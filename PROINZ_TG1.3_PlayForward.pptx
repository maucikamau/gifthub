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1" r:id="rId4"/>
  </p:sldMasterIdLst>
  <p:notesMasterIdLst>
    <p:notesMasterId r:id="rId27"/>
  </p:notesMasterIdLst>
  <p:sldIdLst>
    <p:sldId id="256" r:id="rId5"/>
    <p:sldId id="258" r:id="rId6"/>
    <p:sldId id="298" r:id="rId7"/>
    <p:sldId id="259" r:id="rId8"/>
    <p:sldId id="261" r:id="rId9"/>
    <p:sldId id="262" r:id="rId10"/>
    <p:sldId id="263" r:id="rId11"/>
    <p:sldId id="299" r:id="rId12"/>
    <p:sldId id="301" r:id="rId13"/>
    <p:sldId id="304" r:id="rId14"/>
    <p:sldId id="300" r:id="rId15"/>
    <p:sldId id="311" r:id="rId16"/>
    <p:sldId id="306" r:id="rId17"/>
    <p:sldId id="310" r:id="rId18"/>
    <p:sldId id="307" r:id="rId19"/>
    <p:sldId id="309" r:id="rId20"/>
    <p:sldId id="314" r:id="rId21"/>
    <p:sldId id="308" r:id="rId22"/>
    <p:sldId id="312" r:id="rId23"/>
    <p:sldId id="313" r:id="rId24"/>
    <p:sldId id="266" r:id="rId25"/>
    <p:sldId id="275" r:id="rId26"/>
  </p:sldIdLst>
  <p:sldSz cx="9144000" cy="5143500" type="screen16x9"/>
  <p:notesSz cx="6858000" cy="9144000"/>
  <p:embeddedFontLst>
    <p:embeddedFont>
      <p:font typeface="Alef" panose="00000500000000000000" pitchFamily="2" charset="-79"/>
      <p:regular r:id="rId28"/>
      <p:bold r:id="rId29"/>
    </p:embeddedFont>
    <p:embeddedFont>
      <p:font typeface="BioRhyme" panose="020B0604020202020204" charset="-18"/>
      <p:regular r:id="rId30"/>
      <p:bold r:id="rId31"/>
    </p:embeddedFont>
    <p:embeddedFont>
      <p:font typeface="Nunito Light" pitchFamily="2" charset="-18"/>
      <p:regular r:id="rId32"/>
      <p:italic r:id="rId33"/>
    </p:embeddedFont>
    <p:embeddedFont>
      <p:font typeface="PT Sans" panose="020B0503020203020204" pitchFamily="34" charset="-18"/>
      <p:regular r:id="rId34"/>
      <p:bold r:id="rId35"/>
      <p:italic r:id="rId36"/>
      <p:boldItalic r:id="rId37"/>
    </p:embeddedFont>
    <p:embeddedFont>
      <p:font typeface="Titillium Web" panose="00000500000000000000" pitchFamily="2" charset="-18"/>
      <p:regular r:id="rId38"/>
      <p:bold r:id="rId39"/>
      <p:italic r:id="rId40"/>
      <p:boldItalic r:id="rId41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9AA0A6"/>
          </p15:clr>
        </p15:guide>
        <p15:guide id="2" pos="2880">
          <p15:clr>
            <a:srgbClr val="9AA0A6"/>
          </p15:clr>
        </p15:guide>
        <p15:guide id="3" orient="horz" pos="584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CC6666"/>
    <a:srgbClr val="21B544"/>
    <a:srgbClr val="3BFF94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C612C7D9-F149-44B3-8951-7751E6AC04E2}" v="1" dt="2026-01-23T22:34:38.062"/>
  </p1510:revLst>
</p1510:revInfo>
</file>

<file path=ppt/tableStyles.xml><?xml version="1.0" encoding="utf-8"?>
<a:tblStyleLst xmlns:a="http://schemas.openxmlformats.org/drawingml/2006/main" def="{89560EAF-DABB-4C4A-B210-2E771C7FD050}">
  <a:tblStyle styleId="{89560EAF-DABB-4C4A-B210-2E771C7FD050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82134" autoAdjust="0"/>
  </p:normalViewPr>
  <p:slideViewPr>
    <p:cSldViewPr snapToGrid="0">
      <p:cViewPr varScale="1">
        <p:scale>
          <a:sx n="121" d="100"/>
          <a:sy n="121" d="100"/>
        </p:scale>
        <p:origin x="1314" y="108"/>
      </p:cViewPr>
      <p:guideLst>
        <p:guide orient="horz" pos="1620"/>
        <p:guide pos="2880"/>
        <p:guide orient="horz" pos="584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font" Target="fonts/font12.fntdata"/><Relationship Id="rId21" Type="http://schemas.openxmlformats.org/officeDocument/2006/relationships/slide" Target="slides/slide17.xml"/><Relationship Id="rId34" Type="http://schemas.openxmlformats.org/officeDocument/2006/relationships/font" Target="fonts/font7.fntdata"/><Relationship Id="rId42" Type="http://schemas.openxmlformats.org/officeDocument/2006/relationships/presProps" Target="presProps.xml"/><Relationship Id="rId7" Type="http://schemas.openxmlformats.org/officeDocument/2006/relationships/slide" Target="slides/slide3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9" Type="http://schemas.openxmlformats.org/officeDocument/2006/relationships/font" Target="fonts/font2.fntdata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font" Target="fonts/font5.fntdata"/><Relationship Id="rId37" Type="http://schemas.openxmlformats.org/officeDocument/2006/relationships/font" Target="fonts/font10.fntdata"/><Relationship Id="rId40" Type="http://schemas.openxmlformats.org/officeDocument/2006/relationships/font" Target="fonts/font13.fntdata"/><Relationship Id="rId45" Type="http://schemas.openxmlformats.org/officeDocument/2006/relationships/tableStyles" Target="tableStyle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font" Target="fonts/font1.fntdata"/><Relationship Id="rId36" Type="http://schemas.openxmlformats.org/officeDocument/2006/relationships/font" Target="fonts/font9.fntdata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font" Target="fonts/font4.fntdata"/><Relationship Id="rId44" Type="http://schemas.openxmlformats.org/officeDocument/2006/relationships/theme" Target="theme/theme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notesMaster" Target="notesMasters/notesMaster1.xml"/><Relationship Id="rId30" Type="http://schemas.openxmlformats.org/officeDocument/2006/relationships/font" Target="fonts/font3.fntdata"/><Relationship Id="rId35" Type="http://schemas.openxmlformats.org/officeDocument/2006/relationships/font" Target="fonts/font8.fntdata"/><Relationship Id="rId43" Type="http://schemas.openxmlformats.org/officeDocument/2006/relationships/viewProps" Target="viewProps.xml"/><Relationship Id="rId8" Type="http://schemas.openxmlformats.org/officeDocument/2006/relationships/slide" Target="slides/slide4.xml"/><Relationship Id="rId3" Type="http://schemas.openxmlformats.org/officeDocument/2006/relationships/customXml" Target="../customXml/item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font" Target="fonts/font6.fntdata"/><Relationship Id="rId38" Type="http://schemas.openxmlformats.org/officeDocument/2006/relationships/font" Target="fonts/font11.fntdata"/><Relationship Id="rId46" Type="http://schemas.microsoft.com/office/2015/10/relationships/revisionInfo" Target="revisionInfo.xml"/><Relationship Id="rId20" Type="http://schemas.openxmlformats.org/officeDocument/2006/relationships/slide" Target="slides/slide16.xml"/><Relationship Id="rId41" Type="http://schemas.openxmlformats.org/officeDocument/2006/relationships/font" Target="fonts/font14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3" name="Google Shape;5873;g10d1d5e8f94_0_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74" name="Google Shape;5874;g10d1d5e8f94_0_1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5" name="Google Shape;6325;gd431007ba2_0_2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26" name="Google Shape;6326;gd431007ba2_0_2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324">
          <a:extLst>
            <a:ext uri="{FF2B5EF4-FFF2-40B4-BE49-F238E27FC236}">
              <a16:creationId xmlns:a16="http://schemas.microsoft.com/office/drawing/2014/main" id="{77CD15E8-E891-0096-D6E4-47995578ED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5" name="Google Shape;6325;gd431007ba2_0_215:notes">
            <a:extLst>
              <a:ext uri="{FF2B5EF4-FFF2-40B4-BE49-F238E27FC236}">
                <a16:creationId xmlns:a16="http://schemas.microsoft.com/office/drawing/2014/main" id="{8F5E7C7B-B988-F122-E1D6-7BE02914623A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26" name="Google Shape;6326;gd431007ba2_0_215:notes">
            <a:extLst>
              <a:ext uri="{FF2B5EF4-FFF2-40B4-BE49-F238E27FC236}">
                <a16:creationId xmlns:a16="http://schemas.microsoft.com/office/drawing/2014/main" id="{E82F0658-6D1E-EA0F-2719-9BF0B9CB2C83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452233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4" name="Google Shape;6434;g113ebf097b1_0_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35" name="Google Shape;6435;g113ebf097b1_0_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39" name="Google Shape;6639;g113ebf097b1_0_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40" name="Google Shape;6640;g113ebf097b1_0_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 err="1"/>
              <a:t>Naš</a:t>
            </a:r>
            <a:r>
              <a:rPr lang="en-US" dirty="0"/>
              <a:t> </a:t>
            </a:r>
            <a:r>
              <a:rPr lang="en-US" dirty="0" err="1"/>
              <a:t>cilj</a:t>
            </a:r>
            <a:r>
              <a:rPr lang="en-US" dirty="0"/>
              <a:t> </a:t>
            </a:r>
            <a:r>
              <a:rPr lang="en-US" dirty="0" err="1"/>
              <a:t>bila</a:t>
            </a:r>
            <a:r>
              <a:rPr lang="en-US" dirty="0"/>
              <a:t> je </a:t>
            </a:r>
            <a:r>
              <a:rPr lang="en-US" dirty="0" err="1"/>
              <a:t>izrada</a:t>
            </a:r>
            <a:r>
              <a:rPr lang="en-US" dirty="0"/>
              <a:t> web </a:t>
            </a:r>
            <a:r>
              <a:rPr lang="en-US" dirty="0" err="1"/>
              <a:t>aplikacije</a:t>
            </a:r>
            <a:r>
              <a:rPr lang="en-US" dirty="0"/>
              <a:t> za </a:t>
            </a:r>
            <a:r>
              <a:rPr lang="en-US" dirty="0" err="1"/>
              <a:t>donaciju</a:t>
            </a:r>
            <a:r>
              <a:rPr lang="en-US" dirty="0"/>
              <a:t> </a:t>
            </a:r>
            <a:r>
              <a:rPr lang="en-US" dirty="0" err="1"/>
              <a:t>dječjih</a:t>
            </a:r>
            <a:r>
              <a:rPr lang="en-US" dirty="0"/>
              <a:t> </a:t>
            </a:r>
            <a:r>
              <a:rPr lang="en-US" dirty="0" err="1"/>
              <a:t>igračaka</a:t>
            </a:r>
            <a:r>
              <a:rPr lang="en-US" dirty="0"/>
              <a:t>. </a:t>
            </a:r>
            <a:r>
              <a:rPr lang="en-US" dirty="0" err="1"/>
              <a:t>Ideja</a:t>
            </a:r>
            <a:r>
              <a:rPr lang="en-US" dirty="0"/>
              <a:t> je da se </a:t>
            </a:r>
            <a:r>
              <a:rPr lang="en-US" dirty="0" err="1"/>
              <a:t>roditelji</a:t>
            </a:r>
            <a:r>
              <a:rPr lang="en-US" dirty="0"/>
              <a:t> </a:t>
            </a:r>
            <a:r>
              <a:rPr lang="en-US" dirty="0" err="1"/>
              <a:t>na</a:t>
            </a:r>
            <a:r>
              <a:rPr lang="en-US" dirty="0"/>
              <a:t> </a:t>
            </a:r>
            <a:r>
              <a:rPr lang="en-US" dirty="0" err="1"/>
              <a:t>toj</a:t>
            </a:r>
            <a:r>
              <a:rPr lang="en-US" dirty="0"/>
              <a:t> </a:t>
            </a:r>
            <a:r>
              <a:rPr lang="en-US" dirty="0" err="1"/>
              <a:t>platformi</a:t>
            </a:r>
            <a:r>
              <a:rPr lang="en-US" dirty="0"/>
              <a:t> </a:t>
            </a:r>
            <a:r>
              <a:rPr lang="en-US" dirty="0" err="1"/>
              <a:t>nađu</a:t>
            </a:r>
            <a:r>
              <a:rPr lang="en-US" dirty="0"/>
              <a:t> </a:t>
            </a:r>
            <a:r>
              <a:rPr lang="en-US" dirty="0" err="1"/>
              <a:t>i</a:t>
            </a:r>
            <a:r>
              <a:rPr lang="en-US" dirty="0"/>
              <a:t> </a:t>
            </a:r>
            <a:r>
              <a:rPr lang="en-US" dirty="0" err="1"/>
              <a:t>izmjenjuju</a:t>
            </a:r>
            <a:r>
              <a:rPr lang="en-US" dirty="0"/>
              <a:t> </a:t>
            </a:r>
            <a:r>
              <a:rPr lang="en-US" dirty="0" err="1"/>
              <a:t>igračke</a:t>
            </a:r>
            <a:r>
              <a:rPr lang="en-US" dirty="0"/>
              <a:t>. </a:t>
            </a:r>
            <a:r>
              <a:rPr lang="en-US" dirty="0" err="1"/>
              <a:t>Iako</a:t>
            </a:r>
            <a:r>
              <a:rPr lang="en-US" dirty="0"/>
              <a:t> po </a:t>
            </a:r>
            <a:r>
              <a:rPr lang="en-US" dirty="0" err="1"/>
              <a:t>nekoliko</a:t>
            </a:r>
            <a:r>
              <a:rPr lang="en-US" dirty="0"/>
              <a:t> </a:t>
            </a:r>
            <a:r>
              <a:rPr lang="en-US" dirty="0" err="1"/>
              <a:t>aspekata</a:t>
            </a:r>
            <a:r>
              <a:rPr lang="en-US" dirty="0"/>
              <a:t> </a:t>
            </a:r>
            <a:r>
              <a:rPr lang="en-US" dirty="0" err="1"/>
              <a:t>drukčija</a:t>
            </a:r>
            <a:r>
              <a:rPr lang="en-US" dirty="0"/>
              <a:t>, </a:t>
            </a:r>
            <a:r>
              <a:rPr lang="en-US" dirty="0" err="1"/>
              <a:t>funkcionira</a:t>
            </a:r>
            <a:r>
              <a:rPr lang="en-US" dirty="0"/>
              <a:t> </a:t>
            </a:r>
            <a:r>
              <a:rPr lang="en-US" dirty="0" err="1"/>
              <a:t>slično</a:t>
            </a:r>
            <a:r>
              <a:rPr lang="en-US" dirty="0"/>
              <a:t> </a:t>
            </a:r>
            <a:r>
              <a:rPr lang="en-US" dirty="0" err="1"/>
              <a:t>kao</a:t>
            </a:r>
            <a:r>
              <a:rPr lang="en-US" dirty="0"/>
              <a:t> </a:t>
            </a:r>
            <a:r>
              <a:rPr lang="en-US" dirty="0" err="1"/>
              <a:t>Njuškalo</a:t>
            </a:r>
            <a:r>
              <a:rPr lang="en-US" dirty="0"/>
              <a:t> </a:t>
            </a:r>
            <a:r>
              <a:rPr lang="en-US" dirty="0" err="1"/>
              <a:t>ili</a:t>
            </a:r>
            <a:r>
              <a:rPr lang="en-US" dirty="0"/>
              <a:t> Vinted, </a:t>
            </a:r>
            <a:r>
              <a:rPr lang="en-US" dirty="0" err="1"/>
              <a:t>ako</a:t>
            </a:r>
            <a:r>
              <a:rPr lang="en-US" dirty="0"/>
              <a:t> </a:t>
            </a:r>
            <a:r>
              <a:rPr lang="en-US" dirty="0" err="1"/>
              <a:t>ste</a:t>
            </a:r>
            <a:r>
              <a:rPr lang="en-US" dirty="0"/>
              <a:t> </a:t>
            </a:r>
            <a:r>
              <a:rPr lang="en-US" dirty="0" err="1"/>
              <a:t>ih</a:t>
            </a:r>
            <a:r>
              <a:rPr lang="en-US" dirty="0"/>
              <a:t> </a:t>
            </a:r>
            <a:r>
              <a:rPr lang="en-US" dirty="0" err="1"/>
              <a:t>ikad</a:t>
            </a:r>
            <a:r>
              <a:rPr lang="en-US" dirty="0"/>
              <a:t> </a:t>
            </a:r>
            <a:r>
              <a:rPr lang="en-US" dirty="0" err="1"/>
              <a:t>koristili</a:t>
            </a:r>
            <a:r>
              <a:rPr lang="en-US" dirty="0"/>
              <a:t>, </a:t>
            </a:r>
            <a:r>
              <a:rPr lang="en-US" dirty="0" err="1"/>
              <a:t>samo</a:t>
            </a:r>
            <a:r>
              <a:rPr lang="en-US" dirty="0"/>
              <a:t> bez </a:t>
            </a:r>
            <a:r>
              <a:rPr lang="en-US" dirty="0" err="1"/>
              <a:t>aspekta</a:t>
            </a:r>
            <a:r>
              <a:rPr lang="en-US" dirty="0"/>
              <a:t> </a:t>
            </a:r>
            <a:r>
              <a:rPr lang="en-US" dirty="0" err="1"/>
              <a:t>prodaje</a:t>
            </a:r>
            <a:r>
              <a:rPr lang="en-US" dirty="0"/>
              <a:t> za </a:t>
            </a:r>
            <a:r>
              <a:rPr lang="en-US" dirty="0" err="1"/>
              <a:t>nečiju</a:t>
            </a:r>
            <a:r>
              <a:rPr lang="en-US" dirty="0"/>
              <a:t> </a:t>
            </a:r>
            <a:r>
              <a:rPr lang="en-US" dirty="0" err="1"/>
              <a:t>financijsku</a:t>
            </a:r>
            <a:r>
              <a:rPr lang="en-US" dirty="0"/>
              <a:t> </a:t>
            </a:r>
            <a:r>
              <a:rPr lang="en-US" dirty="0" err="1"/>
              <a:t>dobit</a:t>
            </a:r>
            <a:r>
              <a:rPr lang="en-US" dirty="0"/>
              <a:t>. </a:t>
            </a:r>
            <a:r>
              <a:rPr lang="en-US" dirty="0" err="1"/>
              <a:t>Dakle</a:t>
            </a:r>
            <a:r>
              <a:rPr lang="en-US" dirty="0"/>
              <a:t>, </a:t>
            </a:r>
            <a:r>
              <a:rPr lang="en-US" dirty="0" err="1"/>
              <a:t>korisnici</a:t>
            </a:r>
            <a:r>
              <a:rPr lang="en-US" dirty="0"/>
              <a:t> se </a:t>
            </a:r>
            <a:r>
              <a:rPr lang="en-US" dirty="0" err="1"/>
              <a:t>prvo</a:t>
            </a:r>
            <a:r>
              <a:rPr lang="en-US" dirty="0"/>
              <a:t> </a:t>
            </a:r>
            <a:r>
              <a:rPr lang="en-US" dirty="0" err="1"/>
              <a:t>registriraju</a:t>
            </a:r>
            <a:r>
              <a:rPr lang="en-US" dirty="0"/>
              <a:t> </a:t>
            </a:r>
            <a:r>
              <a:rPr lang="en-US" dirty="0" err="1"/>
              <a:t>na</a:t>
            </a:r>
            <a:r>
              <a:rPr lang="en-US" dirty="0"/>
              <a:t> </a:t>
            </a:r>
            <a:r>
              <a:rPr lang="en-US" dirty="0" err="1"/>
              <a:t>platformi</a:t>
            </a:r>
            <a:r>
              <a:rPr lang="en-US" dirty="0"/>
              <a:t>. </a:t>
            </a:r>
            <a:r>
              <a:rPr lang="en-US" dirty="0" err="1"/>
              <a:t>Zatim</a:t>
            </a:r>
            <a:r>
              <a:rPr lang="en-US" dirty="0"/>
              <a:t> </a:t>
            </a:r>
            <a:r>
              <a:rPr lang="en-US" dirty="0" err="1"/>
              <a:t>odabiru</a:t>
            </a:r>
            <a:r>
              <a:rPr lang="en-US" dirty="0"/>
              <a:t> </a:t>
            </a:r>
            <a:r>
              <a:rPr lang="en-US" dirty="0" err="1"/>
              <a:t>svoju</a:t>
            </a:r>
            <a:r>
              <a:rPr lang="en-US" dirty="0"/>
              <a:t> </a:t>
            </a:r>
            <a:r>
              <a:rPr lang="en-US" dirty="0" err="1"/>
              <a:t>ulogu</a:t>
            </a:r>
            <a:r>
              <a:rPr lang="en-US" dirty="0"/>
              <a:t> – </a:t>
            </a:r>
            <a:r>
              <a:rPr lang="en-US" dirty="0" err="1"/>
              <a:t>žele</a:t>
            </a:r>
            <a:r>
              <a:rPr lang="en-US" dirty="0"/>
              <a:t> li </a:t>
            </a:r>
            <a:r>
              <a:rPr lang="en-US" dirty="0" err="1"/>
              <a:t>biti</a:t>
            </a:r>
            <a:r>
              <a:rPr lang="en-US" dirty="0"/>
              <a:t> </a:t>
            </a:r>
            <a:r>
              <a:rPr lang="en-US" dirty="0" err="1"/>
              <a:t>darovatelji</a:t>
            </a:r>
            <a:r>
              <a:rPr lang="en-US" dirty="0"/>
              <a:t> </a:t>
            </a:r>
            <a:r>
              <a:rPr lang="en-US" dirty="0" err="1"/>
              <a:t>i</a:t>
            </a:r>
            <a:r>
              <a:rPr lang="en-US" dirty="0"/>
              <a:t> </a:t>
            </a:r>
            <a:r>
              <a:rPr lang="en-US" dirty="0" err="1"/>
              <a:t>tako</a:t>
            </a:r>
            <a:r>
              <a:rPr lang="en-US" dirty="0"/>
              <a:t> se </a:t>
            </a:r>
            <a:r>
              <a:rPr lang="en-US" dirty="0" err="1"/>
              <a:t>rješavati</a:t>
            </a:r>
            <a:r>
              <a:rPr lang="en-US" dirty="0"/>
              <a:t> </a:t>
            </a:r>
            <a:r>
              <a:rPr lang="en-US" dirty="0" err="1"/>
              <a:t>viška</a:t>
            </a:r>
            <a:r>
              <a:rPr lang="en-US" dirty="0"/>
              <a:t> </a:t>
            </a:r>
            <a:r>
              <a:rPr lang="en-US" dirty="0" err="1"/>
              <a:t>igračaka</a:t>
            </a:r>
            <a:r>
              <a:rPr lang="en-US" dirty="0"/>
              <a:t> </a:t>
            </a:r>
            <a:r>
              <a:rPr lang="en-US" dirty="0" err="1"/>
              <a:t>ili</a:t>
            </a:r>
            <a:r>
              <a:rPr lang="en-US" dirty="0"/>
              <a:t> </a:t>
            </a:r>
            <a:r>
              <a:rPr lang="en-US" dirty="0" err="1"/>
              <a:t>primatelji</a:t>
            </a:r>
            <a:r>
              <a:rPr lang="en-US" dirty="0"/>
              <a:t> </a:t>
            </a:r>
            <a:r>
              <a:rPr lang="en-US" dirty="0" err="1"/>
              <a:t>i</a:t>
            </a:r>
            <a:r>
              <a:rPr lang="en-US" dirty="0"/>
              <a:t> </a:t>
            </a:r>
            <a:r>
              <a:rPr lang="en-US" dirty="0" err="1"/>
              <a:t>tako</a:t>
            </a:r>
            <a:r>
              <a:rPr lang="en-US" dirty="0"/>
              <a:t> </a:t>
            </a:r>
            <a:r>
              <a:rPr lang="en-US" dirty="0" err="1"/>
              <a:t>primati</a:t>
            </a:r>
            <a:r>
              <a:rPr lang="en-US" dirty="0"/>
              <a:t> </a:t>
            </a:r>
            <a:r>
              <a:rPr lang="en-US" dirty="0" err="1"/>
              <a:t>igračke</a:t>
            </a:r>
            <a:r>
              <a:rPr lang="en-US" dirty="0"/>
              <a:t> za </a:t>
            </a:r>
            <a:r>
              <a:rPr lang="en-US" dirty="0" err="1"/>
              <a:t>svoju</a:t>
            </a:r>
            <a:r>
              <a:rPr lang="en-US" dirty="0"/>
              <a:t> </a:t>
            </a:r>
            <a:r>
              <a:rPr lang="en-US" dirty="0" err="1"/>
              <a:t>djecu</a:t>
            </a:r>
            <a:r>
              <a:rPr lang="en-US" dirty="0"/>
              <a:t>. </a:t>
            </a:r>
            <a:r>
              <a:rPr lang="en-US" dirty="0" err="1"/>
              <a:t>Darivatelji</a:t>
            </a:r>
            <a:r>
              <a:rPr lang="en-US" dirty="0"/>
              <a:t> </a:t>
            </a:r>
            <a:r>
              <a:rPr lang="en-US" dirty="0" err="1"/>
              <a:t>dakle</a:t>
            </a:r>
            <a:r>
              <a:rPr lang="en-US" dirty="0"/>
              <a:t> </a:t>
            </a:r>
            <a:r>
              <a:rPr lang="en-US" dirty="0" err="1"/>
              <a:t>objavljuju</a:t>
            </a:r>
            <a:r>
              <a:rPr lang="en-US" dirty="0"/>
              <a:t> </a:t>
            </a:r>
            <a:r>
              <a:rPr lang="en-US" dirty="0" err="1"/>
              <a:t>oglase</a:t>
            </a:r>
            <a:r>
              <a:rPr lang="en-US" dirty="0"/>
              <a:t> </a:t>
            </a:r>
            <a:r>
              <a:rPr lang="en-US" dirty="0" err="1"/>
              <a:t>na</a:t>
            </a:r>
            <a:r>
              <a:rPr lang="en-US" dirty="0"/>
              <a:t> </a:t>
            </a:r>
            <a:r>
              <a:rPr lang="en-US" dirty="0" err="1"/>
              <a:t>platformi</a:t>
            </a:r>
            <a:r>
              <a:rPr lang="en-US" dirty="0"/>
              <a:t>. Ti </a:t>
            </a:r>
            <a:r>
              <a:rPr lang="en-US" dirty="0" err="1"/>
              <a:t>oglasi</a:t>
            </a:r>
            <a:r>
              <a:rPr lang="en-US" dirty="0"/>
              <a:t> </a:t>
            </a:r>
            <a:r>
              <a:rPr lang="en-US" dirty="0" err="1"/>
              <a:t>vidljivi</a:t>
            </a:r>
            <a:r>
              <a:rPr lang="en-US" dirty="0"/>
              <a:t> </a:t>
            </a:r>
            <a:r>
              <a:rPr lang="en-US" dirty="0" err="1"/>
              <a:t>su</a:t>
            </a:r>
            <a:r>
              <a:rPr lang="en-US" dirty="0"/>
              <a:t> </a:t>
            </a:r>
            <a:r>
              <a:rPr lang="en-US" dirty="0" err="1"/>
              <a:t>primateljima</a:t>
            </a:r>
            <a:r>
              <a:rPr lang="en-US" dirty="0"/>
              <a:t> koji </a:t>
            </a:r>
            <a:r>
              <a:rPr lang="en-US" dirty="0" err="1"/>
              <a:t>unutar</a:t>
            </a:r>
            <a:r>
              <a:rPr lang="en-US" dirty="0"/>
              <a:t> </a:t>
            </a:r>
            <a:r>
              <a:rPr lang="en-US" dirty="0" err="1"/>
              <a:t>platforme</a:t>
            </a:r>
            <a:r>
              <a:rPr lang="en-US" dirty="0"/>
              <a:t> </a:t>
            </a:r>
            <a:r>
              <a:rPr lang="en-US" dirty="0" err="1"/>
              <a:t>stupaju</a:t>
            </a:r>
            <a:r>
              <a:rPr lang="en-US" dirty="0"/>
              <a:t> u </a:t>
            </a:r>
            <a:r>
              <a:rPr lang="en-US" dirty="0" err="1"/>
              <a:t>kontakt</a:t>
            </a:r>
            <a:r>
              <a:rPr lang="en-US" dirty="0"/>
              <a:t> s </a:t>
            </a:r>
            <a:r>
              <a:rPr lang="en-US" dirty="0" err="1"/>
              <a:t>određenim</a:t>
            </a:r>
            <a:r>
              <a:rPr lang="en-US" dirty="0"/>
              <a:t> </a:t>
            </a:r>
            <a:r>
              <a:rPr lang="en-US" dirty="0" err="1"/>
              <a:t>darovateljem</a:t>
            </a:r>
            <a:r>
              <a:rPr lang="en-US" dirty="0"/>
              <a:t> </a:t>
            </a:r>
            <a:r>
              <a:rPr lang="en-US" dirty="0" err="1"/>
              <a:t>i</a:t>
            </a:r>
            <a:r>
              <a:rPr lang="en-US" dirty="0"/>
              <a:t> </a:t>
            </a:r>
            <a:r>
              <a:rPr lang="en-US" dirty="0" err="1"/>
              <a:t>dogovaraju</a:t>
            </a:r>
            <a:r>
              <a:rPr lang="en-US" dirty="0"/>
              <a:t> </a:t>
            </a:r>
            <a:r>
              <a:rPr lang="en-US" dirty="0" err="1"/>
              <a:t>primopredaju</a:t>
            </a:r>
            <a:r>
              <a:rPr lang="en-US" dirty="0"/>
              <a:t> </a:t>
            </a:r>
            <a:r>
              <a:rPr lang="en-US" dirty="0" err="1"/>
              <a:t>igračaka</a:t>
            </a:r>
            <a:r>
              <a:rPr lang="en-US" dirty="0"/>
              <a:t>. </a:t>
            </a:r>
            <a:r>
              <a:rPr lang="en-US" dirty="0" err="1"/>
              <a:t>Komunikacija</a:t>
            </a:r>
            <a:r>
              <a:rPr lang="en-US" dirty="0"/>
              <a:t> se </a:t>
            </a:r>
            <a:r>
              <a:rPr lang="en-US" dirty="0" err="1"/>
              <a:t>događa</a:t>
            </a:r>
            <a:r>
              <a:rPr lang="en-US" dirty="0"/>
              <a:t> </a:t>
            </a:r>
            <a:r>
              <a:rPr lang="en-US" dirty="0" err="1"/>
              <a:t>unutar</a:t>
            </a:r>
            <a:r>
              <a:rPr lang="en-US" dirty="0"/>
              <a:t> </a:t>
            </a:r>
            <a:r>
              <a:rPr lang="en-US" dirty="0" err="1"/>
              <a:t>platforme</a:t>
            </a:r>
            <a:r>
              <a:rPr lang="en-US" dirty="0"/>
              <a:t> </a:t>
            </a:r>
            <a:r>
              <a:rPr lang="en-US" dirty="0" err="1"/>
              <a:t>pomoću</a:t>
            </a:r>
            <a:r>
              <a:rPr lang="en-US" dirty="0"/>
              <a:t> </a:t>
            </a:r>
            <a:r>
              <a:rPr lang="en-US" dirty="0" err="1"/>
              <a:t>chata</a:t>
            </a:r>
            <a:r>
              <a:rPr lang="en-US" dirty="0"/>
              <a:t>. </a:t>
            </a:r>
            <a:r>
              <a:rPr lang="en-US" dirty="0" err="1"/>
              <a:t>Primopredaja</a:t>
            </a:r>
            <a:r>
              <a:rPr lang="en-US" dirty="0"/>
              <a:t> se </a:t>
            </a:r>
            <a:r>
              <a:rPr lang="en-US" dirty="0" err="1"/>
              <a:t>može</a:t>
            </a:r>
            <a:r>
              <a:rPr lang="en-US" dirty="0"/>
              <a:t> </a:t>
            </a:r>
            <a:r>
              <a:rPr lang="en-US" dirty="0" err="1"/>
              <a:t>odviti</a:t>
            </a:r>
            <a:r>
              <a:rPr lang="en-US" dirty="0"/>
              <a:t> </a:t>
            </a:r>
            <a:r>
              <a:rPr lang="en-US" dirty="0" err="1"/>
              <a:t>uživo</a:t>
            </a:r>
            <a:r>
              <a:rPr lang="en-US" dirty="0"/>
              <a:t> – </a:t>
            </a:r>
            <a:r>
              <a:rPr lang="en-US" dirty="0" err="1"/>
              <a:t>dakle</a:t>
            </a:r>
            <a:r>
              <a:rPr lang="en-US" dirty="0"/>
              <a:t> </a:t>
            </a:r>
            <a:r>
              <a:rPr lang="en-US" dirty="0" err="1"/>
              <a:t>dvije</a:t>
            </a:r>
            <a:r>
              <a:rPr lang="en-US" dirty="0"/>
              <a:t> </a:t>
            </a:r>
            <a:r>
              <a:rPr lang="en-US" dirty="0" err="1"/>
              <a:t>osobe</a:t>
            </a:r>
            <a:r>
              <a:rPr lang="en-US" dirty="0"/>
              <a:t> se </a:t>
            </a:r>
            <a:r>
              <a:rPr lang="en-US" dirty="0" err="1"/>
              <a:t>sastanu</a:t>
            </a:r>
            <a:r>
              <a:rPr lang="en-US" dirty="0"/>
              <a:t> u </a:t>
            </a:r>
            <a:r>
              <a:rPr lang="en-US" dirty="0" err="1"/>
              <a:t>nekom</a:t>
            </a:r>
            <a:r>
              <a:rPr lang="en-US" dirty="0"/>
              <a:t> </a:t>
            </a:r>
            <a:r>
              <a:rPr lang="en-US" dirty="0" err="1"/>
              <a:t>trenutku</a:t>
            </a:r>
            <a:r>
              <a:rPr lang="en-US" dirty="0"/>
              <a:t> – </a:t>
            </a:r>
            <a:r>
              <a:rPr lang="en-US" dirty="0" err="1"/>
              <a:t>ili</a:t>
            </a:r>
            <a:r>
              <a:rPr lang="en-US" dirty="0"/>
              <a:t> </a:t>
            </a:r>
            <a:r>
              <a:rPr lang="en-US" dirty="0" err="1"/>
              <a:t>poštom</a:t>
            </a:r>
            <a:r>
              <a:rPr lang="en-US" dirty="0"/>
              <a:t>, u </a:t>
            </a:r>
            <a:r>
              <a:rPr lang="en-US" dirty="0" err="1"/>
              <a:t>kojem</a:t>
            </a:r>
            <a:r>
              <a:rPr lang="en-US" dirty="0"/>
              <a:t> </a:t>
            </a:r>
            <a:r>
              <a:rPr lang="en-US" dirty="0" err="1"/>
              <a:t>trenutku</a:t>
            </a:r>
            <a:r>
              <a:rPr lang="en-US" dirty="0"/>
              <a:t> </a:t>
            </a:r>
            <a:r>
              <a:rPr lang="en-US" dirty="0" err="1"/>
              <a:t>primatelj</a:t>
            </a:r>
            <a:r>
              <a:rPr lang="en-US" dirty="0"/>
              <a:t> </a:t>
            </a:r>
            <a:r>
              <a:rPr lang="en-US" dirty="0" err="1"/>
              <a:t>darivatelju</a:t>
            </a:r>
            <a:r>
              <a:rPr lang="en-US" dirty="0"/>
              <a:t> </a:t>
            </a:r>
            <a:r>
              <a:rPr lang="en-US" dirty="0" err="1"/>
              <a:t>plaća</a:t>
            </a:r>
            <a:r>
              <a:rPr lang="en-US" dirty="0"/>
              <a:t> </a:t>
            </a:r>
            <a:r>
              <a:rPr lang="en-US" dirty="0" err="1"/>
              <a:t>poštarinu</a:t>
            </a:r>
            <a:r>
              <a:rPr lang="en-US" dirty="0"/>
              <a:t> </a:t>
            </a:r>
            <a:r>
              <a:rPr lang="en-US" dirty="0" err="1"/>
              <a:t>i</a:t>
            </a:r>
            <a:r>
              <a:rPr lang="en-US" dirty="0"/>
              <a:t> </a:t>
            </a:r>
            <a:r>
              <a:rPr lang="en-US" dirty="0" err="1"/>
              <a:t>na</a:t>
            </a:r>
            <a:r>
              <a:rPr lang="en-US" dirty="0"/>
              <a:t> </a:t>
            </a:r>
            <a:r>
              <a:rPr lang="en-US" dirty="0" err="1"/>
              <a:t>vrata</a:t>
            </a:r>
            <a:r>
              <a:rPr lang="en-US" dirty="0"/>
              <a:t> </a:t>
            </a:r>
            <a:r>
              <a:rPr lang="en-US" dirty="0" err="1"/>
              <a:t>dobija</a:t>
            </a:r>
            <a:r>
              <a:rPr lang="en-US" dirty="0"/>
              <a:t> </a:t>
            </a:r>
            <a:r>
              <a:rPr lang="en-US" dirty="0" err="1"/>
              <a:t>igračku</a:t>
            </a:r>
            <a:r>
              <a:rPr lang="en-US" dirty="0"/>
              <a:t>. </a:t>
            </a:r>
            <a:r>
              <a:rPr lang="en-US" dirty="0" err="1"/>
              <a:t>Posebna</a:t>
            </a:r>
            <a:r>
              <a:rPr lang="en-US" dirty="0"/>
              <a:t> </a:t>
            </a:r>
            <a:r>
              <a:rPr lang="en-US" dirty="0" err="1"/>
              <a:t>kategorija</a:t>
            </a:r>
            <a:r>
              <a:rPr lang="en-US" dirty="0"/>
              <a:t> </a:t>
            </a:r>
            <a:r>
              <a:rPr lang="en-US" dirty="0" err="1"/>
              <a:t>primatelja</a:t>
            </a:r>
            <a:r>
              <a:rPr lang="en-US" dirty="0"/>
              <a:t> </a:t>
            </a:r>
            <a:r>
              <a:rPr lang="en-US" dirty="0" err="1"/>
              <a:t>koju</a:t>
            </a:r>
            <a:r>
              <a:rPr lang="en-US" dirty="0"/>
              <a:t> bi </a:t>
            </a:r>
            <a:r>
              <a:rPr lang="en-US" dirty="0" err="1"/>
              <a:t>također</a:t>
            </a:r>
            <a:r>
              <a:rPr lang="en-US" dirty="0"/>
              <a:t> </a:t>
            </a:r>
            <a:r>
              <a:rPr lang="en-US" dirty="0" err="1"/>
              <a:t>htio</a:t>
            </a:r>
            <a:r>
              <a:rPr lang="en-US" dirty="0"/>
              <a:t> </a:t>
            </a:r>
            <a:r>
              <a:rPr lang="en-US" dirty="0" err="1"/>
              <a:t>istaknuti</a:t>
            </a:r>
            <a:r>
              <a:rPr lang="en-US" dirty="0"/>
              <a:t> </a:t>
            </a:r>
            <a:r>
              <a:rPr lang="en-US" dirty="0" err="1"/>
              <a:t>su</a:t>
            </a:r>
            <a:r>
              <a:rPr lang="en-US" dirty="0"/>
              <a:t> </a:t>
            </a:r>
            <a:r>
              <a:rPr lang="en-US" dirty="0" err="1"/>
              <a:t>udruge</a:t>
            </a:r>
            <a:r>
              <a:rPr lang="en-US" dirty="0"/>
              <a:t>. </a:t>
            </a:r>
            <a:r>
              <a:rPr lang="en-US" dirty="0" err="1"/>
              <a:t>Udruge</a:t>
            </a:r>
            <a:r>
              <a:rPr lang="en-US" dirty="0"/>
              <a:t> </a:t>
            </a:r>
            <a:r>
              <a:rPr lang="en-US" dirty="0" err="1"/>
              <a:t>funkcioniraju</a:t>
            </a:r>
            <a:r>
              <a:rPr lang="en-US" dirty="0"/>
              <a:t> </a:t>
            </a:r>
            <a:r>
              <a:rPr lang="en-US" dirty="0" err="1"/>
              <a:t>kao</a:t>
            </a:r>
            <a:r>
              <a:rPr lang="en-US" dirty="0"/>
              <a:t> </a:t>
            </a:r>
            <a:r>
              <a:rPr lang="en-US" dirty="0" err="1"/>
              <a:t>svi</a:t>
            </a:r>
            <a:r>
              <a:rPr lang="en-US" dirty="0"/>
              <a:t> </a:t>
            </a:r>
            <a:r>
              <a:rPr lang="en-US" dirty="0" err="1"/>
              <a:t>ostali</a:t>
            </a:r>
            <a:r>
              <a:rPr lang="en-US" dirty="0"/>
              <a:t> </a:t>
            </a:r>
            <a:r>
              <a:rPr lang="en-US" dirty="0" err="1"/>
              <a:t>primatelji</a:t>
            </a:r>
            <a:r>
              <a:rPr lang="en-US" dirty="0"/>
              <a:t>, </a:t>
            </a:r>
            <a:r>
              <a:rPr lang="en-US" dirty="0" err="1"/>
              <a:t>ali</a:t>
            </a:r>
            <a:r>
              <a:rPr lang="en-US" dirty="0"/>
              <a:t> </a:t>
            </a:r>
            <a:r>
              <a:rPr lang="en-US" dirty="0" err="1"/>
              <a:t>imaju</a:t>
            </a:r>
            <a:r>
              <a:rPr lang="en-US" dirty="0"/>
              <a:t> </a:t>
            </a:r>
            <a:r>
              <a:rPr lang="en-US" dirty="0" err="1"/>
              <a:t>mogućnost</a:t>
            </a:r>
            <a:r>
              <a:rPr lang="en-US" dirty="0"/>
              <a:t> </a:t>
            </a:r>
            <a:r>
              <a:rPr lang="en-US" dirty="0" err="1"/>
              <a:t>generiranja</a:t>
            </a:r>
            <a:r>
              <a:rPr lang="en-US" dirty="0"/>
              <a:t> </a:t>
            </a:r>
            <a:r>
              <a:rPr lang="en-US" dirty="0" err="1"/>
              <a:t>kampanji</a:t>
            </a:r>
            <a:r>
              <a:rPr lang="en-US" dirty="0"/>
              <a:t>. </a:t>
            </a:r>
            <a:r>
              <a:rPr lang="en-US" dirty="0" err="1"/>
              <a:t>Kampanje</a:t>
            </a:r>
            <a:r>
              <a:rPr lang="en-US" dirty="0"/>
              <a:t> </a:t>
            </a:r>
            <a:r>
              <a:rPr lang="en-US" dirty="0" err="1"/>
              <a:t>su</a:t>
            </a:r>
            <a:r>
              <a:rPr lang="en-US" dirty="0"/>
              <a:t> </a:t>
            </a:r>
            <a:r>
              <a:rPr lang="en-US" dirty="0" err="1"/>
              <a:t>vremenski</a:t>
            </a:r>
            <a:r>
              <a:rPr lang="en-US" dirty="0"/>
              <a:t> </a:t>
            </a:r>
            <a:r>
              <a:rPr lang="en-US" dirty="0" err="1"/>
              <a:t>ograničeni</a:t>
            </a:r>
            <a:r>
              <a:rPr lang="en-US" dirty="0"/>
              <a:t> </a:t>
            </a:r>
            <a:r>
              <a:rPr lang="en-US" dirty="0" err="1"/>
              <a:t>događaji</a:t>
            </a:r>
            <a:r>
              <a:rPr lang="en-US" dirty="0"/>
              <a:t> </a:t>
            </a:r>
            <a:r>
              <a:rPr lang="en-US" dirty="0" err="1"/>
              <a:t>koje</a:t>
            </a:r>
            <a:r>
              <a:rPr lang="en-US" dirty="0"/>
              <a:t> </a:t>
            </a:r>
            <a:r>
              <a:rPr lang="en-US" dirty="0" err="1"/>
              <a:t>udruge</a:t>
            </a:r>
            <a:r>
              <a:rPr lang="en-US" dirty="0"/>
              <a:t> </a:t>
            </a:r>
            <a:r>
              <a:rPr lang="en-US" dirty="0" err="1"/>
              <a:t>definiraju</a:t>
            </a:r>
            <a:r>
              <a:rPr lang="en-US" dirty="0"/>
              <a:t> </a:t>
            </a:r>
            <a:r>
              <a:rPr lang="en-US" dirty="0" err="1"/>
              <a:t>kad</a:t>
            </a:r>
            <a:r>
              <a:rPr lang="en-US" dirty="0"/>
              <a:t> </a:t>
            </a:r>
            <a:r>
              <a:rPr lang="en-US" dirty="0" err="1"/>
              <a:t>žele</a:t>
            </a:r>
            <a:r>
              <a:rPr lang="en-US" dirty="0"/>
              <a:t> </a:t>
            </a:r>
            <a:r>
              <a:rPr lang="en-US" dirty="0" err="1"/>
              <a:t>prikupiti</a:t>
            </a:r>
            <a:r>
              <a:rPr lang="en-US" dirty="0"/>
              <a:t> </a:t>
            </a:r>
            <a:r>
              <a:rPr lang="en-US" dirty="0" err="1"/>
              <a:t>veći</a:t>
            </a:r>
            <a:r>
              <a:rPr lang="en-US" dirty="0"/>
              <a:t> </a:t>
            </a:r>
            <a:r>
              <a:rPr lang="en-US" dirty="0" err="1"/>
              <a:t>broj</a:t>
            </a:r>
            <a:r>
              <a:rPr lang="en-US" dirty="0"/>
              <a:t> </a:t>
            </a:r>
            <a:r>
              <a:rPr lang="en-US" dirty="0" err="1"/>
              <a:t>igračaka</a:t>
            </a:r>
            <a:r>
              <a:rPr lang="en-US" dirty="0"/>
              <a:t> za </a:t>
            </a:r>
            <a:r>
              <a:rPr lang="en-US" dirty="0" err="1"/>
              <a:t>svoje</a:t>
            </a:r>
            <a:r>
              <a:rPr lang="en-US" dirty="0"/>
              <a:t> </a:t>
            </a:r>
            <a:r>
              <a:rPr lang="en-US" dirty="0" err="1"/>
              <a:t>ciljeve</a:t>
            </a:r>
            <a:r>
              <a:rPr lang="en-US" dirty="0"/>
              <a:t>. </a:t>
            </a:r>
            <a:r>
              <a:rPr lang="en-US" dirty="0" err="1"/>
              <a:t>Darivatelji</a:t>
            </a:r>
            <a:r>
              <a:rPr lang="en-US" dirty="0"/>
              <a:t> </a:t>
            </a:r>
            <a:r>
              <a:rPr lang="en-US" dirty="0" err="1"/>
              <a:t>mogu</a:t>
            </a:r>
            <a:r>
              <a:rPr lang="en-US" dirty="0"/>
              <a:t> </a:t>
            </a:r>
            <a:r>
              <a:rPr lang="en-US" dirty="0" err="1"/>
              <a:t>donirati</a:t>
            </a:r>
            <a:r>
              <a:rPr lang="en-US" dirty="0"/>
              <a:t> </a:t>
            </a:r>
            <a:r>
              <a:rPr lang="en-US" dirty="0" err="1"/>
              <a:t>njima</a:t>
            </a:r>
            <a:r>
              <a:rPr lang="en-US" dirty="0"/>
              <a:t> </a:t>
            </a:r>
            <a:r>
              <a:rPr lang="en-US" dirty="0" err="1"/>
              <a:t>direktno</a:t>
            </a:r>
            <a:r>
              <a:rPr lang="en-US" dirty="0"/>
              <a:t>.</a:t>
            </a:r>
            <a:endParaRPr dirty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1" name="Google Shape;6801;g113ebf097b1_0_2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02" name="Google Shape;6802;g113ebf097b1_0_2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6" name="Google Shape;7016;g113ebf097b1_0_5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17" name="Google Shape;7017;g113ebf097b1_0_50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03">
          <a:extLst>
            <a:ext uri="{FF2B5EF4-FFF2-40B4-BE49-F238E27FC236}">
              <a16:creationId xmlns:a16="http://schemas.microsoft.com/office/drawing/2014/main" id="{8DF1CD21-2BD0-5394-A6A3-0007307AB2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04" name="Google Shape;8404;g113ebf097b1_0_466:notes">
            <a:extLst>
              <a:ext uri="{FF2B5EF4-FFF2-40B4-BE49-F238E27FC236}">
                <a16:creationId xmlns:a16="http://schemas.microsoft.com/office/drawing/2014/main" id="{38B536A8-480C-6FE0-DB69-9DD1263FD5B7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05" name="Google Shape;8405;g113ebf097b1_0_466:notes">
            <a:extLst>
              <a:ext uri="{FF2B5EF4-FFF2-40B4-BE49-F238E27FC236}">
                <a16:creationId xmlns:a16="http://schemas.microsoft.com/office/drawing/2014/main" id="{80D978C2-8651-F317-9BB4-41157806E52E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7759649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567">
          <a:extLst>
            <a:ext uri="{FF2B5EF4-FFF2-40B4-BE49-F238E27FC236}">
              <a16:creationId xmlns:a16="http://schemas.microsoft.com/office/drawing/2014/main" id="{557A2373-869A-EDAF-F603-3A8BAB707A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68" name="Google Shape;7568;g113ebf097b1_0_471:notes">
            <a:extLst>
              <a:ext uri="{FF2B5EF4-FFF2-40B4-BE49-F238E27FC236}">
                <a16:creationId xmlns:a16="http://schemas.microsoft.com/office/drawing/2014/main" id="{8A92545E-A671-49FF-4515-4F6F20FA9A70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69" name="Google Shape;7569;g113ebf097b1_0_471:notes">
            <a:extLst>
              <a:ext uri="{FF2B5EF4-FFF2-40B4-BE49-F238E27FC236}">
                <a16:creationId xmlns:a16="http://schemas.microsoft.com/office/drawing/2014/main" id="{50D05B89-A403-B9C1-2BC5-FE4E210F297A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 err="1"/>
              <a:t>Kod</a:t>
            </a:r>
            <a:r>
              <a:rPr lang="en-US" dirty="0"/>
              <a:t> </a:t>
            </a:r>
            <a:r>
              <a:rPr lang="en-US" dirty="0" err="1"/>
              <a:t>stvaranja</a:t>
            </a:r>
            <a:r>
              <a:rPr lang="en-US" dirty="0"/>
              <a:t> </a:t>
            </a:r>
            <a:r>
              <a:rPr lang="en-US" dirty="0" err="1"/>
              <a:t>računa</a:t>
            </a:r>
            <a:r>
              <a:rPr lang="en-US" dirty="0"/>
              <a:t> </a:t>
            </a:r>
            <a:r>
              <a:rPr lang="en-US" dirty="0" err="1"/>
              <a:t>spomenuti</a:t>
            </a:r>
            <a:r>
              <a:rPr lang="en-US" dirty="0"/>
              <a:t> OAuth </a:t>
            </a:r>
            <a:r>
              <a:rPr lang="en-US" dirty="0" err="1"/>
              <a:t>implementaciju</a:t>
            </a:r>
            <a:r>
              <a:rPr lang="en-US" dirty="0"/>
              <a:t> </a:t>
            </a:r>
            <a:r>
              <a:rPr lang="en-US" dirty="0" err="1"/>
              <a:t>i</a:t>
            </a:r>
            <a:r>
              <a:rPr lang="en-US" dirty="0"/>
              <a:t> </a:t>
            </a:r>
            <a:r>
              <a:rPr lang="en-US" dirty="0" err="1"/>
              <a:t>lokalne</a:t>
            </a:r>
            <a:r>
              <a:rPr lang="en-US" dirty="0"/>
              <a:t> </a:t>
            </a:r>
            <a:r>
              <a:rPr lang="en-US" dirty="0" err="1"/>
              <a:t>račune</a:t>
            </a:r>
            <a:r>
              <a:rPr lang="en-US" dirty="0"/>
              <a:t>. </a:t>
            </a:r>
            <a:r>
              <a:rPr lang="en-US" dirty="0" err="1"/>
              <a:t>Spomenuti</a:t>
            </a:r>
            <a:r>
              <a:rPr lang="en-US" dirty="0"/>
              <a:t> da </a:t>
            </a:r>
            <a:r>
              <a:rPr lang="en-US" dirty="0" err="1"/>
              <a:t>oglasi</a:t>
            </a:r>
            <a:r>
              <a:rPr lang="en-US" dirty="0"/>
              <a:t> </a:t>
            </a:r>
            <a:r>
              <a:rPr lang="en-US" dirty="0" err="1"/>
              <a:t>imaju</a:t>
            </a:r>
            <a:r>
              <a:rPr lang="en-US" dirty="0"/>
              <a:t> </a:t>
            </a:r>
            <a:r>
              <a:rPr lang="en-US" dirty="0" err="1"/>
              <a:t>svojstva</a:t>
            </a:r>
            <a:r>
              <a:rPr lang="en-US" dirty="0"/>
              <a:t> – </a:t>
            </a:r>
            <a:r>
              <a:rPr lang="en-US" dirty="0" err="1"/>
              <a:t>ime</a:t>
            </a:r>
            <a:r>
              <a:rPr lang="en-US" dirty="0"/>
              <a:t>, </a:t>
            </a:r>
            <a:r>
              <a:rPr lang="en-US" dirty="0" err="1"/>
              <a:t>slika</a:t>
            </a:r>
            <a:r>
              <a:rPr lang="en-US" dirty="0"/>
              <a:t> </a:t>
            </a:r>
            <a:r>
              <a:rPr lang="en-US" dirty="0" err="1"/>
              <a:t>itd</a:t>
            </a:r>
            <a:r>
              <a:rPr lang="en-US" dirty="0"/>
              <a:t>.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11799354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567">
          <a:extLst>
            <a:ext uri="{FF2B5EF4-FFF2-40B4-BE49-F238E27FC236}">
              <a16:creationId xmlns:a16="http://schemas.microsoft.com/office/drawing/2014/main" id="{7312EF57-2657-F8D1-EB90-39C58A2AFB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68" name="Google Shape;7568;g113ebf097b1_0_471:notes">
            <a:extLst>
              <a:ext uri="{FF2B5EF4-FFF2-40B4-BE49-F238E27FC236}">
                <a16:creationId xmlns:a16="http://schemas.microsoft.com/office/drawing/2014/main" id="{8DB8D926-9EA2-6FC3-A171-BCCA6E0AFF0D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69" name="Google Shape;7569;g113ebf097b1_0_471:notes">
            <a:extLst>
              <a:ext uri="{FF2B5EF4-FFF2-40B4-BE49-F238E27FC236}">
                <a16:creationId xmlns:a16="http://schemas.microsoft.com/office/drawing/2014/main" id="{C0820907-45E6-7A9D-7A0E-81651257CE0F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 err="1"/>
              <a:t>Spomenuti</a:t>
            </a:r>
            <a:r>
              <a:rPr lang="en-US" dirty="0"/>
              <a:t> </a:t>
            </a:r>
            <a:r>
              <a:rPr lang="en-US" dirty="0" err="1"/>
              <a:t>kako</a:t>
            </a:r>
            <a:r>
              <a:rPr lang="en-US" dirty="0"/>
              <a:t> </a:t>
            </a:r>
            <a:r>
              <a:rPr lang="en-US" dirty="0" err="1"/>
              <a:t>funkcioniraju</a:t>
            </a:r>
            <a:r>
              <a:rPr lang="en-US" dirty="0"/>
              <a:t> </a:t>
            </a:r>
            <a:r>
              <a:rPr lang="en-US" dirty="0" err="1"/>
              <a:t>zahtjevi</a:t>
            </a:r>
            <a:r>
              <a:rPr lang="en-US" dirty="0"/>
              <a:t>.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419830921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600">
          <a:extLst>
            <a:ext uri="{FF2B5EF4-FFF2-40B4-BE49-F238E27FC236}">
              <a16:creationId xmlns:a16="http://schemas.microsoft.com/office/drawing/2014/main" id="{E817575D-5E2E-2C06-2C5D-0EDCB44E58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" name="Google Shape;8601;g113ebf097b1_0_424:notes">
            <a:extLst>
              <a:ext uri="{FF2B5EF4-FFF2-40B4-BE49-F238E27FC236}">
                <a16:creationId xmlns:a16="http://schemas.microsoft.com/office/drawing/2014/main" id="{9D6415FD-E2C2-82A2-27FB-2153D4C421D3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02" name="Google Shape;8602;g113ebf097b1_0_424:notes">
            <a:extLst>
              <a:ext uri="{FF2B5EF4-FFF2-40B4-BE49-F238E27FC236}">
                <a16:creationId xmlns:a16="http://schemas.microsoft.com/office/drawing/2014/main" id="{9B82D2B7-C5CF-F6B9-3C76-6A6F3B93569E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81149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368">
          <a:extLst>
            <a:ext uri="{FF2B5EF4-FFF2-40B4-BE49-F238E27FC236}">
              <a16:creationId xmlns:a16="http://schemas.microsoft.com/office/drawing/2014/main" id="{5E29D0BA-6C47-EFFE-B922-91107AFAE6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69" name="Google Shape;7369;g113ebf097b1_0_381:notes">
            <a:extLst>
              <a:ext uri="{FF2B5EF4-FFF2-40B4-BE49-F238E27FC236}">
                <a16:creationId xmlns:a16="http://schemas.microsoft.com/office/drawing/2014/main" id="{271F708E-C0F8-DCAE-CC1F-4A5DC40D8CF5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70" name="Google Shape;7370;g113ebf097b1_0_381:notes">
            <a:extLst>
              <a:ext uri="{FF2B5EF4-FFF2-40B4-BE49-F238E27FC236}">
                <a16:creationId xmlns:a16="http://schemas.microsoft.com/office/drawing/2014/main" id="{FF26347D-14E3-BDD9-42EE-731263C7654D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8481140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03">
          <a:extLst>
            <a:ext uri="{FF2B5EF4-FFF2-40B4-BE49-F238E27FC236}">
              <a16:creationId xmlns:a16="http://schemas.microsoft.com/office/drawing/2014/main" id="{6F225DFD-EC28-2C69-5DEE-B548F8AE90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04" name="Google Shape;8404;g113ebf097b1_0_466:notes">
            <a:extLst>
              <a:ext uri="{FF2B5EF4-FFF2-40B4-BE49-F238E27FC236}">
                <a16:creationId xmlns:a16="http://schemas.microsoft.com/office/drawing/2014/main" id="{E7BF16EA-D862-6875-0836-A9B72D7D38C8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05" name="Google Shape;8405;g113ebf097b1_0_466:notes">
            <a:extLst>
              <a:ext uri="{FF2B5EF4-FFF2-40B4-BE49-F238E27FC236}">
                <a16:creationId xmlns:a16="http://schemas.microsoft.com/office/drawing/2014/main" id="{0968F1AE-3293-D510-FF91-B7BF62FB42BB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0176840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368">
          <a:extLst>
            <a:ext uri="{FF2B5EF4-FFF2-40B4-BE49-F238E27FC236}">
              <a16:creationId xmlns:a16="http://schemas.microsoft.com/office/drawing/2014/main" id="{C12555BC-9A03-841D-BD5D-D00F11B4BF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69" name="Google Shape;7369;g113ebf097b1_0_381:notes">
            <a:extLst>
              <a:ext uri="{FF2B5EF4-FFF2-40B4-BE49-F238E27FC236}">
                <a16:creationId xmlns:a16="http://schemas.microsoft.com/office/drawing/2014/main" id="{667A7FB9-524A-4C06-6047-8CB0EBB2F8B4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70" name="Google Shape;7370;g113ebf097b1_0_381:notes">
            <a:extLst>
              <a:ext uri="{FF2B5EF4-FFF2-40B4-BE49-F238E27FC236}">
                <a16:creationId xmlns:a16="http://schemas.microsoft.com/office/drawing/2014/main" id="{E7AE2F68-6032-3AAD-0439-ABB4C192A1CD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 err="1"/>
              <a:t>DODATI</a:t>
            </a:r>
            <a:r>
              <a:rPr lang="en-US" dirty="0"/>
              <a:t> DIJ: </a:t>
            </a:r>
            <a:r>
              <a:rPr lang="en-US" dirty="0" err="1"/>
              <a:t>KOMPONENTI</a:t>
            </a:r>
            <a:r>
              <a:rPr lang="en-US" dirty="0"/>
              <a:t>!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427812631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433">
          <a:extLst>
            <a:ext uri="{FF2B5EF4-FFF2-40B4-BE49-F238E27FC236}">
              <a16:creationId xmlns:a16="http://schemas.microsoft.com/office/drawing/2014/main" id="{5ED825C8-1193-F9F1-7F7E-91AB61DE95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4" name="Google Shape;6434;g113ebf097b1_0_15:notes">
            <a:extLst>
              <a:ext uri="{FF2B5EF4-FFF2-40B4-BE49-F238E27FC236}">
                <a16:creationId xmlns:a16="http://schemas.microsoft.com/office/drawing/2014/main" id="{0097B374-0F0B-11BA-7296-7F47D88C5BA9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35" name="Google Shape;6435;g113ebf097b1_0_15:notes">
            <a:extLst>
              <a:ext uri="{FF2B5EF4-FFF2-40B4-BE49-F238E27FC236}">
                <a16:creationId xmlns:a16="http://schemas.microsoft.com/office/drawing/2014/main" id="{1D88CC75-00AF-65EA-0E8B-1E7A42DC9689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1337297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03">
          <a:extLst>
            <a:ext uri="{FF2B5EF4-FFF2-40B4-BE49-F238E27FC236}">
              <a16:creationId xmlns:a16="http://schemas.microsoft.com/office/drawing/2014/main" id="{19026DC0-D491-290E-496A-5A8EA24BD6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04" name="Google Shape;8404;g113ebf097b1_0_466:notes">
            <a:extLst>
              <a:ext uri="{FF2B5EF4-FFF2-40B4-BE49-F238E27FC236}">
                <a16:creationId xmlns:a16="http://schemas.microsoft.com/office/drawing/2014/main" id="{7BD31572-246E-4CF3-88B9-FE3B220D0766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05" name="Google Shape;8405;g113ebf097b1_0_466:notes">
            <a:extLst>
              <a:ext uri="{FF2B5EF4-FFF2-40B4-BE49-F238E27FC236}">
                <a16:creationId xmlns:a16="http://schemas.microsoft.com/office/drawing/2014/main" id="{41AE1ED5-DBF9-1B4A-7992-67ABCD11BC89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09772549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181">
          <a:extLst>
            <a:ext uri="{FF2B5EF4-FFF2-40B4-BE49-F238E27FC236}">
              <a16:creationId xmlns:a16="http://schemas.microsoft.com/office/drawing/2014/main" id="{01A9D0F7-EC63-61E4-3DFA-81C55572D3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2" name="Google Shape;7182;g54dda1946d_6_332:notes">
            <a:extLst>
              <a:ext uri="{FF2B5EF4-FFF2-40B4-BE49-F238E27FC236}">
                <a16:creationId xmlns:a16="http://schemas.microsoft.com/office/drawing/2014/main" id="{06F4A944-126C-0A20-7099-4D0331C0A16F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83" name="Google Shape;7183;g54dda1946d_6_332:notes">
            <a:extLst>
              <a:ext uri="{FF2B5EF4-FFF2-40B4-BE49-F238E27FC236}">
                <a16:creationId xmlns:a16="http://schemas.microsoft.com/office/drawing/2014/main" id="{CE8360EA-763D-D0A4-D871-3631B201D4EA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8702573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00">
          <a:extLst>
            <a:ext uri="{FF2B5EF4-FFF2-40B4-BE49-F238E27FC236}">
              <a16:creationId xmlns:a16="http://schemas.microsoft.com/office/drawing/2014/main" id="{C0760772-CC3D-A6D5-C798-0B5BA4324A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1" name="Google Shape;6801;g113ebf097b1_0_224:notes">
            <a:extLst>
              <a:ext uri="{FF2B5EF4-FFF2-40B4-BE49-F238E27FC236}">
                <a16:creationId xmlns:a16="http://schemas.microsoft.com/office/drawing/2014/main" id="{851CF1E9-E823-21DD-59BA-269F506EEC7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02" name="Google Shape;6802;g113ebf097b1_0_224:notes">
            <a:extLst>
              <a:ext uri="{FF2B5EF4-FFF2-40B4-BE49-F238E27FC236}">
                <a16:creationId xmlns:a16="http://schemas.microsoft.com/office/drawing/2014/main" id="{B37BD346-D7F8-93D6-D9F0-556B0BF731E6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30830705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181">
          <a:extLst>
            <a:ext uri="{FF2B5EF4-FFF2-40B4-BE49-F238E27FC236}">
              <a16:creationId xmlns:a16="http://schemas.microsoft.com/office/drawing/2014/main" id="{E3B26C05-23A2-D80B-C2E5-ED94D7E034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2" name="Google Shape;7182;g54dda1946d_6_332:notes">
            <a:extLst>
              <a:ext uri="{FF2B5EF4-FFF2-40B4-BE49-F238E27FC236}">
                <a16:creationId xmlns:a16="http://schemas.microsoft.com/office/drawing/2014/main" id="{0351D9A2-A6F5-E2F0-CA85-A562B31EDB52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83" name="Google Shape;7183;g54dda1946d_6_332:notes">
            <a:extLst>
              <a:ext uri="{FF2B5EF4-FFF2-40B4-BE49-F238E27FC236}">
                <a16:creationId xmlns:a16="http://schemas.microsoft.com/office/drawing/2014/main" id="{761A8F6A-C7F0-C8F4-6E87-9511C4E3376A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 err="1"/>
              <a:t>Grafički</a:t>
            </a:r>
            <a:r>
              <a:rPr lang="en-US" dirty="0"/>
              <a:t> </a:t>
            </a:r>
            <a:r>
              <a:rPr lang="en-US" dirty="0" err="1"/>
              <a:t>prikaz</a:t>
            </a:r>
            <a:r>
              <a:rPr lang="en-US" dirty="0"/>
              <a:t> rada?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51915607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84">
          <a:extLst>
            <a:ext uri="{FF2B5EF4-FFF2-40B4-BE49-F238E27FC236}">
              <a16:creationId xmlns:a16="http://schemas.microsoft.com/office/drawing/2014/main" id="{F8A85A54-F9E9-8B58-8746-BA462E37D7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5" name="Google Shape;8285;g113ebf097b1_0_78:notes">
            <a:extLst>
              <a:ext uri="{FF2B5EF4-FFF2-40B4-BE49-F238E27FC236}">
                <a16:creationId xmlns:a16="http://schemas.microsoft.com/office/drawing/2014/main" id="{F7C74AED-E863-FCF1-3D20-9FF0FD6A8A51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86" name="Google Shape;8286;g113ebf097b1_0_78:notes">
            <a:extLst>
              <a:ext uri="{FF2B5EF4-FFF2-40B4-BE49-F238E27FC236}">
                <a16:creationId xmlns:a16="http://schemas.microsoft.com/office/drawing/2014/main" id="{D8911DAD-983E-0F6C-4F03-F50F4C3478A1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46019728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98" name="Google Shape;7498;g54dda1946d_6_3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99" name="Google Shape;7499;g54dda1946d_6_3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9" name="Google Shape;8849;g113ebf097b1_0_8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50" name="Google Shape;8850;g113ebf097b1_0_82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userDrawn="1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162878" y="103243"/>
            <a:ext cx="8818245" cy="4937014"/>
            <a:chOff x="238125" y="857725"/>
            <a:chExt cx="7143750" cy="3999525"/>
          </a:xfrm>
        </p:grpSpPr>
        <p:sp>
          <p:nvSpPr>
            <p:cNvPr id="10" name="Google Shape;10;p2"/>
            <p:cNvSpPr/>
            <p:nvPr/>
          </p:nvSpPr>
          <p:spPr>
            <a:xfrm>
              <a:off x="3447000" y="857725"/>
              <a:ext cx="309925" cy="605300"/>
            </a:xfrm>
            <a:custGeom>
              <a:avLst/>
              <a:gdLst/>
              <a:ahLst/>
              <a:cxnLst/>
              <a:rect l="l" t="t" r="r" b="b"/>
              <a:pathLst>
                <a:path w="12397" h="24212" extrusionOk="0">
                  <a:moveTo>
                    <a:pt x="7955" y="463"/>
                  </a:moveTo>
                  <a:lnTo>
                    <a:pt x="8496" y="502"/>
                  </a:lnTo>
                  <a:lnTo>
                    <a:pt x="9037" y="618"/>
                  </a:lnTo>
                  <a:lnTo>
                    <a:pt x="9500" y="811"/>
                  </a:lnTo>
                  <a:lnTo>
                    <a:pt x="9925" y="1043"/>
                  </a:lnTo>
                  <a:lnTo>
                    <a:pt x="10311" y="1352"/>
                  </a:lnTo>
                  <a:lnTo>
                    <a:pt x="10659" y="1699"/>
                  </a:lnTo>
                  <a:lnTo>
                    <a:pt x="10967" y="2085"/>
                  </a:lnTo>
                  <a:lnTo>
                    <a:pt x="11238" y="2510"/>
                  </a:lnTo>
                  <a:lnTo>
                    <a:pt x="11469" y="2973"/>
                  </a:lnTo>
                  <a:lnTo>
                    <a:pt x="11663" y="3437"/>
                  </a:lnTo>
                  <a:lnTo>
                    <a:pt x="11778" y="3939"/>
                  </a:lnTo>
                  <a:lnTo>
                    <a:pt x="11856" y="4441"/>
                  </a:lnTo>
                  <a:lnTo>
                    <a:pt x="11894" y="4981"/>
                  </a:lnTo>
                  <a:lnTo>
                    <a:pt x="11894" y="5483"/>
                  </a:lnTo>
                  <a:lnTo>
                    <a:pt x="11817" y="5985"/>
                  </a:lnTo>
                  <a:lnTo>
                    <a:pt x="11701" y="6487"/>
                  </a:lnTo>
                  <a:lnTo>
                    <a:pt x="11547" y="6989"/>
                  </a:lnTo>
                  <a:lnTo>
                    <a:pt x="11315" y="7453"/>
                  </a:lnTo>
                  <a:lnTo>
                    <a:pt x="11083" y="7916"/>
                  </a:lnTo>
                  <a:lnTo>
                    <a:pt x="10813" y="8341"/>
                  </a:lnTo>
                  <a:lnTo>
                    <a:pt x="10504" y="8766"/>
                  </a:lnTo>
                  <a:lnTo>
                    <a:pt x="10195" y="9152"/>
                  </a:lnTo>
                  <a:lnTo>
                    <a:pt x="9848" y="9499"/>
                  </a:lnTo>
                  <a:lnTo>
                    <a:pt x="9461" y="9847"/>
                  </a:lnTo>
                  <a:lnTo>
                    <a:pt x="9037" y="10156"/>
                  </a:lnTo>
                  <a:lnTo>
                    <a:pt x="8651" y="10465"/>
                  </a:lnTo>
                  <a:lnTo>
                    <a:pt x="8187" y="10735"/>
                  </a:lnTo>
                  <a:lnTo>
                    <a:pt x="7762" y="11005"/>
                  </a:lnTo>
                  <a:lnTo>
                    <a:pt x="6836" y="11469"/>
                  </a:lnTo>
                  <a:lnTo>
                    <a:pt x="5870" y="11855"/>
                  </a:lnTo>
                  <a:lnTo>
                    <a:pt x="5677" y="11855"/>
                  </a:lnTo>
                  <a:lnTo>
                    <a:pt x="5639" y="11932"/>
                  </a:lnTo>
                  <a:lnTo>
                    <a:pt x="5600" y="11932"/>
                  </a:lnTo>
                  <a:lnTo>
                    <a:pt x="4982" y="11276"/>
                  </a:lnTo>
                  <a:lnTo>
                    <a:pt x="4442" y="10542"/>
                  </a:lnTo>
                  <a:lnTo>
                    <a:pt x="3978" y="9808"/>
                  </a:lnTo>
                  <a:lnTo>
                    <a:pt x="3746" y="9383"/>
                  </a:lnTo>
                  <a:lnTo>
                    <a:pt x="3592" y="8997"/>
                  </a:lnTo>
                  <a:lnTo>
                    <a:pt x="3438" y="8611"/>
                  </a:lnTo>
                  <a:lnTo>
                    <a:pt x="3283" y="8186"/>
                  </a:lnTo>
                  <a:lnTo>
                    <a:pt x="3167" y="7762"/>
                  </a:lnTo>
                  <a:lnTo>
                    <a:pt x="3090" y="7298"/>
                  </a:lnTo>
                  <a:lnTo>
                    <a:pt x="3051" y="6873"/>
                  </a:lnTo>
                  <a:lnTo>
                    <a:pt x="3013" y="6410"/>
                  </a:lnTo>
                  <a:lnTo>
                    <a:pt x="3051" y="5947"/>
                  </a:lnTo>
                  <a:lnTo>
                    <a:pt x="3090" y="5483"/>
                  </a:lnTo>
                  <a:lnTo>
                    <a:pt x="3167" y="5020"/>
                  </a:lnTo>
                  <a:lnTo>
                    <a:pt x="3244" y="4557"/>
                  </a:lnTo>
                  <a:lnTo>
                    <a:pt x="3399" y="4093"/>
                  </a:lnTo>
                  <a:lnTo>
                    <a:pt x="3592" y="3668"/>
                  </a:lnTo>
                  <a:lnTo>
                    <a:pt x="3785" y="3205"/>
                  </a:lnTo>
                  <a:lnTo>
                    <a:pt x="4055" y="2819"/>
                  </a:lnTo>
                  <a:lnTo>
                    <a:pt x="4326" y="2394"/>
                  </a:lnTo>
                  <a:lnTo>
                    <a:pt x="4635" y="2047"/>
                  </a:lnTo>
                  <a:lnTo>
                    <a:pt x="4944" y="1699"/>
                  </a:lnTo>
                  <a:lnTo>
                    <a:pt x="5330" y="1390"/>
                  </a:lnTo>
                  <a:lnTo>
                    <a:pt x="5716" y="1081"/>
                  </a:lnTo>
                  <a:lnTo>
                    <a:pt x="6102" y="850"/>
                  </a:lnTo>
                  <a:lnTo>
                    <a:pt x="6527" y="695"/>
                  </a:lnTo>
                  <a:lnTo>
                    <a:pt x="6990" y="541"/>
                  </a:lnTo>
                  <a:lnTo>
                    <a:pt x="7453" y="463"/>
                  </a:lnTo>
                  <a:close/>
                  <a:moveTo>
                    <a:pt x="5561" y="12279"/>
                  </a:moveTo>
                  <a:lnTo>
                    <a:pt x="5600" y="12318"/>
                  </a:lnTo>
                  <a:lnTo>
                    <a:pt x="5677" y="12357"/>
                  </a:lnTo>
                  <a:lnTo>
                    <a:pt x="5793" y="12897"/>
                  </a:lnTo>
                  <a:lnTo>
                    <a:pt x="5793" y="12897"/>
                  </a:lnTo>
                  <a:lnTo>
                    <a:pt x="5098" y="12588"/>
                  </a:lnTo>
                  <a:lnTo>
                    <a:pt x="5561" y="12279"/>
                  </a:lnTo>
                  <a:close/>
                  <a:moveTo>
                    <a:pt x="3322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3" y="13979"/>
                  </a:lnTo>
                  <a:lnTo>
                    <a:pt x="2781" y="13940"/>
                  </a:lnTo>
                  <a:lnTo>
                    <a:pt x="2511" y="13824"/>
                  </a:lnTo>
                  <a:lnTo>
                    <a:pt x="2936" y="13399"/>
                  </a:lnTo>
                  <a:lnTo>
                    <a:pt x="3322" y="12975"/>
                  </a:lnTo>
                  <a:close/>
                  <a:moveTo>
                    <a:pt x="3940" y="14326"/>
                  </a:moveTo>
                  <a:lnTo>
                    <a:pt x="5098" y="14519"/>
                  </a:lnTo>
                  <a:lnTo>
                    <a:pt x="4442" y="15485"/>
                  </a:lnTo>
                  <a:lnTo>
                    <a:pt x="4287" y="15214"/>
                  </a:lnTo>
                  <a:lnTo>
                    <a:pt x="4171" y="14944"/>
                  </a:lnTo>
                  <a:lnTo>
                    <a:pt x="4055" y="14635"/>
                  </a:lnTo>
                  <a:lnTo>
                    <a:pt x="3978" y="14365"/>
                  </a:lnTo>
                  <a:lnTo>
                    <a:pt x="3940" y="14326"/>
                  </a:lnTo>
                  <a:close/>
                  <a:moveTo>
                    <a:pt x="3746" y="14596"/>
                  </a:moveTo>
                  <a:lnTo>
                    <a:pt x="3824" y="14944"/>
                  </a:lnTo>
                  <a:lnTo>
                    <a:pt x="3978" y="15291"/>
                  </a:lnTo>
                  <a:lnTo>
                    <a:pt x="4133" y="15600"/>
                  </a:lnTo>
                  <a:lnTo>
                    <a:pt x="4287" y="15909"/>
                  </a:lnTo>
                  <a:lnTo>
                    <a:pt x="4364" y="15987"/>
                  </a:lnTo>
                  <a:lnTo>
                    <a:pt x="4055" y="16411"/>
                  </a:lnTo>
                  <a:lnTo>
                    <a:pt x="3746" y="16875"/>
                  </a:lnTo>
                  <a:lnTo>
                    <a:pt x="3592" y="16411"/>
                  </a:lnTo>
                  <a:lnTo>
                    <a:pt x="3476" y="15948"/>
                  </a:lnTo>
                  <a:lnTo>
                    <a:pt x="3476" y="15716"/>
                  </a:lnTo>
                  <a:lnTo>
                    <a:pt x="3476" y="15446"/>
                  </a:lnTo>
                  <a:lnTo>
                    <a:pt x="3515" y="15214"/>
                  </a:lnTo>
                  <a:lnTo>
                    <a:pt x="3553" y="14983"/>
                  </a:lnTo>
                  <a:lnTo>
                    <a:pt x="3746" y="14596"/>
                  </a:lnTo>
                  <a:close/>
                  <a:moveTo>
                    <a:pt x="4480" y="16334"/>
                  </a:moveTo>
                  <a:lnTo>
                    <a:pt x="4673" y="16759"/>
                  </a:lnTo>
                  <a:lnTo>
                    <a:pt x="4789" y="17222"/>
                  </a:lnTo>
                  <a:lnTo>
                    <a:pt x="4789" y="17222"/>
                  </a:lnTo>
                  <a:lnTo>
                    <a:pt x="4364" y="17106"/>
                  </a:lnTo>
                  <a:lnTo>
                    <a:pt x="3940" y="17029"/>
                  </a:lnTo>
                  <a:lnTo>
                    <a:pt x="4480" y="16334"/>
                  </a:lnTo>
                  <a:close/>
                  <a:moveTo>
                    <a:pt x="2472" y="16875"/>
                  </a:moveTo>
                  <a:lnTo>
                    <a:pt x="3399" y="17106"/>
                  </a:lnTo>
                  <a:lnTo>
                    <a:pt x="3476" y="17261"/>
                  </a:lnTo>
                  <a:lnTo>
                    <a:pt x="3322" y="17377"/>
                  </a:lnTo>
                  <a:lnTo>
                    <a:pt x="3167" y="17570"/>
                  </a:lnTo>
                  <a:lnTo>
                    <a:pt x="2897" y="17917"/>
                  </a:lnTo>
                  <a:lnTo>
                    <a:pt x="2665" y="17415"/>
                  </a:lnTo>
                  <a:lnTo>
                    <a:pt x="2472" y="16875"/>
                  </a:lnTo>
                  <a:close/>
                  <a:moveTo>
                    <a:pt x="3360" y="19732"/>
                  </a:moveTo>
                  <a:lnTo>
                    <a:pt x="4055" y="20427"/>
                  </a:lnTo>
                  <a:lnTo>
                    <a:pt x="3553" y="20659"/>
                  </a:lnTo>
                  <a:lnTo>
                    <a:pt x="3013" y="20968"/>
                  </a:lnTo>
                  <a:lnTo>
                    <a:pt x="3167" y="20350"/>
                  </a:lnTo>
                  <a:lnTo>
                    <a:pt x="3360" y="19732"/>
                  </a:lnTo>
                  <a:close/>
                  <a:moveTo>
                    <a:pt x="5677" y="20118"/>
                  </a:moveTo>
                  <a:lnTo>
                    <a:pt x="5986" y="20196"/>
                  </a:lnTo>
                  <a:lnTo>
                    <a:pt x="5716" y="20891"/>
                  </a:lnTo>
                  <a:lnTo>
                    <a:pt x="5368" y="21547"/>
                  </a:lnTo>
                  <a:lnTo>
                    <a:pt x="4673" y="20582"/>
                  </a:lnTo>
                  <a:lnTo>
                    <a:pt x="4635" y="20543"/>
                  </a:lnTo>
                  <a:lnTo>
                    <a:pt x="4673" y="20234"/>
                  </a:lnTo>
                  <a:lnTo>
                    <a:pt x="5021" y="20157"/>
                  </a:lnTo>
                  <a:lnTo>
                    <a:pt x="5330" y="20118"/>
                  </a:lnTo>
                  <a:close/>
                  <a:moveTo>
                    <a:pt x="7453" y="0"/>
                  </a:moveTo>
                  <a:lnTo>
                    <a:pt x="7067" y="39"/>
                  </a:lnTo>
                  <a:lnTo>
                    <a:pt x="6720" y="154"/>
                  </a:lnTo>
                  <a:lnTo>
                    <a:pt x="6334" y="270"/>
                  </a:lnTo>
                  <a:lnTo>
                    <a:pt x="5986" y="425"/>
                  </a:lnTo>
                  <a:lnTo>
                    <a:pt x="5639" y="579"/>
                  </a:lnTo>
                  <a:lnTo>
                    <a:pt x="5291" y="811"/>
                  </a:lnTo>
                  <a:lnTo>
                    <a:pt x="4944" y="1043"/>
                  </a:lnTo>
                  <a:lnTo>
                    <a:pt x="4635" y="1313"/>
                  </a:lnTo>
                  <a:lnTo>
                    <a:pt x="4364" y="1622"/>
                  </a:lnTo>
                  <a:lnTo>
                    <a:pt x="4094" y="1892"/>
                  </a:lnTo>
                  <a:lnTo>
                    <a:pt x="3824" y="2240"/>
                  </a:lnTo>
                  <a:lnTo>
                    <a:pt x="3592" y="2549"/>
                  </a:lnTo>
                  <a:lnTo>
                    <a:pt x="3399" y="2896"/>
                  </a:lnTo>
                  <a:lnTo>
                    <a:pt x="3206" y="3282"/>
                  </a:lnTo>
                  <a:lnTo>
                    <a:pt x="3051" y="3630"/>
                  </a:lnTo>
                  <a:lnTo>
                    <a:pt x="2897" y="4016"/>
                  </a:lnTo>
                  <a:lnTo>
                    <a:pt x="2781" y="4402"/>
                  </a:lnTo>
                  <a:lnTo>
                    <a:pt x="2704" y="4788"/>
                  </a:lnTo>
                  <a:lnTo>
                    <a:pt x="2627" y="5174"/>
                  </a:lnTo>
                  <a:lnTo>
                    <a:pt x="2588" y="5599"/>
                  </a:lnTo>
                  <a:lnTo>
                    <a:pt x="2549" y="5985"/>
                  </a:lnTo>
                  <a:lnTo>
                    <a:pt x="2549" y="6410"/>
                  </a:lnTo>
                  <a:lnTo>
                    <a:pt x="2549" y="6835"/>
                  </a:lnTo>
                  <a:lnTo>
                    <a:pt x="2665" y="7723"/>
                  </a:lnTo>
                  <a:lnTo>
                    <a:pt x="2742" y="8148"/>
                  </a:lnTo>
                  <a:lnTo>
                    <a:pt x="2858" y="8572"/>
                  </a:lnTo>
                  <a:lnTo>
                    <a:pt x="3013" y="8997"/>
                  </a:lnTo>
                  <a:lnTo>
                    <a:pt x="3167" y="9383"/>
                  </a:lnTo>
                  <a:lnTo>
                    <a:pt x="3322" y="9808"/>
                  </a:lnTo>
                  <a:lnTo>
                    <a:pt x="3553" y="10194"/>
                  </a:lnTo>
                  <a:lnTo>
                    <a:pt x="3746" y="10542"/>
                  </a:lnTo>
                  <a:lnTo>
                    <a:pt x="4017" y="10928"/>
                  </a:lnTo>
                  <a:lnTo>
                    <a:pt x="4287" y="11237"/>
                  </a:lnTo>
                  <a:lnTo>
                    <a:pt x="4596" y="11546"/>
                  </a:lnTo>
                  <a:lnTo>
                    <a:pt x="4905" y="11855"/>
                  </a:lnTo>
                  <a:lnTo>
                    <a:pt x="5252" y="12086"/>
                  </a:lnTo>
                  <a:lnTo>
                    <a:pt x="4557" y="12473"/>
                  </a:lnTo>
                  <a:lnTo>
                    <a:pt x="4480" y="12550"/>
                  </a:lnTo>
                  <a:lnTo>
                    <a:pt x="4442" y="12666"/>
                  </a:lnTo>
                  <a:lnTo>
                    <a:pt x="4480" y="12781"/>
                  </a:lnTo>
                  <a:lnTo>
                    <a:pt x="4596" y="12859"/>
                  </a:lnTo>
                  <a:lnTo>
                    <a:pt x="5021" y="13013"/>
                  </a:lnTo>
                  <a:lnTo>
                    <a:pt x="4673" y="13168"/>
                  </a:lnTo>
                  <a:lnTo>
                    <a:pt x="4403" y="13361"/>
                  </a:lnTo>
                  <a:lnTo>
                    <a:pt x="4094" y="13554"/>
                  </a:lnTo>
                  <a:lnTo>
                    <a:pt x="3862" y="13785"/>
                  </a:lnTo>
                  <a:lnTo>
                    <a:pt x="3824" y="13477"/>
                  </a:lnTo>
                  <a:lnTo>
                    <a:pt x="3746" y="13168"/>
                  </a:lnTo>
                  <a:lnTo>
                    <a:pt x="3631" y="12859"/>
                  </a:lnTo>
                  <a:lnTo>
                    <a:pt x="3515" y="12550"/>
                  </a:lnTo>
                  <a:lnTo>
                    <a:pt x="3476" y="12473"/>
                  </a:lnTo>
                  <a:lnTo>
                    <a:pt x="3360" y="12434"/>
                  </a:lnTo>
                  <a:lnTo>
                    <a:pt x="3283" y="12473"/>
                  </a:lnTo>
                  <a:lnTo>
                    <a:pt x="3206" y="12511"/>
                  </a:lnTo>
                  <a:lnTo>
                    <a:pt x="2665" y="13168"/>
                  </a:lnTo>
                  <a:lnTo>
                    <a:pt x="2086" y="13747"/>
                  </a:lnTo>
                  <a:lnTo>
                    <a:pt x="2047" y="13824"/>
                  </a:lnTo>
                  <a:lnTo>
                    <a:pt x="2009" y="13901"/>
                  </a:lnTo>
                  <a:lnTo>
                    <a:pt x="2047" y="13979"/>
                  </a:lnTo>
                  <a:lnTo>
                    <a:pt x="2086" y="14056"/>
                  </a:lnTo>
                  <a:lnTo>
                    <a:pt x="2395" y="14210"/>
                  </a:lnTo>
                  <a:lnTo>
                    <a:pt x="2742" y="14287"/>
                  </a:lnTo>
                  <a:lnTo>
                    <a:pt x="3051" y="14365"/>
                  </a:lnTo>
                  <a:lnTo>
                    <a:pt x="3399" y="14365"/>
                  </a:lnTo>
                  <a:lnTo>
                    <a:pt x="3244" y="14635"/>
                  </a:lnTo>
                  <a:lnTo>
                    <a:pt x="3129" y="14944"/>
                  </a:lnTo>
                  <a:lnTo>
                    <a:pt x="3090" y="15176"/>
                  </a:lnTo>
                  <a:lnTo>
                    <a:pt x="3051" y="15407"/>
                  </a:lnTo>
                  <a:lnTo>
                    <a:pt x="3051" y="15871"/>
                  </a:lnTo>
                  <a:lnTo>
                    <a:pt x="3129" y="16295"/>
                  </a:lnTo>
                  <a:lnTo>
                    <a:pt x="3244" y="16759"/>
                  </a:lnTo>
                  <a:lnTo>
                    <a:pt x="2781" y="16566"/>
                  </a:lnTo>
                  <a:lnTo>
                    <a:pt x="2279" y="16411"/>
                  </a:lnTo>
                  <a:lnTo>
                    <a:pt x="2202" y="16411"/>
                  </a:lnTo>
                  <a:lnTo>
                    <a:pt x="2125" y="16450"/>
                  </a:lnTo>
                  <a:lnTo>
                    <a:pt x="2047" y="16527"/>
                  </a:lnTo>
                  <a:lnTo>
                    <a:pt x="2047" y="16643"/>
                  </a:lnTo>
                  <a:lnTo>
                    <a:pt x="2163" y="17106"/>
                  </a:lnTo>
                  <a:lnTo>
                    <a:pt x="2279" y="17531"/>
                  </a:lnTo>
                  <a:lnTo>
                    <a:pt x="2472" y="17956"/>
                  </a:lnTo>
                  <a:lnTo>
                    <a:pt x="2704" y="18381"/>
                  </a:lnTo>
                  <a:lnTo>
                    <a:pt x="2781" y="18458"/>
                  </a:lnTo>
                  <a:lnTo>
                    <a:pt x="2858" y="18496"/>
                  </a:lnTo>
                  <a:lnTo>
                    <a:pt x="2936" y="18458"/>
                  </a:lnTo>
                  <a:lnTo>
                    <a:pt x="3013" y="18381"/>
                  </a:lnTo>
                  <a:lnTo>
                    <a:pt x="3322" y="18033"/>
                  </a:lnTo>
                  <a:lnTo>
                    <a:pt x="3515" y="17801"/>
                  </a:lnTo>
                  <a:lnTo>
                    <a:pt x="3631" y="17608"/>
                  </a:lnTo>
                  <a:lnTo>
                    <a:pt x="3708" y="17763"/>
                  </a:lnTo>
                  <a:lnTo>
                    <a:pt x="3978" y="18342"/>
                  </a:lnTo>
                  <a:lnTo>
                    <a:pt x="4133" y="18960"/>
                  </a:lnTo>
                  <a:lnTo>
                    <a:pt x="4248" y="19539"/>
                  </a:lnTo>
                  <a:lnTo>
                    <a:pt x="4248" y="20157"/>
                  </a:lnTo>
                  <a:lnTo>
                    <a:pt x="3438" y="19307"/>
                  </a:lnTo>
                  <a:lnTo>
                    <a:pt x="3399" y="19269"/>
                  </a:lnTo>
                  <a:lnTo>
                    <a:pt x="3206" y="19269"/>
                  </a:lnTo>
                  <a:lnTo>
                    <a:pt x="3167" y="19346"/>
                  </a:lnTo>
                  <a:lnTo>
                    <a:pt x="2974" y="19809"/>
                  </a:lnTo>
                  <a:lnTo>
                    <a:pt x="2781" y="20273"/>
                  </a:lnTo>
                  <a:lnTo>
                    <a:pt x="2665" y="20775"/>
                  </a:lnTo>
                  <a:lnTo>
                    <a:pt x="2627" y="21315"/>
                  </a:lnTo>
                  <a:lnTo>
                    <a:pt x="2627" y="21393"/>
                  </a:lnTo>
                  <a:lnTo>
                    <a:pt x="2704" y="21470"/>
                  </a:lnTo>
                  <a:lnTo>
                    <a:pt x="2781" y="21508"/>
                  </a:lnTo>
                  <a:lnTo>
                    <a:pt x="2897" y="21470"/>
                  </a:lnTo>
                  <a:lnTo>
                    <a:pt x="3515" y="21161"/>
                  </a:lnTo>
                  <a:lnTo>
                    <a:pt x="4171" y="20775"/>
                  </a:lnTo>
                  <a:lnTo>
                    <a:pt x="4055" y="21161"/>
                  </a:lnTo>
                  <a:lnTo>
                    <a:pt x="3901" y="21547"/>
                  </a:lnTo>
                  <a:lnTo>
                    <a:pt x="3669" y="22049"/>
                  </a:lnTo>
                  <a:lnTo>
                    <a:pt x="3322" y="22551"/>
                  </a:lnTo>
                  <a:lnTo>
                    <a:pt x="2897" y="23014"/>
                  </a:lnTo>
                  <a:lnTo>
                    <a:pt x="2627" y="23246"/>
                  </a:lnTo>
                  <a:lnTo>
                    <a:pt x="2395" y="23401"/>
                  </a:lnTo>
                  <a:lnTo>
                    <a:pt x="2125" y="23594"/>
                  </a:lnTo>
                  <a:lnTo>
                    <a:pt x="1854" y="23709"/>
                  </a:lnTo>
                  <a:lnTo>
                    <a:pt x="1584" y="23787"/>
                  </a:lnTo>
                  <a:lnTo>
                    <a:pt x="1314" y="23787"/>
                  </a:lnTo>
                  <a:lnTo>
                    <a:pt x="1082" y="23748"/>
                  </a:lnTo>
                  <a:lnTo>
                    <a:pt x="812" y="23671"/>
                  </a:lnTo>
                  <a:lnTo>
                    <a:pt x="541" y="23516"/>
                  </a:lnTo>
                  <a:lnTo>
                    <a:pt x="310" y="23285"/>
                  </a:lnTo>
                  <a:lnTo>
                    <a:pt x="233" y="23246"/>
                  </a:lnTo>
                  <a:lnTo>
                    <a:pt x="78" y="23246"/>
                  </a:lnTo>
                  <a:lnTo>
                    <a:pt x="39" y="23362"/>
                  </a:lnTo>
                  <a:lnTo>
                    <a:pt x="1" y="23401"/>
                  </a:lnTo>
                  <a:lnTo>
                    <a:pt x="39" y="23478"/>
                  </a:lnTo>
                  <a:lnTo>
                    <a:pt x="155" y="23632"/>
                  </a:lnTo>
                  <a:lnTo>
                    <a:pt x="271" y="23787"/>
                  </a:lnTo>
                  <a:lnTo>
                    <a:pt x="387" y="23903"/>
                  </a:lnTo>
                  <a:lnTo>
                    <a:pt x="541" y="24018"/>
                  </a:lnTo>
                  <a:lnTo>
                    <a:pt x="696" y="24096"/>
                  </a:lnTo>
                  <a:lnTo>
                    <a:pt x="889" y="24134"/>
                  </a:lnTo>
                  <a:lnTo>
                    <a:pt x="1236" y="24211"/>
                  </a:lnTo>
                  <a:lnTo>
                    <a:pt x="1584" y="24173"/>
                  </a:lnTo>
                  <a:lnTo>
                    <a:pt x="1970" y="24096"/>
                  </a:lnTo>
                  <a:lnTo>
                    <a:pt x="2318" y="23941"/>
                  </a:lnTo>
                  <a:lnTo>
                    <a:pt x="2665" y="23748"/>
                  </a:lnTo>
                  <a:lnTo>
                    <a:pt x="3013" y="23478"/>
                  </a:lnTo>
                  <a:lnTo>
                    <a:pt x="3322" y="23207"/>
                  </a:lnTo>
                  <a:lnTo>
                    <a:pt x="3631" y="22860"/>
                  </a:lnTo>
                  <a:lnTo>
                    <a:pt x="3901" y="22512"/>
                  </a:lnTo>
                  <a:lnTo>
                    <a:pt x="4133" y="22126"/>
                  </a:lnTo>
                  <a:lnTo>
                    <a:pt x="4326" y="21702"/>
                  </a:lnTo>
                  <a:lnTo>
                    <a:pt x="4480" y="21315"/>
                  </a:lnTo>
                  <a:lnTo>
                    <a:pt x="4596" y="20852"/>
                  </a:lnTo>
                  <a:lnTo>
                    <a:pt x="5214" y="21972"/>
                  </a:lnTo>
                  <a:lnTo>
                    <a:pt x="5291" y="22049"/>
                  </a:lnTo>
                  <a:lnTo>
                    <a:pt x="5368" y="22088"/>
                  </a:lnTo>
                  <a:lnTo>
                    <a:pt x="5446" y="22049"/>
                  </a:lnTo>
                  <a:lnTo>
                    <a:pt x="5523" y="22010"/>
                  </a:lnTo>
                  <a:lnTo>
                    <a:pt x="5793" y="21547"/>
                  </a:lnTo>
                  <a:lnTo>
                    <a:pt x="6025" y="21084"/>
                  </a:lnTo>
                  <a:lnTo>
                    <a:pt x="6411" y="20118"/>
                  </a:lnTo>
                  <a:lnTo>
                    <a:pt x="6411" y="20041"/>
                  </a:lnTo>
                  <a:lnTo>
                    <a:pt x="6411" y="19964"/>
                  </a:lnTo>
                  <a:lnTo>
                    <a:pt x="6372" y="19925"/>
                  </a:lnTo>
                  <a:lnTo>
                    <a:pt x="6295" y="19887"/>
                  </a:lnTo>
                  <a:lnTo>
                    <a:pt x="5909" y="19771"/>
                  </a:lnTo>
                  <a:lnTo>
                    <a:pt x="5484" y="19732"/>
                  </a:lnTo>
                  <a:lnTo>
                    <a:pt x="5098" y="19732"/>
                  </a:lnTo>
                  <a:lnTo>
                    <a:pt x="4673" y="19848"/>
                  </a:lnTo>
                  <a:lnTo>
                    <a:pt x="4635" y="19230"/>
                  </a:lnTo>
                  <a:lnTo>
                    <a:pt x="4519" y="18651"/>
                  </a:lnTo>
                  <a:lnTo>
                    <a:pt x="4287" y="18033"/>
                  </a:lnTo>
                  <a:lnTo>
                    <a:pt x="4055" y="17454"/>
                  </a:lnTo>
                  <a:lnTo>
                    <a:pt x="4055" y="17454"/>
                  </a:lnTo>
                  <a:lnTo>
                    <a:pt x="4519" y="17531"/>
                  </a:lnTo>
                  <a:lnTo>
                    <a:pt x="4982" y="17608"/>
                  </a:lnTo>
                  <a:lnTo>
                    <a:pt x="5059" y="17608"/>
                  </a:lnTo>
                  <a:lnTo>
                    <a:pt x="5098" y="17531"/>
                  </a:lnTo>
                  <a:lnTo>
                    <a:pt x="5137" y="17492"/>
                  </a:lnTo>
                  <a:lnTo>
                    <a:pt x="5137" y="17377"/>
                  </a:lnTo>
                  <a:lnTo>
                    <a:pt x="5098" y="17029"/>
                  </a:lnTo>
                  <a:lnTo>
                    <a:pt x="4982" y="16643"/>
                  </a:lnTo>
                  <a:lnTo>
                    <a:pt x="4828" y="16295"/>
                  </a:lnTo>
                  <a:lnTo>
                    <a:pt x="4673" y="15987"/>
                  </a:lnTo>
                  <a:lnTo>
                    <a:pt x="4596" y="15909"/>
                  </a:lnTo>
                  <a:lnTo>
                    <a:pt x="4635" y="15909"/>
                  </a:lnTo>
                  <a:lnTo>
                    <a:pt x="5600" y="14481"/>
                  </a:lnTo>
                  <a:lnTo>
                    <a:pt x="5639" y="14365"/>
                  </a:lnTo>
                  <a:lnTo>
                    <a:pt x="5600" y="14287"/>
                  </a:lnTo>
                  <a:lnTo>
                    <a:pt x="5561" y="14210"/>
                  </a:lnTo>
                  <a:lnTo>
                    <a:pt x="5446" y="14172"/>
                  </a:lnTo>
                  <a:lnTo>
                    <a:pt x="4210" y="13979"/>
                  </a:lnTo>
                  <a:lnTo>
                    <a:pt x="4480" y="13747"/>
                  </a:lnTo>
                  <a:lnTo>
                    <a:pt x="4789" y="13554"/>
                  </a:lnTo>
                  <a:lnTo>
                    <a:pt x="5098" y="13361"/>
                  </a:lnTo>
                  <a:lnTo>
                    <a:pt x="5407" y="13168"/>
                  </a:lnTo>
                  <a:lnTo>
                    <a:pt x="6025" y="13399"/>
                  </a:lnTo>
                  <a:lnTo>
                    <a:pt x="6141" y="13438"/>
                  </a:lnTo>
                  <a:lnTo>
                    <a:pt x="6218" y="13361"/>
                  </a:lnTo>
                  <a:lnTo>
                    <a:pt x="6256" y="13283"/>
                  </a:lnTo>
                  <a:lnTo>
                    <a:pt x="6295" y="13168"/>
                  </a:lnTo>
                  <a:lnTo>
                    <a:pt x="6179" y="12704"/>
                  </a:lnTo>
                  <a:lnTo>
                    <a:pt x="6063" y="12241"/>
                  </a:lnTo>
                  <a:lnTo>
                    <a:pt x="6913" y="11932"/>
                  </a:lnTo>
                  <a:lnTo>
                    <a:pt x="7724" y="11584"/>
                  </a:lnTo>
                  <a:lnTo>
                    <a:pt x="8535" y="11121"/>
                  </a:lnTo>
                  <a:lnTo>
                    <a:pt x="9268" y="10619"/>
                  </a:lnTo>
                  <a:lnTo>
                    <a:pt x="9963" y="10078"/>
                  </a:lnTo>
                  <a:lnTo>
                    <a:pt x="10311" y="9770"/>
                  </a:lnTo>
                  <a:lnTo>
                    <a:pt x="10620" y="9422"/>
                  </a:lnTo>
                  <a:lnTo>
                    <a:pt x="10890" y="9074"/>
                  </a:lnTo>
                  <a:lnTo>
                    <a:pt x="11161" y="8727"/>
                  </a:lnTo>
                  <a:lnTo>
                    <a:pt x="11392" y="8341"/>
                  </a:lnTo>
                  <a:lnTo>
                    <a:pt x="11624" y="7955"/>
                  </a:lnTo>
                  <a:lnTo>
                    <a:pt x="11817" y="7568"/>
                  </a:lnTo>
                  <a:lnTo>
                    <a:pt x="11971" y="7182"/>
                  </a:lnTo>
                  <a:lnTo>
                    <a:pt x="12126" y="6758"/>
                  </a:lnTo>
                  <a:lnTo>
                    <a:pt x="12242" y="6333"/>
                  </a:lnTo>
                  <a:lnTo>
                    <a:pt x="12319" y="5947"/>
                  </a:lnTo>
                  <a:lnTo>
                    <a:pt x="12358" y="5522"/>
                  </a:lnTo>
                  <a:lnTo>
                    <a:pt x="12396" y="5097"/>
                  </a:lnTo>
                  <a:lnTo>
                    <a:pt x="12396" y="4672"/>
                  </a:lnTo>
                  <a:lnTo>
                    <a:pt x="12358" y="4248"/>
                  </a:lnTo>
                  <a:lnTo>
                    <a:pt x="12280" y="3823"/>
                  </a:lnTo>
                  <a:lnTo>
                    <a:pt x="12203" y="3437"/>
                  </a:lnTo>
                  <a:lnTo>
                    <a:pt x="12049" y="3051"/>
                  </a:lnTo>
                  <a:lnTo>
                    <a:pt x="11894" y="2664"/>
                  </a:lnTo>
                  <a:lnTo>
                    <a:pt x="11701" y="2278"/>
                  </a:lnTo>
                  <a:lnTo>
                    <a:pt x="11469" y="1892"/>
                  </a:lnTo>
                  <a:lnTo>
                    <a:pt x="11161" y="1545"/>
                  </a:lnTo>
                  <a:lnTo>
                    <a:pt x="10890" y="1274"/>
                  </a:lnTo>
                  <a:lnTo>
                    <a:pt x="10620" y="1004"/>
                  </a:lnTo>
                  <a:lnTo>
                    <a:pt x="10311" y="772"/>
                  </a:lnTo>
                  <a:lnTo>
                    <a:pt x="9963" y="579"/>
                  </a:lnTo>
                  <a:lnTo>
                    <a:pt x="9655" y="386"/>
                  </a:lnTo>
                  <a:lnTo>
                    <a:pt x="9307" y="232"/>
                  </a:lnTo>
                  <a:lnTo>
                    <a:pt x="8921" y="116"/>
                  </a:lnTo>
                  <a:lnTo>
                    <a:pt x="8573" y="39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5860425" y="885700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9" y="310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3"/>
                  </a:lnTo>
                  <a:lnTo>
                    <a:pt x="7299" y="503"/>
                  </a:lnTo>
                  <a:lnTo>
                    <a:pt x="7454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4"/>
                  </a:lnTo>
                  <a:lnTo>
                    <a:pt x="6295" y="4944"/>
                  </a:lnTo>
                  <a:lnTo>
                    <a:pt x="6218" y="3978"/>
                  </a:lnTo>
                  <a:lnTo>
                    <a:pt x="6141" y="2974"/>
                  </a:lnTo>
                  <a:lnTo>
                    <a:pt x="6141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5"/>
                  </a:lnTo>
                  <a:lnTo>
                    <a:pt x="6450" y="503"/>
                  </a:lnTo>
                  <a:lnTo>
                    <a:pt x="6527" y="426"/>
                  </a:lnTo>
                  <a:lnTo>
                    <a:pt x="6643" y="348"/>
                  </a:lnTo>
                  <a:lnTo>
                    <a:pt x="6759" y="310"/>
                  </a:lnTo>
                  <a:close/>
                  <a:moveTo>
                    <a:pt x="11972" y="4712"/>
                  </a:moveTo>
                  <a:lnTo>
                    <a:pt x="12087" y="4750"/>
                  </a:lnTo>
                  <a:lnTo>
                    <a:pt x="12165" y="4828"/>
                  </a:lnTo>
                  <a:lnTo>
                    <a:pt x="12281" y="4905"/>
                  </a:lnTo>
                  <a:lnTo>
                    <a:pt x="12319" y="4982"/>
                  </a:lnTo>
                  <a:lnTo>
                    <a:pt x="12396" y="5137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2"/>
                  </a:lnTo>
                  <a:lnTo>
                    <a:pt x="10041" y="5832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9" y="5252"/>
                  </a:lnTo>
                  <a:lnTo>
                    <a:pt x="7956" y="5021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9" y="4750"/>
                  </a:lnTo>
                  <a:lnTo>
                    <a:pt x="11354" y="4712"/>
                  </a:lnTo>
                  <a:close/>
                  <a:moveTo>
                    <a:pt x="5639" y="5754"/>
                  </a:moveTo>
                  <a:lnTo>
                    <a:pt x="4558" y="6449"/>
                  </a:lnTo>
                  <a:lnTo>
                    <a:pt x="3438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30" y="7917"/>
                  </a:lnTo>
                  <a:lnTo>
                    <a:pt x="1121" y="7955"/>
                  </a:lnTo>
                  <a:lnTo>
                    <a:pt x="928" y="7917"/>
                  </a:lnTo>
                  <a:lnTo>
                    <a:pt x="851" y="7878"/>
                  </a:lnTo>
                  <a:lnTo>
                    <a:pt x="773" y="7801"/>
                  </a:lnTo>
                  <a:lnTo>
                    <a:pt x="735" y="7685"/>
                  </a:lnTo>
                  <a:lnTo>
                    <a:pt x="696" y="7531"/>
                  </a:lnTo>
                  <a:lnTo>
                    <a:pt x="696" y="7376"/>
                  </a:lnTo>
                  <a:lnTo>
                    <a:pt x="696" y="7222"/>
                  </a:lnTo>
                  <a:lnTo>
                    <a:pt x="735" y="7145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3"/>
                  </a:lnTo>
                  <a:lnTo>
                    <a:pt x="2743" y="6449"/>
                  </a:lnTo>
                  <a:lnTo>
                    <a:pt x="3592" y="6295"/>
                  </a:lnTo>
                  <a:lnTo>
                    <a:pt x="4635" y="6063"/>
                  </a:lnTo>
                  <a:lnTo>
                    <a:pt x="5137" y="5909"/>
                  </a:lnTo>
                  <a:lnTo>
                    <a:pt x="5639" y="5754"/>
                  </a:lnTo>
                  <a:close/>
                  <a:moveTo>
                    <a:pt x="6952" y="1"/>
                  </a:moveTo>
                  <a:lnTo>
                    <a:pt x="6720" y="39"/>
                  </a:lnTo>
                  <a:lnTo>
                    <a:pt x="6527" y="117"/>
                  </a:lnTo>
                  <a:lnTo>
                    <a:pt x="6334" y="233"/>
                  </a:lnTo>
                  <a:lnTo>
                    <a:pt x="6141" y="426"/>
                  </a:lnTo>
                  <a:lnTo>
                    <a:pt x="5986" y="619"/>
                  </a:lnTo>
                  <a:lnTo>
                    <a:pt x="5909" y="812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2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4" y="5021"/>
                  </a:lnTo>
                  <a:lnTo>
                    <a:pt x="6025" y="5137"/>
                  </a:lnTo>
                  <a:lnTo>
                    <a:pt x="6064" y="5252"/>
                  </a:lnTo>
                  <a:lnTo>
                    <a:pt x="5523" y="5446"/>
                  </a:lnTo>
                  <a:lnTo>
                    <a:pt x="4982" y="5561"/>
                  </a:lnTo>
                  <a:lnTo>
                    <a:pt x="3940" y="5832"/>
                  </a:lnTo>
                  <a:lnTo>
                    <a:pt x="2858" y="6025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1" y="6643"/>
                  </a:lnTo>
                  <a:lnTo>
                    <a:pt x="503" y="6836"/>
                  </a:lnTo>
                  <a:lnTo>
                    <a:pt x="233" y="7029"/>
                  </a:lnTo>
                  <a:lnTo>
                    <a:pt x="117" y="7145"/>
                  </a:lnTo>
                  <a:lnTo>
                    <a:pt x="40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40" y="7724"/>
                  </a:lnTo>
                  <a:lnTo>
                    <a:pt x="117" y="7917"/>
                  </a:lnTo>
                  <a:lnTo>
                    <a:pt x="233" y="8033"/>
                  </a:lnTo>
                  <a:lnTo>
                    <a:pt x="349" y="8149"/>
                  </a:lnTo>
                  <a:lnTo>
                    <a:pt x="503" y="8226"/>
                  </a:lnTo>
                  <a:lnTo>
                    <a:pt x="619" y="8264"/>
                  </a:lnTo>
                  <a:lnTo>
                    <a:pt x="928" y="8342"/>
                  </a:lnTo>
                  <a:lnTo>
                    <a:pt x="1275" y="8342"/>
                  </a:lnTo>
                  <a:lnTo>
                    <a:pt x="1623" y="8303"/>
                  </a:lnTo>
                  <a:lnTo>
                    <a:pt x="1932" y="8187"/>
                  </a:lnTo>
                  <a:lnTo>
                    <a:pt x="2550" y="7994"/>
                  </a:lnTo>
                  <a:lnTo>
                    <a:pt x="3554" y="7531"/>
                  </a:lnTo>
                  <a:lnTo>
                    <a:pt x="4519" y="6990"/>
                  </a:lnTo>
                  <a:lnTo>
                    <a:pt x="5446" y="6372"/>
                  </a:lnTo>
                  <a:lnTo>
                    <a:pt x="5909" y="6063"/>
                  </a:lnTo>
                  <a:lnTo>
                    <a:pt x="6334" y="5716"/>
                  </a:lnTo>
                  <a:lnTo>
                    <a:pt x="6527" y="6102"/>
                  </a:lnTo>
                  <a:lnTo>
                    <a:pt x="6643" y="6295"/>
                  </a:lnTo>
                  <a:lnTo>
                    <a:pt x="6759" y="6449"/>
                  </a:lnTo>
                  <a:lnTo>
                    <a:pt x="7029" y="6372"/>
                  </a:lnTo>
                  <a:lnTo>
                    <a:pt x="7029" y="6334"/>
                  </a:lnTo>
                  <a:lnTo>
                    <a:pt x="6836" y="5986"/>
                  </a:lnTo>
                  <a:lnTo>
                    <a:pt x="6759" y="5832"/>
                  </a:lnTo>
                  <a:lnTo>
                    <a:pt x="6720" y="5639"/>
                  </a:lnTo>
                  <a:lnTo>
                    <a:pt x="6720" y="5561"/>
                  </a:lnTo>
                  <a:lnTo>
                    <a:pt x="7569" y="5832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8"/>
                  </a:lnTo>
                  <a:lnTo>
                    <a:pt x="11006" y="6218"/>
                  </a:lnTo>
                  <a:lnTo>
                    <a:pt x="11470" y="6179"/>
                  </a:lnTo>
                  <a:lnTo>
                    <a:pt x="11933" y="6141"/>
                  </a:lnTo>
                  <a:lnTo>
                    <a:pt x="12358" y="5986"/>
                  </a:lnTo>
                  <a:lnTo>
                    <a:pt x="12512" y="5909"/>
                  </a:lnTo>
                  <a:lnTo>
                    <a:pt x="12667" y="5793"/>
                  </a:lnTo>
                  <a:lnTo>
                    <a:pt x="12821" y="5677"/>
                  </a:lnTo>
                  <a:lnTo>
                    <a:pt x="12898" y="5523"/>
                  </a:lnTo>
                  <a:lnTo>
                    <a:pt x="12976" y="5368"/>
                  </a:lnTo>
                  <a:lnTo>
                    <a:pt x="12976" y="5175"/>
                  </a:lnTo>
                  <a:lnTo>
                    <a:pt x="12976" y="4982"/>
                  </a:lnTo>
                  <a:lnTo>
                    <a:pt x="12898" y="4828"/>
                  </a:lnTo>
                  <a:lnTo>
                    <a:pt x="12821" y="4712"/>
                  </a:lnTo>
                  <a:lnTo>
                    <a:pt x="12744" y="4635"/>
                  </a:lnTo>
                  <a:lnTo>
                    <a:pt x="12628" y="4519"/>
                  </a:lnTo>
                  <a:lnTo>
                    <a:pt x="12474" y="4480"/>
                  </a:lnTo>
                  <a:lnTo>
                    <a:pt x="12165" y="4364"/>
                  </a:lnTo>
                  <a:lnTo>
                    <a:pt x="11817" y="4326"/>
                  </a:lnTo>
                  <a:lnTo>
                    <a:pt x="11470" y="4326"/>
                  </a:lnTo>
                  <a:lnTo>
                    <a:pt x="10890" y="4364"/>
                  </a:lnTo>
                  <a:lnTo>
                    <a:pt x="9848" y="4403"/>
                  </a:lnTo>
                  <a:lnTo>
                    <a:pt x="8844" y="4480"/>
                  </a:lnTo>
                  <a:lnTo>
                    <a:pt x="7840" y="4635"/>
                  </a:lnTo>
                  <a:lnTo>
                    <a:pt x="6836" y="4828"/>
                  </a:lnTo>
                  <a:lnTo>
                    <a:pt x="7376" y="3476"/>
                  </a:lnTo>
                  <a:lnTo>
                    <a:pt x="7647" y="2742"/>
                  </a:lnTo>
                  <a:lnTo>
                    <a:pt x="7840" y="2047"/>
                  </a:lnTo>
                  <a:lnTo>
                    <a:pt x="7917" y="1816"/>
                  </a:lnTo>
                  <a:lnTo>
                    <a:pt x="7917" y="1545"/>
                  </a:lnTo>
                  <a:lnTo>
                    <a:pt x="7917" y="1314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9"/>
                  </a:lnTo>
                  <a:lnTo>
                    <a:pt x="7531" y="426"/>
                  </a:lnTo>
                  <a:lnTo>
                    <a:pt x="7338" y="271"/>
                  </a:lnTo>
                  <a:lnTo>
                    <a:pt x="7261" y="155"/>
                  </a:lnTo>
                  <a:lnTo>
                    <a:pt x="7145" y="78"/>
                  </a:lnTo>
                  <a:lnTo>
                    <a:pt x="695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6760175" y="920450"/>
              <a:ext cx="375550" cy="387150"/>
            </a:xfrm>
            <a:custGeom>
              <a:avLst/>
              <a:gdLst/>
              <a:ahLst/>
              <a:cxnLst/>
              <a:rect l="l" t="t" r="r" b="b"/>
              <a:pathLst>
                <a:path w="15022" h="15486" extrusionOk="0">
                  <a:moveTo>
                    <a:pt x="7491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2" y="850"/>
                  </a:lnTo>
                  <a:lnTo>
                    <a:pt x="10194" y="1044"/>
                  </a:lnTo>
                  <a:lnTo>
                    <a:pt x="10696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79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79" y="9230"/>
                  </a:lnTo>
                  <a:lnTo>
                    <a:pt x="4170" y="10041"/>
                  </a:lnTo>
                  <a:lnTo>
                    <a:pt x="3977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91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8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91" y="503"/>
                  </a:lnTo>
                  <a:close/>
                  <a:moveTo>
                    <a:pt x="11971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52" y="3206"/>
                  </a:lnTo>
                  <a:lnTo>
                    <a:pt x="13322" y="3669"/>
                  </a:lnTo>
                  <a:lnTo>
                    <a:pt x="13592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7" y="6797"/>
                  </a:lnTo>
                  <a:lnTo>
                    <a:pt x="12164" y="6952"/>
                  </a:lnTo>
                  <a:lnTo>
                    <a:pt x="11391" y="7145"/>
                  </a:lnTo>
                  <a:lnTo>
                    <a:pt x="10658" y="7415"/>
                  </a:lnTo>
                  <a:lnTo>
                    <a:pt x="9963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7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7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1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0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719" y="12667"/>
                  </a:lnTo>
                  <a:lnTo>
                    <a:pt x="6178" y="12782"/>
                  </a:lnTo>
                  <a:lnTo>
                    <a:pt x="5676" y="12937"/>
                  </a:lnTo>
                  <a:lnTo>
                    <a:pt x="5174" y="13130"/>
                  </a:lnTo>
                  <a:lnTo>
                    <a:pt x="4672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69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4" y="4519"/>
                  </a:lnTo>
                  <a:lnTo>
                    <a:pt x="2471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80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6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58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0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8"/>
                  </a:lnTo>
                  <a:lnTo>
                    <a:pt x="3244" y="13439"/>
                  </a:lnTo>
                  <a:lnTo>
                    <a:pt x="3166" y="13439"/>
                  </a:lnTo>
                  <a:lnTo>
                    <a:pt x="3051" y="13478"/>
                  </a:lnTo>
                  <a:lnTo>
                    <a:pt x="2973" y="13516"/>
                  </a:lnTo>
                  <a:lnTo>
                    <a:pt x="3051" y="13362"/>
                  </a:lnTo>
                  <a:lnTo>
                    <a:pt x="3166" y="13207"/>
                  </a:lnTo>
                  <a:lnTo>
                    <a:pt x="3321" y="13130"/>
                  </a:lnTo>
                  <a:lnTo>
                    <a:pt x="3475" y="13014"/>
                  </a:lnTo>
                  <a:lnTo>
                    <a:pt x="3668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0" y="13362"/>
                  </a:lnTo>
                  <a:lnTo>
                    <a:pt x="11893" y="13478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7" y="14983"/>
                  </a:lnTo>
                  <a:lnTo>
                    <a:pt x="7375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3" y="14636"/>
                  </a:lnTo>
                  <a:lnTo>
                    <a:pt x="5020" y="14482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50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6" y="12860"/>
                  </a:lnTo>
                  <a:close/>
                  <a:moveTo>
                    <a:pt x="7607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84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5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9"/>
                  </a:lnTo>
                  <a:lnTo>
                    <a:pt x="270" y="9925"/>
                  </a:lnTo>
                  <a:lnTo>
                    <a:pt x="463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6" y="14134"/>
                  </a:lnTo>
                  <a:lnTo>
                    <a:pt x="3475" y="14327"/>
                  </a:lnTo>
                  <a:lnTo>
                    <a:pt x="3784" y="14520"/>
                  </a:lnTo>
                  <a:lnTo>
                    <a:pt x="4132" y="14597"/>
                  </a:lnTo>
                  <a:lnTo>
                    <a:pt x="4557" y="14829"/>
                  </a:lnTo>
                  <a:lnTo>
                    <a:pt x="4981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98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8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1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5" y="8882"/>
                  </a:lnTo>
                  <a:lnTo>
                    <a:pt x="14983" y="8303"/>
                  </a:lnTo>
                  <a:lnTo>
                    <a:pt x="15021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3" y="233"/>
                  </a:lnTo>
                  <a:lnTo>
                    <a:pt x="8766" y="117"/>
                  </a:lnTo>
                  <a:lnTo>
                    <a:pt x="8186" y="40"/>
                  </a:lnTo>
                  <a:lnTo>
                    <a:pt x="76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1177425" y="95232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8"/>
                  </a:lnTo>
                  <a:lnTo>
                    <a:pt x="23787" y="2124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47"/>
                  </a:lnTo>
                  <a:lnTo>
                    <a:pt x="23092" y="1931"/>
                  </a:lnTo>
                  <a:lnTo>
                    <a:pt x="23015" y="1815"/>
                  </a:lnTo>
                  <a:lnTo>
                    <a:pt x="22976" y="1622"/>
                  </a:lnTo>
                  <a:lnTo>
                    <a:pt x="22976" y="1429"/>
                  </a:lnTo>
                  <a:lnTo>
                    <a:pt x="23053" y="1236"/>
                  </a:lnTo>
                  <a:lnTo>
                    <a:pt x="23169" y="1081"/>
                  </a:lnTo>
                  <a:lnTo>
                    <a:pt x="23285" y="966"/>
                  </a:lnTo>
                  <a:close/>
                  <a:moveTo>
                    <a:pt x="24096" y="2394"/>
                  </a:moveTo>
                  <a:lnTo>
                    <a:pt x="24212" y="2742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784"/>
                  </a:lnTo>
                  <a:lnTo>
                    <a:pt x="24173" y="3707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3"/>
                  </a:lnTo>
                  <a:lnTo>
                    <a:pt x="23710" y="3128"/>
                  </a:lnTo>
                  <a:lnTo>
                    <a:pt x="23710" y="2896"/>
                  </a:lnTo>
                  <a:lnTo>
                    <a:pt x="23787" y="2703"/>
                  </a:lnTo>
                  <a:lnTo>
                    <a:pt x="23941" y="2549"/>
                  </a:lnTo>
                  <a:lnTo>
                    <a:pt x="24096" y="2394"/>
                  </a:lnTo>
                  <a:close/>
                  <a:moveTo>
                    <a:pt x="16180" y="4943"/>
                  </a:moveTo>
                  <a:lnTo>
                    <a:pt x="16296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66" y="5252"/>
                  </a:lnTo>
                  <a:lnTo>
                    <a:pt x="16566" y="5406"/>
                  </a:lnTo>
                  <a:lnTo>
                    <a:pt x="16296" y="5406"/>
                  </a:lnTo>
                  <a:lnTo>
                    <a:pt x="15678" y="5479"/>
                  </a:lnTo>
                  <a:lnTo>
                    <a:pt x="15678" y="5479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94" y="5136"/>
                  </a:lnTo>
                  <a:lnTo>
                    <a:pt x="15871" y="5059"/>
                  </a:lnTo>
                  <a:lnTo>
                    <a:pt x="15948" y="5020"/>
                  </a:lnTo>
                  <a:lnTo>
                    <a:pt x="16064" y="4943"/>
                  </a:lnTo>
                  <a:close/>
                  <a:moveTo>
                    <a:pt x="24443" y="4209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484"/>
                  </a:lnTo>
                  <a:lnTo>
                    <a:pt x="24057" y="5406"/>
                  </a:lnTo>
                  <a:lnTo>
                    <a:pt x="23903" y="5252"/>
                  </a:lnTo>
                  <a:lnTo>
                    <a:pt x="23826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903" y="4595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09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04"/>
                  </a:lnTo>
                  <a:lnTo>
                    <a:pt x="17995" y="4982"/>
                  </a:lnTo>
                  <a:lnTo>
                    <a:pt x="18111" y="5175"/>
                  </a:lnTo>
                  <a:lnTo>
                    <a:pt x="18149" y="5406"/>
                  </a:lnTo>
                  <a:lnTo>
                    <a:pt x="18072" y="5599"/>
                  </a:lnTo>
                  <a:lnTo>
                    <a:pt x="17570" y="5484"/>
                  </a:lnTo>
                  <a:lnTo>
                    <a:pt x="17029" y="5406"/>
                  </a:lnTo>
                  <a:lnTo>
                    <a:pt x="17068" y="5290"/>
                  </a:lnTo>
                  <a:lnTo>
                    <a:pt x="17107" y="5136"/>
                  </a:lnTo>
                  <a:lnTo>
                    <a:pt x="17184" y="5020"/>
                  </a:lnTo>
                  <a:lnTo>
                    <a:pt x="17300" y="4943"/>
                  </a:lnTo>
                  <a:lnTo>
                    <a:pt x="17416" y="4866"/>
                  </a:lnTo>
                  <a:lnTo>
                    <a:pt x="17531" y="4827"/>
                  </a:lnTo>
                  <a:close/>
                  <a:moveTo>
                    <a:pt x="14597" y="5290"/>
                  </a:moveTo>
                  <a:lnTo>
                    <a:pt x="14713" y="5329"/>
                  </a:lnTo>
                  <a:lnTo>
                    <a:pt x="14828" y="5368"/>
                  </a:lnTo>
                  <a:lnTo>
                    <a:pt x="14944" y="5445"/>
                  </a:lnTo>
                  <a:lnTo>
                    <a:pt x="15021" y="5522"/>
                  </a:lnTo>
                  <a:lnTo>
                    <a:pt x="15060" y="5638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24"/>
                  </a:lnTo>
                  <a:lnTo>
                    <a:pt x="14056" y="5792"/>
                  </a:lnTo>
                  <a:lnTo>
                    <a:pt x="14133" y="5599"/>
                  </a:lnTo>
                  <a:lnTo>
                    <a:pt x="14249" y="5406"/>
                  </a:lnTo>
                  <a:lnTo>
                    <a:pt x="14365" y="5368"/>
                  </a:lnTo>
                  <a:lnTo>
                    <a:pt x="14481" y="5329"/>
                  </a:lnTo>
                  <a:lnTo>
                    <a:pt x="14597" y="5290"/>
                  </a:lnTo>
                  <a:close/>
                  <a:moveTo>
                    <a:pt x="19115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85" y="5792"/>
                  </a:lnTo>
                  <a:lnTo>
                    <a:pt x="19385" y="5986"/>
                  </a:lnTo>
                  <a:lnTo>
                    <a:pt x="19346" y="6140"/>
                  </a:lnTo>
                  <a:lnTo>
                    <a:pt x="18613" y="5792"/>
                  </a:lnTo>
                  <a:lnTo>
                    <a:pt x="18651" y="5715"/>
                  </a:lnTo>
                  <a:lnTo>
                    <a:pt x="18690" y="5638"/>
                  </a:lnTo>
                  <a:lnTo>
                    <a:pt x="18844" y="5522"/>
                  </a:lnTo>
                  <a:lnTo>
                    <a:pt x="18999" y="5484"/>
                  </a:lnTo>
                  <a:close/>
                  <a:moveTo>
                    <a:pt x="20350" y="6063"/>
                  </a:moveTo>
                  <a:lnTo>
                    <a:pt x="20466" y="6101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52" y="6719"/>
                  </a:lnTo>
                  <a:lnTo>
                    <a:pt x="20891" y="6912"/>
                  </a:lnTo>
                  <a:lnTo>
                    <a:pt x="20891" y="6912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48" y="6256"/>
                  </a:lnTo>
                  <a:lnTo>
                    <a:pt x="19887" y="6179"/>
                  </a:lnTo>
                  <a:lnTo>
                    <a:pt x="20003" y="6101"/>
                  </a:lnTo>
                  <a:lnTo>
                    <a:pt x="20080" y="6063"/>
                  </a:lnTo>
                  <a:close/>
                  <a:moveTo>
                    <a:pt x="23748" y="5870"/>
                  </a:moveTo>
                  <a:lnTo>
                    <a:pt x="23941" y="5947"/>
                  </a:lnTo>
                  <a:lnTo>
                    <a:pt x="24019" y="5986"/>
                  </a:lnTo>
                  <a:lnTo>
                    <a:pt x="24096" y="5986"/>
                  </a:lnTo>
                  <a:lnTo>
                    <a:pt x="23941" y="6294"/>
                  </a:lnTo>
                  <a:lnTo>
                    <a:pt x="23748" y="6526"/>
                  </a:lnTo>
                  <a:lnTo>
                    <a:pt x="23517" y="6758"/>
                  </a:lnTo>
                  <a:lnTo>
                    <a:pt x="23246" y="6951"/>
                  </a:lnTo>
                  <a:lnTo>
                    <a:pt x="23208" y="6912"/>
                  </a:lnTo>
                  <a:lnTo>
                    <a:pt x="23092" y="6719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9"/>
                  </a:lnTo>
                  <a:lnTo>
                    <a:pt x="23131" y="6063"/>
                  </a:lnTo>
                  <a:lnTo>
                    <a:pt x="23208" y="5986"/>
                  </a:lnTo>
                  <a:lnTo>
                    <a:pt x="23285" y="5908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2"/>
                  </a:lnTo>
                  <a:lnTo>
                    <a:pt x="12627" y="6796"/>
                  </a:lnTo>
                  <a:lnTo>
                    <a:pt x="12627" y="6642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98" y="6179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681"/>
                  </a:lnTo>
                  <a:lnTo>
                    <a:pt x="22629" y="6835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05"/>
                  </a:lnTo>
                  <a:lnTo>
                    <a:pt x="22551" y="7221"/>
                  </a:lnTo>
                  <a:lnTo>
                    <a:pt x="22165" y="7221"/>
                  </a:lnTo>
                  <a:lnTo>
                    <a:pt x="21779" y="7183"/>
                  </a:lnTo>
                  <a:lnTo>
                    <a:pt x="21393" y="7105"/>
                  </a:lnTo>
                  <a:lnTo>
                    <a:pt x="21509" y="6912"/>
                  </a:lnTo>
                  <a:lnTo>
                    <a:pt x="21625" y="6719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376"/>
                  </a:moveTo>
                  <a:lnTo>
                    <a:pt x="12473" y="7414"/>
                  </a:lnTo>
                  <a:lnTo>
                    <a:pt x="12125" y="7955"/>
                  </a:lnTo>
                  <a:lnTo>
                    <a:pt x="11816" y="8534"/>
                  </a:lnTo>
                  <a:lnTo>
                    <a:pt x="11701" y="8341"/>
                  </a:lnTo>
                  <a:lnTo>
                    <a:pt x="11662" y="8071"/>
                  </a:lnTo>
                  <a:lnTo>
                    <a:pt x="11662" y="7955"/>
                  </a:lnTo>
                  <a:lnTo>
                    <a:pt x="11701" y="7800"/>
                  </a:lnTo>
                  <a:lnTo>
                    <a:pt x="11739" y="7685"/>
                  </a:lnTo>
                  <a:lnTo>
                    <a:pt x="11816" y="7607"/>
                  </a:lnTo>
                  <a:lnTo>
                    <a:pt x="11932" y="7492"/>
                  </a:lnTo>
                  <a:lnTo>
                    <a:pt x="12048" y="7453"/>
                  </a:lnTo>
                  <a:lnTo>
                    <a:pt x="12164" y="7414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94" y="9384"/>
                  </a:lnTo>
                  <a:lnTo>
                    <a:pt x="2472" y="9461"/>
                  </a:lnTo>
                  <a:lnTo>
                    <a:pt x="2549" y="9538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9963"/>
                  </a:lnTo>
                  <a:lnTo>
                    <a:pt x="2124" y="9886"/>
                  </a:lnTo>
                  <a:lnTo>
                    <a:pt x="1661" y="9847"/>
                  </a:lnTo>
                  <a:lnTo>
                    <a:pt x="1699" y="9731"/>
                  </a:lnTo>
                  <a:lnTo>
                    <a:pt x="1738" y="9615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lnTo>
                    <a:pt x="2124" y="9345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01"/>
                  </a:lnTo>
                  <a:lnTo>
                    <a:pt x="11276" y="10272"/>
                  </a:lnTo>
                  <a:lnTo>
                    <a:pt x="11237" y="10233"/>
                  </a:lnTo>
                  <a:lnTo>
                    <a:pt x="11083" y="10040"/>
                  </a:lnTo>
                  <a:lnTo>
                    <a:pt x="10967" y="9808"/>
                  </a:lnTo>
                  <a:lnTo>
                    <a:pt x="10928" y="9693"/>
                  </a:lnTo>
                  <a:lnTo>
                    <a:pt x="10928" y="9538"/>
                  </a:lnTo>
                  <a:lnTo>
                    <a:pt x="10967" y="9422"/>
                  </a:lnTo>
                  <a:lnTo>
                    <a:pt x="11006" y="9306"/>
                  </a:lnTo>
                  <a:lnTo>
                    <a:pt x="11121" y="9152"/>
                  </a:lnTo>
                  <a:lnTo>
                    <a:pt x="11276" y="9036"/>
                  </a:lnTo>
                  <a:lnTo>
                    <a:pt x="11469" y="8997"/>
                  </a:lnTo>
                  <a:close/>
                  <a:moveTo>
                    <a:pt x="3785" y="9731"/>
                  </a:moveTo>
                  <a:lnTo>
                    <a:pt x="3900" y="9770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71" y="10117"/>
                  </a:lnTo>
                  <a:lnTo>
                    <a:pt x="4171" y="10233"/>
                  </a:lnTo>
                  <a:lnTo>
                    <a:pt x="4171" y="10388"/>
                  </a:lnTo>
                  <a:lnTo>
                    <a:pt x="4132" y="10503"/>
                  </a:lnTo>
                  <a:lnTo>
                    <a:pt x="4055" y="10619"/>
                  </a:lnTo>
                  <a:lnTo>
                    <a:pt x="3900" y="10542"/>
                  </a:lnTo>
                  <a:lnTo>
                    <a:pt x="3514" y="10310"/>
                  </a:lnTo>
                  <a:lnTo>
                    <a:pt x="3089" y="10117"/>
                  </a:lnTo>
                  <a:lnTo>
                    <a:pt x="3167" y="10001"/>
                  </a:lnTo>
                  <a:lnTo>
                    <a:pt x="3244" y="9886"/>
                  </a:lnTo>
                  <a:lnTo>
                    <a:pt x="3360" y="9808"/>
                  </a:lnTo>
                  <a:lnTo>
                    <a:pt x="3514" y="9770"/>
                  </a:lnTo>
                  <a:lnTo>
                    <a:pt x="3630" y="9731"/>
                  </a:lnTo>
                  <a:close/>
                  <a:moveTo>
                    <a:pt x="4827" y="10619"/>
                  </a:moveTo>
                  <a:lnTo>
                    <a:pt x="4943" y="10658"/>
                  </a:lnTo>
                  <a:lnTo>
                    <a:pt x="5020" y="10697"/>
                  </a:lnTo>
                  <a:lnTo>
                    <a:pt x="5097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890"/>
                  </a:lnTo>
                  <a:lnTo>
                    <a:pt x="4441" y="10812"/>
                  </a:lnTo>
                  <a:lnTo>
                    <a:pt x="4518" y="10735"/>
                  </a:lnTo>
                  <a:lnTo>
                    <a:pt x="4673" y="10658"/>
                  </a:lnTo>
                  <a:lnTo>
                    <a:pt x="4827" y="10619"/>
                  </a:lnTo>
                  <a:close/>
                  <a:moveTo>
                    <a:pt x="11160" y="10619"/>
                  </a:moveTo>
                  <a:lnTo>
                    <a:pt x="10967" y="11199"/>
                  </a:lnTo>
                  <a:lnTo>
                    <a:pt x="10735" y="11739"/>
                  </a:lnTo>
                  <a:lnTo>
                    <a:pt x="10697" y="11662"/>
                  </a:lnTo>
                  <a:lnTo>
                    <a:pt x="10504" y="11507"/>
                  </a:lnTo>
                  <a:lnTo>
                    <a:pt x="10426" y="11314"/>
                  </a:lnTo>
                  <a:lnTo>
                    <a:pt x="10388" y="11121"/>
                  </a:lnTo>
                  <a:lnTo>
                    <a:pt x="10465" y="10928"/>
                  </a:lnTo>
                  <a:lnTo>
                    <a:pt x="10581" y="10774"/>
                  </a:lnTo>
                  <a:lnTo>
                    <a:pt x="10735" y="10658"/>
                  </a:lnTo>
                  <a:lnTo>
                    <a:pt x="10928" y="10619"/>
                  </a:lnTo>
                  <a:close/>
                  <a:moveTo>
                    <a:pt x="5754" y="11430"/>
                  </a:moveTo>
                  <a:lnTo>
                    <a:pt x="5986" y="11469"/>
                  </a:lnTo>
                  <a:lnTo>
                    <a:pt x="6063" y="11507"/>
                  </a:lnTo>
                  <a:lnTo>
                    <a:pt x="6179" y="11546"/>
                  </a:lnTo>
                  <a:lnTo>
                    <a:pt x="6256" y="11662"/>
                  </a:lnTo>
                  <a:lnTo>
                    <a:pt x="6333" y="11739"/>
                  </a:lnTo>
                  <a:lnTo>
                    <a:pt x="6410" y="11971"/>
                  </a:lnTo>
                  <a:lnTo>
                    <a:pt x="6410" y="12203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84" y="11585"/>
                  </a:lnTo>
                  <a:lnTo>
                    <a:pt x="5561" y="11507"/>
                  </a:lnTo>
                  <a:lnTo>
                    <a:pt x="5638" y="11469"/>
                  </a:lnTo>
                  <a:lnTo>
                    <a:pt x="5754" y="11430"/>
                  </a:lnTo>
                  <a:close/>
                  <a:moveTo>
                    <a:pt x="10542" y="12009"/>
                  </a:moveTo>
                  <a:lnTo>
                    <a:pt x="10388" y="12280"/>
                  </a:lnTo>
                  <a:lnTo>
                    <a:pt x="10195" y="12511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27"/>
                  </a:lnTo>
                  <a:lnTo>
                    <a:pt x="9654" y="12473"/>
                  </a:lnTo>
                  <a:lnTo>
                    <a:pt x="9693" y="12318"/>
                  </a:lnTo>
                  <a:lnTo>
                    <a:pt x="9808" y="12203"/>
                  </a:lnTo>
                  <a:lnTo>
                    <a:pt x="9963" y="12125"/>
                  </a:lnTo>
                  <a:lnTo>
                    <a:pt x="10156" y="12087"/>
                  </a:lnTo>
                  <a:lnTo>
                    <a:pt x="10542" y="12009"/>
                  </a:lnTo>
                  <a:close/>
                  <a:moveTo>
                    <a:pt x="7376" y="12473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168"/>
                  </a:lnTo>
                  <a:lnTo>
                    <a:pt x="7337" y="12975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83" y="12511"/>
                  </a:lnTo>
                  <a:lnTo>
                    <a:pt x="7376" y="12473"/>
                  </a:lnTo>
                  <a:close/>
                  <a:moveTo>
                    <a:pt x="8959" y="12627"/>
                  </a:moveTo>
                  <a:lnTo>
                    <a:pt x="9113" y="12743"/>
                  </a:lnTo>
                  <a:lnTo>
                    <a:pt x="9229" y="12936"/>
                  </a:lnTo>
                  <a:lnTo>
                    <a:pt x="9268" y="13091"/>
                  </a:lnTo>
                  <a:lnTo>
                    <a:pt x="9268" y="13207"/>
                  </a:lnTo>
                  <a:lnTo>
                    <a:pt x="9036" y="13245"/>
                  </a:lnTo>
                  <a:lnTo>
                    <a:pt x="8804" y="13284"/>
                  </a:lnTo>
                  <a:lnTo>
                    <a:pt x="8302" y="13284"/>
                  </a:lnTo>
                  <a:lnTo>
                    <a:pt x="8341" y="13207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666"/>
                  </a:lnTo>
                  <a:lnTo>
                    <a:pt x="8650" y="12627"/>
                  </a:lnTo>
                  <a:close/>
                  <a:moveTo>
                    <a:pt x="22899" y="0"/>
                  </a:moveTo>
                  <a:lnTo>
                    <a:pt x="22822" y="77"/>
                  </a:lnTo>
                  <a:lnTo>
                    <a:pt x="22783" y="116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386"/>
                  </a:lnTo>
                  <a:lnTo>
                    <a:pt x="22860" y="425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629" y="1506"/>
                  </a:lnTo>
                  <a:lnTo>
                    <a:pt x="22629" y="1699"/>
                  </a:lnTo>
                  <a:lnTo>
                    <a:pt x="22629" y="1854"/>
                  </a:lnTo>
                  <a:lnTo>
                    <a:pt x="22706" y="2047"/>
                  </a:lnTo>
                  <a:lnTo>
                    <a:pt x="22860" y="2240"/>
                  </a:lnTo>
                  <a:lnTo>
                    <a:pt x="23053" y="2394"/>
                  </a:lnTo>
                  <a:lnTo>
                    <a:pt x="23285" y="2472"/>
                  </a:lnTo>
                  <a:lnTo>
                    <a:pt x="23517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44"/>
                  </a:lnTo>
                  <a:lnTo>
                    <a:pt x="23439" y="3476"/>
                  </a:lnTo>
                  <a:lnTo>
                    <a:pt x="23594" y="3707"/>
                  </a:lnTo>
                  <a:lnTo>
                    <a:pt x="23748" y="3862"/>
                  </a:lnTo>
                  <a:lnTo>
                    <a:pt x="23980" y="3978"/>
                  </a:lnTo>
                  <a:lnTo>
                    <a:pt x="23748" y="4209"/>
                  </a:lnTo>
                  <a:lnTo>
                    <a:pt x="23555" y="4441"/>
                  </a:lnTo>
                  <a:lnTo>
                    <a:pt x="23478" y="4750"/>
                  </a:lnTo>
                  <a:lnTo>
                    <a:pt x="23439" y="4866"/>
                  </a:lnTo>
                  <a:lnTo>
                    <a:pt x="23439" y="5020"/>
                  </a:lnTo>
                  <a:lnTo>
                    <a:pt x="23517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69" y="5561"/>
                  </a:lnTo>
                  <a:lnTo>
                    <a:pt x="22976" y="5677"/>
                  </a:lnTo>
                  <a:lnTo>
                    <a:pt x="22822" y="5870"/>
                  </a:lnTo>
                  <a:lnTo>
                    <a:pt x="22706" y="6101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2165" y="6179"/>
                  </a:lnTo>
                  <a:lnTo>
                    <a:pt x="21972" y="6217"/>
                  </a:lnTo>
                  <a:lnTo>
                    <a:pt x="21740" y="6256"/>
                  </a:lnTo>
                  <a:lnTo>
                    <a:pt x="21547" y="6372"/>
                  </a:lnTo>
                  <a:lnTo>
                    <a:pt x="21354" y="6565"/>
                  </a:lnTo>
                  <a:lnTo>
                    <a:pt x="21200" y="6758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5986"/>
                  </a:lnTo>
                  <a:lnTo>
                    <a:pt x="20736" y="5870"/>
                  </a:lnTo>
                  <a:lnTo>
                    <a:pt x="20582" y="5792"/>
                  </a:lnTo>
                  <a:lnTo>
                    <a:pt x="20428" y="5754"/>
                  </a:lnTo>
                  <a:lnTo>
                    <a:pt x="20080" y="5754"/>
                  </a:lnTo>
                  <a:lnTo>
                    <a:pt x="19887" y="5831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4"/>
                  </a:lnTo>
                  <a:lnTo>
                    <a:pt x="19462" y="5290"/>
                  </a:lnTo>
                  <a:lnTo>
                    <a:pt x="19385" y="5213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52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58" y="5097"/>
                  </a:lnTo>
                  <a:lnTo>
                    <a:pt x="18381" y="4982"/>
                  </a:lnTo>
                  <a:lnTo>
                    <a:pt x="18304" y="4827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6" y="4557"/>
                  </a:lnTo>
                  <a:lnTo>
                    <a:pt x="17802" y="4518"/>
                  </a:lnTo>
                  <a:lnTo>
                    <a:pt x="17531" y="4518"/>
                  </a:lnTo>
                  <a:lnTo>
                    <a:pt x="17377" y="4557"/>
                  </a:lnTo>
                  <a:lnTo>
                    <a:pt x="17261" y="4634"/>
                  </a:lnTo>
                  <a:lnTo>
                    <a:pt x="17145" y="4711"/>
                  </a:lnTo>
                  <a:lnTo>
                    <a:pt x="17029" y="4827"/>
                  </a:lnTo>
                  <a:lnTo>
                    <a:pt x="16875" y="5059"/>
                  </a:lnTo>
                  <a:lnTo>
                    <a:pt x="16759" y="4904"/>
                  </a:lnTo>
                  <a:lnTo>
                    <a:pt x="16605" y="4788"/>
                  </a:lnTo>
                  <a:lnTo>
                    <a:pt x="16450" y="4673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27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290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29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43"/>
                  </a:lnTo>
                  <a:lnTo>
                    <a:pt x="14288" y="5020"/>
                  </a:lnTo>
                  <a:lnTo>
                    <a:pt x="14172" y="5059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22"/>
                  </a:lnTo>
                  <a:lnTo>
                    <a:pt x="13786" y="5831"/>
                  </a:lnTo>
                  <a:lnTo>
                    <a:pt x="13593" y="5715"/>
                  </a:lnTo>
                  <a:lnTo>
                    <a:pt x="13361" y="5677"/>
                  </a:lnTo>
                  <a:lnTo>
                    <a:pt x="13168" y="5677"/>
                  </a:lnTo>
                  <a:lnTo>
                    <a:pt x="12936" y="5715"/>
                  </a:lnTo>
                  <a:lnTo>
                    <a:pt x="12743" y="5831"/>
                  </a:lnTo>
                  <a:lnTo>
                    <a:pt x="12627" y="5908"/>
                  </a:lnTo>
                  <a:lnTo>
                    <a:pt x="12511" y="6063"/>
                  </a:lnTo>
                  <a:lnTo>
                    <a:pt x="12434" y="6179"/>
                  </a:lnTo>
                  <a:lnTo>
                    <a:pt x="12357" y="6333"/>
                  </a:lnTo>
                  <a:lnTo>
                    <a:pt x="12357" y="6488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6990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376"/>
                  </a:lnTo>
                  <a:lnTo>
                    <a:pt x="11430" y="7530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314" y="7994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18"/>
                  </a:lnTo>
                  <a:lnTo>
                    <a:pt x="11507" y="8573"/>
                  </a:lnTo>
                  <a:lnTo>
                    <a:pt x="11237" y="8650"/>
                  </a:lnTo>
                  <a:lnTo>
                    <a:pt x="10967" y="8766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619" y="9770"/>
                  </a:lnTo>
                  <a:lnTo>
                    <a:pt x="10697" y="10001"/>
                  </a:lnTo>
                  <a:lnTo>
                    <a:pt x="10851" y="10233"/>
                  </a:lnTo>
                  <a:lnTo>
                    <a:pt x="10619" y="10272"/>
                  </a:lnTo>
                  <a:lnTo>
                    <a:pt x="10426" y="10388"/>
                  </a:lnTo>
                  <a:lnTo>
                    <a:pt x="10272" y="10581"/>
                  </a:lnTo>
                  <a:lnTo>
                    <a:pt x="10117" y="10774"/>
                  </a:lnTo>
                  <a:lnTo>
                    <a:pt x="10079" y="10967"/>
                  </a:lnTo>
                  <a:lnTo>
                    <a:pt x="10040" y="11199"/>
                  </a:lnTo>
                  <a:lnTo>
                    <a:pt x="10079" y="11469"/>
                  </a:lnTo>
                  <a:lnTo>
                    <a:pt x="10195" y="11662"/>
                  </a:lnTo>
                  <a:lnTo>
                    <a:pt x="9924" y="11739"/>
                  </a:lnTo>
                  <a:lnTo>
                    <a:pt x="9693" y="11816"/>
                  </a:lnTo>
                  <a:lnTo>
                    <a:pt x="9500" y="11971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57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18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164"/>
                  </a:lnTo>
                  <a:lnTo>
                    <a:pt x="6990" y="12241"/>
                  </a:lnTo>
                  <a:lnTo>
                    <a:pt x="6796" y="12396"/>
                  </a:lnTo>
                  <a:lnTo>
                    <a:pt x="6796" y="12048"/>
                  </a:lnTo>
                  <a:lnTo>
                    <a:pt x="6758" y="11855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392"/>
                  </a:lnTo>
                  <a:lnTo>
                    <a:pt x="6410" y="11276"/>
                  </a:lnTo>
                  <a:lnTo>
                    <a:pt x="6256" y="11199"/>
                  </a:lnTo>
                  <a:lnTo>
                    <a:pt x="6063" y="11160"/>
                  </a:lnTo>
                  <a:lnTo>
                    <a:pt x="5870" y="11121"/>
                  </a:lnTo>
                  <a:lnTo>
                    <a:pt x="5715" y="11160"/>
                  </a:lnTo>
                  <a:lnTo>
                    <a:pt x="5522" y="11199"/>
                  </a:lnTo>
                  <a:lnTo>
                    <a:pt x="5522" y="10928"/>
                  </a:lnTo>
                  <a:lnTo>
                    <a:pt x="5445" y="10697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49"/>
                  </a:lnTo>
                  <a:lnTo>
                    <a:pt x="4943" y="10310"/>
                  </a:lnTo>
                  <a:lnTo>
                    <a:pt x="4673" y="10310"/>
                  </a:lnTo>
                  <a:lnTo>
                    <a:pt x="4557" y="10349"/>
                  </a:lnTo>
                  <a:lnTo>
                    <a:pt x="4518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09" y="9577"/>
                  </a:lnTo>
                  <a:lnTo>
                    <a:pt x="4093" y="9461"/>
                  </a:lnTo>
                  <a:lnTo>
                    <a:pt x="3900" y="9422"/>
                  </a:lnTo>
                  <a:lnTo>
                    <a:pt x="3746" y="9384"/>
                  </a:lnTo>
                  <a:lnTo>
                    <a:pt x="3591" y="9422"/>
                  </a:lnTo>
                  <a:lnTo>
                    <a:pt x="3437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31"/>
                  </a:lnTo>
                  <a:lnTo>
                    <a:pt x="2974" y="9615"/>
                  </a:lnTo>
                  <a:lnTo>
                    <a:pt x="2896" y="9422"/>
                  </a:lnTo>
                  <a:lnTo>
                    <a:pt x="2781" y="9268"/>
                  </a:lnTo>
                  <a:lnTo>
                    <a:pt x="2626" y="9113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8997"/>
                  </a:lnTo>
                  <a:lnTo>
                    <a:pt x="1854" y="9075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499"/>
                  </a:lnTo>
                  <a:lnTo>
                    <a:pt x="1390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272"/>
                  </a:lnTo>
                  <a:lnTo>
                    <a:pt x="386" y="10426"/>
                  </a:lnTo>
                  <a:lnTo>
                    <a:pt x="271" y="10542"/>
                  </a:lnTo>
                  <a:lnTo>
                    <a:pt x="116" y="10851"/>
                  </a:lnTo>
                  <a:lnTo>
                    <a:pt x="39" y="11199"/>
                  </a:lnTo>
                  <a:lnTo>
                    <a:pt x="0" y="11546"/>
                  </a:lnTo>
                  <a:lnTo>
                    <a:pt x="77" y="11894"/>
                  </a:lnTo>
                  <a:lnTo>
                    <a:pt x="193" y="12241"/>
                  </a:lnTo>
                  <a:lnTo>
                    <a:pt x="386" y="12511"/>
                  </a:lnTo>
                  <a:lnTo>
                    <a:pt x="618" y="12782"/>
                  </a:lnTo>
                  <a:lnTo>
                    <a:pt x="811" y="12898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124" y="13091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11"/>
                  </a:lnTo>
                  <a:lnTo>
                    <a:pt x="3360" y="12203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39"/>
                  </a:lnTo>
                  <a:lnTo>
                    <a:pt x="3283" y="11739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50"/>
                  </a:lnTo>
                  <a:lnTo>
                    <a:pt x="2047" y="12666"/>
                  </a:lnTo>
                  <a:lnTo>
                    <a:pt x="1429" y="12666"/>
                  </a:lnTo>
                  <a:lnTo>
                    <a:pt x="1159" y="12550"/>
                  </a:lnTo>
                  <a:lnTo>
                    <a:pt x="966" y="12434"/>
                  </a:lnTo>
                  <a:lnTo>
                    <a:pt x="811" y="12318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55"/>
                  </a:lnTo>
                  <a:lnTo>
                    <a:pt x="502" y="11701"/>
                  </a:lnTo>
                  <a:lnTo>
                    <a:pt x="502" y="11546"/>
                  </a:lnTo>
                  <a:lnTo>
                    <a:pt x="502" y="11353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927" y="10619"/>
                  </a:lnTo>
                  <a:lnTo>
                    <a:pt x="1043" y="10503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317" y="10349"/>
                  </a:lnTo>
                  <a:lnTo>
                    <a:pt x="2587" y="10426"/>
                  </a:lnTo>
                  <a:lnTo>
                    <a:pt x="2858" y="10503"/>
                  </a:lnTo>
                  <a:lnTo>
                    <a:pt x="3128" y="10619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908" y="12666"/>
                  </a:lnTo>
                  <a:lnTo>
                    <a:pt x="6294" y="12936"/>
                  </a:lnTo>
                  <a:lnTo>
                    <a:pt x="6681" y="13207"/>
                  </a:lnTo>
                  <a:lnTo>
                    <a:pt x="7105" y="13400"/>
                  </a:lnTo>
                  <a:lnTo>
                    <a:pt x="7530" y="13593"/>
                  </a:lnTo>
                  <a:lnTo>
                    <a:pt x="7994" y="13708"/>
                  </a:lnTo>
                  <a:lnTo>
                    <a:pt x="8457" y="13786"/>
                  </a:lnTo>
                  <a:lnTo>
                    <a:pt x="8920" y="13747"/>
                  </a:lnTo>
                  <a:lnTo>
                    <a:pt x="9345" y="13670"/>
                  </a:lnTo>
                  <a:lnTo>
                    <a:pt x="9731" y="13515"/>
                  </a:lnTo>
                  <a:lnTo>
                    <a:pt x="10079" y="13322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34"/>
                  </a:lnTo>
                  <a:lnTo>
                    <a:pt x="11121" y="12087"/>
                  </a:lnTo>
                  <a:lnTo>
                    <a:pt x="11314" y="11739"/>
                  </a:lnTo>
                  <a:lnTo>
                    <a:pt x="11507" y="11199"/>
                  </a:lnTo>
                  <a:lnTo>
                    <a:pt x="11662" y="10658"/>
                  </a:lnTo>
                  <a:lnTo>
                    <a:pt x="11971" y="9615"/>
                  </a:lnTo>
                  <a:lnTo>
                    <a:pt x="12164" y="9075"/>
                  </a:lnTo>
                  <a:lnTo>
                    <a:pt x="12357" y="8573"/>
                  </a:lnTo>
                  <a:lnTo>
                    <a:pt x="12627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51"/>
                  </a:lnTo>
                  <a:lnTo>
                    <a:pt x="14017" y="6681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6"/>
                  </a:lnTo>
                  <a:lnTo>
                    <a:pt x="16296" y="5908"/>
                  </a:lnTo>
                  <a:lnTo>
                    <a:pt x="16914" y="5908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2"/>
                  </a:lnTo>
                  <a:lnTo>
                    <a:pt x="21316" y="7607"/>
                  </a:lnTo>
                  <a:lnTo>
                    <a:pt x="21740" y="7685"/>
                  </a:lnTo>
                  <a:lnTo>
                    <a:pt x="22165" y="7723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492"/>
                  </a:lnTo>
                  <a:lnTo>
                    <a:pt x="23748" y="7260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870"/>
                  </a:lnTo>
                  <a:lnTo>
                    <a:pt x="24907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171"/>
                  </a:lnTo>
                  <a:lnTo>
                    <a:pt x="24984" y="3707"/>
                  </a:lnTo>
                  <a:lnTo>
                    <a:pt x="24907" y="3283"/>
                  </a:lnTo>
                  <a:lnTo>
                    <a:pt x="24791" y="2819"/>
                  </a:lnTo>
                  <a:lnTo>
                    <a:pt x="24637" y="2394"/>
                  </a:lnTo>
                  <a:lnTo>
                    <a:pt x="24482" y="1970"/>
                  </a:lnTo>
                  <a:lnTo>
                    <a:pt x="24250" y="1545"/>
                  </a:lnTo>
                  <a:lnTo>
                    <a:pt x="24057" y="1159"/>
                  </a:lnTo>
                  <a:lnTo>
                    <a:pt x="23826" y="811"/>
                  </a:lnTo>
                  <a:lnTo>
                    <a:pt x="23941" y="348"/>
                  </a:lnTo>
                  <a:lnTo>
                    <a:pt x="23594" y="193"/>
                  </a:lnTo>
                  <a:lnTo>
                    <a:pt x="23208" y="77"/>
                  </a:lnTo>
                  <a:lnTo>
                    <a:pt x="23169" y="39"/>
                  </a:lnTo>
                  <a:lnTo>
                    <a:pt x="2309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3792600" y="9600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1"/>
                  </a:lnTo>
                  <a:lnTo>
                    <a:pt x="23479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3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4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7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1"/>
                  </a:lnTo>
                  <a:lnTo>
                    <a:pt x="23865" y="3514"/>
                  </a:lnTo>
                  <a:lnTo>
                    <a:pt x="23788" y="3398"/>
                  </a:lnTo>
                  <a:lnTo>
                    <a:pt x="23749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7"/>
                  </a:lnTo>
                  <a:lnTo>
                    <a:pt x="24097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0"/>
                  </a:lnTo>
                  <a:lnTo>
                    <a:pt x="16567" y="5406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3"/>
                  </a:lnTo>
                  <a:lnTo>
                    <a:pt x="15679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7"/>
                  </a:lnTo>
                  <a:lnTo>
                    <a:pt x="15949" y="5020"/>
                  </a:lnTo>
                  <a:lnTo>
                    <a:pt x="16065" y="4981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7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4" y="5290"/>
                  </a:lnTo>
                  <a:lnTo>
                    <a:pt x="23826" y="5097"/>
                  </a:lnTo>
                  <a:lnTo>
                    <a:pt x="23788" y="4981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0"/>
                  </a:lnTo>
                  <a:lnTo>
                    <a:pt x="17107" y="5175"/>
                  </a:lnTo>
                  <a:lnTo>
                    <a:pt x="17185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1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599"/>
                  </a:lnTo>
                  <a:lnTo>
                    <a:pt x="14250" y="5445"/>
                  </a:lnTo>
                  <a:lnTo>
                    <a:pt x="14366" y="5368"/>
                  </a:lnTo>
                  <a:lnTo>
                    <a:pt x="14443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3" y="5561"/>
                  </a:lnTo>
                  <a:lnTo>
                    <a:pt x="19308" y="5677"/>
                  </a:lnTo>
                  <a:lnTo>
                    <a:pt x="19386" y="5831"/>
                  </a:lnTo>
                  <a:lnTo>
                    <a:pt x="19386" y="5985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1" y="5677"/>
                  </a:lnTo>
                  <a:lnTo>
                    <a:pt x="18845" y="5522"/>
                  </a:lnTo>
                  <a:lnTo>
                    <a:pt x="18999" y="5483"/>
                  </a:lnTo>
                  <a:close/>
                  <a:moveTo>
                    <a:pt x="20197" y="6063"/>
                  </a:moveTo>
                  <a:lnTo>
                    <a:pt x="20351" y="6101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9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2" y="6951"/>
                  </a:lnTo>
                  <a:lnTo>
                    <a:pt x="20467" y="6758"/>
                  </a:lnTo>
                  <a:lnTo>
                    <a:pt x="20081" y="6565"/>
                  </a:lnTo>
                  <a:lnTo>
                    <a:pt x="19810" y="6410"/>
                  </a:lnTo>
                  <a:lnTo>
                    <a:pt x="19849" y="6294"/>
                  </a:lnTo>
                  <a:lnTo>
                    <a:pt x="19888" y="6179"/>
                  </a:lnTo>
                  <a:lnTo>
                    <a:pt x="20003" y="6140"/>
                  </a:lnTo>
                  <a:lnTo>
                    <a:pt x="20081" y="6101"/>
                  </a:lnTo>
                  <a:lnTo>
                    <a:pt x="20197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2" y="5985"/>
                  </a:lnTo>
                  <a:lnTo>
                    <a:pt x="24019" y="6024"/>
                  </a:lnTo>
                  <a:lnTo>
                    <a:pt x="24097" y="6024"/>
                  </a:lnTo>
                  <a:lnTo>
                    <a:pt x="23942" y="6294"/>
                  </a:lnTo>
                  <a:lnTo>
                    <a:pt x="23749" y="6565"/>
                  </a:lnTo>
                  <a:lnTo>
                    <a:pt x="23517" y="6796"/>
                  </a:lnTo>
                  <a:lnTo>
                    <a:pt x="23247" y="6989"/>
                  </a:lnTo>
                  <a:lnTo>
                    <a:pt x="23208" y="6951"/>
                  </a:lnTo>
                  <a:lnTo>
                    <a:pt x="23093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4" y="6179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1"/>
                  </a:moveTo>
                  <a:lnTo>
                    <a:pt x="13478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9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7" y="6951"/>
                  </a:lnTo>
                  <a:lnTo>
                    <a:pt x="12628" y="6796"/>
                  </a:lnTo>
                  <a:lnTo>
                    <a:pt x="12628" y="6681"/>
                  </a:lnTo>
                  <a:lnTo>
                    <a:pt x="12667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1"/>
                  </a:lnTo>
                  <a:close/>
                  <a:moveTo>
                    <a:pt x="22166" y="6565"/>
                  </a:moveTo>
                  <a:lnTo>
                    <a:pt x="22282" y="6603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5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4" y="7105"/>
                  </a:lnTo>
                  <a:lnTo>
                    <a:pt x="21471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50" y="6565"/>
                  </a:lnTo>
                  <a:close/>
                  <a:moveTo>
                    <a:pt x="12280" y="7414"/>
                  </a:moveTo>
                  <a:lnTo>
                    <a:pt x="12474" y="7453"/>
                  </a:lnTo>
                  <a:lnTo>
                    <a:pt x="12126" y="7993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3" y="8109"/>
                  </a:lnTo>
                  <a:lnTo>
                    <a:pt x="11663" y="7955"/>
                  </a:lnTo>
                  <a:lnTo>
                    <a:pt x="11663" y="7839"/>
                  </a:lnTo>
                  <a:lnTo>
                    <a:pt x="11740" y="7723"/>
                  </a:lnTo>
                  <a:lnTo>
                    <a:pt x="11817" y="7607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5" y="7414"/>
                  </a:lnTo>
                  <a:close/>
                  <a:moveTo>
                    <a:pt x="2241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50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1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9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3" y="8997"/>
                  </a:moveTo>
                  <a:lnTo>
                    <a:pt x="11470" y="9499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8" y="9847"/>
                  </a:lnTo>
                  <a:lnTo>
                    <a:pt x="10929" y="9692"/>
                  </a:lnTo>
                  <a:lnTo>
                    <a:pt x="10929" y="9577"/>
                  </a:lnTo>
                  <a:lnTo>
                    <a:pt x="10968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70" y="8997"/>
                  </a:lnTo>
                  <a:close/>
                  <a:moveTo>
                    <a:pt x="3785" y="9770"/>
                  </a:moveTo>
                  <a:lnTo>
                    <a:pt x="3901" y="9808"/>
                  </a:lnTo>
                  <a:lnTo>
                    <a:pt x="4017" y="9886"/>
                  </a:lnTo>
                  <a:lnTo>
                    <a:pt x="4094" y="10001"/>
                  </a:lnTo>
                  <a:lnTo>
                    <a:pt x="4133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5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4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2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1" y="10619"/>
                  </a:moveTo>
                  <a:lnTo>
                    <a:pt x="10968" y="11198"/>
                  </a:lnTo>
                  <a:lnTo>
                    <a:pt x="10736" y="11739"/>
                  </a:lnTo>
                  <a:lnTo>
                    <a:pt x="10659" y="11700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6" y="10967"/>
                  </a:lnTo>
                  <a:lnTo>
                    <a:pt x="10581" y="10812"/>
                  </a:lnTo>
                  <a:lnTo>
                    <a:pt x="10736" y="10696"/>
                  </a:lnTo>
                  <a:lnTo>
                    <a:pt x="10929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7" y="11662"/>
                  </a:lnTo>
                  <a:lnTo>
                    <a:pt x="6334" y="11778"/>
                  </a:lnTo>
                  <a:lnTo>
                    <a:pt x="6372" y="12009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0"/>
                  </a:lnTo>
                  <a:lnTo>
                    <a:pt x="5446" y="11623"/>
                  </a:lnTo>
                  <a:lnTo>
                    <a:pt x="5561" y="11546"/>
                  </a:lnTo>
                  <a:lnTo>
                    <a:pt x="5639" y="11507"/>
                  </a:lnTo>
                  <a:lnTo>
                    <a:pt x="5755" y="11469"/>
                  </a:lnTo>
                  <a:close/>
                  <a:moveTo>
                    <a:pt x="10543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1" y="12936"/>
                  </a:lnTo>
                  <a:lnTo>
                    <a:pt x="9771" y="12859"/>
                  </a:lnTo>
                  <a:lnTo>
                    <a:pt x="9655" y="12666"/>
                  </a:lnTo>
                  <a:lnTo>
                    <a:pt x="9655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4" y="12164"/>
                  </a:lnTo>
                  <a:lnTo>
                    <a:pt x="10157" y="12087"/>
                  </a:lnTo>
                  <a:lnTo>
                    <a:pt x="10543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40" y="13206"/>
                  </a:lnTo>
                  <a:lnTo>
                    <a:pt x="7338" y="13013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4" y="12627"/>
                  </a:moveTo>
                  <a:lnTo>
                    <a:pt x="8960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9" y="13206"/>
                  </a:lnTo>
                  <a:lnTo>
                    <a:pt x="9037" y="13284"/>
                  </a:lnTo>
                  <a:lnTo>
                    <a:pt x="8805" y="13322"/>
                  </a:lnTo>
                  <a:lnTo>
                    <a:pt x="8573" y="13322"/>
                  </a:lnTo>
                  <a:lnTo>
                    <a:pt x="8303" y="13284"/>
                  </a:lnTo>
                  <a:lnTo>
                    <a:pt x="8303" y="13206"/>
                  </a:lnTo>
                  <a:lnTo>
                    <a:pt x="8342" y="13013"/>
                  </a:lnTo>
                  <a:lnTo>
                    <a:pt x="8419" y="12820"/>
                  </a:lnTo>
                  <a:lnTo>
                    <a:pt x="8573" y="12704"/>
                  </a:lnTo>
                  <a:lnTo>
                    <a:pt x="8651" y="12666"/>
                  </a:lnTo>
                  <a:lnTo>
                    <a:pt x="8767" y="12627"/>
                  </a:lnTo>
                  <a:close/>
                  <a:moveTo>
                    <a:pt x="22977" y="0"/>
                  </a:moveTo>
                  <a:lnTo>
                    <a:pt x="22900" y="39"/>
                  </a:lnTo>
                  <a:lnTo>
                    <a:pt x="22822" y="77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900" y="772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1" y="1506"/>
                  </a:lnTo>
                  <a:lnTo>
                    <a:pt x="22591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1" y="2278"/>
                  </a:lnTo>
                  <a:lnTo>
                    <a:pt x="23054" y="2394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2" y="2703"/>
                  </a:lnTo>
                  <a:lnTo>
                    <a:pt x="23363" y="2896"/>
                  </a:lnTo>
                  <a:lnTo>
                    <a:pt x="23324" y="3089"/>
                  </a:lnTo>
                  <a:lnTo>
                    <a:pt x="23363" y="3282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0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79"/>
                  </a:lnTo>
                  <a:lnTo>
                    <a:pt x="23479" y="4750"/>
                  </a:lnTo>
                  <a:lnTo>
                    <a:pt x="23440" y="4904"/>
                  </a:lnTo>
                  <a:lnTo>
                    <a:pt x="23440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2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5" y="6294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4"/>
                  </a:lnTo>
                  <a:lnTo>
                    <a:pt x="21509" y="6410"/>
                  </a:lnTo>
                  <a:lnTo>
                    <a:pt x="21355" y="6565"/>
                  </a:lnTo>
                  <a:lnTo>
                    <a:pt x="21201" y="6796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8"/>
                  </a:lnTo>
                  <a:lnTo>
                    <a:pt x="20583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1" y="5792"/>
                  </a:lnTo>
                  <a:lnTo>
                    <a:pt x="19888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3"/>
                  </a:lnTo>
                  <a:lnTo>
                    <a:pt x="19463" y="5329"/>
                  </a:lnTo>
                  <a:lnTo>
                    <a:pt x="19386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0"/>
                  </a:lnTo>
                  <a:lnTo>
                    <a:pt x="18497" y="5406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2" y="4981"/>
                  </a:lnTo>
                  <a:lnTo>
                    <a:pt x="18304" y="4866"/>
                  </a:lnTo>
                  <a:lnTo>
                    <a:pt x="18189" y="4750"/>
                  </a:lnTo>
                  <a:lnTo>
                    <a:pt x="18073" y="4673"/>
                  </a:lnTo>
                  <a:lnTo>
                    <a:pt x="17957" y="4595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8" y="4595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6" y="5097"/>
                  </a:lnTo>
                  <a:lnTo>
                    <a:pt x="16760" y="4943"/>
                  </a:lnTo>
                  <a:lnTo>
                    <a:pt x="16605" y="4788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1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7" y="5175"/>
                  </a:lnTo>
                  <a:lnTo>
                    <a:pt x="15022" y="5059"/>
                  </a:lnTo>
                  <a:lnTo>
                    <a:pt x="14829" y="4981"/>
                  </a:lnTo>
                  <a:lnTo>
                    <a:pt x="14636" y="4943"/>
                  </a:lnTo>
                  <a:lnTo>
                    <a:pt x="14443" y="4981"/>
                  </a:lnTo>
                  <a:lnTo>
                    <a:pt x="14288" y="5020"/>
                  </a:lnTo>
                  <a:lnTo>
                    <a:pt x="14134" y="5097"/>
                  </a:lnTo>
                  <a:lnTo>
                    <a:pt x="14057" y="5175"/>
                  </a:lnTo>
                  <a:lnTo>
                    <a:pt x="13941" y="5290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2" y="5715"/>
                  </a:lnTo>
                  <a:lnTo>
                    <a:pt x="13169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89"/>
                  </a:lnTo>
                  <a:lnTo>
                    <a:pt x="12165" y="7028"/>
                  </a:lnTo>
                  <a:lnTo>
                    <a:pt x="11894" y="7105"/>
                  </a:lnTo>
                  <a:lnTo>
                    <a:pt x="11663" y="7221"/>
                  </a:lnTo>
                  <a:lnTo>
                    <a:pt x="11508" y="7414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3"/>
                  </a:lnTo>
                  <a:lnTo>
                    <a:pt x="11315" y="8148"/>
                  </a:lnTo>
                  <a:lnTo>
                    <a:pt x="11354" y="8302"/>
                  </a:lnTo>
                  <a:lnTo>
                    <a:pt x="11392" y="8457"/>
                  </a:lnTo>
                  <a:lnTo>
                    <a:pt x="11470" y="8611"/>
                  </a:lnTo>
                  <a:lnTo>
                    <a:pt x="11199" y="8650"/>
                  </a:lnTo>
                  <a:lnTo>
                    <a:pt x="10968" y="8804"/>
                  </a:lnTo>
                  <a:lnTo>
                    <a:pt x="10774" y="8997"/>
                  </a:lnTo>
                  <a:lnTo>
                    <a:pt x="10659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0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5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3" y="12087"/>
                  </a:lnTo>
                  <a:lnTo>
                    <a:pt x="9384" y="12202"/>
                  </a:lnTo>
                  <a:lnTo>
                    <a:pt x="9346" y="12318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8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5" y="12550"/>
                  </a:lnTo>
                  <a:lnTo>
                    <a:pt x="8187" y="12704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2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9" y="11894"/>
                  </a:lnTo>
                  <a:lnTo>
                    <a:pt x="6681" y="11700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4"/>
                  </a:lnTo>
                  <a:lnTo>
                    <a:pt x="6218" y="11198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6" y="10735"/>
                  </a:lnTo>
                  <a:lnTo>
                    <a:pt x="5330" y="10503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4" y="10310"/>
                  </a:lnTo>
                  <a:lnTo>
                    <a:pt x="4828" y="10310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6" y="9499"/>
                  </a:lnTo>
                  <a:lnTo>
                    <a:pt x="3901" y="9461"/>
                  </a:lnTo>
                  <a:lnTo>
                    <a:pt x="3747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5"/>
                  </a:lnTo>
                  <a:lnTo>
                    <a:pt x="3013" y="9770"/>
                  </a:lnTo>
                  <a:lnTo>
                    <a:pt x="2974" y="9615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4" y="9036"/>
                  </a:lnTo>
                  <a:lnTo>
                    <a:pt x="2241" y="8997"/>
                  </a:lnTo>
                  <a:lnTo>
                    <a:pt x="2048" y="9036"/>
                  </a:lnTo>
                  <a:lnTo>
                    <a:pt x="1854" y="9113"/>
                  </a:lnTo>
                  <a:lnTo>
                    <a:pt x="1700" y="9190"/>
                  </a:lnTo>
                  <a:lnTo>
                    <a:pt x="1546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0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0"/>
                  </a:lnTo>
                  <a:lnTo>
                    <a:pt x="812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9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09"/>
                  </a:lnTo>
                  <a:lnTo>
                    <a:pt x="3554" y="11932"/>
                  </a:lnTo>
                  <a:lnTo>
                    <a:pt x="3515" y="11816"/>
                  </a:lnTo>
                  <a:lnTo>
                    <a:pt x="3438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5" y="11816"/>
                  </a:lnTo>
                  <a:lnTo>
                    <a:pt x="3052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8" y="12666"/>
                  </a:lnTo>
                  <a:lnTo>
                    <a:pt x="1739" y="12704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2"/>
                  </a:lnTo>
                  <a:lnTo>
                    <a:pt x="619" y="12048"/>
                  </a:lnTo>
                  <a:lnTo>
                    <a:pt x="542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2" y="11198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19"/>
                  </a:lnTo>
                  <a:lnTo>
                    <a:pt x="1044" y="10542"/>
                  </a:lnTo>
                  <a:lnTo>
                    <a:pt x="1237" y="10465"/>
                  </a:lnTo>
                  <a:lnTo>
                    <a:pt x="1430" y="10388"/>
                  </a:lnTo>
                  <a:lnTo>
                    <a:pt x="1739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4"/>
                  </a:lnTo>
                  <a:lnTo>
                    <a:pt x="6257" y="12975"/>
                  </a:lnTo>
                  <a:lnTo>
                    <a:pt x="6681" y="13206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8" y="13786"/>
                  </a:lnTo>
                  <a:lnTo>
                    <a:pt x="8921" y="13786"/>
                  </a:lnTo>
                  <a:lnTo>
                    <a:pt x="9346" y="13708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9" y="12782"/>
                  </a:lnTo>
                  <a:lnTo>
                    <a:pt x="10929" y="12473"/>
                  </a:lnTo>
                  <a:lnTo>
                    <a:pt x="11122" y="12125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3" y="10696"/>
                  </a:lnTo>
                  <a:lnTo>
                    <a:pt x="11972" y="9615"/>
                  </a:lnTo>
                  <a:lnTo>
                    <a:pt x="12126" y="9113"/>
                  </a:lnTo>
                  <a:lnTo>
                    <a:pt x="12358" y="8611"/>
                  </a:lnTo>
                  <a:lnTo>
                    <a:pt x="12589" y="8109"/>
                  </a:lnTo>
                  <a:lnTo>
                    <a:pt x="12937" y="7646"/>
                  </a:lnTo>
                  <a:lnTo>
                    <a:pt x="13284" y="7298"/>
                  </a:lnTo>
                  <a:lnTo>
                    <a:pt x="13632" y="6989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70" y="6101"/>
                  </a:lnTo>
                  <a:lnTo>
                    <a:pt x="15833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5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1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8"/>
                  </a:lnTo>
                  <a:lnTo>
                    <a:pt x="24058" y="6989"/>
                  </a:lnTo>
                  <a:lnTo>
                    <a:pt x="24367" y="6642"/>
                  </a:lnTo>
                  <a:lnTo>
                    <a:pt x="24599" y="6294"/>
                  </a:lnTo>
                  <a:lnTo>
                    <a:pt x="24753" y="5908"/>
                  </a:lnTo>
                  <a:lnTo>
                    <a:pt x="24869" y="5483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2"/>
                  </a:lnTo>
                  <a:lnTo>
                    <a:pt x="24792" y="2858"/>
                  </a:lnTo>
                  <a:lnTo>
                    <a:pt x="24637" y="2394"/>
                  </a:lnTo>
                  <a:lnTo>
                    <a:pt x="24444" y="1970"/>
                  </a:lnTo>
                  <a:lnTo>
                    <a:pt x="24251" y="1583"/>
                  </a:lnTo>
                  <a:lnTo>
                    <a:pt x="24058" y="1197"/>
                  </a:lnTo>
                  <a:lnTo>
                    <a:pt x="23788" y="811"/>
                  </a:lnTo>
                  <a:lnTo>
                    <a:pt x="23942" y="386"/>
                  </a:lnTo>
                  <a:lnTo>
                    <a:pt x="23595" y="232"/>
                  </a:lnTo>
                  <a:lnTo>
                    <a:pt x="23208" y="116"/>
                  </a:lnTo>
                  <a:lnTo>
                    <a:pt x="23170" y="77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687125" y="961000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1"/>
                  </a:moveTo>
                  <a:lnTo>
                    <a:pt x="3438" y="464"/>
                  </a:lnTo>
                  <a:lnTo>
                    <a:pt x="3785" y="657"/>
                  </a:lnTo>
                  <a:lnTo>
                    <a:pt x="4094" y="889"/>
                  </a:lnTo>
                  <a:lnTo>
                    <a:pt x="4364" y="1159"/>
                  </a:lnTo>
                  <a:lnTo>
                    <a:pt x="4635" y="1468"/>
                  </a:lnTo>
                  <a:lnTo>
                    <a:pt x="4866" y="1777"/>
                  </a:lnTo>
                  <a:lnTo>
                    <a:pt x="5059" y="2086"/>
                  </a:lnTo>
                  <a:lnTo>
                    <a:pt x="5253" y="2472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61" y="3592"/>
                  </a:lnTo>
                  <a:lnTo>
                    <a:pt x="5600" y="4017"/>
                  </a:lnTo>
                  <a:lnTo>
                    <a:pt x="5600" y="4403"/>
                  </a:lnTo>
                  <a:lnTo>
                    <a:pt x="5561" y="4828"/>
                  </a:lnTo>
                  <a:lnTo>
                    <a:pt x="5523" y="5214"/>
                  </a:lnTo>
                  <a:lnTo>
                    <a:pt x="5446" y="5639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99"/>
                  </a:lnTo>
                  <a:lnTo>
                    <a:pt x="4519" y="7685"/>
                  </a:lnTo>
                  <a:lnTo>
                    <a:pt x="4249" y="8033"/>
                  </a:lnTo>
                  <a:lnTo>
                    <a:pt x="3940" y="8419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46"/>
                  </a:lnTo>
                  <a:lnTo>
                    <a:pt x="2549" y="9616"/>
                  </a:lnTo>
                  <a:lnTo>
                    <a:pt x="2163" y="9848"/>
                  </a:lnTo>
                  <a:lnTo>
                    <a:pt x="1739" y="10041"/>
                  </a:lnTo>
                  <a:lnTo>
                    <a:pt x="1352" y="10234"/>
                  </a:lnTo>
                  <a:lnTo>
                    <a:pt x="889" y="10427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5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49" y="10234"/>
                  </a:lnTo>
                  <a:lnTo>
                    <a:pt x="2974" y="9963"/>
                  </a:lnTo>
                  <a:lnTo>
                    <a:pt x="3399" y="9654"/>
                  </a:lnTo>
                  <a:lnTo>
                    <a:pt x="3785" y="9307"/>
                  </a:lnTo>
                  <a:lnTo>
                    <a:pt x="4171" y="8921"/>
                  </a:lnTo>
                  <a:lnTo>
                    <a:pt x="4519" y="8535"/>
                  </a:lnTo>
                  <a:lnTo>
                    <a:pt x="4828" y="8148"/>
                  </a:lnTo>
                  <a:lnTo>
                    <a:pt x="5098" y="7685"/>
                  </a:lnTo>
                  <a:lnTo>
                    <a:pt x="5368" y="7260"/>
                  </a:lnTo>
                  <a:lnTo>
                    <a:pt x="5600" y="6797"/>
                  </a:lnTo>
                  <a:lnTo>
                    <a:pt x="5793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94"/>
                  </a:lnTo>
                  <a:lnTo>
                    <a:pt x="6063" y="3669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5" y="2434"/>
                  </a:lnTo>
                  <a:lnTo>
                    <a:pt x="5561" y="2047"/>
                  </a:lnTo>
                  <a:lnTo>
                    <a:pt x="5368" y="1700"/>
                  </a:lnTo>
                  <a:lnTo>
                    <a:pt x="5137" y="1352"/>
                  </a:lnTo>
                  <a:lnTo>
                    <a:pt x="4905" y="1005"/>
                  </a:lnTo>
                  <a:lnTo>
                    <a:pt x="4596" y="734"/>
                  </a:lnTo>
                  <a:lnTo>
                    <a:pt x="4287" y="464"/>
                  </a:lnTo>
                  <a:lnTo>
                    <a:pt x="3940" y="232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4302325" y="9697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5" y="5599"/>
                  </a:lnTo>
                  <a:lnTo>
                    <a:pt x="5329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39" y="8380"/>
                  </a:lnTo>
                  <a:lnTo>
                    <a:pt x="3630" y="8727"/>
                  </a:lnTo>
                  <a:lnTo>
                    <a:pt x="3283" y="9036"/>
                  </a:lnTo>
                  <a:lnTo>
                    <a:pt x="2935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8" y="10040"/>
                  </a:lnTo>
                  <a:lnTo>
                    <a:pt x="1313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7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39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5445325" y="9890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1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3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8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9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40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7" y="7183"/>
                  </a:lnTo>
                  <a:lnTo>
                    <a:pt x="12743" y="6681"/>
                  </a:lnTo>
                  <a:lnTo>
                    <a:pt x="12435" y="6218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6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4674950" y="1001550"/>
              <a:ext cx="375575" cy="387150"/>
            </a:xfrm>
            <a:custGeom>
              <a:avLst/>
              <a:gdLst/>
              <a:ahLst/>
              <a:cxnLst/>
              <a:rect l="l" t="t" r="r" b="b"/>
              <a:pathLst>
                <a:path w="15023" h="15486" extrusionOk="0">
                  <a:moveTo>
                    <a:pt x="7492" y="503"/>
                  </a:moveTo>
                  <a:lnTo>
                    <a:pt x="8033" y="541"/>
                  </a:lnTo>
                  <a:lnTo>
                    <a:pt x="8612" y="580"/>
                  </a:lnTo>
                  <a:lnTo>
                    <a:pt x="9153" y="696"/>
                  </a:lnTo>
                  <a:lnTo>
                    <a:pt x="9693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1" y="1545"/>
                  </a:lnTo>
                  <a:lnTo>
                    <a:pt x="11624" y="1815"/>
                  </a:lnTo>
                  <a:lnTo>
                    <a:pt x="10813" y="2202"/>
                  </a:lnTo>
                  <a:lnTo>
                    <a:pt x="10079" y="2626"/>
                  </a:lnTo>
                  <a:lnTo>
                    <a:pt x="9307" y="3090"/>
                  </a:lnTo>
                  <a:lnTo>
                    <a:pt x="8612" y="3630"/>
                  </a:lnTo>
                  <a:lnTo>
                    <a:pt x="7956" y="4171"/>
                  </a:lnTo>
                  <a:lnTo>
                    <a:pt x="7299" y="4789"/>
                  </a:lnTo>
                  <a:lnTo>
                    <a:pt x="6720" y="5445"/>
                  </a:lnTo>
                  <a:lnTo>
                    <a:pt x="6141" y="6140"/>
                  </a:lnTo>
                  <a:lnTo>
                    <a:pt x="5639" y="6874"/>
                  </a:lnTo>
                  <a:lnTo>
                    <a:pt x="5214" y="7646"/>
                  </a:lnTo>
                  <a:lnTo>
                    <a:pt x="4789" y="8419"/>
                  </a:lnTo>
                  <a:lnTo>
                    <a:pt x="4480" y="9230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4" y="11778"/>
                  </a:lnTo>
                  <a:lnTo>
                    <a:pt x="3747" y="12666"/>
                  </a:lnTo>
                  <a:lnTo>
                    <a:pt x="3592" y="12666"/>
                  </a:lnTo>
                  <a:lnTo>
                    <a:pt x="3283" y="11855"/>
                  </a:lnTo>
                  <a:lnTo>
                    <a:pt x="3052" y="11044"/>
                  </a:lnTo>
                  <a:lnTo>
                    <a:pt x="2858" y="10195"/>
                  </a:lnTo>
                  <a:lnTo>
                    <a:pt x="2704" y="9345"/>
                  </a:lnTo>
                  <a:lnTo>
                    <a:pt x="2588" y="8534"/>
                  </a:lnTo>
                  <a:lnTo>
                    <a:pt x="2550" y="7685"/>
                  </a:lnTo>
                  <a:lnTo>
                    <a:pt x="2588" y="6797"/>
                  </a:lnTo>
                  <a:lnTo>
                    <a:pt x="2704" y="5947"/>
                  </a:lnTo>
                  <a:lnTo>
                    <a:pt x="2858" y="5214"/>
                  </a:lnTo>
                  <a:lnTo>
                    <a:pt x="3052" y="4519"/>
                  </a:lnTo>
                  <a:lnTo>
                    <a:pt x="3322" y="3823"/>
                  </a:lnTo>
                  <a:lnTo>
                    <a:pt x="3669" y="3206"/>
                  </a:lnTo>
                  <a:lnTo>
                    <a:pt x="4017" y="2588"/>
                  </a:lnTo>
                  <a:lnTo>
                    <a:pt x="4442" y="1970"/>
                  </a:lnTo>
                  <a:lnTo>
                    <a:pt x="4905" y="1429"/>
                  </a:lnTo>
                  <a:lnTo>
                    <a:pt x="5407" y="889"/>
                  </a:lnTo>
                  <a:lnTo>
                    <a:pt x="5909" y="734"/>
                  </a:lnTo>
                  <a:lnTo>
                    <a:pt x="6411" y="618"/>
                  </a:lnTo>
                  <a:lnTo>
                    <a:pt x="6952" y="541"/>
                  </a:lnTo>
                  <a:lnTo>
                    <a:pt x="7492" y="503"/>
                  </a:lnTo>
                  <a:close/>
                  <a:moveTo>
                    <a:pt x="11972" y="2086"/>
                  </a:moveTo>
                  <a:lnTo>
                    <a:pt x="12358" y="2433"/>
                  </a:lnTo>
                  <a:lnTo>
                    <a:pt x="12705" y="2819"/>
                  </a:lnTo>
                  <a:lnTo>
                    <a:pt x="13053" y="3206"/>
                  </a:lnTo>
                  <a:lnTo>
                    <a:pt x="13323" y="3669"/>
                  </a:lnTo>
                  <a:lnTo>
                    <a:pt x="13593" y="4094"/>
                  </a:lnTo>
                  <a:lnTo>
                    <a:pt x="13864" y="4596"/>
                  </a:lnTo>
                  <a:lnTo>
                    <a:pt x="14057" y="5098"/>
                  </a:lnTo>
                  <a:lnTo>
                    <a:pt x="14211" y="5600"/>
                  </a:lnTo>
                  <a:lnTo>
                    <a:pt x="14327" y="6102"/>
                  </a:lnTo>
                  <a:lnTo>
                    <a:pt x="14443" y="6642"/>
                  </a:lnTo>
                  <a:lnTo>
                    <a:pt x="13671" y="6681"/>
                  </a:lnTo>
                  <a:lnTo>
                    <a:pt x="12898" y="6797"/>
                  </a:lnTo>
                  <a:lnTo>
                    <a:pt x="12165" y="6951"/>
                  </a:lnTo>
                  <a:lnTo>
                    <a:pt x="11392" y="7144"/>
                  </a:lnTo>
                  <a:lnTo>
                    <a:pt x="10659" y="7415"/>
                  </a:lnTo>
                  <a:lnTo>
                    <a:pt x="9964" y="7724"/>
                  </a:lnTo>
                  <a:lnTo>
                    <a:pt x="9230" y="8032"/>
                  </a:lnTo>
                  <a:lnTo>
                    <a:pt x="8535" y="8419"/>
                  </a:lnTo>
                  <a:lnTo>
                    <a:pt x="7878" y="8843"/>
                  </a:lnTo>
                  <a:lnTo>
                    <a:pt x="7261" y="9307"/>
                  </a:lnTo>
                  <a:lnTo>
                    <a:pt x="6643" y="9809"/>
                  </a:lnTo>
                  <a:lnTo>
                    <a:pt x="6102" y="10349"/>
                  </a:lnTo>
                  <a:lnTo>
                    <a:pt x="5561" y="10890"/>
                  </a:lnTo>
                  <a:lnTo>
                    <a:pt x="5098" y="11508"/>
                  </a:lnTo>
                  <a:lnTo>
                    <a:pt x="4635" y="12126"/>
                  </a:lnTo>
                  <a:lnTo>
                    <a:pt x="4249" y="12821"/>
                  </a:lnTo>
                  <a:lnTo>
                    <a:pt x="4133" y="12743"/>
                  </a:lnTo>
                  <a:lnTo>
                    <a:pt x="3978" y="12666"/>
                  </a:lnTo>
                  <a:lnTo>
                    <a:pt x="4094" y="11817"/>
                  </a:lnTo>
                  <a:lnTo>
                    <a:pt x="4326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4" y="8496"/>
                  </a:lnTo>
                  <a:lnTo>
                    <a:pt x="5600" y="7724"/>
                  </a:lnTo>
                  <a:lnTo>
                    <a:pt x="6025" y="6990"/>
                  </a:lnTo>
                  <a:lnTo>
                    <a:pt x="6527" y="6295"/>
                  </a:lnTo>
                  <a:lnTo>
                    <a:pt x="7067" y="5600"/>
                  </a:lnTo>
                  <a:lnTo>
                    <a:pt x="7608" y="4982"/>
                  </a:lnTo>
                  <a:lnTo>
                    <a:pt x="8226" y="4403"/>
                  </a:lnTo>
                  <a:lnTo>
                    <a:pt x="8921" y="3823"/>
                  </a:lnTo>
                  <a:lnTo>
                    <a:pt x="9616" y="3321"/>
                  </a:lnTo>
                  <a:lnTo>
                    <a:pt x="10350" y="2858"/>
                  </a:lnTo>
                  <a:lnTo>
                    <a:pt x="11122" y="2472"/>
                  </a:lnTo>
                  <a:lnTo>
                    <a:pt x="11972" y="2086"/>
                  </a:lnTo>
                  <a:close/>
                  <a:moveTo>
                    <a:pt x="14482" y="6990"/>
                  </a:moveTo>
                  <a:lnTo>
                    <a:pt x="14482" y="7839"/>
                  </a:lnTo>
                  <a:lnTo>
                    <a:pt x="14443" y="8689"/>
                  </a:lnTo>
                  <a:lnTo>
                    <a:pt x="14288" y="9538"/>
                  </a:lnTo>
                  <a:lnTo>
                    <a:pt x="14173" y="9963"/>
                  </a:lnTo>
                  <a:lnTo>
                    <a:pt x="14057" y="10349"/>
                  </a:lnTo>
                  <a:lnTo>
                    <a:pt x="13902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3" y="12241"/>
                  </a:lnTo>
                  <a:lnTo>
                    <a:pt x="12782" y="12589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2" y="13052"/>
                  </a:lnTo>
                  <a:lnTo>
                    <a:pt x="11701" y="12937"/>
                  </a:lnTo>
                  <a:lnTo>
                    <a:pt x="11122" y="12782"/>
                  </a:lnTo>
                  <a:lnTo>
                    <a:pt x="10543" y="12628"/>
                  </a:lnTo>
                  <a:lnTo>
                    <a:pt x="10002" y="12550"/>
                  </a:lnTo>
                  <a:lnTo>
                    <a:pt x="9423" y="12512"/>
                  </a:lnTo>
                  <a:lnTo>
                    <a:pt x="8844" y="12473"/>
                  </a:lnTo>
                  <a:lnTo>
                    <a:pt x="8303" y="12473"/>
                  </a:lnTo>
                  <a:lnTo>
                    <a:pt x="7763" y="12512"/>
                  </a:lnTo>
                  <a:lnTo>
                    <a:pt x="7222" y="12589"/>
                  </a:lnTo>
                  <a:lnTo>
                    <a:pt x="6720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1"/>
                  </a:lnTo>
                  <a:lnTo>
                    <a:pt x="4557" y="13130"/>
                  </a:lnTo>
                  <a:lnTo>
                    <a:pt x="4442" y="12937"/>
                  </a:lnTo>
                  <a:lnTo>
                    <a:pt x="4905" y="12319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1" y="10620"/>
                  </a:lnTo>
                  <a:lnTo>
                    <a:pt x="6990" y="10118"/>
                  </a:lnTo>
                  <a:lnTo>
                    <a:pt x="7569" y="9654"/>
                  </a:lnTo>
                  <a:lnTo>
                    <a:pt x="8149" y="9230"/>
                  </a:lnTo>
                  <a:lnTo>
                    <a:pt x="8767" y="8805"/>
                  </a:lnTo>
                  <a:lnTo>
                    <a:pt x="9423" y="8457"/>
                  </a:lnTo>
                  <a:lnTo>
                    <a:pt x="10079" y="8110"/>
                  </a:lnTo>
                  <a:lnTo>
                    <a:pt x="10736" y="7839"/>
                  </a:lnTo>
                  <a:lnTo>
                    <a:pt x="11470" y="7569"/>
                  </a:lnTo>
                  <a:lnTo>
                    <a:pt x="12165" y="7376"/>
                  </a:lnTo>
                  <a:lnTo>
                    <a:pt x="12937" y="7183"/>
                  </a:lnTo>
                  <a:lnTo>
                    <a:pt x="13671" y="7067"/>
                  </a:lnTo>
                  <a:lnTo>
                    <a:pt x="14482" y="6990"/>
                  </a:lnTo>
                  <a:close/>
                  <a:moveTo>
                    <a:pt x="4519" y="1236"/>
                  </a:moveTo>
                  <a:lnTo>
                    <a:pt x="4055" y="1854"/>
                  </a:lnTo>
                  <a:lnTo>
                    <a:pt x="3631" y="2472"/>
                  </a:lnTo>
                  <a:lnTo>
                    <a:pt x="3245" y="3128"/>
                  </a:lnTo>
                  <a:lnTo>
                    <a:pt x="2936" y="3823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8" y="6025"/>
                  </a:lnTo>
                  <a:lnTo>
                    <a:pt x="2241" y="6797"/>
                  </a:lnTo>
                  <a:lnTo>
                    <a:pt x="2202" y="7569"/>
                  </a:lnTo>
                  <a:lnTo>
                    <a:pt x="2202" y="8341"/>
                  </a:lnTo>
                  <a:lnTo>
                    <a:pt x="2279" y="9114"/>
                  </a:lnTo>
                  <a:lnTo>
                    <a:pt x="2395" y="9886"/>
                  </a:lnTo>
                  <a:lnTo>
                    <a:pt x="2550" y="10620"/>
                  </a:lnTo>
                  <a:lnTo>
                    <a:pt x="2781" y="11353"/>
                  </a:lnTo>
                  <a:lnTo>
                    <a:pt x="3013" y="12087"/>
                  </a:lnTo>
                  <a:lnTo>
                    <a:pt x="3322" y="12743"/>
                  </a:lnTo>
                  <a:lnTo>
                    <a:pt x="3129" y="12898"/>
                  </a:lnTo>
                  <a:lnTo>
                    <a:pt x="2936" y="13052"/>
                  </a:lnTo>
                  <a:lnTo>
                    <a:pt x="2820" y="13245"/>
                  </a:lnTo>
                  <a:lnTo>
                    <a:pt x="2743" y="13439"/>
                  </a:lnTo>
                  <a:lnTo>
                    <a:pt x="2395" y="13014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7" y="11624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9" y="10118"/>
                  </a:lnTo>
                  <a:lnTo>
                    <a:pt x="735" y="9616"/>
                  </a:lnTo>
                  <a:lnTo>
                    <a:pt x="619" y="9114"/>
                  </a:lnTo>
                  <a:lnTo>
                    <a:pt x="542" y="8573"/>
                  </a:lnTo>
                  <a:lnTo>
                    <a:pt x="503" y="8032"/>
                  </a:lnTo>
                  <a:lnTo>
                    <a:pt x="503" y="7492"/>
                  </a:lnTo>
                  <a:lnTo>
                    <a:pt x="542" y="6951"/>
                  </a:lnTo>
                  <a:lnTo>
                    <a:pt x="619" y="6411"/>
                  </a:lnTo>
                  <a:lnTo>
                    <a:pt x="773" y="5870"/>
                  </a:lnTo>
                  <a:lnTo>
                    <a:pt x="928" y="5329"/>
                  </a:lnTo>
                  <a:lnTo>
                    <a:pt x="1198" y="4673"/>
                  </a:lnTo>
                  <a:lnTo>
                    <a:pt x="1546" y="4055"/>
                  </a:lnTo>
                  <a:lnTo>
                    <a:pt x="1932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2009"/>
                  </a:lnTo>
                  <a:lnTo>
                    <a:pt x="3940" y="1584"/>
                  </a:lnTo>
                  <a:lnTo>
                    <a:pt x="4519" y="1236"/>
                  </a:lnTo>
                  <a:close/>
                  <a:moveTo>
                    <a:pt x="3862" y="12975"/>
                  </a:moveTo>
                  <a:lnTo>
                    <a:pt x="4017" y="13052"/>
                  </a:lnTo>
                  <a:lnTo>
                    <a:pt x="4171" y="13168"/>
                  </a:lnTo>
                  <a:lnTo>
                    <a:pt x="4287" y="13284"/>
                  </a:lnTo>
                  <a:lnTo>
                    <a:pt x="4326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6" y="13941"/>
                  </a:lnTo>
                  <a:lnTo>
                    <a:pt x="4210" y="14095"/>
                  </a:lnTo>
                  <a:lnTo>
                    <a:pt x="3785" y="13825"/>
                  </a:lnTo>
                  <a:lnTo>
                    <a:pt x="3360" y="13477"/>
                  </a:lnTo>
                  <a:lnTo>
                    <a:pt x="3245" y="13439"/>
                  </a:lnTo>
                  <a:lnTo>
                    <a:pt x="3167" y="13439"/>
                  </a:lnTo>
                  <a:lnTo>
                    <a:pt x="3052" y="13477"/>
                  </a:lnTo>
                  <a:lnTo>
                    <a:pt x="2974" y="13516"/>
                  </a:lnTo>
                  <a:lnTo>
                    <a:pt x="3052" y="13361"/>
                  </a:lnTo>
                  <a:lnTo>
                    <a:pt x="3167" y="13207"/>
                  </a:lnTo>
                  <a:lnTo>
                    <a:pt x="3322" y="13130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53" y="12859"/>
                  </a:moveTo>
                  <a:lnTo>
                    <a:pt x="9616" y="12898"/>
                  </a:lnTo>
                  <a:lnTo>
                    <a:pt x="10118" y="12975"/>
                  </a:lnTo>
                  <a:lnTo>
                    <a:pt x="10504" y="13014"/>
                  </a:lnTo>
                  <a:lnTo>
                    <a:pt x="11006" y="13130"/>
                  </a:lnTo>
                  <a:lnTo>
                    <a:pt x="11508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8"/>
                  </a:lnTo>
                  <a:lnTo>
                    <a:pt x="10659" y="14249"/>
                  </a:lnTo>
                  <a:lnTo>
                    <a:pt x="10234" y="14443"/>
                  </a:lnTo>
                  <a:lnTo>
                    <a:pt x="9770" y="14636"/>
                  </a:lnTo>
                  <a:lnTo>
                    <a:pt x="9307" y="14751"/>
                  </a:lnTo>
                  <a:lnTo>
                    <a:pt x="8844" y="14867"/>
                  </a:lnTo>
                  <a:lnTo>
                    <a:pt x="8342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3" y="14945"/>
                  </a:lnTo>
                  <a:lnTo>
                    <a:pt x="6411" y="14867"/>
                  </a:lnTo>
                  <a:lnTo>
                    <a:pt x="5948" y="14790"/>
                  </a:lnTo>
                  <a:lnTo>
                    <a:pt x="5484" y="14636"/>
                  </a:lnTo>
                  <a:lnTo>
                    <a:pt x="5021" y="14481"/>
                  </a:lnTo>
                  <a:lnTo>
                    <a:pt x="4596" y="14288"/>
                  </a:lnTo>
                  <a:lnTo>
                    <a:pt x="4712" y="14018"/>
                  </a:lnTo>
                  <a:lnTo>
                    <a:pt x="4751" y="13747"/>
                  </a:lnTo>
                  <a:lnTo>
                    <a:pt x="4712" y="13593"/>
                  </a:lnTo>
                  <a:lnTo>
                    <a:pt x="5561" y="13323"/>
                  </a:lnTo>
                  <a:lnTo>
                    <a:pt x="6411" y="13091"/>
                  </a:lnTo>
                  <a:lnTo>
                    <a:pt x="7299" y="12937"/>
                  </a:lnTo>
                  <a:lnTo>
                    <a:pt x="8187" y="12859"/>
                  </a:lnTo>
                  <a:close/>
                  <a:moveTo>
                    <a:pt x="7608" y="1"/>
                  </a:moveTo>
                  <a:lnTo>
                    <a:pt x="6990" y="39"/>
                  </a:lnTo>
                  <a:lnTo>
                    <a:pt x="6450" y="116"/>
                  </a:lnTo>
                  <a:lnTo>
                    <a:pt x="5870" y="232"/>
                  </a:lnTo>
                  <a:lnTo>
                    <a:pt x="5330" y="387"/>
                  </a:lnTo>
                  <a:lnTo>
                    <a:pt x="4789" y="580"/>
                  </a:lnTo>
                  <a:lnTo>
                    <a:pt x="4249" y="812"/>
                  </a:lnTo>
                  <a:lnTo>
                    <a:pt x="3785" y="1120"/>
                  </a:lnTo>
                  <a:lnTo>
                    <a:pt x="3283" y="1429"/>
                  </a:lnTo>
                  <a:lnTo>
                    <a:pt x="2820" y="1777"/>
                  </a:lnTo>
                  <a:lnTo>
                    <a:pt x="2395" y="2163"/>
                  </a:lnTo>
                  <a:lnTo>
                    <a:pt x="2009" y="2588"/>
                  </a:lnTo>
                  <a:lnTo>
                    <a:pt x="1623" y="3013"/>
                  </a:lnTo>
                  <a:lnTo>
                    <a:pt x="1275" y="3515"/>
                  </a:lnTo>
                  <a:lnTo>
                    <a:pt x="966" y="4017"/>
                  </a:lnTo>
                  <a:lnTo>
                    <a:pt x="696" y="4596"/>
                  </a:lnTo>
                  <a:lnTo>
                    <a:pt x="426" y="5252"/>
                  </a:lnTo>
                  <a:lnTo>
                    <a:pt x="233" y="5909"/>
                  </a:lnTo>
                  <a:lnTo>
                    <a:pt x="117" y="6565"/>
                  </a:lnTo>
                  <a:lnTo>
                    <a:pt x="40" y="7222"/>
                  </a:lnTo>
                  <a:lnTo>
                    <a:pt x="1" y="7917"/>
                  </a:lnTo>
                  <a:lnTo>
                    <a:pt x="40" y="8612"/>
                  </a:lnTo>
                  <a:lnTo>
                    <a:pt x="117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6" y="11238"/>
                  </a:lnTo>
                  <a:lnTo>
                    <a:pt x="1005" y="11817"/>
                  </a:lnTo>
                  <a:lnTo>
                    <a:pt x="1352" y="12396"/>
                  </a:lnTo>
                  <a:lnTo>
                    <a:pt x="1739" y="12937"/>
                  </a:lnTo>
                  <a:lnTo>
                    <a:pt x="2202" y="13439"/>
                  </a:lnTo>
                  <a:lnTo>
                    <a:pt x="2704" y="13902"/>
                  </a:lnTo>
                  <a:lnTo>
                    <a:pt x="2781" y="13941"/>
                  </a:lnTo>
                  <a:lnTo>
                    <a:pt x="2820" y="13941"/>
                  </a:lnTo>
                  <a:lnTo>
                    <a:pt x="2936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520"/>
                  </a:lnTo>
                  <a:lnTo>
                    <a:pt x="4133" y="14597"/>
                  </a:lnTo>
                  <a:lnTo>
                    <a:pt x="4557" y="14829"/>
                  </a:lnTo>
                  <a:lnTo>
                    <a:pt x="4982" y="14983"/>
                  </a:lnTo>
                  <a:lnTo>
                    <a:pt x="5407" y="15138"/>
                  </a:lnTo>
                  <a:lnTo>
                    <a:pt x="5870" y="15292"/>
                  </a:lnTo>
                  <a:lnTo>
                    <a:pt x="6334" y="15369"/>
                  </a:lnTo>
                  <a:lnTo>
                    <a:pt x="6797" y="15447"/>
                  </a:lnTo>
                  <a:lnTo>
                    <a:pt x="7299" y="15485"/>
                  </a:lnTo>
                  <a:lnTo>
                    <a:pt x="7763" y="15485"/>
                  </a:lnTo>
                  <a:lnTo>
                    <a:pt x="8226" y="15447"/>
                  </a:lnTo>
                  <a:lnTo>
                    <a:pt x="8689" y="15408"/>
                  </a:lnTo>
                  <a:lnTo>
                    <a:pt x="9153" y="15331"/>
                  </a:lnTo>
                  <a:lnTo>
                    <a:pt x="9616" y="15215"/>
                  </a:lnTo>
                  <a:lnTo>
                    <a:pt x="10079" y="15060"/>
                  </a:lnTo>
                  <a:lnTo>
                    <a:pt x="10543" y="14867"/>
                  </a:lnTo>
                  <a:lnTo>
                    <a:pt x="10968" y="14674"/>
                  </a:lnTo>
                  <a:lnTo>
                    <a:pt x="11392" y="14443"/>
                  </a:lnTo>
                  <a:lnTo>
                    <a:pt x="11856" y="14134"/>
                  </a:lnTo>
                  <a:lnTo>
                    <a:pt x="12319" y="13786"/>
                  </a:lnTo>
                  <a:lnTo>
                    <a:pt x="12744" y="13400"/>
                  </a:lnTo>
                  <a:lnTo>
                    <a:pt x="13130" y="12975"/>
                  </a:lnTo>
                  <a:lnTo>
                    <a:pt x="13478" y="12550"/>
                  </a:lnTo>
                  <a:lnTo>
                    <a:pt x="13786" y="12048"/>
                  </a:lnTo>
                  <a:lnTo>
                    <a:pt x="14057" y="11585"/>
                  </a:lnTo>
                  <a:lnTo>
                    <a:pt x="14288" y="11044"/>
                  </a:lnTo>
                  <a:lnTo>
                    <a:pt x="14520" y="10542"/>
                  </a:lnTo>
                  <a:lnTo>
                    <a:pt x="14675" y="10002"/>
                  </a:lnTo>
                  <a:lnTo>
                    <a:pt x="14829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5" y="6604"/>
                  </a:lnTo>
                  <a:lnTo>
                    <a:pt x="14829" y="5986"/>
                  </a:lnTo>
                  <a:lnTo>
                    <a:pt x="14675" y="5407"/>
                  </a:lnTo>
                  <a:lnTo>
                    <a:pt x="14482" y="4827"/>
                  </a:lnTo>
                  <a:lnTo>
                    <a:pt x="14250" y="4287"/>
                  </a:lnTo>
                  <a:lnTo>
                    <a:pt x="13980" y="3746"/>
                  </a:lnTo>
                  <a:lnTo>
                    <a:pt x="13671" y="3244"/>
                  </a:lnTo>
                  <a:lnTo>
                    <a:pt x="13323" y="2742"/>
                  </a:lnTo>
                  <a:lnTo>
                    <a:pt x="12937" y="2317"/>
                  </a:lnTo>
                  <a:lnTo>
                    <a:pt x="12512" y="1893"/>
                  </a:lnTo>
                  <a:lnTo>
                    <a:pt x="12049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3" y="618"/>
                  </a:lnTo>
                  <a:lnTo>
                    <a:pt x="9964" y="387"/>
                  </a:lnTo>
                  <a:lnTo>
                    <a:pt x="9384" y="232"/>
                  </a:lnTo>
                  <a:lnTo>
                    <a:pt x="8767" y="116"/>
                  </a:lnTo>
                  <a:lnTo>
                    <a:pt x="8187" y="39"/>
                  </a:lnTo>
                  <a:lnTo>
                    <a:pt x="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5477175" y="10025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2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2850400" y="1030525"/>
              <a:ext cx="475950" cy="686400"/>
            </a:xfrm>
            <a:custGeom>
              <a:avLst/>
              <a:gdLst/>
              <a:ahLst/>
              <a:cxnLst/>
              <a:rect l="l" t="t" r="r" b="b"/>
              <a:pathLst>
                <a:path w="19038" h="27456" extrusionOk="0">
                  <a:moveTo>
                    <a:pt x="18690" y="309"/>
                  </a:moveTo>
                  <a:lnTo>
                    <a:pt x="18690" y="463"/>
                  </a:lnTo>
                  <a:lnTo>
                    <a:pt x="18382" y="2047"/>
                  </a:lnTo>
                  <a:lnTo>
                    <a:pt x="17995" y="3668"/>
                  </a:lnTo>
                  <a:lnTo>
                    <a:pt x="17609" y="5252"/>
                  </a:lnTo>
                  <a:lnTo>
                    <a:pt x="17184" y="6873"/>
                  </a:lnTo>
                  <a:lnTo>
                    <a:pt x="16489" y="6873"/>
                  </a:lnTo>
                  <a:lnTo>
                    <a:pt x="16180" y="6835"/>
                  </a:lnTo>
                  <a:lnTo>
                    <a:pt x="15833" y="6758"/>
                  </a:lnTo>
                  <a:lnTo>
                    <a:pt x="15524" y="6680"/>
                  </a:lnTo>
                  <a:lnTo>
                    <a:pt x="15215" y="6565"/>
                  </a:lnTo>
                  <a:lnTo>
                    <a:pt x="14906" y="6410"/>
                  </a:lnTo>
                  <a:lnTo>
                    <a:pt x="14597" y="6217"/>
                  </a:lnTo>
                  <a:lnTo>
                    <a:pt x="14327" y="6024"/>
                  </a:lnTo>
                  <a:lnTo>
                    <a:pt x="14057" y="5792"/>
                  </a:lnTo>
                  <a:lnTo>
                    <a:pt x="13593" y="5329"/>
                  </a:lnTo>
                  <a:lnTo>
                    <a:pt x="13168" y="4788"/>
                  </a:lnTo>
                  <a:lnTo>
                    <a:pt x="12782" y="4248"/>
                  </a:lnTo>
                  <a:lnTo>
                    <a:pt x="13477" y="3668"/>
                  </a:lnTo>
                  <a:lnTo>
                    <a:pt x="14172" y="3128"/>
                  </a:lnTo>
                  <a:lnTo>
                    <a:pt x="14868" y="2587"/>
                  </a:lnTo>
                  <a:lnTo>
                    <a:pt x="15601" y="2085"/>
                  </a:lnTo>
                  <a:lnTo>
                    <a:pt x="16374" y="1622"/>
                  </a:lnTo>
                  <a:lnTo>
                    <a:pt x="17146" y="1158"/>
                  </a:lnTo>
                  <a:lnTo>
                    <a:pt x="17918" y="734"/>
                  </a:lnTo>
                  <a:lnTo>
                    <a:pt x="18690" y="309"/>
                  </a:lnTo>
                  <a:close/>
                  <a:moveTo>
                    <a:pt x="6063" y="12434"/>
                  </a:moveTo>
                  <a:lnTo>
                    <a:pt x="5793" y="13013"/>
                  </a:lnTo>
                  <a:lnTo>
                    <a:pt x="5600" y="13592"/>
                  </a:lnTo>
                  <a:lnTo>
                    <a:pt x="5446" y="14172"/>
                  </a:lnTo>
                  <a:lnTo>
                    <a:pt x="5291" y="14790"/>
                  </a:lnTo>
                  <a:lnTo>
                    <a:pt x="5252" y="15369"/>
                  </a:lnTo>
                  <a:lnTo>
                    <a:pt x="5214" y="15407"/>
                  </a:lnTo>
                  <a:lnTo>
                    <a:pt x="4750" y="16102"/>
                  </a:lnTo>
                  <a:lnTo>
                    <a:pt x="4287" y="16797"/>
                  </a:lnTo>
                  <a:lnTo>
                    <a:pt x="4171" y="17106"/>
                  </a:lnTo>
                  <a:lnTo>
                    <a:pt x="4017" y="17415"/>
                  </a:lnTo>
                  <a:lnTo>
                    <a:pt x="3824" y="17724"/>
                  </a:lnTo>
                  <a:lnTo>
                    <a:pt x="3746" y="17840"/>
                  </a:lnTo>
                  <a:lnTo>
                    <a:pt x="3631" y="17956"/>
                  </a:lnTo>
                  <a:lnTo>
                    <a:pt x="3476" y="18033"/>
                  </a:lnTo>
                  <a:lnTo>
                    <a:pt x="3283" y="18072"/>
                  </a:lnTo>
                  <a:lnTo>
                    <a:pt x="2858" y="18110"/>
                  </a:lnTo>
                  <a:lnTo>
                    <a:pt x="2009" y="18149"/>
                  </a:lnTo>
                  <a:lnTo>
                    <a:pt x="426" y="18342"/>
                  </a:lnTo>
                  <a:lnTo>
                    <a:pt x="426" y="18342"/>
                  </a:lnTo>
                  <a:lnTo>
                    <a:pt x="850" y="17724"/>
                  </a:lnTo>
                  <a:lnTo>
                    <a:pt x="1275" y="17106"/>
                  </a:lnTo>
                  <a:lnTo>
                    <a:pt x="1661" y="16489"/>
                  </a:lnTo>
                  <a:lnTo>
                    <a:pt x="2009" y="15832"/>
                  </a:lnTo>
                  <a:lnTo>
                    <a:pt x="2549" y="14751"/>
                  </a:lnTo>
                  <a:lnTo>
                    <a:pt x="2820" y="14017"/>
                  </a:lnTo>
                  <a:lnTo>
                    <a:pt x="3013" y="13670"/>
                  </a:lnTo>
                  <a:lnTo>
                    <a:pt x="3206" y="13322"/>
                  </a:lnTo>
                  <a:lnTo>
                    <a:pt x="3360" y="13322"/>
                  </a:lnTo>
                  <a:lnTo>
                    <a:pt x="3399" y="13245"/>
                  </a:lnTo>
                  <a:lnTo>
                    <a:pt x="3438" y="13206"/>
                  </a:lnTo>
                  <a:lnTo>
                    <a:pt x="4750" y="12782"/>
                  </a:lnTo>
                  <a:lnTo>
                    <a:pt x="6063" y="12434"/>
                  </a:lnTo>
                  <a:close/>
                  <a:moveTo>
                    <a:pt x="12551" y="4441"/>
                  </a:moveTo>
                  <a:lnTo>
                    <a:pt x="12898" y="5020"/>
                  </a:lnTo>
                  <a:lnTo>
                    <a:pt x="13362" y="5561"/>
                  </a:lnTo>
                  <a:lnTo>
                    <a:pt x="13864" y="6101"/>
                  </a:lnTo>
                  <a:lnTo>
                    <a:pt x="14172" y="6333"/>
                  </a:lnTo>
                  <a:lnTo>
                    <a:pt x="14443" y="6565"/>
                  </a:lnTo>
                  <a:lnTo>
                    <a:pt x="14752" y="6758"/>
                  </a:lnTo>
                  <a:lnTo>
                    <a:pt x="15061" y="6951"/>
                  </a:lnTo>
                  <a:lnTo>
                    <a:pt x="15370" y="7067"/>
                  </a:lnTo>
                  <a:lnTo>
                    <a:pt x="15717" y="7182"/>
                  </a:lnTo>
                  <a:lnTo>
                    <a:pt x="16026" y="7260"/>
                  </a:lnTo>
                  <a:lnTo>
                    <a:pt x="16721" y="7260"/>
                  </a:lnTo>
                  <a:lnTo>
                    <a:pt x="17107" y="7182"/>
                  </a:lnTo>
                  <a:lnTo>
                    <a:pt x="16682" y="8573"/>
                  </a:lnTo>
                  <a:lnTo>
                    <a:pt x="16180" y="9963"/>
                  </a:lnTo>
                  <a:lnTo>
                    <a:pt x="15756" y="11160"/>
                  </a:lnTo>
                  <a:lnTo>
                    <a:pt x="15254" y="12357"/>
                  </a:lnTo>
                  <a:lnTo>
                    <a:pt x="14752" y="13515"/>
                  </a:lnTo>
                  <a:lnTo>
                    <a:pt x="14172" y="14635"/>
                  </a:lnTo>
                  <a:lnTo>
                    <a:pt x="13555" y="15793"/>
                  </a:lnTo>
                  <a:lnTo>
                    <a:pt x="13207" y="16373"/>
                  </a:lnTo>
                  <a:lnTo>
                    <a:pt x="12860" y="16952"/>
                  </a:lnTo>
                  <a:lnTo>
                    <a:pt x="12473" y="17493"/>
                  </a:lnTo>
                  <a:lnTo>
                    <a:pt x="12087" y="17995"/>
                  </a:lnTo>
                  <a:lnTo>
                    <a:pt x="11624" y="18458"/>
                  </a:lnTo>
                  <a:lnTo>
                    <a:pt x="11161" y="18883"/>
                  </a:lnTo>
                  <a:lnTo>
                    <a:pt x="10620" y="19230"/>
                  </a:lnTo>
                  <a:lnTo>
                    <a:pt x="10079" y="19462"/>
                  </a:lnTo>
                  <a:lnTo>
                    <a:pt x="9809" y="19578"/>
                  </a:lnTo>
                  <a:lnTo>
                    <a:pt x="9539" y="19655"/>
                  </a:lnTo>
                  <a:lnTo>
                    <a:pt x="9230" y="19694"/>
                  </a:lnTo>
                  <a:lnTo>
                    <a:pt x="8959" y="19732"/>
                  </a:lnTo>
                  <a:lnTo>
                    <a:pt x="8689" y="19732"/>
                  </a:lnTo>
                  <a:lnTo>
                    <a:pt x="8380" y="19694"/>
                  </a:lnTo>
                  <a:lnTo>
                    <a:pt x="8110" y="19616"/>
                  </a:lnTo>
                  <a:lnTo>
                    <a:pt x="7840" y="19539"/>
                  </a:lnTo>
                  <a:lnTo>
                    <a:pt x="7569" y="19423"/>
                  </a:lnTo>
                  <a:lnTo>
                    <a:pt x="7299" y="19269"/>
                  </a:lnTo>
                  <a:lnTo>
                    <a:pt x="7067" y="19114"/>
                  </a:lnTo>
                  <a:lnTo>
                    <a:pt x="6836" y="18883"/>
                  </a:lnTo>
                  <a:lnTo>
                    <a:pt x="6450" y="18458"/>
                  </a:lnTo>
                  <a:lnTo>
                    <a:pt x="6141" y="17956"/>
                  </a:lnTo>
                  <a:lnTo>
                    <a:pt x="5870" y="17454"/>
                  </a:lnTo>
                  <a:lnTo>
                    <a:pt x="5716" y="16913"/>
                  </a:lnTo>
                  <a:lnTo>
                    <a:pt x="5639" y="16334"/>
                  </a:lnTo>
                  <a:lnTo>
                    <a:pt x="5600" y="15755"/>
                  </a:lnTo>
                  <a:lnTo>
                    <a:pt x="5639" y="15214"/>
                  </a:lnTo>
                  <a:lnTo>
                    <a:pt x="5716" y="14635"/>
                  </a:lnTo>
                  <a:lnTo>
                    <a:pt x="5832" y="14056"/>
                  </a:lnTo>
                  <a:lnTo>
                    <a:pt x="6025" y="13515"/>
                  </a:lnTo>
                  <a:lnTo>
                    <a:pt x="6218" y="13013"/>
                  </a:lnTo>
                  <a:lnTo>
                    <a:pt x="6450" y="12473"/>
                  </a:lnTo>
                  <a:lnTo>
                    <a:pt x="6952" y="11469"/>
                  </a:lnTo>
                  <a:lnTo>
                    <a:pt x="7531" y="10465"/>
                  </a:lnTo>
                  <a:lnTo>
                    <a:pt x="8149" y="9461"/>
                  </a:lnTo>
                  <a:lnTo>
                    <a:pt x="8844" y="8495"/>
                  </a:lnTo>
                  <a:lnTo>
                    <a:pt x="9539" y="7530"/>
                  </a:lnTo>
                  <a:lnTo>
                    <a:pt x="10311" y="6642"/>
                  </a:lnTo>
                  <a:lnTo>
                    <a:pt x="10852" y="6063"/>
                  </a:lnTo>
                  <a:lnTo>
                    <a:pt x="11392" y="5522"/>
                  </a:lnTo>
                  <a:lnTo>
                    <a:pt x="11971" y="4981"/>
                  </a:lnTo>
                  <a:lnTo>
                    <a:pt x="12551" y="4441"/>
                  </a:lnTo>
                  <a:close/>
                  <a:moveTo>
                    <a:pt x="5986" y="18419"/>
                  </a:moveTo>
                  <a:lnTo>
                    <a:pt x="6218" y="18767"/>
                  </a:lnTo>
                  <a:lnTo>
                    <a:pt x="6450" y="19076"/>
                  </a:lnTo>
                  <a:lnTo>
                    <a:pt x="6758" y="19346"/>
                  </a:lnTo>
                  <a:lnTo>
                    <a:pt x="7067" y="19616"/>
                  </a:lnTo>
                  <a:lnTo>
                    <a:pt x="7415" y="19809"/>
                  </a:lnTo>
                  <a:lnTo>
                    <a:pt x="7801" y="19964"/>
                  </a:lnTo>
                  <a:lnTo>
                    <a:pt x="8187" y="20080"/>
                  </a:lnTo>
                  <a:lnTo>
                    <a:pt x="8612" y="20118"/>
                  </a:lnTo>
                  <a:lnTo>
                    <a:pt x="8535" y="20466"/>
                  </a:lnTo>
                  <a:lnTo>
                    <a:pt x="8496" y="20852"/>
                  </a:lnTo>
                  <a:lnTo>
                    <a:pt x="7994" y="20813"/>
                  </a:lnTo>
                  <a:lnTo>
                    <a:pt x="7531" y="20698"/>
                  </a:lnTo>
                  <a:lnTo>
                    <a:pt x="7106" y="20504"/>
                  </a:lnTo>
                  <a:lnTo>
                    <a:pt x="6720" y="20273"/>
                  </a:lnTo>
                  <a:lnTo>
                    <a:pt x="6334" y="20002"/>
                  </a:lnTo>
                  <a:lnTo>
                    <a:pt x="6025" y="19655"/>
                  </a:lnTo>
                  <a:lnTo>
                    <a:pt x="5716" y="19307"/>
                  </a:lnTo>
                  <a:lnTo>
                    <a:pt x="5446" y="18883"/>
                  </a:lnTo>
                  <a:lnTo>
                    <a:pt x="5446" y="18844"/>
                  </a:lnTo>
                  <a:lnTo>
                    <a:pt x="5986" y="18419"/>
                  </a:lnTo>
                  <a:close/>
                  <a:moveTo>
                    <a:pt x="5291" y="18960"/>
                  </a:moveTo>
                  <a:lnTo>
                    <a:pt x="5523" y="19462"/>
                  </a:lnTo>
                  <a:lnTo>
                    <a:pt x="5793" y="19887"/>
                  </a:lnTo>
                  <a:lnTo>
                    <a:pt x="6141" y="20234"/>
                  </a:lnTo>
                  <a:lnTo>
                    <a:pt x="6527" y="20582"/>
                  </a:lnTo>
                  <a:lnTo>
                    <a:pt x="6952" y="20813"/>
                  </a:lnTo>
                  <a:lnTo>
                    <a:pt x="7453" y="21006"/>
                  </a:lnTo>
                  <a:lnTo>
                    <a:pt x="7955" y="21122"/>
                  </a:lnTo>
                  <a:lnTo>
                    <a:pt x="8457" y="21161"/>
                  </a:lnTo>
                  <a:lnTo>
                    <a:pt x="8496" y="21702"/>
                  </a:lnTo>
                  <a:lnTo>
                    <a:pt x="7878" y="21624"/>
                  </a:lnTo>
                  <a:lnTo>
                    <a:pt x="7299" y="21508"/>
                  </a:lnTo>
                  <a:lnTo>
                    <a:pt x="6797" y="21315"/>
                  </a:lnTo>
                  <a:lnTo>
                    <a:pt x="6295" y="21084"/>
                  </a:lnTo>
                  <a:lnTo>
                    <a:pt x="5870" y="20775"/>
                  </a:lnTo>
                  <a:lnTo>
                    <a:pt x="5446" y="20389"/>
                  </a:lnTo>
                  <a:lnTo>
                    <a:pt x="5021" y="19964"/>
                  </a:lnTo>
                  <a:lnTo>
                    <a:pt x="4673" y="19501"/>
                  </a:lnTo>
                  <a:lnTo>
                    <a:pt x="4828" y="19385"/>
                  </a:lnTo>
                  <a:lnTo>
                    <a:pt x="4982" y="19269"/>
                  </a:lnTo>
                  <a:lnTo>
                    <a:pt x="5291" y="18960"/>
                  </a:lnTo>
                  <a:close/>
                  <a:moveTo>
                    <a:pt x="13555" y="16527"/>
                  </a:moveTo>
                  <a:lnTo>
                    <a:pt x="13748" y="17184"/>
                  </a:lnTo>
                  <a:lnTo>
                    <a:pt x="13979" y="17840"/>
                  </a:lnTo>
                  <a:lnTo>
                    <a:pt x="14250" y="18458"/>
                  </a:lnTo>
                  <a:lnTo>
                    <a:pt x="14597" y="19037"/>
                  </a:lnTo>
                  <a:lnTo>
                    <a:pt x="13670" y="20157"/>
                  </a:lnTo>
                  <a:lnTo>
                    <a:pt x="12782" y="21315"/>
                  </a:lnTo>
                  <a:lnTo>
                    <a:pt x="11083" y="23748"/>
                  </a:lnTo>
                  <a:lnTo>
                    <a:pt x="10736" y="22783"/>
                  </a:lnTo>
                  <a:lnTo>
                    <a:pt x="10350" y="21856"/>
                  </a:lnTo>
                  <a:lnTo>
                    <a:pt x="10234" y="21586"/>
                  </a:lnTo>
                  <a:lnTo>
                    <a:pt x="10195" y="21354"/>
                  </a:lnTo>
                  <a:lnTo>
                    <a:pt x="10195" y="21238"/>
                  </a:lnTo>
                  <a:lnTo>
                    <a:pt x="10234" y="21122"/>
                  </a:lnTo>
                  <a:lnTo>
                    <a:pt x="10388" y="20813"/>
                  </a:lnTo>
                  <a:lnTo>
                    <a:pt x="10813" y="20234"/>
                  </a:lnTo>
                  <a:lnTo>
                    <a:pt x="11199" y="19578"/>
                  </a:lnTo>
                  <a:lnTo>
                    <a:pt x="11199" y="19501"/>
                  </a:lnTo>
                  <a:lnTo>
                    <a:pt x="11199" y="19462"/>
                  </a:lnTo>
                  <a:lnTo>
                    <a:pt x="11161" y="19346"/>
                  </a:lnTo>
                  <a:lnTo>
                    <a:pt x="11585" y="18999"/>
                  </a:lnTo>
                  <a:lnTo>
                    <a:pt x="11971" y="18612"/>
                  </a:lnTo>
                  <a:lnTo>
                    <a:pt x="12358" y="18226"/>
                  </a:lnTo>
                  <a:lnTo>
                    <a:pt x="12705" y="17801"/>
                  </a:lnTo>
                  <a:lnTo>
                    <a:pt x="13130" y="17184"/>
                  </a:lnTo>
                  <a:lnTo>
                    <a:pt x="13555" y="16527"/>
                  </a:lnTo>
                  <a:close/>
                  <a:moveTo>
                    <a:pt x="5677" y="21161"/>
                  </a:moveTo>
                  <a:lnTo>
                    <a:pt x="5948" y="21393"/>
                  </a:lnTo>
                  <a:lnTo>
                    <a:pt x="6256" y="21547"/>
                  </a:lnTo>
                  <a:lnTo>
                    <a:pt x="6565" y="21702"/>
                  </a:lnTo>
                  <a:lnTo>
                    <a:pt x="6913" y="21817"/>
                  </a:lnTo>
                  <a:lnTo>
                    <a:pt x="6836" y="22010"/>
                  </a:lnTo>
                  <a:lnTo>
                    <a:pt x="6797" y="22204"/>
                  </a:lnTo>
                  <a:lnTo>
                    <a:pt x="6643" y="22088"/>
                  </a:lnTo>
                  <a:lnTo>
                    <a:pt x="6604" y="22010"/>
                  </a:lnTo>
                  <a:lnTo>
                    <a:pt x="6411" y="22010"/>
                  </a:lnTo>
                  <a:lnTo>
                    <a:pt x="6372" y="22088"/>
                  </a:lnTo>
                  <a:lnTo>
                    <a:pt x="6218" y="22628"/>
                  </a:lnTo>
                  <a:lnTo>
                    <a:pt x="6025" y="23092"/>
                  </a:lnTo>
                  <a:lnTo>
                    <a:pt x="5832" y="23594"/>
                  </a:lnTo>
                  <a:lnTo>
                    <a:pt x="5600" y="24057"/>
                  </a:lnTo>
                  <a:lnTo>
                    <a:pt x="5330" y="24482"/>
                  </a:lnTo>
                  <a:lnTo>
                    <a:pt x="5021" y="24907"/>
                  </a:lnTo>
                  <a:lnTo>
                    <a:pt x="4712" y="25331"/>
                  </a:lnTo>
                  <a:lnTo>
                    <a:pt x="4364" y="25717"/>
                  </a:lnTo>
                  <a:lnTo>
                    <a:pt x="4248" y="25293"/>
                  </a:lnTo>
                  <a:lnTo>
                    <a:pt x="4171" y="24868"/>
                  </a:lnTo>
                  <a:lnTo>
                    <a:pt x="4171" y="24482"/>
                  </a:lnTo>
                  <a:lnTo>
                    <a:pt x="4210" y="24057"/>
                  </a:lnTo>
                  <a:lnTo>
                    <a:pt x="4326" y="23671"/>
                  </a:lnTo>
                  <a:lnTo>
                    <a:pt x="4480" y="23285"/>
                  </a:lnTo>
                  <a:lnTo>
                    <a:pt x="4673" y="22899"/>
                  </a:lnTo>
                  <a:lnTo>
                    <a:pt x="4944" y="22512"/>
                  </a:lnTo>
                  <a:lnTo>
                    <a:pt x="5175" y="22204"/>
                  </a:lnTo>
                  <a:lnTo>
                    <a:pt x="5330" y="21895"/>
                  </a:lnTo>
                  <a:lnTo>
                    <a:pt x="5407" y="21740"/>
                  </a:lnTo>
                  <a:lnTo>
                    <a:pt x="5407" y="21586"/>
                  </a:lnTo>
                  <a:lnTo>
                    <a:pt x="5368" y="21470"/>
                  </a:lnTo>
                  <a:lnTo>
                    <a:pt x="5291" y="21315"/>
                  </a:lnTo>
                  <a:lnTo>
                    <a:pt x="5446" y="21238"/>
                  </a:lnTo>
                  <a:lnTo>
                    <a:pt x="5677" y="21161"/>
                  </a:lnTo>
                  <a:close/>
                  <a:moveTo>
                    <a:pt x="4905" y="20466"/>
                  </a:moveTo>
                  <a:lnTo>
                    <a:pt x="5175" y="20736"/>
                  </a:lnTo>
                  <a:lnTo>
                    <a:pt x="5484" y="21006"/>
                  </a:lnTo>
                  <a:lnTo>
                    <a:pt x="5252" y="21084"/>
                  </a:lnTo>
                  <a:lnTo>
                    <a:pt x="5021" y="21161"/>
                  </a:lnTo>
                  <a:lnTo>
                    <a:pt x="4982" y="21200"/>
                  </a:lnTo>
                  <a:lnTo>
                    <a:pt x="4944" y="21277"/>
                  </a:lnTo>
                  <a:lnTo>
                    <a:pt x="4982" y="21354"/>
                  </a:lnTo>
                  <a:lnTo>
                    <a:pt x="5021" y="21393"/>
                  </a:lnTo>
                  <a:lnTo>
                    <a:pt x="5059" y="21470"/>
                  </a:lnTo>
                  <a:lnTo>
                    <a:pt x="5098" y="21547"/>
                  </a:lnTo>
                  <a:lnTo>
                    <a:pt x="5059" y="21779"/>
                  </a:lnTo>
                  <a:lnTo>
                    <a:pt x="4905" y="22049"/>
                  </a:lnTo>
                  <a:lnTo>
                    <a:pt x="4750" y="22358"/>
                  </a:lnTo>
                  <a:lnTo>
                    <a:pt x="4364" y="22937"/>
                  </a:lnTo>
                  <a:lnTo>
                    <a:pt x="4133" y="23323"/>
                  </a:lnTo>
                  <a:lnTo>
                    <a:pt x="3940" y="23748"/>
                  </a:lnTo>
                  <a:lnTo>
                    <a:pt x="3862" y="24212"/>
                  </a:lnTo>
                  <a:lnTo>
                    <a:pt x="3824" y="24714"/>
                  </a:lnTo>
                  <a:lnTo>
                    <a:pt x="3862" y="25177"/>
                  </a:lnTo>
                  <a:lnTo>
                    <a:pt x="3940" y="25409"/>
                  </a:lnTo>
                  <a:lnTo>
                    <a:pt x="4017" y="25640"/>
                  </a:lnTo>
                  <a:lnTo>
                    <a:pt x="4133" y="25872"/>
                  </a:lnTo>
                  <a:lnTo>
                    <a:pt x="4248" y="26065"/>
                  </a:lnTo>
                  <a:lnTo>
                    <a:pt x="4287" y="26104"/>
                  </a:lnTo>
                  <a:lnTo>
                    <a:pt x="4364" y="26104"/>
                  </a:lnTo>
                  <a:lnTo>
                    <a:pt x="4403" y="26065"/>
                  </a:lnTo>
                  <a:lnTo>
                    <a:pt x="4442" y="25988"/>
                  </a:lnTo>
                  <a:lnTo>
                    <a:pt x="4480" y="25988"/>
                  </a:lnTo>
                  <a:lnTo>
                    <a:pt x="4828" y="25602"/>
                  </a:lnTo>
                  <a:lnTo>
                    <a:pt x="5175" y="25215"/>
                  </a:lnTo>
                  <a:lnTo>
                    <a:pt x="5484" y="24791"/>
                  </a:lnTo>
                  <a:lnTo>
                    <a:pt x="5793" y="24366"/>
                  </a:lnTo>
                  <a:lnTo>
                    <a:pt x="6025" y="23903"/>
                  </a:lnTo>
                  <a:lnTo>
                    <a:pt x="6256" y="23439"/>
                  </a:lnTo>
                  <a:lnTo>
                    <a:pt x="6450" y="22937"/>
                  </a:lnTo>
                  <a:lnTo>
                    <a:pt x="6604" y="22435"/>
                  </a:lnTo>
                  <a:lnTo>
                    <a:pt x="6720" y="22551"/>
                  </a:lnTo>
                  <a:lnTo>
                    <a:pt x="6913" y="22590"/>
                  </a:lnTo>
                  <a:lnTo>
                    <a:pt x="6952" y="22628"/>
                  </a:lnTo>
                  <a:lnTo>
                    <a:pt x="7029" y="22590"/>
                  </a:lnTo>
                  <a:lnTo>
                    <a:pt x="7067" y="22512"/>
                  </a:lnTo>
                  <a:lnTo>
                    <a:pt x="7067" y="22474"/>
                  </a:lnTo>
                  <a:lnTo>
                    <a:pt x="7145" y="21895"/>
                  </a:lnTo>
                  <a:lnTo>
                    <a:pt x="7608" y="22010"/>
                  </a:lnTo>
                  <a:lnTo>
                    <a:pt x="7724" y="22512"/>
                  </a:lnTo>
                  <a:lnTo>
                    <a:pt x="7762" y="23014"/>
                  </a:lnTo>
                  <a:lnTo>
                    <a:pt x="7801" y="23555"/>
                  </a:lnTo>
                  <a:lnTo>
                    <a:pt x="7801" y="24057"/>
                  </a:lnTo>
                  <a:lnTo>
                    <a:pt x="7608" y="23903"/>
                  </a:lnTo>
                  <a:lnTo>
                    <a:pt x="7492" y="23671"/>
                  </a:lnTo>
                  <a:lnTo>
                    <a:pt x="7376" y="23439"/>
                  </a:lnTo>
                  <a:lnTo>
                    <a:pt x="7338" y="23169"/>
                  </a:lnTo>
                  <a:lnTo>
                    <a:pt x="7338" y="23092"/>
                  </a:lnTo>
                  <a:lnTo>
                    <a:pt x="7299" y="23053"/>
                  </a:lnTo>
                  <a:lnTo>
                    <a:pt x="7183" y="23014"/>
                  </a:lnTo>
                  <a:lnTo>
                    <a:pt x="7106" y="23014"/>
                  </a:lnTo>
                  <a:lnTo>
                    <a:pt x="7067" y="23053"/>
                  </a:lnTo>
                  <a:lnTo>
                    <a:pt x="7029" y="23092"/>
                  </a:lnTo>
                  <a:lnTo>
                    <a:pt x="6990" y="23169"/>
                  </a:lnTo>
                  <a:lnTo>
                    <a:pt x="6952" y="23787"/>
                  </a:lnTo>
                  <a:lnTo>
                    <a:pt x="6797" y="24405"/>
                  </a:lnTo>
                  <a:lnTo>
                    <a:pt x="6681" y="24675"/>
                  </a:lnTo>
                  <a:lnTo>
                    <a:pt x="6565" y="24984"/>
                  </a:lnTo>
                  <a:lnTo>
                    <a:pt x="6411" y="25254"/>
                  </a:lnTo>
                  <a:lnTo>
                    <a:pt x="6218" y="25524"/>
                  </a:lnTo>
                  <a:lnTo>
                    <a:pt x="5832" y="25988"/>
                  </a:lnTo>
                  <a:lnTo>
                    <a:pt x="5600" y="26219"/>
                  </a:lnTo>
                  <a:lnTo>
                    <a:pt x="5368" y="26451"/>
                  </a:lnTo>
                  <a:lnTo>
                    <a:pt x="5098" y="26644"/>
                  </a:lnTo>
                  <a:lnTo>
                    <a:pt x="4828" y="26799"/>
                  </a:lnTo>
                  <a:lnTo>
                    <a:pt x="4557" y="26953"/>
                  </a:lnTo>
                  <a:lnTo>
                    <a:pt x="4248" y="27030"/>
                  </a:lnTo>
                  <a:lnTo>
                    <a:pt x="4017" y="27030"/>
                  </a:lnTo>
                  <a:lnTo>
                    <a:pt x="3862" y="26992"/>
                  </a:lnTo>
                  <a:lnTo>
                    <a:pt x="3708" y="26915"/>
                  </a:lnTo>
                  <a:lnTo>
                    <a:pt x="3592" y="26760"/>
                  </a:lnTo>
                  <a:lnTo>
                    <a:pt x="3515" y="26606"/>
                  </a:lnTo>
                  <a:lnTo>
                    <a:pt x="3438" y="26413"/>
                  </a:lnTo>
                  <a:lnTo>
                    <a:pt x="3322" y="25988"/>
                  </a:lnTo>
                  <a:lnTo>
                    <a:pt x="3206" y="25293"/>
                  </a:lnTo>
                  <a:lnTo>
                    <a:pt x="3167" y="24945"/>
                  </a:lnTo>
                  <a:lnTo>
                    <a:pt x="3167" y="24598"/>
                  </a:lnTo>
                  <a:lnTo>
                    <a:pt x="3206" y="24173"/>
                  </a:lnTo>
                  <a:lnTo>
                    <a:pt x="3283" y="23787"/>
                  </a:lnTo>
                  <a:lnTo>
                    <a:pt x="3360" y="23401"/>
                  </a:lnTo>
                  <a:lnTo>
                    <a:pt x="3515" y="23014"/>
                  </a:lnTo>
                  <a:lnTo>
                    <a:pt x="3708" y="22667"/>
                  </a:lnTo>
                  <a:lnTo>
                    <a:pt x="3901" y="22319"/>
                  </a:lnTo>
                  <a:lnTo>
                    <a:pt x="4171" y="22010"/>
                  </a:lnTo>
                  <a:lnTo>
                    <a:pt x="4480" y="21702"/>
                  </a:lnTo>
                  <a:lnTo>
                    <a:pt x="4519" y="21624"/>
                  </a:lnTo>
                  <a:lnTo>
                    <a:pt x="4519" y="21547"/>
                  </a:lnTo>
                  <a:lnTo>
                    <a:pt x="4442" y="21470"/>
                  </a:lnTo>
                  <a:lnTo>
                    <a:pt x="4364" y="21431"/>
                  </a:lnTo>
                  <a:lnTo>
                    <a:pt x="3553" y="21315"/>
                  </a:lnTo>
                  <a:lnTo>
                    <a:pt x="3862" y="21045"/>
                  </a:lnTo>
                  <a:lnTo>
                    <a:pt x="4171" y="20775"/>
                  </a:lnTo>
                  <a:lnTo>
                    <a:pt x="4519" y="20582"/>
                  </a:lnTo>
                  <a:lnTo>
                    <a:pt x="4905" y="20466"/>
                  </a:lnTo>
                  <a:close/>
                  <a:moveTo>
                    <a:pt x="18845" y="0"/>
                  </a:moveTo>
                  <a:lnTo>
                    <a:pt x="18806" y="77"/>
                  </a:lnTo>
                  <a:lnTo>
                    <a:pt x="18729" y="39"/>
                  </a:lnTo>
                  <a:lnTo>
                    <a:pt x="18652" y="39"/>
                  </a:lnTo>
                  <a:lnTo>
                    <a:pt x="17455" y="618"/>
                  </a:lnTo>
                  <a:lnTo>
                    <a:pt x="16296" y="1236"/>
                  </a:lnTo>
                  <a:lnTo>
                    <a:pt x="15215" y="1931"/>
                  </a:lnTo>
                  <a:lnTo>
                    <a:pt x="14134" y="2664"/>
                  </a:lnTo>
                  <a:lnTo>
                    <a:pt x="13091" y="3475"/>
                  </a:lnTo>
                  <a:lnTo>
                    <a:pt x="12087" y="4325"/>
                  </a:lnTo>
                  <a:lnTo>
                    <a:pt x="11161" y="5213"/>
                  </a:lnTo>
                  <a:lnTo>
                    <a:pt x="10272" y="6178"/>
                  </a:lnTo>
                  <a:lnTo>
                    <a:pt x="9384" y="7144"/>
                  </a:lnTo>
                  <a:lnTo>
                    <a:pt x="8573" y="8186"/>
                  </a:lnTo>
                  <a:lnTo>
                    <a:pt x="7840" y="9268"/>
                  </a:lnTo>
                  <a:lnTo>
                    <a:pt x="7145" y="10387"/>
                  </a:lnTo>
                  <a:lnTo>
                    <a:pt x="6643" y="11276"/>
                  </a:lnTo>
                  <a:lnTo>
                    <a:pt x="6179" y="12164"/>
                  </a:lnTo>
                  <a:lnTo>
                    <a:pt x="5368" y="12241"/>
                  </a:lnTo>
                  <a:lnTo>
                    <a:pt x="4557" y="12395"/>
                  </a:lnTo>
                  <a:lnTo>
                    <a:pt x="3785" y="12627"/>
                  </a:lnTo>
                  <a:lnTo>
                    <a:pt x="3013" y="12936"/>
                  </a:lnTo>
                  <a:lnTo>
                    <a:pt x="2936" y="12975"/>
                  </a:lnTo>
                  <a:lnTo>
                    <a:pt x="2897" y="13013"/>
                  </a:lnTo>
                  <a:lnTo>
                    <a:pt x="2897" y="13168"/>
                  </a:lnTo>
                  <a:lnTo>
                    <a:pt x="2704" y="13361"/>
                  </a:lnTo>
                  <a:lnTo>
                    <a:pt x="2549" y="13592"/>
                  </a:lnTo>
                  <a:lnTo>
                    <a:pt x="2395" y="13863"/>
                  </a:lnTo>
                  <a:lnTo>
                    <a:pt x="2279" y="14133"/>
                  </a:lnTo>
                  <a:lnTo>
                    <a:pt x="2086" y="14712"/>
                  </a:lnTo>
                  <a:lnTo>
                    <a:pt x="1854" y="15214"/>
                  </a:lnTo>
                  <a:lnTo>
                    <a:pt x="1430" y="15987"/>
                  </a:lnTo>
                  <a:lnTo>
                    <a:pt x="1005" y="16759"/>
                  </a:lnTo>
                  <a:lnTo>
                    <a:pt x="541" y="17493"/>
                  </a:lnTo>
                  <a:lnTo>
                    <a:pt x="39" y="18226"/>
                  </a:lnTo>
                  <a:lnTo>
                    <a:pt x="1" y="18303"/>
                  </a:lnTo>
                  <a:lnTo>
                    <a:pt x="1" y="18381"/>
                  </a:lnTo>
                  <a:lnTo>
                    <a:pt x="39" y="18419"/>
                  </a:lnTo>
                  <a:lnTo>
                    <a:pt x="117" y="18458"/>
                  </a:lnTo>
                  <a:lnTo>
                    <a:pt x="117" y="18535"/>
                  </a:lnTo>
                  <a:lnTo>
                    <a:pt x="117" y="18612"/>
                  </a:lnTo>
                  <a:lnTo>
                    <a:pt x="155" y="18651"/>
                  </a:lnTo>
                  <a:lnTo>
                    <a:pt x="233" y="18690"/>
                  </a:lnTo>
                  <a:lnTo>
                    <a:pt x="1159" y="18612"/>
                  </a:lnTo>
                  <a:lnTo>
                    <a:pt x="2086" y="18574"/>
                  </a:lnTo>
                  <a:lnTo>
                    <a:pt x="3901" y="18381"/>
                  </a:lnTo>
                  <a:lnTo>
                    <a:pt x="3978" y="18342"/>
                  </a:lnTo>
                  <a:lnTo>
                    <a:pt x="4055" y="18265"/>
                  </a:lnTo>
                  <a:lnTo>
                    <a:pt x="4596" y="17106"/>
                  </a:lnTo>
                  <a:lnTo>
                    <a:pt x="5252" y="15987"/>
                  </a:lnTo>
                  <a:lnTo>
                    <a:pt x="5291" y="16566"/>
                  </a:lnTo>
                  <a:lnTo>
                    <a:pt x="5446" y="17106"/>
                  </a:lnTo>
                  <a:lnTo>
                    <a:pt x="5600" y="17647"/>
                  </a:lnTo>
                  <a:lnTo>
                    <a:pt x="5832" y="18188"/>
                  </a:lnTo>
                  <a:lnTo>
                    <a:pt x="5446" y="18381"/>
                  </a:lnTo>
                  <a:lnTo>
                    <a:pt x="5059" y="18651"/>
                  </a:lnTo>
                  <a:lnTo>
                    <a:pt x="4673" y="18960"/>
                  </a:lnTo>
                  <a:lnTo>
                    <a:pt x="4519" y="19153"/>
                  </a:lnTo>
                  <a:lnTo>
                    <a:pt x="4403" y="19346"/>
                  </a:lnTo>
                  <a:lnTo>
                    <a:pt x="4403" y="19423"/>
                  </a:lnTo>
                  <a:lnTo>
                    <a:pt x="4442" y="19501"/>
                  </a:lnTo>
                  <a:lnTo>
                    <a:pt x="4442" y="19539"/>
                  </a:lnTo>
                  <a:lnTo>
                    <a:pt x="4442" y="19616"/>
                  </a:lnTo>
                  <a:lnTo>
                    <a:pt x="4596" y="19964"/>
                  </a:lnTo>
                  <a:lnTo>
                    <a:pt x="4789" y="20273"/>
                  </a:lnTo>
                  <a:lnTo>
                    <a:pt x="4519" y="20311"/>
                  </a:lnTo>
                  <a:lnTo>
                    <a:pt x="4287" y="20389"/>
                  </a:lnTo>
                  <a:lnTo>
                    <a:pt x="4055" y="20504"/>
                  </a:lnTo>
                  <a:lnTo>
                    <a:pt x="3862" y="20620"/>
                  </a:lnTo>
                  <a:lnTo>
                    <a:pt x="3669" y="20775"/>
                  </a:lnTo>
                  <a:lnTo>
                    <a:pt x="3476" y="20968"/>
                  </a:lnTo>
                  <a:lnTo>
                    <a:pt x="3283" y="21161"/>
                  </a:lnTo>
                  <a:lnTo>
                    <a:pt x="3129" y="21354"/>
                  </a:lnTo>
                  <a:lnTo>
                    <a:pt x="3090" y="21431"/>
                  </a:lnTo>
                  <a:lnTo>
                    <a:pt x="3129" y="21508"/>
                  </a:lnTo>
                  <a:lnTo>
                    <a:pt x="3167" y="21586"/>
                  </a:lnTo>
                  <a:lnTo>
                    <a:pt x="3244" y="21624"/>
                  </a:lnTo>
                  <a:lnTo>
                    <a:pt x="4017" y="21702"/>
                  </a:lnTo>
                  <a:lnTo>
                    <a:pt x="3746" y="22010"/>
                  </a:lnTo>
                  <a:lnTo>
                    <a:pt x="3476" y="22358"/>
                  </a:lnTo>
                  <a:lnTo>
                    <a:pt x="3283" y="22706"/>
                  </a:lnTo>
                  <a:lnTo>
                    <a:pt x="3129" y="23092"/>
                  </a:lnTo>
                  <a:lnTo>
                    <a:pt x="3013" y="23478"/>
                  </a:lnTo>
                  <a:lnTo>
                    <a:pt x="2897" y="23864"/>
                  </a:lnTo>
                  <a:lnTo>
                    <a:pt x="2858" y="24289"/>
                  </a:lnTo>
                  <a:lnTo>
                    <a:pt x="2858" y="24714"/>
                  </a:lnTo>
                  <a:lnTo>
                    <a:pt x="2858" y="25370"/>
                  </a:lnTo>
                  <a:lnTo>
                    <a:pt x="2897" y="25795"/>
                  </a:lnTo>
                  <a:lnTo>
                    <a:pt x="2974" y="26219"/>
                  </a:lnTo>
                  <a:lnTo>
                    <a:pt x="3090" y="26644"/>
                  </a:lnTo>
                  <a:lnTo>
                    <a:pt x="3244" y="26992"/>
                  </a:lnTo>
                  <a:lnTo>
                    <a:pt x="3360" y="27146"/>
                  </a:lnTo>
                  <a:lnTo>
                    <a:pt x="3438" y="27262"/>
                  </a:lnTo>
                  <a:lnTo>
                    <a:pt x="3553" y="27378"/>
                  </a:lnTo>
                  <a:lnTo>
                    <a:pt x="3708" y="27417"/>
                  </a:lnTo>
                  <a:lnTo>
                    <a:pt x="3862" y="27455"/>
                  </a:lnTo>
                  <a:lnTo>
                    <a:pt x="4017" y="27455"/>
                  </a:lnTo>
                  <a:lnTo>
                    <a:pt x="4364" y="27417"/>
                  </a:lnTo>
                  <a:lnTo>
                    <a:pt x="4750" y="27262"/>
                  </a:lnTo>
                  <a:lnTo>
                    <a:pt x="5098" y="27069"/>
                  </a:lnTo>
                  <a:lnTo>
                    <a:pt x="5407" y="26837"/>
                  </a:lnTo>
                  <a:lnTo>
                    <a:pt x="5716" y="26567"/>
                  </a:lnTo>
                  <a:lnTo>
                    <a:pt x="6218" y="26065"/>
                  </a:lnTo>
                  <a:lnTo>
                    <a:pt x="6565" y="25602"/>
                  </a:lnTo>
                  <a:lnTo>
                    <a:pt x="6874" y="25100"/>
                  </a:lnTo>
                  <a:lnTo>
                    <a:pt x="7106" y="24559"/>
                  </a:lnTo>
                  <a:lnTo>
                    <a:pt x="7260" y="23980"/>
                  </a:lnTo>
                  <a:lnTo>
                    <a:pt x="7376" y="24134"/>
                  </a:lnTo>
                  <a:lnTo>
                    <a:pt x="7531" y="24289"/>
                  </a:lnTo>
                  <a:lnTo>
                    <a:pt x="7685" y="24405"/>
                  </a:lnTo>
                  <a:lnTo>
                    <a:pt x="7878" y="24520"/>
                  </a:lnTo>
                  <a:lnTo>
                    <a:pt x="7955" y="24559"/>
                  </a:lnTo>
                  <a:lnTo>
                    <a:pt x="8033" y="24520"/>
                  </a:lnTo>
                  <a:lnTo>
                    <a:pt x="8110" y="24482"/>
                  </a:lnTo>
                  <a:lnTo>
                    <a:pt x="8110" y="24366"/>
                  </a:lnTo>
                  <a:lnTo>
                    <a:pt x="8149" y="23787"/>
                  </a:lnTo>
                  <a:lnTo>
                    <a:pt x="8149" y="23208"/>
                  </a:lnTo>
                  <a:lnTo>
                    <a:pt x="8071" y="22628"/>
                  </a:lnTo>
                  <a:lnTo>
                    <a:pt x="7955" y="22049"/>
                  </a:lnTo>
                  <a:lnTo>
                    <a:pt x="8535" y="22049"/>
                  </a:lnTo>
                  <a:lnTo>
                    <a:pt x="8651" y="22010"/>
                  </a:lnTo>
                  <a:lnTo>
                    <a:pt x="8728" y="21972"/>
                  </a:lnTo>
                  <a:lnTo>
                    <a:pt x="8766" y="21933"/>
                  </a:lnTo>
                  <a:lnTo>
                    <a:pt x="8766" y="21895"/>
                  </a:lnTo>
                  <a:lnTo>
                    <a:pt x="8844" y="21006"/>
                  </a:lnTo>
                  <a:lnTo>
                    <a:pt x="8921" y="20543"/>
                  </a:lnTo>
                  <a:lnTo>
                    <a:pt x="8998" y="20118"/>
                  </a:lnTo>
                  <a:lnTo>
                    <a:pt x="9153" y="20118"/>
                  </a:lnTo>
                  <a:lnTo>
                    <a:pt x="9577" y="20041"/>
                  </a:lnTo>
                  <a:lnTo>
                    <a:pt x="9963" y="19964"/>
                  </a:lnTo>
                  <a:lnTo>
                    <a:pt x="10311" y="19809"/>
                  </a:lnTo>
                  <a:lnTo>
                    <a:pt x="10659" y="19655"/>
                  </a:lnTo>
                  <a:lnTo>
                    <a:pt x="10157" y="20389"/>
                  </a:lnTo>
                  <a:lnTo>
                    <a:pt x="9616" y="21161"/>
                  </a:lnTo>
                  <a:lnTo>
                    <a:pt x="9577" y="21238"/>
                  </a:lnTo>
                  <a:lnTo>
                    <a:pt x="9616" y="21354"/>
                  </a:lnTo>
                  <a:lnTo>
                    <a:pt x="9963" y="22049"/>
                  </a:lnTo>
                  <a:lnTo>
                    <a:pt x="10272" y="22783"/>
                  </a:lnTo>
                  <a:lnTo>
                    <a:pt x="10581" y="23516"/>
                  </a:lnTo>
                  <a:lnTo>
                    <a:pt x="10813" y="24250"/>
                  </a:lnTo>
                  <a:lnTo>
                    <a:pt x="10890" y="24327"/>
                  </a:lnTo>
                  <a:lnTo>
                    <a:pt x="11006" y="24405"/>
                  </a:lnTo>
                  <a:lnTo>
                    <a:pt x="11122" y="24405"/>
                  </a:lnTo>
                  <a:lnTo>
                    <a:pt x="11199" y="24289"/>
                  </a:lnTo>
                  <a:lnTo>
                    <a:pt x="13130" y="21740"/>
                  </a:lnTo>
                  <a:lnTo>
                    <a:pt x="14095" y="20389"/>
                  </a:lnTo>
                  <a:lnTo>
                    <a:pt x="14520" y="19732"/>
                  </a:lnTo>
                  <a:lnTo>
                    <a:pt x="14945" y="19037"/>
                  </a:lnTo>
                  <a:lnTo>
                    <a:pt x="14983" y="18960"/>
                  </a:lnTo>
                  <a:lnTo>
                    <a:pt x="14945" y="18883"/>
                  </a:lnTo>
                  <a:lnTo>
                    <a:pt x="14790" y="18535"/>
                  </a:lnTo>
                  <a:lnTo>
                    <a:pt x="14597" y="18149"/>
                  </a:lnTo>
                  <a:lnTo>
                    <a:pt x="14288" y="17454"/>
                  </a:lnTo>
                  <a:lnTo>
                    <a:pt x="13786" y="16180"/>
                  </a:lnTo>
                  <a:lnTo>
                    <a:pt x="14211" y="15369"/>
                  </a:lnTo>
                  <a:lnTo>
                    <a:pt x="14674" y="14558"/>
                  </a:lnTo>
                  <a:lnTo>
                    <a:pt x="15061" y="13708"/>
                  </a:lnTo>
                  <a:lnTo>
                    <a:pt x="15447" y="12897"/>
                  </a:lnTo>
                  <a:lnTo>
                    <a:pt x="16065" y="11391"/>
                  </a:lnTo>
                  <a:lnTo>
                    <a:pt x="16644" y="9885"/>
                  </a:lnTo>
                  <a:lnTo>
                    <a:pt x="17146" y="8341"/>
                  </a:lnTo>
                  <a:lnTo>
                    <a:pt x="17609" y="6796"/>
                  </a:lnTo>
                  <a:lnTo>
                    <a:pt x="17995" y="5213"/>
                  </a:lnTo>
                  <a:lnTo>
                    <a:pt x="18382" y="3630"/>
                  </a:lnTo>
                  <a:lnTo>
                    <a:pt x="18729" y="2047"/>
                  </a:lnTo>
                  <a:lnTo>
                    <a:pt x="19038" y="463"/>
                  </a:lnTo>
                  <a:lnTo>
                    <a:pt x="19038" y="386"/>
                  </a:lnTo>
                  <a:lnTo>
                    <a:pt x="18999" y="309"/>
                  </a:lnTo>
                  <a:lnTo>
                    <a:pt x="18999" y="232"/>
                  </a:lnTo>
                  <a:lnTo>
                    <a:pt x="18999" y="77"/>
                  </a:lnTo>
                  <a:lnTo>
                    <a:pt x="18961" y="39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5947325" y="1038225"/>
              <a:ext cx="458575" cy="289650"/>
            </a:xfrm>
            <a:custGeom>
              <a:avLst/>
              <a:gdLst/>
              <a:ahLst/>
              <a:cxnLst/>
              <a:rect l="l" t="t" r="r" b="b"/>
              <a:pathLst>
                <a:path w="18343" h="11586" extrusionOk="0">
                  <a:moveTo>
                    <a:pt x="17068" y="387"/>
                  </a:moveTo>
                  <a:lnTo>
                    <a:pt x="17145" y="426"/>
                  </a:lnTo>
                  <a:lnTo>
                    <a:pt x="17223" y="503"/>
                  </a:lnTo>
                  <a:lnTo>
                    <a:pt x="17300" y="735"/>
                  </a:lnTo>
                  <a:lnTo>
                    <a:pt x="17377" y="928"/>
                  </a:lnTo>
                  <a:lnTo>
                    <a:pt x="17377" y="1121"/>
                  </a:lnTo>
                  <a:lnTo>
                    <a:pt x="17338" y="1314"/>
                  </a:lnTo>
                  <a:lnTo>
                    <a:pt x="17223" y="1546"/>
                  </a:lnTo>
                  <a:lnTo>
                    <a:pt x="16952" y="1893"/>
                  </a:lnTo>
                  <a:lnTo>
                    <a:pt x="16721" y="2125"/>
                  </a:lnTo>
                  <a:lnTo>
                    <a:pt x="16450" y="2356"/>
                  </a:lnTo>
                  <a:lnTo>
                    <a:pt x="16180" y="2550"/>
                  </a:lnTo>
                  <a:lnTo>
                    <a:pt x="15871" y="2665"/>
                  </a:lnTo>
                  <a:lnTo>
                    <a:pt x="15871" y="2086"/>
                  </a:lnTo>
                  <a:lnTo>
                    <a:pt x="15910" y="1777"/>
                  </a:lnTo>
                  <a:lnTo>
                    <a:pt x="15948" y="1468"/>
                  </a:lnTo>
                  <a:lnTo>
                    <a:pt x="16025" y="1198"/>
                  </a:lnTo>
                  <a:lnTo>
                    <a:pt x="16180" y="928"/>
                  </a:lnTo>
                  <a:lnTo>
                    <a:pt x="16334" y="696"/>
                  </a:lnTo>
                  <a:lnTo>
                    <a:pt x="16605" y="503"/>
                  </a:lnTo>
                  <a:lnTo>
                    <a:pt x="16836" y="426"/>
                  </a:lnTo>
                  <a:lnTo>
                    <a:pt x="16991" y="387"/>
                  </a:lnTo>
                  <a:close/>
                  <a:moveTo>
                    <a:pt x="14597" y="2974"/>
                  </a:moveTo>
                  <a:lnTo>
                    <a:pt x="14867" y="3013"/>
                  </a:lnTo>
                  <a:lnTo>
                    <a:pt x="15137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7"/>
                  </a:lnTo>
                  <a:lnTo>
                    <a:pt x="14056" y="3862"/>
                  </a:lnTo>
                  <a:lnTo>
                    <a:pt x="13786" y="3940"/>
                  </a:lnTo>
                  <a:lnTo>
                    <a:pt x="13477" y="4017"/>
                  </a:lnTo>
                  <a:lnTo>
                    <a:pt x="13052" y="4017"/>
                  </a:lnTo>
                  <a:lnTo>
                    <a:pt x="12975" y="3940"/>
                  </a:lnTo>
                  <a:lnTo>
                    <a:pt x="12975" y="3862"/>
                  </a:lnTo>
                  <a:lnTo>
                    <a:pt x="12975" y="3708"/>
                  </a:lnTo>
                  <a:lnTo>
                    <a:pt x="13014" y="3476"/>
                  </a:lnTo>
                  <a:lnTo>
                    <a:pt x="13052" y="3360"/>
                  </a:lnTo>
                  <a:lnTo>
                    <a:pt x="13207" y="3245"/>
                  </a:lnTo>
                  <a:lnTo>
                    <a:pt x="13400" y="3167"/>
                  </a:lnTo>
                  <a:lnTo>
                    <a:pt x="13709" y="3052"/>
                  </a:lnTo>
                  <a:lnTo>
                    <a:pt x="14018" y="3013"/>
                  </a:lnTo>
                  <a:lnTo>
                    <a:pt x="14326" y="2974"/>
                  </a:lnTo>
                  <a:close/>
                  <a:moveTo>
                    <a:pt x="15678" y="3283"/>
                  </a:moveTo>
                  <a:lnTo>
                    <a:pt x="16334" y="3476"/>
                  </a:lnTo>
                  <a:lnTo>
                    <a:pt x="16643" y="3554"/>
                  </a:lnTo>
                  <a:lnTo>
                    <a:pt x="16991" y="3669"/>
                  </a:lnTo>
                  <a:lnTo>
                    <a:pt x="17261" y="3824"/>
                  </a:lnTo>
                  <a:lnTo>
                    <a:pt x="17531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79" y="4596"/>
                  </a:lnTo>
                  <a:lnTo>
                    <a:pt x="17918" y="4789"/>
                  </a:lnTo>
                  <a:lnTo>
                    <a:pt x="17879" y="4944"/>
                  </a:lnTo>
                  <a:lnTo>
                    <a:pt x="17802" y="5059"/>
                  </a:lnTo>
                  <a:lnTo>
                    <a:pt x="17647" y="5137"/>
                  </a:lnTo>
                  <a:lnTo>
                    <a:pt x="17493" y="5175"/>
                  </a:lnTo>
                  <a:lnTo>
                    <a:pt x="17338" y="5175"/>
                  </a:lnTo>
                  <a:lnTo>
                    <a:pt x="17145" y="5137"/>
                  </a:lnTo>
                  <a:lnTo>
                    <a:pt x="16991" y="5059"/>
                  </a:lnTo>
                  <a:lnTo>
                    <a:pt x="16643" y="4789"/>
                  </a:lnTo>
                  <a:lnTo>
                    <a:pt x="16373" y="4480"/>
                  </a:lnTo>
                  <a:lnTo>
                    <a:pt x="16180" y="4210"/>
                  </a:lnTo>
                  <a:lnTo>
                    <a:pt x="15987" y="3901"/>
                  </a:lnTo>
                  <a:lnTo>
                    <a:pt x="15832" y="3592"/>
                  </a:lnTo>
                  <a:lnTo>
                    <a:pt x="15678" y="3283"/>
                  </a:lnTo>
                  <a:close/>
                  <a:moveTo>
                    <a:pt x="4634" y="542"/>
                  </a:moveTo>
                  <a:lnTo>
                    <a:pt x="5252" y="580"/>
                  </a:lnTo>
                  <a:lnTo>
                    <a:pt x="5831" y="696"/>
                  </a:lnTo>
                  <a:lnTo>
                    <a:pt x="6410" y="850"/>
                  </a:lnTo>
                  <a:lnTo>
                    <a:pt x="6990" y="1121"/>
                  </a:lnTo>
                  <a:lnTo>
                    <a:pt x="7492" y="1430"/>
                  </a:lnTo>
                  <a:lnTo>
                    <a:pt x="7916" y="1739"/>
                  </a:lnTo>
                  <a:lnTo>
                    <a:pt x="8303" y="2086"/>
                  </a:lnTo>
                  <a:lnTo>
                    <a:pt x="8650" y="2472"/>
                  </a:lnTo>
                  <a:lnTo>
                    <a:pt x="8959" y="2858"/>
                  </a:lnTo>
                  <a:lnTo>
                    <a:pt x="9538" y="3669"/>
                  </a:lnTo>
                  <a:lnTo>
                    <a:pt x="10156" y="4480"/>
                  </a:lnTo>
                  <a:lnTo>
                    <a:pt x="10388" y="4828"/>
                  </a:lnTo>
                  <a:lnTo>
                    <a:pt x="10697" y="5137"/>
                  </a:lnTo>
                  <a:lnTo>
                    <a:pt x="11006" y="5446"/>
                  </a:lnTo>
                  <a:lnTo>
                    <a:pt x="11353" y="5677"/>
                  </a:lnTo>
                  <a:lnTo>
                    <a:pt x="11701" y="5870"/>
                  </a:lnTo>
                  <a:lnTo>
                    <a:pt x="12125" y="5986"/>
                  </a:lnTo>
                  <a:lnTo>
                    <a:pt x="12512" y="6025"/>
                  </a:lnTo>
                  <a:lnTo>
                    <a:pt x="12975" y="5986"/>
                  </a:lnTo>
                  <a:lnTo>
                    <a:pt x="13322" y="5870"/>
                  </a:lnTo>
                  <a:lnTo>
                    <a:pt x="13631" y="5755"/>
                  </a:lnTo>
                  <a:lnTo>
                    <a:pt x="13902" y="5600"/>
                  </a:lnTo>
                  <a:lnTo>
                    <a:pt x="14172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8" y="4712"/>
                  </a:lnTo>
                  <a:lnTo>
                    <a:pt x="14983" y="4442"/>
                  </a:lnTo>
                  <a:lnTo>
                    <a:pt x="14751" y="5253"/>
                  </a:lnTo>
                  <a:lnTo>
                    <a:pt x="14442" y="5986"/>
                  </a:lnTo>
                  <a:lnTo>
                    <a:pt x="14056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1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6" y="10272"/>
                  </a:lnTo>
                  <a:lnTo>
                    <a:pt x="9615" y="10466"/>
                  </a:lnTo>
                  <a:lnTo>
                    <a:pt x="9075" y="10659"/>
                  </a:lnTo>
                  <a:lnTo>
                    <a:pt x="8496" y="10774"/>
                  </a:lnTo>
                  <a:lnTo>
                    <a:pt x="7955" y="10890"/>
                  </a:lnTo>
                  <a:lnTo>
                    <a:pt x="7376" y="10929"/>
                  </a:lnTo>
                  <a:lnTo>
                    <a:pt x="6835" y="10929"/>
                  </a:lnTo>
                  <a:lnTo>
                    <a:pt x="6256" y="10890"/>
                  </a:lnTo>
                  <a:lnTo>
                    <a:pt x="5715" y="10774"/>
                  </a:lnTo>
                  <a:lnTo>
                    <a:pt x="5175" y="10620"/>
                  </a:lnTo>
                  <a:lnTo>
                    <a:pt x="4634" y="10466"/>
                  </a:lnTo>
                  <a:lnTo>
                    <a:pt x="4132" y="10195"/>
                  </a:lnTo>
                  <a:lnTo>
                    <a:pt x="3630" y="9925"/>
                  </a:lnTo>
                  <a:lnTo>
                    <a:pt x="3128" y="9577"/>
                  </a:lnTo>
                  <a:lnTo>
                    <a:pt x="2665" y="9191"/>
                  </a:lnTo>
                  <a:lnTo>
                    <a:pt x="2201" y="8767"/>
                  </a:lnTo>
                  <a:lnTo>
                    <a:pt x="1777" y="8303"/>
                  </a:lnTo>
                  <a:lnTo>
                    <a:pt x="1429" y="7801"/>
                  </a:lnTo>
                  <a:lnTo>
                    <a:pt x="1082" y="7261"/>
                  </a:lnTo>
                  <a:lnTo>
                    <a:pt x="811" y="6720"/>
                  </a:lnTo>
                  <a:lnTo>
                    <a:pt x="618" y="6141"/>
                  </a:lnTo>
                  <a:lnTo>
                    <a:pt x="464" y="5523"/>
                  </a:lnTo>
                  <a:lnTo>
                    <a:pt x="425" y="4905"/>
                  </a:lnTo>
                  <a:lnTo>
                    <a:pt x="464" y="4287"/>
                  </a:lnTo>
                  <a:lnTo>
                    <a:pt x="618" y="3708"/>
                  </a:lnTo>
                  <a:lnTo>
                    <a:pt x="811" y="3129"/>
                  </a:lnTo>
                  <a:lnTo>
                    <a:pt x="1120" y="2588"/>
                  </a:lnTo>
                  <a:lnTo>
                    <a:pt x="1468" y="2086"/>
                  </a:lnTo>
                  <a:lnTo>
                    <a:pt x="1892" y="1661"/>
                  </a:lnTo>
                  <a:lnTo>
                    <a:pt x="2356" y="1275"/>
                  </a:lnTo>
                  <a:lnTo>
                    <a:pt x="2896" y="1005"/>
                  </a:lnTo>
                  <a:lnTo>
                    <a:pt x="3476" y="773"/>
                  </a:lnTo>
                  <a:lnTo>
                    <a:pt x="4055" y="619"/>
                  </a:lnTo>
                  <a:lnTo>
                    <a:pt x="4634" y="542"/>
                  </a:lnTo>
                  <a:close/>
                  <a:moveTo>
                    <a:pt x="16875" y="1"/>
                  </a:moveTo>
                  <a:lnTo>
                    <a:pt x="16682" y="40"/>
                  </a:lnTo>
                  <a:lnTo>
                    <a:pt x="16450" y="155"/>
                  </a:lnTo>
                  <a:lnTo>
                    <a:pt x="16257" y="271"/>
                  </a:lnTo>
                  <a:lnTo>
                    <a:pt x="16103" y="426"/>
                  </a:lnTo>
                  <a:lnTo>
                    <a:pt x="15948" y="580"/>
                  </a:lnTo>
                  <a:lnTo>
                    <a:pt x="15832" y="773"/>
                  </a:lnTo>
                  <a:lnTo>
                    <a:pt x="15717" y="1005"/>
                  </a:lnTo>
                  <a:lnTo>
                    <a:pt x="15601" y="1237"/>
                  </a:lnTo>
                  <a:lnTo>
                    <a:pt x="15485" y="1739"/>
                  </a:lnTo>
                  <a:lnTo>
                    <a:pt x="15446" y="2279"/>
                  </a:lnTo>
                  <a:lnTo>
                    <a:pt x="15485" y="2820"/>
                  </a:lnTo>
                  <a:lnTo>
                    <a:pt x="15369" y="2820"/>
                  </a:lnTo>
                  <a:lnTo>
                    <a:pt x="15330" y="2858"/>
                  </a:lnTo>
                  <a:lnTo>
                    <a:pt x="14906" y="2743"/>
                  </a:lnTo>
                  <a:lnTo>
                    <a:pt x="14442" y="2665"/>
                  </a:lnTo>
                  <a:lnTo>
                    <a:pt x="13979" y="2665"/>
                  </a:lnTo>
                  <a:lnTo>
                    <a:pt x="13516" y="2743"/>
                  </a:lnTo>
                  <a:lnTo>
                    <a:pt x="13168" y="2858"/>
                  </a:lnTo>
                  <a:lnTo>
                    <a:pt x="12975" y="2974"/>
                  </a:lnTo>
                  <a:lnTo>
                    <a:pt x="12782" y="3090"/>
                  </a:lnTo>
                  <a:lnTo>
                    <a:pt x="12627" y="3206"/>
                  </a:lnTo>
                  <a:lnTo>
                    <a:pt x="12512" y="3360"/>
                  </a:lnTo>
                  <a:lnTo>
                    <a:pt x="12396" y="3554"/>
                  </a:lnTo>
                  <a:lnTo>
                    <a:pt x="12396" y="3747"/>
                  </a:lnTo>
                  <a:lnTo>
                    <a:pt x="12396" y="3940"/>
                  </a:lnTo>
                  <a:lnTo>
                    <a:pt x="12473" y="4094"/>
                  </a:lnTo>
                  <a:lnTo>
                    <a:pt x="12627" y="4210"/>
                  </a:lnTo>
                  <a:lnTo>
                    <a:pt x="12782" y="4287"/>
                  </a:lnTo>
                  <a:lnTo>
                    <a:pt x="12975" y="4364"/>
                  </a:lnTo>
                  <a:lnTo>
                    <a:pt x="13168" y="4403"/>
                  </a:lnTo>
                  <a:lnTo>
                    <a:pt x="13516" y="4364"/>
                  </a:lnTo>
                  <a:lnTo>
                    <a:pt x="13863" y="4326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8" y="3824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3" y="4866"/>
                  </a:lnTo>
                  <a:lnTo>
                    <a:pt x="13940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29" y="5446"/>
                  </a:lnTo>
                  <a:lnTo>
                    <a:pt x="12743" y="5523"/>
                  </a:lnTo>
                  <a:lnTo>
                    <a:pt x="12396" y="5523"/>
                  </a:lnTo>
                  <a:lnTo>
                    <a:pt x="12048" y="5446"/>
                  </a:lnTo>
                  <a:lnTo>
                    <a:pt x="11739" y="5330"/>
                  </a:lnTo>
                  <a:lnTo>
                    <a:pt x="11430" y="5137"/>
                  </a:lnTo>
                  <a:lnTo>
                    <a:pt x="11121" y="4905"/>
                  </a:lnTo>
                  <a:lnTo>
                    <a:pt x="10851" y="4635"/>
                  </a:lnTo>
                  <a:lnTo>
                    <a:pt x="10542" y="4210"/>
                  </a:lnTo>
                  <a:lnTo>
                    <a:pt x="10195" y="3785"/>
                  </a:lnTo>
                  <a:lnTo>
                    <a:pt x="9615" y="2936"/>
                  </a:lnTo>
                  <a:lnTo>
                    <a:pt x="9307" y="2511"/>
                  </a:lnTo>
                  <a:lnTo>
                    <a:pt x="8959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6" y="966"/>
                  </a:lnTo>
                  <a:lnTo>
                    <a:pt x="7105" y="657"/>
                  </a:lnTo>
                  <a:lnTo>
                    <a:pt x="6526" y="426"/>
                  </a:lnTo>
                  <a:lnTo>
                    <a:pt x="5947" y="271"/>
                  </a:lnTo>
                  <a:lnTo>
                    <a:pt x="5329" y="155"/>
                  </a:lnTo>
                  <a:lnTo>
                    <a:pt x="4750" y="117"/>
                  </a:lnTo>
                  <a:lnTo>
                    <a:pt x="4132" y="155"/>
                  </a:lnTo>
                  <a:lnTo>
                    <a:pt x="3553" y="271"/>
                  </a:lnTo>
                  <a:lnTo>
                    <a:pt x="3283" y="348"/>
                  </a:lnTo>
                  <a:lnTo>
                    <a:pt x="2935" y="464"/>
                  </a:lnTo>
                  <a:lnTo>
                    <a:pt x="2588" y="619"/>
                  </a:lnTo>
                  <a:lnTo>
                    <a:pt x="2279" y="812"/>
                  </a:lnTo>
                  <a:lnTo>
                    <a:pt x="1931" y="1005"/>
                  </a:lnTo>
                  <a:lnTo>
                    <a:pt x="1661" y="1275"/>
                  </a:lnTo>
                  <a:lnTo>
                    <a:pt x="1352" y="1546"/>
                  </a:lnTo>
                  <a:lnTo>
                    <a:pt x="1082" y="1854"/>
                  </a:lnTo>
                  <a:lnTo>
                    <a:pt x="850" y="2163"/>
                  </a:lnTo>
                  <a:lnTo>
                    <a:pt x="541" y="2665"/>
                  </a:lnTo>
                  <a:lnTo>
                    <a:pt x="309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0" y="4712"/>
                  </a:lnTo>
                  <a:lnTo>
                    <a:pt x="39" y="5214"/>
                  </a:lnTo>
                  <a:lnTo>
                    <a:pt x="78" y="5716"/>
                  </a:lnTo>
                  <a:lnTo>
                    <a:pt x="193" y="6218"/>
                  </a:lnTo>
                  <a:lnTo>
                    <a:pt x="386" y="6720"/>
                  </a:lnTo>
                  <a:lnTo>
                    <a:pt x="580" y="7222"/>
                  </a:lnTo>
                  <a:lnTo>
                    <a:pt x="811" y="7685"/>
                  </a:lnTo>
                  <a:lnTo>
                    <a:pt x="1082" y="8110"/>
                  </a:lnTo>
                  <a:lnTo>
                    <a:pt x="1429" y="8573"/>
                  </a:lnTo>
                  <a:lnTo>
                    <a:pt x="1777" y="8960"/>
                  </a:lnTo>
                  <a:lnTo>
                    <a:pt x="2124" y="9384"/>
                  </a:lnTo>
                  <a:lnTo>
                    <a:pt x="2549" y="9732"/>
                  </a:lnTo>
                  <a:lnTo>
                    <a:pt x="3090" y="10157"/>
                  </a:lnTo>
                  <a:lnTo>
                    <a:pt x="3630" y="10504"/>
                  </a:lnTo>
                  <a:lnTo>
                    <a:pt x="4209" y="10774"/>
                  </a:lnTo>
                  <a:lnTo>
                    <a:pt x="4789" y="11045"/>
                  </a:lnTo>
                  <a:lnTo>
                    <a:pt x="5406" y="11199"/>
                  </a:lnTo>
                  <a:lnTo>
                    <a:pt x="6024" y="11354"/>
                  </a:lnTo>
                  <a:lnTo>
                    <a:pt x="6642" y="11392"/>
                  </a:lnTo>
                  <a:lnTo>
                    <a:pt x="7260" y="11431"/>
                  </a:lnTo>
                  <a:lnTo>
                    <a:pt x="7337" y="11585"/>
                  </a:lnTo>
                  <a:lnTo>
                    <a:pt x="7646" y="11392"/>
                  </a:lnTo>
                  <a:lnTo>
                    <a:pt x="8457" y="11315"/>
                  </a:lnTo>
                  <a:lnTo>
                    <a:pt x="9268" y="11122"/>
                  </a:lnTo>
                  <a:lnTo>
                    <a:pt x="10079" y="10813"/>
                  </a:lnTo>
                  <a:lnTo>
                    <a:pt x="10851" y="10466"/>
                  </a:lnTo>
                  <a:lnTo>
                    <a:pt x="11546" y="10041"/>
                  </a:lnTo>
                  <a:lnTo>
                    <a:pt x="12164" y="9577"/>
                  </a:lnTo>
                  <a:lnTo>
                    <a:pt x="12434" y="9384"/>
                  </a:lnTo>
                  <a:lnTo>
                    <a:pt x="13052" y="8805"/>
                  </a:lnTo>
                  <a:lnTo>
                    <a:pt x="13631" y="8187"/>
                  </a:lnTo>
                  <a:lnTo>
                    <a:pt x="14133" y="7492"/>
                  </a:lnTo>
                  <a:lnTo>
                    <a:pt x="14597" y="6797"/>
                  </a:lnTo>
                  <a:lnTo>
                    <a:pt x="14944" y="6025"/>
                  </a:lnTo>
                  <a:lnTo>
                    <a:pt x="15099" y="5639"/>
                  </a:lnTo>
                  <a:lnTo>
                    <a:pt x="15253" y="5214"/>
                  </a:lnTo>
                  <a:lnTo>
                    <a:pt x="15330" y="4828"/>
                  </a:lnTo>
                  <a:lnTo>
                    <a:pt x="15408" y="4403"/>
                  </a:lnTo>
                  <a:lnTo>
                    <a:pt x="15485" y="4017"/>
                  </a:lnTo>
                  <a:lnTo>
                    <a:pt x="15485" y="3592"/>
                  </a:lnTo>
                  <a:lnTo>
                    <a:pt x="15678" y="4056"/>
                  </a:lnTo>
                  <a:lnTo>
                    <a:pt x="15948" y="4480"/>
                  </a:lnTo>
                  <a:lnTo>
                    <a:pt x="16257" y="4866"/>
                  </a:lnTo>
                  <a:lnTo>
                    <a:pt x="16605" y="5214"/>
                  </a:lnTo>
                  <a:lnTo>
                    <a:pt x="16759" y="5368"/>
                  </a:lnTo>
                  <a:lnTo>
                    <a:pt x="16991" y="5484"/>
                  </a:lnTo>
                  <a:lnTo>
                    <a:pt x="17184" y="5561"/>
                  </a:lnTo>
                  <a:lnTo>
                    <a:pt x="17416" y="5639"/>
                  </a:lnTo>
                  <a:lnTo>
                    <a:pt x="17609" y="5677"/>
                  </a:lnTo>
                  <a:lnTo>
                    <a:pt x="17840" y="5639"/>
                  </a:lnTo>
                  <a:lnTo>
                    <a:pt x="18033" y="5523"/>
                  </a:lnTo>
                  <a:lnTo>
                    <a:pt x="18188" y="5330"/>
                  </a:lnTo>
                  <a:lnTo>
                    <a:pt x="18304" y="5137"/>
                  </a:lnTo>
                  <a:lnTo>
                    <a:pt x="18342" y="4944"/>
                  </a:lnTo>
                  <a:lnTo>
                    <a:pt x="18304" y="4712"/>
                  </a:lnTo>
                  <a:lnTo>
                    <a:pt x="18265" y="4519"/>
                  </a:lnTo>
                  <a:lnTo>
                    <a:pt x="18188" y="4287"/>
                  </a:lnTo>
                  <a:lnTo>
                    <a:pt x="18072" y="4133"/>
                  </a:lnTo>
                  <a:lnTo>
                    <a:pt x="17956" y="3940"/>
                  </a:lnTo>
                  <a:lnTo>
                    <a:pt x="17802" y="3785"/>
                  </a:lnTo>
                  <a:lnTo>
                    <a:pt x="17647" y="3631"/>
                  </a:lnTo>
                  <a:lnTo>
                    <a:pt x="17416" y="3476"/>
                  </a:lnTo>
                  <a:lnTo>
                    <a:pt x="16952" y="3245"/>
                  </a:lnTo>
                  <a:lnTo>
                    <a:pt x="16489" y="3052"/>
                  </a:lnTo>
                  <a:lnTo>
                    <a:pt x="15987" y="2936"/>
                  </a:lnTo>
                  <a:lnTo>
                    <a:pt x="16412" y="2781"/>
                  </a:lnTo>
                  <a:lnTo>
                    <a:pt x="16836" y="2511"/>
                  </a:lnTo>
                  <a:lnTo>
                    <a:pt x="17184" y="2202"/>
                  </a:lnTo>
                  <a:lnTo>
                    <a:pt x="17493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3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0" y="194"/>
                  </a:lnTo>
                  <a:lnTo>
                    <a:pt x="17454" y="117"/>
                  </a:lnTo>
                  <a:lnTo>
                    <a:pt x="17338" y="40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5978200" y="1074925"/>
              <a:ext cx="144850" cy="162200"/>
            </a:xfrm>
            <a:custGeom>
              <a:avLst/>
              <a:gdLst/>
              <a:ahLst/>
              <a:cxnLst/>
              <a:rect l="l" t="t" r="r" b="b"/>
              <a:pathLst>
                <a:path w="5794" h="6488" extrusionOk="0">
                  <a:moveTo>
                    <a:pt x="2241" y="425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7" y="734"/>
                  </a:lnTo>
                  <a:lnTo>
                    <a:pt x="4171" y="1004"/>
                  </a:lnTo>
                  <a:lnTo>
                    <a:pt x="4558" y="1313"/>
                  </a:lnTo>
                  <a:lnTo>
                    <a:pt x="4751" y="1506"/>
                  </a:lnTo>
                  <a:lnTo>
                    <a:pt x="4905" y="1738"/>
                  </a:lnTo>
                  <a:lnTo>
                    <a:pt x="5021" y="1931"/>
                  </a:lnTo>
                  <a:lnTo>
                    <a:pt x="5137" y="2163"/>
                  </a:lnTo>
                  <a:lnTo>
                    <a:pt x="5214" y="2433"/>
                  </a:lnTo>
                  <a:lnTo>
                    <a:pt x="5291" y="2703"/>
                  </a:lnTo>
                  <a:lnTo>
                    <a:pt x="5330" y="3167"/>
                  </a:lnTo>
                  <a:lnTo>
                    <a:pt x="5330" y="3630"/>
                  </a:lnTo>
                  <a:lnTo>
                    <a:pt x="5214" y="4132"/>
                  </a:lnTo>
                  <a:lnTo>
                    <a:pt x="5021" y="4557"/>
                  </a:lnTo>
                  <a:lnTo>
                    <a:pt x="4789" y="4982"/>
                  </a:lnTo>
                  <a:lnTo>
                    <a:pt x="4480" y="5329"/>
                  </a:lnTo>
                  <a:lnTo>
                    <a:pt x="4287" y="5484"/>
                  </a:lnTo>
                  <a:lnTo>
                    <a:pt x="4094" y="5638"/>
                  </a:lnTo>
                  <a:lnTo>
                    <a:pt x="3901" y="5754"/>
                  </a:lnTo>
                  <a:lnTo>
                    <a:pt x="3669" y="5831"/>
                  </a:lnTo>
                  <a:lnTo>
                    <a:pt x="3360" y="5947"/>
                  </a:lnTo>
                  <a:lnTo>
                    <a:pt x="3090" y="5986"/>
                  </a:lnTo>
                  <a:lnTo>
                    <a:pt x="2820" y="6024"/>
                  </a:lnTo>
                  <a:lnTo>
                    <a:pt x="2550" y="5986"/>
                  </a:lnTo>
                  <a:lnTo>
                    <a:pt x="2279" y="5947"/>
                  </a:lnTo>
                  <a:lnTo>
                    <a:pt x="2048" y="5870"/>
                  </a:lnTo>
                  <a:lnTo>
                    <a:pt x="1855" y="5754"/>
                  </a:lnTo>
                  <a:lnTo>
                    <a:pt x="1623" y="5638"/>
                  </a:lnTo>
                  <a:lnTo>
                    <a:pt x="1430" y="5484"/>
                  </a:lnTo>
                  <a:lnTo>
                    <a:pt x="1275" y="5291"/>
                  </a:lnTo>
                  <a:lnTo>
                    <a:pt x="1082" y="5097"/>
                  </a:lnTo>
                  <a:lnTo>
                    <a:pt x="966" y="4904"/>
                  </a:lnTo>
                  <a:lnTo>
                    <a:pt x="696" y="4441"/>
                  </a:lnTo>
                  <a:lnTo>
                    <a:pt x="542" y="3900"/>
                  </a:lnTo>
                  <a:lnTo>
                    <a:pt x="426" y="3398"/>
                  </a:lnTo>
                  <a:lnTo>
                    <a:pt x="426" y="2858"/>
                  </a:lnTo>
                  <a:lnTo>
                    <a:pt x="503" y="2317"/>
                  </a:lnTo>
                  <a:lnTo>
                    <a:pt x="542" y="2047"/>
                  </a:lnTo>
                  <a:lnTo>
                    <a:pt x="657" y="1815"/>
                  </a:lnTo>
                  <a:lnTo>
                    <a:pt x="735" y="1584"/>
                  </a:lnTo>
                  <a:lnTo>
                    <a:pt x="889" y="1352"/>
                  </a:lnTo>
                  <a:lnTo>
                    <a:pt x="1044" y="1159"/>
                  </a:lnTo>
                  <a:lnTo>
                    <a:pt x="1237" y="1004"/>
                  </a:lnTo>
                  <a:lnTo>
                    <a:pt x="1430" y="811"/>
                  </a:lnTo>
                  <a:lnTo>
                    <a:pt x="1661" y="695"/>
                  </a:lnTo>
                  <a:lnTo>
                    <a:pt x="1893" y="580"/>
                  </a:lnTo>
                  <a:lnTo>
                    <a:pt x="2202" y="502"/>
                  </a:lnTo>
                  <a:lnTo>
                    <a:pt x="2241" y="464"/>
                  </a:lnTo>
                  <a:lnTo>
                    <a:pt x="2241" y="425"/>
                  </a:lnTo>
                  <a:close/>
                  <a:moveTo>
                    <a:pt x="2279" y="0"/>
                  </a:moveTo>
                  <a:lnTo>
                    <a:pt x="1970" y="39"/>
                  </a:lnTo>
                  <a:lnTo>
                    <a:pt x="1893" y="78"/>
                  </a:lnTo>
                  <a:lnTo>
                    <a:pt x="1816" y="116"/>
                  </a:lnTo>
                  <a:lnTo>
                    <a:pt x="1816" y="193"/>
                  </a:lnTo>
                  <a:lnTo>
                    <a:pt x="1816" y="271"/>
                  </a:lnTo>
                  <a:lnTo>
                    <a:pt x="1507" y="348"/>
                  </a:lnTo>
                  <a:lnTo>
                    <a:pt x="1275" y="464"/>
                  </a:lnTo>
                  <a:lnTo>
                    <a:pt x="1044" y="618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7"/>
                  </a:lnTo>
                  <a:lnTo>
                    <a:pt x="349" y="1429"/>
                  </a:lnTo>
                  <a:lnTo>
                    <a:pt x="233" y="1661"/>
                  </a:lnTo>
                  <a:lnTo>
                    <a:pt x="117" y="1931"/>
                  </a:lnTo>
                  <a:lnTo>
                    <a:pt x="78" y="2201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0"/>
                  </a:lnTo>
                  <a:lnTo>
                    <a:pt x="271" y="4518"/>
                  </a:lnTo>
                  <a:lnTo>
                    <a:pt x="387" y="4827"/>
                  </a:lnTo>
                  <a:lnTo>
                    <a:pt x="542" y="5097"/>
                  </a:lnTo>
                  <a:lnTo>
                    <a:pt x="696" y="5329"/>
                  </a:lnTo>
                  <a:lnTo>
                    <a:pt x="851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0"/>
                  </a:lnTo>
                  <a:lnTo>
                    <a:pt x="1739" y="6256"/>
                  </a:lnTo>
                  <a:lnTo>
                    <a:pt x="2009" y="6372"/>
                  </a:lnTo>
                  <a:lnTo>
                    <a:pt x="2279" y="6449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49"/>
                  </a:lnTo>
                  <a:lnTo>
                    <a:pt x="3554" y="6372"/>
                  </a:lnTo>
                  <a:lnTo>
                    <a:pt x="3862" y="6256"/>
                  </a:lnTo>
                  <a:lnTo>
                    <a:pt x="4133" y="6140"/>
                  </a:lnTo>
                  <a:lnTo>
                    <a:pt x="4403" y="5986"/>
                  </a:lnTo>
                  <a:lnTo>
                    <a:pt x="4635" y="5793"/>
                  </a:lnTo>
                  <a:lnTo>
                    <a:pt x="4866" y="5599"/>
                  </a:lnTo>
                  <a:lnTo>
                    <a:pt x="5060" y="5368"/>
                  </a:lnTo>
                  <a:lnTo>
                    <a:pt x="5214" y="5136"/>
                  </a:lnTo>
                  <a:lnTo>
                    <a:pt x="5368" y="4866"/>
                  </a:lnTo>
                  <a:lnTo>
                    <a:pt x="5523" y="4634"/>
                  </a:lnTo>
                  <a:lnTo>
                    <a:pt x="5639" y="4325"/>
                  </a:lnTo>
                  <a:lnTo>
                    <a:pt x="5716" y="4055"/>
                  </a:lnTo>
                  <a:lnTo>
                    <a:pt x="5755" y="3746"/>
                  </a:lnTo>
                  <a:lnTo>
                    <a:pt x="5793" y="3437"/>
                  </a:lnTo>
                  <a:lnTo>
                    <a:pt x="5793" y="3128"/>
                  </a:lnTo>
                  <a:lnTo>
                    <a:pt x="5793" y="2858"/>
                  </a:lnTo>
                  <a:lnTo>
                    <a:pt x="5716" y="2549"/>
                  </a:lnTo>
                  <a:lnTo>
                    <a:pt x="5639" y="2240"/>
                  </a:lnTo>
                  <a:lnTo>
                    <a:pt x="5523" y="1931"/>
                  </a:lnTo>
                  <a:lnTo>
                    <a:pt x="5368" y="1661"/>
                  </a:lnTo>
                  <a:lnTo>
                    <a:pt x="5214" y="1390"/>
                  </a:lnTo>
                  <a:lnTo>
                    <a:pt x="5021" y="1159"/>
                  </a:lnTo>
                  <a:lnTo>
                    <a:pt x="4828" y="927"/>
                  </a:lnTo>
                  <a:lnTo>
                    <a:pt x="4596" y="734"/>
                  </a:lnTo>
                  <a:lnTo>
                    <a:pt x="4326" y="541"/>
                  </a:lnTo>
                  <a:lnTo>
                    <a:pt x="4094" y="386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5341075" y="109905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2" y="2742"/>
                  </a:lnTo>
                  <a:lnTo>
                    <a:pt x="966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695700" y="1106775"/>
              <a:ext cx="102350" cy="132275"/>
            </a:xfrm>
            <a:custGeom>
              <a:avLst/>
              <a:gdLst/>
              <a:ahLst/>
              <a:cxnLst/>
              <a:rect l="l" t="t" r="r" b="b"/>
              <a:pathLst>
                <a:path w="4094" h="5291" extrusionOk="0">
                  <a:moveTo>
                    <a:pt x="2279" y="1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4" y="1893"/>
                  </a:lnTo>
                  <a:lnTo>
                    <a:pt x="116" y="2279"/>
                  </a:lnTo>
                  <a:lnTo>
                    <a:pt x="39" y="2665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1"/>
                  </a:lnTo>
                  <a:lnTo>
                    <a:pt x="425" y="5291"/>
                  </a:lnTo>
                  <a:lnTo>
                    <a:pt x="464" y="4750"/>
                  </a:lnTo>
                  <a:lnTo>
                    <a:pt x="464" y="4210"/>
                  </a:lnTo>
                  <a:lnTo>
                    <a:pt x="464" y="3630"/>
                  </a:lnTo>
                  <a:lnTo>
                    <a:pt x="464" y="3090"/>
                  </a:lnTo>
                  <a:lnTo>
                    <a:pt x="541" y="2549"/>
                  </a:lnTo>
                  <a:lnTo>
                    <a:pt x="657" y="2047"/>
                  </a:lnTo>
                  <a:lnTo>
                    <a:pt x="773" y="1816"/>
                  </a:lnTo>
                  <a:lnTo>
                    <a:pt x="889" y="1545"/>
                  </a:lnTo>
                  <a:lnTo>
                    <a:pt x="1043" y="1352"/>
                  </a:lnTo>
                  <a:lnTo>
                    <a:pt x="1198" y="1120"/>
                  </a:lnTo>
                  <a:lnTo>
                    <a:pt x="1391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80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4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2" y="1391"/>
                  </a:lnTo>
                  <a:lnTo>
                    <a:pt x="3669" y="1661"/>
                  </a:lnTo>
                  <a:lnTo>
                    <a:pt x="4094" y="1545"/>
                  </a:lnTo>
                  <a:lnTo>
                    <a:pt x="3978" y="1159"/>
                  </a:lnTo>
                  <a:lnTo>
                    <a:pt x="3823" y="812"/>
                  </a:lnTo>
                  <a:lnTo>
                    <a:pt x="3630" y="503"/>
                  </a:lnTo>
                  <a:lnTo>
                    <a:pt x="3399" y="271"/>
                  </a:lnTo>
                  <a:lnTo>
                    <a:pt x="3244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560550" y="1107750"/>
              <a:ext cx="437325" cy="302175"/>
            </a:xfrm>
            <a:custGeom>
              <a:avLst/>
              <a:gdLst/>
              <a:ahLst/>
              <a:cxnLst/>
              <a:rect l="l" t="t" r="r" b="b"/>
              <a:pathLst>
                <a:path w="17493" h="12087" extrusionOk="0">
                  <a:moveTo>
                    <a:pt x="11971" y="502"/>
                  </a:moveTo>
                  <a:lnTo>
                    <a:pt x="12087" y="541"/>
                  </a:lnTo>
                  <a:lnTo>
                    <a:pt x="12203" y="579"/>
                  </a:lnTo>
                  <a:lnTo>
                    <a:pt x="12280" y="657"/>
                  </a:lnTo>
                  <a:lnTo>
                    <a:pt x="12627" y="888"/>
                  </a:lnTo>
                  <a:lnTo>
                    <a:pt x="12898" y="1159"/>
                  </a:lnTo>
                  <a:lnTo>
                    <a:pt x="13129" y="1506"/>
                  </a:lnTo>
                  <a:lnTo>
                    <a:pt x="13322" y="1854"/>
                  </a:lnTo>
                  <a:lnTo>
                    <a:pt x="13477" y="2278"/>
                  </a:lnTo>
                  <a:lnTo>
                    <a:pt x="13593" y="2665"/>
                  </a:lnTo>
                  <a:lnTo>
                    <a:pt x="13824" y="3437"/>
                  </a:lnTo>
                  <a:lnTo>
                    <a:pt x="13824" y="3437"/>
                  </a:lnTo>
                  <a:lnTo>
                    <a:pt x="13091" y="3012"/>
                  </a:lnTo>
                  <a:lnTo>
                    <a:pt x="12705" y="2780"/>
                  </a:lnTo>
                  <a:lnTo>
                    <a:pt x="12357" y="2510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2" y="1738"/>
                  </a:lnTo>
                  <a:lnTo>
                    <a:pt x="11508" y="1429"/>
                  </a:lnTo>
                  <a:lnTo>
                    <a:pt x="11430" y="1081"/>
                  </a:lnTo>
                  <a:lnTo>
                    <a:pt x="11662" y="734"/>
                  </a:lnTo>
                  <a:lnTo>
                    <a:pt x="11739" y="618"/>
                  </a:lnTo>
                  <a:lnTo>
                    <a:pt x="11855" y="541"/>
                  </a:lnTo>
                  <a:lnTo>
                    <a:pt x="11971" y="502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89" y="1738"/>
                  </a:lnTo>
                  <a:lnTo>
                    <a:pt x="16566" y="1854"/>
                  </a:lnTo>
                  <a:lnTo>
                    <a:pt x="16605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5" y="2510"/>
                  </a:lnTo>
                  <a:lnTo>
                    <a:pt x="16528" y="2665"/>
                  </a:lnTo>
                  <a:lnTo>
                    <a:pt x="16412" y="2819"/>
                  </a:lnTo>
                  <a:lnTo>
                    <a:pt x="16296" y="2974"/>
                  </a:lnTo>
                  <a:lnTo>
                    <a:pt x="15948" y="3205"/>
                  </a:lnTo>
                  <a:lnTo>
                    <a:pt x="15524" y="3398"/>
                  </a:lnTo>
                  <a:lnTo>
                    <a:pt x="15137" y="3553"/>
                  </a:lnTo>
                  <a:lnTo>
                    <a:pt x="14713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6"/>
                  </a:lnTo>
                  <a:lnTo>
                    <a:pt x="15060" y="2278"/>
                  </a:lnTo>
                  <a:lnTo>
                    <a:pt x="15408" y="1970"/>
                  </a:lnTo>
                  <a:lnTo>
                    <a:pt x="15639" y="1815"/>
                  </a:lnTo>
                  <a:lnTo>
                    <a:pt x="15871" y="1699"/>
                  </a:lnTo>
                  <a:lnTo>
                    <a:pt x="16103" y="1622"/>
                  </a:lnTo>
                  <a:close/>
                  <a:moveTo>
                    <a:pt x="13824" y="4286"/>
                  </a:moveTo>
                  <a:lnTo>
                    <a:pt x="13670" y="4557"/>
                  </a:lnTo>
                  <a:lnTo>
                    <a:pt x="13477" y="4788"/>
                  </a:lnTo>
                  <a:lnTo>
                    <a:pt x="13245" y="5020"/>
                  </a:lnTo>
                  <a:lnTo>
                    <a:pt x="13014" y="5252"/>
                  </a:lnTo>
                  <a:lnTo>
                    <a:pt x="12666" y="5484"/>
                  </a:lnTo>
                  <a:lnTo>
                    <a:pt x="12125" y="5792"/>
                  </a:lnTo>
                  <a:lnTo>
                    <a:pt x="11855" y="5908"/>
                  </a:lnTo>
                  <a:lnTo>
                    <a:pt x="11623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4" y="5870"/>
                  </a:lnTo>
                  <a:lnTo>
                    <a:pt x="10967" y="5792"/>
                  </a:lnTo>
                  <a:lnTo>
                    <a:pt x="10928" y="5715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7" y="5290"/>
                  </a:lnTo>
                  <a:lnTo>
                    <a:pt x="11121" y="5097"/>
                  </a:lnTo>
                  <a:lnTo>
                    <a:pt x="11276" y="4943"/>
                  </a:lnTo>
                  <a:lnTo>
                    <a:pt x="11546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7" y="4480"/>
                  </a:lnTo>
                  <a:lnTo>
                    <a:pt x="13245" y="4402"/>
                  </a:lnTo>
                  <a:lnTo>
                    <a:pt x="13554" y="4364"/>
                  </a:lnTo>
                  <a:lnTo>
                    <a:pt x="13824" y="4286"/>
                  </a:lnTo>
                  <a:close/>
                  <a:moveTo>
                    <a:pt x="14404" y="4248"/>
                  </a:moveTo>
                  <a:lnTo>
                    <a:pt x="15060" y="4595"/>
                  </a:lnTo>
                  <a:lnTo>
                    <a:pt x="15408" y="4788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1" y="5368"/>
                  </a:lnTo>
                  <a:lnTo>
                    <a:pt x="16412" y="5677"/>
                  </a:lnTo>
                  <a:lnTo>
                    <a:pt x="16643" y="6024"/>
                  </a:lnTo>
                  <a:lnTo>
                    <a:pt x="16875" y="6333"/>
                  </a:lnTo>
                  <a:lnTo>
                    <a:pt x="16991" y="6681"/>
                  </a:lnTo>
                  <a:lnTo>
                    <a:pt x="16991" y="6835"/>
                  </a:lnTo>
                  <a:lnTo>
                    <a:pt x="16991" y="6990"/>
                  </a:lnTo>
                  <a:lnTo>
                    <a:pt x="16952" y="7105"/>
                  </a:lnTo>
                  <a:lnTo>
                    <a:pt x="16836" y="7221"/>
                  </a:lnTo>
                  <a:lnTo>
                    <a:pt x="16759" y="7298"/>
                  </a:lnTo>
                  <a:lnTo>
                    <a:pt x="16643" y="7337"/>
                  </a:lnTo>
                  <a:lnTo>
                    <a:pt x="16373" y="7337"/>
                  </a:lnTo>
                  <a:lnTo>
                    <a:pt x="16141" y="7221"/>
                  </a:lnTo>
                  <a:lnTo>
                    <a:pt x="15871" y="7028"/>
                  </a:lnTo>
                  <a:lnTo>
                    <a:pt x="15601" y="6835"/>
                  </a:lnTo>
                  <a:lnTo>
                    <a:pt x="15369" y="6565"/>
                  </a:lnTo>
                  <a:lnTo>
                    <a:pt x="15060" y="6179"/>
                  </a:lnTo>
                  <a:lnTo>
                    <a:pt x="14828" y="5715"/>
                  </a:lnTo>
                  <a:lnTo>
                    <a:pt x="14635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5" y="0"/>
                  </a:moveTo>
                  <a:lnTo>
                    <a:pt x="11585" y="77"/>
                  </a:lnTo>
                  <a:lnTo>
                    <a:pt x="11469" y="116"/>
                  </a:lnTo>
                  <a:lnTo>
                    <a:pt x="11353" y="232"/>
                  </a:lnTo>
                  <a:lnTo>
                    <a:pt x="11160" y="425"/>
                  </a:lnTo>
                  <a:lnTo>
                    <a:pt x="11006" y="618"/>
                  </a:lnTo>
                  <a:lnTo>
                    <a:pt x="10928" y="811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67" y="1468"/>
                  </a:lnTo>
                  <a:lnTo>
                    <a:pt x="11083" y="1699"/>
                  </a:lnTo>
                  <a:lnTo>
                    <a:pt x="11199" y="1892"/>
                  </a:lnTo>
                  <a:lnTo>
                    <a:pt x="11546" y="2317"/>
                  </a:lnTo>
                  <a:lnTo>
                    <a:pt x="11932" y="2742"/>
                  </a:lnTo>
                  <a:lnTo>
                    <a:pt x="12396" y="3089"/>
                  </a:lnTo>
                  <a:lnTo>
                    <a:pt x="12859" y="3437"/>
                  </a:lnTo>
                  <a:lnTo>
                    <a:pt x="12048" y="3321"/>
                  </a:lnTo>
                  <a:lnTo>
                    <a:pt x="11199" y="3282"/>
                  </a:lnTo>
                  <a:lnTo>
                    <a:pt x="10388" y="3360"/>
                  </a:lnTo>
                  <a:lnTo>
                    <a:pt x="9615" y="3476"/>
                  </a:lnTo>
                  <a:lnTo>
                    <a:pt x="9654" y="3012"/>
                  </a:lnTo>
                  <a:lnTo>
                    <a:pt x="9654" y="2510"/>
                  </a:lnTo>
                  <a:lnTo>
                    <a:pt x="9615" y="2008"/>
                  </a:lnTo>
                  <a:lnTo>
                    <a:pt x="9500" y="1506"/>
                  </a:lnTo>
                  <a:lnTo>
                    <a:pt x="9075" y="1622"/>
                  </a:lnTo>
                  <a:lnTo>
                    <a:pt x="9152" y="2085"/>
                  </a:lnTo>
                  <a:lnTo>
                    <a:pt x="9152" y="2587"/>
                  </a:lnTo>
                  <a:lnTo>
                    <a:pt x="9113" y="3089"/>
                  </a:lnTo>
                  <a:lnTo>
                    <a:pt x="9075" y="3514"/>
                  </a:lnTo>
                  <a:lnTo>
                    <a:pt x="9075" y="3630"/>
                  </a:lnTo>
                  <a:lnTo>
                    <a:pt x="8225" y="3900"/>
                  </a:lnTo>
                  <a:lnTo>
                    <a:pt x="7414" y="4286"/>
                  </a:lnTo>
                  <a:lnTo>
                    <a:pt x="6604" y="4711"/>
                  </a:lnTo>
                  <a:lnTo>
                    <a:pt x="5831" y="5252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6" y="6217"/>
                  </a:lnTo>
                  <a:lnTo>
                    <a:pt x="3823" y="6951"/>
                  </a:lnTo>
                  <a:lnTo>
                    <a:pt x="3090" y="7685"/>
                  </a:lnTo>
                  <a:lnTo>
                    <a:pt x="2394" y="8495"/>
                  </a:lnTo>
                  <a:lnTo>
                    <a:pt x="1738" y="9306"/>
                  </a:lnTo>
                  <a:lnTo>
                    <a:pt x="1082" y="10156"/>
                  </a:lnTo>
                  <a:lnTo>
                    <a:pt x="502" y="10967"/>
                  </a:lnTo>
                  <a:lnTo>
                    <a:pt x="0" y="11816"/>
                  </a:lnTo>
                  <a:lnTo>
                    <a:pt x="309" y="12087"/>
                  </a:lnTo>
                  <a:lnTo>
                    <a:pt x="1545" y="10503"/>
                  </a:lnTo>
                  <a:lnTo>
                    <a:pt x="2742" y="8959"/>
                  </a:lnTo>
                  <a:lnTo>
                    <a:pt x="3360" y="8225"/>
                  </a:lnTo>
                  <a:lnTo>
                    <a:pt x="4016" y="7491"/>
                  </a:lnTo>
                  <a:lnTo>
                    <a:pt x="4711" y="6835"/>
                  </a:lnTo>
                  <a:lnTo>
                    <a:pt x="5484" y="6179"/>
                  </a:lnTo>
                  <a:lnTo>
                    <a:pt x="6256" y="5599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7" y="4441"/>
                  </a:lnTo>
                  <a:lnTo>
                    <a:pt x="8920" y="4248"/>
                  </a:lnTo>
                  <a:lnTo>
                    <a:pt x="9422" y="4132"/>
                  </a:lnTo>
                  <a:lnTo>
                    <a:pt x="9886" y="4016"/>
                  </a:lnTo>
                  <a:lnTo>
                    <a:pt x="10388" y="3939"/>
                  </a:lnTo>
                  <a:lnTo>
                    <a:pt x="10851" y="3862"/>
                  </a:lnTo>
                  <a:lnTo>
                    <a:pt x="11353" y="3823"/>
                  </a:lnTo>
                  <a:lnTo>
                    <a:pt x="11855" y="3823"/>
                  </a:lnTo>
                  <a:lnTo>
                    <a:pt x="12357" y="3862"/>
                  </a:lnTo>
                  <a:lnTo>
                    <a:pt x="12821" y="3939"/>
                  </a:lnTo>
                  <a:lnTo>
                    <a:pt x="12319" y="4016"/>
                  </a:lnTo>
                  <a:lnTo>
                    <a:pt x="11855" y="4132"/>
                  </a:lnTo>
                  <a:lnTo>
                    <a:pt x="11392" y="4286"/>
                  </a:lnTo>
                  <a:lnTo>
                    <a:pt x="11199" y="4402"/>
                  </a:lnTo>
                  <a:lnTo>
                    <a:pt x="11006" y="4557"/>
                  </a:lnTo>
                  <a:lnTo>
                    <a:pt x="10813" y="4711"/>
                  </a:lnTo>
                  <a:lnTo>
                    <a:pt x="10697" y="4866"/>
                  </a:lnTo>
                  <a:lnTo>
                    <a:pt x="10542" y="5059"/>
                  </a:lnTo>
                  <a:lnTo>
                    <a:pt x="10465" y="5290"/>
                  </a:lnTo>
                  <a:lnTo>
                    <a:pt x="10388" y="5522"/>
                  </a:lnTo>
                  <a:lnTo>
                    <a:pt x="10388" y="5754"/>
                  </a:lnTo>
                  <a:lnTo>
                    <a:pt x="10426" y="5947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3"/>
                  </a:lnTo>
                  <a:lnTo>
                    <a:pt x="11006" y="6410"/>
                  </a:lnTo>
                  <a:lnTo>
                    <a:pt x="11276" y="6449"/>
                  </a:lnTo>
                  <a:lnTo>
                    <a:pt x="11585" y="6410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2"/>
                  </a:lnTo>
                  <a:lnTo>
                    <a:pt x="13422" y="5533"/>
                  </a:lnTo>
                  <a:lnTo>
                    <a:pt x="13422" y="5533"/>
                  </a:lnTo>
                  <a:lnTo>
                    <a:pt x="13786" y="5715"/>
                  </a:lnTo>
                  <a:lnTo>
                    <a:pt x="14056" y="4866"/>
                  </a:lnTo>
                  <a:lnTo>
                    <a:pt x="14211" y="5406"/>
                  </a:lnTo>
                  <a:lnTo>
                    <a:pt x="14404" y="5908"/>
                  </a:lnTo>
                  <a:lnTo>
                    <a:pt x="14674" y="6410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8" y="7298"/>
                  </a:lnTo>
                  <a:lnTo>
                    <a:pt x="15678" y="7491"/>
                  </a:lnTo>
                  <a:lnTo>
                    <a:pt x="15987" y="7685"/>
                  </a:lnTo>
                  <a:lnTo>
                    <a:pt x="16296" y="7800"/>
                  </a:lnTo>
                  <a:lnTo>
                    <a:pt x="16605" y="7878"/>
                  </a:lnTo>
                  <a:lnTo>
                    <a:pt x="16875" y="7878"/>
                  </a:lnTo>
                  <a:lnTo>
                    <a:pt x="17030" y="7800"/>
                  </a:lnTo>
                  <a:lnTo>
                    <a:pt x="17184" y="7723"/>
                  </a:lnTo>
                  <a:lnTo>
                    <a:pt x="17300" y="7646"/>
                  </a:lnTo>
                  <a:lnTo>
                    <a:pt x="17377" y="7530"/>
                  </a:lnTo>
                  <a:lnTo>
                    <a:pt x="17416" y="7414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6" y="6603"/>
                  </a:lnTo>
                  <a:lnTo>
                    <a:pt x="17300" y="6294"/>
                  </a:lnTo>
                  <a:lnTo>
                    <a:pt x="17184" y="5986"/>
                  </a:lnTo>
                  <a:lnTo>
                    <a:pt x="17030" y="5715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0"/>
                  </a:lnTo>
                  <a:lnTo>
                    <a:pt x="16257" y="4788"/>
                  </a:lnTo>
                  <a:lnTo>
                    <a:pt x="16026" y="4634"/>
                  </a:lnTo>
                  <a:lnTo>
                    <a:pt x="15524" y="4286"/>
                  </a:lnTo>
                  <a:lnTo>
                    <a:pt x="14944" y="4016"/>
                  </a:lnTo>
                  <a:lnTo>
                    <a:pt x="15408" y="3900"/>
                  </a:lnTo>
                  <a:lnTo>
                    <a:pt x="15832" y="3746"/>
                  </a:lnTo>
                  <a:lnTo>
                    <a:pt x="16219" y="3514"/>
                  </a:lnTo>
                  <a:lnTo>
                    <a:pt x="16605" y="3244"/>
                  </a:lnTo>
                  <a:lnTo>
                    <a:pt x="16759" y="3089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5" y="2201"/>
                  </a:lnTo>
                  <a:lnTo>
                    <a:pt x="17107" y="1931"/>
                  </a:lnTo>
                  <a:lnTo>
                    <a:pt x="17068" y="1699"/>
                  </a:lnTo>
                  <a:lnTo>
                    <a:pt x="16914" y="1506"/>
                  </a:lnTo>
                  <a:lnTo>
                    <a:pt x="16759" y="1313"/>
                  </a:lnTo>
                  <a:lnTo>
                    <a:pt x="16528" y="1236"/>
                  </a:lnTo>
                  <a:lnTo>
                    <a:pt x="16334" y="1159"/>
                  </a:lnTo>
                  <a:lnTo>
                    <a:pt x="16103" y="1159"/>
                  </a:lnTo>
                  <a:lnTo>
                    <a:pt x="15910" y="1197"/>
                  </a:lnTo>
                  <a:lnTo>
                    <a:pt x="15678" y="1275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6" y="2587"/>
                  </a:lnTo>
                  <a:lnTo>
                    <a:pt x="14095" y="3012"/>
                  </a:lnTo>
                  <a:lnTo>
                    <a:pt x="13940" y="2433"/>
                  </a:lnTo>
                  <a:lnTo>
                    <a:pt x="13747" y="1892"/>
                  </a:lnTo>
                  <a:lnTo>
                    <a:pt x="13516" y="1352"/>
                  </a:lnTo>
                  <a:lnTo>
                    <a:pt x="13168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7" y="155"/>
                  </a:lnTo>
                  <a:lnTo>
                    <a:pt x="12087" y="39"/>
                  </a:lnTo>
                  <a:lnTo>
                    <a:pt x="118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5590125" y="11338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5491675" y="1139600"/>
              <a:ext cx="21250" cy="8725"/>
            </a:xfrm>
            <a:custGeom>
              <a:avLst/>
              <a:gdLst/>
              <a:ahLst/>
              <a:cxnLst/>
              <a:rect l="l" t="t" r="r" b="b"/>
              <a:pathLst>
                <a:path w="850" h="349" extrusionOk="0">
                  <a:moveTo>
                    <a:pt x="425" y="1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4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4"/>
                  </a:lnTo>
                  <a:lnTo>
                    <a:pt x="811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2443975" y="1153125"/>
              <a:ext cx="315725" cy="477875"/>
            </a:xfrm>
            <a:custGeom>
              <a:avLst/>
              <a:gdLst/>
              <a:ahLst/>
              <a:cxnLst/>
              <a:rect l="l" t="t" r="r" b="b"/>
              <a:pathLst>
                <a:path w="12629" h="19115" extrusionOk="0">
                  <a:moveTo>
                    <a:pt x="1005" y="618"/>
                  </a:moveTo>
                  <a:lnTo>
                    <a:pt x="1661" y="850"/>
                  </a:lnTo>
                  <a:lnTo>
                    <a:pt x="2318" y="1120"/>
                  </a:lnTo>
                  <a:lnTo>
                    <a:pt x="2743" y="1352"/>
                  </a:lnTo>
                  <a:lnTo>
                    <a:pt x="3167" y="1583"/>
                  </a:lnTo>
                  <a:lnTo>
                    <a:pt x="3322" y="1699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1"/>
                  </a:lnTo>
                  <a:lnTo>
                    <a:pt x="4017" y="2819"/>
                  </a:lnTo>
                  <a:lnTo>
                    <a:pt x="5677" y="6796"/>
                  </a:lnTo>
                  <a:lnTo>
                    <a:pt x="9075" y="15021"/>
                  </a:lnTo>
                  <a:lnTo>
                    <a:pt x="9153" y="15098"/>
                  </a:lnTo>
                  <a:lnTo>
                    <a:pt x="9191" y="15137"/>
                  </a:lnTo>
                  <a:lnTo>
                    <a:pt x="9346" y="15137"/>
                  </a:lnTo>
                  <a:lnTo>
                    <a:pt x="8921" y="15369"/>
                  </a:lnTo>
                  <a:lnTo>
                    <a:pt x="7956" y="13515"/>
                  </a:lnTo>
                  <a:lnTo>
                    <a:pt x="6990" y="11662"/>
                  </a:lnTo>
                  <a:lnTo>
                    <a:pt x="5021" y="7955"/>
                  </a:lnTo>
                  <a:lnTo>
                    <a:pt x="3013" y="4286"/>
                  </a:lnTo>
                  <a:lnTo>
                    <a:pt x="1005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20" y="11739"/>
                  </a:lnTo>
                  <a:lnTo>
                    <a:pt x="7763" y="13593"/>
                  </a:lnTo>
                  <a:lnTo>
                    <a:pt x="8805" y="15446"/>
                  </a:lnTo>
                  <a:lnTo>
                    <a:pt x="8651" y="15523"/>
                  </a:lnTo>
                  <a:lnTo>
                    <a:pt x="7415" y="13747"/>
                  </a:lnTo>
                  <a:lnTo>
                    <a:pt x="6179" y="12009"/>
                  </a:lnTo>
                  <a:lnTo>
                    <a:pt x="3592" y="8534"/>
                  </a:lnTo>
                  <a:lnTo>
                    <a:pt x="2318" y="6758"/>
                  </a:lnTo>
                  <a:lnTo>
                    <a:pt x="1005" y="4943"/>
                  </a:lnTo>
                  <a:lnTo>
                    <a:pt x="850" y="4711"/>
                  </a:lnTo>
                  <a:lnTo>
                    <a:pt x="735" y="4479"/>
                  </a:lnTo>
                  <a:lnTo>
                    <a:pt x="619" y="4209"/>
                  </a:lnTo>
                  <a:lnTo>
                    <a:pt x="542" y="3939"/>
                  </a:lnTo>
                  <a:lnTo>
                    <a:pt x="464" y="3398"/>
                  </a:lnTo>
                  <a:lnTo>
                    <a:pt x="426" y="2819"/>
                  </a:lnTo>
                  <a:lnTo>
                    <a:pt x="464" y="2240"/>
                  </a:lnTo>
                  <a:lnTo>
                    <a:pt x="503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3" y="12357"/>
                  </a:lnTo>
                  <a:lnTo>
                    <a:pt x="11817" y="12434"/>
                  </a:lnTo>
                  <a:lnTo>
                    <a:pt x="12165" y="12859"/>
                  </a:lnTo>
                  <a:lnTo>
                    <a:pt x="12242" y="13052"/>
                  </a:lnTo>
                  <a:lnTo>
                    <a:pt x="12280" y="13245"/>
                  </a:lnTo>
                  <a:lnTo>
                    <a:pt x="12242" y="13438"/>
                  </a:lnTo>
                  <a:lnTo>
                    <a:pt x="12203" y="13631"/>
                  </a:lnTo>
                  <a:lnTo>
                    <a:pt x="12049" y="14017"/>
                  </a:lnTo>
                  <a:lnTo>
                    <a:pt x="11856" y="14365"/>
                  </a:lnTo>
                  <a:lnTo>
                    <a:pt x="11508" y="14790"/>
                  </a:lnTo>
                  <a:lnTo>
                    <a:pt x="11122" y="15176"/>
                  </a:lnTo>
                  <a:lnTo>
                    <a:pt x="10697" y="15523"/>
                  </a:lnTo>
                  <a:lnTo>
                    <a:pt x="10273" y="15871"/>
                  </a:lnTo>
                  <a:lnTo>
                    <a:pt x="10157" y="15871"/>
                  </a:lnTo>
                  <a:lnTo>
                    <a:pt x="10118" y="15987"/>
                  </a:lnTo>
                  <a:lnTo>
                    <a:pt x="9771" y="16180"/>
                  </a:lnTo>
                  <a:lnTo>
                    <a:pt x="9114" y="16604"/>
                  </a:lnTo>
                  <a:lnTo>
                    <a:pt x="8458" y="16952"/>
                  </a:lnTo>
                  <a:lnTo>
                    <a:pt x="7724" y="17261"/>
                  </a:lnTo>
                  <a:lnTo>
                    <a:pt x="6990" y="17493"/>
                  </a:lnTo>
                  <a:lnTo>
                    <a:pt x="6643" y="17608"/>
                  </a:lnTo>
                  <a:lnTo>
                    <a:pt x="6295" y="17647"/>
                  </a:lnTo>
                  <a:lnTo>
                    <a:pt x="5755" y="17647"/>
                  </a:lnTo>
                  <a:lnTo>
                    <a:pt x="5562" y="17570"/>
                  </a:lnTo>
                  <a:lnTo>
                    <a:pt x="5446" y="17493"/>
                  </a:lnTo>
                  <a:lnTo>
                    <a:pt x="5330" y="17415"/>
                  </a:lnTo>
                  <a:lnTo>
                    <a:pt x="5098" y="17184"/>
                  </a:lnTo>
                  <a:lnTo>
                    <a:pt x="4982" y="16875"/>
                  </a:lnTo>
                  <a:lnTo>
                    <a:pt x="4905" y="16604"/>
                  </a:lnTo>
                  <a:lnTo>
                    <a:pt x="4944" y="16411"/>
                  </a:lnTo>
                  <a:lnTo>
                    <a:pt x="4982" y="16218"/>
                  </a:lnTo>
                  <a:lnTo>
                    <a:pt x="5060" y="16064"/>
                  </a:lnTo>
                  <a:lnTo>
                    <a:pt x="5175" y="15948"/>
                  </a:lnTo>
                  <a:lnTo>
                    <a:pt x="5291" y="15832"/>
                  </a:lnTo>
                  <a:lnTo>
                    <a:pt x="5407" y="15755"/>
                  </a:lnTo>
                  <a:lnTo>
                    <a:pt x="5523" y="15716"/>
                  </a:lnTo>
                  <a:lnTo>
                    <a:pt x="5639" y="15755"/>
                  </a:lnTo>
                  <a:lnTo>
                    <a:pt x="5793" y="15832"/>
                  </a:lnTo>
                  <a:lnTo>
                    <a:pt x="5948" y="15948"/>
                  </a:lnTo>
                  <a:lnTo>
                    <a:pt x="6064" y="16141"/>
                  </a:lnTo>
                  <a:lnTo>
                    <a:pt x="6257" y="16373"/>
                  </a:lnTo>
                  <a:lnTo>
                    <a:pt x="6102" y="16411"/>
                  </a:lnTo>
                  <a:lnTo>
                    <a:pt x="6025" y="16450"/>
                  </a:lnTo>
                  <a:lnTo>
                    <a:pt x="6025" y="16566"/>
                  </a:lnTo>
                  <a:lnTo>
                    <a:pt x="6064" y="16643"/>
                  </a:lnTo>
                  <a:lnTo>
                    <a:pt x="6141" y="16643"/>
                  </a:lnTo>
                  <a:lnTo>
                    <a:pt x="6913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30" y="15716"/>
                  </a:lnTo>
                  <a:lnTo>
                    <a:pt x="9616" y="15485"/>
                  </a:lnTo>
                  <a:lnTo>
                    <a:pt x="9964" y="15253"/>
                  </a:lnTo>
                  <a:lnTo>
                    <a:pt x="10273" y="15021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2" y="14172"/>
                  </a:lnTo>
                  <a:lnTo>
                    <a:pt x="11354" y="13824"/>
                  </a:lnTo>
                  <a:lnTo>
                    <a:pt x="11547" y="13515"/>
                  </a:lnTo>
                  <a:lnTo>
                    <a:pt x="11547" y="13438"/>
                  </a:lnTo>
                  <a:lnTo>
                    <a:pt x="11547" y="13361"/>
                  </a:lnTo>
                  <a:lnTo>
                    <a:pt x="11508" y="13284"/>
                  </a:lnTo>
                  <a:lnTo>
                    <a:pt x="11431" y="13245"/>
                  </a:lnTo>
                  <a:lnTo>
                    <a:pt x="11238" y="13245"/>
                  </a:lnTo>
                  <a:lnTo>
                    <a:pt x="11161" y="13322"/>
                  </a:lnTo>
                  <a:lnTo>
                    <a:pt x="10968" y="13670"/>
                  </a:lnTo>
                  <a:lnTo>
                    <a:pt x="10775" y="13554"/>
                  </a:lnTo>
                  <a:lnTo>
                    <a:pt x="10659" y="13438"/>
                  </a:lnTo>
                  <a:lnTo>
                    <a:pt x="10620" y="13284"/>
                  </a:lnTo>
                  <a:lnTo>
                    <a:pt x="10581" y="13168"/>
                  </a:lnTo>
                  <a:lnTo>
                    <a:pt x="10620" y="13013"/>
                  </a:lnTo>
                  <a:lnTo>
                    <a:pt x="10659" y="12859"/>
                  </a:lnTo>
                  <a:lnTo>
                    <a:pt x="10852" y="12627"/>
                  </a:lnTo>
                  <a:lnTo>
                    <a:pt x="10929" y="12473"/>
                  </a:lnTo>
                  <a:lnTo>
                    <a:pt x="11045" y="12357"/>
                  </a:lnTo>
                  <a:lnTo>
                    <a:pt x="11122" y="12318"/>
                  </a:lnTo>
                  <a:lnTo>
                    <a:pt x="11238" y="12280"/>
                  </a:lnTo>
                  <a:close/>
                  <a:moveTo>
                    <a:pt x="426" y="0"/>
                  </a:moveTo>
                  <a:lnTo>
                    <a:pt x="349" y="39"/>
                  </a:lnTo>
                  <a:lnTo>
                    <a:pt x="271" y="116"/>
                  </a:lnTo>
                  <a:lnTo>
                    <a:pt x="233" y="193"/>
                  </a:lnTo>
                  <a:lnTo>
                    <a:pt x="78" y="2587"/>
                  </a:lnTo>
                  <a:lnTo>
                    <a:pt x="40" y="3012"/>
                  </a:lnTo>
                  <a:lnTo>
                    <a:pt x="1" y="3475"/>
                  </a:lnTo>
                  <a:lnTo>
                    <a:pt x="40" y="3900"/>
                  </a:lnTo>
                  <a:lnTo>
                    <a:pt x="117" y="4325"/>
                  </a:lnTo>
                  <a:lnTo>
                    <a:pt x="233" y="4518"/>
                  </a:lnTo>
                  <a:lnTo>
                    <a:pt x="349" y="4750"/>
                  </a:lnTo>
                  <a:lnTo>
                    <a:pt x="619" y="5175"/>
                  </a:lnTo>
                  <a:lnTo>
                    <a:pt x="1237" y="5985"/>
                  </a:lnTo>
                  <a:lnTo>
                    <a:pt x="2665" y="7955"/>
                  </a:lnTo>
                  <a:lnTo>
                    <a:pt x="5446" y="11816"/>
                  </a:lnTo>
                  <a:lnTo>
                    <a:pt x="6874" y="13747"/>
                  </a:lnTo>
                  <a:lnTo>
                    <a:pt x="8342" y="15639"/>
                  </a:lnTo>
                  <a:lnTo>
                    <a:pt x="7492" y="15987"/>
                  </a:lnTo>
                  <a:lnTo>
                    <a:pt x="6643" y="16257"/>
                  </a:lnTo>
                  <a:lnTo>
                    <a:pt x="6643" y="16257"/>
                  </a:lnTo>
                  <a:lnTo>
                    <a:pt x="6681" y="16102"/>
                  </a:lnTo>
                  <a:lnTo>
                    <a:pt x="6681" y="15948"/>
                  </a:lnTo>
                  <a:lnTo>
                    <a:pt x="6643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4" y="15369"/>
                  </a:lnTo>
                  <a:lnTo>
                    <a:pt x="6179" y="15292"/>
                  </a:lnTo>
                  <a:lnTo>
                    <a:pt x="6025" y="15253"/>
                  </a:lnTo>
                  <a:lnTo>
                    <a:pt x="5716" y="15253"/>
                  </a:lnTo>
                  <a:lnTo>
                    <a:pt x="5484" y="15292"/>
                  </a:lnTo>
                  <a:lnTo>
                    <a:pt x="5214" y="15407"/>
                  </a:lnTo>
                  <a:lnTo>
                    <a:pt x="5021" y="15600"/>
                  </a:lnTo>
                  <a:lnTo>
                    <a:pt x="4828" y="15794"/>
                  </a:lnTo>
                  <a:lnTo>
                    <a:pt x="4712" y="16025"/>
                  </a:lnTo>
                  <a:lnTo>
                    <a:pt x="4596" y="16296"/>
                  </a:lnTo>
                  <a:lnTo>
                    <a:pt x="4596" y="16566"/>
                  </a:lnTo>
                  <a:lnTo>
                    <a:pt x="4635" y="16991"/>
                  </a:lnTo>
                  <a:lnTo>
                    <a:pt x="4751" y="17300"/>
                  </a:lnTo>
                  <a:lnTo>
                    <a:pt x="4905" y="17531"/>
                  </a:lnTo>
                  <a:lnTo>
                    <a:pt x="5098" y="17724"/>
                  </a:lnTo>
                  <a:lnTo>
                    <a:pt x="5368" y="17840"/>
                  </a:lnTo>
                  <a:lnTo>
                    <a:pt x="5677" y="17917"/>
                  </a:lnTo>
                  <a:lnTo>
                    <a:pt x="6025" y="17956"/>
                  </a:lnTo>
                  <a:lnTo>
                    <a:pt x="6372" y="17917"/>
                  </a:lnTo>
                  <a:lnTo>
                    <a:pt x="6720" y="17840"/>
                  </a:lnTo>
                  <a:lnTo>
                    <a:pt x="7106" y="17763"/>
                  </a:lnTo>
                  <a:lnTo>
                    <a:pt x="7878" y="17531"/>
                  </a:lnTo>
                  <a:lnTo>
                    <a:pt x="8573" y="17222"/>
                  </a:lnTo>
                  <a:lnTo>
                    <a:pt x="9153" y="16952"/>
                  </a:lnTo>
                  <a:lnTo>
                    <a:pt x="9230" y="16875"/>
                  </a:lnTo>
                  <a:lnTo>
                    <a:pt x="9462" y="16759"/>
                  </a:lnTo>
                  <a:lnTo>
                    <a:pt x="10234" y="16257"/>
                  </a:lnTo>
                  <a:lnTo>
                    <a:pt x="10813" y="17106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4"/>
                  </a:lnTo>
                  <a:lnTo>
                    <a:pt x="12280" y="19037"/>
                  </a:lnTo>
                  <a:lnTo>
                    <a:pt x="12203" y="18883"/>
                  </a:lnTo>
                  <a:lnTo>
                    <a:pt x="11817" y="18149"/>
                  </a:lnTo>
                  <a:lnTo>
                    <a:pt x="11392" y="17454"/>
                  </a:lnTo>
                  <a:lnTo>
                    <a:pt x="10929" y="16759"/>
                  </a:lnTo>
                  <a:lnTo>
                    <a:pt x="10466" y="16102"/>
                  </a:lnTo>
                  <a:lnTo>
                    <a:pt x="10968" y="15716"/>
                  </a:lnTo>
                  <a:lnTo>
                    <a:pt x="11470" y="15253"/>
                  </a:lnTo>
                  <a:lnTo>
                    <a:pt x="11894" y="14790"/>
                  </a:lnTo>
                  <a:lnTo>
                    <a:pt x="12126" y="14558"/>
                  </a:lnTo>
                  <a:lnTo>
                    <a:pt x="12280" y="14288"/>
                  </a:lnTo>
                  <a:lnTo>
                    <a:pt x="12435" y="14056"/>
                  </a:lnTo>
                  <a:lnTo>
                    <a:pt x="12512" y="13786"/>
                  </a:lnTo>
                  <a:lnTo>
                    <a:pt x="12589" y="13554"/>
                  </a:lnTo>
                  <a:lnTo>
                    <a:pt x="12628" y="13284"/>
                  </a:lnTo>
                  <a:lnTo>
                    <a:pt x="12589" y="13052"/>
                  </a:lnTo>
                  <a:lnTo>
                    <a:pt x="12512" y="12820"/>
                  </a:lnTo>
                  <a:lnTo>
                    <a:pt x="12358" y="12589"/>
                  </a:lnTo>
                  <a:lnTo>
                    <a:pt x="12165" y="12357"/>
                  </a:lnTo>
                  <a:lnTo>
                    <a:pt x="11972" y="12202"/>
                  </a:lnTo>
                  <a:lnTo>
                    <a:pt x="11740" y="12087"/>
                  </a:lnTo>
                  <a:lnTo>
                    <a:pt x="11470" y="12009"/>
                  </a:lnTo>
                  <a:lnTo>
                    <a:pt x="11238" y="12009"/>
                  </a:lnTo>
                  <a:lnTo>
                    <a:pt x="10968" y="12048"/>
                  </a:lnTo>
                  <a:lnTo>
                    <a:pt x="10736" y="12125"/>
                  </a:lnTo>
                  <a:lnTo>
                    <a:pt x="10543" y="12280"/>
                  </a:lnTo>
                  <a:lnTo>
                    <a:pt x="10388" y="12511"/>
                  </a:lnTo>
                  <a:lnTo>
                    <a:pt x="10311" y="12704"/>
                  </a:lnTo>
                  <a:lnTo>
                    <a:pt x="10273" y="12897"/>
                  </a:lnTo>
                  <a:lnTo>
                    <a:pt x="10273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20" y="13786"/>
                  </a:lnTo>
                  <a:lnTo>
                    <a:pt x="10813" y="13901"/>
                  </a:lnTo>
                  <a:lnTo>
                    <a:pt x="10504" y="14249"/>
                  </a:lnTo>
                  <a:lnTo>
                    <a:pt x="10157" y="14597"/>
                  </a:lnTo>
                  <a:lnTo>
                    <a:pt x="9771" y="14867"/>
                  </a:lnTo>
                  <a:lnTo>
                    <a:pt x="9431" y="15083"/>
                  </a:lnTo>
                  <a:lnTo>
                    <a:pt x="9431" y="15083"/>
                  </a:lnTo>
                  <a:lnTo>
                    <a:pt x="9462" y="15021"/>
                  </a:lnTo>
                  <a:lnTo>
                    <a:pt x="9500" y="14944"/>
                  </a:lnTo>
                  <a:lnTo>
                    <a:pt x="9462" y="14828"/>
                  </a:lnTo>
                  <a:lnTo>
                    <a:pt x="5716" y="5754"/>
                  </a:lnTo>
                  <a:lnTo>
                    <a:pt x="4789" y="3475"/>
                  </a:lnTo>
                  <a:lnTo>
                    <a:pt x="4364" y="2471"/>
                  </a:lnTo>
                  <a:lnTo>
                    <a:pt x="4133" y="1969"/>
                  </a:lnTo>
                  <a:lnTo>
                    <a:pt x="3978" y="1738"/>
                  </a:lnTo>
                  <a:lnTo>
                    <a:pt x="3824" y="1545"/>
                  </a:lnTo>
                  <a:lnTo>
                    <a:pt x="3515" y="1236"/>
                  </a:lnTo>
                  <a:lnTo>
                    <a:pt x="3129" y="965"/>
                  </a:lnTo>
                  <a:lnTo>
                    <a:pt x="2743" y="772"/>
                  </a:lnTo>
                  <a:lnTo>
                    <a:pt x="2279" y="541"/>
                  </a:lnTo>
                  <a:lnTo>
                    <a:pt x="1816" y="386"/>
                  </a:lnTo>
                  <a:lnTo>
                    <a:pt x="1391" y="232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5383550" y="11801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2"/>
                  </a:lnTo>
                  <a:lnTo>
                    <a:pt x="1583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2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657200" y="1227450"/>
              <a:ext cx="61825" cy="90775"/>
            </a:xfrm>
            <a:custGeom>
              <a:avLst/>
              <a:gdLst/>
              <a:ahLst/>
              <a:cxnLst/>
              <a:rect l="l" t="t" r="r" b="b"/>
              <a:pathLst>
                <a:path w="2473" h="3631" extrusionOk="0">
                  <a:moveTo>
                    <a:pt x="1198" y="0"/>
                  </a:moveTo>
                  <a:lnTo>
                    <a:pt x="1082" y="39"/>
                  </a:lnTo>
                  <a:lnTo>
                    <a:pt x="1005" y="39"/>
                  </a:lnTo>
                  <a:lnTo>
                    <a:pt x="966" y="116"/>
                  </a:lnTo>
                  <a:lnTo>
                    <a:pt x="966" y="194"/>
                  </a:lnTo>
                  <a:lnTo>
                    <a:pt x="966" y="232"/>
                  </a:lnTo>
                  <a:lnTo>
                    <a:pt x="850" y="271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5" y="618"/>
                  </a:lnTo>
                  <a:lnTo>
                    <a:pt x="773" y="657"/>
                  </a:lnTo>
                  <a:lnTo>
                    <a:pt x="850" y="734"/>
                  </a:lnTo>
                  <a:lnTo>
                    <a:pt x="1082" y="811"/>
                  </a:lnTo>
                  <a:lnTo>
                    <a:pt x="1275" y="966"/>
                  </a:lnTo>
                  <a:lnTo>
                    <a:pt x="1468" y="1120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70" y="2163"/>
                  </a:lnTo>
                  <a:lnTo>
                    <a:pt x="1932" y="2472"/>
                  </a:lnTo>
                  <a:lnTo>
                    <a:pt x="1816" y="2742"/>
                  </a:lnTo>
                  <a:lnTo>
                    <a:pt x="1739" y="2897"/>
                  </a:lnTo>
                  <a:lnTo>
                    <a:pt x="1661" y="2974"/>
                  </a:lnTo>
                  <a:lnTo>
                    <a:pt x="1545" y="3090"/>
                  </a:lnTo>
                  <a:lnTo>
                    <a:pt x="1391" y="3128"/>
                  </a:lnTo>
                  <a:lnTo>
                    <a:pt x="1237" y="3167"/>
                  </a:lnTo>
                  <a:lnTo>
                    <a:pt x="1043" y="3128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626"/>
                  </a:lnTo>
                  <a:lnTo>
                    <a:pt x="928" y="2472"/>
                  </a:lnTo>
                  <a:lnTo>
                    <a:pt x="1082" y="2356"/>
                  </a:lnTo>
                  <a:lnTo>
                    <a:pt x="1159" y="2279"/>
                  </a:lnTo>
                  <a:lnTo>
                    <a:pt x="1159" y="2163"/>
                  </a:lnTo>
                  <a:lnTo>
                    <a:pt x="1159" y="2047"/>
                  </a:lnTo>
                  <a:lnTo>
                    <a:pt x="1082" y="1970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52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63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48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60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630"/>
                  </a:lnTo>
                  <a:lnTo>
                    <a:pt x="1275" y="3630"/>
                  </a:lnTo>
                  <a:lnTo>
                    <a:pt x="1507" y="3592"/>
                  </a:lnTo>
                  <a:lnTo>
                    <a:pt x="1700" y="3514"/>
                  </a:lnTo>
                  <a:lnTo>
                    <a:pt x="1854" y="3437"/>
                  </a:lnTo>
                  <a:lnTo>
                    <a:pt x="2047" y="3244"/>
                  </a:lnTo>
                  <a:lnTo>
                    <a:pt x="2202" y="3090"/>
                  </a:lnTo>
                  <a:lnTo>
                    <a:pt x="2318" y="2897"/>
                  </a:lnTo>
                  <a:lnTo>
                    <a:pt x="2395" y="2703"/>
                  </a:lnTo>
                  <a:lnTo>
                    <a:pt x="2434" y="2472"/>
                  </a:lnTo>
                  <a:lnTo>
                    <a:pt x="2472" y="2279"/>
                  </a:lnTo>
                  <a:lnTo>
                    <a:pt x="2434" y="2047"/>
                  </a:lnTo>
                  <a:lnTo>
                    <a:pt x="2395" y="1815"/>
                  </a:lnTo>
                  <a:lnTo>
                    <a:pt x="2318" y="1622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6055450" y="1230350"/>
              <a:ext cx="302175" cy="155450"/>
            </a:xfrm>
            <a:custGeom>
              <a:avLst/>
              <a:gdLst/>
              <a:ahLst/>
              <a:cxnLst/>
              <a:rect l="l" t="t" r="r" b="b"/>
              <a:pathLst>
                <a:path w="12087" h="6218" extrusionOk="0">
                  <a:moveTo>
                    <a:pt x="11739" y="0"/>
                  </a:moveTo>
                  <a:lnTo>
                    <a:pt x="11662" y="39"/>
                  </a:lnTo>
                  <a:lnTo>
                    <a:pt x="11585" y="78"/>
                  </a:lnTo>
                  <a:lnTo>
                    <a:pt x="11507" y="116"/>
                  </a:lnTo>
                  <a:lnTo>
                    <a:pt x="11469" y="232"/>
                  </a:lnTo>
                  <a:lnTo>
                    <a:pt x="11469" y="309"/>
                  </a:lnTo>
                  <a:lnTo>
                    <a:pt x="11507" y="425"/>
                  </a:lnTo>
                  <a:lnTo>
                    <a:pt x="11585" y="580"/>
                  </a:lnTo>
                  <a:lnTo>
                    <a:pt x="11623" y="773"/>
                  </a:lnTo>
                  <a:lnTo>
                    <a:pt x="11585" y="966"/>
                  </a:lnTo>
                  <a:lnTo>
                    <a:pt x="11507" y="1120"/>
                  </a:lnTo>
                  <a:lnTo>
                    <a:pt x="11392" y="1275"/>
                  </a:lnTo>
                  <a:lnTo>
                    <a:pt x="11276" y="1429"/>
                  </a:lnTo>
                  <a:lnTo>
                    <a:pt x="10928" y="1738"/>
                  </a:lnTo>
                  <a:lnTo>
                    <a:pt x="10503" y="2008"/>
                  </a:lnTo>
                  <a:lnTo>
                    <a:pt x="10079" y="2240"/>
                  </a:lnTo>
                  <a:lnTo>
                    <a:pt x="9422" y="2587"/>
                  </a:lnTo>
                  <a:lnTo>
                    <a:pt x="9036" y="2781"/>
                  </a:lnTo>
                  <a:lnTo>
                    <a:pt x="9036" y="2703"/>
                  </a:lnTo>
                  <a:lnTo>
                    <a:pt x="8959" y="2626"/>
                  </a:lnTo>
                  <a:lnTo>
                    <a:pt x="8495" y="2201"/>
                  </a:lnTo>
                  <a:lnTo>
                    <a:pt x="8109" y="1699"/>
                  </a:lnTo>
                  <a:lnTo>
                    <a:pt x="7839" y="1892"/>
                  </a:lnTo>
                  <a:lnTo>
                    <a:pt x="7993" y="2201"/>
                  </a:lnTo>
                  <a:lnTo>
                    <a:pt x="8187" y="2510"/>
                  </a:lnTo>
                  <a:lnTo>
                    <a:pt x="8418" y="2781"/>
                  </a:lnTo>
                  <a:lnTo>
                    <a:pt x="8650" y="2974"/>
                  </a:lnTo>
                  <a:lnTo>
                    <a:pt x="7607" y="3514"/>
                  </a:lnTo>
                  <a:lnTo>
                    <a:pt x="6565" y="3978"/>
                  </a:lnTo>
                  <a:lnTo>
                    <a:pt x="5252" y="4518"/>
                  </a:lnTo>
                  <a:lnTo>
                    <a:pt x="3939" y="4982"/>
                  </a:lnTo>
                  <a:lnTo>
                    <a:pt x="3669" y="5059"/>
                  </a:lnTo>
                  <a:lnTo>
                    <a:pt x="3707" y="4711"/>
                  </a:lnTo>
                  <a:lnTo>
                    <a:pt x="3630" y="4364"/>
                  </a:lnTo>
                  <a:lnTo>
                    <a:pt x="3514" y="4055"/>
                  </a:lnTo>
                  <a:lnTo>
                    <a:pt x="3321" y="3707"/>
                  </a:lnTo>
                  <a:lnTo>
                    <a:pt x="3012" y="3900"/>
                  </a:lnTo>
                  <a:lnTo>
                    <a:pt x="3128" y="4171"/>
                  </a:lnTo>
                  <a:lnTo>
                    <a:pt x="3205" y="4441"/>
                  </a:lnTo>
                  <a:lnTo>
                    <a:pt x="3244" y="4866"/>
                  </a:lnTo>
                  <a:lnTo>
                    <a:pt x="3244" y="5252"/>
                  </a:lnTo>
                  <a:lnTo>
                    <a:pt x="2356" y="5522"/>
                  </a:lnTo>
                  <a:lnTo>
                    <a:pt x="1892" y="5638"/>
                  </a:lnTo>
                  <a:lnTo>
                    <a:pt x="1429" y="5677"/>
                  </a:lnTo>
                  <a:lnTo>
                    <a:pt x="1043" y="5715"/>
                  </a:lnTo>
                  <a:lnTo>
                    <a:pt x="850" y="5715"/>
                  </a:lnTo>
                  <a:lnTo>
                    <a:pt x="695" y="5677"/>
                  </a:lnTo>
                  <a:lnTo>
                    <a:pt x="579" y="5599"/>
                  </a:lnTo>
                  <a:lnTo>
                    <a:pt x="464" y="5522"/>
                  </a:lnTo>
                  <a:lnTo>
                    <a:pt x="386" y="5406"/>
                  </a:lnTo>
                  <a:lnTo>
                    <a:pt x="348" y="5291"/>
                  </a:lnTo>
                  <a:lnTo>
                    <a:pt x="309" y="5213"/>
                  </a:lnTo>
                  <a:lnTo>
                    <a:pt x="270" y="5175"/>
                  </a:lnTo>
                  <a:lnTo>
                    <a:pt x="155" y="5136"/>
                  </a:lnTo>
                  <a:lnTo>
                    <a:pt x="77" y="5175"/>
                  </a:lnTo>
                  <a:lnTo>
                    <a:pt x="39" y="5213"/>
                  </a:lnTo>
                  <a:lnTo>
                    <a:pt x="0" y="5291"/>
                  </a:lnTo>
                  <a:lnTo>
                    <a:pt x="0" y="5445"/>
                  </a:lnTo>
                  <a:lnTo>
                    <a:pt x="39" y="5599"/>
                  </a:lnTo>
                  <a:lnTo>
                    <a:pt x="77" y="5754"/>
                  </a:lnTo>
                  <a:lnTo>
                    <a:pt x="155" y="5870"/>
                  </a:lnTo>
                  <a:lnTo>
                    <a:pt x="232" y="5947"/>
                  </a:lnTo>
                  <a:lnTo>
                    <a:pt x="309" y="6024"/>
                  </a:lnTo>
                  <a:lnTo>
                    <a:pt x="541" y="6140"/>
                  </a:lnTo>
                  <a:lnTo>
                    <a:pt x="811" y="6179"/>
                  </a:lnTo>
                  <a:lnTo>
                    <a:pt x="1120" y="6217"/>
                  </a:lnTo>
                  <a:lnTo>
                    <a:pt x="1429" y="6179"/>
                  </a:lnTo>
                  <a:lnTo>
                    <a:pt x="1699" y="6140"/>
                  </a:lnTo>
                  <a:lnTo>
                    <a:pt x="2896" y="5831"/>
                  </a:lnTo>
                  <a:lnTo>
                    <a:pt x="4093" y="5445"/>
                  </a:lnTo>
                  <a:lnTo>
                    <a:pt x="5290" y="5020"/>
                  </a:lnTo>
                  <a:lnTo>
                    <a:pt x="6449" y="4557"/>
                  </a:lnTo>
                  <a:lnTo>
                    <a:pt x="7530" y="4093"/>
                  </a:lnTo>
                  <a:lnTo>
                    <a:pt x="8573" y="3591"/>
                  </a:lnTo>
                  <a:lnTo>
                    <a:pt x="9615" y="3051"/>
                  </a:lnTo>
                  <a:lnTo>
                    <a:pt x="10619" y="2472"/>
                  </a:lnTo>
                  <a:lnTo>
                    <a:pt x="10928" y="2279"/>
                  </a:lnTo>
                  <a:lnTo>
                    <a:pt x="11276" y="2047"/>
                  </a:lnTo>
                  <a:lnTo>
                    <a:pt x="11546" y="1777"/>
                  </a:lnTo>
                  <a:lnTo>
                    <a:pt x="11816" y="1506"/>
                  </a:lnTo>
                  <a:lnTo>
                    <a:pt x="12009" y="1197"/>
                  </a:lnTo>
                  <a:lnTo>
                    <a:pt x="12048" y="1043"/>
                  </a:lnTo>
                  <a:lnTo>
                    <a:pt x="12087" y="888"/>
                  </a:lnTo>
                  <a:lnTo>
                    <a:pt x="12087" y="695"/>
                  </a:lnTo>
                  <a:lnTo>
                    <a:pt x="12048" y="502"/>
                  </a:lnTo>
                  <a:lnTo>
                    <a:pt x="12009" y="309"/>
                  </a:lnTo>
                  <a:lnTo>
                    <a:pt x="11894" y="116"/>
                  </a:lnTo>
                  <a:lnTo>
                    <a:pt x="11816" y="39"/>
                  </a:lnTo>
                  <a:lnTo>
                    <a:pt x="1173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4272400" y="1236125"/>
              <a:ext cx="61800" cy="89825"/>
            </a:xfrm>
            <a:custGeom>
              <a:avLst/>
              <a:gdLst/>
              <a:ahLst/>
              <a:cxnLst/>
              <a:rect l="l" t="t" r="r" b="b"/>
              <a:pathLst>
                <a:path w="2472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4" y="349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1" y="1932"/>
                  </a:lnTo>
                  <a:lnTo>
                    <a:pt x="1931" y="2163"/>
                  </a:lnTo>
                  <a:lnTo>
                    <a:pt x="1931" y="2434"/>
                  </a:lnTo>
                  <a:lnTo>
                    <a:pt x="1815" y="2743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43"/>
                  </a:lnTo>
                  <a:lnTo>
                    <a:pt x="850" y="2588"/>
                  </a:lnTo>
                  <a:lnTo>
                    <a:pt x="927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0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5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5" y="2356"/>
                  </a:lnTo>
                  <a:lnTo>
                    <a:pt x="348" y="2627"/>
                  </a:lnTo>
                  <a:lnTo>
                    <a:pt x="309" y="2897"/>
                  </a:lnTo>
                  <a:lnTo>
                    <a:pt x="348" y="3052"/>
                  </a:lnTo>
                  <a:lnTo>
                    <a:pt x="425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7" y="2858"/>
                  </a:lnTo>
                  <a:lnTo>
                    <a:pt x="2395" y="2665"/>
                  </a:lnTo>
                  <a:lnTo>
                    <a:pt x="2433" y="2472"/>
                  </a:lnTo>
                  <a:lnTo>
                    <a:pt x="2472" y="2241"/>
                  </a:lnTo>
                  <a:lnTo>
                    <a:pt x="2433" y="2009"/>
                  </a:lnTo>
                  <a:lnTo>
                    <a:pt x="2395" y="1816"/>
                  </a:lnTo>
                  <a:lnTo>
                    <a:pt x="2317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799000" y="1245800"/>
              <a:ext cx="106200" cy="124550"/>
            </a:xfrm>
            <a:custGeom>
              <a:avLst/>
              <a:gdLst/>
              <a:ahLst/>
              <a:cxnLst/>
              <a:rect l="l" t="t" r="r" b="b"/>
              <a:pathLst>
                <a:path w="4248" h="4982" extrusionOk="0">
                  <a:moveTo>
                    <a:pt x="3862" y="0"/>
                  </a:moveTo>
                  <a:lnTo>
                    <a:pt x="3591" y="579"/>
                  </a:lnTo>
                  <a:lnTo>
                    <a:pt x="3244" y="1159"/>
                  </a:lnTo>
                  <a:lnTo>
                    <a:pt x="2896" y="1699"/>
                  </a:lnTo>
                  <a:lnTo>
                    <a:pt x="2510" y="2201"/>
                  </a:lnTo>
                  <a:lnTo>
                    <a:pt x="1931" y="2858"/>
                  </a:lnTo>
                  <a:lnTo>
                    <a:pt x="1313" y="3475"/>
                  </a:lnTo>
                  <a:lnTo>
                    <a:pt x="1004" y="3784"/>
                  </a:lnTo>
                  <a:lnTo>
                    <a:pt x="657" y="4016"/>
                  </a:lnTo>
                  <a:lnTo>
                    <a:pt x="309" y="4286"/>
                  </a:lnTo>
                  <a:lnTo>
                    <a:pt x="0" y="4595"/>
                  </a:lnTo>
                  <a:lnTo>
                    <a:pt x="39" y="4981"/>
                  </a:lnTo>
                  <a:lnTo>
                    <a:pt x="155" y="4981"/>
                  </a:lnTo>
                  <a:lnTo>
                    <a:pt x="541" y="4788"/>
                  </a:lnTo>
                  <a:lnTo>
                    <a:pt x="927" y="4557"/>
                  </a:lnTo>
                  <a:lnTo>
                    <a:pt x="1313" y="4248"/>
                  </a:lnTo>
                  <a:lnTo>
                    <a:pt x="1699" y="3939"/>
                  </a:lnTo>
                  <a:lnTo>
                    <a:pt x="2008" y="3591"/>
                  </a:lnTo>
                  <a:lnTo>
                    <a:pt x="2356" y="3205"/>
                  </a:lnTo>
                  <a:lnTo>
                    <a:pt x="2896" y="2510"/>
                  </a:lnTo>
                  <a:lnTo>
                    <a:pt x="3321" y="1969"/>
                  </a:lnTo>
                  <a:lnTo>
                    <a:pt x="3669" y="1390"/>
                  </a:lnTo>
                  <a:lnTo>
                    <a:pt x="3978" y="811"/>
                  </a:lnTo>
                  <a:lnTo>
                    <a:pt x="4248" y="193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747825" y="12477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5" y="271"/>
                  </a:move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7"/>
                  </a:lnTo>
                  <a:lnTo>
                    <a:pt x="1545" y="1313"/>
                  </a:lnTo>
                  <a:lnTo>
                    <a:pt x="1429" y="1391"/>
                  </a:lnTo>
                  <a:lnTo>
                    <a:pt x="1352" y="1468"/>
                  </a:lnTo>
                  <a:lnTo>
                    <a:pt x="1198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468"/>
                  </a:lnTo>
                  <a:lnTo>
                    <a:pt x="580" y="1429"/>
                  </a:lnTo>
                  <a:lnTo>
                    <a:pt x="503" y="1313"/>
                  </a:lnTo>
                  <a:lnTo>
                    <a:pt x="464" y="1197"/>
                  </a:lnTo>
                  <a:lnTo>
                    <a:pt x="425" y="1004"/>
                  </a:lnTo>
                  <a:lnTo>
                    <a:pt x="425" y="773"/>
                  </a:lnTo>
                  <a:lnTo>
                    <a:pt x="541" y="580"/>
                  </a:lnTo>
                  <a:lnTo>
                    <a:pt x="696" y="425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78"/>
                  </a:lnTo>
                  <a:lnTo>
                    <a:pt x="657" y="116"/>
                  </a:lnTo>
                  <a:lnTo>
                    <a:pt x="541" y="78"/>
                  </a:lnTo>
                  <a:lnTo>
                    <a:pt x="425" y="116"/>
                  </a:lnTo>
                  <a:lnTo>
                    <a:pt x="271" y="193"/>
                  </a:lnTo>
                  <a:lnTo>
                    <a:pt x="155" y="348"/>
                  </a:lnTo>
                  <a:lnTo>
                    <a:pt x="78" y="502"/>
                  </a:lnTo>
                  <a:lnTo>
                    <a:pt x="1" y="695"/>
                  </a:lnTo>
                  <a:lnTo>
                    <a:pt x="1" y="889"/>
                  </a:lnTo>
                  <a:lnTo>
                    <a:pt x="1" y="1082"/>
                  </a:lnTo>
                  <a:lnTo>
                    <a:pt x="39" y="1275"/>
                  </a:lnTo>
                  <a:lnTo>
                    <a:pt x="78" y="1429"/>
                  </a:lnTo>
                  <a:lnTo>
                    <a:pt x="194" y="1622"/>
                  </a:lnTo>
                  <a:lnTo>
                    <a:pt x="310" y="1777"/>
                  </a:lnTo>
                  <a:lnTo>
                    <a:pt x="464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043" y="2008"/>
                  </a:lnTo>
                  <a:lnTo>
                    <a:pt x="1236" y="1970"/>
                  </a:lnTo>
                  <a:lnTo>
                    <a:pt x="1429" y="1892"/>
                  </a:lnTo>
                  <a:lnTo>
                    <a:pt x="1584" y="1815"/>
                  </a:lnTo>
                  <a:lnTo>
                    <a:pt x="1738" y="1699"/>
                  </a:lnTo>
                  <a:lnTo>
                    <a:pt x="1893" y="1545"/>
                  </a:lnTo>
                  <a:lnTo>
                    <a:pt x="1970" y="1352"/>
                  </a:lnTo>
                  <a:lnTo>
                    <a:pt x="2047" y="1197"/>
                  </a:lnTo>
                  <a:lnTo>
                    <a:pt x="2086" y="1004"/>
                  </a:lnTo>
                  <a:lnTo>
                    <a:pt x="2047" y="811"/>
                  </a:lnTo>
                  <a:lnTo>
                    <a:pt x="1970" y="580"/>
                  </a:lnTo>
                  <a:lnTo>
                    <a:pt x="1893" y="425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78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261400" y="125255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194"/>
                  </a:lnTo>
                  <a:lnTo>
                    <a:pt x="503" y="927"/>
                  </a:lnTo>
                  <a:lnTo>
                    <a:pt x="1043" y="1622"/>
                  </a:lnTo>
                  <a:lnTo>
                    <a:pt x="1700" y="2240"/>
                  </a:lnTo>
                  <a:lnTo>
                    <a:pt x="2356" y="2858"/>
                  </a:lnTo>
                  <a:lnTo>
                    <a:pt x="3090" y="3360"/>
                  </a:lnTo>
                  <a:lnTo>
                    <a:pt x="3901" y="3823"/>
                  </a:lnTo>
                  <a:lnTo>
                    <a:pt x="4673" y="4209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05"/>
                  </a:lnTo>
                  <a:lnTo>
                    <a:pt x="7685" y="4943"/>
                  </a:lnTo>
                  <a:lnTo>
                    <a:pt x="8110" y="4982"/>
                  </a:lnTo>
                  <a:lnTo>
                    <a:pt x="8535" y="4943"/>
                  </a:lnTo>
                  <a:lnTo>
                    <a:pt x="8998" y="4905"/>
                  </a:lnTo>
                  <a:lnTo>
                    <a:pt x="9423" y="4866"/>
                  </a:lnTo>
                  <a:lnTo>
                    <a:pt x="9848" y="4750"/>
                  </a:lnTo>
                  <a:lnTo>
                    <a:pt x="10272" y="4634"/>
                  </a:lnTo>
                  <a:lnTo>
                    <a:pt x="10658" y="4480"/>
                  </a:lnTo>
                  <a:lnTo>
                    <a:pt x="11083" y="4325"/>
                  </a:lnTo>
                  <a:lnTo>
                    <a:pt x="11469" y="4094"/>
                  </a:lnTo>
                  <a:lnTo>
                    <a:pt x="11856" y="3862"/>
                  </a:lnTo>
                  <a:lnTo>
                    <a:pt x="12242" y="3592"/>
                  </a:lnTo>
                  <a:lnTo>
                    <a:pt x="12319" y="3514"/>
                  </a:lnTo>
                  <a:lnTo>
                    <a:pt x="12435" y="3167"/>
                  </a:lnTo>
                  <a:lnTo>
                    <a:pt x="12280" y="3167"/>
                  </a:lnTo>
                  <a:lnTo>
                    <a:pt x="12203" y="3128"/>
                  </a:lnTo>
                  <a:lnTo>
                    <a:pt x="12126" y="3090"/>
                  </a:lnTo>
                  <a:lnTo>
                    <a:pt x="12010" y="3128"/>
                  </a:lnTo>
                  <a:lnTo>
                    <a:pt x="11933" y="3167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03"/>
                  </a:lnTo>
                  <a:lnTo>
                    <a:pt x="8342" y="4441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3" y="4325"/>
                  </a:lnTo>
                  <a:lnTo>
                    <a:pt x="6218" y="4248"/>
                  </a:lnTo>
                  <a:lnTo>
                    <a:pt x="5793" y="4132"/>
                  </a:lnTo>
                  <a:lnTo>
                    <a:pt x="5407" y="4016"/>
                  </a:lnTo>
                  <a:lnTo>
                    <a:pt x="4596" y="3669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569350" y="1258350"/>
              <a:ext cx="92700" cy="136125"/>
            </a:xfrm>
            <a:custGeom>
              <a:avLst/>
              <a:gdLst/>
              <a:ahLst/>
              <a:cxnLst/>
              <a:rect l="l" t="t" r="r" b="b"/>
              <a:pathLst>
                <a:path w="3708" h="5445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67"/>
                  </a:lnTo>
                  <a:lnTo>
                    <a:pt x="1159" y="1815"/>
                  </a:lnTo>
                  <a:lnTo>
                    <a:pt x="1082" y="1892"/>
                  </a:lnTo>
                  <a:lnTo>
                    <a:pt x="1082" y="1969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201"/>
                  </a:lnTo>
                  <a:lnTo>
                    <a:pt x="812" y="2278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510"/>
                  </a:lnTo>
                  <a:lnTo>
                    <a:pt x="966" y="2549"/>
                  </a:lnTo>
                  <a:lnTo>
                    <a:pt x="1198" y="2626"/>
                  </a:lnTo>
                  <a:lnTo>
                    <a:pt x="1430" y="2703"/>
                  </a:lnTo>
                  <a:lnTo>
                    <a:pt x="1623" y="2858"/>
                  </a:lnTo>
                  <a:lnTo>
                    <a:pt x="1816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132"/>
                  </a:lnTo>
                  <a:lnTo>
                    <a:pt x="2009" y="4364"/>
                  </a:lnTo>
                  <a:lnTo>
                    <a:pt x="1893" y="4557"/>
                  </a:lnTo>
                  <a:lnTo>
                    <a:pt x="1739" y="4711"/>
                  </a:lnTo>
                  <a:lnTo>
                    <a:pt x="1545" y="4866"/>
                  </a:lnTo>
                  <a:lnTo>
                    <a:pt x="1314" y="4943"/>
                  </a:lnTo>
                  <a:lnTo>
                    <a:pt x="1198" y="4981"/>
                  </a:lnTo>
                  <a:lnTo>
                    <a:pt x="1082" y="4981"/>
                  </a:lnTo>
                  <a:lnTo>
                    <a:pt x="889" y="4904"/>
                  </a:lnTo>
                  <a:lnTo>
                    <a:pt x="773" y="4788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966" y="4132"/>
                  </a:lnTo>
                  <a:lnTo>
                    <a:pt x="1121" y="4093"/>
                  </a:lnTo>
                  <a:lnTo>
                    <a:pt x="1237" y="4055"/>
                  </a:lnTo>
                  <a:lnTo>
                    <a:pt x="1314" y="3939"/>
                  </a:lnTo>
                  <a:lnTo>
                    <a:pt x="1314" y="3784"/>
                  </a:lnTo>
                  <a:lnTo>
                    <a:pt x="1275" y="3746"/>
                  </a:lnTo>
                  <a:lnTo>
                    <a:pt x="1237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900"/>
                  </a:lnTo>
                  <a:lnTo>
                    <a:pt x="387" y="3977"/>
                  </a:lnTo>
                  <a:lnTo>
                    <a:pt x="310" y="4132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904"/>
                  </a:lnTo>
                  <a:lnTo>
                    <a:pt x="387" y="5097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30" y="5406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41" y="4866"/>
                  </a:lnTo>
                  <a:lnTo>
                    <a:pt x="2395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89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510"/>
                  </a:lnTo>
                  <a:lnTo>
                    <a:pt x="1739" y="2356"/>
                  </a:lnTo>
                  <a:lnTo>
                    <a:pt x="1507" y="2240"/>
                  </a:lnTo>
                  <a:lnTo>
                    <a:pt x="1275" y="2124"/>
                  </a:lnTo>
                  <a:lnTo>
                    <a:pt x="1623" y="2008"/>
                  </a:lnTo>
                  <a:lnTo>
                    <a:pt x="1932" y="1815"/>
                  </a:lnTo>
                  <a:lnTo>
                    <a:pt x="2279" y="1661"/>
                  </a:lnTo>
                  <a:lnTo>
                    <a:pt x="2549" y="1429"/>
                  </a:lnTo>
                  <a:lnTo>
                    <a:pt x="2820" y="1197"/>
                  </a:lnTo>
                  <a:lnTo>
                    <a:pt x="3129" y="966"/>
                  </a:lnTo>
                  <a:lnTo>
                    <a:pt x="3360" y="695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876600" y="12602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9" y="3553"/>
                  </a:lnTo>
                  <a:lnTo>
                    <a:pt x="12434" y="3205"/>
                  </a:lnTo>
                  <a:lnTo>
                    <a:pt x="12357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2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6" y="4016"/>
                  </a:lnTo>
                  <a:lnTo>
                    <a:pt x="10040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5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4184550" y="1267025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1" y="2240"/>
                  </a:lnTo>
                  <a:lnTo>
                    <a:pt x="811" y="2356"/>
                  </a:lnTo>
                  <a:lnTo>
                    <a:pt x="811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0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9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6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2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2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3067625" y="1293100"/>
              <a:ext cx="105250" cy="105250"/>
            </a:xfrm>
            <a:custGeom>
              <a:avLst/>
              <a:gdLst/>
              <a:ahLst/>
              <a:cxnLst/>
              <a:rect l="l" t="t" r="r" b="b"/>
              <a:pathLst>
                <a:path w="4210" h="4210" extrusionOk="0">
                  <a:moveTo>
                    <a:pt x="2317" y="348"/>
                  </a:moveTo>
                  <a:lnTo>
                    <a:pt x="2472" y="425"/>
                  </a:lnTo>
                  <a:lnTo>
                    <a:pt x="2665" y="464"/>
                  </a:lnTo>
                  <a:lnTo>
                    <a:pt x="2819" y="579"/>
                  </a:lnTo>
                  <a:lnTo>
                    <a:pt x="2974" y="695"/>
                  </a:lnTo>
                  <a:lnTo>
                    <a:pt x="3128" y="811"/>
                  </a:lnTo>
                  <a:lnTo>
                    <a:pt x="3205" y="850"/>
                  </a:lnTo>
                  <a:lnTo>
                    <a:pt x="3360" y="1081"/>
                  </a:lnTo>
                  <a:lnTo>
                    <a:pt x="3553" y="1313"/>
                  </a:lnTo>
                  <a:lnTo>
                    <a:pt x="3669" y="1545"/>
                  </a:lnTo>
                  <a:lnTo>
                    <a:pt x="3784" y="1815"/>
                  </a:lnTo>
                  <a:lnTo>
                    <a:pt x="3823" y="2085"/>
                  </a:lnTo>
                  <a:lnTo>
                    <a:pt x="3823" y="2356"/>
                  </a:lnTo>
                  <a:lnTo>
                    <a:pt x="3784" y="2665"/>
                  </a:lnTo>
                  <a:lnTo>
                    <a:pt x="3669" y="2935"/>
                  </a:lnTo>
                  <a:lnTo>
                    <a:pt x="3476" y="3244"/>
                  </a:lnTo>
                  <a:lnTo>
                    <a:pt x="3205" y="3476"/>
                  </a:lnTo>
                  <a:lnTo>
                    <a:pt x="2896" y="3669"/>
                  </a:lnTo>
                  <a:lnTo>
                    <a:pt x="2587" y="3785"/>
                  </a:lnTo>
                  <a:lnTo>
                    <a:pt x="2201" y="3862"/>
                  </a:lnTo>
                  <a:lnTo>
                    <a:pt x="1854" y="3823"/>
                  </a:lnTo>
                  <a:lnTo>
                    <a:pt x="1506" y="3746"/>
                  </a:lnTo>
                  <a:lnTo>
                    <a:pt x="1197" y="3591"/>
                  </a:lnTo>
                  <a:lnTo>
                    <a:pt x="927" y="3398"/>
                  </a:lnTo>
                  <a:lnTo>
                    <a:pt x="695" y="3167"/>
                  </a:lnTo>
                  <a:lnTo>
                    <a:pt x="541" y="2858"/>
                  </a:lnTo>
                  <a:lnTo>
                    <a:pt x="425" y="2549"/>
                  </a:lnTo>
                  <a:lnTo>
                    <a:pt x="348" y="2240"/>
                  </a:lnTo>
                  <a:lnTo>
                    <a:pt x="348" y="1892"/>
                  </a:lnTo>
                  <a:lnTo>
                    <a:pt x="425" y="1583"/>
                  </a:lnTo>
                  <a:lnTo>
                    <a:pt x="541" y="1275"/>
                  </a:lnTo>
                  <a:lnTo>
                    <a:pt x="772" y="966"/>
                  </a:lnTo>
                  <a:lnTo>
                    <a:pt x="1081" y="695"/>
                  </a:lnTo>
                  <a:lnTo>
                    <a:pt x="1390" y="502"/>
                  </a:lnTo>
                  <a:lnTo>
                    <a:pt x="1738" y="386"/>
                  </a:lnTo>
                  <a:lnTo>
                    <a:pt x="2124" y="348"/>
                  </a:lnTo>
                  <a:close/>
                  <a:moveTo>
                    <a:pt x="1892" y="0"/>
                  </a:moveTo>
                  <a:lnTo>
                    <a:pt x="1545" y="77"/>
                  </a:lnTo>
                  <a:lnTo>
                    <a:pt x="1197" y="232"/>
                  </a:lnTo>
                  <a:lnTo>
                    <a:pt x="850" y="425"/>
                  </a:lnTo>
                  <a:lnTo>
                    <a:pt x="618" y="618"/>
                  </a:lnTo>
                  <a:lnTo>
                    <a:pt x="464" y="811"/>
                  </a:lnTo>
                  <a:lnTo>
                    <a:pt x="309" y="966"/>
                  </a:lnTo>
                  <a:lnTo>
                    <a:pt x="232" y="1159"/>
                  </a:lnTo>
                  <a:lnTo>
                    <a:pt x="116" y="1390"/>
                  </a:lnTo>
                  <a:lnTo>
                    <a:pt x="39" y="1815"/>
                  </a:lnTo>
                  <a:lnTo>
                    <a:pt x="0" y="2240"/>
                  </a:lnTo>
                  <a:lnTo>
                    <a:pt x="77" y="2665"/>
                  </a:lnTo>
                  <a:lnTo>
                    <a:pt x="232" y="3051"/>
                  </a:lnTo>
                  <a:lnTo>
                    <a:pt x="464" y="3437"/>
                  </a:lnTo>
                  <a:lnTo>
                    <a:pt x="618" y="3591"/>
                  </a:lnTo>
                  <a:lnTo>
                    <a:pt x="772" y="3746"/>
                  </a:lnTo>
                  <a:lnTo>
                    <a:pt x="1120" y="3978"/>
                  </a:lnTo>
                  <a:lnTo>
                    <a:pt x="1506" y="4132"/>
                  </a:lnTo>
                  <a:lnTo>
                    <a:pt x="1931" y="4209"/>
                  </a:lnTo>
                  <a:lnTo>
                    <a:pt x="2317" y="4209"/>
                  </a:lnTo>
                  <a:lnTo>
                    <a:pt x="2742" y="4132"/>
                  </a:lnTo>
                  <a:lnTo>
                    <a:pt x="3128" y="3978"/>
                  </a:lnTo>
                  <a:lnTo>
                    <a:pt x="3476" y="3785"/>
                  </a:lnTo>
                  <a:lnTo>
                    <a:pt x="3784" y="3476"/>
                  </a:lnTo>
                  <a:lnTo>
                    <a:pt x="3900" y="3321"/>
                  </a:lnTo>
                  <a:lnTo>
                    <a:pt x="4016" y="3128"/>
                  </a:lnTo>
                  <a:lnTo>
                    <a:pt x="4093" y="2935"/>
                  </a:lnTo>
                  <a:lnTo>
                    <a:pt x="4132" y="2703"/>
                  </a:lnTo>
                  <a:lnTo>
                    <a:pt x="4209" y="2279"/>
                  </a:lnTo>
                  <a:lnTo>
                    <a:pt x="4171" y="1854"/>
                  </a:lnTo>
                  <a:lnTo>
                    <a:pt x="4055" y="1429"/>
                  </a:lnTo>
                  <a:lnTo>
                    <a:pt x="3939" y="1236"/>
                  </a:lnTo>
                  <a:lnTo>
                    <a:pt x="3823" y="1043"/>
                  </a:lnTo>
                  <a:lnTo>
                    <a:pt x="3707" y="888"/>
                  </a:lnTo>
                  <a:lnTo>
                    <a:pt x="3553" y="734"/>
                  </a:lnTo>
                  <a:lnTo>
                    <a:pt x="3360" y="579"/>
                  </a:lnTo>
                  <a:lnTo>
                    <a:pt x="3167" y="502"/>
                  </a:lnTo>
                  <a:lnTo>
                    <a:pt x="3128" y="502"/>
                  </a:lnTo>
                  <a:lnTo>
                    <a:pt x="3051" y="348"/>
                  </a:lnTo>
                  <a:lnTo>
                    <a:pt x="2896" y="232"/>
                  </a:lnTo>
                  <a:lnTo>
                    <a:pt x="2780" y="116"/>
                  </a:lnTo>
                  <a:lnTo>
                    <a:pt x="2626" y="77"/>
                  </a:lnTo>
                  <a:lnTo>
                    <a:pt x="2433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686050" y="1295025"/>
              <a:ext cx="44425" cy="43475"/>
            </a:xfrm>
            <a:custGeom>
              <a:avLst/>
              <a:gdLst/>
              <a:ahLst/>
              <a:cxnLst/>
              <a:rect l="l" t="t" r="r" b="b"/>
              <a:pathLst>
                <a:path w="1777" h="1739" extrusionOk="0">
                  <a:moveTo>
                    <a:pt x="773" y="309"/>
                  </a:moveTo>
                  <a:lnTo>
                    <a:pt x="966" y="348"/>
                  </a:lnTo>
                  <a:lnTo>
                    <a:pt x="1159" y="464"/>
                  </a:lnTo>
                  <a:lnTo>
                    <a:pt x="1313" y="580"/>
                  </a:lnTo>
                  <a:lnTo>
                    <a:pt x="1390" y="773"/>
                  </a:lnTo>
                  <a:lnTo>
                    <a:pt x="1390" y="966"/>
                  </a:lnTo>
                  <a:lnTo>
                    <a:pt x="1352" y="1043"/>
                  </a:lnTo>
                  <a:lnTo>
                    <a:pt x="1275" y="1159"/>
                  </a:lnTo>
                  <a:lnTo>
                    <a:pt x="1197" y="1236"/>
                  </a:lnTo>
                  <a:lnTo>
                    <a:pt x="1082" y="1275"/>
                  </a:lnTo>
                  <a:lnTo>
                    <a:pt x="888" y="1352"/>
                  </a:lnTo>
                  <a:lnTo>
                    <a:pt x="695" y="1352"/>
                  </a:lnTo>
                  <a:lnTo>
                    <a:pt x="541" y="1236"/>
                  </a:lnTo>
                  <a:lnTo>
                    <a:pt x="425" y="1082"/>
                  </a:lnTo>
                  <a:lnTo>
                    <a:pt x="386" y="889"/>
                  </a:lnTo>
                  <a:lnTo>
                    <a:pt x="386" y="734"/>
                  </a:lnTo>
                  <a:lnTo>
                    <a:pt x="464" y="541"/>
                  </a:lnTo>
                  <a:lnTo>
                    <a:pt x="541" y="387"/>
                  </a:lnTo>
                  <a:lnTo>
                    <a:pt x="541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8" y="39"/>
                  </a:lnTo>
                  <a:lnTo>
                    <a:pt x="464" y="116"/>
                  </a:lnTo>
                  <a:lnTo>
                    <a:pt x="425" y="155"/>
                  </a:lnTo>
                  <a:lnTo>
                    <a:pt x="348" y="155"/>
                  </a:lnTo>
                  <a:lnTo>
                    <a:pt x="232" y="271"/>
                  </a:lnTo>
                  <a:lnTo>
                    <a:pt x="116" y="387"/>
                  </a:lnTo>
                  <a:lnTo>
                    <a:pt x="39" y="502"/>
                  </a:lnTo>
                  <a:lnTo>
                    <a:pt x="0" y="657"/>
                  </a:lnTo>
                  <a:lnTo>
                    <a:pt x="0" y="850"/>
                  </a:lnTo>
                  <a:lnTo>
                    <a:pt x="0" y="1004"/>
                  </a:lnTo>
                  <a:lnTo>
                    <a:pt x="39" y="1159"/>
                  </a:lnTo>
                  <a:lnTo>
                    <a:pt x="116" y="1313"/>
                  </a:lnTo>
                  <a:lnTo>
                    <a:pt x="193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8" y="1738"/>
                  </a:lnTo>
                  <a:lnTo>
                    <a:pt x="966" y="1738"/>
                  </a:lnTo>
                  <a:lnTo>
                    <a:pt x="1120" y="1700"/>
                  </a:lnTo>
                  <a:lnTo>
                    <a:pt x="1275" y="1622"/>
                  </a:lnTo>
                  <a:lnTo>
                    <a:pt x="1429" y="1545"/>
                  </a:lnTo>
                  <a:lnTo>
                    <a:pt x="1584" y="1391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27"/>
                  </a:lnTo>
                  <a:lnTo>
                    <a:pt x="1777" y="773"/>
                  </a:lnTo>
                  <a:lnTo>
                    <a:pt x="1738" y="580"/>
                  </a:lnTo>
                  <a:lnTo>
                    <a:pt x="1661" y="425"/>
                  </a:lnTo>
                  <a:lnTo>
                    <a:pt x="1545" y="271"/>
                  </a:lnTo>
                  <a:lnTo>
                    <a:pt x="1429" y="155"/>
                  </a:lnTo>
                  <a:lnTo>
                    <a:pt x="1275" y="78"/>
                  </a:lnTo>
                  <a:lnTo>
                    <a:pt x="1120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691825" y="1300825"/>
              <a:ext cx="114925" cy="285775"/>
            </a:xfrm>
            <a:custGeom>
              <a:avLst/>
              <a:gdLst/>
              <a:ahLst/>
              <a:cxnLst/>
              <a:rect l="l" t="t" r="r" b="b"/>
              <a:pathLst>
                <a:path w="4597" h="11431" extrusionOk="0">
                  <a:moveTo>
                    <a:pt x="3631" y="888"/>
                  </a:moveTo>
                  <a:lnTo>
                    <a:pt x="3708" y="2008"/>
                  </a:lnTo>
                  <a:lnTo>
                    <a:pt x="3824" y="3128"/>
                  </a:lnTo>
                  <a:lnTo>
                    <a:pt x="3940" y="4248"/>
                  </a:lnTo>
                  <a:lnTo>
                    <a:pt x="4017" y="5406"/>
                  </a:lnTo>
                  <a:lnTo>
                    <a:pt x="4056" y="6603"/>
                  </a:lnTo>
                  <a:lnTo>
                    <a:pt x="4056" y="7260"/>
                  </a:lnTo>
                  <a:lnTo>
                    <a:pt x="3978" y="7878"/>
                  </a:lnTo>
                  <a:lnTo>
                    <a:pt x="3901" y="8534"/>
                  </a:lnTo>
                  <a:lnTo>
                    <a:pt x="3747" y="9152"/>
                  </a:lnTo>
                  <a:lnTo>
                    <a:pt x="3515" y="9731"/>
                  </a:lnTo>
                  <a:lnTo>
                    <a:pt x="3245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2"/>
                  </a:lnTo>
                  <a:lnTo>
                    <a:pt x="1623" y="10696"/>
                  </a:lnTo>
                  <a:lnTo>
                    <a:pt x="1353" y="10503"/>
                  </a:lnTo>
                  <a:lnTo>
                    <a:pt x="1121" y="10233"/>
                  </a:lnTo>
                  <a:lnTo>
                    <a:pt x="966" y="9963"/>
                  </a:lnTo>
                  <a:lnTo>
                    <a:pt x="851" y="9692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95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9" y="4055"/>
                  </a:lnTo>
                  <a:lnTo>
                    <a:pt x="580" y="2780"/>
                  </a:lnTo>
                  <a:lnTo>
                    <a:pt x="542" y="2742"/>
                  </a:lnTo>
                  <a:lnTo>
                    <a:pt x="580" y="2742"/>
                  </a:lnTo>
                  <a:lnTo>
                    <a:pt x="1353" y="2356"/>
                  </a:lnTo>
                  <a:lnTo>
                    <a:pt x="2163" y="1931"/>
                  </a:lnTo>
                  <a:lnTo>
                    <a:pt x="2936" y="1429"/>
                  </a:lnTo>
                  <a:lnTo>
                    <a:pt x="3283" y="1159"/>
                  </a:lnTo>
                  <a:lnTo>
                    <a:pt x="3631" y="888"/>
                  </a:lnTo>
                  <a:close/>
                  <a:moveTo>
                    <a:pt x="3978" y="0"/>
                  </a:moveTo>
                  <a:lnTo>
                    <a:pt x="3901" y="39"/>
                  </a:lnTo>
                  <a:lnTo>
                    <a:pt x="3476" y="309"/>
                  </a:lnTo>
                  <a:lnTo>
                    <a:pt x="3052" y="657"/>
                  </a:lnTo>
                  <a:lnTo>
                    <a:pt x="2627" y="966"/>
                  </a:lnTo>
                  <a:lnTo>
                    <a:pt x="2202" y="1313"/>
                  </a:lnTo>
                  <a:lnTo>
                    <a:pt x="1314" y="1892"/>
                  </a:lnTo>
                  <a:lnTo>
                    <a:pt x="426" y="2472"/>
                  </a:lnTo>
                  <a:lnTo>
                    <a:pt x="349" y="2549"/>
                  </a:lnTo>
                  <a:lnTo>
                    <a:pt x="349" y="2626"/>
                  </a:lnTo>
                  <a:lnTo>
                    <a:pt x="271" y="2665"/>
                  </a:lnTo>
                  <a:lnTo>
                    <a:pt x="233" y="2780"/>
                  </a:lnTo>
                  <a:lnTo>
                    <a:pt x="194" y="3823"/>
                  </a:lnTo>
                  <a:lnTo>
                    <a:pt x="155" y="4827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7"/>
                  </a:lnTo>
                  <a:lnTo>
                    <a:pt x="155" y="7685"/>
                  </a:lnTo>
                  <a:lnTo>
                    <a:pt x="155" y="8418"/>
                  </a:lnTo>
                  <a:lnTo>
                    <a:pt x="233" y="9152"/>
                  </a:lnTo>
                  <a:lnTo>
                    <a:pt x="310" y="9615"/>
                  </a:lnTo>
                  <a:lnTo>
                    <a:pt x="503" y="10079"/>
                  </a:lnTo>
                  <a:lnTo>
                    <a:pt x="735" y="10503"/>
                  </a:lnTo>
                  <a:lnTo>
                    <a:pt x="1044" y="10890"/>
                  </a:lnTo>
                  <a:lnTo>
                    <a:pt x="1198" y="11044"/>
                  </a:lnTo>
                  <a:lnTo>
                    <a:pt x="1391" y="11198"/>
                  </a:lnTo>
                  <a:lnTo>
                    <a:pt x="1623" y="11314"/>
                  </a:lnTo>
                  <a:lnTo>
                    <a:pt x="1816" y="11392"/>
                  </a:lnTo>
                  <a:lnTo>
                    <a:pt x="2048" y="11430"/>
                  </a:lnTo>
                  <a:lnTo>
                    <a:pt x="2279" y="11430"/>
                  </a:lnTo>
                  <a:lnTo>
                    <a:pt x="2550" y="11392"/>
                  </a:lnTo>
                  <a:lnTo>
                    <a:pt x="2820" y="11314"/>
                  </a:lnTo>
                  <a:lnTo>
                    <a:pt x="3052" y="11198"/>
                  </a:lnTo>
                  <a:lnTo>
                    <a:pt x="3283" y="11044"/>
                  </a:lnTo>
                  <a:lnTo>
                    <a:pt x="3476" y="10851"/>
                  </a:lnTo>
                  <a:lnTo>
                    <a:pt x="3669" y="10658"/>
                  </a:lnTo>
                  <a:lnTo>
                    <a:pt x="3824" y="10388"/>
                  </a:lnTo>
                  <a:lnTo>
                    <a:pt x="3978" y="10117"/>
                  </a:lnTo>
                  <a:lnTo>
                    <a:pt x="4171" y="9538"/>
                  </a:lnTo>
                  <a:lnTo>
                    <a:pt x="4326" y="8920"/>
                  </a:lnTo>
                  <a:lnTo>
                    <a:pt x="4442" y="8302"/>
                  </a:lnTo>
                  <a:lnTo>
                    <a:pt x="4519" y="7723"/>
                  </a:lnTo>
                  <a:lnTo>
                    <a:pt x="4558" y="7221"/>
                  </a:lnTo>
                  <a:lnTo>
                    <a:pt x="4596" y="6642"/>
                  </a:lnTo>
                  <a:lnTo>
                    <a:pt x="4596" y="6101"/>
                  </a:lnTo>
                  <a:lnTo>
                    <a:pt x="4519" y="4981"/>
                  </a:lnTo>
                  <a:lnTo>
                    <a:pt x="4442" y="3862"/>
                  </a:lnTo>
                  <a:lnTo>
                    <a:pt x="4326" y="2780"/>
                  </a:lnTo>
                  <a:lnTo>
                    <a:pt x="4287" y="2394"/>
                  </a:lnTo>
                  <a:lnTo>
                    <a:pt x="4210" y="1468"/>
                  </a:lnTo>
                  <a:lnTo>
                    <a:pt x="4133" y="541"/>
                  </a:lnTo>
                  <a:lnTo>
                    <a:pt x="4094" y="386"/>
                  </a:lnTo>
                  <a:lnTo>
                    <a:pt x="4133" y="348"/>
                  </a:lnTo>
                  <a:lnTo>
                    <a:pt x="4171" y="270"/>
                  </a:lnTo>
                  <a:lnTo>
                    <a:pt x="4210" y="193"/>
                  </a:lnTo>
                  <a:lnTo>
                    <a:pt x="4171" y="77"/>
                  </a:lnTo>
                  <a:lnTo>
                    <a:pt x="4094" y="39"/>
                  </a:lnTo>
                  <a:lnTo>
                    <a:pt x="40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635850" y="1347150"/>
              <a:ext cx="42500" cy="41550"/>
            </a:xfrm>
            <a:custGeom>
              <a:avLst/>
              <a:gdLst/>
              <a:ahLst/>
              <a:cxnLst/>
              <a:rect l="l" t="t" r="r" b="b"/>
              <a:pathLst>
                <a:path w="1700" h="1662" extrusionOk="0">
                  <a:moveTo>
                    <a:pt x="1004" y="387"/>
                  </a:moveTo>
                  <a:lnTo>
                    <a:pt x="1120" y="425"/>
                  </a:lnTo>
                  <a:lnTo>
                    <a:pt x="1159" y="464"/>
                  </a:lnTo>
                  <a:lnTo>
                    <a:pt x="1236" y="541"/>
                  </a:lnTo>
                  <a:lnTo>
                    <a:pt x="1313" y="734"/>
                  </a:lnTo>
                  <a:lnTo>
                    <a:pt x="1313" y="927"/>
                  </a:lnTo>
                  <a:lnTo>
                    <a:pt x="1236" y="1082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8" y="1275"/>
                  </a:lnTo>
                  <a:lnTo>
                    <a:pt x="695" y="1236"/>
                  </a:lnTo>
                  <a:lnTo>
                    <a:pt x="541" y="1121"/>
                  </a:lnTo>
                  <a:lnTo>
                    <a:pt x="464" y="1082"/>
                  </a:lnTo>
                  <a:lnTo>
                    <a:pt x="425" y="966"/>
                  </a:lnTo>
                  <a:lnTo>
                    <a:pt x="386" y="889"/>
                  </a:lnTo>
                  <a:lnTo>
                    <a:pt x="386" y="773"/>
                  </a:lnTo>
                  <a:lnTo>
                    <a:pt x="425" y="541"/>
                  </a:lnTo>
                  <a:lnTo>
                    <a:pt x="541" y="580"/>
                  </a:lnTo>
                  <a:lnTo>
                    <a:pt x="618" y="541"/>
                  </a:lnTo>
                  <a:lnTo>
                    <a:pt x="773" y="425"/>
                  </a:lnTo>
                  <a:lnTo>
                    <a:pt x="927" y="387"/>
                  </a:lnTo>
                  <a:close/>
                  <a:moveTo>
                    <a:pt x="734" y="1"/>
                  </a:moveTo>
                  <a:lnTo>
                    <a:pt x="618" y="39"/>
                  </a:lnTo>
                  <a:lnTo>
                    <a:pt x="502" y="117"/>
                  </a:lnTo>
                  <a:lnTo>
                    <a:pt x="348" y="194"/>
                  </a:lnTo>
                  <a:lnTo>
                    <a:pt x="232" y="310"/>
                  </a:lnTo>
                  <a:lnTo>
                    <a:pt x="155" y="425"/>
                  </a:lnTo>
                  <a:lnTo>
                    <a:pt x="78" y="580"/>
                  </a:lnTo>
                  <a:lnTo>
                    <a:pt x="39" y="696"/>
                  </a:lnTo>
                  <a:lnTo>
                    <a:pt x="0" y="850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3" y="1352"/>
                  </a:lnTo>
                  <a:lnTo>
                    <a:pt x="309" y="1468"/>
                  </a:lnTo>
                  <a:lnTo>
                    <a:pt x="464" y="1584"/>
                  </a:lnTo>
                  <a:lnTo>
                    <a:pt x="657" y="1623"/>
                  </a:lnTo>
                  <a:lnTo>
                    <a:pt x="811" y="1661"/>
                  </a:lnTo>
                  <a:lnTo>
                    <a:pt x="1004" y="1661"/>
                  </a:lnTo>
                  <a:lnTo>
                    <a:pt x="1197" y="1584"/>
                  </a:lnTo>
                  <a:lnTo>
                    <a:pt x="1352" y="1507"/>
                  </a:lnTo>
                  <a:lnTo>
                    <a:pt x="1468" y="1391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699" y="927"/>
                  </a:lnTo>
                  <a:lnTo>
                    <a:pt x="1699" y="734"/>
                  </a:lnTo>
                  <a:lnTo>
                    <a:pt x="1661" y="541"/>
                  </a:lnTo>
                  <a:lnTo>
                    <a:pt x="1584" y="387"/>
                  </a:lnTo>
                  <a:lnTo>
                    <a:pt x="1506" y="232"/>
                  </a:lnTo>
                  <a:lnTo>
                    <a:pt x="1390" y="155"/>
                  </a:lnTo>
                  <a:lnTo>
                    <a:pt x="1275" y="78"/>
                  </a:lnTo>
                  <a:lnTo>
                    <a:pt x="10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444700" y="13741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71" y="1"/>
                  </a:moveTo>
                  <a:lnTo>
                    <a:pt x="116" y="40"/>
                  </a:lnTo>
                  <a:lnTo>
                    <a:pt x="39" y="117"/>
                  </a:lnTo>
                  <a:lnTo>
                    <a:pt x="1" y="233"/>
                  </a:lnTo>
                  <a:lnTo>
                    <a:pt x="39" y="387"/>
                  </a:lnTo>
                  <a:lnTo>
                    <a:pt x="348" y="889"/>
                  </a:lnTo>
                  <a:lnTo>
                    <a:pt x="657" y="1391"/>
                  </a:lnTo>
                  <a:lnTo>
                    <a:pt x="1005" y="1854"/>
                  </a:lnTo>
                  <a:lnTo>
                    <a:pt x="1391" y="2318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4" y="3553"/>
                  </a:lnTo>
                  <a:lnTo>
                    <a:pt x="3167" y="3901"/>
                  </a:lnTo>
                  <a:lnTo>
                    <a:pt x="3553" y="3747"/>
                  </a:lnTo>
                  <a:lnTo>
                    <a:pt x="2781" y="3013"/>
                  </a:lnTo>
                  <a:lnTo>
                    <a:pt x="2047" y="2241"/>
                  </a:lnTo>
                  <a:lnTo>
                    <a:pt x="1352" y="1430"/>
                  </a:lnTo>
                  <a:lnTo>
                    <a:pt x="1043" y="1005"/>
                  </a:lnTo>
                  <a:lnTo>
                    <a:pt x="734" y="542"/>
                  </a:lnTo>
                  <a:lnTo>
                    <a:pt x="1622" y="696"/>
                  </a:lnTo>
                  <a:lnTo>
                    <a:pt x="2511" y="889"/>
                  </a:lnTo>
                  <a:lnTo>
                    <a:pt x="3013" y="1044"/>
                  </a:lnTo>
                  <a:lnTo>
                    <a:pt x="3515" y="1198"/>
                  </a:lnTo>
                  <a:lnTo>
                    <a:pt x="4017" y="1352"/>
                  </a:lnTo>
                  <a:lnTo>
                    <a:pt x="4480" y="1507"/>
                  </a:lnTo>
                  <a:lnTo>
                    <a:pt x="4596" y="1507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5" y="1507"/>
                  </a:lnTo>
                  <a:lnTo>
                    <a:pt x="4943" y="1430"/>
                  </a:lnTo>
                  <a:lnTo>
                    <a:pt x="4634" y="1159"/>
                  </a:lnTo>
                  <a:lnTo>
                    <a:pt x="4171" y="850"/>
                  </a:lnTo>
                  <a:lnTo>
                    <a:pt x="3630" y="619"/>
                  </a:lnTo>
                  <a:lnTo>
                    <a:pt x="3090" y="464"/>
                  </a:lnTo>
                  <a:lnTo>
                    <a:pt x="2511" y="310"/>
                  </a:lnTo>
                  <a:lnTo>
                    <a:pt x="1931" y="194"/>
                  </a:lnTo>
                  <a:lnTo>
                    <a:pt x="1352" y="117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5333350" y="138867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5"/>
                  </a:moveTo>
                  <a:lnTo>
                    <a:pt x="23633" y="1467"/>
                  </a:lnTo>
                  <a:lnTo>
                    <a:pt x="23941" y="2008"/>
                  </a:lnTo>
                  <a:lnTo>
                    <a:pt x="23787" y="2163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2" y="1969"/>
                  </a:lnTo>
                  <a:lnTo>
                    <a:pt x="23015" y="1815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4"/>
                  </a:lnTo>
                  <a:lnTo>
                    <a:pt x="23169" y="1120"/>
                  </a:lnTo>
                  <a:lnTo>
                    <a:pt x="23285" y="965"/>
                  </a:lnTo>
                  <a:close/>
                  <a:moveTo>
                    <a:pt x="24096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7"/>
                  </a:lnTo>
                  <a:lnTo>
                    <a:pt x="24096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0"/>
                  </a:lnTo>
                  <a:lnTo>
                    <a:pt x="16566" y="5406"/>
                  </a:lnTo>
                  <a:lnTo>
                    <a:pt x="16296" y="5445"/>
                  </a:lnTo>
                  <a:lnTo>
                    <a:pt x="15639" y="5522"/>
                  </a:lnTo>
                  <a:lnTo>
                    <a:pt x="15639" y="5483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5" y="5175"/>
                  </a:lnTo>
                  <a:lnTo>
                    <a:pt x="15832" y="5097"/>
                  </a:lnTo>
                  <a:lnTo>
                    <a:pt x="15948" y="5020"/>
                  </a:lnTo>
                  <a:lnTo>
                    <a:pt x="16064" y="4981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522"/>
                  </a:lnTo>
                  <a:lnTo>
                    <a:pt x="24057" y="5445"/>
                  </a:lnTo>
                  <a:lnTo>
                    <a:pt x="23903" y="5290"/>
                  </a:lnTo>
                  <a:lnTo>
                    <a:pt x="23826" y="5097"/>
                  </a:lnTo>
                  <a:lnTo>
                    <a:pt x="23787" y="4981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2" y="5638"/>
                  </a:lnTo>
                  <a:lnTo>
                    <a:pt x="17570" y="5522"/>
                  </a:lnTo>
                  <a:lnTo>
                    <a:pt x="17029" y="5445"/>
                  </a:lnTo>
                  <a:lnTo>
                    <a:pt x="17068" y="5290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3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6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599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6"/>
                  </a:lnTo>
                  <a:lnTo>
                    <a:pt x="19385" y="5831"/>
                  </a:lnTo>
                  <a:lnTo>
                    <a:pt x="19385" y="5985"/>
                  </a:lnTo>
                  <a:lnTo>
                    <a:pt x="19346" y="6178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6"/>
                  </a:lnTo>
                  <a:lnTo>
                    <a:pt x="18844" y="5522"/>
                  </a:lnTo>
                  <a:lnTo>
                    <a:pt x="18999" y="5483"/>
                  </a:lnTo>
                  <a:close/>
                  <a:moveTo>
                    <a:pt x="20196" y="6063"/>
                  </a:moveTo>
                  <a:lnTo>
                    <a:pt x="20350" y="6101"/>
                  </a:lnTo>
                  <a:lnTo>
                    <a:pt x="20466" y="6140"/>
                  </a:lnTo>
                  <a:lnTo>
                    <a:pt x="20543" y="6178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0"/>
                  </a:lnTo>
                  <a:lnTo>
                    <a:pt x="19848" y="6294"/>
                  </a:lnTo>
                  <a:lnTo>
                    <a:pt x="19887" y="6178"/>
                  </a:lnTo>
                  <a:lnTo>
                    <a:pt x="20003" y="6140"/>
                  </a:lnTo>
                  <a:lnTo>
                    <a:pt x="20080" y="6101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1" y="5985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1" y="6294"/>
                  </a:lnTo>
                  <a:lnTo>
                    <a:pt x="23748" y="6565"/>
                  </a:lnTo>
                  <a:lnTo>
                    <a:pt x="23517" y="6796"/>
                  </a:lnTo>
                  <a:lnTo>
                    <a:pt x="23246" y="6989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8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78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6"/>
                  </a:lnTo>
                  <a:lnTo>
                    <a:pt x="12627" y="6680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59" y="6217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719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44"/>
                  </a:lnTo>
                  <a:lnTo>
                    <a:pt x="22551" y="7221"/>
                  </a:lnTo>
                  <a:lnTo>
                    <a:pt x="22165" y="7260"/>
                  </a:lnTo>
                  <a:lnTo>
                    <a:pt x="21779" y="7221"/>
                  </a:lnTo>
                  <a:lnTo>
                    <a:pt x="21393" y="7105"/>
                  </a:lnTo>
                  <a:lnTo>
                    <a:pt x="21470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414"/>
                  </a:moveTo>
                  <a:lnTo>
                    <a:pt x="12473" y="7453"/>
                  </a:lnTo>
                  <a:lnTo>
                    <a:pt x="12125" y="7993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09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3"/>
                  </a:lnTo>
                  <a:lnTo>
                    <a:pt x="11816" y="7607"/>
                  </a:lnTo>
                  <a:lnTo>
                    <a:pt x="11894" y="7530"/>
                  </a:lnTo>
                  <a:lnTo>
                    <a:pt x="12009" y="7453"/>
                  </a:lnTo>
                  <a:lnTo>
                    <a:pt x="12164" y="7414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1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2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7"/>
                  </a:lnTo>
                  <a:close/>
                  <a:moveTo>
                    <a:pt x="3785" y="9770"/>
                  </a:moveTo>
                  <a:lnTo>
                    <a:pt x="3900" y="9808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32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5"/>
                  </a:lnTo>
                  <a:lnTo>
                    <a:pt x="5097" y="10774"/>
                  </a:lnTo>
                  <a:lnTo>
                    <a:pt x="5136" y="10889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928"/>
                  </a:lnTo>
                  <a:lnTo>
                    <a:pt x="4441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19"/>
                  </a:moveTo>
                  <a:lnTo>
                    <a:pt x="10967" y="11198"/>
                  </a:lnTo>
                  <a:lnTo>
                    <a:pt x="10735" y="11739"/>
                  </a:lnTo>
                  <a:lnTo>
                    <a:pt x="10658" y="11700"/>
                  </a:lnTo>
                  <a:lnTo>
                    <a:pt x="10504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2"/>
                  </a:lnTo>
                  <a:lnTo>
                    <a:pt x="10735" y="10696"/>
                  </a:lnTo>
                  <a:lnTo>
                    <a:pt x="10928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09"/>
                  </a:lnTo>
                  <a:lnTo>
                    <a:pt x="6410" y="12241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0"/>
                  </a:lnTo>
                  <a:lnTo>
                    <a:pt x="5445" y="11623"/>
                  </a:lnTo>
                  <a:lnTo>
                    <a:pt x="5561" y="11546"/>
                  </a:lnTo>
                  <a:lnTo>
                    <a:pt x="5638" y="11507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39" y="13206"/>
                  </a:lnTo>
                  <a:lnTo>
                    <a:pt x="7337" y="13013"/>
                  </a:lnTo>
                  <a:lnTo>
                    <a:pt x="6835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3" y="12627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6"/>
                  </a:lnTo>
                  <a:lnTo>
                    <a:pt x="9229" y="13129"/>
                  </a:lnTo>
                  <a:lnTo>
                    <a:pt x="9268" y="13206"/>
                  </a:lnTo>
                  <a:lnTo>
                    <a:pt x="9036" y="13284"/>
                  </a:lnTo>
                  <a:lnTo>
                    <a:pt x="8804" y="13322"/>
                  </a:lnTo>
                  <a:lnTo>
                    <a:pt x="8573" y="13322"/>
                  </a:lnTo>
                  <a:lnTo>
                    <a:pt x="8302" y="13284"/>
                  </a:lnTo>
                  <a:lnTo>
                    <a:pt x="8302" y="13206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704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6" y="0"/>
                  </a:moveTo>
                  <a:lnTo>
                    <a:pt x="22899" y="39"/>
                  </a:lnTo>
                  <a:lnTo>
                    <a:pt x="22822" y="77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2"/>
                  </a:lnTo>
                  <a:lnTo>
                    <a:pt x="22783" y="965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0" y="2278"/>
                  </a:lnTo>
                  <a:lnTo>
                    <a:pt x="23053" y="2394"/>
                  </a:lnTo>
                  <a:lnTo>
                    <a:pt x="23246" y="2510"/>
                  </a:lnTo>
                  <a:lnTo>
                    <a:pt x="23478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82"/>
                  </a:lnTo>
                  <a:lnTo>
                    <a:pt x="23439" y="3514"/>
                  </a:lnTo>
                  <a:lnTo>
                    <a:pt x="23555" y="3707"/>
                  </a:lnTo>
                  <a:lnTo>
                    <a:pt x="23748" y="3900"/>
                  </a:lnTo>
                  <a:lnTo>
                    <a:pt x="23980" y="4016"/>
                  </a:lnTo>
                  <a:lnTo>
                    <a:pt x="23748" y="4209"/>
                  </a:lnTo>
                  <a:lnTo>
                    <a:pt x="23555" y="4479"/>
                  </a:lnTo>
                  <a:lnTo>
                    <a:pt x="23478" y="4750"/>
                  </a:lnTo>
                  <a:lnTo>
                    <a:pt x="23439" y="4904"/>
                  </a:lnTo>
                  <a:lnTo>
                    <a:pt x="23439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1" y="5522"/>
                  </a:lnTo>
                  <a:lnTo>
                    <a:pt x="23169" y="5561"/>
                  </a:lnTo>
                  <a:lnTo>
                    <a:pt x="22976" y="5715"/>
                  </a:lnTo>
                  <a:lnTo>
                    <a:pt x="22783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4" y="6294"/>
                  </a:lnTo>
                  <a:lnTo>
                    <a:pt x="22320" y="6256"/>
                  </a:lnTo>
                  <a:lnTo>
                    <a:pt x="22165" y="6217"/>
                  </a:lnTo>
                  <a:lnTo>
                    <a:pt x="21972" y="6217"/>
                  </a:lnTo>
                  <a:lnTo>
                    <a:pt x="21740" y="6294"/>
                  </a:lnTo>
                  <a:lnTo>
                    <a:pt x="21509" y="6410"/>
                  </a:lnTo>
                  <a:lnTo>
                    <a:pt x="21354" y="6565"/>
                  </a:lnTo>
                  <a:lnTo>
                    <a:pt x="21200" y="6796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4"/>
                  </a:lnTo>
                  <a:lnTo>
                    <a:pt x="20736" y="5908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4" y="5754"/>
                  </a:lnTo>
                  <a:lnTo>
                    <a:pt x="20080" y="5792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3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0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1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5"/>
                  </a:lnTo>
                  <a:lnTo>
                    <a:pt x="17802" y="4557"/>
                  </a:lnTo>
                  <a:lnTo>
                    <a:pt x="17647" y="4518"/>
                  </a:lnTo>
                  <a:lnTo>
                    <a:pt x="17493" y="4557"/>
                  </a:lnTo>
                  <a:lnTo>
                    <a:pt x="17377" y="4595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7"/>
                  </a:lnTo>
                  <a:lnTo>
                    <a:pt x="16759" y="4943"/>
                  </a:lnTo>
                  <a:lnTo>
                    <a:pt x="16605" y="4788"/>
                  </a:lnTo>
                  <a:lnTo>
                    <a:pt x="16450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1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1"/>
                  </a:lnTo>
                  <a:lnTo>
                    <a:pt x="14635" y="4943"/>
                  </a:lnTo>
                  <a:lnTo>
                    <a:pt x="14442" y="4981"/>
                  </a:lnTo>
                  <a:lnTo>
                    <a:pt x="14288" y="5020"/>
                  </a:lnTo>
                  <a:lnTo>
                    <a:pt x="14133" y="5097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7"/>
                  </a:lnTo>
                  <a:lnTo>
                    <a:pt x="12357" y="6372"/>
                  </a:lnTo>
                  <a:lnTo>
                    <a:pt x="12357" y="6526"/>
                  </a:lnTo>
                  <a:lnTo>
                    <a:pt x="12357" y="6680"/>
                  </a:lnTo>
                  <a:lnTo>
                    <a:pt x="12357" y="6835"/>
                  </a:lnTo>
                  <a:lnTo>
                    <a:pt x="12434" y="6989"/>
                  </a:lnTo>
                  <a:lnTo>
                    <a:pt x="12164" y="7028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414"/>
                  </a:lnTo>
                  <a:lnTo>
                    <a:pt x="11392" y="7530"/>
                  </a:lnTo>
                  <a:lnTo>
                    <a:pt x="11353" y="7684"/>
                  </a:lnTo>
                  <a:lnTo>
                    <a:pt x="11314" y="7839"/>
                  </a:lnTo>
                  <a:lnTo>
                    <a:pt x="11276" y="7993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57"/>
                  </a:lnTo>
                  <a:lnTo>
                    <a:pt x="11469" y="8611"/>
                  </a:lnTo>
                  <a:lnTo>
                    <a:pt x="11199" y="8650"/>
                  </a:lnTo>
                  <a:lnTo>
                    <a:pt x="10967" y="8804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3"/>
                  </a:lnTo>
                  <a:lnTo>
                    <a:pt x="10619" y="10310"/>
                  </a:lnTo>
                  <a:lnTo>
                    <a:pt x="10426" y="10426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5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4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2" y="12087"/>
                  </a:lnTo>
                  <a:lnTo>
                    <a:pt x="9384" y="12202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95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4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202"/>
                  </a:lnTo>
                  <a:lnTo>
                    <a:pt x="6990" y="12280"/>
                  </a:lnTo>
                  <a:lnTo>
                    <a:pt x="6796" y="12434"/>
                  </a:lnTo>
                  <a:lnTo>
                    <a:pt x="6796" y="12048"/>
                  </a:lnTo>
                  <a:lnTo>
                    <a:pt x="6758" y="11893"/>
                  </a:lnTo>
                  <a:lnTo>
                    <a:pt x="6681" y="11700"/>
                  </a:lnTo>
                  <a:lnTo>
                    <a:pt x="6603" y="11546"/>
                  </a:lnTo>
                  <a:lnTo>
                    <a:pt x="6526" y="11430"/>
                  </a:lnTo>
                  <a:lnTo>
                    <a:pt x="6372" y="11314"/>
                  </a:lnTo>
                  <a:lnTo>
                    <a:pt x="6217" y="11198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7"/>
                  </a:lnTo>
                  <a:lnTo>
                    <a:pt x="5522" y="10967"/>
                  </a:lnTo>
                  <a:lnTo>
                    <a:pt x="5445" y="10735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88"/>
                  </a:lnTo>
                  <a:lnTo>
                    <a:pt x="4943" y="10310"/>
                  </a:lnTo>
                  <a:lnTo>
                    <a:pt x="4827" y="10310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499"/>
                  </a:lnTo>
                  <a:lnTo>
                    <a:pt x="3900" y="9461"/>
                  </a:lnTo>
                  <a:lnTo>
                    <a:pt x="3746" y="9422"/>
                  </a:lnTo>
                  <a:lnTo>
                    <a:pt x="3591" y="9422"/>
                  </a:lnTo>
                  <a:lnTo>
                    <a:pt x="3398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70"/>
                  </a:lnTo>
                  <a:lnTo>
                    <a:pt x="2974" y="9615"/>
                  </a:lnTo>
                  <a:lnTo>
                    <a:pt x="2896" y="9461"/>
                  </a:lnTo>
                  <a:lnTo>
                    <a:pt x="2781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9036"/>
                  </a:lnTo>
                  <a:lnTo>
                    <a:pt x="1854" y="9113"/>
                  </a:lnTo>
                  <a:lnTo>
                    <a:pt x="1699" y="9190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1"/>
                  </a:lnTo>
                  <a:lnTo>
                    <a:pt x="1352" y="9924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0"/>
                  </a:lnTo>
                  <a:lnTo>
                    <a:pt x="386" y="10426"/>
                  </a:lnTo>
                  <a:lnTo>
                    <a:pt x="271" y="10581"/>
                  </a:lnTo>
                  <a:lnTo>
                    <a:pt x="116" y="10889"/>
                  </a:lnTo>
                  <a:lnTo>
                    <a:pt x="0" y="11237"/>
                  </a:lnTo>
                  <a:lnTo>
                    <a:pt x="0" y="11585"/>
                  </a:lnTo>
                  <a:lnTo>
                    <a:pt x="77" y="11932"/>
                  </a:lnTo>
                  <a:lnTo>
                    <a:pt x="193" y="12241"/>
                  </a:lnTo>
                  <a:lnTo>
                    <a:pt x="386" y="12550"/>
                  </a:lnTo>
                  <a:lnTo>
                    <a:pt x="618" y="12820"/>
                  </a:lnTo>
                  <a:lnTo>
                    <a:pt x="811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5" y="13129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1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78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4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2"/>
                  </a:lnTo>
                  <a:lnTo>
                    <a:pt x="618" y="12048"/>
                  </a:lnTo>
                  <a:lnTo>
                    <a:pt x="541" y="11893"/>
                  </a:lnTo>
                  <a:lnTo>
                    <a:pt x="502" y="11739"/>
                  </a:lnTo>
                  <a:lnTo>
                    <a:pt x="502" y="11546"/>
                  </a:lnTo>
                  <a:lnTo>
                    <a:pt x="502" y="11391"/>
                  </a:lnTo>
                  <a:lnTo>
                    <a:pt x="541" y="11198"/>
                  </a:lnTo>
                  <a:lnTo>
                    <a:pt x="579" y="11044"/>
                  </a:lnTo>
                  <a:lnTo>
                    <a:pt x="657" y="10889"/>
                  </a:lnTo>
                  <a:lnTo>
                    <a:pt x="773" y="10774"/>
                  </a:lnTo>
                  <a:lnTo>
                    <a:pt x="888" y="10619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6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5"/>
                  </a:lnTo>
                  <a:lnTo>
                    <a:pt x="5870" y="12704"/>
                  </a:lnTo>
                  <a:lnTo>
                    <a:pt x="6256" y="12975"/>
                  </a:lnTo>
                  <a:lnTo>
                    <a:pt x="6681" y="13206"/>
                  </a:lnTo>
                  <a:lnTo>
                    <a:pt x="7105" y="13438"/>
                  </a:lnTo>
                  <a:lnTo>
                    <a:pt x="7530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8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5"/>
                  </a:lnTo>
                  <a:lnTo>
                    <a:pt x="11314" y="11739"/>
                  </a:lnTo>
                  <a:lnTo>
                    <a:pt x="11507" y="11237"/>
                  </a:lnTo>
                  <a:lnTo>
                    <a:pt x="11662" y="10696"/>
                  </a:lnTo>
                  <a:lnTo>
                    <a:pt x="11971" y="9615"/>
                  </a:lnTo>
                  <a:lnTo>
                    <a:pt x="12125" y="9113"/>
                  </a:lnTo>
                  <a:lnTo>
                    <a:pt x="12357" y="8611"/>
                  </a:lnTo>
                  <a:lnTo>
                    <a:pt x="12589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89"/>
                  </a:lnTo>
                  <a:lnTo>
                    <a:pt x="14017" y="6719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4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0" y="7723"/>
                  </a:lnTo>
                  <a:lnTo>
                    <a:pt x="22165" y="7762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530"/>
                  </a:lnTo>
                  <a:lnTo>
                    <a:pt x="23710" y="7298"/>
                  </a:lnTo>
                  <a:lnTo>
                    <a:pt x="24057" y="6989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908"/>
                  </a:lnTo>
                  <a:lnTo>
                    <a:pt x="24868" y="5483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5" y="3746"/>
                  </a:lnTo>
                  <a:lnTo>
                    <a:pt x="24868" y="3282"/>
                  </a:lnTo>
                  <a:lnTo>
                    <a:pt x="24791" y="2858"/>
                  </a:lnTo>
                  <a:lnTo>
                    <a:pt x="24637" y="2394"/>
                  </a:lnTo>
                  <a:lnTo>
                    <a:pt x="24443" y="1969"/>
                  </a:lnTo>
                  <a:lnTo>
                    <a:pt x="24250" y="1583"/>
                  </a:lnTo>
                  <a:lnTo>
                    <a:pt x="24057" y="1197"/>
                  </a:lnTo>
                  <a:lnTo>
                    <a:pt x="23787" y="811"/>
                  </a:lnTo>
                  <a:lnTo>
                    <a:pt x="23941" y="386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7"/>
                  </a:lnTo>
                  <a:lnTo>
                    <a:pt x="230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5843050" y="1398325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5" y="1429"/>
                  </a:lnTo>
                  <a:lnTo>
                    <a:pt x="4866" y="1738"/>
                  </a:lnTo>
                  <a:lnTo>
                    <a:pt x="5059" y="2085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6" y="5599"/>
                  </a:lnTo>
                  <a:lnTo>
                    <a:pt x="5330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40" y="8380"/>
                  </a:lnTo>
                  <a:lnTo>
                    <a:pt x="3631" y="8727"/>
                  </a:lnTo>
                  <a:lnTo>
                    <a:pt x="3283" y="9036"/>
                  </a:lnTo>
                  <a:lnTo>
                    <a:pt x="2936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9" y="10040"/>
                  </a:lnTo>
                  <a:lnTo>
                    <a:pt x="1314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9" y="10967"/>
                  </a:lnTo>
                  <a:lnTo>
                    <a:pt x="1121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8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5" y="6294"/>
                  </a:lnTo>
                  <a:lnTo>
                    <a:pt x="5909" y="5792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5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40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569225" y="1424375"/>
              <a:ext cx="126500" cy="69550"/>
            </a:xfrm>
            <a:custGeom>
              <a:avLst/>
              <a:gdLst/>
              <a:ahLst/>
              <a:cxnLst/>
              <a:rect l="l" t="t" r="r" b="b"/>
              <a:pathLst>
                <a:path w="5060" h="2782" extrusionOk="0">
                  <a:moveTo>
                    <a:pt x="4905" y="1"/>
                  </a:moveTo>
                  <a:lnTo>
                    <a:pt x="3824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30" y="1854"/>
                  </a:lnTo>
                  <a:lnTo>
                    <a:pt x="773" y="2125"/>
                  </a:lnTo>
                  <a:lnTo>
                    <a:pt x="117" y="2395"/>
                  </a:lnTo>
                  <a:lnTo>
                    <a:pt x="40" y="2472"/>
                  </a:lnTo>
                  <a:lnTo>
                    <a:pt x="1" y="2588"/>
                  </a:lnTo>
                  <a:lnTo>
                    <a:pt x="40" y="2665"/>
                  </a:lnTo>
                  <a:lnTo>
                    <a:pt x="117" y="2781"/>
                  </a:lnTo>
                  <a:lnTo>
                    <a:pt x="387" y="2781"/>
                  </a:lnTo>
                  <a:lnTo>
                    <a:pt x="1082" y="2627"/>
                  </a:lnTo>
                  <a:lnTo>
                    <a:pt x="1739" y="2356"/>
                  </a:lnTo>
                  <a:lnTo>
                    <a:pt x="2356" y="2047"/>
                  </a:lnTo>
                  <a:lnTo>
                    <a:pt x="2974" y="1739"/>
                  </a:lnTo>
                  <a:lnTo>
                    <a:pt x="3553" y="1430"/>
                  </a:lnTo>
                  <a:lnTo>
                    <a:pt x="4094" y="1082"/>
                  </a:lnTo>
                  <a:lnTo>
                    <a:pt x="4596" y="735"/>
                  </a:lnTo>
                  <a:lnTo>
                    <a:pt x="5059" y="310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512275" y="1467825"/>
              <a:ext cx="66650" cy="99450"/>
            </a:xfrm>
            <a:custGeom>
              <a:avLst/>
              <a:gdLst/>
              <a:ahLst/>
              <a:cxnLst/>
              <a:rect l="l" t="t" r="r" b="b"/>
              <a:pathLst>
                <a:path w="2666" h="3978" extrusionOk="0">
                  <a:moveTo>
                    <a:pt x="850" y="1"/>
                  </a:moveTo>
                  <a:lnTo>
                    <a:pt x="464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2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1" y="2704"/>
                  </a:lnTo>
                  <a:lnTo>
                    <a:pt x="39" y="2974"/>
                  </a:lnTo>
                  <a:lnTo>
                    <a:pt x="78" y="3206"/>
                  </a:lnTo>
                  <a:lnTo>
                    <a:pt x="155" y="3399"/>
                  </a:lnTo>
                  <a:lnTo>
                    <a:pt x="271" y="3592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9" y="3939"/>
                  </a:lnTo>
                  <a:lnTo>
                    <a:pt x="1082" y="3978"/>
                  </a:lnTo>
                  <a:lnTo>
                    <a:pt x="1314" y="3939"/>
                  </a:lnTo>
                  <a:lnTo>
                    <a:pt x="1507" y="3823"/>
                  </a:lnTo>
                  <a:lnTo>
                    <a:pt x="1661" y="3708"/>
                  </a:lnTo>
                  <a:lnTo>
                    <a:pt x="1816" y="3514"/>
                  </a:lnTo>
                  <a:lnTo>
                    <a:pt x="1970" y="3321"/>
                  </a:lnTo>
                  <a:lnTo>
                    <a:pt x="2086" y="3090"/>
                  </a:lnTo>
                  <a:lnTo>
                    <a:pt x="2318" y="2549"/>
                  </a:lnTo>
                  <a:lnTo>
                    <a:pt x="2472" y="2009"/>
                  </a:lnTo>
                  <a:lnTo>
                    <a:pt x="2626" y="1507"/>
                  </a:lnTo>
                  <a:lnTo>
                    <a:pt x="2665" y="1043"/>
                  </a:lnTo>
                  <a:lnTo>
                    <a:pt x="2395" y="1043"/>
                  </a:lnTo>
                  <a:lnTo>
                    <a:pt x="2009" y="2009"/>
                  </a:lnTo>
                  <a:lnTo>
                    <a:pt x="1738" y="2665"/>
                  </a:lnTo>
                  <a:lnTo>
                    <a:pt x="1545" y="3051"/>
                  </a:lnTo>
                  <a:lnTo>
                    <a:pt x="1468" y="3206"/>
                  </a:lnTo>
                  <a:lnTo>
                    <a:pt x="1314" y="3283"/>
                  </a:lnTo>
                  <a:lnTo>
                    <a:pt x="1159" y="3283"/>
                  </a:lnTo>
                  <a:lnTo>
                    <a:pt x="966" y="3206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8"/>
                  </a:lnTo>
                  <a:lnTo>
                    <a:pt x="889" y="773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4008850" y="152575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4"/>
                  </a:lnTo>
                  <a:lnTo>
                    <a:pt x="7029" y="1313"/>
                  </a:lnTo>
                  <a:lnTo>
                    <a:pt x="7531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7"/>
                  </a:lnTo>
                  <a:lnTo>
                    <a:pt x="8573" y="3707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1" y="3862"/>
                  </a:lnTo>
                  <a:lnTo>
                    <a:pt x="2433" y="4016"/>
                  </a:lnTo>
                  <a:lnTo>
                    <a:pt x="2318" y="4132"/>
                  </a:lnTo>
                  <a:lnTo>
                    <a:pt x="2124" y="4209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1" y="4248"/>
                  </a:lnTo>
                  <a:lnTo>
                    <a:pt x="734" y="4132"/>
                  </a:lnTo>
                  <a:lnTo>
                    <a:pt x="387" y="4016"/>
                  </a:lnTo>
                  <a:lnTo>
                    <a:pt x="503" y="3514"/>
                  </a:lnTo>
                  <a:lnTo>
                    <a:pt x="657" y="3012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8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7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3" y="5947"/>
                  </a:lnTo>
                  <a:lnTo>
                    <a:pt x="10543" y="5870"/>
                  </a:lnTo>
                  <a:lnTo>
                    <a:pt x="10543" y="5754"/>
                  </a:lnTo>
                  <a:lnTo>
                    <a:pt x="10620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0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9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7" y="3205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8"/>
                  </a:lnTo>
                  <a:lnTo>
                    <a:pt x="1314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3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7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3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8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7" y="6526"/>
                  </a:lnTo>
                  <a:lnTo>
                    <a:pt x="11740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1" y="7916"/>
                  </a:lnTo>
                  <a:lnTo>
                    <a:pt x="12551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7" y="7183"/>
                  </a:lnTo>
                  <a:lnTo>
                    <a:pt x="12744" y="6681"/>
                  </a:lnTo>
                  <a:lnTo>
                    <a:pt x="12435" y="6217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9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4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5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6" y="193"/>
                  </a:lnTo>
                  <a:lnTo>
                    <a:pt x="5291" y="78"/>
                  </a:lnTo>
                  <a:lnTo>
                    <a:pt x="4828" y="39"/>
                  </a:lnTo>
                  <a:lnTo>
                    <a:pt x="44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6763050" y="1538300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8"/>
                  </a:moveTo>
                  <a:lnTo>
                    <a:pt x="1082" y="5986"/>
                  </a:lnTo>
                  <a:lnTo>
                    <a:pt x="1237" y="6024"/>
                  </a:lnTo>
                  <a:lnTo>
                    <a:pt x="1391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7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9" y="6990"/>
                  </a:lnTo>
                  <a:lnTo>
                    <a:pt x="464" y="6835"/>
                  </a:lnTo>
                  <a:lnTo>
                    <a:pt x="426" y="6719"/>
                  </a:lnTo>
                  <a:lnTo>
                    <a:pt x="387" y="6642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6" y="6256"/>
                  </a:lnTo>
                  <a:lnTo>
                    <a:pt x="503" y="6179"/>
                  </a:lnTo>
                  <a:lnTo>
                    <a:pt x="696" y="6024"/>
                  </a:lnTo>
                  <a:lnTo>
                    <a:pt x="889" y="5908"/>
                  </a:lnTo>
                  <a:close/>
                  <a:moveTo>
                    <a:pt x="5909" y="0"/>
                  </a:moveTo>
                  <a:lnTo>
                    <a:pt x="5832" y="39"/>
                  </a:lnTo>
                  <a:lnTo>
                    <a:pt x="5523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7" y="2047"/>
                  </a:lnTo>
                  <a:lnTo>
                    <a:pt x="3438" y="2781"/>
                  </a:lnTo>
                  <a:lnTo>
                    <a:pt x="2279" y="4132"/>
                  </a:lnTo>
                  <a:lnTo>
                    <a:pt x="1739" y="4866"/>
                  </a:lnTo>
                  <a:lnTo>
                    <a:pt x="1198" y="5561"/>
                  </a:lnTo>
                  <a:lnTo>
                    <a:pt x="1043" y="5522"/>
                  </a:lnTo>
                  <a:lnTo>
                    <a:pt x="889" y="5522"/>
                  </a:lnTo>
                  <a:lnTo>
                    <a:pt x="773" y="5561"/>
                  </a:lnTo>
                  <a:lnTo>
                    <a:pt x="619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10" y="5870"/>
                  </a:lnTo>
                  <a:lnTo>
                    <a:pt x="117" y="6063"/>
                  </a:lnTo>
                  <a:lnTo>
                    <a:pt x="1" y="6333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40" y="6797"/>
                  </a:lnTo>
                  <a:lnTo>
                    <a:pt x="117" y="6990"/>
                  </a:lnTo>
                  <a:lnTo>
                    <a:pt x="194" y="7144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4"/>
                  </a:lnTo>
                  <a:lnTo>
                    <a:pt x="1430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6" y="6874"/>
                  </a:lnTo>
                  <a:lnTo>
                    <a:pt x="1854" y="6681"/>
                  </a:lnTo>
                  <a:lnTo>
                    <a:pt x="1893" y="6526"/>
                  </a:lnTo>
                  <a:lnTo>
                    <a:pt x="1854" y="6333"/>
                  </a:lnTo>
                  <a:lnTo>
                    <a:pt x="1816" y="6179"/>
                  </a:lnTo>
                  <a:lnTo>
                    <a:pt x="1739" y="6024"/>
                  </a:lnTo>
                  <a:lnTo>
                    <a:pt x="1661" y="5908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3" y="4403"/>
                  </a:lnTo>
                  <a:lnTo>
                    <a:pt x="3940" y="3012"/>
                  </a:lnTo>
                  <a:lnTo>
                    <a:pt x="4480" y="2395"/>
                  </a:lnTo>
                  <a:lnTo>
                    <a:pt x="5098" y="1699"/>
                  </a:lnTo>
                  <a:lnTo>
                    <a:pt x="5639" y="1043"/>
                  </a:lnTo>
                  <a:lnTo>
                    <a:pt x="5909" y="657"/>
                  </a:lnTo>
                  <a:lnTo>
                    <a:pt x="6102" y="309"/>
                  </a:lnTo>
                  <a:lnTo>
                    <a:pt x="6141" y="193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4040700" y="153927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5" y="7298"/>
                  </a:moveTo>
                  <a:lnTo>
                    <a:pt x="8496" y="7375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1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4"/>
                  </a:lnTo>
                  <a:lnTo>
                    <a:pt x="8110" y="10156"/>
                  </a:lnTo>
                  <a:lnTo>
                    <a:pt x="7840" y="10078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6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7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2" y="8766"/>
                  </a:lnTo>
                  <a:lnTo>
                    <a:pt x="1546" y="8727"/>
                  </a:lnTo>
                  <a:lnTo>
                    <a:pt x="40" y="8688"/>
                  </a:lnTo>
                  <a:lnTo>
                    <a:pt x="1" y="8688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6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6"/>
                  </a:lnTo>
                  <a:lnTo>
                    <a:pt x="6759" y="9847"/>
                  </a:lnTo>
                  <a:lnTo>
                    <a:pt x="6990" y="10078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0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7"/>
                  </a:lnTo>
                  <a:lnTo>
                    <a:pt x="9539" y="10194"/>
                  </a:lnTo>
                  <a:lnTo>
                    <a:pt x="9771" y="9963"/>
                  </a:lnTo>
                  <a:lnTo>
                    <a:pt x="9925" y="9692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7"/>
                  </a:lnTo>
                  <a:lnTo>
                    <a:pt x="6565" y="8186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79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387875" y="1558575"/>
              <a:ext cx="374575" cy="387125"/>
            </a:xfrm>
            <a:custGeom>
              <a:avLst/>
              <a:gdLst/>
              <a:ahLst/>
              <a:cxnLst/>
              <a:rect l="l" t="t" r="r" b="b"/>
              <a:pathLst>
                <a:path w="14983" h="15485" extrusionOk="0">
                  <a:moveTo>
                    <a:pt x="7453" y="502"/>
                  </a:moveTo>
                  <a:lnTo>
                    <a:pt x="8032" y="541"/>
                  </a:lnTo>
                  <a:lnTo>
                    <a:pt x="8573" y="580"/>
                  </a:lnTo>
                  <a:lnTo>
                    <a:pt x="9152" y="695"/>
                  </a:lnTo>
                  <a:lnTo>
                    <a:pt x="9654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0" y="1545"/>
                  </a:lnTo>
                  <a:lnTo>
                    <a:pt x="11585" y="1854"/>
                  </a:lnTo>
                  <a:lnTo>
                    <a:pt x="10812" y="2201"/>
                  </a:lnTo>
                  <a:lnTo>
                    <a:pt x="10040" y="2626"/>
                  </a:lnTo>
                  <a:lnTo>
                    <a:pt x="9306" y="3090"/>
                  </a:lnTo>
                  <a:lnTo>
                    <a:pt x="8611" y="3630"/>
                  </a:lnTo>
                  <a:lnTo>
                    <a:pt x="7916" y="4171"/>
                  </a:lnTo>
                  <a:lnTo>
                    <a:pt x="7299" y="4789"/>
                  </a:lnTo>
                  <a:lnTo>
                    <a:pt x="6681" y="5445"/>
                  </a:lnTo>
                  <a:lnTo>
                    <a:pt x="6140" y="6140"/>
                  </a:lnTo>
                  <a:lnTo>
                    <a:pt x="5638" y="6874"/>
                  </a:lnTo>
                  <a:lnTo>
                    <a:pt x="5175" y="7646"/>
                  </a:lnTo>
                  <a:lnTo>
                    <a:pt x="4789" y="8418"/>
                  </a:lnTo>
                  <a:lnTo>
                    <a:pt x="4441" y="9229"/>
                  </a:lnTo>
                  <a:lnTo>
                    <a:pt x="4171" y="10040"/>
                  </a:lnTo>
                  <a:lnTo>
                    <a:pt x="3939" y="10890"/>
                  </a:lnTo>
                  <a:lnTo>
                    <a:pt x="3823" y="11778"/>
                  </a:lnTo>
                  <a:lnTo>
                    <a:pt x="3746" y="12666"/>
                  </a:lnTo>
                  <a:lnTo>
                    <a:pt x="3553" y="12666"/>
                  </a:lnTo>
                  <a:lnTo>
                    <a:pt x="3283" y="11855"/>
                  </a:lnTo>
                  <a:lnTo>
                    <a:pt x="3051" y="11044"/>
                  </a:lnTo>
                  <a:lnTo>
                    <a:pt x="2819" y="10195"/>
                  </a:lnTo>
                  <a:lnTo>
                    <a:pt x="2665" y="9384"/>
                  </a:lnTo>
                  <a:lnTo>
                    <a:pt x="2588" y="8534"/>
                  </a:lnTo>
                  <a:lnTo>
                    <a:pt x="2549" y="7685"/>
                  </a:lnTo>
                  <a:lnTo>
                    <a:pt x="2588" y="6797"/>
                  </a:lnTo>
                  <a:lnTo>
                    <a:pt x="2665" y="5947"/>
                  </a:lnTo>
                  <a:lnTo>
                    <a:pt x="2858" y="5213"/>
                  </a:lnTo>
                  <a:lnTo>
                    <a:pt x="3051" y="4518"/>
                  </a:lnTo>
                  <a:lnTo>
                    <a:pt x="3321" y="3823"/>
                  </a:lnTo>
                  <a:lnTo>
                    <a:pt x="3630" y="3205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29"/>
                  </a:lnTo>
                  <a:lnTo>
                    <a:pt x="5406" y="888"/>
                  </a:lnTo>
                  <a:lnTo>
                    <a:pt x="5908" y="734"/>
                  </a:lnTo>
                  <a:lnTo>
                    <a:pt x="6410" y="618"/>
                  </a:lnTo>
                  <a:lnTo>
                    <a:pt x="6912" y="541"/>
                  </a:lnTo>
                  <a:lnTo>
                    <a:pt x="7453" y="502"/>
                  </a:lnTo>
                  <a:close/>
                  <a:moveTo>
                    <a:pt x="11932" y="2086"/>
                  </a:moveTo>
                  <a:lnTo>
                    <a:pt x="12318" y="2433"/>
                  </a:lnTo>
                  <a:lnTo>
                    <a:pt x="12666" y="2819"/>
                  </a:lnTo>
                  <a:lnTo>
                    <a:pt x="13014" y="3205"/>
                  </a:lnTo>
                  <a:lnTo>
                    <a:pt x="13322" y="3669"/>
                  </a:lnTo>
                  <a:lnTo>
                    <a:pt x="13593" y="4093"/>
                  </a:lnTo>
                  <a:lnTo>
                    <a:pt x="13824" y="4595"/>
                  </a:lnTo>
                  <a:lnTo>
                    <a:pt x="14018" y="5097"/>
                  </a:lnTo>
                  <a:lnTo>
                    <a:pt x="14211" y="5599"/>
                  </a:lnTo>
                  <a:lnTo>
                    <a:pt x="14326" y="6101"/>
                  </a:lnTo>
                  <a:lnTo>
                    <a:pt x="14404" y="6642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25" y="6951"/>
                  </a:lnTo>
                  <a:lnTo>
                    <a:pt x="11392" y="7144"/>
                  </a:lnTo>
                  <a:lnTo>
                    <a:pt x="10658" y="7414"/>
                  </a:lnTo>
                  <a:lnTo>
                    <a:pt x="9924" y="7723"/>
                  </a:lnTo>
                  <a:lnTo>
                    <a:pt x="9229" y="8032"/>
                  </a:lnTo>
                  <a:lnTo>
                    <a:pt x="8534" y="8418"/>
                  </a:lnTo>
                  <a:lnTo>
                    <a:pt x="7878" y="8843"/>
                  </a:lnTo>
                  <a:lnTo>
                    <a:pt x="7221" y="9306"/>
                  </a:lnTo>
                  <a:lnTo>
                    <a:pt x="6642" y="9808"/>
                  </a:lnTo>
                  <a:lnTo>
                    <a:pt x="6063" y="10349"/>
                  </a:lnTo>
                  <a:lnTo>
                    <a:pt x="5561" y="10890"/>
                  </a:lnTo>
                  <a:lnTo>
                    <a:pt x="5059" y="11508"/>
                  </a:lnTo>
                  <a:lnTo>
                    <a:pt x="4634" y="12125"/>
                  </a:lnTo>
                  <a:lnTo>
                    <a:pt x="4248" y="12820"/>
                  </a:lnTo>
                  <a:lnTo>
                    <a:pt x="4093" y="12743"/>
                  </a:lnTo>
                  <a:lnTo>
                    <a:pt x="3939" y="12666"/>
                  </a:lnTo>
                  <a:lnTo>
                    <a:pt x="4093" y="11816"/>
                  </a:lnTo>
                  <a:lnTo>
                    <a:pt x="4287" y="10928"/>
                  </a:lnTo>
                  <a:lnTo>
                    <a:pt x="4557" y="10117"/>
                  </a:lnTo>
                  <a:lnTo>
                    <a:pt x="4827" y="9306"/>
                  </a:lnTo>
                  <a:lnTo>
                    <a:pt x="5175" y="8496"/>
                  </a:lnTo>
                  <a:lnTo>
                    <a:pt x="5561" y="7723"/>
                  </a:lnTo>
                  <a:lnTo>
                    <a:pt x="6024" y="6990"/>
                  </a:lnTo>
                  <a:lnTo>
                    <a:pt x="6488" y="6295"/>
                  </a:lnTo>
                  <a:lnTo>
                    <a:pt x="7028" y="5599"/>
                  </a:lnTo>
                  <a:lnTo>
                    <a:pt x="7607" y="4982"/>
                  </a:lnTo>
                  <a:lnTo>
                    <a:pt x="8225" y="4402"/>
                  </a:lnTo>
                  <a:lnTo>
                    <a:pt x="8882" y="3823"/>
                  </a:lnTo>
                  <a:lnTo>
                    <a:pt x="9577" y="3321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42" y="6990"/>
                  </a:moveTo>
                  <a:lnTo>
                    <a:pt x="14481" y="7839"/>
                  </a:lnTo>
                  <a:lnTo>
                    <a:pt x="14404" y="8689"/>
                  </a:lnTo>
                  <a:lnTo>
                    <a:pt x="14249" y="9538"/>
                  </a:lnTo>
                  <a:lnTo>
                    <a:pt x="14172" y="9963"/>
                  </a:lnTo>
                  <a:lnTo>
                    <a:pt x="14018" y="10388"/>
                  </a:lnTo>
                  <a:lnTo>
                    <a:pt x="13863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89"/>
                  </a:lnTo>
                  <a:lnTo>
                    <a:pt x="12473" y="12898"/>
                  </a:lnTo>
                  <a:lnTo>
                    <a:pt x="12203" y="13207"/>
                  </a:lnTo>
                  <a:lnTo>
                    <a:pt x="11932" y="13052"/>
                  </a:lnTo>
                  <a:lnTo>
                    <a:pt x="11662" y="12936"/>
                  </a:lnTo>
                  <a:lnTo>
                    <a:pt x="11083" y="12782"/>
                  </a:lnTo>
                  <a:lnTo>
                    <a:pt x="10542" y="12627"/>
                  </a:lnTo>
                  <a:lnTo>
                    <a:pt x="9963" y="12550"/>
                  </a:lnTo>
                  <a:lnTo>
                    <a:pt x="9384" y="12512"/>
                  </a:lnTo>
                  <a:lnTo>
                    <a:pt x="8843" y="12473"/>
                  </a:lnTo>
                  <a:lnTo>
                    <a:pt x="8303" y="12473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6"/>
                  </a:lnTo>
                  <a:lnTo>
                    <a:pt x="6179" y="12782"/>
                  </a:lnTo>
                  <a:lnTo>
                    <a:pt x="5638" y="12975"/>
                  </a:lnTo>
                  <a:lnTo>
                    <a:pt x="5136" y="13129"/>
                  </a:lnTo>
                  <a:lnTo>
                    <a:pt x="4673" y="13361"/>
                  </a:lnTo>
                  <a:lnTo>
                    <a:pt x="4557" y="13129"/>
                  </a:lnTo>
                  <a:lnTo>
                    <a:pt x="4402" y="12936"/>
                  </a:lnTo>
                  <a:lnTo>
                    <a:pt x="4866" y="12318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0" y="10619"/>
                  </a:lnTo>
                  <a:lnTo>
                    <a:pt x="6951" y="10117"/>
                  </a:lnTo>
                  <a:lnTo>
                    <a:pt x="7530" y="9654"/>
                  </a:lnTo>
                  <a:lnTo>
                    <a:pt x="8148" y="9229"/>
                  </a:lnTo>
                  <a:lnTo>
                    <a:pt x="8766" y="8804"/>
                  </a:lnTo>
                  <a:lnTo>
                    <a:pt x="9384" y="8457"/>
                  </a:lnTo>
                  <a:lnTo>
                    <a:pt x="10040" y="8109"/>
                  </a:lnTo>
                  <a:lnTo>
                    <a:pt x="10735" y="7839"/>
                  </a:lnTo>
                  <a:lnTo>
                    <a:pt x="11430" y="7569"/>
                  </a:lnTo>
                  <a:lnTo>
                    <a:pt x="12164" y="7376"/>
                  </a:lnTo>
                  <a:lnTo>
                    <a:pt x="12898" y="7183"/>
                  </a:lnTo>
                  <a:lnTo>
                    <a:pt x="13670" y="7067"/>
                  </a:lnTo>
                  <a:lnTo>
                    <a:pt x="14442" y="6990"/>
                  </a:lnTo>
                  <a:close/>
                  <a:moveTo>
                    <a:pt x="4518" y="1275"/>
                  </a:moveTo>
                  <a:lnTo>
                    <a:pt x="4016" y="1854"/>
                  </a:lnTo>
                  <a:lnTo>
                    <a:pt x="3591" y="2472"/>
                  </a:lnTo>
                  <a:lnTo>
                    <a:pt x="3244" y="3128"/>
                  </a:lnTo>
                  <a:lnTo>
                    <a:pt x="2935" y="3823"/>
                  </a:lnTo>
                  <a:lnTo>
                    <a:pt x="2665" y="4518"/>
                  </a:lnTo>
                  <a:lnTo>
                    <a:pt x="2472" y="5291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3"/>
                  </a:lnTo>
                  <a:lnTo>
                    <a:pt x="2356" y="9886"/>
                  </a:lnTo>
                  <a:lnTo>
                    <a:pt x="2549" y="10619"/>
                  </a:lnTo>
                  <a:lnTo>
                    <a:pt x="2742" y="11353"/>
                  </a:lnTo>
                  <a:lnTo>
                    <a:pt x="3012" y="12087"/>
                  </a:lnTo>
                  <a:lnTo>
                    <a:pt x="3283" y="12782"/>
                  </a:lnTo>
                  <a:lnTo>
                    <a:pt x="3089" y="12898"/>
                  </a:lnTo>
                  <a:lnTo>
                    <a:pt x="2935" y="13052"/>
                  </a:lnTo>
                  <a:lnTo>
                    <a:pt x="2819" y="13245"/>
                  </a:lnTo>
                  <a:lnTo>
                    <a:pt x="2703" y="13438"/>
                  </a:lnTo>
                  <a:lnTo>
                    <a:pt x="2394" y="13014"/>
                  </a:lnTo>
                  <a:lnTo>
                    <a:pt x="2047" y="12550"/>
                  </a:lnTo>
                  <a:lnTo>
                    <a:pt x="1777" y="12087"/>
                  </a:lnTo>
                  <a:lnTo>
                    <a:pt x="1506" y="11623"/>
                  </a:lnTo>
                  <a:lnTo>
                    <a:pt x="1275" y="11121"/>
                  </a:lnTo>
                  <a:lnTo>
                    <a:pt x="1043" y="10619"/>
                  </a:lnTo>
                  <a:lnTo>
                    <a:pt x="850" y="10117"/>
                  </a:lnTo>
                  <a:lnTo>
                    <a:pt x="734" y="9615"/>
                  </a:lnTo>
                  <a:lnTo>
                    <a:pt x="618" y="9113"/>
                  </a:lnTo>
                  <a:lnTo>
                    <a:pt x="541" y="8573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0"/>
                  </a:lnTo>
                  <a:lnTo>
                    <a:pt x="734" y="5870"/>
                  </a:lnTo>
                  <a:lnTo>
                    <a:pt x="927" y="5329"/>
                  </a:lnTo>
                  <a:lnTo>
                    <a:pt x="1197" y="4673"/>
                  </a:lnTo>
                  <a:lnTo>
                    <a:pt x="1506" y="4055"/>
                  </a:lnTo>
                  <a:lnTo>
                    <a:pt x="1892" y="3476"/>
                  </a:lnTo>
                  <a:lnTo>
                    <a:pt x="2356" y="2935"/>
                  </a:lnTo>
                  <a:lnTo>
                    <a:pt x="2819" y="2433"/>
                  </a:lnTo>
                  <a:lnTo>
                    <a:pt x="3360" y="2008"/>
                  </a:lnTo>
                  <a:lnTo>
                    <a:pt x="3900" y="1584"/>
                  </a:lnTo>
                  <a:lnTo>
                    <a:pt x="4518" y="1275"/>
                  </a:lnTo>
                  <a:close/>
                  <a:moveTo>
                    <a:pt x="3823" y="12975"/>
                  </a:moveTo>
                  <a:lnTo>
                    <a:pt x="4016" y="13052"/>
                  </a:lnTo>
                  <a:lnTo>
                    <a:pt x="4132" y="13168"/>
                  </a:lnTo>
                  <a:lnTo>
                    <a:pt x="4248" y="13284"/>
                  </a:lnTo>
                  <a:lnTo>
                    <a:pt x="4325" y="13438"/>
                  </a:lnTo>
                  <a:lnTo>
                    <a:pt x="4364" y="13631"/>
                  </a:lnTo>
                  <a:lnTo>
                    <a:pt x="4325" y="13786"/>
                  </a:lnTo>
                  <a:lnTo>
                    <a:pt x="4287" y="13940"/>
                  </a:lnTo>
                  <a:lnTo>
                    <a:pt x="4209" y="14095"/>
                  </a:lnTo>
                  <a:lnTo>
                    <a:pt x="3746" y="13824"/>
                  </a:lnTo>
                  <a:lnTo>
                    <a:pt x="3321" y="13477"/>
                  </a:lnTo>
                  <a:lnTo>
                    <a:pt x="3244" y="13438"/>
                  </a:lnTo>
                  <a:lnTo>
                    <a:pt x="3128" y="13438"/>
                  </a:lnTo>
                  <a:lnTo>
                    <a:pt x="3051" y="13477"/>
                  </a:lnTo>
                  <a:lnTo>
                    <a:pt x="2974" y="13515"/>
                  </a:lnTo>
                  <a:lnTo>
                    <a:pt x="3051" y="13361"/>
                  </a:lnTo>
                  <a:lnTo>
                    <a:pt x="3167" y="13245"/>
                  </a:lnTo>
                  <a:lnTo>
                    <a:pt x="3321" y="13129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13" y="12859"/>
                  </a:moveTo>
                  <a:lnTo>
                    <a:pt x="9615" y="12898"/>
                  </a:lnTo>
                  <a:lnTo>
                    <a:pt x="10079" y="12975"/>
                  </a:lnTo>
                  <a:lnTo>
                    <a:pt x="10504" y="13014"/>
                  </a:lnTo>
                  <a:lnTo>
                    <a:pt x="11006" y="13129"/>
                  </a:lnTo>
                  <a:lnTo>
                    <a:pt x="11469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7"/>
                  </a:lnTo>
                  <a:lnTo>
                    <a:pt x="10658" y="14249"/>
                  </a:lnTo>
                  <a:lnTo>
                    <a:pt x="10195" y="14442"/>
                  </a:lnTo>
                  <a:lnTo>
                    <a:pt x="9770" y="14635"/>
                  </a:lnTo>
                  <a:lnTo>
                    <a:pt x="9306" y="14751"/>
                  </a:lnTo>
                  <a:lnTo>
                    <a:pt x="8804" y="14867"/>
                  </a:lnTo>
                  <a:lnTo>
                    <a:pt x="8341" y="14944"/>
                  </a:lnTo>
                  <a:lnTo>
                    <a:pt x="7839" y="14983"/>
                  </a:lnTo>
                  <a:lnTo>
                    <a:pt x="7376" y="14983"/>
                  </a:lnTo>
                  <a:lnTo>
                    <a:pt x="6874" y="14944"/>
                  </a:lnTo>
                  <a:lnTo>
                    <a:pt x="6410" y="14867"/>
                  </a:lnTo>
                  <a:lnTo>
                    <a:pt x="5947" y="14790"/>
                  </a:lnTo>
                  <a:lnTo>
                    <a:pt x="5484" y="14674"/>
                  </a:lnTo>
                  <a:lnTo>
                    <a:pt x="5020" y="14481"/>
                  </a:lnTo>
                  <a:lnTo>
                    <a:pt x="4557" y="14288"/>
                  </a:lnTo>
                  <a:lnTo>
                    <a:pt x="4673" y="14017"/>
                  </a:lnTo>
                  <a:lnTo>
                    <a:pt x="4711" y="13747"/>
                  </a:lnTo>
                  <a:lnTo>
                    <a:pt x="4711" y="13593"/>
                  </a:lnTo>
                  <a:lnTo>
                    <a:pt x="5561" y="13322"/>
                  </a:lnTo>
                  <a:lnTo>
                    <a:pt x="6410" y="13091"/>
                  </a:lnTo>
                  <a:lnTo>
                    <a:pt x="7260" y="12936"/>
                  </a:lnTo>
                  <a:lnTo>
                    <a:pt x="8148" y="12859"/>
                  </a:lnTo>
                  <a:close/>
                  <a:moveTo>
                    <a:pt x="7569" y="0"/>
                  </a:moveTo>
                  <a:lnTo>
                    <a:pt x="6990" y="39"/>
                  </a:lnTo>
                  <a:lnTo>
                    <a:pt x="6410" y="116"/>
                  </a:lnTo>
                  <a:lnTo>
                    <a:pt x="5870" y="232"/>
                  </a:lnTo>
                  <a:lnTo>
                    <a:pt x="5291" y="386"/>
                  </a:lnTo>
                  <a:lnTo>
                    <a:pt x="4750" y="580"/>
                  </a:lnTo>
                  <a:lnTo>
                    <a:pt x="4248" y="811"/>
                  </a:lnTo>
                  <a:lnTo>
                    <a:pt x="3746" y="1120"/>
                  </a:lnTo>
                  <a:lnTo>
                    <a:pt x="3283" y="1429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1970" y="2588"/>
                  </a:lnTo>
                  <a:lnTo>
                    <a:pt x="1622" y="3012"/>
                  </a:lnTo>
                  <a:lnTo>
                    <a:pt x="1275" y="3514"/>
                  </a:lnTo>
                  <a:lnTo>
                    <a:pt x="966" y="4016"/>
                  </a:lnTo>
                  <a:lnTo>
                    <a:pt x="657" y="4595"/>
                  </a:lnTo>
                  <a:lnTo>
                    <a:pt x="425" y="5252"/>
                  </a:lnTo>
                  <a:lnTo>
                    <a:pt x="232" y="5908"/>
                  </a:lnTo>
                  <a:lnTo>
                    <a:pt x="116" y="6565"/>
                  </a:lnTo>
                  <a:lnTo>
                    <a:pt x="0" y="7221"/>
                  </a:lnTo>
                  <a:lnTo>
                    <a:pt x="0" y="7916"/>
                  </a:lnTo>
                  <a:lnTo>
                    <a:pt x="39" y="8611"/>
                  </a:lnTo>
                  <a:lnTo>
                    <a:pt x="116" y="9268"/>
                  </a:lnTo>
                  <a:lnTo>
                    <a:pt x="232" y="9924"/>
                  </a:lnTo>
                  <a:lnTo>
                    <a:pt x="425" y="10581"/>
                  </a:lnTo>
                  <a:lnTo>
                    <a:pt x="695" y="11237"/>
                  </a:lnTo>
                  <a:lnTo>
                    <a:pt x="966" y="11855"/>
                  </a:lnTo>
                  <a:lnTo>
                    <a:pt x="1313" y="12396"/>
                  </a:lnTo>
                  <a:lnTo>
                    <a:pt x="1738" y="12975"/>
                  </a:lnTo>
                  <a:lnTo>
                    <a:pt x="2201" y="13477"/>
                  </a:lnTo>
                  <a:lnTo>
                    <a:pt x="2703" y="13902"/>
                  </a:lnTo>
                  <a:lnTo>
                    <a:pt x="2742" y="13940"/>
                  </a:lnTo>
                  <a:lnTo>
                    <a:pt x="2819" y="13940"/>
                  </a:lnTo>
                  <a:lnTo>
                    <a:pt x="2896" y="13902"/>
                  </a:lnTo>
                  <a:lnTo>
                    <a:pt x="3167" y="14133"/>
                  </a:lnTo>
                  <a:lnTo>
                    <a:pt x="3437" y="14326"/>
                  </a:lnTo>
                  <a:lnTo>
                    <a:pt x="3785" y="14519"/>
                  </a:lnTo>
                  <a:lnTo>
                    <a:pt x="4093" y="14597"/>
                  </a:lnTo>
                  <a:lnTo>
                    <a:pt x="4518" y="14828"/>
                  </a:lnTo>
                  <a:lnTo>
                    <a:pt x="4943" y="14983"/>
                  </a:lnTo>
                  <a:lnTo>
                    <a:pt x="5406" y="15137"/>
                  </a:lnTo>
                  <a:lnTo>
                    <a:pt x="5870" y="15292"/>
                  </a:lnTo>
                  <a:lnTo>
                    <a:pt x="6333" y="15369"/>
                  </a:lnTo>
                  <a:lnTo>
                    <a:pt x="6797" y="15446"/>
                  </a:lnTo>
                  <a:lnTo>
                    <a:pt x="7260" y="15485"/>
                  </a:lnTo>
                  <a:lnTo>
                    <a:pt x="7723" y="15485"/>
                  </a:lnTo>
                  <a:lnTo>
                    <a:pt x="8225" y="15446"/>
                  </a:lnTo>
                  <a:lnTo>
                    <a:pt x="8689" y="15408"/>
                  </a:lnTo>
                  <a:lnTo>
                    <a:pt x="9152" y="15330"/>
                  </a:lnTo>
                  <a:lnTo>
                    <a:pt x="9615" y="15215"/>
                  </a:lnTo>
                  <a:lnTo>
                    <a:pt x="10079" y="15060"/>
                  </a:lnTo>
                  <a:lnTo>
                    <a:pt x="10504" y="14906"/>
                  </a:lnTo>
                  <a:lnTo>
                    <a:pt x="10928" y="14674"/>
                  </a:lnTo>
                  <a:lnTo>
                    <a:pt x="11353" y="14442"/>
                  </a:lnTo>
                  <a:lnTo>
                    <a:pt x="11855" y="14133"/>
                  </a:lnTo>
                  <a:lnTo>
                    <a:pt x="12318" y="13786"/>
                  </a:lnTo>
                  <a:lnTo>
                    <a:pt x="12705" y="13400"/>
                  </a:lnTo>
                  <a:lnTo>
                    <a:pt x="13091" y="12975"/>
                  </a:lnTo>
                  <a:lnTo>
                    <a:pt x="13438" y="12550"/>
                  </a:lnTo>
                  <a:lnTo>
                    <a:pt x="13747" y="12048"/>
                  </a:lnTo>
                  <a:lnTo>
                    <a:pt x="14056" y="11585"/>
                  </a:lnTo>
                  <a:lnTo>
                    <a:pt x="14288" y="11044"/>
                  </a:lnTo>
                  <a:lnTo>
                    <a:pt x="14481" y="10542"/>
                  </a:lnTo>
                  <a:lnTo>
                    <a:pt x="14674" y="10002"/>
                  </a:lnTo>
                  <a:lnTo>
                    <a:pt x="14790" y="9422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3"/>
                  </a:lnTo>
                  <a:lnTo>
                    <a:pt x="14983" y="7144"/>
                  </a:lnTo>
                  <a:lnTo>
                    <a:pt x="14906" y="6603"/>
                  </a:lnTo>
                  <a:lnTo>
                    <a:pt x="14828" y="5986"/>
                  </a:lnTo>
                  <a:lnTo>
                    <a:pt x="14674" y="5406"/>
                  </a:lnTo>
                  <a:lnTo>
                    <a:pt x="14481" y="4827"/>
                  </a:lnTo>
                  <a:lnTo>
                    <a:pt x="14249" y="4287"/>
                  </a:lnTo>
                  <a:lnTo>
                    <a:pt x="13979" y="3746"/>
                  </a:lnTo>
                  <a:lnTo>
                    <a:pt x="13631" y="3244"/>
                  </a:lnTo>
                  <a:lnTo>
                    <a:pt x="13284" y="2742"/>
                  </a:lnTo>
                  <a:lnTo>
                    <a:pt x="12898" y="2317"/>
                  </a:lnTo>
                  <a:lnTo>
                    <a:pt x="12512" y="1892"/>
                  </a:lnTo>
                  <a:lnTo>
                    <a:pt x="12048" y="1506"/>
                  </a:lnTo>
                  <a:lnTo>
                    <a:pt x="11546" y="1197"/>
                  </a:lnTo>
                  <a:lnTo>
                    <a:pt x="11044" y="888"/>
                  </a:lnTo>
                  <a:lnTo>
                    <a:pt x="10504" y="618"/>
                  </a:lnTo>
                  <a:lnTo>
                    <a:pt x="9963" y="386"/>
                  </a:lnTo>
                  <a:lnTo>
                    <a:pt x="9345" y="232"/>
                  </a:lnTo>
                  <a:lnTo>
                    <a:pt x="8766" y="116"/>
                  </a:lnTo>
                  <a:lnTo>
                    <a:pt x="8148" y="39"/>
                  </a:lnTo>
                  <a:lnTo>
                    <a:pt x="756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6509175" y="1566300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8" y="5870"/>
                  </a:lnTo>
                  <a:lnTo>
                    <a:pt x="7491" y="6024"/>
                  </a:lnTo>
                  <a:lnTo>
                    <a:pt x="7530" y="6140"/>
                  </a:lnTo>
                  <a:lnTo>
                    <a:pt x="7569" y="6256"/>
                  </a:lnTo>
                  <a:lnTo>
                    <a:pt x="7607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1" y="6681"/>
                  </a:lnTo>
                  <a:lnTo>
                    <a:pt x="7337" y="6796"/>
                  </a:lnTo>
                  <a:lnTo>
                    <a:pt x="7105" y="6912"/>
                  </a:lnTo>
                  <a:lnTo>
                    <a:pt x="6912" y="6912"/>
                  </a:lnTo>
                  <a:lnTo>
                    <a:pt x="6719" y="6835"/>
                  </a:lnTo>
                  <a:lnTo>
                    <a:pt x="6565" y="6681"/>
                  </a:lnTo>
                  <a:lnTo>
                    <a:pt x="6487" y="6488"/>
                  </a:lnTo>
                  <a:lnTo>
                    <a:pt x="6487" y="6294"/>
                  </a:lnTo>
                  <a:lnTo>
                    <a:pt x="6526" y="6101"/>
                  </a:lnTo>
                  <a:lnTo>
                    <a:pt x="6642" y="5908"/>
                  </a:lnTo>
                  <a:lnTo>
                    <a:pt x="6796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7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0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1" y="1120"/>
                  </a:lnTo>
                  <a:lnTo>
                    <a:pt x="1622" y="1777"/>
                  </a:lnTo>
                  <a:lnTo>
                    <a:pt x="3398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0" y="5599"/>
                  </a:lnTo>
                  <a:lnTo>
                    <a:pt x="6294" y="5677"/>
                  </a:lnTo>
                  <a:lnTo>
                    <a:pt x="6217" y="5792"/>
                  </a:lnTo>
                  <a:lnTo>
                    <a:pt x="6101" y="6101"/>
                  </a:lnTo>
                  <a:lnTo>
                    <a:pt x="6063" y="6410"/>
                  </a:lnTo>
                  <a:lnTo>
                    <a:pt x="6101" y="6681"/>
                  </a:lnTo>
                  <a:lnTo>
                    <a:pt x="6179" y="6835"/>
                  </a:lnTo>
                  <a:lnTo>
                    <a:pt x="6294" y="6990"/>
                  </a:lnTo>
                  <a:lnTo>
                    <a:pt x="6410" y="7144"/>
                  </a:lnTo>
                  <a:lnTo>
                    <a:pt x="6565" y="7221"/>
                  </a:lnTo>
                  <a:lnTo>
                    <a:pt x="6719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7" y="7144"/>
                  </a:lnTo>
                  <a:lnTo>
                    <a:pt x="7723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3" y="6565"/>
                  </a:lnTo>
                  <a:lnTo>
                    <a:pt x="8032" y="6410"/>
                  </a:lnTo>
                  <a:lnTo>
                    <a:pt x="8032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3" y="5715"/>
                  </a:lnTo>
                  <a:lnTo>
                    <a:pt x="7569" y="5599"/>
                  </a:lnTo>
                  <a:lnTo>
                    <a:pt x="7414" y="5522"/>
                  </a:lnTo>
                  <a:lnTo>
                    <a:pt x="7221" y="5445"/>
                  </a:lnTo>
                  <a:lnTo>
                    <a:pt x="7028" y="5445"/>
                  </a:lnTo>
                  <a:lnTo>
                    <a:pt x="6835" y="5484"/>
                  </a:lnTo>
                  <a:lnTo>
                    <a:pt x="6024" y="4711"/>
                  </a:lnTo>
                  <a:lnTo>
                    <a:pt x="5213" y="4016"/>
                  </a:lnTo>
                  <a:lnTo>
                    <a:pt x="3514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09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2672775" y="1574975"/>
              <a:ext cx="84975" cy="94650"/>
            </a:xfrm>
            <a:custGeom>
              <a:avLst/>
              <a:gdLst/>
              <a:ahLst/>
              <a:cxnLst/>
              <a:rect l="l" t="t" r="r" b="b"/>
              <a:pathLst>
                <a:path w="3399" h="3786" extrusionOk="0">
                  <a:moveTo>
                    <a:pt x="78" y="1"/>
                  </a:moveTo>
                  <a:lnTo>
                    <a:pt x="1" y="78"/>
                  </a:lnTo>
                  <a:lnTo>
                    <a:pt x="1" y="117"/>
                  </a:lnTo>
                  <a:lnTo>
                    <a:pt x="348" y="889"/>
                  </a:lnTo>
                  <a:lnTo>
                    <a:pt x="812" y="1661"/>
                  </a:lnTo>
                  <a:lnTo>
                    <a:pt x="1275" y="2395"/>
                  </a:lnTo>
                  <a:lnTo>
                    <a:pt x="1738" y="3090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5"/>
                  </a:lnTo>
                  <a:lnTo>
                    <a:pt x="3013" y="3708"/>
                  </a:lnTo>
                  <a:lnTo>
                    <a:pt x="3206" y="3592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90"/>
                  </a:lnTo>
                  <a:lnTo>
                    <a:pt x="3399" y="2897"/>
                  </a:lnTo>
                  <a:lnTo>
                    <a:pt x="3360" y="2704"/>
                  </a:lnTo>
                  <a:lnTo>
                    <a:pt x="3283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90" y="2742"/>
                  </a:lnTo>
                  <a:lnTo>
                    <a:pt x="3128" y="2858"/>
                  </a:lnTo>
                  <a:lnTo>
                    <a:pt x="2897" y="3013"/>
                  </a:lnTo>
                  <a:lnTo>
                    <a:pt x="2665" y="3129"/>
                  </a:lnTo>
                  <a:lnTo>
                    <a:pt x="2511" y="3206"/>
                  </a:lnTo>
                  <a:lnTo>
                    <a:pt x="2318" y="3206"/>
                  </a:lnTo>
                  <a:lnTo>
                    <a:pt x="2202" y="3167"/>
                  </a:lnTo>
                  <a:lnTo>
                    <a:pt x="2047" y="3090"/>
                  </a:lnTo>
                  <a:lnTo>
                    <a:pt x="1931" y="2936"/>
                  </a:lnTo>
                  <a:lnTo>
                    <a:pt x="1854" y="2742"/>
                  </a:lnTo>
                  <a:lnTo>
                    <a:pt x="1700" y="2511"/>
                  </a:lnTo>
                  <a:lnTo>
                    <a:pt x="1082" y="1507"/>
                  </a:lnTo>
                  <a:lnTo>
                    <a:pt x="619" y="773"/>
                  </a:lnTo>
                  <a:lnTo>
                    <a:pt x="387" y="387"/>
                  </a:lnTo>
                  <a:lnTo>
                    <a:pt x="117" y="39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4909550" y="158077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8" y="5909"/>
                  </a:moveTo>
                  <a:lnTo>
                    <a:pt x="1082" y="5986"/>
                  </a:lnTo>
                  <a:lnTo>
                    <a:pt x="1236" y="6024"/>
                  </a:lnTo>
                  <a:lnTo>
                    <a:pt x="1390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7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8"/>
                  </a:lnTo>
                  <a:lnTo>
                    <a:pt x="386" y="6372"/>
                  </a:lnTo>
                  <a:lnTo>
                    <a:pt x="425" y="6256"/>
                  </a:lnTo>
                  <a:lnTo>
                    <a:pt x="502" y="6179"/>
                  </a:lnTo>
                  <a:lnTo>
                    <a:pt x="695" y="6024"/>
                  </a:lnTo>
                  <a:lnTo>
                    <a:pt x="888" y="5909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6" y="2047"/>
                  </a:lnTo>
                  <a:lnTo>
                    <a:pt x="3437" y="2781"/>
                  </a:lnTo>
                  <a:lnTo>
                    <a:pt x="2279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8"/>
                  </a:lnTo>
                  <a:lnTo>
                    <a:pt x="0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6"/>
                  </a:lnTo>
                  <a:lnTo>
                    <a:pt x="695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699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9"/>
                  </a:lnTo>
                  <a:lnTo>
                    <a:pt x="1738" y="6024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2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4655650" y="16087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4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7" y="6796"/>
                  </a:lnTo>
                  <a:lnTo>
                    <a:pt x="7106" y="6912"/>
                  </a:lnTo>
                  <a:lnTo>
                    <a:pt x="6913" y="6912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1"/>
                  </a:lnTo>
                  <a:lnTo>
                    <a:pt x="6642" y="5908"/>
                  </a:lnTo>
                  <a:lnTo>
                    <a:pt x="6797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2" y="1120"/>
                  </a:lnTo>
                  <a:lnTo>
                    <a:pt x="1622" y="1777"/>
                  </a:lnTo>
                  <a:lnTo>
                    <a:pt x="3399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1" y="5599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1"/>
                  </a:lnTo>
                  <a:lnTo>
                    <a:pt x="6063" y="6410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1"/>
                  </a:lnTo>
                  <a:lnTo>
                    <a:pt x="6720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8" y="7144"/>
                  </a:lnTo>
                  <a:lnTo>
                    <a:pt x="7724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3" y="6410"/>
                  </a:lnTo>
                  <a:lnTo>
                    <a:pt x="8033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4" y="5715"/>
                  </a:lnTo>
                  <a:lnTo>
                    <a:pt x="7569" y="5599"/>
                  </a:lnTo>
                  <a:lnTo>
                    <a:pt x="7415" y="5522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5" y="5484"/>
                  </a:lnTo>
                  <a:lnTo>
                    <a:pt x="6025" y="4711"/>
                  </a:lnTo>
                  <a:lnTo>
                    <a:pt x="5214" y="4016"/>
                  </a:lnTo>
                  <a:lnTo>
                    <a:pt x="3515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10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81625" y="1619400"/>
              <a:ext cx="153500" cy="186325"/>
            </a:xfrm>
            <a:custGeom>
              <a:avLst/>
              <a:gdLst/>
              <a:ahLst/>
              <a:cxnLst/>
              <a:rect l="l" t="t" r="r" b="b"/>
              <a:pathLst>
                <a:path w="6140" h="7453" extrusionOk="0">
                  <a:moveTo>
                    <a:pt x="888" y="5908"/>
                  </a:moveTo>
                  <a:lnTo>
                    <a:pt x="1081" y="5985"/>
                  </a:lnTo>
                  <a:lnTo>
                    <a:pt x="1236" y="6024"/>
                  </a:lnTo>
                  <a:lnTo>
                    <a:pt x="1390" y="6178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6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89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7"/>
                  </a:lnTo>
                  <a:lnTo>
                    <a:pt x="386" y="6371"/>
                  </a:lnTo>
                  <a:lnTo>
                    <a:pt x="425" y="6256"/>
                  </a:lnTo>
                  <a:lnTo>
                    <a:pt x="502" y="6178"/>
                  </a:lnTo>
                  <a:lnTo>
                    <a:pt x="695" y="6024"/>
                  </a:lnTo>
                  <a:lnTo>
                    <a:pt x="888" y="5908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5" y="1313"/>
                  </a:lnTo>
                  <a:lnTo>
                    <a:pt x="4016" y="2047"/>
                  </a:lnTo>
                  <a:lnTo>
                    <a:pt x="3437" y="2780"/>
                  </a:lnTo>
                  <a:lnTo>
                    <a:pt x="2278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2" y="5561"/>
                  </a:lnTo>
                  <a:lnTo>
                    <a:pt x="618" y="5599"/>
                  </a:lnTo>
                  <a:lnTo>
                    <a:pt x="541" y="5676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7"/>
                  </a:lnTo>
                  <a:lnTo>
                    <a:pt x="0" y="6603"/>
                  </a:lnTo>
                  <a:lnTo>
                    <a:pt x="39" y="6796"/>
                  </a:lnTo>
                  <a:lnTo>
                    <a:pt x="116" y="6989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5"/>
                  </a:lnTo>
                  <a:lnTo>
                    <a:pt x="695" y="7453"/>
                  </a:lnTo>
                  <a:lnTo>
                    <a:pt x="1081" y="7453"/>
                  </a:lnTo>
                  <a:lnTo>
                    <a:pt x="1274" y="7414"/>
                  </a:lnTo>
                  <a:lnTo>
                    <a:pt x="1429" y="7298"/>
                  </a:lnTo>
                  <a:lnTo>
                    <a:pt x="1583" y="7182"/>
                  </a:lnTo>
                  <a:lnTo>
                    <a:pt x="1699" y="7067"/>
                  </a:lnTo>
                  <a:lnTo>
                    <a:pt x="1815" y="6873"/>
                  </a:lnTo>
                  <a:lnTo>
                    <a:pt x="1854" y="6680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8"/>
                  </a:lnTo>
                  <a:lnTo>
                    <a:pt x="1738" y="6024"/>
                  </a:lnTo>
                  <a:lnTo>
                    <a:pt x="1661" y="5908"/>
                  </a:lnTo>
                  <a:lnTo>
                    <a:pt x="1545" y="5792"/>
                  </a:lnTo>
                  <a:lnTo>
                    <a:pt x="2163" y="5097"/>
                  </a:lnTo>
                  <a:lnTo>
                    <a:pt x="2742" y="4402"/>
                  </a:lnTo>
                  <a:lnTo>
                    <a:pt x="3939" y="3012"/>
                  </a:lnTo>
                  <a:lnTo>
                    <a:pt x="4479" y="2394"/>
                  </a:lnTo>
                  <a:lnTo>
                    <a:pt x="5097" y="1699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3"/>
                  </a:lnTo>
                  <a:lnTo>
                    <a:pt x="6063" y="77"/>
                  </a:lnTo>
                  <a:lnTo>
                    <a:pt x="598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1926550" y="1629050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3"/>
                  </a:lnTo>
                  <a:lnTo>
                    <a:pt x="2008" y="966"/>
                  </a:lnTo>
                  <a:lnTo>
                    <a:pt x="2124" y="1120"/>
                  </a:lnTo>
                  <a:lnTo>
                    <a:pt x="2201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1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5" y="502"/>
                  </a:lnTo>
                  <a:lnTo>
                    <a:pt x="811" y="464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3" y="425"/>
                  </a:lnTo>
                  <a:lnTo>
                    <a:pt x="78" y="618"/>
                  </a:lnTo>
                  <a:lnTo>
                    <a:pt x="0" y="811"/>
                  </a:lnTo>
                  <a:lnTo>
                    <a:pt x="0" y="1004"/>
                  </a:lnTo>
                  <a:lnTo>
                    <a:pt x="0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7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1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4"/>
                  </a:lnTo>
                  <a:lnTo>
                    <a:pt x="2626" y="2896"/>
                  </a:lnTo>
                  <a:lnTo>
                    <a:pt x="2703" y="2317"/>
                  </a:lnTo>
                  <a:lnTo>
                    <a:pt x="2703" y="2008"/>
                  </a:lnTo>
                  <a:lnTo>
                    <a:pt x="2703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699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3904600" y="163580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0" y="194"/>
                  </a:lnTo>
                  <a:lnTo>
                    <a:pt x="2240" y="309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7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527725" y="16473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0" y="6141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2" y="6681"/>
                  </a:lnTo>
                  <a:lnTo>
                    <a:pt x="7337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19" y="6836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6" y="6102"/>
                  </a:lnTo>
                  <a:lnTo>
                    <a:pt x="6642" y="5909"/>
                  </a:lnTo>
                  <a:lnTo>
                    <a:pt x="6797" y="5754"/>
                  </a:lnTo>
                  <a:close/>
                  <a:moveTo>
                    <a:pt x="232" y="1"/>
                  </a:moveTo>
                  <a:lnTo>
                    <a:pt x="155" y="40"/>
                  </a:lnTo>
                  <a:lnTo>
                    <a:pt x="78" y="40"/>
                  </a:lnTo>
                  <a:lnTo>
                    <a:pt x="39" y="117"/>
                  </a:lnTo>
                  <a:lnTo>
                    <a:pt x="0" y="233"/>
                  </a:lnTo>
                  <a:lnTo>
                    <a:pt x="0" y="310"/>
                  </a:lnTo>
                  <a:lnTo>
                    <a:pt x="39" y="387"/>
                  </a:lnTo>
                  <a:lnTo>
                    <a:pt x="425" y="773"/>
                  </a:lnTo>
                  <a:lnTo>
                    <a:pt x="811" y="1121"/>
                  </a:lnTo>
                  <a:lnTo>
                    <a:pt x="1622" y="1777"/>
                  </a:lnTo>
                  <a:lnTo>
                    <a:pt x="3399" y="3206"/>
                  </a:lnTo>
                  <a:lnTo>
                    <a:pt x="4866" y="4442"/>
                  </a:lnTo>
                  <a:lnTo>
                    <a:pt x="5638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7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6"/>
                  </a:lnTo>
                  <a:lnTo>
                    <a:pt x="6295" y="6990"/>
                  </a:lnTo>
                  <a:lnTo>
                    <a:pt x="6411" y="7145"/>
                  </a:lnTo>
                  <a:lnTo>
                    <a:pt x="6565" y="7222"/>
                  </a:lnTo>
                  <a:lnTo>
                    <a:pt x="6719" y="7299"/>
                  </a:lnTo>
                  <a:lnTo>
                    <a:pt x="6874" y="7338"/>
                  </a:lnTo>
                  <a:lnTo>
                    <a:pt x="7067" y="7338"/>
                  </a:lnTo>
                  <a:lnTo>
                    <a:pt x="7260" y="7299"/>
                  </a:lnTo>
                  <a:lnTo>
                    <a:pt x="7453" y="7260"/>
                  </a:lnTo>
                  <a:lnTo>
                    <a:pt x="7608" y="7145"/>
                  </a:lnTo>
                  <a:lnTo>
                    <a:pt x="7723" y="7029"/>
                  </a:lnTo>
                  <a:lnTo>
                    <a:pt x="7839" y="6913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2" y="6411"/>
                  </a:lnTo>
                  <a:lnTo>
                    <a:pt x="8032" y="6218"/>
                  </a:lnTo>
                  <a:lnTo>
                    <a:pt x="7955" y="6025"/>
                  </a:lnTo>
                  <a:lnTo>
                    <a:pt x="7839" y="5870"/>
                  </a:lnTo>
                  <a:lnTo>
                    <a:pt x="7723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1" y="5446"/>
                  </a:lnTo>
                  <a:lnTo>
                    <a:pt x="7028" y="5446"/>
                  </a:lnTo>
                  <a:lnTo>
                    <a:pt x="6835" y="5484"/>
                  </a:lnTo>
                  <a:lnTo>
                    <a:pt x="6024" y="4712"/>
                  </a:lnTo>
                  <a:lnTo>
                    <a:pt x="5213" y="4017"/>
                  </a:lnTo>
                  <a:lnTo>
                    <a:pt x="3514" y="2627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9"/>
                  </a:lnTo>
                  <a:lnTo>
                    <a:pt x="734" y="310"/>
                  </a:lnTo>
                  <a:lnTo>
                    <a:pt x="309" y="40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5813125" y="1664750"/>
              <a:ext cx="61825" cy="89825"/>
            </a:xfrm>
            <a:custGeom>
              <a:avLst/>
              <a:gdLst/>
              <a:ahLst/>
              <a:cxnLst/>
              <a:rect l="l" t="t" r="r" b="b"/>
              <a:pathLst>
                <a:path w="2473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5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2"/>
                  </a:lnTo>
                  <a:lnTo>
                    <a:pt x="1932" y="2163"/>
                  </a:lnTo>
                  <a:lnTo>
                    <a:pt x="1932" y="2434"/>
                  </a:lnTo>
                  <a:lnTo>
                    <a:pt x="1816" y="2743"/>
                  </a:lnTo>
                  <a:lnTo>
                    <a:pt x="1739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8" y="3013"/>
                  </a:lnTo>
                  <a:lnTo>
                    <a:pt x="850" y="2897"/>
                  </a:lnTo>
                  <a:lnTo>
                    <a:pt x="812" y="2743"/>
                  </a:lnTo>
                  <a:lnTo>
                    <a:pt x="850" y="2588"/>
                  </a:lnTo>
                  <a:lnTo>
                    <a:pt x="928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1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6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6" y="2356"/>
                  </a:lnTo>
                  <a:lnTo>
                    <a:pt x="348" y="2627"/>
                  </a:lnTo>
                  <a:lnTo>
                    <a:pt x="310" y="2897"/>
                  </a:lnTo>
                  <a:lnTo>
                    <a:pt x="348" y="3052"/>
                  </a:lnTo>
                  <a:lnTo>
                    <a:pt x="426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1"/>
                  </a:lnTo>
                  <a:lnTo>
                    <a:pt x="2434" y="2009"/>
                  </a:lnTo>
                  <a:lnTo>
                    <a:pt x="2395" y="1816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4153650" y="167055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2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40" y="232"/>
                  </a:lnTo>
                  <a:lnTo>
                    <a:pt x="1" y="271"/>
                  </a:lnTo>
                  <a:lnTo>
                    <a:pt x="40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4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4055200" y="1676350"/>
              <a:ext cx="21250" cy="8700"/>
            </a:xfrm>
            <a:custGeom>
              <a:avLst/>
              <a:gdLst/>
              <a:ahLst/>
              <a:cxnLst/>
              <a:rect l="l" t="t" r="r" b="b"/>
              <a:pathLst>
                <a:path w="850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5417325" y="16889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232"/>
                  </a:lnTo>
                  <a:lnTo>
                    <a:pt x="503" y="966"/>
                  </a:lnTo>
                  <a:lnTo>
                    <a:pt x="1043" y="1622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3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6" y="3862"/>
                  </a:lnTo>
                  <a:lnTo>
                    <a:pt x="12242" y="3591"/>
                  </a:lnTo>
                  <a:lnTo>
                    <a:pt x="12319" y="3553"/>
                  </a:lnTo>
                  <a:lnTo>
                    <a:pt x="12435" y="3205"/>
                  </a:lnTo>
                  <a:lnTo>
                    <a:pt x="12358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3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3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5725275" y="169565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5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4" y="1931"/>
                  </a:lnTo>
                  <a:lnTo>
                    <a:pt x="1082" y="2009"/>
                  </a:lnTo>
                  <a:lnTo>
                    <a:pt x="1121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30" y="2704"/>
                  </a:lnTo>
                  <a:lnTo>
                    <a:pt x="1623" y="2820"/>
                  </a:lnTo>
                  <a:lnTo>
                    <a:pt x="1816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5" y="3630"/>
                  </a:lnTo>
                  <a:lnTo>
                    <a:pt x="2125" y="3901"/>
                  </a:lnTo>
                  <a:lnTo>
                    <a:pt x="2086" y="4094"/>
                  </a:lnTo>
                  <a:lnTo>
                    <a:pt x="2009" y="4325"/>
                  </a:lnTo>
                  <a:lnTo>
                    <a:pt x="1893" y="4519"/>
                  </a:lnTo>
                  <a:lnTo>
                    <a:pt x="1739" y="4712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5" y="4287"/>
                  </a:lnTo>
                  <a:lnTo>
                    <a:pt x="812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1" y="4094"/>
                  </a:lnTo>
                  <a:lnTo>
                    <a:pt x="1237" y="4017"/>
                  </a:lnTo>
                  <a:lnTo>
                    <a:pt x="1314" y="3901"/>
                  </a:lnTo>
                  <a:lnTo>
                    <a:pt x="1314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10" y="4094"/>
                  </a:lnTo>
                  <a:lnTo>
                    <a:pt x="233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2"/>
                  </a:lnTo>
                  <a:lnTo>
                    <a:pt x="1739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3" y="1970"/>
                  </a:lnTo>
                  <a:lnTo>
                    <a:pt x="1932" y="1816"/>
                  </a:lnTo>
                  <a:lnTo>
                    <a:pt x="2241" y="1622"/>
                  </a:lnTo>
                  <a:lnTo>
                    <a:pt x="2549" y="1391"/>
                  </a:lnTo>
                  <a:lnTo>
                    <a:pt x="2820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1994125" y="1698550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6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4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4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3947075" y="171690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3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8" y="579"/>
                  </a:lnTo>
                  <a:lnTo>
                    <a:pt x="425" y="772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2585900" y="1732325"/>
              <a:ext cx="305075" cy="236550"/>
            </a:xfrm>
            <a:custGeom>
              <a:avLst/>
              <a:gdLst/>
              <a:ahLst/>
              <a:cxnLst/>
              <a:rect l="l" t="t" r="r" b="b"/>
              <a:pathLst>
                <a:path w="12203" h="9462" extrusionOk="0">
                  <a:moveTo>
                    <a:pt x="5329" y="349"/>
                  </a:moveTo>
                  <a:lnTo>
                    <a:pt x="5522" y="426"/>
                  </a:lnTo>
                  <a:lnTo>
                    <a:pt x="5600" y="426"/>
                  </a:lnTo>
                  <a:lnTo>
                    <a:pt x="5831" y="657"/>
                  </a:lnTo>
                  <a:lnTo>
                    <a:pt x="5986" y="889"/>
                  </a:lnTo>
                  <a:lnTo>
                    <a:pt x="6063" y="1198"/>
                  </a:lnTo>
                  <a:lnTo>
                    <a:pt x="6102" y="1468"/>
                  </a:lnTo>
                  <a:lnTo>
                    <a:pt x="6140" y="1777"/>
                  </a:lnTo>
                  <a:lnTo>
                    <a:pt x="6102" y="2086"/>
                  </a:lnTo>
                  <a:lnTo>
                    <a:pt x="6024" y="2704"/>
                  </a:lnTo>
                  <a:lnTo>
                    <a:pt x="5715" y="4866"/>
                  </a:lnTo>
                  <a:lnTo>
                    <a:pt x="5715" y="4905"/>
                  </a:lnTo>
                  <a:lnTo>
                    <a:pt x="5561" y="4982"/>
                  </a:lnTo>
                  <a:lnTo>
                    <a:pt x="5291" y="4017"/>
                  </a:lnTo>
                  <a:lnTo>
                    <a:pt x="5020" y="3090"/>
                  </a:lnTo>
                  <a:lnTo>
                    <a:pt x="4750" y="1970"/>
                  </a:lnTo>
                  <a:lnTo>
                    <a:pt x="4673" y="1468"/>
                  </a:lnTo>
                  <a:lnTo>
                    <a:pt x="4673" y="1159"/>
                  </a:lnTo>
                  <a:lnTo>
                    <a:pt x="4673" y="851"/>
                  </a:lnTo>
                  <a:lnTo>
                    <a:pt x="4750" y="619"/>
                  </a:lnTo>
                  <a:lnTo>
                    <a:pt x="4827" y="503"/>
                  </a:lnTo>
                  <a:lnTo>
                    <a:pt x="4904" y="426"/>
                  </a:lnTo>
                  <a:lnTo>
                    <a:pt x="5020" y="349"/>
                  </a:lnTo>
                  <a:close/>
                  <a:moveTo>
                    <a:pt x="11199" y="3515"/>
                  </a:moveTo>
                  <a:lnTo>
                    <a:pt x="11315" y="3554"/>
                  </a:lnTo>
                  <a:lnTo>
                    <a:pt x="11392" y="3592"/>
                  </a:lnTo>
                  <a:lnTo>
                    <a:pt x="11508" y="3708"/>
                  </a:lnTo>
                  <a:lnTo>
                    <a:pt x="11585" y="3824"/>
                  </a:lnTo>
                  <a:lnTo>
                    <a:pt x="11701" y="4133"/>
                  </a:lnTo>
                  <a:lnTo>
                    <a:pt x="11585" y="4287"/>
                  </a:lnTo>
                  <a:lnTo>
                    <a:pt x="11430" y="4403"/>
                  </a:lnTo>
                  <a:lnTo>
                    <a:pt x="11237" y="4519"/>
                  </a:lnTo>
                  <a:lnTo>
                    <a:pt x="11044" y="4596"/>
                  </a:lnTo>
                  <a:lnTo>
                    <a:pt x="10581" y="4751"/>
                  </a:lnTo>
                  <a:lnTo>
                    <a:pt x="10195" y="4866"/>
                  </a:lnTo>
                  <a:lnTo>
                    <a:pt x="9422" y="5021"/>
                  </a:lnTo>
                  <a:lnTo>
                    <a:pt x="8650" y="5137"/>
                  </a:lnTo>
                  <a:lnTo>
                    <a:pt x="7994" y="5175"/>
                  </a:lnTo>
                  <a:lnTo>
                    <a:pt x="7376" y="5175"/>
                  </a:lnTo>
                  <a:lnTo>
                    <a:pt x="6102" y="5137"/>
                  </a:lnTo>
                  <a:lnTo>
                    <a:pt x="7260" y="4673"/>
                  </a:lnTo>
                  <a:lnTo>
                    <a:pt x="8418" y="4249"/>
                  </a:lnTo>
                  <a:lnTo>
                    <a:pt x="9075" y="4017"/>
                  </a:lnTo>
                  <a:lnTo>
                    <a:pt x="9770" y="3824"/>
                  </a:lnTo>
                  <a:lnTo>
                    <a:pt x="10465" y="3631"/>
                  </a:lnTo>
                  <a:lnTo>
                    <a:pt x="10928" y="3554"/>
                  </a:lnTo>
                  <a:lnTo>
                    <a:pt x="11083" y="3515"/>
                  </a:lnTo>
                  <a:close/>
                  <a:moveTo>
                    <a:pt x="5136" y="5909"/>
                  </a:moveTo>
                  <a:lnTo>
                    <a:pt x="4209" y="6797"/>
                  </a:lnTo>
                  <a:lnTo>
                    <a:pt x="3244" y="7685"/>
                  </a:lnTo>
                  <a:lnTo>
                    <a:pt x="2742" y="8110"/>
                  </a:lnTo>
                  <a:lnTo>
                    <a:pt x="2163" y="8535"/>
                  </a:lnTo>
                  <a:lnTo>
                    <a:pt x="1854" y="8728"/>
                  </a:lnTo>
                  <a:lnTo>
                    <a:pt x="1468" y="8921"/>
                  </a:lnTo>
                  <a:lnTo>
                    <a:pt x="1197" y="8998"/>
                  </a:lnTo>
                  <a:lnTo>
                    <a:pt x="1004" y="9037"/>
                  </a:lnTo>
                  <a:lnTo>
                    <a:pt x="888" y="8998"/>
                  </a:lnTo>
                  <a:lnTo>
                    <a:pt x="811" y="8960"/>
                  </a:lnTo>
                  <a:lnTo>
                    <a:pt x="734" y="8844"/>
                  </a:lnTo>
                  <a:lnTo>
                    <a:pt x="695" y="8689"/>
                  </a:lnTo>
                  <a:lnTo>
                    <a:pt x="657" y="8535"/>
                  </a:lnTo>
                  <a:lnTo>
                    <a:pt x="618" y="8419"/>
                  </a:lnTo>
                  <a:lnTo>
                    <a:pt x="657" y="8342"/>
                  </a:lnTo>
                  <a:lnTo>
                    <a:pt x="695" y="8265"/>
                  </a:lnTo>
                  <a:lnTo>
                    <a:pt x="850" y="8110"/>
                  </a:lnTo>
                  <a:lnTo>
                    <a:pt x="1120" y="7956"/>
                  </a:lnTo>
                  <a:lnTo>
                    <a:pt x="1699" y="7608"/>
                  </a:lnTo>
                  <a:lnTo>
                    <a:pt x="2472" y="7222"/>
                  </a:lnTo>
                  <a:lnTo>
                    <a:pt x="3244" y="6874"/>
                  </a:lnTo>
                  <a:lnTo>
                    <a:pt x="4209" y="6411"/>
                  </a:lnTo>
                  <a:lnTo>
                    <a:pt x="4673" y="6179"/>
                  </a:lnTo>
                  <a:lnTo>
                    <a:pt x="5136" y="5909"/>
                  </a:lnTo>
                  <a:close/>
                  <a:moveTo>
                    <a:pt x="5136" y="1"/>
                  </a:moveTo>
                  <a:lnTo>
                    <a:pt x="4943" y="78"/>
                  </a:lnTo>
                  <a:lnTo>
                    <a:pt x="4750" y="194"/>
                  </a:lnTo>
                  <a:lnTo>
                    <a:pt x="4596" y="387"/>
                  </a:lnTo>
                  <a:lnTo>
                    <a:pt x="4441" y="580"/>
                  </a:lnTo>
                  <a:lnTo>
                    <a:pt x="4364" y="812"/>
                  </a:lnTo>
                  <a:lnTo>
                    <a:pt x="4325" y="1044"/>
                  </a:lnTo>
                  <a:lnTo>
                    <a:pt x="4325" y="1507"/>
                  </a:lnTo>
                  <a:lnTo>
                    <a:pt x="4402" y="1970"/>
                  </a:lnTo>
                  <a:lnTo>
                    <a:pt x="4634" y="2897"/>
                  </a:lnTo>
                  <a:lnTo>
                    <a:pt x="4982" y="4017"/>
                  </a:lnTo>
                  <a:lnTo>
                    <a:pt x="5175" y="4558"/>
                  </a:lnTo>
                  <a:lnTo>
                    <a:pt x="5368" y="5098"/>
                  </a:lnTo>
                  <a:lnTo>
                    <a:pt x="5368" y="5214"/>
                  </a:lnTo>
                  <a:lnTo>
                    <a:pt x="5406" y="5330"/>
                  </a:lnTo>
                  <a:lnTo>
                    <a:pt x="4943" y="5600"/>
                  </a:lnTo>
                  <a:lnTo>
                    <a:pt x="4480" y="5870"/>
                  </a:lnTo>
                  <a:lnTo>
                    <a:pt x="3476" y="6334"/>
                  </a:lnTo>
                  <a:lnTo>
                    <a:pt x="2472" y="6797"/>
                  </a:lnTo>
                  <a:lnTo>
                    <a:pt x="1970" y="7029"/>
                  </a:lnTo>
                  <a:lnTo>
                    <a:pt x="1468" y="7299"/>
                  </a:lnTo>
                  <a:lnTo>
                    <a:pt x="966" y="7608"/>
                  </a:lnTo>
                  <a:lnTo>
                    <a:pt x="657" y="7801"/>
                  </a:lnTo>
                  <a:lnTo>
                    <a:pt x="348" y="8071"/>
                  </a:lnTo>
                  <a:lnTo>
                    <a:pt x="116" y="8342"/>
                  </a:lnTo>
                  <a:lnTo>
                    <a:pt x="39" y="8458"/>
                  </a:lnTo>
                  <a:lnTo>
                    <a:pt x="0" y="8612"/>
                  </a:lnTo>
                  <a:lnTo>
                    <a:pt x="0" y="8767"/>
                  </a:lnTo>
                  <a:lnTo>
                    <a:pt x="0" y="8921"/>
                  </a:lnTo>
                  <a:lnTo>
                    <a:pt x="78" y="9037"/>
                  </a:lnTo>
                  <a:lnTo>
                    <a:pt x="232" y="9191"/>
                  </a:lnTo>
                  <a:lnTo>
                    <a:pt x="348" y="9307"/>
                  </a:lnTo>
                  <a:lnTo>
                    <a:pt x="502" y="9384"/>
                  </a:lnTo>
                  <a:lnTo>
                    <a:pt x="618" y="9423"/>
                  </a:lnTo>
                  <a:lnTo>
                    <a:pt x="773" y="9462"/>
                  </a:lnTo>
                  <a:lnTo>
                    <a:pt x="1120" y="9462"/>
                  </a:lnTo>
                  <a:lnTo>
                    <a:pt x="1429" y="9384"/>
                  </a:lnTo>
                  <a:lnTo>
                    <a:pt x="1738" y="9230"/>
                  </a:lnTo>
                  <a:lnTo>
                    <a:pt x="2047" y="9075"/>
                  </a:lnTo>
                  <a:lnTo>
                    <a:pt x="2588" y="8767"/>
                  </a:lnTo>
                  <a:lnTo>
                    <a:pt x="3476" y="8071"/>
                  </a:lnTo>
                  <a:lnTo>
                    <a:pt x="4287" y="7338"/>
                  </a:lnTo>
                  <a:lnTo>
                    <a:pt x="5098" y="6565"/>
                  </a:lnTo>
                  <a:lnTo>
                    <a:pt x="5445" y="6141"/>
                  </a:lnTo>
                  <a:lnTo>
                    <a:pt x="5793" y="5677"/>
                  </a:lnTo>
                  <a:lnTo>
                    <a:pt x="5793" y="5716"/>
                  </a:lnTo>
                  <a:lnTo>
                    <a:pt x="6063" y="6064"/>
                  </a:lnTo>
                  <a:lnTo>
                    <a:pt x="6217" y="6218"/>
                  </a:lnTo>
                  <a:lnTo>
                    <a:pt x="6372" y="6334"/>
                  </a:lnTo>
                  <a:lnTo>
                    <a:pt x="6603" y="6179"/>
                  </a:lnTo>
                  <a:lnTo>
                    <a:pt x="6603" y="6141"/>
                  </a:lnTo>
                  <a:lnTo>
                    <a:pt x="6333" y="5870"/>
                  </a:lnTo>
                  <a:lnTo>
                    <a:pt x="6217" y="5716"/>
                  </a:lnTo>
                  <a:lnTo>
                    <a:pt x="6179" y="5523"/>
                  </a:lnTo>
                  <a:lnTo>
                    <a:pt x="6140" y="5484"/>
                  </a:lnTo>
                  <a:lnTo>
                    <a:pt x="7028" y="5562"/>
                  </a:lnTo>
                  <a:lnTo>
                    <a:pt x="7955" y="5562"/>
                  </a:lnTo>
                  <a:lnTo>
                    <a:pt x="8882" y="5484"/>
                  </a:lnTo>
                  <a:lnTo>
                    <a:pt x="9770" y="5330"/>
                  </a:lnTo>
                  <a:lnTo>
                    <a:pt x="10465" y="5175"/>
                  </a:lnTo>
                  <a:lnTo>
                    <a:pt x="10890" y="5060"/>
                  </a:lnTo>
                  <a:lnTo>
                    <a:pt x="11315" y="4905"/>
                  </a:lnTo>
                  <a:lnTo>
                    <a:pt x="11701" y="4673"/>
                  </a:lnTo>
                  <a:lnTo>
                    <a:pt x="11894" y="4558"/>
                  </a:lnTo>
                  <a:lnTo>
                    <a:pt x="12010" y="4403"/>
                  </a:lnTo>
                  <a:lnTo>
                    <a:pt x="12125" y="4249"/>
                  </a:lnTo>
                  <a:lnTo>
                    <a:pt x="12164" y="4094"/>
                  </a:lnTo>
                  <a:lnTo>
                    <a:pt x="12203" y="3901"/>
                  </a:lnTo>
                  <a:lnTo>
                    <a:pt x="12164" y="3708"/>
                  </a:lnTo>
                  <a:lnTo>
                    <a:pt x="12125" y="3554"/>
                  </a:lnTo>
                  <a:lnTo>
                    <a:pt x="12010" y="3438"/>
                  </a:lnTo>
                  <a:lnTo>
                    <a:pt x="11932" y="3322"/>
                  </a:lnTo>
                  <a:lnTo>
                    <a:pt x="11817" y="3245"/>
                  </a:lnTo>
                  <a:lnTo>
                    <a:pt x="11662" y="3167"/>
                  </a:lnTo>
                  <a:lnTo>
                    <a:pt x="11508" y="3167"/>
                  </a:lnTo>
                  <a:lnTo>
                    <a:pt x="11199" y="3129"/>
                  </a:lnTo>
                  <a:lnTo>
                    <a:pt x="10851" y="3167"/>
                  </a:lnTo>
                  <a:lnTo>
                    <a:pt x="10504" y="3245"/>
                  </a:lnTo>
                  <a:lnTo>
                    <a:pt x="9924" y="3360"/>
                  </a:lnTo>
                  <a:lnTo>
                    <a:pt x="8959" y="3669"/>
                  </a:lnTo>
                  <a:lnTo>
                    <a:pt x="7994" y="3978"/>
                  </a:lnTo>
                  <a:lnTo>
                    <a:pt x="7028" y="4326"/>
                  </a:lnTo>
                  <a:lnTo>
                    <a:pt x="6102" y="4751"/>
                  </a:lnTo>
                  <a:lnTo>
                    <a:pt x="6333" y="3283"/>
                  </a:lnTo>
                  <a:lnTo>
                    <a:pt x="6449" y="2550"/>
                  </a:lnTo>
                  <a:lnTo>
                    <a:pt x="6488" y="1816"/>
                  </a:lnTo>
                  <a:lnTo>
                    <a:pt x="6488" y="1546"/>
                  </a:lnTo>
                  <a:lnTo>
                    <a:pt x="6449" y="1275"/>
                  </a:lnTo>
                  <a:lnTo>
                    <a:pt x="6372" y="1044"/>
                  </a:lnTo>
                  <a:lnTo>
                    <a:pt x="6295" y="851"/>
                  </a:lnTo>
                  <a:lnTo>
                    <a:pt x="6179" y="619"/>
                  </a:lnTo>
                  <a:lnTo>
                    <a:pt x="6024" y="464"/>
                  </a:lnTo>
                  <a:lnTo>
                    <a:pt x="5831" y="310"/>
                  </a:lnTo>
                  <a:lnTo>
                    <a:pt x="5600" y="155"/>
                  </a:lnTo>
                  <a:lnTo>
                    <a:pt x="5484" y="78"/>
                  </a:lnTo>
                  <a:lnTo>
                    <a:pt x="5368" y="40"/>
                  </a:lnTo>
                  <a:lnTo>
                    <a:pt x="51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1851250" y="17671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2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0" y="5368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9"/>
                  </a:lnTo>
                  <a:lnTo>
                    <a:pt x="3978" y="888"/>
                  </a:lnTo>
                  <a:lnTo>
                    <a:pt x="4634" y="657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2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4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29" y="7376"/>
                  </a:lnTo>
                  <a:lnTo>
                    <a:pt x="13438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4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1" y="8611"/>
                  </a:lnTo>
                  <a:lnTo>
                    <a:pt x="18651" y="8534"/>
                  </a:lnTo>
                  <a:lnTo>
                    <a:pt x="18651" y="8457"/>
                  </a:lnTo>
                  <a:lnTo>
                    <a:pt x="18651" y="8380"/>
                  </a:lnTo>
                  <a:lnTo>
                    <a:pt x="18651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0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6591225" y="17699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8" y="542"/>
                  </a:lnTo>
                  <a:lnTo>
                    <a:pt x="12434" y="657"/>
                  </a:lnTo>
                  <a:lnTo>
                    <a:pt x="12628" y="735"/>
                  </a:lnTo>
                  <a:lnTo>
                    <a:pt x="12743" y="812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6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1"/>
                  </a:lnTo>
                  <a:lnTo>
                    <a:pt x="12241" y="2472"/>
                  </a:lnTo>
                  <a:lnTo>
                    <a:pt x="11817" y="2743"/>
                  </a:lnTo>
                  <a:lnTo>
                    <a:pt x="11392" y="2936"/>
                  </a:lnTo>
                  <a:lnTo>
                    <a:pt x="10658" y="3206"/>
                  </a:lnTo>
                  <a:lnTo>
                    <a:pt x="9924" y="3438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2"/>
                  </a:lnTo>
                  <a:lnTo>
                    <a:pt x="5020" y="4596"/>
                  </a:lnTo>
                  <a:lnTo>
                    <a:pt x="4132" y="4712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1"/>
                  </a:lnTo>
                  <a:lnTo>
                    <a:pt x="1506" y="4673"/>
                  </a:lnTo>
                  <a:lnTo>
                    <a:pt x="1198" y="4558"/>
                  </a:lnTo>
                  <a:lnTo>
                    <a:pt x="889" y="4442"/>
                  </a:lnTo>
                  <a:lnTo>
                    <a:pt x="580" y="4249"/>
                  </a:lnTo>
                  <a:lnTo>
                    <a:pt x="657" y="4171"/>
                  </a:lnTo>
                  <a:lnTo>
                    <a:pt x="696" y="4056"/>
                  </a:lnTo>
                  <a:lnTo>
                    <a:pt x="696" y="3940"/>
                  </a:lnTo>
                  <a:lnTo>
                    <a:pt x="734" y="3824"/>
                  </a:lnTo>
                  <a:lnTo>
                    <a:pt x="850" y="3631"/>
                  </a:lnTo>
                  <a:lnTo>
                    <a:pt x="1082" y="3438"/>
                  </a:lnTo>
                  <a:lnTo>
                    <a:pt x="1313" y="3245"/>
                  </a:lnTo>
                  <a:lnTo>
                    <a:pt x="1854" y="2936"/>
                  </a:lnTo>
                  <a:lnTo>
                    <a:pt x="2279" y="2704"/>
                  </a:lnTo>
                  <a:lnTo>
                    <a:pt x="3012" y="2356"/>
                  </a:lnTo>
                  <a:lnTo>
                    <a:pt x="3707" y="2009"/>
                  </a:lnTo>
                  <a:lnTo>
                    <a:pt x="4480" y="1700"/>
                  </a:lnTo>
                  <a:lnTo>
                    <a:pt x="5252" y="1430"/>
                  </a:lnTo>
                  <a:lnTo>
                    <a:pt x="6024" y="1198"/>
                  </a:lnTo>
                  <a:lnTo>
                    <a:pt x="6835" y="1005"/>
                  </a:lnTo>
                  <a:lnTo>
                    <a:pt x="7608" y="812"/>
                  </a:lnTo>
                  <a:lnTo>
                    <a:pt x="8418" y="696"/>
                  </a:lnTo>
                  <a:lnTo>
                    <a:pt x="9229" y="580"/>
                  </a:lnTo>
                  <a:lnTo>
                    <a:pt x="10040" y="542"/>
                  </a:lnTo>
                  <a:lnTo>
                    <a:pt x="10735" y="503"/>
                  </a:lnTo>
                  <a:lnTo>
                    <a:pt x="11160" y="464"/>
                  </a:lnTo>
                  <a:close/>
                  <a:moveTo>
                    <a:pt x="13477" y="1121"/>
                  </a:moveTo>
                  <a:lnTo>
                    <a:pt x="13631" y="1314"/>
                  </a:lnTo>
                  <a:lnTo>
                    <a:pt x="13709" y="1507"/>
                  </a:lnTo>
                  <a:lnTo>
                    <a:pt x="13747" y="1739"/>
                  </a:lnTo>
                  <a:lnTo>
                    <a:pt x="13709" y="2009"/>
                  </a:lnTo>
                  <a:lnTo>
                    <a:pt x="13631" y="2241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8"/>
                  </a:lnTo>
                  <a:lnTo>
                    <a:pt x="12048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1" y="4635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5" y="5948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9"/>
                  </a:lnTo>
                  <a:lnTo>
                    <a:pt x="696" y="5484"/>
                  </a:lnTo>
                  <a:lnTo>
                    <a:pt x="502" y="5253"/>
                  </a:lnTo>
                  <a:lnTo>
                    <a:pt x="348" y="5021"/>
                  </a:lnTo>
                  <a:lnTo>
                    <a:pt x="309" y="4866"/>
                  </a:lnTo>
                  <a:lnTo>
                    <a:pt x="309" y="4751"/>
                  </a:lnTo>
                  <a:lnTo>
                    <a:pt x="309" y="4596"/>
                  </a:lnTo>
                  <a:lnTo>
                    <a:pt x="348" y="4442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4"/>
                  </a:lnTo>
                  <a:lnTo>
                    <a:pt x="1931" y="5253"/>
                  </a:lnTo>
                  <a:lnTo>
                    <a:pt x="2588" y="5330"/>
                  </a:lnTo>
                  <a:lnTo>
                    <a:pt x="3244" y="5291"/>
                  </a:lnTo>
                  <a:lnTo>
                    <a:pt x="3939" y="5253"/>
                  </a:lnTo>
                  <a:lnTo>
                    <a:pt x="5136" y="5059"/>
                  </a:lnTo>
                  <a:lnTo>
                    <a:pt x="6913" y="4789"/>
                  </a:lnTo>
                  <a:lnTo>
                    <a:pt x="7839" y="4596"/>
                  </a:lnTo>
                  <a:lnTo>
                    <a:pt x="8727" y="4403"/>
                  </a:lnTo>
                  <a:lnTo>
                    <a:pt x="9616" y="4133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9"/>
                  </a:lnTo>
                  <a:lnTo>
                    <a:pt x="12434" y="2974"/>
                  </a:lnTo>
                  <a:lnTo>
                    <a:pt x="12705" y="2820"/>
                  </a:lnTo>
                  <a:lnTo>
                    <a:pt x="12936" y="2588"/>
                  </a:lnTo>
                  <a:lnTo>
                    <a:pt x="13129" y="2395"/>
                  </a:lnTo>
                  <a:lnTo>
                    <a:pt x="13323" y="2125"/>
                  </a:lnTo>
                  <a:lnTo>
                    <a:pt x="13438" y="1854"/>
                  </a:lnTo>
                  <a:lnTo>
                    <a:pt x="13516" y="1584"/>
                  </a:lnTo>
                  <a:lnTo>
                    <a:pt x="13516" y="1237"/>
                  </a:lnTo>
                  <a:lnTo>
                    <a:pt x="13477" y="1121"/>
                  </a:lnTo>
                  <a:close/>
                  <a:moveTo>
                    <a:pt x="10658" y="1"/>
                  </a:moveTo>
                  <a:lnTo>
                    <a:pt x="9886" y="40"/>
                  </a:lnTo>
                  <a:lnTo>
                    <a:pt x="9114" y="117"/>
                  </a:lnTo>
                  <a:lnTo>
                    <a:pt x="8303" y="233"/>
                  </a:lnTo>
                  <a:lnTo>
                    <a:pt x="7530" y="348"/>
                  </a:lnTo>
                  <a:lnTo>
                    <a:pt x="6719" y="542"/>
                  </a:lnTo>
                  <a:lnTo>
                    <a:pt x="5909" y="735"/>
                  </a:lnTo>
                  <a:lnTo>
                    <a:pt x="5020" y="1005"/>
                  </a:lnTo>
                  <a:lnTo>
                    <a:pt x="4132" y="1352"/>
                  </a:lnTo>
                  <a:lnTo>
                    <a:pt x="3244" y="1700"/>
                  </a:lnTo>
                  <a:lnTo>
                    <a:pt x="2395" y="2125"/>
                  </a:lnTo>
                  <a:lnTo>
                    <a:pt x="1777" y="2434"/>
                  </a:lnTo>
                  <a:lnTo>
                    <a:pt x="1391" y="2627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4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6"/>
                  </a:lnTo>
                  <a:lnTo>
                    <a:pt x="194" y="4133"/>
                  </a:lnTo>
                  <a:lnTo>
                    <a:pt x="194" y="4171"/>
                  </a:lnTo>
                  <a:lnTo>
                    <a:pt x="116" y="4326"/>
                  </a:lnTo>
                  <a:lnTo>
                    <a:pt x="39" y="4480"/>
                  </a:lnTo>
                  <a:lnTo>
                    <a:pt x="0" y="4635"/>
                  </a:lnTo>
                  <a:lnTo>
                    <a:pt x="0" y="4789"/>
                  </a:lnTo>
                  <a:lnTo>
                    <a:pt x="39" y="5137"/>
                  </a:lnTo>
                  <a:lnTo>
                    <a:pt x="194" y="5446"/>
                  </a:lnTo>
                  <a:lnTo>
                    <a:pt x="348" y="5639"/>
                  </a:lnTo>
                  <a:lnTo>
                    <a:pt x="502" y="5832"/>
                  </a:lnTo>
                  <a:lnTo>
                    <a:pt x="696" y="5948"/>
                  </a:lnTo>
                  <a:lnTo>
                    <a:pt x="927" y="6063"/>
                  </a:lnTo>
                  <a:lnTo>
                    <a:pt x="966" y="6257"/>
                  </a:lnTo>
                  <a:lnTo>
                    <a:pt x="1275" y="6179"/>
                  </a:lnTo>
                  <a:lnTo>
                    <a:pt x="1313" y="6218"/>
                  </a:lnTo>
                  <a:lnTo>
                    <a:pt x="1313" y="6257"/>
                  </a:lnTo>
                  <a:lnTo>
                    <a:pt x="1352" y="6295"/>
                  </a:lnTo>
                  <a:lnTo>
                    <a:pt x="1468" y="6257"/>
                  </a:lnTo>
                  <a:lnTo>
                    <a:pt x="1815" y="6295"/>
                  </a:lnTo>
                  <a:lnTo>
                    <a:pt x="2395" y="6334"/>
                  </a:lnTo>
                  <a:lnTo>
                    <a:pt x="3012" y="6372"/>
                  </a:lnTo>
                  <a:lnTo>
                    <a:pt x="3592" y="6334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2"/>
                  </a:lnTo>
                  <a:lnTo>
                    <a:pt x="7994" y="5523"/>
                  </a:lnTo>
                  <a:lnTo>
                    <a:pt x="9036" y="5253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3"/>
                  </a:lnTo>
                  <a:lnTo>
                    <a:pt x="12126" y="4249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4" y="3940"/>
                  </a:lnTo>
                  <a:lnTo>
                    <a:pt x="12898" y="3669"/>
                  </a:lnTo>
                  <a:lnTo>
                    <a:pt x="13361" y="3322"/>
                  </a:lnTo>
                  <a:lnTo>
                    <a:pt x="13631" y="3052"/>
                  </a:lnTo>
                  <a:lnTo>
                    <a:pt x="13825" y="2704"/>
                  </a:lnTo>
                  <a:lnTo>
                    <a:pt x="14133" y="2627"/>
                  </a:lnTo>
                  <a:lnTo>
                    <a:pt x="14018" y="2318"/>
                  </a:lnTo>
                  <a:lnTo>
                    <a:pt x="14095" y="2009"/>
                  </a:lnTo>
                  <a:lnTo>
                    <a:pt x="14133" y="1739"/>
                  </a:lnTo>
                  <a:lnTo>
                    <a:pt x="14095" y="1468"/>
                  </a:lnTo>
                  <a:lnTo>
                    <a:pt x="14018" y="1237"/>
                  </a:lnTo>
                  <a:lnTo>
                    <a:pt x="13902" y="1005"/>
                  </a:lnTo>
                  <a:lnTo>
                    <a:pt x="13747" y="812"/>
                  </a:lnTo>
                  <a:lnTo>
                    <a:pt x="13477" y="619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3" y="117"/>
                  </a:lnTo>
                  <a:lnTo>
                    <a:pt x="11817" y="40"/>
                  </a:lnTo>
                  <a:lnTo>
                    <a:pt x="1143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2687250" y="1806675"/>
              <a:ext cx="449900" cy="337900"/>
            </a:xfrm>
            <a:custGeom>
              <a:avLst/>
              <a:gdLst/>
              <a:ahLst/>
              <a:cxnLst/>
              <a:rect l="l" t="t" r="r" b="b"/>
              <a:pathLst>
                <a:path w="17996" h="13516" extrusionOk="0">
                  <a:moveTo>
                    <a:pt x="15794" y="386"/>
                  </a:moveTo>
                  <a:lnTo>
                    <a:pt x="15872" y="425"/>
                  </a:lnTo>
                  <a:lnTo>
                    <a:pt x="15949" y="464"/>
                  </a:lnTo>
                  <a:lnTo>
                    <a:pt x="16103" y="657"/>
                  </a:lnTo>
                  <a:lnTo>
                    <a:pt x="16181" y="850"/>
                  </a:lnTo>
                  <a:lnTo>
                    <a:pt x="16258" y="1043"/>
                  </a:lnTo>
                  <a:lnTo>
                    <a:pt x="16219" y="1236"/>
                  </a:lnTo>
                  <a:lnTo>
                    <a:pt x="16181" y="1468"/>
                  </a:lnTo>
                  <a:lnTo>
                    <a:pt x="15987" y="1892"/>
                  </a:lnTo>
                  <a:lnTo>
                    <a:pt x="15833" y="2163"/>
                  </a:lnTo>
                  <a:lnTo>
                    <a:pt x="15601" y="2433"/>
                  </a:lnTo>
                  <a:lnTo>
                    <a:pt x="15370" y="2665"/>
                  </a:lnTo>
                  <a:lnTo>
                    <a:pt x="15099" y="2896"/>
                  </a:lnTo>
                  <a:lnTo>
                    <a:pt x="14983" y="2279"/>
                  </a:lnTo>
                  <a:lnTo>
                    <a:pt x="14945" y="1970"/>
                  </a:lnTo>
                  <a:lnTo>
                    <a:pt x="14906" y="1699"/>
                  </a:lnTo>
                  <a:lnTo>
                    <a:pt x="14945" y="1390"/>
                  </a:lnTo>
                  <a:lnTo>
                    <a:pt x="15022" y="1120"/>
                  </a:lnTo>
                  <a:lnTo>
                    <a:pt x="15138" y="850"/>
                  </a:lnTo>
                  <a:lnTo>
                    <a:pt x="15331" y="618"/>
                  </a:lnTo>
                  <a:lnTo>
                    <a:pt x="15563" y="464"/>
                  </a:lnTo>
                  <a:lnTo>
                    <a:pt x="15679" y="386"/>
                  </a:lnTo>
                  <a:close/>
                  <a:moveTo>
                    <a:pt x="14481" y="3437"/>
                  </a:moveTo>
                  <a:lnTo>
                    <a:pt x="14443" y="3591"/>
                  </a:lnTo>
                  <a:lnTo>
                    <a:pt x="14134" y="3939"/>
                  </a:lnTo>
                  <a:lnTo>
                    <a:pt x="13786" y="4287"/>
                  </a:lnTo>
                  <a:lnTo>
                    <a:pt x="13593" y="4441"/>
                  </a:lnTo>
                  <a:lnTo>
                    <a:pt x="13362" y="4595"/>
                  </a:lnTo>
                  <a:lnTo>
                    <a:pt x="13091" y="4711"/>
                  </a:lnTo>
                  <a:lnTo>
                    <a:pt x="12782" y="4750"/>
                  </a:lnTo>
                  <a:lnTo>
                    <a:pt x="12667" y="4789"/>
                  </a:lnTo>
                  <a:lnTo>
                    <a:pt x="12589" y="4750"/>
                  </a:lnTo>
                  <a:lnTo>
                    <a:pt x="12551" y="4673"/>
                  </a:lnTo>
                  <a:lnTo>
                    <a:pt x="12512" y="4518"/>
                  </a:lnTo>
                  <a:lnTo>
                    <a:pt x="12474" y="4287"/>
                  </a:lnTo>
                  <a:lnTo>
                    <a:pt x="12512" y="4171"/>
                  </a:lnTo>
                  <a:lnTo>
                    <a:pt x="12628" y="4055"/>
                  </a:lnTo>
                  <a:lnTo>
                    <a:pt x="12821" y="3900"/>
                  </a:lnTo>
                  <a:lnTo>
                    <a:pt x="13091" y="3746"/>
                  </a:lnTo>
                  <a:lnTo>
                    <a:pt x="13362" y="3591"/>
                  </a:lnTo>
                  <a:lnTo>
                    <a:pt x="13632" y="3514"/>
                  </a:lnTo>
                  <a:lnTo>
                    <a:pt x="13941" y="3437"/>
                  </a:lnTo>
                  <a:close/>
                  <a:moveTo>
                    <a:pt x="15061" y="3514"/>
                  </a:moveTo>
                  <a:lnTo>
                    <a:pt x="15717" y="3553"/>
                  </a:lnTo>
                  <a:lnTo>
                    <a:pt x="16065" y="3591"/>
                  </a:lnTo>
                  <a:lnTo>
                    <a:pt x="16412" y="3630"/>
                  </a:lnTo>
                  <a:lnTo>
                    <a:pt x="16721" y="3707"/>
                  </a:lnTo>
                  <a:lnTo>
                    <a:pt x="17030" y="3823"/>
                  </a:lnTo>
                  <a:lnTo>
                    <a:pt x="17262" y="4016"/>
                  </a:lnTo>
                  <a:lnTo>
                    <a:pt x="17378" y="4171"/>
                  </a:lnTo>
                  <a:lnTo>
                    <a:pt x="17493" y="4287"/>
                  </a:lnTo>
                  <a:lnTo>
                    <a:pt x="17571" y="4480"/>
                  </a:lnTo>
                  <a:lnTo>
                    <a:pt x="17571" y="4634"/>
                  </a:lnTo>
                  <a:lnTo>
                    <a:pt x="17493" y="4789"/>
                  </a:lnTo>
                  <a:lnTo>
                    <a:pt x="17378" y="4904"/>
                  </a:lnTo>
                  <a:lnTo>
                    <a:pt x="17262" y="4982"/>
                  </a:lnTo>
                  <a:lnTo>
                    <a:pt x="17069" y="5020"/>
                  </a:lnTo>
                  <a:lnTo>
                    <a:pt x="16914" y="4982"/>
                  </a:lnTo>
                  <a:lnTo>
                    <a:pt x="16721" y="4943"/>
                  </a:lnTo>
                  <a:lnTo>
                    <a:pt x="16335" y="4750"/>
                  </a:lnTo>
                  <a:lnTo>
                    <a:pt x="15987" y="4518"/>
                  </a:lnTo>
                  <a:lnTo>
                    <a:pt x="15717" y="4287"/>
                  </a:lnTo>
                  <a:lnTo>
                    <a:pt x="15485" y="4055"/>
                  </a:lnTo>
                  <a:lnTo>
                    <a:pt x="15254" y="3785"/>
                  </a:lnTo>
                  <a:lnTo>
                    <a:pt x="15061" y="3514"/>
                  </a:lnTo>
                  <a:close/>
                  <a:moveTo>
                    <a:pt x="4866" y="3128"/>
                  </a:moveTo>
                  <a:lnTo>
                    <a:pt x="5484" y="3167"/>
                  </a:lnTo>
                  <a:lnTo>
                    <a:pt x="6102" y="3283"/>
                  </a:lnTo>
                  <a:lnTo>
                    <a:pt x="6681" y="3514"/>
                  </a:lnTo>
                  <a:lnTo>
                    <a:pt x="7145" y="3707"/>
                  </a:lnTo>
                  <a:lnTo>
                    <a:pt x="7569" y="3978"/>
                  </a:lnTo>
                  <a:lnTo>
                    <a:pt x="7994" y="4248"/>
                  </a:lnTo>
                  <a:lnTo>
                    <a:pt x="8380" y="4557"/>
                  </a:lnTo>
                  <a:lnTo>
                    <a:pt x="9153" y="5213"/>
                  </a:lnTo>
                  <a:lnTo>
                    <a:pt x="9925" y="5908"/>
                  </a:lnTo>
                  <a:lnTo>
                    <a:pt x="10234" y="6179"/>
                  </a:lnTo>
                  <a:lnTo>
                    <a:pt x="10581" y="6410"/>
                  </a:lnTo>
                  <a:lnTo>
                    <a:pt x="10968" y="6642"/>
                  </a:lnTo>
                  <a:lnTo>
                    <a:pt x="11354" y="6797"/>
                  </a:lnTo>
                  <a:lnTo>
                    <a:pt x="11740" y="6874"/>
                  </a:lnTo>
                  <a:lnTo>
                    <a:pt x="12165" y="6912"/>
                  </a:lnTo>
                  <a:lnTo>
                    <a:pt x="12589" y="6874"/>
                  </a:lnTo>
                  <a:lnTo>
                    <a:pt x="13014" y="6719"/>
                  </a:lnTo>
                  <a:lnTo>
                    <a:pt x="13323" y="6565"/>
                  </a:lnTo>
                  <a:lnTo>
                    <a:pt x="13593" y="6372"/>
                  </a:lnTo>
                  <a:lnTo>
                    <a:pt x="13825" y="6179"/>
                  </a:lnTo>
                  <a:lnTo>
                    <a:pt x="14018" y="5947"/>
                  </a:lnTo>
                  <a:lnTo>
                    <a:pt x="14211" y="5677"/>
                  </a:lnTo>
                  <a:lnTo>
                    <a:pt x="14366" y="5406"/>
                  </a:lnTo>
                  <a:lnTo>
                    <a:pt x="14520" y="5097"/>
                  </a:lnTo>
                  <a:lnTo>
                    <a:pt x="14636" y="4789"/>
                  </a:lnTo>
                  <a:lnTo>
                    <a:pt x="14559" y="5638"/>
                  </a:lnTo>
                  <a:lnTo>
                    <a:pt x="14404" y="6449"/>
                  </a:lnTo>
                  <a:lnTo>
                    <a:pt x="14211" y="7221"/>
                  </a:lnTo>
                  <a:lnTo>
                    <a:pt x="13941" y="7994"/>
                  </a:lnTo>
                  <a:lnTo>
                    <a:pt x="13593" y="8727"/>
                  </a:lnTo>
                  <a:lnTo>
                    <a:pt x="13169" y="9422"/>
                  </a:lnTo>
                  <a:lnTo>
                    <a:pt x="12667" y="10117"/>
                  </a:lnTo>
                  <a:lnTo>
                    <a:pt x="12087" y="10735"/>
                  </a:lnTo>
                  <a:lnTo>
                    <a:pt x="11624" y="11160"/>
                  </a:lnTo>
                  <a:lnTo>
                    <a:pt x="11199" y="11546"/>
                  </a:lnTo>
                  <a:lnTo>
                    <a:pt x="10697" y="11855"/>
                  </a:lnTo>
                  <a:lnTo>
                    <a:pt x="10195" y="12164"/>
                  </a:lnTo>
                  <a:lnTo>
                    <a:pt x="9693" y="12396"/>
                  </a:lnTo>
                  <a:lnTo>
                    <a:pt x="9153" y="12627"/>
                  </a:lnTo>
                  <a:lnTo>
                    <a:pt x="8612" y="12782"/>
                  </a:lnTo>
                  <a:lnTo>
                    <a:pt x="8071" y="12898"/>
                  </a:lnTo>
                  <a:lnTo>
                    <a:pt x="7531" y="12975"/>
                  </a:lnTo>
                  <a:lnTo>
                    <a:pt x="6990" y="13014"/>
                  </a:lnTo>
                  <a:lnTo>
                    <a:pt x="6411" y="12975"/>
                  </a:lnTo>
                  <a:lnTo>
                    <a:pt x="5870" y="12898"/>
                  </a:lnTo>
                  <a:lnTo>
                    <a:pt x="5291" y="12782"/>
                  </a:lnTo>
                  <a:lnTo>
                    <a:pt x="4751" y="12627"/>
                  </a:lnTo>
                  <a:lnTo>
                    <a:pt x="4171" y="12396"/>
                  </a:lnTo>
                  <a:lnTo>
                    <a:pt x="3631" y="12125"/>
                  </a:lnTo>
                  <a:lnTo>
                    <a:pt x="3090" y="11816"/>
                  </a:lnTo>
                  <a:lnTo>
                    <a:pt x="2588" y="11469"/>
                  </a:lnTo>
                  <a:lnTo>
                    <a:pt x="2125" y="11044"/>
                  </a:lnTo>
                  <a:lnTo>
                    <a:pt x="1700" y="10581"/>
                  </a:lnTo>
                  <a:lnTo>
                    <a:pt x="1314" y="10117"/>
                  </a:lnTo>
                  <a:lnTo>
                    <a:pt x="966" y="9577"/>
                  </a:lnTo>
                  <a:lnTo>
                    <a:pt x="696" y="8998"/>
                  </a:lnTo>
                  <a:lnTo>
                    <a:pt x="542" y="8418"/>
                  </a:lnTo>
                  <a:lnTo>
                    <a:pt x="426" y="7801"/>
                  </a:lnTo>
                  <a:lnTo>
                    <a:pt x="426" y="7221"/>
                  </a:lnTo>
                  <a:lnTo>
                    <a:pt x="503" y="6603"/>
                  </a:lnTo>
                  <a:lnTo>
                    <a:pt x="696" y="6024"/>
                  </a:lnTo>
                  <a:lnTo>
                    <a:pt x="928" y="5484"/>
                  </a:lnTo>
                  <a:lnTo>
                    <a:pt x="1237" y="4943"/>
                  </a:lnTo>
                  <a:lnTo>
                    <a:pt x="1623" y="4480"/>
                  </a:lnTo>
                  <a:lnTo>
                    <a:pt x="2048" y="4055"/>
                  </a:lnTo>
                  <a:lnTo>
                    <a:pt x="2588" y="3707"/>
                  </a:lnTo>
                  <a:lnTo>
                    <a:pt x="3129" y="3437"/>
                  </a:lnTo>
                  <a:lnTo>
                    <a:pt x="3708" y="3244"/>
                  </a:lnTo>
                  <a:lnTo>
                    <a:pt x="4287" y="3167"/>
                  </a:lnTo>
                  <a:lnTo>
                    <a:pt x="4866" y="3128"/>
                  </a:lnTo>
                  <a:close/>
                  <a:moveTo>
                    <a:pt x="15717" y="0"/>
                  </a:moveTo>
                  <a:lnTo>
                    <a:pt x="15524" y="39"/>
                  </a:lnTo>
                  <a:lnTo>
                    <a:pt x="15331" y="155"/>
                  </a:lnTo>
                  <a:lnTo>
                    <a:pt x="15138" y="271"/>
                  </a:lnTo>
                  <a:lnTo>
                    <a:pt x="14983" y="464"/>
                  </a:lnTo>
                  <a:lnTo>
                    <a:pt x="14829" y="618"/>
                  </a:lnTo>
                  <a:lnTo>
                    <a:pt x="14713" y="850"/>
                  </a:lnTo>
                  <a:lnTo>
                    <a:pt x="14636" y="1043"/>
                  </a:lnTo>
                  <a:lnTo>
                    <a:pt x="14597" y="1275"/>
                  </a:lnTo>
                  <a:lnTo>
                    <a:pt x="14559" y="1545"/>
                  </a:lnTo>
                  <a:lnTo>
                    <a:pt x="14520" y="2047"/>
                  </a:lnTo>
                  <a:lnTo>
                    <a:pt x="14597" y="2588"/>
                  </a:lnTo>
                  <a:lnTo>
                    <a:pt x="14752" y="3090"/>
                  </a:lnTo>
                  <a:lnTo>
                    <a:pt x="14713" y="3128"/>
                  </a:lnTo>
                  <a:lnTo>
                    <a:pt x="14675" y="3167"/>
                  </a:lnTo>
                  <a:lnTo>
                    <a:pt x="14636" y="3205"/>
                  </a:lnTo>
                  <a:lnTo>
                    <a:pt x="14173" y="3128"/>
                  </a:lnTo>
                  <a:lnTo>
                    <a:pt x="13709" y="3167"/>
                  </a:lnTo>
                  <a:lnTo>
                    <a:pt x="13246" y="3283"/>
                  </a:lnTo>
                  <a:lnTo>
                    <a:pt x="12821" y="3476"/>
                  </a:lnTo>
                  <a:lnTo>
                    <a:pt x="12512" y="3669"/>
                  </a:lnTo>
                  <a:lnTo>
                    <a:pt x="12358" y="3785"/>
                  </a:lnTo>
                  <a:lnTo>
                    <a:pt x="12203" y="3939"/>
                  </a:lnTo>
                  <a:lnTo>
                    <a:pt x="12049" y="4132"/>
                  </a:lnTo>
                  <a:lnTo>
                    <a:pt x="11972" y="4287"/>
                  </a:lnTo>
                  <a:lnTo>
                    <a:pt x="11933" y="4480"/>
                  </a:lnTo>
                  <a:lnTo>
                    <a:pt x="11933" y="4673"/>
                  </a:lnTo>
                  <a:lnTo>
                    <a:pt x="12010" y="4866"/>
                  </a:lnTo>
                  <a:lnTo>
                    <a:pt x="12126" y="5020"/>
                  </a:lnTo>
                  <a:lnTo>
                    <a:pt x="12280" y="5097"/>
                  </a:lnTo>
                  <a:lnTo>
                    <a:pt x="12435" y="5136"/>
                  </a:lnTo>
                  <a:lnTo>
                    <a:pt x="12628" y="5175"/>
                  </a:lnTo>
                  <a:lnTo>
                    <a:pt x="12821" y="5136"/>
                  </a:lnTo>
                  <a:lnTo>
                    <a:pt x="13207" y="5059"/>
                  </a:lnTo>
                  <a:lnTo>
                    <a:pt x="13516" y="4904"/>
                  </a:lnTo>
                  <a:lnTo>
                    <a:pt x="13825" y="4711"/>
                  </a:lnTo>
                  <a:lnTo>
                    <a:pt x="14095" y="4480"/>
                  </a:lnTo>
                  <a:lnTo>
                    <a:pt x="14366" y="4248"/>
                  </a:lnTo>
                  <a:lnTo>
                    <a:pt x="14211" y="4711"/>
                  </a:lnTo>
                  <a:lnTo>
                    <a:pt x="14018" y="5175"/>
                  </a:lnTo>
                  <a:lnTo>
                    <a:pt x="13864" y="5406"/>
                  </a:lnTo>
                  <a:lnTo>
                    <a:pt x="13709" y="5599"/>
                  </a:lnTo>
                  <a:lnTo>
                    <a:pt x="13555" y="5793"/>
                  </a:lnTo>
                  <a:lnTo>
                    <a:pt x="13362" y="5947"/>
                  </a:lnTo>
                  <a:lnTo>
                    <a:pt x="13053" y="6179"/>
                  </a:lnTo>
                  <a:lnTo>
                    <a:pt x="12705" y="6333"/>
                  </a:lnTo>
                  <a:lnTo>
                    <a:pt x="12358" y="6410"/>
                  </a:lnTo>
                  <a:lnTo>
                    <a:pt x="12010" y="6410"/>
                  </a:lnTo>
                  <a:lnTo>
                    <a:pt x="11663" y="6372"/>
                  </a:lnTo>
                  <a:lnTo>
                    <a:pt x="11315" y="6256"/>
                  </a:lnTo>
                  <a:lnTo>
                    <a:pt x="10968" y="6101"/>
                  </a:lnTo>
                  <a:lnTo>
                    <a:pt x="10659" y="5870"/>
                  </a:lnTo>
                  <a:lnTo>
                    <a:pt x="10234" y="5561"/>
                  </a:lnTo>
                  <a:lnTo>
                    <a:pt x="9809" y="5213"/>
                  </a:lnTo>
                  <a:lnTo>
                    <a:pt x="9037" y="4480"/>
                  </a:lnTo>
                  <a:lnTo>
                    <a:pt x="8651" y="4132"/>
                  </a:lnTo>
                  <a:lnTo>
                    <a:pt x="8226" y="3823"/>
                  </a:lnTo>
                  <a:lnTo>
                    <a:pt x="7801" y="3514"/>
                  </a:lnTo>
                  <a:lnTo>
                    <a:pt x="7299" y="3244"/>
                  </a:lnTo>
                  <a:lnTo>
                    <a:pt x="6720" y="3012"/>
                  </a:lnTo>
                  <a:lnTo>
                    <a:pt x="6102" y="2819"/>
                  </a:lnTo>
                  <a:lnTo>
                    <a:pt x="5523" y="2742"/>
                  </a:lnTo>
                  <a:lnTo>
                    <a:pt x="4905" y="2703"/>
                  </a:lnTo>
                  <a:lnTo>
                    <a:pt x="4287" y="2703"/>
                  </a:lnTo>
                  <a:lnTo>
                    <a:pt x="3708" y="2819"/>
                  </a:lnTo>
                  <a:lnTo>
                    <a:pt x="3129" y="2974"/>
                  </a:lnTo>
                  <a:lnTo>
                    <a:pt x="2549" y="3205"/>
                  </a:lnTo>
                  <a:lnTo>
                    <a:pt x="2318" y="3360"/>
                  </a:lnTo>
                  <a:lnTo>
                    <a:pt x="2009" y="3553"/>
                  </a:lnTo>
                  <a:lnTo>
                    <a:pt x="1700" y="3785"/>
                  </a:lnTo>
                  <a:lnTo>
                    <a:pt x="1430" y="4016"/>
                  </a:lnTo>
                  <a:lnTo>
                    <a:pt x="1159" y="4325"/>
                  </a:lnTo>
                  <a:lnTo>
                    <a:pt x="928" y="4595"/>
                  </a:lnTo>
                  <a:lnTo>
                    <a:pt x="696" y="4943"/>
                  </a:lnTo>
                  <a:lnTo>
                    <a:pt x="503" y="5291"/>
                  </a:lnTo>
                  <a:lnTo>
                    <a:pt x="348" y="5677"/>
                  </a:lnTo>
                  <a:lnTo>
                    <a:pt x="155" y="6217"/>
                  </a:lnTo>
                  <a:lnTo>
                    <a:pt x="40" y="6758"/>
                  </a:lnTo>
                  <a:lnTo>
                    <a:pt x="1" y="7299"/>
                  </a:lnTo>
                  <a:lnTo>
                    <a:pt x="1" y="7801"/>
                  </a:lnTo>
                  <a:lnTo>
                    <a:pt x="78" y="8303"/>
                  </a:lnTo>
                  <a:lnTo>
                    <a:pt x="194" y="8804"/>
                  </a:lnTo>
                  <a:lnTo>
                    <a:pt x="387" y="9306"/>
                  </a:lnTo>
                  <a:lnTo>
                    <a:pt x="580" y="9770"/>
                  </a:lnTo>
                  <a:lnTo>
                    <a:pt x="850" y="10195"/>
                  </a:lnTo>
                  <a:lnTo>
                    <a:pt x="1159" y="10658"/>
                  </a:lnTo>
                  <a:lnTo>
                    <a:pt x="1507" y="11044"/>
                  </a:lnTo>
                  <a:lnTo>
                    <a:pt x="1893" y="11430"/>
                  </a:lnTo>
                  <a:lnTo>
                    <a:pt x="2279" y="11778"/>
                  </a:lnTo>
                  <a:lnTo>
                    <a:pt x="2704" y="12125"/>
                  </a:lnTo>
                  <a:lnTo>
                    <a:pt x="3167" y="12396"/>
                  </a:lnTo>
                  <a:lnTo>
                    <a:pt x="3631" y="12666"/>
                  </a:lnTo>
                  <a:lnTo>
                    <a:pt x="4249" y="12975"/>
                  </a:lnTo>
                  <a:lnTo>
                    <a:pt x="4866" y="13168"/>
                  </a:lnTo>
                  <a:lnTo>
                    <a:pt x="5484" y="13361"/>
                  </a:lnTo>
                  <a:lnTo>
                    <a:pt x="6141" y="13438"/>
                  </a:lnTo>
                  <a:lnTo>
                    <a:pt x="6759" y="13515"/>
                  </a:lnTo>
                  <a:lnTo>
                    <a:pt x="7376" y="13477"/>
                  </a:lnTo>
                  <a:lnTo>
                    <a:pt x="7994" y="13438"/>
                  </a:lnTo>
                  <a:lnTo>
                    <a:pt x="8612" y="13284"/>
                  </a:lnTo>
                  <a:lnTo>
                    <a:pt x="8728" y="13438"/>
                  </a:lnTo>
                  <a:lnTo>
                    <a:pt x="8998" y="13207"/>
                  </a:lnTo>
                  <a:lnTo>
                    <a:pt x="9770" y="12898"/>
                  </a:lnTo>
                  <a:lnTo>
                    <a:pt x="10504" y="12550"/>
                  </a:lnTo>
                  <a:lnTo>
                    <a:pt x="11238" y="12087"/>
                  </a:lnTo>
                  <a:lnTo>
                    <a:pt x="11933" y="11546"/>
                  </a:lnTo>
                  <a:lnTo>
                    <a:pt x="12474" y="11044"/>
                  </a:lnTo>
                  <a:lnTo>
                    <a:pt x="13014" y="10426"/>
                  </a:lnTo>
                  <a:lnTo>
                    <a:pt x="13246" y="10195"/>
                  </a:lnTo>
                  <a:lnTo>
                    <a:pt x="13207" y="10156"/>
                  </a:lnTo>
                  <a:lnTo>
                    <a:pt x="13709" y="9461"/>
                  </a:lnTo>
                  <a:lnTo>
                    <a:pt x="14134" y="8727"/>
                  </a:lnTo>
                  <a:lnTo>
                    <a:pt x="14481" y="7955"/>
                  </a:lnTo>
                  <a:lnTo>
                    <a:pt x="14752" y="7183"/>
                  </a:lnTo>
                  <a:lnTo>
                    <a:pt x="14945" y="6333"/>
                  </a:lnTo>
                  <a:lnTo>
                    <a:pt x="15022" y="5947"/>
                  </a:lnTo>
                  <a:lnTo>
                    <a:pt x="15061" y="5522"/>
                  </a:lnTo>
                  <a:lnTo>
                    <a:pt x="15061" y="5097"/>
                  </a:lnTo>
                  <a:lnTo>
                    <a:pt x="15061" y="4673"/>
                  </a:lnTo>
                  <a:lnTo>
                    <a:pt x="15022" y="4248"/>
                  </a:lnTo>
                  <a:lnTo>
                    <a:pt x="14945" y="3862"/>
                  </a:lnTo>
                  <a:lnTo>
                    <a:pt x="15215" y="4248"/>
                  </a:lnTo>
                  <a:lnTo>
                    <a:pt x="15563" y="4595"/>
                  </a:lnTo>
                  <a:lnTo>
                    <a:pt x="15949" y="4943"/>
                  </a:lnTo>
                  <a:lnTo>
                    <a:pt x="16374" y="5213"/>
                  </a:lnTo>
                  <a:lnTo>
                    <a:pt x="16567" y="5291"/>
                  </a:lnTo>
                  <a:lnTo>
                    <a:pt x="16798" y="5368"/>
                  </a:lnTo>
                  <a:lnTo>
                    <a:pt x="17030" y="5445"/>
                  </a:lnTo>
                  <a:lnTo>
                    <a:pt x="17262" y="5445"/>
                  </a:lnTo>
                  <a:lnTo>
                    <a:pt x="17493" y="5406"/>
                  </a:lnTo>
                  <a:lnTo>
                    <a:pt x="17687" y="5329"/>
                  </a:lnTo>
                  <a:lnTo>
                    <a:pt x="17841" y="5175"/>
                  </a:lnTo>
                  <a:lnTo>
                    <a:pt x="17957" y="4982"/>
                  </a:lnTo>
                  <a:lnTo>
                    <a:pt x="17995" y="4750"/>
                  </a:lnTo>
                  <a:lnTo>
                    <a:pt x="17995" y="4557"/>
                  </a:lnTo>
                  <a:lnTo>
                    <a:pt x="17957" y="4325"/>
                  </a:lnTo>
                  <a:lnTo>
                    <a:pt x="17841" y="4132"/>
                  </a:lnTo>
                  <a:lnTo>
                    <a:pt x="17725" y="3978"/>
                  </a:lnTo>
                  <a:lnTo>
                    <a:pt x="17571" y="3785"/>
                  </a:lnTo>
                  <a:lnTo>
                    <a:pt x="17416" y="3669"/>
                  </a:lnTo>
                  <a:lnTo>
                    <a:pt x="17262" y="3553"/>
                  </a:lnTo>
                  <a:lnTo>
                    <a:pt x="17030" y="3437"/>
                  </a:lnTo>
                  <a:lnTo>
                    <a:pt x="16798" y="3321"/>
                  </a:lnTo>
                  <a:lnTo>
                    <a:pt x="16296" y="3205"/>
                  </a:lnTo>
                  <a:lnTo>
                    <a:pt x="15794" y="3128"/>
                  </a:lnTo>
                  <a:lnTo>
                    <a:pt x="15254" y="3128"/>
                  </a:lnTo>
                  <a:lnTo>
                    <a:pt x="15679" y="2858"/>
                  </a:lnTo>
                  <a:lnTo>
                    <a:pt x="16026" y="2510"/>
                  </a:lnTo>
                  <a:lnTo>
                    <a:pt x="16296" y="2124"/>
                  </a:lnTo>
                  <a:lnTo>
                    <a:pt x="16528" y="1661"/>
                  </a:lnTo>
                  <a:lnTo>
                    <a:pt x="16567" y="1429"/>
                  </a:lnTo>
                  <a:lnTo>
                    <a:pt x="16605" y="1197"/>
                  </a:lnTo>
                  <a:lnTo>
                    <a:pt x="16644" y="927"/>
                  </a:lnTo>
                  <a:lnTo>
                    <a:pt x="16605" y="657"/>
                  </a:lnTo>
                  <a:lnTo>
                    <a:pt x="16528" y="425"/>
                  </a:lnTo>
                  <a:lnTo>
                    <a:pt x="16412" y="232"/>
                  </a:lnTo>
                  <a:lnTo>
                    <a:pt x="16219" y="78"/>
                  </a:lnTo>
                  <a:lnTo>
                    <a:pt x="16103" y="39"/>
                  </a:lnTo>
                  <a:lnTo>
                    <a:pt x="1594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4737700" y="181247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1" y="463"/>
                  </a:moveTo>
                  <a:lnTo>
                    <a:pt x="11624" y="502"/>
                  </a:lnTo>
                  <a:lnTo>
                    <a:pt x="12049" y="541"/>
                  </a:lnTo>
                  <a:lnTo>
                    <a:pt x="12435" y="656"/>
                  </a:lnTo>
                  <a:lnTo>
                    <a:pt x="12628" y="734"/>
                  </a:lnTo>
                  <a:lnTo>
                    <a:pt x="12744" y="811"/>
                  </a:lnTo>
                  <a:lnTo>
                    <a:pt x="12860" y="965"/>
                  </a:lnTo>
                  <a:lnTo>
                    <a:pt x="12937" y="1081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7" y="1699"/>
                  </a:lnTo>
                  <a:lnTo>
                    <a:pt x="12821" y="1892"/>
                  </a:lnTo>
                  <a:lnTo>
                    <a:pt x="12705" y="2085"/>
                  </a:lnTo>
                  <a:lnTo>
                    <a:pt x="12589" y="2240"/>
                  </a:lnTo>
                  <a:lnTo>
                    <a:pt x="12242" y="2471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9" y="3205"/>
                  </a:lnTo>
                  <a:lnTo>
                    <a:pt x="9925" y="3437"/>
                  </a:lnTo>
                  <a:lnTo>
                    <a:pt x="9153" y="3707"/>
                  </a:lnTo>
                  <a:lnTo>
                    <a:pt x="8380" y="3900"/>
                  </a:lnTo>
                  <a:lnTo>
                    <a:pt x="7608" y="4093"/>
                  </a:lnTo>
                  <a:lnTo>
                    <a:pt x="6797" y="4286"/>
                  </a:lnTo>
                  <a:lnTo>
                    <a:pt x="5909" y="4441"/>
                  </a:lnTo>
                  <a:lnTo>
                    <a:pt x="5021" y="4595"/>
                  </a:lnTo>
                  <a:lnTo>
                    <a:pt x="4133" y="4711"/>
                  </a:lnTo>
                  <a:lnTo>
                    <a:pt x="3245" y="4788"/>
                  </a:lnTo>
                  <a:lnTo>
                    <a:pt x="2202" y="4788"/>
                  </a:lnTo>
                  <a:lnTo>
                    <a:pt x="1854" y="4750"/>
                  </a:lnTo>
                  <a:lnTo>
                    <a:pt x="1507" y="4672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0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5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3"/>
                  </a:lnTo>
                  <a:lnTo>
                    <a:pt x="3013" y="2356"/>
                  </a:lnTo>
                  <a:lnTo>
                    <a:pt x="3708" y="2008"/>
                  </a:lnTo>
                  <a:lnTo>
                    <a:pt x="4480" y="1699"/>
                  </a:lnTo>
                  <a:lnTo>
                    <a:pt x="5253" y="1429"/>
                  </a:lnTo>
                  <a:lnTo>
                    <a:pt x="6025" y="1197"/>
                  </a:lnTo>
                  <a:lnTo>
                    <a:pt x="6836" y="1004"/>
                  </a:lnTo>
                  <a:lnTo>
                    <a:pt x="7608" y="811"/>
                  </a:lnTo>
                  <a:lnTo>
                    <a:pt x="8419" y="695"/>
                  </a:lnTo>
                  <a:lnTo>
                    <a:pt x="9230" y="579"/>
                  </a:lnTo>
                  <a:lnTo>
                    <a:pt x="10041" y="541"/>
                  </a:lnTo>
                  <a:lnTo>
                    <a:pt x="10736" y="502"/>
                  </a:lnTo>
                  <a:lnTo>
                    <a:pt x="11161" y="463"/>
                  </a:lnTo>
                  <a:close/>
                  <a:moveTo>
                    <a:pt x="13477" y="1120"/>
                  </a:moveTo>
                  <a:lnTo>
                    <a:pt x="13632" y="1313"/>
                  </a:lnTo>
                  <a:lnTo>
                    <a:pt x="13709" y="1506"/>
                  </a:lnTo>
                  <a:lnTo>
                    <a:pt x="13748" y="1738"/>
                  </a:lnTo>
                  <a:lnTo>
                    <a:pt x="13709" y="2008"/>
                  </a:lnTo>
                  <a:lnTo>
                    <a:pt x="13632" y="2240"/>
                  </a:lnTo>
                  <a:lnTo>
                    <a:pt x="13516" y="2471"/>
                  </a:lnTo>
                  <a:lnTo>
                    <a:pt x="13400" y="2703"/>
                  </a:lnTo>
                  <a:lnTo>
                    <a:pt x="13207" y="2896"/>
                  </a:lnTo>
                  <a:lnTo>
                    <a:pt x="12860" y="3205"/>
                  </a:lnTo>
                  <a:lnTo>
                    <a:pt x="12473" y="3437"/>
                  </a:lnTo>
                  <a:lnTo>
                    <a:pt x="12049" y="3668"/>
                  </a:lnTo>
                  <a:lnTo>
                    <a:pt x="11624" y="3900"/>
                  </a:lnTo>
                  <a:lnTo>
                    <a:pt x="10659" y="4286"/>
                  </a:lnTo>
                  <a:lnTo>
                    <a:pt x="9732" y="4634"/>
                  </a:lnTo>
                  <a:lnTo>
                    <a:pt x="8766" y="4904"/>
                  </a:lnTo>
                  <a:lnTo>
                    <a:pt x="7762" y="5174"/>
                  </a:lnTo>
                  <a:lnTo>
                    <a:pt x="6758" y="5406"/>
                  </a:lnTo>
                  <a:lnTo>
                    <a:pt x="5755" y="5599"/>
                  </a:lnTo>
                  <a:lnTo>
                    <a:pt x="4712" y="5792"/>
                  </a:lnTo>
                  <a:lnTo>
                    <a:pt x="3708" y="5908"/>
                  </a:lnTo>
                  <a:lnTo>
                    <a:pt x="2781" y="5985"/>
                  </a:lnTo>
                  <a:lnTo>
                    <a:pt x="2279" y="5985"/>
                  </a:lnTo>
                  <a:lnTo>
                    <a:pt x="1816" y="5947"/>
                  </a:lnTo>
                  <a:lnTo>
                    <a:pt x="1545" y="5869"/>
                  </a:lnTo>
                  <a:lnTo>
                    <a:pt x="1237" y="5792"/>
                  </a:lnTo>
                  <a:lnTo>
                    <a:pt x="928" y="5638"/>
                  </a:lnTo>
                  <a:lnTo>
                    <a:pt x="696" y="5483"/>
                  </a:lnTo>
                  <a:lnTo>
                    <a:pt x="503" y="5252"/>
                  </a:lnTo>
                  <a:lnTo>
                    <a:pt x="348" y="5020"/>
                  </a:lnTo>
                  <a:lnTo>
                    <a:pt x="310" y="4865"/>
                  </a:lnTo>
                  <a:lnTo>
                    <a:pt x="310" y="4750"/>
                  </a:lnTo>
                  <a:lnTo>
                    <a:pt x="310" y="4595"/>
                  </a:lnTo>
                  <a:lnTo>
                    <a:pt x="348" y="4441"/>
                  </a:lnTo>
                  <a:lnTo>
                    <a:pt x="542" y="4672"/>
                  </a:lnTo>
                  <a:lnTo>
                    <a:pt x="812" y="4865"/>
                  </a:lnTo>
                  <a:lnTo>
                    <a:pt x="1043" y="4981"/>
                  </a:lnTo>
                  <a:lnTo>
                    <a:pt x="1352" y="5097"/>
                  </a:lnTo>
                  <a:lnTo>
                    <a:pt x="1623" y="5213"/>
                  </a:lnTo>
                  <a:lnTo>
                    <a:pt x="1932" y="5252"/>
                  </a:lnTo>
                  <a:lnTo>
                    <a:pt x="2588" y="5329"/>
                  </a:lnTo>
                  <a:lnTo>
                    <a:pt x="3245" y="5290"/>
                  </a:lnTo>
                  <a:lnTo>
                    <a:pt x="3940" y="5252"/>
                  </a:lnTo>
                  <a:lnTo>
                    <a:pt x="5137" y="5059"/>
                  </a:lnTo>
                  <a:lnTo>
                    <a:pt x="6913" y="4788"/>
                  </a:lnTo>
                  <a:lnTo>
                    <a:pt x="7840" y="4595"/>
                  </a:lnTo>
                  <a:lnTo>
                    <a:pt x="8728" y="4402"/>
                  </a:lnTo>
                  <a:lnTo>
                    <a:pt x="9616" y="4132"/>
                  </a:lnTo>
                  <a:lnTo>
                    <a:pt x="10504" y="3861"/>
                  </a:lnTo>
                  <a:lnTo>
                    <a:pt x="11354" y="3514"/>
                  </a:lnTo>
                  <a:lnTo>
                    <a:pt x="12165" y="3128"/>
                  </a:lnTo>
                  <a:lnTo>
                    <a:pt x="12435" y="2973"/>
                  </a:lnTo>
                  <a:lnTo>
                    <a:pt x="12705" y="2819"/>
                  </a:lnTo>
                  <a:lnTo>
                    <a:pt x="12937" y="2587"/>
                  </a:lnTo>
                  <a:lnTo>
                    <a:pt x="13130" y="2394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3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9" y="0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4"/>
                  </a:lnTo>
                  <a:lnTo>
                    <a:pt x="4133" y="1352"/>
                  </a:lnTo>
                  <a:lnTo>
                    <a:pt x="3245" y="1699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89"/>
                  </a:lnTo>
                  <a:lnTo>
                    <a:pt x="464" y="3398"/>
                  </a:lnTo>
                  <a:lnTo>
                    <a:pt x="348" y="3553"/>
                  </a:lnTo>
                  <a:lnTo>
                    <a:pt x="271" y="3707"/>
                  </a:lnTo>
                  <a:lnTo>
                    <a:pt x="233" y="3861"/>
                  </a:lnTo>
                  <a:lnTo>
                    <a:pt x="233" y="4055"/>
                  </a:lnTo>
                  <a:lnTo>
                    <a:pt x="194" y="4132"/>
                  </a:lnTo>
                  <a:lnTo>
                    <a:pt x="194" y="4170"/>
                  </a:lnTo>
                  <a:lnTo>
                    <a:pt x="117" y="4325"/>
                  </a:lnTo>
                  <a:lnTo>
                    <a:pt x="40" y="4479"/>
                  </a:lnTo>
                  <a:lnTo>
                    <a:pt x="1" y="4634"/>
                  </a:lnTo>
                  <a:lnTo>
                    <a:pt x="1" y="4788"/>
                  </a:lnTo>
                  <a:lnTo>
                    <a:pt x="40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8" y="6063"/>
                  </a:lnTo>
                  <a:lnTo>
                    <a:pt x="966" y="6256"/>
                  </a:lnTo>
                  <a:lnTo>
                    <a:pt x="1275" y="6178"/>
                  </a:lnTo>
                  <a:lnTo>
                    <a:pt x="1314" y="6217"/>
                  </a:lnTo>
                  <a:lnTo>
                    <a:pt x="1314" y="6256"/>
                  </a:lnTo>
                  <a:lnTo>
                    <a:pt x="1352" y="6294"/>
                  </a:lnTo>
                  <a:lnTo>
                    <a:pt x="1468" y="6256"/>
                  </a:lnTo>
                  <a:lnTo>
                    <a:pt x="1816" y="6294"/>
                  </a:lnTo>
                  <a:lnTo>
                    <a:pt x="2395" y="6333"/>
                  </a:lnTo>
                  <a:lnTo>
                    <a:pt x="3013" y="6371"/>
                  </a:lnTo>
                  <a:lnTo>
                    <a:pt x="3592" y="6333"/>
                  </a:lnTo>
                  <a:lnTo>
                    <a:pt x="4171" y="6294"/>
                  </a:lnTo>
                  <a:lnTo>
                    <a:pt x="5368" y="6101"/>
                  </a:lnTo>
                  <a:lnTo>
                    <a:pt x="6565" y="5869"/>
                  </a:lnTo>
                  <a:lnTo>
                    <a:pt x="6758" y="5831"/>
                  </a:lnTo>
                  <a:lnTo>
                    <a:pt x="7994" y="5522"/>
                  </a:lnTo>
                  <a:lnTo>
                    <a:pt x="9037" y="5252"/>
                  </a:lnTo>
                  <a:lnTo>
                    <a:pt x="10079" y="4981"/>
                  </a:lnTo>
                  <a:lnTo>
                    <a:pt x="11161" y="4595"/>
                  </a:lnTo>
                  <a:lnTo>
                    <a:pt x="11663" y="4363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6"/>
                  </a:lnTo>
                  <a:lnTo>
                    <a:pt x="12782" y="4711"/>
                  </a:lnTo>
                  <a:lnTo>
                    <a:pt x="13014" y="4518"/>
                  </a:lnTo>
                  <a:lnTo>
                    <a:pt x="12435" y="3939"/>
                  </a:lnTo>
                  <a:lnTo>
                    <a:pt x="12898" y="3668"/>
                  </a:lnTo>
                  <a:lnTo>
                    <a:pt x="13362" y="3321"/>
                  </a:lnTo>
                  <a:lnTo>
                    <a:pt x="13632" y="3051"/>
                  </a:lnTo>
                  <a:lnTo>
                    <a:pt x="13825" y="2703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8"/>
                  </a:lnTo>
                  <a:lnTo>
                    <a:pt x="14134" y="1738"/>
                  </a:lnTo>
                  <a:lnTo>
                    <a:pt x="14095" y="1467"/>
                  </a:lnTo>
                  <a:lnTo>
                    <a:pt x="14018" y="1236"/>
                  </a:lnTo>
                  <a:lnTo>
                    <a:pt x="13902" y="1004"/>
                  </a:lnTo>
                  <a:lnTo>
                    <a:pt x="13748" y="811"/>
                  </a:lnTo>
                  <a:lnTo>
                    <a:pt x="13477" y="618"/>
                  </a:lnTo>
                  <a:lnTo>
                    <a:pt x="13169" y="502"/>
                  </a:lnTo>
                  <a:lnTo>
                    <a:pt x="13091" y="502"/>
                  </a:lnTo>
                  <a:lnTo>
                    <a:pt x="12898" y="386"/>
                  </a:lnTo>
                  <a:lnTo>
                    <a:pt x="12667" y="270"/>
                  </a:lnTo>
                  <a:lnTo>
                    <a:pt x="12435" y="154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2291450" y="1821150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7" y="1"/>
                  </a:moveTo>
                  <a:lnTo>
                    <a:pt x="1893" y="78"/>
                  </a:lnTo>
                  <a:lnTo>
                    <a:pt x="1738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5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39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3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1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1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8" y="1005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2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1" y="2704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1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6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6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2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3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2" y="5793"/>
                  </a:lnTo>
                  <a:lnTo>
                    <a:pt x="4828" y="5638"/>
                  </a:lnTo>
                  <a:lnTo>
                    <a:pt x="4248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6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3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6650100" y="1835625"/>
              <a:ext cx="350475" cy="288675"/>
            </a:xfrm>
            <a:custGeom>
              <a:avLst/>
              <a:gdLst/>
              <a:ahLst/>
              <a:cxnLst/>
              <a:rect l="l" t="t" r="r" b="b"/>
              <a:pathLst>
                <a:path w="14019" h="11547" extrusionOk="0">
                  <a:moveTo>
                    <a:pt x="11778" y="1"/>
                  </a:moveTo>
                  <a:lnTo>
                    <a:pt x="11470" y="78"/>
                  </a:lnTo>
                  <a:lnTo>
                    <a:pt x="11856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9" y="1893"/>
                  </a:lnTo>
                  <a:lnTo>
                    <a:pt x="10427" y="2086"/>
                  </a:lnTo>
                  <a:lnTo>
                    <a:pt x="11470" y="3437"/>
                  </a:lnTo>
                  <a:lnTo>
                    <a:pt x="12551" y="4750"/>
                  </a:lnTo>
                  <a:lnTo>
                    <a:pt x="12860" y="5754"/>
                  </a:lnTo>
                  <a:lnTo>
                    <a:pt x="13169" y="5754"/>
                  </a:lnTo>
                  <a:lnTo>
                    <a:pt x="13207" y="5639"/>
                  </a:lnTo>
                  <a:lnTo>
                    <a:pt x="13169" y="5523"/>
                  </a:lnTo>
                  <a:lnTo>
                    <a:pt x="13439" y="5716"/>
                  </a:lnTo>
                  <a:lnTo>
                    <a:pt x="13593" y="5947"/>
                  </a:lnTo>
                  <a:lnTo>
                    <a:pt x="13671" y="6179"/>
                  </a:lnTo>
                  <a:lnTo>
                    <a:pt x="13709" y="6411"/>
                  </a:lnTo>
                  <a:lnTo>
                    <a:pt x="13632" y="6681"/>
                  </a:lnTo>
                  <a:lnTo>
                    <a:pt x="13516" y="6913"/>
                  </a:lnTo>
                  <a:lnTo>
                    <a:pt x="13362" y="7183"/>
                  </a:lnTo>
                  <a:lnTo>
                    <a:pt x="13169" y="7453"/>
                  </a:lnTo>
                  <a:lnTo>
                    <a:pt x="12744" y="7955"/>
                  </a:lnTo>
                  <a:lnTo>
                    <a:pt x="12203" y="8419"/>
                  </a:lnTo>
                  <a:lnTo>
                    <a:pt x="11740" y="8766"/>
                  </a:lnTo>
                  <a:lnTo>
                    <a:pt x="11354" y="9075"/>
                  </a:lnTo>
                  <a:lnTo>
                    <a:pt x="10543" y="9577"/>
                  </a:lnTo>
                  <a:lnTo>
                    <a:pt x="9655" y="10002"/>
                  </a:lnTo>
                  <a:lnTo>
                    <a:pt x="8767" y="10388"/>
                  </a:lnTo>
                  <a:lnTo>
                    <a:pt x="7878" y="10658"/>
                  </a:lnTo>
                  <a:lnTo>
                    <a:pt x="6952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1" y="11160"/>
                  </a:lnTo>
                  <a:lnTo>
                    <a:pt x="3013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2" y="10543"/>
                  </a:lnTo>
                  <a:lnTo>
                    <a:pt x="619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40" y="9654"/>
                  </a:lnTo>
                  <a:lnTo>
                    <a:pt x="1" y="9886"/>
                  </a:lnTo>
                  <a:lnTo>
                    <a:pt x="40" y="10118"/>
                  </a:lnTo>
                  <a:lnTo>
                    <a:pt x="78" y="10311"/>
                  </a:lnTo>
                  <a:lnTo>
                    <a:pt x="194" y="10465"/>
                  </a:lnTo>
                  <a:lnTo>
                    <a:pt x="348" y="10620"/>
                  </a:lnTo>
                  <a:lnTo>
                    <a:pt x="542" y="10774"/>
                  </a:lnTo>
                  <a:lnTo>
                    <a:pt x="773" y="10890"/>
                  </a:lnTo>
                  <a:lnTo>
                    <a:pt x="1237" y="11083"/>
                  </a:lnTo>
                  <a:lnTo>
                    <a:pt x="1739" y="11238"/>
                  </a:lnTo>
                  <a:lnTo>
                    <a:pt x="2202" y="11354"/>
                  </a:lnTo>
                  <a:lnTo>
                    <a:pt x="2627" y="11431"/>
                  </a:lnTo>
                  <a:lnTo>
                    <a:pt x="3322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9" y="11315"/>
                  </a:lnTo>
                  <a:lnTo>
                    <a:pt x="7415" y="11160"/>
                  </a:lnTo>
                  <a:lnTo>
                    <a:pt x="8071" y="11006"/>
                  </a:lnTo>
                  <a:lnTo>
                    <a:pt x="8728" y="10774"/>
                  </a:lnTo>
                  <a:lnTo>
                    <a:pt x="9346" y="10543"/>
                  </a:lnTo>
                  <a:lnTo>
                    <a:pt x="9964" y="10272"/>
                  </a:lnTo>
                  <a:lnTo>
                    <a:pt x="10543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9" y="8071"/>
                  </a:lnTo>
                  <a:lnTo>
                    <a:pt x="13555" y="7646"/>
                  </a:lnTo>
                  <a:lnTo>
                    <a:pt x="13748" y="7376"/>
                  </a:lnTo>
                  <a:lnTo>
                    <a:pt x="13864" y="7145"/>
                  </a:lnTo>
                  <a:lnTo>
                    <a:pt x="13980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1" y="5909"/>
                  </a:lnTo>
                  <a:lnTo>
                    <a:pt x="13864" y="5716"/>
                  </a:lnTo>
                  <a:lnTo>
                    <a:pt x="13748" y="5523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5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609775" y="18510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9" y="541"/>
                  </a:lnTo>
                  <a:lnTo>
                    <a:pt x="12435" y="657"/>
                  </a:lnTo>
                  <a:lnTo>
                    <a:pt x="12628" y="734"/>
                  </a:lnTo>
                  <a:lnTo>
                    <a:pt x="12744" y="812"/>
                  </a:lnTo>
                  <a:lnTo>
                    <a:pt x="12859" y="966"/>
                  </a:lnTo>
                  <a:lnTo>
                    <a:pt x="12937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7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0"/>
                  </a:lnTo>
                  <a:lnTo>
                    <a:pt x="12242" y="2472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8" y="3206"/>
                  </a:lnTo>
                  <a:lnTo>
                    <a:pt x="9925" y="3437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1"/>
                  </a:lnTo>
                  <a:lnTo>
                    <a:pt x="5021" y="4596"/>
                  </a:lnTo>
                  <a:lnTo>
                    <a:pt x="4133" y="4712"/>
                  </a:lnTo>
                  <a:lnTo>
                    <a:pt x="3244" y="4789"/>
                  </a:lnTo>
                  <a:lnTo>
                    <a:pt x="2202" y="4789"/>
                  </a:lnTo>
                  <a:lnTo>
                    <a:pt x="1854" y="4750"/>
                  </a:lnTo>
                  <a:lnTo>
                    <a:pt x="1507" y="4673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1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4"/>
                  </a:lnTo>
                  <a:lnTo>
                    <a:pt x="3013" y="2356"/>
                  </a:lnTo>
                  <a:lnTo>
                    <a:pt x="3708" y="2009"/>
                  </a:lnTo>
                  <a:lnTo>
                    <a:pt x="4480" y="1700"/>
                  </a:lnTo>
                  <a:lnTo>
                    <a:pt x="5252" y="1429"/>
                  </a:lnTo>
                  <a:lnTo>
                    <a:pt x="6025" y="1198"/>
                  </a:lnTo>
                  <a:lnTo>
                    <a:pt x="6836" y="1005"/>
                  </a:lnTo>
                  <a:lnTo>
                    <a:pt x="7608" y="812"/>
                  </a:lnTo>
                  <a:lnTo>
                    <a:pt x="8419" y="696"/>
                  </a:lnTo>
                  <a:lnTo>
                    <a:pt x="9230" y="580"/>
                  </a:lnTo>
                  <a:lnTo>
                    <a:pt x="10041" y="541"/>
                  </a:lnTo>
                  <a:lnTo>
                    <a:pt x="10736" y="503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2" y="1314"/>
                  </a:lnTo>
                  <a:lnTo>
                    <a:pt x="13709" y="1507"/>
                  </a:lnTo>
                  <a:lnTo>
                    <a:pt x="13748" y="1738"/>
                  </a:lnTo>
                  <a:lnTo>
                    <a:pt x="13709" y="2009"/>
                  </a:lnTo>
                  <a:lnTo>
                    <a:pt x="13632" y="2240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7"/>
                  </a:lnTo>
                  <a:lnTo>
                    <a:pt x="12049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2" y="4634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2" y="5793"/>
                  </a:lnTo>
                  <a:lnTo>
                    <a:pt x="3708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6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6" y="5484"/>
                  </a:lnTo>
                  <a:lnTo>
                    <a:pt x="503" y="5252"/>
                  </a:lnTo>
                  <a:lnTo>
                    <a:pt x="348" y="5021"/>
                  </a:lnTo>
                  <a:lnTo>
                    <a:pt x="310" y="4866"/>
                  </a:lnTo>
                  <a:lnTo>
                    <a:pt x="310" y="4750"/>
                  </a:lnTo>
                  <a:lnTo>
                    <a:pt x="310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2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3" y="5214"/>
                  </a:lnTo>
                  <a:lnTo>
                    <a:pt x="1931" y="5252"/>
                  </a:lnTo>
                  <a:lnTo>
                    <a:pt x="2588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7" y="5059"/>
                  </a:lnTo>
                  <a:lnTo>
                    <a:pt x="6913" y="4789"/>
                  </a:lnTo>
                  <a:lnTo>
                    <a:pt x="7840" y="4596"/>
                  </a:lnTo>
                  <a:lnTo>
                    <a:pt x="8728" y="4403"/>
                  </a:lnTo>
                  <a:lnTo>
                    <a:pt x="9616" y="4132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8"/>
                  </a:lnTo>
                  <a:lnTo>
                    <a:pt x="12435" y="2974"/>
                  </a:lnTo>
                  <a:lnTo>
                    <a:pt x="12705" y="2819"/>
                  </a:lnTo>
                  <a:lnTo>
                    <a:pt x="12937" y="2588"/>
                  </a:lnTo>
                  <a:lnTo>
                    <a:pt x="13130" y="2395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4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8" y="1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5"/>
                  </a:lnTo>
                  <a:lnTo>
                    <a:pt x="4133" y="1352"/>
                  </a:lnTo>
                  <a:lnTo>
                    <a:pt x="3244" y="1700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3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4" y="4132"/>
                  </a:lnTo>
                  <a:lnTo>
                    <a:pt x="194" y="4171"/>
                  </a:lnTo>
                  <a:lnTo>
                    <a:pt x="117" y="4325"/>
                  </a:lnTo>
                  <a:lnTo>
                    <a:pt x="39" y="4480"/>
                  </a:lnTo>
                  <a:lnTo>
                    <a:pt x="1" y="4634"/>
                  </a:lnTo>
                  <a:lnTo>
                    <a:pt x="1" y="4789"/>
                  </a:lnTo>
                  <a:lnTo>
                    <a:pt x="39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7" y="6063"/>
                  </a:lnTo>
                  <a:lnTo>
                    <a:pt x="966" y="6256"/>
                  </a:lnTo>
                  <a:lnTo>
                    <a:pt x="1275" y="6179"/>
                  </a:lnTo>
                  <a:lnTo>
                    <a:pt x="1314" y="6218"/>
                  </a:lnTo>
                  <a:lnTo>
                    <a:pt x="1314" y="6256"/>
                  </a:lnTo>
                  <a:lnTo>
                    <a:pt x="1352" y="6295"/>
                  </a:lnTo>
                  <a:lnTo>
                    <a:pt x="1468" y="6256"/>
                  </a:lnTo>
                  <a:lnTo>
                    <a:pt x="1816" y="6295"/>
                  </a:lnTo>
                  <a:lnTo>
                    <a:pt x="2395" y="6333"/>
                  </a:lnTo>
                  <a:lnTo>
                    <a:pt x="3013" y="6372"/>
                  </a:lnTo>
                  <a:lnTo>
                    <a:pt x="3592" y="6333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4" y="5523"/>
                  </a:lnTo>
                  <a:lnTo>
                    <a:pt x="9037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5" y="3939"/>
                  </a:lnTo>
                  <a:lnTo>
                    <a:pt x="12898" y="3669"/>
                  </a:lnTo>
                  <a:lnTo>
                    <a:pt x="13361" y="3321"/>
                  </a:lnTo>
                  <a:lnTo>
                    <a:pt x="13632" y="3051"/>
                  </a:lnTo>
                  <a:lnTo>
                    <a:pt x="13825" y="2704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9"/>
                  </a:lnTo>
                  <a:lnTo>
                    <a:pt x="14134" y="1738"/>
                  </a:lnTo>
                  <a:lnTo>
                    <a:pt x="14095" y="1468"/>
                  </a:lnTo>
                  <a:lnTo>
                    <a:pt x="14018" y="1236"/>
                  </a:lnTo>
                  <a:lnTo>
                    <a:pt x="13902" y="1005"/>
                  </a:lnTo>
                  <a:lnTo>
                    <a:pt x="13748" y="812"/>
                  </a:lnTo>
                  <a:lnTo>
                    <a:pt x="13477" y="618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5" y="155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6883725" y="1876175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6" y="1"/>
                  </a:moveTo>
                  <a:lnTo>
                    <a:pt x="348" y="889"/>
                  </a:lnTo>
                  <a:lnTo>
                    <a:pt x="232" y="1815"/>
                  </a:lnTo>
                  <a:lnTo>
                    <a:pt x="155" y="3630"/>
                  </a:lnTo>
                  <a:lnTo>
                    <a:pt x="1" y="7260"/>
                  </a:lnTo>
                  <a:lnTo>
                    <a:pt x="194" y="7260"/>
                  </a:lnTo>
                  <a:lnTo>
                    <a:pt x="426" y="5484"/>
                  </a:lnTo>
                  <a:lnTo>
                    <a:pt x="580" y="3669"/>
                  </a:lnTo>
                  <a:lnTo>
                    <a:pt x="696" y="1854"/>
                  </a:lnTo>
                  <a:lnTo>
                    <a:pt x="696" y="927"/>
                  </a:lnTo>
                  <a:lnTo>
                    <a:pt x="696" y="39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4796600" y="1878100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1"/>
                  </a:moveTo>
                  <a:lnTo>
                    <a:pt x="11469" y="78"/>
                  </a:lnTo>
                  <a:lnTo>
                    <a:pt x="11855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8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9"/>
                  </a:lnTo>
                  <a:lnTo>
                    <a:pt x="13168" y="5523"/>
                  </a:lnTo>
                  <a:lnTo>
                    <a:pt x="13438" y="5716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1"/>
                  </a:lnTo>
                  <a:lnTo>
                    <a:pt x="13631" y="6681"/>
                  </a:lnTo>
                  <a:lnTo>
                    <a:pt x="13516" y="6913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9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1" y="10543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39" y="9655"/>
                  </a:lnTo>
                  <a:lnTo>
                    <a:pt x="0" y="9886"/>
                  </a:lnTo>
                  <a:lnTo>
                    <a:pt x="39" y="10118"/>
                  </a:lnTo>
                  <a:lnTo>
                    <a:pt x="78" y="10311"/>
                  </a:lnTo>
                  <a:lnTo>
                    <a:pt x="193" y="10465"/>
                  </a:lnTo>
                  <a:lnTo>
                    <a:pt x="348" y="10620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8"/>
                  </a:lnTo>
                  <a:lnTo>
                    <a:pt x="2201" y="11354"/>
                  </a:lnTo>
                  <a:lnTo>
                    <a:pt x="2626" y="11431"/>
                  </a:lnTo>
                  <a:lnTo>
                    <a:pt x="3321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3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5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7"/>
                  </a:lnTo>
                  <a:lnTo>
                    <a:pt x="13747" y="7376"/>
                  </a:lnTo>
                  <a:lnTo>
                    <a:pt x="13863" y="7145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0" y="5909"/>
                  </a:lnTo>
                  <a:lnTo>
                    <a:pt x="13863" y="5716"/>
                  </a:lnTo>
                  <a:lnTo>
                    <a:pt x="13747" y="5523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4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6050625" y="1898375"/>
              <a:ext cx="329200" cy="241375"/>
            </a:xfrm>
            <a:custGeom>
              <a:avLst/>
              <a:gdLst/>
              <a:ahLst/>
              <a:cxnLst/>
              <a:rect l="l" t="t" r="r" b="b"/>
              <a:pathLst>
                <a:path w="13168" h="9655" extrusionOk="0">
                  <a:moveTo>
                    <a:pt x="5368" y="619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5"/>
                  </a:lnTo>
                  <a:lnTo>
                    <a:pt x="8109" y="2356"/>
                  </a:lnTo>
                  <a:lnTo>
                    <a:pt x="8264" y="2627"/>
                  </a:lnTo>
                  <a:lnTo>
                    <a:pt x="8380" y="2858"/>
                  </a:lnTo>
                  <a:lnTo>
                    <a:pt x="8495" y="3129"/>
                  </a:lnTo>
                  <a:lnTo>
                    <a:pt x="8573" y="3437"/>
                  </a:lnTo>
                  <a:lnTo>
                    <a:pt x="8611" y="3708"/>
                  </a:lnTo>
                  <a:lnTo>
                    <a:pt x="8573" y="3708"/>
                  </a:lnTo>
                  <a:lnTo>
                    <a:pt x="7723" y="3824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1"/>
                  </a:lnTo>
                  <a:lnTo>
                    <a:pt x="5792" y="3862"/>
                  </a:lnTo>
                  <a:lnTo>
                    <a:pt x="5638" y="3746"/>
                  </a:lnTo>
                  <a:lnTo>
                    <a:pt x="5561" y="3553"/>
                  </a:lnTo>
                  <a:lnTo>
                    <a:pt x="5483" y="3283"/>
                  </a:lnTo>
                  <a:lnTo>
                    <a:pt x="5406" y="2627"/>
                  </a:lnTo>
                  <a:lnTo>
                    <a:pt x="5368" y="1970"/>
                  </a:lnTo>
                  <a:lnTo>
                    <a:pt x="5368" y="619"/>
                  </a:lnTo>
                  <a:close/>
                  <a:moveTo>
                    <a:pt x="2742" y="889"/>
                  </a:moveTo>
                  <a:lnTo>
                    <a:pt x="2626" y="3090"/>
                  </a:lnTo>
                  <a:lnTo>
                    <a:pt x="2626" y="3515"/>
                  </a:lnTo>
                  <a:lnTo>
                    <a:pt x="2587" y="3708"/>
                  </a:lnTo>
                  <a:lnTo>
                    <a:pt x="2510" y="3862"/>
                  </a:lnTo>
                  <a:lnTo>
                    <a:pt x="2433" y="3978"/>
                  </a:lnTo>
                  <a:lnTo>
                    <a:pt x="2278" y="4094"/>
                  </a:lnTo>
                  <a:lnTo>
                    <a:pt x="2124" y="4210"/>
                  </a:lnTo>
                  <a:lnTo>
                    <a:pt x="1892" y="4248"/>
                  </a:lnTo>
                  <a:lnTo>
                    <a:pt x="1699" y="4287"/>
                  </a:lnTo>
                  <a:lnTo>
                    <a:pt x="1506" y="4287"/>
                  </a:lnTo>
                  <a:lnTo>
                    <a:pt x="1120" y="4210"/>
                  </a:lnTo>
                  <a:lnTo>
                    <a:pt x="734" y="4133"/>
                  </a:lnTo>
                  <a:lnTo>
                    <a:pt x="386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8" y="2549"/>
                  </a:lnTo>
                  <a:lnTo>
                    <a:pt x="1159" y="2125"/>
                  </a:lnTo>
                  <a:lnTo>
                    <a:pt x="1506" y="1738"/>
                  </a:lnTo>
                  <a:lnTo>
                    <a:pt x="1892" y="1391"/>
                  </a:lnTo>
                  <a:lnTo>
                    <a:pt x="2317" y="1121"/>
                  </a:lnTo>
                  <a:lnTo>
                    <a:pt x="2742" y="889"/>
                  </a:lnTo>
                  <a:close/>
                  <a:moveTo>
                    <a:pt x="10774" y="5368"/>
                  </a:moveTo>
                  <a:lnTo>
                    <a:pt x="11198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14" y="6179"/>
                  </a:lnTo>
                  <a:lnTo>
                    <a:pt x="11198" y="6256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32"/>
                  </a:lnTo>
                  <a:lnTo>
                    <a:pt x="10542" y="5716"/>
                  </a:lnTo>
                  <a:lnTo>
                    <a:pt x="10619" y="5523"/>
                  </a:lnTo>
                  <a:lnTo>
                    <a:pt x="10658" y="5407"/>
                  </a:lnTo>
                  <a:lnTo>
                    <a:pt x="10774" y="5368"/>
                  </a:lnTo>
                  <a:close/>
                  <a:moveTo>
                    <a:pt x="4402" y="1"/>
                  </a:moveTo>
                  <a:lnTo>
                    <a:pt x="3939" y="39"/>
                  </a:lnTo>
                  <a:lnTo>
                    <a:pt x="3514" y="117"/>
                  </a:lnTo>
                  <a:lnTo>
                    <a:pt x="3051" y="194"/>
                  </a:lnTo>
                  <a:lnTo>
                    <a:pt x="2626" y="348"/>
                  </a:lnTo>
                  <a:lnTo>
                    <a:pt x="2240" y="541"/>
                  </a:lnTo>
                  <a:lnTo>
                    <a:pt x="1854" y="773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9"/>
                  </a:lnTo>
                  <a:lnTo>
                    <a:pt x="386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31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57"/>
                  </a:lnTo>
                  <a:lnTo>
                    <a:pt x="348" y="4287"/>
                  </a:lnTo>
                  <a:lnTo>
                    <a:pt x="965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5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364"/>
                  </a:lnTo>
                  <a:lnTo>
                    <a:pt x="2858" y="4248"/>
                  </a:lnTo>
                  <a:lnTo>
                    <a:pt x="2896" y="4094"/>
                  </a:lnTo>
                  <a:lnTo>
                    <a:pt x="2973" y="3939"/>
                  </a:lnTo>
                  <a:lnTo>
                    <a:pt x="3012" y="3631"/>
                  </a:lnTo>
                  <a:lnTo>
                    <a:pt x="3012" y="2974"/>
                  </a:lnTo>
                  <a:lnTo>
                    <a:pt x="3089" y="734"/>
                  </a:lnTo>
                  <a:lnTo>
                    <a:pt x="3514" y="619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23"/>
                  </a:lnTo>
                  <a:lnTo>
                    <a:pt x="5059" y="2704"/>
                  </a:lnTo>
                  <a:lnTo>
                    <a:pt x="5097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0" y="4017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6"/>
                  </a:lnTo>
                  <a:lnTo>
                    <a:pt x="6217" y="4326"/>
                  </a:lnTo>
                  <a:lnTo>
                    <a:pt x="6565" y="4287"/>
                  </a:lnTo>
                  <a:lnTo>
                    <a:pt x="7607" y="4210"/>
                  </a:lnTo>
                  <a:lnTo>
                    <a:pt x="8650" y="4055"/>
                  </a:lnTo>
                  <a:lnTo>
                    <a:pt x="8650" y="4441"/>
                  </a:lnTo>
                  <a:lnTo>
                    <a:pt x="8611" y="4866"/>
                  </a:lnTo>
                  <a:lnTo>
                    <a:pt x="8611" y="4905"/>
                  </a:lnTo>
                  <a:lnTo>
                    <a:pt x="8611" y="5021"/>
                  </a:lnTo>
                  <a:lnTo>
                    <a:pt x="8650" y="5059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0" y="4905"/>
                  </a:lnTo>
                  <a:lnTo>
                    <a:pt x="9384" y="4905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03" y="5252"/>
                  </a:lnTo>
                  <a:lnTo>
                    <a:pt x="10426" y="5330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16"/>
                  </a:lnTo>
                  <a:lnTo>
                    <a:pt x="10233" y="5870"/>
                  </a:lnTo>
                  <a:lnTo>
                    <a:pt x="10233" y="6025"/>
                  </a:lnTo>
                  <a:lnTo>
                    <a:pt x="10272" y="6179"/>
                  </a:lnTo>
                  <a:lnTo>
                    <a:pt x="10349" y="6334"/>
                  </a:lnTo>
                  <a:lnTo>
                    <a:pt x="10503" y="6488"/>
                  </a:lnTo>
                  <a:lnTo>
                    <a:pt x="10696" y="6565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41" y="6913"/>
                  </a:lnTo>
                  <a:lnTo>
                    <a:pt x="12395" y="7222"/>
                  </a:lnTo>
                  <a:lnTo>
                    <a:pt x="12473" y="7569"/>
                  </a:lnTo>
                  <a:lnTo>
                    <a:pt x="12511" y="7917"/>
                  </a:lnTo>
                  <a:lnTo>
                    <a:pt x="12550" y="8264"/>
                  </a:lnTo>
                  <a:lnTo>
                    <a:pt x="12550" y="8998"/>
                  </a:lnTo>
                  <a:lnTo>
                    <a:pt x="12473" y="8998"/>
                  </a:lnTo>
                  <a:lnTo>
                    <a:pt x="12434" y="9037"/>
                  </a:lnTo>
                  <a:lnTo>
                    <a:pt x="12357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54"/>
                  </a:lnTo>
                  <a:lnTo>
                    <a:pt x="12125" y="9654"/>
                  </a:lnTo>
                  <a:lnTo>
                    <a:pt x="12820" y="9616"/>
                  </a:lnTo>
                  <a:lnTo>
                    <a:pt x="12936" y="9577"/>
                  </a:lnTo>
                  <a:lnTo>
                    <a:pt x="13013" y="9461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091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685"/>
                  </a:lnTo>
                  <a:lnTo>
                    <a:pt x="12936" y="7183"/>
                  </a:lnTo>
                  <a:lnTo>
                    <a:pt x="12704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276" y="5098"/>
                  </a:lnTo>
                  <a:lnTo>
                    <a:pt x="10967" y="4905"/>
                  </a:lnTo>
                  <a:lnTo>
                    <a:pt x="10619" y="4750"/>
                  </a:lnTo>
                  <a:lnTo>
                    <a:pt x="10233" y="4596"/>
                  </a:lnTo>
                  <a:lnTo>
                    <a:pt x="9886" y="4480"/>
                  </a:lnTo>
                  <a:lnTo>
                    <a:pt x="9499" y="4403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186" y="1584"/>
                  </a:lnTo>
                  <a:lnTo>
                    <a:pt x="7839" y="1275"/>
                  </a:lnTo>
                  <a:lnTo>
                    <a:pt x="7453" y="966"/>
                  </a:lnTo>
                  <a:lnTo>
                    <a:pt x="7067" y="734"/>
                  </a:lnTo>
                  <a:lnTo>
                    <a:pt x="6603" y="503"/>
                  </a:lnTo>
                  <a:lnTo>
                    <a:pt x="6178" y="348"/>
                  </a:lnTo>
                  <a:lnTo>
                    <a:pt x="5715" y="194"/>
                  </a:lnTo>
                  <a:lnTo>
                    <a:pt x="5290" y="78"/>
                  </a:lnTo>
                  <a:lnTo>
                    <a:pt x="482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849325" y="1901275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7" y="1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6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1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7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0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4" y="7299"/>
                  </a:lnTo>
                  <a:lnTo>
                    <a:pt x="14712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3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3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9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4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6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935225" y="191092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503" y="1"/>
                  </a:move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40" y="541"/>
                  </a:lnTo>
                  <a:lnTo>
                    <a:pt x="1" y="734"/>
                  </a:lnTo>
                  <a:lnTo>
                    <a:pt x="40" y="927"/>
                  </a:lnTo>
                  <a:lnTo>
                    <a:pt x="117" y="1082"/>
                  </a:lnTo>
                  <a:lnTo>
                    <a:pt x="194" y="1159"/>
                  </a:lnTo>
                  <a:lnTo>
                    <a:pt x="348" y="1159"/>
                  </a:lnTo>
                  <a:lnTo>
                    <a:pt x="426" y="1043"/>
                  </a:lnTo>
                  <a:lnTo>
                    <a:pt x="426" y="1005"/>
                  </a:lnTo>
                  <a:lnTo>
                    <a:pt x="387" y="927"/>
                  </a:lnTo>
                  <a:lnTo>
                    <a:pt x="387" y="850"/>
                  </a:lnTo>
                  <a:lnTo>
                    <a:pt x="348" y="773"/>
                  </a:lnTo>
                  <a:lnTo>
                    <a:pt x="426" y="580"/>
                  </a:lnTo>
                  <a:lnTo>
                    <a:pt x="542" y="425"/>
                  </a:lnTo>
                  <a:lnTo>
                    <a:pt x="619" y="387"/>
                  </a:lnTo>
                  <a:lnTo>
                    <a:pt x="773" y="387"/>
                  </a:lnTo>
                  <a:lnTo>
                    <a:pt x="850" y="425"/>
                  </a:lnTo>
                  <a:lnTo>
                    <a:pt x="966" y="580"/>
                  </a:lnTo>
                  <a:lnTo>
                    <a:pt x="1005" y="657"/>
                  </a:lnTo>
                  <a:lnTo>
                    <a:pt x="1005" y="734"/>
                  </a:lnTo>
                  <a:lnTo>
                    <a:pt x="966" y="927"/>
                  </a:lnTo>
                  <a:lnTo>
                    <a:pt x="966" y="1005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82" y="1159"/>
                  </a:lnTo>
                  <a:lnTo>
                    <a:pt x="1198" y="1159"/>
                  </a:lnTo>
                  <a:lnTo>
                    <a:pt x="1275" y="1121"/>
                  </a:lnTo>
                  <a:lnTo>
                    <a:pt x="1314" y="1082"/>
                  </a:lnTo>
                  <a:lnTo>
                    <a:pt x="1391" y="889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48"/>
                  </a:lnTo>
                  <a:lnTo>
                    <a:pt x="1198" y="194"/>
                  </a:lnTo>
                  <a:lnTo>
                    <a:pt x="1044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6081500" y="1911900"/>
              <a:ext cx="255850" cy="266475"/>
            </a:xfrm>
            <a:custGeom>
              <a:avLst/>
              <a:gdLst/>
              <a:ahLst/>
              <a:cxnLst/>
              <a:rect l="l" t="t" r="r" b="b"/>
              <a:pathLst>
                <a:path w="10234" h="10659" extrusionOk="0">
                  <a:moveTo>
                    <a:pt x="8303" y="7299"/>
                  </a:moveTo>
                  <a:lnTo>
                    <a:pt x="8535" y="7376"/>
                  </a:lnTo>
                  <a:lnTo>
                    <a:pt x="8766" y="7453"/>
                  </a:lnTo>
                  <a:lnTo>
                    <a:pt x="8998" y="7569"/>
                  </a:lnTo>
                  <a:lnTo>
                    <a:pt x="9191" y="7723"/>
                  </a:lnTo>
                  <a:lnTo>
                    <a:pt x="9384" y="7878"/>
                  </a:lnTo>
                  <a:lnTo>
                    <a:pt x="9539" y="8109"/>
                  </a:lnTo>
                  <a:lnTo>
                    <a:pt x="9655" y="8341"/>
                  </a:lnTo>
                  <a:lnTo>
                    <a:pt x="9693" y="8573"/>
                  </a:lnTo>
                  <a:lnTo>
                    <a:pt x="9732" y="8843"/>
                  </a:lnTo>
                  <a:lnTo>
                    <a:pt x="9693" y="9152"/>
                  </a:lnTo>
                  <a:lnTo>
                    <a:pt x="9577" y="9422"/>
                  </a:lnTo>
                  <a:lnTo>
                    <a:pt x="9423" y="9654"/>
                  </a:lnTo>
                  <a:lnTo>
                    <a:pt x="9230" y="9847"/>
                  </a:lnTo>
                  <a:lnTo>
                    <a:pt x="8959" y="10002"/>
                  </a:lnTo>
                  <a:lnTo>
                    <a:pt x="8728" y="10117"/>
                  </a:lnTo>
                  <a:lnTo>
                    <a:pt x="8419" y="10156"/>
                  </a:lnTo>
                  <a:lnTo>
                    <a:pt x="8149" y="10156"/>
                  </a:lnTo>
                  <a:lnTo>
                    <a:pt x="7878" y="10079"/>
                  </a:lnTo>
                  <a:lnTo>
                    <a:pt x="7647" y="9963"/>
                  </a:lnTo>
                  <a:lnTo>
                    <a:pt x="7415" y="9770"/>
                  </a:lnTo>
                  <a:lnTo>
                    <a:pt x="7222" y="9577"/>
                  </a:lnTo>
                  <a:lnTo>
                    <a:pt x="7067" y="9345"/>
                  </a:lnTo>
                  <a:lnTo>
                    <a:pt x="6990" y="9075"/>
                  </a:lnTo>
                  <a:lnTo>
                    <a:pt x="6951" y="8805"/>
                  </a:lnTo>
                  <a:lnTo>
                    <a:pt x="6990" y="8496"/>
                  </a:lnTo>
                  <a:lnTo>
                    <a:pt x="7067" y="8264"/>
                  </a:lnTo>
                  <a:lnTo>
                    <a:pt x="7183" y="8071"/>
                  </a:lnTo>
                  <a:lnTo>
                    <a:pt x="7338" y="7878"/>
                  </a:lnTo>
                  <a:lnTo>
                    <a:pt x="7531" y="7723"/>
                  </a:lnTo>
                  <a:lnTo>
                    <a:pt x="7762" y="7569"/>
                  </a:lnTo>
                  <a:lnTo>
                    <a:pt x="8187" y="7337"/>
                  </a:lnTo>
                  <a:lnTo>
                    <a:pt x="8264" y="7299"/>
                  </a:lnTo>
                  <a:close/>
                  <a:moveTo>
                    <a:pt x="2897" y="0"/>
                  </a:moveTo>
                  <a:lnTo>
                    <a:pt x="2704" y="39"/>
                  </a:lnTo>
                  <a:lnTo>
                    <a:pt x="2665" y="78"/>
                  </a:lnTo>
                  <a:lnTo>
                    <a:pt x="2665" y="1313"/>
                  </a:lnTo>
                  <a:lnTo>
                    <a:pt x="2665" y="2588"/>
                  </a:lnTo>
                  <a:lnTo>
                    <a:pt x="2704" y="3823"/>
                  </a:lnTo>
                  <a:lnTo>
                    <a:pt x="2742" y="5059"/>
                  </a:lnTo>
                  <a:lnTo>
                    <a:pt x="2936" y="7492"/>
                  </a:lnTo>
                  <a:lnTo>
                    <a:pt x="2936" y="8148"/>
                  </a:lnTo>
                  <a:lnTo>
                    <a:pt x="2974" y="8457"/>
                  </a:lnTo>
                  <a:lnTo>
                    <a:pt x="3013" y="8611"/>
                  </a:lnTo>
                  <a:lnTo>
                    <a:pt x="3090" y="8766"/>
                  </a:lnTo>
                  <a:lnTo>
                    <a:pt x="1584" y="8689"/>
                  </a:lnTo>
                  <a:lnTo>
                    <a:pt x="1" y="8689"/>
                  </a:lnTo>
                  <a:lnTo>
                    <a:pt x="39" y="8998"/>
                  </a:lnTo>
                  <a:lnTo>
                    <a:pt x="812" y="9113"/>
                  </a:lnTo>
                  <a:lnTo>
                    <a:pt x="1584" y="9152"/>
                  </a:lnTo>
                  <a:lnTo>
                    <a:pt x="3167" y="9229"/>
                  </a:lnTo>
                  <a:lnTo>
                    <a:pt x="4866" y="9306"/>
                  </a:lnTo>
                  <a:lnTo>
                    <a:pt x="5677" y="9306"/>
                  </a:lnTo>
                  <a:lnTo>
                    <a:pt x="6527" y="9229"/>
                  </a:lnTo>
                  <a:lnTo>
                    <a:pt x="6643" y="9538"/>
                  </a:lnTo>
                  <a:lnTo>
                    <a:pt x="6797" y="9847"/>
                  </a:lnTo>
                  <a:lnTo>
                    <a:pt x="6990" y="10079"/>
                  </a:lnTo>
                  <a:lnTo>
                    <a:pt x="7260" y="10310"/>
                  </a:lnTo>
                  <a:lnTo>
                    <a:pt x="7531" y="10465"/>
                  </a:lnTo>
                  <a:lnTo>
                    <a:pt x="7840" y="10581"/>
                  </a:lnTo>
                  <a:lnTo>
                    <a:pt x="8149" y="10658"/>
                  </a:lnTo>
                  <a:lnTo>
                    <a:pt x="8457" y="10658"/>
                  </a:lnTo>
                  <a:lnTo>
                    <a:pt x="8766" y="10619"/>
                  </a:lnTo>
                  <a:lnTo>
                    <a:pt x="9075" y="10504"/>
                  </a:lnTo>
                  <a:lnTo>
                    <a:pt x="9346" y="10388"/>
                  </a:lnTo>
                  <a:lnTo>
                    <a:pt x="9577" y="10195"/>
                  </a:lnTo>
                  <a:lnTo>
                    <a:pt x="9809" y="9963"/>
                  </a:lnTo>
                  <a:lnTo>
                    <a:pt x="9963" y="9693"/>
                  </a:lnTo>
                  <a:lnTo>
                    <a:pt x="10118" y="9422"/>
                  </a:lnTo>
                  <a:lnTo>
                    <a:pt x="10195" y="9113"/>
                  </a:lnTo>
                  <a:lnTo>
                    <a:pt x="10234" y="9113"/>
                  </a:lnTo>
                  <a:lnTo>
                    <a:pt x="10234" y="8766"/>
                  </a:lnTo>
                  <a:lnTo>
                    <a:pt x="10195" y="8380"/>
                  </a:lnTo>
                  <a:lnTo>
                    <a:pt x="10041" y="8071"/>
                  </a:lnTo>
                  <a:lnTo>
                    <a:pt x="9886" y="7762"/>
                  </a:lnTo>
                  <a:lnTo>
                    <a:pt x="9655" y="7492"/>
                  </a:lnTo>
                  <a:lnTo>
                    <a:pt x="9346" y="7260"/>
                  </a:lnTo>
                  <a:lnTo>
                    <a:pt x="9037" y="7105"/>
                  </a:lnTo>
                  <a:lnTo>
                    <a:pt x="8689" y="7028"/>
                  </a:lnTo>
                  <a:lnTo>
                    <a:pt x="8342" y="6990"/>
                  </a:lnTo>
                  <a:lnTo>
                    <a:pt x="8226" y="7067"/>
                  </a:lnTo>
                  <a:lnTo>
                    <a:pt x="8187" y="7028"/>
                  </a:lnTo>
                  <a:lnTo>
                    <a:pt x="8110" y="6990"/>
                  </a:lnTo>
                  <a:lnTo>
                    <a:pt x="7955" y="6990"/>
                  </a:lnTo>
                  <a:lnTo>
                    <a:pt x="7762" y="7028"/>
                  </a:lnTo>
                  <a:lnTo>
                    <a:pt x="7453" y="7144"/>
                  </a:lnTo>
                  <a:lnTo>
                    <a:pt x="7183" y="7337"/>
                  </a:lnTo>
                  <a:lnTo>
                    <a:pt x="6951" y="7569"/>
                  </a:lnTo>
                  <a:lnTo>
                    <a:pt x="6758" y="7878"/>
                  </a:lnTo>
                  <a:lnTo>
                    <a:pt x="6604" y="8187"/>
                  </a:lnTo>
                  <a:lnTo>
                    <a:pt x="6488" y="8496"/>
                  </a:lnTo>
                  <a:lnTo>
                    <a:pt x="6488" y="8843"/>
                  </a:lnTo>
                  <a:lnTo>
                    <a:pt x="5716" y="8766"/>
                  </a:lnTo>
                  <a:lnTo>
                    <a:pt x="3476" y="8766"/>
                  </a:lnTo>
                  <a:lnTo>
                    <a:pt x="3515" y="8689"/>
                  </a:lnTo>
                  <a:lnTo>
                    <a:pt x="3515" y="8650"/>
                  </a:lnTo>
                  <a:lnTo>
                    <a:pt x="3476" y="8573"/>
                  </a:lnTo>
                  <a:lnTo>
                    <a:pt x="3438" y="8496"/>
                  </a:lnTo>
                  <a:lnTo>
                    <a:pt x="3399" y="8457"/>
                  </a:lnTo>
                  <a:lnTo>
                    <a:pt x="3322" y="8457"/>
                  </a:lnTo>
                  <a:lnTo>
                    <a:pt x="3244" y="8496"/>
                  </a:lnTo>
                  <a:lnTo>
                    <a:pt x="3322" y="8380"/>
                  </a:lnTo>
                  <a:lnTo>
                    <a:pt x="3322" y="8225"/>
                  </a:lnTo>
                  <a:lnTo>
                    <a:pt x="3322" y="8071"/>
                  </a:lnTo>
                  <a:lnTo>
                    <a:pt x="3283" y="7955"/>
                  </a:lnTo>
                  <a:lnTo>
                    <a:pt x="3244" y="7337"/>
                  </a:lnTo>
                  <a:lnTo>
                    <a:pt x="3167" y="6410"/>
                  </a:lnTo>
                  <a:lnTo>
                    <a:pt x="3051" y="4325"/>
                  </a:lnTo>
                  <a:lnTo>
                    <a:pt x="2974" y="2201"/>
                  </a:lnTo>
                  <a:lnTo>
                    <a:pt x="2897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2715250" y="1912850"/>
              <a:ext cx="147725" cy="161250"/>
            </a:xfrm>
            <a:custGeom>
              <a:avLst/>
              <a:gdLst/>
              <a:ahLst/>
              <a:cxnLst/>
              <a:rect l="l" t="t" r="r" b="b"/>
              <a:pathLst>
                <a:path w="5909" h="6450" extrusionOk="0">
                  <a:moveTo>
                    <a:pt x="2781" y="503"/>
                  </a:moveTo>
                  <a:lnTo>
                    <a:pt x="3283" y="580"/>
                  </a:lnTo>
                  <a:lnTo>
                    <a:pt x="3746" y="735"/>
                  </a:lnTo>
                  <a:lnTo>
                    <a:pt x="4210" y="966"/>
                  </a:lnTo>
                  <a:lnTo>
                    <a:pt x="4403" y="1082"/>
                  </a:lnTo>
                  <a:lnTo>
                    <a:pt x="4596" y="1275"/>
                  </a:lnTo>
                  <a:lnTo>
                    <a:pt x="4750" y="1468"/>
                  </a:lnTo>
                  <a:lnTo>
                    <a:pt x="4943" y="1661"/>
                  </a:lnTo>
                  <a:lnTo>
                    <a:pt x="5059" y="1893"/>
                  </a:lnTo>
                  <a:lnTo>
                    <a:pt x="5175" y="2125"/>
                  </a:lnTo>
                  <a:lnTo>
                    <a:pt x="5330" y="2588"/>
                  </a:lnTo>
                  <a:lnTo>
                    <a:pt x="5407" y="3052"/>
                  </a:lnTo>
                  <a:lnTo>
                    <a:pt x="5407" y="3515"/>
                  </a:lnTo>
                  <a:lnTo>
                    <a:pt x="5368" y="4017"/>
                  </a:lnTo>
                  <a:lnTo>
                    <a:pt x="5214" y="4442"/>
                  </a:lnTo>
                  <a:lnTo>
                    <a:pt x="4982" y="4866"/>
                  </a:lnTo>
                  <a:lnTo>
                    <a:pt x="4828" y="5059"/>
                  </a:lnTo>
                  <a:lnTo>
                    <a:pt x="4673" y="5253"/>
                  </a:lnTo>
                  <a:lnTo>
                    <a:pt x="4480" y="5407"/>
                  </a:lnTo>
                  <a:lnTo>
                    <a:pt x="4287" y="5561"/>
                  </a:lnTo>
                  <a:lnTo>
                    <a:pt x="4017" y="5716"/>
                  </a:lnTo>
                  <a:lnTo>
                    <a:pt x="3746" y="5832"/>
                  </a:lnTo>
                  <a:lnTo>
                    <a:pt x="3515" y="5909"/>
                  </a:lnTo>
                  <a:lnTo>
                    <a:pt x="3244" y="5948"/>
                  </a:lnTo>
                  <a:lnTo>
                    <a:pt x="2742" y="5948"/>
                  </a:lnTo>
                  <a:lnTo>
                    <a:pt x="2511" y="5870"/>
                  </a:lnTo>
                  <a:lnTo>
                    <a:pt x="2279" y="5793"/>
                  </a:lnTo>
                  <a:lnTo>
                    <a:pt x="2047" y="5677"/>
                  </a:lnTo>
                  <a:lnTo>
                    <a:pt x="1816" y="5561"/>
                  </a:lnTo>
                  <a:lnTo>
                    <a:pt x="1623" y="5407"/>
                  </a:lnTo>
                  <a:lnTo>
                    <a:pt x="1429" y="5214"/>
                  </a:lnTo>
                  <a:lnTo>
                    <a:pt x="1082" y="4828"/>
                  </a:lnTo>
                  <a:lnTo>
                    <a:pt x="812" y="4364"/>
                  </a:lnTo>
                  <a:lnTo>
                    <a:pt x="619" y="3862"/>
                  </a:lnTo>
                  <a:lnTo>
                    <a:pt x="464" y="3322"/>
                  </a:lnTo>
                  <a:lnTo>
                    <a:pt x="426" y="2820"/>
                  </a:lnTo>
                  <a:lnTo>
                    <a:pt x="426" y="2550"/>
                  </a:lnTo>
                  <a:lnTo>
                    <a:pt x="464" y="2279"/>
                  </a:lnTo>
                  <a:lnTo>
                    <a:pt x="503" y="2048"/>
                  </a:lnTo>
                  <a:lnTo>
                    <a:pt x="619" y="1777"/>
                  </a:lnTo>
                  <a:lnTo>
                    <a:pt x="696" y="1584"/>
                  </a:lnTo>
                  <a:lnTo>
                    <a:pt x="850" y="1352"/>
                  </a:lnTo>
                  <a:lnTo>
                    <a:pt x="1005" y="1159"/>
                  </a:lnTo>
                  <a:lnTo>
                    <a:pt x="1198" y="966"/>
                  </a:lnTo>
                  <a:lnTo>
                    <a:pt x="1429" y="812"/>
                  </a:lnTo>
                  <a:lnTo>
                    <a:pt x="1700" y="657"/>
                  </a:lnTo>
                  <a:lnTo>
                    <a:pt x="1738" y="619"/>
                  </a:lnTo>
                  <a:lnTo>
                    <a:pt x="1738" y="580"/>
                  </a:lnTo>
                  <a:lnTo>
                    <a:pt x="2240" y="503"/>
                  </a:lnTo>
                  <a:close/>
                  <a:moveTo>
                    <a:pt x="2588" y="1"/>
                  </a:moveTo>
                  <a:lnTo>
                    <a:pt x="2279" y="40"/>
                  </a:lnTo>
                  <a:lnTo>
                    <a:pt x="1970" y="78"/>
                  </a:lnTo>
                  <a:lnTo>
                    <a:pt x="1661" y="155"/>
                  </a:lnTo>
                  <a:lnTo>
                    <a:pt x="1391" y="233"/>
                  </a:lnTo>
                  <a:lnTo>
                    <a:pt x="1314" y="310"/>
                  </a:lnTo>
                  <a:lnTo>
                    <a:pt x="1236" y="387"/>
                  </a:lnTo>
                  <a:lnTo>
                    <a:pt x="1236" y="464"/>
                  </a:lnTo>
                  <a:lnTo>
                    <a:pt x="1275" y="542"/>
                  </a:lnTo>
                  <a:lnTo>
                    <a:pt x="1005" y="657"/>
                  </a:lnTo>
                  <a:lnTo>
                    <a:pt x="773" y="850"/>
                  </a:lnTo>
                  <a:lnTo>
                    <a:pt x="580" y="1044"/>
                  </a:lnTo>
                  <a:lnTo>
                    <a:pt x="426" y="1237"/>
                  </a:lnTo>
                  <a:lnTo>
                    <a:pt x="271" y="1468"/>
                  </a:lnTo>
                  <a:lnTo>
                    <a:pt x="155" y="1700"/>
                  </a:lnTo>
                  <a:lnTo>
                    <a:pt x="78" y="1970"/>
                  </a:lnTo>
                  <a:lnTo>
                    <a:pt x="39" y="2241"/>
                  </a:lnTo>
                  <a:lnTo>
                    <a:pt x="1" y="2511"/>
                  </a:lnTo>
                  <a:lnTo>
                    <a:pt x="1" y="2781"/>
                  </a:lnTo>
                  <a:lnTo>
                    <a:pt x="39" y="3360"/>
                  </a:lnTo>
                  <a:lnTo>
                    <a:pt x="155" y="3901"/>
                  </a:lnTo>
                  <a:lnTo>
                    <a:pt x="387" y="4442"/>
                  </a:lnTo>
                  <a:lnTo>
                    <a:pt x="696" y="5021"/>
                  </a:lnTo>
                  <a:lnTo>
                    <a:pt x="889" y="5253"/>
                  </a:lnTo>
                  <a:lnTo>
                    <a:pt x="1082" y="5484"/>
                  </a:lnTo>
                  <a:lnTo>
                    <a:pt x="1275" y="5716"/>
                  </a:lnTo>
                  <a:lnTo>
                    <a:pt x="1507" y="5909"/>
                  </a:lnTo>
                  <a:lnTo>
                    <a:pt x="1738" y="6063"/>
                  </a:lnTo>
                  <a:lnTo>
                    <a:pt x="2009" y="6179"/>
                  </a:lnTo>
                  <a:lnTo>
                    <a:pt x="2240" y="6295"/>
                  </a:lnTo>
                  <a:lnTo>
                    <a:pt x="2511" y="6372"/>
                  </a:lnTo>
                  <a:lnTo>
                    <a:pt x="2820" y="6411"/>
                  </a:lnTo>
                  <a:lnTo>
                    <a:pt x="3090" y="6450"/>
                  </a:lnTo>
                  <a:lnTo>
                    <a:pt x="3399" y="6411"/>
                  </a:lnTo>
                  <a:lnTo>
                    <a:pt x="3669" y="6334"/>
                  </a:lnTo>
                  <a:lnTo>
                    <a:pt x="3978" y="6218"/>
                  </a:lnTo>
                  <a:lnTo>
                    <a:pt x="4326" y="6102"/>
                  </a:lnTo>
                  <a:lnTo>
                    <a:pt x="4557" y="5909"/>
                  </a:lnTo>
                  <a:lnTo>
                    <a:pt x="4828" y="5716"/>
                  </a:lnTo>
                  <a:lnTo>
                    <a:pt x="5021" y="5523"/>
                  </a:lnTo>
                  <a:lnTo>
                    <a:pt x="5214" y="5291"/>
                  </a:lnTo>
                  <a:lnTo>
                    <a:pt x="5407" y="5059"/>
                  </a:lnTo>
                  <a:lnTo>
                    <a:pt x="5561" y="4789"/>
                  </a:lnTo>
                  <a:lnTo>
                    <a:pt x="5677" y="4519"/>
                  </a:lnTo>
                  <a:lnTo>
                    <a:pt x="5754" y="4249"/>
                  </a:lnTo>
                  <a:lnTo>
                    <a:pt x="5832" y="3940"/>
                  </a:lnTo>
                  <a:lnTo>
                    <a:pt x="5870" y="3669"/>
                  </a:lnTo>
                  <a:lnTo>
                    <a:pt x="5909" y="3360"/>
                  </a:lnTo>
                  <a:lnTo>
                    <a:pt x="5870" y="3052"/>
                  </a:lnTo>
                  <a:lnTo>
                    <a:pt x="5832" y="2743"/>
                  </a:lnTo>
                  <a:lnTo>
                    <a:pt x="5793" y="2472"/>
                  </a:lnTo>
                  <a:lnTo>
                    <a:pt x="5716" y="2163"/>
                  </a:lnTo>
                  <a:lnTo>
                    <a:pt x="5600" y="1893"/>
                  </a:lnTo>
                  <a:lnTo>
                    <a:pt x="5445" y="1584"/>
                  </a:lnTo>
                  <a:lnTo>
                    <a:pt x="5252" y="1352"/>
                  </a:lnTo>
                  <a:lnTo>
                    <a:pt x="5059" y="1082"/>
                  </a:lnTo>
                  <a:lnTo>
                    <a:pt x="4828" y="889"/>
                  </a:lnTo>
                  <a:lnTo>
                    <a:pt x="4596" y="696"/>
                  </a:lnTo>
                  <a:lnTo>
                    <a:pt x="4364" y="503"/>
                  </a:lnTo>
                  <a:lnTo>
                    <a:pt x="4094" y="348"/>
                  </a:lnTo>
                  <a:lnTo>
                    <a:pt x="3785" y="233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40"/>
                  </a:lnTo>
                  <a:lnTo>
                    <a:pt x="25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1882150" y="19148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6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3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3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3" y="464"/>
                  </a:lnTo>
                  <a:lnTo>
                    <a:pt x="541" y="386"/>
                  </a:lnTo>
                  <a:lnTo>
                    <a:pt x="772" y="386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5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4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4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6734100" y="1914800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0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8"/>
                  </a:lnTo>
                  <a:lnTo>
                    <a:pt x="116" y="5059"/>
                  </a:lnTo>
                  <a:lnTo>
                    <a:pt x="0" y="6719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6" y="77"/>
                  </a:lnTo>
                  <a:lnTo>
                    <a:pt x="1236" y="39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668675" y="1916725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0"/>
                  </a:moveTo>
                  <a:lnTo>
                    <a:pt x="11469" y="78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7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438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1" y="6681"/>
                  </a:lnTo>
                  <a:lnTo>
                    <a:pt x="13515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8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3"/>
                  </a:lnTo>
                  <a:lnTo>
                    <a:pt x="1081" y="10697"/>
                  </a:lnTo>
                  <a:lnTo>
                    <a:pt x="811" y="10542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6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0" y="9886"/>
                  </a:lnTo>
                  <a:lnTo>
                    <a:pt x="39" y="10117"/>
                  </a:lnTo>
                  <a:lnTo>
                    <a:pt x="77" y="10311"/>
                  </a:lnTo>
                  <a:lnTo>
                    <a:pt x="193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1" y="11353"/>
                  </a:lnTo>
                  <a:lnTo>
                    <a:pt x="2626" y="11430"/>
                  </a:lnTo>
                  <a:lnTo>
                    <a:pt x="3321" y="11508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8"/>
                  </a:lnTo>
                  <a:lnTo>
                    <a:pt x="6063" y="11430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4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7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7" y="6565"/>
                  </a:lnTo>
                  <a:lnTo>
                    <a:pt x="14017" y="6333"/>
                  </a:lnTo>
                  <a:lnTo>
                    <a:pt x="14017" y="6140"/>
                  </a:lnTo>
                  <a:lnTo>
                    <a:pt x="13940" y="5908"/>
                  </a:lnTo>
                  <a:lnTo>
                    <a:pt x="13863" y="5715"/>
                  </a:lnTo>
                  <a:lnTo>
                    <a:pt x="13747" y="5522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6"/>
                  </a:lnTo>
                  <a:lnTo>
                    <a:pt x="13091" y="5136"/>
                  </a:lnTo>
                  <a:lnTo>
                    <a:pt x="12820" y="3823"/>
                  </a:lnTo>
                  <a:lnTo>
                    <a:pt x="12511" y="2549"/>
                  </a:lnTo>
                  <a:lnTo>
                    <a:pt x="12164" y="1275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6761125" y="19167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5" y="5098"/>
                  </a:lnTo>
                  <a:lnTo>
                    <a:pt x="4326" y="5445"/>
                  </a:lnTo>
                  <a:lnTo>
                    <a:pt x="4634" y="5793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3" y="4866"/>
                  </a:lnTo>
                  <a:lnTo>
                    <a:pt x="3862" y="4171"/>
                  </a:lnTo>
                  <a:lnTo>
                    <a:pt x="2704" y="2781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5030225" y="191865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6615350" y="1924450"/>
              <a:ext cx="61825" cy="160275"/>
            </a:xfrm>
            <a:custGeom>
              <a:avLst/>
              <a:gdLst/>
              <a:ahLst/>
              <a:cxnLst/>
              <a:rect l="l" t="t" r="r" b="b"/>
              <a:pathLst>
                <a:path w="2473" h="6411" extrusionOk="0">
                  <a:moveTo>
                    <a:pt x="310" y="0"/>
                  </a:moveTo>
                  <a:lnTo>
                    <a:pt x="1" y="78"/>
                  </a:lnTo>
                  <a:lnTo>
                    <a:pt x="194" y="927"/>
                  </a:lnTo>
                  <a:lnTo>
                    <a:pt x="426" y="1777"/>
                  </a:lnTo>
                  <a:lnTo>
                    <a:pt x="657" y="2626"/>
                  </a:lnTo>
                  <a:lnTo>
                    <a:pt x="928" y="3476"/>
                  </a:lnTo>
                  <a:lnTo>
                    <a:pt x="1507" y="5097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2" y="6140"/>
                  </a:lnTo>
                  <a:lnTo>
                    <a:pt x="2086" y="6333"/>
                  </a:lnTo>
                  <a:lnTo>
                    <a:pt x="2125" y="6410"/>
                  </a:lnTo>
                  <a:lnTo>
                    <a:pt x="2318" y="6410"/>
                  </a:lnTo>
                  <a:lnTo>
                    <a:pt x="2356" y="6333"/>
                  </a:lnTo>
                  <a:lnTo>
                    <a:pt x="2434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5" y="5599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3366875" y="19263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1" y="2317"/>
                  </a:lnTo>
                  <a:lnTo>
                    <a:pt x="6449" y="3901"/>
                  </a:lnTo>
                  <a:lnTo>
                    <a:pt x="6527" y="6990"/>
                  </a:lnTo>
                  <a:lnTo>
                    <a:pt x="3515" y="6758"/>
                  </a:lnTo>
                  <a:lnTo>
                    <a:pt x="2009" y="6642"/>
                  </a:lnTo>
                  <a:lnTo>
                    <a:pt x="503" y="6604"/>
                  </a:lnTo>
                  <a:lnTo>
                    <a:pt x="1352" y="5986"/>
                  </a:lnTo>
                  <a:lnTo>
                    <a:pt x="2202" y="5291"/>
                  </a:lnTo>
                  <a:lnTo>
                    <a:pt x="2974" y="4557"/>
                  </a:lnTo>
                  <a:lnTo>
                    <a:pt x="3708" y="3823"/>
                  </a:lnTo>
                  <a:lnTo>
                    <a:pt x="4441" y="3090"/>
                  </a:lnTo>
                  <a:lnTo>
                    <a:pt x="5137" y="2356"/>
                  </a:lnTo>
                  <a:lnTo>
                    <a:pt x="5793" y="1584"/>
                  </a:lnTo>
                  <a:lnTo>
                    <a:pt x="6449" y="773"/>
                  </a:lnTo>
                  <a:close/>
                  <a:moveTo>
                    <a:pt x="6720" y="1"/>
                  </a:moveTo>
                  <a:lnTo>
                    <a:pt x="6643" y="39"/>
                  </a:lnTo>
                  <a:lnTo>
                    <a:pt x="6565" y="39"/>
                  </a:lnTo>
                  <a:lnTo>
                    <a:pt x="6488" y="116"/>
                  </a:lnTo>
                  <a:lnTo>
                    <a:pt x="4982" y="1854"/>
                  </a:lnTo>
                  <a:lnTo>
                    <a:pt x="4210" y="2704"/>
                  </a:lnTo>
                  <a:lnTo>
                    <a:pt x="3438" y="3515"/>
                  </a:lnTo>
                  <a:lnTo>
                    <a:pt x="2588" y="4287"/>
                  </a:lnTo>
                  <a:lnTo>
                    <a:pt x="1738" y="5059"/>
                  </a:lnTo>
                  <a:lnTo>
                    <a:pt x="889" y="5793"/>
                  </a:lnTo>
                  <a:lnTo>
                    <a:pt x="39" y="6604"/>
                  </a:lnTo>
                  <a:lnTo>
                    <a:pt x="1" y="6642"/>
                  </a:lnTo>
                  <a:lnTo>
                    <a:pt x="1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1" y="6913"/>
                  </a:lnTo>
                  <a:lnTo>
                    <a:pt x="39" y="6990"/>
                  </a:lnTo>
                  <a:lnTo>
                    <a:pt x="117" y="7144"/>
                  </a:lnTo>
                  <a:lnTo>
                    <a:pt x="387" y="6990"/>
                  </a:lnTo>
                  <a:lnTo>
                    <a:pt x="1893" y="7144"/>
                  </a:lnTo>
                  <a:lnTo>
                    <a:pt x="3438" y="7299"/>
                  </a:lnTo>
                  <a:lnTo>
                    <a:pt x="6527" y="7453"/>
                  </a:lnTo>
                  <a:lnTo>
                    <a:pt x="6565" y="9307"/>
                  </a:lnTo>
                  <a:lnTo>
                    <a:pt x="6527" y="12628"/>
                  </a:lnTo>
                  <a:lnTo>
                    <a:pt x="6951" y="12628"/>
                  </a:lnTo>
                  <a:lnTo>
                    <a:pt x="6990" y="9461"/>
                  </a:lnTo>
                  <a:lnTo>
                    <a:pt x="6990" y="7492"/>
                  </a:lnTo>
                  <a:lnTo>
                    <a:pt x="8651" y="7569"/>
                  </a:lnTo>
                  <a:lnTo>
                    <a:pt x="10311" y="7646"/>
                  </a:lnTo>
                  <a:lnTo>
                    <a:pt x="10311" y="7183"/>
                  </a:lnTo>
                  <a:lnTo>
                    <a:pt x="8651" y="7106"/>
                  </a:lnTo>
                  <a:lnTo>
                    <a:pt x="6990" y="7028"/>
                  </a:lnTo>
                  <a:lnTo>
                    <a:pt x="7029" y="5368"/>
                  </a:lnTo>
                  <a:lnTo>
                    <a:pt x="6990" y="3708"/>
                  </a:lnTo>
                  <a:lnTo>
                    <a:pt x="6951" y="2047"/>
                  </a:lnTo>
                  <a:lnTo>
                    <a:pt x="6797" y="387"/>
                  </a:lnTo>
                  <a:lnTo>
                    <a:pt x="6990" y="194"/>
                  </a:lnTo>
                  <a:lnTo>
                    <a:pt x="6836" y="39"/>
                  </a:lnTo>
                  <a:lnTo>
                    <a:pt x="67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6625000" y="1926375"/>
              <a:ext cx="355300" cy="170900"/>
            </a:xfrm>
            <a:custGeom>
              <a:avLst/>
              <a:gdLst/>
              <a:ahLst/>
              <a:cxnLst/>
              <a:rect l="l" t="t" r="r" b="b"/>
              <a:pathLst>
                <a:path w="14212" h="6836" extrusionOk="0">
                  <a:moveTo>
                    <a:pt x="117" y="1"/>
                  </a:moveTo>
                  <a:lnTo>
                    <a:pt x="1" y="39"/>
                  </a:lnTo>
                  <a:lnTo>
                    <a:pt x="1970" y="3206"/>
                  </a:lnTo>
                  <a:lnTo>
                    <a:pt x="4056" y="6333"/>
                  </a:lnTo>
                  <a:lnTo>
                    <a:pt x="3554" y="6295"/>
                  </a:lnTo>
                  <a:lnTo>
                    <a:pt x="3052" y="6179"/>
                  </a:lnTo>
                  <a:lnTo>
                    <a:pt x="2588" y="6024"/>
                  </a:lnTo>
                  <a:lnTo>
                    <a:pt x="2125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8" y="6720"/>
                  </a:lnTo>
                  <a:lnTo>
                    <a:pt x="4133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9" y="6488"/>
                  </a:lnTo>
                  <a:lnTo>
                    <a:pt x="8960" y="6295"/>
                  </a:lnTo>
                  <a:lnTo>
                    <a:pt x="9771" y="6024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8" y="4673"/>
                  </a:lnTo>
                  <a:lnTo>
                    <a:pt x="12667" y="4403"/>
                  </a:lnTo>
                  <a:lnTo>
                    <a:pt x="12976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80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3" y="2163"/>
                  </a:lnTo>
                  <a:lnTo>
                    <a:pt x="14173" y="2124"/>
                  </a:lnTo>
                  <a:lnTo>
                    <a:pt x="13864" y="2124"/>
                  </a:lnTo>
                  <a:lnTo>
                    <a:pt x="13825" y="2163"/>
                  </a:lnTo>
                  <a:lnTo>
                    <a:pt x="13555" y="2704"/>
                  </a:lnTo>
                  <a:lnTo>
                    <a:pt x="13207" y="3167"/>
                  </a:lnTo>
                  <a:lnTo>
                    <a:pt x="12860" y="3630"/>
                  </a:lnTo>
                  <a:lnTo>
                    <a:pt x="12474" y="4016"/>
                  </a:lnTo>
                  <a:lnTo>
                    <a:pt x="12010" y="4364"/>
                  </a:lnTo>
                  <a:lnTo>
                    <a:pt x="11547" y="4712"/>
                  </a:lnTo>
                  <a:lnTo>
                    <a:pt x="11083" y="4982"/>
                  </a:lnTo>
                  <a:lnTo>
                    <a:pt x="10543" y="5252"/>
                  </a:lnTo>
                  <a:lnTo>
                    <a:pt x="10350" y="5252"/>
                  </a:lnTo>
                  <a:lnTo>
                    <a:pt x="10350" y="5368"/>
                  </a:lnTo>
                  <a:lnTo>
                    <a:pt x="10273" y="5368"/>
                  </a:lnTo>
                  <a:lnTo>
                    <a:pt x="10079" y="5407"/>
                  </a:lnTo>
                  <a:lnTo>
                    <a:pt x="10157" y="5445"/>
                  </a:lnTo>
                  <a:lnTo>
                    <a:pt x="9500" y="5677"/>
                  </a:lnTo>
                  <a:lnTo>
                    <a:pt x="8844" y="5870"/>
                  </a:lnTo>
                  <a:lnTo>
                    <a:pt x="7840" y="6102"/>
                  </a:lnTo>
                  <a:lnTo>
                    <a:pt x="6759" y="6295"/>
                  </a:lnTo>
                  <a:lnTo>
                    <a:pt x="6218" y="6333"/>
                  </a:lnTo>
                  <a:lnTo>
                    <a:pt x="5677" y="6411"/>
                  </a:lnTo>
                  <a:lnTo>
                    <a:pt x="4558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3536800" y="19312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3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6" y="7492"/>
                  </a:lnTo>
                  <a:lnTo>
                    <a:pt x="6371" y="7453"/>
                  </a:lnTo>
                  <a:lnTo>
                    <a:pt x="6371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59" y="12087"/>
                  </a:lnTo>
                  <a:lnTo>
                    <a:pt x="1583" y="14983"/>
                  </a:lnTo>
                  <a:lnTo>
                    <a:pt x="772" y="16451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8" y="16759"/>
                  </a:lnTo>
                  <a:lnTo>
                    <a:pt x="1969" y="15369"/>
                  </a:lnTo>
                  <a:lnTo>
                    <a:pt x="2780" y="13979"/>
                  </a:lnTo>
                  <a:lnTo>
                    <a:pt x="3591" y="12589"/>
                  </a:lnTo>
                  <a:lnTo>
                    <a:pt x="4441" y="11199"/>
                  </a:lnTo>
                  <a:lnTo>
                    <a:pt x="5290" y="9809"/>
                  </a:lnTo>
                  <a:lnTo>
                    <a:pt x="5715" y="9191"/>
                  </a:lnTo>
                  <a:lnTo>
                    <a:pt x="6178" y="8612"/>
                  </a:lnTo>
                  <a:lnTo>
                    <a:pt x="6603" y="8033"/>
                  </a:lnTo>
                  <a:lnTo>
                    <a:pt x="6989" y="7453"/>
                  </a:lnTo>
                  <a:lnTo>
                    <a:pt x="6989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89" y="7067"/>
                  </a:lnTo>
                  <a:lnTo>
                    <a:pt x="6873" y="7029"/>
                  </a:lnTo>
                  <a:lnTo>
                    <a:pt x="6835" y="7029"/>
                  </a:lnTo>
                  <a:lnTo>
                    <a:pt x="6101" y="6102"/>
                  </a:lnTo>
                  <a:lnTo>
                    <a:pt x="5290" y="5175"/>
                  </a:lnTo>
                  <a:lnTo>
                    <a:pt x="3668" y="3437"/>
                  </a:lnTo>
                  <a:lnTo>
                    <a:pt x="1969" y="1700"/>
                  </a:lnTo>
                  <a:lnTo>
                    <a:pt x="1081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902300" y="1957275"/>
              <a:ext cx="17400" cy="181500"/>
            </a:xfrm>
            <a:custGeom>
              <a:avLst/>
              <a:gdLst/>
              <a:ahLst/>
              <a:cxnLst/>
              <a:rect l="l" t="t" r="r" b="b"/>
              <a:pathLst>
                <a:path w="696" h="7260" extrusionOk="0">
                  <a:moveTo>
                    <a:pt x="425" y="0"/>
                  </a:moveTo>
                  <a:lnTo>
                    <a:pt x="348" y="888"/>
                  </a:lnTo>
                  <a:lnTo>
                    <a:pt x="232" y="1815"/>
                  </a:lnTo>
                  <a:lnTo>
                    <a:pt x="154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4880575" y="1957275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1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2" y="1738"/>
                  </a:lnTo>
                  <a:lnTo>
                    <a:pt x="310" y="3398"/>
                  </a:lnTo>
                  <a:lnTo>
                    <a:pt x="117" y="5059"/>
                  </a:lnTo>
                  <a:lnTo>
                    <a:pt x="1" y="6719"/>
                  </a:lnTo>
                  <a:lnTo>
                    <a:pt x="233" y="6758"/>
                  </a:lnTo>
                  <a:lnTo>
                    <a:pt x="503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7" y="77"/>
                  </a:lnTo>
                  <a:lnTo>
                    <a:pt x="1237" y="39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4907625" y="1959200"/>
              <a:ext cx="121650" cy="144825"/>
            </a:xfrm>
            <a:custGeom>
              <a:avLst/>
              <a:gdLst/>
              <a:ahLst/>
              <a:cxnLst/>
              <a:rect l="l" t="t" r="r" b="b"/>
              <a:pathLst>
                <a:path w="4866" h="5793" extrusionOk="0">
                  <a:moveTo>
                    <a:pt x="155" y="0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5"/>
                  </a:lnTo>
                  <a:lnTo>
                    <a:pt x="2896" y="3630"/>
                  </a:lnTo>
                  <a:lnTo>
                    <a:pt x="3475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7" y="1352"/>
                  </a:lnTo>
                  <a:lnTo>
                    <a:pt x="811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4761850" y="196692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0"/>
                  </a:moveTo>
                  <a:lnTo>
                    <a:pt x="0" y="78"/>
                  </a:lnTo>
                  <a:lnTo>
                    <a:pt x="193" y="927"/>
                  </a:lnTo>
                  <a:lnTo>
                    <a:pt x="425" y="1777"/>
                  </a:lnTo>
                  <a:lnTo>
                    <a:pt x="657" y="2626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1" y="6140"/>
                  </a:lnTo>
                  <a:lnTo>
                    <a:pt x="2085" y="6333"/>
                  </a:lnTo>
                  <a:lnTo>
                    <a:pt x="2124" y="6410"/>
                  </a:lnTo>
                  <a:lnTo>
                    <a:pt x="2317" y="6410"/>
                  </a:lnTo>
                  <a:lnTo>
                    <a:pt x="2356" y="6333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7" y="2935"/>
                  </a:lnTo>
                  <a:lnTo>
                    <a:pt x="734" y="1468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4771500" y="196885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0" y="39"/>
                  </a:lnTo>
                  <a:lnTo>
                    <a:pt x="1970" y="3206"/>
                  </a:lnTo>
                  <a:lnTo>
                    <a:pt x="4055" y="6333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2"/>
                  </a:lnTo>
                  <a:lnTo>
                    <a:pt x="3707" y="6720"/>
                  </a:lnTo>
                  <a:lnTo>
                    <a:pt x="4132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7" y="6333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5286050" y="19765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1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4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3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8"/>
                  </a:lnTo>
                  <a:lnTo>
                    <a:pt x="6951" y="12628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8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5455950" y="19814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752650" y="1995875"/>
              <a:ext cx="30925" cy="168975"/>
            </a:xfrm>
            <a:custGeom>
              <a:avLst/>
              <a:gdLst/>
              <a:ahLst/>
              <a:cxnLst/>
              <a:rect l="l" t="t" r="r" b="b"/>
              <a:pathLst>
                <a:path w="1237" h="6759" extrusionOk="0">
                  <a:moveTo>
                    <a:pt x="1121" y="1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7"/>
                  </a:lnTo>
                  <a:lnTo>
                    <a:pt x="541" y="1738"/>
                  </a:lnTo>
                  <a:lnTo>
                    <a:pt x="310" y="3399"/>
                  </a:lnTo>
                  <a:lnTo>
                    <a:pt x="117" y="5059"/>
                  </a:lnTo>
                  <a:lnTo>
                    <a:pt x="1" y="6720"/>
                  </a:lnTo>
                  <a:lnTo>
                    <a:pt x="232" y="6758"/>
                  </a:lnTo>
                  <a:lnTo>
                    <a:pt x="503" y="5137"/>
                  </a:lnTo>
                  <a:lnTo>
                    <a:pt x="773" y="3515"/>
                  </a:lnTo>
                  <a:lnTo>
                    <a:pt x="966" y="1854"/>
                  </a:lnTo>
                  <a:lnTo>
                    <a:pt x="1082" y="233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779675" y="19978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6" y="5097"/>
                  </a:lnTo>
                  <a:lnTo>
                    <a:pt x="4326" y="5445"/>
                  </a:lnTo>
                  <a:lnTo>
                    <a:pt x="4635" y="5792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5" y="5252"/>
                  </a:lnTo>
                  <a:lnTo>
                    <a:pt x="4403" y="4866"/>
                  </a:lnTo>
                  <a:lnTo>
                    <a:pt x="3862" y="4170"/>
                  </a:lnTo>
                  <a:lnTo>
                    <a:pt x="2704" y="2780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2839800" y="2000700"/>
              <a:ext cx="270325" cy="209525"/>
            </a:xfrm>
            <a:custGeom>
              <a:avLst/>
              <a:gdLst/>
              <a:ahLst/>
              <a:cxnLst/>
              <a:rect l="l" t="t" r="r" b="b"/>
              <a:pathLst>
                <a:path w="10813" h="8381" extrusionOk="0">
                  <a:moveTo>
                    <a:pt x="10233" y="1"/>
                  </a:moveTo>
                  <a:lnTo>
                    <a:pt x="10156" y="78"/>
                  </a:lnTo>
                  <a:lnTo>
                    <a:pt x="10117" y="155"/>
                  </a:lnTo>
                  <a:lnTo>
                    <a:pt x="10079" y="233"/>
                  </a:lnTo>
                  <a:lnTo>
                    <a:pt x="10079" y="348"/>
                  </a:lnTo>
                  <a:lnTo>
                    <a:pt x="10156" y="426"/>
                  </a:lnTo>
                  <a:lnTo>
                    <a:pt x="10272" y="580"/>
                  </a:lnTo>
                  <a:lnTo>
                    <a:pt x="10310" y="735"/>
                  </a:lnTo>
                  <a:lnTo>
                    <a:pt x="10349" y="928"/>
                  </a:lnTo>
                  <a:lnTo>
                    <a:pt x="10310" y="1121"/>
                  </a:lnTo>
                  <a:lnTo>
                    <a:pt x="10233" y="1275"/>
                  </a:lnTo>
                  <a:lnTo>
                    <a:pt x="10156" y="1468"/>
                  </a:lnTo>
                  <a:lnTo>
                    <a:pt x="9847" y="1854"/>
                  </a:lnTo>
                  <a:lnTo>
                    <a:pt x="9538" y="2202"/>
                  </a:lnTo>
                  <a:lnTo>
                    <a:pt x="9152" y="2511"/>
                  </a:lnTo>
                  <a:lnTo>
                    <a:pt x="8611" y="3013"/>
                  </a:lnTo>
                  <a:lnTo>
                    <a:pt x="8264" y="3283"/>
                  </a:lnTo>
                  <a:lnTo>
                    <a:pt x="8225" y="3206"/>
                  </a:lnTo>
                  <a:lnTo>
                    <a:pt x="8148" y="3129"/>
                  </a:lnTo>
                  <a:lnTo>
                    <a:pt x="7607" y="2820"/>
                  </a:lnTo>
                  <a:lnTo>
                    <a:pt x="7144" y="2434"/>
                  </a:lnTo>
                  <a:lnTo>
                    <a:pt x="6912" y="2665"/>
                  </a:lnTo>
                  <a:lnTo>
                    <a:pt x="7105" y="2936"/>
                  </a:lnTo>
                  <a:lnTo>
                    <a:pt x="7376" y="3167"/>
                  </a:lnTo>
                  <a:lnTo>
                    <a:pt x="7646" y="3399"/>
                  </a:lnTo>
                  <a:lnTo>
                    <a:pt x="7955" y="3553"/>
                  </a:lnTo>
                  <a:lnTo>
                    <a:pt x="7028" y="4287"/>
                  </a:lnTo>
                  <a:lnTo>
                    <a:pt x="6101" y="4982"/>
                  </a:lnTo>
                  <a:lnTo>
                    <a:pt x="4943" y="5793"/>
                  </a:lnTo>
                  <a:lnTo>
                    <a:pt x="3746" y="6527"/>
                  </a:lnTo>
                  <a:lnTo>
                    <a:pt x="3553" y="6681"/>
                  </a:lnTo>
                  <a:lnTo>
                    <a:pt x="3475" y="6334"/>
                  </a:lnTo>
                  <a:lnTo>
                    <a:pt x="3321" y="6025"/>
                  </a:lnTo>
                  <a:lnTo>
                    <a:pt x="3128" y="5716"/>
                  </a:lnTo>
                  <a:lnTo>
                    <a:pt x="2896" y="5446"/>
                  </a:lnTo>
                  <a:lnTo>
                    <a:pt x="2626" y="5677"/>
                  </a:lnTo>
                  <a:lnTo>
                    <a:pt x="2819" y="5909"/>
                  </a:lnTo>
                  <a:lnTo>
                    <a:pt x="2935" y="6179"/>
                  </a:lnTo>
                  <a:lnTo>
                    <a:pt x="3051" y="6565"/>
                  </a:lnTo>
                  <a:lnTo>
                    <a:pt x="3128" y="6952"/>
                  </a:lnTo>
                  <a:lnTo>
                    <a:pt x="2317" y="7376"/>
                  </a:lnTo>
                  <a:lnTo>
                    <a:pt x="1892" y="7608"/>
                  </a:lnTo>
                  <a:lnTo>
                    <a:pt x="1467" y="7762"/>
                  </a:lnTo>
                  <a:lnTo>
                    <a:pt x="1081" y="7878"/>
                  </a:lnTo>
                  <a:lnTo>
                    <a:pt x="927" y="7917"/>
                  </a:lnTo>
                  <a:lnTo>
                    <a:pt x="772" y="7917"/>
                  </a:lnTo>
                  <a:lnTo>
                    <a:pt x="618" y="7878"/>
                  </a:lnTo>
                  <a:lnTo>
                    <a:pt x="502" y="7840"/>
                  </a:lnTo>
                  <a:lnTo>
                    <a:pt x="386" y="7724"/>
                  </a:lnTo>
                  <a:lnTo>
                    <a:pt x="309" y="7608"/>
                  </a:lnTo>
                  <a:lnTo>
                    <a:pt x="270" y="7569"/>
                  </a:lnTo>
                  <a:lnTo>
                    <a:pt x="232" y="7531"/>
                  </a:lnTo>
                  <a:lnTo>
                    <a:pt x="116" y="7492"/>
                  </a:lnTo>
                  <a:lnTo>
                    <a:pt x="39" y="7569"/>
                  </a:lnTo>
                  <a:lnTo>
                    <a:pt x="0" y="7608"/>
                  </a:lnTo>
                  <a:lnTo>
                    <a:pt x="0" y="7685"/>
                  </a:lnTo>
                  <a:lnTo>
                    <a:pt x="39" y="7840"/>
                  </a:lnTo>
                  <a:lnTo>
                    <a:pt x="77" y="7994"/>
                  </a:lnTo>
                  <a:lnTo>
                    <a:pt x="155" y="8110"/>
                  </a:lnTo>
                  <a:lnTo>
                    <a:pt x="270" y="8226"/>
                  </a:lnTo>
                  <a:lnTo>
                    <a:pt x="348" y="8264"/>
                  </a:lnTo>
                  <a:lnTo>
                    <a:pt x="463" y="8342"/>
                  </a:lnTo>
                  <a:lnTo>
                    <a:pt x="734" y="8380"/>
                  </a:lnTo>
                  <a:lnTo>
                    <a:pt x="1004" y="8380"/>
                  </a:lnTo>
                  <a:lnTo>
                    <a:pt x="1274" y="8342"/>
                  </a:lnTo>
                  <a:lnTo>
                    <a:pt x="1545" y="8264"/>
                  </a:lnTo>
                  <a:lnTo>
                    <a:pt x="1815" y="8149"/>
                  </a:lnTo>
                  <a:lnTo>
                    <a:pt x="2935" y="7569"/>
                  </a:lnTo>
                  <a:lnTo>
                    <a:pt x="4055" y="6952"/>
                  </a:lnTo>
                  <a:lnTo>
                    <a:pt x="5097" y="6295"/>
                  </a:lnTo>
                  <a:lnTo>
                    <a:pt x="6140" y="5561"/>
                  </a:lnTo>
                  <a:lnTo>
                    <a:pt x="7067" y="4866"/>
                  </a:lnTo>
                  <a:lnTo>
                    <a:pt x="7993" y="4171"/>
                  </a:lnTo>
                  <a:lnTo>
                    <a:pt x="8881" y="3399"/>
                  </a:lnTo>
                  <a:lnTo>
                    <a:pt x="9731" y="2627"/>
                  </a:lnTo>
                  <a:lnTo>
                    <a:pt x="10001" y="2356"/>
                  </a:lnTo>
                  <a:lnTo>
                    <a:pt x="10272" y="2047"/>
                  </a:lnTo>
                  <a:lnTo>
                    <a:pt x="10503" y="1739"/>
                  </a:lnTo>
                  <a:lnTo>
                    <a:pt x="10696" y="1430"/>
                  </a:lnTo>
                  <a:lnTo>
                    <a:pt x="10812" y="1082"/>
                  </a:lnTo>
                  <a:lnTo>
                    <a:pt x="10812" y="928"/>
                  </a:lnTo>
                  <a:lnTo>
                    <a:pt x="10812" y="735"/>
                  </a:lnTo>
                  <a:lnTo>
                    <a:pt x="10774" y="580"/>
                  </a:lnTo>
                  <a:lnTo>
                    <a:pt x="10735" y="387"/>
                  </a:lnTo>
                  <a:lnTo>
                    <a:pt x="10619" y="233"/>
                  </a:lnTo>
                  <a:lnTo>
                    <a:pt x="10465" y="40"/>
                  </a:lnTo>
                  <a:lnTo>
                    <a:pt x="103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633925" y="2005525"/>
              <a:ext cx="61800" cy="160300"/>
            </a:xfrm>
            <a:custGeom>
              <a:avLst/>
              <a:gdLst/>
              <a:ahLst/>
              <a:cxnLst/>
              <a:rect l="l" t="t" r="r" b="b"/>
              <a:pathLst>
                <a:path w="2472" h="6412" extrusionOk="0">
                  <a:moveTo>
                    <a:pt x="309" y="1"/>
                  </a:moveTo>
                  <a:lnTo>
                    <a:pt x="0" y="78"/>
                  </a:lnTo>
                  <a:lnTo>
                    <a:pt x="193" y="928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5"/>
                  </a:lnTo>
                  <a:lnTo>
                    <a:pt x="1661" y="5716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6" y="5909"/>
                  </a:lnTo>
                  <a:lnTo>
                    <a:pt x="1931" y="6141"/>
                  </a:lnTo>
                  <a:lnTo>
                    <a:pt x="2085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1" y="6257"/>
                  </a:lnTo>
                  <a:lnTo>
                    <a:pt x="2356" y="5948"/>
                  </a:lnTo>
                  <a:lnTo>
                    <a:pt x="2278" y="5948"/>
                  </a:lnTo>
                  <a:lnTo>
                    <a:pt x="2124" y="5600"/>
                  </a:lnTo>
                  <a:lnTo>
                    <a:pt x="1969" y="5214"/>
                  </a:lnTo>
                  <a:lnTo>
                    <a:pt x="1738" y="4442"/>
                  </a:lnTo>
                  <a:lnTo>
                    <a:pt x="1197" y="2936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643575" y="2007475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0"/>
                  </a:moveTo>
                  <a:lnTo>
                    <a:pt x="0" y="39"/>
                  </a:lnTo>
                  <a:lnTo>
                    <a:pt x="1970" y="3205"/>
                  </a:lnTo>
                  <a:lnTo>
                    <a:pt x="4055" y="6333"/>
                  </a:lnTo>
                  <a:lnTo>
                    <a:pt x="3553" y="6294"/>
                  </a:lnTo>
                  <a:lnTo>
                    <a:pt x="3051" y="6179"/>
                  </a:lnTo>
                  <a:lnTo>
                    <a:pt x="2587" y="6024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5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7" y="6719"/>
                  </a:lnTo>
                  <a:lnTo>
                    <a:pt x="4132" y="6796"/>
                  </a:lnTo>
                  <a:lnTo>
                    <a:pt x="4595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8" y="6642"/>
                  </a:lnTo>
                  <a:lnTo>
                    <a:pt x="8148" y="6487"/>
                  </a:lnTo>
                  <a:lnTo>
                    <a:pt x="8959" y="6294"/>
                  </a:lnTo>
                  <a:lnTo>
                    <a:pt x="9770" y="6024"/>
                  </a:lnTo>
                  <a:lnTo>
                    <a:pt x="10581" y="5715"/>
                  </a:lnTo>
                  <a:lnTo>
                    <a:pt x="11314" y="5368"/>
                  </a:lnTo>
                  <a:lnTo>
                    <a:pt x="12009" y="4904"/>
                  </a:lnTo>
                  <a:lnTo>
                    <a:pt x="12357" y="4673"/>
                  </a:lnTo>
                  <a:lnTo>
                    <a:pt x="12666" y="4402"/>
                  </a:lnTo>
                  <a:lnTo>
                    <a:pt x="12975" y="4093"/>
                  </a:lnTo>
                  <a:lnTo>
                    <a:pt x="13284" y="3784"/>
                  </a:lnTo>
                  <a:lnTo>
                    <a:pt x="13515" y="3476"/>
                  </a:lnTo>
                  <a:lnTo>
                    <a:pt x="13786" y="3128"/>
                  </a:lnTo>
                  <a:lnTo>
                    <a:pt x="13979" y="2780"/>
                  </a:lnTo>
                  <a:lnTo>
                    <a:pt x="14211" y="2394"/>
                  </a:lnTo>
                  <a:lnTo>
                    <a:pt x="14211" y="2278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4" y="2163"/>
                  </a:lnTo>
                  <a:lnTo>
                    <a:pt x="13554" y="2703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6"/>
                  </a:lnTo>
                  <a:lnTo>
                    <a:pt x="12009" y="4364"/>
                  </a:lnTo>
                  <a:lnTo>
                    <a:pt x="11546" y="4711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6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1"/>
                  </a:lnTo>
                  <a:lnTo>
                    <a:pt x="6758" y="6294"/>
                  </a:lnTo>
                  <a:lnTo>
                    <a:pt x="6217" y="6333"/>
                  </a:lnTo>
                  <a:lnTo>
                    <a:pt x="5677" y="6410"/>
                  </a:lnTo>
                  <a:lnTo>
                    <a:pt x="4557" y="6410"/>
                  </a:lnTo>
                  <a:lnTo>
                    <a:pt x="4595" y="6294"/>
                  </a:lnTo>
                  <a:lnTo>
                    <a:pt x="4364" y="6256"/>
                  </a:lnTo>
                  <a:lnTo>
                    <a:pt x="3398" y="4634"/>
                  </a:lnTo>
                  <a:lnTo>
                    <a:pt x="2356" y="3012"/>
                  </a:lnTo>
                  <a:lnTo>
                    <a:pt x="1275" y="1468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5946350" y="2008425"/>
              <a:ext cx="112975" cy="132300"/>
            </a:xfrm>
            <a:custGeom>
              <a:avLst/>
              <a:gdLst/>
              <a:ahLst/>
              <a:cxnLst/>
              <a:rect l="l" t="t" r="r" b="b"/>
              <a:pathLst>
                <a:path w="4519" h="5292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55"/>
                  </a:lnTo>
                  <a:lnTo>
                    <a:pt x="2240" y="271"/>
                  </a:lnTo>
                  <a:lnTo>
                    <a:pt x="2009" y="426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082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08"/>
                  </a:lnTo>
                  <a:lnTo>
                    <a:pt x="1" y="4055"/>
                  </a:lnTo>
                  <a:lnTo>
                    <a:pt x="1" y="4364"/>
                  </a:lnTo>
                  <a:lnTo>
                    <a:pt x="39" y="4673"/>
                  </a:lnTo>
                  <a:lnTo>
                    <a:pt x="117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789"/>
                  </a:lnTo>
                  <a:lnTo>
                    <a:pt x="696" y="4712"/>
                  </a:lnTo>
                  <a:lnTo>
                    <a:pt x="580" y="4557"/>
                  </a:lnTo>
                  <a:lnTo>
                    <a:pt x="541" y="4442"/>
                  </a:lnTo>
                  <a:lnTo>
                    <a:pt x="503" y="4248"/>
                  </a:lnTo>
                  <a:lnTo>
                    <a:pt x="541" y="4055"/>
                  </a:lnTo>
                  <a:lnTo>
                    <a:pt x="580" y="3592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27" y="2318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16" y="1159"/>
                  </a:lnTo>
                  <a:lnTo>
                    <a:pt x="2202" y="889"/>
                  </a:lnTo>
                  <a:lnTo>
                    <a:pt x="2627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6" y="464"/>
                  </a:lnTo>
                  <a:lnTo>
                    <a:pt x="4441" y="464"/>
                  </a:lnTo>
                  <a:lnTo>
                    <a:pt x="4519" y="426"/>
                  </a:lnTo>
                  <a:lnTo>
                    <a:pt x="4519" y="348"/>
                  </a:lnTo>
                  <a:lnTo>
                    <a:pt x="4519" y="155"/>
                  </a:lnTo>
                  <a:lnTo>
                    <a:pt x="4210" y="155"/>
                  </a:lnTo>
                  <a:lnTo>
                    <a:pt x="3901" y="78"/>
                  </a:lnTo>
                  <a:lnTo>
                    <a:pt x="36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6195425" y="2043175"/>
              <a:ext cx="25125" cy="11625"/>
            </a:xfrm>
            <a:custGeom>
              <a:avLst/>
              <a:gdLst/>
              <a:ahLst/>
              <a:cxnLst/>
              <a:rect l="l" t="t" r="r" b="b"/>
              <a:pathLst>
                <a:path w="1005" h="465" extrusionOk="0">
                  <a:moveTo>
                    <a:pt x="773" y="1"/>
                  </a:moveTo>
                  <a:lnTo>
                    <a:pt x="541" y="40"/>
                  </a:lnTo>
                  <a:lnTo>
                    <a:pt x="309" y="78"/>
                  </a:lnTo>
                  <a:lnTo>
                    <a:pt x="78" y="155"/>
                  </a:lnTo>
                  <a:lnTo>
                    <a:pt x="39" y="194"/>
                  </a:lnTo>
                  <a:lnTo>
                    <a:pt x="0" y="271"/>
                  </a:lnTo>
                  <a:lnTo>
                    <a:pt x="0" y="348"/>
                  </a:lnTo>
                  <a:lnTo>
                    <a:pt x="78" y="426"/>
                  </a:lnTo>
                  <a:lnTo>
                    <a:pt x="116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580" y="348"/>
                  </a:lnTo>
                  <a:lnTo>
                    <a:pt x="773" y="387"/>
                  </a:lnTo>
                  <a:lnTo>
                    <a:pt x="850" y="348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04" y="233"/>
                  </a:lnTo>
                  <a:lnTo>
                    <a:pt x="1004" y="155"/>
                  </a:lnTo>
                  <a:lnTo>
                    <a:pt x="966" y="78"/>
                  </a:lnTo>
                  <a:lnTo>
                    <a:pt x="888" y="40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6096950" y="2048975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155" y="1"/>
                  </a:moveTo>
                  <a:lnTo>
                    <a:pt x="116" y="39"/>
                  </a:lnTo>
                  <a:lnTo>
                    <a:pt x="39" y="78"/>
                  </a:lnTo>
                  <a:lnTo>
                    <a:pt x="1" y="155"/>
                  </a:lnTo>
                  <a:lnTo>
                    <a:pt x="39" y="271"/>
                  </a:lnTo>
                  <a:lnTo>
                    <a:pt x="116" y="310"/>
                  </a:lnTo>
                  <a:lnTo>
                    <a:pt x="155" y="310"/>
                  </a:lnTo>
                  <a:lnTo>
                    <a:pt x="425" y="348"/>
                  </a:lnTo>
                  <a:lnTo>
                    <a:pt x="734" y="348"/>
                  </a:lnTo>
                  <a:lnTo>
                    <a:pt x="812" y="271"/>
                  </a:lnTo>
                  <a:lnTo>
                    <a:pt x="850" y="155"/>
                  </a:lnTo>
                  <a:lnTo>
                    <a:pt x="812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5988825" y="2089525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580"/>
                  </a:lnTo>
                  <a:lnTo>
                    <a:pt x="2549" y="696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59"/>
                  </a:lnTo>
                  <a:lnTo>
                    <a:pt x="3206" y="1429"/>
                  </a:lnTo>
                  <a:lnTo>
                    <a:pt x="3244" y="1661"/>
                  </a:lnTo>
                  <a:lnTo>
                    <a:pt x="3244" y="1931"/>
                  </a:lnTo>
                  <a:lnTo>
                    <a:pt x="3206" y="2201"/>
                  </a:lnTo>
                  <a:lnTo>
                    <a:pt x="3090" y="2433"/>
                  </a:lnTo>
                  <a:lnTo>
                    <a:pt x="2974" y="2665"/>
                  </a:lnTo>
                  <a:lnTo>
                    <a:pt x="2781" y="2858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47" y="3244"/>
                  </a:lnTo>
                  <a:lnTo>
                    <a:pt x="1777" y="3244"/>
                  </a:lnTo>
                  <a:lnTo>
                    <a:pt x="1468" y="3167"/>
                  </a:lnTo>
                  <a:lnTo>
                    <a:pt x="1198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24"/>
                  </a:lnTo>
                  <a:lnTo>
                    <a:pt x="464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8" y="889"/>
                  </a:lnTo>
                  <a:lnTo>
                    <a:pt x="1121" y="734"/>
                  </a:lnTo>
                  <a:lnTo>
                    <a:pt x="1352" y="580"/>
                  </a:lnTo>
                  <a:lnTo>
                    <a:pt x="1584" y="464"/>
                  </a:lnTo>
                  <a:close/>
                  <a:moveTo>
                    <a:pt x="1700" y="0"/>
                  </a:moveTo>
                  <a:lnTo>
                    <a:pt x="1545" y="78"/>
                  </a:lnTo>
                  <a:lnTo>
                    <a:pt x="1352" y="116"/>
                  </a:lnTo>
                  <a:lnTo>
                    <a:pt x="1314" y="155"/>
                  </a:lnTo>
                  <a:lnTo>
                    <a:pt x="1082" y="271"/>
                  </a:lnTo>
                  <a:lnTo>
                    <a:pt x="812" y="387"/>
                  </a:lnTo>
                  <a:lnTo>
                    <a:pt x="619" y="541"/>
                  </a:lnTo>
                  <a:lnTo>
                    <a:pt x="426" y="734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1" y="2086"/>
                  </a:lnTo>
                  <a:lnTo>
                    <a:pt x="39" y="2279"/>
                  </a:lnTo>
                  <a:lnTo>
                    <a:pt x="117" y="2472"/>
                  </a:lnTo>
                  <a:lnTo>
                    <a:pt x="310" y="2819"/>
                  </a:lnTo>
                  <a:lnTo>
                    <a:pt x="541" y="3128"/>
                  </a:lnTo>
                  <a:lnTo>
                    <a:pt x="850" y="3399"/>
                  </a:lnTo>
                  <a:lnTo>
                    <a:pt x="1198" y="3592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07"/>
                  </a:lnTo>
                  <a:lnTo>
                    <a:pt x="2356" y="3669"/>
                  </a:lnTo>
                  <a:lnTo>
                    <a:pt x="2627" y="3553"/>
                  </a:lnTo>
                  <a:lnTo>
                    <a:pt x="2897" y="3399"/>
                  </a:lnTo>
                  <a:lnTo>
                    <a:pt x="3129" y="3244"/>
                  </a:lnTo>
                  <a:lnTo>
                    <a:pt x="3322" y="3012"/>
                  </a:lnTo>
                  <a:lnTo>
                    <a:pt x="3476" y="2742"/>
                  </a:lnTo>
                  <a:lnTo>
                    <a:pt x="3631" y="2472"/>
                  </a:lnTo>
                  <a:lnTo>
                    <a:pt x="3708" y="2201"/>
                  </a:lnTo>
                  <a:lnTo>
                    <a:pt x="3746" y="1893"/>
                  </a:lnTo>
                  <a:lnTo>
                    <a:pt x="3708" y="1584"/>
                  </a:lnTo>
                  <a:lnTo>
                    <a:pt x="3669" y="1275"/>
                  </a:lnTo>
                  <a:lnTo>
                    <a:pt x="3515" y="966"/>
                  </a:lnTo>
                  <a:lnTo>
                    <a:pt x="3322" y="696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3369775" y="2101100"/>
              <a:ext cx="174750" cy="292550"/>
            </a:xfrm>
            <a:custGeom>
              <a:avLst/>
              <a:gdLst/>
              <a:ahLst/>
              <a:cxnLst/>
              <a:rect l="l" t="t" r="r" b="b"/>
              <a:pathLst>
                <a:path w="6990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3" y="6256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3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1" y="11508"/>
                  </a:lnTo>
                  <a:lnTo>
                    <a:pt x="6951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8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5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3" y="8573"/>
                  </a:lnTo>
                  <a:lnTo>
                    <a:pt x="6295" y="9500"/>
                  </a:lnTo>
                  <a:lnTo>
                    <a:pt x="6256" y="10427"/>
                  </a:lnTo>
                  <a:lnTo>
                    <a:pt x="5986" y="9886"/>
                  </a:lnTo>
                  <a:lnTo>
                    <a:pt x="5252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4221225" y="2127175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4086075" y="21291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7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6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2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69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7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5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5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8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4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4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8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5288925" y="2151300"/>
              <a:ext cx="174775" cy="292550"/>
            </a:xfrm>
            <a:custGeom>
              <a:avLst/>
              <a:gdLst/>
              <a:ahLst/>
              <a:cxnLst/>
              <a:rect l="l" t="t" r="r" b="b"/>
              <a:pathLst>
                <a:path w="6991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1498900" y="21899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7" y="618"/>
                  </a:moveTo>
                  <a:lnTo>
                    <a:pt x="5947" y="773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5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3" y="3900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0"/>
                  </a:lnTo>
                  <a:lnTo>
                    <a:pt x="5792" y="3862"/>
                  </a:lnTo>
                  <a:lnTo>
                    <a:pt x="5676" y="3746"/>
                  </a:lnTo>
                  <a:lnTo>
                    <a:pt x="5561" y="3553"/>
                  </a:lnTo>
                  <a:lnTo>
                    <a:pt x="5483" y="3321"/>
                  </a:lnTo>
                  <a:lnTo>
                    <a:pt x="5406" y="2626"/>
                  </a:lnTo>
                  <a:lnTo>
                    <a:pt x="5367" y="1970"/>
                  </a:lnTo>
                  <a:lnTo>
                    <a:pt x="5367" y="618"/>
                  </a:lnTo>
                  <a:close/>
                  <a:moveTo>
                    <a:pt x="2780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7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6" y="3012"/>
                  </a:lnTo>
                  <a:lnTo>
                    <a:pt x="888" y="2549"/>
                  </a:lnTo>
                  <a:lnTo>
                    <a:pt x="1158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0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2" y="6295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0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4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8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6" y="4287"/>
                  </a:lnTo>
                  <a:lnTo>
                    <a:pt x="965" y="4518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3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7" y="3398"/>
                  </a:lnTo>
                  <a:lnTo>
                    <a:pt x="5174" y="3746"/>
                  </a:lnTo>
                  <a:lnTo>
                    <a:pt x="5213" y="3900"/>
                  </a:lnTo>
                  <a:lnTo>
                    <a:pt x="5290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69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7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0" y="4904"/>
                  </a:lnTo>
                  <a:lnTo>
                    <a:pt x="9383" y="4904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3" y="6488"/>
                  </a:lnTo>
                  <a:lnTo>
                    <a:pt x="10696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6" y="6565"/>
                  </a:lnTo>
                  <a:lnTo>
                    <a:pt x="12280" y="6912"/>
                  </a:lnTo>
                  <a:lnTo>
                    <a:pt x="12395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8" y="8998"/>
                  </a:lnTo>
                  <a:lnTo>
                    <a:pt x="12511" y="8998"/>
                  </a:lnTo>
                  <a:lnTo>
                    <a:pt x="12434" y="9075"/>
                  </a:lnTo>
                  <a:lnTo>
                    <a:pt x="12395" y="9113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3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0" y="7723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7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4" y="5098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6"/>
                  </a:lnTo>
                  <a:lnTo>
                    <a:pt x="9885" y="4480"/>
                  </a:lnTo>
                  <a:lnTo>
                    <a:pt x="9538" y="4441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4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8" y="348"/>
                  </a:lnTo>
                  <a:lnTo>
                    <a:pt x="5715" y="193"/>
                  </a:lnTo>
                  <a:lnTo>
                    <a:pt x="5290" y="78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1530750" y="22034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7" y="7454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5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3"/>
                  </a:lnTo>
                  <a:lnTo>
                    <a:pt x="9538" y="9423"/>
                  </a:lnTo>
                  <a:lnTo>
                    <a:pt x="9384" y="9655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8" y="10195"/>
                  </a:lnTo>
                  <a:lnTo>
                    <a:pt x="8109" y="10157"/>
                  </a:lnTo>
                  <a:lnTo>
                    <a:pt x="7839" y="10079"/>
                  </a:lnTo>
                  <a:lnTo>
                    <a:pt x="7607" y="9964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8" y="9346"/>
                  </a:lnTo>
                  <a:lnTo>
                    <a:pt x="6951" y="9075"/>
                  </a:lnTo>
                  <a:lnTo>
                    <a:pt x="6912" y="8805"/>
                  </a:lnTo>
                  <a:lnTo>
                    <a:pt x="6951" y="8535"/>
                  </a:lnTo>
                  <a:lnTo>
                    <a:pt x="7028" y="8265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3" y="7569"/>
                  </a:lnTo>
                  <a:lnTo>
                    <a:pt x="8148" y="7338"/>
                  </a:lnTo>
                  <a:lnTo>
                    <a:pt x="8225" y="7299"/>
                  </a:lnTo>
                  <a:close/>
                  <a:moveTo>
                    <a:pt x="2858" y="1"/>
                  </a:moveTo>
                  <a:lnTo>
                    <a:pt x="2665" y="40"/>
                  </a:lnTo>
                  <a:lnTo>
                    <a:pt x="2665" y="78"/>
                  </a:lnTo>
                  <a:lnTo>
                    <a:pt x="2626" y="1353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3" y="5098"/>
                  </a:lnTo>
                  <a:lnTo>
                    <a:pt x="2896" y="7492"/>
                  </a:lnTo>
                  <a:lnTo>
                    <a:pt x="2896" y="8149"/>
                  </a:lnTo>
                  <a:lnTo>
                    <a:pt x="2935" y="8458"/>
                  </a:lnTo>
                  <a:lnTo>
                    <a:pt x="2974" y="8612"/>
                  </a:lnTo>
                  <a:lnTo>
                    <a:pt x="3051" y="8767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0" y="8689"/>
                  </a:lnTo>
                  <a:lnTo>
                    <a:pt x="0" y="9037"/>
                  </a:lnTo>
                  <a:lnTo>
                    <a:pt x="773" y="9114"/>
                  </a:lnTo>
                  <a:lnTo>
                    <a:pt x="1545" y="9153"/>
                  </a:lnTo>
                  <a:lnTo>
                    <a:pt x="3128" y="9230"/>
                  </a:lnTo>
                  <a:lnTo>
                    <a:pt x="4827" y="9307"/>
                  </a:lnTo>
                  <a:lnTo>
                    <a:pt x="5677" y="9307"/>
                  </a:lnTo>
                  <a:lnTo>
                    <a:pt x="6488" y="9269"/>
                  </a:lnTo>
                  <a:lnTo>
                    <a:pt x="6603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1" y="10311"/>
                  </a:lnTo>
                  <a:lnTo>
                    <a:pt x="7492" y="10466"/>
                  </a:lnTo>
                  <a:lnTo>
                    <a:pt x="7801" y="10581"/>
                  </a:lnTo>
                  <a:lnTo>
                    <a:pt x="8109" y="10659"/>
                  </a:lnTo>
                  <a:lnTo>
                    <a:pt x="8418" y="10697"/>
                  </a:lnTo>
                  <a:lnTo>
                    <a:pt x="8727" y="10620"/>
                  </a:lnTo>
                  <a:lnTo>
                    <a:pt x="9036" y="10543"/>
                  </a:lnTo>
                  <a:lnTo>
                    <a:pt x="9306" y="10388"/>
                  </a:lnTo>
                  <a:lnTo>
                    <a:pt x="9538" y="10195"/>
                  </a:lnTo>
                  <a:lnTo>
                    <a:pt x="9770" y="9964"/>
                  </a:lnTo>
                  <a:lnTo>
                    <a:pt x="9924" y="9693"/>
                  </a:lnTo>
                  <a:lnTo>
                    <a:pt x="10079" y="9423"/>
                  </a:lnTo>
                  <a:lnTo>
                    <a:pt x="10156" y="9153"/>
                  </a:lnTo>
                  <a:lnTo>
                    <a:pt x="10195" y="9153"/>
                  </a:lnTo>
                  <a:lnTo>
                    <a:pt x="10195" y="8767"/>
                  </a:lnTo>
                  <a:lnTo>
                    <a:pt x="10156" y="8419"/>
                  </a:lnTo>
                  <a:lnTo>
                    <a:pt x="10040" y="8071"/>
                  </a:lnTo>
                  <a:lnTo>
                    <a:pt x="9847" y="7763"/>
                  </a:lnTo>
                  <a:lnTo>
                    <a:pt x="9615" y="7492"/>
                  </a:lnTo>
                  <a:lnTo>
                    <a:pt x="9306" y="7261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6" y="6990"/>
                  </a:lnTo>
                  <a:lnTo>
                    <a:pt x="7723" y="7029"/>
                  </a:lnTo>
                  <a:lnTo>
                    <a:pt x="7414" y="7145"/>
                  </a:lnTo>
                  <a:lnTo>
                    <a:pt x="7144" y="7338"/>
                  </a:lnTo>
                  <a:lnTo>
                    <a:pt x="6912" y="7569"/>
                  </a:lnTo>
                  <a:lnTo>
                    <a:pt x="6719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5" y="8805"/>
                  </a:lnTo>
                  <a:lnTo>
                    <a:pt x="4943" y="8767"/>
                  </a:lnTo>
                  <a:lnTo>
                    <a:pt x="3476" y="8767"/>
                  </a:lnTo>
                  <a:lnTo>
                    <a:pt x="3476" y="8728"/>
                  </a:lnTo>
                  <a:lnTo>
                    <a:pt x="3476" y="8651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5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6"/>
                  </a:lnTo>
                  <a:lnTo>
                    <a:pt x="3205" y="7338"/>
                  </a:lnTo>
                  <a:lnTo>
                    <a:pt x="3128" y="6450"/>
                  </a:lnTo>
                  <a:lnTo>
                    <a:pt x="3012" y="4326"/>
                  </a:lnTo>
                  <a:lnTo>
                    <a:pt x="2935" y="2202"/>
                  </a:lnTo>
                  <a:lnTo>
                    <a:pt x="2896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4324525" y="22671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4273375" y="2268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1394625" y="22999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94"/>
                  </a:lnTo>
                  <a:lnTo>
                    <a:pt x="2240" y="309"/>
                  </a:lnTo>
                  <a:lnTo>
                    <a:pt x="2009" y="425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46"/>
                  </a:lnTo>
                  <a:lnTo>
                    <a:pt x="1" y="4055"/>
                  </a:lnTo>
                  <a:lnTo>
                    <a:pt x="1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4" y="4711"/>
                  </a:lnTo>
                  <a:lnTo>
                    <a:pt x="580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9"/>
                  </a:lnTo>
                  <a:lnTo>
                    <a:pt x="2626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4"/>
                  </a:lnTo>
                  <a:lnTo>
                    <a:pt x="4210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4211575" y="2315425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4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2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2413100" y="2319275"/>
              <a:ext cx="84975" cy="222075"/>
            </a:xfrm>
            <a:custGeom>
              <a:avLst/>
              <a:gdLst/>
              <a:ahLst/>
              <a:cxnLst/>
              <a:rect l="l" t="t" r="r" b="b"/>
              <a:pathLst>
                <a:path w="3399" h="8883" extrusionOk="0">
                  <a:moveTo>
                    <a:pt x="1043" y="7376"/>
                  </a:moveTo>
                  <a:lnTo>
                    <a:pt x="1197" y="7453"/>
                  </a:lnTo>
                  <a:lnTo>
                    <a:pt x="1352" y="7608"/>
                  </a:lnTo>
                  <a:lnTo>
                    <a:pt x="1429" y="7685"/>
                  </a:lnTo>
                  <a:lnTo>
                    <a:pt x="1468" y="7801"/>
                  </a:lnTo>
                  <a:lnTo>
                    <a:pt x="1468" y="8033"/>
                  </a:lnTo>
                  <a:lnTo>
                    <a:pt x="1390" y="8226"/>
                  </a:lnTo>
                  <a:lnTo>
                    <a:pt x="1313" y="8342"/>
                  </a:lnTo>
                  <a:lnTo>
                    <a:pt x="1236" y="8419"/>
                  </a:lnTo>
                  <a:lnTo>
                    <a:pt x="1159" y="8457"/>
                  </a:lnTo>
                  <a:lnTo>
                    <a:pt x="1043" y="8496"/>
                  </a:lnTo>
                  <a:lnTo>
                    <a:pt x="811" y="8496"/>
                  </a:lnTo>
                  <a:lnTo>
                    <a:pt x="618" y="8419"/>
                  </a:lnTo>
                  <a:lnTo>
                    <a:pt x="541" y="8342"/>
                  </a:lnTo>
                  <a:lnTo>
                    <a:pt x="464" y="8264"/>
                  </a:lnTo>
                  <a:lnTo>
                    <a:pt x="386" y="8148"/>
                  </a:lnTo>
                  <a:lnTo>
                    <a:pt x="386" y="8033"/>
                  </a:lnTo>
                  <a:lnTo>
                    <a:pt x="386" y="7917"/>
                  </a:lnTo>
                  <a:lnTo>
                    <a:pt x="386" y="7801"/>
                  </a:lnTo>
                  <a:lnTo>
                    <a:pt x="502" y="7569"/>
                  </a:lnTo>
                  <a:lnTo>
                    <a:pt x="695" y="7415"/>
                  </a:lnTo>
                  <a:lnTo>
                    <a:pt x="850" y="7376"/>
                  </a:lnTo>
                  <a:close/>
                  <a:moveTo>
                    <a:pt x="3128" y="1"/>
                  </a:moveTo>
                  <a:lnTo>
                    <a:pt x="3089" y="39"/>
                  </a:lnTo>
                  <a:lnTo>
                    <a:pt x="3051" y="78"/>
                  </a:lnTo>
                  <a:lnTo>
                    <a:pt x="2819" y="503"/>
                  </a:lnTo>
                  <a:lnTo>
                    <a:pt x="2665" y="889"/>
                  </a:lnTo>
                  <a:lnTo>
                    <a:pt x="2356" y="1777"/>
                  </a:lnTo>
                  <a:lnTo>
                    <a:pt x="2085" y="2665"/>
                  </a:lnTo>
                  <a:lnTo>
                    <a:pt x="1854" y="3515"/>
                  </a:lnTo>
                  <a:lnTo>
                    <a:pt x="1313" y="5252"/>
                  </a:lnTo>
                  <a:lnTo>
                    <a:pt x="1043" y="6102"/>
                  </a:lnTo>
                  <a:lnTo>
                    <a:pt x="811" y="6990"/>
                  </a:lnTo>
                  <a:lnTo>
                    <a:pt x="657" y="6990"/>
                  </a:lnTo>
                  <a:lnTo>
                    <a:pt x="541" y="7029"/>
                  </a:lnTo>
                  <a:lnTo>
                    <a:pt x="386" y="7106"/>
                  </a:lnTo>
                  <a:lnTo>
                    <a:pt x="309" y="7222"/>
                  </a:lnTo>
                  <a:lnTo>
                    <a:pt x="271" y="7299"/>
                  </a:lnTo>
                  <a:lnTo>
                    <a:pt x="271" y="7376"/>
                  </a:lnTo>
                  <a:lnTo>
                    <a:pt x="116" y="7608"/>
                  </a:lnTo>
                  <a:lnTo>
                    <a:pt x="0" y="7840"/>
                  </a:lnTo>
                  <a:lnTo>
                    <a:pt x="0" y="8110"/>
                  </a:lnTo>
                  <a:lnTo>
                    <a:pt x="39" y="8264"/>
                  </a:lnTo>
                  <a:lnTo>
                    <a:pt x="78" y="8419"/>
                  </a:lnTo>
                  <a:lnTo>
                    <a:pt x="193" y="8573"/>
                  </a:lnTo>
                  <a:lnTo>
                    <a:pt x="348" y="8689"/>
                  </a:lnTo>
                  <a:lnTo>
                    <a:pt x="502" y="8805"/>
                  </a:lnTo>
                  <a:lnTo>
                    <a:pt x="657" y="8882"/>
                  </a:lnTo>
                  <a:lnTo>
                    <a:pt x="1043" y="8882"/>
                  </a:lnTo>
                  <a:lnTo>
                    <a:pt x="1236" y="8844"/>
                  </a:lnTo>
                  <a:lnTo>
                    <a:pt x="1429" y="8766"/>
                  </a:lnTo>
                  <a:lnTo>
                    <a:pt x="1584" y="8650"/>
                  </a:lnTo>
                  <a:lnTo>
                    <a:pt x="1699" y="8496"/>
                  </a:lnTo>
                  <a:lnTo>
                    <a:pt x="1777" y="8342"/>
                  </a:lnTo>
                  <a:lnTo>
                    <a:pt x="1854" y="8148"/>
                  </a:lnTo>
                  <a:lnTo>
                    <a:pt x="1854" y="7955"/>
                  </a:lnTo>
                  <a:lnTo>
                    <a:pt x="1854" y="7762"/>
                  </a:lnTo>
                  <a:lnTo>
                    <a:pt x="1815" y="7608"/>
                  </a:lnTo>
                  <a:lnTo>
                    <a:pt x="1738" y="7415"/>
                  </a:lnTo>
                  <a:lnTo>
                    <a:pt x="1622" y="7299"/>
                  </a:lnTo>
                  <a:lnTo>
                    <a:pt x="1506" y="7183"/>
                  </a:lnTo>
                  <a:lnTo>
                    <a:pt x="1352" y="7106"/>
                  </a:lnTo>
                  <a:lnTo>
                    <a:pt x="1197" y="7029"/>
                  </a:lnTo>
                  <a:lnTo>
                    <a:pt x="1545" y="6179"/>
                  </a:lnTo>
                  <a:lnTo>
                    <a:pt x="1815" y="5330"/>
                  </a:lnTo>
                  <a:lnTo>
                    <a:pt x="2394" y="3592"/>
                  </a:lnTo>
                  <a:lnTo>
                    <a:pt x="2665" y="2781"/>
                  </a:lnTo>
                  <a:lnTo>
                    <a:pt x="2974" y="1932"/>
                  </a:lnTo>
                  <a:lnTo>
                    <a:pt x="3244" y="1082"/>
                  </a:lnTo>
                  <a:lnTo>
                    <a:pt x="3321" y="657"/>
                  </a:lnTo>
                  <a:lnTo>
                    <a:pt x="3398" y="232"/>
                  </a:lnTo>
                  <a:lnTo>
                    <a:pt x="3360" y="117"/>
                  </a:lnTo>
                  <a:lnTo>
                    <a:pt x="3244" y="39"/>
                  </a:lnTo>
                  <a:lnTo>
                    <a:pt x="312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4217375" y="2321200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0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2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1643700" y="2334725"/>
              <a:ext cx="26075" cy="11600"/>
            </a:xfrm>
            <a:custGeom>
              <a:avLst/>
              <a:gdLst/>
              <a:ahLst/>
              <a:cxnLst/>
              <a:rect l="l" t="t" r="r" b="b"/>
              <a:pathLst>
                <a:path w="1043" h="464" extrusionOk="0">
                  <a:moveTo>
                    <a:pt x="773" y="1"/>
                  </a:moveTo>
                  <a:lnTo>
                    <a:pt x="541" y="39"/>
                  </a:lnTo>
                  <a:lnTo>
                    <a:pt x="309" y="78"/>
                  </a:lnTo>
                  <a:lnTo>
                    <a:pt x="77" y="194"/>
                  </a:lnTo>
                  <a:lnTo>
                    <a:pt x="39" y="232"/>
                  </a:lnTo>
                  <a:lnTo>
                    <a:pt x="0" y="271"/>
                  </a:lnTo>
                  <a:lnTo>
                    <a:pt x="39" y="387"/>
                  </a:lnTo>
                  <a:lnTo>
                    <a:pt x="77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43" y="232"/>
                  </a:lnTo>
                  <a:lnTo>
                    <a:pt x="1004" y="155"/>
                  </a:lnTo>
                  <a:lnTo>
                    <a:pt x="966" y="116"/>
                  </a:lnTo>
                  <a:lnTo>
                    <a:pt x="888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5914500" y="2336650"/>
              <a:ext cx="309900" cy="605325"/>
            </a:xfrm>
            <a:custGeom>
              <a:avLst/>
              <a:gdLst/>
              <a:ahLst/>
              <a:cxnLst/>
              <a:rect l="l" t="t" r="r" b="b"/>
              <a:pathLst>
                <a:path w="12396" h="24213" extrusionOk="0">
                  <a:moveTo>
                    <a:pt x="7955" y="464"/>
                  </a:moveTo>
                  <a:lnTo>
                    <a:pt x="8496" y="503"/>
                  </a:lnTo>
                  <a:lnTo>
                    <a:pt x="9036" y="619"/>
                  </a:lnTo>
                  <a:lnTo>
                    <a:pt x="9500" y="812"/>
                  </a:lnTo>
                  <a:lnTo>
                    <a:pt x="9924" y="1043"/>
                  </a:lnTo>
                  <a:lnTo>
                    <a:pt x="10311" y="1352"/>
                  </a:lnTo>
                  <a:lnTo>
                    <a:pt x="10658" y="1700"/>
                  </a:lnTo>
                  <a:lnTo>
                    <a:pt x="10967" y="2086"/>
                  </a:lnTo>
                  <a:lnTo>
                    <a:pt x="11237" y="2511"/>
                  </a:lnTo>
                  <a:lnTo>
                    <a:pt x="11469" y="2974"/>
                  </a:lnTo>
                  <a:lnTo>
                    <a:pt x="11662" y="3438"/>
                  </a:lnTo>
                  <a:lnTo>
                    <a:pt x="11778" y="3940"/>
                  </a:lnTo>
                  <a:lnTo>
                    <a:pt x="11855" y="4442"/>
                  </a:lnTo>
                  <a:lnTo>
                    <a:pt x="11894" y="4982"/>
                  </a:lnTo>
                  <a:lnTo>
                    <a:pt x="11894" y="5484"/>
                  </a:lnTo>
                  <a:lnTo>
                    <a:pt x="11817" y="5986"/>
                  </a:lnTo>
                  <a:lnTo>
                    <a:pt x="11701" y="6488"/>
                  </a:lnTo>
                  <a:lnTo>
                    <a:pt x="11546" y="6990"/>
                  </a:lnTo>
                  <a:lnTo>
                    <a:pt x="11315" y="7453"/>
                  </a:lnTo>
                  <a:lnTo>
                    <a:pt x="11083" y="7917"/>
                  </a:lnTo>
                  <a:lnTo>
                    <a:pt x="10813" y="8342"/>
                  </a:lnTo>
                  <a:lnTo>
                    <a:pt x="10504" y="8766"/>
                  </a:lnTo>
                  <a:lnTo>
                    <a:pt x="10195" y="9153"/>
                  </a:lnTo>
                  <a:lnTo>
                    <a:pt x="9847" y="9500"/>
                  </a:lnTo>
                  <a:lnTo>
                    <a:pt x="9461" y="9848"/>
                  </a:lnTo>
                  <a:lnTo>
                    <a:pt x="9036" y="10157"/>
                  </a:lnTo>
                  <a:lnTo>
                    <a:pt x="8650" y="10465"/>
                  </a:lnTo>
                  <a:lnTo>
                    <a:pt x="8187" y="10736"/>
                  </a:lnTo>
                  <a:lnTo>
                    <a:pt x="7762" y="11006"/>
                  </a:lnTo>
                  <a:lnTo>
                    <a:pt x="6835" y="11469"/>
                  </a:lnTo>
                  <a:lnTo>
                    <a:pt x="5870" y="11856"/>
                  </a:lnTo>
                  <a:lnTo>
                    <a:pt x="5677" y="11856"/>
                  </a:lnTo>
                  <a:lnTo>
                    <a:pt x="5638" y="11933"/>
                  </a:lnTo>
                  <a:lnTo>
                    <a:pt x="5600" y="11933"/>
                  </a:lnTo>
                  <a:lnTo>
                    <a:pt x="4982" y="11276"/>
                  </a:lnTo>
                  <a:lnTo>
                    <a:pt x="4441" y="10543"/>
                  </a:lnTo>
                  <a:lnTo>
                    <a:pt x="3978" y="9809"/>
                  </a:lnTo>
                  <a:lnTo>
                    <a:pt x="3746" y="9384"/>
                  </a:lnTo>
                  <a:lnTo>
                    <a:pt x="3592" y="8998"/>
                  </a:lnTo>
                  <a:lnTo>
                    <a:pt x="3437" y="8612"/>
                  </a:lnTo>
                  <a:lnTo>
                    <a:pt x="3283" y="8187"/>
                  </a:lnTo>
                  <a:lnTo>
                    <a:pt x="3167" y="7762"/>
                  </a:lnTo>
                  <a:lnTo>
                    <a:pt x="3090" y="7299"/>
                  </a:lnTo>
                  <a:lnTo>
                    <a:pt x="3051" y="6874"/>
                  </a:lnTo>
                  <a:lnTo>
                    <a:pt x="3012" y="6411"/>
                  </a:lnTo>
                  <a:lnTo>
                    <a:pt x="3051" y="5948"/>
                  </a:lnTo>
                  <a:lnTo>
                    <a:pt x="3090" y="5484"/>
                  </a:lnTo>
                  <a:lnTo>
                    <a:pt x="3167" y="5021"/>
                  </a:lnTo>
                  <a:lnTo>
                    <a:pt x="3244" y="4557"/>
                  </a:lnTo>
                  <a:lnTo>
                    <a:pt x="3399" y="4094"/>
                  </a:lnTo>
                  <a:lnTo>
                    <a:pt x="3592" y="3669"/>
                  </a:lnTo>
                  <a:lnTo>
                    <a:pt x="3785" y="3206"/>
                  </a:lnTo>
                  <a:lnTo>
                    <a:pt x="4055" y="2820"/>
                  </a:lnTo>
                  <a:lnTo>
                    <a:pt x="4325" y="2395"/>
                  </a:lnTo>
                  <a:lnTo>
                    <a:pt x="4634" y="2047"/>
                  </a:lnTo>
                  <a:lnTo>
                    <a:pt x="4943" y="1700"/>
                  </a:lnTo>
                  <a:lnTo>
                    <a:pt x="5329" y="1391"/>
                  </a:lnTo>
                  <a:lnTo>
                    <a:pt x="5715" y="1082"/>
                  </a:lnTo>
                  <a:lnTo>
                    <a:pt x="6102" y="850"/>
                  </a:lnTo>
                  <a:lnTo>
                    <a:pt x="6526" y="696"/>
                  </a:lnTo>
                  <a:lnTo>
                    <a:pt x="6990" y="541"/>
                  </a:lnTo>
                  <a:lnTo>
                    <a:pt x="7453" y="464"/>
                  </a:lnTo>
                  <a:close/>
                  <a:moveTo>
                    <a:pt x="5561" y="12280"/>
                  </a:moveTo>
                  <a:lnTo>
                    <a:pt x="5600" y="12319"/>
                  </a:lnTo>
                  <a:lnTo>
                    <a:pt x="5677" y="12358"/>
                  </a:lnTo>
                  <a:lnTo>
                    <a:pt x="5793" y="12898"/>
                  </a:lnTo>
                  <a:lnTo>
                    <a:pt x="5098" y="12589"/>
                  </a:lnTo>
                  <a:lnTo>
                    <a:pt x="5561" y="12280"/>
                  </a:lnTo>
                  <a:close/>
                  <a:moveTo>
                    <a:pt x="3321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2" y="13979"/>
                  </a:lnTo>
                  <a:lnTo>
                    <a:pt x="2781" y="13941"/>
                  </a:lnTo>
                  <a:lnTo>
                    <a:pt x="2510" y="13825"/>
                  </a:lnTo>
                  <a:lnTo>
                    <a:pt x="2935" y="13400"/>
                  </a:lnTo>
                  <a:lnTo>
                    <a:pt x="3321" y="12975"/>
                  </a:lnTo>
                  <a:close/>
                  <a:moveTo>
                    <a:pt x="3939" y="14327"/>
                  </a:moveTo>
                  <a:lnTo>
                    <a:pt x="5098" y="14520"/>
                  </a:lnTo>
                  <a:lnTo>
                    <a:pt x="4441" y="15485"/>
                  </a:lnTo>
                  <a:lnTo>
                    <a:pt x="4287" y="15215"/>
                  </a:lnTo>
                  <a:lnTo>
                    <a:pt x="4171" y="14945"/>
                  </a:lnTo>
                  <a:lnTo>
                    <a:pt x="4055" y="14636"/>
                  </a:lnTo>
                  <a:lnTo>
                    <a:pt x="3978" y="14366"/>
                  </a:lnTo>
                  <a:lnTo>
                    <a:pt x="3939" y="14327"/>
                  </a:lnTo>
                  <a:close/>
                  <a:moveTo>
                    <a:pt x="3746" y="14597"/>
                  </a:moveTo>
                  <a:lnTo>
                    <a:pt x="3823" y="14945"/>
                  </a:lnTo>
                  <a:lnTo>
                    <a:pt x="3978" y="15292"/>
                  </a:lnTo>
                  <a:lnTo>
                    <a:pt x="4132" y="15601"/>
                  </a:lnTo>
                  <a:lnTo>
                    <a:pt x="4287" y="15910"/>
                  </a:lnTo>
                  <a:lnTo>
                    <a:pt x="4364" y="15987"/>
                  </a:lnTo>
                  <a:lnTo>
                    <a:pt x="4055" y="16412"/>
                  </a:lnTo>
                  <a:lnTo>
                    <a:pt x="3746" y="16875"/>
                  </a:lnTo>
                  <a:lnTo>
                    <a:pt x="3592" y="16412"/>
                  </a:lnTo>
                  <a:lnTo>
                    <a:pt x="3476" y="15949"/>
                  </a:lnTo>
                  <a:lnTo>
                    <a:pt x="3476" y="15717"/>
                  </a:lnTo>
                  <a:lnTo>
                    <a:pt x="3476" y="15447"/>
                  </a:lnTo>
                  <a:lnTo>
                    <a:pt x="3514" y="15215"/>
                  </a:lnTo>
                  <a:lnTo>
                    <a:pt x="3553" y="14983"/>
                  </a:lnTo>
                  <a:lnTo>
                    <a:pt x="3746" y="14597"/>
                  </a:lnTo>
                  <a:close/>
                  <a:moveTo>
                    <a:pt x="4480" y="16335"/>
                  </a:moveTo>
                  <a:lnTo>
                    <a:pt x="4673" y="16760"/>
                  </a:lnTo>
                  <a:lnTo>
                    <a:pt x="4789" y="17223"/>
                  </a:lnTo>
                  <a:lnTo>
                    <a:pt x="4364" y="17107"/>
                  </a:lnTo>
                  <a:lnTo>
                    <a:pt x="3939" y="17030"/>
                  </a:lnTo>
                  <a:lnTo>
                    <a:pt x="4480" y="16335"/>
                  </a:lnTo>
                  <a:close/>
                  <a:moveTo>
                    <a:pt x="2472" y="16875"/>
                  </a:moveTo>
                  <a:lnTo>
                    <a:pt x="3399" y="17107"/>
                  </a:lnTo>
                  <a:lnTo>
                    <a:pt x="3476" y="17262"/>
                  </a:lnTo>
                  <a:lnTo>
                    <a:pt x="3321" y="17377"/>
                  </a:lnTo>
                  <a:lnTo>
                    <a:pt x="3167" y="17571"/>
                  </a:lnTo>
                  <a:lnTo>
                    <a:pt x="2897" y="17918"/>
                  </a:lnTo>
                  <a:lnTo>
                    <a:pt x="2665" y="17416"/>
                  </a:lnTo>
                  <a:lnTo>
                    <a:pt x="2472" y="16875"/>
                  </a:lnTo>
                  <a:close/>
                  <a:moveTo>
                    <a:pt x="3360" y="19733"/>
                  </a:moveTo>
                  <a:lnTo>
                    <a:pt x="4055" y="20428"/>
                  </a:lnTo>
                  <a:lnTo>
                    <a:pt x="3553" y="20660"/>
                  </a:lnTo>
                  <a:lnTo>
                    <a:pt x="3012" y="20969"/>
                  </a:lnTo>
                  <a:lnTo>
                    <a:pt x="3012" y="20969"/>
                  </a:lnTo>
                  <a:lnTo>
                    <a:pt x="3167" y="20351"/>
                  </a:lnTo>
                  <a:lnTo>
                    <a:pt x="3360" y="19733"/>
                  </a:lnTo>
                  <a:close/>
                  <a:moveTo>
                    <a:pt x="5677" y="20119"/>
                  </a:moveTo>
                  <a:lnTo>
                    <a:pt x="5986" y="20196"/>
                  </a:lnTo>
                  <a:lnTo>
                    <a:pt x="5715" y="20891"/>
                  </a:lnTo>
                  <a:lnTo>
                    <a:pt x="5368" y="21548"/>
                  </a:lnTo>
                  <a:lnTo>
                    <a:pt x="4673" y="20583"/>
                  </a:lnTo>
                  <a:lnTo>
                    <a:pt x="4634" y="20544"/>
                  </a:lnTo>
                  <a:lnTo>
                    <a:pt x="4673" y="20235"/>
                  </a:lnTo>
                  <a:lnTo>
                    <a:pt x="5020" y="20158"/>
                  </a:lnTo>
                  <a:lnTo>
                    <a:pt x="5329" y="20119"/>
                  </a:lnTo>
                  <a:close/>
                  <a:moveTo>
                    <a:pt x="7453" y="1"/>
                  </a:moveTo>
                  <a:lnTo>
                    <a:pt x="7067" y="39"/>
                  </a:lnTo>
                  <a:lnTo>
                    <a:pt x="6719" y="155"/>
                  </a:lnTo>
                  <a:lnTo>
                    <a:pt x="6333" y="271"/>
                  </a:lnTo>
                  <a:lnTo>
                    <a:pt x="5986" y="426"/>
                  </a:lnTo>
                  <a:lnTo>
                    <a:pt x="5638" y="580"/>
                  </a:lnTo>
                  <a:lnTo>
                    <a:pt x="5291" y="812"/>
                  </a:lnTo>
                  <a:lnTo>
                    <a:pt x="4943" y="1043"/>
                  </a:lnTo>
                  <a:lnTo>
                    <a:pt x="4634" y="1314"/>
                  </a:lnTo>
                  <a:lnTo>
                    <a:pt x="4364" y="1623"/>
                  </a:lnTo>
                  <a:lnTo>
                    <a:pt x="4094" y="1893"/>
                  </a:lnTo>
                  <a:lnTo>
                    <a:pt x="3823" y="2240"/>
                  </a:lnTo>
                  <a:lnTo>
                    <a:pt x="3592" y="2549"/>
                  </a:lnTo>
                  <a:lnTo>
                    <a:pt x="3399" y="2897"/>
                  </a:lnTo>
                  <a:lnTo>
                    <a:pt x="3205" y="3283"/>
                  </a:lnTo>
                  <a:lnTo>
                    <a:pt x="3051" y="3631"/>
                  </a:lnTo>
                  <a:lnTo>
                    <a:pt x="2897" y="4017"/>
                  </a:lnTo>
                  <a:lnTo>
                    <a:pt x="2781" y="4403"/>
                  </a:lnTo>
                  <a:lnTo>
                    <a:pt x="2703" y="4789"/>
                  </a:lnTo>
                  <a:lnTo>
                    <a:pt x="2626" y="5175"/>
                  </a:lnTo>
                  <a:lnTo>
                    <a:pt x="2588" y="5600"/>
                  </a:lnTo>
                  <a:lnTo>
                    <a:pt x="2549" y="5986"/>
                  </a:lnTo>
                  <a:lnTo>
                    <a:pt x="2549" y="6411"/>
                  </a:lnTo>
                  <a:lnTo>
                    <a:pt x="2549" y="6836"/>
                  </a:lnTo>
                  <a:lnTo>
                    <a:pt x="2665" y="7724"/>
                  </a:lnTo>
                  <a:lnTo>
                    <a:pt x="2742" y="8149"/>
                  </a:lnTo>
                  <a:lnTo>
                    <a:pt x="2858" y="8573"/>
                  </a:lnTo>
                  <a:lnTo>
                    <a:pt x="3012" y="8998"/>
                  </a:lnTo>
                  <a:lnTo>
                    <a:pt x="3167" y="9384"/>
                  </a:lnTo>
                  <a:lnTo>
                    <a:pt x="3321" y="9809"/>
                  </a:lnTo>
                  <a:lnTo>
                    <a:pt x="3553" y="10195"/>
                  </a:lnTo>
                  <a:lnTo>
                    <a:pt x="3746" y="10543"/>
                  </a:lnTo>
                  <a:lnTo>
                    <a:pt x="4016" y="10929"/>
                  </a:lnTo>
                  <a:lnTo>
                    <a:pt x="4287" y="11238"/>
                  </a:lnTo>
                  <a:lnTo>
                    <a:pt x="4596" y="11547"/>
                  </a:lnTo>
                  <a:lnTo>
                    <a:pt x="4905" y="11856"/>
                  </a:lnTo>
                  <a:lnTo>
                    <a:pt x="5252" y="12087"/>
                  </a:lnTo>
                  <a:lnTo>
                    <a:pt x="4557" y="12473"/>
                  </a:lnTo>
                  <a:lnTo>
                    <a:pt x="4480" y="12551"/>
                  </a:lnTo>
                  <a:lnTo>
                    <a:pt x="4441" y="12666"/>
                  </a:lnTo>
                  <a:lnTo>
                    <a:pt x="4480" y="12782"/>
                  </a:lnTo>
                  <a:lnTo>
                    <a:pt x="4596" y="12860"/>
                  </a:lnTo>
                  <a:lnTo>
                    <a:pt x="5020" y="13014"/>
                  </a:lnTo>
                  <a:lnTo>
                    <a:pt x="4673" y="13168"/>
                  </a:lnTo>
                  <a:lnTo>
                    <a:pt x="4403" y="13362"/>
                  </a:lnTo>
                  <a:lnTo>
                    <a:pt x="4094" y="13555"/>
                  </a:lnTo>
                  <a:lnTo>
                    <a:pt x="3862" y="13786"/>
                  </a:lnTo>
                  <a:lnTo>
                    <a:pt x="3823" y="13477"/>
                  </a:lnTo>
                  <a:lnTo>
                    <a:pt x="3746" y="13168"/>
                  </a:lnTo>
                  <a:lnTo>
                    <a:pt x="3630" y="12860"/>
                  </a:lnTo>
                  <a:lnTo>
                    <a:pt x="3514" y="12551"/>
                  </a:lnTo>
                  <a:lnTo>
                    <a:pt x="3476" y="12473"/>
                  </a:lnTo>
                  <a:lnTo>
                    <a:pt x="3360" y="12435"/>
                  </a:lnTo>
                  <a:lnTo>
                    <a:pt x="3283" y="12473"/>
                  </a:lnTo>
                  <a:lnTo>
                    <a:pt x="3205" y="12512"/>
                  </a:lnTo>
                  <a:lnTo>
                    <a:pt x="2665" y="13168"/>
                  </a:lnTo>
                  <a:lnTo>
                    <a:pt x="2086" y="13748"/>
                  </a:lnTo>
                  <a:lnTo>
                    <a:pt x="2047" y="13825"/>
                  </a:lnTo>
                  <a:lnTo>
                    <a:pt x="2008" y="13902"/>
                  </a:lnTo>
                  <a:lnTo>
                    <a:pt x="2047" y="13979"/>
                  </a:lnTo>
                  <a:lnTo>
                    <a:pt x="2086" y="14057"/>
                  </a:lnTo>
                  <a:lnTo>
                    <a:pt x="2395" y="14211"/>
                  </a:lnTo>
                  <a:lnTo>
                    <a:pt x="2742" y="14288"/>
                  </a:lnTo>
                  <a:lnTo>
                    <a:pt x="3051" y="14366"/>
                  </a:lnTo>
                  <a:lnTo>
                    <a:pt x="3399" y="14366"/>
                  </a:lnTo>
                  <a:lnTo>
                    <a:pt x="3244" y="14636"/>
                  </a:lnTo>
                  <a:lnTo>
                    <a:pt x="3128" y="14945"/>
                  </a:lnTo>
                  <a:lnTo>
                    <a:pt x="3090" y="15176"/>
                  </a:lnTo>
                  <a:lnTo>
                    <a:pt x="3051" y="15408"/>
                  </a:lnTo>
                  <a:lnTo>
                    <a:pt x="3051" y="15872"/>
                  </a:lnTo>
                  <a:lnTo>
                    <a:pt x="3128" y="16296"/>
                  </a:lnTo>
                  <a:lnTo>
                    <a:pt x="3244" y="16760"/>
                  </a:lnTo>
                  <a:lnTo>
                    <a:pt x="2781" y="16567"/>
                  </a:lnTo>
                  <a:lnTo>
                    <a:pt x="2279" y="16412"/>
                  </a:lnTo>
                  <a:lnTo>
                    <a:pt x="2201" y="16412"/>
                  </a:lnTo>
                  <a:lnTo>
                    <a:pt x="2124" y="16451"/>
                  </a:lnTo>
                  <a:lnTo>
                    <a:pt x="2047" y="16528"/>
                  </a:lnTo>
                  <a:lnTo>
                    <a:pt x="2047" y="16644"/>
                  </a:lnTo>
                  <a:lnTo>
                    <a:pt x="2163" y="17107"/>
                  </a:lnTo>
                  <a:lnTo>
                    <a:pt x="2279" y="17532"/>
                  </a:lnTo>
                  <a:lnTo>
                    <a:pt x="2472" y="17957"/>
                  </a:lnTo>
                  <a:lnTo>
                    <a:pt x="2703" y="18381"/>
                  </a:lnTo>
                  <a:lnTo>
                    <a:pt x="2781" y="18459"/>
                  </a:lnTo>
                  <a:lnTo>
                    <a:pt x="2858" y="18497"/>
                  </a:lnTo>
                  <a:lnTo>
                    <a:pt x="2935" y="18459"/>
                  </a:lnTo>
                  <a:lnTo>
                    <a:pt x="3012" y="18381"/>
                  </a:lnTo>
                  <a:lnTo>
                    <a:pt x="3321" y="18034"/>
                  </a:lnTo>
                  <a:lnTo>
                    <a:pt x="3514" y="17802"/>
                  </a:lnTo>
                  <a:lnTo>
                    <a:pt x="3630" y="17609"/>
                  </a:lnTo>
                  <a:lnTo>
                    <a:pt x="3707" y="17764"/>
                  </a:lnTo>
                  <a:lnTo>
                    <a:pt x="3978" y="18343"/>
                  </a:lnTo>
                  <a:lnTo>
                    <a:pt x="4132" y="18961"/>
                  </a:lnTo>
                  <a:lnTo>
                    <a:pt x="4248" y="19540"/>
                  </a:lnTo>
                  <a:lnTo>
                    <a:pt x="4248" y="20158"/>
                  </a:lnTo>
                  <a:lnTo>
                    <a:pt x="3437" y="19308"/>
                  </a:lnTo>
                  <a:lnTo>
                    <a:pt x="3399" y="19270"/>
                  </a:lnTo>
                  <a:lnTo>
                    <a:pt x="3205" y="19270"/>
                  </a:lnTo>
                  <a:lnTo>
                    <a:pt x="3167" y="19347"/>
                  </a:lnTo>
                  <a:lnTo>
                    <a:pt x="2974" y="19810"/>
                  </a:lnTo>
                  <a:lnTo>
                    <a:pt x="2781" y="20274"/>
                  </a:lnTo>
                  <a:lnTo>
                    <a:pt x="2665" y="20776"/>
                  </a:lnTo>
                  <a:lnTo>
                    <a:pt x="2626" y="21316"/>
                  </a:lnTo>
                  <a:lnTo>
                    <a:pt x="2626" y="21393"/>
                  </a:lnTo>
                  <a:lnTo>
                    <a:pt x="2703" y="21471"/>
                  </a:lnTo>
                  <a:lnTo>
                    <a:pt x="2781" y="21509"/>
                  </a:lnTo>
                  <a:lnTo>
                    <a:pt x="2897" y="21471"/>
                  </a:lnTo>
                  <a:lnTo>
                    <a:pt x="3514" y="21162"/>
                  </a:lnTo>
                  <a:lnTo>
                    <a:pt x="4171" y="20776"/>
                  </a:lnTo>
                  <a:lnTo>
                    <a:pt x="4171" y="20776"/>
                  </a:lnTo>
                  <a:lnTo>
                    <a:pt x="4055" y="21162"/>
                  </a:lnTo>
                  <a:lnTo>
                    <a:pt x="3901" y="21548"/>
                  </a:lnTo>
                  <a:lnTo>
                    <a:pt x="3669" y="22050"/>
                  </a:lnTo>
                  <a:lnTo>
                    <a:pt x="3321" y="22552"/>
                  </a:lnTo>
                  <a:lnTo>
                    <a:pt x="2897" y="23015"/>
                  </a:lnTo>
                  <a:lnTo>
                    <a:pt x="2626" y="23247"/>
                  </a:lnTo>
                  <a:lnTo>
                    <a:pt x="2395" y="23401"/>
                  </a:lnTo>
                  <a:lnTo>
                    <a:pt x="2124" y="23594"/>
                  </a:lnTo>
                  <a:lnTo>
                    <a:pt x="1854" y="23710"/>
                  </a:lnTo>
                  <a:lnTo>
                    <a:pt x="1584" y="23788"/>
                  </a:lnTo>
                  <a:lnTo>
                    <a:pt x="1313" y="23788"/>
                  </a:lnTo>
                  <a:lnTo>
                    <a:pt x="1082" y="23749"/>
                  </a:lnTo>
                  <a:lnTo>
                    <a:pt x="811" y="23672"/>
                  </a:lnTo>
                  <a:lnTo>
                    <a:pt x="541" y="23517"/>
                  </a:lnTo>
                  <a:lnTo>
                    <a:pt x="309" y="23286"/>
                  </a:lnTo>
                  <a:lnTo>
                    <a:pt x="232" y="23247"/>
                  </a:lnTo>
                  <a:lnTo>
                    <a:pt x="78" y="23247"/>
                  </a:lnTo>
                  <a:lnTo>
                    <a:pt x="39" y="23363"/>
                  </a:lnTo>
                  <a:lnTo>
                    <a:pt x="0" y="23401"/>
                  </a:lnTo>
                  <a:lnTo>
                    <a:pt x="39" y="23479"/>
                  </a:lnTo>
                  <a:lnTo>
                    <a:pt x="155" y="23633"/>
                  </a:lnTo>
                  <a:lnTo>
                    <a:pt x="271" y="23788"/>
                  </a:lnTo>
                  <a:lnTo>
                    <a:pt x="387" y="23903"/>
                  </a:lnTo>
                  <a:lnTo>
                    <a:pt x="541" y="24019"/>
                  </a:lnTo>
                  <a:lnTo>
                    <a:pt x="695" y="24096"/>
                  </a:lnTo>
                  <a:lnTo>
                    <a:pt x="889" y="24135"/>
                  </a:lnTo>
                  <a:lnTo>
                    <a:pt x="1236" y="24212"/>
                  </a:lnTo>
                  <a:lnTo>
                    <a:pt x="1584" y="24174"/>
                  </a:lnTo>
                  <a:lnTo>
                    <a:pt x="1970" y="24096"/>
                  </a:lnTo>
                  <a:lnTo>
                    <a:pt x="2317" y="23942"/>
                  </a:lnTo>
                  <a:lnTo>
                    <a:pt x="2665" y="23749"/>
                  </a:lnTo>
                  <a:lnTo>
                    <a:pt x="3012" y="23479"/>
                  </a:lnTo>
                  <a:lnTo>
                    <a:pt x="3321" y="23208"/>
                  </a:lnTo>
                  <a:lnTo>
                    <a:pt x="3630" y="22861"/>
                  </a:lnTo>
                  <a:lnTo>
                    <a:pt x="3901" y="22513"/>
                  </a:lnTo>
                  <a:lnTo>
                    <a:pt x="4132" y="22127"/>
                  </a:lnTo>
                  <a:lnTo>
                    <a:pt x="4325" y="21702"/>
                  </a:lnTo>
                  <a:lnTo>
                    <a:pt x="4480" y="21316"/>
                  </a:lnTo>
                  <a:lnTo>
                    <a:pt x="4596" y="20853"/>
                  </a:lnTo>
                  <a:lnTo>
                    <a:pt x="5213" y="21973"/>
                  </a:lnTo>
                  <a:lnTo>
                    <a:pt x="5291" y="22050"/>
                  </a:lnTo>
                  <a:lnTo>
                    <a:pt x="5368" y="22088"/>
                  </a:lnTo>
                  <a:lnTo>
                    <a:pt x="5445" y="22050"/>
                  </a:lnTo>
                  <a:lnTo>
                    <a:pt x="5522" y="22011"/>
                  </a:lnTo>
                  <a:lnTo>
                    <a:pt x="5793" y="21548"/>
                  </a:lnTo>
                  <a:lnTo>
                    <a:pt x="6024" y="21084"/>
                  </a:lnTo>
                  <a:lnTo>
                    <a:pt x="6410" y="20119"/>
                  </a:lnTo>
                  <a:lnTo>
                    <a:pt x="6410" y="20042"/>
                  </a:lnTo>
                  <a:lnTo>
                    <a:pt x="6410" y="19965"/>
                  </a:lnTo>
                  <a:lnTo>
                    <a:pt x="6372" y="19926"/>
                  </a:lnTo>
                  <a:lnTo>
                    <a:pt x="6295" y="19887"/>
                  </a:lnTo>
                  <a:lnTo>
                    <a:pt x="5908" y="19772"/>
                  </a:lnTo>
                  <a:lnTo>
                    <a:pt x="5484" y="19733"/>
                  </a:lnTo>
                  <a:lnTo>
                    <a:pt x="5098" y="19733"/>
                  </a:lnTo>
                  <a:lnTo>
                    <a:pt x="4673" y="19849"/>
                  </a:lnTo>
                  <a:lnTo>
                    <a:pt x="4634" y="19231"/>
                  </a:lnTo>
                  <a:lnTo>
                    <a:pt x="4518" y="18652"/>
                  </a:lnTo>
                  <a:lnTo>
                    <a:pt x="4287" y="18034"/>
                  </a:lnTo>
                  <a:lnTo>
                    <a:pt x="4055" y="17455"/>
                  </a:lnTo>
                  <a:lnTo>
                    <a:pt x="4518" y="17532"/>
                  </a:lnTo>
                  <a:lnTo>
                    <a:pt x="4982" y="17609"/>
                  </a:lnTo>
                  <a:lnTo>
                    <a:pt x="5059" y="17609"/>
                  </a:lnTo>
                  <a:lnTo>
                    <a:pt x="5098" y="17532"/>
                  </a:lnTo>
                  <a:lnTo>
                    <a:pt x="5136" y="17493"/>
                  </a:lnTo>
                  <a:lnTo>
                    <a:pt x="5136" y="17377"/>
                  </a:lnTo>
                  <a:lnTo>
                    <a:pt x="5098" y="17030"/>
                  </a:lnTo>
                  <a:lnTo>
                    <a:pt x="4982" y="16644"/>
                  </a:lnTo>
                  <a:lnTo>
                    <a:pt x="4827" y="16296"/>
                  </a:lnTo>
                  <a:lnTo>
                    <a:pt x="4673" y="15987"/>
                  </a:lnTo>
                  <a:lnTo>
                    <a:pt x="4596" y="15910"/>
                  </a:lnTo>
                  <a:lnTo>
                    <a:pt x="4634" y="15910"/>
                  </a:lnTo>
                  <a:lnTo>
                    <a:pt x="5600" y="14481"/>
                  </a:lnTo>
                  <a:lnTo>
                    <a:pt x="5638" y="14366"/>
                  </a:lnTo>
                  <a:lnTo>
                    <a:pt x="5600" y="14288"/>
                  </a:lnTo>
                  <a:lnTo>
                    <a:pt x="5561" y="14211"/>
                  </a:lnTo>
                  <a:lnTo>
                    <a:pt x="5445" y="14172"/>
                  </a:lnTo>
                  <a:lnTo>
                    <a:pt x="4209" y="13979"/>
                  </a:lnTo>
                  <a:lnTo>
                    <a:pt x="4480" y="13748"/>
                  </a:lnTo>
                  <a:lnTo>
                    <a:pt x="4789" y="13555"/>
                  </a:lnTo>
                  <a:lnTo>
                    <a:pt x="5098" y="13362"/>
                  </a:lnTo>
                  <a:lnTo>
                    <a:pt x="5406" y="13168"/>
                  </a:lnTo>
                  <a:lnTo>
                    <a:pt x="6024" y="13400"/>
                  </a:lnTo>
                  <a:lnTo>
                    <a:pt x="6140" y="13439"/>
                  </a:lnTo>
                  <a:lnTo>
                    <a:pt x="6217" y="13362"/>
                  </a:lnTo>
                  <a:lnTo>
                    <a:pt x="6256" y="13284"/>
                  </a:lnTo>
                  <a:lnTo>
                    <a:pt x="6295" y="13168"/>
                  </a:lnTo>
                  <a:lnTo>
                    <a:pt x="6179" y="12705"/>
                  </a:lnTo>
                  <a:lnTo>
                    <a:pt x="6063" y="12242"/>
                  </a:lnTo>
                  <a:lnTo>
                    <a:pt x="6912" y="11933"/>
                  </a:lnTo>
                  <a:lnTo>
                    <a:pt x="7723" y="11585"/>
                  </a:lnTo>
                  <a:lnTo>
                    <a:pt x="8534" y="11122"/>
                  </a:lnTo>
                  <a:lnTo>
                    <a:pt x="9268" y="10620"/>
                  </a:lnTo>
                  <a:lnTo>
                    <a:pt x="9963" y="10079"/>
                  </a:lnTo>
                  <a:lnTo>
                    <a:pt x="10311" y="9770"/>
                  </a:lnTo>
                  <a:lnTo>
                    <a:pt x="10620" y="9423"/>
                  </a:lnTo>
                  <a:lnTo>
                    <a:pt x="10890" y="9075"/>
                  </a:lnTo>
                  <a:lnTo>
                    <a:pt x="11160" y="8728"/>
                  </a:lnTo>
                  <a:lnTo>
                    <a:pt x="11392" y="8342"/>
                  </a:lnTo>
                  <a:lnTo>
                    <a:pt x="11623" y="7955"/>
                  </a:lnTo>
                  <a:lnTo>
                    <a:pt x="11817" y="7569"/>
                  </a:lnTo>
                  <a:lnTo>
                    <a:pt x="11971" y="7183"/>
                  </a:lnTo>
                  <a:lnTo>
                    <a:pt x="12125" y="6758"/>
                  </a:lnTo>
                  <a:lnTo>
                    <a:pt x="12241" y="6334"/>
                  </a:lnTo>
                  <a:lnTo>
                    <a:pt x="12319" y="5948"/>
                  </a:lnTo>
                  <a:lnTo>
                    <a:pt x="12357" y="5523"/>
                  </a:lnTo>
                  <a:lnTo>
                    <a:pt x="12396" y="5098"/>
                  </a:lnTo>
                  <a:lnTo>
                    <a:pt x="12396" y="4673"/>
                  </a:lnTo>
                  <a:lnTo>
                    <a:pt x="12357" y="4248"/>
                  </a:lnTo>
                  <a:lnTo>
                    <a:pt x="12280" y="3824"/>
                  </a:lnTo>
                  <a:lnTo>
                    <a:pt x="12203" y="3438"/>
                  </a:lnTo>
                  <a:lnTo>
                    <a:pt x="12048" y="3051"/>
                  </a:lnTo>
                  <a:lnTo>
                    <a:pt x="11894" y="2665"/>
                  </a:lnTo>
                  <a:lnTo>
                    <a:pt x="11701" y="2279"/>
                  </a:lnTo>
                  <a:lnTo>
                    <a:pt x="11469" y="1893"/>
                  </a:lnTo>
                  <a:lnTo>
                    <a:pt x="11160" y="1545"/>
                  </a:lnTo>
                  <a:lnTo>
                    <a:pt x="10890" y="1275"/>
                  </a:lnTo>
                  <a:lnTo>
                    <a:pt x="10620" y="1005"/>
                  </a:lnTo>
                  <a:lnTo>
                    <a:pt x="10311" y="773"/>
                  </a:lnTo>
                  <a:lnTo>
                    <a:pt x="9963" y="580"/>
                  </a:lnTo>
                  <a:lnTo>
                    <a:pt x="9654" y="387"/>
                  </a:lnTo>
                  <a:lnTo>
                    <a:pt x="9307" y="233"/>
                  </a:lnTo>
                  <a:lnTo>
                    <a:pt x="8920" y="117"/>
                  </a:lnTo>
                  <a:lnTo>
                    <a:pt x="8573" y="39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1545225" y="23405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1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6777550" y="23482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9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1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6642400" y="2349200"/>
              <a:ext cx="437325" cy="301225"/>
            </a:xfrm>
            <a:custGeom>
              <a:avLst/>
              <a:gdLst/>
              <a:ahLst/>
              <a:cxnLst/>
              <a:rect l="l" t="t" r="r" b="b"/>
              <a:pathLst>
                <a:path w="17493" h="12049" extrusionOk="0">
                  <a:moveTo>
                    <a:pt x="12086" y="503"/>
                  </a:moveTo>
                  <a:lnTo>
                    <a:pt x="12202" y="580"/>
                  </a:lnTo>
                  <a:lnTo>
                    <a:pt x="12280" y="657"/>
                  </a:lnTo>
                  <a:lnTo>
                    <a:pt x="12627" y="850"/>
                  </a:lnTo>
                  <a:lnTo>
                    <a:pt x="12897" y="1159"/>
                  </a:lnTo>
                  <a:lnTo>
                    <a:pt x="13129" y="1507"/>
                  </a:lnTo>
                  <a:lnTo>
                    <a:pt x="13322" y="1854"/>
                  </a:lnTo>
                  <a:lnTo>
                    <a:pt x="13477" y="2240"/>
                  </a:lnTo>
                  <a:lnTo>
                    <a:pt x="13631" y="2665"/>
                  </a:lnTo>
                  <a:lnTo>
                    <a:pt x="13824" y="3438"/>
                  </a:lnTo>
                  <a:lnTo>
                    <a:pt x="13090" y="3013"/>
                  </a:lnTo>
                  <a:lnTo>
                    <a:pt x="12704" y="2781"/>
                  </a:lnTo>
                  <a:lnTo>
                    <a:pt x="12357" y="2472"/>
                  </a:lnTo>
                  <a:lnTo>
                    <a:pt x="12009" y="2125"/>
                  </a:lnTo>
                  <a:lnTo>
                    <a:pt x="11816" y="1932"/>
                  </a:lnTo>
                  <a:lnTo>
                    <a:pt x="11662" y="1700"/>
                  </a:lnTo>
                  <a:lnTo>
                    <a:pt x="11507" y="1391"/>
                  </a:lnTo>
                  <a:lnTo>
                    <a:pt x="11430" y="1043"/>
                  </a:lnTo>
                  <a:lnTo>
                    <a:pt x="11662" y="735"/>
                  </a:lnTo>
                  <a:lnTo>
                    <a:pt x="11739" y="619"/>
                  </a:lnTo>
                  <a:lnTo>
                    <a:pt x="11855" y="541"/>
                  </a:lnTo>
                  <a:lnTo>
                    <a:pt x="11971" y="503"/>
                  </a:lnTo>
                  <a:close/>
                  <a:moveTo>
                    <a:pt x="16218" y="1584"/>
                  </a:moveTo>
                  <a:lnTo>
                    <a:pt x="16296" y="1623"/>
                  </a:lnTo>
                  <a:lnTo>
                    <a:pt x="16411" y="1661"/>
                  </a:lnTo>
                  <a:lnTo>
                    <a:pt x="16489" y="1738"/>
                  </a:lnTo>
                  <a:lnTo>
                    <a:pt x="16566" y="1816"/>
                  </a:lnTo>
                  <a:lnTo>
                    <a:pt x="16604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4" y="2511"/>
                  </a:lnTo>
                  <a:lnTo>
                    <a:pt x="16527" y="2665"/>
                  </a:lnTo>
                  <a:lnTo>
                    <a:pt x="16411" y="2820"/>
                  </a:lnTo>
                  <a:lnTo>
                    <a:pt x="16296" y="2974"/>
                  </a:lnTo>
                  <a:lnTo>
                    <a:pt x="15948" y="3206"/>
                  </a:lnTo>
                  <a:lnTo>
                    <a:pt x="15562" y="3399"/>
                  </a:lnTo>
                  <a:lnTo>
                    <a:pt x="15137" y="3553"/>
                  </a:lnTo>
                  <a:lnTo>
                    <a:pt x="14712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7"/>
                  </a:lnTo>
                  <a:lnTo>
                    <a:pt x="15098" y="2279"/>
                  </a:lnTo>
                  <a:lnTo>
                    <a:pt x="15407" y="1970"/>
                  </a:lnTo>
                  <a:lnTo>
                    <a:pt x="15639" y="1816"/>
                  </a:lnTo>
                  <a:lnTo>
                    <a:pt x="15871" y="1661"/>
                  </a:lnTo>
                  <a:lnTo>
                    <a:pt x="16102" y="1623"/>
                  </a:lnTo>
                  <a:lnTo>
                    <a:pt x="16218" y="1584"/>
                  </a:lnTo>
                  <a:close/>
                  <a:moveTo>
                    <a:pt x="13824" y="4287"/>
                  </a:moveTo>
                  <a:lnTo>
                    <a:pt x="13670" y="4557"/>
                  </a:lnTo>
                  <a:lnTo>
                    <a:pt x="13477" y="4789"/>
                  </a:lnTo>
                  <a:lnTo>
                    <a:pt x="13245" y="5021"/>
                  </a:lnTo>
                  <a:lnTo>
                    <a:pt x="13013" y="5214"/>
                  </a:lnTo>
                  <a:lnTo>
                    <a:pt x="12666" y="5484"/>
                  </a:lnTo>
                  <a:lnTo>
                    <a:pt x="12164" y="5754"/>
                  </a:lnTo>
                  <a:lnTo>
                    <a:pt x="11893" y="5870"/>
                  </a:lnTo>
                  <a:lnTo>
                    <a:pt x="11623" y="5948"/>
                  </a:lnTo>
                  <a:lnTo>
                    <a:pt x="11391" y="5986"/>
                  </a:lnTo>
                  <a:lnTo>
                    <a:pt x="11198" y="5948"/>
                  </a:lnTo>
                  <a:lnTo>
                    <a:pt x="11044" y="5870"/>
                  </a:lnTo>
                  <a:lnTo>
                    <a:pt x="10967" y="5793"/>
                  </a:lnTo>
                  <a:lnTo>
                    <a:pt x="10928" y="5716"/>
                  </a:lnTo>
                  <a:lnTo>
                    <a:pt x="10889" y="5639"/>
                  </a:lnTo>
                  <a:lnTo>
                    <a:pt x="10889" y="5446"/>
                  </a:lnTo>
                  <a:lnTo>
                    <a:pt x="10967" y="5252"/>
                  </a:lnTo>
                  <a:lnTo>
                    <a:pt x="11121" y="5098"/>
                  </a:lnTo>
                  <a:lnTo>
                    <a:pt x="11276" y="4944"/>
                  </a:lnTo>
                  <a:lnTo>
                    <a:pt x="11546" y="4750"/>
                  </a:lnTo>
                  <a:lnTo>
                    <a:pt x="11816" y="4635"/>
                  </a:lnTo>
                  <a:lnTo>
                    <a:pt x="12086" y="4557"/>
                  </a:lnTo>
                  <a:lnTo>
                    <a:pt x="12627" y="4480"/>
                  </a:lnTo>
                  <a:lnTo>
                    <a:pt x="13245" y="4403"/>
                  </a:lnTo>
                  <a:lnTo>
                    <a:pt x="13554" y="4364"/>
                  </a:lnTo>
                  <a:lnTo>
                    <a:pt x="13824" y="4287"/>
                  </a:lnTo>
                  <a:close/>
                  <a:moveTo>
                    <a:pt x="14403" y="4248"/>
                  </a:moveTo>
                  <a:lnTo>
                    <a:pt x="15098" y="4596"/>
                  </a:lnTo>
                  <a:lnTo>
                    <a:pt x="15407" y="4789"/>
                  </a:lnTo>
                  <a:lnTo>
                    <a:pt x="15716" y="4982"/>
                  </a:lnTo>
                  <a:lnTo>
                    <a:pt x="15909" y="5137"/>
                  </a:lnTo>
                  <a:lnTo>
                    <a:pt x="16141" y="5368"/>
                  </a:lnTo>
                  <a:lnTo>
                    <a:pt x="16411" y="5677"/>
                  </a:lnTo>
                  <a:lnTo>
                    <a:pt x="16643" y="5986"/>
                  </a:lnTo>
                  <a:lnTo>
                    <a:pt x="16875" y="6334"/>
                  </a:lnTo>
                  <a:lnTo>
                    <a:pt x="16991" y="6681"/>
                  </a:lnTo>
                  <a:lnTo>
                    <a:pt x="16991" y="6836"/>
                  </a:lnTo>
                  <a:lnTo>
                    <a:pt x="16991" y="6990"/>
                  </a:lnTo>
                  <a:lnTo>
                    <a:pt x="16952" y="7106"/>
                  </a:lnTo>
                  <a:lnTo>
                    <a:pt x="16836" y="7222"/>
                  </a:lnTo>
                  <a:lnTo>
                    <a:pt x="16759" y="7299"/>
                  </a:lnTo>
                  <a:lnTo>
                    <a:pt x="16643" y="7338"/>
                  </a:lnTo>
                  <a:lnTo>
                    <a:pt x="16373" y="7338"/>
                  </a:lnTo>
                  <a:lnTo>
                    <a:pt x="16141" y="7222"/>
                  </a:lnTo>
                  <a:lnTo>
                    <a:pt x="15871" y="7029"/>
                  </a:lnTo>
                  <a:lnTo>
                    <a:pt x="15600" y="6797"/>
                  </a:lnTo>
                  <a:lnTo>
                    <a:pt x="15369" y="6565"/>
                  </a:lnTo>
                  <a:lnTo>
                    <a:pt x="15060" y="6141"/>
                  </a:lnTo>
                  <a:lnTo>
                    <a:pt x="14828" y="5716"/>
                  </a:lnTo>
                  <a:lnTo>
                    <a:pt x="14635" y="5252"/>
                  </a:lnTo>
                  <a:lnTo>
                    <a:pt x="14519" y="4750"/>
                  </a:lnTo>
                  <a:lnTo>
                    <a:pt x="14403" y="4248"/>
                  </a:lnTo>
                  <a:close/>
                  <a:moveTo>
                    <a:pt x="11855" y="1"/>
                  </a:moveTo>
                  <a:lnTo>
                    <a:pt x="11584" y="39"/>
                  </a:lnTo>
                  <a:lnTo>
                    <a:pt x="11469" y="117"/>
                  </a:lnTo>
                  <a:lnTo>
                    <a:pt x="11353" y="194"/>
                  </a:lnTo>
                  <a:lnTo>
                    <a:pt x="11160" y="387"/>
                  </a:lnTo>
                  <a:lnTo>
                    <a:pt x="11005" y="619"/>
                  </a:lnTo>
                  <a:lnTo>
                    <a:pt x="10928" y="812"/>
                  </a:lnTo>
                  <a:lnTo>
                    <a:pt x="10928" y="1005"/>
                  </a:lnTo>
                  <a:lnTo>
                    <a:pt x="10928" y="1236"/>
                  </a:lnTo>
                  <a:lnTo>
                    <a:pt x="11005" y="1468"/>
                  </a:lnTo>
                  <a:lnTo>
                    <a:pt x="11082" y="1661"/>
                  </a:lnTo>
                  <a:lnTo>
                    <a:pt x="11198" y="1893"/>
                  </a:lnTo>
                  <a:lnTo>
                    <a:pt x="11546" y="2318"/>
                  </a:lnTo>
                  <a:lnTo>
                    <a:pt x="11932" y="2742"/>
                  </a:lnTo>
                  <a:lnTo>
                    <a:pt x="12395" y="3090"/>
                  </a:lnTo>
                  <a:lnTo>
                    <a:pt x="12859" y="3399"/>
                  </a:lnTo>
                  <a:lnTo>
                    <a:pt x="12859" y="3399"/>
                  </a:lnTo>
                  <a:lnTo>
                    <a:pt x="12048" y="3283"/>
                  </a:lnTo>
                  <a:lnTo>
                    <a:pt x="11198" y="3283"/>
                  </a:lnTo>
                  <a:lnTo>
                    <a:pt x="10387" y="3322"/>
                  </a:lnTo>
                  <a:lnTo>
                    <a:pt x="9615" y="3476"/>
                  </a:lnTo>
                  <a:lnTo>
                    <a:pt x="9654" y="3013"/>
                  </a:lnTo>
                  <a:lnTo>
                    <a:pt x="9654" y="2511"/>
                  </a:lnTo>
                  <a:lnTo>
                    <a:pt x="9615" y="2009"/>
                  </a:lnTo>
                  <a:lnTo>
                    <a:pt x="9538" y="1507"/>
                  </a:lnTo>
                  <a:lnTo>
                    <a:pt x="9075" y="1623"/>
                  </a:lnTo>
                  <a:lnTo>
                    <a:pt x="9152" y="2086"/>
                  </a:lnTo>
                  <a:lnTo>
                    <a:pt x="9152" y="2588"/>
                  </a:lnTo>
                  <a:lnTo>
                    <a:pt x="9152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5" y="3901"/>
                  </a:lnTo>
                  <a:lnTo>
                    <a:pt x="7414" y="4287"/>
                  </a:lnTo>
                  <a:lnTo>
                    <a:pt x="6603" y="4712"/>
                  </a:lnTo>
                  <a:lnTo>
                    <a:pt x="5831" y="5214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5" y="6218"/>
                  </a:lnTo>
                  <a:lnTo>
                    <a:pt x="3823" y="6913"/>
                  </a:lnTo>
                  <a:lnTo>
                    <a:pt x="3089" y="7685"/>
                  </a:lnTo>
                  <a:lnTo>
                    <a:pt x="2394" y="8496"/>
                  </a:lnTo>
                  <a:lnTo>
                    <a:pt x="1738" y="9307"/>
                  </a:lnTo>
                  <a:lnTo>
                    <a:pt x="1081" y="10157"/>
                  </a:lnTo>
                  <a:lnTo>
                    <a:pt x="502" y="10967"/>
                  </a:lnTo>
                  <a:lnTo>
                    <a:pt x="0" y="11778"/>
                  </a:lnTo>
                  <a:lnTo>
                    <a:pt x="348" y="12049"/>
                  </a:lnTo>
                  <a:lnTo>
                    <a:pt x="1545" y="10504"/>
                  </a:lnTo>
                  <a:lnTo>
                    <a:pt x="2742" y="8959"/>
                  </a:lnTo>
                  <a:lnTo>
                    <a:pt x="3360" y="8226"/>
                  </a:lnTo>
                  <a:lnTo>
                    <a:pt x="4016" y="7492"/>
                  </a:lnTo>
                  <a:lnTo>
                    <a:pt x="4711" y="6797"/>
                  </a:lnTo>
                  <a:lnTo>
                    <a:pt x="5483" y="6179"/>
                  </a:lnTo>
                  <a:lnTo>
                    <a:pt x="6256" y="5561"/>
                  </a:lnTo>
                  <a:lnTo>
                    <a:pt x="7105" y="5059"/>
                  </a:lnTo>
                  <a:lnTo>
                    <a:pt x="7993" y="4596"/>
                  </a:lnTo>
                  <a:lnTo>
                    <a:pt x="8457" y="4442"/>
                  </a:lnTo>
                  <a:lnTo>
                    <a:pt x="8920" y="4248"/>
                  </a:lnTo>
                  <a:lnTo>
                    <a:pt x="9422" y="4133"/>
                  </a:lnTo>
                  <a:lnTo>
                    <a:pt x="9885" y="4017"/>
                  </a:lnTo>
                  <a:lnTo>
                    <a:pt x="10387" y="3901"/>
                  </a:lnTo>
                  <a:lnTo>
                    <a:pt x="10851" y="3862"/>
                  </a:lnTo>
                  <a:lnTo>
                    <a:pt x="11353" y="3824"/>
                  </a:lnTo>
                  <a:lnTo>
                    <a:pt x="11855" y="3824"/>
                  </a:lnTo>
                  <a:lnTo>
                    <a:pt x="12357" y="3862"/>
                  </a:lnTo>
                  <a:lnTo>
                    <a:pt x="12859" y="3901"/>
                  </a:lnTo>
                  <a:lnTo>
                    <a:pt x="12318" y="3978"/>
                  </a:lnTo>
                  <a:lnTo>
                    <a:pt x="11855" y="4094"/>
                  </a:lnTo>
                  <a:lnTo>
                    <a:pt x="11391" y="4287"/>
                  </a:lnTo>
                  <a:lnTo>
                    <a:pt x="11198" y="4403"/>
                  </a:lnTo>
                  <a:lnTo>
                    <a:pt x="11005" y="4557"/>
                  </a:lnTo>
                  <a:lnTo>
                    <a:pt x="10851" y="4673"/>
                  </a:lnTo>
                  <a:lnTo>
                    <a:pt x="10696" y="4866"/>
                  </a:lnTo>
                  <a:lnTo>
                    <a:pt x="10542" y="5059"/>
                  </a:lnTo>
                  <a:lnTo>
                    <a:pt x="10465" y="5291"/>
                  </a:lnTo>
                  <a:lnTo>
                    <a:pt x="10387" y="5523"/>
                  </a:lnTo>
                  <a:lnTo>
                    <a:pt x="10387" y="5754"/>
                  </a:lnTo>
                  <a:lnTo>
                    <a:pt x="10426" y="5948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4"/>
                  </a:lnTo>
                  <a:lnTo>
                    <a:pt x="11005" y="6411"/>
                  </a:lnTo>
                  <a:lnTo>
                    <a:pt x="11276" y="6449"/>
                  </a:lnTo>
                  <a:lnTo>
                    <a:pt x="11584" y="6411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3"/>
                  </a:lnTo>
                  <a:lnTo>
                    <a:pt x="13438" y="5484"/>
                  </a:lnTo>
                  <a:lnTo>
                    <a:pt x="13399" y="5523"/>
                  </a:lnTo>
                  <a:lnTo>
                    <a:pt x="13786" y="5716"/>
                  </a:lnTo>
                  <a:lnTo>
                    <a:pt x="14056" y="4866"/>
                  </a:lnTo>
                  <a:lnTo>
                    <a:pt x="14210" y="5407"/>
                  </a:lnTo>
                  <a:lnTo>
                    <a:pt x="14403" y="5909"/>
                  </a:lnTo>
                  <a:lnTo>
                    <a:pt x="14674" y="6411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7" y="7299"/>
                  </a:lnTo>
                  <a:lnTo>
                    <a:pt x="15678" y="7492"/>
                  </a:lnTo>
                  <a:lnTo>
                    <a:pt x="15987" y="7685"/>
                  </a:lnTo>
                  <a:lnTo>
                    <a:pt x="16296" y="7801"/>
                  </a:lnTo>
                  <a:lnTo>
                    <a:pt x="16604" y="7878"/>
                  </a:lnTo>
                  <a:lnTo>
                    <a:pt x="16759" y="7878"/>
                  </a:lnTo>
                  <a:lnTo>
                    <a:pt x="16875" y="7840"/>
                  </a:lnTo>
                  <a:lnTo>
                    <a:pt x="17029" y="7801"/>
                  </a:lnTo>
                  <a:lnTo>
                    <a:pt x="17184" y="7724"/>
                  </a:lnTo>
                  <a:lnTo>
                    <a:pt x="17299" y="7647"/>
                  </a:lnTo>
                  <a:lnTo>
                    <a:pt x="17377" y="7531"/>
                  </a:lnTo>
                  <a:lnTo>
                    <a:pt x="17415" y="7376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5" y="6604"/>
                  </a:lnTo>
                  <a:lnTo>
                    <a:pt x="17299" y="6295"/>
                  </a:lnTo>
                  <a:lnTo>
                    <a:pt x="17184" y="5986"/>
                  </a:lnTo>
                  <a:lnTo>
                    <a:pt x="17029" y="5716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1"/>
                  </a:lnTo>
                  <a:lnTo>
                    <a:pt x="16257" y="4789"/>
                  </a:lnTo>
                  <a:lnTo>
                    <a:pt x="16025" y="4596"/>
                  </a:lnTo>
                  <a:lnTo>
                    <a:pt x="15523" y="4287"/>
                  </a:lnTo>
                  <a:lnTo>
                    <a:pt x="14944" y="4017"/>
                  </a:lnTo>
                  <a:lnTo>
                    <a:pt x="15407" y="3901"/>
                  </a:lnTo>
                  <a:lnTo>
                    <a:pt x="15832" y="3746"/>
                  </a:lnTo>
                  <a:lnTo>
                    <a:pt x="16218" y="3515"/>
                  </a:lnTo>
                  <a:lnTo>
                    <a:pt x="16604" y="3244"/>
                  </a:lnTo>
                  <a:lnTo>
                    <a:pt x="16759" y="3051"/>
                  </a:lnTo>
                  <a:lnTo>
                    <a:pt x="16913" y="2858"/>
                  </a:lnTo>
                  <a:lnTo>
                    <a:pt x="17029" y="2665"/>
                  </a:lnTo>
                  <a:lnTo>
                    <a:pt x="17106" y="2434"/>
                  </a:lnTo>
                  <a:lnTo>
                    <a:pt x="17145" y="2163"/>
                  </a:lnTo>
                  <a:lnTo>
                    <a:pt x="17106" y="1932"/>
                  </a:lnTo>
                  <a:lnTo>
                    <a:pt x="17068" y="1700"/>
                  </a:lnTo>
                  <a:lnTo>
                    <a:pt x="16913" y="1468"/>
                  </a:lnTo>
                  <a:lnTo>
                    <a:pt x="16759" y="1314"/>
                  </a:lnTo>
                  <a:lnTo>
                    <a:pt x="16566" y="1198"/>
                  </a:lnTo>
                  <a:lnTo>
                    <a:pt x="16334" y="1159"/>
                  </a:lnTo>
                  <a:lnTo>
                    <a:pt x="16102" y="1159"/>
                  </a:lnTo>
                  <a:lnTo>
                    <a:pt x="15909" y="1198"/>
                  </a:lnTo>
                  <a:lnTo>
                    <a:pt x="15678" y="1236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5" y="1777"/>
                  </a:lnTo>
                  <a:lnTo>
                    <a:pt x="14596" y="2163"/>
                  </a:lnTo>
                  <a:lnTo>
                    <a:pt x="14326" y="2588"/>
                  </a:lnTo>
                  <a:lnTo>
                    <a:pt x="14094" y="3013"/>
                  </a:lnTo>
                  <a:lnTo>
                    <a:pt x="13940" y="2434"/>
                  </a:lnTo>
                  <a:lnTo>
                    <a:pt x="13747" y="1893"/>
                  </a:lnTo>
                  <a:lnTo>
                    <a:pt x="13515" y="1352"/>
                  </a:lnTo>
                  <a:lnTo>
                    <a:pt x="13168" y="850"/>
                  </a:lnTo>
                  <a:lnTo>
                    <a:pt x="13013" y="657"/>
                  </a:lnTo>
                  <a:lnTo>
                    <a:pt x="12820" y="464"/>
                  </a:lnTo>
                  <a:lnTo>
                    <a:pt x="12588" y="271"/>
                  </a:lnTo>
                  <a:lnTo>
                    <a:pt x="12357" y="117"/>
                  </a:lnTo>
                  <a:lnTo>
                    <a:pt x="12086" y="39"/>
                  </a:lnTo>
                  <a:lnTo>
                    <a:pt x="118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4161375" y="2367550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6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6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1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4673025" y="2378175"/>
              <a:ext cx="330175" cy="176675"/>
            </a:xfrm>
            <a:custGeom>
              <a:avLst/>
              <a:gdLst/>
              <a:ahLst/>
              <a:cxnLst/>
              <a:rect l="l" t="t" r="r" b="b"/>
              <a:pathLst>
                <a:path w="13207" h="7067" extrusionOk="0">
                  <a:moveTo>
                    <a:pt x="8110" y="309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79"/>
                  </a:lnTo>
                  <a:lnTo>
                    <a:pt x="8728" y="888"/>
                  </a:lnTo>
                  <a:lnTo>
                    <a:pt x="8766" y="1197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7"/>
                  </a:lnTo>
                  <a:lnTo>
                    <a:pt x="8033" y="2858"/>
                  </a:lnTo>
                  <a:lnTo>
                    <a:pt x="6836" y="4711"/>
                  </a:lnTo>
                  <a:lnTo>
                    <a:pt x="6681" y="4711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7"/>
                  </a:lnTo>
                  <a:lnTo>
                    <a:pt x="7453" y="888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09"/>
                  </a:lnTo>
                  <a:close/>
                  <a:moveTo>
                    <a:pt x="5909" y="5406"/>
                  </a:moveTo>
                  <a:lnTo>
                    <a:pt x="4673" y="5831"/>
                  </a:lnTo>
                  <a:lnTo>
                    <a:pt x="3437" y="6217"/>
                  </a:lnTo>
                  <a:lnTo>
                    <a:pt x="2781" y="6372"/>
                  </a:lnTo>
                  <a:lnTo>
                    <a:pt x="2125" y="6526"/>
                  </a:lnTo>
                  <a:lnTo>
                    <a:pt x="1700" y="6565"/>
                  </a:lnTo>
                  <a:lnTo>
                    <a:pt x="1314" y="6603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7"/>
                  </a:lnTo>
                  <a:lnTo>
                    <a:pt x="696" y="6063"/>
                  </a:lnTo>
                  <a:lnTo>
                    <a:pt x="696" y="5908"/>
                  </a:lnTo>
                  <a:lnTo>
                    <a:pt x="734" y="5792"/>
                  </a:lnTo>
                  <a:lnTo>
                    <a:pt x="812" y="5715"/>
                  </a:lnTo>
                  <a:lnTo>
                    <a:pt x="889" y="5677"/>
                  </a:lnTo>
                  <a:lnTo>
                    <a:pt x="1082" y="5599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6"/>
                  </a:lnTo>
                  <a:close/>
                  <a:moveTo>
                    <a:pt x="7067" y="5097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5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8"/>
                  </a:lnTo>
                  <a:lnTo>
                    <a:pt x="12589" y="6024"/>
                  </a:lnTo>
                  <a:lnTo>
                    <a:pt x="12628" y="6179"/>
                  </a:lnTo>
                  <a:lnTo>
                    <a:pt x="12589" y="6526"/>
                  </a:lnTo>
                  <a:lnTo>
                    <a:pt x="12435" y="6603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3"/>
                  </a:lnTo>
                  <a:lnTo>
                    <a:pt x="10929" y="6526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8"/>
                  </a:lnTo>
                  <a:lnTo>
                    <a:pt x="8226" y="5677"/>
                  </a:lnTo>
                  <a:lnTo>
                    <a:pt x="7067" y="5097"/>
                  </a:lnTo>
                  <a:close/>
                  <a:moveTo>
                    <a:pt x="8148" y="0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6"/>
                  </a:lnTo>
                  <a:lnTo>
                    <a:pt x="6681" y="2433"/>
                  </a:lnTo>
                  <a:lnTo>
                    <a:pt x="6527" y="3591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0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7"/>
                  </a:lnTo>
                  <a:lnTo>
                    <a:pt x="1391" y="5175"/>
                  </a:lnTo>
                  <a:lnTo>
                    <a:pt x="1005" y="5213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599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4"/>
                  </a:lnTo>
                  <a:lnTo>
                    <a:pt x="117" y="6449"/>
                  </a:lnTo>
                  <a:lnTo>
                    <a:pt x="232" y="6603"/>
                  </a:lnTo>
                  <a:lnTo>
                    <a:pt x="348" y="6681"/>
                  </a:lnTo>
                  <a:lnTo>
                    <a:pt x="464" y="6796"/>
                  </a:lnTo>
                  <a:lnTo>
                    <a:pt x="773" y="6912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2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5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8"/>
                  </a:lnTo>
                  <a:lnTo>
                    <a:pt x="6758" y="6101"/>
                  </a:lnTo>
                  <a:lnTo>
                    <a:pt x="6836" y="6294"/>
                  </a:lnTo>
                  <a:lnTo>
                    <a:pt x="7106" y="6256"/>
                  </a:lnTo>
                  <a:lnTo>
                    <a:pt x="7106" y="6217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6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6"/>
                  </a:lnTo>
                  <a:lnTo>
                    <a:pt x="11045" y="6951"/>
                  </a:lnTo>
                  <a:lnTo>
                    <a:pt x="11469" y="7028"/>
                  </a:lnTo>
                  <a:lnTo>
                    <a:pt x="11933" y="7067"/>
                  </a:lnTo>
                  <a:lnTo>
                    <a:pt x="12396" y="7028"/>
                  </a:lnTo>
                  <a:lnTo>
                    <a:pt x="12589" y="6990"/>
                  </a:lnTo>
                  <a:lnTo>
                    <a:pt x="12782" y="6912"/>
                  </a:lnTo>
                  <a:lnTo>
                    <a:pt x="12937" y="6796"/>
                  </a:lnTo>
                  <a:lnTo>
                    <a:pt x="13053" y="6681"/>
                  </a:lnTo>
                  <a:lnTo>
                    <a:pt x="13130" y="6526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4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6"/>
                  </a:lnTo>
                  <a:lnTo>
                    <a:pt x="12242" y="5290"/>
                  </a:lnTo>
                  <a:lnTo>
                    <a:pt x="11894" y="5213"/>
                  </a:lnTo>
                  <a:lnTo>
                    <a:pt x="11315" y="5097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1"/>
                  </a:lnTo>
                  <a:lnTo>
                    <a:pt x="8071" y="3514"/>
                  </a:lnTo>
                  <a:lnTo>
                    <a:pt x="8496" y="2858"/>
                  </a:lnTo>
                  <a:lnTo>
                    <a:pt x="8844" y="2201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6"/>
                  </a:lnTo>
                  <a:lnTo>
                    <a:pt x="9075" y="1275"/>
                  </a:lnTo>
                  <a:lnTo>
                    <a:pt x="9037" y="1004"/>
                  </a:lnTo>
                  <a:lnTo>
                    <a:pt x="8959" y="811"/>
                  </a:lnTo>
                  <a:lnTo>
                    <a:pt x="8882" y="579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1437100" y="2381075"/>
              <a:ext cx="93675" cy="93650"/>
            </a:xfrm>
            <a:custGeom>
              <a:avLst/>
              <a:gdLst/>
              <a:ahLst/>
              <a:cxnLst/>
              <a:rect l="l" t="t" r="r" b="b"/>
              <a:pathLst>
                <a:path w="3747" h="3746" extrusionOk="0">
                  <a:moveTo>
                    <a:pt x="1584" y="463"/>
                  </a:moveTo>
                  <a:lnTo>
                    <a:pt x="2086" y="541"/>
                  </a:lnTo>
                  <a:lnTo>
                    <a:pt x="2318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5"/>
                  </a:lnTo>
                  <a:lnTo>
                    <a:pt x="3090" y="1197"/>
                  </a:lnTo>
                  <a:lnTo>
                    <a:pt x="3206" y="1429"/>
                  </a:lnTo>
                  <a:lnTo>
                    <a:pt x="3244" y="1699"/>
                  </a:lnTo>
                  <a:lnTo>
                    <a:pt x="3244" y="1969"/>
                  </a:lnTo>
                  <a:lnTo>
                    <a:pt x="3206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7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3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3"/>
                  </a:lnTo>
                  <a:close/>
                  <a:moveTo>
                    <a:pt x="1893" y="0"/>
                  </a:moveTo>
                  <a:lnTo>
                    <a:pt x="1700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4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9" y="579"/>
                  </a:lnTo>
                  <a:lnTo>
                    <a:pt x="425" y="772"/>
                  </a:lnTo>
                  <a:lnTo>
                    <a:pt x="271" y="965"/>
                  </a:lnTo>
                  <a:lnTo>
                    <a:pt x="155" y="1236"/>
                  </a:lnTo>
                  <a:lnTo>
                    <a:pt x="78" y="1467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7" y="2510"/>
                  </a:lnTo>
                  <a:lnTo>
                    <a:pt x="310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8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7" y="3437"/>
                  </a:lnTo>
                  <a:lnTo>
                    <a:pt x="3128" y="3244"/>
                  </a:lnTo>
                  <a:lnTo>
                    <a:pt x="3322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8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5" y="1004"/>
                  </a:lnTo>
                  <a:lnTo>
                    <a:pt x="3322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3476925" y="23916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7" y="1159"/>
                  </a:lnTo>
                  <a:lnTo>
                    <a:pt x="1391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6" y="1816"/>
                  </a:lnTo>
                  <a:lnTo>
                    <a:pt x="387" y="1700"/>
                  </a:lnTo>
                  <a:lnTo>
                    <a:pt x="348" y="1584"/>
                  </a:lnTo>
                  <a:lnTo>
                    <a:pt x="387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2" y="1623"/>
                  </a:lnTo>
                  <a:lnTo>
                    <a:pt x="3669" y="1700"/>
                  </a:lnTo>
                  <a:lnTo>
                    <a:pt x="3747" y="1816"/>
                  </a:lnTo>
                  <a:lnTo>
                    <a:pt x="3747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9" y="2356"/>
                  </a:lnTo>
                  <a:lnTo>
                    <a:pt x="3206" y="2434"/>
                  </a:lnTo>
                  <a:lnTo>
                    <a:pt x="3013" y="2395"/>
                  </a:lnTo>
                  <a:lnTo>
                    <a:pt x="2820" y="2356"/>
                  </a:lnTo>
                  <a:lnTo>
                    <a:pt x="2627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1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90" y="1468"/>
                  </a:lnTo>
                  <a:close/>
                  <a:moveTo>
                    <a:pt x="3747" y="4750"/>
                  </a:moveTo>
                  <a:lnTo>
                    <a:pt x="3901" y="4789"/>
                  </a:lnTo>
                  <a:lnTo>
                    <a:pt x="4017" y="4828"/>
                  </a:lnTo>
                  <a:lnTo>
                    <a:pt x="4094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3" y="5368"/>
                  </a:lnTo>
                  <a:lnTo>
                    <a:pt x="4094" y="5484"/>
                  </a:lnTo>
                  <a:lnTo>
                    <a:pt x="3978" y="5600"/>
                  </a:lnTo>
                  <a:lnTo>
                    <a:pt x="3785" y="5754"/>
                  </a:lnTo>
                  <a:lnTo>
                    <a:pt x="3515" y="5870"/>
                  </a:lnTo>
                  <a:lnTo>
                    <a:pt x="3129" y="5870"/>
                  </a:lnTo>
                  <a:lnTo>
                    <a:pt x="2743" y="5793"/>
                  </a:lnTo>
                  <a:lnTo>
                    <a:pt x="2936" y="5368"/>
                  </a:lnTo>
                  <a:lnTo>
                    <a:pt x="3051" y="5214"/>
                  </a:lnTo>
                  <a:lnTo>
                    <a:pt x="3206" y="5021"/>
                  </a:lnTo>
                  <a:lnTo>
                    <a:pt x="3476" y="4866"/>
                  </a:lnTo>
                  <a:lnTo>
                    <a:pt x="3631" y="4789"/>
                  </a:lnTo>
                  <a:lnTo>
                    <a:pt x="3747" y="4750"/>
                  </a:lnTo>
                  <a:close/>
                  <a:moveTo>
                    <a:pt x="1121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3" y="6102"/>
                  </a:lnTo>
                  <a:lnTo>
                    <a:pt x="1430" y="6256"/>
                  </a:lnTo>
                  <a:lnTo>
                    <a:pt x="1237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6" y="6334"/>
                  </a:lnTo>
                  <a:lnTo>
                    <a:pt x="503" y="6179"/>
                  </a:lnTo>
                  <a:lnTo>
                    <a:pt x="426" y="6025"/>
                  </a:lnTo>
                  <a:lnTo>
                    <a:pt x="426" y="5909"/>
                  </a:lnTo>
                  <a:lnTo>
                    <a:pt x="464" y="5754"/>
                  </a:lnTo>
                  <a:lnTo>
                    <a:pt x="580" y="5677"/>
                  </a:lnTo>
                  <a:lnTo>
                    <a:pt x="696" y="5600"/>
                  </a:lnTo>
                  <a:lnTo>
                    <a:pt x="850" y="5523"/>
                  </a:lnTo>
                  <a:close/>
                  <a:moveTo>
                    <a:pt x="5716" y="6218"/>
                  </a:moveTo>
                  <a:lnTo>
                    <a:pt x="5870" y="6334"/>
                  </a:lnTo>
                  <a:lnTo>
                    <a:pt x="5948" y="6411"/>
                  </a:lnTo>
                  <a:lnTo>
                    <a:pt x="5986" y="6527"/>
                  </a:lnTo>
                  <a:lnTo>
                    <a:pt x="6025" y="6681"/>
                  </a:lnTo>
                  <a:lnTo>
                    <a:pt x="5986" y="6797"/>
                  </a:lnTo>
                  <a:lnTo>
                    <a:pt x="5909" y="7067"/>
                  </a:lnTo>
                  <a:lnTo>
                    <a:pt x="5793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1" y="7801"/>
                  </a:lnTo>
                  <a:lnTo>
                    <a:pt x="5059" y="7917"/>
                  </a:lnTo>
                  <a:lnTo>
                    <a:pt x="5098" y="7878"/>
                  </a:lnTo>
                  <a:lnTo>
                    <a:pt x="5021" y="7415"/>
                  </a:lnTo>
                  <a:lnTo>
                    <a:pt x="4982" y="7183"/>
                  </a:lnTo>
                  <a:lnTo>
                    <a:pt x="5021" y="6952"/>
                  </a:lnTo>
                  <a:lnTo>
                    <a:pt x="5137" y="6681"/>
                  </a:lnTo>
                  <a:lnTo>
                    <a:pt x="5214" y="6527"/>
                  </a:lnTo>
                  <a:lnTo>
                    <a:pt x="5330" y="6372"/>
                  </a:lnTo>
                  <a:lnTo>
                    <a:pt x="5446" y="6256"/>
                  </a:lnTo>
                  <a:lnTo>
                    <a:pt x="5600" y="6218"/>
                  </a:lnTo>
                  <a:close/>
                  <a:moveTo>
                    <a:pt x="8960" y="8071"/>
                  </a:moveTo>
                  <a:lnTo>
                    <a:pt x="9153" y="8110"/>
                  </a:lnTo>
                  <a:lnTo>
                    <a:pt x="9268" y="8187"/>
                  </a:lnTo>
                  <a:lnTo>
                    <a:pt x="9346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7" y="9153"/>
                  </a:lnTo>
                  <a:lnTo>
                    <a:pt x="8805" y="9346"/>
                  </a:lnTo>
                  <a:lnTo>
                    <a:pt x="8689" y="9384"/>
                  </a:lnTo>
                  <a:lnTo>
                    <a:pt x="8612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2" y="9346"/>
                  </a:lnTo>
                  <a:lnTo>
                    <a:pt x="8264" y="9346"/>
                  </a:lnTo>
                  <a:lnTo>
                    <a:pt x="8226" y="8960"/>
                  </a:lnTo>
                  <a:lnTo>
                    <a:pt x="8226" y="8766"/>
                  </a:lnTo>
                  <a:lnTo>
                    <a:pt x="8264" y="8573"/>
                  </a:lnTo>
                  <a:lnTo>
                    <a:pt x="8342" y="8342"/>
                  </a:lnTo>
                  <a:lnTo>
                    <a:pt x="8496" y="8187"/>
                  </a:lnTo>
                  <a:lnTo>
                    <a:pt x="8728" y="8110"/>
                  </a:lnTo>
                  <a:lnTo>
                    <a:pt x="8844" y="8071"/>
                  </a:lnTo>
                  <a:close/>
                  <a:moveTo>
                    <a:pt x="4944" y="8380"/>
                  </a:moveTo>
                  <a:lnTo>
                    <a:pt x="4944" y="8419"/>
                  </a:lnTo>
                  <a:lnTo>
                    <a:pt x="4751" y="8805"/>
                  </a:lnTo>
                  <a:lnTo>
                    <a:pt x="4596" y="8960"/>
                  </a:lnTo>
                  <a:lnTo>
                    <a:pt x="4442" y="9153"/>
                  </a:lnTo>
                  <a:lnTo>
                    <a:pt x="4210" y="9307"/>
                  </a:lnTo>
                  <a:lnTo>
                    <a:pt x="3940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9" y="9346"/>
                  </a:lnTo>
                  <a:lnTo>
                    <a:pt x="3322" y="9191"/>
                  </a:lnTo>
                  <a:lnTo>
                    <a:pt x="3322" y="9075"/>
                  </a:lnTo>
                  <a:lnTo>
                    <a:pt x="3322" y="8960"/>
                  </a:lnTo>
                  <a:lnTo>
                    <a:pt x="3399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5" y="8458"/>
                  </a:lnTo>
                  <a:lnTo>
                    <a:pt x="4055" y="8380"/>
                  </a:lnTo>
                  <a:lnTo>
                    <a:pt x="4326" y="8380"/>
                  </a:lnTo>
                  <a:lnTo>
                    <a:pt x="4905" y="8419"/>
                  </a:lnTo>
                  <a:lnTo>
                    <a:pt x="4944" y="8380"/>
                  </a:lnTo>
                  <a:close/>
                  <a:moveTo>
                    <a:pt x="7994" y="10002"/>
                  </a:moveTo>
                  <a:lnTo>
                    <a:pt x="7956" y="10195"/>
                  </a:lnTo>
                  <a:lnTo>
                    <a:pt x="7917" y="10350"/>
                  </a:lnTo>
                  <a:lnTo>
                    <a:pt x="7840" y="10543"/>
                  </a:lnTo>
                  <a:lnTo>
                    <a:pt x="7724" y="10697"/>
                  </a:lnTo>
                  <a:lnTo>
                    <a:pt x="7608" y="10813"/>
                  </a:lnTo>
                  <a:lnTo>
                    <a:pt x="7492" y="10929"/>
                  </a:lnTo>
                  <a:lnTo>
                    <a:pt x="7338" y="11045"/>
                  </a:lnTo>
                  <a:lnTo>
                    <a:pt x="7145" y="11083"/>
                  </a:lnTo>
                  <a:lnTo>
                    <a:pt x="6952" y="11122"/>
                  </a:lnTo>
                  <a:lnTo>
                    <a:pt x="6797" y="11083"/>
                  </a:lnTo>
                  <a:lnTo>
                    <a:pt x="6720" y="11045"/>
                  </a:lnTo>
                  <a:lnTo>
                    <a:pt x="6681" y="10967"/>
                  </a:lnTo>
                  <a:lnTo>
                    <a:pt x="6643" y="10890"/>
                  </a:lnTo>
                  <a:lnTo>
                    <a:pt x="6604" y="10813"/>
                  </a:lnTo>
                  <a:lnTo>
                    <a:pt x="6643" y="10620"/>
                  </a:lnTo>
                  <a:lnTo>
                    <a:pt x="6720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2" y="10157"/>
                  </a:lnTo>
                  <a:lnTo>
                    <a:pt x="7492" y="10079"/>
                  </a:lnTo>
                  <a:lnTo>
                    <a:pt x="7724" y="10041"/>
                  </a:lnTo>
                  <a:lnTo>
                    <a:pt x="7994" y="10002"/>
                  </a:lnTo>
                  <a:close/>
                  <a:moveTo>
                    <a:pt x="2202" y="1"/>
                  </a:moveTo>
                  <a:lnTo>
                    <a:pt x="2009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1" y="812"/>
                  </a:lnTo>
                  <a:lnTo>
                    <a:pt x="1237" y="773"/>
                  </a:lnTo>
                  <a:lnTo>
                    <a:pt x="1043" y="735"/>
                  </a:lnTo>
                  <a:lnTo>
                    <a:pt x="696" y="735"/>
                  </a:lnTo>
                  <a:lnTo>
                    <a:pt x="541" y="812"/>
                  </a:lnTo>
                  <a:lnTo>
                    <a:pt x="387" y="889"/>
                  </a:lnTo>
                  <a:lnTo>
                    <a:pt x="233" y="1005"/>
                  </a:lnTo>
                  <a:lnTo>
                    <a:pt x="117" y="1159"/>
                  </a:lnTo>
                  <a:lnTo>
                    <a:pt x="39" y="1314"/>
                  </a:lnTo>
                  <a:lnTo>
                    <a:pt x="1" y="1468"/>
                  </a:lnTo>
                  <a:lnTo>
                    <a:pt x="1" y="1623"/>
                  </a:lnTo>
                  <a:lnTo>
                    <a:pt x="1" y="1777"/>
                  </a:lnTo>
                  <a:lnTo>
                    <a:pt x="78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6" y="2279"/>
                  </a:lnTo>
                  <a:lnTo>
                    <a:pt x="580" y="2356"/>
                  </a:lnTo>
                  <a:lnTo>
                    <a:pt x="735" y="2395"/>
                  </a:lnTo>
                  <a:lnTo>
                    <a:pt x="1043" y="2434"/>
                  </a:lnTo>
                  <a:lnTo>
                    <a:pt x="1391" y="2395"/>
                  </a:lnTo>
                  <a:lnTo>
                    <a:pt x="1700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9" y="4635"/>
                  </a:lnTo>
                  <a:lnTo>
                    <a:pt x="1777" y="5021"/>
                  </a:lnTo>
                  <a:lnTo>
                    <a:pt x="1893" y="5368"/>
                  </a:lnTo>
                  <a:lnTo>
                    <a:pt x="1584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3" y="5252"/>
                  </a:lnTo>
                  <a:lnTo>
                    <a:pt x="387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8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8" y="6218"/>
                  </a:lnTo>
                  <a:lnTo>
                    <a:pt x="155" y="6334"/>
                  </a:lnTo>
                  <a:lnTo>
                    <a:pt x="233" y="6450"/>
                  </a:lnTo>
                  <a:lnTo>
                    <a:pt x="348" y="6565"/>
                  </a:lnTo>
                  <a:lnTo>
                    <a:pt x="503" y="6643"/>
                  </a:lnTo>
                  <a:lnTo>
                    <a:pt x="657" y="6720"/>
                  </a:lnTo>
                  <a:lnTo>
                    <a:pt x="812" y="6758"/>
                  </a:lnTo>
                  <a:lnTo>
                    <a:pt x="1121" y="6758"/>
                  </a:lnTo>
                  <a:lnTo>
                    <a:pt x="1430" y="6681"/>
                  </a:lnTo>
                  <a:lnTo>
                    <a:pt x="1700" y="6527"/>
                  </a:lnTo>
                  <a:lnTo>
                    <a:pt x="1932" y="6295"/>
                  </a:lnTo>
                  <a:lnTo>
                    <a:pt x="2125" y="6063"/>
                  </a:lnTo>
                  <a:lnTo>
                    <a:pt x="2395" y="6527"/>
                  </a:lnTo>
                  <a:lnTo>
                    <a:pt x="2743" y="6990"/>
                  </a:lnTo>
                  <a:lnTo>
                    <a:pt x="3129" y="7376"/>
                  </a:lnTo>
                  <a:lnTo>
                    <a:pt x="3592" y="7762"/>
                  </a:lnTo>
                  <a:lnTo>
                    <a:pt x="4017" y="7994"/>
                  </a:lnTo>
                  <a:lnTo>
                    <a:pt x="3824" y="8033"/>
                  </a:lnTo>
                  <a:lnTo>
                    <a:pt x="3631" y="8110"/>
                  </a:lnTo>
                  <a:lnTo>
                    <a:pt x="3438" y="8187"/>
                  </a:lnTo>
                  <a:lnTo>
                    <a:pt x="3283" y="8342"/>
                  </a:lnTo>
                  <a:lnTo>
                    <a:pt x="3167" y="8458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6" y="8882"/>
                  </a:lnTo>
                  <a:lnTo>
                    <a:pt x="2897" y="9075"/>
                  </a:lnTo>
                  <a:lnTo>
                    <a:pt x="2936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2" y="9770"/>
                  </a:lnTo>
                  <a:lnTo>
                    <a:pt x="3515" y="9848"/>
                  </a:lnTo>
                  <a:lnTo>
                    <a:pt x="3708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9" y="9770"/>
                  </a:lnTo>
                  <a:lnTo>
                    <a:pt x="4403" y="9693"/>
                  </a:lnTo>
                  <a:lnTo>
                    <a:pt x="4673" y="9461"/>
                  </a:lnTo>
                  <a:lnTo>
                    <a:pt x="4905" y="9153"/>
                  </a:lnTo>
                  <a:lnTo>
                    <a:pt x="5098" y="8844"/>
                  </a:lnTo>
                  <a:lnTo>
                    <a:pt x="5214" y="8496"/>
                  </a:lnTo>
                  <a:lnTo>
                    <a:pt x="6527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6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5" y="9809"/>
                  </a:lnTo>
                  <a:lnTo>
                    <a:pt x="6797" y="9963"/>
                  </a:lnTo>
                  <a:lnTo>
                    <a:pt x="6643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5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5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6" y="11508"/>
                  </a:lnTo>
                  <a:lnTo>
                    <a:pt x="7029" y="11508"/>
                  </a:lnTo>
                  <a:lnTo>
                    <a:pt x="7222" y="11469"/>
                  </a:lnTo>
                  <a:lnTo>
                    <a:pt x="7415" y="11392"/>
                  </a:lnTo>
                  <a:lnTo>
                    <a:pt x="7569" y="11315"/>
                  </a:lnTo>
                  <a:lnTo>
                    <a:pt x="7724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10" y="10697"/>
                  </a:lnTo>
                  <a:lnTo>
                    <a:pt x="8226" y="10465"/>
                  </a:lnTo>
                  <a:lnTo>
                    <a:pt x="8264" y="10234"/>
                  </a:lnTo>
                  <a:lnTo>
                    <a:pt x="8303" y="9963"/>
                  </a:lnTo>
                  <a:lnTo>
                    <a:pt x="8342" y="9925"/>
                  </a:lnTo>
                  <a:lnTo>
                    <a:pt x="8728" y="10272"/>
                  </a:lnTo>
                  <a:lnTo>
                    <a:pt x="9075" y="10659"/>
                  </a:lnTo>
                  <a:lnTo>
                    <a:pt x="9346" y="11122"/>
                  </a:lnTo>
                  <a:lnTo>
                    <a:pt x="9462" y="11354"/>
                  </a:lnTo>
                  <a:lnTo>
                    <a:pt x="9539" y="11585"/>
                  </a:lnTo>
                  <a:lnTo>
                    <a:pt x="9655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5" y="12937"/>
                  </a:lnTo>
                  <a:lnTo>
                    <a:pt x="9577" y="13284"/>
                  </a:lnTo>
                  <a:lnTo>
                    <a:pt x="9462" y="13593"/>
                  </a:lnTo>
                  <a:lnTo>
                    <a:pt x="9191" y="14211"/>
                  </a:lnTo>
                  <a:lnTo>
                    <a:pt x="9153" y="14288"/>
                  </a:lnTo>
                  <a:lnTo>
                    <a:pt x="9153" y="14327"/>
                  </a:lnTo>
                  <a:lnTo>
                    <a:pt x="9230" y="14404"/>
                  </a:lnTo>
                  <a:lnTo>
                    <a:pt x="9307" y="14443"/>
                  </a:lnTo>
                  <a:lnTo>
                    <a:pt x="9423" y="14404"/>
                  </a:lnTo>
                  <a:lnTo>
                    <a:pt x="9577" y="14250"/>
                  </a:lnTo>
                  <a:lnTo>
                    <a:pt x="9732" y="14057"/>
                  </a:lnTo>
                  <a:lnTo>
                    <a:pt x="9848" y="13902"/>
                  </a:lnTo>
                  <a:lnTo>
                    <a:pt x="9925" y="13671"/>
                  </a:lnTo>
                  <a:lnTo>
                    <a:pt x="10079" y="13246"/>
                  </a:lnTo>
                  <a:lnTo>
                    <a:pt x="10118" y="12782"/>
                  </a:lnTo>
                  <a:lnTo>
                    <a:pt x="10118" y="12319"/>
                  </a:lnTo>
                  <a:lnTo>
                    <a:pt x="10041" y="11856"/>
                  </a:lnTo>
                  <a:lnTo>
                    <a:pt x="9925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7" y="10272"/>
                  </a:lnTo>
                  <a:lnTo>
                    <a:pt x="9037" y="9963"/>
                  </a:lnTo>
                  <a:lnTo>
                    <a:pt x="8728" y="9693"/>
                  </a:lnTo>
                  <a:lnTo>
                    <a:pt x="8960" y="9577"/>
                  </a:lnTo>
                  <a:lnTo>
                    <a:pt x="9230" y="9423"/>
                  </a:lnTo>
                  <a:lnTo>
                    <a:pt x="9462" y="9191"/>
                  </a:lnTo>
                  <a:lnTo>
                    <a:pt x="9616" y="8921"/>
                  </a:lnTo>
                  <a:lnTo>
                    <a:pt x="9732" y="8612"/>
                  </a:lnTo>
                  <a:lnTo>
                    <a:pt x="9732" y="8496"/>
                  </a:lnTo>
                  <a:lnTo>
                    <a:pt x="9732" y="8342"/>
                  </a:lnTo>
                  <a:lnTo>
                    <a:pt x="9693" y="8187"/>
                  </a:lnTo>
                  <a:lnTo>
                    <a:pt x="9616" y="8071"/>
                  </a:lnTo>
                  <a:lnTo>
                    <a:pt x="9500" y="7956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7" y="7724"/>
                  </a:lnTo>
                  <a:lnTo>
                    <a:pt x="8689" y="7724"/>
                  </a:lnTo>
                  <a:lnTo>
                    <a:pt x="8535" y="7762"/>
                  </a:lnTo>
                  <a:lnTo>
                    <a:pt x="8380" y="7840"/>
                  </a:lnTo>
                  <a:lnTo>
                    <a:pt x="8226" y="7956"/>
                  </a:lnTo>
                  <a:lnTo>
                    <a:pt x="8110" y="8071"/>
                  </a:lnTo>
                  <a:lnTo>
                    <a:pt x="7956" y="8264"/>
                  </a:lnTo>
                  <a:lnTo>
                    <a:pt x="7878" y="8535"/>
                  </a:lnTo>
                  <a:lnTo>
                    <a:pt x="7840" y="8766"/>
                  </a:lnTo>
                  <a:lnTo>
                    <a:pt x="7840" y="9037"/>
                  </a:lnTo>
                  <a:lnTo>
                    <a:pt x="7222" y="8766"/>
                  </a:lnTo>
                  <a:lnTo>
                    <a:pt x="6643" y="8496"/>
                  </a:lnTo>
                  <a:lnTo>
                    <a:pt x="5368" y="8033"/>
                  </a:lnTo>
                  <a:lnTo>
                    <a:pt x="5639" y="7878"/>
                  </a:lnTo>
                  <a:lnTo>
                    <a:pt x="5870" y="7685"/>
                  </a:lnTo>
                  <a:lnTo>
                    <a:pt x="6063" y="7454"/>
                  </a:lnTo>
                  <a:lnTo>
                    <a:pt x="6218" y="7183"/>
                  </a:lnTo>
                  <a:lnTo>
                    <a:pt x="6334" y="6874"/>
                  </a:lnTo>
                  <a:lnTo>
                    <a:pt x="6334" y="6720"/>
                  </a:lnTo>
                  <a:lnTo>
                    <a:pt x="6334" y="6527"/>
                  </a:lnTo>
                  <a:lnTo>
                    <a:pt x="6334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5" y="5948"/>
                  </a:lnTo>
                  <a:lnTo>
                    <a:pt x="5870" y="5870"/>
                  </a:lnTo>
                  <a:lnTo>
                    <a:pt x="5716" y="5832"/>
                  </a:lnTo>
                  <a:lnTo>
                    <a:pt x="5561" y="5870"/>
                  </a:lnTo>
                  <a:lnTo>
                    <a:pt x="5407" y="5909"/>
                  </a:lnTo>
                  <a:lnTo>
                    <a:pt x="5253" y="5986"/>
                  </a:lnTo>
                  <a:lnTo>
                    <a:pt x="5137" y="6063"/>
                  </a:lnTo>
                  <a:lnTo>
                    <a:pt x="4905" y="6334"/>
                  </a:lnTo>
                  <a:lnTo>
                    <a:pt x="4751" y="6643"/>
                  </a:lnTo>
                  <a:lnTo>
                    <a:pt x="4635" y="7029"/>
                  </a:lnTo>
                  <a:lnTo>
                    <a:pt x="4635" y="7222"/>
                  </a:lnTo>
                  <a:lnTo>
                    <a:pt x="4635" y="7415"/>
                  </a:lnTo>
                  <a:lnTo>
                    <a:pt x="4635" y="7608"/>
                  </a:lnTo>
                  <a:lnTo>
                    <a:pt x="4712" y="7762"/>
                  </a:lnTo>
                  <a:lnTo>
                    <a:pt x="4094" y="7454"/>
                  </a:lnTo>
                  <a:lnTo>
                    <a:pt x="3824" y="7299"/>
                  </a:lnTo>
                  <a:lnTo>
                    <a:pt x="3553" y="7106"/>
                  </a:lnTo>
                  <a:lnTo>
                    <a:pt x="3322" y="6874"/>
                  </a:lnTo>
                  <a:lnTo>
                    <a:pt x="3090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2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3" y="5986"/>
                  </a:lnTo>
                  <a:lnTo>
                    <a:pt x="4249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9" y="5407"/>
                  </a:lnTo>
                  <a:lnTo>
                    <a:pt x="4557" y="5214"/>
                  </a:lnTo>
                  <a:lnTo>
                    <a:pt x="4519" y="5059"/>
                  </a:lnTo>
                  <a:lnTo>
                    <a:pt x="4480" y="4866"/>
                  </a:lnTo>
                  <a:lnTo>
                    <a:pt x="4403" y="4712"/>
                  </a:lnTo>
                  <a:lnTo>
                    <a:pt x="4287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1" y="4364"/>
                  </a:lnTo>
                  <a:lnTo>
                    <a:pt x="3708" y="4364"/>
                  </a:lnTo>
                  <a:lnTo>
                    <a:pt x="3553" y="4403"/>
                  </a:lnTo>
                  <a:lnTo>
                    <a:pt x="3399" y="4442"/>
                  </a:lnTo>
                  <a:lnTo>
                    <a:pt x="3245" y="4519"/>
                  </a:lnTo>
                  <a:lnTo>
                    <a:pt x="3090" y="4635"/>
                  </a:lnTo>
                  <a:lnTo>
                    <a:pt x="2820" y="4905"/>
                  </a:lnTo>
                  <a:lnTo>
                    <a:pt x="2588" y="5214"/>
                  </a:lnTo>
                  <a:lnTo>
                    <a:pt x="2434" y="5561"/>
                  </a:lnTo>
                  <a:lnTo>
                    <a:pt x="2395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6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5" y="2318"/>
                  </a:lnTo>
                  <a:lnTo>
                    <a:pt x="2356" y="2511"/>
                  </a:lnTo>
                  <a:lnTo>
                    <a:pt x="2588" y="2627"/>
                  </a:lnTo>
                  <a:lnTo>
                    <a:pt x="2820" y="2743"/>
                  </a:lnTo>
                  <a:lnTo>
                    <a:pt x="3129" y="2781"/>
                  </a:lnTo>
                  <a:lnTo>
                    <a:pt x="3283" y="2743"/>
                  </a:lnTo>
                  <a:lnTo>
                    <a:pt x="3476" y="2704"/>
                  </a:lnTo>
                  <a:lnTo>
                    <a:pt x="3631" y="2627"/>
                  </a:lnTo>
                  <a:lnTo>
                    <a:pt x="3785" y="2549"/>
                  </a:lnTo>
                  <a:lnTo>
                    <a:pt x="3901" y="2434"/>
                  </a:lnTo>
                  <a:lnTo>
                    <a:pt x="4017" y="2279"/>
                  </a:lnTo>
                  <a:lnTo>
                    <a:pt x="4094" y="2125"/>
                  </a:lnTo>
                  <a:lnTo>
                    <a:pt x="4133" y="1970"/>
                  </a:lnTo>
                  <a:lnTo>
                    <a:pt x="4094" y="1777"/>
                  </a:lnTo>
                  <a:lnTo>
                    <a:pt x="4055" y="1623"/>
                  </a:lnTo>
                  <a:lnTo>
                    <a:pt x="4017" y="1507"/>
                  </a:lnTo>
                  <a:lnTo>
                    <a:pt x="3901" y="1352"/>
                  </a:lnTo>
                  <a:lnTo>
                    <a:pt x="3785" y="1237"/>
                  </a:lnTo>
                  <a:lnTo>
                    <a:pt x="3631" y="1159"/>
                  </a:lnTo>
                  <a:lnTo>
                    <a:pt x="3515" y="1121"/>
                  </a:lnTo>
                  <a:lnTo>
                    <a:pt x="3322" y="1082"/>
                  </a:lnTo>
                  <a:lnTo>
                    <a:pt x="3167" y="1043"/>
                  </a:lnTo>
                  <a:lnTo>
                    <a:pt x="3013" y="1082"/>
                  </a:lnTo>
                  <a:lnTo>
                    <a:pt x="2743" y="1159"/>
                  </a:lnTo>
                  <a:lnTo>
                    <a:pt x="2472" y="1314"/>
                  </a:lnTo>
                  <a:lnTo>
                    <a:pt x="2241" y="1545"/>
                  </a:lnTo>
                  <a:lnTo>
                    <a:pt x="2511" y="78"/>
                  </a:lnTo>
                  <a:lnTo>
                    <a:pt x="220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3971200" y="23945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4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2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591450" y="23984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8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0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456275" y="23994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80"/>
                  </a:lnTo>
                  <a:lnTo>
                    <a:pt x="12280" y="657"/>
                  </a:lnTo>
                  <a:lnTo>
                    <a:pt x="12628" y="850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54"/>
                  </a:lnTo>
                  <a:lnTo>
                    <a:pt x="13478" y="2240"/>
                  </a:lnTo>
                  <a:lnTo>
                    <a:pt x="13632" y="2665"/>
                  </a:lnTo>
                  <a:lnTo>
                    <a:pt x="13825" y="3438"/>
                  </a:lnTo>
                  <a:lnTo>
                    <a:pt x="13825" y="3438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472"/>
                  </a:lnTo>
                  <a:lnTo>
                    <a:pt x="12010" y="2125"/>
                  </a:lnTo>
                  <a:lnTo>
                    <a:pt x="11817" y="1932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734"/>
                  </a:lnTo>
                  <a:lnTo>
                    <a:pt x="11740" y="619"/>
                  </a:lnTo>
                  <a:lnTo>
                    <a:pt x="11856" y="541"/>
                  </a:lnTo>
                  <a:lnTo>
                    <a:pt x="11972" y="503"/>
                  </a:lnTo>
                  <a:close/>
                  <a:moveTo>
                    <a:pt x="16219" y="1584"/>
                  </a:moveTo>
                  <a:lnTo>
                    <a:pt x="16296" y="1623"/>
                  </a:lnTo>
                  <a:lnTo>
                    <a:pt x="16412" y="1661"/>
                  </a:lnTo>
                  <a:lnTo>
                    <a:pt x="16490" y="1738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7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661"/>
                  </a:lnTo>
                  <a:lnTo>
                    <a:pt x="16103" y="1623"/>
                  </a:lnTo>
                  <a:lnTo>
                    <a:pt x="16219" y="1584"/>
                  </a:lnTo>
                  <a:close/>
                  <a:moveTo>
                    <a:pt x="13825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9"/>
                  </a:lnTo>
                  <a:lnTo>
                    <a:pt x="10890" y="5445"/>
                  </a:lnTo>
                  <a:lnTo>
                    <a:pt x="10968" y="5252"/>
                  </a:lnTo>
                  <a:lnTo>
                    <a:pt x="11122" y="5098"/>
                  </a:lnTo>
                  <a:lnTo>
                    <a:pt x="11277" y="4943"/>
                  </a:lnTo>
                  <a:lnTo>
                    <a:pt x="11547" y="4750"/>
                  </a:lnTo>
                  <a:lnTo>
                    <a:pt x="11817" y="4635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25" y="4287"/>
                  </a:lnTo>
                  <a:close/>
                  <a:moveTo>
                    <a:pt x="14404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7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44" y="5986"/>
                  </a:lnTo>
                  <a:lnTo>
                    <a:pt x="16876" y="6334"/>
                  </a:lnTo>
                  <a:lnTo>
                    <a:pt x="16992" y="6681"/>
                  </a:lnTo>
                  <a:lnTo>
                    <a:pt x="16992" y="6836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8"/>
                  </a:lnTo>
                  <a:lnTo>
                    <a:pt x="16374" y="7338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370" y="6565"/>
                  </a:lnTo>
                  <a:lnTo>
                    <a:pt x="15061" y="6141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06" y="619"/>
                  </a:lnTo>
                  <a:lnTo>
                    <a:pt x="10929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33" y="2742"/>
                  </a:lnTo>
                  <a:lnTo>
                    <a:pt x="12396" y="3090"/>
                  </a:lnTo>
                  <a:lnTo>
                    <a:pt x="12860" y="3399"/>
                  </a:lnTo>
                  <a:lnTo>
                    <a:pt x="12860" y="3399"/>
                  </a:lnTo>
                  <a:lnTo>
                    <a:pt x="12049" y="3283"/>
                  </a:lnTo>
                  <a:lnTo>
                    <a:pt x="11199" y="3283"/>
                  </a:lnTo>
                  <a:lnTo>
                    <a:pt x="10388" y="3322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623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082" y="10156"/>
                  </a:lnTo>
                  <a:lnTo>
                    <a:pt x="503" y="10967"/>
                  </a:lnTo>
                  <a:lnTo>
                    <a:pt x="1" y="11778"/>
                  </a:lnTo>
                  <a:lnTo>
                    <a:pt x="348" y="12049"/>
                  </a:lnTo>
                  <a:lnTo>
                    <a:pt x="1546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79"/>
                  </a:lnTo>
                  <a:lnTo>
                    <a:pt x="6257" y="5561"/>
                  </a:lnTo>
                  <a:lnTo>
                    <a:pt x="7106" y="5059"/>
                  </a:lnTo>
                  <a:lnTo>
                    <a:pt x="7994" y="4596"/>
                  </a:lnTo>
                  <a:lnTo>
                    <a:pt x="8458" y="4441"/>
                  </a:lnTo>
                  <a:lnTo>
                    <a:pt x="8921" y="4248"/>
                  </a:lnTo>
                  <a:lnTo>
                    <a:pt x="9423" y="4133"/>
                  </a:lnTo>
                  <a:lnTo>
                    <a:pt x="9886" y="4017"/>
                  </a:lnTo>
                  <a:lnTo>
                    <a:pt x="10388" y="3901"/>
                  </a:lnTo>
                  <a:lnTo>
                    <a:pt x="10852" y="3862"/>
                  </a:lnTo>
                  <a:lnTo>
                    <a:pt x="11354" y="3824"/>
                  </a:lnTo>
                  <a:lnTo>
                    <a:pt x="11856" y="3824"/>
                  </a:lnTo>
                  <a:lnTo>
                    <a:pt x="12358" y="3862"/>
                  </a:lnTo>
                  <a:lnTo>
                    <a:pt x="12860" y="3901"/>
                  </a:lnTo>
                  <a:lnTo>
                    <a:pt x="12319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47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4"/>
                  </a:lnTo>
                  <a:lnTo>
                    <a:pt x="11006" y="6411"/>
                  </a:lnTo>
                  <a:lnTo>
                    <a:pt x="11277" y="6449"/>
                  </a:lnTo>
                  <a:lnTo>
                    <a:pt x="11585" y="6411"/>
                  </a:lnTo>
                  <a:lnTo>
                    <a:pt x="11856" y="6372"/>
                  </a:lnTo>
                  <a:lnTo>
                    <a:pt x="12165" y="6256"/>
                  </a:lnTo>
                  <a:lnTo>
                    <a:pt x="12628" y="6063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760" y="7878"/>
                  </a:lnTo>
                  <a:lnTo>
                    <a:pt x="16876" y="7840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7"/>
                  </a:lnTo>
                  <a:lnTo>
                    <a:pt x="17378" y="7531"/>
                  </a:lnTo>
                  <a:lnTo>
                    <a:pt x="17416" y="7376"/>
                  </a:lnTo>
                  <a:lnTo>
                    <a:pt x="17455" y="7260"/>
                  </a:lnTo>
                  <a:lnTo>
                    <a:pt x="17493" y="6951"/>
                  </a:lnTo>
                  <a:lnTo>
                    <a:pt x="17416" y="6604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4"/>
                  </a:lnTo>
                  <a:lnTo>
                    <a:pt x="17146" y="2163"/>
                  </a:lnTo>
                  <a:lnTo>
                    <a:pt x="17107" y="1932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36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41" y="2434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5396100" y="24418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4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2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6" y="9153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3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7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5"/>
                  </a:lnTo>
                  <a:lnTo>
                    <a:pt x="695" y="735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4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50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3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9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6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8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2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4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7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4094775" y="2444775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4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5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6880825" y="24872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5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40" y="4943"/>
                  </a:lnTo>
                  <a:lnTo>
                    <a:pt x="155" y="4943"/>
                  </a:lnTo>
                  <a:lnTo>
                    <a:pt x="542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9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4037825" y="2489175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3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3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69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7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9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5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6829675" y="24891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580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9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9"/>
                  </a:lnTo>
                  <a:lnTo>
                    <a:pt x="78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8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4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6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2130250" y="2495950"/>
              <a:ext cx="246175" cy="107175"/>
            </a:xfrm>
            <a:custGeom>
              <a:avLst/>
              <a:gdLst/>
              <a:ahLst/>
              <a:cxnLst/>
              <a:rect l="l" t="t" r="r" b="b"/>
              <a:pathLst>
                <a:path w="9847" h="4287" extrusionOk="0">
                  <a:moveTo>
                    <a:pt x="8882" y="2742"/>
                  </a:moveTo>
                  <a:lnTo>
                    <a:pt x="9113" y="2819"/>
                  </a:lnTo>
                  <a:lnTo>
                    <a:pt x="9229" y="2896"/>
                  </a:lnTo>
                  <a:lnTo>
                    <a:pt x="9306" y="3012"/>
                  </a:lnTo>
                  <a:lnTo>
                    <a:pt x="9384" y="3089"/>
                  </a:lnTo>
                  <a:lnTo>
                    <a:pt x="9384" y="3205"/>
                  </a:lnTo>
                  <a:lnTo>
                    <a:pt x="9422" y="3321"/>
                  </a:lnTo>
                  <a:lnTo>
                    <a:pt x="9384" y="3437"/>
                  </a:lnTo>
                  <a:lnTo>
                    <a:pt x="9268" y="3630"/>
                  </a:lnTo>
                  <a:lnTo>
                    <a:pt x="9113" y="3785"/>
                  </a:lnTo>
                  <a:lnTo>
                    <a:pt x="8920" y="3862"/>
                  </a:lnTo>
                  <a:lnTo>
                    <a:pt x="8727" y="3862"/>
                  </a:lnTo>
                  <a:lnTo>
                    <a:pt x="8573" y="3785"/>
                  </a:lnTo>
                  <a:lnTo>
                    <a:pt x="8418" y="3630"/>
                  </a:lnTo>
                  <a:lnTo>
                    <a:pt x="8302" y="3437"/>
                  </a:lnTo>
                  <a:lnTo>
                    <a:pt x="8302" y="3244"/>
                  </a:lnTo>
                  <a:lnTo>
                    <a:pt x="8341" y="3051"/>
                  </a:lnTo>
                  <a:lnTo>
                    <a:pt x="8380" y="2858"/>
                  </a:lnTo>
                  <a:lnTo>
                    <a:pt x="8418" y="2819"/>
                  </a:lnTo>
                  <a:lnTo>
                    <a:pt x="8650" y="2742"/>
                  </a:lnTo>
                  <a:close/>
                  <a:moveTo>
                    <a:pt x="155" y="0"/>
                  </a:moveTo>
                  <a:lnTo>
                    <a:pt x="77" y="39"/>
                  </a:lnTo>
                  <a:lnTo>
                    <a:pt x="39" y="78"/>
                  </a:lnTo>
                  <a:lnTo>
                    <a:pt x="0" y="155"/>
                  </a:lnTo>
                  <a:lnTo>
                    <a:pt x="39" y="271"/>
                  </a:lnTo>
                  <a:lnTo>
                    <a:pt x="77" y="348"/>
                  </a:lnTo>
                  <a:lnTo>
                    <a:pt x="116" y="386"/>
                  </a:lnTo>
                  <a:lnTo>
                    <a:pt x="618" y="618"/>
                  </a:lnTo>
                  <a:lnTo>
                    <a:pt x="1120" y="773"/>
                  </a:lnTo>
                  <a:lnTo>
                    <a:pt x="2124" y="1081"/>
                  </a:lnTo>
                  <a:lnTo>
                    <a:pt x="4286" y="1738"/>
                  </a:lnTo>
                  <a:lnTo>
                    <a:pt x="6101" y="2317"/>
                  </a:lnTo>
                  <a:lnTo>
                    <a:pt x="7028" y="2587"/>
                  </a:lnTo>
                  <a:lnTo>
                    <a:pt x="7993" y="2819"/>
                  </a:lnTo>
                  <a:lnTo>
                    <a:pt x="7916" y="2974"/>
                  </a:lnTo>
                  <a:lnTo>
                    <a:pt x="7878" y="3089"/>
                  </a:lnTo>
                  <a:lnTo>
                    <a:pt x="7878" y="3398"/>
                  </a:lnTo>
                  <a:lnTo>
                    <a:pt x="7993" y="3707"/>
                  </a:lnTo>
                  <a:lnTo>
                    <a:pt x="8109" y="3939"/>
                  </a:lnTo>
                  <a:lnTo>
                    <a:pt x="8225" y="4093"/>
                  </a:lnTo>
                  <a:lnTo>
                    <a:pt x="8380" y="4171"/>
                  </a:lnTo>
                  <a:lnTo>
                    <a:pt x="8573" y="4248"/>
                  </a:lnTo>
                  <a:lnTo>
                    <a:pt x="8727" y="4287"/>
                  </a:lnTo>
                  <a:lnTo>
                    <a:pt x="8920" y="4287"/>
                  </a:lnTo>
                  <a:lnTo>
                    <a:pt x="9075" y="4248"/>
                  </a:lnTo>
                  <a:lnTo>
                    <a:pt x="9268" y="4209"/>
                  </a:lnTo>
                  <a:lnTo>
                    <a:pt x="9422" y="4093"/>
                  </a:lnTo>
                  <a:lnTo>
                    <a:pt x="9538" y="3978"/>
                  </a:lnTo>
                  <a:lnTo>
                    <a:pt x="9654" y="3823"/>
                  </a:lnTo>
                  <a:lnTo>
                    <a:pt x="9770" y="3669"/>
                  </a:lnTo>
                  <a:lnTo>
                    <a:pt x="9808" y="3514"/>
                  </a:lnTo>
                  <a:lnTo>
                    <a:pt x="9847" y="3321"/>
                  </a:lnTo>
                  <a:lnTo>
                    <a:pt x="9847" y="3128"/>
                  </a:lnTo>
                  <a:lnTo>
                    <a:pt x="9770" y="2974"/>
                  </a:lnTo>
                  <a:lnTo>
                    <a:pt x="9692" y="2781"/>
                  </a:lnTo>
                  <a:lnTo>
                    <a:pt x="9577" y="2665"/>
                  </a:lnTo>
                  <a:lnTo>
                    <a:pt x="9422" y="2549"/>
                  </a:lnTo>
                  <a:lnTo>
                    <a:pt x="9229" y="2433"/>
                  </a:lnTo>
                  <a:lnTo>
                    <a:pt x="9075" y="2394"/>
                  </a:lnTo>
                  <a:lnTo>
                    <a:pt x="8688" y="2394"/>
                  </a:lnTo>
                  <a:lnTo>
                    <a:pt x="8495" y="2472"/>
                  </a:lnTo>
                  <a:lnTo>
                    <a:pt x="8341" y="2549"/>
                  </a:lnTo>
                  <a:lnTo>
                    <a:pt x="7298" y="2163"/>
                  </a:lnTo>
                  <a:lnTo>
                    <a:pt x="6294" y="1815"/>
                  </a:lnTo>
                  <a:lnTo>
                    <a:pt x="4209" y="1159"/>
                  </a:lnTo>
                  <a:lnTo>
                    <a:pt x="3244" y="850"/>
                  </a:lnTo>
                  <a:lnTo>
                    <a:pt x="2240" y="502"/>
                  </a:lnTo>
                  <a:lnTo>
                    <a:pt x="1236" y="193"/>
                  </a:lnTo>
                  <a:lnTo>
                    <a:pt x="734" y="7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4737700" y="2534550"/>
              <a:ext cx="459550" cy="296400"/>
            </a:xfrm>
            <a:custGeom>
              <a:avLst/>
              <a:gdLst/>
              <a:ahLst/>
              <a:cxnLst/>
              <a:rect l="l" t="t" r="r" b="b"/>
              <a:pathLst>
                <a:path w="18382" h="11856" extrusionOk="0">
                  <a:moveTo>
                    <a:pt x="17648" y="2936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9"/>
                  </a:lnTo>
                  <a:lnTo>
                    <a:pt x="17880" y="3322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40"/>
                  </a:lnTo>
                  <a:lnTo>
                    <a:pt x="17648" y="4133"/>
                  </a:lnTo>
                  <a:lnTo>
                    <a:pt x="17300" y="4403"/>
                  </a:lnTo>
                  <a:lnTo>
                    <a:pt x="17030" y="4596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4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5"/>
                  </a:lnTo>
                  <a:lnTo>
                    <a:pt x="16528" y="3515"/>
                  </a:lnTo>
                  <a:lnTo>
                    <a:pt x="16721" y="3283"/>
                  </a:lnTo>
                  <a:lnTo>
                    <a:pt x="16953" y="3129"/>
                  </a:lnTo>
                  <a:lnTo>
                    <a:pt x="17223" y="2974"/>
                  </a:lnTo>
                  <a:lnTo>
                    <a:pt x="17493" y="2936"/>
                  </a:lnTo>
                  <a:close/>
                  <a:moveTo>
                    <a:pt x="14211" y="4866"/>
                  </a:moveTo>
                  <a:lnTo>
                    <a:pt x="14481" y="4905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30"/>
                  </a:lnTo>
                  <a:lnTo>
                    <a:pt x="14752" y="5523"/>
                  </a:lnTo>
                  <a:lnTo>
                    <a:pt x="14288" y="5677"/>
                  </a:lnTo>
                  <a:lnTo>
                    <a:pt x="14018" y="5716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600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7"/>
                  </a:lnTo>
                  <a:lnTo>
                    <a:pt x="13169" y="5021"/>
                  </a:lnTo>
                  <a:lnTo>
                    <a:pt x="13323" y="4944"/>
                  </a:lnTo>
                  <a:lnTo>
                    <a:pt x="13555" y="4905"/>
                  </a:lnTo>
                  <a:lnTo>
                    <a:pt x="13864" y="4866"/>
                  </a:lnTo>
                  <a:close/>
                  <a:moveTo>
                    <a:pt x="15756" y="5523"/>
                  </a:moveTo>
                  <a:lnTo>
                    <a:pt x="16374" y="5832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4"/>
                  </a:lnTo>
                  <a:lnTo>
                    <a:pt x="17571" y="6913"/>
                  </a:lnTo>
                  <a:lnTo>
                    <a:pt x="17609" y="7067"/>
                  </a:lnTo>
                  <a:lnTo>
                    <a:pt x="17609" y="7222"/>
                  </a:lnTo>
                  <a:lnTo>
                    <a:pt x="17609" y="7454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4"/>
                  </a:lnTo>
                  <a:lnTo>
                    <a:pt x="17146" y="7724"/>
                  </a:lnTo>
                  <a:lnTo>
                    <a:pt x="16953" y="7685"/>
                  </a:lnTo>
                  <a:lnTo>
                    <a:pt x="16798" y="7608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7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2"/>
                  </a:lnTo>
                  <a:lnTo>
                    <a:pt x="15756" y="5523"/>
                  </a:lnTo>
                  <a:close/>
                  <a:moveTo>
                    <a:pt x="4944" y="464"/>
                  </a:moveTo>
                  <a:lnTo>
                    <a:pt x="5561" y="503"/>
                  </a:lnTo>
                  <a:lnTo>
                    <a:pt x="6141" y="657"/>
                  </a:lnTo>
                  <a:lnTo>
                    <a:pt x="6681" y="889"/>
                  </a:lnTo>
                  <a:lnTo>
                    <a:pt x="7222" y="1198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5"/>
                  </a:lnTo>
                  <a:lnTo>
                    <a:pt x="8766" y="2781"/>
                  </a:lnTo>
                  <a:lnTo>
                    <a:pt x="9037" y="3206"/>
                  </a:lnTo>
                  <a:lnTo>
                    <a:pt x="9268" y="3669"/>
                  </a:lnTo>
                  <a:lnTo>
                    <a:pt x="9693" y="4596"/>
                  </a:lnTo>
                  <a:lnTo>
                    <a:pt x="10079" y="5523"/>
                  </a:lnTo>
                  <a:lnTo>
                    <a:pt x="10272" y="5909"/>
                  </a:lnTo>
                  <a:lnTo>
                    <a:pt x="10504" y="6295"/>
                  </a:lnTo>
                  <a:lnTo>
                    <a:pt x="10736" y="6643"/>
                  </a:lnTo>
                  <a:lnTo>
                    <a:pt x="11006" y="6913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1"/>
                  </a:lnTo>
                  <a:lnTo>
                    <a:pt x="13207" y="7492"/>
                  </a:lnTo>
                  <a:lnTo>
                    <a:pt x="13516" y="7415"/>
                  </a:lnTo>
                  <a:lnTo>
                    <a:pt x="13825" y="7260"/>
                  </a:lnTo>
                  <a:lnTo>
                    <a:pt x="14095" y="7106"/>
                  </a:lnTo>
                  <a:lnTo>
                    <a:pt x="14366" y="6952"/>
                  </a:lnTo>
                  <a:lnTo>
                    <a:pt x="14597" y="6720"/>
                  </a:lnTo>
                  <a:lnTo>
                    <a:pt x="14829" y="6488"/>
                  </a:lnTo>
                  <a:lnTo>
                    <a:pt x="14829" y="6488"/>
                  </a:lnTo>
                  <a:lnTo>
                    <a:pt x="14404" y="7222"/>
                  </a:lnTo>
                  <a:lnTo>
                    <a:pt x="13941" y="7878"/>
                  </a:lnTo>
                  <a:lnTo>
                    <a:pt x="13439" y="8535"/>
                  </a:lnTo>
                  <a:lnTo>
                    <a:pt x="12860" y="9114"/>
                  </a:lnTo>
                  <a:lnTo>
                    <a:pt x="12242" y="9616"/>
                  </a:lnTo>
                  <a:lnTo>
                    <a:pt x="11547" y="10079"/>
                  </a:lnTo>
                  <a:lnTo>
                    <a:pt x="10813" y="10504"/>
                  </a:lnTo>
                  <a:lnTo>
                    <a:pt x="10041" y="10813"/>
                  </a:lnTo>
                  <a:lnTo>
                    <a:pt x="9462" y="11006"/>
                  </a:lnTo>
                  <a:lnTo>
                    <a:pt x="8882" y="11161"/>
                  </a:lnTo>
                  <a:lnTo>
                    <a:pt x="8303" y="11276"/>
                  </a:lnTo>
                  <a:lnTo>
                    <a:pt x="7724" y="11315"/>
                  </a:lnTo>
                  <a:lnTo>
                    <a:pt x="7145" y="11354"/>
                  </a:lnTo>
                  <a:lnTo>
                    <a:pt x="6604" y="11315"/>
                  </a:lnTo>
                  <a:lnTo>
                    <a:pt x="6025" y="11238"/>
                  </a:lnTo>
                  <a:lnTo>
                    <a:pt x="5484" y="11122"/>
                  </a:lnTo>
                  <a:lnTo>
                    <a:pt x="4944" y="10967"/>
                  </a:lnTo>
                  <a:lnTo>
                    <a:pt x="4442" y="10736"/>
                  </a:lnTo>
                  <a:lnTo>
                    <a:pt x="3940" y="10504"/>
                  </a:lnTo>
                  <a:lnTo>
                    <a:pt x="3476" y="10195"/>
                  </a:lnTo>
                  <a:lnTo>
                    <a:pt x="3013" y="9848"/>
                  </a:lnTo>
                  <a:lnTo>
                    <a:pt x="2549" y="9461"/>
                  </a:lnTo>
                  <a:lnTo>
                    <a:pt x="2163" y="9037"/>
                  </a:lnTo>
                  <a:lnTo>
                    <a:pt x="1777" y="8573"/>
                  </a:lnTo>
                  <a:lnTo>
                    <a:pt x="1430" y="8033"/>
                  </a:lnTo>
                  <a:lnTo>
                    <a:pt x="1121" y="7492"/>
                  </a:lnTo>
                  <a:lnTo>
                    <a:pt x="850" y="6913"/>
                  </a:lnTo>
                  <a:lnTo>
                    <a:pt x="657" y="6334"/>
                  </a:lnTo>
                  <a:lnTo>
                    <a:pt x="503" y="5754"/>
                  </a:lnTo>
                  <a:lnTo>
                    <a:pt x="426" y="5137"/>
                  </a:lnTo>
                  <a:lnTo>
                    <a:pt x="426" y="4519"/>
                  </a:lnTo>
                  <a:lnTo>
                    <a:pt x="503" y="3862"/>
                  </a:lnTo>
                  <a:lnTo>
                    <a:pt x="696" y="3283"/>
                  </a:lnTo>
                  <a:lnTo>
                    <a:pt x="928" y="2743"/>
                  </a:lnTo>
                  <a:lnTo>
                    <a:pt x="1275" y="2241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80"/>
                  </a:lnTo>
                  <a:lnTo>
                    <a:pt x="4326" y="464"/>
                  </a:lnTo>
                  <a:close/>
                  <a:moveTo>
                    <a:pt x="4519" y="1"/>
                  </a:moveTo>
                  <a:lnTo>
                    <a:pt x="4249" y="39"/>
                  </a:lnTo>
                  <a:lnTo>
                    <a:pt x="3901" y="78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6"/>
                  </a:lnTo>
                  <a:lnTo>
                    <a:pt x="2472" y="580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4"/>
                  </a:lnTo>
                  <a:lnTo>
                    <a:pt x="1082" y="1700"/>
                  </a:lnTo>
                  <a:lnTo>
                    <a:pt x="773" y="2163"/>
                  </a:lnTo>
                  <a:lnTo>
                    <a:pt x="503" y="2627"/>
                  </a:lnTo>
                  <a:lnTo>
                    <a:pt x="310" y="3090"/>
                  </a:lnTo>
                  <a:lnTo>
                    <a:pt x="155" y="3592"/>
                  </a:lnTo>
                  <a:lnTo>
                    <a:pt x="40" y="4094"/>
                  </a:lnTo>
                  <a:lnTo>
                    <a:pt x="1" y="4596"/>
                  </a:lnTo>
                  <a:lnTo>
                    <a:pt x="1" y="5137"/>
                  </a:lnTo>
                  <a:lnTo>
                    <a:pt x="78" y="5639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9"/>
                  </a:lnTo>
                  <a:lnTo>
                    <a:pt x="1237" y="8612"/>
                  </a:lnTo>
                  <a:lnTo>
                    <a:pt x="1545" y="9037"/>
                  </a:lnTo>
                  <a:lnTo>
                    <a:pt x="2009" y="9577"/>
                  </a:lnTo>
                  <a:lnTo>
                    <a:pt x="2472" y="10041"/>
                  </a:lnTo>
                  <a:lnTo>
                    <a:pt x="2974" y="10427"/>
                  </a:lnTo>
                  <a:lnTo>
                    <a:pt x="3476" y="10813"/>
                  </a:lnTo>
                  <a:lnTo>
                    <a:pt x="4055" y="11083"/>
                  </a:lnTo>
                  <a:lnTo>
                    <a:pt x="4596" y="11354"/>
                  </a:lnTo>
                  <a:lnTo>
                    <a:pt x="5214" y="11547"/>
                  </a:lnTo>
                  <a:lnTo>
                    <a:pt x="5832" y="11701"/>
                  </a:lnTo>
                  <a:lnTo>
                    <a:pt x="5870" y="11856"/>
                  </a:lnTo>
                  <a:lnTo>
                    <a:pt x="6218" y="11778"/>
                  </a:lnTo>
                  <a:lnTo>
                    <a:pt x="7029" y="11817"/>
                  </a:lnTo>
                  <a:lnTo>
                    <a:pt x="7840" y="11817"/>
                  </a:lnTo>
                  <a:lnTo>
                    <a:pt x="8689" y="11701"/>
                  </a:lnTo>
                  <a:lnTo>
                    <a:pt x="9539" y="11508"/>
                  </a:lnTo>
                  <a:lnTo>
                    <a:pt x="10272" y="11238"/>
                  </a:lnTo>
                  <a:lnTo>
                    <a:pt x="11006" y="10929"/>
                  </a:lnTo>
                  <a:lnTo>
                    <a:pt x="11315" y="10813"/>
                  </a:lnTo>
                  <a:lnTo>
                    <a:pt x="11315" y="10774"/>
                  </a:lnTo>
                  <a:lnTo>
                    <a:pt x="12049" y="10350"/>
                  </a:lnTo>
                  <a:lnTo>
                    <a:pt x="12705" y="9848"/>
                  </a:lnTo>
                  <a:lnTo>
                    <a:pt x="13362" y="9307"/>
                  </a:lnTo>
                  <a:lnTo>
                    <a:pt x="13941" y="8689"/>
                  </a:lnTo>
                  <a:lnTo>
                    <a:pt x="14481" y="8033"/>
                  </a:lnTo>
                  <a:lnTo>
                    <a:pt x="14713" y="7685"/>
                  </a:lnTo>
                  <a:lnTo>
                    <a:pt x="14906" y="7299"/>
                  </a:lnTo>
                  <a:lnTo>
                    <a:pt x="15099" y="6952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20"/>
                  </a:lnTo>
                  <a:lnTo>
                    <a:pt x="15987" y="7145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7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3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4"/>
                  </a:lnTo>
                  <a:lnTo>
                    <a:pt x="18034" y="7260"/>
                  </a:lnTo>
                  <a:lnTo>
                    <a:pt x="17995" y="7029"/>
                  </a:lnTo>
                  <a:lnTo>
                    <a:pt x="17918" y="6836"/>
                  </a:lnTo>
                  <a:lnTo>
                    <a:pt x="17841" y="6643"/>
                  </a:lnTo>
                  <a:lnTo>
                    <a:pt x="17725" y="6450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6"/>
                  </a:lnTo>
                  <a:lnTo>
                    <a:pt x="16567" y="5446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2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4"/>
                  </a:lnTo>
                  <a:lnTo>
                    <a:pt x="18343" y="3553"/>
                  </a:lnTo>
                  <a:lnTo>
                    <a:pt x="18382" y="3322"/>
                  </a:lnTo>
                  <a:lnTo>
                    <a:pt x="18343" y="3090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4"/>
                  </a:lnTo>
                  <a:lnTo>
                    <a:pt x="17841" y="2588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8"/>
                  </a:lnTo>
                  <a:lnTo>
                    <a:pt x="16953" y="2704"/>
                  </a:lnTo>
                  <a:lnTo>
                    <a:pt x="16760" y="2781"/>
                  </a:lnTo>
                  <a:lnTo>
                    <a:pt x="16567" y="2936"/>
                  </a:lnTo>
                  <a:lnTo>
                    <a:pt x="16412" y="3090"/>
                  </a:lnTo>
                  <a:lnTo>
                    <a:pt x="16258" y="3283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1"/>
                  </a:lnTo>
                  <a:lnTo>
                    <a:pt x="15524" y="5021"/>
                  </a:lnTo>
                  <a:lnTo>
                    <a:pt x="15099" y="4789"/>
                  </a:lnTo>
                  <a:lnTo>
                    <a:pt x="14675" y="4635"/>
                  </a:lnTo>
                  <a:lnTo>
                    <a:pt x="14211" y="4519"/>
                  </a:lnTo>
                  <a:lnTo>
                    <a:pt x="13748" y="4519"/>
                  </a:lnTo>
                  <a:lnTo>
                    <a:pt x="13362" y="4596"/>
                  </a:lnTo>
                  <a:lnTo>
                    <a:pt x="13169" y="4635"/>
                  </a:lnTo>
                  <a:lnTo>
                    <a:pt x="12975" y="4712"/>
                  </a:lnTo>
                  <a:lnTo>
                    <a:pt x="12782" y="4789"/>
                  </a:lnTo>
                  <a:lnTo>
                    <a:pt x="12628" y="4944"/>
                  </a:lnTo>
                  <a:lnTo>
                    <a:pt x="12512" y="5098"/>
                  </a:lnTo>
                  <a:lnTo>
                    <a:pt x="12435" y="5252"/>
                  </a:lnTo>
                  <a:lnTo>
                    <a:pt x="12396" y="5446"/>
                  </a:lnTo>
                  <a:lnTo>
                    <a:pt x="12473" y="5639"/>
                  </a:lnTo>
                  <a:lnTo>
                    <a:pt x="12551" y="5793"/>
                  </a:lnTo>
                  <a:lnTo>
                    <a:pt x="12705" y="5909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1"/>
                  </a:lnTo>
                  <a:lnTo>
                    <a:pt x="13786" y="6141"/>
                  </a:lnTo>
                  <a:lnTo>
                    <a:pt x="14134" y="6102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20"/>
                  </a:lnTo>
                  <a:lnTo>
                    <a:pt x="13671" y="6836"/>
                  </a:lnTo>
                  <a:lnTo>
                    <a:pt x="13439" y="6952"/>
                  </a:lnTo>
                  <a:lnTo>
                    <a:pt x="13207" y="7029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1"/>
                  </a:lnTo>
                  <a:lnTo>
                    <a:pt x="10968" y="6141"/>
                  </a:lnTo>
                  <a:lnTo>
                    <a:pt x="10774" y="5793"/>
                  </a:lnTo>
                  <a:lnTo>
                    <a:pt x="10504" y="5330"/>
                  </a:lnTo>
                  <a:lnTo>
                    <a:pt x="10311" y="4828"/>
                  </a:lnTo>
                  <a:lnTo>
                    <a:pt x="9886" y="3862"/>
                  </a:lnTo>
                  <a:lnTo>
                    <a:pt x="9655" y="3399"/>
                  </a:lnTo>
                  <a:lnTo>
                    <a:pt x="9423" y="2936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2"/>
                  </a:lnTo>
                  <a:lnTo>
                    <a:pt x="6874" y="503"/>
                  </a:lnTo>
                  <a:lnTo>
                    <a:pt x="6295" y="271"/>
                  </a:lnTo>
                  <a:lnTo>
                    <a:pt x="5716" y="117"/>
                  </a:lnTo>
                  <a:lnTo>
                    <a:pt x="5137" y="39"/>
                  </a:lnTo>
                  <a:lnTo>
                    <a:pt x="451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6767875" y="25365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1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6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694725" y="25374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8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643575" y="25393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657" y="1468"/>
                  </a:lnTo>
                  <a:lnTo>
                    <a:pt x="579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3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5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2323325" y="2542275"/>
              <a:ext cx="309900" cy="249100"/>
            </a:xfrm>
            <a:custGeom>
              <a:avLst/>
              <a:gdLst/>
              <a:ahLst/>
              <a:cxnLst/>
              <a:rect l="l" t="t" r="r" b="b"/>
              <a:pathLst>
                <a:path w="12396" h="9964" extrusionOk="0">
                  <a:moveTo>
                    <a:pt x="10079" y="426"/>
                  </a:moveTo>
                  <a:lnTo>
                    <a:pt x="10272" y="464"/>
                  </a:lnTo>
                  <a:lnTo>
                    <a:pt x="10465" y="503"/>
                  </a:lnTo>
                  <a:lnTo>
                    <a:pt x="10581" y="541"/>
                  </a:lnTo>
                  <a:lnTo>
                    <a:pt x="10735" y="657"/>
                  </a:lnTo>
                  <a:lnTo>
                    <a:pt x="10851" y="850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28" y="1430"/>
                  </a:lnTo>
                  <a:lnTo>
                    <a:pt x="10890" y="1661"/>
                  </a:lnTo>
                  <a:lnTo>
                    <a:pt x="10812" y="1854"/>
                  </a:lnTo>
                  <a:lnTo>
                    <a:pt x="10619" y="2202"/>
                  </a:lnTo>
                  <a:lnTo>
                    <a:pt x="10310" y="2588"/>
                  </a:lnTo>
                  <a:lnTo>
                    <a:pt x="9963" y="2936"/>
                  </a:lnTo>
                  <a:lnTo>
                    <a:pt x="9422" y="3476"/>
                  </a:lnTo>
                  <a:lnTo>
                    <a:pt x="8843" y="3978"/>
                  </a:lnTo>
                  <a:lnTo>
                    <a:pt x="8186" y="4480"/>
                  </a:lnTo>
                  <a:lnTo>
                    <a:pt x="7569" y="4982"/>
                  </a:lnTo>
                  <a:lnTo>
                    <a:pt x="6912" y="5484"/>
                  </a:lnTo>
                  <a:lnTo>
                    <a:pt x="6256" y="5947"/>
                  </a:lnTo>
                  <a:lnTo>
                    <a:pt x="5483" y="6411"/>
                  </a:lnTo>
                  <a:lnTo>
                    <a:pt x="4711" y="6874"/>
                  </a:lnTo>
                  <a:lnTo>
                    <a:pt x="3939" y="7299"/>
                  </a:lnTo>
                  <a:lnTo>
                    <a:pt x="3128" y="7724"/>
                  </a:lnTo>
                  <a:lnTo>
                    <a:pt x="2471" y="7994"/>
                  </a:lnTo>
                  <a:lnTo>
                    <a:pt x="2163" y="8110"/>
                  </a:lnTo>
                  <a:lnTo>
                    <a:pt x="1815" y="8226"/>
                  </a:lnTo>
                  <a:lnTo>
                    <a:pt x="1506" y="8264"/>
                  </a:lnTo>
                  <a:lnTo>
                    <a:pt x="1159" y="8303"/>
                  </a:lnTo>
                  <a:lnTo>
                    <a:pt x="811" y="8303"/>
                  </a:lnTo>
                  <a:lnTo>
                    <a:pt x="463" y="8226"/>
                  </a:lnTo>
                  <a:lnTo>
                    <a:pt x="502" y="8148"/>
                  </a:lnTo>
                  <a:lnTo>
                    <a:pt x="463" y="8033"/>
                  </a:lnTo>
                  <a:lnTo>
                    <a:pt x="463" y="7917"/>
                  </a:lnTo>
                  <a:lnTo>
                    <a:pt x="463" y="7801"/>
                  </a:lnTo>
                  <a:lnTo>
                    <a:pt x="502" y="7569"/>
                  </a:lnTo>
                  <a:lnTo>
                    <a:pt x="618" y="7299"/>
                  </a:lnTo>
                  <a:lnTo>
                    <a:pt x="772" y="7029"/>
                  </a:lnTo>
                  <a:lnTo>
                    <a:pt x="1159" y="6565"/>
                  </a:lnTo>
                  <a:lnTo>
                    <a:pt x="1467" y="6179"/>
                  </a:lnTo>
                  <a:lnTo>
                    <a:pt x="2008" y="5561"/>
                  </a:lnTo>
                  <a:lnTo>
                    <a:pt x="2549" y="4982"/>
                  </a:lnTo>
                  <a:lnTo>
                    <a:pt x="3128" y="4441"/>
                  </a:lnTo>
                  <a:lnTo>
                    <a:pt x="3746" y="3862"/>
                  </a:lnTo>
                  <a:lnTo>
                    <a:pt x="4364" y="3360"/>
                  </a:lnTo>
                  <a:lnTo>
                    <a:pt x="5020" y="2858"/>
                  </a:lnTo>
                  <a:lnTo>
                    <a:pt x="5715" y="2434"/>
                  </a:lnTo>
                  <a:lnTo>
                    <a:pt x="6410" y="1970"/>
                  </a:lnTo>
                  <a:lnTo>
                    <a:pt x="7105" y="1584"/>
                  </a:lnTo>
                  <a:lnTo>
                    <a:pt x="7839" y="1236"/>
                  </a:lnTo>
                  <a:lnTo>
                    <a:pt x="8457" y="928"/>
                  </a:lnTo>
                  <a:lnTo>
                    <a:pt x="8843" y="734"/>
                  </a:lnTo>
                  <a:lnTo>
                    <a:pt x="9268" y="580"/>
                  </a:lnTo>
                  <a:lnTo>
                    <a:pt x="9692" y="464"/>
                  </a:lnTo>
                  <a:lnTo>
                    <a:pt x="10079" y="426"/>
                  </a:lnTo>
                  <a:close/>
                  <a:moveTo>
                    <a:pt x="11237" y="464"/>
                  </a:moveTo>
                  <a:lnTo>
                    <a:pt x="11430" y="580"/>
                  </a:lnTo>
                  <a:lnTo>
                    <a:pt x="11585" y="773"/>
                  </a:lnTo>
                  <a:lnTo>
                    <a:pt x="11700" y="966"/>
                  </a:lnTo>
                  <a:lnTo>
                    <a:pt x="11778" y="1236"/>
                  </a:lnTo>
                  <a:lnTo>
                    <a:pt x="11778" y="1468"/>
                  </a:lnTo>
                  <a:lnTo>
                    <a:pt x="11778" y="1738"/>
                  </a:lnTo>
                  <a:lnTo>
                    <a:pt x="11739" y="1970"/>
                  </a:lnTo>
                  <a:lnTo>
                    <a:pt x="11662" y="2240"/>
                  </a:lnTo>
                  <a:lnTo>
                    <a:pt x="11430" y="2627"/>
                  </a:lnTo>
                  <a:lnTo>
                    <a:pt x="11160" y="3013"/>
                  </a:lnTo>
                  <a:lnTo>
                    <a:pt x="10851" y="3399"/>
                  </a:lnTo>
                  <a:lnTo>
                    <a:pt x="10542" y="3746"/>
                  </a:lnTo>
                  <a:lnTo>
                    <a:pt x="9847" y="4480"/>
                  </a:lnTo>
                  <a:lnTo>
                    <a:pt x="9075" y="5137"/>
                  </a:lnTo>
                  <a:lnTo>
                    <a:pt x="8264" y="5793"/>
                  </a:lnTo>
                  <a:lnTo>
                    <a:pt x="7453" y="6372"/>
                  </a:lnTo>
                  <a:lnTo>
                    <a:pt x="6603" y="6990"/>
                  </a:lnTo>
                  <a:lnTo>
                    <a:pt x="5754" y="7569"/>
                  </a:lnTo>
                  <a:lnTo>
                    <a:pt x="4866" y="8110"/>
                  </a:lnTo>
                  <a:lnTo>
                    <a:pt x="3977" y="8612"/>
                  </a:lnTo>
                  <a:lnTo>
                    <a:pt x="3128" y="9037"/>
                  </a:lnTo>
                  <a:lnTo>
                    <a:pt x="2703" y="9191"/>
                  </a:lnTo>
                  <a:lnTo>
                    <a:pt x="2240" y="9346"/>
                  </a:lnTo>
                  <a:lnTo>
                    <a:pt x="1969" y="9384"/>
                  </a:lnTo>
                  <a:lnTo>
                    <a:pt x="1661" y="9423"/>
                  </a:lnTo>
                  <a:lnTo>
                    <a:pt x="1313" y="9384"/>
                  </a:lnTo>
                  <a:lnTo>
                    <a:pt x="1004" y="9346"/>
                  </a:lnTo>
                  <a:lnTo>
                    <a:pt x="734" y="9191"/>
                  </a:lnTo>
                  <a:lnTo>
                    <a:pt x="541" y="9037"/>
                  </a:lnTo>
                  <a:lnTo>
                    <a:pt x="463" y="8921"/>
                  </a:lnTo>
                  <a:lnTo>
                    <a:pt x="386" y="8805"/>
                  </a:lnTo>
                  <a:lnTo>
                    <a:pt x="348" y="8650"/>
                  </a:lnTo>
                  <a:lnTo>
                    <a:pt x="309" y="8496"/>
                  </a:lnTo>
                  <a:lnTo>
                    <a:pt x="579" y="8612"/>
                  </a:lnTo>
                  <a:lnTo>
                    <a:pt x="888" y="8728"/>
                  </a:lnTo>
                  <a:lnTo>
                    <a:pt x="1197" y="8766"/>
                  </a:lnTo>
                  <a:lnTo>
                    <a:pt x="1506" y="8766"/>
                  </a:lnTo>
                  <a:lnTo>
                    <a:pt x="1815" y="8728"/>
                  </a:lnTo>
                  <a:lnTo>
                    <a:pt x="2124" y="8650"/>
                  </a:lnTo>
                  <a:lnTo>
                    <a:pt x="2742" y="8457"/>
                  </a:lnTo>
                  <a:lnTo>
                    <a:pt x="3321" y="8187"/>
                  </a:lnTo>
                  <a:lnTo>
                    <a:pt x="3939" y="7917"/>
                  </a:lnTo>
                  <a:lnTo>
                    <a:pt x="4981" y="7299"/>
                  </a:lnTo>
                  <a:lnTo>
                    <a:pt x="6526" y="6372"/>
                  </a:lnTo>
                  <a:lnTo>
                    <a:pt x="7298" y="5832"/>
                  </a:lnTo>
                  <a:lnTo>
                    <a:pt x="8071" y="5291"/>
                  </a:lnTo>
                  <a:lnTo>
                    <a:pt x="8804" y="4750"/>
                  </a:lnTo>
                  <a:lnTo>
                    <a:pt x="9499" y="4133"/>
                  </a:lnTo>
                  <a:lnTo>
                    <a:pt x="10156" y="3515"/>
                  </a:lnTo>
                  <a:lnTo>
                    <a:pt x="10774" y="2820"/>
                  </a:lnTo>
                  <a:lnTo>
                    <a:pt x="10967" y="2588"/>
                  </a:lnTo>
                  <a:lnTo>
                    <a:pt x="11121" y="2356"/>
                  </a:lnTo>
                  <a:lnTo>
                    <a:pt x="11276" y="2047"/>
                  </a:lnTo>
                  <a:lnTo>
                    <a:pt x="11391" y="1777"/>
                  </a:lnTo>
                  <a:lnTo>
                    <a:pt x="11469" y="1468"/>
                  </a:lnTo>
                  <a:lnTo>
                    <a:pt x="11507" y="1159"/>
                  </a:lnTo>
                  <a:lnTo>
                    <a:pt x="11430" y="889"/>
                  </a:lnTo>
                  <a:lnTo>
                    <a:pt x="11314" y="580"/>
                  </a:lnTo>
                  <a:lnTo>
                    <a:pt x="11237" y="464"/>
                  </a:lnTo>
                  <a:close/>
                  <a:moveTo>
                    <a:pt x="9924" y="1"/>
                  </a:moveTo>
                  <a:lnTo>
                    <a:pt x="9654" y="39"/>
                  </a:lnTo>
                  <a:lnTo>
                    <a:pt x="9306" y="117"/>
                  </a:lnTo>
                  <a:lnTo>
                    <a:pt x="8920" y="194"/>
                  </a:lnTo>
                  <a:lnTo>
                    <a:pt x="8186" y="503"/>
                  </a:lnTo>
                  <a:lnTo>
                    <a:pt x="7491" y="850"/>
                  </a:lnTo>
                  <a:lnTo>
                    <a:pt x="6835" y="1198"/>
                  </a:lnTo>
                  <a:lnTo>
                    <a:pt x="6101" y="1584"/>
                  </a:lnTo>
                  <a:lnTo>
                    <a:pt x="5406" y="2009"/>
                  </a:lnTo>
                  <a:lnTo>
                    <a:pt x="4750" y="2472"/>
                  </a:lnTo>
                  <a:lnTo>
                    <a:pt x="4093" y="2974"/>
                  </a:lnTo>
                  <a:lnTo>
                    <a:pt x="3360" y="3553"/>
                  </a:lnTo>
                  <a:lnTo>
                    <a:pt x="2665" y="4210"/>
                  </a:lnTo>
                  <a:lnTo>
                    <a:pt x="1969" y="4866"/>
                  </a:lnTo>
                  <a:lnTo>
                    <a:pt x="1352" y="5600"/>
                  </a:lnTo>
                  <a:lnTo>
                    <a:pt x="888" y="6141"/>
                  </a:lnTo>
                  <a:lnTo>
                    <a:pt x="618" y="6449"/>
                  </a:lnTo>
                  <a:lnTo>
                    <a:pt x="348" y="6797"/>
                  </a:lnTo>
                  <a:lnTo>
                    <a:pt x="155" y="7145"/>
                  </a:lnTo>
                  <a:lnTo>
                    <a:pt x="0" y="7492"/>
                  </a:lnTo>
                  <a:lnTo>
                    <a:pt x="0" y="7685"/>
                  </a:lnTo>
                  <a:lnTo>
                    <a:pt x="0" y="7840"/>
                  </a:lnTo>
                  <a:lnTo>
                    <a:pt x="0" y="8033"/>
                  </a:lnTo>
                  <a:lnTo>
                    <a:pt x="77" y="8187"/>
                  </a:lnTo>
                  <a:lnTo>
                    <a:pt x="77" y="8264"/>
                  </a:lnTo>
                  <a:lnTo>
                    <a:pt x="77" y="8342"/>
                  </a:lnTo>
                  <a:lnTo>
                    <a:pt x="39" y="8496"/>
                  </a:lnTo>
                  <a:lnTo>
                    <a:pt x="39" y="8650"/>
                  </a:lnTo>
                  <a:lnTo>
                    <a:pt x="77" y="8805"/>
                  </a:lnTo>
                  <a:lnTo>
                    <a:pt x="116" y="8959"/>
                  </a:lnTo>
                  <a:lnTo>
                    <a:pt x="309" y="9230"/>
                  </a:lnTo>
                  <a:lnTo>
                    <a:pt x="541" y="9500"/>
                  </a:lnTo>
                  <a:lnTo>
                    <a:pt x="734" y="9616"/>
                  </a:lnTo>
                  <a:lnTo>
                    <a:pt x="965" y="9732"/>
                  </a:lnTo>
                  <a:lnTo>
                    <a:pt x="1236" y="9770"/>
                  </a:lnTo>
                  <a:lnTo>
                    <a:pt x="1467" y="9809"/>
                  </a:lnTo>
                  <a:lnTo>
                    <a:pt x="1583" y="9963"/>
                  </a:lnTo>
                  <a:lnTo>
                    <a:pt x="1815" y="9770"/>
                  </a:lnTo>
                  <a:lnTo>
                    <a:pt x="1892" y="9770"/>
                  </a:lnTo>
                  <a:lnTo>
                    <a:pt x="1892" y="9848"/>
                  </a:lnTo>
                  <a:lnTo>
                    <a:pt x="1931" y="9848"/>
                  </a:lnTo>
                  <a:lnTo>
                    <a:pt x="2008" y="9770"/>
                  </a:lnTo>
                  <a:lnTo>
                    <a:pt x="2394" y="9654"/>
                  </a:lnTo>
                  <a:lnTo>
                    <a:pt x="2935" y="9500"/>
                  </a:lnTo>
                  <a:lnTo>
                    <a:pt x="3514" y="9268"/>
                  </a:lnTo>
                  <a:lnTo>
                    <a:pt x="4055" y="9037"/>
                  </a:lnTo>
                  <a:lnTo>
                    <a:pt x="4557" y="8766"/>
                  </a:lnTo>
                  <a:lnTo>
                    <a:pt x="5599" y="8148"/>
                  </a:lnTo>
                  <a:lnTo>
                    <a:pt x="6603" y="7492"/>
                  </a:lnTo>
                  <a:lnTo>
                    <a:pt x="6758" y="7376"/>
                  </a:lnTo>
                  <a:lnTo>
                    <a:pt x="7839" y="6643"/>
                  </a:lnTo>
                  <a:lnTo>
                    <a:pt x="8688" y="5986"/>
                  </a:lnTo>
                  <a:lnTo>
                    <a:pt x="9538" y="5330"/>
                  </a:lnTo>
                  <a:lnTo>
                    <a:pt x="10388" y="4596"/>
                  </a:lnTo>
                  <a:lnTo>
                    <a:pt x="10774" y="4171"/>
                  </a:lnTo>
                  <a:lnTo>
                    <a:pt x="11121" y="3785"/>
                  </a:lnTo>
                  <a:lnTo>
                    <a:pt x="11160" y="3901"/>
                  </a:lnTo>
                  <a:lnTo>
                    <a:pt x="11430" y="3824"/>
                  </a:lnTo>
                  <a:lnTo>
                    <a:pt x="11932" y="4094"/>
                  </a:lnTo>
                  <a:lnTo>
                    <a:pt x="12087" y="3824"/>
                  </a:lnTo>
                  <a:lnTo>
                    <a:pt x="11353" y="3476"/>
                  </a:lnTo>
                  <a:lnTo>
                    <a:pt x="11662" y="3051"/>
                  </a:lnTo>
                  <a:lnTo>
                    <a:pt x="11932" y="2588"/>
                  </a:lnTo>
                  <a:lnTo>
                    <a:pt x="12087" y="2202"/>
                  </a:lnTo>
                  <a:lnTo>
                    <a:pt x="12164" y="1816"/>
                  </a:lnTo>
                  <a:lnTo>
                    <a:pt x="12395" y="1623"/>
                  </a:lnTo>
                  <a:lnTo>
                    <a:pt x="12164" y="1391"/>
                  </a:lnTo>
                  <a:lnTo>
                    <a:pt x="12125" y="1082"/>
                  </a:lnTo>
                  <a:lnTo>
                    <a:pt x="12048" y="812"/>
                  </a:lnTo>
                  <a:lnTo>
                    <a:pt x="11932" y="580"/>
                  </a:lnTo>
                  <a:lnTo>
                    <a:pt x="11778" y="387"/>
                  </a:lnTo>
                  <a:lnTo>
                    <a:pt x="11585" y="194"/>
                  </a:lnTo>
                  <a:lnTo>
                    <a:pt x="11353" y="78"/>
                  </a:lnTo>
                  <a:lnTo>
                    <a:pt x="11044" y="39"/>
                  </a:lnTo>
                  <a:lnTo>
                    <a:pt x="10735" y="39"/>
                  </a:lnTo>
                  <a:lnTo>
                    <a:pt x="10619" y="78"/>
                  </a:lnTo>
                  <a:lnTo>
                    <a:pt x="103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6773675" y="25422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4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52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2"/>
                  </a:lnTo>
                  <a:lnTo>
                    <a:pt x="2935" y="1430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4" y="1893"/>
                  </a:lnTo>
                  <a:lnTo>
                    <a:pt x="425" y="2434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6" y="11354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20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2"/>
                  </a:lnTo>
                  <a:lnTo>
                    <a:pt x="3669" y="10620"/>
                  </a:lnTo>
                  <a:lnTo>
                    <a:pt x="3824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6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3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6" y="2742"/>
                  </a:lnTo>
                  <a:lnTo>
                    <a:pt x="4287" y="2395"/>
                  </a:lnTo>
                  <a:lnTo>
                    <a:pt x="4210" y="1430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4769575" y="2562550"/>
              <a:ext cx="144825" cy="164150"/>
            </a:xfrm>
            <a:custGeom>
              <a:avLst/>
              <a:gdLst/>
              <a:ahLst/>
              <a:cxnLst/>
              <a:rect l="l" t="t" r="r" b="b"/>
              <a:pathLst>
                <a:path w="5793" h="6566" extrusionOk="0">
                  <a:moveTo>
                    <a:pt x="2858" y="464"/>
                  </a:moveTo>
                  <a:lnTo>
                    <a:pt x="3360" y="619"/>
                  </a:lnTo>
                  <a:lnTo>
                    <a:pt x="3823" y="812"/>
                  </a:lnTo>
                  <a:lnTo>
                    <a:pt x="4248" y="1082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9"/>
                  </a:lnTo>
                  <a:lnTo>
                    <a:pt x="5252" y="2511"/>
                  </a:lnTo>
                  <a:lnTo>
                    <a:pt x="5290" y="2781"/>
                  </a:lnTo>
                  <a:lnTo>
                    <a:pt x="5329" y="3051"/>
                  </a:lnTo>
                  <a:lnTo>
                    <a:pt x="5329" y="3322"/>
                  </a:lnTo>
                  <a:lnTo>
                    <a:pt x="5290" y="3785"/>
                  </a:lnTo>
                  <a:lnTo>
                    <a:pt x="5175" y="4248"/>
                  </a:lnTo>
                  <a:lnTo>
                    <a:pt x="4982" y="4712"/>
                  </a:lnTo>
                  <a:lnTo>
                    <a:pt x="4711" y="5098"/>
                  </a:lnTo>
                  <a:lnTo>
                    <a:pt x="4364" y="5445"/>
                  </a:lnTo>
                  <a:lnTo>
                    <a:pt x="4016" y="5716"/>
                  </a:lnTo>
                  <a:lnTo>
                    <a:pt x="3784" y="5832"/>
                  </a:lnTo>
                  <a:lnTo>
                    <a:pt x="3553" y="5947"/>
                  </a:lnTo>
                  <a:lnTo>
                    <a:pt x="3321" y="6025"/>
                  </a:lnTo>
                  <a:lnTo>
                    <a:pt x="3089" y="6063"/>
                  </a:lnTo>
                  <a:lnTo>
                    <a:pt x="2780" y="6102"/>
                  </a:lnTo>
                  <a:lnTo>
                    <a:pt x="2510" y="6102"/>
                  </a:lnTo>
                  <a:lnTo>
                    <a:pt x="2201" y="6063"/>
                  </a:lnTo>
                  <a:lnTo>
                    <a:pt x="1970" y="5986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600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1"/>
                  </a:lnTo>
                  <a:lnTo>
                    <a:pt x="734" y="4789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5"/>
                  </a:lnTo>
                  <a:lnTo>
                    <a:pt x="464" y="2974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700"/>
                  </a:lnTo>
                  <a:lnTo>
                    <a:pt x="966" y="1507"/>
                  </a:lnTo>
                  <a:lnTo>
                    <a:pt x="1120" y="1275"/>
                  </a:lnTo>
                  <a:lnTo>
                    <a:pt x="1313" y="1121"/>
                  </a:lnTo>
                  <a:lnTo>
                    <a:pt x="1506" y="927"/>
                  </a:lnTo>
                  <a:lnTo>
                    <a:pt x="1738" y="812"/>
                  </a:lnTo>
                  <a:lnTo>
                    <a:pt x="1970" y="696"/>
                  </a:lnTo>
                  <a:lnTo>
                    <a:pt x="2201" y="580"/>
                  </a:lnTo>
                  <a:lnTo>
                    <a:pt x="2472" y="541"/>
                  </a:lnTo>
                  <a:lnTo>
                    <a:pt x="2780" y="503"/>
                  </a:lnTo>
                  <a:lnTo>
                    <a:pt x="2819" y="503"/>
                  </a:lnTo>
                  <a:lnTo>
                    <a:pt x="2858" y="464"/>
                  </a:lnTo>
                  <a:close/>
                  <a:moveTo>
                    <a:pt x="2665" y="1"/>
                  </a:moveTo>
                  <a:lnTo>
                    <a:pt x="2587" y="39"/>
                  </a:lnTo>
                  <a:lnTo>
                    <a:pt x="2510" y="78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1"/>
                  </a:lnTo>
                  <a:lnTo>
                    <a:pt x="1854" y="310"/>
                  </a:lnTo>
                  <a:lnTo>
                    <a:pt x="1622" y="387"/>
                  </a:lnTo>
                  <a:lnTo>
                    <a:pt x="1390" y="503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7"/>
                  </a:lnTo>
                  <a:lnTo>
                    <a:pt x="348" y="1738"/>
                  </a:lnTo>
                  <a:lnTo>
                    <a:pt x="155" y="2279"/>
                  </a:lnTo>
                  <a:lnTo>
                    <a:pt x="39" y="2858"/>
                  </a:lnTo>
                  <a:lnTo>
                    <a:pt x="0" y="3399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3"/>
                  </a:lnTo>
                  <a:lnTo>
                    <a:pt x="309" y="4943"/>
                  </a:lnTo>
                  <a:lnTo>
                    <a:pt x="425" y="5214"/>
                  </a:lnTo>
                  <a:lnTo>
                    <a:pt x="579" y="5445"/>
                  </a:lnTo>
                  <a:lnTo>
                    <a:pt x="734" y="5677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8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7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7"/>
                  </a:lnTo>
                  <a:lnTo>
                    <a:pt x="3476" y="6449"/>
                  </a:lnTo>
                  <a:lnTo>
                    <a:pt x="3784" y="6334"/>
                  </a:lnTo>
                  <a:lnTo>
                    <a:pt x="4055" y="6218"/>
                  </a:lnTo>
                  <a:lnTo>
                    <a:pt x="4325" y="6063"/>
                  </a:lnTo>
                  <a:lnTo>
                    <a:pt x="4557" y="5909"/>
                  </a:lnTo>
                  <a:lnTo>
                    <a:pt x="4788" y="5716"/>
                  </a:lnTo>
                  <a:lnTo>
                    <a:pt x="4982" y="5484"/>
                  </a:lnTo>
                  <a:lnTo>
                    <a:pt x="5175" y="5252"/>
                  </a:lnTo>
                  <a:lnTo>
                    <a:pt x="5329" y="4982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1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8"/>
                  </a:lnTo>
                  <a:lnTo>
                    <a:pt x="5561" y="2047"/>
                  </a:lnTo>
                  <a:lnTo>
                    <a:pt x="5406" y="1777"/>
                  </a:lnTo>
                  <a:lnTo>
                    <a:pt x="5252" y="1507"/>
                  </a:lnTo>
                  <a:lnTo>
                    <a:pt x="5059" y="1275"/>
                  </a:lnTo>
                  <a:lnTo>
                    <a:pt x="4866" y="1043"/>
                  </a:lnTo>
                  <a:lnTo>
                    <a:pt x="4634" y="812"/>
                  </a:lnTo>
                  <a:lnTo>
                    <a:pt x="4402" y="619"/>
                  </a:lnTo>
                  <a:lnTo>
                    <a:pt x="4132" y="464"/>
                  </a:lnTo>
                  <a:lnTo>
                    <a:pt x="3862" y="310"/>
                  </a:lnTo>
                  <a:lnTo>
                    <a:pt x="3591" y="194"/>
                  </a:lnTo>
                  <a:lnTo>
                    <a:pt x="3282" y="117"/>
                  </a:lnTo>
                  <a:lnTo>
                    <a:pt x="2974" y="39"/>
                  </a:lnTo>
                  <a:lnTo>
                    <a:pt x="266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2452675" y="2582825"/>
              <a:ext cx="296400" cy="356250"/>
            </a:xfrm>
            <a:custGeom>
              <a:avLst/>
              <a:gdLst/>
              <a:ahLst/>
              <a:cxnLst/>
              <a:rect l="l" t="t" r="r" b="b"/>
              <a:pathLst>
                <a:path w="11856" h="14250" extrusionOk="0">
                  <a:moveTo>
                    <a:pt x="7221" y="1"/>
                  </a:moveTo>
                  <a:lnTo>
                    <a:pt x="6990" y="194"/>
                  </a:lnTo>
                  <a:lnTo>
                    <a:pt x="8032" y="1777"/>
                  </a:lnTo>
                  <a:lnTo>
                    <a:pt x="9114" y="3283"/>
                  </a:lnTo>
                  <a:lnTo>
                    <a:pt x="8032" y="2704"/>
                  </a:lnTo>
                  <a:lnTo>
                    <a:pt x="6913" y="2202"/>
                  </a:lnTo>
                  <a:lnTo>
                    <a:pt x="6758" y="2472"/>
                  </a:lnTo>
                  <a:lnTo>
                    <a:pt x="8225" y="3283"/>
                  </a:lnTo>
                  <a:lnTo>
                    <a:pt x="9731" y="4094"/>
                  </a:lnTo>
                  <a:lnTo>
                    <a:pt x="10388" y="4905"/>
                  </a:lnTo>
                  <a:lnTo>
                    <a:pt x="10388" y="4943"/>
                  </a:lnTo>
                  <a:lnTo>
                    <a:pt x="10697" y="4827"/>
                  </a:lnTo>
                  <a:lnTo>
                    <a:pt x="10658" y="4712"/>
                  </a:lnTo>
                  <a:lnTo>
                    <a:pt x="10620" y="4596"/>
                  </a:lnTo>
                  <a:lnTo>
                    <a:pt x="10620" y="4596"/>
                  </a:lnTo>
                  <a:lnTo>
                    <a:pt x="10929" y="4712"/>
                  </a:lnTo>
                  <a:lnTo>
                    <a:pt x="11160" y="4827"/>
                  </a:lnTo>
                  <a:lnTo>
                    <a:pt x="11315" y="5021"/>
                  </a:lnTo>
                  <a:lnTo>
                    <a:pt x="11431" y="5252"/>
                  </a:lnTo>
                  <a:lnTo>
                    <a:pt x="11469" y="5484"/>
                  </a:lnTo>
                  <a:lnTo>
                    <a:pt x="11469" y="5754"/>
                  </a:lnTo>
                  <a:lnTo>
                    <a:pt x="11431" y="6063"/>
                  </a:lnTo>
                  <a:lnTo>
                    <a:pt x="11353" y="6372"/>
                  </a:lnTo>
                  <a:lnTo>
                    <a:pt x="11083" y="7028"/>
                  </a:lnTo>
                  <a:lnTo>
                    <a:pt x="10813" y="7646"/>
                  </a:lnTo>
                  <a:lnTo>
                    <a:pt x="10504" y="8148"/>
                  </a:lnTo>
                  <a:lnTo>
                    <a:pt x="10233" y="8573"/>
                  </a:lnTo>
                  <a:lnTo>
                    <a:pt x="9654" y="9345"/>
                  </a:lnTo>
                  <a:lnTo>
                    <a:pt x="9036" y="10079"/>
                  </a:lnTo>
                  <a:lnTo>
                    <a:pt x="8380" y="10736"/>
                  </a:lnTo>
                  <a:lnTo>
                    <a:pt x="7646" y="11353"/>
                  </a:lnTo>
                  <a:lnTo>
                    <a:pt x="6874" y="11933"/>
                  </a:lnTo>
                  <a:lnTo>
                    <a:pt x="6024" y="12435"/>
                  </a:lnTo>
                  <a:lnTo>
                    <a:pt x="5175" y="12898"/>
                  </a:lnTo>
                  <a:lnTo>
                    <a:pt x="4287" y="13284"/>
                  </a:lnTo>
                  <a:lnTo>
                    <a:pt x="3862" y="13439"/>
                  </a:lnTo>
                  <a:lnTo>
                    <a:pt x="3283" y="13632"/>
                  </a:lnTo>
                  <a:lnTo>
                    <a:pt x="2665" y="13786"/>
                  </a:lnTo>
                  <a:lnTo>
                    <a:pt x="1970" y="13941"/>
                  </a:lnTo>
                  <a:lnTo>
                    <a:pt x="1043" y="13941"/>
                  </a:lnTo>
                  <a:lnTo>
                    <a:pt x="811" y="13863"/>
                  </a:lnTo>
                  <a:lnTo>
                    <a:pt x="580" y="13709"/>
                  </a:lnTo>
                  <a:lnTo>
                    <a:pt x="425" y="13554"/>
                  </a:lnTo>
                  <a:lnTo>
                    <a:pt x="309" y="13323"/>
                  </a:lnTo>
                  <a:lnTo>
                    <a:pt x="232" y="13052"/>
                  </a:lnTo>
                  <a:lnTo>
                    <a:pt x="1" y="13130"/>
                  </a:lnTo>
                  <a:lnTo>
                    <a:pt x="1" y="13400"/>
                  </a:lnTo>
                  <a:lnTo>
                    <a:pt x="39" y="13632"/>
                  </a:lnTo>
                  <a:lnTo>
                    <a:pt x="155" y="13825"/>
                  </a:lnTo>
                  <a:lnTo>
                    <a:pt x="271" y="13941"/>
                  </a:lnTo>
                  <a:lnTo>
                    <a:pt x="464" y="14056"/>
                  </a:lnTo>
                  <a:lnTo>
                    <a:pt x="657" y="14172"/>
                  </a:lnTo>
                  <a:lnTo>
                    <a:pt x="889" y="14211"/>
                  </a:lnTo>
                  <a:lnTo>
                    <a:pt x="1120" y="14249"/>
                  </a:lnTo>
                  <a:lnTo>
                    <a:pt x="1661" y="14249"/>
                  </a:lnTo>
                  <a:lnTo>
                    <a:pt x="2163" y="14211"/>
                  </a:lnTo>
                  <a:lnTo>
                    <a:pt x="2665" y="14134"/>
                  </a:lnTo>
                  <a:lnTo>
                    <a:pt x="3051" y="14056"/>
                  </a:lnTo>
                  <a:lnTo>
                    <a:pt x="3708" y="13863"/>
                  </a:lnTo>
                  <a:lnTo>
                    <a:pt x="4364" y="13632"/>
                  </a:lnTo>
                  <a:lnTo>
                    <a:pt x="5020" y="13361"/>
                  </a:lnTo>
                  <a:lnTo>
                    <a:pt x="5638" y="13091"/>
                  </a:lnTo>
                  <a:lnTo>
                    <a:pt x="6256" y="12743"/>
                  </a:lnTo>
                  <a:lnTo>
                    <a:pt x="6835" y="12396"/>
                  </a:lnTo>
                  <a:lnTo>
                    <a:pt x="7415" y="12010"/>
                  </a:lnTo>
                  <a:lnTo>
                    <a:pt x="7955" y="11585"/>
                  </a:lnTo>
                  <a:lnTo>
                    <a:pt x="8457" y="11160"/>
                  </a:lnTo>
                  <a:lnTo>
                    <a:pt x="8959" y="10697"/>
                  </a:lnTo>
                  <a:lnTo>
                    <a:pt x="9423" y="10234"/>
                  </a:lnTo>
                  <a:lnTo>
                    <a:pt x="9847" y="9732"/>
                  </a:lnTo>
                  <a:lnTo>
                    <a:pt x="10272" y="9191"/>
                  </a:lnTo>
                  <a:lnTo>
                    <a:pt x="10620" y="8650"/>
                  </a:lnTo>
                  <a:lnTo>
                    <a:pt x="11006" y="8071"/>
                  </a:lnTo>
                  <a:lnTo>
                    <a:pt x="11315" y="7492"/>
                  </a:lnTo>
                  <a:lnTo>
                    <a:pt x="11546" y="6951"/>
                  </a:lnTo>
                  <a:lnTo>
                    <a:pt x="11778" y="6411"/>
                  </a:lnTo>
                  <a:lnTo>
                    <a:pt x="11817" y="6102"/>
                  </a:lnTo>
                  <a:lnTo>
                    <a:pt x="11855" y="5831"/>
                  </a:lnTo>
                  <a:lnTo>
                    <a:pt x="11855" y="5523"/>
                  </a:lnTo>
                  <a:lnTo>
                    <a:pt x="11778" y="5252"/>
                  </a:lnTo>
                  <a:lnTo>
                    <a:pt x="11701" y="5021"/>
                  </a:lnTo>
                  <a:lnTo>
                    <a:pt x="11585" y="4866"/>
                  </a:lnTo>
                  <a:lnTo>
                    <a:pt x="11469" y="4673"/>
                  </a:lnTo>
                  <a:lnTo>
                    <a:pt x="11315" y="4519"/>
                  </a:lnTo>
                  <a:lnTo>
                    <a:pt x="11122" y="4403"/>
                  </a:lnTo>
                  <a:lnTo>
                    <a:pt x="10929" y="4325"/>
                  </a:lnTo>
                  <a:lnTo>
                    <a:pt x="10735" y="4248"/>
                  </a:lnTo>
                  <a:lnTo>
                    <a:pt x="10504" y="4210"/>
                  </a:lnTo>
                  <a:lnTo>
                    <a:pt x="10465" y="4248"/>
                  </a:lnTo>
                  <a:lnTo>
                    <a:pt x="10388" y="4248"/>
                  </a:lnTo>
                  <a:lnTo>
                    <a:pt x="9654" y="3167"/>
                  </a:lnTo>
                  <a:lnTo>
                    <a:pt x="8882" y="2086"/>
                  </a:lnTo>
                  <a:lnTo>
                    <a:pt x="8032" y="1043"/>
                  </a:lnTo>
                  <a:lnTo>
                    <a:pt x="72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581775" y="25867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0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5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6717675" y="2588625"/>
              <a:ext cx="42525" cy="41525"/>
            </a:xfrm>
            <a:custGeom>
              <a:avLst/>
              <a:gdLst/>
              <a:ahLst/>
              <a:cxnLst/>
              <a:rect l="l" t="t" r="r" b="b"/>
              <a:pathLst>
                <a:path w="1701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2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9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3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8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587575" y="25924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3" y="1893"/>
                  </a:lnTo>
                  <a:lnTo>
                    <a:pt x="425" y="2433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5" y="11353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1"/>
                  </a:lnTo>
                  <a:lnTo>
                    <a:pt x="3669" y="10620"/>
                  </a:lnTo>
                  <a:lnTo>
                    <a:pt x="3823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5" y="2742"/>
                  </a:lnTo>
                  <a:lnTo>
                    <a:pt x="4287" y="2395"/>
                  </a:lnTo>
                  <a:lnTo>
                    <a:pt x="4210" y="1429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6526550" y="26156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1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1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2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1725750" y="2629175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2"/>
                  </a:lnTo>
                  <a:lnTo>
                    <a:pt x="2008" y="965"/>
                  </a:lnTo>
                  <a:lnTo>
                    <a:pt x="2124" y="1120"/>
                  </a:lnTo>
                  <a:lnTo>
                    <a:pt x="2202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6" y="502"/>
                  </a:lnTo>
                  <a:lnTo>
                    <a:pt x="811" y="463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0"/>
                  </a:lnTo>
                  <a:lnTo>
                    <a:pt x="194" y="425"/>
                  </a:lnTo>
                  <a:lnTo>
                    <a:pt x="78" y="618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8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2" y="2973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3"/>
                  </a:lnTo>
                  <a:lnTo>
                    <a:pt x="2626" y="2896"/>
                  </a:lnTo>
                  <a:lnTo>
                    <a:pt x="2704" y="2317"/>
                  </a:lnTo>
                  <a:lnTo>
                    <a:pt x="2704" y="2008"/>
                  </a:lnTo>
                  <a:lnTo>
                    <a:pt x="2704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00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2602300" y="2637850"/>
              <a:ext cx="63750" cy="173800"/>
            </a:xfrm>
            <a:custGeom>
              <a:avLst/>
              <a:gdLst/>
              <a:ahLst/>
              <a:cxnLst/>
              <a:rect l="l" t="t" r="r" b="b"/>
              <a:pathLst>
                <a:path w="2550" h="6952" extrusionOk="0">
                  <a:moveTo>
                    <a:pt x="271" y="1"/>
                  </a:moveTo>
                  <a:lnTo>
                    <a:pt x="1" y="78"/>
                  </a:lnTo>
                  <a:lnTo>
                    <a:pt x="232" y="927"/>
                  </a:lnTo>
                  <a:lnTo>
                    <a:pt x="503" y="1816"/>
                  </a:lnTo>
                  <a:lnTo>
                    <a:pt x="1082" y="3515"/>
                  </a:lnTo>
                  <a:lnTo>
                    <a:pt x="2318" y="6951"/>
                  </a:lnTo>
                  <a:lnTo>
                    <a:pt x="2549" y="6874"/>
                  </a:lnTo>
                  <a:lnTo>
                    <a:pt x="2047" y="5136"/>
                  </a:lnTo>
                  <a:lnTo>
                    <a:pt x="1507" y="3399"/>
                  </a:lnTo>
                  <a:lnTo>
                    <a:pt x="928" y="1661"/>
                  </a:lnTo>
                  <a:lnTo>
                    <a:pt x="619" y="81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531575" y="26388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1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340450" y="26658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0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0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1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6651075" y="26658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1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1793325" y="26986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7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5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5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3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2371575" y="2703500"/>
              <a:ext cx="351425" cy="207575"/>
            </a:xfrm>
            <a:custGeom>
              <a:avLst/>
              <a:gdLst/>
              <a:ahLst/>
              <a:cxnLst/>
              <a:rect l="l" t="t" r="r" b="b"/>
              <a:pathLst>
                <a:path w="14057" h="8303" extrusionOk="0">
                  <a:moveTo>
                    <a:pt x="13941" y="0"/>
                  </a:moveTo>
                  <a:lnTo>
                    <a:pt x="13632" y="116"/>
                  </a:lnTo>
                  <a:lnTo>
                    <a:pt x="13632" y="155"/>
                  </a:lnTo>
                  <a:lnTo>
                    <a:pt x="13555" y="773"/>
                  </a:lnTo>
                  <a:lnTo>
                    <a:pt x="13439" y="1313"/>
                  </a:lnTo>
                  <a:lnTo>
                    <a:pt x="13284" y="1854"/>
                  </a:lnTo>
                  <a:lnTo>
                    <a:pt x="13053" y="2395"/>
                  </a:lnTo>
                  <a:lnTo>
                    <a:pt x="12782" y="2897"/>
                  </a:lnTo>
                  <a:lnTo>
                    <a:pt x="12473" y="3360"/>
                  </a:lnTo>
                  <a:lnTo>
                    <a:pt x="12126" y="3823"/>
                  </a:lnTo>
                  <a:lnTo>
                    <a:pt x="11778" y="4248"/>
                  </a:lnTo>
                  <a:lnTo>
                    <a:pt x="11547" y="4325"/>
                  </a:lnTo>
                  <a:lnTo>
                    <a:pt x="11585" y="4441"/>
                  </a:lnTo>
                  <a:lnTo>
                    <a:pt x="11547" y="4480"/>
                  </a:lnTo>
                  <a:lnTo>
                    <a:pt x="11392" y="4557"/>
                  </a:lnTo>
                  <a:lnTo>
                    <a:pt x="11469" y="4557"/>
                  </a:lnTo>
                  <a:lnTo>
                    <a:pt x="10967" y="5020"/>
                  </a:lnTo>
                  <a:lnTo>
                    <a:pt x="10427" y="5445"/>
                  </a:lnTo>
                  <a:lnTo>
                    <a:pt x="9539" y="6063"/>
                  </a:lnTo>
                  <a:lnTo>
                    <a:pt x="8612" y="6642"/>
                  </a:lnTo>
                  <a:lnTo>
                    <a:pt x="8149" y="6912"/>
                  </a:lnTo>
                  <a:lnTo>
                    <a:pt x="7647" y="7144"/>
                  </a:lnTo>
                  <a:lnTo>
                    <a:pt x="7145" y="7376"/>
                  </a:lnTo>
                  <a:lnTo>
                    <a:pt x="6643" y="7569"/>
                  </a:lnTo>
                  <a:lnTo>
                    <a:pt x="6604" y="7453"/>
                  </a:lnTo>
                  <a:lnTo>
                    <a:pt x="6411" y="7492"/>
                  </a:lnTo>
                  <a:lnTo>
                    <a:pt x="4905" y="6372"/>
                  </a:lnTo>
                  <a:lnTo>
                    <a:pt x="3322" y="5291"/>
                  </a:lnTo>
                  <a:lnTo>
                    <a:pt x="1739" y="4248"/>
                  </a:lnTo>
                  <a:lnTo>
                    <a:pt x="78" y="3321"/>
                  </a:lnTo>
                  <a:lnTo>
                    <a:pt x="1" y="3399"/>
                  </a:lnTo>
                  <a:lnTo>
                    <a:pt x="3051" y="5600"/>
                  </a:lnTo>
                  <a:lnTo>
                    <a:pt x="6141" y="7723"/>
                  </a:lnTo>
                  <a:lnTo>
                    <a:pt x="5639" y="7839"/>
                  </a:lnTo>
                  <a:lnTo>
                    <a:pt x="5175" y="7916"/>
                  </a:lnTo>
                  <a:lnTo>
                    <a:pt x="4673" y="7955"/>
                  </a:lnTo>
                  <a:lnTo>
                    <a:pt x="4210" y="7994"/>
                  </a:lnTo>
                  <a:lnTo>
                    <a:pt x="4094" y="7994"/>
                  </a:lnTo>
                  <a:lnTo>
                    <a:pt x="4055" y="8071"/>
                  </a:lnTo>
                  <a:lnTo>
                    <a:pt x="4248" y="8303"/>
                  </a:lnTo>
                  <a:lnTo>
                    <a:pt x="5098" y="8303"/>
                  </a:lnTo>
                  <a:lnTo>
                    <a:pt x="5523" y="8264"/>
                  </a:lnTo>
                  <a:lnTo>
                    <a:pt x="5948" y="8187"/>
                  </a:lnTo>
                  <a:lnTo>
                    <a:pt x="6372" y="8110"/>
                  </a:lnTo>
                  <a:lnTo>
                    <a:pt x="6797" y="7955"/>
                  </a:lnTo>
                  <a:lnTo>
                    <a:pt x="7647" y="7646"/>
                  </a:lnTo>
                  <a:lnTo>
                    <a:pt x="8458" y="7221"/>
                  </a:lnTo>
                  <a:lnTo>
                    <a:pt x="9230" y="6758"/>
                  </a:lnTo>
                  <a:lnTo>
                    <a:pt x="10002" y="6295"/>
                  </a:lnTo>
                  <a:lnTo>
                    <a:pt x="10659" y="5793"/>
                  </a:lnTo>
                  <a:lnTo>
                    <a:pt x="11315" y="5252"/>
                  </a:lnTo>
                  <a:lnTo>
                    <a:pt x="11933" y="4673"/>
                  </a:lnTo>
                  <a:lnTo>
                    <a:pt x="12512" y="4055"/>
                  </a:lnTo>
                  <a:lnTo>
                    <a:pt x="12975" y="3360"/>
                  </a:lnTo>
                  <a:lnTo>
                    <a:pt x="13207" y="3012"/>
                  </a:lnTo>
                  <a:lnTo>
                    <a:pt x="13400" y="2665"/>
                  </a:lnTo>
                  <a:lnTo>
                    <a:pt x="13555" y="2279"/>
                  </a:lnTo>
                  <a:lnTo>
                    <a:pt x="13709" y="1893"/>
                  </a:lnTo>
                  <a:lnTo>
                    <a:pt x="13864" y="1506"/>
                  </a:lnTo>
                  <a:lnTo>
                    <a:pt x="13941" y="1082"/>
                  </a:lnTo>
                  <a:lnTo>
                    <a:pt x="14018" y="657"/>
                  </a:lnTo>
                  <a:lnTo>
                    <a:pt x="14057" y="232"/>
                  </a:lnTo>
                  <a:lnTo>
                    <a:pt x="14018" y="116"/>
                  </a:lnTo>
                  <a:lnTo>
                    <a:pt x="13941" y="39"/>
                  </a:lnTo>
                  <a:lnTo>
                    <a:pt x="139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6594125" y="27093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8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464975" y="27160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0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2488400" y="2725700"/>
              <a:ext cx="48275" cy="165100"/>
            </a:xfrm>
            <a:custGeom>
              <a:avLst/>
              <a:gdLst/>
              <a:ahLst/>
              <a:cxnLst/>
              <a:rect l="l" t="t" r="r" b="b"/>
              <a:pathLst>
                <a:path w="1931" h="6604" extrusionOk="0">
                  <a:moveTo>
                    <a:pt x="271" y="1"/>
                  </a:moveTo>
                  <a:lnTo>
                    <a:pt x="193" y="39"/>
                  </a:lnTo>
                  <a:lnTo>
                    <a:pt x="155" y="39"/>
                  </a:lnTo>
                  <a:lnTo>
                    <a:pt x="0" y="155"/>
                  </a:lnTo>
                  <a:lnTo>
                    <a:pt x="0" y="194"/>
                  </a:lnTo>
                  <a:lnTo>
                    <a:pt x="348" y="1815"/>
                  </a:lnTo>
                  <a:lnTo>
                    <a:pt x="773" y="3437"/>
                  </a:lnTo>
                  <a:lnTo>
                    <a:pt x="1236" y="5021"/>
                  </a:lnTo>
                  <a:lnTo>
                    <a:pt x="1738" y="6604"/>
                  </a:lnTo>
                  <a:lnTo>
                    <a:pt x="1931" y="6565"/>
                  </a:lnTo>
                  <a:lnTo>
                    <a:pt x="1622" y="4982"/>
                  </a:lnTo>
                  <a:lnTo>
                    <a:pt x="1236" y="3360"/>
                  </a:lnTo>
                  <a:lnTo>
                    <a:pt x="773" y="1777"/>
                  </a:lnTo>
                  <a:lnTo>
                    <a:pt x="271" y="194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2495150" y="2725700"/>
              <a:ext cx="165100" cy="91725"/>
            </a:xfrm>
            <a:custGeom>
              <a:avLst/>
              <a:gdLst/>
              <a:ahLst/>
              <a:cxnLst/>
              <a:rect l="l" t="t" r="r" b="b"/>
              <a:pathLst>
                <a:path w="6604" h="3669" extrusionOk="0">
                  <a:moveTo>
                    <a:pt x="116" y="1"/>
                  </a:moveTo>
                  <a:lnTo>
                    <a:pt x="1" y="194"/>
                  </a:lnTo>
                  <a:lnTo>
                    <a:pt x="1622" y="1043"/>
                  </a:lnTo>
                  <a:lnTo>
                    <a:pt x="3244" y="1893"/>
                  </a:lnTo>
                  <a:lnTo>
                    <a:pt x="4017" y="2356"/>
                  </a:lnTo>
                  <a:lnTo>
                    <a:pt x="4827" y="2819"/>
                  </a:lnTo>
                  <a:lnTo>
                    <a:pt x="5638" y="3283"/>
                  </a:lnTo>
                  <a:lnTo>
                    <a:pt x="6024" y="3476"/>
                  </a:lnTo>
                  <a:lnTo>
                    <a:pt x="6449" y="3669"/>
                  </a:lnTo>
                  <a:lnTo>
                    <a:pt x="6604" y="3592"/>
                  </a:lnTo>
                  <a:lnTo>
                    <a:pt x="6604" y="3515"/>
                  </a:lnTo>
                  <a:lnTo>
                    <a:pt x="6565" y="3437"/>
                  </a:lnTo>
                  <a:lnTo>
                    <a:pt x="6218" y="3167"/>
                  </a:lnTo>
                  <a:lnTo>
                    <a:pt x="5870" y="2935"/>
                  </a:lnTo>
                  <a:lnTo>
                    <a:pt x="5098" y="2472"/>
                  </a:lnTo>
                  <a:lnTo>
                    <a:pt x="3515" y="1622"/>
                  </a:lnTo>
                  <a:lnTo>
                    <a:pt x="1815" y="773"/>
                  </a:lnTo>
                  <a:lnTo>
                    <a:pt x="966" y="387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4212550" y="2732450"/>
              <a:ext cx="315700" cy="477900"/>
            </a:xfrm>
            <a:custGeom>
              <a:avLst/>
              <a:gdLst/>
              <a:ahLst/>
              <a:cxnLst/>
              <a:rect l="l" t="t" r="r" b="b"/>
              <a:pathLst>
                <a:path w="12628" h="19116" extrusionOk="0">
                  <a:moveTo>
                    <a:pt x="1004" y="619"/>
                  </a:moveTo>
                  <a:lnTo>
                    <a:pt x="1661" y="850"/>
                  </a:lnTo>
                  <a:lnTo>
                    <a:pt x="2317" y="1121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5"/>
                  </a:lnTo>
                  <a:lnTo>
                    <a:pt x="3862" y="2472"/>
                  </a:lnTo>
                  <a:lnTo>
                    <a:pt x="4016" y="2820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8"/>
                  </a:lnTo>
                  <a:lnTo>
                    <a:pt x="9345" y="15138"/>
                  </a:lnTo>
                  <a:lnTo>
                    <a:pt x="8920" y="15370"/>
                  </a:lnTo>
                  <a:lnTo>
                    <a:pt x="7955" y="13516"/>
                  </a:lnTo>
                  <a:lnTo>
                    <a:pt x="6990" y="11663"/>
                  </a:lnTo>
                  <a:lnTo>
                    <a:pt x="5020" y="7956"/>
                  </a:lnTo>
                  <a:lnTo>
                    <a:pt x="3012" y="4287"/>
                  </a:lnTo>
                  <a:lnTo>
                    <a:pt x="1004" y="619"/>
                  </a:lnTo>
                  <a:close/>
                  <a:moveTo>
                    <a:pt x="657" y="503"/>
                  </a:moveTo>
                  <a:lnTo>
                    <a:pt x="657" y="541"/>
                  </a:lnTo>
                  <a:lnTo>
                    <a:pt x="4673" y="8033"/>
                  </a:lnTo>
                  <a:lnTo>
                    <a:pt x="6719" y="11740"/>
                  </a:lnTo>
                  <a:lnTo>
                    <a:pt x="7762" y="13593"/>
                  </a:lnTo>
                  <a:lnTo>
                    <a:pt x="8805" y="15447"/>
                  </a:lnTo>
                  <a:lnTo>
                    <a:pt x="8650" y="15524"/>
                  </a:lnTo>
                  <a:lnTo>
                    <a:pt x="7414" y="13748"/>
                  </a:lnTo>
                  <a:lnTo>
                    <a:pt x="6179" y="12010"/>
                  </a:lnTo>
                  <a:lnTo>
                    <a:pt x="3592" y="8535"/>
                  </a:lnTo>
                  <a:lnTo>
                    <a:pt x="2317" y="6758"/>
                  </a:lnTo>
                  <a:lnTo>
                    <a:pt x="1004" y="4944"/>
                  </a:lnTo>
                  <a:lnTo>
                    <a:pt x="850" y="4712"/>
                  </a:lnTo>
                  <a:lnTo>
                    <a:pt x="734" y="4480"/>
                  </a:lnTo>
                  <a:lnTo>
                    <a:pt x="618" y="4210"/>
                  </a:lnTo>
                  <a:lnTo>
                    <a:pt x="541" y="3940"/>
                  </a:lnTo>
                  <a:lnTo>
                    <a:pt x="464" y="3399"/>
                  </a:lnTo>
                  <a:lnTo>
                    <a:pt x="425" y="2820"/>
                  </a:lnTo>
                  <a:lnTo>
                    <a:pt x="464" y="2241"/>
                  </a:lnTo>
                  <a:lnTo>
                    <a:pt x="502" y="1661"/>
                  </a:lnTo>
                  <a:lnTo>
                    <a:pt x="657" y="503"/>
                  </a:lnTo>
                  <a:close/>
                  <a:moveTo>
                    <a:pt x="11508" y="12280"/>
                  </a:moveTo>
                  <a:lnTo>
                    <a:pt x="11662" y="12358"/>
                  </a:lnTo>
                  <a:lnTo>
                    <a:pt x="11817" y="12435"/>
                  </a:lnTo>
                  <a:lnTo>
                    <a:pt x="12164" y="12860"/>
                  </a:lnTo>
                  <a:lnTo>
                    <a:pt x="12241" y="13053"/>
                  </a:lnTo>
                  <a:lnTo>
                    <a:pt x="12280" y="13246"/>
                  </a:lnTo>
                  <a:lnTo>
                    <a:pt x="12241" y="13439"/>
                  </a:lnTo>
                  <a:lnTo>
                    <a:pt x="12203" y="13632"/>
                  </a:lnTo>
                  <a:lnTo>
                    <a:pt x="12048" y="14018"/>
                  </a:lnTo>
                  <a:lnTo>
                    <a:pt x="11855" y="14366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2"/>
                  </a:lnTo>
                  <a:lnTo>
                    <a:pt x="10156" y="15872"/>
                  </a:lnTo>
                  <a:lnTo>
                    <a:pt x="10118" y="15987"/>
                  </a:lnTo>
                  <a:lnTo>
                    <a:pt x="9770" y="16180"/>
                  </a:lnTo>
                  <a:lnTo>
                    <a:pt x="9114" y="16605"/>
                  </a:lnTo>
                  <a:lnTo>
                    <a:pt x="8457" y="16953"/>
                  </a:lnTo>
                  <a:lnTo>
                    <a:pt x="7723" y="17262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5" y="17648"/>
                  </a:lnTo>
                  <a:lnTo>
                    <a:pt x="5754" y="17648"/>
                  </a:lnTo>
                  <a:lnTo>
                    <a:pt x="5561" y="17571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8" y="17184"/>
                  </a:lnTo>
                  <a:lnTo>
                    <a:pt x="4982" y="16876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5"/>
                  </a:lnTo>
                  <a:lnTo>
                    <a:pt x="5175" y="15949"/>
                  </a:lnTo>
                  <a:lnTo>
                    <a:pt x="5291" y="15833"/>
                  </a:lnTo>
                  <a:lnTo>
                    <a:pt x="5406" y="15756"/>
                  </a:lnTo>
                  <a:lnTo>
                    <a:pt x="5522" y="15717"/>
                  </a:lnTo>
                  <a:lnTo>
                    <a:pt x="5638" y="15756"/>
                  </a:lnTo>
                  <a:lnTo>
                    <a:pt x="5793" y="15833"/>
                  </a:lnTo>
                  <a:lnTo>
                    <a:pt x="5947" y="15949"/>
                  </a:lnTo>
                  <a:lnTo>
                    <a:pt x="6063" y="16142"/>
                  </a:lnTo>
                  <a:lnTo>
                    <a:pt x="6256" y="16374"/>
                  </a:lnTo>
                  <a:lnTo>
                    <a:pt x="6102" y="16412"/>
                  </a:lnTo>
                  <a:lnTo>
                    <a:pt x="6024" y="16451"/>
                  </a:lnTo>
                  <a:lnTo>
                    <a:pt x="6024" y="16567"/>
                  </a:lnTo>
                  <a:lnTo>
                    <a:pt x="6063" y="16644"/>
                  </a:lnTo>
                  <a:lnTo>
                    <a:pt x="6140" y="16644"/>
                  </a:lnTo>
                  <a:lnTo>
                    <a:pt x="6912" y="16567"/>
                  </a:lnTo>
                  <a:lnTo>
                    <a:pt x="7685" y="16374"/>
                  </a:lnTo>
                  <a:lnTo>
                    <a:pt x="8496" y="16065"/>
                  </a:lnTo>
                  <a:lnTo>
                    <a:pt x="9229" y="15717"/>
                  </a:lnTo>
                  <a:lnTo>
                    <a:pt x="9616" y="15485"/>
                  </a:lnTo>
                  <a:lnTo>
                    <a:pt x="9963" y="15254"/>
                  </a:lnTo>
                  <a:lnTo>
                    <a:pt x="10272" y="15022"/>
                  </a:lnTo>
                  <a:lnTo>
                    <a:pt x="10581" y="14752"/>
                  </a:lnTo>
                  <a:lnTo>
                    <a:pt x="10890" y="14481"/>
                  </a:lnTo>
                  <a:lnTo>
                    <a:pt x="11121" y="14173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9"/>
                  </a:lnTo>
                  <a:lnTo>
                    <a:pt x="11546" y="13362"/>
                  </a:lnTo>
                  <a:lnTo>
                    <a:pt x="11508" y="13284"/>
                  </a:lnTo>
                  <a:lnTo>
                    <a:pt x="11430" y="13246"/>
                  </a:lnTo>
                  <a:lnTo>
                    <a:pt x="11237" y="13246"/>
                  </a:lnTo>
                  <a:lnTo>
                    <a:pt x="11160" y="13323"/>
                  </a:lnTo>
                  <a:lnTo>
                    <a:pt x="10967" y="13671"/>
                  </a:lnTo>
                  <a:lnTo>
                    <a:pt x="10774" y="13555"/>
                  </a:lnTo>
                  <a:lnTo>
                    <a:pt x="10658" y="13439"/>
                  </a:lnTo>
                  <a:lnTo>
                    <a:pt x="10619" y="13284"/>
                  </a:lnTo>
                  <a:lnTo>
                    <a:pt x="10581" y="13169"/>
                  </a:lnTo>
                  <a:lnTo>
                    <a:pt x="10619" y="13014"/>
                  </a:lnTo>
                  <a:lnTo>
                    <a:pt x="10658" y="12860"/>
                  </a:lnTo>
                  <a:lnTo>
                    <a:pt x="10851" y="12628"/>
                  </a:lnTo>
                  <a:lnTo>
                    <a:pt x="10928" y="12473"/>
                  </a:lnTo>
                  <a:lnTo>
                    <a:pt x="11044" y="12358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1"/>
                  </a:moveTo>
                  <a:lnTo>
                    <a:pt x="348" y="40"/>
                  </a:lnTo>
                  <a:lnTo>
                    <a:pt x="271" y="117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3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6"/>
                  </a:lnTo>
                  <a:lnTo>
                    <a:pt x="232" y="4519"/>
                  </a:lnTo>
                  <a:lnTo>
                    <a:pt x="348" y="4751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6"/>
                  </a:lnTo>
                  <a:lnTo>
                    <a:pt x="5445" y="11817"/>
                  </a:lnTo>
                  <a:lnTo>
                    <a:pt x="6874" y="13748"/>
                  </a:lnTo>
                  <a:lnTo>
                    <a:pt x="8341" y="15640"/>
                  </a:lnTo>
                  <a:lnTo>
                    <a:pt x="7492" y="15987"/>
                  </a:lnTo>
                  <a:lnTo>
                    <a:pt x="6642" y="16258"/>
                  </a:lnTo>
                  <a:lnTo>
                    <a:pt x="6681" y="16103"/>
                  </a:lnTo>
                  <a:lnTo>
                    <a:pt x="6681" y="15949"/>
                  </a:lnTo>
                  <a:lnTo>
                    <a:pt x="6642" y="15756"/>
                  </a:lnTo>
                  <a:lnTo>
                    <a:pt x="6565" y="15640"/>
                  </a:lnTo>
                  <a:lnTo>
                    <a:pt x="6488" y="15485"/>
                  </a:lnTo>
                  <a:lnTo>
                    <a:pt x="6333" y="15370"/>
                  </a:lnTo>
                  <a:lnTo>
                    <a:pt x="6179" y="15292"/>
                  </a:lnTo>
                  <a:lnTo>
                    <a:pt x="6024" y="15254"/>
                  </a:lnTo>
                  <a:lnTo>
                    <a:pt x="5715" y="15254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6" y="16296"/>
                  </a:lnTo>
                  <a:lnTo>
                    <a:pt x="4596" y="16567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8" y="17725"/>
                  </a:lnTo>
                  <a:lnTo>
                    <a:pt x="5368" y="17841"/>
                  </a:lnTo>
                  <a:lnTo>
                    <a:pt x="5677" y="17918"/>
                  </a:lnTo>
                  <a:lnTo>
                    <a:pt x="6024" y="17957"/>
                  </a:lnTo>
                  <a:lnTo>
                    <a:pt x="6372" y="17918"/>
                  </a:lnTo>
                  <a:lnTo>
                    <a:pt x="6719" y="17841"/>
                  </a:lnTo>
                  <a:lnTo>
                    <a:pt x="7106" y="17764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3"/>
                  </a:lnTo>
                  <a:lnTo>
                    <a:pt x="9229" y="16876"/>
                  </a:lnTo>
                  <a:lnTo>
                    <a:pt x="9461" y="16760"/>
                  </a:lnTo>
                  <a:lnTo>
                    <a:pt x="10233" y="16258"/>
                  </a:lnTo>
                  <a:lnTo>
                    <a:pt x="10813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4"/>
                  </a:lnTo>
                  <a:lnTo>
                    <a:pt x="11817" y="18150"/>
                  </a:lnTo>
                  <a:lnTo>
                    <a:pt x="11392" y="17455"/>
                  </a:lnTo>
                  <a:lnTo>
                    <a:pt x="10928" y="16760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4"/>
                  </a:lnTo>
                  <a:lnTo>
                    <a:pt x="11894" y="14790"/>
                  </a:lnTo>
                  <a:lnTo>
                    <a:pt x="12125" y="14559"/>
                  </a:lnTo>
                  <a:lnTo>
                    <a:pt x="12280" y="14288"/>
                  </a:lnTo>
                  <a:lnTo>
                    <a:pt x="12434" y="14057"/>
                  </a:lnTo>
                  <a:lnTo>
                    <a:pt x="12512" y="13786"/>
                  </a:lnTo>
                  <a:lnTo>
                    <a:pt x="12589" y="13555"/>
                  </a:lnTo>
                  <a:lnTo>
                    <a:pt x="12627" y="13284"/>
                  </a:lnTo>
                  <a:lnTo>
                    <a:pt x="12589" y="13053"/>
                  </a:lnTo>
                  <a:lnTo>
                    <a:pt x="12512" y="12821"/>
                  </a:lnTo>
                  <a:lnTo>
                    <a:pt x="12357" y="12589"/>
                  </a:lnTo>
                  <a:lnTo>
                    <a:pt x="12164" y="12358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9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1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2"/>
                  </a:lnTo>
                  <a:lnTo>
                    <a:pt x="10619" y="13786"/>
                  </a:lnTo>
                  <a:lnTo>
                    <a:pt x="10813" y="13902"/>
                  </a:lnTo>
                  <a:lnTo>
                    <a:pt x="10504" y="14250"/>
                  </a:lnTo>
                  <a:lnTo>
                    <a:pt x="10156" y="14597"/>
                  </a:lnTo>
                  <a:lnTo>
                    <a:pt x="9770" y="14868"/>
                  </a:lnTo>
                  <a:lnTo>
                    <a:pt x="9430" y="15084"/>
                  </a:lnTo>
                  <a:lnTo>
                    <a:pt x="9461" y="15022"/>
                  </a:lnTo>
                  <a:lnTo>
                    <a:pt x="9500" y="14945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9"/>
                  </a:lnTo>
                  <a:lnTo>
                    <a:pt x="3823" y="1545"/>
                  </a:lnTo>
                  <a:lnTo>
                    <a:pt x="3514" y="1237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1" y="233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3419975" y="2751775"/>
              <a:ext cx="68575" cy="77250"/>
            </a:xfrm>
            <a:custGeom>
              <a:avLst/>
              <a:gdLst/>
              <a:ahLst/>
              <a:cxnLst/>
              <a:rect l="l" t="t" r="r" b="b"/>
              <a:pathLst>
                <a:path w="2743" h="3090" extrusionOk="0">
                  <a:moveTo>
                    <a:pt x="1198" y="464"/>
                  </a:moveTo>
                  <a:lnTo>
                    <a:pt x="1429" y="502"/>
                  </a:lnTo>
                  <a:lnTo>
                    <a:pt x="1700" y="618"/>
                  </a:lnTo>
                  <a:lnTo>
                    <a:pt x="1893" y="772"/>
                  </a:lnTo>
                  <a:lnTo>
                    <a:pt x="2047" y="966"/>
                  </a:lnTo>
                  <a:lnTo>
                    <a:pt x="2163" y="1159"/>
                  </a:lnTo>
                  <a:lnTo>
                    <a:pt x="2240" y="1352"/>
                  </a:lnTo>
                  <a:lnTo>
                    <a:pt x="2356" y="1738"/>
                  </a:lnTo>
                  <a:lnTo>
                    <a:pt x="2395" y="2163"/>
                  </a:lnTo>
                  <a:lnTo>
                    <a:pt x="2395" y="2587"/>
                  </a:lnTo>
                  <a:lnTo>
                    <a:pt x="2240" y="2433"/>
                  </a:lnTo>
                  <a:lnTo>
                    <a:pt x="2047" y="2278"/>
                  </a:lnTo>
                  <a:lnTo>
                    <a:pt x="1661" y="2085"/>
                  </a:lnTo>
                  <a:lnTo>
                    <a:pt x="1275" y="1931"/>
                  </a:lnTo>
                  <a:lnTo>
                    <a:pt x="1043" y="1815"/>
                  </a:lnTo>
                  <a:lnTo>
                    <a:pt x="850" y="1699"/>
                  </a:lnTo>
                  <a:lnTo>
                    <a:pt x="657" y="1545"/>
                  </a:lnTo>
                  <a:lnTo>
                    <a:pt x="503" y="1390"/>
                  </a:lnTo>
                  <a:lnTo>
                    <a:pt x="425" y="1197"/>
                  </a:lnTo>
                  <a:lnTo>
                    <a:pt x="425" y="1081"/>
                  </a:lnTo>
                  <a:lnTo>
                    <a:pt x="425" y="966"/>
                  </a:lnTo>
                  <a:lnTo>
                    <a:pt x="503" y="811"/>
                  </a:lnTo>
                  <a:lnTo>
                    <a:pt x="541" y="695"/>
                  </a:lnTo>
                  <a:lnTo>
                    <a:pt x="618" y="618"/>
                  </a:lnTo>
                  <a:lnTo>
                    <a:pt x="734" y="541"/>
                  </a:lnTo>
                  <a:lnTo>
                    <a:pt x="850" y="464"/>
                  </a:lnTo>
                  <a:close/>
                  <a:moveTo>
                    <a:pt x="1043" y="0"/>
                  </a:moveTo>
                  <a:lnTo>
                    <a:pt x="812" y="77"/>
                  </a:lnTo>
                  <a:lnTo>
                    <a:pt x="580" y="155"/>
                  </a:lnTo>
                  <a:lnTo>
                    <a:pt x="387" y="309"/>
                  </a:lnTo>
                  <a:lnTo>
                    <a:pt x="232" y="464"/>
                  </a:lnTo>
                  <a:lnTo>
                    <a:pt x="116" y="618"/>
                  </a:lnTo>
                  <a:lnTo>
                    <a:pt x="39" y="811"/>
                  </a:lnTo>
                  <a:lnTo>
                    <a:pt x="1" y="1043"/>
                  </a:lnTo>
                  <a:lnTo>
                    <a:pt x="39" y="1236"/>
                  </a:lnTo>
                  <a:lnTo>
                    <a:pt x="78" y="1468"/>
                  </a:lnTo>
                  <a:lnTo>
                    <a:pt x="194" y="1661"/>
                  </a:lnTo>
                  <a:lnTo>
                    <a:pt x="387" y="1892"/>
                  </a:lnTo>
                  <a:lnTo>
                    <a:pt x="657" y="2085"/>
                  </a:lnTo>
                  <a:lnTo>
                    <a:pt x="927" y="2201"/>
                  </a:lnTo>
                  <a:lnTo>
                    <a:pt x="1236" y="2317"/>
                  </a:lnTo>
                  <a:lnTo>
                    <a:pt x="1507" y="2433"/>
                  </a:lnTo>
                  <a:lnTo>
                    <a:pt x="1777" y="2587"/>
                  </a:lnTo>
                  <a:lnTo>
                    <a:pt x="2009" y="2780"/>
                  </a:lnTo>
                  <a:lnTo>
                    <a:pt x="2240" y="3012"/>
                  </a:lnTo>
                  <a:lnTo>
                    <a:pt x="2317" y="3051"/>
                  </a:lnTo>
                  <a:lnTo>
                    <a:pt x="2395" y="3089"/>
                  </a:lnTo>
                  <a:lnTo>
                    <a:pt x="2472" y="3051"/>
                  </a:lnTo>
                  <a:lnTo>
                    <a:pt x="2549" y="3012"/>
                  </a:lnTo>
                  <a:lnTo>
                    <a:pt x="2588" y="3012"/>
                  </a:lnTo>
                  <a:lnTo>
                    <a:pt x="2626" y="2935"/>
                  </a:lnTo>
                  <a:lnTo>
                    <a:pt x="2704" y="2356"/>
                  </a:lnTo>
                  <a:lnTo>
                    <a:pt x="2742" y="2047"/>
                  </a:lnTo>
                  <a:lnTo>
                    <a:pt x="2704" y="1738"/>
                  </a:lnTo>
                  <a:lnTo>
                    <a:pt x="2665" y="1429"/>
                  </a:lnTo>
                  <a:lnTo>
                    <a:pt x="2588" y="1159"/>
                  </a:lnTo>
                  <a:lnTo>
                    <a:pt x="2472" y="888"/>
                  </a:lnTo>
                  <a:lnTo>
                    <a:pt x="2317" y="618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38" y="155"/>
                  </a:lnTo>
                  <a:lnTo>
                    <a:pt x="1507" y="77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408025" y="27595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7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79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1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1650450" y="2767225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1" y="5367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8"/>
                  </a:lnTo>
                  <a:lnTo>
                    <a:pt x="3978" y="888"/>
                  </a:lnTo>
                  <a:lnTo>
                    <a:pt x="4634" y="656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2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3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30" y="7375"/>
                  </a:lnTo>
                  <a:lnTo>
                    <a:pt x="13439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5"/>
                  </a:lnTo>
                  <a:lnTo>
                    <a:pt x="16721" y="9885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3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1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79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7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4802400" y="27817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0"/>
                  </a:moveTo>
                  <a:lnTo>
                    <a:pt x="12434" y="39"/>
                  </a:lnTo>
                  <a:lnTo>
                    <a:pt x="12357" y="77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8"/>
                  </a:lnTo>
                  <a:lnTo>
                    <a:pt x="12164" y="1043"/>
                  </a:lnTo>
                  <a:lnTo>
                    <a:pt x="12009" y="1197"/>
                  </a:lnTo>
                  <a:lnTo>
                    <a:pt x="11855" y="1313"/>
                  </a:lnTo>
                  <a:lnTo>
                    <a:pt x="11430" y="1545"/>
                  </a:lnTo>
                  <a:lnTo>
                    <a:pt x="11005" y="1699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4" y="2085"/>
                  </a:lnTo>
                  <a:lnTo>
                    <a:pt x="9345" y="2008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0"/>
                  </a:lnTo>
                  <a:lnTo>
                    <a:pt x="8611" y="1699"/>
                  </a:lnTo>
                  <a:lnTo>
                    <a:pt x="8804" y="2008"/>
                  </a:lnTo>
                  <a:lnTo>
                    <a:pt x="8997" y="2279"/>
                  </a:lnTo>
                  <a:lnTo>
                    <a:pt x="7839" y="2587"/>
                  </a:lnTo>
                  <a:lnTo>
                    <a:pt x="6719" y="2819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9" y="3282"/>
                  </a:lnTo>
                  <a:lnTo>
                    <a:pt x="3746" y="2935"/>
                  </a:lnTo>
                  <a:lnTo>
                    <a:pt x="3784" y="2587"/>
                  </a:lnTo>
                  <a:lnTo>
                    <a:pt x="3707" y="2240"/>
                  </a:lnTo>
                  <a:lnTo>
                    <a:pt x="3630" y="1892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7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8"/>
                  </a:lnTo>
                  <a:lnTo>
                    <a:pt x="1815" y="3437"/>
                  </a:lnTo>
                  <a:lnTo>
                    <a:pt x="1352" y="3398"/>
                  </a:lnTo>
                  <a:lnTo>
                    <a:pt x="965" y="3360"/>
                  </a:lnTo>
                  <a:lnTo>
                    <a:pt x="772" y="3282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3"/>
                  </a:lnTo>
                  <a:lnTo>
                    <a:pt x="309" y="2665"/>
                  </a:lnTo>
                  <a:lnTo>
                    <a:pt x="232" y="2587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3"/>
                  </a:lnTo>
                  <a:lnTo>
                    <a:pt x="0" y="2858"/>
                  </a:lnTo>
                  <a:lnTo>
                    <a:pt x="0" y="3012"/>
                  </a:lnTo>
                  <a:lnTo>
                    <a:pt x="0" y="3167"/>
                  </a:lnTo>
                  <a:lnTo>
                    <a:pt x="39" y="3282"/>
                  </a:lnTo>
                  <a:lnTo>
                    <a:pt x="116" y="3398"/>
                  </a:lnTo>
                  <a:lnTo>
                    <a:pt x="193" y="3514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0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0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2"/>
                  </a:lnTo>
                  <a:lnTo>
                    <a:pt x="12048" y="1699"/>
                  </a:lnTo>
                  <a:lnTo>
                    <a:pt x="12357" y="1506"/>
                  </a:lnTo>
                  <a:lnTo>
                    <a:pt x="12627" y="1236"/>
                  </a:lnTo>
                  <a:lnTo>
                    <a:pt x="12704" y="1081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79"/>
                  </a:lnTo>
                  <a:lnTo>
                    <a:pt x="12820" y="386"/>
                  </a:lnTo>
                  <a:lnTo>
                    <a:pt x="12743" y="155"/>
                  </a:lnTo>
                  <a:lnTo>
                    <a:pt x="12704" y="77"/>
                  </a:lnTo>
                  <a:lnTo>
                    <a:pt x="12627" y="39"/>
                  </a:lnTo>
                  <a:lnTo>
                    <a:pt x="125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2362900" y="2786525"/>
              <a:ext cx="114900" cy="130350"/>
            </a:xfrm>
            <a:custGeom>
              <a:avLst/>
              <a:gdLst/>
              <a:ahLst/>
              <a:cxnLst/>
              <a:rect l="l" t="t" r="r" b="b"/>
              <a:pathLst>
                <a:path w="4596" h="5214" extrusionOk="0">
                  <a:moveTo>
                    <a:pt x="232" y="0"/>
                  </a:moveTo>
                  <a:lnTo>
                    <a:pt x="0" y="193"/>
                  </a:lnTo>
                  <a:lnTo>
                    <a:pt x="502" y="888"/>
                  </a:lnTo>
                  <a:lnTo>
                    <a:pt x="1004" y="1622"/>
                  </a:lnTo>
                  <a:lnTo>
                    <a:pt x="1545" y="2279"/>
                  </a:lnTo>
                  <a:lnTo>
                    <a:pt x="2124" y="2974"/>
                  </a:lnTo>
                  <a:lnTo>
                    <a:pt x="3283" y="4248"/>
                  </a:lnTo>
                  <a:lnTo>
                    <a:pt x="3746" y="4789"/>
                  </a:lnTo>
                  <a:lnTo>
                    <a:pt x="3630" y="4789"/>
                  </a:lnTo>
                  <a:lnTo>
                    <a:pt x="3592" y="4866"/>
                  </a:lnTo>
                  <a:lnTo>
                    <a:pt x="3592" y="4982"/>
                  </a:lnTo>
                  <a:lnTo>
                    <a:pt x="3823" y="4904"/>
                  </a:lnTo>
                  <a:lnTo>
                    <a:pt x="4055" y="5059"/>
                  </a:lnTo>
                  <a:lnTo>
                    <a:pt x="4287" y="5213"/>
                  </a:lnTo>
                  <a:lnTo>
                    <a:pt x="4441" y="5213"/>
                  </a:lnTo>
                  <a:lnTo>
                    <a:pt x="4518" y="5175"/>
                  </a:lnTo>
                  <a:lnTo>
                    <a:pt x="4557" y="5097"/>
                  </a:lnTo>
                  <a:lnTo>
                    <a:pt x="4557" y="5059"/>
                  </a:lnTo>
                  <a:lnTo>
                    <a:pt x="4595" y="4982"/>
                  </a:lnTo>
                  <a:lnTo>
                    <a:pt x="4402" y="4750"/>
                  </a:lnTo>
                  <a:lnTo>
                    <a:pt x="4325" y="4750"/>
                  </a:lnTo>
                  <a:lnTo>
                    <a:pt x="4016" y="4480"/>
                  </a:lnTo>
                  <a:lnTo>
                    <a:pt x="3746" y="4171"/>
                  </a:lnTo>
                  <a:lnTo>
                    <a:pt x="3244" y="3553"/>
                  </a:lnTo>
                  <a:lnTo>
                    <a:pt x="2201" y="2394"/>
                  </a:lnTo>
                  <a:lnTo>
                    <a:pt x="1197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2090650" y="2821275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8" y="0"/>
                  </a:moveTo>
                  <a:lnTo>
                    <a:pt x="1893" y="78"/>
                  </a:lnTo>
                  <a:lnTo>
                    <a:pt x="1739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4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40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4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2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2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4" y="1622"/>
                  </a:lnTo>
                  <a:lnTo>
                    <a:pt x="1237" y="1313"/>
                  </a:lnTo>
                  <a:lnTo>
                    <a:pt x="1468" y="1004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2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3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2" y="2703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2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5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5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9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5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3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6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3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2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3" y="5793"/>
                  </a:lnTo>
                  <a:lnTo>
                    <a:pt x="4828" y="5638"/>
                  </a:lnTo>
                  <a:lnTo>
                    <a:pt x="4249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5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2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3488525" y="28212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120" y="387"/>
                  </a:moveTo>
                  <a:lnTo>
                    <a:pt x="1313" y="425"/>
                  </a:lnTo>
                  <a:lnTo>
                    <a:pt x="1506" y="464"/>
                  </a:lnTo>
                  <a:lnTo>
                    <a:pt x="1661" y="580"/>
                  </a:lnTo>
                  <a:lnTo>
                    <a:pt x="1738" y="734"/>
                  </a:lnTo>
                  <a:lnTo>
                    <a:pt x="1777" y="889"/>
                  </a:lnTo>
                  <a:lnTo>
                    <a:pt x="1738" y="966"/>
                  </a:lnTo>
                  <a:lnTo>
                    <a:pt x="1699" y="1004"/>
                  </a:lnTo>
                  <a:lnTo>
                    <a:pt x="1661" y="1082"/>
                  </a:lnTo>
                  <a:lnTo>
                    <a:pt x="1545" y="1120"/>
                  </a:lnTo>
                  <a:lnTo>
                    <a:pt x="1236" y="1159"/>
                  </a:lnTo>
                  <a:lnTo>
                    <a:pt x="927" y="1159"/>
                  </a:lnTo>
                  <a:lnTo>
                    <a:pt x="579" y="1198"/>
                  </a:lnTo>
                  <a:lnTo>
                    <a:pt x="464" y="1236"/>
                  </a:lnTo>
                  <a:lnTo>
                    <a:pt x="309" y="1313"/>
                  </a:lnTo>
                  <a:lnTo>
                    <a:pt x="309" y="1159"/>
                  </a:lnTo>
                  <a:lnTo>
                    <a:pt x="348" y="1004"/>
                  </a:lnTo>
                  <a:lnTo>
                    <a:pt x="386" y="850"/>
                  </a:lnTo>
                  <a:lnTo>
                    <a:pt x="464" y="734"/>
                  </a:lnTo>
                  <a:lnTo>
                    <a:pt x="541" y="618"/>
                  </a:lnTo>
                  <a:lnTo>
                    <a:pt x="657" y="541"/>
                  </a:lnTo>
                  <a:lnTo>
                    <a:pt x="811" y="464"/>
                  </a:lnTo>
                  <a:lnTo>
                    <a:pt x="927" y="425"/>
                  </a:lnTo>
                  <a:lnTo>
                    <a:pt x="1120" y="387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79" y="116"/>
                  </a:lnTo>
                  <a:lnTo>
                    <a:pt x="425" y="232"/>
                  </a:lnTo>
                  <a:lnTo>
                    <a:pt x="271" y="387"/>
                  </a:lnTo>
                  <a:lnTo>
                    <a:pt x="155" y="541"/>
                  </a:lnTo>
                  <a:lnTo>
                    <a:pt x="77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68"/>
                  </a:lnTo>
                  <a:lnTo>
                    <a:pt x="116" y="1661"/>
                  </a:lnTo>
                  <a:lnTo>
                    <a:pt x="155" y="1738"/>
                  </a:lnTo>
                  <a:lnTo>
                    <a:pt x="232" y="1815"/>
                  </a:lnTo>
                  <a:lnTo>
                    <a:pt x="309" y="1815"/>
                  </a:lnTo>
                  <a:lnTo>
                    <a:pt x="425" y="1777"/>
                  </a:lnTo>
                  <a:lnTo>
                    <a:pt x="541" y="1661"/>
                  </a:lnTo>
                  <a:lnTo>
                    <a:pt x="695" y="1584"/>
                  </a:lnTo>
                  <a:lnTo>
                    <a:pt x="850" y="1545"/>
                  </a:lnTo>
                  <a:lnTo>
                    <a:pt x="1043" y="1545"/>
                  </a:lnTo>
                  <a:lnTo>
                    <a:pt x="1390" y="1506"/>
                  </a:lnTo>
                  <a:lnTo>
                    <a:pt x="1583" y="1506"/>
                  </a:lnTo>
                  <a:lnTo>
                    <a:pt x="1738" y="1468"/>
                  </a:lnTo>
                  <a:lnTo>
                    <a:pt x="1931" y="1391"/>
                  </a:lnTo>
                  <a:lnTo>
                    <a:pt x="2047" y="1275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811"/>
                  </a:lnTo>
                  <a:lnTo>
                    <a:pt x="2124" y="657"/>
                  </a:lnTo>
                  <a:lnTo>
                    <a:pt x="2047" y="502"/>
                  </a:lnTo>
                  <a:lnTo>
                    <a:pt x="1970" y="348"/>
                  </a:lnTo>
                  <a:lnTo>
                    <a:pt x="1777" y="194"/>
                  </a:lnTo>
                  <a:lnTo>
                    <a:pt x="1622" y="116"/>
                  </a:lnTo>
                  <a:lnTo>
                    <a:pt x="1429" y="39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3345650" y="2889825"/>
              <a:ext cx="466300" cy="248125"/>
            </a:xfrm>
            <a:custGeom>
              <a:avLst/>
              <a:gdLst/>
              <a:ahLst/>
              <a:cxnLst/>
              <a:rect l="l" t="t" r="r" b="b"/>
              <a:pathLst>
                <a:path w="18652" h="9925" extrusionOk="0">
                  <a:moveTo>
                    <a:pt x="6140" y="0"/>
                  </a:moveTo>
                  <a:lnTo>
                    <a:pt x="5561" y="39"/>
                  </a:lnTo>
                  <a:lnTo>
                    <a:pt x="4982" y="155"/>
                  </a:lnTo>
                  <a:lnTo>
                    <a:pt x="4402" y="309"/>
                  </a:lnTo>
                  <a:lnTo>
                    <a:pt x="3862" y="502"/>
                  </a:lnTo>
                  <a:lnTo>
                    <a:pt x="3283" y="772"/>
                  </a:lnTo>
                  <a:lnTo>
                    <a:pt x="2781" y="1081"/>
                  </a:lnTo>
                  <a:lnTo>
                    <a:pt x="2279" y="1467"/>
                  </a:lnTo>
                  <a:lnTo>
                    <a:pt x="1815" y="1892"/>
                  </a:lnTo>
                  <a:lnTo>
                    <a:pt x="1390" y="2317"/>
                  </a:lnTo>
                  <a:lnTo>
                    <a:pt x="1043" y="2780"/>
                  </a:lnTo>
                  <a:lnTo>
                    <a:pt x="734" y="3244"/>
                  </a:lnTo>
                  <a:lnTo>
                    <a:pt x="464" y="3746"/>
                  </a:lnTo>
                  <a:lnTo>
                    <a:pt x="271" y="4286"/>
                  </a:lnTo>
                  <a:lnTo>
                    <a:pt x="116" y="4827"/>
                  </a:lnTo>
                  <a:lnTo>
                    <a:pt x="0" y="5368"/>
                  </a:lnTo>
                  <a:lnTo>
                    <a:pt x="348" y="5445"/>
                  </a:lnTo>
                  <a:lnTo>
                    <a:pt x="425" y="5020"/>
                  </a:lnTo>
                  <a:lnTo>
                    <a:pt x="541" y="4595"/>
                  </a:lnTo>
                  <a:lnTo>
                    <a:pt x="773" y="4016"/>
                  </a:lnTo>
                  <a:lnTo>
                    <a:pt x="1081" y="3437"/>
                  </a:lnTo>
                  <a:lnTo>
                    <a:pt x="1468" y="2896"/>
                  </a:lnTo>
                  <a:lnTo>
                    <a:pt x="1892" y="2394"/>
                  </a:lnTo>
                  <a:lnTo>
                    <a:pt x="2356" y="1931"/>
                  </a:lnTo>
                  <a:lnTo>
                    <a:pt x="2858" y="1545"/>
                  </a:lnTo>
                  <a:lnTo>
                    <a:pt x="3398" y="1197"/>
                  </a:lnTo>
                  <a:lnTo>
                    <a:pt x="3978" y="888"/>
                  </a:lnTo>
                  <a:lnTo>
                    <a:pt x="4595" y="657"/>
                  </a:lnTo>
                  <a:lnTo>
                    <a:pt x="5252" y="502"/>
                  </a:lnTo>
                  <a:lnTo>
                    <a:pt x="5908" y="425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39" y="618"/>
                  </a:lnTo>
                  <a:lnTo>
                    <a:pt x="8457" y="811"/>
                  </a:lnTo>
                  <a:lnTo>
                    <a:pt x="9075" y="1120"/>
                  </a:lnTo>
                  <a:lnTo>
                    <a:pt x="9422" y="1313"/>
                  </a:lnTo>
                  <a:lnTo>
                    <a:pt x="9731" y="1506"/>
                  </a:lnTo>
                  <a:lnTo>
                    <a:pt x="10002" y="1738"/>
                  </a:lnTo>
                  <a:lnTo>
                    <a:pt x="10272" y="1969"/>
                  </a:lnTo>
                  <a:lnTo>
                    <a:pt x="10774" y="2471"/>
                  </a:lnTo>
                  <a:lnTo>
                    <a:pt x="11199" y="3051"/>
                  </a:lnTo>
                  <a:lnTo>
                    <a:pt x="11546" y="3630"/>
                  </a:lnTo>
                  <a:lnTo>
                    <a:pt x="11855" y="4286"/>
                  </a:lnTo>
                  <a:lnTo>
                    <a:pt x="12164" y="4943"/>
                  </a:lnTo>
                  <a:lnTo>
                    <a:pt x="12396" y="5638"/>
                  </a:lnTo>
                  <a:lnTo>
                    <a:pt x="12627" y="6217"/>
                  </a:lnTo>
                  <a:lnTo>
                    <a:pt x="12859" y="6835"/>
                  </a:lnTo>
                  <a:lnTo>
                    <a:pt x="13129" y="7414"/>
                  </a:lnTo>
                  <a:lnTo>
                    <a:pt x="13438" y="7993"/>
                  </a:lnTo>
                  <a:lnTo>
                    <a:pt x="13786" y="8495"/>
                  </a:lnTo>
                  <a:lnTo>
                    <a:pt x="14211" y="8959"/>
                  </a:lnTo>
                  <a:lnTo>
                    <a:pt x="14442" y="9190"/>
                  </a:lnTo>
                  <a:lnTo>
                    <a:pt x="14713" y="9383"/>
                  </a:lnTo>
                  <a:lnTo>
                    <a:pt x="14983" y="9538"/>
                  </a:lnTo>
                  <a:lnTo>
                    <a:pt x="15253" y="9692"/>
                  </a:lnTo>
                  <a:lnTo>
                    <a:pt x="15717" y="9847"/>
                  </a:lnTo>
                  <a:lnTo>
                    <a:pt x="16219" y="9924"/>
                  </a:lnTo>
                  <a:lnTo>
                    <a:pt x="16682" y="9885"/>
                  </a:lnTo>
                  <a:lnTo>
                    <a:pt x="17145" y="9808"/>
                  </a:lnTo>
                  <a:lnTo>
                    <a:pt x="17609" y="9654"/>
                  </a:lnTo>
                  <a:lnTo>
                    <a:pt x="17802" y="9538"/>
                  </a:lnTo>
                  <a:lnTo>
                    <a:pt x="17995" y="9383"/>
                  </a:lnTo>
                  <a:lnTo>
                    <a:pt x="18188" y="9229"/>
                  </a:lnTo>
                  <a:lnTo>
                    <a:pt x="18342" y="9075"/>
                  </a:lnTo>
                  <a:lnTo>
                    <a:pt x="18497" y="8881"/>
                  </a:lnTo>
                  <a:lnTo>
                    <a:pt x="18613" y="8650"/>
                  </a:lnTo>
                  <a:lnTo>
                    <a:pt x="18651" y="8573"/>
                  </a:lnTo>
                  <a:lnTo>
                    <a:pt x="18613" y="8457"/>
                  </a:lnTo>
                  <a:lnTo>
                    <a:pt x="18651" y="8418"/>
                  </a:lnTo>
                  <a:lnTo>
                    <a:pt x="18613" y="8341"/>
                  </a:lnTo>
                  <a:lnTo>
                    <a:pt x="18304" y="8380"/>
                  </a:lnTo>
                  <a:lnTo>
                    <a:pt x="18265" y="8418"/>
                  </a:lnTo>
                  <a:lnTo>
                    <a:pt x="18033" y="8766"/>
                  </a:lnTo>
                  <a:lnTo>
                    <a:pt x="17802" y="8997"/>
                  </a:lnTo>
                  <a:lnTo>
                    <a:pt x="17493" y="9229"/>
                  </a:lnTo>
                  <a:lnTo>
                    <a:pt x="17184" y="9345"/>
                  </a:lnTo>
                  <a:lnTo>
                    <a:pt x="16798" y="9461"/>
                  </a:lnTo>
                  <a:lnTo>
                    <a:pt x="16064" y="9461"/>
                  </a:lnTo>
                  <a:lnTo>
                    <a:pt x="15717" y="9383"/>
                  </a:lnTo>
                  <a:lnTo>
                    <a:pt x="15330" y="9229"/>
                  </a:lnTo>
                  <a:lnTo>
                    <a:pt x="15021" y="9036"/>
                  </a:lnTo>
                  <a:lnTo>
                    <a:pt x="14674" y="8766"/>
                  </a:lnTo>
                  <a:lnTo>
                    <a:pt x="14404" y="8495"/>
                  </a:lnTo>
                  <a:lnTo>
                    <a:pt x="14133" y="8186"/>
                  </a:lnTo>
                  <a:lnTo>
                    <a:pt x="13902" y="7878"/>
                  </a:lnTo>
                  <a:lnTo>
                    <a:pt x="13709" y="7530"/>
                  </a:lnTo>
                  <a:lnTo>
                    <a:pt x="13515" y="7182"/>
                  </a:lnTo>
                  <a:lnTo>
                    <a:pt x="13207" y="6526"/>
                  </a:lnTo>
                  <a:lnTo>
                    <a:pt x="12936" y="5870"/>
                  </a:lnTo>
                  <a:lnTo>
                    <a:pt x="12434" y="4518"/>
                  </a:lnTo>
                  <a:lnTo>
                    <a:pt x="12164" y="3862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317"/>
                  </a:lnTo>
                  <a:lnTo>
                    <a:pt x="11005" y="2047"/>
                  </a:lnTo>
                  <a:lnTo>
                    <a:pt x="10542" y="1583"/>
                  </a:lnTo>
                  <a:lnTo>
                    <a:pt x="10040" y="1197"/>
                  </a:lnTo>
                  <a:lnTo>
                    <a:pt x="9538" y="888"/>
                  </a:lnTo>
                  <a:lnTo>
                    <a:pt x="9036" y="579"/>
                  </a:lnTo>
                  <a:lnTo>
                    <a:pt x="8457" y="386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6719625" y="2898500"/>
              <a:ext cx="625575" cy="344675"/>
            </a:xfrm>
            <a:custGeom>
              <a:avLst/>
              <a:gdLst/>
              <a:ahLst/>
              <a:cxnLst/>
              <a:rect l="l" t="t" r="r" b="b"/>
              <a:pathLst>
                <a:path w="25023" h="13787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9"/>
                  </a:lnTo>
                  <a:lnTo>
                    <a:pt x="23787" y="2163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6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5"/>
                  </a:lnTo>
                  <a:lnTo>
                    <a:pt x="23169" y="1120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2"/>
                  </a:lnTo>
                  <a:lnTo>
                    <a:pt x="23864" y="3515"/>
                  </a:lnTo>
                  <a:lnTo>
                    <a:pt x="23787" y="3399"/>
                  </a:lnTo>
                  <a:lnTo>
                    <a:pt x="23748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1"/>
                  </a:lnTo>
                  <a:lnTo>
                    <a:pt x="16566" y="5407"/>
                  </a:lnTo>
                  <a:lnTo>
                    <a:pt x="16296" y="5445"/>
                  </a:lnTo>
                  <a:lnTo>
                    <a:pt x="15639" y="5523"/>
                  </a:lnTo>
                  <a:lnTo>
                    <a:pt x="15639" y="5484"/>
                  </a:lnTo>
                  <a:lnTo>
                    <a:pt x="15678" y="5368"/>
                  </a:lnTo>
                  <a:lnTo>
                    <a:pt x="15716" y="5252"/>
                  </a:lnTo>
                  <a:lnTo>
                    <a:pt x="15755" y="5175"/>
                  </a:lnTo>
                  <a:lnTo>
                    <a:pt x="15832" y="5098"/>
                  </a:lnTo>
                  <a:lnTo>
                    <a:pt x="15948" y="5021"/>
                  </a:lnTo>
                  <a:lnTo>
                    <a:pt x="16064" y="4982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8"/>
                  </a:lnTo>
                  <a:lnTo>
                    <a:pt x="24250" y="5523"/>
                  </a:lnTo>
                  <a:lnTo>
                    <a:pt x="24057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1"/>
                  </a:lnTo>
                  <a:lnTo>
                    <a:pt x="18111" y="5214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523"/>
                  </a:lnTo>
                  <a:lnTo>
                    <a:pt x="17029" y="5445"/>
                  </a:lnTo>
                  <a:lnTo>
                    <a:pt x="17068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2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7"/>
                  </a:lnTo>
                  <a:lnTo>
                    <a:pt x="14558" y="5870"/>
                  </a:lnTo>
                  <a:lnTo>
                    <a:pt x="14056" y="6102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600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4"/>
                  </a:moveTo>
                  <a:lnTo>
                    <a:pt x="19115" y="5523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6" y="6179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7"/>
                  </a:lnTo>
                  <a:lnTo>
                    <a:pt x="18844" y="5523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0" y="6102"/>
                  </a:lnTo>
                  <a:lnTo>
                    <a:pt x="20466" y="6140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7"/>
                  </a:lnTo>
                  <a:lnTo>
                    <a:pt x="20814" y="6720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8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1" y="5986"/>
                  </a:lnTo>
                  <a:lnTo>
                    <a:pt x="24019" y="6025"/>
                  </a:lnTo>
                  <a:lnTo>
                    <a:pt x="24096" y="6025"/>
                  </a:lnTo>
                  <a:lnTo>
                    <a:pt x="23941" y="6295"/>
                  </a:lnTo>
                  <a:lnTo>
                    <a:pt x="23748" y="6565"/>
                  </a:lnTo>
                  <a:lnTo>
                    <a:pt x="23517" y="6797"/>
                  </a:lnTo>
                  <a:lnTo>
                    <a:pt x="23246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7"/>
                  </a:lnTo>
                  <a:lnTo>
                    <a:pt x="23015" y="6295"/>
                  </a:lnTo>
                  <a:lnTo>
                    <a:pt x="23053" y="6179"/>
                  </a:lnTo>
                  <a:lnTo>
                    <a:pt x="23131" y="6102"/>
                  </a:lnTo>
                  <a:lnTo>
                    <a:pt x="23208" y="6025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8" y="6333"/>
                  </a:lnTo>
                  <a:lnTo>
                    <a:pt x="13168" y="6720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7"/>
                  </a:lnTo>
                  <a:lnTo>
                    <a:pt x="12627" y="6681"/>
                  </a:lnTo>
                  <a:lnTo>
                    <a:pt x="12666" y="6527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218"/>
                  </a:lnTo>
                  <a:lnTo>
                    <a:pt x="13013" y="6140"/>
                  </a:lnTo>
                  <a:lnTo>
                    <a:pt x="13129" y="6102"/>
                  </a:lnTo>
                  <a:close/>
                  <a:moveTo>
                    <a:pt x="22165" y="6565"/>
                  </a:moveTo>
                  <a:lnTo>
                    <a:pt x="22281" y="6604"/>
                  </a:lnTo>
                  <a:lnTo>
                    <a:pt x="22474" y="6720"/>
                  </a:lnTo>
                  <a:lnTo>
                    <a:pt x="22629" y="6874"/>
                  </a:lnTo>
                  <a:lnTo>
                    <a:pt x="22783" y="7029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6"/>
                  </a:lnTo>
                  <a:lnTo>
                    <a:pt x="22937" y="7144"/>
                  </a:lnTo>
                  <a:lnTo>
                    <a:pt x="22551" y="7222"/>
                  </a:lnTo>
                  <a:lnTo>
                    <a:pt x="22165" y="7260"/>
                  </a:lnTo>
                  <a:lnTo>
                    <a:pt x="21779" y="7222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49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5" y="7994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4"/>
                  </a:lnTo>
                  <a:lnTo>
                    <a:pt x="11816" y="7608"/>
                  </a:lnTo>
                  <a:lnTo>
                    <a:pt x="11894" y="7531"/>
                  </a:lnTo>
                  <a:lnTo>
                    <a:pt x="12009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3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2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3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5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4" y="9770"/>
                  </a:moveTo>
                  <a:lnTo>
                    <a:pt x="3900" y="9809"/>
                  </a:lnTo>
                  <a:lnTo>
                    <a:pt x="4016" y="9886"/>
                  </a:lnTo>
                  <a:lnTo>
                    <a:pt x="4093" y="10002"/>
                  </a:lnTo>
                  <a:lnTo>
                    <a:pt x="4132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5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6"/>
                  </a:lnTo>
                  <a:lnTo>
                    <a:pt x="5097" y="10774"/>
                  </a:lnTo>
                  <a:lnTo>
                    <a:pt x="5136" y="10890"/>
                  </a:lnTo>
                  <a:lnTo>
                    <a:pt x="5175" y="11044"/>
                  </a:lnTo>
                  <a:lnTo>
                    <a:pt x="5136" y="11238"/>
                  </a:lnTo>
                  <a:lnTo>
                    <a:pt x="5097" y="11431"/>
                  </a:lnTo>
                  <a:lnTo>
                    <a:pt x="4402" y="10929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5" y="11740"/>
                  </a:lnTo>
                  <a:lnTo>
                    <a:pt x="10658" y="11701"/>
                  </a:lnTo>
                  <a:lnTo>
                    <a:pt x="10503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5" y="10697"/>
                  </a:lnTo>
                  <a:lnTo>
                    <a:pt x="10928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10"/>
                  </a:lnTo>
                  <a:lnTo>
                    <a:pt x="6410" y="12242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8" y="11508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1" y="12744"/>
                  </a:lnTo>
                  <a:lnTo>
                    <a:pt x="9770" y="12937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2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39" y="13207"/>
                  </a:lnTo>
                  <a:lnTo>
                    <a:pt x="7337" y="13014"/>
                  </a:lnTo>
                  <a:lnTo>
                    <a:pt x="6835" y="12744"/>
                  </a:lnTo>
                  <a:lnTo>
                    <a:pt x="6990" y="12628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3" y="12628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7"/>
                  </a:lnTo>
                  <a:lnTo>
                    <a:pt x="9229" y="13130"/>
                  </a:lnTo>
                  <a:lnTo>
                    <a:pt x="9268" y="13207"/>
                  </a:lnTo>
                  <a:lnTo>
                    <a:pt x="9036" y="13284"/>
                  </a:lnTo>
                  <a:lnTo>
                    <a:pt x="8804" y="13323"/>
                  </a:lnTo>
                  <a:lnTo>
                    <a:pt x="8573" y="13323"/>
                  </a:lnTo>
                  <a:lnTo>
                    <a:pt x="8302" y="13284"/>
                  </a:lnTo>
                  <a:lnTo>
                    <a:pt x="8302" y="13207"/>
                  </a:lnTo>
                  <a:lnTo>
                    <a:pt x="8341" y="13014"/>
                  </a:lnTo>
                  <a:lnTo>
                    <a:pt x="8418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8"/>
                  </a:lnTo>
                  <a:close/>
                  <a:moveTo>
                    <a:pt x="22976" y="1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10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3" y="966"/>
                  </a:lnTo>
                  <a:lnTo>
                    <a:pt x="22706" y="1120"/>
                  </a:lnTo>
                  <a:lnTo>
                    <a:pt x="22629" y="1314"/>
                  </a:lnTo>
                  <a:lnTo>
                    <a:pt x="22590" y="1507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0" y="2279"/>
                  </a:lnTo>
                  <a:lnTo>
                    <a:pt x="23053" y="2395"/>
                  </a:lnTo>
                  <a:lnTo>
                    <a:pt x="23246" y="2511"/>
                  </a:lnTo>
                  <a:lnTo>
                    <a:pt x="23478" y="2511"/>
                  </a:lnTo>
                  <a:lnTo>
                    <a:pt x="23401" y="2704"/>
                  </a:lnTo>
                  <a:lnTo>
                    <a:pt x="23362" y="2897"/>
                  </a:lnTo>
                  <a:lnTo>
                    <a:pt x="23324" y="3090"/>
                  </a:lnTo>
                  <a:lnTo>
                    <a:pt x="23362" y="3283"/>
                  </a:lnTo>
                  <a:lnTo>
                    <a:pt x="23439" y="3515"/>
                  </a:lnTo>
                  <a:lnTo>
                    <a:pt x="23555" y="3708"/>
                  </a:lnTo>
                  <a:lnTo>
                    <a:pt x="23748" y="3901"/>
                  </a:lnTo>
                  <a:lnTo>
                    <a:pt x="23980" y="4017"/>
                  </a:lnTo>
                  <a:lnTo>
                    <a:pt x="23748" y="4210"/>
                  </a:lnTo>
                  <a:lnTo>
                    <a:pt x="23555" y="4480"/>
                  </a:lnTo>
                  <a:lnTo>
                    <a:pt x="23478" y="4750"/>
                  </a:lnTo>
                  <a:lnTo>
                    <a:pt x="23439" y="4905"/>
                  </a:lnTo>
                  <a:lnTo>
                    <a:pt x="23439" y="5021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3"/>
                  </a:lnTo>
                  <a:lnTo>
                    <a:pt x="23169" y="5561"/>
                  </a:lnTo>
                  <a:lnTo>
                    <a:pt x="22976" y="5716"/>
                  </a:lnTo>
                  <a:lnTo>
                    <a:pt x="22783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4" y="6295"/>
                  </a:lnTo>
                  <a:lnTo>
                    <a:pt x="22320" y="6256"/>
                  </a:lnTo>
                  <a:lnTo>
                    <a:pt x="22165" y="6218"/>
                  </a:lnTo>
                  <a:lnTo>
                    <a:pt x="21972" y="6218"/>
                  </a:lnTo>
                  <a:lnTo>
                    <a:pt x="21740" y="6295"/>
                  </a:lnTo>
                  <a:lnTo>
                    <a:pt x="21509" y="6411"/>
                  </a:lnTo>
                  <a:lnTo>
                    <a:pt x="21354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5"/>
                  </a:lnTo>
                  <a:lnTo>
                    <a:pt x="20736" y="5909"/>
                  </a:lnTo>
                  <a:lnTo>
                    <a:pt x="20582" y="5831"/>
                  </a:lnTo>
                  <a:lnTo>
                    <a:pt x="20427" y="5754"/>
                  </a:lnTo>
                  <a:lnTo>
                    <a:pt x="20234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6"/>
                  </a:lnTo>
                  <a:lnTo>
                    <a:pt x="19617" y="5484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1"/>
                  </a:lnTo>
                  <a:lnTo>
                    <a:pt x="18497" y="5407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6"/>
                  </a:lnTo>
                  <a:lnTo>
                    <a:pt x="17802" y="4557"/>
                  </a:lnTo>
                  <a:lnTo>
                    <a:pt x="17647" y="4519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8"/>
                  </a:lnTo>
                  <a:lnTo>
                    <a:pt x="16759" y="4943"/>
                  </a:lnTo>
                  <a:lnTo>
                    <a:pt x="16605" y="4789"/>
                  </a:lnTo>
                  <a:lnTo>
                    <a:pt x="16450" y="4712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82"/>
                  </a:lnTo>
                  <a:lnTo>
                    <a:pt x="14288" y="5021"/>
                  </a:lnTo>
                  <a:lnTo>
                    <a:pt x="14133" y="5098"/>
                  </a:lnTo>
                  <a:lnTo>
                    <a:pt x="14056" y="5175"/>
                  </a:lnTo>
                  <a:lnTo>
                    <a:pt x="13940" y="5291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6"/>
                  </a:lnTo>
                  <a:lnTo>
                    <a:pt x="13168" y="5716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8"/>
                  </a:lnTo>
                  <a:lnTo>
                    <a:pt x="12357" y="6372"/>
                  </a:lnTo>
                  <a:lnTo>
                    <a:pt x="12357" y="6527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7029"/>
                  </a:lnTo>
                  <a:lnTo>
                    <a:pt x="11894" y="7106"/>
                  </a:lnTo>
                  <a:lnTo>
                    <a:pt x="11662" y="7222"/>
                  </a:lnTo>
                  <a:lnTo>
                    <a:pt x="11507" y="7415"/>
                  </a:lnTo>
                  <a:lnTo>
                    <a:pt x="11392" y="7531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276" y="7994"/>
                  </a:lnTo>
                  <a:lnTo>
                    <a:pt x="11314" y="8148"/>
                  </a:lnTo>
                  <a:lnTo>
                    <a:pt x="11353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30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4"/>
                  </a:lnTo>
                  <a:lnTo>
                    <a:pt x="10619" y="10311"/>
                  </a:lnTo>
                  <a:lnTo>
                    <a:pt x="10426" y="10427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6"/>
                  </a:lnTo>
                  <a:lnTo>
                    <a:pt x="10040" y="11238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4" y="11740"/>
                  </a:lnTo>
                  <a:lnTo>
                    <a:pt x="9693" y="11855"/>
                  </a:lnTo>
                  <a:lnTo>
                    <a:pt x="9499" y="12010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9"/>
                  </a:lnTo>
                  <a:lnTo>
                    <a:pt x="9306" y="12473"/>
                  </a:lnTo>
                  <a:lnTo>
                    <a:pt x="9191" y="12396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5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3" y="12435"/>
                  </a:lnTo>
                  <a:lnTo>
                    <a:pt x="7878" y="12319"/>
                  </a:lnTo>
                  <a:lnTo>
                    <a:pt x="7723" y="12242"/>
                  </a:lnTo>
                  <a:lnTo>
                    <a:pt x="7492" y="12164"/>
                  </a:lnTo>
                  <a:lnTo>
                    <a:pt x="7221" y="12203"/>
                  </a:lnTo>
                  <a:lnTo>
                    <a:pt x="6990" y="12280"/>
                  </a:lnTo>
                  <a:lnTo>
                    <a:pt x="6796" y="12435"/>
                  </a:lnTo>
                  <a:lnTo>
                    <a:pt x="6796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431"/>
                  </a:lnTo>
                  <a:lnTo>
                    <a:pt x="6372" y="11315"/>
                  </a:lnTo>
                  <a:lnTo>
                    <a:pt x="6217" y="11199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8"/>
                  </a:lnTo>
                  <a:lnTo>
                    <a:pt x="5522" y="10967"/>
                  </a:lnTo>
                  <a:lnTo>
                    <a:pt x="5445" y="10736"/>
                  </a:lnTo>
                  <a:lnTo>
                    <a:pt x="5329" y="10504"/>
                  </a:lnTo>
                  <a:lnTo>
                    <a:pt x="5213" y="10427"/>
                  </a:lnTo>
                  <a:lnTo>
                    <a:pt x="5097" y="10388"/>
                  </a:lnTo>
                  <a:lnTo>
                    <a:pt x="4943" y="10311"/>
                  </a:lnTo>
                  <a:lnTo>
                    <a:pt x="4827" y="10311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500"/>
                  </a:lnTo>
                  <a:lnTo>
                    <a:pt x="3900" y="9461"/>
                  </a:lnTo>
                  <a:lnTo>
                    <a:pt x="3746" y="9423"/>
                  </a:lnTo>
                  <a:lnTo>
                    <a:pt x="3591" y="9423"/>
                  </a:lnTo>
                  <a:lnTo>
                    <a:pt x="3398" y="9461"/>
                  </a:lnTo>
                  <a:lnTo>
                    <a:pt x="3282" y="9538"/>
                  </a:lnTo>
                  <a:lnTo>
                    <a:pt x="3128" y="9616"/>
                  </a:lnTo>
                  <a:lnTo>
                    <a:pt x="3012" y="9770"/>
                  </a:lnTo>
                  <a:lnTo>
                    <a:pt x="2974" y="9616"/>
                  </a:lnTo>
                  <a:lnTo>
                    <a:pt x="2896" y="9461"/>
                  </a:lnTo>
                  <a:lnTo>
                    <a:pt x="2780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2"/>
                  </a:lnTo>
                  <a:lnTo>
                    <a:pt x="1352" y="9925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1"/>
                  </a:lnTo>
                  <a:lnTo>
                    <a:pt x="386" y="10427"/>
                  </a:lnTo>
                  <a:lnTo>
                    <a:pt x="271" y="10581"/>
                  </a:lnTo>
                  <a:lnTo>
                    <a:pt x="116" y="10890"/>
                  </a:lnTo>
                  <a:lnTo>
                    <a:pt x="0" y="11238"/>
                  </a:lnTo>
                  <a:lnTo>
                    <a:pt x="0" y="11585"/>
                  </a:lnTo>
                  <a:lnTo>
                    <a:pt x="77" y="11933"/>
                  </a:lnTo>
                  <a:lnTo>
                    <a:pt x="193" y="12242"/>
                  </a:lnTo>
                  <a:lnTo>
                    <a:pt x="386" y="12550"/>
                  </a:lnTo>
                  <a:lnTo>
                    <a:pt x="618" y="12821"/>
                  </a:lnTo>
                  <a:lnTo>
                    <a:pt x="811" y="12937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30"/>
                  </a:lnTo>
                  <a:lnTo>
                    <a:pt x="1738" y="13168"/>
                  </a:lnTo>
                  <a:lnTo>
                    <a:pt x="2085" y="13130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2"/>
                  </a:lnTo>
                  <a:lnTo>
                    <a:pt x="3591" y="12010"/>
                  </a:lnTo>
                  <a:lnTo>
                    <a:pt x="3553" y="11933"/>
                  </a:lnTo>
                  <a:lnTo>
                    <a:pt x="3514" y="11817"/>
                  </a:lnTo>
                  <a:lnTo>
                    <a:pt x="3437" y="11778"/>
                  </a:lnTo>
                  <a:lnTo>
                    <a:pt x="3321" y="11740"/>
                  </a:lnTo>
                  <a:lnTo>
                    <a:pt x="3282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2"/>
                  </a:lnTo>
                  <a:lnTo>
                    <a:pt x="2587" y="12435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94"/>
                  </a:lnTo>
                  <a:lnTo>
                    <a:pt x="502" y="11740"/>
                  </a:lnTo>
                  <a:lnTo>
                    <a:pt x="502" y="11546"/>
                  </a:lnTo>
                  <a:lnTo>
                    <a:pt x="502" y="11392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8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7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9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5" y="13439"/>
                  </a:lnTo>
                  <a:lnTo>
                    <a:pt x="7530" y="13593"/>
                  </a:lnTo>
                  <a:lnTo>
                    <a:pt x="7993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9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6"/>
                  </a:lnTo>
                  <a:lnTo>
                    <a:pt x="11314" y="11740"/>
                  </a:lnTo>
                  <a:lnTo>
                    <a:pt x="11507" y="11238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5" y="9114"/>
                  </a:lnTo>
                  <a:lnTo>
                    <a:pt x="12357" y="8612"/>
                  </a:lnTo>
                  <a:lnTo>
                    <a:pt x="12589" y="8110"/>
                  </a:lnTo>
                  <a:lnTo>
                    <a:pt x="12936" y="7646"/>
                  </a:lnTo>
                  <a:lnTo>
                    <a:pt x="13284" y="7299"/>
                  </a:lnTo>
                  <a:lnTo>
                    <a:pt x="13631" y="6990"/>
                  </a:lnTo>
                  <a:lnTo>
                    <a:pt x="14017" y="6720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2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29" y="7492"/>
                  </a:lnTo>
                  <a:lnTo>
                    <a:pt x="21316" y="7646"/>
                  </a:lnTo>
                  <a:lnTo>
                    <a:pt x="21740" y="7724"/>
                  </a:lnTo>
                  <a:lnTo>
                    <a:pt x="22165" y="7762"/>
                  </a:lnTo>
                  <a:lnTo>
                    <a:pt x="22590" y="7724"/>
                  </a:lnTo>
                  <a:lnTo>
                    <a:pt x="22976" y="7646"/>
                  </a:lnTo>
                  <a:lnTo>
                    <a:pt x="23362" y="7531"/>
                  </a:lnTo>
                  <a:lnTo>
                    <a:pt x="23710" y="7299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5"/>
                  </a:lnTo>
                  <a:lnTo>
                    <a:pt x="24752" y="5909"/>
                  </a:lnTo>
                  <a:lnTo>
                    <a:pt x="24868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10"/>
                  </a:lnTo>
                  <a:lnTo>
                    <a:pt x="24945" y="3746"/>
                  </a:lnTo>
                  <a:lnTo>
                    <a:pt x="24868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3" y="1970"/>
                  </a:lnTo>
                  <a:lnTo>
                    <a:pt x="24250" y="1584"/>
                  </a:lnTo>
                  <a:lnTo>
                    <a:pt x="24057" y="1198"/>
                  </a:lnTo>
                  <a:lnTo>
                    <a:pt x="23787" y="812"/>
                  </a:lnTo>
                  <a:lnTo>
                    <a:pt x="23941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8"/>
                  </a:lnTo>
                  <a:lnTo>
                    <a:pt x="230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1648525" y="2901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5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8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5" y="7299"/>
                  </a:lnTo>
                  <a:lnTo>
                    <a:pt x="14713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4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4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5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7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7229325" y="290815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6"/>
                  </a:lnTo>
                  <a:lnTo>
                    <a:pt x="3785" y="619"/>
                  </a:lnTo>
                  <a:lnTo>
                    <a:pt x="4094" y="889"/>
                  </a:lnTo>
                  <a:lnTo>
                    <a:pt x="4364" y="1121"/>
                  </a:lnTo>
                  <a:lnTo>
                    <a:pt x="4635" y="1430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4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23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3" y="5214"/>
                  </a:lnTo>
                  <a:lnTo>
                    <a:pt x="5446" y="5600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7"/>
                  </a:lnTo>
                  <a:lnTo>
                    <a:pt x="4210" y="8033"/>
                  </a:lnTo>
                  <a:lnTo>
                    <a:pt x="3940" y="8380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9" y="10041"/>
                  </a:lnTo>
                  <a:lnTo>
                    <a:pt x="1314" y="10234"/>
                  </a:lnTo>
                  <a:lnTo>
                    <a:pt x="889" y="10388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5"/>
                  </a:lnTo>
                  <a:lnTo>
                    <a:pt x="4828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1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4" y="2434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4"/>
                  </a:lnTo>
                  <a:lnTo>
                    <a:pt x="4905" y="1005"/>
                  </a:lnTo>
                  <a:lnTo>
                    <a:pt x="4596" y="696"/>
                  </a:lnTo>
                  <a:lnTo>
                    <a:pt x="4287" y="426"/>
                  </a:lnTo>
                  <a:lnTo>
                    <a:pt x="3940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1734450" y="2911050"/>
              <a:ext cx="35725" cy="29000"/>
            </a:xfrm>
            <a:custGeom>
              <a:avLst/>
              <a:gdLst/>
              <a:ahLst/>
              <a:cxnLst/>
              <a:rect l="l" t="t" r="r" b="b"/>
              <a:pathLst>
                <a:path w="1429" h="1160" extrusionOk="0">
                  <a:moveTo>
                    <a:pt x="502" y="1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7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2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5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3"/>
                  </a:lnTo>
                  <a:lnTo>
                    <a:pt x="425" y="580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772" y="387"/>
                  </a:lnTo>
                  <a:lnTo>
                    <a:pt x="850" y="425"/>
                  </a:lnTo>
                  <a:lnTo>
                    <a:pt x="965" y="580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5" y="927"/>
                  </a:lnTo>
                  <a:lnTo>
                    <a:pt x="965" y="1005"/>
                  </a:lnTo>
                  <a:lnTo>
                    <a:pt x="965" y="1082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4" y="1120"/>
                  </a:lnTo>
                  <a:lnTo>
                    <a:pt x="1313" y="1082"/>
                  </a:lnTo>
                  <a:lnTo>
                    <a:pt x="1390" y="889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4"/>
                  </a:lnTo>
                  <a:lnTo>
                    <a:pt x="1043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6320925" y="2913950"/>
              <a:ext cx="315700" cy="477875"/>
            </a:xfrm>
            <a:custGeom>
              <a:avLst/>
              <a:gdLst/>
              <a:ahLst/>
              <a:cxnLst/>
              <a:rect l="l" t="t" r="r" b="b"/>
              <a:pathLst>
                <a:path w="12628" h="19115" extrusionOk="0">
                  <a:moveTo>
                    <a:pt x="1004" y="618"/>
                  </a:moveTo>
                  <a:lnTo>
                    <a:pt x="1661" y="850"/>
                  </a:lnTo>
                  <a:lnTo>
                    <a:pt x="2317" y="1120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2"/>
                  </a:lnTo>
                  <a:lnTo>
                    <a:pt x="4016" y="2819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7"/>
                  </a:lnTo>
                  <a:lnTo>
                    <a:pt x="9345" y="15137"/>
                  </a:lnTo>
                  <a:lnTo>
                    <a:pt x="8920" y="15369"/>
                  </a:lnTo>
                  <a:lnTo>
                    <a:pt x="7955" y="13516"/>
                  </a:lnTo>
                  <a:lnTo>
                    <a:pt x="6990" y="11662"/>
                  </a:lnTo>
                  <a:lnTo>
                    <a:pt x="5020" y="7955"/>
                  </a:lnTo>
                  <a:lnTo>
                    <a:pt x="3012" y="4287"/>
                  </a:lnTo>
                  <a:lnTo>
                    <a:pt x="1004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19" y="11739"/>
                  </a:lnTo>
                  <a:lnTo>
                    <a:pt x="7762" y="13593"/>
                  </a:lnTo>
                  <a:lnTo>
                    <a:pt x="8804" y="15446"/>
                  </a:lnTo>
                  <a:lnTo>
                    <a:pt x="8650" y="15524"/>
                  </a:lnTo>
                  <a:lnTo>
                    <a:pt x="7414" y="13747"/>
                  </a:lnTo>
                  <a:lnTo>
                    <a:pt x="6179" y="12010"/>
                  </a:lnTo>
                  <a:lnTo>
                    <a:pt x="3591" y="8534"/>
                  </a:lnTo>
                  <a:lnTo>
                    <a:pt x="2317" y="6758"/>
                  </a:lnTo>
                  <a:lnTo>
                    <a:pt x="1004" y="4943"/>
                  </a:lnTo>
                  <a:lnTo>
                    <a:pt x="850" y="4711"/>
                  </a:lnTo>
                  <a:lnTo>
                    <a:pt x="734" y="4480"/>
                  </a:lnTo>
                  <a:lnTo>
                    <a:pt x="618" y="4209"/>
                  </a:lnTo>
                  <a:lnTo>
                    <a:pt x="541" y="3939"/>
                  </a:lnTo>
                  <a:lnTo>
                    <a:pt x="464" y="3399"/>
                  </a:lnTo>
                  <a:lnTo>
                    <a:pt x="425" y="2819"/>
                  </a:lnTo>
                  <a:lnTo>
                    <a:pt x="464" y="2240"/>
                  </a:lnTo>
                  <a:lnTo>
                    <a:pt x="502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2" y="12357"/>
                  </a:lnTo>
                  <a:lnTo>
                    <a:pt x="11816" y="12434"/>
                  </a:lnTo>
                  <a:lnTo>
                    <a:pt x="12164" y="12859"/>
                  </a:lnTo>
                  <a:lnTo>
                    <a:pt x="12241" y="13052"/>
                  </a:lnTo>
                  <a:lnTo>
                    <a:pt x="12280" y="13245"/>
                  </a:lnTo>
                  <a:lnTo>
                    <a:pt x="12241" y="13438"/>
                  </a:lnTo>
                  <a:lnTo>
                    <a:pt x="12203" y="13631"/>
                  </a:lnTo>
                  <a:lnTo>
                    <a:pt x="12048" y="14018"/>
                  </a:lnTo>
                  <a:lnTo>
                    <a:pt x="11855" y="14365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1"/>
                  </a:lnTo>
                  <a:lnTo>
                    <a:pt x="10156" y="15871"/>
                  </a:lnTo>
                  <a:lnTo>
                    <a:pt x="10117" y="15987"/>
                  </a:lnTo>
                  <a:lnTo>
                    <a:pt x="9770" y="16180"/>
                  </a:lnTo>
                  <a:lnTo>
                    <a:pt x="9113" y="16605"/>
                  </a:lnTo>
                  <a:lnTo>
                    <a:pt x="8457" y="16952"/>
                  </a:lnTo>
                  <a:lnTo>
                    <a:pt x="7723" y="17261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4" y="17647"/>
                  </a:lnTo>
                  <a:lnTo>
                    <a:pt x="5754" y="17647"/>
                  </a:lnTo>
                  <a:lnTo>
                    <a:pt x="5561" y="17570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7" y="17184"/>
                  </a:lnTo>
                  <a:lnTo>
                    <a:pt x="4982" y="16875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4"/>
                  </a:lnTo>
                  <a:lnTo>
                    <a:pt x="5175" y="15948"/>
                  </a:lnTo>
                  <a:lnTo>
                    <a:pt x="5291" y="15833"/>
                  </a:lnTo>
                  <a:lnTo>
                    <a:pt x="5406" y="15755"/>
                  </a:lnTo>
                  <a:lnTo>
                    <a:pt x="5522" y="15717"/>
                  </a:lnTo>
                  <a:lnTo>
                    <a:pt x="5638" y="15755"/>
                  </a:lnTo>
                  <a:lnTo>
                    <a:pt x="5793" y="15833"/>
                  </a:lnTo>
                  <a:lnTo>
                    <a:pt x="5947" y="15948"/>
                  </a:lnTo>
                  <a:lnTo>
                    <a:pt x="6063" y="16141"/>
                  </a:lnTo>
                  <a:lnTo>
                    <a:pt x="6256" y="16373"/>
                  </a:lnTo>
                  <a:lnTo>
                    <a:pt x="6101" y="16412"/>
                  </a:lnTo>
                  <a:lnTo>
                    <a:pt x="6024" y="16450"/>
                  </a:lnTo>
                  <a:lnTo>
                    <a:pt x="6024" y="16566"/>
                  </a:lnTo>
                  <a:lnTo>
                    <a:pt x="6063" y="16643"/>
                  </a:lnTo>
                  <a:lnTo>
                    <a:pt x="6140" y="16643"/>
                  </a:lnTo>
                  <a:lnTo>
                    <a:pt x="6912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29" y="15717"/>
                  </a:lnTo>
                  <a:lnTo>
                    <a:pt x="9615" y="15485"/>
                  </a:lnTo>
                  <a:lnTo>
                    <a:pt x="9963" y="15253"/>
                  </a:lnTo>
                  <a:lnTo>
                    <a:pt x="10272" y="15022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1" y="14172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8"/>
                  </a:lnTo>
                  <a:lnTo>
                    <a:pt x="11546" y="13361"/>
                  </a:lnTo>
                  <a:lnTo>
                    <a:pt x="11508" y="13284"/>
                  </a:lnTo>
                  <a:lnTo>
                    <a:pt x="11430" y="13245"/>
                  </a:lnTo>
                  <a:lnTo>
                    <a:pt x="11237" y="13245"/>
                  </a:lnTo>
                  <a:lnTo>
                    <a:pt x="11160" y="13323"/>
                  </a:lnTo>
                  <a:lnTo>
                    <a:pt x="10967" y="13670"/>
                  </a:lnTo>
                  <a:lnTo>
                    <a:pt x="10774" y="13554"/>
                  </a:lnTo>
                  <a:lnTo>
                    <a:pt x="10658" y="13438"/>
                  </a:lnTo>
                  <a:lnTo>
                    <a:pt x="10619" y="13284"/>
                  </a:lnTo>
                  <a:lnTo>
                    <a:pt x="10581" y="13168"/>
                  </a:lnTo>
                  <a:lnTo>
                    <a:pt x="10619" y="13014"/>
                  </a:lnTo>
                  <a:lnTo>
                    <a:pt x="10658" y="12859"/>
                  </a:lnTo>
                  <a:lnTo>
                    <a:pt x="10851" y="12627"/>
                  </a:lnTo>
                  <a:lnTo>
                    <a:pt x="10928" y="12473"/>
                  </a:lnTo>
                  <a:lnTo>
                    <a:pt x="11044" y="12357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0"/>
                  </a:moveTo>
                  <a:lnTo>
                    <a:pt x="348" y="39"/>
                  </a:lnTo>
                  <a:lnTo>
                    <a:pt x="271" y="116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2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5"/>
                  </a:lnTo>
                  <a:lnTo>
                    <a:pt x="232" y="4518"/>
                  </a:lnTo>
                  <a:lnTo>
                    <a:pt x="348" y="4750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5"/>
                  </a:lnTo>
                  <a:lnTo>
                    <a:pt x="5445" y="11817"/>
                  </a:lnTo>
                  <a:lnTo>
                    <a:pt x="6874" y="13747"/>
                  </a:lnTo>
                  <a:lnTo>
                    <a:pt x="8341" y="15639"/>
                  </a:lnTo>
                  <a:lnTo>
                    <a:pt x="7492" y="15987"/>
                  </a:lnTo>
                  <a:lnTo>
                    <a:pt x="6642" y="16257"/>
                  </a:lnTo>
                  <a:lnTo>
                    <a:pt x="6642" y="16257"/>
                  </a:lnTo>
                  <a:lnTo>
                    <a:pt x="6681" y="16103"/>
                  </a:lnTo>
                  <a:lnTo>
                    <a:pt x="6681" y="15948"/>
                  </a:lnTo>
                  <a:lnTo>
                    <a:pt x="6642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3" y="15369"/>
                  </a:lnTo>
                  <a:lnTo>
                    <a:pt x="6179" y="15292"/>
                  </a:lnTo>
                  <a:lnTo>
                    <a:pt x="6024" y="15253"/>
                  </a:lnTo>
                  <a:lnTo>
                    <a:pt x="5715" y="15253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5" y="16296"/>
                  </a:lnTo>
                  <a:lnTo>
                    <a:pt x="4595" y="16566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7" y="17725"/>
                  </a:lnTo>
                  <a:lnTo>
                    <a:pt x="5368" y="17840"/>
                  </a:lnTo>
                  <a:lnTo>
                    <a:pt x="5677" y="17918"/>
                  </a:lnTo>
                  <a:lnTo>
                    <a:pt x="6024" y="17956"/>
                  </a:lnTo>
                  <a:lnTo>
                    <a:pt x="6372" y="17918"/>
                  </a:lnTo>
                  <a:lnTo>
                    <a:pt x="6719" y="17840"/>
                  </a:lnTo>
                  <a:lnTo>
                    <a:pt x="7105" y="17763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2"/>
                  </a:lnTo>
                  <a:lnTo>
                    <a:pt x="9229" y="16875"/>
                  </a:lnTo>
                  <a:lnTo>
                    <a:pt x="9461" y="16759"/>
                  </a:lnTo>
                  <a:lnTo>
                    <a:pt x="10233" y="16257"/>
                  </a:lnTo>
                  <a:lnTo>
                    <a:pt x="10812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3"/>
                  </a:lnTo>
                  <a:lnTo>
                    <a:pt x="11816" y="18149"/>
                  </a:lnTo>
                  <a:lnTo>
                    <a:pt x="11392" y="17454"/>
                  </a:lnTo>
                  <a:lnTo>
                    <a:pt x="10928" y="16759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3"/>
                  </a:lnTo>
                  <a:lnTo>
                    <a:pt x="11894" y="14790"/>
                  </a:lnTo>
                  <a:lnTo>
                    <a:pt x="12125" y="14558"/>
                  </a:lnTo>
                  <a:lnTo>
                    <a:pt x="12280" y="14288"/>
                  </a:lnTo>
                  <a:lnTo>
                    <a:pt x="12434" y="14056"/>
                  </a:lnTo>
                  <a:lnTo>
                    <a:pt x="12511" y="13786"/>
                  </a:lnTo>
                  <a:lnTo>
                    <a:pt x="12589" y="13554"/>
                  </a:lnTo>
                  <a:lnTo>
                    <a:pt x="12627" y="13284"/>
                  </a:lnTo>
                  <a:lnTo>
                    <a:pt x="12589" y="13052"/>
                  </a:lnTo>
                  <a:lnTo>
                    <a:pt x="12511" y="12821"/>
                  </a:lnTo>
                  <a:lnTo>
                    <a:pt x="12357" y="12589"/>
                  </a:lnTo>
                  <a:lnTo>
                    <a:pt x="12164" y="12357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8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0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0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19" y="13786"/>
                  </a:lnTo>
                  <a:lnTo>
                    <a:pt x="10812" y="13902"/>
                  </a:lnTo>
                  <a:lnTo>
                    <a:pt x="10504" y="14249"/>
                  </a:lnTo>
                  <a:lnTo>
                    <a:pt x="10156" y="14597"/>
                  </a:lnTo>
                  <a:lnTo>
                    <a:pt x="9770" y="14867"/>
                  </a:lnTo>
                  <a:lnTo>
                    <a:pt x="9430" y="15083"/>
                  </a:lnTo>
                  <a:lnTo>
                    <a:pt x="9461" y="15022"/>
                  </a:lnTo>
                  <a:lnTo>
                    <a:pt x="9500" y="14944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8"/>
                  </a:lnTo>
                  <a:lnTo>
                    <a:pt x="3823" y="1545"/>
                  </a:lnTo>
                  <a:lnTo>
                    <a:pt x="3514" y="1236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0" y="232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1681350" y="2914925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5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4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4" y="463"/>
                  </a:lnTo>
                  <a:lnTo>
                    <a:pt x="541" y="386"/>
                  </a:lnTo>
                  <a:lnTo>
                    <a:pt x="773" y="386"/>
                  </a:lnTo>
                  <a:lnTo>
                    <a:pt x="850" y="463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5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3785850" y="2943875"/>
              <a:ext cx="199850" cy="231725"/>
            </a:xfrm>
            <a:custGeom>
              <a:avLst/>
              <a:gdLst/>
              <a:ahLst/>
              <a:cxnLst/>
              <a:rect l="l" t="t" r="r" b="b"/>
              <a:pathLst>
                <a:path w="7994" h="9269" extrusionOk="0">
                  <a:moveTo>
                    <a:pt x="2163" y="1"/>
                  </a:moveTo>
                  <a:lnTo>
                    <a:pt x="2009" y="39"/>
                  </a:lnTo>
                  <a:lnTo>
                    <a:pt x="1854" y="78"/>
                  </a:lnTo>
                  <a:lnTo>
                    <a:pt x="1700" y="194"/>
                  </a:lnTo>
                  <a:lnTo>
                    <a:pt x="1429" y="425"/>
                  </a:lnTo>
                  <a:lnTo>
                    <a:pt x="1159" y="734"/>
                  </a:lnTo>
                  <a:lnTo>
                    <a:pt x="966" y="1005"/>
                  </a:lnTo>
                  <a:lnTo>
                    <a:pt x="696" y="1391"/>
                  </a:lnTo>
                  <a:lnTo>
                    <a:pt x="503" y="1777"/>
                  </a:lnTo>
                  <a:lnTo>
                    <a:pt x="310" y="2163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1" y="3514"/>
                  </a:lnTo>
                  <a:lnTo>
                    <a:pt x="1" y="3978"/>
                  </a:lnTo>
                  <a:lnTo>
                    <a:pt x="39" y="4441"/>
                  </a:lnTo>
                  <a:lnTo>
                    <a:pt x="155" y="4905"/>
                  </a:lnTo>
                  <a:lnTo>
                    <a:pt x="271" y="5368"/>
                  </a:lnTo>
                  <a:lnTo>
                    <a:pt x="464" y="5793"/>
                  </a:lnTo>
                  <a:lnTo>
                    <a:pt x="696" y="6218"/>
                  </a:lnTo>
                  <a:lnTo>
                    <a:pt x="1005" y="6179"/>
                  </a:lnTo>
                  <a:lnTo>
                    <a:pt x="850" y="5870"/>
                  </a:lnTo>
                  <a:lnTo>
                    <a:pt x="734" y="5522"/>
                  </a:lnTo>
                  <a:lnTo>
                    <a:pt x="618" y="5175"/>
                  </a:lnTo>
                  <a:lnTo>
                    <a:pt x="541" y="4789"/>
                  </a:lnTo>
                  <a:lnTo>
                    <a:pt x="503" y="4441"/>
                  </a:lnTo>
                  <a:lnTo>
                    <a:pt x="464" y="4055"/>
                  </a:lnTo>
                  <a:lnTo>
                    <a:pt x="464" y="3708"/>
                  </a:lnTo>
                  <a:lnTo>
                    <a:pt x="464" y="3360"/>
                  </a:lnTo>
                  <a:lnTo>
                    <a:pt x="503" y="2974"/>
                  </a:lnTo>
                  <a:lnTo>
                    <a:pt x="580" y="2626"/>
                  </a:lnTo>
                  <a:lnTo>
                    <a:pt x="696" y="2279"/>
                  </a:lnTo>
                  <a:lnTo>
                    <a:pt x="850" y="1931"/>
                  </a:lnTo>
                  <a:lnTo>
                    <a:pt x="1005" y="1622"/>
                  </a:lnTo>
                  <a:lnTo>
                    <a:pt x="1236" y="1313"/>
                  </a:lnTo>
                  <a:lnTo>
                    <a:pt x="1468" y="1043"/>
                  </a:lnTo>
                  <a:lnTo>
                    <a:pt x="1738" y="773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503"/>
                  </a:lnTo>
                  <a:lnTo>
                    <a:pt x="2279" y="618"/>
                  </a:lnTo>
                  <a:lnTo>
                    <a:pt x="2395" y="850"/>
                  </a:lnTo>
                  <a:lnTo>
                    <a:pt x="2588" y="1236"/>
                  </a:lnTo>
                  <a:lnTo>
                    <a:pt x="2742" y="1584"/>
                  </a:lnTo>
                  <a:lnTo>
                    <a:pt x="2858" y="1970"/>
                  </a:lnTo>
                  <a:lnTo>
                    <a:pt x="2974" y="2356"/>
                  </a:lnTo>
                  <a:lnTo>
                    <a:pt x="3051" y="2742"/>
                  </a:lnTo>
                  <a:lnTo>
                    <a:pt x="3090" y="3090"/>
                  </a:lnTo>
                  <a:lnTo>
                    <a:pt x="3090" y="3476"/>
                  </a:lnTo>
                  <a:lnTo>
                    <a:pt x="3051" y="3823"/>
                  </a:lnTo>
                  <a:lnTo>
                    <a:pt x="2974" y="4171"/>
                  </a:lnTo>
                  <a:lnTo>
                    <a:pt x="2897" y="4480"/>
                  </a:lnTo>
                  <a:lnTo>
                    <a:pt x="2742" y="4827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61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56" y="5793"/>
                  </a:lnTo>
                  <a:lnTo>
                    <a:pt x="2395" y="5831"/>
                  </a:lnTo>
                  <a:lnTo>
                    <a:pt x="2433" y="5793"/>
                  </a:lnTo>
                  <a:lnTo>
                    <a:pt x="2626" y="5754"/>
                  </a:lnTo>
                  <a:lnTo>
                    <a:pt x="2781" y="5716"/>
                  </a:lnTo>
                  <a:lnTo>
                    <a:pt x="3167" y="5677"/>
                  </a:lnTo>
                  <a:lnTo>
                    <a:pt x="3592" y="5716"/>
                  </a:lnTo>
                  <a:lnTo>
                    <a:pt x="4017" y="5831"/>
                  </a:lnTo>
                  <a:lnTo>
                    <a:pt x="4441" y="5947"/>
                  </a:lnTo>
                  <a:lnTo>
                    <a:pt x="4827" y="6102"/>
                  </a:lnTo>
                  <a:lnTo>
                    <a:pt x="5214" y="6295"/>
                  </a:lnTo>
                  <a:lnTo>
                    <a:pt x="5523" y="6449"/>
                  </a:lnTo>
                  <a:lnTo>
                    <a:pt x="5831" y="6642"/>
                  </a:lnTo>
                  <a:lnTo>
                    <a:pt x="6140" y="6874"/>
                  </a:lnTo>
                  <a:lnTo>
                    <a:pt x="6411" y="7106"/>
                  </a:lnTo>
                  <a:lnTo>
                    <a:pt x="6681" y="7337"/>
                  </a:lnTo>
                  <a:lnTo>
                    <a:pt x="6913" y="7646"/>
                  </a:lnTo>
                  <a:lnTo>
                    <a:pt x="7144" y="7917"/>
                  </a:lnTo>
                  <a:lnTo>
                    <a:pt x="7337" y="8225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56" y="8805"/>
                  </a:lnTo>
                  <a:lnTo>
                    <a:pt x="5870" y="8843"/>
                  </a:lnTo>
                  <a:lnTo>
                    <a:pt x="5445" y="8805"/>
                  </a:lnTo>
                  <a:lnTo>
                    <a:pt x="5059" y="8766"/>
                  </a:lnTo>
                  <a:lnTo>
                    <a:pt x="4634" y="8650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33" y="7106"/>
                  </a:lnTo>
                  <a:lnTo>
                    <a:pt x="1931" y="6604"/>
                  </a:lnTo>
                  <a:lnTo>
                    <a:pt x="1854" y="6526"/>
                  </a:lnTo>
                  <a:lnTo>
                    <a:pt x="1777" y="6526"/>
                  </a:lnTo>
                  <a:lnTo>
                    <a:pt x="1661" y="6565"/>
                  </a:lnTo>
                  <a:lnTo>
                    <a:pt x="1622" y="6565"/>
                  </a:lnTo>
                  <a:lnTo>
                    <a:pt x="1584" y="6604"/>
                  </a:lnTo>
                  <a:lnTo>
                    <a:pt x="1429" y="6874"/>
                  </a:lnTo>
                  <a:lnTo>
                    <a:pt x="1622" y="6913"/>
                  </a:lnTo>
                  <a:lnTo>
                    <a:pt x="2240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592" y="8573"/>
                  </a:lnTo>
                  <a:lnTo>
                    <a:pt x="3978" y="8805"/>
                  </a:lnTo>
                  <a:lnTo>
                    <a:pt x="4364" y="8998"/>
                  </a:lnTo>
                  <a:lnTo>
                    <a:pt x="4789" y="9152"/>
                  </a:lnTo>
                  <a:lnTo>
                    <a:pt x="5252" y="9229"/>
                  </a:lnTo>
                  <a:lnTo>
                    <a:pt x="5677" y="9268"/>
                  </a:lnTo>
                  <a:lnTo>
                    <a:pt x="6102" y="9229"/>
                  </a:lnTo>
                  <a:lnTo>
                    <a:pt x="6565" y="9191"/>
                  </a:lnTo>
                  <a:lnTo>
                    <a:pt x="6990" y="9114"/>
                  </a:lnTo>
                  <a:lnTo>
                    <a:pt x="7878" y="8882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7994" y="8650"/>
                  </a:lnTo>
                  <a:lnTo>
                    <a:pt x="7994" y="8573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183" y="7299"/>
                  </a:lnTo>
                  <a:lnTo>
                    <a:pt x="6874" y="6951"/>
                  </a:lnTo>
                  <a:lnTo>
                    <a:pt x="6488" y="6604"/>
                  </a:lnTo>
                  <a:lnTo>
                    <a:pt x="6102" y="6295"/>
                  </a:lnTo>
                  <a:lnTo>
                    <a:pt x="5677" y="6063"/>
                  </a:lnTo>
                  <a:lnTo>
                    <a:pt x="5252" y="5831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01" y="5368"/>
                  </a:lnTo>
                  <a:lnTo>
                    <a:pt x="3592" y="5329"/>
                  </a:lnTo>
                  <a:lnTo>
                    <a:pt x="3283" y="5291"/>
                  </a:lnTo>
                  <a:lnTo>
                    <a:pt x="2974" y="5291"/>
                  </a:lnTo>
                  <a:lnTo>
                    <a:pt x="3167" y="4982"/>
                  </a:lnTo>
                  <a:lnTo>
                    <a:pt x="3283" y="4673"/>
                  </a:lnTo>
                  <a:lnTo>
                    <a:pt x="3399" y="4325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44"/>
                  </a:lnTo>
                  <a:lnTo>
                    <a:pt x="3476" y="2858"/>
                  </a:lnTo>
                  <a:lnTo>
                    <a:pt x="3437" y="2510"/>
                  </a:lnTo>
                  <a:lnTo>
                    <a:pt x="3322" y="1970"/>
                  </a:lnTo>
                  <a:lnTo>
                    <a:pt x="3128" y="1468"/>
                  </a:lnTo>
                  <a:lnTo>
                    <a:pt x="2935" y="1005"/>
                  </a:lnTo>
                  <a:lnTo>
                    <a:pt x="2704" y="503"/>
                  </a:lnTo>
                  <a:lnTo>
                    <a:pt x="2588" y="309"/>
                  </a:lnTo>
                  <a:lnTo>
                    <a:pt x="2433" y="116"/>
                  </a:lnTo>
                  <a:lnTo>
                    <a:pt x="2356" y="78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1264300" y="2944850"/>
              <a:ext cx="455675" cy="657425"/>
            </a:xfrm>
            <a:custGeom>
              <a:avLst/>
              <a:gdLst/>
              <a:ahLst/>
              <a:cxnLst/>
              <a:rect l="l" t="t" r="r" b="b"/>
              <a:pathLst>
                <a:path w="18227" h="26297" extrusionOk="0">
                  <a:moveTo>
                    <a:pt x="310" y="348"/>
                  </a:moveTo>
                  <a:lnTo>
                    <a:pt x="425" y="386"/>
                  </a:lnTo>
                  <a:lnTo>
                    <a:pt x="1700" y="1429"/>
                  </a:lnTo>
                  <a:lnTo>
                    <a:pt x="2974" y="2510"/>
                  </a:lnTo>
                  <a:lnTo>
                    <a:pt x="4210" y="3591"/>
                  </a:lnTo>
                  <a:lnTo>
                    <a:pt x="5445" y="4673"/>
                  </a:lnTo>
                  <a:lnTo>
                    <a:pt x="5098" y="5290"/>
                  </a:lnTo>
                  <a:lnTo>
                    <a:pt x="4943" y="5599"/>
                  </a:lnTo>
                  <a:lnTo>
                    <a:pt x="4712" y="5831"/>
                  </a:lnTo>
                  <a:lnTo>
                    <a:pt x="4519" y="6101"/>
                  </a:lnTo>
                  <a:lnTo>
                    <a:pt x="4248" y="6294"/>
                  </a:lnTo>
                  <a:lnTo>
                    <a:pt x="3978" y="6526"/>
                  </a:lnTo>
                  <a:lnTo>
                    <a:pt x="3669" y="6680"/>
                  </a:lnTo>
                  <a:lnTo>
                    <a:pt x="3360" y="6835"/>
                  </a:lnTo>
                  <a:lnTo>
                    <a:pt x="3051" y="6989"/>
                  </a:lnTo>
                  <a:lnTo>
                    <a:pt x="2395" y="7182"/>
                  </a:lnTo>
                  <a:lnTo>
                    <a:pt x="1738" y="7298"/>
                  </a:lnTo>
                  <a:lnTo>
                    <a:pt x="1082" y="7414"/>
                  </a:lnTo>
                  <a:lnTo>
                    <a:pt x="889" y="6526"/>
                  </a:lnTo>
                  <a:lnTo>
                    <a:pt x="734" y="5677"/>
                  </a:lnTo>
                  <a:lnTo>
                    <a:pt x="580" y="4788"/>
                  </a:lnTo>
                  <a:lnTo>
                    <a:pt x="464" y="3900"/>
                  </a:lnTo>
                  <a:lnTo>
                    <a:pt x="387" y="3012"/>
                  </a:lnTo>
                  <a:lnTo>
                    <a:pt x="348" y="2124"/>
                  </a:lnTo>
                  <a:lnTo>
                    <a:pt x="310" y="1236"/>
                  </a:lnTo>
                  <a:lnTo>
                    <a:pt x="310" y="348"/>
                  </a:lnTo>
                  <a:close/>
                  <a:moveTo>
                    <a:pt x="12357" y="12318"/>
                  </a:moveTo>
                  <a:lnTo>
                    <a:pt x="13014" y="12473"/>
                  </a:lnTo>
                  <a:lnTo>
                    <a:pt x="13709" y="12550"/>
                  </a:lnTo>
                  <a:lnTo>
                    <a:pt x="14404" y="12589"/>
                  </a:lnTo>
                  <a:lnTo>
                    <a:pt x="15060" y="12550"/>
                  </a:lnTo>
                  <a:lnTo>
                    <a:pt x="15640" y="13901"/>
                  </a:lnTo>
                  <a:lnTo>
                    <a:pt x="16296" y="15214"/>
                  </a:lnTo>
                  <a:lnTo>
                    <a:pt x="17648" y="17840"/>
                  </a:lnTo>
                  <a:lnTo>
                    <a:pt x="16644" y="17686"/>
                  </a:lnTo>
                  <a:lnTo>
                    <a:pt x="15640" y="17647"/>
                  </a:lnTo>
                  <a:lnTo>
                    <a:pt x="15331" y="17608"/>
                  </a:lnTo>
                  <a:lnTo>
                    <a:pt x="15099" y="17531"/>
                  </a:lnTo>
                  <a:lnTo>
                    <a:pt x="14983" y="17493"/>
                  </a:lnTo>
                  <a:lnTo>
                    <a:pt x="14906" y="17415"/>
                  </a:lnTo>
                  <a:lnTo>
                    <a:pt x="14751" y="17106"/>
                  </a:lnTo>
                  <a:lnTo>
                    <a:pt x="14365" y="16489"/>
                  </a:lnTo>
                  <a:lnTo>
                    <a:pt x="13979" y="15832"/>
                  </a:lnTo>
                  <a:lnTo>
                    <a:pt x="13941" y="15794"/>
                  </a:lnTo>
                  <a:lnTo>
                    <a:pt x="13902" y="15755"/>
                  </a:lnTo>
                  <a:lnTo>
                    <a:pt x="13747" y="15755"/>
                  </a:lnTo>
                  <a:lnTo>
                    <a:pt x="13670" y="15214"/>
                  </a:lnTo>
                  <a:lnTo>
                    <a:pt x="13516" y="14712"/>
                  </a:lnTo>
                  <a:lnTo>
                    <a:pt x="13323" y="14172"/>
                  </a:lnTo>
                  <a:lnTo>
                    <a:pt x="13091" y="13670"/>
                  </a:lnTo>
                  <a:lnTo>
                    <a:pt x="12744" y="13013"/>
                  </a:lnTo>
                  <a:lnTo>
                    <a:pt x="12357" y="12318"/>
                  </a:lnTo>
                  <a:close/>
                  <a:moveTo>
                    <a:pt x="5677" y="4904"/>
                  </a:moveTo>
                  <a:lnTo>
                    <a:pt x="6720" y="5947"/>
                  </a:lnTo>
                  <a:lnTo>
                    <a:pt x="7762" y="6989"/>
                  </a:lnTo>
                  <a:lnTo>
                    <a:pt x="8612" y="7916"/>
                  </a:lnTo>
                  <a:lnTo>
                    <a:pt x="9423" y="8920"/>
                  </a:lnTo>
                  <a:lnTo>
                    <a:pt x="10234" y="9886"/>
                  </a:lnTo>
                  <a:lnTo>
                    <a:pt x="10967" y="10928"/>
                  </a:lnTo>
                  <a:lnTo>
                    <a:pt x="11701" y="12009"/>
                  </a:lnTo>
                  <a:lnTo>
                    <a:pt x="12087" y="12550"/>
                  </a:lnTo>
                  <a:lnTo>
                    <a:pt x="12396" y="13129"/>
                  </a:lnTo>
                  <a:lnTo>
                    <a:pt x="12705" y="13708"/>
                  </a:lnTo>
                  <a:lnTo>
                    <a:pt x="12975" y="14326"/>
                  </a:lnTo>
                  <a:lnTo>
                    <a:pt x="13207" y="14944"/>
                  </a:lnTo>
                  <a:lnTo>
                    <a:pt x="13361" y="15562"/>
                  </a:lnTo>
                  <a:lnTo>
                    <a:pt x="13439" y="16180"/>
                  </a:lnTo>
                  <a:lnTo>
                    <a:pt x="13400" y="16759"/>
                  </a:lnTo>
                  <a:lnTo>
                    <a:pt x="13361" y="17068"/>
                  </a:lnTo>
                  <a:lnTo>
                    <a:pt x="13284" y="17338"/>
                  </a:lnTo>
                  <a:lnTo>
                    <a:pt x="13207" y="17608"/>
                  </a:lnTo>
                  <a:lnTo>
                    <a:pt x="13091" y="17879"/>
                  </a:lnTo>
                  <a:lnTo>
                    <a:pt x="12975" y="18149"/>
                  </a:lnTo>
                  <a:lnTo>
                    <a:pt x="12821" y="18381"/>
                  </a:lnTo>
                  <a:lnTo>
                    <a:pt x="12628" y="18612"/>
                  </a:lnTo>
                  <a:lnTo>
                    <a:pt x="12435" y="18806"/>
                  </a:lnTo>
                  <a:lnTo>
                    <a:pt x="12203" y="18999"/>
                  </a:lnTo>
                  <a:lnTo>
                    <a:pt x="11971" y="19153"/>
                  </a:lnTo>
                  <a:lnTo>
                    <a:pt x="11662" y="19308"/>
                  </a:lnTo>
                  <a:lnTo>
                    <a:pt x="11392" y="19423"/>
                  </a:lnTo>
                  <a:lnTo>
                    <a:pt x="10813" y="19539"/>
                  </a:lnTo>
                  <a:lnTo>
                    <a:pt x="10234" y="19616"/>
                  </a:lnTo>
                  <a:lnTo>
                    <a:pt x="9693" y="19578"/>
                  </a:lnTo>
                  <a:lnTo>
                    <a:pt x="9114" y="19462"/>
                  </a:lnTo>
                  <a:lnTo>
                    <a:pt x="8573" y="19308"/>
                  </a:lnTo>
                  <a:lnTo>
                    <a:pt x="8032" y="19076"/>
                  </a:lnTo>
                  <a:lnTo>
                    <a:pt x="7531" y="18767"/>
                  </a:lnTo>
                  <a:lnTo>
                    <a:pt x="7067" y="18458"/>
                  </a:lnTo>
                  <a:lnTo>
                    <a:pt x="6642" y="18072"/>
                  </a:lnTo>
                  <a:lnTo>
                    <a:pt x="6256" y="17686"/>
                  </a:lnTo>
                  <a:lnTo>
                    <a:pt x="5870" y="17261"/>
                  </a:lnTo>
                  <a:lnTo>
                    <a:pt x="5484" y="16798"/>
                  </a:lnTo>
                  <a:lnTo>
                    <a:pt x="4827" y="15871"/>
                  </a:lnTo>
                  <a:lnTo>
                    <a:pt x="4210" y="14944"/>
                  </a:lnTo>
                  <a:lnTo>
                    <a:pt x="3592" y="13901"/>
                  </a:lnTo>
                  <a:lnTo>
                    <a:pt x="3051" y="12859"/>
                  </a:lnTo>
                  <a:lnTo>
                    <a:pt x="2549" y="11778"/>
                  </a:lnTo>
                  <a:lnTo>
                    <a:pt x="2086" y="10696"/>
                  </a:lnTo>
                  <a:lnTo>
                    <a:pt x="1816" y="9963"/>
                  </a:lnTo>
                  <a:lnTo>
                    <a:pt x="1584" y="9190"/>
                  </a:lnTo>
                  <a:lnTo>
                    <a:pt x="1352" y="8457"/>
                  </a:lnTo>
                  <a:lnTo>
                    <a:pt x="1159" y="7723"/>
                  </a:lnTo>
                  <a:lnTo>
                    <a:pt x="1816" y="7646"/>
                  </a:lnTo>
                  <a:lnTo>
                    <a:pt x="2549" y="7491"/>
                  </a:lnTo>
                  <a:lnTo>
                    <a:pt x="3244" y="7298"/>
                  </a:lnTo>
                  <a:lnTo>
                    <a:pt x="3592" y="7144"/>
                  </a:lnTo>
                  <a:lnTo>
                    <a:pt x="3901" y="6989"/>
                  </a:lnTo>
                  <a:lnTo>
                    <a:pt x="4248" y="6796"/>
                  </a:lnTo>
                  <a:lnTo>
                    <a:pt x="4519" y="6603"/>
                  </a:lnTo>
                  <a:lnTo>
                    <a:pt x="4789" y="6410"/>
                  </a:lnTo>
                  <a:lnTo>
                    <a:pt x="5059" y="6140"/>
                  </a:lnTo>
                  <a:lnTo>
                    <a:pt x="5252" y="5870"/>
                  </a:lnTo>
                  <a:lnTo>
                    <a:pt x="5445" y="5599"/>
                  </a:lnTo>
                  <a:lnTo>
                    <a:pt x="5561" y="5252"/>
                  </a:lnTo>
                  <a:lnTo>
                    <a:pt x="5677" y="4904"/>
                  </a:lnTo>
                  <a:close/>
                  <a:moveTo>
                    <a:pt x="13284" y="18381"/>
                  </a:moveTo>
                  <a:lnTo>
                    <a:pt x="13593" y="18612"/>
                  </a:lnTo>
                  <a:lnTo>
                    <a:pt x="13902" y="18844"/>
                  </a:lnTo>
                  <a:lnTo>
                    <a:pt x="13632" y="19230"/>
                  </a:lnTo>
                  <a:lnTo>
                    <a:pt x="13323" y="19578"/>
                  </a:lnTo>
                  <a:lnTo>
                    <a:pt x="12975" y="19887"/>
                  </a:lnTo>
                  <a:lnTo>
                    <a:pt x="12589" y="20157"/>
                  </a:lnTo>
                  <a:lnTo>
                    <a:pt x="12164" y="20350"/>
                  </a:lnTo>
                  <a:lnTo>
                    <a:pt x="11701" y="20505"/>
                  </a:lnTo>
                  <a:lnTo>
                    <a:pt x="11238" y="20582"/>
                  </a:lnTo>
                  <a:lnTo>
                    <a:pt x="10736" y="20620"/>
                  </a:lnTo>
                  <a:lnTo>
                    <a:pt x="10697" y="20620"/>
                  </a:lnTo>
                  <a:lnTo>
                    <a:pt x="10581" y="19964"/>
                  </a:lnTo>
                  <a:lnTo>
                    <a:pt x="10967" y="19887"/>
                  </a:lnTo>
                  <a:lnTo>
                    <a:pt x="11392" y="19810"/>
                  </a:lnTo>
                  <a:lnTo>
                    <a:pt x="11740" y="19694"/>
                  </a:lnTo>
                  <a:lnTo>
                    <a:pt x="12126" y="19501"/>
                  </a:lnTo>
                  <a:lnTo>
                    <a:pt x="12473" y="19308"/>
                  </a:lnTo>
                  <a:lnTo>
                    <a:pt x="12782" y="19037"/>
                  </a:lnTo>
                  <a:lnTo>
                    <a:pt x="13052" y="18728"/>
                  </a:lnTo>
                  <a:lnTo>
                    <a:pt x="13284" y="18381"/>
                  </a:lnTo>
                  <a:close/>
                  <a:moveTo>
                    <a:pt x="14172" y="18999"/>
                  </a:moveTo>
                  <a:lnTo>
                    <a:pt x="14636" y="19230"/>
                  </a:lnTo>
                  <a:lnTo>
                    <a:pt x="14327" y="19732"/>
                  </a:lnTo>
                  <a:lnTo>
                    <a:pt x="13941" y="20157"/>
                  </a:lnTo>
                  <a:lnTo>
                    <a:pt x="13516" y="20543"/>
                  </a:lnTo>
                  <a:lnTo>
                    <a:pt x="13091" y="20852"/>
                  </a:lnTo>
                  <a:lnTo>
                    <a:pt x="12589" y="21122"/>
                  </a:lnTo>
                  <a:lnTo>
                    <a:pt x="12087" y="21315"/>
                  </a:lnTo>
                  <a:lnTo>
                    <a:pt x="11508" y="21470"/>
                  </a:lnTo>
                  <a:lnTo>
                    <a:pt x="10929" y="21624"/>
                  </a:lnTo>
                  <a:lnTo>
                    <a:pt x="10929" y="21393"/>
                  </a:lnTo>
                  <a:lnTo>
                    <a:pt x="10851" y="21200"/>
                  </a:lnTo>
                  <a:lnTo>
                    <a:pt x="10736" y="20814"/>
                  </a:lnTo>
                  <a:lnTo>
                    <a:pt x="11276" y="20852"/>
                  </a:lnTo>
                  <a:lnTo>
                    <a:pt x="11778" y="20775"/>
                  </a:lnTo>
                  <a:lnTo>
                    <a:pt x="12280" y="20659"/>
                  </a:lnTo>
                  <a:lnTo>
                    <a:pt x="12744" y="20427"/>
                  </a:lnTo>
                  <a:lnTo>
                    <a:pt x="13168" y="20157"/>
                  </a:lnTo>
                  <a:lnTo>
                    <a:pt x="13554" y="19810"/>
                  </a:lnTo>
                  <a:lnTo>
                    <a:pt x="13863" y="19423"/>
                  </a:lnTo>
                  <a:lnTo>
                    <a:pt x="14172" y="18999"/>
                  </a:lnTo>
                  <a:close/>
                  <a:moveTo>
                    <a:pt x="14018" y="20659"/>
                  </a:moveTo>
                  <a:lnTo>
                    <a:pt x="14172" y="20852"/>
                  </a:lnTo>
                  <a:lnTo>
                    <a:pt x="14288" y="20968"/>
                  </a:lnTo>
                  <a:lnTo>
                    <a:pt x="14134" y="21007"/>
                  </a:lnTo>
                  <a:lnTo>
                    <a:pt x="14056" y="21045"/>
                  </a:lnTo>
                  <a:lnTo>
                    <a:pt x="14018" y="21122"/>
                  </a:lnTo>
                  <a:lnTo>
                    <a:pt x="13979" y="21200"/>
                  </a:lnTo>
                  <a:lnTo>
                    <a:pt x="14018" y="21277"/>
                  </a:lnTo>
                  <a:lnTo>
                    <a:pt x="14404" y="21663"/>
                  </a:lnTo>
                  <a:lnTo>
                    <a:pt x="14751" y="22049"/>
                  </a:lnTo>
                  <a:lnTo>
                    <a:pt x="15099" y="22435"/>
                  </a:lnTo>
                  <a:lnTo>
                    <a:pt x="15408" y="22860"/>
                  </a:lnTo>
                  <a:lnTo>
                    <a:pt x="15678" y="23285"/>
                  </a:lnTo>
                  <a:lnTo>
                    <a:pt x="15910" y="23748"/>
                  </a:lnTo>
                  <a:lnTo>
                    <a:pt x="16142" y="24250"/>
                  </a:lnTo>
                  <a:lnTo>
                    <a:pt x="16335" y="24714"/>
                  </a:lnTo>
                  <a:lnTo>
                    <a:pt x="15871" y="24636"/>
                  </a:lnTo>
                  <a:lnTo>
                    <a:pt x="15485" y="24521"/>
                  </a:lnTo>
                  <a:lnTo>
                    <a:pt x="15099" y="24327"/>
                  </a:lnTo>
                  <a:lnTo>
                    <a:pt x="14790" y="24096"/>
                  </a:lnTo>
                  <a:lnTo>
                    <a:pt x="14481" y="23825"/>
                  </a:lnTo>
                  <a:lnTo>
                    <a:pt x="14211" y="23517"/>
                  </a:lnTo>
                  <a:lnTo>
                    <a:pt x="13979" y="23169"/>
                  </a:lnTo>
                  <a:lnTo>
                    <a:pt x="13747" y="22744"/>
                  </a:lnTo>
                  <a:lnTo>
                    <a:pt x="13593" y="22397"/>
                  </a:lnTo>
                  <a:lnTo>
                    <a:pt x="13400" y="22126"/>
                  </a:lnTo>
                  <a:lnTo>
                    <a:pt x="13284" y="22011"/>
                  </a:lnTo>
                  <a:lnTo>
                    <a:pt x="13130" y="21895"/>
                  </a:lnTo>
                  <a:lnTo>
                    <a:pt x="12975" y="21856"/>
                  </a:lnTo>
                  <a:lnTo>
                    <a:pt x="12821" y="21895"/>
                  </a:lnTo>
                  <a:lnTo>
                    <a:pt x="12821" y="21702"/>
                  </a:lnTo>
                  <a:lnTo>
                    <a:pt x="12898" y="21470"/>
                  </a:lnTo>
                  <a:lnTo>
                    <a:pt x="13207" y="21315"/>
                  </a:lnTo>
                  <a:lnTo>
                    <a:pt x="13477" y="21122"/>
                  </a:lnTo>
                  <a:lnTo>
                    <a:pt x="13786" y="20891"/>
                  </a:lnTo>
                  <a:lnTo>
                    <a:pt x="14018" y="20659"/>
                  </a:lnTo>
                  <a:close/>
                  <a:moveTo>
                    <a:pt x="5291" y="17145"/>
                  </a:moveTo>
                  <a:lnTo>
                    <a:pt x="5677" y="17608"/>
                  </a:lnTo>
                  <a:lnTo>
                    <a:pt x="6102" y="18072"/>
                  </a:lnTo>
                  <a:lnTo>
                    <a:pt x="6565" y="18497"/>
                  </a:lnTo>
                  <a:lnTo>
                    <a:pt x="7029" y="18883"/>
                  </a:lnTo>
                  <a:lnTo>
                    <a:pt x="7531" y="19192"/>
                  </a:lnTo>
                  <a:lnTo>
                    <a:pt x="7531" y="19230"/>
                  </a:lnTo>
                  <a:lnTo>
                    <a:pt x="7917" y="19964"/>
                  </a:lnTo>
                  <a:lnTo>
                    <a:pt x="8380" y="20698"/>
                  </a:lnTo>
                  <a:lnTo>
                    <a:pt x="8573" y="20968"/>
                  </a:lnTo>
                  <a:lnTo>
                    <a:pt x="8805" y="21238"/>
                  </a:lnTo>
                  <a:lnTo>
                    <a:pt x="8998" y="21509"/>
                  </a:lnTo>
                  <a:lnTo>
                    <a:pt x="9036" y="21663"/>
                  </a:lnTo>
                  <a:lnTo>
                    <a:pt x="9075" y="21817"/>
                  </a:lnTo>
                  <a:lnTo>
                    <a:pt x="9075" y="22011"/>
                  </a:lnTo>
                  <a:lnTo>
                    <a:pt x="9036" y="22204"/>
                  </a:lnTo>
                  <a:lnTo>
                    <a:pt x="8882" y="22590"/>
                  </a:lnTo>
                  <a:lnTo>
                    <a:pt x="8496" y="23362"/>
                  </a:lnTo>
                  <a:lnTo>
                    <a:pt x="7955" y="24868"/>
                  </a:lnTo>
                  <a:lnTo>
                    <a:pt x="7608" y="24173"/>
                  </a:lnTo>
                  <a:lnTo>
                    <a:pt x="7260" y="23555"/>
                  </a:lnTo>
                  <a:lnTo>
                    <a:pt x="6874" y="22899"/>
                  </a:lnTo>
                  <a:lnTo>
                    <a:pt x="6488" y="22281"/>
                  </a:lnTo>
                  <a:lnTo>
                    <a:pt x="5716" y="21315"/>
                  </a:lnTo>
                  <a:lnTo>
                    <a:pt x="5214" y="20736"/>
                  </a:lnTo>
                  <a:lnTo>
                    <a:pt x="4982" y="20389"/>
                  </a:lnTo>
                  <a:lnTo>
                    <a:pt x="4789" y="20080"/>
                  </a:lnTo>
                  <a:lnTo>
                    <a:pt x="4827" y="20003"/>
                  </a:lnTo>
                  <a:lnTo>
                    <a:pt x="4827" y="19925"/>
                  </a:lnTo>
                  <a:lnTo>
                    <a:pt x="4827" y="19887"/>
                  </a:lnTo>
                  <a:lnTo>
                    <a:pt x="4750" y="19810"/>
                  </a:lnTo>
                  <a:lnTo>
                    <a:pt x="5021" y="18458"/>
                  </a:lnTo>
                  <a:lnTo>
                    <a:pt x="5291" y="17145"/>
                  </a:lnTo>
                  <a:close/>
                  <a:moveTo>
                    <a:pt x="14481" y="20157"/>
                  </a:moveTo>
                  <a:lnTo>
                    <a:pt x="15022" y="20273"/>
                  </a:lnTo>
                  <a:lnTo>
                    <a:pt x="15485" y="20466"/>
                  </a:lnTo>
                  <a:lnTo>
                    <a:pt x="15987" y="20659"/>
                  </a:lnTo>
                  <a:lnTo>
                    <a:pt x="16451" y="20891"/>
                  </a:lnTo>
                  <a:lnTo>
                    <a:pt x="16180" y="21007"/>
                  </a:lnTo>
                  <a:lnTo>
                    <a:pt x="15949" y="21007"/>
                  </a:lnTo>
                  <a:lnTo>
                    <a:pt x="15678" y="20968"/>
                  </a:lnTo>
                  <a:lnTo>
                    <a:pt x="15447" y="20891"/>
                  </a:lnTo>
                  <a:lnTo>
                    <a:pt x="15292" y="20891"/>
                  </a:lnTo>
                  <a:lnTo>
                    <a:pt x="15176" y="20968"/>
                  </a:lnTo>
                  <a:lnTo>
                    <a:pt x="15176" y="21045"/>
                  </a:lnTo>
                  <a:lnTo>
                    <a:pt x="15176" y="21084"/>
                  </a:lnTo>
                  <a:lnTo>
                    <a:pt x="15215" y="21161"/>
                  </a:lnTo>
                  <a:lnTo>
                    <a:pt x="15253" y="21200"/>
                  </a:lnTo>
                  <a:lnTo>
                    <a:pt x="15794" y="21547"/>
                  </a:lnTo>
                  <a:lnTo>
                    <a:pt x="16257" y="21972"/>
                  </a:lnTo>
                  <a:lnTo>
                    <a:pt x="16489" y="22204"/>
                  </a:lnTo>
                  <a:lnTo>
                    <a:pt x="16682" y="22435"/>
                  </a:lnTo>
                  <a:lnTo>
                    <a:pt x="16837" y="22706"/>
                  </a:lnTo>
                  <a:lnTo>
                    <a:pt x="16991" y="22976"/>
                  </a:lnTo>
                  <a:lnTo>
                    <a:pt x="17223" y="23517"/>
                  </a:lnTo>
                  <a:lnTo>
                    <a:pt x="17339" y="23825"/>
                  </a:lnTo>
                  <a:lnTo>
                    <a:pt x="17416" y="24173"/>
                  </a:lnTo>
                  <a:lnTo>
                    <a:pt x="17493" y="24482"/>
                  </a:lnTo>
                  <a:lnTo>
                    <a:pt x="17532" y="24791"/>
                  </a:lnTo>
                  <a:lnTo>
                    <a:pt x="17493" y="25100"/>
                  </a:lnTo>
                  <a:lnTo>
                    <a:pt x="17455" y="25409"/>
                  </a:lnTo>
                  <a:lnTo>
                    <a:pt x="17339" y="25602"/>
                  </a:lnTo>
                  <a:lnTo>
                    <a:pt x="17223" y="25756"/>
                  </a:lnTo>
                  <a:lnTo>
                    <a:pt x="17068" y="25833"/>
                  </a:lnTo>
                  <a:lnTo>
                    <a:pt x="16914" y="25872"/>
                  </a:lnTo>
                  <a:lnTo>
                    <a:pt x="16528" y="25872"/>
                  </a:lnTo>
                  <a:lnTo>
                    <a:pt x="16103" y="25756"/>
                  </a:lnTo>
                  <a:lnTo>
                    <a:pt x="15447" y="25563"/>
                  </a:lnTo>
                  <a:lnTo>
                    <a:pt x="15099" y="25409"/>
                  </a:lnTo>
                  <a:lnTo>
                    <a:pt x="14790" y="25254"/>
                  </a:lnTo>
                  <a:lnTo>
                    <a:pt x="14443" y="25061"/>
                  </a:lnTo>
                  <a:lnTo>
                    <a:pt x="14095" y="24829"/>
                  </a:lnTo>
                  <a:lnTo>
                    <a:pt x="13786" y="24559"/>
                  </a:lnTo>
                  <a:lnTo>
                    <a:pt x="13516" y="24250"/>
                  </a:lnTo>
                  <a:lnTo>
                    <a:pt x="13284" y="23903"/>
                  </a:lnTo>
                  <a:lnTo>
                    <a:pt x="13091" y="23555"/>
                  </a:lnTo>
                  <a:lnTo>
                    <a:pt x="12937" y="23208"/>
                  </a:lnTo>
                  <a:lnTo>
                    <a:pt x="12821" y="22783"/>
                  </a:lnTo>
                  <a:lnTo>
                    <a:pt x="12744" y="22706"/>
                  </a:lnTo>
                  <a:lnTo>
                    <a:pt x="12666" y="22667"/>
                  </a:lnTo>
                  <a:lnTo>
                    <a:pt x="12589" y="22706"/>
                  </a:lnTo>
                  <a:lnTo>
                    <a:pt x="12512" y="22744"/>
                  </a:lnTo>
                  <a:lnTo>
                    <a:pt x="12048" y="23439"/>
                  </a:lnTo>
                  <a:lnTo>
                    <a:pt x="11933" y="23053"/>
                  </a:lnTo>
                  <a:lnTo>
                    <a:pt x="11855" y="22628"/>
                  </a:lnTo>
                  <a:lnTo>
                    <a:pt x="11855" y="22242"/>
                  </a:lnTo>
                  <a:lnTo>
                    <a:pt x="11894" y="21817"/>
                  </a:lnTo>
                  <a:lnTo>
                    <a:pt x="12280" y="21740"/>
                  </a:lnTo>
                  <a:lnTo>
                    <a:pt x="12666" y="21586"/>
                  </a:lnTo>
                  <a:lnTo>
                    <a:pt x="12589" y="21817"/>
                  </a:lnTo>
                  <a:lnTo>
                    <a:pt x="12589" y="22049"/>
                  </a:lnTo>
                  <a:lnTo>
                    <a:pt x="12589" y="22126"/>
                  </a:lnTo>
                  <a:lnTo>
                    <a:pt x="12628" y="22165"/>
                  </a:lnTo>
                  <a:lnTo>
                    <a:pt x="12937" y="22165"/>
                  </a:lnTo>
                  <a:lnTo>
                    <a:pt x="13130" y="22319"/>
                  </a:lnTo>
                  <a:lnTo>
                    <a:pt x="13323" y="22551"/>
                  </a:lnTo>
                  <a:lnTo>
                    <a:pt x="13516" y="22821"/>
                  </a:lnTo>
                  <a:lnTo>
                    <a:pt x="13863" y="23439"/>
                  </a:lnTo>
                  <a:lnTo>
                    <a:pt x="14095" y="23825"/>
                  </a:lnTo>
                  <a:lnTo>
                    <a:pt x="14404" y="24173"/>
                  </a:lnTo>
                  <a:lnTo>
                    <a:pt x="14751" y="24482"/>
                  </a:lnTo>
                  <a:lnTo>
                    <a:pt x="15176" y="24752"/>
                  </a:lnTo>
                  <a:lnTo>
                    <a:pt x="15640" y="24907"/>
                  </a:lnTo>
                  <a:lnTo>
                    <a:pt x="15871" y="24945"/>
                  </a:lnTo>
                  <a:lnTo>
                    <a:pt x="16103" y="24984"/>
                  </a:lnTo>
                  <a:lnTo>
                    <a:pt x="16566" y="24984"/>
                  </a:lnTo>
                  <a:lnTo>
                    <a:pt x="16644" y="24945"/>
                  </a:lnTo>
                  <a:lnTo>
                    <a:pt x="16644" y="24907"/>
                  </a:lnTo>
                  <a:lnTo>
                    <a:pt x="16644" y="24829"/>
                  </a:lnTo>
                  <a:lnTo>
                    <a:pt x="16605" y="24791"/>
                  </a:lnTo>
                  <a:lnTo>
                    <a:pt x="16605" y="24752"/>
                  </a:lnTo>
                  <a:lnTo>
                    <a:pt x="16451" y="24250"/>
                  </a:lnTo>
                  <a:lnTo>
                    <a:pt x="16257" y="23748"/>
                  </a:lnTo>
                  <a:lnTo>
                    <a:pt x="16026" y="23285"/>
                  </a:lnTo>
                  <a:lnTo>
                    <a:pt x="15755" y="22821"/>
                  </a:lnTo>
                  <a:lnTo>
                    <a:pt x="15485" y="22397"/>
                  </a:lnTo>
                  <a:lnTo>
                    <a:pt x="15176" y="22011"/>
                  </a:lnTo>
                  <a:lnTo>
                    <a:pt x="14829" y="21586"/>
                  </a:lnTo>
                  <a:lnTo>
                    <a:pt x="14443" y="21238"/>
                  </a:lnTo>
                  <a:lnTo>
                    <a:pt x="14597" y="21161"/>
                  </a:lnTo>
                  <a:lnTo>
                    <a:pt x="14713" y="21045"/>
                  </a:lnTo>
                  <a:lnTo>
                    <a:pt x="14751" y="20968"/>
                  </a:lnTo>
                  <a:lnTo>
                    <a:pt x="14751" y="20929"/>
                  </a:lnTo>
                  <a:lnTo>
                    <a:pt x="14713" y="20852"/>
                  </a:lnTo>
                  <a:lnTo>
                    <a:pt x="14674" y="20814"/>
                  </a:lnTo>
                  <a:lnTo>
                    <a:pt x="14211" y="20505"/>
                  </a:lnTo>
                  <a:lnTo>
                    <a:pt x="14481" y="20157"/>
                  </a:lnTo>
                  <a:close/>
                  <a:moveTo>
                    <a:pt x="155" y="0"/>
                  </a:moveTo>
                  <a:lnTo>
                    <a:pt x="116" y="39"/>
                  </a:lnTo>
                  <a:lnTo>
                    <a:pt x="78" y="77"/>
                  </a:lnTo>
                  <a:lnTo>
                    <a:pt x="116" y="155"/>
                  </a:lnTo>
                  <a:lnTo>
                    <a:pt x="78" y="193"/>
                  </a:lnTo>
                  <a:lnTo>
                    <a:pt x="39" y="270"/>
                  </a:lnTo>
                  <a:lnTo>
                    <a:pt x="1" y="1583"/>
                  </a:lnTo>
                  <a:lnTo>
                    <a:pt x="39" y="2896"/>
                  </a:lnTo>
                  <a:lnTo>
                    <a:pt x="116" y="4171"/>
                  </a:lnTo>
                  <a:lnTo>
                    <a:pt x="310" y="5483"/>
                  </a:lnTo>
                  <a:lnTo>
                    <a:pt x="541" y="6758"/>
                  </a:lnTo>
                  <a:lnTo>
                    <a:pt x="850" y="8032"/>
                  </a:lnTo>
                  <a:lnTo>
                    <a:pt x="1198" y="9306"/>
                  </a:lnTo>
                  <a:lnTo>
                    <a:pt x="1622" y="10542"/>
                  </a:lnTo>
                  <a:lnTo>
                    <a:pt x="2124" y="11739"/>
                  </a:lnTo>
                  <a:lnTo>
                    <a:pt x="2665" y="12936"/>
                  </a:lnTo>
                  <a:lnTo>
                    <a:pt x="3283" y="14095"/>
                  </a:lnTo>
                  <a:lnTo>
                    <a:pt x="3978" y="15214"/>
                  </a:lnTo>
                  <a:lnTo>
                    <a:pt x="4519" y="16064"/>
                  </a:lnTo>
                  <a:lnTo>
                    <a:pt x="5098" y="16913"/>
                  </a:lnTo>
                  <a:lnTo>
                    <a:pt x="4827" y="17686"/>
                  </a:lnTo>
                  <a:lnTo>
                    <a:pt x="4596" y="18458"/>
                  </a:lnTo>
                  <a:lnTo>
                    <a:pt x="4441" y="19269"/>
                  </a:lnTo>
                  <a:lnTo>
                    <a:pt x="4325" y="20080"/>
                  </a:lnTo>
                  <a:lnTo>
                    <a:pt x="4325" y="20157"/>
                  </a:lnTo>
                  <a:lnTo>
                    <a:pt x="4364" y="20196"/>
                  </a:lnTo>
                  <a:lnTo>
                    <a:pt x="4480" y="20273"/>
                  </a:lnTo>
                  <a:lnTo>
                    <a:pt x="4596" y="20543"/>
                  </a:lnTo>
                  <a:lnTo>
                    <a:pt x="4712" y="20775"/>
                  </a:lnTo>
                  <a:lnTo>
                    <a:pt x="4905" y="21045"/>
                  </a:lnTo>
                  <a:lnTo>
                    <a:pt x="5059" y="21277"/>
                  </a:lnTo>
                  <a:lnTo>
                    <a:pt x="5484" y="21702"/>
                  </a:lnTo>
                  <a:lnTo>
                    <a:pt x="5831" y="22165"/>
                  </a:lnTo>
                  <a:lnTo>
                    <a:pt x="6333" y="22860"/>
                  </a:lnTo>
                  <a:lnTo>
                    <a:pt x="6835" y="23594"/>
                  </a:lnTo>
                  <a:lnTo>
                    <a:pt x="7260" y="24366"/>
                  </a:lnTo>
                  <a:lnTo>
                    <a:pt x="7646" y="25138"/>
                  </a:lnTo>
                  <a:lnTo>
                    <a:pt x="7724" y="25216"/>
                  </a:lnTo>
                  <a:lnTo>
                    <a:pt x="7878" y="25216"/>
                  </a:lnTo>
                  <a:lnTo>
                    <a:pt x="7917" y="25177"/>
                  </a:lnTo>
                  <a:lnTo>
                    <a:pt x="7994" y="25216"/>
                  </a:lnTo>
                  <a:lnTo>
                    <a:pt x="8110" y="25216"/>
                  </a:lnTo>
                  <a:lnTo>
                    <a:pt x="8187" y="25138"/>
                  </a:lnTo>
                  <a:lnTo>
                    <a:pt x="8534" y="24327"/>
                  </a:lnTo>
                  <a:lnTo>
                    <a:pt x="8921" y="23478"/>
                  </a:lnTo>
                  <a:lnTo>
                    <a:pt x="9577" y="21779"/>
                  </a:lnTo>
                  <a:lnTo>
                    <a:pt x="9577" y="21663"/>
                  </a:lnTo>
                  <a:lnTo>
                    <a:pt x="9538" y="21586"/>
                  </a:lnTo>
                  <a:lnTo>
                    <a:pt x="8766" y="20543"/>
                  </a:lnTo>
                  <a:lnTo>
                    <a:pt x="8071" y="19462"/>
                  </a:lnTo>
                  <a:lnTo>
                    <a:pt x="8612" y="19694"/>
                  </a:lnTo>
                  <a:lnTo>
                    <a:pt x="9152" y="19848"/>
                  </a:lnTo>
                  <a:lnTo>
                    <a:pt x="9732" y="19925"/>
                  </a:lnTo>
                  <a:lnTo>
                    <a:pt x="10311" y="19964"/>
                  </a:lnTo>
                  <a:lnTo>
                    <a:pt x="10311" y="20389"/>
                  </a:lnTo>
                  <a:lnTo>
                    <a:pt x="10349" y="20852"/>
                  </a:lnTo>
                  <a:lnTo>
                    <a:pt x="10465" y="21315"/>
                  </a:lnTo>
                  <a:lnTo>
                    <a:pt x="10542" y="21547"/>
                  </a:lnTo>
                  <a:lnTo>
                    <a:pt x="10697" y="21740"/>
                  </a:lnTo>
                  <a:lnTo>
                    <a:pt x="10736" y="21779"/>
                  </a:lnTo>
                  <a:lnTo>
                    <a:pt x="10813" y="21779"/>
                  </a:lnTo>
                  <a:lnTo>
                    <a:pt x="10851" y="21856"/>
                  </a:lnTo>
                  <a:lnTo>
                    <a:pt x="10929" y="21856"/>
                  </a:lnTo>
                  <a:lnTo>
                    <a:pt x="11315" y="21895"/>
                  </a:lnTo>
                  <a:lnTo>
                    <a:pt x="11662" y="21856"/>
                  </a:lnTo>
                  <a:lnTo>
                    <a:pt x="11624" y="22126"/>
                  </a:lnTo>
                  <a:lnTo>
                    <a:pt x="11585" y="22358"/>
                  </a:lnTo>
                  <a:lnTo>
                    <a:pt x="11546" y="22590"/>
                  </a:lnTo>
                  <a:lnTo>
                    <a:pt x="11585" y="22860"/>
                  </a:lnTo>
                  <a:lnTo>
                    <a:pt x="11624" y="23092"/>
                  </a:lnTo>
                  <a:lnTo>
                    <a:pt x="11662" y="23323"/>
                  </a:lnTo>
                  <a:lnTo>
                    <a:pt x="11778" y="23594"/>
                  </a:lnTo>
                  <a:lnTo>
                    <a:pt x="11894" y="23825"/>
                  </a:lnTo>
                  <a:lnTo>
                    <a:pt x="11933" y="23903"/>
                  </a:lnTo>
                  <a:lnTo>
                    <a:pt x="12010" y="23903"/>
                  </a:lnTo>
                  <a:lnTo>
                    <a:pt x="12087" y="23864"/>
                  </a:lnTo>
                  <a:lnTo>
                    <a:pt x="12164" y="23825"/>
                  </a:lnTo>
                  <a:lnTo>
                    <a:pt x="12589" y="23208"/>
                  </a:lnTo>
                  <a:lnTo>
                    <a:pt x="12744" y="23594"/>
                  </a:lnTo>
                  <a:lnTo>
                    <a:pt x="12937" y="23941"/>
                  </a:lnTo>
                  <a:lnTo>
                    <a:pt x="13168" y="24289"/>
                  </a:lnTo>
                  <a:lnTo>
                    <a:pt x="13439" y="24598"/>
                  </a:lnTo>
                  <a:lnTo>
                    <a:pt x="13709" y="24907"/>
                  </a:lnTo>
                  <a:lnTo>
                    <a:pt x="14018" y="25177"/>
                  </a:lnTo>
                  <a:lnTo>
                    <a:pt x="14365" y="25409"/>
                  </a:lnTo>
                  <a:lnTo>
                    <a:pt x="14713" y="25602"/>
                  </a:lnTo>
                  <a:lnTo>
                    <a:pt x="15331" y="25911"/>
                  </a:lnTo>
                  <a:lnTo>
                    <a:pt x="15717" y="26027"/>
                  </a:lnTo>
                  <a:lnTo>
                    <a:pt x="16142" y="26181"/>
                  </a:lnTo>
                  <a:lnTo>
                    <a:pt x="16566" y="26258"/>
                  </a:lnTo>
                  <a:lnTo>
                    <a:pt x="16953" y="26297"/>
                  </a:lnTo>
                  <a:lnTo>
                    <a:pt x="17146" y="26297"/>
                  </a:lnTo>
                  <a:lnTo>
                    <a:pt x="17300" y="26258"/>
                  </a:lnTo>
                  <a:lnTo>
                    <a:pt x="17416" y="26181"/>
                  </a:lnTo>
                  <a:lnTo>
                    <a:pt x="17570" y="26104"/>
                  </a:lnTo>
                  <a:lnTo>
                    <a:pt x="17648" y="25949"/>
                  </a:lnTo>
                  <a:lnTo>
                    <a:pt x="17725" y="25833"/>
                  </a:lnTo>
                  <a:lnTo>
                    <a:pt x="17841" y="25486"/>
                  </a:lnTo>
                  <a:lnTo>
                    <a:pt x="17879" y="25100"/>
                  </a:lnTo>
                  <a:lnTo>
                    <a:pt x="17841" y="24675"/>
                  </a:lnTo>
                  <a:lnTo>
                    <a:pt x="17802" y="24289"/>
                  </a:lnTo>
                  <a:lnTo>
                    <a:pt x="17686" y="23903"/>
                  </a:lnTo>
                  <a:lnTo>
                    <a:pt x="17493" y="23246"/>
                  </a:lnTo>
                  <a:lnTo>
                    <a:pt x="17223" y="22706"/>
                  </a:lnTo>
                  <a:lnTo>
                    <a:pt x="16914" y="22204"/>
                  </a:lnTo>
                  <a:lnTo>
                    <a:pt x="16528" y="21740"/>
                  </a:lnTo>
                  <a:lnTo>
                    <a:pt x="16103" y="21354"/>
                  </a:lnTo>
                  <a:lnTo>
                    <a:pt x="16296" y="21315"/>
                  </a:lnTo>
                  <a:lnTo>
                    <a:pt x="16489" y="21277"/>
                  </a:lnTo>
                  <a:lnTo>
                    <a:pt x="16682" y="21161"/>
                  </a:lnTo>
                  <a:lnTo>
                    <a:pt x="16875" y="21045"/>
                  </a:lnTo>
                  <a:lnTo>
                    <a:pt x="16914" y="21007"/>
                  </a:lnTo>
                  <a:lnTo>
                    <a:pt x="16953" y="20929"/>
                  </a:lnTo>
                  <a:lnTo>
                    <a:pt x="16914" y="20814"/>
                  </a:lnTo>
                  <a:lnTo>
                    <a:pt x="16875" y="20775"/>
                  </a:lnTo>
                  <a:lnTo>
                    <a:pt x="16335" y="20466"/>
                  </a:lnTo>
                  <a:lnTo>
                    <a:pt x="15833" y="20196"/>
                  </a:lnTo>
                  <a:lnTo>
                    <a:pt x="15292" y="20003"/>
                  </a:lnTo>
                  <a:lnTo>
                    <a:pt x="14713" y="19848"/>
                  </a:lnTo>
                  <a:lnTo>
                    <a:pt x="14983" y="19346"/>
                  </a:lnTo>
                  <a:lnTo>
                    <a:pt x="14983" y="19230"/>
                  </a:lnTo>
                  <a:lnTo>
                    <a:pt x="14983" y="19114"/>
                  </a:lnTo>
                  <a:lnTo>
                    <a:pt x="14983" y="19076"/>
                  </a:lnTo>
                  <a:lnTo>
                    <a:pt x="14945" y="19037"/>
                  </a:lnTo>
                  <a:lnTo>
                    <a:pt x="14172" y="18574"/>
                  </a:lnTo>
                  <a:lnTo>
                    <a:pt x="13825" y="18342"/>
                  </a:lnTo>
                  <a:lnTo>
                    <a:pt x="13477" y="18033"/>
                  </a:lnTo>
                  <a:lnTo>
                    <a:pt x="13554" y="17879"/>
                  </a:lnTo>
                  <a:lnTo>
                    <a:pt x="13670" y="17493"/>
                  </a:lnTo>
                  <a:lnTo>
                    <a:pt x="13747" y="17106"/>
                  </a:lnTo>
                  <a:lnTo>
                    <a:pt x="13786" y="16720"/>
                  </a:lnTo>
                  <a:lnTo>
                    <a:pt x="13825" y="16334"/>
                  </a:lnTo>
                  <a:lnTo>
                    <a:pt x="14249" y="17106"/>
                  </a:lnTo>
                  <a:lnTo>
                    <a:pt x="14674" y="17956"/>
                  </a:lnTo>
                  <a:lnTo>
                    <a:pt x="14751" y="18033"/>
                  </a:lnTo>
                  <a:lnTo>
                    <a:pt x="14867" y="18033"/>
                  </a:lnTo>
                  <a:lnTo>
                    <a:pt x="15640" y="18072"/>
                  </a:lnTo>
                  <a:lnTo>
                    <a:pt x="16412" y="18110"/>
                  </a:lnTo>
                  <a:lnTo>
                    <a:pt x="17184" y="18188"/>
                  </a:lnTo>
                  <a:lnTo>
                    <a:pt x="17957" y="18304"/>
                  </a:lnTo>
                  <a:lnTo>
                    <a:pt x="18111" y="18304"/>
                  </a:lnTo>
                  <a:lnTo>
                    <a:pt x="18188" y="18226"/>
                  </a:lnTo>
                  <a:lnTo>
                    <a:pt x="18227" y="18110"/>
                  </a:lnTo>
                  <a:lnTo>
                    <a:pt x="18188" y="17995"/>
                  </a:lnTo>
                  <a:lnTo>
                    <a:pt x="16798" y="15099"/>
                  </a:lnTo>
                  <a:lnTo>
                    <a:pt x="16064" y="13631"/>
                  </a:lnTo>
                  <a:lnTo>
                    <a:pt x="15678" y="12936"/>
                  </a:lnTo>
                  <a:lnTo>
                    <a:pt x="15253" y="12241"/>
                  </a:lnTo>
                  <a:lnTo>
                    <a:pt x="15176" y="12202"/>
                  </a:lnTo>
                  <a:lnTo>
                    <a:pt x="15099" y="12202"/>
                  </a:lnTo>
                  <a:lnTo>
                    <a:pt x="14713" y="12164"/>
                  </a:lnTo>
                  <a:lnTo>
                    <a:pt x="14288" y="12164"/>
                  </a:lnTo>
                  <a:lnTo>
                    <a:pt x="13516" y="12125"/>
                  </a:lnTo>
                  <a:lnTo>
                    <a:pt x="12164" y="12009"/>
                  </a:lnTo>
                  <a:lnTo>
                    <a:pt x="11662" y="11198"/>
                  </a:lnTo>
                  <a:lnTo>
                    <a:pt x="11122" y="10465"/>
                  </a:lnTo>
                  <a:lnTo>
                    <a:pt x="10542" y="9731"/>
                  </a:lnTo>
                  <a:lnTo>
                    <a:pt x="10002" y="8997"/>
                  </a:lnTo>
                  <a:lnTo>
                    <a:pt x="8959" y="7762"/>
                  </a:lnTo>
                  <a:lnTo>
                    <a:pt x="7839" y="6565"/>
                  </a:lnTo>
                  <a:lnTo>
                    <a:pt x="6720" y="5406"/>
                  </a:lnTo>
                  <a:lnTo>
                    <a:pt x="5561" y="4286"/>
                  </a:lnTo>
                  <a:lnTo>
                    <a:pt x="4325" y="3205"/>
                  </a:lnTo>
                  <a:lnTo>
                    <a:pt x="3128" y="2163"/>
                  </a:lnTo>
                  <a:lnTo>
                    <a:pt x="1854" y="1120"/>
                  </a:lnTo>
                  <a:lnTo>
                    <a:pt x="580" y="116"/>
                  </a:lnTo>
                  <a:lnTo>
                    <a:pt x="541" y="77"/>
                  </a:lnTo>
                  <a:lnTo>
                    <a:pt x="464" y="77"/>
                  </a:lnTo>
                  <a:lnTo>
                    <a:pt x="348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668675" y="2948700"/>
              <a:ext cx="256800" cy="152550"/>
            </a:xfrm>
            <a:custGeom>
              <a:avLst/>
              <a:gdLst/>
              <a:ahLst/>
              <a:cxnLst/>
              <a:rect l="l" t="t" r="r" b="b"/>
              <a:pathLst>
                <a:path w="10272" h="6102" extrusionOk="0">
                  <a:moveTo>
                    <a:pt x="541" y="1"/>
                  </a:moveTo>
                  <a:lnTo>
                    <a:pt x="425" y="39"/>
                  </a:lnTo>
                  <a:lnTo>
                    <a:pt x="348" y="116"/>
                  </a:lnTo>
                  <a:lnTo>
                    <a:pt x="232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889"/>
                  </a:lnTo>
                  <a:lnTo>
                    <a:pt x="0" y="1275"/>
                  </a:lnTo>
                  <a:lnTo>
                    <a:pt x="0" y="1622"/>
                  </a:lnTo>
                  <a:lnTo>
                    <a:pt x="0" y="2047"/>
                  </a:lnTo>
                  <a:lnTo>
                    <a:pt x="77" y="2511"/>
                  </a:lnTo>
                  <a:lnTo>
                    <a:pt x="155" y="2935"/>
                  </a:lnTo>
                  <a:lnTo>
                    <a:pt x="309" y="3321"/>
                  </a:lnTo>
                  <a:lnTo>
                    <a:pt x="502" y="3785"/>
                  </a:lnTo>
                  <a:lnTo>
                    <a:pt x="734" y="4171"/>
                  </a:lnTo>
                  <a:lnTo>
                    <a:pt x="1004" y="4557"/>
                  </a:lnTo>
                  <a:lnTo>
                    <a:pt x="1313" y="4905"/>
                  </a:lnTo>
                  <a:lnTo>
                    <a:pt x="1699" y="5214"/>
                  </a:lnTo>
                  <a:lnTo>
                    <a:pt x="2047" y="5523"/>
                  </a:lnTo>
                  <a:lnTo>
                    <a:pt x="2472" y="5754"/>
                  </a:lnTo>
                  <a:lnTo>
                    <a:pt x="2896" y="5947"/>
                  </a:lnTo>
                  <a:lnTo>
                    <a:pt x="3167" y="5716"/>
                  </a:lnTo>
                  <a:lnTo>
                    <a:pt x="2819" y="5561"/>
                  </a:lnTo>
                  <a:lnTo>
                    <a:pt x="2510" y="5368"/>
                  </a:lnTo>
                  <a:lnTo>
                    <a:pt x="2240" y="5136"/>
                  </a:lnTo>
                  <a:lnTo>
                    <a:pt x="1931" y="4905"/>
                  </a:lnTo>
                  <a:lnTo>
                    <a:pt x="1661" y="4634"/>
                  </a:lnTo>
                  <a:lnTo>
                    <a:pt x="1429" y="4364"/>
                  </a:lnTo>
                  <a:lnTo>
                    <a:pt x="1197" y="4094"/>
                  </a:lnTo>
                  <a:lnTo>
                    <a:pt x="1004" y="3785"/>
                  </a:lnTo>
                  <a:lnTo>
                    <a:pt x="811" y="3476"/>
                  </a:lnTo>
                  <a:lnTo>
                    <a:pt x="657" y="3128"/>
                  </a:lnTo>
                  <a:lnTo>
                    <a:pt x="541" y="2781"/>
                  </a:lnTo>
                  <a:lnTo>
                    <a:pt x="464" y="2433"/>
                  </a:lnTo>
                  <a:lnTo>
                    <a:pt x="425" y="2086"/>
                  </a:lnTo>
                  <a:lnTo>
                    <a:pt x="386" y="1700"/>
                  </a:lnTo>
                  <a:lnTo>
                    <a:pt x="425" y="1352"/>
                  </a:lnTo>
                  <a:lnTo>
                    <a:pt x="464" y="966"/>
                  </a:lnTo>
                  <a:lnTo>
                    <a:pt x="541" y="696"/>
                  </a:lnTo>
                  <a:lnTo>
                    <a:pt x="579" y="541"/>
                  </a:lnTo>
                  <a:lnTo>
                    <a:pt x="657" y="464"/>
                  </a:lnTo>
                  <a:lnTo>
                    <a:pt x="811" y="503"/>
                  </a:lnTo>
                  <a:lnTo>
                    <a:pt x="1043" y="618"/>
                  </a:lnTo>
                  <a:lnTo>
                    <a:pt x="1429" y="812"/>
                  </a:lnTo>
                  <a:lnTo>
                    <a:pt x="1738" y="1005"/>
                  </a:lnTo>
                  <a:lnTo>
                    <a:pt x="2085" y="1236"/>
                  </a:lnTo>
                  <a:lnTo>
                    <a:pt x="2394" y="1468"/>
                  </a:lnTo>
                  <a:lnTo>
                    <a:pt x="2665" y="1738"/>
                  </a:lnTo>
                  <a:lnTo>
                    <a:pt x="2935" y="2009"/>
                  </a:lnTo>
                  <a:lnTo>
                    <a:pt x="3167" y="2279"/>
                  </a:lnTo>
                  <a:lnTo>
                    <a:pt x="3360" y="2588"/>
                  </a:lnTo>
                  <a:lnTo>
                    <a:pt x="3514" y="2897"/>
                  </a:lnTo>
                  <a:lnTo>
                    <a:pt x="3630" y="3244"/>
                  </a:lnTo>
                  <a:lnTo>
                    <a:pt x="3707" y="3592"/>
                  </a:lnTo>
                  <a:lnTo>
                    <a:pt x="3784" y="3939"/>
                  </a:lnTo>
                  <a:lnTo>
                    <a:pt x="3784" y="4325"/>
                  </a:lnTo>
                  <a:lnTo>
                    <a:pt x="3823" y="4403"/>
                  </a:lnTo>
                  <a:lnTo>
                    <a:pt x="3939" y="4480"/>
                  </a:lnTo>
                  <a:lnTo>
                    <a:pt x="3939" y="4557"/>
                  </a:lnTo>
                  <a:lnTo>
                    <a:pt x="3978" y="4596"/>
                  </a:lnTo>
                  <a:lnTo>
                    <a:pt x="4016" y="4596"/>
                  </a:lnTo>
                  <a:lnTo>
                    <a:pt x="4055" y="4557"/>
                  </a:lnTo>
                  <a:lnTo>
                    <a:pt x="4171" y="4403"/>
                  </a:lnTo>
                  <a:lnTo>
                    <a:pt x="4286" y="4287"/>
                  </a:lnTo>
                  <a:lnTo>
                    <a:pt x="4595" y="4017"/>
                  </a:lnTo>
                  <a:lnTo>
                    <a:pt x="4943" y="3785"/>
                  </a:lnTo>
                  <a:lnTo>
                    <a:pt x="5329" y="3630"/>
                  </a:lnTo>
                  <a:lnTo>
                    <a:pt x="5754" y="3476"/>
                  </a:lnTo>
                  <a:lnTo>
                    <a:pt x="6179" y="3360"/>
                  </a:lnTo>
                  <a:lnTo>
                    <a:pt x="6565" y="3283"/>
                  </a:lnTo>
                  <a:lnTo>
                    <a:pt x="6912" y="3206"/>
                  </a:lnTo>
                  <a:lnTo>
                    <a:pt x="7260" y="3167"/>
                  </a:lnTo>
                  <a:lnTo>
                    <a:pt x="7646" y="3167"/>
                  </a:lnTo>
                  <a:lnTo>
                    <a:pt x="7994" y="3206"/>
                  </a:lnTo>
                  <a:lnTo>
                    <a:pt x="8380" y="3244"/>
                  </a:lnTo>
                  <a:lnTo>
                    <a:pt x="8727" y="3321"/>
                  </a:lnTo>
                  <a:lnTo>
                    <a:pt x="9075" y="3399"/>
                  </a:lnTo>
                  <a:lnTo>
                    <a:pt x="9422" y="3553"/>
                  </a:lnTo>
                  <a:lnTo>
                    <a:pt x="9770" y="3669"/>
                  </a:lnTo>
                  <a:lnTo>
                    <a:pt x="9499" y="4017"/>
                  </a:lnTo>
                  <a:lnTo>
                    <a:pt x="9229" y="4364"/>
                  </a:lnTo>
                  <a:lnTo>
                    <a:pt x="8920" y="4634"/>
                  </a:lnTo>
                  <a:lnTo>
                    <a:pt x="8611" y="4905"/>
                  </a:lnTo>
                  <a:lnTo>
                    <a:pt x="8264" y="5136"/>
                  </a:lnTo>
                  <a:lnTo>
                    <a:pt x="7916" y="5329"/>
                  </a:lnTo>
                  <a:lnTo>
                    <a:pt x="7530" y="5484"/>
                  </a:lnTo>
                  <a:lnTo>
                    <a:pt x="7105" y="5600"/>
                  </a:lnTo>
                  <a:lnTo>
                    <a:pt x="6719" y="5638"/>
                  </a:lnTo>
                  <a:lnTo>
                    <a:pt x="6333" y="5677"/>
                  </a:lnTo>
                  <a:lnTo>
                    <a:pt x="5599" y="5677"/>
                  </a:lnTo>
                  <a:lnTo>
                    <a:pt x="4866" y="5600"/>
                  </a:lnTo>
                  <a:lnTo>
                    <a:pt x="4093" y="5484"/>
                  </a:lnTo>
                  <a:lnTo>
                    <a:pt x="4016" y="5484"/>
                  </a:lnTo>
                  <a:lnTo>
                    <a:pt x="3978" y="5523"/>
                  </a:lnTo>
                  <a:lnTo>
                    <a:pt x="3900" y="5638"/>
                  </a:lnTo>
                  <a:lnTo>
                    <a:pt x="3862" y="5638"/>
                  </a:lnTo>
                  <a:lnTo>
                    <a:pt x="3862" y="5716"/>
                  </a:lnTo>
                  <a:lnTo>
                    <a:pt x="3900" y="6025"/>
                  </a:lnTo>
                  <a:lnTo>
                    <a:pt x="4093" y="5909"/>
                  </a:lnTo>
                  <a:lnTo>
                    <a:pt x="4943" y="6025"/>
                  </a:lnTo>
                  <a:lnTo>
                    <a:pt x="5792" y="6102"/>
                  </a:lnTo>
                  <a:lnTo>
                    <a:pt x="6217" y="6102"/>
                  </a:lnTo>
                  <a:lnTo>
                    <a:pt x="6642" y="6063"/>
                  </a:lnTo>
                  <a:lnTo>
                    <a:pt x="7105" y="6025"/>
                  </a:lnTo>
                  <a:lnTo>
                    <a:pt x="7530" y="5947"/>
                  </a:lnTo>
                  <a:lnTo>
                    <a:pt x="7955" y="5793"/>
                  </a:lnTo>
                  <a:lnTo>
                    <a:pt x="8341" y="5600"/>
                  </a:lnTo>
                  <a:lnTo>
                    <a:pt x="8727" y="5368"/>
                  </a:lnTo>
                  <a:lnTo>
                    <a:pt x="9075" y="5098"/>
                  </a:lnTo>
                  <a:lnTo>
                    <a:pt x="9384" y="4789"/>
                  </a:lnTo>
                  <a:lnTo>
                    <a:pt x="9654" y="4441"/>
                  </a:lnTo>
                  <a:lnTo>
                    <a:pt x="10233" y="3746"/>
                  </a:lnTo>
                  <a:lnTo>
                    <a:pt x="10272" y="3630"/>
                  </a:lnTo>
                  <a:lnTo>
                    <a:pt x="10272" y="3553"/>
                  </a:lnTo>
                  <a:lnTo>
                    <a:pt x="10233" y="3476"/>
                  </a:lnTo>
                  <a:lnTo>
                    <a:pt x="10156" y="3399"/>
                  </a:lnTo>
                  <a:lnTo>
                    <a:pt x="9693" y="3206"/>
                  </a:lnTo>
                  <a:lnTo>
                    <a:pt x="9229" y="3013"/>
                  </a:lnTo>
                  <a:lnTo>
                    <a:pt x="8766" y="2897"/>
                  </a:lnTo>
                  <a:lnTo>
                    <a:pt x="8264" y="2781"/>
                  </a:lnTo>
                  <a:lnTo>
                    <a:pt x="7800" y="2742"/>
                  </a:lnTo>
                  <a:lnTo>
                    <a:pt x="7298" y="2742"/>
                  </a:lnTo>
                  <a:lnTo>
                    <a:pt x="6796" y="2781"/>
                  </a:lnTo>
                  <a:lnTo>
                    <a:pt x="6294" y="2858"/>
                  </a:lnTo>
                  <a:lnTo>
                    <a:pt x="5870" y="3013"/>
                  </a:lnTo>
                  <a:lnTo>
                    <a:pt x="5290" y="3206"/>
                  </a:lnTo>
                  <a:lnTo>
                    <a:pt x="4982" y="3321"/>
                  </a:lnTo>
                  <a:lnTo>
                    <a:pt x="4673" y="3476"/>
                  </a:lnTo>
                  <a:lnTo>
                    <a:pt x="4402" y="3630"/>
                  </a:lnTo>
                  <a:lnTo>
                    <a:pt x="4209" y="3823"/>
                  </a:lnTo>
                  <a:lnTo>
                    <a:pt x="4132" y="3476"/>
                  </a:lnTo>
                  <a:lnTo>
                    <a:pt x="4055" y="3128"/>
                  </a:lnTo>
                  <a:lnTo>
                    <a:pt x="3939" y="2781"/>
                  </a:lnTo>
                  <a:lnTo>
                    <a:pt x="3784" y="2472"/>
                  </a:lnTo>
                  <a:lnTo>
                    <a:pt x="3591" y="2163"/>
                  </a:lnTo>
                  <a:lnTo>
                    <a:pt x="3360" y="1854"/>
                  </a:lnTo>
                  <a:lnTo>
                    <a:pt x="3128" y="1584"/>
                  </a:lnTo>
                  <a:lnTo>
                    <a:pt x="2858" y="1314"/>
                  </a:lnTo>
                  <a:lnTo>
                    <a:pt x="2472" y="966"/>
                  </a:lnTo>
                  <a:lnTo>
                    <a:pt x="2008" y="696"/>
                  </a:lnTo>
                  <a:lnTo>
                    <a:pt x="1545" y="425"/>
                  </a:lnTo>
                  <a:lnTo>
                    <a:pt x="1081" y="194"/>
                  </a:lnTo>
                  <a:lnTo>
                    <a:pt x="850" y="78"/>
                  </a:lnTo>
                  <a:lnTo>
                    <a:pt x="657" y="39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3343725" y="3024000"/>
              <a:ext cx="482700" cy="227850"/>
            </a:xfrm>
            <a:custGeom>
              <a:avLst/>
              <a:gdLst/>
              <a:ahLst/>
              <a:cxnLst/>
              <a:rect l="l" t="t" r="r" b="b"/>
              <a:pathLst>
                <a:path w="19308" h="9114" extrusionOk="0">
                  <a:moveTo>
                    <a:pt x="77" y="1"/>
                  </a:moveTo>
                  <a:lnTo>
                    <a:pt x="0" y="618"/>
                  </a:lnTo>
                  <a:lnTo>
                    <a:pt x="0" y="1236"/>
                  </a:lnTo>
                  <a:lnTo>
                    <a:pt x="39" y="1854"/>
                  </a:lnTo>
                  <a:lnTo>
                    <a:pt x="154" y="2472"/>
                  </a:lnTo>
                  <a:lnTo>
                    <a:pt x="309" y="3090"/>
                  </a:lnTo>
                  <a:lnTo>
                    <a:pt x="502" y="3669"/>
                  </a:lnTo>
                  <a:lnTo>
                    <a:pt x="772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69" y="5947"/>
                  </a:lnTo>
                  <a:lnTo>
                    <a:pt x="2433" y="6449"/>
                  </a:lnTo>
                  <a:lnTo>
                    <a:pt x="2935" y="6913"/>
                  </a:lnTo>
                  <a:lnTo>
                    <a:pt x="3514" y="7299"/>
                  </a:lnTo>
                  <a:lnTo>
                    <a:pt x="4093" y="7646"/>
                  </a:lnTo>
                  <a:lnTo>
                    <a:pt x="4672" y="7994"/>
                  </a:lnTo>
                  <a:lnTo>
                    <a:pt x="5329" y="8264"/>
                  </a:lnTo>
                  <a:lnTo>
                    <a:pt x="5947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98"/>
                  </a:lnTo>
                  <a:lnTo>
                    <a:pt x="8688" y="9075"/>
                  </a:lnTo>
                  <a:lnTo>
                    <a:pt x="9383" y="9114"/>
                  </a:lnTo>
                  <a:lnTo>
                    <a:pt x="10079" y="9114"/>
                  </a:lnTo>
                  <a:lnTo>
                    <a:pt x="10735" y="9075"/>
                  </a:lnTo>
                  <a:lnTo>
                    <a:pt x="11391" y="9036"/>
                  </a:lnTo>
                  <a:lnTo>
                    <a:pt x="12048" y="8921"/>
                  </a:lnTo>
                  <a:lnTo>
                    <a:pt x="12704" y="8805"/>
                  </a:lnTo>
                  <a:lnTo>
                    <a:pt x="13361" y="8612"/>
                  </a:lnTo>
                  <a:lnTo>
                    <a:pt x="14017" y="8419"/>
                  </a:lnTo>
                  <a:lnTo>
                    <a:pt x="14635" y="8187"/>
                  </a:lnTo>
                  <a:lnTo>
                    <a:pt x="15253" y="7917"/>
                  </a:lnTo>
                  <a:lnTo>
                    <a:pt x="15871" y="7569"/>
                  </a:lnTo>
                  <a:lnTo>
                    <a:pt x="16411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28" y="4905"/>
                  </a:lnTo>
                  <a:lnTo>
                    <a:pt x="19076" y="4325"/>
                  </a:lnTo>
                  <a:lnTo>
                    <a:pt x="19307" y="3708"/>
                  </a:lnTo>
                  <a:lnTo>
                    <a:pt x="19114" y="3669"/>
                  </a:lnTo>
                  <a:lnTo>
                    <a:pt x="18767" y="4171"/>
                  </a:lnTo>
                  <a:lnTo>
                    <a:pt x="18381" y="4673"/>
                  </a:lnTo>
                  <a:lnTo>
                    <a:pt x="17995" y="5136"/>
                  </a:lnTo>
                  <a:lnTo>
                    <a:pt x="17608" y="5561"/>
                  </a:lnTo>
                  <a:lnTo>
                    <a:pt x="17145" y="5986"/>
                  </a:lnTo>
                  <a:lnTo>
                    <a:pt x="16720" y="6372"/>
                  </a:lnTo>
                  <a:lnTo>
                    <a:pt x="16218" y="6720"/>
                  </a:lnTo>
                  <a:lnTo>
                    <a:pt x="15716" y="7028"/>
                  </a:lnTo>
                  <a:lnTo>
                    <a:pt x="15214" y="7337"/>
                  </a:lnTo>
                  <a:lnTo>
                    <a:pt x="14674" y="7608"/>
                  </a:lnTo>
                  <a:lnTo>
                    <a:pt x="14133" y="7839"/>
                  </a:lnTo>
                  <a:lnTo>
                    <a:pt x="13554" y="8032"/>
                  </a:lnTo>
                  <a:lnTo>
                    <a:pt x="12975" y="8225"/>
                  </a:lnTo>
                  <a:lnTo>
                    <a:pt x="12395" y="8380"/>
                  </a:lnTo>
                  <a:lnTo>
                    <a:pt x="11816" y="8496"/>
                  </a:lnTo>
                  <a:lnTo>
                    <a:pt x="11198" y="8573"/>
                  </a:lnTo>
                  <a:lnTo>
                    <a:pt x="10503" y="8612"/>
                  </a:lnTo>
                  <a:lnTo>
                    <a:pt x="9808" y="8650"/>
                  </a:lnTo>
                  <a:lnTo>
                    <a:pt x="9075" y="8612"/>
                  </a:lnTo>
                  <a:lnTo>
                    <a:pt x="8379" y="8573"/>
                  </a:lnTo>
                  <a:lnTo>
                    <a:pt x="7684" y="8457"/>
                  </a:lnTo>
                  <a:lnTo>
                    <a:pt x="6989" y="8303"/>
                  </a:lnTo>
                  <a:lnTo>
                    <a:pt x="6294" y="8110"/>
                  </a:lnTo>
                  <a:lnTo>
                    <a:pt x="5638" y="7878"/>
                  </a:lnTo>
                  <a:lnTo>
                    <a:pt x="4981" y="7608"/>
                  </a:lnTo>
                  <a:lnTo>
                    <a:pt x="4364" y="7299"/>
                  </a:lnTo>
                  <a:lnTo>
                    <a:pt x="3784" y="6951"/>
                  </a:lnTo>
                  <a:lnTo>
                    <a:pt x="3205" y="6526"/>
                  </a:lnTo>
                  <a:lnTo>
                    <a:pt x="2664" y="6063"/>
                  </a:lnTo>
                  <a:lnTo>
                    <a:pt x="2201" y="5561"/>
                  </a:lnTo>
                  <a:lnTo>
                    <a:pt x="1738" y="5020"/>
                  </a:lnTo>
                  <a:lnTo>
                    <a:pt x="1352" y="4403"/>
                  </a:lnTo>
                  <a:lnTo>
                    <a:pt x="1081" y="3901"/>
                  </a:lnTo>
                  <a:lnTo>
                    <a:pt x="850" y="3399"/>
                  </a:lnTo>
                  <a:lnTo>
                    <a:pt x="656" y="2858"/>
                  </a:lnTo>
                  <a:lnTo>
                    <a:pt x="502" y="2317"/>
                  </a:lnTo>
                  <a:lnTo>
                    <a:pt x="425" y="1777"/>
                  </a:lnTo>
                  <a:lnTo>
                    <a:pt x="348" y="1198"/>
                  </a:lnTo>
                  <a:lnTo>
                    <a:pt x="386" y="618"/>
                  </a:lnTo>
                  <a:lnTo>
                    <a:pt x="425" y="78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238125" y="3026900"/>
              <a:ext cx="84975" cy="55050"/>
            </a:xfrm>
            <a:custGeom>
              <a:avLst/>
              <a:gdLst/>
              <a:ahLst/>
              <a:cxnLst/>
              <a:rect l="l" t="t" r="r" b="b"/>
              <a:pathLst>
                <a:path w="3399" h="2202" extrusionOk="0">
                  <a:moveTo>
                    <a:pt x="1506" y="425"/>
                  </a:moveTo>
                  <a:lnTo>
                    <a:pt x="1738" y="502"/>
                  </a:lnTo>
                  <a:lnTo>
                    <a:pt x="1931" y="580"/>
                  </a:lnTo>
                  <a:lnTo>
                    <a:pt x="2124" y="657"/>
                  </a:lnTo>
                  <a:lnTo>
                    <a:pt x="2433" y="927"/>
                  </a:lnTo>
                  <a:lnTo>
                    <a:pt x="2742" y="1236"/>
                  </a:lnTo>
                  <a:lnTo>
                    <a:pt x="2973" y="1545"/>
                  </a:lnTo>
                  <a:lnTo>
                    <a:pt x="2549" y="1545"/>
                  </a:lnTo>
                  <a:lnTo>
                    <a:pt x="2085" y="1584"/>
                  </a:lnTo>
                  <a:lnTo>
                    <a:pt x="1699" y="1699"/>
                  </a:lnTo>
                  <a:lnTo>
                    <a:pt x="1467" y="1777"/>
                  </a:lnTo>
                  <a:lnTo>
                    <a:pt x="965" y="1777"/>
                  </a:lnTo>
                  <a:lnTo>
                    <a:pt x="772" y="1738"/>
                  </a:lnTo>
                  <a:lnTo>
                    <a:pt x="579" y="1622"/>
                  </a:lnTo>
                  <a:lnTo>
                    <a:pt x="502" y="1545"/>
                  </a:lnTo>
                  <a:lnTo>
                    <a:pt x="463" y="1429"/>
                  </a:lnTo>
                  <a:lnTo>
                    <a:pt x="386" y="1313"/>
                  </a:lnTo>
                  <a:lnTo>
                    <a:pt x="386" y="1159"/>
                  </a:lnTo>
                  <a:lnTo>
                    <a:pt x="386" y="1043"/>
                  </a:lnTo>
                  <a:lnTo>
                    <a:pt x="425" y="927"/>
                  </a:lnTo>
                  <a:lnTo>
                    <a:pt x="463" y="811"/>
                  </a:lnTo>
                  <a:lnTo>
                    <a:pt x="541" y="734"/>
                  </a:lnTo>
                  <a:lnTo>
                    <a:pt x="734" y="580"/>
                  </a:lnTo>
                  <a:lnTo>
                    <a:pt x="1004" y="502"/>
                  </a:lnTo>
                  <a:lnTo>
                    <a:pt x="1236" y="425"/>
                  </a:lnTo>
                  <a:close/>
                  <a:moveTo>
                    <a:pt x="1004" y="0"/>
                  </a:moveTo>
                  <a:lnTo>
                    <a:pt x="772" y="78"/>
                  </a:lnTo>
                  <a:lnTo>
                    <a:pt x="541" y="193"/>
                  </a:lnTo>
                  <a:lnTo>
                    <a:pt x="386" y="309"/>
                  </a:lnTo>
                  <a:lnTo>
                    <a:pt x="193" y="502"/>
                  </a:lnTo>
                  <a:lnTo>
                    <a:pt x="77" y="734"/>
                  </a:lnTo>
                  <a:lnTo>
                    <a:pt x="0" y="927"/>
                  </a:lnTo>
                  <a:lnTo>
                    <a:pt x="0" y="1159"/>
                  </a:lnTo>
                  <a:lnTo>
                    <a:pt x="0" y="1391"/>
                  </a:lnTo>
                  <a:lnTo>
                    <a:pt x="77" y="1584"/>
                  </a:lnTo>
                  <a:lnTo>
                    <a:pt x="154" y="1777"/>
                  </a:lnTo>
                  <a:lnTo>
                    <a:pt x="309" y="1931"/>
                  </a:lnTo>
                  <a:lnTo>
                    <a:pt x="463" y="2047"/>
                  </a:lnTo>
                  <a:lnTo>
                    <a:pt x="695" y="2163"/>
                  </a:lnTo>
                  <a:lnTo>
                    <a:pt x="1004" y="2201"/>
                  </a:lnTo>
                  <a:lnTo>
                    <a:pt x="1274" y="2201"/>
                  </a:lnTo>
                  <a:lnTo>
                    <a:pt x="1583" y="2163"/>
                  </a:lnTo>
                  <a:lnTo>
                    <a:pt x="1892" y="2086"/>
                  </a:lnTo>
                  <a:lnTo>
                    <a:pt x="2201" y="2008"/>
                  </a:lnTo>
                  <a:lnTo>
                    <a:pt x="2510" y="1931"/>
                  </a:lnTo>
                  <a:lnTo>
                    <a:pt x="2819" y="1931"/>
                  </a:lnTo>
                  <a:lnTo>
                    <a:pt x="3089" y="2008"/>
                  </a:lnTo>
                  <a:lnTo>
                    <a:pt x="3205" y="2008"/>
                  </a:lnTo>
                  <a:lnTo>
                    <a:pt x="3282" y="1970"/>
                  </a:lnTo>
                  <a:lnTo>
                    <a:pt x="3359" y="1893"/>
                  </a:lnTo>
                  <a:lnTo>
                    <a:pt x="3359" y="1815"/>
                  </a:lnTo>
                  <a:lnTo>
                    <a:pt x="3398" y="1777"/>
                  </a:lnTo>
                  <a:lnTo>
                    <a:pt x="3398" y="1699"/>
                  </a:lnTo>
                  <a:lnTo>
                    <a:pt x="3089" y="1159"/>
                  </a:lnTo>
                  <a:lnTo>
                    <a:pt x="2935" y="927"/>
                  </a:lnTo>
                  <a:lnTo>
                    <a:pt x="2742" y="695"/>
                  </a:lnTo>
                  <a:lnTo>
                    <a:pt x="2510" y="464"/>
                  </a:lnTo>
                  <a:lnTo>
                    <a:pt x="2278" y="309"/>
                  </a:lnTo>
                  <a:lnTo>
                    <a:pt x="2008" y="155"/>
                  </a:lnTo>
                  <a:lnTo>
                    <a:pt x="1738" y="3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3429625" y="3033650"/>
              <a:ext cx="35750" cy="29950"/>
            </a:xfrm>
            <a:custGeom>
              <a:avLst/>
              <a:gdLst/>
              <a:ahLst/>
              <a:cxnLst/>
              <a:rect l="l" t="t" r="r" b="b"/>
              <a:pathLst>
                <a:path w="1430" h="1198" extrusionOk="0">
                  <a:moveTo>
                    <a:pt x="657" y="1"/>
                  </a:moveTo>
                  <a:lnTo>
                    <a:pt x="464" y="39"/>
                  </a:ln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1" y="580"/>
                  </a:lnTo>
                  <a:lnTo>
                    <a:pt x="1" y="773"/>
                  </a:lnTo>
                  <a:lnTo>
                    <a:pt x="39" y="927"/>
                  </a:lnTo>
                  <a:lnTo>
                    <a:pt x="117" y="1121"/>
                  </a:lnTo>
                  <a:lnTo>
                    <a:pt x="155" y="1159"/>
                  </a:lnTo>
                  <a:lnTo>
                    <a:pt x="232" y="1198"/>
                  </a:lnTo>
                  <a:lnTo>
                    <a:pt x="348" y="1159"/>
                  </a:lnTo>
                  <a:lnTo>
                    <a:pt x="387" y="1082"/>
                  </a:lnTo>
                  <a:lnTo>
                    <a:pt x="426" y="1005"/>
                  </a:lnTo>
                  <a:lnTo>
                    <a:pt x="387" y="966"/>
                  </a:lnTo>
                  <a:lnTo>
                    <a:pt x="348" y="850"/>
                  </a:lnTo>
                  <a:lnTo>
                    <a:pt x="348" y="773"/>
                  </a:lnTo>
                  <a:lnTo>
                    <a:pt x="387" y="580"/>
                  </a:lnTo>
                  <a:lnTo>
                    <a:pt x="503" y="464"/>
                  </a:lnTo>
                  <a:lnTo>
                    <a:pt x="580" y="425"/>
                  </a:lnTo>
                  <a:lnTo>
                    <a:pt x="696" y="387"/>
                  </a:lnTo>
                  <a:lnTo>
                    <a:pt x="773" y="425"/>
                  </a:lnTo>
                  <a:lnTo>
                    <a:pt x="850" y="464"/>
                  </a:lnTo>
                  <a:lnTo>
                    <a:pt x="966" y="580"/>
                  </a:lnTo>
                  <a:lnTo>
                    <a:pt x="1005" y="696"/>
                  </a:lnTo>
                  <a:lnTo>
                    <a:pt x="1005" y="773"/>
                  </a:lnTo>
                  <a:lnTo>
                    <a:pt x="966" y="966"/>
                  </a:lnTo>
                  <a:lnTo>
                    <a:pt x="928" y="1043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43" y="1159"/>
                  </a:lnTo>
                  <a:lnTo>
                    <a:pt x="1236" y="1159"/>
                  </a:lnTo>
                  <a:lnTo>
                    <a:pt x="1314" y="1082"/>
                  </a:lnTo>
                  <a:lnTo>
                    <a:pt x="1391" y="927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87"/>
                  </a:lnTo>
                  <a:lnTo>
                    <a:pt x="1159" y="232"/>
                  </a:lnTo>
                  <a:lnTo>
                    <a:pt x="1005" y="117"/>
                  </a:lnTo>
                  <a:lnTo>
                    <a:pt x="850" y="39"/>
                  </a:lnTo>
                  <a:lnTo>
                    <a:pt x="65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3375575" y="3037525"/>
              <a:ext cx="34775" cy="29950"/>
            </a:xfrm>
            <a:custGeom>
              <a:avLst/>
              <a:gdLst/>
              <a:ahLst/>
              <a:cxnLst/>
              <a:rect l="l" t="t" r="r" b="b"/>
              <a:pathLst>
                <a:path w="1391" h="1198" extrusionOk="0">
                  <a:moveTo>
                    <a:pt x="657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0"/>
                  </a:lnTo>
                  <a:lnTo>
                    <a:pt x="39" y="425"/>
                  </a:lnTo>
                  <a:lnTo>
                    <a:pt x="0" y="618"/>
                  </a:lnTo>
                  <a:lnTo>
                    <a:pt x="39" y="811"/>
                  </a:lnTo>
                  <a:lnTo>
                    <a:pt x="116" y="1004"/>
                  </a:lnTo>
                  <a:lnTo>
                    <a:pt x="232" y="1120"/>
                  </a:lnTo>
                  <a:lnTo>
                    <a:pt x="425" y="1197"/>
                  </a:lnTo>
                  <a:lnTo>
                    <a:pt x="502" y="1197"/>
                  </a:lnTo>
                  <a:lnTo>
                    <a:pt x="541" y="1159"/>
                  </a:lnTo>
                  <a:lnTo>
                    <a:pt x="541" y="1081"/>
                  </a:lnTo>
                  <a:lnTo>
                    <a:pt x="502" y="1004"/>
                  </a:lnTo>
                  <a:lnTo>
                    <a:pt x="425" y="927"/>
                  </a:lnTo>
                  <a:lnTo>
                    <a:pt x="386" y="850"/>
                  </a:lnTo>
                  <a:lnTo>
                    <a:pt x="386" y="734"/>
                  </a:lnTo>
                  <a:lnTo>
                    <a:pt x="386" y="618"/>
                  </a:lnTo>
                  <a:lnTo>
                    <a:pt x="425" y="541"/>
                  </a:lnTo>
                  <a:lnTo>
                    <a:pt x="464" y="464"/>
                  </a:lnTo>
                  <a:lnTo>
                    <a:pt x="580" y="425"/>
                  </a:lnTo>
                  <a:lnTo>
                    <a:pt x="695" y="386"/>
                  </a:lnTo>
                  <a:lnTo>
                    <a:pt x="811" y="425"/>
                  </a:lnTo>
                  <a:lnTo>
                    <a:pt x="888" y="464"/>
                  </a:lnTo>
                  <a:lnTo>
                    <a:pt x="927" y="579"/>
                  </a:lnTo>
                  <a:lnTo>
                    <a:pt x="966" y="657"/>
                  </a:lnTo>
                  <a:lnTo>
                    <a:pt x="1043" y="888"/>
                  </a:lnTo>
                  <a:lnTo>
                    <a:pt x="1082" y="966"/>
                  </a:lnTo>
                  <a:lnTo>
                    <a:pt x="1120" y="1081"/>
                  </a:lnTo>
                  <a:lnTo>
                    <a:pt x="1159" y="1120"/>
                  </a:lnTo>
                  <a:lnTo>
                    <a:pt x="1236" y="1120"/>
                  </a:lnTo>
                  <a:lnTo>
                    <a:pt x="1313" y="1043"/>
                  </a:lnTo>
                  <a:lnTo>
                    <a:pt x="1352" y="966"/>
                  </a:lnTo>
                  <a:lnTo>
                    <a:pt x="1390" y="850"/>
                  </a:lnTo>
                  <a:lnTo>
                    <a:pt x="1352" y="618"/>
                  </a:lnTo>
                  <a:lnTo>
                    <a:pt x="1313" y="425"/>
                  </a:lnTo>
                  <a:lnTo>
                    <a:pt x="1197" y="232"/>
                  </a:lnTo>
                  <a:lnTo>
                    <a:pt x="1043" y="116"/>
                  </a:lnTo>
                  <a:lnTo>
                    <a:pt x="850" y="3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333675" y="3041375"/>
              <a:ext cx="49275" cy="56025"/>
            </a:xfrm>
            <a:custGeom>
              <a:avLst/>
              <a:gdLst/>
              <a:ahLst/>
              <a:cxnLst/>
              <a:rect l="l" t="t" r="r" b="b"/>
              <a:pathLst>
                <a:path w="1971" h="2241" extrusionOk="0">
                  <a:moveTo>
                    <a:pt x="1237" y="425"/>
                  </a:moveTo>
                  <a:lnTo>
                    <a:pt x="1391" y="464"/>
                  </a:lnTo>
                  <a:lnTo>
                    <a:pt x="1507" y="580"/>
                  </a:lnTo>
                  <a:lnTo>
                    <a:pt x="1545" y="657"/>
                  </a:lnTo>
                  <a:lnTo>
                    <a:pt x="1545" y="734"/>
                  </a:lnTo>
                  <a:lnTo>
                    <a:pt x="1507" y="812"/>
                  </a:lnTo>
                  <a:lnTo>
                    <a:pt x="1468" y="889"/>
                  </a:lnTo>
                  <a:lnTo>
                    <a:pt x="1275" y="1082"/>
                  </a:lnTo>
                  <a:lnTo>
                    <a:pt x="1005" y="1314"/>
                  </a:lnTo>
                  <a:lnTo>
                    <a:pt x="773" y="1507"/>
                  </a:lnTo>
                  <a:lnTo>
                    <a:pt x="657" y="1661"/>
                  </a:lnTo>
                  <a:lnTo>
                    <a:pt x="619" y="1777"/>
                  </a:lnTo>
                  <a:lnTo>
                    <a:pt x="503" y="1661"/>
                  </a:lnTo>
                  <a:lnTo>
                    <a:pt x="464" y="1545"/>
                  </a:lnTo>
                  <a:lnTo>
                    <a:pt x="387" y="1391"/>
                  </a:lnTo>
                  <a:lnTo>
                    <a:pt x="387" y="1236"/>
                  </a:lnTo>
                  <a:lnTo>
                    <a:pt x="387" y="1082"/>
                  </a:lnTo>
                  <a:lnTo>
                    <a:pt x="426" y="966"/>
                  </a:lnTo>
                  <a:lnTo>
                    <a:pt x="464" y="812"/>
                  </a:lnTo>
                  <a:lnTo>
                    <a:pt x="580" y="696"/>
                  </a:lnTo>
                  <a:lnTo>
                    <a:pt x="696" y="580"/>
                  </a:lnTo>
                  <a:lnTo>
                    <a:pt x="850" y="464"/>
                  </a:lnTo>
                  <a:lnTo>
                    <a:pt x="1043" y="425"/>
                  </a:lnTo>
                  <a:close/>
                  <a:moveTo>
                    <a:pt x="1121" y="1"/>
                  </a:moveTo>
                  <a:lnTo>
                    <a:pt x="928" y="39"/>
                  </a:lnTo>
                  <a:lnTo>
                    <a:pt x="735" y="116"/>
                  </a:lnTo>
                  <a:lnTo>
                    <a:pt x="541" y="232"/>
                  </a:lnTo>
                  <a:lnTo>
                    <a:pt x="348" y="348"/>
                  </a:lnTo>
                  <a:lnTo>
                    <a:pt x="233" y="503"/>
                  </a:lnTo>
                  <a:lnTo>
                    <a:pt x="117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68"/>
                  </a:lnTo>
                  <a:lnTo>
                    <a:pt x="117" y="1622"/>
                  </a:lnTo>
                  <a:lnTo>
                    <a:pt x="233" y="1816"/>
                  </a:lnTo>
                  <a:lnTo>
                    <a:pt x="348" y="1931"/>
                  </a:lnTo>
                  <a:lnTo>
                    <a:pt x="503" y="2086"/>
                  </a:lnTo>
                  <a:lnTo>
                    <a:pt x="657" y="2163"/>
                  </a:lnTo>
                  <a:lnTo>
                    <a:pt x="735" y="2240"/>
                  </a:lnTo>
                  <a:lnTo>
                    <a:pt x="850" y="2240"/>
                  </a:lnTo>
                  <a:lnTo>
                    <a:pt x="928" y="2202"/>
                  </a:lnTo>
                  <a:lnTo>
                    <a:pt x="966" y="2086"/>
                  </a:lnTo>
                  <a:lnTo>
                    <a:pt x="1005" y="1931"/>
                  </a:lnTo>
                  <a:lnTo>
                    <a:pt x="1082" y="1777"/>
                  </a:lnTo>
                  <a:lnTo>
                    <a:pt x="1198" y="1661"/>
                  </a:lnTo>
                  <a:lnTo>
                    <a:pt x="1314" y="1507"/>
                  </a:lnTo>
                  <a:lnTo>
                    <a:pt x="1623" y="1314"/>
                  </a:lnTo>
                  <a:lnTo>
                    <a:pt x="1739" y="1198"/>
                  </a:lnTo>
                  <a:lnTo>
                    <a:pt x="1854" y="1043"/>
                  </a:lnTo>
                  <a:lnTo>
                    <a:pt x="1932" y="889"/>
                  </a:lnTo>
                  <a:lnTo>
                    <a:pt x="1970" y="696"/>
                  </a:lnTo>
                  <a:lnTo>
                    <a:pt x="1932" y="541"/>
                  </a:lnTo>
                  <a:lnTo>
                    <a:pt x="1893" y="387"/>
                  </a:lnTo>
                  <a:lnTo>
                    <a:pt x="1777" y="271"/>
                  </a:lnTo>
                  <a:lnTo>
                    <a:pt x="1661" y="155"/>
                  </a:lnTo>
                  <a:lnTo>
                    <a:pt x="1507" y="78"/>
                  </a:lnTo>
                  <a:lnTo>
                    <a:pt x="1352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312450" y="3078050"/>
              <a:ext cx="440225" cy="234625"/>
            </a:xfrm>
            <a:custGeom>
              <a:avLst/>
              <a:gdLst/>
              <a:ahLst/>
              <a:cxnLst/>
              <a:rect l="l" t="t" r="r" b="b"/>
              <a:pathLst>
                <a:path w="17609" h="9385" extrusionOk="0">
                  <a:moveTo>
                    <a:pt x="6256" y="1"/>
                  </a:moveTo>
                  <a:lnTo>
                    <a:pt x="5638" y="40"/>
                  </a:lnTo>
                  <a:lnTo>
                    <a:pt x="5059" y="155"/>
                  </a:lnTo>
                  <a:lnTo>
                    <a:pt x="4480" y="271"/>
                  </a:lnTo>
                  <a:lnTo>
                    <a:pt x="3939" y="503"/>
                  </a:lnTo>
                  <a:lnTo>
                    <a:pt x="3398" y="735"/>
                  </a:lnTo>
                  <a:lnTo>
                    <a:pt x="2896" y="1044"/>
                  </a:lnTo>
                  <a:lnTo>
                    <a:pt x="2433" y="1391"/>
                  </a:lnTo>
                  <a:lnTo>
                    <a:pt x="1970" y="1777"/>
                  </a:lnTo>
                  <a:lnTo>
                    <a:pt x="1584" y="2202"/>
                  </a:lnTo>
                  <a:lnTo>
                    <a:pt x="1197" y="2665"/>
                  </a:lnTo>
                  <a:lnTo>
                    <a:pt x="888" y="3206"/>
                  </a:lnTo>
                  <a:lnTo>
                    <a:pt x="618" y="3747"/>
                  </a:lnTo>
                  <a:lnTo>
                    <a:pt x="386" y="4287"/>
                  </a:lnTo>
                  <a:lnTo>
                    <a:pt x="193" y="4905"/>
                  </a:lnTo>
                  <a:lnTo>
                    <a:pt x="78" y="5484"/>
                  </a:lnTo>
                  <a:lnTo>
                    <a:pt x="0" y="6102"/>
                  </a:lnTo>
                  <a:lnTo>
                    <a:pt x="0" y="6681"/>
                  </a:lnTo>
                  <a:lnTo>
                    <a:pt x="39" y="7261"/>
                  </a:lnTo>
                  <a:lnTo>
                    <a:pt x="155" y="7801"/>
                  </a:lnTo>
                  <a:lnTo>
                    <a:pt x="309" y="8342"/>
                  </a:lnTo>
                  <a:lnTo>
                    <a:pt x="502" y="8882"/>
                  </a:lnTo>
                  <a:lnTo>
                    <a:pt x="734" y="9384"/>
                  </a:lnTo>
                  <a:lnTo>
                    <a:pt x="1043" y="9230"/>
                  </a:lnTo>
                  <a:lnTo>
                    <a:pt x="888" y="8844"/>
                  </a:lnTo>
                  <a:lnTo>
                    <a:pt x="734" y="8458"/>
                  </a:lnTo>
                  <a:lnTo>
                    <a:pt x="541" y="7801"/>
                  </a:lnTo>
                  <a:lnTo>
                    <a:pt x="425" y="7183"/>
                  </a:lnTo>
                  <a:lnTo>
                    <a:pt x="425" y="6527"/>
                  </a:lnTo>
                  <a:lnTo>
                    <a:pt x="425" y="5870"/>
                  </a:lnTo>
                  <a:lnTo>
                    <a:pt x="541" y="5253"/>
                  </a:lnTo>
                  <a:lnTo>
                    <a:pt x="695" y="4596"/>
                  </a:lnTo>
                  <a:lnTo>
                    <a:pt x="927" y="3978"/>
                  </a:lnTo>
                  <a:lnTo>
                    <a:pt x="1236" y="3399"/>
                  </a:lnTo>
                  <a:lnTo>
                    <a:pt x="1584" y="2858"/>
                  </a:lnTo>
                  <a:lnTo>
                    <a:pt x="2008" y="2318"/>
                  </a:lnTo>
                  <a:lnTo>
                    <a:pt x="2472" y="1854"/>
                  </a:lnTo>
                  <a:lnTo>
                    <a:pt x="2974" y="1468"/>
                  </a:lnTo>
                  <a:lnTo>
                    <a:pt x="3553" y="1121"/>
                  </a:lnTo>
                  <a:lnTo>
                    <a:pt x="4132" y="851"/>
                  </a:lnTo>
                  <a:lnTo>
                    <a:pt x="4750" y="657"/>
                  </a:lnTo>
                  <a:lnTo>
                    <a:pt x="5406" y="503"/>
                  </a:lnTo>
                  <a:lnTo>
                    <a:pt x="5793" y="464"/>
                  </a:lnTo>
                  <a:lnTo>
                    <a:pt x="6912" y="464"/>
                  </a:lnTo>
                  <a:lnTo>
                    <a:pt x="7607" y="580"/>
                  </a:lnTo>
                  <a:lnTo>
                    <a:pt x="8264" y="773"/>
                  </a:lnTo>
                  <a:lnTo>
                    <a:pt x="8920" y="1044"/>
                  </a:lnTo>
                  <a:lnTo>
                    <a:pt x="9538" y="1352"/>
                  </a:lnTo>
                  <a:lnTo>
                    <a:pt x="10195" y="1739"/>
                  </a:lnTo>
                  <a:lnTo>
                    <a:pt x="10813" y="2125"/>
                  </a:lnTo>
                  <a:lnTo>
                    <a:pt x="11315" y="2472"/>
                  </a:lnTo>
                  <a:lnTo>
                    <a:pt x="11894" y="2781"/>
                  </a:lnTo>
                  <a:lnTo>
                    <a:pt x="12434" y="3090"/>
                  </a:lnTo>
                  <a:lnTo>
                    <a:pt x="13052" y="3360"/>
                  </a:lnTo>
                  <a:lnTo>
                    <a:pt x="13631" y="3554"/>
                  </a:lnTo>
                  <a:lnTo>
                    <a:pt x="14249" y="3708"/>
                  </a:lnTo>
                  <a:lnTo>
                    <a:pt x="14867" y="3708"/>
                  </a:lnTo>
                  <a:lnTo>
                    <a:pt x="15215" y="3669"/>
                  </a:lnTo>
                  <a:lnTo>
                    <a:pt x="15524" y="3631"/>
                  </a:lnTo>
                  <a:lnTo>
                    <a:pt x="15987" y="3476"/>
                  </a:lnTo>
                  <a:lnTo>
                    <a:pt x="16412" y="3245"/>
                  </a:lnTo>
                  <a:lnTo>
                    <a:pt x="16798" y="2936"/>
                  </a:lnTo>
                  <a:lnTo>
                    <a:pt x="17107" y="2588"/>
                  </a:lnTo>
                  <a:lnTo>
                    <a:pt x="17377" y="2202"/>
                  </a:lnTo>
                  <a:lnTo>
                    <a:pt x="17454" y="1970"/>
                  </a:lnTo>
                  <a:lnTo>
                    <a:pt x="17531" y="1739"/>
                  </a:lnTo>
                  <a:lnTo>
                    <a:pt x="17609" y="1507"/>
                  </a:lnTo>
                  <a:lnTo>
                    <a:pt x="17609" y="1275"/>
                  </a:lnTo>
                  <a:lnTo>
                    <a:pt x="17609" y="1044"/>
                  </a:lnTo>
                  <a:lnTo>
                    <a:pt x="17570" y="773"/>
                  </a:lnTo>
                  <a:lnTo>
                    <a:pt x="17531" y="696"/>
                  </a:lnTo>
                  <a:lnTo>
                    <a:pt x="17493" y="657"/>
                  </a:lnTo>
                  <a:lnTo>
                    <a:pt x="17454" y="580"/>
                  </a:lnTo>
                  <a:lnTo>
                    <a:pt x="17416" y="542"/>
                  </a:lnTo>
                  <a:lnTo>
                    <a:pt x="17145" y="773"/>
                  </a:lnTo>
                  <a:lnTo>
                    <a:pt x="17145" y="851"/>
                  </a:lnTo>
                  <a:lnTo>
                    <a:pt x="17184" y="1198"/>
                  </a:lnTo>
                  <a:lnTo>
                    <a:pt x="17145" y="1584"/>
                  </a:lnTo>
                  <a:lnTo>
                    <a:pt x="17030" y="1893"/>
                  </a:lnTo>
                  <a:lnTo>
                    <a:pt x="16836" y="2241"/>
                  </a:lnTo>
                  <a:lnTo>
                    <a:pt x="16605" y="2511"/>
                  </a:lnTo>
                  <a:lnTo>
                    <a:pt x="16334" y="2743"/>
                  </a:lnTo>
                  <a:lnTo>
                    <a:pt x="16026" y="2936"/>
                  </a:lnTo>
                  <a:lnTo>
                    <a:pt x="15678" y="3090"/>
                  </a:lnTo>
                  <a:lnTo>
                    <a:pt x="15292" y="3206"/>
                  </a:lnTo>
                  <a:lnTo>
                    <a:pt x="14906" y="3245"/>
                  </a:lnTo>
                  <a:lnTo>
                    <a:pt x="14520" y="3245"/>
                  </a:lnTo>
                  <a:lnTo>
                    <a:pt x="14133" y="3206"/>
                  </a:lnTo>
                  <a:lnTo>
                    <a:pt x="13747" y="3129"/>
                  </a:lnTo>
                  <a:lnTo>
                    <a:pt x="13361" y="3013"/>
                  </a:lnTo>
                  <a:lnTo>
                    <a:pt x="12975" y="2858"/>
                  </a:lnTo>
                  <a:lnTo>
                    <a:pt x="12627" y="2704"/>
                  </a:lnTo>
                  <a:lnTo>
                    <a:pt x="12010" y="2356"/>
                  </a:lnTo>
                  <a:lnTo>
                    <a:pt x="11353" y="1970"/>
                  </a:lnTo>
                  <a:lnTo>
                    <a:pt x="10156" y="1198"/>
                  </a:lnTo>
                  <a:lnTo>
                    <a:pt x="9538" y="851"/>
                  </a:lnTo>
                  <a:lnTo>
                    <a:pt x="8882" y="542"/>
                  </a:lnTo>
                  <a:lnTo>
                    <a:pt x="8225" y="271"/>
                  </a:lnTo>
                  <a:lnTo>
                    <a:pt x="7878" y="155"/>
                  </a:lnTo>
                  <a:lnTo>
                    <a:pt x="7492" y="78"/>
                  </a:lnTo>
                  <a:lnTo>
                    <a:pt x="687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330800" y="3096400"/>
              <a:ext cx="446975" cy="310875"/>
            </a:xfrm>
            <a:custGeom>
              <a:avLst/>
              <a:gdLst/>
              <a:ahLst/>
              <a:cxnLst/>
              <a:rect l="l" t="t" r="r" b="b"/>
              <a:pathLst>
                <a:path w="17879" h="12435" extrusionOk="0">
                  <a:moveTo>
                    <a:pt x="17608" y="1"/>
                  </a:moveTo>
                  <a:lnTo>
                    <a:pt x="17415" y="117"/>
                  </a:lnTo>
                  <a:lnTo>
                    <a:pt x="17454" y="734"/>
                  </a:lnTo>
                  <a:lnTo>
                    <a:pt x="17454" y="1352"/>
                  </a:lnTo>
                  <a:lnTo>
                    <a:pt x="17415" y="1931"/>
                  </a:lnTo>
                  <a:lnTo>
                    <a:pt x="17338" y="2549"/>
                  </a:lnTo>
                  <a:lnTo>
                    <a:pt x="17261" y="3128"/>
                  </a:lnTo>
                  <a:lnTo>
                    <a:pt x="17106" y="3708"/>
                  </a:lnTo>
                  <a:lnTo>
                    <a:pt x="16952" y="4287"/>
                  </a:lnTo>
                  <a:lnTo>
                    <a:pt x="16720" y="4828"/>
                  </a:lnTo>
                  <a:lnTo>
                    <a:pt x="16489" y="5368"/>
                  </a:lnTo>
                  <a:lnTo>
                    <a:pt x="16257" y="5909"/>
                  </a:lnTo>
                  <a:lnTo>
                    <a:pt x="15948" y="6449"/>
                  </a:lnTo>
                  <a:lnTo>
                    <a:pt x="15600" y="6951"/>
                  </a:lnTo>
                  <a:lnTo>
                    <a:pt x="15253" y="7415"/>
                  </a:lnTo>
                  <a:lnTo>
                    <a:pt x="14867" y="7917"/>
                  </a:lnTo>
                  <a:lnTo>
                    <a:pt x="14481" y="8341"/>
                  </a:lnTo>
                  <a:lnTo>
                    <a:pt x="14017" y="8805"/>
                  </a:lnTo>
                  <a:lnTo>
                    <a:pt x="13515" y="9268"/>
                  </a:lnTo>
                  <a:lnTo>
                    <a:pt x="12975" y="9693"/>
                  </a:lnTo>
                  <a:lnTo>
                    <a:pt x="12395" y="10118"/>
                  </a:lnTo>
                  <a:lnTo>
                    <a:pt x="11778" y="10465"/>
                  </a:lnTo>
                  <a:lnTo>
                    <a:pt x="11160" y="10813"/>
                  </a:lnTo>
                  <a:lnTo>
                    <a:pt x="10503" y="11122"/>
                  </a:lnTo>
                  <a:lnTo>
                    <a:pt x="9847" y="11392"/>
                  </a:lnTo>
                  <a:lnTo>
                    <a:pt x="9190" y="11585"/>
                  </a:lnTo>
                  <a:lnTo>
                    <a:pt x="8495" y="11778"/>
                  </a:lnTo>
                  <a:lnTo>
                    <a:pt x="7839" y="11894"/>
                  </a:lnTo>
                  <a:lnTo>
                    <a:pt x="7144" y="11971"/>
                  </a:lnTo>
                  <a:lnTo>
                    <a:pt x="6449" y="11971"/>
                  </a:lnTo>
                  <a:lnTo>
                    <a:pt x="5754" y="11933"/>
                  </a:lnTo>
                  <a:lnTo>
                    <a:pt x="5059" y="11817"/>
                  </a:lnTo>
                  <a:lnTo>
                    <a:pt x="4364" y="11624"/>
                  </a:lnTo>
                  <a:lnTo>
                    <a:pt x="3668" y="11392"/>
                  </a:lnTo>
                  <a:lnTo>
                    <a:pt x="3166" y="11160"/>
                  </a:lnTo>
                  <a:lnTo>
                    <a:pt x="2664" y="10890"/>
                  </a:lnTo>
                  <a:lnTo>
                    <a:pt x="2201" y="10581"/>
                  </a:lnTo>
                  <a:lnTo>
                    <a:pt x="1738" y="10234"/>
                  </a:lnTo>
                  <a:lnTo>
                    <a:pt x="1352" y="9847"/>
                  </a:lnTo>
                  <a:lnTo>
                    <a:pt x="965" y="9423"/>
                  </a:lnTo>
                  <a:lnTo>
                    <a:pt x="618" y="8959"/>
                  </a:lnTo>
                  <a:lnTo>
                    <a:pt x="309" y="8496"/>
                  </a:lnTo>
                  <a:lnTo>
                    <a:pt x="0" y="8650"/>
                  </a:lnTo>
                  <a:lnTo>
                    <a:pt x="309" y="9191"/>
                  </a:lnTo>
                  <a:lnTo>
                    <a:pt x="695" y="9693"/>
                  </a:lnTo>
                  <a:lnTo>
                    <a:pt x="1081" y="10156"/>
                  </a:lnTo>
                  <a:lnTo>
                    <a:pt x="1545" y="10581"/>
                  </a:lnTo>
                  <a:lnTo>
                    <a:pt x="2047" y="10967"/>
                  </a:lnTo>
                  <a:lnTo>
                    <a:pt x="2549" y="11315"/>
                  </a:lnTo>
                  <a:lnTo>
                    <a:pt x="3128" y="11624"/>
                  </a:lnTo>
                  <a:lnTo>
                    <a:pt x="3746" y="11894"/>
                  </a:lnTo>
                  <a:lnTo>
                    <a:pt x="4402" y="12126"/>
                  </a:lnTo>
                  <a:lnTo>
                    <a:pt x="5097" y="12280"/>
                  </a:lnTo>
                  <a:lnTo>
                    <a:pt x="5754" y="12357"/>
                  </a:lnTo>
                  <a:lnTo>
                    <a:pt x="6449" y="12435"/>
                  </a:lnTo>
                  <a:lnTo>
                    <a:pt x="7144" y="12396"/>
                  </a:lnTo>
                  <a:lnTo>
                    <a:pt x="7800" y="12357"/>
                  </a:lnTo>
                  <a:lnTo>
                    <a:pt x="8495" y="12242"/>
                  </a:lnTo>
                  <a:lnTo>
                    <a:pt x="9152" y="12087"/>
                  </a:lnTo>
                  <a:lnTo>
                    <a:pt x="9808" y="11894"/>
                  </a:lnTo>
                  <a:lnTo>
                    <a:pt x="10465" y="11662"/>
                  </a:lnTo>
                  <a:lnTo>
                    <a:pt x="11121" y="11353"/>
                  </a:lnTo>
                  <a:lnTo>
                    <a:pt x="11739" y="11044"/>
                  </a:lnTo>
                  <a:lnTo>
                    <a:pt x="12318" y="10697"/>
                  </a:lnTo>
                  <a:lnTo>
                    <a:pt x="12897" y="10311"/>
                  </a:lnTo>
                  <a:lnTo>
                    <a:pt x="13477" y="9925"/>
                  </a:lnTo>
                  <a:lnTo>
                    <a:pt x="13979" y="9461"/>
                  </a:lnTo>
                  <a:lnTo>
                    <a:pt x="14481" y="9037"/>
                  </a:lnTo>
                  <a:lnTo>
                    <a:pt x="14944" y="8573"/>
                  </a:lnTo>
                  <a:lnTo>
                    <a:pt x="15369" y="8071"/>
                  </a:lnTo>
                  <a:lnTo>
                    <a:pt x="15794" y="7531"/>
                  </a:lnTo>
                  <a:lnTo>
                    <a:pt x="16180" y="6990"/>
                  </a:lnTo>
                  <a:lnTo>
                    <a:pt x="16566" y="6411"/>
                  </a:lnTo>
                  <a:lnTo>
                    <a:pt x="16875" y="5793"/>
                  </a:lnTo>
                  <a:lnTo>
                    <a:pt x="17184" y="5214"/>
                  </a:lnTo>
                  <a:lnTo>
                    <a:pt x="17415" y="4557"/>
                  </a:lnTo>
                  <a:lnTo>
                    <a:pt x="17608" y="3939"/>
                  </a:lnTo>
                  <a:lnTo>
                    <a:pt x="17763" y="3283"/>
                  </a:lnTo>
                  <a:lnTo>
                    <a:pt x="17840" y="2626"/>
                  </a:lnTo>
                  <a:lnTo>
                    <a:pt x="17879" y="1970"/>
                  </a:lnTo>
                  <a:lnTo>
                    <a:pt x="17840" y="1314"/>
                  </a:lnTo>
                  <a:lnTo>
                    <a:pt x="17763" y="657"/>
                  </a:lnTo>
                  <a:lnTo>
                    <a:pt x="1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4441350" y="3154325"/>
              <a:ext cx="84975" cy="94625"/>
            </a:xfrm>
            <a:custGeom>
              <a:avLst/>
              <a:gdLst/>
              <a:ahLst/>
              <a:cxnLst/>
              <a:rect l="l" t="t" r="r" b="b"/>
              <a:pathLst>
                <a:path w="3399" h="3785" extrusionOk="0">
                  <a:moveTo>
                    <a:pt x="77" y="1"/>
                  </a:moveTo>
                  <a:lnTo>
                    <a:pt x="0" y="78"/>
                  </a:lnTo>
                  <a:lnTo>
                    <a:pt x="0" y="116"/>
                  </a:lnTo>
                  <a:lnTo>
                    <a:pt x="348" y="889"/>
                  </a:lnTo>
                  <a:lnTo>
                    <a:pt x="811" y="1661"/>
                  </a:lnTo>
                  <a:lnTo>
                    <a:pt x="1274" y="2395"/>
                  </a:lnTo>
                  <a:lnTo>
                    <a:pt x="1738" y="3090"/>
                  </a:lnTo>
                  <a:lnTo>
                    <a:pt x="2008" y="3437"/>
                  </a:lnTo>
                  <a:lnTo>
                    <a:pt x="2201" y="3553"/>
                  </a:lnTo>
                  <a:lnTo>
                    <a:pt x="2394" y="3669"/>
                  </a:lnTo>
                  <a:lnTo>
                    <a:pt x="2587" y="3746"/>
                  </a:lnTo>
                  <a:lnTo>
                    <a:pt x="2780" y="3785"/>
                  </a:lnTo>
                  <a:lnTo>
                    <a:pt x="3012" y="3708"/>
                  </a:lnTo>
                  <a:lnTo>
                    <a:pt x="3205" y="3592"/>
                  </a:lnTo>
                  <a:lnTo>
                    <a:pt x="3321" y="3437"/>
                  </a:lnTo>
                  <a:lnTo>
                    <a:pt x="3398" y="3244"/>
                  </a:lnTo>
                  <a:lnTo>
                    <a:pt x="3398" y="3090"/>
                  </a:lnTo>
                  <a:lnTo>
                    <a:pt x="3398" y="2897"/>
                  </a:lnTo>
                  <a:lnTo>
                    <a:pt x="3360" y="2704"/>
                  </a:lnTo>
                  <a:lnTo>
                    <a:pt x="3282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89" y="2742"/>
                  </a:lnTo>
                  <a:lnTo>
                    <a:pt x="3128" y="2858"/>
                  </a:lnTo>
                  <a:lnTo>
                    <a:pt x="2896" y="3012"/>
                  </a:lnTo>
                  <a:lnTo>
                    <a:pt x="2665" y="3128"/>
                  </a:lnTo>
                  <a:lnTo>
                    <a:pt x="2510" y="3206"/>
                  </a:lnTo>
                  <a:lnTo>
                    <a:pt x="2317" y="3206"/>
                  </a:lnTo>
                  <a:lnTo>
                    <a:pt x="2201" y="3167"/>
                  </a:lnTo>
                  <a:lnTo>
                    <a:pt x="2047" y="3090"/>
                  </a:lnTo>
                  <a:lnTo>
                    <a:pt x="1931" y="2935"/>
                  </a:lnTo>
                  <a:lnTo>
                    <a:pt x="1854" y="2742"/>
                  </a:lnTo>
                  <a:lnTo>
                    <a:pt x="1699" y="2511"/>
                  </a:lnTo>
                  <a:lnTo>
                    <a:pt x="1081" y="1507"/>
                  </a:lnTo>
                  <a:lnTo>
                    <a:pt x="618" y="773"/>
                  </a:lnTo>
                  <a:lnTo>
                    <a:pt x="386" y="387"/>
                  </a:lnTo>
                  <a:lnTo>
                    <a:pt x="116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7199400" y="3174600"/>
              <a:ext cx="61825" cy="89800"/>
            </a:xfrm>
            <a:custGeom>
              <a:avLst/>
              <a:gdLst/>
              <a:ahLst/>
              <a:cxnLst/>
              <a:rect l="l" t="t" r="r" b="b"/>
              <a:pathLst>
                <a:path w="2473" h="3592" extrusionOk="0">
                  <a:moveTo>
                    <a:pt x="1082" y="0"/>
                  </a:moveTo>
                  <a:lnTo>
                    <a:pt x="1005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32" y="2163"/>
                  </a:lnTo>
                  <a:lnTo>
                    <a:pt x="1932" y="2433"/>
                  </a:lnTo>
                  <a:lnTo>
                    <a:pt x="1816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1" y="3128"/>
                  </a:lnTo>
                  <a:lnTo>
                    <a:pt x="1198" y="3128"/>
                  </a:lnTo>
                  <a:lnTo>
                    <a:pt x="1043" y="3090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588"/>
                  </a:lnTo>
                  <a:lnTo>
                    <a:pt x="928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1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13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24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10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21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3"/>
                  </a:lnTo>
                  <a:lnTo>
                    <a:pt x="1700" y="3514"/>
                  </a:lnTo>
                  <a:lnTo>
                    <a:pt x="1854" y="3399"/>
                  </a:lnTo>
                  <a:lnTo>
                    <a:pt x="2047" y="3244"/>
                  </a:lnTo>
                  <a:lnTo>
                    <a:pt x="2202" y="3051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0"/>
                  </a:lnTo>
                  <a:lnTo>
                    <a:pt x="2434" y="2008"/>
                  </a:lnTo>
                  <a:lnTo>
                    <a:pt x="2395" y="1815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6803600" y="3198725"/>
              <a:ext cx="310875" cy="124575"/>
            </a:xfrm>
            <a:custGeom>
              <a:avLst/>
              <a:gdLst/>
              <a:ahLst/>
              <a:cxnLst/>
              <a:rect l="l" t="t" r="r" b="b"/>
              <a:pathLst>
                <a:path w="12435" h="4983" extrusionOk="0">
                  <a:moveTo>
                    <a:pt x="232" y="1"/>
                  </a:moveTo>
                  <a:lnTo>
                    <a:pt x="1" y="233"/>
                  </a:lnTo>
                  <a:lnTo>
                    <a:pt x="503" y="966"/>
                  </a:lnTo>
                  <a:lnTo>
                    <a:pt x="1043" y="1623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4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4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3"/>
                  </a:lnTo>
                  <a:lnTo>
                    <a:pt x="11855" y="3862"/>
                  </a:lnTo>
                  <a:lnTo>
                    <a:pt x="12242" y="3592"/>
                  </a:lnTo>
                  <a:lnTo>
                    <a:pt x="12319" y="3553"/>
                  </a:lnTo>
                  <a:lnTo>
                    <a:pt x="12435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9"/>
                  </a:lnTo>
                  <a:lnTo>
                    <a:pt x="12010" y="3129"/>
                  </a:lnTo>
                  <a:lnTo>
                    <a:pt x="11933" y="3206"/>
                  </a:lnTo>
                  <a:lnTo>
                    <a:pt x="11585" y="3438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7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2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2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7"/>
                  </a:lnTo>
                  <a:lnTo>
                    <a:pt x="4596" y="3708"/>
                  </a:lnTo>
                  <a:lnTo>
                    <a:pt x="3901" y="3283"/>
                  </a:lnTo>
                  <a:lnTo>
                    <a:pt x="3206" y="2820"/>
                  </a:lnTo>
                  <a:lnTo>
                    <a:pt x="2588" y="2318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7111550" y="320550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77"/>
                  </a:lnTo>
                  <a:lnTo>
                    <a:pt x="3013" y="270"/>
                  </a:lnTo>
                  <a:lnTo>
                    <a:pt x="2781" y="502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5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1"/>
                  </a:lnTo>
                  <a:lnTo>
                    <a:pt x="966" y="2510"/>
                  </a:lnTo>
                  <a:lnTo>
                    <a:pt x="1198" y="2587"/>
                  </a:lnTo>
                  <a:lnTo>
                    <a:pt x="1430" y="2703"/>
                  </a:lnTo>
                  <a:lnTo>
                    <a:pt x="1623" y="2819"/>
                  </a:lnTo>
                  <a:lnTo>
                    <a:pt x="1816" y="2973"/>
                  </a:lnTo>
                  <a:lnTo>
                    <a:pt x="1970" y="3167"/>
                  </a:lnTo>
                  <a:lnTo>
                    <a:pt x="2047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093"/>
                  </a:lnTo>
                  <a:lnTo>
                    <a:pt x="2009" y="4325"/>
                  </a:lnTo>
                  <a:lnTo>
                    <a:pt x="1893" y="4518"/>
                  </a:lnTo>
                  <a:lnTo>
                    <a:pt x="1739" y="4711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5"/>
                  </a:lnTo>
                  <a:lnTo>
                    <a:pt x="657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32"/>
                  </a:lnTo>
                  <a:lnTo>
                    <a:pt x="966" y="4093"/>
                  </a:lnTo>
                  <a:lnTo>
                    <a:pt x="1121" y="4093"/>
                  </a:lnTo>
                  <a:lnTo>
                    <a:pt x="1237" y="4016"/>
                  </a:lnTo>
                  <a:lnTo>
                    <a:pt x="1314" y="3900"/>
                  </a:lnTo>
                  <a:lnTo>
                    <a:pt x="1314" y="3784"/>
                  </a:lnTo>
                  <a:lnTo>
                    <a:pt x="1275" y="3707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862"/>
                  </a:lnTo>
                  <a:lnTo>
                    <a:pt x="387" y="3977"/>
                  </a:lnTo>
                  <a:lnTo>
                    <a:pt x="310" y="4093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866"/>
                  </a:lnTo>
                  <a:lnTo>
                    <a:pt x="387" y="5097"/>
                  </a:lnTo>
                  <a:lnTo>
                    <a:pt x="541" y="5252"/>
                  </a:lnTo>
                  <a:lnTo>
                    <a:pt x="735" y="5368"/>
                  </a:lnTo>
                  <a:lnTo>
                    <a:pt x="966" y="5406"/>
                  </a:lnTo>
                  <a:lnTo>
                    <a:pt x="1198" y="5406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20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1"/>
                  </a:lnTo>
                  <a:lnTo>
                    <a:pt x="1739" y="2356"/>
                  </a:lnTo>
                  <a:lnTo>
                    <a:pt x="1507" y="2201"/>
                  </a:lnTo>
                  <a:lnTo>
                    <a:pt x="1275" y="2124"/>
                  </a:lnTo>
                  <a:lnTo>
                    <a:pt x="1623" y="1969"/>
                  </a:lnTo>
                  <a:lnTo>
                    <a:pt x="1932" y="1815"/>
                  </a:lnTo>
                  <a:lnTo>
                    <a:pt x="2241" y="1622"/>
                  </a:lnTo>
                  <a:lnTo>
                    <a:pt x="2549" y="1390"/>
                  </a:lnTo>
                  <a:lnTo>
                    <a:pt x="2820" y="1197"/>
                  </a:lnTo>
                  <a:lnTo>
                    <a:pt x="3090" y="965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77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1402350" y="3219000"/>
              <a:ext cx="106225" cy="103325"/>
            </a:xfrm>
            <a:custGeom>
              <a:avLst/>
              <a:gdLst/>
              <a:ahLst/>
              <a:cxnLst/>
              <a:rect l="l" t="t" r="r" b="b"/>
              <a:pathLst>
                <a:path w="4249" h="4133" extrusionOk="0">
                  <a:moveTo>
                    <a:pt x="2317" y="387"/>
                  </a:moveTo>
                  <a:lnTo>
                    <a:pt x="2588" y="425"/>
                  </a:lnTo>
                  <a:lnTo>
                    <a:pt x="2858" y="503"/>
                  </a:lnTo>
                  <a:lnTo>
                    <a:pt x="3128" y="619"/>
                  </a:lnTo>
                  <a:lnTo>
                    <a:pt x="3321" y="812"/>
                  </a:lnTo>
                  <a:lnTo>
                    <a:pt x="3553" y="1043"/>
                  </a:lnTo>
                  <a:lnTo>
                    <a:pt x="3708" y="1352"/>
                  </a:lnTo>
                  <a:lnTo>
                    <a:pt x="3823" y="1700"/>
                  </a:lnTo>
                  <a:lnTo>
                    <a:pt x="3862" y="2047"/>
                  </a:lnTo>
                  <a:lnTo>
                    <a:pt x="3785" y="2395"/>
                  </a:lnTo>
                  <a:lnTo>
                    <a:pt x="3708" y="2742"/>
                  </a:lnTo>
                  <a:lnTo>
                    <a:pt x="3514" y="3051"/>
                  </a:lnTo>
                  <a:lnTo>
                    <a:pt x="3283" y="3322"/>
                  </a:lnTo>
                  <a:lnTo>
                    <a:pt x="3012" y="3515"/>
                  </a:lnTo>
                  <a:lnTo>
                    <a:pt x="2704" y="3669"/>
                  </a:lnTo>
                  <a:lnTo>
                    <a:pt x="2395" y="3746"/>
                  </a:lnTo>
                  <a:lnTo>
                    <a:pt x="2047" y="3785"/>
                  </a:lnTo>
                  <a:lnTo>
                    <a:pt x="1738" y="3746"/>
                  </a:lnTo>
                  <a:lnTo>
                    <a:pt x="1391" y="3631"/>
                  </a:lnTo>
                  <a:lnTo>
                    <a:pt x="1120" y="3476"/>
                  </a:lnTo>
                  <a:lnTo>
                    <a:pt x="850" y="3283"/>
                  </a:lnTo>
                  <a:lnTo>
                    <a:pt x="618" y="3013"/>
                  </a:lnTo>
                  <a:lnTo>
                    <a:pt x="464" y="2665"/>
                  </a:lnTo>
                  <a:lnTo>
                    <a:pt x="348" y="2318"/>
                  </a:lnTo>
                  <a:lnTo>
                    <a:pt x="348" y="1931"/>
                  </a:lnTo>
                  <a:lnTo>
                    <a:pt x="387" y="1545"/>
                  </a:lnTo>
                  <a:lnTo>
                    <a:pt x="541" y="1236"/>
                  </a:lnTo>
                  <a:lnTo>
                    <a:pt x="618" y="1082"/>
                  </a:lnTo>
                  <a:lnTo>
                    <a:pt x="734" y="927"/>
                  </a:lnTo>
                  <a:lnTo>
                    <a:pt x="889" y="812"/>
                  </a:lnTo>
                  <a:lnTo>
                    <a:pt x="1043" y="696"/>
                  </a:lnTo>
                  <a:lnTo>
                    <a:pt x="1236" y="619"/>
                  </a:lnTo>
                  <a:lnTo>
                    <a:pt x="1429" y="541"/>
                  </a:lnTo>
                  <a:lnTo>
                    <a:pt x="1468" y="503"/>
                  </a:lnTo>
                  <a:lnTo>
                    <a:pt x="1777" y="425"/>
                  </a:lnTo>
                  <a:lnTo>
                    <a:pt x="2047" y="387"/>
                  </a:lnTo>
                  <a:close/>
                  <a:moveTo>
                    <a:pt x="1931" y="1"/>
                  </a:moveTo>
                  <a:lnTo>
                    <a:pt x="1738" y="39"/>
                  </a:lnTo>
                  <a:lnTo>
                    <a:pt x="1507" y="117"/>
                  </a:lnTo>
                  <a:lnTo>
                    <a:pt x="1313" y="232"/>
                  </a:lnTo>
                  <a:lnTo>
                    <a:pt x="1159" y="348"/>
                  </a:lnTo>
                  <a:lnTo>
                    <a:pt x="1120" y="387"/>
                  </a:lnTo>
                  <a:lnTo>
                    <a:pt x="966" y="387"/>
                  </a:lnTo>
                  <a:lnTo>
                    <a:pt x="773" y="464"/>
                  </a:lnTo>
                  <a:lnTo>
                    <a:pt x="657" y="541"/>
                  </a:lnTo>
                  <a:lnTo>
                    <a:pt x="503" y="657"/>
                  </a:lnTo>
                  <a:lnTo>
                    <a:pt x="387" y="773"/>
                  </a:lnTo>
                  <a:lnTo>
                    <a:pt x="309" y="927"/>
                  </a:lnTo>
                  <a:lnTo>
                    <a:pt x="155" y="1236"/>
                  </a:lnTo>
                  <a:lnTo>
                    <a:pt x="39" y="1623"/>
                  </a:lnTo>
                  <a:lnTo>
                    <a:pt x="1" y="2009"/>
                  </a:lnTo>
                  <a:lnTo>
                    <a:pt x="39" y="2356"/>
                  </a:lnTo>
                  <a:lnTo>
                    <a:pt x="78" y="2704"/>
                  </a:lnTo>
                  <a:lnTo>
                    <a:pt x="155" y="2897"/>
                  </a:lnTo>
                  <a:lnTo>
                    <a:pt x="271" y="3090"/>
                  </a:lnTo>
                  <a:lnTo>
                    <a:pt x="387" y="3283"/>
                  </a:lnTo>
                  <a:lnTo>
                    <a:pt x="541" y="3437"/>
                  </a:lnTo>
                  <a:lnTo>
                    <a:pt x="850" y="3746"/>
                  </a:lnTo>
                  <a:lnTo>
                    <a:pt x="1236" y="3939"/>
                  </a:lnTo>
                  <a:lnTo>
                    <a:pt x="1661" y="4094"/>
                  </a:lnTo>
                  <a:lnTo>
                    <a:pt x="2086" y="4133"/>
                  </a:lnTo>
                  <a:lnTo>
                    <a:pt x="2510" y="4094"/>
                  </a:lnTo>
                  <a:lnTo>
                    <a:pt x="2742" y="4055"/>
                  </a:lnTo>
                  <a:lnTo>
                    <a:pt x="2974" y="3978"/>
                  </a:lnTo>
                  <a:lnTo>
                    <a:pt x="3321" y="3746"/>
                  </a:lnTo>
                  <a:lnTo>
                    <a:pt x="3630" y="3476"/>
                  </a:lnTo>
                  <a:lnTo>
                    <a:pt x="3862" y="3167"/>
                  </a:lnTo>
                  <a:lnTo>
                    <a:pt x="4055" y="2781"/>
                  </a:lnTo>
                  <a:lnTo>
                    <a:pt x="4171" y="2395"/>
                  </a:lnTo>
                  <a:lnTo>
                    <a:pt x="4248" y="2009"/>
                  </a:lnTo>
                  <a:lnTo>
                    <a:pt x="4210" y="1584"/>
                  </a:lnTo>
                  <a:lnTo>
                    <a:pt x="4094" y="1198"/>
                  </a:lnTo>
                  <a:lnTo>
                    <a:pt x="3978" y="1005"/>
                  </a:lnTo>
                  <a:lnTo>
                    <a:pt x="3862" y="812"/>
                  </a:lnTo>
                  <a:lnTo>
                    <a:pt x="3708" y="657"/>
                  </a:lnTo>
                  <a:lnTo>
                    <a:pt x="3553" y="503"/>
                  </a:lnTo>
                  <a:lnTo>
                    <a:pt x="3206" y="232"/>
                  </a:lnTo>
                  <a:lnTo>
                    <a:pt x="2781" y="78"/>
                  </a:lnTo>
                  <a:lnTo>
                    <a:pt x="23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4924025" y="3220925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6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5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5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0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7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2672775" y="3239275"/>
              <a:ext cx="330175" cy="176700"/>
            </a:xfrm>
            <a:custGeom>
              <a:avLst/>
              <a:gdLst/>
              <a:ahLst/>
              <a:cxnLst/>
              <a:rect l="l" t="t" r="r" b="b"/>
              <a:pathLst>
                <a:path w="13207" h="7068" extrusionOk="0">
                  <a:moveTo>
                    <a:pt x="8110" y="310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80"/>
                  </a:lnTo>
                  <a:lnTo>
                    <a:pt x="8728" y="889"/>
                  </a:lnTo>
                  <a:lnTo>
                    <a:pt x="8766" y="1198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8"/>
                  </a:lnTo>
                  <a:lnTo>
                    <a:pt x="8033" y="2858"/>
                  </a:lnTo>
                  <a:lnTo>
                    <a:pt x="6836" y="4712"/>
                  </a:lnTo>
                  <a:lnTo>
                    <a:pt x="6681" y="4712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8"/>
                  </a:lnTo>
                  <a:lnTo>
                    <a:pt x="7453" y="889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10"/>
                  </a:lnTo>
                  <a:close/>
                  <a:moveTo>
                    <a:pt x="5909" y="5407"/>
                  </a:moveTo>
                  <a:lnTo>
                    <a:pt x="4673" y="5831"/>
                  </a:lnTo>
                  <a:lnTo>
                    <a:pt x="3437" y="6218"/>
                  </a:lnTo>
                  <a:lnTo>
                    <a:pt x="2781" y="6372"/>
                  </a:lnTo>
                  <a:lnTo>
                    <a:pt x="2125" y="6527"/>
                  </a:lnTo>
                  <a:lnTo>
                    <a:pt x="1700" y="6565"/>
                  </a:lnTo>
                  <a:lnTo>
                    <a:pt x="1314" y="6604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8"/>
                  </a:lnTo>
                  <a:lnTo>
                    <a:pt x="696" y="6063"/>
                  </a:lnTo>
                  <a:lnTo>
                    <a:pt x="696" y="5909"/>
                  </a:lnTo>
                  <a:lnTo>
                    <a:pt x="734" y="5793"/>
                  </a:lnTo>
                  <a:lnTo>
                    <a:pt x="812" y="5716"/>
                  </a:lnTo>
                  <a:lnTo>
                    <a:pt x="889" y="5677"/>
                  </a:lnTo>
                  <a:lnTo>
                    <a:pt x="1082" y="5600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7"/>
                  </a:lnTo>
                  <a:close/>
                  <a:moveTo>
                    <a:pt x="7067" y="5098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6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9"/>
                  </a:lnTo>
                  <a:lnTo>
                    <a:pt x="12589" y="6025"/>
                  </a:lnTo>
                  <a:lnTo>
                    <a:pt x="12628" y="6179"/>
                  </a:lnTo>
                  <a:lnTo>
                    <a:pt x="12589" y="6527"/>
                  </a:lnTo>
                  <a:lnTo>
                    <a:pt x="12435" y="6604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4"/>
                  </a:lnTo>
                  <a:lnTo>
                    <a:pt x="10929" y="6527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9"/>
                  </a:lnTo>
                  <a:lnTo>
                    <a:pt x="8226" y="5677"/>
                  </a:lnTo>
                  <a:lnTo>
                    <a:pt x="7067" y="5098"/>
                  </a:lnTo>
                  <a:close/>
                  <a:moveTo>
                    <a:pt x="8148" y="1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7"/>
                  </a:lnTo>
                  <a:lnTo>
                    <a:pt x="6681" y="2433"/>
                  </a:lnTo>
                  <a:lnTo>
                    <a:pt x="6527" y="3592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1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8"/>
                  </a:lnTo>
                  <a:lnTo>
                    <a:pt x="1391" y="5175"/>
                  </a:lnTo>
                  <a:lnTo>
                    <a:pt x="1005" y="5214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600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5"/>
                  </a:lnTo>
                  <a:lnTo>
                    <a:pt x="117" y="6449"/>
                  </a:lnTo>
                  <a:lnTo>
                    <a:pt x="232" y="6604"/>
                  </a:lnTo>
                  <a:lnTo>
                    <a:pt x="348" y="6681"/>
                  </a:lnTo>
                  <a:lnTo>
                    <a:pt x="464" y="6797"/>
                  </a:lnTo>
                  <a:lnTo>
                    <a:pt x="773" y="6913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3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6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9"/>
                  </a:lnTo>
                  <a:lnTo>
                    <a:pt x="6758" y="6102"/>
                  </a:lnTo>
                  <a:lnTo>
                    <a:pt x="6836" y="6295"/>
                  </a:lnTo>
                  <a:lnTo>
                    <a:pt x="7106" y="6256"/>
                  </a:lnTo>
                  <a:lnTo>
                    <a:pt x="7106" y="6218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7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7"/>
                  </a:lnTo>
                  <a:lnTo>
                    <a:pt x="11045" y="6951"/>
                  </a:lnTo>
                  <a:lnTo>
                    <a:pt x="11469" y="7029"/>
                  </a:lnTo>
                  <a:lnTo>
                    <a:pt x="11933" y="7067"/>
                  </a:lnTo>
                  <a:lnTo>
                    <a:pt x="12396" y="7029"/>
                  </a:lnTo>
                  <a:lnTo>
                    <a:pt x="12589" y="6990"/>
                  </a:lnTo>
                  <a:lnTo>
                    <a:pt x="12782" y="6913"/>
                  </a:lnTo>
                  <a:lnTo>
                    <a:pt x="12937" y="6797"/>
                  </a:lnTo>
                  <a:lnTo>
                    <a:pt x="13053" y="6681"/>
                  </a:lnTo>
                  <a:lnTo>
                    <a:pt x="13130" y="6527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5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7"/>
                  </a:lnTo>
                  <a:lnTo>
                    <a:pt x="12242" y="5291"/>
                  </a:lnTo>
                  <a:lnTo>
                    <a:pt x="11894" y="5214"/>
                  </a:lnTo>
                  <a:lnTo>
                    <a:pt x="11315" y="5098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2"/>
                  </a:lnTo>
                  <a:lnTo>
                    <a:pt x="8071" y="3515"/>
                  </a:lnTo>
                  <a:lnTo>
                    <a:pt x="8496" y="2858"/>
                  </a:lnTo>
                  <a:lnTo>
                    <a:pt x="8843" y="2202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7"/>
                  </a:lnTo>
                  <a:lnTo>
                    <a:pt x="9075" y="1275"/>
                  </a:lnTo>
                  <a:lnTo>
                    <a:pt x="9037" y="1005"/>
                  </a:lnTo>
                  <a:lnTo>
                    <a:pt x="8959" y="812"/>
                  </a:lnTo>
                  <a:lnTo>
                    <a:pt x="8882" y="580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410925" y="3256650"/>
              <a:ext cx="35725" cy="33825"/>
            </a:xfrm>
            <a:custGeom>
              <a:avLst/>
              <a:gdLst/>
              <a:ahLst/>
              <a:cxnLst/>
              <a:rect l="l" t="t" r="r" b="b"/>
              <a:pathLst>
                <a:path w="1429" h="1353" extrusionOk="0">
                  <a:moveTo>
                    <a:pt x="579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71"/>
                  </a:lnTo>
                  <a:lnTo>
                    <a:pt x="39" y="425"/>
                  </a:lnTo>
                  <a:lnTo>
                    <a:pt x="0" y="619"/>
                  </a:lnTo>
                  <a:lnTo>
                    <a:pt x="0" y="812"/>
                  </a:lnTo>
                  <a:lnTo>
                    <a:pt x="77" y="966"/>
                  </a:lnTo>
                  <a:lnTo>
                    <a:pt x="155" y="1121"/>
                  </a:lnTo>
                  <a:lnTo>
                    <a:pt x="309" y="1275"/>
                  </a:lnTo>
                  <a:lnTo>
                    <a:pt x="463" y="1352"/>
                  </a:lnTo>
                  <a:lnTo>
                    <a:pt x="618" y="1352"/>
                  </a:lnTo>
                  <a:lnTo>
                    <a:pt x="695" y="1236"/>
                  </a:lnTo>
                  <a:lnTo>
                    <a:pt x="695" y="1121"/>
                  </a:lnTo>
                  <a:lnTo>
                    <a:pt x="657" y="1082"/>
                  </a:lnTo>
                  <a:lnTo>
                    <a:pt x="579" y="1043"/>
                  </a:lnTo>
                  <a:lnTo>
                    <a:pt x="502" y="1005"/>
                  </a:lnTo>
                  <a:lnTo>
                    <a:pt x="463" y="927"/>
                  </a:lnTo>
                  <a:lnTo>
                    <a:pt x="386" y="773"/>
                  </a:lnTo>
                  <a:lnTo>
                    <a:pt x="386" y="580"/>
                  </a:lnTo>
                  <a:lnTo>
                    <a:pt x="425" y="503"/>
                  </a:lnTo>
                  <a:lnTo>
                    <a:pt x="502" y="425"/>
                  </a:lnTo>
                  <a:lnTo>
                    <a:pt x="579" y="387"/>
                  </a:lnTo>
                  <a:lnTo>
                    <a:pt x="657" y="387"/>
                  </a:lnTo>
                  <a:lnTo>
                    <a:pt x="850" y="425"/>
                  </a:lnTo>
                  <a:lnTo>
                    <a:pt x="927" y="464"/>
                  </a:lnTo>
                  <a:lnTo>
                    <a:pt x="965" y="541"/>
                  </a:lnTo>
                  <a:lnTo>
                    <a:pt x="1043" y="696"/>
                  </a:lnTo>
                  <a:lnTo>
                    <a:pt x="1081" y="773"/>
                  </a:lnTo>
                  <a:lnTo>
                    <a:pt x="1120" y="812"/>
                  </a:lnTo>
                  <a:lnTo>
                    <a:pt x="1274" y="812"/>
                  </a:lnTo>
                  <a:lnTo>
                    <a:pt x="1352" y="734"/>
                  </a:lnTo>
                  <a:lnTo>
                    <a:pt x="1390" y="696"/>
                  </a:lnTo>
                  <a:lnTo>
                    <a:pt x="1429" y="619"/>
                  </a:lnTo>
                  <a:lnTo>
                    <a:pt x="1390" y="425"/>
                  </a:lnTo>
                  <a:lnTo>
                    <a:pt x="1274" y="271"/>
                  </a:lnTo>
                  <a:lnTo>
                    <a:pt x="1159" y="117"/>
                  </a:lnTo>
                  <a:lnTo>
                    <a:pt x="965" y="39"/>
                  </a:lnTo>
                  <a:lnTo>
                    <a:pt x="77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5445325" y="3267275"/>
              <a:ext cx="624625" cy="344650"/>
            </a:xfrm>
            <a:custGeom>
              <a:avLst/>
              <a:gdLst/>
              <a:ahLst/>
              <a:cxnLst/>
              <a:rect l="l" t="t" r="r" b="b"/>
              <a:pathLst>
                <a:path w="24985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03" y="2008"/>
                  </a:lnTo>
                  <a:lnTo>
                    <a:pt x="23787" y="2124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170" y="2086"/>
                  </a:lnTo>
                  <a:lnTo>
                    <a:pt x="23054" y="1970"/>
                  </a:lnTo>
                  <a:lnTo>
                    <a:pt x="22976" y="1815"/>
                  </a:lnTo>
                  <a:lnTo>
                    <a:pt x="22938" y="1622"/>
                  </a:lnTo>
                  <a:lnTo>
                    <a:pt x="22976" y="1429"/>
                  </a:lnTo>
                  <a:lnTo>
                    <a:pt x="23015" y="1236"/>
                  </a:lnTo>
                  <a:lnTo>
                    <a:pt x="23131" y="1082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42"/>
                  </a:lnTo>
                  <a:lnTo>
                    <a:pt x="24289" y="3090"/>
                  </a:lnTo>
                  <a:lnTo>
                    <a:pt x="24367" y="3437"/>
                  </a:lnTo>
                  <a:lnTo>
                    <a:pt x="24405" y="3785"/>
                  </a:lnTo>
                  <a:lnTo>
                    <a:pt x="24173" y="3707"/>
                  </a:lnTo>
                  <a:lnTo>
                    <a:pt x="23942" y="3592"/>
                  </a:lnTo>
                  <a:lnTo>
                    <a:pt x="23826" y="3514"/>
                  </a:lnTo>
                  <a:lnTo>
                    <a:pt x="23787" y="3399"/>
                  </a:lnTo>
                  <a:lnTo>
                    <a:pt x="23710" y="3283"/>
                  </a:lnTo>
                  <a:lnTo>
                    <a:pt x="23672" y="3128"/>
                  </a:lnTo>
                  <a:lnTo>
                    <a:pt x="23710" y="2897"/>
                  </a:lnTo>
                  <a:lnTo>
                    <a:pt x="23787" y="2704"/>
                  </a:lnTo>
                  <a:lnTo>
                    <a:pt x="23903" y="2549"/>
                  </a:lnTo>
                  <a:lnTo>
                    <a:pt x="24096" y="2433"/>
                  </a:lnTo>
                  <a:close/>
                  <a:moveTo>
                    <a:pt x="16142" y="4943"/>
                  </a:moveTo>
                  <a:lnTo>
                    <a:pt x="16257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28" y="5252"/>
                  </a:lnTo>
                  <a:lnTo>
                    <a:pt x="16566" y="5407"/>
                  </a:lnTo>
                  <a:lnTo>
                    <a:pt x="16296" y="5407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40" y="5368"/>
                  </a:lnTo>
                  <a:lnTo>
                    <a:pt x="15678" y="5252"/>
                  </a:lnTo>
                  <a:lnTo>
                    <a:pt x="15755" y="5136"/>
                  </a:lnTo>
                  <a:lnTo>
                    <a:pt x="15833" y="5059"/>
                  </a:lnTo>
                  <a:lnTo>
                    <a:pt x="15949" y="5020"/>
                  </a:lnTo>
                  <a:lnTo>
                    <a:pt x="16026" y="4982"/>
                  </a:lnTo>
                  <a:lnTo>
                    <a:pt x="16142" y="4943"/>
                  </a:lnTo>
                  <a:close/>
                  <a:moveTo>
                    <a:pt x="24444" y="4248"/>
                  </a:moveTo>
                  <a:lnTo>
                    <a:pt x="24405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07"/>
                  </a:lnTo>
                  <a:lnTo>
                    <a:pt x="23903" y="5252"/>
                  </a:lnTo>
                  <a:lnTo>
                    <a:pt x="23787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865" y="4596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763" y="4866"/>
                  </a:lnTo>
                  <a:lnTo>
                    <a:pt x="17879" y="4905"/>
                  </a:lnTo>
                  <a:lnTo>
                    <a:pt x="17957" y="4982"/>
                  </a:lnTo>
                  <a:lnTo>
                    <a:pt x="18072" y="5175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484"/>
                  </a:lnTo>
                  <a:lnTo>
                    <a:pt x="17030" y="5407"/>
                  </a:lnTo>
                  <a:lnTo>
                    <a:pt x="17030" y="5291"/>
                  </a:lnTo>
                  <a:lnTo>
                    <a:pt x="17107" y="5136"/>
                  </a:lnTo>
                  <a:lnTo>
                    <a:pt x="17184" y="5059"/>
                  </a:lnTo>
                  <a:lnTo>
                    <a:pt x="17261" y="4943"/>
                  </a:lnTo>
                  <a:lnTo>
                    <a:pt x="17377" y="4866"/>
                  </a:lnTo>
                  <a:lnTo>
                    <a:pt x="17493" y="4827"/>
                  </a:lnTo>
                  <a:close/>
                  <a:moveTo>
                    <a:pt x="14558" y="5291"/>
                  </a:moveTo>
                  <a:lnTo>
                    <a:pt x="14674" y="5329"/>
                  </a:lnTo>
                  <a:lnTo>
                    <a:pt x="14790" y="5368"/>
                  </a:lnTo>
                  <a:lnTo>
                    <a:pt x="14906" y="5445"/>
                  </a:lnTo>
                  <a:lnTo>
                    <a:pt x="14983" y="5522"/>
                  </a:lnTo>
                  <a:lnTo>
                    <a:pt x="15060" y="5677"/>
                  </a:lnTo>
                  <a:lnTo>
                    <a:pt x="14520" y="5870"/>
                  </a:lnTo>
                  <a:lnTo>
                    <a:pt x="14056" y="6102"/>
                  </a:lnTo>
                  <a:lnTo>
                    <a:pt x="14018" y="6024"/>
                  </a:lnTo>
                  <a:lnTo>
                    <a:pt x="14018" y="5793"/>
                  </a:lnTo>
                  <a:lnTo>
                    <a:pt x="14095" y="5600"/>
                  </a:lnTo>
                  <a:lnTo>
                    <a:pt x="14249" y="5445"/>
                  </a:lnTo>
                  <a:lnTo>
                    <a:pt x="14327" y="5368"/>
                  </a:lnTo>
                  <a:lnTo>
                    <a:pt x="14443" y="5329"/>
                  </a:lnTo>
                  <a:lnTo>
                    <a:pt x="14558" y="5291"/>
                  </a:lnTo>
                  <a:close/>
                  <a:moveTo>
                    <a:pt x="19076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47" y="5793"/>
                  </a:lnTo>
                  <a:lnTo>
                    <a:pt x="19385" y="5986"/>
                  </a:lnTo>
                  <a:lnTo>
                    <a:pt x="19347" y="6140"/>
                  </a:lnTo>
                  <a:lnTo>
                    <a:pt x="18574" y="5831"/>
                  </a:lnTo>
                  <a:lnTo>
                    <a:pt x="18613" y="5715"/>
                  </a:lnTo>
                  <a:lnTo>
                    <a:pt x="18652" y="5638"/>
                  </a:lnTo>
                  <a:lnTo>
                    <a:pt x="18806" y="5522"/>
                  </a:lnTo>
                  <a:lnTo>
                    <a:pt x="18999" y="5484"/>
                  </a:lnTo>
                  <a:close/>
                  <a:moveTo>
                    <a:pt x="20312" y="6063"/>
                  </a:moveTo>
                  <a:lnTo>
                    <a:pt x="20428" y="6102"/>
                  </a:lnTo>
                  <a:lnTo>
                    <a:pt x="20544" y="6179"/>
                  </a:lnTo>
                  <a:lnTo>
                    <a:pt x="20660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53" y="6913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10" y="6256"/>
                  </a:lnTo>
                  <a:lnTo>
                    <a:pt x="19887" y="6179"/>
                  </a:lnTo>
                  <a:lnTo>
                    <a:pt x="19964" y="6102"/>
                  </a:lnTo>
                  <a:lnTo>
                    <a:pt x="20080" y="6063"/>
                  </a:lnTo>
                  <a:close/>
                  <a:moveTo>
                    <a:pt x="23710" y="5870"/>
                  </a:moveTo>
                  <a:lnTo>
                    <a:pt x="23942" y="5986"/>
                  </a:lnTo>
                  <a:lnTo>
                    <a:pt x="24058" y="5986"/>
                  </a:lnTo>
                  <a:lnTo>
                    <a:pt x="23903" y="6295"/>
                  </a:lnTo>
                  <a:lnTo>
                    <a:pt x="23710" y="6565"/>
                  </a:lnTo>
                  <a:lnTo>
                    <a:pt x="23478" y="6797"/>
                  </a:lnTo>
                  <a:lnTo>
                    <a:pt x="23247" y="6990"/>
                  </a:lnTo>
                  <a:lnTo>
                    <a:pt x="23208" y="6913"/>
                  </a:lnTo>
                  <a:lnTo>
                    <a:pt x="23054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092" y="6063"/>
                  </a:lnTo>
                  <a:lnTo>
                    <a:pt x="23170" y="5986"/>
                  </a:lnTo>
                  <a:lnTo>
                    <a:pt x="23285" y="5947"/>
                  </a:lnTo>
                  <a:lnTo>
                    <a:pt x="23478" y="5870"/>
                  </a:lnTo>
                  <a:close/>
                  <a:moveTo>
                    <a:pt x="13207" y="6102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670" y="6333"/>
                  </a:lnTo>
                  <a:lnTo>
                    <a:pt x="13130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3"/>
                  </a:lnTo>
                  <a:lnTo>
                    <a:pt x="12628" y="6797"/>
                  </a:lnTo>
                  <a:lnTo>
                    <a:pt x="12628" y="6642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179"/>
                  </a:lnTo>
                  <a:lnTo>
                    <a:pt x="12975" y="6140"/>
                  </a:lnTo>
                  <a:lnTo>
                    <a:pt x="13091" y="6102"/>
                  </a:lnTo>
                  <a:close/>
                  <a:moveTo>
                    <a:pt x="22166" y="6565"/>
                  </a:moveTo>
                  <a:lnTo>
                    <a:pt x="22281" y="6604"/>
                  </a:lnTo>
                  <a:lnTo>
                    <a:pt x="22436" y="6681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1" y="7067"/>
                  </a:lnTo>
                  <a:lnTo>
                    <a:pt x="22899" y="7067"/>
                  </a:lnTo>
                  <a:lnTo>
                    <a:pt x="22976" y="7106"/>
                  </a:lnTo>
                  <a:lnTo>
                    <a:pt x="22938" y="7106"/>
                  </a:lnTo>
                  <a:lnTo>
                    <a:pt x="22552" y="7221"/>
                  </a:lnTo>
                  <a:lnTo>
                    <a:pt x="22166" y="7221"/>
                  </a:lnTo>
                  <a:lnTo>
                    <a:pt x="21779" y="7183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19"/>
                  </a:lnTo>
                  <a:lnTo>
                    <a:pt x="21779" y="6604"/>
                  </a:lnTo>
                  <a:lnTo>
                    <a:pt x="22011" y="6565"/>
                  </a:lnTo>
                  <a:close/>
                  <a:moveTo>
                    <a:pt x="12280" y="7376"/>
                  </a:moveTo>
                  <a:lnTo>
                    <a:pt x="12473" y="7415"/>
                  </a:lnTo>
                  <a:lnTo>
                    <a:pt x="12087" y="7955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24" y="8071"/>
                  </a:lnTo>
                  <a:lnTo>
                    <a:pt x="11624" y="7955"/>
                  </a:lnTo>
                  <a:lnTo>
                    <a:pt x="11662" y="7839"/>
                  </a:lnTo>
                  <a:lnTo>
                    <a:pt x="11701" y="7723"/>
                  </a:lnTo>
                  <a:lnTo>
                    <a:pt x="11778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26" y="7415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56" y="9422"/>
                  </a:lnTo>
                  <a:lnTo>
                    <a:pt x="2433" y="9461"/>
                  </a:lnTo>
                  <a:lnTo>
                    <a:pt x="2511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588" y="10002"/>
                  </a:lnTo>
                  <a:lnTo>
                    <a:pt x="2124" y="9886"/>
                  </a:lnTo>
                  <a:lnTo>
                    <a:pt x="1622" y="9886"/>
                  </a:lnTo>
                  <a:lnTo>
                    <a:pt x="1661" y="9731"/>
                  </a:lnTo>
                  <a:lnTo>
                    <a:pt x="1738" y="9616"/>
                  </a:lnTo>
                  <a:lnTo>
                    <a:pt x="1815" y="9538"/>
                  </a:lnTo>
                  <a:lnTo>
                    <a:pt x="1893" y="9461"/>
                  </a:lnTo>
                  <a:lnTo>
                    <a:pt x="2009" y="9384"/>
                  </a:lnTo>
                  <a:lnTo>
                    <a:pt x="2124" y="9345"/>
                  </a:lnTo>
                  <a:close/>
                  <a:moveTo>
                    <a:pt x="11624" y="8998"/>
                  </a:moveTo>
                  <a:lnTo>
                    <a:pt x="11469" y="9500"/>
                  </a:lnTo>
                  <a:lnTo>
                    <a:pt x="11315" y="10002"/>
                  </a:lnTo>
                  <a:lnTo>
                    <a:pt x="11238" y="10272"/>
                  </a:lnTo>
                  <a:lnTo>
                    <a:pt x="11044" y="10079"/>
                  </a:lnTo>
                  <a:lnTo>
                    <a:pt x="10967" y="9809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29" y="9422"/>
                  </a:lnTo>
                  <a:lnTo>
                    <a:pt x="11006" y="9307"/>
                  </a:lnTo>
                  <a:lnTo>
                    <a:pt x="11122" y="9152"/>
                  </a:lnTo>
                  <a:lnTo>
                    <a:pt x="11276" y="9036"/>
                  </a:lnTo>
                  <a:lnTo>
                    <a:pt x="11469" y="8998"/>
                  </a:lnTo>
                  <a:close/>
                  <a:moveTo>
                    <a:pt x="3746" y="9731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2" y="10118"/>
                  </a:lnTo>
                  <a:lnTo>
                    <a:pt x="4171" y="10233"/>
                  </a:lnTo>
                  <a:lnTo>
                    <a:pt x="4132" y="10388"/>
                  </a:lnTo>
                  <a:lnTo>
                    <a:pt x="4094" y="10504"/>
                  </a:lnTo>
                  <a:lnTo>
                    <a:pt x="4017" y="10620"/>
                  </a:lnTo>
                  <a:lnTo>
                    <a:pt x="3862" y="10542"/>
                  </a:lnTo>
                  <a:lnTo>
                    <a:pt x="3476" y="10311"/>
                  </a:lnTo>
                  <a:lnTo>
                    <a:pt x="3051" y="10156"/>
                  </a:lnTo>
                  <a:lnTo>
                    <a:pt x="3128" y="10002"/>
                  </a:lnTo>
                  <a:lnTo>
                    <a:pt x="3244" y="9924"/>
                  </a:lnTo>
                  <a:lnTo>
                    <a:pt x="3360" y="9809"/>
                  </a:lnTo>
                  <a:lnTo>
                    <a:pt x="3476" y="9770"/>
                  </a:lnTo>
                  <a:lnTo>
                    <a:pt x="3630" y="9731"/>
                  </a:lnTo>
                  <a:close/>
                  <a:moveTo>
                    <a:pt x="4827" y="10620"/>
                  </a:moveTo>
                  <a:lnTo>
                    <a:pt x="4905" y="10658"/>
                  </a:lnTo>
                  <a:lnTo>
                    <a:pt x="4982" y="10697"/>
                  </a:lnTo>
                  <a:lnTo>
                    <a:pt x="5059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59" y="11430"/>
                  </a:lnTo>
                  <a:lnTo>
                    <a:pt x="4403" y="10890"/>
                  </a:lnTo>
                  <a:lnTo>
                    <a:pt x="4441" y="10813"/>
                  </a:lnTo>
                  <a:lnTo>
                    <a:pt x="4480" y="10735"/>
                  </a:lnTo>
                  <a:lnTo>
                    <a:pt x="4634" y="10658"/>
                  </a:lnTo>
                  <a:lnTo>
                    <a:pt x="4827" y="10620"/>
                  </a:lnTo>
                  <a:close/>
                  <a:moveTo>
                    <a:pt x="11160" y="10620"/>
                  </a:moveTo>
                  <a:lnTo>
                    <a:pt x="10929" y="11199"/>
                  </a:lnTo>
                  <a:lnTo>
                    <a:pt x="10697" y="11739"/>
                  </a:lnTo>
                  <a:lnTo>
                    <a:pt x="10658" y="11701"/>
                  </a:lnTo>
                  <a:lnTo>
                    <a:pt x="10465" y="11508"/>
                  </a:lnTo>
                  <a:lnTo>
                    <a:pt x="10388" y="11315"/>
                  </a:lnTo>
                  <a:lnTo>
                    <a:pt x="10388" y="11122"/>
                  </a:lnTo>
                  <a:lnTo>
                    <a:pt x="10427" y="10967"/>
                  </a:lnTo>
                  <a:lnTo>
                    <a:pt x="10542" y="10774"/>
                  </a:lnTo>
                  <a:lnTo>
                    <a:pt x="10697" y="10658"/>
                  </a:lnTo>
                  <a:lnTo>
                    <a:pt x="10929" y="10620"/>
                  </a:lnTo>
                  <a:close/>
                  <a:moveTo>
                    <a:pt x="5947" y="11469"/>
                  </a:moveTo>
                  <a:lnTo>
                    <a:pt x="6063" y="11508"/>
                  </a:lnTo>
                  <a:lnTo>
                    <a:pt x="6140" y="11546"/>
                  </a:lnTo>
                  <a:lnTo>
                    <a:pt x="6218" y="11662"/>
                  </a:lnTo>
                  <a:lnTo>
                    <a:pt x="6295" y="11739"/>
                  </a:lnTo>
                  <a:lnTo>
                    <a:pt x="6372" y="11971"/>
                  </a:lnTo>
                  <a:lnTo>
                    <a:pt x="6411" y="12203"/>
                  </a:lnTo>
                  <a:lnTo>
                    <a:pt x="6372" y="12473"/>
                  </a:lnTo>
                  <a:lnTo>
                    <a:pt x="5870" y="12087"/>
                  </a:lnTo>
                  <a:lnTo>
                    <a:pt x="5407" y="11701"/>
                  </a:lnTo>
                  <a:lnTo>
                    <a:pt x="5445" y="11585"/>
                  </a:lnTo>
                  <a:lnTo>
                    <a:pt x="5523" y="11508"/>
                  </a:lnTo>
                  <a:lnTo>
                    <a:pt x="5638" y="11469"/>
                  </a:lnTo>
                  <a:close/>
                  <a:moveTo>
                    <a:pt x="10542" y="12048"/>
                  </a:moveTo>
                  <a:lnTo>
                    <a:pt x="10388" y="12280"/>
                  </a:lnTo>
                  <a:lnTo>
                    <a:pt x="10195" y="12550"/>
                  </a:lnTo>
                  <a:lnTo>
                    <a:pt x="9963" y="12743"/>
                  </a:lnTo>
                  <a:lnTo>
                    <a:pt x="9770" y="12936"/>
                  </a:lnTo>
                  <a:lnTo>
                    <a:pt x="9732" y="12859"/>
                  </a:lnTo>
                  <a:lnTo>
                    <a:pt x="9654" y="12666"/>
                  </a:lnTo>
                  <a:lnTo>
                    <a:pt x="9616" y="12473"/>
                  </a:lnTo>
                  <a:lnTo>
                    <a:pt x="9693" y="12319"/>
                  </a:lnTo>
                  <a:lnTo>
                    <a:pt x="9809" y="12203"/>
                  </a:lnTo>
                  <a:lnTo>
                    <a:pt x="9963" y="12126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37" y="12473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01" y="12821"/>
                  </a:lnTo>
                  <a:lnTo>
                    <a:pt x="7878" y="13014"/>
                  </a:lnTo>
                  <a:lnTo>
                    <a:pt x="7839" y="13207"/>
                  </a:lnTo>
                  <a:lnTo>
                    <a:pt x="7299" y="13014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44" y="12512"/>
                  </a:lnTo>
                  <a:lnTo>
                    <a:pt x="7337" y="12473"/>
                  </a:lnTo>
                  <a:close/>
                  <a:moveTo>
                    <a:pt x="8843" y="12628"/>
                  </a:moveTo>
                  <a:lnTo>
                    <a:pt x="8921" y="12666"/>
                  </a:lnTo>
                  <a:lnTo>
                    <a:pt x="9075" y="12743"/>
                  </a:lnTo>
                  <a:lnTo>
                    <a:pt x="9191" y="12936"/>
                  </a:lnTo>
                  <a:lnTo>
                    <a:pt x="9230" y="13130"/>
                  </a:lnTo>
                  <a:lnTo>
                    <a:pt x="9230" y="13207"/>
                  </a:lnTo>
                  <a:lnTo>
                    <a:pt x="9036" y="13245"/>
                  </a:lnTo>
                  <a:lnTo>
                    <a:pt x="8805" y="13284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03" y="13014"/>
                  </a:lnTo>
                  <a:lnTo>
                    <a:pt x="8419" y="12821"/>
                  </a:lnTo>
                  <a:lnTo>
                    <a:pt x="8534" y="12666"/>
                  </a:lnTo>
                  <a:lnTo>
                    <a:pt x="8650" y="12628"/>
                  </a:lnTo>
                  <a:close/>
                  <a:moveTo>
                    <a:pt x="22861" y="0"/>
                  </a:moveTo>
                  <a:lnTo>
                    <a:pt x="22822" y="78"/>
                  </a:lnTo>
                  <a:lnTo>
                    <a:pt x="22745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783" y="387"/>
                  </a:lnTo>
                  <a:lnTo>
                    <a:pt x="22822" y="387"/>
                  </a:lnTo>
                  <a:lnTo>
                    <a:pt x="22861" y="464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668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22" y="2240"/>
                  </a:lnTo>
                  <a:lnTo>
                    <a:pt x="23015" y="2395"/>
                  </a:lnTo>
                  <a:lnTo>
                    <a:pt x="23247" y="2472"/>
                  </a:lnTo>
                  <a:lnTo>
                    <a:pt x="23478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24" y="3244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862"/>
                  </a:lnTo>
                  <a:lnTo>
                    <a:pt x="23942" y="4016"/>
                  </a:lnTo>
                  <a:lnTo>
                    <a:pt x="23710" y="4209"/>
                  </a:lnTo>
                  <a:lnTo>
                    <a:pt x="23556" y="4480"/>
                  </a:lnTo>
                  <a:lnTo>
                    <a:pt x="23440" y="4750"/>
                  </a:lnTo>
                  <a:lnTo>
                    <a:pt x="23440" y="4866"/>
                  </a:lnTo>
                  <a:lnTo>
                    <a:pt x="23440" y="5020"/>
                  </a:lnTo>
                  <a:lnTo>
                    <a:pt x="23478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70" y="5561"/>
                  </a:lnTo>
                  <a:lnTo>
                    <a:pt x="22938" y="5677"/>
                  </a:lnTo>
                  <a:lnTo>
                    <a:pt x="22783" y="5870"/>
                  </a:lnTo>
                  <a:lnTo>
                    <a:pt x="22668" y="6102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1972" y="6217"/>
                  </a:lnTo>
                  <a:lnTo>
                    <a:pt x="21741" y="6256"/>
                  </a:lnTo>
                  <a:lnTo>
                    <a:pt x="21509" y="6411"/>
                  </a:lnTo>
                  <a:lnTo>
                    <a:pt x="21316" y="6565"/>
                  </a:lnTo>
                  <a:lnTo>
                    <a:pt x="21200" y="6758"/>
                  </a:lnTo>
                  <a:lnTo>
                    <a:pt x="21084" y="6449"/>
                  </a:lnTo>
                  <a:lnTo>
                    <a:pt x="20930" y="6140"/>
                  </a:lnTo>
                  <a:lnTo>
                    <a:pt x="20853" y="5986"/>
                  </a:lnTo>
                  <a:lnTo>
                    <a:pt x="20698" y="5870"/>
                  </a:lnTo>
                  <a:lnTo>
                    <a:pt x="20582" y="5793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42" y="5793"/>
                  </a:lnTo>
                  <a:lnTo>
                    <a:pt x="19887" y="5831"/>
                  </a:lnTo>
                  <a:lnTo>
                    <a:pt x="19733" y="5947"/>
                  </a:lnTo>
                  <a:lnTo>
                    <a:pt x="19694" y="5715"/>
                  </a:lnTo>
                  <a:lnTo>
                    <a:pt x="19617" y="5484"/>
                  </a:lnTo>
                  <a:lnTo>
                    <a:pt x="19462" y="5291"/>
                  </a:lnTo>
                  <a:lnTo>
                    <a:pt x="19347" y="5213"/>
                  </a:lnTo>
                  <a:lnTo>
                    <a:pt x="19231" y="5175"/>
                  </a:lnTo>
                  <a:lnTo>
                    <a:pt x="19038" y="5136"/>
                  </a:lnTo>
                  <a:lnTo>
                    <a:pt x="18806" y="5175"/>
                  </a:lnTo>
                  <a:lnTo>
                    <a:pt x="18613" y="5252"/>
                  </a:lnTo>
                  <a:lnTo>
                    <a:pt x="18458" y="5407"/>
                  </a:lnTo>
                  <a:lnTo>
                    <a:pt x="18458" y="5252"/>
                  </a:lnTo>
                  <a:lnTo>
                    <a:pt x="18420" y="5098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7" y="4557"/>
                  </a:lnTo>
                  <a:lnTo>
                    <a:pt x="17802" y="4518"/>
                  </a:lnTo>
                  <a:lnTo>
                    <a:pt x="17493" y="4518"/>
                  </a:lnTo>
                  <a:lnTo>
                    <a:pt x="17377" y="4557"/>
                  </a:lnTo>
                  <a:lnTo>
                    <a:pt x="17223" y="4634"/>
                  </a:lnTo>
                  <a:lnTo>
                    <a:pt x="17107" y="4711"/>
                  </a:lnTo>
                  <a:lnTo>
                    <a:pt x="17030" y="4827"/>
                  </a:lnTo>
                  <a:lnTo>
                    <a:pt x="16875" y="5059"/>
                  </a:lnTo>
                  <a:lnTo>
                    <a:pt x="16759" y="4905"/>
                  </a:lnTo>
                  <a:lnTo>
                    <a:pt x="16605" y="4789"/>
                  </a:lnTo>
                  <a:lnTo>
                    <a:pt x="16451" y="4673"/>
                  </a:lnTo>
                  <a:lnTo>
                    <a:pt x="16257" y="4634"/>
                  </a:lnTo>
                  <a:lnTo>
                    <a:pt x="16103" y="4634"/>
                  </a:lnTo>
                  <a:lnTo>
                    <a:pt x="15910" y="4673"/>
                  </a:lnTo>
                  <a:lnTo>
                    <a:pt x="15755" y="4750"/>
                  </a:lnTo>
                  <a:lnTo>
                    <a:pt x="15640" y="4827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291"/>
                  </a:lnTo>
                  <a:lnTo>
                    <a:pt x="15374" y="5460"/>
                  </a:lnTo>
                  <a:lnTo>
                    <a:pt x="15331" y="5329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597" y="4943"/>
                  </a:lnTo>
                  <a:lnTo>
                    <a:pt x="14404" y="4943"/>
                  </a:lnTo>
                  <a:lnTo>
                    <a:pt x="14249" y="5020"/>
                  </a:lnTo>
                  <a:lnTo>
                    <a:pt x="14134" y="5098"/>
                  </a:lnTo>
                  <a:lnTo>
                    <a:pt x="14018" y="5175"/>
                  </a:lnTo>
                  <a:lnTo>
                    <a:pt x="13941" y="5291"/>
                  </a:lnTo>
                  <a:lnTo>
                    <a:pt x="13825" y="5522"/>
                  </a:lnTo>
                  <a:lnTo>
                    <a:pt x="13747" y="5831"/>
                  </a:lnTo>
                  <a:lnTo>
                    <a:pt x="13593" y="5754"/>
                  </a:lnTo>
                  <a:lnTo>
                    <a:pt x="13361" y="5677"/>
                  </a:lnTo>
                  <a:lnTo>
                    <a:pt x="13130" y="5677"/>
                  </a:lnTo>
                  <a:lnTo>
                    <a:pt x="12937" y="5715"/>
                  </a:lnTo>
                  <a:lnTo>
                    <a:pt x="12705" y="5831"/>
                  </a:lnTo>
                  <a:lnTo>
                    <a:pt x="12589" y="5947"/>
                  </a:lnTo>
                  <a:lnTo>
                    <a:pt x="12473" y="6063"/>
                  </a:lnTo>
                  <a:lnTo>
                    <a:pt x="12396" y="6217"/>
                  </a:lnTo>
                  <a:lnTo>
                    <a:pt x="12357" y="6333"/>
                  </a:lnTo>
                  <a:lnTo>
                    <a:pt x="12319" y="6526"/>
                  </a:lnTo>
                  <a:lnTo>
                    <a:pt x="12319" y="6681"/>
                  </a:lnTo>
                  <a:lnTo>
                    <a:pt x="12357" y="6835"/>
                  </a:lnTo>
                  <a:lnTo>
                    <a:pt x="12396" y="6990"/>
                  </a:lnTo>
                  <a:lnTo>
                    <a:pt x="12126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469" y="7376"/>
                  </a:lnTo>
                  <a:lnTo>
                    <a:pt x="11392" y="7530"/>
                  </a:lnTo>
                  <a:lnTo>
                    <a:pt x="11315" y="7685"/>
                  </a:lnTo>
                  <a:lnTo>
                    <a:pt x="11276" y="7839"/>
                  </a:lnTo>
                  <a:lnTo>
                    <a:pt x="11276" y="7994"/>
                  </a:lnTo>
                  <a:lnTo>
                    <a:pt x="11276" y="8148"/>
                  </a:lnTo>
                  <a:lnTo>
                    <a:pt x="11315" y="8303"/>
                  </a:lnTo>
                  <a:lnTo>
                    <a:pt x="11392" y="8457"/>
                  </a:lnTo>
                  <a:lnTo>
                    <a:pt x="11469" y="8573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20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02"/>
                  </a:lnTo>
                  <a:lnTo>
                    <a:pt x="10851" y="10233"/>
                  </a:lnTo>
                  <a:lnTo>
                    <a:pt x="10620" y="10272"/>
                  </a:lnTo>
                  <a:lnTo>
                    <a:pt x="10388" y="10388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40" y="11006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56" y="11701"/>
                  </a:lnTo>
                  <a:lnTo>
                    <a:pt x="9925" y="11739"/>
                  </a:lnTo>
                  <a:lnTo>
                    <a:pt x="9693" y="11817"/>
                  </a:lnTo>
                  <a:lnTo>
                    <a:pt x="9500" y="11971"/>
                  </a:lnTo>
                  <a:lnTo>
                    <a:pt x="9423" y="12087"/>
                  </a:lnTo>
                  <a:lnTo>
                    <a:pt x="9345" y="12203"/>
                  </a:lnTo>
                  <a:lnTo>
                    <a:pt x="9307" y="12319"/>
                  </a:lnTo>
                  <a:lnTo>
                    <a:pt x="9307" y="12473"/>
                  </a:lnTo>
                  <a:lnTo>
                    <a:pt x="9152" y="12357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689" y="12280"/>
                  </a:lnTo>
                  <a:lnTo>
                    <a:pt x="8534" y="12319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48" y="12705"/>
                  </a:lnTo>
                  <a:lnTo>
                    <a:pt x="8071" y="12550"/>
                  </a:lnTo>
                  <a:lnTo>
                    <a:pt x="7994" y="12434"/>
                  </a:lnTo>
                  <a:lnTo>
                    <a:pt x="7839" y="12319"/>
                  </a:lnTo>
                  <a:lnTo>
                    <a:pt x="7724" y="12241"/>
                  </a:lnTo>
                  <a:lnTo>
                    <a:pt x="7453" y="12164"/>
                  </a:lnTo>
                  <a:lnTo>
                    <a:pt x="7222" y="12164"/>
                  </a:lnTo>
                  <a:lnTo>
                    <a:pt x="6990" y="12241"/>
                  </a:lnTo>
                  <a:lnTo>
                    <a:pt x="6758" y="12396"/>
                  </a:lnTo>
                  <a:lnTo>
                    <a:pt x="6758" y="12048"/>
                  </a:lnTo>
                  <a:lnTo>
                    <a:pt x="6720" y="11855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488" y="11392"/>
                  </a:lnTo>
                  <a:lnTo>
                    <a:pt x="6372" y="11276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870" y="11122"/>
                  </a:lnTo>
                  <a:lnTo>
                    <a:pt x="5677" y="11160"/>
                  </a:lnTo>
                  <a:lnTo>
                    <a:pt x="5523" y="11199"/>
                  </a:lnTo>
                  <a:lnTo>
                    <a:pt x="5523" y="10967"/>
                  </a:lnTo>
                  <a:lnTo>
                    <a:pt x="5445" y="10697"/>
                  </a:lnTo>
                  <a:lnTo>
                    <a:pt x="5291" y="10504"/>
                  </a:lnTo>
                  <a:lnTo>
                    <a:pt x="5214" y="10426"/>
                  </a:lnTo>
                  <a:lnTo>
                    <a:pt x="5098" y="10349"/>
                  </a:lnTo>
                  <a:lnTo>
                    <a:pt x="4943" y="10311"/>
                  </a:lnTo>
                  <a:lnTo>
                    <a:pt x="4673" y="10311"/>
                  </a:lnTo>
                  <a:lnTo>
                    <a:pt x="4519" y="10349"/>
                  </a:lnTo>
                  <a:lnTo>
                    <a:pt x="4519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22"/>
                  </a:lnTo>
                  <a:lnTo>
                    <a:pt x="3553" y="9422"/>
                  </a:lnTo>
                  <a:lnTo>
                    <a:pt x="3399" y="9461"/>
                  </a:lnTo>
                  <a:lnTo>
                    <a:pt x="3244" y="9538"/>
                  </a:lnTo>
                  <a:lnTo>
                    <a:pt x="3128" y="9616"/>
                  </a:lnTo>
                  <a:lnTo>
                    <a:pt x="2974" y="9731"/>
                  </a:lnTo>
                  <a:lnTo>
                    <a:pt x="2974" y="9616"/>
                  </a:lnTo>
                  <a:lnTo>
                    <a:pt x="2897" y="9422"/>
                  </a:lnTo>
                  <a:lnTo>
                    <a:pt x="2742" y="9268"/>
                  </a:lnTo>
                  <a:lnTo>
                    <a:pt x="2588" y="9114"/>
                  </a:lnTo>
                  <a:lnTo>
                    <a:pt x="2433" y="9036"/>
                  </a:lnTo>
                  <a:lnTo>
                    <a:pt x="2202" y="8998"/>
                  </a:lnTo>
                  <a:lnTo>
                    <a:pt x="2009" y="8998"/>
                  </a:lnTo>
                  <a:lnTo>
                    <a:pt x="1815" y="9075"/>
                  </a:lnTo>
                  <a:lnTo>
                    <a:pt x="1661" y="9191"/>
                  </a:lnTo>
                  <a:lnTo>
                    <a:pt x="1545" y="9345"/>
                  </a:lnTo>
                  <a:lnTo>
                    <a:pt x="1429" y="9500"/>
                  </a:lnTo>
                  <a:lnTo>
                    <a:pt x="1352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889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48" y="10426"/>
                  </a:lnTo>
                  <a:lnTo>
                    <a:pt x="232" y="10581"/>
                  </a:lnTo>
                  <a:lnTo>
                    <a:pt x="78" y="10890"/>
                  </a:lnTo>
                  <a:lnTo>
                    <a:pt x="1" y="11199"/>
                  </a:lnTo>
                  <a:lnTo>
                    <a:pt x="1" y="11546"/>
                  </a:lnTo>
                  <a:lnTo>
                    <a:pt x="39" y="11894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8" y="12782"/>
                  </a:lnTo>
                  <a:lnTo>
                    <a:pt x="773" y="12898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13" y="13130"/>
                  </a:lnTo>
                  <a:lnTo>
                    <a:pt x="1700" y="13168"/>
                  </a:lnTo>
                  <a:lnTo>
                    <a:pt x="2086" y="13091"/>
                  </a:lnTo>
                  <a:lnTo>
                    <a:pt x="2472" y="12975"/>
                  </a:lnTo>
                  <a:lnTo>
                    <a:pt x="2781" y="12782"/>
                  </a:lnTo>
                  <a:lnTo>
                    <a:pt x="3090" y="12512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15" y="11932"/>
                  </a:lnTo>
                  <a:lnTo>
                    <a:pt x="3515" y="11817"/>
                  </a:lnTo>
                  <a:lnTo>
                    <a:pt x="3437" y="11739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8" y="12434"/>
                  </a:lnTo>
                  <a:lnTo>
                    <a:pt x="2317" y="12550"/>
                  </a:lnTo>
                  <a:lnTo>
                    <a:pt x="2009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20" y="12550"/>
                  </a:lnTo>
                  <a:lnTo>
                    <a:pt x="966" y="12434"/>
                  </a:lnTo>
                  <a:lnTo>
                    <a:pt x="812" y="12319"/>
                  </a:lnTo>
                  <a:lnTo>
                    <a:pt x="696" y="12203"/>
                  </a:lnTo>
                  <a:lnTo>
                    <a:pt x="580" y="12048"/>
                  </a:lnTo>
                  <a:lnTo>
                    <a:pt x="541" y="11855"/>
                  </a:lnTo>
                  <a:lnTo>
                    <a:pt x="503" y="11701"/>
                  </a:lnTo>
                  <a:lnTo>
                    <a:pt x="464" y="11546"/>
                  </a:lnTo>
                  <a:lnTo>
                    <a:pt x="464" y="11353"/>
                  </a:lnTo>
                  <a:lnTo>
                    <a:pt x="503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889" y="10620"/>
                  </a:lnTo>
                  <a:lnTo>
                    <a:pt x="1043" y="10504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00" y="10349"/>
                  </a:lnTo>
                  <a:lnTo>
                    <a:pt x="2279" y="10349"/>
                  </a:lnTo>
                  <a:lnTo>
                    <a:pt x="2588" y="10426"/>
                  </a:lnTo>
                  <a:lnTo>
                    <a:pt x="2858" y="10504"/>
                  </a:lnTo>
                  <a:lnTo>
                    <a:pt x="3128" y="10620"/>
                  </a:lnTo>
                  <a:lnTo>
                    <a:pt x="3630" y="10928"/>
                  </a:lnTo>
                  <a:lnTo>
                    <a:pt x="4132" y="11276"/>
                  </a:lnTo>
                  <a:lnTo>
                    <a:pt x="4634" y="11662"/>
                  </a:lnTo>
                  <a:lnTo>
                    <a:pt x="5523" y="12396"/>
                  </a:lnTo>
                  <a:lnTo>
                    <a:pt x="5870" y="12666"/>
                  </a:lnTo>
                  <a:lnTo>
                    <a:pt x="6256" y="12936"/>
                  </a:lnTo>
                  <a:lnTo>
                    <a:pt x="6681" y="13207"/>
                  </a:lnTo>
                  <a:lnTo>
                    <a:pt x="7106" y="13400"/>
                  </a:lnTo>
                  <a:lnTo>
                    <a:pt x="7530" y="13593"/>
                  </a:lnTo>
                  <a:lnTo>
                    <a:pt x="7994" y="13709"/>
                  </a:lnTo>
                  <a:lnTo>
                    <a:pt x="8419" y="13786"/>
                  </a:lnTo>
                  <a:lnTo>
                    <a:pt x="8921" y="13786"/>
                  </a:lnTo>
                  <a:lnTo>
                    <a:pt x="9345" y="13670"/>
                  </a:lnTo>
                  <a:lnTo>
                    <a:pt x="9693" y="13554"/>
                  </a:lnTo>
                  <a:lnTo>
                    <a:pt x="10040" y="13323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890" y="12473"/>
                  </a:lnTo>
                  <a:lnTo>
                    <a:pt x="11122" y="12087"/>
                  </a:lnTo>
                  <a:lnTo>
                    <a:pt x="11315" y="11739"/>
                  </a:lnTo>
                  <a:lnTo>
                    <a:pt x="11508" y="11199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075"/>
                  </a:lnTo>
                  <a:lnTo>
                    <a:pt x="12319" y="8573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45" y="7299"/>
                  </a:lnTo>
                  <a:lnTo>
                    <a:pt x="13632" y="6951"/>
                  </a:lnTo>
                  <a:lnTo>
                    <a:pt x="14018" y="6681"/>
                  </a:lnTo>
                  <a:lnTo>
                    <a:pt x="14443" y="6449"/>
                  </a:lnTo>
                  <a:lnTo>
                    <a:pt x="14867" y="6256"/>
                  </a:lnTo>
                  <a:lnTo>
                    <a:pt x="15331" y="6102"/>
                  </a:lnTo>
                  <a:lnTo>
                    <a:pt x="15794" y="5986"/>
                  </a:lnTo>
                  <a:lnTo>
                    <a:pt x="16296" y="5909"/>
                  </a:lnTo>
                  <a:lnTo>
                    <a:pt x="16875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08"/>
                  </a:lnTo>
                  <a:lnTo>
                    <a:pt x="21741" y="7723"/>
                  </a:lnTo>
                  <a:lnTo>
                    <a:pt x="22127" y="7762"/>
                  </a:lnTo>
                  <a:lnTo>
                    <a:pt x="22552" y="7723"/>
                  </a:lnTo>
                  <a:lnTo>
                    <a:pt x="22976" y="7646"/>
                  </a:lnTo>
                  <a:lnTo>
                    <a:pt x="23363" y="7492"/>
                  </a:lnTo>
                  <a:lnTo>
                    <a:pt x="23710" y="7260"/>
                  </a:lnTo>
                  <a:lnTo>
                    <a:pt x="24058" y="6990"/>
                  </a:lnTo>
                  <a:lnTo>
                    <a:pt x="24328" y="6642"/>
                  </a:lnTo>
                  <a:lnTo>
                    <a:pt x="24560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46" y="5059"/>
                  </a:lnTo>
                  <a:lnTo>
                    <a:pt x="24984" y="4634"/>
                  </a:lnTo>
                  <a:lnTo>
                    <a:pt x="24984" y="4171"/>
                  </a:lnTo>
                  <a:lnTo>
                    <a:pt x="24946" y="3707"/>
                  </a:lnTo>
                  <a:lnTo>
                    <a:pt x="24869" y="3283"/>
                  </a:lnTo>
                  <a:lnTo>
                    <a:pt x="24753" y="2819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45"/>
                  </a:lnTo>
                  <a:lnTo>
                    <a:pt x="24019" y="1159"/>
                  </a:lnTo>
                  <a:lnTo>
                    <a:pt x="23787" y="811"/>
                  </a:lnTo>
                  <a:lnTo>
                    <a:pt x="23942" y="348"/>
                  </a:lnTo>
                  <a:lnTo>
                    <a:pt x="23556" y="232"/>
                  </a:lnTo>
                  <a:lnTo>
                    <a:pt x="23170" y="78"/>
                  </a:lnTo>
                  <a:lnTo>
                    <a:pt x="23131" y="39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5955050" y="3275975"/>
              <a:ext cx="152550" cy="277075"/>
            </a:xfrm>
            <a:custGeom>
              <a:avLst/>
              <a:gdLst/>
              <a:ahLst/>
              <a:cxnLst/>
              <a:rect l="l" t="t" r="r" b="b"/>
              <a:pathLst>
                <a:path w="6102" h="11083" extrusionOk="0">
                  <a:moveTo>
                    <a:pt x="3553" y="0"/>
                  </a:moveTo>
                  <a:lnTo>
                    <a:pt x="3398" y="463"/>
                  </a:lnTo>
                  <a:lnTo>
                    <a:pt x="3746" y="656"/>
                  </a:lnTo>
                  <a:lnTo>
                    <a:pt x="4093" y="888"/>
                  </a:lnTo>
                  <a:lnTo>
                    <a:pt x="4364" y="1158"/>
                  </a:lnTo>
                  <a:lnTo>
                    <a:pt x="4634" y="1467"/>
                  </a:lnTo>
                  <a:lnTo>
                    <a:pt x="4866" y="1776"/>
                  </a:lnTo>
                  <a:lnTo>
                    <a:pt x="5059" y="2124"/>
                  </a:lnTo>
                  <a:lnTo>
                    <a:pt x="5213" y="2471"/>
                  </a:lnTo>
                  <a:lnTo>
                    <a:pt x="5368" y="2819"/>
                  </a:lnTo>
                  <a:lnTo>
                    <a:pt x="5445" y="3205"/>
                  </a:lnTo>
                  <a:lnTo>
                    <a:pt x="5522" y="3630"/>
                  </a:lnTo>
                  <a:lnTo>
                    <a:pt x="5561" y="4016"/>
                  </a:lnTo>
                  <a:lnTo>
                    <a:pt x="5561" y="4441"/>
                  </a:lnTo>
                  <a:lnTo>
                    <a:pt x="5561" y="4827"/>
                  </a:lnTo>
                  <a:lnTo>
                    <a:pt x="5522" y="5252"/>
                  </a:lnTo>
                  <a:lnTo>
                    <a:pt x="5406" y="5638"/>
                  </a:lnTo>
                  <a:lnTo>
                    <a:pt x="5290" y="6024"/>
                  </a:lnTo>
                  <a:lnTo>
                    <a:pt x="5136" y="6449"/>
                  </a:lnTo>
                  <a:lnTo>
                    <a:pt x="4943" y="6873"/>
                  </a:lnTo>
                  <a:lnTo>
                    <a:pt x="4711" y="7298"/>
                  </a:lnTo>
                  <a:lnTo>
                    <a:pt x="4480" y="7684"/>
                  </a:lnTo>
                  <a:lnTo>
                    <a:pt x="4209" y="8070"/>
                  </a:lnTo>
                  <a:lnTo>
                    <a:pt x="3900" y="8418"/>
                  </a:lnTo>
                  <a:lnTo>
                    <a:pt x="3591" y="8727"/>
                  </a:lnTo>
                  <a:lnTo>
                    <a:pt x="3244" y="9036"/>
                  </a:lnTo>
                  <a:lnTo>
                    <a:pt x="2896" y="9345"/>
                  </a:lnTo>
                  <a:lnTo>
                    <a:pt x="2549" y="9615"/>
                  </a:lnTo>
                  <a:lnTo>
                    <a:pt x="2124" y="9847"/>
                  </a:lnTo>
                  <a:lnTo>
                    <a:pt x="1738" y="10078"/>
                  </a:lnTo>
                  <a:lnTo>
                    <a:pt x="1313" y="10272"/>
                  </a:lnTo>
                  <a:lnTo>
                    <a:pt x="888" y="10426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7" y="11082"/>
                  </a:lnTo>
                  <a:lnTo>
                    <a:pt x="579" y="10967"/>
                  </a:lnTo>
                  <a:lnTo>
                    <a:pt x="1081" y="10851"/>
                  </a:lnTo>
                  <a:lnTo>
                    <a:pt x="1583" y="10696"/>
                  </a:lnTo>
                  <a:lnTo>
                    <a:pt x="2047" y="10465"/>
                  </a:lnTo>
                  <a:lnTo>
                    <a:pt x="2510" y="10233"/>
                  </a:lnTo>
                  <a:lnTo>
                    <a:pt x="2935" y="9963"/>
                  </a:lnTo>
                  <a:lnTo>
                    <a:pt x="3360" y="9654"/>
                  </a:lnTo>
                  <a:lnTo>
                    <a:pt x="3784" y="9306"/>
                  </a:lnTo>
                  <a:lnTo>
                    <a:pt x="4132" y="8959"/>
                  </a:lnTo>
                  <a:lnTo>
                    <a:pt x="4480" y="8572"/>
                  </a:lnTo>
                  <a:lnTo>
                    <a:pt x="4788" y="8148"/>
                  </a:lnTo>
                  <a:lnTo>
                    <a:pt x="5097" y="7723"/>
                  </a:lnTo>
                  <a:lnTo>
                    <a:pt x="5329" y="7260"/>
                  </a:lnTo>
                  <a:lnTo>
                    <a:pt x="5561" y="6796"/>
                  </a:lnTo>
                  <a:lnTo>
                    <a:pt x="5754" y="6294"/>
                  </a:lnTo>
                  <a:lnTo>
                    <a:pt x="5908" y="5792"/>
                  </a:lnTo>
                  <a:lnTo>
                    <a:pt x="5986" y="5367"/>
                  </a:lnTo>
                  <a:lnTo>
                    <a:pt x="6063" y="4943"/>
                  </a:lnTo>
                  <a:lnTo>
                    <a:pt x="6101" y="4518"/>
                  </a:lnTo>
                  <a:lnTo>
                    <a:pt x="6063" y="4093"/>
                  </a:lnTo>
                  <a:lnTo>
                    <a:pt x="6024" y="3668"/>
                  </a:lnTo>
                  <a:lnTo>
                    <a:pt x="5986" y="3244"/>
                  </a:lnTo>
                  <a:lnTo>
                    <a:pt x="5870" y="2858"/>
                  </a:lnTo>
                  <a:lnTo>
                    <a:pt x="5715" y="2433"/>
                  </a:lnTo>
                  <a:lnTo>
                    <a:pt x="5561" y="2047"/>
                  </a:lnTo>
                  <a:lnTo>
                    <a:pt x="5368" y="1699"/>
                  </a:lnTo>
                  <a:lnTo>
                    <a:pt x="5136" y="1352"/>
                  </a:lnTo>
                  <a:lnTo>
                    <a:pt x="4866" y="1043"/>
                  </a:lnTo>
                  <a:lnTo>
                    <a:pt x="4595" y="734"/>
                  </a:lnTo>
                  <a:lnTo>
                    <a:pt x="4286" y="463"/>
                  </a:lnTo>
                  <a:lnTo>
                    <a:pt x="3939" y="232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369400" y="3292375"/>
              <a:ext cx="35750" cy="31875"/>
            </a:xfrm>
            <a:custGeom>
              <a:avLst/>
              <a:gdLst/>
              <a:ahLst/>
              <a:cxnLst/>
              <a:rect l="l" t="t" r="r" b="b"/>
              <a:pathLst>
                <a:path w="1430" h="1275" extrusionOk="0">
                  <a:moveTo>
                    <a:pt x="618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1"/>
                  </a:lnTo>
                  <a:lnTo>
                    <a:pt x="39" y="464"/>
                  </a:lnTo>
                  <a:lnTo>
                    <a:pt x="1" y="657"/>
                  </a:lnTo>
                  <a:lnTo>
                    <a:pt x="39" y="850"/>
                  </a:lnTo>
                  <a:lnTo>
                    <a:pt x="116" y="1004"/>
                  </a:lnTo>
                  <a:lnTo>
                    <a:pt x="271" y="1159"/>
                  </a:lnTo>
                  <a:lnTo>
                    <a:pt x="425" y="1236"/>
                  </a:lnTo>
                  <a:lnTo>
                    <a:pt x="618" y="1275"/>
                  </a:lnTo>
                  <a:lnTo>
                    <a:pt x="812" y="1236"/>
                  </a:lnTo>
                  <a:lnTo>
                    <a:pt x="850" y="1198"/>
                  </a:lnTo>
                  <a:lnTo>
                    <a:pt x="889" y="1120"/>
                  </a:lnTo>
                  <a:lnTo>
                    <a:pt x="812" y="1043"/>
                  </a:lnTo>
                  <a:lnTo>
                    <a:pt x="734" y="1004"/>
                  </a:lnTo>
                  <a:lnTo>
                    <a:pt x="657" y="1004"/>
                  </a:lnTo>
                  <a:lnTo>
                    <a:pt x="541" y="966"/>
                  </a:lnTo>
                  <a:lnTo>
                    <a:pt x="464" y="889"/>
                  </a:lnTo>
                  <a:lnTo>
                    <a:pt x="425" y="811"/>
                  </a:lnTo>
                  <a:lnTo>
                    <a:pt x="387" y="696"/>
                  </a:lnTo>
                  <a:lnTo>
                    <a:pt x="425" y="618"/>
                  </a:lnTo>
                  <a:lnTo>
                    <a:pt x="464" y="502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812" y="387"/>
                  </a:lnTo>
                  <a:lnTo>
                    <a:pt x="927" y="464"/>
                  </a:lnTo>
                  <a:lnTo>
                    <a:pt x="1082" y="618"/>
                  </a:lnTo>
                  <a:lnTo>
                    <a:pt x="1198" y="657"/>
                  </a:lnTo>
                  <a:lnTo>
                    <a:pt x="1275" y="696"/>
                  </a:lnTo>
                  <a:lnTo>
                    <a:pt x="1352" y="696"/>
                  </a:lnTo>
                  <a:lnTo>
                    <a:pt x="1391" y="657"/>
                  </a:lnTo>
                  <a:lnTo>
                    <a:pt x="1429" y="541"/>
                  </a:lnTo>
                  <a:lnTo>
                    <a:pt x="1391" y="464"/>
                  </a:lnTo>
                  <a:lnTo>
                    <a:pt x="1352" y="348"/>
                  </a:lnTo>
                  <a:lnTo>
                    <a:pt x="1198" y="194"/>
                  </a:lnTo>
                  <a:lnTo>
                    <a:pt x="1005" y="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6549700" y="3335825"/>
              <a:ext cx="85000" cy="94625"/>
            </a:xfrm>
            <a:custGeom>
              <a:avLst/>
              <a:gdLst/>
              <a:ahLst/>
              <a:cxnLst/>
              <a:rect l="l" t="t" r="r" b="b"/>
              <a:pathLst>
                <a:path w="3400" h="3785" extrusionOk="0">
                  <a:moveTo>
                    <a:pt x="78" y="0"/>
                  </a:moveTo>
                  <a:lnTo>
                    <a:pt x="1" y="77"/>
                  </a:lnTo>
                  <a:lnTo>
                    <a:pt x="1" y="116"/>
                  </a:lnTo>
                  <a:lnTo>
                    <a:pt x="349" y="888"/>
                  </a:lnTo>
                  <a:lnTo>
                    <a:pt x="812" y="1661"/>
                  </a:lnTo>
                  <a:lnTo>
                    <a:pt x="1275" y="2394"/>
                  </a:lnTo>
                  <a:lnTo>
                    <a:pt x="1739" y="3089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4"/>
                  </a:lnTo>
                  <a:lnTo>
                    <a:pt x="3013" y="3707"/>
                  </a:lnTo>
                  <a:lnTo>
                    <a:pt x="3206" y="3591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89"/>
                  </a:lnTo>
                  <a:lnTo>
                    <a:pt x="3399" y="2896"/>
                  </a:lnTo>
                  <a:lnTo>
                    <a:pt x="3360" y="2703"/>
                  </a:lnTo>
                  <a:lnTo>
                    <a:pt x="3283" y="2510"/>
                  </a:lnTo>
                  <a:lnTo>
                    <a:pt x="3129" y="2163"/>
                  </a:lnTo>
                  <a:lnTo>
                    <a:pt x="2936" y="2240"/>
                  </a:lnTo>
                  <a:lnTo>
                    <a:pt x="3052" y="2587"/>
                  </a:lnTo>
                  <a:lnTo>
                    <a:pt x="3090" y="2742"/>
                  </a:lnTo>
                  <a:lnTo>
                    <a:pt x="3129" y="2858"/>
                  </a:lnTo>
                  <a:lnTo>
                    <a:pt x="2897" y="3012"/>
                  </a:lnTo>
                  <a:lnTo>
                    <a:pt x="2665" y="3128"/>
                  </a:lnTo>
                  <a:lnTo>
                    <a:pt x="2511" y="3205"/>
                  </a:lnTo>
                  <a:lnTo>
                    <a:pt x="2318" y="3205"/>
                  </a:lnTo>
                  <a:lnTo>
                    <a:pt x="2202" y="3167"/>
                  </a:lnTo>
                  <a:lnTo>
                    <a:pt x="2048" y="3089"/>
                  </a:lnTo>
                  <a:lnTo>
                    <a:pt x="1932" y="2935"/>
                  </a:lnTo>
                  <a:lnTo>
                    <a:pt x="1855" y="2742"/>
                  </a:lnTo>
                  <a:lnTo>
                    <a:pt x="1700" y="2510"/>
                  </a:lnTo>
                  <a:lnTo>
                    <a:pt x="1082" y="1506"/>
                  </a:lnTo>
                  <a:lnTo>
                    <a:pt x="619" y="772"/>
                  </a:lnTo>
                  <a:lnTo>
                    <a:pt x="387" y="386"/>
                  </a:lnTo>
                  <a:lnTo>
                    <a:pt x="117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2268300" y="338120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70"/>
                  </a:lnTo>
                  <a:lnTo>
                    <a:pt x="1120" y="463"/>
                  </a:lnTo>
                  <a:lnTo>
                    <a:pt x="850" y="656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64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90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68"/>
                  </a:lnTo>
                  <a:lnTo>
                    <a:pt x="502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815"/>
                  </a:lnTo>
                  <a:lnTo>
                    <a:pt x="888" y="1583"/>
                  </a:lnTo>
                  <a:lnTo>
                    <a:pt x="1043" y="1352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92" y="656"/>
                  </a:lnTo>
                  <a:lnTo>
                    <a:pt x="2124" y="579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5"/>
                  </a:lnTo>
                  <a:lnTo>
                    <a:pt x="3514" y="1158"/>
                  </a:lnTo>
                  <a:lnTo>
                    <a:pt x="3591" y="1390"/>
                  </a:lnTo>
                  <a:lnTo>
                    <a:pt x="3668" y="1660"/>
                  </a:lnTo>
                  <a:lnTo>
                    <a:pt x="4132" y="1583"/>
                  </a:lnTo>
                  <a:lnTo>
                    <a:pt x="4016" y="1197"/>
                  </a:lnTo>
                  <a:lnTo>
                    <a:pt x="3823" y="811"/>
                  </a:lnTo>
                  <a:lnTo>
                    <a:pt x="3630" y="541"/>
                  </a:lnTo>
                  <a:lnTo>
                    <a:pt x="3398" y="270"/>
                  </a:lnTo>
                  <a:lnTo>
                    <a:pt x="3244" y="193"/>
                  </a:lnTo>
                  <a:lnTo>
                    <a:pt x="3089" y="116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2133125" y="3382150"/>
              <a:ext cx="437350" cy="302200"/>
            </a:xfrm>
            <a:custGeom>
              <a:avLst/>
              <a:gdLst/>
              <a:ahLst/>
              <a:cxnLst/>
              <a:rect l="l" t="t" r="r" b="b"/>
              <a:pathLst>
                <a:path w="17494" h="12088" extrusionOk="0">
                  <a:moveTo>
                    <a:pt x="12087" y="541"/>
                  </a:moveTo>
                  <a:lnTo>
                    <a:pt x="12203" y="580"/>
                  </a:lnTo>
                  <a:lnTo>
                    <a:pt x="12319" y="657"/>
                  </a:lnTo>
                  <a:lnTo>
                    <a:pt x="12628" y="889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93"/>
                  </a:lnTo>
                  <a:lnTo>
                    <a:pt x="13478" y="2279"/>
                  </a:lnTo>
                  <a:lnTo>
                    <a:pt x="13632" y="2665"/>
                  </a:lnTo>
                  <a:lnTo>
                    <a:pt x="13825" y="3476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511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3" y="1738"/>
                  </a:lnTo>
                  <a:lnTo>
                    <a:pt x="11508" y="1429"/>
                  </a:lnTo>
                  <a:lnTo>
                    <a:pt x="11431" y="1082"/>
                  </a:lnTo>
                  <a:lnTo>
                    <a:pt x="11663" y="734"/>
                  </a:lnTo>
                  <a:lnTo>
                    <a:pt x="11779" y="618"/>
                  </a:lnTo>
                  <a:lnTo>
                    <a:pt x="11856" y="541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90" y="1738"/>
                  </a:lnTo>
                  <a:lnTo>
                    <a:pt x="16567" y="1854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704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6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700"/>
                  </a:lnTo>
                  <a:lnTo>
                    <a:pt x="16103" y="1622"/>
                  </a:lnTo>
                  <a:close/>
                  <a:moveTo>
                    <a:pt x="13864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52"/>
                  </a:lnTo>
                  <a:lnTo>
                    <a:pt x="12667" y="5484"/>
                  </a:lnTo>
                  <a:lnTo>
                    <a:pt x="12165" y="5793"/>
                  </a:lnTo>
                  <a:lnTo>
                    <a:pt x="11894" y="5909"/>
                  </a:lnTo>
                  <a:lnTo>
                    <a:pt x="11624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8" y="5291"/>
                  </a:lnTo>
                  <a:lnTo>
                    <a:pt x="11122" y="5098"/>
                  </a:lnTo>
                  <a:lnTo>
                    <a:pt x="11277" y="4982"/>
                  </a:lnTo>
                  <a:lnTo>
                    <a:pt x="11547" y="4750"/>
                  </a:lnTo>
                  <a:lnTo>
                    <a:pt x="11817" y="4673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2" y="5407"/>
                  </a:lnTo>
                  <a:lnTo>
                    <a:pt x="16412" y="5677"/>
                  </a:lnTo>
                  <a:lnTo>
                    <a:pt x="16644" y="6025"/>
                  </a:lnTo>
                  <a:lnTo>
                    <a:pt x="16876" y="6333"/>
                  </a:lnTo>
                  <a:lnTo>
                    <a:pt x="16992" y="6681"/>
                  </a:lnTo>
                  <a:lnTo>
                    <a:pt x="16992" y="6835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374" y="7337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835"/>
                  </a:lnTo>
                  <a:lnTo>
                    <a:pt x="15370" y="6565"/>
                  </a:lnTo>
                  <a:lnTo>
                    <a:pt x="15061" y="6179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78"/>
                  </a:lnTo>
                  <a:lnTo>
                    <a:pt x="11470" y="116"/>
                  </a:lnTo>
                  <a:lnTo>
                    <a:pt x="11354" y="232"/>
                  </a:lnTo>
                  <a:lnTo>
                    <a:pt x="11161" y="425"/>
                  </a:lnTo>
                  <a:lnTo>
                    <a:pt x="11006" y="618"/>
                  </a:lnTo>
                  <a:lnTo>
                    <a:pt x="10929" y="812"/>
                  </a:lnTo>
                  <a:lnTo>
                    <a:pt x="10929" y="1043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700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2" y="2742"/>
                  </a:lnTo>
                  <a:lnTo>
                    <a:pt x="12396" y="3090"/>
                  </a:lnTo>
                  <a:lnTo>
                    <a:pt x="12860" y="3437"/>
                  </a:lnTo>
                  <a:lnTo>
                    <a:pt x="12860" y="3437"/>
                  </a:lnTo>
                  <a:lnTo>
                    <a:pt x="12049" y="3322"/>
                  </a:lnTo>
                  <a:lnTo>
                    <a:pt x="11199" y="3283"/>
                  </a:lnTo>
                  <a:lnTo>
                    <a:pt x="10388" y="3360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45"/>
                  </a:lnTo>
                  <a:lnTo>
                    <a:pt x="9075" y="1622"/>
                  </a:lnTo>
                  <a:lnTo>
                    <a:pt x="9153" y="2124"/>
                  </a:lnTo>
                  <a:lnTo>
                    <a:pt x="9153" y="2626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630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50"/>
                  </a:lnTo>
                  <a:lnTo>
                    <a:pt x="5832" y="5252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51"/>
                  </a:lnTo>
                  <a:lnTo>
                    <a:pt x="3090" y="7724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56"/>
                  </a:lnTo>
                  <a:lnTo>
                    <a:pt x="542" y="10967"/>
                  </a:lnTo>
                  <a:lnTo>
                    <a:pt x="1" y="11817"/>
                  </a:lnTo>
                  <a:lnTo>
                    <a:pt x="349" y="12087"/>
                  </a:lnTo>
                  <a:lnTo>
                    <a:pt x="1546" y="10542"/>
                  </a:lnTo>
                  <a:lnTo>
                    <a:pt x="2743" y="8998"/>
                  </a:lnTo>
                  <a:lnTo>
                    <a:pt x="3360" y="8226"/>
                  </a:lnTo>
                  <a:lnTo>
                    <a:pt x="4017" y="7531"/>
                  </a:lnTo>
                  <a:lnTo>
                    <a:pt x="4712" y="6835"/>
                  </a:lnTo>
                  <a:lnTo>
                    <a:pt x="5484" y="6179"/>
                  </a:lnTo>
                  <a:lnTo>
                    <a:pt x="6257" y="5600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8" y="4441"/>
                  </a:lnTo>
                  <a:lnTo>
                    <a:pt x="8921" y="4287"/>
                  </a:lnTo>
                  <a:lnTo>
                    <a:pt x="9423" y="4132"/>
                  </a:lnTo>
                  <a:lnTo>
                    <a:pt x="9886" y="4017"/>
                  </a:lnTo>
                  <a:lnTo>
                    <a:pt x="10388" y="3939"/>
                  </a:lnTo>
                  <a:lnTo>
                    <a:pt x="10852" y="3862"/>
                  </a:lnTo>
                  <a:lnTo>
                    <a:pt x="11354" y="3823"/>
                  </a:lnTo>
                  <a:lnTo>
                    <a:pt x="11856" y="3823"/>
                  </a:lnTo>
                  <a:lnTo>
                    <a:pt x="12358" y="3862"/>
                  </a:lnTo>
                  <a:lnTo>
                    <a:pt x="12860" y="3939"/>
                  </a:lnTo>
                  <a:lnTo>
                    <a:pt x="12358" y="4017"/>
                  </a:lnTo>
                  <a:lnTo>
                    <a:pt x="11856" y="4132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712"/>
                  </a:lnTo>
                  <a:lnTo>
                    <a:pt x="10697" y="4866"/>
                  </a:lnTo>
                  <a:lnTo>
                    <a:pt x="10543" y="5098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86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3"/>
                  </a:lnTo>
                  <a:lnTo>
                    <a:pt x="11006" y="6449"/>
                  </a:lnTo>
                  <a:lnTo>
                    <a:pt x="11585" y="6449"/>
                  </a:lnTo>
                  <a:lnTo>
                    <a:pt x="11894" y="6372"/>
                  </a:lnTo>
                  <a:lnTo>
                    <a:pt x="12165" y="6295"/>
                  </a:lnTo>
                  <a:lnTo>
                    <a:pt x="12628" y="6063"/>
                  </a:lnTo>
                  <a:lnTo>
                    <a:pt x="13053" y="5831"/>
                  </a:lnTo>
                  <a:lnTo>
                    <a:pt x="13439" y="5523"/>
                  </a:lnTo>
                  <a:lnTo>
                    <a:pt x="13400" y="5561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47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876" y="7878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6"/>
                  </a:lnTo>
                  <a:lnTo>
                    <a:pt x="17378" y="7531"/>
                  </a:lnTo>
                  <a:lnTo>
                    <a:pt x="17416" y="7415"/>
                  </a:lnTo>
                  <a:lnTo>
                    <a:pt x="17455" y="7260"/>
                  </a:lnTo>
                  <a:lnTo>
                    <a:pt x="17494" y="6951"/>
                  </a:lnTo>
                  <a:lnTo>
                    <a:pt x="17416" y="6642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827"/>
                  </a:lnTo>
                  <a:lnTo>
                    <a:pt x="16026" y="4634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39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90"/>
                  </a:lnTo>
                  <a:lnTo>
                    <a:pt x="16914" y="2897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6" y="2202"/>
                  </a:lnTo>
                  <a:lnTo>
                    <a:pt x="17107" y="1931"/>
                  </a:lnTo>
                  <a:lnTo>
                    <a:pt x="17069" y="1700"/>
                  </a:lnTo>
                  <a:lnTo>
                    <a:pt x="16914" y="1507"/>
                  </a:lnTo>
                  <a:lnTo>
                    <a:pt x="16760" y="1352"/>
                  </a:lnTo>
                  <a:lnTo>
                    <a:pt x="16567" y="1236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75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80" y="2472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89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55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2737450" y="3395675"/>
              <a:ext cx="459550" cy="296375"/>
            </a:xfrm>
            <a:custGeom>
              <a:avLst/>
              <a:gdLst/>
              <a:ahLst/>
              <a:cxnLst/>
              <a:rect l="l" t="t" r="r" b="b"/>
              <a:pathLst>
                <a:path w="18382" h="11855" extrusionOk="0">
                  <a:moveTo>
                    <a:pt x="17648" y="2935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8"/>
                  </a:lnTo>
                  <a:lnTo>
                    <a:pt x="17880" y="3321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39"/>
                  </a:lnTo>
                  <a:lnTo>
                    <a:pt x="17648" y="4132"/>
                  </a:lnTo>
                  <a:lnTo>
                    <a:pt x="17300" y="4402"/>
                  </a:lnTo>
                  <a:lnTo>
                    <a:pt x="17030" y="4595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3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4"/>
                  </a:lnTo>
                  <a:lnTo>
                    <a:pt x="16528" y="3514"/>
                  </a:lnTo>
                  <a:lnTo>
                    <a:pt x="16721" y="3282"/>
                  </a:lnTo>
                  <a:lnTo>
                    <a:pt x="16953" y="3128"/>
                  </a:lnTo>
                  <a:lnTo>
                    <a:pt x="17223" y="2974"/>
                  </a:lnTo>
                  <a:lnTo>
                    <a:pt x="17493" y="2935"/>
                  </a:lnTo>
                  <a:close/>
                  <a:moveTo>
                    <a:pt x="14211" y="4866"/>
                  </a:moveTo>
                  <a:lnTo>
                    <a:pt x="14481" y="4904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29"/>
                  </a:lnTo>
                  <a:lnTo>
                    <a:pt x="14752" y="5522"/>
                  </a:lnTo>
                  <a:lnTo>
                    <a:pt x="14288" y="5677"/>
                  </a:lnTo>
                  <a:lnTo>
                    <a:pt x="14018" y="5715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599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6"/>
                  </a:lnTo>
                  <a:lnTo>
                    <a:pt x="13169" y="5020"/>
                  </a:lnTo>
                  <a:lnTo>
                    <a:pt x="13323" y="4943"/>
                  </a:lnTo>
                  <a:lnTo>
                    <a:pt x="13555" y="4904"/>
                  </a:lnTo>
                  <a:lnTo>
                    <a:pt x="13864" y="4866"/>
                  </a:lnTo>
                  <a:close/>
                  <a:moveTo>
                    <a:pt x="15756" y="5522"/>
                  </a:moveTo>
                  <a:lnTo>
                    <a:pt x="16374" y="5831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3"/>
                  </a:lnTo>
                  <a:lnTo>
                    <a:pt x="17571" y="6912"/>
                  </a:lnTo>
                  <a:lnTo>
                    <a:pt x="17609" y="7067"/>
                  </a:lnTo>
                  <a:lnTo>
                    <a:pt x="17609" y="7221"/>
                  </a:lnTo>
                  <a:lnTo>
                    <a:pt x="17609" y="7453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3"/>
                  </a:lnTo>
                  <a:lnTo>
                    <a:pt x="17146" y="7723"/>
                  </a:lnTo>
                  <a:lnTo>
                    <a:pt x="16953" y="7685"/>
                  </a:lnTo>
                  <a:lnTo>
                    <a:pt x="16798" y="7607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6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1"/>
                  </a:lnTo>
                  <a:lnTo>
                    <a:pt x="15756" y="5522"/>
                  </a:lnTo>
                  <a:close/>
                  <a:moveTo>
                    <a:pt x="4944" y="464"/>
                  </a:moveTo>
                  <a:lnTo>
                    <a:pt x="5561" y="502"/>
                  </a:lnTo>
                  <a:lnTo>
                    <a:pt x="6141" y="657"/>
                  </a:lnTo>
                  <a:lnTo>
                    <a:pt x="6681" y="888"/>
                  </a:lnTo>
                  <a:lnTo>
                    <a:pt x="7222" y="1197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4"/>
                  </a:lnTo>
                  <a:lnTo>
                    <a:pt x="8766" y="2781"/>
                  </a:lnTo>
                  <a:lnTo>
                    <a:pt x="9037" y="3205"/>
                  </a:lnTo>
                  <a:lnTo>
                    <a:pt x="9268" y="3669"/>
                  </a:lnTo>
                  <a:lnTo>
                    <a:pt x="9693" y="4595"/>
                  </a:lnTo>
                  <a:lnTo>
                    <a:pt x="10079" y="5522"/>
                  </a:lnTo>
                  <a:lnTo>
                    <a:pt x="10272" y="5908"/>
                  </a:lnTo>
                  <a:lnTo>
                    <a:pt x="10504" y="6294"/>
                  </a:lnTo>
                  <a:lnTo>
                    <a:pt x="10736" y="6642"/>
                  </a:lnTo>
                  <a:lnTo>
                    <a:pt x="11006" y="6912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0"/>
                  </a:lnTo>
                  <a:lnTo>
                    <a:pt x="13207" y="7492"/>
                  </a:lnTo>
                  <a:lnTo>
                    <a:pt x="13516" y="7414"/>
                  </a:lnTo>
                  <a:lnTo>
                    <a:pt x="13825" y="7260"/>
                  </a:lnTo>
                  <a:lnTo>
                    <a:pt x="14095" y="7105"/>
                  </a:lnTo>
                  <a:lnTo>
                    <a:pt x="14366" y="6951"/>
                  </a:lnTo>
                  <a:lnTo>
                    <a:pt x="14597" y="6719"/>
                  </a:lnTo>
                  <a:lnTo>
                    <a:pt x="14829" y="6488"/>
                  </a:lnTo>
                  <a:lnTo>
                    <a:pt x="14404" y="7221"/>
                  </a:lnTo>
                  <a:lnTo>
                    <a:pt x="13941" y="7878"/>
                  </a:lnTo>
                  <a:lnTo>
                    <a:pt x="13439" y="8534"/>
                  </a:lnTo>
                  <a:lnTo>
                    <a:pt x="12860" y="9113"/>
                  </a:lnTo>
                  <a:lnTo>
                    <a:pt x="12242" y="9615"/>
                  </a:lnTo>
                  <a:lnTo>
                    <a:pt x="11547" y="10079"/>
                  </a:lnTo>
                  <a:lnTo>
                    <a:pt x="10813" y="10503"/>
                  </a:lnTo>
                  <a:lnTo>
                    <a:pt x="10041" y="10812"/>
                  </a:lnTo>
                  <a:lnTo>
                    <a:pt x="9462" y="11005"/>
                  </a:lnTo>
                  <a:lnTo>
                    <a:pt x="8882" y="11160"/>
                  </a:lnTo>
                  <a:lnTo>
                    <a:pt x="8303" y="11276"/>
                  </a:lnTo>
                  <a:lnTo>
                    <a:pt x="7724" y="11314"/>
                  </a:lnTo>
                  <a:lnTo>
                    <a:pt x="7145" y="11353"/>
                  </a:lnTo>
                  <a:lnTo>
                    <a:pt x="6604" y="11314"/>
                  </a:lnTo>
                  <a:lnTo>
                    <a:pt x="6025" y="11237"/>
                  </a:lnTo>
                  <a:lnTo>
                    <a:pt x="5484" y="11121"/>
                  </a:lnTo>
                  <a:lnTo>
                    <a:pt x="4944" y="10967"/>
                  </a:lnTo>
                  <a:lnTo>
                    <a:pt x="4442" y="10735"/>
                  </a:lnTo>
                  <a:lnTo>
                    <a:pt x="3940" y="10503"/>
                  </a:lnTo>
                  <a:lnTo>
                    <a:pt x="3476" y="10195"/>
                  </a:lnTo>
                  <a:lnTo>
                    <a:pt x="3013" y="9847"/>
                  </a:lnTo>
                  <a:lnTo>
                    <a:pt x="2549" y="9461"/>
                  </a:lnTo>
                  <a:lnTo>
                    <a:pt x="2163" y="9036"/>
                  </a:lnTo>
                  <a:lnTo>
                    <a:pt x="1777" y="8573"/>
                  </a:lnTo>
                  <a:lnTo>
                    <a:pt x="1430" y="8032"/>
                  </a:lnTo>
                  <a:lnTo>
                    <a:pt x="1121" y="7492"/>
                  </a:lnTo>
                  <a:lnTo>
                    <a:pt x="850" y="6912"/>
                  </a:lnTo>
                  <a:lnTo>
                    <a:pt x="657" y="6333"/>
                  </a:lnTo>
                  <a:lnTo>
                    <a:pt x="503" y="5754"/>
                  </a:lnTo>
                  <a:lnTo>
                    <a:pt x="426" y="5136"/>
                  </a:lnTo>
                  <a:lnTo>
                    <a:pt x="426" y="4518"/>
                  </a:lnTo>
                  <a:lnTo>
                    <a:pt x="503" y="3862"/>
                  </a:lnTo>
                  <a:lnTo>
                    <a:pt x="696" y="3282"/>
                  </a:lnTo>
                  <a:lnTo>
                    <a:pt x="928" y="2742"/>
                  </a:lnTo>
                  <a:lnTo>
                    <a:pt x="1275" y="2240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79"/>
                  </a:lnTo>
                  <a:lnTo>
                    <a:pt x="4326" y="464"/>
                  </a:lnTo>
                  <a:close/>
                  <a:moveTo>
                    <a:pt x="4519" y="0"/>
                  </a:moveTo>
                  <a:lnTo>
                    <a:pt x="4249" y="39"/>
                  </a:lnTo>
                  <a:lnTo>
                    <a:pt x="3901" y="77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5"/>
                  </a:lnTo>
                  <a:lnTo>
                    <a:pt x="2472" y="579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3"/>
                  </a:lnTo>
                  <a:lnTo>
                    <a:pt x="1082" y="1699"/>
                  </a:lnTo>
                  <a:lnTo>
                    <a:pt x="773" y="2163"/>
                  </a:lnTo>
                  <a:lnTo>
                    <a:pt x="503" y="2626"/>
                  </a:lnTo>
                  <a:lnTo>
                    <a:pt x="310" y="3089"/>
                  </a:lnTo>
                  <a:lnTo>
                    <a:pt x="155" y="3591"/>
                  </a:lnTo>
                  <a:lnTo>
                    <a:pt x="40" y="4093"/>
                  </a:lnTo>
                  <a:lnTo>
                    <a:pt x="1" y="4595"/>
                  </a:lnTo>
                  <a:lnTo>
                    <a:pt x="1" y="5136"/>
                  </a:lnTo>
                  <a:lnTo>
                    <a:pt x="78" y="5638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8"/>
                  </a:lnTo>
                  <a:lnTo>
                    <a:pt x="1237" y="8611"/>
                  </a:lnTo>
                  <a:lnTo>
                    <a:pt x="1545" y="9036"/>
                  </a:lnTo>
                  <a:lnTo>
                    <a:pt x="2009" y="9577"/>
                  </a:lnTo>
                  <a:lnTo>
                    <a:pt x="2472" y="10040"/>
                  </a:lnTo>
                  <a:lnTo>
                    <a:pt x="2974" y="10426"/>
                  </a:lnTo>
                  <a:lnTo>
                    <a:pt x="3476" y="10812"/>
                  </a:lnTo>
                  <a:lnTo>
                    <a:pt x="4055" y="11083"/>
                  </a:lnTo>
                  <a:lnTo>
                    <a:pt x="4596" y="11353"/>
                  </a:lnTo>
                  <a:lnTo>
                    <a:pt x="5214" y="11546"/>
                  </a:lnTo>
                  <a:lnTo>
                    <a:pt x="5832" y="11701"/>
                  </a:lnTo>
                  <a:lnTo>
                    <a:pt x="5870" y="11855"/>
                  </a:lnTo>
                  <a:lnTo>
                    <a:pt x="6218" y="11778"/>
                  </a:lnTo>
                  <a:lnTo>
                    <a:pt x="7029" y="11816"/>
                  </a:lnTo>
                  <a:lnTo>
                    <a:pt x="7840" y="11816"/>
                  </a:lnTo>
                  <a:lnTo>
                    <a:pt x="8689" y="11701"/>
                  </a:lnTo>
                  <a:lnTo>
                    <a:pt x="9539" y="11507"/>
                  </a:lnTo>
                  <a:lnTo>
                    <a:pt x="10272" y="11237"/>
                  </a:lnTo>
                  <a:lnTo>
                    <a:pt x="11006" y="10928"/>
                  </a:lnTo>
                  <a:lnTo>
                    <a:pt x="11315" y="10812"/>
                  </a:lnTo>
                  <a:lnTo>
                    <a:pt x="11315" y="10774"/>
                  </a:lnTo>
                  <a:lnTo>
                    <a:pt x="12049" y="10349"/>
                  </a:lnTo>
                  <a:lnTo>
                    <a:pt x="12705" y="9847"/>
                  </a:lnTo>
                  <a:lnTo>
                    <a:pt x="13362" y="9306"/>
                  </a:lnTo>
                  <a:lnTo>
                    <a:pt x="13941" y="8689"/>
                  </a:lnTo>
                  <a:lnTo>
                    <a:pt x="14481" y="8032"/>
                  </a:lnTo>
                  <a:lnTo>
                    <a:pt x="14713" y="7685"/>
                  </a:lnTo>
                  <a:lnTo>
                    <a:pt x="14906" y="7298"/>
                  </a:lnTo>
                  <a:lnTo>
                    <a:pt x="15099" y="6951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19"/>
                  </a:lnTo>
                  <a:lnTo>
                    <a:pt x="15987" y="7144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6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2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3"/>
                  </a:lnTo>
                  <a:lnTo>
                    <a:pt x="18034" y="7260"/>
                  </a:lnTo>
                  <a:lnTo>
                    <a:pt x="17995" y="7028"/>
                  </a:lnTo>
                  <a:lnTo>
                    <a:pt x="17918" y="6835"/>
                  </a:lnTo>
                  <a:lnTo>
                    <a:pt x="17841" y="6642"/>
                  </a:lnTo>
                  <a:lnTo>
                    <a:pt x="17725" y="6449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5"/>
                  </a:lnTo>
                  <a:lnTo>
                    <a:pt x="16567" y="5445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1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3"/>
                  </a:lnTo>
                  <a:lnTo>
                    <a:pt x="18343" y="3553"/>
                  </a:lnTo>
                  <a:lnTo>
                    <a:pt x="18382" y="3321"/>
                  </a:lnTo>
                  <a:lnTo>
                    <a:pt x="18343" y="3089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3"/>
                  </a:lnTo>
                  <a:lnTo>
                    <a:pt x="17841" y="2587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7"/>
                  </a:lnTo>
                  <a:lnTo>
                    <a:pt x="16953" y="2703"/>
                  </a:lnTo>
                  <a:lnTo>
                    <a:pt x="16760" y="2781"/>
                  </a:lnTo>
                  <a:lnTo>
                    <a:pt x="16567" y="2935"/>
                  </a:lnTo>
                  <a:lnTo>
                    <a:pt x="16412" y="3089"/>
                  </a:lnTo>
                  <a:lnTo>
                    <a:pt x="16258" y="3282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0"/>
                  </a:lnTo>
                  <a:lnTo>
                    <a:pt x="15524" y="5020"/>
                  </a:lnTo>
                  <a:lnTo>
                    <a:pt x="15099" y="4788"/>
                  </a:lnTo>
                  <a:lnTo>
                    <a:pt x="14675" y="4634"/>
                  </a:lnTo>
                  <a:lnTo>
                    <a:pt x="14211" y="4518"/>
                  </a:lnTo>
                  <a:lnTo>
                    <a:pt x="13748" y="4518"/>
                  </a:lnTo>
                  <a:lnTo>
                    <a:pt x="13362" y="4595"/>
                  </a:lnTo>
                  <a:lnTo>
                    <a:pt x="13169" y="4634"/>
                  </a:lnTo>
                  <a:lnTo>
                    <a:pt x="12975" y="4711"/>
                  </a:lnTo>
                  <a:lnTo>
                    <a:pt x="12782" y="4788"/>
                  </a:lnTo>
                  <a:lnTo>
                    <a:pt x="12628" y="4943"/>
                  </a:lnTo>
                  <a:lnTo>
                    <a:pt x="12512" y="5097"/>
                  </a:lnTo>
                  <a:lnTo>
                    <a:pt x="12435" y="5252"/>
                  </a:lnTo>
                  <a:lnTo>
                    <a:pt x="12396" y="5445"/>
                  </a:lnTo>
                  <a:lnTo>
                    <a:pt x="12473" y="5638"/>
                  </a:lnTo>
                  <a:lnTo>
                    <a:pt x="12551" y="5792"/>
                  </a:lnTo>
                  <a:lnTo>
                    <a:pt x="12705" y="5908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0"/>
                  </a:lnTo>
                  <a:lnTo>
                    <a:pt x="13786" y="6140"/>
                  </a:lnTo>
                  <a:lnTo>
                    <a:pt x="14134" y="6101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19"/>
                  </a:lnTo>
                  <a:lnTo>
                    <a:pt x="13671" y="6835"/>
                  </a:lnTo>
                  <a:lnTo>
                    <a:pt x="13439" y="6951"/>
                  </a:lnTo>
                  <a:lnTo>
                    <a:pt x="13207" y="7028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0"/>
                  </a:lnTo>
                  <a:lnTo>
                    <a:pt x="10968" y="6140"/>
                  </a:lnTo>
                  <a:lnTo>
                    <a:pt x="10774" y="5792"/>
                  </a:lnTo>
                  <a:lnTo>
                    <a:pt x="10504" y="5329"/>
                  </a:lnTo>
                  <a:lnTo>
                    <a:pt x="10311" y="4827"/>
                  </a:lnTo>
                  <a:lnTo>
                    <a:pt x="9886" y="3862"/>
                  </a:lnTo>
                  <a:lnTo>
                    <a:pt x="9655" y="3398"/>
                  </a:lnTo>
                  <a:lnTo>
                    <a:pt x="9423" y="2935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1"/>
                  </a:lnTo>
                  <a:lnTo>
                    <a:pt x="6874" y="502"/>
                  </a:lnTo>
                  <a:lnTo>
                    <a:pt x="6295" y="271"/>
                  </a:lnTo>
                  <a:lnTo>
                    <a:pt x="5716" y="116"/>
                  </a:lnTo>
                  <a:lnTo>
                    <a:pt x="5137" y="39"/>
                  </a:lnTo>
                  <a:lnTo>
                    <a:pt x="451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2769325" y="3423675"/>
              <a:ext cx="144825" cy="164125"/>
            </a:xfrm>
            <a:custGeom>
              <a:avLst/>
              <a:gdLst/>
              <a:ahLst/>
              <a:cxnLst/>
              <a:rect l="l" t="t" r="r" b="b"/>
              <a:pathLst>
                <a:path w="5793" h="6565" extrusionOk="0">
                  <a:moveTo>
                    <a:pt x="2858" y="463"/>
                  </a:moveTo>
                  <a:lnTo>
                    <a:pt x="3360" y="618"/>
                  </a:lnTo>
                  <a:lnTo>
                    <a:pt x="3823" y="811"/>
                  </a:lnTo>
                  <a:lnTo>
                    <a:pt x="4248" y="1081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8"/>
                  </a:lnTo>
                  <a:lnTo>
                    <a:pt x="5252" y="2510"/>
                  </a:lnTo>
                  <a:lnTo>
                    <a:pt x="5290" y="2780"/>
                  </a:lnTo>
                  <a:lnTo>
                    <a:pt x="5329" y="3051"/>
                  </a:lnTo>
                  <a:lnTo>
                    <a:pt x="5329" y="3321"/>
                  </a:lnTo>
                  <a:lnTo>
                    <a:pt x="5290" y="3784"/>
                  </a:lnTo>
                  <a:lnTo>
                    <a:pt x="5175" y="4248"/>
                  </a:lnTo>
                  <a:lnTo>
                    <a:pt x="4981" y="4711"/>
                  </a:lnTo>
                  <a:lnTo>
                    <a:pt x="4711" y="5097"/>
                  </a:lnTo>
                  <a:lnTo>
                    <a:pt x="4364" y="5445"/>
                  </a:lnTo>
                  <a:lnTo>
                    <a:pt x="4016" y="5715"/>
                  </a:lnTo>
                  <a:lnTo>
                    <a:pt x="3784" y="5831"/>
                  </a:lnTo>
                  <a:lnTo>
                    <a:pt x="3553" y="5947"/>
                  </a:lnTo>
                  <a:lnTo>
                    <a:pt x="3321" y="6024"/>
                  </a:lnTo>
                  <a:lnTo>
                    <a:pt x="3089" y="6063"/>
                  </a:lnTo>
                  <a:lnTo>
                    <a:pt x="2780" y="6101"/>
                  </a:lnTo>
                  <a:lnTo>
                    <a:pt x="2510" y="6101"/>
                  </a:lnTo>
                  <a:lnTo>
                    <a:pt x="2201" y="6063"/>
                  </a:lnTo>
                  <a:lnTo>
                    <a:pt x="1970" y="5985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599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0"/>
                  </a:lnTo>
                  <a:lnTo>
                    <a:pt x="734" y="4788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4"/>
                  </a:lnTo>
                  <a:lnTo>
                    <a:pt x="464" y="2973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699"/>
                  </a:lnTo>
                  <a:lnTo>
                    <a:pt x="966" y="1506"/>
                  </a:lnTo>
                  <a:lnTo>
                    <a:pt x="1120" y="1274"/>
                  </a:lnTo>
                  <a:lnTo>
                    <a:pt x="1313" y="1120"/>
                  </a:lnTo>
                  <a:lnTo>
                    <a:pt x="1506" y="927"/>
                  </a:lnTo>
                  <a:lnTo>
                    <a:pt x="1738" y="811"/>
                  </a:lnTo>
                  <a:lnTo>
                    <a:pt x="1970" y="695"/>
                  </a:lnTo>
                  <a:lnTo>
                    <a:pt x="2201" y="579"/>
                  </a:lnTo>
                  <a:lnTo>
                    <a:pt x="2472" y="541"/>
                  </a:lnTo>
                  <a:lnTo>
                    <a:pt x="2780" y="502"/>
                  </a:lnTo>
                  <a:lnTo>
                    <a:pt x="2819" y="502"/>
                  </a:lnTo>
                  <a:lnTo>
                    <a:pt x="2858" y="463"/>
                  </a:lnTo>
                  <a:close/>
                  <a:moveTo>
                    <a:pt x="2665" y="0"/>
                  </a:moveTo>
                  <a:lnTo>
                    <a:pt x="2587" y="39"/>
                  </a:lnTo>
                  <a:lnTo>
                    <a:pt x="2510" y="77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0"/>
                  </a:lnTo>
                  <a:lnTo>
                    <a:pt x="1854" y="309"/>
                  </a:lnTo>
                  <a:lnTo>
                    <a:pt x="1622" y="386"/>
                  </a:lnTo>
                  <a:lnTo>
                    <a:pt x="1390" y="502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6"/>
                  </a:lnTo>
                  <a:lnTo>
                    <a:pt x="348" y="1738"/>
                  </a:lnTo>
                  <a:lnTo>
                    <a:pt x="155" y="2278"/>
                  </a:lnTo>
                  <a:lnTo>
                    <a:pt x="39" y="2858"/>
                  </a:lnTo>
                  <a:lnTo>
                    <a:pt x="0" y="3398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2"/>
                  </a:lnTo>
                  <a:lnTo>
                    <a:pt x="309" y="4943"/>
                  </a:lnTo>
                  <a:lnTo>
                    <a:pt x="425" y="5213"/>
                  </a:lnTo>
                  <a:lnTo>
                    <a:pt x="579" y="5445"/>
                  </a:lnTo>
                  <a:lnTo>
                    <a:pt x="734" y="5676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7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6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6"/>
                  </a:lnTo>
                  <a:lnTo>
                    <a:pt x="3476" y="6449"/>
                  </a:lnTo>
                  <a:lnTo>
                    <a:pt x="3784" y="6333"/>
                  </a:lnTo>
                  <a:lnTo>
                    <a:pt x="4055" y="6217"/>
                  </a:lnTo>
                  <a:lnTo>
                    <a:pt x="4325" y="6063"/>
                  </a:lnTo>
                  <a:lnTo>
                    <a:pt x="4557" y="5908"/>
                  </a:lnTo>
                  <a:lnTo>
                    <a:pt x="4788" y="5715"/>
                  </a:lnTo>
                  <a:lnTo>
                    <a:pt x="4981" y="5483"/>
                  </a:lnTo>
                  <a:lnTo>
                    <a:pt x="5175" y="5252"/>
                  </a:lnTo>
                  <a:lnTo>
                    <a:pt x="5329" y="4981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0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7"/>
                  </a:lnTo>
                  <a:lnTo>
                    <a:pt x="5561" y="2047"/>
                  </a:lnTo>
                  <a:lnTo>
                    <a:pt x="5406" y="1776"/>
                  </a:lnTo>
                  <a:lnTo>
                    <a:pt x="5252" y="1506"/>
                  </a:lnTo>
                  <a:lnTo>
                    <a:pt x="5059" y="1274"/>
                  </a:lnTo>
                  <a:lnTo>
                    <a:pt x="4866" y="1043"/>
                  </a:lnTo>
                  <a:lnTo>
                    <a:pt x="4634" y="811"/>
                  </a:lnTo>
                  <a:lnTo>
                    <a:pt x="4402" y="618"/>
                  </a:lnTo>
                  <a:lnTo>
                    <a:pt x="4132" y="463"/>
                  </a:lnTo>
                  <a:lnTo>
                    <a:pt x="3862" y="309"/>
                  </a:lnTo>
                  <a:lnTo>
                    <a:pt x="3591" y="193"/>
                  </a:lnTo>
                  <a:lnTo>
                    <a:pt x="3282" y="116"/>
                  </a:lnTo>
                  <a:lnTo>
                    <a:pt x="2974" y="39"/>
                  </a:lnTo>
                  <a:lnTo>
                    <a:pt x="266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3889150" y="34449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3" y="3823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0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4" y="5986"/>
                  </a:lnTo>
                  <a:lnTo>
                    <a:pt x="11430" y="6140"/>
                  </a:lnTo>
                  <a:lnTo>
                    <a:pt x="11353" y="6218"/>
                  </a:lnTo>
                  <a:lnTo>
                    <a:pt x="11237" y="6256"/>
                  </a:lnTo>
                  <a:lnTo>
                    <a:pt x="11083" y="6295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0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9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4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1" y="9616"/>
                  </a:lnTo>
                  <a:lnTo>
                    <a:pt x="12936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5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4428800" y="3447800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0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3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2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7"/>
                  </a:lnTo>
                  <a:lnTo>
                    <a:pt x="6951" y="12627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7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4598700" y="3452625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49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1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3921000" y="34584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59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1" y="9075"/>
                  </a:lnTo>
                  <a:lnTo>
                    <a:pt x="6913" y="8804"/>
                  </a:lnTo>
                  <a:lnTo>
                    <a:pt x="6951" y="8534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8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0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8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4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4"/>
                  </a:lnTo>
                  <a:lnTo>
                    <a:pt x="6449" y="8843"/>
                  </a:lnTo>
                  <a:lnTo>
                    <a:pt x="5716" y="8804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5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1220850" y="3492200"/>
              <a:ext cx="274200" cy="516500"/>
            </a:xfrm>
            <a:custGeom>
              <a:avLst/>
              <a:gdLst/>
              <a:ahLst/>
              <a:cxnLst/>
              <a:rect l="l" t="t" r="r" b="b"/>
              <a:pathLst>
                <a:path w="10968" h="20660" extrusionOk="0">
                  <a:moveTo>
                    <a:pt x="1468" y="657"/>
                  </a:moveTo>
                  <a:lnTo>
                    <a:pt x="2086" y="1005"/>
                  </a:lnTo>
                  <a:lnTo>
                    <a:pt x="2665" y="1391"/>
                  </a:lnTo>
                  <a:lnTo>
                    <a:pt x="3052" y="1661"/>
                  </a:lnTo>
                  <a:lnTo>
                    <a:pt x="3438" y="1970"/>
                  </a:lnTo>
                  <a:lnTo>
                    <a:pt x="3592" y="2125"/>
                  </a:lnTo>
                  <a:lnTo>
                    <a:pt x="3708" y="2279"/>
                  </a:lnTo>
                  <a:lnTo>
                    <a:pt x="3862" y="2588"/>
                  </a:lnTo>
                  <a:lnTo>
                    <a:pt x="3978" y="2935"/>
                  </a:lnTo>
                  <a:lnTo>
                    <a:pt x="4055" y="3322"/>
                  </a:lnTo>
                  <a:lnTo>
                    <a:pt x="5098" y="7492"/>
                  </a:lnTo>
                  <a:lnTo>
                    <a:pt x="7222" y="16180"/>
                  </a:lnTo>
                  <a:lnTo>
                    <a:pt x="7261" y="16258"/>
                  </a:lnTo>
                  <a:lnTo>
                    <a:pt x="7299" y="16296"/>
                  </a:lnTo>
                  <a:lnTo>
                    <a:pt x="7369" y="16331"/>
                  </a:lnTo>
                  <a:lnTo>
                    <a:pt x="7369" y="16331"/>
                  </a:lnTo>
                  <a:lnTo>
                    <a:pt x="6990" y="16489"/>
                  </a:lnTo>
                  <a:lnTo>
                    <a:pt x="6334" y="14481"/>
                  </a:lnTo>
                  <a:lnTo>
                    <a:pt x="5677" y="12512"/>
                  </a:lnTo>
                  <a:lnTo>
                    <a:pt x="4287" y="8573"/>
                  </a:lnTo>
                  <a:lnTo>
                    <a:pt x="2858" y="4634"/>
                  </a:lnTo>
                  <a:lnTo>
                    <a:pt x="1468" y="657"/>
                  </a:lnTo>
                  <a:close/>
                  <a:moveTo>
                    <a:pt x="1121" y="503"/>
                  </a:moveTo>
                  <a:lnTo>
                    <a:pt x="1121" y="580"/>
                  </a:lnTo>
                  <a:lnTo>
                    <a:pt x="3940" y="8573"/>
                  </a:lnTo>
                  <a:lnTo>
                    <a:pt x="5368" y="12551"/>
                  </a:lnTo>
                  <a:lnTo>
                    <a:pt x="6102" y="14558"/>
                  </a:lnTo>
                  <a:lnTo>
                    <a:pt x="6874" y="16528"/>
                  </a:lnTo>
                  <a:lnTo>
                    <a:pt x="6681" y="16566"/>
                  </a:lnTo>
                  <a:lnTo>
                    <a:pt x="5755" y="14636"/>
                  </a:lnTo>
                  <a:lnTo>
                    <a:pt x="4789" y="12705"/>
                  </a:lnTo>
                  <a:lnTo>
                    <a:pt x="2820" y="8882"/>
                  </a:lnTo>
                  <a:lnTo>
                    <a:pt x="1777" y="6951"/>
                  </a:lnTo>
                  <a:lnTo>
                    <a:pt x="773" y="4982"/>
                  </a:lnTo>
                  <a:lnTo>
                    <a:pt x="657" y="4712"/>
                  </a:lnTo>
                  <a:lnTo>
                    <a:pt x="580" y="4441"/>
                  </a:lnTo>
                  <a:lnTo>
                    <a:pt x="542" y="4171"/>
                  </a:lnTo>
                  <a:lnTo>
                    <a:pt x="503" y="3901"/>
                  </a:lnTo>
                  <a:lnTo>
                    <a:pt x="503" y="3322"/>
                  </a:lnTo>
                  <a:lnTo>
                    <a:pt x="542" y="2781"/>
                  </a:lnTo>
                  <a:lnTo>
                    <a:pt x="657" y="2202"/>
                  </a:lnTo>
                  <a:lnTo>
                    <a:pt x="812" y="1623"/>
                  </a:lnTo>
                  <a:lnTo>
                    <a:pt x="1121" y="503"/>
                  </a:lnTo>
                  <a:close/>
                  <a:moveTo>
                    <a:pt x="9886" y="13786"/>
                  </a:moveTo>
                  <a:lnTo>
                    <a:pt x="10041" y="13825"/>
                  </a:lnTo>
                  <a:lnTo>
                    <a:pt x="10157" y="13902"/>
                  </a:lnTo>
                  <a:lnTo>
                    <a:pt x="10311" y="14018"/>
                  </a:lnTo>
                  <a:lnTo>
                    <a:pt x="10581" y="14481"/>
                  </a:lnTo>
                  <a:lnTo>
                    <a:pt x="10620" y="14674"/>
                  </a:lnTo>
                  <a:lnTo>
                    <a:pt x="10620" y="14906"/>
                  </a:lnTo>
                  <a:lnTo>
                    <a:pt x="10581" y="15099"/>
                  </a:lnTo>
                  <a:lnTo>
                    <a:pt x="10504" y="15254"/>
                  </a:lnTo>
                  <a:lnTo>
                    <a:pt x="10311" y="15640"/>
                  </a:lnTo>
                  <a:lnTo>
                    <a:pt x="10041" y="15910"/>
                  </a:lnTo>
                  <a:lnTo>
                    <a:pt x="9655" y="16296"/>
                  </a:lnTo>
                  <a:lnTo>
                    <a:pt x="9191" y="16605"/>
                  </a:lnTo>
                  <a:lnTo>
                    <a:pt x="8728" y="16914"/>
                  </a:lnTo>
                  <a:lnTo>
                    <a:pt x="8265" y="17184"/>
                  </a:lnTo>
                  <a:lnTo>
                    <a:pt x="8149" y="17184"/>
                  </a:lnTo>
                  <a:lnTo>
                    <a:pt x="8071" y="17262"/>
                  </a:lnTo>
                  <a:lnTo>
                    <a:pt x="7724" y="17416"/>
                  </a:lnTo>
                  <a:lnTo>
                    <a:pt x="7029" y="17725"/>
                  </a:lnTo>
                  <a:lnTo>
                    <a:pt x="6295" y="17995"/>
                  </a:lnTo>
                  <a:lnTo>
                    <a:pt x="5523" y="18150"/>
                  </a:lnTo>
                  <a:lnTo>
                    <a:pt x="4789" y="18304"/>
                  </a:lnTo>
                  <a:lnTo>
                    <a:pt x="4403" y="18343"/>
                  </a:lnTo>
                  <a:lnTo>
                    <a:pt x="4055" y="18343"/>
                  </a:lnTo>
                  <a:lnTo>
                    <a:pt x="3669" y="18266"/>
                  </a:lnTo>
                  <a:lnTo>
                    <a:pt x="3515" y="18227"/>
                  </a:lnTo>
                  <a:lnTo>
                    <a:pt x="3360" y="18150"/>
                  </a:lnTo>
                  <a:lnTo>
                    <a:pt x="3245" y="18034"/>
                  </a:lnTo>
                  <a:lnTo>
                    <a:pt x="3129" y="17957"/>
                  </a:lnTo>
                  <a:lnTo>
                    <a:pt x="2974" y="17686"/>
                  </a:lnTo>
                  <a:lnTo>
                    <a:pt x="2858" y="17377"/>
                  </a:lnTo>
                  <a:lnTo>
                    <a:pt x="2858" y="17068"/>
                  </a:lnTo>
                  <a:lnTo>
                    <a:pt x="2897" y="16875"/>
                  </a:lnTo>
                  <a:lnTo>
                    <a:pt x="2974" y="16721"/>
                  </a:lnTo>
                  <a:lnTo>
                    <a:pt x="3090" y="16566"/>
                  </a:lnTo>
                  <a:lnTo>
                    <a:pt x="3206" y="16451"/>
                  </a:lnTo>
                  <a:lnTo>
                    <a:pt x="3322" y="16373"/>
                  </a:lnTo>
                  <a:lnTo>
                    <a:pt x="3476" y="16296"/>
                  </a:lnTo>
                  <a:lnTo>
                    <a:pt x="3592" y="16296"/>
                  </a:lnTo>
                  <a:lnTo>
                    <a:pt x="3708" y="16335"/>
                  </a:lnTo>
                  <a:lnTo>
                    <a:pt x="3824" y="16451"/>
                  </a:lnTo>
                  <a:lnTo>
                    <a:pt x="3940" y="16605"/>
                  </a:lnTo>
                  <a:lnTo>
                    <a:pt x="4094" y="16798"/>
                  </a:lnTo>
                  <a:lnTo>
                    <a:pt x="4210" y="17068"/>
                  </a:lnTo>
                  <a:lnTo>
                    <a:pt x="4055" y="17068"/>
                  </a:lnTo>
                  <a:lnTo>
                    <a:pt x="3978" y="17107"/>
                  </a:lnTo>
                  <a:lnTo>
                    <a:pt x="3940" y="17184"/>
                  </a:lnTo>
                  <a:lnTo>
                    <a:pt x="3978" y="17300"/>
                  </a:lnTo>
                  <a:lnTo>
                    <a:pt x="4055" y="17339"/>
                  </a:lnTo>
                  <a:lnTo>
                    <a:pt x="4828" y="17339"/>
                  </a:lnTo>
                  <a:lnTo>
                    <a:pt x="5639" y="17262"/>
                  </a:lnTo>
                  <a:lnTo>
                    <a:pt x="6450" y="17107"/>
                  </a:lnTo>
                  <a:lnTo>
                    <a:pt x="7261" y="16875"/>
                  </a:lnTo>
                  <a:lnTo>
                    <a:pt x="7647" y="16721"/>
                  </a:lnTo>
                  <a:lnTo>
                    <a:pt x="8033" y="16528"/>
                  </a:lnTo>
                  <a:lnTo>
                    <a:pt x="8419" y="16335"/>
                  </a:lnTo>
                  <a:lnTo>
                    <a:pt x="8728" y="16103"/>
                  </a:lnTo>
                  <a:lnTo>
                    <a:pt x="9075" y="15871"/>
                  </a:lnTo>
                  <a:lnTo>
                    <a:pt x="9384" y="15601"/>
                  </a:lnTo>
                  <a:lnTo>
                    <a:pt x="9616" y="15331"/>
                  </a:lnTo>
                  <a:lnTo>
                    <a:pt x="9886" y="15022"/>
                  </a:lnTo>
                  <a:lnTo>
                    <a:pt x="9886" y="14945"/>
                  </a:lnTo>
                  <a:lnTo>
                    <a:pt x="9886" y="14906"/>
                  </a:lnTo>
                  <a:lnTo>
                    <a:pt x="9848" y="14829"/>
                  </a:lnTo>
                  <a:lnTo>
                    <a:pt x="9809" y="14790"/>
                  </a:lnTo>
                  <a:lnTo>
                    <a:pt x="9732" y="14752"/>
                  </a:lnTo>
                  <a:lnTo>
                    <a:pt x="9616" y="14752"/>
                  </a:lnTo>
                  <a:lnTo>
                    <a:pt x="9539" y="14790"/>
                  </a:lnTo>
                  <a:lnTo>
                    <a:pt x="9307" y="15099"/>
                  </a:lnTo>
                  <a:lnTo>
                    <a:pt x="9114" y="14945"/>
                  </a:lnTo>
                  <a:lnTo>
                    <a:pt x="9037" y="14829"/>
                  </a:lnTo>
                  <a:lnTo>
                    <a:pt x="8998" y="14674"/>
                  </a:lnTo>
                  <a:lnTo>
                    <a:pt x="8998" y="14558"/>
                  </a:lnTo>
                  <a:lnTo>
                    <a:pt x="9037" y="14404"/>
                  </a:lnTo>
                  <a:lnTo>
                    <a:pt x="9114" y="14288"/>
                  </a:lnTo>
                  <a:lnTo>
                    <a:pt x="9346" y="14056"/>
                  </a:lnTo>
                  <a:lnTo>
                    <a:pt x="9462" y="13941"/>
                  </a:lnTo>
                  <a:lnTo>
                    <a:pt x="9539" y="13825"/>
                  </a:lnTo>
                  <a:lnTo>
                    <a:pt x="9655" y="13786"/>
                  </a:lnTo>
                  <a:close/>
                  <a:moveTo>
                    <a:pt x="889" y="1"/>
                  </a:moveTo>
                  <a:lnTo>
                    <a:pt x="812" y="78"/>
                  </a:lnTo>
                  <a:lnTo>
                    <a:pt x="773" y="155"/>
                  </a:lnTo>
                  <a:lnTo>
                    <a:pt x="194" y="2511"/>
                  </a:lnTo>
                  <a:lnTo>
                    <a:pt x="117" y="2897"/>
                  </a:lnTo>
                  <a:lnTo>
                    <a:pt x="40" y="3322"/>
                  </a:lnTo>
                  <a:lnTo>
                    <a:pt x="1" y="3746"/>
                  </a:lnTo>
                  <a:lnTo>
                    <a:pt x="1" y="4210"/>
                  </a:lnTo>
                  <a:lnTo>
                    <a:pt x="78" y="4441"/>
                  </a:lnTo>
                  <a:lnTo>
                    <a:pt x="155" y="4673"/>
                  </a:lnTo>
                  <a:lnTo>
                    <a:pt x="348" y="5136"/>
                  </a:lnTo>
                  <a:lnTo>
                    <a:pt x="850" y="6025"/>
                  </a:lnTo>
                  <a:lnTo>
                    <a:pt x="1970" y="8187"/>
                  </a:lnTo>
                  <a:lnTo>
                    <a:pt x="4133" y="12435"/>
                  </a:lnTo>
                  <a:lnTo>
                    <a:pt x="5253" y="14558"/>
                  </a:lnTo>
                  <a:lnTo>
                    <a:pt x="6411" y="16682"/>
                  </a:lnTo>
                  <a:lnTo>
                    <a:pt x="5484" y="16875"/>
                  </a:lnTo>
                  <a:lnTo>
                    <a:pt x="4596" y="16991"/>
                  </a:lnTo>
                  <a:lnTo>
                    <a:pt x="4596" y="16991"/>
                  </a:lnTo>
                  <a:lnTo>
                    <a:pt x="4673" y="16837"/>
                  </a:lnTo>
                  <a:lnTo>
                    <a:pt x="4712" y="16682"/>
                  </a:lnTo>
                  <a:lnTo>
                    <a:pt x="4712" y="16528"/>
                  </a:lnTo>
                  <a:lnTo>
                    <a:pt x="4635" y="16373"/>
                  </a:lnTo>
                  <a:lnTo>
                    <a:pt x="4557" y="16219"/>
                  </a:lnTo>
                  <a:lnTo>
                    <a:pt x="4442" y="16103"/>
                  </a:lnTo>
                  <a:lnTo>
                    <a:pt x="4326" y="15987"/>
                  </a:lnTo>
                  <a:lnTo>
                    <a:pt x="4133" y="15910"/>
                  </a:lnTo>
                  <a:lnTo>
                    <a:pt x="3862" y="15871"/>
                  </a:lnTo>
                  <a:lnTo>
                    <a:pt x="3592" y="15871"/>
                  </a:lnTo>
                  <a:lnTo>
                    <a:pt x="3322" y="15949"/>
                  </a:lnTo>
                  <a:lnTo>
                    <a:pt x="3090" y="16103"/>
                  </a:lnTo>
                  <a:lnTo>
                    <a:pt x="2897" y="16258"/>
                  </a:lnTo>
                  <a:lnTo>
                    <a:pt x="2743" y="16489"/>
                  </a:lnTo>
                  <a:lnTo>
                    <a:pt x="2588" y="16721"/>
                  </a:lnTo>
                  <a:lnTo>
                    <a:pt x="2550" y="16991"/>
                  </a:lnTo>
                  <a:lnTo>
                    <a:pt x="2511" y="17416"/>
                  </a:lnTo>
                  <a:lnTo>
                    <a:pt x="2550" y="17725"/>
                  </a:lnTo>
                  <a:lnTo>
                    <a:pt x="2704" y="17995"/>
                  </a:lnTo>
                  <a:lnTo>
                    <a:pt x="2858" y="18227"/>
                  </a:lnTo>
                  <a:lnTo>
                    <a:pt x="3129" y="18381"/>
                  </a:lnTo>
                  <a:lnTo>
                    <a:pt x="3399" y="18497"/>
                  </a:lnTo>
                  <a:lnTo>
                    <a:pt x="3747" y="18574"/>
                  </a:lnTo>
                  <a:lnTo>
                    <a:pt x="4094" y="18613"/>
                  </a:lnTo>
                  <a:lnTo>
                    <a:pt x="4442" y="18613"/>
                  </a:lnTo>
                  <a:lnTo>
                    <a:pt x="4828" y="18574"/>
                  </a:lnTo>
                  <a:lnTo>
                    <a:pt x="5639" y="18420"/>
                  </a:lnTo>
                  <a:lnTo>
                    <a:pt x="6334" y="18266"/>
                  </a:lnTo>
                  <a:lnTo>
                    <a:pt x="6952" y="18072"/>
                  </a:lnTo>
                  <a:lnTo>
                    <a:pt x="7067" y="18034"/>
                  </a:lnTo>
                  <a:lnTo>
                    <a:pt x="7299" y="17957"/>
                  </a:lnTo>
                  <a:lnTo>
                    <a:pt x="8149" y="17570"/>
                  </a:lnTo>
                  <a:lnTo>
                    <a:pt x="8612" y="18497"/>
                  </a:lnTo>
                  <a:lnTo>
                    <a:pt x="9037" y="19463"/>
                  </a:lnTo>
                  <a:lnTo>
                    <a:pt x="9269" y="20003"/>
                  </a:lnTo>
                  <a:lnTo>
                    <a:pt x="9423" y="20351"/>
                  </a:lnTo>
                  <a:lnTo>
                    <a:pt x="9539" y="20660"/>
                  </a:lnTo>
                  <a:lnTo>
                    <a:pt x="9770" y="20621"/>
                  </a:lnTo>
                  <a:lnTo>
                    <a:pt x="9693" y="20428"/>
                  </a:lnTo>
                  <a:lnTo>
                    <a:pt x="9423" y="19656"/>
                  </a:lnTo>
                  <a:lnTo>
                    <a:pt x="9114" y="18922"/>
                  </a:lnTo>
                  <a:lnTo>
                    <a:pt x="8767" y="18150"/>
                  </a:lnTo>
                  <a:lnTo>
                    <a:pt x="8419" y="17416"/>
                  </a:lnTo>
                  <a:lnTo>
                    <a:pt x="8960" y="17107"/>
                  </a:lnTo>
                  <a:lnTo>
                    <a:pt x="9539" y="16760"/>
                  </a:lnTo>
                  <a:lnTo>
                    <a:pt x="10041" y="16373"/>
                  </a:lnTo>
                  <a:lnTo>
                    <a:pt x="10272" y="16180"/>
                  </a:lnTo>
                  <a:lnTo>
                    <a:pt x="10466" y="15949"/>
                  </a:lnTo>
                  <a:lnTo>
                    <a:pt x="10659" y="15717"/>
                  </a:lnTo>
                  <a:lnTo>
                    <a:pt x="10813" y="15485"/>
                  </a:lnTo>
                  <a:lnTo>
                    <a:pt x="10929" y="15254"/>
                  </a:lnTo>
                  <a:lnTo>
                    <a:pt x="10968" y="14983"/>
                  </a:lnTo>
                  <a:lnTo>
                    <a:pt x="10968" y="14752"/>
                  </a:lnTo>
                  <a:lnTo>
                    <a:pt x="10929" y="14520"/>
                  </a:lnTo>
                  <a:lnTo>
                    <a:pt x="10852" y="14250"/>
                  </a:lnTo>
                  <a:lnTo>
                    <a:pt x="10659" y="13979"/>
                  </a:lnTo>
                  <a:lnTo>
                    <a:pt x="10504" y="13825"/>
                  </a:lnTo>
                  <a:lnTo>
                    <a:pt x="10272" y="13670"/>
                  </a:lnTo>
                  <a:lnTo>
                    <a:pt x="10041" y="13555"/>
                  </a:lnTo>
                  <a:lnTo>
                    <a:pt x="9809" y="13516"/>
                  </a:lnTo>
                  <a:lnTo>
                    <a:pt x="9539" y="13516"/>
                  </a:lnTo>
                  <a:lnTo>
                    <a:pt x="9307" y="13555"/>
                  </a:lnTo>
                  <a:lnTo>
                    <a:pt x="9075" y="13670"/>
                  </a:lnTo>
                  <a:lnTo>
                    <a:pt x="8882" y="13863"/>
                  </a:lnTo>
                  <a:lnTo>
                    <a:pt x="8767" y="14056"/>
                  </a:lnTo>
                  <a:lnTo>
                    <a:pt x="8728" y="14250"/>
                  </a:lnTo>
                  <a:lnTo>
                    <a:pt x="8689" y="14443"/>
                  </a:lnTo>
                  <a:lnTo>
                    <a:pt x="8689" y="14636"/>
                  </a:lnTo>
                  <a:lnTo>
                    <a:pt x="8728" y="14829"/>
                  </a:lnTo>
                  <a:lnTo>
                    <a:pt x="8805" y="15022"/>
                  </a:lnTo>
                  <a:lnTo>
                    <a:pt x="8921" y="15176"/>
                  </a:lnTo>
                  <a:lnTo>
                    <a:pt x="9075" y="15331"/>
                  </a:lnTo>
                  <a:lnTo>
                    <a:pt x="8728" y="15640"/>
                  </a:lnTo>
                  <a:lnTo>
                    <a:pt x="8342" y="15871"/>
                  </a:lnTo>
                  <a:lnTo>
                    <a:pt x="7917" y="16103"/>
                  </a:lnTo>
                  <a:lnTo>
                    <a:pt x="7454" y="16296"/>
                  </a:lnTo>
                  <a:lnTo>
                    <a:pt x="7531" y="16258"/>
                  </a:lnTo>
                  <a:lnTo>
                    <a:pt x="7608" y="16219"/>
                  </a:lnTo>
                  <a:lnTo>
                    <a:pt x="7608" y="16142"/>
                  </a:lnTo>
                  <a:lnTo>
                    <a:pt x="7608" y="16026"/>
                  </a:lnTo>
                  <a:lnTo>
                    <a:pt x="5330" y="6488"/>
                  </a:lnTo>
                  <a:lnTo>
                    <a:pt x="4712" y="4094"/>
                  </a:lnTo>
                  <a:lnTo>
                    <a:pt x="4480" y="3013"/>
                  </a:lnTo>
                  <a:lnTo>
                    <a:pt x="4326" y="2511"/>
                  </a:lnTo>
                  <a:lnTo>
                    <a:pt x="4249" y="2240"/>
                  </a:lnTo>
                  <a:lnTo>
                    <a:pt x="4094" y="2009"/>
                  </a:lnTo>
                  <a:lnTo>
                    <a:pt x="3824" y="1700"/>
                  </a:lnTo>
                  <a:lnTo>
                    <a:pt x="3515" y="1352"/>
                  </a:lnTo>
                  <a:lnTo>
                    <a:pt x="3129" y="1082"/>
                  </a:lnTo>
                  <a:lnTo>
                    <a:pt x="2704" y="812"/>
                  </a:lnTo>
                  <a:lnTo>
                    <a:pt x="2318" y="580"/>
                  </a:lnTo>
                  <a:lnTo>
                    <a:pt x="1854" y="387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319200" y="3515375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8" y="309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2"/>
                  </a:lnTo>
                  <a:lnTo>
                    <a:pt x="7299" y="502"/>
                  </a:lnTo>
                  <a:lnTo>
                    <a:pt x="7453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3"/>
                  </a:lnTo>
                  <a:lnTo>
                    <a:pt x="6295" y="4943"/>
                  </a:lnTo>
                  <a:lnTo>
                    <a:pt x="6218" y="3978"/>
                  </a:lnTo>
                  <a:lnTo>
                    <a:pt x="6140" y="2974"/>
                  </a:lnTo>
                  <a:lnTo>
                    <a:pt x="6140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4"/>
                  </a:lnTo>
                  <a:lnTo>
                    <a:pt x="6449" y="502"/>
                  </a:lnTo>
                  <a:lnTo>
                    <a:pt x="6527" y="425"/>
                  </a:lnTo>
                  <a:lnTo>
                    <a:pt x="6642" y="348"/>
                  </a:lnTo>
                  <a:lnTo>
                    <a:pt x="6758" y="309"/>
                  </a:lnTo>
                  <a:close/>
                  <a:moveTo>
                    <a:pt x="11971" y="4711"/>
                  </a:moveTo>
                  <a:lnTo>
                    <a:pt x="12087" y="4750"/>
                  </a:lnTo>
                  <a:lnTo>
                    <a:pt x="12164" y="4827"/>
                  </a:lnTo>
                  <a:lnTo>
                    <a:pt x="12280" y="4905"/>
                  </a:lnTo>
                  <a:lnTo>
                    <a:pt x="12319" y="4982"/>
                  </a:lnTo>
                  <a:lnTo>
                    <a:pt x="12396" y="5136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1"/>
                  </a:lnTo>
                  <a:lnTo>
                    <a:pt x="10041" y="5831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8" y="5252"/>
                  </a:lnTo>
                  <a:lnTo>
                    <a:pt x="7955" y="5020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8" y="4750"/>
                  </a:lnTo>
                  <a:lnTo>
                    <a:pt x="11353" y="4711"/>
                  </a:lnTo>
                  <a:close/>
                  <a:moveTo>
                    <a:pt x="5638" y="5754"/>
                  </a:moveTo>
                  <a:lnTo>
                    <a:pt x="4557" y="6449"/>
                  </a:lnTo>
                  <a:lnTo>
                    <a:pt x="3437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29" y="7917"/>
                  </a:lnTo>
                  <a:lnTo>
                    <a:pt x="1120" y="7955"/>
                  </a:lnTo>
                  <a:lnTo>
                    <a:pt x="927" y="7917"/>
                  </a:lnTo>
                  <a:lnTo>
                    <a:pt x="850" y="7878"/>
                  </a:lnTo>
                  <a:lnTo>
                    <a:pt x="773" y="7801"/>
                  </a:lnTo>
                  <a:lnTo>
                    <a:pt x="734" y="7685"/>
                  </a:lnTo>
                  <a:lnTo>
                    <a:pt x="696" y="7530"/>
                  </a:lnTo>
                  <a:lnTo>
                    <a:pt x="696" y="7376"/>
                  </a:lnTo>
                  <a:lnTo>
                    <a:pt x="696" y="7221"/>
                  </a:lnTo>
                  <a:lnTo>
                    <a:pt x="734" y="7144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2"/>
                  </a:lnTo>
                  <a:lnTo>
                    <a:pt x="2742" y="6449"/>
                  </a:lnTo>
                  <a:lnTo>
                    <a:pt x="3592" y="6295"/>
                  </a:lnTo>
                  <a:lnTo>
                    <a:pt x="4634" y="6063"/>
                  </a:lnTo>
                  <a:lnTo>
                    <a:pt x="5136" y="5909"/>
                  </a:lnTo>
                  <a:lnTo>
                    <a:pt x="5638" y="5754"/>
                  </a:lnTo>
                  <a:close/>
                  <a:moveTo>
                    <a:pt x="6951" y="0"/>
                  </a:moveTo>
                  <a:lnTo>
                    <a:pt x="6720" y="39"/>
                  </a:lnTo>
                  <a:lnTo>
                    <a:pt x="6527" y="116"/>
                  </a:lnTo>
                  <a:lnTo>
                    <a:pt x="6333" y="232"/>
                  </a:lnTo>
                  <a:lnTo>
                    <a:pt x="6140" y="425"/>
                  </a:lnTo>
                  <a:lnTo>
                    <a:pt x="5986" y="618"/>
                  </a:lnTo>
                  <a:lnTo>
                    <a:pt x="5909" y="811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1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3" y="5020"/>
                  </a:lnTo>
                  <a:lnTo>
                    <a:pt x="6025" y="5136"/>
                  </a:lnTo>
                  <a:lnTo>
                    <a:pt x="6063" y="5252"/>
                  </a:lnTo>
                  <a:lnTo>
                    <a:pt x="5523" y="5445"/>
                  </a:lnTo>
                  <a:lnTo>
                    <a:pt x="4982" y="5561"/>
                  </a:lnTo>
                  <a:lnTo>
                    <a:pt x="3939" y="5831"/>
                  </a:lnTo>
                  <a:lnTo>
                    <a:pt x="2858" y="6024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0" y="6642"/>
                  </a:lnTo>
                  <a:lnTo>
                    <a:pt x="503" y="6835"/>
                  </a:lnTo>
                  <a:lnTo>
                    <a:pt x="232" y="7028"/>
                  </a:lnTo>
                  <a:lnTo>
                    <a:pt x="116" y="7144"/>
                  </a:lnTo>
                  <a:lnTo>
                    <a:pt x="39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39" y="7723"/>
                  </a:lnTo>
                  <a:lnTo>
                    <a:pt x="116" y="7917"/>
                  </a:lnTo>
                  <a:lnTo>
                    <a:pt x="232" y="8032"/>
                  </a:lnTo>
                  <a:lnTo>
                    <a:pt x="348" y="8148"/>
                  </a:lnTo>
                  <a:lnTo>
                    <a:pt x="503" y="8225"/>
                  </a:lnTo>
                  <a:lnTo>
                    <a:pt x="618" y="8264"/>
                  </a:lnTo>
                  <a:lnTo>
                    <a:pt x="927" y="8341"/>
                  </a:lnTo>
                  <a:lnTo>
                    <a:pt x="1275" y="8341"/>
                  </a:lnTo>
                  <a:lnTo>
                    <a:pt x="1622" y="8303"/>
                  </a:lnTo>
                  <a:lnTo>
                    <a:pt x="1931" y="8187"/>
                  </a:lnTo>
                  <a:lnTo>
                    <a:pt x="2549" y="7994"/>
                  </a:lnTo>
                  <a:lnTo>
                    <a:pt x="3553" y="7530"/>
                  </a:lnTo>
                  <a:lnTo>
                    <a:pt x="4519" y="6990"/>
                  </a:lnTo>
                  <a:lnTo>
                    <a:pt x="5445" y="6372"/>
                  </a:lnTo>
                  <a:lnTo>
                    <a:pt x="5909" y="6063"/>
                  </a:lnTo>
                  <a:lnTo>
                    <a:pt x="6333" y="5715"/>
                  </a:lnTo>
                  <a:lnTo>
                    <a:pt x="6527" y="6102"/>
                  </a:lnTo>
                  <a:lnTo>
                    <a:pt x="6642" y="6295"/>
                  </a:lnTo>
                  <a:lnTo>
                    <a:pt x="6758" y="6449"/>
                  </a:lnTo>
                  <a:lnTo>
                    <a:pt x="7029" y="6372"/>
                  </a:lnTo>
                  <a:lnTo>
                    <a:pt x="7029" y="6333"/>
                  </a:lnTo>
                  <a:lnTo>
                    <a:pt x="6835" y="5986"/>
                  </a:lnTo>
                  <a:lnTo>
                    <a:pt x="6758" y="5831"/>
                  </a:lnTo>
                  <a:lnTo>
                    <a:pt x="6720" y="5638"/>
                  </a:lnTo>
                  <a:lnTo>
                    <a:pt x="6720" y="5561"/>
                  </a:lnTo>
                  <a:lnTo>
                    <a:pt x="7569" y="5831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7"/>
                  </a:lnTo>
                  <a:lnTo>
                    <a:pt x="11006" y="6217"/>
                  </a:lnTo>
                  <a:lnTo>
                    <a:pt x="11469" y="6179"/>
                  </a:lnTo>
                  <a:lnTo>
                    <a:pt x="11933" y="6140"/>
                  </a:lnTo>
                  <a:lnTo>
                    <a:pt x="12357" y="5986"/>
                  </a:lnTo>
                  <a:lnTo>
                    <a:pt x="12512" y="5909"/>
                  </a:lnTo>
                  <a:lnTo>
                    <a:pt x="12666" y="5793"/>
                  </a:lnTo>
                  <a:lnTo>
                    <a:pt x="12821" y="5677"/>
                  </a:lnTo>
                  <a:lnTo>
                    <a:pt x="12898" y="5522"/>
                  </a:lnTo>
                  <a:lnTo>
                    <a:pt x="12975" y="5368"/>
                  </a:lnTo>
                  <a:lnTo>
                    <a:pt x="12975" y="5175"/>
                  </a:lnTo>
                  <a:lnTo>
                    <a:pt x="12975" y="4982"/>
                  </a:lnTo>
                  <a:lnTo>
                    <a:pt x="12898" y="4827"/>
                  </a:lnTo>
                  <a:lnTo>
                    <a:pt x="12821" y="4711"/>
                  </a:lnTo>
                  <a:lnTo>
                    <a:pt x="12744" y="4634"/>
                  </a:lnTo>
                  <a:lnTo>
                    <a:pt x="12628" y="4518"/>
                  </a:lnTo>
                  <a:lnTo>
                    <a:pt x="12473" y="4480"/>
                  </a:lnTo>
                  <a:lnTo>
                    <a:pt x="12164" y="4364"/>
                  </a:lnTo>
                  <a:lnTo>
                    <a:pt x="11817" y="4325"/>
                  </a:lnTo>
                  <a:lnTo>
                    <a:pt x="11469" y="4325"/>
                  </a:lnTo>
                  <a:lnTo>
                    <a:pt x="10890" y="4364"/>
                  </a:lnTo>
                  <a:lnTo>
                    <a:pt x="9847" y="4403"/>
                  </a:lnTo>
                  <a:lnTo>
                    <a:pt x="8843" y="4480"/>
                  </a:lnTo>
                  <a:lnTo>
                    <a:pt x="7839" y="4634"/>
                  </a:lnTo>
                  <a:lnTo>
                    <a:pt x="6835" y="4827"/>
                  </a:lnTo>
                  <a:lnTo>
                    <a:pt x="7376" y="3476"/>
                  </a:lnTo>
                  <a:lnTo>
                    <a:pt x="7646" y="2742"/>
                  </a:lnTo>
                  <a:lnTo>
                    <a:pt x="7839" y="2047"/>
                  </a:lnTo>
                  <a:lnTo>
                    <a:pt x="7917" y="1815"/>
                  </a:lnTo>
                  <a:lnTo>
                    <a:pt x="7917" y="1545"/>
                  </a:lnTo>
                  <a:lnTo>
                    <a:pt x="7917" y="1313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8"/>
                  </a:lnTo>
                  <a:lnTo>
                    <a:pt x="7531" y="425"/>
                  </a:lnTo>
                  <a:lnTo>
                    <a:pt x="7337" y="271"/>
                  </a:lnTo>
                  <a:lnTo>
                    <a:pt x="7260" y="155"/>
                  </a:lnTo>
                  <a:lnTo>
                    <a:pt x="7144" y="78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2371575" y="3521175"/>
              <a:ext cx="106225" cy="123575"/>
            </a:xfrm>
            <a:custGeom>
              <a:avLst/>
              <a:gdLst/>
              <a:ahLst/>
              <a:cxnLst/>
              <a:rect l="l" t="t" r="r" b="b"/>
              <a:pathLst>
                <a:path w="4249" h="4943" extrusionOk="0">
                  <a:moveTo>
                    <a:pt x="3862" y="0"/>
                  </a:moveTo>
                  <a:lnTo>
                    <a:pt x="3592" y="541"/>
                  </a:lnTo>
                  <a:lnTo>
                    <a:pt x="3245" y="1120"/>
                  </a:lnTo>
                  <a:lnTo>
                    <a:pt x="2897" y="1661"/>
                  </a:lnTo>
                  <a:lnTo>
                    <a:pt x="2511" y="2163"/>
                  </a:lnTo>
                  <a:lnTo>
                    <a:pt x="1932" y="2858"/>
                  </a:lnTo>
                  <a:lnTo>
                    <a:pt x="1314" y="3475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48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50"/>
                  </a:lnTo>
                  <a:lnTo>
                    <a:pt x="966" y="4518"/>
                  </a:lnTo>
                  <a:lnTo>
                    <a:pt x="1314" y="4209"/>
                  </a:lnTo>
                  <a:lnTo>
                    <a:pt x="1700" y="3900"/>
                  </a:lnTo>
                  <a:lnTo>
                    <a:pt x="2009" y="3553"/>
                  </a:lnTo>
                  <a:lnTo>
                    <a:pt x="2356" y="3167"/>
                  </a:lnTo>
                  <a:lnTo>
                    <a:pt x="2897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2"/>
                  </a:lnTo>
                  <a:lnTo>
                    <a:pt x="4248" y="155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2320425" y="3522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1"/>
                  </a:moveTo>
                  <a:lnTo>
                    <a:pt x="1004" y="310"/>
                  </a:ln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314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507"/>
                  </a:lnTo>
                  <a:lnTo>
                    <a:pt x="579" y="1430"/>
                  </a:lnTo>
                  <a:lnTo>
                    <a:pt x="502" y="1314"/>
                  </a:lnTo>
                  <a:lnTo>
                    <a:pt x="464" y="1236"/>
                  </a:lnTo>
                  <a:lnTo>
                    <a:pt x="425" y="1005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426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1"/>
                  </a:moveTo>
                  <a:lnTo>
                    <a:pt x="850" y="39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117"/>
                  </a:lnTo>
                  <a:lnTo>
                    <a:pt x="271" y="232"/>
                  </a:lnTo>
                  <a:lnTo>
                    <a:pt x="155" y="348"/>
                  </a:lnTo>
                  <a:lnTo>
                    <a:pt x="77" y="541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68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932"/>
                  </a:lnTo>
                  <a:lnTo>
                    <a:pt x="1622" y="1816"/>
                  </a:lnTo>
                  <a:lnTo>
                    <a:pt x="1777" y="1700"/>
                  </a:lnTo>
                  <a:lnTo>
                    <a:pt x="1892" y="1545"/>
                  </a:lnTo>
                  <a:lnTo>
                    <a:pt x="1970" y="1352"/>
                  </a:lnTo>
                  <a:lnTo>
                    <a:pt x="2047" y="1198"/>
                  </a:lnTo>
                  <a:lnTo>
                    <a:pt x="2085" y="1005"/>
                  </a:lnTo>
                  <a:lnTo>
                    <a:pt x="2047" y="812"/>
                  </a:lnTo>
                  <a:lnTo>
                    <a:pt x="1970" y="619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78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5925125" y="3542400"/>
              <a:ext cx="60825" cy="90775"/>
            </a:xfrm>
            <a:custGeom>
              <a:avLst/>
              <a:gdLst/>
              <a:ahLst/>
              <a:cxnLst/>
              <a:rect l="l" t="t" r="r" b="b"/>
              <a:pathLst>
                <a:path w="2433" h="3631" extrusionOk="0">
                  <a:moveTo>
                    <a:pt x="1197" y="1"/>
                  </a:moveTo>
                  <a:lnTo>
                    <a:pt x="1081" y="39"/>
                  </a:lnTo>
                  <a:lnTo>
                    <a:pt x="1004" y="78"/>
                  </a:lnTo>
                  <a:lnTo>
                    <a:pt x="966" y="117"/>
                  </a:lnTo>
                  <a:lnTo>
                    <a:pt x="927" y="194"/>
                  </a:lnTo>
                  <a:lnTo>
                    <a:pt x="927" y="271"/>
                  </a:lnTo>
                  <a:lnTo>
                    <a:pt x="850" y="271"/>
                  </a:lnTo>
                  <a:lnTo>
                    <a:pt x="772" y="310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41"/>
                  </a:lnTo>
                  <a:lnTo>
                    <a:pt x="695" y="619"/>
                  </a:lnTo>
                  <a:lnTo>
                    <a:pt x="772" y="696"/>
                  </a:lnTo>
                  <a:lnTo>
                    <a:pt x="850" y="734"/>
                  </a:lnTo>
                  <a:lnTo>
                    <a:pt x="1081" y="812"/>
                  </a:lnTo>
                  <a:lnTo>
                    <a:pt x="1274" y="966"/>
                  </a:lnTo>
                  <a:lnTo>
                    <a:pt x="1468" y="1121"/>
                  </a:lnTo>
                  <a:lnTo>
                    <a:pt x="1622" y="1275"/>
                  </a:lnTo>
                  <a:lnTo>
                    <a:pt x="1738" y="1507"/>
                  </a:lnTo>
                  <a:lnTo>
                    <a:pt x="1854" y="1700"/>
                  </a:lnTo>
                  <a:lnTo>
                    <a:pt x="1892" y="1931"/>
                  </a:lnTo>
                  <a:lnTo>
                    <a:pt x="1931" y="2163"/>
                  </a:lnTo>
                  <a:lnTo>
                    <a:pt x="1892" y="2472"/>
                  </a:lnTo>
                  <a:lnTo>
                    <a:pt x="1815" y="2742"/>
                  </a:lnTo>
                  <a:lnTo>
                    <a:pt x="1738" y="2897"/>
                  </a:lnTo>
                  <a:lnTo>
                    <a:pt x="1622" y="2974"/>
                  </a:lnTo>
                  <a:lnTo>
                    <a:pt x="1506" y="3090"/>
                  </a:lnTo>
                  <a:lnTo>
                    <a:pt x="1390" y="3128"/>
                  </a:lnTo>
                  <a:lnTo>
                    <a:pt x="1197" y="3167"/>
                  </a:lnTo>
                  <a:lnTo>
                    <a:pt x="1043" y="3128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81"/>
                  </a:lnTo>
                  <a:lnTo>
                    <a:pt x="811" y="2626"/>
                  </a:lnTo>
                  <a:lnTo>
                    <a:pt x="888" y="2472"/>
                  </a:lnTo>
                  <a:lnTo>
                    <a:pt x="1043" y="2356"/>
                  </a:lnTo>
                  <a:lnTo>
                    <a:pt x="1120" y="2279"/>
                  </a:lnTo>
                  <a:lnTo>
                    <a:pt x="1159" y="2163"/>
                  </a:lnTo>
                  <a:lnTo>
                    <a:pt x="1120" y="2047"/>
                  </a:lnTo>
                  <a:lnTo>
                    <a:pt x="1043" y="1970"/>
                  </a:lnTo>
                  <a:lnTo>
                    <a:pt x="618" y="1623"/>
                  </a:lnTo>
                  <a:lnTo>
                    <a:pt x="425" y="1468"/>
                  </a:lnTo>
                  <a:lnTo>
                    <a:pt x="193" y="1352"/>
                  </a:lnTo>
                  <a:lnTo>
                    <a:pt x="0" y="1623"/>
                  </a:lnTo>
                  <a:lnTo>
                    <a:pt x="270" y="1893"/>
                  </a:lnTo>
                  <a:lnTo>
                    <a:pt x="541" y="2163"/>
                  </a:lnTo>
                  <a:lnTo>
                    <a:pt x="386" y="2395"/>
                  </a:lnTo>
                  <a:lnTo>
                    <a:pt x="309" y="2626"/>
                  </a:lnTo>
                  <a:lnTo>
                    <a:pt x="309" y="2935"/>
                  </a:lnTo>
                  <a:lnTo>
                    <a:pt x="348" y="3051"/>
                  </a:lnTo>
                  <a:lnTo>
                    <a:pt x="425" y="3206"/>
                  </a:lnTo>
                  <a:lnTo>
                    <a:pt x="541" y="3360"/>
                  </a:lnTo>
                  <a:lnTo>
                    <a:pt x="695" y="3476"/>
                  </a:lnTo>
                  <a:lnTo>
                    <a:pt x="850" y="3592"/>
                  </a:lnTo>
                  <a:lnTo>
                    <a:pt x="1081" y="3630"/>
                  </a:lnTo>
                  <a:lnTo>
                    <a:pt x="1274" y="3630"/>
                  </a:lnTo>
                  <a:lnTo>
                    <a:pt x="1468" y="3592"/>
                  </a:lnTo>
                  <a:lnTo>
                    <a:pt x="1661" y="3515"/>
                  </a:lnTo>
                  <a:lnTo>
                    <a:pt x="1854" y="3437"/>
                  </a:lnTo>
                  <a:lnTo>
                    <a:pt x="2047" y="3283"/>
                  </a:lnTo>
                  <a:lnTo>
                    <a:pt x="2201" y="3090"/>
                  </a:lnTo>
                  <a:lnTo>
                    <a:pt x="2317" y="2897"/>
                  </a:lnTo>
                  <a:lnTo>
                    <a:pt x="2394" y="2704"/>
                  </a:lnTo>
                  <a:lnTo>
                    <a:pt x="2433" y="2472"/>
                  </a:lnTo>
                  <a:lnTo>
                    <a:pt x="2433" y="2279"/>
                  </a:lnTo>
                  <a:lnTo>
                    <a:pt x="2433" y="2047"/>
                  </a:lnTo>
                  <a:lnTo>
                    <a:pt x="2356" y="1816"/>
                  </a:lnTo>
                  <a:lnTo>
                    <a:pt x="2317" y="1623"/>
                  </a:lnTo>
                  <a:lnTo>
                    <a:pt x="2201" y="1391"/>
                  </a:lnTo>
                  <a:lnTo>
                    <a:pt x="1931" y="1005"/>
                  </a:lnTo>
                  <a:lnTo>
                    <a:pt x="1622" y="657"/>
                  </a:lnTo>
                  <a:lnTo>
                    <a:pt x="1274" y="425"/>
                  </a:lnTo>
                  <a:lnTo>
                    <a:pt x="11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5032150" y="354530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3784900" y="3554950"/>
              <a:ext cx="112950" cy="132275"/>
            </a:xfrm>
            <a:custGeom>
              <a:avLst/>
              <a:gdLst/>
              <a:ahLst/>
              <a:cxnLst/>
              <a:rect l="l" t="t" r="r" b="b"/>
              <a:pathLst>
                <a:path w="4518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3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5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8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6" y="3167"/>
                  </a:lnTo>
                  <a:lnTo>
                    <a:pt x="772" y="2742"/>
                  </a:lnTo>
                  <a:lnTo>
                    <a:pt x="965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79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5529325" y="35675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463" y="927"/>
                  </a:lnTo>
                  <a:lnTo>
                    <a:pt x="1043" y="1622"/>
                  </a:lnTo>
                  <a:lnTo>
                    <a:pt x="1661" y="2279"/>
                  </a:lnTo>
                  <a:lnTo>
                    <a:pt x="2356" y="2858"/>
                  </a:lnTo>
                  <a:lnTo>
                    <a:pt x="3089" y="3360"/>
                  </a:lnTo>
                  <a:lnTo>
                    <a:pt x="3862" y="3824"/>
                  </a:lnTo>
                  <a:lnTo>
                    <a:pt x="4672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21" y="4905"/>
                  </a:lnTo>
                  <a:lnTo>
                    <a:pt x="7684" y="4943"/>
                  </a:lnTo>
                  <a:lnTo>
                    <a:pt x="8109" y="4982"/>
                  </a:lnTo>
                  <a:lnTo>
                    <a:pt x="8534" y="4943"/>
                  </a:lnTo>
                  <a:lnTo>
                    <a:pt x="8959" y="4905"/>
                  </a:lnTo>
                  <a:lnTo>
                    <a:pt x="9383" y="4866"/>
                  </a:lnTo>
                  <a:lnTo>
                    <a:pt x="9808" y="4750"/>
                  </a:lnTo>
                  <a:lnTo>
                    <a:pt x="10233" y="4634"/>
                  </a:lnTo>
                  <a:lnTo>
                    <a:pt x="10658" y="4480"/>
                  </a:lnTo>
                  <a:lnTo>
                    <a:pt x="11044" y="4326"/>
                  </a:lnTo>
                  <a:lnTo>
                    <a:pt x="11469" y="4094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280" y="3553"/>
                  </a:lnTo>
                  <a:lnTo>
                    <a:pt x="12434" y="3167"/>
                  </a:lnTo>
                  <a:lnTo>
                    <a:pt x="12241" y="3167"/>
                  </a:lnTo>
                  <a:lnTo>
                    <a:pt x="12202" y="3128"/>
                  </a:lnTo>
                  <a:lnTo>
                    <a:pt x="12009" y="3128"/>
                  </a:lnTo>
                  <a:lnTo>
                    <a:pt x="11893" y="3167"/>
                  </a:lnTo>
                  <a:lnTo>
                    <a:pt x="11546" y="3437"/>
                  </a:lnTo>
                  <a:lnTo>
                    <a:pt x="11198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01" y="4171"/>
                  </a:lnTo>
                  <a:lnTo>
                    <a:pt x="9615" y="4287"/>
                  </a:lnTo>
                  <a:lnTo>
                    <a:pt x="9190" y="4364"/>
                  </a:lnTo>
                  <a:lnTo>
                    <a:pt x="8766" y="4403"/>
                  </a:lnTo>
                  <a:lnTo>
                    <a:pt x="8341" y="4441"/>
                  </a:lnTo>
                  <a:lnTo>
                    <a:pt x="7916" y="4480"/>
                  </a:lnTo>
                  <a:lnTo>
                    <a:pt x="7453" y="4441"/>
                  </a:lnTo>
                  <a:lnTo>
                    <a:pt x="7028" y="4403"/>
                  </a:lnTo>
                  <a:lnTo>
                    <a:pt x="6603" y="4326"/>
                  </a:lnTo>
                  <a:lnTo>
                    <a:pt x="6178" y="4248"/>
                  </a:lnTo>
                  <a:lnTo>
                    <a:pt x="5792" y="4132"/>
                  </a:lnTo>
                  <a:lnTo>
                    <a:pt x="5368" y="4017"/>
                  </a:lnTo>
                  <a:lnTo>
                    <a:pt x="4595" y="3669"/>
                  </a:lnTo>
                  <a:lnTo>
                    <a:pt x="3862" y="3283"/>
                  </a:lnTo>
                  <a:lnTo>
                    <a:pt x="3205" y="2820"/>
                  </a:lnTo>
                  <a:lnTo>
                    <a:pt x="2549" y="2318"/>
                  </a:lnTo>
                  <a:lnTo>
                    <a:pt x="1969" y="1777"/>
                  </a:lnTo>
                  <a:lnTo>
                    <a:pt x="1352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2258625" y="3569425"/>
              <a:ext cx="44450" cy="43475"/>
            </a:xfrm>
            <a:custGeom>
              <a:avLst/>
              <a:gdLst/>
              <a:ahLst/>
              <a:cxnLst/>
              <a:rect l="l" t="t" r="r" b="b"/>
              <a:pathLst>
                <a:path w="1778" h="1739" extrusionOk="0">
                  <a:moveTo>
                    <a:pt x="773" y="310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9"/>
                  </a:lnTo>
                  <a:lnTo>
                    <a:pt x="1391" y="773"/>
                  </a:lnTo>
                  <a:lnTo>
                    <a:pt x="1391" y="966"/>
                  </a:lnTo>
                  <a:lnTo>
                    <a:pt x="1352" y="1044"/>
                  </a:lnTo>
                  <a:lnTo>
                    <a:pt x="1275" y="1159"/>
                  </a:lnTo>
                  <a:lnTo>
                    <a:pt x="1198" y="1237"/>
                  </a:lnTo>
                  <a:lnTo>
                    <a:pt x="1082" y="1314"/>
                  </a:lnTo>
                  <a:lnTo>
                    <a:pt x="889" y="1352"/>
                  </a:lnTo>
                  <a:lnTo>
                    <a:pt x="696" y="1352"/>
                  </a:lnTo>
                  <a:lnTo>
                    <a:pt x="542" y="1237"/>
                  </a:lnTo>
                  <a:lnTo>
                    <a:pt x="426" y="1082"/>
                  </a:lnTo>
                  <a:lnTo>
                    <a:pt x="387" y="889"/>
                  </a:lnTo>
                  <a:lnTo>
                    <a:pt x="387" y="735"/>
                  </a:lnTo>
                  <a:lnTo>
                    <a:pt x="464" y="580"/>
                  </a:lnTo>
                  <a:lnTo>
                    <a:pt x="542" y="387"/>
                  </a:lnTo>
                  <a:lnTo>
                    <a:pt x="542" y="348"/>
                  </a:lnTo>
                  <a:lnTo>
                    <a:pt x="773" y="310"/>
                  </a:lnTo>
                  <a:close/>
                  <a:moveTo>
                    <a:pt x="773" y="1"/>
                  </a:moveTo>
                  <a:lnTo>
                    <a:pt x="619" y="40"/>
                  </a:lnTo>
                  <a:lnTo>
                    <a:pt x="464" y="117"/>
                  </a:lnTo>
                  <a:lnTo>
                    <a:pt x="426" y="155"/>
                  </a:lnTo>
                  <a:lnTo>
                    <a:pt x="348" y="194"/>
                  </a:lnTo>
                  <a:lnTo>
                    <a:pt x="233" y="271"/>
                  </a:lnTo>
                  <a:lnTo>
                    <a:pt x="117" y="387"/>
                  </a:lnTo>
                  <a:lnTo>
                    <a:pt x="40" y="503"/>
                  </a:lnTo>
                  <a:lnTo>
                    <a:pt x="1" y="657"/>
                  </a:lnTo>
                  <a:lnTo>
                    <a:pt x="1" y="850"/>
                  </a:lnTo>
                  <a:lnTo>
                    <a:pt x="1" y="1005"/>
                  </a:lnTo>
                  <a:lnTo>
                    <a:pt x="40" y="1159"/>
                  </a:lnTo>
                  <a:lnTo>
                    <a:pt x="117" y="1314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9" y="1739"/>
                  </a:lnTo>
                  <a:lnTo>
                    <a:pt x="966" y="1739"/>
                  </a:lnTo>
                  <a:lnTo>
                    <a:pt x="1121" y="1700"/>
                  </a:lnTo>
                  <a:lnTo>
                    <a:pt x="1275" y="1623"/>
                  </a:lnTo>
                  <a:lnTo>
                    <a:pt x="1430" y="1545"/>
                  </a:lnTo>
                  <a:lnTo>
                    <a:pt x="1584" y="1430"/>
                  </a:lnTo>
                  <a:lnTo>
                    <a:pt x="1661" y="1275"/>
                  </a:lnTo>
                  <a:lnTo>
                    <a:pt x="1739" y="1121"/>
                  </a:lnTo>
                  <a:lnTo>
                    <a:pt x="1777" y="928"/>
                  </a:lnTo>
                  <a:lnTo>
                    <a:pt x="1777" y="773"/>
                  </a:lnTo>
                  <a:lnTo>
                    <a:pt x="1739" y="580"/>
                  </a:lnTo>
                  <a:lnTo>
                    <a:pt x="1661" y="426"/>
                  </a:lnTo>
                  <a:lnTo>
                    <a:pt x="1546" y="271"/>
                  </a:lnTo>
                  <a:lnTo>
                    <a:pt x="1430" y="155"/>
                  </a:lnTo>
                  <a:lnTo>
                    <a:pt x="1275" y="78"/>
                  </a:lnTo>
                  <a:lnTo>
                    <a:pt x="1121" y="40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5836300" y="3573300"/>
              <a:ext cx="93675" cy="136150"/>
            </a:xfrm>
            <a:custGeom>
              <a:avLst/>
              <a:gdLst/>
              <a:ahLst/>
              <a:cxnLst/>
              <a:rect l="l" t="t" r="r" b="b"/>
              <a:pathLst>
                <a:path w="3747" h="5446" extrusionOk="0">
                  <a:moveTo>
                    <a:pt x="3515" y="0"/>
                  </a:moveTo>
                  <a:lnTo>
                    <a:pt x="3437" y="39"/>
                  </a:lnTo>
                  <a:lnTo>
                    <a:pt x="3360" y="78"/>
                  </a:lnTo>
                  <a:lnTo>
                    <a:pt x="3283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88" y="773"/>
                  </a:lnTo>
                  <a:lnTo>
                    <a:pt x="2356" y="1004"/>
                  </a:lnTo>
                  <a:lnTo>
                    <a:pt x="2086" y="1236"/>
                  </a:lnTo>
                  <a:lnTo>
                    <a:pt x="1777" y="1468"/>
                  </a:lnTo>
                  <a:lnTo>
                    <a:pt x="1159" y="1815"/>
                  </a:lnTo>
                  <a:lnTo>
                    <a:pt x="1120" y="1892"/>
                  </a:lnTo>
                  <a:lnTo>
                    <a:pt x="1082" y="1970"/>
                  </a:lnTo>
                  <a:lnTo>
                    <a:pt x="1082" y="2047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927" y="2124"/>
                  </a:lnTo>
                  <a:lnTo>
                    <a:pt x="850" y="2201"/>
                  </a:lnTo>
                  <a:lnTo>
                    <a:pt x="812" y="2279"/>
                  </a:lnTo>
                  <a:lnTo>
                    <a:pt x="812" y="2356"/>
                  </a:lnTo>
                  <a:lnTo>
                    <a:pt x="850" y="2433"/>
                  </a:lnTo>
                  <a:lnTo>
                    <a:pt x="889" y="2510"/>
                  </a:lnTo>
                  <a:lnTo>
                    <a:pt x="1005" y="2549"/>
                  </a:lnTo>
                  <a:lnTo>
                    <a:pt x="1236" y="2626"/>
                  </a:lnTo>
                  <a:lnTo>
                    <a:pt x="1468" y="2703"/>
                  </a:lnTo>
                  <a:lnTo>
                    <a:pt x="1661" y="2858"/>
                  </a:lnTo>
                  <a:lnTo>
                    <a:pt x="1854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63" y="3669"/>
                  </a:lnTo>
                  <a:lnTo>
                    <a:pt x="2163" y="3900"/>
                  </a:lnTo>
                  <a:lnTo>
                    <a:pt x="2124" y="4132"/>
                  </a:lnTo>
                  <a:lnTo>
                    <a:pt x="2047" y="4364"/>
                  </a:lnTo>
                  <a:lnTo>
                    <a:pt x="1931" y="4557"/>
                  </a:lnTo>
                  <a:lnTo>
                    <a:pt x="1777" y="4711"/>
                  </a:lnTo>
                  <a:lnTo>
                    <a:pt x="1584" y="4866"/>
                  </a:lnTo>
                  <a:lnTo>
                    <a:pt x="1352" y="4943"/>
                  </a:lnTo>
                  <a:lnTo>
                    <a:pt x="1236" y="4982"/>
                  </a:lnTo>
                  <a:lnTo>
                    <a:pt x="1120" y="4982"/>
                  </a:lnTo>
                  <a:lnTo>
                    <a:pt x="927" y="4904"/>
                  </a:lnTo>
                  <a:lnTo>
                    <a:pt x="773" y="4789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73" y="4287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1005" y="4132"/>
                  </a:lnTo>
                  <a:lnTo>
                    <a:pt x="1120" y="4094"/>
                  </a:lnTo>
                  <a:lnTo>
                    <a:pt x="1275" y="4055"/>
                  </a:lnTo>
                  <a:lnTo>
                    <a:pt x="1352" y="3939"/>
                  </a:lnTo>
                  <a:lnTo>
                    <a:pt x="1314" y="3823"/>
                  </a:lnTo>
                  <a:lnTo>
                    <a:pt x="1314" y="3746"/>
                  </a:lnTo>
                  <a:lnTo>
                    <a:pt x="1236" y="3669"/>
                  </a:lnTo>
                  <a:lnTo>
                    <a:pt x="155" y="2935"/>
                  </a:lnTo>
                  <a:lnTo>
                    <a:pt x="1" y="3321"/>
                  </a:lnTo>
                  <a:lnTo>
                    <a:pt x="657" y="3785"/>
                  </a:lnTo>
                  <a:lnTo>
                    <a:pt x="541" y="3900"/>
                  </a:lnTo>
                  <a:lnTo>
                    <a:pt x="425" y="4016"/>
                  </a:lnTo>
                  <a:lnTo>
                    <a:pt x="310" y="4132"/>
                  </a:lnTo>
                  <a:lnTo>
                    <a:pt x="271" y="4248"/>
                  </a:lnTo>
                  <a:lnTo>
                    <a:pt x="232" y="4402"/>
                  </a:lnTo>
                  <a:lnTo>
                    <a:pt x="194" y="4557"/>
                  </a:lnTo>
                  <a:lnTo>
                    <a:pt x="232" y="4750"/>
                  </a:lnTo>
                  <a:lnTo>
                    <a:pt x="271" y="4904"/>
                  </a:lnTo>
                  <a:lnTo>
                    <a:pt x="425" y="5136"/>
                  </a:lnTo>
                  <a:lnTo>
                    <a:pt x="580" y="5291"/>
                  </a:lnTo>
                  <a:lnTo>
                    <a:pt x="773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29" y="5406"/>
                  </a:lnTo>
                  <a:lnTo>
                    <a:pt x="1661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79" y="4866"/>
                  </a:lnTo>
                  <a:lnTo>
                    <a:pt x="2433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626" y="3978"/>
                  </a:lnTo>
                  <a:lnTo>
                    <a:pt x="2626" y="3746"/>
                  </a:lnTo>
                  <a:lnTo>
                    <a:pt x="2588" y="3514"/>
                  </a:lnTo>
                  <a:lnTo>
                    <a:pt x="2511" y="3283"/>
                  </a:lnTo>
                  <a:lnTo>
                    <a:pt x="2395" y="3090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70" y="2510"/>
                  </a:lnTo>
                  <a:lnTo>
                    <a:pt x="1777" y="2356"/>
                  </a:lnTo>
                  <a:lnTo>
                    <a:pt x="1545" y="2240"/>
                  </a:lnTo>
                  <a:lnTo>
                    <a:pt x="1314" y="2124"/>
                  </a:lnTo>
                  <a:lnTo>
                    <a:pt x="1661" y="2008"/>
                  </a:lnTo>
                  <a:lnTo>
                    <a:pt x="1970" y="1854"/>
                  </a:lnTo>
                  <a:lnTo>
                    <a:pt x="2279" y="1661"/>
                  </a:lnTo>
                  <a:lnTo>
                    <a:pt x="2588" y="1429"/>
                  </a:lnTo>
                  <a:lnTo>
                    <a:pt x="2858" y="1236"/>
                  </a:lnTo>
                  <a:lnTo>
                    <a:pt x="3128" y="966"/>
                  </a:lnTo>
                  <a:lnTo>
                    <a:pt x="3360" y="695"/>
                  </a:lnTo>
                  <a:lnTo>
                    <a:pt x="3476" y="541"/>
                  </a:lnTo>
                  <a:lnTo>
                    <a:pt x="3553" y="387"/>
                  </a:lnTo>
                  <a:lnTo>
                    <a:pt x="3746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2264425" y="357522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8"/>
                  </a:lnTo>
                  <a:lnTo>
                    <a:pt x="3939" y="4248"/>
                  </a:lnTo>
                  <a:lnTo>
                    <a:pt x="4017" y="5407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917"/>
                  </a:lnTo>
                  <a:lnTo>
                    <a:pt x="3901" y="8534"/>
                  </a:lnTo>
                  <a:lnTo>
                    <a:pt x="3746" y="9152"/>
                  </a:lnTo>
                  <a:lnTo>
                    <a:pt x="3515" y="9732"/>
                  </a:lnTo>
                  <a:lnTo>
                    <a:pt x="3244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93"/>
                  </a:lnTo>
                  <a:lnTo>
                    <a:pt x="773" y="9384"/>
                  </a:lnTo>
                  <a:lnTo>
                    <a:pt x="696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618" y="2742"/>
                  </a:lnTo>
                  <a:lnTo>
                    <a:pt x="1391" y="2395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39"/>
                  </a:lnTo>
                  <a:lnTo>
                    <a:pt x="3476" y="310"/>
                  </a:lnTo>
                  <a:lnTo>
                    <a:pt x="3051" y="657"/>
                  </a:lnTo>
                  <a:lnTo>
                    <a:pt x="2626" y="966"/>
                  </a:lnTo>
                  <a:lnTo>
                    <a:pt x="2202" y="1313"/>
                  </a:lnTo>
                  <a:lnTo>
                    <a:pt x="1314" y="1893"/>
                  </a:lnTo>
                  <a:lnTo>
                    <a:pt x="425" y="2472"/>
                  </a:lnTo>
                  <a:lnTo>
                    <a:pt x="348" y="2549"/>
                  </a:lnTo>
                  <a:lnTo>
                    <a:pt x="348" y="2626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3"/>
                  </a:lnTo>
                  <a:lnTo>
                    <a:pt x="155" y="4866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4"/>
                  </a:lnTo>
                  <a:lnTo>
                    <a:pt x="1391" y="11199"/>
                  </a:lnTo>
                  <a:lnTo>
                    <a:pt x="1622" y="11315"/>
                  </a:lnTo>
                  <a:lnTo>
                    <a:pt x="1816" y="11392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53"/>
                  </a:lnTo>
                  <a:lnTo>
                    <a:pt x="3051" y="11237"/>
                  </a:lnTo>
                  <a:lnTo>
                    <a:pt x="3283" y="11044"/>
                  </a:lnTo>
                  <a:lnTo>
                    <a:pt x="3476" y="10890"/>
                  </a:lnTo>
                  <a:lnTo>
                    <a:pt x="3669" y="10658"/>
                  </a:lnTo>
                  <a:lnTo>
                    <a:pt x="3823" y="10388"/>
                  </a:lnTo>
                  <a:lnTo>
                    <a:pt x="3978" y="10156"/>
                  </a:lnTo>
                  <a:lnTo>
                    <a:pt x="4171" y="9538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222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57" y="4982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1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39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4033950" y="35897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3935475" y="3595500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426" y="1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40" y="78"/>
                  </a:lnTo>
                  <a:lnTo>
                    <a:pt x="1" y="194"/>
                  </a:lnTo>
                  <a:lnTo>
                    <a:pt x="40" y="271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1"/>
                  </a:lnTo>
                  <a:lnTo>
                    <a:pt x="850" y="194"/>
                  </a:lnTo>
                  <a:lnTo>
                    <a:pt x="812" y="78"/>
                  </a:lnTo>
                  <a:lnTo>
                    <a:pt x="73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6924275" y="3599350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4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4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1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6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2208425" y="362157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4" y="386"/>
                  </a:moveTo>
                  <a:lnTo>
                    <a:pt x="1121" y="425"/>
                  </a:lnTo>
                  <a:lnTo>
                    <a:pt x="1198" y="463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9" y="1274"/>
                  </a:lnTo>
                  <a:lnTo>
                    <a:pt x="696" y="1236"/>
                  </a:lnTo>
                  <a:lnTo>
                    <a:pt x="542" y="1159"/>
                  </a:lnTo>
                  <a:lnTo>
                    <a:pt x="464" y="1081"/>
                  </a:lnTo>
                  <a:lnTo>
                    <a:pt x="426" y="965"/>
                  </a:lnTo>
                  <a:lnTo>
                    <a:pt x="387" y="888"/>
                  </a:lnTo>
                  <a:lnTo>
                    <a:pt x="387" y="772"/>
                  </a:lnTo>
                  <a:lnTo>
                    <a:pt x="426" y="579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850" y="0"/>
                  </a:moveTo>
                  <a:lnTo>
                    <a:pt x="735" y="39"/>
                  </a:lnTo>
                  <a:lnTo>
                    <a:pt x="619" y="77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79"/>
                  </a:lnTo>
                  <a:lnTo>
                    <a:pt x="40" y="734"/>
                  </a:lnTo>
                  <a:lnTo>
                    <a:pt x="1" y="888"/>
                  </a:lnTo>
                  <a:lnTo>
                    <a:pt x="40" y="1043"/>
                  </a:lnTo>
                  <a:lnTo>
                    <a:pt x="78" y="1197"/>
                  </a:lnTo>
                  <a:lnTo>
                    <a:pt x="194" y="1352"/>
                  </a:lnTo>
                  <a:lnTo>
                    <a:pt x="310" y="1467"/>
                  </a:lnTo>
                  <a:lnTo>
                    <a:pt x="464" y="1583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4431675" y="3622525"/>
              <a:ext cx="174775" cy="292525"/>
            </a:xfrm>
            <a:custGeom>
              <a:avLst/>
              <a:gdLst/>
              <a:ahLst/>
              <a:cxnLst/>
              <a:rect l="l" t="t" r="r" b="b"/>
              <a:pathLst>
                <a:path w="6991" h="11701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5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3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8"/>
                  </a:lnTo>
                  <a:lnTo>
                    <a:pt x="6411" y="5638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2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3827375" y="36360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3" y="2665"/>
                  </a:lnTo>
                  <a:lnTo>
                    <a:pt x="2780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6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5" y="2896"/>
                  </a:lnTo>
                  <a:lnTo>
                    <a:pt x="772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0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3" y="3707"/>
                  </a:lnTo>
                  <a:lnTo>
                    <a:pt x="1969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5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8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2802150" y="36428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1"/>
                  </a:moveTo>
                  <a:lnTo>
                    <a:pt x="12434" y="39"/>
                  </a:lnTo>
                  <a:lnTo>
                    <a:pt x="12357" y="78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9"/>
                  </a:lnTo>
                  <a:lnTo>
                    <a:pt x="12164" y="1043"/>
                  </a:lnTo>
                  <a:lnTo>
                    <a:pt x="12009" y="1198"/>
                  </a:lnTo>
                  <a:lnTo>
                    <a:pt x="11855" y="1314"/>
                  </a:lnTo>
                  <a:lnTo>
                    <a:pt x="11430" y="1545"/>
                  </a:lnTo>
                  <a:lnTo>
                    <a:pt x="11005" y="1700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3" y="2086"/>
                  </a:lnTo>
                  <a:lnTo>
                    <a:pt x="9345" y="2009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1"/>
                  </a:lnTo>
                  <a:lnTo>
                    <a:pt x="8611" y="1700"/>
                  </a:lnTo>
                  <a:lnTo>
                    <a:pt x="8804" y="2009"/>
                  </a:lnTo>
                  <a:lnTo>
                    <a:pt x="8997" y="2279"/>
                  </a:lnTo>
                  <a:lnTo>
                    <a:pt x="7839" y="2588"/>
                  </a:lnTo>
                  <a:lnTo>
                    <a:pt x="6719" y="2820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8" y="3283"/>
                  </a:lnTo>
                  <a:lnTo>
                    <a:pt x="3746" y="2935"/>
                  </a:lnTo>
                  <a:lnTo>
                    <a:pt x="3784" y="2588"/>
                  </a:lnTo>
                  <a:lnTo>
                    <a:pt x="3707" y="2240"/>
                  </a:lnTo>
                  <a:lnTo>
                    <a:pt x="3630" y="1893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8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9"/>
                  </a:lnTo>
                  <a:lnTo>
                    <a:pt x="1815" y="3437"/>
                  </a:lnTo>
                  <a:lnTo>
                    <a:pt x="1352" y="3399"/>
                  </a:lnTo>
                  <a:lnTo>
                    <a:pt x="965" y="3360"/>
                  </a:lnTo>
                  <a:lnTo>
                    <a:pt x="772" y="3283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4"/>
                  </a:lnTo>
                  <a:lnTo>
                    <a:pt x="309" y="2665"/>
                  </a:lnTo>
                  <a:lnTo>
                    <a:pt x="232" y="2588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4"/>
                  </a:lnTo>
                  <a:lnTo>
                    <a:pt x="0" y="2858"/>
                  </a:lnTo>
                  <a:lnTo>
                    <a:pt x="0" y="3013"/>
                  </a:lnTo>
                  <a:lnTo>
                    <a:pt x="0" y="3167"/>
                  </a:lnTo>
                  <a:lnTo>
                    <a:pt x="39" y="3283"/>
                  </a:lnTo>
                  <a:lnTo>
                    <a:pt x="116" y="3399"/>
                  </a:lnTo>
                  <a:lnTo>
                    <a:pt x="193" y="3515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1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1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3"/>
                  </a:lnTo>
                  <a:lnTo>
                    <a:pt x="12048" y="1700"/>
                  </a:lnTo>
                  <a:lnTo>
                    <a:pt x="12357" y="1507"/>
                  </a:lnTo>
                  <a:lnTo>
                    <a:pt x="12627" y="1236"/>
                  </a:lnTo>
                  <a:lnTo>
                    <a:pt x="12704" y="1082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80"/>
                  </a:lnTo>
                  <a:lnTo>
                    <a:pt x="12820" y="387"/>
                  </a:lnTo>
                  <a:lnTo>
                    <a:pt x="12743" y="155"/>
                  </a:lnTo>
                  <a:lnTo>
                    <a:pt x="12704" y="78"/>
                  </a:lnTo>
                  <a:lnTo>
                    <a:pt x="12627" y="39"/>
                  </a:lnTo>
                  <a:lnTo>
                    <a:pt x="125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2017300" y="364860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271" y="0"/>
                  </a:moveTo>
                  <a:lnTo>
                    <a:pt x="155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39" y="386"/>
                  </a:lnTo>
                  <a:lnTo>
                    <a:pt x="348" y="888"/>
                  </a:lnTo>
                  <a:lnTo>
                    <a:pt x="657" y="1390"/>
                  </a:lnTo>
                  <a:lnTo>
                    <a:pt x="1043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205"/>
                  </a:lnTo>
                  <a:lnTo>
                    <a:pt x="2703" y="3553"/>
                  </a:lnTo>
                  <a:lnTo>
                    <a:pt x="3205" y="3900"/>
                  </a:lnTo>
                  <a:lnTo>
                    <a:pt x="3553" y="3746"/>
                  </a:lnTo>
                  <a:lnTo>
                    <a:pt x="2780" y="3012"/>
                  </a:lnTo>
                  <a:lnTo>
                    <a:pt x="2047" y="2240"/>
                  </a:lnTo>
                  <a:lnTo>
                    <a:pt x="1352" y="1429"/>
                  </a:lnTo>
                  <a:lnTo>
                    <a:pt x="1043" y="1004"/>
                  </a:lnTo>
                  <a:lnTo>
                    <a:pt x="734" y="541"/>
                  </a:lnTo>
                  <a:lnTo>
                    <a:pt x="1622" y="695"/>
                  </a:lnTo>
                  <a:lnTo>
                    <a:pt x="2510" y="888"/>
                  </a:lnTo>
                  <a:lnTo>
                    <a:pt x="3012" y="1043"/>
                  </a:lnTo>
                  <a:lnTo>
                    <a:pt x="3514" y="1197"/>
                  </a:lnTo>
                  <a:lnTo>
                    <a:pt x="4016" y="1390"/>
                  </a:lnTo>
                  <a:lnTo>
                    <a:pt x="4518" y="1506"/>
                  </a:lnTo>
                  <a:lnTo>
                    <a:pt x="4595" y="1506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84"/>
                  </a:lnTo>
                  <a:lnTo>
                    <a:pt x="4904" y="1506"/>
                  </a:lnTo>
                  <a:lnTo>
                    <a:pt x="4982" y="1429"/>
                  </a:lnTo>
                  <a:lnTo>
                    <a:pt x="4634" y="1159"/>
                  </a:lnTo>
                  <a:lnTo>
                    <a:pt x="4171" y="888"/>
                  </a:lnTo>
                  <a:lnTo>
                    <a:pt x="3630" y="657"/>
                  </a:lnTo>
                  <a:lnTo>
                    <a:pt x="3089" y="464"/>
                  </a:lnTo>
                  <a:lnTo>
                    <a:pt x="2510" y="309"/>
                  </a:lnTo>
                  <a:lnTo>
                    <a:pt x="1931" y="193"/>
                  </a:lnTo>
                  <a:lnTo>
                    <a:pt x="1352" y="116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1564525" y="3658250"/>
              <a:ext cx="248125" cy="295425"/>
            </a:xfrm>
            <a:custGeom>
              <a:avLst/>
              <a:gdLst/>
              <a:ahLst/>
              <a:cxnLst/>
              <a:rect l="l" t="t" r="r" b="b"/>
              <a:pathLst>
                <a:path w="9925" h="11817" extrusionOk="0">
                  <a:moveTo>
                    <a:pt x="3785" y="850"/>
                  </a:moveTo>
                  <a:lnTo>
                    <a:pt x="4326" y="2279"/>
                  </a:lnTo>
                  <a:lnTo>
                    <a:pt x="4944" y="3746"/>
                  </a:lnTo>
                  <a:lnTo>
                    <a:pt x="6179" y="6565"/>
                  </a:lnTo>
                  <a:lnTo>
                    <a:pt x="3322" y="7492"/>
                  </a:lnTo>
                  <a:lnTo>
                    <a:pt x="1893" y="7955"/>
                  </a:lnTo>
                  <a:lnTo>
                    <a:pt x="464" y="8457"/>
                  </a:lnTo>
                  <a:lnTo>
                    <a:pt x="464" y="8457"/>
                  </a:lnTo>
                  <a:lnTo>
                    <a:pt x="1043" y="7569"/>
                  </a:lnTo>
                  <a:lnTo>
                    <a:pt x="1507" y="6604"/>
                  </a:lnTo>
                  <a:lnTo>
                    <a:pt x="1970" y="5638"/>
                  </a:lnTo>
                  <a:lnTo>
                    <a:pt x="2395" y="4673"/>
                  </a:lnTo>
                  <a:lnTo>
                    <a:pt x="2781" y="3746"/>
                  </a:lnTo>
                  <a:lnTo>
                    <a:pt x="3167" y="2781"/>
                  </a:lnTo>
                  <a:lnTo>
                    <a:pt x="3476" y="1815"/>
                  </a:lnTo>
                  <a:lnTo>
                    <a:pt x="3785" y="850"/>
                  </a:lnTo>
                  <a:close/>
                  <a:moveTo>
                    <a:pt x="3824" y="0"/>
                  </a:moveTo>
                  <a:lnTo>
                    <a:pt x="3746" y="39"/>
                  </a:lnTo>
                  <a:lnTo>
                    <a:pt x="3708" y="78"/>
                  </a:lnTo>
                  <a:lnTo>
                    <a:pt x="3592" y="116"/>
                  </a:lnTo>
                  <a:lnTo>
                    <a:pt x="3553" y="194"/>
                  </a:lnTo>
                  <a:lnTo>
                    <a:pt x="2820" y="2395"/>
                  </a:lnTo>
                  <a:lnTo>
                    <a:pt x="2434" y="3476"/>
                  </a:lnTo>
                  <a:lnTo>
                    <a:pt x="2009" y="4518"/>
                  </a:lnTo>
                  <a:lnTo>
                    <a:pt x="1545" y="5561"/>
                  </a:lnTo>
                  <a:lnTo>
                    <a:pt x="1043" y="6604"/>
                  </a:lnTo>
                  <a:lnTo>
                    <a:pt x="503" y="7608"/>
                  </a:lnTo>
                  <a:lnTo>
                    <a:pt x="39" y="8650"/>
                  </a:lnTo>
                  <a:lnTo>
                    <a:pt x="1" y="8689"/>
                  </a:lnTo>
                  <a:lnTo>
                    <a:pt x="39" y="8766"/>
                  </a:lnTo>
                  <a:lnTo>
                    <a:pt x="117" y="8805"/>
                  </a:lnTo>
                  <a:lnTo>
                    <a:pt x="117" y="8843"/>
                  </a:lnTo>
                  <a:lnTo>
                    <a:pt x="117" y="8920"/>
                  </a:lnTo>
                  <a:lnTo>
                    <a:pt x="155" y="8998"/>
                  </a:lnTo>
                  <a:lnTo>
                    <a:pt x="310" y="9114"/>
                  </a:lnTo>
                  <a:lnTo>
                    <a:pt x="464" y="8882"/>
                  </a:lnTo>
                  <a:lnTo>
                    <a:pt x="1970" y="8457"/>
                  </a:lnTo>
                  <a:lnTo>
                    <a:pt x="3438" y="7994"/>
                  </a:lnTo>
                  <a:lnTo>
                    <a:pt x="6372" y="7028"/>
                  </a:lnTo>
                  <a:lnTo>
                    <a:pt x="7106" y="8689"/>
                  </a:lnTo>
                  <a:lnTo>
                    <a:pt x="8303" y="11817"/>
                  </a:lnTo>
                  <a:lnTo>
                    <a:pt x="8689" y="11662"/>
                  </a:lnTo>
                  <a:lnTo>
                    <a:pt x="7531" y="8689"/>
                  </a:lnTo>
                  <a:lnTo>
                    <a:pt x="6797" y="6874"/>
                  </a:lnTo>
                  <a:lnTo>
                    <a:pt x="8380" y="6333"/>
                  </a:lnTo>
                  <a:lnTo>
                    <a:pt x="9925" y="5754"/>
                  </a:lnTo>
                  <a:lnTo>
                    <a:pt x="9770" y="5329"/>
                  </a:lnTo>
                  <a:lnTo>
                    <a:pt x="8187" y="5909"/>
                  </a:lnTo>
                  <a:lnTo>
                    <a:pt x="6643" y="6449"/>
                  </a:lnTo>
                  <a:lnTo>
                    <a:pt x="6025" y="4905"/>
                  </a:lnTo>
                  <a:lnTo>
                    <a:pt x="5407" y="3360"/>
                  </a:lnTo>
                  <a:lnTo>
                    <a:pt x="4712" y="1854"/>
                  </a:lnTo>
                  <a:lnTo>
                    <a:pt x="3978" y="348"/>
                  </a:lnTo>
                  <a:lnTo>
                    <a:pt x="4055" y="78"/>
                  </a:lnTo>
                  <a:lnTo>
                    <a:pt x="3862" y="39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1663975" y="3660175"/>
              <a:ext cx="229775" cy="419975"/>
            </a:xfrm>
            <a:custGeom>
              <a:avLst/>
              <a:gdLst/>
              <a:ahLst/>
              <a:cxnLst/>
              <a:rect l="l" t="t" r="r" b="b"/>
              <a:pathLst>
                <a:path w="9191" h="16799" extrusionOk="0">
                  <a:moveTo>
                    <a:pt x="77" y="1"/>
                  </a:moveTo>
                  <a:lnTo>
                    <a:pt x="0" y="271"/>
                  </a:lnTo>
                  <a:lnTo>
                    <a:pt x="2124" y="1275"/>
                  </a:lnTo>
                  <a:lnTo>
                    <a:pt x="4286" y="2240"/>
                  </a:lnTo>
                  <a:lnTo>
                    <a:pt x="5290" y="2742"/>
                  </a:lnTo>
                  <a:lnTo>
                    <a:pt x="6294" y="3244"/>
                  </a:lnTo>
                  <a:lnTo>
                    <a:pt x="7298" y="3746"/>
                  </a:lnTo>
                  <a:lnTo>
                    <a:pt x="8302" y="4248"/>
                  </a:lnTo>
                  <a:lnTo>
                    <a:pt x="7028" y="4750"/>
                  </a:lnTo>
                  <a:lnTo>
                    <a:pt x="5792" y="5252"/>
                  </a:lnTo>
                  <a:lnTo>
                    <a:pt x="5947" y="5677"/>
                  </a:lnTo>
                  <a:lnTo>
                    <a:pt x="7298" y="5175"/>
                  </a:lnTo>
                  <a:lnTo>
                    <a:pt x="7955" y="4905"/>
                  </a:lnTo>
                  <a:lnTo>
                    <a:pt x="8611" y="4596"/>
                  </a:lnTo>
                  <a:lnTo>
                    <a:pt x="8457" y="5136"/>
                  </a:lnTo>
                  <a:lnTo>
                    <a:pt x="8341" y="5638"/>
                  </a:lnTo>
                  <a:lnTo>
                    <a:pt x="8148" y="6681"/>
                  </a:lnTo>
                  <a:lnTo>
                    <a:pt x="7839" y="8380"/>
                  </a:lnTo>
                  <a:lnTo>
                    <a:pt x="7569" y="10041"/>
                  </a:lnTo>
                  <a:lnTo>
                    <a:pt x="7028" y="13361"/>
                  </a:lnTo>
                  <a:lnTo>
                    <a:pt x="6796" y="15060"/>
                  </a:lnTo>
                  <a:lnTo>
                    <a:pt x="6681" y="15871"/>
                  </a:lnTo>
                  <a:lnTo>
                    <a:pt x="6642" y="16721"/>
                  </a:lnTo>
                  <a:lnTo>
                    <a:pt x="6989" y="16798"/>
                  </a:lnTo>
                  <a:lnTo>
                    <a:pt x="7298" y="15215"/>
                  </a:lnTo>
                  <a:lnTo>
                    <a:pt x="7530" y="13593"/>
                  </a:lnTo>
                  <a:lnTo>
                    <a:pt x="7723" y="12010"/>
                  </a:lnTo>
                  <a:lnTo>
                    <a:pt x="7955" y="10427"/>
                  </a:lnTo>
                  <a:lnTo>
                    <a:pt x="8225" y="8805"/>
                  </a:lnTo>
                  <a:lnTo>
                    <a:pt x="8495" y="7183"/>
                  </a:lnTo>
                  <a:lnTo>
                    <a:pt x="8689" y="6488"/>
                  </a:lnTo>
                  <a:lnTo>
                    <a:pt x="8882" y="5793"/>
                  </a:lnTo>
                  <a:lnTo>
                    <a:pt x="9036" y="5059"/>
                  </a:lnTo>
                  <a:lnTo>
                    <a:pt x="9152" y="4364"/>
                  </a:lnTo>
                  <a:lnTo>
                    <a:pt x="9152" y="4287"/>
                  </a:lnTo>
                  <a:lnTo>
                    <a:pt x="9190" y="4210"/>
                  </a:lnTo>
                  <a:lnTo>
                    <a:pt x="9113" y="4094"/>
                  </a:lnTo>
                  <a:lnTo>
                    <a:pt x="9036" y="4017"/>
                  </a:lnTo>
                  <a:lnTo>
                    <a:pt x="8920" y="4017"/>
                  </a:lnTo>
                  <a:lnTo>
                    <a:pt x="8882" y="4055"/>
                  </a:lnTo>
                  <a:lnTo>
                    <a:pt x="7839" y="3437"/>
                  </a:lnTo>
                  <a:lnTo>
                    <a:pt x="6758" y="2897"/>
                  </a:lnTo>
                  <a:lnTo>
                    <a:pt x="4595" y="1893"/>
                  </a:lnTo>
                  <a:lnTo>
                    <a:pt x="2356" y="927"/>
                  </a:lnTo>
                  <a:lnTo>
                    <a:pt x="1236" y="464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406075" y="3667900"/>
              <a:ext cx="458600" cy="289650"/>
            </a:xfrm>
            <a:custGeom>
              <a:avLst/>
              <a:gdLst/>
              <a:ahLst/>
              <a:cxnLst/>
              <a:rect l="l" t="t" r="r" b="b"/>
              <a:pathLst>
                <a:path w="18344" h="11586" extrusionOk="0">
                  <a:moveTo>
                    <a:pt x="17069" y="387"/>
                  </a:moveTo>
                  <a:lnTo>
                    <a:pt x="17146" y="425"/>
                  </a:lnTo>
                  <a:lnTo>
                    <a:pt x="17223" y="503"/>
                  </a:lnTo>
                  <a:lnTo>
                    <a:pt x="17300" y="734"/>
                  </a:lnTo>
                  <a:lnTo>
                    <a:pt x="17378" y="927"/>
                  </a:lnTo>
                  <a:lnTo>
                    <a:pt x="17378" y="1120"/>
                  </a:lnTo>
                  <a:lnTo>
                    <a:pt x="17339" y="1314"/>
                  </a:lnTo>
                  <a:lnTo>
                    <a:pt x="17223" y="1545"/>
                  </a:lnTo>
                  <a:lnTo>
                    <a:pt x="16953" y="1893"/>
                  </a:lnTo>
                  <a:lnTo>
                    <a:pt x="16721" y="2124"/>
                  </a:lnTo>
                  <a:lnTo>
                    <a:pt x="16451" y="2356"/>
                  </a:lnTo>
                  <a:lnTo>
                    <a:pt x="16181" y="2549"/>
                  </a:lnTo>
                  <a:lnTo>
                    <a:pt x="15872" y="2665"/>
                  </a:lnTo>
                  <a:lnTo>
                    <a:pt x="15872" y="2086"/>
                  </a:lnTo>
                  <a:lnTo>
                    <a:pt x="15910" y="1777"/>
                  </a:lnTo>
                  <a:lnTo>
                    <a:pt x="15949" y="1468"/>
                  </a:lnTo>
                  <a:lnTo>
                    <a:pt x="16026" y="1198"/>
                  </a:lnTo>
                  <a:lnTo>
                    <a:pt x="16181" y="927"/>
                  </a:lnTo>
                  <a:lnTo>
                    <a:pt x="16335" y="696"/>
                  </a:lnTo>
                  <a:lnTo>
                    <a:pt x="16605" y="503"/>
                  </a:lnTo>
                  <a:lnTo>
                    <a:pt x="16837" y="425"/>
                  </a:lnTo>
                  <a:lnTo>
                    <a:pt x="16992" y="387"/>
                  </a:lnTo>
                  <a:close/>
                  <a:moveTo>
                    <a:pt x="14597" y="2974"/>
                  </a:moveTo>
                  <a:lnTo>
                    <a:pt x="14868" y="3013"/>
                  </a:lnTo>
                  <a:lnTo>
                    <a:pt x="15138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6"/>
                  </a:lnTo>
                  <a:lnTo>
                    <a:pt x="14057" y="3862"/>
                  </a:lnTo>
                  <a:lnTo>
                    <a:pt x="13786" y="3939"/>
                  </a:lnTo>
                  <a:lnTo>
                    <a:pt x="13478" y="4017"/>
                  </a:lnTo>
                  <a:lnTo>
                    <a:pt x="13053" y="4017"/>
                  </a:lnTo>
                  <a:lnTo>
                    <a:pt x="12976" y="3939"/>
                  </a:lnTo>
                  <a:lnTo>
                    <a:pt x="12976" y="3862"/>
                  </a:lnTo>
                  <a:lnTo>
                    <a:pt x="12976" y="3708"/>
                  </a:lnTo>
                  <a:lnTo>
                    <a:pt x="13014" y="3476"/>
                  </a:lnTo>
                  <a:lnTo>
                    <a:pt x="13053" y="3360"/>
                  </a:lnTo>
                  <a:lnTo>
                    <a:pt x="13207" y="3244"/>
                  </a:lnTo>
                  <a:lnTo>
                    <a:pt x="13400" y="3167"/>
                  </a:lnTo>
                  <a:lnTo>
                    <a:pt x="13709" y="3051"/>
                  </a:lnTo>
                  <a:lnTo>
                    <a:pt x="14018" y="3013"/>
                  </a:lnTo>
                  <a:lnTo>
                    <a:pt x="14327" y="2974"/>
                  </a:lnTo>
                  <a:close/>
                  <a:moveTo>
                    <a:pt x="15679" y="3283"/>
                  </a:moveTo>
                  <a:lnTo>
                    <a:pt x="16335" y="3476"/>
                  </a:lnTo>
                  <a:lnTo>
                    <a:pt x="16644" y="3553"/>
                  </a:lnTo>
                  <a:lnTo>
                    <a:pt x="16992" y="3669"/>
                  </a:lnTo>
                  <a:lnTo>
                    <a:pt x="17262" y="3823"/>
                  </a:lnTo>
                  <a:lnTo>
                    <a:pt x="17532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80" y="4596"/>
                  </a:lnTo>
                  <a:lnTo>
                    <a:pt x="17918" y="4789"/>
                  </a:lnTo>
                  <a:lnTo>
                    <a:pt x="17880" y="4943"/>
                  </a:lnTo>
                  <a:lnTo>
                    <a:pt x="17802" y="5059"/>
                  </a:lnTo>
                  <a:lnTo>
                    <a:pt x="17648" y="5136"/>
                  </a:lnTo>
                  <a:lnTo>
                    <a:pt x="17494" y="5175"/>
                  </a:lnTo>
                  <a:lnTo>
                    <a:pt x="17339" y="5175"/>
                  </a:lnTo>
                  <a:lnTo>
                    <a:pt x="17146" y="5136"/>
                  </a:lnTo>
                  <a:lnTo>
                    <a:pt x="16992" y="5059"/>
                  </a:lnTo>
                  <a:lnTo>
                    <a:pt x="16644" y="4789"/>
                  </a:lnTo>
                  <a:lnTo>
                    <a:pt x="16374" y="4480"/>
                  </a:lnTo>
                  <a:lnTo>
                    <a:pt x="16181" y="4210"/>
                  </a:lnTo>
                  <a:lnTo>
                    <a:pt x="15988" y="3901"/>
                  </a:lnTo>
                  <a:lnTo>
                    <a:pt x="15833" y="3592"/>
                  </a:lnTo>
                  <a:lnTo>
                    <a:pt x="15679" y="3283"/>
                  </a:lnTo>
                  <a:close/>
                  <a:moveTo>
                    <a:pt x="4635" y="541"/>
                  </a:moveTo>
                  <a:lnTo>
                    <a:pt x="5253" y="580"/>
                  </a:lnTo>
                  <a:lnTo>
                    <a:pt x="5832" y="696"/>
                  </a:lnTo>
                  <a:lnTo>
                    <a:pt x="6411" y="850"/>
                  </a:lnTo>
                  <a:lnTo>
                    <a:pt x="6990" y="1120"/>
                  </a:lnTo>
                  <a:lnTo>
                    <a:pt x="7492" y="1429"/>
                  </a:lnTo>
                  <a:lnTo>
                    <a:pt x="7917" y="1738"/>
                  </a:lnTo>
                  <a:lnTo>
                    <a:pt x="8303" y="2086"/>
                  </a:lnTo>
                  <a:lnTo>
                    <a:pt x="8651" y="2472"/>
                  </a:lnTo>
                  <a:lnTo>
                    <a:pt x="8960" y="2858"/>
                  </a:lnTo>
                  <a:lnTo>
                    <a:pt x="9539" y="3669"/>
                  </a:lnTo>
                  <a:lnTo>
                    <a:pt x="10157" y="4480"/>
                  </a:lnTo>
                  <a:lnTo>
                    <a:pt x="10388" y="4827"/>
                  </a:lnTo>
                  <a:lnTo>
                    <a:pt x="10697" y="5136"/>
                  </a:lnTo>
                  <a:lnTo>
                    <a:pt x="11006" y="5445"/>
                  </a:lnTo>
                  <a:lnTo>
                    <a:pt x="11354" y="5677"/>
                  </a:lnTo>
                  <a:lnTo>
                    <a:pt x="11701" y="5870"/>
                  </a:lnTo>
                  <a:lnTo>
                    <a:pt x="12126" y="5986"/>
                  </a:lnTo>
                  <a:lnTo>
                    <a:pt x="12512" y="6025"/>
                  </a:lnTo>
                  <a:lnTo>
                    <a:pt x="12976" y="5986"/>
                  </a:lnTo>
                  <a:lnTo>
                    <a:pt x="13323" y="5870"/>
                  </a:lnTo>
                  <a:lnTo>
                    <a:pt x="13632" y="5754"/>
                  </a:lnTo>
                  <a:lnTo>
                    <a:pt x="13902" y="5600"/>
                  </a:lnTo>
                  <a:lnTo>
                    <a:pt x="14173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9" y="4712"/>
                  </a:lnTo>
                  <a:lnTo>
                    <a:pt x="14984" y="4441"/>
                  </a:lnTo>
                  <a:lnTo>
                    <a:pt x="14752" y="5252"/>
                  </a:lnTo>
                  <a:lnTo>
                    <a:pt x="14443" y="5986"/>
                  </a:lnTo>
                  <a:lnTo>
                    <a:pt x="14057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0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7" y="10272"/>
                  </a:lnTo>
                  <a:lnTo>
                    <a:pt x="9616" y="10465"/>
                  </a:lnTo>
                  <a:lnTo>
                    <a:pt x="9075" y="10658"/>
                  </a:lnTo>
                  <a:lnTo>
                    <a:pt x="8496" y="10774"/>
                  </a:lnTo>
                  <a:lnTo>
                    <a:pt x="7956" y="10890"/>
                  </a:lnTo>
                  <a:lnTo>
                    <a:pt x="7376" y="10929"/>
                  </a:lnTo>
                  <a:lnTo>
                    <a:pt x="6836" y="10929"/>
                  </a:lnTo>
                  <a:lnTo>
                    <a:pt x="6257" y="10890"/>
                  </a:lnTo>
                  <a:lnTo>
                    <a:pt x="5716" y="10774"/>
                  </a:lnTo>
                  <a:lnTo>
                    <a:pt x="5175" y="10620"/>
                  </a:lnTo>
                  <a:lnTo>
                    <a:pt x="4635" y="10465"/>
                  </a:lnTo>
                  <a:lnTo>
                    <a:pt x="4133" y="10195"/>
                  </a:lnTo>
                  <a:lnTo>
                    <a:pt x="3631" y="9925"/>
                  </a:lnTo>
                  <a:lnTo>
                    <a:pt x="3129" y="9577"/>
                  </a:lnTo>
                  <a:lnTo>
                    <a:pt x="2665" y="9191"/>
                  </a:lnTo>
                  <a:lnTo>
                    <a:pt x="2202" y="8766"/>
                  </a:lnTo>
                  <a:lnTo>
                    <a:pt x="1777" y="8303"/>
                  </a:lnTo>
                  <a:lnTo>
                    <a:pt x="1430" y="7801"/>
                  </a:lnTo>
                  <a:lnTo>
                    <a:pt x="1082" y="7260"/>
                  </a:lnTo>
                  <a:lnTo>
                    <a:pt x="812" y="6720"/>
                  </a:lnTo>
                  <a:lnTo>
                    <a:pt x="619" y="6140"/>
                  </a:lnTo>
                  <a:lnTo>
                    <a:pt x="464" y="5523"/>
                  </a:lnTo>
                  <a:lnTo>
                    <a:pt x="426" y="4905"/>
                  </a:lnTo>
                  <a:lnTo>
                    <a:pt x="464" y="4287"/>
                  </a:lnTo>
                  <a:lnTo>
                    <a:pt x="619" y="3708"/>
                  </a:lnTo>
                  <a:lnTo>
                    <a:pt x="812" y="3128"/>
                  </a:lnTo>
                  <a:lnTo>
                    <a:pt x="1121" y="2588"/>
                  </a:lnTo>
                  <a:lnTo>
                    <a:pt x="1468" y="2086"/>
                  </a:lnTo>
                  <a:lnTo>
                    <a:pt x="1893" y="1661"/>
                  </a:lnTo>
                  <a:lnTo>
                    <a:pt x="2356" y="1275"/>
                  </a:lnTo>
                  <a:lnTo>
                    <a:pt x="2897" y="1005"/>
                  </a:lnTo>
                  <a:lnTo>
                    <a:pt x="3476" y="773"/>
                  </a:lnTo>
                  <a:lnTo>
                    <a:pt x="4056" y="618"/>
                  </a:lnTo>
                  <a:lnTo>
                    <a:pt x="4635" y="541"/>
                  </a:lnTo>
                  <a:close/>
                  <a:moveTo>
                    <a:pt x="16876" y="1"/>
                  </a:moveTo>
                  <a:lnTo>
                    <a:pt x="16683" y="39"/>
                  </a:lnTo>
                  <a:lnTo>
                    <a:pt x="16451" y="155"/>
                  </a:lnTo>
                  <a:lnTo>
                    <a:pt x="16258" y="271"/>
                  </a:lnTo>
                  <a:lnTo>
                    <a:pt x="16103" y="425"/>
                  </a:lnTo>
                  <a:lnTo>
                    <a:pt x="15949" y="580"/>
                  </a:lnTo>
                  <a:lnTo>
                    <a:pt x="15833" y="773"/>
                  </a:lnTo>
                  <a:lnTo>
                    <a:pt x="15717" y="1005"/>
                  </a:lnTo>
                  <a:lnTo>
                    <a:pt x="15601" y="1236"/>
                  </a:lnTo>
                  <a:lnTo>
                    <a:pt x="15486" y="1738"/>
                  </a:lnTo>
                  <a:lnTo>
                    <a:pt x="15447" y="2279"/>
                  </a:lnTo>
                  <a:lnTo>
                    <a:pt x="15486" y="2819"/>
                  </a:lnTo>
                  <a:lnTo>
                    <a:pt x="15370" y="2819"/>
                  </a:lnTo>
                  <a:lnTo>
                    <a:pt x="15331" y="2858"/>
                  </a:lnTo>
                  <a:lnTo>
                    <a:pt x="14906" y="2742"/>
                  </a:lnTo>
                  <a:lnTo>
                    <a:pt x="14443" y="2665"/>
                  </a:lnTo>
                  <a:lnTo>
                    <a:pt x="13980" y="2665"/>
                  </a:lnTo>
                  <a:lnTo>
                    <a:pt x="13516" y="2742"/>
                  </a:lnTo>
                  <a:lnTo>
                    <a:pt x="13169" y="2858"/>
                  </a:lnTo>
                  <a:lnTo>
                    <a:pt x="12976" y="2974"/>
                  </a:lnTo>
                  <a:lnTo>
                    <a:pt x="12783" y="3090"/>
                  </a:lnTo>
                  <a:lnTo>
                    <a:pt x="12628" y="3206"/>
                  </a:lnTo>
                  <a:lnTo>
                    <a:pt x="12512" y="3360"/>
                  </a:lnTo>
                  <a:lnTo>
                    <a:pt x="12396" y="3553"/>
                  </a:lnTo>
                  <a:lnTo>
                    <a:pt x="12396" y="3746"/>
                  </a:lnTo>
                  <a:lnTo>
                    <a:pt x="12396" y="3939"/>
                  </a:lnTo>
                  <a:lnTo>
                    <a:pt x="12474" y="4094"/>
                  </a:lnTo>
                  <a:lnTo>
                    <a:pt x="12628" y="4210"/>
                  </a:lnTo>
                  <a:lnTo>
                    <a:pt x="12783" y="4287"/>
                  </a:lnTo>
                  <a:lnTo>
                    <a:pt x="12976" y="4364"/>
                  </a:lnTo>
                  <a:lnTo>
                    <a:pt x="13169" y="4403"/>
                  </a:lnTo>
                  <a:lnTo>
                    <a:pt x="13516" y="4364"/>
                  </a:lnTo>
                  <a:lnTo>
                    <a:pt x="13864" y="4325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9" y="3823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4" y="4866"/>
                  </a:lnTo>
                  <a:lnTo>
                    <a:pt x="13941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30" y="5445"/>
                  </a:lnTo>
                  <a:lnTo>
                    <a:pt x="12744" y="5523"/>
                  </a:lnTo>
                  <a:lnTo>
                    <a:pt x="12396" y="5523"/>
                  </a:lnTo>
                  <a:lnTo>
                    <a:pt x="12049" y="5445"/>
                  </a:lnTo>
                  <a:lnTo>
                    <a:pt x="11740" y="5329"/>
                  </a:lnTo>
                  <a:lnTo>
                    <a:pt x="11431" y="5136"/>
                  </a:lnTo>
                  <a:lnTo>
                    <a:pt x="11122" y="4905"/>
                  </a:lnTo>
                  <a:lnTo>
                    <a:pt x="10852" y="4634"/>
                  </a:lnTo>
                  <a:lnTo>
                    <a:pt x="10543" y="4210"/>
                  </a:lnTo>
                  <a:lnTo>
                    <a:pt x="10195" y="3785"/>
                  </a:lnTo>
                  <a:lnTo>
                    <a:pt x="9616" y="2935"/>
                  </a:lnTo>
                  <a:lnTo>
                    <a:pt x="9307" y="2511"/>
                  </a:lnTo>
                  <a:lnTo>
                    <a:pt x="8960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7" y="966"/>
                  </a:lnTo>
                  <a:lnTo>
                    <a:pt x="7106" y="657"/>
                  </a:lnTo>
                  <a:lnTo>
                    <a:pt x="6527" y="425"/>
                  </a:lnTo>
                  <a:lnTo>
                    <a:pt x="5948" y="271"/>
                  </a:lnTo>
                  <a:lnTo>
                    <a:pt x="5330" y="155"/>
                  </a:lnTo>
                  <a:lnTo>
                    <a:pt x="4751" y="116"/>
                  </a:lnTo>
                  <a:lnTo>
                    <a:pt x="4133" y="155"/>
                  </a:lnTo>
                  <a:lnTo>
                    <a:pt x="3554" y="271"/>
                  </a:lnTo>
                  <a:lnTo>
                    <a:pt x="3283" y="348"/>
                  </a:lnTo>
                  <a:lnTo>
                    <a:pt x="2936" y="464"/>
                  </a:lnTo>
                  <a:lnTo>
                    <a:pt x="2588" y="618"/>
                  </a:lnTo>
                  <a:lnTo>
                    <a:pt x="2279" y="812"/>
                  </a:lnTo>
                  <a:lnTo>
                    <a:pt x="1932" y="1005"/>
                  </a:lnTo>
                  <a:lnTo>
                    <a:pt x="1661" y="1275"/>
                  </a:lnTo>
                  <a:lnTo>
                    <a:pt x="1353" y="1545"/>
                  </a:lnTo>
                  <a:lnTo>
                    <a:pt x="1082" y="1854"/>
                  </a:lnTo>
                  <a:lnTo>
                    <a:pt x="851" y="2163"/>
                  </a:lnTo>
                  <a:lnTo>
                    <a:pt x="542" y="2665"/>
                  </a:lnTo>
                  <a:lnTo>
                    <a:pt x="310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1" y="4712"/>
                  </a:lnTo>
                  <a:lnTo>
                    <a:pt x="40" y="5214"/>
                  </a:lnTo>
                  <a:lnTo>
                    <a:pt x="78" y="5716"/>
                  </a:lnTo>
                  <a:lnTo>
                    <a:pt x="194" y="6218"/>
                  </a:lnTo>
                  <a:lnTo>
                    <a:pt x="387" y="6720"/>
                  </a:lnTo>
                  <a:lnTo>
                    <a:pt x="580" y="7222"/>
                  </a:lnTo>
                  <a:lnTo>
                    <a:pt x="812" y="7685"/>
                  </a:lnTo>
                  <a:lnTo>
                    <a:pt x="1082" y="8110"/>
                  </a:lnTo>
                  <a:lnTo>
                    <a:pt x="1430" y="8573"/>
                  </a:lnTo>
                  <a:lnTo>
                    <a:pt x="1777" y="8959"/>
                  </a:lnTo>
                  <a:lnTo>
                    <a:pt x="2125" y="9384"/>
                  </a:lnTo>
                  <a:lnTo>
                    <a:pt x="2550" y="9732"/>
                  </a:lnTo>
                  <a:lnTo>
                    <a:pt x="3090" y="10156"/>
                  </a:lnTo>
                  <a:lnTo>
                    <a:pt x="3631" y="10504"/>
                  </a:lnTo>
                  <a:lnTo>
                    <a:pt x="4210" y="10774"/>
                  </a:lnTo>
                  <a:lnTo>
                    <a:pt x="4789" y="11044"/>
                  </a:lnTo>
                  <a:lnTo>
                    <a:pt x="5407" y="11199"/>
                  </a:lnTo>
                  <a:lnTo>
                    <a:pt x="6025" y="11353"/>
                  </a:lnTo>
                  <a:lnTo>
                    <a:pt x="6643" y="11392"/>
                  </a:lnTo>
                  <a:lnTo>
                    <a:pt x="7261" y="11431"/>
                  </a:lnTo>
                  <a:lnTo>
                    <a:pt x="7338" y="11585"/>
                  </a:lnTo>
                  <a:lnTo>
                    <a:pt x="7647" y="11392"/>
                  </a:lnTo>
                  <a:lnTo>
                    <a:pt x="8458" y="11315"/>
                  </a:lnTo>
                  <a:lnTo>
                    <a:pt x="9269" y="11122"/>
                  </a:lnTo>
                  <a:lnTo>
                    <a:pt x="10079" y="10813"/>
                  </a:lnTo>
                  <a:lnTo>
                    <a:pt x="10852" y="10465"/>
                  </a:lnTo>
                  <a:lnTo>
                    <a:pt x="11547" y="10040"/>
                  </a:lnTo>
                  <a:lnTo>
                    <a:pt x="12165" y="9577"/>
                  </a:lnTo>
                  <a:lnTo>
                    <a:pt x="12435" y="9384"/>
                  </a:lnTo>
                  <a:lnTo>
                    <a:pt x="13053" y="8805"/>
                  </a:lnTo>
                  <a:lnTo>
                    <a:pt x="13632" y="8187"/>
                  </a:lnTo>
                  <a:lnTo>
                    <a:pt x="14134" y="7492"/>
                  </a:lnTo>
                  <a:lnTo>
                    <a:pt x="14597" y="6797"/>
                  </a:lnTo>
                  <a:lnTo>
                    <a:pt x="14945" y="6025"/>
                  </a:lnTo>
                  <a:lnTo>
                    <a:pt x="15099" y="5638"/>
                  </a:lnTo>
                  <a:lnTo>
                    <a:pt x="15254" y="5214"/>
                  </a:lnTo>
                  <a:lnTo>
                    <a:pt x="15331" y="4827"/>
                  </a:lnTo>
                  <a:lnTo>
                    <a:pt x="15408" y="4403"/>
                  </a:lnTo>
                  <a:lnTo>
                    <a:pt x="15486" y="4017"/>
                  </a:lnTo>
                  <a:lnTo>
                    <a:pt x="15486" y="3592"/>
                  </a:lnTo>
                  <a:lnTo>
                    <a:pt x="15679" y="4055"/>
                  </a:lnTo>
                  <a:lnTo>
                    <a:pt x="15949" y="4480"/>
                  </a:lnTo>
                  <a:lnTo>
                    <a:pt x="16258" y="4866"/>
                  </a:lnTo>
                  <a:lnTo>
                    <a:pt x="16605" y="5214"/>
                  </a:lnTo>
                  <a:lnTo>
                    <a:pt x="16760" y="5368"/>
                  </a:lnTo>
                  <a:lnTo>
                    <a:pt x="16992" y="5484"/>
                  </a:lnTo>
                  <a:lnTo>
                    <a:pt x="17185" y="5561"/>
                  </a:lnTo>
                  <a:lnTo>
                    <a:pt x="17416" y="5638"/>
                  </a:lnTo>
                  <a:lnTo>
                    <a:pt x="17609" y="5677"/>
                  </a:lnTo>
                  <a:lnTo>
                    <a:pt x="17841" y="5638"/>
                  </a:lnTo>
                  <a:lnTo>
                    <a:pt x="18034" y="5523"/>
                  </a:lnTo>
                  <a:lnTo>
                    <a:pt x="18189" y="5329"/>
                  </a:lnTo>
                  <a:lnTo>
                    <a:pt x="18304" y="5136"/>
                  </a:lnTo>
                  <a:lnTo>
                    <a:pt x="18343" y="4943"/>
                  </a:lnTo>
                  <a:lnTo>
                    <a:pt x="18304" y="4712"/>
                  </a:lnTo>
                  <a:lnTo>
                    <a:pt x="18266" y="4519"/>
                  </a:lnTo>
                  <a:lnTo>
                    <a:pt x="18189" y="4287"/>
                  </a:lnTo>
                  <a:lnTo>
                    <a:pt x="18073" y="4132"/>
                  </a:lnTo>
                  <a:lnTo>
                    <a:pt x="17957" y="3939"/>
                  </a:lnTo>
                  <a:lnTo>
                    <a:pt x="17802" y="3785"/>
                  </a:lnTo>
                  <a:lnTo>
                    <a:pt x="17648" y="3630"/>
                  </a:lnTo>
                  <a:lnTo>
                    <a:pt x="17416" y="3476"/>
                  </a:lnTo>
                  <a:lnTo>
                    <a:pt x="16953" y="3244"/>
                  </a:lnTo>
                  <a:lnTo>
                    <a:pt x="16490" y="3051"/>
                  </a:lnTo>
                  <a:lnTo>
                    <a:pt x="15988" y="2935"/>
                  </a:lnTo>
                  <a:lnTo>
                    <a:pt x="16412" y="2781"/>
                  </a:lnTo>
                  <a:lnTo>
                    <a:pt x="16837" y="2511"/>
                  </a:lnTo>
                  <a:lnTo>
                    <a:pt x="17185" y="2202"/>
                  </a:lnTo>
                  <a:lnTo>
                    <a:pt x="17494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4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1" y="194"/>
                  </a:lnTo>
                  <a:lnTo>
                    <a:pt x="17455" y="116"/>
                  </a:lnTo>
                  <a:lnTo>
                    <a:pt x="17339" y="39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2141825" y="3698800"/>
              <a:ext cx="126500" cy="70500"/>
            </a:xfrm>
            <a:custGeom>
              <a:avLst/>
              <a:gdLst/>
              <a:ahLst/>
              <a:cxnLst/>
              <a:rect l="l" t="t" r="r" b="b"/>
              <a:pathLst>
                <a:path w="5060" h="2820" extrusionOk="0">
                  <a:moveTo>
                    <a:pt x="4905" y="0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3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0"/>
                  </a:lnTo>
                  <a:lnTo>
                    <a:pt x="1" y="2587"/>
                  </a:lnTo>
                  <a:lnTo>
                    <a:pt x="39" y="2703"/>
                  </a:lnTo>
                  <a:lnTo>
                    <a:pt x="116" y="2781"/>
                  </a:lnTo>
                  <a:lnTo>
                    <a:pt x="387" y="2819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1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436975" y="3704575"/>
              <a:ext cx="144825" cy="162225"/>
            </a:xfrm>
            <a:custGeom>
              <a:avLst/>
              <a:gdLst/>
              <a:ahLst/>
              <a:cxnLst/>
              <a:rect l="l" t="t" r="r" b="b"/>
              <a:pathLst>
                <a:path w="5793" h="6489" extrusionOk="0">
                  <a:moveTo>
                    <a:pt x="2240" y="426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6" y="735"/>
                  </a:lnTo>
                  <a:lnTo>
                    <a:pt x="4171" y="1005"/>
                  </a:lnTo>
                  <a:lnTo>
                    <a:pt x="4557" y="1314"/>
                  </a:lnTo>
                  <a:lnTo>
                    <a:pt x="4750" y="1507"/>
                  </a:lnTo>
                  <a:lnTo>
                    <a:pt x="4905" y="1739"/>
                  </a:lnTo>
                  <a:lnTo>
                    <a:pt x="5021" y="1932"/>
                  </a:lnTo>
                  <a:lnTo>
                    <a:pt x="5136" y="2163"/>
                  </a:lnTo>
                  <a:lnTo>
                    <a:pt x="5214" y="2434"/>
                  </a:lnTo>
                  <a:lnTo>
                    <a:pt x="5291" y="2704"/>
                  </a:lnTo>
                  <a:lnTo>
                    <a:pt x="5330" y="3167"/>
                  </a:lnTo>
                  <a:lnTo>
                    <a:pt x="5330" y="3631"/>
                  </a:lnTo>
                  <a:lnTo>
                    <a:pt x="5214" y="4133"/>
                  </a:lnTo>
                  <a:lnTo>
                    <a:pt x="5021" y="4558"/>
                  </a:lnTo>
                  <a:lnTo>
                    <a:pt x="4789" y="4982"/>
                  </a:lnTo>
                  <a:lnTo>
                    <a:pt x="4480" y="5330"/>
                  </a:lnTo>
                  <a:lnTo>
                    <a:pt x="4287" y="5484"/>
                  </a:lnTo>
                  <a:lnTo>
                    <a:pt x="4094" y="5639"/>
                  </a:lnTo>
                  <a:lnTo>
                    <a:pt x="3901" y="5755"/>
                  </a:lnTo>
                  <a:lnTo>
                    <a:pt x="3669" y="5832"/>
                  </a:lnTo>
                  <a:lnTo>
                    <a:pt x="3360" y="5948"/>
                  </a:lnTo>
                  <a:lnTo>
                    <a:pt x="3090" y="5986"/>
                  </a:lnTo>
                  <a:lnTo>
                    <a:pt x="2820" y="6025"/>
                  </a:lnTo>
                  <a:lnTo>
                    <a:pt x="2549" y="5986"/>
                  </a:lnTo>
                  <a:lnTo>
                    <a:pt x="2279" y="5948"/>
                  </a:lnTo>
                  <a:lnTo>
                    <a:pt x="2047" y="5870"/>
                  </a:lnTo>
                  <a:lnTo>
                    <a:pt x="1854" y="5755"/>
                  </a:lnTo>
                  <a:lnTo>
                    <a:pt x="1622" y="5639"/>
                  </a:lnTo>
                  <a:lnTo>
                    <a:pt x="1429" y="5484"/>
                  </a:lnTo>
                  <a:lnTo>
                    <a:pt x="1275" y="5291"/>
                  </a:lnTo>
                  <a:lnTo>
                    <a:pt x="1082" y="5098"/>
                  </a:lnTo>
                  <a:lnTo>
                    <a:pt x="966" y="4905"/>
                  </a:lnTo>
                  <a:lnTo>
                    <a:pt x="696" y="4442"/>
                  </a:lnTo>
                  <a:lnTo>
                    <a:pt x="541" y="3901"/>
                  </a:lnTo>
                  <a:lnTo>
                    <a:pt x="425" y="3399"/>
                  </a:lnTo>
                  <a:lnTo>
                    <a:pt x="425" y="2858"/>
                  </a:lnTo>
                  <a:lnTo>
                    <a:pt x="503" y="2318"/>
                  </a:lnTo>
                  <a:lnTo>
                    <a:pt x="541" y="2048"/>
                  </a:lnTo>
                  <a:lnTo>
                    <a:pt x="657" y="1816"/>
                  </a:lnTo>
                  <a:lnTo>
                    <a:pt x="734" y="1584"/>
                  </a:lnTo>
                  <a:lnTo>
                    <a:pt x="889" y="1352"/>
                  </a:lnTo>
                  <a:lnTo>
                    <a:pt x="1043" y="1159"/>
                  </a:lnTo>
                  <a:lnTo>
                    <a:pt x="1236" y="1005"/>
                  </a:lnTo>
                  <a:lnTo>
                    <a:pt x="1429" y="812"/>
                  </a:lnTo>
                  <a:lnTo>
                    <a:pt x="1661" y="696"/>
                  </a:lnTo>
                  <a:lnTo>
                    <a:pt x="1893" y="580"/>
                  </a:lnTo>
                  <a:lnTo>
                    <a:pt x="2202" y="503"/>
                  </a:lnTo>
                  <a:lnTo>
                    <a:pt x="2240" y="464"/>
                  </a:lnTo>
                  <a:lnTo>
                    <a:pt x="2240" y="426"/>
                  </a:lnTo>
                  <a:close/>
                  <a:moveTo>
                    <a:pt x="2279" y="1"/>
                  </a:moveTo>
                  <a:lnTo>
                    <a:pt x="1970" y="40"/>
                  </a:lnTo>
                  <a:lnTo>
                    <a:pt x="1893" y="78"/>
                  </a:lnTo>
                  <a:lnTo>
                    <a:pt x="1816" y="117"/>
                  </a:lnTo>
                  <a:lnTo>
                    <a:pt x="1816" y="194"/>
                  </a:lnTo>
                  <a:lnTo>
                    <a:pt x="1816" y="271"/>
                  </a:lnTo>
                  <a:lnTo>
                    <a:pt x="1507" y="349"/>
                  </a:lnTo>
                  <a:lnTo>
                    <a:pt x="1275" y="464"/>
                  </a:lnTo>
                  <a:lnTo>
                    <a:pt x="1043" y="619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8"/>
                  </a:lnTo>
                  <a:lnTo>
                    <a:pt x="348" y="1430"/>
                  </a:lnTo>
                  <a:lnTo>
                    <a:pt x="232" y="1661"/>
                  </a:lnTo>
                  <a:lnTo>
                    <a:pt x="117" y="1932"/>
                  </a:lnTo>
                  <a:lnTo>
                    <a:pt x="78" y="2202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1"/>
                  </a:lnTo>
                  <a:lnTo>
                    <a:pt x="271" y="4519"/>
                  </a:lnTo>
                  <a:lnTo>
                    <a:pt x="387" y="4828"/>
                  </a:lnTo>
                  <a:lnTo>
                    <a:pt x="541" y="5098"/>
                  </a:lnTo>
                  <a:lnTo>
                    <a:pt x="696" y="5330"/>
                  </a:lnTo>
                  <a:lnTo>
                    <a:pt x="850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1"/>
                  </a:lnTo>
                  <a:lnTo>
                    <a:pt x="1738" y="6257"/>
                  </a:lnTo>
                  <a:lnTo>
                    <a:pt x="2009" y="6372"/>
                  </a:lnTo>
                  <a:lnTo>
                    <a:pt x="2279" y="6450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50"/>
                  </a:lnTo>
                  <a:lnTo>
                    <a:pt x="3553" y="6372"/>
                  </a:lnTo>
                  <a:lnTo>
                    <a:pt x="3862" y="6257"/>
                  </a:lnTo>
                  <a:lnTo>
                    <a:pt x="4132" y="6141"/>
                  </a:lnTo>
                  <a:lnTo>
                    <a:pt x="4403" y="5986"/>
                  </a:lnTo>
                  <a:lnTo>
                    <a:pt x="4634" y="5793"/>
                  </a:lnTo>
                  <a:lnTo>
                    <a:pt x="4866" y="5600"/>
                  </a:lnTo>
                  <a:lnTo>
                    <a:pt x="5059" y="5368"/>
                  </a:lnTo>
                  <a:lnTo>
                    <a:pt x="5214" y="5137"/>
                  </a:lnTo>
                  <a:lnTo>
                    <a:pt x="5368" y="4866"/>
                  </a:lnTo>
                  <a:lnTo>
                    <a:pt x="5523" y="4635"/>
                  </a:lnTo>
                  <a:lnTo>
                    <a:pt x="5638" y="4326"/>
                  </a:lnTo>
                  <a:lnTo>
                    <a:pt x="5716" y="4056"/>
                  </a:lnTo>
                  <a:lnTo>
                    <a:pt x="5754" y="3747"/>
                  </a:lnTo>
                  <a:lnTo>
                    <a:pt x="5793" y="3438"/>
                  </a:lnTo>
                  <a:lnTo>
                    <a:pt x="5793" y="3129"/>
                  </a:lnTo>
                  <a:lnTo>
                    <a:pt x="5793" y="2858"/>
                  </a:lnTo>
                  <a:lnTo>
                    <a:pt x="5716" y="2550"/>
                  </a:lnTo>
                  <a:lnTo>
                    <a:pt x="5638" y="2241"/>
                  </a:lnTo>
                  <a:lnTo>
                    <a:pt x="5523" y="1932"/>
                  </a:lnTo>
                  <a:lnTo>
                    <a:pt x="5368" y="1661"/>
                  </a:lnTo>
                  <a:lnTo>
                    <a:pt x="5214" y="1391"/>
                  </a:lnTo>
                  <a:lnTo>
                    <a:pt x="5021" y="1159"/>
                  </a:lnTo>
                  <a:lnTo>
                    <a:pt x="4828" y="928"/>
                  </a:lnTo>
                  <a:lnTo>
                    <a:pt x="4596" y="735"/>
                  </a:lnTo>
                  <a:lnTo>
                    <a:pt x="4326" y="542"/>
                  </a:lnTo>
                  <a:lnTo>
                    <a:pt x="4094" y="387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6171275" y="3733550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3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6036125" y="3735475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8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5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3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6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8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6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9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5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9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6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2084875" y="3742225"/>
              <a:ext cx="66625" cy="99475"/>
            </a:xfrm>
            <a:custGeom>
              <a:avLst/>
              <a:gdLst/>
              <a:ahLst/>
              <a:cxnLst/>
              <a:rect l="l" t="t" r="r" b="b"/>
              <a:pathLst>
                <a:path w="2665" h="3979" extrusionOk="0">
                  <a:moveTo>
                    <a:pt x="850" y="1"/>
                  </a:moveTo>
                  <a:lnTo>
                    <a:pt x="502" y="155"/>
                  </a:lnTo>
                  <a:lnTo>
                    <a:pt x="618" y="233"/>
                  </a:lnTo>
                  <a:lnTo>
                    <a:pt x="464" y="619"/>
                  </a:lnTo>
                  <a:lnTo>
                    <a:pt x="271" y="1082"/>
                  </a:lnTo>
                  <a:lnTo>
                    <a:pt x="116" y="1623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74"/>
                  </a:lnTo>
                  <a:lnTo>
                    <a:pt x="77" y="3206"/>
                  </a:lnTo>
                  <a:lnTo>
                    <a:pt x="155" y="3399"/>
                  </a:lnTo>
                  <a:lnTo>
                    <a:pt x="309" y="3592"/>
                  </a:lnTo>
                  <a:lnTo>
                    <a:pt x="464" y="3747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78"/>
                  </a:lnTo>
                  <a:lnTo>
                    <a:pt x="1313" y="3940"/>
                  </a:lnTo>
                  <a:lnTo>
                    <a:pt x="1506" y="3824"/>
                  </a:lnTo>
                  <a:lnTo>
                    <a:pt x="1661" y="3708"/>
                  </a:lnTo>
                  <a:lnTo>
                    <a:pt x="1815" y="3515"/>
                  </a:lnTo>
                  <a:lnTo>
                    <a:pt x="1970" y="3322"/>
                  </a:lnTo>
                  <a:lnTo>
                    <a:pt x="2085" y="3090"/>
                  </a:lnTo>
                  <a:lnTo>
                    <a:pt x="2317" y="2550"/>
                  </a:lnTo>
                  <a:lnTo>
                    <a:pt x="2510" y="2009"/>
                  </a:lnTo>
                  <a:lnTo>
                    <a:pt x="2626" y="1507"/>
                  </a:lnTo>
                  <a:lnTo>
                    <a:pt x="2665" y="1082"/>
                  </a:lnTo>
                  <a:lnTo>
                    <a:pt x="2394" y="1044"/>
                  </a:lnTo>
                  <a:lnTo>
                    <a:pt x="2008" y="2048"/>
                  </a:lnTo>
                  <a:lnTo>
                    <a:pt x="1738" y="2704"/>
                  </a:lnTo>
                  <a:lnTo>
                    <a:pt x="1545" y="3052"/>
                  </a:lnTo>
                  <a:lnTo>
                    <a:pt x="1468" y="3206"/>
                  </a:lnTo>
                  <a:lnTo>
                    <a:pt x="1313" y="3322"/>
                  </a:lnTo>
                  <a:lnTo>
                    <a:pt x="1159" y="3322"/>
                  </a:lnTo>
                  <a:lnTo>
                    <a:pt x="966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936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79" y="2086"/>
                  </a:lnTo>
                  <a:lnTo>
                    <a:pt x="618" y="1623"/>
                  </a:lnTo>
                  <a:lnTo>
                    <a:pt x="734" y="1198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3315725" y="3754775"/>
              <a:ext cx="374575" cy="387150"/>
            </a:xfrm>
            <a:custGeom>
              <a:avLst/>
              <a:gdLst/>
              <a:ahLst/>
              <a:cxnLst/>
              <a:rect l="l" t="t" r="r" b="b"/>
              <a:pathLst>
                <a:path w="14983" h="15486" extrusionOk="0">
                  <a:moveTo>
                    <a:pt x="7453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44"/>
                  </a:lnTo>
                  <a:lnTo>
                    <a:pt x="10697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40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80" y="9230"/>
                  </a:lnTo>
                  <a:lnTo>
                    <a:pt x="4171" y="10041"/>
                  </a:lnTo>
                  <a:lnTo>
                    <a:pt x="3978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53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9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53" y="503"/>
                  </a:lnTo>
                  <a:close/>
                  <a:moveTo>
                    <a:pt x="11932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13" y="3206"/>
                  </a:lnTo>
                  <a:lnTo>
                    <a:pt x="13322" y="3669"/>
                  </a:lnTo>
                  <a:lnTo>
                    <a:pt x="13593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2"/>
                  </a:lnTo>
                  <a:lnTo>
                    <a:pt x="11392" y="7145"/>
                  </a:lnTo>
                  <a:lnTo>
                    <a:pt x="10658" y="7415"/>
                  </a:lnTo>
                  <a:lnTo>
                    <a:pt x="9924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8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8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2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1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7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30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42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19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1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286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39"/>
                  </a:lnTo>
                  <a:lnTo>
                    <a:pt x="3051" y="13477"/>
                  </a:lnTo>
                  <a:lnTo>
                    <a:pt x="2974" y="13516"/>
                  </a:lnTo>
                  <a:lnTo>
                    <a:pt x="3051" y="13362"/>
                  </a:lnTo>
                  <a:lnTo>
                    <a:pt x="3167" y="13207"/>
                  </a:lnTo>
                  <a:lnTo>
                    <a:pt x="3321" y="13130"/>
                  </a:lnTo>
                  <a:lnTo>
                    <a:pt x="3476" y="13014"/>
                  </a:lnTo>
                  <a:lnTo>
                    <a:pt x="3669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1" y="13362"/>
                  </a:lnTo>
                  <a:lnTo>
                    <a:pt x="11894" y="13477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11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7" y="12860"/>
                  </a:lnTo>
                  <a:close/>
                  <a:moveTo>
                    <a:pt x="7569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46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6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4" y="14520"/>
                  </a:lnTo>
                  <a:lnTo>
                    <a:pt x="4093" y="14597"/>
                  </a:lnTo>
                  <a:lnTo>
                    <a:pt x="4518" y="14829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60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9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2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4" y="233"/>
                  </a:lnTo>
                  <a:lnTo>
                    <a:pt x="8766" y="117"/>
                  </a:lnTo>
                  <a:lnTo>
                    <a:pt x="8187" y="40"/>
                  </a:lnTo>
                  <a:lnTo>
                    <a:pt x="756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514200" y="3860000"/>
              <a:ext cx="302200" cy="155450"/>
            </a:xfrm>
            <a:custGeom>
              <a:avLst/>
              <a:gdLst/>
              <a:ahLst/>
              <a:cxnLst/>
              <a:rect l="l" t="t" r="r" b="b"/>
              <a:pathLst>
                <a:path w="12088" h="6218" extrusionOk="0">
                  <a:moveTo>
                    <a:pt x="11740" y="1"/>
                  </a:moveTo>
                  <a:lnTo>
                    <a:pt x="11663" y="40"/>
                  </a:lnTo>
                  <a:lnTo>
                    <a:pt x="11585" y="78"/>
                  </a:lnTo>
                  <a:lnTo>
                    <a:pt x="11508" y="117"/>
                  </a:lnTo>
                  <a:lnTo>
                    <a:pt x="11469" y="233"/>
                  </a:lnTo>
                  <a:lnTo>
                    <a:pt x="11469" y="310"/>
                  </a:lnTo>
                  <a:lnTo>
                    <a:pt x="11508" y="426"/>
                  </a:lnTo>
                  <a:lnTo>
                    <a:pt x="11585" y="580"/>
                  </a:lnTo>
                  <a:lnTo>
                    <a:pt x="11624" y="773"/>
                  </a:lnTo>
                  <a:lnTo>
                    <a:pt x="11585" y="966"/>
                  </a:lnTo>
                  <a:lnTo>
                    <a:pt x="11508" y="1121"/>
                  </a:lnTo>
                  <a:lnTo>
                    <a:pt x="11392" y="1275"/>
                  </a:lnTo>
                  <a:lnTo>
                    <a:pt x="11276" y="1430"/>
                  </a:lnTo>
                  <a:lnTo>
                    <a:pt x="10929" y="1739"/>
                  </a:lnTo>
                  <a:lnTo>
                    <a:pt x="10504" y="2009"/>
                  </a:lnTo>
                  <a:lnTo>
                    <a:pt x="10079" y="2241"/>
                  </a:lnTo>
                  <a:lnTo>
                    <a:pt x="9423" y="2588"/>
                  </a:lnTo>
                  <a:lnTo>
                    <a:pt x="9037" y="2781"/>
                  </a:lnTo>
                  <a:lnTo>
                    <a:pt x="9037" y="2704"/>
                  </a:lnTo>
                  <a:lnTo>
                    <a:pt x="8960" y="2627"/>
                  </a:lnTo>
                  <a:lnTo>
                    <a:pt x="8496" y="2202"/>
                  </a:lnTo>
                  <a:lnTo>
                    <a:pt x="8110" y="1700"/>
                  </a:lnTo>
                  <a:lnTo>
                    <a:pt x="7840" y="1893"/>
                  </a:lnTo>
                  <a:lnTo>
                    <a:pt x="7994" y="2202"/>
                  </a:lnTo>
                  <a:lnTo>
                    <a:pt x="8187" y="2511"/>
                  </a:lnTo>
                  <a:lnTo>
                    <a:pt x="8419" y="2781"/>
                  </a:lnTo>
                  <a:lnTo>
                    <a:pt x="8651" y="2974"/>
                  </a:lnTo>
                  <a:lnTo>
                    <a:pt x="7608" y="3515"/>
                  </a:lnTo>
                  <a:lnTo>
                    <a:pt x="6565" y="3978"/>
                  </a:lnTo>
                  <a:lnTo>
                    <a:pt x="5252" y="4519"/>
                  </a:lnTo>
                  <a:lnTo>
                    <a:pt x="3940" y="4982"/>
                  </a:lnTo>
                  <a:lnTo>
                    <a:pt x="3669" y="5059"/>
                  </a:lnTo>
                  <a:lnTo>
                    <a:pt x="3708" y="4712"/>
                  </a:lnTo>
                  <a:lnTo>
                    <a:pt x="3631" y="4364"/>
                  </a:lnTo>
                  <a:lnTo>
                    <a:pt x="3515" y="4055"/>
                  </a:lnTo>
                  <a:lnTo>
                    <a:pt x="3322" y="3708"/>
                  </a:lnTo>
                  <a:lnTo>
                    <a:pt x="3013" y="3901"/>
                  </a:lnTo>
                  <a:lnTo>
                    <a:pt x="3129" y="4171"/>
                  </a:lnTo>
                  <a:lnTo>
                    <a:pt x="3206" y="4442"/>
                  </a:lnTo>
                  <a:lnTo>
                    <a:pt x="3245" y="4866"/>
                  </a:lnTo>
                  <a:lnTo>
                    <a:pt x="3245" y="5253"/>
                  </a:lnTo>
                  <a:lnTo>
                    <a:pt x="2356" y="5523"/>
                  </a:lnTo>
                  <a:lnTo>
                    <a:pt x="1893" y="5639"/>
                  </a:lnTo>
                  <a:lnTo>
                    <a:pt x="1430" y="5677"/>
                  </a:lnTo>
                  <a:lnTo>
                    <a:pt x="1043" y="5716"/>
                  </a:lnTo>
                  <a:lnTo>
                    <a:pt x="850" y="5716"/>
                  </a:lnTo>
                  <a:lnTo>
                    <a:pt x="696" y="5677"/>
                  </a:lnTo>
                  <a:lnTo>
                    <a:pt x="580" y="5600"/>
                  </a:lnTo>
                  <a:lnTo>
                    <a:pt x="464" y="5523"/>
                  </a:lnTo>
                  <a:lnTo>
                    <a:pt x="387" y="5407"/>
                  </a:lnTo>
                  <a:lnTo>
                    <a:pt x="348" y="5291"/>
                  </a:lnTo>
                  <a:lnTo>
                    <a:pt x="310" y="5214"/>
                  </a:lnTo>
                  <a:lnTo>
                    <a:pt x="271" y="5175"/>
                  </a:lnTo>
                  <a:lnTo>
                    <a:pt x="155" y="5137"/>
                  </a:lnTo>
                  <a:lnTo>
                    <a:pt x="78" y="5175"/>
                  </a:lnTo>
                  <a:lnTo>
                    <a:pt x="39" y="5214"/>
                  </a:lnTo>
                  <a:lnTo>
                    <a:pt x="1" y="5291"/>
                  </a:lnTo>
                  <a:lnTo>
                    <a:pt x="1" y="5446"/>
                  </a:lnTo>
                  <a:lnTo>
                    <a:pt x="39" y="5600"/>
                  </a:lnTo>
                  <a:lnTo>
                    <a:pt x="78" y="5755"/>
                  </a:lnTo>
                  <a:lnTo>
                    <a:pt x="155" y="5870"/>
                  </a:lnTo>
                  <a:lnTo>
                    <a:pt x="233" y="5948"/>
                  </a:lnTo>
                  <a:lnTo>
                    <a:pt x="310" y="6025"/>
                  </a:lnTo>
                  <a:lnTo>
                    <a:pt x="541" y="6141"/>
                  </a:lnTo>
                  <a:lnTo>
                    <a:pt x="812" y="6179"/>
                  </a:lnTo>
                  <a:lnTo>
                    <a:pt x="1121" y="6218"/>
                  </a:lnTo>
                  <a:lnTo>
                    <a:pt x="1430" y="6179"/>
                  </a:lnTo>
                  <a:lnTo>
                    <a:pt x="1700" y="6141"/>
                  </a:lnTo>
                  <a:lnTo>
                    <a:pt x="2897" y="5832"/>
                  </a:lnTo>
                  <a:lnTo>
                    <a:pt x="4094" y="5446"/>
                  </a:lnTo>
                  <a:lnTo>
                    <a:pt x="5291" y="5021"/>
                  </a:lnTo>
                  <a:lnTo>
                    <a:pt x="6450" y="4557"/>
                  </a:lnTo>
                  <a:lnTo>
                    <a:pt x="7531" y="4094"/>
                  </a:lnTo>
                  <a:lnTo>
                    <a:pt x="8573" y="3592"/>
                  </a:lnTo>
                  <a:lnTo>
                    <a:pt x="9616" y="3052"/>
                  </a:lnTo>
                  <a:lnTo>
                    <a:pt x="10620" y="2472"/>
                  </a:lnTo>
                  <a:lnTo>
                    <a:pt x="10929" y="2279"/>
                  </a:lnTo>
                  <a:lnTo>
                    <a:pt x="11276" y="2048"/>
                  </a:lnTo>
                  <a:lnTo>
                    <a:pt x="11547" y="1777"/>
                  </a:lnTo>
                  <a:lnTo>
                    <a:pt x="11817" y="1507"/>
                  </a:lnTo>
                  <a:lnTo>
                    <a:pt x="12010" y="1198"/>
                  </a:lnTo>
                  <a:lnTo>
                    <a:pt x="12049" y="1044"/>
                  </a:lnTo>
                  <a:lnTo>
                    <a:pt x="12087" y="889"/>
                  </a:lnTo>
                  <a:lnTo>
                    <a:pt x="12087" y="696"/>
                  </a:lnTo>
                  <a:lnTo>
                    <a:pt x="12049" y="503"/>
                  </a:lnTo>
                  <a:lnTo>
                    <a:pt x="12010" y="310"/>
                  </a:lnTo>
                  <a:lnTo>
                    <a:pt x="11894" y="117"/>
                  </a:lnTo>
                  <a:lnTo>
                    <a:pt x="11817" y="40"/>
                  </a:lnTo>
                  <a:lnTo>
                    <a:pt x="1174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6274575" y="3873525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6223425" y="3874500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1572250" y="3880275"/>
              <a:ext cx="267450" cy="210475"/>
            </a:xfrm>
            <a:custGeom>
              <a:avLst/>
              <a:gdLst/>
              <a:ahLst/>
              <a:cxnLst/>
              <a:rect l="l" t="t" r="r" b="b"/>
              <a:pathLst>
                <a:path w="10698" h="8419" extrusionOk="0">
                  <a:moveTo>
                    <a:pt x="155" y="1"/>
                  </a:moveTo>
                  <a:lnTo>
                    <a:pt x="1" y="233"/>
                  </a:lnTo>
                  <a:lnTo>
                    <a:pt x="1391" y="1314"/>
                  </a:lnTo>
                  <a:lnTo>
                    <a:pt x="2781" y="2395"/>
                  </a:lnTo>
                  <a:lnTo>
                    <a:pt x="4210" y="3476"/>
                  </a:lnTo>
                  <a:lnTo>
                    <a:pt x="5600" y="4596"/>
                  </a:lnTo>
                  <a:lnTo>
                    <a:pt x="6951" y="5677"/>
                  </a:lnTo>
                  <a:lnTo>
                    <a:pt x="8303" y="6797"/>
                  </a:lnTo>
                  <a:lnTo>
                    <a:pt x="9616" y="7917"/>
                  </a:lnTo>
                  <a:lnTo>
                    <a:pt x="9963" y="8226"/>
                  </a:lnTo>
                  <a:lnTo>
                    <a:pt x="10118" y="8342"/>
                  </a:lnTo>
                  <a:lnTo>
                    <a:pt x="10311" y="8419"/>
                  </a:lnTo>
                  <a:lnTo>
                    <a:pt x="10658" y="8380"/>
                  </a:lnTo>
                  <a:lnTo>
                    <a:pt x="10697" y="8264"/>
                  </a:lnTo>
                  <a:lnTo>
                    <a:pt x="10697" y="8149"/>
                  </a:lnTo>
                  <a:lnTo>
                    <a:pt x="10658" y="8033"/>
                  </a:lnTo>
                  <a:lnTo>
                    <a:pt x="10658" y="7994"/>
                  </a:lnTo>
                  <a:lnTo>
                    <a:pt x="10311" y="7917"/>
                  </a:lnTo>
                  <a:lnTo>
                    <a:pt x="10002" y="6952"/>
                  </a:lnTo>
                  <a:lnTo>
                    <a:pt x="9654" y="5986"/>
                  </a:lnTo>
                  <a:lnTo>
                    <a:pt x="8882" y="4094"/>
                  </a:lnTo>
                  <a:lnTo>
                    <a:pt x="8380" y="2781"/>
                  </a:lnTo>
                  <a:lnTo>
                    <a:pt x="7994" y="2936"/>
                  </a:lnTo>
                  <a:lnTo>
                    <a:pt x="8419" y="3940"/>
                  </a:lnTo>
                  <a:lnTo>
                    <a:pt x="9037" y="5677"/>
                  </a:lnTo>
                  <a:lnTo>
                    <a:pt x="9346" y="6565"/>
                  </a:lnTo>
                  <a:lnTo>
                    <a:pt x="9654" y="7415"/>
                  </a:lnTo>
                  <a:lnTo>
                    <a:pt x="9230" y="7029"/>
                  </a:lnTo>
                  <a:lnTo>
                    <a:pt x="7994" y="5986"/>
                  </a:lnTo>
                  <a:lnTo>
                    <a:pt x="6720" y="4905"/>
                  </a:lnTo>
                  <a:lnTo>
                    <a:pt x="5407" y="3862"/>
                  </a:lnTo>
                  <a:lnTo>
                    <a:pt x="4133" y="2858"/>
                  </a:lnTo>
                  <a:lnTo>
                    <a:pt x="2820" y="1854"/>
                  </a:lnTo>
                  <a:lnTo>
                    <a:pt x="1507" y="928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4538850" y="3913100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3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3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6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1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0"/>
                  </a:lnTo>
                  <a:lnTo>
                    <a:pt x="9268" y="8921"/>
                  </a:lnTo>
                  <a:lnTo>
                    <a:pt x="9036" y="9152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2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6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4"/>
                  </a:lnTo>
                  <a:lnTo>
                    <a:pt x="695" y="734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1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3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5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49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2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4"/>
                  </a:lnTo>
                  <a:lnTo>
                    <a:pt x="7762" y="9654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8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5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7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1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39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3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6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6161625" y="3921800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5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3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3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7032400" y="3923725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6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8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6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6167425" y="3927575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1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1394625" y="3943025"/>
              <a:ext cx="74350" cy="103325"/>
            </a:xfrm>
            <a:custGeom>
              <a:avLst/>
              <a:gdLst/>
              <a:ahLst/>
              <a:cxnLst/>
              <a:rect l="l" t="t" r="r" b="b"/>
              <a:pathLst>
                <a:path w="2974" h="4133" extrusionOk="0">
                  <a:moveTo>
                    <a:pt x="116" y="1"/>
                  </a:moveTo>
                  <a:lnTo>
                    <a:pt x="1" y="39"/>
                  </a:lnTo>
                  <a:lnTo>
                    <a:pt x="1" y="78"/>
                  </a:lnTo>
                  <a:lnTo>
                    <a:pt x="271" y="928"/>
                  </a:lnTo>
                  <a:lnTo>
                    <a:pt x="580" y="1738"/>
                  </a:lnTo>
                  <a:lnTo>
                    <a:pt x="927" y="2549"/>
                  </a:lnTo>
                  <a:lnTo>
                    <a:pt x="1275" y="3283"/>
                  </a:lnTo>
                  <a:lnTo>
                    <a:pt x="1507" y="3669"/>
                  </a:lnTo>
                  <a:lnTo>
                    <a:pt x="1661" y="3824"/>
                  </a:lnTo>
                  <a:lnTo>
                    <a:pt x="1854" y="3978"/>
                  </a:lnTo>
                  <a:lnTo>
                    <a:pt x="2009" y="4055"/>
                  </a:lnTo>
                  <a:lnTo>
                    <a:pt x="2240" y="4133"/>
                  </a:lnTo>
                  <a:lnTo>
                    <a:pt x="2433" y="4094"/>
                  </a:lnTo>
                  <a:lnTo>
                    <a:pt x="2665" y="4017"/>
                  </a:lnTo>
                  <a:lnTo>
                    <a:pt x="2781" y="3862"/>
                  </a:lnTo>
                  <a:lnTo>
                    <a:pt x="2897" y="3708"/>
                  </a:lnTo>
                  <a:lnTo>
                    <a:pt x="2935" y="3515"/>
                  </a:lnTo>
                  <a:lnTo>
                    <a:pt x="2974" y="3360"/>
                  </a:lnTo>
                  <a:lnTo>
                    <a:pt x="2935" y="3129"/>
                  </a:lnTo>
                  <a:lnTo>
                    <a:pt x="2897" y="2936"/>
                  </a:lnTo>
                  <a:lnTo>
                    <a:pt x="2819" y="2588"/>
                  </a:lnTo>
                  <a:lnTo>
                    <a:pt x="2588" y="2627"/>
                  </a:lnTo>
                  <a:lnTo>
                    <a:pt x="2665" y="2974"/>
                  </a:lnTo>
                  <a:lnTo>
                    <a:pt x="2704" y="3129"/>
                  </a:lnTo>
                  <a:lnTo>
                    <a:pt x="2665" y="3283"/>
                  </a:lnTo>
                  <a:lnTo>
                    <a:pt x="2433" y="3399"/>
                  </a:lnTo>
                  <a:lnTo>
                    <a:pt x="2202" y="3476"/>
                  </a:lnTo>
                  <a:lnTo>
                    <a:pt x="2009" y="3515"/>
                  </a:lnTo>
                  <a:lnTo>
                    <a:pt x="1854" y="3476"/>
                  </a:lnTo>
                  <a:lnTo>
                    <a:pt x="1700" y="3438"/>
                  </a:lnTo>
                  <a:lnTo>
                    <a:pt x="1584" y="3322"/>
                  </a:lnTo>
                  <a:lnTo>
                    <a:pt x="1507" y="3167"/>
                  </a:lnTo>
                  <a:lnTo>
                    <a:pt x="1468" y="2974"/>
                  </a:lnTo>
                  <a:lnTo>
                    <a:pt x="1352" y="2704"/>
                  </a:lnTo>
                  <a:lnTo>
                    <a:pt x="889" y="1623"/>
                  </a:lnTo>
                  <a:lnTo>
                    <a:pt x="541" y="812"/>
                  </a:lnTo>
                  <a:lnTo>
                    <a:pt x="348" y="426"/>
                  </a:lnTo>
                  <a:lnTo>
                    <a:pt x="155" y="39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2923775" y="3946900"/>
              <a:ext cx="335975" cy="782925"/>
            </a:xfrm>
            <a:custGeom>
              <a:avLst/>
              <a:gdLst/>
              <a:ahLst/>
              <a:cxnLst/>
              <a:rect l="l" t="t" r="r" b="b"/>
              <a:pathLst>
                <a:path w="13439" h="31317" extrusionOk="0">
                  <a:moveTo>
                    <a:pt x="6488" y="386"/>
                  </a:moveTo>
                  <a:lnTo>
                    <a:pt x="6526" y="464"/>
                  </a:lnTo>
                  <a:lnTo>
                    <a:pt x="7144" y="2008"/>
                  </a:lnTo>
                  <a:lnTo>
                    <a:pt x="7685" y="3553"/>
                  </a:lnTo>
                  <a:lnTo>
                    <a:pt x="8226" y="5136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1"/>
                  </a:lnTo>
                  <a:lnTo>
                    <a:pt x="7530" y="7337"/>
                  </a:lnTo>
                  <a:lnTo>
                    <a:pt x="7222" y="7453"/>
                  </a:lnTo>
                  <a:lnTo>
                    <a:pt x="6913" y="7530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0"/>
                  </a:lnTo>
                  <a:lnTo>
                    <a:pt x="5522" y="7492"/>
                  </a:lnTo>
                  <a:lnTo>
                    <a:pt x="4866" y="7337"/>
                  </a:lnTo>
                  <a:lnTo>
                    <a:pt x="4210" y="7105"/>
                  </a:lnTo>
                  <a:lnTo>
                    <a:pt x="3592" y="6874"/>
                  </a:lnTo>
                  <a:lnTo>
                    <a:pt x="3862" y="6024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3"/>
                  </a:lnTo>
                  <a:lnTo>
                    <a:pt x="5214" y="2742"/>
                  </a:lnTo>
                  <a:lnTo>
                    <a:pt x="5600" y="1931"/>
                  </a:lnTo>
                  <a:lnTo>
                    <a:pt x="6024" y="1159"/>
                  </a:lnTo>
                  <a:lnTo>
                    <a:pt x="6488" y="386"/>
                  </a:lnTo>
                  <a:close/>
                  <a:moveTo>
                    <a:pt x="8805" y="7028"/>
                  </a:moveTo>
                  <a:lnTo>
                    <a:pt x="9230" y="8418"/>
                  </a:lnTo>
                  <a:lnTo>
                    <a:pt x="9577" y="9847"/>
                  </a:lnTo>
                  <a:lnTo>
                    <a:pt x="9847" y="11083"/>
                  </a:lnTo>
                  <a:lnTo>
                    <a:pt x="10079" y="12357"/>
                  </a:lnTo>
                  <a:lnTo>
                    <a:pt x="10233" y="13631"/>
                  </a:lnTo>
                  <a:lnTo>
                    <a:pt x="10388" y="14906"/>
                  </a:lnTo>
                  <a:lnTo>
                    <a:pt x="10465" y="16180"/>
                  </a:lnTo>
                  <a:lnTo>
                    <a:pt x="10504" y="16836"/>
                  </a:lnTo>
                  <a:lnTo>
                    <a:pt x="10504" y="17493"/>
                  </a:lnTo>
                  <a:lnTo>
                    <a:pt x="10504" y="18188"/>
                  </a:lnTo>
                  <a:lnTo>
                    <a:pt x="10427" y="18844"/>
                  </a:lnTo>
                  <a:lnTo>
                    <a:pt x="10311" y="19462"/>
                  </a:lnTo>
                  <a:lnTo>
                    <a:pt x="10118" y="20080"/>
                  </a:lnTo>
                  <a:lnTo>
                    <a:pt x="9886" y="20659"/>
                  </a:lnTo>
                  <a:lnTo>
                    <a:pt x="9538" y="21161"/>
                  </a:lnTo>
                  <a:lnTo>
                    <a:pt x="9384" y="21393"/>
                  </a:lnTo>
                  <a:lnTo>
                    <a:pt x="9152" y="21586"/>
                  </a:lnTo>
                  <a:lnTo>
                    <a:pt x="8959" y="21779"/>
                  </a:lnTo>
                  <a:lnTo>
                    <a:pt x="8728" y="21972"/>
                  </a:lnTo>
                  <a:lnTo>
                    <a:pt x="8496" y="22127"/>
                  </a:lnTo>
                  <a:lnTo>
                    <a:pt x="8226" y="22242"/>
                  </a:lnTo>
                  <a:lnTo>
                    <a:pt x="7955" y="22358"/>
                  </a:lnTo>
                  <a:lnTo>
                    <a:pt x="7685" y="22435"/>
                  </a:lnTo>
                  <a:lnTo>
                    <a:pt x="7415" y="22474"/>
                  </a:lnTo>
                  <a:lnTo>
                    <a:pt x="6797" y="22474"/>
                  </a:lnTo>
                  <a:lnTo>
                    <a:pt x="6488" y="22435"/>
                  </a:lnTo>
                  <a:lnTo>
                    <a:pt x="5909" y="22281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4"/>
                  </a:lnTo>
                  <a:lnTo>
                    <a:pt x="4094" y="20929"/>
                  </a:lnTo>
                  <a:lnTo>
                    <a:pt x="3785" y="20466"/>
                  </a:lnTo>
                  <a:lnTo>
                    <a:pt x="3476" y="19964"/>
                  </a:lnTo>
                  <a:lnTo>
                    <a:pt x="3244" y="19424"/>
                  </a:lnTo>
                  <a:lnTo>
                    <a:pt x="3051" y="18883"/>
                  </a:lnTo>
                  <a:lnTo>
                    <a:pt x="2897" y="18342"/>
                  </a:lnTo>
                  <a:lnTo>
                    <a:pt x="2781" y="17802"/>
                  </a:lnTo>
                  <a:lnTo>
                    <a:pt x="2704" y="17222"/>
                  </a:lnTo>
                  <a:lnTo>
                    <a:pt x="2588" y="16103"/>
                  </a:lnTo>
                  <a:lnTo>
                    <a:pt x="2511" y="14944"/>
                  </a:lnTo>
                  <a:lnTo>
                    <a:pt x="2511" y="13747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2"/>
                  </a:lnTo>
                  <a:lnTo>
                    <a:pt x="3128" y="8689"/>
                  </a:lnTo>
                  <a:lnTo>
                    <a:pt x="3283" y="7916"/>
                  </a:lnTo>
                  <a:lnTo>
                    <a:pt x="3515" y="7183"/>
                  </a:lnTo>
                  <a:lnTo>
                    <a:pt x="4132" y="7453"/>
                  </a:lnTo>
                  <a:lnTo>
                    <a:pt x="4827" y="7685"/>
                  </a:lnTo>
                  <a:lnTo>
                    <a:pt x="5522" y="7839"/>
                  </a:lnTo>
                  <a:lnTo>
                    <a:pt x="5909" y="7916"/>
                  </a:lnTo>
                  <a:lnTo>
                    <a:pt x="6256" y="7916"/>
                  </a:lnTo>
                  <a:lnTo>
                    <a:pt x="6604" y="7955"/>
                  </a:lnTo>
                  <a:lnTo>
                    <a:pt x="6990" y="7916"/>
                  </a:lnTo>
                  <a:lnTo>
                    <a:pt x="7299" y="7878"/>
                  </a:lnTo>
                  <a:lnTo>
                    <a:pt x="7646" y="7762"/>
                  </a:lnTo>
                  <a:lnTo>
                    <a:pt x="7955" y="7646"/>
                  </a:lnTo>
                  <a:lnTo>
                    <a:pt x="8264" y="7492"/>
                  </a:lnTo>
                  <a:lnTo>
                    <a:pt x="8573" y="7260"/>
                  </a:lnTo>
                  <a:lnTo>
                    <a:pt x="8805" y="7028"/>
                  </a:lnTo>
                  <a:close/>
                  <a:moveTo>
                    <a:pt x="8650" y="22474"/>
                  </a:moveTo>
                  <a:lnTo>
                    <a:pt x="8766" y="22822"/>
                  </a:lnTo>
                  <a:lnTo>
                    <a:pt x="8921" y="23169"/>
                  </a:lnTo>
                  <a:lnTo>
                    <a:pt x="8496" y="23401"/>
                  </a:lnTo>
                  <a:lnTo>
                    <a:pt x="8071" y="23555"/>
                  </a:lnTo>
                  <a:lnTo>
                    <a:pt x="7608" y="23633"/>
                  </a:lnTo>
                  <a:lnTo>
                    <a:pt x="7144" y="23671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2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4"/>
                  </a:lnTo>
                  <a:lnTo>
                    <a:pt x="5870" y="22629"/>
                  </a:lnTo>
                  <a:lnTo>
                    <a:pt x="6256" y="22783"/>
                  </a:lnTo>
                  <a:lnTo>
                    <a:pt x="6681" y="22860"/>
                  </a:lnTo>
                  <a:lnTo>
                    <a:pt x="7067" y="22899"/>
                  </a:lnTo>
                  <a:lnTo>
                    <a:pt x="7453" y="22860"/>
                  </a:lnTo>
                  <a:lnTo>
                    <a:pt x="7878" y="22822"/>
                  </a:lnTo>
                  <a:lnTo>
                    <a:pt x="8264" y="22667"/>
                  </a:lnTo>
                  <a:lnTo>
                    <a:pt x="8650" y="22474"/>
                  </a:lnTo>
                  <a:close/>
                  <a:moveTo>
                    <a:pt x="10890" y="16798"/>
                  </a:moveTo>
                  <a:lnTo>
                    <a:pt x="11392" y="17261"/>
                  </a:lnTo>
                  <a:lnTo>
                    <a:pt x="11933" y="17647"/>
                  </a:lnTo>
                  <a:lnTo>
                    <a:pt x="12512" y="18033"/>
                  </a:lnTo>
                  <a:lnTo>
                    <a:pt x="13091" y="18342"/>
                  </a:lnTo>
                  <a:lnTo>
                    <a:pt x="12937" y="19771"/>
                  </a:lnTo>
                  <a:lnTo>
                    <a:pt x="12821" y="21238"/>
                  </a:lnTo>
                  <a:lnTo>
                    <a:pt x="12705" y="24212"/>
                  </a:lnTo>
                  <a:lnTo>
                    <a:pt x="11894" y="23594"/>
                  </a:lnTo>
                  <a:lnTo>
                    <a:pt x="11044" y="23015"/>
                  </a:lnTo>
                  <a:lnTo>
                    <a:pt x="10813" y="22860"/>
                  </a:lnTo>
                  <a:lnTo>
                    <a:pt x="10620" y="22667"/>
                  </a:lnTo>
                  <a:lnTo>
                    <a:pt x="10581" y="22590"/>
                  </a:lnTo>
                  <a:lnTo>
                    <a:pt x="10542" y="22435"/>
                  </a:lnTo>
                  <a:lnTo>
                    <a:pt x="10542" y="22127"/>
                  </a:lnTo>
                  <a:lnTo>
                    <a:pt x="10542" y="21393"/>
                  </a:lnTo>
                  <a:lnTo>
                    <a:pt x="10504" y="20659"/>
                  </a:lnTo>
                  <a:lnTo>
                    <a:pt x="10504" y="20582"/>
                  </a:lnTo>
                  <a:lnTo>
                    <a:pt x="10465" y="20543"/>
                  </a:lnTo>
                  <a:lnTo>
                    <a:pt x="10388" y="20466"/>
                  </a:lnTo>
                  <a:lnTo>
                    <a:pt x="10542" y="19964"/>
                  </a:lnTo>
                  <a:lnTo>
                    <a:pt x="10697" y="19424"/>
                  </a:lnTo>
                  <a:lnTo>
                    <a:pt x="10774" y="18883"/>
                  </a:lnTo>
                  <a:lnTo>
                    <a:pt x="10851" y="18304"/>
                  </a:lnTo>
                  <a:lnTo>
                    <a:pt x="10890" y="17570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4"/>
                  </a:lnTo>
                  <a:lnTo>
                    <a:pt x="6140" y="23826"/>
                  </a:lnTo>
                  <a:lnTo>
                    <a:pt x="6642" y="23941"/>
                  </a:lnTo>
                  <a:lnTo>
                    <a:pt x="7144" y="23980"/>
                  </a:lnTo>
                  <a:lnTo>
                    <a:pt x="7646" y="23980"/>
                  </a:lnTo>
                  <a:lnTo>
                    <a:pt x="8148" y="23864"/>
                  </a:lnTo>
                  <a:lnTo>
                    <a:pt x="8612" y="23710"/>
                  </a:lnTo>
                  <a:lnTo>
                    <a:pt x="9075" y="23439"/>
                  </a:lnTo>
                  <a:lnTo>
                    <a:pt x="9384" y="23903"/>
                  </a:lnTo>
                  <a:lnTo>
                    <a:pt x="8843" y="24173"/>
                  </a:lnTo>
                  <a:lnTo>
                    <a:pt x="8303" y="24366"/>
                  </a:lnTo>
                  <a:lnTo>
                    <a:pt x="7762" y="24482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3"/>
                  </a:lnTo>
                  <a:lnTo>
                    <a:pt x="5561" y="24289"/>
                  </a:lnTo>
                  <a:lnTo>
                    <a:pt x="4982" y="24096"/>
                  </a:lnTo>
                  <a:lnTo>
                    <a:pt x="5059" y="23903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7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2"/>
                  </a:lnTo>
                  <a:lnTo>
                    <a:pt x="2974" y="19771"/>
                  </a:lnTo>
                  <a:lnTo>
                    <a:pt x="3244" y="20312"/>
                  </a:lnTo>
                  <a:lnTo>
                    <a:pt x="3244" y="20350"/>
                  </a:lnTo>
                  <a:lnTo>
                    <a:pt x="3206" y="21200"/>
                  </a:lnTo>
                  <a:lnTo>
                    <a:pt x="3244" y="22049"/>
                  </a:lnTo>
                  <a:lnTo>
                    <a:pt x="3283" y="22358"/>
                  </a:lnTo>
                  <a:lnTo>
                    <a:pt x="3321" y="22706"/>
                  </a:lnTo>
                  <a:lnTo>
                    <a:pt x="3321" y="23053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8"/>
                  </a:lnTo>
                  <a:lnTo>
                    <a:pt x="3051" y="23633"/>
                  </a:lnTo>
                  <a:lnTo>
                    <a:pt x="2704" y="23903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5"/>
                  </a:lnTo>
                  <a:lnTo>
                    <a:pt x="850" y="23941"/>
                  </a:lnTo>
                  <a:lnTo>
                    <a:pt x="811" y="23169"/>
                  </a:lnTo>
                  <a:lnTo>
                    <a:pt x="773" y="22435"/>
                  </a:lnTo>
                  <a:lnTo>
                    <a:pt x="657" y="21238"/>
                  </a:lnTo>
                  <a:lnTo>
                    <a:pt x="503" y="20466"/>
                  </a:lnTo>
                  <a:lnTo>
                    <a:pt x="425" y="20080"/>
                  </a:lnTo>
                  <a:lnTo>
                    <a:pt x="464" y="19694"/>
                  </a:lnTo>
                  <a:lnTo>
                    <a:pt x="503" y="19655"/>
                  </a:lnTo>
                  <a:lnTo>
                    <a:pt x="541" y="19578"/>
                  </a:lnTo>
                  <a:lnTo>
                    <a:pt x="541" y="19539"/>
                  </a:lnTo>
                  <a:lnTo>
                    <a:pt x="541" y="19462"/>
                  </a:lnTo>
                  <a:lnTo>
                    <a:pt x="1429" y="18420"/>
                  </a:lnTo>
                  <a:lnTo>
                    <a:pt x="2356" y="17377"/>
                  </a:lnTo>
                  <a:close/>
                  <a:moveTo>
                    <a:pt x="8148" y="24830"/>
                  </a:moveTo>
                  <a:lnTo>
                    <a:pt x="8148" y="25061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7"/>
                  </a:lnTo>
                  <a:lnTo>
                    <a:pt x="7878" y="25216"/>
                  </a:lnTo>
                  <a:lnTo>
                    <a:pt x="7839" y="25293"/>
                  </a:lnTo>
                  <a:lnTo>
                    <a:pt x="7839" y="25370"/>
                  </a:lnTo>
                  <a:lnTo>
                    <a:pt x="7994" y="25872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59"/>
                  </a:lnTo>
                  <a:lnTo>
                    <a:pt x="8148" y="28961"/>
                  </a:lnTo>
                  <a:lnTo>
                    <a:pt x="8071" y="29502"/>
                  </a:lnTo>
                  <a:lnTo>
                    <a:pt x="7762" y="29193"/>
                  </a:lnTo>
                  <a:lnTo>
                    <a:pt x="7453" y="28884"/>
                  </a:lnTo>
                  <a:lnTo>
                    <a:pt x="7260" y="28537"/>
                  </a:lnTo>
                  <a:lnTo>
                    <a:pt x="7067" y="28189"/>
                  </a:lnTo>
                  <a:lnTo>
                    <a:pt x="6951" y="27803"/>
                  </a:lnTo>
                  <a:lnTo>
                    <a:pt x="6874" y="27417"/>
                  </a:lnTo>
                  <a:lnTo>
                    <a:pt x="6835" y="26953"/>
                  </a:lnTo>
                  <a:lnTo>
                    <a:pt x="6835" y="26490"/>
                  </a:lnTo>
                  <a:lnTo>
                    <a:pt x="6874" y="26104"/>
                  </a:lnTo>
                  <a:lnTo>
                    <a:pt x="6874" y="25756"/>
                  </a:lnTo>
                  <a:lnTo>
                    <a:pt x="6835" y="25602"/>
                  </a:lnTo>
                  <a:lnTo>
                    <a:pt x="6758" y="25486"/>
                  </a:lnTo>
                  <a:lnTo>
                    <a:pt x="6642" y="25370"/>
                  </a:lnTo>
                  <a:lnTo>
                    <a:pt x="6488" y="25293"/>
                  </a:lnTo>
                  <a:lnTo>
                    <a:pt x="6604" y="25100"/>
                  </a:lnTo>
                  <a:lnTo>
                    <a:pt x="6720" y="24984"/>
                  </a:lnTo>
                  <a:lnTo>
                    <a:pt x="7106" y="24984"/>
                  </a:lnTo>
                  <a:lnTo>
                    <a:pt x="7453" y="24945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4"/>
                  </a:lnTo>
                  <a:lnTo>
                    <a:pt x="9500" y="25409"/>
                  </a:lnTo>
                  <a:lnTo>
                    <a:pt x="9809" y="25795"/>
                  </a:lnTo>
                  <a:lnTo>
                    <a:pt x="10118" y="26258"/>
                  </a:lnTo>
                  <a:lnTo>
                    <a:pt x="9847" y="26220"/>
                  </a:lnTo>
                  <a:lnTo>
                    <a:pt x="9616" y="26104"/>
                  </a:lnTo>
                  <a:lnTo>
                    <a:pt x="9423" y="25949"/>
                  </a:lnTo>
                  <a:lnTo>
                    <a:pt x="9230" y="25756"/>
                  </a:lnTo>
                  <a:lnTo>
                    <a:pt x="9191" y="25679"/>
                  </a:lnTo>
                  <a:lnTo>
                    <a:pt x="8998" y="25679"/>
                  </a:lnTo>
                  <a:lnTo>
                    <a:pt x="8959" y="25718"/>
                  </a:lnTo>
                  <a:lnTo>
                    <a:pt x="8921" y="25795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0"/>
                  </a:lnTo>
                  <a:lnTo>
                    <a:pt x="9423" y="27069"/>
                  </a:lnTo>
                  <a:lnTo>
                    <a:pt x="9500" y="27378"/>
                  </a:lnTo>
                  <a:lnTo>
                    <a:pt x="9538" y="27687"/>
                  </a:lnTo>
                  <a:lnTo>
                    <a:pt x="9538" y="27996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79"/>
                  </a:lnTo>
                  <a:lnTo>
                    <a:pt x="9230" y="29888"/>
                  </a:lnTo>
                  <a:lnTo>
                    <a:pt x="9075" y="30158"/>
                  </a:lnTo>
                  <a:lnTo>
                    <a:pt x="8921" y="30429"/>
                  </a:lnTo>
                  <a:lnTo>
                    <a:pt x="8728" y="30660"/>
                  </a:lnTo>
                  <a:lnTo>
                    <a:pt x="8534" y="30776"/>
                  </a:lnTo>
                  <a:lnTo>
                    <a:pt x="8341" y="30853"/>
                  </a:lnTo>
                  <a:lnTo>
                    <a:pt x="8187" y="30853"/>
                  </a:lnTo>
                  <a:lnTo>
                    <a:pt x="7994" y="30776"/>
                  </a:lnTo>
                  <a:lnTo>
                    <a:pt x="7839" y="30699"/>
                  </a:lnTo>
                  <a:lnTo>
                    <a:pt x="7685" y="30583"/>
                  </a:lnTo>
                  <a:lnTo>
                    <a:pt x="7376" y="30274"/>
                  </a:lnTo>
                  <a:lnTo>
                    <a:pt x="6874" y="29772"/>
                  </a:lnTo>
                  <a:lnTo>
                    <a:pt x="6681" y="29502"/>
                  </a:lnTo>
                  <a:lnTo>
                    <a:pt x="6488" y="29193"/>
                  </a:lnTo>
                  <a:lnTo>
                    <a:pt x="6295" y="28846"/>
                  </a:lnTo>
                  <a:lnTo>
                    <a:pt x="6102" y="28459"/>
                  </a:lnTo>
                  <a:lnTo>
                    <a:pt x="5986" y="28073"/>
                  </a:lnTo>
                  <a:lnTo>
                    <a:pt x="5909" y="27687"/>
                  </a:lnTo>
                  <a:lnTo>
                    <a:pt x="5870" y="27262"/>
                  </a:lnTo>
                  <a:lnTo>
                    <a:pt x="5870" y="26876"/>
                  </a:lnTo>
                  <a:lnTo>
                    <a:pt x="5909" y="26490"/>
                  </a:lnTo>
                  <a:lnTo>
                    <a:pt x="6024" y="26065"/>
                  </a:lnTo>
                  <a:lnTo>
                    <a:pt x="6024" y="25949"/>
                  </a:lnTo>
                  <a:lnTo>
                    <a:pt x="5947" y="25911"/>
                  </a:lnTo>
                  <a:lnTo>
                    <a:pt x="5870" y="25872"/>
                  </a:lnTo>
                  <a:lnTo>
                    <a:pt x="5793" y="25872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7"/>
                  </a:lnTo>
                  <a:lnTo>
                    <a:pt x="5445" y="25100"/>
                  </a:lnTo>
                  <a:lnTo>
                    <a:pt x="5716" y="24752"/>
                  </a:lnTo>
                  <a:lnTo>
                    <a:pt x="6102" y="24868"/>
                  </a:lnTo>
                  <a:lnTo>
                    <a:pt x="6488" y="24945"/>
                  </a:lnTo>
                  <a:lnTo>
                    <a:pt x="6333" y="25100"/>
                  </a:lnTo>
                  <a:lnTo>
                    <a:pt x="6179" y="25293"/>
                  </a:lnTo>
                  <a:lnTo>
                    <a:pt x="6179" y="25370"/>
                  </a:lnTo>
                  <a:lnTo>
                    <a:pt x="6179" y="25447"/>
                  </a:lnTo>
                  <a:lnTo>
                    <a:pt x="6256" y="25486"/>
                  </a:lnTo>
                  <a:lnTo>
                    <a:pt x="6295" y="25486"/>
                  </a:lnTo>
                  <a:lnTo>
                    <a:pt x="6372" y="25525"/>
                  </a:lnTo>
                  <a:lnTo>
                    <a:pt x="6449" y="25602"/>
                  </a:lnTo>
                  <a:lnTo>
                    <a:pt x="6526" y="25795"/>
                  </a:lnTo>
                  <a:lnTo>
                    <a:pt x="6565" y="26104"/>
                  </a:lnTo>
                  <a:lnTo>
                    <a:pt x="6604" y="26451"/>
                  </a:lnTo>
                  <a:lnTo>
                    <a:pt x="6604" y="27146"/>
                  </a:lnTo>
                  <a:lnTo>
                    <a:pt x="6604" y="27610"/>
                  </a:lnTo>
                  <a:lnTo>
                    <a:pt x="6681" y="28073"/>
                  </a:lnTo>
                  <a:lnTo>
                    <a:pt x="6835" y="28498"/>
                  </a:lnTo>
                  <a:lnTo>
                    <a:pt x="7067" y="28923"/>
                  </a:lnTo>
                  <a:lnTo>
                    <a:pt x="7376" y="29309"/>
                  </a:lnTo>
                  <a:lnTo>
                    <a:pt x="7569" y="29463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49"/>
                  </a:lnTo>
                  <a:lnTo>
                    <a:pt x="8264" y="29849"/>
                  </a:lnTo>
                  <a:lnTo>
                    <a:pt x="8303" y="29811"/>
                  </a:lnTo>
                  <a:lnTo>
                    <a:pt x="8303" y="29734"/>
                  </a:lnTo>
                  <a:lnTo>
                    <a:pt x="8303" y="29695"/>
                  </a:lnTo>
                  <a:lnTo>
                    <a:pt x="8303" y="29656"/>
                  </a:lnTo>
                  <a:lnTo>
                    <a:pt x="8419" y="29154"/>
                  </a:lnTo>
                  <a:lnTo>
                    <a:pt x="8496" y="28614"/>
                  </a:lnTo>
                  <a:lnTo>
                    <a:pt x="8534" y="28112"/>
                  </a:lnTo>
                  <a:lnTo>
                    <a:pt x="8534" y="27571"/>
                  </a:lnTo>
                  <a:lnTo>
                    <a:pt x="8534" y="27069"/>
                  </a:lnTo>
                  <a:lnTo>
                    <a:pt x="8457" y="26567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6"/>
                  </a:lnTo>
                  <a:lnTo>
                    <a:pt x="8650" y="25409"/>
                  </a:lnTo>
                  <a:lnTo>
                    <a:pt x="8650" y="25370"/>
                  </a:lnTo>
                  <a:lnTo>
                    <a:pt x="8612" y="25293"/>
                  </a:lnTo>
                  <a:lnTo>
                    <a:pt x="8380" y="24791"/>
                  </a:lnTo>
                  <a:lnTo>
                    <a:pt x="8805" y="24637"/>
                  </a:lnTo>
                  <a:close/>
                  <a:moveTo>
                    <a:pt x="6449" y="0"/>
                  </a:moveTo>
                  <a:lnTo>
                    <a:pt x="6411" y="39"/>
                  </a:lnTo>
                  <a:lnTo>
                    <a:pt x="6411" y="116"/>
                  </a:lnTo>
                  <a:lnTo>
                    <a:pt x="6333" y="116"/>
                  </a:lnTo>
                  <a:lnTo>
                    <a:pt x="6295" y="193"/>
                  </a:lnTo>
                  <a:lnTo>
                    <a:pt x="5600" y="1275"/>
                  </a:lnTo>
                  <a:lnTo>
                    <a:pt x="4943" y="2433"/>
                  </a:lnTo>
                  <a:lnTo>
                    <a:pt x="4403" y="3591"/>
                  </a:lnTo>
                  <a:lnTo>
                    <a:pt x="3901" y="4827"/>
                  </a:lnTo>
                  <a:lnTo>
                    <a:pt x="3437" y="6063"/>
                  </a:lnTo>
                  <a:lnTo>
                    <a:pt x="3090" y="7298"/>
                  </a:lnTo>
                  <a:lnTo>
                    <a:pt x="2742" y="8573"/>
                  </a:lnTo>
                  <a:lnTo>
                    <a:pt x="2511" y="9847"/>
                  </a:lnTo>
                  <a:lnTo>
                    <a:pt x="2317" y="11160"/>
                  </a:lnTo>
                  <a:lnTo>
                    <a:pt x="2202" y="12473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8"/>
                  </a:lnTo>
                  <a:lnTo>
                    <a:pt x="541" y="18806"/>
                  </a:lnTo>
                  <a:lnTo>
                    <a:pt x="39" y="19462"/>
                  </a:lnTo>
                  <a:lnTo>
                    <a:pt x="1" y="19501"/>
                  </a:lnTo>
                  <a:lnTo>
                    <a:pt x="1" y="19578"/>
                  </a:lnTo>
                  <a:lnTo>
                    <a:pt x="78" y="19694"/>
                  </a:lnTo>
                  <a:lnTo>
                    <a:pt x="39" y="19964"/>
                  </a:lnTo>
                  <a:lnTo>
                    <a:pt x="39" y="20273"/>
                  </a:lnTo>
                  <a:lnTo>
                    <a:pt x="39" y="20543"/>
                  </a:lnTo>
                  <a:lnTo>
                    <a:pt x="78" y="20852"/>
                  </a:lnTo>
                  <a:lnTo>
                    <a:pt x="194" y="21431"/>
                  </a:lnTo>
                  <a:lnTo>
                    <a:pt x="309" y="22011"/>
                  </a:lnTo>
                  <a:lnTo>
                    <a:pt x="387" y="22899"/>
                  </a:lnTo>
                  <a:lnTo>
                    <a:pt x="425" y="23748"/>
                  </a:lnTo>
                  <a:lnTo>
                    <a:pt x="425" y="24637"/>
                  </a:lnTo>
                  <a:lnTo>
                    <a:pt x="387" y="25486"/>
                  </a:lnTo>
                  <a:lnTo>
                    <a:pt x="387" y="25602"/>
                  </a:lnTo>
                  <a:lnTo>
                    <a:pt x="464" y="25640"/>
                  </a:lnTo>
                  <a:lnTo>
                    <a:pt x="503" y="25679"/>
                  </a:lnTo>
                  <a:lnTo>
                    <a:pt x="580" y="25679"/>
                  </a:lnTo>
                  <a:lnTo>
                    <a:pt x="618" y="25756"/>
                  </a:lnTo>
                  <a:lnTo>
                    <a:pt x="696" y="25795"/>
                  </a:lnTo>
                  <a:lnTo>
                    <a:pt x="811" y="25795"/>
                  </a:lnTo>
                  <a:lnTo>
                    <a:pt x="1584" y="25254"/>
                  </a:lnTo>
                  <a:lnTo>
                    <a:pt x="2279" y="24714"/>
                  </a:lnTo>
                  <a:lnTo>
                    <a:pt x="3746" y="23594"/>
                  </a:lnTo>
                  <a:lnTo>
                    <a:pt x="3785" y="23478"/>
                  </a:lnTo>
                  <a:lnTo>
                    <a:pt x="3785" y="23362"/>
                  </a:lnTo>
                  <a:lnTo>
                    <a:pt x="3630" y="22088"/>
                  </a:lnTo>
                  <a:lnTo>
                    <a:pt x="3592" y="20814"/>
                  </a:lnTo>
                  <a:lnTo>
                    <a:pt x="3939" y="21277"/>
                  </a:lnTo>
                  <a:lnTo>
                    <a:pt x="4364" y="21663"/>
                  </a:lnTo>
                  <a:lnTo>
                    <a:pt x="4789" y="22049"/>
                  </a:lnTo>
                  <a:lnTo>
                    <a:pt x="5252" y="22358"/>
                  </a:lnTo>
                  <a:lnTo>
                    <a:pt x="5059" y="22744"/>
                  </a:lnTo>
                  <a:lnTo>
                    <a:pt x="4866" y="23169"/>
                  </a:lnTo>
                  <a:lnTo>
                    <a:pt x="4712" y="23633"/>
                  </a:lnTo>
                  <a:lnTo>
                    <a:pt x="4673" y="23864"/>
                  </a:lnTo>
                  <a:lnTo>
                    <a:pt x="4712" y="24096"/>
                  </a:lnTo>
                  <a:lnTo>
                    <a:pt x="4750" y="24173"/>
                  </a:lnTo>
                  <a:lnTo>
                    <a:pt x="4789" y="24212"/>
                  </a:lnTo>
                  <a:lnTo>
                    <a:pt x="4827" y="24250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5"/>
                  </a:lnTo>
                  <a:lnTo>
                    <a:pt x="5329" y="24868"/>
                  </a:lnTo>
                  <a:lnTo>
                    <a:pt x="5175" y="25061"/>
                  </a:lnTo>
                  <a:lnTo>
                    <a:pt x="5020" y="25254"/>
                  </a:lnTo>
                  <a:lnTo>
                    <a:pt x="4905" y="25486"/>
                  </a:lnTo>
                  <a:lnTo>
                    <a:pt x="4827" y="25718"/>
                  </a:lnTo>
                  <a:lnTo>
                    <a:pt x="4750" y="25949"/>
                  </a:lnTo>
                  <a:lnTo>
                    <a:pt x="4712" y="26220"/>
                  </a:lnTo>
                  <a:lnTo>
                    <a:pt x="4712" y="26490"/>
                  </a:lnTo>
                  <a:lnTo>
                    <a:pt x="4712" y="26567"/>
                  </a:lnTo>
                  <a:lnTo>
                    <a:pt x="4789" y="26644"/>
                  </a:lnTo>
                  <a:lnTo>
                    <a:pt x="4943" y="26644"/>
                  </a:lnTo>
                  <a:lnTo>
                    <a:pt x="5638" y="26297"/>
                  </a:lnTo>
                  <a:lnTo>
                    <a:pt x="5638" y="26297"/>
                  </a:lnTo>
                  <a:lnTo>
                    <a:pt x="5561" y="26722"/>
                  </a:lnTo>
                  <a:lnTo>
                    <a:pt x="5561" y="27146"/>
                  </a:lnTo>
                  <a:lnTo>
                    <a:pt x="5561" y="27533"/>
                  </a:lnTo>
                  <a:lnTo>
                    <a:pt x="5638" y="27957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3"/>
                  </a:lnTo>
                  <a:lnTo>
                    <a:pt x="6642" y="30004"/>
                  </a:lnTo>
                  <a:lnTo>
                    <a:pt x="6913" y="30351"/>
                  </a:lnTo>
                  <a:lnTo>
                    <a:pt x="7183" y="30660"/>
                  </a:lnTo>
                  <a:lnTo>
                    <a:pt x="7530" y="30969"/>
                  </a:lnTo>
                  <a:lnTo>
                    <a:pt x="7839" y="31162"/>
                  </a:lnTo>
                  <a:lnTo>
                    <a:pt x="7994" y="31240"/>
                  </a:lnTo>
                  <a:lnTo>
                    <a:pt x="8148" y="31317"/>
                  </a:lnTo>
                  <a:lnTo>
                    <a:pt x="8303" y="31317"/>
                  </a:lnTo>
                  <a:lnTo>
                    <a:pt x="8457" y="31278"/>
                  </a:lnTo>
                  <a:lnTo>
                    <a:pt x="8612" y="31240"/>
                  </a:lnTo>
                  <a:lnTo>
                    <a:pt x="8766" y="31162"/>
                  </a:lnTo>
                  <a:lnTo>
                    <a:pt x="8998" y="30892"/>
                  </a:lnTo>
                  <a:lnTo>
                    <a:pt x="9230" y="30583"/>
                  </a:lnTo>
                  <a:lnTo>
                    <a:pt x="9423" y="30236"/>
                  </a:lnTo>
                  <a:lnTo>
                    <a:pt x="9577" y="29849"/>
                  </a:lnTo>
                  <a:lnTo>
                    <a:pt x="9693" y="29463"/>
                  </a:lnTo>
                  <a:lnTo>
                    <a:pt x="9847" y="28807"/>
                  </a:lnTo>
                  <a:lnTo>
                    <a:pt x="9886" y="28228"/>
                  </a:lnTo>
                  <a:lnTo>
                    <a:pt x="9847" y="27610"/>
                  </a:lnTo>
                  <a:lnTo>
                    <a:pt x="9770" y="27031"/>
                  </a:lnTo>
                  <a:lnTo>
                    <a:pt x="9577" y="26490"/>
                  </a:lnTo>
                  <a:lnTo>
                    <a:pt x="9770" y="26529"/>
                  </a:lnTo>
                  <a:lnTo>
                    <a:pt x="9963" y="26567"/>
                  </a:lnTo>
                  <a:lnTo>
                    <a:pt x="10156" y="26606"/>
                  </a:lnTo>
                  <a:lnTo>
                    <a:pt x="10388" y="26606"/>
                  </a:lnTo>
                  <a:lnTo>
                    <a:pt x="10465" y="26567"/>
                  </a:lnTo>
                  <a:lnTo>
                    <a:pt x="10542" y="26529"/>
                  </a:lnTo>
                  <a:lnTo>
                    <a:pt x="10542" y="26451"/>
                  </a:lnTo>
                  <a:lnTo>
                    <a:pt x="10542" y="26336"/>
                  </a:lnTo>
                  <a:lnTo>
                    <a:pt x="10233" y="25834"/>
                  </a:lnTo>
                  <a:lnTo>
                    <a:pt x="9925" y="25332"/>
                  </a:lnTo>
                  <a:lnTo>
                    <a:pt x="9538" y="24868"/>
                  </a:lnTo>
                  <a:lnTo>
                    <a:pt x="9114" y="24482"/>
                  </a:lnTo>
                  <a:lnTo>
                    <a:pt x="9616" y="24135"/>
                  </a:lnTo>
                  <a:lnTo>
                    <a:pt x="9693" y="24057"/>
                  </a:lnTo>
                  <a:lnTo>
                    <a:pt x="9732" y="23980"/>
                  </a:lnTo>
                  <a:lnTo>
                    <a:pt x="9770" y="23941"/>
                  </a:lnTo>
                  <a:lnTo>
                    <a:pt x="9732" y="23864"/>
                  </a:lnTo>
                  <a:lnTo>
                    <a:pt x="9307" y="23092"/>
                  </a:lnTo>
                  <a:lnTo>
                    <a:pt x="9114" y="22706"/>
                  </a:lnTo>
                  <a:lnTo>
                    <a:pt x="8959" y="22281"/>
                  </a:lnTo>
                  <a:lnTo>
                    <a:pt x="9114" y="22204"/>
                  </a:lnTo>
                  <a:lnTo>
                    <a:pt x="9423" y="21933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8"/>
                  </a:lnTo>
                  <a:lnTo>
                    <a:pt x="10118" y="21895"/>
                  </a:lnTo>
                  <a:lnTo>
                    <a:pt x="10040" y="22822"/>
                  </a:lnTo>
                  <a:lnTo>
                    <a:pt x="10079" y="22899"/>
                  </a:lnTo>
                  <a:lnTo>
                    <a:pt x="10156" y="22976"/>
                  </a:lnTo>
                  <a:lnTo>
                    <a:pt x="10813" y="23401"/>
                  </a:lnTo>
                  <a:lnTo>
                    <a:pt x="11469" y="23826"/>
                  </a:lnTo>
                  <a:lnTo>
                    <a:pt x="12126" y="24289"/>
                  </a:lnTo>
                  <a:lnTo>
                    <a:pt x="12743" y="24752"/>
                  </a:lnTo>
                  <a:lnTo>
                    <a:pt x="12859" y="24830"/>
                  </a:lnTo>
                  <a:lnTo>
                    <a:pt x="12975" y="24791"/>
                  </a:lnTo>
                  <a:lnTo>
                    <a:pt x="13052" y="24752"/>
                  </a:lnTo>
                  <a:lnTo>
                    <a:pt x="13091" y="24637"/>
                  </a:lnTo>
                  <a:lnTo>
                    <a:pt x="13323" y="21393"/>
                  </a:lnTo>
                  <a:lnTo>
                    <a:pt x="13400" y="19771"/>
                  </a:lnTo>
                  <a:lnTo>
                    <a:pt x="13439" y="18960"/>
                  </a:lnTo>
                  <a:lnTo>
                    <a:pt x="13400" y="18188"/>
                  </a:lnTo>
                  <a:lnTo>
                    <a:pt x="13361" y="18072"/>
                  </a:lnTo>
                  <a:lnTo>
                    <a:pt x="13323" y="18033"/>
                  </a:lnTo>
                  <a:lnTo>
                    <a:pt x="13284" y="18033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4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8"/>
                  </a:lnTo>
                  <a:lnTo>
                    <a:pt x="10620" y="13631"/>
                  </a:lnTo>
                  <a:lnTo>
                    <a:pt x="10504" y="12705"/>
                  </a:lnTo>
                  <a:lnTo>
                    <a:pt x="10233" y="11121"/>
                  </a:lnTo>
                  <a:lnTo>
                    <a:pt x="9886" y="9538"/>
                  </a:lnTo>
                  <a:lnTo>
                    <a:pt x="9500" y="7955"/>
                  </a:lnTo>
                  <a:lnTo>
                    <a:pt x="9036" y="6410"/>
                  </a:lnTo>
                  <a:lnTo>
                    <a:pt x="8534" y="4866"/>
                  </a:lnTo>
                  <a:lnTo>
                    <a:pt x="7994" y="3321"/>
                  </a:lnTo>
                  <a:lnTo>
                    <a:pt x="7415" y="1815"/>
                  </a:lnTo>
                  <a:lnTo>
                    <a:pt x="6835" y="309"/>
                  </a:lnTo>
                  <a:lnTo>
                    <a:pt x="6797" y="232"/>
                  </a:lnTo>
                  <a:lnTo>
                    <a:pt x="6720" y="193"/>
                  </a:lnTo>
                  <a:lnTo>
                    <a:pt x="6642" y="155"/>
                  </a:lnTo>
                  <a:lnTo>
                    <a:pt x="6604" y="39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6111425" y="39739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0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5921250" y="4000950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5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3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6044825" y="4051150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5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792350" y="4089775"/>
              <a:ext cx="345650" cy="269350"/>
            </a:xfrm>
            <a:custGeom>
              <a:avLst/>
              <a:gdLst/>
              <a:ahLst/>
              <a:cxnLst/>
              <a:rect l="l" t="t" r="r" b="b"/>
              <a:pathLst>
                <a:path w="13826" h="10774" extrusionOk="0">
                  <a:moveTo>
                    <a:pt x="3438" y="1004"/>
                  </a:moveTo>
                  <a:lnTo>
                    <a:pt x="3515" y="1081"/>
                  </a:lnTo>
                  <a:lnTo>
                    <a:pt x="3631" y="1159"/>
                  </a:lnTo>
                  <a:lnTo>
                    <a:pt x="3669" y="1275"/>
                  </a:lnTo>
                  <a:lnTo>
                    <a:pt x="3669" y="1429"/>
                  </a:lnTo>
                  <a:lnTo>
                    <a:pt x="3592" y="1661"/>
                  </a:lnTo>
                  <a:lnTo>
                    <a:pt x="3515" y="1815"/>
                  </a:lnTo>
                  <a:lnTo>
                    <a:pt x="3360" y="1931"/>
                  </a:lnTo>
                  <a:lnTo>
                    <a:pt x="3167" y="1970"/>
                  </a:lnTo>
                  <a:lnTo>
                    <a:pt x="2974" y="2008"/>
                  </a:lnTo>
                  <a:lnTo>
                    <a:pt x="2781" y="2008"/>
                  </a:lnTo>
                  <a:lnTo>
                    <a:pt x="2356" y="1931"/>
                  </a:lnTo>
                  <a:lnTo>
                    <a:pt x="2395" y="1892"/>
                  </a:lnTo>
                  <a:lnTo>
                    <a:pt x="2472" y="1661"/>
                  </a:lnTo>
                  <a:lnTo>
                    <a:pt x="2588" y="1429"/>
                  </a:lnTo>
                  <a:lnTo>
                    <a:pt x="2704" y="1236"/>
                  </a:lnTo>
                  <a:lnTo>
                    <a:pt x="2897" y="1081"/>
                  </a:lnTo>
                  <a:lnTo>
                    <a:pt x="3013" y="1004"/>
                  </a:lnTo>
                  <a:close/>
                  <a:moveTo>
                    <a:pt x="1044" y="1468"/>
                  </a:moveTo>
                  <a:lnTo>
                    <a:pt x="1237" y="1545"/>
                  </a:lnTo>
                  <a:lnTo>
                    <a:pt x="1430" y="1622"/>
                  </a:lnTo>
                  <a:lnTo>
                    <a:pt x="1623" y="1777"/>
                  </a:lnTo>
                  <a:lnTo>
                    <a:pt x="1816" y="1892"/>
                  </a:lnTo>
                  <a:lnTo>
                    <a:pt x="1507" y="2201"/>
                  </a:lnTo>
                  <a:lnTo>
                    <a:pt x="1314" y="2356"/>
                  </a:lnTo>
                  <a:lnTo>
                    <a:pt x="1121" y="2433"/>
                  </a:lnTo>
                  <a:lnTo>
                    <a:pt x="966" y="2472"/>
                  </a:lnTo>
                  <a:lnTo>
                    <a:pt x="812" y="2472"/>
                  </a:lnTo>
                  <a:lnTo>
                    <a:pt x="696" y="2433"/>
                  </a:lnTo>
                  <a:lnTo>
                    <a:pt x="580" y="2394"/>
                  </a:lnTo>
                  <a:lnTo>
                    <a:pt x="464" y="2317"/>
                  </a:lnTo>
                  <a:lnTo>
                    <a:pt x="387" y="2201"/>
                  </a:lnTo>
                  <a:lnTo>
                    <a:pt x="387" y="2085"/>
                  </a:lnTo>
                  <a:lnTo>
                    <a:pt x="426" y="1892"/>
                  </a:lnTo>
                  <a:lnTo>
                    <a:pt x="503" y="1699"/>
                  </a:lnTo>
                  <a:lnTo>
                    <a:pt x="657" y="1545"/>
                  </a:lnTo>
                  <a:lnTo>
                    <a:pt x="850" y="1468"/>
                  </a:lnTo>
                  <a:close/>
                  <a:moveTo>
                    <a:pt x="4866" y="3823"/>
                  </a:moveTo>
                  <a:lnTo>
                    <a:pt x="5021" y="3862"/>
                  </a:lnTo>
                  <a:lnTo>
                    <a:pt x="5137" y="3939"/>
                  </a:lnTo>
                  <a:lnTo>
                    <a:pt x="5253" y="4055"/>
                  </a:lnTo>
                  <a:lnTo>
                    <a:pt x="5330" y="4171"/>
                  </a:lnTo>
                  <a:lnTo>
                    <a:pt x="5330" y="4325"/>
                  </a:lnTo>
                  <a:lnTo>
                    <a:pt x="5330" y="4441"/>
                  </a:lnTo>
                  <a:lnTo>
                    <a:pt x="5291" y="4557"/>
                  </a:lnTo>
                  <a:lnTo>
                    <a:pt x="5137" y="4788"/>
                  </a:lnTo>
                  <a:lnTo>
                    <a:pt x="4944" y="4982"/>
                  </a:lnTo>
                  <a:lnTo>
                    <a:pt x="4751" y="5097"/>
                  </a:lnTo>
                  <a:lnTo>
                    <a:pt x="4557" y="5136"/>
                  </a:lnTo>
                  <a:lnTo>
                    <a:pt x="4171" y="5213"/>
                  </a:lnTo>
                  <a:lnTo>
                    <a:pt x="4171" y="5213"/>
                  </a:lnTo>
                  <a:lnTo>
                    <a:pt x="4210" y="4750"/>
                  </a:lnTo>
                  <a:lnTo>
                    <a:pt x="4287" y="4557"/>
                  </a:lnTo>
                  <a:lnTo>
                    <a:pt x="4364" y="4325"/>
                  </a:lnTo>
                  <a:lnTo>
                    <a:pt x="4519" y="4055"/>
                  </a:lnTo>
                  <a:lnTo>
                    <a:pt x="4635" y="3978"/>
                  </a:lnTo>
                  <a:lnTo>
                    <a:pt x="4751" y="3900"/>
                  </a:lnTo>
                  <a:lnTo>
                    <a:pt x="4866" y="3823"/>
                  </a:lnTo>
                  <a:close/>
                  <a:moveTo>
                    <a:pt x="7299" y="4518"/>
                  </a:moveTo>
                  <a:lnTo>
                    <a:pt x="7415" y="4595"/>
                  </a:lnTo>
                  <a:lnTo>
                    <a:pt x="7492" y="4673"/>
                  </a:lnTo>
                  <a:lnTo>
                    <a:pt x="7531" y="4788"/>
                  </a:lnTo>
                  <a:lnTo>
                    <a:pt x="7569" y="4943"/>
                  </a:lnTo>
                  <a:lnTo>
                    <a:pt x="7608" y="5175"/>
                  </a:lnTo>
                  <a:lnTo>
                    <a:pt x="7569" y="5445"/>
                  </a:lnTo>
                  <a:lnTo>
                    <a:pt x="7531" y="5677"/>
                  </a:lnTo>
                  <a:lnTo>
                    <a:pt x="7454" y="5908"/>
                  </a:lnTo>
                  <a:lnTo>
                    <a:pt x="7299" y="6101"/>
                  </a:lnTo>
                  <a:lnTo>
                    <a:pt x="7145" y="6294"/>
                  </a:lnTo>
                  <a:lnTo>
                    <a:pt x="6913" y="5870"/>
                  </a:lnTo>
                  <a:lnTo>
                    <a:pt x="6797" y="5677"/>
                  </a:lnTo>
                  <a:lnTo>
                    <a:pt x="6759" y="5445"/>
                  </a:lnTo>
                  <a:lnTo>
                    <a:pt x="6720" y="5136"/>
                  </a:lnTo>
                  <a:lnTo>
                    <a:pt x="6759" y="4943"/>
                  </a:lnTo>
                  <a:lnTo>
                    <a:pt x="6797" y="4788"/>
                  </a:lnTo>
                  <a:lnTo>
                    <a:pt x="6874" y="4634"/>
                  </a:lnTo>
                  <a:lnTo>
                    <a:pt x="6990" y="4557"/>
                  </a:lnTo>
                  <a:lnTo>
                    <a:pt x="7106" y="4518"/>
                  </a:lnTo>
                  <a:close/>
                  <a:moveTo>
                    <a:pt x="11161" y="4982"/>
                  </a:moveTo>
                  <a:lnTo>
                    <a:pt x="11276" y="5059"/>
                  </a:lnTo>
                  <a:lnTo>
                    <a:pt x="11354" y="5136"/>
                  </a:lnTo>
                  <a:lnTo>
                    <a:pt x="11392" y="5252"/>
                  </a:lnTo>
                  <a:lnTo>
                    <a:pt x="11431" y="5368"/>
                  </a:lnTo>
                  <a:lnTo>
                    <a:pt x="11392" y="5677"/>
                  </a:lnTo>
                  <a:lnTo>
                    <a:pt x="11315" y="5986"/>
                  </a:lnTo>
                  <a:lnTo>
                    <a:pt x="11161" y="6217"/>
                  </a:lnTo>
                  <a:lnTo>
                    <a:pt x="11083" y="6333"/>
                  </a:lnTo>
                  <a:lnTo>
                    <a:pt x="10968" y="6372"/>
                  </a:lnTo>
                  <a:lnTo>
                    <a:pt x="10890" y="6410"/>
                  </a:lnTo>
                  <a:lnTo>
                    <a:pt x="10736" y="6410"/>
                  </a:lnTo>
                  <a:lnTo>
                    <a:pt x="10697" y="6449"/>
                  </a:lnTo>
                  <a:lnTo>
                    <a:pt x="10659" y="6449"/>
                  </a:lnTo>
                  <a:lnTo>
                    <a:pt x="10466" y="6101"/>
                  </a:lnTo>
                  <a:lnTo>
                    <a:pt x="10388" y="5947"/>
                  </a:lnTo>
                  <a:lnTo>
                    <a:pt x="10350" y="5715"/>
                  </a:lnTo>
                  <a:lnTo>
                    <a:pt x="10350" y="5484"/>
                  </a:lnTo>
                  <a:lnTo>
                    <a:pt x="10427" y="5252"/>
                  </a:lnTo>
                  <a:lnTo>
                    <a:pt x="10581" y="5097"/>
                  </a:lnTo>
                  <a:lnTo>
                    <a:pt x="10697" y="5059"/>
                  </a:lnTo>
                  <a:lnTo>
                    <a:pt x="10813" y="4982"/>
                  </a:lnTo>
                  <a:close/>
                  <a:moveTo>
                    <a:pt x="3052" y="5522"/>
                  </a:moveTo>
                  <a:lnTo>
                    <a:pt x="3476" y="5561"/>
                  </a:lnTo>
                  <a:lnTo>
                    <a:pt x="3283" y="5947"/>
                  </a:lnTo>
                  <a:lnTo>
                    <a:pt x="3167" y="6140"/>
                  </a:lnTo>
                  <a:lnTo>
                    <a:pt x="3013" y="6294"/>
                  </a:lnTo>
                  <a:lnTo>
                    <a:pt x="2858" y="6410"/>
                  </a:lnTo>
                  <a:lnTo>
                    <a:pt x="2704" y="6488"/>
                  </a:lnTo>
                  <a:lnTo>
                    <a:pt x="2472" y="6488"/>
                  </a:lnTo>
                  <a:lnTo>
                    <a:pt x="2279" y="6410"/>
                  </a:lnTo>
                  <a:lnTo>
                    <a:pt x="2125" y="6294"/>
                  </a:lnTo>
                  <a:lnTo>
                    <a:pt x="2086" y="6179"/>
                  </a:lnTo>
                  <a:lnTo>
                    <a:pt x="2086" y="6063"/>
                  </a:lnTo>
                  <a:lnTo>
                    <a:pt x="2125" y="5908"/>
                  </a:lnTo>
                  <a:lnTo>
                    <a:pt x="2241" y="5792"/>
                  </a:lnTo>
                  <a:lnTo>
                    <a:pt x="2356" y="5677"/>
                  </a:lnTo>
                  <a:lnTo>
                    <a:pt x="2472" y="5599"/>
                  </a:lnTo>
                  <a:lnTo>
                    <a:pt x="2588" y="5561"/>
                  </a:lnTo>
                  <a:lnTo>
                    <a:pt x="2820" y="5522"/>
                  </a:lnTo>
                  <a:close/>
                  <a:moveTo>
                    <a:pt x="7222" y="6796"/>
                  </a:moveTo>
                  <a:lnTo>
                    <a:pt x="7183" y="7260"/>
                  </a:lnTo>
                  <a:lnTo>
                    <a:pt x="7106" y="7453"/>
                  </a:lnTo>
                  <a:lnTo>
                    <a:pt x="7029" y="7685"/>
                  </a:lnTo>
                  <a:lnTo>
                    <a:pt x="6874" y="7916"/>
                  </a:lnTo>
                  <a:lnTo>
                    <a:pt x="6681" y="8148"/>
                  </a:lnTo>
                  <a:lnTo>
                    <a:pt x="6565" y="8225"/>
                  </a:lnTo>
                  <a:lnTo>
                    <a:pt x="6450" y="8264"/>
                  </a:lnTo>
                  <a:lnTo>
                    <a:pt x="6295" y="8302"/>
                  </a:lnTo>
                  <a:lnTo>
                    <a:pt x="6141" y="8225"/>
                  </a:lnTo>
                  <a:lnTo>
                    <a:pt x="6025" y="8148"/>
                  </a:lnTo>
                  <a:lnTo>
                    <a:pt x="5948" y="8032"/>
                  </a:lnTo>
                  <a:lnTo>
                    <a:pt x="5909" y="7916"/>
                  </a:lnTo>
                  <a:lnTo>
                    <a:pt x="5909" y="7800"/>
                  </a:lnTo>
                  <a:lnTo>
                    <a:pt x="5948" y="7646"/>
                  </a:lnTo>
                  <a:lnTo>
                    <a:pt x="6025" y="7530"/>
                  </a:lnTo>
                  <a:lnTo>
                    <a:pt x="6179" y="7298"/>
                  </a:lnTo>
                  <a:lnTo>
                    <a:pt x="6411" y="7144"/>
                  </a:lnTo>
                  <a:lnTo>
                    <a:pt x="6643" y="7028"/>
                  </a:lnTo>
                  <a:lnTo>
                    <a:pt x="7183" y="6835"/>
                  </a:lnTo>
                  <a:lnTo>
                    <a:pt x="7183" y="6796"/>
                  </a:lnTo>
                  <a:close/>
                  <a:moveTo>
                    <a:pt x="10620" y="7144"/>
                  </a:moveTo>
                  <a:lnTo>
                    <a:pt x="10659" y="7337"/>
                  </a:lnTo>
                  <a:lnTo>
                    <a:pt x="10697" y="7530"/>
                  </a:lnTo>
                  <a:lnTo>
                    <a:pt x="10697" y="7685"/>
                  </a:lnTo>
                  <a:lnTo>
                    <a:pt x="10659" y="7878"/>
                  </a:lnTo>
                  <a:lnTo>
                    <a:pt x="10620" y="8032"/>
                  </a:lnTo>
                  <a:lnTo>
                    <a:pt x="10504" y="8187"/>
                  </a:lnTo>
                  <a:lnTo>
                    <a:pt x="10427" y="8341"/>
                  </a:lnTo>
                  <a:lnTo>
                    <a:pt x="10272" y="8457"/>
                  </a:lnTo>
                  <a:lnTo>
                    <a:pt x="10118" y="8573"/>
                  </a:lnTo>
                  <a:lnTo>
                    <a:pt x="9925" y="8611"/>
                  </a:lnTo>
                  <a:lnTo>
                    <a:pt x="9848" y="8573"/>
                  </a:lnTo>
                  <a:lnTo>
                    <a:pt x="9770" y="8573"/>
                  </a:lnTo>
                  <a:lnTo>
                    <a:pt x="9732" y="8496"/>
                  </a:lnTo>
                  <a:lnTo>
                    <a:pt x="9655" y="8418"/>
                  </a:lnTo>
                  <a:lnTo>
                    <a:pt x="9616" y="8225"/>
                  </a:lnTo>
                  <a:lnTo>
                    <a:pt x="9655" y="8071"/>
                  </a:lnTo>
                  <a:lnTo>
                    <a:pt x="9732" y="7916"/>
                  </a:lnTo>
                  <a:lnTo>
                    <a:pt x="9809" y="7762"/>
                  </a:lnTo>
                  <a:lnTo>
                    <a:pt x="10002" y="7569"/>
                  </a:lnTo>
                  <a:lnTo>
                    <a:pt x="10195" y="7414"/>
                  </a:lnTo>
                  <a:lnTo>
                    <a:pt x="10388" y="7260"/>
                  </a:lnTo>
                  <a:lnTo>
                    <a:pt x="10620" y="7144"/>
                  </a:lnTo>
                  <a:close/>
                  <a:moveTo>
                    <a:pt x="1854" y="0"/>
                  </a:moveTo>
                  <a:lnTo>
                    <a:pt x="1507" y="39"/>
                  </a:lnTo>
                  <a:lnTo>
                    <a:pt x="1584" y="734"/>
                  </a:lnTo>
                  <a:lnTo>
                    <a:pt x="1700" y="1429"/>
                  </a:lnTo>
                  <a:lnTo>
                    <a:pt x="1584" y="1313"/>
                  </a:lnTo>
                  <a:lnTo>
                    <a:pt x="1430" y="1236"/>
                  </a:lnTo>
                  <a:lnTo>
                    <a:pt x="1275" y="1159"/>
                  </a:lnTo>
                  <a:lnTo>
                    <a:pt x="1082" y="1120"/>
                  </a:lnTo>
                  <a:lnTo>
                    <a:pt x="889" y="1120"/>
                  </a:lnTo>
                  <a:lnTo>
                    <a:pt x="735" y="1159"/>
                  </a:lnTo>
                  <a:lnTo>
                    <a:pt x="542" y="1236"/>
                  </a:lnTo>
                  <a:lnTo>
                    <a:pt x="387" y="1313"/>
                  </a:lnTo>
                  <a:lnTo>
                    <a:pt x="271" y="1429"/>
                  </a:lnTo>
                  <a:lnTo>
                    <a:pt x="155" y="1545"/>
                  </a:lnTo>
                  <a:lnTo>
                    <a:pt x="78" y="1738"/>
                  </a:lnTo>
                  <a:lnTo>
                    <a:pt x="40" y="1892"/>
                  </a:lnTo>
                  <a:lnTo>
                    <a:pt x="1" y="2085"/>
                  </a:lnTo>
                  <a:lnTo>
                    <a:pt x="40" y="2240"/>
                  </a:lnTo>
                  <a:lnTo>
                    <a:pt x="78" y="2394"/>
                  </a:lnTo>
                  <a:lnTo>
                    <a:pt x="155" y="2549"/>
                  </a:lnTo>
                  <a:lnTo>
                    <a:pt x="271" y="2665"/>
                  </a:lnTo>
                  <a:lnTo>
                    <a:pt x="387" y="2742"/>
                  </a:lnTo>
                  <a:lnTo>
                    <a:pt x="542" y="2819"/>
                  </a:lnTo>
                  <a:lnTo>
                    <a:pt x="735" y="2858"/>
                  </a:lnTo>
                  <a:lnTo>
                    <a:pt x="1044" y="2858"/>
                  </a:lnTo>
                  <a:lnTo>
                    <a:pt x="1352" y="2742"/>
                  </a:lnTo>
                  <a:lnTo>
                    <a:pt x="1661" y="2587"/>
                  </a:lnTo>
                  <a:lnTo>
                    <a:pt x="1932" y="2356"/>
                  </a:lnTo>
                  <a:lnTo>
                    <a:pt x="2163" y="3089"/>
                  </a:lnTo>
                  <a:lnTo>
                    <a:pt x="2434" y="3823"/>
                  </a:lnTo>
                  <a:lnTo>
                    <a:pt x="2820" y="4518"/>
                  </a:lnTo>
                  <a:lnTo>
                    <a:pt x="3013" y="4827"/>
                  </a:lnTo>
                  <a:lnTo>
                    <a:pt x="3245" y="5136"/>
                  </a:lnTo>
                  <a:lnTo>
                    <a:pt x="2936" y="5136"/>
                  </a:lnTo>
                  <a:lnTo>
                    <a:pt x="2588" y="5175"/>
                  </a:lnTo>
                  <a:lnTo>
                    <a:pt x="2318" y="5252"/>
                  </a:lnTo>
                  <a:lnTo>
                    <a:pt x="2048" y="5445"/>
                  </a:lnTo>
                  <a:lnTo>
                    <a:pt x="1932" y="5561"/>
                  </a:lnTo>
                  <a:lnTo>
                    <a:pt x="1854" y="5677"/>
                  </a:lnTo>
                  <a:lnTo>
                    <a:pt x="1777" y="5831"/>
                  </a:lnTo>
                  <a:lnTo>
                    <a:pt x="1739" y="5986"/>
                  </a:lnTo>
                  <a:lnTo>
                    <a:pt x="1700" y="6140"/>
                  </a:lnTo>
                  <a:lnTo>
                    <a:pt x="1739" y="6294"/>
                  </a:lnTo>
                  <a:lnTo>
                    <a:pt x="1777" y="6449"/>
                  </a:lnTo>
                  <a:lnTo>
                    <a:pt x="1893" y="6603"/>
                  </a:lnTo>
                  <a:lnTo>
                    <a:pt x="2009" y="6681"/>
                  </a:lnTo>
                  <a:lnTo>
                    <a:pt x="2125" y="6758"/>
                  </a:lnTo>
                  <a:lnTo>
                    <a:pt x="2279" y="6835"/>
                  </a:lnTo>
                  <a:lnTo>
                    <a:pt x="2434" y="6874"/>
                  </a:lnTo>
                  <a:lnTo>
                    <a:pt x="2588" y="6874"/>
                  </a:lnTo>
                  <a:lnTo>
                    <a:pt x="2743" y="6835"/>
                  </a:lnTo>
                  <a:lnTo>
                    <a:pt x="2897" y="6796"/>
                  </a:lnTo>
                  <a:lnTo>
                    <a:pt x="3052" y="6719"/>
                  </a:lnTo>
                  <a:lnTo>
                    <a:pt x="3283" y="6526"/>
                  </a:lnTo>
                  <a:lnTo>
                    <a:pt x="3476" y="6294"/>
                  </a:lnTo>
                  <a:lnTo>
                    <a:pt x="3631" y="5986"/>
                  </a:lnTo>
                  <a:lnTo>
                    <a:pt x="3747" y="5677"/>
                  </a:lnTo>
                  <a:lnTo>
                    <a:pt x="4171" y="6024"/>
                  </a:lnTo>
                  <a:lnTo>
                    <a:pt x="4635" y="6333"/>
                  </a:lnTo>
                  <a:lnTo>
                    <a:pt x="5137" y="6565"/>
                  </a:lnTo>
                  <a:lnTo>
                    <a:pt x="5716" y="6719"/>
                  </a:lnTo>
                  <a:lnTo>
                    <a:pt x="6218" y="6796"/>
                  </a:lnTo>
                  <a:lnTo>
                    <a:pt x="6025" y="6912"/>
                  </a:lnTo>
                  <a:lnTo>
                    <a:pt x="5870" y="7028"/>
                  </a:lnTo>
                  <a:lnTo>
                    <a:pt x="5755" y="7183"/>
                  </a:lnTo>
                  <a:lnTo>
                    <a:pt x="5639" y="7376"/>
                  </a:lnTo>
                  <a:lnTo>
                    <a:pt x="5561" y="7530"/>
                  </a:lnTo>
                  <a:lnTo>
                    <a:pt x="5523" y="7685"/>
                  </a:lnTo>
                  <a:lnTo>
                    <a:pt x="5523" y="7878"/>
                  </a:lnTo>
                  <a:lnTo>
                    <a:pt x="5523" y="8032"/>
                  </a:lnTo>
                  <a:lnTo>
                    <a:pt x="5561" y="8187"/>
                  </a:lnTo>
                  <a:lnTo>
                    <a:pt x="5639" y="8341"/>
                  </a:lnTo>
                  <a:lnTo>
                    <a:pt x="5755" y="8457"/>
                  </a:lnTo>
                  <a:lnTo>
                    <a:pt x="5909" y="8573"/>
                  </a:lnTo>
                  <a:lnTo>
                    <a:pt x="6063" y="8650"/>
                  </a:lnTo>
                  <a:lnTo>
                    <a:pt x="6257" y="8689"/>
                  </a:lnTo>
                  <a:lnTo>
                    <a:pt x="6411" y="8689"/>
                  </a:lnTo>
                  <a:lnTo>
                    <a:pt x="6604" y="8650"/>
                  </a:lnTo>
                  <a:lnTo>
                    <a:pt x="6759" y="8573"/>
                  </a:lnTo>
                  <a:lnTo>
                    <a:pt x="6952" y="8457"/>
                  </a:lnTo>
                  <a:lnTo>
                    <a:pt x="7067" y="8341"/>
                  </a:lnTo>
                  <a:lnTo>
                    <a:pt x="7183" y="8187"/>
                  </a:lnTo>
                  <a:lnTo>
                    <a:pt x="7376" y="7878"/>
                  </a:lnTo>
                  <a:lnTo>
                    <a:pt x="7492" y="7530"/>
                  </a:lnTo>
                  <a:lnTo>
                    <a:pt x="7531" y="7183"/>
                  </a:lnTo>
                  <a:lnTo>
                    <a:pt x="7531" y="6796"/>
                  </a:lnTo>
                  <a:lnTo>
                    <a:pt x="8882" y="6719"/>
                  </a:lnTo>
                  <a:lnTo>
                    <a:pt x="9577" y="6719"/>
                  </a:lnTo>
                  <a:lnTo>
                    <a:pt x="10272" y="6796"/>
                  </a:lnTo>
                  <a:lnTo>
                    <a:pt x="10466" y="6835"/>
                  </a:lnTo>
                  <a:lnTo>
                    <a:pt x="10311" y="6912"/>
                  </a:lnTo>
                  <a:lnTo>
                    <a:pt x="10118" y="7028"/>
                  </a:lnTo>
                  <a:lnTo>
                    <a:pt x="9809" y="7260"/>
                  </a:lnTo>
                  <a:lnTo>
                    <a:pt x="9539" y="7569"/>
                  </a:lnTo>
                  <a:lnTo>
                    <a:pt x="9423" y="7723"/>
                  </a:lnTo>
                  <a:lnTo>
                    <a:pt x="9346" y="7916"/>
                  </a:lnTo>
                  <a:lnTo>
                    <a:pt x="9307" y="8109"/>
                  </a:lnTo>
                  <a:lnTo>
                    <a:pt x="9269" y="8264"/>
                  </a:lnTo>
                  <a:lnTo>
                    <a:pt x="9307" y="8457"/>
                  </a:lnTo>
                  <a:lnTo>
                    <a:pt x="9384" y="8611"/>
                  </a:lnTo>
                  <a:lnTo>
                    <a:pt x="9462" y="8766"/>
                  </a:lnTo>
                  <a:lnTo>
                    <a:pt x="9616" y="8882"/>
                  </a:lnTo>
                  <a:lnTo>
                    <a:pt x="9770" y="8959"/>
                  </a:lnTo>
                  <a:lnTo>
                    <a:pt x="9964" y="8998"/>
                  </a:lnTo>
                  <a:lnTo>
                    <a:pt x="10157" y="8959"/>
                  </a:lnTo>
                  <a:lnTo>
                    <a:pt x="10311" y="8882"/>
                  </a:lnTo>
                  <a:lnTo>
                    <a:pt x="10466" y="8804"/>
                  </a:lnTo>
                  <a:lnTo>
                    <a:pt x="10620" y="8650"/>
                  </a:lnTo>
                  <a:lnTo>
                    <a:pt x="10736" y="8534"/>
                  </a:lnTo>
                  <a:lnTo>
                    <a:pt x="10852" y="8341"/>
                  </a:lnTo>
                  <a:lnTo>
                    <a:pt x="10929" y="8187"/>
                  </a:lnTo>
                  <a:lnTo>
                    <a:pt x="11006" y="7994"/>
                  </a:lnTo>
                  <a:lnTo>
                    <a:pt x="11045" y="7762"/>
                  </a:lnTo>
                  <a:lnTo>
                    <a:pt x="11045" y="7492"/>
                  </a:lnTo>
                  <a:lnTo>
                    <a:pt x="10968" y="7221"/>
                  </a:lnTo>
                  <a:lnTo>
                    <a:pt x="10890" y="6990"/>
                  </a:lnTo>
                  <a:lnTo>
                    <a:pt x="10929" y="6951"/>
                  </a:lnTo>
                  <a:lnTo>
                    <a:pt x="11431" y="7105"/>
                  </a:lnTo>
                  <a:lnTo>
                    <a:pt x="11894" y="7376"/>
                  </a:lnTo>
                  <a:lnTo>
                    <a:pt x="12319" y="7685"/>
                  </a:lnTo>
                  <a:lnTo>
                    <a:pt x="12512" y="7839"/>
                  </a:lnTo>
                  <a:lnTo>
                    <a:pt x="12705" y="8032"/>
                  </a:lnTo>
                  <a:lnTo>
                    <a:pt x="12898" y="8341"/>
                  </a:lnTo>
                  <a:lnTo>
                    <a:pt x="13091" y="8650"/>
                  </a:lnTo>
                  <a:lnTo>
                    <a:pt x="13207" y="8920"/>
                  </a:lnTo>
                  <a:lnTo>
                    <a:pt x="13284" y="9268"/>
                  </a:lnTo>
                  <a:lnTo>
                    <a:pt x="13323" y="9577"/>
                  </a:lnTo>
                  <a:lnTo>
                    <a:pt x="13362" y="9924"/>
                  </a:lnTo>
                  <a:lnTo>
                    <a:pt x="13323" y="10619"/>
                  </a:lnTo>
                  <a:lnTo>
                    <a:pt x="13323" y="10658"/>
                  </a:lnTo>
                  <a:lnTo>
                    <a:pt x="13362" y="10735"/>
                  </a:lnTo>
                  <a:lnTo>
                    <a:pt x="13439" y="10774"/>
                  </a:lnTo>
                  <a:lnTo>
                    <a:pt x="13555" y="10774"/>
                  </a:lnTo>
                  <a:lnTo>
                    <a:pt x="13632" y="10697"/>
                  </a:lnTo>
                  <a:lnTo>
                    <a:pt x="13709" y="10465"/>
                  </a:lnTo>
                  <a:lnTo>
                    <a:pt x="13786" y="10272"/>
                  </a:lnTo>
                  <a:lnTo>
                    <a:pt x="13825" y="10040"/>
                  </a:lnTo>
                  <a:lnTo>
                    <a:pt x="13825" y="9808"/>
                  </a:lnTo>
                  <a:lnTo>
                    <a:pt x="13786" y="9384"/>
                  </a:lnTo>
                  <a:lnTo>
                    <a:pt x="13671" y="8920"/>
                  </a:lnTo>
                  <a:lnTo>
                    <a:pt x="13478" y="8496"/>
                  </a:lnTo>
                  <a:lnTo>
                    <a:pt x="13246" y="8109"/>
                  </a:lnTo>
                  <a:lnTo>
                    <a:pt x="12976" y="7723"/>
                  </a:lnTo>
                  <a:lnTo>
                    <a:pt x="12667" y="7414"/>
                  </a:lnTo>
                  <a:lnTo>
                    <a:pt x="12319" y="7144"/>
                  </a:lnTo>
                  <a:lnTo>
                    <a:pt x="11972" y="6912"/>
                  </a:lnTo>
                  <a:lnTo>
                    <a:pt x="11585" y="6719"/>
                  </a:lnTo>
                  <a:lnTo>
                    <a:pt x="11199" y="6565"/>
                  </a:lnTo>
                  <a:lnTo>
                    <a:pt x="11392" y="6410"/>
                  </a:lnTo>
                  <a:lnTo>
                    <a:pt x="11585" y="6140"/>
                  </a:lnTo>
                  <a:lnTo>
                    <a:pt x="11701" y="5831"/>
                  </a:lnTo>
                  <a:lnTo>
                    <a:pt x="11740" y="5522"/>
                  </a:lnTo>
                  <a:lnTo>
                    <a:pt x="11740" y="5213"/>
                  </a:lnTo>
                  <a:lnTo>
                    <a:pt x="11701" y="5059"/>
                  </a:lnTo>
                  <a:lnTo>
                    <a:pt x="11624" y="4943"/>
                  </a:lnTo>
                  <a:lnTo>
                    <a:pt x="11547" y="4827"/>
                  </a:lnTo>
                  <a:lnTo>
                    <a:pt x="11431" y="4750"/>
                  </a:lnTo>
                  <a:lnTo>
                    <a:pt x="11276" y="4673"/>
                  </a:lnTo>
                  <a:lnTo>
                    <a:pt x="11122" y="4634"/>
                  </a:lnTo>
                  <a:lnTo>
                    <a:pt x="10774" y="4634"/>
                  </a:lnTo>
                  <a:lnTo>
                    <a:pt x="10581" y="4711"/>
                  </a:lnTo>
                  <a:lnTo>
                    <a:pt x="10427" y="4788"/>
                  </a:lnTo>
                  <a:lnTo>
                    <a:pt x="10311" y="4866"/>
                  </a:lnTo>
                  <a:lnTo>
                    <a:pt x="10195" y="5020"/>
                  </a:lnTo>
                  <a:lnTo>
                    <a:pt x="10079" y="5136"/>
                  </a:lnTo>
                  <a:lnTo>
                    <a:pt x="10002" y="5329"/>
                  </a:lnTo>
                  <a:lnTo>
                    <a:pt x="9964" y="5561"/>
                  </a:lnTo>
                  <a:lnTo>
                    <a:pt x="9964" y="5831"/>
                  </a:lnTo>
                  <a:lnTo>
                    <a:pt x="10041" y="6063"/>
                  </a:lnTo>
                  <a:lnTo>
                    <a:pt x="10118" y="6333"/>
                  </a:lnTo>
                  <a:lnTo>
                    <a:pt x="9462" y="6256"/>
                  </a:lnTo>
                  <a:lnTo>
                    <a:pt x="8805" y="6256"/>
                  </a:lnTo>
                  <a:lnTo>
                    <a:pt x="7492" y="6333"/>
                  </a:lnTo>
                  <a:lnTo>
                    <a:pt x="7685" y="6063"/>
                  </a:lnTo>
                  <a:lnTo>
                    <a:pt x="7801" y="5792"/>
                  </a:lnTo>
                  <a:lnTo>
                    <a:pt x="7878" y="5522"/>
                  </a:lnTo>
                  <a:lnTo>
                    <a:pt x="7956" y="5213"/>
                  </a:lnTo>
                  <a:lnTo>
                    <a:pt x="7917" y="4866"/>
                  </a:lnTo>
                  <a:lnTo>
                    <a:pt x="7878" y="4711"/>
                  </a:lnTo>
                  <a:lnTo>
                    <a:pt x="7801" y="4557"/>
                  </a:lnTo>
                  <a:lnTo>
                    <a:pt x="7724" y="4402"/>
                  </a:lnTo>
                  <a:lnTo>
                    <a:pt x="7608" y="4287"/>
                  </a:lnTo>
                  <a:lnTo>
                    <a:pt x="7492" y="4209"/>
                  </a:lnTo>
                  <a:lnTo>
                    <a:pt x="7299" y="4132"/>
                  </a:lnTo>
                  <a:lnTo>
                    <a:pt x="6990" y="4132"/>
                  </a:lnTo>
                  <a:lnTo>
                    <a:pt x="6836" y="4209"/>
                  </a:lnTo>
                  <a:lnTo>
                    <a:pt x="6720" y="4325"/>
                  </a:lnTo>
                  <a:lnTo>
                    <a:pt x="6604" y="4441"/>
                  </a:lnTo>
                  <a:lnTo>
                    <a:pt x="6527" y="4595"/>
                  </a:lnTo>
                  <a:lnTo>
                    <a:pt x="6411" y="4904"/>
                  </a:lnTo>
                  <a:lnTo>
                    <a:pt x="6372" y="5252"/>
                  </a:lnTo>
                  <a:lnTo>
                    <a:pt x="6411" y="5638"/>
                  </a:lnTo>
                  <a:lnTo>
                    <a:pt x="6450" y="5831"/>
                  </a:lnTo>
                  <a:lnTo>
                    <a:pt x="6527" y="6024"/>
                  </a:lnTo>
                  <a:lnTo>
                    <a:pt x="6643" y="6179"/>
                  </a:lnTo>
                  <a:lnTo>
                    <a:pt x="6759" y="6333"/>
                  </a:lnTo>
                  <a:lnTo>
                    <a:pt x="6102" y="6256"/>
                  </a:lnTo>
                  <a:lnTo>
                    <a:pt x="5755" y="6217"/>
                  </a:lnTo>
                  <a:lnTo>
                    <a:pt x="5446" y="6140"/>
                  </a:lnTo>
                  <a:lnTo>
                    <a:pt x="5137" y="6024"/>
                  </a:lnTo>
                  <a:lnTo>
                    <a:pt x="4828" y="5870"/>
                  </a:lnTo>
                  <a:lnTo>
                    <a:pt x="4519" y="5715"/>
                  </a:lnTo>
                  <a:lnTo>
                    <a:pt x="4210" y="5522"/>
                  </a:lnTo>
                  <a:lnTo>
                    <a:pt x="4557" y="5484"/>
                  </a:lnTo>
                  <a:lnTo>
                    <a:pt x="4905" y="5406"/>
                  </a:lnTo>
                  <a:lnTo>
                    <a:pt x="5175" y="5252"/>
                  </a:lnTo>
                  <a:lnTo>
                    <a:pt x="5446" y="5020"/>
                  </a:lnTo>
                  <a:lnTo>
                    <a:pt x="5561" y="4866"/>
                  </a:lnTo>
                  <a:lnTo>
                    <a:pt x="5639" y="4711"/>
                  </a:lnTo>
                  <a:lnTo>
                    <a:pt x="5677" y="4518"/>
                  </a:lnTo>
                  <a:lnTo>
                    <a:pt x="5716" y="4364"/>
                  </a:lnTo>
                  <a:lnTo>
                    <a:pt x="5716" y="4171"/>
                  </a:lnTo>
                  <a:lnTo>
                    <a:pt x="5639" y="4016"/>
                  </a:lnTo>
                  <a:lnTo>
                    <a:pt x="5561" y="3862"/>
                  </a:lnTo>
                  <a:lnTo>
                    <a:pt x="5446" y="3707"/>
                  </a:lnTo>
                  <a:lnTo>
                    <a:pt x="5330" y="3591"/>
                  </a:lnTo>
                  <a:lnTo>
                    <a:pt x="5175" y="3514"/>
                  </a:lnTo>
                  <a:lnTo>
                    <a:pt x="5021" y="3476"/>
                  </a:lnTo>
                  <a:lnTo>
                    <a:pt x="4866" y="3437"/>
                  </a:lnTo>
                  <a:lnTo>
                    <a:pt x="4712" y="3476"/>
                  </a:lnTo>
                  <a:lnTo>
                    <a:pt x="4557" y="3514"/>
                  </a:lnTo>
                  <a:lnTo>
                    <a:pt x="4442" y="3630"/>
                  </a:lnTo>
                  <a:lnTo>
                    <a:pt x="4287" y="3707"/>
                  </a:lnTo>
                  <a:lnTo>
                    <a:pt x="4171" y="3862"/>
                  </a:lnTo>
                  <a:lnTo>
                    <a:pt x="4055" y="4016"/>
                  </a:lnTo>
                  <a:lnTo>
                    <a:pt x="3940" y="4364"/>
                  </a:lnTo>
                  <a:lnTo>
                    <a:pt x="3824" y="4750"/>
                  </a:lnTo>
                  <a:lnTo>
                    <a:pt x="3785" y="5097"/>
                  </a:lnTo>
                  <a:lnTo>
                    <a:pt x="3515" y="4788"/>
                  </a:lnTo>
                  <a:lnTo>
                    <a:pt x="3283" y="4441"/>
                  </a:lnTo>
                  <a:lnTo>
                    <a:pt x="3052" y="4093"/>
                  </a:lnTo>
                  <a:lnTo>
                    <a:pt x="2858" y="3746"/>
                  </a:lnTo>
                  <a:lnTo>
                    <a:pt x="2704" y="3398"/>
                  </a:lnTo>
                  <a:lnTo>
                    <a:pt x="2550" y="3012"/>
                  </a:lnTo>
                  <a:lnTo>
                    <a:pt x="2318" y="2240"/>
                  </a:lnTo>
                  <a:lnTo>
                    <a:pt x="2318" y="2240"/>
                  </a:lnTo>
                  <a:lnTo>
                    <a:pt x="2588" y="2317"/>
                  </a:lnTo>
                  <a:lnTo>
                    <a:pt x="2858" y="2356"/>
                  </a:lnTo>
                  <a:lnTo>
                    <a:pt x="3129" y="2356"/>
                  </a:lnTo>
                  <a:lnTo>
                    <a:pt x="3399" y="2279"/>
                  </a:lnTo>
                  <a:lnTo>
                    <a:pt x="3554" y="2201"/>
                  </a:lnTo>
                  <a:lnTo>
                    <a:pt x="3708" y="2085"/>
                  </a:lnTo>
                  <a:lnTo>
                    <a:pt x="3824" y="1970"/>
                  </a:lnTo>
                  <a:lnTo>
                    <a:pt x="3940" y="1815"/>
                  </a:lnTo>
                  <a:lnTo>
                    <a:pt x="4017" y="1661"/>
                  </a:lnTo>
                  <a:lnTo>
                    <a:pt x="4055" y="1506"/>
                  </a:lnTo>
                  <a:lnTo>
                    <a:pt x="4055" y="1313"/>
                  </a:lnTo>
                  <a:lnTo>
                    <a:pt x="4017" y="1159"/>
                  </a:lnTo>
                  <a:lnTo>
                    <a:pt x="3978" y="1004"/>
                  </a:lnTo>
                  <a:lnTo>
                    <a:pt x="3862" y="850"/>
                  </a:lnTo>
                  <a:lnTo>
                    <a:pt x="3747" y="773"/>
                  </a:lnTo>
                  <a:lnTo>
                    <a:pt x="3592" y="695"/>
                  </a:lnTo>
                  <a:lnTo>
                    <a:pt x="3438" y="618"/>
                  </a:lnTo>
                  <a:lnTo>
                    <a:pt x="3283" y="579"/>
                  </a:lnTo>
                  <a:lnTo>
                    <a:pt x="3129" y="579"/>
                  </a:lnTo>
                  <a:lnTo>
                    <a:pt x="2974" y="618"/>
                  </a:lnTo>
                  <a:lnTo>
                    <a:pt x="2820" y="657"/>
                  </a:lnTo>
                  <a:lnTo>
                    <a:pt x="2665" y="734"/>
                  </a:lnTo>
                  <a:lnTo>
                    <a:pt x="2434" y="927"/>
                  </a:lnTo>
                  <a:lnTo>
                    <a:pt x="2241" y="1159"/>
                  </a:lnTo>
                  <a:lnTo>
                    <a:pt x="2125" y="146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5987875" y="4095550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4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4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70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8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4079325" y="419112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9"/>
                  </a:moveTo>
                  <a:lnTo>
                    <a:pt x="1082" y="5986"/>
                  </a:lnTo>
                  <a:lnTo>
                    <a:pt x="1236" y="6025"/>
                  </a:lnTo>
                  <a:lnTo>
                    <a:pt x="1391" y="6179"/>
                  </a:lnTo>
                  <a:lnTo>
                    <a:pt x="1468" y="6334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6" y="6951"/>
                  </a:lnTo>
                  <a:lnTo>
                    <a:pt x="1159" y="7029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6"/>
                  </a:lnTo>
                  <a:lnTo>
                    <a:pt x="425" y="6720"/>
                  </a:lnTo>
                  <a:lnTo>
                    <a:pt x="387" y="6643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5" y="6256"/>
                  </a:lnTo>
                  <a:lnTo>
                    <a:pt x="503" y="6179"/>
                  </a:lnTo>
                  <a:lnTo>
                    <a:pt x="696" y="6025"/>
                  </a:lnTo>
                  <a:lnTo>
                    <a:pt x="889" y="5909"/>
                  </a:lnTo>
                  <a:close/>
                  <a:moveTo>
                    <a:pt x="5909" y="1"/>
                  </a:moveTo>
                  <a:lnTo>
                    <a:pt x="5831" y="39"/>
                  </a:lnTo>
                  <a:lnTo>
                    <a:pt x="5522" y="310"/>
                  </a:lnTo>
                  <a:lnTo>
                    <a:pt x="5175" y="619"/>
                  </a:lnTo>
                  <a:lnTo>
                    <a:pt x="4596" y="1314"/>
                  </a:lnTo>
                  <a:lnTo>
                    <a:pt x="4017" y="2047"/>
                  </a:lnTo>
                  <a:lnTo>
                    <a:pt x="3437" y="2781"/>
                  </a:lnTo>
                  <a:lnTo>
                    <a:pt x="2279" y="4133"/>
                  </a:lnTo>
                  <a:lnTo>
                    <a:pt x="1738" y="4866"/>
                  </a:lnTo>
                  <a:lnTo>
                    <a:pt x="1198" y="5561"/>
                  </a:lnTo>
                  <a:lnTo>
                    <a:pt x="1043" y="5523"/>
                  </a:lnTo>
                  <a:lnTo>
                    <a:pt x="889" y="5523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1" y="6334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4" y="7145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3" y="6527"/>
                  </a:lnTo>
                  <a:lnTo>
                    <a:pt x="1854" y="6334"/>
                  </a:lnTo>
                  <a:lnTo>
                    <a:pt x="1815" y="6179"/>
                  </a:lnTo>
                  <a:lnTo>
                    <a:pt x="1738" y="6025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3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9" y="657"/>
                  </a:lnTo>
                  <a:lnTo>
                    <a:pt x="6102" y="310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3825425" y="421912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8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2"/>
                  </a:lnTo>
                  <a:lnTo>
                    <a:pt x="6643" y="5909"/>
                  </a:lnTo>
                  <a:lnTo>
                    <a:pt x="6797" y="5754"/>
                  </a:lnTo>
                  <a:close/>
                  <a:moveTo>
                    <a:pt x="233" y="1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10"/>
                  </a:lnTo>
                  <a:lnTo>
                    <a:pt x="39" y="387"/>
                  </a:lnTo>
                  <a:lnTo>
                    <a:pt x="426" y="773"/>
                  </a:lnTo>
                  <a:lnTo>
                    <a:pt x="812" y="1120"/>
                  </a:lnTo>
                  <a:lnTo>
                    <a:pt x="1623" y="1777"/>
                  </a:lnTo>
                  <a:lnTo>
                    <a:pt x="3399" y="3206"/>
                  </a:lnTo>
                  <a:lnTo>
                    <a:pt x="4866" y="4441"/>
                  </a:lnTo>
                  <a:lnTo>
                    <a:pt x="5639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2"/>
                  </a:lnTo>
                  <a:lnTo>
                    <a:pt x="6720" y="7299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9"/>
                  </a:lnTo>
                  <a:lnTo>
                    <a:pt x="7454" y="7260"/>
                  </a:lnTo>
                  <a:lnTo>
                    <a:pt x="7608" y="7144"/>
                  </a:lnTo>
                  <a:lnTo>
                    <a:pt x="7724" y="7029"/>
                  </a:lnTo>
                  <a:lnTo>
                    <a:pt x="7840" y="6913"/>
                  </a:lnTo>
                  <a:lnTo>
                    <a:pt x="7956" y="6758"/>
                  </a:lnTo>
                  <a:lnTo>
                    <a:pt x="7994" y="6565"/>
                  </a:lnTo>
                  <a:lnTo>
                    <a:pt x="8033" y="6411"/>
                  </a:lnTo>
                  <a:lnTo>
                    <a:pt x="8033" y="6218"/>
                  </a:lnTo>
                  <a:lnTo>
                    <a:pt x="7956" y="6025"/>
                  </a:lnTo>
                  <a:lnTo>
                    <a:pt x="7840" y="5870"/>
                  </a:lnTo>
                  <a:lnTo>
                    <a:pt x="7724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6" y="5484"/>
                  </a:lnTo>
                  <a:lnTo>
                    <a:pt x="6025" y="4712"/>
                  </a:lnTo>
                  <a:lnTo>
                    <a:pt x="5214" y="4017"/>
                  </a:lnTo>
                  <a:lnTo>
                    <a:pt x="3515" y="2626"/>
                  </a:lnTo>
                  <a:lnTo>
                    <a:pt x="2743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5" y="310"/>
                  </a:lnTo>
                  <a:lnTo>
                    <a:pt x="310" y="39"/>
                  </a:lnTo>
                  <a:lnTo>
                    <a:pt x="23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3401625" y="4223000"/>
              <a:ext cx="240425" cy="634250"/>
            </a:xfrm>
            <a:custGeom>
              <a:avLst/>
              <a:gdLst/>
              <a:ahLst/>
              <a:cxnLst/>
              <a:rect l="l" t="t" r="r" b="b"/>
              <a:pathLst>
                <a:path w="9617" h="25370" extrusionOk="0">
                  <a:moveTo>
                    <a:pt x="4751" y="463"/>
                  </a:moveTo>
                  <a:lnTo>
                    <a:pt x="5291" y="502"/>
                  </a:lnTo>
                  <a:lnTo>
                    <a:pt x="5755" y="579"/>
                  </a:lnTo>
                  <a:lnTo>
                    <a:pt x="6218" y="772"/>
                  </a:lnTo>
                  <a:lnTo>
                    <a:pt x="6681" y="965"/>
                  </a:lnTo>
                  <a:lnTo>
                    <a:pt x="7067" y="1236"/>
                  </a:lnTo>
                  <a:lnTo>
                    <a:pt x="7454" y="1583"/>
                  </a:lnTo>
                  <a:lnTo>
                    <a:pt x="7801" y="1931"/>
                  </a:lnTo>
                  <a:lnTo>
                    <a:pt x="8149" y="2356"/>
                  </a:lnTo>
                  <a:lnTo>
                    <a:pt x="8419" y="2780"/>
                  </a:lnTo>
                  <a:lnTo>
                    <a:pt x="8651" y="3244"/>
                  </a:lnTo>
                  <a:lnTo>
                    <a:pt x="8844" y="3707"/>
                  </a:lnTo>
                  <a:lnTo>
                    <a:pt x="8998" y="4209"/>
                  </a:lnTo>
                  <a:lnTo>
                    <a:pt x="9075" y="4711"/>
                  </a:lnTo>
                  <a:lnTo>
                    <a:pt x="9114" y="5213"/>
                  </a:lnTo>
                  <a:lnTo>
                    <a:pt x="9114" y="5754"/>
                  </a:lnTo>
                  <a:lnTo>
                    <a:pt x="9075" y="6256"/>
                  </a:lnTo>
                  <a:lnTo>
                    <a:pt x="8998" y="6758"/>
                  </a:lnTo>
                  <a:lnTo>
                    <a:pt x="8882" y="7260"/>
                  </a:lnTo>
                  <a:lnTo>
                    <a:pt x="8689" y="7723"/>
                  </a:lnTo>
                  <a:lnTo>
                    <a:pt x="8496" y="8225"/>
                  </a:lnTo>
                  <a:lnTo>
                    <a:pt x="8303" y="8650"/>
                  </a:lnTo>
                  <a:lnTo>
                    <a:pt x="8033" y="9113"/>
                  </a:lnTo>
                  <a:lnTo>
                    <a:pt x="7763" y="9538"/>
                  </a:lnTo>
                  <a:lnTo>
                    <a:pt x="7454" y="9924"/>
                  </a:lnTo>
                  <a:lnTo>
                    <a:pt x="7106" y="10349"/>
                  </a:lnTo>
                  <a:lnTo>
                    <a:pt x="6759" y="10735"/>
                  </a:lnTo>
                  <a:lnTo>
                    <a:pt x="6025" y="11469"/>
                  </a:lnTo>
                  <a:lnTo>
                    <a:pt x="5253" y="12125"/>
                  </a:lnTo>
                  <a:lnTo>
                    <a:pt x="5098" y="12125"/>
                  </a:lnTo>
                  <a:lnTo>
                    <a:pt x="5059" y="12202"/>
                  </a:lnTo>
                  <a:lnTo>
                    <a:pt x="5021" y="12241"/>
                  </a:lnTo>
                  <a:lnTo>
                    <a:pt x="5021" y="12280"/>
                  </a:lnTo>
                  <a:lnTo>
                    <a:pt x="4210" y="11816"/>
                  </a:lnTo>
                  <a:lnTo>
                    <a:pt x="3476" y="11314"/>
                  </a:lnTo>
                  <a:lnTo>
                    <a:pt x="2781" y="10735"/>
                  </a:lnTo>
                  <a:lnTo>
                    <a:pt x="2472" y="10426"/>
                  </a:lnTo>
                  <a:lnTo>
                    <a:pt x="2163" y="10117"/>
                  </a:lnTo>
                  <a:lnTo>
                    <a:pt x="1893" y="9770"/>
                  </a:lnTo>
                  <a:lnTo>
                    <a:pt x="1661" y="9422"/>
                  </a:lnTo>
                  <a:lnTo>
                    <a:pt x="1430" y="9036"/>
                  </a:lnTo>
                  <a:lnTo>
                    <a:pt x="1198" y="8650"/>
                  </a:lnTo>
                  <a:lnTo>
                    <a:pt x="1005" y="8264"/>
                  </a:lnTo>
                  <a:lnTo>
                    <a:pt x="850" y="7839"/>
                  </a:lnTo>
                  <a:lnTo>
                    <a:pt x="735" y="7376"/>
                  </a:lnTo>
                  <a:lnTo>
                    <a:pt x="619" y="6912"/>
                  </a:lnTo>
                  <a:lnTo>
                    <a:pt x="542" y="6449"/>
                  </a:lnTo>
                  <a:lnTo>
                    <a:pt x="503" y="5985"/>
                  </a:lnTo>
                  <a:lnTo>
                    <a:pt x="503" y="5522"/>
                  </a:lnTo>
                  <a:lnTo>
                    <a:pt x="542" y="5020"/>
                  </a:lnTo>
                  <a:lnTo>
                    <a:pt x="619" y="4557"/>
                  </a:lnTo>
                  <a:lnTo>
                    <a:pt x="696" y="4055"/>
                  </a:lnTo>
                  <a:lnTo>
                    <a:pt x="850" y="3591"/>
                  </a:lnTo>
                  <a:lnTo>
                    <a:pt x="1005" y="3167"/>
                  </a:lnTo>
                  <a:lnTo>
                    <a:pt x="1237" y="2742"/>
                  </a:lnTo>
                  <a:lnTo>
                    <a:pt x="1468" y="2317"/>
                  </a:lnTo>
                  <a:lnTo>
                    <a:pt x="1739" y="1931"/>
                  </a:lnTo>
                  <a:lnTo>
                    <a:pt x="2086" y="1583"/>
                  </a:lnTo>
                  <a:lnTo>
                    <a:pt x="2434" y="1274"/>
                  </a:lnTo>
                  <a:lnTo>
                    <a:pt x="2820" y="1004"/>
                  </a:lnTo>
                  <a:lnTo>
                    <a:pt x="3245" y="811"/>
                  </a:lnTo>
                  <a:lnTo>
                    <a:pt x="3708" y="618"/>
                  </a:lnTo>
                  <a:lnTo>
                    <a:pt x="4249" y="502"/>
                  </a:lnTo>
                  <a:lnTo>
                    <a:pt x="4751" y="463"/>
                  </a:lnTo>
                  <a:close/>
                  <a:moveTo>
                    <a:pt x="5137" y="12627"/>
                  </a:moveTo>
                  <a:lnTo>
                    <a:pt x="5214" y="12666"/>
                  </a:lnTo>
                  <a:lnTo>
                    <a:pt x="5484" y="13129"/>
                  </a:lnTo>
                  <a:lnTo>
                    <a:pt x="4751" y="13052"/>
                  </a:lnTo>
                  <a:lnTo>
                    <a:pt x="5059" y="12627"/>
                  </a:lnTo>
                  <a:close/>
                  <a:moveTo>
                    <a:pt x="3167" y="13979"/>
                  </a:moveTo>
                  <a:lnTo>
                    <a:pt x="3476" y="14403"/>
                  </a:lnTo>
                  <a:lnTo>
                    <a:pt x="3708" y="14828"/>
                  </a:lnTo>
                  <a:lnTo>
                    <a:pt x="3669" y="14867"/>
                  </a:lnTo>
                  <a:lnTo>
                    <a:pt x="3438" y="14944"/>
                  </a:lnTo>
                  <a:lnTo>
                    <a:pt x="3167" y="15021"/>
                  </a:lnTo>
                  <a:lnTo>
                    <a:pt x="2936" y="15060"/>
                  </a:lnTo>
                  <a:lnTo>
                    <a:pt x="2665" y="15021"/>
                  </a:lnTo>
                  <a:lnTo>
                    <a:pt x="2936" y="14519"/>
                  </a:lnTo>
                  <a:lnTo>
                    <a:pt x="3167" y="13979"/>
                  </a:lnTo>
                  <a:close/>
                  <a:moveTo>
                    <a:pt x="5330" y="14867"/>
                  </a:moveTo>
                  <a:lnTo>
                    <a:pt x="5021" y="15987"/>
                  </a:lnTo>
                  <a:lnTo>
                    <a:pt x="4789" y="15794"/>
                  </a:lnTo>
                  <a:lnTo>
                    <a:pt x="4557" y="15562"/>
                  </a:lnTo>
                  <a:lnTo>
                    <a:pt x="4364" y="15330"/>
                  </a:lnTo>
                  <a:lnTo>
                    <a:pt x="4210" y="15098"/>
                  </a:lnTo>
                  <a:lnTo>
                    <a:pt x="4171" y="15060"/>
                  </a:lnTo>
                  <a:lnTo>
                    <a:pt x="5330" y="14867"/>
                  </a:lnTo>
                  <a:close/>
                  <a:moveTo>
                    <a:pt x="4055" y="15407"/>
                  </a:moveTo>
                  <a:lnTo>
                    <a:pt x="4249" y="15678"/>
                  </a:lnTo>
                  <a:lnTo>
                    <a:pt x="4480" y="15948"/>
                  </a:lnTo>
                  <a:lnTo>
                    <a:pt x="4712" y="16218"/>
                  </a:lnTo>
                  <a:lnTo>
                    <a:pt x="4982" y="16450"/>
                  </a:lnTo>
                  <a:lnTo>
                    <a:pt x="5098" y="16489"/>
                  </a:lnTo>
                  <a:lnTo>
                    <a:pt x="4905" y="16991"/>
                  </a:lnTo>
                  <a:lnTo>
                    <a:pt x="4789" y="17531"/>
                  </a:lnTo>
                  <a:lnTo>
                    <a:pt x="4480" y="17145"/>
                  </a:lnTo>
                  <a:lnTo>
                    <a:pt x="4249" y="16759"/>
                  </a:lnTo>
                  <a:lnTo>
                    <a:pt x="4133" y="16527"/>
                  </a:lnTo>
                  <a:lnTo>
                    <a:pt x="4055" y="16296"/>
                  </a:lnTo>
                  <a:lnTo>
                    <a:pt x="4017" y="16064"/>
                  </a:lnTo>
                  <a:lnTo>
                    <a:pt x="4017" y="15794"/>
                  </a:lnTo>
                  <a:lnTo>
                    <a:pt x="4055" y="15407"/>
                  </a:lnTo>
                  <a:close/>
                  <a:moveTo>
                    <a:pt x="5291" y="16798"/>
                  </a:moveTo>
                  <a:lnTo>
                    <a:pt x="5600" y="17145"/>
                  </a:lnTo>
                  <a:lnTo>
                    <a:pt x="5870" y="17531"/>
                  </a:lnTo>
                  <a:lnTo>
                    <a:pt x="5446" y="17570"/>
                  </a:lnTo>
                  <a:lnTo>
                    <a:pt x="5021" y="17647"/>
                  </a:lnTo>
                  <a:lnTo>
                    <a:pt x="5291" y="16798"/>
                  </a:lnTo>
                  <a:close/>
                  <a:moveTo>
                    <a:pt x="4557" y="17879"/>
                  </a:moveTo>
                  <a:lnTo>
                    <a:pt x="4635" y="17995"/>
                  </a:lnTo>
                  <a:lnTo>
                    <a:pt x="4519" y="18149"/>
                  </a:lnTo>
                  <a:lnTo>
                    <a:pt x="4403" y="18381"/>
                  </a:lnTo>
                  <a:lnTo>
                    <a:pt x="4287" y="18805"/>
                  </a:lnTo>
                  <a:lnTo>
                    <a:pt x="3901" y="18381"/>
                  </a:lnTo>
                  <a:lnTo>
                    <a:pt x="3553" y="17917"/>
                  </a:lnTo>
                  <a:lnTo>
                    <a:pt x="4557" y="17879"/>
                  </a:lnTo>
                  <a:close/>
                  <a:moveTo>
                    <a:pt x="7917" y="20003"/>
                  </a:moveTo>
                  <a:lnTo>
                    <a:pt x="7878" y="20736"/>
                  </a:lnTo>
                  <a:lnTo>
                    <a:pt x="7763" y="21509"/>
                  </a:lnTo>
                  <a:lnTo>
                    <a:pt x="6797" y="20775"/>
                  </a:lnTo>
                  <a:lnTo>
                    <a:pt x="6759" y="20736"/>
                  </a:lnTo>
                  <a:lnTo>
                    <a:pt x="6681" y="20466"/>
                  </a:lnTo>
                  <a:lnTo>
                    <a:pt x="6990" y="20273"/>
                  </a:lnTo>
                  <a:lnTo>
                    <a:pt x="7299" y="20118"/>
                  </a:lnTo>
                  <a:lnTo>
                    <a:pt x="7608" y="20041"/>
                  </a:lnTo>
                  <a:lnTo>
                    <a:pt x="7917" y="20003"/>
                  </a:lnTo>
                  <a:close/>
                  <a:moveTo>
                    <a:pt x="5330" y="20389"/>
                  </a:moveTo>
                  <a:lnTo>
                    <a:pt x="6179" y="20813"/>
                  </a:lnTo>
                  <a:lnTo>
                    <a:pt x="5755" y="21200"/>
                  </a:lnTo>
                  <a:lnTo>
                    <a:pt x="5368" y="21663"/>
                  </a:lnTo>
                  <a:lnTo>
                    <a:pt x="5291" y="21007"/>
                  </a:lnTo>
                  <a:lnTo>
                    <a:pt x="5330" y="20389"/>
                  </a:lnTo>
                  <a:close/>
                  <a:moveTo>
                    <a:pt x="4905" y="0"/>
                  </a:moveTo>
                  <a:lnTo>
                    <a:pt x="4519" y="39"/>
                  </a:lnTo>
                  <a:lnTo>
                    <a:pt x="4171" y="39"/>
                  </a:lnTo>
                  <a:lnTo>
                    <a:pt x="3785" y="116"/>
                  </a:lnTo>
                  <a:lnTo>
                    <a:pt x="3438" y="232"/>
                  </a:lnTo>
                  <a:lnTo>
                    <a:pt x="3090" y="348"/>
                  </a:lnTo>
                  <a:lnTo>
                    <a:pt x="2743" y="502"/>
                  </a:lnTo>
                  <a:lnTo>
                    <a:pt x="2434" y="695"/>
                  </a:lnTo>
                  <a:lnTo>
                    <a:pt x="2086" y="927"/>
                  </a:lnTo>
                  <a:lnTo>
                    <a:pt x="1816" y="1197"/>
                  </a:lnTo>
                  <a:lnTo>
                    <a:pt x="1507" y="1506"/>
                  </a:lnTo>
                  <a:lnTo>
                    <a:pt x="1275" y="1815"/>
                  </a:lnTo>
                  <a:lnTo>
                    <a:pt x="1044" y="2124"/>
                  </a:lnTo>
                  <a:lnTo>
                    <a:pt x="812" y="2471"/>
                  </a:lnTo>
                  <a:lnTo>
                    <a:pt x="619" y="2858"/>
                  </a:lnTo>
                  <a:lnTo>
                    <a:pt x="464" y="3205"/>
                  </a:lnTo>
                  <a:lnTo>
                    <a:pt x="310" y="3591"/>
                  </a:lnTo>
                  <a:lnTo>
                    <a:pt x="233" y="3977"/>
                  </a:lnTo>
                  <a:lnTo>
                    <a:pt x="117" y="4364"/>
                  </a:lnTo>
                  <a:lnTo>
                    <a:pt x="78" y="4750"/>
                  </a:lnTo>
                  <a:lnTo>
                    <a:pt x="1" y="5174"/>
                  </a:lnTo>
                  <a:lnTo>
                    <a:pt x="1" y="5561"/>
                  </a:lnTo>
                  <a:lnTo>
                    <a:pt x="1" y="5985"/>
                  </a:lnTo>
                  <a:lnTo>
                    <a:pt x="40" y="6372"/>
                  </a:lnTo>
                  <a:lnTo>
                    <a:pt x="78" y="6796"/>
                  </a:lnTo>
                  <a:lnTo>
                    <a:pt x="155" y="7182"/>
                  </a:lnTo>
                  <a:lnTo>
                    <a:pt x="271" y="7569"/>
                  </a:lnTo>
                  <a:lnTo>
                    <a:pt x="387" y="7993"/>
                  </a:lnTo>
                  <a:lnTo>
                    <a:pt x="542" y="8380"/>
                  </a:lnTo>
                  <a:lnTo>
                    <a:pt x="928" y="9152"/>
                  </a:lnTo>
                  <a:lnTo>
                    <a:pt x="1121" y="9538"/>
                  </a:lnTo>
                  <a:lnTo>
                    <a:pt x="1352" y="9924"/>
                  </a:lnTo>
                  <a:lnTo>
                    <a:pt x="1623" y="10272"/>
                  </a:lnTo>
                  <a:lnTo>
                    <a:pt x="1893" y="10619"/>
                  </a:lnTo>
                  <a:lnTo>
                    <a:pt x="2202" y="10928"/>
                  </a:lnTo>
                  <a:lnTo>
                    <a:pt x="2511" y="11237"/>
                  </a:lnTo>
                  <a:lnTo>
                    <a:pt x="2820" y="11546"/>
                  </a:lnTo>
                  <a:lnTo>
                    <a:pt x="3167" y="11778"/>
                  </a:lnTo>
                  <a:lnTo>
                    <a:pt x="3553" y="12009"/>
                  </a:lnTo>
                  <a:lnTo>
                    <a:pt x="3940" y="12241"/>
                  </a:lnTo>
                  <a:lnTo>
                    <a:pt x="4326" y="12395"/>
                  </a:lnTo>
                  <a:lnTo>
                    <a:pt x="4712" y="12550"/>
                  </a:lnTo>
                  <a:lnTo>
                    <a:pt x="4171" y="13091"/>
                  </a:lnTo>
                  <a:lnTo>
                    <a:pt x="4133" y="13206"/>
                  </a:lnTo>
                  <a:lnTo>
                    <a:pt x="4133" y="13322"/>
                  </a:lnTo>
                  <a:lnTo>
                    <a:pt x="4210" y="13399"/>
                  </a:lnTo>
                  <a:lnTo>
                    <a:pt x="4326" y="13438"/>
                  </a:lnTo>
                  <a:lnTo>
                    <a:pt x="4789" y="13477"/>
                  </a:lnTo>
                  <a:lnTo>
                    <a:pt x="4519" y="13747"/>
                  </a:lnTo>
                  <a:lnTo>
                    <a:pt x="4287" y="13979"/>
                  </a:lnTo>
                  <a:lnTo>
                    <a:pt x="4094" y="14288"/>
                  </a:lnTo>
                  <a:lnTo>
                    <a:pt x="3940" y="14596"/>
                  </a:lnTo>
                  <a:lnTo>
                    <a:pt x="3785" y="14288"/>
                  </a:lnTo>
                  <a:lnTo>
                    <a:pt x="3631" y="14017"/>
                  </a:lnTo>
                  <a:lnTo>
                    <a:pt x="3438" y="13747"/>
                  </a:lnTo>
                  <a:lnTo>
                    <a:pt x="3206" y="13477"/>
                  </a:lnTo>
                  <a:lnTo>
                    <a:pt x="3129" y="13438"/>
                  </a:lnTo>
                  <a:lnTo>
                    <a:pt x="3051" y="13438"/>
                  </a:lnTo>
                  <a:lnTo>
                    <a:pt x="2974" y="13477"/>
                  </a:lnTo>
                  <a:lnTo>
                    <a:pt x="2897" y="13593"/>
                  </a:lnTo>
                  <a:lnTo>
                    <a:pt x="2588" y="14326"/>
                  </a:lnTo>
                  <a:lnTo>
                    <a:pt x="2241" y="15098"/>
                  </a:lnTo>
                  <a:lnTo>
                    <a:pt x="2202" y="15176"/>
                  </a:lnTo>
                  <a:lnTo>
                    <a:pt x="2202" y="15253"/>
                  </a:lnTo>
                  <a:lnTo>
                    <a:pt x="2241" y="15330"/>
                  </a:lnTo>
                  <a:lnTo>
                    <a:pt x="2318" y="15369"/>
                  </a:lnTo>
                  <a:lnTo>
                    <a:pt x="2665" y="15407"/>
                  </a:lnTo>
                  <a:lnTo>
                    <a:pt x="3013" y="15407"/>
                  </a:lnTo>
                  <a:lnTo>
                    <a:pt x="3360" y="15369"/>
                  </a:lnTo>
                  <a:lnTo>
                    <a:pt x="3669" y="15253"/>
                  </a:lnTo>
                  <a:lnTo>
                    <a:pt x="3669" y="15253"/>
                  </a:lnTo>
                  <a:lnTo>
                    <a:pt x="3631" y="15562"/>
                  </a:lnTo>
                  <a:lnTo>
                    <a:pt x="3592" y="15909"/>
                  </a:lnTo>
                  <a:lnTo>
                    <a:pt x="3631" y="16141"/>
                  </a:lnTo>
                  <a:lnTo>
                    <a:pt x="3669" y="16373"/>
                  </a:lnTo>
                  <a:lnTo>
                    <a:pt x="3785" y="16798"/>
                  </a:lnTo>
                  <a:lnTo>
                    <a:pt x="4017" y="17184"/>
                  </a:lnTo>
                  <a:lnTo>
                    <a:pt x="4287" y="17570"/>
                  </a:lnTo>
                  <a:lnTo>
                    <a:pt x="3245" y="17570"/>
                  </a:lnTo>
                  <a:lnTo>
                    <a:pt x="3167" y="17608"/>
                  </a:lnTo>
                  <a:lnTo>
                    <a:pt x="3090" y="17647"/>
                  </a:lnTo>
                  <a:lnTo>
                    <a:pt x="3051" y="17763"/>
                  </a:lnTo>
                  <a:lnTo>
                    <a:pt x="3090" y="17840"/>
                  </a:lnTo>
                  <a:lnTo>
                    <a:pt x="3322" y="18265"/>
                  </a:lnTo>
                  <a:lnTo>
                    <a:pt x="3592" y="18612"/>
                  </a:lnTo>
                  <a:lnTo>
                    <a:pt x="3901" y="18960"/>
                  </a:lnTo>
                  <a:lnTo>
                    <a:pt x="4249" y="19307"/>
                  </a:lnTo>
                  <a:lnTo>
                    <a:pt x="4326" y="19346"/>
                  </a:lnTo>
                  <a:lnTo>
                    <a:pt x="4442" y="19346"/>
                  </a:lnTo>
                  <a:lnTo>
                    <a:pt x="4519" y="19307"/>
                  </a:lnTo>
                  <a:lnTo>
                    <a:pt x="4557" y="19230"/>
                  </a:lnTo>
                  <a:lnTo>
                    <a:pt x="4751" y="18767"/>
                  </a:lnTo>
                  <a:lnTo>
                    <a:pt x="4828" y="18497"/>
                  </a:lnTo>
                  <a:lnTo>
                    <a:pt x="4905" y="18265"/>
                  </a:lnTo>
                  <a:lnTo>
                    <a:pt x="5021" y="18381"/>
                  </a:lnTo>
                  <a:lnTo>
                    <a:pt x="5446" y="18883"/>
                  </a:lnTo>
                  <a:lnTo>
                    <a:pt x="5793" y="19385"/>
                  </a:lnTo>
                  <a:lnTo>
                    <a:pt x="6063" y="19964"/>
                  </a:lnTo>
                  <a:lnTo>
                    <a:pt x="6257" y="20543"/>
                  </a:lnTo>
                  <a:lnTo>
                    <a:pt x="5253" y="19964"/>
                  </a:lnTo>
                  <a:lnTo>
                    <a:pt x="5175" y="19925"/>
                  </a:lnTo>
                  <a:lnTo>
                    <a:pt x="5098" y="19925"/>
                  </a:lnTo>
                  <a:lnTo>
                    <a:pt x="5021" y="20003"/>
                  </a:lnTo>
                  <a:lnTo>
                    <a:pt x="4982" y="20041"/>
                  </a:lnTo>
                  <a:lnTo>
                    <a:pt x="4944" y="20582"/>
                  </a:lnTo>
                  <a:lnTo>
                    <a:pt x="4944" y="21084"/>
                  </a:lnTo>
                  <a:lnTo>
                    <a:pt x="4982" y="21586"/>
                  </a:lnTo>
                  <a:lnTo>
                    <a:pt x="5059" y="22088"/>
                  </a:lnTo>
                  <a:lnTo>
                    <a:pt x="5098" y="22204"/>
                  </a:lnTo>
                  <a:lnTo>
                    <a:pt x="5214" y="22242"/>
                  </a:lnTo>
                  <a:lnTo>
                    <a:pt x="5291" y="22242"/>
                  </a:lnTo>
                  <a:lnTo>
                    <a:pt x="5368" y="22165"/>
                  </a:lnTo>
                  <a:lnTo>
                    <a:pt x="5870" y="21663"/>
                  </a:lnTo>
                  <a:lnTo>
                    <a:pt x="6372" y="21161"/>
                  </a:lnTo>
                  <a:lnTo>
                    <a:pt x="6411" y="21547"/>
                  </a:lnTo>
                  <a:lnTo>
                    <a:pt x="6372" y="21933"/>
                  </a:lnTo>
                  <a:lnTo>
                    <a:pt x="6295" y="22474"/>
                  </a:lnTo>
                  <a:lnTo>
                    <a:pt x="6102" y="23053"/>
                  </a:lnTo>
                  <a:lnTo>
                    <a:pt x="5870" y="23671"/>
                  </a:lnTo>
                  <a:lnTo>
                    <a:pt x="5677" y="23941"/>
                  </a:lnTo>
                  <a:lnTo>
                    <a:pt x="5523" y="24173"/>
                  </a:lnTo>
                  <a:lnTo>
                    <a:pt x="5330" y="24405"/>
                  </a:lnTo>
                  <a:lnTo>
                    <a:pt x="5098" y="24598"/>
                  </a:lnTo>
                  <a:lnTo>
                    <a:pt x="4866" y="24752"/>
                  </a:lnTo>
                  <a:lnTo>
                    <a:pt x="4635" y="24868"/>
                  </a:lnTo>
                  <a:lnTo>
                    <a:pt x="4364" y="24945"/>
                  </a:lnTo>
                  <a:lnTo>
                    <a:pt x="4094" y="24907"/>
                  </a:lnTo>
                  <a:lnTo>
                    <a:pt x="3785" y="24868"/>
                  </a:lnTo>
                  <a:lnTo>
                    <a:pt x="3476" y="24714"/>
                  </a:lnTo>
                  <a:lnTo>
                    <a:pt x="3399" y="24675"/>
                  </a:lnTo>
                  <a:lnTo>
                    <a:pt x="3360" y="24675"/>
                  </a:lnTo>
                  <a:lnTo>
                    <a:pt x="3283" y="24752"/>
                  </a:lnTo>
                  <a:lnTo>
                    <a:pt x="3245" y="24868"/>
                  </a:lnTo>
                  <a:lnTo>
                    <a:pt x="3245" y="24907"/>
                  </a:lnTo>
                  <a:lnTo>
                    <a:pt x="3283" y="24945"/>
                  </a:lnTo>
                  <a:lnTo>
                    <a:pt x="3438" y="25100"/>
                  </a:lnTo>
                  <a:lnTo>
                    <a:pt x="3592" y="25216"/>
                  </a:lnTo>
                  <a:lnTo>
                    <a:pt x="3785" y="25293"/>
                  </a:lnTo>
                  <a:lnTo>
                    <a:pt x="3940" y="25331"/>
                  </a:lnTo>
                  <a:lnTo>
                    <a:pt x="4133" y="25370"/>
                  </a:lnTo>
                  <a:lnTo>
                    <a:pt x="4287" y="25370"/>
                  </a:lnTo>
                  <a:lnTo>
                    <a:pt x="4635" y="25293"/>
                  </a:lnTo>
                  <a:lnTo>
                    <a:pt x="4982" y="25138"/>
                  </a:lnTo>
                  <a:lnTo>
                    <a:pt x="5330" y="24945"/>
                  </a:lnTo>
                  <a:lnTo>
                    <a:pt x="5600" y="24714"/>
                  </a:lnTo>
                  <a:lnTo>
                    <a:pt x="5870" y="24443"/>
                  </a:lnTo>
                  <a:lnTo>
                    <a:pt x="6141" y="24057"/>
                  </a:lnTo>
                  <a:lnTo>
                    <a:pt x="6334" y="23671"/>
                  </a:lnTo>
                  <a:lnTo>
                    <a:pt x="6527" y="23285"/>
                  </a:lnTo>
                  <a:lnTo>
                    <a:pt x="6643" y="22860"/>
                  </a:lnTo>
                  <a:lnTo>
                    <a:pt x="6759" y="22435"/>
                  </a:lnTo>
                  <a:lnTo>
                    <a:pt x="6797" y="21972"/>
                  </a:lnTo>
                  <a:lnTo>
                    <a:pt x="6836" y="21547"/>
                  </a:lnTo>
                  <a:lnTo>
                    <a:pt x="6797" y="21084"/>
                  </a:lnTo>
                  <a:lnTo>
                    <a:pt x="7763" y="21933"/>
                  </a:lnTo>
                  <a:lnTo>
                    <a:pt x="7840" y="21972"/>
                  </a:lnTo>
                  <a:lnTo>
                    <a:pt x="7917" y="21972"/>
                  </a:lnTo>
                  <a:lnTo>
                    <a:pt x="7994" y="21933"/>
                  </a:lnTo>
                  <a:lnTo>
                    <a:pt x="8071" y="21856"/>
                  </a:lnTo>
                  <a:lnTo>
                    <a:pt x="8149" y="21354"/>
                  </a:lnTo>
                  <a:lnTo>
                    <a:pt x="8226" y="20852"/>
                  </a:lnTo>
                  <a:lnTo>
                    <a:pt x="8303" y="19809"/>
                  </a:lnTo>
                  <a:lnTo>
                    <a:pt x="8303" y="19732"/>
                  </a:lnTo>
                  <a:lnTo>
                    <a:pt x="8265" y="19694"/>
                  </a:lnTo>
                  <a:lnTo>
                    <a:pt x="8187" y="19655"/>
                  </a:lnTo>
                  <a:lnTo>
                    <a:pt x="8149" y="19616"/>
                  </a:lnTo>
                  <a:lnTo>
                    <a:pt x="7724" y="19655"/>
                  </a:lnTo>
                  <a:lnTo>
                    <a:pt x="7299" y="19732"/>
                  </a:lnTo>
                  <a:lnTo>
                    <a:pt x="6952" y="19848"/>
                  </a:lnTo>
                  <a:lnTo>
                    <a:pt x="6604" y="20080"/>
                  </a:lnTo>
                  <a:lnTo>
                    <a:pt x="6334" y="19539"/>
                  </a:lnTo>
                  <a:lnTo>
                    <a:pt x="6025" y="18999"/>
                  </a:lnTo>
                  <a:lnTo>
                    <a:pt x="5677" y="18497"/>
                  </a:lnTo>
                  <a:lnTo>
                    <a:pt x="5253" y="18033"/>
                  </a:lnTo>
                  <a:lnTo>
                    <a:pt x="5214" y="17995"/>
                  </a:lnTo>
                  <a:lnTo>
                    <a:pt x="5716" y="17956"/>
                  </a:lnTo>
                  <a:lnTo>
                    <a:pt x="6179" y="17879"/>
                  </a:lnTo>
                  <a:lnTo>
                    <a:pt x="6257" y="17840"/>
                  </a:lnTo>
                  <a:lnTo>
                    <a:pt x="6295" y="17763"/>
                  </a:lnTo>
                  <a:lnTo>
                    <a:pt x="6295" y="17686"/>
                  </a:lnTo>
                  <a:lnTo>
                    <a:pt x="6257" y="17608"/>
                  </a:lnTo>
                  <a:lnTo>
                    <a:pt x="6102" y="17261"/>
                  </a:lnTo>
                  <a:lnTo>
                    <a:pt x="5870" y="16952"/>
                  </a:lnTo>
                  <a:lnTo>
                    <a:pt x="5639" y="16682"/>
                  </a:lnTo>
                  <a:lnTo>
                    <a:pt x="5368" y="16411"/>
                  </a:lnTo>
                  <a:lnTo>
                    <a:pt x="5291" y="16373"/>
                  </a:lnTo>
                  <a:lnTo>
                    <a:pt x="5793" y="14674"/>
                  </a:lnTo>
                  <a:lnTo>
                    <a:pt x="5793" y="14558"/>
                  </a:lnTo>
                  <a:lnTo>
                    <a:pt x="5755" y="14481"/>
                  </a:lnTo>
                  <a:lnTo>
                    <a:pt x="5677" y="14442"/>
                  </a:lnTo>
                  <a:lnTo>
                    <a:pt x="5561" y="14442"/>
                  </a:lnTo>
                  <a:lnTo>
                    <a:pt x="4326" y="14674"/>
                  </a:lnTo>
                  <a:lnTo>
                    <a:pt x="4326" y="14674"/>
                  </a:lnTo>
                  <a:lnTo>
                    <a:pt x="4519" y="14326"/>
                  </a:lnTo>
                  <a:lnTo>
                    <a:pt x="4751" y="14056"/>
                  </a:lnTo>
                  <a:lnTo>
                    <a:pt x="4982" y="13786"/>
                  </a:lnTo>
                  <a:lnTo>
                    <a:pt x="5214" y="13515"/>
                  </a:lnTo>
                  <a:lnTo>
                    <a:pt x="5870" y="13554"/>
                  </a:lnTo>
                  <a:lnTo>
                    <a:pt x="5986" y="13515"/>
                  </a:lnTo>
                  <a:lnTo>
                    <a:pt x="6025" y="13438"/>
                  </a:lnTo>
                  <a:lnTo>
                    <a:pt x="6063" y="13361"/>
                  </a:lnTo>
                  <a:lnTo>
                    <a:pt x="6025" y="13245"/>
                  </a:lnTo>
                  <a:lnTo>
                    <a:pt x="5832" y="12820"/>
                  </a:lnTo>
                  <a:lnTo>
                    <a:pt x="5561" y="12434"/>
                  </a:lnTo>
                  <a:lnTo>
                    <a:pt x="6257" y="11893"/>
                  </a:lnTo>
                  <a:lnTo>
                    <a:pt x="6913" y="11276"/>
                  </a:lnTo>
                  <a:lnTo>
                    <a:pt x="7531" y="10619"/>
                  </a:lnTo>
                  <a:lnTo>
                    <a:pt x="8110" y="9885"/>
                  </a:lnTo>
                  <a:lnTo>
                    <a:pt x="8573" y="9152"/>
                  </a:lnTo>
                  <a:lnTo>
                    <a:pt x="8805" y="8766"/>
                  </a:lnTo>
                  <a:lnTo>
                    <a:pt x="8998" y="8341"/>
                  </a:lnTo>
                  <a:lnTo>
                    <a:pt x="9153" y="7916"/>
                  </a:lnTo>
                  <a:lnTo>
                    <a:pt x="9307" y="7491"/>
                  </a:lnTo>
                  <a:lnTo>
                    <a:pt x="9423" y="7067"/>
                  </a:lnTo>
                  <a:lnTo>
                    <a:pt x="9500" y="6642"/>
                  </a:lnTo>
                  <a:lnTo>
                    <a:pt x="9577" y="6217"/>
                  </a:lnTo>
                  <a:lnTo>
                    <a:pt x="9616" y="5754"/>
                  </a:lnTo>
                  <a:lnTo>
                    <a:pt x="9616" y="5329"/>
                  </a:lnTo>
                  <a:lnTo>
                    <a:pt x="9577" y="4904"/>
                  </a:lnTo>
                  <a:lnTo>
                    <a:pt x="9539" y="4479"/>
                  </a:lnTo>
                  <a:lnTo>
                    <a:pt x="9462" y="4093"/>
                  </a:lnTo>
                  <a:lnTo>
                    <a:pt x="9346" y="3669"/>
                  </a:lnTo>
                  <a:lnTo>
                    <a:pt x="9230" y="3282"/>
                  </a:lnTo>
                  <a:lnTo>
                    <a:pt x="9037" y="2896"/>
                  </a:lnTo>
                  <a:lnTo>
                    <a:pt x="8882" y="2510"/>
                  </a:lnTo>
                  <a:lnTo>
                    <a:pt x="8651" y="2163"/>
                  </a:lnTo>
                  <a:lnTo>
                    <a:pt x="8380" y="1815"/>
                  </a:lnTo>
                  <a:lnTo>
                    <a:pt x="8110" y="1506"/>
                  </a:lnTo>
                  <a:lnTo>
                    <a:pt x="7801" y="1197"/>
                  </a:lnTo>
                  <a:lnTo>
                    <a:pt x="7492" y="927"/>
                  </a:lnTo>
                  <a:lnTo>
                    <a:pt x="7106" y="695"/>
                  </a:lnTo>
                  <a:lnTo>
                    <a:pt x="6759" y="502"/>
                  </a:lnTo>
                  <a:lnTo>
                    <a:pt x="6411" y="348"/>
                  </a:lnTo>
                  <a:lnTo>
                    <a:pt x="6025" y="193"/>
                  </a:lnTo>
                  <a:lnTo>
                    <a:pt x="5639" y="116"/>
                  </a:lnTo>
                  <a:lnTo>
                    <a:pt x="5291" y="3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3031900" y="427125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4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8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1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9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5"/>
                  </a:lnTo>
                  <a:lnTo>
                    <a:pt x="1159" y="541"/>
                  </a:lnTo>
                  <a:lnTo>
                    <a:pt x="1352" y="426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9"/>
                  </a:lnTo>
                  <a:lnTo>
                    <a:pt x="309" y="928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6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3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4"/>
                  </a:lnTo>
                  <a:lnTo>
                    <a:pt x="1468" y="4017"/>
                  </a:lnTo>
                  <a:lnTo>
                    <a:pt x="1661" y="4094"/>
                  </a:lnTo>
                  <a:lnTo>
                    <a:pt x="1893" y="4133"/>
                  </a:lnTo>
                  <a:lnTo>
                    <a:pt x="2317" y="4133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3"/>
                  </a:lnTo>
                  <a:lnTo>
                    <a:pt x="4171" y="1430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7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5567925" y="4274150"/>
              <a:ext cx="67600" cy="76300"/>
            </a:xfrm>
            <a:custGeom>
              <a:avLst/>
              <a:gdLst/>
              <a:ahLst/>
              <a:cxnLst/>
              <a:rect l="l" t="t" r="r" b="b"/>
              <a:pathLst>
                <a:path w="2704" h="3052" extrusionOk="0">
                  <a:moveTo>
                    <a:pt x="1159" y="425"/>
                  </a:moveTo>
                  <a:lnTo>
                    <a:pt x="1429" y="503"/>
                  </a:lnTo>
                  <a:lnTo>
                    <a:pt x="1661" y="619"/>
                  </a:lnTo>
                  <a:lnTo>
                    <a:pt x="1854" y="773"/>
                  </a:lnTo>
                  <a:lnTo>
                    <a:pt x="2009" y="966"/>
                  </a:lnTo>
                  <a:lnTo>
                    <a:pt x="2124" y="1121"/>
                  </a:lnTo>
                  <a:lnTo>
                    <a:pt x="2202" y="1314"/>
                  </a:lnTo>
                  <a:lnTo>
                    <a:pt x="2318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5"/>
                  </a:lnTo>
                  <a:lnTo>
                    <a:pt x="2047" y="2279"/>
                  </a:lnTo>
                  <a:lnTo>
                    <a:pt x="1623" y="2047"/>
                  </a:lnTo>
                  <a:lnTo>
                    <a:pt x="1236" y="1893"/>
                  </a:lnTo>
                  <a:lnTo>
                    <a:pt x="1005" y="1777"/>
                  </a:lnTo>
                  <a:lnTo>
                    <a:pt x="812" y="1661"/>
                  </a:lnTo>
                  <a:lnTo>
                    <a:pt x="619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2"/>
                  </a:lnTo>
                  <a:lnTo>
                    <a:pt x="541" y="657"/>
                  </a:lnTo>
                  <a:lnTo>
                    <a:pt x="619" y="580"/>
                  </a:lnTo>
                  <a:lnTo>
                    <a:pt x="696" y="503"/>
                  </a:lnTo>
                  <a:lnTo>
                    <a:pt x="812" y="464"/>
                  </a:lnTo>
                  <a:lnTo>
                    <a:pt x="927" y="425"/>
                  </a:lnTo>
                  <a:close/>
                  <a:moveTo>
                    <a:pt x="1005" y="1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4" y="425"/>
                  </a:lnTo>
                  <a:lnTo>
                    <a:pt x="78" y="619"/>
                  </a:lnTo>
                  <a:lnTo>
                    <a:pt x="1" y="812"/>
                  </a:lnTo>
                  <a:lnTo>
                    <a:pt x="1" y="1005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3"/>
                  </a:lnTo>
                  <a:lnTo>
                    <a:pt x="387" y="1854"/>
                  </a:lnTo>
                  <a:lnTo>
                    <a:pt x="619" y="2047"/>
                  </a:lnTo>
                  <a:lnTo>
                    <a:pt x="889" y="2202"/>
                  </a:lnTo>
                  <a:lnTo>
                    <a:pt x="1198" y="2318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9" y="2742"/>
                  </a:lnTo>
                  <a:lnTo>
                    <a:pt x="2202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1" y="3013"/>
                  </a:lnTo>
                  <a:lnTo>
                    <a:pt x="2588" y="2974"/>
                  </a:lnTo>
                  <a:lnTo>
                    <a:pt x="2626" y="2897"/>
                  </a:lnTo>
                  <a:lnTo>
                    <a:pt x="2704" y="2318"/>
                  </a:lnTo>
                  <a:lnTo>
                    <a:pt x="2704" y="2009"/>
                  </a:lnTo>
                  <a:lnTo>
                    <a:pt x="2704" y="1700"/>
                  </a:lnTo>
                  <a:lnTo>
                    <a:pt x="2626" y="1429"/>
                  </a:lnTo>
                  <a:lnTo>
                    <a:pt x="2549" y="1121"/>
                  </a:lnTo>
                  <a:lnTo>
                    <a:pt x="2433" y="850"/>
                  </a:lnTo>
                  <a:lnTo>
                    <a:pt x="2279" y="580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700" y="117"/>
                  </a:lnTo>
                  <a:lnTo>
                    <a:pt x="1507" y="39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2254775" y="4312775"/>
              <a:ext cx="326325" cy="190200"/>
            </a:xfrm>
            <a:custGeom>
              <a:avLst/>
              <a:gdLst/>
              <a:ahLst/>
              <a:cxnLst/>
              <a:rect l="l" t="t" r="r" b="b"/>
              <a:pathLst>
                <a:path w="13053" h="7608" extrusionOk="0">
                  <a:moveTo>
                    <a:pt x="8920" y="271"/>
                  </a:moveTo>
                  <a:lnTo>
                    <a:pt x="9036" y="348"/>
                  </a:lnTo>
                  <a:lnTo>
                    <a:pt x="9191" y="464"/>
                  </a:lnTo>
                  <a:lnTo>
                    <a:pt x="9307" y="618"/>
                  </a:lnTo>
                  <a:lnTo>
                    <a:pt x="9384" y="657"/>
                  </a:lnTo>
                  <a:lnTo>
                    <a:pt x="9422" y="966"/>
                  </a:lnTo>
                  <a:lnTo>
                    <a:pt x="9422" y="1275"/>
                  </a:lnTo>
                  <a:lnTo>
                    <a:pt x="9345" y="1545"/>
                  </a:lnTo>
                  <a:lnTo>
                    <a:pt x="9229" y="1815"/>
                  </a:lnTo>
                  <a:lnTo>
                    <a:pt x="9036" y="2085"/>
                  </a:lnTo>
                  <a:lnTo>
                    <a:pt x="8882" y="2317"/>
                  </a:lnTo>
                  <a:lnTo>
                    <a:pt x="8457" y="2781"/>
                  </a:lnTo>
                  <a:lnTo>
                    <a:pt x="6990" y="4441"/>
                  </a:lnTo>
                  <a:lnTo>
                    <a:pt x="6835" y="4441"/>
                  </a:lnTo>
                  <a:lnTo>
                    <a:pt x="7106" y="3476"/>
                  </a:lnTo>
                  <a:lnTo>
                    <a:pt x="7415" y="2549"/>
                  </a:lnTo>
                  <a:lnTo>
                    <a:pt x="7801" y="1506"/>
                  </a:lnTo>
                  <a:lnTo>
                    <a:pt x="8032" y="1043"/>
                  </a:lnTo>
                  <a:lnTo>
                    <a:pt x="8187" y="773"/>
                  </a:lnTo>
                  <a:lnTo>
                    <a:pt x="8380" y="502"/>
                  </a:lnTo>
                  <a:lnTo>
                    <a:pt x="8573" y="348"/>
                  </a:lnTo>
                  <a:lnTo>
                    <a:pt x="8689" y="271"/>
                  </a:lnTo>
                  <a:close/>
                  <a:moveTo>
                    <a:pt x="2124" y="4441"/>
                  </a:moveTo>
                  <a:lnTo>
                    <a:pt x="2974" y="4557"/>
                  </a:lnTo>
                  <a:lnTo>
                    <a:pt x="3823" y="4711"/>
                  </a:lnTo>
                  <a:lnTo>
                    <a:pt x="4905" y="4866"/>
                  </a:lnTo>
                  <a:lnTo>
                    <a:pt x="5407" y="4943"/>
                  </a:lnTo>
                  <a:lnTo>
                    <a:pt x="5947" y="4982"/>
                  </a:lnTo>
                  <a:lnTo>
                    <a:pt x="4673" y="5213"/>
                  </a:lnTo>
                  <a:lnTo>
                    <a:pt x="3399" y="5406"/>
                  </a:lnTo>
                  <a:lnTo>
                    <a:pt x="2703" y="5484"/>
                  </a:lnTo>
                  <a:lnTo>
                    <a:pt x="1622" y="5484"/>
                  </a:lnTo>
                  <a:lnTo>
                    <a:pt x="1236" y="5445"/>
                  </a:lnTo>
                  <a:lnTo>
                    <a:pt x="966" y="5368"/>
                  </a:lnTo>
                  <a:lnTo>
                    <a:pt x="773" y="5291"/>
                  </a:lnTo>
                  <a:lnTo>
                    <a:pt x="696" y="5213"/>
                  </a:lnTo>
                  <a:lnTo>
                    <a:pt x="657" y="5097"/>
                  </a:lnTo>
                  <a:lnTo>
                    <a:pt x="657" y="4982"/>
                  </a:lnTo>
                  <a:lnTo>
                    <a:pt x="696" y="4827"/>
                  </a:lnTo>
                  <a:lnTo>
                    <a:pt x="734" y="4673"/>
                  </a:lnTo>
                  <a:lnTo>
                    <a:pt x="811" y="4557"/>
                  </a:lnTo>
                  <a:lnTo>
                    <a:pt x="889" y="4480"/>
                  </a:lnTo>
                  <a:lnTo>
                    <a:pt x="966" y="4441"/>
                  </a:lnTo>
                  <a:close/>
                  <a:moveTo>
                    <a:pt x="7183" y="4866"/>
                  </a:moveTo>
                  <a:lnTo>
                    <a:pt x="8380" y="5097"/>
                  </a:lnTo>
                  <a:lnTo>
                    <a:pt x="9616" y="5406"/>
                  </a:lnTo>
                  <a:lnTo>
                    <a:pt x="10272" y="5599"/>
                  </a:lnTo>
                  <a:lnTo>
                    <a:pt x="10967" y="5792"/>
                  </a:lnTo>
                  <a:lnTo>
                    <a:pt x="11662" y="6024"/>
                  </a:lnTo>
                  <a:lnTo>
                    <a:pt x="12087" y="6217"/>
                  </a:lnTo>
                  <a:lnTo>
                    <a:pt x="12203" y="6256"/>
                  </a:lnTo>
                  <a:lnTo>
                    <a:pt x="12319" y="6333"/>
                  </a:lnTo>
                  <a:lnTo>
                    <a:pt x="12396" y="6410"/>
                  </a:lnTo>
                  <a:lnTo>
                    <a:pt x="12434" y="6526"/>
                  </a:lnTo>
                  <a:lnTo>
                    <a:pt x="12473" y="6642"/>
                  </a:lnTo>
                  <a:lnTo>
                    <a:pt x="12473" y="6796"/>
                  </a:lnTo>
                  <a:lnTo>
                    <a:pt x="12396" y="7144"/>
                  </a:lnTo>
                  <a:lnTo>
                    <a:pt x="12241" y="7183"/>
                  </a:lnTo>
                  <a:lnTo>
                    <a:pt x="12010" y="7221"/>
                  </a:lnTo>
                  <a:lnTo>
                    <a:pt x="11817" y="7183"/>
                  </a:lnTo>
                  <a:lnTo>
                    <a:pt x="11585" y="7144"/>
                  </a:lnTo>
                  <a:lnTo>
                    <a:pt x="11122" y="7028"/>
                  </a:lnTo>
                  <a:lnTo>
                    <a:pt x="10735" y="6874"/>
                  </a:lnTo>
                  <a:lnTo>
                    <a:pt x="10002" y="6603"/>
                  </a:lnTo>
                  <a:lnTo>
                    <a:pt x="9307" y="6256"/>
                  </a:lnTo>
                  <a:lnTo>
                    <a:pt x="8766" y="5947"/>
                  </a:lnTo>
                  <a:lnTo>
                    <a:pt x="8225" y="5599"/>
                  </a:lnTo>
                  <a:lnTo>
                    <a:pt x="7183" y="4866"/>
                  </a:lnTo>
                  <a:close/>
                  <a:moveTo>
                    <a:pt x="8805" y="0"/>
                  </a:moveTo>
                  <a:lnTo>
                    <a:pt x="8573" y="39"/>
                  </a:lnTo>
                  <a:lnTo>
                    <a:pt x="8341" y="155"/>
                  </a:lnTo>
                  <a:lnTo>
                    <a:pt x="8110" y="271"/>
                  </a:lnTo>
                  <a:lnTo>
                    <a:pt x="7955" y="464"/>
                  </a:lnTo>
                  <a:lnTo>
                    <a:pt x="7723" y="850"/>
                  </a:lnTo>
                  <a:lnTo>
                    <a:pt x="7492" y="1275"/>
                  </a:lnTo>
                  <a:lnTo>
                    <a:pt x="7183" y="2201"/>
                  </a:lnTo>
                  <a:lnTo>
                    <a:pt x="6835" y="3321"/>
                  </a:lnTo>
                  <a:lnTo>
                    <a:pt x="6719" y="3862"/>
                  </a:lnTo>
                  <a:lnTo>
                    <a:pt x="6604" y="4441"/>
                  </a:lnTo>
                  <a:lnTo>
                    <a:pt x="6526" y="4518"/>
                  </a:lnTo>
                  <a:lnTo>
                    <a:pt x="6526" y="4634"/>
                  </a:lnTo>
                  <a:lnTo>
                    <a:pt x="5947" y="4595"/>
                  </a:lnTo>
                  <a:lnTo>
                    <a:pt x="5407" y="4557"/>
                  </a:lnTo>
                  <a:lnTo>
                    <a:pt x="4325" y="4402"/>
                  </a:lnTo>
                  <a:lnTo>
                    <a:pt x="3244" y="4209"/>
                  </a:lnTo>
                  <a:lnTo>
                    <a:pt x="2703" y="4132"/>
                  </a:lnTo>
                  <a:lnTo>
                    <a:pt x="2124" y="4093"/>
                  </a:lnTo>
                  <a:lnTo>
                    <a:pt x="1545" y="4055"/>
                  </a:lnTo>
                  <a:lnTo>
                    <a:pt x="1159" y="4055"/>
                  </a:lnTo>
                  <a:lnTo>
                    <a:pt x="773" y="4093"/>
                  </a:lnTo>
                  <a:lnTo>
                    <a:pt x="425" y="4209"/>
                  </a:lnTo>
                  <a:lnTo>
                    <a:pt x="271" y="4287"/>
                  </a:lnTo>
                  <a:lnTo>
                    <a:pt x="155" y="4364"/>
                  </a:lnTo>
                  <a:lnTo>
                    <a:pt x="78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4982"/>
                  </a:lnTo>
                  <a:lnTo>
                    <a:pt x="78" y="5136"/>
                  </a:lnTo>
                  <a:lnTo>
                    <a:pt x="155" y="5252"/>
                  </a:lnTo>
                  <a:lnTo>
                    <a:pt x="232" y="5406"/>
                  </a:lnTo>
                  <a:lnTo>
                    <a:pt x="348" y="5522"/>
                  </a:lnTo>
                  <a:lnTo>
                    <a:pt x="618" y="5677"/>
                  </a:lnTo>
                  <a:lnTo>
                    <a:pt x="927" y="5792"/>
                  </a:lnTo>
                  <a:lnTo>
                    <a:pt x="1275" y="5870"/>
                  </a:lnTo>
                  <a:lnTo>
                    <a:pt x="1622" y="5908"/>
                  </a:lnTo>
                  <a:lnTo>
                    <a:pt x="2240" y="5908"/>
                  </a:lnTo>
                  <a:lnTo>
                    <a:pt x="3360" y="5831"/>
                  </a:lnTo>
                  <a:lnTo>
                    <a:pt x="4441" y="5715"/>
                  </a:lnTo>
                  <a:lnTo>
                    <a:pt x="5561" y="5484"/>
                  </a:lnTo>
                  <a:lnTo>
                    <a:pt x="6102" y="5329"/>
                  </a:lnTo>
                  <a:lnTo>
                    <a:pt x="6604" y="5136"/>
                  </a:lnTo>
                  <a:lnTo>
                    <a:pt x="6604" y="5175"/>
                  </a:lnTo>
                  <a:lnTo>
                    <a:pt x="6642" y="5599"/>
                  </a:lnTo>
                  <a:lnTo>
                    <a:pt x="6681" y="5792"/>
                  </a:lnTo>
                  <a:lnTo>
                    <a:pt x="6758" y="5986"/>
                  </a:lnTo>
                  <a:lnTo>
                    <a:pt x="7028" y="6024"/>
                  </a:lnTo>
                  <a:lnTo>
                    <a:pt x="7028" y="5986"/>
                  </a:lnTo>
                  <a:lnTo>
                    <a:pt x="6951" y="5599"/>
                  </a:lnTo>
                  <a:lnTo>
                    <a:pt x="6951" y="5406"/>
                  </a:lnTo>
                  <a:lnTo>
                    <a:pt x="6990" y="5213"/>
                  </a:lnTo>
                  <a:lnTo>
                    <a:pt x="7028" y="5175"/>
                  </a:lnTo>
                  <a:lnTo>
                    <a:pt x="7723" y="5754"/>
                  </a:lnTo>
                  <a:lnTo>
                    <a:pt x="8496" y="6256"/>
                  </a:lnTo>
                  <a:lnTo>
                    <a:pt x="9307" y="6681"/>
                  </a:lnTo>
                  <a:lnTo>
                    <a:pt x="10118" y="7067"/>
                  </a:lnTo>
                  <a:lnTo>
                    <a:pt x="10774" y="7337"/>
                  </a:lnTo>
                  <a:lnTo>
                    <a:pt x="11237" y="7453"/>
                  </a:lnTo>
                  <a:lnTo>
                    <a:pt x="11662" y="7569"/>
                  </a:lnTo>
                  <a:lnTo>
                    <a:pt x="12126" y="7607"/>
                  </a:lnTo>
                  <a:lnTo>
                    <a:pt x="12319" y="7569"/>
                  </a:lnTo>
                  <a:lnTo>
                    <a:pt x="12512" y="7530"/>
                  </a:lnTo>
                  <a:lnTo>
                    <a:pt x="12666" y="7453"/>
                  </a:lnTo>
                  <a:lnTo>
                    <a:pt x="12821" y="7376"/>
                  </a:lnTo>
                  <a:lnTo>
                    <a:pt x="12936" y="7221"/>
                  </a:lnTo>
                  <a:lnTo>
                    <a:pt x="13014" y="7028"/>
                  </a:lnTo>
                  <a:lnTo>
                    <a:pt x="13052" y="6874"/>
                  </a:lnTo>
                  <a:lnTo>
                    <a:pt x="13052" y="6719"/>
                  </a:lnTo>
                  <a:lnTo>
                    <a:pt x="13014" y="6565"/>
                  </a:lnTo>
                  <a:lnTo>
                    <a:pt x="12975" y="6449"/>
                  </a:lnTo>
                  <a:lnTo>
                    <a:pt x="12898" y="6333"/>
                  </a:lnTo>
                  <a:lnTo>
                    <a:pt x="12782" y="6217"/>
                  </a:lnTo>
                  <a:lnTo>
                    <a:pt x="12512" y="6024"/>
                  </a:lnTo>
                  <a:lnTo>
                    <a:pt x="12241" y="5870"/>
                  </a:lnTo>
                  <a:lnTo>
                    <a:pt x="11894" y="5715"/>
                  </a:lnTo>
                  <a:lnTo>
                    <a:pt x="11353" y="5522"/>
                  </a:lnTo>
                  <a:lnTo>
                    <a:pt x="10388" y="5213"/>
                  </a:lnTo>
                  <a:lnTo>
                    <a:pt x="9384" y="4943"/>
                  </a:lnTo>
                  <a:lnTo>
                    <a:pt x="8380" y="4711"/>
                  </a:lnTo>
                  <a:lnTo>
                    <a:pt x="7376" y="4518"/>
                  </a:lnTo>
                  <a:lnTo>
                    <a:pt x="8418" y="3437"/>
                  </a:lnTo>
                  <a:lnTo>
                    <a:pt x="8882" y="2896"/>
                  </a:lnTo>
                  <a:lnTo>
                    <a:pt x="9345" y="2279"/>
                  </a:lnTo>
                  <a:lnTo>
                    <a:pt x="9461" y="2085"/>
                  </a:lnTo>
                  <a:lnTo>
                    <a:pt x="9577" y="1854"/>
                  </a:lnTo>
                  <a:lnTo>
                    <a:pt x="9654" y="1622"/>
                  </a:lnTo>
                  <a:lnTo>
                    <a:pt x="9731" y="1390"/>
                  </a:lnTo>
                  <a:lnTo>
                    <a:pt x="9731" y="1159"/>
                  </a:lnTo>
                  <a:lnTo>
                    <a:pt x="9693" y="927"/>
                  </a:lnTo>
                  <a:lnTo>
                    <a:pt x="9654" y="657"/>
                  </a:lnTo>
                  <a:lnTo>
                    <a:pt x="9500" y="464"/>
                  </a:lnTo>
                  <a:lnTo>
                    <a:pt x="9461" y="309"/>
                  </a:lnTo>
                  <a:lnTo>
                    <a:pt x="9384" y="232"/>
                  </a:lnTo>
                  <a:lnTo>
                    <a:pt x="9229" y="78"/>
                  </a:lnTo>
                  <a:lnTo>
                    <a:pt x="90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1058675" y="4315675"/>
              <a:ext cx="594700" cy="534825"/>
            </a:xfrm>
            <a:custGeom>
              <a:avLst/>
              <a:gdLst/>
              <a:ahLst/>
              <a:cxnLst/>
              <a:rect l="l" t="t" r="r" b="b"/>
              <a:pathLst>
                <a:path w="23788" h="21393" extrusionOk="0">
                  <a:moveTo>
                    <a:pt x="23478" y="270"/>
                  </a:moveTo>
                  <a:lnTo>
                    <a:pt x="23401" y="386"/>
                  </a:lnTo>
                  <a:lnTo>
                    <a:pt x="22590" y="1815"/>
                  </a:lnTo>
                  <a:lnTo>
                    <a:pt x="21741" y="3205"/>
                  </a:lnTo>
                  <a:lnTo>
                    <a:pt x="20853" y="4595"/>
                  </a:lnTo>
                  <a:lnTo>
                    <a:pt x="19926" y="5985"/>
                  </a:lnTo>
                  <a:lnTo>
                    <a:pt x="19269" y="5754"/>
                  </a:lnTo>
                  <a:lnTo>
                    <a:pt x="18999" y="5638"/>
                  </a:lnTo>
                  <a:lnTo>
                    <a:pt x="18690" y="5483"/>
                  </a:lnTo>
                  <a:lnTo>
                    <a:pt x="18420" y="5290"/>
                  </a:lnTo>
                  <a:lnTo>
                    <a:pt x="18150" y="5059"/>
                  </a:lnTo>
                  <a:lnTo>
                    <a:pt x="17918" y="4827"/>
                  </a:lnTo>
                  <a:lnTo>
                    <a:pt x="17686" y="4557"/>
                  </a:lnTo>
                  <a:lnTo>
                    <a:pt x="17493" y="4286"/>
                  </a:lnTo>
                  <a:lnTo>
                    <a:pt x="17339" y="3977"/>
                  </a:lnTo>
                  <a:lnTo>
                    <a:pt x="17030" y="3360"/>
                  </a:lnTo>
                  <a:lnTo>
                    <a:pt x="16798" y="2742"/>
                  </a:lnTo>
                  <a:lnTo>
                    <a:pt x="16605" y="2085"/>
                  </a:lnTo>
                  <a:lnTo>
                    <a:pt x="17416" y="1776"/>
                  </a:lnTo>
                  <a:lnTo>
                    <a:pt x="18265" y="1467"/>
                  </a:lnTo>
                  <a:lnTo>
                    <a:pt x="19115" y="1197"/>
                  </a:lnTo>
                  <a:lnTo>
                    <a:pt x="19965" y="965"/>
                  </a:lnTo>
                  <a:lnTo>
                    <a:pt x="20853" y="772"/>
                  </a:lnTo>
                  <a:lnTo>
                    <a:pt x="21702" y="579"/>
                  </a:lnTo>
                  <a:lnTo>
                    <a:pt x="22590" y="425"/>
                  </a:lnTo>
                  <a:lnTo>
                    <a:pt x="23478" y="270"/>
                  </a:lnTo>
                  <a:close/>
                  <a:moveTo>
                    <a:pt x="4866" y="7607"/>
                  </a:moveTo>
                  <a:lnTo>
                    <a:pt x="6256" y="7646"/>
                  </a:lnTo>
                  <a:lnTo>
                    <a:pt x="7608" y="7723"/>
                  </a:lnTo>
                  <a:lnTo>
                    <a:pt x="7222" y="8186"/>
                  </a:lnTo>
                  <a:lnTo>
                    <a:pt x="6835" y="8650"/>
                  </a:lnTo>
                  <a:lnTo>
                    <a:pt x="6488" y="9190"/>
                  </a:lnTo>
                  <a:lnTo>
                    <a:pt x="6140" y="9692"/>
                  </a:lnTo>
                  <a:lnTo>
                    <a:pt x="5909" y="10233"/>
                  </a:lnTo>
                  <a:lnTo>
                    <a:pt x="5870" y="10272"/>
                  </a:lnTo>
                  <a:lnTo>
                    <a:pt x="5214" y="10774"/>
                  </a:lnTo>
                  <a:lnTo>
                    <a:pt x="4557" y="11314"/>
                  </a:lnTo>
                  <a:lnTo>
                    <a:pt x="4326" y="11546"/>
                  </a:lnTo>
                  <a:lnTo>
                    <a:pt x="4094" y="11816"/>
                  </a:lnTo>
                  <a:lnTo>
                    <a:pt x="3824" y="12048"/>
                  </a:lnTo>
                  <a:lnTo>
                    <a:pt x="3708" y="12125"/>
                  </a:lnTo>
                  <a:lnTo>
                    <a:pt x="3553" y="12164"/>
                  </a:lnTo>
                  <a:lnTo>
                    <a:pt x="3399" y="12202"/>
                  </a:lnTo>
                  <a:lnTo>
                    <a:pt x="3206" y="12164"/>
                  </a:lnTo>
                  <a:lnTo>
                    <a:pt x="2742" y="12087"/>
                  </a:lnTo>
                  <a:lnTo>
                    <a:pt x="1970" y="11855"/>
                  </a:lnTo>
                  <a:lnTo>
                    <a:pt x="387" y="11507"/>
                  </a:lnTo>
                  <a:lnTo>
                    <a:pt x="1005" y="11083"/>
                  </a:lnTo>
                  <a:lnTo>
                    <a:pt x="1584" y="10658"/>
                  </a:lnTo>
                  <a:lnTo>
                    <a:pt x="2163" y="10156"/>
                  </a:lnTo>
                  <a:lnTo>
                    <a:pt x="2704" y="9654"/>
                  </a:lnTo>
                  <a:lnTo>
                    <a:pt x="3553" y="8804"/>
                  </a:lnTo>
                  <a:lnTo>
                    <a:pt x="4055" y="8186"/>
                  </a:lnTo>
                  <a:lnTo>
                    <a:pt x="4326" y="7916"/>
                  </a:lnTo>
                  <a:lnTo>
                    <a:pt x="4634" y="7684"/>
                  </a:lnTo>
                  <a:lnTo>
                    <a:pt x="4789" y="7684"/>
                  </a:lnTo>
                  <a:lnTo>
                    <a:pt x="4827" y="7646"/>
                  </a:lnTo>
                  <a:lnTo>
                    <a:pt x="4866" y="7607"/>
                  </a:lnTo>
                  <a:close/>
                  <a:moveTo>
                    <a:pt x="16296" y="2201"/>
                  </a:moveTo>
                  <a:lnTo>
                    <a:pt x="16489" y="2858"/>
                  </a:lnTo>
                  <a:lnTo>
                    <a:pt x="16721" y="3553"/>
                  </a:lnTo>
                  <a:lnTo>
                    <a:pt x="17030" y="4209"/>
                  </a:lnTo>
                  <a:lnTo>
                    <a:pt x="17223" y="4518"/>
                  </a:lnTo>
                  <a:lnTo>
                    <a:pt x="17455" y="4827"/>
                  </a:lnTo>
                  <a:lnTo>
                    <a:pt x="17648" y="5136"/>
                  </a:lnTo>
                  <a:lnTo>
                    <a:pt x="17879" y="5368"/>
                  </a:lnTo>
                  <a:lnTo>
                    <a:pt x="18150" y="5599"/>
                  </a:lnTo>
                  <a:lnTo>
                    <a:pt x="18420" y="5831"/>
                  </a:lnTo>
                  <a:lnTo>
                    <a:pt x="18729" y="5985"/>
                  </a:lnTo>
                  <a:lnTo>
                    <a:pt x="19038" y="6140"/>
                  </a:lnTo>
                  <a:lnTo>
                    <a:pt x="19385" y="6217"/>
                  </a:lnTo>
                  <a:lnTo>
                    <a:pt x="19771" y="6256"/>
                  </a:lnTo>
                  <a:lnTo>
                    <a:pt x="18922" y="7453"/>
                  </a:lnTo>
                  <a:lnTo>
                    <a:pt x="18034" y="8611"/>
                  </a:lnTo>
                  <a:lnTo>
                    <a:pt x="17223" y="9615"/>
                  </a:lnTo>
                  <a:lnTo>
                    <a:pt x="16373" y="10581"/>
                  </a:lnTo>
                  <a:lnTo>
                    <a:pt x="15524" y="11507"/>
                  </a:lnTo>
                  <a:lnTo>
                    <a:pt x="14597" y="12395"/>
                  </a:lnTo>
                  <a:lnTo>
                    <a:pt x="13670" y="13284"/>
                  </a:lnTo>
                  <a:lnTo>
                    <a:pt x="13168" y="13747"/>
                  </a:lnTo>
                  <a:lnTo>
                    <a:pt x="12628" y="14172"/>
                  </a:lnTo>
                  <a:lnTo>
                    <a:pt x="12126" y="14558"/>
                  </a:lnTo>
                  <a:lnTo>
                    <a:pt x="11546" y="14905"/>
                  </a:lnTo>
                  <a:lnTo>
                    <a:pt x="10967" y="15214"/>
                  </a:lnTo>
                  <a:lnTo>
                    <a:pt x="10388" y="15446"/>
                  </a:lnTo>
                  <a:lnTo>
                    <a:pt x="9809" y="15600"/>
                  </a:lnTo>
                  <a:lnTo>
                    <a:pt x="9191" y="15678"/>
                  </a:lnTo>
                  <a:lnTo>
                    <a:pt x="8612" y="15678"/>
                  </a:lnTo>
                  <a:lnTo>
                    <a:pt x="8341" y="15639"/>
                  </a:lnTo>
                  <a:lnTo>
                    <a:pt x="8033" y="15562"/>
                  </a:lnTo>
                  <a:lnTo>
                    <a:pt x="7762" y="15446"/>
                  </a:lnTo>
                  <a:lnTo>
                    <a:pt x="7531" y="15330"/>
                  </a:lnTo>
                  <a:lnTo>
                    <a:pt x="7260" y="15214"/>
                  </a:lnTo>
                  <a:lnTo>
                    <a:pt x="7029" y="15021"/>
                  </a:lnTo>
                  <a:lnTo>
                    <a:pt x="6835" y="14828"/>
                  </a:lnTo>
                  <a:lnTo>
                    <a:pt x="6642" y="14597"/>
                  </a:lnTo>
                  <a:lnTo>
                    <a:pt x="6449" y="14365"/>
                  </a:lnTo>
                  <a:lnTo>
                    <a:pt x="6295" y="14095"/>
                  </a:lnTo>
                  <a:lnTo>
                    <a:pt x="6063" y="13554"/>
                  </a:lnTo>
                  <a:lnTo>
                    <a:pt x="5909" y="13013"/>
                  </a:lnTo>
                  <a:lnTo>
                    <a:pt x="5870" y="12434"/>
                  </a:lnTo>
                  <a:lnTo>
                    <a:pt x="5870" y="11855"/>
                  </a:lnTo>
                  <a:lnTo>
                    <a:pt x="5986" y="11314"/>
                  </a:lnTo>
                  <a:lnTo>
                    <a:pt x="6140" y="10735"/>
                  </a:lnTo>
                  <a:lnTo>
                    <a:pt x="6333" y="10194"/>
                  </a:lnTo>
                  <a:lnTo>
                    <a:pt x="6604" y="9692"/>
                  </a:lnTo>
                  <a:lnTo>
                    <a:pt x="6913" y="9229"/>
                  </a:lnTo>
                  <a:lnTo>
                    <a:pt x="7222" y="8766"/>
                  </a:lnTo>
                  <a:lnTo>
                    <a:pt x="7569" y="8302"/>
                  </a:lnTo>
                  <a:lnTo>
                    <a:pt x="7955" y="7878"/>
                  </a:lnTo>
                  <a:lnTo>
                    <a:pt x="8766" y="7067"/>
                  </a:lnTo>
                  <a:lnTo>
                    <a:pt x="9616" y="6333"/>
                  </a:lnTo>
                  <a:lnTo>
                    <a:pt x="10542" y="5561"/>
                  </a:lnTo>
                  <a:lnTo>
                    <a:pt x="11508" y="4866"/>
                  </a:lnTo>
                  <a:lnTo>
                    <a:pt x="12473" y="4209"/>
                  </a:lnTo>
                  <a:lnTo>
                    <a:pt x="13516" y="3591"/>
                  </a:lnTo>
                  <a:lnTo>
                    <a:pt x="14211" y="3205"/>
                  </a:lnTo>
                  <a:lnTo>
                    <a:pt x="14906" y="2858"/>
                  </a:lnTo>
                  <a:lnTo>
                    <a:pt x="15601" y="2510"/>
                  </a:lnTo>
                  <a:lnTo>
                    <a:pt x="16296" y="2201"/>
                  </a:lnTo>
                  <a:close/>
                  <a:moveTo>
                    <a:pt x="5638" y="13361"/>
                  </a:moveTo>
                  <a:lnTo>
                    <a:pt x="5754" y="13747"/>
                  </a:lnTo>
                  <a:lnTo>
                    <a:pt x="5870" y="14133"/>
                  </a:lnTo>
                  <a:lnTo>
                    <a:pt x="6063" y="14519"/>
                  </a:lnTo>
                  <a:lnTo>
                    <a:pt x="6295" y="14828"/>
                  </a:lnTo>
                  <a:lnTo>
                    <a:pt x="6565" y="15137"/>
                  </a:lnTo>
                  <a:lnTo>
                    <a:pt x="6874" y="15407"/>
                  </a:lnTo>
                  <a:lnTo>
                    <a:pt x="7222" y="15639"/>
                  </a:lnTo>
                  <a:lnTo>
                    <a:pt x="7608" y="15832"/>
                  </a:lnTo>
                  <a:lnTo>
                    <a:pt x="7415" y="16141"/>
                  </a:lnTo>
                  <a:lnTo>
                    <a:pt x="7260" y="16489"/>
                  </a:lnTo>
                  <a:lnTo>
                    <a:pt x="6797" y="16296"/>
                  </a:lnTo>
                  <a:lnTo>
                    <a:pt x="6411" y="16025"/>
                  </a:lnTo>
                  <a:lnTo>
                    <a:pt x="6025" y="15716"/>
                  </a:lnTo>
                  <a:lnTo>
                    <a:pt x="5716" y="15369"/>
                  </a:lnTo>
                  <a:lnTo>
                    <a:pt x="5484" y="14983"/>
                  </a:lnTo>
                  <a:lnTo>
                    <a:pt x="5252" y="14558"/>
                  </a:lnTo>
                  <a:lnTo>
                    <a:pt x="5098" y="14133"/>
                  </a:lnTo>
                  <a:lnTo>
                    <a:pt x="5021" y="13631"/>
                  </a:lnTo>
                  <a:lnTo>
                    <a:pt x="4982" y="13593"/>
                  </a:lnTo>
                  <a:lnTo>
                    <a:pt x="5638" y="13361"/>
                  </a:lnTo>
                  <a:close/>
                  <a:moveTo>
                    <a:pt x="4827" y="13670"/>
                  </a:moveTo>
                  <a:lnTo>
                    <a:pt x="4866" y="14210"/>
                  </a:lnTo>
                  <a:lnTo>
                    <a:pt x="4982" y="14712"/>
                  </a:lnTo>
                  <a:lnTo>
                    <a:pt x="5214" y="15176"/>
                  </a:lnTo>
                  <a:lnTo>
                    <a:pt x="5484" y="15600"/>
                  </a:lnTo>
                  <a:lnTo>
                    <a:pt x="5831" y="15948"/>
                  </a:lnTo>
                  <a:lnTo>
                    <a:pt x="6218" y="16296"/>
                  </a:lnTo>
                  <a:lnTo>
                    <a:pt x="6642" y="16566"/>
                  </a:lnTo>
                  <a:lnTo>
                    <a:pt x="7106" y="16759"/>
                  </a:lnTo>
                  <a:lnTo>
                    <a:pt x="6951" y="17300"/>
                  </a:lnTo>
                  <a:lnTo>
                    <a:pt x="6411" y="17029"/>
                  </a:lnTo>
                  <a:lnTo>
                    <a:pt x="5909" y="16720"/>
                  </a:lnTo>
                  <a:lnTo>
                    <a:pt x="5484" y="16373"/>
                  </a:lnTo>
                  <a:lnTo>
                    <a:pt x="5098" y="15987"/>
                  </a:lnTo>
                  <a:lnTo>
                    <a:pt x="4789" y="15562"/>
                  </a:lnTo>
                  <a:lnTo>
                    <a:pt x="4480" y="15060"/>
                  </a:lnTo>
                  <a:lnTo>
                    <a:pt x="4248" y="14558"/>
                  </a:lnTo>
                  <a:lnTo>
                    <a:pt x="4055" y="13979"/>
                  </a:lnTo>
                  <a:lnTo>
                    <a:pt x="4248" y="13940"/>
                  </a:lnTo>
                  <a:lnTo>
                    <a:pt x="4441" y="13863"/>
                  </a:lnTo>
                  <a:lnTo>
                    <a:pt x="4827" y="13670"/>
                  </a:lnTo>
                  <a:close/>
                  <a:moveTo>
                    <a:pt x="4441" y="15871"/>
                  </a:moveTo>
                  <a:lnTo>
                    <a:pt x="4673" y="16180"/>
                  </a:lnTo>
                  <a:lnTo>
                    <a:pt x="4905" y="16450"/>
                  </a:lnTo>
                  <a:lnTo>
                    <a:pt x="5175" y="16682"/>
                  </a:lnTo>
                  <a:lnTo>
                    <a:pt x="5445" y="16913"/>
                  </a:lnTo>
                  <a:lnTo>
                    <a:pt x="5291" y="17029"/>
                  </a:lnTo>
                  <a:lnTo>
                    <a:pt x="5214" y="17222"/>
                  </a:lnTo>
                  <a:lnTo>
                    <a:pt x="5098" y="17068"/>
                  </a:lnTo>
                  <a:lnTo>
                    <a:pt x="5059" y="16991"/>
                  </a:lnTo>
                  <a:lnTo>
                    <a:pt x="4982" y="16952"/>
                  </a:lnTo>
                  <a:lnTo>
                    <a:pt x="4905" y="16952"/>
                  </a:lnTo>
                  <a:lnTo>
                    <a:pt x="4827" y="16991"/>
                  </a:lnTo>
                  <a:lnTo>
                    <a:pt x="4519" y="17415"/>
                  </a:lnTo>
                  <a:lnTo>
                    <a:pt x="4210" y="17840"/>
                  </a:lnTo>
                  <a:lnTo>
                    <a:pt x="3862" y="18226"/>
                  </a:lnTo>
                  <a:lnTo>
                    <a:pt x="3476" y="18574"/>
                  </a:lnTo>
                  <a:lnTo>
                    <a:pt x="3090" y="18921"/>
                  </a:lnTo>
                  <a:lnTo>
                    <a:pt x="2665" y="19230"/>
                  </a:lnTo>
                  <a:lnTo>
                    <a:pt x="2240" y="19501"/>
                  </a:lnTo>
                  <a:lnTo>
                    <a:pt x="1777" y="19771"/>
                  </a:lnTo>
                  <a:lnTo>
                    <a:pt x="1777" y="19771"/>
                  </a:lnTo>
                  <a:lnTo>
                    <a:pt x="1816" y="19346"/>
                  </a:lnTo>
                  <a:lnTo>
                    <a:pt x="1854" y="18921"/>
                  </a:lnTo>
                  <a:lnTo>
                    <a:pt x="2009" y="18535"/>
                  </a:lnTo>
                  <a:lnTo>
                    <a:pt x="2163" y="18188"/>
                  </a:lnTo>
                  <a:lnTo>
                    <a:pt x="2395" y="17840"/>
                  </a:lnTo>
                  <a:lnTo>
                    <a:pt x="2665" y="17531"/>
                  </a:lnTo>
                  <a:lnTo>
                    <a:pt x="2974" y="17222"/>
                  </a:lnTo>
                  <a:lnTo>
                    <a:pt x="3360" y="16913"/>
                  </a:lnTo>
                  <a:lnTo>
                    <a:pt x="3669" y="16720"/>
                  </a:lnTo>
                  <a:lnTo>
                    <a:pt x="3939" y="16489"/>
                  </a:lnTo>
                  <a:lnTo>
                    <a:pt x="4017" y="16334"/>
                  </a:lnTo>
                  <a:lnTo>
                    <a:pt x="4094" y="16218"/>
                  </a:lnTo>
                  <a:lnTo>
                    <a:pt x="4094" y="16064"/>
                  </a:lnTo>
                  <a:lnTo>
                    <a:pt x="4055" y="15871"/>
                  </a:lnTo>
                  <a:close/>
                  <a:moveTo>
                    <a:pt x="13439" y="13979"/>
                  </a:moveTo>
                  <a:lnTo>
                    <a:pt x="13400" y="14674"/>
                  </a:lnTo>
                  <a:lnTo>
                    <a:pt x="13400" y="15369"/>
                  </a:lnTo>
                  <a:lnTo>
                    <a:pt x="13477" y="16025"/>
                  </a:lnTo>
                  <a:lnTo>
                    <a:pt x="13632" y="16682"/>
                  </a:lnTo>
                  <a:lnTo>
                    <a:pt x="12396" y="17454"/>
                  </a:lnTo>
                  <a:lnTo>
                    <a:pt x="11160" y="18304"/>
                  </a:lnTo>
                  <a:lnTo>
                    <a:pt x="8805" y="20041"/>
                  </a:lnTo>
                  <a:lnTo>
                    <a:pt x="8766" y="19037"/>
                  </a:lnTo>
                  <a:lnTo>
                    <a:pt x="8689" y="18033"/>
                  </a:lnTo>
                  <a:lnTo>
                    <a:pt x="8650" y="17724"/>
                  </a:lnTo>
                  <a:lnTo>
                    <a:pt x="8689" y="17493"/>
                  </a:lnTo>
                  <a:lnTo>
                    <a:pt x="8728" y="17377"/>
                  </a:lnTo>
                  <a:lnTo>
                    <a:pt x="8805" y="17261"/>
                  </a:lnTo>
                  <a:lnTo>
                    <a:pt x="9037" y="17068"/>
                  </a:lnTo>
                  <a:lnTo>
                    <a:pt x="9654" y="16604"/>
                  </a:lnTo>
                  <a:lnTo>
                    <a:pt x="10195" y="16141"/>
                  </a:lnTo>
                  <a:lnTo>
                    <a:pt x="10234" y="16064"/>
                  </a:lnTo>
                  <a:lnTo>
                    <a:pt x="10272" y="16025"/>
                  </a:lnTo>
                  <a:lnTo>
                    <a:pt x="10234" y="15909"/>
                  </a:lnTo>
                  <a:lnTo>
                    <a:pt x="10774" y="15716"/>
                  </a:lnTo>
                  <a:lnTo>
                    <a:pt x="11276" y="15485"/>
                  </a:lnTo>
                  <a:lnTo>
                    <a:pt x="11740" y="15214"/>
                  </a:lnTo>
                  <a:lnTo>
                    <a:pt x="12203" y="14905"/>
                  </a:lnTo>
                  <a:lnTo>
                    <a:pt x="12821" y="14481"/>
                  </a:lnTo>
                  <a:lnTo>
                    <a:pt x="13439" y="13979"/>
                  </a:lnTo>
                  <a:close/>
                  <a:moveTo>
                    <a:pt x="3978" y="14944"/>
                  </a:moveTo>
                  <a:lnTo>
                    <a:pt x="4132" y="15330"/>
                  </a:lnTo>
                  <a:lnTo>
                    <a:pt x="4326" y="15678"/>
                  </a:lnTo>
                  <a:lnTo>
                    <a:pt x="3862" y="15678"/>
                  </a:lnTo>
                  <a:lnTo>
                    <a:pt x="3785" y="15716"/>
                  </a:lnTo>
                  <a:lnTo>
                    <a:pt x="3746" y="15755"/>
                  </a:lnTo>
                  <a:lnTo>
                    <a:pt x="3746" y="15832"/>
                  </a:lnTo>
                  <a:lnTo>
                    <a:pt x="3785" y="15871"/>
                  </a:lnTo>
                  <a:lnTo>
                    <a:pt x="3785" y="15948"/>
                  </a:lnTo>
                  <a:lnTo>
                    <a:pt x="3785" y="16064"/>
                  </a:lnTo>
                  <a:lnTo>
                    <a:pt x="3669" y="16257"/>
                  </a:lnTo>
                  <a:lnTo>
                    <a:pt x="3476" y="16489"/>
                  </a:lnTo>
                  <a:lnTo>
                    <a:pt x="3206" y="16720"/>
                  </a:lnTo>
                  <a:lnTo>
                    <a:pt x="2665" y="17145"/>
                  </a:lnTo>
                  <a:lnTo>
                    <a:pt x="2318" y="17415"/>
                  </a:lnTo>
                  <a:lnTo>
                    <a:pt x="2009" y="17802"/>
                  </a:lnTo>
                  <a:lnTo>
                    <a:pt x="1777" y="18188"/>
                  </a:lnTo>
                  <a:lnTo>
                    <a:pt x="1584" y="18651"/>
                  </a:lnTo>
                  <a:lnTo>
                    <a:pt x="1507" y="19114"/>
                  </a:lnTo>
                  <a:lnTo>
                    <a:pt x="1468" y="19346"/>
                  </a:lnTo>
                  <a:lnTo>
                    <a:pt x="1468" y="19578"/>
                  </a:lnTo>
                  <a:lnTo>
                    <a:pt x="1507" y="19848"/>
                  </a:lnTo>
                  <a:lnTo>
                    <a:pt x="1545" y="20080"/>
                  </a:lnTo>
                  <a:lnTo>
                    <a:pt x="1622" y="20118"/>
                  </a:lnTo>
                  <a:lnTo>
                    <a:pt x="1738" y="20118"/>
                  </a:lnTo>
                  <a:lnTo>
                    <a:pt x="1777" y="20041"/>
                  </a:lnTo>
                  <a:lnTo>
                    <a:pt x="2279" y="19809"/>
                  </a:lnTo>
                  <a:lnTo>
                    <a:pt x="2742" y="19578"/>
                  </a:lnTo>
                  <a:lnTo>
                    <a:pt x="3167" y="19269"/>
                  </a:lnTo>
                  <a:lnTo>
                    <a:pt x="3553" y="18960"/>
                  </a:lnTo>
                  <a:lnTo>
                    <a:pt x="3939" y="18612"/>
                  </a:lnTo>
                  <a:lnTo>
                    <a:pt x="4287" y="18226"/>
                  </a:lnTo>
                  <a:lnTo>
                    <a:pt x="4634" y="17802"/>
                  </a:lnTo>
                  <a:lnTo>
                    <a:pt x="4943" y="17377"/>
                  </a:lnTo>
                  <a:lnTo>
                    <a:pt x="5059" y="17531"/>
                  </a:lnTo>
                  <a:lnTo>
                    <a:pt x="5175" y="17647"/>
                  </a:lnTo>
                  <a:lnTo>
                    <a:pt x="5291" y="17647"/>
                  </a:lnTo>
                  <a:lnTo>
                    <a:pt x="5368" y="17608"/>
                  </a:lnTo>
                  <a:lnTo>
                    <a:pt x="5368" y="17531"/>
                  </a:lnTo>
                  <a:lnTo>
                    <a:pt x="5638" y="17068"/>
                  </a:lnTo>
                  <a:lnTo>
                    <a:pt x="6025" y="17300"/>
                  </a:lnTo>
                  <a:lnTo>
                    <a:pt x="5986" y="17802"/>
                  </a:lnTo>
                  <a:lnTo>
                    <a:pt x="5870" y="18304"/>
                  </a:lnTo>
                  <a:lnTo>
                    <a:pt x="5754" y="18806"/>
                  </a:lnTo>
                  <a:lnTo>
                    <a:pt x="5561" y="19308"/>
                  </a:lnTo>
                  <a:lnTo>
                    <a:pt x="5445" y="19076"/>
                  </a:lnTo>
                  <a:lnTo>
                    <a:pt x="5407" y="18844"/>
                  </a:lnTo>
                  <a:lnTo>
                    <a:pt x="5368" y="18574"/>
                  </a:lnTo>
                  <a:lnTo>
                    <a:pt x="5407" y="18304"/>
                  </a:lnTo>
                  <a:lnTo>
                    <a:pt x="5445" y="18226"/>
                  </a:lnTo>
                  <a:lnTo>
                    <a:pt x="5407" y="18188"/>
                  </a:lnTo>
                  <a:lnTo>
                    <a:pt x="5329" y="18110"/>
                  </a:lnTo>
                  <a:lnTo>
                    <a:pt x="5252" y="18072"/>
                  </a:lnTo>
                  <a:lnTo>
                    <a:pt x="5214" y="18110"/>
                  </a:lnTo>
                  <a:lnTo>
                    <a:pt x="5136" y="18110"/>
                  </a:lnTo>
                  <a:lnTo>
                    <a:pt x="5098" y="18188"/>
                  </a:lnTo>
                  <a:lnTo>
                    <a:pt x="4827" y="18767"/>
                  </a:lnTo>
                  <a:lnTo>
                    <a:pt x="4519" y="19308"/>
                  </a:lnTo>
                  <a:lnTo>
                    <a:pt x="4326" y="19539"/>
                  </a:lnTo>
                  <a:lnTo>
                    <a:pt x="4094" y="19771"/>
                  </a:lnTo>
                  <a:lnTo>
                    <a:pt x="3862" y="19964"/>
                  </a:lnTo>
                  <a:lnTo>
                    <a:pt x="3592" y="20196"/>
                  </a:lnTo>
                  <a:lnTo>
                    <a:pt x="3090" y="20505"/>
                  </a:lnTo>
                  <a:lnTo>
                    <a:pt x="2820" y="20659"/>
                  </a:lnTo>
                  <a:lnTo>
                    <a:pt x="2511" y="20775"/>
                  </a:lnTo>
                  <a:lnTo>
                    <a:pt x="2202" y="20891"/>
                  </a:lnTo>
                  <a:lnTo>
                    <a:pt x="1893" y="20968"/>
                  </a:lnTo>
                  <a:lnTo>
                    <a:pt x="1584" y="21007"/>
                  </a:lnTo>
                  <a:lnTo>
                    <a:pt x="1275" y="20968"/>
                  </a:lnTo>
                  <a:lnTo>
                    <a:pt x="1043" y="20929"/>
                  </a:lnTo>
                  <a:lnTo>
                    <a:pt x="889" y="20813"/>
                  </a:lnTo>
                  <a:lnTo>
                    <a:pt x="773" y="20698"/>
                  </a:lnTo>
                  <a:lnTo>
                    <a:pt x="734" y="20543"/>
                  </a:lnTo>
                  <a:lnTo>
                    <a:pt x="696" y="20350"/>
                  </a:lnTo>
                  <a:lnTo>
                    <a:pt x="696" y="20157"/>
                  </a:lnTo>
                  <a:lnTo>
                    <a:pt x="734" y="19732"/>
                  </a:lnTo>
                  <a:lnTo>
                    <a:pt x="812" y="19037"/>
                  </a:lnTo>
                  <a:lnTo>
                    <a:pt x="889" y="18690"/>
                  </a:lnTo>
                  <a:lnTo>
                    <a:pt x="1005" y="18342"/>
                  </a:lnTo>
                  <a:lnTo>
                    <a:pt x="1159" y="17956"/>
                  </a:lnTo>
                  <a:lnTo>
                    <a:pt x="1352" y="17608"/>
                  </a:lnTo>
                  <a:lnTo>
                    <a:pt x="1584" y="17261"/>
                  </a:lnTo>
                  <a:lnTo>
                    <a:pt x="1854" y="16952"/>
                  </a:lnTo>
                  <a:lnTo>
                    <a:pt x="2124" y="16682"/>
                  </a:lnTo>
                  <a:lnTo>
                    <a:pt x="2433" y="16411"/>
                  </a:lnTo>
                  <a:lnTo>
                    <a:pt x="2781" y="16180"/>
                  </a:lnTo>
                  <a:lnTo>
                    <a:pt x="3167" y="16025"/>
                  </a:lnTo>
                  <a:lnTo>
                    <a:pt x="3244" y="15948"/>
                  </a:lnTo>
                  <a:lnTo>
                    <a:pt x="3244" y="15871"/>
                  </a:lnTo>
                  <a:lnTo>
                    <a:pt x="3206" y="15794"/>
                  </a:lnTo>
                  <a:lnTo>
                    <a:pt x="3167" y="15716"/>
                  </a:lnTo>
                  <a:lnTo>
                    <a:pt x="2433" y="15369"/>
                  </a:lnTo>
                  <a:lnTo>
                    <a:pt x="2781" y="15176"/>
                  </a:lnTo>
                  <a:lnTo>
                    <a:pt x="3167" y="15021"/>
                  </a:lnTo>
                  <a:lnTo>
                    <a:pt x="3553" y="14983"/>
                  </a:lnTo>
                  <a:lnTo>
                    <a:pt x="3978" y="14944"/>
                  </a:lnTo>
                  <a:close/>
                  <a:moveTo>
                    <a:pt x="23478" y="0"/>
                  </a:moveTo>
                  <a:lnTo>
                    <a:pt x="22204" y="155"/>
                  </a:lnTo>
                  <a:lnTo>
                    <a:pt x="20891" y="386"/>
                  </a:lnTo>
                  <a:lnTo>
                    <a:pt x="19617" y="657"/>
                  </a:lnTo>
                  <a:lnTo>
                    <a:pt x="18381" y="1043"/>
                  </a:lnTo>
                  <a:lnTo>
                    <a:pt x="17146" y="1467"/>
                  </a:lnTo>
                  <a:lnTo>
                    <a:pt x="15949" y="1969"/>
                  </a:lnTo>
                  <a:lnTo>
                    <a:pt x="14752" y="2510"/>
                  </a:lnTo>
                  <a:lnTo>
                    <a:pt x="13593" y="3128"/>
                  </a:lnTo>
                  <a:lnTo>
                    <a:pt x="12473" y="3784"/>
                  </a:lnTo>
                  <a:lnTo>
                    <a:pt x="11353" y="4518"/>
                  </a:lnTo>
                  <a:lnTo>
                    <a:pt x="10311" y="5290"/>
                  </a:lnTo>
                  <a:lnTo>
                    <a:pt x="9307" y="6140"/>
                  </a:lnTo>
                  <a:lnTo>
                    <a:pt x="8535" y="6796"/>
                  </a:lnTo>
                  <a:lnTo>
                    <a:pt x="7801" y="7491"/>
                  </a:lnTo>
                  <a:lnTo>
                    <a:pt x="7029" y="7337"/>
                  </a:lnTo>
                  <a:lnTo>
                    <a:pt x="6218" y="7221"/>
                  </a:lnTo>
                  <a:lnTo>
                    <a:pt x="5407" y="7182"/>
                  </a:lnTo>
                  <a:lnTo>
                    <a:pt x="4557" y="7221"/>
                  </a:lnTo>
                  <a:lnTo>
                    <a:pt x="4519" y="7221"/>
                  </a:lnTo>
                  <a:lnTo>
                    <a:pt x="4441" y="7260"/>
                  </a:lnTo>
                  <a:lnTo>
                    <a:pt x="4403" y="7414"/>
                  </a:lnTo>
                  <a:lnTo>
                    <a:pt x="4171" y="7530"/>
                  </a:lnTo>
                  <a:lnTo>
                    <a:pt x="3939" y="7723"/>
                  </a:lnTo>
                  <a:lnTo>
                    <a:pt x="3708" y="7916"/>
                  </a:lnTo>
                  <a:lnTo>
                    <a:pt x="3515" y="8148"/>
                  </a:lnTo>
                  <a:lnTo>
                    <a:pt x="3128" y="8611"/>
                  </a:lnTo>
                  <a:lnTo>
                    <a:pt x="2742" y="9036"/>
                  </a:lnTo>
                  <a:lnTo>
                    <a:pt x="2124" y="9654"/>
                  </a:lnTo>
                  <a:lnTo>
                    <a:pt x="1468" y="10194"/>
                  </a:lnTo>
                  <a:lnTo>
                    <a:pt x="773" y="10774"/>
                  </a:lnTo>
                  <a:lnTo>
                    <a:pt x="78" y="11276"/>
                  </a:lnTo>
                  <a:lnTo>
                    <a:pt x="1" y="11353"/>
                  </a:lnTo>
                  <a:lnTo>
                    <a:pt x="1" y="11430"/>
                  </a:lnTo>
                  <a:lnTo>
                    <a:pt x="1" y="11507"/>
                  </a:lnTo>
                  <a:lnTo>
                    <a:pt x="39" y="11546"/>
                  </a:lnTo>
                  <a:lnTo>
                    <a:pt x="39" y="11623"/>
                  </a:lnTo>
                  <a:lnTo>
                    <a:pt x="39" y="11700"/>
                  </a:lnTo>
                  <a:lnTo>
                    <a:pt x="78" y="11739"/>
                  </a:lnTo>
                  <a:lnTo>
                    <a:pt x="116" y="11778"/>
                  </a:lnTo>
                  <a:lnTo>
                    <a:pt x="1005" y="12048"/>
                  </a:lnTo>
                  <a:lnTo>
                    <a:pt x="1893" y="12280"/>
                  </a:lnTo>
                  <a:lnTo>
                    <a:pt x="3669" y="12666"/>
                  </a:lnTo>
                  <a:lnTo>
                    <a:pt x="3785" y="12666"/>
                  </a:lnTo>
                  <a:lnTo>
                    <a:pt x="3862" y="12589"/>
                  </a:lnTo>
                  <a:lnTo>
                    <a:pt x="4750" y="11700"/>
                  </a:lnTo>
                  <a:lnTo>
                    <a:pt x="5716" y="10851"/>
                  </a:lnTo>
                  <a:lnTo>
                    <a:pt x="5600" y="11391"/>
                  </a:lnTo>
                  <a:lnTo>
                    <a:pt x="5523" y="11971"/>
                  </a:lnTo>
                  <a:lnTo>
                    <a:pt x="5523" y="12550"/>
                  </a:lnTo>
                  <a:lnTo>
                    <a:pt x="5600" y="13091"/>
                  </a:lnTo>
                  <a:lnTo>
                    <a:pt x="5136" y="13168"/>
                  </a:lnTo>
                  <a:lnTo>
                    <a:pt x="4712" y="13284"/>
                  </a:lnTo>
                  <a:lnTo>
                    <a:pt x="4248" y="13477"/>
                  </a:lnTo>
                  <a:lnTo>
                    <a:pt x="4017" y="13593"/>
                  </a:lnTo>
                  <a:lnTo>
                    <a:pt x="3862" y="13747"/>
                  </a:lnTo>
                  <a:lnTo>
                    <a:pt x="3824" y="13824"/>
                  </a:lnTo>
                  <a:lnTo>
                    <a:pt x="3862" y="13901"/>
                  </a:lnTo>
                  <a:lnTo>
                    <a:pt x="3824" y="13940"/>
                  </a:lnTo>
                  <a:lnTo>
                    <a:pt x="3785" y="14017"/>
                  </a:lnTo>
                  <a:lnTo>
                    <a:pt x="3824" y="14403"/>
                  </a:lnTo>
                  <a:lnTo>
                    <a:pt x="3901" y="14751"/>
                  </a:lnTo>
                  <a:lnTo>
                    <a:pt x="3669" y="14712"/>
                  </a:lnTo>
                  <a:lnTo>
                    <a:pt x="3399" y="14712"/>
                  </a:lnTo>
                  <a:lnTo>
                    <a:pt x="3167" y="14751"/>
                  </a:lnTo>
                  <a:lnTo>
                    <a:pt x="2935" y="14790"/>
                  </a:lnTo>
                  <a:lnTo>
                    <a:pt x="2665" y="14867"/>
                  </a:lnTo>
                  <a:lnTo>
                    <a:pt x="2433" y="14983"/>
                  </a:lnTo>
                  <a:lnTo>
                    <a:pt x="2240" y="15098"/>
                  </a:lnTo>
                  <a:lnTo>
                    <a:pt x="2009" y="15253"/>
                  </a:lnTo>
                  <a:lnTo>
                    <a:pt x="1931" y="15330"/>
                  </a:lnTo>
                  <a:lnTo>
                    <a:pt x="1931" y="15407"/>
                  </a:lnTo>
                  <a:lnTo>
                    <a:pt x="1970" y="15485"/>
                  </a:lnTo>
                  <a:lnTo>
                    <a:pt x="2047" y="15523"/>
                  </a:lnTo>
                  <a:lnTo>
                    <a:pt x="2704" y="15871"/>
                  </a:lnTo>
                  <a:lnTo>
                    <a:pt x="2356" y="16064"/>
                  </a:lnTo>
                  <a:lnTo>
                    <a:pt x="2047" y="16334"/>
                  </a:lnTo>
                  <a:lnTo>
                    <a:pt x="1738" y="16604"/>
                  </a:lnTo>
                  <a:lnTo>
                    <a:pt x="1468" y="16875"/>
                  </a:lnTo>
                  <a:lnTo>
                    <a:pt x="1198" y="17222"/>
                  </a:lnTo>
                  <a:lnTo>
                    <a:pt x="1005" y="17570"/>
                  </a:lnTo>
                  <a:lnTo>
                    <a:pt x="812" y="17956"/>
                  </a:lnTo>
                  <a:lnTo>
                    <a:pt x="657" y="18342"/>
                  </a:lnTo>
                  <a:lnTo>
                    <a:pt x="464" y="18960"/>
                  </a:lnTo>
                  <a:lnTo>
                    <a:pt x="387" y="19385"/>
                  </a:lnTo>
                  <a:lnTo>
                    <a:pt x="310" y="19809"/>
                  </a:lnTo>
                  <a:lnTo>
                    <a:pt x="271" y="20234"/>
                  </a:lnTo>
                  <a:lnTo>
                    <a:pt x="310" y="20659"/>
                  </a:lnTo>
                  <a:lnTo>
                    <a:pt x="348" y="20813"/>
                  </a:lnTo>
                  <a:lnTo>
                    <a:pt x="425" y="20968"/>
                  </a:lnTo>
                  <a:lnTo>
                    <a:pt x="503" y="21084"/>
                  </a:lnTo>
                  <a:lnTo>
                    <a:pt x="618" y="21200"/>
                  </a:lnTo>
                  <a:lnTo>
                    <a:pt x="773" y="21277"/>
                  </a:lnTo>
                  <a:lnTo>
                    <a:pt x="927" y="21315"/>
                  </a:lnTo>
                  <a:lnTo>
                    <a:pt x="1275" y="21393"/>
                  </a:lnTo>
                  <a:lnTo>
                    <a:pt x="1661" y="21354"/>
                  </a:lnTo>
                  <a:lnTo>
                    <a:pt x="2047" y="21277"/>
                  </a:lnTo>
                  <a:lnTo>
                    <a:pt x="2433" y="21161"/>
                  </a:lnTo>
                  <a:lnTo>
                    <a:pt x="2820" y="21007"/>
                  </a:lnTo>
                  <a:lnTo>
                    <a:pt x="3437" y="20698"/>
                  </a:lnTo>
                  <a:lnTo>
                    <a:pt x="3901" y="20389"/>
                  </a:lnTo>
                  <a:lnTo>
                    <a:pt x="4364" y="20003"/>
                  </a:lnTo>
                  <a:lnTo>
                    <a:pt x="4750" y="19539"/>
                  </a:lnTo>
                  <a:lnTo>
                    <a:pt x="5098" y="19037"/>
                  </a:lnTo>
                  <a:lnTo>
                    <a:pt x="5136" y="19230"/>
                  </a:lnTo>
                  <a:lnTo>
                    <a:pt x="5214" y="19423"/>
                  </a:lnTo>
                  <a:lnTo>
                    <a:pt x="5329" y="19578"/>
                  </a:lnTo>
                  <a:lnTo>
                    <a:pt x="5484" y="19771"/>
                  </a:lnTo>
                  <a:lnTo>
                    <a:pt x="5561" y="19809"/>
                  </a:lnTo>
                  <a:lnTo>
                    <a:pt x="5638" y="19809"/>
                  </a:lnTo>
                  <a:lnTo>
                    <a:pt x="5716" y="19771"/>
                  </a:lnTo>
                  <a:lnTo>
                    <a:pt x="5793" y="19694"/>
                  </a:lnTo>
                  <a:lnTo>
                    <a:pt x="5986" y="19153"/>
                  </a:lnTo>
                  <a:lnTo>
                    <a:pt x="6179" y="18612"/>
                  </a:lnTo>
                  <a:lnTo>
                    <a:pt x="6295" y="18033"/>
                  </a:lnTo>
                  <a:lnTo>
                    <a:pt x="6372" y="17454"/>
                  </a:lnTo>
                  <a:lnTo>
                    <a:pt x="6913" y="17608"/>
                  </a:lnTo>
                  <a:lnTo>
                    <a:pt x="7183" y="17608"/>
                  </a:lnTo>
                  <a:lnTo>
                    <a:pt x="7183" y="17531"/>
                  </a:lnTo>
                  <a:lnTo>
                    <a:pt x="7531" y="16720"/>
                  </a:lnTo>
                  <a:lnTo>
                    <a:pt x="7724" y="16334"/>
                  </a:lnTo>
                  <a:lnTo>
                    <a:pt x="7955" y="15948"/>
                  </a:lnTo>
                  <a:lnTo>
                    <a:pt x="8110" y="15987"/>
                  </a:lnTo>
                  <a:lnTo>
                    <a:pt x="8535" y="16064"/>
                  </a:lnTo>
                  <a:lnTo>
                    <a:pt x="8921" y="16102"/>
                  </a:lnTo>
                  <a:lnTo>
                    <a:pt x="9307" y="16064"/>
                  </a:lnTo>
                  <a:lnTo>
                    <a:pt x="9693" y="16025"/>
                  </a:lnTo>
                  <a:lnTo>
                    <a:pt x="9693" y="16025"/>
                  </a:lnTo>
                  <a:lnTo>
                    <a:pt x="8998" y="16604"/>
                  </a:lnTo>
                  <a:lnTo>
                    <a:pt x="8226" y="17106"/>
                  </a:lnTo>
                  <a:lnTo>
                    <a:pt x="8148" y="17222"/>
                  </a:lnTo>
                  <a:lnTo>
                    <a:pt x="8148" y="17300"/>
                  </a:lnTo>
                  <a:lnTo>
                    <a:pt x="8264" y="18110"/>
                  </a:lnTo>
                  <a:lnTo>
                    <a:pt x="8341" y="18883"/>
                  </a:lnTo>
                  <a:lnTo>
                    <a:pt x="8380" y="19655"/>
                  </a:lnTo>
                  <a:lnTo>
                    <a:pt x="8380" y="20427"/>
                  </a:lnTo>
                  <a:lnTo>
                    <a:pt x="8419" y="20543"/>
                  </a:lnTo>
                  <a:lnTo>
                    <a:pt x="8496" y="20620"/>
                  </a:lnTo>
                  <a:lnTo>
                    <a:pt x="8612" y="20659"/>
                  </a:lnTo>
                  <a:lnTo>
                    <a:pt x="8728" y="20620"/>
                  </a:lnTo>
                  <a:lnTo>
                    <a:pt x="11392" y="18806"/>
                  </a:lnTo>
                  <a:lnTo>
                    <a:pt x="12705" y="17840"/>
                  </a:lnTo>
                  <a:lnTo>
                    <a:pt x="13323" y="17338"/>
                  </a:lnTo>
                  <a:lnTo>
                    <a:pt x="13941" y="16836"/>
                  </a:lnTo>
                  <a:lnTo>
                    <a:pt x="13979" y="16759"/>
                  </a:lnTo>
                  <a:lnTo>
                    <a:pt x="13979" y="16682"/>
                  </a:lnTo>
                  <a:lnTo>
                    <a:pt x="13979" y="16643"/>
                  </a:lnTo>
                  <a:lnTo>
                    <a:pt x="13941" y="16257"/>
                  </a:lnTo>
                  <a:lnTo>
                    <a:pt x="13902" y="15871"/>
                  </a:lnTo>
                  <a:lnTo>
                    <a:pt x="13825" y="15098"/>
                  </a:lnTo>
                  <a:lnTo>
                    <a:pt x="13748" y="13747"/>
                  </a:lnTo>
                  <a:lnTo>
                    <a:pt x="14443" y="13129"/>
                  </a:lnTo>
                  <a:lnTo>
                    <a:pt x="15099" y="12473"/>
                  </a:lnTo>
                  <a:lnTo>
                    <a:pt x="15756" y="11816"/>
                  </a:lnTo>
                  <a:lnTo>
                    <a:pt x="16373" y="11121"/>
                  </a:lnTo>
                  <a:lnTo>
                    <a:pt x="17455" y="9924"/>
                  </a:lnTo>
                  <a:lnTo>
                    <a:pt x="18459" y="8650"/>
                  </a:lnTo>
                  <a:lnTo>
                    <a:pt x="19424" y="7376"/>
                  </a:lnTo>
                  <a:lnTo>
                    <a:pt x="20351" y="6024"/>
                  </a:lnTo>
                  <a:lnTo>
                    <a:pt x="21239" y="4673"/>
                  </a:lnTo>
                  <a:lnTo>
                    <a:pt x="22088" y="3321"/>
                  </a:lnTo>
                  <a:lnTo>
                    <a:pt x="22938" y="1931"/>
                  </a:lnTo>
                  <a:lnTo>
                    <a:pt x="23749" y="502"/>
                  </a:lnTo>
                  <a:lnTo>
                    <a:pt x="23749" y="425"/>
                  </a:lnTo>
                  <a:lnTo>
                    <a:pt x="23749" y="348"/>
                  </a:lnTo>
                  <a:lnTo>
                    <a:pt x="23749" y="270"/>
                  </a:lnTo>
                  <a:lnTo>
                    <a:pt x="23787" y="155"/>
                  </a:lnTo>
                  <a:lnTo>
                    <a:pt x="23787" y="77"/>
                  </a:lnTo>
                  <a:lnTo>
                    <a:pt x="23749" y="39"/>
                  </a:lnTo>
                  <a:lnTo>
                    <a:pt x="23672" y="0"/>
                  </a:lnTo>
                  <a:lnTo>
                    <a:pt x="23633" y="39"/>
                  </a:lnTo>
                  <a:lnTo>
                    <a:pt x="23633" y="77"/>
                  </a:lnTo>
                  <a:lnTo>
                    <a:pt x="235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5635500" y="4343650"/>
              <a:ext cx="54100" cy="45400"/>
            </a:xfrm>
            <a:custGeom>
              <a:avLst/>
              <a:gdLst/>
              <a:ahLst/>
              <a:cxnLst/>
              <a:rect l="l" t="t" r="r" b="b"/>
              <a:pathLst>
                <a:path w="2164" h="1816" extrusionOk="0">
                  <a:moveTo>
                    <a:pt x="1314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5"/>
                  </a:lnTo>
                  <a:lnTo>
                    <a:pt x="1777" y="889"/>
                  </a:lnTo>
                  <a:lnTo>
                    <a:pt x="1777" y="928"/>
                  </a:lnTo>
                  <a:lnTo>
                    <a:pt x="1738" y="1005"/>
                  </a:lnTo>
                  <a:lnTo>
                    <a:pt x="1661" y="1044"/>
                  </a:lnTo>
                  <a:lnTo>
                    <a:pt x="1584" y="1082"/>
                  </a:lnTo>
                  <a:lnTo>
                    <a:pt x="1275" y="1121"/>
                  </a:lnTo>
                  <a:lnTo>
                    <a:pt x="927" y="1121"/>
                  </a:lnTo>
                  <a:lnTo>
                    <a:pt x="619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1"/>
                  </a:lnTo>
                  <a:lnTo>
                    <a:pt x="348" y="1005"/>
                  </a:lnTo>
                  <a:lnTo>
                    <a:pt x="387" y="850"/>
                  </a:lnTo>
                  <a:lnTo>
                    <a:pt x="464" y="735"/>
                  </a:lnTo>
                  <a:lnTo>
                    <a:pt x="580" y="619"/>
                  </a:lnTo>
                  <a:lnTo>
                    <a:pt x="657" y="503"/>
                  </a:lnTo>
                  <a:lnTo>
                    <a:pt x="812" y="426"/>
                  </a:lnTo>
                  <a:lnTo>
                    <a:pt x="966" y="387"/>
                  </a:lnTo>
                  <a:close/>
                  <a:moveTo>
                    <a:pt x="1005" y="1"/>
                  </a:moveTo>
                  <a:lnTo>
                    <a:pt x="812" y="40"/>
                  </a:lnTo>
                  <a:lnTo>
                    <a:pt x="619" y="117"/>
                  </a:lnTo>
                  <a:lnTo>
                    <a:pt x="425" y="233"/>
                  </a:lnTo>
                  <a:lnTo>
                    <a:pt x="271" y="348"/>
                  </a:lnTo>
                  <a:lnTo>
                    <a:pt x="155" y="503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30"/>
                  </a:lnTo>
                  <a:lnTo>
                    <a:pt x="117" y="1623"/>
                  </a:lnTo>
                  <a:lnTo>
                    <a:pt x="155" y="1739"/>
                  </a:lnTo>
                  <a:lnTo>
                    <a:pt x="232" y="1777"/>
                  </a:lnTo>
                  <a:lnTo>
                    <a:pt x="348" y="1816"/>
                  </a:lnTo>
                  <a:lnTo>
                    <a:pt x="425" y="1739"/>
                  </a:lnTo>
                  <a:lnTo>
                    <a:pt x="580" y="1623"/>
                  </a:lnTo>
                  <a:lnTo>
                    <a:pt x="696" y="1546"/>
                  </a:lnTo>
                  <a:lnTo>
                    <a:pt x="889" y="1507"/>
                  </a:lnTo>
                  <a:lnTo>
                    <a:pt x="1429" y="1507"/>
                  </a:lnTo>
                  <a:lnTo>
                    <a:pt x="1584" y="1468"/>
                  </a:lnTo>
                  <a:lnTo>
                    <a:pt x="1777" y="1430"/>
                  </a:lnTo>
                  <a:lnTo>
                    <a:pt x="1931" y="1352"/>
                  </a:lnTo>
                  <a:lnTo>
                    <a:pt x="2047" y="1237"/>
                  </a:lnTo>
                  <a:lnTo>
                    <a:pt x="2125" y="1121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9"/>
                  </a:lnTo>
                  <a:lnTo>
                    <a:pt x="2086" y="464"/>
                  </a:lnTo>
                  <a:lnTo>
                    <a:pt x="1970" y="310"/>
                  </a:lnTo>
                  <a:lnTo>
                    <a:pt x="1816" y="194"/>
                  </a:lnTo>
                  <a:lnTo>
                    <a:pt x="1623" y="78"/>
                  </a:lnTo>
                  <a:lnTo>
                    <a:pt x="142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4572625" y="43774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2"/>
                  </a:lnTo>
                  <a:lnTo>
                    <a:pt x="23479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5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2"/>
                  </a:lnTo>
                  <a:lnTo>
                    <a:pt x="23865" y="3514"/>
                  </a:lnTo>
                  <a:lnTo>
                    <a:pt x="23788" y="3399"/>
                  </a:lnTo>
                  <a:lnTo>
                    <a:pt x="23749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1"/>
                  </a:lnTo>
                  <a:lnTo>
                    <a:pt x="16567" y="5407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8"/>
                  </a:lnTo>
                  <a:lnTo>
                    <a:pt x="15949" y="5020"/>
                  </a:lnTo>
                  <a:lnTo>
                    <a:pt x="16065" y="4982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8" y="4982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7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2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600"/>
                  </a:lnTo>
                  <a:lnTo>
                    <a:pt x="14250" y="5445"/>
                  </a:lnTo>
                  <a:lnTo>
                    <a:pt x="14365" y="5368"/>
                  </a:lnTo>
                  <a:lnTo>
                    <a:pt x="14443" y="5329"/>
                  </a:lnTo>
                  <a:close/>
                  <a:moveTo>
                    <a:pt x="18999" y="5484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0" y="5677"/>
                  </a:lnTo>
                  <a:lnTo>
                    <a:pt x="18845" y="5522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1" y="6102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8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891" y="6951"/>
                  </a:lnTo>
                  <a:lnTo>
                    <a:pt x="20467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9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2" y="5986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2" y="6295"/>
                  </a:lnTo>
                  <a:lnTo>
                    <a:pt x="23749" y="6565"/>
                  </a:lnTo>
                  <a:lnTo>
                    <a:pt x="23517" y="6797"/>
                  </a:lnTo>
                  <a:lnTo>
                    <a:pt x="23247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131" y="6102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8" y="6797"/>
                  </a:lnTo>
                  <a:lnTo>
                    <a:pt x="12628" y="6681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2"/>
                  </a:lnTo>
                  <a:close/>
                  <a:moveTo>
                    <a:pt x="22166" y="6565"/>
                  </a:moveTo>
                  <a:lnTo>
                    <a:pt x="22282" y="6604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6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3" y="7106"/>
                  </a:lnTo>
                  <a:lnTo>
                    <a:pt x="21471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50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6" y="7994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40" y="7723"/>
                  </a:lnTo>
                  <a:lnTo>
                    <a:pt x="11817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2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8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5" y="9770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3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3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6" y="11739"/>
                  </a:lnTo>
                  <a:lnTo>
                    <a:pt x="10658" y="11701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6" y="10697"/>
                  </a:lnTo>
                  <a:lnTo>
                    <a:pt x="10929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4" y="11778"/>
                  </a:lnTo>
                  <a:lnTo>
                    <a:pt x="6372" y="12010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9" y="11508"/>
                  </a:lnTo>
                  <a:lnTo>
                    <a:pt x="5754" y="11469"/>
                  </a:lnTo>
                  <a:close/>
                  <a:moveTo>
                    <a:pt x="10543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3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40" y="13207"/>
                  </a:lnTo>
                  <a:lnTo>
                    <a:pt x="7338" y="13014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4" y="12627"/>
                  </a:moveTo>
                  <a:lnTo>
                    <a:pt x="8959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8" y="13207"/>
                  </a:lnTo>
                  <a:lnTo>
                    <a:pt x="9037" y="13284"/>
                  </a:lnTo>
                  <a:lnTo>
                    <a:pt x="8805" y="13323"/>
                  </a:lnTo>
                  <a:lnTo>
                    <a:pt x="8573" y="13323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42" y="13014"/>
                  </a:lnTo>
                  <a:lnTo>
                    <a:pt x="8419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7" y="0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1" y="2279"/>
                  </a:lnTo>
                  <a:lnTo>
                    <a:pt x="23054" y="2395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63" y="3283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1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80"/>
                  </a:lnTo>
                  <a:lnTo>
                    <a:pt x="23479" y="4750"/>
                  </a:lnTo>
                  <a:lnTo>
                    <a:pt x="23440" y="4905"/>
                  </a:lnTo>
                  <a:lnTo>
                    <a:pt x="23440" y="5020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5" y="6295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5"/>
                  </a:lnTo>
                  <a:lnTo>
                    <a:pt x="21509" y="6411"/>
                  </a:lnTo>
                  <a:lnTo>
                    <a:pt x="21355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9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4"/>
                  </a:lnTo>
                  <a:lnTo>
                    <a:pt x="19463" y="5329"/>
                  </a:lnTo>
                  <a:lnTo>
                    <a:pt x="19385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1"/>
                  </a:lnTo>
                  <a:lnTo>
                    <a:pt x="18497" y="5407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3" y="4673"/>
                  </a:lnTo>
                  <a:lnTo>
                    <a:pt x="17957" y="4596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5" y="5098"/>
                  </a:lnTo>
                  <a:lnTo>
                    <a:pt x="16760" y="4943"/>
                  </a:lnTo>
                  <a:lnTo>
                    <a:pt x="16605" y="4789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636" y="4943"/>
                  </a:lnTo>
                  <a:lnTo>
                    <a:pt x="14443" y="4982"/>
                  </a:lnTo>
                  <a:lnTo>
                    <a:pt x="14288" y="5020"/>
                  </a:lnTo>
                  <a:lnTo>
                    <a:pt x="14134" y="5098"/>
                  </a:lnTo>
                  <a:lnTo>
                    <a:pt x="14057" y="5175"/>
                  </a:lnTo>
                  <a:lnTo>
                    <a:pt x="13941" y="5291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90"/>
                  </a:lnTo>
                  <a:lnTo>
                    <a:pt x="12164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508" y="7415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4"/>
                  </a:lnTo>
                  <a:lnTo>
                    <a:pt x="11315" y="8148"/>
                  </a:lnTo>
                  <a:lnTo>
                    <a:pt x="11354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1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6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10"/>
                  </a:lnTo>
                  <a:lnTo>
                    <a:pt x="9423" y="12087"/>
                  </a:lnTo>
                  <a:lnTo>
                    <a:pt x="9384" y="12203"/>
                  </a:lnTo>
                  <a:lnTo>
                    <a:pt x="9346" y="12319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9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9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3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5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5" y="10735"/>
                  </a:lnTo>
                  <a:lnTo>
                    <a:pt x="5330" y="10504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3" y="10311"/>
                  </a:lnTo>
                  <a:lnTo>
                    <a:pt x="4828" y="10311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61"/>
                  </a:lnTo>
                  <a:lnTo>
                    <a:pt x="3746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6"/>
                  </a:lnTo>
                  <a:lnTo>
                    <a:pt x="3013" y="9770"/>
                  </a:lnTo>
                  <a:lnTo>
                    <a:pt x="2974" y="9616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700" y="9191"/>
                  </a:lnTo>
                  <a:lnTo>
                    <a:pt x="1545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1"/>
                  </a:lnTo>
                  <a:lnTo>
                    <a:pt x="812" y="12936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53" y="11932"/>
                  </a:lnTo>
                  <a:lnTo>
                    <a:pt x="3515" y="11817"/>
                  </a:lnTo>
                  <a:lnTo>
                    <a:pt x="3437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3"/>
                  </a:lnTo>
                  <a:lnTo>
                    <a:pt x="619" y="12048"/>
                  </a:lnTo>
                  <a:lnTo>
                    <a:pt x="541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1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30" y="10388"/>
                  </a:lnTo>
                  <a:lnTo>
                    <a:pt x="1738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1" y="13786"/>
                  </a:lnTo>
                  <a:lnTo>
                    <a:pt x="9346" y="13709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9" y="12473"/>
                  </a:lnTo>
                  <a:lnTo>
                    <a:pt x="11122" y="12126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114"/>
                  </a:lnTo>
                  <a:lnTo>
                    <a:pt x="12358" y="8612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84" y="7299"/>
                  </a:lnTo>
                  <a:lnTo>
                    <a:pt x="13632" y="6990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3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0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9"/>
                  </a:lnTo>
                  <a:lnTo>
                    <a:pt x="24058" y="6990"/>
                  </a:lnTo>
                  <a:lnTo>
                    <a:pt x="24367" y="6642"/>
                  </a:lnTo>
                  <a:lnTo>
                    <a:pt x="24598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84"/>
                  </a:lnTo>
                  <a:lnTo>
                    <a:pt x="24058" y="1198"/>
                  </a:lnTo>
                  <a:lnTo>
                    <a:pt x="23788" y="811"/>
                  </a:lnTo>
                  <a:lnTo>
                    <a:pt x="23942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70" y="78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5082350" y="43871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9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3" y="2433"/>
                  </a:lnTo>
                  <a:lnTo>
                    <a:pt x="5368" y="2819"/>
                  </a:lnTo>
                  <a:lnTo>
                    <a:pt x="5484" y="3206"/>
                  </a:lnTo>
                  <a:lnTo>
                    <a:pt x="5522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2" y="5214"/>
                  </a:lnTo>
                  <a:lnTo>
                    <a:pt x="5445" y="5600"/>
                  </a:lnTo>
                  <a:lnTo>
                    <a:pt x="5329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09" y="8032"/>
                  </a:lnTo>
                  <a:lnTo>
                    <a:pt x="3939" y="8380"/>
                  </a:lnTo>
                  <a:lnTo>
                    <a:pt x="3630" y="8728"/>
                  </a:lnTo>
                  <a:lnTo>
                    <a:pt x="3283" y="9036"/>
                  </a:lnTo>
                  <a:lnTo>
                    <a:pt x="2935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8" y="10040"/>
                  </a:lnTo>
                  <a:lnTo>
                    <a:pt x="1313" y="10234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0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4"/>
                  </a:lnTo>
                  <a:lnTo>
                    <a:pt x="4827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8" y="5793"/>
                  </a:lnTo>
                  <a:lnTo>
                    <a:pt x="6024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4"/>
                  </a:lnTo>
                  <a:lnTo>
                    <a:pt x="4904" y="1005"/>
                  </a:lnTo>
                  <a:lnTo>
                    <a:pt x="4596" y="696"/>
                  </a:lnTo>
                  <a:lnTo>
                    <a:pt x="4287" y="425"/>
                  </a:lnTo>
                  <a:lnTo>
                    <a:pt x="3939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5492625" y="44122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1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1"/>
                  </a:lnTo>
                  <a:lnTo>
                    <a:pt x="3862" y="503"/>
                  </a:lnTo>
                  <a:lnTo>
                    <a:pt x="3322" y="773"/>
                  </a:lnTo>
                  <a:lnTo>
                    <a:pt x="2781" y="1082"/>
                  </a:lnTo>
                  <a:lnTo>
                    <a:pt x="2279" y="1429"/>
                  </a:lnTo>
                  <a:lnTo>
                    <a:pt x="1816" y="1854"/>
                  </a:lnTo>
                  <a:lnTo>
                    <a:pt x="1429" y="2279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7" y="4789"/>
                  </a:lnTo>
                  <a:lnTo>
                    <a:pt x="1" y="5368"/>
                  </a:lnTo>
                  <a:lnTo>
                    <a:pt x="348" y="5407"/>
                  </a:lnTo>
                  <a:lnTo>
                    <a:pt x="464" y="4982"/>
                  </a:lnTo>
                  <a:lnTo>
                    <a:pt x="580" y="4596"/>
                  </a:lnTo>
                  <a:lnTo>
                    <a:pt x="812" y="3978"/>
                  </a:lnTo>
                  <a:lnTo>
                    <a:pt x="1121" y="3399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7"/>
                  </a:lnTo>
                  <a:lnTo>
                    <a:pt x="3399" y="1159"/>
                  </a:lnTo>
                  <a:lnTo>
                    <a:pt x="3978" y="889"/>
                  </a:lnTo>
                  <a:lnTo>
                    <a:pt x="4635" y="657"/>
                  </a:lnTo>
                  <a:lnTo>
                    <a:pt x="5252" y="464"/>
                  </a:lnTo>
                  <a:lnTo>
                    <a:pt x="5909" y="387"/>
                  </a:lnTo>
                  <a:lnTo>
                    <a:pt x="6565" y="387"/>
                  </a:lnTo>
                  <a:lnTo>
                    <a:pt x="7222" y="464"/>
                  </a:lnTo>
                  <a:lnTo>
                    <a:pt x="7878" y="580"/>
                  </a:lnTo>
                  <a:lnTo>
                    <a:pt x="8496" y="812"/>
                  </a:lnTo>
                  <a:lnTo>
                    <a:pt x="9114" y="1082"/>
                  </a:lnTo>
                  <a:lnTo>
                    <a:pt x="9423" y="1275"/>
                  </a:lnTo>
                  <a:lnTo>
                    <a:pt x="9732" y="1507"/>
                  </a:lnTo>
                  <a:lnTo>
                    <a:pt x="10041" y="1700"/>
                  </a:lnTo>
                  <a:lnTo>
                    <a:pt x="10311" y="1931"/>
                  </a:lnTo>
                  <a:lnTo>
                    <a:pt x="10774" y="2472"/>
                  </a:lnTo>
                  <a:lnTo>
                    <a:pt x="11199" y="3013"/>
                  </a:lnTo>
                  <a:lnTo>
                    <a:pt x="11547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8"/>
                  </a:lnTo>
                  <a:lnTo>
                    <a:pt x="12859" y="6797"/>
                  </a:lnTo>
                  <a:lnTo>
                    <a:pt x="13130" y="7376"/>
                  </a:lnTo>
                  <a:lnTo>
                    <a:pt x="13439" y="7955"/>
                  </a:lnTo>
                  <a:lnTo>
                    <a:pt x="13825" y="8496"/>
                  </a:lnTo>
                  <a:lnTo>
                    <a:pt x="14250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500"/>
                  </a:lnTo>
                  <a:lnTo>
                    <a:pt x="15292" y="9654"/>
                  </a:lnTo>
                  <a:lnTo>
                    <a:pt x="15756" y="9809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9"/>
                  </a:lnTo>
                  <a:lnTo>
                    <a:pt x="17609" y="9616"/>
                  </a:lnTo>
                  <a:lnTo>
                    <a:pt x="17841" y="9500"/>
                  </a:lnTo>
                  <a:lnTo>
                    <a:pt x="18034" y="9384"/>
                  </a:lnTo>
                  <a:lnTo>
                    <a:pt x="18188" y="9230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2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80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6" y="8419"/>
                  </a:lnTo>
                  <a:lnTo>
                    <a:pt x="18072" y="8728"/>
                  </a:lnTo>
                  <a:lnTo>
                    <a:pt x="17802" y="8998"/>
                  </a:lnTo>
                  <a:lnTo>
                    <a:pt x="17493" y="9191"/>
                  </a:lnTo>
                  <a:lnTo>
                    <a:pt x="17184" y="9345"/>
                  </a:lnTo>
                  <a:lnTo>
                    <a:pt x="16837" y="9423"/>
                  </a:lnTo>
                  <a:lnTo>
                    <a:pt x="16451" y="9461"/>
                  </a:lnTo>
                  <a:lnTo>
                    <a:pt x="16103" y="9423"/>
                  </a:lnTo>
                  <a:lnTo>
                    <a:pt x="15717" y="9345"/>
                  </a:lnTo>
                  <a:lnTo>
                    <a:pt x="15369" y="9191"/>
                  </a:lnTo>
                  <a:lnTo>
                    <a:pt x="15022" y="8998"/>
                  </a:lnTo>
                  <a:lnTo>
                    <a:pt x="14713" y="8766"/>
                  </a:lnTo>
                  <a:lnTo>
                    <a:pt x="14404" y="8496"/>
                  </a:lnTo>
                  <a:lnTo>
                    <a:pt x="14172" y="8187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5" y="7183"/>
                  </a:lnTo>
                  <a:lnTo>
                    <a:pt x="13246" y="6526"/>
                  </a:lnTo>
                  <a:lnTo>
                    <a:pt x="12975" y="5831"/>
                  </a:lnTo>
                  <a:lnTo>
                    <a:pt x="12473" y="4480"/>
                  </a:lnTo>
                  <a:lnTo>
                    <a:pt x="12164" y="3823"/>
                  </a:lnTo>
                  <a:lnTo>
                    <a:pt x="11855" y="3206"/>
                  </a:lnTo>
                  <a:lnTo>
                    <a:pt x="11469" y="2588"/>
                  </a:lnTo>
                  <a:lnTo>
                    <a:pt x="11238" y="2279"/>
                  </a:lnTo>
                  <a:lnTo>
                    <a:pt x="11006" y="2009"/>
                  </a:lnTo>
                  <a:lnTo>
                    <a:pt x="10543" y="1584"/>
                  </a:lnTo>
                  <a:lnTo>
                    <a:pt x="10079" y="1198"/>
                  </a:lnTo>
                  <a:lnTo>
                    <a:pt x="9577" y="850"/>
                  </a:lnTo>
                  <a:lnTo>
                    <a:pt x="9037" y="580"/>
                  </a:lnTo>
                  <a:lnTo>
                    <a:pt x="8496" y="348"/>
                  </a:lnTo>
                  <a:lnTo>
                    <a:pt x="7917" y="194"/>
                  </a:lnTo>
                  <a:lnTo>
                    <a:pt x="7338" y="78"/>
                  </a:lnTo>
                  <a:lnTo>
                    <a:pt x="67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3907500" y="442282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0" y="464"/>
                  </a:moveTo>
                  <a:lnTo>
                    <a:pt x="11623" y="502"/>
                  </a:lnTo>
                  <a:lnTo>
                    <a:pt x="12048" y="541"/>
                  </a:lnTo>
                  <a:lnTo>
                    <a:pt x="12434" y="657"/>
                  </a:lnTo>
                  <a:lnTo>
                    <a:pt x="12627" y="734"/>
                  </a:lnTo>
                  <a:lnTo>
                    <a:pt x="12743" y="811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6" y="1699"/>
                  </a:lnTo>
                  <a:lnTo>
                    <a:pt x="12820" y="1892"/>
                  </a:lnTo>
                  <a:lnTo>
                    <a:pt x="12704" y="2086"/>
                  </a:lnTo>
                  <a:lnTo>
                    <a:pt x="12589" y="2240"/>
                  </a:lnTo>
                  <a:lnTo>
                    <a:pt x="12241" y="2472"/>
                  </a:lnTo>
                  <a:lnTo>
                    <a:pt x="11816" y="2742"/>
                  </a:lnTo>
                  <a:lnTo>
                    <a:pt x="11391" y="2935"/>
                  </a:lnTo>
                  <a:lnTo>
                    <a:pt x="10658" y="3205"/>
                  </a:lnTo>
                  <a:lnTo>
                    <a:pt x="9924" y="3437"/>
                  </a:lnTo>
                  <a:lnTo>
                    <a:pt x="9152" y="3707"/>
                  </a:lnTo>
                  <a:lnTo>
                    <a:pt x="8380" y="3900"/>
                  </a:lnTo>
                  <a:lnTo>
                    <a:pt x="7607" y="4094"/>
                  </a:lnTo>
                  <a:lnTo>
                    <a:pt x="6796" y="4287"/>
                  </a:lnTo>
                  <a:lnTo>
                    <a:pt x="5908" y="4441"/>
                  </a:lnTo>
                  <a:lnTo>
                    <a:pt x="5020" y="4596"/>
                  </a:lnTo>
                  <a:lnTo>
                    <a:pt x="4132" y="4711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0"/>
                  </a:lnTo>
                  <a:lnTo>
                    <a:pt x="1506" y="4673"/>
                  </a:lnTo>
                  <a:lnTo>
                    <a:pt x="1197" y="4557"/>
                  </a:lnTo>
                  <a:lnTo>
                    <a:pt x="888" y="4441"/>
                  </a:lnTo>
                  <a:lnTo>
                    <a:pt x="579" y="4248"/>
                  </a:lnTo>
                  <a:lnTo>
                    <a:pt x="657" y="4171"/>
                  </a:lnTo>
                  <a:lnTo>
                    <a:pt x="695" y="4055"/>
                  </a:lnTo>
                  <a:lnTo>
                    <a:pt x="695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1" y="3437"/>
                  </a:lnTo>
                  <a:lnTo>
                    <a:pt x="1313" y="3244"/>
                  </a:lnTo>
                  <a:lnTo>
                    <a:pt x="1854" y="2935"/>
                  </a:lnTo>
                  <a:lnTo>
                    <a:pt x="2278" y="2703"/>
                  </a:lnTo>
                  <a:lnTo>
                    <a:pt x="3012" y="2356"/>
                  </a:lnTo>
                  <a:lnTo>
                    <a:pt x="3707" y="2008"/>
                  </a:lnTo>
                  <a:lnTo>
                    <a:pt x="4479" y="1699"/>
                  </a:lnTo>
                  <a:lnTo>
                    <a:pt x="5252" y="1429"/>
                  </a:lnTo>
                  <a:lnTo>
                    <a:pt x="6024" y="1197"/>
                  </a:lnTo>
                  <a:lnTo>
                    <a:pt x="6835" y="1004"/>
                  </a:lnTo>
                  <a:lnTo>
                    <a:pt x="7607" y="811"/>
                  </a:lnTo>
                  <a:lnTo>
                    <a:pt x="8418" y="695"/>
                  </a:lnTo>
                  <a:lnTo>
                    <a:pt x="9229" y="580"/>
                  </a:lnTo>
                  <a:lnTo>
                    <a:pt x="10040" y="541"/>
                  </a:lnTo>
                  <a:lnTo>
                    <a:pt x="10735" y="502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1" y="1313"/>
                  </a:lnTo>
                  <a:lnTo>
                    <a:pt x="13708" y="1506"/>
                  </a:lnTo>
                  <a:lnTo>
                    <a:pt x="13747" y="1738"/>
                  </a:lnTo>
                  <a:lnTo>
                    <a:pt x="13708" y="2008"/>
                  </a:lnTo>
                  <a:lnTo>
                    <a:pt x="13631" y="2240"/>
                  </a:lnTo>
                  <a:lnTo>
                    <a:pt x="13515" y="2472"/>
                  </a:lnTo>
                  <a:lnTo>
                    <a:pt x="13399" y="2703"/>
                  </a:lnTo>
                  <a:lnTo>
                    <a:pt x="13206" y="2896"/>
                  </a:lnTo>
                  <a:lnTo>
                    <a:pt x="12859" y="3205"/>
                  </a:lnTo>
                  <a:lnTo>
                    <a:pt x="12473" y="3437"/>
                  </a:lnTo>
                  <a:lnTo>
                    <a:pt x="12048" y="3669"/>
                  </a:lnTo>
                  <a:lnTo>
                    <a:pt x="11623" y="3900"/>
                  </a:lnTo>
                  <a:lnTo>
                    <a:pt x="10658" y="4287"/>
                  </a:lnTo>
                  <a:lnTo>
                    <a:pt x="9731" y="4634"/>
                  </a:lnTo>
                  <a:lnTo>
                    <a:pt x="8766" y="4904"/>
                  </a:lnTo>
                  <a:lnTo>
                    <a:pt x="7762" y="5175"/>
                  </a:lnTo>
                  <a:lnTo>
                    <a:pt x="6758" y="5406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8"/>
                  </a:lnTo>
                  <a:lnTo>
                    <a:pt x="2780" y="5986"/>
                  </a:lnTo>
                  <a:lnTo>
                    <a:pt x="2278" y="5986"/>
                  </a:lnTo>
                  <a:lnTo>
                    <a:pt x="1815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5" y="5484"/>
                  </a:lnTo>
                  <a:lnTo>
                    <a:pt x="502" y="5252"/>
                  </a:lnTo>
                  <a:lnTo>
                    <a:pt x="348" y="5020"/>
                  </a:lnTo>
                  <a:lnTo>
                    <a:pt x="309" y="4866"/>
                  </a:lnTo>
                  <a:lnTo>
                    <a:pt x="309" y="4750"/>
                  </a:lnTo>
                  <a:lnTo>
                    <a:pt x="309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3"/>
                  </a:lnTo>
                  <a:lnTo>
                    <a:pt x="1931" y="5252"/>
                  </a:lnTo>
                  <a:lnTo>
                    <a:pt x="2587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6" y="5059"/>
                  </a:lnTo>
                  <a:lnTo>
                    <a:pt x="6912" y="4789"/>
                  </a:lnTo>
                  <a:lnTo>
                    <a:pt x="7839" y="4596"/>
                  </a:lnTo>
                  <a:lnTo>
                    <a:pt x="8727" y="4402"/>
                  </a:lnTo>
                  <a:lnTo>
                    <a:pt x="9615" y="4132"/>
                  </a:lnTo>
                  <a:lnTo>
                    <a:pt x="10503" y="3862"/>
                  </a:lnTo>
                  <a:lnTo>
                    <a:pt x="11353" y="3514"/>
                  </a:lnTo>
                  <a:lnTo>
                    <a:pt x="12164" y="3128"/>
                  </a:lnTo>
                  <a:lnTo>
                    <a:pt x="12434" y="2974"/>
                  </a:lnTo>
                  <a:lnTo>
                    <a:pt x="12704" y="2819"/>
                  </a:lnTo>
                  <a:lnTo>
                    <a:pt x="12936" y="2588"/>
                  </a:lnTo>
                  <a:lnTo>
                    <a:pt x="13129" y="2394"/>
                  </a:lnTo>
                  <a:lnTo>
                    <a:pt x="13322" y="2124"/>
                  </a:lnTo>
                  <a:lnTo>
                    <a:pt x="13438" y="1854"/>
                  </a:lnTo>
                  <a:lnTo>
                    <a:pt x="13515" y="1584"/>
                  </a:lnTo>
                  <a:lnTo>
                    <a:pt x="13515" y="1236"/>
                  </a:lnTo>
                  <a:lnTo>
                    <a:pt x="13477" y="1120"/>
                  </a:lnTo>
                  <a:close/>
                  <a:moveTo>
                    <a:pt x="10658" y="0"/>
                  </a:moveTo>
                  <a:lnTo>
                    <a:pt x="9886" y="39"/>
                  </a:lnTo>
                  <a:lnTo>
                    <a:pt x="9113" y="116"/>
                  </a:lnTo>
                  <a:lnTo>
                    <a:pt x="8302" y="232"/>
                  </a:lnTo>
                  <a:lnTo>
                    <a:pt x="7530" y="348"/>
                  </a:lnTo>
                  <a:lnTo>
                    <a:pt x="6719" y="541"/>
                  </a:lnTo>
                  <a:lnTo>
                    <a:pt x="5908" y="734"/>
                  </a:lnTo>
                  <a:lnTo>
                    <a:pt x="5020" y="1004"/>
                  </a:lnTo>
                  <a:lnTo>
                    <a:pt x="4132" y="1352"/>
                  </a:lnTo>
                  <a:lnTo>
                    <a:pt x="3244" y="1699"/>
                  </a:lnTo>
                  <a:lnTo>
                    <a:pt x="2394" y="2124"/>
                  </a:lnTo>
                  <a:lnTo>
                    <a:pt x="1776" y="2433"/>
                  </a:lnTo>
                  <a:lnTo>
                    <a:pt x="1390" y="2626"/>
                  </a:lnTo>
                  <a:lnTo>
                    <a:pt x="1043" y="2858"/>
                  </a:lnTo>
                  <a:lnTo>
                    <a:pt x="695" y="3090"/>
                  </a:lnTo>
                  <a:lnTo>
                    <a:pt x="463" y="3398"/>
                  </a:lnTo>
                  <a:lnTo>
                    <a:pt x="348" y="3553"/>
                  </a:lnTo>
                  <a:lnTo>
                    <a:pt x="270" y="3707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3" y="4132"/>
                  </a:lnTo>
                  <a:lnTo>
                    <a:pt x="193" y="4171"/>
                  </a:lnTo>
                  <a:lnTo>
                    <a:pt x="116" y="4325"/>
                  </a:lnTo>
                  <a:lnTo>
                    <a:pt x="39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5136"/>
                  </a:lnTo>
                  <a:lnTo>
                    <a:pt x="193" y="5445"/>
                  </a:lnTo>
                  <a:lnTo>
                    <a:pt x="348" y="5638"/>
                  </a:lnTo>
                  <a:lnTo>
                    <a:pt x="502" y="5831"/>
                  </a:lnTo>
                  <a:lnTo>
                    <a:pt x="695" y="5947"/>
                  </a:lnTo>
                  <a:lnTo>
                    <a:pt x="927" y="6063"/>
                  </a:lnTo>
                  <a:lnTo>
                    <a:pt x="965" y="6256"/>
                  </a:lnTo>
                  <a:lnTo>
                    <a:pt x="1274" y="6179"/>
                  </a:lnTo>
                  <a:lnTo>
                    <a:pt x="1313" y="6217"/>
                  </a:lnTo>
                  <a:lnTo>
                    <a:pt x="1313" y="6256"/>
                  </a:lnTo>
                  <a:lnTo>
                    <a:pt x="1352" y="6295"/>
                  </a:lnTo>
                  <a:lnTo>
                    <a:pt x="1467" y="6256"/>
                  </a:lnTo>
                  <a:lnTo>
                    <a:pt x="1815" y="6295"/>
                  </a:lnTo>
                  <a:lnTo>
                    <a:pt x="2394" y="6333"/>
                  </a:lnTo>
                  <a:lnTo>
                    <a:pt x="3012" y="6372"/>
                  </a:lnTo>
                  <a:lnTo>
                    <a:pt x="3591" y="6333"/>
                  </a:lnTo>
                  <a:lnTo>
                    <a:pt x="4171" y="6295"/>
                  </a:lnTo>
                  <a:lnTo>
                    <a:pt x="5368" y="6101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3" y="5522"/>
                  </a:lnTo>
                  <a:lnTo>
                    <a:pt x="9036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5" y="4132"/>
                  </a:lnTo>
                  <a:lnTo>
                    <a:pt x="12125" y="4248"/>
                  </a:lnTo>
                  <a:lnTo>
                    <a:pt x="12395" y="4287"/>
                  </a:lnTo>
                  <a:lnTo>
                    <a:pt x="12782" y="4711"/>
                  </a:lnTo>
                  <a:lnTo>
                    <a:pt x="13013" y="4518"/>
                  </a:lnTo>
                  <a:lnTo>
                    <a:pt x="12434" y="3939"/>
                  </a:lnTo>
                  <a:lnTo>
                    <a:pt x="12897" y="3669"/>
                  </a:lnTo>
                  <a:lnTo>
                    <a:pt x="13361" y="3321"/>
                  </a:lnTo>
                  <a:lnTo>
                    <a:pt x="13631" y="3051"/>
                  </a:lnTo>
                  <a:lnTo>
                    <a:pt x="13824" y="2703"/>
                  </a:lnTo>
                  <a:lnTo>
                    <a:pt x="14133" y="2626"/>
                  </a:lnTo>
                  <a:lnTo>
                    <a:pt x="14017" y="2317"/>
                  </a:lnTo>
                  <a:lnTo>
                    <a:pt x="14095" y="2008"/>
                  </a:lnTo>
                  <a:lnTo>
                    <a:pt x="14133" y="1738"/>
                  </a:lnTo>
                  <a:lnTo>
                    <a:pt x="14095" y="1468"/>
                  </a:lnTo>
                  <a:lnTo>
                    <a:pt x="14017" y="1236"/>
                  </a:lnTo>
                  <a:lnTo>
                    <a:pt x="13901" y="1004"/>
                  </a:lnTo>
                  <a:lnTo>
                    <a:pt x="13747" y="811"/>
                  </a:lnTo>
                  <a:lnTo>
                    <a:pt x="13477" y="618"/>
                  </a:lnTo>
                  <a:lnTo>
                    <a:pt x="13168" y="502"/>
                  </a:lnTo>
                  <a:lnTo>
                    <a:pt x="13091" y="502"/>
                  </a:lnTo>
                  <a:lnTo>
                    <a:pt x="12897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2" y="116"/>
                  </a:lnTo>
                  <a:lnTo>
                    <a:pt x="11816" y="3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299900" y="4449850"/>
              <a:ext cx="375550" cy="386175"/>
            </a:xfrm>
            <a:custGeom>
              <a:avLst/>
              <a:gdLst/>
              <a:ahLst/>
              <a:cxnLst/>
              <a:rect l="l" t="t" r="r" b="b"/>
              <a:pathLst>
                <a:path w="15022" h="15447" extrusionOk="0">
                  <a:moveTo>
                    <a:pt x="8032" y="503"/>
                  </a:move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05"/>
                  </a:lnTo>
                  <a:lnTo>
                    <a:pt x="10697" y="1236"/>
                  </a:lnTo>
                  <a:lnTo>
                    <a:pt x="11160" y="1507"/>
                  </a:lnTo>
                  <a:lnTo>
                    <a:pt x="11623" y="1815"/>
                  </a:lnTo>
                  <a:lnTo>
                    <a:pt x="10813" y="2163"/>
                  </a:lnTo>
                  <a:lnTo>
                    <a:pt x="10079" y="2588"/>
                  </a:lnTo>
                  <a:lnTo>
                    <a:pt x="9307" y="3090"/>
                  </a:lnTo>
                  <a:lnTo>
                    <a:pt x="8611" y="3592"/>
                  </a:lnTo>
                  <a:lnTo>
                    <a:pt x="7955" y="4171"/>
                  </a:lnTo>
                  <a:lnTo>
                    <a:pt x="7299" y="4789"/>
                  </a:lnTo>
                  <a:lnTo>
                    <a:pt x="6719" y="5445"/>
                  </a:lnTo>
                  <a:lnTo>
                    <a:pt x="6140" y="6140"/>
                  </a:lnTo>
                  <a:lnTo>
                    <a:pt x="5638" y="6835"/>
                  </a:lnTo>
                  <a:lnTo>
                    <a:pt x="5213" y="7608"/>
                  </a:lnTo>
                  <a:lnTo>
                    <a:pt x="4789" y="8380"/>
                  </a:lnTo>
                  <a:lnTo>
                    <a:pt x="4480" y="9191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3" y="11739"/>
                  </a:lnTo>
                  <a:lnTo>
                    <a:pt x="3746" y="12628"/>
                  </a:lnTo>
                  <a:lnTo>
                    <a:pt x="3592" y="12666"/>
                  </a:lnTo>
                  <a:lnTo>
                    <a:pt x="3283" y="11817"/>
                  </a:lnTo>
                  <a:lnTo>
                    <a:pt x="3051" y="11006"/>
                  </a:lnTo>
                  <a:lnTo>
                    <a:pt x="2858" y="10195"/>
                  </a:lnTo>
                  <a:lnTo>
                    <a:pt x="2703" y="9345"/>
                  </a:lnTo>
                  <a:lnTo>
                    <a:pt x="2588" y="8496"/>
                  </a:lnTo>
                  <a:lnTo>
                    <a:pt x="2549" y="7646"/>
                  </a:lnTo>
                  <a:lnTo>
                    <a:pt x="2588" y="6797"/>
                  </a:lnTo>
                  <a:lnTo>
                    <a:pt x="2703" y="5909"/>
                  </a:lnTo>
                  <a:lnTo>
                    <a:pt x="2858" y="5214"/>
                  </a:lnTo>
                  <a:lnTo>
                    <a:pt x="3051" y="4480"/>
                  </a:lnTo>
                  <a:lnTo>
                    <a:pt x="3321" y="3823"/>
                  </a:lnTo>
                  <a:lnTo>
                    <a:pt x="3669" y="3167"/>
                  </a:lnTo>
                  <a:lnTo>
                    <a:pt x="4016" y="2549"/>
                  </a:lnTo>
                  <a:lnTo>
                    <a:pt x="4441" y="1970"/>
                  </a:lnTo>
                  <a:lnTo>
                    <a:pt x="4904" y="1391"/>
                  </a:lnTo>
                  <a:lnTo>
                    <a:pt x="5406" y="850"/>
                  </a:lnTo>
                  <a:lnTo>
                    <a:pt x="5908" y="696"/>
                  </a:lnTo>
                  <a:lnTo>
                    <a:pt x="6410" y="618"/>
                  </a:lnTo>
                  <a:lnTo>
                    <a:pt x="6951" y="541"/>
                  </a:lnTo>
                  <a:lnTo>
                    <a:pt x="7492" y="503"/>
                  </a:lnTo>
                  <a:close/>
                  <a:moveTo>
                    <a:pt x="11971" y="2086"/>
                  </a:moveTo>
                  <a:lnTo>
                    <a:pt x="12357" y="2433"/>
                  </a:lnTo>
                  <a:lnTo>
                    <a:pt x="12705" y="2781"/>
                  </a:lnTo>
                  <a:lnTo>
                    <a:pt x="13052" y="3206"/>
                  </a:lnTo>
                  <a:lnTo>
                    <a:pt x="13322" y="3630"/>
                  </a:lnTo>
                  <a:lnTo>
                    <a:pt x="13593" y="4094"/>
                  </a:lnTo>
                  <a:lnTo>
                    <a:pt x="13863" y="4557"/>
                  </a:lnTo>
                  <a:lnTo>
                    <a:pt x="14056" y="5059"/>
                  </a:lnTo>
                  <a:lnTo>
                    <a:pt x="14211" y="5600"/>
                  </a:lnTo>
                  <a:lnTo>
                    <a:pt x="14326" y="6102"/>
                  </a:lnTo>
                  <a:lnTo>
                    <a:pt x="14442" y="6604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1"/>
                  </a:lnTo>
                  <a:lnTo>
                    <a:pt x="11392" y="7144"/>
                  </a:lnTo>
                  <a:lnTo>
                    <a:pt x="10658" y="7376"/>
                  </a:lnTo>
                  <a:lnTo>
                    <a:pt x="9963" y="7685"/>
                  </a:lnTo>
                  <a:lnTo>
                    <a:pt x="9229" y="8032"/>
                  </a:lnTo>
                  <a:lnTo>
                    <a:pt x="8534" y="8419"/>
                  </a:lnTo>
                  <a:lnTo>
                    <a:pt x="7878" y="8843"/>
                  </a:lnTo>
                  <a:lnTo>
                    <a:pt x="7260" y="9268"/>
                  </a:lnTo>
                  <a:lnTo>
                    <a:pt x="6642" y="9770"/>
                  </a:lnTo>
                  <a:lnTo>
                    <a:pt x="6102" y="10311"/>
                  </a:lnTo>
                  <a:lnTo>
                    <a:pt x="5561" y="10890"/>
                  </a:lnTo>
                  <a:lnTo>
                    <a:pt x="5098" y="11469"/>
                  </a:lnTo>
                  <a:lnTo>
                    <a:pt x="4634" y="12126"/>
                  </a:lnTo>
                  <a:lnTo>
                    <a:pt x="4248" y="12782"/>
                  </a:lnTo>
                  <a:lnTo>
                    <a:pt x="4132" y="12705"/>
                  </a:lnTo>
                  <a:lnTo>
                    <a:pt x="3978" y="12666"/>
                  </a:lnTo>
                  <a:lnTo>
                    <a:pt x="4094" y="11778"/>
                  </a:lnTo>
                  <a:lnTo>
                    <a:pt x="4325" y="10929"/>
                  </a:lnTo>
                  <a:lnTo>
                    <a:pt x="4557" y="10079"/>
                  </a:lnTo>
                  <a:lnTo>
                    <a:pt x="4866" y="9268"/>
                  </a:lnTo>
                  <a:lnTo>
                    <a:pt x="5213" y="8496"/>
                  </a:lnTo>
                  <a:lnTo>
                    <a:pt x="5600" y="7724"/>
                  </a:lnTo>
                  <a:lnTo>
                    <a:pt x="6024" y="6990"/>
                  </a:lnTo>
                  <a:lnTo>
                    <a:pt x="6526" y="6256"/>
                  </a:lnTo>
                  <a:lnTo>
                    <a:pt x="7067" y="5600"/>
                  </a:lnTo>
                  <a:lnTo>
                    <a:pt x="7607" y="4943"/>
                  </a:lnTo>
                  <a:lnTo>
                    <a:pt x="8225" y="4364"/>
                  </a:lnTo>
                  <a:lnTo>
                    <a:pt x="8920" y="3823"/>
                  </a:lnTo>
                  <a:lnTo>
                    <a:pt x="9615" y="3321"/>
                  </a:lnTo>
                  <a:lnTo>
                    <a:pt x="10349" y="2858"/>
                  </a:lnTo>
                  <a:lnTo>
                    <a:pt x="11121" y="2433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39"/>
                  </a:lnTo>
                  <a:lnTo>
                    <a:pt x="14442" y="8689"/>
                  </a:lnTo>
                  <a:lnTo>
                    <a:pt x="14288" y="9538"/>
                  </a:lnTo>
                  <a:lnTo>
                    <a:pt x="14172" y="9925"/>
                  </a:lnTo>
                  <a:lnTo>
                    <a:pt x="14056" y="10349"/>
                  </a:lnTo>
                  <a:lnTo>
                    <a:pt x="13902" y="10735"/>
                  </a:lnTo>
                  <a:lnTo>
                    <a:pt x="13709" y="11122"/>
                  </a:lnTo>
                  <a:lnTo>
                    <a:pt x="13516" y="11508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50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1" y="13014"/>
                  </a:lnTo>
                  <a:lnTo>
                    <a:pt x="11701" y="12898"/>
                  </a:lnTo>
                  <a:lnTo>
                    <a:pt x="11121" y="12743"/>
                  </a:lnTo>
                  <a:lnTo>
                    <a:pt x="10542" y="12628"/>
                  </a:lnTo>
                  <a:lnTo>
                    <a:pt x="10002" y="12550"/>
                  </a:lnTo>
                  <a:lnTo>
                    <a:pt x="9422" y="12473"/>
                  </a:lnTo>
                  <a:lnTo>
                    <a:pt x="8843" y="12435"/>
                  </a:lnTo>
                  <a:lnTo>
                    <a:pt x="8303" y="12435"/>
                  </a:lnTo>
                  <a:lnTo>
                    <a:pt x="7762" y="12473"/>
                  </a:lnTo>
                  <a:lnTo>
                    <a:pt x="7221" y="12550"/>
                  </a:lnTo>
                  <a:lnTo>
                    <a:pt x="6719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23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01"/>
                  </a:lnTo>
                  <a:lnTo>
                    <a:pt x="5870" y="11160"/>
                  </a:lnTo>
                  <a:lnTo>
                    <a:pt x="6410" y="10620"/>
                  </a:lnTo>
                  <a:lnTo>
                    <a:pt x="6990" y="10118"/>
                  </a:lnTo>
                  <a:lnTo>
                    <a:pt x="7569" y="9616"/>
                  </a:lnTo>
                  <a:lnTo>
                    <a:pt x="8148" y="9191"/>
                  </a:lnTo>
                  <a:lnTo>
                    <a:pt x="8766" y="8805"/>
                  </a:lnTo>
                  <a:lnTo>
                    <a:pt x="9422" y="8419"/>
                  </a:lnTo>
                  <a:lnTo>
                    <a:pt x="10079" y="8110"/>
                  </a:lnTo>
                  <a:lnTo>
                    <a:pt x="10735" y="7801"/>
                  </a:lnTo>
                  <a:lnTo>
                    <a:pt x="11469" y="7569"/>
                  </a:lnTo>
                  <a:lnTo>
                    <a:pt x="12164" y="7337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6"/>
                  </a:moveTo>
                  <a:lnTo>
                    <a:pt x="4055" y="1815"/>
                  </a:lnTo>
                  <a:lnTo>
                    <a:pt x="3630" y="2433"/>
                  </a:lnTo>
                  <a:lnTo>
                    <a:pt x="3244" y="3090"/>
                  </a:lnTo>
                  <a:lnTo>
                    <a:pt x="2935" y="3785"/>
                  </a:lnTo>
                  <a:lnTo>
                    <a:pt x="2665" y="4519"/>
                  </a:lnTo>
                  <a:lnTo>
                    <a:pt x="2472" y="5252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4"/>
                  </a:lnTo>
                  <a:lnTo>
                    <a:pt x="2394" y="9847"/>
                  </a:lnTo>
                  <a:lnTo>
                    <a:pt x="2549" y="10620"/>
                  </a:lnTo>
                  <a:lnTo>
                    <a:pt x="2781" y="11353"/>
                  </a:lnTo>
                  <a:lnTo>
                    <a:pt x="3012" y="12048"/>
                  </a:lnTo>
                  <a:lnTo>
                    <a:pt x="3321" y="12743"/>
                  </a:lnTo>
                  <a:lnTo>
                    <a:pt x="3128" y="12859"/>
                  </a:lnTo>
                  <a:lnTo>
                    <a:pt x="2935" y="13014"/>
                  </a:lnTo>
                  <a:lnTo>
                    <a:pt x="2819" y="13207"/>
                  </a:lnTo>
                  <a:lnTo>
                    <a:pt x="2742" y="13439"/>
                  </a:lnTo>
                  <a:lnTo>
                    <a:pt x="2394" y="12975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6" y="11585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075"/>
                  </a:lnTo>
                  <a:lnTo>
                    <a:pt x="541" y="8534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1"/>
                  </a:lnTo>
                  <a:lnTo>
                    <a:pt x="773" y="5870"/>
                  </a:lnTo>
                  <a:lnTo>
                    <a:pt x="927" y="5291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1970"/>
                  </a:lnTo>
                  <a:lnTo>
                    <a:pt x="3939" y="1584"/>
                  </a:lnTo>
                  <a:lnTo>
                    <a:pt x="4518" y="1236"/>
                  </a:lnTo>
                  <a:close/>
                  <a:moveTo>
                    <a:pt x="3862" y="12975"/>
                  </a:moveTo>
                  <a:lnTo>
                    <a:pt x="4016" y="13014"/>
                  </a:lnTo>
                  <a:lnTo>
                    <a:pt x="4171" y="13130"/>
                  </a:lnTo>
                  <a:lnTo>
                    <a:pt x="4287" y="13284"/>
                  </a:lnTo>
                  <a:lnTo>
                    <a:pt x="4325" y="13439"/>
                  </a:lnTo>
                  <a:lnTo>
                    <a:pt x="4364" y="13593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5" y="13786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00"/>
                  </a:lnTo>
                  <a:lnTo>
                    <a:pt x="3051" y="13439"/>
                  </a:lnTo>
                  <a:lnTo>
                    <a:pt x="2974" y="13516"/>
                  </a:lnTo>
                  <a:lnTo>
                    <a:pt x="3051" y="13361"/>
                  </a:lnTo>
                  <a:lnTo>
                    <a:pt x="3167" y="13207"/>
                  </a:lnTo>
                  <a:lnTo>
                    <a:pt x="3321" y="13091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8187" y="12821"/>
                  </a:moveTo>
                  <a:lnTo>
                    <a:pt x="9152" y="12859"/>
                  </a:lnTo>
                  <a:lnTo>
                    <a:pt x="9615" y="12898"/>
                  </a:lnTo>
                  <a:lnTo>
                    <a:pt x="10117" y="12937"/>
                  </a:lnTo>
                  <a:lnTo>
                    <a:pt x="10504" y="13014"/>
                  </a:lnTo>
                  <a:lnTo>
                    <a:pt x="11006" y="13091"/>
                  </a:lnTo>
                  <a:lnTo>
                    <a:pt x="11508" y="13245"/>
                  </a:lnTo>
                  <a:lnTo>
                    <a:pt x="11701" y="13323"/>
                  </a:lnTo>
                  <a:lnTo>
                    <a:pt x="11894" y="13439"/>
                  </a:lnTo>
                  <a:lnTo>
                    <a:pt x="11508" y="13747"/>
                  </a:lnTo>
                  <a:lnTo>
                    <a:pt x="11083" y="14018"/>
                  </a:lnTo>
                  <a:lnTo>
                    <a:pt x="10658" y="14249"/>
                  </a:lnTo>
                  <a:lnTo>
                    <a:pt x="10233" y="14442"/>
                  </a:lnTo>
                  <a:lnTo>
                    <a:pt x="9770" y="14597"/>
                  </a:lnTo>
                  <a:lnTo>
                    <a:pt x="9307" y="14751"/>
                  </a:lnTo>
                  <a:lnTo>
                    <a:pt x="8843" y="14829"/>
                  </a:lnTo>
                  <a:lnTo>
                    <a:pt x="8341" y="14906"/>
                  </a:lnTo>
                  <a:lnTo>
                    <a:pt x="7878" y="14944"/>
                  </a:lnTo>
                  <a:lnTo>
                    <a:pt x="7376" y="14944"/>
                  </a:lnTo>
                  <a:lnTo>
                    <a:pt x="6912" y="14906"/>
                  </a:lnTo>
                  <a:lnTo>
                    <a:pt x="6410" y="14867"/>
                  </a:lnTo>
                  <a:lnTo>
                    <a:pt x="5947" y="14751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6" y="14288"/>
                  </a:lnTo>
                  <a:lnTo>
                    <a:pt x="4711" y="14018"/>
                  </a:lnTo>
                  <a:lnTo>
                    <a:pt x="4750" y="13709"/>
                  </a:lnTo>
                  <a:lnTo>
                    <a:pt x="4711" y="13593"/>
                  </a:lnTo>
                  <a:lnTo>
                    <a:pt x="5561" y="13284"/>
                  </a:lnTo>
                  <a:lnTo>
                    <a:pt x="6410" y="13091"/>
                  </a:lnTo>
                  <a:lnTo>
                    <a:pt x="7299" y="12937"/>
                  </a:lnTo>
                  <a:lnTo>
                    <a:pt x="8187" y="12821"/>
                  </a:lnTo>
                  <a:close/>
                  <a:moveTo>
                    <a:pt x="6990" y="1"/>
                  </a:moveTo>
                  <a:lnTo>
                    <a:pt x="6449" y="78"/>
                  </a:lnTo>
                  <a:lnTo>
                    <a:pt x="5870" y="194"/>
                  </a:lnTo>
                  <a:lnTo>
                    <a:pt x="5329" y="348"/>
                  </a:lnTo>
                  <a:lnTo>
                    <a:pt x="4789" y="580"/>
                  </a:lnTo>
                  <a:lnTo>
                    <a:pt x="4248" y="811"/>
                  </a:lnTo>
                  <a:lnTo>
                    <a:pt x="3785" y="1082"/>
                  </a:lnTo>
                  <a:lnTo>
                    <a:pt x="3283" y="1391"/>
                  </a:lnTo>
                  <a:lnTo>
                    <a:pt x="2819" y="1738"/>
                  </a:lnTo>
                  <a:lnTo>
                    <a:pt x="2394" y="2124"/>
                  </a:lnTo>
                  <a:lnTo>
                    <a:pt x="2008" y="2549"/>
                  </a:lnTo>
                  <a:lnTo>
                    <a:pt x="1622" y="3013"/>
                  </a:lnTo>
                  <a:lnTo>
                    <a:pt x="1275" y="3476"/>
                  </a:lnTo>
                  <a:lnTo>
                    <a:pt x="966" y="3978"/>
                  </a:lnTo>
                  <a:lnTo>
                    <a:pt x="695" y="4596"/>
                  </a:lnTo>
                  <a:lnTo>
                    <a:pt x="425" y="5214"/>
                  </a:lnTo>
                  <a:lnTo>
                    <a:pt x="232" y="5870"/>
                  </a:lnTo>
                  <a:lnTo>
                    <a:pt x="116" y="6526"/>
                  </a:lnTo>
                  <a:lnTo>
                    <a:pt x="39" y="7222"/>
                  </a:lnTo>
                  <a:lnTo>
                    <a:pt x="0" y="7878"/>
                  </a:lnTo>
                  <a:lnTo>
                    <a:pt x="39" y="8573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199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1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481"/>
                  </a:lnTo>
                  <a:lnTo>
                    <a:pt x="4132" y="14597"/>
                  </a:lnTo>
                  <a:lnTo>
                    <a:pt x="4557" y="14790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53"/>
                  </a:lnTo>
                  <a:lnTo>
                    <a:pt x="6333" y="15369"/>
                  </a:lnTo>
                  <a:lnTo>
                    <a:pt x="6797" y="15408"/>
                  </a:lnTo>
                  <a:lnTo>
                    <a:pt x="7299" y="15446"/>
                  </a:lnTo>
                  <a:lnTo>
                    <a:pt x="8225" y="15446"/>
                  </a:lnTo>
                  <a:lnTo>
                    <a:pt x="8689" y="15369"/>
                  </a:lnTo>
                  <a:lnTo>
                    <a:pt x="9152" y="15292"/>
                  </a:lnTo>
                  <a:lnTo>
                    <a:pt x="9615" y="15176"/>
                  </a:lnTo>
                  <a:lnTo>
                    <a:pt x="10079" y="15022"/>
                  </a:lnTo>
                  <a:lnTo>
                    <a:pt x="10542" y="14867"/>
                  </a:lnTo>
                  <a:lnTo>
                    <a:pt x="10967" y="14674"/>
                  </a:lnTo>
                  <a:lnTo>
                    <a:pt x="11392" y="14442"/>
                  </a:lnTo>
                  <a:lnTo>
                    <a:pt x="11855" y="14134"/>
                  </a:lnTo>
                  <a:lnTo>
                    <a:pt x="12318" y="13747"/>
                  </a:lnTo>
                  <a:lnTo>
                    <a:pt x="12743" y="13361"/>
                  </a:lnTo>
                  <a:lnTo>
                    <a:pt x="13129" y="12975"/>
                  </a:lnTo>
                  <a:lnTo>
                    <a:pt x="13477" y="12512"/>
                  </a:lnTo>
                  <a:lnTo>
                    <a:pt x="13786" y="12048"/>
                  </a:lnTo>
                  <a:lnTo>
                    <a:pt x="14056" y="11546"/>
                  </a:lnTo>
                  <a:lnTo>
                    <a:pt x="14288" y="11044"/>
                  </a:lnTo>
                  <a:lnTo>
                    <a:pt x="14520" y="10504"/>
                  </a:lnTo>
                  <a:lnTo>
                    <a:pt x="14674" y="9963"/>
                  </a:lnTo>
                  <a:lnTo>
                    <a:pt x="14828" y="9423"/>
                  </a:lnTo>
                  <a:lnTo>
                    <a:pt x="14906" y="8843"/>
                  </a:lnTo>
                  <a:lnTo>
                    <a:pt x="14983" y="8264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4" y="6565"/>
                  </a:lnTo>
                  <a:lnTo>
                    <a:pt x="14828" y="5986"/>
                  </a:lnTo>
                  <a:lnTo>
                    <a:pt x="14674" y="5368"/>
                  </a:lnTo>
                  <a:lnTo>
                    <a:pt x="14481" y="4789"/>
                  </a:lnTo>
                  <a:lnTo>
                    <a:pt x="14249" y="4248"/>
                  </a:lnTo>
                  <a:lnTo>
                    <a:pt x="13979" y="3708"/>
                  </a:lnTo>
                  <a:lnTo>
                    <a:pt x="13670" y="3206"/>
                  </a:lnTo>
                  <a:lnTo>
                    <a:pt x="13322" y="2742"/>
                  </a:lnTo>
                  <a:lnTo>
                    <a:pt x="12936" y="2279"/>
                  </a:lnTo>
                  <a:lnTo>
                    <a:pt x="12512" y="1893"/>
                  </a:lnTo>
                  <a:lnTo>
                    <a:pt x="12048" y="1507"/>
                  </a:lnTo>
                  <a:lnTo>
                    <a:pt x="11585" y="1159"/>
                  </a:lnTo>
                  <a:lnTo>
                    <a:pt x="11083" y="850"/>
                  </a:lnTo>
                  <a:lnTo>
                    <a:pt x="10542" y="580"/>
                  </a:lnTo>
                  <a:lnTo>
                    <a:pt x="9963" y="387"/>
                  </a:lnTo>
                  <a:lnTo>
                    <a:pt x="9384" y="194"/>
                  </a:lnTo>
                  <a:lnTo>
                    <a:pt x="8766" y="78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2298225" y="4462400"/>
              <a:ext cx="461475" cy="306050"/>
            </a:xfrm>
            <a:custGeom>
              <a:avLst/>
              <a:gdLst/>
              <a:ahLst/>
              <a:cxnLst/>
              <a:rect l="l" t="t" r="r" b="b"/>
              <a:pathLst>
                <a:path w="18459" h="12242" extrusionOk="0">
                  <a:moveTo>
                    <a:pt x="17609" y="4943"/>
                  </a:moveTo>
                  <a:lnTo>
                    <a:pt x="17763" y="4982"/>
                  </a:lnTo>
                  <a:lnTo>
                    <a:pt x="17879" y="5020"/>
                  </a:lnTo>
                  <a:lnTo>
                    <a:pt x="17917" y="5098"/>
                  </a:lnTo>
                  <a:lnTo>
                    <a:pt x="17956" y="5175"/>
                  </a:lnTo>
                  <a:lnTo>
                    <a:pt x="17956" y="5407"/>
                  </a:lnTo>
                  <a:lnTo>
                    <a:pt x="17956" y="5638"/>
                  </a:lnTo>
                  <a:lnTo>
                    <a:pt x="17879" y="5793"/>
                  </a:lnTo>
                  <a:lnTo>
                    <a:pt x="17763" y="5986"/>
                  </a:lnTo>
                  <a:lnTo>
                    <a:pt x="17570" y="6140"/>
                  </a:lnTo>
                  <a:lnTo>
                    <a:pt x="17222" y="6372"/>
                  </a:lnTo>
                  <a:lnTo>
                    <a:pt x="16913" y="6526"/>
                  </a:lnTo>
                  <a:lnTo>
                    <a:pt x="16566" y="6642"/>
                  </a:lnTo>
                  <a:lnTo>
                    <a:pt x="16257" y="6681"/>
                  </a:lnTo>
                  <a:lnTo>
                    <a:pt x="15909" y="6720"/>
                  </a:lnTo>
                  <a:lnTo>
                    <a:pt x="16141" y="6140"/>
                  </a:lnTo>
                  <a:lnTo>
                    <a:pt x="16257" y="5870"/>
                  </a:lnTo>
                  <a:lnTo>
                    <a:pt x="16411" y="5600"/>
                  </a:lnTo>
                  <a:lnTo>
                    <a:pt x="16605" y="5368"/>
                  </a:lnTo>
                  <a:lnTo>
                    <a:pt x="16798" y="5175"/>
                  </a:lnTo>
                  <a:lnTo>
                    <a:pt x="17068" y="5059"/>
                  </a:lnTo>
                  <a:lnTo>
                    <a:pt x="17377" y="4943"/>
                  </a:lnTo>
                  <a:close/>
                  <a:moveTo>
                    <a:pt x="13747" y="6295"/>
                  </a:moveTo>
                  <a:lnTo>
                    <a:pt x="14056" y="6333"/>
                  </a:lnTo>
                  <a:lnTo>
                    <a:pt x="14365" y="6411"/>
                  </a:lnTo>
                  <a:lnTo>
                    <a:pt x="14597" y="6526"/>
                  </a:lnTo>
                  <a:lnTo>
                    <a:pt x="14828" y="6681"/>
                  </a:lnTo>
                  <a:lnTo>
                    <a:pt x="15060" y="6835"/>
                  </a:lnTo>
                  <a:lnTo>
                    <a:pt x="14983" y="6951"/>
                  </a:lnTo>
                  <a:lnTo>
                    <a:pt x="14519" y="7067"/>
                  </a:lnTo>
                  <a:lnTo>
                    <a:pt x="14056" y="7144"/>
                  </a:lnTo>
                  <a:lnTo>
                    <a:pt x="13515" y="7144"/>
                  </a:lnTo>
                  <a:lnTo>
                    <a:pt x="13206" y="7106"/>
                  </a:lnTo>
                  <a:lnTo>
                    <a:pt x="12936" y="6990"/>
                  </a:lnTo>
                  <a:lnTo>
                    <a:pt x="12820" y="6951"/>
                  </a:lnTo>
                  <a:lnTo>
                    <a:pt x="12782" y="6874"/>
                  </a:lnTo>
                  <a:lnTo>
                    <a:pt x="12782" y="6758"/>
                  </a:lnTo>
                  <a:lnTo>
                    <a:pt x="12859" y="6642"/>
                  </a:lnTo>
                  <a:lnTo>
                    <a:pt x="12936" y="6449"/>
                  </a:lnTo>
                  <a:lnTo>
                    <a:pt x="13052" y="6333"/>
                  </a:lnTo>
                  <a:lnTo>
                    <a:pt x="13206" y="6295"/>
                  </a:lnTo>
                  <a:close/>
                  <a:moveTo>
                    <a:pt x="15523" y="7222"/>
                  </a:moveTo>
                  <a:lnTo>
                    <a:pt x="16064" y="7608"/>
                  </a:lnTo>
                  <a:lnTo>
                    <a:pt x="16334" y="7839"/>
                  </a:lnTo>
                  <a:lnTo>
                    <a:pt x="16566" y="8071"/>
                  </a:lnTo>
                  <a:lnTo>
                    <a:pt x="16798" y="8303"/>
                  </a:lnTo>
                  <a:lnTo>
                    <a:pt x="16991" y="8573"/>
                  </a:lnTo>
                  <a:lnTo>
                    <a:pt x="17068" y="8882"/>
                  </a:lnTo>
                  <a:lnTo>
                    <a:pt x="17107" y="9036"/>
                  </a:lnTo>
                  <a:lnTo>
                    <a:pt x="17107" y="9229"/>
                  </a:lnTo>
                  <a:lnTo>
                    <a:pt x="17068" y="9423"/>
                  </a:lnTo>
                  <a:lnTo>
                    <a:pt x="16952" y="9538"/>
                  </a:lnTo>
                  <a:lnTo>
                    <a:pt x="16836" y="9616"/>
                  </a:lnTo>
                  <a:lnTo>
                    <a:pt x="16682" y="9654"/>
                  </a:lnTo>
                  <a:lnTo>
                    <a:pt x="16527" y="9654"/>
                  </a:lnTo>
                  <a:lnTo>
                    <a:pt x="16373" y="9577"/>
                  </a:lnTo>
                  <a:lnTo>
                    <a:pt x="16218" y="9461"/>
                  </a:lnTo>
                  <a:lnTo>
                    <a:pt x="16103" y="9307"/>
                  </a:lnTo>
                  <a:lnTo>
                    <a:pt x="15909" y="8959"/>
                  </a:lnTo>
                  <a:lnTo>
                    <a:pt x="15716" y="8573"/>
                  </a:lnTo>
                  <a:lnTo>
                    <a:pt x="15639" y="8226"/>
                  </a:lnTo>
                  <a:lnTo>
                    <a:pt x="15562" y="7917"/>
                  </a:lnTo>
                  <a:lnTo>
                    <a:pt x="15523" y="7569"/>
                  </a:lnTo>
                  <a:lnTo>
                    <a:pt x="15523" y="7222"/>
                  </a:lnTo>
                  <a:close/>
                  <a:moveTo>
                    <a:pt x="5020" y="464"/>
                  </a:moveTo>
                  <a:lnTo>
                    <a:pt x="5638" y="541"/>
                  </a:lnTo>
                  <a:lnTo>
                    <a:pt x="6217" y="696"/>
                  </a:lnTo>
                  <a:lnTo>
                    <a:pt x="6758" y="927"/>
                  </a:lnTo>
                  <a:lnTo>
                    <a:pt x="7260" y="1236"/>
                  </a:lnTo>
                  <a:lnTo>
                    <a:pt x="7723" y="1622"/>
                  </a:lnTo>
                  <a:lnTo>
                    <a:pt x="8186" y="2047"/>
                  </a:lnTo>
                  <a:lnTo>
                    <a:pt x="8534" y="2549"/>
                  </a:lnTo>
                  <a:lnTo>
                    <a:pt x="8804" y="3013"/>
                  </a:lnTo>
                  <a:lnTo>
                    <a:pt x="9036" y="3437"/>
                  </a:lnTo>
                  <a:lnTo>
                    <a:pt x="9229" y="3901"/>
                  </a:lnTo>
                  <a:lnTo>
                    <a:pt x="9384" y="4403"/>
                  </a:lnTo>
                  <a:lnTo>
                    <a:pt x="9654" y="5368"/>
                  </a:lnTo>
                  <a:lnTo>
                    <a:pt x="9924" y="6333"/>
                  </a:lnTo>
                  <a:lnTo>
                    <a:pt x="10040" y="6758"/>
                  </a:lnTo>
                  <a:lnTo>
                    <a:pt x="10194" y="7144"/>
                  </a:lnTo>
                  <a:lnTo>
                    <a:pt x="10388" y="7530"/>
                  </a:lnTo>
                  <a:lnTo>
                    <a:pt x="10619" y="7878"/>
                  </a:lnTo>
                  <a:lnTo>
                    <a:pt x="10890" y="8187"/>
                  </a:lnTo>
                  <a:lnTo>
                    <a:pt x="11198" y="8419"/>
                  </a:lnTo>
                  <a:lnTo>
                    <a:pt x="11585" y="8612"/>
                  </a:lnTo>
                  <a:lnTo>
                    <a:pt x="12009" y="8766"/>
                  </a:lnTo>
                  <a:lnTo>
                    <a:pt x="12357" y="8805"/>
                  </a:lnTo>
                  <a:lnTo>
                    <a:pt x="12704" y="8766"/>
                  </a:lnTo>
                  <a:lnTo>
                    <a:pt x="13013" y="8728"/>
                  </a:lnTo>
                  <a:lnTo>
                    <a:pt x="13322" y="8650"/>
                  </a:lnTo>
                  <a:lnTo>
                    <a:pt x="13631" y="8534"/>
                  </a:lnTo>
                  <a:lnTo>
                    <a:pt x="13901" y="8419"/>
                  </a:lnTo>
                  <a:lnTo>
                    <a:pt x="14172" y="8226"/>
                  </a:lnTo>
                  <a:lnTo>
                    <a:pt x="14442" y="8071"/>
                  </a:lnTo>
                  <a:lnTo>
                    <a:pt x="13940" y="8689"/>
                  </a:lnTo>
                  <a:lnTo>
                    <a:pt x="13361" y="9307"/>
                  </a:lnTo>
                  <a:lnTo>
                    <a:pt x="12743" y="9847"/>
                  </a:lnTo>
                  <a:lnTo>
                    <a:pt x="12087" y="10311"/>
                  </a:lnTo>
                  <a:lnTo>
                    <a:pt x="11392" y="10735"/>
                  </a:lnTo>
                  <a:lnTo>
                    <a:pt x="10658" y="11083"/>
                  </a:lnTo>
                  <a:lnTo>
                    <a:pt x="9847" y="11353"/>
                  </a:lnTo>
                  <a:lnTo>
                    <a:pt x="9036" y="11585"/>
                  </a:lnTo>
                  <a:lnTo>
                    <a:pt x="8418" y="11662"/>
                  </a:lnTo>
                  <a:lnTo>
                    <a:pt x="7839" y="11739"/>
                  </a:lnTo>
                  <a:lnTo>
                    <a:pt x="7260" y="11739"/>
                  </a:lnTo>
                  <a:lnTo>
                    <a:pt x="6680" y="11701"/>
                  </a:lnTo>
                  <a:lnTo>
                    <a:pt x="6101" y="11624"/>
                  </a:lnTo>
                  <a:lnTo>
                    <a:pt x="5561" y="11508"/>
                  </a:lnTo>
                  <a:lnTo>
                    <a:pt x="5020" y="11353"/>
                  </a:lnTo>
                  <a:lnTo>
                    <a:pt x="4518" y="11160"/>
                  </a:lnTo>
                  <a:lnTo>
                    <a:pt x="4016" y="10929"/>
                  </a:lnTo>
                  <a:lnTo>
                    <a:pt x="3514" y="10620"/>
                  </a:lnTo>
                  <a:lnTo>
                    <a:pt x="3089" y="10311"/>
                  </a:lnTo>
                  <a:lnTo>
                    <a:pt x="2626" y="9925"/>
                  </a:lnTo>
                  <a:lnTo>
                    <a:pt x="2240" y="9538"/>
                  </a:lnTo>
                  <a:lnTo>
                    <a:pt x="1854" y="9075"/>
                  </a:lnTo>
                  <a:lnTo>
                    <a:pt x="1545" y="8573"/>
                  </a:lnTo>
                  <a:lnTo>
                    <a:pt x="1236" y="8071"/>
                  </a:lnTo>
                  <a:lnTo>
                    <a:pt x="965" y="7492"/>
                  </a:lnTo>
                  <a:lnTo>
                    <a:pt x="734" y="6913"/>
                  </a:lnTo>
                  <a:lnTo>
                    <a:pt x="579" y="6295"/>
                  </a:lnTo>
                  <a:lnTo>
                    <a:pt x="464" y="5677"/>
                  </a:lnTo>
                  <a:lnTo>
                    <a:pt x="425" y="5059"/>
                  </a:lnTo>
                  <a:lnTo>
                    <a:pt x="425" y="4441"/>
                  </a:lnTo>
                  <a:lnTo>
                    <a:pt x="541" y="3823"/>
                  </a:lnTo>
                  <a:lnTo>
                    <a:pt x="695" y="3244"/>
                  </a:lnTo>
                  <a:lnTo>
                    <a:pt x="965" y="2704"/>
                  </a:lnTo>
                  <a:lnTo>
                    <a:pt x="1313" y="2163"/>
                  </a:lnTo>
                  <a:lnTo>
                    <a:pt x="1699" y="1738"/>
                  </a:lnTo>
                  <a:lnTo>
                    <a:pt x="2163" y="1313"/>
                  </a:lnTo>
                  <a:lnTo>
                    <a:pt x="2665" y="1005"/>
                  </a:lnTo>
                  <a:lnTo>
                    <a:pt x="3205" y="734"/>
                  </a:lnTo>
                  <a:lnTo>
                    <a:pt x="3784" y="580"/>
                  </a:lnTo>
                  <a:lnTo>
                    <a:pt x="4402" y="464"/>
                  </a:lnTo>
                  <a:close/>
                  <a:moveTo>
                    <a:pt x="4634" y="1"/>
                  </a:moveTo>
                  <a:lnTo>
                    <a:pt x="4248" y="39"/>
                  </a:lnTo>
                  <a:lnTo>
                    <a:pt x="3900" y="78"/>
                  </a:lnTo>
                  <a:lnTo>
                    <a:pt x="3514" y="155"/>
                  </a:lnTo>
                  <a:lnTo>
                    <a:pt x="3128" y="271"/>
                  </a:lnTo>
                  <a:lnTo>
                    <a:pt x="2780" y="425"/>
                  </a:lnTo>
                  <a:lnTo>
                    <a:pt x="2433" y="618"/>
                  </a:lnTo>
                  <a:lnTo>
                    <a:pt x="2085" y="850"/>
                  </a:lnTo>
                  <a:lnTo>
                    <a:pt x="1622" y="1198"/>
                  </a:lnTo>
                  <a:lnTo>
                    <a:pt x="1236" y="1584"/>
                  </a:lnTo>
                  <a:lnTo>
                    <a:pt x="888" y="2009"/>
                  </a:lnTo>
                  <a:lnTo>
                    <a:pt x="618" y="2433"/>
                  </a:lnTo>
                  <a:lnTo>
                    <a:pt x="386" y="2897"/>
                  </a:lnTo>
                  <a:lnTo>
                    <a:pt x="232" y="3399"/>
                  </a:lnTo>
                  <a:lnTo>
                    <a:pt x="77" y="3901"/>
                  </a:lnTo>
                  <a:lnTo>
                    <a:pt x="0" y="4403"/>
                  </a:lnTo>
                  <a:lnTo>
                    <a:pt x="0" y="4905"/>
                  </a:lnTo>
                  <a:lnTo>
                    <a:pt x="0" y="5445"/>
                  </a:lnTo>
                  <a:lnTo>
                    <a:pt x="77" y="5986"/>
                  </a:lnTo>
                  <a:lnTo>
                    <a:pt x="155" y="6488"/>
                  </a:lnTo>
                  <a:lnTo>
                    <a:pt x="309" y="7028"/>
                  </a:lnTo>
                  <a:lnTo>
                    <a:pt x="464" y="7530"/>
                  </a:lnTo>
                  <a:lnTo>
                    <a:pt x="695" y="8032"/>
                  </a:lnTo>
                  <a:lnTo>
                    <a:pt x="927" y="8496"/>
                  </a:lnTo>
                  <a:lnTo>
                    <a:pt x="1274" y="9075"/>
                  </a:lnTo>
                  <a:lnTo>
                    <a:pt x="1661" y="9616"/>
                  </a:lnTo>
                  <a:lnTo>
                    <a:pt x="2124" y="10079"/>
                  </a:lnTo>
                  <a:lnTo>
                    <a:pt x="2587" y="10542"/>
                  </a:lnTo>
                  <a:lnTo>
                    <a:pt x="3089" y="10929"/>
                  </a:lnTo>
                  <a:lnTo>
                    <a:pt x="3591" y="11276"/>
                  </a:lnTo>
                  <a:lnTo>
                    <a:pt x="4171" y="11546"/>
                  </a:lnTo>
                  <a:lnTo>
                    <a:pt x="4750" y="11778"/>
                  </a:lnTo>
                  <a:lnTo>
                    <a:pt x="4750" y="11933"/>
                  </a:lnTo>
                  <a:lnTo>
                    <a:pt x="5097" y="11894"/>
                  </a:lnTo>
                  <a:lnTo>
                    <a:pt x="5908" y="12087"/>
                  </a:lnTo>
                  <a:lnTo>
                    <a:pt x="6719" y="12203"/>
                  </a:lnTo>
                  <a:lnTo>
                    <a:pt x="7569" y="12241"/>
                  </a:lnTo>
                  <a:lnTo>
                    <a:pt x="8418" y="12164"/>
                  </a:lnTo>
                  <a:lnTo>
                    <a:pt x="9190" y="12048"/>
                  </a:lnTo>
                  <a:lnTo>
                    <a:pt x="9963" y="11855"/>
                  </a:lnTo>
                  <a:lnTo>
                    <a:pt x="10310" y="11739"/>
                  </a:lnTo>
                  <a:lnTo>
                    <a:pt x="10272" y="11739"/>
                  </a:lnTo>
                  <a:lnTo>
                    <a:pt x="11083" y="11431"/>
                  </a:lnTo>
                  <a:lnTo>
                    <a:pt x="11855" y="11044"/>
                  </a:lnTo>
                  <a:lnTo>
                    <a:pt x="12550" y="10581"/>
                  </a:lnTo>
                  <a:lnTo>
                    <a:pt x="13245" y="10079"/>
                  </a:lnTo>
                  <a:lnTo>
                    <a:pt x="13863" y="9500"/>
                  </a:lnTo>
                  <a:lnTo>
                    <a:pt x="14133" y="9191"/>
                  </a:lnTo>
                  <a:lnTo>
                    <a:pt x="14403" y="8882"/>
                  </a:lnTo>
                  <a:lnTo>
                    <a:pt x="14635" y="8534"/>
                  </a:lnTo>
                  <a:lnTo>
                    <a:pt x="14867" y="8187"/>
                  </a:lnTo>
                  <a:lnTo>
                    <a:pt x="15060" y="7801"/>
                  </a:lnTo>
                  <a:lnTo>
                    <a:pt x="15253" y="7415"/>
                  </a:lnTo>
                  <a:lnTo>
                    <a:pt x="15253" y="7917"/>
                  </a:lnTo>
                  <a:lnTo>
                    <a:pt x="15330" y="8419"/>
                  </a:lnTo>
                  <a:lnTo>
                    <a:pt x="15485" y="8882"/>
                  </a:lnTo>
                  <a:lnTo>
                    <a:pt x="15678" y="9345"/>
                  </a:lnTo>
                  <a:lnTo>
                    <a:pt x="15794" y="9538"/>
                  </a:lnTo>
                  <a:lnTo>
                    <a:pt x="15948" y="9731"/>
                  </a:lnTo>
                  <a:lnTo>
                    <a:pt x="16103" y="9886"/>
                  </a:lnTo>
                  <a:lnTo>
                    <a:pt x="16257" y="10040"/>
                  </a:lnTo>
                  <a:lnTo>
                    <a:pt x="16489" y="10156"/>
                  </a:lnTo>
                  <a:lnTo>
                    <a:pt x="16682" y="10195"/>
                  </a:lnTo>
                  <a:lnTo>
                    <a:pt x="16913" y="10156"/>
                  </a:lnTo>
                  <a:lnTo>
                    <a:pt x="17107" y="10040"/>
                  </a:lnTo>
                  <a:lnTo>
                    <a:pt x="17300" y="9886"/>
                  </a:lnTo>
                  <a:lnTo>
                    <a:pt x="17377" y="9693"/>
                  </a:lnTo>
                  <a:lnTo>
                    <a:pt x="17454" y="9500"/>
                  </a:lnTo>
                  <a:lnTo>
                    <a:pt x="17493" y="9268"/>
                  </a:lnTo>
                  <a:lnTo>
                    <a:pt x="17493" y="9075"/>
                  </a:lnTo>
                  <a:lnTo>
                    <a:pt x="17454" y="8843"/>
                  </a:lnTo>
                  <a:lnTo>
                    <a:pt x="17415" y="8650"/>
                  </a:lnTo>
                  <a:lnTo>
                    <a:pt x="17338" y="8457"/>
                  </a:lnTo>
                  <a:lnTo>
                    <a:pt x="17222" y="8226"/>
                  </a:lnTo>
                  <a:lnTo>
                    <a:pt x="17068" y="8032"/>
                  </a:lnTo>
                  <a:lnTo>
                    <a:pt x="16720" y="7646"/>
                  </a:lnTo>
                  <a:lnTo>
                    <a:pt x="16334" y="7299"/>
                  </a:lnTo>
                  <a:lnTo>
                    <a:pt x="15909" y="6990"/>
                  </a:lnTo>
                  <a:lnTo>
                    <a:pt x="16373" y="6990"/>
                  </a:lnTo>
                  <a:lnTo>
                    <a:pt x="16875" y="6913"/>
                  </a:lnTo>
                  <a:lnTo>
                    <a:pt x="17338" y="6720"/>
                  </a:lnTo>
                  <a:lnTo>
                    <a:pt x="17763" y="6488"/>
                  </a:lnTo>
                  <a:lnTo>
                    <a:pt x="17917" y="6333"/>
                  </a:lnTo>
                  <a:lnTo>
                    <a:pt x="18110" y="6140"/>
                  </a:lnTo>
                  <a:lnTo>
                    <a:pt x="18265" y="5947"/>
                  </a:lnTo>
                  <a:lnTo>
                    <a:pt x="18381" y="5716"/>
                  </a:lnTo>
                  <a:lnTo>
                    <a:pt x="18458" y="5484"/>
                  </a:lnTo>
                  <a:lnTo>
                    <a:pt x="18458" y="5214"/>
                  </a:lnTo>
                  <a:lnTo>
                    <a:pt x="18381" y="4982"/>
                  </a:lnTo>
                  <a:lnTo>
                    <a:pt x="18304" y="4905"/>
                  </a:lnTo>
                  <a:lnTo>
                    <a:pt x="18226" y="4789"/>
                  </a:lnTo>
                  <a:lnTo>
                    <a:pt x="18033" y="4673"/>
                  </a:lnTo>
                  <a:lnTo>
                    <a:pt x="17802" y="4596"/>
                  </a:lnTo>
                  <a:lnTo>
                    <a:pt x="17609" y="4557"/>
                  </a:lnTo>
                  <a:lnTo>
                    <a:pt x="17377" y="4557"/>
                  </a:lnTo>
                  <a:lnTo>
                    <a:pt x="17145" y="4634"/>
                  </a:lnTo>
                  <a:lnTo>
                    <a:pt x="16913" y="4712"/>
                  </a:lnTo>
                  <a:lnTo>
                    <a:pt x="16720" y="4789"/>
                  </a:lnTo>
                  <a:lnTo>
                    <a:pt x="16566" y="4905"/>
                  </a:lnTo>
                  <a:lnTo>
                    <a:pt x="16373" y="5098"/>
                  </a:lnTo>
                  <a:lnTo>
                    <a:pt x="16180" y="5291"/>
                  </a:lnTo>
                  <a:lnTo>
                    <a:pt x="15871" y="5716"/>
                  </a:lnTo>
                  <a:lnTo>
                    <a:pt x="15639" y="6179"/>
                  </a:lnTo>
                  <a:lnTo>
                    <a:pt x="15485" y="6681"/>
                  </a:lnTo>
                  <a:lnTo>
                    <a:pt x="15407" y="6681"/>
                  </a:lnTo>
                  <a:lnTo>
                    <a:pt x="15330" y="6720"/>
                  </a:lnTo>
                  <a:lnTo>
                    <a:pt x="14983" y="6411"/>
                  </a:lnTo>
                  <a:lnTo>
                    <a:pt x="14597" y="6179"/>
                  </a:lnTo>
                  <a:lnTo>
                    <a:pt x="14172" y="6024"/>
                  </a:lnTo>
                  <a:lnTo>
                    <a:pt x="13708" y="5947"/>
                  </a:lnTo>
                  <a:lnTo>
                    <a:pt x="13322" y="5909"/>
                  </a:lnTo>
                  <a:lnTo>
                    <a:pt x="13091" y="5947"/>
                  </a:lnTo>
                  <a:lnTo>
                    <a:pt x="12897" y="5986"/>
                  </a:lnTo>
                  <a:lnTo>
                    <a:pt x="12704" y="6063"/>
                  </a:lnTo>
                  <a:lnTo>
                    <a:pt x="12511" y="6140"/>
                  </a:lnTo>
                  <a:lnTo>
                    <a:pt x="12357" y="6295"/>
                  </a:lnTo>
                  <a:lnTo>
                    <a:pt x="12280" y="6449"/>
                  </a:lnTo>
                  <a:lnTo>
                    <a:pt x="12202" y="6642"/>
                  </a:lnTo>
                  <a:lnTo>
                    <a:pt x="12241" y="6835"/>
                  </a:lnTo>
                  <a:lnTo>
                    <a:pt x="12318" y="6990"/>
                  </a:lnTo>
                  <a:lnTo>
                    <a:pt x="12434" y="7106"/>
                  </a:lnTo>
                  <a:lnTo>
                    <a:pt x="12589" y="7260"/>
                  </a:lnTo>
                  <a:lnTo>
                    <a:pt x="12782" y="7337"/>
                  </a:lnTo>
                  <a:lnTo>
                    <a:pt x="13129" y="7453"/>
                  </a:lnTo>
                  <a:lnTo>
                    <a:pt x="13477" y="7530"/>
                  </a:lnTo>
                  <a:lnTo>
                    <a:pt x="13824" y="7530"/>
                  </a:lnTo>
                  <a:lnTo>
                    <a:pt x="14172" y="7492"/>
                  </a:lnTo>
                  <a:lnTo>
                    <a:pt x="14519" y="7415"/>
                  </a:lnTo>
                  <a:lnTo>
                    <a:pt x="14133" y="7762"/>
                  </a:lnTo>
                  <a:lnTo>
                    <a:pt x="13708" y="8032"/>
                  </a:lnTo>
                  <a:lnTo>
                    <a:pt x="13477" y="8110"/>
                  </a:lnTo>
                  <a:lnTo>
                    <a:pt x="13245" y="8226"/>
                  </a:lnTo>
                  <a:lnTo>
                    <a:pt x="13013" y="8264"/>
                  </a:lnTo>
                  <a:lnTo>
                    <a:pt x="12743" y="8303"/>
                  </a:lnTo>
                  <a:lnTo>
                    <a:pt x="12357" y="8303"/>
                  </a:lnTo>
                  <a:lnTo>
                    <a:pt x="11971" y="8264"/>
                  </a:lnTo>
                  <a:lnTo>
                    <a:pt x="11662" y="8110"/>
                  </a:lnTo>
                  <a:lnTo>
                    <a:pt x="11353" y="7955"/>
                  </a:lnTo>
                  <a:lnTo>
                    <a:pt x="11083" y="7685"/>
                  </a:lnTo>
                  <a:lnTo>
                    <a:pt x="10890" y="7415"/>
                  </a:lnTo>
                  <a:lnTo>
                    <a:pt x="10696" y="7106"/>
                  </a:lnTo>
                  <a:lnTo>
                    <a:pt x="10542" y="6720"/>
                  </a:lnTo>
                  <a:lnTo>
                    <a:pt x="10388" y="6218"/>
                  </a:lnTo>
                  <a:lnTo>
                    <a:pt x="10233" y="5716"/>
                  </a:lnTo>
                  <a:lnTo>
                    <a:pt x="9963" y="4673"/>
                  </a:lnTo>
                  <a:lnTo>
                    <a:pt x="9847" y="4171"/>
                  </a:lnTo>
                  <a:lnTo>
                    <a:pt x="9654" y="3669"/>
                  </a:lnTo>
                  <a:lnTo>
                    <a:pt x="9461" y="3167"/>
                  </a:lnTo>
                  <a:lnTo>
                    <a:pt x="9229" y="2704"/>
                  </a:lnTo>
                  <a:lnTo>
                    <a:pt x="8843" y="2163"/>
                  </a:lnTo>
                  <a:lnTo>
                    <a:pt x="8457" y="1700"/>
                  </a:lnTo>
                  <a:lnTo>
                    <a:pt x="7993" y="1275"/>
                  </a:lnTo>
                  <a:lnTo>
                    <a:pt x="7530" y="889"/>
                  </a:lnTo>
                  <a:lnTo>
                    <a:pt x="6989" y="580"/>
                  </a:lnTo>
                  <a:lnTo>
                    <a:pt x="6449" y="348"/>
                  </a:lnTo>
                  <a:lnTo>
                    <a:pt x="5870" y="155"/>
                  </a:lnTo>
                  <a:lnTo>
                    <a:pt x="5290" y="39"/>
                  </a:lnTo>
                  <a:lnTo>
                    <a:pt x="50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5932850" y="4466275"/>
              <a:ext cx="200800" cy="230725"/>
            </a:xfrm>
            <a:custGeom>
              <a:avLst/>
              <a:gdLst/>
              <a:ahLst/>
              <a:cxnLst/>
              <a:rect l="l" t="t" r="r" b="b"/>
              <a:pathLst>
                <a:path w="8032" h="9229" extrusionOk="0">
                  <a:moveTo>
                    <a:pt x="2047" y="0"/>
                  </a:moveTo>
                  <a:lnTo>
                    <a:pt x="1892" y="77"/>
                  </a:lnTo>
                  <a:lnTo>
                    <a:pt x="1738" y="154"/>
                  </a:lnTo>
                  <a:lnTo>
                    <a:pt x="1429" y="425"/>
                  </a:lnTo>
                  <a:lnTo>
                    <a:pt x="1197" y="734"/>
                  </a:lnTo>
                  <a:lnTo>
                    <a:pt x="965" y="1004"/>
                  </a:lnTo>
                  <a:lnTo>
                    <a:pt x="734" y="1352"/>
                  </a:lnTo>
                  <a:lnTo>
                    <a:pt x="502" y="1738"/>
                  </a:lnTo>
                  <a:lnTo>
                    <a:pt x="348" y="2124"/>
                  </a:lnTo>
                  <a:lnTo>
                    <a:pt x="193" y="2549"/>
                  </a:lnTo>
                  <a:lnTo>
                    <a:pt x="77" y="3012"/>
                  </a:lnTo>
                  <a:lnTo>
                    <a:pt x="39" y="3475"/>
                  </a:lnTo>
                  <a:lnTo>
                    <a:pt x="0" y="3939"/>
                  </a:lnTo>
                  <a:lnTo>
                    <a:pt x="77" y="4441"/>
                  </a:lnTo>
                  <a:lnTo>
                    <a:pt x="155" y="4904"/>
                  </a:lnTo>
                  <a:lnTo>
                    <a:pt x="270" y="5329"/>
                  </a:lnTo>
                  <a:lnTo>
                    <a:pt x="463" y="5792"/>
                  </a:lnTo>
                  <a:lnTo>
                    <a:pt x="695" y="6178"/>
                  </a:lnTo>
                  <a:lnTo>
                    <a:pt x="1043" y="6178"/>
                  </a:lnTo>
                  <a:lnTo>
                    <a:pt x="888" y="5831"/>
                  </a:lnTo>
                  <a:lnTo>
                    <a:pt x="734" y="5483"/>
                  </a:lnTo>
                  <a:lnTo>
                    <a:pt x="657" y="5136"/>
                  </a:lnTo>
                  <a:lnTo>
                    <a:pt x="541" y="4788"/>
                  </a:lnTo>
                  <a:lnTo>
                    <a:pt x="502" y="4402"/>
                  </a:lnTo>
                  <a:lnTo>
                    <a:pt x="463" y="4055"/>
                  </a:lnTo>
                  <a:lnTo>
                    <a:pt x="463" y="3668"/>
                  </a:lnTo>
                  <a:lnTo>
                    <a:pt x="463" y="3321"/>
                  </a:lnTo>
                  <a:lnTo>
                    <a:pt x="541" y="2973"/>
                  </a:lnTo>
                  <a:lnTo>
                    <a:pt x="618" y="2626"/>
                  </a:lnTo>
                  <a:lnTo>
                    <a:pt x="734" y="2278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7" y="1004"/>
                  </a:lnTo>
                  <a:lnTo>
                    <a:pt x="1776" y="734"/>
                  </a:lnTo>
                  <a:lnTo>
                    <a:pt x="1969" y="579"/>
                  </a:lnTo>
                  <a:lnTo>
                    <a:pt x="2085" y="502"/>
                  </a:lnTo>
                  <a:lnTo>
                    <a:pt x="2201" y="463"/>
                  </a:lnTo>
                  <a:lnTo>
                    <a:pt x="2317" y="579"/>
                  </a:lnTo>
                  <a:lnTo>
                    <a:pt x="2433" y="811"/>
                  </a:lnTo>
                  <a:lnTo>
                    <a:pt x="2587" y="1197"/>
                  </a:lnTo>
                  <a:lnTo>
                    <a:pt x="2742" y="1583"/>
                  </a:lnTo>
                  <a:lnTo>
                    <a:pt x="2858" y="1931"/>
                  </a:lnTo>
                  <a:lnTo>
                    <a:pt x="2973" y="2317"/>
                  </a:lnTo>
                  <a:lnTo>
                    <a:pt x="3051" y="2703"/>
                  </a:lnTo>
                  <a:lnTo>
                    <a:pt x="3089" y="3089"/>
                  </a:lnTo>
                  <a:lnTo>
                    <a:pt x="3089" y="3437"/>
                  </a:lnTo>
                  <a:lnTo>
                    <a:pt x="3051" y="3784"/>
                  </a:lnTo>
                  <a:lnTo>
                    <a:pt x="3012" y="4132"/>
                  </a:lnTo>
                  <a:lnTo>
                    <a:pt x="2896" y="4479"/>
                  </a:lnTo>
                  <a:lnTo>
                    <a:pt x="2780" y="4788"/>
                  </a:lnTo>
                  <a:lnTo>
                    <a:pt x="2587" y="5136"/>
                  </a:lnTo>
                  <a:lnTo>
                    <a:pt x="2394" y="5445"/>
                  </a:lnTo>
                  <a:lnTo>
                    <a:pt x="2356" y="5522"/>
                  </a:lnTo>
                  <a:lnTo>
                    <a:pt x="2394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4" y="5792"/>
                  </a:lnTo>
                  <a:lnTo>
                    <a:pt x="2471" y="5792"/>
                  </a:lnTo>
                  <a:lnTo>
                    <a:pt x="2626" y="5715"/>
                  </a:lnTo>
                  <a:lnTo>
                    <a:pt x="2819" y="5676"/>
                  </a:lnTo>
                  <a:lnTo>
                    <a:pt x="3205" y="5676"/>
                  </a:lnTo>
                  <a:lnTo>
                    <a:pt x="3630" y="5715"/>
                  </a:lnTo>
                  <a:lnTo>
                    <a:pt x="4055" y="5792"/>
                  </a:lnTo>
                  <a:lnTo>
                    <a:pt x="4441" y="5947"/>
                  </a:lnTo>
                  <a:lnTo>
                    <a:pt x="4866" y="6101"/>
                  </a:lnTo>
                  <a:lnTo>
                    <a:pt x="5213" y="6256"/>
                  </a:lnTo>
                  <a:lnTo>
                    <a:pt x="5522" y="6449"/>
                  </a:lnTo>
                  <a:lnTo>
                    <a:pt x="5831" y="6642"/>
                  </a:lnTo>
                  <a:lnTo>
                    <a:pt x="6140" y="6835"/>
                  </a:lnTo>
                  <a:lnTo>
                    <a:pt x="6410" y="7067"/>
                  </a:lnTo>
                  <a:lnTo>
                    <a:pt x="6680" y="7337"/>
                  </a:lnTo>
                  <a:lnTo>
                    <a:pt x="6912" y="7607"/>
                  </a:lnTo>
                  <a:lnTo>
                    <a:pt x="7144" y="7877"/>
                  </a:lnTo>
                  <a:lnTo>
                    <a:pt x="7337" y="8186"/>
                  </a:lnTo>
                  <a:lnTo>
                    <a:pt x="7530" y="8534"/>
                  </a:lnTo>
                  <a:lnTo>
                    <a:pt x="7105" y="8650"/>
                  </a:lnTo>
                  <a:lnTo>
                    <a:pt x="6680" y="8727"/>
                  </a:lnTo>
                  <a:lnTo>
                    <a:pt x="6294" y="8766"/>
                  </a:lnTo>
                  <a:lnTo>
                    <a:pt x="5870" y="8804"/>
                  </a:lnTo>
                  <a:lnTo>
                    <a:pt x="5483" y="8804"/>
                  </a:lnTo>
                  <a:lnTo>
                    <a:pt x="5059" y="8727"/>
                  </a:lnTo>
                  <a:lnTo>
                    <a:pt x="4672" y="8611"/>
                  </a:lnTo>
                  <a:lnTo>
                    <a:pt x="4248" y="8457"/>
                  </a:lnTo>
                  <a:lnTo>
                    <a:pt x="3900" y="8264"/>
                  </a:lnTo>
                  <a:lnTo>
                    <a:pt x="3591" y="8071"/>
                  </a:lnTo>
                  <a:lnTo>
                    <a:pt x="3012" y="7607"/>
                  </a:lnTo>
                  <a:lnTo>
                    <a:pt x="2471" y="7105"/>
                  </a:lnTo>
                  <a:lnTo>
                    <a:pt x="1931" y="6565"/>
                  </a:lnTo>
                  <a:lnTo>
                    <a:pt x="1854" y="6526"/>
                  </a:lnTo>
                  <a:lnTo>
                    <a:pt x="1815" y="6487"/>
                  </a:lnTo>
                  <a:lnTo>
                    <a:pt x="1661" y="6526"/>
                  </a:lnTo>
                  <a:lnTo>
                    <a:pt x="1622" y="6526"/>
                  </a:lnTo>
                  <a:lnTo>
                    <a:pt x="1583" y="6565"/>
                  </a:lnTo>
                  <a:lnTo>
                    <a:pt x="1429" y="6835"/>
                  </a:lnTo>
                  <a:lnTo>
                    <a:pt x="1661" y="6873"/>
                  </a:lnTo>
                  <a:lnTo>
                    <a:pt x="2278" y="7491"/>
                  </a:lnTo>
                  <a:lnTo>
                    <a:pt x="2896" y="8071"/>
                  </a:lnTo>
                  <a:lnTo>
                    <a:pt x="3244" y="8341"/>
                  </a:lnTo>
                  <a:lnTo>
                    <a:pt x="3630" y="8573"/>
                  </a:lnTo>
                  <a:lnTo>
                    <a:pt x="3977" y="8766"/>
                  </a:lnTo>
                  <a:lnTo>
                    <a:pt x="4364" y="8959"/>
                  </a:lnTo>
                  <a:lnTo>
                    <a:pt x="4827" y="9113"/>
                  </a:lnTo>
                  <a:lnTo>
                    <a:pt x="5252" y="9190"/>
                  </a:lnTo>
                  <a:lnTo>
                    <a:pt x="5676" y="9229"/>
                  </a:lnTo>
                  <a:lnTo>
                    <a:pt x="6140" y="9229"/>
                  </a:lnTo>
                  <a:lnTo>
                    <a:pt x="6565" y="9152"/>
                  </a:lnTo>
                  <a:lnTo>
                    <a:pt x="6989" y="9074"/>
                  </a:lnTo>
                  <a:lnTo>
                    <a:pt x="7878" y="8843"/>
                  </a:lnTo>
                  <a:lnTo>
                    <a:pt x="7955" y="8804"/>
                  </a:lnTo>
                  <a:lnTo>
                    <a:pt x="7993" y="8727"/>
                  </a:lnTo>
                  <a:lnTo>
                    <a:pt x="8032" y="8650"/>
                  </a:lnTo>
                  <a:lnTo>
                    <a:pt x="7993" y="8534"/>
                  </a:lnTo>
                  <a:lnTo>
                    <a:pt x="7762" y="8109"/>
                  </a:lnTo>
                  <a:lnTo>
                    <a:pt x="7491" y="7684"/>
                  </a:lnTo>
                  <a:lnTo>
                    <a:pt x="7221" y="7298"/>
                  </a:lnTo>
                  <a:lnTo>
                    <a:pt x="6874" y="6912"/>
                  </a:lnTo>
                  <a:lnTo>
                    <a:pt x="6526" y="6603"/>
                  </a:lnTo>
                  <a:lnTo>
                    <a:pt x="6140" y="6294"/>
                  </a:lnTo>
                  <a:lnTo>
                    <a:pt x="5715" y="6024"/>
                  </a:lnTo>
                  <a:lnTo>
                    <a:pt x="5252" y="5792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39" y="5367"/>
                  </a:lnTo>
                  <a:lnTo>
                    <a:pt x="3591" y="5290"/>
                  </a:lnTo>
                  <a:lnTo>
                    <a:pt x="3012" y="5290"/>
                  </a:lnTo>
                  <a:lnTo>
                    <a:pt x="3167" y="4981"/>
                  </a:lnTo>
                  <a:lnTo>
                    <a:pt x="3321" y="4634"/>
                  </a:lnTo>
                  <a:lnTo>
                    <a:pt x="3398" y="4286"/>
                  </a:lnTo>
                  <a:lnTo>
                    <a:pt x="3475" y="3939"/>
                  </a:lnTo>
                  <a:lnTo>
                    <a:pt x="3514" y="3591"/>
                  </a:lnTo>
                  <a:lnTo>
                    <a:pt x="3514" y="3205"/>
                  </a:lnTo>
                  <a:lnTo>
                    <a:pt x="3514" y="2858"/>
                  </a:lnTo>
                  <a:lnTo>
                    <a:pt x="3437" y="2471"/>
                  </a:lnTo>
                  <a:lnTo>
                    <a:pt x="3321" y="1969"/>
                  </a:lnTo>
                  <a:lnTo>
                    <a:pt x="3167" y="1467"/>
                  </a:lnTo>
                  <a:lnTo>
                    <a:pt x="2935" y="965"/>
                  </a:lnTo>
                  <a:lnTo>
                    <a:pt x="2703" y="502"/>
                  </a:lnTo>
                  <a:lnTo>
                    <a:pt x="2587" y="270"/>
                  </a:lnTo>
                  <a:lnTo>
                    <a:pt x="2471" y="116"/>
                  </a:lnTo>
                  <a:lnTo>
                    <a:pt x="2356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2331050" y="4488475"/>
              <a:ext cx="145775" cy="163175"/>
            </a:xfrm>
            <a:custGeom>
              <a:avLst/>
              <a:gdLst/>
              <a:ahLst/>
              <a:cxnLst/>
              <a:rect l="l" t="t" r="r" b="b"/>
              <a:pathLst>
                <a:path w="5831" h="6527" extrusionOk="0">
                  <a:moveTo>
                    <a:pt x="3321" y="502"/>
                  </a:moveTo>
                  <a:lnTo>
                    <a:pt x="3784" y="695"/>
                  </a:lnTo>
                  <a:lnTo>
                    <a:pt x="4248" y="1004"/>
                  </a:lnTo>
                  <a:lnTo>
                    <a:pt x="4595" y="1313"/>
                  </a:lnTo>
                  <a:lnTo>
                    <a:pt x="4904" y="1738"/>
                  </a:lnTo>
                  <a:lnTo>
                    <a:pt x="5174" y="2163"/>
                  </a:lnTo>
                  <a:lnTo>
                    <a:pt x="5252" y="2394"/>
                  </a:lnTo>
                  <a:lnTo>
                    <a:pt x="5329" y="2665"/>
                  </a:lnTo>
                  <a:lnTo>
                    <a:pt x="5367" y="2896"/>
                  </a:lnTo>
                  <a:lnTo>
                    <a:pt x="5367" y="3167"/>
                  </a:lnTo>
                  <a:lnTo>
                    <a:pt x="5367" y="3437"/>
                  </a:lnTo>
                  <a:lnTo>
                    <a:pt x="5329" y="3707"/>
                  </a:lnTo>
                  <a:lnTo>
                    <a:pt x="5213" y="4171"/>
                  </a:lnTo>
                  <a:lnTo>
                    <a:pt x="5020" y="4595"/>
                  </a:lnTo>
                  <a:lnTo>
                    <a:pt x="4750" y="4981"/>
                  </a:lnTo>
                  <a:lnTo>
                    <a:pt x="4441" y="5368"/>
                  </a:lnTo>
                  <a:lnTo>
                    <a:pt x="4055" y="5638"/>
                  </a:lnTo>
                  <a:lnTo>
                    <a:pt x="3630" y="5870"/>
                  </a:lnTo>
                  <a:lnTo>
                    <a:pt x="3398" y="5947"/>
                  </a:lnTo>
                  <a:lnTo>
                    <a:pt x="3166" y="6024"/>
                  </a:lnTo>
                  <a:lnTo>
                    <a:pt x="2935" y="6024"/>
                  </a:lnTo>
                  <a:lnTo>
                    <a:pt x="2703" y="6063"/>
                  </a:lnTo>
                  <a:lnTo>
                    <a:pt x="2394" y="6024"/>
                  </a:lnTo>
                  <a:lnTo>
                    <a:pt x="2085" y="5985"/>
                  </a:lnTo>
                  <a:lnTo>
                    <a:pt x="1815" y="5908"/>
                  </a:lnTo>
                  <a:lnTo>
                    <a:pt x="1583" y="5792"/>
                  </a:lnTo>
                  <a:lnTo>
                    <a:pt x="1390" y="5677"/>
                  </a:lnTo>
                  <a:lnTo>
                    <a:pt x="1197" y="5522"/>
                  </a:lnTo>
                  <a:lnTo>
                    <a:pt x="1004" y="5329"/>
                  </a:lnTo>
                  <a:lnTo>
                    <a:pt x="850" y="5136"/>
                  </a:lnTo>
                  <a:lnTo>
                    <a:pt x="734" y="4904"/>
                  </a:lnTo>
                  <a:lnTo>
                    <a:pt x="656" y="4673"/>
                  </a:lnTo>
                  <a:lnTo>
                    <a:pt x="541" y="4441"/>
                  </a:lnTo>
                  <a:lnTo>
                    <a:pt x="502" y="4209"/>
                  </a:lnTo>
                  <a:lnTo>
                    <a:pt x="425" y="3669"/>
                  </a:lnTo>
                  <a:lnTo>
                    <a:pt x="463" y="3128"/>
                  </a:lnTo>
                  <a:lnTo>
                    <a:pt x="579" y="2587"/>
                  </a:lnTo>
                  <a:lnTo>
                    <a:pt x="734" y="2085"/>
                  </a:lnTo>
                  <a:lnTo>
                    <a:pt x="1004" y="1622"/>
                  </a:lnTo>
                  <a:lnTo>
                    <a:pt x="1158" y="1390"/>
                  </a:lnTo>
                  <a:lnTo>
                    <a:pt x="1313" y="1197"/>
                  </a:lnTo>
                  <a:lnTo>
                    <a:pt x="1506" y="1043"/>
                  </a:lnTo>
                  <a:lnTo>
                    <a:pt x="1699" y="888"/>
                  </a:lnTo>
                  <a:lnTo>
                    <a:pt x="1931" y="734"/>
                  </a:lnTo>
                  <a:lnTo>
                    <a:pt x="2162" y="657"/>
                  </a:lnTo>
                  <a:lnTo>
                    <a:pt x="2394" y="579"/>
                  </a:lnTo>
                  <a:lnTo>
                    <a:pt x="2664" y="502"/>
                  </a:lnTo>
                  <a:lnTo>
                    <a:pt x="2935" y="502"/>
                  </a:lnTo>
                  <a:lnTo>
                    <a:pt x="3244" y="541"/>
                  </a:lnTo>
                  <a:lnTo>
                    <a:pt x="3282" y="502"/>
                  </a:lnTo>
                  <a:close/>
                  <a:moveTo>
                    <a:pt x="3128" y="0"/>
                  </a:moveTo>
                  <a:lnTo>
                    <a:pt x="3051" y="39"/>
                  </a:lnTo>
                  <a:lnTo>
                    <a:pt x="2973" y="116"/>
                  </a:lnTo>
                  <a:lnTo>
                    <a:pt x="2973" y="193"/>
                  </a:lnTo>
                  <a:lnTo>
                    <a:pt x="2664" y="155"/>
                  </a:lnTo>
                  <a:lnTo>
                    <a:pt x="2394" y="193"/>
                  </a:lnTo>
                  <a:lnTo>
                    <a:pt x="2124" y="232"/>
                  </a:lnTo>
                  <a:lnTo>
                    <a:pt x="1854" y="309"/>
                  </a:lnTo>
                  <a:lnTo>
                    <a:pt x="1622" y="425"/>
                  </a:lnTo>
                  <a:lnTo>
                    <a:pt x="1390" y="579"/>
                  </a:lnTo>
                  <a:lnTo>
                    <a:pt x="1197" y="734"/>
                  </a:lnTo>
                  <a:lnTo>
                    <a:pt x="965" y="927"/>
                  </a:lnTo>
                  <a:lnTo>
                    <a:pt x="811" y="1120"/>
                  </a:lnTo>
                  <a:lnTo>
                    <a:pt x="656" y="1352"/>
                  </a:lnTo>
                  <a:lnTo>
                    <a:pt x="386" y="1854"/>
                  </a:lnTo>
                  <a:lnTo>
                    <a:pt x="154" y="2394"/>
                  </a:lnTo>
                  <a:lnTo>
                    <a:pt x="39" y="2974"/>
                  </a:lnTo>
                  <a:lnTo>
                    <a:pt x="0" y="3591"/>
                  </a:lnTo>
                  <a:lnTo>
                    <a:pt x="0" y="3900"/>
                  </a:lnTo>
                  <a:lnTo>
                    <a:pt x="39" y="4209"/>
                  </a:lnTo>
                  <a:lnTo>
                    <a:pt x="116" y="4518"/>
                  </a:lnTo>
                  <a:lnTo>
                    <a:pt x="193" y="4788"/>
                  </a:lnTo>
                  <a:lnTo>
                    <a:pt x="270" y="5059"/>
                  </a:lnTo>
                  <a:lnTo>
                    <a:pt x="425" y="5329"/>
                  </a:lnTo>
                  <a:lnTo>
                    <a:pt x="579" y="5561"/>
                  </a:lnTo>
                  <a:lnTo>
                    <a:pt x="772" y="5754"/>
                  </a:lnTo>
                  <a:lnTo>
                    <a:pt x="965" y="5947"/>
                  </a:lnTo>
                  <a:lnTo>
                    <a:pt x="1197" y="6101"/>
                  </a:lnTo>
                  <a:lnTo>
                    <a:pt x="1467" y="6256"/>
                  </a:lnTo>
                  <a:lnTo>
                    <a:pt x="1738" y="6372"/>
                  </a:lnTo>
                  <a:lnTo>
                    <a:pt x="2085" y="6449"/>
                  </a:lnTo>
                  <a:lnTo>
                    <a:pt x="2394" y="6487"/>
                  </a:lnTo>
                  <a:lnTo>
                    <a:pt x="2742" y="6526"/>
                  </a:lnTo>
                  <a:lnTo>
                    <a:pt x="3012" y="6487"/>
                  </a:lnTo>
                  <a:lnTo>
                    <a:pt x="3321" y="6449"/>
                  </a:lnTo>
                  <a:lnTo>
                    <a:pt x="3630" y="6372"/>
                  </a:lnTo>
                  <a:lnTo>
                    <a:pt x="3900" y="6256"/>
                  </a:lnTo>
                  <a:lnTo>
                    <a:pt x="4170" y="6101"/>
                  </a:lnTo>
                  <a:lnTo>
                    <a:pt x="4402" y="5947"/>
                  </a:lnTo>
                  <a:lnTo>
                    <a:pt x="4634" y="5792"/>
                  </a:lnTo>
                  <a:lnTo>
                    <a:pt x="4866" y="5561"/>
                  </a:lnTo>
                  <a:lnTo>
                    <a:pt x="5059" y="5368"/>
                  </a:lnTo>
                  <a:lnTo>
                    <a:pt x="5252" y="5097"/>
                  </a:lnTo>
                  <a:lnTo>
                    <a:pt x="5406" y="4866"/>
                  </a:lnTo>
                  <a:lnTo>
                    <a:pt x="5522" y="4595"/>
                  </a:lnTo>
                  <a:lnTo>
                    <a:pt x="5638" y="4286"/>
                  </a:lnTo>
                  <a:lnTo>
                    <a:pt x="5754" y="4016"/>
                  </a:lnTo>
                  <a:lnTo>
                    <a:pt x="5792" y="3707"/>
                  </a:lnTo>
                  <a:lnTo>
                    <a:pt x="5831" y="3398"/>
                  </a:lnTo>
                  <a:lnTo>
                    <a:pt x="5831" y="3089"/>
                  </a:lnTo>
                  <a:lnTo>
                    <a:pt x="5792" y="2780"/>
                  </a:lnTo>
                  <a:lnTo>
                    <a:pt x="5754" y="2472"/>
                  </a:lnTo>
                  <a:lnTo>
                    <a:pt x="5638" y="2163"/>
                  </a:lnTo>
                  <a:lnTo>
                    <a:pt x="5522" y="1892"/>
                  </a:lnTo>
                  <a:lnTo>
                    <a:pt x="5406" y="1622"/>
                  </a:lnTo>
                  <a:lnTo>
                    <a:pt x="5213" y="1352"/>
                  </a:lnTo>
                  <a:lnTo>
                    <a:pt x="5020" y="1120"/>
                  </a:lnTo>
                  <a:lnTo>
                    <a:pt x="4827" y="888"/>
                  </a:lnTo>
                  <a:lnTo>
                    <a:pt x="4595" y="695"/>
                  </a:lnTo>
                  <a:lnTo>
                    <a:pt x="4364" y="502"/>
                  </a:lnTo>
                  <a:lnTo>
                    <a:pt x="4093" y="348"/>
                  </a:lnTo>
                  <a:lnTo>
                    <a:pt x="3823" y="193"/>
                  </a:lnTo>
                  <a:lnTo>
                    <a:pt x="3514" y="116"/>
                  </a:lnTo>
                  <a:lnTo>
                    <a:pt x="32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3966375" y="4488475"/>
              <a:ext cx="350450" cy="288650"/>
            </a:xfrm>
            <a:custGeom>
              <a:avLst/>
              <a:gdLst/>
              <a:ahLst/>
              <a:cxnLst/>
              <a:rect l="l" t="t" r="r" b="b"/>
              <a:pathLst>
                <a:path w="14018" h="11546" extrusionOk="0">
                  <a:moveTo>
                    <a:pt x="11778" y="0"/>
                  </a:moveTo>
                  <a:lnTo>
                    <a:pt x="11469" y="77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8" y="2780"/>
                  </a:lnTo>
                  <a:lnTo>
                    <a:pt x="10658" y="1892"/>
                  </a:lnTo>
                  <a:lnTo>
                    <a:pt x="10427" y="2085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168" y="5522"/>
                  </a:lnTo>
                  <a:lnTo>
                    <a:pt x="13439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2" y="6681"/>
                  </a:lnTo>
                  <a:lnTo>
                    <a:pt x="13516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4" y="7955"/>
                  </a:lnTo>
                  <a:lnTo>
                    <a:pt x="12203" y="8418"/>
                  </a:lnTo>
                  <a:lnTo>
                    <a:pt x="11740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1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0" y="11160"/>
                  </a:lnTo>
                  <a:lnTo>
                    <a:pt x="3013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2"/>
                  </a:lnTo>
                  <a:lnTo>
                    <a:pt x="1082" y="10696"/>
                  </a:lnTo>
                  <a:lnTo>
                    <a:pt x="812" y="10542"/>
                  </a:lnTo>
                  <a:lnTo>
                    <a:pt x="618" y="10388"/>
                  </a:lnTo>
                  <a:lnTo>
                    <a:pt x="464" y="10194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7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1" y="9886"/>
                  </a:lnTo>
                  <a:lnTo>
                    <a:pt x="39" y="10117"/>
                  </a:lnTo>
                  <a:lnTo>
                    <a:pt x="78" y="10310"/>
                  </a:lnTo>
                  <a:lnTo>
                    <a:pt x="194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2" y="11353"/>
                  </a:lnTo>
                  <a:lnTo>
                    <a:pt x="2626" y="11430"/>
                  </a:lnTo>
                  <a:lnTo>
                    <a:pt x="3321" y="11507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7"/>
                  </a:lnTo>
                  <a:lnTo>
                    <a:pt x="6063" y="11430"/>
                  </a:lnTo>
                  <a:lnTo>
                    <a:pt x="6758" y="11314"/>
                  </a:lnTo>
                  <a:lnTo>
                    <a:pt x="7415" y="11160"/>
                  </a:lnTo>
                  <a:lnTo>
                    <a:pt x="8071" y="11005"/>
                  </a:lnTo>
                  <a:lnTo>
                    <a:pt x="8728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8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3"/>
                  </a:lnTo>
                  <a:lnTo>
                    <a:pt x="14018" y="6140"/>
                  </a:lnTo>
                  <a:lnTo>
                    <a:pt x="13941" y="5908"/>
                  </a:lnTo>
                  <a:lnTo>
                    <a:pt x="13863" y="5715"/>
                  </a:lnTo>
                  <a:lnTo>
                    <a:pt x="13748" y="5522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6"/>
                  </a:lnTo>
                  <a:lnTo>
                    <a:pt x="13091" y="5136"/>
                  </a:lnTo>
                  <a:lnTo>
                    <a:pt x="12821" y="3823"/>
                  </a:lnTo>
                  <a:lnTo>
                    <a:pt x="12512" y="2549"/>
                  </a:lnTo>
                  <a:lnTo>
                    <a:pt x="12164" y="1274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1307750" y="4498125"/>
              <a:ext cx="103325" cy="105250"/>
            </a:xfrm>
            <a:custGeom>
              <a:avLst/>
              <a:gdLst/>
              <a:ahLst/>
              <a:cxnLst/>
              <a:rect l="l" t="t" r="r" b="b"/>
              <a:pathLst>
                <a:path w="4133" h="4210" extrusionOk="0">
                  <a:moveTo>
                    <a:pt x="2317" y="348"/>
                  </a:moveTo>
                  <a:lnTo>
                    <a:pt x="2665" y="425"/>
                  </a:lnTo>
                  <a:lnTo>
                    <a:pt x="2819" y="502"/>
                  </a:lnTo>
                  <a:lnTo>
                    <a:pt x="2974" y="618"/>
                  </a:lnTo>
                  <a:lnTo>
                    <a:pt x="3128" y="734"/>
                  </a:lnTo>
                  <a:lnTo>
                    <a:pt x="3244" y="850"/>
                  </a:lnTo>
                  <a:lnTo>
                    <a:pt x="3360" y="1043"/>
                  </a:lnTo>
                  <a:lnTo>
                    <a:pt x="3476" y="1197"/>
                  </a:lnTo>
                  <a:lnTo>
                    <a:pt x="3514" y="1236"/>
                  </a:lnTo>
                  <a:lnTo>
                    <a:pt x="3630" y="1545"/>
                  </a:lnTo>
                  <a:lnTo>
                    <a:pt x="3707" y="1815"/>
                  </a:lnTo>
                  <a:lnTo>
                    <a:pt x="3746" y="2086"/>
                  </a:lnTo>
                  <a:lnTo>
                    <a:pt x="3746" y="2356"/>
                  </a:lnTo>
                  <a:lnTo>
                    <a:pt x="3707" y="2626"/>
                  </a:lnTo>
                  <a:lnTo>
                    <a:pt x="3630" y="2896"/>
                  </a:lnTo>
                  <a:lnTo>
                    <a:pt x="3514" y="3128"/>
                  </a:lnTo>
                  <a:lnTo>
                    <a:pt x="3283" y="3398"/>
                  </a:lnTo>
                  <a:lnTo>
                    <a:pt x="3012" y="3591"/>
                  </a:lnTo>
                  <a:lnTo>
                    <a:pt x="2703" y="3746"/>
                  </a:lnTo>
                  <a:lnTo>
                    <a:pt x="2356" y="3823"/>
                  </a:lnTo>
                  <a:lnTo>
                    <a:pt x="2008" y="3862"/>
                  </a:lnTo>
                  <a:lnTo>
                    <a:pt x="1661" y="3785"/>
                  </a:lnTo>
                  <a:lnTo>
                    <a:pt x="1313" y="3669"/>
                  </a:lnTo>
                  <a:lnTo>
                    <a:pt x="1004" y="3476"/>
                  </a:lnTo>
                  <a:lnTo>
                    <a:pt x="734" y="3244"/>
                  </a:lnTo>
                  <a:lnTo>
                    <a:pt x="579" y="2935"/>
                  </a:lnTo>
                  <a:lnTo>
                    <a:pt x="425" y="2665"/>
                  </a:lnTo>
                  <a:lnTo>
                    <a:pt x="386" y="2317"/>
                  </a:lnTo>
                  <a:lnTo>
                    <a:pt x="348" y="2008"/>
                  </a:lnTo>
                  <a:lnTo>
                    <a:pt x="386" y="1661"/>
                  </a:lnTo>
                  <a:lnTo>
                    <a:pt x="502" y="1352"/>
                  </a:lnTo>
                  <a:lnTo>
                    <a:pt x="657" y="1043"/>
                  </a:lnTo>
                  <a:lnTo>
                    <a:pt x="888" y="811"/>
                  </a:lnTo>
                  <a:lnTo>
                    <a:pt x="1197" y="580"/>
                  </a:lnTo>
                  <a:lnTo>
                    <a:pt x="1545" y="425"/>
                  </a:lnTo>
                  <a:lnTo>
                    <a:pt x="1931" y="348"/>
                  </a:lnTo>
                  <a:close/>
                  <a:moveTo>
                    <a:pt x="2201" y="0"/>
                  </a:moveTo>
                  <a:lnTo>
                    <a:pt x="1815" y="39"/>
                  </a:lnTo>
                  <a:lnTo>
                    <a:pt x="1468" y="116"/>
                  </a:lnTo>
                  <a:lnTo>
                    <a:pt x="1120" y="232"/>
                  </a:lnTo>
                  <a:lnTo>
                    <a:pt x="927" y="348"/>
                  </a:lnTo>
                  <a:lnTo>
                    <a:pt x="773" y="464"/>
                  </a:lnTo>
                  <a:lnTo>
                    <a:pt x="579" y="618"/>
                  </a:lnTo>
                  <a:lnTo>
                    <a:pt x="464" y="773"/>
                  </a:lnTo>
                  <a:lnTo>
                    <a:pt x="232" y="1159"/>
                  </a:lnTo>
                  <a:lnTo>
                    <a:pt x="78" y="1545"/>
                  </a:lnTo>
                  <a:lnTo>
                    <a:pt x="0" y="1970"/>
                  </a:lnTo>
                  <a:lnTo>
                    <a:pt x="0" y="2394"/>
                  </a:lnTo>
                  <a:lnTo>
                    <a:pt x="116" y="2858"/>
                  </a:lnTo>
                  <a:lnTo>
                    <a:pt x="193" y="3051"/>
                  </a:lnTo>
                  <a:lnTo>
                    <a:pt x="309" y="3244"/>
                  </a:lnTo>
                  <a:lnTo>
                    <a:pt x="579" y="3553"/>
                  </a:lnTo>
                  <a:lnTo>
                    <a:pt x="888" y="3823"/>
                  </a:lnTo>
                  <a:lnTo>
                    <a:pt x="1236" y="4016"/>
                  </a:lnTo>
                  <a:lnTo>
                    <a:pt x="1622" y="4171"/>
                  </a:lnTo>
                  <a:lnTo>
                    <a:pt x="2047" y="4209"/>
                  </a:lnTo>
                  <a:lnTo>
                    <a:pt x="2472" y="4209"/>
                  </a:lnTo>
                  <a:lnTo>
                    <a:pt x="2858" y="4093"/>
                  </a:lnTo>
                  <a:lnTo>
                    <a:pt x="3244" y="3939"/>
                  </a:lnTo>
                  <a:lnTo>
                    <a:pt x="3398" y="3823"/>
                  </a:lnTo>
                  <a:lnTo>
                    <a:pt x="3553" y="3669"/>
                  </a:lnTo>
                  <a:lnTo>
                    <a:pt x="3707" y="3514"/>
                  </a:lnTo>
                  <a:lnTo>
                    <a:pt x="3823" y="3321"/>
                  </a:lnTo>
                  <a:lnTo>
                    <a:pt x="4016" y="2935"/>
                  </a:lnTo>
                  <a:lnTo>
                    <a:pt x="4132" y="2510"/>
                  </a:lnTo>
                  <a:lnTo>
                    <a:pt x="4132" y="2047"/>
                  </a:lnTo>
                  <a:lnTo>
                    <a:pt x="4132" y="1854"/>
                  </a:lnTo>
                  <a:lnTo>
                    <a:pt x="4055" y="1622"/>
                  </a:lnTo>
                  <a:lnTo>
                    <a:pt x="4016" y="1429"/>
                  </a:lnTo>
                  <a:lnTo>
                    <a:pt x="3900" y="1236"/>
                  </a:lnTo>
                  <a:lnTo>
                    <a:pt x="3785" y="1082"/>
                  </a:lnTo>
                  <a:lnTo>
                    <a:pt x="3630" y="927"/>
                  </a:lnTo>
                  <a:lnTo>
                    <a:pt x="3591" y="888"/>
                  </a:lnTo>
                  <a:lnTo>
                    <a:pt x="3553" y="734"/>
                  </a:lnTo>
                  <a:lnTo>
                    <a:pt x="3437" y="580"/>
                  </a:lnTo>
                  <a:lnTo>
                    <a:pt x="3360" y="425"/>
                  </a:lnTo>
                  <a:lnTo>
                    <a:pt x="3244" y="348"/>
                  </a:lnTo>
                  <a:lnTo>
                    <a:pt x="3089" y="232"/>
                  </a:lnTo>
                  <a:lnTo>
                    <a:pt x="2935" y="155"/>
                  </a:lnTo>
                  <a:lnTo>
                    <a:pt x="2587" y="39"/>
                  </a:lnTo>
                  <a:lnTo>
                    <a:pt x="220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6468625" y="45261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8" y="618"/>
                  </a:moveTo>
                  <a:lnTo>
                    <a:pt x="5947" y="772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2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4" y="3900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0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6" y="2626"/>
                  </a:lnTo>
                  <a:lnTo>
                    <a:pt x="5368" y="1969"/>
                  </a:lnTo>
                  <a:lnTo>
                    <a:pt x="5368" y="618"/>
                  </a:lnTo>
                  <a:close/>
                  <a:moveTo>
                    <a:pt x="2781" y="888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6"/>
                  </a:lnTo>
                  <a:lnTo>
                    <a:pt x="1545" y="4286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7" y="3012"/>
                  </a:lnTo>
                  <a:lnTo>
                    <a:pt x="888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1" y="888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5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3" y="6294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6"/>
                  </a:lnTo>
                  <a:lnTo>
                    <a:pt x="2240" y="579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4"/>
                  </a:lnTo>
                  <a:lnTo>
                    <a:pt x="232" y="2780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3"/>
                  </a:lnTo>
                  <a:lnTo>
                    <a:pt x="39" y="4557"/>
                  </a:lnTo>
                  <a:lnTo>
                    <a:pt x="348" y="4595"/>
                  </a:lnTo>
                  <a:lnTo>
                    <a:pt x="386" y="4286"/>
                  </a:lnTo>
                  <a:lnTo>
                    <a:pt x="966" y="4518"/>
                  </a:lnTo>
                  <a:lnTo>
                    <a:pt x="1313" y="4595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79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4" y="3977"/>
                  </a:lnTo>
                  <a:lnTo>
                    <a:pt x="3012" y="3630"/>
                  </a:lnTo>
                  <a:lnTo>
                    <a:pt x="3012" y="2973"/>
                  </a:lnTo>
                  <a:lnTo>
                    <a:pt x="3128" y="772"/>
                  </a:lnTo>
                  <a:lnTo>
                    <a:pt x="3514" y="657"/>
                  </a:lnTo>
                  <a:lnTo>
                    <a:pt x="3939" y="579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8" y="579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8" y="3398"/>
                  </a:lnTo>
                  <a:lnTo>
                    <a:pt x="5175" y="3746"/>
                  </a:lnTo>
                  <a:lnTo>
                    <a:pt x="5213" y="3900"/>
                  </a:lnTo>
                  <a:lnTo>
                    <a:pt x="5291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6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6"/>
                  </a:lnTo>
                  <a:lnTo>
                    <a:pt x="7607" y="4209"/>
                  </a:lnTo>
                  <a:lnTo>
                    <a:pt x="8650" y="4093"/>
                  </a:lnTo>
                  <a:lnTo>
                    <a:pt x="8650" y="4479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7"/>
                  </a:lnTo>
                  <a:lnTo>
                    <a:pt x="8766" y="5097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1" y="4904"/>
                  </a:lnTo>
                  <a:lnTo>
                    <a:pt x="9384" y="4904"/>
                  </a:lnTo>
                  <a:lnTo>
                    <a:pt x="9809" y="4981"/>
                  </a:lnTo>
                  <a:lnTo>
                    <a:pt x="10195" y="5097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599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7"/>
                  </a:lnTo>
                  <a:lnTo>
                    <a:pt x="10697" y="6603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3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9" y="8997"/>
                  </a:lnTo>
                  <a:lnTo>
                    <a:pt x="12512" y="8997"/>
                  </a:lnTo>
                  <a:lnTo>
                    <a:pt x="12434" y="9075"/>
                  </a:lnTo>
                  <a:lnTo>
                    <a:pt x="12396" y="9113"/>
                  </a:lnTo>
                  <a:lnTo>
                    <a:pt x="12357" y="9190"/>
                  </a:lnTo>
                  <a:lnTo>
                    <a:pt x="11469" y="9306"/>
                  </a:lnTo>
                  <a:lnTo>
                    <a:pt x="11469" y="9692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4" y="9499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7"/>
                  </a:lnTo>
                  <a:lnTo>
                    <a:pt x="13168" y="8766"/>
                  </a:lnTo>
                  <a:lnTo>
                    <a:pt x="13168" y="8495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6" y="7182"/>
                  </a:lnTo>
                  <a:lnTo>
                    <a:pt x="12743" y="6680"/>
                  </a:lnTo>
                  <a:lnTo>
                    <a:pt x="12434" y="6217"/>
                  </a:lnTo>
                  <a:lnTo>
                    <a:pt x="12125" y="5792"/>
                  </a:lnTo>
                  <a:lnTo>
                    <a:pt x="11778" y="5445"/>
                  </a:lnTo>
                  <a:lnTo>
                    <a:pt x="11315" y="5097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5"/>
                  </a:lnTo>
                  <a:lnTo>
                    <a:pt x="9886" y="4479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7"/>
                  </a:lnTo>
                  <a:lnTo>
                    <a:pt x="9229" y="3514"/>
                  </a:lnTo>
                  <a:lnTo>
                    <a:pt x="9152" y="3089"/>
                  </a:lnTo>
                  <a:lnTo>
                    <a:pt x="8998" y="2665"/>
                  </a:lnTo>
                  <a:lnTo>
                    <a:pt x="8805" y="2278"/>
                  </a:lnTo>
                  <a:lnTo>
                    <a:pt x="8534" y="1931"/>
                  </a:lnTo>
                  <a:lnTo>
                    <a:pt x="8225" y="1583"/>
                  </a:lnTo>
                  <a:lnTo>
                    <a:pt x="7839" y="1274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5" y="193"/>
                  </a:lnTo>
                  <a:lnTo>
                    <a:pt x="5291" y="77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4200000" y="452900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1"/>
                  </a:lnTo>
                  <a:lnTo>
                    <a:pt x="0" y="7261"/>
                  </a:lnTo>
                  <a:lnTo>
                    <a:pt x="193" y="7261"/>
                  </a:lnTo>
                  <a:lnTo>
                    <a:pt x="425" y="5484"/>
                  </a:lnTo>
                  <a:lnTo>
                    <a:pt x="580" y="3669"/>
                  </a:lnTo>
                  <a:lnTo>
                    <a:pt x="695" y="1854"/>
                  </a:lnTo>
                  <a:lnTo>
                    <a:pt x="695" y="928"/>
                  </a:lnTo>
                  <a:lnTo>
                    <a:pt x="695" y="40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6500475" y="45396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6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3"/>
                  </a:lnTo>
                  <a:lnTo>
                    <a:pt x="9384" y="9654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39" y="10079"/>
                  </a:lnTo>
                  <a:lnTo>
                    <a:pt x="7608" y="9963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9" y="9346"/>
                  </a:lnTo>
                  <a:lnTo>
                    <a:pt x="6951" y="9075"/>
                  </a:lnTo>
                  <a:lnTo>
                    <a:pt x="6913" y="8805"/>
                  </a:lnTo>
                  <a:lnTo>
                    <a:pt x="6951" y="8535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4" y="7569"/>
                  </a:lnTo>
                  <a:lnTo>
                    <a:pt x="8148" y="7338"/>
                  </a:lnTo>
                  <a:lnTo>
                    <a:pt x="8226" y="7299"/>
                  </a:lnTo>
                  <a:close/>
                  <a:moveTo>
                    <a:pt x="2858" y="1"/>
                  </a:moveTo>
                  <a:lnTo>
                    <a:pt x="2665" y="39"/>
                  </a:lnTo>
                  <a:lnTo>
                    <a:pt x="2665" y="78"/>
                  </a:lnTo>
                  <a:lnTo>
                    <a:pt x="2626" y="1352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4" y="5098"/>
                  </a:lnTo>
                  <a:lnTo>
                    <a:pt x="2897" y="7492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2"/>
                  </a:lnTo>
                  <a:lnTo>
                    <a:pt x="3051" y="8766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7"/>
                  </a:lnTo>
                  <a:lnTo>
                    <a:pt x="773" y="9114"/>
                  </a:lnTo>
                  <a:lnTo>
                    <a:pt x="1545" y="9152"/>
                  </a:lnTo>
                  <a:lnTo>
                    <a:pt x="3128" y="9230"/>
                  </a:lnTo>
                  <a:lnTo>
                    <a:pt x="4828" y="9307"/>
                  </a:lnTo>
                  <a:lnTo>
                    <a:pt x="5677" y="9307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2" y="10311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20"/>
                  </a:lnTo>
                  <a:lnTo>
                    <a:pt x="9037" y="10543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3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9"/>
                  </a:lnTo>
                  <a:lnTo>
                    <a:pt x="10041" y="8071"/>
                  </a:lnTo>
                  <a:lnTo>
                    <a:pt x="9847" y="7762"/>
                  </a:lnTo>
                  <a:lnTo>
                    <a:pt x="9616" y="7492"/>
                  </a:lnTo>
                  <a:lnTo>
                    <a:pt x="9307" y="7260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7" y="6990"/>
                  </a:lnTo>
                  <a:lnTo>
                    <a:pt x="7724" y="7029"/>
                  </a:lnTo>
                  <a:lnTo>
                    <a:pt x="7415" y="7144"/>
                  </a:lnTo>
                  <a:lnTo>
                    <a:pt x="7144" y="7338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6" y="8805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8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6" y="8535"/>
                  </a:lnTo>
                  <a:lnTo>
                    <a:pt x="3206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5"/>
                  </a:lnTo>
                  <a:lnTo>
                    <a:pt x="3206" y="7338"/>
                  </a:lnTo>
                  <a:lnTo>
                    <a:pt x="3128" y="6449"/>
                  </a:lnTo>
                  <a:lnTo>
                    <a:pt x="3013" y="4326"/>
                  </a:lnTo>
                  <a:lnTo>
                    <a:pt x="2935" y="2202"/>
                  </a:lnTo>
                  <a:lnTo>
                    <a:pt x="2897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5490700" y="4546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79"/>
                  </a:lnTo>
                  <a:lnTo>
                    <a:pt x="0" y="1197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8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6"/>
                  </a:lnTo>
                  <a:lnTo>
                    <a:pt x="1970" y="5947"/>
                  </a:lnTo>
                  <a:lnTo>
                    <a:pt x="2433" y="6410"/>
                  </a:lnTo>
                  <a:lnTo>
                    <a:pt x="2974" y="6873"/>
                  </a:lnTo>
                  <a:lnTo>
                    <a:pt x="3514" y="7260"/>
                  </a:lnTo>
                  <a:lnTo>
                    <a:pt x="4094" y="7646"/>
                  </a:lnTo>
                  <a:lnTo>
                    <a:pt x="4712" y="7955"/>
                  </a:lnTo>
                  <a:lnTo>
                    <a:pt x="5329" y="8225"/>
                  </a:lnTo>
                  <a:lnTo>
                    <a:pt x="5986" y="8495"/>
                  </a:lnTo>
                  <a:lnTo>
                    <a:pt x="6642" y="8688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3"/>
                  </a:lnTo>
                  <a:lnTo>
                    <a:pt x="10774" y="9075"/>
                  </a:lnTo>
                  <a:lnTo>
                    <a:pt x="11392" y="8997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1"/>
                  </a:lnTo>
                  <a:lnTo>
                    <a:pt x="14018" y="8379"/>
                  </a:lnTo>
                  <a:lnTo>
                    <a:pt x="14636" y="8148"/>
                  </a:lnTo>
                  <a:lnTo>
                    <a:pt x="15253" y="7877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0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4"/>
                  </a:lnTo>
                  <a:lnTo>
                    <a:pt x="19076" y="4286"/>
                  </a:lnTo>
                  <a:lnTo>
                    <a:pt x="19347" y="3668"/>
                  </a:lnTo>
                  <a:lnTo>
                    <a:pt x="19115" y="3630"/>
                  </a:lnTo>
                  <a:lnTo>
                    <a:pt x="18767" y="4170"/>
                  </a:lnTo>
                  <a:lnTo>
                    <a:pt x="18420" y="4634"/>
                  </a:lnTo>
                  <a:lnTo>
                    <a:pt x="18034" y="5097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0"/>
                  </a:lnTo>
                  <a:lnTo>
                    <a:pt x="15755" y="7028"/>
                  </a:lnTo>
                  <a:lnTo>
                    <a:pt x="15215" y="7298"/>
                  </a:lnTo>
                  <a:lnTo>
                    <a:pt x="14713" y="7569"/>
                  </a:lnTo>
                  <a:lnTo>
                    <a:pt x="14134" y="7800"/>
                  </a:lnTo>
                  <a:lnTo>
                    <a:pt x="13593" y="8032"/>
                  </a:lnTo>
                  <a:lnTo>
                    <a:pt x="13014" y="8186"/>
                  </a:lnTo>
                  <a:lnTo>
                    <a:pt x="12434" y="8341"/>
                  </a:lnTo>
                  <a:lnTo>
                    <a:pt x="11817" y="8457"/>
                  </a:lnTo>
                  <a:lnTo>
                    <a:pt x="11199" y="8534"/>
                  </a:lnTo>
                  <a:lnTo>
                    <a:pt x="10504" y="8611"/>
                  </a:lnTo>
                  <a:lnTo>
                    <a:pt x="9114" y="8611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2"/>
                  </a:lnTo>
                  <a:lnTo>
                    <a:pt x="6333" y="8109"/>
                  </a:lnTo>
                  <a:lnTo>
                    <a:pt x="5638" y="7877"/>
                  </a:lnTo>
                  <a:lnTo>
                    <a:pt x="5020" y="7607"/>
                  </a:lnTo>
                  <a:lnTo>
                    <a:pt x="4364" y="7260"/>
                  </a:lnTo>
                  <a:lnTo>
                    <a:pt x="3785" y="6912"/>
                  </a:lnTo>
                  <a:lnTo>
                    <a:pt x="3206" y="6487"/>
                  </a:lnTo>
                  <a:lnTo>
                    <a:pt x="2704" y="6063"/>
                  </a:lnTo>
                  <a:lnTo>
                    <a:pt x="2202" y="5561"/>
                  </a:lnTo>
                  <a:lnTo>
                    <a:pt x="1777" y="4981"/>
                  </a:lnTo>
                  <a:lnTo>
                    <a:pt x="1391" y="4402"/>
                  </a:lnTo>
                  <a:lnTo>
                    <a:pt x="1120" y="3900"/>
                  </a:lnTo>
                  <a:lnTo>
                    <a:pt x="850" y="3360"/>
                  </a:lnTo>
                  <a:lnTo>
                    <a:pt x="696" y="2858"/>
                  </a:lnTo>
                  <a:lnTo>
                    <a:pt x="541" y="2278"/>
                  </a:lnTo>
                  <a:lnTo>
                    <a:pt x="425" y="1738"/>
                  </a:lnTo>
                  <a:lnTo>
                    <a:pt x="387" y="1158"/>
                  </a:lnTo>
                  <a:lnTo>
                    <a:pt x="387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5576625" y="4556050"/>
              <a:ext cx="35725" cy="28975"/>
            </a:xfrm>
            <a:custGeom>
              <a:avLst/>
              <a:gdLst/>
              <a:ahLst/>
              <a:cxnLst/>
              <a:rect l="l" t="t" r="r" b="b"/>
              <a:pathLst>
                <a:path w="1429" h="1159" extrusionOk="0">
                  <a:moveTo>
                    <a:pt x="502" y="0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6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1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4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2"/>
                  </a:lnTo>
                  <a:lnTo>
                    <a:pt x="425" y="579"/>
                  </a:lnTo>
                  <a:lnTo>
                    <a:pt x="541" y="425"/>
                  </a:lnTo>
                  <a:lnTo>
                    <a:pt x="618" y="386"/>
                  </a:lnTo>
                  <a:lnTo>
                    <a:pt x="773" y="386"/>
                  </a:lnTo>
                  <a:lnTo>
                    <a:pt x="850" y="425"/>
                  </a:lnTo>
                  <a:lnTo>
                    <a:pt x="966" y="579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6" y="927"/>
                  </a:lnTo>
                  <a:lnTo>
                    <a:pt x="966" y="1004"/>
                  </a:lnTo>
                  <a:lnTo>
                    <a:pt x="966" y="1081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5" y="1120"/>
                  </a:lnTo>
                  <a:lnTo>
                    <a:pt x="1313" y="1081"/>
                  </a:lnTo>
                  <a:lnTo>
                    <a:pt x="1390" y="888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3"/>
                  </a:lnTo>
                  <a:lnTo>
                    <a:pt x="1043" y="77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5523525" y="45599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2"/>
                  </a:lnTo>
                  <a:lnTo>
                    <a:pt x="78" y="966"/>
                  </a:lnTo>
                  <a:lnTo>
                    <a:pt x="232" y="1082"/>
                  </a:lnTo>
                  <a:lnTo>
                    <a:pt x="387" y="1198"/>
                  </a:lnTo>
                  <a:lnTo>
                    <a:pt x="464" y="1198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5"/>
                  </a:lnTo>
                  <a:lnTo>
                    <a:pt x="387" y="927"/>
                  </a:lnTo>
                  <a:lnTo>
                    <a:pt x="348" y="812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7" y="503"/>
                  </a:lnTo>
                  <a:lnTo>
                    <a:pt x="464" y="464"/>
                  </a:lnTo>
                  <a:lnTo>
                    <a:pt x="541" y="387"/>
                  </a:lnTo>
                  <a:lnTo>
                    <a:pt x="773" y="387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2" y="1043"/>
                  </a:lnTo>
                  <a:lnTo>
                    <a:pt x="1159" y="1082"/>
                  </a:lnTo>
                  <a:lnTo>
                    <a:pt x="1197" y="1082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7"/>
                  </a:lnTo>
                  <a:lnTo>
                    <a:pt x="1159" y="232"/>
                  </a:lnTo>
                  <a:lnTo>
                    <a:pt x="1004" y="78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4050375" y="4567625"/>
              <a:ext cx="30900" cy="168975"/>
            </a:xfrm>
            <a:custGeom>
              <a:avLst/>
              <a:gdLst/>
              <a:ahLst/>
              <a:cxnLst/>
              <a:rect l="l" t="t" r="r" b="b"/>
              <a:pathLst>
                <a:path w="1236" h="6759" extrusionOk="0">
                  <a:moveTo>
                    <a:pt x="1120" y="1"/>
                  </a:moveTo>
                  <a:lnTo>
                    <a:pt x="1081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9"/>
                  </a:lnTo>
                  <a:lnTo>
                    <a:pt x="116" y="5059"/>
                  </a:lnTo>
                  <a:lnTo>
                    <a:pt x="0" y="6720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2" y="3515"/>
                  </a:lnTo>
                  <a:lnTo>
                    <a:pt x="965" y="1854"/>
                  </a:lnTo>
                  <a:lnTo>
                    <a:pt x="1081" y="232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4077400" y="4569550"/>
              <a:ext cx="121650" cy="144850"/>
            </a:xfrm>
            <a:custGeom>
              <a:avLst/>
              <a:gdLst/>
              <a:ahLst/>
              <a:cxnLst/>
              <a:rect l="l" t="t" r="r" b="b"/>
              <a:pathLst>
                <a:path w="4866" h="5794" extrusionOk="0">
                  <a:moveTo>
                    <a:pt x="155" y="1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6"/>
                  </a:lnTo>
                  <a:lnTo>
                    <a:pt x="2896" y="3631"/>
                  </a:lnTo>
                  <a:lnTo>
                    <a:pt x="3476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6"/>
                  </a:lnTo>
                  <a:lnTo>
                    <a:pt x="4866" y="5639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8" y="1352"/>
                  </a:lnTo>
                  <a:lnTo>
                    <a:pt x="811" y="65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3931625" y="457727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1"/>
                  </a:moveTo>
                  <a:lnTo>
                    <a:pt x="0" y="78"/>
                  </a:lnTo>
                  <a:lnTo>
                    <a:pt x="194" y="927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6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9"/>
                  </a:lnTo>
                  <a:lnTo>
                    <a:pt x="1931" y="6140"/>
                  </a:lnTo>
                  <a:lnTo>
                    <a:pt x="2086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4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3941275" y="457920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1" y="40"/>
                  </a:lnTo>
                  <a:lnTo>
                    <a:pt x="1970" y="3206"/>
                  </a:lnTo>
                  <a:lnTo>
                    <a:pt x="4055" y="6334"/>
                  </a:lnTo>
                  <a:lnTo>
                    <a:pt x="4055" y="6334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3"/>
                  </a:lnTo>
                  <a:lnTo>
                    <a:pt x="3708" y="6720"/>
                  </a:lnTo>
                  <a:lnTo>
                    <a:pt x="4132" y="6797"/>
                  </a:lnTo>
                  <a:lnTo>
                    <a:pt x="4596" y="6836"/>
                  </a:lnTo>
                  <a:lnTo>
                    <a:pt x="5484" y="6836"/>
                  </a:lnTo>
                  <a:lnTo>
                    <a:pt x="6372" y="6759"/>
                  </a:lnTo>
                  <a:lnTo>
                    <a:pt x="7299" y="6643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9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5"/>
                  </a:lnTo>
                  <a:lnTo>
                    <a:pt x="13863" y="2125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1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3"/>
                  </a:lnTo>
                  <a:lnTo>
                    <a:pt x="10349" y="5253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6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8" y="6334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7"/>
                  </a:lnTo>
                  <a:lnTo>
                    <a:pt x="3399" y="4635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6364350" y="46361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2" y="39"/>
                  </a:lnTo>
                  <a:lnTo>
                    <a:pt x="2781" y="77"/>
                  </a:lnTo>
                  <a:lnTo>
                    <a:pt x="2511" y="193"/>
                  </a:lnTo>
                  <a:lnTo>
                    <a:pt x="2241" y="309"/>
                  </a:lnTo>
                  <a:lnTo>
                    <a:pt x="2009" y="425"/>
                  </a:lnTo>
                  <a:lnTo>
                    <a:pt x="1739" y="579"/>
                  </a:lnTo>
                  <a:lnTo>
                    <a:pt x="1507" y="773"/>
                  </a:lnTo>
                  <a:lnTo>
                    <a:pt x="1121" y="1197"/>
                  </a:lnTo>
                  <a:lnTo>
                    <a:pt x="735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8"/>
                  </a:lnTo>
                  <a:lnTo>
                    <a:pt x="40" y="3746"/>
                  </a:lnTo>
                  <a:lnTo>
                    <a:pt x="1" y="4055"/>
                  </a:lnTo>
                  <a:lnTo>
                    <a:pt x="1" y="4402"/>
                  </a:lnTo>
                  <a:lnTo>
                    <a:pt x="40" y="4673"/>
                  </a:lnTo>
                  <a:lnTo>
                    <a:pt x="117" y="4904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5" y="5252"/>
                  </a:lnTo>
                  <a:lnTo>
                    <a:pt x="966" y="5290"/>
                  </a:lnTo>
                  <a:lnTo>
                    <a:pt x="1700" y="5290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5" y="4711"/>
                  </a:lnTo>
                  <a:lnTo>
                    <a:pt x="580" y="4595"/>
                  </a:lnTo>
                  <a:lnTo>
                    <a:pt x="542" y="4441"/>
                  </a:lnTo>
                  <a:lnTo>
                    <a:pt x="542" y="4248"/>
                  </a:lnTo>
                  <a:lnTo>
                    <a:pt x="542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8"/>
                  </a:lnTo>
                  <a:lnTo>
                    <a:pt x="2627" y="695"/>
                  </a:lnTo>
                  <a:lnTo>
                    <a:pt x="3090" y="579"/>
                  </a:lnTo>
                  <a:lnTo>
                    <a:pt x="3592" y="541"/>
                  </a:lnTo>
                  <a:lnTo>
                    <a:pt x="4094" y="579"/>
                  </a:lnTo>
                  <a:lnTo>
                    <a:pt x="4249" y="541"/>
                  </a:lnTo>
                  <a:lnTo>
                    <a:pt x="4326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3"/>
                  </a:lnTo>
                  <a:lnTo>
                    <a:pt x="4210" y="155"/>
                  </a:lnTo>
                  <a:lnTo>
                    <a:pt x="3940" y="77"/>
                  </a:lnTo>
                  <a:lnTo>
                    <a:pt x="3631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5052425" y="4653550"/>
              <a:ext cx="61800" cy="89800"/>
            </a:xfrm>
            <a:custGeom>
              <a:avLst/>
              <a:gdLst/>
              <a:ahLst/>
              <a:cxnLst/>
              <a:rect l="l" t="t" r="r" b="b"/>
              <a:pathLst>
                <a:path w="2472" h="3592" extrusionOk="0">
                  <a:moveTo>
                    <a:pt x="1082" y="0"/>
                  </a:moveTo>
                  <a:lnTo>
                    <a:pt x="1004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5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699"/>
                  </a:lnTo>
                  <a:lnTo>
                    <a:pt x="1931" y="1931"/>
                  </a:lnTo>
                  <a:lnTo>
                    <a:pt x="1931" y="2163"/>
                  </a:lnTo>
                  <a:lnTo>
                    <a:pt x="1931" y="2433"/>
                  </a:lnTo>
                  <a:lnTo>
                    <a:pt x="1815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0" y="3128"/>
                  </a:lnTo>
                  <a:lnTo>
                    <a:pt x="1197" y="3128"/>
                  </a:lnTo>
                  <a:lnTo>
                    <a:pt x="1043" y="3089"/>
                  </a:lnTo>
                  <a:lnTo>
                    <a:pt x="927" y="3012"/>
                  </a:lnTo>
                  <a:lnTo>
                    <a:pt x="850" y="2896"/>
                  </a:lnTo>
                  <a:lnTo>
                    <a:pt x="811" y="2742"/>
                  </a:lnTo>
                  <a:lnTo>
                    <a:pt x="850" y="2587"/>
                  </a:lnTo>
                  <a:lnTo>
                    <a:pt x="927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0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5" y="1468"/>
                  </a:lnTo>
                  <a:lnTo>
                    <a:pt x="193" y="1313"/>
                  </a:lnTo>
                  <a:lnTo>
                    <a:pt x="0" y="1622"/>
                  </a:lnTo>
                  <a:lnTo>
                    <a:pt x="271" y="1892"/>
                  </a:lnTo>
                  <a:lnTo>
                    <a:pt x="580" y="2124"/>
                  </a:lnTo>
                  <a:lnTo>
                    <a:pt x="425" y="2356"/>
                  </a:lnTo>
                  <a:lnTo>
                    <a:pt x="348" y="2626"/>
                  </a:lnTo>
                  <a:lnTo>
                    <a:pt x="309" y="2896"/>
                  </a:lnTo>
                  <a:lnTo>
                    <a:pt x="348" y="3051"/>
                  </a:lnTo>
                  <a:lnTo>
                    <a:pt x="425" y="3167"/>
                  </a:lnTo>
                  <a:lnTo>
                    <a:pt x="541" y="3321"/>
                  </a:lnTo>
                  <a:lnTo>
                    <a:pt x="695" y="3476"/>
                  </a:lnTo>
                  <a:lnTo>
                    <a:pt x="888" y="3553"/>
                  </a:lnTo>
                  <a:lnTo>
                    <a:pt x="1082" y="3591"/>
                  </a:lnTo>
                  <a:lnTo>
                    <a:pt x="1275" y="3591"/>
                  </a:lnTo>
                  <a:lnTo>
                    <a:pt x="1506" y="3553"/>
                  </a:lnTo>
                  <a:lnTo>
                    <a:pt x="1699" y="3514"/>
                  </a:lnTo>
                  <a:lnTo>
                    <a:pt x="1854" y="3398"/>
                  </a:lnTo>
                  <a:lnTo>
                    <a:pt x="2047" y="3244"/>
                  </a:lnTo>
                  <a:lnTo>
                    <a:pt x="2201" y="3051"/>
                  </a:lnTo>
                  <a:lnTo>
                    <a:pt x="2317" y="2858"/>
                  </a:lnTo>
                  <a:lnTo>
                    <a:pt x="2394" y="2665"/>
                  </a:lnTo>
                  <a:lnTo>
                    <a:pt x="2433" y="2472"/>
                  </a:lnTo>
                  <a:lnTo>
                    <a:pt x="2472" y="2240"/>
                  </a:lnTo>
                  <a:lnTo>
                    <a:pt x="2433" y="2008"/>
                  </a:lnTo>
                  <a:lnTo>
                    <a:pt x="2394" y="1815"/>
                  </a:lnTo>
                  <a:lnTo>
                    <a:pt x="2317" y="1583"/>
                  </a:lnTo>
                  <a:lnTo>
                    <a:pt x="2201" y="1390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6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6613425" y="4670925"/>
              <a:ext cx="26100" cy="11600"/>
            </a:xfrm>
            <a:custGeom>
              <a:avLst/>
              <a:gdLst/>
              <a:ahLst/>
              <a:cxnLst/>
              <a:rect l="l" t="t" r="r" b="b"/>
              <a:pathLst>
                <a:path w="1044" h="464" extrusionOk="0">
                  <a:moveTo>
                    <a:pt x="773" y="0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3"/>
                  </a:lnTo>
                  <a:lnTo>
                    <a:pt x="39" y="232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6514950" y="46767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6" y="0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39" y="77"/>
                  </a:lnTo>
                  <a:lnTo>
                    <a:pt x="1" y="193"/>
                  </a:lnTo>
                  <a:lnTo>
                    <a:pt x="39" y="270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0"/>
                  </a:lnTo>
                  <a:lnTo>
                    <a:pt x="850" y="193"/>
                  </a:lnTo>
                  <a:lnTo>
                    <a:pt x="812" y="77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4656625" y="46776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89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8" y="3553"/>
                  </a:lnTo>
                  <a:lnTo>
                    <a:pt x="12434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8"/>
                  </a:lnTo>
                  <a:lnTo>
                    <a:pt x="12009" y="3128"/>
                  </a:lnTo>
                  <a:lnTo>
                    <a:pt x="11932" y="3206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40" y="4171"/>
                  </a:lnTo>
                  <a:lnTo>
                    <a:pt x="9615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2" y="4171"/>
                  </a:lnTo>
                  <a:lnTo>
                    <a:pt x="5368" y="4017"/>
                  </a:lnTo>
                  <a:lnTo>
                    <a:pt x="4595" y="3708"/>
                  </a:lnTo>
                  <a:lnTo>
                    <a:pt x="3900" y="3283"/>
                  </a:lnTo>
                  <a:lnTo>
                    <a:pt x="3205" y="2820"/>
                  </a:lnTo>
                  <a:lnTo>
                    <a:pt x="2587" y="2318"/>
                  </a:lnTo>
                  <a:lnTo>
                    <a:pt x="1970" y="1777"/>
                  </a:lnTo>
                  <a:lnTo>
                    <a:pt x="1390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4964575" y="4684425"/>
              <a:ext cx="92700" cy="135200"/>
            </a:xfrm>
            <a:custGeom>
              <a:avLst/>
              <a:gdLst/>
              <a:ahLst/>
              <a:cxnLst/>
              <a:rect l="l" t="t" r="r" b="b"/>
              <a:pathLst>
                <a:path w="3708" h="5408" extrusionOk="0">
                  <a:moveTo>
                    <a:pt x="3398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2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7"/>
                  </a:lnTo>
                  <a:lnTo>
                    <a:pt x="1777" y="1430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2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4" y="2086"/>
                  </a:lnTo>
                  <a:lnTo>
                    <a:pt x="889" y="2125"/>
                  </a:lnTo>
                  <a:lnTo>
                    <a:pt x="850" y="2163"/>
                  </a:lnTo>
                  <a:lnTo>
                    <a:pt x="811" y="2241"/>
                  </a:lnTo>
                  <a:lnTo>
                    <a:pt x="811" y="2356"/>
                  </a:lnTo>
                  <a:lnTo>
                    <a:pt x="811" y="2434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7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1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8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4"/>
                  </a:lnTo>
                  <a:lnTo>
                    <a:pt x="1082" y="4944"/>
                  </a:lnTo>
                  <a:lnTo>
                    <a:pt x="889" y="4866"/>
                  </a:lnTo>
                  <a:lnTo>
                    <a:pt x="773" y="4751"/>
                  </a:lnTo>
                  <a:lnTo>
                    <a:pt x="695" y="4596"/>
                  </a:lnTo>
                  <a:lnTo>
                    <a:pt x="657" y="4442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3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7" y="3669"/>
                  </a:lnTo>
                  <a:lnTo>
                    <a:pt x="116" y="2936"/>
                  </a:lnTo>
                  <a:lnTo>
                    <a:pt x="0" y="3283"/>
                  </a:lnTo>
                  <a:lnTo>
                    <a:pt x="657" y="3785"/>
                  </a:lnTo>
                  <a:lnTo>
                    <a:pt x="502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9"/>
                  </a:lnTo>
                  <a:lnTo>
                    <a:pt x="193" y="4403"/>
                  </a:lnTo>
                  <a:lnTo>
                    <a:pt x="193" y="4558"/>
                  </a:lnTo>
                  <a:lnTo>
                    <a:pt x="193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3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7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5"/>
                  </a:lnTo>
                  <a:lnTo>
                    <a:pt x="2510" y="4442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7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2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6" y="2202"/>
                  </a:lnTo>
                  <a:lnTo>
                    <a:pt x="1275" y="2125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3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2"/>
                  </a:lnTo>
                  <a:lnTo>
                    <a:pt x="3514" y="387"/>
                  </a:lnTo>
                  <a:lnTo>
                    <a:pt x="3707" y="78"/>
                  </a:lnTo>
                  <a:lnTo>
                    <a:pt x="351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6406825" y="4717250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619"/>
                  </a:lnTo>
                  <a:lnTo>
                    <a:pt x="2550" y="696"/>
                  </a:lnTo>
                  <a:lnTo>
                    <a:pt x="2743" y="812"/>
                  </a:lnTo>
                  <a:lnTo>
                    <a:pt x="2936" y="966"/>
                  </a:lnTo>
                  <a:lnTo>
                    <a:pt x="3090" y="1198"/>
                  </a:lnTo>
                  <a:lnTo>
                    <a:pt x="3206" y="1430"/>
                  </a:lnTo>
                  <a:lnTo>
                    <a:pt x="3245" y="1700"/>
                  </a:lnTo>
                  <a:lnTo>
                    <a:pt x="3245" y="1970"/>
                  </a:lnTo>
                  <a:lnTo>
                    <a:pt x="3206" y="2202"/>
                  </a:lnTo>
                  <a:lnTo>
                    <a:pt x="3090" y="2472"/>
                  </a:lnTo>
                  <a:lnTo>
                    <a:pt x="2974" y="2665"/>
                  </a:lnTo>
                  <a:lnTo>
                    <a:pt x="2781" y="2897"/>
                  </a:lnTo>
                  <a:lnTo>
                    <a:pt x="2588" y="3051"/>
                  </a:lnTo>
                  <a:lnTo>
                    <a:pt x="2357" y="3167"/>
                  </a:lnTo>
                  <a:lnTo>
                    <a:pt x="2086" y="3245"/>
                  </a:lnTo>
                  <a:lnTo>
                    <a:pt x="1777" y="3245"/>
                  </a:lnTo>
                  <a:lnTo>
                    <a:pt x="1507" y="3167"/>
                  </a:lnTo>
                  <a:lnTo>
                    <a:pt x="1237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4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5" y="1121"/>
                  </a:lnTo>
                  <a:lnTo>
                    <a:pt x="928" y="928"/>
                  </a:lnTo>
                  <a:lnTo>
                    <a:pt x="1121" y="735"/>
                  </a:lnTo>
                  <a:lnTo>
                    <a:pt x="1353" y="580"/>
                  </a:lnTo>
                  <a:lnTo>
                    <a:pt x="1584" y="464"/>
                  </a:lnTo>
                  <a:close/>
                  <a:moveTo>
                    <a:pt x="1893" y="1"/>
                  </a:moveTo>
                  <a:lnTo>
                    <a:pt x="1700" y="39"/>
                  </a:lnTo>
                  <a:lnTo>
                    <a:pt x="1546" y="78"/>
                  </a:lnTo>
                  <a:lnTo>
                    <a:pt x="1353" y="155"/>
                  </a:lnTo>
                  <a:lnTo>
                    <a:pt x="1314" y="194"/>
                  </a:lnTo>
                  <a:lnTo>
                    <a:pt x="1082" y="271"/>
                  </a:lnTo>
                  <a:lnTo>
                    <a:pt x="851" y="387"/>
                  </a:lnTo>
                  <a:lnTo>
                    <a:pt x="619" y="580"/>
                  </a:lnTo>
                  <a:lnTo>
                    <a:pt x="426" y="773"/>
                  </a:lnTo>
                  <a:lnTo>
                    <a:pt x="271" y="966"/>
                  </a:lnTo>
                  <a:lnTo>
                    <a:pt x="155" y="1237"/>
                  </a:lnTo>
                  <a:lnTo>
                    <a:pt x="78" y="1468"/>
                  </a:lnTo>
                  <a:lnTo>
                    <a:pt x="1" y="1739"/>
                  </a:lnTo>
                  <a:lnTo>
                    <a:pt x="1" y="2047"/>
                  </a:lnTo>
                  <a:lnTo>
                    <a:pt x="40" y="2125"/>
                  </a:lnTo>
                  <a:lnTo>
                    <a:pt x="40" y="2318"/>
                  </a:lnTo>
                  <a:lnTo>
                    <a:pt x="117" y="2511"/>
                  </a:lnTo>
                  <a:lnTo>
                    <a:pt x="310" y="2858"/>
                  </a:lnTo>
                  <a:lnTo>
                    <a:pt x="542" y="3167"/>
                  </a:lnTo>
                  <a:lnTo>
                    <a:pt x="851" y="3399"/>
                  </a:lnTo>
                  <a:lnTo>
                    <a:pt x="1198" y="3592"/>
                  </a:lnTo>
                  <a:lnTo>
                    <a:pt x="1584" y="3708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7" y="3669"/>
                  </a:lnTo>
                  <a:lnTo>
                    <a:pt x="2627" y="3592"/>
                  </a:lnTo>
                  <a:lnTo>
                    <a:pt x="2897" y="3438"/>
                  </a:lnTo>
                  <a:lnTo>
                    <a:pt x="3129" y="3245"/>
                  </a:lnTo>
                  <a:lnTo>
                    <a:pt x="3322" y="3013"/>
                  </a:lnTo>
                  <a:lnTo>
                    <a:pt x="3476" y="2781"/>
                  </a:lnTo>
                  <a:lnTo>
                    <a:pt x="3631" y="2511"/>
                  </a:lnTo>
                  <a:lnTo>
                    <a:pt x="3708" y="2202"/>
                  </a:lnTo>
                  <a:lnTo>
                    <a:pt x="3747" y="1932"/>
                  </a:lnTo>
                  <a:lnTo>
                    <a:pt x="3747" y="1584"/>
                  </a:lnTo>
                  <a:lnTo>
                    <a:pt x="3669" y="1314"/>
                  </a:lnTo>
                  <a:lnTo>
                    <a:pt x="3515" y="1005"/>
                  </a:lnTo>
                  <a:lnTo>
                    <a:pt x="3322" y="696"/>
                  </a:lnTo>
                  <a:lnTo>
                    <a:pt x="3052" y="426"/>
                  </a:lnTo>
                  <a:lnTo>
                    <a:pt x="2743" y="233"/>
                  </a:lnTo>
                  <a:lnTo>
                    <a:pt x="2395" y="7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2332000" y="4749125"/>
              <a:ext cx="326325" cy="58900"/>
            </a:xfrm>
            <a:custGeom>
              <a:avLst/>
              <a:gdLst/>
              <a:ahLst/>
              <a:cxnLst/>
              <a:rect l="l" t="t" r="r" b="b"/>
              <a:pathLst>
                <a:path w="13053" h="2356" extrusionOk="0">
                  <a:moveTo>
                    <a:pt x="12782" y="0"/>
                  </a:moveTo>
                  <a:lnTo>
                    <a:pt x="12705" y="39"/>
                  </a:lnTo>
                  <a:lnTo>
                    <a:pt x="12628" y="116"/>
                  </a:lnTo>
                  <a:lnTo>
                    <a:pt x="12589" y="193"/>
                  </a:lnTo>
                  <a:lnTo>
                    <a:pt x="12589" y="309"/>
                  </a:lnTo>
                  <a:lnTo>
                    <a:pt x="12589" y="502"/>
                  </a:lnTo>
                  <a:lnTo>
                    <a:pt x="12550" y="657"/>
                  </a:lnTo>
                  <a:lnTo>
                    <a:pt x="12435" y="811"/>
                  </a:lnTo>
                  <a:lnTo>
                    <a:pt x="12319" y="966"/>
                  </a:lnTo>
                  <a:lnTo>
                    <a:pt x="12164" y="1081"/>
                  </a:lnTo>
                  <a:lnTo>
                    <a:pt x="11971" y="1159"/>
                  </a:lnTo>
                  <a:lnTo>
                    <a:pt x="11546" y="1313"/>
                  </a:lnTo>
                  <a:lnTo>
                    <a:pt x="11083" y="1429"/>
                  </a:lnTo>
                  <a:lnTo>
                    <a:pt x="10581" y="1506"/>
                  </a:lnTo>
                  <a:lnTo>
                    <a:pt x="9847" y="1583"/>
                  </a:lnTo>
                  <a:lnTo>
                    <a:pt x="9423" y="1622"/>
                  </a:lnTo>
                  <a:lnTo>
                    <a:pt x="9423" y="1545"/>
                  </a:lnTo>
                  <a:lnTo>
                    <a:pt x="9423" y="1468"/>
                  </a:lnTo>
                  <a:lnTo>
                    <a:pt x="9152" y="888"/>
                  </a:lnTo>
                  <a:lnTo>
                    <a:pt x="8959" y="270"/>
                  </a:lnTo>
                  <a:lnTo>
                    <a:pt x="8612" y="386"/>
                  </a:lnTo>
                  <a:lnTo>
                    <a:pt x="8650" y="695"/>
                  </a:lnTo>
                  <a:lnTo>
                    <a:pt x="8728" y="1043"/>
                  </a:lnTo>
                  <a:lnTo>
                    <a:pt x="8843" y="1390"/>
                  </a:lnTo>
                  <a:lnTo>
                    <a:pt x="8998" y="1661"/>
                  </a:lnTo>
                  <a:lnTo>
                    <a:pt x="7839" y="1776"/>
                  </a:lnTo>
                  <a:lnTo>
                    <a:pt x="6681" y="1854"/>
                  </a:lnTo>
                  <a:lnTo>
                    <a:pt x="5252" y="1892"/>
                  </a:lnTo>
                  <a:lnTo>
                    <a:pt x="3862" y="1854"/>
                  </a:lnTo>
                  <a:lnTo>
                    <a:pt x="3592" y="1815"/>
                  </a:lnTo>
                  <a:lnTo>
                    <a:pt x="3746" y="1506"/>
                  </a:lnTo>
                  <a:lnTo>
                    <a:pt x="3785" y="1159"/>
                  </a:lnTo>
                  <a:lnTo>
                    <a:pt x="3785" y="811"/>
                  </a:lnTo>
                  <a:lnTo>
                    <a:pt x="3746" y="425"/>
                  </a:lnTo>
                  <a:lnTo>
                    <a:pt x="3399" y="464"/>
                  </a:lnTo>
                  <a:lnTo>
                    <a:pt x="3399" y="772"/>
                  </a:lnTo>
                  <a:lnTo>
                    <a:pt x="3360" y="1081"/>
                  </a:lnTo>
                  <a:lnTo>
                    <a:pt x="3244" y="1468"/>
                  </a:lnTo>
                  <a:lnTo>
                    <a:pt x="3128" y="1815"/>
                  </a:lnTo>
                  <a:lnTo>
                    <a:pt x="2202" y="1738"/>
                  </a:lnTo>
                  <a:lnTo>
                    <a:pt x="1738" y="1699"/>
                  </a:lnTo>
                  <a:lnTo>
                    <a:pt x="1275" y="1622"/>
                  </a:lnTo>
                  <a:lnTo>
                    <a:pt x="889" y="1468"/>
                  </a:lnTo>
                  <a:lnTo>
                    <a:pt x="734" y="1390"/>
                  </a:lnTo>
                  <a:lnTo>
                    <a:pt x="618" y="1313"/>
                  </a:lnTo>
                  <a:lnTo>
                    <a:pt x="503" y="1197"/>
                  </a:lnTo>
                  <a:lnTo>
                    <a:pt x="425" y="1081"/>
                  </a:lnTo>
                  <a:lnTo>
                    <a:pt x="387" y="966"/>
                  </a:lnTo>
                  <a:lnTo>
                    <a:pt x="387" y="811"/>
                  </a:lnTo>
                  <a:lnTo>
                    <a:pt x="387" y="772"/>
                  </a:lnTo>
                  <a:lnTo>
                    <a:pt x="387" y="695"/>
                  </a:lnTo>
                  <a:lnTo>
                    <a:pt x="310" y="618"/>
                  </a:lnTo>
                  <a:lnTo>
                    <a:pt x="194" y="618"/>
                  </a:lnTo>
                  <a:lnTo>
                    <a:pt x="155" y="657"/>
                  </a:lnTo>
                  <a:lnTo>
                    <a:pt x="116" y="695"/>
                  </a:lnTo>
                  <a:lnTo>
                    <a:pt x="39" y="850"/>
                  </a:lnTo>
                  <a:lnTo>
                    <a:pt x="1" y="1004"/>
                  </a:lnTo>
                  <a:lnTo>
                    <a:pt x="1" y="1159"/>
                  </a:lnTo>
                  <a:lnTo>
                    <a:pt x="1" y="1274"/>
                  </a:lnTo>
                  <a:lnTo>
                    <a:pt x="39" y="1390"/>
                  </a:lnTo>
                  <a:lnTo>
                    <a:pt x="116" y="1506"/>
                  </a:lnTo>
                  <a:lnTo>
                    <a:pt x="310" y="1699"/>
                  </a:lnTo>
                  <a:lnTo>
                    <a:pt x="541" y="1854"/>
                  </a:lnTo>
                  <a:lnTo>
                    <a:pt x="812" y="1970"/>
                  </a:lnTo>
                  <a:lnTo>
                    <a:pt x="1082" y="2047"/>
                  </a:lnTo>
                  <a:lnTo>
                    <a:pt x="1352" y="2085"/>
                  </a:lnTo>
                  <a:lnTo>
                    <a:pt x="2626" y="2240"/>
                  </a:lnTo>
                  <a:lnTo>
                    <a:pt x="3862" y="2317"/>
                  </a:lnTo>
                  <a:lnTo>
                    <a:pt x="5136" y="2356"/>
                  </a:lnTo>
                  <a:lnTo>
                    <a:pt x="6372" y="2356"/>
                  </a:lnTo>
                  <a:lnTo>
                    <a:pt x="7531" y="2278"/>
                  </a:lnTo>
                  <a:lnTo>
                    <a:pt x="8689" y="2201"/>
                  </a:lnTo>
                  <a:lnTo>
                    <a:pt x="9847" y="2047"/>
                  </a:lnTo>
                  <a:lnTo>
                    <a:pt x="11006" y="1892"/>
                  </a:lnTo>
                  <a:lnTo>
                    <a:pt x="11392" y="1815"/>
                  </a:lnTo>
                  <a:lnTo>
                    <a:pt x="11740" y="1738"/>
                  </a:lnTo>
                  <a:lnTo>
                    <a:pt x="12126" y="1583"/>
                  </a:lnTo>
                  <a:lnTo>
                    <a:pt x="12473" y="1429"/>
                  </a:lnTo>
                  <a:lnTo>
                    <a:pt x="12744" y="1236"/>
                  </a:lnTo>
                  <a:lnTo>
                    <a:pt x="12859" y="1081"/>
                  </a:lnTo>
                  <a:lnTo>
                    <a:pt x="12937" y="927"/>
                  </a:lnTo>
                  <a:lnTo>
                    <a:pt x="13014" y="772"/>
                  </a:lnTo>
                  <a:lnTo>
                    <a:pt x="13052" y="579"/>
                  </a:lnTo>
                  <a:lnTo>
                    <a:pt x="13052" y="386"/>
                  </a:lnTo>
                  <a:lnTo>
                    <a:pt x="13052" y="155"/>
                  </a:lnTo>
                  <a:lnTo>
                    <a:pt x="13014" y="77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4" name="Google Shape;284;p2"/>
          <p:cNvSpPr txBox="1">
            <a:spLocks noGrp="1"/>
          </p:cNvSpPr>
          <p:nvPr>
            <p:ph type="ctrTitle"/>
          </p:nvPr>
        </p:nvSpPr>
        <p:spPr>
          <a:xfrm>
            <a:off x="1471500" y="1104275"/>
            <a:ext cx="6201000" cy="20973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4500"/>
              <a:buFont typeface="Loved by the King"/>
              <a:buNone/>
              <a:defRPr sz="55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85" name="Google Shape;285;p2"/>
          <p:cNvSpPr txBox="1">
            <a:spLocks noGrp="1"/>
          </p:cNvSpPr>
          <p:nvPr>
            <p:ph type="subTitle" idx="1"/>
          </p:nvPr>
        </p:nvSpPr>
        <p:spPr>
          <a:xfrm>
            <a:off x="1853550" y="3216325"/>
            <a:ext cx="5436900" cy="365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3" name="Rezervirano mjesto sadržaja 2">
            <a:extLst>
              <a:ext uri="{FF2B5EF4-FFF2-40B4-BE49-F238E27FC236}">
                <a16:creationId xmlns:a16="http://schemas.microsoft.com/office/drawing/2014/main" id="{82A0DFDA-A786-7F41-C909-78FC71CA9A0E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773487" y="4649787"/>
            <a:ext cx="1597025" cy="365125"/>
          </a:xfrm>
        </p:spPr>
        <p:txBody>
          <a:bodyPr/>
          <a:lstStyle/>
          <a:p>
            <a:pPr lvl="0"/>
            <a:r>
              <a:rPr lang="hr-HR"/>
              <a:t>Kliknite da biste uredili matrice</a:t>
            </a:r>
          </a:p>
          <a:p>
            <a:pPr lvl="1"/>
            <a:r>
              <a:rPr lang="hr-HR"/>
              <a:t>Druga razina</a:t>
            </a:r>
          </a:p>
          <a:p>
            <a:pPr lvl="2"/>
            <a:r>
              <a:rPr lang="hr-HR"/>
              <a:t>Treća razina</a:t>
            </a:r>
          </a:p>
          <a:p>
            <a:pPr lvl="3"/>
            <a:r>
              <a:rPr lang="hr-HR"/>
              <a:t>Četvrta razina</a:t>
            </a:r>
          </a:p>
          <a:p>
            <a:pPr lvl="4"/>
            <a:r>
              <a:rPr lang="hr-HR"/>
              <a:t>Peta razina stilove teksta</a:t>
            </a:r>
            <a:endParaRPr 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userDrawn="1">
  <p:cSld name="SECTION_HEADER">
    <p:spTree>
      <p:nvGrpSpPr>
        <p:cNvPr id="1" name="Shape 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7" name="Google Shape;287;p3"/>
          <p:cNvGrpSpPr/>
          <p:nvPr/>
        </p:nvGrpSpPr>
        <p:grpSpPr>
          <a:xfrm flipH="1">
            <a:off x="162878" y="103243"/>
            <a:ext cx="8818245" cy="4937014"/>
            <a:chOff x="238125" y="857725"/>
            <a:chExt cx="7143750" cy="3999525"/>
          </a:xfrm>
        </p:grpSpPr>
        <p:sp>
          <p:nvSpPr>
            <p:cNvPr id="288" name="Google Shape;288;p3"/>
            <p:cNvSpPr/>
            <p:nvPr/>
          </p:nvSpPr>
          <p:spPr>
            <a:xfrm>
              <a:off x="3447000" y="857725"/>
              <a:ext cx="309925" cy="605300"/>
            </a:xfrm>
            <a:custGeom>
              <a:avLst/>
              <a:gdLst/>
              <a:ahLst/>
              <a:cxnLst/>
              <a:rect l="l" t="t" r="r" b="b"/>
              <a:pathLst>
                <a:path w="12397" h="24212" extrusionOk="0">
                  <a:moveTo>
                    <a:pt x="7955" y="463"/>
                  </a:moveTo>
                  <a:lnTo>
                    <a:pt x="8496" y="502"/>
                  </a:lnTo>
                  <a:lnTo>
                    <a:pt x="9037" y="618"/>
                  </a:lnTo>
                  <a:lnTo>
                    <a:pt x="9500" y="811"/>
                  </a:lnTo>
                  <a:lnTo>
                    <a:pt x="9925" y="1043"/>
                  </a:lnTo>
                  <a:lnTo>
                    <a:pt x="10311" y="1352"/>
                  </a:lnTo>
                  <a:lnTo>
                    <a:pt x="10659" y="1699"/>
                  </a:lnTo>
                  <a:lnTo>
                    <a:pt x="10967" y="2085"/>
                  </a:lnTo>
                  <a:lnTo>
                    <a:pt x="11238" y="2510"/>
                  </a:lnTo>
                  <a:lnTo>
                    <a:pt x="11469" y="2973"/>
                  </a:lnTo>
                  <a:lnTo>
                    <a:pt x="11663" y="3437"/>
                  </a:lnTo>
                  <a:lnTo>
                    <a:pt x="11778" y="3939"/>
                  </a:lnTo>
                  <a:lnTo>
                    <a:pt x="11856" y="4441"/>
                  </a:lnTo>
                  <a:lnTo>
                    <a:pt x="11894" y="4981"/>
                  </a:lnTo>
                  <a:lnTo>
                    <a:pt x="11894" y="5483"/>
                  </a:lnTo>
                  <a:lnTo>
                    <a:pt x="11817" y="5985"/>
                  </a:lnTo>
                  <a:lnTo>
                    <a:pt x="11701" y="6487"/>
                  </a:lnTo>
                  <a:lnTo>
                    <a:pt x="11547" y="6989"/>
                  </a:lnTo>
                  <a:lnTo>
                    <a:pt x="11315" y="7453"/>
                  </a:lnTo>
                  <a:lnTo>
                    <a:pt x="11083" y="7916"/>
                  </a:lnTo>
                  <a:lnTo>
                    <a:pt x="10813" y="8341"/>
                  </a:lnTo>
                  <a:lnTo>
                    <a:pt x="10504" y="8766"/>
                  </a:lnTo>
                  <a:lnTo>
                    <a:pt x="10195" y="9152"/>
                  </a:lnTo>
                  <a:lnTo>
                    <a:pt x="9848" y="9499"/>
                  </a:lnTo>
                  <a:lnTo>
                    <a:pt x="9461" y="9847"/>
                  </a:lnTo>
                  <a:lnTo>
                    <a:pt x="9037" y="10156"/>
                  </a:lnTo>
                  <a:lnTo>
                    <a:pt x="8651" y="10465"/>
                  </a:lnTo>
                  <a:lnTo>
                    <a:pt x="8187" y="10735"/>
                  </a:lnTo>
                  <a:lnTo>
                    <a:pt x="7762" y="11005"/>
                  </a:lnTo>
                  <a:lnTo>
                    <a:pt x="6836" y="11469"/>
                  </a:lnTo>
                  <a:lnTo>
                    <a:pt x="5870" y="11855"/>
                  </a:lnTo>
                  <a:lnTo>
                    <a:pt x="5677" y="11855"/>
                  </a:lnTo>
                  <a:lnTo>
                    <a:pt x="5639" y="11932"/>
                  </a:lnTo>
                  <a:lnTo>
                    <a:pt x="5600" y="11932"/>
                  </a:lnTo>
                  <a:lnTo>
                    <a:pt x="4982" y="11276"/>
                  </a:lnTo>
                  <a:lnTo>
                    <a:pt x="4442" y="10542"/>
                  </a:lnTo>
                  <a:lnTo>
                    <a:pt x="3978" y="9808"/>
                  </a:lnTo>
                  <a:lnTo>
                    <a:pt x="3746" y="9383"/>
                  </a:lnTo>
                  <a:lnTo>
                    <a:pt x="3592" y="8997"/>
                  </a:lnTo>
                  <a:lnTo>
                    <a:pt x="3438" y="8611"/>
                  </a:lnTo>
                  <a:lnTo>
                    <a:pt x="3283" y="8186"/>
                  </a:lnTo>
                  <a:lnTo>
                    <a:pt x="3167" y="7762"/>
                  </a:lnTo>
                  <a:lnTo>
                    <a:pt x="3090" y="7298"/>
                  </a:lnTo>
                  <a:lnTo>
                    <a:pt x="3051" y="6873"/>
                  </a:lnTo>
                  <a:lnTo>
                    <a:pt x="3013" y="6410"/>
                  </a:lnTo>
                  <a:lnTo>
                    <a:pt x="3051" y="5947"/>
                  </a:lnTo>
                  <a:lnTo>
                    <a:pt x="3090" y="5483"/>
                  </a:lnTo>
                  <a:lnTo>
                    <a:pt x="3167" y="5020"/>
                  </a:lnTo>
                  <a:lnTo>
                    <a:pt x="3244" y="4557"/>
                  </a:lnTo>
                  <a:lnTo>
                    <a:pt x="3399" y="4093"/>
                  </a:lnTo>
                  <a:lnTo>
                    <a:pt x="3592" y="3668"/>
                  </a:lnTo>
                  <a:lnTo>
                    <a:pt x="3785" y="3205"/>
                  </a:lnTo>
                  <a:lnTo>
                    <a:pt x="4055" y="2819"/>
                  </a:lnTo>
                  <a:lnTo>
                    <a:pt x="4326" y="2394"/>
                  </a:lnTo>
                  <a:lnTo>
                    <a:pt x="4635" y="2047"/>
                  </a:lnTo>
                  <a:lnTo>
                    <a:pt x="4944" y="1699"/>
                  </a:lnTo>
                  <a:lnTo>
                    <a:pt x="5330" y="1390"/>
                  </a:lnTo>
                  <a:lnTo>
                    <a:pt x="5716" y="1081"/>
                  </a:lnTo>
                  <a:lnTo>
                    <a:pt x="6102" y="850"/>
                  </a:lnTo>
                  <a:lnTo>
                    <a:pt x="6527" y="695"/>
                  </a:lnTo>
                  <a:lnTo>
                    <a:pt x="6990" y="541"/>
                  </a:lnTo>
                  <a:lnTo>
                    <a:pt x="7453" y="463"/>
                  </a:lnTo>
                  <a:close/>
                  <a:moveTo>
                    <a:pt x="5561" y="12279"/>
                  </a:moveTo>
                  <a:lnTo>
                    <a:pt x="5600" y="12318"/>
                  </a:lnTo>
                  <a:lnTo>
                    <a:pt x="5677" y="12357"/>
                  </a:lnTo>
                  <a:lnTo>
                    <a:pt x="5793" y="12897"/>
                  </a:lnTo>
                  <a:lnTo>
                    <a:pt x="5793" y="12897"/>
                  </a:lnTo>
                  <a:lnTo>
                    <a:pt x="5098" y="12588"/>
                  </a:lnTo>
                  <a:lnTo>
                    <a:pt x="5561" y="12279"/>
                  </a:lnTo>
                  <a:close/>
                  <a:moveTo>
                    <a:pt x="3322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3" y="13979"/>
                  </a:lnTo>
                  <a:lnTo>
                    <a:pt x="2781" y="13940"/>
                  </a:lnTo>
                  <a:lnTo>
                    <a:pt x="2511" y="13824"/>
                  </a:lnTo>
                  <a:lnTo>
                    <a:pt x="2936" y="13399"/>
                  </a:lnTo>
                  <a:lnTo>
                    <a:pt x="3322" y="12975"/>
                  </a:lnTo>
                  <a:close/>
                  <a:moveTo>
                    <a:pt x="3940" y="14326"/>
                  </a:moveTo>
                  <a:lnTo>
                    <a:pt x="5098" y="14519"/>
                  </a:lnTo>
                  <a:lnTo>
                    <a:pt x="4442" y="15485"/>
                  </a:lnTo>
                  <a:lnTo>
                    <a:pt x="4287" y="15214"/>
                  </a:lnTo>
                  <a:lnTo>
                    <a:pt x="4171" y="14944"/>
                  </a:lnTo>
                  <a:lnTo>
                    <a:pt x="4055" y="14635"/>
                  </a:lnTo>
                  <a:lnTo>
                    <a:pt x="3978" y="14365"/>
                  </a:lnTo>
                  <a:lnTo>
                    <a:pt x="3940" y="14326"/>
                  </a:lnTo>
                  <a:close/>
                  <a:moveTo>
                    <a:pt x="3746" y="14596"/>
                  </a:moveTo>
                  <a:lnTo>
                    <a:pt x="3824" y="14944"/>
                  </a:lnTo>
                  <a:lnTo>
                    <a:pt x="3978" y="15291"/>
                  </a:lnTo>
                  <a:lnTo>
                    <a:pt x="4133" y="15600"/>
                  </a:lnTo>
                  <a:lnTo>
                    <a:pt x="4287" y="15909"/>
                  </a:lnTo>
                  <a:lnTo>
                    <a:pt x="4364" y="15987"/>
                  </a:lnTo>
                  <a:lnTo>
                    <a:pt x="4055" y="16411"/>
                  </a:lnTo>
                  <a:lnTo>
                    <a:pt x="3746" y="16875"/>
                  </a:lnTo>
                  <a:lnTo>
                    <a:pt x="3592" y="16411"/>
                  </a:lnTo>
                  <a:lnTo>
                    <a:pt x="3476" y="15948"/>
                  </a:lnTo>
                  <a:lnTo>
                    <a:pt x="3476" y="15716"/>
                  </a:lnTo>
                  <a:lnTo>
                    <a:pt x="3476" y="15446"/>
                  </a:lnTo>
                  <a:lnTo>
                    <a:pt x="3515" y="15214"/>
                  </a:lnTo>
                  <a:lnTo>
                    <a:pt x="3553" y="14983"/>
                  </a:lnTo>
                  <a:lnTo>
                    <a:pt x="3746" y="14596"/>
                  </a:lnTo>
                  <a:close/>
                  <a:moveTo>
                    <a:pt x="4480" y="16334"/>
                  </a:moveTo>
                  <a:lnTo>
                    <a:pt x="4673" y="16759"/>
                  </a:lnTo>
                  <a:lnTo>
                    <a:pt x="4789" y="17222"/>
                  </a:lnTo>
                  <a:lnTo>
                    <a:pt x="4789" y="17222"/>
                  </a:lnTo>
                  <a:lnTo>
                    <a:pt x="4364" y="17106"/>
                  </a:lnTo>
                  <a:lnTo>
                    <a:pt x="3940" y="17029"/>
                  </a:lnTo>
                  <a:lnTo>
                    <a:pt x="4480" y="16334"/>
                  </a:lnTo>
                  <a:close/>
                  <a:moveTo>
                    <a:pt x="2472" y="16875"/>
                  </a:moveTo>
                  <a:lnTo>
                    <a:pt x="3399" y="17106"/>
                  </a:lnTo>
                  <a:lnTo>
                    <a:pt x="3476" y="17261"/>
                  </a:lnTo>
                  <a:lnTo>
                    <a:pt x="3322" y="17377"/>
                  </a:lnTo>
                  <a:lnTo>
                    <a:pt x="3167" y="17570"/>
                  </a:lnTo>
                  <a:lnTo>
                    <a:pt x="2897" y="17917"/>
                  </a:lnTo>
                  <a:lnTo>
                    <a:pt x="2665" y="17415"/>
                  </a:lnTo>
                  <a:lnTo>
                    <a:pt x="2472" y="16875"/>
                  </a:lnTo>
                  <a:close/>
                  <a:moveTo>
                    <a:pt x="3360" y="19732"/>
                  </a:moveTo>
                  <a:lnTo>
                    <a:pt x="4055" y="20427"/>
                  </a:lnTo>
                  <a:lnTo>
                    <a:pt x="3553" y="20659"/>
                  </a:lnTo>
                  <a:lnTo>
                    <a:pt x="3013" y="20968"/>
                  </a:lnTo>
                  <a:lnTo>
                    <a:pt x="3167" y="20350"/>
                  </a:lnTo>
                  <a:lnTo>
                    <a:pt x="3360" y="19732"/>
                  </a:lnTo>
                  <a:close/>
                  <a:moveTo>
                    <a:pt x="5677" y="20118"/>
                  </a:moveTo>
                  <a:lnTo>
                    <a:pt x="5986" y="20196"/>
                  </a:lnTo>
                  <a:lnTo>
                    <a:pt x="5716" y="20891"/>
                  </a:lnTo>
                  <a:lnTo>
                    <a:pt x="5368" y="21547"/>
                  </a:lnTo>
                  <a:lnTo>
                    <a:pt x="4673" y="20582"/>
                  </a:lnTo>
                  <a:lnTo>
                    <a:pt x="4635" y="20543"/>
                  </a:lnTo>
                  <a:lnTo>
                    <a:pt x="4673" y="20234"/>
                  </a:lnTo>
                  <a:lnTo>
                    <a:pt x="5021" y="20157"/>
                  </a:lnTo>
                  <a:lnTo>
                    <a:pt x="5330" y="20118"/>
                  </a:lnTo>
                  <a:close/>
                  <a:moveTo>
                    <a:pt x="7453" y="0"/>
                  </a:moveTo>
                  <a:lnTo>
                    <a:pt x="7067" y="39"/>
                  </a:lnTo>
                  <a:lnTo>
                    <a:pt x="6720" y="154"/>
                  </a:lnTo>
                  <a:lnTo>
                    <a:pt x="6334" y="270"/>
                  </a:lnTo>
                  <a:lnTo>
                    <a:pt x="5986" y="425"/>
                  </a:lnTo>
                  <a:lnTo>
                    <a:pt x="5639" y="579"/>
                  </a:lnTo>
                  <a:lnTo>
                    <a:pt x="5291" y="811"/>
                  </a:lnTo>
                  <a:lnTo>
                    <a:pt x="4944" y="1043"/>
                  </a:lnTo>
                  <a:lnTo>
                    <a:pt x="4635" y="1313"/>
                  </a:lnTo>
                  <a:lnTo>
                    <a:pt x="4364" y="1622"/>
                  </a:lnTo>
                  <a:lnTo>
                    <a:pt x="4094" y="1892"/>
                  </a:lnTo>
                  <a:lnTo>
                    <a:pt x="3824" y="2240"/>
                  </a:lnTo>
                  <a:lnTo>
                    <a:pt x="3592" y="2549"/>
                  </a:lnTo>
                  <a:lnTo>
                    <a:pt x="3399" y="2896"/>
                  </a:lnTo>
                  <a:lnTo>
                    <a:pt x="3206" y="3282"/>
                  </a:lnTo>
                  <a:lnTo>
                    <a:pt x="3051" y="3630"/>
                  </a:lnTo>
                  <a:lnTo>
                    <a:pt x="2897" y="4016"/>
                  </a:lnTo>
                  <a:lnTo>
                    <a:pt x="2781" y="4402"/>
                  </a:lnTo>
                  <a:lnTo>
                    <a:pt x="2704" y="4788"/>
                  </a:lnTo>
                  <a:lnTo>
                    <a:pt x="2627" y="5174"/>
                  </a:lnTo>
                  <a:lnTo>
                    <a:pt x="2588" y="5599"/>
                  </a:lnTo>
                  <a:lnTo>
                    <a:pt x="2549" y="5985"/>
                  </a:lnTo>
                  <a:lnTo>
                    <a:pt x="2549" y="6410"/>
                  </a:lnTo>
                  <a:lnTo>
                    <a:pt x="2549" y="6835"/>
                  </a:lnTo>
                  <a:lnTo>
                    <a:pt x="2665" y="7723"/>
                  </a:lnTo>
                  <a:lnTo>
                    <a:pt x="2742" y="8148"/>
                  </a:lnTo>
                  <a:lnTo>
                    <a:pt x="2858" y="8572"/>
                  </a:lnTo>
                  <a:lnTo>
                    <a:pt x="3013" y="8997"/>
                  </a:lnTo>
                  <a:lnTo>
                    <a:pt x="3167" y="9383"/>
                  </a:lnTo>
                  <a:lnTo>
                    <a:pt x="3322" y="9808"/>
                  </a:lnTo>
                  <a:lnTo>
                    <a:pt x="3553" y="10194"/>
                  </a:lnTo>
                  <a:lnTo>
                    <a:pt x="3746" y="10542"/>
                  </a:lnTo>
                  <a:lnTo>
                    <a:pt x="4017" y="10928"/>
                  </a:lnTo>
                  <a:lnTo>
                    <a:pt x="4287" y="11237"/>
                  </a:lnTo>
                  <a:lnTo>
                    <a:pt x="4596" y="11546"/>
                  </a:lnTo>
                  <a:lnTo>
                    <a:pt x="4905" y="11855"/>
                  </a:lnTo>
                  <a:lnTo>
                    <a:pt x="5252" y="12086"/>
                  </a:lnTo>
                  <a:lnTo>
                    <a:pt x="4557" y="12473"/>
                  </a:lnTo>
                  <a:lnTo>
                    <a:pt x="4480" y="12550"/>
                  </a:lnTo>
                  <a:lnTo>
                    <a:pt x="4442" y="12666"/>
                  </a:lnTo>
                  <a:lnTo>
                    <a:pt x="4480" y="12781"/>
                  </a:lnTo>
                  <a:lnTo>
                    <a:pt x="4596" y="12859"/>
                  </a:lnTo>
                  <a:lnTo>
                    <a:pt x="5021" y="13013"/>
                  </a:lnTo>
                  <a:lnTo>
                    <a:pt x="4673" y="13168"/>
                  </a:lnTo>
                  <a:lnTo>
                    <a:pt x="4403" y="13361"/>
                  </a:lnTo>
                  <a:lnTo>
                    <a:pt x="4094" y="13554"/>
                  </a:lnTo>
                  <a:lnTo>
                    <a:pt x="3862" y="13785"/>
                  </a:lnTo>
                  <a:lnTo>
                    <a:pt x="3824" y="13477"/>
                  </a:lnTo>
                  <a:lnTo>
                    <a:pt x="3746" y="13168"/>
                  </a:lnTo>
                  <a:lnTo>
                    <a:pt x="3631" y="12859"/>
                  </a:lnTo>
                  <a:lnTo>
                    <a:pt x="3515" y="12550"/>
                  </a:lnTo>
                  <a:lnTo>
                    <a:pt x="3476" y="12473"/>
                  </a:lnTo>
                  <a:lnTo>
                    <a:pt x="3360" y="12434"/>
                  </a:lnTo>
                  <a:lnTo>
                    <a:pt x="3283" y="12473"/>
                  </a:lnTo>
                  <a:lnTo>
                    <a:pt x="3206" y="12511"/>
                  </a:lnTo>
                  <a:lnTo>
                    <a:pt x="2665" y="13168"/>
                  </a:lnTo>
                  <a:lnTo>
                    <a:pt x="2086" y="13747"/>
                  </a:lnTo>
                  <a:lnTo>
                    <a:pt x="2047" y="13824"/>
                  </a:lnTo>
                  <a:lnTo>
                    <a:pt x="2009" y="13901"/>
                  </a:lnTo>
                  <a:lnTo>
                    <a:pt x="2047" y="13979"/>
                  </a:lnTo>
                  <a:lnTo>
                    <a:pt x="2086" y="14056"/>
                  </a:lnTo>
                  <a:lnTo>
                    <a:pt x="2395" y="14210"/>
                  </a:lnTo>
                  <a:lnTo>
                    <a:pt x="2742" y="14287"/>
                  </a:lnTo>
                  <a:lnTo>
                    <a:pt x="3051" y="14365"/>
                  </a:lnTo>
                  <a:lnTo>
                    <a:pt x="3399" y="14365"/>
                  </a:lnTo>
                  <a:lnTo>
                    <a:pt x="3244" y="14635"/>
                  </a:lnTo>
                  <a:lnTo>
                    <a:pt x="3129" y="14944"/>
                  </a:lnTo>
                  <a:lnTo>
                    <a:pt x="3090" y="15176"/>
                  </a:lnTo>
                  <a:lnTo>
                    <a:pt x="3051" y="15407"/>
                  </a:lnTo>
                  <a:lnTo>
                    <a:pt x="3051" y="15871"/>
                  </a:lnTo>
                  <a:lnTo>
                    <a:pt x="3129" y="16295"/>
                  </a:lnTo>
                  <a:lnTo>
                    <a:pt x="3244" y="16759"/>
                  </a:lnTo>
                  <a:lnTo>
                    <a:pt x="2781" y="16566"/>
                  </a:lnTo>
                  <a:lnTo>
                    <a:pt x="2279" y="16411"/>
                  </a:lnTo>
                  <a:lnTo>
                    <a:pt x="2202" y="16411"/>
                  </a:lnTo>
                  <a:lnTo>
                    <a:pt x="2125" y="16450"/>
                  </a:lnTo>
                  <a:lnTo>
                    <a:pt x="2047" y="16527"/>
                  </a:lnTo>
                  <a:lnTo>
                    <a:pt x="2047" y="16643"/>
                  </a:lnTo>
                  <a:lnTo>
                    <a:pt x="2163" y="17106"/>
                  </a:lnTo>
                  <a:lnTo>
                    <a:pt x="2279" y="17531"/>
                  </a:lnTo>
                  <a:lnTo>
                    <a:pt x="2472" y="17956"/>
                  </a:lnTo>
                  <a:lnTo>
                    <a:pt x="2704" y="18381"/>
                  </a:lnTo>
                  <a:lnTo>
                    <a:pt x="2781" y="18458"/>
                  </a:lnTo>
                  <a:lnTo>
                    <a:pt x="2858" y="18496"/>
                  </a:lnTo>
                  <a:lnTo>
                    <a:pt x="2936" y="18458"/>
                  </a:lnTo>
                  <a:lnTo>
                    <a:pt x="3013" y="18381"/>
                  </a:lnTo>
                  <a:lnTo>
                    <a:pt x="3322" y="18033"/>
                  </a:lnTo>
                  <a:lnTo>
                    <a:pt x="3515" y="17801"/>
                  </a:lnTo>
                  <a:lnTo>
                    <a:pt x="3631" y="17608"/>
                  </a:lnTo>
                  <a:lnTo>
                    <a:pt x="3708" y="17763"/>
                  </a:lnTo>
                  <a:lnTo>
                    <a:pt x="3978" y="18342"/>
                  </a:lnTo>
                  <a:lnTo>
                    <a:pt x="4133" y="18960"/>
                  </a:lnTo>
                  <a:lnTo>
                    <a:pt x="4248" y="19539"/>
                  </a:lnTo>
                  <a:lnTo>
                    <a:pt x="4248" y="20157"/>
                  </a:lnTo>
                  <a:lnTo>
                    <a:pt x="3438" y="19307"/>
                  </a:lnTo>
                  <a:lnTo>
                    <a:pt x="3399" y="19269"/>
                  </a:lnTo>
                  <a:lnTo>
                    <a:pt x="3206" y="19269"/>
                  </a:lnTo>
                  <a:lnTo>
                    <a:pt x="3167" y="19346"/>
                  </a:lnTo>
                  <a:lnTo>
                    <a:pt x="2974" y="19809"/>
                  </a:lnTo>
                  <a:lnTo>
                    <a:pt x="2781" y="20273"/>
                  </a:lnTo>
                  <a:lnTo>
                    <a:pt x="2665" y="20775"/>
                  </a:lnTo>
                  <a:lnTo>
                    <a:pt x="2627" y="21315"/>
                  </a:lnTo>
                  <a:lnTo>
                    <a:pt x="2627" y="21393"/>
                  </a:lnTo>
                  <a:lnTo>
                    <a:pt x="2704" y="21470"/>
                  </a:lnTo>
                  <a:lnTo>
                    <a:pt x="2781" y="21508"/>
                  </a:lnTo>
                  <a:lnTo>
                    <a:pt x="2897" y="21470"/>
                  </a:lnTo>
                  <a:lnTo>
                    <a:pt x="3515" y="21161"/>
                  </a:lnTo>
                  <a:lnTo>
                    <a:pt x="4171" y="20775"/>
                  </a:lnTo>
                  <a:lnTo>
                    <a:pt x="4055" y="21161"/>
                  </a:lnTo>
                  <a:lnTo>
                    <a:pt x="3901" y="21547"/>
                  </a:lnTo>
                  <a:lnTo>
                    <a:pt x="3669" y="22049"/>
                  </a:lnTo>
                  <a:lnTo>
                    <a:pt x="3322" y="22551"/>
                  </a:lnTo>
                  <a:lnTo>
                    <a:pt x="2897" y="23014"/>
                  </a:lnTo>
                  <a:lnTo>
                    <a:pt x="2627" y="23246"/>
                  </a:lnTo>
                  <a:lnTo>
                    <a:pt x="2395" y="23401"/>
                  </a:lnTo>
                  <a:lnTo>
                    <a:pt x="2125" y="23594"/>
                  </a:lnTo>
                  <a:lnTo>
                    <a:pt x="1854" y="23709"/>
                  </a:lnTo>
                  <a:lnTo>
                    <a:pt x="1584" y="23787"/>
                  </a:lnTo>
                  <a:lnTo>
                    <a:pt x="1314" y="23787"/>
                  </a:lnTo>
                  <a:lnTo>
                    <a:pt x="1082" y="23748"/>
                  </a:lnTo>
                  <a:lnTo>
                    <a:pt x="812" y="23671"/>
                  </a:lnTo>
                  <a:lnTo>
                    <a:pt x="541" y="23516"/>
                  </a:lnTo>
                  <a:lnTo>
                    <a:pt x="310" y="23285"/>
                  </a:lnTo>
                  <a:lnTo>
                    <a:pt x="233" y="23246"/>
                  </a:lnTo>
                  <a:lnTo>
                    <a:pt x="78" y="23246"/>
                  </a:lnTo>
                  <a:lnTo>
                    <a:pt x="39" y="23362"/>
                  </a:lnTo>
                  <a:lnTo>
                    <a:pt x="1" y="23401"/>
                  </a:lnTo>
                  <a:lnTo>
                    <a:pt x="39" y="23478"/>
                  </a:lnTo>
                  <a:lnTo>
                    <a:pt x="155" y="23632"/>
                  </a:lnTo>
                  <a:lnTo>
                    <a:pt x="271" y="23787"/>
                  </a:lnTo>
                  <a:lnTo>
                    <a:pt x="387" y="23903"/>
                  </a:lnTo>
                  <a:lnTo>
                    <a:pt x="541" y="24018"/>
                  </a:lnTo>
                  <a:lnTo>
                    <a:pt x="696" y="24096"/>
                  </a:lnTo>
                  <a:lnTo>
                    <a:pt x="889" y="24134"/>
                  </a:lnTo>
                  <a:lnTo>
                    <a:pt x="1236" y="24211"/>
                  </a:lnTo>
                  <a:lnTo>
                    <a:pt x="1584" y="24173"/>
                  </a:lnTo>
                  <a:lnTo>
                    <a:pt x="1970" y="24096"/>
                  </a:lnTo>
                  <a:lnTo>
                    <a:pt x="2318" y="23941"/>
                  </a:lnTo>
                  <a:lnTo>
                    <a:pt x="2665" y="23748"/>
                  </a:lnTo>
                  <a:lnTo>
                    <a:pt x="3013" y="23478"/>
                  </a:lnTo>
                  <a:lnTo>
                    <a:pt x="3322" y="23207"/>
                  </a:lnTo>
                  <a:lnTo>
                    <a:pt x="3631" y="22860"/>
                  </a:lnTo>
                  <a:lnTo>
                    <a:pt x="3901" y="22512"/>
                  </a:lnTo>
                  <a:lnTo>
                    <a:pt x="4133" y="22126"/>
                  </a:lnTo>
                  <a:lnTo>
                    <a:pt x="4326" y="21702"/>
                  </a:lnTo>
                  <a:lnTo>
                    <a:pt x="4480" y="21315"/>
                  </a:lnTo>
                  <a:lnTo>
                    <a:pt x="4596" y="20852"/>
                  </a:lnTo>
                  <a:lnTo>
                    <a:pt x="5214" y="21972"/>
                  </a:lnTo>
                  <a:lnTo>
                    <a:pt x="5291" y="22049"/>
                  </a:lnTo>
                  <a:lnTo>
                    <a:pt x="5368" y="22088"/>
                  </a:lnTo>
                  <a:lnTo>
                    <a:pt x="5446" y="22049"/>
                  </a:lnTo>
                  <a:lnTo>
                    <a:pt x="5523" y="22010"/>
                  </a:lnTo>
                  <a:lnTo>
                    <a:pt x="5793" y="21547"/>
                  </a:lnTo>
                  <a:lnTo>
                    <a:pt x="6025" y="21084"/>
                  </a:lnTo>
                  <a:lnTo>
                    <a:pt x="6411" y="20118"/>
                  </a:lnTo>
                  <a:lnTo>
                    <a:pt x="6411" y="20041"/>
                  </a:lnTo>
                  <a:lnTo>
                    <a:pt x="6411" y="19964"/>
                  </a:lnTo>
                  <a:lnTo>
                    <a:pt x="6372" y="19925"/>
                  </a:lnTo>
                  <a:lnTo>
                    <a:pt x="6295" y="19887"/>
                  </a:lnTo>
                  <a:lnTo>
                    <a:pt x="5909" y="19771"/>
                  </a:lnTo>
                  <a:lnTo>
                    <a:pt x="5484" y="19732"/>
                  </a:lnTo>
                  <a:lnTo>
                    <a:pt x="5098" y="19732"/>
                  </a:lnTo>
                  <a:lnTo>
                    <a:pt x="4673" y="19848"/>
                  </a:lnTo>
                  <a:lnTo>
                    <a:pt x="4635" y="19230"/>
                  </a:lnTo>
                  <a:lnTo>
                    <a:pt x="4519" y="18651"/>
                  </a:lnTo>
                  <a:lnTo>
                    <a:pt x="4287" y="18033"/>
                  </a:lnTo>
                  <a:lnTo>
                    <a:pt x="4055" y="17454"/>
                  </a:lnTo>
                  <a:lnTo>
                    <a:pt x="4055" y="17454"/>
                  </a:lnTo>
                  <a:lnTo>
                    <a:pt x="4519" y="17531"/>
                  </a:lnTo>
                  <a:lnTo>
                    <a:pt x="4982" y="17608"/>
                  </a:lnTo>
                  <a:lnTo>
                    <a:pt x="5059" y="17608"/>
                  </a:lnTo>
                  <a:lnTo>
                    <a:pt x="5098" y="17531"/>
                  </a:lnTo>
                  <a:lnTo>
                    <a:pt x="5137" y="17492"/>
                  </a:lnTo>
                  <a:lnTo>
                    <a:pt x="5137" y="17377"/>
                  </a:lnTo>
                  <a:lnTo>
                    <a:pt x="5098" y="17029"/>
                  </a:lnTo>
                  <a:lnTo>
                    <a:pt x="4982" y="16643"/>
                  </a:lnTo>
                  <a:lnTo>
                    <a:pt x="4828" y="16295"/>
                  </a:lnTo>
                  <a:lnTo>
                    <a:pt x="4673" y="15987"/>
                  </a:lnTo>
                  <a:lnTo>
                    <a:pt x="4596" y="15909"/>
                  </a:lnTo>
                  <a:lnTo>
                    <a:pt x="4635" y="15909"/>
                  </a:lnTo>
                  <a:lnTo>
                    <a:pt x="5600" y="14481"/>
                  </a:lnTo>
                  <a:lnTo>
                    <a:pt x="5639" y="14365"/>
                  </a:lnTo>
                  <a:lnTo>
                    <a:pt x="5600" y="14287"/>
                  </a:lnTo>
                  <a:lnTo>
                    <a:pt x="5561" y="14210"/>
                  </a:lnTo>
                  <a:lnTo>
                    <a:pt x="5446" y="14172"/>
                  </a:lnTo>
                  <a:lnTo>
                    <a:pt x="4210" y="13979"/>
                  </a:lnTo>
                  <a:lnTo>
                    <a:pt x="4480" y="13747"/>
                  </a:lnTo>
                  <a:lnTo>
                    <a:pt x="4789" y="13554"/>
                  </a:lnTo>
                  <a:lnTo>
                    <a:pt x="5098" y="13361"/>
                  </a:lnTo>
                  <a:lnTo>
                    <a:pt x="5407" y="13168"/>
                  </a:lnTo>
                  <a:lnTo>
                    <a:pt x="6025" y="13399"/>
                  </a:lnTo>
                  <a:lnTo>
                    <a:pt x="6141" y="13438"/>
                  </a:lnTo>
                  <a:lnTo>
                    <a:pt x="6218" y="13361"/>
                  </a:lnTo>
                  <a:lnTo>
                    <a:pt x="6256" y="13283"/>
                  </a:lnTo>
                  <a:lnTo>
                    <a:pt x="6295" y="13168"/>
                  </a:lnTo>
                  <a:lnTo>
                    <a:pt x="6179" y="12704"/>
                  </a:lnTo>
                  <a:lnTo>
                    <a:pt x="6063" y="12241"/>
                  </a:lnTo>
                  <a:lnTo>
                    <a:pt x="6913" y="11932"/>
                  </a:lnTo>
                  <a:lnTo>
                    <a:pt x="7724" y="11584"/>
                  </a:lnTo>
                  <a:lnTo>
                    <a:pt x="8535" y="11121"/>
                  </a:lnTo>
                  <a:lnTo>
                    <a:pt x="9268" y="10619"/>
                  </a:lnTo>
                  <a:lnTo>
                    <a:pt x="9963" y="10078"/>
                  </a:lnTo>
                  <a:lnTo>
                    <a:pt x="10311" y="9770"/>
                  </a:lnTo>
                  <a:lnTo>
                    <a:pt x="10620" y="9422"/>
                  </a:lnTo>
                  <a:lnTo>
                    <a:pt x="10890" y="9074"/>
                  </a:lnTo>
                  <a:lnTo>
                    <a:pt x="11161" y="8727"/>
                  </a:lnTo>
                  <a:lnTo>
                    <a:pt x="11392" y="8341"/>
                  </a:lnTo>
                  <a:lnTo>
                    <a:pt x="11624" y="7955"/>
                  </a:lnTo>
                  <a:lnTo>
                    <a:pt x="11817" y="7568"/>
                  </a:lnTo>
                  <a:lnTo>
                    <a:pt x="11971" y="7182"/>
                  </a:lnTo>
                  <a:lnTo>
                    <a:pt x="12126" y="6758"/>
                  </a:lnTo>
                  <a:lnTo>
                    <a:pt x="12242" y="6333"/>
                  </a:lnTo>
                  <a:lnTo>
                    <a:pt x="12319" y="5947"/>
                  </a:lnTo>
                  <a:lnTo>
                    <a:pt x="12358" y="5522"/>
                  </a:lnTo>
                  <a:lnTo>
                    <a:pt x="12396" y="5097"/>
                  </a:lnTo>
                  <a:lnTo>
                    <a:pt x="12396" y="4672"/>
                  </a:lnTo>
                  <a:lnTo>
                    <a:pt x="12358" y="4248"/>
                  </a:lnTo>
                  <a:lnTo>
                    <a:pt x="12280" y="3823"/>
                  </a:lnTo>
                  <a:lnTo>
                    <a:pt x="12203" y="3437"/>
                  </a:lnTo>
                  <a:lnTo>
                    <a:pt x="12049" y="3051"/>
                  </a:lnTo>
                  <a:lnTo>
                    <a:pt x="11894" y="2664"/>
                  </a:lnTo>
                  <a:lnTo>
                    <a:pt x="11701" y="2278"/>
                  </a:lnTo>
                  <a:lnTo>
                    <a:pt x="11469" y="1892"/>
                  </a:lnTo>
                  <a:lnTo>
                    <a:pt x="11161" y="1545"/>
                  </a:lnTo>
                  <a:lnTo>
                    <a:pt x="10890" y="1274"/>
                  </a:lnTo>
                  <a:lnTo>
                    <a:pt x="10620" y="1004"/>
                  </a:lnTo>
                  <a:lnTo>
                    <a:pt x="10311" y="772"/>
                  </a:lnTo>
                  <a:lnTo>
                    <a:pt x="9963" y="579"/>
                  </a:lnTo>
                  <a:lnTo>
                    <a:pt x="9655" y="386"/>
                  </a:lnTo>
                  <a:lnTo>
                    <a:pt x="9307" y="232"/>
                  </a:lnTo>
                  <a:lnTo>
                    <a:pt x="8921" y="116"/>
                  </a:lnTo>
                  <a:lnTo>
                    <a:pt x="8573" y="39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3"/>
            <p:cNvSpPr/>
            <p:nvPr/>
          </p:nvSpPr>
          <p:spPr>
            <a:xfrm>
              <a:off x="5860425" y="885700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9" y="310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3"/>
                  </a:lnTo>
                  <a:lnTo>
                    <a:pt x="7299" y="503"/>
                  </a:lnTo>
                  <a:lnTo>
                    <a:pt x="7454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4"/>
                  </a:lnTo>
                  <a:lnTo>
                    <a:pt x="6295" y="4944"/>
                  </a:lnTo>
                  <a:lnTo>
                    <a:pt x="6218" y="3978"/>
                  </a:lnTo>
                  <a:lnTo>
                    <a:pt x="6141" y="2974"/>
                  </a:lnTo>
                  <a:lnTo>
                    <a:pt x="6141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5"/>
                  </a:lnTo>
                  <a:lnTo>
                    <a:pt x="6450" y="503"/>
                  </a:lnTo>
                  <a:lnTo>
                    <a:pt x="6527" y="426"/>
                  </a:lnTo>
                  <a:lnTo>
                    <a:pt x="6643" y="348"/>
                  </a:lnTo>
                  <a:lnTo>
                    <a:pt x="6759" y="310"/>
                  </a:lnTo>
                  <a:close/>
                  <a:moveTo>
                    <a:pt x="11972" y="4712"/>
                  </a:moveTo>
                  <a:lnTo>
                    <a:pt x="12087" y="4750"/>
                  </a:lnTo>
                  <a:lnTo>
                    <a:pt x="12165" y="4828"/>
                  </a:lnTo>
                  <a:lnTo>
                    <a:pt x="12281" y="4905"/>
                  </a:lnTo>
                  <a:lnTo>
                    <a:pt x="12319" y="4982"/>
                  </a:lnTo>
                  <a:lnTo>
                    <a:pt x="12396" y="5137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2"/>
                  </a:lnTo>
                  <a:lnTo>
                    <a:pt x="10041" y="5832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9" y="5252"/>
                  </a:lnTo>
                  <a:lnTo>
                    <a:pt x="7956" y="5021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9" y="4750"/>
                  </a:lnTo>
                  <a:lnTo>
                    <a:pt x="11354" y="4712"/>
                  </a:lnTo>
                  <a:close/>
                  <a:moveTo>
                    <a:pt x="5639" y="5754"/>
                  </a:moveTo>
                  <a:lnTo>
                    <a:pt x="4558" y="6449"/>
                  </a:lnTo>
                  <a:lnTo>
                    <a:pt x="3438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30" y="7917"/>
                  </a:lnTo>
                  <a:lnTo>
                    <a:pt x="1121" y="7955"/>
                  </a:lnTo>
                  <a:lnTo>
                    <a:pt x="928" y="7917"/>
                  </a:lnTo>
                  <a:lnTo>
                    <a:pt x="851" y="7878"/>
                  </a:lnTo>
                  <a:lnTo>
                    <a:pt x="773" y="7801"/>
                  </a:lnTo>
                  <a:lnTo>
                    <a:pt x="735" y="7685"/>
                  </a:lnTo>
                  <a:lnTo>
                    <a:pt x="696" y="7531"/>
                  </a:lnTo>
                  <a:lnTo>
                    <a:pt x="696" y="7376"/>
                  </a:lnTo>
                  <a:lnTo>
                    <a:pt x="696" y="7222"/>
                  </a:lnTo>
                  <a:lnTo>
                    <a:pt x="735" y="7145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3"/>
                  </a:lnTo>
                  <a:lnTo>
                    <a:pt x="2743" y="6449"/>
                  </a:lnTo>
                  <a:lnTo>
                    <a:pt x="3592" y="6295"/>
                  </a:lnTo>
                  <a:lnTo>
                    <a:pt x="4635" y="6063"/>
                  </a:lnTo>
                  <a:lnTo>
                    <a:pt x="5137" y="5909"/>
                  </a:lnTo>
                  <a:lnTo>
                    <a:pt x="5639" y="5754"/>
                  </a:lnTo>
                  <a:close/>
                  <a:moveTo>
                    <a:pt x="6952" y="1"/>
                  </a:moveTo>
                  <a:lnTo>
                    <a:pt x="6720" y="39"/>
                  </a:lnTo>
                  <a:lnTo>
                    <a:pt x="6527" y="117"/>
                  </a:lnTo>
                  <a:lnTo>
                    <a:pt x="6334" y="233"/>
                  </a:lnTo>
                  <a:lnTo>
                    <a:pt x="6141" y="426"/>
                  </a:lnTo>
                  <a:lnTo>
                    <a:pt x="5986" y="619"/>
                  </a:lnTo>
                  <a:lnTo>
                    <a:pt x="5909" y="812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2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4" y="5021"/>
                  </a:lnTo>
                  <a:lnTo>
                    <a:pt x="6025" y="5137"/>
                  </a:lnTo>
                  <a:lnTo>
                    <a:pt x="6064" y="5252"/>
                  </a:lnTo>
                  <a:lnTo>
                    <a:pt x="5523" y="5446"/>
                  </a:lnTo>
                  <a:lnTo>
                    <a:pt x="4982" y="5561"/>
                  </a:lnTo>
                  <a:lnTo>
                    <a:pt x="3940" y="5832"/>
                  </a:lnTo>
                  <a:lnTo>
                    <a:pt x="2858" y="6025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1" y="6643"/>
                  </a:lnTo>
                  <a:lnTo>
                    <a:pt x="503" y="6836"/>
                  </a:lnTo>
                  <a:lnTo>
                    <a:pt x="233" y="7029"/>
                  </a:lnTo>
                  <a:lnTo>
                    <a:pt x="117" y="7145"/>
                  </a:lnTo>
                  <a:lnTo>
                    <a:pt x="40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40" y="7724"/>
                  </a:lnTo>
                  <a:lnTo>
                    <a:pt x="117" y="7917"/>
                  </a:lnTo>
                  <a:lnTo>
                    <a:pt x="233" y="8033"/>
                  </a:lnTo>
                  <a:lnTo>
                    <a:pt x="349" y="8149"/>
                  </a:lnTo>
                  <a:lnTo>
                    <a:pt x="503" y="8226"/>
                  </a:lnTo>
                  <a:lnTo>
                    <a:pt x="619" y="8264"/>
                  </a:lnTo>
                  <a:lnTo>
                    <a:pt x="928" y="8342"/>
                  </a:lnTo>
                  <a:lnTo>
                    <a:pt x="1275" y="8342"/>
                  </a:lnTo>
                  <a:lnTo>
                    <a:pt x="1623" y="8303"/>
                  </a:lnTo>
                  <a:lnTo>
                    <a:pt x="1932" y="8187"/>
                  </a:lnTo>
                  <a:lnTo>
                    <a:pt x="2550" y="7994"/>
                  </a:lnTo>
                  <a:lnTo>
                    <a:pt x="3554" y="7531"/>
                  </a:lnTo>
                  <a:lnTo>
                    <a:pt x="4519" y="6990"/>
                  </a:lnTo>
                  <a:lnTo>
                    <a:pt x="5446" y="6372"/>
                  </a:lnTo>
                  <a:lnTo>
                    <a:pt x="5909" y="6063"/>
                  </a:lnTo>
                  <a:lnTo>
                    <a:pt x="6334" y="5716"/>
                  </a:lnTo>
                  <a:lnTo>
                    <a:pt x="6527" y="6102"/>
                  </a:lnTo>
                  <a:lnTo>
                    <a:pt x="6643" y="6295"/>
                  </a:lnTo>
                  <a:lnTo>
                    <a:pt x="6759" y="6449"/>
                  </a:lnTo>
                  <a:lnTo>
                    <a:pt x="7029" y="6372"/>
                  </a:lnTo>
                  <a:lnTo>
                    <a:pt x="7029" y="6334"/>
                  </a:lnTo>
                  <a:lnTo>
                    <a:pt x="6836" y="5986"/>
                  </a:lnTo>
                  <a:lnTo>
                    <a:pt x="6759" y="5832"/>
                  </a:lnTo>
                  <a:lnTo>
                    <a:pt x="6720" y="5639"/>
                  </a:lnTo>
                  <a:lnTo>
                    <a:pt x="6720" y="5561"/>
                  </a:lnTo>
                  <a:lnTo>
                    <a:pt x="7569" y="5832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8"/>
                  </a:lnTo>
                  <a:lnTo>
                    <a:pt x="11006" y="6218"/>
                  </a:lnTo>
                  <a:lnTo>
                    <a:pt x="11470" y="6179"/>
                  </a:lnTo>
                  <a:lnTo>
                    <a:pt x="11933" y="6141"/>
                  </a:lnTo>
                  <a:lnTo>
                    <a:pt x="12358" y="5986"/>
                  </a:lnTo>
                  <a:lnTo>
                    <a:pt x="12512" y="5909"/>
                  </a:lnTo>
                  <a:lnTo>
                    <a:pt x="12667" y="5793"/>
                  </a:lnTo>
                  <a:lnTo>
                    <a:pt x="12821" y="5677"/>
                  </a:lnTo>
                  <a:lnTo>
                    <a:pt x="12898" y="5523"/>
                  </a:lnTo>
                  <a:lnTo>
                    <a:pt x="12976" y="5368"/>
                  </a:lnTo>
                  <a:lnTo>
                    <a:pt x="12976" y="5175"/>
                  </a:lnTo>
                  <a:lnTo>
                    <a:pt x="12976" y="4982"/>
                  </a:lnTo>
                  <a:lnTo>
                    <a:pt x="12898" y="4828"/>
                  </a:lnTo>
                  <a:lnTo>
                    <a:pt x="12821" y="4712"/>
                  </a:lnTo>
                  <a:lnTo>
                    <a:pt x="12744" y="4635"/>
                  </a:lnTo>
                  <a:lnTo>
                    <a:pt x="12628" y="4519"/>
                  </a:lnTo>
                  <a:lnTo>
                    <a:pt x="12474" y="4480"/>
                  </a:lnTo>
                  <a:lnTo>
                    <a:pt x="12165" y="4364"/>
                  </a:lnTo>
                  <a:lnTo>
                    <a:pt x="11817" y="4326"/>
                  </a:lnTo>
                  <a:lnTo>
                    <a:pt x="11470" y="4326"/>
                  </a:lnTo>
                  <a:lnTo>
                    <a:pt x="10890" y="4364"/>
                  </a:lnTo>
                  <a:lnTo>
                    <a:pt x="9848" y="4403"/>
                  </a:lnTo>
                  <a:lnTo>
                    <a:pt x="8844" y="4480"/>
                  </a:lnTo>
                  <a:lnTo>
                    <a:pt x="7840" y="4635"/>
                  </a:lnTo>
                  <a:lnTo>
                    <a:pt x="6836" y="4828"/>
                  </a:lnTo>
                  <a:lnTo>
                    <a:pt x="7376" y="3476"/>
                  </a:lnTo>
                  <a:lnTo>
                    <a:pt x="7647" y="2742"/>
                  </a:lnTo>
                  <a:lnTo>
                    <a:pt x="7840" y="2047"/>
                  </a:lnTo>
                  <a:lnTo>
                    <a:pt x="7917" y="1816"/>
                  </a:lnTo>
                  <a:lnTo>
                    <a:pt x="7917" y="1545"/>
                  </a:lnTo>
                  <a:lnTo>
                    <a:pt x="7917" y="1314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9"/>
                  </a:lnTo>
                  <a:lnTo>
                    <a:pt x="7531" y="426"/>
                  </a:lnTo>
                  <a:lnTo>
                    <a:pt x="7338" y="271"/>
                  </a:lnTo>
                  <a:lnTo>
                    <a:pt x="7261" y="155"/>
                  </a:lnTo>
                  <a:lnTo>
                    <a:pt x="7145" y="78"/>
                  </a:lnTo>
                  <a:lnTo>
                    <a:pt x="695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3"/>
            <p:cNvSpPr/>
            <p:nvPr/>
          </p:nvSpPr>
          <p:spPr>
            <a:xfrm>
              <a:off x="6760175" y="920450"/>
              <a:ext cx="375550" cy="387150"/>
            </a:xfrm>
            <a:custGeom>
              <a:avLst/>
              <a:gdLst/>
              <a:ahLst/>
              <a:cxnLst/>
              <a:rect l="l" t="t" r="r" b="b"/>
              <a:pathLst>
                <a:path w="15022" h="15486" extrusionOk="0">
                  <a:moveTo>
                    <a:pt x="7491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2" y="850"/>
                  </a:lnTo>
                  <a:lnTo>
                    <a:pt x="10194" y="1044"/>
                  </a:lnTo>
                  <a:lnTo>
                    <a:pt x="10696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79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79" y="9230"/>
                  </a:lnTo>
                  <a:lnTo>
                    <a:pt x="4170" y="10041"/>
                  </a:lnTo>
                  <a:lnTo>
                    <a:pt x="3977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91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8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91" y="503"/>
                  </a:lnTo>
                  <a:close/>
                  <a:moveTo>
                    <a:pt x="11971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52" y="3206"/>
                  </a:lnTo>
                  <a:lnTo>
                    <a:pt x="13322" y="3669"/>
                  </a:lnTo>
                  <a:lnTo>
                    <a:pt x="13592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7" y="6797"/>
                  </a:lnTo>
                  <a:lnTo>
                    <a:pt x="12164" y="6952"/>
                  </a:lnTo>
                  <a:lnTo>
                    <a:pt x="11391" y="7145"/>
                  </a:lnTo>
                  <a:lnTo>
                    <a:pt x="10658" y="7415"/>
                  </a:lnTo>
                  <a:lnTo>
                    <a:pt x="9963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7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7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1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0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719" y="12667"/>
                  </a:lnTo>
                  <a:lnTo>
                    <a:pt x="6178" y="12782"/>
                  </a:lnTo>
                  <a:lnTo>
                    <a:pt x="5676" y="12937"/>
                  </a:lnTo>
                  <a:lnTo>
                    <a:pt x="5174" y="13130"/>
                  </a:lnTo>
                  <a:lnTo>
                    <a:pt x="4672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69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4" y="4519"/>
                  </a:lnTo>
                  <a:lnTo>
                    <a:pt x="2471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80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6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58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0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8"/>
                  </a:lnTo>
                  <a:lnTo>
                    <a:pt x="3244" y="13439"/>
                  </a:lnTo>
                  <a:lnTo>
                    <a:pt x="3166" y="13439"/>
                  </a:lnTo>
                  <a:lnTo>
                    <a:pt x="3051" y="13478"/>
                  </a:lnTo>
                  <a:lnTo>
                    <a:pt x="2973" y="13516"/>
                  </a:lnTo>
                  <a:lnTo>
                    <a:pt x="3051" y="13362"/>
                  </a:lnTo>
                  <a:lnTo>
                    <a:pt x="3166" y="13207"/>
                  </a:lnTo>
                  <a:lnTo>
                    <a:pt x="3321" y="13130"/>
                  </a:lnTo>
                  <a:lnTo>
                    <a:pt x="3475" y="13014"/>
                  </a:lnTo>
                  <a:lnTo>
                    <a:pt x="3668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0" y="13362"/>
                  </a:lnTo>
                  <a:lnTo>
                    <a:pt x="11893" y="13478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7" y="14983"/>
                  </a:lnTo>
                  <a:lnTo>
                    <a:pt x="7375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3" y="14636"/>
                  </a:lnTo>
                  <a:lnTo>
                    <a:pt x="5020" y="14482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50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6" y="12860"/>
                  </a:lnTo>
                  <a:close/>
                  <a:moveTo>
                    <a:pt x="7607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84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5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9"/>
                  </a:lnTo>
                  <a:lnTo>
                    <a:pt x="270" y="9925"/>
                  </a:lnTo>
                  <a:lnTo>
                    <a:pt x="463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6" y="14134"/>
                  </a:lnTo>
                  <a:lnTo>
                    <a:pt x="3475" y="14327"/>
                  </a:lnTo>
                  <a:lnTo>
                    <a:pt x="3784" y="14520"/>
                  </a:lnTo>
                  <a:lnTo>
                    <a:pt x="4132" y="14597"/>
                  </a:lnTo>
                  <a:lnTo>
                    <a:pt x="4557" y="14829"/>
                  </a:lnTo>
                  <a:lnTo>
                    <a:pt x="4981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98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8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1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5" y="8882"/>
                  </a:lnTo>
                  <a:lnTo>
                    <a:pt x="14983" y="8303"/>
                  </a:lnTo>
                  <a:lnTo>
                    <a:pt x="15021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3" y="233"/>
                  </a:lnTo>
                  <a:lnTo>
                    <a:pt x="8766" y="117"/>
                  </a:lnTo>
                  <a:lnTo>
                    <a:pt x="8186" y="40"/>
                  </a:lnTo>
                  <a:lnTo>
                    <a:pt x="76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3"/>
            <p:cNvSpPr/>
            <p:nvPr/>
          </p:nvSpPr>
          <p:spPr>
            <a:xfrm>
              <a:off x="1177425" y="95232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8"/>
                  </a:lnTo>
                  <a:lnTo>
                    <a:pt x="23787" y="2124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47"/>
                  </a:lnTo>
                  <a:lnTo>
                    <a:pt x="23092" y="1931"/>
                  </a:lnTo>
                  <a:lnTo>
                    <a:pt x="23015" y="1815"/>
                  </a:lnTo>
                  <a:lnTo>
                    <a:pt x="22976" y="1622"/>
                  </a:lnTo>
                  <a:lnTo>
                    <a:pt x="22976" y="1429"/>
                  </a:lnTo>
                  <a:lnTo>
                    <a:pt x="23053" y="1236"/>
                  </a:lnTo>
                  <a:lnTo>
                    <a:pt x="23169" y="1081"/>
                  </a:lnTo>
                  <a:lnTo>
                    <a:pt x="23285" y="966"/>
                  </a:lnTo>
                  <a:close/>
                  <a:moveTo>
                    <a:pt x="24096" y="2394"/>
                  </a:moveTo>
                  <a:lnTo>
                    <a:pt x="24212" y="2742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784"/>
                  </a:lnTo>
                  <a:lnTo>
                    <a:pt x="24173" y="3707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3"/>
                  </a:lnTo>
                  <a:lnTo>
                    <a:pt x="23710" y="3128"/>
                  </a:lnTo>
                  <a:lnTo>
                    <a:pt x="23710" y="2896"/>
                  </a:lnTo>
                  <a:lnTo>
                    <a:pt x="23787" y="2703"/>
                  </a:lnTo>
                  <a:lnTo>
                    <a:pt x="23941" y="2549"/>
                  </a:lnTo>
                  <a:lnTo>
                    <a:pt x="24096" y="2394"/>
                  </a:lnTo>
                  <a:close/>
                  <a:moveTo>
                    <a:pt x="16180" y="4943"/>
                  </a:moveTo>
                  <a:lnTo>
                    <a:pt x="16296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66" y="5252"/>
                  </a:lnTo>
                  <a:lnTo>
                    <a:pt x="16566" y="5406"/>
                  </a:lnTo>
                  <a:lnTo>
                    <a:pt x="16296" y="5406"/>
                  </a:lnTo>
                  <a:lnTo>
                    <a:pt x="15678" y="5479"/>
                  </a:lnTo>
                  <a:lnTo>
                    <a:pt x="15678" y="5479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94" y="5136"/>
                  </a:lnTo>
                  <a:lnTo>
                    <a:pt x="15871" y="5059"/>
                  </a:lnTo>
                  <a:lnTo>
                    <a:pt x="15948" y="5020"/>
                  </a:lnTo>
                  <a:lnTo>
                    <a:pt x="16064" y="4943"/>
                  </a:lnTo>
                  <a:close/>
                  <a:moveTo>
                    <a:pt x="24443" y="4209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484"/>
                  </a:lnTo>
                  <a:lnTo>
                    <a:pt x="24057" y="5406"/>
                  </a:lnTo>
                  <a:lnTo>
                    <a:pt x="23903" y="5252"/>
                  </a:lnTo>
                  <a:lnTo>
                    <a:pt x="23826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903" y="4595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09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04"/>
                  </a:lnTo>
                  <a:lnTo>
                    <a:pt x="17995" y="4982"/>
                  </a:lnTo>
                  <a:lnTo>
                    <a:pt x="18111" y="5175"/>
                  </a:lnTo>
                  <a:lnTo>
                    <a:pt x="18149" y="5406"/>
                  </a:lnTo>
                  <a:lnTo>
                    <a:pt x="18072" y="5599"/>
                  </a:lnTo>
                  <a:lnTo>
                    <a:pt x="17570" y="5484"/>
                  </a:lnTo>
                  <a:lnTo>
                    <a:pt x="17029" y="5406"/>
                  </a:lnTo>
                  <a:lnTo>
                    <a:pt x="17068" y="5290"/>
                  </a:lnTo>
                  <a:lnTo>
                    <a:pt x="17107" y="5136"/>
                  </a:lnTo>
                  <a:lnTo>
                    <a:pt x="17184" y="5020"/>
                  </a:lnTo>
                  <a:lnTo>
                    <a:pt x="17300" y="4943"/>
                  </a:lnTo>
                  <a:lnTo>
                    <a:pt x="17416" y="4866"/>
                  </a:lnTo>
                  <a:lnTo>
                    <a:pt x="17531" y="4827"/>
                  </a:lnTo>
                  <a:close/>
                  <a:moveTo>
                    <a:pt x="14597" y="5290"/>
                  </a:moveTo>
                  <a:lnTo>
                    <a:pt x="14713" y="5329"/>
                  </a:lnTo>
                  <a:lnTo>
                    <a:pt x="14828" y="5368"/>
                  </a:lnTo>
                  <a:lnTo>
                    <a:pt x="14944" y="5445"/>
                  </a:lnTo>
                  <a:lnTo>
                    <a:pt x="15021" y="5522"/>
                  </a:lnTo>
                  <a:lnTo>
                    <a:pt x="15060" y="5638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24"/>
                  </a:lnTo>
                  <a:lnTo>
                    <a:pt x="14056" y="5792"/>
                  </a:lnTo>
                  <a:lnTo>
                    <a:pt x="14133" y="5599"/>
                  </a:lnTo>
                  <a:lnTo>
                    <a:pt x="14249" y="5406"/>
                  </a:lnTo>
                  <a:lnTo>
                    <a:pt x="14365" y="5368"/>
                  </a:lnTo>
                  <a:lnTo>
                    <a:pt x="14481" y="5329"/>
                  </a:lnTo>
                  <a:lnTo>
                    <a:pt x="14597" y="5290"/>
                  </a:lnTo>
                  <a:close/>
                  <a:moveTo>
                    <a:pt x="19115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85" y="5792"/>
                  </a:lnTo>
                  <a:lnTo>
                    <a:pt x="19385" y="5986"/>
                  </a:lnTo>
                  <a:lnTo>
                    <a:pt x="19346" y="6140"/>
                  </a:lnTo>
                  <a:lnTo>
                    <a:pt x="18613" y="5792"/>
                  </a:lnTo>
                  <a:lnTo>
                    <a:pt x="18651" y="5715"/>
                  </a:lnTo>
                  <a:lnTo>
                    <a:pt x="18690" y="5638"/>
                  </a:lnTo>
                  <a:lnTo>
                    <a:pt x="18844" y="5522"/>
                  </a:lnTo>
                  <a:lnTo>
                    <a:pt x="18999" y="5484"/>
                  </a:lnTo>
                  <a:close/>
                  <a:moveTo>
                    <a:pt x="20350" y="6063"/>
                  </a:moveTo>
                  <a:lnTo>
                    <a:pt x="20466" y="6101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52" y="6719"/>
                  </a:lnTo>
                  <a:lnTo>
                    <a:pt x="20891" y="6912"/>
                  </a:lnTo>
                  <a:lnTo>
                    <a:pt x="20891" y="6912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48" y="6256"/>
                  </a:lnTo>
                  <a:lnTo>
                    <a:pt x="19887" y="6179"/>
                  </a:lnTo>
                  <a:lnTo>
                    <a:pt x="20003" y="6101"/>
                  </a:lnTo>
                  <a:lnTo>
                    <a:pt x="20080" y="6063"/>
                  </a:lnTo>
                  <a:close/>
                  <a:moveTo>
                    <a:pt x="23748" y="5870"/>
                  </a:moveTo>
                  <a:lnTo>
                    <a:pt x="23941" y="5947"/>
                  </a:lnTo>
                  <a:lnTo>
                    <a:pt x="24019" y="5986"/>
                  </a:lnTo>
                  <a:lnTo>
                    <a:pt x="24096" y="5986"/>
                  </a:lnTo>
                  <a:lnTo>
                    <a:pt x="23941" y="6294"/>
                  </a:lnTo>
                  <a:lnTo>
                    <a:pt x="23748" y="6526"/>
                  </a:lnTo>
                  <a:lnTo>
                    <a:pt x="23517" y="6758"/>
                  </a:lnTo>
                  <a:lnTo>
                    <a:pt x="23246" y="6951"/>
                  </a:lnTo>
                  <a:lnTo>
                    <a:pt x="23208" y="6912"/>
                  </a:lnTo>
                  <a:lnTo>
                    <a:pt x="23092" y="6719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9"/>
                  </a:lnTo>
                  <a:lnTo>
                    <a:pt x="23131" y="6063"/>
                  </a:lnTo>
                  <a:lnTo>
                    <a:pt x="23208" y="5986"/>
                  </a:lnTo>
                  <a:lnTo>
                    <a:pt x="23285" y="5908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2"/>
                  </a:lnTo>
                  <a:lnTo>
                    <a:pt x="12627" y="6796"/>
                  </a:lnTo>
                  <a:lnTo>
                    <a:pt x="12627" y="6642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98" y="6179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681"/>
                  </a:lnTo>
                  <a:lnTo>
                    <a:pt x="22629" y="6835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05"/>
                  </a:lnTo>
                  <a:lnTo>
                    <a:pt x="22551" y="7221"/>
                  </a:lnTo>
                  <a:lnTo>
                    <a:pt x="22165" y="7221"/>
                  </a:lnTo>
                  <a:lnTo>
                    <a:pt x="21779" y="7183"/>
                  </a:lnTo>
                  <a:lnTo>
                    <a:pt x="21393" y="7105"/>
                  </a:lnTo>
                  <a:lnTo>
                    <a:pt x="21509" y="6912"/>
                  </a:lnTo>
                  <a:lnTo>
                    <a:pt x="21625" y="6719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376"/>
                  </a:moveTo>
                  <a:lnTo>
                    <a:pt x="12473" y="7414"/>
                  </a:lnTo>
                  <a:lnTo>
                    <a:pt x="12125" y="7955"/>
                  </a:lnTo>
                  <a:lnTo>
                    <a:pt x="11816" y="8534"/>
                  </a:lnTo>
                  <a:lnTo>
                    <a:pt x="11701" y="8341"/>
                  </a:lnTo>
                  <a:lnTo>
                    <a:pt x="11662" y="8071"/>
                  </a:lnTo>
                  <a:lnTo>
                    <a:pt x="11662" y="7955"/>
                  </a:lnTo>
                  <a:lnTo>
                    <a:pt x="11701" y="7800"/>
                  </a:lnTo>
                  <a:lnTo>
                    <a:pt x="11739" y="7685"/>
                  </a:lnTo>
                  <a:lnTo>
                    <a:pt x="11816" y="7607"/>
                  </a:lnTo>
                  <a:lnTo>
                    <a:pt x="11932" y="7492"/>
                  </a:lnTo>
                  <a:lnTo>
                    <a:pt x="12048" y="7453"/>
                  </a:lnTo>
                  <a:lnTo>
                    <a:pt x="12164" y="7414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94" y="9384"/>
                  </a:lnTo>
                  <a:lnTo>
                    <a:pt x="2472" y="9461"/>
                  </a:lnTo>
                  <a:lnTo>
                    <a:pt x="2549" y="9538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9963"/>
                  </a:lnTo>
                  <a:lnTo>
                    <a:pt x="2124" y="9886"/>
                  </a:lnTo>
                  <a:lnTo>
                    <a:pt x="1661" y="9847"/>
                  </a:lnTo>
                  <a:lnTo>
                    <a:pt x="1699" y="9731"/>
                  </a:lnTo>
                  <a:lnTo>
                    <a:pt x="1738" y="9615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lnTo>
                    <a:pt x="2124" y="9345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01"/>
                  </a:lnTo>
                  <a:lnTo>
                    <a:pt x="11276" y="10272"/>
                  </a:lnTo>
                  <a:lnTo>
                    <a:pt x="11237" y="10233"/>
                  </a:lnTo>
                  <a:lnTo>
                    <a:pt x="11083" y="10040"/>
                  </a:lnTo>
                  <a:lnTo>
                    <a:pt x="10967" y="9808"/>
                  </a:lnTo>
                  <a:lnTo>
                    <a:pt x="10928" y="9693"/>
                  </a:lnTo>
                  <a:lnTo>
                    <a:pt x="10928" y="9538"/>
                  </a:lnTo>
                  <a:lnTo>
                    <a:pt x="10967" y="9422"/>
                  </a:lnTo>
                  <a:lnTo>
                    <a:pt x="11006" y="9306"/>
                  </a:lnTo>
                  <a:lnTo>
                    <a:pt x="11121" y="9152"/>
                  </a:lnTo>
                  <a:lnTo>
                    <a:pt x="11276" y="9036"/>
                  </a:lnTo>
                  <a:lnTo>
                    <a:pt x="11469" y="8997"/>
                  </a:lnTo>
                  <a:close/>
                  <a:moveTo>
                    <a:pt x="3785" y="9731"/>
                  </a:moveTo>
                  <a:lnTo>
                    <a:pt x="3900" y="9770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71" y="10117"/>
                  </a:lnTo>
                  <a:lnTo>
                    <a:pt x="4171" y="10233"/>
                  </a:lnTo>
                  <a:lnTo>
                    <a:pt x="4171" y="10388"/>
                  </a:lnTo>
                  <a:lnTo>
                    <a:pt x="4132" y="10503"/>
                  </a:lnTo>
                  <a:lnTo>
                    <a:pt x="4055" y="10619"/>
                  </a:lnTo>
                  <a:lnTo>
                    <a:pt x="3900" y="10542"/>
                  </a:lnTo>
                  <a:lnTo>
                    <a:pt x="3514" y="10310"/>
                  </a:lnTo>
                  <a:lnTo>
                    <a:pt x="3089" y="10117"/>
                  </a:lnTo>
                  <a:lnTo>
                    <a:pt x="3167" y="10001"/>
                  </a:lnTo>
                  <a:lnTo>
                    <a:pt x="3244" y="9886"/>
                  </a:lnTo>
                  <a:lnTo>
                    <a:pt x="3360" y="9808"/>
                  </a:lnTo>
                  <a:lnTo>
                    <a:pt x="3514" y="9770"/>
                  </a:lnTo>
                  <a:lnTo>
                    <a:pt x="3630" y="9731"/>
                  </a:lnTo>
                  <a:close/>
                  <a:moveTo>
                    <a:pt x="4827" y="10619"/>
                  </a:moveTo>
                  <a:lnTo>
                    <a:pt x="4943" y="10658"/>
                  </a:lnTo>
                  <a:lnTo>
                    <a:pt x="5020" y="10697"/>
                  </a:lnTo>
                  <a:lnTo>
                    <a:pt x="5097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890"/>
                  </a:lnTo>
                  <a:lnTo>
                    <a:pt x="4441" y="10812"/>
                  </a:lnTo>
                  <a:lnTo>
                    <a:pt x="4518" y="10735"/>
                  </a:lnTo>
                  <a:lnTo>
                    <a:pt x="4673" y="10658"/>
                  </a:lnTo>
                  <a:lnTo>
                    <a:pt x="4827" y="10619"/>
                  </a:lnTo>
                  <a:close/>
                  <a:moveTo>
                    <a:pt x="11160" y="10619"/>
                  </a:moveTo>
                  <a:lnTo>
                    <a:pt x="10967" y="11199"/>
                  </a:lnTo>
                  <a:lnTo>
                    <a:pt x="10735" y="11739"/>
                  </a:lnTo>
                  <a:lnTo>
                    <a:pt x="10697" y="11662"/>
                  </a:lnTo>
                  <a:lnTo>
                    <a:pt x="10504" y="11507"/>
                  </a:lnTo>
                  <a:lnTo>
                    <a:pt x="10426" y="11314"/>
                  </a:lnTo>
                  <a:lnTo>
                    <a:pt x="10388" y="11121"/>
                  </a:lnTo>
                  <a:lnTo>
                    <a:pt x="10465" y="10928"/>
                  </a:lnTo>
                  <a:lnTo>
                    <a:pt x="10581" y="10774"/>
                  </a:lnTo>
                  <a:lnTo>
                    <a:pt x="10735" y="10658"/>
                  </a:lnTo>
                  <a:lnTo>
                    <a:pt x="10928" y="10619"/>
                  </a:lnTo>
                  <a:close/>
                  <a:moveTo>
                    <a:pt x="5754" y="11430"/>
                  </a:moveTo>
                  <a:lnTo>
                    <a:pt x="5986" y="11469"/>
                  </a:lnTo>
                  <a:lnTo>
                    <a:pt x="6063" y="11507"/>
                  </a:lnTo>
                  <a:lnTo>
                    <a:pt x="6179" y="11546"/>
                  </a:lnTo>
                  <a:lnTo>
                    <a:pt x="6256" y="11662"/>
                  </a:lnTo>
                  <a:lnTo>
                    <a:pt x="6333" y="11739"/>
                  </a:lnTo>
                  <a:lnTo>
                    <a:pt x="6410" y="11971"/>
                  </a:lnTo>
                  <a:lnTo>
                    <a:pt x="6410" y="12203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84" y="11585"/>
                  </a:lnTo>
                  <a:lnTo>
                    <a:pt x="5561" y="11507"/>
                  </a:lnTo>
                  <a:lnTo>
                    <a:pt x="5638" y="11469"/>
                  </a:lnTo>
                  <a:lnTo>
                    <a:pt x="5754" y="11430"/>
                  </a:lnTo>
                  <a:close/>
                  <a:moveTo>
                    <a:pt x="10542" y="12009"/>
                  </a:moveTo>
                  <a:lnTo>
                    <a:pt x="10388" y="12280"/>
                  </a:lnTo>
                  <a:lnTo>
                    <a:pt x="10195" y="12511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27"/>
                  </a:lnTo>
                  <a:lnTo>
                    <a:pt x="9654" y="12473"/>
                  </a:lnTo>
                  <a:lnTo>
                    <a:pt x="9693" y="12318"/>
                  </a:lnTo>
                  <a:lnTo>
                    <a:pt x="9808" y="12203"/>
                  </a:lnTo>
                  <a:lnTo>
                    <a:pt x="9963" y="12125"/>
                  </a:lnTo>
                  <a:lnTo>
                    <a:pt x="10156" y="12087"/>
                  </a:lnTo>
                  <a:lnTo>
                    <a:pt x="10542" y="12009"/>
                  </a:lnTo>
                  <a:close/>
                  <a:moveTo>
                    <a:pt x="7376" y="12473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168"/>
                  </a:lnTo>
                  <a:lnTo>
                    <a:pt x="7337" y="12975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83" y="12511"/>
                  </a:lnTo>
                  <a:lnTo>
                    <a:pt x="7376" y="12473"/>
                  </a:lnTo>
                  <a:close/>
                  <a:moveTo>
                    <a:pt x="8959" y="12627"/>
                  </a:moveTo>
                  <a:lnTo>
                    <a:pt x="9113" y="12743"/>
                  </a:lnTo>
                  <a:lnTo>
                    <a:pt x="9229" y="12936"/>
                  </a:lnTo>
                  <a:lnTo>
                    <a:pt x="9268" y="13091"/>
                  </a:lnTo>
                  <a:lnTo>
                    <a:pt x="9268" y="13207"/>
                  </a:lnTo>
                  <a:lnTo>
                    <a:pt x="9036" y="13245"/>
                  </a:lnTo>
                  <a:lnTo>
                    <a:pt x="8804" y="13284"/>
                  </a:lnTo>
                  <a:lnTo>
                    <a:pt x="8302" y="13284"/>
                  </a:lnTo>
                  <a:lnTo>
                    <a:pt x="8341" y="13207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666"/>
                  </a:lnTo>
                  <a:lnTo>
                    <a:pt x="8650" y="12627"/>
                  </a:lnTo>
                  <a:close/>
                  <a:moveTo>
                    <a:pt x="22899" y="0"/>
                  </a:moveTo>
                  <a:lnTo>
                    <a:pt x="22822" y="77"/>
                  </a:lnTo>
                  <a:lnTo>
                    <a:pt x="22783" y="116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386"/>
                  </a:lnTo>
                  <a:lnTo>
                    <a:pt x="22860" y="425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629" y="1506"/>
                  </a:lnTo>
                  <a:lnTo>
                    <a:pt x="22629" y="1699"/>
                  </a:lnTo>
                  <a:lnTo>
                    <a:pt x="22629" y="1854"/>
                  </a:lnTo>
                  <a:lnTo>
                    <a:pt x="22706" y="2047"/>
                  </a:lnTo>
                  <a:lnTo>
                    <a:pt x="22860" y="2240"/>
                  </a:lnTo>
                  <a:lnTo>
                    <a:pt x="23053" y="2394"/>
                  </a:lnTo>
                  <a:lnTo>
                    <a:pt x="23285" y="2472"/>
                  </a:lnTo>
                  <a:lnTo>
                    <a:pt x="23517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44"/>
                  </a:lnTo>
                  <a:lnTo>
                    <a:pt x="23439" y="3476"/>
                  </a:lnTo>
                  <a:lnTo>
                    <a:pt x="23594" y="3707"/>
                  </a:lnTo>
                  <a:lnTo>
                    <a:pt x="23748" y="3862"/>
                  </a:lnTo>
                  <a:lnTo>
                    <a:pt x="23980" y="3978"/>
                  </a:lnTo>
                  <a:lnTo>
                    <a:pt x="23748" y="4209"/>
                  </a:lnTo>
                  <a:lnTo>
                    <a:pt x="23555" y="4441"/>
                  </a:lnTo>
                  <a:lnTo>
                    <a:pt x="23478" y="4750"/>
                  </a:lnTo>
                  <a:lnTo>
                    <a:pt x="23439" y="4866"/>
                  </a:lnTo>
                  <a:lnTo>
                    <a:pt x="23439" y="5020"/>
                  </a:lnTo>
                  <a:lnTo>
                    <a:pt x="23517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69" y="5561"/>
                  </a:lnTo>
                  <a:lnTo>
                    <a:pt x="22976" y="5677"/>
                  </a:lnTo>
                  <a:lnTo>
                    <a:pt x="22822" y="5870"/>
                  </a:lnTo>
                  <a:lnTo>
                    <a:pt x="22706" y="6101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2165" y="6179"/>
                  </a:lnTo>
                  <a:lnTo>
                    <a:pt x="21972" y="6217"/>
                  </a:lnTo>
                  <a:lnTo>
                    <a:pt x="21740" y="6256"/>
                  </a:lnTo>
                  <a:lnTo>
                    <a:pt x="21547" y="6372"/>
                  </a:lnTo>
                  <a:lnTo>
                    <a:pt x="21354" y="6565"/>
                  </a:lnTo>
                  <a:lnTo>
                    <a:pt x="21200" y="6758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5986"/>
                  </a:lnTo>
                  <a:lnTo>
                    <a:pt x="20736" y="5870"/>
                  </a:lnTo>
                  <a:lnTo>
                    <a:pt x="20582" y="5792"/>
                  </a:lnTo>
                  <a:lnTo>
                    <a:pt x="20428" y="5754"/>
                  </a:lnTo>
                  <a:lnTo>
                    <a:pt x="20080" y="5754"/>
                  </a:lnTo>
                  <a:lnTo>
                    <a:pt x="19887" y="5831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4"/>
                  </a:lnTo>
                  <a:lnTo>
                    <a:pt x="19462" y="5290"/>
                  </a:lnTo>
                  <a:lnTo>
                    <a:pt x="19385" y="5213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52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58" y="5097"/>
                  </a:lnTo>
                  <a:lnTo>
                    <a:pt x="18381" y="4982"/>
                  </a:lnTo>
                  <a:lnTo>
                    <a:pt x="18304" y="4827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6" y="4557"/>
                  </a:lnTo>
                  <a:lnTo>
                    <a:pt x="17802" y="4518"/>
                  </a:lnTo>
                  <a:lnTo>
                    <a:pt x="17531" y="4518"/>
                  </a:lnTo>
                  <a:lnTo>
                    <a:pt x="17377" y="4557"/>
                  </a:lnTo>
                  <a:lnTo>
                    <a:pt x="17261" y="4634"/>
                  </a:lnTo>
                  <a:lnTo>
                    <a:pt x="17145" y="4711"/>
                  </a:lnTo>
                  <a:lnTo>
                    <a:pt x="17029" y="4827"/>
                  </a:lnTo>
                  <a:lnTo>
                    <a:pt x="16875" y="5059"/>
                  </a:lnTo>
                  <a:lnTo>
                    <a:pt x="16759" y="4904"/>
                  </a:lnTo>
                  <a:lnTo>
                    <a:pt x="16605" y="4788"/>
                  </a:lnTo>
                  <a:lnTo>
                    <a:pt x="16450" y="4673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27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290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29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43"/>
                  </a:lnTo>
                  <a:lnTo>
                    <a:pt x="14288" y="5020"/>
                  </a:lnTo>
                  <a:lnTo>
                    <a:pt x="14172" y="5059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22"/>
                  </a:lnTo>
                  <a:lnTo>
                    <a:pt x="13786" y="5831"/>
                  </a:lnTo>
                  <a:lnTo>
                    <a:pt x="13593" y="5715"/>
                  </a:lnTo>
                  <a:lnTo>
                    <a:pt x="13361" y="5677"/>
                  </a:lnTo>
                  <a:lnTo>
                    <a:pt x="13168" y="5677"/>
                  </a:lnTo>
                  <a:lnTo>
                    <a:pt x="12936" y="5715"/>
                  </a:lnTo>
                  <a:lnTo>
                    <a:pt x="12743" y="5831"/>
                  </a:lnTo>
                  <a:lnTo>
                    <a:pt x="12627" y="5908"/>
                  </a:lnTo>
                  <a:lnTo>
                    <a:pt x="12511" y="6063"/>
                  </a:lnTo>
                  <a:lnTo>
                    <a:pt x="12434" y="6179"/>
                  </a:lnTo>
                  <a:lnTo>
                    <a:pt x="12357" y="6333"/>
                  </a:lnTo>
                  <a:lnTo>
                    <a:pt x="12357" y="6488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6990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376"/>
                  </a:lnTo>
                  <a:lnTo>
                    <a:pt x="11430" y="7530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314" y="7994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18"/>
                  </a:lnTo>
                  <a:lnTo>
                    <a:pt x="11507" y="8573"/>
                  </a:lnTo>
                  <a:lnTo>
                    <a:pt x="11237" y="8650"/>
                  </a:lnTo>
                  <a:lnTo>
                    <a:pt x="10967" y="8766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619" y="9770"/>
                  </a:lnTo>
                  <a:lnTo>
                    <a:pt x="10697" y="10001"/>
                  </a:lnTo>
                  <a:lnTo>
                    <a:pt x="10851" y="10233"/>
                  </a:lnTo>
                  <a:lnTo>
                    <a:pt x="10619" y="10272"/>
                  </a:lnTo>
                  <a:lnTo>
                    <a:pt x="10426" y="10388"/>
                  </a:lnTo>
                  <a:lnTo>
                    <a:pt x="10272" y="10581"/>
                  </a:lnTo>
                  <a:lnTo>
                    <a:pt x="10117" y="10774"/>
                  </a:lnTo>
                  <a:lnTo>
                    <a:pt x="10079" y="10967"/>
                  </a:lnTo>
                  <a:lnTo>
                    <a:pt x="10040" y="11199"/>
                  </a:lnTo>
                  <a:lnTo>
                    <a:pt x="10079" y="11469"/>
                  </a:lnTo>
                  <a:lnTo>
                    <a:pt x="10195" y="11662"/>
                  </a:lnTo>
                  <a:lnTo>
                    <a:pt x="9924" y="11739"/>
                  </a:lnTo>
                  <a:lnTo>
                    <a:pt x="9693" y="11816"/>
                  </a:lnTo>
                  <a:lnTo>
                    <a:pt x="9500" y="11971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57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18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164"/>
                  </a:lnTo>
                  <a:lnTo>
                    <a:pt x="6990" y="12241"/>
                  </a:lnTo>
                  <a:lnTo>
                    <a:pt x="6796" y="12396"/>
                  </a:lnTo>
                  <a:lnTo>
                    <a:pt x="6796" y="12048"/>
                  </a:lnTo>
                  <a:lnTo>
                    <a:pt x="6758" y="11855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392"/>
                  </a:lnTo>
                  <a:lnTo>
                    <a:pt x="6410" y="11276"/>
                  </a:lnTo>
                  <a:lnTo>
                    <a:pt x="6256" y="11199"/>
                  </a:lnTo>
                  <a:lnTo>
                    <a:pt x="6063" y="11160"/>
                  </a:lnTo>
                  <a:lnTo>
                    <a:pt x="5870" y="11121"/>
                  </a:lnTo>
                  <a:lnTo>
                    <a:pt x="5715" y="11160"/>
                  </a:lnTo>
                  <a:lnTo>
                    <a:pt x="5522" y="11199"/>
                  </a:lnTo>
                  <a:lnTo>
                    <a:pt x="5522" y="10928"/>
                  </a:lnTo>
                  <a:lnTo>
                    <a:pt x="5445" y="10697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49"/>
                  </a:lnTo>
                  <a:lnTo>
                    <a:pt x="4943" y="10310"/>
                  </a:lnTo>
                  <a:lnTo>
                    <a:pt x="4673" y="10310"/>
                  </a:lnTo>
                  <a:lnTo>
                    <a:pt x="4557" y="10349"/>
                  </a:lnTo>
                  <a:lnTo>
                    <a:pt x="4518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09" y="9577"/>
                  </a:lnTo>
                  <a:lnTo>
                    <a:pt x="4093" y="9461"/>
                  </a:lnTo>
                  <a:lnTo>
                    <a:pt x="3900" y="9422"/>
                  </a:lnTo>
                  <a:lnTo>
                    <a:pt x="3746" y="9384"/>
                  </a:lnTo>
                  <a:lnTo>
                    <a:pt x="3591" y="9422"/>
                  </a:lnTo>
                  <a:lnTo>
                    <a:pt x="3437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31"/>
                  </a:lnTo>
                  <a:lnTo>
                    <a:pt x="2974" y="9615"/>
                  </a:lnTo>
                  <a:lnTo>
                    <a:pt x="2896" y="9422"/>
                  </a:lnTo>
                  <a:lnTo>
                    <a:pt x="2781" y="9268"/>
                  </a:lnTo>
                  <a:lnTo>
                    <a:pt x="2626" y="9113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8997"/>
                  </a:lnTo>
                  <a:lnTo>
                    <a:pt x="1854" y="9075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499"/>
                  </a:lnTo>
                  <a:lnTo>
                    <a:pt x="1390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272"/>
                  </a:lnTo>
                  <a:lnTo>
                    <a:pt x="386" y="10426"/>
                  </a:lnTo>
                  <a:lnTo>
                    <a:pt x="271" y="10542"/>
                  </a:lnTo>
                  <a:lnTo>
                    <a:pt x="116" y="10851"/>
                  </a:lnTo>
                  <a:lnTo>
                    <a:pt x="39" y="11199"/>
                  </a:lnTo>
                  <a:lnTo>
                    <a:pt x="0" y="11546"/>
                  </a:lnTo>
                  <a:lnTo>
                    <a:pt x="77" y="11894"/>
                  </a:lnTo>
                  <a:lnTo>
                    <a:pt x="193" y="12241"/>
                  </a:lnTo>
                  <a:lnTo>
                    <a:pt x="386" y="12511"/>
                  </a:lnTo>
                  <a:lnTo>
                    <a:pt x="618" y="12782"/>
                  </a:lnTo>
                  <a:lnTo>
                    <a:pt x="811" y="12898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124" y="13091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11"/>
                  </a:lnTo>
                  <a:lnTo>
                    <a:pt x="3360" y="12203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39"/>
                  </a:lnTo>
                  <a:lnTo>
                    <a:pt x="3283" y="11739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50"/>
                  </a:lnTo>
                  <a:lnTo>
                    <a:pt x="2047" y="12666"/>
                  </a:lnTo>
                  <a:lnTo>
                    <a:pt x="1429" y="12666"/>
                  </a:lnTo>
                  <a:lnTo>
                    <a:pt x="1159" y="12550"/>
                  </a:lnTo>
                  <a:lnTo>
                    <a:pt x="966" y="12434"/>
                  </a:lnTo>
                  <a:lnTo>
                    <a:pt x="811" y="12318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55"/>
                  </a:lnTo>
                  <a:lnTo>
                    <a:pt x="502" y="11701"/>
                  </a:lnTo>
                  <a:lnTo>
                    <a:pt x="502" y="11546"/>
                  </a:lnTo>
                  <a:lnTo>
                    <a:pt x="502" y="11353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927" y="10619"/>
                  </a:lnTo>
                  <a:lnTo>
                    <a:pt x="1043" y="10503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317" y="10349"/>
                  </a:lnTo>
                  <a:lnTo>
                    <a:pt x="2587" y="10426"/>
                  </a:lnTo>
                  <a:lnTo>
                    <a:pt x="2858" y="10503"/>
                  </a:lnTo>
                  <a:lnTo>
                    <a:pt x="3128" y="10619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908" y="12666"/>
                  </a:lnTo>
                  <a:lnTo>
                    <a:pt x="6294" y="12936"/>
                  </a:lnTo>
                  <a:lnTo>
                    <a:pt x="6681" y="13207"/>
                  </a:lnTo>
                  <a:lnTo>
                    <a:pt x="7105" y="13400"/>
                  </a:lnTo>
                  <a:lnTo>
                    <a:pt x="7530" y="13593"/>
                  </a:lnTo>
                  <a:lnTo>
                    <a:pt x="7994" y="13708"/>
                  </a:lnTo>
                  <a:lnTo>
                    <a:pt x="8457" y="13786"/>
                  </a:lnTo>
                  <a:lnTo>
                    <a:pt x="8920" y="13747"/>
                  </a:lnTo>
                  <a:lnTo>
                    <a:pt x="9345" y="13670"/>
                  </a:lnTo>
                  <a:lnTo>
                    <a:pt x="9731" y="13515"/>
                  </a:lnTo>
                  <a:lnTo>
                    <a:pt x="10079" y="13322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34"/>
                  </a:lnTo>
                  <a:lnTo>
                    <a:pt x="11121" y="12087"/>
                  </a:lnTo>
                  <a:lnTo>
                    <a:pt x="11314" y="11739"/>
                  </a:lnTo>
                  <a:lnTo>
                    <a:pt x="11507" y="11199"/>
                  </a:lnTo>
                  <a:lnTo>
                    <a:pt x="11662" y="10658"/>
                  </a:lnTo>
                  <a:lnTo>
                    <a:pt x="11971" y="9615"/>
                  </a:lnTo>
                  <a:lnTo>
                    <a:pt x="12164" y="9075"/>
                  </a:lnTo>
                  <a:lnTo>
                    <a:pt x="12357" y="8573"/>
                  </a:lnTo>
                  <a:lnTo>
                    <a:pt x="12627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51"/>
                  </a:lnTo>
                  <a:lnTo>
                    <a:pt x="14017" y="6681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6"/>
                  </a:lnTo>
                  <a:lnTo>
                    <a:pt x="16296" y="5908"/>
                  </a:lnTo>
                  <a:lnTo>
                    <a:pt x="16914" y="5908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2"/>
                  </a:lnTo>
                  <a:lnTo>
                    <a:pt x="21316" y="7607"/>
                  </a:lnTo>
                  <a:lnTo>
                    <a:pt x="21740" y="7685"/>
                  </a:lnTo>
                  <a:lnTo>
                    <a:pt x="22165" y="7723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492"/>
                  </a:lnTo>
                  <a:lnTo>
                    <a:pt x="23748" y="7260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870"/>
                  </a:lnTo>
                  <a:lnTo>
                    <a:pt x="24907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171"/>
                  </a:lnTo>
                  <a:lnTo>
                    <a:pt x="24984" y="3707"/>
                  </a:lnTo>
                  <a:lnTo>
                    <a:pt x="24907" y="3283"/>
                  </a:lnTo>
                  <a:lnTo>
                    <a:pt x="24791" y="2819"/>
                  </a:lnTo>
                  <a:lnTo>
                    <a:pt x="24637" y="2394"/>
                  </a:lnTo>
                  <a:lnTo>
                    <a:pt x="24482" y="1970"/>
                  </a:lnTo>
                  <a:lnTo>
                    <a:pt x="24250" y="1545"/>
                  </a:lnTo>
                  <a:lnTo>
                    <a:pt x="24057" y="1159"/>
                  </a:lnTo>
                  <a:lnTo>
                    <a:pt x="23826" y="811"/>
                  </a:lnTo>
                  <a:lnTo>
                    <a:pt x="23941" y="348"/>
                  </a:lnTo>
                  <a:lnTo>
                    <a:pt x="23594" y="193"/>
                  </a:lnTo>
                  <a:lnTo>
                    <a:pt x="23208" y="77"/>
                  </a:lnTo>
                  <a:lnTo>
                    <a:pt x="23169" y="39"/>
                  </a:lnTo>
                  <a:lnTo>
                    <a:pt x="2309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3"/>
            <p:cNvSpPr/>
            <p:nvPr/>
          </p:nvSpPr>
          <p:spPr>
            <a:xfrm>
              <a:off x="3792600" y="9600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1"/>
                  </a:lnTo>
                  <a:lnTo>
                    <a:pt x="23479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3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4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7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1"/>
                  </a:lnTo>
                  <a:lnTo>
                    <a:pt x="23865" y="3514"/>
                  </a:lnTo>
                  <a:lnTo>
                    <a:pt x="23788" y="3398"/>
                  </a:lnTo>
                  <a:lnTo>
                    <a:pt x="23749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7"/>
                  </a:lnTo>
                  <a:lnTo>
                    <a:pt x="24097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0"/>
                  </a:lnTo>
                  <a:lnTo>
                    <a:pt x="16567" y="5406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3"/>
                  </a:lnTo>
                  <a:lnTo>
                    <a:pt x="15679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7"/>
                  </a:lnTo>
                  <a:lnTo>
                    <a:pt x="15949" y="5020"/>
                  </a:lnTo>
                  <a:lnTo>
                    <a:pt x="16065" y="4981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7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4" y="5290"/>
                  </a:lnTo>
                  <a:lnTo>
                    <a:pt x="23826" y="5097"/>
                  </a:lnTo>
                  <a:lnTo>
                    <a:pt x="23788" y="4981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0"/>
                  </a:lnTo>
                  <a:lnTo>
                    <a:pt x="17107" y="5175"/>
                  </a:lnTo>
                  <a:lnTo>
                    <a:pt x="17185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1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599"/>
                  </a:lnTo>
                  <a:lnTo>
                    <a:pt x="14250" y="5445"/>
                  </a:lnTo>
                  <a:lnTo>
                    <a:pt x="14366" y="5368"/>
                  </a:lnTo>
                  <a:lnTo>
                    <a:pt x="14443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3" y="5561"/>
                  </a:lnTo>
                  <a:lnTo>
                    <a:pt x="19308" y="5677"/>
                  </a:lnTo>
                  <a:lnTo>
                    <a:pt x="19386" y="5831"/>
                  </a:lnTo>
                  <a:lnTo>
                    <a:pt x="19386" y="5985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1" y="5677"/>
                  </a:lnTo>
                  <a:lnTo>
                    <a:pt x="18845" y="5522"/>
                  </a:lnTo>
                  <a:lnTo>
                    <a:pt x="18999" y="5483"/>
                  </a:lnTo>
                  <a:close/>
                  <a:moveTo>
                    <a:pt x="20197" y="6063"/>
                  </a:moveTo>
                  <a:lnTo>
                    <a:pt x="20351" y="6101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9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2" y="6951"/>
                  </a:lnTo>
                  <a:lnTo>
                    <a:pt x="20467" y="6758"/>
                  </a:lnTo>
                  <a:lnTo>
                    <a:pt x="20081" y="6565"/>
                  </a:lnTo>
                  <a:lnTo>
                    <a:pt x="19810" y="6410"/>
                  </a:lnTo>
                  <a:lnTo>
                    <a:pt x="19849" y="6294"/>
                  </a:lnTo>
                  <a:lnTo>
                    <a:pt x="19888" y="6179"/>
                  </a:lnTo>
                  <a:lnTo>
                    <a:pt x="20003" y="6140"/>
                  </a:lnTo>
                  <a:lnTo>
                    <a:pt x="20081" y="6101"/>
                  </a:lnTo>
                  <a:lnTo>
                    <a:pt x="20197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2" y="5985"/>
                  </a:lnTo>
                  <a:lnTo>
                    <a:pt x="24019" y="6024"/>
                  </a:lnTo>
                  <a:lnTo>
                    <a:pt x="24097" y="6024"/>
                  </a:lnTo>
                  <a:lnTo>
                    <a:pt x="23942" y="6294"/>
                  </a:lnTo>
                  <a:lnTo>
                    <a:pt x="23749" y="6565"/>
                  </a:lnTo>
                  <a:lnTo>
                    <a:pt x="23517" y="6796"/>
                  </a:lnTo>
                  <a:lnTo>
                    <a:pt x="23247" y="6989"/>
                  </a:lnTo>
                  <a:lnTo>
                    <a:pt x="23208" y="6951"/>
                  </a:lnTo>
                  <a:lnTo>
                    <a:pt x="23093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4" y="6179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1"/>
                  </a:moveTo>
                  <a:lnTo>
                    <a:pt x="13478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9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7" y="6951"/>
                  </a:lnTo>
                  <a:lnTo>
                    <a:pt x="12628" y="6796"/>
                  </a:lnTo>
                  <a:lnTo>
                    <a:pt x="12628" y="6681"/>
                  </a:lnTo>
                  <a:lnTo>
                    <a:pt x="12667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1"/>
                  </a:lnTo>
                  <a:close/>
                  <a:moveTo>
                    <a:pt x="22166" y="6565"/>
                  </a:moveTo>
                  <a:lnTo>
                    <a:pt x="22282" y="6603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5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4" y="7105"/>
                  </a:lnTo>
                  <a:lnTo>
                    <a:pt x="21471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50" y="6565"/>
                  </a:lnTo>
                  <a:close/>
                  <a:moveTo>
                    <a:pt x="12280" y="7414"/>
                  </a:moveTo>
                  <a:lnTo>
                    <a:pt x="12474" y="7453"/>
                  </a:lnTo>
                  <a:lnTo>
                    <a:pt x="12126" y="7993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3" y="8109"/>
                  </a:lnTo>
                  <a:lnTo>
                    <a:pt x="11663" y="7955"/>
                  </a:lnTo>
                  <a:lnTo>
                    <a:pt x="11663" y="7839"/>
                  </a:lnTo>
                  <a:lnTo>
                    <a:pt x="11740" y="7723"/>
                  </a:lnTo>
                  <a:lnTo>
                    <a:pt x="11817" y="7607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5" y="7414"/>
                  </a:lnTo>
                  <a:close/>
                  <a:moveTo>
                    <a:pt x="2241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50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1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9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3" y="8997"/>
                  </a:moveTo>
                  <a:lnTo>
                    <a:pt x="11470" y="9499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8" y="9847"/>
                  </a:lnTo>
                  <a:lnTo>
                    <a:pt x="10929" y="9692"/>
                  </a:lnTo>
                  <a:lnTo>
                    <a:pt x="10929" y="9577"/>
                  </a:lnTo>
                  <a:lnTo>
                    <a:pt x="10968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70" y="8997"/>
                  </a:lnTo>
                  <a:close/>
                  <a:moveTo>
                    <a:pt x="3785" y="9770"/>
                  </a:moveTo>
                  <a:lnTo>
                    <a:pt x="3901" y="9808"/>
                  </a:lnTo>
                  <a:lnTo>
                    <a:pt x="4017" y="9886"/>
                  </a:lnTo>
                  <a:lnTo>
                    <a:pt x="4094" y="10001"/>
                  </a:lnTo>
                  <a:lnTo>
                    <a:pt x="4133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5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4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2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1" y="10619"/>
                  </a:moveTo>
                  <a:lnTo>
                    <a:pt x="10968" y="11198"/>
                  </a:lnTo>
                  <a:lnTo>
                    <a:pt x="10736" y="11739"/>
                  </a:lnTo>
                  <a:lnTo>
                    <a:pt x="10659" y="11700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6" y="10967"/>
                  </a:lnTo>
                  <a:lnTo>
                    <a:pt x="10581" y="10812"/>
                  </a:lnTo>
                  <a:lnTo>
                    <a:pt x="10736" y="10696"/>
                  </a:lnTo>
                  <a:lnTo>
                    <a:pt x="10929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7" y="11662"/>
                  </a:lnTo>
                  <a:lnTo>
                    <a:pt x="6334" y="11778"/>
                  </a:lnTo>
                  <a:lnTo>
                    <a:pt x="6372" y="12009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0"/>
                  </a:lnTo>
                  <a:lnTo>
                    <a:pt x="5446" y="11623"/>
                  </a:lnTo>
                  <a:lnTo>
                    <a:pt x="5561" y="11546"/>
                  </a:lnTo>
                  <a:lnTo>
                    <a:pt x="5639" y="11507"/>
                  </a:lnTo>
                  <a:lnTo>
                    <a:pt x="5755" y="11469"/>
                  </a:lnTo>
                  <a:close/>
                  <a:moveTo>
                    <a:pt x="10543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1" y="12936"/>
                  </a:lnTo>
                  <a:lnTo>
                    <a:pt x="9771" y="12859"/>
                  </a:lnTo>
                  <a:lnTo>
                    <a:pt x="9655" y="12666"/>
                  </a:lnTo>
                  <a:lnTo>
                    <a:pt x="9655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4" y="12164"/>
                  </a:lnTo>
                  <a:lnTo>
                    <a:pt x="10157" y="12087"/>
                  </a:lnTo>
                  <a:lnTo>
                    <a:pt x="10543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40" y="13206"/>
                  </a:lnTo>
                  <a:lnTo>
                    <a:pt x="7338" y="13013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4" y="12627"/>
                  </a:moveTo>
                  <a:lnTo>
                    <a:pt x="8960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9" y="13206"/>
                  </a:lnTo>
                  <a:lnTo>
                    <a:pt x="9037" y="13284"/>
                  </a:lnTo>
                  <a:lnTo>
                    <a:pt x="8805" y="13322"/>
                  </a:lnTo>
                  <a:lnTo>
                    <a:pt x="8573" y="13322"/>
                  </a:lnTo>
                  <a:lnTo>
                    <a:pt x="8303" y="13284"/>
                  </a:lnTo>
                  <a:lnTo>
                    <a:pt x="8303" y="13206"/>
                  </a:lnTo>
                  <a:lnTo>
                    <a:pt x="8342" y="13013"/>
                  </a:lnTo>
                  <a:lnTo>
                    <a:pt x="8419" y="12820"/>
                  </a:lnTo>
                  <a:lnTo>
                    <a:pt x="8573" y="12704"/>
                  </a:lnTo>
                  <a:lnTo>
                    <a:pt x="8651" y="12666"/>
                  </a:lnTo>
                  <a:lnTo>
                    <a:pt x="8767" y="12627"/>
                  </a:lnTo>
                  <a:close/>
                  <a:moveTo>
                    <a:pt x="22977" y="0"/>
                  </a:moveTo>
                  <a:lnTo>
                    <a:pt x="22900" y="39"/>
                  </a:lnTo>
                  <a:lnTo>
                    <a:pt x="22822" y="77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900" y="772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1" y="1506"/>
                  </a:lnTo>
                  <a:lnTo>
                    <a:pt x="22591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1" y="2278"/>
                  </a:lnTo>
                  <a:lnTo>
                    <a:pt x="23054" y="2394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2" y="2703"/>
                  </a:lnTo>
                  <a:lnTo>
                    <a:pt x="23363" y="2896"/>
                  </a:lnTo>
                  <a:lnTo>
                    <a:pt x="23324" y="3089"/>
                  </a:lnTo>
                  <a:lnTo>
                    <a:pt x="23363" y="3282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0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79"/>
                  </a:lnTo>
                  <a:lnTo>
                    <a:pt x="23479" y="4750"/>
                  </a:lnTo>
                  <a:lnTo>
                    <a:pt x="23440" y="4904"/>
                  </a:lnTo>
                  <a:lnTo>
                    <a:pt x="23440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2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5" y="6294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4"/>
                  </a:lnTo>
                  <a:lnTo>
                    <a:pt x="21509" y="6410"/>
                  </a:lnTo>
                  <a:lnTo>
                    <a:pt x="21355" y="6565"/>
                  </a:lnTo>
                  <a:lnTo>
                    <a:pt x="21201" y="6796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8"/>
                  </a:lnTo>
                  <a:lnTo>
                    <a:pt x="20583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1" y="5792"/>
                  </a:lnTo>
                  <a:lnTo>
                    <a:pt x="19888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3"/>
                  </a:lnTo>
                  <a:lnTo>
                    <a:pt x="19463" y="5329"/>
                  </a:lnTo>
                  <a:lnTo>
                    <a:pt x="19386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0"/>
                  </a:lnTo>
                  <a:lnTo>
                    <a:pt x="18497" y="5406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2" y="4981"/>
                  </a:lnTo>
                  <a:lnTo>
                    <a:pt x="18304" y="4866"/>
                  </a:lnTo>
                  <a:lnTo>
                    <a:pt x="18189" y="4750"/>
                  </a:lnTo>
                  <a:lnTo>
                    <a:pt x="18073" y="4673"/>
                  </a:lnTo>
                  <a:lnTo>
                    <a:pt x="17957" y="4595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8" y="4595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6" y="5097"/>
                  </a:lnTo>
                  <a:lnTo>
                    <a:pt x="16760" y="4943"/>
                  </a:lnTo>
                  <a:lnTo>
                    <a:pt x="16605" y="4788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1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7" y="5175"/>
                  </a:lnTo>
                  <a:lnTo>
                    <a:pt x="15022" y="5059"/>
                  </a:lnTo>
                  <a:lnTo>
                    <a:pt x="14829" y="4981"/>
                  </a:lnTo>
                  <a:lnTo>
                    <a:pt x="14636" y="4943"/>
                  </a:lnTo>
                  <a:lnTo>
                    <a:pt x="14443" y="4981"/>
                  </a:lnTo>
                  <a:lnTo>
                    <a:pt x="14288" y="5020"/>
                  </a:lnTo>
                  <a:lnTo>
                    <a:pt x="14134" y="5097"/>
                  </a:lnTo>
                  <a:lnTo>
                    <a:pt x="14057" y="5175"/>
                  </a:lnTo>
                  <a:lnTo>
                    <a:pt x="13941" y="5290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2" y="5715"/>
                  </a:lnTo>
                  <a:lnTo>
                    <a:pt x="13169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89"/>
                  </a:lnTo>
                  <a:lnTo>
                    <a:pt x="12165" y="7028"/>
                  </a:lnTo>
                  <a:lnTo>
                    <a:pt x="11894" y="7105"/>
                  </a:lnTo>
                  <a:lnTo>
                    <a:pt x="11663" y="7221"/>
                  </a:lnTo>
                  <a:lnTo>
                    <a:pt x="11508" y="7414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3"/>
                  </a:lnTo>
                  <a:lnTo>
                    <a:pt x="11315" y="8148"/>
                  </a:lnTo>
                  <a:lnTo>
                    <a:pt x="11354" y="8302"/>
                  </a:lnTo>
                  <a:lnTo>
                    <a:pt x="11392" y="8457"/>
                  </a:lnTo>
                  <a:lnTo>
                    <a:pt x="11470" y="8611"/>
                  </a:lnTo>
                  <a:lnTo>
                    <a:pt x="11199" y="8650"/>
                  </a:lnTo>
                  <a:lnTo>
                    <a:pt x="10968" y="8804"/>
                  </a:lnTo>
                  <a:lnTo>
                    <a:pt x="10774" y="8997"/>
                  </a:lnTo>
                  <a:lnTo>
                    <a:pt x="10659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0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5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3" y="12087"/>
                  </a:lnTo>
                  <a:lnTo>
                    <a:pt x="9384" y="12202"/>
                  </a:lnTo>
                  <a:lnTo>
                    <a:pt x="9346" y="12318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8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5" y="12550"/>
                  </a:lnTo>
                  <a:lnTo>
                    <a:pt x="8187" y="12704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2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9" y="11894"/>
                  </a:lnTo>
                  <a:lnTo>
                    <a:pt x="6681" y="11700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4"/>
                  </a:lnTo>
                  <a:lnTo>
                    <a:pt x="6218" y="11198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6" y="10735"/>
                  </a:lnTo>
                  <a:lnTo>
                    <a:pt x="5330" y="10503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4" y="10310"/>
                  </a:lnTo>
                  <a:lnTo>
                    <a:pt x="4828" y="10310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6" y="9499"/>
                  </a:lnTo>
                  <a:lnTo>
                    <a:pt x="3901" y="9461"/>
                  </a:lnTo>
                  <a:lnTo>
                    <a:pt x="3747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5"/>
                  </a:lnTo>
                  <a:lnTo>
                    <a:pt x="3013" y="9770"/>
                  </a:lnTo>
                  <a:lnTo>
                    <a:pt x="2974" y="9615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4" y="9036"/>
                  </a:lnTo>
                  <a:lnTo>
                    <a:pt x="2241" y="8997"/>
                  </a:lnTo>
                  <a:lnTo>
                    <a:pt x="2048" y="9036"/>
                  </a:lnTo>
                  <a:lnTo>
                    <a:pt x="1854" y="9113"/>
                  </a:lnTo>
                  <a:lnTo>
                    <a:pt x="1700" y="9190"/>
                  </a:lnTo>
                  <a:lnTo>
                    <a:pt x="1546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0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0"/>
                  </a:lnTo>
                  <a:lnTo>
                    <a:pt x="812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9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09"/>
                  </a:lnTo>
                  <a:lnTo>
                    <a:pt x="3554" y="11932"/>
                  </a:lnTo>
                  <a:lnTo>
                    <a:pt x="3515" y="11816"/>
                  </a:lnTo>
                  <a:lnTo>
                    <a:pt x="3438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5" y="11816"/>
                  </a:lnTo>
                  <a:lnTo>
                    <a:pt x="3052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8" y="12666"/>
                  </a:lnTo>
                  <a:lnTo>
                    <a:pt x="1739" y="12704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2"/>
                  </a:lnTo>
                  <a:lnTo>
                    <a:pt x="619" y="12048"/>
                  </a:lnTo>
                  <a:lnTo>
                    <a:pt x="542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2" y="11198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19"/>
                  </a:lnTo>
                  <a:lnTo>
                    <a:pt x="1044" y="10542"/>
                  </a:lnTo>
                  <a:lnTo>
                    <a:pt x="1237" y="10465"/>
                  </a:lnTo>
                  <a:lnTo>
                    <a:pt x="1430" y="10388"/>
                  </a:lnTo>
                  <a:lnTo>
                    <a:pt x="1739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4"/>
                  </a:lnTo>
                  <a:lnTo>
                    <a:pt x="6257" y="12975"/>
                  </a:lnTo>
                  <a:lnTo>
                    <a:pt x="6681" y="13206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8" y="13786"/>
                  </a:lnTo>
                  <a:lnTo>
                    <a:pt x="8921" y="13786"/>
                  </a:lnTo>
                  <a:lnTo>
                    <a:pt x="9346" y="13708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9" y="12782"/>
                  </a:lnTo>
                  <a:lnTo>
                    <a:pt x="10929" y="12473"/>
                  </a:lnTo>
                  <a:lnTo>
                    <a:pt x="11122" y="12125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3" y="10696"/>
                  </a:lnTo>
                  <a:lnTo>
                    <a:pt x="11972" y="9615"/>
                  </a:lnTo>
                  <a:lnTo>
                    <a:pt x="12126" y="9113"/>
                  </a:lnTo>
                  <a:lnTo>
                    <a:pt x="12358" y="8611"/>
                  </a:lnTo>
                  <a:lnTo>
                    <a:pt x="12589" y="8109"/>
                  </a:lnTo>
                  <a:lnTo>
                    <a:pt x="12937" y="7646"/>
                  </a:lnTo>
                  <a:lnTo>
                    <a:pt x="13284" y="7298"/>
                  </a:lnTo>
                  <a:lnTo>
                    <a:pt x="13632" y="6989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70" y="6101"/>
                  </a:lnTo>
                  <a:lnTo>
                    <a:pt x="15833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5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1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8"/>
                  </a:lnTo>
                  <a:lnTo>
                    <a:pt x="24058" y="6989"/>
                  </a:lnTo>
                  <a:lnTo>
                    <a:pt x="24367" y="6642"/>
                  </a:lnTo>
                  <a:lnTo>
                    <a:pt x="24599" y="6294"/>
                  </a:lnTo>
                  <a:lnTo>
                    <a:pt x="24753" y="5908"/>
                  </a:lnTo>
                  <a:lnTo>
                    <a:pt x="24869" y="5483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2"/>
                  </a:lnTo>
                  <a:lnTo>
                    <a:pt x="24792" y="2858"/>
                  </a:lnTo>
                  <a:lnTo>
                    <a:pt x="24637" y="2394"/>
                  </a:lnTo>
                  <a:lnTo>
                    <a:pt x="24444" y="1970"/>
                  </a:lnTo>
                  <a:lnTo>
                    <a:pt x="24251" y="1583"/>
                  </a:lnTo>
                  <a:lnTo>
                    <a:pt x="24058" y="1197"/>
                  </a:lnTo>
                  <a:lnTo>
                    <a:pt x="23788" y="811"/>
                  </a:lnTo>
                  <a:lnTo>
                    <a:pt x="23942" y="386"/>
                  </a:lnTo>
                  <a:lnTo>
                    <a:pt x="23595" y="232"/>
                  </a:lnTo>
                  <a:lnTo>
                    <a:pt x="23208" y="116"/>
                  </a:lnTo>
                  <a:lnTo>
                    <a:pt x="23170" y="77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3"/>
            <p:cNvSpPr/>
            <p:nvPr/>
          </p:nvSpPr>
          <p:spPr>
            <a:xfrm>
              <a:off x="1687125" y="961000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1"/>
                  </a:moveTo>
                  <a:lnTo>
                    <a:pt x="3438" y="464"/>
                  </a:lnTo>
                  <a:lnTo>
                    <a:pt x="3785" y="657"/>
                  </a:lnTo>
                  <a:lnTo>
                    <a:pt x="4094" y="889"/>
                  </a:lnTo>
                  <a:lnTo>
                    <a:pt x="4364" y="1159"/>
                  </a:lnTo>
                  <a:lnTo>
                    <a:pt x="4635" y="1468"/>
                  </a:lnTo>
                  <a:lnTo>
                    <a:pt x="4866" y="1777"/>
                  </a:lnTo>
                  <a:lnTo>
                    <a:pt x="5059" y="2086"/>
                  </a:lnTo>
                  <a:lnTo>
                    <a:pt x="5253" y="2472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61" y="3592"/>
                  </a:lnTo>
                  <a:lnTo>
                    <a:pt x="5600" y="4017"/>
                  </a:lnTo>
                  <a:lnTo>
                    <a:pt x="5600" y="4403"/>
                  </a:lnTo>
                  <a:lnTo>
                    <a:pt x="5561" y="4828"/>
                  </a:lnTo>
                  <a:lnTo>
                    <a:pt x="5523" y="5214"/>
                  </a:lnTo>
                  <a:lnTo>
                    <a:pt x="5446" y="5639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99"/>
                  </a:lnTo>
                  <a:lnTo>
                    <a:pt x="4519" y="7685"/>
                  </a:lnTo>
                  <a:lnTo>
                    <a:pt x="4249" y="8033"/>
                  </a:lnTo>
                  <a:lnTo>
                    <a:pt x="3940" y="8419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46"/>
                  </a:lnTo>
                  <a:lnTo>
                    <a:pt x="2549" y="9616"/>
                  </a:lnTo>
                  <a:lnTo>
                    <a:pt x="2163" y="9848"/>
                  </a:lnTo>
                  <a:lnTo>
                    <a:pt x="1739" y="10041"/>
                  </a:lnTo>
                  <a:lnTo>
                    <a:pt x="1352" y="10234"/>
                  </a:lnTo>
                  <a:lnTo>
                    <a:pt x="889" y="10427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5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49" y="10234"/>
                  </a:lnTo>
                  <a:lnTo>
                    <a:pt x="2974" y="9963"/>
                  </a:lnTo>
                  <a:lnTo>
                    <a:pt x="3399" y="9654"/>
                  </a:lnTo>
                  <a:lnTo>
                    <a:pt x="3785" y="9307"/>
                  </a:lnTo>
                  <a:lnTo>
                    <a:pt x="4171" y="8921"/>
                  </a:lnTo>
                  <a:lnTo>
                    <a:pt x="4519" y="8535"/>
                  </a:lnTo>
                  <a:lnTo>
                    <a:pt x="4828" y="8148"/>
                  </a:lnTo>
                  <a:lnTo>
                    <a:pt x="5098" y="7685"/>
                  </a:lnTo>
                  <a:lnTo>
                    <a:pt x="5368" y="7260"/>
                  </a:lnTo>
                  <a:lnTo>
                    <a:pt x="5600" y="6797"/>
                  </a:lnTo>
                  <a:lnTo>
                    <a:pt x="5793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94"/>
                  </a:lnTo>
                  <a:lnTo>
                    <a:pt x="6063" y="3669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5" y="2434"/>
                  </a:lnTo>
                  <a:lnTo>
                    <a:pt x="5561" y="2047"/>
                  </a:lnTo>
                  <a:lnTo>
                    <a:pt x="5368" y="1700"/>
                  </a:lnTo>
                  <a:lnTo>
                    <a:pt x="5137" y="1352"/>
                  </a:lnTo>
                  <a:lnTo>
                    <a:pt x="4905" y="1005"/>
                  </a:lnTo>
                  <a:lnTo>
                    <a:pt x="4596" y="734"/>
                  </a:lnTo>
                  <a:lnTo>
                    <a:pt x="4287" y="464"/>
                  </a:lnTo>
                  <a:lnTo>
                    <a:pt x="3940" y="232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3"/>
            <p:cNvSpPr/>
            <p:nvPr/>
          </p:nvSpPr>
          <p:spPr>
            <a:xfrm>
              <a:off x="4302325" y="9697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5" y="5599"/>
                  </a:lnTo>
                  <a:lnTo>
                    <a:pt x="5329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39" y="8380"/>
                  </a:lnTo>
                  <a:lnTo>
                    <a:pt x="3630" y="8727"/>
                  </a:lnTo>
                  <a:lnTo>
                    <a:pt x="3283" y="9036"/>
                  </a:lnTo>
                  <a:lnTo>
                    <a:pt x="2935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8" y="10040"/>
                  </a:lnTo>
                  <a:lnTo>
                    <a:pt x="1313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7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39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3"/>
            <p:cNvSpPr/>
            <p:nvPr/>
          </p:nvSpPr>
          <p:spPr>
            <a:xfrm>
              <a:off x="5445325" y="9890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1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3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8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9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40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7" y="7183"/>
                  </a:lnTo>
                  <a:lnTo>
                    <a:pt x="12743" y="6681"/>
                  </a:lnTo>
                  <a:lnTo>
                    <a:pt x="12435" y="6218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6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3"/>
            <p:cNvSpPr/>
            <p:nvPr/>
          </p:nvSpPr>
          <p:spPr>
            <a:xfrm>
              <a:off x="4674950" y="1001550"/>
              <a:ext cx="375575" cy="387150"/>
            </a:xfrm>
            <a:custGeom>
              <a:avLst/>
              <a:gdLst/>
              <a:ahLst/>
              <a:cxnLst/>
              <a:rect l="l" t="t" r="r" b="b"/>
              <a:pathLst>
                <a:path w="15023" h="15486" extrusionOk="0">
                  <a:moveTo>
                    <a:pt x="7492" y="503"/>
                  </a:moveTo>
                  <a:lnTo>
                    <a:pt x="8033" y="541"/>
                  </a:lnTo>
                  <a:lnTo>
                    <a:pt x="8612" y="580"/>
                  </a:lnTo>
                  <a:lnTo>
                    <a:pt x="9153" y="696"/>
                  </a:lnTo>
                  <a:lnTo>
                    <a:pt x="9693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1" y="1545"/>
                  </a:lnTo>
                  <a:lnTo>
                    <a:pt x="11624" y="1815"/>
                  </a:lnTo>
                  <a:lnTo>
                    <a:pt x="10813" y="2202"/>
                  </a:lnTo>
                  <a:lnTo>
                    <a:pt x="10079" y="2626"/>
                  </a:lnTo>
                  <a:lnTo>
                    <a:pt x="9307" y="3090"/>
                  </a:lnTo>
                  <a:lnTo>
                    <a:pt x="8612" y="3630"/>
                  </a:lnTo>
                  <a:lnTo>
                    <a:pt x="7956" y="4171"/>
                  </a:lnTo>
                  <a:lnTo>
                    <a:pt x="7299" y="4789"/>
                  </a:lnTo>
                  <a:lnTo>
                    <a:pt x="6720" y="5445"/>
                  </a:lnTo>
                  <a:lnTo>
                    <a:pt x="6141" y="6140"/>
                  </a:lnTo>
                  <a:lnTo>
                    <a:pt x="5639" y="6874"/>
                  </a:lnTo>
                  <a:lnTo>
                    <a:pt x="5214" y="7646"/>
                  </a:lnTo>
                  <a:lnTo>
                    <a:pt x="4789" y="8419"/>
                  </a:lnTo>
                  <a:lnTo>
                    <a:pt x="4480" y="9230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4" y="11778"/>
                  </a:lnTo>
                  <a:lnTo>
                    <a:pt x="3747" y="12666"/>
                  </a:lnTo>
                  <a:lnTo>
                    <a:pt x="3592" y="12666"/>
                  </a:lnTo>
                  <a:lnTo>
                    <a:pt x="3283" y="11855"/>
                  </a:lnTo>
                  <a:lnTo>
                    <a:pt x="3052" y="11044"/>
                  </a:lnTo>
                  <a:lnTo>
                    <a:pt x="2858" y="10195"/>
                  </a:lnTo>
                  <a:lnTo>
                    <a:pt x="2704" y="9345"/>
                  </a:lnTo>
                  <a:lnTo>
                    <a:pt x="2588" y="8534"/>
                  </a:lnTo>
                  <a:lnTo>
                    <a:pt x="2550" y="7685"/>
                  </a:lnTo>
                  <a:lnTo>
                    <a:pt x="2588" y="6797"/>
                  </a:lnTo>
                  <a:lnTo>
                    <a:pt x="2704" y="5947"/>
                  </a:lnTo>
                  <a:lnTo>
                    <a:pt x="2858" y="5214"/>
                  </a:lnTo>
                  <a:lnTo>
                    <a:pt x="3052" y="4519"/>
                  </a:lnTo>
                  <a:lnTo>
                    <a:pt x="3322" y="3823"/>
                  </a:lnTo>
                  <a:lnTo>
                    <a:pt x="3669" y="3206"/>
                  </a:lnTo>
                  <a:lnTo>
                    <a:pt x="4017" y="2588"/>
                  </a:lnTo>
                  <a:lnTo>
                    <a:pt x="4442" y="1970"/>
                  </a:lnTo>
                  <a:lnTo>
                    <a:pt x="4905" y="1429"/>
                  </a:lnTo>
                  <a:lnTo>
                    <a:pt x="5407" y="889"/>
                  </a:lnTo>
                  <a:lnTo>
                    <a:pt x="5909" y="734"/>
                  </a:lnTo>
                  <a:lnTo>
                    <a:pt x="6411" y="618"/>
                  </a:lnTo>
                  <a:lnTo>
                    <a:pt x="6952" y="541"/>
                  </a:lnTo>
                  <a:lnTo>
                    <a:pt x="7492" y="503"/>
                  </a:lnTo>
                  <a:close/>
                  <a:moveTo>
                    <a:pt x="11972" y="2086"/>
                  </a:moveTo>
                  <a:lnTo>
                    <a:pt x="12358" y="2433"/>
                  </a:lnTo>
                  <a:lnTo>
                    <a:pt x="12705" y="2819"/>
                  </a:lnTo>
                  <a:lnTo>
                    <a:pt x="13053" y="3206"/>
                  </a:lnTo>
                  <a:lnTo>
                    <a:pt x="13323" y="3669"/>
                  </a:lnTo>
                  <a:lnTo>
                    <a:pt x="13593" y="4094"/>
                  </a:lnTo>
                  <a:lnTo>
                    <a:pt x="13864" y="4596"/>
                  </a:lnTo>
                  <a:lnTo>
                    <a:pt x="14057" y="5098"/>
                  </a:lnTo>
                  <a:lnTo>
                    <a:pt x="14211" y="5600"/>
                  </a:lnTo>
                  <a:lnTo>
                    <a:pt x="14327" y="6102"/>
                  </a:lnTo>
                  <a:lnTo>
                    <a:pt x="14443" y="6642"/>
                  </a:lnTo>
                  <a:lnTo>
                    <a:pt x="13671" y="6681"/>
                  </a:lnTo>
                  <a:lnTo>
                    <a:pt x="12898" y="6797"/>
                  </a:lnTo>
                  <a:lnTo>
                    <a:pt x="12165" y="6951"/>
                  </a:lnTo>
                  <a:lnTo>
                    <a:pt x="11392" y="7144"/>
                  </a:lnTo>
                  <a:lnTo>
                    <a:pt x="10659" y="7415"/>
                  </a:lnTo>
                  <a:lnTo>
                    <a:pt x="9964" y="7724"/>
                  </a:lnTo>
                  <a:lnTo>
                    <a:pt x="9230" y="8032"/>
                  </a:lnTo>
                  <a:lnTo>
                    <a:pt x="8535" y="8419"/>
                  </a:lnTo>
                  <a:lnTo>
                    <a:pt x="7878" y="8843"/>
                  </a:lnTo>
                  <a:lnTo>
                    <a:pt x="7261" y="9307"/>
                  </a:lnTo>
                  <a:lnTo>
                    <a:pt x="6643" y="9809"/>
                  </a:lnTo>
                  <a:lnTo>
                    <a:pt x="6102" y="10349"/>
                  </a:lnTo>
                  <a:lnTo>
                    <a:pt x="5561" y="10890"/>
                  </a:lnTo>
                  <a:lnTo>
                    <a:pt x="5098" y="11508"/>
                  </a:lnTo>
                  <a:lnTo>
                    <a:pt x="4635" y="12126"/>
                  </a:lnTo>
                  <a:lnTo>
                    <a:pt x="4249" y="12821"/>
                  </a:lnTo>
                  <a:lnTo>
                    <a:pt x="4133" y="12743"/>
                  </a:lnTo>
                  <a:lnTo>
                    <a:pt x="3978" y="12666"/>
                  </a:lnTo>
                  <a:lnTo>
                    <a:pt x="4094" y="11817"/>
                  </a:lnTo>
                  <a:lnTo>
                    <a:pt x="4326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4" y="8496"/>
                  </a:lnTo>
                  <a:lnTo>
                    <a:pt x="5600" y="7724"/>
                  </a:lnTo>
                  <a:lnTo>
                    <a:pt x="6025" y="6990"/>
                  </a:lnTo>
                  <a:lnTo>
                    <a:pt x="6527" y="6295"/>
                  </a:lnTo>
                  <a:lnTo>
                    <a:pt x="7067" y="5600"/>
                  </a:lnTo>
                  <a:lnTo>
                    <a:pt x="7608" y="4982"/>
                  </a:lnTo>
                  <a:lnTo>
                    <a:pt x="8226" y="4403"/>
                  </a:lnTo>
                  <a:lnTo>
                    <a:pt x="8921" y="3823"/>
                  </a:lnTo>
                  <a:lnTo>
                    <a:pt x="9616" y="3321"/>
                  </a:lnTo>
                  <a:lnTo>
                    <a:pt x="10350" y="2858"/>
                  </a:lnTo>
                  <a:lnTo>
                    <a:pt x="11122" y="2472"/>
                  </a:lnTo>
                  <a:lnTo>
                    <a:pt x="11972" y="2086"/>
                  </a:lnTo>
                  <a:close/>
                  <a:moveTo>
                    <a:pt x="14482" y="6990"/>
                  </a:moveTo>
                  <a:lnTo>
                    <a:pt x="14482" y="7839"/>
                  </a:lnTo>
                  <a:lnTo>
                    <a:pt x="14443" y="8689"/>
                  </a:lnTo>
                  <a:lnTo>
                    <a:pt x="14288" y="9538"/>
                  </a:lnTo>
                  <a:lnTo>
                    <a:pt x="14173" y="9963"/>
                  </a:lnTo>
                  <a:lnTo>
                    <a:pt x="14057" y="10349"/>
                  </a:lnTo>
                  <a:lnTo>
                    <a:pt x="13902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3" y="12241"/>
                  </a:lnTo>
                  <a:lnTo>
                    <a:pt x="12782" y="12589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2" y="13052"/>
                  </a:lnTo>
                  <a:lnTo>
                    <a:pt x="11701" y="12937"/>
                  </a:lnTo>
                  <a:lnTo>
                    <a:pt x="11122" y="12782"/>
                  </a:lnTo>
                  <a:lnTo>
                    <a:pt x="10543" y="12628"/>
                  </a:lnTo>
                  <a:lnTo>
                    <a:pt x="10002" y="12550"/>
                  </a:lnTo>
                  <a:lnTo>
                    <a:pt x="9423" y="12512"/>
                  </a:lnTo>
                  <a:lnTo>
                    <a:pt x="8844" y="12473"/>
                  </a:lnTo>
                  <a:lnTo>
                    <a:pt x="8303" y="12473"/>
                  </a:lnTo>
                  <a:lnTo>
                    <a:pt x="7763" y="12512"/>
                  </a:lnTo>
                  <a:lnTo>
                    <a:pt x="7222" y="12589"/>
                  </a:lnTo>
                  <a:lnTo>
                    <a:pt x="6720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1"/>
                  </a:lnTo>
                  <a:lnTo>
                    <a:pt x="4557" y="13130"/>
                  </a:lnTo>
                  <a:lnTo>
                    <a:pt x="4442" y="12937"/>
                  </a:lnTo>
                  <a:lnTo>
                    <a:pt x="4905" y="12319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1" y="10620"/>
                  </a:lnTo>
                  <a:lnTo>
                    <a:pt x="6990" y="10118"/>
                  </a:lnTo>
                  <a:lnTo>
                    <a:pt x="7569" y="9654"/>
                  </a:lnTo>
                  <a:lnTo>
                    <a:pt x="8149" y="9230"/>
                  </a:lnTo>
                  <a:lnTo>
                    <a:pt x="8767" y="8805"/>
                  </a:lnTo>
                  <a:lnTo>
                    <a:pt x="9423" y="8457"/>
                  </a:lnTo>
                  <a:lnTo>
                    <a:pt x="10079" y="8110"/>
                  </a:lnTo>
                  <a:lnTo>
                    <a:pt x="10736" y="7839"/>
                  </a:lnTo>
                  <a:lnTo>
                    <a:pt x="11470" y="7569"/>
                  </a:lnTo>
                  <a:lnTo>
                    <a:pt x="12165" y="7376"/>
                  </a:lnTo>
                  <a:lnTo>
                    <a:pt x="12937" y="7183"/>
                  </a:lnTo>
                  <a:lnTo>
                    <a:pt x="13671" y="7067"/>
                  </a:lnTo>
                  <a:lnTo>
                    <a:pt x="14482" y="6990"/>
                  </a:lnTo>
                  <a:close/>
                  <a:moveTo>
                    <a:pt x="4519" y="1236"/>
                  </a:moveTo>
                  <a:lnTo>
                    <a:pt x="4055" y="1854"/>
                  </a:lnTo>
                  <a:lnTo>
                    <a:pt x="3631" y="2472"/>
                  </a:lnTo>
                  <a:lnTo>
                    <a:pt x="3245" y="3128"/>
                  </a:lnTo>
                  <a:lnTo>
                    <a:pt x="2936" y="3823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8" y="6025"/>
                  </a:lnTo>
                  <a:lnTo>
                    <a:pt x="2241" y="6797"/>
                  </a:lnTo>
                  <a:lnTo>
                    <a:pt x="2202" y="7569"/>
                  </a:lnTo>
                  <a:lnTo>
                    <a:pt x="2202" y="8341"/>
                  </a:lnTo>
                  <a:lnTo>
                    <a:pt x="2279" y="9114"/>
                  </a:lnTo>
                  <a:lnTo>
                    <a:pt x="2395" y="9886"/>
                  </a:lnTo>
                  <a:lnTo>
                    <a:pt x="2550" y="10620"/>
                  </a:lnTo>
                  <a:lnTo>
                    <a:pt x="2781" y="11353"/>
                  </a:lnTo>
                  <a:lnTo>
                    <a:pt x="3013" y="12087"/>
                  </a:lnTo>
                  <a:lnTo>
                    <a:pt x="3322" y="12743"/>
                  </a:lnTo>
                  <a:lnTo>
                    <a:pt x="3129" y="12898"/>
                  </a:lnTo>
                  <a:lnTo>
                    <a:pt x="2936" y="13052"/>
                  </a:lnTo>
                  <a:lnTo>
                    <a:pt x="2820" y="13245"/>
                  </a:lnTo>
                  <a:lnTo>
                    <a:pt x="2743" y="13439"/>
                  </a:lnTo>
                  <a:lnTo>
                    <a:pt x="2395" y="13014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7" y="11624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9" y="10118"/>
                  </a:lnTo>
                  <a:lnTo>
                    <a:pt x="735" y="9616"/>
                  </a:lnTo>
                  <a:lnTo>
                    <a:pt x="619" y="9114"/>
                  </a:lnTo>
                  <a:lnTo>
                    <a:pt x="542" y="8573"/>
                  </a:lnTo>
                  <a:lnTo>
                    <a:pt x="503" y="8032"/>
                  </a:lnTo>
                  <a:lnTo>
                    <a:pt x="503" y="7492"/>
                  </a:lnTo>
                  <a:lnTo>
                    <a:pt x="542" y="6951"/>
                  </a:lnTo>
                  <a:lnTo>
                    <a:pt x="619" y="6411"/>
                  </a:lnTo>
                  <a:lnTo>
                    <a:pt x="773" y="5870"/>
                  </a:lnTo>
                  <a:lnTo>
                    <a:pt x="928" y="5329"/>
                  </a:lnTo>
                  <a:lnTo>
                    <a:pt x="1198" y="4673"/>
                  </a:lnTo>
                  <a:lnTo>
                    <a:pt x="1546" y="4055"/>
                  </a:lnTo>
                  <a:lnTo>
                    <a:pt x="1932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2009"/>
                  </a:lnTo>
                  <a:lnTo>
                    <a:pt x="3940" y="1584"/>
                  </a:lnTo>
                  <a:lnTo>
                    <a:pt x="4519" y="1236"/>
                  </a:lnTo>
                  <a:close/>
                  <a:moveTo>
                    <a:pt x="3862" y="12975"/>
                  </a:moveTo>
                  <a:lnTo>
                    <a:pt x="4017" y="13052"/>
                  </a:lnTo>
                  <a:lnTo>
                    <a:pt x="4171" y="13168"/>
                  </a:lnTo>
                  <a:lnTo>
                    <a:pt x="4287" y="13284"/>
                  </a:lnTo>
                  <a:lnTo>
                    <a:pt x="4326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6" y="13941"/>
                  </a:lnTo>
                  <a:lnTo>
                    <a:pt x="4210" y="14095"/>
                  </a:lnTo>
                  <a:lnTo>
                    <a:pt x="3785" y="13825"/>
                  </a:lnTo>
                  <a:lnTo>
                    <a:pt x="3360" y="13477"/>
                  </a:lnTo>
                  <a:lnTo>
                    <a:pt x="3245" y="13439"/>
                  </a:lnTo>
                  <a:lnTo>
                    <a:pt x="3167" y="13439"/>
                  </a:lnTo>
                  <a:lnTo>
                    <a:pt x="3052" y="13477"/>
                  </a:lnTo>
                  <a:lnTo>
                    <a:pt x="2974" y="13516"/>
                  </a:lnTo>
                  <a:lnTo>
                    <a:pt x="3052" y="13361"/>
                  </a:lnTo>
                  <a:lnTo>
                    <a:pt x="3167" y="13207"/>
                  </a:lnTo>
                  <a:lnTo>
                    <a:pt x="3322" y="13130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53" y="12859"/>
                  </a:moveTo>
                  <a:lnTo>
                    <a:pt x="9616" y="12898"/>
                  </a:lnTo>
                  <a:lnTo>
                    <a:pt x="10118" y="12975"/>
                  </a:lnTo>
                  <a:lnTo>
                    <a:pt x="10504" y="13014"/>
                  </a:lnTo>
                  <a:lnTo>
                    <a:pt x="11006" y="13130"/>
                  </a:lnTo>
                  <a:lnTo>
                    <a:pt x="11508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8"/>
                  </a:lnTo>
                  <a:lnTo>
                    <a:pt x="10659" y="14249"/>
                  </a:lnTo>
                  <a:lnTo>
                    <a:pt x="10234" y="14443"/>
                  </a:lnTo>
                  <a:lnTo>
                    <a:pt x="9770" y="14636"/>
                  </a:lnTo>
                  <a:lnTo>
                    <a:pt x="9307" y="14751"/>
                  </a:lnTo>
                  <a:lnTo>
                    <a:pt x="8844" y="14867"/>
                  </a:lnTo>
                  <a:lnTo>
                    <a:pt x="8342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3" y="14945"/>
                  </a:lnTo>
                  <a:lnTo>
                    <a:pt x="6411" y="14867"/>
                  </a:lnTo>
                  <a:lnTo>
                    <a:pt x="5948" y="14790"/>
                  </a:lnTo>
                  <a:lnTo>
                    <a:pt x="5484" y="14636"/>
                  </a:lnTo>
                  <a:lnTo>
                    <a:pt x="5021" y="14481"/>
                  </a:lnTo>
                  <a:lnTo>
                    <a:pt x="4596" y="14288"/>
                  </a:lnTo>
                  <a:lnTo>
                    <a:pt x="4712" y="14018"/>
                  </a:lnTo>
                  <a:lnTo>
                    <a:pt x="4751" y="13747"/>
                  </a:lnTo>
                  <a:lnTo>
                    <a:pt x="4712" y="13593"/>
                  </a:lnTo>
                  <a:lnTo>
                    <a:pt x="5561" y="13323"/>
                  </a:lnTo>
                  <a:lnTo>
                    <a:pt x="6411" y="13091"/>
                  </a:lnTo>
                  <a:lnTo>
                    <a:pt x="7299" y="12937"/>
                  </a:lnTo>
                  <a:lnTo>
                    <a:pt x="8187" y="12859"/>
                  </a:lnTo>
                  <a:close/>
                  <a:moveTo>
                    <a:pt x="7608" y="1"/>
                  </a:moveTo>
                  <a:lnTo>
                    <a:pt x="6990" y="39"/>
                  </a:lnTo>
                  <a:lnTo>
                    <a:pt x="6450" y="116"/>
                  </a:lnTo>
                  <a:lnTo>
                    <a:pt x="5870" y="232"/>
                  </a:lnTo>
                  <a:lnTo>
                    <a:pt x="5330" y="387"/>
                  </a:lnTo>
                  <a:lnTo>
                    <a:pt x="4789" y="580"/>
                  </a:lnTo>
                  <a:lnTo>
                    <a:pt x="4249" y="812"/>
                  </a:lnTo>
                  <a:lnTo>
                    <a:pt x="3785" y="1120"/>
                  </a:lnTo>
                  <a:lnTo>
                    <a:pt x="3283" y="1429"/>
                  </a:lnTo>
                  <a:lnTo>
                    <a:pt x="2820" y="1777"/>
                  </a:lnTo>
                  <a:lnTo>
                    <a:pt x="2395" y="2163"/>
                  </a:lnTo>
                  <a:lnTo>
                    <a:pt x="2009" y="2588"/>
                  </a:lnTo>
                  <a:lnTo>
                    <a:pt x="1623" y="3013"/>
                  </a:lnTo>
                  <a:lnTo>
                    <a:pt x="1275" y="3515"/>
                  </a:lnTo>
                  <a:lnTo>
                    <a:pt x="966" y="4017"/>
                  </a:lnTo>
                  <a:lnTo>
                    <a:pt x="696" y="4596"/>
                  </a:lnTo>
                  <a:lnTo>
                    <a:pt x="426" y="5252"/>
                  </a:lnTo>
                  <a:lnTo>
                    <a:pt x="233" y="5909"/>
                  </a:lnTo>
                  <a:lnTo>
                    <a:pt x="117" y="6565"/>
                  </a:lnTo>
                  <a:lnTo>
                    <a:pt x="40" y="7222"/>
                  </a:lnTo>
                  <a:lnTo>
                    <a:pt x="1" y="7917"/>
                  </a:lnTo>
                  <a:lnTo>
                    <a:pt x="40" y="8612"/>
                  </a:lnTo>
                  <a:lnTo>
                    <a:pt x="117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6" y="11238"/>
                  </a:lnTo>
                  <a:lnTo>
                    <a:pt x="1005" y="11817"/>
                  </a:lnTo>
                  <a:lnTo>
                    <a:pt x="1352" y="12396"/>
                  </a:lnTo>
                  <a:lnTo>
                    <a:pt x="1739" y="12937"/>
                  </a:lnTo>
                  <a:lnTo>
                    <a:pt x="2202" y="13439"/>
                  </a:lnTo>
                  <a:lnTo>
                    <a:pt x="2704" y="13902"/>
                  </a:lnTo>
                  <a:lnTo>
                    <a:pt x="2781" y="13941"/>
                  </a:lnTo>
                  <a:lnTo>
                    <a:pt x="2820" y="13941"/>
                  </a:lnTo>
                  <a:lnTo>
                    <a:pt x="2936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520"/>
                  </a:lnTo>
                  <a:lnTo>
                    <a:pt x="4133" y="14597"/>
                  </a:lnTo>
                  <a:lnTo>
                    <a:pt x="4557" y="14829"/>
                  </a:lnTo>
                  <a:lnTo>
                    <a:pt x="4982" y="14983"/>
                  </a:lnTo>
                  <a:lnTo>
                    <a:pt x="5407" y="15138"/>
                  </a:lnTo>
                  <a:lnTo>
                    <a:pt x="5870" y="15292"/>
                  </a:lnTo>
                  <a:lnTo>
                    <a:pt x="6334" y="15369"/>
                  </a:lnTo>
                  <a:lnTo>
                    <a:pt x="6797" y="15447"/>
                  </a:lnTo>
                  <a:lnTo>
                    <a:pt x="7299" y="15485"/>
                  </a:lnTo>
                  <a:lnTo>
                    <a:pt x="7763" y="15485"/>
                  </a:lnTo>
                  <a:lnTo>
                    <a:pt x="8226" y="15447"/>
                  </a:lnTo>
                  <a:lnTo>
                    <a:pt x="8689" y="15408"/>
                  </a:lnTo>
                  <a:lnTo>
                    <a:pt x="9153" y="15331"/>
                  </a:lnTo>
                  <a:lnTo>
                    <a:pt x="9616" y="15215"/>
                  </a:lnTo>
                  <a:lnTo>
                    <a:pt x="10079" y="15060"/>
                  </a:lnTo>
                  <a:lnTo>
                    <a:pt x="10543" y="14867"/>
                  </a:lnTo>
                  <a:lnTo>
                    <a:pt x="10968" y="14674"/>
                  </a:lnTo>
                  <a:lnTo>
                    <a:pt x="11392" y="14443"/>
                  </a:lnTo>
                  <a:lnTo>
                    <a:pt x="11856" y="14134"/>
                  </a:lnTo>
                  <a:lnTo>
                    <a:pt x="12319" y="13786"/>
                  </a:lnTo>
                  <a:lnTo>
                    <a:pt x="12744" y="13400"/>
                  </a:lnTo>
                  <a:lnTo>
                    <a:pt x="13130" y="12975"/>
                  </a:lnTo>
                  <a:lnTo>
                    <a:pt x="13478" y="12550"/>
                  </a:lnTo>
                  <a:lnTo>
                    <a:pt x="13786" y="12048"/>
                  </a:lnTo>
                  <a:lnTo>
                    <a:pt x="14057" y="11585"/>
                  </a:lnTo>
                  <a:lnTo>
                    <a:pt x="14288" y="11044"/>
                  </a:lnTo>
                  <a:lnTo>
                    <a:pt x="14520" y="10542"/>
                  </a:lnTo>
                  <a:lnTo>
                    <a:pt x="14675" y="10002"/>
                  </a:lnTo>
                  <a:lnTo>
                    <a:pt x="14829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5" y="6604"/>
                  </a:lnTo>
                  <a:lnTo>
                    <a:pt x="14829" y="5986"/>
                  </a:lnTo>
                  <a:lnTo>
                    <a:pt x="14675" y="5407"/>
                  </a:lnTo>
                  <a:lnTo>
                    <a:pt x="14482" y="4827"/>
                  </a:lnTo>
                  <a:lnTo>
                    <a:pt x="14250" y="4287"/>
                  </a:lnTo>
                  <a:lnTo>
                    <a:pt x="13980" y="3746"/>
                  </a:lnTo>
                  <a:lnTo>
                    <a:pt x="13671" y="3244"/>
                  </a:lnTo>
                  <a:lnTo>
                    <a:pt x="13323" y="2742"/>
                  </a:lnTo>
                  <a:lnTo>
                    <a:pt x="12937" y="2317"/>
                  </a:lnTo>
                  <a:lnTo>
                    <a:pt x="12512" y="1893"/>
                  </a:lnTo>
                  <a:lnTo>
                    <a:pt x="12049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3" y="618"/>
                  </a:lnTo>
                  <a:lnTo>
                    <a:pt x="9964" y="387"/>
                  </a:lnTo>
                  <a:lnTo>
                    <a:pt x="9384" y="232"/>
                  </a:lnTo>
                  <a:lnTo>
                    <a:pt x="8767" y="116"/>
                  </a:lnTo>
                  <a:lnTo>
                    <a:pt x="8187" y="39"/>
                  </a:lnTo>
                  <a:lnTo>
                    <a:pt x="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3"/>
            <p:cNvSpPr/>
            <p:nvPr/>
          </p:nvSpPr>
          <p:spPr>
            <a:xfrm>
              <a:off x="5477175" y="10025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2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3"/>
            <p:cNvSpPr/>
            <p:nvPr/>
          </p:nvSpPr>
          <p:spPr>
            <a:xfrm>
              <a:off x="2850400" y="1030525"/>
              <a:ext cx="475950" cy="686400"/>
            </a:xfrm>
            <a:custGeom>
              <a:avLst/>
              <a:gdLst/>
              <a:ahLst/>
              <a:cxnLst/>
              <a:rect l="l" t="t" r="r" b="b"/>
              <a:pathLst>
                <a:path w="19038" h="27456" extrusionOk="0">
                  <a:moveTo>
                    <a:pt x="18690" y="309"/>
                  </a:moveTo>
                  <a:lnTo>
                    <a:pt x="18690" y="463"/>
                  </a:lnTo>
                  <a:lnTo>
                    <a:pt x="18382" y="2047"/>
                  </a:lnTo>
                  <a:lnTo>
                    <a:pt x="17995" y="3668"/>
                  </a:lnTo>
                  <a:lnTo>
                    <a:pt x="17609" y="5252"/>
                  </a:lnTo>
                  <a:lnTo>
                    <a:pt x="17184" y="6873"/>
                  </a:lnTo>
                  <a:lnTo>
                    <a:pt x="16489" y="6873"/>
                  </a:lnTo>
                  <a:lnTo>
                    <a:pt x="16180" y="6835"/>
                  </a:lnTo>
                  <a:lnTo>
                    <a:pt x="15833" y="6758"/>
                  </a:lnTo>
                  <a:lnTo>
                    <a:pt x="15524" y="6680"/>
                  </a:lnTo>
                  <a:lnTo>
                    <a:pt x="15215" y="6565"/>
                  </a:lnTo>
                  <a:lnTo>
                    <a:pt x="14906" y="6410"/>
                  </a:lnTo>
                  <a:lnTo>
                    <a:pt x="14597" y="6217"/>
                  </a:lnTo>
                  <a:lnTo>
                    <a:pt x="14327" y="6024"/>
                  </a:lnTo>
                  <a:lnTo>
                    <a:pt x="14057" y="5792"/>
                  </a:lnTo>
                  <a:lnTo>
                    <a:pt x="13593" y="5329"/>
                  </a:lnTo>
                  <a:lnTo>
                    <a:pt x="13168" y="4788"/>
                  </a:lnTo>
                  <a:lnTo>
                    <a:pt x="12782" y="4248"/>
                  </a:lnTo>
                  <a:lnTo>
                    <a:pt x="13477" y="3668"/>
                  </a:lnTo>
                  <a:lnTo>
                    <a:pt x="14172" y="3128"/>
                  </a:lnTo>
                  <a:lnTo>
                    <a:pt x="14868" y="2587"/>
                  </a:lnTo>
                  <a:lnTo>
                    <a:pt x="15601" y="2085"/>
                  </a:lnTo>
                  <a:lnTo>
                    <a:pt x="16374" y="1622"/>
                  </a:lnTo>
                  <a:lnTo>
                    <a:pt x="17146" y="1158"/>
                  </a:lnTo>
                  <a:lnTo>
                    <a:pt x="17918" y="734"/>
                  </a:lnTo>
                  <a:lnTo>
                    <a:pt x="18690" y="309"/>
                  </a:lnTo>
                  <a:close/>
                  <a:moveTo>
                    <a:pt x="6063" y="12434"/>
                  </a:moveTo>
                  <a:lnTo>
                    <a:pt x="5793" y="13013"/>
                  </a:lnTo>
                  <a:lnTo>
                    <a:pt x="5600" y="13592"/>
                  </a:lnTo>
                  <a:lnTo>
                    <a:pt x="5446" y="14172"/>
                  </a:lnTo>
                  <a:lnTo>
                    <a:pt x="5291" y="14790"/>
                  </a:lnTo>
                  <a:lnTo>
                    <a:pt x="5252" y="15369"/>
                  </a:lnTo>
                  <a:lnTo>
                    <a:pt x="5214" y="15407"/>
                  </a:lnTo>
                  <a:lnTo>
                    <a:pt x="4750" y="16102"/>
                  </a:lnTo>
                  <a:lnTo>
                    <a:pt x="4287" y="16797"/>
                  </a:lnTo>
                  <a:lnTo>
                    <a:pt x="4171" y="17106"/>
                  </a:lnTo>
                  <a:lnTo>
                    <a:pt x="4017" y="17415"/>
                  </a:lnTo>
                  <a:lnTo>
                    <a:pt x="3824" y="17724"/>
                  </a:lnTo>
                  <a:lnTo>
                    <a:pt x="3746" y="17840"/>
                  </a:lnTo>
                  <a:lnTo>
                    <a:pt x="3631" y="17956"/>
                  </a:lnTo>
                  <a:lnTo>
                    <a:pt x="3476" y="18033"/>
                  </a:lnTo>
                  <a:lnTo>
                    <a:pt x="3283" y="18072"/>
                  </a:lnTo>
                  <a:lnTo>
                    <a:pt x="2858" y="18110"/>
                  </a:lnTo>
                  <a:lnTo>
                    <a:pt x="2009" y="18149"/>
                  </a:lnTo>
                  <a:lnTo>
                    <a:pt x="426" y="18342"/>
                  </a:lnTo>
                  <a:lnTo>
                    <a:pt x="426" y="18342"/>
                  </a:lnTo>
                  <a:lnTo>
                    <a:pt x="850" y="17724"/>
                  </a:lnTo>
                  <a:lnTo>
                    <a:pt x="1275" y="17106"/>
                  </a:lnTo>
                  <a:lnTo>
                    <a:pt x="1661" y="16489"/>
                  </a:lnTo>
                  <a:lnTo>
                    <a:pt x="2009" y="15832"/>
                  </a:lnTo>
                  <a:lnTo>
                    <a:pt x="2549" y="14751"/>
                  </a:lnTo>
                  <a:lnTo>
                    <a:pt x="2820" y="14017"/>
                  </a:lnTo>
                  <a:lnTo>
                    <a:pt x="3013" y="13670"/>
                  </a:lnTo>
                  <a:lnTo>
                    <a:pt x="3206" y="13322"/>
                  </a:lnTo>
                  <a:lnTo>
                    <a:pt x="3360" y="13322"/>
                  </a:lnTo>
                  <a:lnTo>
                    <a:pt x="3399" y="13245"/>
                  </a:lnTo>
                  <a:lnTo>
                    <a:pt x="3438" y="13206"/>
                  </a:lnTo>
                  <a:lnTo>
                    <a:pt x="4750" y="12782"/>
                  </a:lnTo>
                  <a:lnTo>
                    <a:pt x="6063" y="12434"/>
                  </a:lnTo>
                  <a:close/>
                  <a:moveTo>
                    <a:pt x="12551" y="4441"/>
                  </a:moveTo>
                  <a:lnTo>
                    <a:pt x="12898" y="5020"/>
                  </a:lnTo>
                  <a:lnTo>
                    <a:pt x="13362" y="5561"/>
                  </a:lnTo>
                  <a:lnTo>
                    <a:pt x="13864" y="6101"/>
                  </a:lnTo>
                  <a:lnTo>
                    <a:pt x="14172" y="6333"/>
                  </a:lnTo>
                  <a:lnTo>
                    <a:pt x="14443" y="6565"/>
                  </a:lnTo>
                  <a:lnTo>
                    <a:pt x="14752" y="6758"/>
                  </a:lnTo>
                  <a:lnTo>
                    <a:pt x="15061" y="6951"/>
                  </a:lnTo>
                  <a:lnTo>
                    <a:pt x="15370" y="7067"/>
                  </a:lnTo>
                  <a:lnTo>
                    <a:pt x="15717" y="7182"/>
                  </a:lnTo>
                  <a:lnTo>
                    <a:pt x="16026" y="7260"/>
                  </a:lnTo>
                  <a:lnTo>
                    <a:pt x="16721" y="7260"/>
                  </a:lnTo>
                  <a:lnTo>
                    <a:pt x="17107" y="7182"/>
                  </a:lnTo>
                  <a:lnTo>
                    <a:pt x="16682" y="8573"/>
                  </a:lnTo>
                  <a:lnTo>
                    <a:pt x="16180" y="9963"/>
                  </a:lnTo>
                  <a:lnTo>
                    <a:pt x="15756" y="11160"/>
                  </a:lnTo>
                  <a:lnTo>
                    <a:pt x="15254" y="12357"/>
                  </a:lnTo>
                  <a:lnTo>
                    <a:pt x="14752" y="13515"/>
                  </a:lnTo>
                  <a:lnTo>
                    <a:pt x="14172" y="14635"/>
                  </a:lnTo>
                  <a:lnTo>
                    <a:pt x="13555" y="15793"/>
                  </a:lnTo>
                  <a:lnTo>
                    <a:pt x="13207" y="16373"/>
                  </a:lnTo>
                  <a:lnTo>
                    <a:pt x="12860" y="16952"/>
                  </a:lnTo>
                  <a:lnTo>
                    <a:pt x="12473" y="17493"/>
                  </a:lnTo>
                  <a:lnTo>
                    <a:pt x="12087" y="17995"/>
                  </a:lnTo>
                  <a:lnTo>
                    <a:pt x="11624" y="18458"/>
                  </a:lnTo>
                  <a:lnTo>
                    <a:pt x="11161" y="18883"/>
                  </a:lnTo>
                  <a:lnTo>
                    <a:pt x="10620" y="19230"/>
                  </a:lnTo>
                  <a:lnTo>
                    <a:pt x="10079" y="19462"/>
                  </a:lnTo>
                  <a:lnTo>
                    <a:pt x="9809" y="19578"/>
                  </a:lnTo>
                  <a:lnTo>
                    <a:pt x="9539" y="19655"/>
                  </a:lnTo>
                  <a:lnTo>
                    <a:pt x="9230" y="19694"/>
                  </a:lnTo>
                  <a:lnTo>
                    <a:pt x="8959" y="19732"/>
                  </a:lnTo>
                  <a:lnTo>
                    <a:pt x="8689" y="19732"/>
                  </a:lnTo>
                  <a:lnTo>
                    <a:pt x="8380" y="19694"/>
                  </a:lnTo>
                  <a:lnTo>
                    <a:pt x="8110" y="19616"/>
                  </a:lnTo>
                  <a:lnTo>
                    <a:pt x="7840" y="19539"/>
                  </a:lnTo>
                  <a:lnTo>
                    <a:pt x="7569" y="19423"/>
                  </a:lnTo>
                  <a:lnTo>
                    <a:pt x="7299" y="19269"/>
                  </a:lnTo>
                  <a:lnTo>
                    <a:pt x="7067" y="19114"/>
                  </a:lnTo>
                  <a:lnTo>
                    <a:pt x="6836" y="18883"/>
                  </a:lnTo>
                  <a:lnTo>
                    <a:pt x="6450" y="18458"/>
                  </a:lnTo>
                  <a:lnTo>
                    <a:pt x="6141" y="17956"/>
                  </a:lnTo>
                  <a:lnTo>
                    <a:pt x="5870" y="17454"/>
                  </a:lnTo>
                  <a:lnTo>
                    <a:pt x="5716" y="16913"/>
                  </a:lnTo>
                  <a:lnTo>
                    <a:pt x="5639" y="16334"/>
                  </a:lnTo>
                  <a:lnTo>
                    <a:pt x="5600" y="15755"/>
                  </a:lnTo>
                  <a:lnTo>
                    <a:pt x="5639" y="15214"/>
                  </a:lnTo>
                  <a:lnTo>
                    <a:pt x="5716" y="14635"/>
                  </a:lnTo>
                  <a:lnTo>
                    <a:pt x="5832" y="14056"/>
                  </a:lnTo>
                  <a:lnTo>
                    <a:pt x="6025" y="13515"/>
                  </a:lnTo>
                  <a:lnTo>
                    <a:pt x="6218" y="13013"/>
                  </a:lnTo>
                  <a:lnTo>
                    <a:pt x="6450" y="12473"/>
                  </a:lnTo>
                  <a:lnTo>
                    <a:pt x="6952" y="11469"/>
                  </a:lnTo>
                  <a:lnTo>
                    <a:pt x="7531" y="10465"/>
                  </a:lnTo>
                  <a:lnTo>
                    <a:pt x="8149" y="9461"/>
                  </a:lnTo>
                  <a:lnTo>
                    <a:pt x="8844" y="8495"/>
                  </a:lnTo>
                  <a:lnTo>
                    <a:pt x="9539" y="7530"/>
                  </a:lnTo>
                  <a:lnTo>
                    <a:pt x="10311" y="6642"/>
                  </a:lnTo>
                  <a:lnTo>
                    <a:pt x="10852" y="6063"/>
                  </a:lnTo>
                  <a:lnTo>
                    <a:pt x="11392" y="5522"/>
                  </a:lnTo>
                  <a:lnTo>
                    <a:pt x="11971" y="4981"/>
                  </a:lnTo>
                  <a:lnTo>
                    <a:pt x="12551" y="4441"/>
                  </a:lnTo>
                  <a:close/>
                  <a:moveTo>
                    <a:pt x="5986" y="18419"/>
                  </a:moveTo>
                  <a:lnTo>
                    <a:pt x="6218" y="18767"/>
                  </a:lnTo>
                  <a:lnTo>
                    <a:pt x="6450" y="19076"/>
                  </a:lnTo>
                  <a:lnTo>
                    <a:pt x="6758" y="19346"/>
                  </a:lnTo>
                  <a:lnTo>
                    <a:pt x="7067" y="19616"/>
                  </a:lnTo>
                  <a:lnTo>
                    <a:pt x="7415" y="19809"/>
                  </a:lnTo>
                  <a:lnTo>
                    <a:pt x="7801" y="19964"/>
                  </a:lnTo>
                  <a:lnTo>
                    <a:pt x="8187" y="20080"/>
                  </a:lnTo>
                  <a:lnTo>
                    <a:pt x="8612" y="20118"/>
                  </a:lnTo>
                  <a:lnTo>
                    <a:pt x="8535" y="20466"/>
                  </a:lnTo>
                  <a:lnTo>
                    <a:pt x="8496" y="20852"/>
                  </a:lnTo>
                  <a:lnTo>
                    <a:pt x="7994" y="20813"/>
                  </a:lnTo>
                  <a:lnTo>
                    <a:pt x="7531" y="20698"/>
                  </a:lnTo>
                  <a:lnTo>
                    <a:pt x="7106" y="20504"/>
                  </a:lnTo>
                  <a:lnTo>
                    <a:pt x="6720" y="20273"/>
                  </a:lnTo>
                  <a:lnTo>
                    <a:pt x="6334" y="20002"/>
                  </a:lnTo>
                  <a:lnTo>
                    <a:pt x="6025" y="19655"/>
                  </a:lnTo>
                  <a:lnTo>
                    <a:pt x="5716" y="19307"/>
                  </a:lnTo>
                  <a:lnTo>
                    <a:pt x="5446" y="18883"/>
                  </a:lnTo>
                  <a:lnTo>
                    <a:pt x="5446" y="18844"/>
                  </a:lnTo>
                  <a:lnTo>
                    <a:pt x="5986" y="18419"/>
                  </a:lnTo>
                  <a:close/>
                  <a:moveTo>
                    <a:pt x="5291" y="18960"/>
                  </a:moveTo>
                  <a:lnTo>
                    <a:pt x="5523" y="19462"/>
                  </a:lnTo>
                  <a:lnTo>
                    <a:pt x="5793" y="19887"/>
                  </a:lnTo>
                  <a:lnTo>
                    <a:pt x="6141" y="20234"/>
                  </a:lnTo>
                  <a:lnTo>
                    <a:pt x="6527" y="20582"/>
                  </a:lnTo>
                  <a:lnTo>
                    <a:pt x="6952" y="20813"/>
                  </a:lnTo>
                  <a:lnTo>
                    <a:pt x="7453" y="21006"/>
                  </a:lnTo>
                  <a:lnTo>
                    <a:pt x="7955" y="21122"/>
                  </a:lnTo>
                  <a:lnTo>
                    <a:pt x="8457" y="21161"/>
                  </a:lnTo>
                  <a:lnTo>
                    <a:pt x="8496" y="21702"/>
                  </a:lnTo>
                  <a:lnTo>
                    <a:pt x="7878" y="21624"/>
                  </a:lnTo>
                  <a:lnTo>
                    <a:pt x="7299" y="21508"/>
                  </a:lnTo>
                  <a:lnTo>
                    <a:pt x="6797" y="21315"/>
                  </a:lnTo>
                  <a:lnTo>
                    <a:pt x="6295" y="21084"/>
                  </a:lnTo>
                  <a:lnTo>
                    <a:pt x="5870" y="20775"/>
                  </a:lnTo>
                  <a:lnTo>
                    <a:pt x="5446" y="20389"/>
                  </a:lnTo>
                  <a:lnTo>
                    <a:pt x="5021" y="19964"/>
                  </a:lnTo>
                  <a:lnTo>
                    <a:pt x="4673" y="19501"/>
                  </a:lnTo>
                  <a:lnTo>
                    <a:pt x="4828" y="19385"/>
                  </a:lnTo>
                  <a:lnTo>
                    <a:pt x="4982" y="19269"/>
                  </a:lnTo>
                  <a:lnTo>
                    <a:pt x="5291" y="18960"/>
                  </a:lnTo>
                  <a:close/>
                  <a:moveTo>
                    <a:pt x="13555" y="16527"/>
                  </a:moveTo>
                  <a:lnTo>
                    <a:pt x="13748" y="17184"/>
                  </a:lnTo>
                  <a:lnTo>
                    <a:pt x="13979" y="17840"/>
                  </a:lnTo>
                  <a:lnTo>
                    <a:pt x="14250" y="18458"/>
                  </a:lnTo>
                  <a:lnTo>
                    <a:pt x="14597" y="19037"/>
                  </a:lnTo>
                  <a:lnTo>
                    <a:pt x="13670" y="20157"/>
                  </a:lnTo>
                  <a:lnTo>
                    <a:pt x="12782" y="21315"/>
                  </a:lnTo>
                  <a:lnTo>
                    <a:pt x="11083" y="23748"/>
                  </a:lnTo>
                  <a:lnTo>
                    <a:pt x="10736" y="22783"/>
                  </a:lnTo>
                  <a:lnTo>
                    <a:pt x="10350" y="21856"/>
                  </a:lnTo>
                  <a:lnTo>
                    <a:pt x="10234" y="21586"/>
                  </a:lnTo>
                  <a:lnTo>
                    <a:pt x="10195" y="21354"/>
                  </a:lnTo>
                  <a:lnTo>
                    <a:pt x="10195" y="21238"/>
                  </a:lnTo>
                  <a:lnTo>
                    <a:pt x="10234" y="21122"/>
                  </a:lnTo>
                  <a:lnTo>
                    <a:pt x="10388" y="20813"/>
                  </a:lnTo>
                  <a:lnTo>
                    <a:pt x="10813" y="20234"/>
                  </a:lnTo>
                  <a:lnTo>
                    <a:pt x="11199" y="19578"/>
                  </a:lnTo>
                  <a:lnTo>
                    <a:pt x="11199" y="19501"/>
                  </a:lnTo>
                  <a:lnTo>
                    <a:pt x="11199" y="19462"/>
                  </a:lnTo>
                  <a:lnTo>
                    <a:pt x="11161" y="19346"/>
                  </a:lnTo>
                  <a:lnTo>
                    <a:pt x="11585" y="18999"/>
                  </a:lnTo>
                  <a:lnTo>
                    <a:pt x="11971" y="18612"/>
                  </a:lnTo>
                  <a:lnTo>
                    <a:pt x="12358" y="18226"/>
                  </a:lnTo>
                  <a:lnTo>
                    <a:pt x="12705" y="17801"/>
                  </a:lnTo>
                  <a:lnTo>
                    <a:pt x="13130" y="17184"/>
                  </a:lnTo>
                  <a:lnTo>
                    <a:pt x="13555" y="16527"/>
                  </a:lnTo>
                  <a:close/>
                  <a:moveTo>
                    <a:pt x="5677" y="21161"/>
                  </a:moveTo>
                  <a:lnTo>
                    <a:pt x="5948" y="21393"/>
                  </a:lnTo>
                  <a:lnTo>
                    <a:pt x="6256" y="21547"/>
                  </a:lnTo>
                  <a:lnTo>
                    <a:pt x="6565" y="21702"/>
                  </a:lnTo>
                  <a:lnTo>
                    <a:pt x="6913" y="21817"/>
                  </a:lnTo>
                  <a:lnTo>
                    <a:pt x="6836" y="22010"/>
                  </a:lnTo>
                  <a:lnTo>
                    <a:pt x="6797" y="22204"/>
                  </a:lnTo>
                  <a:lnTo>
                    <a:pt x="6643" y="22088"/>
                  </a:lnTo>
                  <a:lnTo>
                    <a:pt x="6604" y="22010"/>
                  </a:lnTo>
                  <a:lnTo>
                    <a:pt x="6411" y="22010"/>
                  </a:lnTo>
                  <a:lnTo>
                    <a:pt x="6372" y="22088"/>
                  </a:lnTo>
                  <a:lnTo>
                    <a:pt x="6218" y="22628"/>
                  </a:lnTo>
                  <a:lnTo>
                    <a:pt x="6025" y="23092"/>
                  </a:lnTo>
                  <a:lnTo>
                    <a:pt x="5832" y="23594"/>
                  </a:lnTo>
                  <a:lnTo>
                    <a:pt x="5600" y="24057"/>
                  </a:lnTo>
                  <a:lnTo>
                    <a:pt x="5330" y="24482"/>
                  </a:lnTo>
                  <a:lnTo>
                    <a:pt x="5021" y="24907"/>
                  </a:lnTo>
                  <a:lnTo>
                    <a:pt x="4712" y="25331"/>
                  </a:lnTo>
                  <a:lnTo>
                    <a:pt x="4364" y="25717"/>
                  </a:lnTo>
                  <a:lnTo>
                    <a:pt x="4248" y="25293"/>
                  </a:lnTo>
                  <a:lnTo>
                    <a:pt x="4171" y="24868"/>
                  </a:lnTo>
                  <a:lnTo>
                    <a:pt x="4171" y="24482"/>
                  </a:lnTo>
                  <a:lnTo>
                    <a:pt x="4210" y="24057"/>
                  </a:lnTo>
                  <a:lnTo>
                    <a:pt x="4326" y="23671"/>
                  </a:lnTo>
                  <a:lnTo>
                    <a:pt x="4480" y="23285"/>
                  </a:lnTo>
                  <a:lnTo>
                    <a:pt x="4673" y="22899"/>
                  </a:lnTo>
                  <a:lnTo>
                    <a:pt x="4944" y="22512"/>
                  </a:lnTo>
                  <a:lnTo>
                    <a:pt x="5175" y="22204"/>
                  </a:lnTo>
                  <a:lnTo>
                    <a:pt x="5330" y="21895"/>
                  </a:lnTo>
                  <a:lnTo>
                    <a:pt x="5407" y="21740"/>
                  </a:lnTo>
                  <a:lnTo>
                    <a:pt x="5407" y="21586"/>
                  </a:lnTo>
                  <a:lnTo>
                    <a:pt x="5368" y="21470"/>
                  </a:lnTo>
                  <a:lnTo>
                    <a:pt x="5291" y="21315"/>
                  </a:lnTo>
                  <a:lnTo>
                    <a:pt x="5446" y="21238"/>
                  </a:lnTo>
                  <a:lnTo>
                    <a:pt x="5677" y="21161"/>
                  </a:lnTo>
                  <a:close/>
                  <a:moveTo>
                    <a:pt x="4905" y="20466"/>
                  </a:moveTo>
                  <a:lnTo>
                    <a:pt x="5175" y="20736"/>
                  </a:lnTo>
                  <a:lnTo>
                    <a:pt x="5484" y="21006"/>
                  </a:lnTo>
                  <a:lnTo>
                    <a:pt x="5252" y="21084"/>
                  </a:lnTo>
                  <a:lnTo>
                    <a:pt x="5021" y="21161"/>
                  </a:lnTo>
                  <a:lnTo>
                    <a:pt x="4982" y="21200"/>
                  </a:lnTo>
                  <a:lnTo>
                    <a:pt x="4944" y="21277"/>
                  </a:lnTo>
                  <a:lnTo>
                    <a:pt x="4982" y="21354"/>
                  </a:lnTo>
                  <a:lnTo>
                    <a:pt x="5021" y="21393"/>
                  </a:lnTo>
                  <a:lnTo>
                    <a:pt x="5059" y="21470"/>
                  </a:lnTo>
                  <a:lnTo>
                    <a:pt x="5098" y="21547"/>
                  </a:lnTo>
                  <a:lnTo>
                    <a:pt x="5059" y="21779"/>
                  </a:lnTo>
                  <a:lnTo>
                    <a:pt x="4905" y="22049"/>
                  </a:lnTo>
                  <a:lnTo>
                    <a:pt x="4750" y="22358"/>
                  </a:lnTo>
                  <a:lnTo>
                    <a:pt x="4364" y="22937"/>
                  </a:lnTo>
                  <a:lnTo>
                    <a:pt x="4133" y="23323"/>
                  </a:lnTo>
                  <a:lnTo>
                    <a:pt x="3940" y="23748"/>
                  </a:lnTo>
                  <a:lnTo>
                    <a:pt x="3862" y="24212"/>
                  </a:lnTo>
                  <a:lnTo>
                    <a:pt x="3824" y="24714"/>
                  </a:lnTo>
                  <a:lnTo>
                    <a:pt x="3862" y="25177"/>
                  </a:lnTo>
                  <a:lnTo>
                    <a:pt x="3940" y="25409"/>
                  </a:lnTo>
                  <a:lnTo>
                    <a:pt x="4017" y="25640"/>
                  </a:lnTo>
                  <a:lnTo>
                    <a:pt x="4133" y="25872"/>
                  </a:lnTo>
                  <a:lnTo>
                    <a:pt x="4248" y="26065"/>
                  </a:lnTo>
                  <a:lnTo>
                    <a:pt x="4287" y="26104"/>
                  </a:lnTo>
                  <a:lnTo>
                    <a:pt x="4364" y="26104"/>
                  </a:lnTo>
                  <a:lnTo>
                    <a:pt x="4403" y="26065"/>
                  </a:lnTo>
                  <a:lnTo>
                    <a:pt x="4442" y="25988"/>
                  </a:lnTo>
                  <a:lnTo>
                    <a:pt x="4480" y="25988"/>
                  </a:lnTo>
                  <a:lnTo>
                    <a:pt x="4828" y="25602"/>
                  </a:lnTo>
                  <a:lnTo>
                    <a:pt x="5175" y="25215"/>
                  </a:lnTo>
                  <a:lnTo>
                    <a:pt x="5484" y="24791"/>
                  </a:lnTo>
                  <a:lnTo>
                    <a:pt x="5793" y="24366"/>
                  </a:lnTo>
                  <a:lnTo>
                    <a:pt x="6025" y="23903"/>
                  </a:lnTo>
                  <a:lnTo>
                    <a:pt x="6256" y="23439"/>
                  </a:lnTo>
                  <a:lnTo>
                    <a:pt x="6450" y="22937"/>
                  </a:lnTo>
                  <a:lnTo>
                    <a:pt x="6604" y="22435"/>
                  </a:lnTo>
                  <a:lnTo>
                    <a:pt x="6720" y="22551"/>
                  </a:lnTo>
                  <a:lnTo>
                    <a:pt x="6913" y="22590"/>
                  </a:lnTo>
                  <a:lnTo>
                    <a:pt x="6952" y="22628"/>
                  </a:lnTo>
                  <a:lnTo>
                    <a:pt x="7029" y="22590"/>
                  </a:lnTo>
                  <a:lnTo>
                    <a:pt x="7067" y="22512"/>
                  </a:lnTo>
                  <a:lnTo>
                    <a:pt x="7067" y="22474"/>
                  </a:lnTo>
                  <a:lnTo>
                    <a:pt x="7145" y="21895"/>
                  </a:lnTo>
                  <a:lnTo>
                    <a:pt x="7608" y="22010"/>
                  </a:lnTo>
                  <a:lnTo>
                    <a:pt x="7724" y="22512"/>
                  </a:lnTo>
                  <a:lnTo>
                    <a:pt x="7762" y="23014"/>
                  </a:lnTo>
                  <a:lnTo>
                    <a:pt x="7801" y="23555"/>
                  </a:lnTo>
                  <a:lnTo>
                    <a:pt x="7801" y="24057"/>
                  </a:lnTo>
                  <a:lnTo>
                    <a:pt x="7608" y="23903"/>
                  </a:lnTo>
                  <a:lnTo>
                    <a:pt x="7492" y="23671"/>
                  </a:lnTo>
                  <a:lnTo>
                    <a:pt x="7376" y="23439"/>
                  </a:lnTo>
                  <a:lnTo>
                    <a:pt x="7338" y="23169"/>
                  </a:lnTo>
                  <a:lnTo>
                    <a:pt x="7338" y="23092"/>
                  </a:lnTo>
                  <a:lnTo>
                    <a:pt x="7299" y="23053"/>
                  </a:lnTo>
                  <a:lnTo>
                    <a:pt x="7183" y="23014"/>
                  </a:lnTo>
                  <a:lnTo>
                    <a:pt x="7106" y="23014"/>
                  </a:lnTo>
                  <a:lnTo>
                    <a:pt x="7067" y="23053"/>
                  </a:lnTo>
                  <a:lnTo>
                    <a:pt x="7029" y="23092"/>
                  </a:lnTo>
                  <a:lnTo>
                    <a:pt x="6990" y="23169"/>
                  </a:lnTo>
                  <a:lnTo>
                    <a:pt x="6952" y="23787"/>
                  </a:lnTo>
                  <a:lnTo>
                    <a:pt x="6797" y="24405"/>
                  </a:lnTo>
                  <a:lnTo>
                    <a:pt x="6681" y="24675"/>
                  </a:lnTo>
                  <a:lnTo>
                    <a:pt x="6565" y="24984"/>
                  </a:lnTo>
                  <a:lnTo>
                    <a:pt x="6411" y="25254"/>
                  </a:lnTo>
                  <a:lnTo>
                    <a:pt x="6218" y="25524"/>
                  </a:lnTo>
                  <a:lnTo>
                    <a:pt x="5832" y="25988"/>
                  </a:lnTo>
                  <a:lnTo>
                    <a:pt x="5600" y="26219"/>
                  </a:lnTo>
                  <a:lnTo>
                    <a:pt x="5368" y="26451"/>
                  </a:lnTo>
                  <a:lnTo>
                    <a:pt x="5098" y="26644"/>
                  </a:lnTo>
                  <a:lnTo>
                    <a:pt x="4828" y="26799"/>
                  </a:lnTo>
                  <a:lnTo>
                    <a:pt x="4557" y="26953"/>
                  </a:lnTo>
                  <a:lnTo>
                    <a:pt x="4248" y="27030"/>
                  </a:lnTo>
                  <a:lnTo>
                    <a:pt x="4017" y="27030"/>
                  </a:lnTo>
                  <a:lnTo>
                    <a:pt x="3862" y="26992"/>
                  </a:lnTo>
                  <a:lnTo>
                    <a:pt x="3708" y="26915"/>
                  </a:lnTo>
                  <a:lnTo>
                    <a:pt x="3592" y="26760"/>
                  </a:lnTo>
                  <a:lnTo>
                    <a:pt x="3515" y="26606"/>
                  </a:lnTo>
                  <a:lnTo>
                    <a:pt x="3438" y="26413"/>
                  </a:lnTo>
                  <a:lnTo>
                    <a:pt x="3322" y="25988"/>
                  </a:lnTo>
                  <a:lnTo>
                    <a:pt x="3206" y="25293"/>
                  </a:lnTo>
                  <a:lnTo>
                    <a:pt x="3167" y="24945"/>
                  </a:lnTo>
                  <a:lnTo>
                    <a:pt x="3167" y="24598"/>
                  </a:lnTo>
                  <a:lnTo>
                    <a:pt x="3206" y="24173"/>
                  </a:lnTo>
                  <a:lnTo>
                    <a:pt x="3283" y="23787"/>
                  </a:lnTo>
                  <a:lnTo>
                    <a:pt x="3360" y="23401"/>
                  </a:lnTo>
                  <a:lnTo>
                    <a:pt x="3515" y="23014"/>
                  </a:lnTo>
                  <a:lnTo>
                    <a:pt x="3708" y="22667"/>
                  </a:lnTo>
                  <a:lnTo>
                    <a:pt x="3901" y="22319"/>
                  </a:lnTo>
                  <a:lnTo>
                    <a:pt x="4171" y="22010"/>
                  </a:lnTo>
                  <a:lnTo>
                    <a:pt x="4480" y="21702"/>
                  </a:lnTo>
                  <a:lnTo>
                    <a:pt x="4519" y="21624"/>
                  </a:lnTo>
                  <a:lnTo>
                    <a:pt x="4519" y="21547"/>
                  </a:lnTo>
                  <a:lnTo>
                    <a:pt x="4442" y="21470"/>
                  </a:lnTo>
                  <a:lnTo>
                    <a:pt x="4364" y="21431"/>
                  </a:lnTo>
                  <a:lnTo>
                    <a:pt x="3553" y="21315"/>
                  </a:lnTo>
                  <a:lnTo>
                    <a:pt x="3862" y="21045"/>
                  </a:lnTo>
                  <a:lnTo>
                    <a:pt x="4171" y="20775"/>
                  </a:lnTo>
                  <a:lnTo>
                    <a:pt x="4519" y="20582"/>
                  </a:lnTo>
                  <a:lnTo>
                    <a:pt x="4905" y="20466"/>
                  </a:lnTo>
                  <a:close/>
                  <a:moveTo>
                    <a:pt x="18845" y="0"/>
                  </a:moveTo>
                  <a:lnTo>
                    <a:pt x="18806" y="77"/>
                  </a:lnTo>
                  <a:lnTo>
                    <a:pt x="18729" y="39"/>
                  </a:lnTo>
                  <a:lnTo>
                    <a:pt x="18652" y="39"/>
                  </a:lnTo>
                  <a:lnTo>
                    <a:pt x="17455" y="618"/>
                  </a:lnTo>
                  <a:lnTo>
                    <a:pt x="16296" y="1236"/>
                  </a:lnTo>
                  <a:lnTo>
                    <a:pt x="15215" y="1931"/>
                  </a:lnTo>
                  <a:lnTo>
                    <a:pt x="14134" y="2664"/>
                  </a:lnTo>
                  <a:lnTo>
                    <a:pt x="13091" y="3475"/>
                  </a:lnTo>
                  <a:lnTo>
                    <a:pt x="12087" y="4325"/>
                  </a:lnTo>
                  <a:lnTo>
                    <a:pt x="11161" y="5213"/>
                  </a:lnTo>
                  <a:lnTo>
                    <a:pt x="10272" y="6178"/>
                  </a:lnTo>
                  <a:lnTo>
                    <a:pt x="9384" y="7144"/>
                  </a:lnTo>
                  <a:lnTo>
                    <a:pt x="8573" y="8186"/>
                  </a:lnTo>
                  <a:lnTo>
                    <a:pt x="7840" y="9268"/>
                  </a:lnTo>
                  <a:lnTo>
                    <a:pt x="7145" y="10387"/>
                  </a:lnTo>
                  <a:lnTo>
                    <a:pt x="6643" y="11276"/>
                  </a:lnTo>
                  <a:lnTo>
                    <a:pt x="6179" y="12164"/>
                  </a:lnTo>
                  <a:lnTo>
                    <a:pt x="5368" y="12241"/>
                  </a:lnTo>
                  <a:lnTo>
                    <a:pt x="4557" y="12395"/>
                  </a:lnTo>
                  <a:lnTo>
                    <a:pt x="3785" y="12627"/>
                  </a:lnTo>
                  <a:lnTo>
                    <a:pt x="3013" y="12936"/>
                  </a:lnTo>
                  <a:lnTo>
                    <a:pt x="2936" y="12975"/>
                  </a:lnTo>
                  <a:lnTo>
                    <a:pt x="2897" y="13013"/>
                  </a:lnTo>
                  <a:lnTo>
                    <a:pt x="2897" y="13168"/>
                  </a:lnTo>
                  <a:lnTo>
                    <a:pt x="2704" y="13361"/>
                  </a:lnTo>
                  <a:lnTo>
                    <a:pt x="2549" y="13592"/>
                  </a:lnTo>
                  <a:lnTo>
                    <a:pt x="2395" y="13863"/>
                  </a:lnTo>
                  <a:lnTo>
                    <a:pt x="2279" y="14133"/>
                  </a:lnTo>
                  <a:lnTo>
                    <a:pt x="2086" y="14712"/>
                  </a:lnTo>
                  <a:lnTo>
                    <a:pt x="1854" y="15214"/>
                  </a:lnTo>
                  <a:lnTo>
                    <a:pt x="1430" y="15987"/>
                  </a:lnTo>
                  <a:lnTo>
                    <a:pt x="1005" y="16759"/>
                  </a:lnTo>
                  <a:lnTo>
                    <a:pt x="541" y="17493"/>
                  </a:lnTo>
                  <a:lnTo>
                    <a:pt x="39" y="18226"/>
                  </a:lnTo>
                  <a:lnTo>
                    <a:pt x="1" y="18303"/>
                  </a:lnTo>
                  <a:lnTo>
                    <a:pt x="1" y="18381"/>
                  </a:lnTo>
                  <a:lnTo>
                    <a:pt x="39" y="18419"/>
                  </a:lnTo>
                  <a:lnTo>
                    <a:pt x="117" y="18458"/>
                  </a:lnTo>
                  <a:lnTo>
                    <a:pt x="117" y="18535"/>
                  </a:lnTo>
                  <a:lnTo>
                    <a:pt x="117" y="18612"/>
                  </a:lnTo>
                  <a:lnTo>
                    <a:pt x="155" y="18651"/>
                  </a:lnTo>
                  <a:lnTo>
                    <a:pt x="233" y="18690"/>
                  </a:lnTo>
                  <a:lnTo>
                    <a:pt x="1159" y="18612"/>
                  </a:lnTo>
                  <a:lnTo>
                    <a:pt x="2086" y="18574"/>
                  </a:lnTo>
                  <a:lnTo>
                    <a:pt x="3901" y="18381"/>
                  </a:lnTo>
                  <a:lnTo>
                    <a:pt x="3978" y="18342"/>
                  </a:lnTo>
                  <a:lnTo>
                    <a:pt x="4055" y="18265"/>
                  </a:lnTo>
                  <a:lnTo>
                    <a:pt x="4596" y="17106"/>
                  </a:lnTo>
                  <a:lnTo>
                    <a:pt x="5252" y="15987"/>
                  </a:lnTo>
                  <a:lnTo>
                    <a:pt x="5291" y="16566"/>
                  </a:lnTo>
                  <a:lnTo>
                    <a:pt x="5446" y="17106"/>
                  </a:lnTo>
                  <a:lnTo>
                    <a:pt x="5600" y="17647"/>
                  </a:lnTo>
                  <a:lnTo>
                    <a:pt x="5832" y="18188"/>
                  </a:lnTo>
                  <a:lnTo>
                    <a:pt x="5446" y="18381"/>
                  </a:lnTo>
                  <a:lnTo>
                    <a:pt x="5059" y="18651"/>
                  </a:lnTo>
                  <a:lnTo>
                    <a:pt x="4673" y="18960"/>
                  </a:lnTo>
                  <a:lnTo>
                    <a:pt x="4519" y="19153"/>
                  </a:lnTo>
                  <a:lnTo>
                    <a:pt x="4403" y="19346"/>
                  </a:lnTo>
                  <a:lnTo>
                    <a:pt x="4403" y="19423"/>
                  </a:lnTo>
                  <a:lnTo>
                    <a:pt x="4442" y="19501"/>
                  </a:lnTo>
                  <a:lnTo>
                    <a:pt x="4442" y="19539"/>
                  </a:lnTo>
                  <a:lnTo>
                    <a:pt x="4442" y="19616"/>
                  </a:lnTo>
                  <a:lnTo>
                    <a:pt x="4596" y="19964"/>
                  </a:lnTo>
                  <a:lnTo>
                    <a:pt x="4789" y="20273"/>
                  </a:lnTo>
                  <a:lnTo>
                    <a:pt x="4519" y="20311"/>
                  </a:lnTo>
                  <a:lnTo>
                    <a:pt x="4287" y="20389"/>
                  </a:lnTo>
                  <a:lnTo>
                    <a:pt x="4055" y="20504"/>
                  </a:lnTo>
                  <a:lnTo>
                    <a:pt x="3862" y="20620"/>
                  </a:lnTo>
                  <a:lnTo>
                    <a:pt x="3669" y="20775"/>
                  </a:lnTo>
                  <a:lnTo>
                    <a:pt x="3476" y="20968"/>
                  </a:lnTo>
                  <a:lnTo>
                    <a:pt x="3283" y="21161"/>
                  </a:lnTo>
                  <a:lnTo>
                    <a:pt x="3129" y="21354"/>
                  </a:lnTo>
                  <a:lnTo>
                    <a:pt x="3090" y="21431"/>
                  </a:lnTo>
                  <a:lnTo>
                    <a:pt x="3129" y="21508"/>
                  </a:lnTo>
                  <a:lnTo>
                    <a:pt x="3167" y="21586"/>
                  </a:lnTo>
                  <a:lnTo>
                    <a:pt x="3244" y="21624"/>
                  </a:lnTo>
                  <a:lnTo>
                    <a:pt x="4017" y="21702"/>
                  </a:lnTo>
                  <a:lnTo>
                    <a:pt x="3746" y="22010"/>
                  </a:lnTo>
                  <a:lnTo>
                    <a:pt x="3476" y="22358"/>
                  </a:lnTo>
                  <a:lnTo>
                    <a:pt x="3283" y="22706"/>
                  </a:lnTo>
                  <a:lnTo>
                    <a:pt x="3129" y="23092"/>
                  </a:lnTo>
                  <a:lnTo>
                    <a:pt x="3013" y="23478"/>
                  </a:lnTo>
                  <a:lnTo>
                    <a:pt x="2897" y="23864"/>
                  </a:lnTo>
                  <a:lnTo>
                    <a:pt x="2858" y="24289"/>
                  </a:lnTo>
                  <a:lnTo>
                    <a:pt x="2858" y="24714"/>
                  </a:lnTo>
                  <a:lnTo>
                    <a:pt x="2858" y="25370"/>
                  </a:lnTo>
                  <a:lnTo>
                    <a:pt x="2897" y="25795"/>
                  </a:lnTo>
                  <a:lnTo>
                    <a:pt x="2974" y="26219"/>
                  </a:lnTo>
                  <a:lnTo>
                    <a:pt x="3090" y="26644"/>
                  </a:lnTo>
                  <a:lnTo>
                    <a:pt x="3244" y="26992"/>
                  </a:lnTo>
                  <a:lnTo>
                    <a:pt x="3360" y="27146"/>
                  </a:lnTo>
                  <a:lnTo>
                    <a:pt x="3438" y="27262"/>
                  </a:lnTo>
                  <a:lnTo>
                    <a:pt x="3553" y="27378"/>
                  </a:lnTo>
                  <a:lnTo>
                    <a:pt x="3708" y="27417"/>
                  </a:lnTo>
                  <a:lnTo>
                    <a:pt x="3862" y="27455"/>
                  </a:lnTo>
                  <a:lnTo>
                    <a:pt x="4017" y="27455"/>
                  </a:lnTo>
                  <a:lnTo>
                    <a:pt x="4364" y="27417"/>
                  </a:lnTo>
                  <a:lnTo>
                    <a:pt x="4750" y="27262"/>
                  </a:lnTo>
                  <a:lnTo>
                    <a:pt x="5098" y="27069"/>
                  </a:lnTo>
                  <a:lnTo>
                    <a:pt x="5407" y="26837"/>
                  </a:lnTo>
                  <a:lnTo>
                    <a:pt x="5716" y="26567"/>
                  </a:lnTo>
                  <a:lnTo>
                    <a:pt x="6218" y="26065"/>
                  </a:lnTo>
                  <a:lnTo>
                    <a:pt x="6565" y="25602"/>
                  </a:lnTo>
                  <a:lnTo>
                    <a:pt x="6874" y="25100"/>
                  </a:lnTo>
                  <a:lnTo>
                    <a:pt x="7106" y="24559"/>
                  </a:lnTo>
                  <a:lnTo>
                    <a:pt x="7260" y="23980"/>
                  </a:lnTo>
                  <a:lnTo>
                    <a:pt x="7376" y="24134"/>
                  </a:lnTo>
                  <a:lnTo>
                    <a:pt x="7531" y="24289"/>
                  </a:lnTo>
                  <a:lnTo>
                    <a:pt x="7685" y="24405"/>
                  </a:lnTo>
                  <a:lnTo>
                    <a:pt x="7878" y="24520"/>
                  </a:lnTo>
                  <a:lnTo>
                    <a:pt x="7955" y="24559"/>
                  </a:lnTo>
                  <a:lnTo>
                    <a:pt x="8033" y="24520"/>
                  </a:lnTo>
                  <a:lnTo>
                    <a:pt x="8110" y="24482"/>
                  </a:lnTo>
                  <a:lnTo>
                    <a:pt x="8110" y="24366"/>
                  </a:lnTo>
                  <a:lnTo>
                    <a:pt x="8149" y="23787"/>
                  </a:lnTo>
                  <a:lnTo>
                    <a:pt x="8149" y="23208"/>
                  </a:lnTo>
                  <a:lnTo>
                    <a:pt x="8071" y="22628"/>
                  </a:lnTo>
                  <a:lnTo>
                    <a:pt x="7955" y="22049"/>
                  </a:lnTo>
                  <a:lnTo>
                    <a:pt x="8535" y="22049"/>
                  </a:lnTo>
                  <a:lnTo>
                    <a:pt x="8651" y="22010"/>
                  </a:lnTo>
                  <a:lnTo>
                    <a:pt x="8728" y="21972"/>
                  </a:lnTo>
                  <a:lnTo>
                    <a:pt x="8766" y="21933"/>
                  </a:lnTo>
                  <a:lnTo>
                    <a:pt x="8766" y="21895"/>
                  </a:lnTo>
                  <a:lnTo>
                    <a:pt x="8844" y="21006"/>
                  </a:lnTo>
                  <a:lnTo>
                    <a:pt x="8921" y="20543"/>
                  </a:lnTo>
                  <a:lnTo>
                    <a:pt x="8998" y="20118"/>
                  </a:lnTo>
                  <a:lnTo>
                    <a:pt x="9153" y="20118"/>
                  </a:lnTo>
                  <a:lnTo>
                    <a:pt x="9577" y="20041"/>
                  </a:lnTo>
                  <a:lnTo>
                    <a:pt x="9963" y="19964"/>
                  </a:lnTo>
                  <a:lnTo>
                    <a:pt x="10311" y="19809"/>
                  </a:lnTo>
                  <a:lnTo>
                    <a:pt x="10659" y="19655"/>
                  </a:lnTo>
                  <a:lnTo>
                    <a:pt x="10157" y="20389"/>
                  </a:lnTo>
                  <a:lnTo>
                    <a:pt x="9616" y="21161"/>
                  </a:lnTo>
                  <a:lnTo>
                    <a:pt x="9577" y="21238"/>
                  </a:lnTo>
                  <a:lnTo>
                    <a:pt x="9616" y="21354"/>
                  </a:lnTo>
                  <a:lnTo>
                    <a:pt x="9963" y="22049"/>
                  </a:lnTo>
                  <a:lnTo>
                    <a:pt x="10272" y="22783"/>
                  </a:lnTo>
                  <a:lnTo>
                    <a:pt x="10581" y="23516"/>
                  </a:lnTo>
                  <a:lnTo>
                    <a:pt x="10813" y="24250"/>
                  </a:lnTo>
                  <a:lnTo>
                    <a:pt x="10890" y="24327"/>
                  </a:lnTo>
                  <a:lnTo>
                    <a:pt x="11006" y="24405"/>
                  </a:lnTo>
                  <a:lnTo>
                    <a:pt x="11122" y="24405"/>
                  </a:lnTo>
                  <a:lnTo>
                    <a:pt x="11199" y="24289"/>
                  </a:lnTo>
                  <a:lnTo>
                    <a:pt x="13130" y="21740"/>
                  </a:lnTo>
                  <a:lnTo>
                    <a:pt x="14095" y="20389"/>
                  </a:lnTo>
                  <a:lnTo>
                    <a:pt x="14520" y="19732"/>
                  </a:lnTo>
                  <a:lnTo>
                    <a:pt x="14945" y="19037"/>
                  </a:lnTo>
                  <a:lnTo>
                    <a:pt x="14983" y="18960"/>
                  </a:lnTo>
                  <a:lnTo>
                    <a:pt x="14945" y="18883"/>
                  </a:lnTo>
                  <a:lnTo>
                    <a:pt x="14790" y="18535"/>
                  </a:lnTo>
                  <a:lnTo>
                    <a:pt x="14597" y="18149"/>
                  </a:lnTo>
                  <a:lnTo>
                    <a:pt x="14288" y="17454"/>
                  </a:lnTo>
                  <a:lnTo>
                    <a:pt x="13786" y="16180"/>
                  </a:lnTo>
                  <a:lnTo>
                    <a:pt x="14211" y="15369"/>
                  </a:lnTo>
                  <a:lnTo>
                    <a:pt x="14674" y="14558"/>
                  </a:lnTo>
                  <a:lnTo>
                    <a:pt x="15061" y="13708"/>
                  </a:lnTo>
                  <a:lnTo>
                    <a:pt x="15447" y="12897"/>
                  </a:lnTo>
                  <a:lnTo>
                    <a:pt x="16065" y="11391"/>
                  </a:lnTo>
                  <a:lnTo>
                    <a:pt x="16644" y="9885"/>
                  </a:lnTo>
                  <a:lnTo>
                    <a:pt x="17146" y="8341"/>
                  </a:lnTo>
                  <a:lnTo>
                    <a:pt x="17609" y="6796"/>
                  </a:lnTo>
                  <a:lnTo>
                    <a:pt x="17995" y="5213"/>
                  </a:lnTo>
                  <a:lnTo>
                    <a:pt x="18382" y="3630"/>
                  </a:lnTo>
                  <a:lnTo>
                    <a:pt x="18729" y="2047"/>
                  </a:lnTo>
                  <a:lnTo>
                    <a:pt x="19038" y="463"/>
                  </a:lnTo>
                  <a:lnTo>
                    <a:pt x="19038" y="386"/>
                  </a:lnTo>
                  <a:lnTo>
                    <a:pt x="18999" y="309"/>
                  </a:lnTo>
                  <a:lnTo>
                    <a:pt x="18999" y="232"/>
                  </a:lnTo>
                  <a:lnTo>
                    <a:pt x="18999" y="77"/>
                  </a:lnTo>
                  <a:lnTo>
                    <a:pt x="18961" y="39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3"/>
            <p:cNvSpPr/>
            <p:nvPr/>
          </p:nvSpPr>
          <p:spPr>
            <a:xfrm>
              <a:off x="5947325" y="1038225"/>
              <a:ext cx="458575" cy="289650"/>
            </a:xfrm>
            <a:custGeom>
              <a:avLst/>
              <a:gdLst/>
              <a:ahLst/>
              <a:cxnLst/>
              <a:rect l="l" t="t" r="r" b="b"/>
              <a:pathLst>
                <a:path w="18343" h="11586" extrusionOk="0">
                  <a:moveTo>
                    <a:pt x="17068" y="387"/>
                  </a:moveTo>
                  <a:lnTo>
                    <a:pt x="17145" y="426"/>
                  </a:lnTo>
                  <a:lnTo>
                    <a:pt x="17223" y="503"/>
                  </a:lnTo>
                  <a:lnTo>
                    <a:pt x="17300" y="735"/>
                  </a:lnTo>
                  <a:lnTo>
                    <a:pt x="17377" y="928"/>
                  </a:lnTo>
                  <a:lnTo>
                    <a:pt x="17377" y="1121"/>
                  </a:lnTo>
                  <a:lnTo>
                    <a:pt x="17338" y="1314"/>
                  </a:lnTo>
                  <a:lnTo>
                    <a:pt x="17223" y="1546"/>
                  </a:lnTo>
                  <a:lnTo>
                    <a:pt x="16952" y="1893"/>
                  </a:lnTo>
                  <a:lnTo>
                    <a:pt x="16721" y="2125"/>
                  </a:lnTo>
                  <a:lnTo>
                    <a:pt x="16450" y="2356"/>
                  </a:lnTo>
                  <a:lnTo>
                    <a:pt x="16180" y="2550"/>
                  </a:lnTo>
                  <a:lnTo>
                    <a:pt x="15871" y="2665"/>
                  </a:lnTo>
                  <a:lnTo>
                    <a:pt x="15871" y="2086"/>
                  </a:lnTo>
                  <a:lnTo>
                    <a:pt x="15910" y="1777"/>
                  </a:lnTo>
                  <a:lnTo>
                    <a:pt x="15948" y="1468"/>
                  </a:lnTo>
                  <a:lnTo>
                    <a:pt x="16025" y="1198"/>
                  </a:lnTo>
                  <a:lnTo>
                    <a:pt x="16180" y="928"/>
                  </a:lnTo>
                  <a:lnTo>
                    <a:pt x="16334" y="696"/>
                  </a:lnTo>
                  <a:lnTo>
                    <a:pt x="16605" y="503"/>
                  </a:lnTo>
                  <a:lnTo>
                    <a:pt x="16836" y="426"/>
                  </a:lnTo>
                  <a:lnTo>
                    <a:pt x="16991" y="387"/>
                  </a:lnTo>
                  <a:close/>
                  <a:moveTo>
                    <a:pt x="14597" y="2974"/>
                  </a:moveTo>
                  <a:lnTo>
                    <a:pt x="14867" y="3013"/>
                  </a:lnTo>
                  <a:lnTo>
                    <a:pt x="15137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7"/>
                  </a:lnTo>
                  <a:lnTo>
                    <a:pt x="14056" y="3862"/>
                  </a:lnTo>
                  <a:lnTo>
                    <a:pt x="13786" y="3940"/>
                  </a:lnTo>
                  <a:lnTo>
                    <a:pt x="13477" y="4017"/>
                  </a:lnTo>
                  <a:lnTo>
                    <a:pt x="13052" y="4017"/>
                  </a:lnTo>
                  <a:lnTo>
                    <a:pt x="12975" y="3940"/>
                  </a:lnTo>
                  <a:lnTo>
                    <a:pt x="12975" y="3862"/>
                  </a:lnTo>
                  <a:lnTo>
                    <a:pt x="12975" y="3708"/>
                  </a:lnTo>
                  <a:lnTo>
                    <a:pt x="13014" y="3476"/>
                  </a:lnTo>
                  <a:lnTo>
                    <a:pt x="13052" y="3360"/>
                  </a:lnTo>
                  <a:lnTo>
                    <a:pt x="13207" y="3245"/>
                  </a:lnTo>
                  <a:lnTo>
                    <a:pt x="13400" y="3167"/>
                  </a:lnTo>
                  <a:lnTo>
                    <a:pt x="13709" y="3052"/>
                  </a:lnTo>
                  <a:lnTo>
                    <a:pt x="14018" y="3013"/>
                  </a:lnTo>
                  <a:lnTo>
                    <a:pt x="14326" y="2974"/>
                  </a:lnTo>
                  <a:close/>
                  <a:moveTo>
                    <a:pt x="15678" y="3283"/>
                  </a:moveTo>
                  <a:lnTo>
                    <a:pt x="16334" y="3476"/>
                  </a:lnTo>
                  <a:lnTo>
                    <a:pt x="16643" y="3554"/>
                  </a:lnTo>
                  <a:lnTo>
                    <a:pt x="16991" y="3669"/>
                  </a:lnTo>
                  <a:lnTo>
                    <a:pt x="17261" y="3824"/>
                  </a:lnTo>
                  <a:lnTo>
                    <a:pt x="17531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79" y="4596"/>
                  </a:lnTo>
                  <a:lnTo>
                    <a:pt x="17918" y="4789"/>
                  </a:lnTo>
                  <a:lnTo>
                    <a:pt x="17879" y="4944"/>
                  </a:lnTo>
                  <a:lnTo>
                    <a:pt x="17802" y="5059"/>
                  </a:lnTo>
                  <a:lnTo>
                    <a:pt x="17647" y="5137"/>
                  </a:lnTo>
                  <a:lnTo>
                    <a:pt x="17493" y="5175"/>
                  </a:lnTo>
                  <a:lnTo>
                    <a:pt x="17338" y="5175"/>
                  </a:lnTo>
                  <a:lnTo>
                    <a:pt x="17145" y="5137"/>
                  </a:lnTo>
                  <a:lnTo>
                    <a:pt x="16991" y="5059"/>
                  </a:lnTo>
                  <a:lnTo>
                    <a:pt x="16643" y="4789"/>
                  </a:lnTo>
                  <a:lnTo>
                    <a:pt x="16373" y="4480"/>
                  </a:lnTo>
                  <a:lnTo>
                    <a:pt x="16180" y="4210"/>
                  </a:lnTo>
                  <a:lnTo>
                    <a:pt x="15987" y="3901"/>
                  </a:lnTo>
                  <a:lnTo>
                    <a:pt x="15832" y="3592"/>
                  </a:lnTo>
                  <a:lnTo>
                    <a:pt x="15678" y="3283"/>
                  </a:lnTo>
                  <a:close/>
                  <a:moveTo>
                    <a:pt x="4634" y="542"/>
                  </a:moveTo>
                  <a:lnTo>
                    <a:pt x="5252" y="580"/>
                  </a:lnTo>
                  <a:lnTo>
                    <a:pt x="5831" y="696"/>
                  </a:lnTo>
                  <a:lnTo>
                    <a:pt x="6410" y="850"/>
                  </a:lnTo>
                  <a:lnTo>
                    <a:pt x="6990" y="1121"/>
                  </a:lnTo>
                  <a:lnTo>
                    <a:pt x="7492" y="1430"/>
                  </a:lnTo>
                  <a:lnTo>
                    <a:pt x="7916" y="1739"/>
                  </a:lnTo>
                  <a:lnTo>
                    <a:pt x="8303" y="2086"/>
                  </a:lnTo>
                  <a:lnTo>
                    <a:pt x="8650" y="2472"/>
                  </a:lnTo>
                  <a:lnTo>
                    <a:pt x="8959" y="2858"/>
                  </a:lnTo>
                  <a:lnTo>
                    <a:pt x="9538" y="3669"/>
                  </a:lnTo>
                  <a:lnTo>
                    <a:pt x="10156" y="4480"/>
                  </a:lnTo>
                  <a:lnTo>
                    <a:pt x="10388" y="4828"/>
                  </a:lnTo>
                  <a:lnTo>
                    <a:pt x="10697" y="5137"/>
                  </a:lnTo>
                  <a:lnTo>
                    <a:pt x="11006" y="5446"/>
                  </a:lnTo>
                  <a:lnTo>
                    <a:pt x="11353" y="5677"/>
                  </a:lnTo>
                  <a:lnTo>
                    <a:pt x="11701" y="5870"/>
                  </a:lnTo>
                  <a:lnTo>
                    <a:pt x="12125" y="5986"/>
                  </a:lnTo>
                  <a:lnTo>
                    <a:pt x="12512" y="6025"/>
                  </a:lnTo>
                  <a:lnTo>
                    <a:pt x="12975" y="5986"/>
                  </a:lnTo>
                  <a:lnTo>
                    <a:pt x="13322" y="5870"/>
                  </a:lnTo>
                  <a:lnTo>
                    <a:pt x="13631" y="5755"/>
                  </a:lnTo>
                  <a:lnTo>
                    <a:pt x="13902" y="5600"/>
                  </a:lnTo>
                  <a:lnTo>
                    <a:pt x="14172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8" y="4712"/>
                  </a:lnTo>
                  <a:lnTo>
                    <a:pt x="14983" y="4442"/>
                  </a:lnTo>
                  <a:lnTo>
                    <a:pt x="14751" y="5253"/>
                  </a:lnTo>
                  <a:lnTo>
                    <a:pt x="14442" y="5986"/>
                  </a:lnTo>
                  <a:lnTo>
                    <a:pt x="14056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1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6" y="10272"/>
                  </a:lnTo>
                  <a:lnTo>
                    <a:pt x="9615" y="10466"/>
                  </a:lnTo>
                  <a:lnTo>
                    <a:pt x="9075" y="10659"/>
                  </a:lnTo>
                  <a:lnTo>
                    <a:pt x="8496" y="10774"/>
                  </a:lnTo>
                  <a:lnTo>
                    <a:pt x="7955" y="10890"/>
                  </a:lnTo>
                  <a:lnTo>
                    <a:pt x="7376" y="10929"/>
                  </a:lnTo>
                  <a:lnTo>
                    <a:pt x="6835" y="10929"/>
                  </a:lnTo>
                  <a:lnTo>
                    <a:pt x="6256" y="10890"/>
                  </a:lnTo>
                  <a:lnTo>
                    <a:pt x="5715" y="10774"/>
                  </a:lnTo>
                  <a:lnTo>
                    <a:pt x="5175" y="10620"/>
                  </a:lnTo>
                  <a:lnTo>
                    <a:pt x="4634" y="10466"/>
                  </a:lnTo>
                  <a:lnTo>
                    <a:pt x="4132" y="10195"/>
                  </a:lnTo>
                  <a:lnTo>
                    <a:pt x="3630" y="9925"/>
                  </a:lnTo>
                  <a:lnTo>
                    <a:pt x="3128" y="9577"/>
                  </a:lnTo>
                  <a:lnTo>
                    <a:pt x="2665" y="9191"/>
                  </a:lnTo>
                  <a:lnTo>
                    <a:pt x="2201" y="8767"/>
                  </a:lnTo>
                  <a:lnTo>
                    <a:pt x="1777" y="8303"/>
                  </a:lnTo>
                  <a:lnTo>
                    <a:pt x="1429" y="7801"/>
                  </a:lnTo>
                  <a:lnTo>
                    <a:pt x="1082" y="7261"/>
                  </a:lnTo>
                  <a:lnTo>
                    <a:pt x="811" y="6720"/>
                  </a:lnTo>
                  <a:lnTo>
                    <a:pt x="618" y="6141"/>
                  </a:lnTo>
                  <a:lnTo>
                    <a:pt x="464" y="5523"/>
                  </a:lnTo>
                  <a:lnTo>
                    <a:pt x="425" y="4905"/>
                  </a:lnTo>
                  <a:lnTo>
                    <a:pt x="464" y="4287"/>
                  </a:lnTo>
                  <a:lnTo>
                    <a:pt x="618" y="3708"/>
                  </a:lnTo>
                  <a:lnTo>
                    <a:pt x="811" y="3129"/>
                  </a:lnTo>
                  <a:lnTo>
                    <a:pt x="1120" y="2588"/>
                  </a:lnTo>
                  <a:lnTo>
                    <a:pt x="1468" y="2086"/>
                  </a:lnTo>
                  <a:lnTo>
                    <a:pt x="1892" y="1661"/>
                  </a:lnTo>
                  <a:lnTo>
                    <a:pt x="2356" y="1275"/>
                  </a:lnTo>
                  <a:lnTo>
                    <a:pt x="2896" y="1005"/>
                  </a:lnTo>
                  <a:lnTo>
                    <a:pt x="3476" y="773"/>
                  </a:lnTo>
                  <a:lnTo>
                    <a:pt x="4055" y="619"/>
                  </a:lnTo>
                  <a:lnTo>
                    <a:pt x="4634" y="542"/>
                  </a:lnTo>
                  <a:close/>
                  <a:moveTo>
                    <a:pt x="16875" y="1"/>
                  </a:moveTo>
                  <a:lnTo>
                    <a:pt x="16682" y="40"/>
                  </a:lnTo>
                  <a:lnTo>
                    <a:pt x="16450" y="155"/>
                  </a:lnTo>
                  <a:lnTo>
                    <a:pt x="16257" y="271"/>
                  </a:lnTo>
                  <a:lnTo>
                    <a:pt x="16103" y="426"/>
                  </a:lnTo>
                  <a:lnTo>
                    <a:pt x="15948" y="580"/>
                  </a:lnTo>
                  <a:lnTo>
                    <a:pt x="15832" y="773"/>
                  </a:lnTo>
                  <a:lnTo>
                    <a:pt x="15717" y="1005"/>
                  </a:lnTo>
                  <a:lnTo>
                    <a:pt x="15601" y="1237"/>
                  </a:lnTo>
                  <a:lnTo>
                    <a:pt x="15485" y="1739"/>
                  </a:lnTo>
                  <a:lnTo>
                    <a:pt x="15446" y="2279"/>
                  </a:lnTo>
                  <a:lnTo>
                    <a:pt x="15485" y="2820"/>
                  </a:lnTo>
                  <a:lnTo>
                    <a:pt x="15369" y="2820"/>
                  </a:lnTo>
                  <a:lnTo>
                    <a:pt x="15330" y="2858"/>
                  </a:lnTo>
                  <a:lnTo>
                    <a:pt x="14906" y="2743"/>
                  </a:lnTo>
                  <a:lnTo>
                    <a:pt x="14442" y="2665"/>
                  </a:lnTo>
                  <a:lnTo>
                    <a:pt x="13979" y="2665"/>
                  </a:lnTo>
                  <a:lnTo>
                    <a:pt x="13516" y="2743"/>
                  </a:lnTo>
                  <a:lnTo>
                    <a:pt x="13168" y="2858"/>
                  </a:lnTo>
                  <a:lnTo>
                    <a:pt x="12975" y="2974"/>
                  </a:lnTo>
                  <a:lnTo>
                    <a:pt x="12782" y="3090"/>
                  </a:lnTo>
                  <a:lnTo>
                    <a:pt x="12627" y="3206"/>
                  </a:lnTo>
                  <a:lnTo>
                    <a:pt x="12512" y="3360"/>
                  </a:lnTo>
                  <a:lnTo>
                    <a:pt x="12396" y="3554"/>
                  </a:lnTo>
                  <a:lnTo>
                    <a:pt x="12396" y="3747"/>
                  </a:lnTo>
                  <a:lnTo>
                    <a:pt x="12396" y="3940"/>
                  </a:lnTo>
                  <a:lnTo>
                    <a:pt x="12473" y="4094"/>
                  </a:lnTo>
                  <a:lnTo>
                    <a:pt x="12627" y="4210"/>
                  </a:lnTo>
                  <a:lnTo>
                    <a:pt x="12782" y="4287"/>
                  </a:lnTo>
                  <a:lnTo>
                    <a:pt x="12975" y="4364"/>
                  </a:lnTo>
                  <a:lnTo>
                    <a:pt x="13168" y="4403"/>
                  </a:lnTo>
                  <a:lnTo>
                    <a:pt x="13516" y="4364"/>
                  </a:lnTo>
                  <a:lnTo>
                    <a:pt x="13863" y="4326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8" y="3824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3" y="4866"/>
                  </a:lnTo>
                  <a:lnTo>
                    <a:pt x="13940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29" y="5446"/>
                  </a:lnTo>
                  <a:lnTo>
                    <a:pt x="12743" y="5523"/>
                  </a:lnTo>
                  <a:lnTo>
                    <a:pt x="12396" y="5523"/>
                  </a:lnTo>
                  <a:lnTo>
                    <a:pt x="12048" y="5446"/>
                  </a:lnTo>
                  <a:lnTo>
                    <a:pt x="11739" y="5330"/>
                  </a:lnTo>
                  <a:lnTo>
                    <a:pt x="11430" y="5137"/>
                  </a:lnTo>
                  <a:lnTo>
                    <a:pt x="11121" y="4905"/>
                  </a:lnTo>
                  <a:lnTo>
                    <a:pt x="10851" y="4635"/>
                  </a:lnTo>
                  <a:lnTo>
                    <a:pt x="10542" y="4210"/>
                  </a:lnTo>
                  <a:lnTo>
                    <a:pt x="10195" y="3785"/>
                  </a:lnTo>
                  <a:lnTo>
                    <a:pt x="9615" y="2936"/>
                  </a:lnTo>
                  <a:lnTo>
                    <a:pt x="9307" y="2511"/>
                  </a:lnTo>
                  <a:lnTo>
                    <a:pt x="8959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6" y="966"/>
                  </a:lnTo>
                  <a:lnTo>
                    <a:pt x="7105" y="657"/>
                  </a:lnTo>
                  <a:lnTo>
                    <a:pt x="6526" y="426"/>
                  </a:lnTo>
                  <a:lnTo>
                    <a:pt x="5947" y="271"/>
                  </a:lnTo>
                  <a:lnTo>
                    <a:pt x="5329" y="155"/>
                  </a:lnTo>
                  <a:lnTo>
                    <a:pt x="4750" y="117"/>
                  </a:lnTo>
                  <a:lnTo>
                    <a:pt x="4132" y="155"/>
                  </a:lnTo>
                  <a:lnTo>
                    <a:pt x="3553" y="271"/>
                  </a:lnTo>
                  <a:lnTo>
                    <a:pt x="3283" y="348"/>
                  </a:lnTo>
                  <a:lnTo>
                    <a:pt x="2935" y="464"/>
                  </a:lnTo>
                  <a:lnTo>
                    <a:pt x="2588" y="619"/>
                  </a:lnTo>
                  <a:lnTo>
                    <a:pt x="2279" y="812"/>
                  </a:lnTo>
                  <a:lnTo>
                    <a:pt x="1931" y="1005"/>
                  </a:lnTo>
                  <a:lnTo>
                    <a:pt x="1661" y="1275"/>
                  </a:lnTo>
                  <a:lnTo>
                    <a:pt x="1352" y="1546"/>
                  </a:lnTo>
                  <a:lnTo>
                    <a:pt x="1082" y="1854"/>
                  </a:lnTo>
                  <a:lnTo>
                    <a:pt x="850" y="2163"/>
                  </a:lnTo>
                  <a:lnTo>
                    <a:pt x="541" y="2665"/>
                  </a:lnTo>
                  <a:lnTo>
                    <a:pt x="309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0" y="4712"/>
                  </a:lnTo>
                  <a:lnTo>
                    <a:pt x="39" y="5214"/>
                  </a:lnTo>
                  <a:lnTo>
                    <a:pt x="78" y="5716"/>
                  </a:lnTo>
                  <a:lnTo>
                    <a:pt x="193" y="6218"/>
                  </a:lnTo>
                  <a:lnTo>
                    <a:pt x="386" y="6720"/>
                  </a:lnTo>
                  <a:lnTo>
                    <a:pt x="580" y="7222"/>
                  </a:lnTo>
                  <a:lnTo>
                    <a:pt x="811" y="7685"/>
                  </a:lnTo>
                  <a:lnTo>
                    <a:pt x="1082" y="8110"/>
                  </a:lnTo>
                  <a:lnTo>
                    <a:pt x="1429" y="8573"/>
                  </a:lnTo>
                  <a:lnTo>
                    <a:pt x="1777" y="8960"/>
                  </a:lnTo>
                  <a:lnTo>
                    <a:pt x="2124" y="9384"/>
                  </a:lnTo>
                  <a:lnTo>
                    <a:pt x="2549" y="9732"/>
                  </a:lnTo>
                  <a:lnTo>
                    <a:pt x="3090" y="10157"/>
                  </a:lnTo>
                  <a:lnTo>
                    <a:pt x="3630" y="10504"/>
                  </a:lnTo>
                  <a:lnTo>
                    <a:pt x="4209" y="10774"/>
                  </a:lnTo>
                  <a:lnTo>
                    <a:pt x="4789" y="11045"/>
                  </a:lnTo>
                  <a:lnTo>
                    <a:pt x="5406" y="11199"/>
                  </a:lnTo>
                  <a:lnTo>
                    <a:pt x="6024" y="11354"/>
                  </a:lnTo>
                  <a:lnTo>
                    <a:pt x="6642" y="11392"/>
                  </a:lnTo>
                  <a:lnTo>
                    <a:pt x="7260" y="11431"/>
                  </a:lnTo>
                  <a:lnTo>
                    <a:pt x="7337" y="11585"/>
                  </a:lnTo>
                  <a:lnTo>
                    <a:pt x="7646" y="11392"/>
                  </a:lnTo>
                  <a:lnTo>
                    <a:pt x="8457" y="11315"/>
                  </a:lnTo>
                  <a:lnTo>
                    <a:pt x="9268" y="11122"/>
                  </a:lnTo>
                  <a:lnTo>
                    <a:pt x="10079" y="10813"/>
                  </a:lnTo>
                  <a:lnTo>
                    <a:pt x="10851" y="10466"/>
                  </a:lnTo>
                  <a:lnTo>
                    <a:pt x="11546" y="10041"/>
                  </a:lnTo>
                  <a:lnTo>
                    <a:pt x="12164" y="9577"/>
                  </a:lnTo>
                  <a:lnTo>
                    <a:pt x="12434" y="9384"/>
                  </a:lnTo>
                  <a:lnTo>
                    <a:pt x="13052" y="8805"/>
                  </a:lnTo>
                  <a:lnTo>
                    <a:pt x="13631" y="8187"/>
                  </a:lnTo>
                  <a:lnTo>
                    <a:pt x="14133" y="7492"/>
                  </a:lnTo>
                  <a:lnTo>
                    <a:pt x="14597" y="6797"/>
                  </a:lnTo>
                  <a:lnTo>
                    <a:pt x="14944" y="6025"/>
                  </a:lnTo>
                  <a:lnTo>
                    <a:pt x="15099" y="5639"/>
                  </a:lnTo>
                  <a:lnTo>
                    <a:pt x="15253" y="5214"/>
                  </a:lnTo>
                  <a:lnTo>
                    <a:pt x="15330" y="4828"/>
                  </a:lnTo>
                  <a:lnTo>
                    <a:pt x="15408" y="4403"/>
                  </a:lnTo>
                  <a:lnTo>
                    <a:pt x="15485" y="4017"/>
                  </a:lnTo>
                  <a:lnTo>
                    <a:pt x="15485" y="3592"/>
                  </a:lnTo>
                  <a:lnTo>
                    <a:pt x="15678" y="4056"/>
                  </a:lnTo>
                  <a:lnTo>
                    <a:pt x="15948" y="4480"/>
                  </a:lnTo>
                  <a:lnTo>
                    <a:pt x="16257" y="4866"/>
                  </a:lnTo>
                  <a:lnTo>
                    <a:pt x="16605" y="5214"/>
                  </a:lnTo>
                  <a:lnTo>
                    <a:pt x="16759" y="5368"/>
                  </a:lnTo>
                  <a:lnTo>
                    <a:pt x="16991" y="5484"/>
                  </a:lnTo>
                  <a:lnTo>
                    <a:pt x="17184" y="5561"/>
                  </a:lnTo>
                  <a:lnTo>
                    <a:pt x="17416" y="5639"/>
                  </a:lnTo>
                  <a:lnTo>
                    <a:pt x="17609" y="5677"/>
                  </a:lnTo>
                  <a:lnTo>
                    <a:pt x="17840" y="5639"/>
                  </a:lnTo>
                  <a:lnTo>
                    <a:pt x="18033" y="5523"/>
                  </a:lnTo>
                  <a:lnTo>
                    <a:pt x="18188" y="5330"/>
                  </a:lnTo>
                  <a:lnTo>
                    <a:pt x="18304" y="5137"/>
                  </a:lnTo>
                  <a:lnTo>
                    <a:pt x="18342" y="4944"/>
                  </a:lnTo>
                  <a:lnTo>
                    <a:pt x="18304" y="4712"/>
                  </a:lnTo>
                  <a:lnTo>
                    <a:pt x="18265" y="4519"/>
                  </a:lnTo>
                  <a:lnTo>
                    <a:pt x="18188" y="4287"/>
                  </a:lnTo>
                  <a:lnTo>
                    <a:pt x="18072" y="4133"/>
                  </a:lnTo>
                  <a:lnTo>
                    <a:pt x="17956" y="3940"/>
                  </a:lnTo>
                  <a:lnTo>
                    <a:pt x="17802" y="3785"/>
                  </a:lnTo>
                  <a:lnTo>
                    <a:pt x="17647" y="3631"/>
                  </a:lnTo>
                  <a:lnTo>
                    <a:pt x="17416" y="3476"/>
                  </a:lnTo>
                  <a:lnTo>
                    <a:pt x="16952" y="3245"/>
                  </a:lnTo>
                  <a:lnTo>
                    <a:pt x="16489" y="3052"/>
                  </a:lnTo>
                  <a:lnTo>
                    <a:pt x="15987" y="2936"/>
                  </a:lnTo>
                  <a:lnTo>
                    <a:pt x="16412" y="2781"/>
                  </a:lnTo>
                  <a:lnTo>
                    <a:pt x="16836" y="2511"/>
                  </a:lnTo>
                  <a:lnTo>
                    <a:pt x="17184" y="2202"/>
                  </a:lnTo>
                  <a:lnTo>
                    <a:pt x="17493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3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0" y="194"/>
                  </a:lnTo>
                  <a:lnTo>
                    <a:pt x="17454" y="117"/>
                  </a:lnTo>
                  <a:lnTo>
                    <a:pt x="17338" y="40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3"/>
            <p:cNvSpPr/>
            <p:nvPr/>
          </p:nvSpPr>
          <p:spPr>
            <a:xfrm>
              <a:off x="5978200" y="1074925"/>
              <a:ext cx="144850" cy="162200"/>
            </a:xfrm>
            <a:custGeom>
              <a:avLst/>
              <a:gdLst/>
              <a:ahLst/>
              <a:cxnLst/>
              <a:rect l="l" t="t" r="r" b="b"/>
              <a:pathLst>
                <a:path w="5794" h="6488" extrusionOk="0">
                  <a:moveTo>
                    <a:pt x="2241" y="425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7" y="734"/>
                  </a:lnTo>
                  <a:lnTo>
                    <a:pt x="4171" y="1004"/>
                  </a:lnTo>
                  <a:lnTo>
                    <a:pt x="4558" y="1313"/>
                  </a:lnTo>
                  <a:lnTo>
                    <a:pt x="4751" y="1506"/>
                  </a:lnTo>
                  <a:lnTo>
                    <a:pt x="4905" y="1738"/>
                  </a:lnTo>
                  <a:lnTo>
                    <a:pt x="5021" y="1931"/>
                  </a:lnTo>
                  <a:lnTo>
                    <a:pt x="5137" y="2163"/>
                  </a:lnTo>
                  <a:lnTo>
                    <a:pt x="5214" y="2433"/>
                  </a:lnTo>
                  <a:lnTo>
                    <a:pt x="5291" y="2703"/>
                  </a:lnTo>
                  <a:lnTo>
                    <a:pt x="5330" y="3167"/>
                  </a:lnTo>
                  <a:lnTo>
                    <a:pt x="5330" y="3630"/>
                  </a:lnTo>
                  <a:lnTo>
                    <a:pt x="5214" y="4132"/>
                  </a:lnTo>
                  <a:lnTo>
                    <a:pt x="5021" y="4557"/>
                  </a:lnTo>
                  <a:lnTo>
                    <a:pt x="4789" y="4982"/>
                  </a:lnTo>
                  <a:lnTo>
                    <a:pt x="4480" y="5329"/>
                  </a:lnTo>
                  <a:lnTo>
                    <a:pt x="4287" y="5484"/>
                  </a:lnTo>
                  <a:lnTo>
                    <a:pt x="4094" y="5638"/>
                  </a:lnTo>
                  <a:lnTo>
                    <a:pt x="3901" y="5754"/>
                  </a:lnTo>
                  <a:lnTo>
                    <a:pt x="3669" y="5831"/>
                  </a:lnTo>
                  <a:lnTo>
                    <a:pt x="3360" y="5947"/>
                  </a:lnTo>
                  <a:lnTo>
                    <a:pt x="3090" y="5986"/>
                  </a:lnTo>
                  <a:lnTo>
                    <a:pt x="2820" y="6024"/>
                  </a:lnTo>
                  <a:lnTo>
                    <a:pt x="2550" y="5986"/>
                  </a:lnTo>
                  <a:lnTo>
                    <a:pt x="2279" y="5947"/>
                  </a:lnTo>
                  <a:lnTo>
                    <a:pt x="2048" y="5870"/>
                  </a:lnTo>
                  <a:lnTo>
                    <a:pt x="1855" y="5754"/>
                  </a:lnTo>
                  <a:lnTo>
                    <a:pt x="1623" y="5638"/>
                  </a:lnTo>
                  <a:lnTo>
                    <a:pt x="1430" y="5484"/>
                  </a:lnTo>
                  <a:lnTo>
                    <a:pt x="1275" y="5291"/>
                  </a:lnTo>
                  <a:lnTo>
                    <a:pt x="1082" y="5097"/>
                  </a:lnTo>
                  <a:lnTo>
                    <a:pt x="966" y="4904"/>
                  </a:lnTo>
                  <a:lnTo>
                    <a:pt x="696" y="4441"/>
                  </a:lnTo>
                  <a:lnTo>
                    <a:pt x="542" y="3900"/>
                  </a:lnTo>
                  <a:lnTo>
                    <a:pt x="426" y="3398"/>
                  </a:lnTo>
                  <a:lnTo>
                    <a:pt x="426" y="2858"/>
                  </a:lnTo>
                  <a:lnTo>
                    <a:pt x="503" y="2317"/>
                  </a:lnTo>
                  <a:lnTo>
                    <a:pt x="542" y="2047"/>
                  </a:lnTo>
                  <a:lnTo>
                    <a:pt x="657" y="1815"/>
                  </a:lnTo>
                  <a:lnTo>
                    <a:pt x="735" y="1584"/>
                  </a:lnTo>
                  <a:lnTo>
                    <a:pt x="889" y="1352"/>
                  </a:lnTo>
                  <a:lnTo>
                    <a:pt x="1044" y="1159"/>
                  </a:lnTo>
                  <a:lnTo>
                    <a:pt x="1237" y="1004"/>
                  </a:lnTo>
                  <a:lnTo>
                    <a:pt x="1430" y="811"/>
                  </a:lnTo>
                  <a:lnTo>
                    <a:pt x="1661" y="695"/>
                  </a:lnTo>
                  <a:lnTo>
                    <a:pt x="1893" y="580"/>
                  </a:lnTo>
                  <a:lnTo>
                    <a:pt x="2202" y="502"/>
                  </a:lnTo>
                  <a:lnTo>
                    <a:pt x="2241" y="464"/>
                  </a:lnTo>
                  <a:lnTo>
                    <a:pt x="2241" y="425"/>
                  </a:lnTo>
                  <a:close/>
                  <a:moveTo>
                    <a:pt x="2279" y="0"/>
                  </a:moveTo>
                  <a:lnTo>
                    <a:pt x="1970" y="39"/>
                  </a:lnTo>
                  <a:lnTo>
                    <a:pt x="1893" y="78"/>
                  </a:lnTo>
                  <a:lnTo>
                    <a:pt x="1816" y="116"/>
                  </a:lnTo>
                  <a:lnTo>
                    <a:pt x="1816" y="193"/>
                  </a:lnTo>
                  <a:lnTo>
                    <a:pt x="1816" y="271"/>
                  </a:lnTo>
                  <a:lnTo>
                    <a:pt x="1507" y="348"/>
                  </a:lnTo>
                  <a:lnTo>
                    <a:pt x="1275" y="464"/>
                  </a:lnTo>
                  <a:lnTo>
                    <a:pt x="1044" y="618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7"/>
                  </a:lnTo>
                  <a:lnTo>
                    <a:pt x="349" y="1429"/>
                  </a:lnTo>
                  <a:lnTo>
                    <a:pt x="233" y="1661"/>
                  </a:lnTo>
                  <a:lnTo>
                    <a:pt x="117" y="1931"/>
                  </a:lnTo>
                  <a:lnTo>
                    <a:pt x="78" y="2201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0"/>
                  </a:lnTo>
                  <a:lnTo>
                    <a:pt x="271" y="4518"/>
                  </a:lnTo>
                  <a:lnTo>
                    <a:pt x="387" y="4827"/>
                  </a:lnTo>
                  <a:lnTo>
                    <a:pt x="542" y="5097"/>
                  </a:lnTo>
                  <a:lnTo>
                    <a:pt x="696" y="5329"/>
                  </a:lnTo>
                  <a:lnTo>
                    <a:pt x="851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0"/>
                  </a:lnTo>
                  <a:lnTo>
                    <a:pt x="1739" y="6256"/>
                  </a:lnTo>
                  <a:lnTo>
                    <a:pt x="2009" y="6372"/>
                  </a:lnTo>
                  <a:lnTo>
                    <a:pt x="2279" y="6449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49"/>
                  </a:lnTo>
                  <a:lnTo>
                    <a:pt x="3554" y="6372"/>
                  </a:lnTo>
                  <a:lnTo>
                    <a:pt x="3862" y="6256"/>
                  </a:lnTo>
                  <a:lnTo>
                    <a:pt x="4133" y="6140"/>
                  </a:lnTo>
                  <a:lnTo>
                    <a:pt x="4403" y="5986"/>
                  </a:lnTo>
                  <a:lnTo>
                    <a:pt x="4635" y="5793"/>
                  </a:lnTo>
                  <a:lnTo>
                    <a:pt x="4866" y="5599"/>
                  </a:lnTo>
                  <a:lnTo>
                    <a:pt x="5060" y="5368"/>
                  </a:lnTo>
                  <a:lnTo>
                    <a:pt x="5214" y="5136"/>
                  </a:lnTo>
                  <a:lnTo>
                    <a:pt x="5368" y="4866"/>
                  </a:lnTo>
                  <a:lnTo>
                    <a:pt x="5523" y="4634"/>
                  </a:lnTo>
                  <a:lnTo>
                    <a:pt x="5639" y="4325"/>
                  </a:lnTo>
                  <a:lnTo>
                    <a:pt x="5716" y="4055"/>
                  </a:lnTo>
                  <a:lnTo>
                    <a:pt x="5755" y="3746"/>
                  </a:lnTo>
                  <a:lnTo>
                    <a:pt x="5793" y="3437"/>
                  </a:lnTo>
                  <a:lnTo>
                    <a:pt x="5793" y="3128"/>
                  </a:lnTo>
                  <a:lnTo>
                    <a:pt x="5793" y="2858"/>
                  </a:lnTo>
                  <a:lnTo>
                    <a:pt x="5716" y="2549"/>
                  </a:lnTo>
                  <a:lnTo>
                    <a:pt x="5639" y="2240"/>
                  </a:lnTo>
                  <a:lnTo>
                    <a:pt x="5523" y="1931"/>
                  </a:lnTo>
                  <a:lnTo>
                    <a:pt x="5368" y="1661"/>
                  </a:lnTo>
                  <a:lnTo>
                    <a:pt x="5214" y="1390"/>
                  </a:lnTo>
                  <a:lnTo>
                    <a:pt x="5021" y="1159"/>
                  </a:lnTo>
                  <a:lnTo>
                    <a:pt x="4828" y="927"/>
                  </a:lnTo>
                  <a:lnTo>
                    <a:pt x="4596" y="734"/>
                  </a:lnTo>
                  <a:lnTo>
                    <a:pt x="4326" y="541"/>
                  </a:lnTo>
                  <a:lnTo>
                    <a:pt x="4094" y="386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3"/>
            <p:cNvSpPr/>
            <p:nvPr/>
          </p:nvSpPr>
          <p:spPr>
            <a:xfrm>
              <a:off x="5341075" y="109905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2" y="2742"/>
                  </a:lnTo>
                  <a:lnTo>
                    <a:pt x="966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3"/>
            <p:cNvSpPr/>
            <p:nvPr/>
          </p:nvSpPr>
          <p:spPr>
            <a:xfrm>
              <a:off x="695700" y="1106775"/>
              <a:ext cx="102350" cy="132275"/>
            </a:xfrm>
            <a:custGeom>
              <a:avLst/>
              <a:gdLst/>
              <a:ahLst/>
              <a:cxnLst/>
              <a:rect l="l" t="t" r="r" b="b"/>
              <a:pathLst>
                <a:path w="4094" h="5291" extrusionOk="0">
                  <a:moveTo>
                    <a:pt x="2279" y="1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4" y="1893"/>
                  </a:lnTo>
                  <a:lnTo>
                    <a:pt x="116" y="2279"/>
                  </a:lnTo>
                  <a:lnTo>
                    <a:pt x="39" y="2665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1"/>
                  </a:lnTo>
                  <a:lnTo>
                    <a:pt x="425" y="5291"/>
                  </a:lnTo>
                  <a:lnTo>
                    <a:pt x="464" y="4750"/>
                  </a:lnTo>
                  <a:lnTo>
                    <a:pt x="464" y="4210"/>
                  </a:lnTo>
                  <a:lnTo>
                    <a:pt x="464" y="3630"/>
                  </a:lnTo>
                  <a:lnTo>
                    <a:pt x="464" y="3090"/>
                  </a:lnTo>
                  <a:lnTo>
                    <a:pt x="541" y="2549"/>
                  </a:lnTo>
                  <a:lnTo>
                    <a:pt x="657" y="2047"/>
                  </a:lnTo>
                  <a:lnTo>
                    <a:pt x="773" y="1816"/>
                  </a:lnTo>
                  <a:lnTo>
                    <a:pt x="889" y="1545"/>
                  </a:lnTo>
                  <a:lnTo>
                    <a:pt x="1043" y="1352"/>
                  </a:lnTo>
                  <a:lnTo>
                    <a:pt x="1198" y="1120"/>
                  </a:lnTo>
                  <a:lnTo>
                    <a:pt x="1391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80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4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2" y="1391"/>
                  </a:lnTo>
                  <a:lnTo>
                    <a:pt x="3669" y="1661"/>
                  </a:lnTo>
                  <a:lnTo>
                    <a:pt x="4094" y="1545"/>
                  </a:lnTo>
                  <a:lnTo>
                    <a:pt x="3978" y="1159"/>
                  </a:lnTo>
                  <a:lnTo>
                    <a:pt x="3823" y="812"/>
                  </a:lnTo>
                  <a:lnTo>
                    <a:pt x="3630" y="503"/>
                  </a:lnTo>
                  <a:lnTo>
                    <a:pt x="3399" y="271"/>
                  </a:lnTo>
                  <a:lnTo>
                    <a:pt x="3244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3"/>
            <p:cNvSpPr/>
            <p:nvPr/>
          </p:nvSpPr>
          <p:spPr>
            <a:xfrm>
              <a:off x="560550" y="1107750"/>
              <a:ext cx="437325" cy="302175"/>
            </a:xfrm>
            <a:custGeom>
              <a:avLst/>
              <a:gdLst/>
              <a:ahLst/>
              <a:cxnLst/>
              <a:rect l="l" t="t" r="r" b="b"/>
              <a:pathLst>
                <a:path w="17493" h="12087" extrusionOk="0">
                  <a:moveTo>
                    <a:pt x="11971" y="502"/>
                  </a:moveTo>
                  <a:lnTo>
                    <a:pt x="12087" y="541"/>
                  </a:lnTo>
                  <a:lnTo>
                    <a:pt x="12203" y="579"/>
                  </a:lnTo>
                  <a:lnTo>
                    <a:pt x="12280" y="657"/>
                  </a:lnTo>
                  <a:lnTo>
                    <a:pt x="12627" y="888"/>
                  </a:lnTo>
                  <a:lnTo>
                    <a:pt x="12898" y="1159"/>
                  </a:lnTo>
                  <a:lnTo>
                    <a:pt x="13129" y="1506"/>
                  </a:lnTo>
                  <a:lnTo>
                    <a:pt x="13322" y="1854"/>
                  </a:lnTo>
                  <a:lnTo>
                    <a:pt x="13477" y="2278"/>
                  </a:lnTo>
                  <a:lnTo>
                    <a:pt x="13593" y="2665"/>
                  </a:lnTo>
                  <a:lnTo>
                    <a:pt x="13824" y="3437"/>
                  </a:lnTo>
                  <a:lnTo>
                    <a:pt x="13824" y="3437"/>
                  </a:lnTo>
                  <a:lnTo>
                    <a:pt x="13091" y="3012"/>
                  </a:lnTo>
                  <a:lnTo>
                    <a:pt x="12705" y="2780"/>
                  </a:lnTo>
                  <a:lnTo>
                    <a:pt x="12357" y="2510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2" y="1738"/>
                  </a:lnTo>
                  <a:lnTo>
                    <a:pt x="11508" y="1429"/>
                  </a:lnTo>
                  <a:lnTo>
                    <a:pt x="11430" y="1081"/>
                  </a:lnTo>
                  <a:lnTo>
                    <a:pt x="11662" y="734"/>
                  </a:lnTo>
                  <a:lnTo>
                    <a:pt x="11739" y="618"/>
                  </a:lnTo>
                  <a:lnTo>
                    <a:pt x="11855" y="541"/>
                  </a:lnTo>
                  <a:lnTo>
                    <a:pt x="11971" y="502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89" y="1738"/>
                  </a:lnTo>
                  <a:lnTo>
                    <a:pt x="16566" y="1854"/>
                  </a:lnTo>
                  <a:lnTo>
                    <a:pt x="16605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5" y="2510"/>
                  </a:lnTo>
                  <a:lnTo>
                    <a:pt x="16528" y="2665"/>
                  </a:lnTo>
                  <a:lnTo>
                    <a:pt x="16412" y="2819"/>
                  </a:lnTo>
                  <a:lnTo>
                    <a:pt x="16296" y="2974"/>
                  </a:lnTo>
                  <a:lnTo>
                    <a:pt x="15948" y="3205"/>
                  </a:lnTo>
                  <a:lnTo>
                    <a:pt x="15524" y="3398"/>
                  </a:lnTo>
                  <a:lnTo>
                    <a:pt x="15137" y="3553"/>
                  </a:lnTo>
                  <a:lnTo>
                    <a:pt x="14713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6"/>
                  </a:lnTo>
                  <a:lnTo>
                    <a:pt x="15060" y="2278"/>
                  </a:lnTo>
                  <a:lnTo>
                    <a:pt x="15408" y="1970"/>
                  </a:lnTo>
                  <a:lnTo>
                    <a:pt x="15639" y="1815"/>
                  </a:lnTo>
                  <a:lnTo>
                    <a:pt x="15871" y="1699"/>
                  </a:lnTo>
                  <a:lnTo>
                    <a:pt x="16103" y="1622"/>
                  </a:lnTo>
                  <a:close/>
                  <a:moveTo>
                    <a:pt x="13824" y="4286"/>
                  </a:moveTo>
                  <a:lnTo>
                    <a:pt x="13670" y="4557"/>
                  </a:lnTo>
                  <a:lnTo>
                    <a:pt x="13477" y="4788"/>
                  </a:lnTo>
                  <a:lnTo>
                    <a:pt x="13245" y="5020"/>
                  </a:lnTo>
                  <a:lnTo>
                    <a:pt x="13014" y="5252"/>
                  </a:lnTo>
                  <a:lnTo>
                    <a:pt x="12666" y="5484"/>
                  </a:lnTo>
                  <a:lnTo>
                    <a:pt x="12125" y="5792"/>
                  </a:lnTo>
                  <a:lnTo>
                    <a:pt x="11855" y="5908"/>
                  </a:lnTo>
                  <a:lnTo>
                    <a:pt x="11623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4" y="5870"/>
                  </a:lnTo>
                  <a:lnTo>
                    <a:pt x="10967" y="5792"/>
                  </a:lnTo>
                  <a:lnTo>
                    <a:pt x="10928" y="5715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7" y="5290"/>
                  </a:lnTo>
                  <a:lnTo>
                    <a:pt x="11121" y="5097"/>
                  </a:lnTo>
                  <a:lnTo>
                    <a:pt x="11276" y="4943"/>
                  </a:lnTo>
                  <a:lnTo>
                    <a:pt x="11546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7" y="4480"/>
                  </a:lnTo>
                  <a:lnTo>
                    <a:pt x="13245" y="4402"/>
                  </a:lnTo>
                  <a:lnTo>
                    <a:pt x="13554" y="4364"/>
                  </a:lnTo>
                  <a:lnTo>
                    <a:pt x="13824" y="4286"/>
                  </a:lnTo>
                  <a:close/>
                  <a:moveTo>
                    <a:pt x="14404" y="4248"/>
                  </a:moveTo>
                  <a:lnTo>
                    <a:pt x="15060" y="4595"/>
                  </a:lnTo>
                  <a:lnTo>
                    <a:pt x="15408" y="4788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1" y="5368"/>
                  </a:lnTo>
                  <a:lnTo>
                    <a:pt x="16412" y="5677"/>
                  </a:lnTo>
                  <a:lnTo>
                    <a:pt x="16643" y="6024"/>
                  </a:lnTo>
                  <a:lnTo>
                    <a:pt x="16875" y="6333"/>
                  </a:lnTo>
                  <a:lnTo>
                    <a:pt x="16991" y="6681"/>
                  </a:lnTo>
                  <a:lnTo>
                    <a:pt x="16991" y="6835"/>
                  </a:lnTo>
                  <a:lnTo>
                    <a:pt x="16991" y="6990"/>
                  </a:lnTo>
                  <a:lnTo>
                    <a:pt x="16952" y="7105"/>
                  </a:lnTo>
                  <a:lnTo>
                    <a:pt x="16836" y="7221"/>
                  </a:lnTo>
                  <a:lnTo>
                    <a:pt x="16759" y="7298"/>
                  </a:lnTo>
                  <a:lnTo>
                    <a:pt x="16643" y="7337"/>
                  </a:lnTo>
                  <a:lnTo>
                    <a:pt x="16373" y="7337"/>
                  </a:lnTo>
                  <a:lnTo>
                    <a:pt x="16141" y="7221"/>
                  </a:lnTo>
                  <a:lnTo>
                    <a:pt x="15871" y="7028"/>
                  </a:lnTo>
                  <a:lnTo>
                    <a:pt x="15601" y="6835"/>
                  </a:lnTo>
                  <a:lnTo>
                    <a:pt x="15369" y="6565"/>
                  </a:lnTo>
                  <a:lnTo>
                    <a:pt x="15060" y="6179"/>
                  </a:lnTo>
                  <a:lnTo>
                    <a:pt x="14828" y="5715"/>
                  </a:lnTo>
                  <a:lnTo>
                    <a:pt x="14635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5" y="0"/>
                  </a:moveTo>
                  <a:lnTo>
                    <a:pt x="11585" y="77"/>
                  </a:lnTo>
                  <a:lnTo>
                    <a:pt x="11469" y="116"/>
                  </a:lnTo>
                  <a:lnTo>
                    <a:pt x="11353" y="232"/>
                  </a:lnTo>
                  <a:lnTo>
                    <a:pt x="11160" y="425"/>
                  </a:lnTo>
                  <a:lnTo>
                    <a:pt x="11006" y="618"/>
                  </a:lnTo>
                  <a:lnTo>
                    <a:pt x="10928" y="811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67" y="1468"/>
                  </a:lnTo>
                  <a:lnTo>
                    <a:pt x="11083" y="1699"/>
                  </a:lnTo>
                  <a:lnTo>
                    <a:pt x="11199" y="1892"/>
                  </a:lnTo>
                  <a:lnTo>
                    <a:pt x="11546" y="2317"/>
                  </a:lnTo>
                  <a:lnTo>
                    <a:pt x="11932" y="2742"/>
                  </a:lnTo>
                  <a:lnTo>
                    <a:pt x="12396" y="3089"/>
                  </a:lnTo>
                  <a:lnTo>
                    <a:pt x="12859" y="3437"/>
                  </a:lnTo>
                  <a:lnTo>
                    <a:pt x="12048" y="3321"/>
                  </a:lnTo>
                  <a:lnTo>
                    <a:pt x="11199" y="3282"/>
                  </a:lnTo>
                  <a:lnTo>
                    <a:pt x="10388" y="3360"/>
                  </a:lnTo>
                  <a:lnTo>
                    <a:pt x="9615" y="3476"/>
                  </a:lnTo>
                  <a:lnTo>
                    <a:pt x="9654" y="3012"/>
                  </a:lnTo>
                  <a:lnTo>
                    <a:pt x="9654" y="2510"/>
                  </a:lnTo>
                  <a:lnTo>
                    <a:pt x="9615" y="2008"/>
                  </a:lnTo>
                  <a:lnTo>
                    <a:pt x="9500" y="1506"/>
                  </a:lnTo>
                  <a:lnTo>
                    <a:pt x="9075" y="1622"/>
                  </a:lnTo>
                  <a:lnTo>
                    <a:pt x="9152" y="2085"/>
                  </a:lnTo>
                  <a:lnTo>
                    <a:pt x="9152" y="2587"/>
                  </a:lnTo>
                  <a:lnTo>
                    <a:pt x="9113" y="3089"/>
                  </a:lnTo>
                  <a:lnTo>
                    <a:pt x="9075" y="3514"/>
                  </a:lnTo>
                  <a:lnTo>
                    <a:pt x="9075" y="3630"/>
                  </a:lnTo>
                  <a:lnTo>
                    <a:pt x="8225" y="3900"/>
                  </a:lnTo>
                  <a:lnTo>
                    <a:pt x="7414" y="4286"/>
                  </a:lnTo>
                  <a:lnTo>
                    <a:pt x="6604" y="4711"/>
                  </a:lnTo>
                  <a:lnTo>
                    <a:pt x="5831" y="5252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6" y="6217"/>
                  </a:lnTo>
                  <a:lnTo>
                    <a:pt x="3823" y="6951"/>
                  </a:lnTo>
                  <a:lnTo>
                    <a:pt x="3090" y="7685"/>
                  </a:lnTo>
                  <a:lnTo>
                    <a:pt x="2394" y="8495"/>
                  </a:lnTo>
                  <a:lnTo>
                    <a:pt x="1738" y="9306"/>
                  </a:lnTo>
                  <a:lnTo>
                    <a:pt x="1082" y="10156"/>
                  </a:lnTo>
                  <a:lnTo>
                    <a:pt x="502" y="10967"/>
                  </a:lnTo>
                  <a:lnTo>
                    <a:pt x="0" y="11816"/>
                  </a:lnTo>
                  <a:lnTo>
                    <a:pt x="309" y="12087"/>
                  </a:lnTo>
                  <a:lnTo>
                    <a:pt x="1545" y="10503"/>
                  </a:lnTo>
                  <a:lnTo>
                    <a:pt x="2742" y="8959"/>
                  </a:lnTo>
                  <a:lnTo>
                    <a:pt x="3360" y="8225"/>
                  </a:lnTo>
                  <a:lnTo>
                    <a:pt x="4016" y="7491"/>
                  </a:lnTo>
                  <a:lnTo>
                    <a:pt x="4711" y="6835"/>
                  </a:lnTo>
                  <a:lnTo>
                    <a:pt x="5484" y="6179"/>
                  </a:lnTo>
                  <a:lnTo>
                    <a:pt x="6256" y="5599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7" y="4441"/>
                  </a:lnTo>
                  <a:lnTo>
                    <a:pt x="8920" y="4248"/>
                  </a:lnTo>
                  <a:lnTo>
                    <a:pt x="9422" y="4132"/>
                  </a:lnTo>
                  <a:lnTo>
                    <a:pt x="9886" y="4016"/>
                  </a:lnTo>
                  <a:lnTo>
                    <a:pt x="10388" y="3939"/>
                  </a:lnTo>
                  <a:lnTo>
                    <a:pt x="10851" y="3862"/>
                  </a:lnTo>
                  <a:lnTo>
                    <a:pt x="11353" y="3823"/>
                  </a:lnTo>
                  <a:lnTo>
                    <a:pt x="11855" y="3823"/>
                  </a:lnTo>
                  <a:lnTo>
                    <a:pt x="12357" y="3862"/>
                  </a:lnTo>
                  <a:lnTo>
                    <a:pt x="12821" y="3939"/>
                  </a:lnTo>
                  <a:lnTo>
                    <a:pt x="12319" y="4016"/>
                  </a:lnTo>
                  <a:lnTo>
                    <a:pt x="11855" y="4132"/>
                  </a:lnTo>
                  <a:lnTo>
                    <a:pt x="11392" y="4286"/>
                  </a:lnTo>
                  <a:lnTo>
                    <a:pt x="11199" y="4402"/>
                  </a:lnTo>
                  <a:lnTo>
                    <a:pt x="11006" y="4557"/>
                  </a:lnTo>
                  <a:lnTo>
                    <a:pt x="10813" y="4711"/>
                  </a:lnTo>
                  <a:lnTo>
                    <a:pt x="10697" y="4866"/>
                  </a:lnTo>
                  <a:lnTo>
                    <a:pt x="10542" y="5059"/>
                  </a:lnTo>
                  <a:lnTo>
                    <a:pt x="10465" y="5290"/>
                  </a:lnTo>
                  <a:lnTo>
                    <a:pt x="10388" y="5522"/>
                  </a:lnTo>
                  <a:lnTo>
                    <a:pt x="10388" y="5754"/>
                  </a:lnTo>
                  <a:lnTo>
                    <a:pt x="10426" y="5947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3"/>
                  </a:lnTo>
                  <a:lnTo>
                    <a:pt x="11006" y="6410"/>
                  </a:lnTo>
                  <a:lnTo>
                    <a:pt x="11276" y="6449"/>
                  </a:lnTo>
                  <a:lnTo>
                    <a:pt x="11585" y="6410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2"/>
                  </a:lnTo>
                  <a:lnTo>
                    <a:pt x="13422" y="5533"/>
                  </a:lnTo>
                  <a:lnTo>
                    <a:pt x="13422" y="5533"/>
                  </a:lnTo>
                  <a:lnTo>
                    <a:pt x="13786" y="5715"/>
                  </a:lnTo>
                  <a:lnTo>
                    <a:pt x="14056" y="4866"/>
                  </a:lnTo>
                  <a:lnTo>
                    <a:pt x="14211" y="5406"/>
                  </a:lnTo>
                  <a:lnTo>
                    <a:pt x="14404" y="5908"/>
                  </a:lnTo>
                  <a:lnTo>
                    <a:pt x="14674" y="6410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8" y="7298"/>
                  </a:lnTo>
                  <a:lnTo>
                    <a:pt x="15678" y="7491"/>
                  </a:lnTo>
                  <a:lnTo>
                    <a:pt x="15987" y="7685"/>
                  </a:lnTo>
                  <a:lnTo>
                    <a:pt x="16296" y="7800"/>
                  </a:lnTo>
                  <a:lnTo>
                    <a:pt x="16605" y="7878"/>
                  </a:lnTo>
                  <a:lnTo>
                    <a:pt x="16875" y="7878"/>
                  </a:lnTo>
                  <a:lnTo>
                    <a:pt x="17030" y="7800"/>
                  </a:lnTo>
                  <a:lnTo>
                    <a:pt x="17184" y="7723"/>
                  </a:lnTo>
                  <a:lnTo>
                    <a:pt x="17300" y="7646"/>
                  </a:lnTo>
                  <a:lnTo>
                    <a:pt x="17377" y="7530"/>
                  </a:lnTo>
                  <a:lnTo>
                    <a:pt x="17416" y="7414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6" y="6603"/>
                  </a:lnTo>
                  <a:lnTo>
                    <a:pt x="17300" y="6294"/>
                  </a:lnTo>
                  <a:lnTo>
                    <a:pt x="17184" y="5986"/>
                  </a:lnTo>
                  <a:lnTo>
                    <a:pt x="17030" y="5715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0"/>
                  </a:lnTo>
                  <a:lnTo>
                    <a:pt x="16257" y="4788"/>
                  </a:lnTo>
                  <a:lnTo>
                    <a:pt x="16026" y="4634"/>
                  </a:lnTo>
                  <a:lnTo>
                    <a:pt x="15524" y="4286"/>
                  </a:lnTo>
                  <a:lnTo>
                    <a:pt x="14944" y="4016"/>
                  </a:lnTo>
                  <a:lnTo>
                    <a:pt x="15408" y="3900"/>
                  </a:lnTo>
                  <a:lnTo>
                    <a:pt x="15832" y="3746"/>
                  </a:lnTo>
                  <a:lnTo>
                    <a:pt x="16219" y="3514"/>
                  </a:lnTo>
                  <a:lnTo>
                    <a:pt x="16605" y="3244"/>
                  </a:lnTo>
                  <a:lnTo>
                    <a:pt x="16759" y="3089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5" y="2201"/>
                  </a:lnTo>
                  <a:lnTo>
                    <a:pt x="17107" y="1931"/>
                  </a:lnTo>
                  <a:lnTo>
                    <a:pt x="17068" y="1699"/>
                  </a:lnTo>
                  <a:lnTo>
                    <a:pt x="16914" y="1506"/>
                  </a:lnTo>
                  <a:lnTo>
                    <a:pt x="16759" y="1313"/>
                  </a:lnTo>
                  <a:lnTo>
                    <a:pt x="16528" y="1236"/>
                  </a:lnTo>
                  <a:lnTo>
                    <a:pt x="16334" y="1159"/>
                  </a:lnTo>
                  <a:lnTo>
                    <a:pt x="16103" y="1159"/>
                  </a:lnTo>
                  <a:lnTo>
                    <a:pt x="15910" y="1197"/>
                  </a:lnTo>
                  <a:lnTo>
                    <a:pt x="15678" y="1275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6" y="2587"/>
                  </a:lnTo>
                  <a:lnTo>
                    <a:pt x="14095" y="3012"/>
                  </a:lnTo>
                  <a:lnTo>
                    <a:pt x="13940" y="2433"/>
                  </a:lnTo>
                  <a:lnTo>
                    <a:pt x="13747" y="1892"/>
                  </a:lnTo>
                  <a:lnTo>
                    <a:pt x="13516" y="1352"/>
                  </a:lnTo>
                  <a:lnTo>
                    <a:pt x="13168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7" y="155"/>
                  </a:lnTo>
                  <a:lnTo>
                    <a:pt x="12087" y="39"/>
                  </a:lnTo>
                  <a:lnTo>
                    <a:pt x="118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3"/>
            <p:cNvSpPr/>
            <p:nvPr/>
          </p:nvSpPr>
          <p:spPr>
            <a:xfrm>
              <a:off x="5590125" y="11338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3"/>
            <p:cNvSpPr/>
            <p:nvPr/>
          </p:nvSpPr>
          <p:spPr>
            <a:xfrm>
              <a:off x="5491675" y="1139600"/>
              <a:ext cx="21250" cy="8725"/>
            </a:xfrm>
            <a:custGeom>
              <a:avLst/>
              <a:gdLst/>
              <a:ahLst/>
              <a:cxnLst/>
              <a:rect l="l" t="t" r="r" b="b"/>
              <a:pathLst>
                <a:path w="850" h="349" extrusionOk="0">
                  <a:moveTo>
                    <a:pt x="425" y="1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4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4"/>
                  </a:lnTo>
                  <a:lnTo>
                    <a:pt x="811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3"/>
            <p:cNvSpPr/>
            <p:nvPr/>
          </p:nvSpPr>
          <p:spPr>
            <a:xfrm>
              <a:off x="2443975" y="1153125"/>
              <a:ext cx="315725" cy="477875"/>
            </a:xfrm>
            <a:custGeom>
              <a:avLst/>
              <a:gdLst/>
              <a:ahLst/>
              <a:cxnLst/>
              <a:rect l="l" t="t" r="r" b="b"/>
              <a:pathLst>
                <a:path w="12629" h="19115" extrusionOk="0">
                  <a:moveTo>
                    <a:pt x="1005" y="618"/>
                  </a:moveTo>
                  <a:lnTo>
                    <a:pt x="1661" y="850"/>
                  </a:lnTo>
                  <a:lnTo>
                    <a:pt x="2318" y="1120"/>
                  </a:lnTo>
                  <a:lnTo>
                    <a:pt x="2743" y="1352"/>
                  </a:lnTo>
                  <a:lnTo>
                    <a:pt x="3167" y="1583"/>
                  </a:lnTo>
                  <a:lnTo>
                    <a:pt x="3322" y="1699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1"/>
                  </a:lnTo>
                  <a:lnTo>
                    <a:pt x="4017" y="2819"/>
                  </a:lnTo>
                  <a:lnTo>
                    <a:pt x="5677" y="6796"/>
                  </a:lnTo>
                  <a:lnTo>
                    <a:pt x="9075" y="15021"/>
                  </a:lnTo>
                  <a:lnTo>
                    <a:pt x="9153" y="15098"/>
                  </a:lnTo>
                  <a:lnTo>
                    <a:pt x="9191" y="15137"/>
                  </a:lnTo>
                  <a:lnTo>
                    <a:pt x="9346" y="15137"/>
                  </a:lnTo>
                  <a:lnTo>
                    <a:pt x="8921" y="15369"/>
                  </a:lnTo>
                  <a:lnTo>
                    <a:pt x="7956" y="13515"/>
                  </a:lnTo>
                  <a:lnTo>
                    <a:pt x="6990" y="11662"/>
                  </a:lnTo>
                  <a:lnTo>
                    <a:pt x="5021" y="7955"/>
                  </a:lnTo>
                  <a:lnTo>
                    <a:pt x="3013" y="4286"/>
                  </a:lnTo>
                  <a:lnTo>
                    <a:pt x="1005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20" y="11739"/>
                  </a:lnTo>
                  <a:lnTo>
                    <a:pt x="7763" y="13593"/>
                  </a:lnTo>
                  <a:lnTo>
                    <a:pt x="8805" y="15446"/>
                  </a:lnTo>
                  <a:lnTo>
                    <a:pt x="8651" y="15523"/>
                  </a:lnTo>
                  <a:lnTo>
                    <a:pt x="7415" y="13747"/>
                  </a:lnTo>
                  <a:lnTo>
                    <a:pt x="6179" y="12009"/>
                  </a:lnTo>
                  <a:lnTo>
                    <a:pt x="3592" y="8534"/>
                  </a:lnTo>
                  <a:lnTo>
                    <a:pt x="2318" y="6758"/>
                  </a:lnTo>
                  <a:lnTo>
                    <a:pt x="1005" y="4943"/>
                  </a:lnTo>
                  <a:lnTo>
                    <a:pt x="850" y="4711"/>
                  </a:lnTo>
                  <a:lnTo>
                    <a:pt x="735" y="4479"/>
                  </a:lnTo>
                  <a:lnTo>
                    <a:pt x="619" y="4209"/>
                  </a:lnTo>
                  <a:lnTo>
                    <a:pt x="542" y="3939"/>
                  </a:lnTo>
                  <a:lnTo>
                    <a:pt x="464" y="3398"/>
                  </a:lnTo>
                  <a:lnTo>
                    <a:pt x="426" y="2819"/>
                  </a:lnTo>
                  <a:lnTo>
                    <a:pt x="464" y="2240"/>
                  </a:lnTo>
                  <a:lnTo>
                    <a:pt x="503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3" y="12357"/>
                  </a:lnTo>
                  <a:lnTo>
                    <a:pt x="11817" y="12434"/>
                  </a:lnTo>
                  <a:lnTo>
                    <a:pt x="12165" y="12859"/>
                  </a:lnTo>
                  <a:lnTo>
                    <a:pt x="12242" y="13052"/>
                  </a:lnTo>
                  <a:lnTo>
                    <a:pt x="12280" y="13245"/>
                  </a:lnTo>
                  <a:lnTo>
                    <a:pt x="12242" y="13438"/>
                  </a:lnTo>
                  <a:lnTo>
                    <a:pt x="12203" y="13631"/>
                  </a:lnTo>
                  <a:lnTo>
                    <a:pt x="12049" y="14017"/>
                  </a:lnTo>
                  <a:lnTo>
                    <a:pt x="11856" y="14365"/>
                  </a:lnTo>
                  <a:lnTo>
                    <a:pt x="11508" y="14790"/>
                  </a:lnTo>
                  <a:lnTo>
                    <a:pt x="11122" y="15176"/>
                  </a:lnTo>
                  <a:lnTo>
                    <a:pt x="10697" y="15523"/>
                  </a:lnTo>
                  <a:lnTo>
                    <a:pt x="10273" y="15871"/>
                  </a:lnTo>
                  <a:lnTo>
                    <a:pt x="10157" y="15871"/>
                  </a:lnTo>
                  <a:lnTo>
                    <a:pt x="10118" y="15987"/>
                  </a:lnTo>
                  <a:lnTo>
                    <a:pt x="9771" y="16180"/>
                  </a:lnTo>
                  <a:lnTo>
                    <a:pt x="9114" y="16604"/>
                  </a:lnTo>
                  <a:lnTo>
                    <a:pt x="8458" y="16952"/>
                  </a:lnTo>
                  <a:lnTo>
                    <a:pt x="7724" y="17261"/>
                  </a:lnTo>
                  <a:lnTo>
                    <a:pt x="6990" y="17493"/>
                  </a:lnTo>
                  <a:lnTo>
                    <a:pt x="6643" y="17608"/>
                  </a:lnTo>
                  <a:lnTo>
                    <a:pt x="6295" y="17647"/>
                  </a:lnTo>
                  <a:lnTo>
                    <a:pt x="5755" y="17647"/>
                  </a:lnTo>
                  <a:lnTo>
                    <a:pt x="5562" y="17570"/>
                  </a:lnTo>
                  <a:lnTo>
                    <a:pt x="5446" y="17493"/>
                  </a:lnTo>
                  <a:lnTo>
                    <a:pt x="5330" y="17415"/>
                  </a:lnTo>
                  <a:lnTo>
                    <a:pt x="5098" y="17184"/>
                  </a:lnTo>
                  <a:lnTo>
                    <a:pt x="4982" y="16875"/>
                  </a:lnTo>
                  <a:lnTo>
                    <a:pt x="4905" y="16604"/>
                  </a:lnTo>
                  <a:lnTo>
                    <a:pt x="4944" y="16411"/>
                  </a:lnTo>
                  <a:lnTo>
                    <a:pt x="4982" y="16218"/>
                  </a:lnTo>
                  <a:lnTo>
                    <a:pt x="5060" y="16064"/>
                  </a:lnTo>
                  <a:lnTo>
                    <a:pt x="5175" y="15948"/>
                  </a:lnTo>
                  <a:lnTo>
                    <a:pt x="5291" y="15832"/>
                  </a:lnTo>
                  <a:lnTo>
                    <a:pt x="5407" y="15755"/>
                  </a:lnTo>
                  <a:lnTo>
                    <a:pt x="5523" y="15716"/>
                  </a:lnTo>
                  <a:lnTo>
                    <a:pt x="5639" y="15755"/>
                  </a:lnTo>
                  <a:lnTo>
                    <a:pt x="5793" y="15832"/>
                  </a:lnTo>
                  <a:lnTo>
                    <a:pt x="5948" y="15948"/>
                  </a:lnTo>
                  <a:lnTo>
                    <a:pt x="6064" y="16141"/>
                  </a:lnTo>
                  <a:lnTo>
                    <a:pt x="6257" y="16373"/>
                  </a:lnTo>
                  <a:lnTo>
                    <a:pt x="6102" y="16411"/>
                  </a:lnTo>
                  <a:lnTo>
                    <a:pt x="6025" y="16450"/>
                  </a:lnTo>
                  <a:lnTo>
                    <a:pt x="6025" y="16566"/>
                  </a:lnTo>
                  <a:lnTo>
                    <a:pt x="6064" y="16643"/>
                  </a:lnTo>
                  <a:lnTo>
                    <a:pt x="6141" y="16643"/>
                  </a:lnTo>
                  <a:lnTo>
                    <a:pt x="6913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30" y="15716"/>
                  </a:lnTo>
                  <a:lnTo>
                    <a:pt x="9616" y="15485"/>
                  </a:lnTo>
                  <a:lnTo>
                    <a:pt x="9964" y="15253"/>
                  </a:lnTo>
                  <a:lnTo>
                    <a:pt x="10273" y="15021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2" y="14172"/>
                  </a:lnTo>
                  <a:lnTo>
                    <a:pt x="11354" y="13824"/>
                  </a:lnTo>
                  <a:lnTo>
                    <a:pt x="11547" y="13515"/>
                  </a:lnTo>
                  <a:lnTo>
                    <a:pt x="11547" y="13438"/>
                  </a:lnTo>
                  <a:lnTo>
                    <a:pt x="11547" y="13361"/>
                  </a:lnTo>
                  <a:lnTo>
                    <a:pt x="11508" y="13284"/>
                  </a:lnTo>
                  <a:lnTo>
                    <a:pt x="11431" y="13245"/>
                  </a:lnTo>
                  <a:lnTo>
                    <a:pt x="11238" y="13245"/>
                  </a:lnTo>
                  <a:lnTo>
                    <a:pt x="11161" y="13322"/>
                  </a:lnTo>
                  <a:lnTo>
                    <a:pt x="10968" y="13670"/>
                  </a:lnTo>
                  <a:lnTo>
                    <a:pt x="10775" y="13554"/>
                  </a:lnTo>
                  <a:lnTo>
                    <a:pt x="10659" y="13438"/>
                  </a:lnTo>
                  <a:lnTo>
                    <a:pt x="10620" y="13284"/>
                  </a:lnTo>
                  <a:lnTo>
                    <a:pt x="10581" y="13168"/>
                  </a:lnTo>
                  <a:lnTo>
                    <a:pt x="10620" y="13013"/>
                  </a:lnTo>
                  <a:lnTo>
                    <a:pt x="10659" y="12859"/>
                  </a:lnTo>
                  <a:lnTo>
                    <a:pt x="10852" y="12627"/>
                  </a:lnTo>
                  <a:lnTo>
                    <a:pt x="10929" y="12473"/>
                  </a:lnTo>
                  <a:lnTo>
                    <a:pt x="11045" y="12357"/>
                  </a:lnTo>
                  <a:lnTo>
                    <a:pt x="11122" y="12318"/>
                  </a:lnTo>
                  <a:lnTo>
                    <a:pt x="11238" y="12280"/>
                  </a:lnTo>
                  <a:close/>
                  <a:moveTo>
                    <a:pt x="426" y="0"/>
                  </a:moveTo>
                  <a:lnTo>
                    <a:pt x="349" y="39"/>
                  </a:lnTo>
                  <a:lnTo>
                    <a:pt x="271" y="116"/>
                  </a:lnTo>
                  <a:lnTo>
                    <a:pt x="233" y="193"/>
                  </a:lnTo>
                  <a:lnTo>
                    <a:pt x="78" y="2587"/>
                  </a:lnTo>
                  <a:lnTo>
                    <a:pt x="40" y="3012"/>
                  </a:lnTo>
                  <a:lnTo>
                    <a:pt x="1" y="3475"/>
                  </a:lnTo>
                  <a:lnTo>
                    <a:pt x="40" y="3900"/>
                  </a:lnTo>
                  <a:lnTo>
                    <a:pt x="117" y="4325"/>
                  </a:lnTo>
                  <a:lnTo>
                    <a:pt x="233" y="4518"/>
                  </a:lnTo>
                  <a:lnTo>
                    <a:pt x="349" y="4750"/>
                  </a:lnTo>
                  <a:lnTo>
                    <a:pt x="619" y="5175"/>
                  </a:lnTo>
                  <a:lnTo>
                    <a:pt x="1237" y="5985"/>
                  </a:lnTo>
                  <a:lnTo>
                    <a:pt x="2665" y="7955"/>
                  </a:lnTo>
                  <a:lnTo>
                    <a:pt x="5446" y="11816"/>
                  </a:lnTo>
                  <a:lnTo>
                    <a:pt x="6874" y="13747"/>
                  </a:lnTo>
                  <a:lnTo>
                    <a:pt x="8342" y="15639"/>
                  </a:lnTo>
                  <a:lnTo>
                    <a:pt x="7492" y="15987"/>
                  </a:lnTo>
                  <a:lnTo>
                    <a:pt x="6643" y="16257"/>
                  </a:lnTo>
                  <a:lnTo>
                    <a:pt x="6643" y="16257"/>
                  </a:lnTo>
                  <a:lnTo>
                    <a:pt x="6681" y="16102"/>
                  </a:lnTo>
                  <a:lnTo>
                    <a:pt x="6681" y="15948"/>
                  </a:lnTo>
                  <a:lnTo>
                    <a:pt x="6643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4" y="15369"/>
                  </a:lnTo>
                  <a:lnTo>
                    <a:pt x="6179" y="15292"/>
                  </a:lnTo>
                  <a:lnTo>
                    <a:pt x="6025" y="15253"/>
                  </a:lnTo>
                  <a:lnTo>
                    <a:pt x="5716" y="15253"/>
                  </a:lnTo>
                  <a:lnTo>
                    <a:pt x="5484" y="15292"/>
                  </a:lnTo>
                  <a:lnTo>
                    <a:pt x="5214" y="15407"/>
                  </a:lnTo>
                  <a:lnTo>
                    <a:pt x="5021" y="15600"/>
                  </a:lnTo>
                  <a:lnTo>
                    <a:pt x="4828" y="15794"/>
                  </a:lnTo>
                  <a:lnTo>
                    <a:pt x="4712" y="16025"/>
                  </a:lnTo>
                  <a:lnTo>
                    <a:pt x="4596" y="16296"/>
                  </a:lnTo>
                  <a:lnTo>
                    <a:pt x="4596" y="16566"/>
                  </a:lnTo>
                  <a:lnTo>
                    <a:pt x="4635" y="16991"/>
                  </a:lnTo>
                  <a:lnTo>
                    <a:pt x="4751" y="17300"/>
                  </a:lnTo>
                  <a:lnTo>
                    <a:pt x="4905" y="17531"/>
                  </a:lnTo>
                  <a:lnTo>
                    <a:pt x="5098" y="17724"/>
                  </a:lnTo>
                  <a:lnTo>
                    <a:pt x="5368" y="17840"/>
                  </a:lnTo>
                  <a:lnTo>
                    <a:pt x="5677" y="17917"/>
                  </a:lnTo>
                  <a:lnTo>
                    <a:pt x="6025" y="17956"/>
                  </a:lnTo>
                  <a:lnTo>
                    <a:pt x="6372" y="17917"/>
                  </a:lnTo>
                  <a:lnTo>
                    <a:pt x="6720" y="17840"/>
                  </a:lnTo>
                  <a:lnTo>
                    <a:pt x="7106" y="17763"/>
                  </a:lnTo>
                  <a:lnTo>
                    <a:pt x="7878" y="17531"/>
                  </a:lnTo>
                  <a:lnTo>
                    <a:pt x="8573" y="17222"/>
                  </a:lnTo>
                  <a:lnTo>
                    <a:pt x="9153" y="16952"/>
                  </a:lnTo>
                  <a:lnTo>
                    <a:pt x="9230" y="16875"/>
                  </a:lnTo>
                  <a:lnTo>
                    <a:pt x="9462" y="16759"/>
                  </a:lnTo>
                  <a:lnTo>
                    <a:pt x="10234" y="16257"/>
                  </a:lnTo>
                  <a:lnTo>
                    <a:pt x="10813" y="17106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4"/>
                  </a:lnTo>
                  <a:lnTo>
                    <a:pt x="12280" y="19037"/>
                  </a:lnTo>
                  <a:lnTo>
                    <a:pt x="12203" y="18883"/>
                  </a:lnTo>
                  <a:lnTo>
                    <a:pt x="11817" y="18149"/>
                  </a:lnTo>
                  <a:lnTo>
                    <a:pt x="11392" y="17454"/>
                  </a:lnTo>
                  <a:lnTo>
                    <a:pt x="10929" y="16759"/>
                  </a:lnTo>
                  <a:lnTo>
                    <a:pt x="10466" y="16102"/>
                  </a:lnTo>
                  <a:lnTo>
                    <a:pt x="10968" y="15716"/>
                  </a:lnTo>
                  <a:lnTo>
                    <a:pt x="11470" y="15253"/>
                  </a:lnTo>
                  <a:lnTo>
                    <a:pt x="11894" y="14790"/>
                  </a:lnTo>
                  <a:lnTo>
                    <a:pt x="12126" y="14558"/>
                  </a:lnTo>
                  <a:lnTo>
                    <a:pt x="12280" y="14288"/>
                  </a:lnTo>
                  <a:lnTo>
                    <a:pt x="12435" y="14056"/>
                  </a:lnTo>
                  <a:lnTo>
                    <a:pt x="12512" y="13786"/>
                  </a:lnTo>
                  <a:lnTo>
                    <a:pt x="12589" y="13554"/>
                  </a:lnTo>
                  <a:lnTo>
                    <a:pt x="12628" y="13284"/>
                  </a:lnTo>
                  <a:lnTo>
                    <a:pt x="12589" y="13052"/>
                  </a:lnTo>
                  <a:lnTo>
                    <a:pt x="12512" y="12820"/>
                  </a:lnTo>
                  <a:lnTo>
                    <a:pt x="12358" y="12589"/>
                  </a:lnTo>
                  <a:lnTo>
                    <a:pt x="12165" y="12357"/>
                  </a:lnTo>
                  <a:lnTo>
                    <a:pt x="11972" y="12202"/>
                  </a:lnTo>
                  <a:lnTo>
                    <a:pt x="11740" y="12087"/>
                  </a:lnTo>
                  <a:lnTo>
                    <a:pt x="11470" y="12009"/>
                  </a:lnTo>
                  <a:lnTo>
                    <a:pt x="11238" y="12009"/>
                  </a:lnTo>
                  <a:lnTo>
                    <a:pt x="10968" y="12048"/>
                  </a:lnTo>
                  <a:lnTo>
                    <a:pt x="10736" y="12125"/>
                  </a:lnTo>
                  <a:lnTo>
                    <a:pt x="10543" y="12280"/>
                  </a:lnTo>
                  <a:lnTo>
                    <a:pt x="10388" y="12511"/>
                  </a:lnTo>
                  <a:lnTo>
                    <a:pt x="10311" y="12704"/>
                  </a:lnTo>
                  <a:lnTo>
                    <a:pt x="10273" y="12897"/>
                  </a:lnTo>
                  <a:lnTo>
                    <a:pt x="10273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20" y="13786"/>
                  </a:lnTo>
                  <a:lnTo>
                    <a:pt x="10813" y="13901"/>
                  </a:lnTo>
                  <a:lnTo>
                    <a:pt x="10504" y="14249"/>
                  </a:lnTo>
                  <a:lnTo>
                    <a:pt x="10157" y="14597"/>
                  </a:lnTo>
                  <a:lnTo>
                    <a:pt x="9771" y="14867"/>
                  </a:lnTo>
                  <a:lnTo>
                    <a:pt x="9431" y="15083"/>
                  </a:lnTo>
                  <a:lnTo>
                    <a:pt x="9431" y="15083"/>
                  </a:lnTo>
                  <a:lnTo>
                    <a:pt x="9462" y="15021"/>
                  </a:lnTo>
                  <a:lnTo>
                    <a:pt x="9500" y="14944"/>
                  </a:lnTo>
                  <a:lnTo>
                    <a:pt x="9462" y="14828"/>
                  </a:lnTo>
                  <a:lnTo>
                    <a:pt x="5716" y="5754"/>
                  </a:lnTo>
                  <a:lnTo>
                    <a:pt x="4789" y="3475"/>
                  </a:lnTo>
                  <a:lnTo>
                    <a:pt x="4364" y="2471"/>
                  </a:lnTo>
                  <a:lnTo>
                    <a:pt x="4133" y="1969"/>
                  </a:lnTo>
                  <a:lnTo>
                    <a:pt x="3978" y="1738"/>
                  </a:lnTo>
                  <a:lnTo>
                    <a:pt x="3824" y="1545"/>
                  </a:lnTo>
                  <a:lnTo>
                    <a:pt x="3515" y="1236"/>
                  </a:lnTo>
                  <a:lnTo>
                    <a:pt x="3129" y="965"/>
                  </a:lnTo>
                  <a:lnTo>
                    <a:pt x="2743" y="772"/>
                  </a:lnTo>
                  <a:lnTo>
                    <a:pt x="2279" y="541"/>
                  </a:lnTo>
                  <a:lnTo>
                    <a:pt x="1816" y="386"/>
                  </a:lnTo>
                  <a:lnTo>
                    <a:pt x="1391" y="232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3"/>
            <p:cNvSpPr/>
            <p:nvPr/>
          </p:nvSpPr>
          <p:spPr>
            <a:xfrm>
              <a:off x="5383550" y="11801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2"/>
                  </a:lnTo>
                  <a:lnTo>
                    <a:pt x="1583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2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3"/>
            <p:cNvSpPr/>
            <p:nvPr/>
          </p:nvSpPr>
          <p:spPr>
            <a:xfrm>
              <a:off x="1657200" y="1227450"/>
              <a:ext cx="61825" cy="90775"/>
            </a:xfrm>
            <a:custGeom>
              <a:avLst/>
              <a:gdLst/>
              <a:ahLst/>
              <a:cxnLst/>
              <a:rect l="l" t="t" r="r" b="b"/>
              <a:pathLst>
                <a:path w="2473" h="3631" extrusionOk="0">
                  <a:moveTo>
                    <a:pt x="1198" y="0"/>
                  </a:moveTo>
                  <a:lnTo>
                    <a:pt x="1082" y="39"/>
                  </a:lnTo>
                  <a:lnTo>
                    <a:pt x="1005" y="39"/>
                  </a:lnTo>
                  <a:lnTo>
                    <a:pt x="966" y="116"/>
                  </a:lnTo>
                  <a:lnTo>
                    <a:pt x="966" y="194"/>
                  </a:lnTo>
                  <a:lnTo>
                    <a:pt x="966" y="232"/>
                  </a:lnTo>
                  <a:lnTo>
                    <a:pt x="850" y="271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5" y="618"/>
                  </a:lnTo>
                  <a:lnTo>
                    <a:pt x="773" y="657"/>
                  </a:lnTo>
                  <a:lnTo>
                    <a:pt x="850" y="734"/>
                  </a:lnTo>
                  <a:lnTo>
                    <a:pt x="1082" y="811"/>
                  </a:lnTo>
                  <a:lnTo>
                    <a:pt x="1275" y="966"/>
                  </a:lnTo>
                  <a:lnTo>
                    <a:pt x="1468" y="1120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70" y="2163"/>
                  </a:lnTo>
                  <a:lnTo>
                    <a:pt x="1932" y="2472"/>
                  </a:lnTo>
                  <a:lnTo>
                    <a:pt x="1816" y="2742"/>
                  </a:lnTo>
                  <a:lnTo>
                    <a:pt x="1739" y="2897"/>
                  </a:lnTo>
                  <a:lnTo>
                    <a:pt x="1661" y="2974"/>
                  </a:lnTo>
                  <a:lnTo>
                    <a:pt x="1545" y="3090"/>
                  </a:lnTo>
                  <a:lnTo>
                    <a:pt x="1391" y="3128"/>
                  </a:lnTo>
                  <a:lnTo>
                    <a:pt x="1237" y="3167"/>
                  </a:lnTo>
                  <a:lnTo>
                    <a:pt x="1043" y="3128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626"/>
                  </a:lnTo>
                  <a:lnTo>
                    <a:pt x="928" y="2472"/>
                  </a:lnTo>
                  <a:lnTo>
                    <a:pt x="1082" y="2356"/>
                  </a:lnTo>
                  <a:lnTo>
                    <a:pt x="1159" y="2279"/>
                  </a:lnTo>
                  <a:lnTo>
                    <a:pt x="1159" y="2163"/>
                  </a:lnTo>
                  <a:lnTo>
                    <a:pt x="1159" y="2047"/>
                  </a:lnTo>
                  <a:lnTo>
                    <a:pt x="1082" y="1970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52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63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48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60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630"/>
                  </a:lnTo>
                  <a:lnTo>
                    <a:pt x="1275" y="3630"/>
                  </a:lnTo>
                  <a:lnTo>
                    <a:pt x="1507" y="3592"/>
                  </a:lnTo>
                  <a:lnTo>
                    <a:pt x="1700" y="3514"/>
                  </a:lnTo>
                  <a:lnTo>
                    <a:pt x="1854" y="3437"/>
                  </a:lnTo>
                  <a:lnTo>
                    <a:pt x="2047" y="3244"/>
                  </a:lnTo>
                  <a:lnTo>
                    <a:pt x="2202" y="3090"/>
                  </a:lnTo>
                  <a:lnTo>
                    <a:pt x="2318" y="2897"/>
                  </a:lnTo>
                  <a:lnTo>
                    <a:pt x="2395" y="2703"/>
                  </a:lnTo>
                  <a:lnTo>
                    <a:pt x="2434" y="2472"/>
                  </a:lnTo>
                  <a:lnTo>
                    <a:pt x="2472" y="2279"/>
                  </a:lnTo>
                  <a:lnTo>
                    <a:pt x="2434" y="2047"/>
                  </a:lnTo>
                  <a:lnTo>
                    <a:pt x="2395" y="1815"/>
                  </a:lnTo>
                  <a:lnTo>
                    <a:pt x="2318" y="1622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3"/>
            <p:cNvSpPr/>
            <p:nvPr/>
          </p:nvSpPr>
          <p:spPr>
            <a:xfrm>
              <a:off x="6055450" y="1230350"/>
              <a:ext cx="302175" cy="155450"/>
            </a:xfrm>
            <a:custGeom>
              <a:avLst/>
              <a:gdLst/>
              <a:ahLst/>
              <a:cxnLst/>
              <a:rect l="l" t="t" r="r" b="b"/>
              <a:pathLst>
                <a:path w="12087" h="6218" extrusionOk="0">
                  <a:moveTo>
                    <a:pt x="11739" y="0"/>
                  </a:moveTo>
                  <a:lnTo>
                    <a:pt x="11662" y="39"/>
                  </a:lnTo>
                  <a:lnTo>
                    <a:pt x="11585" y="78"/>
                  </a:lnTo>
                  <a:lnTo>
                    <a:pt x="11507" y="116"/>
                  </a:lnTo>
                  <a:lnTo>
                    <a:pt x="11469" y="232"/>
                  </a:lnTo>
                  <a:lnTo>
                    <a:pt x="11469" y="309"/>
                  </a:lnTo>
                  <a:lnTo>
                    <a:pt x="11507" y="425"/>
                  </a:lnTo>
                  <a:lnTo>
                    <a:pt x="11585" y="580"/>
                  </a:lnTo>
                  <a:lnTo>
                    <a:pt x="11623" y="773"/>
                  </a:lnTo>
                  <a:lnTo>
                    <a:pt x="11585" y="966"/>
                  </a:lnTo>
                  <a:lnTo>
                    <a:pt x="11507" y="1120"/>
                  </a:lnTo>
                  <a:lnTo>
                    <a:pt x="11392" y="1275"/>
                  </a:lnTo>
                  <a:lnTo>
                    <a:pt x="11276" y="1429"/>
                  </a:lnTo>
                  <a:lnTo>
                    <a:pt x="10928" y="1738"/>
                  </a:lnTo>
                  <a:lnTo>
                    <a:pt x="10503" y="2008"/>
                  </a:lnTo>
                  <a:lnTo>
                    <a:pt x="10079" y="2240"/>
                  </a:lnTo>
                  <a:lnTo>
                    <a:pt x="9422" y="2587"/>
                  </a:lnTo>
                  <a:lnTo>
                    <a:pt x="9036" y="2781"/>
                  </a:lnTo>
                  <a:lnTo>
                    <a:pt x="9036" y="2703"/>
                  </a:lnTo>
                  <a:lnTo>
                    <a:pt x="8959" y="2626"/>
                  </a:lnTo>
                  <a:lnTo>
                    <a:pt x="8495" y="2201"/>
                  </a:lnTo>
                  <a:lnTo>
                    <a:pt x="8109" y="1699"/>
                  </a:lnTo>
                  <a:lnTo>
                    <a:pt x="7839" y="1892"/>
                  </a:lnTo>
                  <a:lnTo>
                    <a:pt x="7993" y="2201"/>
                  </a:lnTo>
                  <a:lnTo>
                    <a:pt x="8187" y="2510"/>
                  </a:lnTo>
                  <a:lnTo>
                    <a:pt x="8418" y="2781"/>
                  </a:lnTo>
                  <a:lnTo>
                    <a:pt x="8650" y="2974"/>
                  </a:lnTo>
                  <a:lnTo>
                    <a:pt x="7607" y="3514"/>
                  </a:lnTo>
                  <a:lnTo>
                    <a:pt x="6565" y="3978"/>
                  </a:lnTo>
                  <a:lnTo>
                    <a:pt x="5252" y="4518"/>
                  </a:lnTo>
                  <a:lnTo>
                    <a:pt x="3939" y="4982"/>
                  </a:lnTo>
                  <a:lnTo>
                    <a:pt x="3669" y="5059"/>
                  </a:lnTo>
                  <a:lnTo>
                    <a:pt x="3707" y="4711"/>
                  </a:lnTo>
                  <a:lnTo>
                    <a:pt x="3630" y="4364"/>
                  </a:lnTo>
                  <a:lnTo>
                    <a:pt x="3514" y="4055"/>
                  </a:lnTo>
                  <a:lnTo>
                    <a:pt x="3321" y="3707"/>
                  </a:lnTo>
                  <a:lnTo>
                    <a:pt x="3012" y="3900"/>
                  </a:lnTo>
                  <a:lnTo>
                    <a:pt x="3128" y="4171"/>
                  </a:lnTo>
                  <a:lnTo>
                    <a:pt x="3205" y="4441"/>
                  </a:lnTo>
                  <a:lnTo>
                    <a:pt x="3244" y="4866"/>
                  </a:lnTo>
                  <a:lnTo>
                    <a:pt x="3244" y="5252"/>
                  </a:lnTo>
                  <a:lnTo>
                    <a:pt x="2356" y="5522"/>
                  </a:lnTo>
                  <a:lnTo>
                    <a:pt x="1892" y="5638"/>
                  </a:lnTo>
                  <a:lnTo>
                    <a:pt x="1429" y="5677"/>
                  </a:lnTo>
                  <a:lnTo>
                    <a:pt x="1043" y="5715"/>
                  </a:lnTo>
                  <a:lnTo>
                    <a:pt x="850" y="5715"/>
                  </a:lnTo>
                  <a:lnTo>
                    <a:pt x="695" y="5677"/>
                  </a:lnTo>
                  <a:lnTo>
                    <a:pt x="579" y="5599"/>
                  </a:lnTo>
                  <a:lnTo>
                    <a:pt x="464" y="5522"/>
                  </a:lnTo>
                  <a:lnTo>
                    <a:pt x="386" y="5406"/>
                  </a:lnTo>
                  <a:lnTo>
                    <a:pt x="348" y="5291"/>
                  </a:lnTo>
                  <a:lnTo>
                    <a:pt x="309" y="5213"/>
                  </a:lnTo>
                  <a:lnTo>
                    <a:pt x="270" y="5175"/>
                  </a:lnTo>
                  <a:lnTo>
                    <a:pt x="155" y="5136"/>
                  </a:lnTo>
                  <a:lnTo>
                    <a:pt x="77" y="5175"/>
                  </a:lnTo>
                  <a:lnTo>
                    <a:pt x="39" y="5213"/>
                  </a:lnTo>
                  <a:lnTo>
                    <a:pt x="0" y="5291"/>
                  </a:lnTo>
                  <a:lnTo>
                    <a:pt x="0" y="5445"/>
                  </a:lnTo>
                  <a:lnTo>
                    <a:pt x="39" y="5599"/>
                  </a:lnTo>
                  <a:lnTo>
                    <a:pt x="77" y="5754"/>
                  </a:lnTo>
                  <a:lnTo>
                    <a:pt x="155" y="5870"/>
                  </a:lnTo>
                  <a:lnTo>
                    <a:pt x="232" y="5947"/>
                  </a:lnTo>
                  <a:lnTo>
                    <a:pt x="309" y="6024"/>
                  </a:lnTo>
                  <a:lnTo>
                    <a:pt x="541" y="6140"/>
                  </a:lnTo>
                  <a:lnTo>
                    <a:pt x="811" y="6179"/>
                  </a:lnTo>
                  <a:lnTo>
                    <a:pt x="1120" y="6217"/>
                  </a:lnTo>
                  <a:lnTo>
                    <a:pt x="1429" y="6179"/>
                  </a:lnTo>
                  <a:lnTo>
                    <a:pt x="1699" y="6140"/>
                  </a:lnTo>
                  <a:lnTo>
                    <a:pt x="2896" y="5831"/>
                  </a:lnTo>
                  <a:lnTo>
                    <a:pt x="4093" y="5445"/>
                  </a:lnTo>
                  <a:lnTo>
                    <a:pt x="5290" y="5020"/>
                  </a:lnTo>
                  <a:lnTo>
                    <a:pt x="6449" y="4557"/>
                  </a:lnTo>
                  <a:lnTo>
                    <a:pt x="7530" y="4093"/>
                  </a:lnTo>
                  <a:lnTo>
                    <a:pt x="8573" y="3591"/>
                  </a:lnTo>
                  <a:lnTo>
                    <a:pt x="9615" y="3051"/>
                  </a:lnTo>
                  <a:lnTo>
                    <a:pt x="10619" y="2472"/>
                  </a:lnTo>
                  <a:lnTo>
                    <a:pt x="10928" y="2279"/>
                  </a:lnTo>
                  <a:lnTo>
                    <a:pt x="11276" y="2047"/>
                  </a:lnTo>
                  <a:lnTo>
                    <a:pt x="11546" y="1777"/>
                  </a:lnTo>
                  <a:lnTo>
                    <a:pt x="11816" y="1506"/>
                  </a:lnTo>
                  <a:lnTo>
                    <a:pt x="12009" y="1197"/>
                  </a:lnTo>
                  <a:lnTo>
                    <a:pt x="12048" y="1043"/>
                  </a:lnTo>
                  <a:lnTo>
                    <a:pt x="12087" y="888"/>
                  </a:lnTo>
                  <a:lnTo>
                    <a:pt x="12087" y="695"/>
                  </a:lnTo>
                  <a:lnTo>
                    <a:pt x="12048" y="502"/>
                  </a:lnTo>
                  <a:lnTo>
                    <a:pt x="12009" y="309"/>
                  </a:lnTo>
                  <a:lnTo>
                    <a:pt x="11894" y="116"/>
                  </a:lnTo>
                  <a:lnTo>
                    <a:pt x="11816" y="39"/>
                  </a:lnTo>
                  <a:lnTo>
                    <a:pt x="1173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3"/>
            <p:cNvSpPr/>
            <p:nvPr/>
          </p:nvSpPr>
          <p:spPr>
            <a:xfrm>
              <a:off x="4272400" y="1236125"/>
              <a:ext cx="61800" cy="89825"/>
            </a:xfrm>
            <a:custGeom>
              <a:avLst/>
              <a:gdLst/>
              <a:ahLst/>
              <a:cxnLst/>
              <a:rect l="l" t="t" r="r" b="b"/>
              <a:pathLst>
                <a:path w="2472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4" y="349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1" y="1932"/>
                  </a:lnTo>
                  <a:lnTo>
                    <a:pt x="1931" y="2163"/>
                  </a:lnTo>
                  <a:lnTo>
                    <a:pt x="1931" y="2434"/>
                  </a:lnTo>
                  <a:lnTo>
                    <a:pt x="1815" y="2743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43"/>
                  </a:lnTo>
                  <a:lnTo>
                    <a:pt x="850" y="2588"/>
                  </a:lnTo>
                  <a:lnTo>
                    <a:pt x="927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0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5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5" y="2356"/>
                  </a:lnTo>
                  <a:lnTo>
                    <a:pt x="348" y="2627"/>
                  </a:lnTo>
                  <a:lnTo>
                    <a:pt x="309" y="2897"/>
                  </a:lnTo>
                  <a:lnTo>
                    <a:pt x="348" y="3052"/>
                  </a:lnTo>
                  <a:lnTo>
                    <a:pt x="425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7" y="2858"/>
                  </a:lnTo>
                  <a:lnTo>
                    <a:pt x="2395" y="2665"/>
                  </a:lnTo>
                  <a:lnTo>
                    <a:pt x="2433" y="2472"/>
                  </a:lnTo>
                  <a:lnTo>
                    <a:pt x="2472" y="2241"/>
                  </a:lnTo>
                  <a:lnTo>
                    <a:pt x="2433" y="2009"/>
                  </a:lnTo>
                  <a:lnTo>
                    <a:pt x="2395" y="1816"/>
                  </a:lnTo>
                  <a:lnTo>
                    <a:pt x="2317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3"/>
            <p:cNvSpPr/>
            <p:nvPr/>
          </p:nvSpPr>
          <p:spPr>
            <a:xfrm>
              <a:off x="799000" y="1245800"/>
              <a:ext cx="106200" cy="124550"/>
            </a:xfrm>
            <a:custGeom>
              <a:avLst/>
              <a:gdLst/>
              <a:ahLst/>
              <a:cxnLst/>
              <a:rect l="l" t="t" r="r" b="b"/>
              <a:pathLst>
                <a:path w="4248" h="4982" extrusionOk="0">
                  <a:moveTo>
                    <a:pt x="3862" y="0"/>
                  </a:moveTo>
                  <a:lnTo>
                    <a:pt x="3591" y="579"/>
                  </a:lnTo>
                  <a:lnTo>
                    <a:pt x="3244" y="1159"/>
                  </a:lnTo>
                  <a:lnTo>
                    <a:pt x="2896" y="1699"/>
                  </a:lnTo>
                  <a:lnTo>
                    <a:pt x="2510" y="2201"/>
                  </a:lnTo>
                  <a:lnTo>
                    <a:pt x="1931" y="2858"/>
                  </a:lnTo>
                  <a:lnTo>
                    <a:pt x="1313" y="3475"/>
                  </a:lnTo>
                  <a:lnTo>
                    <a:pt x="1004" y="3784"/>
                  </a:lnTo>
                  <a:lnTo>
                    <a:pt x="657" y="4016"/>
                  </a:lnTo>
                  <a:lnTo>
                    <a:pt x="309" y="4286"/>
                  </a:lnTo>
                  <a:lnTo>
                    <a:pt x="0" y="4595"/>
                  </a:lnTo>
                  <a:lnTo>
                    <a:pt x="39" y="4981"/>
                  </a:lnTo>
                  <a:lnTo>
                    <a:pt x="155" y="4981"/>
                  </a:lnTo>
                  <a:lnTo>
                    <a:pt x="541" y="4788"/>
                  </a:lnTo>
                  <a:lnTo>
                    <a:pt x="927" y="4557"/>
                  </a:lnTo>
                  <a:lnTo>
                    <a:pt x="1313" y="4248"/>
                  </a:lnTo>
                  <a:lnTo>
                    <a:pt x="1699" y="3939"/>
                  </a:lnTo>
                  <a:lnTo>
                    <a:pt x="2008" y="3591"/>
                  </a:lnTo>
                  <a:lnTo>
                    <a:pt x="2356" y="3205"/>
                  </a:lnTo>
                  <a:lnTo>
                    <a:pt x="2896" y="2510"/>
                  </a:lnTo>
                  <a:lnTo>
                    <a:pt x="3321" y="1969"/>
                  </a:lnTo>
                  <a:lnTo>
                    <a:pt x="3669" y="1390"/>
                  </a:lnTo>
                  <a:lnTo>
                    <a:pt x="3978" y="811"/>
                  </a:lnTo>
                  <a:lnTo>
                    <a:pt x="4248" y="193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3"/>
            <p:cNvSpPr/>
            <p:nvPr/>
          </p:nvSpPr>
          <p:spPr>
            <a:xfrm>
              <a:off x="747825" y="12477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5" y="271"/>
                  </a:move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7"/>
                  </a:lnTo>
                  <a:lnTo>
                    <a:pt x="1545" y="1313"/>
                  </a:lnTo>
                  <a:lnTo>
                    <a:pt x="1429" y="1391"/>
                  </a:lnTo>
                  <a:lnTo>
                    <a:pt x="1352" y="1468"/>
                  </a:lnTo>
                  <a:lnTo>
                    <a:pt x="1198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468"/>
                  </a:lnTo>
                  <a:lnTo>
                    <a:pt x="580" y="1429"/>
                  </a:lnTo>
                  <a:lnTo>
                    <a:pt x="503" y="1313"/>
                  </a:lnTo>
                  <a:lnTo>
                    <a:pt x="464" y="1197"/>
                  </a:lnTo>
                  <a:lnTo>
                    <a:pt x="425" y="1004"/>
                  </a:lnTo>
                  <a:lnTo>
                    <a:pt x="425" y="773"/>
                  </a:lnTo>
                  <a:lnTo>
                    <a:pt x="541" y="580"/>
                  </a:lnTo>
                  <a:lnTo>
                    <a:pt x="696" y="425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78"/>
                  </a:lnTo>
                  <a:lnTo>
                    <a:pt x="657" y="116"/>
                  </a:lnTo>
                  <a:lnTo>
                    <a:pt x="541" y="78"/>
                  </a:lnTo>
                  <a:lnTo>
                    <a:pt x="425" y="116"/>
                  </a:lnTo>
                  <a:lnTo>
                    <a:pt x="271" y="193"/>
                  </a:lnTo>
                  <a:lnTo>
                    <a:pt x="155" y="348"/>
                  </a:lnTo>
                  <a:lnTo>
                    <a:pt x="78" y="502"/>
                  </a:lnTo>
                  <a:lnTo>
                    <a:pt x="1" y="695"/>
                  </a:lnTo>
                  <a:lnTo>
                    <a:pt x="1" y="889"/>
                  </a:lnTo>
                  <a:lnTo>
                    <a:pt x="1" y="1082"/>
                  </a:lnTo>
                  <a:lnTo>
                    <a:pt x="39" y="1275"/>
                  </a:lnTo>
                  <a:lnTo>
                    <a:pt x="78" y="1429"/>
                  </a:lnTo>
                  <a:lnTo>
                    <a:pt x="194" y="1622"/>
                  </a:lnTo>
                  <a:lnTo>
                    <a:pt x="310" y="1777"/>
                  </a:lnTo>
                  <a:lnTo>
                    <a:pt x="464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043" y="2008"/>
                  </a:lnTo>
                  <a:lnTo>
                    <a:pt x="1236" y="1970"/>
                  </a:lnTo>
                  <a:lnTo>
                    <a:pt x="1429" y="1892"/>
                  </a:lnTo>
                  <a:lnTo>
                    <a:pt x="1584" y="1815"/>
                  </a:lnTo>
                  <a:lnTo>
                    <a:pt x="1738" y="1699"/>
                  </a:lnTo>
                  <a:lnTo>
                    <a:pt x="1893" y="1545"/>
                  </a:lnTo>
                  <a:lnTo>
                    <a:pt x="1970" y="1352"/>
                  </a:lnTo>
                  <a:lnTo>
                    <a:pt x="2047" y="1197"/>
                  </a:lnTo>
                  <a:lnTo>
                    <a:pt x="2086" y="1004"/>
                  </a:lnTo>
                  <a:lnTo>
                    <a:pt x="2047" y="811"/>
                  </a:lnTo>
                  <a:lnTo>
                    <a:pt x="1970" y="580"/>
                  </a:lnTo>
                  <a:lnTo>
                    <a:pt x="1893" y="425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78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3"/>
            <p:cNvSpPr/>
            <p:nvPr/>
          </p:nvSpPr>
          <p:spPr>
            <a:xfrm>
              <a:off x="1261400" y="125255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194"/>
                  </a:lnTo>
                  <a:lnTo>
                    <a:pt x="503" y="927"/>
                  </a:lnTo>
                  <a:lnTo>
                    <a:pt x="1043" y="1622"/>
                  </a:lnTo>
                  <a:lnTo>
                    <a:pt x="1700" y="2240"/>
                  </a:lnTo>
                  <a:lnTo>
                    <a:pt x="2356" y="2858"/>
                  </a:lnTo>
                  <a:lnTo>
                    <a:pt x="3090" y="3360"/>
                  </a:lnTo>
                  <a:lnTo>
                    <a:pt x="3901" y="3823"/>
                  </a:lnTo>
                  <a:lnTo>
                    <a:pt x="4673" y="4209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05"/>
                  </a:lnTo>
                  <a:lnTo>
                    <a:pt x="7685" y="4943"/>
                  </a:lnTo>
                  <a:lnTo>
                    <a:pt x="8110" y="4982"/>
                  </a:lnTo>
                  <a:lnTo>
                    <a:pt x="8535" y="4943"/>
                  </a:lnTo>
                  <a:lnTo>
                    <a:pt x="8998" y="4905"/>
                  </a:lnTo>
                  <a:lnTo>
                    <a:pt x="9423" y="4866"/>
                  </a:lnTo>
                  <a:lnTo>
                    <a:pt x="9848" y="4750"/>
                  </a:lnTo>
                  <a:lnTo>
                    <a:pt x="10272" y="4634"/>
                  </a:lnTo>
                  <a:lnTo>
                    <a:pt x="10658" y="4480"/>
                  </a:lnTo>
                  <a:lnTo>
                    <a:pt x="11083" y="4325"/>
                  </a:lnTo>
                  <a:lnTo>
                    <a:pt x="11469" y="4094"/>
                  </a:lnTo>
                  <a:lnTo>
                    <a:pt x="11856" y="3862"/>
                  </a:lnTo>
                  <a:lnTo>
                    <a:pt x="12242" y="3592"/>
                  </a:lnTo>
                  <a:lnTo>
                    <a:pt x="12319" y="3514"/>
                  </a:lnTo>
                  <a:lnTo>
                    <a:pt x="12435" y="3167"/>
                  </a:lnTo>
                  <a:lnTo>
                    <a:pt x="12280" y="3167"/>
                  </a:lnTo>
                  <a:lnTo>
                    <a:pt x="12203" y="3128"/>
                  </a:lnTo>
                  <a:lnTo>
                    <a:pt x="12126" y="3090"/>
                  </a:lnTo>
                  <a:lnTo>
                    <a:pt x="12010" y="3128"/>
                  </a:lnTo>
                  <a:lnTo>
                    <a:pt x="11933" y="3167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03"/>
                  </a:lnTo>
                  <a:lnTo>
                    <a:pt x="8342" y="4441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3" y="4325"/>
                  </a:lnTo>
                  <a:lnTo>
                    <a:pt x="6218" y="4248"/>
                  </a:lnTo>
                  <a:lnTo>
                    <a:pt x="5793" y="4132"/>
                  </a:lnTo>
                  <a:lnTo>
                    <a:pt x="5407" y="4016"/>
                  </a:lnTo>
                  <a:lnTo>
                    <a:pt x="4596" y="3669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3"/>
            <p:cNvSpPr/>
            <p:nvPr/>
          </p:nvSpPr>
          <p:spPr>
            <a:xfrm>
              <a:off x="1569350" y="1258350"/>
              <a:ext cx="92700" cy="136125"/>
            </a:xfrm>
            <a:custGeom>
              <a:avLst/>
              <a:gdLst/>
              <a:ahLst/>
              <a:cxnLst/>
              <a:rect l="l" t="t" r="r" b="b"/>
              <a:pathLst>
                <a:path w="3708" h="5445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67"/>
                  </a:lnTo>
                  <a:lnTo>
                    <a:pt x="1159" y="1815"/>
                  </a:lnTo>
                  <a:lnTo>
                    <a:pt x="1082" y="1892"/>
                  </a:lnTo>
                  <a:lnTo>
                    <a:pt x="1082" y="1969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201"/>
                  </a:lnTo>
                  <a:lnTo>
                    <a:pt x="812" y="2278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510"/>
                  </a:lnTo>
                  <a:lnTo>
                    <a:pt x="966" y="2549"/>
                  </a:lnTo>
                  <a:lnTo>
                    <a:pt x="1198" y="2626"/>
                  </a:lnTo>
                  <a:lnTo>
                    <a:pt x="1430" y="2703"/>
                  </a:lnTo>
                  <a:lnTo>
                    <a:pt x="1623" y="2858"/>
                  </a:lnTo>
                  <a:lnTo>
                    <a:pt x="1816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132"/>
                  </a:lnTo>
                  <a:lnTo>
                    <a:pt x="2009" y="4364"/>
                  </a:lnTo>
                  <a:lnTo>
                    <a:pt x="1893" y="4557"/>
                  </a:lnTo>
                  <a:lnTo>
                    <a:pt x="1739" y="4711"/>
                  </a:lnTo>
                  <a:lnTo>
                    <a:pt x="1545" y="4866"/>
                  </a:lnTo>
                  <a:lnTo>
                    <a:pt x="1314" y="4943"/>
                  </a:lnTo>
                  <a:lnTo>
                    <a:pt x="1198" y="4981"/>
                  </a:lnTo>
                  <a:lnTo>
                    <a:pt x="1082" y="4981"/>
                  </a:lnTo>
                  <a:lnTo>
                    <a:pt x="889" y="4904"/>
                  </a:lnTo>
                  <a:lnTo>
                    <a:pt x="773" y="4788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966" y="4132"/>
                  </a:lnTo>
                  <a:lnTo>
                    <a:pt x="1121" y="4093"/>
                  </a:lnTo>
                  <a:lnTo>
                    <a:pt x="1237" y="4055"/>
                  </a:lnTo>
                  <a:lnTo>
                    <a:pt x="1314" y="3939"/>
                  </a:lnTo>
                  <a:lnTo>
                    <a:pt x="1314" y="3784"/>
                  </a:lnTo>
                  <a:lnTo>
                    <a:pt x="1275" y="3746"/>
                  </a:lnTo>
                  <a:lnTo>
                    <a:pt x="1237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900"/>
                  </a:lnTo>
                  <a:lnTo>
                    <a:pt x="387" y="3977"/>
                  </a:lnTo>
                  <a:lnTo>
                    <a:pt x="310" y="4132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904"/>
                  </a:lnTo>
                  <a:lnTo>
                    <a:pt x="387" y="5097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30" y="5406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41" y="4866"/>
                  </a:lnTo>
                  <a:lnTo>
                    <a:pt x="2395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89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510"/>
                  </a:lnTo>
                  <a:lnTo>
                    <a:pt x="1739" y="2356"/>
                  </a:lnTo>
                  <a:lnTo>
                    <a:pt x="1507" y="2240"/>
                  </a:lnTo>
                  <a:lnTo>
                    <a:pt x="1275" y="2124"/>
                  </a:lnTo>
                  <a:lnTo>
                    <a:pt x="1623" y="2008"/>
                  </a:lnTo>
                  <a:lnTo>
                    <a:pt x="1932" y="1815"/>
                  </a:lnTo>
                  <a:lnTo>
                    <a:pt x="2279" y="1661"/>
                  </a:lnTo>
                  <a:lnTo>
                    <a:pt x="2549" y="1429"/>
                  </a:lnTo>
                  <a:lnTo>
                    <a:pt x="2820" y="1197"/>
                  </a:lnTo>
                  <a:lnTo>
                    <a:pt x="3129" y="966"/>
                  </a:lnTo>
                  <a:lnTo>
                    <a:pt x="3360" y="695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3"/>
            <p:cNvSpPr/>
            <p:nvPr/>
          </p:nvSpPr>
          <p:spPr>
            <a:xfrm>
              <a:off x="3876600" y="12602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9" y="3553"/>
                  </a:lnTo>
                  <a:lnTo>
                    <a:pt x="12434" y="3205"/>
                  </a:lnTo>
                  <a:lnTo>
                    <a:pt x="12357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2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6" y="4016"/>
                  </a:lnTo>
                  <a:lnTo>
                    <a:pt x="10040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5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3"/>
            <p:cNvSpPr/>
            <p:nvPr/>
          </p:nvSpPr>
          <p:spPr>
            <a:xfrm>
              <a:off x="4184550" y="1267025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1" y="2240"/>
                  </a:lnTo>
                  <a:lnTo>
                    <a:pt x="811" y="2356"/>
                  </a:lnTo>
                  <a:lnTo>
                    <a:pt x="811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0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9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6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2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2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3"/>
            <p:cNvSpPr/>
            <p:nvPr/>
          </p:nvSpPr>
          <p:spPr>
            <a:xfrm>
              <a:off x="3067625" y="1293100"/>
              <a:ext cx="105250" cy="105250"/>
            </a:xfrm>
            <a:custGeom>
              <a:avLst/>
              <a:gdLst/>
              <a:ahLst/>
              <a:cxnLst/>
              <a:rect l="l" t="t" r="r" b="b"/>
              <a:pathLst>
                <a:path w="4210" h="4210" extrusionOk="0">
                  <a:moveTo>
                    <a:pt x="2317" y="348"/>
                  </a:moveTo>
                  <a:lnTo>
                    <a:pt x="2472" y="425"/>
                  </a:lnTo>
                  <a:lnTo>
                    <a:pt x="2665" y="464"/>
                  </a:lnTo>
                  <a:lnTo>
                    <a:pt x="2819" y="579"/>
                  </a:lnTo>
                  <a:lnTo>
                    <a:pt x="2974" y="695"/>
                  </a:lnTo>
                  <a:lnTo>
                    <a:pt x="3128" y="811"/>
                  </a:lnTo>
                  <a:lnTo>
                    <a:pt x="3205" y="850"/>
                  </a:lnTo>
                  <a:lnTo>
                    <a:pt x="3360" y="1081"/>
                  </a:lnTo>
                  <a:lnTo>
                    <a:pt x="3553" y="1313"/>
                  </a:lnTo>
                  <a:lnTo>
                    <a:pt x="3669" y="1545"/>
                  </a:lnTo>
                  <a:lnTo>
                    <a:pt x="3784" y="1815"/>
                  </a:lnTo>
                  <a:lnTo>
                    <a:pt x="3823" y="2085"/>
                  </a:lnTo>
                  <a:lnTo>
                    <a:pt x="3823" y="2356"/>
                  </a:lnTo>
                  <a:lnTo>
                    <a:pt x="3784" y="2665"/>
                  </a:lnTo>
                  <a:lnTo>
                    <a:pt x="3669" y="2935"/>
                  </a:lnTo>
                  <a:lnTo>
                    <a:pt x="3476" y="3244"/>
                  </a:lnTo>
                  <a:lnTo>
                    <a:pt x="3205" y="3476"/>
                  </a:lnTo>
                  <a:lnTo>
                    <a:pt x="2896" y="3669"/>
                  </a:lnTo>
                  <a:lnTo>
                    <a:pt x="2587" y="3785"/>
                  </a:lnTo>
                  <a:lnTo>
                    <a:pt x="2201" y="3862"/>
                  </a:lnTo>
                  <a:lnTo>
                    <a:pt x="1854" y="3823"/>
                  </a:lnTo>
                  <a:lnTo>
                    <a:pt x="1506" y="3746"/>
                  </a:lnTo>
                  <a:lnTo>
                    <a:pt x="1197" y="3591"/>
                  </a:lnTo>
                  <a:lnTo>
                    <a:pt x="927" y="3398"/>
                  </a:lnTo>
                  <a:lnTo>
                    <a:pt x="695" y="3167"/>
                  </a:lnTo>
                  <a:lnTo>
                    <a:pt x="541" y="2858"/>
                  </a:lnTo>
                  <a:lnTo>
                    <a:pt x="425" y="2549"/>
                  </a:lnTo>
                  <a:lnTo>
                    <a:pt x="348" y="2240"/>
                  </a:lnTo>
                  <a:lnTo>
                    <a:pt x="348" y="1892"/>
                  </a:lnTo>
                  <a:lnTo>
                    <a:pt x="425" y="1583"/>
                  </a:lnTo>
                  <a:lnTo>
                    <a:pt x="541" y="1275"/>
                  </a:lnTo>
                  <a:lnTo>
                    <a:pt x="772" y="966"/>
                  </a:lnTo>
                  <a:lnTo>
                    <a:pt x="1081" y="695"/>
                  </a:lnTo>
                  <a:lnTo>
                    <a:pt x="1390" y="502"/>
                  </a:lnTo>
                  <a:lnTo>
                    <a:pt x="1738" y="386"/>
                  </a:lnTo>
                  <a:lnTo>
                    <a:pt x="2124" y="348"/>
                  </a:lnTo>
                  <a:close/>
                  <a:moveTo>
                    <a:pt x="1892" y="0"/>
                  </a:moveTo>
                  <a:lnTo>
                    <a:pt x="1545" y="77"/>
                  </a:lnTo>
                  <a:lnTo>
                    <a:pt x="1197" y="232"/>
                  </a:lnTo>
                  <a:lnTo>
                    <a:pt x="850" y="425"/>
                  </a:lnTo>
                  <a:lnTo>
                    <a:pt x="618" y="618"/>
                  </a:lnTo>
                  <a:lnTo>
                    <a:pt x="464" y="811"/>
                  </a:lnTo>
                  <a:lnTo>
                    <a:pt x="309" y="966"/>
                  </a:lnTo>
                  <a:lnTo>
                    <a:pt x="232" y="1159"/>
                  </a:lnTo>
                  <a:lnTo>
                    <a:pt x="116" y="1390"/>
                  </a:lnTo>
                  <a:lnTo>
                    <a:pt x="39" y="1815"/>
                  </a:lnTo>
                  <a:lnTo>
                    <a:pt x="0" y="2240"/>
                  </a:lnTo>
                  <a:lnTo>
                    <a:pt x="77" y="2665"/>
                  </a:lnTo>
                  <a:lnTo>
                    <a:pt x="232" y="3051"/>
                  </a:lnTo>
                  <a:lnTo>
                    <a:pt x="464" y="3437"/>
                  </a:lnTo>
                  <a:lnTo>
                    <a:pt x="618" y="3591"/>
                  </a:lnTo>
                  <a:lnTo>
                    <a:pt x="772" y="3746"/>
                  </a:lnTo>
                  <a:lnTo>
                    <a:pt x="1120" y="3978"/>
                  </a:lnTo>
                  <a:lnTo>
                    <a:pt x="1506" y="4132"/>
                  </a:lnTo>
                  <a:lnTo>
                    <a:pt x="1931" y="4209"/>
                  </a:lnTo>
                  <a:lnTo>
                    <a:pt x="2317" y="4209"/>
                  </a:lnTo>
                  <a:lnTo>
                    <a:pt x="2742" y="4132"/>
                  </a:lnTo>
                  <a:lnTo>
                    <a:pt x="3128" y="3978"/>
                  </a:lnTo>
                  <a:lnTo>
                    <a:pt x="3476" y="3785"/>
                  </a:lnTo>
                  <a:lnTo>
                    <a:pt x="3784" y="3476"/>
                  </a:lnTo>
                  <a:lnTo>
                    <a:pt x="3900" y="3321"/>
                  </a:lnTo>
                  <a:lnTo>
                    <a:pt x="4016" y="3128"/>
                  </a:lnTo>
                  <a:lnTo>
                    <a:pt x="4093" y="2935"/>
                  </a:lnTo>
                  <a:lnTo>
                    <a:pt x="4132" y="2703"/>
                  </a:lnTo>
                  <a:lnTo>
                    <a:pt x="4209" y="2279"/>
                  </a:lnTo>
                  <a:lnTo>
                    <a:pt x="4171" y="1854"/>
                  </a:lnTo>
                  <a:lnTo>
                    <a:pt x="4055" y="1429"/>
                  </a:lnTo>
                  <a:lnTo>
                    <a:pt x="3939" y="1236"/>
                  </a:lnTo>
                  <a:lnTo>
                    <a:pt x="3823" y="1043"/>
                  </a:lnTo>
                  <a:lnTo>
                    <a:pt x="3707" y="888"/>
                  </a:lnTo>
                  <a:lnTo>
                    <a:pt x="3553" y="734"/>
                  </a:lnTo>
                  <a:lnTo>
                    <a:pt x="3360" y="579"/>
                  </a:lnTo>
                  <a:lnTo>
                    <a:pt x="3167" y="502"/>
                  </a:lnTo>
                  <a:lnTo>
                    <a:pt x="3128" y="502"/>
                  </a:lnTo>
                  <a:lnTo>
                    <a:pt x="3051" y="348"/>
                  </a:lnTo>
                  <a:lnTo>
                    <a:pt x="2896" y="232"/>
                  </a:lnTo>
                  <a:lnTo>
                    <a:pt x="2780" y="116"/>
                  </a:lnTo>
                  <a:lnTo>
                    <a:pt x="2626" y="77"/>
                  </a:lnTo>
                  <a:lnTo>
                    <a:pt x="2433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3"/>
            <p:cNvSpPr/>
            <p:nvPr/>
          </p:nvSpPr>
          <p:spPr>
            <a:xfrm>
              <a:off x="686050" y="1295025"/>
              <a:ext cx="44425" cy="43475"/>
            </a:xfrm>
            <a:custGeom>
              <a:avLst/>
              <a:gdLst/>
              <a:ahLst/>
              <a:cxnLst/>
              <a:rect l="l" t="t" r="r" b="b"/>
              <a:pathLst>
                <a:path w="1777" h="1739" extrusionOk="0">
                  <a:moveTo>
                    <a:pt x="773" y="309"/>
                  </a:moveTo>
                  <a:lnTo>
                    <a:pt x="966" y="348"/>
                  </a:lnTo>
                  <a:lnTo>
                    <a:pt x="1159" y="464"/>
                  </a:lnTo>
                  <a:lnTo>
                    <a:pt x="1313" y="580"/>
                  </a:lnTo>
                  <a:lnTo>
                    <a:pt x="1390" y="773"/>
                  </a:lnTo>
                  <a:lnTo>
                    <a:pt x="1390" y="966"/>
                  </a:lnTo>
                  <a:lnTo>
                    <a:pt x="1352" y="1043"/>
                  </a:lnTo>
                  <a:lnTo>
                    <a:pt x="1275" y="1159"/>
                  </a:lnTo>
                  <a:lnTo>
                    <a:pt x="1197" y="1236"/>
                  </a:lnTo>
                  <a:lnTo>
                    <a:pt x="1082" y="1275"/>
                  </a:lnTo>
                  <a:lnTo>
                    <a:pt x="888" y="1352"/>
                  </a:lnTo>
                  <a:lnTo>
                    <a:pt x="695" y="1352"/>
                  </a:lnTo>
                  <a:lnTo>
                    <a:pt x="541" y="1236"/>
                  </a:lnTo>
                  <a:lnTo>
                    <a:pt x="425" y="1082"/>
                  </a:lnTo>
                  <a:lnTo>
                    <a:pt x="386" y="889"/>
                  </a:lnTo>
                  <a:lnTo>
                    <a:pt x="386" y="734"/>
                  </a:lnTo>
                  <a:lnTo>
                    <a:pt x="464" y="541"/>
                  </a:lnTo>
                  <a:lnTo>
                    <a:pt x="541" y="387"/>
                  </a:lnTo>
                  <a:lnTo>
                    <a:pt x="541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8" y="39"/>
                  </a:lnTo>
                  <a:lnTo>
                    <a:pt x="464" y="116"/>
                  </a:lnTo>
                  <a:lnTo>
                    <a:pt x="425" y="155"/>
                  </a:lnTo>
                  <a:lnTo>
                    <a:pt x="348" y="155"/>
                  </a:lnTo>
                  <a:lnTo>
                    <a:pt x="232" y="271"/>
                  </a:lnTo>
                  <a:lnTo>
                    <a:pt x="116" y="387"/>
                  </a:lnTo>
                  <a:lnTo>
                    <a:pt x="39" y="502"/>
                  </a:lnTo>
                  <a:lnTo>
                    <a:pt x="0" y="657"/>
                  </a:lnTo>
                  <a:lnTo>
                    <a:pt x="0" y="850"/>
                  </a:lnTo>
                  <a:lnTo>
                    <a:pt x="0" y="1004"/>
                  </a:lnTo>
                  <a:lnTo>
                    <a:pt x="39" y="1159"/>
                  </a:lnTo>
                  <a:lnTo>
                    <a:pt x="116" y="1313"/>
                  </a:lnTo>
                  <a:lnTo>
                    <a:pt x="193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8" y="1738"/>
                  </a:lnTo>
                  <a:lnTo>
                    <a:pt x="966" y="1738"/>
                  </a:lnTo>
                  <a:lnTo>
                    <a:pt x="1120" y="1700"/>
                  </a:lnTo>
                  <a:lnTo>
                    <a:pt x="1275" y="1622"/>
                  </a:lnTo>
                  <a:lnTo>
                    <a:pt x="1429" y="1545"/>
                  </a:lnTo>
                  <a:lnTo>
                    <a:pt x="1584" y="1391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27"/>
                  </a:lnTo>
                  <a:lnTo>
                    <a:pt x="1777" y="773"/>
                  </a:lnTo>
                  <a:lnTo>
                    <a:pt x="1738" y="580"/>
                  </a:lnTo>
                  <a:lnTo>
                    <a:pt x="1661" y="425"/>
                  </a:lnTo>
                  <a:lnTo>
                    <a:pt x="1545" y="271"/>
                  </a:lnTo>
                  <a:lnTo>
                    <a:pt x="1429" y="155"/>
                  </a:lnTo>
                  <a:lnTo>
                    <a:pt x="1275" y="78"/>
                  </a:lnTo>
                  <a:lnTo>
                    <a:pt x="1120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3"/>
            <p:cNvSpPr/>
            <p:nvPr/>
          </p:nvSpPr>
          <p:spPr>
            <a:xfrm>
              <a:off x="691825" y="1300825"/>
              <a:ext cx="114925" cy="285775"/>
            </a:xfrm>
            <a:custGeom>
              <a:avLst/>
              <a:gdLst/>
              <a:ahLst/>
              <a:cxnLst/>
              <a:rect l="l" t="t" r="r" b="b"/>
              <a:pathLst>
                <a:path w="4597" h="11431" extrusionOk="0">
                  <a:moveTo>
                    <a:pt x="3631" y="888"/>
                  </a:moveTo>
                  <a:lnTo>
                    <a:pt x="3708" y="2008"/>
                  </a:lnTo>
                  <a:lnTo>
                    <a:pt x="3824" y="3128"/>
                  </a:lnTo>
                  <a:lnTo>
                    <a:pt x="3940" y="4248"/>
                  </a:lnTo>
                  <a:lnTo>
                    <a:pt x="4017" y="5406"/>
                  </a:lnTo>
                  <a:lnTo>
                    <a:pt x="4056" y="6603"/>
                  </a:lnTo>
                  <a:lnTo>
                    <a:pt x="4056" y="7260"/>
                  </a:lnTo>
                  <a:lnTo>
                    <a:pt x="3978" y="7878"/>
                  </a:lnTo>
                  <a:lnTo>
                    <a:pt x="3901" y="8534"/>
                  </a:lnTo>
                  <a:lnTo>
                    <a:pt x="3747" y="9152"/>
                  </a:lnTo>
                  <a:lnTo>
                    <a:pt x="3515" y="9731"/>
                  </a:lnTo>
                  <a:lnTo>
                    <a:pt x="3245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2"/>
                  </a:lnTo>
                  <a:lnTo>
                    <a:pt x="1623" y="10696"/>
                  </a:lnTo>
                  <a:lnTo>
                    <a:pt x="1353" y="10503"/>
                  </a:lnTo>
                  <a:lnTo>
                    <a:pt x="1121" y="10233"/>
                  </a:lnTo>
                  <a:lnTo>
                    <a:pt x="966" y="9963"/>
                  </a:lnTo>
                  <a:lnTo>
                    <a:pt x="851" y="9692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95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9" y="4055"/>
                  </a:lnTo>
                  <a:lnTo>
                    <a:pt x="580" y="2780"/>
                  </a:lnTo>
                  <a:lnTo>
                    <a:pt x="542" y="2742"/>
                  </a:lnTo>
                  <a:lnTo>
                    <a:pt x="580" y="2742"/>
                  </a:lnTo>
                  <a:lnTo>
                    <a:pt x="1353" y="2356"/>
                  </a:lnTo>
                  <a:lnTo>
                    <a:pt x="2163" y="1931"/>
                  </a:lnTo>
                  <a:lnTo>
                    <a:pt x="2936" y="1429"/>
                  </a:lnTo>
                  <a:lnTo>
                    <a:pt x="3283" y="1159"/>
                  </a:lnTo>
                  <a:lnTo>
                    <a:pt x="3631" y="888"/>
                  </a:lnTo>
                  <a:close/>
                  <a:moveTo>
                    <a:pt x="3978" y="0"/>
                  </a:moveTo>
                  <a:lnTo>
                    <a:pt x="3901" y="39"/>
                  </a:lnTo>
                  <a:lnTo>
                    <a:pt x="3476" y="309"/>
                  </a:lnTo>
                  <a:lnTo>
                    <a:pt x="3052" y="657"/>
                  </a:lnTo>
                  <a:lnTo>
                    <a:pt x="2627" y="966"/>
                  </a:lnTo>
                  <a:lnTo>
                    <a:pt x="2202" y="1313"/>
                  </a:lnTo>
                  <a:lnTo>
                    <a:pt x="1314" y="1892"/>
                  </a:lnTo>
                  <a:lnTo>
                    <a:pt x="426" y="2472"/>
                  </a:lnTo>
                  <a:lnTo>
                    <a:pt x="349" y="2549"/>
                  </a:lnTo>
                  <a:lnTo>
                    <a:pt x="349" y="2626"/>
                  </a:lnTo>
                  <a:lnTo>
                    <a:pt x="271" y="2665"/>
                  </a:lnTo>
                  <a:lnTo>
                    <a:pt x="233" y="2780"/>
                  </a:lnTo>
                  <a:lnTo>
                    <a:pt x="194" y="3823"/>
                  </a:lnTo>
                  <a:lnTo>
                    <a:pt x="155" y="4827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7"/>
                  </a:lnTo>
                  <a:lnTo>
                    <a:pt x="155" y="7685"/>
                  </a:lnTo>
                  <a:lnTo>
                    <a:pt x="155" y="8418"/>
                  </a:lnTo>
                  <a:lnTo>
                    <a:pt x="233" y="9152"/>
                  </a:lnTo>
                  <a:lnTo>
                    <a:pt x="310" y="9615"/>
                  </a:lnTo>
                  <a:lnTo>
                    <a:pt x="503" y="10079"/>
                  </a:lnTo>
                  <a:lnTo>
                    <a:pt x="735" y="10503"/>
                  </a:lnTo>
                  <a:lnTo>
                    <a:pt x="1044" y="10890"/>
                  </a:lnTo>
                  <a:lnTo>
                    <a:pt x="1198" y="11044"/>
                  </a:lnTo>
                  <a:lnTo>
                    <a:pt x="1391" y="11198"/>
                  </a:lnTo>
                  <a:lnTo>
                    <a:pt x="1623" y="11314"/>
                  </a:lnTo>
                  <a:lnTo>
                    <a:pt x="1816" y="11392"/>
                  </a:lnTo>
                  <a:lnTo>
                    <a:pt x="2048" y="11430"/>
                  </a:lnTo>
                  <a:lnTo>
                    <a:pt x="2279" y="11430"/>
                  </a:lnTo>
                  <a:lnTo>
                    <a:pt x="2550" y="11392"/>
                  </a:lnTo>
                  <a:lnTo>
                    <a:pt x="2820" y="11314"/>
                  </a:lnTo>
                  <a:lnTo>
                    <a:pt x="3052" y="11198"/>
                  </a:lnTo>
                  <a:lnTo>
                    <a:pt x="3283" y="11044"/>
                  </a:lnTo>
                  <a:lnTo>
                    <a:pt x="3476" y="10851"/>
                  </a:lnTo>
                  <a:lnTo>
                    <a:pt x="3669" y="10658"/>
                  </a:lnTo>
                  <a:lnTo>
                    <a:pt x="3824" y="10388"/>
                  </a:lnTo>
                  <a:lnTo>
                    <a:pt x="3978" y="10117"/>
                  </a:lnTo>
                  <a:lnTo>
                    <a:pt x="4171" y="9538"/>
                  </a:lnTo>
                  <a:lnTo>
                    <a:pt x="4326" y="8920"/>
                  </a:lnTo>
                  <a:lnTo>
                    <a:pt x="4442" y="8302"/>
                  </a:lnTo>
                  <a:lnTo>
                    <a:pt x="4519" y="7723"/>
                  </a:lnTo>
                  <a:lnTo>
                    <a:pt x="4558" y="7221"/>
                  </a:lnTo>
                  <a:lnTo>
                    <a:pt x="4596" y="6642"/>
                  </a:lnTo>
                  <a:lnTo>
                    <a:pt x="4596" y="6101"/>
                  </a:lnTo>
                  <a:lnTo>
                    <a:pt x="4519" y="4981"/>
                  </a:lnTo>
                  <a:lnTo>
                    <a:pt x="4442" y="3862"/>
                  </a:lnTo>
                  <a:lnTo>
                    <a:pt x="4326" y="2780"/>
                  </a:lnTo>
                  <a:lnTo>
                    <a:pt x="4287" y="2394"/>
                  </a:lnTo>
                  <a:lnTo>
                    <a:pt x="4210" y="1468"/>
                  </a:lnTo>
                  <a:lnTo>
                    <a:pt x="4133" y="541"/>
                  </a:lnTo>
                  <a:lnTo>
                    <a:pt x="4094" y="386"/>
                  </a:lnTo>
                  <a:lnTo>
                    <a:pt x="4133" y="348"/>
                  </a:lnTo>
                  <a:lnTo>
                    <a:pt x="4171" y="270"/>
                  </a:lnTo>
                  <a:lnTo>
                    <a:pt x="4210" y="193"/>
                  </a:lnTo>
                  <a:lnTo>
                    <a:pt x="4171" y="77"/>
                  </a:lnTo>
                  <a:lnTo>
                    <a:pt x="4094" y="39"/>
                  </a:lnTo>
                  <a:lnTo>
                    <a:pt x="40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3"/>
            <p:cNvSpPr/>
            <p:nvPr/>
          </p:nvSpPr>
          <p:spPr>
            <a:xfrm>
              <a:off x="635850" y="1347150"/>
              <a:ext cx="42500" cy="41550"/>
            </a:xfrm>
            <a:custGeom>
              <a:avLst/>
              <a:gdLst/>
              <a:ahLst/>
              <a:cxnLst/>
              <a:rect l="l" t="t" r="r" b="b"/>
              <a:pathLst>
                <a:path w="1700" h="1662" extrusionOk="0">
                  <a:moveTo>
                    <a:pt x="1004" y="387"/>
                  </a:moveTo>
                  <a:lnTo>
                    <a:pt x="1120" y="425"/>
                  </a:lnTo>
                  <a:lnTo>
                    <a:pt x="1159" y="464"/>
                  </a:lnTo>
                  <a:lnTo>
                    <a:pt x="1236" y="541"/>
                  </a:lnTo>
                  <a:lnTo>
                    <a:pt x="1313" y="734"/>
                  </a:lnTo>
                  <a:lnTo>
                    <a:pt x="1313" y="927"/>
                  </a:lnTo>
                  <a:lnTo>
                    <a:pt x="1236" y="1082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8" y="1275"/>
                  </a:lnTo>
                  <a:lnTo>
                    <a:pt x="695" y="1236"/>
                  </a:lnTo>
                  <a:lnTo>
                    <a:pt x="541" y="1121"/>
                  </a:lnTo>
                  <a:lnTo>
                    <a:pt x="464" y="1082"/>
                  </a:lnTo>
                  <a:lnTo>
                    <a:pt x="425" y="966"/>
                  </a:lnTo>
                  <a:lnTo>
                    <a:pt x="386" y="889"/>
                  </a:lnTo>
                  <a:lnTo>
                    <a:pt x="386" y="773"/>
                  </a:lnTo>
                  <a:lnTo>
                    <a:pt x="425" y="541"/>
                  </a:lnTo>
                  <a:lnTo>
                    <a:pt x="541" y="580"/>
                  </a:lnTo>
                  <a:lnTo>
                    <a:pt x="618" y="541"/>
                  </a:lnTo>
                  <a:lnTo>
                    <a:pt x="773" y="425"/>
                  </a:lnTo>
                  <a:lnTo>
                    <a:pt x="927" y="387"/>
                  </a:lnTo>
                  <a:close/>
                  <a:moveTo>
                    <a:pt x="734" y="1"/>
                  </a:moveTo>
                  <a:lnTo>
                    <a:pt x="618" y="39"/>
                  </a:lnTo>
                  <a:lnTo>
                    <a:pt x="502" y="117"/>
                  </a:lnTo>
                  <a:lnTo>
                    <a:pt x="348" y="194"/>
                  </a:lnTo>
                  <a:lnTo>
                    <a:pt x="232" y="310"/>
                  </a:lnTo>
                  <a:lnTo>
                    <a:pt x="155" y="425"/>
                  </a:lnTo>
                  <a:lnTo>
                    <a:pt x="78" y="580"/>
                  </a:lnTo>
                  <a:lnTo>
                    <a:pt x="39" y="696"/>
                  </a:lnTo>
                  <a:lnTo>
                    <a:pt x="0" y="850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3" y="1352"/>
                  </a:lnTo>
                  <a:lnTo>
                    <a:pt x="309" y="1468"/>
                  </a:lnTo>
                  <a:lnTo>
                    <a:pt x="464" y="1584"/>
                  </a:lnTo>
                  <a:lnTo>
                    <a:pt x="657" y="1623"/>
                  </a:lnTo>
                  <a:lnTo>
                    <a:pt x="811" y="1661"/>
                  </a:lnTo>
                  <a:lnTo>
                    <a:pt x="1004" y="1661"/>
                  </a:lnTo>
                  <a:lnTo>
                    <a:pt x="1197" y="1584"/>
                  </a:lnTo>
                  <a:lnTo>
                    <a:pt x="1352" y="1507"/>
                  </a:lnTo>
                  <a:lnTo>
                    <a:pt x="1468" y="1391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699" y="927"/>
                  </a:lnTo>
                  <a:lnTo>
                    <a:pt x="1699" y="734"/>
                  </a:lnTo>
                  <a:lnTo>
                    <a:pt x="1661" y="541"/>
                  </a:lnTo>
                  <a:lnTo>
                    <a:pt x="1584" y="387"/>
                  </a:lnTo>
                  <a:lnTo>
                    <a:pt x="1506" y="232"/>
                  </a:lnTo>
                  <a:lnTo>
                    <a:pt x="1390" y="155"/>
                  </a:lnTo>
                  <a:lnTo>
                    <a:pt x="1275" y="78"/>
                  </a:lnTo>
                  <a:lnTo>
                    <a:pt x="10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3"/>
            <p:cNvSpPr/>
            <p:nvPr/>
          </p:nvSpPr>
          <p:spPr>
            <a:xfrm>
              <a:off x="444700" y="13741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71" y="1"/>
                  </a:moveTo>
                  <a:lnTo>
                    <a:pt x="116" y="40"/>
                  </a:lnTo>
                  <a:lnTo>
                    <a:pt x="39" y="117"/>
                  </a:lnTo>
                  <a:lnTo>
                    <a:pt x="1" y="233"/>
                  </a:lnTo>
                  <a:lnTo>
                    <a:pt x="39" y="387"/>
                  </a:lnTo>
                  <a:lnTo>
                    <a:pt x="348" y="889"/>
                  </a:lnTo>
                  <a:lnTo>
                    <a:pt x="657" y="1391"/>
                  </a:lnTo>
                  <a:lnTo>
                    <a:pt x="1005" y="1854"/>
                  </a:lnTo>
                  <a:lnTo>
                    <a:pt x="1391" y="2318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4" y="3553"/>
                  </a:lnTo>
                  <a:lnTo>
                    <a:pt x="3167" y="3901"/>
                  </a:lnTo>
                  <a:lnTo>
                    <a:pt x="3553" y="3747"/>
                  </a:lnTo>
                  <a:lnTo>
                    <a:pt x="2781" y="3013"/>
                  </a:lnTo>
                  <a:lnTo>
                    <a:pt x="2047" y="2241"/>
                  </a:lnTo>
                  <a:lnTo>
                    <a:pt x="1352" y="1430"/>
                  </a:lnTo>
                  <a:lnTo>
                    <a:pt x="1043" y="1005"/>
                  </a:lnTo>
                  <a:lnTo>
                    <a:pt x="734" y="542"/>
                  </a:lnTo>
                  <a:lnTo>
                    <a:pt x="1622" y="696"/>
                  </a:lnTo>
                  <a:lnTo>
                    <a:pt x="2511" y="889"/>
                  </a:lnTo>
                  <a:lnTo>
                    <a:pt x="3013" y="1044"/>
                  </a:lnTo>
                  <a:lnTo>
                    <a:pt x="3515" y="1198"/>
                  </a:lnTo>
                  <a:lnTo>
                    <a:pt x="4017" y="1352"/>
                  </a:lnTo>
                  <a:lnTo>
                    <a:pt x="4480" y="1507"/>
                  </a:lnTo>
                  <a:lnTo>
                    <a:pt x="4596" y="1507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5" y="1507"/>
                  </a:lnTo>
                  <a:lnTo>
                    <a:pt x="4943" y="1430"/>
                  </a:lnTo>
                  <a:lnTo>
                    <a:pt x="4634" y="1159"/>
                  </a:lnTo>
                  <a:lnTo>
                    <a:pt x="4171" y="850"/>
                  </a:lnTo>
                  <a:lnTo>
                    <a:pt x="3630" y="619"/>
                  </a:lnTo>
                  <a:lnTo>
                    <a:pt x="3090" y="464"/>
                  </a:lnTo>
                  <a:lnTo>
                    <a:pt x="2511" y="310"/>
                  </a:lnTo>
                  <a:lnTo>
                    <a:pt x="1931" y="194"/>
                  </a:lnTo>
                  <a:lnTo>
                    <a:pt x="1352" y="117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3"/>
            <p:cNvSpPr/>
            <p:nvPr/>
          </p:nvSpPr>
          <p:spPr>
            <a:xfrm>
              <a:off x="5333350" y="138867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5"/>
                  </a:moveTo>
                  <a:lnTo>
                    <a:pt x="23633" y="1467"/>
                  </a:lnTo>
                  <a:lnTo>
                    <a:pt x="23941" y="2008"/>
                  </a:lnTo>
                  <a:lnTo>
                    <a:pt x="23787" y="2163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2" y="1969"/>
                  </a:lnTo>
                  <a:lnTo>
                    <a:pt x="23015" y="1815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4"/>
                  </a:lnTo>
                  <a:lnTo>
                    <a:pt x="23169" y="1120"/>
                  </a:lnTo>
                  <a:lnTo>
                    <a:pt x="23285" y="965"/>
                  </a:lnTo>
                  <a:close/>
                  <a:moveTo>
                    <a:pt x="24096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7"/>
                  </a:lnTo>
                  <a:lnTo>
                    <a:pt x="24096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0"/>
                  </a:lnTo>
                  <a:lnTo>
                    <a:pt x="16566" y="5406"/>
                  </a:lnTo>
                  <a:lnTo>
                    <a:pt x="16296" y="5445"/>
                  </a:lnTo>
                  <a:lnTo>
                    <a:pt x="15639" y="5522"/>
                  </a:lnTo>
                  <a:lnTo>
                    <a:pt x="15639" y="5483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5" y="5175"/>
                  </a:lnTo>
                  <a:lnTo>
                    <a:pt x="15832" y="5097"/>
                  </a:lnTo>
                  <a:lnTo>
                    <a:pt x="15948" y="5020"/>
                  </a:lnTo>
                  <a:lnTo>
                    <a:pt x="16064" y="4981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522"/>
                  </a:lnTo>
                  <a:lnTo>
                    <a:pt x="24057" y="5445"/>
                  </a:lnTo>
                  <a:lnTo>
                    <a:pt x="23903" y="5290"/>
                  </a:lnTo>
                  <a:lnTo>
                    <a:pt x="23826" y="5097"/>
                  </a:lnTo>
                  <a:lnTo>
                    <a:pt x="23787" y="4981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2" y="5638"/>
                  </a:lnTo>
                  <a:lnTo>
                    <a:pt x="17570" y="5522"/>
                  </a:lnTo>
                  <a:lnTo>
                    <a:pt x="17029" y="5445"/>
                  </a:lnTo>
                  <a:lnTo>
                    <a:pt x="17068" y="5290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3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6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599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6"/>
                  </a:lnTo>
                  <a:lnTo>
                    <a:pt x="19385" y="5831"/>
                  </a:lnTo>
                  <a:lnTo>
                    <a:pt x="19385" y="5985"/>
                  </a:lnTo>
                  <a:lnTo>
                    <a:pt x="19346" y="6178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6"/>
                  </a:lnTo>
                  <a:lnTo>
                    <a:pt x="18844" y="5522"/>
                  </a:lnTo>
                  <a:lnTo>
                    <a:pt x="18999" y="5483"/>
                  </a:lnTo>
                  <a:close/>
                  <a:moveTo>
                    <a:pt x="20196" y="6063"/>
                  </a:moveTo>
                  <a:lnTo>
                    <a:pt x="20350" y="6101"/>
                  </a:lnTo>
                  <a:lnTo>
                    <a:pt x="20466" y="6140"/>
                  </a:lnTo>
                  <a:lnTo>
                    <a:pt x="20543" y="6178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0"/>
                  </a:lnTo>
                  <a:lnTo>
                    <a:pt x="19848" y="6294"/>
                  </a:lnTo>
                  <a:lnTo>
                    <a:pt x="19887" y="6178"/>
                  </a:lnTo>
                  <a:lnTo>
                    <a:pt x="20003" y="6140"/>
                  </a:lnTo>
                  <a:lnTo>
                    <a:pt x="20080" y="6101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1" y="5985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1" y="6294"/>
                  </a:lnTo>
                  <a:lnTo>
                    <a:pt x="23748" y="6565"/>
                  </a:lnTo>
                  <a:lnTo>
                    <a:pt x="23517" y="6796"/>
                  </a:lnTo>
                  <a:lnTo>
                    <a:pt x="23246" y="6989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8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78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6"/>
                  </a:lnTo>
                  <a:lnTo>
                    <a:pt x="12627" y="6680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59" y="6217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719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44"/>
                  </a:lnTo>
                  <a:lnTo>
                    <a:pt x="22551" y="7221"/>
                  </a:lnTo>
                  <a:lnTo>
                    <a:pt x="22165" y="7260"/>
                  </a:lnTo>
                  <a:lnTo>
                    <a:pt x="21779" y="7221"/>
                  </a:lnTo>
                  <a:lnTo>
                    <a:pt x="21393" y="7105"/>
                  </a:lnTo>
                  <a:lnTo>
                    <a:pt x="21470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414"/>
                  </a:moveTo>
                  <a:lnTo>
                    <a:pt x="12473" y="7453"/>
                  </a:lnTo>
                  <a:lnTo>
                    <a:pt x="12125" y="7993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09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3"/>
                  </a:lnTo>
                  <a:lnTo>
                    <a:pt x="11816" y="7607"/>
                  </a:lnTo>
                  <a:lnTo>
                    <a:pt x="11894" y="7530"/>
                  </a:lnTo>
                  <a:lnTo>
                    <a:pt x="12009" y="7453"/>
                  </a:lnTo>
                  <a:lnTo>
                    <a:pt x="12164" y="7414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1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2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7"/>
                  </a:lnTo>
                  <a:close/>
                  <a:moveTo>
                    <a:pt x="3785" y="9770"/>
                  </a:moveTo>
                  <a:lnTo>
                    <a:pt x="3900" y="9808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32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5"/>
                  </a:lnTo>
                  <a:lnTo>
                    <a:pt x="5097" y="10774"/>
                  </a:lnTo>
                  <a:lnTo>
                    <a:pt x="5136" y="10889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928"/>
                  </a:lnTo>
                  <a:lnTo>
                    <a:pt x="4441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19"/>
                  </a:moveTo>
                  <a:lnTo>
                    <a:pt x="10967" y="11198"/>
                  </a:lnTo>
                  <a:lnTo>
                    <a:pt x="10735" y="11739"/>
                  </a:lnTo>
                  <a:lnTo>
                    <a:pt x="10658" y="11700"/>
                  </a:lnTo>
                  <a:lnTo>
                    <a:pt x="10504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2"/>
                  </a:lnTo>
                  <a:lnTo>
                    <a:pt x="10735" y="10696"/>
                  </a:lnTo>
                  <a:lnTo>
                    <a:pt x="10928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09"/>
                  </a:lnTo>
                  <a:lnTo>
                    <a:pt x="6410" y="12241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0"/>
                  </a:lnTo>
                  <a:lnTo>
                    <a:pt x="5445" y="11623"/>
                  </a:lnTo>
                  <a:lnTo>
                    <a:pt x="5561" y="11546"/>
                  </a:lnTo>
                  <a:lnTo>
                    <a:pt x="5638" y="11507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39" y="13206"/>
                  </a:lnTo>
                  <a:lnTo>
                    <a:pt x="7337" y="13013"/>
                  </a:lnTo>
                  <a:lnTo>
                    <a:pt x="6835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3" y="12627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6"/>
                  </a:lnTo>
                  <a:lnTo>
                    <a:pt x="9229" y="13129"/>
                  </a:lnTo>
                  <a:lnTo>
                    <a:pt x="9268" y="13206"/>
                  </a:lnTo>
                  <a:lnTo>
                    <a:pt x="9036" y="13284"/>
                  </a:lnTo>
                  <a:lnTo>
                    <a:pt x="8804" y="13322"/>
                  </a:lnTo>
                  <a:lnTo>
                    <a:pt x="8573" y="13322"/>
                  </a:lnTo>
                  <a:lnTo>
                    <a:pt x="8302" y="13284"/>
                  </a:lnTo>
                  <a:lnTo>
                    <a:pt x="8302" y="13206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704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6" y="0"/>
                  </a:moveTo>
                  <a:lnTo>
                    <a:pt x="22899" y="39"/>
                  </a:lnTo>
                  <a:lnTo>
                    <a:pt x="22822" y="77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2"/>
                  </a:lnTo>
                  <a:lnTo>
                    <a:pt x="22783" y="965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0" y="2278"/>
                  </a:lnTo>
                  <a:lnTo>
                    <a:pt x="23053" y="2394"/>
                  </a:lnTo>
                  <a:lnTo>
                    <a:pt x="23246" y="2510"/>
                  </a:lnTo>
                  <a:lnTo>
                    <a:pt x="23478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82"/>
                  </a:lnTo>
                  <a:lnTo>
                    <a:pt x="23439" y="3514"/>
                  </a:lnTo>
                  <a:lnTo>
                    <a:pt x="23555" y="3707"/>
                  </a:lnTo>
                  <a:lnTo>
                    <a:pt x="23748" y="3900"/>
                  </a:lnTo>
                  <a:lnTo>
                    <a:pt x="23980" y="4016"/>
                  </a:lnTo>
                  <a:lnTo>
                    <a:pt x="23748" y="4209"/>
                  </a:lnTo>
                  <a:lnTo>
                    <a:pt x="23555" y="4479"/>
                  </a:lnTo>
                  <a:lnTo>
                    <a:pt x="23478" y="4750"/>
                  </a:lnTo>
                  <a:lnTo>
                    <a:pt x="23439" y="4904"/>
                  </a:lnTo>
                  <a:lnTo>
                    <a:pt x="23439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1" y="5522"/>
                  </a:lnTo>
                  <a:lnTo>
                    <a:pt x="23169" y="5561"/>
                  </a:lnTo>
                  <a:lnTo>
                    <a:pt x="22976" y="5715"/>
                  </a:lnTo>
                  <a:lnTo>
                    <a:pt x="22783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4" y="6294"/>
                  </a:lnTo>
                  <a:lnTo>
                    <a:pt x="22320" y="6256"/>
                  </a:lnTo>
                  <a:lnTo>
                    <a:pt x="22165" y="6217"/>
                  </a:lnTo>
                  <a:lnTo>
                    <a:pt x="21972" y="6217"/>
                  </a:lnTo>
                  <a:lnTo>
                    <a:pt x="21740" y="6294"/>
                  </a:lnTo>
                  <a:lnTo>
                    <a:pt x="21509" y="6410"/>
                  </a:lnTo>
                  <a:lnTo>
                    <a:pt x="21354" y="6565"/>
                  </a:lnTo>
                  <a:lnTo>
                    <a:pt x="21200" y="6796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4"/>
                  </a:lnTo>
                  <a:lnTo>
                    <a:pt x="20736" y="5908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4" y="5754"/>
                  </a:lnTo>
                  <a:lnTo>
                    <a:pt x="20080" y="5792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3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0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1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5"/>
                  </a:lnTo>
                  <a:lnTo>
                    <a:pt x="17802" y="4557"/>
                  </a:lnTo>
                  <a:lnTo>
                    <a:pt x="17647" y="4518"/>
                  </a:lnTo>
                  <a:lnTo>
                    <a:pt x="17493" y="4557"/>
                  </a:lnTo>
                  <a:lnTo>
                    <a:pt x="17377" y="4595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7"/>
                  </a:lnTo>
                  <a:lnTo>
                    <a:pt x="16759" y="4943"/>
                  </a:lnTo>
                  <a:lnTo>
                    <a:pt x="16605" y="4788"/>
                  </a:lnTo>
                  <a:lnTo>
                    <a:pt x="16450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1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1"/>
                  </a:lnTo>
                  <a:lnTo>
                    <a:pt x="14635" y="4943"/>
                  </a:lnTo>
                  <a:lnTo>
                    <a:pt x="14442" y="4981"/>
                  </a:lnTo>
                  <a:lnTo>
                    <a:pt x="14288" y="5020"/>
                  </a:lnTo>
                  <a:lnTo>
                    <a:pt x="14133" y="5097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7"/>
                  </a:lnTo>
                  <a:lnTo>
                    <a:pt x="12357" y="6372"/>
                  </a:lnTo>
                  <a:lnTo>
                    <a:pt x="12357" y="6526"/>
                  </a:lnTo>
                  <a:lnTo>
                    <a:pt x="12357" y="6680"/>
                  </a:lnTo>
                  <a:lnTo>
                    <a:pt x="12357" y="6835"/>
                  </a:lnTo>
                  <a:lnTo>
                    <a:pt x="12434" y="6989"/>
                  </a:lnTo>
                  <a:lnTo>
                    <a:pt x="12164" y="7028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414"/>
                  </a:lnTo>
                  <a:lnTo>
                    <a:pt x="11392" y="7530"/>
                  </a:lnTo>
                  <a:lnTo>
                    <a:pt x="11353" y="7684"/>
                  </a:lnTo>
                  <a:lnTo>
                    <a:pt x="11314" y="7839"/>
                  </a:lnTo>
                  <a:lnTo>
                    <a:pt x="11276" y="7993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57"/>
                  </a:lnTo>
                  <a:lnTo>
                    <a:pt x="11469" y="8611"/>
                  </a:lnTo>
                  <a:lnTo>
                    <a:pt x="11199" y="8650"/>
                  </a:lnTo>
                  <a:lnTo>
                    <a:pt x="10967" y="8804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3"/>
                  </a:lnTo>
                  <a:lnTo>
                    <a:pt x="10619" y="10310"/>
                  </a:lnTo>
                  <a:lnTo>
                    <a:pt x="10426" y="10426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5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4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2" y="12087"/>
                  </a:lnTo>
                  <a:lnTo>
                    <a:pt x="9384" y="12202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95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4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202"/>
                  </a:lnTo>
                  <a:lnTo>
                    <a:pt x="6990" y="12280"/>
                  </a:lnTo>
                  <a:lnTo>
                    <a:pt x="6796" y="12434"/>
                  </a:lnTo>
                  <a:lnTo>
                    <a:pt x="6796" y="12048"/>
                  </a:lnTo>
                  <a:lnTo>
                    <a:pt x="6758" y="11893"/>
                  </a:lnTo>
                  <a:lnTo>
                    <a:pt x="6681" y="11700"/>
                  </a:lnTo>
                  <a:lnTo>
                    <a:pt x="6603" y="11546"/>
                  </a:lnTo>
                  <a:lnTo>
                    <a:pt x="6526" y="11430"/>
                  </a:lnTo>
                  <a:lnTo>
                    <a:pt x="6372" y="11314"/>
                  </a:lnTo>
                  <a:lnTo>
                    <a:pt x="6217" y="11198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7"/>
                  </a:lnTo>
                  <a:lnTo>
                    <a:pt x="5522" y="10967"/>
                  </a:lnTo>
                  <a:lnTo>
                    <a:pt x="5445" y="10735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88"/>
                  </a:lnTo>
                  <a:lnTo>
                    <a:pt x="4943" y="10310"/>
                  </a:lnTo>
                  <a:lnTo>
                    <a:pt x="4827" y="10310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499"/>
                  </a:lnTo>
                  <a:lnTo>
                    <a:pt x="3900" y="9461"/>
                  </a:lnTo>
                  <a:lnTo>
                    <a:pt x="3746" y="9422"/>
                  </a:lnTo>
                  <a:lnTo>
                    <a:pt x="3591" y="9422"/>
                  </a:lnTo>
                  <a:lnTo>
                    <a:pt x="3398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70"/>
                  </a:lnTo>
                  <a:lnTo>
                    <a:pt x="2974" y="9615"/>
                  </a:lnTo>
                  <a:lnTo>
                    <a:pt x="2896" y="9461"/>
                  </a:lnTo>
                  <a:lnTo>
                    <a:pt x="2781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9036"/>
                  </a:lnTo>
                  <a:lnTo>
                    <a:pt x="1854" y="9113"/>
                  </a:lnTo>
                  <a:lnTo>
                    <a:pt x="1699" y="9190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1"/>
                  </a:lnTo>
                  <a:lnTo>
                    <a:pt x="1352" y="9924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0"/>
                  </a:lnTo>
                  <a:lnTo>
                    <a:pt x="386" y="10426"/>
                  </a:lnTo>
                  <a:lnTo>
                    <a:pt x="271" y="10581"/>
                  </a:lnTo>
                  <a:lnTo>
                    <a:pt x="116" y="10889"/>
                  </a:lnTo>
                  <a:lnTo>
                    <a:pt x="0" y="11237"/>
                  </a:lnTo>
                  <a:lnTo>
                    <a:pt x="0" y="11585"/>
                  </a:lnTo>
                  <a:lnTo>
                    <a:pt x="77" y="11932"/>
                  </a:lnTo>
                  <a:lnTo>
                    <a:pt x="193" y="12241"/>
                  </a:lnTo>
                  <a:lnTo>
                    <a:pt x="386" y="12550"/>
                  </a:lnTo>
                  <a:lnTo>
                    <a:pt x="618" y="12820"/>
                  </a:lnTo>
                  <a:lnTo>
                    <a:pt x="811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5" y="13129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1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78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4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2"/>
                  </a:lnTo>
                  <a:lnTo>
                    <a:pt x="618" y="12048"/>
                  </a:lnTo>
                  <a:lnTo>
                    <a:pt x="541" y="11893"/>
                  </a:lnTo>
                  <a:lnTo>
                    <a:pt x="502" y="11739"/>
                  </a:lnTo>
                  <a:lnTo>
                    <a:pt x="502" y="11546"/>
                  </a:lnTo>
                  <a:lnTo>
                    <a:pt x="502" y="11391"/>
                  </a:lnTo>
                  <a:lnTo>
                    <a:pt x="541" y="11198"/>
                  </a:lnTo>
                  <a:lnTo>
                    <a:pt x="579" y="11044"/>
                  </a:lnTo>
                  <a:lnTo>
                    <a:pt x="657" y="10889"/>
                  </a:lnTo>
                  <a:lnTo>
                    <a:pt x="773" y="10774"/>
                  </a:lnTo>
                  <a:lnTo>
                    <a:pt x="888" y="10619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6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5"/>
                  </a:lnTo>
                  <a:lnTo>
                    <a:pt x="5870" y="12704"/>
                  </a:lnTo>
                  <a:lnTo>
                    <a:pt x="6256" y="12975"/>
                  </a:lnTo>
                  <a:lnTo>
                    <a:pt x="6681" y="13206"/>
                  </a:lnTo>
                  <a:lnTo>
                    <a:pt x="7105" y="13438"/>
                  </a:lnTo>
                  <a:lnTo>
                    <a:pt x="7530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8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5"/>
                  </a:lnTo>
                  <a:lnTo>
                    <a:pt x="11314" y="11739"/>
                  </a:lnTo>
                  <a:lnTo>
                    <a:pt x="11507" y="11237"/>
                  </a:lnTo>
                  <a:lnTo>
                    <a:pt x="11662" y="10696"/>
                  </a:lnTo>
                  <a:lnTo>
                    <a:pt x="11971" y="9615"/>
                  </a:lnTo>
                  <a:lnTo>
                    <a:pt x="12125" y="9113"/>
                  </a:lnTo>
                  <a:lnTo>
                    <a:pt x="12357" y="8611"/>
                  </a:lnTo>
                  <a:lnTo>
                    <a:pt x="12589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89"/>
                  </a:lnTo>
                  <a:lnTo>
                    <a:pt x="14017" y="6719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4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0" y="7723"/>
                  </a:lnTo>
                  <a:lnTo>
                    <a:pt x="22165" y="7762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530"/>
                  </a:lnTo>
                  <a:lnTo>
                    <a:pt x="23710" y="7298"/>
                  </a:lnTo>
                  <a:lnTo>
                    <a:pt x="24057" y="6989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908"/>
                  </a:lnTo>
                  <a:lnTo>
                    <a:pt x="24868" y="5483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5" y="3746"/>
                  </a:lnTo>
                  <a:lnTo>
                    <a:pt x="24868" y="3282"/>
                  </a:lnTo>
                  <a:lnTo>
                    <a:pt x="24791" y="2858"/>
                  </a:lnTo>
                  <a:lnTo>
                    <a:pt x="24637" y="2394"/>
                  </a:lnTo>
                  <a:lnTo>
                    <a:pt x="24443" y="1969"/>
                  </a:lnTo>
                  <a:lnTo>
                    <a:pt x="24250" y="1583"/>
                  </a:lnTo>
                  <a:lnTo>
                    <a:pt x="24057" y="1197"/>
                  </a:lnTo>
                  <a:lnTo>
                    <a:pt x="23787" y="811"/>
                  </a:lnTo>
                  <a:lnTo>
                    <a:pt x="23941" y="386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7"/>
                  </a:lnTo>
                  <a:lnTo>
                    <a:pt x="230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3"/>
            <p:cNvSpPr/>
            <p:nvPr/>
          </p:nvSpPr>
          <p:spPr>
            <a:xfrm>
              <a:off x="5843050" y="1398325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5" y="1429"/>
                  </a:lnTo>
                  <a:lnTo>
                    <a:pt x="4866" y="1738"/>
                  </a:lnTo>
                  <a:lnTo>
                    <a:pt x="5059" y="2085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6" y="5599"/>
                  </a:lnTo>
                  <a:lnTo>
                    <a:pt x="5330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40" y="8380"/>
                  </a:lnTo>
                  <a:lnTo>
                    <a:pt x="3631" y="8727"/>
                  </a:lnTo>
                  <a:lnTo>
                    <a:pt x="3283" y="9036"/>
                  </a:lnTo>
                  <a:lnTo>
                    <a:pt x="2936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9" y="10040"/>
                  </a:lnTo>
                  <a:lnTo>
                    <a:pt x="1314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9" y="10967"/>
                  </a:lnTo>
                  <a:lnTo>
                    <a:pt x="1121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8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5" y="6294"/>
                  </a:lnTo>
                  <a:lnTo>
                    <a:pt x="5909" y="5792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5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40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3"/>
            <p:cNvSpPr/>
            <p:nvPr/>
          </p:nvSpPr>
          <p:spPr>
            <a:xfrm>
              <a:off x="569225" y="1424375"/>
              <a:ext cx="126500" cy="69550"/>
            </a:xfrm>
            <a:custGeom>
              <a:avLst/>
              <a:gdLst/>
              <a:ahLst/>
              <a:cxnLst/>
              <a:rect l="l" t="t" r="r" b="b"/>
              <a:pathLst>
                <a:path w="5060" h="2782" extrusionOk="0">
                  <a:moveTo>
                    <a:pt x="4905" y="1"/>
                  </a:moveTo>
                  <a:lnTo>
                    <a:pt x="3824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30" y="1854"/>
                  </a:lnTo>
                  <a:lnTo>
                    <a:pt x="773" y="2125"/>
                  </a:lnTo>
                  <a:lnTo>
                    <a:pt x="117" y="2395"/>
                  </a:lnTo>
                  <a:lnTo>
                    <a:pt x="40" y="2472"/>
                  </a:lnTo>
                  <a:lnTo>
                    <a:pt x="1" y="2588"/>
                  </a:lnTo>
                  <a:lnTo>
                    <a:pt x="40" y="2665"/>
                  </a:lnTo>
                  <a:lnTo>
                    <a:pt x="117" y="2781"/>
                  </a:lnTo>
                  <a:lnTo>
                    <a:pt x="387" y="2781"/>
                  </a:lnTo>
                  <a:lnTo>
                    <a:pt x="1082" y="2627"/>
                  </a:lnTo>
                  <a:lnTo>
                    <a:pt x="1739" y="2356"/>
                  </a:lnTo>
                  <a:lnTo>
                    <a:pt x="2356" y="2047"/>
                  </a:lnTo>
                  <a:lnTo>
                    <a:pt x="2974" y="1739"/>
                  </a:lnTo>
                  <a:lnTo>
                    <a:pt x="3553" y="1430"/>
                  </a:lnTo>
                  <a:lnTo>
                    <a:pt x="4094" y="1082"/>
                  </a:lnTo>
                  <a:lnTo>
                    <a:pt x="4596" y="735"/>
                  </a:lnTo>
                  <a:lnTo>
                    <a:pt x="5059" y="310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3"/>
            <p:cNvSpPr/>
            <p:nvPr/>
          </p:nvSpPr>
          <p:spPr>
            <a:xfrm>
              <a:off x="512275" y="1467825"/>
              <a:ext cx="66650" cy="99450"/>
            </a:xfrm>
            <a:custGeom>
              <a:avLst/>
              <a:gdLst/>
              <a:ahLst/>
              <a:cxnLst/>
              <a:rect l="l" t="t" r="r" b="b"/>
              <a:pathLst>
                <a:path w="2666" h="3978" extrusionOk="0">
                  <a:moveTo>
                    <a:pt x="850" y="1"/>
                  </a:moveTo>
                  <a:lnTo>
                    <a:pt x="464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2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1" y="2704"/>
                  </a:lnTo>
                  <a:lnTo>
                    <a:pt x="39" y="2974"/>
                  </a:lnTo>
                  <a:lnTo>
                    <a:pt x="78" y="3206"/>
                  </a:lnTo>
                  <a:lnTo>
                    <a:pt x="155" y="3399"/>
                  </a:lnTo>
                  <a:lnTo>
                    <a:pt x="271" y="3592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9" y="3939"/>
                  </a:lnTo>
                  <a:lnTo>
                    <a:pt x="1082" y="3978"/>
                  </a:lnTo>
                  <a:lnTo>
                    <a:pt x="1314" y="3939"/>
                  </a:lnTo>
                  <a:lnTo>
                    <a:pt x="1507" y="3823"/>
                  </a:lnTo>
                  <a:lnTo>
                    <a:pt x="1661" y="3708"/>
                  </a:lnTo>
                  <a:lnTo>
                    <a:pt x="1816" y="3514"/>
                  </a:lnTo>
                  <a:lnTo>
                    <a:pt x="1970" y="3321"/>
                  </a:lnTo>
                  <a:lnTo>
                    <a:pt x="2086" y="3090"/>
                  </a:lnTo>
                  <a:lnTo>
                    <a:pt x="2318" y="2549"/>
                  </a:lnTo>
                  <a:lnTo>
                    <a:pt x="2472" y="2009"/>
                  </a:lnTo>
                  <a:lnTo>
                    <a:pt x="2626" y="1507"/>
                  </a:lnTo>
                  <a:lnTo>
                    <a:pt x="2665" y="1043"/>
                  </a:lnTo>
                  <a:lnTo>
                    <a:pt x="2395" y="1043"/>
                  </a:lnTo>
                  <a:lnTo>
                    <a:pt x="2009" y="2009"/>
                  </a:lnTo>
                  <a:lnTo>
                    <a:pt x="1738" y="2665"/>
                  </a:lnTo>
                  <a:lnTo>
                    <a:pt x="1545" y="3051"/>
                  </a:lnTo>
                  <a:lnTo>
                    <a:pt x="1468" y="3206"/>
                  </a:lnTo>
                  <a:lnTo>
                    <a:pt x="1314" y="3283"/>
                  </a:lnTo>
                  <a:lnTo>
                    <a:pt x="1159" y="3283"/>
                  </a:lnTo>
                  <a:lnTo>
                    <a:pt x="966" y="3206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8"/>
                  </a:lnTo>
                  <a:lnTo>
                    <a:pt x="889" y="773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3"/>
            <p:cNvSpPr/>
            <p:nvPr/>
          </p:nvSpPr>
          <p:spPr>
            <a:xfrm>
              <a:off x="4008850" y="152575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4"/>
                  </a:lnTo>
                  <a:lnTo>
                    <a:pt x="7029" y="1313"/>
                  </a:lnTo>
                  <a:lnTo>
                    <a:pt x="7531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7"/>
                  </a:lnTo>
                  <a:lnTo>
                    <a:pt x="8573" y="3707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1" y="3862"/>
                  </a:lnTo>
                  <a:lnTo>
                    <a:pt x="2433" y="4016"/>
                  </a:lnTo>
                  <a:lnTo>
                    <a:pt x="2318" y="4132"/>
                  </a:lnTo>
                  <a:lnTo>
                    <a:pt x="2124" y="4209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1" y="4248"/>
                  </a:lnTo>
                  <a:lnTo>
                    <a:pt x="734" y="4132"/>
                  </a:lnTo>
                  <a:lnTo>
                    <a:pt x="387" y="4016"/>
                  </a:lnTo>
                  <a:lnTo>
                    <a:pt x="503" y="3514"/>
                  </a:lnTo>
                  <a:lnTo>
                    <a:pt x="657" y="3012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8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7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3" y="5947"/>
                  </a:lnTo>
                  <a:lnTo>
                    <a:pt x="10543" y="5870"/>
                  </a:lnTo>
                  <a:lnTo>
                    <a:pt x="10543" y="5754"/>
                  </a:lnTo>
                  <a:lnTo>
                    <a:pt x="10620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0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9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7" y="3205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8"/>
                  </a:lnTo>
                  <a:lnTo>
                    <a:pt x="1314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3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7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3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8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7" y="6526"/>
                  </a:lnTo>
                  <a:lnTo>
                    <a:pt x="11740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1" y="7916"/>
                  </a:lnTo>
                  <a:lnTo>
                    <a:pt x="12551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7" y="7183"/>
                  </a:lnTo>
                  <a:lnTo>
                    <a:pt x="12744" y="6681"/>
                  </a:lnTo>
                  <a:lnTo>
                    <a:pt x="12435" y="6217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9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4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5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6" y="193"/>
                  </a:lnTo>
                  <a:lnTo>
                    <a:pt x="5291" y="78"/>
                  </a:lnTo>
                  <a:lnTo>
                    <a:pt x="4828" y="39"/>
                  </a:lnTo>
                  <a:lnTo>
                    <a:pt x="44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3"/>
            <p:cNvSpPr/>
            <p:nvPr/>
          </p:nvSpPr>
          <p:spPr>
            <a:xfrm>
              <a:off x="6763050" y="1538300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8"/>
                  </a:moveTo>
                  <a:lnTo>
                    <a:pt x="1082" y="5986"/>
                  </a:lnTo>
                  <a:lnTo>
                    <a:pt x="1237" y="6024"/>
                  </a:lnTo>
                  <a:lnTo>
                    <a:pt x="1391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7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9" y="6990"/>
                  </a:lnTo>
                  <a:lnTo>
                    <a:pt x="464" y="6835"/>
                  </a:lnTo>
                  <a:lnTo>
                    <a:pt x="426" y="6719"/>
                  </a:lnTo>
                  <a:lnTo>
                    <a:pt x="387" y="6642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6" y="6256"/>
                  </a:lnTo>
                  <a:lnTo>
                    <a:pt x="503" y="6179"/>
                  </a:lnTo>
                  <a:lnTo>
                    <a:pt x="696" y="6024"/>
                  </a:lnTo>
                  <a:lnTo>
                    <a:pt x="889" y="5908"/>
                  </a:lnTo>
                  <a:close/>
                  <a:moveTo>
                    <a:pt x="5909" y="0"/>
                  </a:moveTo>
                  <a:lnTo>
                    <a:pt x="5832" y="39"/>
                  </a:lnTo>
                  <a:lnTo>
                    <a:pt x="5523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7" y="2047"/>
                  </a:lnTo>
                  <a:lnTo>
                    <a:pt x="3438" y="2781"/>
                  </a:lnTo>
                  <a:lnTo>
                    <a:pt x="2279" y="4132"/>
                  </a:lnTo>
                  <a:lnTo>
                    <a:pt x="1739" y="4866"/>
                  </a:lnTo>
                  <a:lnTo>
                    <a:pt x="1198" y="5561"/>
                  </a:lnTo>
                  <a:lnTo>
                    <a:pt x="1043" y="5522"/>
                  </a:lnTo>
                  <a:lnTo>
                    <a:pt x="889" y="5522"/>
                  </a:lnTo>
                  <a:lnTo>
                    <a:pt x="773" y="5561"/>
                  </a:lnTo>
                  <a:lnTo>
                    <a:pt x="619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10" y="5870"/>
                  </a:lnTo>
                  <a:lnTo>
                    <a:pt x="117" y="6063"/>
                  </a:lnTo>
                  <a:lnTo>
                    <a:pt x="1" y="6333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40" y="6797"/>
                  </a:lnTo>
                  <a:lnTo>
                    <a:pt x="117" y="6990"/>
                  </a:lnTo>
                  <a:lnTo>
                    <a:pt x="194" y="7144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4"/>
                  </a:lnTo>
                  <a:lnTo>
                    <a:pt x="1430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6" y="6874"/>
                  </a:lnTo>
                  <a:lnTo>
                    <a:pt x="1854" y="6681"/>
                  </a:lnTo>
                  <a:lnTo>
                    <a:pt x="1893" y="6526"/>
                  </a:lnTo>
                  <a:lnTo>
                    <a:pt x="1854" y="6333"/>
                  </a:lnTo>
                  <a:lnTo>
                    <a:pt x="1816" y="6179"/>
                  </a:lnTo>
                  <a:lnTo>
                    <a:pt x="1739" y="6024"/>
                  </a:lnTo>
                  <a:lnTo>
                    <a:pt x="1661" y="5908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3" y="4403"/>
                  </a:lnTo>
                  <a:lnTo>
                    <a:pt x="3940" y="3012"/>
                  </a:lnTo>
                  <a:lnTo>
                    <a:pt x="4480" y="2395"/>
                  </a:lnTo>
                  <a:lnTo>
                    <a:pt x="5098" y="1699"/>
                  </a:lnTo>
                  <a:lnTo>
                    <a:pt x="5639" y="1043"/>
                  </a:lnTo>
                  <a:lnTo>
                    <a:pt x="5909" y="657"/>
                  </a:lnTo>
                  <a:lnTo>
                    <a:pt x="6102" y="309"/>
                  </a:lnTo>
                  <a:lnTo>
                    <a:pt x="6141" y="193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3"/>
            <p:cNvSpPr/>
            <p:nvPr/>
          </p:nvSpPr>
          <p:spPr>
            <a:xfrm>
              <a:off x="4040700" y="153927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5" y="7298"/>
                  </a:moveTo>
                  <a:lnTo>
                    <a:pt x="8496" y="7375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1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4"/>
                  </a:lnTo>
                  <a:lnTo>
                    <a:pt x="8110" y="10156"/>
                  </a:lnTo>
                  <a:lnTo>
                    <a:pt x="7840" y="10078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6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7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2" y="8766"/>
                  </a:lnTo>
                  <a:lnTo>
                    <a:pt x="1546" y="8727"/>
                  </a:lnTo>
                  <a:lnTo>
                    <a:pt x="40" y="8688"/>
                  </a:lnTo>
                  <a:lnTo>
                    <a:pt x="1" y="8688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6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6"/>
                  </a:lnTo>
                  <a:lnTo>
                    <a:pt x="6759" y="9847"/>
                  </a:lnTo>
                  <a:lnTo>
                    <a:pt x="6990" y="10078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0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7"/>
                  </a:lnTo>
                  <a:lnTo>
                    <a:pt x="9539" y="10194"/>
                  </a:lnTo>
                  <a:lnTo>
                    <a:pt x="9771" y="9963"/>
                  </a:lnTo>
                  <a:lnTo>
                    <a:pt x="9925" y="9692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7"/>
                  </a:lnTo>
                  <a:lnTo>
                    <a:pt x="6565" y="8186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79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3"/>
            <p:cNvSpPr/>
            <p:nvPr/>
          </p:nvSpPr>
          <p:spPr>
            <a:xfrm>
              <a:off x="1387875" y="1558575"/>
              <a:ext cx="374575" cy="387125"/>
            </a:xfrm>
            <a:custGeom>
              <a:avLst/>
              <a:gdLst/>
              <a:ahLst/>
              <a:cxnLst/>
              <a:rect l="l" t="t" r="r" b="b"/>
              <a:pathLst>
                <a:path w="14983" h="15485" extrusionOk="0">
                  <a:moveTo>
                    <a:pt x="7453" y="502"/>
                  </a:moveTo>
                  <a:lnTo>
                    <a:pt x="8032" y="541"/>
                  </a:lnTo>
                  <a:lnTo>
                    <a:pt x="8573" y="580"/>
                  </a:lnTo>
                  <a:lnTo>
                    <a:pt x="9152" y="695"/>
                  </a:lnTo>
                  <a:lnTo>
                    <a:pt x="9654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0" y="1545"/>
                  </a:lnTo>
                  <a:lnTo>
                    <a:pt x="11585" y="1854"/>
                  </a:lnTo>
                  <a:lnTo>
                    <a:pt x="10812" y="2201"/>
                  </a:lnTo>
                  <a:lnTo>
                    <a:pt x="10040" y="2626"/>
                  </a:lnTo>
                  <a:lnTo>
                    <a:pt x="9306" y="3090"/>
                  </a:lnTo>
                  <a:lnTo>
                    <a:pt x="8611" y="3630"/>
                  </a:lnTo>
                  <a:lnTo>
                    <a:pt x="7916" y="4171"/>
                  </a:lnTo>
                  <a:lnTo>
                    <a:pt x="7299" y="4789"/>
                  </a:lnTo>
                  <a:lnTo>
                    <a:pt x="6681" y="5445"/>
                  </a:lnTo>
                  <a:lnTo>
                    <a:pt x="6140" y="6140"/>
                  </a:lnTo>
                  <a:lnTo>
                    <a:pt x="5638" y="6874"/>
                  </a:lnTo>
                  <a:lnTo>
                    <a:pt x="5175" y="7646"/>
                  </a:lnTo>
                  <a:lnTo>
                    <a:pt x="4789" y="8418"/>
                  </a:lnTo>
                  <a:lnTo>
                    <a:pt x="4441" y="9229"/>
                  </a:lnTo>
                  <a:lnTo>
                    <a:pt x="4171" y="10040"/>
                  </a:lnTo>
                  <a:lnTo>
                    <a:pt x="3939" y="10890"/>
                  </a:lnTo>
                  <a:lnTo>
                    <a:pt x="3823" y="11778"/>
                  </a:lnTo>
                  <a:lnTo>
                    <a:pt x="3746" y="12666"/>
                  </a:lnTo>
                  <a:lnTo>
                    <a:pt x="3553" y="12666"/>
                  </a:lnTo>
                  <a:lnTo>
                    <a:pt x="3283" y="11855"/>
                  </a:lnTo>
                  <a:lnTo>
                    <a:pt x="3051" y="11044"/>
                  </a:lnTo>
                  <a:lnTo>
                    <a:pt x="2819" y="10195"/>
                  </a:lnTo>
                  <a:lnTo>
                    <a:pt x="2665" y="9384"/>
                  </a:lnTo>
                  <a:lnTo>
                    <a:pt x="2588" y="8534"/>
                  </a:lnTo>
                  <a:lnTo>
                    <a:pt x="2549" y="7685"/>
                  </a:lnTo>
                  <a:lnTo>
                    <a:pt x="2588" y="6797"/>
                  </a:lnTo>
                  <a:lnTo>
                    <a:pt x="2665" y="5947"/>
                  </a:lnTo>
                  <a:lnTo>
                    <a:pt x="2858" y="5213"/>
                  </a:lnTo>
                  <a:lnTo>
                    <a:pt x="3051" y="4518"/>
                  </a:lnTo>
                  <a:lnTo>
                    <a:pt x="3321" y="3823"/>
                  </a:lnTo>
                  <a:lnTo>
                    <a:pt x="3630" y="3205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29"/>
                  </a:lnTo>
                  <a:lnTo>
                    <a:pt x="5406" y="888"/>
                  </a:lnTo>
                  <a:lnTo>
                    <a:pt x="5908" y="734"/>
                  </a:lnTo>
                  <a:lnTo>
                    <a:pt x="6410" y="618"/>
                  </a:lnTo>
                  <a:lnTo>
                    <a:pt x="6912" y="541"/>
                  </a:lnTo>
                  <a:lnTo>
                    <a:pt x="7453" y="502"/>
                  </a:lnTo>
                  <a:close/>
                  <a:moveTo>
                    <a:pt x="11932" y="2086"/>
                  </a:moveTo>
                  <a:lnTo>
                    <a:pt x="12318" y="2433"/>
                  </a:lnTo>
                  <a:lnTo>
                    <a:pt x="12666" y="2819"/>
                  </a:lnTo>
                  <a:lnTo>
                    <a:pt x="13014" y="3205"/>
                  </a:lnTo>
                  <a:lnTo>
                    <a:pt x="13322" y="3669"/>
                  </a:lnTo>
                  <a:lnTo>
                    <a:pt x="13593" y="4093"/>
                  </a:lnTo>
                  <a:lnTo>
                    <a:pt x="13824" y="4595"/>
                  </a:lnTo>
                  <a:lnTo>
                    <a:pt x="14018" y="5097"/>
                  </a:lnTo>
                  <a:lnTo>
                    <a:pt x="14211" y="5599"/>
                  </a:lnTo>
                  <a:lnTo>
                    <a:pt x="14326" y="6101"/>
                  </a:lnTo>
                  <a:lnTo>
                    <a:pt x="14404" y="6642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25" y="6951"/>
                  </a:lnTo>
                  <a:lnTo>
                    <a:pt x="11392" y="7144"/>
                  </a:lnTo>
                  <a:lnTo>
                    <a:pt x="10658" y="7414"/>
                  </a:lnTo>
                  <a:lnTo>
                    <a:pt x="9924" y="7723"/>
                  </a:lnTo>
                  <a:lnTo>
                    <a:pt x="9229" y="8032"/>
                  </a:lnTo>
                  <a:lnTo>
                    <a:pt x="8534" y="8418"/>
                  </a:lnTo>
                  <a:lnTo>
                    <a:pt x="7878" y="8843"/>
                  </a:lnTo>
                  <a:lnTo>
                    <a:pt x="7221" y="9306"/>
                  </a:lnTo>
                  <a:lnTo>
                    <a:pt x="6642" y="9808"/>
                  </a:lnTo>
                  <a:lnTo>
                    <a:pt x="6063" y="10349"/>
                  </a:lnTo>
                  <a:lnTo>
                    <a:pt x="5561" y="10890"/>
                  </a:lnTo>
                  <a:lnTo>
                    <a:pt x="5059" y="11508"/>
                  </a:lnTo>
                  <a:lnTo>
                    <a:pt x="4634" y="12125"/>
                  </a:lnTo>
                  <a:lnTo>
                    <a:pt x="4248" y="12820"/>
                  </a:lnTo>
                  <a:lnTo>
                    <a:pt x="4093" y="12743"/>
                  </a:lnTo>
                  <a:lnTo>
                    <a:pt x="3939" y="12666"/>
                  </a:lnTo>
                  <a:lnTo>
                    <a:pt x="4093" y="11816"/>
                  </a:lnTo>
                  <a:lnTo>
                    <a:pt x="4287" y="10928"/>
                  </a:lnTo>
                  <a:lnTo>
                    <a:pt x="4557" y="10117"/>
                  </a:lnTo>
                  <a:lnTo>
                    <a:pt x="4827" y="9306"/>
                  </a:lnTo>
                  <a:lnTo>
                    <a:pt x="5175" y="8496"/>
                  </a:lnTo>
                  <a:lnTo>
                    <a:pt x="5561" y="7723"/>
                  </a:lnTo>
                  <a:lnTo>
                    <a:pt x="6024" y="6990"/>
                  </a:lnTo>
                  <a:lnTo>
                    <a:pt x="6488" y="6295"/>
                  </a:lnTo>
                  <a:lnTo>
                    <a:pt x="7028" y="5599"/>
                  </a:lnTo>
                  <a:lnTo>
                    <a:pt x="7607" y="4982"/>
                  </a:lnTo>
                  <a:lnTo>
                    <a:pt x="8225" y="4402"/>
                  </a:lnTo>
                  <a:lnTo>
                    <a:pt x="8882" y="3823"/>
                  </a:lnTo>
                  <a:lnTo>
                    <a:pt x="9577" y="3321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42" y="6990"/>
                  </a:moveTo>
                  <a:lnTo>
                    <a:pt x="14481" y="7839"/>
                  </a:lnTo>
                  <a:lnTo>
                    <a:pt x="14404" y="8689"/>
                  </a:lnTo>
                  <a:lnTo>
                    <a:pt x="14249" y="9538"/>
                  </a:lnTo>
                  <a:lnTo>
                    <a:pt x="14172" y="9963"/>
                  </a:lnTo>
                  <a:lnTo>
                    <a:pt x="14018" y="10388"/>
                  </a:lnTo>
                  <a:lnTo>
                    <a:pt x="13863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89"/>
                  </a:lnTo>
                  <a:lnTo>
                    <a:pt x="12473" y="12898"/>
                  </a:lnTo>
                  <a:lnTo>
                    <a:pt x="12203" y="13207"/>
                  </a:lnTo>
                  <a:lnTo>
                    <a:pt x="11932" y="13052"/>
                  </a:lnTo>
                  <a:lnTo>
                    <a:pt x="11662" y="12936"/>
                  </a:lnTo>
                  <a:lnTo>
                    <a:pt x="11083" y="12782"/>
                  </a:lnTo>
                  <a:lnTo>
                    <a:pt x="10542" y="12627"/>
                  </a:lnTo>
                  <a:lnTo>
                    <a:pt x="9963" y="12550"/>
                  </a:lnTo>
                  <a:lnTo>
                    <a:pt x="9384" y="12512"/>
                  </a:lnTo>
                  <a:lnTo>
                    <a:pt x="8843" y="12473"/>
                  </a:lnTo>
                  <a:lnTo>
                    <a:pt x="8303" y="12473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6"/>
                  </a:lnTo>
                  <a:lnTo>
                    <a:pt x="6179" y="12782"/>
                  </a:lnTo>
                  <a:lnTo>
                    <a:pt x="5638" y="12975"/>
                  </a:lnTo>
                  <a:lnTo>
                    <a:pt x="5136" y="13129"/>
                  </a:lnTo>
                  <a:lnTo>
                    <a:pt x="4673" y="13361"/>
                  </a:lnTo>
                  <a:lnTo>
                    <a:pt x="4557" y="13129"/>
                  </a:lnTo>
                  <a:lnTo>
                    <a:pt x="4402" y="12936"/>
                  </a:lnTo>
                  <a:lnTo>
                    <a:pt x="4866" y="12318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0" y="10619"/>
                  </a:lnTo>
                  <a:lnTo>
                    <a:pt x="6951" y="10117"/>
                  </a:lnTo>
                  <a:lnTo>
                    <a:pt x="7530" y="9654"/>
                  </a:lnTo>
                  <a:lnTo>
                    <a:pt x="8148" y="9229"/>
                  </a:lnTo>
                  <a:lnTo>
                    <a:pt x="8766" y="8804"/>
                  </a:lnTo>
                  <a:lnTo>
                    <a:pt x="9384" y="8457"/>
                  </a:lnTo>
                  <a:lnTo>
                    <a:pt x="10040" y="8109"/>
                  </a:lnTo>
                  <a:lnTo>
                    <a:pt x="10735" y="7839"/>
                  </a:lnTo>
                  <a:lnTo>
                    <a:pt x="11430" y="7569"/>
                  </a:lnTo>
                  <a:lnTo>
                    <a:pt x="12164" y="7376"/>
                  </a:lnTo>
                  <a:lnTo>
                    <a:pt x="12898" y="7183"/>
                  </a:lnTo>
                  <a:lnTo>
                    <a:pt x="13670" y="7067"/>
                  </a:lnTo>
                  <a:lnTo>
                    <a:pt x="14442" y="6990"/>
                  </a:lnTo>
                  <a:close/>
                  <a:moveTo>
                    <a:pt x="4518" y="1275"/>
                  </a:moveTo>
                  <a:lnTo>
                    <a:pt x="4016" y="1854"/>
                  </a:lnTo>
                  <a:lnTo>
                    <a:pt x="3591" y="2472"/>
                  </a:lnTo>
                  <a:lnTo>
                    <a:pt x="3244" y="3128"/>
                  </a:lnTo>
                  <a:lnTo>
                    <a:pt x="2935" y="3823"/>
                  </a:lnTo>
                  <a:lnTo>
                    <a:pt x="2665" y="4518"/>
                  </a:lnTo>
                  <a:lnTo>
                    <a:pt x="2472" y="5291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3"/>
                  </a:lnTo>
                  <a:lnTo>
                    <a:pt x="2356" y="9886"/>
                  </a:lnTo>
                  <a:lnTo>
                    <a:pt x="2549" y="10619"/>
                  </a:lnTo>
                  <a:lnTo>
                    <a:pt x="2742" y="11353"/>
                  </a:lnTo>
                  <a:lnTo>
                    <a:pt x="3012" y="12087"/>
                  </a:lnTo>
                  <a:lnTo>
                    <a:pt x="3283" y="12782"/>
                  </a:lnTo>
                  <a:lnTo>
                    <a:pt x="3089" y="12898"/>
                  </a:lnTo>
                  <a:lnTo>
                    <a:pt x="2935" y="13052"/>
                  </a:lnTo>
                  <a:lnTo>
                    <a:pt x="2819" y="13245"/>
                  </a:lnTo>
                  <a:lnTo>
                    <a:pt x="2703" y="13438"/>
                  </a:lnTo>
                  <a:lnTo>
                    <a:pt x="2394" y="13014"/>
                  </a:lnTo>
                  <a:lnTo>
                    <a:pt x="2047" y="12550"/>
                  </a:lnTo>
                  <a:lnTo>
                    <a:pt x="1777" y="12087"/>
                  </a:lnTo>
                  <a:lnTo>
                    <a:pt x="1506" y="11623"/>
                  </a:lnTo>
                  <a:lnTo>
                    <a:pt x="1275" y="11121"/>
                  </a:lnTo>
                  <a:lnTo>
                    <a:pt x="1043" y="10619"/>
                  </a:lnTo>
                  <a:lnTo>
                    <a:pt x="850" y="10117"/>
                  </a:lnTo>
                  <a:lnTo>
                    <a:pt x="734" y="9615"/>
                  </a:lnTo>
                  <a:lnTo>
                    <a:pt x="618" y="9113"/>
                  </a:lnTo>
                  <a:lnTo>
                    <a:pt x="541" y="8573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0"/>
                  </a:lnTo>
                  <a:lnTo>
                    <a:pt x="734" y="5870"/>
                  </a:lnTo>
                  <a:lnTo>
                    <a:pt x="927" y="5329"/>
                  </a:lnTo>
                  <a:lnTo>
                    <a:pt x="1197" y="4673"/>
                  </a:lnTo>
                  <a:lnTo>
                    <a:pt x="1506" y="4055"/>
                  </a:lnTo>
                  <a:lnTo>
                    <a:pt x="1892" y="3476"/>
                  </a:lnTo>
                  <a:lnTo>
                    <a:pt x="2356" y="2935"/>
                  </a:lnTo>
                  <a:lnTo>
                    <a:pt x="2819" y="2433"/>
                  </a:lnTo>
                  <a:lnTo>
                    <a:pt x="3360" y="2008"/>
                  </a:lnTo>
                  <a:lnTo>
                    <a:pt x="3900" y="1584"/>
                  </a:lnTo>
                  <a:lnTo>
                    <a:pt x="4518" y="1275"/>
                  </a:lnTo>
                  <a:close/>
                  <a:moveTo>
                    <a:pt x="3823" y="12975"/>
                  </a:moveTo>
                  <a:lnTo>
                    <a:pt x="4016" y="13052"/>
                  </a:lnTo>
                  <a:lnTo>
                    <a:pt x="4132" y="13168"/>
                  </a:lnTo>
                  <a:lnTo>
                    <a:pt x="4248" y="13284"/>
                  </a:lnTo>
                  <a:lnTo>
                    <a:pt x="4325" y="13438"/>
                  </a:lnTo>
                  <a:lnTo>
                    <a:pt x="4364" y="13631"/>
                  </a:lnTo>
                  <a:lnTo>
                    <a:pt x="4325" y="13786"/>
                  </a:lnTo>
                  <a:lnTo>
                    <a:pt x="4287" y="13940"/>
                  </a:lnTo>
                  <a:lnTo>
                    <a:pt x="4209" y="14095"/>
                  </a:lnTo>
                  <a:lnTo>
                    <a:pt x="3746" y="13824"/>
                  </a:lnTo>
                  <a:lnTo>
                    <a:pt x="3321" y="13477"/>
                  </a:lnTo>
                  <a:lnTo>
                    <a:pt x="3244" y="13438"/>
                  </a:lnTo>
                  <a:lnTo>
                    <a:pt x="3128" y="13438"/>
                  </a:lnTo>
                  <a:lnTo>
                    <a:pt x="3051" y="13477"/>
                  </a:lnTo>
                  <a:lnTo>
                    <a:pt x="2974" y="13515"/>
                  </a:lnTo>
                  <a:lnTo>
                    <a:pt x="3051" y="13361"/>
                  </a:lnTo>
                  <a:lnTo>
                    <a:pt x="3167" y="13245"/>
                  </a:lnTo>
                  <a:lnTo>
                    <a:pt x="3321" y="13129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13" y="12859"/>
                  </a:moveTo>
                  <a:lnTo>
                    <a:pt x="9615" y="12898"/>
                  </a:lnTo>
                  <a:lnTo>
                    <a:pt x="10079" y="12975"/>
                  </a:lnTo>
                  <a:lnTo>
                    <a:pt x="10504" y="13014"/>
                  </a:lnTo>
                  <a:lnTo>
                    <a:pt x="11006" y="13129"/>
                  </a:lnTo>
                  <a:lnTo>
                    <a:pt x="11469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7"/>
                  </a:lnTo>
                  <a:lnTo>
                    <a:pt x="10658" y="14249"/>
                  </a:lnTo>
                  <a:lnTo>
                    <a:pt x="10195" y="14442"/>
                  </a:lnTo>
                  <a:lnTo>
                    <a:pt x="9770" y="14635"/>
                  </a:lnTo>
                  <a:lnTo>
                    <a:pt x="9306" y="14751"/>
                  </a:lnTo>
                  <a:lnTo>
                    <a:pt x="8804" y="14867"/>
                  </a:lnTo>
                  <a:lnTo>
                    <a:pt x="8341" y="14944"/>
                  </a:lnTo>
                  <a:lnTo>
                    <a:pt x="7839" y="14983"/>
                  </a:lnTo>
                  <a:lnTo>
                    <a:pt x="7376" y="14983"/>
                  </a:lnTo>
                  <a:lnTo>
                    <a:pt x="6874" y="14944"/>
                  </a:lnTo>
                  <a:lnTo>
                    <a:pt x="6410" y="14867"/>
                  </a:lnTo>
                  <a:lnTo>
                    <a:pt x="5947" y="14790"/>
                  </a:lnTo>
                  <a:lnTo>
                    <a:pt x="5484" y="14674"/>
                  </a:lnTo>
                  <a:lnTo>
                    <a:pt x="5020" y="14481"/>
                  </a:lnTo>
                  <a:lnTo>
                    <a:pt x="4557" y="14288"/>
                  </a:lnTo>
                  <a:lnTo>
                    <a:pt x="4673" y="14017"/>
                  </a:lnTo>
                  <a:lnTo>
                    <a:pt x="4711" y="13747"/>
                  </a:lnTo>
                  <a:lnTo>
                    <a:pt x="4711" y="13593"/>
                  </a:lnTo>
                  <a:lnTo>
                    <a:pt x="5561" y="13322"/>
                  </a:lnTo>
                  <a:lnTo>
                    <a:pt x="6410" y="13091"/>
                  </a:lnTo>
                  <a:lnTo>
                    <a:pt x="7260" y="12936"/>
                  </a:lnTo>
                  <a:lnTo>
                    <a:pt x="8148" y="12859"/>
                  </a:lnTo>
                  <a:close/>
                  <a:moveTo>
                    <a:pt x="7569" y="0"/>
                  </a:moveTo>
                  <a:lnTo>
                    <a:pt x="6990" y="39"/>
                  </a:lnTo>
                  <a:lnTo>
                    <a:pt x="6410" y="116"/>
                  </a:lnTo>
                  <a:lnTo>
                    <a:pt x="5870" y="232"/>
                  </a:lnTo>
                  <a:lnTo>
                    <a:pt x="5291" y="386"/>
                  </a:lnTo>
                  <a:lnTo>
                    <a:pt x="4750" y="580"/>
                  </a:lnTo>
                  <a:lnTo>
                    <a:pt x="4248" y="811"/>
                  </a:lnTo>
                  <a:lnTo>
                    <a:pt x="3746" y="1120"/>
                  </a:lnTo>
                  <a:lnTo>
                    <a:pt x="3283" y="1429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1970" y="2588"/>
                  </a:lnTo>
                  <a:lnTo>
                    <a:pt x="1622" y="3012"/>
                  </a:lnTo>
                  <a:lnTo>
                    <a:pt x="1275" y="3514"/>
                  </a:lnTo>
                  <a:lnTo>
                    <a:pt x="966" y="4016"/>
                  </a:lnTo>
                  <a:lnTo>
                    <a:pt x="657" y="4595"/>
                  </a:lnTo>
                  <a:lnTo>
                    <a:pt x="425" y="5252"/>
                  </a:lnTo>
                  <a:lnTo>
                    <a:pt x="232" y="5908"/>
                  </a:lnTo>
                  <a:lnTo>
                    <a:pt x="116" y="6565"/>
                  </a:lnTo>
                  <a:lnTo>
                    <a:pt x="0" y="7221"/>
                  </a:lnTo>
                  <a:lnTo>
                    <a:pt x="0" y="7916"/>
                  </a:lnTo>
                  <a:lnTo>
                    <a:pt x="39" y="8611"/>
                  </a:lnTo>
                  <a:lnTo>
                    <a:pt x="116" y="9268"/>
                  </a:lnTo>
                  <a:lnTo>
                    <a:pt x="232" y="9924"/>
                  </a:lnTo>
                  <a:lnTo>
                    <a:pt x="425" y="10581"/>
                  </a:lnTo>
                  <a:lnTo>
                    <a:pt x="695" y="11237"/>
                  </a:lnTo>
                  <a:lnTo>
                    <a:pt x="966" y="11855"/>
                  </a:lnTo>
                  <a:lnTo>
                    <a:pt x="1313" y="12396"/>
                  </a:lnTo>
                  <a:lnTo>
                    <a:pt x="1738" y="12975"/>
                  </a:lnTo>
                  <a:lnTo>
                    <a:pt x="2201" y="13477"/>
                  </a:lnTo>
                  <a:lnTo>
                    <a:pt x="2703" y="13902"/>
                  </a:lnTo>
                  <a:lnTo>
                    <a:pt x="2742" y="13940"/>
                  </a:lnTo>
                  <a:lnTo>
                    <a:pt x="2819" y="13940"/>
                  </a:lnTo>
                  <a:lnTo>
                    <a:pt x="2896" y="13902"/>
                  </a:lnTo>
                  <a:lnTo>
                    <a:pt x="3167" y="14133"/>
                  </a:lnTo>
                  <a:lnTo>
                    <a:pt x="3437" y="14326"/>
                  </a:lnTo>
                  <a:lnTo>
                    <a:pt x="3785" y="14519"/>
                  </a:lnTo>
                  <a:lnTo>
                    <a:pt x="4093" y="14597"/>
                  </a:lnTo>
                  <a:lnTo>
                    <a:pt x="4518" y="14828"/>
                  </a:lnTo>
                  <a:lnTo>
                    <a:pt x="4943" y="14983"/>
                  </a:lnTo>
                  <a:lnTo>
                    <a:pt x="5406" y="15137"/>
                  </a:lnTo>
                  <a:lnTo>
                    <a:pt x="5870" y="15292"/>
                  </a:lnTo>
                  <a:lnTo>
                    <a:pt x="6333" y="15369"/>
                  </a:lnTo>
                  <a:lnTo>
                    <a:pt x="6797" y="15446"/>
                  </a:lnTo>
                  <a:lnTo>
                    <a:pt x="7260" y="15485"/>
                  </a:lnTo>
                  <a:lnTo>
                    <a:pt x="7723" y="15485"/>
                  </a:lnTo>
                  <a:lnTo>
                    <a:pt x="8225" y="15446"/>
                  </a:lnTo>
                  <a:lnTo>
                    <a:pt x="8689" y="15408"/>
                  </a:lnTo>
                  <a:lnTo>
                    <a:pt x="9152" y="15330"/>
                  </a:lnTo>
                  <a:lnTo>
                    <a:pt x="9615" y="15215"/>
                  </a:lnTo>
                  <a:lnTo>
                    <a:pt x="10079" y="15060"/>
                  </a:lnTo>
                  <a:lnTo>
                    <a:pt x="10504" y="14906"/>
                  </a:lnTo>
                  <a:lnTo>
                    <a:pt x="10928" y="14674"/>
                  </a:lnTo>
                  <a:lnTo>
                    <a:pt x="11353" y="14442"/>
                  </a:lnTo>
                  <a:lnTo>
                    <a:pt x="11855" y="14133"/>
                  </a:lnTo>
                  <a:lnTo>
                    <a:pt x="12318" y="13786"/>
                  </a:lnTo>
                  <a:lnTo>
                    <a:pt x="12705" y="13400"/>
                  </a:lnTo>
                  <a:lnTo>
                    <a:pt x="13091" y="12975"/>
                  </a:lnTo>
                  <a:lnTo>
                    <a:pt x="13438" y="12550"/>
                  </a:lnTo>
                  <a:lnTo>
                    <a:pt x="13747" y="12048"/>
                  </a:lnTo>
                  <a:lnTo>
                    <a:pt x="14056" y="11585"/>
                  </a:lnTo>
                  <a:lnTo>
                    <a:pt x="14288" y="11044"/>
                  </a:lnTo>
                  <a:lnTo>
                    <a:pt x="14481" y="10542"/>
                  </a:lnTo>
                  <a:lnTo>
                    <a:pt x="14674" y="10002"/>
                  </a:lnTo>
                  <a:lnTo>
                    <a:pt x="14790" y="9422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3"/>
                  </a:lnTo>
                  <a:lnTo>
                    <a:pt x="14983" y="7144"/>
                  </a:lnTo>
                  <a:lnTo>
                    <a:pt x="14906" y="6603"/>
                  </a:lnTo>
                  <a:lnTo>
                    <a:pt x="14828" y="5986"/>
                  </a:lnTo>
                  <a:lnTo>
                    <a:pt x="14674" y="5406"/>
                  </a:lnTo>
                  <a:lnTo>
                    <a:pt x="14481" y="4827"/>
                  </a:lnTo>
                  <a:lnTo>
                    <a:pt x="14249" y="4287"/>
                  </a:lnTo>
                  <a:lnTo>
                    <a:pt x="13979" y="3746"/>
                  </a:lnTo>
                  <a:lnTo>
                    <a:pt x="13631" y="3244"/>
                  </a:lnTo>
                  <a:lnTo>
                    <a:pt x="13284" y="2742"/>
                  </a:lnTo>
                  <a:lnTo>
                    <a:pt x="12898" y="2317"/>
                  </a:lnTo>
                  <a:lnTo>
                    <a:pt x="12512" y="1892"/>
                  </a:lnTo>
                  <a:lnTo>
                    <a:pt x="12048" y="1506"/>
                  </a:lnTo>
                  <a:lnTo>
                    <a:pt x="11546" y="1197"/>
                  </a:lnTo>
                  <a:lnTo>
                    <a:pt x="11044" y="888"/>
                  </a:lnTo>
                  <a:lnTo>
                    <a:pt x="10504" y="618"/>
                  </a:lnTo>
                  <a:lnTo>
                    <a:pt x="9963" y="386"/>
                  </a:lnTo>
                  <a:lnTo>
                    <a:pt x="9345" y="232"/>
                  </a:lnTo>
                  <a:lnTo>
                    <a:pt x="8766" y="116"/>
                  </a:lnTo>
                  <a:lnTo>
                    <a:pt x="8148" y="39"/>
                  </a:lnTo>
                  <a:lnTo>
                    <a:pt x="756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3"/>
            <p:cNvSpPr/>
            <p:nvPr/>
          </p:nvSpPr>
          <p:spPr>
            <a:xfrm>
              <a:off x="6509175" y="1566300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8" y="5870"/>
                  </a:lnTo>
                  <a:lnTo>
                    <a:pt x="7491" y="6024"/>
                  </a:lnTo>
                  <a:lnTo>
                    <a:pt x="7530" y="6140"/>
                  </a:lnTo>
                  <a:lnTo>
                    <a:pt x="7569" y="6256"/>
                  </a:lnTo>
                  <a:lnTo>
                    <a:pt x="7607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1" y="6681"/>
                  </a:lnTo>
                  <a:lnTo>
                    <a:pt x="7337" y="6796"/>
                  </a:lnTo>
                  <a:lnTo>
                    <a:pt x="7105" y="6912"/>
                  </a:lnTo>
                  <a:lnTo>
                    <a:pt x="6912" y="6912"/>
                  </a:lnTo>
                  <a:lnTo>
                    <a:pt x="6719" y="6835"/>
                  </a:lnTo>
                  <a:lnTo>
                    <a:pt x="6565" y="6681"/>
                  </a:lnTo>
                  <a:lnTo>
                    <a:pt x="6487" y="6488"/>
                  </a:lnTo>
                  <a:lnTo>
                    <a:pt x="6487" y="6294"/>
                  </a:lnTo>
                  <a:lnTo>
                    <a:pt x="6526" y="6101"/>
                  </a:lnTo>
                  <a:lnTo>
                    <a:pt x="6642" y="5908"/>
                  </a:lnTo>
                  <a:lnTo>
                    <a:pt x="6796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7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0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1" y="1120"/>
                  </a:lnTo>
                  <a:lnTo>
                    <a:pt x="1622" y="1777"/>
                  </a:lnTo>
                  <a:lnTo>
                    <a:pt x="3398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0" y="5599"/>
                  </a:lnTo>
                  <a:lnTo>
                    <a:pt x="6294" y="5677"/>
                  </a:lnTo>
                  <a:lnTo>
                    <a:pt x="6217" y="5792"/>
                  </a:lnTo>
                  <a:lnTo>
                    <a:pt x="6101" y="6101"/>
                  </a:lnTo>
                  <a:lnTo>
                    <a:pt x="6063" y="6410"/>
                  </a:lnTo>
                  <a:lnTo>
                    <a:pt x="6101" y="6681"/>
                  </a:lnTo>
                  <a:lnTo>
                    <a:pt x="6179" y="6835"/>
                  </a:lnTo>
                  <a:lnTo>
                    <a:pt x="6294" y="6990"/>
                  </a:lnTo>
                  <a:lnTo>
                    <a:pt x="6410" y="7144"/>
                  </a:lnTo>
                  <a:lnTo>
                    <a:pt x="6565" y="7221"/>
                  </a:lnTo>
                  <a:lnTo>
                    <a:pt x="6719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7" y="7144"/>
                  </a:lnTo>
                  <a:lnTo>
                    <a:pt x="7723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3" y="6565"/>
                  </a:lnTo>
                  <a:lnTo>
                    <a:pt x="8032" y="6410"/>
                  </a:lnTo>
                  <a:lnTo>
                    <a:pt x="8032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3" y="5715"/>
                  </a:lnTo>
                  <a:lnTo>
                    <a:pt x="7569" y="5599"/>
                  </a:lnTo>
                  <a:lnTo>
                    <a:pt x="7414" y="5522"/>
                  </a:lnTo>
                  <a:lnTo>
                    <a:pt x="7221" y="5445"/>
                  </a:lnTo>
                  <a:lnTo>
                    <a:pt x="7028" y="5445"/>
                  </a:lnTo>
                  <a:lnTo>
                    <a:pt x="6835" y="5484"/>
                  </a:lnTo>
                  <a:lnTo>
                    <a:pt x="6024" y="4711"/>
                  </a:lnTo>
                  <a:lnTo>
                    <a:pt x="5213" y="4016"/>
                  </a:lnTo>
                  <a:lnTo>
                    <a:pt x="3514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09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3"/>
            <p:cNvSpPr/>
            <p:nvPr/>
          </p:nvSpPr>
          <p:spPr>
            <a:xfrm>
              <a:off x="2672775" y="1574975"/>
              <a:ext cx="84975" cy="94650"/>
            </a:xfrm>
            <a:custGeom>
              <a:avLst/>
              <a:gdLst/>
              <a:ahLst/>
              <a:cxnLst/>
              <a:rect l="l" t="t" r="r" b="b"/>
              <a:pathLst>
                <a:path w="3399" h="3786" extrusionOk="0">
                  <a:moveTo>
                    <a:pt x="78" y="1"/>
                  </a:moveTo>
                  <a:lnTo>
                    <a:pt x="1" y="78"/>
                  </a:lnTo>
                  <a:lnTo>
                    <a:pt x="1" y="117"/>
                  </a:lnTo>
                  <a:lnTo>
                    <a:pt x="348" y="889"/>
                  </a:lnTo>
                  <a:lnTo>
                    <a:pt x="812" y="1661"/>
                  </a:lnTo>
                  <a:lnTo>
                    <a:pt x="1275" y="2395"/>
                  </a:lnTo>
                  <a:lnTo>
                    <a:pt x="1738" y="3090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5"/>
                  </a:lnTo>
                  <a:lnTo>
                    <a:pt x="3013" y="3708"/>
                  </a:lnTo>
                  <a:lnTo>
                    <a:pt x="3206" y="3592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90"/>
                  </a:lnTo>
                  <a:lnTo>
                    <a:pt x="3399" y="2897"/>
                  </a:lnTo>
                  <a:lnTo>
                    <a:pt x="3360" y="2704"/>
                  </a:lnTo>
                  <a:lnTo>
                    <a:pt x="3283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90" y="2742"/>
                  </a:lnTo>
                  <a:lnTo>
                    <a:pt x="3128" y="2858"/>
                  </a:lnTo>
                  <a:lnTo>
                    <a:pt x="2897" y="3013"/>
                  </a:lnTo>
                  <a:lnTo>
                    <a:pt x="2665" y="3129"/>
                  </a:lnTo>
                  <a:lnTo>
                    <a:pt x="2511" y="3206"/>
                  </a:lnTo>
                  <a:lnTo>
                    <a:pt x="2318" y="3206"/>
                  </a:lnTo>
                  <a:lnTo>
                    <a:pt x="2202" y="3167"/>
                  </a:lnTo>
                  <a:lnTo>
                    <a:pt x="2047" y="3090"/>
                  </a:lnTo>
                  <a:lnTo>
                    <a:pt x="1931" y="2936"/>
                  </a:lnTo>
                  <a:lnTo>
                    <a:pt x="1854" y="2742"/>
                  </a:lnTo>
                  <a:lnTo>
                    <a:pt x="1700" y="2511"/>
                  </a:lnTo>
                  <a:lnTo>
                    <a:pt x="1082" y="1507"/>
                  </a:lnTo>
                  <a:lnTo>
                    <a:pt x="619" y="773"/>
                  </a:lnTo>
                  <a:lnTo>
                    <a:pt x="387" y="387"/>
                  </a:lnTo>
                  <a:lnTo>
                    <a:pt x="117" y="39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3"/>
            <p:cNvSpPr/>
            <p:nvPr/>
          </p:nvSpPr>
          <p:spPr>
            <a:xfrm>
              <a:off x="4909550" y="158077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8" y="5909"/>
                  </a:moveTo>
                  <a:lnTo>
                    <a:pt x="1082" y="5986"/>
                  </a:lnTo>
                  <a:lnTo>
                    <a:pt x="1236" y="6024"/>
                  </a:lnTo>
                  <a:lnTo>
                    <a:pt x="1390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7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8"/>
                  </a:lnTo>
                  <a:lnTo>
                    <a:pt x="386" y="6372"/>
                  </a:lnTo>
                  <a:lnTo>
                    <a:pt x="425" y="6256"/>
                  </a:lnTo>
                  <a:lnTo>
                    <a:pt x="502" y="6179"/>
                  </a:lnTo>
                  <a:lnTo>
                    <a:pt x="695" y="6024"/>
                  </a:lnTo>
                  <a:lnTo>
                    <a:pt x="888" y="5909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6" y="2047"/>
                  </a:lnTo>
                  <a:lnTo>
                    <a:pt x="3437" y="2781"/>
                  </a:lnTo>
                  <a:lnTo>
                    <a:pt x="2279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8"/>
                  </a:lnTo>
                  <a:lnTo>
                    <a:pt x="0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6"/>
                  </a:lnTo>
                  <a:lnTo>
                    <a:pt x="695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699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9"/>
                  </a:lnTo>
                  <a:lnTo>
                    <a:pt x="1738" y="6024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2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3"/>
            <p:cNvSpPr/>
            <p:nvPr/>
          </p:nvSpPr>
          <p:spPr>
            <a:xfrm>
              <a:off x="4655650" y="16087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4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7" y="6796"/>
                  </a:lnTo>
                  <a:lnTo>
                    <a:pt x="7106" y="6912"/>
                  </a:lnTo>
                  <a:lnTo>
                    <a:pt x="6913" y="6912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1"/>
                  </a:lnTo>
                  <a:lnTo>
                    <a:pt x="6642" y="5908"/>
                  </a:lnTo>
                  <a:lnTo>
                    <a:pt x="6797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2" y="1120"/>
                  </a:lnTo>
                  <a:lnTo>
                    <a:pt x="1622" y="1777"/>
                  </a:lnTo>
                  <a:lnTo>
                    <a:pt x="3399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1" y="5599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1"/>
                  </a:lnTo>
                  <a:lnTo>
                    <a:pt x="6063" y="6410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1"/>
                  </a:lnTo>
                  <a:lnTo>
                    <a:pt x="6720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8" y="7144"/>
                  </a:lnTo>
                  <a:lnTo>
                    <a:pt x="7724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3" y="6410"/>
                  </a:lnTo>
                  <a:lnTo>
                    <a:pt x="8033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4" y="5715"/>
                  </a:lnTo>
                  <a:lnTo>
                    <a:pt x="7569" y="5599"/>
                  </a:lnTo>
                  <a:lnTo>
                    <a:pt x="7415" y="5522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5" y="5484"/>
                  </a:lnTo>
                  <a:lnTo>
                    <a:pt x="6025" y="4711"/>
                  </a:lnTo>
                  <a:lnTo>
                    <a:pt x="5214" y="4016"/>
                  </a:lnTo>
                  <a:lnTo>
                    <a:pt x="3515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10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3"/>
            <p:cNvSpPr/>
            <p:nvPr/>
          </p:nvSpPr>
          <p:spPr>
            <a:xfrm>
              <a:off x="781625" y="1619400"/>
              <a:ext cx="153500" cy="186325"/>
            </a:xfrm>
            <a:custGeom>
              <a:avLst/>
              <a:gdLst/>
              <a:ahLst/>
              <a:cxnLst/>
              <a:rect l="l" t="t" r="r" b="b"/>
              <a:pathLst>
                <a:path w="6140" h="7453" extrusionOk="0">
                  <a:moveTo>
                    <a:pt x="888" y="5908"/>
                  </a:moveTo>
                  <a:lnTo>
                    <a:pt x="1081" y="5985"/>
                  </a:lnTo>
                  <a:lnTo>
                    <a:pt x="1236" y="6024"/>
                  </a:lnTo>
                  <a:lnTo>
                    <a:pt x="1390" y="6178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6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89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7"/>
                  </a:lnTo>
                  <a:lnTo>
                    <a:pt x="386" y="6371"/>
                  </a:lnTo>
                  <a:lnTo>
                    <a:pt x="425" y="6256"/>
                  </a:lnTo>
                  <a:lnTo>
                    <a:pt x="502" y="6178"/>
                  </a:lnTo>
                  <a:lnTo>
                    <a:pt x="695" y="6024"/>
                  </a:lnTo>
                  <a:lnTo>
                    <a:pt x="888" y="5908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5" y="1313"/>
                  </a:lnTo>
                  <a:lnTo>
                    <a:pt x="4016" y="2047"/>
                  </a:lnTo>
                  <a:lnTo>
                    <a:pt x="3437" y="2780"/>
                  </a:lnTo>
                  <a:lnTo>
                    <a:pt x="2278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2" y="5561"/>
                  </a:lnTo>
                  <a:lnTo>
                    <a:pt x="618" y="5599"/>
                  </a:lnTo>
                  <a:lnTo>
                    <a:pt x="541" y="5676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7"/>
                  </a:lnTo>
                  <a:lnTo>
                    <a:pt x="0" y="6603"/>
                  </a:lnTo>
                  <a:lnTo>
                    <a:pt x="39" y="6796"/>
                  </a:lnTo>
                  <a:lnTo>
                    <a:pt x="116" y="6989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5"/>
                  </a:lnTo>
                  <a:lnTo>
                    <a:pt x="695" y="7453"/>
                  </a:lnTo>
                  <a:lnTo>
                    <a:pt x="1081" y="7453"/>
                  </a:lnTo>
                  <a:lnTo>
                    <a:pt x="1274" y="7414"/>
                  </a:lnTo>
                  <a:lnTo>
                    <a:pt x="1429" y="7298"/>
                  </a:lnTo>
                  <a:lnTo>
                    <a:pt x="1583" y="7182"/>
                  </a:lnTo>
                  <a:lnTo>
                    <a:pt x="1699" y="7067"/>
                  </a:lnTo>
                  <a:lnTo>
                    <a:pt x="1815" y="6873"/>
                  </a:lnTo>
                  <a:lnTo>
                    <a:pt x="1854" y="6680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8"/>
                  </a:lnTo>
                  <a:lnTo>
                    <a:pt x="1738" y="6024"/>
                  </a:lnTo>
                  <a:lnTo>
                    <a:pt x="1661" y="5908"/>
                  </a:lnTo>
                  <a:lnTo>
                    <a:pt x="1545" y="5792"/>
                  </a:lnTo>
                  <a:lnTo>
                    <a:pt x="2163" y="5097"/>
                  </a:lnTo>
                  <a:lnTo>
                    <a:pt x="2742" y="4402"/>
                  </a:lnTo>
                  <a:lnTo>
                    <a:pt x="3939" y="3012"/>
                  </a:lnTo>
                  <a:lnTo>
                    <a:pt x="4479" y="2394"/>
                  </a:lnTo>
                  <a:lnTo>
                    <a:pt x="5097" y="1699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3"/>
                  </a:lnTo>
                  <a:lnTo>
                    <a:pt x="6063" y="77"/>
                  </a:lnTo>
                  <a:lnTo>
                    <a:pt x="598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3"/>
            <p:cNvSpPr/>
            <p:nvPr/>
          </p:nvSpPr>
          <p:spPr>
            <a:xfrm>
              <a:off x="1926550" y="1629050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3"/>
                  </a:lnTo>
                  <a:lnTo>
                    <a:pt x="2008" y="966"/>
                  </a:lnTo>
                  <a:lnTo>
                    <a:pt x="2124" y="1120"/>
                  </a:lnTo>
                  <a:lnTo>
                    <a:pt x="2201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1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5" y="502"/>
                  </a:lnTo>
                  <a:lnTo>
                    <a:pt x="811" y="464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3" y="425"/>
                  </a:lnTo>
                  <a:lnTo>
                    <a:pt x="78" y="618"/>
                  </a:lnTo>
                  <a:lnTo>
                    <a:pt x="0" y="811"/>
                  </a:lnTo>
                  <a:lnTo>
                    <a:pt x="0" y="1004"/>
                  </a:lnTo>
                  <a:lnTo>
                    <a:pt x="0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7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1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4"/>
                  </a:lnTo>
                  <a:lnTo>
                    <a:pt x="2626" y="2896"/>
                  </a:lnTo>
                  <a:lnTo>
                    <a:pt x="2703" y="2317"/>
                  </a:lnTo>
                  <a:lnTo>
                    <a:pt x="2703" y="2008"/>
                  </a:lnTo>
                  <a:lnTo>
                    <a:pt x="2703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699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3"/>
            <p:cNvSpPr/>
            <p:nvPr/>
          </p:nvSpPr>
          <p:spPr>
            <a:xfrm>
              <a:off x="3904600" y="163580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0" y="194"/>
                  </a:lnTo>
                  <a:lnTo>
                    <a:pt x="2240" y="309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7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3"/>
            <p:cNvSpPr/>
            <p:nvPr/>
          </p:nvSpPr>
          <p:spPr>
            <a:xfrm>
              <a:off x="527725" y="16473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0" y="6141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2" y="6681"/>
                  </a:lnTo>
                  <a:lnTo>
                    <a:pt x="7337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19" y="6836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6" y="6102"/>
                  </a:lnTo>
                  <a:lnTo>
                    <a:pt x="6642" y="5909"/>
                  </a:lnTo>
                  <a:lnTo>
                    <a:pt x="6797" y="5754"/>
                  </a:lnTo>
                  <a:close/>
                  <a:moveTo>
                    <a:pt x="232" y="1"/>
                  </a:moveTo>
                  <a:lnTo>
                    <a:pt x="155" y="40"/>
                  </a:lnTo>
                  <a:lnTo>
                    <a:pt x="78" y="40"/>
                  </a:lnTo>
                  <a:lnTo>
                    <a:pt x="39" y="117"/>
                  </a:lnTo>
                  <a:lnTo>
                    <a:pt x="0" y="233"/>
                  </a:lnTo>
                  <a:lnTo>
                    <a:pt x="0" y="310"/>
                  </a:lnTo>
                  <a:lnTo>
                    <a:pt x="39" y="387"/>
                  </a:lnTo>
                  <a:lnTo>
                    <a:pt x="425" y="773"/>
                  </a:lnTo>
                  <a:lnTo>
                    <a:pt x="811" y="1121"/>
                  </a:lnTo>
                  <a:lnTo>
                    <a:pt x="1622" y="1777"/>
                  </a:lnTo>
                  <a:lnTo>
                    <a:pt x="3399" y="3206"/>
                  </a:lnTo>
                  <a:lnTo>
                    <a:pt x="4866" y="4442"/>
                  </a:lnTo>
                  <a:lnTo>
                    <a:pt x="5638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7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6"/>
                  </a:lnTo>
                  <a:lnTo>
                    <a:pt x="6295" y="6990"/>
                  </a:lnTo>
                  <a:lnTo>
                    <a:pt x="6411" y="7145"/>
                  </a:lnTo>
                  <a:lnTo>
                    <a:pt x="6565" y="7222"/>
                  </a:lnTo>
                  <a:lnTo>
                    <a:pt x="6719" y="7299"/>
                  </a:lnTo>
                  <a:lnTo>
                    <a:pt x="6874" y="7338"/>
                  </a:lnTo>
                  <a:lnTo>
                    <a:pt x="7067" y="7338"/>
                  </a:lnTo>
                  <a:lnTo>
                    <a:pt x="7260" y="7299"/>
                  </a:lnTo>
                  <a:lnTo>
                    <a:pt x="7453" y="7260"/>
                  </a:lnTo>
                  <a:lnTo>
                    <a:pt x="7608" y="7145"/>
                  </a:lnTo>
                  <a:lnTo>
                    <a:pt x="7723" y="7029"/>
                  </a:lnTo>
                  <a:lnTo>
                    <a:pt x="7839" y="6913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2" y="6411"/>
                  </a:lnTo>
                  <a:lnTo>
                    <a:pt x="8032" y="6218"/>
                  </a:lnTo>
                  <a:lnTo>
                    <a:pt x="7955" y="6025"/>
                  </a:lnTo>
                  <a:lnTo>
                    <a:pt x="7839" y="5870"/>
                  </a:lnTo>
                  <a:lnTo>
                    <a:pt x="7723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1" y="5446"/>
                  </a:lnTo>
                  <a:lnTo>
                    <a:pt x="7028" y="5446"/>
                  </a:lnTo>
                  <a:lnTo>
                    <a:pt x="6835" y="5484"/>
                  </a:lnTo>
                  <a:lnTo>
                    <a:pt x="6024" y="4712"/>
                  </a:lnTo>
                  <a:lnTo>
                    <a:pt x="5213" y="4017"/>
                  </a:lnTo>
                  <a:lnTo>
                    <a:pt x="3514" y="2627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9"/>
                  </a:lnTo>
                  <a:lnTo>
                    <a:pt x="734" y="310"/>
                  </a:lnTo>
                  <a:lnTo>
                    <a:pt x="309" y="40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3"/>
            <p:cNvSpPr/>
            <p:nvPr/>
          </p:nvSpPr>
          <p:spPr>
            <a:xfrm>
              <a:off x="5813125" y="1664750"/>
              <a:ext cx="61825" cy="89825"/>
            </a:xfrm>
            <a:custGeom>
              <a:avLst/>
              <a:gdLst/>
              <a:ahLst/>
              <a:cxnLst/>
              <a:rect l="l" t="t" r="r" b="b"/>
              <a:pathLst>
                <a:path w="2473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5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2"/>
                  </a:lnTo>
                  <a:lnTo>
                    <a:pt x="1932" y="2163"/>
                  </a:lnTo>
                  <a:lnTo>
                    <a:pt x="1932" y="2434"/>
                  </a:lnTo>
                  <a:lnTo>
                    <a:pt x="1816" y="2743"/>
                  </a:lnTo>
                  <a:lnTo>
                    <a:pt x="1739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8" y="3013"/>
                  </a:lnTo>
                  <a:lnTo>
                    <a:pt x="850" y="2897"/>
                  </a:lnTo>
                  <a:lnTo>
                    <a:pt x="812" y="2743"/>
                  </a:lnTo>
                  <a:lnTo>
                    <a:pt x="850" y="2588"/>
                  </a:lnTo>
                  <a:lnTo>
                    <a:pt x="928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1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6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6" y="2356"/>
                  </a:lnTo>
                  <a:lnTo>
                    <a:pt x="348" y="2627"/>
                  </a:lnTo>
                  <a:lnTo>
                    <a:pt x="310" y="2897"/>
                  </a:lnTo>
                  <a:lnTo>
                    <a:pt x="348" y="3052"/>
                  </a:lnTo>
                  <a:lnTo>
                    <a:pt x="426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1"/>
                  </a:lnTo>
                  <a:lnTo>
                    <a:pt x="2434" y="2009"/>
                  </a:lnTo>
                  <a:lnTo>
                    <a:pt x="2395" y="1816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3"/>
            <p:cNvSpPr/>
            <p:nvPr/>
          </p:nvSpPr>
          <p:spPr>
            <a:xfrm>
              <a:off x="4153650" y="167055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2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40" y="232"/>
                  </a:lnTo>
                  <a:lnTo>
                    <a:pt x="1" y="271"/>
                  </a:lnTo>
                  <a:lnTo>
                    <a:pt x="40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4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3"/>
            <p:cNvSpPr/>
            <p:nvPr/>
          </p:nvSpPr>
          <p:spPr>
            <a:xfrm>
              <a:off x="4055200" y="1676350"/>
              <a:ext cx="21250" cy="8700"/>
            </a:xfrm>
            <a:custGeom>
              <a:avLst/>
              <a:gdLst/>
              <a:ahLst/>
              <a:cxnLst/>
              <a:rect l="l" t="t" r="r" b="b"/>
              <a:pathLst>
                <a:path w="850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3"/>
            <p:cNvSpPr/>
            <p:nvPr/>
          </p:nvSpPr>
          <p:spPr>
            <a:xfrm>
              <a:off x="5417325" y="16889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232"/>
                  </a:lnTo>
                  <a:lnTo>
                    <a:pt x="503" y="966"/>
                  </a:lnTo>
                  <a:lnTo>
                    <a:pt x="1043" y="1622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3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6" y="3862"/>
                  </a:lnTo>
                  <a:lnTo>
                    <a:pt x="12242" y="3591"/>
                  </a:lnTo>
                  <a:lnTo>
                    <a:pt x="12319" y="3553"/>
                  </a:lnTo>
                  <a:lnTo>
                    <a:pt x="12435" y="3205"/>
                  </a:lnTo>
                  <a:lnTo>
                    <a:pt x="12358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3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3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3"/>
            <p:cNvSpPr/>
            <p:nvPr/>
          </p:nvSpPr>
          <p:spPr>
            <a:xfrm>
              <a:off x="5725275" y="169565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5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4" y="1931"/>
                  </a:lnTo>
                  <a:lnTo>
                    <a:pt x="1082" y="2009"/>
                  </a:lnTo>
                  <a:lnTo>
                    <a:pt x="1121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30" y="2704"/>
                  </a:lnTo>
                  <a:lnTo>
                    <a:pt x="1623" y="2820"/>
                  </a:lnTo>
                  <a:lnTo>
                    <a:pt x="1816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5" y="3630"/>
                  </a:lnTo>
                  <a:lnTo>
                    <a:pt x="2125" y="3901"/>
                  </a:lnTo>
                  <a:lnTo>
                    <a:pt x="2086" y="4094"/>
                  </a:lnTo>
                  <a:lnTo>
                    <a:pt x="2009" y="4325"/>
                  </a:lnTo>
                  <a:lnTo>
                    <a:pt x="1893" y="4519"/>
                  </a:lnTo>
                  <a:lnTo>
                    <a:pt x="1739" y="4712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5" y="4287"/>
                  </a:lnTo>
                  <a:lnTo>
                    <a:pt x="812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1" y="4094"/>
                  </a:lnTo>
                  <a:lnTo>
                    <a:pt x="1237" y="4017"/>
                  </a:lnTo>
                  <a:lnTo>
                    <a:pt x="1314" y="3901"/>
                  </a:lnTo>
                  <a:lnTo>
                    <a:pt x="1314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10" y="4094"/>
                  </a:lnTo>
                  <a:lnTo>
                    <a:pt x="233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2"/>
                  </a:lnTo>
                  <a:lnTo>
                    <a:pt x="1739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3" y="1970"/>
                  </a:lnTo>
                  <a:lnTo>
                    <a:pt x="1932" y="1816"/>
                  </a:lnTo>
                  <a:lnTo>
                    <a:pt x="2241" y="1622"/>
                  </a:lnTo>
                  <a:lnTo>
                    <a:pt x="2549" y="1391"/>
                  </a:lnTo>
                  <a:lnTo>
                    <a:pt x="2820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3"/>
            <p:cNvSpPr/>
            <p:nvPr/>
          </p:nvSpPr>
          <p:spPr>
            <a:xfrm>
              <a:off x="1994125" y="1698550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6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4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4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3"/>
            <p:cNvSpPr/>
            <p:nvPr/>
          </p:nvSpPr>
          <p:spPr>
            <a:xfrm>
              <a:off x="3947075" y="171690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3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8" y="579"/>
                  </a:lnTo>
                  <a:lnTo>
                    <a:pt x="425" y="772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3"/>
            <p:cNvSpPr/>
            <p:nvPr/>
          </p:nvSpPr>
          <p:spPr>
            <a:xfrm>
              <a:off x="2585900" y="1732325"/>
              <a:ext cx="305075" cy="236550"/>
            </a:xfrm>
            <a:custGeom>
              <a:avLst/>
              <a:gdLst/>
              <a:ahLst/>
              <a:cxnLst/>
              <a:rect l="l" t="t" r="r" b="b"/>
              <a:pathLst>
                <a:path w="12203" h="9462" extrusionOk="0">
                  <a:moveTo>
                    <a:pt x="5329" y="349"/>
                  </a:moveTo>
                  <a:lnTo>
                    <a:pt x="5522" y="426"/>
                  </a:lnTo>
                  <a:lnTo>
                    <a:pt x="5600" y="426"/>
                  </a:lnTo>
                  <a:lnTo>
                    <a:pt x="5831" y="657"/>
                  </a:lnTo>
                  <a:lnTo>
                    <a:pt x="5986" y="889"/>
                  </a:lnTo>
                  <a:lnTo>
                    <a:pt x="6063" y="1198"/>
                  </a:lnTo>
                  <a:lnTo>
                    <a:pt x="6102" y="1468"/>
                  </a:lnTo>
                  <a:lnTo>
                    <a:pt x="6140" y="1777"/>
                  </a:lnTo>
                  <a:lnTo>
                    <a:pt x="6102" y="2086"/>
                  </a:lnTo>
                  <a:lnTo>
                    <a:pt x="6024" y="2704"/>
                  </a:lnTo>
                  <a:lnTo>
                    <a:pt x="5715" y="4866"/>
                  </a:lnTo>
                  <a:lnTo>
                    <a:pt x="5715" y="4905"/>
                  </a:lnTo>
                  <a:lnTo>
                    <a:pt x="5561" y="4982"/>
                  </a:lnTo>
                  <a:lnTo>
                    <a:pt x="5291" y="4017"/>
                  </a:lnTo>
                  <a:lnTo>
                    <a:pt x="5020" y="3090"/>
                  </a:lnTo>
                  <a:lnTo>
                    <a:pt x="4750" y="1970"/>
                  </a:lnTo>
                  <a:lnTo>
                    <a:pt x="4673" y="1468"/>
                  </a:lnTo>
                  <a:lnTo>
                    <a:pt x="4673" y="1159"/>
                  </a:lnTo>
                  <a:lnTo>
                    <a:pt x="4673" y="851"/>
                  </a:lnTo>
                  <a:lnTo>
                    <a:pt x="4750" y="619"/>
                  </a:lnTo>
                  <a:lnTo>
                    <a:pt x="4827" y="503"/>
                  </a:lnTo>
                  <a:lnTo>
                    <a:pt x="4904" y="426"/>
                  </a:lnTo>
                  <a:lnTo>
                    <a:pt x="5020" y="349"/>
                  </a:lnTo>
                  <a:close/>
                  <a:moveTo>
                    <a:pt x="11199" y="3515"/>
                  </a:moveTo>
                  <a:lnTo>
                    <a:pt x="11315" y="3554"/>
                  </a:lnTo>
                  <a:lnTo>
                    <a:pt x="11392" y="3592"/>
                  </a:lnTo>
                  <a:lnTo>
                    <a:pt x="11508" y="3708"/>
                  </a:lnTo>
                  <a:lnTo>
                    <a:pt x="11585" y="3824"/>
                  </a:lnTo>
                  <a:lnTo>
                    <a:pt x="11701" y="4133"/>
                  </a:lnTo>
                  <a:lnTo>
                    <a:pt x="11585" y="4287"/>
                  </a:lnTo>
                  <a:lnTo>
                    <a:pt x="11430" y="4403"/>
                  </a:lnTo>
                  <a:lnTo>
                    <a:pt x="11237" y="4519"/>
                  </a:lnTo>
                  <a:lnTo>
                    <a:pt x="11044" y="4596"/>
                  </a:lnTo>
                  <a:lnTo>
                    <a:pt x="10581" y="4751"/>
                  </a:lnTo>
                  <a:lnTo>
                    <a:pt x="10195" y="4866"/>
                  </a:lnTo>
                  <a:lnTo>
                    <a:pt x="9422" y="5021"/>
                  </a:lnTo>
                  <a:lnTo>
                    <a:pt x="8650" y="5137"/>
                  </a:lnTo>
                  <a:lnTo>
                    <a:pt x="7994" y="5175"/>
                  </a:lnTo>
                  <a:lnTo>
                    <a:pt x="7376" y="5175"/>
                  </a:lnTo>
                  <a:lnTo>
                    <a:pt x="6102" y="5137"/>
                  </a:lnTo>
                  <a:lnTo>
                    <a:pt x="7260" y="4673"/>
                  </a:lnTo>
                  <a:lnTo>
                    <a:pt x="8418" y="4249"/>
                  </a:lnTo>
                  <a:lnTo>
                    <a:pt x="9075" y="4017"/>
                  </a:lnTo>
                  <a:lnTo>
                    <a:pt x="9770" y="3824"/>
                  </a:lnTo>
                  <a:lnTo>
                    <a:pt x="10465" y="3631"/>
                  </a:lnTo>
                  <a:lnTo>
                    <a:pt x="10928" y="3554"/>
                  </a:lnTo>
                  <a:lnTo>
                    <a:pt x="11083" y="3515"/>
                  </a:lnTo>
                  <a:close/>
                  <a:moveTo>
                    <a:pt x="5136" y="5909"/>
                  </a:moveTo>
                  <a:lnTo>
                    <a:pt x="4209" y="6797"/>
                  </a:lnTo>
                  <a:lnTo>
                    <a:pt x="3244" y="7685"/>
                  </a:lnTo>
                  <a:lnTo>
                    <a:pt x="2742" y="8110"/>
                  </a:lnTo>
                  <a:lnTo>
                    <a:pt x="2163" y="8535"/>
                  </a:lnTo>
                  <a:lnTo>
                    <a:pt x="1854" y="8728"/>
                  </a:lnTo>
                  <a:lnTo>
                    <a:pt x="1468" y="8921"/>
                  </a:lnTo>
                  <a:lnTo>
                    <a:pt x="1197" y="8998"/>
                  </a:lnTo>
                  <a:lnTo>
                    <a:pt x="1004" y="9037"/>
                  </a:lnTo>
                  <a:lnTo>
                    <a:pt x="888" y="8998"/>
                  </a:lnTo>
                  <a:lnTo>
                    <a:pt x="811" y="8960"/>
                  </a:lnTo>
                  <a:lnTo>
                    <a:pt x="734" y="8844"/>
                  </a:lnTo>
                  <a:lnTo>
                    <a:pt x="695" y="8689"/>
                  </a:lnTo>
                  <a:lnTo>
                    <a:pt x="657" y="8535"/>
                  </a:lnTo>
                  <a:lnTo>
                    <a:pt x="618" y="8419"/>
                  </a:lnTo>
                  <a:lnTo>
                    <a:pt x="657" y="8342"/>
                  </a:lnTo>
                  <a:lnTo>
                    <a:pt x="695" y="8265"/>
                  </a:lnTo>
                  <a:lnTo>
                    <a:pt x="850" y="8110"/>
                  </a:lnTo>
                  <a:lnTo>
                    <a:pt x="1120" y="7956"/>
                  </a:lnTo>
                  <a:lnTo>
                    <a:pt x="1699" y="7608"/>
                  </a:lnTo>
                  <a:lnTo>
                    <a:pt x="2472" y="7222"/>
                  </a:lnTo>
                  <a:lnTo>
                    <a:pt x="3244" y="6874"/>
                  </a:lnTo>
                  <a:lnTo>
                    <a:pt x="4209" y="6411"/>
                  </a:lnTo>
                  <a:lnTo>
                    <a:pt x="4673" y="6179"/>
                  </a:lnTo>
                  <a:lnTo>
                    <a:pt x="5136" y="5909"/>
                  </a:lnTo>
                  <a:close/>
                  <a:moveTo>
                    <a:pt x="5136" y="1"/>
                  </a:moveTo>
                  <a:lnTo>
                    <a:pt x="4943" y="78"/>
                  </a:lnTo>
                  <a:lnTo>
                    <a:pt x="4750" y="194"/>
                  </a:lnTo>
                  <a:lnTo>
                    <a:pt x="4596" y="387"/>
                  </a:lnTo>
                  <a:lnTo>
                    <a:pt x="4441" y="580"/>
                  </a:lnTo>
                  <a:lnTo>
                    <a:pt x="4364" y="812"/>
                  </a:lnTo>
                  <a:lnTo>
                    <a:pt x="4325" y="1044"/>
                  </a:lnTo>
                  <a:lnTo>
                    <a:pt x="4325" y="1507"/>
                  </a:lnTo>
                  <a:lnTo>
                    <a:pt x="4402" y="1970"/>
                  </a:lnTo>
                  <a:lnTo>
                    <a:pt x="4634" y="2897"/>
                  </a:lnTo>
                  <a:lnTo>
                    <a:pt x="4982" y="4017"/>
                  </a:lnTo>
                  <a:lnTo>
                    <a:pt x="5175" y="4558"/>
                  </a:lnTo>
                  <a:lnTo>
                    <a:pt x="5368" y="5098"/>
                  </a:lnTo>
                  <a:lnTo>
                    <a:pt x="5368" y="5214"/>
                  </a:lnTo>
                  <a:lnTo>
                    <a:pt x="5406" y="5330"/>
                  </a:lnTo>
                  <a:lnTo>
                    <a:pt x="4943" y="5600"/>
                  </a:lnTo>
                  <a:lnTo>
                    <a:pt x="4480" y="5870"/>
                  </a:lnTo>
                  <a:lnTo>
                    <a:pt x="3476" y="6334"/>
                  </a:lnTo>
                  <a:lnTo>
                    <a:pt x="2472" y="6797"/>
                  </a:lnTo>
                  <a:lnTo>
                    <a:pt x="1970" y="7029"/>
                  </a:lnTo>
                  <a:lnTo>
                    <a:pt x="1468" y="7299"/>
                  </a:lnTo>
                  <a:lnTo>
                    <a:pt x="966" y="7608"/>
                  </a:lnTo>
                  <a:lnTo>
                    <a:pt x="657" y="7801"/>
                  </a:lnTo>
                  <a:lnTo>
                    <a:pt x="348" y="8071"/>
                  </a:lnTo>
                  <a:lnTo>
                    <a:pt x="116" y="8342"/>
                  </a:lnTo>
                  <a:lnTo>
                    <a:pt x="39" y="8458"/>
                  </a:lnTo>
                  <a:lnTo>
                    <a:pt x="0" y="8612"/>
                  </a:lnTo>
                  <a:lnTo>
                    <a:pt x="0" y="8767"/>
                  </a:lnTo>
                  <a:lnTo>
                    <a:pt x="0" y="8921"/>
                  </a:lnTo>
                  <a:lnTo>
                    <a:pt x="78" y="9037"/>
                  </a:lnTo>
                  <a:lnTo>
                    <a:pt x="232" y="9191"/>
                  </a:lnTo>
                  <a:lnTo>
                    <a:pt x="348" y="9307"/>
                  </a:lnTo>
                  <a:lnTo>
                    <a:pt x="502" y="9384"/>
                  </a:lnTo>
                  <a:lnTo>
                    <a:pt x="618" y="9423"/>
                  </a:lnTo>
                  <a:lnTo>
                    <a:pt x="773" y="9462"/>
                  </a:lnTo>
                  <a:lnTo>
                    <a:pt x="1120" y="9462"/>
                  </a:lnTo>
                  <a:lnTo>
                    <a:pt x="1429" y="9384"/>
                  </a:lnTo>
                  <a:lnTo>
                    <a:pt x="1738" y="9230"/>
                  </a:lnTo>
                  <a:lnTo>
                    <a:pt x="2047" y="9075"/>
                  </a:lnTo>
                  <a:lnTo>
                    <a:pt x="2588" y="8767"/>
                  </a:lnTo>
                  <a:lnTo>
                    <a:pt x="3476" y="8071"/>
                  </a:lnTo>
                  <a:lnTo>
                    <a:pt x="4287" y="7338"/>
                  </a:lnTo>
                  <a:lnTo>
                    <a:pt x="5098" y="6565"/>
                  </a:lnTo>
                  <a:lnTo>
                    <a:pt x="5445" y="6141"/>
                  </a:lnTo>
                  <a:lnTo>
                    <a:pt x="5793" y="5677"/>
                  </a:lnTo>
                  <a:lnTo>
                    <a:pt x="5793" y="5716"/>
                  </a:lnTo>
                  <a:lnTo>
                    <a:pt x="6063" y="6064"/>
                  </a:lnTo>
                  <a:lnTo>
                    <a:pt x="6217" y="6218"/>
                  </a:lnTo>
                  <a:lnTo>
                    <a:pt x="6372" y="6334"/>
                  </a:lnTo>
                  <a:lnTo>
                    <a:pt x="6603" y="6179"/>
                  </a:lnTo>
                  <a:lnTo>
                    <a:pt x="6603" y="6141"/>
                  </a:lnTo>
                  <a:lnTo>
                    <a:pt x="6333" y="5870"/>
                  </a:lnTo>
                  <a:lnTo>
                    <a:pt x="6217" y="5716"/>
                  </a:lnTo>
                  <a:lnTo>
                    <a:pt x="6179" y="5523"/>
                  </a:lnTo>
                  <a:lnTo>
                    <a:pt x="6140" y="5484"/>
                  </a:lnTo>
                  <a:lnTo>
                    <a:pt x="7028" y="5562"/>
                  </a:lnTo>
                  <a:lnTo>
                    <a:pt x="7955" y="5562"/>
                  </a:lnTo>
                  <a:lnTo>
                    <a:pt x="8882" y="5484"/>
                  </a:lnTo>
                  <a:lnTo>
                    <a:pt x="9770" y="5330"/>
                  </a:lnTo>
                  <a:lnTo>
                    <a:pt x="10465" y="5175"/>
                  </a:lnTo>
                  <a:lnTo>
                    <a:pt x="10890" y="5060"/>
                  </a:lnTo>
                  <a:lnTo>
                    <a:pt x="11315" y="4905"/>
                  </a:lnTo>
                  <a:lnTo>
                    <a:pt x="11701" y="4673"/>
                  </a:lnTo>
                  <a:lnTo>
                    <a:pt x="11894" y="4558"/>
                  </a:lnTo>
                  <a:lnTo>
                    <a:pt x="12010" y="4403"/>
                  </a:lnTo>
                  <a:lnTo>
                    <a:pt x="12125" y="4249"/>
                  </a:lnTo>
                  <a:lnTo>
                    <a:pt x="12164" y="4094"/>
                  </a:lnTo>
                  <a:lnTo>
                    <a:pt x="12203" y="3901"/>
                  </a:lnTo>
                  <a:lnTo>
                    <a:pt x="12164" y="3708"/>
                  </a:lnTo>
                  <a:lnTo>
                    <a:pt x="12125" y="3554"/>
                  </a:lnTo>
                  <a:lnTo>
                    <a:pt x="12010" y="3438"/>
                  </a:lnTo>
                  <a:lnTo>
                    <a:pt x="11932" y="3322"/>
                  </a:lnTo>
                  <a:lnTo>
                    <a:pt x="11817" y="3245"/>
                  </a:lnTo>
                  <a:lnTo>
                    <a:pt x="11662" y="3167"/>
                  </a:lnTo>
                  <a:lnTo>
                    <a:pt x="11508" y="3167"/>
                  </a:lnTo>
                  <a:lnTo>
                    <a:pt x="11199" y="3129"/>
                  </a:lnTo>
                  <a:lnTo>
                    <a:pt x="10851" y="3167"/>
                  </a:lnTo>
                  <a:lnTo>
                    <a:pt x="10504" y="3245"/>
                  </a:lnTo>
                  <a:lnTo>
                    <a:pt x="9924" y="3360"/>
                  </a:lnTo>
                  <a:lnTo>
                    <a:pt x="8959" y="3669"/>
                  </a:lnTo>
                  <a:lnTo>
                    <a:pt x="7994" y="3978"/>
                  </a:lnTo>
                  <a:lnTo>
                    <a:pt x="7028" y="4326"/>
                  </a:lnTo>
                  <a:lnTo>
                    <a:pt x="6102" y="4751"/>
                  </a:lnTo>
                  <a:lnTo>
                    <a:pt x="6333" y="3283"/>
                  </a:lnTo>
                  <a:lnTo>
                    <a:pt x="6449" y="2550"/>
                  </a:lnTo>
                  <a:lnTo>
                    <a:pt x="6488" y="1816"/>
                  </a:lnTo>
                  <a:lnTo>
                    <a:pt x="6488" y="1546"/>
                  </a:lnTo>
                  <a:lnTo>
                    <a:pt x="6449" y="1275"/>
                  </a:lnTo>
                  <a:lnTo>
                    <a:pt x="6372" y="1044"/>
                  </a:lnTo>
                  <a:lnTo>
                    <a:pt x="6295" y="851"/>
                  </a:lnTo>
                  <a:lnTo>
                    <a:pt x="6179" y="619"/>
                  </a:lnTo>
                  <a:lnTo>
                    <a:pt x="6024" y="464"/>
                  </a:lnTo>
                  <a:lnTo>
                    <a:pt x="5831" y="310"/>
                  </a:lnTo>
                  <a:lnTo>
                    <a:pt x="5600" y="155"/>
                  </a:lnTo>
                  <a:lnTo>
                    <a:pt x="5484" y="78"/>
                  </a:lnTo>
                  <a:lnTo>
                    <a:pt x="5368" y="40"/>
                  </a:lnTo>
                  <a:lnTo>
                    <a:pt x="51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3"/>
            <p:cNvSpPr/>
            <p:nvPr/>
          </p:nvSpPr>
          <p:spPr>
            <a:xfrm>
              <a:off x="1851250" y="17671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2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0" y="5368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9"/>
                  </a:lnTo>
                  <a:lnTo>
                    <a:pt x="3978" y="888"/>
                  </a:lnTo>
                  <a:lnTo>
                    <a:pt x="4634" y="657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2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4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29" y="7376"/>
                  </a:lnTo>
                  <a:lnTo>
                    <a:pt x="13438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4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1" y="8611"/>
                  </a:lnTo>
                  <a:lnTo>
                    <a:pt x="18651" y="8534"/>
                  </a:lnTo>
                  <a:lnTo>
                    <a:pt x="18651" y="8457"/>
                  </a:lnTo>
                  <a:lnTo>
                    <a:pt x="18651" y="8380"/>
                  </a:lnTo>
                  <a:lnTo>
                    <a:pt x="18651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0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3"/>
            <p:cNvSpPr/>
            <p:nvPr/>
          </p:nvSpPr>
          <p:spPr>
            <a:xfrm>
              <a:off x="6591225" y="17699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8" y="542"/>
                  </a:lnTo>
                  <a:lnTo>
                    <a:pt x="12434" y="657"/>
                  </a:lnTo>
                  <a:lnTo>
                    <a:pt x="12628" y="735"/>
                  </a:lnTo>
                  <a:lnTo>
                    <a:pt x="12743" y="812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6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1"/>
                  </a:lnTo>
                  <a:lnTo>
                    <a:pt x="12241" y="2472"/>
                  </a:lnTo>
                  <a:lnTo>
                    <a:pt x="11817" y="2743"/>
                  </a:lnTo>
                  <a:lnTo>
                    <a:pt x="11392" y="2936"/>
                  </a:lnTo>
                  <a:lnTo>
                    <a:pt x="10658" y="3206"/>
                  </a:lnTo>
                  <a:lnTo>
                    <a:pt x="9924" y="3438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2"/>
                  </a:lnTo>
                  <a:lnTo>
                    <a:pt x="5020" y="4596"/>
                  </a:lnTo>
                  <a:lnTo>
                    <a:pt x="4132" y="4712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1"/>
                  </a:lnTo>
                  <a:lnTo>
                    <a:pt x="1506" y="4673"/>
                  </a:lnTo>
                  <a:lnTo>
                    <a:pt x="1198" y="4558"/>
                  </a:lnTo>
                  <a:lnTo>
                    <a:pt x="889" y="4442"/>
                  </a:lnTo>
                  <a:lnTo>
                    <a:pt x="580" y="4249"/>
                  </a:lnTo>
                  <a:lnTo>
                    <a:pt x="657" y="4171"/>
                  </a:lnTo>
                  <a:lnTo>
                    <a:pt x="696" y="4056"/>
                  </a:lnTo>
                  <a:lnTo>
                    <a:pt x="696" y="3940"/>
                  </a:lnTo>
                  <a:lnTo>
                    <a:pt x="734" y="3824"/>
                  </a:lnTo>
                  <a:lnTo>
                    <a:pt x="850" y="3631"/>
                  </a:lnTo>
                  <a:lnTo>
                    <a:pt x="1082" y="3438"/>
                  </a:lnTo>
                  <a:lnTo>
                    <a:pt x="1313" y="3245"/>
                  </a:lnTo>
                  <a:lnTo>
                    <a:pt x="1854" y="2936"/>
                  </a:lnTo>
                  <a:lnTo>
                    <a:pt x="2279" y="2704"/>
                  </a:lnTo>
                  <a:lnTo>
                    <a:pt x="3012" y="2356"/>
                  </a:lnTo>
                  <a:lnTo>
                    <a:pt x="3707" y="2009"/>
                  </a:lnTo>
                  <a:lnTo>
                    <a:pt x="4480" y="1700"/>
                  </a:lnTo>
                  <a:lnTo>
                    <a:pt x="5252" y="1430"/>
                  </a:lnTo>
                  <a:lnTo>
                    <a:pt x="6024" y="1198"/>
                  </a:lnTo>
                  <a:lnTo>
                    <a:pt x="6835" y="1005"/>
                  </a:lnTo>
                  <a:lnTo>
                    <a:pt x="7608" y="812"/>
                  </a:lnTo>
                  <a:lnTo>
                    <a:pt x="8418" y="696"/>
                  </a:lnTo>
                  <a:lnTo>
                    <a:pt x="9229" y="580"/>
                  </a:lnTo>
                  <a:lnTo>
                    <a:pt x="10040" y="542"/>
                  </a:lnTo>
                  <a:lnTo>
                    <a:pt x="10735" y="503"/>
                  </a:lnTo>
                  <a:lnTo>
                    <a:pt x="11160" y="464"/>
                  </a:lnTo>
                  <a:close/>
                  <a:moveTo>
                    <a:pt x="13477" y="1121"/>
                  </a:moveTo>
                  <a:lnTo>
                    <a:pt x="13631" y="1314"/>
                  </a:lnTo>
                  <a:lnTo>
                    <a:pt x="13709" y="1507"/>
                  </a:lnTo>
                  <a:lnTo>
                    <a:pt x="13747" y="1739"/>
                  </a:lnTo>
                  <a:lnTo>
                    <a:pt x="13709" y="2009"/>
                  </a:lnTo>
                  <a:lnTo>
                    <a:pt x="13631" y="2241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8"/>
                  </a:lnTo>
                  <a:lnTo>
                    <a:pt x="12048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1" y="4635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5" y="5948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9"/>
                  </a:lnTo>
                  <a:lnTo>
                    <a:pt x="696" y="5484"/>
                  </a:lnTo>
                  <a:lnTo>
                    <a:pt x="502" y="5253"/>
                  </a:lnTo>
                  <a:lnTo>
                    <a:pt x="348" y="5021"/>
                  </a:lnTo>
                  <a:lnTo>
                    <a:pt x="309" y="4866"/>
                  </a:lnTo>
                  <a:lnTo>
                    <a:pt x="309" y="4751"/>
                  </a:lnTo>
                  <a:lnTo>
                    <a:pt x="309" y="4596"/>
                  </a:lnTo>
                  <a:lnTo>
                    <a:pt x="348" y="4442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4"/>
                  </a:lnTo>
                  <a:lnTo>
                    <a:pt x="1931" y="5253"/>
                  </a:lnTo>
                  <a:lnTo>
                    <a:pt x="2588" y="5330"/>
                  </a:lnTo>
                  <a:lnTo>
                    <a:pt x="3244" y="5291"/>
                  </a:lnTo>
                  <a:lnTo>
                    <a:pt x="3939" y="5253"/>
                  </a:lnTo>
                  <a:lnTo>
                    <a:pt x="5136" y="5059"/>
                  </a:lnTo>
                  <a:lnTo>
                    <a:pt x="6913" y="4789"/>
                  </a:lnTo>
                  <a:lnTo>
                    <a:pt x="7839" y="4596"/>
                  </a:lnTo>
                  <a:lnTo>
                    <a:pt x="8727" y="4403"/>
                  </a:lnTo>
                  <a:lnTo>
                    <a:pt x="9616" y="4133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9"/>
                  </a:lnTo>
                  <a:lnTo>
                    <a:pt x="12434" y="2974"/>
                  </a:lnTo>
                  <a:lnTo>
                    <a:pt x="12705" y="2820"/>
                  </a:lnTo>
                  <a:lnTo>
                    <a:pt x="12936" y="2588"/>
                  </a:lnTo>
                  <a:lnTo>
                    <a:pt x="13129" y="2395"/>
                  </a:lnTo>
                  <a:lnTo>
                    <a:pt x="13323" y="2125"/>
                  </a:lnTo>
                  <a:lnTo>
                    <a:pt x="13438" y="1854"/>
                  </a:lnTo>
                  <a:lnTo>
                    <a:pt x="13516" y="1584"/>
                  </a:lnTo>
                  <a:lnTo>
                    <a:pt x="13516" y="1237"/>
                  </a:lnTo>
                  <a:lnTo>
                    <a:pt x="13477" y="1121"/>
                  </a:lnTo>
                  <a:close/>
                  <a:moveTo>
                    <a:pt x="10658" y="1"/>
                  </a:moveTo>
                  <a:lnTo>
                    <a:pt x="9886" y="40"/>
                  </a:lnTo>
                  <a:lnTo>
                    <a:pt x="9114" y="117"/>
                  </a:lnTo>
                  <a:lnTo>
                    <a:pt x="8303" y="233"/>
                  </a:lnTo>
                  <a:lnTo>
                    <a:pt x="7530" y="348"/>
                  </a:lnTo>
                  <a:lnTo>
                    <a:pt x="6719" y="542"/>
                  </a:lnTo>
                  <a:lnTo>
                    <a:pt x="5909" y="735"/>
                  </a:lnTo>
                  <a:lnTo>
                    <a:pt x="5020" y="1005"/>
                  </a:lnTo>
                  <a:lnTo>
                    <a:pt x="4132" y="1352"/>
                  </a:lnTo>
                  <a:lnTo>
                    <a:pt x="3244" y="1700"/>
                  </a:lnTo>
                  <a:lnTo>
                    <a:pt x="2395" y="2125"/>
                  </a:lnTo>
                  <a:lnTo>
                    <a:pt x="1777" y="2434"/>
                  </a:lnTo>
                  <a:lnTo>
                    <a:pt x="1391" y="2627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4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6"/>
                  </a:lnTo>
                  <a:lnTo>
                    <a:pt x="194" y="4133"/>
                  </a:lnTo>
                  <a:lnTo>
                    <a:pt x="194" y="4171"/>
                  </a:lnTo>
                  <a:lnTo>
                    <a:pt x="116" y="4326"/>
                  </a:lnTo>
                  <a:lnTo>
                    <a:pt x="39" y="4480"/>
                  </a:lnTo>
                  <a:lnTo>
                    <a:pt x="0" y="4635"/>
                  </a:lnTo>
                  <a:lnTo>
                    <a:pt x="0" y="4789"/>
                  </a:lnTo>
                  <a:lnTo>
                    <a:pt x="39" y="5137"/>
                  </a:lnTo>
                  <a:lnTo>
                    <a:pt x="194" y="5446"/>
                  </a:lnTo>
                  <a:lnTo>
                    <a:pt x="348" y="5639"/>
                  </a:lnTo>
                  <a:lnTo>
                    <a:pt x="502" y="5832"/>
                  </a:lnTo>
                  <a:lnTo>
                    <a:pt x="696" y="5948"/>
                  </a:lnTo>
                  <a:lnTo>
                    <a:pt x="927" y="6063"/>
                  </a:lnTo>
                  <a:lnTo>
                    <a:pt x="966" y="6257"/>
                  </a:lnTo>
                  <a:lnTo>
                    <a:pt x="1275" y="6179"/>
                  </a:lnTo>
                  <a:lnTo>
                    <a:pt x="1313" y="6218"/>
                  </a:lnTo>
                  <a:lnTo>
                    <a:pt x="1313" y="6257"/>
                  </a:lnTo>
                  <a:lnTo>
                    <a:pt x="1352" y="6295"/>
                  </a:lnTo>
                  <a:lnTo>
                    <a:pt x="1468" y="6257"/>
                  </a:lnTo>
                  <a:lnTo>
                    <a:pt x="1815" y="6295"/>
                  </a:lnTo>
                  <a:lnTo>
                    <a:pt x="2395" y="6334"/>
                  </a:lnTo>
                  <a:lnTo>
                    <a:pt x="3012" y="6372"/>
                  </a:lnTo>
                  <a:lnTo>
                    <a:pt x="3592" y="6334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2"/>
                  </a:lnTo>
                  <a:lnTo>
                    <a:pt x="7994" y="5523"/>
                  </a:lnTo>
                  <a:lnTo>
                    <a:pt x="9036" y="5253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3"/>
                  </a:lnTo>
                  <a:lnTo>
                    <a:pt x="12126" y="4249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4" y="3940"/>
                  </a:lnTo>
                  <a:lnTo>
                    <a:pt x="12898" y="3669"/>
                  </a:lnTo>
                  <a:lnTo>
                    <a:pt x="13361" y="3322"/>
                  </a:lnTo>
                  <a:lnTo>
                    <a:pt x="13631" y="3052"/>
                  </a:lnTo>
                  <a:lnTo>
                    <a:pt x="13825" y="2704"/>
                  </a:lnTo>
                  <a:lnTo>
                    <a:pt x="14133" y="2627"/>
                  </a:lnTo>
                  <a:lnTo>
                    <a:pt x="14018" y="2318"/>
                  </a:lnTo>
                  <a:lnTo>
                    <a:pt x="14095" y="2009"/>
                  </a:lnTo>
                  <a:lnTo>
                    <a:pt x="14133" y="1739"/>
                  </a:lnTo>
                  <a:lnTo>
                    <a:pt x="14095" y="1468"/>
                  </a:lnTo>
                  <a:lnTo>
                    <a:pt x="14018" y="1237"/>
                  </a:lnTo>
                  <a:lnTo>
                    <a:pt x="13902" y="1005"/>
                  </a:lnTo>
                  <a:lnTo>
                    <a:pt x="13747" y="812"/>
                  </a:lnTo>
                  <a:lnTo>
                    <a:pt x="13477" y="619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3" y="117"/>
                  </a:lnTo>
                  <a:lnTo>
                    <a:pt x="11817" y="40"/>
                  </a:lnTo>
                  <a:lnTo>
                    <a:pt x="1143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3"/>
            <p:cNvSpPr/>
            <p:nvPr/>
          </p:nvSpPr>
          <p:spPr>
            <a:xfrm>
              <a:off x="2687250" y="1806675"/>
              <a:ext cx="449900" cy="337900"/>
            </a:xfrm>
            <a:custGeom>
              <a:avLst/>
              <a:gdLst/>
              <a:ahLst/>
              <a:cxnLst/>
              <a:rect l="l" t="t" r="r" b="b"/>
              <a:pathLst>
                <a:path w="17996" h="13516" extrusionOk="0">
                  <a:moveTo>
                    <a:pt x="15794" y="386"/>
                  </a:moveTo>
                  <a:lnTo>
                    <a:pt x="15872" y="425"/>
                  </a:lnTo>
                  <a:lnTo>
                    <a:pt x="15949" y="464"/>
                  </a:lnTo>
                  <a:lnTo>
                    <a:pt x="16103" y="657"/>
                  </a:lnTo>
                  <a:lnTo>
                    <a:pt x="16181" y="850"/>
                  </a:lnTo>
                  <a:lnTo>
                    <a:pt x="16258" y="1043"/>
                  </a:lnTo>
                  <a:lnTo>
                    <a:pt x="16219" y="1236"/>
                  </a:lnTo>
                  <a:lnTo>
                    <a:pt x="16181" y="1468"/>
                  </a:lnTo>
                  <a:lnTo>
                    <a:pt x="15987" y="1892"/>
                  </a:lnTo>
                  <a:lnTo>
                    <a:pt x="15833" y="2163"/>
                  </a:lnTo>
                  <a:lnTo>
                    <a:pt x="15601" y="2433"/>
                  </a:lnTo>
                  <a:lnTo>
                    <a:pt x="15370" y="2665"/>
                  </a:lnTo>
                  <a:lnTo>
                    <a:pt x="15099" y="2896"/>
                  </a:lnTo>
                  <a:lnTo>
                    <a:pt x="14983" y="2279"/>
                  </a:lnTo>
                  <a:lnTo>
                    <a:pt x="14945" y="1970"/>
                  </a:lnTo>
                  <a:lnTo>
                    <a:pt x="14906" y="1699"/>
                  </a:lnTo>
                  <a:lnTo>
                    <a:pt x="14945" y="1390"/>
                  </a:lnTo>
                  <a:lnTo>
                    <a:pt x="15022" y="1120"/>
                  </a:lnTo>
                  <a:lnTo>
                    <a:pt x="15138" y="850"/>
                  </a:lnTo>
                  <a:lnTo>
                    <a:pt x="15331" y="618"/>
                  </a:lnTo>
                  <a:lnTo>
                    <a:pt x="15563" y="464"/>
                  </a:lnTo>
                  <a:lnTo>
                    <a:pt x="15679" y="386"/>
                  </a:lnTo>
                  <a:close/>
                  <a:moveTo>
                    <a:pt x="14481" y="3437"/>
                  </a:moveTo>
                  <a:lnTo>
                    <a:pt x="14443" y="3591"/>
                  </a:lnTo>
                  <a:lnTo>
                    <a:pt x="14134" y="3939"/>
                  </a:lnTo>
                  <a:lnTo>
                    <a:pt x="13786" y="4287"/>
                  </a:lnTo>
                  <a:lnTo>
                    <a:pt x="13593" y="4441"/>
                  </a:lnTo>
                  <a:lnTo>
                    <a:pt x="13362" y="4595"/>
                  </a:lnTo>
                  <a:lnTo>
                    <a:pt x="13091" y="4711"/>
                  </a:lnTo>
                  <a:lnTo>
                    <a:pt x="12782" y="4750"/>
                  </a:lnTo>
                  <a:lnTo>
                    <a:pt x="12667" y="4789"/>
                  </a:lnTo>
                  <a:lnTo>
                    <a:pt x="12589" y="4750"/>
                  </a:lnTo>
                  <a:lnTo>
                    <a:pt x="12551" y="4673"/>
                  </a:lnTo>
                  <a:lnTo>
                    <a:pt x="12512" y="4518"/>
                  </a:lnTo>
                  <a:lnTo>
                    <a:pt x="12474" y="4287"/>
                  </a:lnTo>
                  <a:lnTo>
                    <a:pt x="12512" y="4171"/>
                  </a:lnTo>
                  <a:lnTo>
                    <a:pt x="12628" y="4055"/>
                  </a:lnTo>
                  <a:lnTo>
                    <a:pt x="12821" y="3900"/>
                  </a:lnTo>
                  <a:lnTo>
                    <a:pt x="13091" y="3746"/>
                  </a:lnTo>
                  <a:lnTo>
                    <a:pt x="13362" y="3591"/>
                  </a:lnTo>
                  <a:lnTo>
                    <a:pt x="13632" y="3514"/>
                  </a:lnTo>
                  <a:lnTo>
                    <a:pt x="13941" y="3437"/>
                  </a:lnTo>
                  <a:close/>
                  <a:moveTo>
                    <a:pt x="15061" y="3514"/>
                  </a:moveTo>
                  <a:lnTo>
                    <a:pt x="15717" y="3553"/>
                  </a:lnTo>
                  <a:lnTo>
                    <a:pt x="16065" y="3591"/>
                  </a:lnTo>
                  <a:lnTo>
                    <a:pt x="16412" y="3630"/>
                  </a:lnTo>
                  <a:lnTo>
                    <a:pt x="16721" y="3707"/>
                  </a:lnTo>
                  <a:lnTo>
                    <a:pt x="17030" y="3823"/>
                  </a:lnTo>
                  <a:lnTo>
                    <a:pt x="17262" y="4016"/>
                  </a:lnTo>
                  <a:lnTo>
                    <a:pt x="17378" y="4171"/>
                  </a:lnTo>
                  <a:lnTo>
                    <a:pt x="17493" y="4287"/>
                  </a:lnTo>
                  <a:lnTo>
                    <a:pt x="17571" y="4480"/>
                  </a:lnTo>
                  <a:lnTo>
                    <a:pt x="17571" y="4634"/>
                  </a:lnTo>
                  <a:lnTo>
                    <a:pt x="17493" y="4789"/>
                  </a:lnTo>
                  <a:lnTo>
                    <a:pt x="17378" y="4904"/>
                  </a:lnTo>
                  <a:lnTo>
                    <a:pt x="17262" y="4982"/>
                  </a:lnTo>
                  <a:lnTo>
                    <a:pt x="17069" y="5020"/>
                  </a:lnTo>
                  <a:lnTo>
                    <a:pt x="16914" y="4982"/>
                  </a:lnTo>
                  <a:lnTo>
                    <a:pt x="16721" y="4943"/>
                  </a:lnTo>
                  <a:lnTo>
                    <a:pt x="16335" y="4750"/>
                  </a:lnTo>
                  <a:lnTo>
                    <a:pt x="15987" y="4518"/>
                  </a:lnTo>
                  <a:lnTo>
                    <a:pt x="15717" y="4287"/>
                  </a:lnTo>
                  <a:lnTo>
                    <a:pt x="15485" y="4055"/>
                  </a:lnTo>
                  <a:lnTo>
                    <a:pt x="15254" y="3785"/>
                  </a:lnTo>
                  <a:lnTo>
                    <a:pt x="15061" y="3514"/>
                  </a:lnTo>
                  <a:close/>
                  <a:moveTo>
                    <a:pt x="4866" y="3128"/>
                  </a:moveTo>
                  <a:lnTo>
                    <a:pt x="5484" y="3167"/>
                  </a:lnTo>
                  <a:lnTo>
                    <a:pt x="6102" y="3283"/>
                  </a:lnTo>
                  <a:lnTo>
                    <a:pt x="6681" y="3514"/>
                  </a:lnTo>
                  <a:lnTo>
                    <a:pt x="7145" y="3707"/>
                  </a:lnTo>
                  <a:lnTo>
                    <a:pt x="7569" y="3978"/>
                  </a:lnTo>
                  <a:lnTo>
                    <a:pt x="7994" y="4248"/>
                  </a:lnTo>
                  <a:lnTo>
                    <a:pt x="8380" y="4557"/>
                  </a:lnTo>
                  <a:lnTo>
                    <a:pt x="9153" y="5213"/>
                  </a:lnTo>
                  <a:lnTo>
                    <a:pt x="9925" y="5908"/>
                  </a:lnTo>
                  <a:lnTo>
                    <a:pt x="10234" y="6179"/>
                  </a:lnTo>
                  <a:lnTo>
                    <a:pt x="10581" y="6410"/>
                  </a:lnTo>
                  <a:lnTo>
                    <a:pt x="10968" y="6642"/>
                  </a:lnTo>
                  <a:lnTo>
                    <a:pt x="11354" y="6797"/>
                  </a:lnTo>
                  <a:lnTo>
                    <a:pt x="11740" y="6874"/>
                  </a:lnTo>
                  <a:lnTo>
                    <a:pt x="12165" y="6912"/>
                  </a:lnTo>
                  <a:lnTo>
                    <a:pt x="12589" y="6874"/>
                  </a:lnTo>
                  <a:lnTo>
                    <a:pt x="13014" y="6719"/>
                  </a:lnTo>
                  <a:lnTo>
                    <a:pt x="13323" y="6565"/>
                  </a:lnTo>
                  <a:lnTo>
                    <a:pt x="13593" y="6372"/>
                  </a:lnTo>
                  <a:lnTo>
                    <a:pt x="13825" y="6179"/>
                  </a:lnTo>
                  <a:lnTo>
                    <a:pt x="14018" y="5947"/>
                  </a:lnTo>
                  <a:lnTo>
                    <a:pt x="14211" y="5677"/>
                  </a:lnTo>
                  <a:lnTo>
                    <a:pt x="14366" y="5406"/>
                  </a:lnTo>
                  <a:lnTo>
                    <a:pt x="14520" y="5097"/>
                  </a:lnTo>
                  <a:lnTo>
                    <a:pt x="14636" y="4789"/>
                  </a:lnTo>
                  <a:lnTo>
                    <a:pt x="14559" y="5638"/>
                  </a:lnTo>
                  <a:lnTo>
                    <a:pt x="14404" y="6449"/>
                  </a:lnTo>
                  <a:lnTo>
                    <a:pt x="14211" y="7221"/>
                  </a:lnTo>
                  <a:lnTo>
                    <a:pt x="13941" y="7994"/>
                  </a:lnTo>
                  <a:lnTo>
                    <a:pt x="13593" y="8727"/>
                  </a:lnTo>
                  <a:lnTo>
                    <a:pt x="13169" y="9422"/>
                  </a:lnTo>
                  <a:lnTo>
                    <a:pt x="12667" y="10117"/>
                  </a:lnTo>
                  <a:lnTo>
                    <a:pt x="12087" y="10735"/>
                  </a:lnTo>
                  <a:lnTo>
                    <a:pt x="11624" y="11160"/>
                  </a:lnTo>
                  <a:lnTo>
                    <a:pt x="11199" y="11546"/>
                  </a:lnTo>
                  <a:lnTo>
                    <a:pt x="10697" y="11855"/>
                  </a:lnTo>
                  <a:lnTo>
                    <a:pt x="10195" y="12164"/>
                  </a:lnTo>
                  <a:lnTo>
                    <a:pt x="9693" y="12396"/>
                  </a:lnTo>
                  <a:lnTo>
                    <a:pt x="9153" y="12627"/>
                  </a:lnTo>
                  <a:lnTo>
                    <a:pt x="8612" y="12782"/>
                  </a:lnTo>
                  <a:lnTo>
                    <a:pt x="8071" y="12898"/>
                  </a:lnTo>
                  <a:lnTo>
                    <a:pt x="7531" y="12975"/>
                  </a:lnTo>
                  <a:lnTo>
                    <a:pt x="6990" y="13014"/>
                  </a:lnTo>
                  <a:lnTo>
                    <a:pt x="6411" y="12975"/>
                  </a:lnTo>
                  <a:lnTo>
                    <a:pt x="5870" y="12898"/>
                  </a:lnTo>
                  <a:lnTo>
                    <a:pt x="5291" y="12782"/>
                  </a:lnTo>
                  <a:lnTo>
                    <a:pt x="4751" y="12627"/>
                  </a:lnTo>
                  <a:lnTo>
                    <a:pt x="4171" y="12396"/>
                  </a:lnTo>
                  <a:lnTo>
                    <a:pt x="3631" y="12125"/>
                  </a:lnTo>
                  <a:lnTo>
                    <a:pt x="3090" y="11816"/>
                  </a:lnTo>
                  <a:lnTo>
                    <a:pt x="2588" y="11469"/>
                  </a:lnTo>
                  <a:lnTo>
                    <a:pt x="2125" y="11044"/>
                  </a:lnTo>
                  <a:lnTo>
                    <a:pt x="1700" y="10581"/>
                  </a:lnTo>
                  <a:lnTo>
                    <a:pt x="1314" y="10117"/>
                  </a:lnTo>
                  <a:lnTo>
                    <a:pt x="966" y="9577"/>
                  </a:lnTo>
                  <a:lnTo>
                    <a:pt x="696" y="8998"/>
                  </a:lnTo>
                  <a:lnTo>
                    <a:pt x="542" y="8418"/>
                  </a:lnTo>
                  <a:lnTo>
                    <a:pt x="426" y="7801"/>
                  </a:lnTo>
                  <a:lnTo>
                    <a:pt x="426" y="7221"/>
                  </a:lnTo>
                  <a:lnTo>
                    <a:pt x="503" y="6603"/>
                  </a:lnTo>
                  <a:lnTo>
                    <a:pt x="696" y="6024"/>
                  </a:lnTo>
                  <a:lnTo>
                    <a:pt x="928" y="5484"/>
                  </a:lnTo>
                  <a:lnTo>
                    <a:pt x="1237" y="4943"/>
                  </a:lnTo>
                  <a:lnTo>
                    <a:pt x="1623" y="4480"/>
                  </a:lnTo>
                  <a:lnTo>
                    <a:pt x="2048" y="4055"/>
                  </a:lnTo>
                  <a:lnTo>
                    <a:pt x="2588" y="3707"/>
                  </a:lnTo>
                  <a:lnTo>
                    <a:pt x="3129" y="3437"/>
                  </a:lnTo>
                  <a:lnTo>
                    <a:pt x="3708" y="3244"/>
                  </a:lnTo>
                  <a:lnTo>
                    <a:pt x="4287" y="3167"/>
                  </a:lnTo>
                  <a:lnTo>
                    <a:pt x="4866" y="3128"/>
                  </a:lnTo>
                  <a:close/>
                  <a:moveTo>
                    <a:pt x="15717" y="0"/>
                  </a:moveTo>
                  <a:lnTo>
                    <a:pt x="15524" y="39"/>
                  </a:lnTo>
                  <a:lnTo>
                    <a:pt x="15331" y="155"/>
                  </a:lnTo>
                  <a:lnTo>
                    <a:pt x="15138" y="271"/>
                  </a:lnTo>
                  <a:lnTo>
                    <a:pt x="14983" y="464"/>
                  </a:lnTo>
                  <a:lnTo>
                    <a:pt x="14829" y="618"/>
                  </a:lnTo>
                  <a:lnTo>
                    <a:pt x="14713" y="850"/>
                  </a:lnTo>
                  <a:lnTo>
                    <a:pt x="14636" y="1043"/>
                  </a:lnTo>
                  <a:lnTo>
                    <a:pt x="14597" y="1275"/>
                  </a:lnTo>
                  <a:lnTo>
                    <a:pt x="14559" y="1545"/>
                  </a:lnTo>
                  <a:lnTo>
                    <a:pt x="14520" y="2047"/>
                  </a:lnTo>
                  <a:lnTo>
                    <a:pt x="14597" y="2588"/>
                  </a:lnTo>
                  <a:lnTo>
                    <a:pt x="14752" y="3090"/>
                  </a:lnTo>
                  <a:lnTo>
                    <a:pt x="14713" y="3128"/>
                  </a:lnTo>
                  <a:lnTo>
                    <a:pt x="14675" y="3167"/>
                  </a:lnTo>
                  <a:lnTo>
                    <a:pt x="14636" y="3205"/>
                  </a:lnTo>
                  <a:lnTo>
                    <a:pt x="14173" y="3128"/>
                  </a:lnTo>
                  <a:lnTo>
                    <a:pt x="13709" y="3167"/>
                  </a:lnTo>
                  <a:lnTo>
                    <a:pt x="13246" y="3283"/>
                  </a:lnTo>
                  <a:lnTo>
                    <a:pt x="12821" y="3476"/>
                  </a:lnTo>
                  <a:lnTo>
                    <a:pt x="12512" y="3669"/>
                  </a:lnTo>
                  <a:lnTo>
                    <a:pt x="12358" y="3785"/>
                  </a:lnTo>
                  <a:lnTo>
                    <a:pt x="12203" y="3939"/>
                  </a:lnTo>
                  <a:lnTo>
                    <a:pt x="12049" y="4132"/>
                  </a:lnTo>
                  <a:lnTo>
                    <a:pt x="11972" y="4287"/>
                  </a:lnTo>
                  <a:lnTo>
                    <a:pt x="11933" y="4480"/>
                  </a:lnTo>
                  <a:lnTo>
                    <a:pt x="11933" y="4673"/>
                  </a:lnTo>
                  <a:lnTo>
                    <a:pt x="12010" y="4866"/>
                  </a:lnTo>
                  <a:lnTo>
                    <a:pt x="12126" y="5020"/>
                  </a:lnTo>
                  <a:lnTo>
                    <a:pt x="12280" y="5097"/>
                  </a:lnTo>
                  <a:lnTo>
                    <a:pt x="12435" y="5136"/>
                  </a:lnTo>
                  <a:lnTo>
                    <a:pt x="12628" y="5175"/>
                  </a:lnTo>
                  <a:lnTo>
                    <a:pt x="12821" y="5136"/>
                  </a:lnTo>
                  <a:lnTo>
                    <a:pt x="13207" y="5059"/>
                  </a:lnTo>
                  <a:lnTo>
                    <a:pt x="13516" y="4904"/>
                  </a:lnTo>
                  <a:lnTo>
                    <a:pt x="13825" y="4711"/>
                  </a:lnTo>
                  <a:lnTo>
                    <a:pt x="14095" y="4480"/>
                  </a:lnTo>
                  <a:lnTo>
                    <a:pt x="14366" y="4248"/>
                  </a:lnTo>
                  <a:lnTo>
                    <a:pt x="14211" y="4711"/>
                  </a:lnTo>
                  <a:lnTo>
                    <a:pt x="14018" y="5175"/>
                  </a:lnTo>
                  <a:lnTo>
                    <a:pt x="13864" y="5406"/>
                  </a:lnTo>
                  <a:lnTo>
                    <a:pt x="13709" y="5599"/>
                  </a:lnTo>
                  <a:lnTo>
                    <a:pt x="13555" y="5793"/>
                  </a:lnTo>
                  <a:lnTo>
                    <a:pt x="13362" y="5947"/>
                  </a:lnTo>
                  <a:lnTo>
                    <a:pt x="13053" y="6179"/>
                  </a:lnTo>
                  <a:lnTo>
                    <a:pt x="12705" y="6333"/>
                  </a:lnTo>
                  <a:lnTo>
                    <a:pt x="12358" y="6410"/>
                  </a:lnTo>
                  <a:lnTo>
                    <a:pt x="12010" y="6410"/>
                  </a:lnTo>
                  <a:lnTo>
                    <a:pt x="11663" y="6372"/>
                  </a:lnTo>
                  <a:lnTo>
                    <a:pt x="11315" y="6256"/>
                  </a:lnTo>
                  <a:lnTo>
                    <a:pt x="10968" y="6101"/>
                  </a:lnTo>
                  <a:lnTo>
                    <a:pt x="10659" y="5870"/>
                  </a:lnTo>
                  <a:lnTo>
                    <a:pt x="10234" y="5561"/>
                  </a:lnTo>
                  <a:lnTo>
                    <a:pt x="9809" y="5213"/>
                  </a:lnTo>
                  <a:lnTo>
                    <a:pt x="9037" y="4480"/>
                  </a:lnTo>
                  <a:lnTo>
                    <a:pt x="8651" y="4132"/>
                  </a:lnTo>
                  <a:lnTo>
                    <a:pt x="8226" y="3823"/>
                  </a:lnTo>
                  <a:lnTo>
                    <a:pt x="7801" y="3514"/>
                  </a:lnTo>
                  <a:lnTo>
                    <a:pt x="7299" y="3244"/>
                  </a:lnTo>
                  <a:lnTo>
                    <a:pt x="6720" y="3012"/>
                  </a:lnTo>
                  <a:lnTo>
                    <a:pt x="6102" y="2819"/>
                  </a:lnTo>
                  <a:lnTo>
                    <a:pt x="5523" y="2742"/>
                  </a:lnTo>
                  <a:lnTo>
                    <a:pt x="4905" y="2703"/>
                  </a:lnTo>
                  <a:lnTo>
                    <a:pt x="4287" y="2703"/>
                  </a:lnTo>
                  <a:lnTo>
                    <a:pt x="3708" y="2819"/>
                  </a:lnTo>
                  <a:lnTo>
                    <a:pt x="3129" y="2974"/>
                  </a:lnTo>
                  <a:lnTo>
                    <a:pt x="2549" y="3205"/>
                  </a:lnTo>
                  <a:lnTo>
                    <a:pt x="2318" y="3360"/>
                  </a:lnTo>
                  <a:lnTo>
                    <a:pt x="2009" y="3553"/>
                  </a:lnTo>
                  <a:lnTo>
                    <a:pt x="1700" y="3785"/>
                  </a:lnTo>
                  <a:lnTo>
                    <a:pt x="1430" y="4016"/>
                  </a:lnTo>
                  <a:lnTo>
                    <a:pt x="1159" y="4325"/>
                  </a:lnTo>
                  <a:lnTo>
                    <a:pt x="928" y="4595"/>
                  </a:lnTo>
                  <a:lnTo>
                    <a:pt x="696" y="4943"/>
                  </a:lnTo>
                  <a:lnTo>
                    <a:pt x="503" y="5291"/>
                  </a:lnTo>
                  <a:lnTo>
                    <a:pt x="348" y="5677"/>
                  </a:lnTo>
                  <a:lnTo>
                    <a:pt x="155" y="6217"/>
                  </a:lnTo>
                  <a:lnTo>
                    <a:pt x="40" y="6758"/>
                  </a:lnTo>
                  <a:lnTo>
                    <a:pt x="1" y="7299"/>
                  </a:lnTo>
                  <a:lnTo>
                    <a:pt x="1" y="7801"/>
                  </a:lnTo>
                  <a:lnTo>
                    <a:pt x="78" y="8303"/>
                  </a:lnTo>
                  <a:lnTo>
                    <a:pt x="194" y="8804"/>
                  </a:lnTo>
                  <a:lnTo>
                    <a:pt x="387" y="9306"/>
                  </a:lnTo>
                  <a:lnTo>
                    <a:pt x="580" y="9770"/>
                  </a:lnTo>
                  <a:lnTo>
                    <a:pt x="850" y="10195"/>
                  </a:lnTo>
                  <a:lnTo>
                    <a:pt x="1159" y="10658"/>
                  </a:lnTo>
                  <a:lnTo>
                    <a:pt x="1507" y="11044"/>
                  </a:lnTo>
                  <a:lnTo>
                    <a:pt x="1893" y="11430"/>
                  </a:lnTo>
                  <a:lnTo>
                    <a:pt x="2279" y="11778"/>
                  </a:lnTo>
                  <a:lnTo>
                    <a:pt x="2704" y="12125"/>
                  </a:lnTo>
                  <a:lnTo>
                    <a:pt x="3167" y="12396"/>
                  </a:lnTo>
                  <a:lnTo>
                    <a:pt x="3631" y="12666"/>
                  </a:lnTo>
                  <a:lnTo>
                    <a:pt x="4249" y="12975"/>
                  </a:lnTo>
                  <a:lnTo>
                    <a:pt x="4866" y="13168"/>
                  </a:lnTo>
                  <a:lnTo>
                    <a:pt x="5484" y="13361"/>
                  </a:lnTo>
                  <a:lnTo>
                    <a:pt x="6141" y="13438"/>
                  </a:lnTo>
                  <a:lnTo>
                    <a:pt x="6759" y="13515"/>
                  </a:lnTo>
                  <a:lnTo>
                    <a:pt x="7376" y="13477"/>
                  </a:lnTo>
                  <a:lnTo>
                    <a:pt x="7994" y="13438"/>
                  </a:lnTo>
                  <a:lnTo>
                    <a:pt x="8612" y="13284"/>
                  </a:lnTo>
                  <a:lnTo>
                    <a:pt x="8728" y="13438"/>
                  </a:lnTo>
                  <a:lnTo>
                    <a:pt x="8998" y="13207"/>
                  </a:lnTo>
                  <a:lnTo>
                    <a:pt x="9770" y="12898"/>
                  </a:lnTo>
                  <a:lnTo>
                    <a:pt x="10504" y="12550"/>
                  </a:lnTo>
                  <a:lnTo>
                    <a:pt x="11238" y="12087"/>
                  </a:lnTo>
                  <a:lnTo>
                    <a:pt x="11933" y="11546"/>
                  </a:lnTo>
                  <a:lnTo>
                    <a:pt x="12474" y="11044"/>
                  </a:lnTo>
                  <a:lnTo>
                    <a:pt x="13014" y="10426"/>
                  </a:lnTo>
                  <a:lnTo>
                    <a:pt x="13246" y="10195"/>
                  </a:lnTo>
                  <a:lnTo>
                    <a:pt x="13207" y="10156"/>
                  </a:lnTo>
                  <a:lnTo>
                    <a:pt x="13709" y="9461"/>
                  </a:lnTo>
                  <a:lnTo>
                    <a:pt x="14134" y="8727"/>
                  </a:lnTo>
                  <a:lnTo>
                    <a:pt x="14481" y="7955"/>
                  </a:lnTo>
                  <a:lnTo>
                    <a:pt x="14752" y="7183"/>
                  </a:lnTo>
                  <a:lnTo>
                    <a:pt x="14945" y="6333"/>
                  </a:lnTo>
                  <a:lnTo>
                    <a:pt x="15022" y="5947"/>
                  </a:lnTo>
                  <a:lnTo>
                    <a:pt x="15061" y="5522"/>
                  </a:lnTo>
                  <a:lnTo>
                    <a:pt x="15061" y="5097"/>
                  </a:lnTo>
                  <a:lnTo>
                    <a:pt x="15061" y="4673"/>
                  </a:lnTo>
                  <a:lnTo>
                    <a:pt x="15022" y="4248"/>
                  </a:lnTo>
                  <a:lnTo>
                    <a:pt x="14945" y="3862"/>
                  </a:lnTo>
                  <a:lnTo>
                    <a:pt x="15215" y="4248"/>
                  </a:lnTo>
                  <a:lnTo>
                    <a:pt x="15563" y="4595"/>
                  </a:lnTo>
                  <a:lnTo>
                    <a:pt x="15949" y="4943"/>
                  </a:lnTo>
                  <a:lnTo>
                    <a:pt x="16374" y="5213"/>
                  </a:lnTo>
                  <a:lnTo>
                    <a:pt x="16567" y="5291"/>
                  </a:lnTo>
                  <a:lnTo>
                    <a:pt x="16798" y="5368"/>
                  </a:lnTo>
                  <a:lnTo>
                    <a:pt x="17030" y="5445"/>
                  </a:lnTo>
                  <a:lnTo>
                    <a:pt x="17262" y="5445"/>
                  </a:lnTo>
                  <a:lnTo>
                    <a:pt x="17493" y="5406"/>
                  </a:lnTo>
                  <a:lnTo>
                    <a:pt x="17687" y="5329"/>
                  </a:lnTo>
                  <a:lnTo>
                    <a:pt x="17841" y="5175"/>
                  </a:lnTo>
                  <a:lnTo>
                    <a:pt x="17957" y="4982"/>
                  </a:lnTo>
                  <a:lnTo>
                    <a:pt x="17995" y="4750"/>
                  </a:lnTo>
                  <a:lnTo>
                    <a:pt x="17995" y="4557"/>
                  </a:lnTo>
                  <a:lnTo>
                    <a:pt x="17957" y="4325"/>
                  </a:lnTo>
                  <a:lnTo>
                    <a:pt x="17841" y="4132"/>
                  </a:lnTo>
                  <a:lnTo>
                    <a:pt x="17725" y="3978"/>
                  </a:lnTo>
                  <a:lnTo>
                    <a:pt x="17571" y="3785"/>
                  </a:lnTo>
                  <a:lnTo>
                    <a:pt x="17416" y="3669"/>
                  </a:lnTo>
                  <a:lnTo>
                    <a:pt x="17262" y="3553"/>
                  </a:lnTo>
                  <a:lnTo>
                    <a:pt x="17030" y="3437"/>
                  </a:lnTo>
                  <a:lnTo>
                    <a:pt x="16798" y="3321"/>
                  </a:lnTo>
                  <a:lnTo>
                    <a:pt x="16296" y="3205"/>
                  </a:lnTo>
                  <a:lnTo>
                    <a:pt x="15794" y="3128"/>
                  </a:lnTo>
                  <a:lnTo>
                    <a:pt x="15254" y="3128"/>
                  </a:lnTo>
                  <a:lnTo>
                    <a:pt x="15679" y="2858"/>
                  </a:lnTo>
                  <a:lnTo>
                    <a:pt x="16026" y="2510"/>
                  </a:lnTo>
                  <a:lnTo>
                    <a:pt x="16296" y="2124"/>
                  </a:lnTo>
                  <a:lnTo>
                    <a:pt x="16528" y="1661"/>
                  </a:lnTo>
                  <a:lnTo>
                    <a:pt x="16567" y="1429"/>
                  </a:lnTo>
                  <a:lnTo>
                    <a:pt x="16605" y="1197"/>
                  </a:lnTo>
                  <a:lnTo>
                    <a:pt x="16644" y="927"/>
                  </a:lnTo>
                  <a:lnTo>
                    <a:pt x="16605" y="657"/>
                  </a:lnTo>
                  <a:lnTo>
                    <a:pt x="16528" y="425"/>
                  </a:lnTo>
                  <a:lnTo>
                    <a:pt x="16412" y="232"/>
                  </a:lnTo>
                  <a:lnTo>
                    <a:pt x="16219" y="78"/>
                  </a:lnTo>
                  <a:lnTo>
                    <a:pt x="16103" y="39"/>
                  </a:lnTo>
                  <a:lnTo>
                    <a:pt x="1594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3"/>
            <p:cNvSpPr/>
            <p:nvPr/>
          </p:nvSpPr>
          <p:spPr>
            <a:xfrm>
              <a:off x="4737700" y="181247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1" y="463"/>
                  </a:moveTo>
                  <a:lnTo>
                    <a:pt x="11624" y="502"/>
                  </a:lnTo>
                  <a:lnTo>
                    <a:pt x="12049" y="541"/>
                  </a:lnTo>
                  <a:lnTo>
                    <a:pt x="12435" y="656"/>
                  </a:lnTo>
                  <a:lnTo>
                    <a:pt x="12628" y="734"/>
                  </a:lnTo>
                  <a:lnTo>
                    <a:pt x="12744" y="811"/>
                  </a:lnTo>
                  <a:lnTo>
                    <a:pt x="12860" y="965"/>
                  </a:lnTo>
                  <a:lnTo>
                    <a:pt x="12937" y="1081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7" y="1699"/>
                  </a:lnTo>
                  <a:lnTo>
                    <a:pt x="12821" y="1892"/>
                  </a:lnTo>
                  <a:lnTo>
                    <a:pt x="12705" y="2085"/>
                  </a:lnTo>
                  <a:lnTo>
                    <a:pt x="12589" y="2240"/>
                  </a:lnTo>
                  <a:lnTo>
                    <a:pt x="12242" y="2471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9" y="3205"/>
                  </a:lnTo>
                  <a:lnTo>
                    <a:pt x="9925" y="3437"/>
                  </a:lnTo>
                  <a:lnTo>
                    <a:pt x="9153" y="3707"/>
                  </a:lnTo>
                  <a:lnTo>
                    <a:pt x="8380" y="3900"/>
                  </a:lnTo>
                  <a:lnTo>
                    <a:pt x="7608" y="4093"/>
                  </a:lnTo>
                  <a:lnTo>
                    <a:pt x="6797" y="4286"/>
                  </a:lnTo>
                  <a:lnTo>
                    <a:pt x="5909" y="4441"/>
                  </a:lnTo>
                  <a:lnTo>
                    <a:pt x="5021" y="4595"/>
                  </a:lnTo>
                  <a:lnTo>
                    <a:pt x="4133" y="4711"/>
                  </a:lnTo>
                  <a:lnTo>
                    <a:pt x="3245" y="4788"/>
                  </a:lnTo>
                  <a:lnTo>
                    <a:pt x="2202" y="4788"/>
                  </a:lnTo>
                  <a:lnTo>
                    <a:pt x="1854" y="4750"/>
                  </a:lnTo>
                  <a:lnTo>
                    <a:pt x="1507" y="4672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0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5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3"/>
                  </a:lnTo>
                  <a:lnTo>
                    <a:pt x="3013" y="2356"/>
                  </a:lnTo>
                  <a:lnTo>
                    <a:pt x="3708" y="2008"/>
                  </a:lnTo>
                  <a:lnTo>
                    <a:pt x="4480" y="1699"/>
                  </a:lnTo>
                  <a:lnTo>
                    <a:pt x="5253" y="1429"/>
                  </a:lnTo>
                  <a:lnTo>
                    <a:pt x="6025" y="1197"/>
                  </a:lnTo>
                  <a:lnTo>
                    <a:pt x="6836" y="1004"/>
                  </a:lnTo>
                  <a:lnTo>
                    <a:pt x="7608" y="811"/>
                  </a:lnTo>
                  <a:lnTo>
                    <a:pt x="8419" y="695"/>
                  </a:lnTo>
                  <a:lnTo>
                    <a:pt x="9230" y="579"/>
                  </a:lnTo>
                  <a:lnTo>
                    <a:pt x="10041" y="541"/>
                  </a:lnTo>
                  <a:lnTo>
                    <a:pt x="10736" y="502"/>
                  </a:lnTo>
                  <a:lnTo>
                    <a:pt x="11161" y="463"/>
                  </a:lnTo>
                  <a:close/>
                  <a:moveTo>
                    <a:pt x="13477" y="1120"/>
                  </a:moveTo>
                  <a:lnTo>
                    <a:pt x="13632" y="1313"/>
                  </a:lnTo>
                  <a:lnTo>
                    <a:pt x="13709" y="1506"/>
                  </a:lnTo>
                  <a:lnTo>
                    <a:pt x="13748" y="1738"/>
                  </a:lnTo>
                  <a:lnTo>
                    <a:pt x="13709" y="2008"/>
                  </a:lnTo>
                  <a:lnTo>
                    <a:pt x="13632" y="2240"/>
                  </a:lnTo>
                  <a:lnTo>
                    <a:pt x="13516" y="2471"/>
                  </a:lnTo>
                  <a:lnTo>
                    <a:pt x="13400" y="2703"/>
                  </a:lnTo>
                  <a:lnTo>
                    <a:pt x="13207" y="2896"/>
                  </a:lnTo>
                  <a:lnTo>
                    <a:pt x="12860" y="3205"/>
                  </a:lnTo>
                  <a:lnTo>
                    <a:pt x="12473" y="3437"/>
                  </a:lnTo>
                  <a:lnTo>
                    <a:pt x="12049" y="3668"/>
                  </a:lnTo>
                  <a:lnTo>
                    <a:pt x="11624" y="3900"/>
                  </a:lnTo>
                  <a:lnTo>
                    <a:pt x="10659" y="4286"/>
                  </a:lnTo>
                  <a:lnTo>
                    <a:pt x="9732" y="4634"/>
                  </a:lnTo>
                  <a:lnTo>
                    <a:pt x="8766" y="4904"/>
                  </a:lnTo>
                  <a:lnTo>
                    <a:pt x="7762" y="5174"/>
                  </a:lnTo>
                  <a:lnTo>
                    <a:pt x="6758" y="5406"/>
                  </a:lnTo>
                  <a:lnTo>
                    <a:pt x="5755" y="5599"/>
                  </a:lnTo>
                  <a:lnTo>
                    <a:pt x="4712" y="5792"/>
                  </a:lnTo>
                  <a:lnTo>
                    <a:pt x="3708" y="5908"/>
                  </a:lnTo>
                  <a:lnTo>
                    <a:pt x="2781" y="5985"/>
                  </a:lnTo>
                  <a:lnTo>
                    <a:pt x="2279" y="5985"/>
                  </a:lnTo>
                  <a:lnTo>
                    <a:pt x="1816" y="5947"/>
                  </a:lnTo>
                  <a:lnTo>
                    <a:pt x="1545" y="5869"/>
                  </a:lnTo>
                  <a:lnTo>
                    <a:pt x="1237" y="5792"/>
                  </a:lnTo>
                  <a:lnTo>
                    <a:pt x="928" y="5638"/>
                  </a:lnTo>
                  <a:lnTo>
                    <a:pt x="696" y="5483"/>
                  </a:lnTo>
                  <a:lnTo>
                    <a:pt x="503" y="5252"/>
                  </a:lnTo>
                  <a:lnTo>
                    <a:pt x="348" y="5020"/>
                  </a:lnTo>
                  <a:lnTo>
                    <a:pt x="310" y="4865"/>
                  </a:lnTo>
                  <a:lnTo>
                    <a:pt x="310" y="4750"/>
                  </a:lnTo>
                  <a:lnTo>
                    <a:pt x="310" y="4595"/>
                  </a:lnTo>
                  <a:lnTo>
                    <a:pt x="348" y="4441"/>
                  </a:lnTo>
                  <a:lnTo>
                    <a:pt x="542" y="4672"/>
                  </a:lnTo>
                  <a:lnTo>
                    <a:pt x="812" y="4865"/>
                  </a:lnTo>
                  <a:lnTo>
                    <a:pt x="1043" y="4981"/>
                  </a:lnTo>
                  <a:lnTo>
                    <a:pt x="1352" y="5097"/>
                  </a:lnTo>
                  <a:lnTo>
                    <a:pt x="1623" y="5213"/>
                  </a:lnTo>
                  <a:lnTo>
                    <a:pt x="1932" y="5252"/>
                  </a:lnTo>
                  <a:lnTo>
                    <a:pt x="2588" y="5329"/>
                  </a:lnTo>
                  <a:lnTo>
                    <a:pt x="3245" y="5290"/>
                  </a:lnTo>
                  <a:lnTo>
                    <a:pt x="3940" y="5252"/>
                  </a:lnTo>
                  <a:lnTo>
                    <a:pt x="5137" y="5059"/>
                  </a:lnTo>
                  <a:lnTo>
                    <a:pt x="6913" y="4788"/>
                  </a:lnTo>
                  <a:lnTo>
                    <a:pt x="7840" y="4595"/>
                  </a:lnTo>
                  <a:lnTo>
                    <a:pt x="8728" y="4402"/>
                  </a:lnTo>
                  <a:lnTo>
                    <a:pt x="9616" y="4132"/>
                  </a:lnTo>
                  <a:lnTo>
                    <a:pt x="10504" y="3861"/>
                  </a:lnTo>
                  <a:lnTo>
                    <a:pt x="11354" y="3514"/>
                  </a:lnTo>
                  <a:lnTo>
                    <a:pt x="12165" y="3128"/>
                  </a:lnTo>
                  <a:lnTo>
                    <a:pt x="12435" y="2973"/>
                  </a:lnTo>
                  <a:lnTo>
                    <a:pt x="12705" y="2819"/>
                  </a:lnTo>
                  <a:lnTo>
                    <a:pt x="12937" y="2587"/>
                  </a:lnTo>
                  <a:lnTo>
                    <a:pt x="13130" y="2394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3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9" y="0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4"/>
                  </a:lnTo>
                  <a:lnTo>
                    <a:pt x="4133" y="1352"/>
                  </a:lnTo>
                  <a:lnTo>
                    <a:pt x="3245" y="1699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89"/>
                  </a:lnTo>
                  <a:lnTo>
                    <a:pt x="464" y="3398"/>
                  </a:lnTo>
                  <a:lnTo>
                    <a:pt x="348" y="3553"/>
                  </a:lnTo>
                  <a:lnTo>
                    <a:pt x="271" y="3707"/>
                  </a:lnTo>
                  <a:lnTo>
                    <a:pt x="233" y="3861"/>
                  </a:lnTo>
                  <a:lnTo>
                    <a:pt x="233" y="4055"/>
                  </a:lnTo>
                  <a:lnTo>
                    <a:pt x="194" y="4132"/>
                  </a:lnTo>
                  <a:lnTo>
                    <a:pt x="194" y="4170"/>
                  </a:lnTo>
                  <a:lnTo>
                    <a:pt x="117" y="4325"/>
                  </a:lnTo>
                  <a:lnTo>
                    <a:pt x="40" y="4479"/>
                  </a:lnTo>
                  <a:lnTo>
                    <a:pt x="1" y="4634"/>
                  </a:lnTo>
                  <a:lnTo>
                    <a:pt x="1" y="4788"/>
                  </a:lnTo>
                  <a:lnTo>
                    <a:pt x="40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8" y="6063"/>
                  </a:lnTo>
                  <a:lnTo>
                    <a:pt x="966" y="6256"/>
                  </a:lnTo>
                  <a:lnTo>
                    <a:pt x="1275" y="6178"/>
                  </a:lnTo>
                  <a:lnTo>
                    <a:pt x="1314" y="6217"/>
                  </a:lnTo>
                  <a:lnTo>
                    <a:pt x="1314" y="6256"/>
                  </a:lnTo>
                  <a:lnTo>
                    <a:pt x="1352" y="6294"/>
                  </a:lnTo>
                  <a:lnTo>
                    <a:pt x="1468" y="6256"/>
                  </a:lnTo>
                  <a:lnTo>
                    <a:pt x="1816" y="6294"/>
                  </a:lnTo>
                  <a:lnTo>
                    <a:pt x="2395" y="6333"/>
                  </a:lnTo>
                  <a:lnTo>
                    <a:pt x="3013" y="6371"/>
                  </a:lnTo>
                  <a:lnTo>
                    <a:pt x="3592" y="6333"/>
                  </a:lnTo>
                  <a:lnTo>
                    <a:pt x="4171" y="6294"/>
                  </a:lnTo>
                  <a:lnTo>
                    <a:pt x="5368" y="6101"/>
                  </a:lnTo>
                  <a:lnTo>
                    <a:pt x="6565" y="5869"/>
                  </a:lnTo>
                  <a:lnTo>
                    <a:pt x="6758" y="5831"/>
                  </a:lnTo>
                  <a:lnTo>
                    <a:pt x="7994" y="5522"/>
                  </a:lnTo>
                  <a:lnTo>
                    <a:pt x="9037" y="5252"/>
                  </a:lnTo>
                  <a:lnTo>
                    <a:pt x="10079" y="4981"/>
                  </a:lnTo>
                  <a:lnTo>
                    <a:pt x="11161" y="4595"/>
                  </a:lnTo>
                  <a:lnTo>
                    <a:pt x="11663" y="4363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6"/>
                  </a:lnTo>
                  <a:lnTo>
                    <a:pt x="12782" y="4711"/>
                  </a:lnTo>
                  <a:lnTo>
                    <a:pt x="13014" y="4518"/>
                  </a:lnTo>
                  <a:lnTo>
                    <a:pt x="12435" y="3939"/>
                  </a:lnTo>
                  <a:lnTo>
                    <a:pt x="12898" y="3668"/>
                  </a:lnTo>
                  <a:lnTo>
                    <a:pt x="13362" y="3321"/>
                  </a:lnTo>
                  <a:lnTo>
                    <a:pt x="13632" y="3051"/>
                  </a:lnTo>
                  <a:lnTo>
                    <a:pt x="13825" y="2703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8"/>
                  </a:lnTo>
                  <a:lnTo>
                    <a:pt x="14134" y="1738"/>
                  </a:lnTo>
                  <a:lnTo>
                    <a:pt x="14095" y="1467"/>
                  </a:lnTo>
                  <a:lnTo>
                    <a:pt x="14018" y="1236"/>
                  </a:lnTo>
                  <a:lnTo>
                    <a:pt x="13902" y="1004"/>
                  </a:lnTo>
                  <a:lnTo>
                    <a:pt x="13748" y="811"/>
                  </a:lnTo>
                  <a:lnTo>
                    <a:pt x="13477" y="618"/>
                  </a:lnTo>
                  <a:lnTo>
                    <a:pt x="13169" y="502"/>
                  </a:lnTo>
                  <a:lnTo>
                    <a:pt x="13091" y="502"/>
                  </a:lnTo>
                  <a:lnTo>
                    <a:pt x="12898" y="386"/>
                  </a:lnTo>
                  <a:lnTo>
                    <a:pt x="12667" y="270"/>
                  </a:lnTo>
                  <a:lnTo>
                    <a:pt x="12435" y="154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3"/>
            <p:cNvSpPr/>
            <p:nvPr/>
          </p:nvSpPr>
          <p:spPr>
            <a:xfrm>
              <a:off x="2291450" y="1821150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7" y="1"/>
                  </a:moveTo>
                  <a:lnTo>
                    <a:pt x="1893" y="78"/>
                  </a:lnTo>
                  <a:lnTo>
                    <a:pt x="1738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5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39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3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1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1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8" y="1005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2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1" y="2704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1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6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6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2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3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2" y="5793"/>
                  </a:lnTo>
                  <a:lnTo>
                    <a:pt x="4828" y="5638"/>
                  </a:lnTo>
                  <a:lnTo>
                    <a:pt x="4248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6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3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3"/>
            <p:cNvSpPr/>
            <p:nvPr/>
          </p:nvSpPr>
          <p:spPr>
            <a:xfrm>
              <a:off x="6650100" y="1835625"/>
              <a:ext cx="350475" cy="288675"/>
            </a:xfrm>
            <a:custGeom>
              <a:avLst/>
              <a:gdLst/>
              <a:ahLst/>
              <a:cxnLst/>
              <a:rect l="l" t="t" r="r" b="b"/>
              <a:pathLst>
                <a:path w="14019" h="11547" extrusionOk="0">
                  <a:moveTo>
                    <a:pt x="11778" y="1"/>
                  </a:moveTo>
                  <a:lnTo>
                    <a:pt x="11470" y="78"/>
                  </a:lnTo>
                  <a:lnTo>
                    <a:pt x="11856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9" y="1893"/>
                  </a:lnTo>
                  <a:lnTo>
                    <a:pt x="10427" y="2086"/>
                  </a:lnTo>
                  <a:lnTo>
                    <a:pt x="11470" y="3437"/>
                  </a:lnTo>
                  <a:lnTo>
                    <a:pt x="12551" y="4750"/>
                  </a:lnTo>
                  <a:lnTo>
                    <a:pt x="12860" y="5754"/>
                  </a:lnTo>
                  <a:lnTo>
                    <a:pt x="13169" y="5754"/>
                  </a:lnTo>
                  <a:lnTo>
                    <a:pt x="13207" y="5639"/>
                  </a:lnTo>
                  <a:lnTo>
                    <a:pt x="13169" y="5523"/>
                  </a:lnTo>
                  <a:lnTo>
                    <a:pt x="13439" y="5716"/>
                  </a:lnTo>
                  <a:lnTo>
                    <a:pt x="13593" y="5947"/>
                  </a:lnTo>
                  <a:lnTo>
                    <a:pt x="13671" y="6179"/>
                  </a:lnTo>
                  <a:lnTo>
                    <a:pt x="13709" y="6411"/>
                  </a:lnTo>
                  <a:lnTo>
                    <a:pt x="13632" y="6681"/>
                  </a:lnTo>
                  <a:lnTo>
                    <a:pt x="13516" y="6913"/>
                  </a:lnTo>
                  <a:lnTo>
                    <a:pt x="13362" y="7183"/>
                  </a:lnTo>
                  <a:lnTo>
                    <a:pt x="13169" y="7453"/>
                  </a:lnTo>
                  <a:lnTo>
                    <a:pt x="12744" y="7955"/>
                  </a:lnTo>
                  <a:lnTo>
                    <a:pt x="12203" y="8419"/>
                  </a:lnTo>
                  <a:lnTo>
                    <a:pt x="11740" y="8766"/>
                  </a:lnTo>
                  <a:lnTo>
                    <a:pt x="11354" y="9075"/>
                  </a:lnTo>
                  <a:lnTo>
                    <a:pt x="10543" y="9577"/>
                  </a:lnTo>
                  <a:lnTo>
                    <a:pt x="9655" y="10002"/>
                  </a:lnTo>
                  <a:lnTo>
                    <a:pt x="8767" y="10388"/>
                  </a:lnTo>
                  <a:lnTo>
                    <a:pt x="7878" y="10658"/>
                  </a:lnTo>
                  <a:lnTo>
                    <a:pt x="6952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1" y="11160"/>
                  </a:lnTo>
                  <a:lnTo>
                    <a:pt x="3013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2" y="10543"/>
                  </a:lnTo>
                  <a:lnTo>
                    <a:pt x="619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40" y="9654"/>
                  </a:lnTo>
                  <a:lnTo>
                    <a:pt x="1" y="9886"/>
                  </a:lnTo>
                  <a:lnTo>
                    <a:pt x="40" y="10118"/>
                  </a:lnTo>
                  <a:lnTo>
                    <a:pt x="78" y="10311"/>
                  </a:lnTo>
                  <a:lnTo>
                    <a:pt x="194" y="10465"/>
                  </a:lnTo>
                  <a:lnTo>
                    <a:pt x="348" y="10620"/>
                  </a:lnTo>
                  <a:lnTo>
                    <a:pt x="542" y="10774"/>
                  </a:lnTo>
                  <a:lnTo>
                    <a:pt x="773" y="10890"/>
                  </a:lnTo>
                  <a:lnTo>
                    <a:pt x="1237" y="11083"/>
                  </a:lnTo>
                  <a:lnTo>
                    <a:pt x="1739" y="11238"/>
                  </a:lnTo>
                  <a:lnTo>
                    <a:pt x="2202" y="11354"/>
                  </a:lnTo>
                  <a:lnTo>
                    <a:pt x="2627" y="11431"/>
                  </a:lnTo>
                  <a:lnTo>
                    <a:pt x="3322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9" y="11315"/>
                  </a:lnTo>
                  <a:lnTo>
                    <a:pt x="7415" y="11160"/>
                  </a:lnTo>
                  <a:lnTo>
                    <a:pt x="8071" y="11006"/>
                  </a:lnTo>
                  <a:lnTo>
                    <a:pt x="8728" y="10774"/>
                  </a:lnTo>
                  <a:lnTo>
                    <a:pt x="9346" y="10543"/>
                  </a:lnTo>
                  <a:lnTo>
                    <a:pt x="9964" y="10272"/>
                  </a:lnTo>
                  <a:lnTo>
                    <a:pt x="10543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9" y="8071"/>
                  </a:lnTo>
                  <a:lnTo>
                    <a:pt x="13555" y="7646"/>
                  </a:lnTo>
                  <a:lnTo>
                    <a:pt x="13748" y="7376"/>
                  </a:lnTo>
                  <a:lnTo>
                    <a:pt x="13864" y="7145"/>
                  </a:lnTo>
                  <a:lnTo>
                    <a:pt x="13980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1" y="5909"/>
                  </a:lnTo>
                  <a:lnTo>
                    <a:pt x="13864" y="5716"/>
                  </a:lnTo>
                  <a:lnTo>
                    <a:pt x="13748" y="5523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5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3"/>
            <p:cNvSpPr/>
            <p:nvPr/>
          </p:nvSpPr>
          <p:spPr>
            <a:xfrm>
              <a:off x="609775" y="18510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9" y="541"/>
                  </a:lnTo>
                  <a:lnTo>
                    <a:pt x="12435" y="657"/>
                  </a:lnTo>
                  <a:lnTo>
                    <a:pt x="12628" y="734"/>
                  </a:lnTo>
                  <a:lnTo>
                    <a:pt x="12744" y="812"/>
                  </a:lnTo>
                  <a:lnTo>
                    <a:pt x="12859" y="966"/>
                  </a:lnTo>
                  <a:lnTo>
                    <a:pt x="12937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7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0"/>
                  </a:lnTo>
                  <a:lnTo>
                    <a:pt x="12242" y="2472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8" y="3206"/>
                  </a:lnTo>
                  <a:lnTo>
                    <a:pt x="9925" y="3437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1"/>
                  </a:lnTo>
                  <a:lnTo>
                    <a:pt x="5021" y="4596"/>
                  </a:lnTo>
                  <a:lnTo>
                    <a:pt x="4133" y="4712"/>
                  </a:lnTo>
                  <a:lnTo>
                    <a:pt x="3244" y="4789"/>
                  </a:lnTo>
                  <a:lnTo>
                    <a:pt x="2202" y="4789"/>
                  </a:lnTo>
                  <a:lnTo>
                    <a:pt x="1854" y="4750"/>
                  </a:lnTo>
                  <a:lnTo>
                    <a:pt x="1507" y="4673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1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4"/>
                  </a:lnTo>
                  <a:lnTo>
                    <a:pt x="3013" y="2356"/>
                  </a:lnTo>
                  <a:lnTo>
                    <a:pt x="3708" y="2009"/>
                  </a:lnTo>
                  <a:lnTo>
                    <a:pt x="4480" y="1700"/>
                  </a:lnTo>
                  <a:lnTo>
                    <a:pt x="5252" y="1429"/>
                  </a:lnTo>
                  <a:lnTo>
                    <a:pt x="6025" y="1198"/>
                  </a:lnTo>
                  <a:lnTo>
                    <a:pt x="6836" y="1005"/>
                  </a:lnTo>
                  <a:lnTo>
                    <a:pt x="7608" y="812"/>
                  </a:lnTo>
                  <a:lnTo>
                    <a:pt x="8419" y="696"/>
                  </a:lnTo>
                  <a:lnTo>
                    <a:pt x="9230" y="580"/>
                  </a:lnTo>
                  <a:lnTo>
                    <a:pt x="10041" y="541"/>
                  </a:lnTo>
                  <a:lnTo>
                    <a:pt x="10736" y="503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2" y="1314"/>
                  </a:lnTo>
                  <a:lnTo>
                    <a:pt x="13709" y="1507"/>
                  </a:lnTo>
                  <a:lnTo>
                    <a:pt x="13748" y="1738"/>
                  </a:lnTo>
                  <a:lnTo>
                    <a:pt x="13709" y="2009"/>
                  </a:lnTo>
                  <a:lnTo>
                    <a:pt x="13632" y="2240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7"/>
                  </a:lnTo>
                  <a:lnTo>
                    <a:pt x="12049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2" y="4634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2" y="5793"/>
                  </a:lnTo>
                  <a:lnTo>
                    <a:pt x="3708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6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6" y="5484"/>
                  </a:lnTo>
                  <a:lnTo>
                    <a:pt x="503" y="5252"/>
                  </a:lnTo>
                  <a:lnTo>
                    <a:pt x="348" y="5021"/>
                  </a:lnTo>
                  <a:lnTo>
                    <a:pt x="310" y="4866"/>
                  </a:lnTo>
                  <a:lnTo>
                    <a:pt x="310" y="4750"/>
                  </a:lnTo>
                  <a:lnTo>
                    <a:pt x="310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2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3" y="5214"/>
                  </a:lnTo>
                  <a:lnTo>
                    <a:pt x="1931" y="5252"/>
                  </a:lnTo>
                  <a:lnTo>
                    <a:pt x="2588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7" y="5059"/>
                  </a:lnTo>
                  <a:lnTo>
                    <a:pt x="6913" y="4789"/>
                  </a:lnTo>
                  <a:lnTo>
                    <a:pt x="7840" y="4596"/>
                  </a:lnTo>
                  <a:lnTo>
                    <a:pt x="8728" y="4403"/>
                  </a:lnTo>
                  <a:lnTo>
                    <a:pt x="9616" y="4132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8"/>
                  </a:lnTo>
                  <a:lnTo>
                    <a:pt x="12435" y="2974"/>
                  </a:lnTo>
                  <a:lnTo>
                    <a:pt x="12705" y="2819"/>
                  </a:lnTo>
                  <a:lnTo>
                    <a:pt x="12937" y="2588"/>
                  </a:lnTo>
                  <a:lnTo>
                    <a:pt x="13130" y="2395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4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8" y="1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5"/>
                  </a:lnTo>
                  <a:lnTo>
                    <a:pt x="4133" y="1352"/>
                  </a:lnTo>
                  <a:lnTo>
                    <a:pt x="3244" y="1700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3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4" y="4132"/>
                  </a:lnTo>
                  <a:lnTo>
                    <a:pt x="194" y="4171"/>
                  </a:lnTo>
                  <a:lnTo>
                    <a:pt x="117" y="4325"/>
                  </a:lnTo>
                  <a:lnTo>
                    <a:pt x="39" y="4480"/>
                  </a:lnTo>
                  <a:lnTo>
                    <a:pt x="1" y="4634"/>
                  </a:lnTo>
                  <a:lnTo>
                    <a:pt x="1" y="4789"/>
                  </a:lnTo>
                  <a:lnTo>
                    <a:pt x="39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7" y="6063"/>
                  </a:lnTo>
                  <a:lnTo>
                    <a:pt x="966" y="6256"/>
                  </a:lnTo>
                  <a:lnTo>
                    <a:pt x="1275" y="6179"/>
                  </a:lnTo>
                  <a:lnTo>
                    <a:pt x="1314" y="6218"/>
                  </a:lnTo>
                  <a:lnTo>
                    <a:pt x="1314" y="6256"/>
                  </a:lnTo>
                  <a:lnTo>
                    <a:pt x="1352" y="6295"/>
                  </a:lnTo>
                  <a:lnTo>
                    <a:pt x="1468" y="6256"/>
                  </a:lnTo>
                  <a:lnTo>
                    <a:pt x="1816" y="6295"/>
                  </a:lnTo>
                  <a:lnTo>
                    <a:pt x="2395" y="6333"/>
                  </a:lnTo>
                  <a:lnTo>
                    <a:pt x="3013" y="6372"/>
                  </a:lnTo>
                  <a:lnTo>
                    <a:pt x="3592" y="6333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4" y="5523"/>
                  </a:lnTo>
                  <a:lnTo>
                    <a:pt x="9037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5" y="3939"/>
                  </a:lnTo>
                  <a:lnTo>
                    <a:pt x="12898" y="3669"/>
                  </a:lnTo>
                  <a:lnTo>
                    <a:pt x="13361" y="3321"/>
                  </a:lnTo>
                  <a:lnTo>
                    <a:pt x="13632" y="3051"/>
                  </a:lnTo>
                  <a:lnTo>
                    <a:pt x="13825" y="2704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9"/>
                  </a:lnTo>
                  <a:lnTo>
                    <a:pt x="14134" y="1738"/>
                  </a:lnTo>
                  <a:lnTo>
                    <a:pt x="14095" y="1468"/>
                  </a:lnTo>
                  <a:lnTo>
                    <a:pt x="14018" y="1236"/>
                  </a:lnTo>
                  <a:lnTo>
                    <a:pt x="13902" y="1005"/>
                  </a:lnTo>
                  <a:lnTo>
                    <a:pt x="13748" y="812"/>
                  </a:lnTo>
                  <a:lnTo>
                    <a:pt x="13477" y="618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5" y="155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3"/>
            <p:cNvSpPr/>
            <p:nvPr/>
          </p:nvSpPr>
          <p:spPr>
            <a:xfrm>
              <a:off x="6883725" y="1876175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6" y="1"/>
                  </a:moveTo>
                  <a:lnTo>
                    <a:pt x="348" y="889"/>
                  </a:lnTo>
                  <a:lnTo>
                    <a:pt x="232" y="1815"/>
                  </a:lnTo>
                  <a:lnTo>
                    <a:pt x="155" y="3630"/>
                  </a:lnTo>
                  <a:lnTo>
                    <a:pt x="1" y="7260"/>
                  </a:lnTo>
                  <a:lnTo>
                    <a:pt x="194" y="7260"/>
                  </a:lnTo>
                  <a:lnTo>
                    <a:pt x="426" y="5484"/>
                  </a:lnTo>
                  <a:lnTo>
                    <a:pt x="580" y="3669"/>
                  </a:lnTo>
                  <a:lnTo>
                    <a:pt x="696" y="1854"/>
                  </a:lnTo>
                  <a:lnTo>
                    <a:pt x="696" y="927"/>
                  </a:lnTo>
                  <a:lnTo>
                    <a:pt x="696" y="39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3"/>
            <p:cNvSpPr/>
            <p:nvPr/>
          </p:nvSpPr>
          <p:spPr>
            <a:xfrm>
              <a:off x="4796600" y="1878100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1"/>
                  </a:moveTo>
                  <a:lnTo>
                    <a:pt x="11469" y="78"/>
                  </a:lnTo>
                  <a:lnTo>
                    <a:pt x="11855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8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9"/>
                  </a:lnTo>
                  <a:lnTo>
                    <a:pt x="13168" y="5523"/>
                  </a:lnTo>
                  <a:lnTo>
                    <a:pt x="13438" y="5716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1"/>
                  </a:lnTo>
                  <a:lnTo>
                    <a:pt x="13631" y="6681"/>
                  </a:lnTo>
                  <a:lnTo>
                    <a:pt x="13516" y="6913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9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1" y="10543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39" y="9655"/>
                  </a:lnTo>
                  <a:lnTo>
                    <a:pt x="0" y="9886"/>
                  </a:lnTo>
                  <a:lnTo>
                    <a:pt x="39" y="10118"/>
                  </a:lnTo>
                  <a:lnTo>
                    <a:pt x="78" y="10311"/>
                  </a:lnTo>
                  <a:lnTo>
                    <a:pt x="193" y="10465"/>
                  </a:lnTo>
                  <a:lnTo>
                    <a:pt x="348" y="10620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8"/>
                  </a:lnTo>
                  <a:lnTo>
                    <a:pt x="2201" y="11354"/>
                  </a:lnTo>
                  <a:lnTo>
                    <a:pt x="2626" y="11431"/>
                  </a:lnTo>
                  <a:lnTo>
                    <a:pt x="3321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3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5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7"/>
                  </a:lnTo>
                  <a:lnTo>
                    <a:pt x="13747" y="7376"/>
                  </a:lnTo>
                  <a:lnTo>
                    <a:pt x="13863" y="7145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0" y="5909"/>
                  </a:lnTo>
                  <a:lnTo>
                    <a:pt x="13863" y="5716"/>
                  </a:lnTo>
                  <a:lnTo>
                    <a:pt x="13747" y="5523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4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3"/>
            <p:cNvSpPr/>
            <p:nvPr/>
          </p:nvSpPr>
          <p:spPr>
            <a:xfrm>
              <a:off x="6050625" y="1898375"/>
              <a:ext cx="329200" cy="241375"/>
            </a:xfrm>
            <a:custGeom>
              <a:avLst/>
              <a:gdLst/>
              <a:ahLst/>
              <a:cxnLst/>
              <a:rect l="l" t="t" r="r" b="b"/>
              <a:pathLst>
                <a:path w="13168" h="9655" extrusionOk="0">
                  <a:moveTo>
                    <a:pt x="5368" y="619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5"/>
                  </a:lnTo>
                  <a:lnTo>
                    <a:pt x="8109" y="2356"/>
                  </a:lnTo>
                  <a:lnTo>
                    <a:pt x="8264" y="2627"/>
                  </a:lnTo>
                  <a:lnTo>
                    <a:pt x="8380" y="2858"/>
                  </a:lnTo>
                  <a:lnTo>
                    <a:pt x="8495" y="3129"/>
                  </a:lnTo>
                  <a:lnTo>
                    <a:pt x="8573" y="3437"/>
                  </a:lnTo>
                  <a:lnTo>
                    <a:pt x="8611" y="3708"/>
                  </a:lnTo>
                  <a:lnTo>
                    <a:pt x="8573" y="3708"/>
                  </a:lnTo>
                  <a:lnTo>
                    <a:pt x="7723" y="3824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1"/>
                  </a:lnTo>
                  <a:lnTo>
                    <a:pt x="5792" y="3862"/>
                  </a:lnTo>
                  <a:lnTo>
                    <a:pt x="5638" y="3746"/>
                  </a:lnTo>
                  <a:lnTo>
                    <a:pt x="5561" y="3553"/>
                  </a:lnTo>
                  <a:lnTo>
                    <a:pt x="5483" y="3283"/>
                  </a:lnTo>
                  <a:lnTo>
                    <a:pt x="5406" y="2627"/>
                  </a:lnTo>
                  <a:lnTo>
                    <a:pt x="5368" y="1970"/>
                  </a:lnTo>
                  <a:lnTo>
                    <a:pt x="5368" y="619"/>
                  </a:lnTo>
                  <a:close/>
                  <a:moveTo>
                    <a:pt x="2742" y="889"/>
                  </a:moveTo>
                  <a:lnTo>
                    <a:pt x="2626" y="3090"/>
                  </a:lnTo>
                  <a:lnTo>
                    <a:pt x="2626" y="3515"/>
                  </a:lnTo>
                  <a:lnTo>
                    <a:pt x="2587" y="3708"/>
                  </a:lnTo>
                  <a:lnTo>
                    <a:pt x="2510" y="3862"/>
                  </a:lnTo>
                  <a:lnTo>
                    <a:pt x="2433" y="3978"/>
                  </a:lnTo>
                  <a:lnTo>
                    <a:pt x="2278" y="4094"/>
                  </a:lnTo>
                  <a:lnTo>
                    <a:pt x="2124" y="4210"/>
                  </a:lnTo>
                  <a:lnTo>
                    <a:pt x="1892" y="4248"/>
                  </a:lnTo>
                  <a:lnTo>
                    <a:pt x="1699" y="4287"/>
                  </a:lnTo>
                  <a:lnTo>
                    <a:pt x="1506" y="4287"/>
                  </a:lnTo>
                  <a:lnTo>
                    <a:pt x="1120" y="4210"/>
                  </a:lnTo>
                  <a:lnTo>
                    <a:pt x="734" y="4133"/>
                  </a:lnTo>
                  <a:lnTo>
                    <a:pt x="386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8" y="2549"/>
                  </a:lnTo>
                  <a:lnTo>
                    <a:pt x="1159" y="2125"/>
                  </a:lnTo>
                  <a:lnTo>
                    <a:pt x="1506" y="1738"/>
                  </a:lnTo>
                  <a:lnTo>
                    <a:pt x="1892" y="1391"/>
                  </a:lnTo>
                  <a:lnTo>
                    <a:pt x="2317" y="1121"/>
                  </a:lnTo>
                  <a:lnTo>
                    <a:pt x="2742" y="889"/>
                  </a:lnTo>
                  <a:close/>
                  <a:moveTo>
                    <a:pt x="10774" y="5368"/>
                  </a:moveTo>
                  <a:lnTo>
                    <a:pt x="11198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14" y="6179"/>
                  </a:lnTo>
                  <a:lnTo>
                    <a:pt x="11198" y="6256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32"/>
                  </a:lnTo>
                  <a:lnTo>
                    <a:pt x="10542" y="5716"/>
                  </a:lnTo>
                  <a:lnTo>
                    <a:pt x="10619" y="5523"/>
                  </a:lnTo>
                  <a:lnTo>
                    <a:pt x="10658" y="5407"/>
                  </a:lnTo>
                  <a:lnTo>
                    <a:pt x="10774" y="5368"/>
                  </a:lnTo>
                  <a:close/>
                  <a:moveTo>
                    <a:pt x="4402" y="1"/>
                  </a:moveTo>
                  <a:lnTo>
                    <a:pt x="3939" y="39"/>
                  </a:lnTo>
                  <a:lnTo>
                    <a:pt x="3514" y="117"/>
                  </a:lnTo>
                  <a:lnTo>
                    <a:pt x="3051" y="194"/>
                  </a:lnTo>
                  <a:lnTo>
                    <a:pt x="2626" y="348"/>
                  </a:lnTo>
                  <a:lnTo>
                    <a:pt x="2240" y="541"/>
                  </a:lnTo>
                  <a:lnTo>
                    <a:pt x="1854" y="773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9"/>
                  </a:lnTo>
                  <a:lnTo>
                    <a:pt x="386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31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57"/>
                  </a:lnTo>
                  <a:lnTo>
                    <a:pt x="348" y="4287"/>
                  </a:lnTo>
                  <a:lnTo>
                    <a:pt x="965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5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364"/>
                  </a:lnTo>
                  <a:lnTo>
                    <a:pt x="2858" y="4248"/>
                  </a:lnTo>
                  <a:lnTo>
                    <a:pt x="2896" y="4094"/>
                  </a:lnTo>
                  <a:lnTo>
                    <a:pt x="2973" y="3939"/>
                  </a:lnTo>
                  <a:lnTo>
                    <a:pt x="3012" y="3631"/>
                  </a:lnTo>
                  <a:lnTo>
                    <a:pt x="3012" y="2974"/>
                  </a:lnTo>
                  <a:lnTo>
                    <a:pt x="3089" y="734"/>
                  </a:lnTo>
                  <a:lnTo>
                    <a:pt x="3514" y="619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23"/>
                  </a:lnTo>
                  <a:lnTo>
                    <a:pt x="5059" y="2704"/>
                  </a:lnTo>
                  <a:lnTo>
                    <a:pt x="5097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0" y="4017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6"/>
                  </a:lnTo>
                  <a:lnTo>
                    <a:pt x="6217" y="4326"/>
                  </a:lnTo>
                  <a:lnTo>
                    <a:pt x="6565" y="4287"/>
                  </a:lnTo>
                  <a:lnTo>
                    <a:pt x="7607" y="4210"/>
                  </a:lnTo>
                  <a:lnTo>
                    <a:pt x="8650" y="4055"/>
                  </a:lnTo>
                  <a:lnTo>
                    <a:pt x="8650" y="4441"/>
                  </a:lnTo>
                  <a:lnTo>
                    <a:pt x="8611" y="4866"/>
                  </a:lnTo>
                  <a:lnTo>
                    <a:pt x="8611" y="4905"/>
                  </a:lnTo>
                  <a:lnTo>
                    <a:pt x="8611" y="5021"/>
                  </a:lnTo>
                  <a:lnTo>
                    <a:pt x="8650" y="5059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0" y="4905"/>
                  </a:lnTo>
                  <a:lnTo>
                    <a:pt x="9384" y="4905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03" y="5252"/>
                  </a:lnTo>
                  <a:lnTo>
                    <a:pt x="10426" y="5330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16"/>
                  </a:lnTo>
                  <a:lnTo>
                    <a:pt x="10233" y="5870"/>
                  </a:lnTo>
                  <a:lnTo>
                    <a:pt x="10233" y="6025"/>
                  </a:lnTo>
                  <a:lnTo>
                    <a:pt x="10272" y="6179"/>
                  </a:lnTo>
                  <a:lnTo>
                    <a:pt x="10349" y="6334"/>
                  </a:lnTo>
                  <a:lnTo>
                    <a:pt x="10503" y="6488"/>
                  </a:lnTo>
                  <a:lnTo>
                    <a:pt x="10696" y="6565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41" y="6913"/>
                  </a:lnTo>
                  <a:lnTo>
                    <a:pt x="12395" y="7222"/>
                  </a:lnTo>
                  <a:lnTo>
                    <a:pt x="12473" y="7569"/>
                  </a:lnTo>
                  <a:lnTo>
                    <a:pt x="12511" y="7917"/>
                  </a:lnTo>
                  <a:lnTo>
                    <a:pt x="12550" y="8264"/>
                  </a:lnTo>
                  <a:lnTo>
                    <a:pt x="12550" y="8998"/>
                  </a:lnTo>
                  <a:lnTo>
                    <a:pt x="12473" y="8998"/>
                  </a:lnTo>
                  <a:lnTo>
                    <a:pt x="12434" y="9037"/>
                  </a:lnTo>
                  <a:lnTo>
                    <a:pt x="12357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54"/>
                  </a:lnTo>
                  <a:lnTo>
                    <a:pt x="12125" y="9654"/>
                  </a:lnTo>
                  <a:lnTo>
                    <a:pt x="12820" y="9616"/>
                  </a:lnTo>
                  <a:lnTo>
                    <a:pt x="12936" y="9577"/>
                  </a:lnTo>
                  <a:lnTo>
                    <a:pt x="13013" y="9461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091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685"/>
                  </a:lnTo>
                  <a:lnTo>
                    <a:pt x="12936" y="7183"/>
                  </a:lnTo>
                  <a:lnTo>
                    <a:pt x="12704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276" y="5098"/>
                  </a:lnTo>
                  <a:lnTo>
                    <a:pt x="10967" y="4905"/>
                  </a:lnTo>
                  <a:lnTo>
                    <a:pt x="10619" y="4750"/>
                  </a:lnTo>
                  <a:lnTo>
                    <a:pt x="10233" y="4596"/>
                  </a:lnTo>
                  <a:lnTo>
                    <a:pt x="9886" y="4480"/>
                  </a:lnTo>
                  <a:lnTo>
                    <a:pt x="9499" y="4403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186" y="1584"/>
                  </a:lnTo>
                  <a:lnTo>
                    <a:pt x="7839" y="1275"/>
                  </a:lnTo>
                  <a:lnTo>
                    <a:pt x="7453" y="966"/>
                  </a:lnTo>
                  <a:lnTo>
                    <a:pt x="7067" y="734"/>
                  </a:lnTo>
                  <a:lnTo>
                    <a:pt x="6603" y="503"/>
                  </a:lnTo>
                  <a:lnTo>
                    <a:pt x="6178" y="348"/>
                  </a:lnTo>
                  <a:lnTo>
                    <a:pt x="5715" y="194"/>
                  </a:lnTo>
                  <a:lnTo>
                    <a:pt x="5290" y="78"/>
                  </a:lnTo>
                  <a:lnTo>
                    <a:pt x="482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3"/>
            <p:cNvSpPr/>
            <p:nvPr/>
          </p:nvSpPr>
          <p:spPr>
            <a:xfrm>
              <a:off x="1849325" y="1901275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7" y="1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6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1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7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0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4" y="7299"/>
                  </a:lnTo>
                  <a:lnTo>
                    <a:pt x="14712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3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3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9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4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6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3"/>
            <p:cNvSpPr/>
            <p:nvPr/>
          </p:nvSpPr>
          <p:spPr>
            <a:xfrm>
              <a:off x="1935225" y="191092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503" y="1"/>
                  </a:move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40" y="541"/>
                  </a:lnTo>
                  <a:lnTo>
                    <a:pt x="1" y="734"/>
                  </a:lnTo>
                  <a:lnTo>
                    <a:pt x="40" y="927"/>
                  </a:lnTo>
                  <a:lnTo>
                    <a:pt x="117" y="1082"/>
                  </a:lnTo>
                  <a:lnTo>
                    <a:pt x="194" y="1159"/>
                  </a:lnTo>
                  <a:lnTo>
                    <a:pt x="348" y="1159"/>
                  </a:lnTo>
                  <a:lnTo>
                    <a:pt x="426" y="1043"/>
                  </a:lnTo>
                  <a:lnTo>
                    <a:pt x="426" y="1005"/>
                  </a:lnTo>
                  <a:lnTo>
                    <a:pt x="387" y="927"/>
                  </a:lnTo>
                  <a:lnTo>
                    <a:pt x="387" y="850"/>
                  </a:lnTo>
                  <a:lnTo>
                    <a:pt x="348" y="773"/>
                  </a:lnTo>
                  <a:lnTo>
                    <a:pt x="426" y="580"/>
                  </a:lnTo>
                  <a:lnTo>
                    <a:pt x="542" y="425"/>
                  </a:lnTo>
                  <a:lnTo>
                    <a:pt x="619" y="387"/>
                  </a:lnTo>
                  <a:lnTo>
                    <a:pt x="773" y="387"/>
                  </a:lnTo>
                  <a:lnTo>
                    <a:pt x="850" y="425"/>
                  </a:lnTo>
                  <a:lnTo>
                    <a:pt x="966" y="580"/>
                  </a:lnTo>
                  <a:lnTo>
                    <a:pt x="1005" y="657"/>
                  </a:lnTo>
                  <a:lnTo>
                    <a:pt x="1005" y="734"/>
                  </a:lnTo>
                  <a:lnTo>
                    <a:pt x="966" y="927"/>
                  </a:lnTo>
                  <a:lnTo>
                    <a:pt x="966" y="1005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82" y="1159"/>
                  </a:lnTo>
                  <a:lnTo>
                    <a:pt x="1198" y="1159"/>
                  </a:lnTo>
                  <a:lnTo>
                    <a:pt x="1275" y="1121"/>
                  </a:lnTo>
                  <a:lnTo>
                    <a:pt x="1314" y="1082"/>
                  </a:lnTo>
                  <a:lnTo>
                    <a:pt x="1391" y="889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48"/>
                  </a:lnTo>
                  <a:lnTo>
                    <a:pt x="1198" y="194"/>
                  </a:lnTo>
                  <a:lnTo>
                    <a:pt x="1044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3"/>
            <p:cNvSpPr/>
            <p:nvPr/>
          </p:nvSpPr>
          <p:spPr>
            <a:xfrm>
              <a:off x="6081500" y="1911900"/>
              <a:ext cx="255850" cy="266475"/>
            </a:xfrm>
            <a:custGeom>
              <a:avLst/>
              <a:gdLst/>
              <a:ahLst/>
              <a:cxnLst/>
              <a:rect l="l" t="t" r="r" b="b"/>
              <a:pathLst>
                <a:path w="10234" h="10659" extrusionOk="0">
                  <a:moveTo>
                    <a:pt x="8303" y="7299"/>
                  </a:moveTo>
                  <a:lnTo>
                    <a:pt x="8535" y="7376"/>
                  </a:lnTo>
                  <a:lnTo>
                    <a:pt x="8766" y="7453"/>
                  </a:lnTo>
                  <a:lnTo>
                    <a:pt x="8998" y="7569"/>
                  </a:lnTo>
                  <a:lnTo>
                    <a:pt x="9191" y="7723"/>
                  </a:lnTo>
                  <a:lnTo>
                    <a:pt x="9384" y="7878"/>
                  </a:lnTo>
                  <a:lnTo>
                    <a:pt x="9539" y="8109"/>
                  </a:lnTo>
                  <a:lnTo>
                    <a:pt x="9655" y="8341"/>
                  </a:lnTo>
                  <a:lnTo>
                    <a:pt x="9693" y="8573"/>
                  </a:lnTo>
                  <a:lnTo>
                    <a:pt x="9732" y="8843"/>
                  </a:lnTo>
                  <a:lnTo>
                    <a:pt x="9693" y="9152"/>
                  </a:lnTo>
                  <a:lnTo>
                    <a:pt x="9577" y="9422"/>
                  </a:lnTo>
                  <a:lnTo>
                    <a:pt x="9423" y="9654"/>
                  </a:lnTo>
                  <a:lnTo>
                    <a:pt x="9230" y="9847"/>
                  </a:lnTo>
                  <a:lnTo>
                    <a:pt x="8959" y="10002"/>
                  </a:lnTo>
                  <a:lnTo>
                    <a:pt x="8728" y="10117"/>
                  </a:lnTo>
                  <a:lnTo>
                    <a:pt x="8419" y="10156"/>
                  </a:lnTo>
                  <a:lnTo>
                    <a:pt x="8149" y="10156"/>
                  </a:lnTo>
                  <a:lnTo>
                    <a:pt x="7878" y="10079"/>
                  </a:lnTo>
                  <a:lnTo>
                    <a:pt x="7647" y="9963"/>
                  </a:lnTo>
                  <a:lnTo>
                    <a:pt x="7415" y="9770"/>
                  </a:lnTo>
                  <a:lnTo>
                    <a:pt x="7222" y="9577"/>
                  </a:lnTo>
                  <a:lnTo>
                    <a:pt x="7067" y="9345"/>
                  </a:lnTo>
                  <a:lnTo>
                    <a:pt x="6990" y="9075"/>
                  </a:lnTo>
                  <a:lnTo>
                    <a:pt x="6951" y="8805"/>
                  </a:lnTo>
                  <a:lnTo>
                    <a:pt x="6990" y="8496"/>
                  </a:lnTo>
                  <a:lnTo>
                    <a:pt x="7067" y="8264"/>
                  </a:lnTo>
                  <a:lnTo>
                    <a:pt x="7183" y="8071"/>
                  </a:lnTo>
                  <a:lnTo>
                    <a:pt x="7338" y="7878"/>
                  </a:lnTo>
                  <a:lnTo>
                    <a:pt x="7531" y="7723"/>
                  </a:lnTo>
                  <a:lnTo>
                    <a:pt x="7762" y="7569"/>
                  </a:lnTo>
                  <a:lnTo>
                    <a:pt x="8187" y="7337"/>
                  </a:lnTo>
                  <a:lnTo>
                    <a:pt x="8264" y="7299"/>
                  </a:lnTo>
                  <a:close/>
                  <a:moveTo>
                    <a:pt x="2897" y="0"/>
                  </a:moveTo>
                  <a:lnTo>
                    <a:pt x="2704" y="39"/>
                  </a:lnTo>
                  <a:lnTo>
                    <a:pt x="2665" y="78"/>
                  </a:lnTo>
                  <a:lnTo>
                    <a:pt x="2665" y="1313"/>
                  </a:lnTo>
                  <a:lnTo>
                    <a:pt x="2665" y="2588"/>
                  </a:lnTo>
                  <a:lnTo>
                    <a:pt x="2704" y="3823"/>
                  </a:lnTo>
                  <a:lnTo>
                    <a:pt x="2742" y="5059"/>
                  </a:lnTo>
                  <a:lnTo>
                    <a:pt x="2936" y="7492"/>
                  </a:lnTo>
                  <a:lnTo>
                    <a:pt x="2936" y="8148"/>
                  </a:lnTo>
                  <a:lnTo>
                    <a:pt x="2974" y="8457"/>
                  </a:lnTo>
                  <a:lnTo>
                    <a:pt x="3013" y="8611"/>
                  </a:lnTo>
                  <a:lnTo>
                    <a:pt x="3090" y="8766"/>
                  </a:lnTo>
                  <a:lnTo>
                    <a:pt x="1584" y="8689"/>
                  </a:lnTo>
                  <a:lnTo>
                    <a:pt x="1" y="8689"/>
                  </a:lnTo>
                  <a:lnTo>
                    <a:pt x="39" y="8998"/>
                  </a:lnTo>
                  <a:lnTo>
                    <a:pt x="812" y="9113"/>
                  </a:lnTo>
                  <a:lnTo>
                    <a:pt x="1584" y="9152"/>
                  </a:lnTo>
                  <a:lnTo>
                    <a:pt x="3167" y="9229"/>
                  </a:lnTo>
                  <a:lnTo>
                    <a:pt x="4866" y="9306"/>
                  </a:lnTo>
                  <a:lnTo>
                    <a:pt x="5677" y="9306"/>
                  </a:lnTo>
                  <a:lnTo>
                    <a:pt x="6527" y="9229"/>
                  </a:lnTo>
                  <a:lnTo>
                    <a:pt x="6643" y="9538"/>
                  </a:lnTo>
                  <a:lnTo>
                    <a:pt x="6797" y="9847"/>
                  </a:lnTo>
                  <a:lnTo>
                    <a:pt x="6990" y="10079"/>
                  </a:lnTo>
                  <a:lnTo>
                    <a:pt x="7260" y="10310"/>
                  </a:lnTo>
                  <a:lnTo>
                    <a:pt x="7531" y="10465"/>
                  </a:lnTo>
                  <a:lnTo>
                    <a:pt x="7840" y="10581"/>
                  </a:lnTo>
                  <a:lnTo>
                    <a:pt x="8149" y="10658"/>
                  </a:lnTo>
                  <a:lnTo>
                    <a:pt x="8457" y="10658"/>
                  </a:lnTo>
                  <a:lnTo>
                    <a:pt x="8766" y="10619"/>
                  </a:lnTo>
                  <a:lnTo>
                    <a:pt x="9075" y="10504"/>
                  </a:lnTo>
                  <a:lnTo>
                    <a:pt x="9346" y="10388"/>
                  </a:lnTo>
                  <a:lnTo>
                    <a:pt x="9577" y="10195"/>
                  </a:lnTo>
                  <a:lnTo>
                    <a:pt x="9809" y="9963"/>
                  </a:lnTo>
                  <a:lnTo>
                    <a:pt x="9963" y="9693"/>
                  </a:lnTo>
                  <a:lnTo>
                    <a:pt x="10118" y="9422"/>
                  </a:lnTo>
                  <a:lnTo>
                    <a:pt x="10195" y="9113"/>
                  </a:lnTo>
                  <a:lnTo>
                    <a:pt x="10234" y="9113"/>
                  </a:lnTo>
                  <a:lnTo>
                    <a:pt x="10234" y="8766"/>
                  </a:lnTo>
                  <a:lnTo>
                    <a:pt x="10195" y="8380"/>
                  </a:lnTo>
                  <a:lnTo>
                    <a:pt x="10041" y="8071"/>
                  </a:lnTo>
                  <a:lnTo>
                    <a:pt x="9886" y="7762"/>
                  </a:lnTo>
                  <a:lnTo>
                    <a:pt x="9655" y="7492"/>
                  </a:lnTo>
                  <a:lnTo>
                    <a:pt x="9346" y="7260"/>
                  </a:lnTo>
                  <a:lnTo>
                    <a:pt x="9037" y="7105"/>
                  </a:lnTo>
                  <a:lnTo>
                    <a:pt x="8689" y="7028"/>
                  </a:lnTo>
                  <a:lnTo>
                    <a:pt x="8342" y="6990"/>
                  </a:lnTo>
                  <a:lnTo>
                    <a:pt x="8226" y="7067"/>
                  </a:lnTo>
                  <a:lnTo>
                    <a:pt x="8187" y="7028"/>
                  </a:lnTo>
                  <a:lnTo>
                    <a:pt x="8110" y="6990"/>
                  </a:lnTo>
                  <a:lnTo>
                    <a:pt x="7955" y="6990"/>
                  </a:lnTo>
                  <a:lnTo>
                    <a:pt x="7762" y="7028"/>
                  </a:lnTo>
                  <a:lnTo>
                    <a:pt x="7453" y="7144"/>
                  </a:lnTo>
                  <a:lnTo>
                    <a:pt x="7183" y="7337"/>
                  </a:lnTo>
                  <a:lnTo>
                    <a:pt x="6951" y="7569"/>
                  </a:lnTo>
                  <a:lnTo>
                    <a:pt x="6758" y="7878"/>
                  </a:lnTo>
                  <a:lnTo>
                    <a:pt x="6604" y="8187"/>
                  </a:lnTo>
                  <a:lnTo>
                    <a:pt x="6488" y="8496"/>
                  </a:lnTo>
                  <a:lnTo>
                    <a:pt x="6488" y="8843"/>
                  </a:lnTo>
                  <a:lnTo>
                    <a:pt x="5716" y="8766"/>
                  </a:lnTo>
                  <a:lnTo>
                    <a:pt x="3476" y="8766"/>
                  </a:lnTo>
                  <a:lnTo>
                    <a:pt x="3515" y="8689"/>
                  </a:lnTo>
                  <a:lnTo>
                    <a:pt x="3515" y="8650"/>
                  </a:lnTo>
                  <a:lnTo>
                    <a:pt x="3476" y="8573"/>
                  </a:lnTo>
                  <a:lnTo>
                    <a:pt x="3438" y="8496"/>
                  </a:lnTo>
                  <a:lnTo>
                    <a:pt x="3399" y="8457"/>
                  </a:lnTo>
                  <a:lnTo>
                    <a:pt x="3322" y="8457"/>
                  </a:lnTo>
                  <a:lnTo>
                    <a:pt x="3244" y="8496"/>
                  </a:lnTo>
                  <a:lnTo>
                    <a:pt x="3322" y="8380"/>
                  </a:lnTo>
                  <a:lnTo>
                    <a:pt x="3322" y="8225"/>
                  </a:lnTo>
                  <a:lnTo>
                    <a:pt x="3322" y="8071"/>
                  </a:lnTo>
                  <a:lnTo>
                    <a:pt x="3283" y="7955"/>
                  </a:lnTo>
                  <a:lnTo>
                    <a:pt x="3244" y="7337"/>
                  </a:lnTo>
                  <a:lnTo>
                    <a:pt x="3167" y="6410"/>
                  </a:lnTo>
                  <a:lnTo>
                    <a:pt x="3051" y="4325"/>
                  </a:lnTo>
                  <a:lnTo>
                    <a:pt x="2974" y="2201"/>
                  </a:lnTo>
                  <a:lnTo>
                    <a:pt x="2897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3"/>
            <p:cNvSpPr/>
            <p:nvPr/>
          </p:nvSpPr>
          <p:spPr>
            <a:xfrm>
              <a:off x="2715250" y="1912850"/>
              <a:ext cx="147725" cy="161250"/>
            </a:xfrm>
            <a:custGeom>
              <a:avLst/>
              <a:gdLst/>
              <a:ahLst/>
              <a:cxnLst/>
              <a:rect l="l" t="t" r="r" b="b"/>
              <a:pathLst>
                <a:path w="5909" h="6450" extrusionOk="0">
                  <a:moveTo>
                    <a:pt x="2781" y="503"/>
                  </a:moveTo>
                  <a:lnTo>
                    <a:pt x="3283" y="580"/>
                  </a:lnTo>
                  <a:lnTo>
                    <a:pt x="3746" y="735"/>
                  </a:lnTo>
                  <a:lnTo>
                    <a:pt x="4210" y="966"/>
                  </a:lnTo>
                  <a:lnTo>
                    <a:pt x="4403" y="1082"/>
                  </a:lnTo>
                  <a:lnTo>
                    <a:pt x="4596" y="1275"/>
                  </a:lnTo>
                  <a:lnTo>
                    <a:pt x="4750" y="1468"/>
                  </a:lnTo>
                  <a:lnTo>
                    <a:pt x="4943" y="1661"/>
                  </a:lnTo>
                  <a:lnTo>
                    <a:pt x="5059" y="1893"/>
                  </a:lnTo>
                  <a:lnTo>
                    <a:pt x="5175" y="2125"/>
                  </a:lnTo>
                  <a:lnTo>
                    <a:pt x="5330" y="2588"/>
                  </a:lnTo>
                  <a:lnTo>
                    <a:pt x="5407" y="3052"/>
                  </a:lnTo>
                  <a:lnTo>
                    <a:pt x="5407" y="3515"/>
                  </a:lnTo>
                  <a:lnTo>
                    <a:pt x="5368" y="4017"/>
                  </a:lnTo>
                  <a:lnTo>
                    <a:pt x="5214" y="4442"/>
                  </a:lnTo>
                  <a:lnTo>
                    <a:pt x="4982" y="4866"/>
                  </a:lnTo>
                  <a:lnTo>
                    <a:pt x="4828" y="5059"/>
                  </a:lnTo>
                  <a:lnTo>
                    <a:pt x="4673" y="5253"/>
                  </a:lnTo>
                  <a:lnTo>
                    <a:pt x="4480" y="5407"/>
                  </a:lnTo>
                  <a:lnTo>
                    <a:pt x="4287" y="5561"/>
                  </a:lnTo>
                  <a:lnTo>
                    <a:pt x="4017" y="5716"/>
                  </a:lnTo>
                  <a:lnTo>
                    <a:pt x="3746" y="5832"/>
                  </a:lnTo>
                  <a:lnTo>
                    <a:pt x="3515" y="5909"/>
                  </a:lnTo>
                  <a:lnTo>
                    <a:pt x="3244" y="5948"/>
                  </a:lnTo>
                  <a:lnTo>
                    <a:pt x="2742" y="5948"/>
                  </a:lnTo>
                  <a:lnTo>
                    <a:pt x="2511" y="5870"/>
                  </a:lnTo>
                  <a:lnTo>
                    <a:pt x="2279" y="5793"/>
                  </a:lnTo>
                  <a:lnTo>
                    <a:pt x="2047" y="5677"/>
                  </a:lnTo>
                  <a:lnTo>
                    <a:pt x="1816" y="5561"/>
                  </a:lnTo>
                  <a:lnTo>
                    <a:pt x="1623" y="5407"/>
                  </a:lnTo>
                  <a:lnTo>
                    <a:pt x="1429" y="5214"/>
                  </a:lnTo>
                  <a:lnTo>
                    <a:pt x="1082" y="4828"/>
                  </a:lnTo>
                  <a:lnTo>
                    <a:pt x="812" y="4364"/>
                  </a:lnTo>
                  <a:lnTo>
                    <a:pt x="619" y="3862"/>
                  </a:lnTo>
                  <a:lnTo>
                    <a:pt x="464" y="3322"/>
                  </a:lnTo>
                  <a:lnTo>
                    <a:pt x="426" y="2820"/>
                  </a:lnTo>
                  <a:lnTo>
                    <a:pt x="426" y="2550"/>
                  </a:lnTo>
                  <a:lnTo>
                    <a:pt x="464" y="2279"/>
                  </a:lnTo>
                  <a:lnTo>
                    <a:pt x="503" y="2048"/>
                  </a:lnTo>
                  <a:lnTo>
                    <a:pt x="619" y="1777"/>
                  </a:lnTo>
                  <a:lnTo>
                    <a:pt x="696" y="1584"/>
                  </a:lnTo>
                  <a:lnTo>
                    <a:pt x="850" y="1352"/>
                  </a:lnTo>
                  <a:lnTo>
                    <a:pt x="1005" y="1159"/>
                  </a:lnTo>
                  <a:lnTo>
                    <a:pt x="1198" y="966"/>
                  </a:lnTo>
                  <a:lnTo>
                    <a:pt x="1429" y="812"/>
                  </a:lnTo>
                  <a:lnTo>
                    <a:pt x="1700" y="657"/>
                  </a:lnTo>
                  <a:lnTo>
                    <a:pt x="1738" y="619"/>
                  </a:lnTo>
                  <a:lnTo>
                    <a:pt x="1738" y="580"/>
                  </a:lnTo>
                  <a:lnTo>
                    <a:pt x="2240" y="503"/>
                  </a:lnTo>
                  <a:close/>
                  <a:moveTo>
                    <a:pt x="2588" y="1"/>
                  </a:moveTo>
                  <a:lnTo>
                    <a:pt x="2279" y="40"/>
                  </a:lnTo>
                  <a:lnTo>
                    <a:pt x="1970" y="78"/>
                  </a:lnTo>
                  <a:lnTo>
                    <a:pt x="1661" y="155"/>
                  </a:lnTo>
                  <a:lnTo>
                    <a:pt x="1391" y="233"/>
                  </a:lnTo>
                  <a:lnTo>
                    <a:pt x="1314" y="310"/>
                  </a:lnTo>
                  <a:lnTo>
                    <a:pt x="1236" y="387"/>
                  </a:lnTo>
                  <a:lnTo>
                    <a:pt x="1236" y="464"/>
                  </a:lnTo>
                  <a:lnTo>
                    <a:pt x="1275" y="542"/>
                  </a:lnTo>
                  <a:lnTo>
                    <a:pt x="1005" y="657"/>
                  </a:lnTo>
                  <a:lnTo>
                    <a:pt x="773" y="850"/>
                  </a:lnTo>
                  <a:lnTo>
                    <a:pt x="580" y="1044"/>
                  </a:lnTo>
                  <a:lnTo>
                    <a:pt x="426" y="1237"/>
                  </a:lnTo>
                  <a:lnTo>
                    <a:pt x="271" y="1468"/>
                  </a:lnTo>
                  <a:lnTo>
                    <a:pt x="155" y="1700"/>
                  </a:lnTo>
                  <a:lnTo>
                    <a:pt x="78" y="1970"/>
                  </a:lnTo>
                  <a:lnTo>
                    <a:pt x="39" y="2241"/>
                  </a:lnTo>
                  <a:lnTo>
                    <a:pt x="1" y="2511"/>
                  </a:lnTo>
                  <a:lnTo>
                    <a:pt x="1" y="2781"/>
                  </a:lnTo>
                  <a:lnTo>
                    <a:pt x="39" y="3360"/>
                  </a:lnTo>
                  <a:lnTo>
                    <a:pt x="155" y="3901"/>
                  </a:lnTo>
                  <a:lnTo>
                    <a:pt x="387" y="4442"/>
                  </a:lnTo>
                  <a:lnTo>
                    <a:pt x="696" y="5021"/>
                  </a:lnTo>
                  <a:lnTo>
                    <a:pt x="889" y="5253"/>
                  </a:lnTo>
                  <a:lnTo>
                    <a:pt x="1082" y="5484"/>
                  </a:lnTo>
                  <a:lnTo>
                    <a:pt x="1275" y="5716"/>
                  </a:lnTo>
                  <a:lnTo>
                    <a:pt x="1507" y="5909"/>
                  </a:lnTo>
                  <a:lnTo>
                    <a:pt x="1738" y="6063"/>
                  </a:lnTo>
                  <a:lnTo>
                    <a:pt x="2009" y="6179"/>
                  </a:lnTo>
                  <a:lnTo>
                    <a:pt x="2240" y="6295"/>
                  </a:lnTo>
                  <a:lnTo>
                    <a:pt x="2511" y="6372"/>
                  </a:lnTo>
                  <a:lnTo>
                    <a:pt x="2820" y="6411"/>
                  </a:lnTo>
                  <a:lnTo>
                    <a:pt x="3090" y="6450"/>
                  </a:lnTo>
                  <a:lnTo>
                    <a:pt x="3399" y="6411"/>
                  </a:lnTo>
                  <a:lnTo>
                    <a:pt x="3669" y="6334"/>
                  </a:lnTo>
                  <a:lnTo>
                    <a:pt x="3978" y="6218"/>
                  </a:lnTo>
                  <a:lnTo>
                    <a:pt x="4326" y="6102"/>
                  </a:lnTo>
                  <a:lnTo>
                    <a:pt x="4557" y="5909"/>
                  </a:lnTo>
                  <a:lnTo>
                    <a:pt x="4828" y="5716"/>
                  </a:lnTo>
                  <a:lnTo>
                    <a:pt x="5021" y="5523"/>
                  </a:lnTo>
                  <a:lnTo>
                    <a:pt x="5214" y="5291"/>
                  </a:lnTo>
                  <a:lnTo>
                    <a:pt x="5407" y="5059"/>
                  </a:lnTo>
                  <a:lnTo>
                    <a:pt x="5561" y="4789"/>
                  </a:lnTo>
                  <a:lnTo>
                    <a:pt x="5677" y="4519"/>
                  </a:lnTo>
                  <a:lnTo>
                    <a:pt x="5754" y="4249"/>
                  </a:lnTo>
                  <a:lnTo>
                    <a:pt x="5832" y="3940"/>
                  </a:lnTo>
                  <a:lnTo>
                    <a:pt x="5870" y="3669"/>
                  </a:lnTo>
                  <a:lnTo>
                    <a:pt x="5909" y="3360"/>
                  </a:lnTo>
                  <a:lnTo>
                    <a:pt x="5870" y="3052"/>
                  </a:lnTo>
                  <a:lnTo>
                    <a:pt x="5832" y="2743"/>
                  </a:lnTo>
                  <a:lnTo>
                    <a:pt x="5793" y="2472"/>
                  </a:lnTo>
                  <a:lnTo>
                    <a:pt x="5716" y="2163"/>
                  </a:lnTo>
                  <a:lnTo>
                    <a:pt x="5600" y="1893"/>
                  </a:lnTo>
                  <a:lnTo>
                    <a:pt x="5445" y="1584"/>
                  </a:lnTo>
                  <a:lnTo>
                    <a:pt x="5252" y="1352"/>
                  </a:lnTo>
                  <a:lnTo>
                    <a:pt x="5059" y="1082"/>
                  </a:lnTo>
                  <a:lnTo>
                    <a:pt x="4828" y="889"/>
                  </a:lnTo>
                  <a:lnTo>
                    <a:pt x="4596" y="696"/>
                  </a:lnTo>
                  <a:lnTo>
                    <a:pt x="4364" y="503"/>
                  </a:lnTo>
                  <a:lnTo>
                    <a:pt x="4094" y="348"/>
                  </a:lnTo>
                  <a:lnTo>
                    <a:pt x="3785" y="233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40"/>
                  </a:lnTo>
                  <a:lnTo>
                    <a:pt x="25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3"/>
            <p:cNvSpPr/>
            <p:nvPr/>
          </p:nvSpPr>
          <p:spPr>
            <a:xfrm>
              <a:off x="1882150" y="19148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6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3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3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3" y="464"/>
                  </a:lnTo>
                  <a:lnTo>
                    <a:pt x="541" y="386"/>
                  </a:lnTo>
                  <a:lnTo>
                    <a:pt x="772" y="386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5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4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4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3"/>
            <p:cNvSpPr/>
            <p:nvPr/>
          </p:nvSpPr>
          <p:spPr>
            <a:xfrm>
              <a:off x="6734100" y="1914800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0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8"/>
                  </a:lnTo>
                  <a:lnTo>
                    <a:pt x="116" y="5059"/>
                  </a:lnTo>
                  <a:lnTo>
                    <a:pt x="0" y="6719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6" y="77"/>
                  </a:lnTo>
                  <a:lnTo>
                    <a:pt x="1236" y="39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3"/>
            <p:cNvSpPr/>
            <p:nvPr/>
          </p:nvSpPr>
          <p:spPr>
            <a:xfrm>
              <a:off x="668675" y="1916725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0"/>
                  </a:moveTo>
                  <a:lnTo>
                    <a:pt x="11469" y="78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7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438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1" y="6681"/>
                  </a:lnTo>
                  <a:lnTo>
                    <a:pt x="13515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8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3"/>
                  </a:lnTo>
                  <a:lnTo>
                    <a:pt x="1081" y="10697"/>
                  </a:lnTo>
                  <a:lnTo>
                    <a:pt x="811" y="10542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6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0" y="9886"/>
                  </a:lnTo>
                  <a:lnTo>
                    <a:pt x="39" y="10117"/>
                  </a:lnTo>
                  <a:lnTo>
                    <a:pt x="77" y="10311"/>
                  </a:lnTo>
                  <a:lnTo>
                    <a:pt x="193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1" y="11353"/>
                  </a:lnTo>
                  <a:lnTo>
                    <a:pt x="2626" y="11430"/>
                  </a:lnTo>
                  <a:lnTo>
                    <a:pt x="3321" y="11508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8"/>
                  </a:lnTo>
                  <a:lnTo>
                    <a:pt x="6063" y="11430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4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7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7" y="6565"/>
                  </a:lnTo>
                  <a:lnTo>
                    <a:pt x="14017" y="6333"/>
                  </a:lnTo>
                  <a:lnTo>
                    <a:pt x="14017" y="6140"/>
                  </a:lnTo>
                  <a:lnTo>
                    <a:pt x="13940" y="5908"/>
                  </a:lnTo>
                  <a:lnTo>
                    <a:pt x="13863" y="5715"/>
                  </a:lnTo>
                  <a:lnTo>
                    <a:pt x="13747" y="5522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6"/>
                  </a:lnTo>
                  <a:lnTo>
                    <a:pt x="13091" y="5136"/>
                  </a:lnTo>
                  <a:lnTo>
                    <a:pt x="12820" y="3823"/>
                  </a:lnTo>
                  <a:lnTo>
                    <a:pt x="12511" y="2549"/>
                  </a:lnTo>
                  <a:lnTo>
                    <a:pt x="12164" y="1275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3"/>
            <p:cNvSpPr/>
            <p:nvPr/>
          </p:nvSpPr>
          <p:spPr>
            <a:xfrm>
              <a:off x="6761125" y="19167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5" y="5098"/>
                  </a:lnTo>
                  <a:lnTo>
                    <a:pt x="4326" y="5445"/>
                  </a:lnTo>
                  <a:lnTo>
                    <a:pt x="4634" y="5793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3" y="4866"/>
                  </a:lnTo>
                  <a:lnTo>
                    <a:pt x="3862" y="4171"/>
                  </a:lnTo>
                  <a:lnTo>
                    <a:pt x="2704" y="2781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3"/>
            <p:cNvSpPr/>
            <p:nvPr/>
          </p:nvSpPr>
          <p:spPr>
            <a:xfrm>
              <a:off x="5030225" y="191865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3"/>
            <p:cNvSpPr/>
            <p:nvPr/>
          </p:nvSpPr>
          <p:spPr>
            <a:xfrm>
              <a:off x="6615350" y="1924450"/>
              <a:ext cx="61825" cy="160275"/>
            </a:xfrm>
            <a:custGeom>
              <a:avLst/>
              <a:gdLst/>
              <a:ahLst/>
              <a:cxnLst/>
              <a:rect l="l" t="t" r="r" b="b"/>
              <a:pathLst>
                <a:path w="2473" h="6411" extrusionOk="0">
                  <a:moveTo>
                    <a:pt x="310" y="0"/>
                  </a:moveTo>
                  <a:lnTo>
                    <a:pt x="1" y="78"/>
                  </a:lnTo>
                  <a:lnTo>
                    <a:pt x="194" y="927"/>
                  </a:lnTo>
                  <a:lnTo>
                    <a:pt x="426" y="1777"/>
                  </a:lnTo>
                  <a:lnTo>
                    <a:pt x="657" y="2626"/>
                  </a:lnTo>
                  <a:lnTo>
                    <a:pt x="928" y="3476"/>
                  </a:lnTo>
                  <a:lnTo>
                    <a:pt x="1507" y="5097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2" y="6140"/>
                  </a:lnTo>
                  <a:lnTo>
                    <a:pt x="2086" y="6333"/>
                  </a:lnTo>
                  <a:lnTo>
                    <a:pt x="2125" y="6410"/>
                  </a:lnTo>
                  <a:lnTo>
                    <a:pt x="2318" y="6410"/>
                  </a:lnTo>
                  <a:lnTo>
                    <a:pt x="2356" y="6333"/>
                  </a:lnTo>
                  <a:lnTo>
                    <a:pt x="2434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5" y="5599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3"/>
            <p:cNvSpPr/>
            <p:nvPr/>
          </p:nvSpPr>
          <p:spPr>
            <a:xfrm>
              <a:off x="3366875" y="19263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1" y="2317"/>
                  </a:lnTo>
                  <a:lnTo>
                    <a:pt x="6449" y="3901"/>
                  </a:lnTo>
                  <a:lnTo>
                    <a:pt x="6527" y="6990"/>
                  </a:lnTo>
                  <a:lnTo>
                    <a:pt x="3515" y="6758"/>
                  </a:lnTo>
                  <a:lnTo>
                    <a:pt x="2009" y="6642"/>
                  </a:lnTo>
                  <a:lnTo>
                    <a:pt x="503" y="6604"/>
                  </a:lnTo>
                  <a:lnTo>
                    <a:pt x="1352" y="5986"/>
                  </a:lnTo>
                  <a:lnTo>
                    <a:pt x="2202" y="5291"/>
                  </a:lnTo>
                  <a:lnTo>
                    <a:pt x="2974" y="4557"/>
                  </a:lnTo>
                  <a:lnTo>
                    <a:pt x="3708" y="3823"/>
                  </a:lnTo>
                  <a:lnTo>
                    <a:pt x="4441" y="3090"/>
                  </a:lnTo>
                  <a:lnTo>
                    <a:pt x="5137" y="2356"/>
                  </a:lnTo>
                  <a:lnTo>
                    <a:pt x="5793" y="1584"/>
                  </a:lnTo>
                  <a:lnTo>
                    <a:pt x="6449" y="773"/>
                  </a:lnTo>
                  <a:close/>
                  <a:moveTo>
                    <a:pt x="6720" y="1"/>
                  </a:moveTo>
                  <a:lnTo>
                    <a:pt x="6643" y="39"/>
                  </a:lnTo>
                  <a:lnTo>
                    <a:pt x="6565" y="39"/>
                  </a:lnTo>
                  <a:lnTo>
                    <a:pt x="6488" y="116"/>
                  </a:lnTo>
                  <a:lnTo>
                    <a:pt x="4982" y="1854"/>
                  </a:lnTo>
                  <a:lnTo>
                    <a:pt x="4210" y="2704"/>
                  </a:lnTo>
                  <a:lnTo>
                    <a:pt x="3438" y="3515"/>
                  </a:lnTo>
                  <a:lnTo>
                    <a:pt x="2588" y="4287"/>
                  </a:lnTo>
                  <a:lnTo>
                    <a:pt x="1738" y="5059"/>
                  </a:lnTo>
                  <a:lnTo>
                    <a:pt x="889" y="5793"/>
                  </a:lnTo>
                  <a:lnTo>
                    <a:pt x="39" y="6604"/>
                  </a:lnTo>
                  <a:lnTo>
                    <a:pt x="1" y="6642"/>
                  </a:lnTo>
                  <a:lnTo>
                    <a:pt x="1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1" y="6913"/>
                  </a:lnTo>
                  <a:lnTo>
                    <a:pt x="39" y="6990"/>
                  </a:lnTo>
                  <a:lnTo>
                    <a:pt x="117" y="7144"/>
                  </a:lnTo>
                  <a:lnTo>
                    <a:pt x="387" y="6990"/>
                  </a:lnTo>
                  <a:lnTo>
                    <a:pt x="1893" y="7144"/>
                  </a:lnTo>
                  <a:lnTo>
                    <a:pt x="3438" y="7299"/>
                  </a:lnTo>
                  <a:lnTo>
                    <a:pt x="6527" y="7453"/>
                  </a:lnTo>
                  <a:lnTo>
                    <a:pt x="6565" y="9307"/>
                  </a:lnTo>
                  <a:lnTo>
                    <a:pt x="6527" y="12628"/>
                  </a:lnTo>
                  <a:lnTo>
                    <a:pt x="6951" y="12628"/>
                  </a:lnTo>
                  <a:lnTo>
                    <a:pt x="6990" y="9461"/>
                  </a:lnTo>
                  <a:lnTo>
                    <a:pt x="6990" y="7492"/>
                  </a:lnTo>
                  <a:lnTo>
                    <a:pt x="8651" y="7569"/>
                  </a:lnTo>
                  <a:lnTo>
                    <a:pt x="10311" y="7646"/>
                  </a:lnTo>
                  <a:lnTo>
                    <a:pt x="10311" y="7183"/>
                  </a:lnTo>
                  <a:lnTo>
                    <a:pt x="8651" y="7106"/>
                  </a:lnTo>
                  <a:lnTo>
                    <a:pt x="6990" y="7028"/>
                  </a:lnTo>
                  <a:lnTo>
                    <a:pt x="7029" y="5368"/>
                  </a:lnTo>
                  <a:lnTo>
                    <a:pt x="6990" y="3708"/>
                  </a:lnTo>
                  <a:lnTo>
                    <a:pt x="6951" y="2047"/>
                  </a:lnTo>
                  <a:lnTo>
                    <a:pt x="6797" y="387"/>
                  </a:lnTo>
                  <a:lnTo>
                    <a:pt x="6990" y="194"/>
                  </a:lnTo>
                  <a:lnTo>
                    <a:pt x="6836" y="39"/>
                  </a:lnTo>
                  <a:lnTo>
                    <a:pt x="67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3"/>
            <p:cNvSpPr/>
            <p:nvPr/>
          </p:nvSpPr>
          <p:spPr>
            <a:xfrm>
              <a:off x="6625000" y="1926375"/>
              <a:ext cx="355300" cy="170900"/>
            </a:xfrm>
            <a:custGeom>
              <a:avLst/>
              <a:gdLst/>
              <a:ahLst/>
              <a:cxnLst/>
              <a:rect l="l" t="t" r="r" b="b"/>
              <a:pathLst>
                <a:path w="14212" h="6836" extrusionOk="0">
                  <a:moveTo>
                    <a:pt x="117" y="1"/>
                  </a:moveTo>
                  <a:lnTo>
                    <a:pt x="1" y="39"/>
                  </a:lnTo>
                  <a:lnTo>
                    <a:pt x="1970" y="3206"/>
                  </a:lnTo>
                  <a:lnTo>
                    <a:pt x="4056" y="6333"/>
                  </a:lnTo>
                  <a:lnTo>
                    <a:pt x="3554" y="6295"/>
                  </a:lnTo>
                  <a:lnTo>
                    <a:pt x="3052" y="6179"/>
                  </a:lnTo>
                  <a:lnTo>
                    <a:pt x="2588" y="6024"/>
                  </a:lnTo>
                  <a:lnTo>
                    <a:pt x="2125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8" y="6720"/>
                  </a:lnTo>
                  <a:lnTo>
                    <a:pt x="4133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9" y="6488"/>
                  </a:lnTo>
                  <a:lnTo>
                    <a:pt x="8960" y="6295"/>
                  </a:lnTo>
                  <a:lnTo>
                    <a:pt x="9771" y="6024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8" y="4673"/>
                  </a:lnTo>
                  <a:lnTo>
                    <a:pt x="12667" y="4403"/>
                  </a:lnTo>
                  <a:lnTo>
                    <a:pt x="12976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80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3" y="2163"/>
                  </a:lnTo>
                  <a:lnTo>
                    <a:pt x="14173" y="2124"/>
                  </a:lnTo>
                  <a:lnTo>
                    <a:pt x="13864" y="2124"/>
                  </a:lnTo>
                  <a:lnTo>
                    <a:pt x="13825" y="2163"/>
                  </a:lnTo>
                  <a:lnTo>
                    <a:pt x="13555" y="2704"/>
                  </a:lnTo>
                  <a:lnTo>
                    <a:pt x="13207" y="3167"/>
                  </a:lnTo>
                  <a:lnTo>
                    <a:pt x="12860" y="3630"/>
                  </a:lnTo>
                  <a:lnTo>
                    <a:pt x="12474" y="4016"/>
                  </a:lnTo>
                  <a:lnTo>
                    <a:pt x="12010" y="4364"/>
                  </a:lnTo>
                  <a:lnTo>
                    <a:pt x="11547" y="4712"/>
                  </a:lnTo>
                  <a:lnTo>
                    <a:pt x="11083" y="4982"/>
                  </a:lnTo>
                  <a:lnTo>
                    <a:pt x="10543" y="5252"/>
                  </a:lnTo>
                  <a:lnTo>
                    <a:pt x="10350" y="5252"/>
                  </a:lnTo>
                  <a:lnTo>
                    <a:pt x="10350" y="5368"/>
                  </a:lnTo>
                  <a:lnTo>
                    <a:pt x="10273" y="5368"/>
                  </a:lnTo>
                  <a:lnTo>
                    <a:pt x="10079" y="5407"/>
                  </a:lnTo>
                  <a:lnTo>
                    <a:pt x="10157" y="5445"/>
                  </a:lnTo>
                  <a:lnTo>
                    <a:pt x="9500" y="5677"/>
                  </a:lnTo>
                  <a:lnTo>
                    <a:pt x="8844" y="5870"/>
                  </a:lnTo>
                  <a:lnTo>
                    <a:pt x="7840" y="6102"/>
                  </a:lnTo>
                  <a:lnTo>
                    <a:pt x="6759" y="6295"/>
                  </a:lnTo>
                  <a:lnTo>
                    <a:pt x="6218" y="6333"/>
                  </a:lnTo>
                  <a:lnTo>
                    <a:pt x="5677" y="6411"/>
                  </a:lnTo>
                  <a:lnTo>
                    <a:pt x="4558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3"/>
            <p:cNvSpPr/>
            <p:nvPr/>
          </p:nvSpPr>
          <p:spPr>
            <a:xfrm>
              <a:off x="3536800" y="19312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3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6" y="7492"/>
                  </a:lnTo>
                  <a:lnTo>
                    <a:pt x="6371" y="7453"/>
                  </a:lnTo>
                  <a:lnTo>
                    <a:pt x="6371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59" y="12087"/>
                  </a:lnTo>
                  <a:lnTo>
                    <a:pt x="1583" y="14983"/>
                  </a:lnTo>
                  <a:lnTo>
                    <a:pt x="772" y="16451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8" y="16759"/>
                  </a:lnTo>
                  <a:lnTo>
                    <a:pt x="1969" y="15369"/>
                  </a:lnTo>
                  <a:lnTo>
                    <a:pt x="2780" y="13979"/>
                  </a:lnTo>
                  <a:lnTo>
                    <a:pt x="3591" y="12589"/>
                  </a:lnTo>
                  <a:lnTo>
                    <a:pt x="4441" y="11199"/>
                  </a:lnTo>
                  <a:lnTo>
                    <a:pt x="5290" y="9809"/>
                  </a:lnTo>
                  <a:lnTo>
                    <a:pt x="5715" y="9191"/>
                  </a:lnTo>
                  <a:lnTo>
                    <a:pt x="6178" y="8612"/>
                  </a:lnTo>
                  <a:lnTo>
                    <a:pt x="6603" y="8033"/>
                  </a:lnTo>
                  <a:lnTo>
                    <a:pt x="6989" y="7453"/>
                  </a:lnTo>
                  <a:lnTo>
                    <a:pt x="6989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89" y="7067"/>
                  </a:lnTo>
                  <a:lnTo>
                    <a:pt x="6873" y="7029"/>
                  </a:lnTo>
                  <a:lnTo>
                    <a:pt x="6835" y="7029"/>
                  </a:lnTo>
                  <a:lnTo>
                    <a:pt x="6101" y="6102"/>
                  </a:lnTo>
                  <a:lnTo>
                    <a:pt x="5290" y="5175"/>
                  </a:lnTo>
                  <a:lnTo>
                    <a:pt x="3668" y="3437"/>
                  </a:lnTo>
                  <a:lnTo>
                    <a:pt x="1969" y="1700"/>
                  </a:lnTo>
                  <a:lnTo>
                    <a:pt x="1081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3"/>
            <p:cNvSpPr/>
            <p:nvPr/>
          </p:nvSpPr>
          <p:spPr>
            <a:xfrm>
              <a:off x="902300" y="1957275"/>
              <a:ext cx="17400" cy="181500"/>
            </a:xfrm>
            <a:custGeom>
              <a:avLst/>
              <a:gdLst/>
              <a:ahLst/>
              <a:cxnLst/>
              <a:rect l="l" t="t" r="r" b="b"/>
              <a:pathLst>
                <a:path w="696" h="7260" extrusionOk="0">
                  <a:moveTo>
                    <a:pt x="425" y="0"/>
                  </a:moveTo>
                  <a:lnTo>
                    <a:pt x="348" y="888"/>
                  </a:lnTo>
                  <a:lnTo>
                    <a:pt x="232" y="1815"/>
                  </a:lnTo>
                  <a:lnTo>
                    <a:pt x="154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3"/>
            <p:cNvSpPr/>
            <p:nvPr/>
          </p:nvSpPr>
          <p:spPr>
            <a:xfrm>
              <a:off x="4880575" y="1957275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1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2" y="1738"/>
                  </a:lnTo>
                  <a:lnTo>
                    <a:pt x="310" y="3398"/>
                  </a:lnTo>
                  <a:lnTo>
                    <a:pt x="117" y="5059"/>
                  </a:lnTo>
                  <a:lnTo>
                    <a:pt x="1" y="6719"/>
                  </a:lnTo>
                  <a:lnTo>
                    <a:pt x="233" y="6758"/>
                  </a:lnTo>
                  <a:lnTo>
                    <a:pt x="503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7" y="77"/>
                  </a:lnTo>
                  <a:lnTo>
                    <a:pt x="1237" y="39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3"/>
            <p:cNvSpPr/>
            <p:nvPr/>
          </p:nvSpPr>
          <p:spPr>
            <a:xfrm>
              <a:off x="4907625" y="1959200"/>
              <a:ext cx="121650" cy="144825"/>
            </a:xfrm>
            <a:custGeom>
              <a:avLst/>
              <a:gdLst/>
              <a:ahLst/>
              <a:cxnLst/>
              <a:rect l="l" t="t" r="r" b="b"/>
              <a:pathLst>
                <a:path w="4866" h="5793" extrusionOk="0">
                  <a:moveTo>
                    <a:pt x="155" y="0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5"/>
                  </a:lnTo>
                  <a:lnTo>
                    <a:pt x="2896" y="3630"/>
                  </a:lnTo>
                  <a:lnTo>
                    <a:pt x="3475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7" y="1352"/>
                  </a:lnTo>
                  <a:lnTo>
                    <a:pt x="811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3"/>
            <p:cNvSpPr/>
            <p:nvPr/>
          </p:nvSpPr>
          <p:spPr>
            <a:xfrm>
              <a:off x="4761850" y="196692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0"/>
                  </a:moveTo>
                  <a:lnTo>
                    <a:pt x="0" y="78"/>
                  </a:lnTo>
                  <a:lnTo>
                    <a:pt x="193" y="927"/>
                  </a:lnTo>
                  <a:lnTo>
                    <a:pt x="425" y="1777"/>
                  </a:lnTo>
                  <a:lnTo>
                    <a:pt x="657" y="2626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1" y="6140"/>
                  </a:lnTo>
                  <a:lnTo>
                    <a:pt x="2085" y="6333"/>
                  </a:lnTo>
                  <a:lnTo>
                    <a:pt x="2124" y="6410"/>
                  </a:lnTo>
                  <a:lnTo>
                    <a:pt x="2317" y="6410"/>
                  </a:lnTo>
                  <a:lnTo>
                    <a:pt x="2356" y="6333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7" y="2935"/>
                  </a:lnTo>
                  <a:lnTo>
                    <a:pt x="734" y="1468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3"/>
            <p:cNvSpPr/>
            <p:nvPr/>
          </p:nvSpPr>
          <p:spPr>
            <a:xfrm>
              <a:off x="4771500" y="196885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0" y="39"/>
                  </a:lnTo>
                  <a:lnTo>
                    <a:pt x="1970" y="3206"/>
                  </a:lnTo>
                  <a:lnTo>
                    <a:pt x="4055" y="6333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2"/>
                  </a:lnTo>
                  <a:lnTo>
                    <a:pt x="3707" y="6720"/>
                  </a:lnTo>
                  <a:lnTo>
                    <a:pt x="4132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7" y="6333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3"/>
            <p:cNvSpPr/>
            <p:nvPr/>
          </p:nvSpPr>
          <p:spPr>
            <a:xfrm>
              <a:off x="5286050" y="19765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1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4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3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8"/>
                  </a:lnTo>
                  <a:lnTo>
                    <a:pt x="6951" y="12628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8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3"/>
            <p:cNvSpPr/>
            <p:nvPr/>
          </p:nvSpPr>
          <p:spPr>
            <a:xfrm>
              <a:off x="5455950" y="19814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3"/>
            <p:cNvSpPr/>
            <p:nvPr/>
          </p:nvSpPr>
          <p:spPr>
            <a:xfrm>
              <a:off x="752650" y="1995875"/>
              <a:ext cx="30925" cy="168975"/>
            </a:xfrm>
            <a:custGeom>
              <a:avLst/>
              <a:gdLst/>
              <a:ahLst/>
              <a:cxnLst/>
              <a:rect l="l" t="t" r="r" b="b"/>
              <a:pathLst>
                <a:path w="1237" h="6759" extrusionOk="0">
                  <a:moveTo>
                    <a:pt x="1121" y="1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7"/>
                  </a:lnTo>
                  <a:lnTo>
                    <a:pt x="541" y="1738"/>
                  </a:lnTo>
                  <a:lnTo>
                    <a:pt x="310" y="3399"/>
                  </a:lnTo>
                  <a:lnTo>
                    <a:pt x="117" y="5059"/>
                  </a:lnTo>
                  <a:lnTo>
                    <a:pt x="1" y="6720"/>
                  </a:lnTo>
                  <a:lnTo>
                    <a:pt x="232" y="6758"/>
                  </a:lnTo>
                  <a:lnTo>
                    <a:pt x="503" y="5137"/>
                  </a:lnTo>
                  <a:lnTo>
                    <a:pt x="773" y="3515"/>
                  </a:lnTo>
                  <a:lnTo>
                    <a:pt x="966" y="1854"/>
                  </a:lnTo>
                  <a:lnTo>
                    <a:pt x="1082" y="233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3"/>
            <p:cNvSpPr/>
            <p:nvPr/>
          </p:nvSpPr>
          <p:spPr>
            <a:xfrm>
              <a:off x="779675" y="19978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6" y="5097"/>
                  </a:lnTo>
                  <a:lnTo>
                    <a:pt x="4326" y="5445"/>
                  </a:lnTo>
                  <a:lnTo>
                    <a:pt x="4635" y="5792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5" y="5252"/>
                  </a:lnTo>
                  <a:lnTo>
                    <a:pt x="4403" y="4866"/>
                  </a:lnTo>
                  <a:lnTo>
                    <a:pt x="3862" y="4170"/>
                  </a:lnTo>
                  <a:lnTo>
                    <a:pt x="2704" y="2780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3"/>
            <p:cNvSpPr/>
            <p:nvPr/>
          </p:nvSpPr>
          <p:spPr>
            <a:xfrm>
              <a:off x="2839800" y="2000700"/>
              <a:ext cx="270325" cy="209525"/>
            </a:xfrm>
            <a:custGeom>
              <a:avLst/>
              <a:gdLst/>
              <a:ahLst/>
              <a:cxnLst/>
              <a:rect l="l" t="t" r="r" b="b"/>
              <a:pathLst>
                <a:path w="10813" h="8381" extrusionOk="0">
                  <a:moveTo>
                    <a:pt x="10233" y="1"/>
                  </a:moveTo>
                  <a:lnTo>
                    <a:pt x="10156" y="78"/>
                  </a:lnTo>
                  <a:lnTo>
                    <a:pt x="10117" y="155"/>
                  </a:lnTo>
                  <a:lnTo>
                    <a:pt x="10079" y="233"/>
                  </a:lnTo>
                  <a:lnTo>
                    <a:pt x="10079" y="348"/>
                  </a:lnTo>
                  <a:lnTo>
                    <a:pt x="10156" y="426"/>
                  </a:lnTo>
                  <a:lnTo>
                    <a:pt x="10272" y="580"/>
                  </a:lnTo>
                  <a:lnTo>
                    <a:pt x="10310" y="735"/>
                  </a:lnTo>
                  <a:lnTo>
                    <a:pt x="10349" y="928"/>
                  </a:lnTo>
                  <a:lnTo>
                    <a:pt x="10310" y="1121"/>
                  </a:lnTo>
                  <a:lnTo>
                    <a:pt x="10233" y="1275"/>
                  </a:lnTo>
                  <a:lnTo>
                    <a:pt x="10156" y="1468"/>
                  </a:lnTo>
                  <a:lnTo>
                    <a:pt x="9847" y="1854"/>
                  </a:lnTo>
                  <a:lnTo>
                    <a:pt x="9538" y="2202"/>
                  </a:lnTo>
                  <a:lnTo>
                    <a:pt x="9152" y="2511"/>
                  </a:lnTo>
                  <a:lnTo>
                    <a:pt x="8611" y="3013"/>
                  </a:lnTo>
                  <a:lnTo>
                    <a:pt x="8264" y="3283"/>
                  </a:lnTo>
                  <a:lnTo>
                    <a:pt x="8225" y="3206"/>
                  </a:lnTo>
                  <a:lnTo>
                    <a:pt x="8148" y="3129"/>
                  </a:lnTo>
                  <a:lnTo>
                    <a:pt x="7607" y="2820"/>
                  </a:lnTo>
                  <a:lnTo>
                    <a:pt x="7144" y="2434"/>
                  </a:lnTo>
                  <a:lnTo>
                    <a:pt x="6912" y="2665"/>
                  </a:lnTo>
                  <a:lnTo>
                    <a:pt x="7105" y="2936"/>
                  </a:lnTo>
                  <a:lnTo>
                    <a:pt x="7376" y="3167"/>
                  </a:lnTo>
                  <a:lnTo>
                    <a:pt x="7646" y="3399"/>
                  </a:lnTo>
                  <a:lnTo>
                    <a:pt x="7955" y="3553"/>
                  </a:lnTo>
                  <a:lnTo>
                    <a:pt x="7028" y="4287"/>
                  </a:lnTo>
                  <a:lnTo>
                    <a:pt x="6101" y="4982"/>
                  </a:lnTo>
                  <a:lnTo>
                    <a:pt x="4943" y="5793"/>
                  </a:lnTo>
                  <a:lnTo>
                    <a:pt x="3746" y="6527"/>
                  </a:lnTo>
                  <a:lnTo>
                    <a:pt x="3553" y="6681"/>
                  </a:lnTo>
                  <a:lnTo>
                    <a:pt x="3475" y="6334"/>
                  </a:lnTo>
                  <a:lnTo>
                    <a:pt x="3321" y="6025"/>
                  </a:lnTo>
                  <a:lnTo>
                    <a:pt x="3128" y="5716"/>
                  </a:lnTo>
                  <a:lnTo>
                    <a:pt x="2896" y="5446"/>
                  </a:lnTo>
                  <a:lnTo>
                    <a:pt x="2626" y="5677"/>
                  </a:lnTo>
                  <a:lnTo>
                    <a:pt x="2819" y="5909"/>
                  </a:lnTo>
                  <a:lnTo>
                    <a:pt x="2935" y="6179"/>
                  </a:lnTo>
                  <a:lnTo>
                    <a:pt x="3051" y="6565"/>
                  </a:lnTo>
                  <a:lnTo>
                    <a:pt x="3128" y="6952"/>
                  </a:lnTo>
                  <a:lnTo>
                    <a:pt x="2317" y="7376"/>
                  </a:lnTo>
                  <a:lnTo>
                    <a:pt x="1892" y="7608"/>
                  </a:lnTo>
                  <a:lnTo>
                    <a:pt x="1467" y="7762"/>
                  </a:lnTo>
                  <a:lnTo>
                    <a:pt x="1081" y="7878"/>
                  </a:lnTo>
                  <a:lnTo>
                    <a:pt x="927" y="7917"/>
                  </a:lnTo>
                  <a:lnTo>
                    <a:pt x="772" y="7917"/>
                  </a:lnTo>
                  <a:lnTo>
                    <a:pt x="618" y="7878"/>
                  </a:lnTo>
                  <a:lnTo>
                    <a:pt x="502" y="7840"/>
                  </a:lnTo>
                  <a:lnTo>
                    <a:pt x="386" y="7724"/>
                  </a:lnTo>
                  <a:lnTo>
                    <a:pt x="309" y="7608"/>
                  </a:lnTo>
                  <a:lnTo>
                    <a:pt x="270" y="7569"/>
                  </a:lnTo>
                  <a:lnTo>
                    <a:pt x="232" y="7531"/>
                  </a:lnTo>
                  <a:lnTo>
                    <a:pt x="116" y="7492"/>
                  </a:lnTo>
                  <a:lnTo>
                    <a:pt x="39" y="7569"/>
                  </a:lnTo>
                  <a:lnTo>
                    <a:pt x="0" y="7608"/>
                  </a:lnTo>
                  <a:lnTo>
                    <a:pt x="0" y="7685"/>
                  </a:lnTo>
                  <a:lnTo>
                    <a:pt x="39" y="7840"/>
                  </a:lnTo>
                  <a:lnTo>
                    <a:pt x="77" y="7994"/>
                  </a:lnTo>
                  <a:lnTo>
                    <a:pt x="155" y="8110"/>
                  </a:lnTo>
                  <a:lnTo>
                    <a:pt x="270" y="8226"/>
                  </a:lnTo>
                  <a:lnTo>
                    <a:pt x="348" y="8264"/>
                  </a:lnTo>
                  <a:lnTo>
                    <a:pt x="463" y="8342"/>
                  </a:lnTo>
                  <a:lnTo>
                    <a:pt x="734" y="8380"/>
                  </a:lnTo>
                  <a:lnTo>
                    <a:pt x="1004" y="8380"/>
                  </a:lnTo>
                  <a:lnTo>
                    <a:pt x="1274" y="8342"/>
                  </a:lnTo>
                  <a:lnTo>
                    <a:pt x="1545" y="8264"/>
                  </a:lnTo>
                  <a:lnTo>
                    <a:pt x="1815" y="8149"/>
                  </a:lnTo>
                  <a:lnTo>
                    <a:pt x="2935" y="7569"/>
                  </a:lnTo>
                  <a:lnTo>
                    <a:pt x="4055" y="6952"/>
                  </a:lnTo>
                  <a:lnTo>
                    <a:pt x="5097" y="6295"/>
                  </a:lnTo>
                  <a:lnTo>
                    <a:pt x="6140" y="5561"/>
                  </a:lnTo>
                  <a:lnTo>
                    <a:pt x="7067" y="4866"/>
                  </a:lnTo>
                  <a:lnTo>
                    <a:pt x="7993" y="4171"/>
                  </a:lnTo>
                  <a:lnTo>
                    <a:pt x="8881" y="3399"/>
                  </a:lnTo>
                  <a:lnTo>
                    <a:pt x="9731" y="2627"/>
                  </a:lnTo>
                  <a:lnTo>
                    <a:pt x="10001" y="2356"/>
                  </a:lnTo>
                  <a:lnTo>
                    <a:pt x="10272" y="2047"/>
                  </a:lnTo>
                  <a:lnTo>
                    <a:pt x="10503" y="1739"/>
                  </a:lnTo>
                  <a:lnTo>
                    <a:pt x="10696" y="1430"/>
                  </a:lnTo>
                  <a:lnTo>
                    <a:pt x="10812" y="1082"/>
                  </a:lnTo>
                  <a:lnTo>
                    <a:pt x="10812" y="928"/>
                  </a:lnTo>
                  <a:lnTo>
                    <a:pt x="10812" y="735"/>
                  </a:lnTo>
                  <a:lnTo>
                    <a:pt x="10774" y="580"/>
                  </a:lnTo>
                  <a:lnTo>
                    <a:pt x="10735" y="387"/>
                  </a:lnTo>
                  <a:lnTo>
                    <a:pt x="10619" y="233"/>
                  </a:lnTo>
                  <a:lnTo>
                    <a:pt x="10465" y="40"/>
                  </a:lnTo>
                  <a:lnTo>
                    <a:pt x="103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3"/>
            <p:cNvSpPr/>
            <p:nvPr/>
          </p:nvSpPr>
          <p:spPr>
            <a:xfrm>
              <a:off x="633925" y="2005525"/>
              <a:ext cx="61800" cy="160300"/>
            </a:xfrm>
            <a:custGeom>
              <a:avLst/>
              <a:gdLst/>
              <a:ahLst/>
              <a:cxnLst/>
              <a:rect l="l" t="t" r="r" b="b"/>
              <a:pathLst>
                <a:path w="2472" h="6412" extrusionOk="0">
                  <a:moveTo>
                    <a:pt x="309" y="1"/>
                  </a:moveTo>
                  <a:lnTo>
                    <a:pt x="0" y="78"/>
                  </a:lnTo>
                  <a:lnTo>
                    <a:pt x="193" y="928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5"/>
                  </a:lnTo>
                  <a:lnTo>
                    <a:pt x="1661" y="5716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6" y="5909"/>
                  </a:lnTo>
                  <a:lnTo>
                    <a:pt x="1931" y="6141"/>
                  </a:lnTo>
                  <a:lnTo>
                    <a:pt x="2085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1" y="6257"/>
                  </a:lnTo>
                  <a:lnTo>
                    <a:pt x="2356" y="5948"/>
                  </a:lnTo>
                  <a:lnTo>
                    <a:pt x="2278" y="5948"/>
                  </a:lnTo>
                  <a:lnTo>
                    <a:pt x="2124" y="5600"/>
                  </a:lnTo>
                  <a:lnTo>
                    <a:pt x="1969" y="5214"/>
                  </a:lnTo>
                  <a:lnTo>
                    <a:pt x="1738" y="4442"/>
                  </a:lnTo>
                  <a:lnTo>
                    <a:pt x="1197" y="2936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3"/>
            <p:cNvSpPr/>
            <p:nvPr/>
          </p:nvSpPr>
          <p:spPr>
            <a:xfrm>
              <a:off x="643575" y="2007475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0"/>
                  </a:moveTo>
                  <a:lnTo>
                    <a:pt x="0" y="39"/>
                  </a:lnTo>
                  <a:lnTo>
                    <a:pt x="1970" y="3205"/>
                  </a:lnTo>
                  <a:lnTo>
                    <a:pt x="4055" y="6333"/>
                  </a:lnTo>
                  <a:lnTo>
                    <a:pt x="3553" y="6294"/>
                  </a:lnTo>
                  <a:lnTo>
                    <a:pt x="3051" y="6179"/>
                  </a:lnTo>
                  <a:lnTo>
                    <a:pt x="2587" y="6024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5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7" y="6719"/>
                  </a:lnTo>
                  <a:lnTo>
                    <a:pt x="4132" y="6796"/>
                  </a:lnTo>
                  <a:lnTo>
                    <a:pt x="4595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8" y="6642"/>
                  </a:lnTo>
                  <a:lnTo>
                    <a:pt x="8148" y="6487"/>
                  </a:lnTo>
                  <a:lnTo>
                    <a:pt x="8959" y="6294"/>
                  </a:lnTo>
                  <a:lnTo>
                    <a:pt x="9770" y="6024"/>
                  </a:lnTo>
                  <a:lnTo>
                    <a:pt x="10581" y="5715"/>
                  </a:lnTo>
                  <a:lnTo>
                    <a:pt x="11314" y="5368"/>
                  </a:lnTo>
                  <a:lnTo>
                    <a:pt x="12009" y="4904"/>
                  </a:lnTo>
                  <a:lnTo>
                    <a:pt x="12357" y="4673"/>
                  </a:lnTo>
                  <a:lnTo>
                    <a:pt x="12666" y="4402"/>
                  </a:lnTo>
                  <a:lnTo>
                    <a:pt x="12975" y="4093"/>
                  </a:lnTo>
                  <a:lnTo>
                    <a:pt x="13284" y="3784"/>
                  </a:lnTo>
                  <a:lnTo>
                    <a:pt x="13515" y="3476"/>
                  </a:lnTo>
                  <a:lnTo>
                    <a:pt x="13786" y="3128"/>
                  </a:lnTo>
                  <a:lnTo>
                    <a:pt x="13979" y="2780"/>
                  </a:lnTo>
                  <a:lnTo>
                    <a:pt x="14211" y="2394"/>
                  </a:lnTo>
                  <a:lnTo>
                    <a:pt x="14211" y="2278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4" y="2163"/>
                  </a:lnTo>
                  <a:lnTo>
                    <a:pt x="13554" y="2703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6"/>
                  </a:lnTo>
                  <a:lnTo>
                    <a:pt x="12009" y="4364"/>
                  </a:lnTo>
                  <a:lnTo>
                    <a:pt x="11546" y="4711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6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1"/>
                  </a:lnTo>
                  <a:lnTo>
                    <a:pt x="6758" y="6294"/>
                  </a:lnTo>
                  <a:lnTo>
                    <a:pt x="6217" y="6333"/>
                  </a:lnTo>
                  <a:lnTo>
                    <a:pt x="5677" y="6410"/>
                  </a:lnTo>
                  <a:lnTo>
                    <a:pt x="4557" y="6410"/>
                  </a:lnTo>
                  <a:lnTo>
                    <a:pt x="4595" y="6294"/>
                  </a:lnTo>
                  <a:lnTo>
                    <a:pt x="4364" y="6256"/>
                  </a:lnTo>
                  <a:lnTo>
                    <a:pt x="3398" y="4634"/>
                  </a:lnTo>
                  <a:lnTo>
                    <a:pt x="2356" y="3012"/>
                  </a:lnTo>
                  <a:lnTo>
                    <a:pt x="1275" y="1468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3"/>
            <p:cNvSpPr/>
            <p:nvPr/>
          </p:nvSpPr>
          <p:spPr>
            <a:xfrm>
              <a:off x="5946350" y="2008425"/>
              <a:ext cx="112975" cy="132300"/>
            </a:xfrm>
            <a:custGeom>
              <a:avLst/>
              <a:gdLst/>
              <a:ahLst/>
              <a:cxnLst/>
              <a:rect l="l" t="t" r="r" b="b"/>
              <a:pathLst>
                <a:path w="4519" h="5292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55"/>
                  </a:lnTo>
                  <a:lnTo>
                    <a:pt x="2240" y="271"/>
                  </a:lnTo>
                  <a:lnTo>
                    <a:pt x="2009" y="426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082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08"/>
                  </a:lnTo>
                  <a:lnTo>
                    <a:pt x="1" y="4055"/>
                  </a:lnTo>
                  <a:lnTo>
                    <a:pt x="1" y="4364"/>
                  </a:lnTo>
                  <a:lnTo>
                    <a:pt x="39" y="4673"/>
                  </a:lnTo>
                  <a:lnTo>
                    <a:pt x="117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789"/>
                  </a:lnTo>
                  <a:lnTo>
                    <a:pt x="696" y="4712"/>
                  </a:lnTo>
                  <a:lnTo>
                    <a:pt x="580" y="4557"/>
                  </a:lnTo>
                  <a:lnTo>
                    <a:pt x="541" y="4442"/>
                  </a:lnTo>
                  <a:lnTo>
                    <a:pt x="503" y="4248"/>
                  </a:lnTo>
                  <a:lnTo>
                    <a:pt x="541" y="4055"/>
                  </a:lnTo>
                  <a:lnTo>
                    <a:pt x="580" y="3592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27" y="2318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16" y="1159"/>
                  </a:lnTo>
                  <a:lnTo>
                    <a:pt x="2202" y="889"/>
                  </a:lnTo>
                  <a:lnTo>
                    <a:pt x="2627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6" y="464"/>
                  </a:lnTo>
                  <a:lnTo>
                    <a:pt x="4441" y="464"/>
                  </a:lnTo>
                  <a:lnTo>
                    <a:pt x="4519" y="426"/>
                  </a:lnTo>
                  <a:lnTo>
                    <a:pt x="4519" y="348"/>
                  </a:lnTo>
                  <a:lnTo>
                    <a:pt x="4519" y="155"/>
                  </a:lnTo>
                  <a:lnTo>
                    <a:pt x="4210" y="155"/>
                  </a:lnTo>
                  <a:lnTo>
                    <a:pt x="3901" y="78"/>
                  </a:lnTo>
                  <a:lnTo>
                    <a:pt x="36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3"/>
            <p:cNvSpPr/>
            <p:nvPr/>
          </p:nvSpPr>
          <p:spPr>
            <a:xfrm>
              <a:off x="6195425" y="2043175"/>
              <a:ext cx="25125" cy="11625"/>
            </a:xfrm>
            <a:custGeom>
              <a:avLst/>
              <a:gdLst/>
              <a:ahLst/>
              <a:cxnLst/>
              <a:rect l="l" t="t" r="r" b="b"/>
              <a:pathLst>
                <a:path w="1005" h="465" extrusionOk="0">
                  <a:moveTo>
                    <a:pt x="773" y="1"/>
                  </a:moveTo>
                  <a:lnTo>
                    <a:pt x="541" y="40"/>
                  </a:lnTo>
                  <a:lnTo>
                    <a:pt x="309" y="78"/>
                  </a:lnTo>
                  <a:lnTo>
                    <a:pt x="78" y="155"/>
                  </a:lnTo>
                  <a:lnTo>
                    <a:pt x="39" y="194"/>
                  </a:lnTo>
                  <a:lnTo>
                    <a:pt x="0" y="271"/>
                  </a:lnTo>
                  <a:lnTo>
                    <a:pt x="0" y="348"/>
                  </a:lnTo>
                  <a:lnTo>
                    <a:pt x="78" y="426"/>
                  </a:lnTo>
                  <a:lnTo>
                    <a:pt x="116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580" y="348"/>
                  </a:lnTo>
                  <a:lnTo>
                    <a:pt x="773" y="387"/>
                  </a:lnTo>
                  <a:lnTo>
                    <a:pt x="850" y="348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04" y="233"/>
                  </a:lnTo>
                  <a:lnTo>
                    <a:pt x="1004" y="155"/>
                  </a:lnTo>
                  <a:lnTo>
                    <a:pt x="966" y="78"/>
                  </a:lnTo>
                  <a:lnTo>
                    <a:pt x="888" y="40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3"/>
            <p:cNvSpPr/>
            <p:nvPr/>
          </p:nvSpPr>
          <p:spPr>
            <a:xfrm>
              <a:off x="6096950" y="2048975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155" y="1"/>
                  </a:moveTo>
                  <a:lnTo>
                    <a:pt x="116" y="39"/>
                  </a:lnTo>
                  <a:lnTo>
                    <a:pt x="39" y="78"/>
                  </a:lnTo>
                  <a:lnTo>
                    <a:pt x="1" y="155"/>
                  </a:lnTo>
                  <a:lnTo>
                    <a:pt x="39" y="271"/>
                  </a:lnTo>
                  <a:lnTo>
                    <a:pt x="116" y="310"/>
                  </a:lnTo>
                  <a:lnTo>
                    <a:pt x="155" y="310"/>
                  </a:lnTo>
                  <a:lnTo>
                    <a:pt x="425" y="348"/>
                  </a:lnTo>
                  <a:lnTo>
                    <a:pt x="734" y="348"/>
                  </a:lnTo>
                  <a:lnTo>
                    <a:pt x="812" y="271"/>
                  </a:lnTo>
                  <a:lnTo>
                    <a:pt x="850" y="155"/>
                  </a:lnTo>
                  <a:lnTo>
                    <a:pt x="812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3"/>
            <p:cNvSpPr/>
            <p:nvPr/>
          </p:nvSpPr>
          <p:spPr>
            <a:xfrm>
              <a:off x="5988825" y="2089525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580"/>
                  </a:lnTo>
                  <a:lnTo>
                    <a:pt x="2549" y="696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59"/>
                  </a:lnTo>
                  <a:lnTo>
                    <a:pt x="3206" y="1429"/>
                  </a:lnTo>
                  <a:lnTo>
                    <a:pt x="3244" y="1661"/>
                  </a:lnTo>
                  <a:lnTo>
                    <a:pt x="3244" y="1931"/>
                  </a:lnTo>
                  <a:lnTo>
                    <a:pt x="3206" y="2201"/>
                  </a:lnTo>
                  <a:lnTo>
                    <a:pt x="3090" y="2433"/>
                  </a:lnTo>
                  <a:lnTo>
                    <a:pt x="2974" y="2665"/>
                  </a:lnTo>
                  <a:lnTo>
                    <a:pt x="2781" y="2858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47" y="3244"/>
                  </a:lnTo>
                  <a:lnTo>
                    <a:pt x="1777" y="3244"/>
                  </a:lnTo>
                  <a:lnTo>
                    <a:pt x="1468" y="3167"/>
                  </a:lnTo>
                  <a:lnTo>
                    <a:pt x="1198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24"/>
                  </a:lnTo>
                  <a:lnTo>
                    <a:pt x="464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8" y="889"/>
                  </a:lnTo>
                  <a:lnTo>
                    <a:pt x="1121" y="734"/>
                  </a:lnTo>
                  <a:lnTo>
                    <a:pt x="1352" y="580"/>
                  </a:lnTo>
                  <a:lnTo>
                    <a:pt x="1584" y="464"/>
                  </a:lnTo>
                  <a:close/>
                  <a:moveTo>
                    <a:pt x="1700" y="0"/>
                  </a:moveTo>
                  <a:lnTo>
                    <a:pt x="1545" y="78"/>
                  </a:lnTo>
                  <a:lnTo>
                    <a:pt x="1352" y="116"/>
                  </a:lnTo>
                  <a:lnTo>
                    <a:pt x="1314" y="155"/>
                  </a:lnTo>
                  <a:lnTo>
                    <a:pt x="1082" y="271"/>
                  </a:lnTo>
                  <a:lnTo>
                    <a:pt x="812" y="387"/>
                  </a:lnTo>
                  <a:lnTo>
                    <a:pt x="619" y="541"/>
                  </a:lnTo>
                  <a:lnTo>
                    <a:pt x="426" y="734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1" y="2086"/>
                  </a:lnTo>
                  <a:lnTo>
                    <a:pt x="39" y="2279"/>
                  </a:lnTo>
                  <a:lnTo>
                    <a:pt x="117" y="2472"/>
                  </a:lnTo>
                  <a:lnTo>
                    <a:pt x="310" y="2819"/>
                  </a:lnTo>
                  <a:lnTo>
                    <a:pt x="541" y="3128"/>
                  </a:lnTo>
                  <a:lnTo>
                    <a:pt x="850" y="3399"/>
                  </a:lnTo>
                  <a:lnTo>
                    <a:pt x="1198" y="3592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07"/>
                  </a:lnTo>
                  <a:lnTo>
                    <a:pt x="2356" y="3669"/>
                  </a:lnTo>
                  <a:lnTo>
                    <a:pt x="2627" y="3553"/>
                  </a:lnTo>
                  <a:lnTo>
                    <a:pt x="2897" y="3399"/>
                  </a:lnTo>
                  <a:lnTo>
                    <a:pt x="3129" y="3244"/>
                  </a:lnTo>
                  <a:lnTo>
                    <a:pt x="3322" y="3012"/>
                  </a:lnTo>
                  <a:lnTo>
                    <a:pt x="3476" y="2742"/>
                  </a:lnTo>
                  <a:lnTo>
                    <a:pt x="3631" y="2472"/>
                  </a:lnTo>
                  <a:lnTo>
                    <a:pt x="3708" y="2201"/>
                  </a:lnTo>
                  <a:lnTo>
                    <a:pt x="3746" y="1893"/>
                  </a:lnTo>
                  <a:lnTo>
                    <a:pt x="3708" y="1584"/>
                  </a:lnTo>
                  <a:lnTo>
                    <a:pt x="3669" y="1275"/>
                  </a:lnTo>
                  <a:lnTo>
                    <a:pt x="3515" y="966"/>
                  </a:lnTo>
                  <a:lnTo>
                    <a:pt x="3322" y="696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3"/>
            <p:cNvSpPr/>
            <p:nvPr/>
          </p:nvSpPr>
          <p:spPr>
            <a:xfrm>
              <a:off x="3369775" y="2101100"/>
              <a:ext cx="174750" cy="292550"/>
            </a:xfrm>
            <a:custGeom>
              <a:avLst/>
              <a:gdLst/>
              <a:ahLst/>
              <a:cxnLst/>
              <a:rect l="l" t="t" r="r" b="b"/>
              <a:pathLst>
                <a:path w="6990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3" y="6256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3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1" y="11508"/>
                  </a:lnTo>
                  <a:lnTo>
                    <a:pt x="6951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8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5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3" y="8573"/>
                  </a:lnTo>
                  <a:lnTo>
                    <a:pt x="6295" y="9500"/>
                  </a:lnTo>
                  <a:lnTo>
                    <a:pt x="6256" y="10427"/>
                  </a:lnTo>
                  <a:lnTo>
                    <a:pt x="5986" y="9886"/>
                  </a:lnTo>
                  <a:lnTo>
                    <a:pt x="5252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3"/>
            <p:cNvSpPr/>
            <p:nvPr/>
          </p:nvSpPr>
          <p:spPr>
            <a:xfrm>
              <a:off x="4221225" y="2127175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3"/>
            <p:cNvSpPr/>
            <p:nvPr/>
          </p:nvSpPr>
          <p:spPr>
            <a:xfrm>
              <a:off x="4086075" y="21291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7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6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2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69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7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5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5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8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4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4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8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3"/>
            <p:cNvSpPr/>
            <p:nvPr/>
          </p:nvSpPr>
          <p:spPr>
            <a:xfrm>
              <a:off x="5288925" y="2151300"/>
              <a:ext cx="174775" cy="292550"/>
            </a:xfrm>
            <a:custGeom>
              <a:avLst/>
              <a:gdLst/>
              <a:ahLst/>
              <a:cxnLst/>
              <a:rect l="l" t="t" r="r" b="b"/>
              <a:pathLst>
                <a:path w="6991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3"/>
            <p:cNvSpPr/>
            <p:nvPr/>
          </p:nvSpPr>
          <p:spPr>
            <a:xfrm>
              <a:off x="1498900" y="21899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7" y="618"/>
                  </a:moveTo>
                  <a:lnTo>
                    <a:pt x="5947" y="773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5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3" y="3900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0"/>
                  </a:lnTo>
                  <a:lnTo>
                    <a:pt x="5792" y="3862"/>
                  </a:lnTo>
                  <a:lnTo>
                    <a:pt x="5676" y="3746"/>
                  </a:lnTo>
                  <a:lnTo>
                    <a:pt x="5561" y="3553"/>
                  </a:lnTo>
                  <a:lnTo>
                    <a:pt x="5483" y="3321"/>
                  </a:lnTo>
                  <a:lnTo>
                    <a:pt x="5406" y="2626"/>
                  </a:lnTo>
                  <a:lnTo>
                    <a:pt x="5367" y="1970"/>
                  </a:lnTo>
                  <a:lnTo>
                    <a:pt x="5367" y="618"/>
                  </a:lnTo>
                  <a:close/>
                  <a:moveTo>
                    <a:pt x="2780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7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6" y="3012"/>
                  </a:lnTo>
                  <a:lnTo>
                    <a:pt x="888" y="2549"/>
                  </a:lnTo>
                  <a:lnTo>
                    <a:pt x="1158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0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2" y="6295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0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4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8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6" y="4287"/>
                  </a:lnTo>
                  <a:lnTo>
                    <a:pt x="965" y="4518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3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7" y="3398"/>
                  </a:lnTo>
                  <a:lnTo>
                    <a:pt x="5174" y="3746"/>
                  </a:lnTo>
                  <a:lnTo>
                    <a:pt x="5213" y="3900"/>
                  </a:lnTo>
                  <a:lnTo>
                    <a:pt x="5290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69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7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0" y="4904"/>
                  </a:lnTo>
                  <a:lnTo>
                    <a:pt x="9383" y="4904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3" y="6488"/>
                  </a:lnTo>
                  <a:lnTo>
                    <a:pt x="10696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6" y="6565"/>
                  </a:lnTo>
                  <a:lnTo>
                    <a:pt x="12280" y="6912"/>
                  </a:lnTo>
                  <a:lnTo>
                    <a:pt x="12395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8" y="8998"/>
                  </a:lnTo>
                  <a:lnTo>
                    <a:pt x="12511" y="8998"/>
                  </a:lnTo>
                  <a:lnTo>
                    <a:pt x="12434" y="9075"/>
                  </a:lnTo>
                  <a:lnTo>
                    <a:pt x="12395" y="9113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3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0" y="7723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7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4" y="5098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6"/>
                  </a:lnTo>
                  <a:lnTo>
                    <a:pt x="9885" y="4480"/>
                  </a:lnTo>
                  <a:lnTo>
                    <a:pt x="9538" y="4441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4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8" y="348"/>
                  </a:lnTo>
                  <a:lnTo>
                    <a:pt x="5715" y="193"/>
                  </a:lnTo>
                  <a:lnTo>
                    <a:pt x="5290" y="78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3"/>
            <p:cNvSpPr/>
            <p:nvPr/>
          </p:nvSpPr>
          <p:spPr>
            <a:xfrm>
              <a:off x="1530750" y="22034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7" y="7454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5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3"/>
                  </a:lnTo>
                  <a:lnTo>
                    <a:pt x="9538" y="9423"/>
                  </a:lnTo>
                  <a:lnTo>
                    <a:pt x="9384" y="9655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8" y="10195"/>
                  </a:lnTo>
                  <a:lnTo>
                    <a:pt x="8109" y="10157"/>
                  </a:lnTo>
                  <a:lnTo>
                    <a:pt x="7839" y="10079"/>
                  </a:lnTo>
                  <a:lnTo>
                    <a:pt x="7607" y="9964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8" y="9346"/>
                  </a:lnTo>
                  <a:lnTo>
                    <a:pt x="6951" y="9075"/>
                  </a:lnTo>
                  <a:lnTo>
                    <a:pt x="6912" y="8805"/>
                  </a:lnTo>
                  <a:lnTo>
                    <a:pt x="6951" y="8535"/>
                  </a:lnTo>
                  <a:lnTo>
                    <a:pt x="7028" y="8265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3" y="7569"/>
                  </a:lnTo>
                  <a:lnTo>
                    <a:pt x="8148" y="7338"/>
                  </a:lnTo>
                  <a:lnTo>
                    <a:pt x="8225" y="7299"/>
                  </a:lnTo>
                  <a:close/>
                  <a:moveTo>
                    <a:pt x="2858" y="1"/>
                  </a:moveTo>
                  <a:lnTo>
                    <a:pt x="2665" y="40"/>
                  </a:lnTo>
                  <a:lnTo>
                    <a:pt x="2665" y="78"/>
                  </a:lnTo>
                  <a:lnTo>
                    <a:pt x="2626" y="1353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3" y="5098"/>
                  </a:lnTo>
                  <a:lnTo>
                    <a:pt x="2896" y="7492"/>
                  </a:lnTo>
                  <a:lnTo>
                    <a:pt x="2896" y="8149"/>
                  </a:lnTo>
                  <a:lnTo>
                    <a:pt x="2935" y="8458"/>
                  </a:lnTo>
                  <a:lnTo>
                    <a:pt x="2974" y="8612"/>
                  </a:lnTo>
                  <a:lnTo>
                    <a:pt x="3051" y="8767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0" y="8689"/>
                  </a:lnTo>
                  <a:lnTo>
                    <a:pt x="0" y="9037"/>
                  </a:lnTo>
                  <a:lnTo>
                    <a:pt x="773" y="9114"/>
                  </a:lnTo>
                  <a:lnTo>
                    <a:pt x="1545" y="9153"/>
                  </a:lnTo>
                  <a:lnTo>
                    <a:pt x="3128" y="9230"/>
                  </a:lnTo>
                  <a:lnTo>
                    <a:pt x="4827" y="9307"/>
                  </a:lnTo>
                  <a:lnTo>
                    <a:pt x="5677" y="9307"/>
                  </a:lnTo>
                  <a:lnTo>
                    <a:pt x="6488" y="9269"/>
                  </a:lnTo>
                  <a:lnTo>
                    <a:pt x="6603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1" y="10311"/>
                  </a:lnTo>
                  <a:lnTo>
                    <a:pt x="7492" y="10466"/>
                  </a:lnTo>
                  <a:lnTo>
                    <a:pt x="7801" y="10581"/>
                  </a:lnTo>
                  <a:lnTo>
                    <a:pt x="8109" y="10659"/>
                  </a:lnTo>
                  <a:lnTo>
                    <a:pt x="8418" y="10697"/>
                  </a:lnTo>
                  <a:lnTo>
                    <a:pt x="8727" y="10620"/>
                  </a:lnTo>
                  <a:lnTo>
                    <a:pt x="9036" y="10543"/>
                  </a:lnTo>
                  <a:lnTo>
                    <a:pt x="9306" y="10388"/>
                  </a:lnTo>
                  <a:lnTo>
                    <a:pt x="9538" y="10195"/>
                  </a:lnTo>
                  <a:lnTo>
                    <a:pt x="9770" y="9964"/>
                  </a:lnTo>
                  <a:lnTo>
                    <a:pt x="9924" y="9693"/>
                  </a:lnTo>
                  <a:lnTo>
                    <a:pt x="10079" y="9423"/>
                  </a:lnTo>
                  <a:lnTo>
                    <a:pt x="10156" y="9153"/>
                  </a:lnTo>
                  <a:lnTo>
                    <a:pt x="10195" y="9153"/>
                  </a:lnTo>
                  <a:lnTo>
                    <a:pt x="10195" y="8767"/>
                  </a:lnTo>
                  <a:lnTo>
                    <a:pt x="10156" y="8419"/>
                  </a:lnTo>
                  <a:lnTo>
                    <a:pt x="10040" y="8071"/>
                  </a:lnTo>
                  <a:lnTo>
                    <a:pt x="9847" y="7763"/>
                  </a:lnTo>
                  <a:lnTo>
                    <a:pt x="9615" y="7492"/>
                  </a:lnTo>
                  <a:lnTo>
                    <a:pt x="9306" y="7261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6" y="6990"/>
                  </a:lnTo>
                  <a:lnTo>
                    <a:pt x="7723" y="7029"/>
                  </a:lnTo>
                  <a:lnTo>
                    <a:pt x="7414" y="7145"/>
                  </a:lnTo>
                  <a:lnTo>
                    <a:pt x="7144" y="7338"/>
                  </a:lnTo>
                  <a:lnTo>
                    <a:pt x="6912" y="7569"/>
                  </a:lnTo>
                  <a:lnTo>
                    <a:pt x="6719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5" y="8805"/>
                  </a:lnTo>
                  <a:lnTo>
                    <a:pt x="4943" y="8767"/>
                  </a:lnTo>
                  <a:lnTo>
                    <a:pt x="3476" y="8767"/>
                  </a:lnTo>
                  <a:lnTo>
                    <a:pt x="3476" y="8728"/>
                  </a:lnTo>
                  <a:lnTo>
                    <a:pt x="3476" y="8651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5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6"/>
                  </a:lnTo>
                  <a:lnTo>
                    <a:pt x="3205" y="7338"/>
                  </a:lnTo>
                  <a:lnTo>
                    <a:pt x="3128" y="6450"/>
                  </a:lnTo>
                  <a:lnTo>
                    <a:pt x="3012" y="4326"/>
                  </a:lnTo>
                  <a:lnTo>
                    <a:pt x="2935" y="2202"/>
                  </a:lnTo>
                  <a:lnTo>
                    <a:pt x="2896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3"/>
            <p:cNvSpPr/>
            <p:nvPr/>
          </p:nvSpPr>
          <p:spPr>
            <a:xfrm>
              <a:off x="4324525" y="22671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3"/>
            <p:cNvSpPr/>
            <p:nvPr/>
          </p:nvSpPr>
          <p:spPr>
            <a:xfrm>
              <a:off x="4273375" y="2268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3"/>
            <p:cNvSpPr/>
            <p:nvPr/>
          </p:nvSpPr>
          <p:spPr>
            <a:xfrm>
              <a:off x="1394625" y="22999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94"/>
                  </a:lnTo>
                  <a:lnTo>
                    <a:pt x="2240" y="309"/>
                  </a:lnTo>
                  <a:lnTo>
                    <a:pt x="2009" y="425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46"/>
                  </a:lnTo>
                  <a:lnTo>
                    <a:pt x="1" y="4055"/>
                  </a:lnTo>
                  <a:lnTo>
                    <a:pt x="1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4" y="4711"/>
                  </a:lnTo>
                  <a:lnTo>
                    <a:pt x="580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9"/>
                  </a:lnTo>
                  <a:lnTo>
                    <a:pt x="2626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4"/>
                  </a:lnTo>
                  <a:lnTo>
                    <a:pt x="4210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3"/>
            <p:cNvSpPr/>
            <p:nvPr/>
          </p:nvSpPr>
          <p:spPr>
            <a:xfrm>
              <a:off x="4211575" y="2315425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4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2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3"/>
            <p:cNvSpPr/>
            <p:nvPr/>
          </p:nvSpPr>
          <p:spPr>
            <a:xfrm>
              <a:off x="2413100" y="2319275"/>
              <a:ext cx="84975" cy="222075"/>
            </a:xfrm>
            <a:custGeom>
              <a:avLst/>
              <a:gdLst/>
              <a:ahLst/>
              <a:cxnLst/>
              <a:rect l="l" t="t" r="r" b="b"/>
              <a:pathLst>
                <a:path w="3399" h="8883" extrusionOk="0">
                  <a:moveTo>
                    <a:pt x="1043" y="7376"/>
                  </a:moveTo>
                  <a:lnTo>
                    <a:pt x="1197" y="7453"/>
                  </a:lnTo>
                  <a:lnTo>
                    <a:pt x="1352" y="7608"/>
                  </a:lnTo>
                  <a:lnTo>
                    <a:pt x="1429" y="7685"/>
                  </a:lnTo>
                  <a:lnTo>
                    <a:pt x="1468" y="7801"/>
                  </a:lnTo>
                  <a:lnTo>
                    <a:pt x="1468" y="8033"/>
                  </a:lnTo>
                  <a:lnTo>
                    <a:pt x="1390" y="8226"/>
                  </a:lnTo>
                  <a:lnTo>
                    <a:pt x="1313" y="8342"/>
                  </a:lnTo>
                  <a:lnTo>
                    <a:pt x="1236" y="8419"/>
                  </a:lnTo>
                  <a:lnTo>
                    <a:pt x="1159" y="8457"/>
                  </a:lnTo>
                  <a:lnTo>
                    <a:pt x="1043" y="8496"/>
                  </a:lnTo>
                  <a:lnTo>
                    <a:pt x="811" y="8496"/>
                  </a:lnTo>
                  <a:lnTo>
                    <a:pt x="618" y="8419"/>
                  </a:lnTo>
                  <a:lnTo>
                    <a:pt x="541" y="8342"/>
                  </a:lnTo>
                  <a:lnTo>
                    <a:pt x="464" y="8264"/>
                  </a:lnTo>
                  <a:lnTo>
                    <a:pt x="386" y="8148"/>
                  </a:lnTo>
                  <a:lnTo>
                    <a:pt x="386" y="8033"/>
                  </a:lnTo>
                  <a:lnTo>
                    <a:pt x="386" y="7917"/>
                  </a:lnTo>
                  <a:lnTo>
                    <a:pt x="386" y="7801"/>
                  </a:lnTo>
                  <a:lnTo>
                    <a:pt x="502" y="7569"/>
                  </a:lnTo>
                  <a:lnTo>
                    <a:pt x="695" y="7415"/>
                  </a:lnTo>
                  <a:lnTo>
                    <a:pt x="850" y="7376"/>
                  </a:lnTo>
                  <a:close/>
                  <a:moveTo>
                    <a:pt x="3128" y="1"/>
                  </a:moveTo>
                  <a:lnTo>
                    <a:pt x="3089" y="39"/>
                  </a:lnTo>
                  <a:lnTo>
                    <a:pt x="3051" y="78"/>
                  </a:lnTo>
                  <a:lnTo>
                    <a:pt x="2819" y="503"/>
                  </a:lnTo>
                  <a:lnTo>
                    <a:pt x="2665" y="889"/>
                  </a:lnTo>
                  <a:lnTo>
                    <a:pt x="2356" y="1777"/>
                  </a:lnTo>
                  <a:lnTo>
                    <a:pt x="2085" y="2665"/>
                  </a:lnTo>
                  <a:lnTo>
                    <a:pt x="1854" y="3515"/>
                  </a:lnTo>
                  <a:lnTo>
                    <a:pt x="1313" y="5252"/>
                  </a:lnTo>
                  <a:lnTo>
                    <a:pt x="1043" y="6102"/>
                  </a:lnTo>
                  <a:lnTo>
                    <a:pt x="811" y="6990"/>
                  </a:lnTo>
                  <a:lnTo>
                    <a:pt x="657" y="6990"/>
                  </a:lnTo>
                  <a:lnTo>
                    <a:pt x="541" y="7029"/>
                  </a:lnTo>
                  <a:lnTo>
                    <a:pt x="386" y="7106"/>
                  </a:lnTo>
                  <a:lnTo>
                    <a:pt x="309" y="7222"/>
                  </a:lnTo>
                  <a:lnTo>
                    <a:pt x="271" y="7299"/>
                  </a:lnTo>
                  <a:lnTo>
                    <a:pt x="271" y="7376"/>
                  </a:lnTo>
                  <a:lnTo>
                    <a:pt x="116" y="7608"/>
                  </a:lnTo>
                  <a:lnTo>
                    <a:pt x="0" y="7840"/>
                  </a:lnTo>
                  <a:lnTo>
                    <a:pt x="0" y="8110"/>
                  </a:lnTo>
                  <a:lnTo>
                    <a:pt x="39" y="8264"/>
                  </a:lnTo>
                  <a:lnTo>
                    <a:pt x="78" y="8419"/>
                  </a:lnTo>
                  <a:lnTo>
                    <a:pt x="193" y="8573"/>
                  </a:lnTo>
                  <a:lnTo>
                    <a:pt x="348" y="8689"/>
                  </a:lnTo>
                  <a:lnTo>
                    <a:pt x="502" y="8805"/>
                  </a:lnTo>
                  <a:lnTo>
                    <a:pt x="657" y="8882"/>
                  </a:lnTo>
                  <a:lnTo>
                    <a:pt x="1043" y="8882"/>
                  </a:lnTo>
                  <a:lnTo>
                    <a:pt x="1236" y="8844"/>
                  </a:lnTo>
                  <a:lnTo>
                    <a:pt x="1429" y="8766"/>
                  </a:lnTo>
                  <a:lnTo>
                    <a:pt x="1584" y="8650"/>
                  </a:lnTo>
                  <a:lnTo>
                    <a:pt x="1699" y="8496"/>
                  </a:lnTo>
                  <a:lnTo>
                    <a:pt x="1777" y="8342"/>
                  </a:lnTo>
                  <a:lnTo>
                    <a:pt x="1854" y="8148"/>
                  </a:lnTo>
                  <a:lnTo>
                    <a:pt x="1854" y="7955"/>
                  </a:lnTo>
                  <a:lnTo>
                    <a:pt x="1854" y="7762"/>
                  </a:lnTo>
                  <a:lnTo>
                    <a:pt x="1815" y="7608"/>
                  </a:lnTo>
                  <a:lnTo>
                    <a:pt x="1738" y="7415"/>
                  </a:lnTo>
                  <a:lnTo>
                    <a:pt x="1622" y="7299"/>
                  </a:lnTo>
                  <a:lnTo>
                    <a:pt x="1506" y="7183"/>
                  </a:lnTo>
                  <a:lnTo>
                    <a:pt x="1352" y="7106"/>
                  </a:lnTo>
                  <a:lnTo>
                    <a:pt x="1197" y="7029"/>
                  </a:lnTo>
                  <a:lnTo>
                    <a:pt x="1545" y="6179"/>
                  </a:lnTo>
                  <a:lnTo>
                    <a:pt x="1815" y="5330"/>
                  </a:lnTo>
                  <a:lnTo>
                    <a:pt x="2394" y="3592"/>
                  </a:lnTo>
                  <a:lnTo>
                    <a:pt x="2665" y="2781"/>
                  </a:lnTo>
                  <a:lnTo>
                    <a:pt x="2974" y="1932"/>
                  </a:lnTo>
                  <a:lnTo>
                    <a:pt x="3244" y="1082"/>
                  </a:lnTo>
                  <a:lnTo>
                    <a:pt x="3321" y="657"/>
                  </a:lnTo>
                  <a:lnTo>
                    <a:pt x="3398" y="232"/>
                  </a:lnTo>
                  <a:lnTo>
                    <a:pt x="3360" y="117"/>
                  </a:lnTo>
                  <a:lnTo>
                    <a:pt x="3244" y="39"/>
                  </a:lnTo>
                  <a:lnTo>
                    <a:pt x="312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3"/>
            <p:cNvSpPr/>
            <p:nvPr/>
          </p:nvSpPr>
          <p:spPr>
            <a:xfrm>
              <a:off x="4217375" y="2321200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0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2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3"/>
            <p:cNvSpPr/>
            <p:nvPr/>
          </p:nvSpPr>
          <p:spPr>
            <a:xfrm>
              <a:off x="1643700" y="2334725"/>
              <a:ext cx="26075" cy="11600"/>
            </a:xfrm>
            <a:custGeom>
              <a:avLst/>
              <a:gdLst/>
              <a:ahLst/>
              <a:cxnLst/>
              <a:rect l="l" t="t" r="r" b="b"/>
              <a:pathLst>
                <a:path w="1043" h="464" extrusionOk="0">
                  <a:moveTo>
                    <a:pt x="773" y="1"/>
                  </a:moveTo>
                  <a:lnTo>
                    <a:pt x="541" y="39"/>
                  </a:lnTo>
                  <a:lnTo>
                    <a:pt x="309" y="78"/>
                  </a:lnTo>
                  <a:lnTo>
                    <a:pt x="77" y="194"/>
                  </a:lnTo>
                  <a:lnTo>
                    <a:pt x="39" y="232"/>
                  </a:lnTo>
                  <a:lnTo>
                    <a:pt x="0" y="271"/>
                  </a:lnTo>
                  <a:lnTo>
                    <a:pt x="39" y="387"/>
                  </a:lnTo>
                  <a:lnTo>
                    <a:pt x="77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43" y="232"/>
                  </a:lnTo>
                  <a:lnTo>
                    <a:pt x="1004" y="155"/>
                  </a:lnTo>
                  <a:lnTo>
                    <a:pt x="966" y="116"/>
                  </a:lnTo>
                  <a:lnTo>
                    <a:pt x="888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3"/>
            <p:cNvSpPr/>
            <p:nvPr/>
          </p:nvSpPr>
          <p:spPr>
            <a:xfrm>
              <a:off x="5914500" y="2336650"/>
              <a:ext cx="309900" cy="605325"/>
            </a:xfrm>
            <a:custGeom>
              <a:avLst/>
              <a:gdLst/>
              <a:ahLst/>
              <a:cxnLst/>
              <a:rect l="l" t="t" r="r" b="b"/>
              <a:pathLst>
                <a:path w="12396" h="24213" extrusionOk="0">
                  <a:moveTo>
                    <a:pt x="7955" y="464"/>
                  </a:moveTo>
                  <a:lnTo>
                    <a:pt x="8496" y="503"/>
                  </a:lnTo>
                  <a:lnTo>
                    <a:pt x="9036" y="619"/>
                  </a:lnTo>
                  <a:lnTo>
                    <a:pt x="9500" y="812"/>
                  </a:lnTo>
                  <a:lnTo>
                    <a:pt x="9924" y="1043"/>
                  </a:lnTo>
                  <a:lnTo>
                    <a:pt x="10311" y="1352"/>
                  </a:lnTo>
                  <a:lnTo>
                    <a:pt x="10658" y="1700"/>
                  </a:lnTo>
                  <a:lnTo>
                    <a:pt x="10967" y="2086"/>
                  </a:lnTo>
                  <a:lnTo>
                    <a:pt x="11237" y="2511"/>
                  </a:lnTo>
                  <a:lnTo>
                    <a:pt x="11469" y="2974"/>
                  </a:lnTo>
                  <a:lnTo>
                    <a:pt x="11662" y="3438"/>
                  </a:lnTo>
                  <a:lnTo>
                    <a:pt x="11778" y="3940"/>
                  </a:lnTo>
                  <a:lnTo>
                    <a:pt x="11855" y="4442"/>
                  </a:lnTo>
                  <a:lnTo>
                    <a:pt x="11894" y="4982"/>
                  </a:lnTo>
                  <a:lnTo>
                    <a:pt x="11894" y="5484"/>
                  </a:lnTo>
                  <a:lnTo>
                    <a:pt x="11817" y="5986"/>
                  </a:lnTo>
                  <a:lnTo>
                    <a:pt x="11701" y="6488"/>
                  </a:lnTo>
                  <a:lnTo>
                    <a:pt x="11546" y="6990"/>
                  </a:lnTo>
                  <a:lnTo>
                    <a:pt x="11315" y="7453"/>
                  </a:lnTo>
                  <a:lnTo>
                    <a:pt x="11083" y="7917"/>
                  </a:lnTo>
                  <a:lnTo>
                    <a:pt x="10813" y="8342"/>
                  </a:lnTo>
                  <a:lnTo>
                    <a:pt x="10504" y="8766"/>
                  </a:lnTo>
                  <a:lnTo>
                    <a:pt x="10195" y="9153"/>
                  </a:lnTo>
                  <a:lnTo>
                    <a:pt x="9847" y="9500"/>
                  </a:lnTo>
                  <a:lnTo>
                    <a:pt x="9461" y="9848"/>
                  </a:lnTo>
                  <a:lnTo>
                    <a:pt x="9036" y="10157"/>
                  </a:lnTo>
                  <a:lnTo>
                    <a:pt x="8650" y="10465"/>
                  </a:lnTo>
                  <a:lnTo>
                    <a:pt x="8187" y="10736"/>
                  </a:lnTo>
                  <a:lnTo>
                    <a:pt x="7762" y="11006"/>
                  </a:lnTo>
                  <a:lnTo>
                    <a:pt x="6835" y="11469"/>
                  </a:lnTo>
                  <a:lnTo>
                    <a:pt x="5870" y="11856"/>
                  </a:lnTo>
                  <a:lnTo>
                    <a:pt x="5677" y="11856"/>
                  </a:lnTo>
                  <a:lnTo>
                    <a:pt x="5638" y="11933"/>
                  </a:lnTo>
                  <a:lnTo>
                    <a:pt x="5600" y="11933"/>
                  </a:lnTo>
                  <a:lnTo>
                    <a:pt x="4982" y="11276"/>
                  </a:lnTo>
                  <a:lnTo>
                    <a:pt x="4441" y="10543"/>
                  </a:lnTo>
                  <a:lnTo>
                    <a:pt x="3978" y="9809"/>
                  </a:lnTo>
                  <a:lnTo>
                    <a:pt x="3746" y="9384"/>
                  </a:lnTo>
                  <a:lnTo>
                    <a:pt x="3592" y="8998"/>
                  </a:lnTo>
                  <a:lnTo>
                    <a:pt x="3437" y="8612"/>
                  </a:lnTo>
                  <a:lnTo>
                    <a:pt x="3283" y="8187"/>
                  </a:lnTo>
                  <a:lnTo>
                    <a:pt x="3167" y="7762"/>
                  </a:lnTo>
                  <a:lnTo>
                    <a:pt x="3090" y="7299"/>
                  </a:lnTo>
                  <a:lnTo>
                    <a:pt x="3051" y="6874"/>
                  </a:lnTo>
                  <a:lnTo>
                    <a:pt x="3012" y="6411"/>
                  </a:lnTo>
                  <a:lnTo>
                    <a:pt x="3051" y="5948"/>
                  </a:lnTo>
                  <a:lnTo>
                    <a:pt x="3090" y="5484"/>
                  </a:lnTo>
                  <a:lnTo>
                    <a:pt x="3167" y="5021"/>
                  </a:lnTo>
                  <a:lnTo>
                    <a:pt x="3244" y="4557"/>
                  </a:lnTo>
                  <a:lnTo>
                    <a:pt x="3399" y="4094"/>
                  </a:lnTo>
                  <a:lnTo>
                    <a:pt x="3592" y="3669"/>
                  </a:lnTo>
                  <a:lnTo>
                    <a:pt x="3785" y="3206"/>
                  </a:lnTo>
                  <a:lnTo>
                    <a:pt x="4055" y="2820"/>
                  </a:lnTo>
                  <a:lnTo>
                    <a:pt x="4325" y="2395"/>
                  </a:lnTo>
                  <a:lnTo>
                    <a:pt x="4634" y="2047"/>
                  </a:lnTo>
                  <a:lnTo>
                    <a:pt x="4943" y="1700"/>
                  </a:lnTo>
                  <a:lnTo>
                    <a:pt x="5329" y="1391"/>
                  </a:lnTo>
                  <a:lnTo>
                    <a:pt x="5715" y="1082"/>
                  </a:lnTo>
                  <a:lnTo>
                    <a:pt x="6102" y="850"/>
                  </a:lnTo>
                  <a:lnTo>
                    <a:pt x="6526" y="696"/>
                  </a:lnTo>
                  <a:lnTo>
                    <a:pt x="6990" y="541"/>
                  </a:lnTo>
                  <a:lnTo>
                    <a:pt x="7453" y="464"/>
                  </a:lnTo>
                  <a:close/>
                  <a:moveTo>
                    <a:pt x="5561" y="12280"/>
                  </a:moveTo>
                  <a:lnTo>
                    <a:pt x="5600" y="12319"/>
                  </a:lnTo>
                  <a:lnTo>
                    <a:pt x="5677" y="12358"/>
                  </a:lnTo>
                  <a:lnTo>
                    <a:pt x="5793" y="12898"/>
                  </a:lnTo>
                  <a:lnTo>
                    <a:pt x="5098" y="12589"/>
                  </a:lnTo>
                  <a:lnTo>
                    <a:pt x="5561" y="12280"/>
                  </a:lnTo>
                  <a:close/>
                  <a:moveTo>
                    <a:pt x="3321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2" y="13979"/>
                  </a:lnTo>
                  <a:lnTo>
                    <a:pt x="2781" y="13941"/>
                  </a:lnTo>
                  <a:lnTo>
                    <a:pt x="2510" y="13825"/>
                  </a:lnTo>
                  <a:lnTo>
                    <a:pt x="2935" y="13400"/>
                  </a:lnTo>
                  <a:lnTo>
                    <a:pt x="3321" y="12975"/>
                  </a:lnTo>
                  <a:close/>
                  <a:moveTo>
                    <a:pt x="3939" y="14327"/>
                  </a:moveTo>
                  <a:lnTo>
                    <a:pt x="5098" y="14520"/>
                  </a:lnTo>
                  <a:lnTo>
                    <a:pt x="4441" y="15485"/>
                  </a:lnTo>
                  <a:lnTo>
                    <a:pt x="4287" y="15215"/>
                  </a:lnTo>
                  <a:lnTo>
                    <a:pt x="4171" y="14945"/>
                  </a:lnTo>
                  <a:lnTo>
                    <a:pt x="4055" y="14636"/>
                  </a:lnTo>
                  <a:lnTo>
                    <a:pt x="3978" y="14366"/>
                  </a:lnTo>
                  <a:lnTo>
                    <a:pt x="3939" y="14327"/>
                  </a:lnTo>
                  <a:close/>
                  <a:moveTo>
                    <a:pt x="3746" y="14597"/>
                  </a:moveTo>
                  <a:lnTo>
                    <a:pt x="3823" y="14945"/>
                  </a:lnTo>
                  <a:lnTo>
                    <a:pt x="3978" y="15292"/>
                  </a:lnTo>
                  <a:lnTo>
                    <a:pt x="4132" y="15601"/>
                  </a:lnTo>
                  <a:lnTo>
                    <a:pt x="4287" y="15910"/>
                  </a:lnTo>
                  <a:lnTo>
                    <a:pt x="4364" y="15987"/>
                  </a:lnTo>
                  <a:lnTo>
                    <a:pt x="4055" y="16412"/>
                  </a:lnTo>
                  <a:lnTo>
                    <a:pt x="3746" y="16875"/>
                  </a:lnTo>
                  <a:lnTo>
                    <a:pt x="3592" y="16412"/>
                  </a:lnTo>
                  <a:lnTo>
                    <a:pt x="3476" y="15949"/>
                  </a:lnTo>
                  <a:lnTo>
                    <a:pt x="3476" y="15717"/>
                  </a:lnTo>
                  <a:lnTo>
                    <a:pt x="3476" y="15447"/>
                  </a:lnTo>
                  <a:lnTo>
                    <a:pt x="3514" y="15215"/>
                  </a:lnTo>
                  <a:lnTo>
                    <a:pt x="3553" y="14983"/>
                  </a:lnTo>
                  <a:lnTo>
                    <a:pt x="3746" y="14597"/>
                  </a:lnTo>
                  <a:close/>
                  <a:moveTo>
                    <a:pt x="4480" y="16335"/>
                  </a:moveTo>
                  <a:lnTo>
                    <a:pt x="4673" y="16760"/>
                  </a:lnTo>
                  <a:lnTo>
                    <a:pt x="4789" y="17223"/>
                  </a:lnTo>
                  <a:lnTo>
                    <a:pt x="4364" y="17107"/>
                  </a:lnTo>
                  <a:lnTo>
                    <a:pt x="3939" y="17030"/>
                  </a:lnTo>
                  <a:lnTo>
                    <a:pt x="4480" y="16335"/>
                  </a:lnTo>
                  <a:close/>
                  <a:moveTo>
                    <a:pt x="2472" y="16875"/>
                  </a:moveTo>
                  <a:lnTo>
                    <a:pt x="3399" y="17107"/>
                  </a:lnTo>
                  <a:lnTo>
                    <a:pt x="3476" y="17262"/>
                  </a:lnTo>
                  <a:lnTo>
                    <a:pt x="3321" y="17377"/>
                  </a:lnTo>
                  <a:lnTo>
                    <a:pt x="3167" y="17571"/>
                  </a:lnTo>
                  <a:lnTo>
                    <a:pt x="2897" y="17918"/>
                  </a:lnTo>
                  <a:lnTo>
                    <a:pt x="2665" y="17416"/>
                  </a:lnTo>
                  <a:lnTo>
                    <a:pt x="2472" y="16875"/>
                  </a:lnTo>
                  <a:close/>
                  <a:moveTo>
                    <a:pt x="3360" y="19733"/>
                  </a:moveTo>
                  <a:lnTo>
                    <a:pt x="4055" y="20428"/>
                  </a:lnTo>
                  <a:lnTo>
                    <a:pt x="3553" y="20660"/>
                  </a:lnTo>
                  <a:lnTo>
                    <a:pt x="3012" y="20969"/>
                  </a:lnTo>
                  <a:lnTo>
                    <a:pt x="3012" y="20969"/>
                  </a:lnTo>
                  <a:lnTo>
                    <a:pt x="3167" y="20351"/>
                  </a:lnTo>
                  <a:lnTo>
                    <a:pt x="3360" y="19733"/>
                  </a:lnTo>
                  <a:close/>
                  <a:moveTo>
                    <a:pt x="5677" y="20119"/>
                  </a:moveTo>
                  <a:lnTo>
                    <a:pt x="5986" y="20196"/>
                  </a:lnTo>
                  <a:lnTo>
                    <a:pt x="5715" y="20891"/>
                  </a:lnTo>
                  <a:lnTo>
                    <a:pt x="5368" y="21548"/>
                  </a:lnTo>
                  <a:lnTo>
                    <a:pt x="4673" y="20583"/>
                  </a:lnTo>
                  <a:lnTo>
                    <a:pt x="4634" y="20544"/>
                  </a:lnTo>
                  <a:lnTo>
                    <a:pt x="4673" y="20235"/>
                  </a:lnTo>
                  <a:lnTo>
                    <a:pt x="5020" y="20158"/>
                  </a:lnTo>
                  <a:lnTo>
                    <a:pt x="5329" y="20119"/>
                  </a:lnTo>
                  <a:close/>
                  <a:moveTo>
                    <a:pt x="7453" y="1"/>
                  </a:moveTo>
                  <a:lnTo>
                    <a:pt x="7067" y="39"/>
                  </a:lnTo>
                  <a:lnTo>
                    <a:pt x="6719" y="155"/>
                  </a:lnTo>
                  <a:lnTo>
                    <a:pt x="6333" y="271"/>
                  </a:lnTo>
                  <a:lnTo>
                    <a:pt x="5986" y="426"/>
                  </a:lnTo>
                  <a:lnTo>
                    <a:pt x="5638" y="580"/>
                  </a:lnTo>
                  <a:lnTo>
                    <a:pt x="5291" y="812"/>
                  </a:lnTo>
                  <a:lnTo>
                    <a:pt x="4943" y="1043"/>
                  </a:lnTo>
                  <a:lnTo>
                    <a:pt x="4634" y="1314"/>
                  </a:lnTo>
                  <a:lnTo>
                    <a:pt x="4364" y="1623"/>
                  </a:lnTo>
                  <a:lnTo>
                    <a:pt x="4094" y="1893"/>
                  </a:lnTo>
                  <a:lnTo>
                    <a:pt x="3823" y="2240"/>
                  </a:lnTo>
                  <a:lnTo>
                    <a:pt x="3592" y="2549"/>
                  </a:lnTo>
                  <a:lnTo>
                    <a:pt x="3399" y="2897"/>
                  </a:lnTo>
                  <a:lnTo>
                    <a:pt x="3205" y="3283"/>
                  </a:lnTo>
                  <a:lnTo>
                    <a:pt x="3051" y="3631"/>
                  </a:lnTo>
                  <a:lnTo>
                    <a:pt x="2897" y="4017"/>
                  </a:lnTo>
                  <a:lnTo>
                    <a:pt x="2781" y="4403"/>
                  </a:lnTo>
                  <a:lnTo>
                    <a:pt x="2703" y="4789"/>
                  </a:lnTo>
                  <a:lnTo>
                    <a:pt x="2626" y="5175"/>
                  </a:lnTo>
                  <a:lnTo>
                    <a:pt x="2588" y="5600"/>
                  </a:lnTo>
                  <a:lnTo>
                    <a:pt x="2549" y="5986"/>
                  </a:lnTo>
                  <a:lnTo>
                    <a:pt x="2549" y="6411"/>
                  </a:lnTo>
                  <a:lnTo>
                    <a:pt x="2549" y="6836"/>
                  </a:lnTo>
                  <a:lnTo>
                    <a:pt x="2665" y="7724"/>
                  </a:lnTo>
                  <a:lnTo>
                    <a:pt x="2742" y="8149"/>
                  </a:lnTo>
                  <a:lnTo>
                    <a:pt x="2858" y="8573"/>
                  </a:lnTo>
                  <a:lnTo>
                    <a:pt x="3012" y="8998"/>
                  </a:lnTo>
                  <a:lnTo>
                    <a:pt x="3167" y="9384"/>
                  </a:lnTo>
                  <a:lnTo>
                    <a:pt x="3321" y="9809"/>
                  </a:lnTo>
                  <a:lnTo>
                    <a:pt x="3553" y="10195"/>
                  </a:lnTo>
                  <a:lnTo>
                    <a:pt x="3746" y="10543"/>
                  </a:lnTo>
                  <a:lnTo>
                    <a:pt x="4016" y="10929"/>
                  </a:lnTo>
                  <a:lnTo>
                    <a:pt x="4287" y="11238"/>
                  </a:lnTo>
                  <a:lnTo>
                    <a:pt x="4596" y="11547"/>
                  </a:lnTo>
                  <a:lnTo>
                    <a:pt x="4905" y="11856"/>
                  </a:lnTo>
                  <a:lnTo>
                    <a:pt x="5252" y="12087"/>
                  </a:lnTo>
                  <a:lnTo>
                    <a:pt x="4557" y="12473"/>
                  </a:lnTo>
                  <a:lnTo>
                    <a:pt x="4480" y="12551"/>
                  </a:lnTo>
                  <a:lnTo>
                    <a:pt x="4441" y="12666"/>
                  </a:lnTo>
                  <a:lnTo>
                    <a:pt x="4480" y="12782"/>
                  </a:lnTo>
                  <a:lnTo>
                    <a:pt x="4596" y="12860"/>
                  </a:lnTo>
                  <a:lnTo>
                    <a:pt x="5020" y="13014"/>
                  </a:lnTo>
                  <a:lnTo>
                    <a:pt x="4673" y="13168"/>
                  </a:lnTo>
                  <a:lnTo>
                    <a:pt x="4403" y="13362"/>
                  </a:lnTo>
                  <a:lnTo>
                    <a:pt x="4094" y="13555"/>
                  </a:lnTo>
                  <a:lnTo>
                    <a:pt x="3862" y="13786"/>
                  </a:lnTo>
                  <a:lnTo>
                    <a:pt x="3823" y="13477"/>
                  </a:lnTo>
                  <a:lnTo>
                    <a:pt x="3746" y="13168"/>
                  </a:lnTo>
                  <a:lnTo>
                    <a:pt x="3630" y="12860"/>
                  </a:lnTo>
                  <a:lnTo>
                    <a:pt x="3514" y="12551"/>
                  </a:lnTo>
                  <a:lnTo>
                    <a:pt x="3476" y="12473"/>
                  </a:lnTo>
                  <a:lnTo>
                    <a:pt x="3360" y="12435"/>
                  </a:lnTo>
                  <a:lnTo>
                    <a:pt x="3283" y="12473"/>
                  </a:lnTo>
                  <a:lnTo>
                    <a:pt x="3205" y="12512"/>
                  </a:lnTo>
                  <a:lnTo>
                    <a:pt x="2665" y="13168"/>
                  </a:lnTo>
                  <a:lnTo>
                    <a:pt x="2086" y="13748"/>
                  </a:lnTo>
                  <a:lnTo>
                    <a:pt x="2047" y="13825"/>
                  </a:lnTo>
                  <a:lnTo>
                    <a:pt x="2008" y="13902"/>
                  </a:lnTo>
                  <a:lnTo>
                    <a:pt x="2047" y="13979"/>
                  </a:lnTo>
                  <a:lnTo>
                    <a:pt x="2086" y="14057"/>
                  </a:lnTo>
                  <a:lnTo>
                    <a:pt x="2395" y="14211"/>
                  </a:lnTo>
                  <a:lnTo>
                    <a:pt x="2742" y="14288"/>
                  </a:lnTo>
                  <a:lnTo>
                    <a:pt x="3051" y="14366"/>
                  </a:lnTo>
                  <a:lnTo>
                    <a:pt x="3399" y="14366"/>
                  </a:lnTo>
                  <a:lnTo>
                    <a:pt x="3244" y="14636"/>
                  </a:lnTo>
                  <a:lnTo>
                    <a:pt x="3128" y="14945"/>
                  </a:lnTo>
                  <a:lnTo>
                    <a:pt x="3090" y="15176"/>
                  </a:lnTo>
                  <a:lnTo>
                    <a:pt x="3051" y="15408"/>
                  </a:lnTo>
                  <a:lnTo>
                    <a:pt x="3051" y="15872"/>
                  </a:lnTo>
                  <a:lnTo>
                    <a:pt x="3128" y="16296"/>
                  </a:lnTo>
                  <a:lnTo>
                    <a:pt x="3244" y="16760"/>
                  </a:lnTo>
                  <a:lnTo>
                    <a:pt x="2781" y="16567"/>
                  </a:lnTo>
                  <a:lnTo>
                    <a:pt x="2279" y="16412"/>
                  </a:lnTo>
                  <a:lnTo>
                    <a:pt x="2201" y="16412"/>
                  </a:lnTo>
                  <a:lnTo>
                    <a:pt x="2124" y="16451"/>
                  </a:lnTo>
                  <a:lnTo>
                    <a:pt x="2047" y="16528"/>
                  </a:lnTo>
                  <a:lnTo>
                    <a:pt x="2047" y="16644"/>
                  </a:lnTo>
                  <a:lnTo>
                    <a:pt x="2163" y="17107"/>
                  </a:lnTo>
                  <a:lnTo>
                    <a:pt x="2279" y="17532"/>
                  </a:lnTo>
                  <a:lnTo>
                    <a:pt x="2472" y="17957"/>
                  </a:lnTo>
                  <a:lnTo>
                    <a:pt x="2703" y="18381"/>
                  </a:lnTo>
                  <a:lnTo>
                    <a:pt x="2781" y="18459"/>
                  </a:lnTo>
                  <a:lnTo>
                    <a:pt x="2858" y="18497"/>
                  </a:lnTo>
                  <a:lnTo>
                    <a:pt x="2935" y="18459"/>
                  </a:lnTo>
                  <a:lnTo>
                    <a:pt x="3012" y="18381"/>
                  </a:lnTo>
                  <a:lnTo>
                    <a:pt x="3321" y="18034"/>
                  </a:lnTo>
                  <a:lnTo>
                    <a:pt x="3514" y="17802"/>
                  </a:lnTo>
                  <a:lnTo>
                    <a:pt x="3630" y="17609"/>
                  </a:lnTo>
                  <a:lnTo>
                    <a:pt x="3707" y="17764"/>
                  </a:lnTo>
                  <a:lnTo>
                    <a:pt x="3978" y="18343"/>
                  </a:lnTo>
                  <a:lnTo>
                    <a:pt x="4132" y="18961"/>
                  </a:lnTo>
                  <a:lnTo>
                    <a:pt x="4248" y="19540"/>
                  </a:lnTo>
                  <a:lnTo>
                    <a:pt x="4248" y="20158"/>
                  </a:lnTo>
                  <a:lnTo>
                    <a:pt x="3437" y="19308"/>
                  </a:lnTo>
                  <a:lnTo>
                    <a:pt x="3399" y="19270"/>
                  </a:lnTo>
                  <a:lnTo>
                    <a:pt x="3205" y="19270"/>
                  </a:lnTo>
                  <a:lnTo>
                    <a:pt x="3167" y="19347"/>
                  </a:lnTo>
                  <a:lnTo>
                    <a:pt x="2974" y="19810"/>
                  </a:lnTo>
                  <a:lnTo>
                    <a:pt x="2781" y="20274"/>
                  </a:lnTo>
                  <a:lnTo>
                    <a:pt x="2665" y="20776"/>
                  </a:lnTo>
                  <a:lnTo>
                    <a:pt x="2626" y="21316"/>
                  </a:lnTo>
                  <a:lnTo>
                    <a:pt x="2626" y="21393"/>
                  </a:lnTo>
                  <a:lnTo>
                    <a:pt x="2703" y="21471"/>
                  </a:lnTo>
                  <a:lnTo>
                    <a:pt x="2781" y="21509"/>
                  </a:lnTo>
                  <a:lnTo>
                    <a:pt x="2897" y="21471"/>
                  </a:lnTo>
                  <a:lnTo>
                    <a:pt x="3514" y="21162"/>
                  </a:lnTo>
                  <a:lnTo>
                    <a:pt x="4171" y="20776"/>
                  </a:lnTo>
                  <a:lnTo>
                    <a:pt x="4171" y="20776"/>
                  </a:lnTo>
                  <a:lnTo>
                    <a:pt x="4055" y="21162"/>
                  </a:lnTo>
                  <a:lnTo>
                    <a:pt x="3901" y="21548"/>
                  </a:lnTo>
                  <a:lnTo>
                    <a:pt x="3669" y="22050"/>
                  </a:lnTo>
                  <a:lnTo>
                    <a:pt x="3321" y="22552"/>
                  </a:lnTo>
                  <a:lnTo>
                    <a:pt x="2897" y="23015"/>
                  </a:lnTo>
                  <a:lnTo>
                    <a:pt x="2626" y="23247"/>
                  </a:lnTo>
                  <a:lnTo>
                    <a:pt x="2395" y="23401"/>
                  </a:lnTo>
                  <a:lnTo>
                    <a:pt x="2124" y="23594"/>
                  </a:lnTo>
                  <a:lnTo>
                    <a:pt x="1854" y="23710"/>
                  </a:lnTo>
                  <a:lnTo>
                    <a:pt x="1584" y="23788"/>
                  </a:lnTo>
                  <a:lnTo>
                    <a:pt x="1313" y="23788"/>
                  </a:lnTo>
                  <a:lnTo>
                    <a:pt x="1082" y="23749"/>
                  </a:lnTo>
                  <a:lnTo>
                    <a:pt x="811" y="23672"/>
                  </a:lnTo>
                  <a:lnTo>
                    <a:pt x="541" y="23517"/>
                  </a:lnTo>
                  <a:lnTo>
                    <a:pt x="309" y="23286"/>
                  </a:lnTo>
                  <a:lnTo>
                    <a:pt x="232" y="23247"/>
                  </a:lnTo>
                  <a:lnTo>
                    <a:pt x="78" y="23247"/>
                  </a:lnTo>
                  <a:lnTo>
                    <a:pt x="39" y="23363"/>
                  </a:lnTo>
                  <a:lnTo>
                    <a:pt x="0" y="23401"/>
                  </a:lnTo>
                  <a:lnTo>
                    <a:pt x="39" y="23479"/>
                  </a:lnTo>
                  <a:lnTo>
                    <a:pt x="155" y="23633"/>
                  </a:lnTo>
                  <a:lnTo>
                    <a:pt x="271" y="23788"/>
                  </a:lnTo>
                  <a:lnTo>
                    <a:pt x="387" y="23903"/>
                  </a:lnTo>
                  <a:lnTo>
                    <a:pt x="541" y="24019"/>
                  </a:lnTo>
                  <a:lnTo>
                    <a:pt x="695" y="24096"/>
                  </a:lnTo>
                  <a:lnTo>
                    <a:pt x="889" y="24135"/>
                  </a:lnTo>
                  <a:lnTo>
                    <a:pt x="1236" y="24212"/>
                  </a:lnTo>
                  <a:lnTo>
                    <a:pt x="1584" y="24174"/>
                  </a:lnTo>
                  <a:lnTo>
                    <a:pt x="1970" y="24096"/>
                  </a:lnTo>
                  <a:lnTo>
                    <a:pt x="2317" y="23942"/>
                  </a:lnTo>
                  <a:lnTo>
                    <a:pt x="2665" y="23749"/>
                  </a:lnTo>
                  <a:lnTo>
                    <a:pt x="3012" y="23479"/>
                  </a:lnTo>
                  <a:lnTo>
                    <a:pt x="3321" y="23208"/>
                  </a:lnTo>
                  <a:lnTo>
                    <a:pt x="3630" y="22861"/>
                  </a:lnTo>
                  <a:lnTo>
                    <a:pt x="3901" y="22513"/>
                  </a:lnTo>
                  <a:lnTo>
                    <a:pt x="4132" y="22127"/>
                  </a:lnTo>
                  <a:lnTo>
                    <a:pt x="4325" y="21702"/>
                  </a:lnTo>
                  <a:lnTo>
                    <a:pt x="4480" y="21316"/>
                  </a:lnTo>
                  <a:lnTo>
                    <a:pt x="4596" y="20853"/>
                  </a:lnTo>
                  <a:lnTo>
                    <a:pt x="5213" y="21973"/>
                  </a:lnTo>
                  <a:lnTo>
                    <a:pt x="5291" y="22050"/>
                  </a:lnTo>
                  <a:lnTo>
                    <a:pt x="5368" y="22088"/>
                  </a:lnTo>
                  <a:lnTo>
                    <a:pt x="5445" y="22050"/>
                  </a:lnTo>
                  <a:lnTo>
                    <a:pt x="5522" y="22011"/>
                  </a:lnTo>
                  <a:lnTo>
                    <a:pt x="5793" y="21548"/>
                  </a:lnTo>
                  <a:lnTo>
                    <a:pt x="6024" y="21084"/>
                  </a:lnTo>
                  <a:lnTo>
                    <a:pt x="6410" y="20119"/>
                  </a:lnTo>
                  <a:lnTo>
                    <a:pt x="6410" y="20042"/>
                  </a:lnTo>
                  <a:lnTo>
                    <a:pt x="6410" y="19965"/>
                  </a:lnTo>
                  <a:lnTo>
                    <a:pt x="6372" y="19926"/>
                  </a:lnTo>
                  <a:lnTo>
                    <a:pt x="6295" y="19887"/>
                  </a:lnTo>
                  <a:lnTo>
                    <a:pt x="5908" y="19772"/>
                  </a:lnTo>
                  <a:lnTo>
                    <a:pt x="5484" y="19733"/>
                  </a:lnTo>
                  <a:lnTo>
                    <a:pt x="5098" y="19733"/>
                  </a:lnTo>
                  <a:lnTo>
                    <a:pt x="4673" y="19849"/>
                  </a:lnTo>
                  <a:lnTo>
                    <a:pt x="4634" y="19231"/>
                  </a:lnTo>
                  <a:lnTo>
                    <a:pt x="4518" y="18652"/>
                  </a:lnTo>
                  <a:lnTo>
                    <a:pt x="4287" y="18034"/>
                  </a:lnTo>
                  <a:lnTo>
                    <a:pt x="4055" y="17455"/>
                  </a:lnTo>
                  <a:lnTo>
                    <a:pt x="4518" y="17532"/>
                  </a:lnTo>
                  <a:lnTo>
                    <a:pt x="4982" y="17609"/>
                  </a:lnTo>
                  <a:lnTo>
                    <a:pt x="5059" y="17609"/>
                  </a:lnTo>
                  <a:lnTo>
                    <a:pt x="5098" y="17532"/>
                  </a:lnTo>
                  <a:lnTo>
                    <a:pt x="5136" y="17493"/>
                  </a:lnTo>
                  <a:lnTo>
                    <a:pt x="5136" y="17377"/>
                  </a:lnTo>
                  <a:lnTo>
                    <a:pt x="5098" y="17030"/>
                  </a:lnTo>
                  <a:lnTo>
                    <a:pt x="4982" y="16644"/>
                  </a:lnTo>
                  <a:lnTo>
                    <a:pt x="4827" y="16296"/>
                  </a:lnTo>
                  <a:lnTo>
                    <a:pt x="4673" y="15987"/>
                  </a:lnTo>
                  <a:lnTo>
                    <a:pt x="4596" y="15910"/>
                  </a:lnTo>
                  <a:lnTo>
                    <a:pt x="4634" y="15910"/>
                  </a:lnTo>
                  <a:lnTo>
                    <a:pt x="5600" y="14481"/>
                  </a:lnTo>
                  <a:lnTo>
                    <a:pt x="5638" y="14366"/>
                  </a:lnTo>
                  <a:lnTo>
                    <a:pt x="5600" y="14288"/>
                  </a:lnTo>
                  <a:lnTo>
                    <a:pt x="5561" y="14211"/>
                  </a:lnTo>
                  <a:lnTo>
                    <a:pt x="5445" y="14172"/>
                  </a:lnTo>
                  <a:lnTo>
                    <a:pt x="4209" y="13979"/>
                  </a:lnTo>
                  <a:lnTo>
                    <a:pt x="4480" y="13748"/>
                  </a:lnTo>
                  <a:lnTo>
                    <a:pt x="4789" y="13555"/>
                  </a:lnTo>
                  <a:lnTo>
                    <a:pt x="5098" y="13362"/>
                  </a:lnTo>
                  <a:lnTo>
                    <a:pt x="5406" y="13168"/>
                  </a:lnTo>
                  <a:lnTo>
                    <a:pt x="6024" y="13400"/>
                  </a:lnTo>
                  <a:lnTo>
                    <a:pt x="6140" y="13439"/>
                  </a:lnTo>
                  <a:lnTo>
                    <a:pt x="6217" y="13362"/>
                  </a:lnTo>
                  <a:lnTo>
                    <a:pt x="6256" y="13284"/>
                  </a:lnTo>
                  <a:lnTo>
                    <a:pt x="6295" y="13168"/>
                  </a:lnTo>
                  <a:lnTo>
                    <a:pt x="6179" y="12705"/>
                  </a:lnTo>
                  <a:lnTo>
                    <a:pt x="6063" y="12242"/>
                  </a:lnTo>
                  <a:lnTo>
                    <a:pt x="6912" y="11933"/>
                  </a:lnTo>
                  <a:lnTo>
                    <a:pt x="7723" y="11585"/>
                  </a:lnTo>
                  <a:lnTo>
                    <a:pt x="8534" y="11122"/>
                  </a:lnTo>
                  <a:lnTo>
                    <a:pt x="9268" y="10620"/>
                  </a:lnTo>
                  <a:lnTo>
                    <a:pt x="9963" y="10079"/>
                  </a:lnTo>
                  <a:lnTo>
                    <a:pt x="10311" y="9770"/>
                  </a:lnTo>
                  <a:lnTo>
                    <a:pt x="10620" y="9423"/>
                  </a:lnTo>
                  <a:lnTo>
                    <a:pt x="10890" y="9075"/>
                  </a:lnTo>
                  <a:lnTo>
                    <a:pt x="11160" y="8728"/>
                  </a:lnTo>
                  <a:lnTo>
                    <a:pt x="11392" y="8342"/>
                  </a:lnTo>
                  <a:lnTo>
                    <a:pt x="11623" y="7955"/>
                  </a:lnTo>
                  <a:lnTo>
                    <a:pt x="11817" y="7569"/>
                  </a:lnTo>
                  <a:lnTo>
                    <a:pt x="11971" y="7183"/>
                  </a:lnTo>
                  <a:lnTo>
                    <a:pt x="12125" y="6758"/>
                  </a:lnTo>
                  <a:lnTo>
                    <a:pt x="12241" y="6334"/>
                  </a:lnTo>
                  <a:lnTo>
                    <a:pt x="12319" y="5948"/>
                  </a:lnTo>
                  <a:lnTo>
                    <a:pt x="12357" y="5523"/>
                  </a:lnTo>
                  <a:lnTo>
                    <a:pt x="12396" y="5098"/>
                  </a:lnTo>
                  <a:lnTo>
                    <a:pt x="12396" y="4673"/>
                  </a:lnTo>
                  <a:lnTo>
                    <a:pt x="12357" y="4248"/>
                  </a:lnTo>
                  <a:lnTo>
                    <a:pt x="12280" y="3824"/>
                  </a:lnTo>
                  <a:lnTo>
                    <a:pt x="12203" y="3438"/>
                  </a:lnTo>
                  <a:lnTo>
                    <a:pt x="12048" y="3051"/>
                  </a:lnTo>
                  <a:lnTo>
                    <a:pt x="11894" y="2665"/>
                  </a:lnTo>
                  <a:lnTo>
                    <a:pt x="11701" y="2279"/>
                  </a:lnTo>
                  <a:lnTo>
                    <a:pt x="11469" y="1893"/>
                  </a:lnTo>
                  <a:lnTo>
                    <a:pt x="11160" y="1545"/>
                  </a:lnTo>
                  <a:lnTo>
                    <a:pt x="10890" y="1275"/>
                  </a:lnTo>
                  <a:lnTo>
                    <a:pt x="10620" y="1005"/>
                  </a:lnTo>
                  <a:lnTo>
                    <a:pt x="10311" y="773"/>
                  </a:lnTo>
                  <a:lnTo>
                    <a:pt x="9963" y="580"/>
                  </a:lnTo>
                  <a:lnTo>
                    <a:pt x="9654" y="387"/>
                  </a:lnTo>
                  <a:lnTo>
                    <a:pt x="9307" y="233"/>
                  </a:lnTo>
                  <a:lnTo>
                    <a:pt x="8920" y="117"/>
                  </a:lnTo>
                  <a:lnTo>
                    <a:pt x="8573" y="39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3"/>
            <p:cNvSpPr/>
            <p:nvPr/>
          </p:nvSpPr>
          <p:spPr>
            <a:xfrm>
              <a:off x="1545225" y="23405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1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3"/>
            <p:cNvSpPr/>
            <p:nvPr/>
          </p:nvSpPr>
          <p:spPr>
            <a:xfrm>
              <a:off x="6777550" y="23482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9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1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3"/>
            <p:cNvSpPr/>
            <p:nvPr/>
          </p:nvSpPr>
          <p:spPr>
            <a:xfrm>
              <a:off x="6642400" y="2349200"/>
              <a:ext cx="437325" cy="301225"/>
            </a:xfrm>
            <a:custGeom>
              <a:avLst/>
              <a:gdLst/>
              <a:ahLst/>
              <a:cxnLst/>
              <a:rect l="l" t="t" r="r" b="b"/>
              <a:pathLst>
                <a:path w="17493" h="12049" extrusionOk="0">
                  <a:moveTo>
                    <a:pt x="12086" y="503"/>
                  </a:moveTo>
                  <a:lnTo>
                    <a:pt x="12202" y="580"/>
                  </a:lnTo>
                  <a:lnTo>
                    <a:pt x="12280" y="657"/>
                  </a:lnTo>
                  <a:lnTo>
                    <a:pt x="12627" y="850"/>
                  </a:lnTo>
                  <a:lnTo>
                    <a:pt x="12897" y="1159"/>
                  </a:lnTo>
                  <a:lnTo>
                    <a:pt x="13129" y="1507"/>
                  </a:lnTo>
                  <a:lnTo>
                    <a:pt x="13322" y="1854"/>
                  </a:lnTo>
                  <a:lnTo>
                    <a:pt x="13477" y="2240"/>
                  </a:lnTo>
                  <a:lnTo>
                    <a:pt x="13631" y="2665"/>
                  </a:lnTo>
                  <a:lnTo>
                    <a:pt x="13824" y="3438"/>
                  </a:lnTo>
                  <a:lnTo>
                    <a:pt x="13090" y="3013"/>
                  </a:lnTo>
                  <a:lnTo>
                    <a:pt x="12704" y="2781"/>
                  </a:lnTo>
                  <a:lnTo>
                    <a:pt x="12357" y="2472"/>
                  </a:lnTo>
                  <a:lnTo>
                    <a:pt x="12009" y="2125"/>
                  </a:lnTo>
                  <a:lnTo>
                    <a:pt x="11816" y="1932"/>
                  </a:lnTo>
                  <a:lnTo>
                    <a:pt x="11662" y="1700"/>
                  </a:lnTo>
                  <a:lnTo>
                    <a:pt x="11507" y="1391"/>
                  </a:lnTo>
                  <a:lnTo>
                    <a:pt x="11430" y="1043"/>
                  </a:lnTo>
                  <a:lnTo>
                    <a:pt x="11662" y="735"/>
                  </a:lnTo>
                  <a:lnTo>
                    <a:pt x="11739" y="619"/>
                  </a:lnTo>
                  <a:lnTo>
                    <a:pt x="11855" y="541"/>
                  </a:lnTo>
                  <a:lnTo>
                    <a:pt x="11971" y="503"/>
                  </a:lnTo>
                  <a:close/>
                  <a:moveTo>
                    <a:pt x="16218" y="1584"/>
                  </a:moveTo>
                  <a:lnTo>
                    <a:pt x="16296" y="1623"/>
                  </a:lnTo>
                  <a:lnTo>
                    <a:pt x="16411" y="1661"/>
                  </a:lnTo>
                  <a:lnTo>
                    <a:pt x="16489" y="1738"/>
                  </a:lnTo>
                  <a:lnTo>
                    <a:pt x="16566" y="1816"/>
                  </a:lnTo>
                  <a:lnTo>
                    <a:pt x="16604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4" y="2511"/>
                  </a:lnTo>
                  <a:lnTo>
                    <a:pt x="16527" y="2665"/>
                  </a:lnTo>
                  <a:lnTo>
                    <a:pt x="16411" y="2820"/>
                  </a:lnTo>
                  <a:lnTo>
                    <a:pt x="16296" y="2974"/>
                  </a:lnTo>
                  <a:lnTo>
                    <a:pt x="15948" y="3206"/>
                  </a:lnTo>
                  <a:lnTo>
                    <a:pt x="15562" y="3399"/>
                  </a:lnTo>
                  <a:lnTo>
                    <a:pt x="15137" y="3553"/>
                  </a:lnTo>
                  <a:lnTo>
                    <a:pt x="14712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7"/>
                  </a:lnTo>
                  <a:lnTo>
                    <a:pt x="15098" y="2279"/>
                  </a:lnTo>
                  <a:lnTo>
                    <a:pt x="15407" y="1970"/>
                  </a:lnTo>
                  <a:lnTo>
                    <a:pt x="15639" y="1816"/>
                  </a:lnTo>
                  <a:lnTo>
                    <a:pt x="15871" y="1661"/>
                  </a:lnTo>
                  <a:lnTo>
                    <a:pt x="16102" y="1623"/>
                  </a:lnTo>
                  <a:lnTo>
                    <a:pt x="16218" y="1584"/>
                  </a:lnTo>
                  <a:close/>
                  <a:moveTo>
                    <a:pt x="13824" y="4287"/>
                  </a:moveTo>
                  <a:lnTo>
                    <a:pt x="13670" y="4557"/>
                  </a:lnTo>
                  <a:lnTo>
                    <a:pt x="13477" y="4789"/>
                  </a:lnTo>
                  <a:lnTo>
                    <a:pt x="13245" y="5021"/>
                  </a:lnTo>
                  <a:lnTo>
                    <a:pt x="13013" y="5214"/>
                  </a:lnTo>
                  <a:lnTo>
                    <a:pt x="12666" y="5484"/>
                  </a:lnTo>
                  <a:lnTo>
                    <a:pt x="12164" y="5754"/>
                  </a:lnTo>
                  <a:lnTo>
                    <a:pt x="11893" y="5870"/>
                  </a:lnTo>
                  <a:lnTo>
                    <a:pt x="11623" y="5948"/>
                  </a:lnTo>
                  <a:lnTo>
                    <a:pt x="11391" y="5986"/>
                  </a:lnTo>
                  <a:lnTo>
                    <a:pt x="11198" y="5948"/>
                  </a:lnTo>
                  <a:lnTo>
                    <a:pt x="11044" y="5870"/>
                  </a:lnTo>
                  <a:lnTo>
                    <a:pt x="10967" y="5793"/>
                  </a:lnTo>
                  <a:lnTo>
                    <a:pt x="10928" y="5716"/>
                  </a:lnTo>
                  <a:lnTo>
                    <a:pt x="10889" y="5639"/>
                  </a:lnTo>
                  <a:lnTo>
                    <a:pt x="10889" y="5446"/>
                  </a:lnTo>
                  <a:lnTo>
                    <a:pt x="10967" y="5252"/>
                  </a:lnTo>
                  <a:lnTo>
                    <a:pt x="11121" y="5098"/>
                  </a:lnTo>
                  <a:lnTo>
                    <a:pt x="11276" y="4944"/>
                  </a:lnTo>
                  <a:lnTo>
                    <a:pt x="11546" y="4750"/>
                  </a:lnTo>
                  <a:lnTo>
                    <a:pt x="11816" y="4635"/>
                  </a:lnTo>
                  <a:lnTo>
                    <a:pt x="12086" y="4557"/>
                  </a:lnTo>
                  <a:lnTo>
                    <a:pt x="12627" y="4480"/>
                  </a:lnTo>
                  <a:lnTo>
                    <a:pt x="13245" y="4403"/>
                  </a:lnTo>
                  <a:lnTo>
                    <a:pt x="13554" y="4364"/>
                  </a:lnTo>
                  <a:lnTo>
                    <a:pt x="13824" y="4287"/>
                  </a:lnTo>
                  <a:close/>
                  <a:moveTo>
                    <a:pt x="14403" y="4248"/>
                  </a:moveTo>
                  <a:lnTo>
                    <a:pt x="15098" y="4596"/>
                  </a:lnTo>
                  <a:lnTo>
                    <a:pt x="15407" y="4789"/>
                  </a:lnTo>
                  <a:lnTo>
                    <a:pt x="15716" y="4982"/>
                  </a:lnTo>
                  <a:lnTo>
                    <a:pt x="15909" y="5137"/>
                  </a:lnTo>
                  <a:lnTo>
                    <a:pt x="16141" y="5368"/>
                  </a:lnTo>
                  <a:lnTo>
                    <a:pt x="16411" y="5677"/>
                  </a:lnTo>
                  <a:lnTo>
                    <a:pt x="16643" y="5986"/>
                  </a:lnTo>
                  <a:lnTo>
                    <a:pt x="16875" y="6334"/>
                  </a:lnTo>
                  <a:lnTo>
                    <a:pt x="16991" y="6681"/>
                  </a:lnTo>
                  <a:lnTo>
                    <a:pt x="16991" y="6836"/>
                  </a:lnTo>
                  <a:lnTo>
                    <a:pt x="16991" y="6990"/>
                  </a:lnTo>
                  <a:lnTo>
                    <a:pt x="16952" y="7106"/>
                  </a:lnTo>
                  <a:lnTo>
                    <a:pt x="16836" y="7222"/>
                  </a:lnTo>
                  <a:lnTo>
                    <a:pt x="16759" y="7299"/>
                  </a:lnTo>
                  <a:lnTo>
                    <a:pt x="16643" y="7338"/>
                  </a:lnTo>
                  <a:lnTo>
                    <a:pt x="16373" y="7338"/>
                  </a:lnTo>
                  <a:lnTo>
                    <a:pt x="16141" y="7222"/>
                  </a:lnTo>
                  <a:lnTo>
                    <a:pt x="15871" y="7029"/>
                  </a:lnTo>
                  <a:lnTo>
                    <a:pt x="15600" y="6797"/>
                  </a:lnTo>
                  <a:lnTo>
                    <a:pt x="15369" y="6565"/>
                  </a:lnTo>
                  <a:lnTo>
                    <a:pt x="15060" y="6141"/>
                  </a:lnTo>
                  <a:lnTo>
                    <a:pt x="14828" y="5716"/>
                  </a:lnTo>
                  <a:lnTo>
                    <a:pt x="14635" y="5252"/>
                  </a:lnTo>
                  <a:lnTo>
                    <a:pt x="14519" y="4750"/>
                  </a:lnTo>
                  <a:lnTo>
                    <a:pt x="14403" y="4248"/>
                  </a:lnTo>
                  <a:close/>
                  <a:moveTo>
                    <a:pt x="11855" y="1"/>
                  </a:moveTo>
                  <a:lnTo>
                    <a:pt x="11584" y="39"/>
                  </a:lnTo>
                  <a:lnTo>
                    <a:pt x="11469" y="117"/>
                  </a:lnTo>
                  <a:lnTo>
                    <a:pt x="11353" y="194"/>
                  </a:lnTo>
                  <a:lnTo>
                    <a:pt x="11160" y="387"/>
                  </a:lnTo>
                  <a:lnTo>
                    <a:pt x="11005" y="619"/>
                  </a:lnTo>
                  <a:lnTo>
                    <a:pt x="10928" y="812"/>
                  </a:lnTo>
                  <a:lnTo>
                    <a:pt x="10928" y="1005"/>
                  </a:lnTo>
                  <a:lnTo>
                    <a:pt x="10928" y="1236"/>
                  </a:lnTo>
                  <a:lnTo>
                    <a:pt x="11005" y="1468"/>
                  </a:lnTo>
                  <a:lnTo>
                    <a:pt x="11082" y="1661"/>
                  </a:lnTo>
                  <a:lnTo>
                    <a:pt x="11198" y="1893"/>
                  </a:lnTo>
                  <a:lnTo>
                    <a:pt x="11546" y="2318"/>
                  </a:lnTo>
                  <a:lnTo>
                    <a:pt x="11932" y="2742"/>
                  </a:lnTo>
                  <a:lnTo>
                    <a:pt x="12395" y="3090"/>
                  </a:lnTo>
                  <a:lnTo>
                    <a:pt x="12859" y="3399"/>
                  </a:lnTo>
                  <a:lnTo>
                    <a:pt x="12859" y="3399"/>
                  </a:lnTo>
                  <a:lnTo>
                    <a:pt x="12048" y="3283"/>
                  </a:lnTo>
                  <a:lnTo>
                    <a:pt x="11198" y="3283"/>
                  </a:lnTo>
                  <a:lnTo>
                    <a:pt x="10387" y="3322"/>
                  </a:lnTo>
                  <a:lnTo>
                    <a:pt x="9615" y="3476"/>
                  </a:lnTo>
                  <a:lnTo>
                    <a:pt x="9654" y="3013"/>
                  </a:lnTo>
                  <a:lnTo>
                    <a:pt x="9654" y="2511"/>
                  </a:lnTo>
                  <a:lnTo>
                    <a:pt x="9615" y="2009"/>
                  </a:lnTo>
                  <a:lnTo>
                    <a:pt x="9538" y="1507"/>
                  </a:lnTo>
                  <a:lnTo>
                    <a:pt x="9075" y="1623"/>
                  </a:lnTo>
                  <a:lnTo>
                    <a:pt x="9152" y="2086"/>
                  </a:lnTo>
                  <a:lnTo>
                    <a:pt x="9152" y="2588"/>
                  </a:lnTo>
                  <a:lnTo>
                    <a:pt x="9152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5" y="3901"/>
                  </a:lnTo>
                  <a:lnTo>
                    <a:pt x="7414" y="4287"/>
                  </a:lnTo>
                  <a:lnTo>
                    <a:pt x="6603" y="4712"/>
                  </a:lnTo>
                  <a:lnTo>
                    <a:pt x="5831" y="5214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5" y="6218"/>
                  </a:lnTo>
                  <a:lnTo>
                    <a:pt x="3823" y="6913"/>
                  </a:lnTo>
                  <a:lnTo>
                    <a:pt x="3089" y="7685"/>
                  </a:lnTo>
                  <a:lnTo>
                    <a:pt x="2394" y="8496"/>
                  </a:lnTo>
                  <a:lnTo>
                    <a:pt x="1738" y="9307"/>
                  </a:lnTo>
                  <a:lnTo>
                    <a:pt x="1081" y="10157"/>
                  </a:lnTo>
                  <a:lnTo>
                    <a:pt x="502" y="10967"/>
                  </a:lnTo>
                  <a:lnTo>
                    <a:pt x="0" y="11778"/>
                  </a:lnTo>
                  <a:lnTo>
                    <a:pt x="348" y="12049"/>
                  </a:lnTo>
                  <a:lnTo>
                    <a:pt x="1545" y="10504"/>
                  </a:lnTo>
                  <a:lnTo>
                    <a:pt x="2742" y="8959"/>
                  </a:lnTo>
                  <a:lnTo>
                    <a:pt x="3360" y="8226"/>
                  </a:lnTo>
                  <a:lnTo>
                    <a:pt x="4016" y="7492"/>
                  </a:lnTo>
                  <a:lnTo>
                    <a:pt x="4711" y="6797"/>
                  </a:lnTo>
                  <a:lnTo>
                    <a:pt x="5483" y="6179"/>
                  </a:lnTo>
                  <a:lnTo>
                    <a:pt x="6256" y="5561"/>
                  </a:lnTo>
                  <a:lnTo>
                    <a:pt x="7105" y="5059"/>
                  </a:lnTo>
                  <a:lnTo>
                    <a:pt x="7993" y="4596"/>
                  </a:lnTo>
                  <a:lnTo>
                    <a:pt x="8457" y="4442"/>
                  </a:lnTo>
                  <a:lnTo>
                    <a:pt x="8920" y="4248"/>
                  </a:lnTo>
                  <a:lnTo>
                    <a:pt x="9422" y="4133"/>
                  </a:lnTo>
                  <a:lnTo>
                    <a:pt x="9885" y="4017"/>
                  </a:lnTo>
                  <a:lnTo>
                    <a:pt x="10387" y="3901"/>
                  </a:lnTo>
                  <a:lnTo>
                    <a:pt x="10851" y="3862"/>
                  </a:lnTo>
                  <a:lnTo>
                    <a:pt x="11353" y="3824"/>
                  </a:lnTo>
                  <a:lnTo>
                    <a:pt x="11855" y="3824"/>
                  </a:lnTo>
                  <a:lnTo>
                    <a:pt x="12357" y="3862"/>
                  </a:lnTo>
                  <a:lnTo>
                    <a:pt x="12859" y="3901"/>
                  </a:lnTo>
                  <a:lnTo>
                    <a:pt x="12318" y="3978"/>
                  </a:lnTo>
                  <a:lnTo>
                    <a:pt x="11855" y="4094"/>
                  </a:lnTo>
                  <a:lnTo>
                    <a:pt x="11391" y="4287"/>
                  </a:lnTo>
                  <a:lnTo>
                    <a:pt x="11198" y="4403"/>
                  </a:lnTo>
                  <a:lnTo>
                    <a:pt x="11005" y="4557"/>
                  </a:lnTo>
                  <a:lnTo>
                    <a:pt x="10851" y="4673"/>
                  </a:lnTo>
                  <a:lnTo>
                    <a:pt x="10696" y="4866"/>
                  </a:lnTo>
                  <a:lnTo>
                    <a:pt x="10542" y="5059"/>
                  </a:lnTo>
                  <a:lnTo>
                    <a:pt x="10465" y="5291"/>
                  </a:lnTo>
                  <a:lnTo>
                    <a:pt x="10387" y="5523"/>
                  </a:lnTo>
                  <a:lnTo>
                    <a:pt x="10387" y="5754"/>
                  </a:lnTo>
                  <a:lnTo>
                    <a:pt x="10426" y="5948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4"/>
                  </a:lnTo>
                  <a:lnTo>
                    <a:pt x="11005" y="6411"/>
                  </a:lnTo>
                  <a:lnTo>
                    <a:pt x="11276" y="6449"/>
                  </a:lnTo>
                  <a:lnTo>
                    <a:pt x="11584" y="6411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3"/>
                  </a:lnTo>
                  <a:lnTo>
                    <a:pt x="13438" y="5484"/>
                  </a:lnTo>
                  <a:lnTo>
                    <a:pt x="13399" y="5523"/>
                  </a:lnTo>
                  <a:lnTo>
                    <a:pt x="13786" y="5716"/>
                  </a:lnTo>
                  <a:lnTo>
                    <a:pt x="14056" y="4866"/>
                  </a:lnTo>
                  <a:lnTo>
                    <a:pt x="14210" y="5407"/>
                  </a:lnTo>
                  <a:lnTo>
                    <a:pt x="14403" y="5909"/>
                  </a:lnTo>
                  <a:lnTo>
                    <a:pt x="14674" y="6411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7" y="7299"/>
                  </a:lnTo>
                  <a:lnTo>
                    <a:pt x="15678" y="7492"/>
                  </a:lnTo>
                  <a:lnTo>
                    <a:pt x="15987" y="7685"/>
                  </a:lnTo>
                  <a:lnTo>
                    <a:pt x="16296" y="7801"/>
                  </a:lnTo>
                  <a:lnTo>
                    <a:pt x="16604" y="7878"/>
                  </a:lnTo>
                  <a:lnTo>
                    <a:pt x="16759" y="7878"/>
                  </a:lnTo>
                  <a:lnTo>
                    <a:pt x="16875" y="7840"/>
                  </a:lnTo>
                  <a:lnTo>
                    <a:pt x="17029" y="7801"/>
                  </a:lnTo>
                  <a:lnTo>
                    <a:pt x="17184" y="7724"/>
                  </a:lnTo>
                  <a:lnTo>
                    <a:pt x="17299" y="7647"/>
                  </a:lnTo>
                  <a:lnTo>
                    <a:pt x="17377" y="7531"/>
                  </a:lnTo>
                  <a:lnTo>
                    <a:pt x="17415" y="7376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5" y="6604"/>
                  </a:lnTo>
                  <a:lnTo>
                    <a:pt x="17299" y="6295"/>
                  </a:lnTo>
                  <a:lnTo>
                    <a:pt x="17184" y="5986"/>
                  </a:lnTo>
                  <a:lnTo>
                    <a:pt x="17029" y="5716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1"/>
                  </a:lnTo>
                  <a:lnTo>
                    <a:pt x="16257" y="4789"/>
                  </a:lnTo>
                  <a:lnTo>
                    <a:pt x="16025" y="4596"/>
                  </a:lnTo>
                  <a:lnTo>
                    <a:pt x="15523" y="4287"/>
                  </a:lnTo>
                  <a:lnTo>
                    <a:pt x="14944" y="4017"/>
                  </a:lnTo>
                  <a:lnTo>
                    <a:pt x="15407" y="3901"/>
                  </a:lnTo>
                  <a:lnTo>
                    <a:pt x="15832" y="3746"/>
                  </a:lnTo>
                  <a:lnTo>
                    <a:pt x="16218" y="3515"/>
                  </a:lnTo>
                  <a:lnTo>
                    <a:pt x="16604" y="3244"/>
                  </a:lnTo>
                  <a:lnTo>
                    <a:pt x="16759" y="3051"/>
                  </a:lnTo>
                  <a:lnTo>
                    <a:pt x="16913" y="2858"/>
                  </a:lnTo>
                  <a:lnTo>
                    <a:pt x="17029" y="2665"/>
                  </a:lnTo>
                  <a:lnTo>
                    <a:pt x="17106" y="2434"/>
                  </a:lnTo>
                  <a:lnTo>
                    <a:pt x="17145" y="2163"/>
                  </a:lnTo>
                  <a:lnTo>
                    <a:pt x="17106" y="1932"/>
                  </a:lnTo>
                  <a:lnTo>
                    <a:pt x="17068" y="1700"/>
                  </a:lnTo>
                  <a:lnTo>
                    <a:pt x="16913" y="1468"/>
                  </a:lnTo>
                  <a:lnTo>
                    <a:pt x="16759" y="1314"/>
                  </a:lnTo>
                  <a:lnTo>
                    <a:pt x="16566" y="1198"/>
                  </a:lnTo>
                  <a:lnTo>
                    <a:pt x="16334" y="1159"/>
                  </a:lnTo>
                  <a:lnTo>
                    <a:pt x="16102" y="1159"/>
                  </a:lnTo>
                  <a:lnTo>
                    <a:pt x="15909" y="1198"/>
                  </a:lnTo>
                  <a:lnTo>
                    <a:pt x="15678" y="1236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5" y="1777"/>
                  </a:lnTo>
                  <a:lnTo>
                    <a:pt x="14596" y="2163"/>
                  </a:lnTo>
                  <a:lnTo>
                    <a:pt x="14326" y="2588"/>
                  </a:lnTo>
                  <a:lnTo>
                    <a:pt x="14094" y="3013"/>
                  </a:lnTo>
                  <a:lnTo>
                    <a:pt x="13940" y="2434"/>
                  </a:lnTo>
                  <a:lnTo>
                    <a:pt x="13747" y="1893"/>
                  </a:lnTo>
                  <a:lnTo>
                    <a:pt x="13515" y="1352"/>
                  </a:lnTo>
                  <a:lnTo>
                    <a:pt x="13168" y="850"/>
                  </a:lnTo>
                  <a:lnTo>
                    <a:pt x="13013" y="657"/>
                  </a:lnTo>
                  <a:lnTo>
                    <a:pt x="12820" y="464"/>
                  </a:lnTo>
                  <a:lnTo>
                    <a:pt x="12588" y="271"/>
                  </a:lnTo>
                  <a:lnTo>
                    <a:pt x="12357" y="117"/>
                  </a:lnTo>
                  <a:lnTo>
                    <a:pt x="12086" y="39"/>
                  </a:lnTo>
                  <a:lnTo>
                    <a:pt x="118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3"/>
            <p:cNvSpPr/>
            <p:nvPr/>
          </p:nvSpPr>
          <p:spPr>
            <a:xfrm>
              <a:off x="4161375" y="2367550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6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6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1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3"/>
            <p:cNvSpPr/>
            <p:nvPr/>
          </p:nvSpPr>
          <p:spPr>
            <a:xfrm>
              <a:off x="4673025" y="2378175"/>
              <a:ext cx="330175" cy="176675"/>
            </a:xfrm>
            <a:custGeom>
              <a:avLst/>
              <a:gdLst/>
              <a:ahLst/>
              <a:cxnLst/>
              <a:rect l="l" t="t" r="r" b="b"/>
              <a:pathLst>
                <a:path w="13207" h="7067" extrusionOk="0">
                  <a:moveTo>
                    <a:pt x="8110" y="309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79"/>
                  </a:lnTo>
                  <a:lnTo>
                    <a:pt x="8728" y="888"/>
                  </a:lnTo>
                  <a:lnTo>
                    <a:pt x="8766" y="1197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7"/>
                  </a:lnTo>
                  <a:lnTo>
                    <a:pt x="8033" y="2858"/>
                  </a:lnTo>
                  <a:lnTo>
                    <a:pt x="6836" y="4711"/>
                  </a:lnTo>
                  <a:lnTo>
                    <a:pt x="6681" y="4711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7"/>
                  </a:lnTo>
                  <a:lnTo>
                    <a:pt x="7453" y="888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09"/>
                  </a:lnTo>
                  <a:close/>
                  <a:moveTo>
                    <a:pt x="5909" y="5406"/>
                  </a:moveTo>
                  <a:lnTo>
                    <a:pt x="4673" y="5831"/>
                  </a:lnTo>
                  <a:lnTo>
                    <a:pt x="3437" y="6217"/>
                  </a:lnTo>
                  <a:lnTo>
                    <a:pt x="2781" y="6372"/>
                  </a:lnTo>
                  <a:lnTo>
                    <a:pt x="2125" y="6526"/>
                  </a:lnTo>
                  <a:lnTo>
                    <a:pt x="1700" y="6565"/>
                  </a:lnTo>
                  <a:lnTo>
                    <a:pt x="1314" y="6603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7"/>
                  </a:lnTo>
                  <a:lnTo>
                    <a:pt x="696" y="6063"/>
                  </a:lnTo>
                  <a:lnTo>
                    <a:pt x="696" y="5908"/>
                  </a:lnTo>
                  <a:lnTo>
                    <a:pt x="734" y="5792"/>
                  </a:lnTo>
                  <a:lnTo>
                    <a:pt x="812" y="5715"/>
                  </a:lnTo>
                  <a:lnTo>
                    <a:pt x="889" y="5677"/>
                  </a:lnTo>
                  <a:lnTo>
                    <a:pt x="1082" y="5599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6"/>
                  </a:lnTo>
                  <a:close/>
                  <a:moveTo>
                    <a:pt x="7067" y="5097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5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8"/>
                  </a:lnTo>
                  <a:lnTo>
                    <a:pt x="12589" y="6024"/>
                  </a:lnTo>
                  <a:lnTo>
                    <a:pt x="12628" y="6179"/>
                  </a:lnTo>
                  <a:lnTo>
                    <a:pt x="12589" y="6526"/>
                  </a:lnTo>
                  <a:lnTo>
                    <a:pt x="12435" y="6603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3"/>
                  </a:lnTo>
                  <a:lnTo>
                    <a:pt x="10929" y="6526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8"/>
                  </a:lnTo>
                  <a:lnTo>
                    <a:pt x="8226" y="5677"/>
                  </a:lnTo>
                  <a:lnTo>
                    <a:pt x="7067" y="5097"/>
                  </a:lnTo>
                  <a:close/>
                  <a:moveTo>
                    <a:pt x="8148" y="0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6"/>
                  </a:lnTo>
                  <a:lnTo>
                    <a:pt x="6681" y="2433"/>
                  </a:lnTo>
                  <a:lnTo>
                    <a:pt x="6527" y="3591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0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7"/>
                  </a:lnTo>
                  <a:lnTo>
                    <a:pt x="1391" y="5175"/>
                  </a:lnTo>
                  <a:lnTo>
                    <a:pt x="1005" y="5213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599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4"/>
                  </a:lnTo>
                  <a:lnTo>
                    <a:pt x="117" y="6449"/>
                  </a:lnTo>
                  <a:lnTo>
                    <a:pt x="232" y="6603"/>
                  </a:lnTo>
                  <a:lnTo>
                    <a:pt x="348" y="6681"/>
                  </a:lnTo>
                  <a:lnTo>
                    <a:pt x="464" y="6796"/>
                  </a:lnTo>
                  <a:lnTo>
                    <a:pt x="773" y="6912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2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5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8"/>
                  </a:lnTo>
                  <a:lnTo>
                    <a:pt x="6758" y="6101"/>
                  </a:lnTo>
                  <a:lnTo>
                    <a:pt x="6836" y="6294"/>
                  </a:lnTo>
                  <a:lnTo>
                    <a:pt x="7106" y="6256"/>
                  </a:lnTo>
                  <a:lnTo>
                    <a:pt x="7106" y="6217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6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6"/>
                  </a:lnTo>
                  <a:lnTo>
                    <a:pt x="11045" y="6951"/>
                  </a:lnTo>
                  <a:lnTo>
                    <a:pt x="11469" y="7028"/>
                  </a:lnTo>
                  <a:lnTo>
                    <a:pt x="11933" y="7067"/>
                  </a:lnTo>
                  <a:lnTo>
                    <a:pt x="12396" y="7028"/>
                  </a:lnTo>
                  <a:lnTo>
                    <a:pt x="12589" y="6990"/>
                  </a:lnTo>
                  <a:lnTo>
                    <a:pt x="12782" y="6912"/>
                  </a:lnTo>
                  <a:lnTo>
                    <a:pt x="12937" y="6796"/>
                  </a:lnTo>
                  <a:lnTo>
                    <a:pt x="13053" y="6681"/>
                  </a:lnTo>
                  <a:lnTo>
                    <a:pt x="13130" y="6526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4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6"/>
                  </a:lnTo>
                  <a:lnTo>
                    <a:pt x="12242" y="5290"/>
                  </a:lnTo>
                  <a:lnTo>
                    <a:pt x="11894" y="5213"/>
                  </a:lnTo>
                  <a:lnTo>
                    <a:pt x="11315" y="5097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1"/>
                  </a:lnTo>
                  <a:lnTo>
                    <a:pt x="8071" y="3514"/>
                  </a:lnTo>
                  <a:lnTo>
                    <a:pt x="8496" y="2858"/>
                  </a:lnTo>
                  <a:lnTo>
                    <a:pt x="8844" y="2201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6"/>
                  </a:lnTo>
                  <a:lnTo>
                    <a:pt x="9075" y="1275"/>
                  </a:lnTo>
                  <a:lnTo>
                    <a:pt x="9037" y="1004"/>
                  </a:lnTo>
                  <a:lnTo>
                    <a:pt x="8959" y="811"/>
                  </a:lnTo>
                  <a:lnTo>
                    <a:pt x="8882" y="579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3"/>
            <p:cNvSpPr/>
            <p:nvPr/>
          </p:nvSpPr>
          <p:spPr>
            <a:xfrm>
              <a:off x="1437100" y="2381075"/>
              <a:ext cx="93675" cy="93650"/>
            </a:xfrm>
            <a:custGeom>
              <a:avLst/>
              <a:gdLst/>
              <a:ahLst/>
              <a:cxnLst/>
              <a:rect l="l" t="t" r="r" b="b"/>
              <a:pathLst>
                <a:path w="3747" h="3746" extrusionOk="0">
                  <a:moveTo>
                    <a:pt x="1584" y="463"/>
                  </a:moveTo>
                  <a:lnTo>
                    <a:pt x="2086" y="541"/>
                  </a:lnTo>
                  <a:lnTo>
                    <a:pt x="2318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5"/>
                  </a:lnTo>
                  <a:lnTo>
                    <a:pt x="3090" y="1197"/>
                  </a:lnTo>
                  <a:lnTo>
                    <a:pt x="3206" y="1429"/>
                  </a:lnTo>
                  <a:lnTo>
                    <a:pt x="3244" y="1699"/>
                  </a:lnTo>
                  <a:lnTo>
                    <a:pt x="3244" y="1969"/>
                  </a:lnTo>
                  <a:lnTo>
                    <a:pt x="3206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7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3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3"/>
                  </a:lnTo>
                  <a:close/>
                  <a:moveTo>
                    <a:pt x="1893" y="0"/>
                  </a:moveTo>
                  <a:lnTo>
                    <a:pt x="1700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4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9" y="579"/>
                  </a:lnTo>
                  <a:lnTo>
                    <a:pt x="425" y="772"/>
                  </a:lnTo>
                  <a:lnTo>
                    <a:pt x="271" y="965"/>
                  </a:lnTo>
                  <a:lnTo>
                    <a:pt x="155" y="1236"/>
                  </a:lnTo>
                  <a:lnTo>
                    <a:pt x="78" y="1467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7" y="2510"/>
                  </a:lnTo>
                  <a:lnTo>
                    <a:pt x="310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8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7" y="3437"/>
                  </a:lnTo>
                  <a:lnTo>
                    <a:pt x="3128" y="3244"/>
                  </a:lnTo>
                  <a:lnTo>
                    <a:pt x="3322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8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5" y="1004"/>
                  </a:lnTo>
                  <a:lnTo>
                    <a:pt x="3322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3"/>
            <p:cNvSpPr/>
            <p:nvPr/>
          </p:nvSpPr>
          <p:spPr>
            <a:xfrm>
              <a:off x="3476925" y="23916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7" y="1159"/>
                  </a:lnTo>
                  <a:lnTo>
                    <a:pt x="1391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6" y="1816"/>
                  </a:lnTo>
                  <a:lnTo>
                    <a:pt x="387" y="1700"/>
                  </a:lnTo>
                  <a:lnTo>
                    <a:pt x="348" y="1584"/>
                  </a:lnTo>
                  <a:lnTo>
                    <a:pt x="387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2" y="1623"/>
                  </a:lnTo>
                  <a:lnTo>
                    <a:pt x="3669" y="1700"/>
                  </a:lnTo>
                  <a:lnTo>
                    <a:pt x="3747" y="1816"/>
                  </a:lnTo>
                  <a:lnTo>
                    <a:pt x="3747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9" y="2356"/>
                  </a:lnTo>
                  <a:lnTo>
                    <a:pt x="3206" y="2434"/>
                  </a:lnTo>
                  <a:lnTo>
                    <a:pt x="3013" y="2395"/>
                  </a:lnTo>
                  <a:lnTo>
                    <a:pt x="2820" y="2356"/>
                  </a:lnTo>
                  <a:lnTo>
                    <a:pt x="2627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1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90" y="1468"/>
                  </a:lnTo>
                  <a:close/>
                  <a:moveTo>
                    <a:pt x="3747" y="4750"/>
                  </a:moveTo>
                  <a:lnTo>
                    <a:pt x="3901" y="4789"/>
                  </a:lnTo>
                  <a:lnTo>
                    <a:pt x="4017" y="4828"/>
                  </a:lnTo>
                  <a:lnTo>
                    <a:pt x="4094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3" y="5368"/>
                  </a:lnTo>
                  <a:lnTo>
                    <a:pt x="4094" y="5484"/>
                  </a:lnTo>
                  <a:lnTo>
                    <a:pt x="3978" y="5600"/>
                  </a:lnTo>
                  <a:lnTo>
                    <a:pt x="3785" y="5754"/>
                  </a:lnTo>
                  <a:lnTo>
                    <a:pt x="3515" y="5870"/>
                  </a:lnTo>
                  <a:lnTo>
                    <a:pt x="3129" y="5870"/>
                  </a:lnTo>
                  <a:lnTo>
                    <a:pt x="2743" y="5793"/>
                  </a:lnTo>
                  <a:lnTo>
                    <a:pt x="2936" y="5368"/>
                  </a:lnTo>
                  <a:lnTo>
                    <a:pt x="3051" y="5214"/>
                  </a:lnTo>
                  <a:lnTo>
                    <a:pt x="3206" y="5021"/>
                  </a:lnTo>
                  <a:lnTo>
                    <a:pt x="3476" y="4866"/>
                  </a:lnTo>
                  <a:lnTo>
                    <a:pt x="3631" y="4789"/>
                  </a:lnTo>
                  <a:lnTo>
                    <a:pt x="3747" y="4750"/>
                  </a:lnTo>
                  <a:close/>
                  <a:moveTo>
                    <a:pt x="1121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3" y="6102"/>
                  </a:lnTo>
                  <a:lnTo>
                    <a:pt x="1430" y="6256"/>
                  </a:lnTo>
                  <a:lnTo>
                    <a:pt x="1237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6" y="6334"/>
                  </a:lnTo>
                  <a:lnTo>
                    <a:pt x="503" y="6179"/>
                  </a:lnTo>
                  <a:lnTo>
                    <a:pt x="426" y="6025"/>
                  </a:lnTo>
                  <a:lnTo>
                    <a:pt x="426" y="5909"/>
                  </a:lnTo>
                  <a:lnTo>
                    <a:pt x="464" y="5754"/>
                  </a:lnTo>
                  <a:lnTo>
                    <a:pt x="580" y="5677"/>
                  </a:lnTo>
                  <a:lnTo>
                    <a:pt x="696" y="5600"/>
                  </a:lnTo>
                  <a:lnTo>
                    <a:pt x="850" y="5523"/>
                  </a:lnTo>
                  <a:close/>
                  <a:moveTo>
                    <a:pt x="5716" y="6218"/>
                  </a:moveTo>
                  <a:lnTo>
                    <a:pt x="5870" y="6334"/>
                  </a:lnTo>
                  <a:lnTo>
                    <a:pt x="5948" y="6411"/>
                  </a:lnTo>
                  <a:lnTo>
                    <a:pt x="5986" y="6527"/>
                  </a:lnTo>
                  <a:lnTo>
                    <a:pt x="6025" y="6681"/>
                  </a:lnTo>
                  <a:lnTo>
                    <a:pt x="5986" y="6797"/>
                  </a:lnTo>
                  <a:lnTo>
                    <a:pt x="5909" y="7067"/>
                  </a:lnTo>
                  <a:lnTo>
                    <a:pt x="5793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1" y="7801"/>
                  </a:lnTo>
                  <a:lnTo>
                    <a:pt x="5059" y="7917"/>
                  </a:lnTo>
                  <a:lnTo>
                    <a:pt x="5098" y="7878"/>
                  </a:lnTo>
                  <a:lnTo>
                    <a:pt x="5021" y="7415"/>
                  </a:lnTo>
                  <a:lnTo>
                    <a:pt x="4982" y="7183"/>
                  </a:lnTo>
                  <a:lnTo>
                    <a:pt x="5021" y="6952"/>
                  </a:lnTo>
                  <a:lnTo>
                    <a:pt x="5137" y="6681"/>
                  </a:lnTo>
                  <a:lnTo>
                    <a:pt x="5214" y="6527"/>
                  </a:lnTo>
                  <a:lnTo>
                    <a:pt x="5330" y="6372"/>
                  </a:lnTo>
                  <a:lnTo>
                    <a:pt x="5446" y="6256"/>
                  </a:lnTo>
                  <a:lnTo>
                    <a:pt x="5600" y="6218"/>
                  </a:lnTo>
                  <a:close/>
                  <a:moveTo>
                    <a:pt x="8960" y="8071"/>
                  </a:moveTo>
                  <a:lnTo>
                    <a:pt x="9153" y="8110"/>
                  </a:lnTo>
                  <a:lnTo>
                    <a:pt x="9268" y="8187"/>
                  </a:lnTo>
                  <a:lnTo>
                    <a:pt x="9346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7" y="9153"/>
                  </a:lnTo>
                  <a:lnTo>
                    <a:pt x="8805" y="9346"/>
                  </a:lnTo>
                  <a:lnTo>
                    <a:pt x="8689" y="9384"/>
                  </a:lnTo>
                  <a:lnTo>
                    <a:pt x="8612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2" y="9346"/>
                  </a:lnTo>
                  <a:lnTo>
                    <a:pt x="8264" y="9346"/>
                  </a:lnTo>
                  <a:lnTo>
                    <a:pt x="8226" y="8960"/>
                  </a:lnTo>
                  <a:lnTo>
                    <a:pt x="8226" y="8766"/>
                  </a:lnTo>
                  <a:lnTo>
                    <a:pt x="8264" y="8573"/>
                  </a:lnTo>
                  <a:lnTo>
                    <a:pt x="8342" y="8342"/>
                  </a:lnTo>
                  <a:lnTo>
                    <a:pt x="8496" y="8187"/>
                  </a:lnTo>
                  <a:lnTo>
                    <a:pt x="8728" y="8110"/>
                  </a:lnTo>
                  <a:lnTo>
                    <a:pt x="8844" y="8071"/>
                  </a:lnTo>
                  <a:close/>
                  <a:moveTo>
                    <a:pt x="4944" y="8380"/>
                  </a:moveTo>
                  <a:lnTo>
                    <a:pt x="4944" y="8419"/>
                  </a:lnTo>
                  <a:lnTo>
                    <a:pt x="4751" y="8805"/>
                  </a:lnTo>
                  <a:lnTo>
                    <a:pt x="4596" y="8960"/>
                  </a:lnTo>
                  <a:lnTo>
                    <a:pt x="4442" y="9153"/>
                  </a:lnTo>
                  <a:lnTo>
                    <a:pt x="4210" y="9307"/>
                  </a:lnTo>
                  <a:lnTo>
                    <a:pt x="3940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9" y="9346"/>
                  </a:lnTo>
                  <a:lnTo>
                    <a:pt x="3322" y="9191"/>
                  </a:lnTo>
                  <a:lnTo>
                    <a:pt x="3322" y="9075"/>
                  </a:lnTo>
                  <a:lnTo>
                    <a:pt x="3322" y="8960"/>
                  </a:lnTo>
                  <a:lnTo>
                    <a:pt x="3399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5" y="8458"/>
                  </a:lnTo>
                  <a:lnTo>
                    <a:pt x="4055" y="8380"/>
                  </a:lnTo>
                  <a:lnTo>
                    <a:pt x="4326" y="8380"/>
                  </a:lnTo>
                  <a:lnTo>
                    <a:pt x="4905" y="8419"/>
                  </a:lnTo>
                  <a:lnTo>
                    <a:pt x="4944" y="8380"/>
                  </a:lnTo>
                  <a:close/>
                  <a:moveTo>
                    <a:pt x="7994" y="10002"/>
                  </a:moveTo>
                  <a:lnTo>
                    <a:pt x="7956" y="10195"/>
                  </a:lnTo>
                  <a:lnTo>
                    <a:pt x="7917" y="10350"/>
                  </a:lnTo>
                  <a:lnTo>
                    <a:pt x="7840" y="10543"/>
                  </a:lnTo>
                  <a:lnTo>
                    <a:pt x="7724" y="10697"/>
                  </a:lnTo>
                  <a:lnTo>
                    <a:pt x="7608" y="10813"/>
                  </a:lnTo>
                  <a:lnTo>
                    <a:pt x="7492" y="10929"/>
                  </a:lnTo>
                  <a:lnTo>
                    <a:pt x="7338" y="11045"/>
                  </a:lnTo>
                  <a:lnTo>
                    <a:pt x="7145" y="11083"/>
                  </a:lnTo>
                  <a:lnTo>
                    <a:pt x="6952" y="11122"/>
                  </a:lnTo>
                  <a:lnTo>
                    <a:pt x="6797" y="11083"/>
                  </a:lnTo>
                  <a:lnTo>
                    <a:pt x="6720" y="11045"/>
                  </a:lnTo>
                  <a:lnTo>
                    <a:pt x="6681" y="10967"/>
                  </a:lnTo>
                  <a:lnTo>
                    <a:pt x="6643" y="10890"/>
                  </a:lnTo>
                  <a:lnTo>
                    <a:pt x="6604" y="10813"/>
                  </a:lnTo>
                  <a:lnTo>
                    <a:pt x="6643" y="10620"/>
                  </a:lnTo>
                  <a:lnTo>
                    <a:pt x="6720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2" y="10157"/>
                  </a:lnTo>
                  <a:lnTo>
                    <a:pt x="7492" y="10079"/>
                  </a:lnTo>
                  <a:lnTo>
                    <a:pt x="7724" y="10041"/>
                  </a:lnTo>
                  <a:lnTo>
                    <a:pt x="7994" y="10002"/>
                  </a:lnTo>
                  <a:close/>
                  <a:moveTo>
                    <a:pt x="2202" y="1"/>
                  </a:moveTo>
                  <a:lnTo>
                    <a:pt x="2009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1" y="812"/>
                  </a:lnTo>
                  <a:lnTo>
                    <a:pt x="1237" y="773"/>
                  </a:lnTo>
                  <a:lnTo>
                    <a:pt x="1043" y="735"/>
                  </a:lnTo>
                  <a:lnTo>
                    <a:pt x="696" y="735"/>
                  </a:lnTo>
                  <a:lnTo>
                    <a:pt x="541" y="812"/>
                  </a:lnTo>
                  <a:lnTo>
                    <a:pt x="387" y="889"/>
                  </a:lnTo>
                  <a:lnTo>
                    <a:pt x="233" y="1005"/>
                  </a:lnTo>
                  <a:lnTo>
                    <a:pt x="117" y="1159"/>
                  </a:lnTo>
                  <a:lnTo>
                    <a:pt x="39" y="1314"/>
                  </a:lnTo>
                  <a:lnTo>
                    <a:pt x="1" y="1468"/>
                  </a:lnTo>
                  <a:lnTo>
                    <a:pt x="1" y="1623"/>
                  </a:lnTo>
                  <a:lnTo>
                    <a:pt x="1" y="1777"/>
                  </a:lnTo>
                  <a:lnTo>
                    <a:pt x="78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6" y="2279"/>
                  </a:lnTo>
                  <a:lnTo>
                    <a:pt x="580" y="2356"/>
                  </a:lnTo>
                  <a:lnTo>
                    <a:pt x="735" y="2395"/>
                  </a:lnTo>
                  <a:lnTo>
                    <a:pt x="1043" y="2434"/>
                  </a:lnTo>
                  <a:lnTo>
                    <a:pt x="1391" y="2395"/>
                  </a:lnTo>
                  <a:lnTo>
                    <a:pt x="1700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9" y="4635"/>
                  </a:lnTo>
                  <a:lnTo>
                    <a:pt x="1777" y="5021"/>
                  </a:lnTo>
                  <a:lnTo>
                    <a:pt x="1893" y="5368"/>
                  </a:lnTo>
                  <a:lnTo>
                    <a:pt x="1584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3" y="5252"/>
                  </a:lnTo>
                  <a:lnTo>
                    <a:pt x="387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8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8" y="6218"/>
                  </a:lnTo>
                  <a:lnTo>
                    <a:pt x="155" y="6334"/>
                  </a:lnTo>
                  <a:lnTo>
                    <a:pt x="233" y="6450"/>
                  </a:lnTo>
                  <a:lnTo>
                    <a:pt x="348" y="6565"/>
                  </a:lnTo>
                  <a:lnTo>
                    <a:pt x="503" y="6643"/>
                  </a:lnTo>
                  <a:lnTo>
                    <a:pt x="657" y="6720"/>
                  </a:lnTo>
                  <a:lnTo>
                    <a:pt x="812" y="6758"/>
                  </a:lnTo>
                  <a:lnTo>
                    <a:pt x="1121" y="6758"/>
                  </a:lnTo>
                  <a:lnTo>
                    <a:pt x="1430" y="6681"/>
                  </a:lnTo>
                  <a:lnTo>
                    <a:pt x="1700" y="6527"/>
                  </a:lnTo>
                  <a:lnTo>
                    <a:pt x="1932" y="6295"/>
                  </a:lnTo>
                  <a:lnTo>
                    <a:pt x="2125" y="6063"/>
                  </a:lnTo>
                  <a:lnTo>
                    <a:pt x="2395" y="6527"/>
                  </a:lnTo>
                  <a:lnTo>
                    <a:pt x="2743" y="6990"/>
                  </a:lnTo>
                  <a:lnTo>
                    <a:pt x="3129" y="7376"/>
                  </a:lnTo>
                  <a:lnTo>
                    <a:pt x="3592" y="7762"/>
                  </a:lnTo>
                  <a:lnTo>
                    <a:pt x="4017" y="7994"/>
                  </a:lnTo>
                  <a:lnTo>
                    <a:pt x="3824" y="8033"/>
                  </a:lnTo>
                  <a:lnTo>
                    <a:pt x="3631" y="8110"/>
                  </a:lnTo>
                  <a:lnTo>
                    <a:pt x="3438" y="8187"/>
                  </a:lnTo>
                  <a:lnTo>
                    <a:pt x="3283" y="8342"/>
                  </a:lnTo>
                  <a:lnTo>
                    <a:pt x="3167" y="8458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6" y="8882"/>
                  </a:lnTo>
                  <a:lnTo>
                    <a:pt x="2897" y="9075"/>
                  </a:lnTo>
                  <a:lnTo>
                    <a:pt x="2936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2" y="9770"/>
                  </a:lnTo>
                  <a:lnTo>
                    <a:pt x="3515" y="9848"/>
                  </a:lnTo>
                  <a:lnTo>
                    <a:pt x="3708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9" y="9770"/>
                  </a:lnTo>
                  <a:lnTo>
                    <a:pt x="4403" y="9693"/>
                  </a:lnTo>
                  <a:lnTo>
                    <a:pt x="4673" y="9461"/>
                  </a:lnTo>
                  <a:lnTo>
                    <a:pt x="4905" y="9153"/>
                  </a:lnTo>
                  <a:lnTo>
                    <a:pt x="5098" y="8844"/>
                  </a:lnTo>
                  <a:lnTo>
                    <a:pt x="5214" y="8496"/>
                  </a:lnTo>
                  <a:lnTo>
                    <a:pt x="6527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6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5" y="9809"/>
                  </a:lnTo>
                  <a:lnTo>
                    <a:pt x="6797" y="9963"/>
                  </a:lnTo>
                  <a:lnTo>
                    <a:pt x="6643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5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5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6" y="11508"/>
                  </a:lnTo>
                  <a:lnTo>
                    <a:pt x="7029" y="11508"/>
                  </a:lnTo>
                  <a:lnTo>
                    <a:pt x="7222" y="11469"/>
                  </a:lnTo>
                  <a:lnTo>
                    <a:pt x="7415" y="11392"/>
                  </a:lnTo>
                  <a:lnTo>
                    <a:pt x="7569" y="11315"/>
                  </a:lnTo>
                  <a:lnTo>
                    <a:pt x="7724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10" y="10697"/>
                  </a:lnTo>
                  <a:lnTo>
                    <a:pt x="8226" y="10465"/>
                  </a:lnTo>
                  <a:lnTo>
                    <a:pt x="8264" y="10234"/>
                  </a:lnTo>
                  <a:lnTo>
                    <a:pt x="8303" y="9963"/>
                  </a:lnTo>
                  <a:lnTo>
                    <a:pt x="8342" y="9925"/>
                  </a:lnTo>
                  <a:lnTo>
                    <a:pt x="8728" y="10272"/>
                  </a:lnTo>
                  <a:lnTo>
                    <a:pt x="9075" y="10659"/>
                  </a:lnTo>
                  <a:lnTo>
                    <a:pt x="9346" y="11122"/>
                  </a:lnTo>
                  <a:lnTo>
                    <a:pt x="9462" y="11354"/>
                  </a:lnTo>
                  <a:lnTo>
                    <a:pt x="9539" y="11585"/>
                  </a:lnTo>
                  <a:lnTo>
                    <a:pt x="9655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5" y="12937"/>
                  </a:lnTo>
                  <a:lnTo>
                    <a:pt x="9577" y="13284"/>
                  </a:lnTo>
                  <a:lnTo>
                    <a:pt x="9462" y="13593"/>
                  </a:lnTo>
                  <a:lnTo>
                    <a:pt x="9191" y="14211"/>
                  </a:lnTo>
                  <a:lnTo>
                    <a:pt x="9153" y="14288"/>
                  </a:lnTo>
                  <a:lnTo>
                    <a:pt x="9153" y="14327"/>
                  </a:lnTo>
                  <a:lnTo>
                    <a:pt x="9230" y="14404"/>
                  </a:lnTo>
                  <a:lnTo>
                    <a:pt x="9307" y="14443"/>
                  </a:lnTo>
                  <a:lnTo>
                    <a:pt x="9423" y="14404"/>
                  </a:lnTo>
                  <a:lnTo>
                    <a:pt x="9577" y="14250"/>
                  </a:lnTo>
                  <a:lnTo>
                    <a:pt x="9732" y="14057"/>
                  </a:lnTo>
                  <a:lnTo>
                    <a:pt x="9848" y="13902"/>
                  </a:lnTo>
                  <a:lnTo>
                    <a:pt x="9925" y="13671"/>
                  </a:lnTo>
                  <a:lnTo>
                    <a:pt x="10079" y="13246"/>
                  </a:lnTo>
                  <a:lnTo>
                    <a:pt x="10118" y="12782"/>
                  </a:lnTo>
                  <a:lnTo>
                    <a:pt x="10118" y="12319"/>
                  </a:lnTo>
                  <a:lnTo>
                    <a:pt x="10041" y="11856"/>
                  </a:lnTo>
                  <a:lnTo>
                    <a:pt x="9925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7" y="10272"/>
                  </a:lnTo>
                  <a:lnTo>
                    <a:pt x="9037" y="9963"/>
                  </a:lnTo>
                  <a:lnTo>
                    <a:pt x="8728" y="9693"/>
                  </a:lnTo>
                  <a:lnTo>
                    <a:pt x="8960" y="9577"/>
                  </a:lnTo>
                  <a:lnTo>
                    <a:pt x="9230" y="9423"/>
                  </a:lnTo>
                  <a:lnTo>
                    <a:pt x="9462" y="9191"/>
                  </a:lnTo>
                  <a:lnTo>
                    <a:pt x="9616" y="8921"/>
                  </a:lnTo>
                  <a:lnTo>
                    <a:pt x="9732" y="8612"/>
                  </a:lnTo>
                  <a:lnTo>
                    <a:pt x="9732" y="8496"/>
                  </a:lnTo>
                  <a:lnTo>
                    <a:pt x="9732" y="8342"/>
                  </a:lnTo>
                  <a:lnTo>
                    <a:pt x="9693" y="8187"/>
                  </a:lnTo>
                  <a:lnTo>
                    <a:pt x="9616" y="8071"/>
                  </a:lnTo>
                  <a:lnTo>
                    <a:pt x="9500" y="7956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7" y="7724"/>
                  </a:lnTo>
                  <a:lnTo>
                    <a:pt x="8689" y="7724"/>
                  </a:lnTo>
                  <a:lnTo>
                    <a:pt x="8535" y="7762"/>
                  </a:lnTo>
                  <a:lnTo>
                    <a:pt x="8380" y="7840"/>
                  </a:lnTo>
                  <a:lnTo>
                    <a:pt x="8226" y="7956"/>
                  </a:lnTo>
                  <a:lnTo>
                    <a:pt x="8110" y="8071"/>
                  </a:lnTo>
                  <a:lnTo>
                    <a:pt x="7956" y="8264"/>
                  </a:lnTo>
                  <a:lnTo>
                    <a:pt x="7878" y="8535"/>
                  </a:lnTo>
                  <a:lnTo>
                    <a:pt x="7840" y="8766"/>
                  </a:lnTo>
                  <a:lnTo>
                    <a:pt x="7840" y="9037"/>
                  </a:lnTo>
                  <a:lnTo>
                    <a:pt x="7222" y="8766"/>
                  </a:lnTo>
                  <a:lnTo>
                    <a:pt x="6643" y="8496"/>
                  </a:lnTo>
                  <a:lnTo>
                    <a:pt x="5368" y="8033"/>
                  </a:lnTo>
                  <a:lnTo>
                    <a:pt x="5639" y="7878"/>
                  </a:lnTo>
                  <a:lnTo>
                    <a:pt x="5870" y="7685"/>
                  </a:lnTo>
                  <a:lnTo>
                    <a:pt x="6063" y="7454"/>
                  </a:lnTo>
                  <a:lnTo>
                    <a:pt x="6218" y="7183"/>
                  </a:lnTo>
                  <a:lnTo>
                    <a:pt x="6334" y="6874"/>
                  </a:lnTo>
                  <a:lnTo>
                    <a:pt x="6334" y="6720"/>
                  </a:lnTo>
                  <a:lnTo>
                    <a:pt x="6334" y="6527"/>
                  </a:lnTo>
                  <a:lnTo>
                    <a:pt x="6334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5" y="5948"/>
                  </a:lnTo>
                  <a:lnTo>
                    <a:pt x="5870" y="5870"/>
                  </a:lnTo>
                  <a:lnTo>
                    <a:pt x="5716" y="5832"/>
                  </a:lnTo>
                  <a:lnTo>
                    <a:pt x="5561" y="5870"/>
                  </a:lnTo>
                  <a:lnTo>
                    <a:pt x="5407" y="5909"/>
                  </a:lnTo>
                  <a:lnTo>
                    <a:pt x="5253" y="5986"/>
                  </a:lnTo>
                  <a:lnTo>
                    <a:pt x="5137" y="6063"/>
                  </a:lnTo>
                  <a:lnTo>
                    <a:pt x="4905" y="6334"/>
                  </a:lnTo>
                  <a:lnTo>
                    <a:pt x="4751" y="6643"/>
                  </a:lnTo>
                  <a:lnTo>
                    <a:pt x="4635" y="7029"/>
                  </a:lnTo>
                  <a:lnTo>
                    <a:pt x="4635" y="7222"/>
                  </a:lnTo>
                  <a:lnTo>
                    <a:pt x="4635" y="7415"/>
                  </a:lnTo>
                  <a:lnTo>
                    <a:pt x="4635" y="7608"/>
                  </a:lnTo>
                  <a:lnTo>
                    <a:pt x="4712" y="7762"/>
                  </a:lnTo>
                  <a:lnTo>
                    <a:pt x="4094" y="7454"/>
                  </a:lnTo>
                  <a:lnTo>
                    <a:pt x="3824" y="7299"/>
                  </a:lnTo>
                  <a:lnTo>
                    <a:pt x="3553" y="7106"/>
                  </a:lnTo>
                  <a:lnTo>
                    <a:pt x="3322" y="6874"/>
                  </a:lnTo>
                  <a:lnTo>
                    <a:pt x="3090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2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3" y="5986"/>
                  </a:lnTo>
                  <a:lnTo>
                    <a:pt x="4249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9" y="5407"/>
                  </a:lnTo>
                  <a:lnTo>
                    <a:pt x="4557" y="5214"/>
                  </a:lnTo>
                  <a:lnTo>
                    <a:pt x="4519" y="5059"/>
                  </a:lnTo>
                  <a:lnTo>
                    <a:pt x="4480" y="4866"/>
                  </a:lnTo>
                  <a:lnTo>
                    <a:pt x="4403" y="4712"/>
                  </a:lnTo>
                  <a:lnTo>
                    <a:pt x="4287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1" y="4364"/>
                  </a:lnTo>
                  <a:lnTo>
                    <a:pt x="3708" y="4364"/>
                  </a:lnTo>
                  <a:lnTo>
                    <a:pt x="3553" y="4403"/>
                  </a:lnTo>
                  <a:lnTo>
                    <a:pt x="3399" y="4442"/>
                  </a:lnTo>
                  <a:lnTo>
                    <a:pt x="3245" y="4519"/>
                  </a:lnTo>
                  <a:lnTo>
                    <a:pt x="3090" y="4635"/>
                  </a:lnTo>
                  <a:lnTo>
                    <a:pt x="2820" y="4905"/>
                  </a:lnTo>
                  <a:lnTo>
                    <a:pt x="2588" y="5214"/>
                  </a:lnTo>
                  <a:lnTo>
                    <a:pt x="2434" y="5561"/>
                  </a:lnTo>
                  <a:lnTo>
                    <a:pt x="2395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6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5" y="2318"/>
                  </a:lnTo>
                  <a:lnTo>
                    <a:pt x="2356" y="2511"/>
                  </a:lnTo>
                  <a:lnTo>
                    <a:pt x="2588" y="2627"/>
                  </a:lnTo>
                  <a:lnTo>
                    <a:pt x="2820" y="2743"/>
                  </a:lnTo>
                  <a:lnTo>
                    <a:pt x="3129" y="2781"/>
                  </a:lnTo>
                  <a:lnTo>
                    <a:pt x="3283" y="2743"/>
                  </a:lnTo>
                  <a:lnTo>
                    <a:pt x="3476" y="2704"/>
                  </a:lnTo>
                  <a:lnTo>
                    <a:pt x="3631" y="2627"/>
                  </a:lnTo>
                  <a:lnTo>
                    <a:pt x="3785" y="2549"/>
                  </a:lnTo>
                  <a:lnTo>
                    <a:pt x="3901" y="2434"/>
                  </a:lnTo>
                  <a:lnTo>
                    <a:pt x="4017" y="2279"/>
                  </a:lnTo>
                  <a:lnTo>
                    <a:pt x="4094" y="2125"/>
                  </a:lnTo>
                  <a:lnTo>
                    <a:pt x="4133" y="1970"/>
                  </a:lnTo>
                  <a:lnTo>
                    <a:pt x="4094" y="1777"/>
                  </a:lnTo>
                  <a:lnTo>
                    <a:pt x="4055" y="1623"/>
                  </a:lnTo>
                  <a:lnTo>
                    <a:pt x="4017" y="1507"/>
                  </a:lnTo>
                  <a:lnTo>
                    <a:pt x="3901" y="1352"/>
                  </a:lnTo>
                  <a:lnTo>
                    <a:pt x="3785" y="1237"/>
                  </a:lnTo>
                  <a:lnTo>
                    <a:pt x="3631" y="1159"/>
                  </a:lnTo>
                  <a:lnTo>
                    <a:pt x="3515" y="1121"/>
                  </a:lnTo>
                  <a:lnTo>
                    <a:pt x="3322" y="1082"/>
                  </a:lnTo>
                  <a:lnTo>
                    <a:pt x="3167" y="1043"/>
                  </a:lnTo>
                  <a:lnTo>
                    <a:pt x="3013" y="1082"/>
                  </a:lnTo>
                  <a:lnTo>
                    <a:pt x="2743" y="1159"/>
                  </a:lnTo>
                  <a:lnTo>
                    <a:pt x="2472" y="1314"/>
                  </a:lnTo>
                  <a:lnTo>
                    <a:pt x="2241" y="1545"/>
                  </a:lnTo>
                  <a:lnTo>
                    <a:pt x="2511" y="78"/>
                  </a:lnTo>
                  <a:lnTo>
                    <a:pt x="220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3"/>
            <p:cNvSpPr/>
            <p:nvPr/>
          </p:nvSpPr>
          <p:spPr>
            <a:xfrm>
              <a:off x="3971200" y="23945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4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2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3"/>
            <p:cNvSpPr/>
            <p:nvPr/>
          </p:nvSpPr>
          <p:spPr>
            <a:xfrm>
              <a:off x="591450" y="23984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8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0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3"/>
            <p:cNvSpPr/>
            <p:nvPr/>
          </p:nvSpPr>
          <p:spPr>
            <a:xfrm>
              <a:off x="456275" y="23994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80"/>
                  </a:lnTo>
                  <a:lnTo>
                    <a:pt x="12280" y="657"/>
                  </a:lnTo>
                  <a:lnTo>
                    <a:pt x="12628" y="850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54"/>
                  </a:lnTo>
                  <a:lnTo>
                    <a:pt x="13478" y="2240"/>
                  </a:lnTo>
                  <a:lnTo>
                    <a:pt x="13632" y="2665"/>
                  </a:lnTo>
                  <a:lnTo>
                    <a:pt x="13825" y="3438"/>
                  </a:lnTo>
                  <a:lnTo>
                    <a:pt x="13825" y="3438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472"/>
                  </a:lnTo>
                  <a:lnTo>
                    <a:pt x="12010" y="2125"/>
                  </a:lnTo>
                  <a:lnTo>
                    <a:pt x="11817" y="1932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734"/>
                  </a:lnTo>
                  <a:lnTo>
                    <a:pt x="11740" y="619"/>
                  </a:lnTo>
                  <a:lnTo>
                    <a:pt x="11856" y="541"/>
                  </a:lnTo>
                  <a:lnTo>
                    <a:pt x="11972" y="503"/>
                  </a:lnTo>
                  <a:close/>
                  <a:moveTo>
                    <a:pt x="16219" y="1584"/>
                  </a:moveTo>
                  <a:lnTo>
                    <a:pt x="16296" y="1623"/>
                  </a:lnTo>
                  <a:lnTo>
                    <a:pt x="16412" y="1661"/>
                  </a:lnTo>
                  <a:lnTo>
                    <a:pt x="16490" y="1738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7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661"/>
                  </a:lnTo>
                  <a:lnTo>
                    <a:pt x="16103" y="1623"/>
                  </a:lnTo>
                  <a:lnTo>
                    <a:pt x="16219" y="1584"/>
                  </a:lnTo>
                  <a:close/>
                  <a:moveTo>
                    <a:pt x="13825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9"/>
                  </a:lnTo>
                  <a:lnTo>
                    <a:pt x="10890" y="5445"/>
                  </a:lnTo>
                  <a:lnTo>
                    <a:pt x="10968" y="5252"/>
                  </a:lnTo>
                  <a:lnTo>
                    <a:pt x="11122" y="5098"/>
                  </a:lnTo>
                  <a:lnTo>
                    <a:pt x="11277" y="4943"/>
                  </a:lnTo>
                  <a:lnTo>
                    <a:pt x="11547" y="4750"/>
                  </a:lnTo>
                  <a:lnTo>
                    <a:pt x="11817" y="4635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25" y="4287"/>
                  </a:lnTo>
                  <a:close/>
                  <a:moveTo>
                    <a:pt x="14404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7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44" y="5986"/>
                  </a:lnTo>
                  <a:lnTo>
                    <a:pt x="16876" y="6334"/>
                  </a:lnTo>
                  <a:lnTo>
                    <a:pt x="16992" y="6681"/>
                  </a:lnTo>
                  <a:lnTo>
                    <a:pt x="16992" y="6836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8"/>
                  </a:lnTo>
                  <a:lnTo>
                    <a:pt x="16374" y="7338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370" y="6565"/>
                  </a:lnTo>
                  <a:lnTo>
                    <a:pt x="15061" y="6141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06" y="619"/>
                  </a:lnTo>
                  <a:lnTo>
                    <a:pt x="10929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33" y="2742"/>
                  </a:lnTo>
                  <a:lnTo>
                    <a:pt x="12396" y="3090"/>
                  </a:lnTo>
                  <a:lnTo>
                    <a:pt x="12860" y="3399"/>
                  </a:lnTo>
                  <a:lnTo>
                    <a:pt x="12860" y="3399"/>
                  </a:lnTo>
                  <a:lnTo>
                    <a:pt x="12049" y="3283"/>
                  </a:lnTo>
                  <a:lnTo>
                    <a:pt x="11199" y="3283"/>
                  </a:lnTo>
                  <a:lnTo>
                    <a:pt x="10388" y="3322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623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082" y="10156"/>
                  </a:lnTo>
                  <a:lnTo>
                    <a:pt x="503" y="10967"/>
                  </a:lnTo>
                  <a:lnTo>
                    <a:pt x="1" y="11778"/>
                  </a:lnTo>
                  <a:lnTo>
                    <a:pt x="348" y="12049"/>
                  </a:lnTo>
                  <a:lnTo>
                    <a:pt x="1546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79"/>
                  </a:lnTo>
                  <a:lnTo>
                    <a:pt x="6257" y="5561"/>
                  </a:lnTo>
                  <a:lnTo>
                    <a:pt x="7106" y="5059"/>
                  </a:lnTo>
                  <a:lnTo>
                    <a:pt x="7994" y="4596"/>
                  </a:lnTo>
                  <a:lnTo>
                    <a:pt x="8458" y="4441"/>
                  </a:lnTo>
                  <a:lnTo>
                    <a:pt x="8921" y="4248"/>
                  </a:lnTo>
                  <a:lnTo>
                    <a:pt x="9423" y="4133"/>
                  </a:lnTo>
                  <a:lnTo>
                    <a:pt x="9886" y="4017"/>
                  </a:lnTo>
                  <a:lnTo>
                    <a:pt x="10388" y="3901"/>
                  </a:lnTo>
                  <a:lnTo>
                    <a:pt x="10852" y="3862"/>
                  </a:lnTo>
                  <a:lnTo>
                    <a:pt x="11354" y="3824"/>
                  </a:lnTo>
                  <a:lnTo>
                    <a:pt x="11856" y="3824"/>
                  </a:lnTo>
                  <a:lnTo>
                    <a:pt x="12358" y="3862"/>
                  </a:lnTo>
                  <a:lnTo>
                    <a:pt x="12860" y="3901"/>
                  </a:lnTo>
                  <a:lnTo>
                    <a:pt x="12319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47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4"/>
                  </a:lnTo>
                  <a:lnTo>
                    <a:pt x="11006" y="6411"/>
                  </a:lnTo>
                  <a:lnTo>
                    <a:pt x="11277" y="6449"/>
                  </a:lnTo>
                  <a:lnTo>
                    <a:pt x="11585" y="6411"/>
                  </a:lnTo>
                  <a:lnTo>
                    <a:pt x="11856" y="6372"/>
                  </a:lnTo>
                  <a:lnTo>
                    <a:pt x="12165" y="6256"/>
                  </a:lnTo>
                  <a:lnTo>
                    <a:pt x="12628" y="6063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760" y="7878"/>
                  </a:lnTo>
                  <a:lnTo>
                    <a:pt x="16876" y="7840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7"/>
                  </a:lnTo>
                  <a:lnTo>
                    <a:pt x="17378" y="7531"/>
                  </a:lnTo>
                  <a:lnTo>
                    <a:pt x="17416" y="7376"/>
                  </a:lnTo>
                  <a:lnTo>
                    <a:pt x="17455" y="7260"/>
                  </a:lnTo>
                  <a:lnTo>
                    <a:pt x="17493" y="6951"/>
                  </a:lnTo>
                  <a:lnTo>
                    <a:pt x="17416" y="6604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4"/>
                  </a:lnTo>
                  <a:lnTo>
                    <a:pt x="17146" y="2163"/>
                  </a:lnTo>
                  <a:lnTo>
                    <a:pt x="17107" y="1932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36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41" y="2434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3"/>
            <p:cNvSpPr/>
            <p:nvPr/>
          </p:nvSpPr>
          <p:spPr>
            <a:xfrm>
              <a:off x="5396100" y="24418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4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2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6" y="9153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3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7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5"/>
                  </a:lnTo>
                  <a:lnTo>
                    <a:pt x="695" y="735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4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50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3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9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6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8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2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4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7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3"/>
            <p:cNvSpPr/>
            <p:nvPr/>
          </p:nvSpPr>
          <p:spPr>
            <a:xfrm>
              <a:off x="4094775" y="2444775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4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5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3"/>
            <p:cNvSpPr/>
            <p:nvPr/>
          </p:nvSpPr>
          <p:spPr>
            <a:xfrm>
              <a:off x="6880825" y="24872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5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40" y="4943"/>
                  </a:lnTo>
                  <a:lnTo>
                    <a:pt x="155" y="4943"/>
                  </a:lnTo>
                  <a:lnTo>
                    <a:pt x="542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9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3"/>
            <p:cNvSpPr/>
            <p:nvPr/>
          </p:nvSpPr>
          <p:spPr>
            <a:xfrm>
              <a:off x="4037825" y="2489175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3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3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69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7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9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5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3"/>
            <p:cNvSpPr/>
            <p:nvPr/>
          </p:nvSpPr>
          <p:spPr>
            <a:xfrm>
              <a:off x="6829675" y="24891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580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9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9"/>
                  </a:lnTo>
                  <a:lnTo>
                    <a:pt x="78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8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4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6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3"/>
            <p:cNvSpPr/>
            <p:nvPr/>
          </p:nvSpPr>
          <p:spPr>
            <a:xfrm>
              <a:off x="2130250" y="2495950"/>
              <a:ext cx="246175" cy="107175"/>
            </a:xfrm>
            <a:custGeom>
              <a:avLst/>
              <a:gdLst/>
              <a:ahLst/>
              <a:cxnLst/>
              <a:rect l="l" t="t" r="r" b="b"/>
              <a:pathLst>
                <a:path w="9847" h="4287" extrusionOk="0">
                  <a:moveTo>
                    <a:pt x="8882" y="2742"/>
                  </a:moveTo>
                  <a:lnTo>
                    <a:pt x="9113" y="2819"/>
                  </a:lnTo>
                  <a:lnTo>
                    <a:pt x="9229" y="2896"/>
                  </a:lnTo>
                  <a:lnTo>
                    <a:pt x="9306" y="3012"/>
                  </a:lnTo>
                  <a:lnTo>
                    <a:pt x="9384" y="3089"/>
                  </a:lnTo>
                  <a:lnTo>
                    <a:pt x="9384" y="3205"/>
                  </a:lnTo>
                  <a:lnTo>
                    <a:pt x="9422" y="3321"/>
                  </a:lnTo>
                  <a:lnTo>
                    <a:pt x="9384" y="3437"/>
                  </a:lnTo>
                  <a:lnTo>
                    <a:pt x="9268" y="3630"/>
                  </a:lnTo>
                  <a:lnTo>
                    <a:pt x="9113" y="3785"/>
                  </a:lnTo>
                  <a:lnTo>
                    <a:pt x="8920" y="3862"/>
                  </a:lnTo>
                  <a:lnTo>
                    <a:pt x="8727" y="3862"/>
                  </a:lnTo>
                  <a:lnTo>
                    <a:pt x="8573" y="3785"/>
                  </a:lnTo>
                  <a:lnTo>
                    <a:pt x="8418" y="3630"/>
                  </a:lnTo>
                  <a:lnTo>
                    <a:pt x="8302" y="3437"/>
                  </a:lnTo>
                  <a:lnTo>
                    <a:pt x="8302" y="3244"/>
                  </a:lnTo>
                  <a:lnTo>
                    <a:pt x="8341" y="3051"/>
                  </a:lnTo>
                  <a:lnTo>
                    <a:pt x="8380" y="2858"/>
                  </a:lnTo>
                  <a:lnTo>
                    <a:pt x="8418" y="2819"/>
                  </a:lnTo>
                  <a:lnTo>
                    <a:pt x="8650" y="2742"/>
                  </a:lnTo>
                  <a:close/>
                  <a:moveTo>
                    <a:pt x="155" y="0"/>
                  </a:moveTo>
                  <a:lnTo>
                    <a:pt x="77" y="39"/>
                  </a:lnTo>
                  <a:lnTo>
                    <a:pt x="39" y="78"/>
                  </a:lnTo>
                  <a:lnTo>
                    <a:pt x="0" y="155"/>
                  </a:lnTo>
                  <a:lnTo>
                    <a:pt x="39" y="271"/>
                  </a:lnTo>
                  <a:lnTo>
                    <a:pt x="77" y="348"/>
                  </a:lnTo>
                  <a:lnTo>
                    <a:pt x="116" y="386"/>
                  </a:lnTo>
                  <a:lnTo>
                    <a:pt x="618" y="618"/>
                  </a:lnTo>
                  <a:lnTo>
                    <a:pt x="1120" y="773"/>
                  </a:lnTo>
                  <a:lnTo>
                    <a:pt x="2124" y="1081"/>
                  </a:lnTo>
                  <a:lnTo>
                    <a:pt x="4286" y="1738"/>
                  </a:lnTo>
                  <a:lnTo>
                    <a:pt x="6101" y="2317"/>
                  </a:lnTo>
                  <a:lnTo>
                    <a:pt x="7028" y="2587"/>
                  </a:lnTo>
                  <a:lnTo>
                    <a:pt x="7993" y="2819"/>
                  </a:lnTo>
                  <a:lnTo>
                    <a:pt x="7916" y="2974"/>
                  </a:lnTo>
                  <a:lnTo>
                    <a:pt x="7878" y="3089"/>
                  </a:lnTo>
                  <a:lnTo>
                    <a:pt x="7878" y="3398"/>
                  </a:lnTo>
                  <a:lnTo>
                    <a:pt x="7993" y="3707"/>
                  </a:lnTo>
                  <a:lnTo>
                    <a:pt x="8109" y="3939"/>
                  </a:lnTo>
                  <a:lnTo>
                    <a:pt x="8225" y="4093"/>
                  </a:lnTo>
                  <a:lnTo>
                    <a:pt x="8380" y="4171"/>
                  </a:lnTo>
                  <a:lnTo>
                    <a:pt x="8573" y="4248"/>
                  </a:lnTo>
                  <a:lnTo>
                    <a:pt x="8727" y="4287"/>
                  </a:lnTo>
                  <a:lnTo>
                    <a:pt x="8920" y="4287"/>
                  </a:lnTo>
                  <a:lnTo>
                    <a:pt x="9075" y="4248"/>
                  </a:lnTo>
                  <a:lnTo>
                    <a:pt x="9268" y="4209"/>
                  </a:lnTo>
                  <a:lnTo>
                    <a:pt x="9422" y="4093"/>
                  </a:lnTo>
                  <a:lnTo>
                    <a:pt x="9538" y="3978"/>
                  </a:lnTo>
                  <a:lnTo>
                    <a:pt x="9654" y="3823"/>
                  </a:lnTo>
                  <a:lnTo>
                    <a:pt x="9770" y="3669"/>
                  </a:lnTo>
                  <a:lnTo>
                    <a:pt x="9808" y="3514"/>
                  </a:lnTo>
                  <a:lnTo>
                    <a:pt x="9847" y="3321"/>
                  </a:lnTo>
                  <a:lnTo>
                    <a:pt x="9847" y="3128"/>
                  </a:lnTo>
                  <a:lnTo>
                    <a:pt x="9770" y="2974"/>
                  </a:lnTo>
                  <a:lnTo>
                    <a:pt x="9692" y="2781"/>
                  </a:lnTo>
                  <a:lnTo>
                    <a:pt x="9577" y="2665"/>
                  </a:lnTo>
                  <a:lnTo>
                    <a:pt x="9422" y="2549"/>
                  </a:lnTo>
                  <a:lnTo>
                    <a:pt x="9229" y="2433"/>
                  </a:lnTo>
                  <a:lnTo>
                    <a:pt x="9075" y="2394"/>
                  </a:lnTo>
                  <a:lnTo>
                    <a:pt x="8688" y="2394"/>
                  </a:lnTo>
                  <a:lnTo>
                    <a:pt x="8495" y="2472"/>
                  </a:lnTo>
                  <a:lnTo>
                    <a:pt x="8341" y="2549"/>
                  </a:lnTo>
                  <a:lnTo>
                    <a:pt x="7298" y="2163"/>
                  </a:lnTo>
                  <a:lnTo>
                    <a:pt x="6294" y="1815"/>
                  </a:lnTo>
                  <a:lnTo>
                    <a:pt x="4209" y="1159"/>
                  </a:lnTo>
                  <a:lnTo>
                    <a:pt x="3244" y="850"/>
                  </a:lnTo>
                  <a:lnTo>
                    <a:pt x="2240" y="502"/>
                  </a:lnTo>
                  <a:lnTo>
                    <a:pt x="1236" y="193"/>
                  </a:lnTo>
                  <a:lnTo>
                    <a:pt x="734" y="7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3"/>
            <p:cNvSpPr/>
            <p:nvPr/>
          </p:nvSpPr>
          <p:spPr>
            <a:xfrm>
              <a:off x="4737700" y="2534550"/>
              <a:ext cx="459550" cy="296400"/>
            </a:xfrm>
            <a:custGeom>
              <a:avLst/>
              <a:gdLst/>
              <a:ahLst/>
              <a:cxnLst/>
              <a:rect l="l" t="t" r="r" b="b"/>
              <a:pathLst>
                <a:path w="18382" h="11856" extrusionOk="0">
                  <a:moveTo>
                    <a:pt x="17648" y="2936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9"/>
                  </a:lnTo>
                  <a:lnTo>
                    <a:pt x="17880" y="3322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40"/>
                  </a:lnTo>
                  <a:lnTo>
                    <a:pt x="17648" y="4133"/>
                  </a:lnTo>
                  <a:lnTo>
                    <a:pt x="17300" y="4403"/>
                  </a:lnTo>
                  <a:lnTo>
                    <a:pt x="17030" y="4596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4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5"/>
                  </a:lnTo>
                  <a:lnTo>
                    <a:pt x="16528" y="3515"/>
                  </a:lnTo>
                  <a:lnTo>
                    <a:pt x="16721" y="3283"/>
                  </a:lnTo>
                  <a:lnTo>
                    <a:pt x="16953" y="3129"/>
                  </a:lnTo>
                  <a:lnTo>
                    <a:pt x="17223" y="2974"/>
                  </a:lnTo>
                  <a:lnTo>
                    <a:pt x="17493" y="2936"/>
                  </a:lnTo>
                  <a:close/>
                  <a:moveTo>
                    <a:pt x="14211" y="4866"/>
                  </a:moveTo>
                  <a:lnTo>
                    <a:pt x="14481" y="4905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30"/>
                  </a:lnTo>
                  <a:lnTo>
                    <a:pt x="14752" y="5523"/>
                  </a:lnTo>
                  <a:lnTo>
                    <a:pt x="14288" y="5677"/>
                  </a:lnTo>
                  <a:lnTo>
                    <a:pt x="14018" y="5716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600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7"/>
                  </a:lnTo>
                  <a:lnTo>
                    <a:pt x="13169" y="5021"/>
                  </a:lnTo>
                  <a:lnTo>
                    <a:pt x="13323" y="4944"/>
                  </a:lnTo>
                  <a:lnTo>
                    <a:pt x="13555" y="4905"/>
                  </a:lnTo>
                  <a:lnTo>
                    <a:pt x="13864" y="4866"/>
                  </a:lnTo>
                  <a:close/>
                  <a:moveTo>
                    <a:pt x="15756" y="5523"/>
                  </a:moveTo>
                  <a:lnTo>
                    <a:pt x="16374" y="5832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4"/>
                  </a:lnTo>
                  <a:lnTo>
                    <a:pt x="17571" y="6913"/>
                  </a:lnTo>
                  <a:lnTo>
                    <a:pt x="17609" y="7067"/>
                  </a:lnTo>
                  <a:lnTo>
                    <a:pt x="17609" y="7222"/>
                  </a:lnTo>
                  <a:lnTo>
                    <a:pt x="17609" y="7454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4"/>
                  </a:lnTo>
                  <a:lnTo>
                    <a:pt x="17146" y="7724"/>
                  </a:lnTo>
                  <a:lnTo>
                    <a:pt x="16953" y="7685"/>
                  </a:lnTo>
                  <a:lnTo>
                    <a:pt x="16798" y="7608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7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2"/>
                  </a:lnTo>
                  <a:lnTo>
                    <a:pt x="15756" y="5523"/>
                  </a:lnTo>
                  <a:close/>
                  <a:moveTo>
                    <a:pt x="4944" y="464"/>
                  </a:moveTo>
                  <a:lnTo>
                    <a:pt x="5561" y="503"/>
                  </a:lnTo>
                  <a:lnTo>
                    <a:pt x="6141" y="657"/>
                  </a:lnTo>
                  <a:lnTo>
                    <a:pt x="6681" y="889"/>
                  </a:lnTo>
                  <a:lnTo>
                    <a:pt x="7222" y="1198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5"/>
                  </a:lnTo>
                  <a:lnTo>
                    <a:pt x="8766" y="2781"/>
                  </a:lnTo>
                  <a:lnTo>
                    <a:pt x="9037" y="3206"/>
                  </a:lnTo>
                  <a:lnTo>
                    <a:pt x="9268" y="3669"/>
                  </a:lnTo>
                  <a:lnTo>
                    <a:pt x="9693" y="4596"/>
                  </a:lnTo>
                  <a:lnTo>
                    <a:pt x="10079" y="5523"/>
                  </a:lnTo>
                  <a:lnTo>
                    <a:pt x="10272" y="5909"/>
                  </a:lnTo>
                  <a:lnTo>
                    <a:pt x="10504" y="6295"/>
                  </a:lnTo>
                  <a:lnTo>
                    <a:pt x="10736" y="6643"/>
                  </a:lnTo>
                  <a:lnTo>
                    <a:pt x="11006" y="6913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1"/>
                  </a:lnTo>
                  <a:lnTo>
                    <a:pt x="13207" y="7492"/>
                  </a:lnTo>
                  <a:lnTo>
                    <a:pt x="13516" y="7415"/>
                  </a:lnTo>
                  <a:lnTo>
                    <a:pt x="13825" y="7260"/>
                  </a:lnTo>
                  <a:lnTo>
                    <a:pt x="14095" y="7106"/>
                  </a:lnTo>
                  <a:lnTo>
                    <a:pt x="14366" y="6952"/>
                  </a:lnTo>
                  <a:lnTo>
                    <a:pt x="14597" y="6720"/>
                  </a:lnTo>
                  <a:lnTo>
                    <a:pt x="14829" y="6488"/>
                  </a:lnTo>
                  <a:lnTo>
                    <a:pt x="14829" y="6488"/>
                  </a:lnTo>
                  <a:lnTo>
                    <a:pt x="14404" y="7222"/>
                  </a:lnTo>
                  <a:lnTo>
                    <a:pt x="13941" y="7878"/>
                  </a:lnTo>
                  <a:lnTo>
                    <a:pt x="13439" y="8535"/>
                  </a:lnTo>
                  <a:lnTo>
                    <a:pt x="12860" y="9114"/>
                  </a:lnTo>
                  <a:lnTo>
                    <a:pt x="12242" y="9616"/>
                  </a:lnTo>
                  <a:lnTo>
                    <a:pt x="11547" y="10079"/>
                  </a:lnTo>
                  <a:lnTo>
                    <a:pt x="10813" y="10504"/>
                  </a:lnTo>
                  <a:lnTo>
                    <a:pt x="10041" y="10813"/>
                  </a:lnTo>
                  <a:lnTo>
                    <a:pt x="9462" y="11006"/>
                  </a:lnTo>
                  <a:lnTo>
                    <a:pt x="8882" y="11161"/>
                  </a:lnTo>
                  <a:lnTo>
                    <a:pt x="8303" y="11276"/>
                  </a:lnTo>
                  <a:lnTo>
                    <a:pt x="7724" y="11315"/>
                  </a:lnTo>
                  <a:lnTo>
                    <a:pt x="7145" y="11354"/>
                  </a:lnTo>
                  <a:lnTo>
                    <a:pt x="6604" y="11315"/>
                  </a:lnTo>
                  <a:lnTo>
                    <a:pt x="6025" y="11238"/>
                  </a:lnTo>
                  <a:lnTo>
                    <a:pt x="5484" y="11122"/>
                  </a:lnTo>
                  <a:lnTo>
                    <a:pt x="4944" y="10967"/>
                  </a:lnTo>
                  <a:lnTo>
                    <a:pt x="4442" y="10736"/>
                  </a:lnTo>
                  <a:lnTo>
                    <a:pt x="3940" y="10504"/>
                  </a:lnTo>
                  <a:lnTo>
                    <a:pt x="3476" y="10195"/>
                  </a:lnTo>
                  <a:lnTo>
                    <a:pt x="3013" y="9848"/>
                  </a:lnTo>
                  <a:lnTo>
                    <a:pt x="2549" y="9461"/>
                  </a:lnTo>
                  <a:lnTo>
                    <a:pt x="2163" y="9037"/>
                  </a:lnTo>
                  <a:lnTo>
                    <a:pt x="1777" y="8573"/>
                  </a:lnTo>
                  <a:lnTo>
                    <a:pt x="1430" y="8033"/>
                  </a:lnTo>
                  <a:lnTo>
                    <a:pt x="1121" y="7492"/>
                  </a:lnTo>
                  <a:lnTo>
                    <a:pt x="850" y="6913"/>
                  </a:lnTo>
                  <a:lnTo>
                    <a:pt x="657" y="6334"/>
                  </a:lnTo>
                  <a:lnTo>
                    <a:pt x="503" y="5754"/>
                  </a:lnTo>
                  <a:lnTo>
                    <a:pt x="426" y="5137"/>
                  </a:lnTo>
                  <a:lnTo>
                    <a:pt x="426" y="4519"/>
                  </a:lnTo>
                  <a:lnTo>
                    <a:pt x="503" y="3862"/>
                  </a:lnTo>
                  <a:lnTo>
                    <a:pt x="696" y="3283"/>
                  </a:lnTo>
                  <a:lnTo>
                    <a:pt x="928" y="2743"/>
                  </a:lnTo>
                  <a:lnTo>
                    <a:pt x="1275" y="2241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80"/>
                  </a:lnTo>
                  <a:lnTo>
                    <a:pt x="4326" y="464"/>
                  </a:lnTo>
                  <a:close/>
                  <a:moveTo>
                    <a:pt x="4519" y="1"/>
                  </a:moveTo>
                  <a:lnTo>
                    <a:pt x="4249" y="39"/>
                  </a:lnTo>
                  <a:lnTo>
                    <a:pt x="3901" y="78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6"/>
                  </a:lnTo>
                  <a:lnTo>
                    <a:pt x="2472" y="580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4"/>
                  </a:lnTo>
                  <a:lnTo>
                    <a:pt x="1082" y="1700"/>
                  </a:lnTo>
                  <a:lnTo>
                    <a:pt x="773" y="2163"/>
                  </a:lnTo>
                  <a:lnTo>
                    <a:pt x="503" y="2627"/>
                  </a:lnTo>
                  <a:lnTo>
                    <a:pt x="310" y="3090"/>
                  </a:lnTo>
                  <a:lnTo>
                    <a:pt x="155" y="3592"/>
                  </a:lnTo>
                  <a:lnTo>
                    <a:pt x="40" y="4094"/>
                  </a:lnTo>
                  <a:lnTo>
                    <a:pt x="1" y="4596"/>
                  </a:lnTo>
                  <a:lnTo>
                    <a:pt x="1" y="5137"/>
                  </a:lnTo>
                  <a:lnTo>
                    <a:pt x="78" y="5639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9"/>
                  </a:lnTo>
                  <a:lnTo>
                    <a:pt x="1237" y="8612"/>
                  </a:lnTo>
                  <a:lnTo>
                    <a:pt x="1545" y="9037"/>
                  </a:lnTo>
                  <a:lnTo>
                    <a:pt x="2009" y="9577"/>
                  </a:lnTo>
                  <a:lnTo>
                    <a:pt x="2472" y="10041"/>
                  </a:lnTo>
                  <a:lnTo>
                    <a:pt x="2974" y="10427"/>
                  </a:lnTo>
                  <a:lnTo>
                    <a:pt x="3476" y="10813"/>
                  </a:lnTo>
                  <a:lnTo>
                    <a:pt x="4055" y="11083"/>
                  </a:lnTo>
                  <a:lnTo>
                    <a:pt x="4596" y="11354"/>
                  </a:lnTo>
                  <a:lnTo>
                    <a:pt x="5214" y="11547"/>
                  </a:lnTo>
                  <a:lnTo>
                    <a:pt x="5832" y="11701"/>
                  </a:lnTo>
                  <a:lnTo>
                    <a:pt x="5870" y="11856"/>
                  </a:lnTo>
                  <a:lnTo>
                    <a:pt x="6218" y="11778"/>
                  </a:lnTo>
                  <a:lnTo>
                    <a:pt x="7029" y="11817"/>
                  </a:lnTo>
                  <a:lnTo>
                    <a:pt x="7840" y="11817"/>
                  </a:lnTo>
                  <a:lnTo>
                    <a:pt x="8689" y="11701"/>
                  </a:lnTo>
                  <a:lnTo>
                    <a:pt x="9539" y="11508"/>
                  </a:lnTo>
                  <a:lnTo>
                    <a:pt x="10272" y="11238"/>
                  </a:lnTo>
                  <a:lnTo>
                    <a:pt x="11006" y="10929"/>
                  </a:lnTo>
                  <a:lnTo>
                    <a:pt x="11315" y="10813"/>
                  </a:lnTo>
                  <a:lnTo>
                    <a:pt x="11315" y="10774"/>
                  </a:lnTo>
                  <a:lnTo>
                    <a:pt x="12049" y="10350"/>
                  </a:lnTo>
                  <a:lnTo>
                    <a:pt x="12705" y="9848"/>
                  </a:lnTo>
                  <a:lnTo>
                    <a:pt x="13362" y="9307"/>
                  </a:lnTo>
                  <a:lnTo>
                    <a:pt x="13941" y="8689"/>
                  </a:lnTo>
                  <a:lnTo>
                    <a:pt x="14481" y="8033"/>
                  </a:lnTo>
                  <a:lnTo>
                    <a:pt x="14713" y="7685"/>
                  </a:lnTo>
                  <a:lnTo>
                    <a:pt x="14906" y="7299"/>
                  </a:lnTo>
                  <a:lnTo>
                    <a:pt x="15099" y="6952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20"/>
                  </a:lnTo>
                  <a:lnTo>
                    <a:pt x="15987" y="7145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7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3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4"/>
                  </a:lnTo>
                  <a:lnTo>
                    <a:pt x="18034" y="7260"/>
                  </a:lnTo>
                  <a:lnTo>
                    <a:pt x="17995" y="7029"/>
                  </a:lnTo>
                  <a:lnTo>
                    <a:pt x="17918" y="6836"/>
                  </a:lnTo>
                  <a:lnTo>
                    <a:pt x="17841" y="6643"/>
                  </a:lnTo>
                  <a:lnTo>
                    <a:pt x="17725" y="6450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6"/>
                  </a:lnTo>
                  <a:lnTo>
                    <a:pt x="16567" y="5446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2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4"/>
                  </a:lnTo>
                  <a:lnTo>
                    <a:pt x="18343" y="3553"/>
                  </a:lnTo>
                  <a:lnTo>
                    <a:pt x="18382" y="3322"/>
                  </a:lnTo>
                  <a:lnTo>
                    <a:pt x="18343" y="3090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4"/>
                  </a:lnTo>
                  <a:lnTo>
                    <a:pt x="17841" y="2588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8"/>
                  </a:lnTo>
                  <a:lnTo>
                    <a:pt x="16953" y="2704"/>
                  </a:lnTo>
                  <a:lnTo>
                    <a:pt x="16760" y="2781"/>
                  </a:lnTo>
                  <a:lnTo>
                    <a:pt x="16567" y="2936"/>
                  </a:lnTo>
                  <a:lnTo>
                    <a:pt x="16412" y="3090"/>
                  </a:lnTo>
                  <a:lnTo>
                    <a:pt x="16258" y="3283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1"/>
                  </a:lnTo>
                  <a:lnTo>
                    <a:pt x="15524" y="5021"/>
                  </a:lnTo>
                  <a:lnTo>
                    <a:pt x="15099" y="4789"/>
                  </a:lnTo>
                  <a:lnTo>
                    <a:pt x="14675" y="4635"/>
                  </a:lnTo>
                  <a:lnTo>
                    <a:pt x="14211" y="4519"/>
                  </a:lnTo>
                  <a:lnTo>
                    <a:pt x="13748" y="4519"/>
                  </a:lnTo>
                  <a:lnTo>
                    <a:pt x="13362" y="4596"/>
                  </a:lnTo>
                  <a:lnTo>
                    <a:pt x="13169" y="4635"/>
                  </a:lnTo>
                  <a:lnTo>
                    <a:pt x="12975" y="4712"/>
                  </a:lnTo>
                  <a:lnTo>
                    <a:pt x="12782" y="4789"/>
                  </a:lnTo>
                  <a:lnTo>
                    <a:pt x="12628" y="4944"/>
                  </a:lnTo>
                  <a:lnTo>
                    <a:pt x="12512" y="5098"/>
                  </a:lnTo>
                  <a:lnTo>
                    <a:pt x="12435" y="5252"/>
                  </a:lnTo>
                  <a:lnTo>
                    <a:pt x="12396" y="5446"/>
                  </a:lnTo>
                  <a:lnTo>
                    <a:pt x="12473" y="5639"/>
                  </a:lnTo>
                  <a:lnTo>
                    <a:pt x="12551" y="5793"/>
                  </a:lnTo>
                  <a:lnTo>
                    <a:pt x="12705" y="5909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1"/>
                  </a:lnTo>
                  <a:lnTo>
                    <a:pt x="13786" y="6141"/>
                  </a:lnTo>
                  <a:lnTo>
                    <a:pt x="14134" y="6102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20"/>
                  </a:lnTo>
                  <a:lnTo>
                    <a:pt x="13671" y="6836"/>
                  </a:lnTo>
                  <a:lnTo>
                    <a:pt x="13439" y="6952"/>
                  </a:lnTo>
                  <a:lnTo>
                    <a:pt x="13207" y="7029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1"/>
                  </a:lnTo>
                  <a:lnTo>
                    <a:pt x="10968" y="6141"/>
                  </a:lnTo>
                  <a:lnTo>
                    <a:pt x="10774" y="5793"/>
                  </a:lnTo>
                  <a:lnTo>
                    <a:pt x="10504" y="5330"/>
                  </a:lnTo>
                  <a:lnTo>
                    <a:pt x="10311" y="4828"/>
                  </a:lnTo>
                  <a:lnTo>
                    <a:pt x="9886" y="3862"/>
                  </a:lnTo>
                  <a:lnTo>
                    <a:pt x="9655" y="3399"/>
                  </a:lnTo>
                  <a:lnTo>
                    <a:pt x="9423" y="2936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2"/>
                  </a:lnTo>
                  <a:lnTo>
                    <a:pt x="6874" y="503"/>
                  </a:lnTo>
                  <a:lnTo>
                    <a:pt x="6295" y="271"/>
                  </a:lnTo>
                  <a:lnTo>
                    <a:pt x="5716" y="117"/>
                  </a:lnTo>
                  <a:lnTo>
                    <a:pt x="5137" y="39"/>
                  </a:lnTo>
                  <a:lnTo>
                    <a:pt x="451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3"/>
            <p:cNvSpPr/>
            <p:nvPr/>
          </p:nvSpPr>
          <p:spPr>
            <a:xfrm>
              <a:off x="6767875" y="25365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1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6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3"/>
            <p:cNvSpPr/>
            <p:nvPr/>
          </p:nvSpPr>
          <p:spPr>
            <a:xfrm>
              <a:off x="694725" y="25374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8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3"/>
            <p:cNvSpPr/>
            <p:nvPr/>
          </p:nvSpPr>
          <p:spPr>
            <a:xfrm>
              <a:off x="643575" y="25393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657" y="1468"/>
                  </a:lnTo>
                  <a:lnTo>
                    <a:pt x="579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3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5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3"/>
            <p:cNvSpPr/>
            <p:nvPr/>
          </p:nvSpPr>
          <p:spPr>
            <a:xfrm>
              <a:off x="2323325" y="2542275"/>
              <a:ext cx="309900" cy="249100"/>
            </a:xfrm>
            <a:custGeom>
              <a:avLst/>
              <a:gdLst/>
              <a:ahLst/>
              <a:cxnLst/>
              <a:rect l="l" t="t" r="r" b="b"/>
              <a:pathLst>
                <a:path w="12396" h="9964" extrusionOk="0">
                  <a:moveTo>
                    <a:pt x="10079" y="426"/>
                  </a:moveTo>
                  <a:lnTo>
                    <a:pt x="10272" y="464"/>
                  </a:lnTo>
                  <a:lnTo>
                    <a:pt x="10465" y="503"/>
                  </a:lnTo>
                  <a:lnTo>
                    <a:pt x="10581" y="541"/>
                  </a:lnTo>
                  <a:lnTo>
                    <a:pt x="10735" y="657"/>
                  </a:lnTo>
                  <a:lnTo>
                    <a:pt x="10851" y="850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28" y="1430"/>
                  </a:lnTo>
                  <a:lnTo>
                    <a:pt x="10890" y="1661"/>
                  </a:lnTo>
                  <a:lnTo>
                    <a:pt x="10812" y="1854"/>
                  </a:lnTo>
                  <a:lnTo>
                    <a:pt x="10619" y="2202"/>
                  </a:lnTo>
                  <a:lnTo>
                    <a:pt x="10310" y="2588"/>
                  </a:lnTo>
                  <a:lnTo>
                    <a:pt x="9963" y="2936"/>
                  </a:lnTo>
                  <a:lnTo>
                    <a:pt x="9422" y="3476"/>
                  </a:lnTo>
                  <a:lnTo>
                    <a:pt x="8843" y="3978"/>
                  </a:lnTo>
                  <a:lnTo>
                    <a:pt x="8186" y="4480"/>
                  </a:lnTo>
                  <a:lnTo>
                    <a:pt x="7569" y="4982"/>
                  </a:lnTo>
                  <a:lnTo>
                    <a:pt x="6912" y="5484"/>
                  </a:lnTo>
                  <a:lnTo>
                    <a:pt x="6256" y="5947"/>
                  </a:lnTo>
                  <a:lnTo>
                    <a:pt x="5483" y="6411"/>
                  </a:lnTo>
                  <a:lnTo>
                    <a:pt x="4711" y="6874"/>
                  </a:lnTo>
                  <a:lnTo>
                    <a:pt x="3939" y="7299"/>
                  </a:lnTo>
                  <a:lnTo>
                    <a:pt x="3128" y="7724"/>
                  </a:lnTo>
                  <a:lnTo>
                    <a:pt x="2471" y="7994"/>
                  </a:lnTo>
                  <a:lnTo>
                    <a:pt x="2163" y="8110"/>
                  </a:lnTo>
                  <a:lnTo>
                    <a:pt x="1815" y="8226"/>
                  </a:lnTo>
                  <a:lnTo>
                    <a:pt x="1506" y="8264"/>
                  </a:lnTo>
                  <a:lnTo>
                    <a:pt x="1159" y="8303"/>
                  </a:lnTo>
                  <a:lnTo>
                    <a:pt x="811" y="8303"/>
                  </a:lnTo>
                  <a:lnTo>
                    <a:pt x="463" y="8226"/>
                  </a:lnTo>
                  <a:lnTo>
                    <a:pt x="502" y="8148"/>
                  </a:lnTo>
                  <a:lnTo>
                    <a:pt x="463" y="8033"/>
                  </a:lnTo>
                  <a:lnTo>
                    <a:pt x="463" y="7917"/>
                  </a:lnTo>
                  <a:lnTo>
                    <a:pt x="463" y="7801"/>
                  </a:lnTo>
                  <a:lnTo>
                    <a:pt x="502" y="7569"/>
                  </a:lnTo>
                  <a:lnTo>
                    <a:pt x="618" y="7299"/>
                  </a:lnTo>
                  <a:lnTo>
                    <a:pt x="772" y="7029"/>
                  </a:lnTo>
                  <a:lnTo>
                    <a:pt x="1159" y="6565"/>
                  </a:lnTo>
                  <a:lnTo>
                    <a:pt x="1467" y="6179"/>
                  </a:lnTo>
                  <a:lnTo>
                    <a:pt x="2008" y="5561"/>
                  </a:lnTo>
                  <a:lnTo>
                    <a:pt x="2549" y="4982"/>
                  </a:lnTo>
                  <a:lnTo>
                    <a:pt x="3128" y="4441"/>
                  </a:lnTo>
                  <a:lnTo>
                    <a:pt x="3746" y="3862"/>
                  </a:lnTo>
                  <a:lnTo>
                    <a:pt x="4364" y="3360"/>
                  </a:lnTo>
                  <a:lnTo>
                    <a:pt x="5020" y="2858"/>
                  </a:lnTo>
                  <a:lnTo>
                    <a:pt x="5715" y="2434"/>
                  </a:lnTo>
                  <a:lnTo>
                    <a:pt x="6410" y="1970"/>
                  </a:lnTo>
                  <a:lnTo>
                    <a:pt x="7105" y="1584"/>
                  </a:lnTo>
                  <a:lnTo>
                    <a:pt x="7839" y="1236"/>
                  </a:lnTo>
                  <a:lnTo>
                    <a:pt x="8457" y="928"/>
                  </a:lnTo>
                  <a:lnTo>
                    <a:pt x="8843" y="734"/>
                  </a:lnTo>
                  <a:lnTo>
                    <a:pt x="9268" y="580"/>
                  </a:lnTo>
                  <a:lnTo>
                    <a:pt x="9692" y="464"/>
                  </a:lnTo>
                  <a:lnTo>
                    <a:pt x="10079" y="426"/>
                  </a:lnTo>
                  <a:close/>
                  <a:moveTo>
                    <a:pt x="11237" y="464"/>
                  </a:moveTo>
                  <a:lnTo>
                    <a:pt x="11430" y="580"/>
                  </a:lnTo>
                  <a:lnTo>
                    <a:pt x="11585" y="773"/>
                  </a:lnTo>
                  <a:lnTo>
                    <a:pt x="11700" y="966"/>
                  </a:lnTo>
                  <a:lnTo>
                    <a:pt x="11778" y="1236"/>
                  </a:lnTo>
                  <a:lnTo>
                    <a:pt x="11778" y="1468"/>
                  </a:lnTo>
                  <a:lnTo>
                    <a:pt x="11778" y="1738"/>
                  </a:lnTo>
                  <a:lnTo>
                    <a:pt x="11739" y="1970"/>
                  </a:lnTo>
                  <a:lnTo>
                    <a:pt x="11662" y="2240"/>
                  </a:lnTo>
                  <a:lnTo>
                    <a:pt x="11430" y="2627"/>
                  </a:lnTo>
                  <a:lnTo>
                    <a:pt x="11160" y="3013"/>
                  </a:lnTo>
                  <a:lnTo>
                    <a:pt x="10851" y="3399"/>
                  </a:lnTo>
                  <a:lnTo>
                    <a:pt x="10542" y="3746"/>
                  </a:lnTo>
                  <a:lnTo>
                    <a:pt x="9847" y="4480"/>
                  </a:lnTo>
                  <a:lnTo>
                    <a:pt x="9075" y="5137"/>
                  </a:lnTo>
                  <a:lnTo>
                    <a:pt x="8264" y="5793"/>
                  </a:lnTo>
                  <a:lnTo>
                    <a:pt x="7453" y="6372"/>
                  </a:lnTo>
                  <a:lnTo>
                    <a:pt x="6603" y="6990"/>
                  </a:lnTo>
                  <a:lnTo>
                    <a:pt x="5754" y="7569"/>
                  </a:lnTo>
                  <a:lnTo>
                    <a:pt x="4866" y="8110"/>
                  </a:lnTo>
                  <a:lnTo>
                    <a:pt x="3977" y="8612"/>
                  </a:lnTo>
                  <a:lnTo>
                    <a:pt x="3128" y="9037"/>
                  </a:lnTo>
                  <a:lnTo>
                    <a:pt x="2703" y="9191"/>
                  </a:lnTo>
                  <a:lnTo>
                    <a:pt x="2240" y="9346"/>
                  </a:lnTo>
                  <a:lnTo>
                    <a:pt x="1969" y="9384"/>
                  </a:lnTo>
                  <a:lnTo>
                    <a:pt x="1661" y="9423"/>
                  </a:lnTo>
                  <a:lnTo>
                    <a:pt x="1313" y="9384"/>
                  </a:lnTo>
                  <a:lnTo>
                    <a:pt x="1004" y="9346"/>
                  </a:lnTo>
                  <a:lnTo>
                    <a:pt x="734" y="9191"/>
                  </a:lnTo>
                  <a:lnTo>
                    <a:pt x="541" y="9037"/>
                  </a:lnTo>
                  <a:lnTo>
                    <a:pt x="463" y="8921"/>
                  </a:lnTo>
                  <a:lnTo>
                    <a:pt x="386" y="8805"/>
                  </a:lnTo>
                  <a:lnTo>
                    <a:pt x="348" y="8650"/>
                  </a:lnTo>
                  <a:lnTo>
                    <a:pt x="309" y="8496"/>
                  </a:lnTo>
                  <a:lnTo>
                    <a:pt x="579" y="8612"/>
                  </a:lnTo>
                  <a:lnTo>
                    <a:pt x="888" y="8728"/>
                  </a:lnTo>
                  <a:lnTo>
                    <a:pt x="1197" y="8766"/>
                  </a:lnTo>
                  <a:lnTo>
                    <a:pt x="1506" y="8766"/>
                  </a:lnTo>
                  <a:lnTo>
                    <a:pt x="1815" y="8728"/>
                  </a:lnTo>
                  <a:lnTo>
                    <a:pt x="2124" y="8650"/>
                  </a:lnTo>
                  <a:lnTo>
                    <a:pt x="2742" y="8457"/>
                  </a:lnTo>
                  <a:lnTo>
                    <a:pt x="3321" y="8187"/>
                  </a:lnTo>
                  <a:lnTo>
                    <a:pt x="3939" y="7917"/>
                  </a:lnTo>
                  <a:lnTo>
                    <a:pt x="4981" y="7299"/>
                  </a:lnTo>
                  <a:lnTo>
                    <a:pt x="6526" y="6372"/>
                  </a:lnTo>
                  <a:lnTo>
                    <a:pt x="7298" y="5832"/>
                  </a:lnTo>
                  <a:lnTo>
                    <a:pt x="8071" y="5291"/>
                  </a:lnTo>
                  <a:lnTo>
                    <a:pt x="8804" y="4750"/>
                  </a:lnTo>
                  <a:lnTo>
                    <a:pt x="9499" y="4133"/>
                  </a:lnTo>
                  <a:lnTo>
                    <a:pt x="10156" y="3515"/>
                  </a:lnTo>
                  <a:lnTo>
                    <a:pt x="10774" y="2820"/>
                  </a:lnTo>
                  <a:lnTo>
                    <a:pt x="10967" y="2588"/>
                  </a:lnTo>
                  <a:lnTo>
                    <a:pt x="11121" y="2356"/>
                  </a:lnTo>
                  <a:lnTo>
                    <a:pt x="11276" y="2047"/>
                  </a:lnTo>
                  <a:lnTo>
                    <a:pt x="11391" y="1777"/>
                  </a:lnTo>
                  <a:lnTo>
                    <a:pt x="11469" y="1468"/>
                  </a:lnTo>
                  <a:lnTo>
                    <a:pt x="11507" y="1159"/>
                  </a:lnTo>
                  <a:lnTo>
                    <a:pt x="11430" y="889"/>
                  </a:lnTo>
                  <a:lnTo>
                    <a:pt x="11314" y="580"/>
                  </a:lnTo>
                  <a:lnTo>
                    <a:pt x="11237" y="464"/>
                  </a:lnTo>
                  <a:close/>
                  <a:moveTo>
                    <a:pt x="9924" y="1"/>
                  </a:moveTo>
                  <a:lnTo>
                    <a:pt x="9654" y="39"/>
                  </a:lnTo>
                  <a:lnTo>
                    <a:pt x="9306" y="117"/>
                  </a:lnTo>
                  <a:lnTo>
                    <a:pt x="8920" y="194"/>
                  </a:lnTo>
                  <a:lnTo>
                    <a:pt x="8186" y="503"/>
                  </a:lnTo>
                  <a:lnTo>
                    <a:pt x="7491" y="850"/>
                  </a:lnTo>
                  <a:lnTo>
                    <a:pt x="6835" y="1198"/>
                  </a:lnTo>
                  <a:lnTo>
                    <a:pt x="6101" y="1584"/>
                  </a:lnTo>
                  <a:lnTo>
                    <a:pt x="5406" y="2009"/>
                  </a:lnTo>
                  <a:lnTo>
                    <a:pt x="4750" y="2472"/>
                  </a:lnTo>
                  <a:lnTo>
                    <a:pt x="4093" y="2974"/>
                  </a:lnTo>
                  <a:lnTo>
                    <a:pt x="3360" y="3553"/>
                  </a:lnTo>
                  <a:lnTo>
                    <a:pt x="2665" y="4210"/>
                  </a:lnTo>
                  <a:lnTo>
                    <a:pt x="1969" y="4866"/>
                  </a:lnTo>
                  <a:lnTo>
                    <a:pt x="1352" y="5600"/>
                  </a:lnTo>
                  <a:lnTo>
                    <a:pt x="888" y="6141"/>
                  </a:lnTo>
                  <a:lnTo>
                    <a:pt x="618" y="6449"/>
                  </a:lnTo>
                  <a:lnTo>
                    <a:pt x="348" y="6797"/>
                  </a:lnTo>
                  <a:lnTo>
                    <a:pt x="155" y="7145"/>
                  </a:lnTo>
                  <a:lnTo>
                    <a:pt x="0" y="7492"/>
                  </a:lnTo>
                  <a:lnTo>
                    <a:pt x="0" y="7685"/>
                  </a:lnTo>
                  <a:lnTo>
                    <a:pt x="0" y="7840"/>
                  </a:lnTo>
                  <a:lnTo>
                    <a:pt x="0" y="8033"/>
                  </a:lnTo>
                  <a:lnTo>
                    <a:pt x="77" y="8187"/>
                  </a:lnTo>
                  <a:lnTo>
                    <a:pt x="77" y="8264"/>
                  </a:lnTo>
                  <a:lnTo>
                    <a:pt x="77" y="8342"/>
                  </a:lnTo>
                  <a:lnTo>
                    <a:pt x="39" y="8496"/>
                  </a:lnTo>
                  <a:lnTo>
                    <a:pt x="39" y="8650"/>
                  </a:lnTo>
                  <a:lnTo>
                    <a:pt x="77" y="8805"/>
                  </a:lnTo>
                  <a:lnTo>
                    <a:pt x="116" y="8959"/>
                  </a:lnTo>
                  <a:lnTo>
                    <a:pt x="309" y="9230"/>
                  </a:lnTo>
                  <a:lnTo>
                    <a:pt x="541" y="9500"/>
                  </a:lnTo>
                  <a:lnTo>
                    <a:pt x="734" y="9616"/>
                  </a:lnTo>
                  <a:lnTo>
                    <a:pt x="965" y="9732"/>
                  </a:lnTo>
                  <a:lnTo>
                    <a:pt x="1236" y="9770"/>
                  </a:lnTo>
                  <a:lnTo>
                    <a:pt x="1467" y="9809"/>
                  </a:lnTo>
                  <a:lnTo>
                    <a:pt x="1583" y="9963"/>
                  </a:lnTo>
                  <a:lnTo>
                    <a:pt x="1815" y="9770"/>
                  </a:lnTo>
                  <a:lnTo>
                    <a:pt x="1892" y="9770"/>
                  </a:lnTo>
                  <a:lnTo>
                    <a:pt x="1892" y="9848"/>
                  </a:lnTo>
                  <a:lnTo>
                    <a:pt x="1931" y="9848"/>
                  </a:lnTo>
                  <a:lnTo>
                    <a:pt x="2008" y="9770"/>
                  </a:lnTo>
                  <a:lnTo>
                    <a:pt x="2394" y="9654"/>
                  </a:lnTo>
                  <a:lnTo>
                    <a:pt x="2935" y="9500"/>
                  </a:lnTo>
                  <a:lnTo>
                    <a:pt x="3514" y="9268"/>
                  </a:lnTo>
                  <a:lnTo>
                    <a:pt x="4055" y="9037"/>
                  </a:lnTo>
                  <a:lnTo>
                    <a:pt x="4557" y="8766"/>
                  </a:lnTo>
                  <a:lnTo>
                    <a:pt x="5599" y="8148"/>
                  </a:lnTo>
                  <a:lnTo>
                    <a:pt x="6603" y="7492"/>
                  </a:lnTo>
                  <a:lnTo>
                    <a:pt x="6758" y="7376"/>
                  </a:lnTo>
                  <a:lnTo>
                    <a:pt x="7839" y="6643"/>
                  </a:lnTo>
                  <a:lnTo>
                    <a:pt x="8688" y="5986"/>
                  </a:lnTo>
                  <a:lnTo>
                    <a:pt x="9538" y="5330"/>
                  </a:lnTo>
                  <a:lnTo>
                    <a:pt x="10388" y="4596"/>
                  </a:lnTo>
                  <a:lnTo>
                    <a:pt x="10774" y="4171"/>
                  </a:lnTo>
                  <a:lnTo>
                    <a:pt x="11121" y="3785"/>
                  </a:lnTo>
                  <a:lnTo>
                    <a:pt x="11160" y="3901"/>
                  </a:lnTo>
                  <a:lnTo>
                    <a:pt x="11430" y="3824"/>
                  </a:lnTo>
                  <a:lnTo>
                    <a:pt x="11932" y="4094"/>
                  </a:lnTo>
                  <a:lnTo>
                    <a:pt x="12087" y="3824"/>
                  </a:lnTo>
                  <a:lnTo>
                    <a:pt x="11353" y="3476"/>
                  </a:lnTo>
                  <a:lnTo>
                    <a:pt x="11662" y="3051"/>
                  </a:lnTo>
                  <a:lnTo>
                    <a:pt x="11932" y="2588"/>
                  </a:lnTo>
                  <a:lnTo>
                    <a:pt x="12087" y="2202"/>
                  </a:lnTo>
                  <a:lnTo>
                    <a:pt x="12164" y="1816"/>
                  </a:lnTo>
                  <a:lnTo>
                    <a:pt x="12395" y="1623"/>
                  </a:lnTo>
                  <a:lnTo>
                    <a:pt x="12164" y="1391"/>
                  </a:lnTo>
                  <a:lnTo>
                    <a:pt x="12125" y="1082"/>
                  </a:lnTo>
                  <a:lnTo>
                    <a:pt x="12048" y="812"/>
                  </a:lnTo>
                  <a:lnTo>
                    <a:pt x="11932" y="580"/>
                  </a:lnTo>
                  <a:lnTo>
                    <a:pt x="11778" y="387"/>
                  </a:lnTo>
                  <a:lnTo>
                    <a:pt x="11585" y="194"/>
                  </a:lnTo>
                  <a:lnTo>
                    <a:pt x="11353" y="78"/>
                  </a:lnTo>
                  <a:lnTo>
                    <a:pt x="11044" y="39"/>
                  </a:lnTo>
                  <a:lnTo>
                    <a:pt x="10735" y="39"/>
                  </a:lnTo>
                  <a:lnTo>
                    <a:pt x="10619" y="78"/>
                  </a:lnTo>
                  <a:lnTo>
                    <a:pt x="103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3"/>
            <p:cNvSpPr/>
            <p:nvPr/>
          </p:nvSpPr>
          <p:spPr>
            <a:xfrm>
              <a:off x="6773675" y="25422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4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52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2"/>
                  </a:lnTo>
                  <a:lnTo>
                    <a:pt x="2935" y="1430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4" y="1893"/>
                  </a:lnTo>
                  <a:lnTo>
                    <a:pt x="425" y="2434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6" y="11354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20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2"/>
                  </a:lnTo>
                  <a:lnTo>
                    <a:pt x="3669" y="10620"/>
                  </a:lnTo>
                  <a:lnTo>
                    <a:pt x="3824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6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3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6" y="2742"/>
                  </a:lnTo>
                  <a:lnTo>
                    <a:pt x="4287" y="2395"/>
                  </a:lnTo>
                  <a:lnTo>
                    <a:pt x="4210" y="1430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3"/>
            <p:cNvSpPr/>
            <p:nvPr/>
          </p:nvSpPr>
          <p:spPr>
            <a:xfrm>
              <a:off x="4769575" y="2562550"/>
              <a:ext cx="144825" cy="164150"/>
            </a:xfrm>
            <a:custGeom>
              <a:avLst/>
              <a:gdLst/>
              <a:ahLst/>
              <a:cxnLst/>
              <a:rect l="l" t="t" r="r" b="b"/>
              <a:pathLst>
                <a:path w="5793" h="6566" extrusionOk="0">
                  <a:moveTo>
                    <a:pt x="2858" y="464"/>
                  </a:moveTo>
                  <a:lnTo>
                    <a:pt x="3360" y="619"/>
                  </a:lnTo>
                  <a:lnTo>
                    <a:pt x="3823" y="812"/>
                  </a:lnTo>
                  <a:lnTo>
                    <a:pt x="4248" y="1082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9"/>
                  </a:lnTo>
                  <a:lnTo>
                    <a:pt x="5252" y="2511"/>
                  </a:lnTo>
                  <a:lnTo>
                    <a:pt x="5290" y="2781"/>
                  </a:lnTo>
                  <a:lnTo>
                    <a:pt x="5329" y="3051"/>
                  </a:lnTo>
                  <a:lnTo>
                    <a:pt x="5329" y="3322"/>
                  </a:lnTo>
                  <a:lnTo>
                    <a:pt x="5290" y="3785"/>
                  </a:lnTo>
                  <a:lnTo>
                    <a:pt x="5175" y="4248"/>
                  </a:lnTo>
                  <a:lnTo>
                    <a:pt x="4982" y="4712"/>
                  </a:lnTo>
                  <a:lnTo>
                    <a:pt x="4711" y="5098"/>
                  </a:lnTo>
                  <a:lnTo>
                    <a:pt x="4364" y="5445"/>
                  </a:lnTo>
                  <a:lnTo>
                    <a:pt x="4016" y="5716"/>
                  </a:lnTo>
                  <a:lnTo>
                    <a:pt x="3784" y="5832"/>
                  </a:lnTo>
                  <a:lnTo>
                    <a:pt x="3553" y="5947"/>
                  </a:lnTo>
                  <a:lnTo>
                    <a:pt x="3321" y="6025"/>
                  </a:lnTo>
                  <a:lnTo>
                    <a:pt x="3089" y="6063"/>
                  </a:lnTo>
                  <a:lnTo>
                    <a:pt x="2780" y="6102"/>
                  </a:lnTo>
                  <a:lnTo>
                    <a:pt x="2510" y="6102"/>
                  </a:lnTo>
                  <a:lnTo>
                    <a:pt x="2201" y="6063"/>
                  </a:lnTo>
                  <a:lnTo>
                    <a:pt x="1970" y="5986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600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1"/>
                  </a:lnTo>
                  <a:lnTo>
                    <a:pt x="734" y="4789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5"/>
                  </a:lnTo>
                  <a:lnTo>
                    <a:pt x="464" y="2974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700"/>
                  </a:lnTo>
                  <a:lnTo>
                    <a:pt x="966" y="1507"/>
                  </a:lnTo>
                  <a:lnTo>
                    <a:pt x="1120" y="1275"/>
                  </a:lnTo>
                  <a:lnTo>
                    <a:pt x="1313" y="1121"/>
                  </a:lnTo>
                  <a:lnTo>
                    <a:pt x="1506" y="927"/>
                  </a:lnTo>
                  <a:lnTo>
                    <a:pt x="1738" y="812"/>
                  </a:lnTo>
                  <a:lnTo>
                    <a:pt x="1970" y="696"/>
                  </a:lnTo>
                  <a:lnTo>
                    <a:pt x="2201" y="580"/>
                  </a:lnTo>
                  <a:lnTo>
                    <a:pt x="2472" y="541"/>
                  </a:lnTo>
                  <a:lnTo>
                    <a:pt x="2780" y="503"/>
                  </a:lnTo>
                  <a:lnTo>
                    <a:pt x="2819" y="503"/>
                  </a:lnTo>
                  <a:lnTo>
                    <a:pt x="2858" y="464"/>
                  </a:lnTo>
                  <a:close/>
                  <a:moveTo>
                    <a:pt x="2665" y="1"/>
                  </a:moveTo>
                  <a:lnTo>
                    <a:pt x="2587" y="39"/>
                  </a:lnTo>
                  <a:lnTo>
                    <a:pt x="2510" y="78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1"/>
                  </a:lnTo>
                  <a:lnTo>
                    <a:pt x="1854" y="310"/>
                  </a:lnTo>
                  <a:lnTo>
                    <a:pt x="1622" y="387"/>
                  </a:lnTo>
                  <a:lnTo>
                    <a:pt x="1390" y="503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7"/>
                  </a:lnTo>
                  <a:lnTo>
                    <a:pt x="348" y="1738"/>
                  </a:lnTo>
                  <a:lnTo>
                    <a:pt x="155" y="2279"/>
                  </a:lnTo>
                  <a:lnTo>
                    <a:pt x="39" y="2858"/>
                  </a:lnTo>
                  <a:lnTo>
                    <a:pt x="0" y="3399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3"/>
                  </a:lnTo>
                  <a:lnTo>
                    <a:pt x="309" y="4943"/>
                  </a:lnTo>
                  <a:lnTo>
                    <a:pt x="425" y="5214"/>
                  </a:lnTo>
                  <a:lnTo>
                    <a:pt x="579" y="5445"/>
                  </a:lnTo>
                  <a:lnTo>
                    <a:pt x="734" y="5677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8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7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7"/>
                  </a:lnTo>
                  <a:lnTo>
                    <a:pt x="3476" y="6449"/>
                  </a:lnTo>
                  <a:lnTo>
                    <a:pt x="3784" y="6334"/>
                  </a:lnTo>
                  <a:lnTo>
                    <a:pt x="4055" y="6218"/>
                  </a:lnTo>
                  <a:lnTo>
                    <a:pt x="4325" y="6063"/>
                  </a:lnTo>
                  <a:lnTo>
                    <a:pt x="4557" y="5909"/>
                  </a:lnTo>
                  <a:lnTo>
                    <a:pt x="4788" y="5716"/>
                  </a:lnTo>
                  <a:lnTo>
                    <a:pt x="4982" y="5484"/>
                  </a:lnTo>
                  <a:lnTo>
                    <a:pt x="5175" y="5252"/>
                  </a:lnTo>
                  <a:lnTo>
                    <a:pt x="5329" y="4982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1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8"/>
                  </a:lnTo>
                  <a:lnTo>
                    <a:pt x="5561" y="2047"/>
                  </a:lnTo>
                  <a:lnTo>
                    <a:pt x="5406" y="1777"/>
                  </a:lnTo>
                  <a:lnTo>
                    <a:pt x="5252" y="1507"/>
                  </a:lnTo>
                  <a:lnTo>
                    <a:pt x="5059" y="1275"/>
                  </a:lnTo>
                  <a:lnTo>
                    <a:pt x="4866" y="1043"/>
                  </a:lnTo>
                  <a:lnTo>
                    <a:pt x="4634" y="812"/>
                  </a:lnTo>
                  <a:lnTo>
                    <a:pt x="4402" y="619"/>
                  </a:lnTo>
                  <a:lnTo>
                    <a:pt x="4132" y="464"/>
                  </a:lnTo>
                  <a:lnTo>
                    <a:pt x="3862" y="310"/>
                  </a:lnTo>
                  <a:lnTo>
                    <a:pt x="3591" y="194"/>
                  </a:lnTo>
                  <a:lnTo>
                    <a:pt x="3282" y="117"/>
                  </a:lnTo>
                  <a:lnTo>
                    <a:pt x="2974" y="39"/>
                  </a:lnTo>
                  <a:lnTo>
                    <a:pt x="266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3"/>
            <p:cNvSpPr/>
            <p:nvPr/>
          </p:nvSpPr>
          <p:spPr>
            <a:xfrm>
              <a:off x="2452675" y="2582825"/>
              <a:ext cx="296400" cy="356250"/>
            </a:xfrm>
            <a:custGeom>
              <a:avLst/>
              <a:gdLst/>
              <a:ahLst/>
              <a:cxnLst/>
              <a:rect l="l" t="t" r="r" b="b"/>
              <a:pathLst>
                <a:path w="11856" h="14250" extrusionOk="0">
                  <a:moveTo>
                    <a:pt x="7221" y="1"/>
                  </a:moveTo>
                  <a:lnTo>
                    <a:pt x="6990" y="194"/>
                  </a:lnTo>
                  <a:lnTo>
                    <a:pt x="8032" y="1777"/>
                  </a:lnTo>
                  <a:lnTo>
                    <a:pt x="9114" y="3283"/>
                  </a:lnTo>
                  <a:lnTo>
                    <a:pt x="8032" y="2704"/>
                  </a:lnTo>
                  <a:lnTo>
                    <a:pt x="6913" y="2202"/>
                  </a:lnTo>
                  <a:lnTo>
                    <a:pt x="6758" y="2472"/>
                  </a:lnTo>
                  <a:lnTo>
                    <a:pt x="8225" y="3283"/>
                  </a:lnTo>
                  <a:lnTo>
                    <a:pt x="9731" y="4094"/>
                  </a:lnTo>
                  <a:lnTo>
                    <a:pt x="10388" y="4905"/>
                  </a:lnTo>
                  <a:lnTo>
                    <a:pt x="10388" y="4943"/>
                  </a:lnTo>
                  <a:lnTo>
                    <a:pt x="10697" y="4827"/>
                  </a:lnTo>
                  <a:lnTo>
                    <a:pt x="10658" y="4712"/>
                  </a:lnTo>
                  <a:lnTo>
                    <a:pt x="10620" y="4596"/>
                  </a:lnTo>
                  <a:lnTo>
                    <a:pt x="10620" y="4596"/>
                  </a:lnTo>
                  <a:lnTo>
                    <a:pt x="10929" y="4712"/>
                  </a:lnTo>
                  <a:lnTo>
                    <a:pt x="11160" y="4827"/>
                  </a:lnTo>
                  <a:lnTo>
                    <a:pt x="11315" y="5021"/>
                  </a:lnTo>
                  <a:lnTo>
                    <a:pt x="11431" y="5252"/>
                  </a:lnTo>
                  <a:lnTo>
                    <a:pt x="11469" y="5484"/>
                  </a:lnTo>
                  <a:lnTo>
                    <a:pt x="11469" y="5754"/>
                  </a:lnTo>
                  <a:lnTo>
                    <a:pt x="11431" y="6063"/>
                  </a:lnTo>
                  <a:lnTo>
                    <a:pt x="11353" y="6372"/>
                  </a:lnTo>
                  <a:lnTo>
                    <a:pt x="11083" y="7028"/>
                  </a:lnTo>
                  <a:lnTo>
                    <a:pt x="10813" y="7646"/>
                  </a:lnTo>
                  <a:lnTo>
                    <a:pt x="10504" y="8148"/>
                  </a:lnTo>
                  <a:lnTo>
                    <a:pt x="10233" y="8573"/>
                  </a:lnTo>
                  <a:lnTo>
                    <a:pt x="9654" y="9345"/>
                  </a:lnTo>
                  <a:lnTo>
                    <a:pt x="9036" y="10079"/>
                  </a:lnTo>
                  <a:lnTo>
                    <a:pt x="8380" y="10736"/>
                  </a:lnTo>
                  <a:lnTo>
                    <a:pt x="7646" y="11353"/>
                  </a:lnTo>
                  <a:lnTo>
                    <a:pt x="6874" y="11933"/>
                  </a:lnTo>
                  <a:lnTo>
                    <a:pt x="6024" y="12435"/>
                  </a:lnTo>
                  <a:lnTo>
                    <a:pt x="5175" y="12898"/>
                  </a:lnTo>
                  <a:lnTo>
                    <a:pt x="4287" y="13284"/>
                  </a:lnTo>
                  <a:lnTo>
                    <a:pt x="3862" y="13439"/>
                  </a:lnTo>
                  <a:lnTo>
                    <a:pt x="3283" y="13632"/>
                  </a:lnTo>
                  <a:lnTo>
                    <a:pt x="2665" y="13786"/>
                  </a:lnTo>
                  <a:lnTo>
                    <a:pt x="1970" y="13941"/>
                  </a:lnTo>
                  <a:lnTo>
                    <a:pt x="1043" y="13941"/>
                  </a:lnTo>
                  <a:lnTo>
                    <a:pt x="811" y="13863"/>
                  </a:lnTo>
                  <a:lnTo>
                    <a:pt x="580" y="13709"/>
                  </a:lnTo>
                  <a:lnTo>
                    <a:pt x="425" y="13554"/>
                  </a:lnTo>
                  <a:lnTo>
                    <a:pt x="309" y="13323"/>
                  </a:lnTo>
                  <a:lnTo>
                    <a:pt x="232" y="13052"/>
                  </a:lnTo>
                  <a:lnTo>
                    <a:pt x="1" y="13130"/>
                  </a:lnTo>
                  <a:lnTo>
                    <a:pt x="1" y="13400"/>
                  </a:lnTo>
                  <a:lnTo>
                    <a:pt x="39" y="13632"/>
                  </a:lnTo>
                  <a:lnTo>
                    <a:pt x="155" y="13825"/>
                  </a:lnTo>
                  <a:lnTo>
                    <a:pt x="271" y="13941"/>
                  </a:lnTo>
                  <a:lnTo>
                    <a:pt x="464" y="14056"/>
                  </a:lnTo>
                  <a:lnTo>
                    <a:pt x="657" y="14172"/>
                  </a:lnTo>
                  <a:lnTo>
                    <a:pt x="889" y="14211"/>
                  </a:lnTo>
                  <a:lnTo>
                    <a:pt x="1120" y="14249"/>
                  </a:lnTo>
                  <a:lnTo>
                    <a:pt x="1661" y="14249"/>
                  </a:lnTo>
                  <a:lnTo>
                    <a:pt x="2163" y="14211"/>
                  </a:lnTo>
                  <a:lnTo>
                    <a:pt x="2665" y="14134"/>
                  </a:lnTo>
                  <a:lnTo>
                    <a:pt x="3051" y="14056"/>
                  </a:lnTo>
                  <a:lnTo>
                    <a:pt x="3708" y="13863"/>
                  </a:lnTo>
                  <a:lnTo>
                    <a:pt x="4364" y="13632"/>
                  </a:lnTo>
                  <a:lnTo>
                    <a:pt x="5020" y="13361"/>
                  </a:lnTo>
                  <a:lnTo>
                    <a:pt x="5638" y="13091"/>
                  </a:lnTo>
                  <a:lnTo>
                    <a:pt x="6256" y="12743"/>
                  </a:lnTo>
                  <a:lnTo>
                    <a:pt x="6835" y="12396"/>
                  </a:lnTo>
                  <a:lnTo>
                    <a:pt x="7415" y="12010"/>
                  </a:lnTo>
                  <a:lnTo>
                    <a:pt x="7955" y="11585"/>
                  </a:lnTo>
                  <a:lnTo>
                    <a:pt x="8457" y="11160"/>
                  </a:lnTo>
                  <a:lnTo>
                    <a:pt x="8959" y="10697"/>
                  </a:lnTo>
                  <a:lnTo>
                    <a:pt x="9423" y="10234"/>
                  </a:lnTo>
                  <a:lnTo>
                    <a:pt x="9847" y="9732"/>
                  </a:lnTo>
                  <a:lnTo>
                    <a:pt x="10272" y="9191"/>
                  </a:lnTo>
                  <a:lnTo>
                    <a:pt x="10620" y="8650"/>
                  </a:lnTo>
                  <a:lnTo>
                    <a:pt x="11006" y="8071"/>
                  </a:lnTo>
                  <a:lnTo>
                    <a:pt x="11315" y="7492"/>
                  </a:lnTo>
                  <a:lnTo>
                    <a:pt x="11546" y="6951"/>
                  </a:lnTo>
                  <a:lnTo>
                    <a:pt x="11778" y="6411"/>
                  </a:lnTo>
                  <a:lnTo>
                    <a:pt x="11817" y="6102"/>
                  </a:lnTo>
                  <a:lnTo>
                    <a:pt x="11855" y="5831"/>
                  </a:lnTo>
                  <a:lnTo>
                    <a:pt x="11855" y="5523"/>
                  </a:lnTo>
                  <a:lnTo>
                    <a:pt x="11778" y="5252"/>
                  </a:lnTo>
                  <a:lnTo>
                    <a:pt x="11701" y="5021"/>
                  </a:lnTo>
                  <a:lnTo>
                    <a:pt x="11585" y="4866"/>
                  </a:lnTo>
                  <a:lnTo>
                    <a:pt x="11469" y="4673"/>
                  </a:lnTo>
                  <a:lnTo>
                    <a:pt x="11315" y="4519"/>
                  </a:lnTo>
                  <a:lnTo>
                    <a:pt x="11122" y="4403"/>
                  </a:lnTo>
                  <a:lnTo>
                    <a:pt x="10929" y="4325"/>
                  </a:lnTo>
                  <a:lnTo>
                    <a:pt x="10735" y="4248"/>
                  </a:lnTo>
                  <a:lnTo>
                    <a:pt x="10504" y="4210"/>
                  </a:lnTo>
                  <a:lnTo>
                    <a:pt x="10465" y="4248"/>
                  </a:lnTo>
                  <a:lnTo>
                    <a:pt x="10388" y="4248"/>
                  </a:lnTo>
                  <a:lnTo>
                    <a:pt x="9654" y="3167"/>
                  </a:lnTo>
                  <a:lnTo>
                    <a:pt x="8882" y="2086"/>
                  </a:lnTo>
                  <a:lnTo>
                    <a:pt x="8032" y="1043"/>
                  </a:lnTo>
                  <a:lnTo>
                    <a:pt x="72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3"/>
            <p:cNvSpPr/>
            <p:nvPr/>
          </p:nvSpPr>
          <p:spPr>
            <a:xfrm>
              <a:off x="581775" y="25867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0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5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3"/>
            <p:cNvSpPr/>
            <p:nvPr/>
          </p:nvSpPr>
          <p:spPr>
            <a:xfrm>
              <a:off x="6717675" y="2588625"/>
              <a:ext cx="42525" cy="41525"/>
            </a:xfrm>
            <a:custGeom>
              <a:avLst/>
              <a:gdLst/>
              <a:ahLst/>
              <a:cxnLst/>
              <a:rect l="l" t="t" r="r" b="b"/>
              <a:pathLst>
                <a:path w="1701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2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9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3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8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3"/>
            <p:cNvSpPr/>
            <p:nvPr/>
          </p:nvSpPr>
          <p:spPr>
            <a:xfrm>
              <a:off x="587575" y="25924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3" y="1893"/>
                  </a:lnTo>
                  <a:lnTo>
                    <a:pt x="425" y="2433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5" y="11353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1"/>
                  </a:lnTo>
                  <a:lnTo>
                    <a:pt x="3669" y="10620"/>
                  </a:lnTo>
                  <a:lnTo>
                    <a:pt x="3823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5" y="2742"/>
                  </a:lnTo>
                  <a:lnTo>
                    <a:pt x="4287" y="2395"/>
                  </a:lnTo>
                  <a:lnTo>
                    <a:pt x="4210" y="1429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3"/>
            <p:cNvSpPr/>
            <p:nvPr/>
          </p:nvSpPr>
          <p:spPr>
            <a:xfrm>
              <a:off x="6526550" y="26156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1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1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2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3"/>
            <p:cNvSpPr/>
            <p:nvPr/>
          </p:nvSpPr>
          <p:spPr>
            <a:xfrm>
              <a:off x="1725750" y="2629175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2"/>
                  </a:lnTo>
                  <a:lnTo>
                    <a:pt x="2008" y="965"/>
                  </a:lnTo>
                  <a:lnTo>
                    <a:pt x="2124" y="1120"/>
                  </a:lnTo>
                  <a:lnTo>
                    <a:pt x="2202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6" y="502"/>
                  </a:lnTo>
                  <a:lnTo>
                    <a:pt x="811" y="463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0"/>
                  </a:lnTo>
                  <a:lnTo>
                    <a:pt x="194" y="425"/>
                  </a:lnTo>
                  <a:lnTo>
                    <a:pt x="78" y="618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8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2" y="2973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3"/>
                  </a:lnTo>
                  <a:lnTo>
                    <a:pt x="2626" y="2896"/>
                  </a:lnTo>
                  <a:lnTo>
                    <a:pt x="2704" y="2317"/>
                  </a:lnTo>
                  <a:lnTo>
                    <a:pt x="2704" y="2008"/>
                  </a:lnTo>
                  <a:lnTo>
                    <a:pt x="2704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00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3"/>
            <p:cNvSpPr/>
            <p:nvPr/>
          </p:nvSpPr>
          <p:spPr>
            <a:xfrm>
              <a:off x="2602300" y="2637850"/>
              <a:ext cx="63750" cy="173800"/>
            </a:xfrm>
            <a:custGeom>
              <a:avLst/>
              <a:gdLst/>
              <a:ahLst/>
              <a:cxnLst/>
              <a:rect l="l" t="t" r="r" b="b"/>
              <a:pathLst>
                <a:path w="2550" h="6952" extrusionOk="0">
                  <a:moveTo>
                    <a:pt x="271" y="1"/>
                  </a:moveTo>
                  <a:lnTo>
                    <a:pt x="1" y="78"/>
                  </a:lnTo>
                  <a:lnTo>
                    <a:pt x="232" y="927"/>
                  </a:lnTo>
                  <a:lnTo>
                    <a:pt x="503" y="1816"/>
                  </a:lnTo>
                  <a:lnTo>
                    <a:pt x="1082" y="3515"/>
                  </a:lnTo>
                  <a:lnTo>
                    <a:pt x="2318" y="6951"/>
                  </a:lnTo>
                  <a:lnTo>
                    <a:pt x="2549" y="6874"/>
                  </a:lnTo>
                  <a:lnTo>
                    <a:pt x="2047" y="5136"/>
                  </a:lnTo>
                  <a:lnTo>
                    <a:pt x="1507" y="3399"/>
                  </a:lnTo>
                  <a:lnTo>
                    <a:pt x="928" y="1661"/>
                  </a:lnTo>
                  <a:lnTo>
                    <a:pt x="619" y="81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3"/>
            <p:cNvSpPr/>
            <p:nvPr/>
          </p:nvSpPr>
          <p:spPr>
            <a:xfrm>
              <a:off x="531575" y="26388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1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3"/>
            <p:cNvSpPr/>
            <p:nvPr/>
          </p:nvSpPr>
          <p:spPr>
            <a:xfrm>
              <a:off x="340450" y="26658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0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0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1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3"/>
            <p:cNvSpPr/>
            <p:nvPr/>
          </p:nvSpPr>
          <p:spPr>
            <a:xfrm>
              <a:off x="6651075" y="26658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1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3"/>
            <p:cNvSpPr/>
            <p:nvPr/>
          </p:nvSpPr>
          <p:spPr>
            <a:xfrm>
              <a:off x="1793325" y="26986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7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5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5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3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3"/>
            <p:cNvSpPr/>
            <p:nvPr/>
          </p:nvSpPr>
          <p:spPr>
            <a:xfrm>
              <a:off x="2371575" y="2703500"/>
              <a:ext cx="351425" cy="207575"/>
            </a:xfrm>
            <a:custGeom>
              <a:avLst/>
              <a:gdLst/>
              <a:ahLst/>
              <a:cxnLst/>
              <a:rect l="l" t="t" r="r" b="b"/>
              <a:pathLst>
                <a:path w="14057" h="8303" extrusionOk="0">
                  <a:moveTo>
                    <a:pt x="13941" y="0"/>
                  </a:moveTo>
                  <a:lnTo>
                    <a:pt x="13632" y="116"/>
                  </a:lnTo>
                  <a:lnTo>
                    <a:pt x="13632" y="155"/>
                  </a:lnTo>
                  <a:lnTo>
                    <a:pt x="13555" y="773"/>
                  </a:lnTo>
                  <a:lnTo>
                    <a:pt x="13439" y="1313"/>
                  </a:lnTo>
                  <a:lnTo>
                    <a:pt x="13284" y="1854"/>
                  </a:lnTo>
                  <a:lnTo>
                    <a:pt x="13053" y="2395"/>
                  </a:lnTo>
                  <a:lnTo>
                    <a:pt x="12782" y="2897"/>
                  </a:lnTo>
                  <a:lnTo>
                    <a:pt x="12473" y="3360"/>
                  </a:lnTo>
                  <a:lnTo>
                    <a:pt x="12126" y="3823"/>
                  </a:lnTo>
                  <a:lnTo>
                    <a:pt x="11778" y="4248"/>
                  </a:lnTo>
                  <a:lnTo>
                    <a:pt x="11547" y="4325"/>
                  </a:lnTo>
                  <a:lnTo>
                    <a:pt x="11585" y="4441"/>
                  </a:lnTo>
                  <a:lnTo>
                    <a:pt x="11547" y="4480"/>
                  </a:lnTo>
                  <a:lnTo>
                    <a:pt x="11392" y="4557"/>
                  </a:lnTo>
                  <a:lnTo>
                    <a:pt x="11469" y="4557"/>
                  </a:lnTo>
                  <a:lnTo>
                    <a:pt x="10967" y="5020"/>
                  </a:lnTo>
                  <a:lnTo>
                    <a:pt x="10427" y="5445"/>
                  </a:lnTo>
                  <a:lnTo>
                    <a:pt x="9539" y="6063"/>
                  </a:lnTo>
                  <a:lnTo>
                    <a:pt x="8612" y="6642"/>
                  </a:lnTo>
                  <a:lnTo>
                    <a:pt x="8149" y="6912"/>
                  </a:lnTo>
                  <a:lnTo>
                    <a:pt x="7647" y="7144"/>
                  </a:lnTo>
                  <a:lnTo>
                    <a:pt x="7145" y="7376"/>
                  </a:lnTo>
                  <a:lnTo>
                    <a:pt x="6643" y="7569"/>
                  </a:lnTo>
                  <a:lnTo>
                    <a:pt x="6604" y="7453"/>
                  </a:lnTo>
                  <a:lnTo>
                    <a:pt x="6411" y="7492"/>
                  </a:lnTo>
                  <a:lnTo>
                    <a:pt x="4905" y="6372"/>
                  </a:lnTo>
                  <a:lnTo>
                    <a:pt x="3322" y="5291"/>
                  </a:lnTo>
                  <a:lnTo>
                    <a:pt x="1739" y="4248"/>
                  </a:lnTo>
                  <a:lnTo>
                    <a:pt x="78" y="3321"/>
                  </a:lnTo>
                  <a:lnTo>
                    <a:pt x="1" y="3399"/>
                  </a:lnTo>
                  <a:lnTo>
                    <a:pt x="3051" y="5600"/>
                  </a:lnTo>
                  <a:lnTo>
                    <a:pt x="6141" y="7723"/>
                  </a:lnTo>
                  <a:lnTo>
                    <a:pt x="5639" y="7839"/>
                  </a:lnTo>
                  <a:lnTo>
                    <a:pt x="5175" y="7916"/>
                  </a:lnTo>
                  <a:lnTo>
                    <a:pt x="4673" y="7955"/>
                  </a:lnTo>
                  <a:lnTo>
                    <a:pt x="4210" y="7994"/>
                  </a:lnTo>
                  <a:lnTo>
                    <a:pt x="4094" y="7994"/>
                  </a:lnTo>
                  <a:lnTo>
                    <a:pt x="4055" y="8071"/>
                  </a:lnTo>
                  <a:lnTo>
                    <a:pt x="4248" y="8303"/>
                  </a:lnTo>
                  <a:lnTo>
                    <a:pt x="5098" y="8303"/>
                  </a:lnTo>
                  <a:lnTo>
                    <a:pt x="5523" y="8264"/>
                  </a:lnTo>
                  <a:lnTo>
                    <a:pt x="5948" y="8187"/>
                  </a:lnTo>
                  <a:lnTo>
                    <a:pt x="6372" y="8110"/>
                  </a:lnTo>
                  <a:lnTo>
                    <a:pt x="6797" y="7955"/>
                  </a:lnTo>
                  <a:lnTo>
                    <a:pt x="7647" y="7646"/>
                  </a:lnTo>
                  <a:lnTo>
                    <a:pt x="8458" y="7221"/>
                  </a:lnTo>
                  <a:lnTo>
                    <a:pt x="9230" y="6758"/>
                  </a:lnTo>
                  <a:lnTo>
                    <a:pt x="10002" y="6295"/>
                  </a:lnTo>
                  <a:lnTo>
                    <a:pt x="10659" y="5793"/>
                  </a:lnTo>
                  <a:lnTo>
                    <a:pt x="11315" y="5252"/>
                  </a:lnTo>
                  <a:lnTo>
                    <a:pt x="11933" y="4673"/>
                  </a:lnTo>
                  <a:lnTo>
                    <a:pt x="12512" y="4055"/>
                  </a:lnTo>
                  <a:lnTo>
                    <a:pt x="12975" y="3360"/>
                  </a:lnTo>
                  <a:lnTo>
                    <a:pt x="13207" y="3012"/>
                  </a:lnTo>
                  <a:lnTo>
                    <a:pt x="13400" y="2665"/>
                  </a:lnTo>
                  <a:lnTo>
                    <a:pt x="13555" y="2279"/>
                  </a:lnTo>
                  <a:lnTo>
                    <a:pt x="13709" y="1893"/>
                  </a:lnTo>
                  <a:lnTo>
                    <a:pt x="13864" y="1506"/>
                  </a:lnTo>
                  <a:lnTo>
                    <a:pt x="13941" y="1082"/>
                  </a:lnTo>
                  <a:lnTo>
                    <a:pt x="14018" y="657"/>
                  </a:lnTo>
                  <a:lnTo>
                    <a:pt x="14057" y="232"/>
                  </a:lnTo>
                  <a:lnTo>
                    <a:pt x="14018" y="116"/>
                  </a:lnTo>
                  <a:lnTo>
                    <a:pt x="13941" y="39"/>
                  </a:lnTo>
                  <a:lnTo>
                    <a:pt x="139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3"/>
            <p:cNvSpPr/>
            <p:nvPr/>
          </p:nvSpPr>
          <p:spPr>
            <a:xfrm>
              <a:off x="6594125" y="27093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8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3"/>
            <p:cNvSpPr/>
            <p:nvPr/>
          </p:nvSpPr>
          <p:spPr>
            <a:xfrm>
              <a:off x="464975" y="27160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0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3"/>
            <p:cNvSpPr/>
            <p:nvPr/>
          </p:nvSpPr>
          <p:spPr>
            <a:xfrm>
              <a:off x="2488400" y="2725700"/>
              <a:ext cx="48275" cy="165100"/>
            </a:xfrm>
            <a:custGeom>
              <a:avLst/>
              <a:gdLst/>
              <a:ahLst/>
              <a:cxnLst/>
              <a:rect l="l" t="t" r="r" b="b"/>
              <a:pathLst>
                <a:path w="1931" h="6604" extrusionOk="0">
                  <a:moveTo>
                    <a:pt x="271" y="1"/>
                  </a:moveTo>
                  <a:lnTo>
                    <a:pt x="193" y="39"/>
                  </a:lnTo>
                  <a:lnTo>
                    <a:pt x="155" y="39"/>
                  </a:lnTo>
                  <a:lnTo>
                    <a:pt x="0" y="155"/>
                  </a:lnTo>
                  <a:lnTo>
                    <a:pt x="0" y="194"/>
                  </a:lnTo>
                  <a:lnTo>
                    <a:pt x="348" y="1815"/>
                  </a:lnTo>
                  <a:lnTo>
                    <a:pt x="773" y="3437"/>
                  </a:lnTo>
                  <a:lnTo>
                    <a:pt x="1236" y="5021"/>
                  </a:lnTo>
                  <a:lnTo>
                    <a:pt x="1738" y="6604"/>
                  </a:lnTo>
                  <a:lnTo>
                    <a:pt x="1931" y="6565"/>
                  </a:lnTo>
                  <a:lnTo>
                    <a:pt x="1622" y="4982"/>
                  </a:lnTo>
                  <a:lnTo>
                    <a:pt x="1236" y="3360"/>
                  </a:lnTo>
                  <a:lnTo>
                    <a:pt x="773" y="1777"/>
                  </a:lnTo>
                  <a:lnTo>
                    <a:pt x="271" y="194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3"/>
            <p:cNvSpPr/>
            <p:nvPr/>
          </p:nvSpPr>
          <p:spPr>
            <a:xfrm>
              <a:off x="2495150" y="2725700"/>
              <a:ext cx="165100" cy="91725"/>
            </a:xfrm>
            <a:custGeom>
              <a:avLst/>
              <a:gdLst/>
              <a:ahLst/>
              <a:cxnLst/>
              <a:rect l="l" t="t" r="r" b="b"/>
              <a:pathLst>
                <a:path w="6604" h="3669" extrusionOk="0">
                  <a:moveTo>
                    <a:pt x="116" y="1"/>
                  </a:moveTo>
                  <a:lnTo>
                    <a:pt x="1" y="194"/>
                  </a:lnTo>
                  <a:lnTo>
                    <a:pt x="1622" y="1043"/>
                  </a:lnTo>
                  <a:lnTo>
                    <a:pt x="3244" y="1893"/>
                  </a:lnTo>
                  <a:lnTo>
                    <a:pt x="4017" y="2356"/>
                  </a:lnTo>
                  <a:lnTo>
                    <a:pt x="4827" y="2819"/>
                  </a:lnTo>
                  <a:lnTo>
                    <a:pt x="5638" y="3283"/>
                  </a:lnTo>
                  <a:lnTo>
                    <a:pt x="6024" y="3476"/>
                  </a:lnTo>
                  <a:lnTo>
                    <a:pt x="6449" y="3669"/>
                  </a:lnTo>
                  <a:lnTo>
                    <a:pt x="6604" y="3592"/>
                  </a:lnTo>
                  <a:lnTo>
                    <a:pt x="6604" y="3515"/>
                  </a:lnTo>
                  <a:lnTo>
                    <a:pt x="6565" y="3437"/>
                  </a:lnTo>
                  <a:lnTo>
                    <a:pt x="6218" y="3167"/>
                  </a:lnTo>
                  <a:lnTo>
                    <a:pt x="5870" y="2935"/>
                  </a:lnTo>
                  <a:lnTo>
                    <a:pt x="5098" y="2472"/>
                  </a:lnTo>
                  <a:lnTo>
                    <a:pt x="3515" y="1622"/>
                  </a:lnTo>
                  <a:lnTo>
                    <a:pt x="1815" y="773"/>
                  </a:lnTo>
                  <a:lnTo>
                    <a:pt x="966" y="387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3"/>
            <p:cNvSpPr/>
            <p:nvPr/>
          </p:nvSpPr>
          <p:spPr>
            <a:xfrm>
              <a:off x="4212550" y="2732450"/>
              <a:ext cx="315700" cy="477900"/>
            </a:xfrm>
            <a:custGeom>
              <a:avLst/>
              <a:gdLst/>
              <a:ahLst/>
              <a:cxnLst/>
              <a:rect l="l" t="t" r="r" b="b"/>
              <a:pathLst>
                <a:path w="12628" h="19116" extrusionOk="0">
                  <a:moveTo>
                    <a:pt x="1004" y="619"/>
                  </a:moveTo>
                  <a:lnTo>
                    <a:pt x="1661" y="850"/>
                  </a:lnTo>
                  <a:lnTo>
                    <a:pt x="2317" y="1121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5"/>
                  </a:lnTo>
                  <a:lnTo>
                    <a:pt x="3862" y="2472"/>
                  </a:lnTo>
                  <a:lnTo>
                    <a:pt x="4016" y="2820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8"/>
                  </a:lnTo>
                  <a:lnTo>
                    <a:pt x="9345" y="15138"/>
                  </a:lnTo>
                  <a:lnTo>
                    <a:pt x="8920" y="15370"/>
                  </a:lnTo>
                  <a:lnTo>
                    <a:pt x="7955" y="13516"/>
                  </a:lnTo>
                  <a:lnTo>
                    <a:pt x="6990" y="11663"/>
                  </a:lnTo>
                  <a:lnTo>
                    <a:pt x="5020" y="7956"/>
                  </a:lnTo>
                  <a:lnTo>
                    <a:pt x="3012" y="4287"/>
                  </a:lnTo>
                  <a:lnTo>
                    <a:pt x="1004" y="619"/>
                  </a:lnTo>
                  <a:close/>
                  <a:moveTo>
                    <a:pt x="657" y="503"/>
                  </a:moveTo>
                  <a:lnTo>
                    <a:pt x="657" y="541"/>
                  </a:lnTo>
                  <a:lnTo>
                    <a:pt x="4673" y="8033"/>
                  </a:lnTo>
                  <a:lnTo>
                    <a:pt x="6719" y="11740"/>
                  </a:lnTo>
                  <a:lnTo>
                    <a:pt x="7762" y="13593"/>
                  </a:lnTo>
                  <a:lnTo>
                    <a:pt x="8805" y="15447"/>
                  </a:lnTo>
                  <a:lnTo>
                    <a:pt x="8650" y="15524"/>
                  </a:lnTo>
                  <a:lnTo>
                    <a:pt x="7414" y="13748"/>
                  </a:lnTo>
                  <a:lnTo>
                    <a:pt x="6179" y="12010"/>
                  </a:lnTo>
                  <a:lnTo>
                    <a:pt x="3592" y="8535"/>
                  </a:lnTo>
                  <a:lnTo>
                    <a:pt x="2317" y="6758"/>
                  </a:lnTo>
                  <a:lnTo>
                    <a:pt x="1004" y="4944"/>
                  </a:lnTo>
                  <a:lnTo>
                    <a:pt x="850" y="4712"/>
                  </a:lnTo>
                  <a:lnTo>
                    <a:pt x="734" y="4480"/>
                  </a:lnTo>
                  <a:lnTo>
                    <a:pt x="618" y="4210"/>
                  </a:lnTo>
                  <a:lnTo>
                    <a:pt x="541" y="3940"/>
                  </a:lnTo>
                  <a:lnTo>
                    <a:pt x="464" y="3399"/>
                  </a:lnTo>
                  <a:lnTo>
                    <a:pt x="425" y="2820"/>
                  </a:lnTo>
                  <a:lnTo>
                    <a:pt x="464" y="2241"/>
                  </a:lnTo>
                  <a:lnTo>
                    <a:pt x="502" y="1661"/>
                  </a:lnTo>
                  <a:lnTo>
                    <a:pt x="657" y="503"/>
                  </a:lnTo>
                  <a:close/>
                  <a:moveTo>
                    <a:pt x="11508" y="12280"/>
                  </a:moveTo>
                  <a:lnTo>
                    <a:pt x="11662" y="12358"/>
                  </a:lnTo>
                  <a:lnTo>
                    <a:pt x="11817" y="12435"/>
                  </a:lnTo>
                  <a:lnTo>
                    <a:pt x="12164" y="12860"/>
                  </a:lnTo>
                  <a:lnTo>
                    <a:pt x="12241" y="13053"/>
                  </a:lnTo>
                  <a:lnTo>
                    <a:pt x="12280" y="13246"/>
                  </a:lnTo>
                  <a:lnTo>
                    <a:pt x="12241" y="13439"/>
                  </a:lnTo>
                  <a:lnTo>
                    <a:pt x="12203" y="13632"/>
                  </a:lnTo>
                  <a:lnTo>
                    <a:pt x="12048" y="14018"/>
                  </a:lnTo>
                  <a:lnTo>
                    <a:pt x="11855" y="14366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2"/>
                  </a:lnTo>
                  <a:lnTo>
                    <a:pt x="10156" y="15872"/>
                  </a:lnTo>
                  <a:lnTo>
                    <a:pt x="10118" y="15987"/>
                  </a:lnTo>
                  <a:lnTo>
                    <a:pt x="9770" y="16180"/>
                  </a:lnTo>
                  <a:lnTo>
                    <a:pt x="9114" y="16605"/>
                  </a:lnTo>
                  <a:lnTo>
                    <a:pt x="8457" y="16953"/>
                  </a:lnTo>
                  <a:lnTo>
                    <a:pt x="7723" y="17262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5" y="17648"/>
                  </a:lnTo>
                  <a:lnTo>
                    <a:pt x="5754" y="17648"/>
                  </a:lnTo>
                  <a:lnTo>
                    <a:pt x="5561" y="17571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8" y="17184"/>
                  </a:lnTo>
                  <a:lnTo>
                    <a:pt x="4982" y="16876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5"/>
                  </a:lnTo>
                  <a:lnTo>
                    <a:pt x="5175" y="15949"/>
                  </a:lnTo>
                  <a:lnTo>
                    <a:pt x="5291" y="15833"/>
                  </a:lnTo>
                  <a:lnTo>
                    <a:pt x="5406" y="15756"/>
                  </a:lnTo>
                  <a:lnTo>
                    <a:pt x="5522" y="15717"/>
                  </a:lnTo>
                  <a:lnTo>
                    <a:pt x="5638" y="15756"/>
                  </a:lnTo>
                  <a:lnTo>
                    <a:pt x="5793" y="15833"/>
                  </a:lnTo>
                  <a:lnTo>
                    <a:pt x="5947" y="15949"/>
                  </a:lnTo>
                  <a:lnTo>
                    <a:pt x="6063" y="16142"/>
                  </a:lnTo>
                  <a:lnTo>
                    <a:pt x="6256" y="16374"/>
                  </a:lnTo>
                  <a:lnTo>
                    <a:pt x="6102" y="16412"/>
                  </a:lnTo>
                  <a:lnTo>
                    <a:pt x="6024" y="16451"/>
                  </a:lnTo>
                  <a:lnTo>
                    <a:pt x="6024" y="16567"/>
                  </a:lnTo>
                  <a:lnTo>
                    <a:pt x="6063" y="16644"/>
                  </a:lnTo>
                  <a:lnTo>
                    <a:pt x="6140" y="16644"/>
                  </a:lnTo>
                  <a:lnTo>
                    <a:pt x="6912" y="16567"/>
                  </a:lnTo>
                  <a:lnTo>
                    <a:pt x="7685" y="16374"/>
                  </a:lnTo>
                  <a:lnTo>
                    <a:pt x="8496" y="16065"/>
                  </a:lnTo>
                  <a:lnTo>
                    <a:pt x="9229" y="15717"/>
                  </a:lnTo>
                  <a:lnTo>
                    <a:pt x="9616" y="15485"/>
                  </a:lnTo>
                  <a:lnTo>
                    <a:pt x="9963" y="15254"/>
                  </a:lnTo>
                  <a:lnTo>
                    <a:pt x="10272" y="15022"/>
                  </a:lnTo>
                  <a:lnTo>
                    <a:pt x="10581" y="14752"/>
                  </a:lnTo>
                  <a:lnTo>
                    <a:pt x="10890" y="14481"/>
                  </a:lnTo>
                  <a:lnTo>
                    <a:pt x="11121" y="14173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9"/>
                  </a:lnTo>
                  <a:lnTo>
                    <a:pt x="11546" y="13362"/>
                  </a:lnTo>
                  <a:lnTo>
                    <a:pt x="11508" y="13284"/>
                  </a:lnTo>
                  <a:lnTo>
                    <a:pt x="11430" y="13246"/>
                  </a:lnTo>
                  <a:lnTo>
                    <a:pt x="11237" y="13246"/>
                  </a:lnTo>
                  <a:lnTo>
                    <a:pt x="11160" y="13323"/>
                  </a:lnTo>
                  <a:lnTo>
                    <a:pt x="10967" y="13671"/>
                  </a:lnTo>
                  <a:lnTo>
                    <a:pt x="10774" y="13555"/>
                  </a:lnTo>
                  <a:lnTo>
                    <a:pt x="10658" y="13439"/>
                  </a:lnTo>
                  <a:lnTo>
                    <a:pt x="10619" y="13284"/>
                  </a:lnTo>
                  <a:lnTo>
                    <a:pt x="10581" y="13169"/>
                  </a:lnTo>
                  <a:lnTo>
                    <a:pt x="10619" y="13014"/>
                  </a:lnTo>
                  <a:lnTo>
                    <a:pt x="10658" y="12860"/>
                  </a:lnTo>
                  <a:lnTo>
                    <a:pt x="10851" y="12628"/>
                  </a:lnTo>
                  <a:lnTo>
                    <a:pt x="10928" y="12473"/>
                  </a:lnTo>
                  <a:lnTo>
                    <a:pt x="11044" y="12358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1"/>
                  </a:moveTo>
                  <a:lnTo>
                    <a:pt x="348" y="40"/>
                  </a:lnTo>
                  <a:lnTo>
                    <a:pt x="271" y="117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3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6"/>
                  </a:lnTo>
                  <a:lnTo>
                    <a:pt x="232" y="4519"/>
                  </a:lnTo>
                  <a:lnTo>
                    <a:pt x="348" y="4751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6"/>
                  </a:lnTo>
                  <a:lnTo>
                    <a:pt x="5445" y="11817"/>
                  </a:lnTo>
                  <a:lnTo>
                    <a:pt x="6874" y="13748"/>
                  </a:lnTo>
                  <a:lnTo>
                    <a:pt x="8341" y="15640"/>
                  </a:lnTo>
                  <a:lnTo>
                    <a:pt x="7492" y="15987"/>
                  </a:lnTo>
                  <a:lnTo>
                    <a:pt x="6642" y="16258"/>
                  </a:lnTo>
                  <a:lnTo>
                    <a:pt x="6681" y="16103"/>
                  </a:lnTo>
                  <a:lnTo>
                    <a:pt x="6681" y="15949"/>
                  </a:lnTo>
                  <a:lnTo>
                    <a:pt x="6642" y="15756"/>
                  </a:lnTo>
                  <a:lnTo>
                    <a:pt x="6565" y="15640"/>
                  </a:lnTo>
                  <a:lnTo>
                    <a:pt x="6488" y="15485"/>
                  </a:lnTo>
                  <a:lnTo>
                    <a:pt x="6333" y="15370"/>
                  </a:lnTo>
                  <a:lnTo>
                    <a:pt x="6179" y="15292"/>
                  </a:lnTo>
                  <a:lnTo>
                    <a:pt x="6024" y="15254"/>
                  </a:lnTo>
                  <a:lnTo>
                    <a:pt x="5715" y="15254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6" y="16296"/>
                  </a:lnTo>
                  <a:lnTo>
                    <a:pt x="4596" y="16567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8" y="17725"/>
                  </a:lnTo>
                  <a:lnTo>
                    <a:pt x="5368" y="17841"/>
                  </a:lnTo>
                  <a:lnTo>
                    <a:pt x="5677" y="17918"/>
                  </a:lnTo>
                  <a:lnTo>
                    <a:pt x="6024" y="17957"/>
                  </a:lnTo>
                  <a:lnTo>
                    <a:pt x="6372" y="17918"/>
                  </a:lnTo>
                  <a:lnTo>
                    <a:pt x="6719" y="17841"/>
                  </a:lnTo>
                  <a:lnTo>
                    <a:pt x="7106" y="17764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3"/>
                  </a:lnTo>
                  <a:lnTo>
                    <a:pt x="9229" y="16876"/>
                  </a:lnTo>
                  <a:lnTo>
                    <a:pt x="9461" y="16760"/>
                  </a:lnTo>
                  <a:lnTo>
                    <a:pt x="10233" y="16258"/>
                  </a:lnTo>
                  <a:lnTo>
                    <a:pt x="10813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4"/>
                  </a:lnTo>
                  <a:lnTo>
                    <a:pt x="11817" y="18150"/>
                  </a:lnTo>
                  <a:lnTo>
                    <a:pt x="11392" y="17455"/>
                  </a:lnTo>
                  <a:lnTo>
                    <a:pt x="10928" y="16760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4"/>
                  </a:lnTo>
                  <a:lnTo>
                    <a:pt x="11894" y="14790"/>
                  </a:lnTo>
                  <a:lnTo>
                    <a:pt x="12125" y="14559"/>
                  </a:lnTo>
                  <a:lnTo>
                    <a:pt x="12280" y="14288"/>
                  </a:lnTo>
                  <a:lnTo>
                    <a:pt x="12434" y="14057"/>
                  </a:lnTo>
                  <a:lnTo>
                    <a:pt x="12512" y="13786"/>
                  </a:lnTo>
                  <a:lnTo>
                    <a:pt x="12589" y="13555"/>
                  </a:lnTo>
                  <a:lnTo>
                    <a:pt x="12627" y="13284"/>
                  </a:lnTo>
                  <a:lnTo>
                    <a:pt x="12589" y="13053"/>
                  </a:lnTo>
                  <a:lnTo>
                    <a:pt x="12512" y="12821"/>
                  </a:lnTo>
                  <a:lnTo>
                    <a:pt x="12357" y="12589"/>
                  </a:lnTo>
                  <a:lnTo>
                    <a:pt x="12164" y="12358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9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1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2"/>
                  </a:lnTo>
                  <a:lnTo>
                    <a:pt x="10619" y="13786"/>
                  </a:lnTo>
                  <a:lnTo>
                    <a:pt x="10813" y="13902"/>
                  </a:lnTo>
                  <a:lnTo>
                    <a:pt x="10504" y="14250"/>
                  </a:lnTo>
                  <a:lnTo>
                    <a:pt x="10156" y="14597"/>
                  </a:lnTo>
                  <a:lnTo>
                    <a:pt x="9770" y="14868"/>
                  </a:lnTo>
                  <a:lnTo>
                    <a:pt x="9430" y="15084"/>
                  </a:lnTo>
                  <a:lnTo>
                    <a:pt x="9461" y="15022"/>
                  </a:lnTo>
                  <a:lnTo>
                    <a:pt x="9500" y="14945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9"/>
                  </a:lnTo>
                  <a:lnTo>
                    <a:pt x="3823" y="1545"/>
                  </a:lnTo>
                  <a:lnTo>
                    <a:pt x="3514" y="1237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1" y="233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3"/>
            <p:cNvSpPr/>
            <p:nvPr/>
          </p:nvSpPr>
          <p:spPr>
            <a:xfrm>
              <a:off x="3419975" y="2751775"/>
              <a:ext cx="68575" cy="77250"/>
            </a:xfrm>
            <a:custGeom>
              <a:avLst/>
              <a:gdLst/>
              <a:ahLst/>
              <a:cxnLst/>
              <a:rect l="l" t="t" r="r" b="b"/>
              <a:pathLst>
                <a:path w="2743" h="3090" extrusionOk="0">
                  <a:moveTo>
                    <a:pt x="1198" y="464"/>
                  </a:moveTo>
                  <a:lnTo>
                    <a:pt x="1429" y="502"/>
                  </a:lnTo>
                  <a:lnTo>
                    <a:pt x="1700" y="618"/>
                  </a:lnTo>
                  <a:lnTo>
                    <a:pt x="1893" y="772"/>
                  </a:lnTo>
                  <a:lnTo>
                    <a:pt x="2047" y="966"/>
                  </a:lnTo>
                  <a:lnTo>
                    <a:pt x="2163" y="1159"/>
                  </a:lnTo>
                  <a:lnTo>
                    <a:pt x="2240" y="1352"/>
                  </a:lnTo>
                  <a:lnTo>
                    <a:pt x="2356" y="1738"/>
                  </a:lnTo>
                  <a:lnTo>
                    <a:pt x="2395" y="2163"/>
                  </a:lnTo>
                  <a:lnTo>
                    <a:pt x="2395" y="2587"/>
                  </a:lnTo>
                  <a:lnTo>
                    <a:pt x="2240" y="2433"/>
                  </a:lnTo>
                  <a:lnTo>
                    <a:pt x="2047" y="2278"/>
                  </a:lnTo>
                  <a:lnTo>
                    <a:pt x="1661" y="2085"/>
                  </a:lnTo>
                  <a:lnTo>
                    <a:pt x="1275" y="1931"/>
                  </a:lnTo>
                  <a:lnTo>
                    <a:pt x="1043" y="1815"/>
                  </a:lnTo>
                  <a:lnTo>
                    <a:pt x="850" y="1699"/>
                  </a:lnTo>
                  <a:lnTo>
                    <a:pt x="657" y="1545"/>
                  </a:lnTo>
                  <a:lnTo>
                    <a:pt x="503" y="1390"/>
                  </a:lnTo>
                  <a:lnTo>
                    <a:pt x="425" y="1197"/>
                  </a:lnTo>
                  <a:lnTo>
                    <a:pt x="425" y="1081"/>
                  </a:lnTo>
                  <a:lnTo>
                    <a:pt x="425" y="966"/>
                  </a:lnTo>
                  <a:lnTo>
                    <a:pt x="503" y="811"/>
                  </a:lnTo>
                  <a:lnTo>
                    <a:pt x="541" y="695"/>
                  </a:lnTo>
                  <a:lnTo>
                    <a:pt x="618" y="618"/>
                  </a:lnTo>
                  <a:lnTo>
                    <a:pt x="734" y="541"/>
                  </a:lnTo>
                  <a:lnTo>
                    <a:pt x="850" y="464"/>
                  </a:lnTo>
                  <a:close/>
                  <a:moveTo>
                    <a:pt x="1043" y="0"/>
                  </a:moveTo>
                  <a:lnTo>
                    <a:pt x="812" y="77"/>
                  </a:lnTo>
                  <a:lnTo>
                    <a:pt x="580" y="155"/>
                  </a:lnTo>
                  <a:lnTo>
                    <a:pt x="387" y="309"/>
                  </a:lnTo>
                  <a:lnTo>
                    <a:pt x="232" y="464"/>
                  </a:lnTo>
                  <a:lnTo>
                    <a:pt x="116" y="618"/>
                  </a:lnTo>
                  <a:lnTo>
                    <a:pt x="39" y="811"/>
                  </a:lnTo>
                  <a:lnTo>
                    <a:pt x="1" y="1043"/>
                  </a:lnTo>
                  <a:lnTo>
                    <a:pt x="39" y="1236"/>
                  </a:lnTo>
                  <a:lnTo>
                    <a:pt x="78" y="1468"/>
                  </a:lnTo>
                  <a:lnTo>
                    <a:pt x="194" y="1661"/>
                  </a:lnTo>
                  <a:lnTo>
                    <a:pt x="387" y="1892"/>
                  </a:lnTo>
                  <a:lnTo>
                    <a:pt x="657" y="2085"/>
                  </a:lnTo>
                  <a:lnTo>
                    <a:pt x="927" y="2201"/>
                  </a:lnTo>
                  <a:lnTo>
                    <a:pt x="1236" y="2317"/>
                  </a:lnTo>
                  <a:lnTo>
                    <a:pt x="1507" y="2433"/>
                  </a:lnTo>
                  <a:lnTo>
                    <a:pt x="1777" y="2587"/>
                  </a:lnTo>
                  <a:lnTo>
                    <a:pt x="2009" y="2780"/>
                  </a:lnTo>
                  <a:lnTo>
                    <a:pt x="2240" y="3012"/>
                  </a:lnTo>
                  <a:lnTo>
                    <a:pt x="2317" y="3051"/>
                  </a:lnTo>
                  <a:lnTo>
                    <a:pt x="2395" y="3089"/>
                  </a:lnTo>
                  <a:lnTo>
                    <a:pt x="2472" y="3051"/>
                  </a:lnTo>
                  <a:lnTo>
                    <a:pt x="2549" y="3012"/>
                  </a:lnTo>
                  <a:lnTo>
                    <a:pt x="2588" y="3012"/>
                  </a:lnTo>
                  <a:lnTo>
                    <a:pt x="2626" y="2935"/>
                  </a:lnTo>
                  <a:lnTo>
                    <a:pt x="2704" y="2356"/>
                  </a:lnTo>
                  <a:lnTo>
                    <a:pt x="2742" y="2047"/>
                  </a:lnTo>
                  <a:lnTo>
                    <a:pt x="2704" y="1738"/>
                  </a:lnTo>
                  <a:lnTo>
                    <a:pt x="2665" y="1429"/>
                  </a:lnTo>
                  <a:lnTo>
                    <a:pt x="2588" y="1159"/>
                  </a:lnTo>
                  <a:lnTo>
                    <a:pt x="2472" y="888"/>
                  </a:lnTo>
                  <a:lnTo>
                    <a:pt x="2317" y="618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38" y="155"/>
                  </a:lnTo>
                  <a:lnTo>
                    <a:pt x="1507" y="77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3"/>
            <p:cNvSpPr/>
            <p:nvPr/>
          </p:nvSpPr>
          <p:spPr>
            <a:xfrm>
              <a:off x="408025" y="27595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7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79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1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3"/>
            <p:cNvSpPr/>
            <p:nvPr/>
          </p:nvSpPr>
          <p:spPr>
            <a:xfrm>
              <a:off x="1650450" y="2767225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1" y="5367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8"/>
                  </a:lnTo>
                  <a:lnTo>
                    <a:pt x="3978" y="888"/>
                  </a:lnTo>
                  <a:lnTo>
                    <a:pt x="4634" y="656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2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3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30" y="7375"/>
                  </a:lnTo>
                  <a:lnTo>
                    <a:pt x="13439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5"/>
                  </a:lnTo>
                  <a:lnTo>
                    <a:pt x="16721" y="9885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3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1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79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7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3"/>
            <p:cNvSpPr/>
            <p:nvPr/>
          </p:nvSpPr>
          <p:spPr>
            <a:xfrm>
              <a:off x="4802400" y="27817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0"/>
                  </a:moveTo>
                  <a:lnTo>
                    <a:pt x="12434" y="39"/>
                  </a:lnTo>
                  <a:lnTo>
                    <a:pt x="12357" y="77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8"/>
                  </a:lnTo>
                  <a:lnTo>
                    <a:pt x="12164" y="1043"/>
                  </a:lnTo>
                  <a:lnTo>
                    <a:pt x="12009" y="1197"/>
                  </a:lnTo>
                  <a:lnTo>
                    <a:pt x="11855" y="1313"/>
                  </a:lnTo>
                  <a:lnTo>
                    <a:pt x="11430" y="1545"/>
                  </a:lnTo>
                  <a:lnTo>
                    <a:pt x="11005" y="1699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4" y="2085"/>
                  </a:lnTo>
                  <a:lnTo>
                    <a:pt x="9345" y="2008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0"/>
                  </a:lnTo>
                  <a:lnTo>
                    <a:pt x="8611" y="1699"/>
                  </a:lnTo>
                  <a:lnTo>
                    <a:pt x="8804" y="2008"/>
                  </a:lnTo>
                  <a:lnTo>
                    <a:pt x="8997" y="2279"/>
                  </a:lnTo>
                  <a:lnTo>
                    <a:pt x="7839" y="2587"/>
                  </a:lnTo>
                  <a:lnTo>
                    <a:pt x="6719" y="2819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9" y="3282"/>
                  </a:lnTo>
                  <a:lnTo>
                    <a:pt x="3746" y="2935"/>
                  </a:lnTo>
                  <a:lnTo>
                    <a:pt x="3784" y="2587"/>
                  </a:lnTo>
                  <a:lnTo>
                    <a:pt x="3707" y="2240"/>
                  </a:lnTo>
                  <a:lnTo>
                    <a:pt x="3630" y="1892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7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8"/>
                  </a:lnTo>
                  <a:lnTo>
                    <a:pt x="1815" y="3437"/>
                  </a:lnTo>
                  <a:lnTo>
                    <a:pt x="1352" y="3398"/>
                  </a:lnTo>
                  <a:lnTo>
                    <a:pt x="965" y="3360"/>
                  </a:lnTo>
                  <a:lnTo>
                    <a:pt x="772" y="3282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3"/>
                  </a:lnTo>
                  <a:lnTo>
                    <a:pt x="309" y="2665"/>
                  </a:lnTo>
                  <a:lnTo>
                    <a:pt x="232" y="2587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3"/>
                  </a:lnTo>
                  <a:lnTo>
                    <a:pt x="0" y="2858"/>
                  </a:lnTo>
                  <a:lnTo>
                    <a:pt x="0" y="3012"/>
                  </a:lnTo>
                  <a:lnTo>
                    <a:pt x="0" y="3167"/>
                  </a:lnTo>
                  <a:lnTo>
                    <a:pt x="39" y="3282"/>
                  </a:lnTo>
                  <a:lnTo>
                    <a:pt x="116" y="3398"/>
                  </a:lnTo>
                  <a:lnTo>
                    <a:pt x="193" y="3514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0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0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2"/>
                  </a:lnTo>
                  <a:lnTo>
                    <a:pt x="12048" y="1699"/>
                  </a:lnTo>
                  <a:lnTo>
                    <a:pt x="12357" y="1506"/>
                  </a:lnTo>
                  <a:lnTo>
                    <a:pt x="12627" y="1236"/>
                  </a:lnTo>
                  <a:lnTo>
                    <a:pt x="12704" y="1081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79"/>
                  </a:lnTo>
                  <a:lnTo>
                    <a:pt x="12820" y="386"/>
                  </a:lnTo>
                  <a:lnTo>
                    <a:pt x="12743" y="155"/>
                  </a:lnTo>
                  <a:lnTo>
                    <a:pt x="12704" y="77"/>
                  </a:lnTo>
                  <a:lnTo>
                    <a:pt x="12627" y="39"/>
                  </a:lnTo>
                  <a:lnTo>
                    <a:pt x="125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3"/>
            <p:cNvSpPr/>
            <p:nvPr/>
          </p:nvSpPr>
          <p:spPr>
            <a:xfrm>
              <a:off x="2362900" y="2786525"/>
              <a:ext cx="114900" cy="130350"/>
            </a:xfrm>
            <a:custGeom>
              <a:avLst/>
              <a:gdLst/>
              <a:ahLst/>
              <a:cxnLst/>
              <a:rect l="l" t="t" r="r" b="b"/>
              <a:pathLst>
                <a:path w="4596" h="5214" extrusionOk="0">
                  <a:moveTo>
                    <a:pt x="232" y="0"/>
                  </a:moveTo>
                  <a:lnTo>
                    <a:pt x="0" y="193"/>
                  </a:lnTo>
                  <a:lnTo>
                    <a:pt x="502" y="888"/>
                  </a:lnTo>
                  <a:lnTo>
                    <a:pt x="1004" y="1622"/>
                  </a:lnTo>
                  <a:lnTo>
                    <a:pt x="1545" y="2279"/>
                  </a:lnTo>
                  <a:lnTo>
                    <a:pt x="2124" y="2974"/>
                  </a:lnTo>
                  <a:lnTo>
                    <a:pt x="3283" y="4248"/>
                  </a:lnTo>
                  <a:lnTo>
                    <a:pt x="3746" y="4789"/>
                  </a:lnTo>
                  <a:lnTo>
                    <a:pt x="3630" y="4789"/>
                  </a:lnTo>
                  <a:lnTo>
                    <a:pt x="3592" y="4866"/>
                  </a:lnTo>
                  <a:lnTo>
                    <a:pt x="3592" y="4982"/>
                  </a:lnTo>
                  <a:lnTo>
                    <a:pt x="3823" y="4904"/>
                  </a:lnTo>
                  <a:lnTo>
                    <a:pt x="4055" y="5059"/>
                  </a:lnTo>
                  <a:lnTo>
                    <a:pt x="4287" y="5213"/>
                  </a:lnTo>
                  <a:lnTo>
                    <a:pt x="4441" y="5213"/>
                  </a:lnTo>
                  <a:lnTo>
                    <a:pt x="4518" y="5175"/>
                  </a:lnTo>
                  <a:lnTo>
                    <a:pt x="4557" y="5097"/>
                  </a:lnTo>
                  <a:lnTo>
                    <a:pt x="4557" y="5059"/>
                  </a:lnTo>
                  <a:lnTo>
                    <a:pt x="4595" y="4982"/>
                  </a:lnTo>
                  <a:lnTo>
                    <a:pt x="4402" y="4750"/>
                  </a:lnTo>
                  <a:lnTo>
                    <a:pt x="4325" y="4750"/>
                  </a:lnTo>
                  <a:lnTo>
                    <a:pt x="4016" y="4480"/>
                  </a:lnTo>
                  <a:lnTo>
                    <a:pt x="3746" y="4171"/>
                  </a:lnTo>
                  <a:lnTo>
                    <a:pt x="3244" y="3553"/>
                  </a:lnTo>
                  <a:lnTo>
                    <a:pt x="2201" y="2394"/>
                  </a:lnTo>
                  <a:lnTo>
                    <a:pt x="1197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3"/>
            <p:cNvSpPr/>
            <p:nvPr/>
          </p:nvSpPr>
          <p:spPr>
            <a:xfrm>
              <a:off x="2090650" y="2821275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8" y="0"/>
                  </a:moveTo>
                  <a:lnTo>
                    <a:pt x="1893" y="78"/>
                  </a:lnTo>
                  <a:lnTo>
                    <a:pt x="1739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4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40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4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2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2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4" y="1622"/>
                  </a:lnTo>
                  <a:lnTo>
                    <a:pt x="1237" y="1313"/>
                  </a:lnTo>
                  <a:lnTo>
                    <a:pt x="1468" y="1004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2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3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2" y="2703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2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5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5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9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5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3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6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3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2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3" y="5793"/>
                  </a:lnTo>
                  <a:lnTo>
                    <a:pt x="4828" y="5638"/>
                  </a:lnTo>
                  <a:lnTo>
                    <a:pt x="4249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5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2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3"/>
            <p:cNvSpPr/>
            <p:nvPr/>
          </p:nvSpPr>
          <p:spPr>
            <a:xfrm>
              <a:off x="3488525" y="28212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120" y="387"/>
                  </a:moveTo>
                  <a:lnTo>
                    <a:pt x="1313" y="425"/>
                  </a:lnTo>
                  <a:lnTo>
                    <a:pt x="1506" y="464"/>
                  </a:lnTo>
                  <a:lnTo>
                    <a:pt x="1661" y="580"/>
                  </a:lnTo>
                  <a:lnTo>
                    <a:pt x="1738" y="734"/>
                  </a:lnTo>
                  <a:lnTo>
                    <a:pt x="1777" y="889"/>
                  </a:lnTo>
                  <a:lnTo>
                    <a:pt x="1738" y="966"/>
                  </a:lnTo>
                  <a:lnTo>
                    <a:pt x="1699" y="1004"/>
                  </a:lnTo>
                  <a:lnTo>
                    <a:pt x="1661" y="1082"/>
                  </a:lnTo>
                  <a:lnTo>
                    <a:pt x="1545" y="1120"/>
                  </a:lnTo>
                  <a:lnTo>
                    <a:pt x="1236" y="1159"/>
                  </a:lnTo>
                  <a:lnTo>
                    <a:pt x="927" y="1159"/>
                  </a:lnTo>
                  <a:lnTo>
                    <a:pt x="579" y="1198"/>
                  </a:lnTo>
                  <a:lnTo>
                    <a:pt x="464" y="1236"/>
                  </a:lnTo>
                  <a:lnTo>
                    <a:pt x="309" y="1313"/>
                  </a:lnTo>
                  <a:lnTo>
                    <a:pt x="309" y="1159"/>
                  </a:lnTo>
                  <a:lnTo>
                    <a:pt x="348" y="1004"/>
                  </a:lnTo>
                  <a:lnTo>
                    <a:pt x="386" y="850"/>
                  </a:lnTo>
                  <a:lnTo>
                    <a:pt x="464" y="734"/>
                  </a:lnTo>
                  <a:lnTo>
                    <a:pt x="541" y="618"/>
                  </a:lnTo>
                  <a:lnTo>
                    <a:pt x="657" y="541"/>
                  </a:lnTo>
                  <a:lnTo>
                    <a:pt x="811" y="464"/>
                  </a:lnTo>
                  <a:lnTo>
                    <a:pt x="927" y="425"/>
                  </a:lnTo>
                  <a:lnTo>
                    <a:pt x="1120" y="387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79" y="116"/>
                  </a:lnTo>
                  <a:lnTo>
                    <a:pt x="425" y="232"/>
                  </a:lnTo>
                  <a:lnTo>
                    <a:pt x="271" y="387"/>
                  </a:lnTo>
                  <a:lnTo>
                    <a:pt x="155" y="541"/>
                  </a:lnTo>
                  <a:lnTo>
                    <a:pt x="77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68"/>
                  </a:lnTo>
                  <a:lnTo>
                    <a:pt x="116" y="1661"/>
                  </a:lnTo>
                  <a:lnTo>
                    <a:pt x="155" y="1738"/>
                  </a:lnTo>
                  <a:lnTo>
                    <a:pt x="232" y="1815"/>
                  </a:lnTo>
                  <a:lnTo>
                    <a:pt x="309" y="1815"/>
                  </a:lnTo>
                  <a:lnTo>
                    <a:pt x="425" y="1777"/>
                  </a:lnTo>
                  <a:lnTo>
                    <a:pt x="541" y="1661"/>
                  </a:lnTo>
                  <a:lnTo>
                    <a:pt x="695" y="1584"/>
                  </a:lnTo>
                  <a:lnTo>
                    <a:pt x="850" y="1545"/>
                  </a:lnTo>
                  <a:lnTo>
                    <a:pt x="1043" y="1545"/>
                  </a:lnTo>
                  <a:lnTo>
                    <a:pt x="1390" y="1506"/>
                  </a:lnTo>
                  <a:lnTo>
                    <a:pt x="1583" y="1506"/>
                  </a:lnTo>
                  <a:lnTo>
                    <a:pt x="1738" y="1468"/>
                  </a:lnTo>
                  <a:lnTo>
                    <a:pt x="1931" y="1391"/>
                  </a:lnTo>
                  <a:lnTo>
                    <a:pt x="2047" y="1275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811"/>
                  </a:lnTo>
                  <a:lnTo>
                    <a:pt x="2124" y="657"/>
                  </a:lnTo>
                  <a:lnTo>
                    <a:pt x="2047" y="502"/>
                  </a:lnTo>
                  <a:lnTo>
                    <a:pt x="1970" y="348"/>
                  </a:lnTo>
                  <a:lnTo>
                    <a:pt x="1777" y="194"/>
                  </a:lnTo>
                  <a:lnTo>
                    <a:pt x="1622" y="116"/>
                  </a:lnTo>
                  <a:lnTo>
                    <a:pt x="1429" y="39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3"/>
            <p:cNvSpPr/>
            <p:nvPr/>
          </p:nvSpPr>
          <p:spPr>
            <a:xfrm>
              <a:off x="3345650" y="2889825"/>
              <a:ext cx="466300" cy="248125"/>
            </a:xfrm>
            <a:custGeom>
              <a:avLst/>
              <a:gdLst/>
              <a:ahLst/>
              <a:cxnLst/>
              <a:rect l="l" t="t" r="r" b="b"/>
              <a:pathLst>
                <a:path w="18652" h="9925" extrusionOk="0">
                  <a:moveTo>
                    <a:pt x="6140" y="0"/>
                  </a:moveTo>
                  <a:lnTo>
                    <a:pt x="5561" y="39"/>
                  </a:lnTo>
                  <a:lnTo>
                    <a:pt x="4982" y="155"/>
                  </a:lnTo>
                  <a:lnTo>
                    <a:pt x="4402" y="309"/>
                  </a:lnTo>
                  <a:lnTo>
                    <a:pt x="3862" y="502"/>
                  </a:lnTo>
                  <a:lnTo>
                    <a:pt x="3283" y="772"/>
                  </a:lnTo>
                  <a:lnTo>
                    <a:pt x="2781" y="1081"/>
                  </a:lnTo>
                  <a:lnTo>
                    <a:pt x="2279" y="1467"/>
                  </a:lnTo>
                  <a:lnTo>
                    <a:pt x="1815" y="1892"/>
                  </a:lnTo>
                  <a:lnTo>
                    <a:pt x="1390" y="2317"/>
                  </a:lnTo>
                  <a:lnTo>
                    <a:pt x="1043" y="2780"/>
                  </a:lnTo>
                  <a:lnTo>
                    <a:pt x="734" y="3244"/>
                  </a:lnTo>
                  <a:lnTo>
                    <a:pt x="464" y="3746"/>
                  </a:lnTo>
                  <a:lnTo>
                    <a:pt x="271" y="4286"/>
                  </a:lnTo>
                  <a:lnTo>
                    <a:pt x="116" y="4827"/>
                  </a:lnTo>
                  <a:lnTo>
                    <a:pt x="0" y="5368"/>
                  </a:lnTo>
                  <a:lnTo>
                    <a:pt x="348" y="5445"/>
                  </a:lnTo>
                  <a:lnTo>
                    <a:pt x="425" y="5020"/>
                  </a:lnTo>
                  <a:lnTo>
                    <a:pt x="541" y="4595"/>
                  </a:lnTo>
                  <a:lnTo>
                    <a:pt x="773" y="4016"/>
                  </a:lnTo>
                  <a:lnTo>
                    <a:pt x="1081" y="3437"/>
                  </a:lnTo>
                  <a:lnTo>
                    <a:pt x="1468" y="2896"/>
                  </a:lnTo>
                  <a:lnTo>
                    <a:pt x="1892" y="2394"/>
                  </a:lnTo>
                  <a:lnTo>
                    <a:pt x="2356" y="1931"/>
                  </a:lnTo>
                  <a:lnTo>
                    <a:pt x="2858" y="1545"/>
                  </a:lnTo>
                  <a:lnTo>
                    <a:pt x="3398" y="1197"/>
                  </a:lnTo>
                  <a:lnTo>
                    <a:pt x="3978" y="888"/>
                  </a:lnTo>
                  <a:lnTo>
                    <a:pt x="4595" y="657"/>
                  </a:lnTo>
                  <a:lnTo>
                    <a:pt x="5252" y="502"/>
                  </a:lnTo>
                  <a:lnTo>
                    <a:pt x="5908" y="425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39" y="618"/>
                  </a:lnTo>
                  <a:lnTo>
                    <a:pt x="8457" y="811"/>
                  </a:lnTo>
                  <a:lnTo>
                    <a:pt x="9075" y="1120"/>
                  </a:lnTo>
                  <a:lnTo>
                    <a:pt x="9422" y="1313"/>
                  </a:lnTo>
                  <a:lnTo>
                    <a:pt x="9731" y="1506"/>
                  </a:lnTo>
                  <a:lnTo>
                    <a:pt x="10002" y="1738"/>
                  </a:lnTo>
                  <a:lnTo>
                    <a:pt x="10272" y="1969"/>
                  </a:lnTo>
                  <a:lnTo>
                    <a:pt x="10774" y="2471"/>
                  </a:lnTo>
                  <a:lnTo>
                    <a:pt x="11199" y="3051"/>
                  </a:lnTo>
                  <a:lnTo>
                    <a:pt x="11546" y="3630"/>
                  </a:lnTo>
                  <a:lnTo>
                    <a:pt x="11855" y="4286"/>
                  </a:lnTo>
                  <a:lnTo>
                    <a:pt x="12164" y="4943"/>
                  </a:lnTo>
                  <a:lnTo>
                    <a:pt x="12396" y="5638"/>
                  </a:lnTo>
                  <a:lnTo>
                    <a:pt x="12627" y="6217"/>
                  </a:lnTo>
                  <a:lnTo>
                    <a:pt x="12859" y="6835"/>
                  </a:lnTo>
                  <a:lnTo>
                    <a:pt x="13129" y="7414"/>
                  </a:lnTo>
                  <a:lnTo>
                    <a:pt x="13438" y="7993"/>
                  </a:lnTo>
                  <a:lnTo>
                    <a:pt x="13786" y="8495"/>
                  </a:lnTo>
                  <a:lnTo>
                    <a:pt x="14211" y="8959"/>
                  </a:lnTo>
                  <a:lnTo>
                    <a:pt x="14442" y="9190"/>
                  </a:lnTo>
                  <a:lnTo>
                    <a:pt x="14713" y="9383"/>
                  </a:lnTo>
                  <a:lnTo>
                    <a:pt x="14983" y="9538"/>
                  </a:lnTo>
                  <a:lnTo>
                    <a:pt x="15253" y="9692"/>
                  </a:lnTo>
                  <a:lnTo>
                    <a:pt x="15717" y="9847"/>
                  </a:lnTo>
                  <a:lnTo>
                    <a:pt x="16219" y="9924"/>
                  </a:lnTo>
                  <a:lnTo>
                    <a:pt x="16682" y="9885"/>
                  </a:lnTo>
                  <a:lnTo>
                    <a:pt x="17145" y="9808"/>
                  </a:lnTo>
                  <a:lnTo>
                    <a:pt x="17609" y="9654"/>
                  </a:lnTo>
                  <a:lnTo>
                    <a:pt x="17802" y="9538"/>
                  </a:lnTo>
                  <a:lnTo>
                    <a:pt x="17995" y="9383"/>
                  </a:lnTo>
                  <a:lnTo>
                    <a:pt x="18188" y="9229"/>
                  </a:lnTo>
                  <a:lnTo>
                    <a:pt x="18342" y="9075"/>
                  </a:lnTo>
                  <a:lnTo>
                    <a:pt x="18497" y="8881"/>
                  </a:lnTo>
                  <a:lnTo>
                    <a:pt x="18613" y="8650"/>
                  </a:lnTo>
                  <a:lnTo>
                    <a:pt x="18651" y="8573"/>
                  </a:lnTo>
                  <a:lnTo>
                    <a:pt x="18613" y="8457"/>
                  </a:lnTo>
                  <a:lnTo>
                    <a:pt x="18651" y="8418"/>
                  </a:lnTo>
                  <a:lnTo>
                    <a:pt x="18613" y="8341"/>
                  </a:lnTo>
                  <a:lnTo>
                    <a:pt x="18304" y="8380"/>
                  </a:lnTo>
                  <a:lnTo>
                    <a:pt x="18265" y="8418"/>
                  </a:lnTo>
                  <a:lnTo>
                    <a:pt x="18033" y="8766"/>
                  </a:lnTo>
                  <a:lnTo>
                    <a:pt x="17802" y="8997"/>
                  </a:lnTo>
                  <a:lnTo>
                    <a:pt x="17493" y="9229"/>
                  </a:lnTo>
                  <a:lnTo>
                    <a:pt x="17184" y="9345"/>
                  </a:lnTo>
                  <a:lnTo>
                    <a:pt x="16798" y="9461"/>
                  </a:lnTo>
                  <a:lnTo>
                    <a:pt x="16064" y="9461"/>
                  </a:lnTo>
                  <a:lnTo>
                    <a:pt x="15717" y="9383"/>
                  </a:lnTo>
                  <a:lnTo>
                    <a:pt x="15330" y="9229"/>
                  </a:lnTo>
                  <a:lnTo>
                    <a:pt x="15021" y="9036"/>
                  </a:lnTo>
                  <a:lnTo>
                    <a:pt x="14674" y="8766"/>
                  </a:lnTo>
                  <a:lnTo>
                    <a:pt x="14404" y="8495"/>
                  </a:lnTo>
                  <a:lnTo>
                    <a:pt x="14133" y="8186"/>
                  </a:lnTo>
                  <a:lnTo>
                    <a:pt x="13902" y="7878"/>
                  </a:lnTo>
                  <a:lnTo>
                    <a:pt x="13709" y="7530"/>
                  </a:lnTo>
                  <a:lnTo>
                    <a:pt x="13515" y="7182"/>
                  </a:lnTo>
                  <a:lnTo>
                    <a:pt x="13207" y="6526"/>
                  </a:lnTo>
                  <a:lnTo>
                    <a:pt x="12936" y="5870"/>
                  </a:lnTo>
                  <a:lnTo>
                    <a:pt x="12434" y="4518"/>
                  </a:lnTo>
                  <a:lnTo>
                    <a:pt x="12164" y="3862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317"/>
                  </a:lnTo>
                  <a:lnTo>
                    <a:pt x="11005" y="2047"/>
                  </a:lnTo>
                  <a:lnTo>
                    <a:pt x="10542" y="1583"/>
                  </a:lnTo>
                  <a:lnTo>
                    <a:pt x="10040" y="1197"/>
                  </a:lnTo>
                  <a:lnTo>
                    <a:pt x="9538" y="888"/>
                  </a:lnTo>
                  <a:lnTo>
                    <a:pt x="9036" y="579"/>
                  </a:lnTo>
                  <a:lnTo>
                    <a:pt x="8457" y="386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3"/>
            <p:cNvSpPr/>
            <p:nvPr/>
          </p:nvSpPr>
          <p:spPr>
            <a:xfrm>
              <a:off x="6719625" y="2898500"/>
              <a:ext cx="625575" cy="344675"/>
            </a:xfrm>
            <a:custGeom>
              <a:avLst/>
              <a:gdLst/>
              <a:ahLst/>
              <a:cxnLst/>
              <a:rect l="l" t="t" r="r" b="b"/>
              <a:pathLst>
                <a:path w="25023" h="13787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9"/>
                  </a:lnTo>
                  <a:lnTo>
                    <a:pt x="23787" y="2163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6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5"/>
                  </a:lnTo>
                  <a:lnTo>
                    <a:pt x="23169" y="1120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2"/>
                  </a:lnTo>
                  <a:lnTo>
                    <a:pt x="23864" y="3515"/>
                  </a:lnTo>
                  <a:lnTo>
                    <a:pt x="23787" y="3399"/>
                  </a:lnTo>
                  <a:lnTo>
                    <a:pt x="23748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1"/>
                  </a:lnTo>
                  <a:lnTo>
                    <a:pt x="16566" y="5407"/>
                  </a:lnTo>
                  <a:lnTo>
                    <a:pt x="16296" y="5445"/>
                  </a:lnTo>
                  <a:lnTo>
                    <a:pt x="15639" y="5523"/>
                  </a:lnTo>
                  <a:lnTo>
                    <a:pt x="15639" y="5484"/>
                  </a:lnTo>
                  <a:lnTo>
                    <a:pt x="15678" y="5368"/>
                  </a:lnTo>
                  <a:lnTo>
                    <a:pt x="15716" y="5252"/>
                  </a:lnTo>
                  <a:lnTo>
                    <a:pt x="15755" y="5175"/>
                  </a:lnTo>
                  <a:lnTo>
                    <a:pt x="15832" y="5098"/>
                  </a:lnTo>
                  <a:lnTo>
                    <a:pt x="15948" y="5021"/>
                  </a:lnTo>
                  <a:lnTo>
                    <a:pt x="16064" y="4982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8"/>
                  </a:lnTo>
                  <a:lnTo>
                    <a:pt x="24250" y="5523"/>
                  </a:lnTo>
                  <a:lnTo>
                    <a:pt x="24057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1"/>
                  </a:lnTo>
                  <a:lnTo>
                    <a:pt x="18111" y="5214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523"/>
                  </a:lnTo>
                  <a:lnTo>
                    <a:pt x="17029" y="5445"/>
                  </a:lnTo>
                  <a:lnTo>
                    <a:pt x="17068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2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7"/>
                  </a:lnTo>
                  <a:lnTo>
                    <a:pt x="14558" y="5870"/>
                  </a:lnTo>
                  <a:lnTo>
                    <a:pt x="14056" y="6102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600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4"/>
                  </a:moveTo>
                  <a:lnTo>
                    <a:pt x="19115" y="5523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6" y="6179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7"/>
                  </a:lnTo>
                  <a:lnTo>
                    <a:pt x="18844" y="5523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0" y="6102"/>
                  </a:lnTo>
                  <a:lnTo>
                    <a:pt x="20466" y="6140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7"/>
                  </a:lnTo>
                  <a:lnTo>
                    <a:pt x="20814" y="6720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8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1" y="5986"/>
                  </a:lnTo>
                  <a:lnTo>
                    <a:pt x="24019" y="6025"/>
                  </a:lnTo>
                  <a:lnTo>
                    <a:pt x="24096" y="6025"/>
                  </a:lnTo>
                  <a:lnTo>
                    <a:pt x="23941" y="6295"/>
                  </a:lnTo>
                  <a:lnTo>
                    <a:pt x="23748" y="6565"/>
                  </a:lnTo>
                  <a:lnTo>
                    <a:pt x="23517" y="6797"/>
                  </a:lnTo>
                  <a:lnTo>
                    <a:pt x="23246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7"/>
                  </a:lnTo>
                  <a:lnTo>
                    <a:pt x="23015" y="6295"/>
                  </a:lnTo>
                  <a:lnTo>
                    <a:pt x="23053" y="6179"/>
                  </a:lnTo>
                  <a:lnTo>
                    <a:pt x="23131" y="6102"/>
                  </a:lnTo>
                  <a:lnTo>
                    <a:pt x="23208" y="6025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8" y="6333"/>
                  </a:lnTo>
                  <a:lnTo>
                    <a:pt x="13168" y="6720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7"/>
                  </a:lnTo>
                  <a:lnTo>
                    <a:pt x="12627" y="6681"/>
                  </a:lnTo>
                  <a:lnTo>
                    <a:pt x="12666" y="6527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218"/>
                  </a:lnTo>
                  <a:lnTo>
                    <a:pt x="13013" y="6140"/>
                  </a:lnTo>
                  <a:lnTo>
                    <a:pt x="13129" y="6102"/>
                  </a:lnTo>
                  <a:close/>
                  <a:moveTo>
                    <a:pt x="22165" y="6565"/>
                  </a:moveTo>
                  <a:lnTo>
                    <a:pt x="22281" y="6604"/>
                  </a:lnTo>
                  <a:lnTo>
                    <a:pt x="22474" y="6720"/>
                  </a:lnTo>
                  <a:lnTo>
                    <a:pt x="22629" y="6874"/>
                  </a:lnTo>
                  <a:lnTo>
                    <a:pt x="22783" y="7029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6"/>
                  </a:lnTo>
                  <a:lnTo>
                    <a:pt x="22937" y="7144"/>
                  </a:lnTo>
                  <a:lnTo>
                    <a:pt x="22551" y="7222"/>
                  </a:lnTo>
                  <a:lnTo>
                    <a:pt x="22165" y="7260"/>
                  </a:lnTo>
                  <a:lnTo>
                    <a:pt x="21779" y="7222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49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5" y="7994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4"/>
                  </a:lnTo>
                  <a:lnTo>
                    <a:pt x="11816" y="7608"/>
                  </a:lnTo>
                  <a:lnTo>
                    <a:pt x="11894" y="7531"/>
                  </a:lnTo>
                  <a:lnTo>
                    <a:pt x="12009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3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2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3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5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4" y="9770"/>
                  </a:moveTo>
                  <a:lnTo>
                    <a:pt x="3900" y="9809"/>
                  </a:lnTo>
                  <a:lnTo>
                    <a:pt x="4016" y="9886"/>
                  </a:lnTo>
                  <a:lnTo>
                    <a:pt x="4093" y="10002"/>
                  </a:lnTo>
                  <a:lnTo>
                    <a:pt x="4132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5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6"/>
                  </a:lnTo>
                  <a:lnTo>
                    <a:pt x="5097" y="10774"/>
                  </a:lnTo>
                  <a:lnTo>
                    <a:pt x="5136" y="10890"/>
                  </a:lnTo>
                  <a:lnTo>
                    <a:pt x="5175" y="11044"/>
                  </a:lnTo>
                  <a:lnTo>
                    <a:pt x="5136" y="11238"/>
                  </a:lnTo>
                  <a:lnTo>
                    <a:pt x="5097" y="11431"/>
                  </a:lnTo>
                  <a:lnTo>
                    <a:pt x="4402" y="10929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5" y="11740"/>
                  </a:lnTo>
                  <a:lnTo>
                    <a:pt x="10658" y="11701"/>
                  </a:lnTo>
                  <a:lnTo>
                    <a:pt x="10503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5" y="10697"/>
                  </a:lnTo>
                  <a:lnTo>
                    <a:pt x="10928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10"/>
                  </a:lnTo>
                  <a:lnTo>
                    <a:pt x="6410" y="12242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8" y="11508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1" y="12744"/>
                  </a:lnTo>
                  <a:lnTo>
                    <a:pt x="9770" y="12937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2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39" y="13207"/>
                  </a:lnTo>
                  <a:lnTo>
                    <a:pt x="7337" y="13014"/>
                  </a:lnTo>
                  <a:lnTo>
                    <a:pt x="6835" y="12744"/>
                  </a:lnTo>
                  <a:lnTo>
                    <a:pt x="6990" y="12628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3" y="12628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7"/>
                  </a:lnTo>
                  <a:lnTo>
                    <a:pt x="9229" y="13130"/>
                  </a:lnTo>
                  <a:lnTo>
                    <a:pt x="9268" y="13207"/>
                  </a:lnTo>
                  <a:lnTo>
                    <a:pt x="9036" y="13284"/>
                  </a:lnTo>
                  <a:lnTo>
                    <a:pt x="8804" y="13323"/>
                  </a:lnTo>
                  <a:lnTo>
                    <a:pt x="8573" y="13323"/>
                  </a:lnTo>
                  <a:lnTo>
                    <a:pt x="8302" y="13284"/>
                  </a:lnTo>
                  <a:lnTo>
                    <a:pt x="8302" y="13207"/>
                  </a:lnTo>
                  <a:lnTo>
                    <a:pt x="8341" y="13014"/>
                  </a:lnTo>
                  <a:lnTo>
                    <a:pt x="8418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8"/>
                  </a:lnTo>
                  <a:close/>
                  <a:moveTo>
                    <a:pt x="22976" y="1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10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3" y="966"/>
                  </a:lnTo>
                  <a:lnTo>
                    <a:pt x="22706" y="1120"/>
                  </a:lnTo>
                  <a:lnTo>
                    <a:pt x="22629" y="1314"/>
                  </a:lnTo>
                  <a:lnTo>
                    <a:pt x="22590" y="1507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0" y="2279"/>
                  </a:lnTo>
                  <a:lnTo>
                    <a:pt x="23053" y="2395"/>
                  </a:lnTo>
                  <a:lnTo>
                    <a:pt x="23246" y="2511"/>
                  </a:lnTo>
                  <a:lnTo>
                    <a:pt x="23478" y="2511"/>
                  </a:lnTo>
                  <a:lnTo>
                    <a:pt x="23401" y="2704"/>
                  </a:lnTo>
                  <a:lnTo>
                    <a:pt x="23362" y="2897"/>
                  </a:lnTo>
                  <a:lnTo>
                    <a:pt x="23324" y="3090"/>
                  </a:lnTo>
                  <a:lnTo>
                    <a:pt x="23362" y="3283"/>
                  </a:lnTo>
                  <a:lnTo>
                    <a:pt x="23439" y="3515"/>
                  </a:lnTo>
                  <a:lnTo>
                    <a:pt x="23555" y="3708"/>
                  </a:lnTo>
                  <a:lnTo>
                    <a:pt x="23748" y="3901"/>
                  </a:lnTo>
                  <a:lnTo>
                    <a:pt x="23980" y="4017"/>
                  </a:lnTo>
                  <a:lnTo>
                    <a:pt x="23748" y="4210"/>
                  </a:lnTo>
                  <a:lnTo>
                    <a:pt x="23555" y="4480"/>
                  </a:lnTo>
                  <a:lnTo>
                    <a:pt x="23478" y="4750"/>
                  </a:lnTo>
                  <a:lnTo>
                    <a:pt x="23439" y="4905"/>
                  </a:lnTo>
                  <a:lnTo>
                    <a:pt x="23439" y="5021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3"/>
                  </a:lnTo>
                  <a:lnTo>
                    <a:pt x="23169" y="5561"/>
                  </a:lnTo>
                  <a:lnTo>
                    <a:pt x="22976" y="5716"/>
                  </a:lnTo>
                  <a:lnTo>
                    <a:pt x="22783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4" y="6295"/>
                  </a:lnTo>
                  <a:lnTo>
                    <a:pt x="22320" y="6256"/>
                  </a:lnTo>
                  <a:lnTo>
                    <a:pt x="22165" y="6218"/>
                  </a:lnTo>
                  <a:lnTo>
                    <a:pt x="21972" y="6218"/>
                  </a:lnTo>
                  <a:lnTo>
                    <a:pt x="21740" y="6295"/>
                  </a:lnTo>
                  <a:lnTo>
                    <a:pt x="21509" y="6411"/>
                  </a:lnTo>
                  <a:lnTo>
                    <a:pt x="21354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5"/>
                  </a:lnTo>
                  <a:lnTo>
                    <a:pt x="20736" y="5909"/>
                  </a:lnTo>
                  <a:lnTo>
                    <a:pt x="20582" y="5831"/>
                  </a:lnTo>
                  <a:lnTo>
                    <a:pt x="20427" y="5754"/>
                  </a:lnTo>
                  <a:lnTo>
                    <a:pt x="20234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6"/>
                  </a:lnTo>
                  <a:lnTo>
                    <a:pt x="19617" y="5484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1"/>
                  </a:lnTo>
                  <a:lnTo>
                    <a:pt x="18497" y="5407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6"/>
                  </a:lnTo>
                  <a:lnTo>
                    <a:pt x="17802" y="4557"/>
                  </a:lnTo>
                  <a:lnTo>
                    <a:pt x="17647" y="4519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8"/>
                  </a:lnTo>
                  <a:lnTo>
                    <a:pt x="16759" y="4943"/>
                  </a:lnTo>
                  <a:lnTo>
                    <a:pt x="16605" y="4789"/>
                  </a:lnTo>
                  <a:lnTo>
                    <a:pt x="16450" y="4712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82"/>
                  </a:lnTo>
                  <a:lnTo>
                    <a:pt x="14288" y="5021"/>
                  </a:lnTo>
                  <a:lnTo>
                    <a:pt x="14133" y="5098"/>
                  </a:lnTo>
                  <a:lnTo>
                    <a:pt x="14056" y="5175"/>
                  </a:lnTo>
                  <a:lnTo>
                    <a:pt x="13940" y="5291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6"/>
                  </a:lnTo>
                  <a:lnTo>
                    <a:pt x="13168" y="5716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8"/>
                  </a:lnTo>
                  <a:lnTo>
                    <a:pt x="12357" y="6372"/>
                  </a:lnTo>
                  <a:lnTo>
                    <a:pt x="12357" y="6527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7029"/>
                  </a:lnTo>
                  <a:lnTo>
                    <a:pt x="11894" y="7106"/>
                  </a:lnTo>
                  <a:lnTo>
                    <a:pt x="11662" y="7222"/>
                  </a:lnTo>
                  <a:lnTo>
                    <a:pt x="11507" y="7415"/>
                  </a:lnTo>
                  <a:lnTo>
                    <a:pt x="11392" y="7531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276" y="7994"/>
                  </a:lnTo>
                  <a:lnTo>
                    <a:pt x="11314" y="8148"/>
                  </a:lnTo>
                  <a:lnTo>
                    <a:pt x="11353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30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4"/>
                  </a:lnTo>
                  <a:lnTo>
                    <a:pt x="10619" y="10311"/>
                  </a:lnTo>
                  <a:lnTo>
                    <a:pt x="10426" y="10427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6"/>
                  </a:lnTo>
                  <a:lnTo>
                    <a:pt x="10040" y="11238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4" y="11740"/>
                  </a:lnTo>
                  <a:lnTo>
                    <a:pt x="9693" y="11855"/>
                  </a:lnTo>
                  <a:lnTo>
                    <a:pt x="9499" y="12010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9"/>
                  </a:lnTo>
                  <a:lnTo>
                    <a:pt x="9306" y="12473"/>
                  </a:lnTo>
                  <a:lnTo>
                    <a:pt x="9191" y="12396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5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3" y="12435"/>
                  </a:lnTo>
                  <a:lnTo>
                    <a:pt x="7878" y="12319"/>
                  </a:lnTo>
                  <a:lnTo>
                    <a:pt x="7723" y="12242"/>
                  </a:lnTo>
                  <a:lnTo>
                    <a:pt x="7492" y="12164"/>
                  </a:lnTo>
                  <a:lnTo>
                    <a:pt x="7221" y="12203"/>
                  </a:lnTo>
                  <a:lnTo>
                    <a:pt x="6990" y="12280"/>
                  </a:lnTo>
                  <a:lnTo>
                    <a:pt x="6796" y="12435"/>
                  </a:lnTo>
                  <a:lnTo>
                    <a:pt x="6796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431"/>
                  </a:lnTo>
                  <a:lnTo>
                    <a:pt x="6372" y="11315"/>
                  </a:lnTo>
                  <a:lnTo>
                    <a:pt x="6217" y="11199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8"/>
                  </a:lnTo>
                  <a:lnTo>
                    <a:pt x="5522" y="10967"/>
                  </a:lnTo>
                  <a:lnTo>
                    <a:pt x="5445" y="10736"/>
                  </a:lnTo>
                  <a:lnTo>
                    <a:pt x="5329" y="10504"/>
                  </a:lnTo>
                  <a:lnTo>
                    <a:pt x="5213" y="10427"/>
                  </a:lnTo>
                  <a:lnTo>
                    <a:pt x="5097" y="10388"/>
                  </a:lnTo>
                  <a:lnTo>
                    <a:pt x="4943" y="10311"/>
                  </a:lnTo>
                  <a:lnTo>
                    <a:pt x="4827" y="10311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500"/>
                  </a:lnTo>
                  <a:lnTo>
                    <a:pt x="3900" y="9461"/>
                  </a:lnTo>
                  <a:lnTo>
                    <a:pt x="3746" y="9423"/>
                  </a:lnTo>
                  <a:lnTo>
                    <a:pt x="3591" y="9423"/>
                  </a:lnTo>
                  <a:lnTo>
                    <a:pt x="3398" y="9461"/>
                  </a:lnTo>
                  <a:lnTo>
                    <a:pt x="3282" y="9538"/>
                  </a:lnTo>
                  <a:lnTo>
                    <a:pt x="3128" y="9616"/>
                  </a:lnTo>
                  <a:lnTo>
                    <a:pt x="3012" y="9770"/>
                  </a:lnTo>
                  <a:lnTo>
                    <a:pt x="2974" y="9616"/>
                  </a:lnTo>
                  <a:lnTo>
                    <a:pt x="2896" y="9461"/>
                  </a:lnTo>
                  <a:lnTo>
                    <a:pt x="2780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2"/>
                  </a:lnTo>
                  <a:lnTo>
                    <a:pt x="1352" y="9925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1"/>
                  </a:lnTo>
                  <a:lnTo>
                    <a:pt x="386" y="10427"/>
                  </a:lnTo>
                  <a:lnTo>
                    <a:pt x="271" y="10581"/>
                  </a:lnTo>
                  <a:lnTo>
                    <a:pt x="116" y="10890"/>
                  </a:lnTo>
                  <a:lnTo>
                    <a:pt x="0" y="11238"/>
                  </a:lnTo>
                  <a:lnTo>
                    <a:pt x="0" y="11585"/>
                  </a:lnTo>
                  <a:lnTo>
                    <a:pt x="77" y="11933"/>
                  </a:lnTo>
                  <a:lnTo>
                    <a:pt x="193" y="12242"/>
                  </a:lnTo>
                  <a:lnTo>
                    <a:pt x="386" y="12550"/>
                  </a:lnTo>
                  <a:lnTo>
                    <a:pt x="618" y="12821"/>
                  </a:lnTo>
                  <a:lnTo>
                    <a:pt x="811" y="12937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30"/>
                  </a:lnTo>
                  <a:lnTo>
                    <a:pt x="1738" y="13168"/>
                  </a:lnTo>
                  <a:lnTo>
                    <a:pt x="2085" y="13130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2"/>
                  </a:lnTo>
                  <a:lnTo>
                    <a:pt x="3591" y="12010"/>
                  </a:lnTo>
                  <a:lnTo>
                    <a:pt x="3553" y="11933"/>
                  </a:lnTo>
                  <a:lnTo>
                    <a:pt x="3514" y="11817"/>
                  </a:lnTo>
                  <a:lnTo>
                    <a:pt x="3437" y="11778"/>
                  </a:lnTo>
                  <a:lnTo>
                    <a:pt x="3321" y="11740"/>
                  </a:lnTo>
                  <a:lnTo>
                    <a:pt x="3282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2"/>
                  </a:lnTo>
                  <a:lnTo>
                    <a:pt x="2587" y="12435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94"/>
                  </a:lnTo>
                  <a:lnTo>
                    <a:pt x="502" y="11740"/>
                  </a:lnTo>
                  <a:lnTo>
                    <a:pt x="502" y="11546"/>
                  </a:lnTo>
                  <a:lnTo>
                    <a:pt x="502" y="11392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8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7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9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5" y="13439"/>
                  </a:lnTo>
                  <a:lnTo>
                    <a:pt x="7530" y="13593"/>
                  </a:lnTo>
                  <a:lnTo>
                    <a:pt x="7993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9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6"/>
                  </a:lnTo>
                  <a:lnTo>
                    <a:pt x="11314" y="11740"/>
                  </a:lnTo>
                  <a:lnTo>
                    <a:pt x="11507" y="11238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5" y="9114"/>
                  </a:lnTo>
                  <a:lnTo>
                    <a:pt x="12357" y="8612"/>
                  </a:lnTo>
                  <a:lnTo>
                    <a:pt x="12589" y="8110"/>
                  </a:lnTo>
                  <a:lnTo>
                    <a:pt x="12936" y="7646"/>
                  </a:lnTo>
                  <a:lnTo>
                    <a:pt x="13284" y="7299"/>
                  </a:lnTo>
                  <a:lnTo>
                    <a:pt x="13631" y="6990"/>
                  </a:lnTo>
                  <a:lnTo>
                    <a:pt x="14017" y="6720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2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29" y="7492"/>
                  </a:lnTo>
                  <a:lnTo>
                    <a:pt x="21316" y="7646"/>
                  </a:lnTo>
                  <a:lnTo>
                    <a:pt x="21740" y="7724"/>
                  </a:lnTo>
                  <a:lnTo>
                    <a:pt x="22165" y="7762"/>
                  </a:lnTo>
                  <a:lnTo>
                    <a:pt x="22590" y="7724"/>
                  </a:lnTo>
                  <a:lnTo>
                    <a:pt x="22976" y="7646"/>
                  </a:lnTo>
                  <a:lnTo>
                    <a:pt x="23362" y="7531"/>
                  </a:lnTo>
                  <a:lnTo>
                    <a:pt x="23710" y="7299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5"/>
                  </a:lnTo>
                  <a:lnTo>
                    <a:pt x="24752" y="5909"/>
                  </a:lnTo>
                  <a:lnTo>
                    <a:pt x="24868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10"/>
                  </a:lnTo>
                  <a:lnTo>
                    <a:pt x="24945" y="3746"/>
                  </a:lnTo>
                  <a:lnTo>
                    <a:pt x="24868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3" y="1970"/>
                  </a:lnTo>
                  <a:lnTo>
                    <a:pt x="24250" y="1584"/>
                  </a:lnTo>
                  <a:lnTo>
                    <a:pt x="24057" y="1198"/>
                  </a:lnTo>
                  <a:lnTo>
                    <a:pt x="23787" y="812"/>
                  </a:lnTo>
                  <a:lnTo>
                    <a:pt x="23941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8"/>
                  </a:lnTo>
                  <a:lnTo>
                    <a:pt x="230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3"/>
            <p:cNvSpPr/>
            <p:nvPr/>
          </p:nvSpPr>
          <p:spPr>
            <a:xfrm>
              <a:off x="1648525" y="2901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5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8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5" y="7299"/>
                  </a:lnTo>
                  <a:lnTo>
                    <a:pt x="14713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4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4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5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7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3"/>
            <p:cNvSpPr/>
            <p:nvPr/>
          </p:nvSpPr>
          <p:spPr>
            <a:xfrm>
              <a:off x="7229325" y="290815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6"/>
                  </a:lnTo>
                  <a:lnTo>
                    <a:pt x="3785" y="619"/>
                  </a:lnTo>
                  <a:lnTo>
                    <a:pt x="4094" y="889"/>
                  </a:lnTo>
                  <a:lnTo>
                    <a:pt x="4364" y="1121"/>
                  </a:lnTo>
                  <a:lnTo>
                    <a:pt x="4635" y="1430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4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23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3" y="5214"/>
                  </a:lnTo>
                  <a:lnTo>
                    <a:pt x="5446" y="5600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7"/>
                  </a:lnTo>
                  <a:lnTo>
                    <a:pt x="4210" y="8033"/>
                  </a:lnTo>
                  <a:lnTo>
                    <a:pt x="3940" y="8380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9" y="10041"/>
                  </a:lnTo>
                  <a:lnTo>
                    <a:pt x="1314" y="10234"/>
                  </a:lnTo>
                  <a:lnTo>
                    <a:pt x="889" y="10388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5"/>
                  </a:lnTo>
                  <a:lnTo>
                    <a:pt x="4828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1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4" y="2434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4"/>
                  </a:lnTo>
                  <a:lnTo>
                    <a:pt x="4905" y="1005"/>
                  </a:lnTo>
                  <a:lnTo>
                    <a:pt x="4596" y="696"/>
                  </a:lnTo>
                  <a:lnTo>
                    <a:pt x="4287" y="426"/>
                  </a:lnTo>
                  <a:lnTo>
                    <a:pt x="3940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3"/>
            <p:cNvSpPr/>
            <p:nvPr/>
          </p:nvSpPr>
          <p:spPr>
            <a:xfrm>
              <a:off x="1734450" y="2911050"/>
              <a:ext cx="35725" cy="29000"/>
            </a:xfrm>
            <a:custGeom>
              <a:avLst/>
              <a:gdLst/>
              <a:ahLst/>
              <a:cxnLst/>
              <a:rect l="l" t="t" r="r" b="b"/>
              <a:pathLst>
                <a:path w="1429" h="1160" extrusionOk="0">
                  <a:moveTo>
                    <a:pt x="502" y="1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7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2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5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3"/>
                  </a:lnTo>
                  <a:lnTo>
                    <a:pt x="425" y="580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772" y="387"/>
                  </a:lnTo>
                  <a:lnTo>
                    <a:pt x="850" y="425"/>
                  </a:lnTo>
                  <a:lnTo>
                    <a:pt x="965" y="580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5" y="927"/>
                  </a:lnTo>
                  <a:lnTo>
                    <a:pt x="965" y="1005"/>
                  </a:lnTo>
                  <a:lnTo>
                    <a:pt x="965" y="1082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4" y="1120"/>
                  </a:lnTo>
                  <a:lnTo>
                    <a:pt x="1313" y="1082"/>
                  </a:lnTo>
                  <a:lnTo>
                    <a:pt x="1390" y="889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4"/>
                  </a:lnTo>
                  <a:lnTo>
                    <a:pt x="1043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3"/>
            <p:cNvSpPr/>
            <p:nvPr/>
          </p:nvSpPr>
          <p:spPr>
            <a:xfrm>
              <a:off x="6320925" y="2913950"/>
              <a:ext cx="315700" cy="477875"/>
            </a:xfrm>
            <a:custGeom>
              <a:avLst/>
              <a:gdLst/>
              <a:ahLst/>
              <a:cxnLst/>
              <a:rect l="l" t="t" r="r" b="b"/>
              <a:pathLst>
                <a:path w="12628" h="19115" extrusionOk="0">
                  <a:moveTo>
                    <a:pt x="1004" y="618"/>
                  </a:moveTo>
                  <a:lnTo>
                    <a:pt x="1661" y="850"/>
                  </a:lnTo>
                  <a:lnTo>
                    <a:pt x="2317" y="1120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2"/>
                  </a:lnTo>
                  <a:lnTo>
                    <a:pt x="4016" y="2819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7"/>
                  </a:lnTo>
                  <a:lnTo>
                    <a:pt x="9345" y="15137"/>
                  </a:lnTo>
                  <a:lnTo>
                    <a:pt x="8920" y="15369"/>
                  </a:lnTo>
                  <a:lnTo>
                    <a:pt x="7955" y="13516"/>
                  </a:lnTo>
                  <a:lnTo>
                    <a:pt x="6990" y="11662"/>
                  </a:lnTo>
                  <a:lnTo>
                    <a:pt x="5020" y="7955"/>
                  </a:lnTo>
                  <a:lnTo>
                    <a:pt x="3012" y="4287"/>
                  </a:lnTo>
                  <a:lnTo>
                    <a:pt x="1004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19" y="11739"/>
                  </a:lnTo>
                  <a:lnTo>
                    <a:pt x="7762" y="13593"/>
                  </a:lnTo>
                  <a:lnTo>
                    <a:pt x="8804" y="15446"/>
                  </a:lnTo>
                  <a:lnTo>
                    <a:pt x="8650" y="15524"/>
                  </a:lnTo>
                  <a:lnTo>
                    <a:pt x="7414" y="13747"/>
                  </a:lnTo>
                  <a:lnTo>
                    <a:pt x="6179" y="12010"/>
                  </a:lnTo>
                  <a:lnTo>
                    <a:pt x="3591" y="8534"/>
                  </a:lnTo>
                  <a:lnTo>
                    <a:pt x="2317" y="6758"/>
                  </a:lnTo>
                  <a:lnTo>
                    <a:pt x="1004" y="4943"/>
                  </a:lnTo>
                  <a:lnTo>
                    <a:pt x="850" y="4711"/>
                  </a:lnTo>
                  <a:lnTo>
                    <a:pt x="734" y="4480"/>
                  </a:lnTo>
                  <a:lnTo>
                    <a:pt x="618" y="4209"/>
                  </a:lnTo>
                  <a:lnTo>
                    <a:pt x="541" y="3939"/>
                  </a:lnTo>
                  <a:lnTo>
                    <a:pt x="464" y="3399"/>
                  </a:lnTo>
                  <a:lnTo>
                    <a:pt x="425" y="2819"/>
                  </a:lnTo>
                  <a:lnTo>
                    <a:pt x="464" y="2240"/>
                  </a:lnTo>
                  <a:lnTo>
                    <a:pt x="502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2" y="12357"/>
                  </a:lnTo>
                  <a:lnTo>
                    <a:pt x="11816" y="12434"/>
                  </a:lnTo>
                  <a:lnTo>
                    <a:pt x="12164" y="12859"/>
                  </a:lnTo>
                  <a:lnTo>
                    <a:pt x="12241" y="13052"/>
                  </a:lnTo>
                  <a:lnTo>
                    <a:pt x="12280" y="13245"/>
                  </a:lnTo>
                  <a:lnTo>
                    <a:pt x="12241" y="13438"/>
                  </a:lnTo>
                  <a:lnTo>
                    <a:pt x="12203" y="13631"/>
                  </a:lnTo>
                  <a:lnTo>
                    <a:pt x="12048" y="14018"/>
                  </a:lnTo>
                  <a:lnTo>
                    <a:pt x="11855" y="14365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1"/>
                  </a:lnTo>
                  <a:lnTo>
                    <a:pt x="10156" y="15871"/>
                  </a:lnTo>
                  <a:lnTo>
                    <a:pt x="10117" y="15987"/>
                  </a:lnTo>
                  <a:lnTo>
                    <a:pt x="9770" y="16180"/>
                  </a:lnTo>
                  <a:lnTo>
                    <a:pt x="9113" y="16605"/>
                  </a:lnTo>
                  <a:lnTo>
                    <a:pt x="8457" y="16952"/>
                  </a:lnTo>
                  <a:lnTo>
                    <a:pt x="7723" y="17261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4" y="17647"/>
                  </a:lnTo>
                  <a:lnTo>
                    <a:pt x="5754" y="17647"/>
                  </a:lnTo>
                  <a:lnTo>
                    <a:pt x="5561" y="17570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7" y="17184"/>
                  </a:lnTo>
                  <a:lnTo>
                    <a:pt x="4982" y="16875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4"/>
                  </a:lnTo>
                  <a:lnTo>
                    <a:pt x="5175" y="15948"/>
                  </a:lnTo>
                  <a:lnTo>
                    <a:pt x="5291" y="15833"/>
                  </a:lnTo>
                  <a:lnTo>
                    <a:pt x="5406" y="15755"/>
                  </a:lnTo>
                  <a:lnTo>
                    <a:pt x="5522" y="15717"/>
                  </a:lnTo>
                  <a:lnTo>
                    <a:pt x="5638" y="15755"/>
                  </a:lnTo>
                  <a:lnTo>
                    <a:pt x="5793" y="15833"/>
                  </a:lnTo>
                  <a:lnTo>
                    <a:pt x="5947" y="15948"/>
                  </a:lnTo>
                  <a:lnTo>
                    <a:pt x="6063" y="16141"/>
                  </a:lnTo>
                  <a:lnTo>
                    <a:pt x="6256" y="16373"/>
                  </a:lnTo>
                  <a:lnTo>
                    <a:pt x="6101" y="16412"/>
                  </a:lnTo>
                  <a:lnTo>
                    <a:pt x="6024" y="16450"/>
                  </a:lnTo>
                  <a:lnTo>
                    <a:pt x="6024" y="16566"/>
                  </a:lnTo>
                  <a:lnTo>
                    <a:pt x="6063" y="16643"/>
                  </a:lnTo>
                  <a:lnTo>
                    <a:pt x="6140" y="16643"/>
                  </a:lnTo>
                  <a:lnTo>
                    <a:pt x="6912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29" y="15717"/>
                  </a:lnTo>
                  <a:lnTo>
                    <a:pt x="9615" y="15485"/>
                  </a:lnTo>
                  <a:lnTo>
                    <a:pt x="9963" y="15253"/>
                  </a:lnTo>
                  <a:lnTo>
                    <a:pt x="10272" y="15022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1" y="14172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8"/>
                  </a:lnTo>
                  <a:lnTo>
                    <a:pt x="11546" y="13361"/>
                  </a:lnTo>
                  <a:lnTo>
                    <a:pt x="11508" y="13284"/>
                  </a:lnTo>
                  <a:lnTo>
                    <a:pt x="11430" y="13245"/>
                  </a:lnTo>
                  <a:lnTo>
                    <a:pt x="11237" y="13245"/>
                  </a:lnTo>
                  <a:lnTo>
                    <a:pt x="11160" y="13323"/>
                  </a:lnTo>
                  <a:lnTo>
                    <a:pt x="10967" y="13670"/>
                  </a:lnTo>
                  <a:lnTo>
                    <a:pt x="10774" y="13554"/>
                  </a:lnTo>
                  <a:lnTo>
                    <a:pt x="10658" y="13438"/>
                  </a:lnTo>
                  <a:lnTo>
                    <a:pt x="10619" y="13284"/>
                  </a:lnTo>
                  <a:lnTo>
                    <a:pt x="10581" y="13168"/>
                  </a:lnTo>
                  <a:lnTo>
                    <a:pt x="10619" y="13014"/>
                  </a:lnTo>
                  <a:lnTo>
                    <a:pt x="10658" y="12859"/>
                  </a:lnTo>
                  <a:lnTo>
                    <a:pt x="10851" y="12627"/>
                  </a:lnTo>
                  <a:lnTo>
                    <a:pt x="10928" y="12473"/>
                  </a:lnTo>
                  <a:lnTo>
                    <a:pt x="11044" y="12357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0"/>
                  </a:moveTo>
                  <a:lnTo>
                    <a:pt x="348" y="39"/>
                  </a:lnTo>
                  <a:lnTo>
                    <a:pt x="271" y="116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2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5"/>
                  </a:lnTo>
                  <a:lnTo>
                    <a:pt x="232" y="4518"/>
                  </a:lnTo>
                  <a:lnTo>
                    <a:pt x="348" y="4750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5"/>
                  </a:lnTo>
                  <a:lnTo>
                    <a:pt x="5445" y="11817"/>
                  </a:lnTo>
                  <a:lnTo>
                    <a:pt x="6874" y="13747"/>
                  </a:lnTo>
                  <a:lnTo>
                    <a:pt x="8341" y="15639"/>
                  </a:lnTo>
                  <a:lnTo>
                    <a:pt x="7492" y="15987"/>
                  </a:lnTo>
                  <a:lnTo>
                    <a:pt x="6642" y="16257"/>
                  </a:lnTo>
                  <a:lnTo>
                    <a:pt x="6642" y="16257"/>
                  </a:lnTo>
                  <a:lnTo>
                    <a:pt x="6681" y="16103"/>
                  </a:lnTo>
                  <a:lnTo>
                    <a:pt x="6681" y="15948"/>
                  </a:lnTo>
                  <a:lnTo>
                    <a:pt x="6642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3" y="15369"/>
                  </a:lnTo>
                  <a:lnTo>
                    <a:pt x="6179" y="15292"/>
                  </a:lnTo>
                  <a:lnTo>
                    <a:pt x="6024" y="15253"/>
                  </a:lnTo>
                  <a:lnTo>
                    <a:pt x="5715" y="15253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5" y="16296"/>
                  </a:lnTo>
                  <a:lnTo>
                    <a:pt x="4595" y="16566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7" y="17725"/>
                  </a:lnTo>
                  <a:lnTo>
                    <a:pt x="5368" y="17840"/>
                  </a:lnTo>
                  <a:lnTo>
                    <a:pt x="5677" y="17918"/>
                  </a:lnTo>
                  <a:lnTo>
                    <a:pt x="6024" y="17956"/>
                  </a:lnTo>
                  <a:lnTo>
                    <a:pt x="6372" y="17918"/>
                  </a:lnTo>
                  <a:lnTo>
                    <a:pt x="6719" y="17840"/>
                  </a:lnTo>
                  <a:lnTo>
                    <a:pt x="7105" y="17763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2"/>
                  </a:lnTo>
                  <a:lnTo>
                    <a:pt x="9229" y="16875"/>
                  </a:lnTo>
                  <a:lnTo>
                    <a:pt x="9461" y="16759"/>
                  </a:lnTo>
                  <a:lnTo>
                    <a:pt x="10233" y="16257"/>
                  </a:lnTo>
                  <a:lnTo>
                    <a:pt x="10812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3"/>
                  </a:lnTo>
                  <a:lnTo>
                    <a:pt x="11816" y="18149"/>
                  </a:lnTo>
                  <a:lnTo>
                    <a:pt x="11392" y="17454"/>
                  </a:lnTo>
                  <a:lnTo>
                    <a:pt x="10928" y="16759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3"/>
                  </a:lnTo>
                  <a:lnTo>
                    <a:pt x="11894" y="14790"/>
                  </a:lnTo>
                  <a:lnTo>
                    <a:pt x="12125" y="14558"/>
                  </a:lnTo>
                  <a:lnTo>
                    <a:pt x="12280" y="14288"/>
                  </a:lnTo>
                  <a:lnTo>
                    <a:pt x="12434" y="14056"/>
                  </a:lnTo>
                  <a:lnTo>
                    <a:pt x="12511" y="13786"/>
                  </a:lnTo>
                  <a:lnTo>
                    <a:pt x="12589" y="13554"/>
                  </a:lnTo>
                  <a:lnTo>
                    <a:pt x="12627" y="13284"/>
                  </a:lnTo>
                  <a:lnTo>
                    <a:pt x="12589" y="13052"/>
                  </a:lnTo>
                  <a:lnTo>
                    <a:pt x="12511" y="12821"/>
                  </a:lnTo>
                  <a:lnTo>
                    <a:pt x="12357" y="12589"/>
                  </a:lnTo>
                  <a:lnTo>
                    <a:pt x="12164" y="12357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8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0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0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19" y="13786"/>
                  </a:lnTo>
                  <a:lnTo>
                    <a:pt x="10812" y="13902"/>
                  </a:lnTo>
                  <a:lnTo>
                    <a:pt x="10504" y="14249"/>
                  </a:lnTo>
                  <a:lnTo>
                    <a:pt x="10156" y="14597"/>
                  </a:lnTo>
                  <a:lnTo>
                    <a:pt x="9770" y="14867"/>
                  </a:lnTo>
                  <a:lnTo>
                    <a:pt x="9430" y="15083"/>
                  </a:lnTo>
                  <a:lnTo>
                    <a:pt x="9461" y="15022"/>
                  </a:lnTo>
                  <a:lnTo>
                    <a:pt x="9500" y="14944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8"/>
                  </a:lnTo>
                  <a:lnTo>
                    <a:pt x="3823" y="1545"/>
                  </a:lnTo>
                  <a:lnTo>
                    <a:pt x="3514" y="1236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0" y="232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3"/>
            <p:cNvSpPr/>
            <p:nvPr/>
          </p:nvSpPr>
          <p:spPr>
            <a:xfrm>
              <a:off x="1681350" y="2914925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5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4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4" y="463"/>
                  </a:lnTo>
                  <a:lnTo>
                    <a:pt x="541" y="386"/>
                  </a:lnTo>
                  <a:lnTo>
                    <a:pt x="773" y="386"/>
                  </a:lnTo>
                  <a:lnTo>
                    <a:pt x="850" y="463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5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3"/>
            <p:cNvSpPr/>
            <p:nvPr/>
          </p:nvSpPr>
          <p:spPr>
            <a:xfrm>
              <a:off x="3785850" y="2943875"/>
              <a:ext cx="199850" cy="231725"/>
            </a:xfrm>
            <a:custGeom>
              <a:avLst/>
              <a:gdLst/>
              <a:ahLst/>
              <a:cxnLst/>
              <a:rect l="l" t="t" r="r" b="b"/>
              <a:pathLst>
                <a:path w="7994" h="9269" extrusionOk="0">
                  <a:moveTo>
                    <a:pt x="2163" y="1"/>
                  </a:moveTo>
                  <a:lnTo>
                    <a:pt x="2009" y="39"/>
                  </a:lnTo>
                  <a:lnTo>
                    <a:pt x="1854" y="78"/>
                  </a:lnTo>
                  <a:lnTo>
                    <a:pt x="1700" y="194"/>
                  </a:lnTo>
                  <a:lnTo>
                    <a:pt x="1429" y="425"/>
                  </a:lnTo>
                  <a:lnTo>
                    <a:pt x="1159" y="734"/>
                  </a:lnTo>
                  <a:lnTo>
                    <a:pt x="966" y="1005"/>
                  </a:lnTo>
                  <a:lnTo>
                    <a:pt x="696" y="1391"/>
                  </a:lnTo>
                  <a:lnTo>
                    <a:pt x="503" y="1777"/>
                  </a:lnTo>
                  <a:lnTo>
                    <a:pt x="310" y="2163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1" y="3514"/>
                  </a:lnTo>
                  <a:lnTo>
                    <a:pt x="1" y="3978"/>
                  </a:lnTo>
                  <a:lnTo>
                    <a:pt x="39" y="4441"/>
                  </a:lnTo>
                  <a:lnTo>
                    <a:pt x="155" y="4905"/>
                  </a:lnTo>
                  <a:lnTo>
                    <a:pt x="271" y="5368"/>
                  </a:lnTo>
                  <a:lnTo>
                    <a:pt x="464" y="5793"/>
                  </a:lnTo>
                  <a:lnTo>
                    <a:pt x="696" y="6218"/>
                  </a:lnTo>
                  <a:lnTo>
                    <a:pt x="1005" y="6179"/>
                  </a:lnTo>
                  <a:lnTo>
                    <a:pt x="850" y="5870"/>
                  </a:lnTo>
                  <a:lnTo>
                    <a:pt x="734" y="5522"/>
                  </a:lnTo>
                  <a:lnTo>
                    <a:pt x="618" y="5175"/>
                  </a:lnTo>
                  <a:lnTo>
                    <a:pt x="541" y="4789"/>
                  </a:lnTo>
                  <a:lnTo>
                    <a:pt x="503" y="4441"/>
                  </a:lnTo>
                  <a:lnTo>
                    <a:pt x="464" y="4055"/>
                  </a:lnTo>
                  <a:lnTo>
                    <a:pt x="464" y="3708"/>
                  </a:lnTo>
                  <a:lnTo>
                    <a:pt x="464" y="3360"/>
                  </a:lnTo>
                  <a:lnTo>
                    <a:pt x="503" y="2974"/>
                  </a:lnTo>
                  <a:lnTo>
                    <a:pt x="580" y="2626"/>
                  </a:lnTo>
                  <a:lnTo>
                    <a:pt x="696" y="2279"/>
                  </a:lnTo>
                  <a:lnTo>
                    <a:pt x="850" y="1931"/>
                  </a:lnTo>
                  <a:lnTo>
                    <a:pt x="1005" y="1622"/>
                  </a:lnTo>
                  <a:lnTo>
                    <a:pt x="1236" y="1313"/>
                  </a:lnTo>
                  <a:lnTo>
                    <a:pt x="1468" y="1043"/>
                  </a:lnTo>
                  <a:lnTo>
                    <a:pt x="1738" y="773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503"/>
                  </a:lnTo>
                  <a:lnTo>
                    <a:pt x="2279" y="618"/>
                  </a:lnTo>
                  <a:lnTo>
                    <a:pt x="2395" y="850"/>
                  </a:lnTo>
                  <a:lnTo>
                    <a:pt x="2588" y="1236"/>
                  </a:lnTo>
                  <a:lnTo>
                    <a:pt x="2742" y="1584"/>
                  </a:lnTo>
                  <a:lnTo>
                    <a:pt x="2858" y="1970"/>
                  </a:lnTo>
                  <a:lnTo>
                    <a:pt x="2974" y="2356"/>
                  </a:lnTo>
                  <a:lnTo>
                    <a:pt x="3051" y="2742"/>
                  </a:lnTo>
                  <a:lnTo>
                    <a:pt x="3090" y="3090"/>
                  </a:lnTo>
                  <a:lnTo>
                    <a:pt x="3090" y="3476"/>
                  </a:lnTo>
                  <a:lnTo>
                    <a:pt x="3051" y="3823"/>
                  </a:lnTo>
                  <a:lnTo>
                    <a:pt x="2974" y="4171"/>
                  </a:lnTo>
                  <a:lnTo>
                    <a:pt x="2897" y="4480"/>
                  </a:lnTo>
                  <a:lnTo>
                    <a:pt x="2742" y="4827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61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56" y="5793"/>
                  </a:lnTo>
                  <a:lnTo>
                    <a:pt x="2395" y="5831"/>
                  </a:lnTo>
                  <a:lnTo>
                    <a:pt x="2433" y="5793"/>
                  </a:lnTo>
                  <a:lnTo>
                    <a:pt x="2626" y="5754"/>
                  </a:lnTo>
                  <a:lnTo>
                    <a:pt x="2781" y="5716"/>
                  </a:lnTo>
                  <a:lnTo>
                    <a:pt x="3167" y="5677"/>
                  </a:lnTo>
                  <a:lnTo>
                    <a:pt x="3592" y="5716"/>
                  </a:lnTo>
                  <a:lnTo>
                    <a:pt x="4017" y="5831"/>
                  </a:lnTo>
                  <a:lnTo>
                    <a:pt x="4441" y="5947"/>
                  </a:lnTo>
                  <a:lnTo>
                    <a:pt x="4827" y="6102"/>
                  </a:lnTo>
                  <a:lnTo>
                    <a:pt x="5214" y="6295"/>
                  </a:lnTo>
                  <a:lnTo>
                    <a:pt x="5523" y="6449"/>
                  </a:lnTo>
                  <a:lnTo>
                    <a:pt x="5831" y="6642"/>
                  </a:lnTo>
                  <a:lnTo>
                    <a:pt x="6140" y="6874"/>
                  </a:lnTo>
                  <a:lnTo>
                    <a:pt x="6411" y="7106"/>
                  </a:lnTo>
                  <a:lnTo>
                    <a:pt x="6681" y="7337"/>
                  </a:lnTo>
                  <a:lnTo>
                    <a:pt x="6913" y="7646"/>
                  </a:lnTo>
                  <a:lnTo>
                    <a:pt x="7144" y="7917"/>
                  </a:lnTo>
                  <a:lnTo>
                    <a:pt x="7337" y="8225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56" y="8805"/>
                  </a:lnTo>
                  <a:lnTo>
                    <a:pt x="5870" y="8843"/>
                  </a:lnTo>
                  <a:lnTo>
                    <a:pt x="5445" y="8805"/>
                  </a:lnTo>
                  <a:lnTo>
                    <a:pt x="5059" y="8766"/>
                  </a:lnTo>
                  <a:lnTo>
                    <a:pt x="4634" y="8650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33" y="7106"/>
                  </a:lnTo>
                  <a:lnTo>
                    <a:pt x="1931" y="6604"/>
                  </a:lnTo>
                  <a:lnTo>
                    <a:pt x="1854" y="6526"/>
                  </a:lnTo>
                  <a:lnTo>
                    <a:pt x="1777" y="6526"/>
                  </a:lnTo>
                  <a:lnTo>
                    <a:pt x="1661" y="6565"/>
                  </a:lnTo>
                  <a:lnTo>
                    <a:pt x="1622" y="6565"/>
                  </a:lnTo>
                  <a:lnTo>
                    <a:pt x="1584" y="6604"/>
                  </a:lnTo>
                  <a:lnTo>
                    <a:pt x="1429" y="6874"/>
                  </a:lnTo>
                  <a:lnTo>
                    <a:pt x="1622" y="6913"/>
                  </a:lnTo>
                  <a:lnTo>
                    <a:pt x="2240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592" y="8573"/>
                  </a:lnTo>
                  <a:lnTo>
                    <a:pt x="3978" y="8805"/>
                  </a:lnTo>
                  <a:lnTo>
                    <a:pt x="4364" y="8998"/>
                  </a:lnTo>
                  <a:lnTo>
                    <a:pt x="4789" y="9152"/>
                  </a:lnTo>
                  <a:lnTo>
                    <a:pt x="5252" y="9229"/>
                  </a:lnTo>
                  <a:lnTo>
                    <a:pt x="5677" y="9268"/>
                  </a:lnTo>
                  <a:lnTo>
                    <a:pt x="6102" y="9229"/>
                  </a:lnTo>
                  <a:lnTo>
                    <a:pt x="6565" y="9191"/>
                  </a:lnTo>
                  <a:lnTo>
                    <a:pt x="6990" y="9114"/>
                  </a:lnTo>
                  <a:lnTo>
                    <a:pt x="7878" y="8882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7994" y="8650"/>
                  </a:lnTo>
                  <a:lnTo>
                    <a:pt x="7994" y="8573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183" y="7299"/>
                  </a:lnTo>
                  <a:lnTo>
                    <a:pt x="6874" y="6951"/>
                  </a:lnTo>
                  <a:lnTo>
                    <a:pt x="6488" y="6604"/>
                  </a:lnTo>
                  <a:lnTo>
                    <a:pt x="6102" y="6295"/>
                  </a:lnTo>
                  <a:lnTo>
                    <a:pt x="5677" y="6063"/>
                  </a:lnTo>
                  <a:lnTo>
                    <a:pt x="5252" y="5831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01" y="5368"/>
                  </a:lnTo>
                  <a:lnTo>
                    <a:pt x="3592" y="5329"/>
                  </a:lnTo>
                  <a:lnTo>
                    <a:pt x="3283" y="5291"/>
                  </a:lnTo>
                  <a:lnTo>
                    <a:pt x="2974" y="5291"/>
                  </a:lnTo>
                  <a:lnTo>
                    <a:pt x="3167" y="4982"/>
                  </a:lnTo>
                  <a:lnTo>
                    <a:pt x="3283" y="4673"/>
                  </a:lnTo>
                  <a:lnTo>
                    <a:pt x="3399" y="4325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44"/>
                  </a:lnTo>
                  <a:lnTo>
                    <a:pt x="3476" y="2858"/>
                  </a:lnTo>
                  <a:lnTo>
                    <a:pt x="3437" y="2510"/>
                  </a:lnTo>
                  <a:lnTo>
                    <a:pt x="3322" y="1970"/>
                  </a:lnTo>
                  <a:lnTo>
                    <a:pt x="3128" y="1468"/>
                  </a:lnTo>
                  <a:lnTo>
                    <a:pt x="2935" y="1005"/>
                  </a:lnTo>
                  <a:lnTo>
                    <a:pt x="2704" y="503"/>
                  </a:lnTo>
                  <a:lnTo>
                    <a:pt x="2588" y="309"/>
                  </a:lnTo>
                  <a:lnTo>
                    <a:pt x="2433" y="116"/>
                  </a:lnTo>
                  <a:lnTo>
                    <a:pt x="2356" y="78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3"/>
            <p:cNvSpPr/>
            <p:nvPr/>
          </p:nvSpPr>
          <p:spPr>
            <a:xfrm>
              <a:off x="1264300" y="2944850"/>
              <a:ext cx="455675" cy="657425"/>
            </a:xfrm>
            <a:custGeom>
              <a:avLst/>
              <a:gdLst/>
              <a:ahLst/>
              <a:cxnLst/>
              <a:rect l="l" t="t" r="r" b="b"/>
              <a:pathLst>
                <a:path w="18227" h="26297" extrusionOk="0">
                  <a:moveTo>
                    <a:pt x="310" y="348"/>
                  </a:moveTo>
                  <a:lnTo>
                    <a:pt x="425" y="386"/>
                  </a:lnTo>
                  <a:lnTo>
                    <a:pt x="1700" y="1429"/>
                  </a:lnTo>
                  <a:lnTo>
                    <a:pt x="2974" y="2510"/>
                  </a:lnTo>
                  <a:lnTo>
                    <a:pt x="4210" y="3591"/>
                  </a:lnTo>
                  <a:lnTo>
                    <a:pt x="5445" y="4673"/>
                  </a:lnTo>
                  <a:lnTo>
                    <a:pt x="5098" y="5290"/>
                  </a:lnTo>
                  <a:lnTo>
                    <a:pt x="4943" y="5599"/>
                  </a:lnTo>
                  <a:lnTo>
                    <a:pt x="4712" y="5831"/>
                  </a:lnTo>
                  <a:lnTo>
                    <a:pt x="4519" y="6101"/>
                  </a:lnTo>
                  <a:lnTo>
                    <a:pt x="4248" y="6294"/>
                  </a:lnTo>
                  <a:lnTo>
                    <a:pt x="3978" y="6526"/>
                  </a:lnTo>
                  <a:lnTo>
                    <a:pt x="3669" y="6680"/>
                  </a:lnTo>
                  <a:lnTo>
                    <a:pt x="3360" y="6835"/>
                  </a:lnTo>
                  <a:lnTo>
                    <a:pt x="3051" y="6989"/>
                  </a:lnTo>
                  <a:lnTo>
                    <a:pt x="2395" y="7182"/>
                  </a:lnTo>
                  <a:lnTo>
                    <a:pt x="1738" y="7298"/>
                  </a:lnTo>
                  <a:lnTo>
                    <a:pt x="1082" y="7414"/>
                  </a:lnTo>
                  <a:lnTo>
                    <a:pt x="889" y="6526"/>
                  </a:lnTo>
                  <a:lnTo>
                    <a:pt x="734" y="5677"/>
                  </a:lnTo>
                  <a:lnTo>
                    <a:pt x="580" y="4788"/>
                  </a:lnTo>
                  <a:lnTo>
                    <a:pt x="464" y="3900"/>
                  </a:lnTo>
                  <a:lnTo>
                    <a:pt x="387" y="3012"/>
                  </a:lnTo>
                  <a:lnTo>
                    <a:pt x="348" y="2124"/>
                  </a:lnTo>
                  <a:lnTo>
                    <a:pt x="310" y="1236"/>
                  </a:lnTo>
                  <a:lnTo>
                    <a:pt x="310" y="348"/>
                  </a:lnTo>
                  <a:close/>
                  <a:moveTo>
                    <a:pt x="12357" y="12318"/>
                  </a:moveTo>
                  <a:lnTo>
                    <a:pt x="13014" y="12473"/>
                  </a:lnTo>
                  <a:lnTo>
                    <a:pt x="13709" y="12550"/>
                  </a:lnTo>
                  <a:lnTo>
                    <a:pt x="14404" y="12589"/>
                  </a:lnTo>
                  <a:lnTo>
                    <a:pt x="15060" y="12550"/>
                  </a:lnTo>
                  <a:lnTo>
                    <a:pt x="15640" y="13901"/>
                  </a:lnTo>
                  <a:lnTo>
                    <a:pt x="16296" y="15214"/>
                  </a:lnTo>
                  <a:lnTo>
                    <a:pt x="17648" y="17840"/>
                  </a:lnTo>
                  <a:lnTo>
                    <a:pt x="16644" y="17686"/>
                  </a:lnTo>
                  <a:lnTo>
                    <a:pt x="15640" y="17647"/>
                  </a:lnTo>
                  <a:lnTo>
                    <a:pt x="15331" y="17608"/>
                  </a:lnTo>
                  <a:lnTo>
                    <a:pt x="15099" y="17531"/>
                  </a:lnTo>
                  <a:lnTo>
                    <a:pt x="14983" y="17493"/>
                  </a:lnTo>
                  <a:lnTo>
                    <a:pt x="14906" y="17415"/>
                  </a:lnTo>
                  <a:lnTo>
                    <a:pt x="14751" y="17106"/>
                  </a:lnTo>
                  <a:lnTo>
                    <a:pt x="14365" y="16489"/>
                  </a:lnTo>
                  <a:lnTo>
                    <a:pt x="13979" y="15832"/>
                  </a:lnTo>
                  <a:lnTo>
                    <a:pt x="13941" y="15794"/>
                  </a:lnTo>
                  <a:lnTo>
                    <a:pt x="13902" y="15755"/>
                  </a:lnTo>
                  <a:lnTo>
                    <a:pt x="13747" y="15755"/>
                  </a:lnTo>
                  <a:lnTo>
                    <a:pt x="13670" y="15214"/>
                  </a:lnTo>
                  <a:lnTo>
                    <a:pt x="13516" y="14712"/>
                  </a:lnTo>
                  <a:lnTo>
                    <a:pt x="13323" y="14172"/>
                  </a:lnTo>
                  <a:lnTo>
                    <a:pt x="13091" y="13670"/>
                  </a:lnTo>
                  <a:lnTo>
                    <a:pt x="12744" y="13013"/>
                  </a:lnTo>
                  <a:lnTo>
                    <a:pt x="12357" y="12318"/>
                  </a:lnTo>
                  <a:close/>
                  <a:moveTo>
                    <a:pt x="5677" y="4904"/>
                  </a:moveTo>
                  <a:lnTo>
                    <a:pt x="6720" y="5947"/>
                  </a:lnTo>
                  <a:lnTo>
                    <a:pt x="7762" y="6989"/>
                  </a:lnTo>
                  <a:lnTo>
                    <a:pt x="8612" y="7916"/>
                  </a:lnTo>
                  <a:lnTo>
                    <a:pt x="9423" y="8920"/>
                  </a:lnTo>
                  <a:lnTo>
                    <a:pt x="10234" y="9886"/>
                  </a:lnTo>
                  <a:lnTo>
                    <a:pt x="10967" y="10928"/>
                  </a:lnTo>
                  <a:lnTo>
                    <a:pt x="11701" y="12009"/>
                  </a:lnTo>
                  <a:lnTo>
                    <a:pt x="12087" y="12550"/>
                  </a:lnTo>
                  <a:lnTo>
                    <a:pt x="12396" y="13129"/>
                  </a:lnTo>
                  <a:lnTo>
                    <a:pt x="12705" y="13708"/>
                  </a:lnTo>
                  <a:lnTo>
                    <a:pt x="12975" y="14326"/>
                  </a:lnTo>
                  <a:lnTo>
                    <a:pt x="13207" y="14944"/>
                  </a:lnTo>
                  <a:lnTo>
                    <a:pt x="13361" y="15562"/>
                  </a:lnTo>
                  <a:lnTo>
                    <a:pt x="13439" y="16180"/>
                  </a:lnTo>
                  <a:lnTo>
                    <a:pt x="13400" y="16759"/>
                  </a:lnTo>
                  <a:lnTo>
                    <a:pt x="13361" y="17068"/>
                  </a:lnTo>
                  <a:lnTo>
                    <a:pt x="13284" y="17338"/>
                  </a:lnTo>
                  <a:lnTo>
                    <a:pt x="13207" y="17608"/>
                  </a:lnTo>
                  <a:lnTo>
                    <a:pt x="13091" y="17879"/>
                  </a:lnTo>
                  <a:lnTo>
                    <a:pt x="12975" y="18149"/>
                  </a:lnTo>
                  <a:lnTo>
                    <a:pt x="12821" y="18381"/>
                  </a:lnTo>
                  <a:lnTo>
                    <a:pt x="12628" y="18612"/>
                  </a:lnTo>
                  <a:lnTo>
                    <a:pt x="12435" y="18806"/>
                  </a:lnTo>
                  <a:lnTo>
                    <a:pt x="12203" y="18999"/>
                  </a:lnTo>
                  <a:lnTo>
                    <a:pt x="11971" y="19153"/>
                  </a:lnTo>
                  <a:lnTo>
                    <a:pt x="11662" y="19308"/>
                  </a:lnTo>
                  <a:lnTo>
                    <a:pt x="11392" y="19423"/>
                  </a:lnTo>
                  <a:lnTo>
                    <a:pt x="10813" y="19539"/>
                  </a:lnTo>
                  <a:lnTo>
                    <a:pt x="10234" y="19616"/>
                  </a:lnTo>
                  <a:lnTo>
                    <a:pt x="9693" y="19578"/>
                  </a:lnTo>
                  <a:lnTo>
                    <a:pt x="9114" y="19462"/>
                  </a:lnTo>
                  <a:lnTo>
                    <a:pt x="8573" y="19308"/>
                  </a:lnTo>
                  <a:lnTo>
                    <a:pt x="8032" y="19076"/>
                  </a:lnTo>
                  <a:lnTo>
                    <a:pt x="7531" y="18767"/>
                  </a:lnTo>
                  <a:lnTo>
                    <a:pt x="7067" y="18458"/>
                  </a:lnTo>
                  <a:lnTo>
                    <a:pt x="6642" y="18072"/>
                  </a:lnTo>
                  <a:lnTo>
                    <a:pt x="6256" y="17686"/>
                  </a:lnTo>
                  <a:lnTo>
                    <a:pt x="5870" y="17261"/>
                  </a:lnTo>
                  <a:lnTo>
                    <a:pt x="5484" y="16798"/>
                  </a:lnTo>
                  <a:lnTo>
                    <a:pt x="4827" y="15871"/>
                  </a:lnTo>
                  <a:lnTo>
                    <a:pt x="4210" y="14944"/>
                  </a:lnTo>
                  <a:lnTo>
                    <a:pt x="3592" y="13901"/>
                  </a:lnTo>
                  <a:lnTo>
                    <a:pt x="3051" y="12859"/>
                  </a:lnTo>
                  <a:lnTo>
                    <a:pt x="2549" y="11778"/>
                  </a:lnTo>
                  <a:lnTo>
                    <a:pt x="2086" y="10696"/>
                  </a:lnTo>
                  <a:lnTo>
                    <a:pt x="1816" y="9963"/>
                  </a:lnTo>
                  <a:lnTo>
                    <a:pt x="1584" y="9190"/>
                  </a:lnTo>
                  <a:lnTo>
                    <a:pt x="1352" y="8457"/>
                  </a:lnTo>
                  <a:lnTo>
                    <a:pt x="1159" y="7723"/>
                  </a:lnTo>
                  <a:lnTo>
                    <a:pt x="1816" y="7646"/>
                  </a:lnTo>
                  <a:lnTo>
                    <a:pt x="2549" y="7491"/>
                  </a:lnTo>
                  <a:lnTo>
                    <a:pt x="3244" y="7298"/>
                  </a:lnTo>
                  <a:lnTo>
                    <a:pt x="3592" y="7144"/>
                  </a:lnTo>
                  <a:lnTo>
                    <a:pt x="3901" y="6989"/>
                  </a:lnTo>
                  <a:lnTo>
                    <a:pt x="4248" y="6796"/>
                  </a:lnTo>
                  <a:lnTo>
                    <a:pt x="4519" y="6603"/>
                  </a:lnTo>
                  <a:lnTo>
                    <a:pt x="4789" y="6410"/>
                  </a:lnTo>
                  <a:lnTo>
                    <a:pt x="5059" y="6140"/>
                  </a:lnTo>
                  <a:lnTo>
                    <a:pt x="5252" y="5870"/>
                  </a:lnTo>
                  <a:lnTo>
                    <a:pt x="5445" y="5599"/>
                  </a:lnTo>
                  <a:lnTo>
                    <a:pt x="5561" y="5252"/>
                  </a:lnTo>
                  <a:lnTo>
                    <a:pt x="5677" y="4904"/>
                  </a:lnTo>
                  <a:close/>
                  <a:moveTo>
                    <a:pt x="13284" y="18381"/>
                  </a:moveTo>
                  <a:lnTo>
                    <a:pt x="13593" y="18612"/>
                  </a:lnTo>
                  <a:lnTo>
                    <a:pt x="13902" y="18844"/>
                  </a:lnTo>
                  <a:lnTo>
                    <a:pt x="13632" y="19230"/>
                  </a:lnTo>
                  <a:lnTo>
                    <a:pt x="13323" y="19578"/>
                  </a:lnTo>
                  <a:lnTo>
                    <a:pt x="12975" y="19887"/>
                  </a:lnTo>
                  <a:lnTo>
                    <a:pt x="12589" y="20157"/>
                  </a:lnTo>
                  <a:lnTo>
                    <a:pt x="12164" y="20350"/>
                  </a:lnTo>
                  <a:lnTo>
                    <a:pt x="11701" y="20505"/>
                  </a:lnTo>
                  <a:lnTo>
                    <a:pt x="11238" y="20582"/>
                  </a:lnTo>
                  <a:lnTo>
                    <a:pt x="10736" y="20620"/>
                  </a:lnTo>
                  <a:lnTo>
                    <a:pt x="10697" y="20620"/>
                  </a:lnTo>
                  <a:lnTo>
                    <a:pt x="10581" y="19964"/>
                  </a:lnTo>
                  <a:lnTo>
                    <a:pt x="10967" y="19887"/>
                  </a:lnTo>
                  <a:lnTo>
                    <a:pt x="11392" y="19810"/>
                  </a:lnTo>
                  <a:lnTo>
                    <a:pt x="11740" y="19694"/>
                  </a:lnTo>
                  <a:lnTo>
                    <a:pt x="12126" y="19501"/>
                  </a:lnTo>
                  <a:lnTo>
                    <a:pt x="12473" y="19308"/>
                  </a:lnTo>
                  <a:lnTo>
                    <a:pt x="12782" y="19037"/>
                  </a:lnTo>
                  <a:lnTo>
                    <a:pt x="13052" y="18728"/>
                  </a:lnTo>
                  <a:lnTo>
                    <a:pt x="13284" y="18381"/>
                  </a:lnTo>
                  <a:close/>
                  <a:moveTo>
                    <a:pt x="14172" y="18999"/>
                  </a:moveTo>
                  <a:lnTo>
                    <a:pt x="14636" y="19230"/>
                  </a:lnTo>
                  <a:lnTo>
                    <a:pt x="14327" y="19732"/>
                  </a:lnTo>
                  <a:lnTo>
                    <a:pt x="13941" y="20157"/>
                  </a:lnTo>
                  <a:lnTo>
                    <a:pt x="13516" y="20543"/>
                  </a:lnTo>
                  <a:lnTo>
                    <a:pt x="13091" y="20852"/>
                  </a:lnTo>
                  <a:lnTo>
                    <a:pt x="12589" y="21122"/>
                  </a:lnTo>
                  <a:lnTo>
                    <a:pt x="12087" y="21315"/>
                  </a:lnTo>
                  <a:lnTo>
                    <a:pt x="11508" y="21470"/>
                  </a:lnTo>
                  <a:lnTo>
                    <a:pt x="10929" y="21624"/>
                  </a:lnTo>
                  <a:lnTo>
                    <a:pt x="10929" y="21393"/>
                  </a:lnTo>
                  <a:lnTo>
                    <a:pt x="10851" y="21200"/>
                  </a:lnTo>
                  <a:lnTo>
                    <a:pt x="10736" y="20814"/>
                  </a:lnTo>
                  <a:lnTo>
                    <a:pt x="11276" y="20852"/>
                  </a:lnTo>
                  <a:lnTo>
                    <a:pt x="11778" y="20775"/>
                  </a:lnTo>
                  <a:lnTo>
                    <a:pt x="12280" y="20659"/>
                  </a:lnTo>
                  <a:lnTo>
                    <a:pt x="12744" y="20427"/>
                  </a:lnTo>
                  <a:lnTo>
                    <a:pt x="13168" y="20157"/>
                  </a:lnTo>
                  <a:lnTo>
                    <a:pt x="13554" y="19810"/>
                  </a:lnTo>
                  <a:lnTo>
                    <a:pt x="13863" y="19423"/>
                  </a:lnTo>
                  <a:lnTo>
                    <a:pt x="14172" y="18999"/>
                  </a:lnTo>
                  <a:close/>
                  <a:moveTo>
                    <a:pt x="14018" y="20659"/>
                  </a:moveTo>
                  <a:lnTo>
                    <a:pt x="14172" y="20852"/>
                  </a:lnTo>
                  <a:lnTo>
                    <a:pt x="14288" y="20968"/>
                  </a:lnTo>
                  <a:lnTo>
                    <a:pt x="14134" y="21007"/>
                  </a:lnTo>
                  <a:lnTo>
                    <a:pt x="14056" y="21045"/>
                  </a:lnTo>
                  <a:lnTo>
                    <a:pt x="14018" y="21122"/>
                  </a:lnTo>
                  <a:lnTo>
                    <a:pt x="13979" y="21200"/>
                  </a:lnTo>
                  <a:lnTo>
                    <a:pt x="14018" y="21277"/>
                  </a:lnTo>
                  <a:lnTo>
                    <a:pt x="14404" y="21663"/>
                  </a:lnTo>
                  <a:lnTo>
                    <a:pt x="14751" y="22049"/>
                  </a:lnTo>
                  <a:lnTo>
                    <a:pt x="15099" y="22435"/>
                  </a:lnTo>
                  <a:lnTo>
                    <a:pt x="15408" y="22860"/>
                  </a:lnTo>
                  <a:lnTo>
                    <a:pt x="15678" y="23285"/>
                  </a:lnTo>
                  <a:lnTo>
                    <a:pt x="15910" y="23748"/>
                  </a:lnTo>
                  <a:lnTo>
                    <a:pt x="16142" y="24250"/>
                  </a:lnTo>
                  <a:lnTo>
                    <a:pt x="16335" y="24714"/>
                  </a:lnTo>
                  <a:lnTo>
                    <a:pt x="15871" y="24636"/>
                  </a:lnTo>
                  <a:lnTo>
                    <a:pt x="15485" y="24521"/>
                  </a:lnTo>
                  <a:lnTo>
                    <a:pt x="15099" y="24327"/>
                  </a:lnTo>
                  <a:lnTo>
                    <a:pt x="14790" y="24096"/>
                  </a:lnTo>
                  <a:lnTo>
                    <a:pt x="14481" y="23825"/>
                  </a:lnTo>
                  <a:lnTo>
                    <a:pt x="14211" y="23517"/>
                  </a:lnTo>
                  <a:lnTo>
                    <a:pt x="13979" y="23169"/>
                  </a:lnTo>
                  <a:lnTo>
                    <a:pt x="13747" y="22744"/>
                  </a:lnTo>
                  <a:lnTo>
                    <a:pt x="13593" y="22397"/>
                  </a:lnTo>
                  <a:lnTo>
                    <a:pt x="13400" y="22126"/>
                  </a:lnTo>
                  <a:lnTo>
                    <a:pt x="13284" y="22011"/>
                  </a:lnTo>
                  <a:lnTo>
                    <a:pt x="13130" y="21895"/>
                  </a:lnTo>
                  <a:lnTo>
                    <a:pt x="12975" y="21856"/>
                  </a:lnTo>
                  <a:lnTo>
                    <a:pt x="12821" y="21895"/>
                  </a:lnTo>
                  <a:lnTo>
                    <a:pt x="12821" y="21702"/>
                  </a:lnTo>
                  <a:lnTo>
                    <a:pt x="12898" y="21470"/>
                  </a:lnTo>
                  <a:lnTo>
                    <a:pt x="13207" y="21315"/>
                  </a:lnTo>
                  <a:lnTo>
                    <a:pt x="13477" y="21122"/>
                  </a:lnTo>
                  <a:lnTo>
                    <a:pt x="13786" y="20891"/>
                  </a:lnTo>
                  <a:lnTo>
                    <a:pt x="14018" y="20659"/>
                  </a:lnTo>
                  <a:close/>
                  <a:moveTo>
                    <a:pt x="5291" y="17145"/>
                  </a:moveTo>
                  <a:lnTo>
                    <a:pt x="5677" y="17608"/>
                  </a:lnTo>
                  <a:lnTo>
                    <a:pt x="6102" y="18072"/>
                  </a:lnTo>
                  <a:lnTo>
                    <a:pt x="6565" y="18497"/>
                  </a:lnTo>
                  <a:lnTo>
                    <a:pt x="7029" y="18883"/>
                  </a:lnTo>
                  <a:lnTo>
                    <a:pt x="7531" y="19192"/>
                  </a:lnTo>
                  <a:lnTo>
                    <a:pt x="7531" y="19230"/>
                  </a:lnTo>
                  <a:lnTo>
                    <a:pt x="7917" y="19964"/>
                  </a:lnTo>
                  <a:lnTo>
                    <a:pt x="8380" y="20698"/>
                  </a:lnTo>
                  <a:lnTo>
                    <a:pt x="8573" y="20968"/>
                  </a:lnTo>
                  <a:lnTo>
                    <a:pt x="8805" y="21238"/>
                  </a:lnTo>
                  <a:lnTo>
                    <a:pt x="8998" y="21509"/>
                  </a:lnTo>
                  <a:lnTo>
                    <a:pt x="9036" y="21663"/>
                  </a:lnTo>
                  <a:lnTo>
                    <a:pt x="9075" y="21817"/>
                  </a:lnTo>
                  <a:lnTo>
                    <a:pt x="9075" y="22011"/>
                  </a:lnTo>
                  <a:lnTo>
                    <a:pt x="9036" y="22204"/>
                  </a:lnTo>
                  <a:lnTo>
                    <a:pt x="8882" y="22590"/>
                  </a:lnTo>
                  <a:lnTo>
                    <a:pt x="8496" y="23362"/>
                  </a:lnTo>
                  <a:lnTo>
                    <a:pt x="7955" y="24868"/>
                  </a:lnTo>
                  <a:lnTo>
                    <a:pt x="7608" y="24173"/>
                  </a:lnTo>
                  <a:lnTo>
                    <a:pt x="7260" y="23555"/>
                  </a:lnTo>
                  <a:lnTo>
                    <a:pt x="6874" y="22899"/>
                  </a:lnTo>
                  <a:lnTo>
                    <a:pt x="6488" y="22281"/>
                  </a:lnTo>
                  <a:lnTo>
                    <a:pt x="5716" y="21315"/>
                  </a:lnTo>
                  <a:lnTo>
                    <a:pt x="5214" y="20736"/>
                  </a:lnTo>
                  <a:lnTo>
                    <a:pt x="4982" y="20389"/>
                  </a:lnTo>
                  <a:lnTo>
                    <a:pt x="4789" y="20080"/>
                  </a:lnTo>
                  <a:lnTo>
                    <a:pt x="4827" y="20003"/>
                  </a:lnTo>
                  <a:lnTo>
                    <a:pt x="4827" y="19925"/>
                  </a:lnTo>
                  <a:lnTo>
                    <a:pt x="4827" y="19887"/>
                  </a:lnTo>
                  <a:lnTo>
                    <a:pt x="4750" y="19810"/>
                  </a:lnTo>
                  <a:lnTo>
                    <a:pt x="5021" y="18458"/>
                  </a:lnTo>
                  <a:lnTo>
                    <a:pt x="5291" y="17145"/>
                  </a:lnTo>
                  <a:close/>
                  <a:moveTo>
                    <a:pt x="14481" y="20157"/>
                  </a:moveTo>
                  <a:lnTo>
                    <a:pt x="15022" y="20273"/>
                  </a:lnTo>
                  <a:lnTo>
                    <a:pt x="15485" y="20466"/>
                  </a:lnTo>
                  <a:lnTo>
                    <a:pt x="15987" y="20659"/>
                  </a:lnTo>
                  <a:lnTo>
                    <a:pt x="16451" y="20891"/>
                  </a:lnTo>
                  <a:lnTo>
                    <a:pt x="16180" y="21007"/>
                  </a:lnTo>
                  <a:lnTo>
                    <a:pt x="15949" y="21007"/>
                  </a:lnTo>
                  <a:lnTo>
                    <a:pt x="15678" y="20968"/>
                  </a:lnTo>
                  <a:lnTo>
                    <a:pt x="15447" y="20891"/>
                  </a:lnTo>
                  <a:lnTo>
                    <a:pt x="15292" y="20891"/>
                  </a:lnTo>
                  <a:lnTo>
                    <a:pt x="15176" y="20968"/>
                  </a:lnTo>
                  <a:lnTo>
                    <a:pt x="15176" y="21045"/>
                  </a:lnTo>
                  <a:lnTo>
                    <a:pt x="15176" y="21084"/>
                  </a:lnTo>
                  <a:lnTo>
                    <a:pt x="15215" y="21161"/>
                  </a:lnTo>
                  <a:lnTo>
                    <a:pt x="15253" y="21200"/>
                  </a:lnTo>
                  <a:lnTo>
                    <a:pt x="15794" y="21547"/>
                  </a:lnTo>
                  <a:lnTo>
                    <a:pt x="16257" y="21972"/>
                  </a:lnTo>
                  <a:lnTo>
                    <a:pt x="16489" y="22204"/>
                  </a:lnTo>
                  <a:lnTo>
                    <a:pt x="16682" y="22435"/>
                  </a:lnTo>
                  <a:lnTo>
                    <a:pt x="16837" y="22706"/>
                  </a:lnTo>
                  <a:lnTo>
                    <a:pt x="16991" y="22976"/>
                  </a:lnTo>
                  <a:lnTo>
                    <a:pt x="17223" y="23517"/>
                  </a:lnTo>
                  <a:lnTo>
                    <a:pt x="17339" y="23825"/>
                  </a:lnTo>
                  <a:lnTo>
                    <a:pt x="17416" y="24173"/>
                  </a:lnTo>
                  <a:lnTo>
                    <a:pt x="17493" y="24482"/>
                  </a:lnTo>
                  <a:lnTo>
                    <a:pt x="17532" y="24791"/>
                  </a:lnTo>
                  <a:lnTo>
                    <a:pt x="17493" y="25100"/>
                  </a:lnTo>
                  <a:lnTo>
                    <a:pt x="17455" y="25409"/>
                  </a:lnTo>
                  <a:lnTo>
                    <a:pt x="17339" y="25602"/>
                  </a:lnTo>
                  <a:lnTo>
                    <a:pt x="17223" y="25756"/>
                  </a:lnTo>
                  <a:lnTo>
                    <a:pt x="17068" y="25833"/>
                  </a:lnTo>
                  <a:lnTo>
                    <a:pt x="16914" y="25872"/>
                  </a:lnTo>
                  <a:lnTo>
                    <a:pt x="16528" y="25872"/>
                  </a:lnTo>
                  <a:lnTo>
                    <a:pt x="16103" y="25756"/>
                  </a:lnTo>
                  <a:lnTo>
                    <a:pt x="15447" y="25563"/>
                  </a:lnTo>
                  <a:lnTo>
                    <a:pt x="15099" y="25409"/>
                  </a:lnTo>
                  <a:lnTo>
                    <a:pt x="14790" y="25254"/>
                  </a:lnTo>
                  <a:lnTo>
                    <a:pt x="14443" y="25061"/>
                  </a:lnTo>
                  <a:lnTo>
                    <a:pt x="14095" y="24829"/>
                  </a:lnTo>
                  <a:lnTo>
                    <a:pt x="13786" y="24559"/>
                  </a:lnTo>
                  <a:lnTo>
                    <a:pt x="13516" y="24250"/>
                  </a:lnTo>
                  <a:lnTo>
                    <a:pt x="13284" y="23903"/>
                  </a:lnTo>
                  <a:lnTo>
                    <a:pt x="13091" y="23555"/>
                  </a:lnTo>
                  <a:lnTo>
                    <a:pt x="12937" y="23208"/>
                  </a:lnTo>
                  <a:lnTo>
                    <a:pt x="12821" y="22783"/>
                  </a:lnTo>
                  <a:lnTo>
                    <a:pt x="12744" y="22706"/>
                  </a:lnTo>
                  <a:lnTo>
                    <a:pt x="12666" y="22667"/>
                  </a:lnTo>
                  <a:lnTo>
                    <a:pt x="12589" y="22706"/>
                  </a:lnTo>
                  <a:lnTo>
                    <a:pt x="12512" y="22744"/>
                  </a:lnTo>
                  <a:lnTo>
                    <a:pt x="12048" y="23439"/>
                  </a:lnTo>
                  <a:lnTo>
                    <a:pt x="11933" y="23053"/>
                  </a:lnTo>
                  <a:lnTo>
                    <a:pt x="11855" y="22628"/>
                  </a:lnTo>
                  <a:lnTo>
                    <a:pt x="11855" y="22242"/>
                  </a:lnTo>
                  <a:lnTo>
                    <a:pt x="11894" y="21817"/>
                  </a:lnTo>
                  <a:lnTo>
                    <a:pt x="12280" y="21740"/>
                  </a:lnTo>
                  <a:lnTo>
                    <a:pt x="12666" y="21586"/>
                  </a:lnTo>
                  <a:lnTo>
                    <a:pt x="12589" y="21817"/>
                  </a:lnTo>
                  <a:lnTo>
                    <a:pt x="12589" y="22049"/>
                  </a:lnTo>
                  <a:lnTo>
                    <a:pt x="12589" y="22126"/>
                  </a:lnTo>
                  <a:lnTo>
                    <a:pt x="12628" y="22165"/>
                  </a:lnTo>
                  <a:lnTo>
                    <a:pt x="12937" y="22165"/>
                  </a:lnTo>
                  <a:lnTo>
                    <a:pt x="13130" y="22319"/>
                  </a:lnTo>
                  <a:lnTo>
                    <a:pt x="13323" y="22551"/>
                  </a:lnTo>
                  <a:lnTo>
                    <a:pt x="13516" y="22821"/>
                  </a:lnTo>
                  <a:lnTo>
                    <a:pt x="13863" y="23439"/>
                  </a:lnTo>
                  <a:lnTo>
                    <a:pt x="14095" y="23825"/>
                  </a:lnTo>
                  <a:lnTo>
                    <a:pt x="14404" y="24173"/>
                  </a:lnTo>
                  <a:lnTo>
                    <a:pt x="14751" y="24482"/>
                  </a:lnTo>
                  <a:lnTo>
                    <a:pt x="15176" y="24752"/>
                  </a:lnTo>
                  <a:lnTo>
                    <a:pt x="15640" y="24907"/>
                  </a:lnTo>
                  <a:lnTo>
                    <a:pt x="15871" y="24945"/>
                  </a:lnTo>
                  <a:lnTo>
                    <a:pt x="16103" y="24984"/>
                  </a:lnTo>
                  <a:lnTo>
                    <a:pt x="16566" y="24984"/>
                  </a:lnTo>
                  <a:lnTo>
                    <a:pt x="16644" y="24945"/>
                  </a:lnTo>
                  <a:lnTo>
                    <a:pt x="16644" y="24907"/>
                  </a:lnTo>
                  <a:lnTo>
                    <a:pt x="16644" y="24829"/>
                  </a:lnTo>
                  <a:lnTo>
                    <a:pt x="16605" y="24791"/>
                  </a:lnTo>
                  <a:lnTo>
                    <a:pt x="16605" y="24752"/>
                  </a:lnTo>
                  <a:lnTo>
                    <a:pt x="16451" y="24250"/>
                  </a:lnTo>
                  <a:lnTo>
                    <a:pt x="16257" y="23748"/>
                  </a:lnTo>
                  <a:lnTo>
                    <a:pt x="16026" y="23285"/>
                  </a:lnTo>
                  <a:lnTo>
                    <a:pt x="15755" y="22821"/>
                  </a:lnTo>
                  <a:lnTo>
                    <a:pt x="15485" y="22397"/>
                  </a:lnTo>
                  <a:lnTo>
                    <a:pt x="15176" y="22011"/>
                  </a:lnTo>
                  <a:lnTo>
                    <a:pt x="14829" y="21586"/>
                  </a:lnTo>
                  <a:lnTo>
                    <a:pt x="14443" y="21238"/>
                  </a:lnTo>
                  <a:lnTo>
                    <a:pt x="14597" y="21161"/>
                  </a:lnTo>
                  <a:lnTo>
                    <a:pt x="14713" y="21045"/>
                  </a:lnTo>
                  <a:lnTo>
                    <a:pt x="14751" y="20968"/>
                  </a:lnTo>
                  <a:lnTo>
                    <a:pt x="14751" y="20929"/>
                  </a:lnTo>
                  <a:lnTo>
                    <a:pt x="14713" y="20852"/>
                  </a:lnTo>
                  <a:lnTo>
                    <a:pt x="14674" y="20814"/>
                  </a:lnTo>
                  <a:lnTo>
                    <a:pt x="14211" y="20505"/>
                  </a:lnTo>
                  <a:lnTo>
                    <a:pt x="14481" y="20157"/>
                  </a:lnTo>
                  <a:close/>
                  <a:moveTo>
                    <a:pt x="155" y="0"/>
                  </a:moveTo>
                  <a:lnTo>
                    <a:pt x="116" y="39"/>
                  </a:lnTo>
                  <a:lnTo>
                    <a:pt x="78" y="77"/>
                  </a:lnTo>
                  <a:lnTo>
                    <a:pt x="116" y="155"/>
                  </a:lnTo>
                  <a:lnTo>
                    <a:pt x="78" y="193"/>
                  </a:lnTo>
                  <a:lnTo>
                    <a:pt x="39" y="270"/>
                  </a:lnTo>
                  <a:lnTo>
                    <a:pt x="1" y="1583"/>
                  </a:lnTo>
                  <a:lnTo>
                    <a:pt x="39" y="2896"/>
                  </a:lnTo>
                  <a:lnTo>
                    <a:pt x="116" y="4171"/>
                  </a:lnTo>
                  <a:lnTo>
                    <a:pt x="310" y="5483"/>
                  </a:lnTo>
                  <a:lnTo>
                    <a:pt x="541" y="6758"/>
                  </a:lnTo>
                  <a:lnTo>
                    <a:pt x="850" y="8032"/>
                  </a:lnTo>
                  <a:lnTo>
                    <a:pt x="1198" y="9306"/>
                  </a:lnTo>
                  <a:lnTo>
                    <a:pt x="1622" y="10542"/>
                  </a:lnTo>
                  <a:lnTo>
                    <a:pt x="2124" y="11739"/>
                  </a:lnTo>
                  <a:lnTo>
                    <a:pt x="2665" y="12936"/>
                  </a:lnTo>
                  <a:lnTo>
                    <a:pt x="3283" y="14095"/>
                  </a:lnTo>
                  <a:lnTo>
                    <a:pt x="3978" y="15214"/>
                  </a:lnTo>
                  <a:lnTo>
                    <a:pt x="4519" y="16064"/>
                  </a:lnTo>
                  <a:lnTo>
                    <a:pt x="5098" y="16913"/>
                  </a:lnTo>
                  <a:lnTo>
                    <a:pt x="4827" y="17686"/>
                  </a:lnTo>
                  <a:lnTo>
                    <a:pt x="4596" y="18458"/>
                  </a:lnTo>
                  <a:lnTo>
                    <a:pt x="4441" y="19269"/>
                  </a:lnTo>
                  <a:lnTo>
                    <a:pt x="4325" y="20080"/>
                  </a:lnTo>
                  <a:lnTo>
                    <a:pt x="4325" y="20157"/>
                  </a:lnTo>
                  <a:lnTo>
                    <a:pt x="4364" y="20196"/>
                  </a:lnTo>
                  <a:lnTo>
                    <a:pt x="4480" y="20273"/>
                  </a:lnTo>
                  <a:lnTo>
                    <a:pt x="4596" y="20543"/>
                  </a:lnTo>
                  <a:lnTo>
                    <a:pt x="4712" y="20775"/>
                  </a:lnTo>
                  <a:lnTo>
                    <a:pt x="4905" y="21045"/>
                  </a:lnTo>
                  <a:lnTo>
                    <a:pt x="5059" y="21277"/>
                  </a:lnTo>
                  <a:lnTo>
                    <a:pt x="5484" y="21702"/>
                  </a:lnTo>
                  <a:lnTo>
                    <a:pt x="5831" y="22165"/>
                  </a:lnTo>
                  <a:lnTo>
                    <a:pt x="6333" y="22860"/>
                  </a:lnTo>
                  <a:lnTo>
                    <a:pt x="6835" y="23594"/>
                  </a:lnTo>
                  <a:lnTo>
                    <a:pt x="7260" y="24366"/>
                  </a:lnTo>
                  <a:lnTo>
                    <a:pt x="7646" y="25138"/>
                  </a:lnTo>
                  <a:lnTo>
                    <a:pt x="7724" y="25216"/>
                  </a:lnTo>
                  <a:lnTo>
                    <a:pt x="7878" y="25216"/>
                  </a:lnTo>
                  <a:lnTo>
                    <a:pt x="7917" y="25177"/>
                  </a:lnTo>
                  <a:lnTo>
                    <a:pt x="7994" y="25216"/>
                  </a:lnTo>
                  <a:lnTo>
                    <a:pt x="8110" y="25216"/>
                  </a:lnTo>
                  <a:lnTo>
                    <a:pt x="8187" y="25138"/>
                  </a:lnTo>
                  <a:lnTo>
                    <a:pt x="8534" y="24327"/>
                  </a:lnTo>
                  <a:lnTo>
                    <a:pt x="8921" y="23478"/>
                  </a:lnTo>
                  <a:lnTo>
                    <a:pt x="9577" y="21779"/>
                  </a:lnTo>
                  <a:lnTo>
                    <a:pt x="9577" y="21663"/>
                  </a:lnTo>
                  <a:lnTo>
                    <a:pt x="9538" y="21586"/>
                  </a:lnTo>
                  <a:lnTo>
                    <a:pt x="8766" y="20543"/>
                  </a:lnTo>
                  <a:lnTo>
                    <a:pt x="8071" y="19462"/>
                  </a:lnTo>
                  <a:lnTo>
                    <a:pt x="8612" y="19694"/>
                  </a:lnTo>
                  <a:lnTo>
                    <a:pt x="9152" y="19848"/>
                  </a:lnTo>
                  <a:lnTo>
                    <a:pt x="9732" y="19925"/>
                  </a:lnTo>
                  <a:lnTo>
                    <a:pt x="10311" y="19964"/>
                  </a:lnTo>
                  <a:lnTo>
                    <a:pt x="10311" y="20389"/>
                  </a:lnTo>
                  <a:lnTo>
                    <a:pt x="10349" y="20852"/>
                  </a:lnTo>
                  <a:lnTo>
                    <a:pt x="10465" y="21315"/>
                  </a:lnTo>
                  <a:lnTo>
                    <a:pt x="10542" y="21547"/>
                  </a:lnTo>
                  <a:lnTo>
                    <a:pt x="10697" y="21740"/>
                  </a:lnTo>
                  <a:lnTo>
                    <a:pt x="10736" y="21779"/>
                  </a:lnTo>
                  <a:lnTo>
                    <a:pt x="10813" y="21779"/>
                  </a:lnTo>
                  <a:lnTo>
                    <a:pt x="10851" y="21856"/>
                  </a:lnTo>
                  <a:lnTo>
                    <a:pt x="10929" y="21856"/>
                  </a:lnTo>
                  <a:lnTo>
                    <a:pt x="11315" y="21895"/>
                  </a:lnTo>
                  <a:lnTo>
                    <a:pt x="11662" y="21856"/>
                  </a:lnTo>
                  <a:lnTo>
                    <a:pt x="11624" y="22126"/>
                  </a:lnTo>
                  <a:lnTo>
                    <a:pt x="11585" y="22358"/>
                  </a:lnTo>
                  <a:lnTo>
                    <a:pt x="11546" y="22590"/>
                  </a:lnTo>
                  <a:lnTo>
                    <a:pt x="11585" y="22860"/>
                  </a:lnTo>
                  <a:lnTo>
                    <a:pt x="11624" y="23092"/>
                  </a:lnTo>
                  <a:lnTo>
                    <a:pt x="11662" y="23323"/>
                  </a:lnTo>
                  <a:lnTo>
                    <a:pt x="11778" y="23594"/>
                  </a:lnTo>
                  <a:lnTo>
                    <a:pt x="11894" y="23825"/>
                  </a:lnTo>
                  <a:lnTo>
                    <a:pt x="11933" y="23903"/>
                  </a:lnTo>
                  <a:lnTo>
                    <a:pt x="12010" y="23903"/>
                  </a:lnTo>
                  <a:lnTo>
                    <a:pt x="12087" y="23864"/>
                  </a:lnTo>
                  <a:lnTo>
                    <a:pt x="12164" y="23825"/>
                  </a:lnTo>
                  <a:lnTo>
                    <a:pt x="12589" y="23208"/>
                  </a:lnTo>
                  <a:lnTo>
                    <a:pt x="12744" y="23594"/>
                  </a:lnTo>
                  <a:lnTo>
                    <a:pt x="12937" y="23941"/>
                  </a:lnTo>
                  <a:lnTo>
                    <a:pt x="13168" y="24289"/>
                  </a:lnTo>
                  <a:lnTo>
                    <a:pt x="13439" y="24598"/>
                  </a:lnTo>
                  <a:lnTo>
                    <a:pt x="13709" y="24907"/>
                  </a:lnTo>
                  <a:lnTo>
                    <a:pt x="14018" y="25177"/>
                  </a:lnTo>
                  <a:lnTo>
                    <a:pt x="14365" y="25409"/>
                  </a:lnTo>
                  <a:lnTo>
                    <a:pt x="14713" y="25602"/>
                  </a:lnTo>
                  <a:lnTo>
                    <a:pt x="15331" y="25911"/>
                  </a:lnTo>
                  <a:lnTo>
                    <a:pt x="15717" y="26027"/>
                  </a:lnTo>
                  <a:lnTo>
                    <a:pt x="16142" y="26181"/>
                  </a:lnTo>
                  <a:lnTo>
                    <a:pt x="16566" y="26258"/>
                  </a:lnTo>
                  <a:lnTo>
                    <a:pt x="16953" y="26297"/>
                  </a:lnTo>
                  <a:lnTo>
                    <a:pt x="17146" y="26297"/>
                  </a:lnTo>
                  <a:lnTo>
                    <a:pt x="17300" y="26258"/>
                  </a:lnTo>
                  <a:lnTo>
                    <a:pt x="17416" y="26181"/>
                  </a:lnTo>
                  <a:lnTo>
                    <a:pt x="17570" y="26104"/>
                  </a:lnTo>
                  <a:lnTo>
                    <a:pt x="17648" y="25949"/>
                  </a:lnTo>
                  <a:lnTo>
                    <a:pt x="17725" y="25833"/>
                  </a:lnTo>
                  <a:lnTo>
                    <a:pt x="17841" y="25486"/>
                  </a:lnTo>
                  <a:lnTo>
                    <a:pt x="17879" y="25100"/>
                  </a:lnTo>
                  <a:lnTo>
                    <a:pt x="17841" y="24675"/>
                  </a:lnTo>
                  <a:lnTo>
                    <a:pt x="17802" y="24289"/>
                  </a:lnTo>
                  <a:lnTo>
                    <a:pt x="17686" y="23903"/>
                  </a:lnTo>
                  <a:lnTo>
                    <a:pt x="17493" y="23246"/>
                  </a:lnTo>
                  <a:lnTo>
                    <a:pt x="17223" y="22706"/>
                  </a:lnTo>
                  <a:lnTo>
                    <a:pt x="16914" y="22204"/>
                  </a:lnTo>
                  <a:lnTo>
                    <a:pt x="16528" y="21740"/>
                  </a:lnTo>
                  <a:lnTo>
                    <a:pt x="16103" y="21354"/>
                  </a:lnTo>
                  <a:lnTo>
                    <a:pt x="16296" y="21315"/>
                  </a:lnTo>
                  <a:lnTo>
                    <a:pt x="16489" y="21277"/>
                  </a:lnTo>
                  <a:lnTo>
                    <a:pt x="16682" y="21161"/>
                  </a:lnTo>
                  <a:lnTo>
                    <a:pt x="16875" y="21045"/>
                  </a:lnTo>
                  <a:lnTo>
                    <a:pt x="16914" y="21007"/>
                  </a:lnTo>
                  <a:lnTo>
                    <a:pt x="16953" y="20929"/>
                  </a:lnTo>
                  <a:lnTo>
                    <a:pt x="16914" y="20814"/>
                  </a:lnTo>
                  <a:lnTo>
                    <a:pt x="16875" y="20775"/>
                  </a:lnTo>
                  <a:lnTo>
                    <a:pt x="16335" y="20466"/>
                  </a:lnTo>
                  <a:lnTo>
                    <a:pt x="15833" y="20196"/>
                  </a:lnTo>
                  <a:lnTo>
                    <a:pt x="15292" y="20003"/>
                  </a:lnTo>
                  <a:lnTo>
                    <a:pt x="14713" y="19848"/>
                  </a:lnTo>
                  <a:lnTo>
                    <a:pt x="14983" y="19346"/>
                  </a:lnTo>
                  <a:lnTo>
                    <a:pt x="14983" y="19230"/>
                  </a:lnTo>
                  <a:lnTo>
                    <a:pt x="14983" y="19114"/>
                  </a:lnTo>
                  <a:lnTo>
                    <a:pt x="14983" y="19076"/>
                  </a:lnTo>
                  <a:lnTo>
                    <a:pt x="14945" y="19037"/>
                  </a:lnTo>
                  <a:lnTo>
                    <a:pt x="14172" y="18574"/>
                  </a:lnTo>
                  <a:lnTo>
                    <a:pt x="13825" y="18342"/>
                  </a:lnTo>
                  <a:lnTo>
                    <a:pt x="13477" y="18033"/>
                  </a:lnTo>
                  <a:lnTo>
                    <a:pt x="13554" y="17879"/>
                  </a:lnTo>
                  <a:lnTo>
                    <a:pt x="13670" y="17493"/>
                  </a:lnTo>
                  <a:lnTo>
                    <a:pt x="13747" y="17106"/>
                  </a:lnTo>
                  <a:lnTo>
                    <a:pt x="13786" y="16720"/>
                  </a:lnTo>
                  <a:lnTo>
                    <a:pt x="13825" y="16334"/>
                  </a:lnTo>
                  <a:lnTo>
                    <a:pt x="14249" y="17106"/>
                  </a:lnTo>
                  <a:lnTo>
                    <a:pt x="14674" y="17956"/>
                  </a:lnTo>
                  <a:lnTo>
                    <a:pt x="14751" y="18033"/>
                  </a:lnTo>
                  <a:lnTo>
                    <a:pt x="14867" y="18033"/>
                  </a:lnTo>
                  <a:lnTo>
                    <a:pt x="15640" y="18072"/>
                  </a:lnTo>
                  <a:lnTo>
                    <a:pt x="16412" y="18110"/>
                  </a:lnTo>
                  <a:lnTo>
                    <a:pt x="17184" y="18188"/>
                  </a:lnTo>
                  <a:lnTo>
                    <a:pt x="17957" y="18304"/>
                  </a:lnTo>
                  <a:lnTo>
                    <a:pt x="18111" y="18304"/>
                  </a:lnTo>
                  <a:lnTo>
                    <a:pt x="18188" y="18226"/>
                  </a:lnTo>
                  <a:lnTo>
                    <a:pt x="18227" y="18110"/>
                  </a:lnTo>
                  <a:lnTo>
                    <a:pt x="18188" y="17995"/>
                  </a:lnTo>
                  <a:lnTo>
                    <a:pt x="16798" y="15099"/>
                  </a:lnTo>
                  <a:lnTo>
                    <a:pt x="16064" y="13631"/>
                  </a:lnTo>
                  <a:lnTo>
                    <a:pt x="15678" y="12936"/>
                  </a:lnTo>
                  <a:lnTo>
                    <a:pt x="15253" y="12241"/>
                  </a:lnTo>
                  <a:lnTo>
                    <a:pt x="15176" y="12202"/>
                  </a:lnTo>
                  <a:lnTo>
                    <a:pt x="15099" y="12202"/>
                  </a:lnTo>
                  <a:lnTo>
                    <a:pt x="14713" y="12164"/>
                  </a:lnTo>
                  <a:lnTo>
                    <a:pt x="14288" y="12164"/>
                  </a:lnTo>
                  <a:lnTo>
                    <a:pt x="13516" y="12125"/>
                  </a:lnTo>
                  <a:lnTo>
                    <a:pt x="12164" y="12009"/>
                  </a:lnTo>
                  <a:lnTo>
                    <a:pt x="11662" y="11198"/>
                  </a:lnTo>
                  <a:lnTo>
                    <a:pt x="11122" y="10465"/>
                  </a:lnTo>
                  <a:lnTo>
                    <a:pt x="10542" y="9731"/>
                  </a:lnTo>
                  <a:lnTo>
                    <a:pt x="10002" y="8997"/>
                  </a:lnTo>
                  <a:lnTo>
                    <a:pt x="8959" y="7762"/>
                  </a:lnTo>
                  <a:lnTo>
                    <a:pt x="7839" y="6565"/>
                  </a:lnTo>
                  <a:lnTo>
                    <a:pt x="6720" y="5406"/>
                  </a:lnTo>
                  <a:lnTo>
                    <a:pt x="5561" y="4286"/>
                  </a:lnTo>
                  <a:lnTo>
                    <a:pt x="4325" y="3205"/>
                  </a:lnTo>
                  <a:lnTo>
                    <a:pt x="3128" y="2163"/>
                  </a:lnTo>
                  <a:lnTo>
                    <a:pt x="1854" y="1120"/>
                  </a:lnTo>
                  <a:lnTo>
                    <a:pt x="580" y="116"/>
                  </a:lnTo>
                  <a:lnTo>
                    <a:pt x="541" y="77"/>
                  </a:lnTo>
                  <a:lnTo>
                    <a:pt x="464" y="77"/>
                  </a:lnTo>
                  <a:lnTo>
                    <a:pt x="348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3"/>
            <p:cNvSpPr/>
            <p:nvPr/>
          </p:nvSpPr>
          <p:spPr>
            <a:xfrm>
              <a:off x="668675" y="2948700"/>
              <a:ext cx="256800" cy="152550"/>
            </a:xfrm>
            <a:custGeom>
              <a:avLst/>
              <a:gdLst/>
              <a:ahLst/>
              <a:cxnLst/>
              <a:rect l="l" t="t" r="r" b="b"/>
              <a:pathLst>
                <a:path w="10272" h="6102" extrusionOk="0">
                  <a:moveTo>
                    <a:pt x="541" y="1"/>
                  </a:moveTo>
                  <a:lnTo>
                    <a:pt x="425" y="39"/>
                  </a:lnTo>
                  <a:lnTo>
                    <a:pt x="348" y="116"/>
                  </a:lnTo>
                  <a:lnTo>
                    <a:pt x="232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889"/>
                  </a:lnTo>
                  <a:lnTo>
                    <a:pt x="0" y="1275"/>
                  </a:lnTo>
                  <a:lnTo>
                    <a:pt x="0" y="1622"/>
                  </a:lnTo>
                  <a:lnTo>
                    <a:pt x="0" y="2047"/>
                  </a:lnTo>
                  <a:lnTo>
                    <a:pt x="77" y="2511"/>
                  </a:lnTo>
                  <a:lnTo>
                    <a:pt x="155" y="2935"/>
                  </a:lnTo>
                  <a:lnTo>
                    <a:pt x="309" y="3321"/>
                  </a:lnTo>
                  <a:lnTo>
                    <a:pt x="502" y="3785"/>
                  </a:lnTo>
                  <a:lnTo>
                    <a:pt x="734" y="4171"/>
                  </a:lnTo>
                  <a:lnTo>
                    <a:pt x="1004" y="4557"/>
                  </a:lnTo>
                  <a:lnTo>
                    <a:pt x="1313" y="4905"/>
                  </a:lnTo>
                  <a:lnTo>
                    <a:pt x="1699" y="5214"/>
                  </a:lnTo>
                  <a:lnTo>
                    <a:pt x="2047" y="5523"/>
                  </a:lnTo>
                  <a:lnTo>
                    <a:pt x="2472" y="5754"/>
                  </a:lnTo>
                  <a:lnTo>
                    <a:pt x="2896" y="5947"/>
                  </a:lnTo>
                  <a:lnTo>
                    <a:pt x="3167" y="5716"/>
                  </a:lnTo>
                  <a:lnTo>
                    <a:pt x="2819" y="5561"/>
                  </a:lnTo>
                  <a:lnTo>
                    <a:pt x="2510" y="5368"/>
                  </a:lnTo>
                  <a:lnTo>
                    <a:pt x="2240" y="5136"/>
                  </a:lnTo>
                  <a:lnTo>
                    <a:pt x="1931" y="4905"/>
                  </a:lnTo>
                  <a:lnTo>
                    <a:pt x="1661" y="4634"/>
                  </a:lnTo>
                  <a:lnTo>
                    <a:pt x="1429" y="4364"/>
                  </a:lnTo>
                  <a:lnTo>
                    <a:pt x="1197" y="4094"/>
                  </a:lnTo>
                  <a:lnTo>
                    <a:pt x="1004" y="3785"/>
                  </a:lnTo>
                  <a:lnTo>
                    <a:pt x="811" y="3476"/>
                  </a:lnTo>
                  <a:lnTo>
                    <a:pt x="657" y="3128"/>
                  </a:lnTo>
                  <a:lnTo>
                    <a:pt x="541" y="2781"/>
                  </a:lnTo>
                  <a:lnTo>
                    <a:pt x="464" y="2433"/>
                  </a:lnTo>
                  <a:lnTo>
                    <a:pt x="425" y="2086"/>
                  </a:lnTo>
                  <a:lnTo>
                    <a:pt x="386" y="1700"/>
                  </a:lnTo>
                  <a:lnTo>
                    <a:pt x="425" y="1352"/>
                  </a:lnTo>
                  <a:lnTo>
                    <a:pt x="464" y="966"/>
                  </a:lnTo>
                  <a:lnTo>
                    <a:pt x="541" y="696"/>
                  </a:lnTo>
                  <a:lnTo>
                    <a:pt x="579" y="541"/>
                  </a:lnTo>
                  <a:lnTo>
                    <a:pt x="657" y="464"/>
                  </a:lnTo>
                  <a:lnTo>
                    <a:pt x="811" y="503"/>
                  </a:lnTo>
                  <a:lnTo>
                    <a:pt x="1043" y="618"/>
                  </a:lnTo>
                  <a:lnTo>
                    <a:pt x="1429" y="812"/>
                  </a:lnTo>
                  <a:lnTo>
                    <a:pt x="1738" y="1005"/>
                  </a:lnTo>
                  <a:lnTo>
                    <a:pt x="2085" y="1236"/>
                  </a:lnTo>
                  <a:lnTo>
                    <a:pt x="2394" y="1468"/>
                  </a:lnTo>
                  <a:lnTo>
                    <a:pt x="2665" y="1738"/>
                  </a:lnTo>
                  <a:lnTo>
                    <a:pt x="2935" y="2009"/>
                  </a:lnTo>
                  <a:lnTo>
                    <a:pt x="3167" y="2279"/>
                  </a:lnTo>
                  <a:lnTo>
                    <a:pt x="3360" y="2588"/>
                  </a:lnTo>
                  <a:lnTo>
                    <a:pt x="3514" y="2897"/>
                  </a:lnTo>
                  <a:lnTo>
                    <a:pt x="3630" y="3244"/>
                  </a:lnTo>
                  <a:lnTo>
                    <a:pt x="3707" y="3592"/>
                  </a:lnTo>
                  <a:lnTo>
                    <a:pt x="3784" y="3939"/>
                  </a:lnTo>
                  <a:lnTo>
                    <a:pt x="3784" y="4325"/>
                  </a:lnTo>
                  <a:lnTo>
                    <a:pt x="3823" y="4403"/>
                  </a:lnTo>
                  <a:lnTo>
                    <a:pt x="3939" y="4480"/>
                  </a:lnTo>
                  <a:lnTo>
                    <a:pt x="3939" y="4557"/>
                  </a:lnTo>
                  <a:lnTo>
                    <a:pt x="3978" y="4596"/>
                  </a:lnTo>
                  <a:lnTo>
                    <a:pt x="4016" y="4596"/>
                  </a:lnTo>
                  <a:lnTo>
                    <a:pt x="4055" y="4557"/>
                  </a:lnTo>
                  <a:lnTo>
                    <a:pt x="4171" y="4403"/>
                  </a:lnTo>
                  <a:lnTo>
                    <a:pt x="4286" y="4287"/>
                  </a:lnTo>
                  <a:lnTo>
                    <a:pt x="4595" y="4017"/>
                  </a:lnTo>
                  <a:lnTo>
                    <a:pt x="4943" y="3785"/>
                  </a:lnTo>
                  <a:lnTo>
                    <a:pt x="5329" y="3630"/>
                  </a:lnTo>
                  <a:lnTo>
                    <a:pt x="5754" y="3476"/>
                  </a:lnTo>
                  <a:lnTo>
                    <a:pt x="6179" y="3360"/>
                  </a:lnTo>
                  <a:lnTo>
                    <a:pt x="6565" y="3283"/>
                  </a:lnTo>
                  <a:lnTo>
                    <a:pt x="6912" y="3206"/>
                  </a:lnTo>
                  <a:lnTo>
                    <a:pt x="7260" y="3167"/>
                  </a:lnTo>
                  <a:lnTo>
                    <a:pt x="7646" y="3167"/>
                  </a:lnTo>
                  <a:lnTo>
                    <a:pt x="7994" y="3206"/>
                  </a:lnTo>
                  <a:lnTo>
                    <a:pt x="8380" y="3244"/>
                  </a:lnTo>
                  <a:lnTo>
                    <a:pt x="8727" y="3321"/>
                  </a:lnTo>
                  <a:lnTo>
                    <a:pt x="9075" y="3399"/>
                  </a:lnTo>
                  <a:lnTo>
                    <a:pt x="9422" y="3553"/>
                  </a:lnTo>
                  <a:lnTo>
                    <a:pt x="9770" y="3669"/>
                  </a:lnTo>
                  <a:lnTo>
                    <a:pt x="9499" y="4017"/>
                  </a:lnTo>
                  <a:lnTo>
                    <a:pt x="9229" y="4364"/>
                  </a:lnTo>
                  <a:lnTo>
                    <a:pt x="8920" y="4634"/>
                  </a:lnTo>
                  <a:lnTo>
                    <a:pt x="8611" y="4905"/>
                  </a:lnTo>
                  <a:lnTo>
                    <a:pt x="8264" y="5136"/>
                  </a:lnTo>
                  <a:lnTo>
                    <a:pt x="7916" y="5329"/>
                  </a:lnTo>
                  <a:lnTo>
                    <a:pt x="7530" y="5484"/>
                  </a:lnTo>
                  <a:lnTo>
                    <a:pt x="7105" y="5600"/>
                  </a:lnTo>
                  <a:lnTo>
                    <a:pt x="6719" y="5638"/>
                  </a:lnTo>
                  <a:lnTo>
                    <a:pt x="6333" y="5677"/>
                  </a:lnTo>
                  <a:lnTo>
                    <a:pt x="5599" y="5677"/>
                  </a:lnTo>
                  <a:lnTo>
                    <a:pt x="4866" y="5600"/>
                  </a:lnTo>
                  <a:lnTo>
                    <a:pt x="4093" y="5484"/>
                  </a:lnTo>
                  <a:lnTo>
                    <a:pt x="4016" y="5484"/>
                  </a:lnTo>
                  <a:lnTo>
                    <a:pt x="3978" y="5523"/>
                  </a:lnTo>
                  <a:lnTo>
                    <a:pt x="3900" y="5638"/>
                  </a:lnTo>
                  <a:lnTo>
                    <a:pt x="3862" y="5638"/>
                  </a:lnTo>
                  <a:lnTo>
                    <a:pt x="3862" y="5716"/>
                  </a:lnTo>
                  <a:lnTo>
                    <a:pt x="3900" y="6025"/>
                  </a:lnTo>
                  <a:lnTo>
                    <a:pt x="4093" y="5909"/>
                  </a:lnTo>
                  <a:lnTo>
                    <a:pt x="4943" y="6025"/>
                  </a:lnTo>
                  <a:lnTo>
                    <a:pt x="5792" y="6102"/>
                  </a:lnTo>
                  <a:lnTo>
                    <a:pt x="6217" y="6102"/>
                  </a:lnTo>
                  <a:lnTo>
                    <a:pt x="6642" y="6063"/>
                  </a:lnTo>
                  <a:lnTo>
                    <a:pt x="7105" y="6025"/>
                  </a:lnTo>
                  <a:lnTo>
                    <a:pt x="7530" y="5947"/>
                  </a:lnTo>
                  <a:lnTo>
                    <a:pt x="7955" y="5793"/>
                  </a:lnTo>
                  <a:lnTo>
                    <a:pt x="8341" y="5600"/>
                  </a:lnTo>
                  <a:lnTo>
                    <a:pt x="8727" y="5368"/>
                  </a:lnTo>
                  <a:lnTo>
                    <a:pt x="9075" y="5098"/>
                  </a:lnTo>
                  <a:lnTo>
                    <a:pt x="9384" y="4789"/>
                  </a:lnTo>
                  <a:lnTo>
                    <a:pt x="9654" y="4441"/>
                  </a:lnTo>
                  <a:lnTo>
                    <a:pt x="10233" y="3746"/>
                  </a:lnTo>
                  <a:lnTo>
                    <a:pt x="10272" y="3630"/>
                  </a:lnTo>
                  <a:lnTo>
                    <a:pt x="10272" y="3553"/>
                  </a:lnTo>
                  <a:lnTo>
                    <a:pt x="10233" y="3476"/>
                  </a:lnTo>
                  <a:lnTo>
                    <a:pt x="10156" y="3399"/>
                  </a:lnTo>
                  <a:lnTo>
                    <a:pt x="9693" y="3206"/>
                  </a:lnTo>
                  <a:lnTo>
                    <a:pt x="9229" y="3013"/>
                  </a:lnTo>
                  <a:lnTo>
                    <a:pt x="8766" y="2897"/>
                  </a:lnTo>
                  <a:lnTo>
                    <a:pt x="8264" y="2781"/>
                  </a:lnTo>
                  <a:lnTo>
                    <a:pt x="7800" y="2742"/>
                  </a:lnTo>
                  <a:lnTo>
                    <a:pt x="7298" y="2742"/>
                  </a:lnTo>
                  <a:lnTo>
                    <a:pt x="6796" y="2781"/>
                  </a:lnTo>
                  <a:lnTo>
                    <a:pt x="6294" y="2858"/>
                  </a:lnTo>
                  <a:lnTo>
                    <a:pt x="5870" y="3013"/>
                  </a:lnTo>
                  <a:lnTo>
                    <a:pt x="5290" y="3206"/>
                  </a:lnTo>
                  <a:lnTo>
                    <a:pt x="4982" y="3321"/>
                  </a:lnTo>
                  <a:lnTo>
                    <a:pt x="4673" y="3476"/>
                  </a:lnTo>
                  <a:lnTo>
                    <a:pt x="4402" y="3630"/>
                  </a:lnTo>
                  <a:lnTo>
                    <a:pt x="4209" y="3823"/>
                  </a:lnTo>
                  <a:lnTo>
                    <a:pt x="4132" y="3476"/>
                  </a:lnTo>
                  <a:lnTo>
                    <a:pt x="4055" y="3128"/>
                  </a:lnTo>
                  <a:lnTo>
                    <a:pt x="3939" y="2781"/>
                  </a:lnTo>
                  <a:lnTo>
                    <a:pt x="3784" y="2472"/>
                  </a:lnTo>
                  <a:lnTo>
                    <a:pt x="3591" y="2163"/>
                  </a:lnTo>
                  <a:lnTo>
                    <a:pt x="3360" y="1854"/>
                  </a:lnTo>
                  <a:lnTo>
                    <a:pt x="3128" y="1584"/>
                  </a:lnTo>
                  <a:lnTo>
                    <a:pt x="2858" y="1314"/>
                  </a:lnTo>
                  <a:lnTo>
                    <a:pt x="2472" y="966"/>
                  </a:lnTo>
                  <a:lnTo>
                    <a:pt x="2008" y="696"/>
                  </a:lnTo>
                  <a:lnTo>
                    <a:pt x="1545" y="425"/>
                  </a:lnTo>
                  <a:lnTo>
                    <a:pt x="1081" y="194"/>
                  </a:lnTo>
                  <a:lnTo>
                    <a:pt x="850" y="78"/>
                  </a:lnTo>
                  <a:lnTo>
                    <a:pt x="657" y="39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3"/>
            <p:cNvSpPr/>
            <p:nvPr/>
          </p:nvSpPr>
          <p:spPr>
            <a:xfrm>
              <a:off x="3343725" y="3024000"/>
              <a:ext cx="482700" cy="227850"/>
            </a:xfrm>
            <a:custGeom>
              <a:avLst/>
              <a:gdLst/>
              <a:ahLst/>
              <a:cxnLst/>
              <a:rect l="l" t="t" r="r" b="b"/>
              <a:pathLst>
                <a:path w="19308" h="9114" extrusionOk="0">
                  <a:moveTo>
                    <a:pt x="77" y="1"/>
                  </a:moveTo>
                  <a:lnTo>
                    <a:pt x="0" y="618"/>
                  </a:lnTo>
                  <a:lnTo>
                    <a:pt x="0" y="1236"/>
                  </a:lnTo>
                  <a:lnTo>
                    <a:pt x="39" y="1854"/>
                  </a:lnTo>
                  <a:lnTo>
                    <a:pt x="154" y="2472"/>
                  </a:lnTo>
                  <a:lnTo>
                    <a:pt x="309" y="3090"/>
                  </a:lnTo>
                  <a:lnTo>
                    <a:pt x="502" y="3669"/>
                  </a:lnTo>
                  <a:lnTo>
                    <a:pt x="772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69" y="5947"/>
                  </a:lnTo>
                  <a:lnTo>
                    <a:pt x="2433" y="6449"/>
                  </a:lnTo>
                  <a:lnTo>
                    <a:pt x="2935" y="6913"/>
                  </a:lnTo>
                  <a:lnTo>
                    <a:pt x="3514" y="7299"/>
                  </a:lnTo>
                  <a:lnTo>
                    <a:pt x="4093" y="7646"/>
                  </a:lnTo>
                  <a:lnTo>
                    <a:pt x="4672" y="7994"/>
                  </a:lnTo>
                  <a:lnTo>
                    <a:pt x="5329" y="8264"/>
                  </a:lnTo>
                  <a:lnTo>
                    <a:pt x="5947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98"/>
                  </a:lnTo>
                  <a:lnTo>
                    <a:pt x="8688" y="9075"/>
                  </a:lnTo>
                  <a:lnTo>
                    <a:pt x="9383" y="9114"/>
                  </a:lnTo>
                  <a:lnTo>
                    <a:pt x="10079" y="9114"/>
                  </a:lnTo>
                  <a:lnTo>
                    <a:pt x="10735" y="9075"/>
                  </a:lnTo>
                  <a:lnTo>
                    <a:pt x="11391" y="9036"/>
                  </a:lnTo>
                  <a:lnTo>
                    <a:pt x="12048" y="8921"/>
                  </a:lnTo>
                  <a:lnTo>
                    <a:pt x="12704" y="8805"/>
                  </a:lnTo>
                  <a:lnTo>
                    <a:pt x="13361" y="8612"/>
                  </a:lnTo>
                  <a:lnTo>
                    <a:pt x="14017" y="8419"/>
                  </a:lnTo>
                  <a:lnTo>
                    <a:pt x="14635" y="8187"/>
                  </a:lnTo>
                  <a:lnTo>
                    <a:pt x="15253" y="7917"/>
                  </a:lnTo>
                  <a:lnTo>
                    <a:pt x="15871" y="7569"/>
                  </a:lnTo>
                  <a:lnTo>
                    <a:pt x="16411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28" y="4905"/>
                  </a:lnTo>
                  <a:lnTo>
                    <a:pt x="19076" y="4325"/>
                  </a:lnTo>
                  <a:lnTo>
                    <a:pt x="19307" y="3708"/>
                  </a:lnTo>
                  <a:lnTo>
                    <a:pt x="19114" y="3669"/>
                  </a:lnTo>
                  <a:lnTo>
                    <a:pt x="18767" y="4171"/>
                  </a:lnTo>
                  <a:lnTo>
                    <a:pt x="18381" y="4673"/>
                  </a:lnTo>
                  <a:lnTo>
                    <a:pt x="17995" y="5136"/>
                  </a:lnTo>
                  <a:lnTo>
                    <a:pt x="17608" y="5561"/>
                  </a:lnTo>
                  <a:lnTo>
                    <a:pt x="17145" y="5986"/>
                  </a:lnTo>
                  <a:lnTo>
                    <a:pt x="16720" y="6372"/>
                  </a:lnTo>
                  <a:lnTo>
                    <a:pt x="16218" y="6720"/>
                  </a:lnTo>
                  <a:lnTo>
                    <a:pt x="15716" y="7028"/>
                  </a:lnTo>
                  <a:lnTo>
                    <a:pt x="15214" y="7337"/>
                  </a:lnTo>
                  <a:lnTo>
                    <a:pt x="14674" y="7608"/>
                  </a:lnTo>
                  <a:lnTo>
                    <a:pt x="14133" y="7839"/>
                  </a:lnTo>
                  <a:lnTo>
                    <a:pt x="13554" y="8032"/>
                  </a:lnTo>
                  <a:lnTo>
                    <a:pt x="12975" y="8225"/>
                  </a:lnTo>
                  <a:lnTo>
                    <a:pt x="12395" y="8380"/>
                  </a:lnTo>
                  <a:lnTo>
                    <a:pt x="11816" y="8496"/>
                  </a:lnTo>
                  <a:lnTo>
                    <a:pt x="11198" y="8573"/>
                  </a:lnTo>
                  <a:lnTo>
                    <a:pt x="10503" y="8612"/>
                  </a:lnTo>
                  <a:lnTo>
                    <a:pt x="9808" y="8650"/>
                  </a:lnTo>
                  <a:lnTo>
                    <a:pt x="9075" y="8612"/>
                  </a:lnTo>
                  <a:lnTo>
                    <a:pt x="8379" y="8573"/>
                  </a:lnTo>
                  <a:lnTo>
                    <a:pt x="7684" y="8457"/>
                  </a:lnTo>
                  <a:lnTo>
                    <a:pt x="6989" y="8303"/>
                  </a:lnTo>
                  <a:lnTo>
                    <a:pt x="6294" y="8110"/>
                  </a:lnTo>
                  <a:lnTo>
                    <a:pt x="5638" y="7878"/>
                  </a:lnTo>
                  <a:lnTo>
                    <a:pt x="4981" y="7608"/>
                  </a:lnTo>
                  <a:lnTo>
                    <a:pt x="4364" y="7299"/>
                  </a:lnTo>
                  <a:lnTo>
                    <a:pt x="3784" y="6951"/>
                  </a:lnTo>
                  <a:lnTo>
                    <a:pt x="3205" y="6526"/>
                  </a:lnTo>
                  <a:lnTo>
                    <a:pt x="2664" y="6063"/>
                  </a:lnTo>
                  <a:lnTo>
                    <a:pt x="2201" y="5561"/>
                  </a:lnTo>
                  <a:lnTo>
                    <a:pt x="1738" y="5020"/>
                  </a:lnTo>
                  <a:lnTo>
                    <a:pt x="1352" y="4403"/>
                  </a:lnTo>
                  <a:lnTo>
                    <a:pt x="1081" y="3901"/>
                  </a:lnTo>
                  <a:lnTo>
                    <a:pt x="850" y="3399"/>
                  </a:lnTo>
                  <a:lnTo>
                    <a:pt x="656" y="2858"/>
                  </a:lnTo>
                  <a:lnTo>
                    <a:pt x="502" y="2317"/>
                  </a:lnTo>
                  <a:lnTo>
                    <a:pt x="425" y="1777"/>
                  </a:lnTo>
                  <a:lnTo>
                    <a:pt x="348" y="1198"/>
                  </a:lnTo>
                  <a:lnTo>
                    <a:pt x="386" y="618"/>
                  </a:lnTo>
                  <a:lnTo>
                    <a:pt x="425" y="78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3"/>
            <p:cNvSpPr/>
            <p:nvPr/>
          </p:nvSpPr>
          <p:spPr>
            <a:xfrm>
              <a:off x="238125" y="3026900"/>
              <a:ext cx="84975" cy="55050"/>
            </a:xfrm>
            <a:custGeom>
              <a:avLst/>
              <a:gdLst/>
              <a:ahLst/>
              <a:cxnLst/>
              <a:rect l="l" t="t" r="r" b="b"/>
              <a:pathLst>
                <a:path w="3399" h="2202" extrusionOk="0">
                  <a:moveTo>
                    <a:pt x="1506" y="425"/>
                  </a:moveTo>
                  <a:lnTo>
                    <a:pt x="1738" y="502"/>
                  </a:lnTo>
                  <a:lnTo>
                    <a:pt x="1931" y="580"/>
                  </a:lnTo>
                  <a:lnTo>
                    <a:pt x="2124" y="657"/>
                  </a:lnTo>
                  <a:lnTo>
                    <a:pt x="2433" y="927"/>
                  </a:lnTo>
                  <a:lnTo>
                    <a:pt x="2742" y="1236"/>
                  </a:lnTo>
                  <a:lnTo>
                    <a:pt x="2973" y="1545"/>
                  </a:lnTo>
                  <a:lnTo>
                    <a:pt x="2549" y="1545"/>
                  </a:lnTo>
                  <a:lnTo>
                    <a:pt x="2085" y="1584"/>
                  </a:lnTo>
                  <a:lnTo>
                    <a:pt x="1699" y="1699"/>
                  </a:lnTo>
                  <a:lnTo>
                    <a:pt x="1467" y="1777"/>
                  </a:lnTo>
                  <a:lnTo>
                    <a:pt x="965" y="1777"/>
                  </a:lnTo>
                  <a:lnTo>
                    <a:pt x="772" y="1738"/>
                  </a:lnTo>
                  <a:lnTo>
                    <a:pt x="579" y="1622"/>
                  </a:lnTo>
                  <a:lnTo>
                    <a:pt x="502" y="1545"/>
                  </a:lnTo>
                  <a:lnTo>
                    <a:pt x="463" y="1429"/>
                  </a:lnTo>
                  <a:lnTo>
                    <a:pt x="386" y="1313"/>
                  </a:lnTo>
                  <a:lnTo>
                    <a:pt x="386" y="1159"/>
                  </a:lnTo>
                  <a:lnTo>
                    <a:pt x="386" y="1043"/>
                  </a:lnTo>
                  <a:lnTo>
                    <a:pt x="425" y="927"/>
                  </a:lnTo>
                  <a:lnTo>
                    <a:pt x="463" y="811"/>
                  </a:lnTo>
                  <a:lnTo>
                    <a:pt x="541" y="734"/>
                  </a:lnTo>
                  <a:lnTo>
                    <a:pt x="734" y="580"/>
                  </a:lnTo>
                  <a:lnTo>
                    <a:pt x="1004" y="502"/>
                  </a:lnTo>
                  <a:lnTo>
                    <a:pt x="1236" y="425"/>
                  </a:lnTo>
                  <a:close/>
                  <a:moveTo>
                    <a:pt x="1004" y="0"/>
                  </a:moveTo>
                  <a:lnTo>
                    <a:pt x="772" y="78"/>
                  </a:lnTo>
                  <a:lnTo>
                    <a:pt x="541" y="193"/>
                  </a:lnTo>
                  <a:lnTo>
                    <a:pt x="386" y="309"/>
                  </a:lnTo>
                  <a:lnTo>
                    <a:pt x="193" y="502"/>
                  </a:lnTo>
                  <a:lnTo>
                    <a:pt x="77" y="734"/>
                  </a:lnTo>
                  <a:lnTo>
                    <a:pt x="0" y="927"/>
                  </a:lnTo>
                  <a:lnTo>
                    <a:pt x="0" y="1159"/>
                  </a:lnTo>
                  <a:lnTo>
                    <a:pt x="0" y="1391"/>
                  </a:lnTo>
                  <a:lnTo>
                    <a:pt x="77" y="1584"/>
                  </a:lnTo>
                  <a:lnTo>
                    <a:pt x="154" y="1777"/>
                  </a:lnTo>
                  <a:lnTo>
                    <a:pt x="309" y="1931"/>
                  </a:lnTo>
                  <a:lnTo>
                    <a:pt x="463" y="2047"/>
                  </a:lnTo>
                  <a:lnTo>
                    <a:pt x="695" y="2163"/>
                  </a:lnTo>
                  <a:lnTo>
                    <a:pt x="1004" y="2201"/>
                  </a:lnTo>
                  <a:lnTo>
                    <a:pt x="1274" y="2201"/>
                  </a:lnTo>
                  <a:lnTo>
                    <a:pt x="1583" y="2163"/>
                  </a:lnTo>
                  <a:lnTo>
                    <a:pt x="1892" y="2086"/>
                  </a:lnTo>
                  <a:lnTo>
                    <a:pt x="2201" y="2008"/>
                  </a:lnTo>
                  <a:lnTo>
                    <a:pt x="2510" y="1931"/>
                  </a:lnTo>
                  <a:lnTo>
                    <a:pt x="2819" y="1931"/>
                  </a:lnTo>
                  <a:lnTo>
                    <a:pt x="3089" y="2008"/>
                  </a:lnTo>
                  <a:lnTo>
                    <a:pt x="3205" y="2008"/>
                  </a:lnTo>
                  <a:lnTo>
                    <a:pt x="3282" y="1970"/>
                  </a:lnTo>
                  <a:lnTo>
                    <a:pt x="3359" y="1893"/>
                  </a:lnTo>
                  <a:lnTo>
                    <a:pt x="3359" y="1815"/>
                  </a:lnTo>
                  <a:lnTo>
                    <a:pt x="3398" y="1777"/>
                  </a:lnTo>
                  <a:lnTo>
                    <a:pt x="3398" y="1699"/>
                  </a:lnTo>
                  <a:lnTo>
                    <a:pt x="3089" y="1159"/>
                  </a:lnTo>
                  <a:lnTo>
                    <a:pt x="2935" y="927"/>
                  </a:lnTo>
                  <a:lnTo>
                    <a:pt x="2742" y="695"/>
                  </a:lnTo>
                  <a:lnTo>
                    <a:pt x="2510" y="464"/>
                  </a:lnTo>
                  <a:lnTo>
                    <a:pt x="2278" y="309"/>
                  </a:lnTo>
                  <a:lnTo>
                    <a:pt x="2008" y="155"/>
                  </a:lnTo>
                  <a:lnTo>
                    <a:pt x="1738" y="3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3"/>
            <p:cNvSpPr/>
            <p:nvPr/>
          </p:nvSpPr>
          <p:spPr>
            <a:xfrm>
              <a:off x="3429625" y="3033650"/>
              <a:ext cx="35750" cy="29950"/>
            </a:xfrm>
            <a:custGeom>
              <a:avLst/>
              <a:gdLst/>
              <a:ahLst/>
              <a:cxnLst/>
              <a:rect l="l" t="t" r="r" b="b"/>
              <a:pathLst>
                <a:path w="1430" h="1198" extrusionOk="0">
                  <a:moveTo>
                    <a:pt x="657" y="1"/>
                  </a:moveTo>
                  <a:lnTo>
                    <a:pt x="464" y="39"/>
                  </a:ln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1" y="580"/>
                  </a:lnTo>
                  <a:lnTo>
                    <a:pt x="1" y="773"/>
                  </a:lnTo>
                  <a:lnTo>
                    <a:pt x="39" y="927"/>
                  </a:lnTo>
                  <a:lnTo>
                    <a:pt x="117" y="1121"/>
                  </a:lnTo>
                  <a:lnTo>
                    <a:pt x="155" y="1159"/>
                  </a:lnTo>
                  <a:lnTo>
                    <a:pt x="232" y="1198"/>
                  </a:lnTo>
                  <a:lnTo>
                    <a:pt x="348" y="1159"/>
                  </a:lnTo>
                  <a:lnTo>
                    <a:pt x="387" y="1082"/>
                  </a:lnTo>
                  <a:lnTo>
                    <a:pt x="426" y="1005"/>
                  </a:lnTo>
                  <a:lnTo>
                    <a:pt x="387" y="966"/>
                  </a:lnTo>
                  <a:lnTo>
                    <a:pt x="348" y="850"/>
                  </a:lnTo>
                  <a:lnTo>
                    <a:pt x="348" y="773"/>
                  </a:lnTo>
                  <a:lnTo>
                    <a:pt x="387" y="580"/>
                  </a:lnTo>
                  <a:lnTo>
                    <a:pt x="503" y="464"/>
                  </a:lnTo>
                  <a:lnTo>
                    <a:pt x="580" y="425"/>
                  </a:lnTo>
                  <a:lnTo>
                    <a:pt x="696" y="387"/>
                  </a:lnTo>
                  <a:lnTo>
                    <a:pt x="773" y="425"/>
                  </a:lnTo>
                  <a:lnTo>
                    <a:pt x="850" y="464"/>
                  </a:lnTo>
                  <a:lnTo>
                    <a:pt x="966" y="580"/>
                  </a:lnTo>
                  <a:lnTo>
                    <a:pt x="1005" y="696"/>
                  </a:lnTo>
                  <a:lnTo>
                    <a:pt x="1005" y="773"/>
                  </a:lnTo>
                  <a:lnTo>
                    <a:pt x="966" y="966"/>
                  </a:lnTo>
                  <a:lnTo>
                    <a:pt x="928" y="1043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43" y="1159"/>
                  </a:lnTo>
                  <a:lnTo>
                    <a:pt x="1236" y="1159"/>
                  </a:lnTo>
                  <a:lnTo>
                    <a:pt x="1314" y="1082"/>
                  </a:lnTo>
                  <a:lnTo>
                    <a:pt x="1391" y="927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87"/>
                  </a:lnTo>
                  <a:lnTo>
                    <a:pt x="1159" y="232"/>
                  </a:lnTo>
                  <a:lnTo>
                    <a:pt x="1005" y="117"/>
                  </a:lnTo>
                  <a:lnTo>
                    <a:pt x="850" y="39"/>
                  </a:lnTo>
                  <a:lnTo>
                    <a:pt x="65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3"/>
            <p:cNvSpPr/>
            <p:nvPr/>
          </p:nvSpPr>
          <p:spPr>
            <a:xfrm>
              <a:off x="3375575" y="3037525"/>
              <a:ext cx="34775" cy="29950"/>
            </a:xfrm>
            <a:custGeom>
              <a:avLst/>
              <a:gdLst/>
              <a:ahLst/>
              <a:cxnLst/>
              <a:rect l="l" t="t" r="r" b="b"/>
              <a:pathLst>
                <a:path w="1391" h="1198" extrusionOk="0">
                  <a:moveTo>
                    <a:pt x="657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0"/>
                  </a:lnTo>
                  <a:lnTo>
                    <a:pt x="39" y="425"/>
                  </a:lnTo>
                  <a:lnTo>
                    <a:pt x="0" y="618"/>
                  </a:lnTo>
                  <a:lnTo>
                    <a:pt x="39" y="811"/>
                  </a:lnTo>
                  <a:lnTo>
                    <a:pt x="116" y="1004"/>
                  </a:lnTo>
                  <a:lnTo>
                    <a:pt x="232" y="1120"/>
                  </a:lnTo>
                  <a:lnTo>
                    <a:pt x="425" y="1197"/>
                  </a:lnTo>
                  <a:lnTo>
                    <a:pt x="502" y="1197"/>
                  </a:lnTo>
                  <a:lnTo>
                    <a:pt x="541" y="1159"/>
                  </a:lnTo>
                  <a:lnTo>
                    <a:pt x="541" y="1081"/>
                  </a:lnTo>
                  <a:lnTo>
                    <a:pt x="502" y="1004"/>
                  </a:lnTo>
                  <a:lnTo>
                    <a:pt x="425" y="927"/>
                  </a:lnTo>
                  <a:lnTo>
                    <a:pt x="386" y="850"/>
                  </a:lnTo>
                  <a:lnTo>
                    <a:pt x="386" y="734"/>
                  </a:lnTo>
                  <a:lnTo>
                    <a:pt x="386" y="618"/>
                  </a:lnTo>
                  <a:lnTo>
                    <a:pt x="425" y="541"/>
                  </a:lnTo>
                  <a:lnTo>
                    <a:pt x="464" y="464"/>
                  </a:lnTo>
                  <a:lnTo>
                    <a:pt x="580" y="425"/>
                  </a:lnTo>
                  <a:lnTo>
                    <a:pt x="695" y="386"/>
                  </a:lnTo>
                  <a:lnTo>
                    <a:pt x="811" y="425"/>
                  </a:lnTo>
                  <a:lnTo>
                    <a:pt x="888" y="464"/>
                  </a:lnTo>
                  <a:lnTo>
                    <a:pt x="927" y="579"/>
                  </a:lnTo>
                  <a:lnTo>
                    <a:pt x="966" y="657"/>
                  </a:lnTo>
                  <a:lnTo>
                    <a:pt x="1043" y="888"/>
                  </a:lnTo>
                  <a:lnTo>
                    <a:pt x="1082" y="966"/>
                  </a:lnTo>
                  <a:lnTo>
                    <a:pt x="1120" y="1081"/>
                  </a:lnTo>
                  <a:lnTo>
                    <a:pt x="1159" y="1120"/>
                  </a:lnTo>
                  <a:lnTo>
                    <a:pt x="1236" y="1120"/>
                  </a:lnTo>
                  <a:lnTo>
                    <a:pt x="1313" y="1043"/>
                  </a:lnTo>
                  <a:lnTo>
                    <a:pt x="1352" y="966"/>
                  </a:lnTo>
                  <a:lnTo>
                    <a:pt x="1390" y="850"/>
                  </a:lnTo>
                  <a:lnTo>
                    <a:pt x="1352" y="618"/>
                  </a:lnTo>
                  <a:lnTo>
                    <a:pt x="1313" y="425"/>
                  </a:lnTo>
                  <a:lnTo>
                    <a:pt x="1197" y="232"/>
                  </a:lnTo>
                  <a:lnTo>
                    <a:pt x="1043" y="116"/>
                  </a:lnTo>
                  <a:lnTo>
                    <a:pt x="850" y="3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3"/>
            <p:cNvSpPr/>
            <p:nvPr/>
          </p:nvSpPr>
          <p:spPr>
            <a:xfrm>
              <a:off x="333675" y="3041375"/>
              <a:ext cx="49275" cy="56025"/>
            </a:xfrm>
            <a:custGeom>
              <a:avLst/>
              <a:gdLst/>
              <a:ahLst/>
              <a:cxnLst/>
              <a:rect l="l" t="t" r="r" b="b"/>
              <a:pathLst>
                <a:path w="1971" h="2241" extrusionOk="0">
                  <a:moveTo>
                    <a:pt x="1237" y="425"/>
                  </a:moveTo>
                  <a:lnTo>
                    <a:pt x="1391" y="464"/>
                  </a:lnTo>
                  <a:lnTo>
                    <a:pt x="1507" y="580"/>
                  </a:lnTo>
                  <a:lnTo>
                    <a:pt x="1545" y="657"/>
                  </a:lnTo>
                  <a:lnTo>
                    <a:pt x="1545" y="734"/>
                  </a:lnTo>
                  <a:lnTo>
                    <a:pt x="1507" y="812"/>
                  </a:lnTo>
                  <a:lnTo>
                    <a:pt x="1468" y="889"/>
                  </a:lnTo>
                  <a:lnTo>
                    <a:pt x="1275" y="1082"/>
                  </a:lnTo>
                  <a:lnTo>
                    <a:pt x="1005" y="1314"/>
                  </a:lnTo>
                  <a:lnTo>
                    <a:pt x="773" y="1507"/>
                  </a:lnTo>
                  <a:lnTo>
                    <a:pt x="657" y="1661"/>
                  </a:lnTo>
                  <a:lnTo>
                    <a:pt x="619" y="1777"/>
                  </a:lnTo>
                  <a:lnTo>
                    <a:pt x="503" y="1661"/>
                  </a:lnTo>
                  <a:lnTo>
                    <a:pt x="464" y="1545"/>
                  </a:lnTo>
                  <a:lnTo>
                    <a:pt x="387" y="1391"/>
                  </a:lnTo>
                  <a:lnTo>
                    <a:pt x="387" y="1236"/>
                  </a:lnTo>
                  <a:lnTo>
                    <a:pt x="387" y="1082"/>
                  </a:lnTo>
                  <a:lnTo>
                    <a:pt x="426" y="966"/>
                  </a:lnTo>
                  <a:lnTo>
                    <a:pt x="464" y="812"/>
                  </a:lnTo>
                  <a:lnTo>
                    <a:pt x="580" y="696"/>
                  </a:lnTo>
                  <a:lnTo>
                    <a:pt x="696" y="580"/>
                  </a:lnTo>
                  <a:lnTo>
                    <a:pt x="850" y="464"/>
                  </a:lnTo>
                  <a:lnTo>
                    <a:pt x="1043" y="425"/>
                  </a:lnTo>
                  <a:close/>
                  <a:moveTo>
                    <a:pt x="1121" y="1"/>
                  </a:moveTo>
                  <a:lnTo>
                    <a:pt x="928" y="39"/>
                  </a:lnTo>
                  <a:lnTo>
                    <a:pt x="735" y="116"/>
                  </a:lnTo>
                  <a:lnTo>
                    <a:pt x="541" y="232"/>
                  </a:lnTo>
                  <a:lnTo>
                    <a:pt x="348" y="348"/>
                  </a:lnTo>
                  <a:lnTo>
                    <a:pt x="233" y="503"/>
                  </a:lnTo>
                  <a:lnTo>
                    <a:pt x="117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68"/>
                  </a:lnTo>
                  <a:lnTo>
                    <a:pt x="117" y="1622"/>
                  </a:lnTo>
                  <a:lnTo>
                    <a:pt x="233" y="1816"/>
                  </a:lnTo>
                  <a:lnTo>
                    <a:pt x="348" y="1931"/>
                  </a:lnTo>
                  <a:lnTo>
                    <a:pt x="503" y="2086"/>
                  </a:lnTo>
                  <a:lnTo>
                    <a:pt x="657" y="2163"/>
                  </a:lnTo>
                  <a:lnTo>
                    <a:pt x="735" y="2240"/>
                  </a:lnTo>
                  <a:lnTo>
                    <a:pt x="850" y="2240"/>
                  </a:lnTo>
                  <a:lnTo>
                    <a:pt x="928" y="2202"/>
                  </a:lnTo>
                  <a:lnTo>
                    <a:pt x="966" y="2086"/>
                  </a:lnTo>
                  <a:lnTo>
                    <a:pt x="1005" y="1931"/>
                  </a:lnTo>
                  <a:lnTo>
                    <a:pt x="1082" y="1777"/>
                  </a:lnTo>
                  <a:lnTo>
                    <a:pt x="1198" y="1661"/>
                  </a:lnTo>
                  <a:lnTo>
                    <a:pt x="1314" y="1507"/>
                  </a:lnTo>
                  <a:lnTo>
                    <a:pt x="1623" y="1314"/>
                  </a:lnTo>
                  <a:lnTo>
                    <a:pt x="1739" y="1198"/>
                  </a:lnTo>
                  <a:lnTo>
                    <a:pt x="1854" y="1043"/>
                  </a:lnTo>
                  <a:lnTo>
                    <a:pt x="1932" y="889"/>
                  </a:lnTo>
                  <a:lnTo>
                    <a:pt x="1970" y="696"/>
                  </a:lnTo>
                  <a:lnTo>
                    <a:pt x="1932" y="541"/>
                  </a:lnTo>
                  <a:lnTo>
                    <a:pt x="1893" y="387"/>
                  </a:lnTo>
                  <a:lnTo>
                    <a:pt x="1777" y="271"/>
                  </a:lnTo>
                  <a:lnTo>
                    <a:pt x="1661" y="155"/>
                  </a:lnTo>
                  <a:lnTo>
                    <a:pt x="1507" y="78"/>
                  </a:lnTo>
                  <a:lnTo>
                    <a:pt x="1352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3"/>
            <p:cNvSpPr/>
            <p:nvPr/>
          </p:nvSpPr>
          <p:spPr>
            <a:xfrm>
              <a:off x="312450" y="3078050"/>
              <a:ext cx="440225" cy="234625"/>
            </a:xfrm>
            <a:custGeom>
              <a:avLst/>
              <a:gdLst/>
              <a:ahLst/>
              <a:cxnLst/>
              <a:rect l="l" t="t" r="r" b="b"/>
              <a:pathLst>
                <a:path w="17609" h="9385" extrusionOk="0">
                  <a:moveTo>
                    <a:pt x="6256" y="1"/>
                  </a:moveTo>
                  <a:lnTo>
                    <a:pt x="5638" y="40"/>
                  </a:lnTo>
                  <a:lnTo>
                    <a:pt x="5059" y="155"/>
                  </a:lnTo>
                  <a:lnTo>
                    <a:pt x="4480" y="271"/>
                  </a:lnTo>
                  <a:lnTo>
                    <a:pt x="3939" y="503"/>
                  </a:lnTo>
                  <a:lnTo>
                    <a:pt x="3398" y="735"/>
                  </a:lnTo>
                  <a:lnTo>
                    <a:pt x="2896" y="1044"/>
                  </a:lnTo>
                  <a:lnTo>
                    <a:pt x="2433" y="1391"/>
                  </a:lnTo>
                  <a:lnTo>
                    <a:pt x="1970" y="1777"/>
                  </a:lnTo>
                  <a:lnTo>
                    <a:pt x="1584" y="2202"/>
                  </a:lnTo>
                  <a:lnTo>
                    <a:pt x="1197" y="2665"/>
                  </a:lnTo>
                  <a:lnTo>
                    <a:pt x="888" y="3206"/>
                  </a:lnTo>
                  <a:lnTo>
                    <a:pt x="618" y="3747"/>
                  </a:lnTo>
                  <a:lnTo>
                    <a:pt x="386" y="4287"/>
                  </a:lnTo>
                  <a:lnTo>
                    <a:pt x="193" y="4905"/>
                  </a:lnTo>
                  <a:lnTo>
                    <a:pt x="78" y="5484"/>
                  </a:lnTo>
                  <a:lnTo>
                    <a:pt x="0" y="6102"/>
                  </a:lnTo>
                  <a:lnTo>
                    <a:pt x="0" y="6681"/>
                  </a:lnTo>
                  <a:lnTo>
                    <a:pt x="39" y="7261"/>
                  </a:lnTo>
                  <a:lnTo>
                    <a:pt x="155" y="7801"/>
                  </a:lnTo>
                  <a:lnTo>
                    <a:pt x="309" y="8342"/>
                  </a:lnTo>
                  <a:lnTo>
                    <a:pt x="502" y="8882"/>
                  </a:lnTo>
                  <a:lnTo>
                    <a:pt x="734" y="9384"/>
                  </a:lnTo>
                  <a:lnTo>
                    <a:pt x="1043" y="9230"/>
                  </a:lnTo>
                  <a:lnTo>
                    <a:pt x="888" y="8844"/>
                  </a:lnTo>
                  <a:lnTo>
                    <a:pt x="734" y="8458"/>
                  </a:lnTo>
                  <a:lnTo>
                    <a:pt x="541" y="7801"/>
                  </a:lnTo>
                  <a:lnTo>
                    <a:pt x="425" y="7183"/>
                  </a:lnTo>
                  <a:lnTo>
                    <a:pt x="425" y="6527"/>
                  </a:lnTo>
                  <a:lnTo>
                    <a:pt x="425" y="5870"/>
                  </a:lnTo>
                  <a:lnTo>
                    <a:pt x="541" y="5253"/>
                  </a:lnTo>
                  <a:lnTo>
                    <a:pt x="695" y="4596"/>
                  </a:lnTo>
                  <a:lnTo>
                    <a:pt x="927" y="3978"/>
                  </a:lnTo>
                  <a:lnTo>
                    <a:pt x="1236" y="3399"/>
                  </a:lnTo>
                  <a:lnTo>
                    <a:pt x="1584" y="2858"/>
                  </a:lnTo>
                  <a:lnTo>
                    <a:pt x="2008" y="2318"/>
                  </a:lnTo>
                  <a:lnTo>
                    <a:pt x="2472" y="1854"/>
                  </a:lnTo>
                  <a:lnTo>
                    <a:pt x="2974" y="1468"/>
                  </a:lnTo>
                  <a:lnTo>
                    <a:pt x="3553" y="1121"/>
                  </a:lnTo>
                  <a:lnTo>
                    <a:pt x="4132" y="851"/>
                  </a:lnTo>
                  <a:lnTo>
                    <a:pt x="4750" y="657"/>
                  </a:lnTo>
                  <a:lnTo>
                    <a:pt x="5406" y="503"/>
                  </a:lnTo>
                  <a:lnTo>
                    <a:pt x="5793" y="464"/>
                  </a:lnTo>
                  <a:lnTo>
                    <a:pt x="6912" y="464"/>
                  </a:lnTo>
                  <a:lnTo>
                    <a:pt x="7607" y="580"/>
                  </a:lnTo>
                  <a:lnTo>
                    <a:pt x="8264" y="773"/>
                  </a:lnTo>
                  <a:lnTo>
                    <a:pt x="8920" y="1044"/>
                  </a:lnTo>
                  <a:lnTo>
                    <a:pt x="9538" y="1352"/>
                  </a:lnTo>
                  <a:lnTo>
                    <a:pt x="10195" y="1739"/>
                  </a:lnTo>
                  <a:lnTo>
                    <a:pt x="10813" y="2125"/>
                  </a:lnTo>
                  <a:lnTo>
                    <a:pt x="11315" y="2472"/>
                  </a:lnTo>
                  <a:lnTo>
                    <a:pt x="11894" y="2781"/>
                  </a:lnTo>
                  <a:lnTo>
                    <a:pt x="12434" y="3090"/>
                  </a:lnTo>
                  <a:lnTo>
                    <a:pt x="13052" y="3360"/>
                  </a:lnTo>
                  <a:lnTo>
                    <a:pt x="13631" y="3554"/>
                  </a:lnTo>
                  <a:lnTo>
                    <a:pt x="14249" y="3708"/>
                  </a:lnTo>
                  <a:lnTo>
                    <a:pt x="14867" y="3708"/>
                  </a:lnTo>
                  <a:lnTo>
                    <a:pt x="15215" y="3669"/>
                  </a:lnTo>
                  <a:lnTo>
                    <a:pt x="15524" y="3631"/>
                  </a:lnTo>
                  <a:lnTo>
                    <a:pt x="15987" y="3476"/>
                  </a:lnTo>
                  <a:lnTo>
                    <a:pt x="16412" y="3245"/>
                  </a:lnTo>
                  <a:lnTo>
                    <a:pt x="16798" y="2936"/>
                  </a:lnTo>
                  <a:lnTo>
                    <a:pt x="17107" y="2588"/>
                  </a:lnTo>
                  <a:lnTo>
                    <a:pt x="17377" y="2202"/>
                  </a:lnTo>
                  <a:lnTo>
                    <a:pt x="17454" y="1970"/>
                  </a:lnTo>
                  <a:lnTo>
                    <a:pt x="17531" y="1739"/>
                  </a:lnTo>
                  <a:lnTo>
                    <a:pt x="17609" y="1507"/>
                  </a:lnTo>
                  <a:lnTo>
                    <a:pt x="17609" y="1275"/>
                  </a:lnTo>
                  <a:lnTo>
                    <a:pt x="17609" y="1044"/>
                  </a:lnTo>
                  <a:lnTo>
                    <a:pt x="17570" y="773"/>
                  </a:lnTo>
                  <a:lnTo>
                    <a:pt x="17531" y="696"/>
                  </a:lnTo>
                  <a:lnTo>
                    <a:pt x="17493" y="657"/>
                  </a:lnTo>
                  <a:lnTo>
                    <a:pt x="17454" y="580"/>
                  </a:lnTo>
                  <a:lnTo>
                    <a:pt x="17416" y="542"/>
                  </a:lnTo>
                  <a:lnTo>
                    <a:pt x="17145" y="773"/>
                  </a:lnTo>
                  <a:lnTo>
                    <a:pt x="17145" y="851"/>
                  </a:lnTo>
                  <a:lnTo>
                    <a:pt x="17184" y="1198"/>
                  </a:lnTo>
                  <a:lnTo>
                    <a:pt x="17145" y="1584"/>
                  </a:lnTo>
                  <a:lnTo>
                    <a:pt x="17030" y="1893"/>
                  </a:lnTo>
                  <a:lnTo>
                    <a:pt x="16836" y="2241"/>
                  </a:lnTo>
                  <a:lnTo>
                    <a:pt x="16605" y="2511"/>
                  </a:lnTo>
                  <a:lnTo>
                    <a:pt x="16334" y="2743"/>
                  </a:lnTo>
                  <a:lnTo>
                    <a:pt x="16026" y="2936"/>
                  </a:lnTo>
                  <a:lnTo>
                    <a:pt x="15678" y="3090"/>
                  </a:lnTo>
                  <a:lnTo>
                    <a:pt x="15292" y="3206"/>
                  </a:lnTo>
                  <a:lnTo>
                    <a:pt x="14906" y="3245"/>
                  </a:lnTo>
                  <a:lnTo>
                    <a:pt x="14520" y="3245"/>
                  </a:lnTo>
                  <a:lnTo>
                    <a:pt x="14133" y="3206"/>
                  </a:lnTo>
                  <a:lnTo>
                    <a:pt x="13747" y="3129"/>
                  </a:lnTo>
                  <a:lnTo>
                    <a:pt x="13361" y="3013"/>
                  </a:lnTo>
                  <a:lnTo>
                    <a:pt x="12975" y="2858"/>
                  </a:lnTo>
                  <a:lnTo>
                    <a:pt x="12627" y="2704"/>
                  </a:lnTo>
                  <a:lnTo>
                    <a:pt x="12010" y="2356"/>
                  </a:lnTo>
                  <a:lnTo>
                    <a:pt x="11353" y="1970"/>
                  </a:lnTo>
                  <a:lnTo>
                    <a:pt x="10156" y="1198"/>
                  </a:lnTo>
                  <a:lnTo>
                    <a:pt x="9538" y="851"/>
                  </a:lnTo>
                  <a:lnTo>
                    <a:pt x="8882" y="542"/>
                  </a:lnTo>
                  <a:lnTo>
                    <a:pt x="8225" y="271"/>
                  </a:lnTo>
                  <a:lnTo>
                    <a:pt x="7878" y="155"/>
                  </a:lnTo>
                  <a:lnTo>
                    <a:pt x="7492" y="78"/>
                  </a:lnTo>
                  <a:lnTo>
                    <a:pt x="687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3"/>
            <p:cNvSpPr/>
            <p:nvPr/>
          </p:nvSpPr>
          <p:spPr>
            <a:xfrm>
              <a:off x="330800" y="3096400"/>
              <a:ext cx="446975" cy="310875"/>
            </a:xfrm>
            <a:custGeom>
              <a:avLst/>
              <a:gdLst/>
              <a:ahLst/>
              <a:cxnLst/>
              <a:rect l="l" t="t" r="r" b="b"/>
              <a:pathLst>
                <a:path w="17879" h="12435" extrusionOk="0">
                  <a:moveTo>
                    <a:pt x="17608" y="1"/>
                  </a:moveTo>
                  <a:lnTo>
                    <a:pt x="17415" y="117"/>
                  </a:lnTo>
                  <a:lnTo>
                    <a:pt x="17454" y="734"/>
                  </a:lnTo>
                  <a:lnTo>
                    <a:pt x="17454" y="1352"/>
                  </a:lnTo>
                  <a:lnTo>
                    <a:pt x="17415" y="1931"/>
                  </a:lnTo>
                  <a:lnTo>
                    <a:pt x="17338" y="2549"/>
                  </a:lnTo>
                  <a:lnTo>
                    <a:pt x="17261" y="3128"/>
                  </a:lnTo>
                  <a:lnTo>
                    <a:pt x="17106" y="3708"/>
                  </a:lnTo>
                  <a:lnTo>
                    <a:pt x="16952" y="4287"/>
                  </a:lnTo>
                  <a:lnTo>
                    <a:pt x="16720" y="4828"/>
                  </a:lnTo>
                  <a:lnTo>
                    <a:pt x="16489" y="5368"/>
                  </a:lnTo>
                  <a:lnTo>
                    <a:pt x="16257" y="5909"/>
                  </a:lnTo>
                  <a:lnTo>
                    <a:pt x="15948" y="6449"/>
                  </a:lnTo>
                  <a:lnTo>
                    <a:pt x="15600" y="6951"/>
                  </a:lnTo>
                  <a:lnTo>
                    <a:pt x="15253" y="7415"/>
                  </a:lnTo>
                  <a:lnTo>
                    <a:pt x="14867" y="7917"/>
                  </a:lnTo>
                  <a:lnTo>
                    <a:pt x="14481" y="8341"/>
                  </a:lnTo>
                  <a:lnTo>
                    <a:pt x="14017" y="8805"/>
                  </a:lnTo>
                  <a:lnTo>
                    <a:pt x="13515" y="9268"/>
                  </a:lnTo>
                  <a:lnTo>
                    <a:pt x="12975" y="9693"/>
                  </a:lnTo>
                  <a:lnTo>
                    <a:pt x="12395" y="10118"/>
                  </a:lnTo>
                  <a:lnTo>
                    <a:pt x="11778" y="10465"/>
                  </a:lnTo>
                  <a:lnTo>
                    <a:pt x="11160" y="10813"/>
                  </a:lnTo>
                  <a:lnTo>
                    <a:pt x="10503" y="11122"/>
                  </a:lnTo>
                  <a:lnTo>
                    <a:pt x="9847" y="11392"/>
                  </a:lnTo>
                  <a:lnTo>
                    <a:pt x="9190" y="11585"/>
                  </a:lnTo>
                  <a:lnTo>
                    <a:pt x="8495" y="11778"/>
                  </a:lnTo>
                  <a:lnTo>
                    <a:pt x="7839" y="11894"/>
                  </a:lnTo>
                  <a:lnTo>
                    <a:pt x="7144" y="11971"/>
                  </a:lnTo>
                  <a:lnTo>
                    <a:pt x="6449" y="11971"/>
                  </a:lnTo>
                  <a:lnTo>
                    <a:pt x="5754" y="11933"/>
                  </a:lnTo>
                  <a:lnTo>
                    <a:pt x="5059" y="11817"/>
                  </a:lnTo>
                  <a:lnTo>
                    <a:pt x="4364" y="11624"/>
                  </a:lnTo>
                  <a:lnTo>
                    <a:pt x="3668" y="11392"/>
                  </a:lnTo>
                  <a:lnTo>
                    <a:pt x="3166" y="11160"/>
                  </a:lnTo>
                  <a:lnTo>
                    <a:pt x="2664" y="10890"/>
                  </a:lnTo>
                  <a:lnTo>
                    <a:pt x="2201" y="10581"/>
                  </a:lnTo>
                  <a:lnTo>
                    <a:pt x="1738" y="10234"/>
                  </a:lnTo>
                  <a:lnTo>
                    <a:pt x="1352" y="9847"/>
                  </a:lnTo>
                  <a:lnTo>
                    <a:pt x="965" y="9423"/>
                  </a:lnTo>
                  <a:lnTo>
                    <a:pt x="618" y="8959"/>
                  </a:lnTo>
                  <a:lnTo>
                    <a:pt x="309" y="8496"/>
                  </a:lnTo>
                  <a:lnTo>
                    <a:pt x="0" y="8650"/>
                  </a:lnTo>
                  <a:lnTo>
                    <a:pt x="309" y="9191"/>
                  </a:lnTo>
                  <a:lnTo>
                    <a:pt x="695" y="9693"/>
                  </a:lnTo>
                  <a:lnTo>
                    <a:pt x="1081" y="10156"/>
                  </a:lnTo>
                  <a:lnTo>
                    <a:pt x="1545" y="10581"/>
                  </a:lnTo>
                  <a:lnTo>
                    <a:pt x="2047" y="10967"/>
                  </a:lnTo>
                  <a:lnTo>
                    <a:pt x="2549" y="11315"/>
                  </a:lnTo>
                  <a:lnTo>
                    <a:pt x="3128" y="11624"/>
                  </a:lnTo>
                  <a:lnTo>
                    <a:pt x="3746" y="11894"/>
                  </a:lnTo>
                  <a:lnTo>
                    <a:pt x="4402" y="12126"/>
                  </a:lnTo>
                  <a:lnTo>
                    <a:pt x="5097" y="12280"/>
                  </a:lnTo>
                  <a:lnTo>
                    <a:pt x="5754" y="12357"/>
                  </a:lnTo>
                  <a:lnTo>
                    <a:pt x="6449" y="12435"/>
                  </a:lnTo>
                  <a:lnTo>
                    <a:pt x="7144" y="12396"/>
                  </a:lnTo>
                  <a:lnTo>
                    <a:pt x="7800" y="12357"/>
                  </a:lnTo>
                  <a:lnTo>
                    <a:pt x="8495" y="12242"/>
                  </a:lnTo>
                  <a:lnTo>
                    <a:pt x="9152" y="12087"/>
                  </a:lnTo>
                  <a:lnTo>
                    <a:pt x="9808" y="11894"/>
                  </a:lnTo>
                  <a:lnTo>
                    <a:pt x="10465" y="11662"/>
                  </a:lnTo>
                  <a:lnTo>
                    <a:pt x="11121" y="11353"/>
                  </a:lnTo>
                  <a:lnTo>
                    <a:pt x="11739" y="11044"/>
                  </a:lnTo>
                  <a:lnTo>
                    <a:pt x="12318" y="10697"/>
                  </a:lnTo>
                  <a:lnTo>
                    <a:pt x="12897" y="10311"/>
                  </a:lnTo>
                  <a:lnTo>
                    <a:pt x="13477" y="9925"/>
                  </a:lnTo>
                  <a:lnTo>
                    <a:pt x="13979" y="9461"/>
                  </a:lnTo>
                  <a:lnTo>
                    <a:pt x="14481" y="9037"/>
                  </a:lnTo>
                  <a:lnTo>
                    <a:pt x="14944" y="8573"/>
                  </a:lnTo>
                  <a:lnTo>
                    <a:pt x="15369" y="8071"/>
                  </a:lnTo>
                  <a:lnTo>
                    <a:pt x="15794" y="7531"/>
                  </a:lnTo>
                  <a:lnTo>
                    <a:pt x="16180" y="6990"/>
                  </a:lnTo>
                  <a:lnTo>
                    <a:pt x="16566" y="6411"/>
                  </a:lnTo>
                  <a:lnTo>
                    <a:pt x="16875" y="5793"/>
                  </a:lnTo>
                  <a:lnTo>
                    <a:pt x="17184" y="5214"/>
                  </a:lnTo>
                  <a:lnTo>
                    <a:pt x="17415" y="4557"/>
                  </a:lnTo>
                  <a:lnTo>
                    <a:pt x="17608" y="3939"/>
                  </a:lnTo>
                  <a:lnTo>
                    <a:pt x="17763" y="3283"/>
                  </a:lnTo>
                  <a:lnTo>
                    <a:pt x="17840" y="2626"/>
                  </a:lnTo>
                  <a:lnTo>
                    <a:pt x="17879" y="1970"/>
                  </a:lnTo>
                  <a:lnTo>
                    <a:pt x="17840" y="1314"/>
                  </a:lnTo>
                  <a:lnTo>
                    <a:pt x="17763" y="657"/>
                  </a:lnTo>
                  <a:lnTo>
                    <a:pt x="1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3"/>
            <p:cNvSpPr/>
            <p:nvPr/>
          </p:nvSpPr>
          <p:spPr>
            <a:xfrm>
              <a:off x="4441350" y="3154325"/>
              <a:ext cx="84975" cy="94625"/>
            </a:xfrm>
            <a:custGeom>
              <a:avLst/>
              <a:gdLst/>
              <a:ahLst/>
              <a:cxnLst/>
              <a:rect l="l" t="t" r="r" b="b"/>
              <a:pathLst>
                <a:path w="3399" h="3785" extrusionOk="0">
                  <a:moveTo>
                    <a:pt x="77" y="1"/>
                  </a:moveTo>
                  <a:lnTo>
                    <a:pt x="0" y="78"/>
                  </a:lnTo>
                  <a:lnTo>
                    <a:pt x="0" y="116"/>
                  </a:lnTo>
                  <a:lnTo>
                    <a:pt x="348" y="889"/>
                  </a:lnTo>
                  <a:lnTo>
                    <a:pt x="811" y="1661"/>
                  </a:lnTo>
                  <a:lnTo>
                    <a:pt x="1274" y="2395"/>
                  </a:lnTo>
                  <a:lnTo>
                    <a:pt x="1738" y="3090"/>
                  </a:lnTo>
                  <a:lnTo>
                    <a:pt x="2008" y="3437"/>
                  </a:lnTo>
                  <a:lnTo>
                    <a:pt x="2201" y="3553"/>
                  </a:lnTo>
                  <a:lnTo>
                    <a:pt x="2394" y="3669"/>
                  </a:lnTo>
                  <a:lnTo>
                    <a:pt x="2587" y="3746"/>
                  </a:lnTo>
                  <a:lnTo>
                    <a:pt x="2780" y="3785"/>
                  </a:lnTo>
                  <a:lnTo>
                    <a:pt x="3012" y="3708"/>
                  </a:lnTo>
                  <a:lnTo>
                    <a:pt x="3205" y="3592"/>
                  </a:lnTo>
                  <a:lnTo>
                    <a:pt x="3321" y="3437"/>
                  </a:lnTo>
                  <a:lnTo>
                    <a:pt x="3398" y="3244"/>
                  </a:lnTo>
                  <a:lnTo>
                    <a:pt x="3398" y="3090"/>
                  </a:lnTo>
                  <a:lnTo>
                    <a:pt x="3398" y="2897"/>
                  </a:lnTo>
                  <a:lnTo>
                    <a:pt x="3360" y="2704"/>
                  </a:lnTo>
                  <a:lnTo>
                    <a:pt x="3282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89" y="2742"/>
                  </a:lnTo>
                  <a:lnTo>
                    <a:pt x="3128" y="2858"/>
                  </a:lnTo>
                  <a:lnTo>
                    <a:pt x="2896" y="3012"/>
                  </a:lnTo>
                  <a:lnTo>
                    <a:pt x="2665" y="3128"/>
                  </a:lnTo>
                  <a:lnTo>
                    <a:pt x="2510" y="3206"/>
                  </a:lnTo>
                  <a:lnTo>
                    <a:pt x="2317" y="3206"/>
                  </a:lnTo>
                  <a:lnTo>
                    <a:pt x="2201" y="3167"/>
                  </a:lnTo>
                  <a:lnTo>
                    <a:pt x="2047" y="3090"/>
                  </a:lnTo>
                  <a:lnTo>
                    <a:pt x="1931" y="2935"/>
                  </a:lnTo>
                  <a:lnTo>
                    <a:pt x="1854" y="2742"/>
                  </a:lnTo>
                  <a:lnTo>
                    <a:pt x="1699" y="2511"/>
                  </a:lnTo>
                  <a:lnTo>
                    <a:pt x="1081" y="1507"/>
                  </a:lnTo>
                  <a:lnTo>
                    <a:pt x="618" y="773"/>
                  </a:lnTo>
                  <a:lnTo>
                    <a:pt x="386" y="387"/>
                  </a:lnTo>
                  <a:lnTo>
                    <a:pt x="116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3"/>
            <p:cNvSpPr/>
            <p:nvPr/>
          </p:nvSpPr>
          <p:spPr>
            <a:xfrm>
              <a:off x="7199400" y="3174600"/>
              <a:ext cx="61825" cy="89800"/>
            </a:xfrm>
            <a:custGeom>
              <a:avLst/>
              <a:gdLst/>
              <a:ahLst/>
              <a:cxnLst/>
              <a:rect l="l" t="t" r="r" b="b"/>
              <a:pathLst>
                <a:path w="2473" h="3592" extrusionOk="0">
                  <a:moveTo>
                    <a:pt x="1082" y="0"/>
                  </a:moveTo>
                  <a:lnTo>
                    <a:pt x="1005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32" y="2163"/>
                  </a:lnTo>
                  <a:lnTo>
                    <a:pt x="1932" y="2433"/>
                  </a:lnTo>
                  <a:lnTo>
                    <a:pt x="1816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1" y="3128"/>
                  </a:lnTo>
                  <a:lnTo>
                    <a:pt x="1198" y="3128"/>
                  </a:lnTo>
                  <a:lnTo>
                    <a:pt x="1043" y="3090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588"/>
                  </a:lnTo>
                  <a:lnTo>
                    <a:pt x="928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1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13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24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10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21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3"/>
                  </a:lnTo>
                  <a:lnTo>
                    <a:pt x="1700" y="3514"/>
                  </a:lnTo>
                  <a:lnTo>
                    <a:pt x="1854" y="3399"/>
                  </a:lnTo>
                  <a:lnTo>
                    <a:pt x="2047" y="3244"/>
                  </a:lnTo>
                  <a:lnTo>
                    <a:pt x="2202" y="3051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0"/>
                  </a:lnTo>
                  <a:lnTo>
                    <a:pt x="2434" y="2008"/>
                  </a:lnTo>
                  <a:lnTo>
                    <a:pt x="2395" y="1815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3"/>
            <p:cNvSpPr/>
            <p:nvPr/>
          </p:nvSpPr>
          <p:spPr>
            <a:xfrm>
              <a:off x="6803600" y="3198725"/>
              <a:ext cx="310875" cy="124575"/>
            </a:xfrm>
            <a:custGeom>
              <a:avLst/>
              <a:gdLst/>
              <a:ahLst/>
              <a:cxnLst/>
              <a:rect l="l" t="t" r="r" b="b"/>
              <a:pathLst>
                <a:path w="12435" h="4983" extrusionOk="0">
                  <a:moveTo>
                    <a:pt x="232" y="1"/>
                  </a:moveTo>
                  <a:lnTo>
                    <a:pt x="1" y="233"/>
                  </a:lnTo>
                  <a:lnTo>
                    <a:pt x="503" y="966"/>
                  </a:lnTo>
                  <a:lnTo>
                    <a:pt x="1043" y="1623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4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4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3"/>
                  </a:lnTo>
                  <a:lnTo>
                    <a:pt x="11855" y="3862"/>
                  </a:lnTo>
                  <a:lnTo>
                    <a:pt x="12242" y="3592"/>
                  </a:lnTo>
                  <a:lnTo>
                    <a:pt x="12319" y="3553"/>
                  </a:lnTo>
                  <a:lnTo>
                    <a:pt x="12435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9"/>
                  </a:lnTo>
                  <a:lnTo>
                    <a:pt x="12010" y="3129"/>
                  </a:lnTo>
                  <a:lnTo>
                    <a:pt x="11933" y="3206"/>
                  </a:lnTo>
                  <a:lnTo>
                    <a:pt x="11585" y="3438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7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2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2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7"/>
                  </a:lnTo>
                  <a:lnTo>
                    <a:pt x="4596" y="3708"/>
                  </a:lnTo>
                  <a:lnTo>
                    <a:pt x="3901" y="3283"/>
                  </a:lnTo>
                  <a:lnTo>
                    <a:pt x="3206" y="2820"/>
                  </a:lnTo>
                  <a:lnTo>
                    <a:pt x="2588" y="2318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3"/>
            <p:cNvSpPr/>
            <p:nvPr/>
          </p:nvSpPr>
          <p:spPr>
            <a:xfrm>
              <a:off x="7111550" y="320550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77"/>
                  </a:lnTo>
                  <a:lnTo>
                    <a:pt x="3013" y="270"/>
                  </a:lnTo>
                  <a:lnTo>
                    <a:pt x="2781" y="502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5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1"/>
                  </a:lnTo>
                  <a:lnTo>
                    <a:pt x="966" y="2510"/>
                  </a:lnTo>
                  <a:lnTo>
                    <a:pt x="1198" y="2587"/>
                  </a:lnTo>
                  <a:lnTo>
                    <a:pt x="1430" y="2703"/>
                  </a:lnTo>
                  <a:lnTo>
                    <a:pt x="1623" y="2819"/>
                  </a:lnTo>
                  <a:lnTo>
                    <a:pt x="1816" y="2973"/>
                  </a:lnTo>
                  <a:lnTo>
                    <a:pt x="1970" y="3167"/>
                  </a:lnTo>
                  <a:lnTo>
                    <a:pt x="2047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093"/>
                  </a:lnTo>
                  <a:lnTo>
                    <a:pt x="2009" y="4325"/>
                  </a:lnTo>
                  <a:lnTo>
                    <a:pt x="1893" y="4518"/>
                  </a:lnTo>
                  <a:lnTo>
                    <a:pt x="1739" y="4711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5"/>
                  </a:lnTo>
                  <a:lnTo>
                    <a:pt x="657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32"/>
                  </a:lnTo>
                  <a:lnTo>
                    <a:pt x="966" y="4093"/>
                  </a:lnTo>
                  <a:lnTo>
                    <a:pt x="1121" y="4093"/>
                  </a:lnTo>
                  <a:lnTo>
                    <a:pt x="1237" y="4016"/>
                  </a:lnTo>
                  <a:lnTo>
                    <a:pt x="1314" y="3900"/>
                  </a:lnTo>
                  <a:lnTo>
                    <a:pt x="1314" y="3784"/>
                  </a:lnTo>
                  <a:lnTo>
                    <a:pt x="1275" y="3707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862"/>
                  </a:lnTo>
                  <a:lnTo>
                    <a:pt x="387" y="3977"/>
                  </a:lnTo>
                  <a:lnTo>
                    <a:pt x="310" y="4093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866"/>
                  </a:lnTo>
                  <a:lnTo>
                    <a:pt x="387" y="5097"/>
                  </a:lnTo>
                  <a:lnTo>
                    <a:pt x="541" y="5252"/>
                  </a:lnTo>
                  <a:lnTo>
                    <a:pt x="735" y="5368"/>
                  </a:lnTo>
                  <a:lnTo>
                    <a:pt x="966" y="5406"/>
                  </a:lnTo>
                  <a:lnTo>
                    <a:pt x="1198" y="5406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20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1"/>
                  </a:lnTo>
                  <a:lnTo>
                    <a:pt x="1739" y="2356"/>
                  </a:lnTo>
                  <a:lnTo>
                    <a:pt x="1507" y="2201"/>
                  </a:lnTo>
                  <a:lnTo>
                    <a:pt x="1275" y="2124"/>
                  </a:lnTo>
                  <a:lnTo>
                    <a:pt x="1623" y="1969"/>
                  </a:lnTo>
                  <a:lnTo>
                    <a:pt x="1932" y="1815"/>
                  </a:lnTo>
                  <a:lnTo>
                    <a:pt x="2241" y="1622"/>
                  </a:lnTo>
                  <a:lnTo>
                    <a:pt x="2549" y="1390"/>
                  </a:lnTo>
                  <a:lnTo>
                    <a:pt x="2820" y="1197"/>
                  </a:lnTo>
                  <a:lnTo>
                    <a:pt x="3090" y="965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77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3"/>
            <p:cNvSpPr/>
            <p:nvPr/>
          </p:nvSpPr>
          <p:spPr>
            <a:xfrm>
              <a:off x="1402350" y="3219000"/>
              <a:ext cx="106225" cy="103325"/>
            </a:xfrm>
            <a:custGeom>
              <a:avLst/>
              <a:gdLst/>
              <a:ahLst/>
              <a:cxnLst/>
              <a:rect l="l" t="t" r="r" b="b"/>
              <a:pathLst>
                <a:path w="4249" h="4133" extrusionOk="0">
                  <a:moveTo>
                    <a:pt x="2317" y="387"/>
                  </a:moveTo>
                  <a:lnTo>
                    <a:pt x="2588" y="425"/>
                  </a:lnTo>
                  <a:lnTo>
                    <a:pt x="2858" y="503"/>
                  </a:lnTo>
                  <a:lnTo>
                    <a:pt x="3128" y="619"/>
                  </a:lnTo>
                  <a:lnTo>
                    <a:pt x="3321" y="812"/>
                  </a:lnTo>
                  <a:lnTo>
                    <a:pt x="3553" y="1043"/>
                  </a:lnTo>
                  <a:lnTo>
                    <a:pt x="3708" y="1352"/>
                  </a:lnTo>
                  <a:lnTo>
                    <a:pt x="3823" y="1700"/>
                  </a:lnTo>
                  <a:lnTo>
                    <a:pt x="3862" y="2047"/>
                  </a:lnTo>
                  <a:lnTo>
                    <a:pt x="3785" y="2395"/>
                  </a:lnTo>
                  <a:lnTo>
                    <a:pt x="3708" y="2742"/>
                  </a:lnTo>
                  <a:lnTo>
                    <a:pt x="3514" y="3051"/>
                  </a:lnTo>
                  <a:lnTo>
                    <a:pt x="3283" y="3322"/>
                  </a:lnTo>
                  <a:lnTo>
                    <a:pt x="3012" y="3515"/>
                  </a:lnTo>
                  <a:lnTo>
                    <a:pt x="2704" y="3669"/>
                  </a:lnTo>
                  <a:lnTo>
                    <a:pt x="2395" y="3746"/>
                  </a:lnTo>
                  <a:lnTo>
                    <a:pt x="2047" y="3785"/>
                  </a:lnTo>
                  <a:lnTo>
                    <a:pt x="1738" y="3746"/>
                  </a:lnTo>
                  <a:lnTo>
                    <a:pt x="1391" y="3631"/>
                  </a:lnTo>
                  <a:lnTo>
                    <a:pt x="1120" y="3476"/>
                  </a:lnTo>
                  <a:lnTo>
                    <a:pt x="850" y="3283"/>
                  </a:lnTo>
                  <a:lnTo>
                    <a:pt x="618" y="3013"/>
                  </a:lnTo>
                  <a:lnTo>
                    <a:pt x="464" y="2665"/>
                  </a:lnTo>
                  <a:lnTo>
                    <a:pt x="348" y="2318"/>
                  </a:lnTo>
                  <a:lnTo>
                    <a:pt x="348" y="1931"/>
                  </a:lnTo>
                  <a:lnTo>
                    <a:pt x="387" y="1545"/>
                  </a:lnTo>
                  <a:lnTo>
                    <a:pt x="541" y="1236"/>
                  </a:lnTo>
                  <a:lnTo>
                    <a:pt x="618" y="1082"/>
                  </a:lnTo>
                  <a:lnTo>
                    <a:pt x="734" y="927"/>
                  </a:lnTo>
                  <a:lnTo>
                    <a:pt x="889" y="812"/>
                  </a:lnTo>
                  <a:lnTo>
                    <a:pt x="1043" y="696"/>
                  </a:lnTo>
                  <a:lnTo>
                    <a:pt x="1236" y="619"/>
                  </a:lnTo>
                  <a:lnTo>
                    <a:pt x="1429" y="541"/>
                  </a:lnTo>
                  <a:lnTo>
                    <a:pt x="1468" y="503"/>
                  </a:lnTo>
                  <a:lnTo>
                    <a:pt x="1777" y="425"/>
                  </a:lnTo>
                  <a:lnTo>
                    <a:pt x="2047" y="387"/>
                  </a:lnTo>
                  <a:close/>
                  <a:moveTo>
                    <a:pt x="1931" y="1"/>
                  </a:moveTo>
                  <a:lnTo>
                    <a:pt x="1738" y="39"/>
                  </a:lnTo>
                  <a:lnTo>
                    <a:pt x="1507" y="117"/>
                  </a:lnTo>
                  <a:lnTo>
                    <a:pt x="1313" y="232"/>
                  </a:lnTo>
                  <a:lnTo>
                    <a:pt x="1159" y="348"/>
                  </a:lnTo>
                  <a:lnTo>
                    <a:pt x="1120" y="387"/>
                  </a:lnTo>
                  <a:lnTo>
                    <a:pt x="966" y="387"/>
                  </a:lnTo>
                  <a:lnTo>
                    <a:pt x="773" y="464"/>
                  </a:lnTo>
                  <a:lnTo>
                    <a:pt x="657" y="541"/>
                  </a:lnTo>
                  <a:lnTo>
                    <a:pt x="503" y="657"/>
                  </a:lnTo>
                  <a:lnTo>
                    <a:pt x="387" y="773"/>
                  </a:lnTo>
                  <a:lnTo>
                    <a:pt x="309" y="927"/>
                  </a:lnTo>
                  <a:lnTo>
                    <a:pt x="155" y="1236"/>
                  </a:lnTo>
                  <a:lnTo>
                    <a:pt x="39" y="1623"/>
                  </a:lnTo>
                  <a:lnTo>
                    <a:pt x="1" y="2009"/>
                  </a:lnTo>
                  <a:lnTo>
                    <a:pt x="39" y="2356"/>
                  </a:lnTo>
                  <a:lnTo>
                    <a:pt x="78" y="2704"/>
                  </a:lnTo>
                  <a:lnTo>
                    <a:pt x="155" y="2897"/>
                  </a:lnTo>
                  <a:lnTo>
                    <a:pt x="271" y="3090"/>
                  </a:lnTo>
                  <a:lnTo>
                    <a:pt x="387" y="3283"/>
                  </a:lnTo>
                  <a:lnTo>
                    <a:pt x="541" y="3437"/>
                  </a:lnTo>
                  <a:lnTo>
                    <a:pt x="850" y="3746"/>
                  </a:lnTo>
                  <a:lnTo>
                    <a:pt x="1236" y="3939"/>
                  </a:lnTo>
                  <a:lnTo>
                    <a:pt x="1661" y="4094"/>
                  </a:lnTo>
                  <a:lnTo>
                    <a:pt x="2086" y="4133"/>
                  </a:lnTo>
                  <a:lnTo>
                    <a:pt x="2510" y="4094"/>
                  </a:lnTo>
                  <a:lnTo>
                    <a:pt x="2742" y="4055"/>
                  </a:lnTo>
                  <a:lnTo>
                    <a:pt x="2974" y="3978"/>
                  </a:lnTo>
                  <a:lnTo>
                    <a:pt x="3321" y="3746"/>
                  </a:lnTo>
                  <a:lnTo>
                    <a:pt x="3630" y="3476"/>
                  </a:lnTo>
                  <a:lnTo>
                    <a:pt x="3862" y="3167"/>
                  </a:lnTo>
                  <a:lnTo>
                    <a:pt x="4055" y="2781"/>
                  </a:lnTo>
                  <a:lnTo>
                    <a:pt x="4171" y="2395"/>
                  </a:lnTo>
                  <a:lnTo>
                    <a:pt x="4248" y="2009"/>
                  </a:lnTo>
                  <a:lnTo>
                    <a:pt x="4210" y="1584"/>
                  </a:lnTo>
                  <a:lnTo>
                    <a:pt x="4094" y="1198"/>
                  </a:lnTo>
                  <a:lnTo>
                    <a:pt x="3978" y="1005"/>
                  </a:lnTo>
                  <a:lnTo>
                    <a:pt x="3862" y="812"/>
                  </a:lnTo>
                  <a:lnTo>
                    <a:pt x="3708" y="657"/>
                  </a:lnTo>
                  <a:lnTo>
                    <a:pt x="3553" y="503"/>
                  </a:lnTo>
                  <a:lnTo>
                    <a:pt x="3206" y="232"/>
                  </a:lnTo>
                  <a:lnTo>
                    <a:pt x="2781" y="78"/>
                  </a:lnTo>
                  <a:lnTo>
                    <a:pt x="23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3"/>
            <p:cNvSpPr/>
            <p:nvPr/>
          </p:nvSpPr>
          <p:spPr>
            <a:xfrm>
              <a:off x="4924025" y="3220925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6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5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5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0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7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3"/>
            <p:cNvSpPr/>
            <p:nvPr/>
          </p:nvSpPr>
          <p:spPr>
            <a:xfrm>
              <a:off x="2672775" y="3239275"/>
              <a:ext cx="330175" cy="176700"/>
            </a:xfrm>
            <a:custGeom>
              <a:avLst/>
              <a:gdLst/>
              <a:ahLst/>
              <a:cxnLst/>
              <a:rect l="l" t="t" r="r" b="b"/>
              <a:pathLst>
                <a:path w="13207" h="7068" extrusionOk="0">
                  <a:moveTo>
                    <a:pt x="8110" y="310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80"/>
                  </a:lnTo>
                  <a:lnTo>
                    <a:pt x="8728" y="889"/>
                  </a:lnTo>
                  <a:lnTo>
                    <a:pt x="8766" y="1198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8"/>
                  </a:lnTo>
                  <a:lnTo>
                    <a:pt x="8033" y="2858"/>
                  </a:lnTo>
                  <a:lnTo>
                    <a:pt x="6836" y="4712"/>
                  </a:lnTo>
                  <a:lnTo>
                    <a:pt x="6681" y="4712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8"/>
                  </a:lnTo>
                  <a:lnTo>
                    <a:pt x="7453" y="889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10"/>
                  </a:lnTo>
                  <a:close/>
                  <a:moveTo>
                    <a:pt x="5909" y="5407"/>
                  </a:moveTo>
                  <a:lnTo>
                    <a:pt x="4673" y="5831"/>
                  </a:lnTo>
                  <a:lnTo>
                    <a:pt x="3437" y="6218"/>
                  </a:lnTo>
                  <a:lnTo>
                    <a:pt x="2781" y="6372"/>
                  </a:lnTo>
                  <a:lnTo>
                    <a:pt x="2125" y="6527"/>
                  </a:lnTo>
                  <a:lnTo>
                    <a:pt x="1700" y="6565"/>
                  </a:lnTo>
                  <a:lnTo>
                    <a:pt x="1314" y="6604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8"/>
                  </a:lnTo>
                  <a:lnTo>
                    <a:pt x="696" y="6063"/>
                  </a:lnTo>
                  <a:lnTo>
                    <a:pt x="696" y="5909"/>
                  </a:lnTo>
                  <a:lnTo>
                    <a:pt x="734" y="5793"/>
                  </a:lnTo>
                  <a:lnTo>
                    <a:pt x="812" y="5716"/>
                  </a:lnTo>
                  <a:lnTo>
                    <a:pt x="889" y="5677"/>
                  </a:lnTo>
                  <a:lnTo>
                    <a:pt x="1082" y="5600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7"/>
                  </a:lnTo>
                  <a:close/>
                  <a:moveTo>
                    <a:pt x="7067" y="5098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6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9"/>
                  </a:lnTo>
                  <a:lnTo>
                    <a:pt x="12589" y="6025"/>
                  </a:lnTo>
                  <a:lnTo>
                    <a:pt x="12628" y="6179"/>
                  </a:lnTo>
                  <a:lnTo>
                    <a:pt x="12589" y="6527"/>
                  </a:lnTo>
                  <a:lnTo>
                    <a:pt x="12435" y="6604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4"/>
                  </a:lnTo>
                  <a:lnTo>
                    <a:pt x="10929" y="6527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9"/>
                  </a:lnTo>
                  <a:lnTo>
                    <a:pt x="8226" y="5677"/>
                  </a:lnTo>
                  <a:lnTo>
                    <a:pt x="7067" y="5098"/>
                  </a:lnTo>
                  <a:close/>
                  <a:moveTo>
                    <a:pt x="8148" y="1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7"/>
                  </a:lnTo>
                  <a:lnTo>
                    <a:pt x="6681" y="2433"/>
                  </a:lnTo>
                  <a:lnTo>
                    <a:pt x="6527" y="3592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1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8"/>
                  </a:lnTo>
                  <a:lnTo>
                    <a:pt x="1391" y="5175"/>
                  </a:lnTo>
                  <a:lnTo>
                    <a:pt x="1005" y="5214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600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5"/>
                  </a:lnTo>
                  <a:lnTo>
                    <a:pt x="117" y="6449"/>
                  </a:lnTo>
                  <a:lnTo>
                    <a:pt x="232" y="6604"/>
                  </a:lnTo>
                  <a:lnTo>
                    <a:pt x="348" y="6681"/>
                  </a:lnTo>
                  <a:lnTo>
                    <a:pt x="464" y="6797"/>
                  </a:lnTo>
                  <a:lnTo>
                    <a:pt x="773" y="6913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3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6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9"/>
                  </a:lnTo>
                  <a:lnTo>
                    <a:pt x="6758" y="6102"/>
                  </a:lnTo>
                  <a:lnTo>
                    <a:pt x="6836" y="6295"/>
                  </a:lnTo>
                  <a:lnTo>
                    <a:pt x="7106" y="6256"/>
                  </a:lnTo>
                  <a:lnTo>
                    <a:pt x="7106" y="6218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7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7"/>
                  </a:lnTo>
                  <a:lnTo>
                    <a:pt x="11045" y="6951"/>
                  </a:lnTo>
                  <a:lnTo>
                    <a:pt x="11469" y="7029"/>
                  </a:lnTo>
                  <a:lnTo>
                    <a:pt x="11933" y="7067"/>
                  </a:lnTo>
                  <a:lnTo>
                    <a:pt x="12396" y="7029"/>
                  </a:lnTo>
                  <a:lnTo>
                    <a:pt x="12589" y="6990"/>
                  </a:lnTo>
                  <a:lnTo>
                    <a:pt x="12782" y="6913"/>
                  </a:lnTo>
                  <a:lnTo>
                    <a:pt x="12937" y="6797"/>
                  </a:lnTo>
                  <a:lnTo>
                    <a:pt x="13053" y="6681"/>
                  </a:lnTo>
                  <a:lnTo>
                    <a:pt x="13130" y="6527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5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7"/>
                  </a:lnTo>
                  <a:lnTo>
                    <a:pt x="12242" y="5291"/>
                  </a:lnTo>
                  <a:lnTo>
                    <a:pt x="11894" y="5214"/>
                  </a:lnTo>
                  <a:lnTo>
                    <a:pt x="11315" y="5098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2"/>
                  </a:lnTo>
                  <a:lnTo>
                    <a:pt x="8071" y="3515"/>
                  </a:lnTo>
                  <a:lnTo>
                    <a:pt x="8496" y="2858"/>
                  </a:lnTo>
                  <a:lnTo>
                    <a:pt x="8843" y="2202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7"/>
                  </a:lnTo>
                  <a:lnTo>
                    <a:pt x="9075" y="1275"/>
                  </a:lnTo>
                  <a:lnTo>
                    <a:pt x="9037" y="1005"/>
                  </a:lnTo>
                  <a:lnTo>
                    <a:pt x="8959" y="812"/>
                  </a:lnTo>
                  <a:lnTo>
                    <a:pt x="8882" y="580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3"/>
            <p:cNvSpPr/>
            <p:nvPr/>
          </p:nvSpPr>
          <p:spPr>
            <a:xfrm>
              <a:off x="410925" y="3256650"/>
              <a:ext cx="35725" cy="33825"/>
            </a:xfrm>
            <a:custGeom>
              <a:avLst/>
              <a:gdLst/>
              <a:ahLst/>
              <a:cxnLst/>
              <a:rect l="l" t="t" r="r" b="b"/>
              <a:pathLst>
                <a:path w="1429" h="1353" extrusionOk="0">
                  <a:moveTo>
                    <a:pt x="579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71"/>
                  </a:lnTo>
                  <a:lnTo>
                    <a:pt x="39" y="425"/>
                  </a:lnTo>
                  <a:lnTo>
                    <a:pt x="0" y="619"/>
                  </a:lnTo>
                  <a:lnTo>
                    <a:pt x="0" y="812"/>
                  </a:lnTo>
                  <a:lnTo>
                    <a:pt x="77" y="966"/>
                  </a:lnTo>
                  <a:lnTo>
                    <a:pt x="155" y="1121"/>
                  </a:lnTo>
                  <a:lnTo>
                    <a:pt x="309" y="1275"/>
                  </a:lnTo>
                  <a:lnTo>
                    <a:pt x="463" y="1352"/>
                  </a:lnTo>
                  <a:lnTo>
                    <a:pt x="618" y="1352"/>
                  </a:lnTo>
                  <a:lnTo>
                    <a:pt x="695" y="1236"/>
                  </a:lnTo>
                  <a:lnTo>
                    <a:pt x="695" y="1121"/>
                  </a:lnTo>
                  <a:lnTo>
                    <a:pt x="657" y="1082"/>
                  </a:lnTo>
                  <a:lnTo>
                    <a:pt x="579" y="1043"/>
                  </a:lnTo>
                  <a:lnTo>
                    <a:pt x="502" y="1005"/>
                  </a:lnTo>
                  <a:lnTo>
                    <a:pt x="463" y="927"/>
                  </a:lnTo>
                  <a:lnTo>
                    <a:pt x="386" y="773"/>
                  </a:lnTo>
                  <a:lnTo>
                    <a:pt x="386" y="580"/>
                  </a:lnTo>
                  <a:lnTo>
                    <a:pt x="425" y="503"/>
                  </a:lnTo>
                  <a:lnTo>
                    <a:pt x="502" y="425"/>
                  </a:lnTo>
                  <a:lnTo>
                    <a:pt x="579" y="387"/>
                  </a:lnTo>
                  <a:lnTo>
                    <a:pt x="657" y="387"/>
                  </a:lnTo>
                  <a:lnTo>
                    <a:pt x="850" y="425"/>
                  </a:lnTo>
                  <a:lnTo>
                    <a:pt x="927" y="464"/>
                  </a:lnTo>
                  <a:lnTo>
                    <a:pt x="965" y="541"/>
                  </a:lnTo>
                  <a:lnTo>
                    <a:pt x="1043" y="696"/>
                  </a:lnTo>
                  <a:lnTo>
                    <a:pt x="1081" y="773"/>
                  </a:lnTo>
                  <a:lnTo>
                    <a:pt x="1120" y="812"/>
                  </a:lnTo>
                  <a:lnTo>
                    <a:pt x="1274" y="812"/>
                  </a:lnTo>
                  <a:lnTo>
                    <a:pt x="1352" y="734"/>
                  </a:lnTo>
                  <a:lnTo>
                    <a:pt x="1390" y="696"/>
                  </a:lnTo>
                  <a:lnTo>
                    <a:pt x="1429" y="619"/>
                  </a:lnTo>
                  <a:lnTo>
                    <a:pt x="1390" y="425"/>
                  </a:lnTo>
                  <a:lnTo>
                    <a:pt x="1274" y="271"/>
                  </a:lnTo>
                  <a:lnTo>
                    <a:pt x="1159" y="117"/>
                  </a:lnTo>
                  <a:lnTo>
                    <a:pt x="965" y="39"/>
                  </a:lnTo>
                  <a:lnTo>
                    <a:pt x="77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3"/>
            <p:cNvSpPr/>
            <p:nvPr/>
          </p:nvSpPr>
          <p:spPr>
            <a:xfrm>
              <a:off x="5445325" y="3267275"/>
              <a:ext cx="624625" cy="344650"/>
            </a:xfrm>
            <a:custGeom>
              <a:avLst/>
              <a:gdLst/>
              <a:ahLst/>
              <a:cxnLst/>
              <a:rect l="l" t="t" r="r" b="b"/>
              <a:pathLst>
                <a:path w="24985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03" y="2008"/>
                  </a:lnTo>
                  <a:lnTo>
                    <a:pt x="23787" y="2124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170" y="2086"/>
                  </a:lnTo>
                  <a:lnTo>
                    <a:pt x="23054" y="1970"/>
                  </a:lnTo>
                  <a:lnTo>
                    <a:pt x="22976" y="1815"/>
                  </a:lnTo>
                  <a:lnTo>
                    <a:pt x="22938" y="1622"/>
                  </a:lnTo>
                  <a:lnTo>
                    <a:pt x="22976" y="1429"/>
                  </a:lnTo>
                  <a:lnTo>
                    <a:pt x="23015" y="1236"/>
                  </a:lnTo>
                  <a:lnTo>
                    <a:pt x="23131" y="1082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42"/>
                  </a:lnTo>
                  <a:lnTo>
                    <a:pt x="24289" y="3090"/>
                  </a:lnTo>
                  <a:lnTo>
                    <a:pt x="24367" y="3437"/>
                  </a:lnTo>
                  <a:lnTo>
                    <a:pt x="24405" y="3785"/>
                  </a:lnTo>
                  <a:lnTo>
                    <a:pt x="24173" y="3707"/>
                  </a:lnTo>
                  <a:lnTo>
                    <a:pt x="23942" y="3592"/>
                  </a:lnTo>
                  <a:lnTo>
                    <a:pt x="23826" y="3514"/>
                  </a:lnTo>
                  <a:lnTo>
                    <a:pt x="23787" y="3399"/>
                  </a:lnTo>
                  <a:lnTo>
                    <a:pt x="23710" y="3283"/>
                  </a:lnTo>
                  <a:lnTo>
                    <a:pt x="23672" y="3128"/>
                  </a:lnTo>
                  <a:lnTo>
                    <a:pt x="23710" y="2897"/>
                  </a:lnTo>
                  <a:lnTo>
                    <a:pt x="23787" y="2704"/>
                  </a:lnTo>
                  <a:lnTo>
                    <a:pt x="23903" y="2549"/>
                  </a:lnTo>
                  <a:lnTo>
                    <a:pt x="24096" y="2433"/>
                  </a:lnTo>
                  <a:close/>
                  <a:moveTo>
                    <a:pt x="16142" y="4943"/>
                  </a:moveTo>
                  <a:lnTo>
                    <a:pt x="16257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28" y="5252"/>
                  </a:lnTo>
                  <a:lnTo>
                    <a:pt x="16566" y="5407"/>
                  </a:lnTo>
                  <a:lnTo>
                    <a:pt x="16296" y="5407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40" y="5368"/>
                  </a:lnTo>
                  <a:lnTo>
                    <a:pt x="15678" y="5252"/>
                  </a:lnTo>
                  <a:lnTo>
                    <a:pt x="15755" y="5136"/>
                  </a:lnTo>
                  <a:lnTo>
                    <a:pt x="15833" y="5059"/>
                  </a:lnTo>
                  <a:lnTo>
                    <a:pt x="15949" y="5020"/>
                  </a:lnTo>
                  <a:lnTo>
                    <a:pt x="16026" y="4982"/>
                  </a:lnTo>
                  <a:lnTo>
                    <a:pt x="16142" y="4943"/>
                  </a:lnTo>
                  <a:close/>
                  <a:moveTo>
                    <a:pt x="24444" y="4248"/>
                  </a:moveTo>
                  <a:lnTo>
                    <a:pt x="24405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07"/>
                  </a:lnTo>
                  <a:lnTo>
                    <a:pt x="23903" y="5252"/>
                  </a:lnTo>
                  <a:lnTo>
                    <a:pt x="23787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865" y="4596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763" y="4866"/>
                  </a:lnTo>
                  <a:lnTo>
                    <a:pt x="17879" y="4905"/>
                  </a:lnTo>
                  <a:lnTo>
                    <a:pt x="17957" y="4982"/>
                  </a:lnTo>
                  <a:lnTo>
                    <a:pt x="18072" y="5175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484"/>
                  </a:lnTo>
                  <a:lnTo>
                    <a:pt x="17030" y="5407"/>
                  </a:lnTo>
                  <a:lnTo>
                    <a:pt x="17030" y="5291"/>
                  </a:lnTo>
                  <a:lnTo>
                    <a:pt x="17107" y="5136"/>
                  </a:lnTo>
                  <a:lnTo>
                    <a:pt x="17184" y="5059"/>
                  </a:lnTo>
                  <a:lnTo>
                    <a:pt x="17261" y="4943"/>
                  </a:lnTo>
                  <a:lnTo>
                    <a:pt x="17377" y="4866"/>
                  </a:lnTo>
                  <a:lnTo>
                    <a:pt x="17493" y="4827"/>
                  </a:lnTo>
                  <a:close/>
                  <a:moveTo>
                    <a:pt x="14558" y="5291"/>
                  </a:moveTo>
                  <a:lnTo>
                    <a:pt x="14674" y="5329"/>
                  </a:lnTo>
                  <a:lnTo>
                    <a:pt x="14790" y="5368"/>
                  </a:lnTo>
                  <a:lnTo>
                    <a:pt x="14906" y="5445"/>
                  </a:lnTo>
                  <a:lnTo>
                    <a:pt x="14983" y="5522"/>
                  </a:lnTo>
                  <a:lnTo>
                    <a:pt x="15060" y="5677"/>
                  </a:lnTo>
                  <a:lnTo>
                    <a:pt x="14520" y="5870"/>
                  </a:lnTo>
                  <a:lnTo>
                    <a:pt x="14056" y="6102"/>
                  </a:lnTo>
                  <a:lnTo>
                    <a:pt x="14018" y="6024"/>
                  </a:lnTo>
                  <a:lnTo>
                    <a:pt x="14018" y="5793"/>
                  </a:lnTo>
                  <a:lnTo>
                    <a:pt x="14095" y="5600"/>
                  </a:lnTo>
                  <a:lnTo>
                    <a:pt x="14249" y="5445"/>
                  </a:lnTo>
                  <a:lnTo>
                    <a:pt x="14327" y="5368"/>
                  </a:lnTo>
                  <a:lnTo>
                    <a:pt x="14443" y="5329"/>
                  </a:lnTo>
                  <a:lnTo>
                    <a:pt x="14558" y="5291"/>
                  </a:lnTo>
                  <a:close/>
                  <a:moveTo>
                    <a:pt x="19076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47" y="5793"/>
                  </a:lnTo>
                  <a:lnTo>
                    <a:pt x="19385" y="5986"/>
                  </a:lnTo>
                  <a:lnTo>
                    <a:pt x="19347" y="6140"/>
                  </a:lnTo>
                  <a:lnTo>
                    <a:pt x="18574" y="5831"/>
                  </a:lnTo>
                  <a:lnTo>
                    <a:pt x="18613" y="5715"/>
                  </a:lnTo>
                  <a:lnTo>
                    <a:pt x="18652" y="5638"/>
                  </a:lnTo>
                  <a:lnTo>
                    <a:pt x="18806" y="5522"/>
                  </a:lnTo>
                  <a:lnTo>
                    <a:pt x="18999" y="5484"/>
                  </a:lnTo>
                  <a:close/>
                  <a:moveTo>
                    <a:pt x="20312" y="6063"/>
                  </a:moveTo>
                  <a:lnTo>
                    <a:pt x="20428" y="6102"/>
                  </a:lnTo>
                  <a:lnTo>
                    <a:pt x="20544" y="6179"/>
                  </a:lnTo>
                  <a:lnTo>
                    <a:pt x="20660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53" y="6913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10" y="6256"/>
                  </a:lnTo>
                  <a:lnTo>
                    <a:pt x="19887" y="6179"/>
                  </a:lnTo>
                  <a:lnTo>
                    <a:pt x="19964" y="6102"/>
                  </a:lnTo>
                  <a:lnTo>
                    <a:pt x="20080" y="6063"/>
                  </a:lnTo>
                  <a:close/>
                  <a:moveTo>
                    <a:pt x="23710" y="5870"/>
                  </a:moveTo>
                  <a:lnTo>
                    <a:pt x="23942" y="5986"/>
                  </a:lnTo>
                  <a:lnTo>
                    <a:pt x="24058" y="5986"/>
                  </a:lnTo>
                  <a:lnTo>
                    <a:pt x="23903" y="6295"/>
                  </a:lnTo>
                  <a:lnTo>
                    <a:pt x="23710" y="6565"/>
                  </a:lnTo>
                  <a:lnTo>
                    <a:pt x="23478" y="6797"/>
                  </a:lnTo>
                  <a:lnTo>
                    <a:pt x="23247" y="6990"/>
                  </a:lnTo>
                  <a:lnTo>
                    <a:pt x="23208" y="6913"/>
                  </a:lnTo>
                  <a:lnTo>
                    <a:pt x="23054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092" y="6063"/>
                  </a:lnTo>
                  <a:lnTo>
                    <a:pt x="23170" y="5986"/>
                  </a:lnTo>
                  <a:lnTo>
                    <a:pt x="23285" y="5947"/>
                  </a:lnTo>
                  <a:lnTo>
                    <a:pt x="23478" y="5870"/>
                  </a:lnTo>
                  <a:close/>
                  <a:moveTo>
                    <a:pt x="13207" y="6102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670" y="6333"/>
                  </a:lnTo>
                  <a:lnTo>
                    <a:pt x="13130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3"/>
                  </a:lnTo>
                  <a:lnTo>
                    <a:pt x="12628" y="6797"/>
                  </a:lnTo>
                  <a:lnTo>
                    <a:pt x="12628" y="6642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179"/>
                  </a:lnTo>
                  <a:lnTo>
                    <a:pt x="12975" y="6140"/>
                  </a:lnTo>
                  <a:lnTo>
                    <a:pt x="13091" y="6102"/>
                  </a:lnTo>
                  <a:close/>
                  <a:moveTo>
                    <a:pt x="22166" y="6565"/>
                  </a:moveTo>
                  <a:lnTo>
                    <a:pt x="22281" y="6604"/>
                  </a:lnTo>
                  <a:lnTo>
                    <a:pt x="22436" y="6681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1" y="7067"/>
                  </a:lnTo>
                  <a:lnTo>
                    <a:pt x="22899" y="7067"/>
                  </a:lnTo>
                  <a:lnTo>
                    <a:pt x="22976" y="7106"/>
                  </a:lnTo>
                  <a:lnTo>
                    <a:pt x="22938" y="7106"/>
                  </a:lnTo>
                  <a:lnTo>
                    <a:pt x="22552" y="7221"/>
                  </a:lnTo>
                  <a:lnTo>
                    <a:pt x="22166" y="7221"/>
                  </a:lnTo>
                  <a:lnTo>
                    <a:pt x="21779" y="7183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19"/>
                  </a:lnTo>
                  <a:lnTo>
                    <a:pt x="21779" y="6604"/>
                  </a:lnTo>
                  <a:lnTo>
                    <a:pt x="22011" y="6565"/>
                  </a:lnTo>
                  <a:close/>
                  <a:moveTo>
                    <a:pt x="12280" y="7376"/>
                  </a:moveTo>
                  <a:lnTo>
                    <a:pt x="12473" y="7415"/>
                  </a:lnTo>
                  <a:lnTo>
                    <a:pt x="12087" y="7955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24" y="8071"/>
                  </a:lnTo>
                  <a:lnTo>
                    <a:pt x="11624" y="7955"/>
                  </a:lnTo>
                  <a:lnTo>
                    <a:pt x="11662" y="7839"/>
                  </a:lnTo>
                  <a:lnTo>
                    <a:pt x="11701" y="7723"/>
                  </a:lnTo>
                  <a:lnTo>
                    <a:pt x="11778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26" y="7415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56" y="9422"/>
                  </a:lnTo>
                  <a:lnTo>
                    <a:pt x="2433" y="9461"/>
                  </a:lnTo>
                  <a:lnTo>
                    <a:pt x="2511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588" y="10002"/>
                  </a:lnTo>
                  <a:lnTo>
                    <a:pt x="2124" y="9886"/>
                  </a:lnTo>
                  <a:lnTo>
                    <a:pt x="1622" y="9886"/>
                  </a:lnTo>
                  <a:lnTo>
                    <a:pt x="1661" y="9731"/>
                  </a:lnTo>
                  <a:lnTo>
                    <a:pt x="1738" y="9616"/>
                  </a:lnTo>
                  <a:lnTo>
                    <a:pt x="1815" y="9538"/>
                  </a:lnTo>
                  <a:lnTo>
                    <a:pt x="1893" y="9461"/>
                  </a:lnTo>
                  <a:lnTo>
                    <a:pt x="2009" y="9384"/>
                  </a:lnTo>
                  <a:lnTo>
                    <a:pt x="2124" y="9345"/>
                  </a:lnTo>
                  <a:close/>
                  <a:moveTo>
                    <a:pt x="11624" y="8998"/>
                  </a:moveTo>
                  <a:lnTo>
                    <a:pt x="11469" y="9500"/>
                  </a:lnTo>
                  <a:lnTo>
                    <a:pt x="11315" y="10002"/>
                  </a:lnTo>
                  <a:lnTo>
                    <a:pt x="11238" y="10272"/>
                  </a:lnTo>
                  <a:lnTo>
                    <a:pt x="11044" y="10079"/>
                  </a:lnTo>
                  <a:lnTo>
                    <a:pt x="10967" y="9809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29" y="9422"/>
                  </a:lnTo>
                  <a:lnTo>
                    <a:pt x="11006" y="9307"/>
                  </a:lnTo>
                  <a:lnTo>
                    <a:pt x="11122" y="9152"/>
                  </a:lnTo>
                  <a:lnTo>
                    <a:pt x="11276" y="9036"/>
                  </a:lnTo>
                  <a:lnTo>
                    <a:pt x="11469" y="8998"/>
                  </a:lnTo>
                  <a:close/>
                  <a:moveTo>
                    <a:pt x="3746" y="9731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2" y="10118"/>
                  </a:lnTo>
                  <a:lnTo>
                    <a:pt x="4171" y="10233"/>
                  </a:lnTo>
                  <a:lnTo>
                    <a:pt x="4132" y="10388"/>
                  </a:lnTo>
                  <a:lnTo>
                    <a:pt x="4094" y="10504"/>
                  </a:lnTo>
                  <a:lnTo>
                    <a:pt x="4017" y="10620"/>
                  </a:lnTo>
                  <a:lnTo>
                    <a:pt x="3862" y="10542"/>
                  </a:lnTo>
                  <a:lnTo>
                    <a:pt x="3476" y="10311"/>
                  </a:lnTo>
                  <a:lnTo>
                    <a:pt x="3051" y="10156"/>
                  </a:lnTo>
                  <a:lnTo>
                    <a:pt x="3128" y="10002"/>
                  </a:lnTo>
                  <a:lnTo>
                    <a:pt x="3244" y="9924"/>
                  </a:lnTo>
                  <a:lnTo>
                    <a:pt x="3360" y="9809"/>
                  </a:lnTo>
                  <a:lnTo>
                    <a:pt x="3476" y="9770"/>
                  </a:lnTo>
                  <a:lnTo>
                    <a:pt x="3630" y="9731"/>
                  </a:lnTo>
                  <a:close/>
                  <a:moveTo>
                    <a:pt x="4827" y="10620"/>
                  </a:moveTo>
                  <a:lnTo>
                    <a:pt x="4905" y="10658"/>
                  </a:lnTo>
                  <a:lnTo>
                    <a:pt x="4982" y="10697"/>
                  </a:lnTo>
                  <a:lnTo>
                    <a:pt x="5059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59" y="11430"/>
                  </a:lnTo>
                  <a:lnTo>
                    <a:pt x="4403" y="10890"/>
                  </a:lnTo>
                  <a:lnTo>
                    <a:pt x="4441" y="10813"/>
                  </a:lnTo>
                  <a:lnTo>
                    <a:pt x="4480" y="10735"/>
                  </a:lnTo>
                  <a:lnTo>
                    <a:pt x="4634" y="10658"/>
                  </a:lnTo>
                  <a:lnTo>
                    <a:pt x="4827" y="10620"/>
                  </a:lnTo>
                  <a:close/>
                  <a:moveTo>
                    <a:pt x="11160" y="10620"/>
                  </a:moveTo>
                  <a:lnTo>
                    <a:pt x="10929" y="11199"/>
                  </a:lnTo>
                  <a:lnTo>
                    <a:pt x="10697" y="11739"/>
                  </a:lnTo>
                  <a:lnTo>
                    <a:pt x="10658" y="11701"/>
                  </a:lnTo>
                  <a:lnTo>
                    <a:pt x="10465" y="11508"/>
                  </a:lnTo>
                  <a:lnTo>
                    <a:pt x="10388" y="11315"/>
                  </a:lnTo>
                  <a:lnTo>
                    <a:pt x="10388" y="11122"/>
                  </a:lnTo>
                  <a:lnTo>
                    <a:pt x="10427" y="10967"/>
                  </a:lnTo>
                  <a:lnTo>
                    <a:pt x="10542" y="10774"/>
                  </a:lnTo>
                  <a:lnTo>
                    <a:pt x="10697" y="10658"/>
                  </a:lnTo>
                  <a:lnTo>
                    <a:pt x="10929" y="10620"/>
                  </a:lnTo>
                  <a:close/>
                  <a:moveTo>
                    <a:pt x="5947" y="11469"/>
                  </a:moveTo>
                  <a:lnTo>
                    <a:pt x="6063" y="11508"/>
                  </a:lnTo>
                  <a:lnTo>
                    <a:pt x="6140" y="11546"/>
                  </a:lnTo>
                  <a:lnTo>
                    <a:pt x="6218" y="11662"/>
                  </a:lnTo>
                  <a:lnTo>
                    <a:pt x="6295" y="11739"/>
                  </a:lnTo>
                  <a:lnTo>
                    <a:pt x="6372" y="11971"/>
                  </a:lnTo>
                  <a:lnTo>
                    <a:pt x="6411" y="12203"/>
                  </a:lnTo>
                  <a:lnTo>
                    <a:pt x="6372" y="12473"/>
                  </a:lnTo>
                  <a:lnTo>
                    <a:pt x="5870" y="12087"/>
                  </a:lnTo>
                  <a:lnTo>
                    <a:pt x="5407" y="11701"/>
                  </a:lnTo>
                  <a:lnTo>
                    <a:pt x="5445" y="11585"/>
                  </a:lnTo>
                  <a:lnTo>
                    <a:pt x="5523" y="11508"/>
                  </a:lnTo>
                  <a:lnTo>
                    <a:pt x="5638" y="11469"/>
                  </a:lnTo>
                  <a:close/>
                  <a:moveTo>
                    <a:pt x="10542" y="12048"/>
                  </a:moveTo>
                  <a:lnTo>
                    <a:pt x="10388" y="12280"/>
                  </a:lnTo>
                  <a:lnTo>
                    <a:pt x="10195" y="12550"/>
                  </a:lnTo>
                  <a:lnTo>
                    <a:pt x="9963" y="12743"/>
                  </a:lnTo>
                  <a:lnTo>
                    <a:pt x="9770" y="12936"/>
                  </a:lnTo>
                  <a:lnTo>
                    <a:pt x="9732" y="12859"/>
                  </a:lnTo>
                  <a:lnTo>
                    <a:pt x="9654" y="12666"/>
                  </a:lnTo>
                  <a:lnTo>
                    <a:pt x="9616" y="12473"/>
                  </a:lnTo>
                  <a:lnTo>
                    <a:pt x="9693" y="12319"/>
                  </a:lnTo>
                  <a:lnTo>
                    <a:pt x="9809" y="12203"/>
                  </a:lnTo>
                  <a:lnTo>
                    <a:pt x="9963" y="12126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37" y="12473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01" y="12821"/>
                  </a:lnTo>
                  <a:lnTo>
                    <a:pt x="7878" y="13014"/>
                  </a:lnTo>
                  <a:lnTo>
                    <a:pt x="7839" y="13207"/>
                  </a:lnTo>
                  <a:lnTo>
                    <a:pt x="7299" y="13014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44" y="12512"/>
                  </a:lnTo>
                  <a:lnTo>
                    <a:pt x="7337" y="12473"/>
                  </a:lnTo>
                  <a:close/>
                  <a:moveTo>
                    <a:pt x="8843" y="12628"/>
                  </a:moveTo>
                  <a:lnTo>
                    <a:pt x="8921" y="12666"/>
                  </a:lnTo>
                  <a:lnTo>
                    <a:pt x="9075" y="12743"/>
                  </a:lnTo>
                  <a:lnTo>
                    <a:pt x="9191" y="12936"/>
                  </a:lnTo>
                  <a:lnTo>
                    <a:pt x="9230" y="13130"/>
                  </a:lnTo>
                  <a:lnTo>
                    <a:pt x="9230" y="13207"/>
                  </a:lnTo>
                  <a:lnTo>
                    <a:pt x="9036" y="13245"/>
                  </a:lnTo>
                  <a:lnTo>
                    <a:pt x="8805" y="13284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03" y="13014"/>
                  </a:lnTo>
                  <a:lnTo>
                    <a:pt x="8419" y="12821"/>
                  </a:lnTo>
                  <a:lnTo>
                    <a:pt x="8534" y="12666"/>
                  </a:lnTo>
                  <a:lnTo>
                    <a:pt x="8650" y="12628"/>
                  </a:lnTo>
                  <a:close/>
                  <a:moveTo>
                    <a:pt x="22861" y="0"/>
                  </a:moveTo>
                  <a:lnTo>
                    <a:pt x="22822" y="78"/>
                  </a:lnTo>
                  <a:lnTo>
                    <a:pt x="22745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783" y="387"/>
                  </a:lnTo>
                  <a:lnTo>
                    <a:pt x="22822" y="387"/>
                  </a:lnTo>
                  <a:lnTo>
                    <a:pt x="22861" y="464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668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22" y="2240"/>
                  </a:lnTo>
                  <a:lnTo>
                    <a:pt x="23015" y="2395"/>
                  </a:lnTo>
                  <a:lnTo>
                    <a:pt x="23247" y="2472"/>
                  </a:lnTo>
                  <a:lnTo>
                    <a:pt x="23478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24" y="3244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862"/>
                  </a:lnTo>
                  <a:lnTo>
                    <a:pt x="23942" y="4016"/>
                  </a:lnTo>
                  <a:lnTo>
                    <a:pt x="23710" y="4209"/>
                  </a:lnTo>
                  <a:lnTo>
                    <a:pt x="23556" y="4480"/>
                  </a:lnTo>
                  <a:lnTo>
                    <a:pt x="23440" y="4750"/>
                  </a:lnTo>
                  <a:lnTo>
                    <a:pt x="23440" y="4866"/>
                  </a:lnTo>
                  <a:lnTo>
                    <a:pt x="23440" y="5020"/>
                  </a:lnTo>
                  <a:lnTo>
                    <a:pt x="23478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70" y="5561"/>
                  </a:lnTo>
                  <a:lnTo>
                    <a:pt x="22938" y="5677"/>
                  </a:lnTo>
                  <a:lnTo>
                    <a:pt x="22783" y="5870"/>
                  </a:lnTo>
                  <a:lnTo>
                    <a:pt x="22668" y="6102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1972" y="6217"/>
                  </a:lnTo>
                  <a:lnTo>
                    <a:pt x="21741" y="6256"/>
                  </a:lnTo>
                  <a:lnTo>
                    <a:pt x="21509" y="6411"/>
                  </a:lnTo>
                  <a:lnTo>
                    <a:pt x="21316" y="6565"/>
                  </a:lnTo>
                  <a:lnTo>
                    <a:pt x="21200" y="6758"/>
                  </a:lnTo>
                  <a:lnTo>
                    <a:pt x="21084" y="6449"/>
                  </a:lnTo>
                  <a:lnTo>
                    <a:pt x="20930" y="6140"/>
                  </a:lnTo>
                  <a:lnTo>
                    <a:pt x="20853" y="5986"/>
                  </a:lnTo>
                  <a:lnTo>
                    <a:pt x="20698" y="5870"/>
                  </a:lnTo>
                  <a:lnTo>
                    <a:pt x="20582" y="5793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42" y="5793"/>
                  </a:lnTo>
                  <a:lnTo>
                    <a:pt x="19887" y="5831"/>
                  </a:lnTo>
                  <a:lnTo>
                    <a:pt x="19733" y="5947"/>
                  </a:lnTo>
                  <a:lnTo>
                    <a:pt x="19694" y="5715"/>
                  </a:lnTo>
                  <a:lnTo>
                    <a:pt x="19617" y="5484"/>
                  </a:lnTo>
                  <a:lnTo>
                    <a:pt x="19462" y="5291"/>
                  </a:lnTo>
                  <a:lnTo>
                    <a:pt x="19347" y="5213"/>
                  </a:lnTo>
                  <a:lnTo>
                    <a:pt x="19231" y="5175"/>
                  </a:lnTo>
                  <a:lnTo>
                    <a:pt x="19038" y="5136"/>
                  </a:lnTo>
                  <a:lnTo>
                    <a:pt x="18806" y="5175"/>
                  </a:lnTo>
                  <a:lnTo>
                    <a:pt x="18613" y="5252"/>
                  </a:lnTo>
                  <a:lnTo>
                    <a:pt x="18458" y="5407"/>
                  </a:lnTo>
                  <a:lnTo>
                    <a:pt x="18458" y="5252"/>
                  </a:lnTo>
                  <a:lnTo>
                    <a:pt x="18420" y="5098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7" y="4557"/>
                  </a:lnTo>
                  <a:lnTo>
                    <a:pt x="17802" y="4518"/>
                  </a:lnTo>
                  <a:lnTo>
                    <a:pt x="17493" y="4518"/>
                  </a:lnTo>
                  <a:lnTo>
                    <a:pt x="17377" y="4557"/>
                  </a:lnTo>
                  <a:lnTo>
                    <a:pt x="17223" y="4634"/>
                  </a:lnTo>
                  <a:lnTo>
                    <a:pt x="17107" y="4711"/>
                  </a:lnTo>
                  <a:lnTo>
                    <a:pt x="17030" y="4827"/>
                  </a:lnTo>
                  <a:lnTo>
                    <a:pt x="16875" y="5059"/>
                  </a:lnTo>
                  <a:lnTo>
                    <a:pt x="16759" y="4905"/>
                  </a:lnTo>
                  <a:lnTo>
                    <a:pt x="16605" y="4789"/>
                  </a:lnTo>
                  <a:lnTo>
                    <a:pt x="16451" y="4673"/>
                  </a:lnTo>
                  <a:lnTo>
                    <a:pt x="16257" y="4634"/>
                  </a:lnTo>
                  <a:lnTo>
                    <a:pt x="16103" y="4634"/>
                  </a:lnTo>
                  <a:lnTo>
                    <a:pt x="15910" y="4673"/>
                  </a:lnTo>
                  <a:lnTo>
                    <a:pt x="15755" y="4750"/>
                  </a:lnTo>
                  <a:lnTo>
                    <a:pt x="15640" y="4827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291"/>
                  </a:lnTo>
                  <a:lnTo>
                    <a:pt x="15374" y="5460"/>
                  </a:lnTo>
                  <a:lnTo>
                    <a:pt x="15331" y="5329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597" y="4943"/>
                  </a:lnTo>
                  <a:lnTo>
                    <a:pt x="14404" y="4943"/>
                  </a:lnTo>
                  <a:lnTo>
                    <a:pt x="14249" y="5020"/>
                  </a:lnTo>
                  <a:lnTo>
                    <a:pt x="14134" y="5098"/>
                  </a:lnTo>
                  <a:lnTo>
                    <a:pt x="14018" y="5175"/>
                  </a:lnTo>
                  <a:lnTo>
                    <a:pt x="13941" y="5291"/>
                  </a:lnTo>
                  <a:lnTo>
                    <a:pt x="13825" y="5522"/>
                  </a:lnTo>
                  <a:lnTo>
                    <a:pt x="13747" y="5831"/>
                  </a:lnTo>
                  <a:lnTo>
                    <a:pt x="13593" y="5754"/>
                  </a:lnTo>
                  <a:lnTo>
                    <a:pt x="13361" y="5677"/>
                  </a:lnTo>
                  <a:lnTo>
                    <a:pt x="13130" y="5677"/>
                  </a:lnTo>
                  <a:lnTo>
                    <a:pt x="12937" y="5715"/>
                  </a:lnTo>
                  <a:lnTo>
                    <a:pt x="12705" y="5831"/>
                  </a:lnTo>
                  <a:lnTo>
                    <a:pt x="12589" y="5947"/>
                  </a:lnTo>
                  <a:lnTo>
                    <a:pt x="12473" y="6063"/>
                  </a:lnTo>
                  <a:lnTo>
                    <a:pt x="12396" y="6217"/>
                  </a:lnTo>
                  <a:lnTo>
                    <a:pt x="12357" y="6333"/>
                  </a:lnTo>
                  <a:lnTo>
                    <a:pt x="12319" y="6526"/>
                  </a:lnTo>
                  <a:lnTo>
                    <a:pt x="12319" y="6681"/>
                  </a:lnTo>
                  <a:lnTo>
                    <a:pt x="12357" y="6835"/>
                  </a:lnTo>
                  <a:lnTo>
                    <a:pt x="12396" y="6990"/>
                  </a:lnTo>
                  <a:lnTo>
                    <a:pt x="12126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469" y="7376"/>
                  </a:lnTo>
                  <a:lnTo>
                    <a:pt x="11392" y="7530"/>
                  </a:lnTo>
                  <a:lnTo>
                    <a:pt x="11315" y="7685"/>
                  </a:lnTo>
                  <a:lnTo>
                    <a:pt x="11276" y="7839"/>
                  </a:lnTo>
                  <a:lnTo>
                    <a:pt x="11276" y="7994"/>
                  </a:lnTo>
                  <a:lnTo>
                    <a:pt x="11276" y="8148"/>
                  </a:lnTo>
                  <a:lnTo>
                    <a:pt x="11315" y="8303"/>
                  </a:lnTo>
                  <a:lnTo>
                    <a:pt x="11392" y="8457"/>
                  </a:lnTo>
                  <a:lnTo>
                    <a:pt x="11469" y="8573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20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02"/>
                  </a:lnTo>
                  <a:lnTo>
                    <a:pt x="10851" y="10233"/>
                  </a:lnTo>
                  <a:lnTo>
                    <a:pt x="10620" y="10272"/>
                  </a:lnTo>
                  <a:lnTo>
                    <a:pt x="10388" y="10388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40" y="11006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56" y="11701"/>
                  </a:lnTo>
                  <a:lnTo>
                    <a:pt x="9925" y="11739"/>
                  </a:lnTo>
                  <a:lnTo>
                    <a:pt x="9693" y="11817"/>
                  </a:lnTo>
                  <a:lnTo>
                    <a:pt x="9500" y="11971"/>
                  </a:lnTo>
                  <a:lnTo>
                    <a:pt x="9423" y="12087"/>
                  </a:lnTo>
                  <a:lnTo>
                    <a:pt x="9345" y="12203"/>
                  </a:lnTo>
                  <a:lnTo>
                    <a:pt x="9307" y="12319"/>
                  </a:lnTo>
                  <a:lnTo>
                    <a:pt x="9307" y="12473"/>
                  </a:lnTo>
                  <a:lnTo>
                    <a:pt x="9152" y="12357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689" y="12280"/>
                  </a:lnTo>
                  <a:lnTo>
                    <a:pt x="8534" y="12319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48" y="12705"/>
                  </a:lnTo>
                  <a:lnTo>
                    <a:pt x="8071" y="12550"/>
                  </a:lnTo>
                  <a:lnTo>
                    <a:pt x="7994" y="12434"/>
                  </a:lnTo>
                  <a:lnTo>
                    <a:pt x="7839" y="12319"/>
                  </a:lnTo>
                  <a:lnTo>
                    <a:pt x="7724" y="12241"/>
                  </a:lnTo>
                  <a:lnTo>
                    <a:pt x="7453" y="12164"/>
                  </a:lnTo>
                  <a:lnTo>
                    <a:pt x="7222" y="12164"/>
                  </a:lnTo>
                  <a:lnTo>
                    <a:pt x="6990" y="12241"/>
                  </a:lnTo>
                  <a:lnTo>
                    <a:pt x="6758" y="12396"/>
                  </a:lnTo>
                  <a:lnTo>
                    <a:pt x="6758" y="12048"/>
                  </a:lnTo>
                  <a:lnTo>
                    <a:pt x="6720" y="11855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488" y="11392"/>
                  </a:lnTo>
                  <a:lnTo>
                    <a:pt x="6372" y="11276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870" y="11122"/>
                  </a:lnTo>
                  <a:lnTo>
                    <a:pt x="5677" y="11160"/>
                  </a:lnTo>
                  <a:lnTo>
                    <a:pt x="5523" y="11199"/>
                  </a:lnTo>
                  <a:lnTo>
                    <a:pt x="5523" y="10967"/>
                  </a:lnTo>
                  <a:lnTo>
                    <a:pt x="5445" y="10697"/>
                  </a:lnTo>
                  <a:lnTo>
                    <a:pt x="5291" y="10504"/>
                  </a:lnTo>
                  <a:lnTo>
                    <a:pt x="5214" y="10426"/>
                  </a:lnTo>
                  <a:lnTo>
                    <a:pt x="5098" y="10349"/>
                  </a:lnTo>
                  <a:lnTo>
                    <a:pt x="4943" y="10311"/>
                  </a:lnTo>
                  <a:lnTo>
                    <a:pt x="4673" y="10311"/>
                  </a:lnTo>
                  <a:lnTo>
                    <a:pt x="4519" y="10349"/>
                  </a:lnTo>
                  <a:lnTo>
                    <a:pt x="4519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22"/>
                  </a:lnTo>
                  <a:lnTo>
                    <a:pt x="3553" y="9422"/>
                  </a:lnTo>
                  <a:lnTo>
                    <a:pt x="3399" y="9461"/>
                  </a:lnTo>
                  <a:lnTo>
                    <a:pt x="3244" y="9538"/>
                  </a:lnTo>
                  <a:lnTo>
                    <a:pt x="3128" y="9616"/>
                  </a:lnTo>
                  <a:lnTo>
                    <a:pt x="2974" y="9731"/>
                  </a:lnTo>
                  <a:lnTo>
                    <a:pt x="2974" y="9616"/>
                  </a:lnTo>
                  <a:lnTo>
                    <a:pt x="2897" y="9422"/>
                  </a:lnTo>
                  <a:lnTo>
                    <a:pt x="2742" y="9268"/>
                  </a:lnTo>
                  <a:lnTo>
                    <a:pt x="2588" y="9114"/>
                  </a:lnTo>
                  <a:lnTo>
                    <a:pt x="2433" y="9036"/>
                  </a:lnTo>
                  <a:lnTo>
                    <a:pt x="2202" y="8998"/>
                  </a:lnTo>
                  <a:lnTo>
                    <a:pt x="2009" y="8998"/>
                  </a:lnTo>
                  <a:lnTo>
                    <a:pt x="1815" y="9075"/>
                  </a:lnTo>
                  <a:lnTo>
                    <a:pt x="1661" y="9191"/>
                  </a:lnTo>
                  <a:lnTo>
                    <a:pt x="1545" y="9345"/>
                  </a:lnTo>
                  <a:lnTo>
                    <a:pt x="1429" y="9500"/>
                  </a:lnTo>
                  <a:lnTo>
                    <a:pt x="1352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889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48" y="10426"/>
                  </a:lnTo>
                  <a:lnTo>
                    <a:pt x="232" y="10581"/>
                  </a:lnTo>
                  <a:lnTo>
                    <a:pt x="78" y="10890"/>
                  </a:lnTo>
                  <a:lnTo>
                    <a:pt x="1" y="11199"/>
                  </a:lnTo>
                  <a:lnTo>
                    <a:pt x="1" y="11546"/>
                  </a:lnTo>
                  <a:lnTo>
                    <a:pt x="39" y="11894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8" y="12782"/>
                  </a:lnTo>
                  <a:lnTo>
                    <a:pt x="773" y="12898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13" y="13130"/>
                  </a:lnTo>
                  <a:lnTo>
                    <a:pt x="1700" y="13168"/>
                  </a:lnTo>
                  <a:lnTo>
                    <a:pt x="2086" y="13091"/>
                  </a:lnTo>
                  <a:lnTo>
                    <a:pt x="2472" y="12975"/>
                  </a:lnTo>
                  <a:lnTo>
                    <a:pt x="2781" y="12782"/>
                  </a:lnTo>
                  <a:lnTo>
                    <a:pt x="3090" y="12512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15" y="11932"/>
                  </a:lnTo>
                  <a:lnTo>
                    <a:pt x="3515" y="11817"/>
                  </a:lnTo>
                  <a:lnTo>
                    <a:pt x="3437" y="11739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8" y="12434"/>
                  </a:lnTo>
                  <a:lnTo>
                    <a:pt x="2317" y="12550"/>
                  </a:lnTo>
                  <a:lnTo>
                    <a:pt x="2009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20" y="12550"/>
                  </a:lnTo>
                  <a:lnTo>
                    <a:pt x="966" y="12434"/>
                  </a:lnTo>
                  <a:lnTo>
                    <a:pt x="812" y="12319"/>
                  </a:lnTo>
                  <a:lnTo>
                    <a:pt x="696" y="12203"/>
                  </a:lnTo>
                  <a:lnTo>
                    <a:pt x="580" y="12048"/>
                  </a:lnTo>
                  <a:lnTo>
                    <a:pt x="541" y="11855"/>
                  </a:lnTo>
                  <a:lnTo>
                    <a:pt x="503" y="11701"/>
                  </a:lnTo>
                  <a:lnTo>
                    <a:pt x="464" y="11546"/>
                  </a:lnTo>
                  <a:lnTo>
                    <a:pt x="464" y="11353"/>
                  </a:lnTo>
                  <a:lnTo>
                    <a:pt x="503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889" y="10620"/>
                  </a:lnTo>
                  <a:lnTo>
                    <a:pt x="1043" y="10504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00" y="10349"/>
                  </a:lnTo>
                  <a:lnTo>
                    <a:pt x="2279" y="10349"/>
                  </a:lnTo>
                  <a:lnTo>
                    <a:pt x="2588" y="10426"/>
                  </a:lnTo>
                  <a:lnTo>
                    <a:pt x="2858" y="10504"/>
                  </a:lnTo>
                  <a:lnTo>
                    <a:pt x="3128" y="10620"/>
                  </a:lnTo>
                  <a:lnTo>
                    <a:pt x="3630" y="10928"/>
                  </a:lnTo>
                  <a:lnTo>
                    <a:pt x="4132" y="11276"/>
                  </a:lnTo>
                  <a:lnTo>
                    <a:pt x="4634" y="11662"/>
                  </a:lnTo>
                  <a:lnTo>
                    <a:pt x="5523" y="12396"/>
                  </a:lnTo>
                  <a:lnTo>
                    <a:pt x="5870" y="12666"/>
                  </a:lnTo>
                  <a:lnTo>
                    <a:pt x="6256" y="12936"/>
                  </a:lnTo>
                  <a:lnTo>
                    <a:pt x="6681" y="13207"/>
                  </a:lnTo>
                  <a:lnTo>
                    <a:pt x="7106" y="13400"/>
                  </a:lnTo>
                  <a:lnTo>
                    <a:pt x="7530" y="13593"/>
                  </a:lnTo>
                  <a:lnTo>
                    <a:pt x="7994" y="13709"/>
                  </a:lnTo>
                  <a:lnTo>
                    <a:pt x="8419" y="13786"/>
                  </a:lnTo>
                  <a:lnTo>
                    <a:pt x="8921" y="13786"/>
                  </a:lnTo>
                  <a:lnTo>
                    <a:pt x="9345" y="13670"/>
                  </a:lnTo>
                  <a:lnTo>
                    <a:pt x="9693" y="13554"/>
                  </a:lnTo>
                  <a:lnTo>
                    <a:pt x="10040" y="13323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890" y="12473"/>
                  </a:lnTo>
                  <a:lnTo>
                    <a:pt x="11122" y="12087"/>
                  </a:lnTo>
                  <a:lnTo>
                    <a:pt x="11315" y="11739"/>
                  </a:lnTo>
                  <a:lnTo>
                    <a:pt x="11508" y="11199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075"/>
                  </a:lnTo>
                  <a:lnTo>
                    <a:pt x="12319" y="8573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45" y="7299"/>
                  </a:lnTo>
                  <a:lnTo>
                    <a:pt x="13632" y="6951"/>
                  </a:lnTo>
                  <a:lnTo>
                    <a:pt x="14018" y="6681"/>
                  </a:lnTo>
                  <a:lnTo>
                    <a:pt x="14443" y="6449"/>
                  </a:lnTo>
                  <a:lnTo>
                    <a:pt x="14867" y="6256"/>
                  </a:lnTo>
                  <a:lnTo>
                    <a:pt x="15331" y="6102"/>
                  </a:lnTo>
                  <a:lnTo>
                    <a:pt x="15794" y="5986"/>
                  </a:lnTo>
                  <a:lnTo>
                    <a:pt x="16296" y="5909"/>
                  </a:lnTo>
                  <a:lnTo>
                    <a:pt x="16875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08"/>
                  </a:lnTo>
                  <a:lnTo>
                    <a:pt x="21741" y="7723"/>
                  </a:lnTo>
                  <a:lnTo>
                    <a:pt x="22127" y="7762"/>
                  </a:lnTo>
                  <a:lnTo>
                    <a:pt x="22552" y="7723"/>
                  </a:lnTo>
                  <a:lnTo>
                    <a:pt x="22976" y="7646"/>
                  </a:lnTo>
                  <a:lnTo>
                    <a:pt x="23363" y="7492"/>
                  </a:lnTo>
                  <a:lnTo>
                    <a:pt x="23710" y="7260"/>
                  </a:lnTo>
                  <a:lnTo>
                    <a:pt x="24058" y="6990"/>
                  </a:lnTo>
                  <a:lnTo>
                    <a:pt x="24328" y="6642"/>
                  </a:lnTo>
                  <a:lnTo>
                    <a:pt x="24560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46" y="5059"/>
                  </a:lnTo>
                  <a:lnTo>
                    <a:pt x="24984" y="4634"/>
                  </a:lnTo>
                  <a:lnTo>
                    <a:pt x="24984" y="4171"/>
                  </a:lnTo>
                  <a:lnTo>
                    <a:pt x="24946" y="3707"/>
                  </a:lnTo>
                  <a:lnTo>
                    <a:pt x="24869" y="3283"/>
                  </a:lnTo>
                  <a:lnTo>
                    <a:pt x="24753" y="2819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45"/>
                  </a:lnTo>
                  <a:lnTo>
                    <a:pt x="24019" y="1159"/>
                  </a:lnTo>
                  <a:lnTo>
                    <a:pt x="23787" y="811"/>
                  </a:lnTo>
                  <a:lnTo>
                    <a:pt x="23942" y="348"/>
                  </a:lnTo>
                  <a:lnTo>
                    <a:pt x="23556" y="232"/>
                  </a:lnTo>
                  <a:lnTo>
                    <a:pt x="23170" y="78"/>
                  </a:lnTo>
                  <a:lnTo>
                    <a:pt x="23131" y="39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3"/>
            <p:cNvSpPr/>
            <p:nvPr/>
          </p:nvSpPr>
          <p:spPr>
            <a:xfrm>
              <a:off x="5955050" y="3275975"/>
              <a:ext cx="152550" cy="277075"/>
            </a:xfrm>
            <a:custGeom>
              <a:avLst/>
              <a:gdLst/>
              <a:ahLst/>
              <a:cxnLst/>
              <a:rect l="l" t="t" r="r" b="b"/>
              <a:pathLst>
                <a:path w="6102" h="11083" extrusionOk="0">
                  <a:moveTo>
                    <a:pt x="3553" y="0"/>
                  </a:moveTo>
                  <a:lnTo>
                    <a:pt x="3398" y="463"/>
                  </a:lnTo>
                  <a:lnTo>
                    <a:pt x="3746" y="656"/>
                  </a:lnTo>
                  <a:lnTo>
                    <a:pt x="4093" y="888"/>
                  </a:lnTo>
                  <a:lnTo>
                    <a:pt x="4364" y="1158"/>
                  </a:lnTo>
                  <a:lnTo>
                    <a:pt x="4634" y="1467"/>
                  </a:lnTo>
                  <a:lnTo>
                    <a:pt x="4866" y="1776"/>
                  </a:lnTo>
                  <a:lnTo>
                    <a:pt x="5059" y="2124"/>
                  </a:lnTo>
                  <a:lnTo>
                    <a:pt x="5213" y="2471"/>
                  </a:lnTo>
                  <a:lnTo>
                    <a:pt x="5368" y="2819"/>
                  </a:lnTo>
                  <a:lnTo>
                    <a:pt x="5445" y="3205"/>
                  </a:lnTo>
                  <a:lnTo>
                    <a:pt x="5522" y="3630"/>
                  </a:lnTo>
                  <a:lnTo>
                    <a:pt x="5561" y="4016"/>
                  </a:lnTo>
                  <a:lnTo>
                    <a:pt x="5561" y="4441"/>
                  </a:lnTo>
                  <a:lnTo>
                    <a:pt x="5561" y="4827"/>
                  </a:lnTo>
                  <a:lnTo>
                    <a:pt x="5522" y="5252"/>
                  </a:lnTo>
                  <a:lnTo>
                    <a:pt x="5406" y="5638"/>
                  </a:lnTo>
                  <a:lnTo>
                    <a:pt x="5290" y="6024"/>
                  </a:lnTo>
                  <a:lnTo>
                    <a:pt x="5136" y="6449"/>
                  </a:lnTo>
                  <a:lnTo>
                    <a:pt x="4943" y="6873"/>
                  </a:lnTo>
                  <a:lnTo>
                    <a:pt x="4711" y="7298"/>
                  </a:lnTo>
                  <a:lnTo>
                    <a:pt x="4480" y="7684"/>
                  </a:lnTo>
                  <a:lnTo>
                    <a:pt x="4209" y="8070"/>
                  </a:lnTo>
                  <a:lnTo>
                    <a:pt x="3900" y="8418"/>
                  </a:lnTo>
                  <a:lnTo>
                    <a:pt x="3591" y="8727"/>
                  </a:lnTo>
                  <a:lnTo>
                    <a:pt x="3244" y="9036"/>
                  </a:lnTo>
                  <a:lnTo>
                    <a:pt x="2896" y="9345"/>
                  </a:lnTo>
                  <a:lnTo>
                    <a:pt x="2549" y="9615"/>
                  </a:lnTo>
                  <a:lnTo>
                    <a:pt x="2124" y="9847"/>
                  </a:lnTo>
                  <a:lnTo>
                    <a:pt x="1738" y="10078"/>
                  </a:lnTo>
                  <a:lnTo>
                    <a:pt x="1313" y="10272"/>
                  </a:lnTo>
                  <a:lnTo>
                    <a:pt x="888" y="10426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7" y="11082"/>
                  </a:lnTo>
                  <a:lnTo>
                    <a:pt x="579" y="10967"/>
                  </a:lnTo>
                  <a:lnTo>
                    <a:pt x="1081" y="10851"/>
                  </a:lnTo>
                  <a:lnTo>
                    <a:pt x="1583" y="10696"/>
                  </a:lnTo>
                  <a:lnTo>
                    <a:pt x="2047" y="10465"/>
                  </a:lnTo>
                  <a:lnTo>
                    <a:pt x="2510" y="10233"/>
                  </a:lnTo>
                  <a:lnTo>
                    <a:pt x="2935" y="9963"/>
                  </a:lnTo>
                  <a:lnTo>
                    <a:pt x="3360" y="9654"/>
                  </a:lnTo>
                  <a:lnTo>
                    <a:pt x="3784" y="9306"/>
                  </a:lnTo>
                  <a:lnTo>
                    <a:pt x="4132" y="8959"/>
                  </a:lnTo>
                  <a:lnTo>
                    <a:pt x="4480" y="8572"/>
                  </a:lnTo>
                  <a:lnTo>
                    <a:pt x="4788" y="8148"/>
                  </a:lnTo>
                  <a:lnTo>
                    <a:pt x="5097" y="7723"/>
                  </a:lnTo>
                  <a:lnTo>
                    <a:pt x="5329" y="7260"/>
                  </a:lnTo>
                  <a:lnTo>
                    <a:pt x="5561" y="6796"/>
                  </a:lnTo>
                  <a:lnTo>
                    <a:pt x="5754" y="6294"/>
                  </a:lnTo>
                  <a:lnTo>
                    <a:pt x="5908" y="5792"/>
                  </a:lnTo>
                  <a:lnTo>
                    <a:pt x="5986" y="5367"/>
                  </a:lnTo>
                  <a:lnTo>
                    <a:pt x="6063" y="4943"/>
                  </a:lnTo>
                  <a:lnTo>
                    <a:pt x="6101" y="4518"/>
                  </a:lnTo>
                  <a:lnTo>
                    <a:pt x="6063" y="4093"/>
                  </a:lnTo>
                  <a:lnTo>
                    <a:pt x="6024" y="3668"/>
                  </a:lnTo>
                  <a:lnTo>
                    <a:pt x="5986" y="3244"/>
                  </a:lnTo>
                  <a:lnTo>
                    <a:pt x="5870" y="2858"/>
                  </a:lnTo>
                  <a:lnTo>
                    <a:pt x="5715" y="2433"/>
                  </a:lnTo>
                  <a:lnTo>
                    <a:pt x="5561" y="2047"/>
                  </a:lnTo>
                  <a:lnTo>
                    <a:pt x="5368" y="1699"/>
                  </a:lnTo>
                  <a:lnTo>
                    <a:pt x="5136" y="1352"/>
                  </a:lnTo>
                  <a:lnTo>
                    <a:pt x="4866" y="1043"/>
                  </a:lnTo>
                  <a:lnTo>
                    <a:pt x="4595" y="734"/>
                  </a:lnTo>
                  <a:lnTo>
                    <a:pt x="4286" y="463"/>
                  </a:lnTo>
                  <a:lnTo>
                    <a:pt x="3939" y="232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3"/>
            <p:cNvSpPr/>
            <p:nvPr/>
          </p:nvSpPr>
          <p:spPr>
            <a:xfrm>
              <a:off x="369400" y="3292375"/>
              <a:ext cx="35750" cy="31875"/>
            </a:xfrm>
            <a:custGeom>
              <a:avLst/>
              <a:gdLst/>
              <a:ahLst/>
              <a:cxnLst/>
              <a:rect l="l" t="t" r="r" b="b"/>
              <a:pathLst>
                <a:path w="1430" h="1275" extrusionOk="0">
                  <a:moveTo>
                    <a:pt x="618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1"/>
                  </a:lnTo>
                  <a:lnTo>
                    <a:pt x="39" y="464"/>
                  </a:lnTo>
                  <a:lnTo>
                    <a:pt x="1" y="657"/>
                  </a:lnTo>
                  <a:lnTo>
                    <a:pt x="39" y="850"/>
                  </a:lnTo>
                  <a:lnTo>
                    <a:pt x="116" y="1004"/>
                  </a:lnTo>
                  <a:lnTo>
                    <a:pt x="271" y="1159"/>
                  </a:lnTo>
                  <a:lnTo>
                    <a:pt x="425" y="1236"/>
                  </a:lnTo>
                  <a:lnTo>
                    <a:pt x="618" y="1275"/>
                  </a:lnTo>
                  <a:lnTo>
                    <a:pt x="812" y="1236"/>
                  </a:lnTo>
                  <a:lnTo>
                    <a:pt x="850" y="1198"/>
                  </a:lnTo>
                  <a:lnTo>
                    <a:pt x="889" y="1120"/>
                  </a:lnTo>
                  <a:lnTo>
                    <a:pt x="812" y="1043"/>
                  </a:lnTo>
                  <a:lnTo>
                    <a:pt x="734" y="1004"/>
                  </a:lnTo>
                  <a:lnTo>
                    <a:pt x="657" y="1004"/>
                  </a:lnTo>
                  <a:lnTo>
                    <a:pt x="541" y="966"/>
                  </a:lnTo>
                  <a:lnTo>
                    <a:pt x="464" y="889"/>
                  </a:lnTo>
                  <a:lnTo>
                    <a:pt x="425" y="811"/>
                  </a:lnTo>
                  <a:lnTo>
                    <a:pt x="387" y="696"/>
                  </a:lnTo>
                  <a:lnTo>
                    <a:pt x="425" y="618"/>
                  </a:lnTo>
                  <a:lnTo>
                    <a:pt x="464" y="502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812" y="387"/>
                  </a:lnTo>
                  <a:lnTo>
                    <a:pt x="927" y="464"/>
                  </a:lnTo>
                  <a:lnTo>
                    <a:pt x="1082" y="618"/>
                  </a:lnTo>
                  <a:lnTo>
                    <a:pt x="1198" y="657"/>
                  </a:lnTo>
                  <a:lnTo>
                    <a:pt x="1275" y="696"/>
                  </a:lnTo>
                  <a:lnTo>
                    <a:pt x="1352" y="696"/>
                  </a:lnTo>
                  <a:lnTo>
                    <a:pt x="1391" y="657"/>
                  </a:lnTo>
                  <a:lnTo>
                    <a:pt x="1429" y="541"/>
                  </a:lnTo>
                  <a:lnTo>
                    <a:pt x="1391" y="464"/>
                  </a:lnTo>
                  <a:lnTo>
                    <a:pt x="1352" y="348"/>
                  </a:lnTo>
                  <a:lnTo>
                    <a:pt x="1198" y="194"/>
                  </a:lnTo>
                  <a:lnTo>
                    <a:pt x="1005" y="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3"/>
            <p:cNvSpPr/>
            <p:nvPr/>
          </p:nvSpPr>
          <p:spPr>
            <a:xfrm>
              <a:off x="6549700" y="3335825"/>
              <a:ext cx="85000" cy="94625"/>
            </a:xfrm>
            <a:custGeom>
              <a:avLst/>
              <a:gdLst/>
              <a:ahLst/>
              <a:cxnLst/>
              <a:rect l="l" t="t" r="r" b="b"/>
              <a:pathLst>
                <a:path w="3400" h="3785" extrusionOk="0">
                  <a:moveTo>
                    <a:pt x="78" y="0"/>
                  </a:moveTo>
                  <a:lnTo>
                    <a:pt x="1" y="77"/>
                  </a:lnTo>
                  <a:lnTo>
                    <a:pt x="1" y="116"/>
                  </a:lnTo>
                  <a:lnTo>
                    <a:pt x="349" y="888"/>
                  </a:lnTo>
                  <a:lnTo>
                    <a:pt x="812" y="1661"/>
                  </a:lnTo>
                  <a:lnTo>
                    <a:pt x="1275" y="2394"/>
                  </a:lnTo>
                  <a:lnTo>
                    <a:pt x="1739" y="3089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4"/>
                  </a:lnTo>
                  <a:lnTo>
                    <a:pt x="3013" y="3707"/>
                  </a:lnTo>
                  <a:lnTo>
                    <a:pt x="3206" y="3591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89"/>
                  </a:lnTo>
                  <a:lnTo>
                    <a:pt x="3399" y="2896"/>
                  </a:lnTo>
                  <a:lnTo>
                    <a:pt x="3360" y="2703"/>
                  </a:lnTo>
                  <a:lnTo>
                    <a:pt x="3283" y="2510"/>
                  </a:lnTo>
                  <a:lnTo>
                    <a:pt x="3129" y="2163"/>
                  </a:lnTo>
                  <a:lnTo>
                    <a:pt x="2936" y="2240"/>
                  </a:lnTo>
                  <a:lnTo>
                    <a:pt x="3052" y="2587"/>
                  </a:lnTo>
                  <a:lnTo>
                    <a:pt x="3090" y="2742"/>
                  </a:lnTo>
                  <a:lnTo>
                    <a:pt x="3129" y="2858"/>
                  </a:lnTo>
                  <a:lnTo>
                    <a:pt x="2897" y="3012"/>
                  </a:lnTo>
                  <a:lnTo>
                    <a:pt x="2665" y="3128"/>
                  </a:lnTo>
                  <a:lnTo>
                    <a:pt x="2511" y="3205"/>
                  </a:lnTo>
                  <a:lnTo>
                    <a:pt x="2318" y="3205"/>
                  </a:lnTo>
                  <a:lnTo>
                    <a:pt x="2202" y="3167"/>
                  </a:lnTo>
                  <a:lnTo>
                    <a:pt x="2048" y="3089"/>
                  </a:lnTo>
                  <a:lnTo>
                    <a:pt x="1932" y="2935"/>
                  </a:lnTo>
                  <a:lnTo>
                    <a:pt x="1855" y="2742"/>
                  </a:lnTo>
                  <a:lnTo>
                    <a:pt x="1700" y="2510"/>
                  </a:lnTo>
                  <a:lnTo>
                    <a:pt x="1082" y="1506"/>
                  </a:lnTo>
                  <a:lnTo>
                    <a:pt x="619" y="772"/>
                  </a:lnTo>
                  <a:lnTo>
                    <a:pt x="387" y="386"/>
                  </a:lnTo>
                  <a:lnTo>
                    <a:pt x="117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3"/>
            <p:cNvSpPr/>
            <p:nvPr/>
          </p:nvSpPr>
          <p:spPr>
            <a:xfrm>
              <a:off x="2268300" y="338120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70"/>
                  </a:lnTo>
                  <a:lnTo>
                    <a:pt x="1120" y="463"/>
                  </a:lnTo>
                  <a:lnTo>
                    <a:pt x="850" y="656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64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90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68"/>
                  </a:lnTo>
                  <a:lnTo>
                    <a:pt x="502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815"/>
                  </a:lnTo>
                  <a:lnTo>
                    <a:pt x="888" y="1583"/>
                  </a:lnTo>
                  <a:lnTo>
                    <a:pt x="1043" y="1352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92" y="656"/>
                  </a:lnTo>
                  <a:lnTo>
                    <a:pt x="2124" y="579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5"/>
                  </a:lnTo>
                  <a:lnTo>
                    <a:pt x="3514" y="1158"/>
                  </a:lnTo>
                  <a:lnTo>
                    <a:pt x="3591" y="1390"/>
                  </a:lnTo>
                  <a:lnTo>
                    <a:pt x="3668" y="1660"/>
                  </a:lnTo>
                  <a:lnTo>
                    <a:pt x="4132" y="1583"/>
                  </a:lnTo>
                  <a:lnTo>
                    <a:pt x="4016" y="1197"/>
                  </a:lnTo>
                  <a:lnTo>
                    <a:pt x="3823" y="811"/>
                  </a:lnTo>
                  <a:lnTo>
                    <a:pt x="3630" y="541"/>
                  </a:lnTo>
                  <a:lnTo>
                    <a:pt x="3398" y="270"/>
                  </a:lnTo>
                  <a:lnTo>
                    <a:pt x="3244" y="193"/>
                  </a:lnTo>
                  <a:lnTo>
                    <a:pt x="3089" y="116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3"/>
            <p:cNvSpPr/>
            <p:nvPr/>
          </p:nvSpPr>
          <p:spPr>
            <a:xfrm>
              <a:off x="2133125" y="3382150"/>
              <a:ext cx="437350" cy="302200"/>
            </a:xfrm>
            <a:custGeom>
              <a:avLst/>
              <a:gdLst/>
              <a:ahLst/>
              <a:cxnLst/>
              <a:rect l="l" t="t" r="r" b="b"/>
              <a:pathLst>
                <a:path w="17494" h="12088" extrusionOk="0">
                  <a:moveTo>
                    <a:pt x="12087" y="541"/>
                  </a:moveTo>
                  <a:lnTo>
                    <a:pt x="12203" y="580"/>
                  </a:lnTo>
                  <a:lnTo>
                    <a:pt x="12319" y="657"/>
                  </a:lnTo>
                  <a:lnTo>
                    <a:pt x="12628" y="889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93"/>
                  </a:lnTo>
                  <a:lnTo>
                    <a:pt x="13478" y="2279"/>
                  </a:lnTo>
                  <a:lnTo>
                    <a:pt x="13632" y="2665"/>
                  </a:lnTo>
                  <a:lnTo>
                    <a:pt x="13825" y="3476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511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3" y="1738"/>
                  </a:lnTo>
                  <a:lnTo>
                    <a:pt x="11508" y="1429"/>
                  </a:lnTo>
                  <a:lnTo>
                    <a:pt x="11431" y="1082"/>
                  </a:lnTo>
                  <a:lnTo>
                    <a:pt x="11663" y="734"/>
                  </a:lnTo>
                  <a:lnTo>
                    <a:pt x="11779" y="618"/>
                  </a:lnTo>
                  <a:lnTo>
                    <a:pt x="11856" y="541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90" y="1738"/>
                  </a:lnTo>
                  <a:lnTo>
                    <a:pt x="16567" y="1854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704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6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700"/>
                  </a:lnTo>
                  <a:lnTo>
                    <a:pt x="16103" y="1622"/>
                  </a:lnTo>
                  <a:close/>
                  <a:moveTo>
                    <a:pt x="13864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52"/>
                  </a:lnTo>
                  <a:lnTo>
                    <a:pt x="12667" y="5484"/>
                  </a:lnTo>
                  <a:lnTo>
                    <a:pt x="12165" y="5793"/>
                  </a:lnTo>
                  <a:lnTo>
                    <a:pt x="11894" y="5909"/>
                  </a:lnTo>
                  <a:lnTo>
                    <a:pt x="11624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8" y="5291"/>
                  </a:lnTo>
                  <a:lnTo>
                    <a:pt x="11122" y="5098"/>
                  </a:lnTo>
                  <a:lnTo>
                    <a:pt x="11277" y="4982"/>
                  </a:lnTo>
                  <a:lnTo>
                    <a:pt x="11547" y="4750"/>
                  </a:lnTo>
                  <a:lnTo>
                    <a:pt x="11817" y="4673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2" y="5407"/>
                  </a:lnTo>
                  <a:lnTo>
                    <a:pt x="16412" y="5677"/>
                  </a:lnTo>
                  <a:lnTo>
                    <a:pt x="16644" y="6025"/>
                  </a:lnTo>
                  <a:lnTo>
                    <a:pt x="16876" y="6333"/>
                  </a:lnTo>
                  <a:lnTo>
                    <a:pt x="16992" y="6681"/>
                  </a:lnTo>
                  <a:lnTo>
                    <a:pt x="16992" y="6835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374" y="7337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835"/>
                  </a:lnTo>
                  <a:lnTo>
                    <a:pt x="15370" y="6565"/>
                  </a:lnTo>
                  <a:lnTo>
                    <a:pt x="15061" y="6179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78"/>
                  </a:lnTo>
                  <a:lnTo>
                    <a:pt x="11470" y="116"/>
                  </a:lnTo>
                  <a:lnTo>
                    <a:pt x="11354" y="232"/>
                  </a:lnTo>
                  <a:lnTo>
                    <a:pt x="11161" y="425"/>
                  </a:lnTo>
                  <a:lnTo>
                    <a:pt x="11006" y="618"/>
                  </a:lnTo>
                  <a:lnTo>
                    <a:pt x="10929" y="812"/>
                  </a:lnTo>
                  <a:lnTo>
                    <a:pt x="10929" y="1043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700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2" y="2742"/>
                  </a:lnTo>
                  <a:lnTo>
                    <a:pt x="12396" y="3090"/>
                  </a:lnTo>
                  <a:lnTo>
                    <a:pt x="12860" y="3437"/>
                  </a:lnTo>
                  <a:lnTo>
                    <a:pt x="12860" y="3437"/>
                  </a:lnTo>
                  <a:lnTo>
                    <a:pt x="12049" y="3322"/>
                  </a:lnTo>
                  <a:lnTo>
                    <a:pt x="11199" y="3283"/>
                  </a:lnTo>
                  <a:lnTo>
                    <a:pt x="10388" y="3360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45"/>
                  </a:lnTo>
                  <a:lnTo>
                    <a:pt x="9075" y="1622"/>
                  </a:lnTo>
                  <a:lnTo>
                    <a:pt x="9153" y="2124"/>
                  </a:lnTo>
                  <a:lnTo>
                    <a:pt x="9153" y="2626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630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50"/>
                  </a:lnTo>
                  <a:lnTo>
                    <a:pt x="5832" y="5252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51"/>
                  </a:lnTo>
                  <a:lnTo>
                    <a:pt x="3090" y="7724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56"/>
                  </a:lnTo>
                  <a:lnTo>
                    <a:pt x="542" y="10967"/>
                  </a:lnTo>
                  <a:lnTo>
                    <a:pt x="1" y="11817"/>
                  </a:lnTo>
                  <a:lnTo>
                    <a:pt x="349" y="12087"/>
                  </a:lnTo>
                  <a:lnTo>
                    <a:pt x="1546" y="10542"/>
                  </a:lnTo>
                  <a:lnTo>
                    <a:pt x="2743" y="8998"/>
                  </a:lnTo>
                  <a:lnTo>
                    <a:pt x="3360" y="8226"/>
                  </a:lnTo>
                  <a:lnTo>
                    <a:pt x="4017" y="7531"/>
                  </a:lnTo>
                  <a:lnTo>
                    <a:pt x="4712" y="6835"/>
                  </a:lnTo>
                  <a:lnTo>
                    <a:pt x="5484" y="6179"/>
                  </a:lnTo>
                  <a:lnTo>
                    <a:pt x="6257" y="5600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8" y="4441"/>
                  </a:lnTo>
                  <a:lnTo>
                    <a:pt x="8921" y="4287"/>
                  </a:lnTo>
                  <a:lnTo>
                    <a:pt x="9423" y="4132"/>
                  </a:lnTo>
                  <a:lnTo>
                    <a:pt x="9886" y="4017"/>
                  </a:lnTo>
                  <a:lnTo>
                    <a:pt x="10388" y="3939"/>
                  </a:lnTo>
                  <a:lnTo>
                    <a:pt x="10852" y="3862"/>
                  </a:lnTo>
                  <a:lnTo>
                    <a:pt x="11354" y="3823"/>
                  </a:lnTo>
                  <a:lnTo>
                    <a:pt x="11856" y="3823"/>
                  </a:lnTo>
                  <a:lnTo>
                    <a:pt x="12358" y="3862"/>
                  </a:lnTo>
                  <a:lnTo>
                    <a:pt x="12860" y="3939"/>
                  </a:lnTo>
                  <a:lnTo>
                    <a:pt x="12358" y="4017"/>
                  </a:lnTo>
                  <a:lnTo>
                    <a:pt x="11856" y="4132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712"/>
                  </a:lnTo>
                  <a:lnTo>
                    <a:pt x="10697" y="4866"/>
                  </a:lnTo>
                  <a:lnTo>
                    <a:pt x="10543" y="5098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86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3"/>
                  </a:lnTo>
                  <a:lnTo>
                    <a:pt x="11006" y="6449"/>
                  </a:lnTo>
                  <a:lnTo>
                    <a:pt x="11585" y="6449"/>
                  </a:lnTo>
                  <a:lnTo>
                    <a:pt x="11894" y="6372"/>
                  </a:lnTo>
                  <a:lnTo>
                    <a:pt x="12165" y="6295"/>
                  </a:lnTo>
                  <a:lnTo>
                    <a:pt x="12628" y="6063"/>
                  </a:lnTo>
                  <a:lnTo>
                    <a:pt x="13053" y="5831"/>
                  </a:lnTo>
                  <a:lnTo>
                    <a:pt x="13439" y="5523"/>
                  </a:lnTo>
                  <a:lnTo>
                    <a:pt x="13400" y="5561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47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876" y="7878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6"/>
                  </a:lnTo>
                  <a:lnTo>
                    <a:pt x="17378" y="7531"/>
                  </a:lnTo>
                  <a:lnTo>
                    <a:pt x="17416" y="7415"/>
                  </a:lnTo>
                  <a:lnTo>
                    <a:pt x="17455" y="7260"/>
                  </a:lnTo>
                  <a:lnTo>
                    <a:pt x="17494" y="6951"/>
                  </a:lnTo>
                  <a:lnTo>
                    <a:pt x="17416" y="6642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827"/>
                  </a:lnTo>
                  <a:lnTo>
                    <a:pt x="16026" y="4634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39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90"/>
                  </a:lnTo>
                  <a:lnTo>
                    <a:pt x="16914" y="2897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6" y="2202"/>
                  </a:lnTo>
                  <a:lnTo>
                    <a:pt x="17107" y="1931"/>
                  </a:lnTo>
                  <a:lnTo>
                    <a:pt x="17069" y="1700"/>
                  </a:lnTo>
                  <a:lnTo>
                    <a:pt x="16914" y="1507"/>
                  </a:lnTo>
                  <a:lnTo>
                    <a:pt x="16760" y="1352"/>
                  </a:lnTo>
                  <a:lnTo>
                    <a:pt x="16567" y="1236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75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80" y="2472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89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55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3"/>
            <p:cNvSpPr/>
            <p:nvPr/>
          </p:nvSpPr>
          <p:spPr>
            <a:xfrm>
              <a:off x="2737450" y="3395675"/>
              <a:ext cx="459550" cy="296375"/>
            </a:xfrm>
            <a:custGeom>
              <a:avLst/>
              <a:gdLst/>
              <a:ahLst/>
              <a:cxnLst/>
              <a:rect l="l" t="t" r="r" b="b"/>
              <a:pathLst>
                <a:path w="18382" h="11855" extrusionOk="0">
                  <a:moveTo>
                    <a:pt x="17648" y="2935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8"/>
                  </a:lnTo>
                  <a:lnTo>
                    <a:pt x="17880" y="3321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39"/>
                  </a:lnTo>
                  <a:lnTo>
                    <a:pt x="17648" y="4132"/>
                  </a:lnTo>
                  <a:lnTo>
                    <a:pt x="17300" y="4402"/>
                  </a:lnTo>
                  <a:lnTo>
                    <a:pt x="17030" y="4595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3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4"/>
                  </a:lnTo>
                  <a:lnTo>
                    <a:pt x="16528" y="3514"/>
                  </a:lnTo>
                  <a:lnTo>
                    <a:pt x="16721" y="3282"/>
                  </a:lnTo>
                  <a:lnTo>
                    <a:pt x="16953" y="3128"/>
                  </a:lnTo>
                  <a:lnTo>
                    <a:pt x="17223" y="2974"/>
                  </a:lnTo>
                  <a:lnTo>
                    <a:pt x="17493" y="2935"/>
                  </a:lnTo>
                  <a:close/>
                  <a:moveTo>
                    <a:pt x="14211" y="4866"/>
                  </a:moveTo>
                  <a:lnTo>
                    <a:pt x="14481" y="4904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29"/>
                  </a:lnTo>
                  <a:lnTo>
                    <a:pt x="14752" y="5522"/>
                  </a:lnTo>
                  <a:lnTo>
                    <a:pt x="14288" y="5677"/>
                  </a:lnTo>
                  <a:lnTo>
                    <a:pt x="14018" y="5715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599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6"/>
                  </a:lnTo>
                  <a:lnTo>
                    <a:pt x="13169" y="5020"/>
                  </a:lnTo>
                  <a:lnTo>
                    <a:pt x="13323" y="4943"/>
                  </a:lnTo>
                  <a:lnTo>
                    <a:pt x="13555" y="4904"/>
                  </a:lnTo>
                  <a:lnTo>
                    <a:pt x="13864" y="4866"/>
                  </a:lnTo>
                  <a:close/>
                  <a:moveTo>
                    <a:pt x="15756" y="5522"/>
                  </a:moveTo>
                  <a:lnTo>
                    <a:pt x="16374" y="5831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3"/>
                  </a:lnTo>
                  <a:lnTo>
                    <a:pt x="17571" y="6912"/>
                  </a:lnTo>
                  <a:lnTo>
                    <a:pt x="17609" y="7067"/>
                  </a:lnTo>
                  <a:lnTo>
                    <a:pt x="17609" y="7221"/>
                  </a:lnTo>
                  <a:lnTo>
                    <a:pt x="17609" y="7453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3"/>
                  </a:lnTo>
                  <a:lnTo>
                    <a:pt x="17146" y="7723"/>
                  </a:lnTo>
                  <a:lnTo>
                    <a:pt x="16953" y="7685"/>
                  </a:lnTo>
                  <a:lnTo>
                    <a:pt x="16798" y="7607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6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1"/>
                  </a:lnTo>
                  <a:lnTo>
                    <a:pt x="15756" y="5522"/>
                  </a:lnTo>
                  <a:close/>
                  <a:moveTo>
                    <a:pt x="4944" y="464"/>
                  </a:moveTo>
                  <a:lnTo>
                    <a:pt x="5561" y="502"/>
                  </a:lnTo>
                  <a:lnTo>
                    <a:pt x="6141" y="657"/>
                  </a:lnTo>
                  <a:lnTo>
                    <a:pt x="6681" y="888"/>
                  </a:lnTo>
                  <a:lnTo>
                    <a:pt x="7222" y="1197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4"/>
                  </a:lnTo>
                  <a:lnTo>
                    <a:pt x="8766" y="2781"/>
                  </a:lnTo>
                  <a:lnTo>
                    <a:pt x="9037" y="3205"/>
                  </a:lnTo>
                  <a:lnTo>
                    <a:pt x="9268" y="3669"/>
                  </a:lnTo>
                  <a:lnTo>
                    <a:pt x="9693" y="4595"/>
                  </a:lnTo>
                  <a:lnTo>
                    <a:pt x="10079" y="5522"/>
                  </a:lnTo>
                  <a:lnTo>
                    <a:pt x="10272" y="5908"/>
                  </a:lnTo>
                  <a:lnTo>
                    <a:pt x="10504" y="6294"/>
                  </a:lnTo>
                  <a:lnTo>
                    <a:pt x="10736" y="6642"/>
                  </a:lnTo>
                  <a:lnTo>
                    <a:pt x="11006" y="6912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0"/>
                  </a:lnTo>
                  <a:lnTo>
                    <a:pt x="13207" y="7492"/>
                  </a:lnTo>
                  <a:lnTo>
                    <a:pt x="13516" y="7414"/>
                  </a:lnTo>
                  <a:lnTo>
                    <a:pt x="13825" y="7260"/>
                  </a:lnTo>
                  <a:lnTo>
                    <a:pt x="14095" y="7105"/>
                  </a:lnTo>
                  <a:lnTo>
                    <a:pt x="14366" y="6951"/>
                  </a:lnTo>
                  <a:lnTo>
                    <a:pt x="14597" y="6719"/>
                  </a:lnTo>
                  <a:lnTo>
                    <a:pt x="14829" y="6488"/>
                  </a:lnTo>
                  <a:lnTo>
                    <a:pt x="14404" y="7221"/>
                  </a:lnTo>
                  <a:lnTo>
                    <a:pt x="13941" y="7878"/>
                  </a:lnTo>
                  <a:lnTo>
                    <a:pt x="13439" y="8534"/>
                  </a:lnTo>
                  <a:lnTo>
                    <a:pt x="12860" y="9113"/>
                  </a:lnTo>
                  <a:lnTo>
                    <a:pt x="12242" y="9615"/>
                  </a:lnTo>
                  <a:lnTo>
                    <a:pt x="11547" y="10079"/>
                  </a:lnTo>
                  <a:lnTo>
                    <a:pt x="10813" y="10503"/>
                  </a:lnTo>
                  <a:lnTo>
                    <a:pt x="10041" y="10812"/>
                  </a:lnTo>
                  <a:lnTo>
                    <a:pt x="9462" y="11005"/>
                  </a:lnTo>
                  <a:lnTo>
                    <a:pt x="8882" y="11160"/>
                  </a:lnTo>
                  <a:lnTo>
                    <a:pt x="8303" y="11276"/>
                  </a:lnTo>
                  <a:lnTo>
                    <a:pt x="7724" y="11314"/>
                  </a:lnTo>
                  <a:lnTo>
                    <a:pt x="7145" y="11353"/>
                  </a:lnTo>
                  <a:lnTo>
                    <a:pt x="6604" y="11314"/>
                  </a:lnTo>
                  <a:lnTo>
                    <a:pt x="6025" y="11237"/>
                  </a:lnTo>
                  <a:lnTo>
                    <a:pt x="5484" y="11121"/>
                  </a:lnTo>
                  <a:lnTo>
                    <a:pt x="4944" y="10967"/>
                  </a:lnTo>
                  <a:lnTo>
                    <a:pt x="4442" y="10735"/>
                  </a:lnTo>
                  <a:lnTo>
                    <a:pt x="3940" y="10503"/>
                  </a:lnTo>
                  <a:lnTo>
                    <a:pt x="3476" y="10195"/>
                  </a:lnTo>
                  <a:lnTo>
                    <a:pt x="3013" y="9847"/>
                  </a:lnTo>
                  <a:lnTo>
                    <a:pt x="2549" y="9461"/>
                  </a:lnTo>
                  <a:lnTo>
                    <a:pt x="2163" y="9036"/>
                  </a:lnTo>
                  <a:lnTo>
                    <a:pt x="1777" y="8573"/>
                  </a:lnTo>
                  <a:lnTo>
                    <a:pt x="1430" y="8032"/>
                  </a:lnTo>
                  <a:lnTo>
                    <a:pt x="1121" y="7492"/>
                  </a:lnTo>
                  <a:lnTo>
                    <a:pt x="850" y="6912"/>
                  </a:lnTo>
                  <a:lnTo>
                    <a:pt x="657" y="6333"/>
                  </a:lnTo>
                  <a:lnTo>
                    <a:pt x="503" y="5754"/>
                  </a:lnTo>
                  <a:lnTo>
                    <a:pt x="426" y="5136"/>
                  </a:lnTo>
                  <a:lnTo>
                    <a:pt x="426" y="4518"/>
                  </a:lnTo>
                  <a:lnTo>
                    <a:pt x="503" y="3862"/>
                  </a:lnTo>
                  <a:lnTo>
                    <a:pt x="696" y="3282"/>
                  </a:lnTo>
                  <a:lnTo>
                    <a:pt x="928" y="2742"/>
                  </a:lnTo>
                  <a:lnTo>
                    <a:pt x="1275" y="2240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79"/>
                  </a:lnTo>
                  <a:lnTo>
                    <a:pt x="4326" y="464"/>
                  </a:lnTo>
                  <a:close/>
                  <a:moveTo>
                    <a:pt x="4519" y="0"/>
                  </a:moveTo>
                  <a:lnTo>
                    <a:pt x="4249" y="39"/>
                  </a:lnTo>
                  <a:lnTo>
                    <a:pt x="3901" y="77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5"/>
                  </a:lnTo>
                  <a:lnTo>
                    <a:pt x="2472" y="579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3"/>
                  </a:lnTo>
                  <a:lnTo>
                    <a:pt x="1082" y="1699"/>
                  </a:lnTo>
                  <a:lnTo>
                    <a:pt x="773" y="2163"/>
                  </a:lnTo>
                  <a:lnTo>
                    <a:pt x="503" y="2626"/>
                  </a:lnTo>
                  <a:lnTo>
                    <a:pt x="310" y="3089"/>
                  </a:lnTo>
                  <a:lnTo>
                    <a:pt x="155" y="3591"/>
                  </a:lnTo>
                  <a:lnTo>
                    <a:pt x="40" y="4093"/>
                  </a:lnTo>
                  <a:lnTo>
                    <a:pt x="1" y="4595"/>
                  </a:lnTo>
                  <a:lnTo>
                    <a:pt x="1" y="5136"/>
                  </a:lnTo>
                  <a:lnTo>
                    <a:pt x="78" y="5638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8"/>
                  </a:lnTo>
                  <a:lnTo>
                    <a:pt x="1237" y="8611"/>
                  </a:lnTo>
                  <a:lnTo>
                    <a:pt x="1545" y="9036"/>
                  </a:lnTo>
                  <a:lnTo>
                    <a:pt x="2009" y="9577"/>
                  </a:lnTo>
                  <a:lnTo>
                    <a:pt x="2472" y="10040"/>
                  </a:lnTo>
                  <a:lnTo>
                    <a:pt x="2974" y="10426"/>
                  </a:lnTo>
                  <a:lnTo>
                    <a:pt x="3476" y="10812"/>
                  </a:lnTo>
                  <a:lnTo>
                    <a:pt x="4055" y="11083"/>
                  </a:lnTo>
                  <a:lnTo>
                    <a:pt x="4596" y="11353"/>
                  </a:lnTo>
                  <a:lnTo>
                    <a:pt x="5214" y="11546"/>
                  </a:lnTo>
                  <a:lnTo>
                    <a:pt x="5832" y="11701"/>
                  </a:lnTo>
                  <a:lnTo>
                    <a:pt x="5870" y="11855"/>
                  </a:lnTo>
                  <a:lnTo>
                    <a:pt x="6218" y="11778"/>
                  </a:lnTo>
                  <a:lnTo>
                    <a:pt x="7029" y="11816"/>
                  </a:lnTo>
                  <a:lnTo>
                    <a:pt x="7840" y="11816"/>
                  </a:lnTo>
                  <a:lnTo>
                    <a:pt x="8689" y="11701"/>
                  </a:lnTo>
                  <a:lnTo>
                    <a:pt x="9539" y="11507"/>
                  </a:lnTo>
                  <a:lnTo>
                    <a:pt x="10272" y="11237"/>
                  </a:lnTo>
                  <a:lnTo>
                    <a:pt x="11006" y="10928"/>
                  </a:lnTo>
                  <a:lnTo>
                    <a:pt x="11315" y="10812"/>
                  </a:lnTo>
                  <a:lnTo>
                    <a:pt x="11315" y="10774"/>
                  </a:lnTo>
                  <a:lnTo>
                    <a:pt x="12049" y="10349"/>
                  </a:lnTo>
                  <a:lnTo>
                    <a:pt x="12705" y="9847"/>
                  </a:lnTo>
                  <a:lnTo>
                    <a:pt x="13362" y="9306"/>
                  </a:lnTo>
                  <a:lnTo>
                    <a:pt x="13941" y="8689"/>
                  </a:lnTo>
                  <a:lnTo>
                    <a:pt x="14481" y="8032"/>
                  </a:lnTo>
                  <a:lnTo>
                    <a:pt x="14713" y="7685"/>
                  </a:lnTo>
                  <a:lnTo>
                    <a:pt x="14906" y="7298"/>
                  </a:lnTo>
                  <a:lnTo>
                    <a:pt x="15099" y="6951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19"/>
                  </a:lnTo>
                  <a:lnTo>
                    <a:pt x="15987" y="7144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6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2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3"/>
                  </a:lnTo>
                  <a:lnTo>
                    <a:pt x="18034" y="7260"/>
                  </a:lnTo>
                  <a:lnTo>
                    <a:pt x="17995" y="7028"/>
                  </a:lnTo>
                  <a:lnTo>
                    <a:pt x="17918" y="6835"/>
                  </a:lnTo>
                  <a:lnTo>
                    <a:pt x="17841" y="6642"/>
                  </a:lnTo>
                  <a:lnTo>
                    <a:pt x="17725" y="6449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5"/>
                  </a:lnTo>
                  <a:lnTo>
                    <a:pt x="16567" y="5445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1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3"/>
                  </a:lnTo>
                  <a:lnTo>
                    <a:pt x="18343" y="3553"/>
                  </a:lnTo>
                  <a:lnTo>
                    <a:pt x="18382" y="3321"/>
                  </a:lnTo>
                  <a:lnTo>
                    <a:pt x="18343" y="3089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3"/>
                  </a:lnTo>
                  <a:lnTo>
                    <a:pt x="17841" y="2587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7"/>
                  </a:lnTo>
                  <a:lnTo>
                    <a:pt x="16953" y="2703"/>
                  </a:lnTo>
                  <a:lnTo>
                    <a:pt x="16760" y="2781"/>
                  </a:lnTo>
                  <a:lnTo>
                    <a:pt x="16567" y="2935"/>
                  </a:lnTo>
                  <a:lnTo>
                    <a:pt x="16412" y="3089"/>
                  </a:lnTo>
                  <a:lnTo>
                    <a:pt x="16258" y="3282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0"/>
                  </a:lnTo>
                  <a:lnTo>
                    <a:pt x="15524" y="5020"/>
                  </a:lnTo>
                  <a:lnTo>
                    <a:pt x="15099" y="4788"/>
                  </a:lnTo>
                  <a:lnTo>
                    <a:pt x="14675" y="4634"/>
                  </a:lnTo>
                  <a:lnTo>
                    <a:pt x="14211" y="4518"/>
                  </a:lnTo>
                  <a:lnTo>
                    <a:pt x="13748" y="4518"/>
                  </a:lnTo>
                  <a:lnTo>
                    <a:pt x="13362" y="4595"/>
                  </a:lnTo>
                  <a:lnTo>
                    <a:pt x="13169" y="4634"/>
                  </a:lnTo>
                  <a:lnTo>
                    <a:pt x="12975" y="4711"/>
                  </a:lnTo>
                  <a:lnTo>
                    <a:pt x="12782" y="4788"/>
                  </a:lnTo>
                  <a:lnTo>
                    <a:pt x="12628" y="4943"/>
                  </a:lnTo>
                  <a:lnTo>
                    <a:pt x="12512" y="5097"/>
                  </a:lnTo>
                  <a:lnTo>
                    <a:pt x="12435" y="5252"/>
                  </a:lnTo>
                  <a:lnTo>
                    <a:pt x="12396" y="5445"/>
                  </a:lnTo>
                  <a:lnTo>
                    <a:pt x="12473" y="5638"/>
                  </a:lnTo>
                  <a:lnTo>
                    <a:pt x="12551" y="5792"/>
                  </a:lnTo>
                  <a:lnTo>
                    <a:pt x="12705" y="5908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0"/>
                  </a:lnTo>
                  <a:lnTo>
                    <a:pt x="13786" y="6140"/>
                  </a:lnTo>
                  <a:lnTo>
                    <a:pt x="14134" y="6101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19"/>
                  </a:lnTo>
                  <a:lnTo>
                    <a:pt x="13671" y="6835"/>
                  </a:lnTo>
                  <a:lnTo>
                    <a:pt x="13439" y="6951"/>
                  </a:lnTo>
                  <a:lnTo>
                    <a:pt x="13207" y="7028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0"/>
                  </a:lnTo>
                  <a:lnTo>
                    <a:pt x="10968" y="6140"/>
                  </a:lnTo>
                  <a:lnTo>
                    <a:pt x="10774" y="5792"/>
                  </a:lnTo>
                  <a:lnTo>
                    <a:pt x="10504" y="5329"/>
                  </a:lnTo>
                  <a:lnTo>
                    <a:pt x="10311" y="4827"/>
                  </a:lnTo>
                  <a:lnTo>
                    <a:pt x="9886" y="3862"/>
                  </a:lnTo>
                  <a:lnTo>
                    <a:pt x="9655" y="3398"/>
                  </a:lnTo>
                  <a:lnTo>
                    <a:pt x="9423" y="2935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1"/>
                  </a:lnTo>
                  <a:lnTo>
                    <a:pt x="6874" y="502"/>
                  </a:lnTo>
                  <a:lnTo>
                    <a:pt x="6295" y="271"/>
                  </a:lnTo>
                  <a:lnTo>
                    <a:pt x="5716" y="116"/>
                  </a:lnTo>
                  <a:lnTo>
                    <a:pt x="5137" y="39"/>
                  </a:lnTo>
                  <a:lnTo>
                    <a:pt x="451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3"/>
            <p:cNvSpPr/>
            <p:nvPr/>
          </p:nvSpPr>
          <p:spPr>
            <a:xfrm>
              <a:off x="2769325" y="3423675"/>
              <a:ext cx="144825" cy="164125"/>
            </a:xfrm>
            <a:custGeom>
              <a:avLst/>
              <a:gdLst/>
              <a:ahLst/>
              <a:cxnLst/>
              <a:rect l="l" t="t" r="r" b="b"/>
              <a:pathLst>
                <a:path w="5793" h="6565" extrusionOk="0">
                  <a:moveTo>
                    <a:pt x="2858" y="463"/>
                  </a:moveTo>
                  <a:lnTo>
                    <a:pt x="3360" y="618"/>
                  </a:lnTo>
                  <a:lnTo>
                    <a:pt x="3823" y="811"/>
                  </a:lnTo>
                  <a:lnTo>
                    <a:pt x="4248" y="1081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8"/>
                  </a:lnTo>
                  <a:lnTo>
                    <a:pt x="5252" y="2510"/>
                  </a:lnTo>
                  <a:lnTo>
                    <a:pt x="5290" y="2780"/>
                  </a:lnTo>
                  <a:lnTo>
                    <a:pt x="5329" y="3051"/>
                  </a:lnTo>
                  <a:lnTo>
                    <a:pt x="5329" y="3321"/>
                  </a:lnTo>
                  <a:lnTo>
                    <a:pt x="5290" y="3784"/>
                  </a:lnTo>
                  <a:lnTo>
                    <a:pt x="5175" y="4248"/>
                  </a:lnTo>
                  <a:lnTo>
                    <a:pt x="4981" y="4711"/>
                  </a:lnTo>
                  <a:lnTo>
                    <a:pt x="4711" y="5097"/>
                  </a:lnTo>
                  <a:lnTo>
                    <a:pt x="4364" y="5445"/>
                  </a:lnTo>
                  <a:lnTo>
                    <a:pt x="4016" y="5715"/>
                  </a:lnTo>
                  <a:lnTo>
                    <a:pt x="3784" y="5831"/>
                  </a:lnTo>
                  <a:lnTo>
                    <a:pt x="3553" y="5947"/>
                  </a:lnTo>
                  <a:lnTo>
                    <a:pt x="3321" y="6024"/>
                  </a:lnTo>
                  <a:lnTo>
                    <a:pt x="3089" y="6063"/>
                  </a:lnTo>
                  <a:lnTo>
                    <a:pt x="2780" y="6101"/>
                  </a:lnTo>
                  <a:lnTo>
                    <a:pt x="2510" y="6101"/>
                  </a:lnTo>
                  <a:lnTo>
                    <a:pt x="2201" y="6063"/>
                  </a:lnTo>
                  <a:lnTo>
                    <a:pt x="1970" y="5985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599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0"/>
                  </a:lnTo>
                  <a:lnTo>
                    <a:pt x="734" y="4788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4"/>
                  </a:lnTo>
                  <a:lnTo>
                    <a:pt x="464" y="2973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699"/>
                  </a:lnTo>
                  <a:lnTo>
                    <a:pt x="966" y="1506"/>
                  </a:lnTo>
                  <a:lnTo>
                    <a:pt x="1120" y="1274"/>
                  </a:lnTo>
                  <a:lnTo>
                    <a:pt x="1313" y="1120"/>
                  </a:lnTo>
                  <a:lnTo>
                    <a:pt x="1506" y="927"/>
                  </a:lnTo>
                  <a:lnTo>
                    <a:pt x="1738" y="811"/>
                  </a:lnTo>
                  <a:lnTo>
                    <a:pt x="1970" y="695"/>
                  </a:lnTo>
                  <a:lnTo>
                    <a:pt x="2201" y="579"/>
                  </a:lnTo>
                  <a:lnTo>
                    <a:pt x="2472" y="541"/>
                  </a:lnTo>
                  <a:lnTo>
                    <a:pt x="2780" y="502"/>
                  </a:lnTo>
                  <a:lnTo>
                    <a:pt x="2819" y="502"/>
                  </a:lnTo>
                  <a:lnTo>
                    <a:pt x="2858" y="463"/>
                  </a:lnTo>
                  <a:close/>
                  <a:moveTo>
                    <a:pt x="2665" y="0"/>
                  </a:moveTo>
                  <a:lnTo>
                    <a:pt x="2587" y="39"/>
                  </a:lnTo>
                  <a:lnTo>
                    <a:pt x="2510" y="77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0"/>
                  </a:lnTo>
                  <a:lnTo>
                    <a:pt x="1854" y="309"/>
                  </a:lnTo>
                  <a:lnTo>
                    <a:pt x="1622" y="386"/>
                  </a:lnTo>
                  <a:lnTo>
                    <a:pt x="1390" y="502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6"/>
                  </a:lnTo>
                  <a:lnTo>
                    <a:pt x="348" y="1738"/>
                  </a:lnTo>
                  <a:lnTo>
                    <a:pt x="155" y="2278"/>
                  </a:lnTo>
                  <a:lnTo>
                    <a:pt x="39" y="2858"/>
                  </a:lnTo>
                  <a:lnTo>
                    <a:pt x="0" y="3398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2"/>
                  </a:lnTo>
                  <a:lnTo>
                    <a:pt x="309" y="4943"/>
                  </a:lnTo>
                  <a:lnTo>
                    <a:pt x="425" y="5213"/>
                  </a:lnTo>
                  <a:lnTo>
                    <a:pt x="579" y="5445"/>
                  </a:lnTo>
                  <a:lnTo>
                    <a:pt x="734" y="5676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7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6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6"/>
                  </a:lnTo>
                  <a:lnTo>
                    <a:pt x="3476" y="6449"/>
                  </a:lnTo>
                  <a:lnTo>
                    <a:pt x="3784" y="6333"/>
                  </a:lnTo>
                  <a:lnTo>
                    <a:pt x="4055" y="6217"/>
                  </a:lnTo>
                  <a:lnTo>
                    <a:pt x="4325" y="6063"/>
                  </a:lnTo>
                  <a:lnTo>
                    <a:pt x="4557" y="5908"/>
                  </a:lnTo>
                  <a:lnTo>
                    <a:pt x="4788" y="5715"/>
                  </a:lnTo>
                  <a:lnTo>
                    <a:pt x="4981" y="5483"/>
                  </a:lnTo>
                  <a:lnTo>
                    <a:pt x="5175" y="5252"/>
                  </a:lnTo>
                  <a:lnTo>
                    <a:pt x="5329" y="4981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0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7"/>
                  </a:lnTo>
                  <a:lnTo>
                    <a:pt x="5561" y="2047"/>
                  </a:lnTo>
                  <a:lnTo>
                    <a:pt x="5406" y="1776"/>
                  </a:lnTo>
                  <a:lnTo>
                    <a:pt x="5252" y="1506"/>
                  </a:lnTo>
                  <a:lnTo>
                    <a:pt x="5059" y="1274"/>
                  </a:lnTo>
                  <a:lnTo>
                    <a:pt x="4866" y="1043"/>
                  </a:lnTo>
                  <a:lnTo>
                    <a:pt x="4634" y="811"/>
                  </a:lnTo>
                  <a:lnTo>
                    <a:pt x="4402" y="618"/>
                  </a:lnTo>
                  <a:lnTo>
                    <a:pt x="4132" y="463"/>
                  </a:lnTo>
                  <a:lnTo>
                    <a:pt x="3862" y="309"/>
                  </a:lnTo>
                  <a:lnTo>
                    <a:pt x="3591" y="193"/>
                  </a:lnTo>
                  <a:lnTo>
                    <a:pt x="3282" y="116"/>
                  </a:lnTo>
                  <a:lnTo>
                    <a:pt x="2974" y="39"/>
                  </a:lnTo>
                  <a:lnTo>
                    <a:pt x="266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3"/>
            <p:cNvSpPr/>
            <p:nvPr/>
          </p:nvSpPr>
          <p:spPr>
            <a:xfrm>
              <a:off x="3889150" y="34449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3" y="3823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0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4" y="5986"/>
                  </a:lnTo>
                  <a:lnTo>
                    <a:pt x="11430" y="6140"/>
                  </a:lnTo>
                  <a:lnTo>
                    <a:pt x="11353" y="6218"/>
                  </a:lnTo>
                  <a:lnTo>
                    <a:pt x="11237" y="6256"/>
                  </a:lnTo>
                  <a:lnTo>
                    <a:pt x="11083" y="6295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0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9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4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1" y="9616"/>
                  </a:lnTo>
                  <a:lnTo>
                    <a:pt x="12936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5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3"/>
            <p:cNvSpPr/>
            <p:nvPr/>
          </p:nvSpPr>
          <p:spPr>
            <a:xfrm>
              <a:off x="4428800" y="3447800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0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3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2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7"/>
                  </a:lnTo>
                  <a:lnTo>
                    <a:pt x="6951" y="12627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7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3"/>
            <p:cNvSpPr/>
            <p:nvPr/>
          </p:nvSpPr>
          <p:spPr>
            <a:xfrm>
              <a:off x="4598700" y="3452625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49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1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3"/>
            <p:cNvSpPr/>
            <p:nvPr/>
          </p:nvSpPr>
          <p:spPr>
            <a:xfrm>
              <a:off x="3921000" y="34584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59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1" y="9075"/>
                  </a:lnTo>
                  <a:lnTo>
                    <a:pt x="6913" y="8804"/>
                  </a:lnTo>
                  <a:lnTo>
                    <a:pt x="6951" y="8534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8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0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8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4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4"/>
                  </a:lnTo>
                  <a:lnTo>
                    <a:pt x="6449" y="8843"/>
                  </a:lnTo>
                  <a:lnTo>
                    <a:pt x="5716" y="8804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5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3"/>
            <p:cNvSpPr/>
            <p:nvPr/>
          </p:nvSpPr>
          <p:spPr>
            <a:xfrm>
              <a:off x="1220850" y="3492200"/>
              <a:ext cx="274200" cy="516500"/>
            </a:xfrm>
            <a:custGeom>
              <a:avLst/>
              <a:gdLst/>
              <a:ahLst/>
              <a:cxnLst/>
              <a:rect l="l" t="t" r="r" b="b"/>
              <a:pathLst>
                <a:path w="10968" h="20660" extrusionOk="0">
                  <a:moveTo>
                    <a:pt x="1468" y="657"/>
                  </a:moveTo>
                  <a:lnTo>
                    <a:pt x="2086" y="1005"/>
                  </a:lnTo>
                  <a:lnTo>
                    <a:pt x="2665" y="1391"/>
                  </a:lnTo>
                  <a:lnTo>
                    <a:pt x="3052" y="1661"/>
                  </a:lnTo>
                  <a:lnTo>
                    <a:pt x="3438" y="1970"/>
                  </a:lnTo>
                  <a:lnTo>
                    <a:pt x="3592" y="2125"/>
                  </a:lnTo>
                  <a:lnTo>
                    <a:pt x="3708" y="2279"/>
                  </a:lnTo>
                  <a:lnTo>
                    <a:pt x="3862" y="2588"/>
                  </a:lnTo>
                  <a:lnTo>
                    <a:pt x="3978" y="2935"/>
                  </a:lnTo>
                  <a:lnTo>
                    <a:pt x="4055" y="3322"/>
                  </a:lnTo>
                  <a:lnTo>
                    <a:pt x="5098" y="7492"/>
                  </a:lnTo>
                  <a:lnTo>
                    <a:pt x="7222" y="16180"/>
                  </a:lnTo>
                  <a:lnTo>
                    <a:pt x="7261" y="16258"/>
                  </a:lnTo>
                  <a:lnTo>
                    <a:pt x="7299" y="16296"/>
                  </a:lnTo>
                  <a:lnTo>
                    <a:pt x="7369" y="16331"/>
                  </a:lnTo>
                  <a:lnTo>
                    <a:pt x="7369" y="16331"/>
                  </a:lnTo>
                  <a:lnTo>
                    <a:pt x="6990" y="16489"/>
                  </a:lnTo>
                  <a:lnTo>
                    <a:pt x="6334" y="14481"/>
                  </a:lnTo>
                  <a:lnTo>
                    <a:pt x="5677" y="12512"/>
                  </a:lnTo>
                  <a:lnTo>
                    <a:pt x="4287" y="8573"/>
                  </a:lnTo>
                  <a:lnTo>
                    <a:pt x="2858" y="4634"/>
                  </a:lnTo>
                  <a:lnTo>
                    <a:pt x="1468" y="657"/>
                  </a:lnTo>
                  <a:close/>
                  <a:moveTo>
                    <a:pt x="1121" y="503"/>
                  </a:moveTo>
                  <a:lnTo>
                    <a:pt x="1121" y="580"/>
                  </a:lnTo>
                  <a:lnTo>
                    <a:pt x="3940" y="8573"/>
                  </a:lnTo>
                  <a:lnTo>
                    <a:pt x="5368" y="12551"/>
                  </a:lnTo>
                  <a:lnTo>
                    <a:pt x="6102" y="14558"/>
                  </a:lnTo>
                  <a:lnTo>
                    <a:pt x="6874" y="16528"/>
                  </a:lnTo>
                  <a:lnTo>
                    <a:pt x="6681" y="16566"/>
                  </a:lnTo>
                  <a:lnTo>
                    <a:pt x="5755" y="14636"/>
                  </a:lnTo>
                  <a:lnTo>
                    <a:pt x="4789" y="12705"/>
                  </a:lnTo>
                  <a:lnTo>
                    <a:pt x="2820" y="8882"/>
                  </a:lnTo>
                  <a:lnTo>
                    <a:pt x="1777" y="6951"/>
                  </a:lnTo>
                  <a:lnTo>
                    <a:pt x="773" y="4982"/>
                  </a:lnTo>
                  <a:lnTo>
                    <a:pt x="657" y="4712"/>
                  </a:lnTo>
                  <a:lnTo>
                    <a:pt x="580" y="4441"/>
                  </a:lnTo>
                  <a:lnTo>
                    <a:pt x="542" y="4171"/>
                  </a:lnTo>
                  <a:lnTo>
                    <a:pt x="503" y="3901"/>
                  </a:lnTo>
                  <a:lnTo>
                    <a:pt x="503" y="3322"/>
                  </a:lnTo>
                  <a:lnTo>
                    <a:pt x="542" y="2781"/>
                  </a:lnTo>
                  <a:lnTo>
                    <a:pt x="657" y="2202"/>
                  </a:lnTo>
                  <a:lnTo>
                    <a:pt x="812" y="1623"/>
                  </a:lnTo>
                  <a:lnTo>
                    <a:pt x="1121" y="503"/>
                  </a:lnTo>
                  <a:close/>
                  <a:moveTo>
                    <a:pt x="9886" y="13786"/>
                  </a:moveTo>
                  <a:lnTo>
                    <a:pt x="10041" y="13825"/>
                  </a:lnTo>
                  <a:lnTo>
                    <a:pt x="10157" y="13902"/>
                  </a:lnTo>
                  <a:lnTo>
                    <a:pt x="10311" y="14018"/>
                  </a:lnTo>
                  <a:lnTo>
                    <a:pt x="10581" y="14481"/>
                  </a:lnTo>
                  <a:lnTo>
                    <a:pt x="10620" y="14674"/>
                  </a:lnTo>
                  <a:lnTo>
                    <a:pt x="10620" y="14906"/>
                  </a:lnTo>
                  <a:lnTo>
                    <a:pt x="10581" y="15099"/>
                  </a:lnTo>
                  <a:lnTo>
                    <a:pt x="10504" y="15254"/>
                  </a:lnTo>
                  <a:lnTo>
                    <a:pt x="10311" y="15640"/>
                  </a:lnTo>
                  <a:lnTo>
                    <a:pt x="10041" y="15910"/>
                  </a:lnTo>
                  <a:lnTo>
                    <a:pt x="9655" y="16296"/>
                  </a:lnTo>
                  <a:lnTo>
                    <a:pt x="9191" y="16605"/>
                  </a:lnTo>
                  <a:lnTo>
                    <a:pt x="8728" y="16914"/>
                  </a:lnTo>
                  <a:lnTo>
                    <a:pt x="8265" y="17184"/>
                  </a:lnTo>
                  <a:lnTo>
                    <a:pt x="8149" y="17184"/>
                  </a:lnTo>
                  <a:lnTo>
                    <a:pt x="8071" y="17262"/>
                  </a:lnTo>
                  <a:lnTo>
                    <a:pt x="7724" y="17416"/>
                  </a:lnTo>
                  <a:lnTo>
                    <a:pt x="7029" y="17725"/>
                  </a:lnTo>
                  <a:lnTo>
                    <a:pt x="6295" y="17995"/>
                  </a:lnTo>
                  <a:lnTo>
                    <a:pt x="5523" y="18150"/>
                  </a:lnTo>
                  <a:lnTo>
                    <a:pt x="4789" y="18304"/>
                  </a:lnTo>
                  <a:lnTo>
                    <a:pt x="4403" y="18343"/>
                  </a:lnTo>
                  <a:lnTo>
                    <a:pt x="4055" y="18343"/>
                  </a:lnTo>
                  <a:lnTo>
                    <a:pt x="3669" y="18266"/>
                  </a:lnTo>
                  <a:lnTo>
                    <a:pt x="3515" y="18227"/>
                  </a:lnTo>
                  <a:lnTo>
                    <a:pt x="3360" y="18150"/>
                  </a:lnTo>
                  <a:lnTo>
                    <a:pt x="3245" y="18034"/>
                  </a:lnTo>
                  <a:lnTo>
                    <a:pt x="3129" y="17957"/>
                  </a:lnTo>
                  <a:lnTo>
                    <a:pt x="2974" y="17686"/>
                  </a:lnTo>
                  <a:lnTo>
                    <a:pt x="2858" y="17377"/>
                  </a:lnTo>
                  <a:lnTo>
                    <a:pt x="2858" y="17068"/>
                  </a:lnTo>
                  <a:lnTo>
                    <a:pt x="2897" y="16875"/>
                  </a:lnTo>
                  <a:lnTo>
                    <a:pt x="2974" y="16721"/>
                  </a:lnTo>
                  <a:lnTo>
                    <a:pt x="3090" y="16566"/>
                  </a:lnTo>
                  <a:lnTo>
                    <a:pt x="3206" y="16451"/>
                  </a:lnTo>
                  <a:lnTo>
                    <a:pt x="3322" y="16373"/>
                  </a:lnTo>
                  <a:lnTo>
                    <a:pt x="3476" y="16296"/>
                  </a:lnTo>
                  <a:lnTo>
                    <a:pt x="3592" y="16296"/>
                  </a:lnTo>
                  <a:lnTo>
                    <a:pt x="3708" y="16335"/>
                  </a:lnTo>
                  <a:lnTo>
                    <a:pt x="3824" y="16451"/>
                  </a:lnTo>
                  <a:lnTo>
                    <a:pt x="3940" y="16605"/>
                  </a:lnTo>
                  <a:lnTo>
                    <a:pt x="4094" y="16798"/>
                  </a:lnTo>
                  <a:lnTo>
                    <a:pt x="4210" y="17068"/>
                  </a:lnTo>
                  <a:lnTo>
                    <a:pt x="4055" y="17068"/>
                  </a:lnTo>
                  <a:lnTo>
                    <a:pt x="3978" y="17107"/>
                  </a:lnTo>
                  <a:lnTo>
                    <a:pt x="3940" y="17184"/>
                  </a:lnTo>
                  <a:lnTo>
                    <a:pt x="3978" y="17300"/>
                  </a:lnTo>
                  <a:lnTo>
                    <a:pt x="4055" y="17339"/>
                  </a:lnTo>
                  <a:lnTo>
                    <a:pt x="4828" y="17339"/>
                  </a:lnTo>
                  <a:lnTo>
                    <a:pt x="5639" y="17262"/>
                  </a:lnTo>
                  <a:lnTo>
                    <a:pt x="6450" y="17107"/>
                  </a:lnTo>
                  <a:lnTo>
                    <a:pt x="7261" y="16875"/>
                  </a:lnTo>
                  <a:lnTo>
                    <a:pt x="7647" y="16721"/>
                  </a:lnTo>
                  <a:lnTo>
                    <a:pt x="8033" y="16528"/>
                  </a:lnTo>
                  <a:lnTo>
                    <a:pt x="8419" y="16335"/>
                  </a:lnTo>
                  <a:lnTo>
                    <a:pt x="8728" y="16103"/>
                  </a:lnTo>
                  <a:lnTo>
                    <a:pt x="9075" y="15871"/>
                  </a:lnTo>
                  <a:lnTo>
                    <a:pt x="9384" y="15601"/>
                  </a:lnTo>
                  <a:lnTo>
                    <a:pt x="9616" y="15331"/>
                  </a:lnTo>
                  <a:lnTo>
                    <a:pt x="9886" y="15022"/>
                  </a:lnTo>
                  <a:lnTo>
                    <a:pt x="9886" y="14945"/>
                  </a:lnTo>
                  <a:lnTo>
                    <a:pt x="9886" y="14906"/>
                  </a:lnTo>
                  <a:lnTo>
                    <a:pt x="9848" y="14829"/>
                  </a:lnTo>
                  <a:lnTo>
                    <a:pt x="9809" y="14790"/>
                  </a:lnTo>
                  <a:lnTo>
                    <a:pt x="9732" y="14752"/>
                  </a:lnTo>
                  <a:lnTo>
                    <a:pt x="9616" y="14752"/>
                  </a:lnTo>
                  <a:lnTo>
                    <a:pt x="9539" y="14790"/>
                  </a:lnTo>
                  <a:lnTo>
                    <a:pt x="9307" y="15099"/>
                  </a:lnTo>
                  <a:lnTo>
                    <a:pt x="9114" y="14945"/>
                  </a:lnTo>
                  <a:lnTo>
                    <a:pt x="9037" y="14829"/>
                  </a:lnTo>
                  <a:lnTo>
                    <a:pt x="8998" y="14674"/>
                  </a:lnTo>
                  <a:lnTo>
                    <a:pt x="8998" y="14558"/>
                  </a:lnTo>
                  <a:lnTo>
                    <a:pt x="9037" y="14404"/>
                  </a:lnTo>
                  <a:lnTo>
                    <a:pt x="9114" y="14288"/>
                  </a:lnTo>
                  <a:lnTo>
                    <a:pt x="9346" y="14056"/>
                  </a:lnTo>
                  <a:lnTo>
                    <a:pt x="9462" y="13941"/>
                  </a:lnTo>
                  <a:lnTo>
                    <a:pt x="9539" y="13825"/>
                  </a:lnTo>
                  <a:lnTo>
                    <a:pt x="9655" y="13786"/>
                  </a:lnTo>
                  <a:close/>
                  <a:moveTo>
                    <a:pt x="889" y="1"/>
                  </a:moveTo>
                  <a:lnTo>
                    <a:pt x="812" y="78"/>
                  </a:lnTo>
                  <a:lnTo>
                    <a:pt x="773" y="155"/>
                  </a:lnTo>
                  <a:lnTo>
                    <a:pt x="194" y="2511"/>
                  </a:lnTo>
                  <a:lnTo>
                    <a:pt x="117" y="2897"/>
                  </a:lnTo>
                  <a:lnTo>
                    <a:pt x="40" y="3322"/>
                  </a:lnTo>
                  <a:lnTo>
                    <a:pt x="1" y="3746"/>
                  </a:lnTo>
                  <a:lnTo>
                    <a:pt x="1" y="4210"/>
                  </a:lnTo>
                  <a:lnTo>
                    <a:pt x="78" y="4441"/>
                  </a:lnTo>
                  <a:lnTo>
                    <a:pt x="155" y="4673"/>
                  </a:lnTo>
                  <a:lnTo>
                    <a:pt x="348" y="5136"/>
                  </a:lnTo>
                  <a:lnTo>
                    <a:pt x="850" y="6025"/>
                  </a:lnTo>
                  <a:lnTo>
                    <a:pt x="1970" y="8187"/>
                  </a:lnTo>
                  <a:lnTo>
                    <a:pt x="4133" y="12435"/>
                  </a:lnTo>
                  <a:lnTo>
                    <a:pt x="5253" y="14558"/>
                  </a:lnTo>
                  <a:lnTo>
                    <a:pt x="6411" y="16682"/>
                  </a:lnTo>
                  <a:lnTo>
                    <a:pt x="5484" y="16875"/>
                  </a:lnTo>
                  <a:lnTo>
                    <a:pt x="4596" y="16991"/>
                  </a:lnTo>
                  <a:lnTo>
                    <a:pt x="4596" y="16991"/>
                  </a:lnTo>
                  <a:lnTo>
                    <a:pt x="4673" y="16837"/>
                  </a:lnTo>
                  <a:lnTo>
                    <a:pt x="4712" y="16682"/>
                  </a:lnTo>
                  <a:lnTo>
                    <a:pt x="4712" y="16528"/>
                  </a:lnTo>
                  <a:lnTo>
                    <a:pt x="4635" y="16373"/>
                  </a:lnTo>
                  <a:lnTo>
                    <a:pt x="4557" y="16219"/>
                  </a:lnTo>
                  <a:lnTo>
                    <a:pt x="4442" y="16103"/>
                  </a:lnTo>
                  <a:lnTo>
                    <a:pt x="4326" y="15987"/>
                  </a:lnTo>
                  <a:lnTo>
                    <a:pt x="4133" y="15910"/>
                  </a:lnTo>
                  <a:lnTo>
                    <a:pt x="3862" y="15871"/>
                  </a:lnTo>
                  <a:lnTo>
                    <a:pt x="3592" y="15871"/>
                  </a:lnTo>
                  <a:lnTo>
                    <a:pt x="3322" y="15949"/>
                  </a:lnTo>
                  <a:lnTo>
                    <a:pt x="3090" y="16103"/>
                  </a:lnTo>
                  <a:lnTo>
                    <a:pt x="2897" y="16258"/>
                  </a:lnTo>
                  <a:lnTo>
                    <a:pt x="2743" y="16489"/>
                  </a:lnTo>
                  <a:lnTo>
                    <a:pt x="2588" y="16721"/>
                  </a:lnTo>
                  <a:lnTo>
                    <a:pt x="2550" y="16991"/>
                  </a:lnTo>
                  <a:lnTo>
                    <a:pt x="2511" y="17416"/>
                  </a:lnTo>
                  <a:lnTo>
                    <a:pt x="2550" y="17725"/>
                  </a:lnTo>
                  <a:lnTo>
                    <a:pt x="2704" y="17995"/>
                  </a:lnTo>
                  <a:lnTo>
                    <a:pt x="2858" y="18227"/>
                  </a:lnTo>
                  <a:lnTo>
                    <a:pt x="3129" y="18381"/>
                  </a:lnTo>
                  <a:lnTo>
                    <a:pt x="3399" y="18497"/>
                  </a:lnTo>
                  <a:lnTo>
                    <a:pt x="3747" y="18574"/>
                  </a:lnTo>
                  <a:lnTo>
                    <a:pt x="4094" y="18613"/>
                  </a:lnTo>
                  <a:lnTo>
                    <a:pt x="4442" y="18613"/>
                  </a:lnTo>
                  <a:lnTo>
                    <a:pt x="4828" y="18574"/>
                  </a:lnTo>
                  <a:lnTo>
                    <a:pt x="5639" y="18420"/>
                  </a:lnTo>
                  <a:lnTo>
                    <a:pt x="6334" y="18266"/>
                  </a:lnTo>
                  <a:lnTo>
                    <a:pt x="6952" y="18072"/>
                  </a:lnTo>
                  <a:lnTo>
                    <a:pt x="7067" y="18034"/>
                  </a:lnTo>
                  <a:lnTo>
                    <a:pt x="7299" y="17957"/>
                  </a:lnTo>
                  <a:lnTo>
                    <a:pt x="8149" y="17570"/>
                  </a:lnTo>
                  <a:lnTo>
                    <a:pt x="8612" y="18497"/>
                  </a:lnTo>
                  <a:lnTo>
                    <a:pt x="9037" y="19463"/>
                  </a:lnTo>
                  <a:lnTo>
                    <a:pt x="9269" y="20003"/>
                  </a:lnTo>
                  <a:lnTo>
                    <a:pt x="9423" y="20351"/>
                  </a:lnTo>
                  <a:lnTo>
                    <a:pt x="9539" y="20660"/>
                  </a:lnTo>
                  <a:lnTo>
                    <a:pt x="9770" y="20621"/>
                  </a:lnTo>
                  <a:lnTo>
                    <a:pt x="9693" y="20428"/>
                  </a:lnTo>
                  <a:lnTo>
                    <a:pt x="9423" y="19656"/>
                  </a:lnTo>
                  <a:lnTo>
                    <a:pt x="9114" y="18922"/>
                  </a:lnTo>
                  <a:lnTo>
                    <a:pt x="8767" y="18150"/>
                  </a:lnTo>
                  <a:lnTo>
                    <a:pt x="8419" y="17416"/>
                  </a:lnTo>
                  <a:lnTo>
                    <a:pt x="8960" y="17107"/>
                  </a:lnTo>
                  <a:lnTo>
                    <a:pt x="9539" y="16760"/>
                  </a:lnTo>
                  <a:lnTo>
                    <a:pt x="10041" y="16373"/>
                  </a:lnTo>
                  <a:lnTo>
                    <a:pt x="10272" y="16180"/>
                  </a:lnTo>
                  <a:lnTo>
                    <a:pt x="10466" y="15949"/>
                  </a:lnTo>
                  <a:lnTo>
                    <a:pt x="10659" y="15717"/>
                  </a:lnTo>
                  <a:lnTo>
                    <a:pt x="10813" y="15485"/>
                  </a:lnTo>
                  <a:lnTo>
                    <a:pt x="10929" y="15254"/>
                  </a:lnTo>
                  <a:lnTo>
                    <a:pt x="10968" y="14983"/>
                  </a:lnTo>
                  <a:lnTo>
                    <a:pt x="10968" y="14752"/>
                  </a:lnTo>
                  <a:lnTo>
                    <a:pt x="10929" y="14520"/>
                  </a:lnTo>
                  <a:lnTo>
                    <a:pt x="10852" y="14250"/>
                  </a:lnTo>
                  <a:lnTo>
                    <a:pt x="10659" y="13979"/>
                  </a:lnTo>
                  <a:lnTo>
                    <a:pt x="10504" y="13825"/>
                  </a:lnTo>
                  <a:lnTo>
                    <a:pt x="10272" y="13670"/>
                  </a:lnTo>
                  <a:lnTo>
                    <a:pt x="10041" y="13555"/>
                  </a:lnTo>
                  <a:lnTo>
                    <a:pt x="9809" y="13516"/>
                  </a:lnTo>
                  <a:lnTo>
                    <a:pt x="9539" y="13516"/>
                  </a:lnTo>
                  <a:lnTo>
                    <a:pt x="9307" y="13555"/>
                  </a:lnTo>
                  <a:lnTo>
                    <a:pt x="9075" y="13670"/>
                  </a:lnTo>
                  <a:lnTo>
                    <a:pt x="8882" y="13863"/>
                  </a:lnTo>
                  <a:lnTo>
                    <a:pt x="8767" y="14056"/>
                  </a:lnTo>
                  <a:lnTo>
                    <a:pt x="8728" y="14250"/>
                  </a:lnTo>
                  <a:lnTo>
                    <a:pt x="8689" y="14443"/>
                  </a:lnTo>
                  <a:lnTo>
                    <a:pt x="8689" y="14636"/>
                  </a:lnTo>
                  <a:lnTo>
                    <a:pt x="8728" y="14829"/>
                  </a:lnTo>
                  <a:lnTo>
                    <a:pt x="8805" y="15022"/>
                  </a:lnTo>
                  <a:lnTo>
                    <a:pt x="8921" y="15176"/>
                  </a:lnTo>
                  <a:lnTo>
                    <a:pt x="9075" y="15331"/>
                  </a:lnTo>
                  <a:lnTo>
                    <a:pt x="8728" y="15640"/>
                  </a:lnTo>
                  <a:lnTo>
                    <a:pt x="8342" y="15871"/>
                  </a:lnTo>
                  <a:lnTo>
                    <a:pt x="7917" y="16103"/>
                  </a:lnTo>
                  <a:lnTo>
                    <a:pt x="7454" y="16296"/>
                  </a:lnTo>
                  <a:lnTo>
                    <a:pt x="7531" y="16258"/>
                  </a:lnTo>
                  <a:lnTo>
                    <a:pt x="7608" y="16219"/>
                  </a:lnTo>
                  <a:lnTo>
                    <a:pt x="7608" y="16142"/>
                  </a:lnTo>
                  <a:lnTo>
                    <a:pt x="7608" y="16026"/>
                  </a:lnTo>
                  <a:lnTo>
                    <a:pt x="5330" y="6488"/>
                  </a:lnTo>
                  <a:lnTo>
                    <a:pt x="4712" y="4094"/>
                  </a:lnTo>
                  <a:lnTo>
                    <a:pt x="4480" y="3013"/>
                  </a:lnTo>
                  <a:lnTo>
                    <a:pt x="4326" y="2511"/>
                  </a:lnTo>
                  <a:lnTo>
                    <a:pt x="4249" y="2240"/>
                  </a:lnTo>
                  <a:lnTo>
                    <a:pt x="4094" y="2009"/>
                  </a:lnTo>
                  <a:lnTo>
                    <a:pt x="3824" y="1700"/>
                  </a:lnTo>
                  <a:lnTo>
                    <a:pt x="3515" y="1352"/>
                  </a:lnTo>
                  <a:lnTo>
                    <a:pt x="3129" y="1082"/>
                  </a:lnTo>
                  <a:lnTo>
                    <a:pt x="2704" y="812"/>
                  </a:lnTo>
                  <a:lnTo>
                    <a:pt x="2318" y="580"/>
                  </a:lnTo>
                  <a:lnTo>
                    <a:pt x="1854" y="387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3"/>
            <p:cNvSpPr/>
            <p:nvPr/>
          </p:nvSpPr>
          <p:spPr>
            <a:xfrm>
              <a:off x="319200" y="3515375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8" y="309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2"/>
                  </a:lnTo>
                  <a:lnTo>
                    <a:pt x="7299" y="502"/>
                  </a:lnTo>
                  <a:lnTo>
                    <a:pt x="7453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3"/>
                  </a:lnTo>
                  <a:lnTo>
                    <a:pt x="6295" y="4943"/>
                  </a:lnTo>
                  <a:lnTo>
                    <a:pt x="6218" y="3978"/>
                  </a:lnTo>
                  <a:lnTo>
                    <a:pt x="6140" y="2974"/>
                  </a:lnTo>
                  <a:lnTo>
                    <a:pt x="6140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4"/>
                  </a:lnTo>
                  <a:lnTo>
                    <a:pt x="6449" y="502"/>
                  </a:lnTo>
                  <a:lnTo>
                    <a:pt x="6527" y="425"/>
                  </a:lnTo>
                  <a:lnTo>
                    <a:pt x="6642" y="348"/>
                  </a:lnTo>
                  <a:lnTo>
                    <a:pt x="6758" y="309"/>
                  </a:lnTo>
                  <a:close/>
                  <a:moveTo>
                    <a:pt x="11971" y="4711"/>
                  </a:moveTo>
                  <a:lnTo>
                    <a:pt x="12087" y="4750"/>
                  </a:lnTo>
                  <a:lnTo>
                    <a:pt x="12164" y="4827"/>
                  </a:lnTo>
                  <a:lnTo>
                    <a:pt x="12280" y="4905"/>
                  </a:lnTo>
                  <a:lnTo>
                    <a:pt x="12319" y="4982"/>
                  </a:lnTo>
                  <a:lnTo>
                    <a:pt x="12396" y="5136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1"/>
                  </a:lnTo>
                  <a:lnTo>
                    <a:pt x="10041" y="5831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8" y="5252"/>
                  </a:lnTo>
                  <a:lnTo>
                    <a:pt x="7955" y="5020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8" y="4750"/>
                  </a:lnTo>
                  <a:lnTo>
                    <a:pt x="11353" y="4711"/>
                  </a:lnTo>
                  <a:close/>
                  <a:moveTo>
                    <a:pt x="5638" y="5754"/>
                  </a:moveTo>
                  <a:lnTo>
                    <a:pt x="4557" y="6449"/>
                  </a:lnTo>
                  <a:lnTo>
                    <a:pt x="3437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29" y="7917"/>
                  </a:lnTo>
                  <a:lnTo>
                    <a:pt x="1120" y="7955"/>
                  </a:lnTo>
                  <a:lnTo>
                    <a:pt x="927" y="7917"/>
                  </a:lnTo>
                  <a:lnTo>
                    <a:pt x="850" y="7878"/>
                  </a:lnTo>
                  <a:lnTo>
                    <a:pt x="773" y="7801"/>
                  </a:lnTo>
                  <a:lnTo>
                    <a:pt x="734" y="7685"/>
                  </a:lnTo>
                  <a:lnTo>
                    <a:pt x="696" y="7530"/>
                  </a:lnTo>
                  <a:lnTo>
                    <a:pt x="696" y="7376"/>
                  </a:lnTo>
                  <a:lnTo>
                    <a:pt x="696" y="7221"/>
                  </a:lnTo>
                  <a:lnTo>
                    <a:pt x="734" y="7144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2"/>
                  </a:lnTo>
                  <a:lnTo>
                    <a:pt x="2742" y="6449"/>
                  </a:lnTo>
                  <a:lnTo>
                    <a:pt x="3592" y="6295"/>
                  </a:lnTo>
                  <a:lnTo>
                    <a:pt x="4634" y="6063"/>
                  </a:lnTo>
                  <a:lnTo>
                    <a:pt x="5136" y="5909"/>
                  </a:lnTo>
                  <a:lnTo>
                    <a:pt x="5638" y="5754"/>
                  </a:lnTo>
                  <a:close/>
                  <a:moveTo>
                    <a:pt x="6951" y="0"/>
                  </a:moveTo>
                  <a:lnTo>
                    <a:pt x="6720" y="39"/>
                  </a:lnTo>
                  <a:lnTo>
                    <a:pt x="6527" y="116"/>
                  </a:lnTo>
                  <a:lnTo>
                    <a:pt x="6333" y="232"/>
                  </a:lnTo>
                  <a:lnTo>
                    <a:pt x="6140" y="425"/>
                  </a:lnTo>
                  <a:lnTo>
                    <a:pt x="5986" y="618"/>
                  </a:lnTo>
                  <a:lnTo>
                    <a:pt x="5909" y="811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1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3" y="5020"/>
                  </a:lnTo>
                  <a:lnTo>
                    <a:pt x="6025" y="5136"/>
                  </a:lnTo>
                  <a:lnTo>
                    <a:pt x="6063" y="5252"/>
                  </a:lnTo>
                  <a:lnTo>
                    <a:pt x="5523" y="5445"/>
                  </a:lnTo>
                  <a:lnTo>
                    <a:pt x="4982" y="5561"/>
                  </a:lnTo>
                  <a:lnTo>
                    <a:pt x="3939" y="5831"/>
                  </a:lnTo>
                  <a:lnTo>
                    <a:pt x="2858" y="6024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0" y="6642"/>
                  </a:lnTo>
                  <a:lnTo>
                    <a:pt x="503" y="6835"/>
                  </a:lnTo>
                  <a:lnTo>
                    <a:pt x="232" y="7028"/>
                  </a:lnTo>
                  <a:lnTo>
                    <a:pt x="116" y="7144"/>
                  </a:lnTo>
                  <a:lnTo>
                    <a:pt x="39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39" y="7723"/>
                  </a:lnTo>
                  <a:lnTo>
                    <a:pt x="116" y="7917"/>
                  </a:lnTo>
                  <a:lnTo>
                    <a:pt x="232" y="8032"/>
                  </a:lnTo>
                  <a:lnTo>
                    <a:pt x="348" y="8148"/>
                  </a:lnTo>
                  <a:lnTo>
                    <a:pt x="503" y="8225"/>
                  </a:lnTo>
                  <a:lnTo>
                    <a:pt x="618" y="8264"/>
                  </a:lnTo>
                  <a:lnTo>
                    <a:pt x="927" y="8341"/>
                  </a:lnTo>
                  <a:lnTo>
                    <a:pt x="1275" y="8341"/>
                  </a:lnTo>
                  <a:lnTo>
                    <a:pt x="1622" y="8303"/>
                  </a:lnTo>
                  <a:lnTo>
                    <a:pt x="1931" y="8187"/>
                  </a:lnTo>
                  <a:lnTo>
                    <a:pt x="2549" y="7994"/>
                  </a:lnTo>
                  <a:lnTo>
                    <a:pt x="3553" y="7530"/>
                  </a:lnTo>
                  <a:lnTo>
                    <a:pt x="4519" y="6990"/>
                  </a:lnTo>
                  <a:lnTo>
                    <a:pt x="5445" y="6372"/>
                  </a:lnTo>
                  <a:lnTo>
                    <a:pt x="5909" y="6063"/>
                  </a:lnTo>
                  <a:lnTo>
                    <a:pt x="6333" y="5715"/>
                  </a:lnTo>
                  <a:lnTo>
                    <a:pt x="6527" y="6102"/>
                  </a:lnTo>
                  <a:lnTo>
                    <a:pt x="6642" y="6295"/>
                  </a:lnTo>
                  <a:lnTo>
                    <a:pt x="6758" y="6449"/>
                  </a:lnTo>
                  <a:lnTo>
                    <a:pt x="7029" y="6372"/>
                  </a:lnTo>
                  <a:lnTo>
                    <a:pt x="7029" y="6333"/>
                  </a:lnTo>
                  <a:lnTo>
                    <a:pt x="6835" y="5986"/>
                  </a:lnTo>
                  <a:lnTo>
                    <a:pt x="6758" y="5831"/>
                  </a:lnTo>
                  <a:lnTo>
                    <a:pt x="6720" y="5638"/>
                  </a:lnTo>
                  <a:lnTo>
                    <a:pt x="6720" y="5561"/>
                  </a:lnTo>
                  <a:lnTo>
                    <a:pt x="7569" y="5831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7"/>
                  </a:lnTo>
                  <a:lnTo>
                    <a:pt x="11006" y="6217"/>
                  </a:lnTo>
                  <a:lnTo>
                    <a:pt x="11469" y="6179"/>
                  </a:lnTo>
                  <a:lnTo>
                    <a:pt x="11933" y="6140"/>
                  </a:lnTo>
                  <a:lnTo>
                    <a:pt x="12357" y="5986"/>
                  </a:lnTo>
                  <a:lnTo>
                    <a:pt x="12512" y="5909"/>
                  </a:lnTo>
                  <a:lnTo>
                    <a:pt x="12666" y="5793"/>
                  </a:lnTo>
                  <a:lnTo>
                    <a:pt x="12821" y="5677"/>
                  </a:lnTo>
                  <a:lnTo>
                    <a:pt x="12898" y="5522"/>
                  </a:lnTo>
                  <a:lnTo>
                    <a:pt x="12975" y="5368"/>
                  </a:lnTo>
                  <a:lnTo>
                    <a:pt x="12975" y="5175"/>
                  </a:lnTo>
                  <a:lnTo>
                    <a:pt x="12975" y="4982"/>
                  </a:lnTo>
                  <a:lnTo>
                    <a:pt x="12898" y="4827"/>
                  </a:lnTo>
                  <a:lnTo>
                    <a:pt x="12821" y="4711"/>
                  </a:lnTo>
                  <a:lnTo>
                    <a:pt x="12744" y="4634"/>
                  </a:lnTo>
                  <a:lnTo>
                    <a:pt x="12628" y="4518"/>
                  </a:lnTo>
                  <a:lnTo>
                    <a:pt x="12473" y="4480"/>
                  </a:lnTo>
                  <a:lnTo>
                    <a:pt x="12164" y="4364"/>
                  </a:lnTo>
                  <a:lnTo>
                    <a:pt x="11817" y="4325"/>
                  </a:lnTo>
                  <a:lnTo>
                    <a:pt x="11469" y="4325"/>
                  </a:lnTo>
                  <a:lnTo>
                    <a:pt x="10890" y="4364"/>
                  </a:lnTo>
                  <a:lnTo>
                    <a:pt x="9847" y="4403"/>
                  </a:lnTo>
                  <a:lnTo>
                    <a:pt x="8843" y="4480"/>
                  </a:lnTo>
                  <a:lnTo>
                    <a:pt x="7839" y="4634"/>
                  </a:lnTo>
                  <a:lnTo>
                    <a:pt x="6835" y="4827"/>
                  </a:lnTo>
                  <a:lnTo>
                    <a:pt x="7376" y="3476"/>
                  </a:lnTo>
                  <a:lnTo>
                    <a:pt x="7646" y="2742"/>
                  </a:lnTo>
                  <a:lnTo>
                    <a:pt x="7839" y="2047"/>
                  </a:lnTo>
                  <a:lnTo>
                    <a:pt x="7917" y="1815"/>
                  </a:lnTo>
                  <a:lnTo>
                    <a:pt x="7917" y="1545"/>
                  </a:lnTo>
                  <a:lnTo>
                    <a:pt x="7917" y="1313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8"/>
                  </a:lnTo>
                  <a:lnTo>
                    <a:pt x="7531" y="425"/>
                  </a:lnTo>
                  <a:lnTo>
                    <a:pt x="7337" y="271"/>
                  </a:lnTo>
                  <a:lnTo>
                    <a:pt x="7260" y="155"/>
                  </a:lnTo>
                  <a:lnTo>
                    <a:pt x="7144" y="78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3"/>
            <p:cNvSpPr/>
            <p:nvPr/>
          </p:nvSpPr>
          <p:spPr>
            <a:xfrm>
              <a:off x="2371575" y="3521175"/>
              <a:ext cx="106225" cy="123575"/>
            </a:xfrm>
            <a:custGeom>
              <a:avLst/>
              <a:gdLst/>
              <a:ahLst/>
              <a:cxnLst/>
              <a:rect l="l" t="t" r="r" b="b"/>
              <a:pathLst>
                <a:path w="4249" h="4943" extrusionOk="0">
                  <a:moveTo>
                    <a:pt x="3862" y="0"/>
                  </a:moveTo>
                  <a:lnTo>
                    <a:pt x="3592" y="541"/>
                  </a:lnTo>
                  <a:lnTo>
                    <a:pt x="3245" y="1120"/>
                  </a:lnTo>
                  <a:lnTo>
                    <a:pt x="2897" y="1661"/>
                  </a:lnTo>
                  <a:lnTo>
                    <a:pt x="2511" y="2163"/>
                  </a:lnTo>
                  <a:lnTo>
                    <a:pt x="1932" y="2858"/>
                  </a:lnTo>
                  <a:lnTo>
                    <a:pt x="1314" y="3475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48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50"/>
                  </a:lnTo>
                  <a:lnTo>
                    <a:pt x="966" y="4518"/>
                  </a:lnTo>
                  <a:lnTo>
                    <a:pt x="1314" y="4209"/>
                  </a:lnTo>
                  <a:lnTo>
                    <a:pt x="1700" y="3900"/>
                  </a:lnTo>
                  <a:lnTo>
                    <a:pt x="2009" y="3553"/>
                  </a:lnTo>
                  <a:lnTo>
                    <a:pt x="2356" y="3167"/>
                  </a:lnTo>
                  <a:lnTo>
                    <a:pt x="2897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2"/>
                  </a:lnTo>
                  <a:lnTo>
                    <a:pt x="4248" y="155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3"/>
            <p:cNvSpPr/>
            <p:nvPr/>
          </p:nvSpPr>
          <p:spPr>
            <a:xfrm>
              <a:off x="2320425" y="3522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1"/>
                  </a:moveTo>
                  <a:lnTo>
                    <a:pt x="1004" y="310"/>
                  </a:ln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314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507"/>
                  </a:lnTo>
                  <a:lnTo>
                    <a:pt x="579" y="1430"/>
                  </a:lnTo>
                  <a:lnTo>
                    <a:pt x="502" y="1314"/>
                  </a:lnTo>
                  <a:lnTo>
                    <a:pt x="464" y="1236"/>
                  </a:lnTo>
                  <a:lnTo>
                    <a:pt x="425" y="1005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426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1"/>
                  </a:moveTo>
                  <a:lnTo>
                    <a:pt x="850" y="39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117"/>
                  </a:lnTo>
                  <a:lnTo>
                    <a:pt x="271" y="232"/>
                  </a:lnTo>
                  <a:lnTo>
                    <a:pt x="155" y="348"/>
                  </a:lnTo>
                  <a:lnTo>
                    <a:pt x="77" y="541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68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932"/>
                  </a:lnTo>
                  <a:lnTo>
                    <a:pt x="1622" y="1816"/>
                  </a:lnTo>
                  <a:lnTo>
                    <a:pt x="1777" y="1700"/>
                  </a:lnTo>
                  <a:lnTo>
                    <a:pt x="1892" y="1545"/>
                  </a:lnTo>
                  <a:lnTo>
                    <a:pt x="1970" y="1352"/>
                  </a:lnTo>
                  <a:lnTo>
                    <a:pt x="2047" y="1198"/>
                  </a:lnTo>
                  <a:lnTo>
                    <a:pt x="2085" y="1005"/>
                  </a:lnTo>
                  <a:lnTo>
                    <a:pt x="2047" y="812"/>
                  </a:lnTo>
                  <a:lnTo>
                    <a:pt x="1970" y="619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78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3"/>
            <p:cNvSpPr/>
            <p:nvPr/>
          </p:nvSpPr>
          <p:spPr>
            <a:xfrm>
              <a:off x="5925125" y="3542400"/>
              <a:ext cx="60825" cy="90775"/>
            </a:xfrm>
            <a:custGeom>
              <a:avLst/>
              <a:gdLst/>
              <a:ahLst/>
              <a:cxnLst/>
              <a:rect l="l" t="t" r="r" b="b"/>
              <a:pathLst>
                <a:path w="2433" h="3631" extrusionOk="0">
                  <a:moveTo>
                    <a:pt x="1197" y="1"/>
                  </a:moveTo>
                  <a:lnTo>
                    <a:pt x="1081" y="39"/>
                  </a:lnTo>
                  <a:lnTo>
                    <a:pt x="1004" y="78"/>
                  </a:lnTo>
                  <a:lnTo>
                    <a:pt x="966" y="117"/>
                  </a:lnTo>
                  <a:lnTo>
                    <a:pt x="927" y="194"/>
                  </a:lnTo>
                  <a:lnTo>
                    <a:pt x="927" y="271"/>
                  </a:lnTo>
                  <a:lnTo>
                    <a:pt x="850" y="271"/>
                  </a:lnTo>
                  <a:lnTo>
                    <a:pt x="772" y="310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41"/>
                  </a:lnTo>
                  <a:lnTo>
                    <a:pt x="695" y="619"/>
                  </a:lnTo>
                  <a:lnTo>
                    <a:pt x="772" y="696"/>
                  </a:lnTo>
                  <a:lnTo>
                    <a:pt x="850" y="734"/>
                  </a:lnTo>
                  <a:lnTo>
                    <a:pt x="1081" y="812"/>
                  </a:lnTo>
                  <a:lnTo>
                    <a:pt x="1274" y="966"/>
                  </a:lnTo>
                  <a:lnTo>
                    <a:pt x="1468" y="1121"/>
                  </a:lnTo>
                  <a:lnTo>
                    <a:pt x="1622" y="1275"/>
                  </a:lnTo>
                  <a:lnTo>
                    <a:pt x="1738" y="1507"/>
                  </a:lnTo>
                  <a:lnTo>
                    <a:pt x="1854" y="1700"/>
                  </a:lnTo>
                  <a:lnTo>
                    <a:pt x="1892" y="1931"/>
                  </a:lnTo>
                  <a:lnTo>
                    <a:pt x="1931" y="2163"/>
                  </a:lnTo>
                  <a:lnTo>
                    <a:pt x="1892" y="2472"/>
                  </a:lnTo>
                  <a:lnTo>
                    <a:pt x="1815" y="2742"/>
                  </a:lnTo>
                  <a:lnTo>
                    <a:pt x="1738" y="2897"/>
                  </a:lnTo>
                  <a:lnTo>
                    <a:pt x="1622" y="2974"/>
                  </a:lnTo>
                  <a:lnTo>
                    <a:pt x="1506" y="3090"/>
                  </a:lnTo>
                  <a:lnTo>
                    <a:pt x="1390" y="3128"/>
                  </a:lnTo>
                  <a:lnTo>
                    <a:pt x="1197" y="3167"/>
                  </a:lnTo>
                  <a:lnTo>
                    <a:pt x="1043" y="3128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81"/>
                  </a:lnTo>
                  <a:lnTo>
                    <a:pt x="811" y="2626"/>
                  </a:lnTo>
                  <a:lnTo>
                    <a:pt x="888" y="2472"/>
                  </a:lnTo>
                  <a:lnTo>
                    <a:pt x="1043" y="2356"/>
                  </a:lnTo>
                  <a:lnTo>
                    <a:pt x="1120" y="2279"/>
                  </a:lnTo>
                  <a:lnTo>
                    <a:pt x="1159" y="2163"/>
                  </a:lnTo>
                  <a:lnTo>
                    <a:pt x="1120" y="2047"/>
                  </a:lnTo>
                  <a:lnTo>
                    <a:pt x="1043" y="1970"/>
                  </a:lnTo>
                  <a:lnTo>
                    <a:pt x="618" y="1623"/>
                  </a:lnTo>
                  <a:lnTo>
                    <a:pt x="425" y="1468"/>
                  </a:lnTo>
                  <a:lnTo>
                    <a:pt x="193" y="1352"/>
                  </a:lnTo>
                  <a:lnTo>
                    <a:pt x="0" y="1623"/>
                  </a:lnTo>
                  <a:lnTo>
                    <a:pt x="270" y="1893"/>
                  </a:lnTo>
                  <a:lnTo>
                    <a:pt x="541" y="2163"/>
                  </a:lnTo>
                  <a:lnTo>
                    <a:pt x="386" y="2395"/>
                  </a:lnTo>
                  <a:lnTo>
                    <a:pt x="309" y="2626"/>
                  </a:lnTo>
                  <a:lnTo>
                    <a:pt x="309" y="2935"/>
                  </a:lnTo>
                  <a:lnTo>
                    <a:pt x="348" y="3051"/>
                  </a:lnTo>
                  <a:lnTo>
                    <a:pt x="425" y="3206"/>
                  </a:lnTo>
                  <a:lnTo>
                    <a:pt x="541" y="3360"/>
                  </a:lnTo>
                  <a:lnTo>
                    <a:pt x="695" y="3476"/>
                  </a:lnTo>
                  <a:lnTo>
                    <a:pt x="850" y="3592"/>
                  </a:lnTo>
                  <a:lnTo>
                    <a:pt x="1081" y="3630"/>
                  </a:lnTo>
                  <a:lnTo>
                    <a:pt x="1274" y="3630"/>
                  </a:lnTo>
                  <a:lnTo>
                    <a:pt x="1468" y="3592"/>
                  </a:lnTo>
                  <a:lnTo>
                    <a:pt x="1661" y="3515"/>
                  </a:lnTo>
                  <a:lnTo>
                    <a:pt x="1854" y="3437"/>
                  </a:lnTo>
                  <a:lnTo>
                    <a:pt x="2047" y="3283"/>
                  </a:lnTo>
                  <a:lnTo>
                    <a:pt x="2201" y="3090"/>
                  </a:lnTo>
                  <a:lnTo>
                    <a:pt x="2317" y="2897"/>
                  </a:lnTo>
                  <a:lnTo>
                    <a:pt x="2394" y="2704"/>
                  </a:lnTo>
                  <a:lnTo>
                    <a:pt x="2433" y="2472"/>
                  </a:lnTo>
                  <a:lnTo>
                    <a:pt x="2433" y="2279"/>
                  </a:lnTo>
                  <a:lnTo>
                    <a:pt x="2433" y="2047"/>
                  </a:lnTo>
                  <a:lnTo>
                    <a:pt x="2356" y="1816"/>
                  </a:lnTo>
                  <a:lnTo>
                    <a:pt x="2317" y="1623"/>
                  </a:lnTo>
                  <a:lnTo>
                    <a:pt x="2201" y="1391"/>
                  </a:lnTo>
                  <a:lnTo>
                    <a:pt x="1931" y="1005"/>
                  </a:lnTo>
                  <a:lnTo>
                    <a:pt x="1622" y="657"/>
                  </a:lnTo>
                  <a:lnTo>
                    <a:pt x="1274" y="425"/>
                  </a:lnTo>
                  <a:lnTo>
                    <a:pt x="11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3"/>
            <p:cNvSpPr/>
            <p:nvPr/>
          </p:nvSpPr>
          <p:spPr>
            <a:xfrm>
              <a:off x="5032150" y="354530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3"/>
            <p:cNvSpPr/>
            <p:nvPr/>
          </p:nvSpPr>
          <p:spPr>
            <a:xfrm>
              <a:off x="3784900" y="3554950"/>
              <a:ext cx="112950" cy="132275"/>
            </a:xfrm>
            <a:custGeom>
              <a:avLst/>
              <a:gdLst/>
              <a:ahLst/>
              <a:cxnLst/>
              <a:rect l="l" t="t" r="r" b="b"/>
              <a:pathLst>
                <a:path w="4518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3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5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8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6" y="3167"/>
                  </a:lnTo>
                  <a:lnTo>
                    <a:pt x="772" y="2742"/>
                  </a:lnTo>
                  <a:lnTo>
                    <a:pt x="965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79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3"/>
            <p:cNvSpPr/>
            <p:nvPr/>
          </p:nvSpPr>
          <p:spPr>
            <a:xfrm>
              <a:off x="5529325" y="35675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463" y="927"/>
                  </a:lnTo>
                  <a:lnTo>
                    <a:pt x="1043" y="1622"/>
                  </a:lnTo>
                  <a:lnTo>
                    <a:pt x="1661" y="2279"/>
                  </a:lnTo>
                  <a:lnTo>
                    <a:pt x="2356" y="2858"/>
                  </a:lnTo>
                  <a:lnTo>
                    <a:pt x="3089" y="3360"/>
                  </a:lnTo>
                  <a:lnTo>
                    <a:pt x="3862" y="3824"/>
                  </a:lnTo>
                  <a:lnTo>
                    <a:pt x="4672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21" y="4905"/>
                  </a:lnTo>
                  <a:lnTo>
                    <a:pt x="7684" y="4943"/>
                  </a:lnTo>
                  <a:lnTo>
                    <a:pt x="8109" y="4982"/>
                  </a:lnTo>
                  <a:lnTo>
                    <a:pt x="8534" y="4943"/>
                  </a:lnTo>
                  <a:lnTo>
                    <a:pt x="8959" y="4905"/>
                  </a:lnTo>
                  <a:lnTo>
                    <a:pt x="9383" y="4866"/>
                  </a:lnTo>
                  <a:lnTo>
                    <a:pt x="9808" y="4750"/>
                  </a:lnTo>
                  <a:lnTo>
                    <a:pt x="10233" y="4634"/>
                  </a:lnTo>
                  <a:lnTo>
                    <a:pt x="10658" y="4480"/>
                  </a:lnTo>
                  <a:lnTo>
                    <a:pt x="11044" y="4326"/>
                  </a:lnTo>
                  <a:lnTo>
                    <a:pt x="11469" y="4094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280" y="3553"/>
                  </a:lnTo>
                  <a:lnTo>
                    <a:pt x="12434" y="3167"/>
                  </a:lnTo>
                  <a:lnTo>
                    <a:pt x="12241" y="3167"/>
                  </a:lnTo>
                  <a:lnTo>
                    <a:pt x="12202" y="3128"/>
                  </a:lnTo>
                  <a:lnTo>
                    <a:pt x="12009" y="3128"/>
                  </a:lnTo>
                  <a:lnTo>
                    <a:pt x="11893" y="3167"/>
                  </a:lnTo>
                  <a:lnTo>
                    <a:pt x="11546" y="3437"/>
                  </a:lnTo>
                  <a:lnTo>
                    <a:pt x="11198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01" y="4171"/>
                  </a:lnTo>
                  <a:lnTo>
                    <a:pt x="9615" y="4287"/>
                  </a:lnTo>
                  <a:lnTo>
                    <a:pt x="9190" y="4364"/>
                  </a:lnTo>
                  <a:lnTo>
                    <a:pt x="8766" y="4403"/>
                  </a:lnTo>
                  <a:lnTo>
                    <a:pt x="8341" y="4441"/>
                  </a:lnTo>
                  <a:lnTo>
                    <a:pt x="7916" y="4480"/>
                  </a:lnTo>
                  <a:lnTo>
                    <a:pt x="7453" y="4441"/>
                  </a:lnTo>
                  <a:lnTo>
                    <a:pt x="7028" y="4403"/>
                  </a:lnTo>
                  <a:lnTo>
                    <a:pt x="6603" y="4326"/>
                  </a:lnTo>
                  <a:lnTo>
                    <a:pt x="6178" y="4248"/>
                  </a:lnTo>
                  <a:lnTo>
                    <a:pt x="5792" y="4132"/>
                  </a:lnTo>
                  <a:lnTo>
                    <a:pt x="5368" y="4017"/>
                  </a:lnTo>
                  <a:lnTo>
                    <a:pt x="4595" y="3669"/>
                  </a:lnTo>
                  <a:lnTo>
                    <a:pt x="3862" y="3283"/>
                  </a:lnTo>
                  <a:lnTo>
                    <a:pt x="3205" y="2820"/>
                  </a:lnTo>
                  <a:lnTo>
                    <a:pt x="2549" y="2318"/>
                  </a:lnTo>
                  <a:lnTo>
                    <a:pt x="1969" y="1777"/>
                  </a:lnTo>
                  <a:lnTo>
                    <a:pt x="1352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3"/>
            <p:cNvSpPr/>
            <p:nvPr/>
          </p:nvSpPr>
          <p:spPr>
            <a:xfrm>
              <a:off x="2258625" y="3569425"/>
              <a:ext cx="44450" cy="43475"/>
            </a:xfrm>
            <a:custGeom>
              <a:avLst/>
              <a:gdLst/>
              <a:ahLst/>
              <a:cxnLst/>
              <a:rect l="l" t="t" r="r" b="b"/>
              <a:pathLst>
                <a:path w="1778" h="1739" extrusionOk="0">
                  <a:moveTo>
                    <a:pt x="773" y="310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9"/>
                  </a:lnTo>
                  <a:lnTo>
                    <a:pt x="1391" y="773"/>
                  </a:lnTo>
                  <a:lnTo>
                    <a:pt x="1391" y="966"/>
                  </a:lnTo>
                  <a:lnTo>
                    <a:pt x="1352" y="1044"/>
                  </a:lnTo>
                  <a:lnTo>
                    <a:pt x="1275" y="1159"/>
                  </a:lnTo>
                  <a:lnTo>
                    <a:pt x="1198" y="1237"/>
                  </a:lnTo>
                  <a:lnTo>
                    <a:pt x="1082" y="1314"/>
                  </a:lnTo>
                  <a:lnTo>
                    <a:pt x="889" y="1352"/>
                  </a:lnTo>
                  <a:lnTo>
                    <a:pt x="696" y="1352"/>
                  </a:lnTo>
                  <a:lnTo>
                    <a:pt x="542" y="1237"/>
                  </a:lnTo>
                  <a:lnTo>
                    <a:pt x="426" y="1082"/>
                  </a:lnTo>
                  <a:lnTo>
                    <a:pt x="387" y="889"/>
                  </a:lnTo>
                  <a:lnTo>
                    <a:pt x="387" y="735"/>
                  </a:lnTo>
                  <a:lnTo>
                    <a:pt x="464" y="580"/>
                  </a:lnTo>
                  <a:lnTo>
                    <a:pt x="542" y="387"/>
                  </a:lnTo>
                  <a:lnTo>
                    <a:pt x="542" y="348"/>
                  </a:lnTo>
                  <a:lnTo>
                    <a:pt x="773" y="310"/>
                  </a:lnTo>
                  <a:close/>
                  <a:moveTo>
                    <a:pt x="773" y="1"/>
                  </a:moveTo>
                  <a:lnTo>
                    <a:pt x="619" y="40"/>
                  </a:lnTo>
                  <a:lnTo>
                    <a:pt x="464" y="117"/>
                  </a:lnTo>
                  <a:lnTo>
                    <a:pt x="426" y="155"/>
                  </a:lnTo>
                  <a:lnTo>
                    <a:pt x="348" y="194"/>
                  </a:lnTo>
                  <a:lnTo>
                    <a:pt x="233" y="271"/>
                  </a:lnTo>
                  <a:lnTo>
                    <a:pt x="117" y="387"/>
                  </a:lnTo>
                  <a:lnTo>
                    <a:pt x="40" y="503"/>
                  </a:lnTo>
                  <a:lnTo>
                    <a:pt x="1" y="657"/>
                  </a:lnTo>
                  <a:lnTo>
                    <a:pt x="1" y="850"/>
                  </a:lnTo>
                  <a:lnTo>
                    <a:pt x="1" y="1005"/>
                  </a:lnTo>
                  <a:lnTo>
                    <a:pt x="40" y="1159"/>
                  </a:lnTo>
                  <a:lnTo>
                    <a:pt x="117" y="1314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9" y="1739"/>
                  </a:lnTo>
                  <a:lnTo>
                    <a:pt x="966" y="1739"/>
                  </a:lnTo>
                  <a:lnTo>
                    <a:pt x="1121" y="1700"/>
                  </a:lnTo>
                  <a:lnTo>
                    <a:pt x="1275" y="1623"/>
                  </a:lnTo>
                  <a:lnTo>
                    <a:pt x="1430" y="1545"/>
                  </a:lnTo>
                  <a:lnTo>
                    <a:pt x="1584" y="1430"/>
                  </a:lnTo>
                  <a:lnTo>
                    <a:pt x="1661" y="1275"/>
                  </a:lnTo>
                  <a:lnTo>
                    <a:pt x="1739" y="1121"/>
                  </a:lnTo>
                  <a:lnTo>
                    <a:pt x="1777" y="928"/>
                  </a:lnTo>
                  <a:lnTo>
                    <a:pt x="1777" y="773"/>
                  </a:lnTo>
                  <a:lnTo>
                    <a:pt x="1739" y="580"/>
                  </a:lnTo>
                  <a:lnTo>
                    <a:pt x="1661" y="426"/>
                  </a:lnTo>
                  <a:lnTo>
                    <a:pt x="1546" y="271"/>
                  </a:lnTo>
                  <a:lnTo>
                    <a:pt x="1430" y="155"/>
                  </a:lnTo>
                  <a:lnTo>
                    <a:pt x="1275" y="78"/>
                  </a:lnTo>
                  <a:lnTo>
                    <a:pt x="1121" y="40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3"/>
            <p:cNvSpPr/>
            <p:nvPr/>
          </p:nvSpPr>
          <p:spPr>
            <a:xfrm>
              <a:off x="5836300" y="3573300"/>
              <a:ext cx="93675" cy="136150"/>
            </a:xfrm>
            <a:custGeom>
              <a:avLst/>
              <a:gdLst/>
              <a:ahLst/>
              <a:cxnLst/>
              <a:rect l="l" t="t" r="r" b="b"/>
              <a:pathLst>
                <a:path w="3747" h="5446" extrusionOk="0">
                  <a:moveTo>
                    <a:pt x="3515" y="0"/>
                  </a:moveTo>
                  <a:lnTo>
                    <a:pt x="3437" y="39"/>
                  </a:lnTo>
                  <a:lnTo>
                    <a:pt x="3360" y="78"/>
                  </a:lnTo>
                  <a:lnTo>
                    <a:pt x="3283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88" y="773"/>
                  </a:lnTo>
                  <a:lnTo>
                    <a:pt x="2356" y="1004"/>
                  </a:lnTo>
                  <a:lnTo>
                    <a:pt x="2086" y="1236"/>
                  </a:lnTo>
                  <a:lnTo>
                    <a:pt x="1777" y="1468"/>
                  </a:lnTo>
                  <a:lnTo>
                    <a:pt x="1159" y="1815"/>
                  </a:lnTo>
                  <a:lnTo>
                    <a:pt x="1120" y="1892"/>
                  </a:lnTo>
                  <a:lnTo>
                    <a:pt x="1082" y="1970"/>
                  </a:lnTo>
                  <a:lnTo>
                    <a:pt x="1082" y="2047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927" y="2124"/>
                  </a:lnTo>
                  <a:lnTo>
                    <a:pt x="850" y="2201"/>
                  </a:lnTo>
                  <a:lnTo>
                    <a:pt x="812" y="2279"/>
                  </a:lnTo>
                  <a:lnTo>
                    <a:pt x="812" y="2356"/>
                  </a:lnTo>
                  <a:lnTo>
                    <a:pt x="850" y="2433"/>
                  </a:lnTo>
                  <a:lnTo>
                    <a:pt x="889" y="2510"/>
                  </a:lnTo>
                  <a:lnTo>
                    <a:pt x="1005" y="2549"/>
                  </a:lnTo>
                  <a:lnTo>
                    <a:pt x="1236" y="2626"/>
                  </a:lnTo>
                  <a:lnTo>
                    <a:pt x="1468" y="2703"/>
                  </a:lnTo>
                  <a:lnTo>
                    <a:pt x="1661" y="2858"/>
                  </a:lnTo>
                  <a:lnTo>
                    <a:pt x="1854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63" y="3669"/>
                  </a:lnTo>
                  <a:lnTo>
                    <a:pt x="2163" y="3900"/>
                  </a:lnTo>
                  <a:lnTo>
                    <a:pt x="2124" y="4132"/>
                  </a:lnTo>
                  <a:lnTo>
                    <a:pt x="2047" y="4364"/>
                  </a:lnTo>
                  <a:lnTo>
                    <a:pt x="1931" y="4557"/>
                  </a:lnTo>
                  <a:lnTo>
                    <a:pt x="1777" y="4711"/>
                  </a:lnTo>
                  <a:lnTo>
                    <a:pt x="1584" y="4866"/>
                  </a:lnTo>
                  <a:lnTo>
                    <a:pt x="1352" y="4943"/>
                  </a:lnTo>
                  <a:lnTo>
                    <a:pt x="1236" y="4982"/>
                  </a:lnTo>
                  <a:lnTo>
                    <a:pt x="1120" y="4982"/>
                  </a:lnTo>
                  <a:lnTo>
                    <a:pt x="927" y="4904"/>
                  </a:lnTo>
                  <a:lnTo>
                    <a:pt x="773" y="4789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73" y="4287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1005" y="4132"/>
                  </a:lnTo>
                  <a:lnTo>
                    <a:pt x="1120" y="4094"/>
                  </a:lnTo>
                  <a:lnTo>
                    <a:pt x="1275" y="4055"/>
                  </a:lnTo>
                  <a:lnTo>
                    <a:pt x="1352" y="3939"/>
                  </a:lnTo>
                  <a:lnTo>
                    <a:pt x="1314" y="3823"/>
                  </a:lnTo>
                  <a:lnTo>
                    <a:pt x="1314" y="3746"/>
                  </a:lnTo>
                  <a:lnTo>
                    <a:pt x="1236" y="3669"/>
                  </a:lnTo>
                  <a:lnTo>
                    <a:pt x="155" y="2935"/>
                  </a:lnTo>
                  <a:lnTo>
                    <a:pt x="1" y="3321"/>
                  </a:lnTo>
                  <a:lnTo>
                    <a:pt x="657" y="3785"/>
                  </a:lnTo>
                  <a:lnTo>
                    <a:pt x="541" y="3900"/>
                  </a:lnTo>
                  <a:lnTo>
                    <a:pt x="425" y="4016"/>
                  </a:lnTo>
                  <a:lnTo>
                    <a:pt x="310" y="4132"/>
                  </a:lnTo>
                  <a:lnTo>
                    <a:pt x="271" y="4248"/>
                  </a:lnTo>
                  <a:lnTo>
                    <a:pt x="232" y="4402"/>
                  </a:lnTo>
                  <a:lnTo>
                    <a:pt x="194" y="4557"/>
                  </a:lnTo>
                  <a:lnTo>
                    <a:pt x="232" y="4750"/>
                  </a:lnTo>
                  <a:lnTo>
                    <a:pt x="271" y="4904"/>
                  </a:lnTo>
                  <a:lnTo>
                    <a:pt x="425" y="5136"/>
                  </a:lnTo>
                  <a:lnTo>
                    <a:pt x="580" y="5291"/>
                  </a:lnTo>
                  <a:lnTo>
                    <a:pt x="773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29" y="5406"/>
                  </a:lnTo>
                  <a:lnTo>
                    <a:pt x="1661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79" y="4866"/>
                  </a:lnTo>
                  <a:lnTo>
                    <a:pt x="2433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626" y="3978"/>
                  </a:lnTo>
                  <a:lnTo>
                    <a:pt x="2626" y="3746"/>
                  </a:lnTo>
                  <a:lnTo>
                    <a:pt x="2588" y="3514"/>
                  </a:lnTo>
                  <a:lnTo>
                    <a:pt x="2511" y="3283"/>
                  </a:lnTo>
                  <a:lnTo>
                    <a:pt x="2395" y="3090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70" y="2510"/>
                  </a:lnTo>
                  <a:lnTo>
                    <a:pt x="1777" y="2356"/>
                  </a:lnTo>
                  <a:lnTo>
                    <a:pt x="1545" y="2240"/>
                  </a:lnTo>
                  <a:lnTo>
                    <a:pt x="1314" y="2124"/>
                  </a:lnTo>
                  <a:lnTo>
                    <a:pt x="1661" y="2008"/>
                  </a:lnTo>
                  <a:lnTo>
                    <a:pt x="1970" y="1854"/>
                  </a:lnTo>
                  <a:lnTo>
                    <a:pt x="2279" y="1661"/>
                  </a:lnTo>
                  <a:lnTo>
                    <a:pt x="2588" y="1429"/>
                  </a:lnTo>
                  <a:lnTo>
                    <a:pt x="2858" y="1236"/>
                  </a:lnTo>
                  <a:lnTo>
                    <a:pt x="3128" y="966"/>
                  </a:lnTo>
                  <a:lnTo>
                    <a:pt x="3360" y="695"/>
                  </a:lnTo>
                  <a:lnTo>
                    <a:pt x="3476" y="541"/>
                  </a:lnTo>
                  <a:lnTo>
                    <a:pt x="3553" y="387"/>
                  </a:lnTo>
                  <a:lnTo>
                    <a:pt x="3746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3"/>
            <p:cNvSpPr/>
            <p:nvPr/>
          </p:nvSpPr>
          <p:spPr>
            <a:xfrm>
              <a:off x="2264425" y="357522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8"/>
                  </a:lnTo>
                  <a:lnTo>
                    <a:pt x="3939" y="4248"/>
                  </a:lnTo>
                  <a:lnTo>
                    <a:pt x="4017" y="5407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917"/>
                  </a:lnTo>
                  <a:lnTo>
                    <a:pt x="3901" y="8534"/>
                  </a:lnTo>
                  <a:lnTo>
                    <a:pt x="3746" y="9152"/>
                  </a:lnTo>
                  <a:lnTo>
                    <a:pt x="3515" y="9732"/>
                  </a:lnTo>
                  <a:lnTo>
                    <a:pt x="3244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93"/>
                  </a:lnTo>
                  <a:lnTo>
                    <a:pt x="773" y="9384"/>
                  </a:lnTo>
                  <a:lnTo>
                    <a:pt x="696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618" y="2742"/>
                  </a:lnTo>
                  <a:lnTo>
                    <a:pt x="1391" y="2395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39"/>
                  </a:lnTo>
                  <a:lnTo>
                    <a:pt x="3476" y="310"/>
                  </a:lnTo>
                  <a:lnTo>
                    <a:pt x="3051" y="657"/>
                  </a:lnTo>
                  <a:lnTo>
                    <a:pt x="2626" y="966"/>
                  </a:lnTo>
                  <a:lnTo>
                    <a:pt x="2202" y="1313"/>
                  </a:lnTo>
                  <a:lnTo>
                    <a:pt x="1314" y="1893"/>
                  </a:lnTo>
                  <a:lnTo>
                    <a:pt x="425" y="2472"/>
                  </a:lnTo>
                  <a:lnTo>
                    <a:pt x="348" y="2549"/>
                  </a:lnTo>
                  <a:lnTo>
                    <a:pt x="348" y="2626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3"/>
                  </a:lnTo>
                  <a:lnTo>
                    <a:pt x="155" y="4866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4"/>
                  </a:lnTo>
                  <a:lnTo>
                    <a:pt x="1391" y="11199"/>
                  </a:lnTo>
                  <a:lnTo>
                    <a:pt x="1622" y="11315"/>
                  </a:lnTo>
                  <a:lnTo>
                    <a:pt x="1816" y="11392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53"/>
                  </a:lnTo>
                  <a:lnTo>
                    <a:pt x="3051" y="11237"/>
                  </a:lnTo>
                  <a:lnTo>
                    <a:pt x="3283" y="11044"/>
                  </a:lnTo>
                  <a:lnTo>
                    <a:pt x="3476" y="10890"/>
                  </a:lnTo>
                  <a:lnTo>
                    <a:pt x="3669" y="10658"/>
                  </a:lnTo>
                  <a:lnTo>
                    <a:pt x="3823" y="10388"/>
                  </a:lnTo>
                  <a:lnTo>
                    <a:pt x="3978" y="10156"/>
                  </a:lnTo>
                  <a:lnTo>
                    <a:pt x="4171" y="9538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222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57" y="4982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1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39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3"/>
            <p:cNvSpPr/>
            <p:nvPr/>
          </p:nvSpPr>
          <p:spPr>
            <a:xfrm>
              <a:off x="4033950" y="35897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3"/>
            <p:cNvSpPr/>
            <p:nvPr/>
          </p:nvSpPr>
          <p:spPr>
            <a:xfrm>
              <a:off x="3935475" y="3595500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426" y="1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40" y="78"/>
                  </a:lnTo>
                  <a:lnTo>
                    <a:pt x="1" y="194"/>
                  </a:lnTo>
                  <a:lnTo>
                    <a:pt x="40" y="271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1"/>
                  </a:lnTo>
                  <a:lnTo>
                    <a:pt x="850" y="194"/>
                  </a:lnTo>
                  <a:lnTo>
                    <a:pt x="812" y="78"/>
                  </a:lnTo>
                  <a:lnTo>
                    <a:pt x="73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3"/>
            <p:cNvSpPr/>
            <p:nvPr/>
          </p:nvSpPr>
          <p:spPr>
            <a:xfrm>
              <a:off x="6924275" y="3599350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4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4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1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6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3"/>
            <p:cNvSpPr/>
            <p:nvPr/>
          </p:nvSpPr>
          <p:spPr>
            <a:xfrm>
              <a:off x="2208425" y="362157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4" y="386"/>
                  </a:moveTo>
                  <a:lnTo>
                    <a:pt x="1121" y="425"/>
                  </a:lnTo>
                  <a:lnTo>
                    <a:pt x="1198" y="463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9" y="1274"/>
                  </a:lnTo>
                  <a:lnTo>
                    <a:pt x="696" y="1236"/>
                  </a:lnTo>
                  <a:lnTo>
                    <a:pt x="542" y="1159"/>
                  </a:lnTo>
                  <a:lnTo>
                    <a:pt x="464" y="1081"/>
                  </a:lnTo>
                  <a:lnTo>
                    <a:pt x="426" y="965"/>
                  </a:lnTo>
                  <a:lnTo>
                    <a:pt x="387" y="888"/>
                  </a:lnTo>
                  <a:lnTo>
                    <a:pt x="387" y="772"/>
                  </a:lnTo>
                  <a:lnTo>
                    <a:pt x="426" y="579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850" y="0"/>
                  </a:moveTo>
                  <a:lnTo>
                    <a:pt x="735" y="39"/>
                  </a:lnTo>
                  <a:lnTo>
                    <a:pt x="619" y="77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79"/>
                  </a:lnTo>
                  <a:lnTo>
                    <a:pt x="40" y="734"/>
                  </a:lnTo>
                  <a:lnTo>
                    <a:pt x="1" y="888"/>
                  </a:lnTo>
                  <a:lnTo>
                    <a:pt x="40" y="1043"/>
                  </a:lnTo>
                  <a:lnTo>
                    <a:pt x="78" y="1197"/>
                  </a:lnTo>
                  <a:lnTo>
                    <a:pt x="194" y="1352"/>
                  </a:lnTo>
                  <a:lnTo>
                    <a:pt x="310" y="1467"/>
                  </a:lnTo>
                  <a:lnTo>
                    <a:pt x="464" y="1583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3"/>
            <p:cNvSpPr/>
            <p:nvPr/>
          </p:nvSpPr>
          <p:spPr>
            <a:xfrm>
              <a:off x="4431675" y="3622525"/>
              <a:ext cx="174775" cy="292525"/>
            </a:xfrm>
            <a:custGeom>
              <a:avLst/>
              <a:gdLst/>
              <a:ahLst/>
              <a:cxnLst/>
              <a:rect l="l" t="t" r="r" b="b"/>
              <a:pathLst>
                <a:path w="6991" h="11701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5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3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8"/>
                  </a:lnTo>
                  <a:lnTo>
                    <a:pt x="6411" y="5638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2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3"/>
            <p:cNvSpPr/>
            <p:nvPr/>
          </p:nvSpPr>
          <p:spPr>
            <a:xfrm>
              <a:off x="3827375" y="36360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3" y="2665"/>
                  </a:lnTo>
                  <a:lnTo>
                    <a:pt x="2780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6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5" y="2896"/>
                  </a:lnTo>
                  <a:lnTo>
                    <a:pt x="772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0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3" y="3707"/>
                  </a:lnTo>
                  <a:lnTo>
                    <a:pt x="1969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5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8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3"/>
            <p:cNvSpPr/>
            <p:nvPr/>
          </p:nvSpPr>
          <p:spPr>
            <a:xfrm>
              <a:off x="2802150" y="36428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1"/>
                  </a:moveTo>
                  <a:lnTo>
                    <a:pt x="12434" y="39"/>
                  </a:lnTo>
                  <a:lnTo>
                    <a:pt x="12357" y="78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9"/>
                  </a:lnTo>
                  <a:lnTo>
                    <a:pt x="12164" y="1043"/>
                  </a:lnTo>
                  <a:lnTo>
                    <a:pt x="12009" y="1198"/>
                  </a:lnTo>
                  <a:lnTo>
                    <a:pt x="11855" y="1314"/>
                  </a:lnTo>
                  <a:lnTo>
                    <a:pt x="11430" y="1545"/>
                  </a:lnTo>
                  <a:lnTo>
                    <a:pt x="11005" y="1700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3" y="2086"/>
                  </a:lnTo>
                  <a:lnTo>
                    <a:pt x="9345" y="2009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1"/>
                  </a:lnTo>
                  <a:lnTo>
                    <a:pt x="8611" y="1700"/>
                  </a:lnTo>
                  <a:lnTo>
                    <a:pt x="8804" y="2009"/>
                  </a:lnTo>
                  <a:lnTo>
                    <a:pt x="8997" y="2279"/>
                  </a:lnTo>
                  <a:lnTo>
                    <a:pt x="7839" y="2588"/>
                  </a:lnTo>
                  <a:lnTo>
                    <a:pt x="6719" y="2820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8" y="3283"/>
                  </a:lnTo>
                  <a:lnTo>
                    <a:pt x="3746" y="2935"/>
                  </a:lnTo>
                  <a:lnTo>
                    <a:pt x="3784" y="2588"/>
                  </a:lnTo>
                  <a:lnTo>
                    <a:pt x="3707" y="2240"/>
                  </a:lnTo>
                  <a:lnTo>
                    <a:pt x="3630" y="1893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8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9"/>
                  </a:lnTo>
                  <a:lnTo>
                    <a:pt x="1815" y="3437"/>
                  </a:lnTo>
                  <a:lnTo>
                    <a:pt x="1352" y="3399"/>
                  </a:lnTo>
                  <a:lnTo>
                    <a:pt x="965" y="3360"/>
                  </a:lnTo>
                  <a:lnTo>
                    <a:pt x="772" y="3283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4"/>
                  </a:lnTo>
                  <a:lnTo>
                    <a:pt x="309" y="2665"/>
                  </a:lnTo>
                  <a:lnTo>
                    <a:pt x="232" y="2588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4"/>
                  </a:lnTo>
                  <a:lnTo>
                    <a:pt x="0" y="2858"/>
                  </a:lnTo>
                  <a:lnTo>
                    <a:pt x="0" y="3013"/>
                  </a:lnTo>
                  <a:lnTo>
                    <a:pt x="0" y="3167"/>
                  </a:lnTo>
                  <a:lnTo>
                    <a:pt x="39" y="3283"/>
                  </a:lnTo>
                  <a:lnTo>
                    <a:pt x="116" y="3399"/>
                  </a:lnTo>
                  <a:lnTo>
                    <a:pt x="193" y="3515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1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1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3"/>
                  </a:lnTo>
                  <a:lnTo>
                    <a:pt x="12048" y="1700"/>
                  </a:lnTo>
                  <a:lnTo>
                    <a:pt x="12357" y="1507"/>
                  </a:lnTo>
                  <a:lnTo>
                    <a:pt x="12627" y="1236"/>
                  </a:lnTo>
                  <a:lnTo>
                    <a:pt x="12704" y="1082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80"/>
                  </a:lnTo>
                  <a:lnTo>
                    <a:pt x="12820" y="387"/>
                  </a:lnTo>
                  <a:lnTo>
                    <a:pt x="12743" y="155"/>
                  </a:lnTo>
                  <a:lnTo>
                    <a:pt x="12704" y="78"/>
                  </a:lnTo>
                  <a:lnTo>
                    <a:pt x="12627" y="39"/>
                  </a:lnTo>
                  <a:lnTo>
                    <a:pt x="125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3"/>
            <p:cNvSpPr/>
            <p:nvPr/>
          </p:nvSpPr>
          <p:spPr>
            <a:xfrm>
              <a:off x="2017300" y="364860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271" y="0"/>
                  </a:moveTo>
                  <a:lnTo>
                    <a:pt x="155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39" y="386"/>
                  </a:lnTo>
                  <a:lnTo>
                    <a:pt x="348" y="888"/>
                  </a:lnTo>
                  <a:lnTo>
                    <a:pt x="657" y="1390"/>
                  </a:lnTo>
                  <a:lnTo>
                    <a:pt x="1043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205"/>
                  </a:lnTo>
                  <a:lnTo>
                    <a:pt x="2703" y="3553"/>
                  </a:lnTo>
                  <a:lnTo>
                    <a:pt x="3205" y="3900"/>
                  </a:lnTo>
                  <a:lnTo>
                    <a:pt x="3553" y="3746"/>
                  </a:lnTo>
                  <a:lnTo>
                    <a:pt x="2780" y="3012"/>
                  </a:lnTo>
                  <a:lnTo>
                    <a:pt x="2047" y="2240"/>
                  </a:lnTo>
                  <a:lnTo>
                    <a:pt x="1352" y="1429"/>
                  </a:lnTo>
                  <a:lnTo>
                    <a:pt x="1043" y="1004"/>
                  </a:lnTo>
                  <a:lnTo>
                    <a:pt x="734" y="541"/>
                  </a:lnTo>
                  <a:lnTo>
                    <a:pt x="1622" y="695"/>
                  </a:lnTo>
                  <a:lnTo>
                    <a:pt x="2510" y="888"/>
                  </a:lnTo>
                  <a:lnTo>
                    <a:pt x="3012" y="1043"/>
                  </a:lnTo>
                  <a:lnTo>
                    <a:pt x="3514" y="1197"/>
                  </a:lnTo>
                  <a:lnTo>
                    <a:pt x="4016" y="1390"/>
                  </a:lnTo>
                  <a:lnTo>
                    <a:pt x="4518" y="1506"/>
                  </a:lnTo>
                  <a:lnTo>
                    <a:pt x="4595" y="1506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84"/>
                  </a:lnTo>
                  <a:lnTo>
                    <a:pt x="4904" y="1506"/>
                  </a:lnTo>
                  <a:lnTo>
                    <a:pt x="4982" y="1429"/>
                  </a:lnTo>
                  <a:lnTo>
                    <a:pt x="4634" y="1159"/>
                  </a:lnTo>
                  <a:lnTo>
                    <a:pt x="4171" y="888"/>
                  </a:lnTo>
                  <a:lnTo>
                    <a:pt x="3630" y="657"/>
                  </a:lnTo>
                  <a:lnTo>
                    <a:pt x="3089" y="464"/>
                  </a:lnTo>
                  <a:lnTo>
                    <a:pt x="2510" y="309"/>
                  </a:lnTo>
                  <a:lnTo>
                    <a:pt x="1931" y="193"/>
                  </a:lnTo>
                  <a:lnTo>
                    <a:pt x="1352" y="116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3"/>
            <p:cNvSpPr/>
            <p:nvPr/>
          </p:nvSpPr>
          <p:spPr>
            <a:xfrm>
              <a:off x="1564525" y="3658250"/>
              <a:ext cx="248125" cy="295425"/>
            </a:xfrm>
            <a:custGeom>
              <a:avLst/>
              <a:gdLst/>
              <a:ahLst/>
              <a:cxnLst/>
              <a:rect l="l" t="t" r="r" b="b"/>
              <a:pathLst>
                <a:path w="9925" h="11817" extrusionOk="0">
                  <a:moveTo>
                    <a:pt x="3785" y="850"/>
                  </a:moveTo>
                  <a:lnTo>
                    <a:pt x="4326" y="2279"/>
                  </a:lnTo>
                  <a:lnTo>
                    <a:pt x="4944" y="3746"/>
                  </a:lnTo>
                  <a:lnTo>
                    <a:pt x="6179" y="6565"/>
                  </a:lnTo>
                  <a:lnTo>
                    <a:pt x="3322" y="7492"/>
                  </a:lnTo>
                  <a:lnTo>
                    <a:pt x="1893" y="7955"/>
                  </a:lnTo>
                  <a:lnTo>
                    <a:pt x="464" y="8457"/>
                  </a:lnTo>
                  <a:lnTo>
                    <a:pt x="464" y="8457"/>
                  </a:lnTo>
                  <a:lnTo>
                    <a:pt x="1043" y="7569"/>
                  </a:lnTo>
                  <a:lnTo>
                    <a:pt x="1507" y="6604"/>
                  </a:lnTo>
                  <a:lnTo>
                    <a:pt x="1970" y="5638"/>
                  </a:lnTo>
                  <a:lnTo>
                    <a:pt x="2395" y="4673"/>
                  </a:lnTo>
                  <a:lnTo>
                    <a:pt x="2781" y="3746"/>
                  </a:lnTo>
                  <a:lnTo>
                    <a:pt x="3167" y="2781"/>
                  </a:lnTo>
                  <a:lnTo>
                    <a:pt x="3476" y="1815"/>
                  </a:lnTo>
                  <a:lnTo>
                    <a:pt x="3785" y="850"/>
                  </a:lnTo>
                  <a:close/>
                  <a:moveTo>
                    <a:pt x="3824" y="0"/>
                  </a:moveTo>
                  <a:lnTo>
                    <a:pt x="3746" y="39"/>
                  </a:lnTo>
                  <a:lnTo>
                    <a:pt x="3708" y="78"/>
                  </a:lnTo>
                  <a:lnTo>
                    <a:pt x="3592" y="116"/>
                  </a:lnTo>
                  <a:lnTo>
                    <a:pt x="3553" y="194"/>
                  </a:lnTo>
                  <a:lnTo>
                    <a:pt x="2820" y="2395"/>
                  </a:lnTo>
                  <a:lnTo>
                    <a:pt x="2434" y="3476"/>
                  </a:lnTo>
                  <a:lnTo>
                    <a:pt x="2009" y="4518"/>
                  </a:lnTo>
                  <a:lnTo>
                    <a:pt x="1545" y="5561"/>
                  </a:lnTo>
                  <a:lnTo>
                    <a:pt x="1043" y="6604"/>
                  </a:lnTo>
                  <a:lnTo>
                    <a:pt x="503" y="7608"/>
                  </a:lnTo>
                  <a:lnTo>
                    <a:pt x="39" y="8650"/>
                  </a:lnTo>
                  <a:lnTo>
                    <a:pt x="1" y="8689"/>
                  </a:lnTo>
                  <a:lnTo>
                    <a:pt x="39" y="8766"/>
                  </a:lnTo>
                  <a:lnTo>
                    <a:pt x="117" y="8805"/>
                  </a:lnTo>
                  <a:lnTo>
                    <a:pt x="117" y="8843"/>
                  </a:lnTo>
                  <a:lnTo>
                    <a:pt x="117" y="8920"/>
                  </a:lnTo>
                  <a:lnTo>
                    <a:pt x="155" y="8998"/>
                  </a:lnTo>
                  <a:lnTo>
                    <a:pt x="310" y="9114"/>
                  </a:lnTo>
                  <a:lnTo>
                    <a:pt x="464" y="8882"/>
                  </a:lnTo>
                  <a:lnTo>
                    <a:pt x="1970" y="8457"/>
                  </a:lnTo>
                  <a:lnTo>
                    <a:pt x="3438" y="7994"/>
                  </a:lnTo>
                  <a:lnTo>
                    <a:pt x="6372" y="7028"/>
                  </a:lnTo>
                  <a:lnTo>
                    <a:pt x="7106" y="8689"/>
                  </a:lnTo>
                  <a:lnTo>
                    <a:pt x="8303" y="11817"/>
                  </a:lnTo>
                  <a:lnTo>
                    <a:pt x="8689" y="11662"/>
                  </a:lnTo>
                  <a:lnTo>
                    <a:pt x="7531" y="8689"/>
                  </a:lnTo>
                  <a:lnTo>
                    <a:pt x="6797" y="6874"/>
                  </a:lnTo>
                  <a:lnTo>
                    <a:pt x="8380" y="6333"/>
                  </a:lnTo>
                  <a:lnTo>
                    <a:pt x="9925" y="5754"/>
                  </a:lnTo>
                  <a:lnTo>
                    <a:pt x="9770" y="5329"/>
                  </a:lnTo>
                  <a:lnTo>
                    <a:pt x="8187" y="5909"/>
                  </a:lnTo>
                  <a:lnTo>
                    <a:pt x="6643" y="6449"/>
                  </a:lnTo>
                  <a:lnTo>
                    <a:pt x="6025" y="4905"/>
                  </a:lnTo>
                  <a:lnTo>
                    <a:pt x="5407" y="3360"/>
                  </a:lnTo>
                  <a:lnTo>
                    <a:pt x="4712" y="1854"/>
                  </a:lnTo>
                  <a:lnTo>
                    <a:pt x="3978" y="348"/>
                  </a:lnTo>
                  <a:lnTo>
                    <a:pt x="4055" y="78"/>
                  </a:lnTo>
                  <a:lnTo>
                    <a:pt x="3862" y="39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3"/>
            <p:cNvSpPr/>
            <p:nvPr/>
          </p:nvSpPr>
          <p:spPr>
            <a:xfrm>
              <a:off x="1663975" y="3660175"/>
              <a:ext cx="229775" cy="419975"/>
            </a:xfrm>
            <a:custGeom>
              <a:avLst/>
              <a:gdLst/>
              <a:ahLst/>
              <a:cxnLst/>
              <a:rect l="l" t="t" r="r" b="b"/>
              <a:pathLst>
                <a:path w="9191" h="16799" extrusionOk="0">
                  <a:moveTo>
                    <a:pt x="77" y="1"/>
                  </a:moveTo>
                  <a:lnTo>
                    <a:pt x="0" y="271"/>
                  </a:lnTo>
                  <a:lnTo>
                    <a:pt x="2124" y="1275"/>
                  </a:lnTo>
                  <a:lnTo>
                    <a:pt x="4286" y="2240"/>
                  </a:lnTo>
                  <a:lnTo>
                    <a:pt x="5290" y="2742"/>
                  </a:lnTo>
                  <a:lnTo>
                    <a:pt x="6294" y="3244"/>
                  </a:lnTo>
                  <a:lnTo>
                    <a:pt x="7298" y="3746"/>
                  </a:lnTo>
                  <a:lnTo>
                    <a:pt x="8302" y="4248"/>
                  </a:lnTo>
                  <a:lnTo>
                    <a:pt x="7028" y="4750"/>
                  </a:lnTo>
                  <a:lnTo>
                    <a:pt x="5792" y="5252"/>
                  </a:lnTo>
                  <a:lnTo>
                    <a:pt x="5947" y="5677"/>
                  </a:lnTo>
                  <a:lnTo>
                    <a:pt x="7298" y="5175"/>
                  </a:lnTo>
                  <a:lnTo>
                    <a:pt x="7955" y="4905"/>
                  </a:lnTo>
                  <a:lnTo>
                    <a:pt x="8611" y="4596"/>
                  </a:lnTo>
                  <a:lnTo>
                    <a:pt x="8457" y="5136"/>
                  </a:lnTo>
                  <a:lnTo>
                    <a:pt x="8341" y="5638"/>
                  </a:lnTo>
                  <a:lnTo>
                    <a:pt x="8148" y="6681"/>
                  </a:lnTo>
                  <a:lnTo>
                    <a:pt x="7839" y="8380"/>
                  </a:lnTo>
                  <a:lnTo>
                    <a:pt x="7569" y="10041"/>
                  </a:lnTo>
                  <a:lnTo>
                    <a:pt x="7028" y="13361"/>
                  </a:lnTo>
                  <a:lnTo>
                    <a:pt x="6796" y="15060"/>
                  </a:lnTo>
                  <a:lnTo>
                    <a:pt x="6681" y="15871"/>
                  </a:lnTo>
                  <a:lnTo>
                    <a:pt x="6642" y="16721"/>
                  </a:lnTo>
                  <a:lnTo>
                    <a:pt x="6989" y="16798"/>
                  </a:lnTo>
                  <a:lnTo>
                    <a:pt x="7298" y="15215"/>
                  </a:lnTo>
                  <a:lnTo>
                    <a:pt x="7530" y="13593"/>
                  </a:lnTo>
                  <a:lnTo>
                    <a:pt x="7723" y="12010"/>
                  </a:lnTo>
                  <a:lnTo>
                    <a:pt x="7955" y="10427"/>
                  </a:lnTo>
                  <a:lnTo>
                    <a:pt x="8225" y="8805"/>
                  </a:lnTo>
                  <a:lnTo>
                    <a:pt x="8495" y="7183"/>
                  </a:lnTo>
                  <a:lnTo>
                    <a:pt x="8689" y="6488"/>
                  </a:lnTo>
                  <a:lnTo>
                    <a:pt x="8882" y="5793"/>
                  </a:lnTo>
                  <a:lnTo>
                    <a:pt x="9036" y="5059"/>
                  </a:lnTo>
                  <a:lnTo>
                    <a:pt x="9152" y="4364"/>
                  </a:lnTo>
                  <a:lnTo>
                    <a:pt x="9152" y="4287"/>
                  </a:lnTo>
                  <a:lnTo>
                    <a:pt x="9190" y="4210"/>
                  </a:lnTo>
                  <a:lnTo>
                    <a:pt x="9113" y="4094"/>
                  </a:lnTo>
                  <a:lnTo>
                    <a:pt x="9036" y="4017"/>
                  </a:lnTo>
                  <a:lnTo>
                    <a:pt x="8920" y="4017"/>
                  </a:lnTo>
                  <a:lnTo>
                    <a:pt x="8882" y="4055"/>
                  </a:lnTo>
                  <a:lnTo>
                    <a:pt x="7839" y="3437"/>
                  </a:lnTo>
                  <a:lnTo>
                    <a:pt x="6758" y="2897"/>
                  </a:lnTo>
                  <a:lnTo>
                    <a:pt x="4595" y="1893"/>
                  </a:lnTo>
                  <a:lnTo>
                    <a:pt x="2356" y="927"/>
                  </a:lnTo>
                  <a:lnTo>
                    <a:pt x="1236" y="464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3"/>
            <p:cNvSpPr/>
            <p:nvPr/>
          </p:nvSpPr>
          <p:spPr>
            <a:xfrm>
              <a:off x="406075" y="3667900"/>
              <a:ext cx="458600" cy="289650"/>
            </a:xfrm>
            <a:custGeom>
              <a:avLst/>
              <a:gdLst/>
              <a:ahLst/>
              <a:cxnLst/>
              <a:rect l="l" t="t" r="r" b="b"/>
              <a:pathLst>
                <a:path w="18344" h="11586" extrusionOk="0">
                  <a:moveTo>
                    <a:pt x="17069" y="387"/>
                  </a:moveTo>
                  <a:lnTo>
                    <a:pt x="17146" y="425"/>
                  </a:lnTo>
                  <a:lnTo>
                    <a:pt x="17223" y="503"/>
                  </a:lnTo>
                  <a:lnTo>
                    <a:pt x="17300" y="734"/>
                  </a:lnTo>
                  <a:lnTo>
                    <a:pt x="17378" y="927"/>
                  </a:lnTo>
                  <a:lnTo>
                    <a:pt x="17378" y="1120"/>
                  </a:lnTo>
                  <a:lnTo>
                    <a:pt x="17339" y="1314"/>
                  </a:lnTo>
                  <a:lnTo>
                    <a:pt x="17223" y="1545"/>
                  </a:lnTo>
                  <a:lnTo>
                    <a:pt x="16953" y="1893"/>
                  </a:lnTo>
                  <a:lnTo>
                    <a:pt x="16721" y="2124"/>
                  </a:lnTo>
                  <a:lnTo>
                    <a:pt x="16451" y="2356"/>
                  </a:lnTo>
                  <a:lnTo>
                    <a:pt x="16181" y="2549"/>
                  </a:lnTo>
                  <a:lnTo>
                    <a:pt x="15872" y="2665"/>
                  </a:lnTo>
                  <a:lnTo>
                    <a:pt x="15872" y="2086"/>
                  </a:lnTo>
                  <a:lnTo>
                    <a:pt x="15910" y="1777"/>
                  </a:lnTo>
                  <a:lnTo>
                    <a:pt x="15949" y="1468"/>
                  </a:lnTo>
                  <a:lnTo>
                    <a:pt x="16026" y="1198"/>
                  </a:lnTo>
                  <a:lnTo>
                    <a:pt x="16181" y="927"/>
                  </a:lnTo>
                  <a:lnTo>
                    <a:pt x="16335" y="696"/>
                  </a:lnTo>
                  <a:lnTo>
                    <a:pt x="16605" y="503"/>
                  </a:lnTo>
                  <a:lnTo>
                    <a:pt x="16837" y="425"/>
                  </a:lnTo>
                  <a:lnTo>
                    <a:pt x="16992" y="387"/>
                  </a:lnTo>
                  <a:close/>
                  <a:moveTo>
                    <a:pt x="14597" y="2974"/>
                  </a:moveTo>
                  <a:lnTo>
                    <a:pt x="14868" y="3013"/>
                  </a:lnTo>
                  <a:lnTo>
                    <a:pt x="15138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6"/>
                  </a:lnTo>
                  <a:lnTo>
                    <a:pt x="14057" y="3862"/>
                  </a:lnTo>
                  <a:lnTo>
                    <a:pt x="13786" y="3939"/>
                  </a:lnTo>
                  <a:lnTo>
                    <a:pt x="13478" y="4017"/>
                  </a:lnTo>
                  <a:lnTo>
                    <a:pt x="13053" y="4017"/>
                  </a:lnTo>
                  <a:lnTo>
                    <a:pt x="12976" y="3939"/>
                  </a:lnTo>
                  <a:lnTo>
                    <a:pt x="12976" y="3862"/>
                  </a:lnTo>
                  <a:lnTo>
                    <a:pt x="12976" y="3708"/>
                  </a:lnTo>
                  <a:lnTo>
                    <a:pt x="13014" y="3476"/>
                  </a:lnTo>
                  <a:lnTo>
                    <a:pt x="13053" y="3360"/>
                  </a:lnTo>
                  <a:lnTo>
                    <a:pt x="13207" y="3244"/>
                  </a:lnTo>
                  <a:lnTo>
                    <a:pt x="13400" y="3167"/>
                  </a:lnTo>
                  <a:lnTo>
                    <a:pt x="13709" y="3051"/>
                  </a:lnTo>
                  <a:lnTo>
                    <a:pt x="14018" y="3013"/>
                  </a:lnTo>
                  <a:lnTo>
                    <a:pt x="14327" y="2974"/>
                  </a:lnTo>
                  <a:close/>
                  <a:moveTo>
                    <a:pt x="15679" y="3283"/>
                  </a:moveTo>
                  <a:lnTo>
                    <a:pt x="16335" y="3476"/>
                  </a:lnTo>
                  <a:lnTo>
                    <a:pt x="16644" y="3553"/>
                  </a:lnTo>
                  <a:lnTo>
                    <a:pt x="16992" y="3669"/>
                  </a:lnTo>
                  <a:lnTo>
                    <a:pt x="17262" y="3823"/>
                  </a:lnTo>
                  <a:lnTo>
                    <a:pt x="17532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80" y="4596"/>
                  </a:lnTo>
                  <a:lnTo>
                    <a:pt x="17918" y="4789"/>
                  </a:lnTo>
                  <a:lnTo>
                    <a:pt x="17880" y="4943"/>
                  </a:lnTo>
                  <a:lnTo>
                    <a:pt x="17802" y="5059"/>
                  </a:lnTo>
                  <a:lnTo>
                    <a:pt x="17648" y="5136"/>
                  </a:lnTo>
                  <a:lnTo>
                    <a:pt x="17494" y="5175"/>
                  </a:lnTo>
                  <a:lnTo>
                    <a:pt x="17339" y="5175"/>
                  </a:lnTo>
                  <a:lnTo>
                    <a:pt x="17146" y="5136"/>
                  </a:lnTo>
                  <a:lnTo>
                    <a:pt x="16992" y="5059"/>
                  </a:lnTo>
                  <a:lnTo>
                    <a:pt x="16644" y="4789"/>
                  </a:lnTo>
                  <a:lnTo>
                    <a:pt x="16374" y="4480"/>
                  </a:lnTo>
                  <a:lnTo>
                    <a:pt x="16181" y="4210"/>
                  </a:lnTo>
                  <a:lnTo>
                    <a:pt x="15988" y="3901"/>
                  </a:lnTo>
                  <a:lnTo>
                    <a:pt x="15833" y="3592"/>
                  </a:lnTo>
                  <a:lnTo>
                    <a:pt x="15679" y="3283"/>
                  </a:lnTo>
                  <a:close/>
                  <a:moveTo>
                    <a:pt x="4635" y="541"/>
                  </a:moveTo>
                  <a:lnTo>
                    <a:pt x="5253" y="580"/>
                  </a:lnTo>
                  <a:lnTo>
                    <a:pt x="5832" y="696"/>
                  </a:lnTo>
                  <a:lnTo>
                    <a:pt x="6411" y="850"/>
                  </a:lnTo>
                  <a:lnTo>
                    <a:pt x="6990" y="1120"/>
                  </a:lnTo>
                  <a:lnTo>
                    <a:pt x="7492" y="1429"/>
                  </a:lnTo>
                  <a:lnTo>
                    <a:pt x="7917" y="1738"/>
                  </a:lnTo>
                  <a:lnTo>
                    <a:pt x="8303" y="2086"/>
                  </a:lnTo>
                  <a:lnTo>
                    <a:pt x="8651" y="2472"/>
                  </a:lnTo>
                  <a:lnTo>
                    <a:pt x="8960" y="2858"/>
                  </a:lnTo>
                  <a:lnTo>
                    <a:pt x="9539" y="3669"/>
                  </a:lnTo>
                  <a:lnTo>
                    <a:pt x="10157" y="4480"/>
                  </a:lnTo>
                  <a:lnTo>
                    <a:pt x="10388" y="4827"/>
                  </a:lnTo>
                  <a:lnTo>
                    <a:pt x="10697" y="5136"/>
                  </a:lnTo>
                  <a:lnTo>
                    <a:pt x="11006" y="5445"/>
                  </a:lnTo>
                  <a:lnTo>
                    <a:pt x="11354" y="5677"/>
                  </a:lnTo>
                  <a:lnTo>
                    <a:pt x="11701" y="5870"/>
                  </a:lnTo>
                  <a:lnTo>
                    <a:pt x="12126" y="5986"/>
                  </a:lnTo>
                  <a:lnTo>
                    <a:pt x="12512" y="6025"/>
                  </a:lnTo>
                  <a:lnTo>
                    <a:pt x="12976" y="5986"/>
                  </a:lnTo>
                  <a:lnTo>
                    <a:pt x="13323" y="5870"/>
                  </a:lnTo>
                  <a:lnTo>
                    <a:pt x="13632" y="5754"/>
                  </a:lnTo>
                  <a:lnTo>
                    <a:pt x="13902" y="5600"/>
                  </a:lnTo>
                  <a:lnTo>
                    <a:pt x="14173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9" y="4712"/>
                  </a:lnTo>
                  <a:lnTo>
                    <a:pt x="14984" y="4441"/>
                  </a:lnTo>
                  <a:lnTo>
                    <a:pt x="14752" y="5252"/>
                  </a:lnTo>
                  <a:lnTo>
                    <a:pt x="14443" y="5986"/>
                  </a:lnTo>
                  <a:lnTo>
                    <a:pt x="14057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0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7" y="10272"/>
                  </a:lnTo>
                  <a:lnTo>
                    <a:pt x="9616" y="10465"/>
                  </a:lnTo>
                  <a:lnTo>
                    <a:pt x="9075" y="10658"/>
                  </a:lnTo>
                  <a:lnTo>
                    <a:pt x="8496" y="10774"/>
                  </a:lnTo>
                  <a:lnTo>
                    <a:pt x="7956" y="10890"/>
                  </a:lnTo>
                  <a:lnTo>
                    <a:pt x="7376" y="10929"/>
                  </a:lnTo>
                  <a:lnTo>
                    <a:pt x="6836" y="10929"/>
                  </a:lnTo>
                  <a:lnTo>
                    <a:pt x="6257" y="10890"/>
                  </a:lnTo>
                  <a:lnTo>
                    <a:pt x="5716" y="10774"/>
                  </a:lnTo>
                  <a:lnTo>
                    <a:pt x="5175" y="10620"/>
                  </a:lnTo>
                  <a:lnTo>
                    <a:pt x="4635" y="10465"/>
                  </a:lnTo>
                  <a:lnTo>
                    <a:pt x="4133" y="10195"/>
                  </a:lnTo>
                  <a:lnTo>
                    <a:pt x="3631" y="9925"/>
                  </a:lnTo>
                  <a:lnTo>
                    <a:pt x="3129" y="9577"/>
                  </a:lnTo>
                  <a:lnTo>
                    <a:pt x="2665" y="9191"/>
                  </a:lnTo>
                  <a:lnTo>
                    <a:pt x="2202" y="8766"/>
                  </a:lnTo>
                  <a:lnTo>
                    <a:pt x="1777" y="8303"/>
                  </a:lnTo>
                  <a:lnTo>
                    <a:pt x="1430" y="7801"/>
                  </a:lnTo>
                  <a:lnTo>
                    <a:pt x="1082" y="7260"/>
                  </a:lnTo>
                  <a:lnTo>
                    <a:pt x="812" y="6720"/>
                  </a:lnTo>
                  <a:lnTo>
                    <a:pt x="619" y="6140"/>
                  </a:lnTo>
                  <a:lnTo>
                    <a:pt x="464" y="5523"/>
                  </a:lnTo>
                  <a:lnTo>
                    <a:pt x="426" y="4905"/>
                  </a:lnTo>
                  <a:lnTo>
                    <a:pt x="464" y="4287"/>
                  </a:lnTo>
                  <a:lnTo>
                    <a:pt x="619" y="3708"/>
                  </a:lnTo>
                  <a:lnTo>
                    <a:pt x="812" y="3128"/>
                  </a:lnTo>
                  <a:lnTo>
                    <a:pt x="1121" y="2588"/>
                  </a:lnTo>
                  <a:lnTo>
                    <a:pt x="1468" y="2086"/>
                  </a:lnTo>
                  <a:lnTo>
                    <a:pt x="1893" y="1661"/>
                  </a:lnTo>
                  <a:lnTo>
                    <a:pt x="2356" y="1275"/>
                  </a:lnTo>
                  <a:lnTo>
                    <a:pt x="2897" y="1005"/>
                  </a:lnTo>
                  <a:lnTo>
                    <a:pt x="3476" y="773"/>
                  </a:lnTo>
                  <a:lnTo>
                    <a:pt x="4056" y="618"/>
                  </a:lnTo>
                  <a:lnTo>
                    <a:pt x="4635" y="541"/>
                  </a:lnTo>
                  <a:close/>
                  <a:moveTo>
                    <a:pt x="16876" y="1"/>
                  </a:moveTo>
                  <a:lnTo>
                    <a:pt x="16683" y="39"/>
                  </a:lnTo>
                  <a:lnTo>
                    <a:pt x="16451" y="155"/>
                  </a:lnTo>
                  <a:lnTo>
                    <a:pt x="16258" y="271"/>
                  </a:lnTo>
                  <a:lnTo>
                    <a:pt x="16103" y="425"/>
                  </a:lnTo>
                  <a:lnTo>
                    <a:pt x="15949" y="580"/>
                  </a:lnTo>
                  <a:lnTo>
                    <a:pt x="15833" y="773"/>
                  </a:lnTo>
                  <a:lnTo>
                    <a:pt x="15717" y="1005"/>
                  </a:lnTo>
                  <a:lnTo>
                    <a:pt x="15601" y="1236"/>
                  </a:lnTo>
                  <a:lnTo>
                    <a:pt x="15486" y="1738"/>
                  </a:lnTo>
                  <a:lnTo>
                    <a:pt x="15447" y="2279"/>
                  </a:lnTo>
                  <a:lnTo>
                    <a:pt x="15486" y="2819"/>
                  </a:lnTo>
                  <a:lnTo>
                    <a:pt x="15370" y="2819"/>
                  </a:lnTo>
                  <a:lnTo>
                    <a:pt x="15331" y="2858"/>
                  </a:lnTo>
                  <a:lnTo>
                    <a:pt x="14906" y="2742"/>
                  </a:lnTo>
                  <a:lnTo>
                    <a:pt x="14443" y="2665"/>
                  </a:lnTo>
                  <a:lnTo>
                    <a:pt x="13980" y="2665"/>
                  </a:lnTo>
                  <a:lnTo>
                    <a:pt x="13516" y="2742"/>
                  </a:lnTo>
                  <a:lnTo>
                    <a:pt x="13169" y="2858"/>
                  </a:lnTo>
                  <a:lnTo>
                    <a:pt x="12976" y="2974"/>
                  </a:lnTo>
                  <a:lnTo>
                    <a:pt x="12783" y="3090"/>
                  </a:lnTo>
                  <a:lnTo>
                    <a:pt x="12628" y="3206"/>
                  </a:lnTo>
                  <a:lnTo>
                    <a:pt x="12512" y="3360"/>
                  </a:lnTo>
                  <a:lnTo>
                    <a:pt x="12396" y="3553"/>
                  </a:lnTo>
                  <a:lnTo>
                    <a:pt x="12396" y="3746"/>
                  </a:lnTo>
                  <a:lnTo>
                    <a:pt x="12396" y="3939"/>
                  </a:lnTo>
                  <a:lnTo>
                    <a:pt x="12474" y="4094"/>
                  </a:lnTo>
                  <a:lnTo>
                    <a:pt x="12628" y="4210"/>
                  </a:lnTo>
                  <a:lnTo>
                    <a:pt x="12783" y="4287"/>
                  </a:lnTo>
                  <a:lnTo>
                    <a:pt x="12976" y="4364"/>
                  </a:lnTo>
                  <a:lnTo>
                    <a:pt x="13169" y="4403"/>
                  </a:lnTo>
                  <a:lnTo>
                    <a:pt x="13516" y="4364"/>
                  </a:lnTo>
                  <a:lnTo>
                    <a:pt x="13864" y="4325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9" y="3823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4" y="4866"/>
                  </a:lnTo>
                  <a:lnTo>
                    <a:pt x="13941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30" y="5445"/>
                  </a:lnTo>
                  <a:lnTo>
                    <a:pt x="12744" y="5523"/>
                  </a:lnTo>
                  <a:lnTo>
                    <a:pt x="12396" y="5523"/>
                  </a:lnTo>
                  <a:lnTo>
                    <a:pt x="12049" y="5445"/>
                  </a:lnTo>
                  <a:lnTo>
                    <a:pt x="11740" y="5329"/>
                  </a:lnTo>
                  <a:lnTo>
                    <a:pt x="11431" y="5136"/>
                  </a:lnTo>
                  <a:lnTo>
                    <a:pt x="11122" y="4905"/>
                  </a:lnTo>
                  <a:lnTo>
                    <a:pt x="10852" y="4634"/>
                  </a:lnTo>
                  <a:lnTo>
                    <a:pt x="10543" y="4210"/>
                  </a:lnTo>
                  <a:lnTo>
                    <a:pt x="10195" y="3785"/>
                  </a:lnTo>
                  <a:lnTo>
                    <a:pt x="9616" y="2935"/>
                  </a:lnTo>
                  <a:lnTo>
                    <a:pt x="9307" y="2511"/>
                  </a:lnTo>
                  <a:lnTo>
                    <a:pt x="8960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7" y="966"/>
                  </a:lnTo>
                  <a:lnTo>
                    <a:pt x="7106" y="657"/>
                  </a:lnTo>
                  <a:lnTo>
                    <a:pt x="6527" y="425"/>
                  </a:lnTo>
                  <a:lnTo>
                    <a:pt x="5948" y="271"/>
                  </a:lnTo>
                  <a:lnTo>
                    <a:pt x="5330" y="155"/>
                  </a:lnTo>
                  <a:lnTo>
                    <a:pt x="4751" y="116"/>
                  </a:lnTo>
                  <a:lnTo>
                    <a:pt x="4133" y="155"/>
                  </a:lnTo>
                  <a:lnTo>
                    <a:pt x="3554" y="271"/>
                  </a:lnTo>
                  <a:lnTo>
                    <a:pt x="3283" y="348"/>
                  </a:lnTo>
                  <a:lnTo>
                    <a:pt x="2936" y="464"/>
                  </a:lnTo>
                  <a:lnTo>
                    <a:pt x="2588" y="618"/>
                  </a:lnTo>
                  <a:lnTo>
                    <a:pt x="2279" y="812"/>
                  </a:lnTo>
                  <a:lnTo>
                    <a:pt x="1932" y="1005"/>
                  </a:lnTo>
                  <a:lnTo>
                    <a:pt x="1661" y="1275"/>
                  </a:lnTo>
                  <a:lnTo>
                    <a:pt x="1353" y="1545"/>
                  </a:lnTo>
                  <a:lnTo>
                    <a:pt x="1082" y="1854"/>
                  </a:lnTo>
                  <a:lnTo>
                    <a:pt x="851" y="2163"/>
                  </a:lnTo>
                  <a:lnTo>
                    <a:pt x="542" y="2665"/>
                  </a:lnTo>
                  <a:lnTo>
                    <a:pt x="310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1" y="4712"/>
                  </a:lnTo>
                  <a:lnTo>
                    <a:pt x="40" y="5214"/>
                  </a:lnTo>
                  <a:lnTo>
                    <a:pt x="78" y="5716"/>
                  </a:lnTo>
                  <a:lnTo>
                    <a:pt x="194" y="6218"/>
                  </a:lnTo>
                  <a:lnTo>
                    <a:pt x="387" y="6720"/>
                  </a:lnTo>
                  <a:lnTo>
                    <a:pt x="580" y="7222"/>
                  </a:lnTo>
                  <a:lnTo>
                    <a:pt x="812" y="7685"/>
                  </a:lnTo>
                  <a:lnTo>
                    <a:pt x="1082" y="8110"/>
                  </a:lnTo>
                  <a:lnTo>
                    <a:pt x="1430" y="8573"/>
                  </a:lnTo>
                  <a:lnTo>
                    <a:pt x="1777" y="8959"/>
                  </a:lnTo>
                  <a:lnTo>
                    <a:pt x="2125" y="9384"/>
                  </a:lnTo>
                  <a:lnTo>
                    <a:pt x="2550" y="9732"/>
                  </a:lnTo>
                  <a:lnTo>
                    <a:pt x="3090" y="10156"/>
                  </a:lnTo>
                  <a:lnTo>
                    <a:pt x="3631" y="10504"/>
                  </a:lnTo>
                  <a:lnTo>
                    <a:pt x="4210" y="10774"/>
                  </a:lnTo>
                  <a:lnTo>
                    <a:pt x="4789" y="11044"/>
                  </a:lnTo>
                  <a:lnTo>
                    <a:pt x="5407" y="11199"/>
                  </a:lnTo>
                  <a:lnTo>
                    <a:pt x="6025" y="11353"/>
                  </a:lnTo>
                  <a:lnTo>
                    <a:pt x="6643" y="11392"/>
                  </a:lnTo>
                  <a:lnTo>
                    <a:pt x="7261" y="11431"/>
                  </a:lnTo>
                  <a:lnTo>
                    <a:pt x="7338" y="11585"/>
                  </a:lnTo>
                  <a:lnTo>
                    <a:pt x="7647" y="11392"/>
                  </a:lnTo>
                  <a:lnTo>
                    <a:pt x="8458" y="11315"/>
                  </a:lnTo>
                  <a:lnTo>
                    <a:pt x="9269" y="11122"/>
                  </a:lnTo>
                  <a:lnTo>
                    <a:pt x="10079" y="10813"/>
                  </a:lnTo>
                  <a:lnTo>
                    <a:pt x="10852" y="10465"/>
                  </a:lnTo>
                  <a:lnTo>
                    <a:pt x="11547" y="10040"/>
                  </a:lnTo>
                  <a:lnTo>
                    <a:pt x="12165" y="9577"/>
                  </a:lnTo>
                  <a:lnTo>
                    <a:pt x="12435" y="9384"/>
                  </a:lnTo>
                  <a:lnTo>
                    <a:pt x="13053" y="8805"/>
                  </a:lnTo>
                  <a:lnTo>
                    <a:pt x="13632" y="8187"/>
                  </a:lnTo>
                  <a:lnTo>
                    <a:pt x="14134" y="7492"/>
                  </a:lnTo>
                  <a:lnTo>
                    <a:pt x="14597" y="6797"/>
                  </a:lnTo>
                  <a:lnTo>
                    <a:pt x="14945" y="6025"/>
                  </a:lnTo>
                  <a:lnTo>
                    <a:pt x="15099" y="5638"/>
                  </a:lnTo>
                  <a:lnTo>
                    <a:pt x="15254" y="5214"/>
                  </a:lnTo>
                  <a:lnTo>
                    <a:pt x="15331" y="4827"/>
                  </a:lnTo>
                  <a:lnTo>
                    <a:pt x="15408" y="4403"/>
                  </a:lnTo>
                  <a:lnTo>
                    <a:pt x="15486" y="4017"/>
                  </a:lnTo>
                  <a:lnTo>
                    <a:pt x="15486" y="3592"/>
                  </a:lnTo>
                  <a:lnTo>
                    <a:pt x="15679" y="4055"/>
                  </a:lnTo>
                  <a:lnTo>
                    <a:pt x="15949" y="4480"/>
                  </a:lnTo>
                  <a:lnTo>
                    <a:pt x="16258" y="4866"/>
                  </a:lnTo>
                  <a:lnTo>
                    <a:pt x="16605" y="5214"/>
                  </a:lnTo>
                  <a:lnTo>
                    <a:pt x="16760" y="5368"/>
                  </a:lnTo>
                  <a:lnTo>
                    <a:pt x="16992" y="5484"/>
                  </a:lnTo>
                  <a:lnTo>
                    <a:pt x="17185" y="5561"/>
                  </a:lnTo>
                  <a:lnTo>
                    <a:pt x="17416" y="5638"/>
                  </a:lnTo>
                  <a:lnTo>
                    <a:pt x="17609" y="5677"/>
                  </a:lnTo>
                  <a:lnTo>
                    <a:pt x="17841" y="5638"/>
                  </a:lnTo>
                  <a:lnTo>
                    <a:pt x="18034" y="5523"/>
                  </a:lnTo>
                  <a:lnTo>
                    <a:pt x="18189" y="5329"/>
                  </a:lnTo>
                  <a:lnTo>
                    <a:pt x="18304" y="5136"/>
                  </a:lnTo>
                  <a:lnTo>
                    <a:pt x="18343" y="4943"/>
                  </a:lnTo>
                  <a:lnTo>
                    <a:pt x="18304" y="4712"/>
                  </a:lnTo>
                  <a:lnTo>
                    <a:pt x="18266" y="4519"/>
                  </a:lnTo>
                  <a:lnTo>
                    <a:pt x="18189" y="4287"/>
                  </a:lnTo>
                  <a:lnTo>
                    <a:pt x="18073" y="4132"/>
                  </a:lnTo>
                  <a:lnTo>
                    <a:pt x="17957" y="3939"/>
                  </a:lnTo>
                  <a:lnTo>
                    <a:pt x="17802" y="3785"/>
                  </a:lnTo>
                  <a:lnTo>
                    <a:pt x="17648" y="3630"/>
                  </a:lnTo>
                  <a:lnTo>
                    <a:pt x="17416" y="3476"/>
                  </a:lnTo>
                  <a:lnTo>
                    <a:pt x="16953" y="3244"/>
                  </a:lnTo>
                  <a:lnTo>
                    <a:pt x="16490" y="3051"/>
                  </a:lnTo>
                  <a:lnTo>
                    <a:pt x="15988" y="2935"/>
                  </a:lnTo>
                  <a:lnTo>
                    <a:pt x="16412" y="2781"/>
                  </a:lnTo>
                  <a:lnTo>
                    <a:pt x="16837" y="2511"/>
                  </a:lnTo>
                  <a:lnTo>
                    <a:pt x="17185" y="2202"/>
                  </a:lnTo>
                  <a:lnTo>
                    <a:pt x="17494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4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1" y="194"/>
                  </a:lnTo>
                  <a:lnTo>
                    <a:pt x="17455" y="116"/>
                  </a:lnTo>
                  <a:lnTo>
                    <a:pt x="17339" y="39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3"/>
            <p:cNvSpPr/>
            <p:nvPr/>
          </p:nvSpPr>
          <p:spPr>
            <a:xfrm>
              <a:off x="2141825" y="3698800"/>
              <a:ext cx="126500" cy="70500"/>
            </a:xfrm>
            <a:custGeom>
              <a:avLst/>
              <a:gdLst/>
              <a:ahLst/>
              <a:cxnLst/>
              <a:rect l="l" t="t" r="r" b="b"/>
              <a:pathLst>
                <a:path w="5060" h="2820" extrusionOk="0">
                  <a:moveTo>
                    <a:pt x="4905" y="0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3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0"/>
                  </a:lnTo>
                  <a:lnTo>
                    <a:pt x="1" y="2587"/>
                  </a:lnTo>
                  <a:lnTo>
                    <a:pt x="39" y="2703"/>
                  </a:lnTo>
                  <a:lnTo>
                    <a:pt x="116" y="2781"/>
                  </a:lnTo>
                  <a:lnTo>
                    <a:pt x="387" y="2819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1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3"/>
            <p:cNvSpPr/>
            <p:nvPr/>
          </p:nvSpPr>
          <p:spPr>
            <a:xfrm>
              <a:off x="436975" y="3704575"/>
              <a:ext cx="144825" cy="162225"/>
            </a:xfrm>
            <a:custGeom>
              <a:avLst/>
              <a:gdLst/>
              <a:ahLst/>
              <a:cxnLst/>
              <a:rect l="l" t="t" r="r" b="b"/>
              <a:pathLst>
                <a:path w="5793" h="6489" extrusionOk="0">
                  <a:moveTo>
                    <a:pt x="2240" y="426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6" y="735"/>
                  </a:lnTo>
                  <a:lnTo>
                    <a:pt x="4171" y="1005"/>
                  </a:lnTo>
                  <a:lnTo>
                    <a:pt x="4557" y="1314"/>
                  </a:lnTo>
                  <a:lnTo>
                    <a:pt x="4750" y="1507"/>
                  </a:lnTo>
                  <a:lnTo>
                    <a:pt x="4905" y="1739"/>
                  </a:lnTo>
                  <a:lnTo>
                    <a:pt x="5021" y="1932"/>
                  </a:lnTo>
                  <a:lnTo>
                    <a:pt x="5136" y="2163"/>
                  </a:lnTo>
                  <a:lnTo>
                    <a:pt x="5214" y="2434"/>
                  </a:lnTo>
                  <a:lnTo>
                    <a:pt x="5291" y="2704"/>
                  </a:lnTo>
                  <a:lnTo>
                    <a:pt x="5330" y="3167"/>
                  </a:lnTo>
                  <a:lnTo>
                    <a:pt x="5330" y="3631"/>
                  </a:lnTo>
                  <a:lnTo>
                    <a:pt x="5214" y="4133"/>
                  </a:lnTo>
                  <a:lnTo>
                    <a:pt x="5021" y="4558"/>
                  </a:lnTo>
                  <a:lnTo>
                    <a:pt x="4789" y="4982"/>
                  </a:lnTo>
                  <a:lnTo>
                    <a:pt x="4480" y="5330"/>
                  </a:lnTo>
                  <a:lnTo>
                    <a:pt x="4287" y="5484"/>
                  </a:lnTo>
                  <a:lnTo>
                    <a:pt x="4094" y="5639"/>
                  </a:lnTo>
                  <a:lnTo>
                    <a:pt x="3901" y="5755"/>
                  </a:lnTo>
                  <a:lnTo>
                    <a:pt x="3669" y="5832"/>
                  </a:lnTo>
                  <a:lnTo>
                    <a:pt x="3360" y="5948"/>
                  </a:lnTo>
                  <a:lnTo>
                    <a:pt x="3090" y="5986"/>
                  </a:lnTo>
                  <a:lnTo>
                    <a:pt x="2820" y="6025"/>
                  </a:lnTo>
                  <a:lnTo>
                    <a:pt x="2549" y="5986"/>
                  </a:lnTo>
                  <a:lnTo>
                    <a:pt x="2279" y="5948"/>
                  </a:lnTo>
                  <a:lnTo>
                    <a:pt x="2047" y="5870"/>
                  </a:lnTo>
                  <a:lnTo>
                    <a:pt x="1854" y="5755"/>
                  </a:lnTo>
                  <a:lnTo>
                    <a:pt x="1622" y="5639"/>
                  </a:lnTo>
                  <a:lnTo>
                    <a:pt x="1429" y="5484"/>
                  </a:lnTo>
                  <a:lnTo>
                    <a:pt x="1275" y="5291"/>
                  </a:lnTo>
                  <a:lnTo>
                    <a:pt x="1082" y="5098"/>
                  </a:lnTo>
                  <a:lnTo>
                    <a:pt x="966" y="4905"/>
                  </a:lnTo>
                  <a:lnTo>
                    <a:pt x="696" y="4442"/>
                  </a:lnTo>
                  <a:lnTo>
                    <a:pt x="541" y="3901"/>
                  </a:lnTo>
                  <a:lnTo>
                    <a:pt x="425" y="3399"/>
                  </a:lnTo>
                  <a:lnTo>
                    <a:pt x="425" y="2858"/>
                  </a:lnTo>
                  <a:lnTo>
                    <a:pt x="503" y="2318"/>
                  </a:lnTo>
                  <a:lnTo>
                    <a:pt x="541" y="2048"/>
                  </a:lnTo>
                  <a:lnTo>
                    <a:pt x="657" y="1816"/>
                  </a:lnTo>
                  <a:lnTo>
                    <a:pt x="734" y="1584"/>
                  </a:lnTo>
                  <a:lnTo>
                    <a:pt x="889" y="1352"/>
                  </a:lnTo>
                  <a:lnTo>
                    <a:pt x="1043" y="1159"/>
                  </a:lnTo>
                  <a:lnTo>
                    <a:pt x="1236" y="1005"/>
                  </a:lnTo>
                  <a:lnTo>
                    <a:pt x="1429" y="812"/>
                  </a:lnTo>
                  <a:lnTo>
                    <a:pt x="1661" y="696"/>
                  </a:lnTo>
                  <a:lnTo>
                    <a:pt x="1893" y="580"/>
                  </a:lnTo>
                  <a:lnTo>
                    <a:pt x="2202" y="503"/>
                  </a:lnTo>
                  <a:lnTo>
                    <a:pt x="2240" y="464"/>
                  </a:lnTo>
                  <a:lnTo>
                    <a:pt x="2240" y="426"/>
                  </a:lnTo>
                  <a:close/>
                  <a:moveTo>
                    <a:pt x="2279" y="1"/>
                  </a:moveTo>
                  <a:lnTo>
                    <a:pt x="1970" y="40"/>
                  </a:lnTo>
                  <a:lnTo>
                    <a:pt x="1893" y="78"/>
                  </a:lnTo>
                  <a:lnTo>
                    <a:pt x="1816" y="117"/>
                  </a:lnTo>
                  <a:lnTo>
                    <a:pt x="1816" y="194"/>
                  </a:lnTo>
                  <a:lnTo>
                    <a:pt x="1816" y="271"/>
                  </a:lnTo>
                  <a:lnTo>
                    <a:pt x="1507" y="349"/>
                  </a:lnTo>
                  <a:lnTo>
                    <a:pt x="1275" y="464"/>
                  </a:lnTo>
                  <a:lnTo>
                    <a:pt x="1043" y="619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8"/>
                  </a:lnTo>
                  <a:lnTo>
                    <a:pt x="348" y="1430"/>
                  </a:lnTo>
                  <a:lnTo>
                    <a:pt x="232" y="1661"/>
                  </a:lnTo>
                  <a:lnTo>
                    <a:pt x="117" y="1932"/>
                  </a:lnTo>
                  <a:lnTo>
                    <a:pt x="78" y="2202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1"/>
                  </a:lnTo>
                  <a:lnTo>
                    <a:pt x="271" y="4519"/>
                  </a:lnTo>
                  <a:lnTo>
                    <a:pt x="387" y="4828"/>
                  </a:lnTo>
                  <a:lnTo>
                    <a:pt x="541" y="5098"/>
                  </a:lnTo>
                  <a:lnTo>
                    <a:pt x="696" y="5330"/>
                  </a:lnTo>
                  <a:lnTo>
                    <a:pt x="850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1"/>
                  </a:lnTo>
                  <a:lnTo>
                    <a:pt x="1738" y="6257"/>
                  </a:lnTo>
                  <a:lnTo>
                    <a:pt x="2009" y="6372"/>
                  </a:lnTo>
                  <a:lnTo>
                    <a:pt x="2279" y="6450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50"/>
                  </a:lnTo>
                  <a:lnTo>
                    <a:pt x="3553" y="6372"/>
                  </a:lnTo>
                  <a:lnTo>
                    <a:pt x="3862" y="6257"/>
                  </a:lnTo>
                  <a:lnTo>
                    <a:pt x="4132" y="6141"/>
                  </a:lnTo>
                  <a:lnTo>
                    <a:pt x="4403" y="5986"/>
                  </a:lnTo>
                  <a:lnTo>
                    <a:pt x="4634" y="5793"/>
                  </a:lnTo>
                  <a:lnTo>
                    <a:pt x="4866" y="5600"/>
                  </a:lnTo>
                  <a:lnTo>
                    <a:pt x="5059" y="5368"/>
                  </a:lnTo>
                  <a:lnTo>
                    <a:pt x="5214" y="5137"/>
                  </a:lnTo>
                  <a:lnTo>
                    <a:pt x="5368" y="4866"/>
                  </a:lnTo>
                  <a:lnTo>
                    <a:pt x="5523" y="4635"/>
                  </a:lnTo>
                  <a:lnTo>
                    <a:pt x="5638" y="4326"/>
                  </a:lnTo>
                  <a:lnTo>
                    <a:pt x="5716" y="4056"/>
                  </a:lnTo>
                  <a:lnTo>
                    <a:pt x="5754" y="3747"/>
                  </a:lnTo>
                  <a:lnTo>
                    <a:pt x="5793" y="3438"/>
                  </a:lnTo>
                  <a:lnTo>
                    <a:pt x="5793" y="3129"/>
                  </a:lnTo>
                  <a:lnTo>
                    <a:pt x="5793" y="2858"/>
                  </a:lnTo>
                  <a:lnTo>
                    <a:pt x="5716" y="2550"/>
                  </a:lnTo>
                  <a:lnTo>
                    <a:pt x="5638" y="2241"/>
                  </a:lnTo>
                  <a:lnTo>
                    <a:pt x="5523" y="1932"/>
                  </a:lnTo>
                  <a:lnTo>
                    <a:pt x="5368" y="1661"/>
                  </a:lnTo>
                  <a:lnTo>
                    <a:pt x="5214" y="1391"/>
                  </a:lnTo>
                  <a:lnTo>
                    <a:pt x="5021" y="1159"/>
                  </a:lnTo>
                  <a:lnTo>
                    <a:pt x="4828" y="928"/>
                  </a:lnTo>
                  <a:lnTo>
                    <a:pt x="4596" y="735"/>
                  </a:lnTo>
                  <a:lnTo>
                    <a:pt x="4326" y="542"/>
                  </a:lnTo>
                  <a:lnTo>
                    <a:pt x="4094" y="387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3"/>
            <p:cNvSpPr/>
            <p:nvPr/>
          </p:nvSpPr>
          <p:spPr>
            <a:xfrm>
              <a:off x="6171275" y="3733550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3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3"/>
            <p:cNvSpPr/>
            <p:nvPr/>
          </p:nvSpPr>
          <p:spPr>
            <a:xfrm>
              <a:off x="6036125" y="3735475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8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5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3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6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8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6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9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5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9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6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3"/>
            <p:cNvSpPr/>
            <p:nvPr/>
          </p:nvSpPr>
          <p:spPr>
            <a:xfrm>
              <a:off x="2084875" y="3742225"/>
              <a:ext cx="66625" cy="99475"/>
            </a:xfrm>
            <a:custGeom>
              <a:avLst/>
              <a:gdLst/>
              <a:ahLst/>
              <a:cxnLst/>
              <a:rect l="l" t="t" r="r" b="b"/>
              <a:pathLst>
                <a:path w="2665" h="3979" extrusionOk="0">
                  <a:moveTo>
                    <a:pt x="850" y="1"/>
                  </a:moveTo>
                  <a:lnTo>
                    <a:pt x="502" y="155"/>
                  </a:lnTo>
                  <a:lnTo>
                    <a:pt x="618" y="233"/>
                  </a:lnTo>
                  <a:lnTo>
                    <a:pt x="464" y="619"/>
                  </a:lnTo>
                  <a:lnTo>
                    <a:pt x="271" y="1082"/>
                  </a:lnTo>
                  <a:lnTo>
                    <a:pt x="116" y="1623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74"/>
                  </a:lnTo>
                  <a:lnTo>
                    <a:pt x="77" y="3206"/>
                  </a:lnTo>
                  <a:lnTo>
                    <a:pt x="155" y="3399"/>
                  </a:lnTo>
                  <a:lnTo>
                    <a:pt x="309" y="3592"/>
                  </a:lnTo>
                  <a:lnTo>
                    <a:pt x="464" y="3747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78"/>
                  </a:lnTo>
                  <a:lnTo>
                    <a:pt x="1313" y="3940"/>
                  </a:lnTo>
                  <a:lnTo>
                    <a:pt x="1506" y="3824"/>
                  </a:lnTo>
                  <a:lnTo>
                    <a:pt x="1661" y="3708"/>
                  </a:lnTo>
                  <a:lnTo>
                    <a:pt x="1815" y="3515"/>
                  </a:lnTo>
                  <a:lnTo>
                    <a:pt x="1970" y="3322"/>
                  </a:lnTo>
                  <a:lnTo>
                    <a:pt x="2085" y="3090"/>
                  </a:lnTo>
                  <a:lnTo>
                    <a:pt x="2317" y="2550"/>
                  </a:lnTo>
                  <a:lnTo>
                    <a:pt x="2510" y="2009"/>
                  </a:lnTo>
                  <a:lnTo>
                    <a:pt x="2626" y="1507"/>
                  </a:lnTo>
                  <a:lnTo>
                    <a:pt x="2665" y="1082"/>
                  </a:lnTo>
                  <a:lnTo>
                    <a:pt x="2394" y="1044"/>
                  </a:lnTo>
                  <a:lnTo>
                    <a:pt x="2008" y="2048"/>
                  </a:lnTo>
                  <a:lnTo>
                    <a:pt x="1738" y="2704"/>
                  </a:lnTo>
                  <a:lnTo>
                    <a:pt x="1545" y="3052"/>
                  </a:lnTo>
                  <a:lnTo>
                    <a:pt x="1468" y="3206"/>
                  </a:lnTo>
                  <a:lnTo>
                    <a:pt x="1313" y="3322"/>
                  </a:lnTo>
                  <a:lnTo>
                    <a:pt x="1159" y="3322"/>
                  </a:lnTo>
                  <a:lnTo>
                    <a:pt x="966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936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79" y="2086"/>
                  </a:lnTo>
                  <a:lnTo>
                    <a:pt x="618" y="1623"/>
                  </a:lnTo>
                  <a:lnTo>
                    <a:pt x="734" y="1198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3"/>
            <p:cNvSpPr/>
            <p:nvPr/>
          </p:nvSpPr>
          <p:spPr>
            <a:xfrm>
              <a:off x="3315725" y="3754775"/>
              <a:ext cx="374575" cy="387150"/>
            </a:xfrm>
            <a:custGeom>
              <a:avLst/>
              <a:gdLst/>
              <a:ahLst/>
              <a:cxnLst/>
              <a:rect l="l" t="t" r="r" b="b"/>
              <a:pathLst>
                <a:path w="14983" h="15486" extrusionOk="0">
                  <a:moveTo>
                    <a:pt x="7453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44"/>
                  </a:lnTo>
                  <a:lnTo>
                    <a:pt x="10697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40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80" y="9230"/>
                  </a:lnTo>
                  <a:lnTo>
                    <a:pt x="4171" y="10041"/>
                  </a:lnTo>
                  <a:lnTo>
                    <a:pt x="3978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53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9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53" y="503"/>
                  </a:lnTo>
                  <a:close/>
                  <a:moveTo>
                    <a:pt x="11932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13" y="3206"/>
                  </a:lnTo>
                  <a:lnTo>
                    <a:pt x="13322" y="3669"/>
                  </a:lnTo>
                  <a:lnTo>
                    <a:pt x="13593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2"/>
                  </a:lnTo>
                  <a:lnTo>
                    <a:pt x="11392" y="7145"/>
                  </a:lnTo>
                  <a:lnTo>
                    <a:pt x="10658" y="7415"/>
                  </a:lnTo>
                  <a:lnTo>
                    <a:pt x="9924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8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8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2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1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7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30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42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19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1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286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39"/>
                  </a:lnTo>
                  <a:lnTo>
                    <a:pt x="3051" y="13477"/>
                  </a:lnTo>
                  <a:lnTo>
                    <a:pt x="2974" y="13516"/>
                  </a:lnTo>
                  <a:lnTo>
                    <a:pt x="3051" y="13362"/>
                  </a:lnTo>
                  <a:lnTo>
                    <a:pt x="3167" y="13207"/>
                  </a:lnTo>
                  <a:lnTo>
                    <a:pt x="3321" y="13130"/>
                  </a:lnTo>
                  <a:lnTo>
                    <a:pt x="3476" y="13014"/>
                  </a:lnTo>
                  <a:lnTo>
                    <a:pt x="3669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1" y="13362"/>
                  </a:lnTo>
                  <a:lnTo>
                    <a:pt x="11894" y="13477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11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7" y="12860"/>
                  </a:lnTo>
                  <a:close/>
                  <a:moveTo>
                    <a:pt x="7569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46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6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4" y="14520"/>
                  </a:lnTo>
                  <a:lnTo>
                    <a:pt x="4093" y="14597"/>
                  </a:lnTo>
                  <a:lnTo>
                    <a:pt x="4518" y="14829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60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9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2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4" y="233"/>
                  </a:lnTo>
                  <a:lnTo>
                    <a:pt x="8766" y="117"/>
                  </a:lnTo>
                  <a:lnTo>
                    <a:pt x="8187" y="40"/>
                  </a:lnTo>
                  <a:lnTo>
                    <a:pt x="756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3"/>
            <p:cNvSpPr/>
            <p:nvPr/>
          </p:nvSpPr>
          <p:spPr>
            <a:xfrm>
              <a:off x="514200" y="3860000"/>
              <a:ext cx="302200" cy="155450"/>
            </a:xfrm>
            <a:custGeom>
              <a:avLst/>
              <a:gdLst/>
              <a:ahLst/>
              <a:cxnLst/>
              <a:rect l="l" t="t" r="r" b="b"/>
              <a:pathLst>
                <a:path w="12088" h="6218" extrusionOk="0">
                  <a:moveTo>
                    <a:pt x="11740" y="1"/>
                  </a:moveTo>
                  <a:lnTo>
                    <a:pt x="11663" y="40"/>
                  </a:lnTo>
                  <a:lnTo>
                    <a:pt x="11585" y="78"/>
                  </a:lnTo>
                  <a:lnTo>
                    <a:pt x="11508" y="117"/>
                  </a:lnTo>
                  <a:lnTo>
                    <a:pt x="11469" y="233"/>
                  </a:lnTo>
                  <a:lnTo>
                    <a:pt x="11469" y="310"/>
                  </a:lnTo>
                  <a:lnTo>
                    <a:pt x="11508" y="426"/>
                  </a:lnTo>
                  <a:lnTo>
                    <a:pt x="11585" y="580"/>
                  </a:lnTo>
                  <a:lnTo>
                    <a:pt x="11624" y="773"/>
                  </a:lnTo>
                  <a:lnTo>
                    <a:pt x="11585" y="966"/>
                  </a:lnTo>
                  <a:lnTo>
                    <a:pt x="11508" y="1121"/>
                  </a:lnTo>
                  <a:lnTo>
                    <a:pt x="11392" y="1275"/>
                  </a:lnTo>
                  <a:lnTo>
                    <a:pt x="11276" y="1430"/>
                  </a:lnTo>
                  <a:lnTo>
                    <a:pt x="10929" y="1739"/>
                  </a:lnTo>
                  <a:lnTo>
                    <a:pt x="10504" y="2009"/>
                  </a:lnTo>
                  <a:lnTo>
                    <a:pt x="10079" y="2241"/>
                  </a:lnTo>
                  <a:lnTo>
                    <a:pt x="9423" y="2588"/>
                  </a:lnTo>
                  <a:lnTo>
                    <a:pt x="9037" y="2781"/>
                  </a:lnTo>
                  <a:lnTo>
                    <a:pt x="9037" y="2704"/>
                  </a:lnTo>
                  <a:lnTo>
                    <a:pt x="8960" y="2627"/>
                  </a:lnTo>
                  <a:lnTo>
                    <a:pt x="8496" y="2202"/>
                  </a:lnTo>
                  <a:lnTo>
                    <a:pt x="8110" y="1700"/>
                  </a:lnTo>
                  <a:lnTo>
                    <a:pt x="7840" y="1893"/>
                  </a:lnTo>
                  <a:lnTo>
                    <a:pt x="7994" y="2202"/>
                  </a:lnTo>
                  <a:lnTo>
                    <a:pt x="8187" y="2511"/>
                  </a:lnTo>
                  <a:lnTo>
                    <a:pt x="8419" y="2781"/>
                  </a:lnTo>
                  <a:lnTo>
                    <a:pt x="8651" y="2974"/>
                  </a:lnTo>
                  <a:lnTo>
                    <a:pt x="7608" y="3515"/>
                  </a:lnTo>
                  <a:lnTo>
                    <a:pt x="6565" y="3978"/>
                  </a:lnTo>
                  <a:lnTo>
                    <a:pt x="5252" y="4519"/>
                  </a:lnTo>
                  <a:lnTo>
                    <a:pt x="3940" y="4982"/>
                  </a:lnTo>
                  <a:lnTo>
                    <a:pt x="3669" y="5059"/>
                  </a:lnTo>
                  <a:lnTo>
                    <a:pt x="3708" y="4712"/>
                  </a:lnTo>
                  <a:lnTo>
                    <a:pt x="3631" y="4364"/>
                  </a:lnTo>
                  <a:lnTo>
                    <a:pt x="3515" y="4055"/>
                  </a:lnTo>
                  <a:lnTo>
                    <a:pt x="3322" y="3708"/>
                  </a:lnTo>
                  <a:lnTo>
                    <a:pt x="3013" y="3901"/>
                  </a:lnTo>
                  <a:lnTo>
                    <a:pt x="3129" y="4171"/>
                  </a:lnTo>
                  <a:lnTo>
                    <a:pt x="3206" y="4442"/>
                  </a:lnTo>
                  <a:lnTo>
                    <a:pt x="3245" y="4866"/>
                  </a:lnTo>
                  <a:lnTo>
                    <a:pt x="3245" y="5253"/>
                  </a:lnTo>
                  <a:lnTo>
                    <a:pt x="2356" y="5523"/>
                  </a:lnTo>
                  <a:lnTo>
                    <a:pt x="1893" y="5639"/>
                  </a:lnTo>
                  <a:lnTo>
                    <a:pt x="1430" y="5677"/>
                  </a:lnTo>
                  <a:lnTo>
                    <a:pt x="1043" y="5716"/>
                  </a:lnTo>
                  <a:lnTo>
                    <a:pt x="850" y="5716"/>
                  </a:lnTo>
                  <a:lnTo>
                    <a:pt x="696" y="5677"/>
                  </a:lnTo>
                  <a:lnTo>
                    <a:pt x="580" y="5600"/>
                  </a:lnTo>
                  <a:lnTo>
                    <a:pt x="464" y="5523"/>
                  </a:lnTo>
                  <a:lnTo>
                    <a:pt x="387" y="5407"/>
                  </a:lnTo>
                  <a:lnTo>
                    <a:pt x="348" y="5291"/>
                  </a:lnTo>
                  <a:lnTo>
                    <a:pt x="310" y="5214"/>
                  </a:lnTo>
                  <a:lnTo>
                    <a:pt x="271" y="5175"/>
                  </a:lnTo>
                  <a:lnTo>
                    <a:pt x="155" y="5137"/>
                  </a:lnTo>
                  <a:lnTo>
                    <a:pt x="78" y="5175"/>
                  </a:lnTo>
                  <a:lnTo>
                    <a:pt x="39" y="5214"/>
                  </a:lnTo>
                  <a:lnTo>
                    <a:pt x="1" y="5291"/>
                  </a:lnTo>
                  <a:lnTo>
                    <a:pt x="1" y="5446"/>
                  </a:lnTo>
                  <a:lnTo>
                    <a:pt x="39" y="5600"/>
                  </a:lnTo>
                  <a:lnTo>
                    <a:pt x="78" y="5755"/>
                  </a:lnTo>
                  <a:lnTo>
                    <a:pt x="155" y="5870"/>
                  </a:lnTo>
                  <a:lnTo>
                    <a:pt x="233" y="5948"/>
                  </a:lnTo>
                  <a:lnTo>
                    <a:pt x="310" y="6025"/>
                  </a:lnTo>
                  <a:lnTo>
                    <a:pt x="541" y="6141"/>
                  </a:lnTo>
                  <a:lnTo>
                    <a:pt x="812" y="6179"/>
                  </a:lnTo>
                  <a:lnTo>
                    <a:pt x="1121" y="6218"/>
                  </a:lnTo>
                  <a:lnTo>
                    <a:pt x="1430" y="6179"/>
                  </a:lnTo>
                  <a:lnTo>
                    <a:pt x="1700" y="6141"/>
                  </a:lnTo>
                  <a:lnTo>
                    <a:pt x="2897" y="5832"/>
                  </a:lnTo>
                  <a:lnTo>
                    <a:pt x="4094" y="5446"/>
                  </a:lnTo>
                  <a:lnTo>
                    <a:pt x="5291" y="5021"/>
                  </a:lnTo>
                  <a:lnTo>
                    <a:pt x="6450" y="4557"/>
                  </a:lnTo>
                  <a:lnTo>
                    <a:pt x="7531" y="4094"/>
                  </a:lnTo>
                  <a:lnTo>
                    <a:pt x="8573" y="3592"/>
                  </a:lnTo>
                  <a:lnTo>
                    <a:pt x="9616" y="3052"/>
                  </a:lnTo>
                  <a:lnTo>
                    <a:pt x="10620" y="2472"/>
                  </a:lnTo>
                  <a:lnTo>
                    <a:pt x="10929" y="2279"/>
                  </a:lnTo>
                  <a:lnTo>
                    <a:pt x="11276" y="2048"/>
                  </a:lnTo>
                  <a:lnTo>
                    <a:pt x="11547" y="1777"/>
                  </a:lnTo>
                  <a:lnTo>
                    <a:pt x="11817" y="1507"/>
                  </a:lnTo>
                  <a:lnTo>
                    <a:pt x="12010" y="1198"/>
                  </a:lnTo>
                  <a:lnTo>
                    <a:pt x="12049" y="1044"/>
                  </a:lnTo>
                  <a:lnTo>
                    <a:pt x="12087" y="889"/>
                  </a:lnTo>
                  <a:lnTo>
                    <a:pt x="12087" y="696"/>
                  </a:lnTo>
                  <a:lnTo>
                    <a:pt x="12049" y="503"/>
                  </a:lnTo>
                  <a:lnTo>
                    <a:pt x="12010" y="310"/>
                  </a:lnTo>
                  <a:lnTo>
                    <a:pt x="11894" y="117"/>
                  </a:lnTo>
                  <a:lnTo>
                    <a:pt x="11817" y="40"/>
                  </a:lnTo>
                  <a:lnTo>
                    <a:pt x="1174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3"/>
            <p:cNvSpPr/>
            <p:nvPr/>
          </p:nvSpPr>
          <p:spPr>
            <a:xfrm>
              <a:off x="6274575" y="3873525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3"/>
            <p:cNvSpPr/>
            <p:nvPr/>
          </p:nvSpPr>
          <p:spPr>
            <a:xfrm>
              <a:off x="6223425" y="3874500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3"/>
            <p:cNvSpPr/>
            <p:nvPr/>
          </p:nvSpPr>
          <p:spPr>
            <a:xfrm>
              <a:off x="1572250" y="3880275"/>
              <a:ext cx="267450" cy="210475"/>
            </a:xfrm>
            <a:custGeom>
              <a:avLst/>
              <a:gdLst/>
              <a:ahLst/>
              <a:cxnLst/>
              <a:rect l="l" t="t" r="r" b="b"/>
              <a:pathLst>
                <a:path w="10698" h="8419" extrusionOk="0">
                  <a:moveTo>
                    <a:pt x="155" y="1"/>
                  </a:moveTo>
                  <a:lnTo>
                    <a:pt x="1" y="233"/>
                  </a:lnTo>
                  <a:lnTo>
                    <a:pt x="1391" y="1314"/>
                  </a:lnTo>
                  <a:lnTo>
                    <a:pt x="2781" y="2395"/>
                  </a:lnTo>
                  <a:lnTo>
                    <a:pt x="4210" y="3476"/>
                  </a:lnTo>
                  <a:lnTo>
                    <a:pt x="5600" y="4596"/>
                  </a:lnTo>
                  <a:lnTo>
                    <a:pt x="6951" y="5677"/>
                  </a:lnTo>
                  <a:lnTo>
                    <a:pt x="8303" y="6797"/>
                  </a:lnTo>
                  <a:lnTo>
                    <a:pt x="9616" y="7917"/>
                  </a:lnTo>
                  <a:lnTo>
                    <a:pt x="9963" y="8226"/>
                  </a:lnTo>
                  <a:lnTo>
                    <a:pt x="10118" y="8342"/>
                  </a:lnTo>
                  <a:lnTo>
                    <a:pt x="10311" y="8419"/>
                  </a:lnTo>
                  <a:lnTo>
                    <a:pt x="10658" y="8380"/>
                  </a:lnTo>
                  <a:lnTo>
                    <a:pt x="10697" y="8264"/>
                  </a:lnTo>
                  <a:lnTo>
                    <a:pt x="10697" y="8149"/>
                  </a:lnTo>
                  <a:lnTo>
                    <a:pt x="10658" y="8033"/>
                  </a:lnTo>
                  <a:lnTo>
                    <a:pt x="10658" y="7994"/>
                  </a:lnTo>
                  <a:lnTo>
                    <a:pt x="10311" y="7917"/>
                  </a:lnTo>
                  <a:lnTo>
                    <a:pt x="10002" y="6952"/>
                  </a:lnTo>
                  <a:lnTo>
                    <a:pt x="9654" y="5986"/>
                  </a:lnTo>
                  <a:lnTo>
                    <a:pt x="8882" y="4094"/>
                  </a:lnTo>
                  <a:lnTo>
                    <a:pt x="8380" y="2781"/>
                  </a:lnTo>
                  <a:lnTo>
                    <a:pt x="7994" y="2936"/>
                  </a:lnTo>
                  <a:lnTo>
                    <a:pt x="8419" y="3940"/>
                  </a:lnTo>
                  <a:lnTo>
                    <a:pt x="9037" y="5677"/>
                  </a:lnTo>
                  <a:lnTo>
                    <a:pt x="9346" y="6565"/>
                  </a:lnTo>
                  <a:lnTo>
                    <a:pt x="9654" y="7415"/>
                  </a:lnTo>
                  <a:lnTo>
                    <a:pt x="9230" y="7029"/>
                  </a:lnTo>
                  <a:lnTo>
                    <a:pt x="7994" y="5986"/>
                  </a:lnTo>
                  <a:lnTo>
                    <a:pt x="6720" y="4905"/>
                  </a:lnTo>
                  <a:lnTo>
                    <a:pt x="5407" y="3862"/>
                  </a:lnTo>
                  <a:lnTo>
                    <a:pt x="4133" y="2858"/>
                  </a:lnTo>
                  <a:lnTo>
                    <a:pt x="2820" y="1854"/>
                  </a:lnTo>
                  <a:lnTo>
                    <a:pt x="1507" y="928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3"/>
            <p:cNvSpPr/>
            <p:nvPr/>
          </p:nvSpPr>
          <p:spPr>
            <a:xfrm>
              <a:off x="4538850" y="3913100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3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3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6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1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0"/>
                  </a:lnTo>
                  <a:lnTo>
                    <a:pt x="9268" y="8921"/>
                  </a:lnTo>
                  <a:lnTo>
                    <a:pt x="9036" y="9152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2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6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4"/>
                  </a:lnTo>
                  <a:lnTo>
                    <a:pt x="695" y="734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1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3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5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49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2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4"/>
                  </a:lnTo>
                  <a:lnTo>
                    <a:pt x="7762" y="9654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8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5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7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1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39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3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6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3"/>
            <p:cNvSpPr/>
            <p:nvPr/>
          </p:nvSpPr>
          <p:spPr>
            <a:xfrm>
              <a:off x="6161625" y="3921800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5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3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3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3"/>
            <p:cNvSpPr/>
            <p:nvPr/>
          </p:nvSpPr>
          <p:spPr>
            <a:xfrm>
              <a:off x="7032400" y="3923725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6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8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6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3"/>
            <p:cNvSpPr/>
            <p:nvPr/>
          </p:nvSpPr>
          <p:spPr>
            <a:xfrm>
              <a:off x="6167425" y="3927575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1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3"/>
            <p:cNvSpPr/>
            <p:nvPr/>
          </p:nvSpPr>
          <p:spPr>
            <a:xfrm>
              <a:off x="1394625" y="3943025"/>
              <a:ext cx="74350" cy="103325"/>
            </a:xfrm>
            <a:custGeom>
              <a:avLst/>
              <a:gdLst/>
              <a:ahLst/>
              <a:cxnLst/>
              <a:rect l="l" t="t" r="r" b="b"/>
              <a:pathLst>
                <a:path w="2974" h="4133" extrusionOk="0">
                  <a:moveTo>
                    <a:pt x="116" y="1"/>
                  </a:moveTo>
                  <a:lnTo>
                    <a:pt x="1" y="39"/>
                  </a:lnTo>
                  <a:lnTo>
                    <a:pt x="1" y="78"/>
                  </a:lnTo>
                  <a:lnTo>
                    <a:pt x="271" y="928"/>
                  </a:lnTo>
                  <a:lnTo>
                    <a:pt x="580" y="1738"/>
                  </a:lnTo>
                  <a:lnTo>
                    <a:pt x="927" y="2549"/>
                  </a:lnTo>
                  <a:lnTo>
                    <a:pt x="1275" y="3283"/>
                  </a:lnTo>
                  <a:lnTo>
                    <a:pt x="1507" y="3669"/>
                  </a:lnTo>
                  <a:lnTo>
                    <a:pt x="1661" y="3824"/>
                  </a:lnTo>
                  <a:lnTo>
                    <a:pt x="1854" y="3978"/>
                  </a:lnTo>
                  <a:lnTo>
                    <a:pt x="2009" y="4055"/>
                  </a:lnTo>
                  <a:lnTo>
                    <a:pt x="2240" y="4133"/>
                  </a:lnTo>
                  <a:lnTo>
                    <a:pt x="2433" y="4094"/>
                  </a:lnTo>
                  <a:lnTo>
                    <a:pt x="2665" y="4017"/>
                  </a:lnTo>
                  <a:lnTo>
                    <a:pt x="2781" y="3862"/>
                  </a:lnTo>
                  <a:lnTo>
                    <a:pt x="2897" y="3708"/>
                  </a:lnTo>
                  <a:lnTo>
                    <a:pt x="2935" y="3515"/>
                  </a:lnTo>
                  <a:lnTo>
                    <a:pt x="2974" y="3360"/>
                  </a:lnTo>
                  <a:lnTo>
                    <a:pt x="2935" y="3129"/>
                  </a:lnTo>
                  <a:lnTo>
                    <a:pt x="2897" y="2936"/>
                  </a:lnTo>
                  <a:lnTo>
                    <a:pt x="2819" y="2588"/>
                  </a:lnTo>
                  <a:lnTo>
                    <a:pt x="2588" y="2627"/>
                  </a:lnTo>
                  <a:lnTo>
                    <a:pt x="2665" y="2974"/>
                  </a:lnTo>
                  <a:lnTo>
                    <a:pt x="2704" y="3129"/>
                  </a:lnTo>
                  <a:lnTo>
                    <a:pt x="2665" y="3283"/>
                  </a:lnTo>
                  <a:lnTo>
                    <a:pt x="2433" y="3399"/>
                  </a:lnTo>
                  <a:lnTo>
                    <a:pt x="2202" y="3476"/>
                  </a:lnTo>
                  <a:lnTo>
                    <a:pt x="2009" y="3515"/>
                  </a:lnTo>
                  <a:lnTo>
                    <a:pt x="1854" y="3476"/>
                  </a:lnTo>
                  <a:lnTo>
                    <a:pt x="1700" y="3438"/>
                  </a:lnTo>
                  <a:lnTo>
                    <a:pt x="1584" y="3322"/>
                  </a:lnTo>
                  <a:lnTo>
                    <a:pt x="1507" y="3167"/>
                  </a:lnTo>
                  <a:lnTo>
                    <a:pt x="1468" y="2974"/>
                  </a:lnTo>
                  <a:lnTo>
                    <a:pt x="1352" y="2704"/>
                  </a:lnTo>
                  <a:lnTo>
                    <a:pt x="889" y="1623"/>
                  </a:lnTo>
                  <a:lnTo>
                    <a:pt x="541" y="812"/>
                  </a:lnTo>
                  <a:lnTo>
                    <a:pt x="348" y="426"/>
                  </a:lnTo>
                  <a:lnTo>
                    <a:pt x="155" y="39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3"/>
            <p:cNvSpPr/>
            <p:nvPr/>
          </p:nvSpPr>
          <p:spPr>
            <a:xfrm>
              <a:off x="2923775" y="3946900"/>
              <a:ext cx="335975" cy="782925"/>
            </a:xfrm>
            <a:custGeom>
              <a:avLst/>
              <a:gdLst/>
              <a:ahLst/>
              <a:cxnLst/>
              <a:rect l="l" t="t" r="r" b="b"/>
              <a:pathLst>
                <a:path w="13439" h="31317" extrusionOk="0">
                  <a:moveTo>
                    <a:pt x="6488" y="386"/>
                  </a:moveTo>
                  <a:lnTo>
                    <a:pt x="6526" y="464"/>
                  </a:lnTo>
                  <a:lnTo>
                    <a:pt x="7144" y="2008"/>
                  </a:lnTo>
                  <a:lnTo>
                    <a:pt x="7685" y="3553"/>
                  </a:lnTo>
                  <a:lnTo>
                    <a:pt x="8226" y="5136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1"/>
                  </a:lnTo>
                  <a:lnTo>
                    <a:pt x="7530" y="7337"/>
                  </a:lnTo>
                  <a:lnTo>
                    <a:pt x="7222" y="7453"/>
                  </a:lnTo>
                  <a:lnTo>
                    <a:pt x="6913" y="7530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0"/>
                  </a:lnTo>
                  <a:lnTo>
                    <a:pt x="5522" y="7492"/>
                  </a:lnTo>
                  <a:lnTo>
                    <a:pt x="4866" y="7337"/>
                  </a:lnTo>
                  <a:lnTo>
                    <a:pt x="4210" y="7105"/>
                  </a:lnTo>
                  <a:lnTo>
                    <a:pt x="3592" y="6874"/>
                  </a:lnTo>
                  <a:lnTo>
                    <a:pt x="3862" y="6024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3"/>
                  </a:lnTo>
                  <a:lnTo>
                    <a:pt x="5214" y="2742"/>
                  </a:lnTo>
                  <a:lnTo>
                    <a:pt x="5600" y="1931"/>
                  </a:lnTo>
                  <a:lnTo>
                    <a:pt x="6024" y="1159"/>
                  </a:lnTo>
                  <a:lnTo>
                    <a:pt x="6488" y="386"/>
                  </a:lnTo>
                  <a:close/>
                  <a:moveTo>
                    <a:pt x="8805" y="7028"/>
                  </a:moveTo>
                  <a:lnTo>
                    <a:pt x="9230" y="8418"/>
                  </a:lnTo>
                  <a:lnTo>
                    <a:pt x="9577" y="9847"/>
                  </a:lnTo>
                  <a:lnTo>
                    <a:pt x="9847" y="11083"/>
                  </a:lnTo>
                  <a:lnTo>
                    <a:pt x="10079" y="12357"/>
                  </a:lnTo>
                  <a:lnTo>
                    <a:pt x="10233" y="13631"/>
                  </a:lnTo>
                  <a:lnTo>
                    <a:pt x="10388" y="14906"/>
                  </a:lnTo>
                  <a:lnTo>
                    <a:pt x="10465" y="16180"/>
                  </a:lnTo>
                  <a:lnTo>
                    <a:pt x="10504" y="16836"/>
                  </a:lnTo>
                  <a:lnTo>
                    <a:pt x="10504" y="17493"/>
                  </a:lnTo>
                  <a:lnTo>
                    <a:pt x="10504" y="18188"/>
                  </a:lnTo>
                  <a:lnTo>
                    <a:pt x="10427" y="18844"/>
                  </a:lnTo>
                  <a:lnTo>
                    <a:pt x="10311" y="19462"/>
                  </a:lnTo>
                  <a:lnTo>
                    <a:pt x="10118" y="20080"/>
                  </a:lnTo>
                  <a:lnTo>
                    <a:pt x="9886" y="20659"/>
                  </a:lnTo>
                  <a:lnTo>
                    <a:pt x="9538" y="21161"/>
                  </a:lnTo>
                  <a:lnTo>
                    <a:pt x="9384" y="21393"/>
                  </a:lnTo>
                  <a:lnTo>
                    <a:pt x="9152" y="21586"/>
                  </a:lnTo>
                  <a:lnTo>
                    <a:pt x="8959" y="21779"/>
                  </a:lnTo>
                  <a:lnTo>
                    <a:pt x="8728" y="21972"/>
                  </a:lnTo>
                  <a:lnTo>
                    <a:pt x="8496" y="22127"/>
                  </a:lnTo>
                  <a:lnTo>
                    <a:pt x="8226" y="22242"/>
                  </a:lnTo>
                  <a:lnTo>
                    <a:pt x="7955" y="22358"/>
                  </a:lnTo>
                  <a:lnTo>
                    <a:pt x="7685" y="22435"/>
                  </a:lnTo>
                  <a:lnTo>
                    <a:pt x="7415" y="22474"/>
                  </a:lnTo>
                  <a:lnTo>
                    <a:pt x="6797" y="22474"/>
                  </a:lnTo>
                  <a:lnTo>
                    <a:pt x="6488" y="22435"/>
                  </a:lnTo>
                  <a:lnTo>
                    <a:pt x="5909" y="22281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4"/>
                  </a:lnTo>
                  <a:lnTo>
                    <a:pt x="4094" y="20929"/>
                  </a:lnTo>
                  <a:lnTo>
                    <a:pt x="3785" y="20466"/>
                  </a:lnTo>
                  <a:lnTo>
                    <a:pt x="3476" y="19964"/>
                  </a:lnTo>
                  <a:lnTo>
                    <a:pt x="3244" y="19424"/>
                  </a:lnTo>
                  <a:lnTo>
                    <a:pt x="3051" y="18883"/>
                  </a:lnTo>
                  <a:lnTo>
                    <a:pt x="2897" y="18342"/>
                  </a:lnTo>
                  <a:lnTo>
                    <a:pt x="2781" y="17802"/>
                  </a:lnTo>
                  <a:lnTo>
                    <a:pt x="2704" y="17222"/>
                  </a:lnTo>
                  <a:lnTo>
                    <a:pt x="2588" y="16103"/>
                  </a:lnTo>
                  <a:lnTo>
                    <a:pt x="2511" y="14944"/>
                  </a:lnTo>
                  <a:lnTo>
                    <a:pt x="2511" y="13747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2"/>
                  </a:lnTo>
                  <a:lnTo>
                    <a:pt x="3128" y="8689"/>
                  </a:lnTo>
                  <a:lnTo>
                    <a:pt x="3283" y="7916"/>
                  </a:lnTo>
                  <a:lnTo>
                    <a:pt x="3515" y="7183"/>
                  </a:lnTo>
                  <a:lnTo>
                    <a:pt x="4132" y="7453"/>
                  </a:lnTo>
                  <a:lnTo>
                    <a:pt x="4827" y="7685"/>
                  </a:lnTo>
                  <a:lnTo>
                    <a:pt x="5522" y="7839"/>
                  </a:lnTo>
                  <a:lnTo>
                    <a:pt x="5909" y="7916"/>
                  </a:lnTo>
                  <a:lnTo>
                    <a:pt x="6256" y="7916"/>
                  </a:lnTo>
                  <a:lnTo>
                    <a:pt x="6604" y="7955"/>
                  </a:lnTo>
                  <a:lnTo>
                    <a:pt x="6990" y="7916"/>
                  </a:lnTo>
                  <a:lnTo>
                    <a:pt x="7299" y="7878"/>
                  </a:lnTo>
                  <a:lnTo>
                    <a:pt x="7646" y="7762"/>
                  </a:lnTo>
                  <a:lnTo>
                    <a:pt x="7955" y="7646"/>
                  </a:lnTo>
                  <a:lnTo>
                    <a:pt x="8264" y="7492"/>
                  </a:lnTo>
                  <a:lnTo>
                    <a:pt x="8573" y="7260"/>
                  </a:lnTo>
                  <a:lnTo>
                    <a:pt x="8805" y="7028"/>
                  </a:lnTo>
                  <a:close/>
                  <a:moveTo>
                    <a:pt x="8650" y="22474"/>
                  </a:moveTo>
                  <a:lnTo>
                    <a:pt x="8766" y="22822"/>
                  </a:lnTo>
                  <a:lnTo>
                    <a:pt x="8921" y="23169"/>
                  </a:lnTo>
                  <a:lnTo>
                    <a:pt x="8496" y="23401"/>
                  </a:lnTo>
                  <a:lnTo>
                    <a:pt x="8071" y="23555"/>
                  </a:lnTo>
                  <a:lnTo>
                    <a:pt x="7608" y="23633"/>
                  </a:lnTo>
                  <a:lnTo>
                    <a:pt x="7144" y="23671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2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4"/>
                  </a:lnTo>
                  <a:lnTo>
                    <a:pt x="5870" y="22629"/>
                  </a:lnTo>
                  <a:lnTo>
                    <a:pt x="6256" y="22783"/>
                  </a:lnTo>
                  <a:lnTo>
                    <a:pt x="6681" y="22860"/>
                  </a:lnTo>
                  <a:lnTo>
                    <a:pt x="7067" y="22899"/>
                  </a:lnTo>
                  <a:lnTo>
                    <a:pt x="7453" y="22860"/>
                  </a:lnTo>
                  <a:lnTo>
                    <a:pt x="7878" y="22822"/>
                  </a:lnTo>
                  <a:lnTo>
                    <a:pt x="8264" y="22667"/>
                  </a:lnTo>
                  <a:lnTo>
                    <a:pt x="8650" y="22474"/>
                  </a:lnTo>
                  <a:close/>
                  <a:moveTo>
                    <a:pt x="10890" y="16798"/>
                  </a:moveTo>
                  <a:lnTo>
                    <a:pt x="11392" y="17261"/>
                  </a:lnTo>
                  <a:lnTo>
                    <a:pt x="11933" y="17647"/>
                  </a:lnTo>
                  <a:lnTo>
                    <a:pt x="12512" y="18033"/>
                  </a:lnTo>
                  <a:lnTo>
                    <a:pt x="13091" y="18342"/>
                  </a:lnTo>
                  <a:lnTo>
                    <a:pt x="12937" y="19771"/>
                  </a:lnTo>
                  <a:lnTo>
                    <a:pt x="12821" y="21238"/>
                  </a:lnTo>
                  <a:lnTo>
                    <a:pt x="12705" y="24212"/>
                  </a:lnTo>
                  <a:lnTo>
                    <a:pt x="11894" y="23594"/>
                  </a:lnTo>
                  <a:lnTo>
                    <a:pt x="11044" y="23015"/>
                  </a:lnTo>
                  <a:lnTo>
                    <a:pt x="10813" y="22860"/>
                  </a:lnTo>
                  <a:lnTo>
                    <a:pt x="10620" y="22667"/>
                  </a:lnTo>
                  <a:lnTo>
                    <a:pt x="10581" y="22590"/>
                  </a:lnTo>
                  <a:lnTo>
                    <a:pt x="10542" y="22435"/>
                  </a:lnTo>
                  <a:lnTo>
                    <a:pt x="10542" y="22127"/>
                  </a:lnTo>
                  <a:lnTo>
                    <a:pt x="10542" y="21393"/>
                  </a:lnTo>
                  <a:lnTo>
                    <a:pt x="10504" y="20659"/>
                  </a:lnTo>
                  <a:lnTo>
                    <a:pt x="10504" y="20582"/>
                  </a:lnTo>
                  <a:lnTo>
                    <a:pt x="10465" y="20543"/>
                  </a:lnTo>
                  <a:lnTo>
                    <a:pt x="10388" y="20466"/>
                  </a:lnTo>
                  <a:lnTo>
                    <a:pt x="10542" y="19964"/>
                  </a:lnTo>
                  <a:lnTo>
                    <a:pt x="10697" y="19424"/>
                  </a:lnTo>
                  <a:lnTo>
                    <a:pt x="10774" y="18883"/>
                  </a:lnTo>
                  <a:lnTo>
                    <a:pt x="10851" y="18304"/>
                  </a:lnTo>
                  <a:lnTo>
                    <a:pt x="10890" y="17570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4"/>
                  </a:lnTo>
                  <a:lnTo>
                    <a:pt x="6140" y="23826"/>
                  </a:lnTo>
                  <a:lnTo>
                    <a:pt x="6642" y="23941"/>
                  </a:lnTo>
                  <a:lnTo>
                    <a:pt x="7144" y="23980"/>
                  </a:lnTo>
                  <a:lnTo>
                    <a:pt x="7646" y="23980"/>
                  </a:lnTo>
                  <a:lnTo>
                    <a:pt x="8148" y="23864"/>
                  </a:lnTo>
                  <a:lnTo>
                    <a:pt x="8612" y="23710"/>
                  </a:lnTo>
                  <a:lnTo>
                    <a:pt x="9075" y="23439"/>
                  </a:lnTo>
                  <a:lnTo>
                    <a:pt x="9384" y="23903"/>
                  </a:lnTo>
                  <a:lnTo>
                    <a:pt x="8843" y="24173"/>
                  </a:lnTo>
                  <a:lnTo>
                    <a:pt x="8303" y="24366"/>
                  </a:lnTo>
                  <a:lnTo>
                    <a:pt x="7762" y="24482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3"/>
                  </a:lnTo>
                  <a:lnTo>
                    <a:pt x="5561" y="24289"/>
                  </a:lnTo>
                  <a:lnTo>
                    <a:pt x="4982" y="24096"/>
                  </a:lnTo>
                  <a:lnTo>
                    <a:pt x="5059" y="23903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7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2"/>
                  </a:lnTo>
                  <a:lnTo>
                    <a:pt x="2974" y="19771"/>
                  </a:lnTo>
                  <a:lnTo>
                    <a:pt x="3244" y="20312"/>
                  </a:lnTo>
                  <a:lnTo>
                    <a:pt x="3244" y="20350"/>
                  </a:lnTo>
                  <a:lnTo>
                    <a:pt x="3206" y="21200"/>
                  </a:lnTo>
                  <a:lnTo>
                    <a:pt x="3244" y="22049"/>
                  </a:lnTo>
                  <a:lnTo>
                    <a:pt x="3283" y="22358"/>
                  </a:lnTo>
                  <a:lnTo>
                    <a:pt x="3321" y="22706"/>
                  </a:lnTo>
                  <a:lnTo>
                    <a:pt x="3321" y="23053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8"/>
                  </a:lnTo>
                  <a:lnTo>
                    <a:pt x="3051" y="23633"/>
                  </a:lnTo>
                  <a:lnTo>
                    <a:pt x="2704" y="23903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5"/>
                  </a:lnTo>
                  <a:lnTo>
                    <a:pt x="850" y="23941"/>
                  </a:lnTo>
                  <a:lnTo>
                    <a:pt x="811" y="23169"/>
                  </a:lnTo>
                  <a:lnTo>
                    <a:pt x="773" y="22435"/>
                  </a:lnTo>
                  <a:lnTo>
                    <a:pt x="657" y="21238"/>
                  </a:lnTo>
                  <a:lnTo>
                    <a:pt x="503" y="20466"/>
                  </a:lnTo>
                  <a:lnTo>
                    <a:pt x="425" y="20080"/>
                  </a:lnTo>
                  <a:lnTo>
                    <a:pt x="464" y="19694"/>
                  </a:lnTo>
                  <a:lnTo>
                    <a:pt x="503" y="19655"/>
                  </a:lnTo>
                  <a:lnTo>
                    <a:pt x="541" y="19578"/>
                  </a:lnTo>
                  <a:lnTo>
                    <a:pt x="541" y="19539"/>
                  </a:lnTo>
                  <a:lnTo>
                    <a:pt x="541" y="19462"/>
                  </a:lnTo>
                  <a:lnTo>
                    <a:pt x="1429" y="18420"/>
                  </a:lnTo>
                  <a:lnTo>
                    <a:pt x="2356" y="17377"/>
                  </a:lnTo>
                  <a:close/>
                  <a:moveTo>
                    <a:pt x="8148" y="24830"/>
                  </a:moveTo>
                  <a:lnTo>
                    <a:pt x="8148" y="25061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7"/>
                  </a:lnTo>
                  <a:lnTo>
                    <a:pt x="7878" y="25216"/>
                  </a:lnTo>
                  <a:lnTo>
                    <a:pt x="7839" y="25293"/>
                  </a:lnTo>
                  <a:lnTo>
                    <a:pt x="7839" y="25370"/>
                  </a:lnTo>
                  <a:lnTo>
                    <a:pt x="7994" y="25872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59"/>
                  </a:lnTo>
                  <a:lnTo>
                    <a:pt x="8148" y="28961"/>
                  </a:lnTo>
                  <a:lnTo>
                    <a:pt x="8071" y="29502"/>
                  </a:lnTo>
                  <a:lnTo>
                    <a:pt x="7762" y="29193"/>
                  </a:lnTo>
                  <a:lnTo>
                    <a:pt x="7453" y="28884"/>
                  </a:lnTo>
                  <a:lnTo>
                    <a:pt x="7260" y="28537"/>
                  </a:lnTo>
                  <a:lnTo>
                    <a:pt x="7067" y="28189"/>
                  </a:lnTo>
                  <a:lnTo>
                    <a:pt x="6951" y="27803"/>
                  </a:lnTo>
                  <a:lnTo>
                    <a:pt x="6874" y="27417"/>
                  </a:lnTo>
                  <a:lnTo>
                    <a:pt x="6835" y="26953"/>
                  </a:lnTo>
                  <a:lnTo>
                    <a:pt x="6835" y="26490"/>
                  </a:lnTo>
                  <a:lnTo>
                    <a:pt x="6874" y="26104"/>
                  </a:lnTo>
                  <a:lnTo>
                    <a:pt x="6874" y="25756"/>
                  </a:lnTo>
                  <a:lnTo>
                    <a:pt x="6835" y="25602"/>
                  </a:lnTo>
                  <a:lnTo>
                    <a:pt x="6758" y="25486"/>
                  </a:lnTo>
                  <a:lnTo>
                    <a:pt x="6642" y="25370"/>
                  </a:lnTo>
                  <a:lnTo>
                    <a:pt x="6488" y="25293"/>
                  </a:lnTo>
                  <a:lnTo>
                    <a:pt x="6604" y="25100"/>
                  </a:lnTo>
                  <a:lnTo>
                    <a:pt x="6720" y="24984"/>
                  </a:lnTo>
                  <a:lnTo>
                    <a:pt x="7106" y="24984"/>
                  </a:lnTo>
                  <a:lnTo>
                    <a:pt x="7453" y="24945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4"/>
                  </a:lnTo>
                  <a:lnTo>
                    <a:pt x="9500" y="25409"/>
                  </a:lnTo>
                  <a:lnTo>
                    <a:pt x="9809" y="25795"/>
                  </a:lnTo>
                  <a:lnTo>
                    <a:pt x="10118" y="26258"/>
                  </a:lnTo>
                  <a:lnTo>
                    <a:pt x="9847" y="26220"/>
                  </a:lnTo>
                  <a:lnTo>
                    <a:pt x="9616" y="26104"/>
                  </a:lnTo>
                  <a:lnTo>
                    <a:pt x="9423" y="25949"/>
                  </a:lnTo>
                  <a:lnTo>
                    <a:pt x="9230" y="25756"/>
                  </a:lnTo>
                  <a:lnTo>
                    <a:pt x="9191" y="25679"/>
                  </a:lnTo>
                  <a:lnTo>
                    <a:pt x="8998" y="25679"/>
                  </a:lnTo>
                  <a:lnTo>
                    <a:pt x="8959" y="25718"/>
                  </a:lnTo>
                  <a:lnTo>
                    <a:pt x="8921" y="25795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0"/>
                  </a:lnTo>
                  <a:lnTo>
                    <a:pt x="9423" y="27069"/>
                  </a:lnTo>
                  <a:lnTo>
                    <a:pt x="9500" y="27378"/>
                  </a:lnTo>
                  <a:lnTo>
                    <a:pt x="9538" y="27687"/>
                  </a:lnTo>
                  <a:lnTo>
                    <a:pt x="9538" y="27996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79"/>
                  </a:lnTo>
                  <a:lnTo>
                    <a:pt x="9230" y="29888"/>
                  </a:lnTo>
                  <a:lnTo>
                    <a:pt x="9075" y="30158"/>
                  </a:lnTo>
                  <a:lnTo>
                    <a:pt x="8921" y="30429"/>
                  </a:lnTo>
                  <a:lnTo>
                    <a:pt x="8728" y="30660"/>
                  </a:lnTo>
                  <a:lnTo>
                    <a:pt x="8534" y="30776"/>
                  </a:lnTo>
                  <a:lnTo>
                    <a:pt x="8341" y="30853"/>
                  </a:lnTo>
                  <a:lnTo>
                    <a:pt x="8187" y="30853"/>
                  </a:lnTo>
                  <a:lnTo>
                    <a:pt x="7994" y="30776"/>
                  </a:lnTo>
                  <a:lnTo>
                    <a:pt x="7839" y="30699"/>
                  </a:lnTo>
                  <a:lnTo>
                    <a:pt x="7685" y="30583"/>
                  </a:lnTo>
                  <a:lnTo>
                    <a:pt x="7376" y="30274"/>
                  </a:lnTo>
                  <a:lnTo>
                    <a:pt x="6874" y="29772"/>
                  </a:lnTo>
                  <a:lnTo>
                    <a:pt x="6681" y="29502"/>
                  </a:lnTo>
                  <a:lnTo>
                    <a:pt x="6488" y="29193"/>
                  </a:lnTo>
                  <a:lnTo>
                    <a:pt x="6295" y="28846"/>
                  </a:lnTo>
                  <a:lnTo>
                    <a:pt x="6102" y="28459"/>
                  </a:lnTo>
                  <a:lnTo>
                    <a:pt x="5986" y="28073"/>
                  </a:lnTo>
                  <a:lnTo>
                    <a:pt x="5909" y="27687"/>
                  </a:lnTo>
                  <a:lnTo>
                    <a:pt x="5870" y="27262"/>
                  </a:lnTo>
                  <a:lnTo>
                    <a:pt x="5870" y="26876"/>
                  </a:lnTo>
                  <a:lnTo>
                    <a:pt x="5909" y="26490"/>
                  </a:lnTo>
                  <a:lnTo>
                    <a:pt x="6024" y="26065"/>
                  </a:lnTo>
                  <a:lnTo>
                    <a:pt x="6024" y="25949"/>
                  </a:lnTo>
                  <a:lnTo>
                    <a:pt x="5947" y="25911"/>
                  </a:lnTo>
                  <a:lnTo>
                    <a:pt x="5870" y="25872"/>
                  </a:lnTo>
                  <a:lnTo>
                    <a:pt x="5793" y="25872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7"/>
                  </a:lnTo>
                  <a:lnTo>
                    <a:pt x="5445" y="25100"/>
                  </a:lnTo>
                  <a:lnTo>
                    <a:pt x="5716" y="24752"/>
                  </a:lnTo>
                  <a:lnTo>
                    <a:pt x="6102" y="24868"/>
                  </a:lnTo>
                  <a:lnTo>
                    <a:pt x="6488" y="24945"/>
                  </a:lnTo>
                  <a:lnTo>
                    <a:pt x="6333" y="25100"/>
                  </a:lnTo>
                  <a:lnTo>
                    <a:pt x="6179" y="25293"/>
                  </a:lnTo>
                  <a:lnTo>
                    <a:pt x="6179" y="25370"/>
                  </a:lnTo>
                  <a:lnTo>
                    <a:pt x="6179" y="25447"/>
                  </a:lnTo>
                  <a:lnTo>
                    <a:pt x="6256" y="25486"/>
                  </a:lnTo>
                  <a:lnTo>
                    <a:pt x="6295" y="25486"/>
                  </a:lnTo>
                  <a:lnTo>
                    <a:pt x="6372" y="25525"/>
                  </a:lnTo>
                  <a:lnTo>
                    <a:pt x="6449" y="25602"/>
                  </a:lnTo>
                  <a:lnTo>
                    <a:pt x="6526" y="25795"/>
                  </a:lnTo>
                  <a:lnTo>
                    <a:pt x="6565" y="26104"/>
                  </a:lnTo>
                  <a:lnTo>
                    <a:pt x="6604" y="26451"/>
                  </a:lnTo>
                  <a:lnTo>
                    <a:pt x="6604" y="27146"/>
                  </a:lnTo>
                  <a:lnTo>
                    <a:pt x="6604" y="27610"/>
                  </a:lnTo>
                  <a:lnTo>
                    <a:pt x="6681" y="28073"/>
                  </a:lnTo>
                  <a:lnTo>
                    <a:pt x="6835" y="28498"/>
                  </a:lnTo>
                  <a:lnTo>
                    <a:pt x="7067" y="28923"/>
                  </a:lnTo>
                  <a:lnTo>
                    <a:pt x="7376" y="29309"/>
                  </a:lnTo>
                  <a:lnTo>
                    <a:pt x="7569" y="29463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49"/>
                  </a:lnTo>
                  <a:lnTo>
                    <a:pt x="8264" y="29849"/>
                  </a:lnTo>
                  <a:lnTo>
                    <a:pt x="8303" y="29811"/>
                  </a:lnTo>
                  <a:lnTo>
                    <a:pt x="8303" y="29734"/>
                  </a:lnTo>
                  <a:lnTo>
                    <a:pt x="8303" y="29695"/>
                  </a:lnTo>
                  <a:lnTo>
                    <a:pt x="8303" y="29656"/>
                  </a:lnTo>
                  <a:lnTo>
                    <a:pt x="8419" y="29154"/>
                  </a:lnTo>
                  <a:lnTo>
                    <a:pt x="8496" y="28614"/>
                  </a:lnTo>
                  <a:lnTo>
                    <a:pt x="8534" y="28112"/>
                  </a:lnTo>
                  <a:lnTo>
                    <a:pt x="8534" y="27571"/>
                  </a:lnTo>
                  <a:lnTo>
                    <a:pt x="8534" y="27069"/>
                  </a:lnTo>
                  <a:lnTo>
                    <a:pt x="8457" y="26567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6"/>
                  </a:lnTo>
                  <a:lnTo>
                    <a:pt x="8650" y="25409"/>
                  </a:lnTo>
                  <a:lnTo>
                    <a:pt x="8650" y="25370"/>
                  </a:lnTo>
                  <a:lnTo>
                    <a:pt x="8612" y="25293"/>
                  </a:lnTo>
                  <a:lnTo>
                    <a:pt x="8380" y="24791"/>
                  </a:lnTo>
                  <a:lnTo>
                    <a:pt x="8805" y="24637"/>
                  </a:lnTo>
                  <a:close/>
                  <a:moveTo>
                    <a:pt x="6449" y="0"/>
                  </a:moveTo>
                  <a:lnTo>
                    <a:pt x="6411" y="39"/>
                  </a:lnTo>
                  <a:lnTo>
                    <a:pt x="6411" y="116"/>
                  </a:lnTo>
                  <a:lnTo>
                    <a:pt x="6333" y="116"/>
                  </a:lnTo>
                  <a:lnTo>
                    <a:pt x="6295" y="193"/>
                  </a:lnTo>
                  <a:lnTo>
                    <a:pt x="5600" y="1275"/>
                  </a:lnTo>
                  <a:lnTo>
                    <a:pt x="4943" y="2433"/>
                  </a:lnTo>
                  <a:lnTo>
                    <a:pt x="4403" y="3591"/>
                  </a:lnTo>
                  <a:lnTo>
                    <a:pt x="3901" y="4827"/>
                  </a:lnTo>
                  <a:lnTo>
                    <a:pt x="3437" y="6063"/>
                  </a:lnTo>
                  <a:lnTo>
                    <a:pt x="3090" y="7298"/>
                  </a:lnTo>
                  <a:lnTo>
                    <a:pt x="2742" y="8573"/>
                  </a:lnTo>
                  <a:lnTo>
                    <a:pt x="2511" y="9847"/>
                  </a:lnTo>
                  <a:lnTo>
                    <a:pt x="2317" y="11160"/>
                  </a:lnTo>
                  <a:lnTo>
                    <a:pt x="2202" y="12473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8"/>
                  </a:lnTo>
                  <a:lnTo>
                    <a:pt x="541" y="18806"/>
                  </a:lnTo>
                  <a:lnTo>
                    <a:pt x="39" y="19462"/>
                  </a:lnTo>
                  <a:lnTo>
                    <a:pt x="1" y="19501"/>
                  </a:lnTo>
                  <a:lnTo>
                    <a:pt x="1" y="19578"/>
                  </a:lnTo>
                  <a:lnTo>
                    <a:pt x="78" y="19694"/>
                  </a:lnTo>
                  <a:lnTo>
                    <a:pt x="39" y="19964"/>
                  </a:lnTo>
                  <a:lnTo>
                    <a:pt x="39" y="20273"/>
                  </a:lnTo>
                  <a:lnTo>
                    <a:pt x="39" y="20543"/>
                  </a:lnTo>
                  <a:lnTo>
                    <a:pt x="78" y="20852"/>
                  </a:lnTo>
                  <a:lnTo>
                    <a:pt x="194" y="21431"/>
                  </a:lnTo>
                  <a:lnTo>
                    <a:pt x="309" y="22011"/>
                  </a:lnTo>
                  <a:lnTo>
                    <a:pt x="387" y="22899"/>
                  </a:lnTo>
                  <a:lnTo>
                    <a:pt x="425" y="23748"/>
                  </a:lnTo>
                  <a:lnTo>
                    <a:pt x="425" y="24637"/>
                  </a:lnTo>
                  <a:lnTo>
                    <a:pt x="387" y="25486"/>
                  </a:lnTo>
                  <a:lnTo>
                    <a:pt x="387" y="25602"/>
                  </a:lnTo>
                  <a:lnTo>
                    <a:pt x="464" y="25640"/>
                  </a:lnTo>
                  <a:lnTo>
                    <a:pt x="503" y="25679"/>
                  </a:lnTo>
                  <a:lnTo>
                    <a:pt x="580" y="25679"/>
                  </a:lnTo>
                  <a:lnTo>
                    <a:pt x="618" y="25756"/>
                  </a:lnTo>
                  <a:lnTo>
                    <a:pt x="696" y="25795"/>
                  </a:lnTo>
                  <a:lnTo>
                    <a:pt x="811" y="25795"/>
                  </a:lnTo>
                  <a:lnTo>
                    <a:pt x="1584" y="25254"/>
                  </a:lnTo>
                  <a:lnTo>
                    <a:pt x="2279" y="24714"/>
                  </a:lnTo>
                  <a:lnTo>
                    <a:pt x="3746" y="23594"/>
                  </a:lnTo>
                  <a:lnTo>
                    <a:pt x="3785" y="23478"/>
                  </a:lnTo>
                  <a:lnTo>
                    <a:pt x="3785" y="23362"/>
                  </a:lnTo>
                  <a:lnTo>
                    <a:pt x="3630" y="22088"/>
                  </a:lnTo>
                  <a:lnTo>
                    <a:pt x="3592" y="20814"/>
                  </a:lnTo>
                  <a:lnTo>
                    <a:pt x="3939" y="21277"/>
                  </a:lnTo>
                  <a:lnTo>
                    <a:pt x="4364" y="21663"/>
                  </a:lnTo>
                  <a:lnTo>
                    <a:pt x="4789" y="22049"/>
                  </a:lnTo>
                  <a:lnTo>
                    <a:pt x="5252" y="22358"/>
                  </a:lnTo>
                  <a:lnTo>
                    <a:pt x="5059" y="22744"/>
                  </a:lnTo>
                  <a:lnTo>
                    <a:pt x="4866" y="23169"/>
                  </a:lnTo>
                  <a:lnTo>
                    <a:pt x="4712" y="23633"/>
                  </a:lnTo>
                  <a:lnTo>
                    <a:pt x="4673" y="23864"/>
                  </a:lnTo>
                  <a:lnTo>
                    <a:pt x="4712" y="24096"/>
                  </a:lnTo>
                  <a:lnTo>
                    <a:pt x="4750" y="24173"/>
                  </a:lnTo>
                  <a:lnTo>
                    <a:pt x="4789" y="24212"/>
                  </a:lnTo>
                  <a:lnTo>
                    <a:pt x="4827" y="24250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5"/>
                  </a:lnTo>
                  <a:lnTo>
                    <a:pt x="5329" y="24868"/>
                  </a:lnTo>
                  <a:lnTo>
                    <a:pt x="5175" y="25061"/>
                  </a:lnTo>
                  <a:lnTo>
                    <a:pt x="5020" y="25254"/>
                  </a:lnTo>
                  <a:lnTo>
                    <a:pt x="4905" y="25486"/>
                  </a:lnTo>
                  <a:lnTo>
                    <a:pt x="4827" y="25718"/>
                  </a:lnTo>
                  <a:lnTo>
                    <a:pt x="4750" y="25949"/>
                  </a:lnTo>
                  <a:lnTo>
                    <a:pt x="4712" y="26220"/>
                  </a:lnTo>
                  <a:lnTo>
                    <a:pt x="4712" y="26490"/>
                  </a:lnTo>
                  <a:lnTo>
                    <a:pt x="4712" y="26567"/>
                  </a:lnTo>
                  <a:lnTo>
                    <a:pt x="4789" y="26644"/>
                  </a:lnTo>
                  <a:lnTo>
                    <a:pt x="4943" y="26644"/>
                  </a:lnTo>
                  <a:lnTo>
                    <a:pt x="5638" y="26297"/>
                  </a:lnTo>
                  <a:lnTo>
                    <a:pt x="5638" y="26297"/>
                  </a:lnTo>
                  <a:lnTo>
                    <a:pt x="5561" y="26722"/>
                  </a:lnTo>
                  <a:lnTo>
                    <a:pt x="5561" y="27146"/>
                  </a:lnTo>
                  <a:lnTo>
                    <a:pt x="5561" y="27533"/>
                  </a:lnTo>
                  <a:lnTo>
                    <a:pt x="5638" y="27957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3"/>
                  </a:lnTo>
                  <a:lnTo>
                    <a:pt x="6642" y="30004"/>
                  </a:lnTo>
                  <a:lnTo>
                    <a:pt x="6913" y="30351"/>
                  </a:lnTo>
                  <a:lnTo>
                    <a:pt x="7183" y="30660"/>
                  </a:lnTo>
                  <a:lnTo>
                    <a:pt x="7530" y="30969"/>
                  </a:lnTo>
                  <a:lnTo>
                    <a:pt x="7839" y="31162"/>
                  </a:lnTo>
                  <a:lnTo>
                    <a:pt x="7994" y="31240"/>
                  </a:lnTo>
                  <a:lnTo>
                    <a:pt x="8148" y="31317"/>
                  </a:lnTo>
                  <a:lnTo>
                    <a:pt x="8303" y="31317"/>
                  </a:lnTo>
                  <a:lnTo>
                    <a:pt x="8457" y="31278"/>
                  </a:lnTo>
                  <a:lnTo>
                    <a:pt x="8612" y="31240"/>
                  </a:lnTo>
                  <a:lnTo>
                    <a:pt x="8766" y="31162"/>
                  </a:lnTo>
                  <a:lnTo>
                    <a:pt x="8998" y="30892"/>
                  </a:lnTo>
                  <a:lnTo>
                    <a:pt x="9230" y="30583"/>
                  </a:lnTo>
                  <a:lnTo>
                    <a:pt x="9423" y="30236"/>
                  </a:lnTo>
                  <a:lnTo>
                    <a:pt x="9577" y="29849"/>
                  </a:lnTo>
                  <a:lnTo>
                    <a:pt x="9693" y="29463"/>
                  </a:lnTo>
                  <a:lnTo>
                    <a:pt x="9847" y="28807"/>
                  </a:lnTo>
                  <a:lnTo>
                    <a:pt x="9886" y="28228"/>
                  </a:lnTo>
                  <a:lnTo>
                    <a:pt x="9847" y="27610"/>
                  </a:lnTo>
                  <a:lnTo>
                    <a:pt x="9770" y="27031"/>
                  </a:lnTo>
                  <a:lnTo>
                    <a:pt x="9577" y="26490"/>
                  </a:lnTo>
                  <a:lnTo>
                    <a:pt x="9770" y="26529"/>
                  </a:lnTo>
                  <a:lnTo>
                    <a:pt x="9963" y="26567"/>
                  </a:lnTo>
                  <a:lnTo>
                    <a:pt x="10156" y="26606"/>
                  </a:lnTo>
                  <a:lnTo>
                    <a:pt x="10388" y="26606"/>
                  </a:lnTo>
                  <a:lnTo>
                    <a:pt x="10465" y="26567"/>
                  </a:lnTo>
                  <a:lnTo>
                    <a:pt x="10542" y="26529"/>
                  </a:lnTo>
                  <a:lnTo>
                    <a:pt x="10542" y="26451"/>
                  </a:lnTo>
                  <a:lnTo>
                    <a:pt x="10542" y="26336"/>
                  </a:lnTo>
                  <a:lnTo>
                    <a:pt x="10233" y="25834"/>
                  </a:lnTo>
                  <a:lnTo>
                    <a:pt x="9925" y="25332"/>
                  </a:lnTo>
                  <a:lnTo>
                    <a:pt x="9538" y="24868"/>
                  </a:lnTo>
                  <a:lnTo>
                    <a:pt x="9114" y="24482"/>
                  </a:lnTo>
                  <a:lnTo>
                    <a:pt x="9616" y="24135"/>
                  </a:lnTo>
                  <a:lnTo>
                    <a:pt x="9693" y="24057"/>
                  </a:lnTo>
                  <a:lnTo>
                    <a:pt x="9732" y="23980"/>
                  </a:lnTo>
                  <a:lnTo>
                    <a:pt x="9770" y="23941"/>
                  </a:lnTo>
                  <a:lnTo>
                    <a:pt x="9732" y="23864"/>
                  </a:lnTo>
                  <a:lnTo>
                    <a:pt x="9307" y="23092"/>
                  </a:lnTo>
                  <a:lnTo>
                    <a:pt x="9114" y="22706"/>
                  </a:lnTo>
                  <a:lnTo>
                    <a:pt x="8959" y="22281"/>
                  </a:lnTo>
                  <a:lnTo>
                    <a:pt x="9114" y="22204"/>
                  </a:lnTo>
                  <a:lnTo>
                    <a:pt x="9423" y="21933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8"/>
                  </a:lnTo>
                  <a:lnTo>
                    <a:pt x="10118" y="21895"/>
                  </a:lnTo>
                  <a:lnTo>
                    <a:pt x="10040" y="22822"/>
                  </a:lnTo>
                  <a:lnTo>
                    <a:pt x="10079" y="22899"/>
                  </a:lnTo>
                  <a:lnTo>
                    <a:pt x="10156" y="22976"/>
                  </a:lnTo>
                  <a:lnTo>
                    <a:pt x="10813" y="23401"/>
                  </a:lnTo>
                  <a:lnTo>
                    <a:pt x="11469" y="23826"/>
                  </a:lnTo>
                  <a:lnTo>
                    <a:pt x="12126" y="24289"/>
                  </a:lnTo>
                  <a:lnTo>
                    <a:pt x="12743" y="24752"/>
                  </a:lnTo>
                  <a:lnTo>
                    <a:pt x="12859" y="24830"/>
                  </a:lnTo>
                  <a:lnTo>
                    <a:pt x="12975" y="24791"/>
                  </a:lnTo>
                  <a:lnTo>
                    <a:pt x="13052" y="24752"/>
                  </a:lnTo>
                  <a:lnTo>
                    <a:pt x="13091" y="24637"/>
                  </a:lnTo>
                  <a:lnTo>
                    <a:pt x="13323" y="21393"/>
                  </a:lnTo>
                  <a:lnTo>
                    <a:pt x="13400" y="19771"/>
                  </a:lnTo>
                  <a:lnTo>
                    <a:pt x="13439" y="18960"/>
                  </a:lnTo>
                  <a:lnTo>
                    <a:pt x="13400" y="18188"/>
                  </a:lnTo>
                  <a:lnTo>
                    <a:pt x="13361" y="18072"/>
                  </a:lnTo>
                  <a:lnTo>
                    <a:pt x="13323" y="18033"/>
                  </a:lnTo>
                  <a:lnTo>
                    <a:pt x="13284" y="18033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4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8"/>
                  </a:lnTo>
                  <a:lnTo>
                    <a:pt x="10620" y="13631"/>
                  </a:lnTo>
                  <a:lnTo>
                    <a:pt x="10504" y="12705"/>
                  </a:lnTo>
                  <a:lnTo>
                    <a:pt x="10233" y="11121"/>
                  </a:lnTo>
                  <a:lnTo>
                    <a:pt x="9886" y="9538"/>
                  </a:lnTo>
                  <a:lnTo>
                    <a:pt x="9500" y="7955"/>
                  </a:lnTo>
                  <a:lnTo>
                    <a:pt x="9036" y="6410"/>
                  </a:lnTo>
                  <a:lnTo>
                    <a:pt x="8534" y="4866"/>
                  </a:lnTo>
                  <a:lnTo>
                    <a:pt x="7994" y="3321"/>
                  </a:lnTo>
                  <a:lnTo>
                    <a:pt x="7415" y="1815"/>
                  </a:lnTo>
                  <a:lnTo>
                    <a:pt x="6835" y="309"/>
                  </a:lnTo>
                  <a:lnTo>
                    <a:pt x="6797" y="232"/>
                  </a:lnTo>
                  <a:lnTo>
                    <a:pt x="6720" y="193"/>
                  </a:lnTo>
                  <a:lnTo>
                    <a:pt x="6642" y="155"/>
                  </a:lnTo>
                  <a:lnTo>
                    <a:pt x="6604" y="39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3"/>
            <p:cNvSpPr/>
            <p:nvPr/>
          </p:nvSpPr>
          <p:spPr>
            <a:xfrm>
              <a:off x="6111425" y="39739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0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3"/>
            <p:cNvSpPr/>
            <p:nvPr/>
          </p:nvSpPr>
          <p:spPr>
            <a:xfrm>
              <a:off x="5921250" y="4000950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5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3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3"/>
            <p:cNvSpPr/>
            <p:nvPr/>
          </p:nvSpPr>
          <p:spPr>
            <a:xfrm>
              <a:off x="6044825" y="4051150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5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3"/>
            <p:cNvSpPr/>
            <p:nvPr/>
          </p:nvSpPr>
          <p:spPr>
            <a:xfrm>
              <a:off x="1792350" y="4089775"/>
              <a:ext cx="345650" cy="269350"/>
            </a:xfrm>
            <a:custGeom>
              <a:avLst/>
              <a:gdLst/>
              <a:ahLst/>
              <a:cxnLst/>
              <a:rect l="l" t="t" r="r" b="b"/>
              <a:pathLst>
                <a:path w="13826" h="10774" extrusionOk="0">
                  <a:moveTo>
                    <a:pt x="3438" y="1004"/>
                  </a:moveTo>
                  <a:lnTo>
                    <a:pt x="3515" y="1081"/>
                  </a:lnTo>
                  <a:lnTo>
                    <a:pt x="3631" y="1159"/>
                  </a:lnTo>
                  <a:lnTo>
                    <a:pt x="3669" y="1275"/>
                  </a:lnTo>
                  <a:lnTo>
                    <a:pt x="3669" y="1429"/>
                  </a:lnTo>
                  <a:lnTo>
                    <a:pt x="3592" y="1661"/>
                  </a:lnTo>
                  <a:lnTo>
                    <a:pt x="3515" y="1815"/>
                  </a:lnTo>
                  <a:lnTo>
                    <a:pt x="3360" y="1931"/>
                  </a:lnTo>
                  <a:lnTo>
                    <a:pt x="3167" y="1970"/>
                  </a:lnTo>
                  <a:lnTo>
                    <a:pt x="2974" y="2008"/>
                  </a:lnTo>
                  <a:lnTo>
                    <a:pt x="2781" y="2008"/>
                  </a:lnTo>
                  <a:lnTo>
                    <a:pt x="2356" y="1931"/>
                  </a:lnTo>
                  <a:lnTo>
                    <a:pt x="2395" y="1892"/>
                  </a:lnTo>
                  <a:lnTo>
                    <a:pt x="2472" y="1661"/>
                  </a:lnTo>
                  <a:lnTo>
                    <a:pt x="2588" y="1429"/>
                  </a:lnTo>
                  <a:lnTo>
                    <a:pt x="2704" y="1236"/>
                  </a:lnTo>
                  <a:lnTo>
                    <a:pt x="2897" y="1081"/>
                  </a:lnTo>
                  <a:lnTo>
                    <a:pt x="3013" y="1004"/>
                  </a:lnTo>
                  <a:close/>
                  <a:moveTo>
                    <a:pt x="1044" y="1468"/>
                  </a:moveTo>
                  <a:lnTo>
                    <a:pt x="1237" y="1545"/>
                  </a:lnTo>
                  <a:lnTo>
                    <a:pt x="1430" y="1622"/>
                  </a:lnTo>
                  <a:lnTo>
                    <a:pt x="1623" y="1777"/>
                  </a:lnTo>
                  <a:lnTo>
                    <a:pt x="1816" y="1892"/>
                  </a:lnTo>
                  <a:lnTo>
                    <a:pt x="1507" y="2201"/>
                  </a:lnTo>
                  <a:lnTo>
                    <a:pt x="1314" y="2356"/>
                  </a:lnTo>
                  <a:lnTo>
                    <a:pt x="1121" y="2433"/>
                  </a:lnTo>
                  <a:lnTo>
                    <a:pt x="966" y="2472"/>
                  </a:lnTo>
                  <a:lnTo>
                    <a:pt x="812" y="2472"/>
                  </a:lnTo>
                  <a:lnTo>
                    <a:pt x="696" y="2433"/>
                  </a:lnTo>
                  <a:lnTo>
                    <a:pt x="580" y="2394"/>
                  </a:lnTo>
                  <a:lnTo>
                    <a:pt x="464" y="2317"/>
                  </a:lnTo>
                  <a:lnTo>
                    <a:pt x="387" y="2201"/>
                  </a:lnTo>
                  <a:lnTo>
                    <a:pt x="387" y="2085"/>
                  </a:lnTo>
                  <a:lnTo>
                    <a:pt x="426" y="1892"/>
                  </a:lnTo>
                  <a:lnTo>
                    <a:pt x="503" y="1699"/>
                  </a:lnTo>
                  <a:lnTo>
                    <a:pt x="657" y="1545"/>
                  </a:lnTo>
                  <a:lnTo>
                    <a:pt x="850" y="1468"/>
                  </a:lnTo>
                  <a:close/>
                  <a:moveTo>
                    <a:pt x="4866" y="3823"/>
                  </a:moveTo>
                  <a:lnTo>
                    <a:pt x="5021" y="3862"/>
                  </a:lnTo>
                  <a:lnTo>
                    <a:pt x="5137" y="3939"/>
                  </a:lnTo>
                  <a:lnTo>
                    <a:pt x="5253" y="4055"/>
                  </a:lnTo>
                  <a:lnTo>
                    <a:pt x="5330" y="4171"/>
                  </a:lnTo>
                  <a:lnTo>
                    <a:pt x="5330" y="4325"/>
                  </a:lnTo>
                  <a:lnTo>
                    <a:pt x="5330" y="4441"/>
                  </a:lnTo>
                  <a:lnTo>
                    <a:pt x="5291" y="4557"/>
                  </a:lnTo>
                  <a:lnTo>
                    <a:pt x="5137" y="4788"/>
                  </a:lnTo>
                  <a:lnTo>
                    <a:pt x="4944" y="4982"/>
                  </a:lnTo>
                  <a:lnTo>
                    <a:pt x="4751" y="5097"/>
                  </a:lnTo>
                  <a:lnTo>
                    <a:pt x="4557" y="5136"/>
                  </a:lnTo>
                  <a:lnTo>
                    <a:pt x="4171" y="5213"/>
                  </a:lnTo>
                  <a:lnTo>
                    <a:pt x="4171" y="5213"/>
                  </a:lnTo>
                  <a:lnTo>
                    <a:pt x="4210" y="4750"/>
                  </a:lnTo>
                  <a:lnTo>
                    <a:pt x="4287" y="4557"/>
                  </a:lnTo>
                  <a:lnTo>
                    <a:pt x="4364" y="4325"/>
                  </a:lnTo>
                  <a:lnTo>
                    <a:pt x="4519" y="4055"/>
                  </a:lnTo>
                  <a:lnTo>
                    <a:pt x="4635" y="3978"/>
                  </a:lnTo>
                  <a:lnTo>
                    <a:pt x="4751" y="3900"/>
                  </a:lnTo>
                  <a:lnTo>
                    <a:pt x="4866" y="3823"/>
                  </a:lnTo>
                  <a:close/>
                  <a:moveTo>
                    <a:pt x="7299" y="4518"/>
                  </a:moveTo>
                  <a:lnTo>
                    <a:pt x="7415" y="4595"/>
                  </a:lnTo>
                  <a:lnTo>
                    <a:pt x="7492" y="4673"/>
                  </a:lnTo>
                  <a:lnTo>
                    <a:pt x="7531" y="4788"/>
                  </a:lnTo>
                  <a:lnTo>
                    <a:pt x="7569" y="4943"/>
                  </a:lnTo>
                  <a:lnTo>
                    <a:pt x="7608" y="5175"/>
                  </a:lnTo>
                  <a:lnTo>
                    <a:pt x="7569" y="5445"/>
                  </a:lnTo>
                  <a:lnTo>
                    <a:pt x="7531" y="5677"/>
                  </a:lnTo>
                  <a:lnTo>
                    <a:pt x="7454" y="5908"/>
                  </a:lnTo>
                  <a:lnTo>
                    <a:pt x="7299" y="6101"/>
                  </a:lnTo>
                  <a:lnTo>
                    <a:pt x="7145" y="6294"/>
                  </a:lnTo>
                  <a:lnTo>
                    <a:pt x="6913" y="5870"/>
                  </a:lnTo>
                  <a:lnTo>
                    <a:pt x="6797" y="5677"/>
                  </a:lnTo>
                  <a:lnTo>
                    <a:pt x="6759" y="5445"/>
                  </a:lnTo>
                  <a:lnTo>
                    <a:pt x="6720" y="5136"/>
                  </a:lnTo>
                  <a:lnTo>
                    <a:pt x="6759" y="4943"/>
                  </a:lnTo>
                  <a:lnTo>
                    <a:pt x="6797" y="4788"/>
                  </a:lnTo>
                  <a:lnTo>
                    <a:pt x="6874" y="4634"/>
                  </a:lnTo>
                  <a:lnTo>
                    <a:pt x="6990" y="4557"/>
                  </a:lnTo>
                  <a:lnTo>
                    <a:pt x="7106" y="4518"/>
                  </a:lnTo>
                  <a:close/>
                  <a:moveTo>
                    <a:pt x="11161" y="4982"/>
                  </a:moveTo>
                  <a:lnTo>
                    <a:pt x="11276" y="5059"/>
                  </a:lnTo>
                  <a:lnTo>
                    <a:pt x="11354" y="5136"/>
                  </a:lnTo>
                  <a:lnTo>
                    <a:pt x="11392" y="5252"/>
                  </a:lnTo>
                  <a:lnTo>
                    <a:pt x="11431" y="5368"/>
                  </a:lnTo>
                  <a:lnTo>
                    <a:pt x="11392" y="5677"/>
                  </a:lnTo>
                  <a:lnTo>
                    <a:pt x="11315" y="5986"/>
                  </a:lnTo>
                  <a:lnTo>
                    <a:pt x="11161" y="6217"/>
                  </a:lnTo>
                  <a:lnTo>
                    <a:pt x="11083" y="6333"/>
                  </a:lnTo>
                  <a:lnTo>
                    <a:pt x="10968" y="6372"/>
                  </a:lnTo>
                  <a:lnTo>
                    <a:pt x="10890" y="6410"/>
                  </a:lnTo>
                  <a:lnTo>
                    <a:pt x="10736" y="6410"/>
                  </a:lnTo>
                  <a:lnTo>
                    <a:pt x="10697" y="6449"/>
                  </a:lnTo>
                  <a:lnTo>
                    <a:pt x="10659" y="6449"/>
                  </a:lnTo>
                  <a:lnTo>
                    <a:pt x="10466" y="6101"/>
                  </a:lnTo>
                  <a:lnTo>
                    <a:pt x="10388" y="5947"/>
                  </a:lnTo>
                  <a:lnTo>
                    <a:pt x="10350" y="5715"/>
                  </a:lnTo>
                  <a:lnTo>
                    <a:pt x="10350" y="5484"/>
                  </a:lnTo>
                  <a:lnTo>
                    <a:pt x="10427" y="5252"/>
                  </a:lnTo>
                  <a:lnTo>
                    <a:pt x="10581" y="5097"/>
                  </a:lnTo>
                  <a:lnTo>
                    <a:pt x="10697" y="5059"/>
                  </a:lnTo>
                  <a:lnTo>
                    <a:pt x="10813" y="4982"/>
                  </a:lnTo>
                  <a:close/>
                  <a:moveTo>
                    <a:pt x="3052" y="5522"/>
                  </a:moveTo>
                  <a:lnTo>
                    <a:pt x="3476" y="5561"/>
                  </a:lnTo>
                  <a:lnTo>
                    <a:pt x="3283" y="5947"/>
                  </a:lnTo>
                  <a:lnTo>
                    <a:pt x="3167" y="6140"/>
                  </a:lnTo>
                  <a:lnTo>
                    <a:pt x="3013" y="6294"/>
                  </a:lnTo>
                  <a:lnTo>
                    <a:pt x="2858" y="6410"/>
                  </a:lnTo>
                  <a:lnTo>
                    <a:pt x="2704" y="6488"/>
                  </a:lnTo>
                  <a:lnTo>
                    <a:pt x="2472" y="6488"/>
                  </a:lnTo>
                  <a:lnTo>
                    <a:pt x="2279" y="6410"/>
                  </a:lnTo>
                  <a:lnTo>
                    <a:pt x="2125" y="6294"/>
                  </a:lnTo>
                  <a:lnTo>
                    <a:pt x="2086" y="6179"/>
                  </a:lnTo>
                  <a:lnTo>
                    <a:pt x="2086" y="6063"/>
                  </a:lnTo>
                  <a:lnTo>
                    <a:pt x="2125" y="5908"/>
                  </a:lnTo>
                  <a:lnTo>
                    <a:pt x="2241" y="5792"/>
                  </a:lnTo>
                  <a:lnTo>
                    <a:pt x="2356" y="5677"/>
                  </a:lnTo>
                  <a:lnTo>
                    <a:pt x="2472" y="5599"/>
                  </a:lnTo>
                  <a:lnTo>
                    <a:pt x="2588" y="5561"/>
                  </a:lnTo>
                  <a:lnTo>
                    <a:pt x="2820" y="5522"/>
                  </a:lnTo>
                  <a:close/>
                  <a:moveTo>
                    <a:pt x="7222" y="6796"/>
                  </a:moveTo>
                  <a:lnTo>
                    <a:pt x="7183" y="7260"/>
                  </a:lnTo>
                  <a:lnTo>
                    <a:pt x="7106" y="7453"/>
                  </a:lnTo>
                  <a:lnTo>
                    <a:pt x="7029" y="7685"/>
                  </a:lnTo>
                  <a:lnTo>
                    <a:pt x="6874" y="7916"/>
                  </a:lnTo>
                  <a:lnTo>
                    <a:pt x="6681" y="8148"/>
                  </a:lnTo>
                  <a:lnTo>
                    <a:pt x="6565" y="8225"/>
                  </a:lnTo>
                  <a:lnTo>
                    <a:pt x="6450" y="8264"/>
                  </a:lnTo>
                  <a:lnTo>
                    <a:pt x="6295" y="8302"/>
                  </a:lnTo>
                  <a:lnTo>
                    <a:pt x="6141" y="8225"/>
                  </a:lnTo>
                  <a:lnTo>
                    <a:pt x="6025" y="8148"/>
                  </a:lnTo>
                  <a:lnTo>
                    <a:pt x="5948" y="8032"/>
                  </a:lnTo>
                  <a:lnTo>
                    <a:pt x="5909" y="7916"/>
                  </a:lnTo>
                  <a:lnTo>
                    <a:pt x="5909" y="7800"/>
                  </a:lnTo>
                  <a:lnTo>
                    <a:pt x="5948" y="7646"/>
                  </a:lnTo>
                  <a:lnTo>
                    <a:pt x="6025" y="7530"/>
                  </a:lnTo>
                  <a:lnTo>
                    <a:pt x="6179" y="7298"/>
                  </a:lnTo>
                  <a:lnTo>
                    <a:pt x="6411" y="7144"/>
                  </a:lnTo>
                  <a:lnTo>
                    <a:pt x="6643" y="7028"/>
                  </a:lnTo>
                  <a:lnTo>
                    <a:pt x="7183" y="6835"/>
                  </a:lnTo>
                  <a:lnTo>
                    <a:pt x="7183" y="6796"/>
                  </a:lnTo>
                  <a:close/>
                  <a:moveTo>
                    <a:pt x="10620" y="7144"/>
                  </a:moveTo>
                  <a:lnTo>
                    <a:pt x="10659" y="7337"/>
                  </a:lnTo>
                  <a:lnTo>
                    <a:pt x="10697" y="7530"/>
                  </a:lnTo>
                  <a:lnTo>
                    <a:pt x="10697" y="7685"/>
                  </a:lnTo>
                  <a:lnTo>
                    <a:pt x="10659" y="7878"/>
                  </a:lnTo>
                  <a:lnTo>
                    <a:pt x="10620" y="8032"/>
                  </a:lnTo>
                  <a:lnTo>
                    <a:pt x="10504" y="8187"/>
                  </a:lnTo>
                  <a:lnTo>
                    <a:pt x="10427" y="8341"/>
                  </a:lnTo>
                  <a:lnTo>
                    <a:pt x="10272" y="8457"/>
                  </a:lnTo>
                  <a:lnTo>
                    <a:pt x="10118" y="8573"/>
                  </a:lnTo>
                  <a:lnTo>
                    <a:pt x="9925" y="8611"/>
                  </a:lnTo>
                  <a:lnTo>
                    <a:pt x="9848" y="8573"/>
                  </a:lnTo>
                  <a:lnTo>
                    <a:pt x="9770" y="8573"/>
                  </a:lnTo>
                  <a:lnTo>
                    <a:pt x="9732" y="8496"/>
                  </a:lnTo>
                  <a:lnTo>
                    <a:pt x="9655" y="8418"/>
                  </a:lnTo>
                  <a:lnTo>
                    <a:pt x="9616" y="8225"/>
                  </a:lnTo>
                  <a:lnTo>
                    <a:pt x="9655" y="8071"/>
                  </a:lnTo>
                  <a:lnTo>
                    <a:pt x="9732" y="7916"/>
                  </a:lnTo>
                  <a:lnTo>
                    <a:pt x="9809" y="7762"/>
                  </a:lnTo>
                  <a:lnTo>
                    <a:pt x="10002" y="7569"/>
                  </a:lnTo>
                  <a:lnTo>
                    <a:pt x="10195" y="7414"/>
                  </a:lnTo>
                  <a:lnTo>
                    <a:pt x="10388" y="7260"/>
                  </a:lnTo>
                  <a:lnTo>
                    <a:pt x="10620" y="7144"/>
                  </a:lnTo>
                  <a:close/>
                  <a:moveTo>
                    <a:pt x="1854" y="0"/>
                  </a:moveTo>
                  <a:lnTo>
                    <a:pt x="1507" y="39"/>
                  </a:lnTo>
                  <a:lnTo>
                    <a:pt x="1584" y="734"/>
                  </a:lnTo>
                  <a:lnTo>
                    <a:pt x="1700" y="1429"/>
                  </a:lnTo>
                  <a:lnTo>
                    <a:pt x="1584" y="1313"/>
                  </a:lnTo>
                  <a:lnTo>
                    <a:pt x="1430" y="1236"/>
                  </a:lnTo>
                  <a:lnTo>
                    <a:pt x="1275" y="1159"/>
                  </a:lnTo>
                  <a:lnTo>
                    <a:pt x="1082" y="1120"/>
                  </a:lnTo>
                  <a:lnTo>
                    <a:pt x="889" y="1120"/>
                  </a:lnTo>
                  <a:lnTo>
                    <a:pt x="735" y="1159"/>
                  </a:lnTo>
                  <a:lnTo>
                    <a:pt x="542" y="1236"/>
                  </a:lnTo>
                  <a:lnTo>
                    <a:pt x="387" y="1313"/>
                  </a:lnTo>
                  <a:lnTo>
                    <a:pt x="271" y="1429"/>
                  </a:lnTo>
                  <a:lnTo>
                    <a:pt x="155" y="1545"/>
                  </a:lnTo>
                  <a:lnTo>
                    <a:pt x="78" y="1738"/>
                  </a:lnTo>
                  <a:lnTo>
                    <a:pt x="40" y="1892"/>
                  </a:lnTo>
                  <a:lnTo>
                    <a:pt x="1" y="2085"/>
                  </a:lnTo>
                  <a:lnTo>
                    <a:pt x="40" y="2240"/>
                  </a:lnTo>
                  <a:lnTo>
                    <a:pt x="78" y="2394"/>
                  </a:lnTo>
                  <a:lnTo>
                    <a:pt x="155" y="2549"/>
                  </a:lnTo>
                  <a:lnTo>
                    <a:pt x="271" y="2665"/>
                  </a:lnTo>
                  <a:lnTo>
                    <a:pt x="387" y="2742"/>
                  </a:lnTo>
                  <a:lnTo>
                    <a:pt x="542" y="2819"/>
                  </a:lnTo>
                  <a:lnTo>
                    <a:pt x="735" y="2858"/>
                  </a:lnTo>
                  <a:lnTo>
                    <a:pt x="1044" y="2858"/>
                  </a:lnTo>
                  <a:lnTo>
                    <a:pt x="1352" y="2742"/>
                  </a:lnTo>
                  <a:lnTo>
                    <a:pt x="1661" y="2587"/>
                  </a:lnTo>
                  <a:lnTo>
                    <a:pt x="1932" y="2356"/>
                  </a:lnTo>
                  <a:lnTo>
                    <a:pt x="2163" y="3089"/>
                  </a:lnTo>
                  <a:lnTo>
                    <a:pt x="2434" y="3823"/>
                  </a:lnTo>
                  <a:lnTo>
                    <a:pt x="2820" y="4518"/>
                  </a:lnTo>
                  <a:lnTo>
                    <a:pt x="3013" y="4827"/>
                  </a:lnTo>
                  <a:lnTo>
                    <a:pt x="3245" y="5136"/>
                  </a:lnTo>
                  <a:lnTo>
                    <a:pt x="2936" y="5136"/>
                  </a:lnTo>
                  <a:lnTo>
                    <a:pt x="2588" y="5175"/>
                  </a:lnTo>
                  <a:lnTo>
                    <a:pt x="2318" y="5252"/>
                  </a:lnTo>
                  <a:lnTo>
                    <a:pt x="2048" y="5445"/>
                  </a:lnTo>
                  <a:lnTo>
                    <a:pt x="1932" y="5561"/>
                  </a:lnTo>
                  <a:lnTo>
                    <a:pt x="1854" y="5677"/>
                  </a:lnTo>
                  <a:lnTo>
                    <a:pt x="1777" y="5831"/>
                  </a:lnTo>
                  <a:lnTo>
                    <a:pt x="1739" y="5986"/>
                  </a:lnTo>
                  <a:lnTo>
                    <a:pt x="1700" y="6140"/>
                  </a:lnTo>
                  <a:lnTo>
                    <a:pt x="1739" y="6294"/>
                  </a:lnTo>
                  <a:lnTo>
                    <a:pt x="1777" y="6449"/>
                  </a:lnTo>
                  <a:lnTo>
                    <a:pt x="1893" y="6603"/>
                  </a:lnTo>
                  <a:lnTo>
                    <a:pt x="2009" y="6681"/>
                  </a:lnTo>
                  <a:lnTo>
                    <a:pt x="2125" y="6758"/>
                  </a:lnTo>
                  <a:lnTo>
                    <a:pt x="2279" y="6835"/>
                  </a:lnTo>
                  <a:lnTo>
                    <a:pt x="2434" y="6874"/>
                  </a:lnTo>
                  <a:lnTo>
                    <a:pt x="2588" y="6874"/>
                  </a:lnTo>
                  <a:lnTo>
                    <a:pt x="2743" y="6835"/>
                  </a:lnTo>
                  <a:lnTo>
                    <a:pt x="2897" y="6796"/>
                  </a:lnTo>
                  <a:lnTo>
                    <a:pt x="3052" y="6719"/>
                  </a:lnTo>
                  <a:lnTo>
                    <a:pt x="3283" y="6526"/>
                  </a:lnTo>
                  <a:lnTo>
                    <a:pt x="3476" y="6294"/>
                  </a:lnTo>
                  <a:lnTo>
                    <a:pt x="3631" y="5986"/>
                  </a:lnTo>
                  <a:lnTo>
                    <a:pt x="3747" y="5677"/>
                  </a:lnTo>
                  <a:lnTo>
                    <a:pt x="4171" y="6024"/>
                  </a:lnTo>
                  <a:lnTo>
                    <a:pt x="4635" y="6333"/>
                  </a:lnTo>
                  <a:lnTo>
                    <a:pt x="5137" y="6565"/>
                  </a:lnTo>
                  <a:lnTo>
                    <a:pt x="5716" y="6719"/>
                  </a:lnTo>
                  <a:lnTo>
                    <a:pt x="6218" y="6796"/>
                  </a:lnTo>
                  <a:lnTo>
                    <a:pt x="6025" y="6912"/>
                  </a:lnTo>
                  <a:lnTo>
                    <a:pt x="5870" y="7028"/>
                  </a:lnTo>
                  <a:lnTo>
                    <a:pt x="5755" y="7183"/>
                  </a:lnTo>
                  <a:lnTo>
                    <a:pt x="5639" y="7376"/>
                  </a:lnTo>
                  <a:lnTo>
                    <a:pt x="5561" y="7530"/>
                  </a:lnTo>
                  <a:lnTo>
                    <a:pt x="5523" y="7685"/>
                  </a:lnTo>
                  <a:lnTo>
                    <a:pt x="5523" y="7878"/>
                  </a:lnTo>
                  <a:lnTo>
                    <a:pt x="5523" y="8032"/>
                  </a:lnTo>
                  <a:lnTo>
                    <a:pt x="5561" y="8187"/>
                  </a:lnTo>
                  <a:lnTo>
                    <a:pt x="5639" y="8341"/>
                  </a:lnTo>
                  <a:lnTo>
                    <a:pt x="5755" y="8457"/>
                  </a:lnTo>
                  <a:lnTo>
                    <a:pt x="5909" y="8573"/>
                  </a:lnTo>
                  <a:lnTo>
                    <a:pt x="6063" y="8650"/>
                  </a:lnTo>
                  <a:lnTo>
                    <a:pt x="6257" y="8689"/>
                  </a:lnTo>
                  <a:lnTo>
                    <a:pt x="6411" y="8689"/>
                  </a:lnTo>
                  <a:lnTo>
                    <a:pt x="6604" y="8650"/>
                  </a:lnTo>
                  <a:lnTo>
                    <a:pt x="6759" y="8573"/>
                  </a:lnTo>
                  <a:lnTo>
                    <a:pt x="6952" y="8457"/>
                  </a:lnTo>
                  <a:lnTo>
                    <a:pt x="7067" y="8341"/>
                  </a:lnTo>
                  <a:lnTo>
                    <a:pt x="7183" y="8187"/>
                  </a:lnTo>
                  <a:lnTo>
                    <a:pt x="7376" y="7878"/>
                  </a:lnTo>
                  <a:lnTo>
                    <a:pt x="7492" y="7530"/>
                  </a:lnTo>
                  <a:lnTo>
                    <a:pt x="7531" y="7183"/>
                  </a:lnTo>
                  <a:lnTo>
                    <a:pt x="7531" y="6796"/>
                  </a:lnTo>
                  <a:lnTo>
                    <a:pt x="8882" y="6719"/>
                  </a:lnTo>
                  <a:lnTo>
                    <a:pt x="9577" y="6719"/>
                  </a:lnTo>
                  <a:lnTo>
                    <a:pt x="10272" y="6796"/>
                  </a:lnTo>
                  <a:lnTo>
                    <a:pt x="10466" y="6835"/>
                  </a:lnTo>
                  <a:lnTo>
                    <a:pt x="10311" y="6912"/>
                  </a:lnTo>
                  <a:lnTo>
                    <a:pt x="10118" y="7028"/>
                  </a:lnTo>
                  <a:lnTo>
                    <a:pt x="9809" y="7260"/>
                  </a:lnTo>
                  <a:lnTo>
                    <a:pt x="9539" y="7569"/>
                  </a:lnTo>
                  <a:lnTo>
                    <a:pt x="9423" y="7723"/>
                  </a:lnTo>
                  <a:lnTo>
                    <a:pt x="9346" y="7916"/>
                  </a:lnTo>
                  <a:lnTo>
                    <a:pt x="9307" y="8109"/>
                  </a:lnTo>
                  <a:lnTo>
                    <a:pt x="9269" y="8264"/>
                  </a:lnTo>
                  <a:lnTo>
                    <a:pt x="9307" y="8457"/>
                  </a:lnTo>
                  <a:lnTo>
                    <a:pt x="9384" y="8611"/>
                  </a:lnTo>
                  <a:lnTo>
                    <a:pt x="9462" y="8766"/>
                  </a:lnTo>
                  <a:lnTo>
                    <a:pt x="9616" y="8882"/>
                  </a:lnTo>
                  <a:lnTo>
                    <a:pt x="9770" y="8959"/>
                  </a:lnTo>
                  <a:lnTo>
                    <a:pt x="9964" y="8998"/>
                  </a:lnTo>
                  <a:lnTo>
                    <a:pt x="10157" y="8959"/>
                  </a:lnTo>
                  <a:lnTo>
                    <a:pt x="10311" y="8882"/>
                  </a:lnTo>
                  <a:lnTo>
                    <a:pt x="10466" y="8804"/>
                  </a:lnTo>
                  <a:lnTo>
                    <a:pt x="10620" y="8650"/>
                  </a:lnTo>
                  <a:lnTo>
                    <a:pt x="10736" y="8534"/>
                  </a:lnTo>
                  <a:lnTo>
                    <a:pt x="10852" y="8341"/>
                  </a:lnTo>
                  <a:lnTo>
                    <a:pt x="10929" y="8187"/>
                  </a:lnTo>
                  <a:lnTo>
                    <a:pt x="11006" y="7994"/>
                  </a:lnTo>
                  <a:lnTo>
                    <a:pt x="11045" y="7762"/>
                  </a:lnTo>
                  <a:lnTo>
                    <a:pt x="11045" y="7492"/>
                  </a:lnTo>
                  <a:lnTo>
                    <a:pt x="10968" y="7221"/>
                  </a:lnTo>
                  <a:lnTo>
                    <a:pt x="10890" y="6990"/>
                  </a:lnTo>
                  <a:lnTo>
                    <a:pt x="10929" y="6951"/>
                  </a:lnTo>
                  <a:lnTo>
                    <a:pt x="11431" y="7105"/>
                  </a:lnTo>
                  <a:lnTo>
                    <a:pt x="11894" y="7376"/>
                  </a:lnTo>
                  <a:lnTo>
                    <a:pt x="12319" y="7685"/>
                  </a:lnTo>
                  <a:lnTo>
                    <a:pt x="12512" y="7839"/>
                  </a:lnTo>
                  <a:lnTo>
                    <a:pt x="12705" y="8032"/>
                  </a:lnTo>
                  <a:lnTo>
                    <a:pt x="12898" y="8341"/>
                  </a:lnTo>
                  <a:lnTo>
                    <a:pt x="13091" y="8650"/>
                  </a:lnTo>
                  <a:lnTo>
                    <a:pt x="13207" y="8920"/>
                  </a:lnTo>
                  <a:lnTo>
                    <a:pt x="13284" y="9268"/>
                  </a:lnTo>
                  <a:lnTo>
                    <a:pt x="13323" y="9577"/>
                  </a:lnTo>
                  <a:lnTo>
                    <a:pt x="13362" y="9924"/>
                  </a:lnTo>
                  <a:lnTo>
                    <a:pt x="13323" y="10619"/>
                  </a:lnTo>
                  <a:lnTo>
                    <a:pt x="13323" y="10658"/>
                  </a:lnTo>
                  <a:lnTo>
                    <a:pt x="13362" y="10735"/>
                  </a:lnTo>
                  <a:lnTo>
                    <a:pt x="13439" y="10774"/>
                  </a:lnTo>
                  <a:lnTo>
                    <a:pt x="13555" y="10774"/>
                  </a:lnTo>
                  <a:lnTo>
                    <a:pt x="13632" y="10697"/>
                  </a:lnTo>
                  <a:lnTo>
                    <a:pt x="13709" y="10465"/>
                  </a:lnTo>
                  <a:lnTo>
                    <a:pt x="13786" y="10272"/>
                  </a:lnTo>
                  <a:lnTo>
                    <a:pt x="13825" y="10040"/>
                  </a:lnTo>
                  <a:lnTo>
                    <a:pt x="13825" y="9808"/>
                  </a:lnTo>
                  <a:lnTo>
                    <a:pt x="13786" y="9384"/>
                  </a:lnTo>
                  <a:lnTo>
                    <a:pt x="13671" y="8920"/>
                  </a:lnTo>
                  <a:lnTo>
                    <a:pt x="13478" y="8496"/>
                  </a:lnTo>
                  <a:lnTo>
                    <a:pt x="13246" y="8109"/>
                  </a:lnTo>
                  <a:lnTo>
                    <a:pt x="12976" y="7723"/>
                  </a:lnTo>
                  <a:lnTo>
                    <a:pt x="12667" y="7414"/>
                  </a:lnTo>
                  <a:lnTo>
                    <a:pt x="12319" y="7144"/>
                  </a:lnTo>
                  <a:lnTo>
                    <a:pt x="11972" y="6912"/>
                  </a:lnTo>
                  <a:lnTo>
                    <a:pt x="11585" y="6719"/>
                  </a:lnTo>
                  <a:lnTo>
                    <a:pt x="11199" y="6565"/>
                  </a:lnTo>
                  <a:lnTo>
                    <a:pt x="11392" y="6410"/>
                  </a:lnTo>
                  <a:lnTo>
                    <a:pt x="11585" y="6140"/>
                  </a:lnTo>
                  <a:lnTo>
                    <a:pt x="11701" y="5831"/>
                  </a:lnTo>
                  <a:lnTo>
                    <a:pt x="11740" y="5522"/>
                  </a:lnTo>
                  <a:lnTo>
                    <a:pt x="11740" y="5213"/>
                  </a:lnTo>
                  <a:lnTo>
                    <a:pt x="11701" y="5059"/>
                  </a:lnTo>
                  <a:lnTo>
                    <a:pt x="11624" y="4943"/>
                  </a:lnTo>
                  <a:lnTo>
                    <a:pt x="11547" y="4827"/>
                  </a:lnTo>
                  <a:lnTo>
                    <a:pt x="11431" y="4750"/>
                  </a:lnTo>
                  <a:lnTo>
                    <a:pt x="11276" y="4673"/>
                  </a:lnTo>
                  <a:lnTo>
                    <a:pt x="11122" y="4634"/>
                  </a:lnTo>
                  <a:lnTo>
                    <a:pt x="10774" y="4634"/>
                  </a:lnTo>
                  <a:lnTo>
                    <a:pt x="10581" y="4711"/>
                  </a:lnTo>
                  <a:lnTo>
                    <a:pt x="10427" y="4788"/>
                  </a:lnTo>
                  <a:lnTo>
                    <a:pt x="10311" y="4866"/>
                  </a:lnTo>
                  <a:lnTo>
                    <a:pt x="10195" y="5020"/>
                  </a:lnTo>
                  <a:lnTo>
                    <a:pt x="10079" y="5136"/>
                  </a:lnTo>
                  <a:lnTo>
                    <a:pt x="10002" y="5329"/>
                  </a:lnTo>
                  <a:lnTo>
                    <a:pt x="9964" y="5561"/>
                  </a:lnTo>
                  <a:lnTo>
                    <a:pt x="9964" y="5831"/>
                  </a:lnTo>
                  <a:lnTo>
                    <a:pt x="10041" y="6063"/>
                  </a:lnTo>
                  <a:lnTo>
                    <a:pt x="10118" y="6333"/>
                  </a:lnTo>
                  <a:lnTo>
                    <a:pt x="9462" y="6256"/>
                  </a:lnTo>
                  <a:lnTo>
                    <a:pt x="8805" y="6256"/>
                  </a:lnTo>
                  <a:lnTo>
                    <a:pt x="7492" y="6333"/>
                  </a:lnTo>
                  <a:lnTo>
                    <a:pt x="7685" y="6063"/>
                  </a:lnTo>
                  <a:lnTo>
                    <a:pt x="7801" y="5792"/>
                  </a:lnTo>
                  <a:lnTo>
                    <a:pt x="7878" y="5522"/>
                  </a:lnTo>
                  <a:lnTo>
                    <a:pt x="7956" y="5213"/>
                  </a:lnTo>
                  <a:lnTo>
                    <a:pt x="7917" y="4866"/>
                  </a:lnTo>
                  <a:lnTo>
                    <a:pt x="7878" y="4711"/>
                  </a:lnTo>
                  <a:lnTo>
                    <a:pt x="7801" y="4557"/>
                  </a:lnTo>
                  <a:lnTo>
                    <a:pt x="7724" y="4402"/>
                  </a:lnTo>
                  <a:lnTo>
                    <a:pt x="7608" y="4287"/>
                  </a:lnTo>
                  <a:lnTo>
                    <a:pt x="7492" y="4209"/>
                  </a:lnTo>
                  <a:lnTo>
                    <a:pt x="7299" y="4132"/>
                  </a:lnTo>
                  <a:lnTo>
                    <a:pt x="6990" y="4132"/>
                  </a:lnTo>
                  <a:lnTo>
                    <a:pt x="6836" y="4209"/>
                  </a:lnTo>
                  <a:lnTo>
                    <a:pt x="6720" y="4325"/>
                  </a:lnTo>
                  <a:lnTo>
                    <a:pt x="6604" y="4441"/>
                  </a:lnTo>
                  <a:lnTo>
                    <a:pt x="6527" y="4595"/>
                  </a:lnTo>
                  <a:lnTo>
                    <a:pt x="6411" y="4904"/>
                  </a:lnTo>
                  <a:lnTo>
                    <a:pt x="6372" y="5252"/>
                  </a:lnTo>
                  <a:lnTo>
                    <a:pt x="6411" y="5638"/>
                  </a:lnTo>
                  <a:lnTo>
                    <a:pt x="6450" y="5831"/>
                  </a:lnTo>
                  <a:lnTo>
                    <a:pt x="6527" y="6024"/>
                  </a:lnTo>
                  <a:lnTo>
                    <a:pt x="6643" y="6179"/>
                  </a:lnTo>
                  <a:lnTo>
                    <a:pt x="6759" y="6333"/>
                  </a:lnTo>
                  <a:lnTo>
                    <a:pt x="6102" y="6256"/>
                  </a:lnTo>
                  <a:lnTo>
                    <a:pt x="5755" y="6217"/>
                  </a:lnTo>
                  <a:lnTo>
                    <a:pt x="5446" y="6140"/>
                  </a:lnTo>
                  <a:lnTo>
                    <a:pt x="5137" y="6024"/>
                  </a:lnTo>
                  <a:lnTo>
                    <a:pt x="4828" y="5870"/>
                  </a:lnTo>
                  <a:lnTo>
                    <a:pt x="4519" y="5715"/>
                  </a:lnTo>
                  <a:lnTo>
                    <a:pt x="4210" y="5522"/>
                  </a:lnTo>
                  <a:lnTo>
                    <a:pt x="4557" y="5484"/>
                  </a:lnTo>
                  <a:lnTo>
                    <a:pt x="4905" y="5406"/>
                  </a:lnTo>
                  <a:lnTo>
                    <a:pt x="5175" y="5252"/>
                  </a:lnTo>
                  <a:lnTo>
                    <a:pt x="5446" y="5020"/>
                  </a:lnTo>
                  <a:lnTo>
                    <a:pt x="5561" y="4866"/>
                  </a:lnTo>
                  <a:lnTo>
                    <a:pt x="5639" y="4711"/>
                  </a:lnTo>
                  <a:lnTo>
                    <a:pt x="5677" y="4518"/>
                  </a:lnTo>
                  <a:lnTo>
                    <a:pt x="5716" y="4364"/>
                  </a:lnTo>
                  <a:lnTo>
                    <a:pt x="5716" y="4171"/>
                  </a:lnTo>
                  <a:lnTo>
                    <a:pt x="5639" y="4016"/>
                  </a:lnTo>
                  <a:lnTo>
                    <a:pt x="5561" y="3862"/>
                  </a:lnTo>
                  <a:lnTo>
                    <a:pt x="5446" y="3707"/>
                  </a:lnTo>
                  <a:lnTo>
                    <a:pt x="5330" y="3591"/>
                  </a:lnTo>
                  <a:lnTo>
                    <a:pt x="5175" y="3514"/>
                  </a:lnTo>
                  <a:lnTo>
                    <a:pt x="5021" y="3476"/>
                  </a:lnTo>
                  <a:lnTo>
                    <a:pt x="4866" y="3437"/>
                  </a:lnTo>
                  <a:lnTo>
                    <a:pt x="4712" y="3476"/>
                  </a:lnTo>
                  <a:lnTo>
                    <a:pt x="4557" y="3514"/>
                  </a:lnTo>
                  <a:lnTo>
                    <a:pt x="4442" y="3630"/>
                  </a:lnTo>
                  <a:lnTo>
                    <a:pt x="4287" y="3707"/>
                  </a:lnTo>
                  <a:lnTo>
                    <a:pt x="4171" y="3862"/>
                  </a:lnTo>
                  <a:lnTo>
                    <a:pt x="4055" y="4016"/>
                  </a:lnTo>
                  <a:lnTo>
                    <a:pt x="3940" y="4364"/>
                  </a:lnTo>
                  <a:lnTo>
                    <a:pt x="3824" y="4750"/>
                  </a:lnTo>
                  <a:lnTo>
                    <a:pt x="3785" y="5097"/>
                  </a:lnTo>
                  <a:lnTo>
                    <a:pt x="3515" y="4788"/>
                  </a:lnTo>
                  <a:lnTo>
                    <a:pt x="3283" y="4441"/>
                  </a:lnTo>
                  <a:lnTo>
                    <a:pt x="3052" y="4093"/>
                  </a:lnTo>
                  <a:lnTo>
                    <a:pt x="2858" y="3746"/>
                  </a:lnTo>
                  <a:lnTo>
                    <a:pt x="2704" y="3398"/>
                  </a:lnTo>
                  <a:lnTo>
                    <a:pt x="2550" y="3012"/>
                  </a:lnTo>
                  <a:lnTo>
                    <a:pt x="2318" y="2240"/>
                  </a:lnTo>
                  <a:lnTo>
                    <a:pt x="2318" y="2240"/>
                  </a:lnTo>
                  <a:lnTo>
                    <a:pt x="2588" y="2317"/>
                  </a:lnTo>
                  <a:lnTo>
                    <a:pt x="2858" y="2356"/>
                  </a:lnTo>
                  <a:lnTo>
                    <a:pt x="3129" y="2356"/>
                  </a:lnTo>
                  <a:lnTo>
                    <a:pt x="3399" y="2279"/>
                  </a:lnTo>
                  <a:lnTo>
                    <a:pt x="3554" y="2201"/>
                  </a:lnTo>
                  <a:lnTo>
                    <a:pt x="3708" y="2085"/>
                  </a:lnTo>
                  <a:lnTo>
                    <a:pt x="3824" y="1970"/>
                  </a:lnTo>
                  <a:lnTo>
                    <a:pt x="3940" y="1815"/>
                  </a:lnTo>
                  <a:lnTo>
                    <a:pt x="4017" y="1661"/>
                  </a:lnTo>
                  <a:lnTo>
                    <a:pt x="4055" y="1506"/>
                  </a:lnTo>
                  <a:lnTo>
                    <a:pt x="4055" y="1313"/>
                  </a:lnTo>
                  <a:lnTo>
                    <a:pt x="4017" y="1159"/>
                  </a:lnTo>
                  <a:lnTo>
                    <a:pt x="3978" y="1004"/>
                  </a:lnTo>
                  <a:lnTo>
                    <a:pt x="3862" y="850"/>
                  </a:lnTo>
                  <a:lnTo>
                    <a:pt x="3747" y="773"/>
                  </a:lnTo>
                  <a:lnTo>
                    <a:pt x="3592" y="695"/>
                  </a:lnTo>
                  <a:lnTo>
                    <a:pt x="3438" y="618"/>
                  </a:lnTo>
                  <a:lnTo>
                    <a:pt x="3283" y="579"/>
                  </a:lnTo>
                  <a:lnTo>
                    <a:pt x="3129" y="579"/>
                  </a:lnTo>
                  <a:lnTo>
                    <a:pt x="2974" y="618"/>
                  </a:lnTo>
                  <a:lnTo>
                    <a:pt x="2820" y="657"/>
                  </a:lnTo>
                  <a:lnTo>
                    <a:pt x="2665" y="734"/>
                  </a:lnTo>
                  <a:lnTo>
                    <a:pt x="2434" y="927"/>
                  </a:lnTo>
                  <a:lnTo>
                    <a:pt x="2241" y="1159"/>
                  </a:lnTo>
                  <a:lnTo>
                    <a:pt x="2125" y="146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3"/>
            <p:cNvSpPr/>
            <p:nvPr/>
          </p:nvSpPr>
          <p:spPr>
            <a:xfrm>
              <a:off x="5987875" y="4095550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4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4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70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8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3"/>
            <p:cNvSpPr/>
            <p:nvPr/>
          </p:nvSpPr>
          <p:spPr>
            <a:xfrm>
              <a:off x="4079325" y="419112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9"/>
                  </a:moveTo>
                  <a:lnTo>
                    <a:pt x="1082" y="5986"/>
                  </a:lnTo>
                  <a:lnTo>
                    <a:pt x="1236" y="6025"/>
                  </a:lnTo>
                  <a:lnTo>
                    <a:pt x="1391" y="6179"/>
                  </a:lnTo>
                  <a:lnTo>
                    <a:pt x="1468" y="6334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6" y="6951"/>
                  </a:lnTo>
                  <a:lnTo>
                    <a:pt x="1159" y="7029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6"/>
                  </a:lnTo>
                  <a:lnTo>
                    <a:pt x="425" y="6720"/>
                  </a:lnTo>
                  <a:lnTo>
                    <a:pt x="387" y="6643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5" y="6256"/>
                  </a:lnTo>
                  <a:lnTo>
                    <a:pt x="503" y="6179"/>
                  </a:lnTo>
                  <a:lnTo>
                    <a:pt x="696" y="6025"/>
                  </a:lnTo>
                  <a:lnTo>
                    <a:pt x="889" y="5909"/>
                  </a:lnTo>
                  <a:close/>
                  <a:moveTo>
                    <a:pt x="5909" y="1"/>
                  </a:moveTo>
                  <a:lnTo>
                    <a:pt x="5831" y="39"/>
                  </a:lnTo>
                  <a:lnTo>
                    <a:pt x="5522" y="310"/>
                  </a:lnTo>
                  <a:lnTo>
                    <a:pt x="5175" y="619"/>
                  </a:lnTo>
                  <a:lnTo>
                    <a:pt x="4596" y="1314"/>
                  </a:lnTo>
                  <a:lnTo>
                    <a:pt x="4017" y="2047"/>
                  </a:lnTo>
                  <a:lnTo>
                    <a:pt x="3437" y="2781"/>
                  </a:lnTo>
                  <a:lnTo>
                    <a:pt x="2279" y="4133"/>
                  </a:lnTo>
                  <a:lnTo>
                    <a:pt x="1738" y="4866"/>
                  </a:lnTo>
                  <a:lnTo>
                    <a:pt x="1198" y="5561"/>
                  </a:lnTo>
                  <a:lnTo>
                    <a:pt x="1043" y="5523"/>
                  </a:lnTo>
                  <a:lnTo>
                    <a:pt x="889" y="5523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1" y="6334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4" y="7145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3" y="6527"/>
                  </a:lnTo>
                  <a:lnTo>
                    <a:pt x="1854" y="6334"/>
                  </a:lnTo>
                  <a:lnTo>
                    <a:pt x="1815" y="6179"/>
                  </a:lnTo>
                  <a:lnTo>
                    <a:pt x="1738" y="6025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3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9" y="657"/>
                  </a:lnTo>
                  <a:lnTo>
                    <a:pt x="6102" y="310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3"/>
            <p:cNvSpPr/>
            <p:nvPr/>
          </p:nvSpPr>
          <p:spPr>
            <a:xfrm>
              <a:off x="3825425" y="421912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8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2"/>
                  </a:lnTo>
                  <a:lnTo>
                    <a:pt x="6643" y="5909"/>
                  </a:lnTo>
                  <a:lnTo>
                    <a:pt x="6797" y="5754"/>
                  </a:lnTo>
                  <a:close/>
                  <a:moveTo>
                    <a:pt x="233" y="1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10"/>
                  </a:lnTo>
                  <a:lnTo>
                    <a:pt x="39" y="387"/>
                  </a:lnTo>
                  <a:lnTo>
                    <a:pt x="426" y="773"/>
                  </a:lnTo>
                  <a:lnTo>
                    <a:pt x="812" y="1120"/>
                  </a:lnTo>
                  <a:lnTo>
                    <a:pt x="1623" y="1777"/>
                  </a:lnTo>
                  <a:lnTo>
                    <a:pt x="3399" y="3206"/>
                  </a:lnTo>
                  <a:lnTo>
                    <a:pt x="4866" y="4441"/>
                  </a:lnTo>
                  <a:lnTo>
                    <a:pt x="5639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2"/>
                  </a:lnTo>
                  <a:lnTo>
                    <a:pt x="6720" y="7299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9"/>
                  </a:lnTo>
                  <a:lnTo>
                    <a:pt x="7454" y="7260"/>
                  </a:lnTo>
                  <a:lnTo>
                    <a:pt x="7608" y="7144"/>
                  </a:lnTo>
                  <a:lnTo>
                    <a:pt x="7724" y="7029"/>
                  </a:lnTo>
                  <a:lnTo>
                    <a:pt x="7840" y="6913"/>
                  </a:lnTo>
                  <a:lnTo>
                    <a:pt x="7956" y="6758"/>
                  </a:lnTo>
                  <a:lnTo>
                    <a:pt x="7994" y="6565"/>
                  </a:lnTo>
                  <a:lnTo>
                    <a:pt x="8033" y="6411"/>
                  </a:lnTo>
                  <a:lnTo>
                    <a:pt x="8033" y="6218"/>
                  </a:lnTo>
                  <a:lnTo>
                    <a:pt x="7956" y="6025"/>
                  </a:lnTo>
                  <a:lnTo>
                    <a:pt x="7840" y="5870"/>
                  </a:lnTo>
                  <a:lnTo>
                    <a:pt x="7724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6" y="5484"/>
                  </a:lnTo>
                  <a:lnTo>
                    <a:pt x="6025" y="4712"/>
                  </a:lnTo>
                  <a:lnTo>
                    <a:pt x="5214" y="4017"/>
                  </a:lnTo>
                  <a:lnTo>
                    <a:pt x="3515" y="2626"/>
                  </a:lnTo>
                  <a:lnTo>
                    <a:pt x="2743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5" y="310"/>
                  </a:lnTo>
                  <a:lnTo>
                    <a:pt x="310" y="39"/>
                  </a:lnTo>
                  <a:lnTo>
                    <a:pt x="23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3"/>
            <p:cNvSpPr/>
            <p:nvPr/>
          </p:nvSpPr>
          <p:spPr>
            <a:xfrm>
              <a:off x="3401625" y="4223000"/>
              <a:ext cx="240425" cy="634250"/>
            </a:xfrm>
            <a:custGeom>
              <a:avLst/>
              <a:gdLst/>
              <a:ahLst/>
              <a:cxnLst/>
              <a:rect l="l" t="t" r="r" b="b"/>
              <a:pathLst>
                <a:path w="9617" h="25370" extrusionOk="0">
                  <a:moveTo>
                    <a:pt x="4751" y="463"/>
                  </a:moveTo>
                  <a:lnTo>
                    <a:pt x="5291" y="502"/>
                  </a:lnTo>
                  <a:lnTo>
                    <a:pt x="5755" y="579"/>
                  </a:lnTo>
                  <a:lnTo>
                    <a:pt x="6218" y="772"/>
                  </a:lnTo>
                  <a:lnTo>
                    <a:pt x="6681" y="965"/>
                  </a:lnTo>
                  <a:lnTo>
                    <a:pt x="7067" y="1236"/>
                  </a:lnTo>
                  <a:lnTo>
                    <a:pt x="7454" y="1583"/>
                  </a:lnTo>
                  <a:lnTo>
                    <a:pt x="7801" y="1931"/>
                  </a:lnTo>
                  <a:lnTo>
                    <a:pt x="8149" y="2356"/>
                  </a:lnTo>
                  <a:lnTo>
                    <a:pt x="8419" y="2780"/>
                  </a:lnTo>
                  <a:lnTo>
                    <a:pt x="8651" y="3244"/>
                  </a:lnTo>
                  <a:lnTo>
                    <a:pt x="8844" y="3707"/>
                  </a:lnTo>
                  <a:lnTo>
                    <a:pt x="8998" y="4209"/>
                  </a:lnTo>
                  <a:lnTo>
                    <a:pt x="9075" y="4711"/>
                  </a:lnTo>
                  <a:lnTo>
                    <a:pt x="9114" y="5213"/>
                  </a:lnTo>
                  <a:lnTo>
                    <a:pt x="9114" y="5754"/>
                  </a:lnTo>
                  <a:lnTo>
                    <a:pt x="9075" y="6256"/>
                  </a:lnTo>
                  <a:lnTo>
                    <a:pt x="8998" y="6758"/>
                  </a:lnTo>
                  <a:lnTo>
                    <a:pt x="8882" y="7260"/>
                  </a:lnTo>
                  <a:lnTo>
                    <a:pt x="8689" y="7723"/>
                  </a:lnTo>
                  <a:lnTo>
                    <a:pt x="8496" y="8225"/>
                  </a:lnTo>
                  <a:lnTo>
                    <a:pt x="8303" y="8650"/>
                  </a:lnTo>
                  <a:lnTo>
                    <a:pt x="8033" y="9113"/>
                  </a:lnTo>
                  <a:lnTo>
                    <a:pt x="7763" y="9538"/>
                  </a:lnTo>
                  <a:lnTo>
                    <a:pt x="7454" y="9924"/>
                  </a:lnTo>
                  <a:lnTo>
                    <a:pt x="7106" y="10349"/>
                  </a:lnTo>
                  <a:lnTo>
                    <a:pt x="6759" y="10735"/>
                  </a:lnTo>
                  <a:lnTo>
                    <a:pt x="6025" y="11469"/>
                  </a:lnTo>
                  <a:lnTo>
                    <a:pt x="5253" y="12125"/>
                  </a:lnTo>
                  <a:lnTo>
                    <a:pt x="5098" y="12125"/>
                  </a:lnTo>
                  <a:lnTo>
                    <a:pt x="5059" y="12202"/>
                  </a:lnTo>
                  <a:lnTo>
                    <a:pt x="5021" y="12241"/>
                  </a:lnTo>
                  <a:lnTo>
                    <a:pt x="5021" y="12280"/>
                  </a:lnTo>
                  <a:lnTo>
                    <a:pt x="4210" y="11816"/>
                  </a:lnTo>
                  <a:lnTo>
                    <a:pt x="3476" y="11314"/>
                  </a:lnTo>
                  <a:lnTo>
                    <a:pt x="2781" y="10735"/>
                  </a:lnTo>
                  <a:lnTo>
                    <a:pt x="2472" y="10426"/>
                  </a:lnTo>
                  <a:lnTo>
                    <a:pt x="2163" y="10117"/>
                  </a:lnTo>
                  <a:lnTo>
                    <a:pt x="1893" y="9770"/>
                  </a:lnTo>
                  <a:lnTo>
                    <a:pt x="1661" y="9422"/>
                  </a:lnTo>
                  <a:lnTo>
                    <a:pt x="1430" y="9036"/>
                  </a:lnTo>
                  <a:lnTo>
                    <a:pt x="1198" y="8650"/>
                  </a:lnTo>
                  <a:lnTo>
                    <a:pt x="1005" y="8264"/>
                  </a:lnTo>
                  <a:lnTo>
                    <a:pt x="850" y="7839"/>
                  </a:lnTo>
                  <a:lnTo>
                    <a:pt x="735" y="7376"/>
                  </a:lnTo>
                  <a:lnTo>
                    <a:pt x="619" y="6912"/>
                  </a:lnTo>
                  <a:lnTo>
                    <a:pt x="542" y="6449"/>
                  </a:lnTo>
                  <a:lnTo>
                    <a:pt x="503" y="5985"/>
                  </a:lnTo>
                  <a:lnTo>
                    <a:pt x="503" y="5522"/>
                  </a:lnTo>
                  <a:lnTo>
                    <a:pt x="542" y="5020"/>
                  </a:lnTo>
                  <a:lnTo>
                    <a:pt x="619" y="4557"/>
                  </a:lnTo>
                  <a:lnTo>
                    <a:pt x="696" y="4055"/>
                  </a:lnTo>
                  <a:lnTo>
                    <a:pt x="850" y="3591"/>
                  </a:lnTo>
                  <a:lnTo>
                    <a:pt x="1005" y="3167"/>
                  </a:lnTo>
                  <a:lnTo>
                    <a:pt x="1237" y="2742"/>
                  </a:lnTo>
                  <a:lnTo>
                    <a:pt x="1468" y="2317"/>
                  </a:lnTo>
                  <a:lnTo>
                    <a:pt x="1739" y="1931"/>
                  </a:lnTo>
                  <a:lnTo>
                    <a:pt x="2086" y="1583"/>
                  </a:lnTo>
                  <a:lnTo>
                    <a:pt x="2434" y="1274"/>
                  </a:lnTo>
                  <a:lnTo>
                    <a:pt x="2820" y="1004"/>
                  </a:lnTo>
                  <a:lnTo>
                    <a:pt x="3245" y="811"/>
                  </a:lnTo>
                  <a:lnTo>
                    <a:pt x="3708" y="618"/>
                  </a:lnTo>
                  <a:lnTo>
                    <a:pt x="4249" y="502"/>
                  </a:lnTo>
                  <a:lnTo>
                    <a:pt x="4751" y="463"/>
                  </a:lnTo>
                  <a:close/>
                  <a:moveTo>
                    <a:pt x="5137" y="12627"/>
                  </a:moveTo>
                  <a:lnTo>
                    <a:pt x="5214" y="12666"/>
                  </a:lnTo>
                  <a:lnTo>
                    <a:pt x="5484" y="13129"/>
                  </a:lnTo>
                  <a:lnTo>
                    <a:pt x="4751" y="13052"/>
                  </a:lnTo>
                  <a:lnTo>
                    <a:pt x="5059" y="12627"/>
                  </a:lnTo>
                  <a:close/>
                  <a:moveTo>
                    <a:pt x="3167" y="13979"/>
                  </a:moveTo>
                  <a:lnTo>
                    <a:pt x="3476" y="14403"/>
                  </a:lnTo>
                  <a:lnTo>
                    <a:pt x="3708" y="14828"/>
                  </a:lnTo>
                  <a:lnTo>
                    <a:pt x="3669" y="14867"/>
                  </a:lnTo>
                  <a:lnTo>
                    <a:pt x="3438" y="14944"/>
                  </a:lnTo>
                  <a:lnTo>
                    <a:pt x="3167" y="15021"/>
                  </a:lnTo>
                  <a:lnTo>
                    <a:pt x="2936" y="15060"/>
                  </a:lnTo>
                  <a:lnTo>
                    <a:pt x="2665" y="15021"/>
                  </a:lnTo>
                  <a:lnTo>
                    <a:pt x="2936" y="14519"/>
                  </a:lnTo>
                  <a:lnTo>
                    <a:pt x="3167" y="13979"/>
                  </a:lnTo>
                  <a:close/>
                  <a:moveTo>
                    <a:pt x="5330" y="14867"/>
                  </a:moveTo>
                  <a:lnTo>
                    <a:pt x="5021" y="15987"/>
                  </a:lnTo>
                  <a:lnTo>
                    <a:pt x="4789" y="15794"/>
                  </a:lnTo>
                  <a:lnTo>
                    <a:pt x="4557" y="15562"/>
                  </a:lnTo>
                  <a:lnTo>
                    <a:pt x="4364" y="15330"/>
                  </a:lnTo>
                  <a:lnTo>
                    <a:pt x="4210" y="15098"/>
                  </a:lnTo>
                  <a:lnTo>
                    <a:pt x="4171" y="15060"/>
                  </a:lnTo>
                  <a:lnTo>
                    <a:pt x="5330" y="14867"/>
                  </a:lnTo>
                  <a:close/>
                  <a:moveTo>
                    <a:pt x="4055" y="15407"/>
                  </a:moveTo>
                  <a:lnTo>
                    <a:pt x="4249" y="15678"/>
                  </a:lnTo>
                  <a:lnTo>
                    <a:pt x="4480" y="15948"/>
                  </a:lnTo>
                  <a:lnTo>
                    <a:pt x="4712" y="16218"/>
                  </a:lnTo>
                  <a:lnTo>
                    <a:pt x="4982" y="16450"/>
                  </a:lnTo>
                  <a:lnTo>
                    <a:pt x="5098" y="16489"/>
                  </a:lnTo>
                  <a:lnTo>
                    <a:pt x="4905" y="16991"/>
                  </a:lnTo>
                  <a:lnTo>
                    <a:pt x="4789" y="17531"/>
                  </a:lnTo>
                  <a:lnTo>
                    <a:pt x="4480" y="17145"/>
                  </a:lnTo>
                  <a:lnTo>
                    <a:pt x="4249" y="16759"/>
                  </a:lnTo>
                  <a:lnTo>
                    <a:pt x="4133" y="16527"/>
                  </a:lnTo>
                  <a:lnTo>
                    <a:pt x="4055" y="16296"/>
                  </a:lnTo>
                  <a:lnTo>
                    <a:pt x="4017" y="16064"/>
                  </a:lnTo>
                  <a:lnTo>
                    <a:pt x="4017" y="15794"/>
                  </a:lnTo>
                  <a:lnTo>
                    <a:pt x="4055" y="15407"/>
                  </a:lnTo>
                  <a:close/>
                  <a:moveTo>
                    <a:pt x="5291" y="16798"/>
                  </a:moveTo>
                  <a:lnTo>
                    <a:pt x="5600" y="17145"/>
                  </a:lnTo>
                  <a:lnTo>
                    <a:pt x="5870" y="17531"/>
                  </a:lnTo>
                  <a:lnTo>
                    <a:pt x="5446" y="17570"/>
                  </a:lnTo>
                  <a:lnTo>
                    <a:pt x="5021" y="17647"/>
                  </a:lnTo>
                  <a:lnTo>
                    <a:pt x="5291" y="16798"/>
                  </a:lnTo>
                  <a:close/>
                  <a:moveTo>
                    <a:pt x="4557" y="17879"/>
                  </a:moveTo>
                  <a:lnTo>
                    <a:pt x="4635" y="17995"/>
                  </a:lnTo>
                  <a:lnTo>
                    <a:pt x="4519" y="18149"/>
                  </a:lnTo>
                  <a:lnTo>
                    <a:pt x="4403" y="18381"/>
                  </a:lnTo>
                  <a:lnTo>
                    <a:pt x="4287" y="18805"/>
                  </a:lnTo>
                  <a:lnTo>
                    <a:pt x="3901" y="18381"/>
                  </a:lnTo>
                  <a:lnTo>
                    <a:pt x="3553" y="17917"/>
                  </a:lnTo>
                  <a:lnTo>
                    <a:pt x="4557" y="17879"/>
                  </a:lnTo>
                  <a:close/>
                  <a:moveTo>
                    <a:pt x="7917" y="20003"/>
                  </a:moveTo>
                  <a:lnTo>
                    <a:pt x="7878" y="20736"/>
                  </a:lnTo>
                  <a:lnTo>
                    <a:pt x="7763" y="21509"/>
                  </a:lnTo>
                  <a:lnTo>
                    <a:pt x="6797" y="20775"/>
                  </a:lnTo>
                  <a:lnTo>
                    <a:pt x="6759" y="20736"/>
                  </a:lnTo>
                  <a:lnTo>
                    <a:pt x="6681" y="20466"/>
                  </a:lnTo>
                  <a:lnTo>
                    <a:pt x="6990" y="20273"/>
                  </a:lnTo>
                  <a:lnTo>
                    <a:pt x="7299" y="20118"/>
                  </a:lnTo>
                  <a:lnTo>
                    <a:pt x="7608" y="20041"/>
                  </a:lnTo>
                  <a:lnTo>
                    <a:pt x="7917" y="20003"/>
                  </a:lnTo>
                  <a:close/>
                  <a:moveTo>
                    <a:pt x="5330" y="20389"/>
                  </a:moveTo>
                  <a:lnTo>
                    <a:pt x="6179" y="20813"/>
                  </a:lnTo>
                  <a:lnTo>
                    <a:pt x="5755" y="21200"/>
                  </a:lnTo>
                  <a:lnTo>
                    <a:pt x="5368" y="21663"/>
                  </a:lnTo>
                  <a:lnTo>
                    <a:pt x="5291" y="21007"/>
                  </a:lnTo>
                  <a:lnTo>
                    <a:pt x="5330" y="20389"/>
                  </a:lnTo>
                  <a:close/>
                  <a:moveTo>
                    <a:pt x="4905" y="0"/>
                  </a:moveTo>
                  <a:lnTo>
                    <a:pt x="4519" y="39"/>
                  </a:lnTo>
                  <a:lnTo>
                    <a:pt x="4171" y="39"/>
                  </a:lnTo>
                  <a:lnTo>
                    <a:pt x="3785" y="116"/>
                  </a:lnTo>
                  <a:lnTo>
                    <a:pt x="3438" y="232"/>
                  </a:lnTo>
                  <a:lnTo>
                    <a:pt x="3090" y="348"/>
                  </a:lnTo>
                  <a:lnTo>
                    <a:pt x="2743" y="502"/>
                  </a:lnTo>
                  <a:lnTo>
                    <a:pt x="2434" y="695"/>
                  </a:lnTo>
                  <a:lnTo>
                    <a:pt x="2086" y="927"/>
                  </a:lnTo>
                  <a:lnTo>
                    <a:pt x="1816" y="1197"/>
                  </a:lnTo>
                  <a:lnTo>
                    <a:pt x="1507" y="1506"/>
                  </a:lnTo>
                  <a:lnTo>
                    <a:pt x="1275" y="1815"/>
                  </a:lnTo>
                  <a:lnTo>
                    <a:pt x="1044" y="2124"/>
                  </a:lnTo>
                  <a:lnTo>
                    <a:pt x="812" y="2471"/>
                  </a:lnTo>
                  <a:lnTo>
                    <a:pt x="619" y="2858"/>
                  </a:lnTo>
                  <a:lnTo>
                    <a:pt x="464" y="3205"/>
                  </a:lnTo>
                  <a:lnTo>
                    <a:pt x="310" y="3591"/>
                  </a:lnTo>
                  <a:lnTo>
                    <a:pt x="233" y="3977"/>
                  </a:lnTo>
                  <a:lnTo>
                    <a:pt x="117" y="4364"/>
                  </a:lnTo>
                  <a:lnTo>
                    <a:pt x="78" y="4750"/>
                  </a:lnTo>
                  <a:lnTo>
                    <a:pt x="1" y="5174"/>
                  </a:lnTo>
                  <a:lnTo>
                    <a:pt x="1" y="5561"/>
                  </a:lnTo>
                  <a:lnTo>
                    <a:pt x="1" y="5985"/>
                  </a:lnTo>
                  <a:lnTo>
                    <a:pt x="40" y="6372"/>
                  </a:lnTo>
                  <a:lnTo>
                    <a:pt x="78" y="6796"/>
                  </a:lnTo>
                  <a:lnTo>
                    <a:pt x="155" y="7182"/>
                  </a:lnTo>
                  <a:lnTo>
                    <a:pt x="271" y="7569"/>
                  </a:lnTo>
                  <a:lnTo>
                    <a:pt x="387" y="7993"/>
                  </a:lnTo>
                  <a:lnTo>
                    <a:pt x="542" y="8380"/>
                  </a:lnTo>
                  <a:lnTo>
                    <a:pt x="928" y="9152"/>
                  </a:lnTo>
                  <a:lnTo>
                    <a:pt x="1121" y="9538"/>
                  </a:lnTo>
                  <a:lnTo>
                    <a:pt x="1352" y="9924"/>
                  </a:lnTo>
                  <a:lnTo>
                    <a:pt x="1623" y="10272"/>
                  </a:lnTo>
                  <a:lnTo>
                    <a:pt x="1893" y="10619"/>
                  </a:lnTo>
                  <a:lnTo>
                    <a:pt x="2202" y="10928"/>
                  </a:lnTo>
                  <a:lnTo>
                    <a:pt x="2511" y="11237"/>
                  </a:lnTo>
                  <a:lnTo>
                    <a:pt x="2820" y="11546"/>
                  </a:lnTo>
                  <a:lnTo>
                    <a:pt x="3167" y="11778"/>
                  </a:lnTo>
                  <a:lnTo>
                    <a:pt x="3553" y="12009"/>
                  </a:lnTo>
                  <a:lnTo>
                    <a:pt x="3940" y="12241"/>
                  </a:lnTo>
                  <a:lnTo>
                    <a:pt x="4326" y="12395"/>
                  </a:lnTo>
                  <a:lnTo>
                    <a:pt x="4712" y="12550"/>
                  </a:lnTo>
                  <a:lnTo>
                    <a:pt x="4171" y="13091"/>
                  </a:lnTo>
                  <a:lnTo>
                    <a:pt x="4133" y="13206"/>
                  </a:lnTo>
                  <a:lnTo>
                    <a:pt x="4133" y="13322"/>
                  </a:lnTo>
                  <a:lnTo>
                    <a:pt x="4210" y="13399"/>
                  </a:lnTo>
                  <a:lnTo>
                    <a:pt x="4326" y="13438"/>
                  </a:lnTo>
                  <a:lnTo>
                    <a:pt x="4789" y="13477"/>
                  </a:lnTo>
                  <a:lnTo>
                    <a:pt x="4519" y="13747"/>
                  </a:lnTo>
                  <a:lnTo>
                    <a:pt x="4287" y="13979"/>
                  </a:lnTo>
                  <a:lnTo>
                    <a:pt x="4094" y="14288"/>
                  </a:lnTo>
                  <a:lnTo>
                    <a:pt x="3940" y="14596"/>
                  </a:lnTo>
                  <a:lnTo>
                    <a:pt x="3785" y="14288"/>
                  </a:lnTo>
                  <a:lnTo>
                    <a:pt x="3631" y="14017"/>
                  </a:lnTo>
                  <a:lnTo>
                    <a:pt x="3438" y="13747"/>
                  </a:lnTo>
                  <a:lnTo>
                    <a:pt x="3206" y="13477"/>
                  </a:lnTo>
                  <a:lnTo>
                    <a:pt x="3129" y="13438"/>
                  </a:lnTo>
                  <a:lnTo>
                    <a:pt x="3051" y="13438"/>
                  </a:lnTo>
                  <a:lnTo>
                    <a:pt x="2974" y="13477"/>
                  </a:lnTo>
                  <a:lnTo>
                    <a:pt x="2897" y="13593"/>
                  </a:lnTo>
                  <a:lnTo>
                    <a:pt x="2588" y="14326"/>
                  </a:lnTo>
                  <a:lnTo>
                    <a:pt x="2241" y="15098"/>
                  </a:lnTo>
                  <a:lnTo>
                    <a:pt x="2202" y="15176"/>
                  </a:lnTo>
                  <a:lnTo>
                    <a:pt x="2202" y="15253"/>
                  </a:lnTo>
                  <a:lnTo>
                    <a:pt x="2241" y="15330"/>
                  </a:lnTo>
                  <a:lnTo>
                    <a:pt x="2318" y="15369"/>
                  </a:lnTo>
                  <a:lnTo>
                    <a:pt x="2665" y="15407"/>
                  </a:lnTo>
                  <a:lnTo>
                    <a:pt x="3013" y="15407"/>
                  </a:lnTo>
                  <a:lnTo>
                    <a:pt x="3360" y="15369"/>
                  </a:lnTo>
                  <a:lnTo>
                    <a:pt x="3669" y="15253"/>
                  </a:lnTo>
                  <a:lnTo>
                    <a:pt x="3669" y="15253"/>
                  </a:lnTo>
                  <a:lnTo>
                    <a:pt x="3631" y="15562"/>
                  </a:lnTo>
                  <a:lnTo>
                    <a:pt x="3592" y="15909"/>
                  </a:lnTo>
                  <a:lnTo>
                    <a:pt x="3631" y="16141"/>
                  </a:lnTo>
                  <a:lnTo>
                    <a:pt x="3669" y="16373"/>
                  </a:lnTo>
                  <a:lnTo>
                    <a:pt x="3785" y="16798"/>
                  </a:lnTo>
                  <a:lnTo>
                    <a:pt x="4017" y="17184"/>
                  </a:lnTo>
                  <a:lnTo>
                    <a:pt x="4287" y="17570"/>
                  </a:lnTo>
                  <a:lnTo>
                    <a:pt x="3245" y="17570"/>
                  </a:lnTo>
                  <a:lnTo>
                    <a:pt x="3167" y="17608"/>
                  </a:lnTo>
                  <a:lnTo>
                    <a:pt x="3090" y="17647"/>
                  </a:lnTo>
                  <a:lnTo>
                    <a:pt x="3051" y="17763"/>
                  </a:lnTo>
                  <a:lnTo>
                    <a:pt x="3090" y="17840"/>
                  </a:lnTo>
                  <a:lnTo>
                    <a:pt x="3322" y="18265"/>
                  </a:lnTo>
                  <a:lnTo>
                    <a:pt x="3592" y="18612"/>
                  </a:lnTo>
                  <a:lnTo>
                    <a:pt x="3901" y="18960"/>
                  </a:lnTo>
                  <a:lnTo>
                    <a:pt x="4249" y="19307"/>
                  </a:lnTo>
                  <a:lnTo>
                    <a:pt x="4326" y="19346"/>
                  </a:lnTo>
                  <a:lnTo>
                    <a:pt x="4442" y="19346"/>
                  </a:lnTo>
                  <a:lnTo>
                    <a:pt x="4519" y="19307"/>
                  </a:lnTo>
                  <a:lnTo>
                    <a:pt x="4557" y="19230"/>
                  </a:lnTo>
                  <a:lnTo>
                    <a:pt x="4751" y="18767"/>
                  </a:lnTo>
                  <a:lnTo>
                    <a:pt x="4828" y="18497"/>
                  </a:lnTo>
                  <a:lnTo>
                    <a:pt x="4905" y="18265"/>
                  </a:lnTo>
                  <a:lnTo>
                    <a:pt x="5021" y="18381"/>
                  </a:lnTo>
                  <a:lnTo>
                    <a:pt x="5446" y="18883"/>
                  </a:lnTo>
                  <a:lnTo>
                    <a:pt x="5793" y="19385"/>
                  </a:lnTo>
                  <a:lnTo>
                    <a:pt x="6063" y="19964"/>
                  </a:lnTo>
                  <a:lnTo>
                    <a:pt x="6257" y="20543"/>
                  </a:lnTo>
                  <a:lnTo>
                    <a:pt x="5253" y="19964"/>
                  </a:lnTo>
                  <a:lnTo>
                    <a:pt x="5175" y="19925"/>
                  </a:lnTo>
                  <a:lnTo>
                    <a:pt x="5098" y="19925"/>
                  </a:lnTo>
                  <a:lnTo>
                    <a:pt x="5021" y="20003"/>
                  </a:lnTo>
                  <a:lnTo>
                    <a:pt x="4982" y="20041"/>
                  </a:lnTo>
                  <a:lnTo>
                    <a:pt x="4944" y="20582"/>
                  </a:lnTo>
                  <a:lnTo>
                    <a:pt x="4944" y="21084"/>
                  </a:lnTo>
                  <a:lnTo>
                    <a:pt x="4982" y="21586"/>
                  </a:lnTo>
                  <a:lnTo>
                    <a:pt x="5059" y="22088"/>
                  </a:lnTo>
                  <a:lnTo>
                    <a:pt x="5098" y="22204"/>
                  </a:lnTo>
                  <a:lnTo>
                    <a:pt x="5214" y="22242"/>
                  </a:lnTo>
                  <a:lnTo>
                    <a:pt x="5291" y="22242"/>
                  </a:lnTo>
                  <a:lnTo>
                    <a:pt x="5368" y="22165"/>
                  </a:lnTo>
                  <a:lnTo>
                    <a:pt x="5870" y="21663"/>
                  </a:lnTo>
                  <a:lnTo>
                    <a:pt x="6372" y="21161"/>
                  </a:lnTo>
                  <a:lnTo>
                    <a:pt x="6411" y="21547"/>
                  </a:lnTo>
                  <a:lnTo>
                    <a:pt x="6372" y="21933"/>
                  </a:lnTo>
                  <a:lnTo>
                    <a:pt x="6295" y="22474"/>
                  </a:lnTo>
                  <a:lnTo>
                    <a:pt x="6102" y="23053"/>
                  </a:lnTo>
                  <a:lnTo>
                    <a:pt x="5870" y="23671"/>
                  </a:lnTo>
                  <a:lnTo>
                    <a:pt x="5677" y="23941"/>
                  </a:lnTo>
                  <a:lnTo>
                    <a:pt x="5523" y="24173"/>
                  </a:lnTo>
                  <a:lnTo>
                    <a:pt x="5330" y="24405"/>
                  </a:lnTo>
                  <a:lnTo>
                    <a:pt x="5098" y="24598"/>
                  </a:lnTo>
                  <a:lnTo>
                    <a:pt x="4866" y="24752"/>
                  </a:lnTo>
                  <a:lnTo>
                    <a:pt x="4635" y="24868"/>
                  </a:lnTo>
                  <a:lnTo>
                    <a:pt x="4364" y="24945"/>
                  </a:lnTo>
                  <a:lnTo>
                    <a:pt x="4094" y="24907"/>
                  </a:lnTo>
                  <a:lnTo>
                    <a:pt x="3785" y="24868"/>
                  </a:lnTo>
                  <a:lnTo>
                    <a:pt x="3476" y="24714"/>
                  </a:lnTo>
                  <a:lnTo>
                    <a:pt x="3399" y="24675"/>
                  </a:lnTo>
                  <a:lnTo>
                    <a:pt x="3360" y="24675"/>
                  </a:lnTo>
                  <a:lnTo>
                    <a:pt x="3283" y="24752"/>
                  </a:lnTo>
                  <a:lnTo>
                    <a:pt x="3245" y="24868"/>
                  </a:lnTo>
                  <a:lnTo>
                    <a:pt x="3245" y="24907"/>
                  </a:lnTo>
                  <a:lnTo>
                    <a:pt x="3283" y="24945"/>
                  </a:lnTo>
                  <a:lnTo>
                    <a:pt x="3438" y="25100"/>
                  </a:lnTo>
                  <a:lnTo>
                    <a:pt x="3592" y="25216"/>
                  </a:lnTo>
                  <a:lnTo>
                    <a:pt x="3785" y="25293"/>
                  </a:lnTo>
                  <a:lnTo>
                    <a:pt x="3940" y="25331"/>
                  </a:lnTo>
                  <a:lnTo>
                    <a:pt x="4133" y="25370"/>
                  </a:lnTo>
                  <a:lnTo>
                    <a:pt x="4287" y="25370"/>
                  </a:lnTo>
                  <a:lnTo>
                    <a:pt x="4635" y="25293"/>
                  </a:lnTo>
                  <a:lnTo>
                    <a:pt x="4982" y="25138"/>
                  </a:lnTo>
                  <a:lnTo>
                    <a:pt x="5330" y="24945"/>
                  </a:lnTo>
                  <a:lnTo>
                    <a:pt x="5600" y="24714"/>
                  </a:lnTo>
                  <a:lnTo>
                    <a:pt x="5870" y="24443"/>
                  </a:lnTo>
                  <a:lnTo>
                    <a:pt x="6141" y="24057"/>
                  </a:lnTo>
                  <a:lnTo>
                    <a:pt x="6334" y="23671"/>
                  </a:lnTo>
                  <a:lnTo>
                    <a:pt x="6527" y="23285"/>
                  </a:lnTo>
                  <a:lnTo>
                    <a:pt x="6643" y="22860"/>
                  </a:lnTo>
                  <a:lnTo>
                    <a:pt x="6759" y="22435"/>
                  </a:lnTo>
                  <a:lnTo>
                    <a:pt x="6797" y="21972"/>
                  </a:lnTo>
                  <a:lnTo>
                    <a:pt x="6836" y="21547"/>
                  </a:lnTo>
                  <a:lnTo>
                    <a:pt x="6797" y="21084"/>
                  </a:lnTo>
                  <a:lnTo>
                    <a:pt x="7763" y="21933"/>
                  </a:lnTo>
                  <a:lnTo>
                    <a:pt x="7840" y="21972"/>
                  </a:lnTo>
                  <a:lnTo>
                    <a:pt x="7917" y="21972"/>
                  </a:lnTo>
                  <a:lnTo>
                    <a:pt x="7994" y="21933"/>
                  </a:lnTo>
                  <a:lnTo>
                    <a:pt x="8071" y="21856"/>
                  </a:lnTo>
                  <a:lnTo>
                    <a:pt x="8149" y="21354"/>
                  </a:lnTo>
                  <a:lnTo>
                    <a:pt x="8226" y="20852"/>
                  </a:lnTo>
                  <a:lnTo>
                    <a:pt x="8303" y="19809"/>
                  </a:lnTo>
                  <a:lnTo>
                    <a:pt x="8303" y="19732"/>
                  </a:lnTo>
                  <a:lnTo>
                    <a:pt x="8265" y="19694"/>
                  </a:lnTo>
                  <a:lnTo>
                    <a:pt x="8187" y="19655"/>
                  </a:lnTo>
                  <a:lnTo>
                    <a:pt x="8149" y="19616"/>
                  </a:lnTo>
                  <a:lnTo>
                    <a:pt x="7724" y="19655"/>
                  </a:lnTo>
                  <a:lnTo>
                    <a:pt x="7299" y="19732"/>
                  </a:lnTo>
                  <a:lnTo>
                    <a:pt x="6952" y="19848"/>
                  </a:lnTo>
                  <a:lnTo>
                    <a:pt x="6604" y="20080"/>
                  </a:lnTo>
                  <a:lnTo>
                    <a:pt x="6334" y="19539"/>
                  </a:lnTo>
                  <a:lnTo>
                    <a:pt x="6025" y="18999"/>
                  </a:lnTo>
                  <a:lnTo>
                    <a:pt x="5677" y="18497"/>
                  </a:lnTo>
                  <a:lnTo>
                    <a:pt x="5253" y="18033"/>
                  </a:lnTo>
                  <a:lnTo>
                    <a:pt x="5214" y="17995"/>
                  </a:lnTo>
                  <a:lnTo>
                    <a:pt x="5716" y="17956"/>
                  </a:lnTo>
                  <a:lnTo>
                    <a:pt x="6179" y="17879"/>
                  </a:lnTo>
                  <a:lnTo>
                    <a:pt x="6257" y="17840"/>
                  </a:lnTo>
                  <a:lnTo>
                    <a:pt x="6295" y="17763"/>
                  </a:lnTo>
                  <a:lnTo>
                    <a:pt x="6295" y="17686"/>
                  </a:lnTo>
                  <a:lnTo>
                    <a:pt x="6257" y="17608"/>
                  </a:lnTo>
                  <a:lnTo>
                    <a:pt x="6102" y="17261"/>
                  </a:lnTo>
                  <a:lnTo>
                    <a:pt x="5870" y="16952"/>
                  </a:lnTo>
                  <a:lnTo>
                    <a:pt x="5639" y="16682"/>
                  </a:lnTo>
                  <a:lnTo>
                    <a:pt x="5368" y="16411"/>
                  </a:lnTo>
                  <a:lnTo>
                    <a:pt x="5291" y="16373"/>
                  </a:lnTo>
                  <a:lnTo>
                    <a:pt x="5793" y="14674"/>
                  </a:lnTo>
                  <a:lnTo>
                    <a:pt x="5793" y="14558"/>
                  </a:lnTo>
                  <a:lnTo>
                    <a:pt x="5755" y="14481"/>
                  </a:lnTo>
                  <a:lnTo>
                    <a:pt x="5677" y="14442"/>
                  </a:lnTo>
                  <a:lnTo>
                    <a:pt x="5561" y="14442"/>
                  </a:lnTo>
                  <a:lnTo>
                    <a:pt x="4326" y="14674"/>
                  </a:lnTo>
                  <a:lnTo>
                    <a:pt x="4326" y="14674"/>
                  </a:lnTo>
                  <a:lnTo>
                    <a:pt x="4519" y="14326"/>
                  </a:lnTo>
                  <a:lnTo>
                    <a:pt x="4751" y="14056"/>
                  </a:lnTo>
                  <a:lnTo>
                    <a:pt x="4982" y="13786"/>
                  </a:lnTo>
                  <a:lnTo>
                    <a:pt x="5214" y="13515"/>
                  </a:lnTo>
                  <a:lnTo>
                    <a:pt x="5870" y="13554"/>
                  </a:lnTo>
                  <a:lnTo>
                    <a:pt x="5986" y="13515"/>
                  </a:lnTo>
                  <a:lnTo>
                    <a:pt x="6025" y="13438"/>
                  </a:lnTo>
                  <a:lnTo>
                    <a:pt x="6063" y="13361"/>
                  </a:lnTo>
                  <a:lnTo>
                    <a:pt x="6025" y="13245"/>
                  </a:lnTo>
                  <a:lnTo>
                    <a:pt x="5832" y="12820"/>
                  </a:lnTo>
                  <a:lnTo>
                    <a:pt x="5561" y="12434"/>
                  </a:lnTo>
                  <a:lnTo>
                    <a:pt x="6257" y="11893"/>
                  </a:lnTo>
                  <a:lnTo>
                    <a:pt x="6913" y="11276"/>
                  </a:lnTo>
                  <a:lnTo>
                    <a:pt x="7531" y="10619"/>
                  </a:lnTo>
                  <a:lnTo>
                    <a:pt x="8110" y="9885"/>
                  </a:lnTo>
                  <a:lnTo>
                    <a:pt x="8573" y="9152"/>
                  </a:lnTo>
                  <a:lnTo>
                    <a:pt x="8805" y="8766"/>
                  </a:lnTo>
                  <a:lnTo>
                    <a:pt x="8998" y="8341"/>
                  </a:lnTo>
                  <a:lnTo>
                    <a:pt x="9153" y="7916"/>
                  </a:lnTo>
                  <a:lnTo>
                    <a:pt x="9307" y="7491"/>
                  </a:lnTo>
                  <a:lnTo>
                    <a:pt x="9423" y="7067"/>
                  </a:lnTo>
                  <a:lnTo>
                    <a:pt x="9500" y="6642"/>
                  </a:lnTo>
                  <a:lnTo>
                    <a:pt x="9577" y="6217"/>
                  </a:lnTo>
                  <a:lnTo>
                    <a:pt x="9616" y="5754"/>
                  </a:lnTo>
                  <a:lnTo>
                    <a:pt x="9616" y="5329"/>
                  </a:lnTo>
                  <a:lnTo>
                    <a:pt x="9577" y="4904"/>
                  </a:lnTo>
                  <a:lnTo>
                    <a:pt x="9539" y="4479"/>
                  </a:lnTo>
                  <a:lnTo>
                    <a:pt x="9462" y="4093"/>
                  </a:lnTo>
                  <a:lnTo>
                    <a:pt x="9346" y="3669"/>
                  </a:lnTo>
                  <a:lnTo>
                    <a:pt x="9230" y="3282"/>
                  </a:lnTo>
                  <a:lnTo>
                    <a:pt x="9037" y="2896"/>
                  </a:lnTo>
                  <a:lnTo>
                    <a:pt x="8882" y="2510"/>
                  </a:lnTo>
                  <a:lnTo>
                    <a:pt x="8651" y="2163"/>
                  </a:lnTo>
                  <a:lnTo>
                    <a:pt x="8380" y="1815"/>
                  </a:lnTo>
                  <a:lnTo>
                    <a:pt x="8110" y="1506"/>
                  </a:lnTo>
                  <a:lnTo>
                    <a:pt x="7801" y="1197"/>
                  </a:lnTo>
                  <a:lnTo>
                    <a:pt x="7492" y="927"/>
                  </a:lnTo>
                  <a:lnTo>
                    <a:pt x="7106" y="695"/>
                  </a:lnTo>
                  <a:lnTo>
                    <a:pt x="6759" y="502"/>
                  </a:lnTo>
                  <a:lnTo>
                    <a:pt x="6411" y="348"/>
                  </a:lnTo>
                  <a:lnTo>
                    <a:pt x="6025" y="193"/>
                  </a:lnTo>
                  <a:lnTo>
                    <a:pt x="5639" y="116"/>
                  </a:lnTo>
                  <a:lnTo>
                    <a:pt x="5291" y="3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3"/>
            <p:cNvSpPr/>
            <p:nvPr/>
          </p:nvSpPr>
          <p:spPr>
            <a:xfrm>
              <a:off x="3031900" y="427125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4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8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1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9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5"/>
                  </a:lnTo>
                  <a:lnTo>
                    <a:pt x="1159" y="541"/>
                  </a:lnTo>
                  <a:lnTo>
                    <a:pt x="1352" y="426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9"/>
                  </a:lnTo>
                  <a:lnTo>
                    <a:pt x="309" y="928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6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3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4"/>
                  </a:lnTo>
                  <a:lnTo>
                    <a:pt x="1468" y="4017"/>
                  </a:lnTo>
                  <a:lnTo>
                    <a:pt x="1661" y="4094"/>
                  </a:lnTo>
                  <a:lnTo>
                    <a:pt x="1893" y="4133"/>
                  </a:lnTo>
                  <a:lnTo>
                    <a:pt x="2317" y="4133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3"/>
                  </a:lnTo>
                  <a:lnTo>
                    <a:pt x="4171" y="1430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7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3"/>
            <p:cNvSpPr/>
            <p:nvPr/>
          </p:nvSpPr>
          <p:spPr>
            <a:xfrm>
              <a:off x="5567925" y="4274150"/>
              <a:ext cx="67600" cy="76300"/>
            </a:xfrm>
            <a:custGeom>
              <a:avLst/>
              <a:gdLst/>
              <a:ahLst/>
              <a:cxnLst/>
              <a:rect l="l" t="t" r="r" b="b"/>
              <a:pathLst>
                <a:path w="2704" h="3052" extrusionOk="0">
                  <a:moveTo>
                    <a:pt x="1159" y="425"/>
                  </a:moveTo>
                  <a:lnTo>
                    <a:pt x="1429" y="503"/>
                  </a:lnTo>
                  <a:lnTo>
                    <a:pt x="1661" y="619"/>
                  </a:lnTo>
                  <a:lnTo>
                    <a:pt x="1854" y="773"/>
                  </a:lnTo>
                  <a:lnTo>
                    <a:pt x="2009" y="966"/>
                  </a:lnTo>
                  <a:lnTo>
                    <a:pt x="2124" y="1121"/>
                  </a:lnTo>
                  <a:lnTo>
                    <a:pt x="2202" y="1314"/>
                  </a:lnTo>
                  <a:lnTo>
                    <a:pt x="2318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5"/>
                  </a:lnTo>
                  <a:lnTo>
                    <a:pt x="2047" y="2279"/>
                  </a:lnTo>
                  <a:lnTo>
                    <a:pt x="1623" y="2047"/>
                  </a:lnTo>
                  <a:lnTo>
                    <a:pt x="1236" y="1893"/>
                  </a:lnTo>
                  <a:lnTo>
                    <a:pt x="1005" y="1777"/>
                  </a:lnTo>
                  <a:lnTo>
                    <a:pt x="812" y="1661"/>
                  </a:lnTo>
                  <a:lnTo>
                    <a:pt x="619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2"/>
                  </a:lnTo>
                  <a:lnTo>
                    <a:pt x="541" y="657"/>
                  </a:lnTo>
                  <a:lnTo>
                    <a:pt x="619" y="580"/>
                  </a:lnTo>
                  <a:lnTo>
                    <a:pt x="696" y="503"/>
                  </a:lnTo>
                  <a:lnTo>
                    <a:pt x="812" y="464"/>
                  </a:lnTo>
                  <a:lnTo>
                    <a:pt x="927" y="425"/>
                  </a:lnTo>
                  <a:close/>
                  <a:moveTo>
                    <a:pt x="1005" y="1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4" y="425"/>
                  </a:lnTo>
                  <a:lnTo>
                    <a:pt x="78" y="619"/>
                  </a:lnTo>
                  <a:lnTo>
                    <a:pt x="1" y="812"/>
                  </a:lnTo>
                  <a:lnTo>
                    <a:pt x="1" y="1005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3"/>
                  </a:lnTo>
                  <a:lnTo>
                    <a:pt x="387" y="1854"/>
                  </a:lnTo>
                  <a:lnTo>
                    <a:pt x="619" y="2047"/>
                  </a:lnTo>
                  <a:lnTo>
                    <a:pt x="889" y="2202"/>
                  </a:lnTo>
                  <a:lnTo>
                    <a:pt x="1198" y="2318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9" y="2742"/>
                  </a:lnTo>
                  <a:lnTo>
                    <a:pt x="2202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1" y="3013"/>
                  </a:lnTo>
                  <a:lnTo>
                    <a:pt x="2588" y="2974"/>
                  </a:lnTo>
                  <a:lnTo>
                    <a:pt x="2626" y="2897"/>
                  </a:lnTo>
                  <a:lnTo>
                    <a:pt x="2704" y="2318"/>
                  </a:lnTo>
                  <a:lnTo>
                    <a:pt x="2704" y="2009"/>
                  </a:lnTo>
                  <a:lnTo>
                    <a:pt x="2704" y="1700"/>
                  </a:lnTo>
                  <a:lnTo>
                    <a:pt x="2626" y="1429"/>
                  </a:lnTo>
                  <a:lnTo>
                    <a:pt x="2549" y="1121"/>
                  </a:lnTo>
                  <a:lnTo>
                    <a:pt x="2433" y="850"/>
                  </a:lnTo>
                  <a:lnTo>
                    <a:pt x="2279" y="580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700" y="117"/>
                  </a:lnTo>
                  <a:lnTo>
                    <a:pt x="1507" y="39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3"/>
            <p:cNvSpPr/>
            <p:nvPr/>
          </p:nvSpPr>
          <p:spPr>
            <a:xfrm>
              <a:off x="2254775" y="4312775"/>
              <a:ext cx="326325" cy="190200"/>
            </a:xfrm>
            <a:custGeom>
              <a:avLst/>
              <a:gdLst/>
              <a:ahLst/>
              <a:cxnLst/>
              <a:rect l="l" t="t" r="r" b="b"/>
              <a:pathLst>
                <a:path w="13053" h="7608" extrusionOk="0">
                  <a:moveTo>
                    <a:pt x="8920" y="271"/>
                  </a:moveTo>
                  <a:lnTo>
                    <a:pt x="9036" y="348"/>
                  </a:lnTo>
                  <a:lnTo>
                    <a:pt x="9191" y="464"/>
                  </a:lnTo>
                  <a:lnTo>
                    <a:pt x="9307" y="618"/>
                  </a:lnTo>
                  <a:lnTo>
                    <a:pt x="9384" y="657"/>
                  </a:lnTo>
                  <a:lnTo>
                    <a:pt x="9422" y="966"/>
                  </a:lnTo>
                  <a:lnTo>
                    <a:pt x="9422" y="1275"/>
                  </a:lnTo>
                  <a:lnTo>
                    <a:pt x="9345" y="1545"/>
                  </a:lnTo>
                  <a:lnTo>
                    <a:pt x="9229" y="1815"/>
                  </a:lnTo>
                  <a:lnTo>
                    <a:pt x="9036" y="2085"/>
                  </a:lnTo>
                  <a:lnTo>
                    <a:pt x="8882" y="2317"/>
                  </a:lnTo>
                  <a:lnTo>
                    <a:pt x="8457" y="2781"/>
                  </a:lnTo>
                  <a:lnTo>
                    <a:pt x="6990" y="4441"/>
                  </a:lnTo>
                  <a:lnTo>
                    <a:pt x="6835" y="4441"/>
                  </a:lnTo>
                  <a:lnTo>
                    <a:pt x="7106" y="3476"/>
                  </a:lnTo>
                  <a:lnTo>
                    <a:pt x="7415" y="2549"/>
                  </a:lnTo>
                  <a:lnTo>
                    <a:pt x="7801" y="1506"/>
                  </a:lnTo>
                  <a:lnTo>
                    <a:pt x="8032" y="1043"/>
                  </a:lnTo>
                  <a:lnTo>
                    <a:pt x="8187" y="773"/>
                  </a:lnTo>
                  <a:lnTo>
                    <a:pt x="8380" y="502"/>
                  </a:lnTo>
                  <a:lnTo>
                    <a:pt x="8573" y="348"/>
                  </a:lnTo>
                  <a:lnTo>
                    <a:pt x="8689" y="271"/>
                  </a:lnTo>
                  <a:close/>
                  <a:moveTo>
                    <a:pt x="2124" y="4441"/>
                  </a:moveTo>
                  <a:lnTo>
                    <a:pt x="2974" y="4557"/>
                  </a:lnTo>
                  <a:lnTo>
                    <a:pt x="3823" y="4711"/>
                  </a:lnTo>
                  <a:lnTo>
                    <a:pt x="4905" y="4866"/>
                  </a:lnTo>
                  <a:lnTo>
                    <a:pt x="5407" y="4943"/>
                  </a:lnTo>
                  <a:lnTo>
                    <a:pt x="5947" y="4982"/>
                  </a:lnTo>
                  <a:lnTo>
                    <a:pt x="4673" y="5213"/>
                  </a:lnTo>
                  <a:lnTo>
                    <a:pt x="3399" y="5406"/>
                  </a:lnTo>
                  <a:lnTo>
                    <a:pt x="2703" y="5484"/>
                  </a:lnTo>
                  <a:lnTo>
                    <a:pt x="1622" y="5484"/>
                  </a:lnTo>
                  <a:lnTo>
                    <a:pt x="1236" y="5445"/>
                  </a:lnTo>
                  <a:lnTo>
                    <a:pt x="966" y="5368"/>
                  </a:lnTo>
                  <a:lnTo>
                    <a:pt x="773" y="5291"/>
                  </a:lnTo>
                  <a:lnTo>
                    <a:pt x="696" y="5213"/>
                  </a:lnTo>
                  <a:lnTo>
                    <a:pt x="657" y="5097"/>
                  </a:lnTo>
                  <a:lnTo>
                    <a:pt x="657" y="4982"/>
                  </a:lnTo>
                  <a:lnTo>
                    <a:pt x="696" y="4827"/>
                  </a:lnTo>
                  <a:lnTo>
                    <a:pt x="734" y="4673"/>
                  </a:lnTo>
                  <a:lnTo>
                    <a:pt x="811" y="4557"/>
                  </a:lnTo>
                  <a:lnTo>
                    <a:pt x="889" y="4480"/>
                  </a:lnTo>
                  <a:lnTo>
                    <a:pt x="966" y="4441"/>
                  </a:lnTo>
                  <a:close/>
                  <a:moveTo>
                    <a:pt x="7183" y="4866"/>
                  </a:moveTo>
                  <a:lnTo>
                    <a:pt x="8380" y="5097"/>
                  </a:lnTo>
                  <a:lnTo>
                    <a:pt x="9616" y="5406"/>
                  </a:lnTo>
                  <a:lnTo>
                    <a:pt x="10272" y="5599"/>
                  </a:lnTo>
                  <a:lnTo>
                    <a:pt x="10967" y="5792"/>
                  </a:lnTo>
                  <a:lnTo>
                    <a:pt x="11662" y="6024"/>
                  </a:lnTo>
                  <a:lnTo>
                    <a:pt x="12087" y="6217"/>
                  </a:lnTo>
                  <a:lnTo>
                    <a:pt x="12203" y="6256"/>
                  </a:lnTo>
                  <a:lnTo>
                    <a:pt x="12319" y="6333"/>
                  </a:lnTo>
                  <a:lnTo>
                    <a:pt x="12396" y="6410"/>
                  </a:lnTo>
                  <a:lnTo>
                    <a:pt x="12434" y="6526"/>
                  </a:lnTo>
                  <a:lnTo>
                    <a:pt x="12473" y="6642"/>
                  </a:lnTo>
                  <a:lnTo>
                    <a:pt x="12473" y="6796"/>
                  </a:lnTo>
                  <a:lnTo>
                    <a:pt x="12396" y="7144"/>
                  </a:lnTo>
                  <a:lnTo>
                    <a:pt x="12241" y="7183"/>
                  </a:lnTo>
                  <a:lnTo>
                    <a:pt x="12010" y="7221"/>
                  </a:lnTo>
                  <a:lnTo>
                    <a:pt x="11817" y="7183"/>
                  </a:lnTo>
                  <a:lnTo>
                    <a:pt x="11585" y="7144"/>
                  </a:lnTo>
                  <a:lnTo>
                    <a:pt x="11122" y="7028"/>
                  </a:lnTo>
                  <a:lnTo>
                    <a:pt x="10735" y="6874"/>
                  </a:lnTo>
                  <a:lnTo>
                    <a:pt x="10002" y="6603"/>
                  </a:lnTo>
                  <a:lnTo>
                    <a:pt x="9307" y="6256"/>
                  </a:lnTo>
                  <a:lnTo>
                    <a:pt x="8766" y="5947"/>
                  </a:lnTo>
                  <a:lnTo>
                    <a:pt x="8225" y="5599"/>
                  </a:lnTo>
                  <a:lnTo>
                    <a:pt x="7183" y="4866"/>
                  </a:lnTo>
                  <a:close/>
                  <a:moveTo>
                    <a:pt x="8805" y="0"/>
                  </a:moveTo>
                  <a:lnTo>
                    <a:pt x="8573" y="39"/>
                  </a:lnTo>
                  <a:lnTo>
                    <a:pt x="8341" y="155"/>
                  </a:lnTo>
                  <a:lnTo>
                    <a:pt x="8110" y="271"/>
                  </a:lnTo>
                  <a:lnTo>
                    <a:pt x="7955" y="464"/>
                  </a:lnTo>
                  <a:lnTo>
                    <a:pt x="7723" y="850"/>
                  </a:lnTo>
                  <a:lnTo>
                    <a:pt x="7492" y="1275"/>
                  </a:lnTo>
                  <a:lnTo>
                    <a:pt x="7183" y="2201"/>
                  </a:lnTo>
                  <a:lnTo>
                    <a:pt x="6835" y="3321"/>
                  </a:lnTo>
                  <a:lnTo>
                    <a:pt x="6719" y="3862"/>
                  </a:lnTo>
                  <a:lnTo>
                    <a:pt x="6604" y="4441"/>
                  </a:lnTo>
                  <a:lnTo>
                    <a:pt x="6526" y="4518"/>
                  </a:lnTo>
                  <a:lnTo>
                    <a:pt x="6526" y="4634"/>
                  </a:lnTo>
                  <a:lnTo>
                    <a:pt x="5947" y="4595"/>
                  </a:lnTo>
                  <a:lnTo>
                    <a:pt x="5407" y="4557"/>
                  </a:lnTo>
                  <a:lnTo>
                    <a:pt x="4325" y="4402"/>
                  </a:lnTo>
                  <a:lnTo>
                    <a:pt x="3244" y="4209"/>
                  </a:lnTo>
                  <a:lnTo>
                    <a:pt x="2703" y="4132"/>
                  </a:lnTo>
                  <a:lnTo>
                    <a:pt x="2124" y="4093"/>
                  </a:lnTo>
                  <a:lnTo>
                    <a:pt x="1545" y="4055"/>
                  </a:lnTo>
                  <a:lnTo>
                    <a:pt x="1159" y="4055"/>
                  </a:lnTo>
                  <a:lnTo>
                    <a:pt x="773" y="4093"/>
                  </a:lnTo>
                  <a:lnTo>
                    <a:pt x="425" y="4209"/>
                  </a:lnTo>
                  <a:lnTo>
                    <a:pt x="271" y="4287"/>
                  </a:lnTo>
                  <a:lnTo>
                    <a:pt x="155" y="4364"/>
                  </a:lnTo>
                  <a:lnTo>
                    <a:pt x="78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4982"/>
                  </a:lnTo>
                  <a:lnTo>
                    <a:pt x="78" y="5136"/>
                  </a:lnTo>
                  <a:lnTo>
                    <a:pt x="155" y="5252"/>
                  </a:lnTo>
                  <a:lnTo>
                    <a:pt x="232" y="5406"/>
                  </a:lnTo>
                  <a:lnTo>
                    <a:pt x="348" y="5522"/>
                  </a:lnTo>
                  <a:lnTo>
                    <a:pt x="618" y="5677"/>
                  </a:lnTo>
                  <a:lnTo>
                    <a:pt x="927" y="5792"/>
                  </a:lnTo>
                  <a:lnTo>
                    <a:pt x="1275" y="5870"/>
                  </a:lnTo>
                  <a:lnTo>
                    <a:pt x="1622" y="5908"/>
                  </a:lnTo>
                  <a:lnTo>
                    <a:pt x="2240" y="5908"/>
                  </a:lnTo>
                  <a:lnTo>
                    <a:pt x="3360" y="5831"/>
                  </a:lnTo>
                  <a:lnTo>
                    <a:pt x="4441" y="5715"/>
                  </a:lnTo>
                  <a:lnTo>
                    <a:pt x="5561" y="5484"/>
                  </a:lnTo>
                  <a:lnTo>
                    <a:pt x="6102" y="5329"/>
                  </a:lnTo>
                  <a:lnTo>
                    <a:pt x="6604" y="5136"/>
                  </a:lnTo>
                  <a:lnTo>
                    <a:pt x="6604" y="5175"/>
                  </a:lnTo>
                  <a:lnTo>
                    <a:pt x="6642" y="5599"/>
                  </a:lnTo>
                  <a:lnTo>
                    <a:pt x="6681" y="5792"/>
                  </a:lnTo>
                  <a:lnTo>
                    <a:pt x="6758" y="5986"/>
                  </a:lnTo>
                  <a:lnTo>
                    <a:pt x="7028" y="6024"/>
                  </a:lnTo>
                  <a:lnTo>
                    <a:pt x="7028" y="5986"/>
                  </a:lnTo>
                  <a:lnTo>
                    <a:pt x="6951" y="5599"/>
                  </a:lnTo>
                  <a:lnTo>
                    <a:pt x="6951" y="5406"/>
                  </a:lnTo>
                  <a:lnTo>
                    <a:pt x="6990" y="5213"/>
                  </a:lnTo>
                  <a:lnTo>
                    <a:pt x="7028" y="5175"/>
                  </a:lnTo>
                  <a:lnTo>
                    <a:pt x="7723" y="5754"/>
                  </a:lnTo>
                  <a:lnTo>
                    <a:pt x="8496" y="6256"/>
                  </a:lnTo>
                  <a:lnTo>
                    <a:pt x="9307" y="6681"/>
                  </a:lnTo>
                  <a:lnTo>
                    <a:pt x="10118" y="7067"/>
                  </a:lnTo>
                  <a:lnTo>
                    <a:pt x="10774" y="7337"/>
                  </a:lnTo>
                  <a:lnTo>
                    <a:pt x="11237" y="7453"/>
                  </a:lnTo>
                  <a:lnTo>
                    <a:pt x="11662" y="7569"/>
                  </a:lnTo>
                  <a:lnTo>
                    <a:pt x="12126" y="7607"/>
                  </a:lnTo>
                  <a:lnTo>
                    <a:pt x="12319" y="7569"/>
                  </a:lnTo>
                  <a:lnTo>
                    <a:pt x="12512" y="7530"/>
                  </a:lnTo>
                  <a:lnTo>
                    <a:pt x="12666" y="7453"/>
                  </a:lnTo>
                  <a:lnTo>
                    <a:pt x="12821" y="7376"/>
                  </a:lnTo>
                  <a:lnTo>
                    <a:pt x="12936" y="7221"/>
                  </a:lnTo>
                  <a:lnTo>
                    <a:pt x="13014" y="7028"/>
                  </a:lnTo>
                  <a:lnTo>
                    <a:pt x="13052" y="6874"/>
                  </a:lnTo>
                  <a:lnTo>
                    <a:pt x="13052" y="6719"/>
                  </a:lnTo>
                  <a:lnTo>
                    <a:pt x="13014" y="6565"/>
                  </a:lnTo>
                  <a:lnTo>
                    <a:pt x="12975" y="6449"/>
                  </a:lnTo>
                  <a:lnTo>
                    <a:pt x="12898" y="6333"/>
                  </a:lnTo>
                  <a:lnTo>
                    <a:pt x="12782" y="6217"/>
                  </a:lnTo>
                  <a:lnTo>
                    <a:pt x="12512" y="6024"/>
                  </a:lnTo>
                  <a:lnTo>
                    <a:pt x="12241" y="5870"/>
                  </a:lnTo>
                  <a:lnTo>
                    <a:pt x="11894" y="5715"/>
                  </a:lnTo>
                  <a:lnTo>
                    <a:pt x="11353" y="5522"/>
                  </a:lnTo>
                  <a:lnTo>
                    <a:pt x="10388" y="5213"/>
                  </a:lnTo>
                  <a:lnTo>
                    <a:pt x="9384" y="4943"/>
                  </a:lnTo>
                  <a:lnTo>
                    <a:pt x="8380" y="4711"/>
                  </a:lnTo>
                  <a:lnTo>
                    <a:pt x="7376" y="4518"/>
                  </a:lnTo>
                  <a:lnTo>
                    <a:pt x="8418" y="3437"/>
                  </a:lnTo>
                  <a:lnTo>
                    <a:pt x="8882" y="2896"/>
                  </a:lnTo>
                  <a:lnTo>
                    <a:pt x="9345" y="2279"/>
                  </a:lnTo>
                  <a:lnTo>
                    <a:pt x="9461" y="2085"/>
                  </a:lnTo>
                  <a:lnTo>
                    <a:pt x="9577" y="1854"/>
                  </a:lnTo>
                  <a:lnTo>
                    <a:pt x="9654" y="1622"/>
                  </a:lnTo>
                  <a:lnTo>
                    <a:pt x="9731" y="1390"/>
                  </a:lnTo>
                  <a:lnTo>
                    <a:pt x="9731" y="1159"/>
                  </a:lnTo>
                  <a:lnTo>
                    <a:pt x="9693" y="927"/>
                  </a:lnTo>
                  <a:lnTo>
                    <a:pt x="9654" y="657"/>
                  </a:lnTo>
                  <a:lnTo>
                    <a:pt x="9500" y="464"/>
                  </a:lnTo>
                  <a:lnTo>
                    <a:pt x="9461" y="309"/>
                  </a:lnTo>
                  <a:lnTo>
                    <a:pt x="9384" y="232"/>
                  </a:lnTo>
                  <a:lnTo>
                    <a:pt x="9229" y="78"/>
                  </a:lnTo>
                  <a:lnTo>
                    <a:pt x="90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3"/>
            <p:cNvSpPr/>
            <p:nvPr/>
          </p:nvSpPr>
          <p:spPr>
            <a:xfrm>
              <a:off x="1058675" y="4315675"/>
              <a:ext cx="594700" cy="534825"/>
            </a:xfrm>
            <a:custGeom>
              <a:avLst/>
              <a:gdLst/>
              <a:ahLst/>
              <a:cxnLst/>
              <a:rect l="l" t="t" r="r" b="b"/>
              <a:pathLst>
                <a:path w="23788" h="21393" extrusionOk="0">
                  <a:moveTo>
                    <a:pt x="23478" y="270"/>
                  </a:moveTo>
                  <a:lnTo>
                    <a:pt x="23401" y="386"/>
                  </a:lnTo>
                  <a:lnTo>
                    <a:pt x="22590" y="1815"/>
                  </a:lnTo>
                  <a:lnTo>
                    <a:pt x="21741" y="3205"/>
                  </a:lnTo>
                  <a:lnTo>
                    <a:pt x="20853" y="4595"/>
                  </a:lnTo>
                  <a:lnTo>
                    <a:pt x="19926" y="5985"/>
                  </a:lnTo>
                  <a:lnTo>
                    <a:pt x="19269" y="5754"/>
                  </a:lnTo>
                  <a:lnTo>
                    <a:pt x="18999" y="5638"/>
                  </a:lnTo>
                  <a:lnTo>
                    <a:pt x="18690" y="5483"/>
                  </a:lnTo>
                  <a:lnTo>
                    <a:pt x="18420" y="5290"/>
                  </a:lnTo>
                  <a:lnTo>
                    <a:pt x="18150" y="5059"/>
                  </a:lnTo>
                  <a:lnTo>
                    <a:pt x="17918" y="4827"/>
                  </a:lnTo>
                  <a:lnTo>
                    <a:pt x="17686" y="4557"/>
                  </a:lnTo>
                  <a:lnTo>
                    <a:pt x="17493" y="4286"/>
                  </a:lnTo>
                  <a:lnTo>
                    <a:pt x="17339" y="3977"/>
                  </a:lnTo>
                  <a:lnTo>
                    <a:pt x="17030" y="3360"/>
                  </a:lnTo>
                  <a:lnTo>
                    <a:pt x="16798" y="2742"/>
                  </a:lnTo>
                  <a:lnTo>
                    <a:pt x="16605" y="2085"/>
                  </a:lnTo>
                  <a:lnTo>
                    <a:pt x="17416" y="1776"/>
                  </a:lnTo>
                  <a:lnTo>
                    <a:pt x="18265" y="1467"/>
                  </a:lnTo>
                  <a:lnTo>
                    <a:pt x="19115" y="1197"/>
                  </a:lnTo>
                  <a:lnTo>
                    <a:pt x="19965" y="965"/>
                  </a:lnTo>
                  <a:lnTo>
                    <a:pt x="20853" y="772"/>
                  </a:lnTo>
                  <a:lnTo>
                    <a:pt x="21702" y="579"/>
                  </a:lnTo>
                  <a:lnTo>
                    <a:pt x="22590" y="425"/>
                  </a:lnTo>
                  <a:lnTo>
                    <a:pt x="23478" y="270"/>
                  </a:lnTo>
                  <a:close/>
                  <a:moveTo>
                    <a:pt x="4866" y="7607"/>
                  </a:moveTo>
                  <a:lnTo>
                    <a:pt x="6256" y="7646"/>
                  </a:lnTo>
                  <a:lnTo>
                    <a:pt x="7608" y="7723"/>
                  </a:lnTo>
                  <a:lnTo>
                    <a:pt x="7222" y="8186"/>
                  </a:lnTo>
                  <a:lnTo>
                    <a:pt x="6835" y="8650"/>
                  </a:lnTo>
                  <a:lnTo>
                    <a:pt x="6488" y="9190"/>
                  </a:lnTo>
                  <a:lnTo>
                    <a:pt x="6140" y="9692"/>
                  </a:lnTo>
                  <a:lnTo>
                    <a:pt x="5909" y="10233"/>
                  </a:lnTo>
                  <a:lnTo>
                    <a:pt x="5870" y="10272"/>
                  </a:lnTo>
                  <a:lnTo>
                    <a:pt x="5214" y="10774"/>
                  </a:lnTo>
                  <a:lnTo>
                    <a:pt x="4557" y="11314"/>
                  </a:lnTo>
                  <a:lnTo>
                    <a:pt x="4326" y="11546"/>
                  </a:lnTo>
                  <a:lnTo>
                    <a:pt x="4094" y="11816"/>
                  </a:lnTo>
                  <a:lnTo>
                    <a:pt x="3824" y="12048"/>
                  </a:lnTo>
                  <a:lnTo>
                    <a:pt x="3708" y="12125"/>
                  </a:lnTo>
                  <a:lnTo>
                    <a:pt x="3553" y="12164"/>
                  </a:lnTo>
                  <a:lnTo>
                    <a:pt x="3399" y="12202"/>
                  </a:lnTo>
                  <a:lnTo>
                    <a:pt x="3206" y="12164"/>
                  </a:lnTo>
                  <a:lnTo>
                    <a:pt x="2742" y="12087"/>
                  </a:lnTo>
                  <a:lnTo>
                    <a:pt x="1970" y="11855"/>
                  </a:lnTo>
                  <a:lnTo>
                    <a:pt x="387" y="11507"/>
                  </a:lnTo>
                  <a:lnTo>
                    <a:pt x="1005" y="11083"/>
                  </a:lnTo>
                  <a:lnTo>
                    <a:pt x="1584" y="10658"/>
                  </a:lnTo>
                  <a:lnTo>
                    <a:pt x="2163" y="10156"/>
                  </a:lnTo>
                  <a:lnTo>
                    <a:pt x="2704" y="9654"/>
                  </a:lnTo>
                  <a:lnTo>
                    <a:pt x="3553" y="8804"/>
                  </a:lnTo>
                  <a:lnTo>
                    <a:pt x="4055" y="8186"/>
                  </a:lnTo>
                  <a:lnTo>
                    <a:pt x="4326" y="7916"/>
                  </a:lnTo>
                  <a:lnTo>
                    <a:pt x="4634" y="7684"/>
                  </a:lnTo>
                  <a:lnTo>
                    <a:pt x="4789" y="7684"/>
                  </a:lnTo>
                  <a:lnTo>
                    <a:pt x="4827" y="7646"/>
                  </a:lnTo>
                  <a:lnTo>
                    <a:pt x="4866" y="7607"/>
                  </a:lnTo>
                  <a:close/>
                  <a:moveTo>
                    <a:pt x="16296" y="2201"/>
                  </a:moveTo>
                  <a:lnTo>
                    <a:pt x="16489" y="2858"/>
                  </a:lnTo>
                  <a:lnTo>
                    <a:pt x="16721" y="3553"/>
                  </a:lnTo>
                  <a:lnTo>
                    <a:pt x="17030" y="4209"/>
                  </a:lnTo>
                  <a:lnTo>
                    <a:pt x="17223" y="4518"/>
                  </a:lnTo>
                  <a:lnTo>
                    <a:pt x="17455" y="4827"/>
                  </a:lnTo>
                  <a:lnTo>
                    <a:pt x="17648" y="5136"/>
                  </a:lnTo>
                  <a:lnTo>
                    <a:pt x="17879" y="5368"/>
                  </a:lnTo>
                  <a:lnTo>
                    <a:pt x="18150" y="5599"/>
                  </a:lnTo>
                  <a:lnTo>
                    <a:pt x="18420" y="5831"/>
                  </a:lnTo>
                  <a:lnTo>
                    <a:pt x="18729" y="5985"/>
                  </a:lnTo>
                  <a:lnTo>
                    <a:pt x="19038" y="6140"/>
                  </a:lnTo>
                  <a:lnTo>
                    <a:pt x="19385" y="6217"/>
                  </a:lnTo>
                  <a:lnTo>
                    <a:pt x="19771" y="6256"/>
                  </a:lnTo>
                  <a:lnTo>
                    <a:pt x="18922" y="7453"/>
                  </a:lnTo>
                  <a:lnTo>
                    <a:pt x="18034" y="8611"/>
                  </a:lnTo>
                  <a:lnTo>
                    <a:pt x="17223" y="9615"/>
                  </a:lnTo>
                  <a:lnTo>
                    <a:pt x="16373" y="10581"/>
                  </a:lnTo>
                  <a:lnTo>
                    <a:pt x="15524" y="11507"/>
                  </a:lnTo>
                  <a:lnTo>
                    <a:pt x="14597" y="12395"/>
                  </a:lnTo>
                  <a:lnTo>
                    <a:pt x="13670" y="13284"/>
                  </a:lnTo>
                  <a:lnTo>
                    <a:pt x="13168" y="13747"/>
                  </a:lnTo>
                  <a:lnTo>
                    <a:pt x="12628" y="14172"/>
                  </a:lnTo>
                  <a:lnTo>
                    <a:pt x="12126" y="14558"/>
                  </a:lnTo>
                  <a:lnTo>
                    <a:pt x="11546" y="14905"/>
                  </a:lnTo>
                  <a:lnTo>
                    <a:pt x="10967" y="15214"/>
                  </a:lnTo>
                  <a:lnTo>
                    <a:pt x="10388" y="15446"/>
                  </a:lnTo>
                  <a:lnTo>
                    <a:pt x="9809" y="15600"/>
                  </a:lnTo>
                  <a:lnTo>
                    <a:pt x="9191" y="15678"/>
                  </a:lnTo>
                  <a:lnTo>
                    <a:pt x="8612" y="15678"/>
                  </a:lnTo>
                  <a:lnTo>
                    <a:pt x="8341" y="15639"/>
                  </a:lnTo>
                  <a:lnTo>
                    <a:pt x="8033" y="15562"/>
                  </a:lnTo>
                  <a:lnTo>
                    <a:pt x="7762" y="15446"/>
                  </a:lnTo>
                  <a:lnTo>
                    <a:pt x="7531" y="15330"/>
                  </a:lnTo>
                  <a:lnTo>
                    <a:pt x="7260" y="15214"/>
                  </a:lnTo>
                  <a:lnTo>
                    <a:pt x="7029" y="15021"/>
                  </a:lnTo>
                  <a:lnTo>
                    <a:pt x="6835" y="14828"/>
                  </a:lnTo>
                  <a:lnTo>
                    <a:pt x="6642" y="14597"/>
                  </a:lnTo>
                  <a:lnTo>
                    <a:pt x="6449" y="14365"/>
                  </a:lnTo>
                  <a:lnTo>
                    <a:pt x="6295" y="14095"/>
                  </a:lnTo>
                  <a:lnTo>
                    <a:pt x="6063" y="13554"/>
                  </a:lnTo>
                  <a:lnTo>
                    <a:pt x="5909" y="13013"/>
                  </a:lnTo>
                  <a:lnTo>
                    <a:pt x="5870" y="12434"/>
                  </a:lnTo>
                  <a:lnTo>
                    <a:pt x="5870" y="11855"/>
                  </a:lnTo>
                  <a:lnTo>
                    <a:pt x="5986" y="11314"/>
                  </a:lnTo>
                  <a:lnTo>
                    <a:pt x="6140" y="10735"/>
                  </a:lnTo>
                  <a:lnTo>
                    <a:pt x="6333" y="10194"/>
                  </a:lnTo>
                  <a:lnTo>
                    <a:pt x="6604" y="9692"/>
                  </a:lnTo>
                  <a:lnTo>
                    <a:pt x="6913" y="9229"/>
                  </a:lnTo>
                  <a:lnTo>
                    <a:pt x="7222" y="8766"/>
                  </a:lnTo>
                  <a:lnTo>
                    <a:pt x="7569" y="8302"/>
                  </a:lnTo>
                  <a:lnTo>
                    <a:pt x="7955" y="7878"/>
                  </a:lnTo>
                  <a:lnTo>
                    <a:pt x="8766" y="7067"/>
                  </a:lnTo>
                  <a:lnTo>
                    <a:pt x="9616" y="6333"/>
                  </a:lnTo>
                  <a:lnTo>
                    <a:pt x="10542" y="5561"/>
                  </a:lnTo>
                  <a:lnTo>
                    <a:pt x="11508" y="4866"/>
                  </a:lnTo>
                  <a:lnTo>
                    <a:pt x="12473" y="4209"/>
                  </a:lnTo>
                  <a:lnTo>
                    <a:pt x="13516" y="3591"/>
                  </a:lnTo>
                  <a:lnTo>
                    <a:pt x="14211" y="3205"/>
                  </a:lnTo>
                  <a:lnTo>
                    <a:pt x="14906" y="2858"/>
                  </a:lnTo>
                  <a:lnTo>
                    <a:pt x="15601" y="2510"/>
                  </a:lnTo>
                  <a:lnTo>
                    <a:pt x="16296" y="2201"/>
                  </a:lnTo>
                  <a:close/>
                  <a:moveTo>
                    <a:pt x="5638" y="13361"/>
                  </a:moveTo>
                  <a:lnTo>
                    <a:pt x="5754" y="13747"/>
                  </a:lnTo>
                  <a:lnTo>
                    <a:pt x="5870" y="14133"/>
                  </a:lnTo>
                  <a:lnTo>
                    <a:pt x="6063" y="14519"/>
                  </a:lnTo>
                  <a:lnTo>
                    <a:pt x="6295" y="14828"/>
                  </a:lnTo>
                  <a:lnTo>
                    <a:pt x="6565" y="15137"/>
                  </a:lnTo>
                  <a:lnTo>
                    <a:pt x="6874" y="15407"/>
                  </a:lnTo>
                  <a:lnTo>
                    <a:pt x="7222" y="15639"/>
                  </a:lnTo>
                  <a:lnTo>
                    <a:pt x="7608" y="15832"/>
                  </a:lnTo>
                  <a:lnTo>
                    <a:pt x="7415" y="16141"/>
                  </a:lnTo>
                  <a:lnTo>
                    <a:pt x="7260" y="16489"/>
                  </a:lnTo>
                  <a:lnTo>
                    <a:pt x="6797" y="16296"/>
                  </a:lnTo>
                  <a:lnTo>
                    <a:pt x="6411" y="16025"/>
                  </a:lnTo>
                  <a:lnTo>
                    <a:pt x="6025" y="15716"/>
                  </a:lnTo>
                  <a:lnTo>
                    <a:pt x="5716" y="15369"/>
                  </a:lnTo>
                  <a:lnTo>
                    <a:pt x="5484" y="14983"/>
                  </a:lnTo>
                  <a:lnTo>
                    <a:pt x="5252" y="14558"/>
                  </a:lnTo>
                  <a:lnTo>
                    <a:pt x="5098" y="14133"/>
                  </a:lnTo>
                  <a:lnTo>
                    <a:pt x="5021" y="13631"/>
                  </a:lnTo>
                  <a:lnTo>
                    <a:pt x="4982" y="13593"/>
                  </a:lnTo>
                  <a:lnTo>
                    <a:pt x="5638" y="13361"/>
                  </a:lnTo>
                  <a:close/>
                  <a:moveTo>
                    <a:pt x="4827" y="13670"/>
                  </a:moveTo>
                  <a:lnTo>
                    <a:pt x="4866" y="14210"/>
                  </a:lnTo>
                  <a:lnTo>
                    <a:pt x="4982" y="14712"/>
                  </a:lnTo>
                  <a:lnTo>
                    <a:pt x="5214" y="15176"/>
                  </a:lnTo>
                  <a:lnTo>
                    <a:pt x="5484" y="15600"/>
                  </a:lnTo>
                  <a:lnTo>
                    <a:pt x="5831" y="15948"/>
                  </a:lnTo>
                  <a:lnTo>
                    <a:pt x="6218" y="16296"/>
                  </a:lnTo>
                  <a:lnTo>
                    <a:pt x="6642" y="16566"/>
                  </a:lnTo>
                  <a:lnTo>
                    <a:pt x="7106" y="16759"/>
                  </a:lnTo>
                  <a:lnTo>
                    <a:pt x="6951" y="17300"/>
                  </a:lnTo>
                  <a:lnTo>
                    <a:pt x="6411" y="17029"/>
                  </a:lnTo>
                  <a:lnTo>
                    <a:pt x="5909" y="16720"/>
                  </a:lnTo>
                  <a:lnTo>
                    <a:pt x="5484" y="16373"/>
                  </a:lnTo>
                  <a:lnTo>
                    <a:pt x="5098" y="15987"/>
                  </a:lnTo>
                  <a:lnTo>
                    <a:pt x="4789" y="15562"/>
                  </a:lnTo>
                  <a:lnTo>
                    <a:pt x="4480" y="15060"/>
                  </a:lnTo>
                  <a:lnTo>
                    <a:pt x="4248" y="14558"/>
                  </a:lnTo>
                  <a:lnTo>
                    <a:pt x="4055" y="13979"/>
                  </a:lnTo>
                  <a:lnTo>
                    <a:pt x="4248" y="13940"/>
                  </a:lnTo>
                  <a:lnTo>
                    <a:pt x="4441" y="13863"/>
                  </a:lnTo>
                  <a:lnTo>
                    <a:pt x="4827" y="13670"/>
                  </a:lnTo>
                  <a:close/>
                  <a:moveTo>
                    <a:pt x="4441" y="15871"/>
                  </a:moveTo>
                  <a:lnTo>
                    <a:pt x="4673" y="16180"/>
                  </a:lnTo>
                  <a:lnTo>
                    <a:pt x="4905" y="16450"/>
                  </a:lnTo>
                  <a:lnTo>
                    <a:pt x="5175" y="16682"/>
                  </a:lnTo>
                  <a:lnTo>
                    <a:pt x="5445" y="16913"/>
                  </a:lnTo>
                  <a:lnTo>
                    <a:pt x="5291" y="17029"/>
                  </a:lnTo>
                  <a:lnTo>
                    <a:pt x="5214" y="17222"/>
                  </a:lnTo>
                  <a:lnTo>
                    <a:pt x="5098" y="17068"/>
                  </a:lnTo>
                  <a:lnTo>
                    <a:pt x="5059" y="16991"/>
                  </a:lnTo>
                  <a:lnTo>
                    <a:pt x="4982" y="16952"/>
                  </a:lnTo>
                  <a:lnTo>
                    <a:pt x="4905" y="16952"/>
                  </a:lnTo>
                  <a:lnTo>
                    <a:pt x="4827" y="16991"/>
                  </a:lnTo>
                  <a:lnTo>
                    <a:pt x="4519" y="17415"/>
                  </a:lnTo>
                  <a:lnTo>
                    <a:pt x="4210" y="17840"/>
                  </a:lnTo>
                  <a:lnTo>
                    <a:pt x="3862" y="18226"/>
                  </a:lnTo>
                  <a:lnTo>
                    <a:pt x="3476" y="18574"/>
                  </a:lnTo>
                  <a:lnTo>
                    <a:pt x="3090" y="18921"/>
                  </a:lnTo>
                  <a:lnTo>
                    <a:pt x="2665" y="19230"/>
                  </a:lnTo>
                  <a:lnTo>
                    <a:pt x="2240" y="19501"/>
                  </a:lnTo>
                  <a:lnTo>
                    <a:pt x="1777" y="19771"/>
                  </a:lnTo>
                  <a:lnTo>
                    <a:pt x="1777" y="19771"/>
                  </a:lnTo>
                  <a:lnTo>
                    <a:pt x="1816" y="19346"/>
                  </a:lnTo>
                  <a:lnTo>
                    <a:pt x="1854" y="18921"/>
                  </a:lnTo>
                  <a:lnTo>
                    <a:pt x="2009" y="18535"/>
                  </a:lnTo>
                  <a:lnTo>
                    <a:pt x="2163" y="18188"/>
                  </a:lnTo>
                  <a:lnTo>
                    <a:pt x="2395" y="17840"/>
                  </a:lnTo>
                  <a:lnTo>
                    <a:pt x="2665" y="17531"/>
                  </a:lnTo>
                  <a:lnTo>
                    <a:pt x="2974" y="17222"/>
                  </a:lnTo>
                  <a:lnTo>
                    <a:pt x="3360" y="16913"/>
                  </a:lnTo>
                  <a:lnTo>
                    <a:pt x="3669" y="16720"/>
                  </a:lnTo>
                  <a:lnTo>
                    <a:pt x="3939" y="16489"/>
                  </a:lnTo>
                  <a:lnTo>
                    <a:pt x="4017" y="16334"/>
                  </a:lnTo>
                  <a:lnTo>
                    <a:pt x="4094" y="16218"/>
                  </a:lnTo>
                  <a:lnTo>
                    <a:pt x="4094" y="16064"/>
                  </a:lnTo>
                  <a:lnTo>
                    <a:pt x="4055" y="15871"/>
                  </a:lnTo>
                  <a:close/>
                  <a:moveTo>
                    <a:pt x="13439" y="13979"/>
                  </a:moveTo>
                  <a:lnTo>
                    <a:pt x="13400" y="14674"/>
                  </a:lnTo>
                  <a:lnTo>
                    <a:pt x="13400" y="15369"/>
                  </a:lnTo>
                  <a:lnTo>
                    <a:pt x="13477" y="16025"/>
                  </a:lnTo>
                  <a:lnTo>
                    <a:pt x="13632" y="16682"/>
                  </a:lnTo>
                  <a:lnTo>
                    <a:pt x="12396" y="17454"/>
                  </a:lnTo>
                  <a:lnTo>
                    <a:pt x="11160" y="18304"/>
                  </a:lnTo>
                  <a:lnTo>
                    <a:pt x="8805" y="20041"/>
                  </a:lnTo>
                  <a:lnTo>
                    <a:pt x="8766" y="19037"/>
                  </a:lnTo>
                  <a:lnTo>
                    <a:pt x="8689" y="18033"/>
                  </a:lnTo>
                  <a:lnTo>
                    <a:pt x="8650" y="17724"/>
                  </a:lnTo>
                  <a:lnTo>
                    <a:pt x="8689" y="17493"/>
                  </a:lnTo>
                  <a:lnTo>
                    <a:pt x="8728" y="17377"/>
                  </a:lnTo>
                  <a:lnTo>
                    <a:pt x="8805" y="17261"/>
                  </a:lnTo>
                  <a:lnTo>
                    <a:pt x="9037" y="17068"/>
                  </a:lnTo>
                  <a:lnTo>
                    <a:pt x="9654" y="16604"/>
                  </a:lnTo>
                  <a:lnTo>
                    <a:pt x="10195" y="16141"/>
                  </a:lnTo>
                  <a:lnTo>
                    <a:pt x="10234" y="16064"/>
                  </a:lnTo>
                  <a:lnTo>
                    <a:pt x="10272" y="16025"/>
                  </a:lnTo>
                  <a:lnTo>
                    <a:pt x="10234" y="15909"/>
                  </a:lnTo>
                  <a:lnTo>
                    <a:pt x="10774" y="15716"/>
                  </a:lnTo>
                  <a:lnTo>
                    <a:pt x="11276" y="15485"/>
                  </a:lnTo>
                  <a:lnTo>
                    <a:pt x="11740" y="15214"/>
                  </a:lnTo>
                  <a:lnTo>
                    <a:pt x="12203" y="14905"/>
                  </a:lnTo>
                  <a:lnTo>
                    <a:pt x="12821" y="14481"/>
                  </a:lnTo>
                  <a:lnTo>
                    <a:pt x="13439" y="13979"/>
                  </a:lnTo>
                  <a:close/>
                  <a:moveTo>
                    <a:pt x="3978" y="14944"/>
                  </a:moveTo>
                  <a:lnTo>
                    <a:pt x="4132" y="15330"/>
                  </a:lnTo>
                  <a:lnTo>
                    <a:pt x="4326" y="15678"/>
                  </a:lnTo>
                  <a:lnTo>
                    <a:pt x="3862" y="15678"/>
                  </a:lnTo>
                  <a:lnTo>
                    <a:pt x="3785" y="15716"/>
                  </a:lnTo>
                  <a:lnTo>
                    <a:pt x="3746" y="15755"/>
                  </a:lnTo>
                  <a:lnTo>
                    <a:pt x="3746" y="15832"/>
                  </a:lnTo>
                  <a:lnTo>
                    <a:pt x="3785" y="15871"/>
                  </a:lnTo>
                  <a:lnTo>
                    <a:pt x="3785" y="15948"/>
                  </a:lnTo>
                  <a:lnTo>
                    <a:pt x="3785" y="16064"/>
                  </a:lnTo>
                  <a:lnTo>
                    <a:pt x="3669" y="16257"/>
                  </a:lnTo>
                  <a:lnTo>
                    <a:pt x="3476" y="16489"/>
                  </a:lnTo>
                  <a:lnTo>
                    <a:pt x="3206" y="16720"/>
                  </a:lnTo>
                  <a:lnTo>
                    <a:pt x="2665" y="17145"/>
                  </a:lnTo>
                  <a:lnTo>
                    <a:pt x="2318" y="17415"/>
                  </a:lnTo>
                  <a:lnTo>
                    <a:pt x="2009" y="17802"/>
                  </a:lnTo>
                  <a:lnTo>
                    <a:pt x="1777" y="18188"/>
                  </a:lnTo>
                  <a:lnTo>
                    <a:pt x="1584" y="18651"/>
                  </a:lnTo>
                  <a:lnTo>
                    <a:pt x="1507" y="19114"/>
                  </a:lnTo>
                  <a:lnTo>
                    <a:pt x="1468" y="19346"/>
                  </a:lnTo>
                  <a:lnTo>
                    <a:pt x="1468" y="19578"/>
                  </a:lnTo>
                  <a:lnTo>
                    <a:pt x="1507" y="19848"/>
                  </a:lnTo>
                  <a:lnTo>
                    <a:pt x="1545" y="20080"/>
                  </a:lnTo>
                  <a:lnTo>
                    <a:pt x="1622" y="20118"/>
                  </a:lnTo>
                  <a:lnTo>
                    <a:pt x="1738" y="20118"/>
                  </a:lnTo>
                  <a:lnTo>
                    <a:pt x="1777" y="20041"/>
                  </a:lnTo>
                  <a:lnTo>
                    <a:pt x="2279" y="19809"/>
                  </a:lnTo>
                  <a:lnTo>
                    <a:pt x="2742" y="19578"/>
                  </a:lnTo>
                  <a:lnTo>
                    <a:pt x="3167" y="19269"/>
                  </a:lnTo>
                  <a:lnTo>
                    <a:pt x="3553" y="18960"/>
                  </a:lnTo>
                  <a:lnTo>
                    <a:pt x="3939" y="18612"/>
                  </a:lnTo>
                  <a:lnTo>
                    <a:pt x="4287" y="18226"/>
                  </a:lnTo>
                  <a:lnTo>
                    <a:pt x="4634" y="17802"/>
                  </a:lnTo>
                  <a:lnTo>
                    <a:pt x="4943" y="17377"/>
                  </a:lnTo>
                  <a:lnTo>
                    <a:pt x="5059" y="17531"/>
                  </a:lnTo>
                  <a:lnTo>
                    <a:pt x="5175" y="17647"/>
                  </a:lnTo>
                  <a:lnTo>
                    <a:pt x="5291" y="17647"/>
                  </a:lnTo>
                  <a:lnTo>
                    <a:pt x="5368" y="17608"/>
                  </a:lnTo>
                  <a:lnTo>
                    <a:pt x="5368" y="17531"/>
                  </a:lnTo>
                  <a:lnTo>
                    <a:pt x="5638" y="17068"/>
                  </a:lnTo>
                  <a:lnTo>
                    <a:pt x="6025" y="17300"/>
                  </a:lnTo>
                  <a:lnTo>
                    <a:pt x="5986" y="17802"/>
                  </a:lnTo>
                  <a:lnTo>
                    <a:pt x="5870" y="18304"/>
                  </a:lnTo>
                  <a:lnTo>
                    <a:pt x="5754" y="18806"/>
                  </a:lnTo>
                  <a:lnTo>
                    <a:pt x="5561" y="19308"/>
                  </a:lnTo>
                  <a:lnTo>
                    <a:pt x="5445" y="19076"/>
                  </a:lnTo>
                  <a:lnTo>
                    <a:pt x="5407" y="18844"/>
                  </a:lnTo>
                  <a:lnTo>
                    <a:pt x="5368" y="18574"/>
                  </a:lnTo>
                  <a:lnTo>
                    <a:pt x="5407" y="18304"/>
                  </a:lnTo>
                  <a:lnTo>
                    <a:pt x="5445" y="18226"/>
                  </a:lnTo>
                  <a:lnTo>
                    <a:pt x="5407" y="18188"/>
                  </a:lnTo>
                  <a:lnTo>
                    <a:pt x="5329" y="18110"/>
                  </a:lnTo>
                  <a:lnTo>
                    <a:pt x="5252" y="18072"/>
                  </a:lnTo>
                  <a:lnTo>
                    <a:pt x="5214" y="18110"/>
                  </a:lnTo>
                  <a:lnTo>
                    <a:pt x="5136" y="18110"/>
                  </a:lnTo>
                  <a:lnTo>
                    <a:pt x="5098" y="18188"/>
                  </a:lnTo>
                  <a:lnTo>
                    <a:pt x="4827" y="18767"/>
                  </a:lnTo>
                  <a:lnTo>
                    <a:pt x="4519" y="19308"/>
                  </a:lnTo>
                  <a:lnTo>
                    <a:pt x="4326" y="19539"/>
                  </a:lnTo>
                  <a:lnTo>
                    <a:pt x="4094" y="19771"/>
                  </a:lnTo>
                  <a:lnTo>
                    <a:pt x="3862" y="19964"/>
                  </a:lnTo>
                  <a:lnTo>
                    <a:pt x="3592" y="20196"/>
                  </a:lnTo>
                  <a:lnTo>
                    <a:pt x="3090" y="20505"/>
                  </a:lnTo>
                  <a:lnTo>
                    <a:pt x="2820" y="20659"/>
                  </a:lnTo>
                  <a:lnTo>
                    <a:pt x="2511" y="20775"/>
                  </a:lnTo>
                  <a:lnTo>
                    <a:pt x="2202" y="20891"/>
                  </a:lnTo>
                  <a:lnTo>
                    <a:pt x="1893" y="20968"/>
                  </a:lnTo>
                  <a:lnTo>
                    <a:pt x="1584" y="21007"/>
                  </a:lnTo>
                  <a:lnTo>
                    <a:pt x="1275" y="20968"/>
                  </a:lnTo>
                  <a:lnTo>
                    <a:pt x="1043" y="20929"/>
                  </a:lnTo>
                  <a:lnTo>
                    <a:pt x="889" y="20813"/>
                  </a:lnTo>
                  <a:lnTo>
                    <a:pt x="773" y="20698"/>
                  </a:lnTo>
                  <a:lnTo>
                    <a:pt x="734" y="20543"/>
                  </a:lnTo>
                  <a:lnTo>
                    <a:pt x="696" y="20350"/>
                  </a:lnTo>
                  <a:lnTo>
                    <a:pt x="696" y="20157"/>
                  </a:lnTo>
                  <a:lnTo>
                    <a:pt x="734" y="19732"/>
                  </a:lnTo>
                  <a:lnTo>
                    <a:pt x="812" y="19037"/>
                  </a:lnTo>
                  <a:lnTo>
                    <a:pt x="889" y="18690"/>
                  </a:lnTo>
                  <a:lnTo>
                    <a:pt x="1005" y="18342"/>
                  </a:lnTo>
                  <a:lnTo>
                    <a:pt x="1159" y="17956"/>
                  </a:lnTo>
                  <a:lnTo>
                    <a:pt x="1352" y="17608"/>
                  </a:lnTo>
                  <a:lnTo>
                    <a:pt x="1584" y="17261"/>
                  </a:lnTo>
                  <a:lnTo>
                    <a:pt x="1854" y="16952"/>
                  </a:lnTo>
                  <a:lnTo>
                    <a:pt x="2124" y="16682"/>
                  </a:lnTo>
                  <a:lnTo>
                    <a:pt x="2433" y="16411"/>
                  </a:lnTo>
                  <a:lnTo>
                    <a:pt x="2781" y="16180"/>
                  </a:lnTo>
                  <a:lnTo>
                    <a:pt x="3167" y="16025"/>
                  </a:lnTo>
                  <a:lnTo>
                    <a:pt x="3244" y="15948"/>
                  </a:lnTo>
                  <a:lnTo>
                    <a:pt x="3244" y="15871"/>
                  </a:lnTo>
                  <a:lnTo>
                    <a:pt x="3206" y="15794"/>
                  </a:lnTo>
                  <a:lnTo>
                    <a:pt x="3167" y="15716"/>
                  </a:lnTo>
                  <a:lnTo>
                    <a:pt x="2433" y="15369"/>
                  </a:lnTo>
                  <a:lnTo>
                    <a:pt x="2781" y="15176"/>
                  </a:lnTo>
                  <a:lnTo>
                    <a:pt x="3167" y="15021"/>
                  </a:lnTo>
                  <a:lnTo>
                    <a:pt x="3553" y="14983"/>
                  </a:lnTo>
                  <a:lnTo>
                    <a:pt x="3978" y="14944"/>
                  </a:lnTo>
                  <a:close/>
                  <a:moveTo>
                    <a:pt x="23478" y="0"/>
                  </a:moveTo>
                  <a:lnTo>
                    <a:pt x="22204" y="155"/>
                  </a:lnTo>
                  <a:lnTo>
                    <a:pt x="20891" y="386"/>
                  </a:lnTo>
                  <a:lnTo>
                    <a:pt x="19617" y="657"/>
                  </a:lnTo>
                  <a:lnTo>
                    <a:pt x="18381" y="1043"/>
                  </a:lnTo>
                  <a:lnTo>
                    <a:pt x="17146" y="1467"/>
                  </a:lnTo>
                  <a:lnTo>
                    <a:pt x="15949" y="1969"/>
                  </a:lnTo>
                  <a:lnTo>
                    <a:pt x="14752" y="2510"/>
                  </a:lnTo>
                  <a:lnTo>
                    <a:pt x="13593" y="3128"/>
                  </a:lnTo>
                  <a:lnTo>
                    <a:pt x="12473" y="3784"/>
                  </a:lnTo>
                  <a:lnTo>
                    <a:pt x="11353" y="4518"/>
                  </a:lnTo>
                  <a:lnTo>
                    <a:pt x="10311" y="5290"/>
                  </a:lnTo>
                  <a:lnTo>
                    <a:pt x="9307" y="6140"/>
                  </a:lnTo>
                  <a:lnTo>
                    <a:pt x="8535" y="6796"/>
                  </a:lnTo>
                  <a:lnTo>
                    <a:pt x="7801" y="7491"/>
                  </a:lnTo>
                  <a:lnTo>
                    <a:pt x="7029" y="7337"/>
                  </a:lnTo>
                  <a:lnTo>
                    <a:pt x="6218" y="7221"/>
                  </a:lnTo>
                  <a:lnTo>
                    <a:pt x="5407" y="7182"/>
                  </a:lnTo>
                  <a:lnTo>
                    <a:pt x="4557" y="7221"/>
                  </a:lnTo>
                  <a:lnTo>
                    <a:pt x="4519" y="7221"/>
                  </a:lnTo>
                  <a:lnTo>
                    <a:pt x="4441" y="7260"/>
                  </a:lnTo>
                  <a:lnTo>
                    <a:pt x="4403" y="7414"/>
                  </a:lnTo>
                  <a:lnTo>
                    <a:pt x="4171" y="7530"/>
                  </a:lnTo>
                  <a:lnTo>
                    <a:pt x="3939" y="7723"/>
                  </a:lnTo>
                  <a:lnTo>
                    <a:pt x="3708" y="7916"/>
                  </a:lnTo>
                  <a:lnTo>
                    <a:pt x="3515" y="8148"/>
                  </a:lnTo>
                  <a:lnTo>
                    <a:pt x="3128" y="8611"/>
                  </a:lnTo>
                  <a:lnTo>
                    <a:pt x="2742" y="9036"/>
                  </a:lnTo>
                  <a:lnTo>
                    <a:pt x="2124" y="9654"/>
                  </a:lnTo>
                  <a:lnTo>
                    <a:pt x="1468" y="10194"/>
                  </a:lnTo>
                  <a:lnTo>
                    <a:pt x="773" y="10774"/>
                  </a:lnTo>
                  <a:lnTo>
                    <a:pt x="78" y="11276"/>
                  </a:lnTo>
                  <a:lnTo>
                    <a:pt x="1" y="11353"/>
                  </a:lnTo>
                  <a:lnTo>
                    <a:pt x="1" y="11430"/>
                  </a:lnTo>
                  <a:lnTo>
                    <a:pt x="1" y="11507"/>
                  </a:lnTo>
                  <a:lnTo>
                    <a:pt x="39" y="11546"/>
                  </a:lnTo>
                  <a:lnTo>
                    <a:pt x="39" y="11623"/>
                  </a:lnTo>
                  <a:lnTo>
                    <a:pt x="39" y="11700"/>
                  </a:lnTo>
                  <a:lnTo>
                    <a:pt x="78" y="11739"/>
                  </a:lnTo>
                  <a:lnTo>
                    <a:pt x="116" y="11778"/>
                  </a:lnTo>
                  <a:lnTo>
                    <a:pt x="1005" y="12048"/>
                  </a:lnTo>
                  <a:lnTo>
                    <a:pt x="1893" y="12280"/>
                  </a:lnTo>
                  <a:lnTo>
                    <a:pt x="3669" y="12666"/>
                  </a:lnTo>
                  <a:lnTo>
                    <a:pt x="3785" y="12666"/>
                  </a:lnTo>
                  <a:lnTo>
                    <a:pt x="3862" y="12589"/>
                  </a:lnTo>
                  <a:lnTo>
                    <a:pt x="4750" y="11700"/>
                  </a:lnTo>
                  <a:lnTo>
                    <a:pt x="5716" y="10851"/>
                  </a:lnTo>
                  <a:lnTo>
                    <a:pt x="5600" y="11391"/>
                  </a:lnTo>
                  <a:lnTo>
                    <a:pt x="5523" y="11971"/>
                  </a:lnTo>
                  <a:lnTo>
                    <a:pt x="5523" y="12550"/>
                  </a:lnTo>
                  <a:lnTo>
                    <a:pt x="5600" y="13091"/>
                  </a:lnTo>
                  <a:lnTo>
                    <a:pt x="5136" y="13168"/>
                  </a:lnTo>
                  <a:lnTo>
                    <a:pt x="4712" y="13284"/>
                  </a:lnTo>
                  <a:lnTo>
                    <a:pt x="4248" y="13477"/>
                  </a:lnTo>
                  <a:lnTo>
                    <a:pt x="4017" y="13593"/>
                  </a:lnTo>
                  <a:lnTo>
                    <a:pt x="3862" y="13747"/>
                  </a:lnTo>
                  <a:lnTo>
                    <a:pt x="3824" y="13824"/>
                  </a:lnTo>
                  <a:lnTo>
                    <a:pt x="3862" y="13901"/>
                  </a:lnTo>
                  <a:lnTo>
                    <a:pt x="3824" y="13940"/>
                  </a:lnTo>
                  <a:lnTo>
                    <a:pt x="3785" y="14017"/>
                  </a:lnTo>
                  <a:lnTo>
                    <a:pt x="3824" y="14403"/>
                  </a:lnTo>
                  <a:lnTo>
                    <a:pt x="3901" y="14751"/>
                  </a:lnTo>
                  <a:lnTo>
                    <a:pt x="3669" y="14712"/>
                  </a:lnTo>
                  <a:lnTo>
                    <a:pt x="3399" y="14712"/>
                  </a:lnTo>
                  <a:lnTo>
                    <a:pt x="3167" y="14751"/>
                  </a:lnTo>
                  <a:lnTo>
                    <a:pt x="2935" y="14790"/>
                  </a:lnTo>
                  <a:lnTo>
                    <a:pt x="2665" y="14867"/>
                  </a:lnTo>
                  <a:lnTo>
                    <a:pt x="2433" y="14983"/>
                  </a:lnTo>
                  <a:lnTo>
                    <a:pt x="2240" y="15098"/>
                  </a:lnTo>
                  <a:lnTo>
                    <a:pt x="2009" y="15253"/>
                  </a:lnTo>
                  <a:lnTo>
                    <a:pt x="1931" y="15330"/>
                  </a:lnTo>
                  <a:lnTo>
                    <a:pt x="1931" y="15407"/>
                  </a:lnTo>
                  <a:lnTo>
                    <a:pt x="1970" y="15485"/>
                  </a:lnTo>
                  <a:lnTo>
                    <a:pt x="2047" y="15523"/>
                  </a:lnTo>
                  <a:lnTo>
                    <a:pt x="2704" y="15871"/>
                  </a:lnTo>
                  <a:lnTo>
                    <a:pt x="2356" y="16064"/>
                  </a:lnTo>
                  <a:lnTo>
                    <a:pt x="2047" y="16334"/>
                  </a:lnTo>
                  <a:lnTo>
                    <a:pt x="1738" y="16604"/>
                  </a:lnTo>
                  <a:lnTo>
                    <a:pt x="1468" y="16875"/>
                  </a:lnTo>
                  <a:lnTo>
                    <a:pt x="1198" y="17222"/>
                  </a:lnTo>
                  <a:lnTo>
                    <a:pt x="1005" y="17570"/>
                  </a:lnTo>
                  <a:lnTo>
                    <a:pt x="812" y="17956"/>
                  </a:lnTo>
                  <a:lnTo>
                    <a:pt x="657" y="18342"/>
                  </a:lnTo>
                  <a:lnTo>
                    <a:pt x="464" y="18960"/>
                  </a:lnTo>
                  <a:lnTo>
                    <a:pt x="387" y="19385"/>
                  </a:lnTo>
                  <a:lnTo>
                    <a:pt x="310" y="19809"/>
                  </a:lnTo>
                  <a:lnTo>
                    <a:pt x="271" y="20234"/>
                  </a:lnTo>
                  <a:lnTo>
                    <a:pt x="310" y="20659"/>
                  </a:lnTo>
                  <a:lnTo>
                    <a:pt x="348" y="20813"/>
                  </a:lnTo>
                  <a:lnTo>
                    <a:pt x="425" y="20968"/>
                  </a:lnTo>
                  <a:lnTo>
                    <a:pt x="503" y="21084"/>
                  </a:lnTo>
                  <a:lnTo>
                    <a:pt x="618" y="21200"/>
                  </a:lnTo>
                  <a:lnTo>
                    <a:pt x="773" y="21277"/>
                  </a:lnTo>
                  <a:lnTo>
                    <a:pt x="927" y="21315"/>
                  </a:lnTo>
                  <a:lnTo>
                    <a:pt x="1275" y="21393"/>
                  </a:lnTo>
                  <a:lnTo>
                    <a:pt x="1661" y="21354"/>
                  </a:lnTo>
                  <a:lnTo>
                    <a:pt x="2047" y="21277"/>
                  </a:lnTo>
                  <a:lnTo>
                    <a:pt x="2433" y="21161"/>
                  </a:lnTo>
                  <a:lnTo>
                    <a:pt x="2820" y="21007"/>
                  </a:lnTo>
                  <a:lnTo>
                    <a:pt x="3437" y="20698"/>
                  </a:lnTo>
                  <a:lnTo>
                    <a:pt x="3901" y="20389"/>
                  </a:lnTo>
                  <a:lnTo>
                    <a:pt x="4364" y="20003"/>
                  </a:lnTo>
                  <a:lnTo>
                    <a:pt x="4750" y="19539"/>
                  </a:lnTo>
                  <a:lnTo>
                    <a:pt x="5098" y="19037"/>
                  </a:lnTo>
                  <a:lnTo>
                    <a:pt x="5136" y="19230"/>
                  </a:lnTo>
                  <a:lnTo>
                    <a:pt x="5214" y="19423"/>
                  </a:lnTo>
                  <a:lnTo>
                    <a:pt x="5329" y="19578"/>
                  </a:lnTo>
                  <a:lnTo>
                    <a:pt x="5484" y="19771"/>
                  </a:lnTo>
                  <a:lnTo>
                    <a:pt x="5561" y="19809"/>
                  </a:lnTo>
                  <a:lnTo>
                    <a:pt x="5638" y="19809"/>
                  </a:lnTo>
                  <a:lnTo>
                    <a:pt x="5716" y="19771"/>
                  </a:lnTo>
                  <a:lnTo>
                    <a:pt x="5793" y="19694"/>
                  </a:lnTo>
                  <a:lnTo>
                    <a:pt x="5986" y="19153"/>
                  </a:lnTo>
                  <a:lnTo>
                    <a:pt x="6179" y="18612"/>
                  </a:lnTo>
                  <a:lnTo>
                    <a:pt x="6295" y="18033"/>
                  </a:lnTo>
                  <a:lnTo>
                    <a:pt x="6372" y="17454"/>
                  </a:lnTo>
                  <a:lnTo>
                    <a:pt x="6913" y="17608"/>
                  </a:lnTo>
                  <a:lnTo>
                    <a:pt x="7183" y="17608"/>
                  </a:lnTo>
                  <a:lnTo>
                    <a:pt x="7183" y="17531"/>
                  </a:lnTo>
                  <a:lnTo>
                    <a:pt x="7531" y="16720"/>
                  </a:lnTo>
                  <a:lnTo>
                    <a:pt x="7724" y="16334"/>
                  </a:lnTo>
                  <a:lnTo>
                    <a:pt x="7955" y="15948"/>
                  </a:lnTo>
                  <a:lnTo>
                    <a:pt x="8110" y="15987"/>
                  </a:lnTo>
                  <a:lnTo>
                    <a:pt x="8535" y="16064"/>
                  </a:lnTo>
                  <a:lnTo>
                    <a:pt x="8921" y="16102"/>
                  </a:lnTo>
                  <a:lnTo>
                    <a:pt x="9307" y="16064"/>
                  </a:lnTo>
                  <a:lnTo>
                    <a:pt x="9693" y="16025"/>
                  </a:lnTo>
                  <a:lnTo>
                    <a:pt x="9693" y="16025"/>
                  </a:lnTo>
                  <a:lnTo>
                    <a:pt x="8998" y="16604"/>
                  </a:lnTo>
                  <a:lnTo>
                    <a:pt x="8226" y="17106"/>
                  </a:lnTo>
                  <a:lnTo>
                    <a:pt x="8148" y="17222"/>
                  </a:lnTo>
                  <a:lnTo>
                    <a:pt x="8148" y="17300"/>
                  </a:lnTo>
                  <a:lnTo>
                    <a:pt x="8264" y="18110"/>
                  </a:lnTo>
                  <a:lnTo>
                    <a:pt x="8341" y="18883"/>
                  </a:lnTo>
                  <a:lnTo>
                    <a:pt x="8380" y="19655"/>
                  </a:lnTo>
                  <a:lnTo>
                    <a:pt x="8380" y="20427"/>
                  </a:lnTo>
                  <a:lnTo>
                    <a:pt x="8419" y="20543"/>
                  </a:lnTo>
                  <a:lnTo>
                    <a:pt x="8496" y="20620"/>
                  </a:lnTo>
                  <a:lnTo>
                    <a:pt x="8612" y="20659"/>
                  </a:lnTo>
                  <a:lnTo>
                    <a:pt x="8728" y="20620"/>
                  </a:lnTo>
                  <a:lnTo>
                    <a:pt x="11392" y="18806"/>
                  </a:lnTo>
                  <a:lnTo>
                    <a:pt x="12705" y="17840"/>
                  </a:lnTo>
                  <a:lnTo>
                    <a:pt x="13323" y="17338"/>
                  </a:lnTo>
                  <a:lnTo>
                    <a:pt x="13941" y="16836"/>
                  </a:lnTo>
                  <a:lnTo>
                    <a:pt x="13979" y="16759"/>
                  </a:lnTo>
                  <a:lnTo>
                    <a:pt x="13979" y="16682"/>
                  </a:lnTo>
                  <a:lnTo>
                    <a:pt x="13979" y="16643"/>
                  </a:lnTo>
                  <a:lnTo>
                    <a:pt x="13941" y="16257"/>
                  </a:lnTo>
                  <a:lnTo>
                    <a:pt x="13902" y="15871"/>
                  </a:lnTo>
                  <a:lnTo>
                    <a:pt x="13825" y="15098"/>
                  </a:lnTo>
                  <a:lnTo>
                    <a:pt x="13748" y="13747"/>
                  </a:lnTo>
                  <a:lnTo>
                    <a:pt x="14443" y="13129"/>
                  </a:lnTo>
                  <a:lnTo>
                    <a:pt x="15099" y="12473"/>
                  </a:lnTo>
                  <a:lnTo>
                    <a:pt x="15756" y="11816"/>
                  </a:lnTo>
                  <a:lnTo>
                    <a:pt x="16373" y="11121"/>
                  </a:lnTo>
                  <a:lnTo>
                    <a:pt x="17455" y="9924"/>
                  </a:lnTo>
                  <a:lnTo>
                    <a:pt x="18459" y="8650"/>
                  </a:lnTo>
                  <a:lnTo>
                    <a:pt x="19424" y="7376"/>
                  </a:lnTo>
                  <a:lnTo>
                    <a:pt x="20351" y="6024"/>
                  </a:lnTo>
                  <a:lnTo>
                    <a:pt x="21239" y="4673"/>
                  </a:lnTo>
                  <a:lnTo>
                    <a:pt x="22088" y="3321"/>
                  </a:lnTo>
                  <a:lnTo>
                    <a:pt x="22938" y="1931"/>
                  </a:lnTo>
                  <a:lnTo>
                    <a:pt x="23749" y="502"/>
                  </a:lnTo>
                  <a:lnTo>
                    <a:pt x="23749" y="425"/>
                  </a:lnTo>
                  <a:lnTo>
                    <a:pt x="23749" y="348"/>
                  </a:lnTo>
                  <a:lnTo>
                    <a:pt x="23749" y="270"/>
                  </a:lnTo>
                  <a:lnTo>
                    <a:pt x="23787" y="155"/>
                  </a:lnTo>
                  <a:lnTo>
                    <a:pt x="23787" y="77"/>
                  </a:lnTo>
                  <a:lnTo>
                    <a:pt x="23749" y="39"/>
                  </a:lnTo>
                  <a:lnTo>
                    <a:pt x="23672" y="0"/>
                  </a:lnTo>
                  <a:lnTo>
                    <a:pt x="23633" y="39"/>
                  </a:lnTo>
                  <a:lnTo>
                    <a:pt x="23633" y="77"/>
                  </a:lnTo>
                  <a:lnTo>
                    <a:pt x="235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3"/>
            <p:cNvSpPr/>
            <p:nvPr/>
          </p:nvSpPr>
          <p:spPr>
            <a:xfrm>
              <a:off x="5635500" y="4343650"/>
              <a:ext cx="54100" cy="45400"/>
            </a:xfrm>
            <a:custGeom>
              <a:avLst/>
              <a:gdLst/>
              <a:ahLst/>
              <a:cxnLst/>
              <a:rect l="l" t="t" r="r" b="b"/>
              <a:pathLst>
                <a:path w="2164" h="1816" extrusionOk="0">
                  <a:moveTo>
                    <a:pt x="1314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5"/>
                  </a:lnTo>
                  <a:lnTo>
                    <a:pt x="1777" y="889"/>
                  </a:lnTo>
                  <a:lnTo>
                    <a:pt x="1777" y="928"/>
                  </a:lnTo>
                  <a:lnTo>
                    <a:pt x="1738" y="1005"/>
                  </a:lnTo>
                  <a:lnTo>
                    <a:pt x="1661" y="1044"/>
                  </a:lnTo>
                  <a:lnTo>
                    <a:pt x="1584" y="1082"/>
                  </a:lnTo>
                  <a:lnTo>
                    <a:pt x="1275" y="1121"/>
                  </a:lnTo>
                  <a:lnTo>
                    <a:pt x="927" y="1121"/>
                  </a:lnTo>
                  <a:lnTo>
                    <a:pt x="619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1"/>
                  </a:lnTo>
                  <a:lnTo>
                    <a:pt x="348" y="1005"/>
                  </a:lnTo>
                  <a:lnTo>
                    <a:pt x="387" y="850"/>
                  </a:lnTo>
                  <a:lnTo>
                    <a:pt x="464" y="735"/>
                  </a:lnTo>
                  <a:lnTo>
                    <a:pt x="580" y="619"/>
                  </a:lnTo>
                  <a:lnTo>
                    <a:pt x="657" y="503"/>
                  </a:lnTo>
                  <a:lnTo>
                    <a:pt x="812" y="426"/>
                  </a:lnTo>
                  <a:lnTo>
                    <a:pt x="966" y="387"/>
                  </a:lnTo>
                  <a:close/>
                  <a:moveTo>
                    <a:pt x="1005" y="1"/>
                  </a:moveTo>
                  <a:lnTo>
                    <a:pt x="812" y="40"/>
                  </a:lnTo>
                  <a:lnTo>
                    <a:pt x="619" y="117"/>
                  </a:lnTo>
                  <a:lnTo>
                    <a:pt x="425" y="233"/>
                  </a:lnTo>
                  <a:lnTo>
                    <a:pt x="271" y="348"/>
                  </a:lnTo>
                  <a:lnTo>
                    <a:pt x="155" y="503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30"/>
                  </a:lnTo>
                  <a:lnTo>
                    <a:pt x="117" y="1623"/>
                  </a:lnTo>
                  <a:lnTo>
                    <a:pt x="155" y="1739"/>
                  </a:lnTo>
                  <a:lnTo>
                    <a:pt x="232" y="1777"/>
                  </a:lnTo>
                  <a:lnTo>
                    <a:pt x="348" y="1816"/>
                  </a:lnTo>
                  <a:lnTo>
                    <a:pt x="425" y="1739"/>
                  </a:lnTo>
                  <a:lnTo>
                    <a:pt x="580" y="1623"/>
                  </a:lnTo>
                  <a:lnTo>
                    <a:pt x="696" y="1546"/>
                  </a:lnTo>
                  <a:lnTo>
                    <a:pt x="889" y="1507"/>
                  </a:lnTo>
                  <a:lnTo>
                    <a:pt x="1429" y="1507"/>
                  </a:lnTo>
                  <a:lnTo>
                    <a:pt x="1584" y="1468"/>
                  </a:lnTo>
                  <a:lnTo>
                    <a:pt x="1777" y="1430"/>
                  </a:lnTo>
                  <a:lnTo>
                    <a:pt x="1931" y="1352"/>
                  </a:lnTo>
                  <a:lnTo>
                    <a:pt x="2047" y="1237"/>
                  </a:lnTo>
                  <a:lnTo>
                    <a:pt x="2125" y="1121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9"/>
                  </a:lnTo>
                  <a:lnTo>
                    <a:pt x="2086" y="464"/>
                  </a:lnTo>
                  <a:lnTo>
                    <a:pt x="1970" y="310"/>
                  </a:lnTo>
                  <a:lnTo>
                    <a:pt x="1816" y="194"/>
                  </a:lnTo>
                  <a:lnTo>
                    <a:pt x="1623" y="78"/>
                  </a:lnTo>
                  <a:lnTo>
                    <a:pt x="142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3"/>
            <p:cNvSpPr/>
            <p:nvPr/>
          </p:nvSpPr>
          <p:spPr>
            <a:xfrm>
              <a:off x="4572625" y="43774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2"/>
                  </a:lnTo>
                  <a:lnTo>
                    <a:pt x="23479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5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2"/>
                  </a:lnTo>
                  <a:lnTo>
                    <a:pt x="23865" y="3514"/>
                  </a:lnTo>
                  <a:lnTo>
                    <a:pt x="23788" y="3399"/>
                  </a:lnTo>
                  <a:lnTo>
                    <a:pt x="23749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1"/>
                  </a:lnTo>
                  <a:lnTo>
                    <a:pt x="16567" y="5407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8"/>
                  </a:lnTo>
                  <a:lnTo>
                    <a:pt x="15949" y="5020"/>
                  </a:lnTo>
                  <a:lnTo>
                    <a:pt x="16065" y="4982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8" y="4982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7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2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600"/>
                  </a:lnTo>
                  <a:lnTo>
                    <a:pt x="14250" y="5445"/>
                  </a:lnTo>
                  <a:lnTo>
                    <a:pt x="14365" y="5368"/>
                  </a:lnTo>
                  <a:lnTo>
                    <a:pt x="14443" y="5329"/>
                  </a:lnTo>
                  <a:close/>
                  <a:moveTo>
                    <a:pt x="18999" y="5484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0" y="5677"/>
                  </a:lnTo>
                  <a:lnTo>
                    <a:pt x="18845" y="5522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1" y="6102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8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891" y="6951"/>
                  </a:lnTo>
                  <a:lnTo>
                    <a:pt x="20467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9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2" y="5986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2" y="6295"/>
                  </a:lnTo>
                  <a:lnTo>
                    <a:pt x="23749" y="6565"/>
                  </a:lnTo>
                  <a:lnTo>
                    <a:pt x="23517" y="6797"/>
                  </a:lnTo>
                  <a:lnTo>
                    <a:pt x="23247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131" y="6102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8" y="6797"/>
                  </a:lnTo>
                  <a:lnTo>
                    <a:pt x="12628" y="6681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2"/>
                  </a:lnTo>
                  <a:close/>
                  <a:moveTo>
                    <a:pt x="22166" y="6565"/>
                  </a:moveTo>
                  <a:lnTo>
                    <a:pt x="22282" y="6604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6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3" y="7106"/>
                  </a:lnTo>
                  <a:lnTo>
                    <a:pt x="21471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50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6" y="7994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40" y="7723"/>
                  </a:lnTo>
                  <a:lnTo>
                    <a:pt x="11817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2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8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5" y="9770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3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3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6" y="11739"/>
                  </a:lnTo>
                  <a:lnTo>
                    <a:pt x="10658" y="11701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6" y="10697"/>
                  </a:lnTo>
                  <a:lnTo>
                    <a:pt x="10929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4" y="11778"/>
                  </a:lnTo>
                  <a:lnTo>
                    <a:pt x="6372" y="12010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9" y="11508"/>
                  </a:lnTo>
                  <a:lnTo>
                    <a:pt x="5754" y="11469"/>
                  </a:lnTo>
                  <a:close/>
                  <a:moveTo>
                    <a:pt x="10543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3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40" y="13207"/>
                  </a:lnTo>
                  <a:lnTo>
                    <a:pt x="7338" y="13014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4" y="12627"/>
                  </a:moveTo>
                  <a:lnTo>
                    <a:pt x="8959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8" y="13207"/>
                  </a:lnTo>
                  <a:lnTo>
                    <a:pt x="9037" y="13284"/>
                  </a:lnTo>
                  <a:lnTo>
                    <a:pt x="8805" y="13323"/>
                  </a:lnTo>
                  <a:lnTo>
                    <a:pt x="8573" y="13323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42" y="13014"/>
                  </a:lnTo>
                  <a:lnTo>
                    <a:pt x="8419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7" y="0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1" y="2279"/>
                  </a:lnTo>
                  <a:lnTo>
                    <a:pt x="23054" y="2395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63" y="3283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1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80"/>
                  </a:lnTo>
                  <a:lnTo>
                    <a:pt x="23479" y="4750"/>
                  </a:lnTo>
                  <a:lnTo>
                    <a:pt x="23440" y="4905"/>
                  </a:lnTo>
                  <a:lnTo>
                    <a:pt x="23440" y="5020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5" y="6295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5"/>
                  </a:lnTo>
                  <a:lnTo>
                    <a:pt x="21509" y="6411"/>
                  </a:lnTo>
                  <a:lnTo>
                    <a:pt x="21355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9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4"/>
                  </a:lnTo>
                  <a:lnTo>
                    <a:pt x="19463" y="5329"/>
                  </a:lnTo>
                  <a:lnTo>
                    <a:pt x="19385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1"/>
                  </a:lnTo>
                  <a:lnTo>
                    <a:pt x="18497" y="5407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3" y="4673"/>
                  </a:lnTo>
                  <a:lnTo>
                    <a:pt x="17957" y="4596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5" y="5098"/>
                  </a:lnTo>
                  <a:lnTo>
                    <a:pt x="16760" y="4943"/>
                  </a:lnTo>
                  <a:lnTo>
                    <a:pt x="16605" y="4789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636" y="4943"/>
                  </a:lnTo>
                  <a:lnTo>
                    <a:pt x="14443" y="4982"/>
                  </a:lnTo>
                  <a:lnTo>
                    <a:pt x="14288" y="5020"/>
                  </a:lnTo>
                  <a:lnTo>
                    <a:pt x="14134" y="5098"/>
                  </a:lnTo>
                  <a:lnTo>
                    <a:pt x="14057" y="5175"/>
                  </a:lnTo>
                  <a:lnTo>
                    <a:pt x="13941" y="5291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90"/>
                  </a:lnTo>
                  <a:lnTo>
                    <a:pt x="12164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508" y="7415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4"/>
                  </a:lnTo>
                  <a:lnTo>
                    <a:pt x="11315" y="8148"/>
                  </a:lnTo>
                  <a:lnTo>
                    <a:pt x="11354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1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6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10"/>
                  </a:lnTo>
                  <a:lnTo>
                    <a:pt x="9423" y="12087"/>
                  </a:lnTo>
                  <a:lnTo>
                    <a:pt x="9384" y="12203"/>
                  </a:lnTo>
                  <a:lnTo>
                    <a:pt x="9346" y="12319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9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9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3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5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5" y="10735"/>
                  </a:lnTo>
                  <a:lnTo>
                    <a:pt x="5330" y="10504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3" y="10311"/>
                  </a:lnTo>
                  <a:lnTo>
                    <a:pt x="4828" y="10311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61"/>
                  </a:lnTo>
                  <a:lnTo>
                    <a:pt x="3746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6"/>
                  </a:lnTo>
                  <a:lnTo>
                    <a:pt x="3013" y="9770"/>
                  </a:lnTo>
                  <a:lnTo>
                    <a:pt x="2974" y="9616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700" y="9191"/>
                  </a:lnTo>
                  <a:lnTo>
                    <a:pt x="1545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1"/>
                  </a:lnTo>
                  <a:lnTo>
                    <a:pt x="812" y="12936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53" y="11932"/>
                  </a:lnTo>
                  <a:lnTo>
                    <a:pt x="3515" y="11817"/>
                  </a:lnTo>
                  <a:lnTo>
                    <a:pt x="3437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3"/>
                  </a:lnTo>
                  <a:lnTo>
                    <a:pt x="619" y="12048"/>
                  </a:lnTo>
                  <a:lnTo>
                    <a:pt x="541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1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30" y="10388"/>
                  </a:lnTo>
                  <a:lnTo>
                    <a:pt x="1738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1" y="13786"/>
                  </a:lnTo>
                  <a:lnTo>
                    <a:pt x="9346" y="13709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9" y="12473"/>
                  </a:lnTo>
                  <a:lnTo>
                    <a:pt x="11122" y="12126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114"/>
                  </a:lnTo>
                  <a:lnTo>
                    <a:pt x="12358" y="8612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84" y="7299"/>
                  </a:lnTo>
                  <a:lnTo>
                    <a:pt x="13632" y="6990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3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0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9"/>
                  </a:lnTo>
                  <a:lnTo>
                    <a:pt x="24058" y="6990"/>
                  </a:lnTo>
                  <a:lnTo>
                    <a:pt x="24367" y="6642"/>
                  </a:lnTo>
                  <a:lnTo>
                    <a:pt x="24598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84"/>
                  </a:lnTo>
                  <a:lnTo>
                    <a:pt x="24058" y="1198"/>
                  </a:lnTo>
                  <a:lnTo>
                    <a:pt x="23788" y="811"/>
                  </a:lnTo>
                  <a:lnTo>
                    <a:pt x="23942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70" y="78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3"/>
            <p:cNvSpPr/>
            <p:nvPr/>
          </p:nvSpPr>
          <p:spPr>
            <a:xfrm>
              <a:off x="5082350" y="43871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9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3" y="2433"/>
                  </a:lnTo>
                  <a:lnTo>
                    <a:pt x="5368" y="2819"/>
                  </a:lnTo>
                  <a:lnTo>
                    <a:pt x="5484" y="3206"/>
                  </a:lnTo>
                  <a:lnTo>
                    <a:pt x="5522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2" y="5214"/>
                  </a:lnTo>
                  <a:lnTo>
                    <a:pt x="5445" y="5600"/>
                  </a:lnTo>
                  <a:lnTo>
                    <a:pt x="5329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09" y="8032"/>
                  </a:lnTo>
                  <a:lnTo>
                    <a:pt x="3939" y="8380"/>
                  </a:lnTo>
                  <a:lnTo>
                    <a:pt x="3630" y="8728"/>
                  </a:lnTo>
                  <a:lnTo>
                    <a:pt x="3283" y="9036"/>
                  </a:lnTo>
                  <a:lnTo>
                    <a:pt x="2935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8" y="10040"/>
                  </a:lnTo>
                  <a:lnTo>
                    <a:pt x="1313" y="10234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0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4"/>
                  </a:lnTo>
                  <a:lnTo>
                    <a:pt x="4827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8" y="5793"/>
                  </a:lnTo>
                  <a:lnTo>
                    <a:pt x="6024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4"/>
                  </a:lnTo>
                  <a:lnTo>
                    <a:pt x="4904" y="1005"/>
                  </a:lnTo>
                  <a:lnTo>
                    <a:pt x="4596" y="696"/>
                  </a:lnTo>
                  <a:lnTo>
                    <a:pt x="4287" y="425"/>
                  </a:lnTo>
                  <a:lnTo>
                    <a:pt x="3939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3"/>
            <p:cNvSpPr/>
            <p:nvPr/>
          </p:nvSpPr>
          <p:spPr>
            <a:xfrm>
              <a:off x="5492625" y="44122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1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1"/>
                  </a:lnTo>
                  <a:lnTo>
                    <a:pt x="3862" y="503"/>
                  </a:lnTo>
                  <a:lnTo>
                    <a:pt x="3322" y="773"/>
                  </a:lnTo>
                  <a:lnTo>
                    <a:pt x="2781" y="1082"/>
                  </a:lnTo>
                  <a:lnTo>
                    <a:pt x="2279" y="1429"/>
                  </a:lnTo>
                  <a:lnTo>
                    <a:pt x="1816" y="1854"/>
                  </a:lnTo>
                  <a:lnTo>
                    <a:pt x="1429" y="2279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7" y="4789"/>
                  </a:lnTo>
                  <a:lnTo>
                    <a:pt x="1" y="5368"/>
                  </a:lnTo>
                  <a:lnTo>
                    <a:pt x="348" y="5407"/>
                  </a:lnTo>
                  <a:lnTo>
                    <a:pt x="464" y="4982"/>
                  </a:lnTo>
                  <a:lnTo>
                    <a:pt x="580" y="4596"/>
                  </a:lnTo>
                  <a:lnTo>
                    <a:pt x="812" y="3978"/>
                  </a:lnTo>
                  <a:lnTo>
                    <a:pt x="1121" y="3399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7"/>
                  </a:lnTo>
                  <a:lnTo>
                    <a:pt x="3399" y="1159"/>
                  </a:lnTo>
                  <a:lnTo>
                    <a:pt x="3978" y="889"/>
                  </a:lnTo>
                  <a:lnTo>
                    <a:pt x="4635" y="657"/>
                  </a:lnTo>
                  <a:lnTo>
                    <a:pt x="5252" y="464"/>
                  </a:lnTo>
                  <a:lnTo>
                    <a:pt x="5909" y="387"/>
                  </a:lnTo>
                  <a:lnTo>
                    <a:pt x="6565" y="387"/>
                  </a:lnTo>
                  <a:lnTo>
                    <a:pt x="7222" y="464"/>
                  </a:lnTo>
                  <a:lnTo>
                    <a:pt x="7878" y="580"/>
                  </a:lnTo>
                  <a:lnTo>
                    <a:pt x="8496" y="812"/>
                  </a:lnTo>
                  <a:lnTo>
                    <a:pt x="9114" y="1082"/>
                  </a:lnTo>
                  <a:lnTo>
                    <a:pt x="9423" y="1275"/>
                  </a:lnTo>
                  <a:lnTo>
                    <a:pt x="9732" y="1507"/>
                  </a:lnTo>
                  <a:lnTo>
                    <a:pt x="10041" y="1700"/>
                  </a:lnTo>
                  <a:lnTo>
                    <a:pt x="10311" y="1931"/>
                  </a:lnTo>
                  <a:lnTo>
                    <a:pt x="10774" y="2472"/>
                  </a:lnTo>
                  <a:lnTo>
                    <a:pt x="11199" y="3013"/>
                  </a:lnTo>
                  <a:lnTo>
                    <a:pt x="11547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8"/>
                  </a:lnTo>
                  <a:lnTo>
                    <a:pt x="12859" y="6797"/>
                  </a:lnTo>
                  <a:lnTo>
                    <a:pt x="13130" y="7376"/>
                  </a:lnTo>
                  <a:lnTo>
                    <a:pt x="13439" y="7955"/>
                  </a:lnTo>
                  <a:lnTo>
                    <a:pt x="13825" y="8496"/>
                  </a:lnTo>
                  <a:lnTo>
                    <a:pt x="14250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500"/>
                  </a:lnTo>
                  <a:lnTo>
                    <a:pt x="15292" y="9654"/>
                  </a:lnTo>
                  <a:lnTo>
                    <a:pt x="15756" y="9809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9"/>
                  </a:lnTo>
                  <a:lnTo>
                    <a:pt x="17609" y="9616"/>
                  </a:lnTo>
                  <a:lnTo>
                    <a:pt x="17841" y="9500"/>
                  </a:lnTo>
                  <a:lnTo>
                    <a:pt x="18034" y="9384"/>
                  </a:lnTo>
                  <a:lnTo>
                    <a:pt x="18188" y="9230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2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80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6" y="8419"/>
                  </a:lnTo>
                  <a:lnTo>
                    <a:pt x="18072" y="8728"/>
                  </a:lnTo>
                  <a:lnTo>
                    <a:pt x="17802" y="8998"/>
                  </a:lnTo>
                  <a:lnTo>
                    <a:pt x="17493" y="9191"/>
                  </a:lnTo>
                  <a:lnTo>
                    <a:pt x="17184" y="9345"/>
                  </a:lnTo>
                  <a:lnTo>
                    <a:pt x="16837" y="9423"/>
                  </a:lnTo>
                  <a:lnTo>
                    <a:pt x="16451" y="9461"/>
                  </a:lnTo>
                  <a:lnTo>
                    <a:pt x="16103" y="9423"/>
                  </a:lnTo>
                  <a:lnTo>
                    <a:pt x="15717" y="9345"/>
                  </a:lnTo>
                  <a:lnTo>
                    <a:pt x="15369" y="9191"/>
                  </a:lnTo>
                  <a:lnTo>
                    <a:pt x="15022" y="8998"/>
                  </a:lnTo>
                  <a:lnTo>
                    <a:pt x="14713" y="8766"/>
                  </a:lnTo>
                  <a:lnTo>
                    <a:pt x="14404" y="8496"/>
                  </a:lnTo>
                  <a:lnTo>
                    <a:pt x="14172" y="8187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5" y="7183"/>
                  </a:lnTo>
                  <a:lnTo>
                    <a:pt x="13246" y="6526"/>
                  </a:lnTo>
                  <a:lnTo>
                    <a:pt x="12975" y="5831"/>
                  </a:lnTo>
                  <a:lnTo>
                    <a:pt x="12473" y="4480"/>
                  </a:lnTo>
                  <a:lnTo>
                    <a:pt x="12164" y="3823"/>
                  </a:lnTo>
                  <a:lnTo>
                    <a:pt x="11855" y="3206"/>
                  </a:lnTo>
                  <a:lnTo>
                    <a:pt x="11469" y="2588"/>
                  </a:lnTo>
                  <a:lnTo>
                    <a:pt x="11238" y="2279"/>
                  </a:lnTo>
                  <a:lnTo>
                    <a:pt x="11006" y="2009"/>
                  </a:lnTo>
                  <a:lnTo>
                    <a:pt x="10543" y="1584"/>
                  </a:lnTo>
                  <a:lnTo>
                    <a:pt x="10079" y="1198"/>
                  </a:lnTo>
                  <a:lnTo>
                    <a:pt x="9577" y="850"/>
                  </a:lnTo>
                  <a:lnTo>
                    <a:pt x="9037" y="580"/>
                  </a:lnTo>
                  <a:lnTo>
                    <a:pt x="8496" y="348"/>
                  </a:lnTo>
                  <a:lnTo>
                    <a:pt x="7917" y="194"/>
                  </a:lnTo>
                  <a:lnTo>
                    <a:pt x="7338" y="78"/>
                  </a:lnTo>
                  <a:lnTo>
                    <a:pt x="67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3"/>
            <p:cNvSpPr/>
            <p:nvPr/>
          </p:nvSpPr>
          <p:spPr>
            <a:xfrm>
              <a:off x="3907500" y="442282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0" y="464"/>
                  </a:moveTo>
                  <a:lnTo>
                    <a:pt x="11623" y="502"/>
                  </a:lnTo>
                  <a:lnTo>
                    <a:pt x="12048" y="541"/>
                  </a:lnTo>
                  <a:lnTo>
                    <a:pt x="12434" y="657"/>
                  </a:lnTo>
                  <a:lnTo>
                    <a:pt x="12627" y="734"/>
                  </a:lnTo>
                  <a:lnTo>
                    <a:pt x="12743" y="811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6" y="1699"/>
                  </a:lnTo>
                  <a:lnTo>
                    <a:pt x="12820" y="1892"/>
                  </a:lnTo>
                  <a:lnTo>
                    <a:pt x="12704" y="2086"/>
                  </a:lnTo>
                  <a:lnTo>
                    <a:pt x="12589" y="2240"/>
                  </a:lnTo>
                  <a:lnTo>
                    <a:pt x="12241" y="2472"/>
                  </a:lnTo>
                  <a:lnTo>
                    <a:pt x="11816" y="2742"/>
                  </a:lnTo>
                  <a:lnTo>
                    <a:pt x="11391" y="2935"/>
                  </a:lnTo>
                  <a:lnTo>
                    <a:pt x="10658" y="3205"/>
                  </a:lnTo>
                  <a:lnTo>
                    <a:pt x="9924" y="3437"/>
                  </a:lnTo>
                  <a:lnTo>
                    <a:pt x="9152" y="3707"/>
                  </a:lnTo>
                  <a:lnTo>
                    <a:pt x="8380" y="3900"/>
                  </a:lnTo>
                  <a:lnTo>
                    <a:pt x="7607" y="4094"/>
                  </a:lnTo>
                  <a:lnTo>
                    <a:pt x="6796" y="4287"/>
                  </a:lnTo>
                  <a:lnTo>
                    <a:pt x="5908" y="4441"/>
                  </a:lnTo>
                  <a:lnTo>
                    <a:pt x="5020" y="4596"/>
                  </a:lnTo>
                  <a:lnTo>
                    <a:pt x="4132" y="4711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0"/>
                  </a:lnTo>
                  <a:lnTo>
                    <a:pt x="1506" y="4673"/>
                  </a:lnTo>
                  <a:lnTo>
                    <a:pt x="1197" y="4557"/>
                  </a:lnTo>
                  <a:lnTo>
                    <a:pt x="888" y="4441"/>
                  </a:lnTo>
                  <a:lnTo>
                    <a:pt x="579" y="4248"/>
                  </a:lnTo>
                  <a:lnTo>
                    <a:pt x="657" y="4171"/>
                  </a:lnTo>
                  <a:lnTo>
                    <a:pt x="695" y="4055"/>
                  </a:lnTo>
                  <a:lnTo>
                    <a:pt x="695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1" y="3437"/>
                  </a:lnTo>
                  <a:lnTo>
                    <a:pt x="1313" y="3244"/>
                  </a:lnTo>
                  <a:lnTo>
                    <a:pt x="1854" y="2935"/>
                  </a:lnTo>
                  <a:lnTo>
                    <a:pt x="2278" y="2703"/>
                  </a:lnTo>
                  <a:lnTo>
                    <a:pt x="3012" y="2356"/>
                  </a:lnTo>
                  <a:lnTo>
                    <a:pt x="3707" y="2008"/>
                  </a:lnTo>
                  <a:lnTo>
                    <a:pt x="4479" y="1699"/>
                  </a:lnTo>
                  <a:lnTo>
                    <a:pt x="5252" y="1429"/>
                  </a:lnTo>
                  <a:lnTo>
                    <a:pt x="6024" y="1197"/>
                  </a:lnTo>
                  <a:lnTo>
                    <a:pt x="6835" y="1004"/>
                  </a:lnTo>
                  <a:lnTo>
                    <a:pt x="7607" y="811"/>
                  </a:lnTo>
                  <a:lnTo>
                    <a:pt x="8418" y="695"/>
                  </a:lnTo>
                  <a:lnTo>
                    <a:pt x="9229" y="580"/>
                  </a:lnTo>
                  <a:lnTo>
                    <a:pt x="10040" y="541"/>
                  </a:lnTo>
                  <a:lnTo>
                    <a:pt x="10735" y="502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1" y="1313"/>
                  </a:lnTo>
                  <a:lnTo>
                    <a:pt x="13708" y="1506"/>
                  </a:lnTo>
                  <a:lnTo>
                    <a:pt x="13747" y="1738"/>
                  </a:lnTo>
                  <a:lnTo>
                    <a:pt x="13708" y="2008"/>
                  </a:lnTo>
                  <a:lnTo>
                    <a:pt x="13631" y="2240"/>
                  </a:lnTo>
                  <a:lnTo>
                    <a:pt x="13515" y="2472"/>
                  </a:lnTo>
                  <a:lnTo>
                    <a:pt x="13399" y="2703"/>
                  </a:lnTo>
                  <a:lnTo>
                    <a:pt x="13206" y="2896"/>
                  </a:lnTo>
                  <a:lnTo>
                    <a:pt x="12859" y="3205"/>
                  </a:lnTo>
                  <a:lnTo>
                    <a:pt x="12473" y="3437"/>
                  </a:lnTo>
                  <a:lnTo>
                    <a:pt x="12048" y="3669"/>
                  </a:lnTo>
                  <a:lnTo>
                    <a:pt x="11623" y="3900"/>
                  </a:lnTo>
                  <a:lnTo>
                    <a:pt x="10658" y="4287"/>
                  </a:lnTo>
                  <a:lnTo>
                    <a:pt x="9731" y="4634"/>
                  </a:lnTo>
                  <a:lnTo>
                    <a:pt x="8766" y="4904"/>
                  </a:lnTo>
                  <a:lnTo>
                    <a:pt x="7762" y="5175"/>
                  </a:lnTo>
                  <a:lnTo>
                    <a:pt x="6758" y="5406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8"/>
                  </a:lnTo>
                  <a:lnTo>
                    <a:pt x="2780" y="5986"/>
                  </a:lnTo>
                  <a:lnTo>
                    <a:pt x="2278" y="5986"/>
                  </a:lnTo>
                  <a:lnTo>
                    <a:pt x="1815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5" y="5484"/>
                  </a:lnTo>
                  <a:lnTo>
                    <a:pt x="502" y="5252"/>
                  </a:lnTo>
                  <a:lnTo>
                    <a:pt x="348" y="5020"/>
                  </a:lnTo>
                  <a:lnTo>
                    <a:pt x="309" y="4866"/>
                  </a:lnTo>
                  <a:lnTo>
                    <a:pt x="309" y="4750"/>
                  </a:lnTo>
                  <a:lnTo>
                    <a:pt x="309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3"/>
                  </a:lnTo>
                  <a:lnTo>
                    <a:pt x="1931" y="5252"/>
                  </a:lnTo>
                  <a:lnTo>
                    <a:pt x="2587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6" y="5059"/>
                  </a:lnTo>
                  <a:lnTo>
                    <a:pt x="6912" y="4789"/>
                  </a:lnTo>
                  <a:lnTo>
                    <a:pt x="7839" y="4596"/>
                  </a:lnTo>
                  <a:lnTo>
                    <a:pt x="8727" y="4402"/>
                  </a:lnTo>
                  <a:lnTo>
                    <a:pt x="9615" y="4132"/>
                  </a:lnTo>
                  <a:lnTo>
                    <a:pt x="10503" y="3862"/>
                  </a:lnTo>
                  <a:lnTo>
                    <a:pt x="11353" y="3514"/>
                  </a:lnTo>
                  <a:lnTo>
                    <a:pt x="12164" y="3128"/>
                  </a:lnTo>
                  <a:lnTo>
                    <a:pt x="12434" y="2974"/>
                  </a:lnTo>
                  <a:lnTo>
                    <a:pt x="12704" y="2819"/>
                  </a:lnTo>
                  <a:lnTo>
                    <a:pt x="12936" y="2588"/>
                  </a:lnTo>
                  <a:lnTo>
                    <a:pt x="13129" y="2394"/>
                  </a:lnTo>
                  <a:lnTo>
                    <a:pt x="13322" y="2124"/>
                  </a:lnTo>
                  <a:lnTo>
                    <a:pt x="13438" y="1854"/>
                  </a:lnTo>
                  <a:lnTo>
                    <a:pt x="13515" y="1584"/>
                  </a:lnTo>
                  <a:lnTo>
                    <a:pt x="13515" y="1236"/>
                  </a:lnTo>
                  <a:lnTo>
                    <a:pt x="13477" y="1120"/>
                  </a:lnTo>
                  <a:close/>
                  <a:moveTo>
                    <a:pt x="10658" y="0"/>
                  </a:moveTo>
                  <a:lnTo>
                    <a:pt x="9886" y="39"/>
                  </a:lnTo>
                  <a:lnTo>
                    <a:pt x="9113" y="116"/>
                  </a:lnTo>
                  <a:lnTo>
                    <a:pt x="8302" y="232"/>
                  </a:lnTo>
                  <a:lnTo>
                    <a:pt x="7530" y="348"/>
                  </a:lnTo>
                  <a:lnTo>
                    <a:pt x="6719" y="541"/>
                  </a:lnTo>
                  <a:lnTo>
                    <a:pt x="5908" y="734"/>
                  </a:lnTo>
                  <a:lnTo>
                    <a:pt x="5020" y="1004"/>
                  </a:lnTo>
                  <a:lnTo>
                    <a:pt x="4132" y="1352"/>
                  </a:lnTo>
                  <a:lnTo>
                    <a:pt x="3244" y="1699"/>
                  </a:lnTo>
                  <a:lnTo>
                    <a:pt x="2394" y="2124"/>
                  </a:lnTo>
                  <a:lnTo>
                    <a:pt x="1776" y="2433"/>
                  </a:lnTo>
                  <a:lnTo>
                    <a:pt x="1390" y="2626"/>
                  </a:lnTo>
                  <a:lnTo>
                    <a:pt x="1043" y="2858"/>
                  </a:lnTo>
                  <a:lnTo>
                    <a:pt x="695" y="3090"/>
                  </a:lnTo>
                  <a:lnTo>
                    <a:pt x="463" y="3398"/>
                  </a:lnTo>
                  <a:lnTo>
                    <a:pt x="348" y="3553"/>
                  </a:lnTo>
                  <a:lnTo>
                    <a:pt x="270" y="3707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3" y="4132"/>
                  </a:lnTo>
                  <a:lnTo>
                    <a:pt x="193" y="4171"/>
                  </a:lnTo>
                  <a:lnTo>
                    <a:pt x="116" y="4325"/>
                  </a:lnTo>
                  <a:lnTo>
                    <a:pt x="39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5136"/>
                  </a:lnTo>
                  <a:lnTo>
                    <a:pt x="193" y="5445"/>
                  </a:lnTo>
                  <a:lnTo>
                    <a:pt x="348" y="5638"/>
                  </a:lnTo>
                  <a:lnTo>
                    <a:pt x="502" y="5831"/>
                  </a:lnTo>
                  <a:lnTo>
                    <a:pt x="695" y="5947"/>
                  </a:lnTo>
                  <a:lnTo>
                    <a:pt x="927" y="6063"/>
                  </a:lnTo>
                  <a:lnTo>
                    <a:pt x="965" y="6256"/>
                  </a:lnTo>
                  <a:lnTo>
                    <a:pt x="1274" y="6179"/>
                  </a:lnTo>
                  <a:lnTo>
                    <a:pt x="1313" y="6217"/>
                  </a:lnTo>
                  <a:lnTo>
                    <a:pt x="1313" y="6256"/>
                  </a:lnTo>
                  <a:lnTo>
                    <a:pt x="1352" y="6295"/>
                  </a:lnTo>
                  <a:lnTo>
                    <a:pt x="1467" y="6256"/>
                  </a:lnTo>
                  <a:lnTo>
                    <a:pt x="1815" y="6295"/>
                  </a:lnTo>
                  <a:lnTo>
                    <a:pt x="2394" y="6333"/>
                  </a:lnTo>
                  <a:lnTo>
                    <a:pt x="3012" y="6372"/>
                  </a:lnTo>
                  <a:lnTo>
                    <a:pt x="3591" y="6333"/>
                  </a:lnTo>
                  <a:lnTo>
                    <a:pt x="4171" y="6295"/>
                  </a:lnTo>
                  <a:lnTo>
                    <a:pt x="5368" y="6101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3" y="5522"/>
                  </a:lnTo>
                  <a:lnTo>
                    <a:pt x="9036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5" y="4132"/>
                  </a:lnTo>
                  <a:lnTo>
                    <a:pt x="12125" y="4248"/>
                  </a:lnTo>
                  <a:lnTo>
                    <a:pt x="12395" y="4287"/>
                  </a:lnTo>
                  <a:lnTo>
                    <a:pt x="12782" y="4711"/>
                  </a:lnTo>
                  <a:lnTo>
                    <a:pt x="13013" y="4518"/>
                  </a:lnTo>
                  <a:lnTo>
                    <a:pt x="12434" y="3939"/>
                  </a:lnTo>
                  <a:lnTo>
                    <a:pt x="12897" y="3669"/>
                  </a:lnTo>
                  <a:lnTo>
                    <a:pt x="13361" y="3321"/>
                  </a:lnTo>
                  <a:lnTo>
                    <a:pt x="13631" y="3051"/>
                  </a:lnTo>
                  <a:lnTo>
                    <a:pt x="13824" y="2703"/>
                  </a:lnTo>
                  <a:lnTo>
                    <a:pt x="14133" y="2626"/>
                  </a:lnTo>
                  <a:lnTo>
                    <a:pt x="14017" y="2317"/>
                  </a:lnTo>
                  <a:lnTo>
                    <a:pt x="14095" y="2008"/>
                  </a:lnTo>
                  <a:lnTo>
                    <a:pt x="14133" y="1738"/>
                  </a:lnTo>
                  <a:lnTo>
                    <a:pt x="14095" y="1468"/>
                  </a:lnTo>
                  <a:lnTo>
                    <a:pt x="14017" y="1236"/>
                  </a:lnTo>
                  <a:lnTo>
                    <a:pt x="13901" y="1004"/>
                  </a:lnTo>
                  <a:lnTo>
                    <a:pt x="13747" y="811"/>
                  </a:lnTo>
                  <a:lnTo>
                    <a:pt x="13477" y="618"/>
                  </a:lnTo>
                  <a:lnTo>
                    <a:pt x="13168" y="502"/>
                  </a:lnTo>
                  <a:lnTo>
                    <a:pt x="13091" y="502"/>
                  </a:lnTo>
                  <a:lnTo>
                    <a:pt x="12897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2" y="116"/>
                  </a:lnTo>
                  <a:lnTo>
                    <a:pt x="11816" y="3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3"/>
            <p:cNvSpPr/>
            <p:nvPr/>
          </p:nvSpPr>
          <p:spPr>
            <a:xfrm>
              <a:off x="299900" y="4449850"/>
              <a:ext cx="375550" cy="386175"/>
            </a:xfrm>
            <a:custGeom>
              <a:avLst/>
              <a:gdLst/>
              <a:ahLst/>
              <a:cxnLst/>
              <a:rect l="l" t="t" r="r" b="b"/>
              <a:pathLst>
                <a:path w="15022" h="15447" extrusionOk="0">
                  <a:moveTo>
                    <a:pt x="8032" y="503"/>
                  </a:move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05"/>
                  </a:lnTo>
                  <a:lnTo>
                    <a:pt x="10697" y="1236"/>
                  </a:lnTo>
                  <a:lnTo>
                    <a:pt x="11160" y="1507"/>
                  </a:lnTo>
                  <a:lnTo>
                    <a:pt x="11623" y="1815"/>
                  </a:lnTo>
                  <a:lnTo>
                    <a:pt x="10813" y="2163"/>
                  </a:lnTo>
                  <a:lnTo>
                    <a:pt x="10079" y="2588"/>
                  </a:lnTo>
                  <a:lnTo>
                    <a:pt x="9307" y="3090"/>
                  </a:lnTo>
                  <a:lnTo>
                    <a:pt x="8611" y="3592"/>
                  </a:lnTo>
                  <a:lnTo>
                    <a:pt x="7955" y="4171"/>
                  </a:lnTo>
                  <a:lnTo>
                    <a:pt x="7299" y="4789"/>
                  </a:lnTo>
                  <a:lnTo>
                    <a:pt x="6719" y="5445"/>
                  </a:lnTo>
                  <a:lnTo>
                    <a:pt x="6140" y="6140"/>
                  </a:lnTo>
                  <a:lnTo>
                    <a:pt x="5638" y="6835"/>
                  </a:lnTo>
                  <a:lnTo>
                    <a:pt x="5213" y="7608"/>
                  </a:lnTo>
                  <a:lnTo>
                    <a:pt x="4789" y="8380"/>
                  </a:lnTo>
                  <a:lnTo>
                    <a:pt x="4480" y="9191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3" y="11739"/>
                  </a:lnTo>
                  <a:lnTo>
                    <a:pt x="3746" y="12628"/>
                  </a:lnTo>
                  <a:lnTo>
                    <a:pt x="3592" y="12666"/>
                  </a:lnTo>
                  <a:lnTo>
                    <a:pt x="3283" y="11817"/>
                  </a:lnTo>
                  <a:lnTo>
                    <a:pt x="3051" y="11006"/>
                  </a:lnTo>
                  <a:lnTo>
                    <a:pt x="2858" y="10195"/>
                  </a:lnTo>
                  <a:lnTo>
                    <a:pt x="2703" y="9345"/>
                  </a:lnTo>
                  <a:lnTo>
                    <a:pt x="2588" y="8496"/>
                  </a:lnTo>
                  <a:lnTo>
                    <a:pt x="2549" y="7646"/>
                  </a:lnTo>
                  <a:lnTo>
                    <a:pt x="2588" y="6797"/>
                  </a:lnTo>
                  <a:lnTo>
                    <a:pt x="2703" y="5909"/>
                  </a:lnTo>
                  <a:lnTo>
                    <a:pt x="2858" y="5214"/>
                  </a:lnTo>
                  <a:lnTo>
                    <a:pt x="3051" y="4480"/>
                  </a:lnTo>
                  <a:lnTo>
                    <a:pt x="3321" y="3823"/>
                  </a:lnTo>
                  <a:lnTo>
                    <a:pt x="3669" y="3167"/>
                  </a:lnTo>
                  <a:lnTo>
                    <a:pt x="4016" y="2549"/>
                  </a:lnTo>
                  <a:lnTo>
                    <a:pt x="4441" y="1970"/>
                  </a:lnTo>
                  <a:lnTo>
                    <a:pt x="4904" y="1391"/>
                  </a:lnTo>
                  <a:lnTo>
                    <a:pt x="5406" y="850"/>
                  </a:lnTo>
                  <a:lnTo>
                    <a:pt x="5908" y="696"/>
                  </a:lnTo>
                  <a:lnTo>
                    <a:pt x="6410" y="618"/>
                  </a:lnTo>
                  <a:lnTo>
                    <a:pt x="6951" y="541"/>
                  </a:lnTo>
                  <a:lnTo>
                    <a:pt x="7492" y="503"/>
                  </a:lnTo>
                  <a:close/>
                  <a:moveTo>
                    <a:pt x="11971" y="2086"/>
                  </a:moveTo>
                  <a:lnTo>
                    <a:pt x="12357" y="2433"/>
                  </a:lnTo>
                  <a:lnTo>
                    <a:pt x="12705" y="2781"/>
                  </a:lnTo>
                  <a:lnTo>
                    <a:pt x="13052" y="3206"/>
                  </a:lnTo>
                  <a:lnTo>
                    <a:pt x="13322" y="3630"/>
                  </a:lnTo>
                  <a:lnTo>
                    <a:pt x="13593" y="4094"/>
                  </a:lnTo>
                  <a:lnTo>
                    <a:pt x="13863" y="4557"/>
                  </a:lnTo>
                  <a:lnTo>
                    <a:pt x="14056" y="5059"/>
                  </a:lnTo>
                  <a:lnTo>
                    <a:pt x="14211" y="5600"/>
                  </a:lnTo>
                  <a:lnTo>
                    <a:pt x="14326" y="6102"/>
                  </a:lnTo>
                  <a:lnTo>
                    <a:pt x="14442" y="6604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1"/>
                  </a:lnTo>
                  <a:lnTo>
                    <a:pt x="11392" y="7144"/>
                  </a:lnTo>
                  <a:lnTo>
                    <a:pt x="10658" y="7376"/>
                  </a:lnTo>
                  <a:lnTo>
                    <a:pt x="9963" y="7685"/>
                  </a:lnTo>
                  <a:lnTo>
                    <a:pt x="9229" y="8032"/>
                  </a:lnTo>
                  <a:lnTo>
                    <a:pt x="8534" y="8419"/>
                  </a:lnTo>
                  <a:lnTo>
                    <a:pt x="7878" y="8843"/>
                  </a:lnTo>
                  <a:lnTo>
                    <a:pt x="7260" y="9268"/>
                  </a:lnTo>
                  <a:lnTo>
                    <a:pt x="6642" y="9770"/>
                  </a:lnTo>
                  <a:lnTo>
                    <a:pt x="6102" y="10311"/>
                  </a:lnTo>
                  <a:lnTo>
                    <a:pt x="5561" y="10890"/>
                  </a:lnTo>
                  <a:lnTo>
                    <a:pt x="5098" y="11469"/>
                  </a:lnTo>
                  <a:lnTo>
                    <a:pt x="4634" y="12126"/>
                  </a:lnTo>
                  <a:lnTo>
                    <a:pt x="4248" y="12782"/>
                  </a:lnTo>
                  <a:lnTo>
                    <a:pt x="4132" y="12705"/>
                  </a:lnTo>
                  <a:lnTo>
                    <a:pt x="3978" y="12666"/>
                  </a:lnTo>
                  <a:lnTo>
                    <a:pt x="4094" y="11778"/>
                  </a:lnTo>
                  <a:lnTo>
                    <a:pt x="4325" y="10929"/>
                  </a:lnTo>
                  <a:lnTo>
                    <a:pt x="4557" y="10079"/>
                  </a:lnTo>
                  <a:lnTo>
                    <a:pt x="4866" y="9268"/>
                  </a:lnTo>
                  <a:lnTo>
                    <a:pt x="5213" y="8496"/>
                  </a:lnTo>
                  <a:lnTo>
                    <a:pt x="5600" y="7724"/>
                  </a:lnTo>
                  <a:lnTo>
                    <a:pt x="6024" y="6990"/>
                  </a:lnTo>
                  <a:lnTo>
                    <a:pt x="6526" y="6256"/>
                  </a:lnTo>
                  <a:lnTo>
                    <a:pt x="7067" y="5600"/>
                  </a:lnTo>
                  <a:lnTo>
                    <a:pt x="7607" y="4943"/>
                  </a:lnTo>
                  <a:lnTo>
                    <a:pt x="8225" y="4364"/>
                  </a:lnTo>
                  <a:lnTo>
                    <a:pt x="8920" y="3823"/>
                  </a:lnTo>
                  <a:lnTo>
                    <a:pt x="9615" y="3321"/>
                  </a:lnTo>
                  <a:lnTo>
                    <a:pt x="10349" y="2858"/>
                  </a:lnTo>
                  <a:lnTo>
                    <a:pt x="11121" y="2433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39"/>
                  </a:lnTo>
                  <a:lnTo>
                    <a:pt x="14442" y="8689"/>
                  </a:lnTo>
                  <a:lnTo>
                    <a:pt x="14288" y="9538"/>
                  </a:lnTo>
                  <a:lnTo>
                    <a:pt x="14172" y="9925"/>
                  </a:lnTo>
                  <a:lnTo>
                    <a:pt x="14056" y="10349"/>
                  </a:lnTo>
                  <a:lnTo>
                    <a:pt x="13902" y="10735"/>
                  </a:lnTo>
                  <a:lnTo>
                    <a:pt x="13709" y="11122"/>
                  </a:lnTo>
                  <a:lnTo>
                    <a:pt x="13516" y="11508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50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1" y="13014"/>
                  </a:lnTo>
                  <a:lnTo>
                    <a:pt x="11701" y="12898"/>
                  </a:lnTo>
                  <a:lnTo>
                    <a:pt x="11121" y="12743"/>
                  </a:lnTo>
                  <a:lnTo>
                    <a:pt x="10542" y="12628"/>
                  </a:lnTo>
                  <a:lnTo>
                    <a:pt x="10002" y="12550"/>
                  </a:lnTo>
                  <a:lnTo>
                    <a:pt x="9422" y="12473"/>
                  </a:lnTo>
                  <a:lnTo>
                    <a:pt x="8843" y="12435"/>
                  </a:lnTo>
                  <a:lnTo>
                    <a:pt x="8303" y="12435"/>
                  </a:lnTo>
                  <a:lnTo>
                    <a:pt x="7762" y="12473"/>
                  </a:lnTo>
                  <a:lnTo>
                    <a:pt x="7221" y="12550"/>
                  </a:lnTo>
                  <a:lnTo>
                    <a:pt x="6719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23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01"/>
                  </a:lnTo>
                  <a:lnTo>
                    <a:pt x="5870" y="11160"/>
                  </a:lnTo>
                  <a:lnTo>
                    <a:pt x="6410" y="10620"/>
                  </a:lnTo>
                  <a:lnTo>
                    <a:pt x="6990" y="10118"/>
                  </a:lnTo>
                  <a:lnTo>
                    <a:pt x="7569" y="9616"/>
                  </a:lnTo>
                  <a:lnTo>
                    <a:pt x="8148" y="9191"/>
                  </a:lnTo>
                  <a:lnTo>
                    <a:pt x="8766" y="8805"/>
                  </a:lnTo>
                  <a:lnTo>
                    <a:pt x="9422" y="8419"/>
                  </a:lnTo>
                  <a:lnTo>
                    <a:pt x="10079" y="8110"/>
                  </a:lnTo>
                  <a:lnTo>
                    <a:pt x="10735" y="7801"/>
                  </a:lnTo>
                  <a:lnTo>
                    <a:pt x="11469" y="7569"/>
                  </a:lnTo>
                  <a:lnTo>
                    <a:pt x="12164" y="7337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6"/>
                  </a:moveTo>
                  <a:lnTo>
                    <a:pt x="4055" y="1815"/>
                  </a:lnTo>
                  <a:lnTo>
                    <a:pt x="3630" y="2433"/>
                  </a:lnTo>
                  <a:lnTo>
                    <a:pt x="3244" y="3090"/>
                  </a:lnTo>
                  <a:lnTo>
                    <a:pt x="2935" y="3785"/>
                  </a:lnTo>
                  <a:lnTo>
                    <a:pt x="2665" y="4519"/>
                  </a:lnTo>
                  <a:lnTo>
                    <a:pt x="2472" y="5252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4"/>
                  </a:lnTo>
                  <a:lnTo>
                    <a:pt x="2394" y="9847"/>
                  </a:lnTo>
                  <a:lnTo>
                    <a:pt x="2549" y="10620"/>
                  </a:lnTo>
                  <a:lnTo>
                    <a:pt x="2781" y="11353"/>
                  </a:lnTo>
                  <a:lnTo>
                    <a:pt x="3012" y="12048"/>
                  </a:lnTo>
                  <a:lnTo>
                    <a:pt x="3321" y="12743"/>
                  </a:lnTo>
                  <a:lnTo>
                    <a:pt x="3128" y="12859"/>
                  </a:lnTo>
                  <a:lnTo>
                    <a:pt x="2935" y="13014"/>
                  </a:lnTo>
                  <a:lnTo>
                    <a:pt x="2819" y="13207"/>
                  </a:lnTo>
                  <a:lnTo>
                    <a:pt x="2742" y="13439"/>
                  </a:lnTo>
                  <a:lnTo>
                    <a:pt x="2394" y="12975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6" y="11585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075"/>
                  </a:lnTo>
                  <a:lnTo>
                    <a:pt x="541" y="8534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1"/>
                  </a:lnTo>
                  <a:lnTo>
                    <a:pt x="773" y="5870"/>
                  </a:lnTo>
                  <a:lnTo>
                    <a:pt x="927" y="5291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1970"/>
                  </a:lnTo>
                  <a:lnTo>
                    <a:pt x="3939" y="1584"/>
                  </a:lnTo>
                  <a:lnTo>
                    <a:pt x="4518" y="1236"/>
                  </a:lnTo>
                  <a:close/>
                  <a:moveTo>
                    <a:pt x="3862" y="12975"/>
                  </a:moveTo>
                  <a:lnTo>
                    <a:pt x="4016" y="13014"/>
                  </a:lnTo>
                  <a:lnTo>
                    <a:pt x="4171" y="13130"/>
                  </a:lnTo>
                  <a:lnTo>
                    <a:pt x="4287" y="13284"/>
                  </a:lnTo>
                  <a:lnTo>
                    <a:pt x="4325" y="13439"/>
                  </a:lnTo>
                  <a:lnTo>
                    <a:pt x="4364" y="13593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5" y="13786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00"/>
                  </a:lnTo>
                  <a:lnTo>
                    <a:pt x="3051" y="13439"/>
                  </a:lnTo>
                  <a:lnTo>
                    <a:pt x="2974" y="13516"/>
                  </a:lnTo>
                  <a:lnTo>
                    <a:pt x="3051" y="13361"/>
                  </a:lnTo>
                  <a:lnTo>
                    <a:pt x="3167" y="13207"/>
                  </a:lnTo>
                  <a:lnTo>
                    <a:pt x="3321" y="13091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8187" y="12821"/>
                  </a:moveTo>
                  <a:lnTo>
                    <a:pt x="9152" y="12859"/>
                  </a:lnTo>
                  <a:lnTo>
                    <a:pt x="9615" y="12898"/>
                  </a:lnTo>
                  <a:lnTo>
                    <a:pt x="10117" y="12937"/>
                  </a:lnTo>
                  <a:lnTo>
                    <a:pt x="10504" y="13014"/>
                  </a:lnTo>
                  <a:lnTo>
                    <a:pt x="11006" y="13091"/>
                  </a:lnTo>
                  <a:lnTo>
                    <a:pt x="11508" y="13245"/>
                  </a:lnTo>
                  <a:lnTo>
                    <a:pt x="11701" y="13323"/>
                  </a:lnTo>
                  <a:lnTo>
                    <a:pt x="11894" y="13439"/>
                  </a:lnTo>
                  <a:lnTo>
                    <a:pt x="11508" y="13747"/>
                  </a:lnTo>
                  <a:lnTo>
                    <a:pt x="11083" y="14018"/>
                  </a:lnTo>
                  <a:lnTo>
                    <a:pt x="10658" y="14249"/>
                  </a:lnTo>
                  <a:lnTo>
                    <a:pt x="10233" y="14442"/>
                  </a:lnTo>
                  <a:lnTo>
                    <a:pt x="9770" y="14597"/>
                  </a:lnTo>
                  <a:lnTo>
                    <a:pt x="9307" y="14751"/>
                  </a:lnTo>
                  <a:lnTo>
                    <a:pt x="8843" y="14829"/>
                  </a:lnTo>
                  <a:lnTo>
                    <a:pt x="8341" y="14906"/>
                  </a:lnTo>
                  <a:lnTo>
                    <a:pt x="7878" y="14944"/>
                  </a:lnTo>
                  <a:lnTo>
                    <a:pt x="7376" y="14944"/>
                  </a:lnTo>
                  <a:lnTo>
                    <a:pt x="6912" y="14906"/>
                  </a:lnTo>
                  <a:lnTo>
                    <a:pt x="6410" y="14867"/>
                  </a:lnTo>
                  <a:lnTo>
                    <a:pt x="5947" y="14751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6" y="14288"/>
                  </a:lnTo>
                  <a:lnTo>
                    <a:pt x="4711" y="14018"/>
                  </a:lnTo>
                  <a:lnTo>
                    <a:pt x="4750" y="13709"/>
                  </a:lnTo>
                  <a:lnTo>
                    <a:pt x="4711" y="13593"/>
                  </a:lnTo>
                  <a:lnTo>
                    <a:pt x="5561" y="13284"/>
                  </a:lnTo>
                  <a:lnTo>
                    <a:pt x="6410" y="13091"/>
                  </a:lnTo>
                  <a:lnTo>
                    <a:pt x="7299" y="12937"/>
                  </a:lnTo>
                  <a:lnTo>
                    <a:pt x="8187" y="12821"/>
                  </a:lnTo>
                  <a:close/>
                  <a:moveTo>
                    <a:pt x="6990" y="1"/>
                  </a:moveTo>
                  <a:lnTo>
                    <a:pt x="6449" y="78"/>
                  </a:lnTo>
                  <a:lnTo>
                    <a:pt x="5870" y="194"/>
                  </a:lnTo>
                  <a:lnTo>
                    <a:pt x="5329" y="348"/>
                  </a:lnTo>
                  <a:lnTo>
                    <a:pt x="4789" y="580"/>
                  </a:lnTo>
                  <a:lnTo>
                    <a:pt x="4248" y="811"/>
                  </a:lnTo>
                  <a:lnTo>
                    <a:pt x="3785" y="1082"/>
                  </a:lnTo>
                  <a:lnTo>
                    <a:pt x="3283" y="1391"/>
                  </a:lnTo>
                  <a:lnTo>
                    <a:pt x="2819" y="1738"/>
                  </a:lnTo>
                  <a:lnTo>
                    <a:pt x="2394" y="2124"/>
                  </a:lnTo>
                  <a:lnTo>
                    <a:pt x="2008" y="2549"/>
                  </a:lnTo>
                  <a:lnTo>
                    <a:pt x="1622" y="3013"/>
                  </a:lnTo>
                  <a:lnTo>
                    <a:pt x="1275" y="3476"/>
                  </a:lnTo>
                  <a:lnTo>
                    <a:pt x="966" y="3978"/>
                  </a:lnTo>
                  <a:lnTo>
                    <a:pt x="695" y="4596"/>
                  </a:lnTo>
                  <a:lnTo>
                    <a:pt x="425" y="5214"/>
                  </a:lnTo>
                  <a:lnTo>
                    <a:pt x="232" y="5870"/>
                  </a:lnTo>
                  <a:lnTo>
                    <a:pt x="116" y="6526"/>
                  </a:lnTo>
                  <a:lnTo>
                    <a:pt x="39" y="7222"/>
                  </a:lnTo>
                  <a:lnTo>
                    <a:pt x="0" y="7878"/>
                  </a:lnTo>
                  <a:lnTo>
                    <a:pt x="39" y="8573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199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1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481"/>
                  </a:lnTo>
                  <a:lnTo>
                    <a:pt x="4132" y="14597"/>
                  </a:lnTo>
                  <a:lnTo>
                    <a:pt x="4557" y="14790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53"/>
                  </a:lnTo>
                  <a:lnTo>
                    <a:pt x="6333" y="15369"/>
                  </a:lnTo>
                  <a:lnTo>
                    <a:pt x="6797" y="15408"/>
                  </a:lnTo>
                  <a:lnTo>
                    <a:pt x="7299" y="15446"/>
                  </a:lnTo>
                  <a:lnTo>
                    <a:pt x="8225" y="15446"/>
                  </a:lnTo>
                  <a:lnTo>
                    <a:pt x="8689" y="15369"/>
                  </a:lnTo>
                  <a:lnTo>
                    <a:pt x="9152" y="15292"/>
                  </a:lnTo>
                  <a:lnTo>
                    <a:pt x="9615" y="15176"/>
                  </a:lnTo>
                  <a:lnTo>
                    <a:pt x="10079" y="15022"/>
                  </a:lnTo>
                  <a:lnTo>
                    <a:pt x="10542" y="14867"/>
                  </a:lnTo>
                  <a:lnTo>
                    <a:pt x="10967" y="14674"/>
                  </a:lnTo>
                  <a:lnTo>
                    <a:pt x="11392" y="14442"/>
                  </a:lnTo>
                  <a:lnTo>
                    <a:pt x="11855" y="14134"/>
                  </a:lnTo>
                  <a:lnTo>
                    <a:pt x="12318" y="13747"/>
                  </a:lnTo>
                  <a:lnTo>
                    <a:pt x="12743" y="13361"/>
                  </a:lnTo>
                  <a:lnTo>
                    <a:pt x="13129" y="12975"/>
                  </a:lnTo>
                  <a:lnTo>
                    <a:pt x="13477" y="12512"/>
                  </a:lnTo>
                  <a:lnTo>
                    <a:pt x="13786" y="12048"/>
                  </a:lnTo>
                  <a:lnTo>
                    <a:pt x="14056" y="11546"/>
                  </a:lnTo>
                  <a:lnTo>
                    <a:pt x="14288" y="11044"/>
                  </a:lnTo>
                  <a:lnTo>
                    <a:pt x="14520" y="10504"/>
                  </a:lnTo>
                  <a:lnTo>
                    <a:pt x="14674" y="9963"/>
                  </a:lnTo>
                  <a:lnTo>
                    <a:pt x="14828" y="9423"/>
                  </a:lnTo>
                  <a:lnTo>
                    <a:pt x="14906" y="8843"/>
                  </a:lnTo>
                  <a:lnTo>
                    <a:pt x="14983" y="8264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4" y="6565"/>
                  </a:lnTo>
                  <a:lnTo>
                    <a:pt x="14828" y="5986"/>
                  </a:lnTo>
                  <a:lnTo>
                    <a:pt x="14674" y="5368"/>
                  </a:lnTo>
                  <a:lnTo>
                    <a:pt x="14481" y="4789"/>
                  </a:lnTo>
                  <a:lnTo>
                    <a:pt x="14249" y="4248"/>
                  </a:lnTo>
                  <a:lnTo>
                    <a:pt x="13979" y="3708"/>
                  </a:lnTo>
                  <a:lnTo>
                    <a:pt x="13670" y="3206"/>
                  </a:lnTo>
                  <a:lnTo>
                    <a:pt x="13322" y="2742"/>
                  </a:lnTo>
                  <a:lnTo>
                    <a:pt x="12936" y="2279"/>
                  </a:lnTo>
                  <a:lnTo>
                    <a:pt x="12512" y="1893"/>
                  </a:lnTo>
                  <a:lnTo>
                    <a:pt x="12048" y="1507"/>
                  </a:lnTo>
                  <a:lnTo>
                    <a:pt x="11585" y="1159"/>
                  </a:lnTo>
                  <a:lnTo>
                    <a:pt x="11083" y="850"/>
                  </a:lnTo>
                  <a:lnTo>
                    <a:pt x="10542" y="580"/>
                  </a:lnTo>
                  <a:lnTo>
                    <a:pt x="9963" y="387"/>
                  </a:lnTo>
                  <a:lnTo>
                    <a:pt x="9384" y="194"/>
                  </a:lnTo>
                  <a:lnTo>
                    <a:pt x="8766" y="78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3"/>
            <p:cNvSpPr/>
            <p:nvPr/>
          </p:nvSpPr>
          <p:spPr>
            <a:xfrm>
              <a:off x="2298225" y="4462400"/>
              <a:ext cx="461475" cy="306050"/>
            </a:xfrm>
            <a:custGeom>
              <a:avLst/>
              <a:gdLst/>
              <a:ahLst/>
              <a:cxnLst/>
              <a:rect l="l" t="t" r="r" b="b"/>
              <a:pathLst>
                <a:path w="18459" h="12242" extrusionOk="0">
                  <a:moveTo>
                    <a:pt x="17609" y="4943"/>
                  </a:moveTo>
                  <a:lnTo>
                    <a:pt x="17763" y="4982"/>
                  </a:lnTo>
                  <a:lnTo>
                    <a:pt x="17879" y="5020"/>
                  </a:lnTo>
                  <a:lnTo>
                    <a:pt x="17917" y="5098"/>
                  </a:lnTo>
                  <a:lnTo>
                    <a:pt x="17956" y="5175"/>
                  </a:lnTo>
                  <a:lnTo>
                    <a:pt x="17956" y="5407"/>
                  </a:lnTo>
                  <a:lnTo>
                    <a:pt x="17956" y="5638"/>
                  </a:lnTo>
                  <a:lnTo>
                    <a:pt x="17879" y="5793"/>
                  </a:lnTo>
                  <a:lnTo>
                    <a:pt x="17763" y="5986"/>
                  </a:lnTo>
                  <a:lnTo>
                    <a:pt x="17570" y="6140"/>
                  </a:lnTo>
                  <a:lnTo>
                    <a:pt x="17222" y="6372"/>
                  </a:lnTo>
                  <a:lnTo>
                    <a:pt x="16913" y="6526"/>
                  </a:lnTo>
                  <a:lnTo>
                    <a:pt x="16566" y="6642"/>
                  </a:lnTo>
                  <a:lnTo>
                    <a:pt x="16257" y="6681"/>
                  </a:lnTo>
                  <a:lnTo>
                    <a:pt x="15909" y="6720"/>
                  </a:lnTo>
                  <a:lnTo>
                    <a:pt x="16141" y="6140"/>
                  </a:lnTo>
                  <a:lnTo>
                    <a:pt x="16257" y="5870"/>
                  </a:lnTo>
                  <a:lnTo>
                    <a:pt x="16411" y="5600"/>
                  </a:lnTo>
                  <a:lnTo>
                    <a:pt x="16605" y="5368"/>
                  </a:lnTo>
                  <a:lnTo>
                    <a:pt x="16798" y="5175"/>
                  </a:lnTo>
                  <a:lnTo>
                    <a:pt x="17068" y="5059"/>
                  </a:lnTo>
                  <a:lnTo>
                    <a:pt x="17377" y="4943"/>
                  </a:lnTo>
                  <a:close/>
                  <a:moveTo>
                    <a:pt x="13747" y="6295"/>
                  </a:moveTo>
                  <a:lnTo>
                    <a:pt x="14056" y="6333"/>
                  </a:lnTo>
                  <a:lnTo>
                    <a:pt x="14365" y="6411"/>
                  </a:lnTo>
                  <a:lnTo>
                    <a:pt x="14597" y="6526"/>
                  </a:lnTo>
                  <a:lnTo>
                    <a:pt x="14828" y="6681"/>
                  </a:lnTo>
                  <a:lnTo>
                    <a:pt x="15060" y="6835"/>
                  </a:lnTo>
                  <a:lnTo>
                    <a:pt x="14983" y="6951"/>
                  </a:lnTo>
                  <a:lnTo>
                    <a:pt x="14519" y="7067"/>
                  </a:lnTo>
                  <a:lnTo>
                    <a:pt x="14056" y="7144"/>
                  </a:lnTo>
                  <a:lnTo>
                    <a:pt x="13515" y="7144"/>
                  </a:lnTo>
                  <a:lnTo>
                    <a:pt x="13206" y="7106"/>
                  </a:lnTo>
                  <a:lnTo>
                    <a:pt x="12936" y="6990"/>
                  </a:lnTo>
                  <a:lnTo>
                    <a:pt x="12820" y="6951"/>
                  </a:lnTo>
                  <a:lnTo>
                    <a:pt x="12782" y="6874"/>
                  </a:lnTo>
                  <a:lnTo>
                    <a:pt x="12782" y="6758"/>
                  </a:lnTo>
                  <a:lnTo>
                    <a:pt x="12859" y="6642"/>
                  </a:lnTo>
                  <a:lnTo>
                    <a:pt x="12936" y="6449"/>
                  </a:lnTo>
                  <a:lnTo>
                    <a:pt x="13052" y="6333"/>
                  </a:lnTo>
                  <a:lnTo>
                    <a:pt x="13206" y="6295"/>
                  </a:lnTo>
                  <a:close/>
                  <a:moveTo>
                    <a:pt x="15523" y="7222"/>
                  </a:moveTo>
                  <a:lnTo>
                    <a:pt x="16064" y="7608"/>
                  </a:lnTo>
                  <a:lnTo>
                    <a:pt x="16334" y="7839"/>
                  </a:lnTo>
                  <a:lnTo>
                    <a:pt x="16566" y="8071"/>
                  </a:lnTo>
                  <a:lnTo>
                    <a:pt x="16798" y="8303"/>
                  </a:lnTo>
                  <a:lnTo>
                    <a:pt x="16991" y="8573"/>
                  </a:lnTo>
                  <a:lnTo>
                    <a:pt x="17068" y="8882"/>
                  </a:lnTo>
                  <a:lnTo>
                    <a:pt x="17107" y="9036"/>
                  </a:lnTo>
                  <a:lnTo>
                    <a:pt x="17107" y="9229"/>
                  </a:lnTo>
                  <a:lnTo>
                    <a:pt x="17068" y="9423"/>
                  </a:lnTo>
                  <a:lnTo>
                    <a:pt x="16952" y="9538"/>
                  </a:lnTo>
                  <a:lnTo>
                    <a:pt x="16836" y="9616"/>
                  </a:lnTo>
                  <a:lnTo>
                    <a:pt x="16682" y="9654"/>
                  </a:lnTo>
                  <a:lnTo>
                    <a:pt x="16527" y="9654"/>
                  </a:lnTo>
                  <a:lnTo>
                    <a:pt x="16373" y="9577"/>
                  </a:lnTo>
                  <a:lnTo>
                    <a:pt x="16218" y="9461"/>
                  </a:lnTo>
                  <a:lnTo>
                    <a:pt x="16103" y="9307"/>
                  </a:lnTo>
                  <a:lnTo>
                    <a:pt x="15909" y="8959"/>
                  </a:lnTo>
                  <a:lnTo>
                    <a:pt x="15716" y="8573"/>
                  </a:lnTo>
                  <a:lnTo>
                    <a:pt x="15639" y="8226"/>
                  </a:lnTo>
                  <a:lnTo>
                    <a:pt x="15562" y="7917"/>
                  </a:lnTo>
                  <a:lnTo>
                    <a:pt x="15523" y="7569"/>
                  </a:lnTo>
                  <a:lnTo>
                    <a:pt x="15523" y="7222"/>
                  </a:lnTo>
                  <a:close/>
                  <a:moveTo>
                    <a:pt x="5020" y="464"/>
                  </a:moveTo>
                  <a:lnTo>
                    <a:pt x="5638" y="541"/>
                  </a:lnTo>
                  <a:lnTo>
                    <a:pt x="6217" y="696"/>
                  </a:lnTo>
                  <a:lnTo>
                    <a:pt x="6758" y="927"/>
                  </a:lnTo>
                  <a:lnTo>
                    <a:pt x="7260" y="1236"/>
                  </a:lnTo>
                  <a:lnTo>
                    <a:pt x="7723" y="1622"/>
                  </a:lnTo>
                  <a:lnTo>
                    <a:pt x="8186" y="2047"/>
                  </a:lnTo>
                  <a:lnTo>
                    <a:pt x="8534" y="2549"/>
                  </a:lnTo>
                  <a:lnTo>
                    <a:pt x="8804" y="3013"/>
                  </a:lnTo>
                  <a:lnTo>
                    <a:pt x="9036" y="3437"/>
                  </a:lnTo>
                  <a:lnTo>
                    <a:pt x="9229" y="3901"/>
                  </a:lnTo>
                  <a:lnTo>
                    <a:pt x="9384" y="4403"/>
                  </a:lnTo>
                  <a:lnTo>
                    <a:pt x="9654" y="5368"/>
                  </a:lnTo>
                  <a:lnTo>
                    <a:pt x="9924" y="6333"/>
                  </a:lnTo>
                  <a:lnTo>
                    <a:pt x="10040" y="6758"/>
                  </a:lnTo>
                  <a:lnTo>
                    <a:pt x="10194" y="7144"/>
                  </a:lnTo>
                  <a:lnTo>
                    <a:pt x="10388" y="7530"/>
                  </a:lnTo>
                  <a:lnTo>
                    <a:pt x="10619" y="7878"/>
                  </a:lnTo>
                  <a:lnTo>
                    <a:pt x="10890" y="8187"/>
                  </a:lnTo>
                  <a:lnTo>
                    <a:pt x="11198" y="8419"/>
                  </a:lnTo>
                  <a:lnTo>
                    <a:pt x="11585" y="8612"/>
                  </a:lnTo>
                  <a:lnTo>
                    <a:pt x="12009" y="8766"/>
                  </a:lnTo>
                  <a:lnTo>
                    <a:pt x="12357" y="8805"/>
                  </a:lnTo>
                  <a:lnTo>
                    <a:pt x="12704" y="8766"/>
                  </a:lnTo>
                  <a:lnTo>
                    <a:pt x="13013" y="8728"/>
                  </a:lnTo>
                  <a:lnTo>
                    <a:pt x="13322" y="8650"/>
                  </a:lnTo>
                  <a:lnTo>
                    <a:pt x="13631" y="8534"/>
                  </a:lnTo>
                  <a:lnTo>
                    <a:pt x="13901" y="8419"/>
                  </a:lnTo>
                  <a:lnTo>
                    <a:pt x="14172" y="8226"/>
                  </a:lnTo>
                  <a:lnTo>
                    <a:pt x="14442" y="8071"/>
                  </a:lnTo>
                  <a:lnTo>
                    <a:pt x="13940" y="8689"/>
                  </a:lnTo>
                  <a:lnTo>
                    <a:pt x="13361" y="9307"/>
                  </a:lnTo>
                  <a:lnTo>
                    <a:pt x="12743" y="9847"/>
                  </a:lnTo>
                  <a:lnTo>
                    <a:pt x="12087" y="10311"/>
                  </a:lnTo>
                  <a:lnTo>
                    <a:pt x="11392" y="10735"/>
                  </a:lnTo>
                  <a:lnTo>
                    <a:pt x="10658" y="11083"/>
                  </a:lnTo>
                  <a:lnTo>
                    <a:pt x="9847" y="11353"/>
                  </a:lnTo>
                  <a:lnTo>
                    <a:pt x="9036" y="11585"/>
                  </a:lnTo>
                  <a:lnTo>
                    <a:pt x="8418" y="11662"/>
                  </a:lnTo>
                  <a:lnTo>
                    <a:pt x="7839" y="11739"/>
                  </a:lnTo>
                  <a:lnTo>
                    <a:pt x="7260" y="11739"/>
                  </a:lnTo>
                  <a:lnTo>
                    <a:pt x="6680" y="11701"/>
                  </a:lnTo>
                  <a:lnTo>
                    <a:pt x="6101" y="11624"/>
                  </a:lnTo>
                  <a:lnTo>
                    <a:pt x="5561" y="11508"/>
                  </a:lnTo>
                  <a:lnTo>
                    <a:pt x="5020" y="11353"/>
                  </a:lnTo>
                  <a:lnTo>
                    <a:pt x="4518" y="11160"/>
                  </a:lnTo>
                  <a:lnTo>
                    <a:pt x="4016" y="10929"/>
                  </a:lnTo>
                  <a:lnTo>
                    <a:pt x="3514" y="10620"/>
                  </a:lnTo>
                  <a:lnTo>
                    <a:pt x="3089" y="10311"/>
                  </a:lnTo>
                  <a:lnTo>
                    <a:pt x="2626" y="9925"/>
                  </a:lnTo>
                  <a:lnTo>
                    <a:pt x="2240" y="9538"/>
                  </a:lnTo>
                  <a:lnTo>
                    <a:pt x="1854" y="9075"/>
                  </a:lnTo>
                  <a:lnTo>
                    <a:pt x="1545" y="8573"/>
                  </a:lnTo>
                  <a:lnTo>
                    <a:pt x="1236" y="8071"/>
                  </a:lnTo>
                  <a:lnTo>
                    <a:pt x="965" y="7492"/>
                  </a:lnTo>
                  <a:lnTo>
                    <a:pt x="734" y="6913"/>
                  </a:lnTo>
                  <a:lnTo>
                    <a:pt x="579" y="6295"/>
                  </a:lnTo>
                  <a:lnTo>
                    <a:pt x="464" y="5677"/>
                  </a:lnTo>
                  <a:lnTo>
                    <a:pt x="425" y="5059"/>
                  </a:lnTo>
                  <a:lnTo>
                    <a:pt x="425" y="4441"/>
                  </a:lnTo>
                  <a:lnTo>
                    <a:pt x="541" y="3823"/>
                  </a:lnTo>
                  <a:lnTo>
                    <a:pt x="695" y="3244"/>
                  </a:lnTo>
                  <a:lnTo>
                    <a:pt x="965" y="2704"/>
                  </a:lnTo>
                  <a:lnTo>
                    <a:pt x="1313" y="2163"/>
                  </a:lnTo>
                  <a:lnTo>
                    <a:pt x="1699" y="1738"/>
                  </a:lnTo>
                  <a:lnTo>
                    <a:pt x="2163" y="1313"/>
                  </a:lnTo>
                  <a:lnTo>
                    <a:pt x="2665" y="1005"/>
                  </a:lnTo>
                  <a:lnTo>
                    <a:pt x="3205" y="734"/>
                  </a:lnTo>
                  <a:lnTo>
                    <a:pt x="3784" y="580"/>
                  </a:lnTo>
                  <a:lnTo>
                    <a:pt x="4402" y="464"/>
                  </a:lnTo>
                  <a:close/>
                  <a:moveTo>
                    <a:pt x="4634" y="1"/>
                  </a:moveTo>
                  <a:lnTo>
                    <a:pt x="4248" y="39"/>
                  </a:lnTo>
                  <a:lnTo>
                    <a:pt x="3900" y="78"/>
                  </a:lnTo>
                  <a:lnTo>
                    <a:pt x="3514" y="155"/>
                  </a:lnTo>
                  <a:lnTo>
                    <a:pt x="3128" y="271"/>
                  </a:lnTo>
                  <a:lnTo>
                    <a:pt x="2780" y="425"/>
                  </a:lnTo>
                  <a:lnTo>
                    <a:pt x="2433" y="618"/>
                  </a:lnTo>
                  <a:lnTo>
                    <a:pt x="2085" y="850"/>
                  </a:lnTo>
                  <a:lnTo>
                    <a:pt x="1622" y="1198"/>
                  </a:lnTo>
                  <a:lnTo>
                    <a:pt x="1236" y="1584"/>
                  </a:lnTo>
                  <a:lnTo>
                    <a:pt x="888" y="2009"/>
                  </a:lnTo>
                  <a:lnTo>
                    <a:pt x="618" y="2433"/>
                  </a:lnTo>
                  <a:lnTo>
                    <a:pt x="386" y="2897"/>
                  </a:lnTo>
                  <a:lnTo>
                    <a:pt x="232" y="3399"/>
                  </a:lnTo>
                  <a:lnTo>
                    <a:pt x="77" y="3901"/>
                  </a:lnTo>
                  <a:lnTo>
                    <a:pt x="0" y="4403"/>
                  </a:lnTo>
                  <a:lnTo>
                    <a:pt x="0" y="4905"/>
                  </a:lnTo>
                  <a:lnTo>
                    <a:pt x="0" y="5445"/>
                  </a:lnTo>
                  <a:lnTo>
                    <a:pt x="77" y="5986"/>
                  </a:lnTo>
                  <a:lnTo>
                    <a:pt x="155" y="6488"/>
                  </a:lnTo>
                  <a:lnTo>
                    <a:pt x="309" y="7028"/>
                  </a:lnTo>
                  <a:lnTo>
                    <a:pt x="464" y="7530"/>
                  </a:lnTo>
                  <a:lnTo>
                    <a:pt x="695" y="8032"/>
                  </a:lnTo>
                  <a:lnTo>
                    <a:pt x="927" y="8496"/>
                  </a:lnTo>
                  <a:lnTo>
                    <a:pt x="1274" y="9075"/>
                  </a:lnTo>
                  <a:lnTo>
                    <a:pt x="1661" y="9616"/>
                  </a:lnTo>
                  <a:lnTo>
                    <a:pt x="2124" y="10079"/>
                  </a:lnTo>
                  <a:lnTo>
                    <a:pt x="2587" y="10542"/>
                  </a:lnTo>
                  <a:lnTo>
                    <a:pt x="3089" y="10929"/>
                  </a:lnTo>
                  <a:lnTo>
                    <a:pt x="3591" y="11276"/>
                  </a:lnTo>
                  <a:lnTo>
                    <a:pt x="4171" y="11546"/>
                  </a:lnTo>
                  <a:lnTo>
                    <a:pt x="4750" y="11778"/>
                  </a:lnTo>
                  <a:lnTo>
                    <a:pt x="4750" y="11933"/>
                  </a:lnTo>
                  <a:lnTo>
                    <a:pt x="5097" y="11894"/>
                  </a:lnTo>
                  <a:lnTo>
                    <a:pt x="5908" y="12087"/>
                  </a:lnTo>
                  <a:lnTo>
                    <a:pt x="6719" y="12203"/>
                  </a:lnTo>
                  <a:lnTo>
                    <a:pt x="7569" y="12241"/>
                  </a:lnTo>
                  <a:lnTo>
                    <a:pt x="8418" y="12164"/>
                  </a:lnTo>
                  <a:lnTo>
                    <a:pt x="9190" y="12048"/>
                  </a:lnTo>
                  <a:lnTo>
                    <a:pt x="9963" y="11855"/>
                  </a:lnTo>
                  <a:lnTo>
                    <a:pt x="10310" y="11739"/>
                  </a:lnTo>
                  <a:lnTo>
                    <a:pt x="10272" y="11739"/>
                  </a:lnTo>
                  <a:lnTo>
                    <a:pt x="11083" y="11431"/>
                  </a:lnTo>
                  <a:lnTo>
                    <a:pt x="11855" y="11044"/>
                  </a:lnTo>
                  <a:lnTo>
                    <a:pt x="12550" y="10581"/>
                  </a:lnTo>
                  <a:lnTo>
                    <a:pt x="13245" y="10079"/>
                  </a:lnTo>
                  <a:lnTo>
                    <a:pt x="13863" y="9500"/>
                  </a:lnTo>
                  <a:lnTo>
                    <a:pt x="14133" y="9191"/>
                  </a:lnTo>
                  <a:lnTo>
                    <a:pt x="14403" y="8882"/>
                  </a:lnTo>
                  <a:lnTo>
                    <a:pt x="14635" y="8534"/>
                  </a:lnTo>
                  <a:lnTo>
                    <a:pt x="14867" y="8187"/>
                  </a:lnTo>
                  <a:lnTo>
                    <a:pt x="15060" y="7801"/>
                  </a:lnTo>
                  <a:lnTo>
                    <a:pt x="15253" y="7415"/>
                  </a:lnTo>
                  <a:lnTo>
                    <a:pt x="15253" y="7917"/>
                  </a:lnTo>
                  <a:lnTo>
                    <a:pt x="15330" y="8419"/>
                  </a:lnTo>
                  <a:lnTo>
                    <a:pt x="15485" y="8882"/>
                  </a:lnTo>
                  <a:lnTo>
                    <a:pt x="15678" y="9345"/>
                  </a:lnTo>
                  <a:lnTo>
                    <a:pt x="15794" y="9538"/>
                  </a:lnTo>
                  <a:lnTo>
                    <a:pt x="15948" y="9731"/>
                  </a:lnTo>
                  <a:lnTo>
                    <a:pt x="16103" y="9886"/>
                  </a:lnTo>
                  <a:lnTo>
                    <a:pt x="16257" y="10040"/>
                  </a:lnTo>
                  <a:lnTo>
                    <a:pt x="16489" y="10156"/>
                  </a:lnTo>
                  <a:lnTo>
                    <a:pt x="16682" y="10195"/>
                  </a:lnTo>
                  <a:lnTo>
                    <a:pt x="16913" y="10156"/>
                  </a:lnTo>
                  <a:lnTo>
                    <a:pt x="17107" y="10040"/>
                  </a:lnTo>
                  <a:lnTo>
                    <a:pt x="17300" y="9886"/>
                  </a:lnTo>
                  <a:lnTo>
                    <a:pt x="17377" y="9693"/>
                  </a:lnTo>
                  <a:lnTo>
                    <a:pt x="17454" y="9500"/>
                  </a:lnTo>
                  <a:lnTo>
                    <a:pt x="17493" y="9268"/>
                  </a:lnTo>
                  <a:lnTo>
                    <a:pt x="17493" y="9075"/>
                  </a:lnTo>
                  <a:lnTo>
                    <a:pt x="17454" y="8843"/>
                  </a:lnTo>
                  <a:lnTo>
                    <a:pt x="17415" y="8650"/>
                  </a:lnTo>
                  <a:lnTo>
                    <a:pt x="17338" y="8457"/>
                  </a:lnTo>
                  <a:lnTo>
                    <a:pt x="17222" y="8226"/>
                  </a:lnTo>
                  <a:lnTo>
                    <a:pt x="17068" y="8032"/>
                  </a:lnTo>
                  <a:lnTo>
                    <a:pt x="16720" y="7646"/>
                  </a:lnTo>
                  <a:lnTo>
                    <a:pt x="16334" y="7299"/>
                  </a:lnTo>
                  <a:lnTo>
                    <a:pt x="15909" y="6990"/>
                  </a:lnTo>
                  <a:lnTo>
                    <a:pt x="16373" y="6990"/>
                  </a:lnTo>
                  <a:lnTo>
                    <a:pt x="16875" y="6913"/>
                  </a:lnTo>
                  <a:lnTo>
                    <a:pt x="17338" y="6720"/>
                  </a:lnTo>
                  <a:lnTo>
                    <a:pt x="17763" y="6488"/>
                  </a:lnTo>
                  <a:lnTo>
                    <a:pt x="17917" y="6333"/>
                  </a:lnTo>
                  <a:lnTo>
                    <a:pt x="18110" y="6140"/>
                  </a:lnTo>
                  <a:lnTo>
                    <a:pt x="18265" y="5947"/>
                  </a:lnTo>
                  <a:lnTo>
                    <a:pt x="18381" y="5716"/>
                  </a:lnTo>
                  <a:lnTo>
                    <a:pt x="18458" y="5484"/>
                  </a:lnTo>
                  <a:lnTo>
                    <a:pt x="18458" y="5214"/>
                  </a:lnTo>
                  <a:lnTo>
                    <a:pt x="18381" y="4982"/>
                  </a:lnTo>
                  <a:lnTo>
                    <a:pt x="18304" y="4905"/>
                  </a:lnTo>
                  <a:lnTo>
                    <a:pt x="18226" y="4789"/>
                  </a:lnTo>
                  <a:lnTo>
                    <a:pt x="18033" y="4673"/>
                  </a:lnTo>
                  <a:lnTo>
                    <a:pt x="17802" y="4596"/>
                  </a:lnTo>
                  <a:lnTo>
                    <a:pt x="17609" y="4557"/>
                  </a:lnTo>
                  <a:lnTo>
                    <a:pt x="17377" y="4557"/>
                  </a:lnTo>
                  <a:lnTo>
                    <a:pt x="17145" y="4634"/>
                  </a:lnTo>
                  <a:lnTo>
                    <a:pt x="16913" y="4712"/>
                  </a:lnTo>
                  <a:lnTo>
                    <a:pt x="16720" y="4789"/>
                  </a:lnTo>
                  <a:lnTo>
                    <a:pt x="16566" y="4905"/>
                  </a:lnTo>
                  <a:lnTo>
                    <a:pt x="16373" y="5098"/>
                  </a:lnTo>
                  <a:lnTo>
                    <a:pt x="16180" y="5291"/>
                  </a:lnTo>
                  <a:lnTo>
                    <a:pt x="15871" y="5716"/>
                  </a:lnTo>
                  <a:lnTo>
                    <a:pt x="15639" y="6179"/>
                  </a:lnTo>
                  <a:lnTo>
                    <a:pt x="15485" y="6681"/>
                  </a:lnTo>
                  <a:lnTo>
                    <a:pt x="15407" y="6681"/>
                  </a:lnTo>
                  <a:lnTo>
                    <a:pt x="15330" y="6720"/>
                  </a:lnTo>
                  <a:lnTo>
                    <a:pt x="14983" y="6411"/>
                  </a:lnTo>
                  <a:lnTo>
                    <a:pt x="14597" y="6179"/>
                  </a:lnTo>
                  <a:lnTo>
                    <a:pt x="14172" y="6024"/>
                  </a:lnTo>
                  <a:lnTo>
                    <a:pt x="13708" y="5947"/>
                  </a:lnTo>
                  <a:lnTo>
                    <a:pt x="13322" y="5909"/>
                  </a:lnTo>
                  <a:lnTo>
                    <a:pt x="13091" y="5947"/>
                  </a:lnTo>
                  <a:lnTo>
                    <a:pt x="12897" y="5986"/>
                  </a:lnTo>
                  <a:lnTo>
                    <a:pt x="12704" y="6063"/>
                  </a:lnTo>
                  <a:lnTo>
                    <a:pt x="12511" y="6140"/>
                  </a:lnTo>
                  <a:lnTo>
                    <a:pt x="12357" y="6295"/>
                  </a:lnTo>
                  <a:lnTo>
                    <a:pt x="12280" y="6449"/>
                  </a:lnTo>
                  <a:lnTo>
                    <a:pt x="12202" y="6642"/>
                  </a:lnTo>
                  <a:lnTo>
                    <a:pt x="12241" y="6835"/>
                  </a:lnTo>
                  <a:lnTo>
                    <a:pt x="12318" y="6990"/>
                  </a:lnTo>
                  <a:lnTo>
                    <a:pt x="12434" y="7106"/>
                  </a:lnTo>
                  <a:lnTo>
                    <a:pt x="12589" y="7260"/>
                  </a:lnTo>
                  <a:lnTo>
                    <a:pt x="12782" y="7337"/>
                  </a:lnTo>
                  <a:lnTo>
                    <a:pt x="13129" y="7453"/>
                  </a:lnTo>
                  <a:lnTo>
                    <a:pt x="13477" y="7530"/>
                  </a:lnTo>
                  <a:lnTo>
                    <a:pt x="13824" y="7530"/>
                  </a:lnTo>
                  <a:lnTo>
                    <a:pt x="14172" y="7492"/>
                  </a:lnTo>
                  <a:lnTo>
                    <a:pt x="14519" y="7415"/>
                  </a:lnTo>
                  <a:lnTo>
                    <a:pt x="14133" y="7762"/>
                  </a:lnTo>
                  <a:lnTo>
                    <a:pt x="13708" y="8032"/>
                  </a:lnTo>
                  <a:lnTo>
                    <a:pt x="13477" y="8110"/>
                  </a:lnTo>
                  <a:lnTo>
                    <a:pt x="13245" y="8226"/>
                  </a:lnTo>
                  <a:lnTo>
                    <a:pt x="13013" y="8264"/>
                  </a:lnTo>
                  <a:lnTo>
                    <a:pt x="12743" y="8303"/>
                  </a:lnTo>
                  <a:lnTo>
                    <a:pt x="12357" y="8303"/>
                  </a:lnTo>
                  <a:lnTo>
                    <a:pt x="11971" y="8264"/>
                  </a:lnTo>
                  <a:lnTo>
                    <a:pt x="11662" y="8110"/>
                  </a:lnTo>
                  <a:lnTo>
                    <a:pt x="11353" y="7955"/>
                  </a:lnTo>
                  <a:lnTo>
                    <a:pt x="11083" y="7685"/>
                  </a:lnTo>
                  <a:lnTo>
                    <a:pt x="10890" y="7415"/>
                  </a:lnTo>
                  <a:lnTo>
                    <a:pt x="10696" y="7106"/>
                  </a:lnTo>
                  <a:lnTo>
                    <a:pt x="10542" y="6720"/>
                  </a:lnTo>
                  <a:lnTo>
                    <a:pt x="10388" y="6218"/>
                  </a:lnTo>
                  <a:lnTo>
                    <a:pt x="10233" y="5716"/>
                  </a:lnTo>
                  <a:lnTo>
                    <a:pt x="9963" y="4673"/>
                  </a:lnTo>
                  <a:lnTo>
                    <a:pt x="9847" y="4171"/>
                  </a:lnTo>
                  <a:lnTo>
                    <a:pt x="9654" y="3669"/>
                  </a:lnTo>
                  <a:lnTo>
                    <a:pt x="9461" y="3167"/>
                  </a:lnTo>
                  <a:lnTo>
                    <a:pt x="9229" y="2704"/>
                  </a:lnTo>
                  <a:lnTo>
                    <a:pt x="8843" y="2163"/>
                  </a:lnTo>
                  <a:lnTo>
                    <a:pt x="8457" y="1700"/>
                  </a:lnTo>
                  <a:lnTo>
                    <a:pt x="7993" y="1275"/>
                  </a:lnTo>
                  <a:lnTo>
                    <a:pt x="7530" y="889"/>
                  </a:lnTo>
                  <a:lnTo>
                    <a:pt x="6989" y="580"/>
                  </a:lnTo>
                  <a:lnTo>
                    <a:pt x="6449" y="348"/>
                  </a:lnTo>
                  <a:lnTo>
                    <a:pt x="5870" y="155"/>
                  </a:lnTo>
                  <a:lnTo>
                    <a:pt x="5290" y="39"/>
                  </a:lnTo>
                  <a:lnTo>
                    <a:pt x="50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3"/>
            <p:cNvSpPr/>
            <p:nvPr/>
          </p:nvSpPr>
          <p:spPr>
            <a:xfrm>
              <a:off x="5932850" y="4466275"/>
              <a:ext cx="200800" cy="230725"/>
            </a:xfrm>
            <a:custGeom>
              <a:avLst/>
              <a:gdLst/>
              <a:ahLst/>
              <a:cxnLst/>
              <a:rect l="l" t="t" r="r" b="b"/>
              <a:pathLst>
                <a:path w="8032" h="9229" extrusionOk="0">
                  <a:moveTo>
                    <a:pt x="2047" y="0"/>
                  </a:moveTo>
                  <a:lnTo>
                    <a:pt x="1892" y="77"/>
                  </a:lnTo>
                  <a:lnTo>
                    <a:pt x="1738" y="154"/>
                  </a:lnTo>
                  <a:lnTo>
                    <a:pt x="1429" y="425"/>
                  </a:lnTo>
                  <a:lnTo>
                    <a:pt x="1197" y="734"/>
                  </a:lnTo>
                  <a:lnTo>
                    <a:pt x="965" y="1004"/>
                  </a:lnTo>
                  <a:lnTo>
                    <a:pt x="734" y="1352"/>
                  </a:lnTo>
                  <a:lnTo>
                    <a:pt x="502" y="1738"/>
                  </a:lnTo>
                  <a:lnTo>
                    <a:pt x="348" y="2124"/>
                  </a:lnTo>
                  <a:lnTo>
                    <a:pt x="193" y="2549"/>
                  </a:lnTo>
                  <a:lnTo>
                    <a:pt x="77" y="3012"/>
                  </a:lnTo>
                  <a:lnTo>
                    <a:pt x="39" y="3475"/>
                  </a:lnTo>
                  <a:lnTo>
                    <a:pt x="0" y="3939"/>
                  </a:lnTo>
                  <a:lnTo>
                    <a:pt x="77" y="4441"/>
                  </a:lnTo>
                  <a:lnTo>
                    <a:pt x="155" y="4904"/>
                  </a:lnTo>
                  <a:lnTo>
                    <a:pt x="270" y="5329"/>
                  </a:lnTo>
                  <a:lnTo>
                    <a:pt x="463" y="5792"/>
                  </a:lnTo>
                  <a:lnTo>
                    <a:pt x="695" y="6178"/>
                  </a:lnTo>
                  <a:lnTo>
                    <a:pt x="1043" y="6178"/>
                  </a:lnTo>
                  <a:lnTo>
                    <a:pt x="888" y="5831"/>
                  </a:lnTo>
                  <a:lnTo>
                    <a:pt x="734" y="5483"/>
                  </a:lnTo>
                  <a:lnTo>
                    <a:pt x="657" y="5136"/>
                  </a:lnTo>
                  <a:lnTo>
                    <a:pt x="541" y="4788"/>
                  </a:lnTo>
                  <a:lnTo>
                    <a:pt x="502" y="4402"/>
                  </a:lnTo>
                  <a:lnTo>
                    <a:pt x="463" y="4055"/>
                  </a:lnTo>
                  <a:lnTo>
                    <a:pt x="463" y="3668"/>
                  </a:lnTo>
                  <a:lnTo>
                    <a:pt x="463" y="3321"/>
                  </a:lnTo>
                  <a:lnTo>
                    <a:pt x="541" y="2973"/>
                  </a:lnTo>
                  <a:lnTo>
                    <a:pt x="618" y="2626"/>
                  </a:lnTo>
                  <a:lnTo>
                    <a:pt x="734" y="2278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7" y="1004"/>
                  </a:lnTo>
                  <a:lnTo>
                    <a:pt x="1776" y="734"/>
                  </a:lnTo>
                  <a:lnTo>
                    <a:pt x="1969" y="579"/>
                  </a:lnTo>
                  <a:lnTo>
                    <a:pt x="2085" y="502"/>
                  </a:lnTo>
                  <a:lnTo>
                    <a:pt x="2201" y="463"/>
                  </a:lnTo>
                  <a:lnTo>
                    <a:pt x="2317" y="579"/>
                  </a:lnTo>
                  <a:lnTo>
                    <a:pt x="2433" y="811"/>
                  </a:lnTo>
                  <a:lnTo>
                    <a:pt x="2587" y="1197"/>
                  </a:lnTo>
                  <a:lnTo>
                    <a:pt x="2742" y="1583"/>
                  </a:lnTo>
                  <a:lnTo>
                    <a:pt x="2858" y="1931"/>
                  </a:lnTo>
                  <a:lnTo>
                    <a:pt x="2973" y="2317"/>
                  </a:lnTo>
                  <a:lnTo>
                    <a:pt x="3051" y="2703"/>
                  </a:lnTo>
                  <a:lnTo>
                    <a:pt x="3089" y="3089"/>
                  </a:lnTo>
                  <a:lnTo>
                    <a:pt x="3089" y="3437"/>
                  </a:lnTo>
                  <a:lnTo>
                    <a:pt x="3051" y="3784"/>
                  </a:lnTo>
                  <a:lnTo>
                    <a:pt x="3012" y="4132"/>
                  </a:lnTo>
                  <a:lnTo>
                    <a:pt x="2896" y="4479"/>
                  </a:lnTo>
                  <a:lnTo>
                    <a:pt x="2780" y="4788"/>
                  </a:lnTo>
                  <a:lnTo>
                    <a:pt x="2587" y="5136"/>
                  </a:lnTo>
                  <a:lnTo>
                    <a:pt x="2394" y="5445"/>
                  </a:lnTo>
                  <a:lnTo>
                    <a:pt x="2356" y="5522"/>
                  </a:lnTo>
                  <a:lnTo>
                    <a:pt x="2394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4" y="5792"/>
                  </a:lnTo>
                  <a:lnTo>
                    <a:pt x="2471" y="5792"/>
                  </a:lnTo>
                  <a:lnTo>
                    <a:pt x="2626" y="5715"/>
                  </a:lnTo>
                  <a:lnTo>
                    <a:pt x="2819" y="5676"/>
                  </a:lnTo>
                  <a:lnTo>
                    <a:pt x="3205" y="5676"/>
                  </a:lnTo>
                  <a:lnTo>
                    <a:pt x="3630" y="5715"/>
                  </a:lnTo>
                  <a:lnTo>
                    <a:pt x="4055" y="5792"/>
                  </a:lnTo>
                  <a:lnTo>
                    <a:pt x="4441" y="5947"/>
                  </a:lnTo>
                  <a:lnTo>
                    <a:pt x="4866" y="6101"/>
                  </a:lnTo>
                  <a:lnTo>
                    <a:pt x="5213" y="6256"/>
                  </a:lnTo>
                  <a:lnTo>
                    <a:pt x="5522" y="6449"/>
                  </a:lnTo>
                  <a:lnTo>
                    <a:pt x="5831" y="6642"/>
                  </a:lnTo>
                  <a:lnTo>
                    <a:pt x="6140" y="6835"/>
                  </a:lnTo>
                  <a:lnTo>
                    <a:pt x="6410" y="7067"/>
                  </a:lnTo>
                  <a:lnTo>
                    <a:pt x="6680" y="7337"/>
                  </a:lnTo>
                  <a:lnTo>
                    <a:pt x="6912" y="7607"/>
                  </a:lnTo>
                  <a:lnTo>
                    <a:pt x="7144" y="7877"/>
                  </a:lnTo>
                  <a:lnTo>
                    <a:pt x="7337" y="8186"/>
                  </a:lnTo>
                  <a:lnTo>
                    <a:pt x="7530" y="8534"/>
                  </a:lnTo>
                  <a:lnTo>
                    <a:pt x="7105" y="8650"/>
                  </a:lnTo>
                  <a:lnTo>
                    <a:pt x="6680" y="8727"/>
                  </a:lnTo>
                  <a:lnTo>
                    <a:pt x="6294" y="8766"/>
                  </a:lnTo>
                  <a:lnTo>
                    <a:pt x="5870" y="8804"/>
                  </a:lnTo>
                  <a:lnTo>
                    <a:pt x="5483" y="8804"/>
                  </a:lnTo>
                  <a:lnTo>
                    <a:pt x="5059" y="8727"/>
                  </a:lnTo>
                  <a:lnTo>
                    <a:pt x="4672" y="8611"/>
                  </a:lnTo>
                  <a:lnTo>
                    <a:pt x="4248" y="8457"/>
                  </a:lnTo>
                  <a:lnTo>
                    <a:pt x="3900" y="8264"/>
                  </a:lnTo>
                  <a:lnTo>
                    <a:pt x="3591" y="8071"/>
                  </a:lnTo>
                  <a:lnTo>
                    <a:pt x="3012" y="7607"/>
                  </a:lnTo>
                  <a:lnTo>
                    <a:pt x="2471" y="7105"/>
                  </a:lnTo>
                  <a:lnTo>
                    <a:pt x="1931" y="6565"/>
                  </a:lnTo>
                  <a:lnTo>
                    <a:pt x="1854" y="6526"/>
                  </a:lnTo>
                  <a:lnTo>
                    <a:pt x="1815" y="6487"/>
                  </a:lnTo>
                  <a:lnTo>
                    <a:pt x="1661" y="6526"/>
                  </a:lnTo>
                  <a:lnTo>
                    <a:pt x="1622" y="6526"/>
                  </a:lnTo>
                  <a:lnTo>
                    <a:pt x="1583" y="6565"/>
                  </a:lnTo>
                  <a:lnTo>
                    <a:pt x="1429" y="6835"/>
                  </a:lnTo>
                  <a:lnTo>
                    <a:pt x="1661" y="6873"/>
                  </a:lnTo>
                  <a:lnTo>
                    <a:pt x="2278" y="7491"/>
                  </a:lnTo>
                  <a:lnTo>
                    <a:pt x="2896" y="8071"/>
                  </a:lnTo>
                  <a:lnTo>
                    <a:pt x="3244" y="8341"/>
                  </a:lnTo>
                  <a:lnTo>
                    <a:pt x="3630" y="8573"/>
                  </a:lnTo>
                  <a:lnTo>
                    <a:pt x="3977" y="8766"/>
                  </a:lnTo>
                  <a:lnTo>
                    <a:pt x="4364" y="8959"/>
                  </a:lnTo>
                  <a:lnTo>
                    <a:pt x="4827" y="9113"/>
                  </a:lnTo>
                  <a:lnTo>
                    <a:pt x="5252" y="9190"/>
                  </a:lnTo>
                  <a:lnTo>
                    <a:pt x="5676" y="9229"/>
                  </a:lnTo>
                  <a:lnTo>
                    <a:pt x="6140" y="9229"/>
                  </a:lnTo>
                  <a:lnTo>
                    <a:pt x="6565" y="9152"/>
                  </a:lnTo>
                  <a:lnTo>
                    <a:pt x="6989" y="9074"/>
                  </a:lnTo>
                  <a:lnTo>
                    <a:pt x="7878" y="8843"/>
                  </a:lnTo>
                  <a:lnTo>
                    <a:pt x="7955" y="8804"/>
                  </a:lnTo>
                  <a:lnTo>
                    <a:pt x="7993" y="8727"/>
                  </a:lnTo>
                  <a:lnTo>
                    <a:pt x="8032" y="8650"/>
                  </a:lnTo>
                  <a:lnTo>
                    <a:pt x="7993" y="8534"/>
                  </a:lnTo>
                  <a:lnTo>
                    <a:pt x="7762" y="8109"/>
                  </a:lnTo>
                  <a:lnTo>
                    <a:pt x="7491" y="7684"/>
                  </a:lnTo>
                  <a:lnTo>
                    <a:pt x="7221" y="7298"/>
                  </a:lnTo>
                  <a:lnTo>
                    <a:pt x="6874" y="6912"/>
                  </a:lnTo>
                  <a:lnTo>
                    <a:pt x="6526" y="6603"/>
                  </a:lnTo>
                  <a:lnTo>
                    <a:pt x="6140" y="6294"/>
                  </a:lnTo>
                  <a:lnTo>
                    <a:pt x="5715" y="6024"/>
                  </a:lnTo>
                  <a:lnTo>
                    <a:pt x="5252" y="5792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39" y="5367"/>
                  </a:lnTo>
                  <a:lnTo>
                    <a:pt x="3591" y="5290"/>
                  </a:lnTo>
                  <a:lnTo>
                    <a:pt x="3012" y="5290"/>
                  </a:lnTo>
                  <a:lnTo>
                    <a:pt x="3167" y="4981"/>
                  </a:lnTo>
                  <a:lnTo>
                    <a:pt x="3321" y="4634"/>
                  </a:lnTo>
                  <a:lnTo>
                    <a:pt x="3398" y="4286"/>
                  </a:lnTo>
                  <a:lnTo>
                    <a:pt x="3475" y="3939"/>
                  </a:lnTo>
                  <a:lnTo>
                    <a:pt x="3514" y="3591"/>
                  </a:lnTo>
                  <a:lnTo>
                    <a:pt x="3514" y="3205"/>
                  </a:lnTo>
                  <a:lnTo>
                    <a:pt x="3514" y="2858"/>
                  </a:lnTo>
                  <a:lnTo>
                    <a:pt x="3437" y="2471"/>
                  </a:lnTo>
                  <a:lnTo>
                    <a:pt x="3321" y="1969"/>
                  </a:lnTo>
                  <a:lnTo>
                    <a:pt x="3167" y="1467"/>
                  </a:lnTo>
                  <a:lnTo>
                    <a:pt x="2935" y="965"/>
                  </a:lnTo>
                  <a:lnTo>
                    <a:pt x="2703" y="502"/>
                  </a:lnTo>
                  <a:lnTo>
                    <a:pt x="2587" y="270"/>
                  </a:lnTo>
                  <a:lnTo>
                    <a:pt x="2471" y="116"/>
                  </a:lnTo>
                  <a:lnTo>
                    <a:pt x="2356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3"/>
            <p:cNvSpPr/>
            <p:nvPr/>
          </p:nvSpPr>
          <p:spPr>
            <a:xfrm>
              <a:off x="2331050" y="4488475"/>
              <a:ext cx="145775" cy="163175"/>
            </a:xfrm>
            <a:custGeom>
              <a:avLst/>
              <a:gdLst/>
              <a:ahLst/>
              <a:cxnLst/>
              <a:rect l="l" t="t" r="r" b="b"/>
              <a:pathLst>
                <a:path w="5831" h="6527" extrusionOk="0">
                  <a:moveTo>
                    <a:pt x="3321" y="502"/>
                  </a:moveTo>
                  <a:lnTo>
                    <a:pt x="3784" y="695"/>
                  </a:lnTo>
                  <a:lnTo>
                    <a:pt x="4248" y="1004"/>
                  </a:lnTo>
                  <a:lnTo>
                    <a:pt x="4595" y="1313"/>
                  </a:lnTo>
                  <a:lnTo>
                    <a:pt x="4904" y="1738"/>
                  </a:lnTo>
                  <a:lnTo>
                    <a:pt x="5174" y="2163"/>
                  </a:lnTo>
                  <a:lnTo>
                    <a:pt x="5252" y="2394"/>
                  </a:lnTo>
                  <a:lnTo>
                    <a:pt x="5329" y="2665"/>
                  </a:lnTo>
                  <a:lnTo>
                    <a:pt x="5367" y="2896"/>
                  </a:lnTo>
                  <a:lnTo>
                    <a:pt x="5367" y="3167"/>
                  </a:lnTo>
                  <a:lnTo>
                    <a:pt x="5367" y="3437"/>
                  </a:lnTo>
                  <a:lnTo>
                    <a:pt x="5329" y="3707"/>
                  </a:lnTo>
                  <a:lnTo>
                    <a:pt x="5213" y="4171"/>
                  </a:lnTo>
                  <a:lnTo>
                    <a:pt x="5020" y="4595"/>
                  </a:lnTo>
                  <a:lnTo>
                    <a:pt x="4750" y="4981"/>
                  </a:lnTo>
                  <a:lnTo>
                    <a:pt x="4441" y="5368"/>
                  </a:lnTo>
                  <a:lnTo>
                    <a:pt x="4055" y="5638"/>
                  </a:lnTo>
                  <a:lnTo>
                    <a:pt x="3630" y="5870"/>
                  </a:lnTo>
                  <a:lnTo>
                    <a:pt x="3398" y="5947"/>
                  </a:lnTo>
                  <a:lnTo>
                    <a:pt x="3166" y="6024"/>
                  </a:lnTo>
                  <a:lnTo>
                    <a:pt x="2935" y="6024"/>
                  </a:lnTo>
                  <a:lnTo>
                    <a:pt x="2703" y="6063"/>
                  </a:lnTo>
                  <a:lnTo>
                    <a:pt x="2394" y="6024"/>
                  </a:lnTo>
                  <a:lnTo>
                    <a:pt x="2085" y="5985"/>
                  </a:lnTo>
                  <a:lnTo>
                    <a:pt x="1815" y="5908"/>
                  </a:lnTo>
                  <a:lnTo>
                    <a:pt x="1583" y="5792"/>
                  </a:lnTo>
                  <a:lnTo>
                    <a:pt x="1390" y="5677"/>
                  </a:lnTo>
                  <a:lnTo>
                    <a:pt x="1197" y="5522"/>
                  </a:lnTo>
                  <a:lnTo>
                    <a:pt x="1004" y="5329"/>
                  </a:lnTo>
                  <a:lnTo>
                    <a:pt x="850" y="5136"/>
                  </a:lnTo>
                  <a:lnTo>
                    <a:pt x="734" y="4904"/>
                  </a:lnTo>
                  <a:lnTo>
                    <a:pt x="656" y="4673"/>
                  </a:lnTo>
                  <a:lnTo>
                    <a:pt x="541" y="4441"/>
                  </a:lnTo>
                  <a:lnTo>
                    <a:pt x="502" y="4209"/>
                  </a:lnTo>
                  <a:lnTo>
                    <a:pt x="425" y="3669"/>
                  </a:lnTo>
                  <a:lnTo>
                    <a:pt x="463" y="3128"/>
                  </a:lnTo>
                  <a:lnTo>
                    <a:pt x="579" y="2587"/>
                  </a:lnTo>
                  <a:lnTo>
                    <a:pt x="734" y="2085"/>
                  </a:lnTo>
                  <a:lnTo>
                    <a:pt x="1004" y="1622"/>
                  </a:lnTo>
                  <a:lnTo>
                    <a:pt x="1158" y="1390"/>
                  </a:lnTo>
                  <a:lnTo>
                    <a:pt x="1313" y="1197"/>
                  </a:lnTo>
                  <a:lnTo>
                    <a:pt x="1506" y="1043"/>
                  </a:lnTo>
                  <a:lnTo>
                    <a:pt x="1699" y="888"/>
                  </a:lnTo>
                  <a:lnTo>
                    <a:pt x="1931" y="734"/>
                  </a:lnTo>
                  <a:lnTo>
                    <a:pt x="2162" y="657"/>
                  </a:lnTo>
                  <a:lnTo>
                    <a:pt x="2394" y="579"/>
                  </a:lnTo>
                  <a:lnTo>
                    <a:pt x="2664" y="502"/>
                  </a:lnTo>
                  <a:lnTo>
                    <a:pt x="2935" y="502"/>
                  </a:lnTo>
                  <a:lnTo>
                    <a:pt x="3244" y="541"/>
                  </a:lnTo>
                  <a:lnTo>
                    <a:pt x="3282" y="502"/>
                  </a:lnTo>
                  <a:close/>
                  <a:moveTo>
                    <a:pt x="3128" y="0"/>
                  </a:moveTo>
                  <a:lnTo>
                    <a:pt x="3051" y="39"/>
                  </a:lnTo>
                  <a:lnTo>
                    <a:pt x="2973" y="116"/>
                  </a:lnTo>
                  <a:lnTo>
                    <a:pt x="2973" y="193"/>
                  </a:lnTo>
                  <a:lnTo>
                    <a:pt x="2664" y="155"/>
                  </a:lnTo>
                  <a:lnTo>
                    <a:pt x="2394" y="193"/>
                  </a:lnTo>
                  <a:lnTo>
                    <a:pt x="2124" y="232"/>
                  </a:lnTo>
                  <a:lnTo>
                    <a:pt x="1854" y="309"/>
                  </a:lnTo>
                  <a:lnTo>
                    <a:pt x="1622" y="425"/>
                  </a:lnTo>
                  <a:lnTo>
                    <a:pt x="1390" y="579"/>
                  </a:lnTo>
                  <a:lnTo>
                    <a:pt x="1197" y="734"/>
                  </a:lnTo>
                  <a:lnTo>
                    <a:pt x="965" y="927"/>
                  </a:lnTo>
                  <a:lnTo>
                    <a:pt x="811" y="1120"/>
                  </a:lnTo>
                  <a:lnTo>
                    <a:pt x="656" y="1352"/>
                  </a:lnTo>
                  <a:lnTo>
                    <a:pt x="386" y="1854"/>
                  </a:lnTo>
                  <a:lnTo>
                    <a:pt x="154" y="2394"/>
                  </a:lnTo>
                  <a:lnTo>
                    <a:pt x="39" y="2974"/>
                  </a:lnTo>
                  <a:lnTo>
                    <a:pt x="0" y="3591"/>
                  </a:lnTo>
                  <a:lnTo>
                    <a:pt x="0" y="3900"/>
                  </a:lnTo>
                  <a:lnTo>
                    <a:pt x="39" y="4209"/>
                  </a:lnTo>
                  <a:lnTo>
                    <a:pt x="116" y="4518"/>
                  </a:lnTo>
                  <a:lnTo>
                    <a:pt x="193" y="4788"/>
                  </a:lnTo>
                  <a:lnTo>
                    <a:pt x="270" y="5059"/>
                  </a:lnTo>
                  <a:lnTo>
                    <a:pt x="425" y="5329"/>
                  </a:lnTo>
                  <a:lnTo>
                    <a:pt x="579" y="5561"/>
                  </a:lnTo>
                  <a:lnTo>
                    <a:pt x="772" y="5754"/>
                  </a:lnTo>
                  <a:lnTo>
                    <a:pt x="965" y="5947"/>
                  </a:lnTo>
                  <a:lnTo>
                    <a:pt x="1197" y="6101"/>
                  </a:lnTo>
                  <a:lnTo>
                    <a:pt x="1467" y="6256"/>
                  </a:lnTo>
                  <a:lnTo>
                    <a:pt x="1738" y="6372"/>
                  </a:lnTo>
                  <a:lnTo>
                    <a:pt x="2085" y="6449"/>
                  </a:lnTo>
                  <a:lnTo>
                    <a:pt x="2394" y="6487"/>
                  </a:lnTo>
                  <a:lnTo>
                    <a:pt x="2742" y="6526"/>
                  </a:lnTo>
                  <a:lnTo>
                    <a:pt x="3012" y="6487"/>
                  </a:lnTo>
                  <a:lnTo>
                    <a:pt x="3321" y="6449"/>
                  </a:lnTo>
                  <a:lnTo>
                    <a:pt x="3630" y="6372"/>
                  </a:lnTo>
                  <a:lnTo>
                    <a:pt x="3900" y="6256"/>
                  </a:lnTo>
                  <a:lnTo>
                    <a:pt x="4170" y="6101"/>
                  </a:lnTo>
                  <a:lnTo>
                    <a:pt x="4402" y="5947"/>
                  </a:lnTo>
                  <a:lnTo>
                    <a:pt x="4634" y="5792"/>
                  </a:lnTo>
                  <a:lnTo>
                    <a:pt x="4866" y="5561"/>
                  </a:lnTo>
                  <a:lnTo>
                    <a:pt x="5059" y="5368"/>
                  </a:lnTo>
                  <a:lnTo>
                    <a:pt x="5252" y="5097"/>
                  </a:lnTo>
                  <a:lnTo>
                    <a:pt x="5406" y="4866"/>
                  </a:lnTo>
                  <a:lnTo>
                    <a:pt x="5522" y="4595"/>
                  </a:lnTo>
                  <a:lnTo>
                    <a:pt x="5638" y="4286"/>
                  </a:lnTo>
                  <a:lnTo>
                    <a:pt x="5754" y="4016"/>
                  </a:lnTo>
                  <a:lnTo>
                    <a:pt x="5792" y="3707"/>
                  </a:lnTo>
                  <a:lnTo>
                    <a:pt x="5831" y="3398"/>
                  </a:lnTo>
                  <a:lnTo>
                    <a:pt x="5831" y="3089"/>
                  </a:lnTo>
                  <a:lnTo>
                    <a:pt x="5792" y="2780"/>
                  </a:lnTo>
                  <a:lnTo>
                    <a:pt x="5754" y="2472"/>
                  </a:lnTo>
                  <a:lnTo>
                    <a:pt x="5638" y="2163"/>
                  </a:lnTo>
                  <a:lnTo>
                    <a:pt x="5522" y="1892"/>
                  </a:lnTo>
                  <a:lnTo>
                    <a:pt x="5406" y="1622"/>
                  </a:lnTo>
                  <a:lnTo>
                    <a:pt x="5213" y="1352"/>
                  </a:lnTo>
                  <a:lnTo>
                    <a:pt x="5020" y="1120"/>
                  </a:lnTo>
                  <a:lnTo>
                    <a:pt x="4827" y="888"/>
                  </a:lnTo>
                  <a:lnTo>
                    <a:pt x="4595" y="695"/>
                  </a:lnTo>
                  <a:lnTo>
                    <a:pt x="4364" y="502"/>
                  </a:lnTo>
                  <a:lnTo>
                    <a:pt x="4093" y="348"/>
                  </a:lnTo>
                  <a:lnTo>
                    <a:pt x="3823" y="193"/>
                  </a:lnTo>
                  <a:lnTo>
                    <a:pt x="3514" y="116"/>
                  </a:lnTo>
                  <a:lnTo>
                    <a:pt x="32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3"/>
            <p:cNvSpPr/>
            <p:nvPr/>
          </p:nvSpPr>
          <p:spPr>
            <a:xfrm>
              <a:off x="3966375" y="4488475"/>
              <a:ext cx="350450" cy="288650"/>
            </a:xfrm>
            <a:custGeom>
              <a:avLst/>
              <a:gdLst/>
              <a:ahLst/>
              <a:cxnLst/>
              <a:rect l="l" t="t" r="r" b="b"/>
              <a:pathLst>
                <a:path w="14018" h="11546" extrusionOk="0">
                  <a:moveTo>
                    <a:pt x="11778" y="0"/>
                  </a:moveTo>
                  <a:lnTo>
                    <a:pt x="11469" y="77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8" y="2780"/>
                  </a:lnTo>
                  <a:lnTo>
                    <a:pt x="10658" y="1892"/>
                  </a:lnTo>
                  <a:lnTo>
                    <a:pt x="10427" y="2085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168" y="5522"/>
                  </a:lnTo>
                  <a:lnTo>
                    <a:pt x="13439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2" y="6681"/>
                  </a:lnTo>
                  <a:lnTo>
                    <a:pt x="13516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4" y="7955"/>
                  </a:lnTo>
                  <a:lnTo>
                    <a:pt x="12203" y="8418"/>
                  </a:lnTo>
                  <a:lnTo>
                    <a:pt x="11740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1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0" y="11160"/>
                  </a:lnTo>
                  <a:lnTo>
                    <a:pt x="3013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2"/>
                  </a:lnTo>
                  <a:lnTo>
                    <a:pt x="1082" y="10696"/>
                  </a:lnTo>
                  <a:lnTo>
                    <a:pt x="812" y="10542"/>
                  </a:lnTo>
                  <a:lnTo>
                    <a:pt x="618" y="10388"/>
                  </a:lnTo>
                  <a:lnTo>
                    <a:pt x="464" y="10194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7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1" y="9886"/>
                  </a:lnTo>
                  <a:lnTo>
                    <a:pt x="39" y="10117"/>
                  </a:lnTo>
                  <a:lnTo>
                    <a:pt x="78" y="10310"/>
                  </a:lnTo>
                  <a:lnTo>
                    <a:pt x="194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2" y="11353"/>
                  </a:lnTo>
                  <a:lnTo>
                    <a:pt x="2626" y="11430"/>
                  </a:lnTo>
                  <a:lnTo>
                    <a:pt x="3321" y="11507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7"/>
                  </a:lnTo>
                  <a:lnTo>
                    <a:pt x="6063" y="11430"/>
                  </a:lnTo>
                  <a:lnTo>
                    <a:pt x="6758" y="11314"/>
                  </a:lnTo>
                  <a:lnTo>
                    <a:pt x="7415" y="11160"/>
                  </a:lnTo>
                  <a:lnTo>
                    <a:pt x="8071" y="11005"/>
                  </a:lnTo>
                  <a:lnTo>
                    <a:pt x="8728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8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3"/>
                  </a:lnTo>
                  <a:lnTo>
                    <a:pt x="14018" y="6140"/>
                  </a:lnTo>
                  <a:lnTo>
                    <a:pt x="13941" y="5908"/>
                  </a:lnTo>
                  <a:lnTo>
                    <a:pt x="13863" y="5715"/>
                  </a:lnTo>
                  <a:lnTo>
                    <a:pt x="13748" y="5522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6"/>
                  </a:lnTo>
                  <a:lnTo>
                    <a:pt x="13091" y="5136"/>
                  </a:lnTo>
                  <a:lnTo>
                    <a:pt x="12821" y="3823"/>
                  </a:lnTo>
                  <a:lnTo>
                    <a:pt x="12512" y="2549"/>
                  </a:lnTo>
                  <a:lnTo>
                    <a:pt x="12164" y="1274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3"/>
            <p:cNvSpPr/>
            <p:nvPr/>
          </p:nvSpPr>
          <p:spPr>
            <a:xfrm>
              <a:off x="1307750" y="4498125"/>
              <a:ext cx="103325" cy="105250"/>
            </a:xfrm>
            <a:custGeom>
              <a:avLst/>
              <a:gdLst/>
              <a:ahLst/>
              <a:cxnLst/>
              <a:rect l="l" t="t" r="r" b="b"/>
              <a:pathLst>
                <a:path w="4133" h="4210" extrusionOk="0">
                  <a:moveTo>
                    <a:pt x="2317" y="348"/>
                  </a:moveTo>
                  <a:lnTo>
                    <a:pt x="2665" y="425"/>
                  </a:lnTo>
                  <a:lnTo>
                    <a:pt x="2819" y="502"/>
                  </a:lnTo>
                  <a:lnTo>
                    <a:pt x="2974" y="618"/>
                  </a:lnTo>
                  <a:lnTo>
                    <a:pt x="3128" y="734"/>
                  </a:lnTo>
                  <a:lnTo>
                    <a:pt x="3244" y="850"/>
                  </a:lnTo>
                  <a:lnTo>
                    <a:pt x="3360" y="1043"/>
                  </a:lnTo>
                  <a:lnTo>
                    <a:pt x="3476" y="1197"/>
                  </a:lnTo>
                  <a:lnTo>
                    <a:pt x="3514" y="1236"/>
                  </a:lnTo>
                  <a:lnTo>
                    <a:pt x="3630" y="1545"/>
                  </a:lnTo>
                  <a:lnTo>
                    <a:pt x="3707" y="1815"/>
                  </a:lnTo>
                  <a:lnTo>
                    <a:pt x="3746" y="2086"/>
                  </a:lnTo>
                  <a:lnTo>
                    <a:pt x="3746" y="2356"/>
                  </a:lnTo>
                  <a:lnTo>
                    <a:pt x="3707" y="2626"/>
                  </a:lnTo>
                  <a:lnTo>
                    <a:pt x="3630" y="2896"/>
                  </a:lnTo>
                  <a:lnTo>
                    <a:pt x="3514" y="3128"/>
                  </a:lnTo>
                  <a:lnTo>
                    <a:pt x="3283" y="3398"/>
                  </a:lnTo>
                  <a:lnTo>
                    <a:pt x="3012" y="3591"/>
                  </a:lnTo>
                  <a:lnTo>
                    <a:pt x="2703" y="3746"/>
                  </a:lnTo>
                  <a:lnTo>
                    <a:pt x="2356" y="3823"/>
                  </a:lnTo>
                  <a:lnTo>
                    <a:pt x="2008" y="3862"/>
                  </a:lnTo>
                  <a:lnTo>
                    <a:pt x="1661" y="3785"/>
                  </a:lnTo>
                  <a:lnTo>
                    <a:pt x="1313" y="3669"/>
                  </a:lnTo>
                  <a:lnTo>
                    <a:pt x="1004" y="3476"/>
                  </a:lnTo>
                  <a:lnTo>
                    <a:pt x="734" y="3244"/>
                  </a:lnTo>
                  <a:lnTo>
                    <a:pt x="579" y="2935"/>
                  </a:lnTo>
                  <a:lnTo>
                    <a:pt x="425" y="2665"/>
                  </a:lnTo>
                  <a:lnTo>
                    <a:pt x="386" y="2317"/>
                  </a:lnTo>
                  <a:lnTo>
                    <a:pt x="348" y="2008"/>
                  </a:lnTo>
                  <a:lnTo>
                    <a:pt x="386" y="1661"/>
                  </a:lnTo>
                  <a:lnTo>
                    <a:pt x="502" y="1352"/>
                  </a:lnTo>
                  <a:lnTo>
                    <a:pt x="657" y="1043"/>
                  </a:lnTo>
                  <a:lnTo>
                    <a:pt x="888" y="811"/>
                  </a:lnTo>
                  <a:lnTo>
                    <a:pt x="1197" y="580"/>
                  </a:lnTo>
                  <a:lnTo>
                    <a:pt x="1545" y="425"/>
                  </a:lnTo>
                  <a:lnTo>
                    <a:pt x="1931" y="348"/>
                  </a:lnTo>
                  <a:close/>
                  <a:moveTo>
                    <a:pt x="2201" y="0"/>
                  </a:moveTo>
                  <a:lnTo>
                    <a:pt x="1815" y="39"/>
                  </a:lnTo>
                  <a:lnTo>
                    <a:pt x="1468" y="116"/>
                  </a:lnTo>
                  <a:lnTo>
                    <a:pt x="1120" y="232"/>
                  </a:lnTo>
                  <a:lnTo>
                    <a:pt x="927" y="348"/>
                  </a:lnTo>
                  <a:lnTo>
                    <a:pt x="773" y="464"/>
                  </a:lnTo>
                  <a:lnTo>
                    <a:pt x="579" y="618"/>
                  </a:lnTo>
                  <a:lnTo>
                    <a:pt x="464" y="773"/>
                  </a:lnTo>
                  <a:lnTo>
                    <a:pt x="232" y="1159"/>
                  </a:lnTo>
                  <a:lnTo>
                    <a:pt x="78" y="1545"/>
                  </a:lnTo>
                  <a:lnTo>
                    <a:pt x="0" y="1970"/>
                  </a:lnTo>
                  <a:lnTo>
                    <a:pt x="0" y="2394"/>
                  </a:lnTo>
                  <a:lnTo>
                    <a:pt x="116" y="2858"/>
                  </a:lnTo>
                  <a:lnTo>
                    <a:pt x="193" y="3051"/>
                  </a:lnTo>
                  <a:lnTo>
                    <a:pt x="309" y="3244"/>
                  </a:lnTo>
                  <a:lnTo>
                    <a:pt x="579" y="3553"/>
                  </a:lnTo>
                  <a:lnTo>
                    <a:pt x="888" y="3823"/>
                  </a:lnTo>
                  <a:lnTo>
                    <a:pt x="1236" y="4016"/>
                  </a:lnTo>
                  <a:lnTo>
                    <a:pt x="1622" y="4171"/>
                  </a:lnTo>
                  <a:lnTo>
                    <a:pt x="2047" y="4209"/>
                  </a:lnTo>
                  <a:lnTo>
                    <a:pt x="2472" y="4209"/>
                  </a:lnTo>
                  <a:lnTo>
                    <a:pt x="2858" y="4093"/>
                  </a:lnTo>
                  <a:lnTo>
                    <a:pt x="3244" y="3939"/>
                  </a:lnTo>
                  <a:lnTo>
                    <a:pt x="3398" y="3823"/>
                  </a:lnTo>
                  <a:lnTo>
                    <a:pt x="3553" y="3669"/>
                  </a:lnTo>
                  <a:lnTo>
                    <a:pt x="3707" y="3514"/>
                  </a:lnTo>
                  <a:lnTo>
                    <a:pt x="3823" y="3321"/>
                  </a:lnTo>
                  <a:lnTo>
                    <a:pt x="4016" y="2935"/>
                  </a:lnTo>
                  <a:lnTo>
                    <a:pt x="4132" y="2510"/>
                  </a:lnTo>
                  <a:lnTo>
                    <a:pt x="4132" y="2047"/>
                  </a:lnTo>
                  <a:lnTo>
                    <a:pt x="4132" y="1854"/>
                  </a:lnTo>
                  <a:lnTo>
                    <a:pt x="4055" y="1622"/>
                  </a:lnTo>
                  <a:lnTo>
                    <a:pt x="4016" y="1429"/>
                  </a:lnTo>
                  <a:lnTo>
                    <a:pt x="3900" y="1236"/>
                  </a:lnTo>
                  <a:lnTo>
                    <a:pt x="3785" y="1082"/>
                  </a:lnTo>
                  <a:lnTo>
                    <a:pt x="3630" y="927"/>
                  </a:lnTo>
                  <a:lnTo>
                    <a:pt x="3591" y="888"/>
                  </a:lnTo>
                  <a:lnTo>
                    <a:pt x="3553" y="734"/>
                  </a:lnTo>
                  <a:lnTo>
                    <a:pt x="3437" y="580"/>
                  </a:lnTo>
                  <a:lnTo>
                    <a:pt x="3360" y="425"/>
                  </a:lnTo>
                  <a:lnTo>
                    <a:pt x="3244" y="348"/>
                  </a:lnTo>
                  <a:lnTo>
                    <a:pt x="3089" y="232"/>
                  </a:lnTo>
                  <a:lnTo>
                    <a:pt x="2935" y="155"/>
                  </a:lnTo>
                  <a:lnTo>
                    <a:pt x="2587" y="39"/>
                  </a:lnTo>
                  <a:lnTo>
                    <a:pt x="220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3"/>
            <p:cNvSpPr/>
            <p:nvPr/>
          </p:nvSpPr>
          <p:spPr>
            <a:xfrm>
              <a:off x="6468625" y="45261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8" y="618"/>
                  </a:moveTo>
                  <a:lnTo>
                    <a:pt x="5947" y="772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2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4" y="3900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0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6" y="2626"/>
                  </a:lnTo>
                  <a:lnTo>
                    <a:pt x="5368" y="1969"/>
                  </a:lnTo>
                  <a:lnTo>
                    <a:pt x="5368" y="618"/>
                  </a:lnTo>
                  <a:close/>
                  <a:moveTo>
                    <a:pt x="2781" y="888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6"/>
                  </a:lnTo>
                  <a:lnTo>
                    <a:pt x="1545" y="4286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7" y="3012"/>
                  </a:lnTo>
                  <a:lnTo>
                    <a:pt x="888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1" y="888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5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3" y="6294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6"/>
                  </a:lnTo>
                  <a:lnTo>
                    <a:pt x="2240" y="579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4"/>
                  </a:lnTo>
                  <a:lnTo>
                    <a:pt x="232" y="2780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3"/>
                  </a:lnTo>
                  <a:lnTo>
                    <a:pt x="39" y="4557"/>
                  </a:lnTo>
                  <a:lnTo>
                    <a:pt x="348" y="4595"/>
                  </a:lnTo>
                  <a:lnTo>
                    <a:pt x="386" y="4286"/>
                  </a:lnTo>
                  <a:lnTo>
                    <a:pt x="966" y="4518"/>
                  </a:lnTo>
                  <a:lnTo>
                    <a:pt x="1313" y="4595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79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4" y="3977"/>
                  </a:lnTo>
                  <a:lnTo>
                    <a:pt x="3012" y="3630"/>
                  </a:lnTo>
                  <a:lnTo>
                    <a:pt x="3012" y="2973"/>
                  </a:lnTo>
                  <a:lnTo>
                    <a:pt x="3128" y="772"/>
                  </a:lnTo>
                  <a:lnTo>
                    <a:pt x="3514" y="657"/>
                  </a:lnTo>
                  <a:lnTo>
                    <a:pt x="3939" y="579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8" y="579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8" y="3398"/>
                  </a:lnTo>
                  <a:lnTo>
                    <a:pt x="5175" y="3746"/>
                  </a:lnTo>
                  <a:lnTo>
                    <a:pt x="5213" y="3900"/>
                  </a:lnTo>
                  <a:lnTo>
                    <a:pt x="5291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6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6"/>
                  </a:lnTo>
                  <a:lnTo>
                    <a:pt x="7607" y="4209"/>
                  </a:lnTo>
                  <a:lnTo>
                    <a:pt x="8650" y="4093"/>
                  </a:lnTo>
                  <a:lnTo>
                    <a:pt x="8650" y="4479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7"/>
                  </a:lnTo>
                  <a:lnTo>
                    <a:pt x="8766" y="5097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1" y="4904"/>
                  </a:lnTo>
                  <a:lnTo>
                    <a:pt x="9384" y="4904"/>
                  </a:lnTo>
                  <a:lnTo>
                    <a:pt x="9809" y="4981"/>
                  </a:lnTo>
                  <a:lnTo>
                    <a:pt x="10195" y="5097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599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7"/>
                  </a:lnTo>
                  <a:lnTo>
                    <a:pt x="10697" y="6603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3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9" y="8997"/>
                  </a:lnTo>
                  <a:lnTo>
                    <a:pt x="12512" y="8997"/>
                  </a:lnTo>
                  <a:lnTo>
                    <a:pt x="12434" y="9075"/>
                  </a:lnTo>
                  <a:lnTo>
                    <a:pt x="12396" y="9113"/>
                  </a:lnTo>
                  <a:lnTo>
                    <a:pt x="12357" y="9190"/>
                  </a:lnTo>
                  <a:lnTo>
                    <a:pt x="11469" y="9306"/>
                  </a:lnTo>
                  <a:lnTo>
                    <a:pt x="11469" y="9692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4" y="9499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7"/>
                  </a:lnTo>
                  <a:lnTo>
                    <a:pt x="13168" y="8766"/>
                  </a:lnTo>
                  <a:lnTo>
                    <a:pt x="13168" y="8495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6" y="7182"/>
                  </a:lnTo>
                  <a:lnTo>
                    <a:pt x="12743" y="6680"/>
                  </a:lnTo>
                  <a:lnTo>
                    <a:pt x="12434" y="6217"/>
                  </a:lnTo>
                  <a:lnTo>
                    <a:pt x="12125" y="5792"/>
                  </a:lnTo>
                  <a:lnTo>
                    <a:pt x="11778" y="5445"/>
                  </a:lnTo>
                  <a:lnTo>
                    <a:pt x="11315" y="5097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5"/>
                  </a:lnTo>
                  <a:lnTo>
                    <a:pt x="9886" y="4479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7"/>
                  </a:lnTo>
                  <a:lnTo>
                    <a:pt x="9229" y="3514"/>
                  </a:lnTo>
                  <a:lnTo>
                    <a:pt x="9152" y="3089"/>
                  </a:lnTo>
                  <a:lnTo>
                    <a:pt x="8998" y="2665"/>
                  </a:lnTo>
                  <a:lnTo>
                    <a:pt x="8805" y="2278"/>
                  </a:lnTo>
                  <a:lnTo>
                    <a:pt x="8534" y="1931"/>
                  </a:lnTo>
                  <a:lnTo>
                    <a:pt x="8225" y="1583"/>
                  </a:lnTo>
                  <a:lnTo>
                    <a:pt x="7839" y="1274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5" y="193"/>
                  </a:lnTo>
                  <a:lnTo>
                    <a:pt x="5291" y="77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3"/>
            <p:cNvSpPr/>
            <p:nvPr/>
          </p:nvSpPr>
          <p:spPr>
            <a:xfrm>
              <a:off x="4200000" y="452900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1"/>
                  </a:lnTo>
                  <a:lnTo>
                    <a:pt x="0" y="7261"/>
                  </a:lnTo>
                  <a:lnTo>
                    <a:pt x="193" y="7261"/>
                  </a:lnTo>
                  <a:lnTo>
                    <a:pt x="425" y="5484"/>
                  </a:lnTo>
                  <a:lnTo>
                    <a:pt x="580" y="3669"/>
                  </a:lnTo>
                  <a:lnTo>
                    <a:pt x="695" y="1854"/>
                  </a:lnTo>
                  <a:lnTo>
                    <a:pt x="695" y="928"/>
                  </a:lnTo>
                  <a:lnTo>
                    <a:pt x="695" y="40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3"/>
            <p:cNvSpPr/>
            <p:nvPr/>
          </p:nvSpPr>
          <p:spPr>
            <a:xfrm>
              <a:off x="6500475" y="45396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6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3"/>
                  </a:lnTo>
                  <a:lnTo>
                    <a:pt x="9384" y="9654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39" y="10079"/>
                  </a:lnTo>
                  <a:lnTo>
                    <a:pt x="7608" y="9963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9" y="9346"/>
                  </a:lnTo>
                  <a:lnTo>
                    <a:pt x="6951" y="9075"/>
                  </a:lnTo>
                  <a:lnTo>
                    <a:pt x="6913" y="8805"/>
                  </a:lnTo>
                  <a:lnTo>
                    <a:pt x="6951" y="8535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4" y="7569"/>
                  </a:lnTo>
                  <a:lnTo>
                    <a:pt x="8148" y="7338"/>
                  </a:lnTo>
                  <a:lnTo>
                    <a:pt x="8226" y="7299"/>
                  </a:lnTo>
                  <a:close/>
                  <a:moveTo>
                    <a:pt x="2858" y="1"/>
                  </a:moveTo>
                  <a:lnTo>
                    <a:pt x="2665" y="39"/>
                  </a:lnTo>
                  <a:lnTo>
                    <a:pt x="2665" y="78"/>
                  </a:lnTo>
                  <a:lnTo>
                    <a:pt x="2626" y="1352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4" y="5098"/>
                  </a:lnTo>
                  <a:lnTo>
                    <a:pt x="2897" y="7492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2"/>
                  </a:lnTo>
                  <a:lnTo>
                    <a:pt x="3051" y="8766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7"/>
                  </a:lnTo>
                  <a:lnTo>
                    <a:pt x="773" y="9114"/>
                  </a:lnTo>
                  <a:lnTo>
                    <a:pt x="1545" y="9152"/>
                  </a:lnTo>
                  <a:lnTo>
                    <a:pt x="3128" y="9230"/>
                  </a:lnTo>
                  <a:lnTo>
                    <a:pt x="4828" y="9307"/>
                  </a:lnTo>
                  <a:lnTo>
                    <a:pt x="5677" y="9307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2" y="10311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20"/>
                  </a:lnTo>
                  <a:lnTo>
                    <a:pt x="9037" y="10543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3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9"/>
                  </a:lnTo>
                  <a:lnTo>
                    <a:pt x="10041" y="8071"/>
                  </a:lnTo>
                  <a:lnTo>
                    <a:pt x="9847" y="7762"/>
                  </a:lnTo>
                  <a:lnTo>
                    <a:pt x="9616" y="7492"/>
                  </a:lnTo>
                  <a:lnTo>
                    <a:pt x="9307" y="7260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7" y="6990"/>
                  </a:lnTo>
                  <a:lnTo>
                    <a:pt x="7724" y="7029"/>
                  </a:lnTo>
                  <a:lnTo>
                    <a:pt x="7415" y="7144"/>
                  </a:lnTo>
                  <a:lnTo>
                    <a:pt x="7144" y="7338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6" y="8805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8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6" y="8535"/>
                  </a:lnTo>
                  <a:lnTo>
                    <a:pt x="3206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5"/>
                  </a:lnTo>
                  <a:lnTo>
                    <a:pt x="3206" y="7338"/>
                  </a:lnTo>
                  <a:lnTo>
                    <a:pt x="3128" y="6449"/>
                  </a:lnTo>
                  <a:lnTo>
                    <a:pt x="3013" y="4326"/>
                  </a:lnTo>
                  <a:lnTo>
                    <a:pt x="2935" y="2202"/>
                  </a:lnTo>
                  <a:lnTo>
                    <a:pt x="2897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3"/>
            <p:cNvSpPr/>
            <p:nvPr/>
          </p:nvSpPr>
          <p:spPr>
            <a:xfrm>
              <a:off x="5490700" y="4546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79"/>
                  </a:lnTo>
                  <a:lnTo>
                    <a:pt x="0" y="1197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8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6"/>
                  </a:lnTo>
                  <a:lnTo>
                    <a:pt x="1970" y="5947"/>
                  </a:lnTo>
                  <a:lnTo>
                    <a:pt x="2433" y="6410"/>
                  </a:lnTo>
                  <a:lnTo>
                    <a:pt x="2974" y="6873"/>
                  </a:lnTo>
                  <a:lnTo>
                    <a:pt x="3514" y="7260"/>
                  </a:lnTo>
                  <a:lnTo>
                    <a:pt x="4094" y="7646"/>
                  </a:lnTo>
                  <a:lnTo>
                    <a:pt x="4712" y="7955"/>
                  </a:lnTo>
                  <a:lnTo>
                    <a:pt x="5329" y="8225"/>
                  </a:lnTo>
                  <a:lnTo>
                    <a:pt x="5986" y="8495"/>
                  </a:lnTo>
                  <a:lnTo>
                    <a:pt x="6642" y="8688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3"/>
                  </a:lnTo>
                  <a:lnTo>
                    <a:pt x="10774" y="9075"/>
                  </a:lnTo>
                  <a:lnTo>
                    <a:pt x="11392" y="8997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1"/>
                  </a:lnTo>
                  <a:lnTo>
                    <a:pt x="14018" y="8379"/>
                  </a:lnTo>
                  <a:lnTo>
                    <a:pt x="14636" y="8148"/>
                  </a:lnTo>
                  <a:lnTo>
                    <a:pt x="15253" y="7877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0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4"/>
                  </a:lnTo>
                  <a:lnTo>
                    <a:pt x="19076" y="4286"/>
                  </a:lnTo>
                  <a:lnTo>
                    <a:pt x="19347" y="3668"/>
                  </a:lnTo>
                  <a:lnTo>
                    <a:pt x="19115" y="3630"/>
                  </a:lnTo>
                  <a:lnTo>
                    <a:pt x="18767" y="4170"/>
                  </a:lnTo>
                  <a:lnTo>
                    <a:pt x="18420" y="4634"/>
                  </a:lnTo>
                  <a:lnTo>
                    <a:pt x="18034" y="5097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0"/>
                  </a:lnTo>
                  <a:lnTo>
                    <a:pt x="15755" y="7028"/>
                  </a:lnTo>
                  <a:lnTo>
                    <a:pt x="15215" y="7298"/>
                  </a:lnTo>
                  <a:lnTo>
                    <a:pt x="14713" y="7569"/>
                  </a:lnTo>
                  <a:lnTo>
                    <a:pt x="14134" y="7800"/>
                  </a:lnTo>
                  <a:lnTo>
                    <a:pt x="13593" y="8032"/>
                  </a:lnTo>
                  <a:lnTo>
                    <a:pt x="13014" y="8186"/>
                  </a:lnTo>
                  <a:lnTo>
                    <a:pt x="12434" y="8341"/>
                  </a:lnTo>
                  <a:lnTo>
                    <a:pt x="11817" y="8457"/>
                  </a:lnTo>
                  <a:lnTo>
                    <a:pt x="11199" y="8534"/>
                  </a:lnTo>
                  <a:lnTo>
                    <a:pt x="10504" y="8611"/>
                  </a:lnTo>
                  <a:lnTo>
                    <a:pt x="9114" y="8611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2"/>
                  </a:lnTo>
                  <a:lnTo>
                    <a:pt x="6333" y="8109"/>
                  </a:lnTo>
                  <a:lnTo>
                    <a:pt x="5638" y="7877"/>
                  </a:lnTo>
                  <a:lnTo>
                    <a:pt x="5020" y="7607"/>
                  </a:lnTo>
                  <a:lnTo>
                    <a:pt x="4364" y="7260"/>
                  </a:lnTo>
                  <a:lnTo>
                    <a:pt x="3785" y="6912"/>
                  </a:lnTo>
                  <a:lnTo>
                    <a:pt x="3206" y="6487"/>
                  </a:lnTo>
                  <a:lnTo>
                    <a:pt x="2704" y="6063"/>
                  </a:lnTo>
                  <a:lnTo>
                    <a:pt x="2202" y="5561"/>
                  </a:lnTo>
                  <a:lnTo>
                    <a:pt x="1777" y="4981"/>
                  </a:lnTo>
                  <a:lnTo>
                    <a:pt x="1391" y="4402"/>
                  </a:lnTo>
                  <a:lnTo>
                    <a:pt x="1120" y="3900"/>
                  </a:lnTo>
                  <a:lnTo>
                    <a:pt x="850" y="3360"/>
                  </a:lnTo>
                  <a:lnTo>
                    <a:pt x="696" y="2858"/>
                  </a:lnTo>
                  <a:lnTo>
                    <a:pt x="541" y="2278"/>
                  </a:lnTo>
                  <a:lnTo>
                    <a:pt x="425" y="1738"/>
                  </a:lnTo>
                  <a:lnTo>
                    <a:pt x="387" y="1158"/>
                  </a:lnTo>
                  <a:lnTo>
                    <a:pt x="387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3"/>
            <p:cNvSpPr/>
            <p:nvPr/>
          </p:nvSpPr>
          <p:spPr>
            <a:xfrm>
              <a:off x="5576625" y="4556050"/>
              <a:ext cx="35725" cy="28975"/>
            </a:xfrm>
            <a:custGeom>
              <a:avLst/>
              <a:gdLst/>
              <a:ahLst/>
              <a:cxnLst/>
              <a:rect l="l" t="t" r="r" b="b"/>
              <a:pathLst>
                <a:path w="1429" h="1159" extrusionOk="0">
                  <a:moveTo>
                    <a:pt x="502" y="0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6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1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4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2"/>
                  </a:lnTo>
                  <a:lnTo>
                    <a:pt x="425" y="579"/>
                  </a:lnTo>
                  <a:lnTo>
                    <a:pt x="541" y="425"/>
                  </a:lnTo>
                  <a:lnTo>
                    <a:pt x="618" y="386"/>
                  </a:lnTo>
                  <a:lnTo>
                    <a:pt x="773" y="386"/>
                  </a:lnTo>
                  <a:lnTo>
                    <a:pt x="850" y="425"/>
                  </a:lnTo>
                  <a:lnTo>
                    <a:pt x="966" y="579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6" y="927"/>
                  </a:lnTo>
                  <a:lnTo>
                    <a:pt x="966" y="1004"/>
                  </a:lnTo>
                  <a:lnTo>
                    <a:pt x="966" y="1081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5" y="1120"/>
                  </a:lnTo>
                  <a:lnTo>
                    <a:pt x="1313" y="1081"/>
                  </a:lnTo>
                  <a:lnTo>
                    <a:pt x="1390" y="888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3"/>
                  </a:lnTo>
                  <a:lnTo>
                    <a:pt x="1043" y="77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3"/>
            <p:cNvSpPr/>
            <p:nvPr/>
          </p:nvSpPr>
          <p:spPr>
            <a:xfrm>
              <a:off x="5523525" y="45599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2"/>
                  </a:lnTo>
                  <a:lnTo>
                    <a:pt x="78" y="966"/>
                  </a:lnTo>
                  <a:lnTo>
                    <a:pt x="232" y="1082"/>
                  </a:lnTo>
                  <a:lnTo>
                    <a:pt x="387" y="1198"/>
                  </a:lnTo>
                  <a:lnTo>
                    <a:pt x="464" y="1198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5"/>
                  </a:lnTo>
                  <a:lnTo>
                    <a:pt x="387" y="927"/>
                  </a:lnTo>
                  <a:lnTo>
                    <a:pt x="348" y="812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7" y="503"/>
                  </a:lnTo>
                  <a:lnTo>
                    <a:pt x="464" y="464"/>
                  </a:lnTo>
                  <a:lnTo>
                    <a:pt x="541" y="387"/>
                  </a:lnTo>
                  <a:lnTo>
                    <a:pt x="773" y="387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2" y="1043"/>
                  </a:lnTo>
                  <a:lnTo>
                    <a:pt x="1159" y="1082"/>
                  </a:lnTo>
                  <a:lnTo>
                    <a:pt x="1197" y="1082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7"/>
                  </a:lnTo>
                  <a:lnTo>
                    <a:pt x="1159" y="232"/>
                  </a:lnTo>
                  <a:lnTo>
                    <a:pt x="1004" y="78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3"/>
            <p:cNvSpPr/>
            <p:nvPr/>
          </p:nvSpPr>
          <p:spPr>
            <a:xfrm>
              <a:off x="4050375" y="4567625"/>
              <a:ext cx="30900" cy="168975"/>
            </a:xfrm>
            <a:custGeom>
              <a:avLst/>
              <a:gdLst/>
              <a:ahLst/>
              <a:cxnLst/>
              <a:rect l="l" t="t" r="r" b="b"/>
              <a:pathLst>
                <a:path w="1236" h="6759" extrusionOk="0">
                  <a:moveTo>
                    <a:pt x="1120" y="1"/>
                  </a:moveTo>
                  <a:lnTo>
                    <a:pt x="1081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9"/>
                  </a:lnTo>
                  <a:lnTo>
                    <a:pt x="116" y="5059"/>
                  </a:lnTo>
                  <a:lnTo>
                    <a:pt x="0" y="6720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2" y="3515"/>
                  </a:lnTo>
                  <a:lnTo>
                    <a:pt x="965" y="1854"/>
                  </a:lnTo>
                  <a:lnTo>
                    <a:pt x="1081" y="232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3"/>
            <p:cNvSpPr/>
            <p:nvPr/>
          </p:nvSpPr>
          <p:spPr>
            <a:xfrm>
              <a:off x="4077400" y="4569550"/>
              <a:ext cx="121650" cy="144850"/>
            </a:xfrm>
            <a:custGeom>
              <a:avLst/>
              <a:gdLst/>
              <a:ahLst/>
              <a:cxnLst/>
              <a:rect l="l" t="t" r="r" b="b"/>
              <a:pathLst>
                <a:path w="4866" h="5794" extrusionOk="0">
                  <a:moveTo>
                    <a:pt x="155" y="1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6"/>
                  </a:lnTo>
                  <a:lnTo>
                    <a:pt x="2896" y="3631"/>
                  </a:lnTo>
                  <a:lnTo>
                    <a:pt x="3476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6"/>
                  </a:lnTo>
                  <a:lnTo>
                    <a:pt x="4866" y="5639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8" y="1352"/>
                  </a:lnTo>
                  <a:lnTo>
                    <a:pt x="811" y="65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3"/>
            <p:cNvSpPr/>
            <p:nvPr/>
          </p:nvSpPr>
          <p:spPr>
            <a:xfrm>
              <a:off x="3931625" y="457727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1"/>
                  </a:moveTo>
                  <a:lnTo>
                    <a:pt x="0" y="78"/>
                  </a:lnTo>
                  <a:lnTo>
                    <a:pt x="194" y="927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6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9"/>
                  </a:lnTo>
                  <a:lnTo>
                    <a:pt x="1931" y="6140"/>
                  </a:lnTo>
                  <a:lnTo>
                    <a:pt x="2086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4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3"/>
            <p:cNvSpPr/>
            <p:nvPr/>
          </p:nvSpPr>
          <p:spPr>
            <a:xfrm>
              <a:off x="3941275" y="457920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1" y="40"/>
                  </a:lnTo>
                  <a:lnTo>
                    <a:pt x="1970" y="3206"/>
                  </a:lnTo>
                  <a:lnTo>
                    <a:pt x="4055" y="6334"/>
                  </a:lnTo>
                  <a:lnTo>
                    <a:pt x="4055" y="6334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3"/>
                  </a:lnTo>
                  <a:lnTo>
                    <a:pt x="3708" y="6720"/>
                  </a:lnTo>
                  <a:lnTo>
                    <a:pt x="4132" y="6797"/>
                  </a:lnTo>
                  <a:lnTo>
                    <a:pt x="4596" y="6836"/>
                  </a:lnTo>
                  <a:lnTo>
                    <a:pt x="5484" y="6836"/>
                  </a:lnTo>
                  <a:lnTo>
                    <a:pt x="6372" y="6759"/>
                  </a:lnTo>
                  <a:lnTo>
                    <a:pt x="7299" y="6643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9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5"/>
                  </a:lnTo>
                  <a:lnTo>
                    <a:pt x="13863" y="2125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1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3"/>
                  </a:lnTo>
                  <a:lnTo>
                    <a:pt x="10349" y="5253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6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8" y="6334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7"/>
                  </a:lnTo>
                  <a:lnTo>
                    <a:pt x="3399" y="4635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3"/>
            <p:cNvSpPr/>
            <p:nvPr/>
          </p:nvSpPr>
          <p:spPr>
            <a:xfrm>
              <a:off x="6364350" y="46361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2" y="39"/>
                  </a:lnTo>
                  <a:lnTo>
                    <a:pt x="2781" y="77"/>
                  </a:lnTo>
                  <a:lnTo>
                    <a:pt x="2511" y="193"/>
                  </a:lnTo>
                  <a:lnTo>
                    <a:pt x="2241" y="309"/>
                  </a:lnTo>
                  <a:lnTo>
                    <a:pt x="2009" y="425"/>
                  </a:lnTo>
                  <a:lnTo>
                    <a:pt x="1739" y="579"/>
                  </a:lnTo>
                  <a:lnTo>
                    <a:pt x="1507" y="773"/>
                  </a:lnTo>
                  <a:lnTo>
                    <a:pt x="1121" y="1197"/>
                  </a:lnTo>
                  <a:lnTo>
                    <a:pt x="735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8"/>
                  </a:lnTo>
                  <a:lnTo>
                    <a:pt x="40" y="3746"/>
                  </a:lnTo>
                  <a:lnTo>
                    <a:pt x="1" y="4055"/>
                  </a:lnTo>
                  <a:lnTo>
                    <a:pt x="1" y="4402"/>
                  </a:lnTo>
                  <a:lnTo>
                    <a:pt x="40" y="4673"/>
                  </a:lnTo>
                  <a:lnTo>
                    <a:pt x="117" y="4904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5" y="5252"/>
                  </a:lnTo>
                  <a:lnTo>
                    <a:pt x="966" y="5290"/>
                  </a:lnTo>
                  <a:lnTo>
                    <a:pt x="1700" y="5290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5" y="4711"/>
                  </a:lnTo>
                  <a:lnTo>
                    <a:pt x="580" y="4595"/>
                  </a:lnTo>
                  <a:lnTo>
                    <a:pt x="542" y="4441"/>
                  </a:lnTo>
                  <a:lnTo>
                    <a:pt x="542" y="4248"/>
                  </a:lnTo>
                  <a:lnTo>
                    <a:pt x="542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8"/>
                  </a:lnTo>
                  <a:lnTo>
                    <a:pt x="2627" y="695"/>
                  </a:lnTo>
                  <a:lnTo>
                    <a:pt x="3090" y="579"/>
                  </a:lnTo>
                  <a:lnTo>
                    <a:pt x="3592" y="541"/>
                  </a:lnTo>
                  <a:lnTo>
                    <a:pt x="4094" y="579"/>
                  </a:lnTo>
                  <a:lnTo>
                    <a:pt x="4249" y="541"/>
                  </a:lnTo>
                  <a:lnTo>
                    <a:pt x="4326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3"/>
                  </a:lnTo>
                  <a:lnTo>
                    <a:pt x="4210" y="155"/>
                  </a:lnTo>
                  <a:lnTo>
                    <a:pt x="3940" y="77"/>
                  </a:lnTo>
                  <a:lnTo>
                    <a:pt x="3631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3"/>
            <p:cNvSpPr/>
            <p:nvPr/>
          </p:nvSpPr>
          <p:spPr>
            <a:xfrm>
              <a:off x="5052425" y="4653550"/>
              <a:ext cx="61800" cy="89800"/>
            </a:xfrm>
            <a:custGeom>
              <a:avLst/>
              <a:gdLst/>
              <a:ahLst/>
              <a:cxnLst/>
              <a:rect l="l" t="t" r="r" b="b"/>
              <a:pathLst>
                <a:path w="2472" h="3592" extrusionOk="0">
                  <a:moveTo>
                    <a:pt x="1082" y="0"/>
                  </a:moveTo>
                  <a:lnTo>
                    <a:pt x="1004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5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699"/>
                  </a:lnTo>
                  <a:lnTo>
                    <a:pt x="1931" y="1931"/>
                  </a:lnTo>
                  <a:lnTo>
                    <a:pt x="1931" y="2163"/>
                  </a:lnTo>
                  <a:lnTo>
                    <a:pt x="1931" y="2433"/>
                  </a:lnTo>
                  <a:lnTo>
                    <a:pt x="1815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0" y="3128"/>
                  </a:lnTo>
                  <a:lnTo>
                    <a:pt x="1197" y="3128"/>
                  </a:lnTo>
                  <a:lnTo>
                    <a:pt x="1043" y="3089"/>
                  </a:lnTo>
                  <a:lnTo>
                    <a:pt x="927" y="3012"/>
                  </a:lnTo>
                  <a:lnTo>
                    <a:pt x="850" y="2896"/>
                  </a:lnTo>
                  <a:lnTo>
                    <a:pt x="811" y="2742"/>
                  </a:lnTo>
                  <a:lnTo>
                    <a:pt x="850" y="2587"/>
                  </a:lnTo>
                  <a:lnTo>
                    <a:pt x="927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0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5" y="1468"/>
                  </a:lnTo>
                  <a:lnTo>
                    <a:pt x="193" y="1313"/>
                  </a:lnTo>
                  <a:lnTo>
                    <a:pt x="0" y="1622"/>
                  </a:lnTo>
                  <a:lnTo>
                    <a:pt x="271" y="1892"/>
                  </a:lnTo>
                  <a:lnTo>
                    <a:pt x="580" y="2124"/>
                  </a:lnTo>
                  <a:lnTo>
                    <a:pt x="425" y="2356"/>
                  </a:lnTo>
                  <a:lnTo>
                    <a:pt x="348" y="2626"/>
                  </a:lnTo>
                  <a:lnTo>
                    <a:pt x="309" y="2896"/>
                  </a:lnTo>
                  <a:lnTo>
                    <a:pt x="348" y="3051"/>
                  </a:lnTo>
                  <a:lnTo>
                    <a:pt x="425" y="3167"/>
                  </a:lnTo>
                  <a:lnTo>
                    <a:pt x="541" y="3321"/>
                  </a:lnTo>
                  <a:lnTo>
                    <a:pt x="695" y="3476"/>
                  </a:lnTo>
                  <a:lnTo>
                    <a:pt x="888" y="3553"/>
                  </a:lnTo>
                  <a:lnTo>
                    <a:pt x="1082" y="3591"/>
                  </a:lnTo>
                  <a:lnTo>
                    <a:pt x="1275" y="3591"/>
                  </a:lnTo>
                  <a:lnTo>
                    <a:pt x="1506" y="3553"/>
                  </a:lnTo>
                  <a:lnTo>
                    <a:pt x="1699" y="3514"/>
                  </a:lnTo>
                  <a:lnTo>
                    <a:pt x="1854" y="3398"/>
                  </a:lnTo>
                  <a:lnTo>
                    <a:pt x="2047" y="3244"/>
                  </a:lnTo>
                  <a:lnTo>
                    <a:pt x="2201" y="3051"/>
                  </a:lnTo>
                  <a:lnTo>
                    <a:pt x="2317" y="2858"/>
                  </a:lnTo>
                  <a:lnTo>
                    <a:pt x="2394" y="2665"/>
                  </a:lnTo>
                  <a:lnTo>
                    <a:pt x="2433" y="2472"/>
                  </a:lnTo>
                  <a:lnTo>
                    <a:pt x="2472" y="2240"/>
                  </a:lnTo>
                  <a:lnTo>
                    <a:pt x="2433" y="2008"/>
                  </a:lnTo>
                  <a:lnTo>
                    <a:pt x="2394" y="1815"/>
                  </a:lnTo>
                  <a:lnTo>
                    <a:pt x="2317" y="1583"/>
                  </a:lnTo>
                  <a:lnTo>
                    <a:pt x="2201" y="1390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6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3"/>
            <p:cNvSpPr/>
            <p:nvPr/>
          </p:nvSpPr>
          <p:spPr>
            <a:xfrm>
              <a:off x="6613425" y="4670925"/>
              <a:ext cx="26100" cy="11600"/>
            </a:xfrm>
            <a:custGeom>
              <a:avLst/>
              <a:gdLst/>
              <a:ahLst/>
              <a:cxnLst/>
              <a:rect l="l" t="t" r="r" b="b"/>
              <a:pathLst>
                <a:path w="1044" h="464" extrusionOk="0">
                  <a:moveTo>
                    <a:pt x="773" y="0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3"/>
                  </a:lnTo>
                  <a:lnTo>
                    <a:pt x="39" y="232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3"/>
            <p:cNvSpPr/>
            <p:nvPr/>
          </p:nvSpPr>
          <p:spPr>
            <a:xfrm>
              <a:off x="6514950" y="46767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6" y="0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39" y="77"/>
                  </a:lnTo>
                  <a:lnTo>
                    <a:pt x="1" y="193"/>
                  </a:lnTo>
                  <a:lnTo>
                    <a:pt x="39" y="270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0"/>
                  </a:lnTo>
                  <a:lnTo>
                    <a:pt x="850" y="193"/>
                  </a:lnTo>
                  <a:lnTo>
                    <a:pt x="812" y="77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3"/>
            <p:cNvSpPr/>
            <p:nvPr/>
          </p:nvSpPr>
          <p:spPr>
            <a:xfrm>
              <a:off x="4656625" y="46776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89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8" y="3553"/>
                  </a:lnTo>
                  <a:lnTo>
                    <a:pt x="12434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8"/>
                  </a:lnTo>
                  <a:lnTo>
                    <a:pt x="12009" y="3128"/>
                  </a:lnTo>
                  <a:lnTo>
                    <a:pt x="11932" y="3206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40" y="4171"/>
                  </a:lnTo>
                  <a:lnTo>
                    <a:pt x="9615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2" y="4171"/>
                  </a:lnTo>
                  <a:lnTo>
                    <a:pt x="5368" y="4017"/>
                  </a:lnTo>
                  <a:lnTo>
                    <a:pt x="4595" y="3708"/>
                  </a:lnTo>
                  <a:lnTo>
                    <a:pt x="3900" y="3283"/>
                  </a:lnTo>
                  <a:lnTo>
                    <a:pt x="3205" y="2820"/>
                  </a:lnTo>
                  <a:lnTo>
                    <a:pt x="2587" y="2318"/>
                  </a:lnTo>
                  <a:lnTo>
                    <a:pt x="1970" y="1777"/>
                  </a:lnTo>
                  <a:lnTo>
                    <a:pt x="1390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3"/>
            <p:cNvSpPr/>
            <p:nvPr/>
          </p:nvSpPr>
          <p:spPr>
            <a:xfrm>
              <a:off x="4964575" y="4684425"/>
              <a:ext cx="92700" cy="135200"/>
            </a:xfrm>
            <a:custGeom>
              <a:avLst/>
              <a:gdLst/>
              <a:ahLst/>
              <a:cxnLst/>
              <a:rect l="l" t="t" r="r" b="b"/>
              <a:pathLst>
                <a:path w="3708" h="5408" extrusionOk="0">
                  <a:moveTo>
                    <a:pt x="3398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2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7"/>
                  </a:lnTo>
                  <a:lnTo>
                    <a:pt x="1777" y="1430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2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4" y="2086"/>
                  </a:lnTo>
                  <a:lnTo>
                    <a:pt x="889" y="2125"/>
                  </a:lnTo>
                  <a:lnTo>
                    <a:pt x="850" y="2163"/>
                  </a:lnTo>
                  <a:lnTo>
                    <a:pt x="811" y="2241"/>
                  </a:lnTo>
                  <a:lnTo>
                    <a:pt x="811" y="2356"/>
                  </a:lnTo>
                  <a:lnTo>
                    <a:pt x="811" y="2434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7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1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8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4"/>
                  </a:lnTo>
                  <a:lnTo>
                    <a:pt x="1082" y="4944"/>
                  </a:lnTo>
                  <a:lnTo>
                    <a:pt x="889" y="4866"/>
                  </a:lnTo>
                  <a:lnTo>
                    <a:pt x="773" y="4751"/>
                  </a:lnTo>
                  <a:lnTo>
                    <a:pt x="695" y="4596"/>
                  </a:lnTo>
                  <a:lnTo>
                    <a:pt x="657" y="4442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3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7" y="3669"/>
                  </a:lnTo>
                  <a:lnTo>
                    <a:pt x="116" y="2936"/>
                  </a:lnTo>
                  <a:lnTo>
                    <a:pt x="0" y="3283"/>
                  </a:lnTo>
                  <a:lnTo>
                    <a:pt x="657" y="3785"/>
                  </a:lnTo>
                  <a:lnTo>
                    <a:pt x="502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9"/>
                  </a:lnTo>
                  <a:lnTo>
                    <a:pt x="193" y="4403"/>
                  </a:lnTo>
                  <a:lnTo>
                    <a:pt x="193" y="4558"/>
                  </a:lnTo>
                  <a:lnTo>
                    <a:pt x="193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3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7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5"/>
                  </a:lnTo>
                  <a:lnTo>
                    <a:pt x="2510" y="4442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7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2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6" y="2202"/>
                  </a:lnTo>
                  <a:lnTo>
                    <a:pt x="1275" y="2125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3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2"/>
                  </a:lnTo>
                  <a:lnTo>
                    <a:pt x="3514" y="387"/>
                  </a:lnTo>
                  <a:lnTo>
                    <a:pt x="3707" y="78"/>
                  </a:lnTo>
                  <a:lnTo>
                    <a:pt x="351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3"/>
            <p:cNvSpPr/>
            <p:nvPr/>
          </p:nvSpPr>
          <p:spPr>
            <a:xfrm>
              <a:off x="6406825" y="4717250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619"/>
                  </a:lnTo>
                  <a:lnTo>
                    <a:pt x="2550" y="696"/>
                  </a:lnTo>
                  <a:lnTo>
                    <a:pt x="2743" y="812"/>
                  </a:lnTo>
                  <a:lnTo>
                    <a:pt x="2936" y="966"/>
                  </a:lnTo>
                  <a:lnTo>
                    <a:pt x="3090" y="1198"/>
                  </a:lnTo>
                  <a:lnTo>
                    <a:pt x="3206" y="1430"/>
                  </a:lnTo>
                  <a:lnTo>
                    <a:pt x="3245" y="1700"/>
                  </a:lnTo>
                  <a:lnTo>
                    <a:pt x="3245" y="1970"/>
                  </a:lnTo>
                  <a:lnTo>
                    <a:pt x="3206" y="2202"/>
                  </a:lnTo>
                  <a:lnTo>
                    <a:pt x="3090" y="2472"/>
                  </a:lnTo>
                  <a:lnTo>
                    <a:pt x="2974" y="2665"/>
                  </a:lnTo>
                  <a:lnTo>
                    <a:pt x="2781" y="2897"/>
                  </a:lnTo>
                  <a:lnTo>
                    <a:pt x="2588" y="3051"/>
                  </a:lnTo>
                  <a:lnTo>
                    <a:pt x="2357" y="3167"/>
                  </a:lnTo>
                  <a:lnTo>
                    <a:pt x="2086" y="3245"/>
                  </a:lnTo>
                  <a:lnTo>
                    <a:pt x="1777" y="3245"/>
                  </a:lnTo>
                  <a:lnTo>
                    <a:pt x="1507" y="3167"/>
                  </a:lnTo>
                  <a:lnTo>
                    <a:pt x="1237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4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5" y="1121"/>
                  </a:lnTo>
                  <a:lnTo>
                    <a:pt x="928" y="928"/>
                  </a:lnTo>
                  <a:lnTo>
                    <a:pt x="1121" y="735"/>
                  </a:lnTo>
                  <a:lnTo>
                    <a:pt x="1353" y="580"/>
                  </a:lnTo>
                  <a:lnTo>
                    <a:pt x="1584" y="464"/>
                  </a:lnTo>
                  <a:close/>
                  <a:moveTo>
                    <a:pt x="1893" y="1"/>
                  </a:moveTo>
                  <a:lnTo>
                    <a:pt x="1700" y="39"/>
                  </a:lnTo>
                  <a:lnTo>
                    <a:pt x="1546" y="78"/>
                  </a:lnTo>
                  <a:lnTo>
                    <a:pt x="1353" y="155"/>
                  </a:lnTo>
                  <a:lnTo>
                    <a:pt x="1314" y="194"/>
                  </a:lnTo>
                  <a:lnTo>
                    <a:pt x="1082" y="271"/>
                  </a:lnTo>
                  <a:lnTo>
                    <a:pt x="851" y="387"/>
                  </a:lnTo>
                  <a:lnTo>
                    <a:pt x="619" y="580"/>
                  </a:lnTo>
                  <a:lnTo>
                    <a:pt x="426" y="773"/>
                  </a:lnTo>
                  <a:lnTo>
                    <a:pt x="271" y="966"/>
                  </a:lnTo>
                  <a:lnTo>
                    <a:pt x="155" y="1237"/>
                  </a:lnTo>
                  <a:lnTo>
                    <a:pt x="78" y="1468"/>
                  </a:lnTo>
                  <a:lnTo>
                    <a:pt x="1" y="1739"/>
                  </a:lnTo>
                  <a:lnTo>
                    <a:pt x="1" y="2047"/>
                  </a:lnTo>
                  <a:lnTo>
                    <a:pt x="40" y="2125"/>
                  </a:lnTo>
                  <a:lnTo>
                    <a:pt x="40" y="2318"/>
                  </a:lnTo>
                  <a:lnTo>
                    <a:pt x="117" y="2511"/>
                  </a:lnTo>
                  <a:lnTo>
                    <a:pt x="310" y="2858"/>
                  </a:lnTo>
                  <a:lnTo>
                    <a:pt x="542" y="3167"/>
                  </a:lnTo>
                  <a:lnTo>
                    <a:pt x="851" y="3399"/>
                  </a:lnTo>
                  <a:lnTo>
                    <a:pt x="1198" y="3592"/>
                  </a:lnTo>
                  <a:lnTo>
                    <a:pt x="1584" y="3708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7" y="3669"/>
                  </a:lnTo>
                  <a:lnTo>
                    <a:pt x="2627" y="3592"/>
                  </a:lnTo>
                  <a:lnTo>
                    <a:pt x="2897" y="3438"/>
                  </a:lnTo>
                  <a:lnTo>
                    <a:pt x="3129" y="3245"/>
                  </a:lnTo>
                  <a:lnTo>
                    <a:pt x="3322" y="3013"/>
                  </a:lnTo>
                  <a:lnTo>
                    <a:pt x="3476" y="2781"/>
                  </a:lnTo>
                  <a:lnTo>
                    <a:pt x="3631" y="2511"/>
                  </a:lnTo>
                  <a:lnTo>
                    <a:pt x="3708" y="2202"/>
                  </a:lnTo>
                  <a:lnTo>
                    <a:pt x="3747" y="1932"/>
                  </a:lnTo>
                  <a:lnTo>
                    <a:pt x="3747" y="1584"/>
                  </a:lnTo>
                  <a:lnTo>
                    <a:pt x="3669" y="1314"/>
                  </a:lnTo>
                  <a:lnTo>
                    <a:pt x="3515" y="1005"/>
                  </a:lnTo>
                  <a:lnTo>
                    <a:pt x="3322" y="696"/>
                  </a:lnTo>
                  <a:lnTo>
                    <a:pt x="3052" y="426"/>
                  </a:lnTo>
                  <a:lnTo>
                    <a:pt x="2743" y="233"/>
                  </a:lnTo>
                  <a:lnTo>
                    <a:pt x="2395" y="7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3"/>
            <p:cNvSpPr/>
            <p:nvPr/>
          </p:nvSpPr>
          <p:spPr>
            <a:xfrm>
              <a:off x="2332000" y="4749125"/>
              <a:ext cx="326325" cy="58900"/>
            </a:xfrm>
            <a:custGeom>
              <a:avLst/>
              <a:gdLst/>
              <a:ahLst/>
              <a:cxnLst/>
              <a:rect l="l" t="t" r="r" b="b"/>
              <a:pathLst>
                <a:path w="13053" h="2356" extrusionOk="0">
                  <a:moveTo>
                    <a:pt x="12782" y="0"/>
                  </a:moveTo>
                  <a:lnTo>
                    <a:pt x="12705" y="39"/>
                  </a:lnTo>
                  <a:lnTo>
                    <a:pt x="12628" y="116"/>
                  </a:lnTo>
                  <a:lnTo>
                    <a:pt x="12589" y="193"/>
                  </a:lnTo>
                  <a:lnTo>
                    <a:pt x="12589" y="309"/>
                  </a:lnTo>
                  <a:lnTo>
                    <a:pt x="12589" y="502"/>
                  </a:lnTo>
                  <a:lnTo>
                    <a:pt x="12550" y="657"/>
                  </a:lnTo>
                  <a:lnTo>
                    <a:pt x="12435" y="811"/>
                  </a:lnTo>
                  <a:lnTo>
                    <a:pt x="12319" y="966"/>
                  </a:lnTo>
                  <a:lnTo>
                    <a:pt x="12164" y="1081"/>
                  </a:lnTo>
                  <a:lnTo>
                    <a:pt x="11971" y="1159"/>
                  </a:lnTo>
                  <a:lnTo>
                    <a:pt x="11546" y="1313"/>
                  </a:lnTo>
                  <a:lnTo>
                    <a:pt x="11083" y="1429"/>
                  </a:lnTo>
                  <a:lnTo>
                    <a:pt x="10581" y="1506"/>
                  </a:lnTo>
                  <a:lnTo>
                    <a:pt x="9847" y="1583"/>
                  </a:lnTo>
                  <a:lnTo>
                    <a:pt x="9423" y="1622"/>
                  </a:lnTo>
                  <a:lnTo>
                    <a:pt x="9423" y="1545"/>
                  </a:lnTo>
                  <a:lnTo>
                    <a:pt x="9423" y="1468"/>
                  </a:lnTo>
                  <a:lnTo>
                    <a:pt x="9152" y="888"/>
                  </a:lnTo>
                  <a:lnTo>
                    <a:pt x="8959" y="270"/>
                  </a:lnTo>
                  <a:lnTo>
                    <a:pt x="8612" y="386"/>
                  </a:lnTo>
                  <a:lnTo>
                    <a:pt x="8650" y="695"/>
                  </a:lnTo>
                  <a:lnTo>
                    <a:pt x="8728" y="1043"/>
                  </a:lnTo>
                  <a:lnTo>
                    <a:pt x="8843" y="1390"/>
                  </a:lnTo>
                  <a:lnTo>
                    <a:pt x="8998" y="1661"/>
                  </a:lnTo>
                  <a:lnTo>
                    <a:pt x="7839" y="1776"/>
                  </a:lnTo>
                  <a:lnTo>
                    <a:pt x="6681" y="1854"/>
                  </a:lnTo>
                  <a:lnTo>
                    <a:pt x="5252" y="1892"/>
                  </a:lnTo>
                  <a:lnTo>
                    <a:pt x="3862" y="1854"/>
                  </a:lnTo>
                  <a:lnTo>
                    <a:pt x="3592" y="1815"/>
                  </a:lnTo>
                  <a:lnTo>
                    <a:pt x="3746" y="1506"/>
                  </a:lnTo>
                  <a:lnTo>
                    <a:pt x="3785" y="1159"/>
                  </a:lnTo>
                  <a:lnTo>
                    <a:pt x="3785" y="811"/>
                  </a:lnTo>
                  <a:lnTo>
                    <a:pt x="3746" y="425"/>
                  </a:lnTo>
                  <a:lnTo>
                    <a:pt x="3399" y="464"/>
                  </a:lnTo>
                  <a:lnTo>
                    <a:pt x="3399" y="772"/>
                  </a:lnTo>
                  <a:lnTo>
                    <a:pt x="3360" y="1081"/>
                  </a:lnTo>
                  <a:lnTo>
                    <a:pt x="3244" y="1468"/>
                  </a:lnTo>
                  <a:lnTo>
                    <a:pt x="3128" y="1815"/>
                  </a:lnTo>
                  <a:lnTo>
                    <a:pt x="2202" y="1738"/>
                  </a:lnTo>
                  <a:lnTo>
                    <a:pt x="1738" y="1699"/>
                  </a:lnTo>
                  <a:lnTo>
                    <a:pt x="1275" y="1622"/>
                  </a:lnTo>
                  <a:lnTo>
                    <a:pt x="889" y="1468"/>
                  </a:lnTo>
                  <a:lnTo>
                    <a:pt x="734" y="1390"/>
                  </a:lnTo>
                  <a:lnTo>
                    <a:pt x="618" y="1313"/>
                  </a:lnTo>
                  <a:lnTo>
                    <a:pt x="503" y="1197"/>
                  </a:lnTo>
                  <a:lnTo>
                    <a:pt x="425" y="1081"/>
                  </a:lnTo>
                  <a:lnTo>
                    <a:pt x="387" y="966"/>
                  </a:lnTo>
                  <a:lnTo>
                    <a:pt x="387" y="811"/>
                  </a:lnTo>
                  <a:lnTo>
                    <a:pt x="387" y="772"/>
                  </a:lnTo>
                  <a:lnTo>
                    <a:pt x="387" y="695"/>
                  </a:lnTo>
                  <a:lnTo>
                    <a:pt x="310" y="618"/>
                  </a:lnTo>
                  <a:lnTo>
                    <a:pt x="194" y="618"/>
                  </a:lnTo>
                  <a:lnTo>
                    <a:pt x="155" y="657"/>
                  </a:lnTo>
                  <a:lnTo>
                    <a:pt x="116" y="695"/>
                  </a:lnTo>
                  <a:lnTo>
                    <a:pt x="39" y="850"/>
                  </a:lnTo>
                  <a:lnTo>
                    <a:pt x="1" y="1004"/>
                  </a:lnTo>
                  <a:lnTo>
                    <a:pt x="1" y="1159"/>
                  </a:lnTo>
                  <a:lnTo>
                    <a:pt x="1" y="1274"/>
                  </a:lnTo>
                  <a:lnTo>
                    <a:pt x="39" y="1390"/>
                  </a:lnTo>
                  <a:lnTo>
                    <a:pt x="116" y="1506"/>
                  </a:lnTo>
                  <a:lnTo>
                    <a:pt x="310" y="1699"/>
                  </a:lnTo>
                  <a:lnTo>
                    <a:pt x="541" y="1854"/>
                  </a:lnTo>
                  <a:lnTo>
                    <a:pt x="812" y="1970"/>
                  </a:lnTo>
                  <a:lnTo>
                    <a:pt x="1082" y="2047"/>
                  </a:lnTo>
                  <a:lnTo>
                    <a:pt x="1352" y="2085"/>
                  </a:lnTo>
                  <a:lnTo>
                    <a:pt x="2626" y="2240"/>
                  </a:lnTo>
                  <a:lnTo>
                    <a:pt x="3862" y="2317"/>
                  </a:lnTo>
                  <a:lnTo>
                    <a:pt x="5136" y="2356"/>
                  </a:lnTo>
                  <a:lnTo>
                    <a:pt x="6372" y="2356"/>
                  </a:lnTo>
                  <a:lnTo>
                    <a:pt x="7531" y="2278"/>
                  </a:lnTo>
                  <a:lnTo>
                    <a:pt x="8689" y="2201"/>
                  </a:lnTo>
                  <a:lnTo>
                    <a:pt x="9847" y="2047"/>
                  </a:lnTo>
                  <a:lnTo>
                    <a:pt x="11006" y="1892"/>
                  </a:lnTo>
                  <a:lnTo>
                    <a:pt x="11392" y="1815"/>
                  </a:lnTo>
                  <a:lnTo>
                    <a:pt x="11740" y="1738"/>
                  </a:lnTo>
                  <a:lnTo>
                    <a:pt x="12126" y="1583"/>
                  </a:lnTo>
                  <a:lnTo>
                    <a:pt x="12473" y="1429"/>
                  </a:lnTo>
                  <a:lnTo>
                    <a:pt x="12744" y="1236"/>
                  </a:lnTo>
                  <a:lnTo>
                    <a:pt x="12859" y="1081"/>
                  </a:lnTo>
                  <a:lnTo>
                    <a:pt x="12937" y="927"/>
                  </a:lnTo>
                  <a:lnTo>
                    <a:pt x="13014" y="772"/>
                  </a:lnTo>
                  <a:lnTo>
                    <a:pt x="13052" y="579"/>
                  </a:lnTo>
                  <a:lnTo>
                    <a:pt x="13052" y="386"/>
                  </a:lnTo>
                  <a:lnTo>
                    <a:pt x="13052" y="155"/>
                  </a:lnTo>
                  <a:lnTo>
                    <a:pt x="13014" y="77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62" name="Google Shape;562;p3"/>
          <p:cNvSpPr txBox="1">
            <a:spLocks noGrp="1"/>
          </p:cNvSpPr>
          <p:nvPr>
            <p:ph type="title"/>
          </p:nvPr>
        </p:nvSpPr>
        <p:spPr>
          <a:xfrm>
            <a:off x="1929450" y="2733933"/>
            <a:ext cx="5285100" cy="731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55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63" name="Google Shape;563;p3"/>
          <p:cNvSpPr txBox="1">
            <a:spLocks noGrp="1"/>
          </p:cNvSpPr>
          <p:nvPr>
            <p:ph type="title" idx="2" hasCustomPrompt="1"/>
          </p:nvPr>
        </p:nvSpPr>
        <p:spPr>
          <a:xfrm>
            <a:off x="4114800" y="1515548"/>
            <a:ext cx="914400" cy="690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64" name="Google Shape;564;p3"/>
          <p:cNvSpPr txBox="1">
            <a:spLocks noGrp="1"/>
          </p:cNvSpPr>
          <p:nvPr>
            <p:ph type="subTitle" idx="1"/>
          </p:nvPr>
        </p:nvSpPr>
        <p:spPr>
          <a:xfrm>
            <a:off x="1927650" y="3541550"/>
            <a:ext cx="5288700" cy="365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grpSp>
        <p:nvGrpSpPr>
          <p:cNvPr id="565" name="Google Shape;565;p3"/>
          <p:cNvGrpSpPr/>
          <p:nvPr/>
        </p:nvGrpSpPr>
        <p:grpSpPr>
          <a:xfrm>
            <a:off x="1967250" y="-77375"/>
            <a:ext cx="297100" cy="2315550"/>
            <a:chOff x="8234700" y="-1175"/>
            <a:chExt cx="297100" cy="2315550"/>
          </a:xfrm>
        </p:grpSpPr>
        <p:grpSp>
          <p:nvGrpSpPr>
            <p:cNvPr id="566" name="Google Shape;566;p3"/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567" name="Google Shape;567;p3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" name="Google Shape;568;p3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" name="Google Shape;569;p3"/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" name="Google Shape;570;p3"/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71" name="Google Shape;571;p3"/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2" name="Google Shape;572;p3"/>
          <p:cNvGrpSpPr/>
          <p:nvPr/>
        </p:nvGrpSpPr>
        <p:grpSpPr>
          <a:xfrm>
            <a:off x="6815325" y="-77375"/>
            <a:ext cx="260625" cy="1230500"/>
            <a:chOff x="6815325" y="0"/>
            <a:chExt cx="260625" cy="1230500"/>
          </a:xfrm>
        </p:grpSpPr>
        <p:sp>
          <p:nvSpPr>
            <p:cNvPr id="573" name="Google Shape;573;p3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extrusionOk="0">
                  <a:moveTo>
                    <a:pt x="1" y="36662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3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fill="none" extrusionOk="0">
                  <a:moveTo>
                    <a:pt x="1" y="36662"/>
                  </a:moveTo>
                  <a:lnTo>
                    <a:pt x="1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3"/>
            <p:cNvSpPr/>
            <p:nvPr/>
          </p:nvSpPr>
          <p:spPr>
            <a:xfrm>
              <a:off x="6933275" y="0"/>
              <a:ext cx="19675" cy="916575"/>
            </a:xfrm>
            <a:custGeom>
              <a:avLst/>
              <a:gdLst/>
              <a:ahLst/>
              <a:cxnLst/>
              <a:rect l="l" t="t" r="r" b="b"/>
              <a:pathLst>
                <a:path w="787" h="36663" extrusionOk="0">
                  <a:moveTo>
                    <a:pt x="0" y="0"/>
                  </a:moveTo>
                  <a:lnTo>
                    <a:pt x="0" y="36662"/>
                  </a:lnTo>
                  <a:lnTo>
                    <a:pt x="787" y="366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3"/>
            <p:cNvSpPr/>
            <p:nvPr/>
          </p:nvSpPr>
          <p:spPr>
            <a:xfrm>
              <a:off x="6815325" y="847475"/>
              <a:ext cx="260625" cy="383025"/>
            </a:xfrm>
            <a:custGeom>
              <a:avLst/>
              <a:gdLst/>
              <a:ahLst/>
              <a:cxnLst/>
              <a:rect l="l" t="t" r="r" b="b"/>
              <a:pathLst>
                <a:path w="10425" h="15321" extrusionOk="0">
                  <a:moveTo>
                    <a:pt x="7077" y="0"/>
                  </a:moveTo>
                  <a:lnTo>
                    <a:pt x="6718" y="23"/>
                  </a:lnTo>
                  <a:lnTo>
                    <a:pt x="6358" y="45"/>
                  </a:lnTo>
                  <a:lnTo>
                    <a:pt x="5999" y="90"/>
                  </a:lnTo>
                  <a:lnTo>
                    <a:pt x="5662" y="157"/>
                  </a:lnTo>
                  <a:lnTo>
                    <a:pt x="5303" y="247"/>
                  </a:lnTo>
                  <a:lnTo>
                    <a:pt x="4966" y="360"/>
                  </a:lnTo>
                  <a:lnTo>
                    <a:pt x="4651" y="472"/>
                  </a:lnTo>
                  <a:lnTo>
                    <a:pt x="4314" y="607"/>
                  </a:lnTo>
                  <a:lnTo>
                    <a:pt x="4000" y="764"/>
                  </a:lnTo>
                  <a:lnTo>
                    <a:pt x="3708" y="944"/>
                  </a:lnTo>
                  <a:lnTo>
                    <a:pt x="3416" y="1123"/>
                  </a:lnTo>
                  <a:lnTo>
                    <a:pt x="3123" y="1326"/>
                  </a:lnTo>
                  <a:lnTo>
                    <a:pt x="2831" y="1528"/>
                  </a:lnTo>
                  <a:lnTo>
                    <a:pt x="2584" y="1752"/>
                  </a:lnTo>
                  <a:lnTo>
                    <a:pt x="2315" y="1999"/>
                  </a:lnTo>
                  <a:lnTo>
                    <a:pt x="2068" y="2247"/>
                  </a:lnTo>
                  <a:lnTo>
                    <a:pt x="1843" y="2516"/>
                  </a:lnTo>
                  <a:lnTo>
                    <a:pt x="1618" y="2808"/>
                  </a:lnTo>
                  <a:lnTo>
                    <a:pt x="1394" y="3078"/>
                  </a:lnTo>
                  <a:lnTo>
                    <a:pt x="1214" y="3392"/>
                  </a:lnTo>
                  <a:lnTo>
                    <a:pt x="1012" y="3707"/>
                  </a:lnTo>
                  <a:lnTo>
                    <a:pt x="855" y="4021"/>
                  </a:lnTo>
                  <a:lnTo>
                    <a:pt x="697" y="4336"/>
                  </a:lnTo>
                  <a:lnTo>
                    <a:pt x="563" y="4695"/>
                  </a:lnTo>
                  <a:lnTo>
                    <a:pt x="428" y="5032"/>
                  </a:lnTo>
                  <a:lnTo>
                    <a:pt x="315" y="5392"/>
                  </a:lnTo>
                  <a:lnTo>
                    <a:pt x="226" y="5751"/>
                  </a:lnTo>
                  <a:lnTo>
                    <a:pt x="136" y="6110"/>
                  </a:lnTo>
                  <a:lnTo>
                    <a:pt x="68" y="6492"/>
                  </a:lnTo>
                  <a:lnTo>
                    <a:pt x="23" y="6874"/>
                  </a:lnTo>
                  <a:lnTo>
                    <a:pt x="1" y="7256"/>
                  </a:lnTo>
                  <a:lnTo>
                    <a:pt x="1" y="7661"/>
                  </a:lnTo>
                  <a:lnTo>
                    <a:pt x="1" y="8042"/>
                  </a:lnTo>
                  <a:lnTo>
                    <a:pt x="23" y="8447"/>
                  </a:lnTo>
                  <a:lnTo>
                    <a:pt x="68" y="8829"/>
                  </a:lnTo>
                  <a:lnTo>
                    <a:pt x="136" y="9211"/>
                  </a:lnTo>
                  <a:lnTo>
                    <a:pt x="226" y="9570"/>
                  </a:lnTo>
                  <a:lnTo>
                    <a:pt x="315" y="9929"/>
                  </a:lnTo>
                  <a:lnTo>
                    <a:pt x="428" y="10289"/>
                  </a:lnTo>
                  <a:lnTo>
                    <a:pt x="563" y="10648"/>
                  </a:lnTo>
                  <a:lnTo>
                    <a:pt x="697" y="10985"/>
                  </a:lnTo>
                  <a:lnTo>
                    <a:pt x="855" y="11322"/>
                  </a:lnTo>
                  <a:lnTo>
                    <a:pt x="1012" y="11637"/>
                  </a:lnTo>
                  <a:lnTo>
                    <a:pt x="1214" y="11951"/>
                  </a:lnTo>
                  <a:lnTo>
                    <a:pt x="1394" y="12243"/>
                  </a:lnTo>
                  <a:lnTo>
                    <a:pt x="1618" y="12535"/>
                  </a:lnTo>
                  <a:lnTo>
                    <a:pt x="1843" y="12805"/>
                  </a:lnTo>
                  <a:lnTo>
                    <a:pt x="2068" y="13075"/>
                  </a:lnTo>
                  <a:lnTo>
                    <a:pt x="2315" y="13344"/>
                  </a:lnTo>
                  <a:lnTo>
                    <a:pt x="2584" y="13569"/>
                  </a:lnTo>
                  <a:lnTo>
                    <a:pt x="2831" y="13793"/>
                  </a:lnTo>
                  <a:lnTo>
                    <a:pt x="3123" y="14018"/>
                  </a:lnTo>
                  <a:lnTo>
                    <a:pt x="3416" y="14220"/>
                  </a:lnTo>
                  <a:lnTo>
                    <a:pt x="3708" y="14400"/>
                  </a:lnTo>
                  <a:lnTo>
                    <a:pt x="4000" y="14580"/>
                  </a:lnTo>
                  <a:lnTo>
                    <a:pt x="4314" y="14714"/>
                  </a:lnTo>
                  <a:lnTo>
                    <a:pt x="4651" y="14872"/>
                  </a:lnTo>
                  <a:lnTo>
                    <a:pt x="4966" y="14984"/>
                  </a:lnTo>
                  <a:lnTo>
                    <a:pt x="5303" y="15074"/>
                  </a:lnTo>
                  <a:lnTo>
                    <a:pt x="5662" y="15164"/>
                  </a:lnTo>
                  <a:lnTo>
                    <a:pt x="5999" y="15231"/>
                  </a:lnTo>
                  <a:lnTo>
                    <a:pt x="6358" y="15276"/>
                  </a:lnTo>
                  <a:lnTo>
                    <a:pt x="6718" y="15321"/>
                  </a:lnTo>
                  <a:lnTo>
                    <a:pt x="7504" y="15321"/>
                  </a:lnTo>
                  <a:lnTo>
                    <a:pt x="7931" y="15276"/>
                  </a:lnTo>
                  <a:lnTo>
                    <a:pt x="8335" y="15209"/>
                  </a:lnTo>
                  <a:lnTo>
                    <a:pt x="8762" y="15119"/>
                  </a:lnTo>
                  <a:lnTo>
                    <a:pt x="9144" y="14984"/>
                  </a:lnTo>
                  <a:lnTo>
                    <a:pt x="9548" y="14849"/>
                  </a:lnTo>
                  <a:lnTo>
                    <a:pt x="9908" y="14692"/>
                  </a:lnTo>
                  <a:lnTo>
                    <a:pt x="10267" y="14512"/>
                  </a:lnTo>
                  <a:lnTo>
                    <a:pt x="9863" y="14243"/>
                  </a:lnTo>
                  <a:lnTo>
                    <a:pt x="9481" y="13951"/>
                  </a:lnTo>
                  <a:lnTo>
                    <a:pt x="9122" y="13636"/>
                  </a:lnTo>
                  <a:lnTo>
                    <a:pt x="8762" y="13299"/>
                  </a:lnTo>
                  <a:lnTo>
                    <a:pt x="8425" y="12940"/>
                  </a:lnTo>
                  <a:lnTo>
                    <a:pt x="8133" y="12558"/>
                  </a:lnTo>
                  <a:lnTo>
                    <a:pt x="7841" y="12153"/>
                  </a:lnTo>
                  <a:lnTo>
                    <a:pt x="7594" y="11727"/>
                  </a:lnTo>
                  <a:lnTo>
                    <a:pt x="7347" y="11300"/>
                  </a:lnTo>
                  <a:lnTo>
                    <a:pt x="7145" y="10828"/>
                  </a:lnTo>
                  <a:lnTo>
                    <a:pt x="6987" y="10356"/>
                  </a:lnTo>
                  <a:lnTo>
                    <a:pt x="6830" y="9862"/>
                  </a:lnTo>
                  <a:lnTo>
                    <a:pt x="6718" y="9345"/>
                  </a:lnTo>
                  <a:lnTo>
                    <a:pt x="6628" y="8829"/>
                  </a:lnTo>
                  <a:lnTo>
                    <a:pt x="6583" y="8290"/>
                  </a:lnTo>
                  <a:lnTo>
                    <a:pt x="6561" y="7750"/>
                  </a:lnTo>
                  <a:lnTo>
                    <a:pt x="6583" y="7211"/>
                  </a:lnTo>
                  <a:lnTo>
                    <a:pt x="6628" y="6650"/>
                  </a:lnTo>
                  <a:lnTo>
                    <a:pt x="6718" y="6133"/>
                  </a:lnTo>
                  <a:lnTo>
                    <a:pt x="6830" y="5616"/>
                  </a:lnTo>
                  <a:lnTo>
                    <a:pt x="6987" y="5100"/>
                  </a:lnTo>
                  <a:lnTo>
                    <a:pt x="7167" y="4605"/>
                  </a:lnTo>
                  <a:lnTo>
                    <a:pt x="7392" y="4134"/>
                  </a:lnTo>
                  <a:lnTo>
                    <a:pt x="7639" y="3684"/>
                  </a:lnTo>
                  <a:lnTo>
                    <a:pt x="7908" y="3257"/>
                  </a:lnTo>
                  <a:lnTo>
                    <a:pt x="8200" y="2853"/>
                  </a:lnTo>
                  <a:lnTo>
                    <a:pt x="8515" y="2449"/>
                  </a:lnTo>
                  <a:lnTo>
                    <a:pt x="8852" y="2089"/>
                  </a:lnTo>
                  <a:lnTo>
                    <a:pt x="9211" y="1752"/>
                  </a:lnTo>
                  <a:lnTo>
                    <a:pt x="9616" y="1438"/>
                  </a:lnTo>
                  <a:lnTo>
                    <a:pt x="10020" y="1168"/>
                  </a:lnTo>
                  <a:lnTo>
                    <a:pt x="10424" y="921"/>
                  </a:lnTo>
                  <a:lnTo>
                    <a:pt x="10065" y="719"/>
                  </a:lnTo>
                  <a:lnTo>
                    <a:pt x="9661" y="517"/>
                  </a:lnTo>
                  <a:lnTo>
                    <a:pt x="9256" y="382"/>
                  </a:lnTo>
                  <a:lnTo>
                    <a:pt x="8852" y="247"/>
                  </a:lnTo>
                  <a:lnTo>
                    <a:pt x="8425" y="135"/>
                  </a:lnTo>
                  <a:lnTo>
                    <a:pt x="7976" y="68"/>
                  </a:lnTo>
                  <a:lnTo>
                    <a:pt x="7527" y="23"/>
                  </a:lnTo>
                  <a:lnTo>
                    <a:pt x="707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7" name="Google Shape;577;p3"/>
          <p:cNvGrpSpPr/>
          <p:nvPr/>
        </p:nvGrpSpPr>
        <p:grpSpPr>
          <a:xfrm>
            <a:off x="310050" y="-77375"/>
            <a:ext cx="599250" cy="1418100"/>
            <a:chOff x="310050" y="-1175"/>
            <a:chExt cx="599250" cy="1418100"/>
          </a:xfrm>
        </p:grpSpPr>
        <p:grpSp>
          <p:nvGrpSpPr>
            <p:cNvPr id="578" name="Google Shape;578;p3"/>
            <p:cNvGrpSpPr/>
            <p:nvPr/>
          </p:nvGrpSpPr>
          <p:grpSpPr>
            <a:xfrm>
              <a:off x="310050" y="-1175"/>
              <a:ext cx="599250" cy="1418100"/>
              <a:chOff x="310050" y="0"/>
              <a:chExt cx="599250" cy="1418100"/>
            </a:xfrm>
          </p:grpSpPr>
          <p:sp>
            <p:nvSpPr>
              <p:cNvPr id="579" name="Google Shape;579;p3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extrusionOk="0">
                    <a:moveTo>
                      <a:pt x="1" y="36662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" name="Google Shape;580;p3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fill="none" extrusionOk="0">
                    <a:moveTo>
                      <a:pt x="1" y="36662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" name="Google Shape;581;p3"/>
              <p:cNvSpPr/>
              <p:nvPr/>
            </p:nvSpPr>
            <p:spPr>
              <a:xfrm>
                <a:off x="598700" y="0"/>
                <a:ext cx="19700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6663" extrusionOk="0">
                    <a:moveTo>
                      <a:pt x="1" y="0"/>
                    </a:moveTo>
                    <a:lnTo>
                      <a:pt x="1" y="36662"/>
                    </a:lnTo>
                    <a:lnTo>
                      <a:pt x="787" y="3666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" name="Google Shape;582;p3"/>
              <p:cNvSpPr/>
              <p:nvPr/>
            </p:nvSpPr>
            <p:spPr>
              <a:xfrm>
                <a:off x="310050" y="847475"/>
                <a:ext cx="599250" cy="570625"/>
              </a:xfrm>
              <a:custGeom>
                <a:avLst/>
                <a:gdLst/>
                <a:ahLst/>
                <a:cxnLst/>
                <a:rect l="l" t="t" r="r" b="b"/>
                <a:pathLst>
                  <a:path w="23970" h="22825" extrusionOk="0">
                    <a:moveTo>
                      <a:pt x="11996" y="0"/>
                    </a:moveTo>
                    <a:lnTo>
                      <a:pt x="7503" y="6425"/>
                    </a:lnTo>
                    <a:lnTo>
                      <a:pt x="0" y="8716"/>
                    </a:lnTo>
                    <a:lnTo>
                      <a:pt x="4718" y="14984"/>
                    </a:lnTo>
                    <a:lnTo>
                      <a:pt x="4560" y="22824"/>
                    </a:lnTo>
                    <a:lnTo>
                      <a:pt x="11996" y="20286"/>
                    </a:lnTo>
                    <a:lnTo>
                      <a:pt x="19409" y="22824"/>
                    </a:lnTo>
                    <a:lnTo>
                      <a:pt x="19252" y="14984"/>
                    </a:lnTo>
                    <a:lnTo>
                      <a:pt x="23970" y="8716"/>
                    </a:lnTo>
                    <a:lnTo>
                      <a:pt x="16489" y="6425"/>
                    </a:lnTo>
                    <a:lnTo>
                      <a:pt x="1199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83" name="Google Shape;583;p3"/>
            <p:cNvSpPr/>
            <p:nvPr/>
          </p:nvSpPr>
          <p:spPr>
            <a:xfrm>
              <a:off x="445600" y="979650"/>
              <a:ext cx="328149" cy="312474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4" name="Google Shape;584;p3"/>
          <p:cNvGrpSpPr/>
          <p:nvPr/>
        </p:nvGrpSpPr>
        <p:grpSpPr>
          <a:xfrm>
            <a:off x="8234700" y="-77375"/>
            <a:ext cx="297100" cy="2315550"/>
            <a:chOff x="8234700" y="-1175"/>
            <a:chExt cx="297100" cy="2315550"/>
          </a:xfrm>
        </p:grpSpPr>
        <p:grpSp>
          <p:nvGrpSpPr>
            <p:cNvPr id="585" name="Google Shape;585;p3"/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586" name="Google Shape;586;p3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" name="Google Shape;587;p3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" name="Google Shape;588;p3"/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" name="Google Shape;589;p3"/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90" name="Google Shape;590;p3"/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Rezervirano mjesto sadržaja 2">
            <a:extLst>
              <a:ext uri="{FF2B5EF4-FFF2-40B4-BE49-F238E27FC236}">
                <a16:creationId xmlns:a16="http://schemas.microsoft.com/office/drawing/2014/main" id="{2FAF7DF7-8722-2E3F-40D5-4DC34EA0788E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783012" y="4566187"/>
            <a:ext cx="1577975" cy="425450"/>
          </a:xfrm>
        </p:spPr>
        <p:txBody>
          <a:bodyPr/>
          <a:lstStyle/>
          <a:p>
            <a:pPr lvl="0"/>
            <a:r>
              <a:rPr lang="hr-HR"/>
              <a:t>Kliknite da biste uredili matrice</a:t>
            </a:r>
          </a:p>
          <a:p>
            <a:pPr lvl="1"/>
            <a:r>
              <a:rPr lang="hr-HR"/>
              <a:t>Druga razina</a:t>
            </a:r>
          </a:p>
          <a:p>
            <a:pPr lvl="2"/>
            <a:r>
              <a:rPr lang="hr-HR"/>
              <a:t>Treća razina</a:t>
            </a:r>
          </a:p>
          <a:p>
            <a:pPr lvl="3"/>
            <a:r>
              <a:rPr lang="hr-HR"/>
              <a:t>Četvrta razina</a:t>
            </a:r>
          </a:p>
          <a:p>
            <a:pPr lvl="4"/>
            <a:r>
              <a:rPr lang="hr-HR"/>
              <a:t>Peta razina stilove teksta</a:t>
            </a:r>
            <a:endParaRPr 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userDrawn="1">
  <p:cSld name="TITLE_AND_TWO_COLUMNS">
    <p:spTree>
      <p:nvGrpSpPr>
        <p:cNvPr id="1" name="Shape 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7" name="Google Shape;877;p5"/>
          <p:cNvGrpSpPr/>
          <p:nvPr/>
        </p:nvGrpSpPr>
        <p:grpSpPr>
          <a:xfrm>
            <a:off x="162878" y="103243"/>
            <a:ext cx="8818245" cy="4937014"/>
            <a:chOff x="238125" y="857725"/>
            <a:chExt cx="7143750" cy="3999525"/>
          </a:xfrm>
        </p:grpSpPr>
        <p:sp>
          <p:nvSpPr>
            <p:cNvPr id="878" name="Google Shape;878;p5"/>
            <p:cNvSpPr/>
            <p:nvPr/>
          </p:nvSpPr>
          <p:spPr>
            <a:xfrm>
              <a:off x="2331050" y="4488475"/>
              <a:ext cx="145775" cy="163175"/>
            </a:xfrm>
            <a:custGeom>
              <a:avLst/>
              <a:gdLst/>
              <a:ahLst/>
              <a:cxnLst/>
              <a:rect l="l" t="t" r="r" b="b"/>
              <a:pathLst>
                <a:path w="5831" h="6527" extrusionOk="0">
                  <a:moveTo>
                    <a:pt x="3321" y="502"/>
                  </a:moveTo>
                  <a:lnTo>
                    <a:pt x="3784" y="695"/>
                  </a:lnTo>
                  <a:lnTo>
                    <a:pt x="4248" y="1004"/>
                  </a:lnTo>
                  <a:lnTo>
                    <a:pt x="4595" y="1313"/>
                  </a:lnTo>
                  <a:lnTo>
                    <a:pt x="4904" y="1738"/>
                  </a:lnTo>
                  <a:lnTo>
                    <a:pt x="5174" y="2163"/>
                  </a:lnTo>
                  <a:lnTo>
                    <a:pt x="5252" y="2394"/>
                  </a:lnTo>
                  <a:lnTo>
                    <a:pt x="5329" y="2665"/>
                  </a:lnTo>
                  <a:lnTo>
                    <a:pt x="5367" y="2896"/>
                  </a:lnTo>
                  <a:lnTo>
                    <a:pt x="5367" y="3167"/>
                  </a:lnTo>
                  <a:lnTo>
                    <a:pt x="5367" y="3437"/>
                  </a:lnTo>
                  <a:lnTo>
                    <a:pt x="5329" y="3707"/>
                  </a:lnTo>
                  <a:lnTo>
                    <a:pt x="5213" y="4171"/>
                  </a:lnTo>
                  <a:lnTo>
                    <a:pt x="5020" y="4595"/>
                  </a:lnTo>
                  <a:lnTo>
                    <a:pt x="4750" y="4981"/>
                  </a:lnTo>
                  <a:lnTo>
                    <a:pt x="4441" y="5368"/>
                  </a:lnTo>
                  <a:lnTo>
                    <a:pt x="4055" y="5638"/>
                  </a:lnTo>
                  <a:lnTo>
                    <a:pt x="3630" y="5870"/>
                  </a:lnTo>
                  <a:lnTo>
                    <a:pt x="3398" y="5947"/>
                  </a:lnTo>
                  <a:lnTo>
                    <a:pt x="3166" y="6024"/>
                  </a:lnTo>
                  <a:lnTo>
                    <a:pt x="2935" y="6024"/>
                  </a:lnTo>
                  <a:lnTo>
                    <a:pt x="2703" y="6063"/>
                  </a:lnTo>
                  <a:lnTo>
                    <a:pt x="2394" y="6024"/>
                  </a:lnTo>
                  <a:lnTo>
                    <a:pt x="2085" y="5985"/>
                  </a:lnTo>
                  <a:lnTo>
                    <a:pt x="1815" y="5908"/>
                  </a:lnTo>
                  <a:lnTo>
                    <a:pt x="1583" y="5792"/>
                  </a:lnTo>
                  <a:lnTo>
                    <a:pt x="1390" y="5677"/>
                  </a:lnTo>
                  <a:lnTo>
                    <a:pt x="1197" y="5522"/>
                  </a:lnTo>
                  <a:lnTo>
                    <a:pt x="1004" y="5329"/>
                  </a:lnTo>
                  <a:lnTo>
                    <a:pt x="850" y="5136"/>
                  </a:lnTo>
                  <a:lnTo>
                    <a:pt x="734" y="4904"/>
                  </a:lnTo>
                  <a:lnTo>
                    <a:pt x="656" y="4673"/>
                  </a:lnTo>
                  <a:lnTo>
                    <a:pt x="541" y="4441"/>
                  </a:lnTo>
                  <a:lnTo>
                    <a:pt x="502" y="4209"/>
                  </a:lnTo>
                  <a:lnTo>
                    <a:pt x="425" y="3669"/>
                  </a:lnTo>
                  <a:lnTo>
                    <a:pt x="463" y="3128"/>
                  </a:lnTo>
                  <a:lnTo>
                    <a:pt x="579" y="2587"/>
                  </a:lnTo>
                  <a:lnTo>
                    <a:pt x="734" y="2085"/>
                  </a:lnTo>
                  <a:lnTo>
                    <a:pt x="1004" y="1622"/>
                  </a:lnTo>
                  <a:lnTo>
                    <a:pt x="1158" y="1390"/>
                  </a:lnTo>
                  <a:lnTo>
                    <a:pt x="1313" y="1197"/>
                  </a:lnTo>
                  <a:lnTo>
                    <a:pt x="1506" y="1043"/>
                  </a:lnTo>
                  <a:lnTo>
                    <a:pt x="1699" y="888"/>
                  </a:lnTo>
                  <a:lnTo>
                    <a:pt x="1931" y="734"/>
                  </a:lnTo>
                  <a:lnTo>
                    <a:pt x="2162" y="657"/>
                  </a:lnTo>
                  <a:lnTo>
                    <a:pt x="2394" y="579"/>
                  </a:lnTo>
                  <a:lnTo>
                    <a:pt x="2664" y="502"/>
                  </a:lnTo>
                  <a:lnTo>
                    <a:pt x="2935" y="502"/>
                  </a:lnTo>
                  <a:lnTo>
                    <a:pt x="3244" y="541"/>
                  </a:lnTo>
                  <a:lnTo>
                    <a:pt x="3282" y="502"/>
                  </a:lnTo>
                  <a:close/>
                  <a:moveTo>
                    <a:pt x="3128" y="0"/>
                  </a:moveTo>
                  <a:lnTo>
                    <a:pt x="3051" y="39"/>
                  </a:lnTo>
                  <a:lnTo>
                    <a:pt x="2973" y="116"/>
                  </a:lnTo>
                  <a:lnTo>
                    <a:pt x="2973" y="193"/>
                  </a:lnTo>
                  <a:lnTo>
                    <a:pt x="2664" y="155"/>
                  </a:lnTo>
                  <a:lnTo>
                    <a:pt x="2394" y="193"/>
                  </a:lnTo>
                  <a:lnTo>
                    <a:pt x="2124" y="232"/>
                  </a:lnTo>
                  <a:lnTo>
                    <a:pt x="1854" y="309"/>
                  </a:lnTo>
                  <a:lnTo>
                    <a:pt x="1622" y="425"/>
                  </a:lnTo>
                  <a:lnTo>
                    <a:pt x="1390" y="579"/>
                  </a:lnTo>
                  <a:lnTo>
                    <a:pt x="1197" y="734"/>
                  </a:lnTo>
                  <a:lnTo>
                    <a:pt x="965" y="927"/>
                  </a:lnTo>
                  <a:lnTo>
                    <a:pt x="811" y="1120"/>
                  </a:lnTo>
                  <a:lnTo>
                    <a:pt x="656" y="1352"/>
                  </a:lnTo>
                  <a:lnTo>
                    <a:pt x="386" y="1854"/>
                  </a:lnTo>
                  <a:lnTo>
                    <a:pt x="154" y="2394"/>
                  </a:lnTo>
                  <a:lnTo>
                    <a:pt x="39" y="2974"/>
                  </a:lnTo>
                  <a:lnTo>
                    <a:pt x="0" y="3591"/>
                  </a:lnTo>
                  <a:lnTo>
                    <a:pt x="0" y="3900"/>
                  </a:lnTo>
                  <a:lnTo>
                    <a:pt x="39" y="4209"/>
                  </a:lnTo>
                  <a:lnTo>
                    <a:pt x="116" y="4518"/>
                  </a:lnTo>
                  <a:lnTo>
                    <a:pt x="193" y="4788"/>
                  </a:lnTo>
                  <a:lnTo>
                    <a:pt x="270" y="5059"/>
                  </a:lnTo>
                  <a:lnTo>
                    <a:pt x="425" y="5329"/>
                  </a:lnTo>
                  <a:lnTo>
                    <a:pt x="579" y="5561"/>
                  </a:lnTo>
                  <a:lnTo>
                    <a:pt x="772" y="5754"/>
                  </a:lnTo>
                  <a:lnTo>
                    <a:pt x="965" y="5947"/>
                  </a:lnTo>
                  <a:lnTo>
                    <a:pt x="1197" y="6101"/>
                  </a:lnTo>
                  <a:lnTo>
                    <a:pt x="1467" y="6256"/>
                  </a:lnTo>
                  <a:lnTo>
                    <a:pt x="1738" y="6372"/>
                  </a:lnTo>
                  <a:lnTo>
                    <a:pt x="2085" y="6449"/>
                  </a:lnTo>
                  <a:lnTo>
                    <a:pt x="2394" y="6487"/>
                  </a:lnTo>
                  <a:lnTo>
                    <a:pt x="2742" y="6526"/>
                  </a:lnTo>
                  <a:lnTo>
                    <a:pt x="3012" y="6487"/>
                  </a:lnTo>
                  <a:lnTo>
                    <a:pt x="3321" y="6449"/>
                  </a:lnTo>
                  <a:lnTo>
                    <a:pt x="3630" y="6372"/>
                  </a:lnTo>
                  <a:lnTo>
                    <a:pt x="3900" y="6256"/>
                  </a:lnTo>
                  <a:lnTo>
                    <a:pt x="4170" y="6101"/>
                  </a:lnTo>
                  <a:lnTo>
                    <a:pt x="4402" y="5947"/>
                  </a:lnTo>
                  <a:lnTo>
                    <a:pt x="4634" y="5792"/>
                  </a:lnTo>
                  <a:lnTo>
                    <a:pt x="4866" y="5561"/>
                  </a:lnTo>
                  <a:lnTo>
                    <a:pt x="5059" y="5368"/>
                  </a:lnTo>
                  <a:lnTo>
                    <a:pt x="5252" y="5097"/>
                  </a:lnTo>
                  <a:lnTo>
                    <a:pt x="5406" y="4866"/>
                  </a:lnTo>
                  <a:lnTo>
                    <a:pt x="5522" y="4595"/>
                  </a:lnTo>
                  <a:lnTo>
                    <a:pt x="5638" y="4286"/>
                  </a:lnTo>
                  <a:lnTo>
                    <a:pt x="5754" y="4016"/>
                  </a:lnTo>
                  <a:lnTo>
                    <a:pt x="5792" y="3707"/>
                  </a:lnTo>
                  <a:lnTo>
                    <a:pt x="5831" y="3398"/>
                  </a:lnTo>
                  <a:lnTo>
                    <a:pt x="5831" y="3089"/>
                  </a:lnTo>
                  <a:lnTo>
                    <a:pt x="5792" y="2780"/>
                  </a:lnTo>
                  <a:lnTo>
                    <a:pt x="5754" y="2472"/>
                  </a:lnTo>
                  <a:lnTo>
                    <a:pt x="5638" y="2163"/>
                  </a:lnTo>
                  <a:lnTo>
                    <a:pt x="5522" y="1892"/>
                  </a:lnTo>
                  <a:lnTo>
                    <a:pt x="5406" y="1622"/>
                  </a:lnTo>
                  <a:lnTo>
                    <a:pt x="5213" y="1352"/>
                  </a:lnTo>
                  <a:lnTo>
                    <a:pt x="5020" y="1120"/>
                  </a:lnTo>
                  <a:lnTo>
                    <a:pt x="4827" y="888"/>
                  </a:lnTo>
                  <a:lnTo>
                    <a:pt x="4595" y="695"/>
                  </a:lnTo>
                  <a:lnTo>
                    <a:pt x="4364" y="502"/>
                  </a:lnTo>
                  <a:lnTo>
                    <a:pt x="4093" y="348"/>
                  </a:lnTo>
                  <a:lnTo>
                    <a:pt x="3823" y="193"/>
                  </a:lnTo>
                  <a:lnTo>
                    <a:pt x="3514" y="116"/>
                  </a:lnTo>
                  <a:lnTo>
                    <a:pt x="32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5"/>
            <p:cNvSpPr/>
            <p:nvPr/>
          </p:nvSpPr>
          <p:spPr>
            <a:xfrm>
              <a:off x="2332000" y="4749125"/>
              <a:ext cx="326325" cy="58900"/>
            </a:xfrm>
            <a:custGeom>
              <a:avLst/>
              <a:gdLst/>
              <a:ahLst/>
              <a:cxnLst/>
              <a:rect l="l" t="t" r="r" b="b"/>
              <a:pathLst>
                <a:path w="13053" h="2356" extrusionOk="0">
                  <a:moveTo>
                    <a:pt x="12782" y="0"/>
                  </a:moveTo>
                  <a:lnTo>
                    <a:pt x="12705" y="39"/>
                  </a:lnTo>
                  <a:lnTo>
                    <a:pt x="12628" y="116"/>
                  </a:lnTo>
                  <a:lnTo>
                    <a:pt x="12589" y="193"/>
                  </a:lnTo>
                  <a:lnTo>
                    <a:pt x="12589" y="309"/>
                  </a:lnTo>
                  <a:lnTo>
                    <a:pt x="12589" y="502"/>
                  </a:lnTo>
                  <a:lnTo>
                    <a:pt x="12550" y="657"/>
                  </a:lnTo>
                  <a:lnTo>
                    <a:pt x="12435" y="811"/>
                  </a:lnTo>
                  <a:lnTo>
                    <a:pt x="12319" y="966"/>
                  </a:lnTo>
                  <a:lnTo>
                    <a:pt x="12164" y="1081"/>
                  </a:lnTo>
                  <a:lnTo>
                    <a:pt x="11971" y="1159"/>
                  </a:lnTo>
                  <a:lnTo>
                    <a:pt x="11546" y="1313"/>
                  </a:lnTo>
                  <a:lnTo>
                    <a:pt x="11083" y="1429"/>
                  </a:lnTo>
                  <a:lnTo>
                    <a:pt x="10581" y="1506"/>
                  </a:lnTo>
                  <a:lnTo>
                    <a:pt x="9847" y="1583"/>
                  </a:lnTo>
                  <a:lnTo>
                    <a:pt x="9423" y="1622"/>
                  </a:lnTo>
                  <a:lnTo>
                    <a:pt x="9423" y="1545"/>
                  </a:lnTo>
                  <a:lnTo>
                    <a:pt x="9423" y="1468"/>
                  </a:lnTo>
                  <a:lnTo>
                    <a:pt x="9152" y="888"/>
                  </a:lnTo>
                  <a:lnTo>
                    <a:pt x="8959" y="270"/>
                  </a:lnTo>
                  <a:lnTo>
                    <a:pt x="8612" y="386"/>
                  </a:lnTo>
                  <a:lnTo>
                    <a:pt x="8650" y="695"/>
                  </a:lnTo>
                  <a:lnTo>
                    <a:pt x="8728" y="1043"/>
                  </a:lnTo>
                  <a:lnTo>
                    <a:pt x="8843" y="1390"/>
                  </a:lnTo>
                  <a:lnTo>
                    <a:pt x="8998" y="1661"/>
                  </a:lnTo>
                  <a:lnTo>
                    <a:pt x="7839" y="1776"/>
                  </a:lnTo>
                  <a:lnTo>
                    <a:pt x="6681" y="1854"/>
                  </a:lnTo>
                  <a:lnTo>
                    <a:pt x="5252" y="1892"/>
                  </a:lnTo>
                  <a:lnTo>
                    <a:pt x="3862" y="1854"/>
                  </a:lnTo>
                  <a:lnTo>
                    <a:pt x="3592" y="1815"/>
                  </a:lnTo>
                  <a:lnTo>
                    <a:pt x="3746" y="1506"/>
                  </a:lnTo>
                  <a:lnTo>
                    <a:pt x="3785" y="1159"/>
                  </a:lnTo>
                  <a:lnTo>
                    <a:pt x="3785" y="811"/>
                  </a:lnTo>
                  <a:lnTo>
                    <a:pt x="3746" y="425"/>
                  </a:lnTo>
                  <a:lnTo>
                    <a:pt x="3399" y="464"/>
                  </a:lnTo>
                  <a:lnTo>
                    <a:pt x="3399" y="772"/>
                  </a:lnTo>
                  <a:lnTo>
                    <a:pt x="3360" y="1081"/>
                  </a:lnTo>
                  <a:lnTo>
                    <a:pt x="3244" y="1468"/>
                  </a:lnTo>
                  <a:lnTo>
                    <a:pt x="3128" y="1815"/>
                  </a:lnTo>
                  <a:lnTo>
                    <a:pt x="2202" y="1738"/>
                  </a:lnTo>
                  <a:lnTo>
                    <a:pt x="1738" y="1699"/>
                  </a:lnTo>
                  <a:lnTo>
                    <a:pt x="1275" y="1622"/>
                  </a:lnTo>
                  <a:lnTo>
                    <a:pt x="889" y="1468"/>
                  </a:lnTo>
                  <a:lnTo>
                    <a:pt x="734" y="1390"/>
                  </a:lnTo>
                  <a:lnTo>
                    <a:pt x="618" y="1313"/>
                  </a:lnTo>
                  <a:lnTo>
                    <a:pt x="503" y="1197"/>
                  </a:lnTo>
                  <a:lnTo>
                    <a:pt x="425" y="1081"/>
                  </a:lnTo>
                  <a:lnTo>
                    <a:pt x="387" y="966"/>
                  </a:lnTo>
                  <a:lnTo>
                    <a:pt x="387" y="811"/>
                  </a:lnTo>
                  <a:lnTo>
                    <a:pt x="387" y="772"/>
                  </a:lnTo>
                  <a:lnTo>
                    <a:pt x="387" y="695"/>
                  </a:lnTo>
                  <a:lnTo>
                    <a:pt x="310" y="618"/>
                  </a:lnTo>
                  <a:lnTo>
                    <a:pt x="194" y="618"/>
                  </a:lnTo>
                  <a:lnTo>
                    <a:pt x="155" y="657"/>
                  </a:lnTo>
                  <a:lnTo>
                    <a:pt x="116" y="695"/>
                  </a:lnTo>
                  <a:lnTo>
                    <a:pt x="39" y="850"/>
                  </a:lnTo>
                  <a:lnTo>
                    <a:pt x="1" y="1004"/>
                  </a:lnTo>
                  <a:lnTo>
                    <a:pt x="1" y="1159"/>
                  </a:lnTo>
                  <a:lnTo>
                    <a:pt x="1" y="1274"/>
                  </a:lnTo>
                  <a:lnTo>
                    <a:pt x="39" y="1390"/>
                  </a:lnTo>
                  <a:lnTo>
                    <a:pt x="116" y="1506"/>
                  </a:lnTo>
                  <a:lnTo>
                    <a:pt x="310" y="1699"/>
                  </a:lnTo>
                  <a:lnTo>
                    <a:pt x="541" y="1854"/>
                  </a:lnTo>
                  <a:lnTo>
                    <a:pt x="812" y="1970"/>
                  </a:lnTo>
                  <a:lnTo>
                    <a:pt x="1082" y="2047"/>
                  </a:lnTo>
                  <a:lnTo>
                    <a:pt x="1352" y="2085"/>
                  </a:lnTo>
                  <a:lnTo>
                    <a:pt x="2626" y="2240"/>
                  </a:lnTo>
                  <a:lnTo>
                    <a:pt x="3862" y="2317"/>
                  </a:lnTo>
                  <a:lnTo>
                    <a:pt x="5136" y="2356"/>
                  </a:lnTo>
                  <a:lnTo>
                    <a:pt x="6372" y="2356"/>
                  </a:lnTo>
                  <a:lnTo>
                    <a:pt x="7531" y="2278"/>
                  </a:lnTo>
                  <a:lnTo>
                    <a:pt x="8689" y="2201"/>
                  </a:lnTo>
                  <a:lnTo>
                    <a:pt x="9847" y="2047"/>
                  </a:lnTo>
                  <a:lnTo>
                    <a:pt x="11006" y="1892"/>
                  </a:lnTo>
                  <a:lnTo>
                    <a:pt x="11392" y="1815"/>
                  </a:lnTo>
                  <a:lnTo>
                    <a:pt x="11740" y="1738"/>
                  </a:lnTo>
                  <a:lnTo>
                    <a:pt x="12126" y="1583"/>
                  </a:lnTo>
                  <a:lnTo>
                    <a:pt x="12473" y="1429"/>
                  </a:lnTo>
                  <a:lnTo>
                    <a:pt x="12744" y="1236"/>
                  </a:lnTo>
                  <a:lnTo>
                    <a:pt x="12859" y="1081"/>
                  </a:lnTo>
                  <a:lnTo>
                    <a:pt x="12937" y="927"/>
                  </a:lnTo>
                  <a:lnTo>
                    <a:pt x="13014" y="772"/>
                  </a:lnTo>
                  <a:lnTo>
                    <a:pt x="13052" y="579"/>
                  </a:lnTo>
                  <a:lnTo>
                    <a:pt x="13052" y="386"/>
                  </a:lnTo>
                  <a:lnTo>
                    <a:pt x="13052" y="155"/>
                  </a:lnTo>
                  <a:lnTo>
                    <a:pt x="13014" y="77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5"/>
            <p:cNvSpPr/>
            <p:nvPr/>
          </p:nvSpPr>
          <p:spPr>
            <a:xfrm>
              <a:off x="2298225" y="4462400"/>
              <a:ext cx="461475" cy="306050"/>
            </a:xfrm>
            <a:custGeom>
              <a:avLst/>
              <a:gdLst/>
              <a:ahLst/>
              <a:cxnLst/>
              <a:rect l="l" t="t" r="r" b="b"/>
              <a:pathLst>
                <a:path w="18459" h="12242" extrusionOk="0">
                  <a:moveTo>
                    <a:pt x="17609" y="4943"/>
                  </a:moveTo>
                  <a:lnTo>
                    <a:pt x="17763" y="4982"/>
                  </a:lnTo>
                  <a:lnTo>
                    <a:pt x="17879" y="5020"/>
                  </a:lnTo>
                  <a:lnTo>
                    <a:pt x="17917" y="5098"/>
                  </a:lnTo>
                  <a:lnTo>
                    <a:pt x="17956" y="5175"/>
                  </a:lnTo>
                  <a:lnTo>
                    <a:pt x="17956" y="5407"/>
                  </a:lnTo>
                  <a:lnTo>
                    <a:pt x="17956" y="5638"/>
                  </a:lnTo>
                  <a:lnTo>
                    <a:pt x="17879" y="5793"/>
                  </a:lnTo>
                  <a:lnTo>
                    <a:pt x="17763" y="5986"/>
                  </a:lnTo>
                  <a:lnTo>
                    <a:pt x="17570" y="6140"/>
                  </a:lnTo>
                  <a:lnTo>
                    <a:pt x="17222" y="6372"/>
                  </a:lnTo>
                  <a:lnTo>
                    <a:pt x="16913" y="6526"/>
                  </a:lnTo>
                  <a:lnTo>
                    <a:pt x="16566" y="6642"/>
                  </a:lnTo>
                  <a:lnTo>
                    <a:pt x="16257" y="6681"/>
                  </a:lnTo>
                  <a:lnTo>
                    <a:pt x="15909" y="6720"/>
                  </a:lnTo>
                  <a:lnTo>
                    <a:pt x="16141" y="6140"/>
                  </a:lnTo>
                  <a:lnTo>
                    <a:pt x="16257" y="5870"/>
                  </a:lnTo>
                  <a:lnTo>
                    <a:pt x="16411" y="5600"/>
                  </a:lnTo>
                  <a:lnTo>
                    <a:pt x="16605" y="5368"/>
                  </a:lnTo>
                  <a:lnTo>
                    <a:pt x="16798" y="5175"/>
                  </a:lnTo>
                  <a:lnTo>
                    <a:pt x="17068" y="5059"/>
                  </a:lnTo>
                  <a:lnTo>
                    <a:pt x="17377" y="4943"/>
                  </a:lnTo>
                  <a:close/>
                  <a:moveTo>
                    <a:pt x="13747" y="6295"/>
                  </a:moveTo>
                  <a:lnTo>
                    <a:pt x="14056" y="6333"/>
                  </a:lnTo>
                  <a:lnTo>
                    <a:pt x="14365" y="6411"/>
                  </a:lnTo>
                  <a:lnTo>
                    <a:pt x="14597" y="6526"/>
                  </a:lnTo>
                  <a:lnTo>
                    <a:pt x="14828" y="6681"/>
                  </a:lnTo>
                  <a:lnTo>
                    <a:pt x="15060" y="6835"/>
                  </a:lnTo>
                  <a:lnTo>
                    <a:pt x="14983" y="6951"/>
                  </a:lnTo>
                  <a:lnTo>
                    <a:pt x="14519" y="7067"/>
                  </a:lnTo>
                  <a:lnTo>
                    <a:pt x="14056" y="7144"/>
                  </a:lnTo>
                  <a:lnTo>
                    <a:pt x="13515" y="7144"/>
                  </a:lnTo>
                  <a:lnTo>
                    <a:pt x="13206" y="7106"/>
                  </a:lnTo>
                  <a:lnTo>
                    <a:pt x="12936" y="6990"/>
                  </a:lnTo>
                  <a:lnTo>
                    <a:pt x="12820" y="6951"/>
                  </a:lnTo>
                  <a:lnTo>
                    <a:pt x="12782" y="6874"/>
                  </a:lnTo>
                  <a:lnTo>
                    <a:pt x="12782" y="6758"/>
                  </a:lnTo>
                  <a:lnTo>
                    <a:pt x="12859" y="6642"/>
                  </a:lnTo>
                  <a:lnTo>
                    <a:pt x="12936" y="6449"/>
                  </a:lnTo>
                  <a:lnTo>
                    <a:pt x="13052" y="6333"/>
                  </a:lnTo>
                  <a:lnTo>
                    <a:pt x="13206" y="6295"/>
                  </a:lnTo>
                  <a:close/>
                  <a:moveTo>
                    <a:pt x="15523" y="7222"/>
                  </a:moveTo>
                  <a:lnTo>
                    <a:pt x="16064" y="7608"/>
                  </a:lnTo>
                  <a:lnTo>
                    <a:pt x="16334" y="7839"/>
                  </a:lnTo>
                  <a:lnTo>
                    <a:pt x="16566" y="8071"/>
                  </a:lnTo>
                  <a:lnTo>
                    <a:pt x="16798" y="8303"/>
                  </a:lnTo>
                  <a:lnTo>
                    <a:pt x="16991" y="8573"/>
                  </a:lnTo>
                  <a:lnTo>
                    <a:pt x="17068" y="8882"/>
                  </a:lnTo>
                  <a:lnTo>
                    <a:pt x="17107" y="9036"/>
                  </a:lnTo>
                  <a:lnTo>
                    <a:pt x="17107" y="9229"/>
                  </a:lnTo>
                  <a:lnTo>
                    <a:pt x="17068" y="9423"/>
                  </a:lnTo>
                  <a:lnTo>
                    <a:pt x="16952" y="9538"/>
                  </a:lnTo>
                  <a:lnTo>
                    <a:pt x="16836" y="9616"/>
                  </a:lnTo>
                  <a:lnTo>
                    <a:pt x="16682" y="9654"/>
                  </a:lnTo>
                  <a:lnTo>
                    <a:pt x="16527" y="9654"/>
                  </a:lnTo>
                  <a:lnTo>
                    <a:pt x="16373" y="9577"/>
                  </a:lnTo>
                  <a:lnTo>
                    <a:pt x="16218" y="9461"/>
                  </a:lnTo>
                  <a:lnTo>
                    <a:pt x="16103" y="9307"/>
                  </a:lnTo>
                  <a:lnTo>
                    <a:pt x="15909" y="8959"/>
                  </a:lnTo>
                  <a:lnTo>
                    <a:pt x="15716" y="8573"/>
                  </a:lnTo>
                  <a:lnTo>
                    <a:pt x="15639" y="8226"/>
                  </a:lnTo>
                  <a:lnTo>
                    <a:pt x="15562" y="7917"/>
                  </a:lnTo>
                  <a:lnTo>
                    <a:pt x="15523" y="7569"/>
                  </a:lnTo>
                  <a:lnTo>
                    <a:pt x="15523" y="7222"/>
                  </a:lnTo>
                  <a:close/>
                  <a:moveTo>
                    <a:pt x="5020" y="464"/>
                  </a:moveTo>
                  <a:lnTo>
                    <a:pt x="5638" y="541"/>
                  </a:lnTo>
                  <a:lnTo>
                    <a:pt x="6217" y="696"/>
                  </a:lnTo>
                  <a:lnTo>
                    <a:pt x="6758" y="927"/>
                  </a:lnTo>
                  <a:lnTo>
                    <a:pt x="7260" y="1236"/>
                  </a:lnTo>
                  <a:lnTo>
                    <a:pt x="7723" y="1622"/>
                  </a:lnTo>
                  <a:lnTo>
                    <a:pt x="8186" y="2047"/>
                  </a:lnTo>
                  <a:lnTo>
                    <a:pt x="8534" y="2549"/>
                  </a:lnTo>
                  <a:lnTo>
                    <a:pt x="8804" y="3013"/>
                  </a:lnTo>
                  <a:lnTo>
                    <a:pt x="9036" y="3437"/>
                  </a:lnTo>
                  <a:lnTo>
                    <a:pt x="9229" y="3901"/>
                  </a:lnTo>
                  <a:lnTo>
                    <a:pt x="9384" y="4403"/>
                  </a:lnTo>
                  <a:lnTo>
                    <a:pt x="9654" y="5368"/>
                  </a:lnTo>
                  <a:lnTo>
                    <a:pt x="9924" y="6333"/>
                  </a:lnTo>
                  <a:lnTo>
                    <a:pt x="10040" y="6758"/>
                  </a:lnTo>
                  <a:lnTo>
                    <a:pt x="10194" y="7144"/>
                  </a:lnTo>
                  <a:lnTo>
                    <a:pt x="10388" y="7530"/>
                  </a:lnTo>
                  <a:lnTo>
                    <a:pt x="10619" y="7878"/>
                  </a:lnTo>
                  <a:lnTo>
                    <a:pt x="10890" y="8187"/>
                  </a:lnTo>
                  <a:lnTo>
                    <a:pt x="11198" y="8419"/>
                  </a:lnTo>
                  <a:lnTo>
                    <a:pt x="11585" y="8612"/>
                  </a:lnTo>
                  <a:lnTo>
                    <a:pt x="12009" y="8766"/>
                  </a:lnTo>
                  <a:lnTo>
                    <a:pt x="12357" y="8805"/>
                  </a:lnTo>
                  <a:lnTo>
                    <a:pt x="12704" y="8766"/>
                  </a:lnTo>
                  <a:lnTo>
                    <a:pt x="13013" y="8728"/>
                  </a:lnTo>
                  <a:lnTo>
                    <a:pt x="13322" y="8650"/>
                  </a:lnTo>
                  <a:lnTo>
                    <a:pt x="13631" y="8534"/>
                  </a:lnTo>
                  <a:lnTo>
                    <a:pt x="13901" y="8419"/>
                  </a:lnTo>
                  <a:lnTo>
                    <a:pt x="14172" y="8226"/>
                  </a:lnTo>
                  <a:lnTo>
                    <a:pt x="14442" y="8071"/>
                  </a:lnTo>
                  <a:lnTo>
                    <a:pt x="13940" y="8689"/>
                  </a:lnTo>
                  <a:lnTo>
                    <a:pt x="13361" y="9307"/>
                  </a:lnTo>
                  <a:lnTo>
                    <a:pt x="12743" y="9847"/>
                  </a:lnTo>
                  <a:lnTo>
                    <a:pt x="12087" y="10311"/>
                  </a:lnTo>
                  <a:lnTo>
                    <a:pt x="11392" y="10735"/>
                  </a:lnTo>
                  <a:lnTo>
                    <a:pt x="10658" y="11083"/>
                  </a:lnTo>
                  <a:lnTo>
                    <a:pt x="9847" y="11353"/>
                  </a:lnTo>
                  <a:lnTo>
                    <a:pt x="9036" y="11585"/>
                  </a:lnTo>
                  <a:lnTo>
                    <a:pt x="8418" y="11662"/>
                  </a:lnTo>
                  <a:lnTo>
                    <a:pt x="7839" y="11739"/>
                  </a:lnTo>
                  <a:lnTo>
                    <a:pt x="7260" y="11739"/>
                  </a:lnTo>
                  <a:lnTo>
                    <a:pt x="6680" y="11701"/>
                  </a:lnTo>
                  <a:lnTo>
                    <a:pt x="6101" y="11624"/>
                  </a:lnTo>
                  <a:lnTo>
                    <a:pt x="5561" y="11508"/>
                  </a:lnTo>
                  <a:lnTo>
                    <a:pt x="5020" y="11353"/>
                  </a:lnTo>
                  <a:lnTo>
                    <a:pt x="4518" y="11160"/>
                  </a:lnTo>
                  <a:lnTo>
                    <a:pt x="4016" y="10929"/>
                  </a:lnTo>
                  <a:lnTo>
                    <a:pt x="3514" y="10620"/>
                  </a:lnTo>
                  <a:lnTo>
                    <a:pt x="3089" y="10311"/>
                  </a:lnTo>
                  <a:lnTo>
                    <a:pt x="2626" y="9925"/>
                  </a:lnTo>
                  <a:lnTo>
                    <a:pt x="2240" y="9538"/>
                  </a:lnTo>
                  <a:lnTo>
                    <a:pt x="1854" y="9075"/>
                  </a:lnTo>
                  <a:lnTo>
                    <a:pt x="1545" y="8573"/>
                  </a:lnTo>
                  <a:lnTo>
                    <a:pt x="1236" y="8071"/>
                  </a:lnTo>
                  <a:lnTo>
                    <a:pt x="965" y="7492"/>
                  </a:lnTo>
                  <a:lnTo>
                    <a:pt x="734" y="6913"/>
                  </a:lnTo>
                  <a:lnTo>
                    <a:pt x="579" y="6295"/>
                  </a:lnTo>
                  <a:lnTo>
                    <a:pt x="464" y="5677"/>
                  </a:lnTo>
                  <a:lnTo>
                    <a:pt x="425" y="5059"/>
                  </a:lnTo>
                  <a:lnTo>
                    <a:pt x="425" y="4441"/>
                  </a:lnTo>
                  <a:lnTo>
                    <a:pt x="541" y="3823"/>
                  </a:lnTo>
                  <a:lnTo>
                    <a:pt x="695" y="3244"/>
                  </a:lnTo>
                  <a:lnTo>
                    <a:pt x="965" y="2704"/>
                  </a:lnTo>
                  <a:lnTo>
                    <a:pt x="1313" y="2163"/>
                  </a:lnTo>
                  <a:lnTo>
                    <a:pt x="1699" y="1738"/>
                  </a:lnTo>
                  <a:lnTo>
                    <a:pt x="2163" y="1313"/>
                  </a:lnTo>
                  <a:lnTo>
                    <a:pt x="2665" y="1005"/>
                  </a:lnTo>
                  <a:lnTo>
                    <a:pt x="3205" y="734"/>
                  </a:lnTo>
                  <a:lnTo>
                    <a:pt x="3784" y="580"/>
                  </a:lnTo>
                  <a:lnTo>
                    <a:pt x="4402" y="464"/>
                  </a:lnTo>
                  <a:close/>
                  <a:moveTo>
                    <a:pt x="4634" y="1"/>
                  </a:moveTo>
                  <a:lnTo>
                    <a:pt x="4248" y="39"/>
                  </a:lnTo>
                  <a:lnTo>
                    <a:pt x="3900" y="78"/>
                  </a:lnTo>
                  <a:lnTo>
                    <a:pt x="3514" y="155"/>
                  </a:lnTo>
                  <a:lnTo>
                    <a:pt x="3128" y="271"/>
                  </a:lnTo>
                  <a:lnTo>
                    <a:pt x="2780" y="425"/>
                  </a:lnTo>
                  <a:lnTo>
                    <a:pt x="2433" y="618"/>
                  </a:lnTo>
                  <a:lnTo>
                    <a:pt x="2085" y="850"/>
                  </a:lnTo>
                  <a:lnTo>
                    <a:pt x="1622" y="1198"/>
                  </a:lnTo>
                  <a:lnTo>
                    <a:pt x="1236" y="1584"/>
                  </a:lnTo>
                  <a:lnTo>
                    <a:pt x="888" y="2009"/>
                  </a:lnTo>
                  <a:lnTo>
                    <a:pt x="618" y="2433"/>
                  </a:lnTo>
                  <a:lnTo>
                    <a:pt x="386" y="2897"/>
                  </a:lnTo>
                  <a:lnTo>
                    <a:pt x="232" y="3399"/>
                  </a:lnTo>
                  <a:lnTo>
                    <a:pt x="77" y="3901"/>
                  </a:lnTo>
                  <a:lnTo>
                    <a:pt x="0" y="4403"/>
                  </a:lnTo>
                  <a:lnTo>
                    <a:pt x="0" y="4905"/>
                  </a:lnTo>
                  <a:lnTo>
                    <a:pt x="0" y="5445"/>
                  </a:lnTo>
                  <a:lnTo>
                    <a:pt x="77" y="5986"/>
                  </a:lnTo>
                  <a:lnTo>
                    <a:pt x="155" y="6488"/>
                  </a:lnTo>
                  <a:lnTo>
                    <a:pt x="309" y="7028"/>
                  </a:lnTo>
                  <a:lnTo>
                    <a:pt x="464" y="7530"/>
                  </a:lnTo>
                  <a:lnTo>
                    <a:pt x="695" y="8032"/>
                  </a:lnTo>
                  <a:lnTo>
                    <a:pt x="927" y="8496"/>
                  </a:lnTo>
                  <a:lnTo>
                    <a:pt x="1274" y="9075"/>
                  </a:lnTo>
                  <a:lnTo>
                    <a:pt x="1661" y="9616"/>
                  </a:lnTo>
                  <a:lnTo>
                    <a:pt x="2124" y="10079"/>
                  </a:lnTo>
                  <a:lnTo>
                    <a:pt x="2587" y="10542"/>
                  </a:lnTo>
                  <a:lnTo>
                    <a:pt x="3089" y="10929"/>
                  </a:lnTo>
                  <a:lnTo>
                    <a:pt x="3591" y="11276"/>
                  </a:lnTo>
                  <a:lnTo>
                    <a:pt x="4171" y="11546"/>
                  </a:lnTo>
                  <a:lnTo>
                    <a:pt x="4750" y="11778"/>
                  </a:lnTo>
                  <a:lnTo>
                    <a:pt x="4750" y="11933"/>
                  </a:lnTo>
                  <a:lnTo>
                    <a:pt x="5097" y="11894"/>
                  </a:lnTo>
                  <a:lnTo>
                    <a:pt x="5908" y="12087"/>
                  </a:lnTo>
                  <a:lnTo>
                    <a:pt x="6719" y="12203"/>
                  </a:lnTo>
                  <a:lnTo>
                    <a:pt x="7569" y="12241"/>
                  </a:lnTo>
                  <a:lnTo>
                    <a:pt x="8418" y="12164"/>
                  </a:lnTo>
                  <a:lnTo>
                    <a:pt x="9190" y="12048"/>
                  </a:lnTo>
                  <a:lnTo>
                    <a:pt x="9963" y="11855"/>
                  </a:lnTo>
                  <a:lnTo>
                    <a:pt x="10310" y="11739"/>
                  </a:lnTo>
                  <a:lnTo>
                    <a:pt x="10272" y="11739"/>
                  </a:lnTo>
                  <a:lnTo>
                    <a:pt x="11083" y="11431"/>
                  </a:lnTo>
                  <a:lnTo>
                    <a:pt x="11855" y="11044"/>
                  </a:lnTo>
                  <a:lnTo>
                    <a:pt x="12550" y="10581"/>
                  </a:lnTo>
                  <a:lnTo>
                    <a:pt x="13245" y="10079"/>
                  </a:lnTo>
                  <a:lnTo>
                    <a:pt x="13863" y="9500"/>
                  </a:lnTo>
                  <a:lnTo>
                    <a:pt x="14133" y="9191"/>
                  </a:lnTo>
                  <a:lnTo>
                    <a:pt x="14403" y="8882"/>
                  </a:lnTo>
                  <a:lnTo>
                    <a:pt x="14635" y="8534"/>
                  </a:lnTo>
                  <a:lnTo>
                    <a:pt x="14867" y="8187"/>
                  </a:lnTo>
                  <a:lnTo>
                    <a:pt x="15060" y="7801"/>
                  </a:lnTo>
                  <a:lnTo>
                    <a:pt x="15253" y="7415"/>
                  </a:lnTo>
                  <a:lnTo>
                    <a:pt x="15253" y="7917"/>
                  </a:lnTo>
                  <a:lnTo>
                    <a:pt x="15330" y="8419"/>
                  </a:lnTo>
                  <a:lnTo>
                    <a:pt x="15485" y="8882"/>
                  </a:lnTo>
                  <a:lnTo>
                    <a:pt x="15678" y="9345"/>
                  </a:lnTo>
                  <a:lnTo>
                    <a:pt x="15794" y="9538"/>
                  </a:lnTo>
                  <a:lnTo>
                    <a:pt x="15948" y="9731"/>
                  </a:lnTo>
                  <a:lnTo>
                    <a:pt x="16103" y="9886"/>
                  </a:lnTo>
                  <a:lnTo>
                    <a:pt x="16257" y="10040"/>
                  </a:lnTo>
                  <a:lnTo>
                    <a:pt x="16489" y="10156"/>
                  </a:lnTo>
                  <a:lnTo>
                    <a:pt x="16682" y="10195"/>
                  </a:lnTo>
                  <a:lnTo>
                    <a:pt x="16913" y="10156"/>
                  </a:lnTo>
                  <a:lnTo>
                    <a:pt x="17107" y="10040"/>
                  </a:lnTo>
                  <a:lnTo>
                    <a:pt x="17300" y="9886"/>
                  </a:lnTo>
                  <a:lnTo>
                    <a:pt x="17377" y="9693"/>
                  </a:lnTo>
                  <a:lnTo>
                    <a:pt x="17454" y="9500"/>
                  </a:lnTo>
                  <a:lnTo>
                    <a:pt x="17493" y="9268"/>
                  </a:lnTo>
                  <a:lnTo>
                    <a:pt x="17493" y="9075"/>
                  </a:lnTo>
                  <a:lnTo>
                    <a:pt x="17454" y="8843"/>
                  </a:lnTo>
                  <a:lnTo>
                    <a:pt x="17415" y="8650"/>
                  </a:lnTo>
                  <a:lnTo>
                    <a:pt x="17338" y="8457"/>
                  </a:lnTo>
                  <a:lnTo>
                    <a:pt x="17222" y="8226"/>
                  </a:lnTo>
                  <a:lnTo>
                    <a:pt x="17068" y="8032"/>
                  </a:lnTo>
                  <a:lnTo>
                    <a:pt x="16720" y="7646"/>
                  </a:lnTo>
                  <a:lnTo>
                    <a:pt x="16334" y="7299"/>
                  </a:lnTo>
                  <a:lnTo>
                    <a:pt x="15909" y="6990"/>
                  </a:lnTo>
                  <a:lnTo>
                    <a:pt x="16373" y="6990"/>
                  </a:lnTo>
                  <a:lnTo>
                    <a:pt x="16875" y="6913"/>
                  </a:lnTo>
                  <a:lnTo>
                    <a:pt x="17338" y="6720"/>
                  </a:lnTo>
                  <a:lnTo>
                    <a:pt x="17763" y="6488"/>
                  </a:lnTo>
                  <a:lnTo>
                    <a:pt x="17917" y="6333"/>
                  </a:lnTo>
                  <a:lnTo>
                    <a:pt x="18110" y="6140"/>
                  </a:lnTo>
                  <a:lnTo>
                    <a:pt x="18265" y="5947"/>
                  </a:lnTo>
                  <a:lnTo>
                    <a:pt x="18381" y="5716"/>
                  </a:lnTo>
                  <a:lnTo>
                    <a:pt x="18458" y="5484"/>
                  </a:lnTo>
                  <a:lnTo>
                    <a:pt x="18458" y="5214"/>
                  </a:lnTo>
                  <a:lnTo>
                    <a:pt x="18381" y="4982"/>
                  </a:lnTo>
                  <a:lnTo>
                    <a:pt x="18304" y="4905"/>
                  </a:lnTo>
                  <a:lnTo>
                    <a:pt x="18226" y="4789"/>
                  </a:lnTo>
                  <a:lnTo>
                    <a:pt x="18033" y="4673"/>
                  </a:lnTo>
                  <a:lnTo>
                    <a:pt x="17802" y="4596"/>
                  </a:lnTo>
                  <a:lnTo>
                    <a:pt x="17609" y="4557"/>
                  </a:lnTo>
                  <a:lnTo>
                    <a:pt x="17377" y="4557"/>
                  </a:lnTo>
                  <a:lnTo>
                    <a:pt x="17145" y="4634"/>
                  </a:lnTo>
                  <a:lnTo>
                    <a:pt x="16913" y="4712"/>
                  </a:lnTo>
                  <a:lnTo>
                    <a:pt x="16720" y="4789"/>
                  </a:lnTo>
                  <a:lnTo>
                    <a:pt x="16566" y="4905"/>
                  </a:lnTo>
                  <a:lnTo>
                    <a:pt x="16373" y="5098"/>
                  </a:lnTo>
                  <a:lnTo>
                    <a:pt x="16180" y="5291"/>
                  </a:lnTo>
                  <a:lnTo>
                    <a:pt x="15871" y="5716"/>
                  </a:lnTo>
                  <a:lnTo>
                    <a:pt x="15639" y="6179"/>
                  </a:lnTo>
                  <a:lnTo>
                    <a:pt x="15485" y="6681"/>
                  </a:lnTo>
                  <a:lnTo>
                    <a:pt x="15407" y="6681"/>
                  </a:lnTo>
                  <a:lnTo>
                    <a:pt x="15330" y="6720"/>
                  </a:lnTo>
                  <a:lnTo>
                    <a:pt x="14983" y="6411"/>
                  </a:lnTo>
                  <a:lnTo>
                    <a:pt x="14597" y="6179"/>
                  </a:lnTo>
                  <a:lnTo>
                    <a:pt x="14172" y="6024"/>
                  </a:lnTo>
                  <a:lnTo>
                    <a:pt x="13708" y="5947"/>
                  </a:lnTo>
                  <a:lnTo>
                    <a:pt x="13322" y="5909"/>
                  </a:lnTo>
                  <a:lnTo>
                    <a:pt x="13091" y="5947"/>
                  </a:lnTo>
                  <a:lnTo>
                    <a:pt x="12897" y="5986"/>
                  </a:lnTo>
                  <a:lnTo>
                    <a:pt x="12704" y="6063"/>
                  </a:lnTo>
                  <a:lnTo>
                    <a:pt x="12511" y="6140"/>
                  </a:lnTo>
                  <a:lnTo>
                    <a:pt x="12357" y="6295"/>
                  </a:lnTo>
                  <a:lnTo>
                    <a:pt x="12280" y="6449"/>
                  </a:lnTo>
                  <a:lnTo>
                    <a:pt x="12202" y="6642"/>
                  </a:lnTo>
                  <a:lnTo>
                    <a:pt x="12241" y="6835"/>
                  </a:lnTo>
                  <a:lnTo>
                    <a:pt x="12318" y="6990"/>
                  </a:lnTo>
                  <a:lnTo>
                    <a:pt x="12434" y="7106"/>
                  </a:lnTo>
                  <a:lnTo>
                    <a:pt x="12589" y="7260"/>
                  </a:lnTo>
                  <a:lnTo>
                    <a:pt x="12782" y="7337"/>
                  </a:lnTo>
                  <a:lnTo>
                    <a:pt x="13129" y="7453"/>
                  </a:lnTo>
                  <a:lnTo>
                    <a:pt x="13477" y="7530"/>
                  </a:lnTo>
                  <a:lnTo>
                    <a:pt x="13824" y="7530"/>
                  </a:lnTo>
                  <a:lnTo>
                    <a:pt x="14172" y="7492"/>
                  </a:lnTo>
                  <a:lnTo>
                    <a:pt x="14519" y="7415"/>
                  </a:lnTo>
                  <a:lnTo>
                    <a:pt x="14133" y="7762"/>
                  </a:lnTo>
                  <a:lnTo>
                    <a:pt x="13708" y="8032"/>
                  </a:lnTo>
                  <a:lnTo>
                    <a:pt x="13477" y="8110"/>
                  </a:lnTo>
                  <a:lnTo>
                    <a:pt x="13245" y="8226"/>
                  </a:lnTo>
                  <a:lnTo>
                    <a:pt x="13013" y="8264"/>
                  </a:lnTo>
                  <a:lnTo>
                    <a:pt x="12743" y="8303"/>
                  </a:lnTo>
                  <a:lnTo>
                    <a:pt x="12357" y="8303"/>
                  </a:lnTo>
                  <a:lnTo>
                    <a:pt x="11971" y="8264"/>
                  </a:lnTo>
                  <a:lnTo>
                    <a:pt x="11662" y="8110"/>
                  </a:lnTo>
                  <a:lnTo>
                    <a:pt x="11353" y="7955"/>
                  </a:lnTo>
                  <a:lnTo>
                    <a:pt x="11083" y="7685"/>
                  </a:lnTo>
                  <a:lnTo>
                    <a:pt x="10890" y="7415"/>
                  </a:lnTo>
                  <a:lnTo>
                    <a:pt x="10696" y="7106"/>
                  </a:lnTo>
                  <a:lnTo>
                    <a:pt x="10542" y="6720"/>
                  </a:lnTo>
                  <a:lnTo>
                    <a:pt x="10388" y="6218"/>
                  </a:lnTo>
                  <a:lnTo>
                    <a:pt x="10233" y="5716"/>
                  </a:lnTo>
                  <a:lnTo>
                    <a:pt x="9963" y="4673"/>
                  </a:lnTo>
                  <a:lnTo>
                    <a:pt x="9847" y="4171"/>
                  </a:lnTo>
                  <a:lnTo>
                    <a:pt x="9654" y="3669"/>
                  </a:lnTo>
                  <a:lnTo>
                    <a:pt x="9461" y="3167"/>
                  </a:lnTo>
                  <a:lnTo>
                    <a:pt x="9229" y="2704"/>
                  </a:lnTo>
                  <a:lnTo>
                    <a:pt x="8843" y="2163"/>
                  </a:lnTo>
                  <a:lnTo>
                    <a:pt x="8457" y="1700"/>
                  </a:lnTo>
                  <a:lnTo>
                    <a:pt x="7993" y="1275"/>
                  </a:lnTo>
                  <a:lnTo>
                    <a:pt x="7530" y="889"/>
                  </a:lnTo>
                  <a:lnTo>
                    <a:pt x="6989" y="580"/>
                  </a:lnTo>
                  <a:lnTo>
                    <a:pt x="6449" y="348"/>
                  </a:lnTo>
                  <a:lnTo>
                    <a:pt x="5870" y="155"/>
                  </a:lnTo>
                  <a:lnTo>
                    <a:pt x="5290" y="39"/>
                  </a:lnTo>
                  <a:lnTo>
                    <a:pt x="50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5"/>
            <p:cNvSpPr/>
            <p:nvPr/>
          </p:nvSpPr>
          <p:spPr>
            <a:xfrm>
              <a:off x="2254775" y="4312775"/>
              <a:ext cx="326325" cy="190200"/>
            </a:xfrm>
            <a:custGeom>
              <a:avLst/>
              <a:gdLst/>
              <a:ahLst/>
              <a:cxnLst/>
              <a:rect l="l" t="t" r="r" b="b"/>
              <a:pathLst>
                <a:path w="13053" h="7608" extrusionOk="0">
                  <a:moveTo>
                    <a:pt x="8920" y="271"/>
                  </a:moveTo>
                  <a:lnTo>
                    <a:pt x="9036" y="348"/>
                  </a:lnTo>
                  <a:lnTo>
                    <a:pt x="9191" y="464"/>
                  </a:lnTo>
                  <a:lnTo>
                    <a:pt x="9307" y="618"/>
                  </a:lnTo>
                  <a:lnTo>
                    <a:pt x="9384" y="657"/>
                  </a:lnTo>
                  <a:lnTo>
                    <a:pt x="9422" y="966"/>
                  </a:lnTo>
                  <a:lnTo>
                    <a:pt x="9422" y="1275"/>
                  </a:lnTo>
                  <a:lnTo>
                    <a:pt x="9345" y="1545"/>
                  </a:lnTo>
                  <a:lnTo>
                    <a:pt x="9229" y="1815"/>
                  </a:lnTo>
                  <a:lnTo>
                    <a:pt x="9036" y="2085"/>
                  </a:lnTo>
                  <a:lnTo>
                    <a:pt x="8882" y="2317"/>
                  </a:lnTo>
                  <a:lnTo>
                    <a:pt x="8457" y="2781"/>
                  </a:lnTo>
                  <a:lnTo>
                    <a:pt x="6990" y="4441"/>
                  </a:lnTo>
                  <a:lnTo>
                    <a:pt x="6835" y="4441"/>
                  </a:lnTo>
                  <a:lnTo>
                    <a:pt x="7106" y="3476"/>
                  </a:lnTo>
                  <a:lnTo>
                    <a:pt x="7415" y="2549"/>
                  </a:lnTo>
                  <a:lnTo>
                    <a:pt x="7801" y="1506"/>
                  </a:lnTo>
                  <a:lnTo>
                    <a:pt x="8032" y="1043"/>
                  </a:lnTo>
                  <a:lnTo>
                    <a:pt x="8187" y="773"/>
                  </a:lnTo>
                  <a:lnTo>
                    <a:pt x="8380" y="502"/>
                  </a:lnTo>
                  <a:lnTo>
                    <a:pt x="8573" y="348"/>
                  </a:lnTo>
                  <a:lnTo>
                    <a:pt x="8689" y="271"/>
                  </a:lnTo>
                  <a:close/>
                  <a:moveTo>
                    <a:pt x="2124" y="4441"/>
                  </a:moveTo>
                  <a:lnTo>
                    <a:pt x="2974" y="4557"/>
                  </a:lnTo>
                  <a:lnTo>
                    <a:pt x="3823" y="4711"/>
                  </a:lnTo>
                  <a:lnTo>
                    <a:pt x="4905" y="4866"/>
                  </a:lnTo>
                  <a:lnTo>
                    <a:pt x="5407" y="4943"/>
                  </a:lnTo>
                  <a:lnTo>
                    <a:pt x="5947" y="4982"/>
                  </a:lnTo>
                  <a:lnTo>
                    <a:pt x="4673" y="5213"/>
                  </a:lnTo>
                  <a:lnTo>
                    <a:pt x="3399" y="5406"/>
                  </a:lnTo>
                  <a:lnTo>
                    <a:pt x="2703" y="5484"/>
                  </a:lnTo>
                  <a:lnTo>
                    <a:pt x="1622" y="5484"/>
                  </a:lnTo>
                  <a:lnTo>
                    <a:pt x="1236" y="5445"/>
                  </a:lnTo>
                  <a:lnTo>
                    <a:pt x="966" y="5368"/>
                  </a:lnTo>
                  <a:lnTo>
                    <a:pt x="773" y="5291"/>
                  </a:lnTo>
                  <a:lnTo>
                    <a:pt x="696" y="5213"/>
                  </a:lnTo>
                  <a:lnTo>
                    <a:pt x="657" y="5097"/>
                  </a:lnTo>
                  <a:lnTo>
                    <a:pt x="657" y="4982"/>
                  </a:lnTo>
                  <a:lnTo>
                    <a:pt x="696" y="4827"/>
                  </a:lnTo>
                  <a:lnTo>
                    <a:pt x="734" y="4673"/>
                  </a:lnTo>
                  <a:lnTo>
                    <a:pt x="811" y="4557"/>
                  </a:lnTo>
                  <a:lnTo>
                    <a:pt x="889" y="4480"/>
                  </a:lnTo>
                  <a:lnTo>
                    <a:pt x="966" y="4441"/>
                  </a:lnTo>
                  <a:close/>
                  <a:moveTo>
                    <a:pt x="7183" y="4866"/>
                  </a:moveTo>
                  <a:lnTo>
                    <a:pt x="8380" y="5097"/>
                  </a:lnTo>
                  <a:lnTo>
                    <a:pt x="9616" y="5406"/>
                  </a:lnTo>
                  <a:lnTo>
                    <a:pt x="10272" y="5599"/>
                  </a:lnTo>
                  <a:lnTo>
                    <a:pt x="10967" y="5792"/>
                  </a:lnTo>
                  <a:lnTo>
                    <a:pt x="11662" y="6024"/>
                  </a:lnTo>
                  <a:lnTo>
                    <a:pt x="12087" y="6217"/>
                  </a:lnTo>
                  <a:lnTo>
                    <a:pt x="12203" y="6256"/>
                  </a:lnTo>
                  <a:lnTo>
                    <a:pt x="12319" y="6333"/>
                  </a:lnTo>
                  <a:lnTo>
                    <a:pt x="12396" y="6410"/>
                  </a:lnTo>
                  <a:lnTo>
                    <a:pt x="12434" y="6526"/>
                  </a:lnTo>
                  <a:lnTo>
                    <a:pt x="12473" y="6642"/>
                  </a:lnTo>
                  <a:lnTo>
                    <a:pt x="12473" y="6796"/>
                  </a:lnTo>
                  <a:lnTo>
                    <a:pt x="12396" y="7144"/>
                  </a:lnTo>
                  <a:lnTo>
                    <a:pt x="12241" y="7183"/>
                  </a:lnTo>
                  <a:lnTo>
                    <a:pt x="12010" y="7221"/>
                  </a:lnTo>
                  <a:lnTo>
                    <a:pt x="11817" y="7183"/>
                  </a:lnTo>
                  <a:lnTo>
                    <a:pt x="11585" y="7144"/>
                  </a:lnTo>
                  <a:lnTo>
                    <a:pt x="11122" y="7028"/>
                  </a:lnTo>
                  <a:lnTo>
                    <a:pt x="10735" y="6874"/>
                  </a:lnTo>
                  <a:lnTo>
                    <a:pt x="10002" y="6603"/>
                  </a:lnTo>
                  <a:lnTo>
                    <a:pt x="9307" y="6256"/>
                  </a:lnTo>
                  <a:lnTo>
                    <a:pt x="8766" y="5947"/>
                  </a:lnTo>
                  <a:lnTo>
                    <a:pt x="8225" y="5599"/>
                  </a:lnTo>
                  <a:lnTo>
                    <a:pt x="7183" y="4866"/>
                  </a:lnTo>
                  <a:close/>
                  <a:moveTo>
                    <a:pt x="8805" y="0"/>
                  </a:moveTo>
                  <a:lnTo>
                    <a:pt x="8573" y="39"/>
                  </a:lnTo>
                  <a:lnTo>
                    <a:pt x="8341" y="155"/>
                  </a:lnTo>
                  <a:lnTo>
                    <a:pt x="8110" y="271"/>
                  </a:lnTo>
                  <a:lnTo>
                    <a:pt x="7955" y="464"/>
                  </a:lnTo>
                  <a:lnTo>
                    <a:pt x="7723" y="850"/>
                  </a:lnTo>
                  <a:lnTo>
                    <a:pt x="7492" y="1275"/>
                  </a:lnTo>
                  <a:lnTo>
                    <a:pt x="7183" y="2201"/>
                  </a:lnTo>
                  <a:lnTo>
                    <a:pt x="6835" y="3321"/>
                  </a:lnTo>
                  <a:lnTo>
                    <a:pt x="6719" y="3862"/>
                  </a:lnTo>
                  <a:lnTo>
                    <a:pt x="6604" y="4441"/>
                  </a:lnTo>
                  <a:lnTo>
                    <a:pt x="6526" y="4518"/>
                  </a:lnTo>
                  <a:lnTo>
                    <a:pt x="6526" y="4634"/>
                  </a:lnTo>
                  <a:lnTo>
                    <a:pt x="5947" y="4595"/>
                  </a:lnTo>
                  <a:lnTo>
                    <a:pt x="5407" y="4557"/>
                  </a:lnTo>
                  <a:lnTo>
                    <a:pt x="4325" y="4402"/>
                  </a:lnTo>
                  <a:lnTo>
                    <a:pt x="3244" y="4209"/>
                  </a:lnTo>
                  <a:lnTo>
                    <a:pt x="2703" y="4132"/>
                  </a:lnTo>
                  <a:lnTo>
                    <a:pt x="2124" y="4093"/>
                  </a:lnTo>
                  <a:lnTo>
                    <a:pt x="1545" y="4055"/>
                  </a:lnTo>
                  <a:lnTo>
                    <a:pt x="1159" y="4055"/>
                  </a:lnTo>
                  <a:lnTo>
                    <a:pt x="773" y="4093"/>
                  </a:lnTo>
                  <a:lnTo>
                    <a:pt x="425" y="4209"/>
                  </a:lnTo>
                  <a:lnTo>
                    <a:pt x="271" y="4287"/>
                  </a:lnTo>
                  <a:lnTo>
                    <a:pt x="155" y="4364"/>
                  </a:lnTo>
                  <a:lnTo>
                    <a:pt x="78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4982"/>
                  </a:lnTo>
                  <a:lnTo>
                    <a:pt x="78" y="5136"/>
                  </a:lnTo>
                  <a:lnTo>
                    <a:pt x="155" y="5252"/>
                  </a:lnTo>
                  <a:lnTo>
                    <a:pt x="232" y="5406"/>
                  </a:lnTo>
                  <a:lnTo>
                    <a:pt x="348" y="5522"/>
                  </a:lnTo>
                  <a:lnTo>
                    <a:pt x="618" y="5677"/>
                  </a:lnTo>
                  <a:lnTo>
                    <a:pt x="927" y="5792"/>
                  </a:lnTo>
                  <a:lnTo>
                    <a:pt x="1275" y="5870"/>
                  </a:lnTo>
                  <a:lnTo>
                    <a:pt x="1622" y="5908"/>
                  </a:lnTo>
                  <a:lnTo>
                    <a:pt x="2240" y="5908"/>
                  </a:lnTo>
                  <a:lnTo>
                    <a:pt x="3360" y="5831"/>
                  </a:lnTo>
                  <a:lnTo>
                    <a:pt x="4441" y="5715"/>
                  </a:lnTo>
                  <a:lnTo>
                    <a:pt x="5561" y="5484"/>
                  </a:lnTo>
                  <a:lnTo>
                    <a:pt x="6102" y="5329"/>
                  </a:lnTo>
                  <a:lnTo>
                    <a:pt x="6604" y="5136"/>
                  </a:lnTo>
                  <a:lnTo>
                    <a:pt x="6604" y="5175"/>
                  </a:lnTo>
                  <a:lnTo>
                    <a:pt x="6642" y="5599"/>
                  </a:lnTo>
                  <a:lnTo>
                    <a:pt x="6681" y="5792"/>
                  </a:lnTo>
                  <a:lnTo>
                    <a:pt x="6758" y="5986"/>
                  </a:lnTo>
                  <a:lnTo>
                    <a:pt x="7028" y="6024"/>
                  </a:lnTo>
                  <a:lnTo>
                    <a:pt x="7028" y="5986"/>
                  </a:lnTo>
                  <a:lnTo>
                    <a:pt x="6951" y="5599"/>
                  </a:lnTo>
                  <a:lnTo>
                    <a:pt x="6951" y="5406"/>
                  </a:lnTo>
                  <a:lnTo>
                    <a:pt x="6990" y="5213"/>
                  </a:lnTo>
                  <a:lnTo>
                    <a:pt x="7028" y="5175"/>
                  </a:lnTo>
                  <a:lnTo>
                    <a:pt x="7723" y="5754"/>
                  </a:lnTo>
                  <a:lnTo>
                    <a:pt x="8496" y="6256"/>
                  </a:lnTo>
                  <a:lnTo>
                    <a:pt x="9307" y="6681"/>
                  </a:lnTo>
                  <a:lnTo>
                    <a:pt x="10118" y="7067"/>
                  </a:lnTo>
                  <a:lnTo>
                    <a:pt x="10774" y="7337"/>
                  </a:lnTo>
                  <a:lnTo>
                    <a:pt x="11237" y="7453"/>
                  </a:lnTo>
                  <a:lnTo>
                    <a:pt x="11662" y="7569"/>
                  </a:lnTo>
                  <a:lnTo>
                    <a:pt x="12126" y="7607"/>
                  </a:lnTo>
                  <a:lnTo>
                    <a:pt x="12319" y="7569"/>
                  </a:lnTo>
                  <a:lnTo>
                    <a:pt x="12512" y="7530"/>
                  </a:lnTo>
                  <a:lnTo>
                    <a:pt x="12666" y="7453"/>
                  </a:lnTo>
                  <a:lnTo>
                    <a:pt x="12821" y="7376"/>
                  </a:lnTo>
                  <a:lnTo>
                    <a:pt x="12936" y="7221"/>
                  </a:lnTo>
                  <a:lnTo>
                    <a:pt x="13014" y="7028"/>
                  </a:lnTo>
                  <a:lnTo>
                    <a:pt x="13052" y="6874"/>
                  </a:lnTo>
                  <a:lnTo>
                    <a:pt x="13052" y="6719"/>
                  </a:lnTo>
                  <a:lnTo>
                    <a:pt x="13014" y="6565"/>
                  </a:lnTo>
                  <a:lnTo>
                    <a:pt x="12975" y="6449"/>
                  </a:lnTo>
                  <a:lnTo>
                    <a:pt x="12898" y="6333"/>
                  </a:lnTo>
                  <a:lnTo>
                    <a:pt x="12782" y="6217"/>
                  </a:lnTo>
                  <a:lnTo>
                    <a:pt x="12512" y="6024"/>
                  </a:lnTo>
                  <a:lnTo>
                    <a:pt x="12241" y="5870"/>
                  </a:lnTo>
                  <a:lnTo>
                    <a:pt x="11894" y="5715"/>
                  </a:lnTo>
                  <a:lnTo>
                    <a:pt x="11353" y="5522"/>
                  </a:lnTo>
                  <a:lnTo>
                    <a:pt x="10388" y="5213"/>
                  </a:lnTo>
                  <a:lnTo>
                    <a:pt x="9384" y="4943"/>
                  </a:lnTo>
                  <a:lnTo>
                    <a:pt x="8380" y="4711"/>
                  </a:lnTo>
                  <a:lnTo>
                    <a:pt x="7376" y="4518"/>
                  </a:lnTo>
                  <a:lnTo>
                    <a:pt x="8418" y="3437"/>
                  </a:lnTo>
                  <a:lnTo>
                    <a:pt x="8882" y="2896"/>
                  </a:lnTo>
                  <a:lnTo>
                    <a:pt x="9345" y="2279"/>
                  </a:lnTo>
                  <a:lnTo>
                    <a:pt x="9461" y="2085"/>
                  </a:lnTo>
                  <a:lnTo>
                    <a:pt x="9577" y="1854"/>
                  </a:lnTo>
                  <a:lnTo>
                    <a:pt x="9654" y="1622"/>
                  </a:lnTo>
                  <a:lnTo>
                    <a:pt x="9731" y="1390"/>
                  </a:lnTo>
                  <a:lnTo>
                    <a:pt x="9731" y="1159"/>
                  </a:lnTo>
                  <a:lnTo>
                    <a:pt x="9693" y="927"/>
                  </a:lnTo>
                  <a:lnTo>
                    <a:pt x="9654" y="657"/>
                  </a:lnTo>
                  <a:lnTo>
                    <a:pt x="9500" y="464"/>
                  </a:lnTo>
                  <a:lnTo>
                    <a:pt x="9461" y="309"/>
                  </a:lnTo>
                  <a:lnTo>
                    <a:pt x="9384" y="232"/>
                  </a:lnTo>
                  <a:lnTo>
                    <a:pt x="9229" y="78"/>
                  </a:lnTo>
                  <a:lnTo>
                    <a:pt x="90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5"/>
            <p:cNvSpPr/>
            <p:nvPr/>
          </p:nvSpPr>
          <p:spPr>
            <a:xfrm>
              <a:off x="436975" y="3704575"/>
              <a:ext cx="144825" cy="162225"/>
            </a:xfrm>
            <a:custGeom>
              <a:avLst/>
              <a:gdLst/>
              <a:ahLst/>
              <a:cxnLst/>
              <a:rect l="l" t="t" r="r" b="b"/>
              <a:pathLst>
                <a:path w="5793" h="6489" extrusionOk="0">
                  <a:moveTo>
                    <a:pt x="2240" y="426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6" y="735"/>
                  </a:lnTo>
                  <a:lnTo>
                    <a:pt x="4171" y="1005"/>
                  </a:lnTo>
                  <a:lnTo>
                    <a:pt x="4557" y="1314"/>
                  </a:lnTo>
                  <a:lnTo>
                    <a:pt x="4750" y="1507"/>
                  </a:lnTo>
                  <a:lnTo>
                    <a:pt x="4905" y="1739"/>
                  </a:lnTo>
                  <a:lnTo>
                    <a:pt x="5021" y="1932"/>
                  </a:lnTo>
                  <a:lnTo>
                    <a:pt x="5136" y="2163"/>
                  </a:lnTo>
                  <a:lnTo>
                    <a:pt x="5214" y="2434"/>
                  </a:lnTo>
                  <a:lnTo>
                    <a:pt x="5291" y="2704"/>
                  </a:lnTo>
                  <a:lnTo>
                    <a:pt x="5330" y="3167"/>
                  </a:lnTo>
                  <a:lnTo>
                    <a:pt x="5330" y="3631"/>
                  </a:lnTo>
                  <a:lnTo>
                    <a:pt x="5214" y="4133"/>
                  </a:lnTo>
                  <a:lnTo>
                    <a:pt x="5021" y="4558"/>
                  </a:lnTo>
                  <a:lnTo>
                    <a:pt x="4789" y="4982"/>
                  </a:lnTo>
                  <a:lnTo>
                    <a:pt x="4480" y="5330"/>
                  </a:lnTo>
                  <a:lnTo>
                    <a:pt x="4287" y="5484"/>
                  </a:lnTo>
                  <a:lnTo>
                    <a:pt x="4094" y="5639"/>
                  </a:lnTo>
                  <a:lnTo>
                    <a:pt x="3901" y="5755"/>
                  </a:lnTo>
                  <a:lnTo>
                    <a:pt x="3669" y="5832"/>
                  </a:lnTo>
                  <a:lnTo>
                    <a:pt x="3360" y="5948"/>
                  </a:lnTo>
                  <a:lnTo>
                    <a:pt x="3090" y="5986"/>
                  </a:lnTo>
                  <a:lnTo>
                    <a:pt x="2820" y="6025"/>
                  </a:lnTo>
                  <a:lnTo>
                    <a:pt x="2549" y="5986"/>
                  </a:lnTo>
                  <a:lnTo>
                    <a:pt x="2279" y="5948"/>
                  </a:lnTo>
                  <a:lnTo>
                    <a:pt x="2047" y="5870"/>
                  </a:lnTo>
                  <a:lnTo>
                    <a:pt x="1854" y="5755"/>
                  </a:lnTo>
                  <a:lnTo>
                    <a:pt x="1622" y="5639"/>
                  </a:lnTo>
                  <a:lnTo>
                    <a:pt x="1429" y="5484"/>
                  </a:lnTo>
                  <a:lnTo>
                    <a:pt x="1275" y="5291"/>
                  </a:lnTo>
                  <a:lnTo>
                    <a:pt x="1082" y="5098"/>
                  </a:lnTo>
                  <a:lnTo>
                    <a:pt x="966" y="4905"/>
                  </a:lnTo>
                  <a:lnTo>
                    <a:pt x="696" y="4442"/>
                  </a:lnTo>
                  <a:lnTo>
                    <a:pt x="541" y="3901"/>
                  </a:lnTo>
                  <a:lnTo>
                    <a:pt x="425" y="3399"/>
                  </a:lnTo>
                  <a:lnTo>
                    <a:pt x="425" y="2858"/>
                  </a:lnTo>
                  <a:lnTo>
                    <a:pt x="503" y="2318"/>
                  </a:lnTo>
                  <a:lnTo>
                    <a:pt x="541" y="2048"/>
                  </a:lnTo>
                  <a:lnTo>
                    <a:pt x="657" y="1816"/>
                  </a:lnTo>
                  <a:lnTo>
                    <a:pt x="734" y="1584"/>
                  </a:lnTo>
                  <a:lnTo>
                    <a:pt x="889" y="1352"/>
                  </a:lnTo>
                  <a:lnTo>
                    <a:pt x="1043" y="1159"/>
                  </a:lnTo>
                  <a:lnTo>
                    <a:pt x="1236" y="1005"/>
                  </a:lnTo>
                  <a:lnTo>
                    <a:pt x="1429" y="812"/>
                  </a:lnTo>
                  <a:lnTo>
                    <a:pt x="1661" y="696"/>
                  </a:lnTo>
                  <a:lnTo>
                    <a:pt x="1893" y="580"/>
                  </a:lnTo>
                  <a:lnTo>
                    <a:pt x="2202" y="503"/>
                  </a:lnTo>
                  <a:lnTo>
                    <a:pt x="2240" y="464"/>
                  </a:lnTo>
                  <a:lnTo>
                    <a:pt x="2240" y="426"/>
                  </a:lnTo>
                  <a:close/>
                  <a:moveTo>
                    <a:pt x="2279" y="1"/>
                  </a:moveTo>
                  <a:lnTo>
                    <a:pt x="1970" y="40"/>
                  </a:lnTo>
                  <a:lnTo>
                    <a:pt x="1893" y="78"/>
                  </a:lnTo>
                  <a:lnTo>
                    <a:pt x="1816" y="117"/>
                  </a:lnTo>
                  <a:lnTo>
                    <a:pt x="1816" y="194"/>
                  </a:lnTo>
                  <a:lnTo>
                    <a:pt x="1816" y="271"/>
                  </a:lnTo>
                  <a:lnTo>
                    <a:pt x="1507" y="349"/>
                  </a:lnTo>
                  <a:lnTo>
                    <a:pt x="1275" y="464"/>
                  </a:lnTo>
                  <a:lnTo>
                    <a:pt x="1043" y="619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8"/>
                  </a:lnTo>
                  <a:lnTo>
                    <a:pt x="348" y="1430"/>
                  </a:lnTo>
                  <a:lnTo>
                    <a:pt x="232" y="1661"/>
                  </a:lnTo>
                  <a:lnTo>
                    <a:pt x="117" y="1932"/>
                  </a:lnTo>
                  <a:lnTo>
                    <a:pt x="78" y="2202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1"/>
                  </a:lnTo>
                  <a:lnTo>
                    <a:pt x="271" y="4519"/>
                  </a:lnTo>
                  <a:lnTo>
                    <a:pt x="387" y="4828"/>
                  </a:lnTo>
                  <a:lnTo>
                    <a:pt x="541" y="5098"/>
                  </a:lnTo>
                  <a:lnTo>
                    <a:pt x="696" y="5330"/>
                  </a:lnTo>
                  <a:lnTo>
                    <a:pt x="850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1"/>
                  </a:lnTo>
                  <a:lnTo>
                    <a:pt x="1738" y="6257"/>
                  </a:lnTo>
                  <a:lnTo>
                    <a:pt x="2009" y="6372"/>
                  </a:lnTo>
                  <a:lnTo>
                    <a:pt x="2279" y="6450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50"/>
                  </a:lnTo>
                  <a:lnTo>
                    <a:pt x="3553" y="6372"/>
                  </a:lnTo>
                  <a:lnTo>
                    <a:pt x="3862" y="6257"/>
                  </a:lnTo>
                  <a:lnTo>
                    <a:pt x="4132" y="6141"/>
                  </a:lnTo>
                  <a:lnTo>
                    <a:pt x="4403" y="5986"/>
                  </a:lnTo>
                  <a:lnTo>
                    <a:pt x="4634" y="5793"/>
                  </a:lnTo>
                  <a:lnTo>
                    <a:pt x="4866" y="5600"/>
                  </a:lnTo>
                  <a:lnTo>
                    <a:pt x="5059" y="5368"/>
                  </a:lnTo>
                  <a:lnTo>
                    <a:pt x="5214" y="5137"/>
                  </a:lnTo>
                  <a:lnTo>
                    <a:pt x="5368" y="4866"/>
                  </a:lnTo>
                  <a:lnTo>
                    <a:pt x="5523" y="4635"/>
                  </a:lnTo>
                  <a:lnTo>
                    <a:pt x="5638" y="4326"/>
                  </a:lnTo>
                  <a:lnTo>
                    <a:pt x="5716" y="4056"/>
                  </a:lnTo>
                  <a:lnTo>
                    <a:pt x="5754" y="3747"/>
                  </a:lnTo>
                  <a:lnTo>
                    <a:pt x="5793" y="3438"/>
                  </a:lnTo>
                  <a:lnTo>
                    <a:pt x="5793" y="3129"/>
                  </a:lnTo>
                  <a:lnTo>
                    <a:pt x="5793" y="2858"/>
                  </a:lnTo>
                  <a:lnTo>
                    <a:pt x="5716" y="2550"/>
                  </a:lnTo>
                  <a:lnTo>
                    <a:pt x="5638" y="2241"/>
                  </a:lnTo>
                  <a:lnTo>
                    <a:pt x="5523" y="1932"/>
                  </a:lnTo>
                  <a:lnTo>
                    <a:pt x="5368" y="1661"/>
                  </a:lnTo>
                  <a:lnTo>
                    <a:pt x="5214" y="1391"/>
                  </a:lnTo>
                  <a:lnTo>
                    <a:pt x="5021" y="1159"/>
                  </a:lnTo>
                  <a:lnTo>
                    <a:pt x="4828" y="928"/>
                  </a:lnTo>
                  <a:lnTo>
                    <a:pt x="4596" y="735"/>
                  </a:lnTo>
                  <a:lnTo>
                    <a:pt x="4326" y="542"/>
                  </a:lnTo>
                  <a:lnTo>
                    <a:pt x="4094" y="387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5"/>
            <p:cNvSpPr/>
            <p:nvPr/>
          </p:nvSpPr>
          <p:spPr>
            <a:xfrm>
              <a:off x="514200" y="3860000"/>
              <a:ext cx="302200" cy="155450"/>
            </a:xfrm>
            <a:custGeom>
              <a:avLst/>
              <a:gdLst/>
              <a:ahLst/>
              <a:cxnLst/>
              <a:rect l="l" t="t" r="r" b="b"/>
              <a:pathLst>
                <a:path w="12088" h="6218" extrusionOk="0">
                  <a:moveTo>
                    <a:pt x="11740" y="1"/>
                  </a:moveTo>
                  <a:lnTo>
                    <a:pt x="11663" y="40"/>
                  </a:lnTo>
                  <a:lnTo>
                    <a:pt x="11585" y="78"/>
                  </a:lnTo>
                  <a:lnTo>
                    <a:pt x="11508" y="117"/>
                  </a:lnTo>
                  <a:lnTo>
                    <a:pt x="11469" y="233"/>
                  </a:lnTo>
                  <a:lnTo>
                    <a:pt x="11469" y="310"/>
                  </a:lnTo>
                  <a:lnTo>
                    <a:pt x="11508" y="426"/>
                  </a:lnTo>
                  <a:lnTo>
                    <a:pt x="11585" y="580"/>
                  </a:lnTo>
                  <a:lnTo>
                    <a:pt x="11624" y="773"/>
                  </a:lnTo>
                  <a:lnTo>
                    <a:pt x="11585" y="966"/>
                  </a:lnTo>
                  <a:lnTo>
                    <a:pt x="11508" y="1121"/>
                  </a:lnTo>
                  <a:lnTo>
                    <a:pt x="11392" y="1275"/>
                  </a:lnTo>
                  <a:lnTo>
                    <a:pt x="11276" y="1430"/>
                  </a:lnTo>
                  <a:lnTo>
                    <a:pt x="10929" y="1739"/>
                  </a:lnTo>
                  <a:lnTo>
                    <a:pt x="10504" y="2009"/>
                  </a:lnTo>
                  <a:lnTo>
                    <a:pt x="10079" y="2241"/>
                  </a:lnTo>
                  <a:lnTo>
                    <a:pt x="9423" y="2588"/>
                  </a:lnTo>
                  <a:lnTo>
                    <a:pt x="9037" y="2781"/>
                  </a:lnTo>
                  <a:lnTo>
                    <a:pt x="9037" y="2704"/>
                  </a:lnTo>
                  <a:lnTo>
                    <a:pt x="8960" y="2627"/>
                  </a:lnTo>
                  <a:lnTo>
                    <a:pt x="8496" y="2202"/>
                  </a:lnTo>
                  <a:lnTo>
                    <a:pt x="8110" y="1700"/>
                  </a:lnTo>
                  <a:lnTo>
                    <a:pt x="7840" y="1893"/>
                  </a:lnTo>
                  <a:lnTo>
                    <a:pt x="7994" y="2202"/>
                  </a:lnTo>
                  <a:lnTo>
                    <a:pt x="8187" y="2511"/>
                  </a:lnTo>
                  <a:lnTo>
                    <a:pt x="8419" y="2781"/>
                  </a:lnTo>
                  <a:lnTo>
                    <a:pt x="8651" y="2974"/>
                  </a:lnTo>
                  <a:lnTo>
                    <a:pt x="7608" y="3515"/>
                  </a:lnTo>
                  <a:lnTo>
                    <a:pt x="6565" y="3978"/>
                  </a:lnTo>
                  <a:lnTo>
                    <a:pt x="5252" y="4519"/>
                  </a:lnTo>
                  <a:lnTo>
                    <a:pt x="3940" y="4982"/>
                  </a:lnTo>
                  <a:lnTo>
                    <a:pt x="3669" y="5059"/>
                  </a:lnTo>
                  <a:lnTo>
                    <a:pt x="3708" y="4712"/>
                  </a:lnTo>
                  <a:lnTo>
                    <a:pt x="3631" y="4364"/>
                  </a:lnTo>
                  <a:lnTo>
                    <a:pt x="3515" y="4055"/>
                  </a:lnTo>
                  <a:lnTo>
                    <a:pt x="3322" y="3708"/>
                  </a:lnTo>
                  <a:lnTo>
                    <a:pt x="3013" y="3901"/>
                  </a:lnTo>
                  <a:lnTo>
                    <a:pt x="3129" y="4171"/>
                  </a:lnTo>
                  <a:lnTo>
                    <a:pt x="3206" y="4442"/>
                  </a:lnTo>
                  <a:lnTo>
                    <a:pt x="3245" y="4866"/>
                  </a:lnTo>
                  <a:lnTo>
                    <a:pt x="3245" y="5253"/>
                  </a:lnTo>
                  <a:lnTo>
                    <a:pt x="2356" y="5523"/>
                  </a:lnTo>
                  <a:lnTo>
                    <a:pt x="1893" y="5639"/>
                  </a:lnTo>
                  <a:lnTo>
                    <a:pt x="1430" y="5677"/>
                  </a:lnTo>
                  <a:lnTo>
                    <a:pt x="1043" y="5716"/>
                  </a:lnTo>
                  <a:lnTo>
                    <a:pt x="850" y="5716"/>
                  </a:lnTo>
                  <a:lnTo>
                    <a:pt x="696" y="5677"/>
                  </a:lnTo>
                  <a:lnTo>
                    <a:pt x="580" y="5600"/>
                  </a:lnTo>
                  <a:lnTo>
                    <a:pt x="464" y="5523"/>
                  </a:lnTo>
                  <a:lnTo>
                    <a:pt x="387" y="5407"/>
                  </a:lnTo>
                  <a:lnTo>
                    <a:pt x="348" y="5291"/>
                  </a:lnTo>
                  <a:lnTo>
                    <a:pt x="310" y="5214"/>
                  </a:lnTo>
                  <a:lnTo>
                    <a:pt x="271" y="5175"/>
                  </a:lnTo>
                  <a:lnTo>
                    <a:pt x="155" y="5137"/>
                  </a:lnTo>
                  <a:lnTo>
                    <a:pt x="78" y="5175"/>
                  </a:lnTo>
                  <a:lnTo>
                    <a:pt x="39" y="5214"/>
                  </a:lnTo>
                  <a:lnTo>
                    <a:pt x="1" y="5291"/>
                  </a:lnTo>
                  <a:lnTo>
                    <a:pt x="1" y="5446"/>
                  </a:lnTo>
                  <a:lnTo>
                    <a:pt x="39" y="5600"/>
                  </a:lnTo>
                  <a:lnTo>
                    <a:pt x="78" y="5755"/>
                  </a:lnTo>
                  <a:lnTo>
                    <a:pt x="155" y="5870"/>
                  </a:lnTo>
                  <a:lnTo>
                    <a:pt x="233" y="5948"/>
                  </a:lnTo>
                  <a:lnTo>
                    <a:pt x="310" y="6025"/>
                  </a:lnTo>
                  <a:lnTo>
                    <a:pt x="541" y="6141"/>
                  </a:lnTo>
                  <a:lnTo>
                    <a:pt x="812" y="6179"/>
                  </a:lnTo>
                  <a:lnTo>
                    <a:pt x="1121" y="6218"/>
                  </a:lnTo>
                  <a:lnTo>
                    <a:pt x="1430" y="6179"/>
                  </a:lnTo>
                  <a:lnTo>
                    <a:pt x="1700" y="6141"/>
                  </a:lnTo>
                  <a:lnTo>
                    <a:pt x="2897" y="5832"/>
                  </a:lnTo>
                  <a:lnTo>
                    <a:pt x="4094" y="5446"/>
                  </a:lnTo>
                  <a:lnTo>
                    <a:pt x="5291" y="5021"/>
                  </a:lnTo>
                  <a:lnTo>
                    <a:pt x="6450" y="4557"/>
                  </a:lnTo>
                  <a:lnTo>
                    <a:pt x="7531" y="4094"/>
                  </a:lnTo>
                  <a:lnTo>
                    <a:pt x="8573" y="3592"/>
                  </a:lnTo>
                  <a:lnTo>
                    <a:pt x="9616" y="3052"/>
                  </a:lnTo>
                  <a:lnTo>
                    <a:pt x="10620" y="2472"/>
                  </a:lnTo>
                  <a:lnTo>
                    <a:pt x="10929" y="2279"/>
                  </a:lnTo>
                  <a:lnTo>
                    <a:pt x="11276" y="2048"/>
                  </a:lnTo>
                  <a:lnTo>
                    <a:pt x="11547" y="1777"/>
                  </a:lnTo>
                  <a:lnTo>
                    <a:pt x="11817" y="1507"/>
                  </a:lnTo>
                  <a:lnTo>
                    <a:pt x="12010" y="1198"/>
                  </a:lnTo>
                  <a:lnTo>
                    <a:pt x="12049" y="1044"/>
                  </a:lnTo>
                  <a:lnTo>
                    <a:pt x="12087" y="889"/>
                  </a:lnTo>
                  <a:lnTo>
                    <a:pt x="12087" y="696"/>
                  </a:lnTo>
                  <a:lnTo>
                    <a:pt x="12049" y="503"/>
                  </a:lnTo>
                  <a:lnTo>
                    <a:pt x="12010" y="310"/>
                  </a:lnTo>
                  <a:lnTo>
                    <a:pt x="11894" y="117"/>
                  </a:lnTo>
                  <a:lnTo>
                    <a:pt x="11817" y="40"/>
                  </a:lnTo>
                  <a:lnTo>
                    <a:pt x="1174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5"/>
            <p:cNvSpPr/>
            <p:nvPr/>
          </p:nvSpPr>
          <p:spPr>
            <a:xfrm>
              <a:off x="406075" y="3667900"/>
              <a:ext cx="458600" cy="289650"/>
            </a:xfrm>
            <a:custGeom>
              <a:avLst/>
              <a:gdLst/>
              <a:ahLst/>
              <a:cxnLst/>
              <a:rect l="l" t="t" r="r" b="b"/>
              <a:pathLst>
                <a:path w="18344" h="11586" extrusionOk="0">
                  <a:moveTo>
                    <a:pt x="17069" y="387"/>
                  </a:moveTo>
                  <a:lnTo>
                    <a:pt x="17146" y="425"/>
                  </a:lnTo>
                  <a:lnTo>
                    <a:pt x="17223" y="503"/>
                  </a:lnTo>
                  <a:lnTo>
                    <a:pt x="17300" y="734"/>
                  </a:lnTo>
                  <a:lnTo>
                    <a:pt x="17378" y="927"/>
                  </a:lnTo>
                  <a:lnTo>
                    <a:pt x="17378" y="1120"/>
                  </a:lnTo>
                  <a:lnTo>
                    <a:pt x="17339" y="1314"/>
                  </a:lnTo>
                  <a:lnTo>
                    <a:pt x="17223" y="1545"/>
                  </a:lnTo>
                  <a:lnTo>
                    <a:pt x="16953" y="1893"/>
                  </a:lnTo>
                  <a:lnTo>
                    <a:pt x="16721" y="2124"/>
                  </a:lnTo>
                  <a:lnTo>
                    <a:pt x="16451" y="2356"/>
                  </a:lnTo>
                  <a:lnTo>
                    <a:pt x="16181" y="2549"/>
                  </a:lnTo>
                  <a:lnTo>
                    <a:pt x="15872" y="2665"/>
                  </a:lnTo>
                  <a:lnTo>
                    <a:pt x="15872" y="2086"/>
                  </a:lnTo>
                  <a:lnTo>
                    <a:pt x="15910" y="1777"/>
                  </a:lnTo>
                  <a:lnTo>
                    <a:pt x="15949" y="1468"/>
                  </a:lnTo>
                  <a:lnTo>
                    <a:pt x="16026" y="1198"/>
                  </a:lnTo>
                  <a:lnTo>
                    <a:pt x="16181" y="927"/>
                  </a:lnTo>
                  <a:lnTo>
                    <a:pt x="16335" y="696"/>
                  </a:lnTo>
                  <a:lnTo>
                    <a:pt x="16605" y="503"/>
                  </a:lnTo>
                  <a:lnTo>
                    <a:pt x="16837" y="425"/>
                  </a:lnTo>
                  <a:lnTo>
                    <a:pt x="16992" y="387"/>
                  </a:lnTo>
                  <a:close/>
                  <a:moveTo>
                    <a:pt x="14597" y="2974"/>
                  </a:moveTo>
                  <a:lnTo>
                    <a:pt x="14868" y="3013"/>
                  </a:lnTo>
                  <a:lnTo>
                    <a:pt x="15138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6"/>
                  </a:lnTo>
                  <a:lnTo>
                    <a:pt x="14057" y="3862"/>
                  </a:lnTo>
                  <a:lnTo>
                    <a:pt x="13786" y="3939"/>
                  </a:lnTo>
                  <a:lnTo>
                    <a:pt x="13478" y="4017"/>
                  </a:lnTo>
                  <a:lnTo>
                    <a:pt x="13053" y="4017"/>
                  </a:lnTo>
                  <a:lnTo>
                    <a:pt x="12976" y="3939"/>
                  </a:lnTo>
                  <a:lnTo>
                    <a:pt x="12976" y="3862"/>
                  </a:lnTo>
                  <a:lnTo>
                    <a:pt x="12976" y="3708"/>
                  </a:lnTo>
                  <a:lnTo>
                    <a:pt x="13014" y="3476"/>
                  </a:lnTo>
                  <a:lnTo>
                    <a:pt x="13053" y="3360"/>
                  </a:lnTo>
                  <a:lnTo>
                    <a:pt x="13207" y="3244"/>
                  </a:lnTo>
                  <a:lnTo>
                    <a:pt x="13400" y="3167"/>
                  </a:lnTo>
                  <a:lnTo>
                    <a:pt x="13709" y="3051"/>
                  </a:lnTo>
                  <a:lnTo>
                    <a:pt x="14018" y="3013"/>
                  </a:lnTo>
                  <a:lnTo>
                    <a:pt x="14327" y="2974"/>
                  </a:lnTo>
                  <a:close/>
                  <a:moveTo>
                    <a:pt x="15679" y="3283"/>
                  </a:moveTo>
                  <a:lnTo>
                    <a:pt x="16335" y="3476"/>
                  </a:lnTo>
                  <a:lnTo>
                    <a:pt x="16644" y="3553"/>
                  </a:lnTo>
                  <a:lnTo>
                    <a:pt x="16992" y="3669"/>
                  </a:lnTo>
                  <a:lnTo>
                    <a:pt x="17262" y="3823"/>
                  </a:lnTo>
                  <a:lnTo>
                    <a:pt x="17532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80" y="4596"/>
                  </a:lnTo>
                  <a:lnTo>
                    <a:pt x="17918" y="4789"/>
                  </a:lnTo>
                  <a:lnTo>
                    <a:pt x="17880" y="4943"/>
                  </a:lnTo>
                  <a:lnTo>
                    <a:pt x="17802" y="5059"/>
                  </a:lnTo>
                  <a:lnTo>
                    <a:pt x="17648" y="5136"/>
                  </a:lnTo>
                  <a:lnTo>
                    <a:pt x="17494" y="5175"/>
                  </a:lnTo>
                  <a:lnTo>
                    <a:pt x="17339" y="5175"/>
                  </a:lnTo>
                  <a:lnTo>
                    <a:pt x="17146" y="5136"/>
                  </a:lnTo>
                  <a:lnTo>
                    <a:pt x="16992" y="5059"/>
                  </a:lnTo>
                  <a:lnTo>
                    <a:pt x="16644" y="4789"/>
                  </a:lnTo>
                  <a:lnTo>
                    <a:pt x="16374" y="4480"/>
                  </a:lnTo>
                  <a:lnTo>
                    <a:pt x="16181" y="4210"/>
                  </a:lnTo>
                  <a:lnTo>
                    <a:pt x="15988" y="3901"/>
                  </a:lnTo>
                  <a:lnTo>
                    <a:pt x="15833" y="3592"/>
                  </a:lnTo>
                  <a:lnTo>
                    <a:pt x="15679" y="3283"/>
                  </a:lnTo>
                  <a:close/>
                  <a:moveTo>
                    <a:pt x="4635" y="541"/>
                  </a:moveTo>
                  <a:lnTo>
                    <a:pt x="5253" y="580"/>
                  </a:lnTo>
                  <a:lnTo>
                    <a:pt x="5832" y="696"/>
                  </a:lnTo>
                  <a:lnTo>
                    <a:pt x="6411" y="850"/>
                  </a:lnTo>
                  <a:lnTo>
                    <a:pt x="6990" y="1120"/>
                  </a:lnTo>
                  <a:lnTo>
                    <a:pt x="7492" y="1429"/>
                  </a:lnTo>
                  <a:lnTo>
                    <a:pt x="7917" y="1738"/>
                  </a:lnTo>
                  <a:lnTo>
                    <a:pt x="8303" y="2086"/>
                  </a:lnTo>
                  <a:lnTo>
                    <a:pt x="8651" y="2472"/>
                  </a:lnTo>
                  <a:lnTo>
                    <a:pt x="8960" y="2858"/>
                  </a:lnTo>
                  <a:lnTo>
                    <a:pt x="9539" y="3669"/>
                  </a:lnTo>
                  <a:lnTo>
                    <a:pt x="10157" y="4480"/>
                  </a:lnTo>
                  <a:lnTo>
                    <a:pt x="10388" y="4827"/>
                  </a:lnTo>
                  <a:lnTo>
                    <a:pt x="10697" y="5136"/>
                  </a:lnTo>
                  <a:lnTo>
                    <a:pt x="11006" y="5445"/>
                  </a:lnTo>
                  <a:lnTo>
                    <a:pt x="11354" y="5677"/>
                  </a:lnTo>
                  <a:lnTo>
                    <a:pt x="11701" y="5870"/>
                  </a:lnTo>
                  <a:lnTo>
                    <a:pt x="12126" y="5986"/>
                  </a:lnTo>
                  <a:lnTo>
                    <a:pt x="12512" y="6025"/>
                  </a:lnTo>
                  <a:lnTo>
                    <a:pt x="12976" y="5986"/>
                  </a:lnTo>
                  <a:lnTo>
                    <a:pt x="13323" y="5870"/>
                  </a:lnTo>
                  <a:lnTo>
                    <a:pt x="13632" y="5754"/>
                  </a:lnTo>
                  <a:lnTo>
                    <a:pt x="13902" y="5600"/>
                  </a:lnTo>
                  <a:lnTo>
                    <a:pt x="14173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9" y="4712"/>
                  </a:lnTo>
                  <a:lnTo>
                    <a:pt x="14984" y="4441"/>
                  </a:lnTo>
                  <a:lnTo>
                    <a:pt x="14752" y="5252"/>
                  </a:lnTo>
                  <a:lnTo>
                    <a:pt x="14443" y="5986"/>
                  </a:lnTo>
                  <a:lnTo>
                    <a:pt x="14057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0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7" y="10272"/>
                  </a:lnTo>
                  <a:lnTo>
                    <a:pt x="9616" y="10465"/>
                  </a:lnTo>
                  <a:lnTo>
                    <a:pt x="9075" y="10658"/>
                  </a:lnTo>
                  <a:lnTo>
                    <a:pt x="8496" y="10774"/>
                  </a:lnTo>
                  <a:lnTo>
                    <a:pt x="7956" y="10890"/>
                  </a:lnTo>
                  <a:lnTo>
                    <a:pt x="7376" y="10929"/>
                  </a:lnTo>
                  <a:lnTo>
                    <a:pt x="6836" y="10929"/>
                  </a:lnTo>
                  <a:lnTo>
                    <a:pt x="6257" y="10890"/>
                  </a:lnTo>
                  <a:lnTo>
                    <a:pt x="5716" y="10774"/>
                  </a:lnTo>
                  <a:lnTo>
                    <a:pt x="5175" y="10620"/>
                  </a:lnTo>
                  <a:lnTo>
                    <a:pt x="4635" y="10465"/>
                  </a:lnTo>
                  <a:lnTo>
                    <a:pt x="4133" y="10195"/>
                  </a:lnTo>
                  <a:lnTo>
                    <a:pt x="3631" y="9925"/>
                  </a:lnTo>
                  <a:lnTo>
                    <a:pt x="3129" y="9577"/>
                  </a:lnTo>
                  <a:lnTo>
                    <a:pt x="2665" y="9191"/>
                  </a:lnTo>
                  <a:lnTo>
                    <a:pt x="2202" y="8766"/>
                  </a:lnTo>
                  <a:lnTo>
                    <a:pt x="1777" y="8303"/>
                  </a:lnTo>
                  <a:lnTo>
                    <a:pt x="1430" y="7801"/>
                  </a:lnTo>
                  <a:lnTo>
                    <a:pt x="1082" y="7260"/>
                  </a:lnTo>
                  <a:lnTo>
                    <a:pt x="812" y="6720"/>
                  </a:lnTo>
                  <a:lnTo>
                    <a:pt x="619" y="6140"/>
                  </a:lnTo>
                  <a:lnTo>
                    <a:pt x="464" y="5523"/>
                  </a:lnTo>
                  <a:lnTo>
                    <a:pt x="426" y="4905"/>
                  </a:lnTo>
                  <a:lnTo>
                    <a:pt x="464" y="4287"/>
                  </a:lnTo>
                  <a:lnTo>
                    <a:pt x="619" y="3708"/>
                  </a:lnTo>
                  <a:lnTo>
                    <a:pt x="812" y="3128"/>
                  </a:lnTo>
                  <a:lnTo>
                    <a:pt x="1121" y="2588"/>
                  </a:lnTo>
                  <a:lnTo>
                    <a:pt x="1468" y="2086"/>
                  </a:lnTo>
                  <a:lnTo>
                    <a:pt x="1893" y="1661"/>
                  </a:lnTo>
                  <a:lnTo>
                    <a:pt x="2356" y="1275"/>
                  </a:lnTo>
                  <a:lnTo>
                    <a:pt x="2897" y="1005"/>
                  </a:lnTo>
                  <a:lnTo>
                    <a:pt x="3476" y="773"/>
                  </a:lnTo>
                  <a:lnTo>
                    <a:pt x="4056" y="618"/>
                  </a:lnTo>
                  <a:lnTo>
                    <a:pt x="4635" y="541"/>
                  </a:lnTo>
                  <a:close/>
                  <a:moveTo>
                    <a:pt x="16876" y="1"/>
                  </a:moveTo>
                  <a:lnTo>
                    <a:pt x="16683" y="39"/>
                  </a:lnTo>
                  <a:lnTo>
                    <a:pt x="16451" y="155"/>
                  </a:lnTo>
                  <a:lnTo>
                    <a:pt x="16258" y="271"/>
                  </a:lnTo>
                  <a:lnTo>
                    <a:pt x="16103" y="425"/>
                  </a:lnTo>
                  <a:lnTo>
                    <a:pt x="15949" y="580"/>
                  </a:lnTo>
                  <a:lnTo>
                    <a:pt x="15833" y="773"/>
                  </a:lnTo>
                  <a:lnTo>
                    <a:pt x="15717" y="1005"/>
                  </a:lnTo>
                  <a:lnTo>
                    <a:pt x="15601" y="1236"/>
                  </a:lnTo>
                  <a:lnTo>
                    <a:pt x="15486" y="1738"/>
                  </a:lnTo>
                  <a:lnTo>
                    <a:pt x="15447" y="2279"/>
                  </a:lnTo>
                  <a:lnTo>
                    <a:pt x="15486" y="2819"/>
                  </a:lnTo>
                  <a:lnTo>
                    <a:pt x="15370" y="2819"/>
                  </a:lnTo>
                  <a:lnTo>
                    <a:pt x="15331" y="2858"/>
                  </a:lnTo>
                  <a:lnTo>
                    <a:pt x="14906" y="2742"/>
                  </a:lnTo>
                  <a:lnTo>
                    <a:pt x="14443" y="2665"/>
                  </a:lnTo>
                  <a:lnTo>
                    <a:pt x="13980" y="2665"/>
                  </a:lnTo>
                  <a:lnTo>
                    <a:pt x="13516" y="2742"/>
                  </a:lnTo>
                  <a:lnTo>
                    <a:pt x="13169" y="2858"/>
                  </a:lnTo>
                  <a:lnTo>
                    <a:pt x="12976" y="2974"/>
                  </a:lnTo>
                  <a:lnTo>
                    <a:pt x="12783" y="3090"/>
                  </a:lnTo>
                  <a:lnTo>
                    <a:pt x="12628" y="3206"/>
                  </a:lnTo>
                  <a:lnTo>
                    <a:pt x="12512" y="3360"/>
                  </a:lnTo>
                  <a:lnTo>
                    <a:pt x="12396" y="3553"/>
                  </a:lnTo>
                  <a:lnTo>
                    <a:pt x="12396" y="3746"/>
                  </a:lnTo>
                  <a:lnTo>
                    <a:pt x="12396" y="3939"/>
                  </a:lnTo>
                  <a:lnTo>
                    <a:pt x="12474" y="4094"/>
                  </a:lnTo>
                  <a:lnTo>
                    <a:pt x="12628" y="4210"/>
                  </a:lnTo>
                  <a:lnTo>
                    <a:pt x="12783" y="4287"/>
                  </a:lnTo>
                  <a:lnTo>
                    <a:pt x="12976" y="4364"/>
                  </a:lnTo>
                  <a:lnTo>
                    <a:pt x="13169" y="4403"/>
                  </a:lnTo>
                  <a:lnTo>
                    <a:pt x="13516" y="4364"/>
                  </a:lnTo>
                  <a:lnTo>
                    <a:pt x="13864" y="4325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9" y="3823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4" y="4866"/>
                  </a:lnTo>
                  <a:lnTo>
                    <a:pt x="13941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30" y="5445"/>
                  </a:lnTo>
                  <a:lnTo>
                    <a:pt x="12744" y="5523"/>
                  </a:lnTo>
                  <a:lnTo>
                    <a:pt x="12396" y="5523"/>
                  </a:lnTo>
                  <a:lnTo>
                    <a:pt x="12049" y="5445"/>
                  </a:lnTo>
                  <a:lnTo>
                    <a:pt x="11740" y="5329"/>
                  </a:lnTo>
                  <a:lnTo>
                    <a:pt x="11431" y="5136"/>
                  </a:lnTo>
                  <a:lnTo>
                    <a:pt x="11122" y="4905"/>
                  </a:lnTo>
                  <a:lnTo>
                    <a:pt x="10852" y="4634"/>
                  </a:lnTo>
                  <a:lnTo>
                    <a:pt x="10543" y="4210"/>
                  </a:lnTo>
                  <a:lnTo>
                    <a:pt x="10195" y="3785"/>
                  </a:lnTo>
                  <a:lnTo>
                    <a:pt x="9616" y="2935"/>
                  </a:lnTo>
                  <a:lnTo>
                    <a:pt x="9307" y="2511"/>
                  </a:lnTo>
                  <a:lnTo>
                    <a:pt x="8960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7" y="966"/>
                  </a:lnTo>
                  <a:lnTo>
                    <a:pt x="7106" y="657"/>
                  </a:lnTo>
                  <a:lnTo>
                    <a:pt x="6527" y="425"/>
                  </a:lnTo>
                  <a:lnTo>
                    <a:pt x="5948" y="271"/>
                  </a:lnTo>
                  <a:lnTo>
                    <a:pt x="5330" y="155"/>
                  </a:lnTo>
                  <a:lnTo>
                    <a:pt x="4751" y="116"/>
                  </a:lnTo>
                  <a:lnTo>
                    <a:pt x="4133" y="155"/>
                  </a:lnTo>
                  <a:lnTo>
                    <a:pt x="3554" y="271"/>
                  </a:lnTo>
                  <a:lnTo>
                    <a:pt x="3283" y="348"/>
                  </a:lnTo>
                  <a:lnTo>
                    <a:pt x="2936" y="464"/>
                  </a:lnTo>
                  <a:lnTo>
                    <a:pt x="2588" y="618"/>
                  </a:lnTo>
                  <a:lnTo>
                    <a:pt x="2279" y="812"/>
                  </a:lnTo>
                  <a:lnTo>
                    <a:pt x="1932" y="1005"/>
                  </a:lnTo>
                  <a:lnTo>
                    <a:pt x="1661" y="1275"/>
                  </a:lnTo>
                  <a:lnTo>
                    <a:pt x="1353" y="1545"/>
                  </a:lnTo>
                  <a:lnTo>
                    <a:pt x="1082" y="1854"/>
                  </a:lnTo>
                  <a:lnTo>
                    <a:pt x="851" y="2163"/>
                  </a:lnTo>
                  <a:lnTo>
                    <a:pt x="542" y="2665"/>
                  </a:lnTo>
                  <a:lnTo>
                    <a:pt x="310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1" y="4712"/>
                  </a:lnTo>
                  <a:lnTo>
                    <a:pt x="40" y="5214"/>
                  </a:lnTo>
                  <a:lnTo>
                    <a:pt x="78" y="5716"/>
                  </a:lnTo>
                  <a:lnTo>
                    <a:pt x="194" y="6218"/>
                  </a:lnTo>
                  <a:lnTo>
                    <a:pt x="387" y="6720"/>
                  </a:lnTo>
                  <a:lnTo>
                    <a:pt x="580" y="7222"/>
                  </a:lnTo>
                  <a:lnTo>
                    <a:pt x="812" y="7685"/>
                  </a:lnTo>
                  <a:lnTo>
                    <a:pt x="1082" y="8110"/>
                  </a:lnTo>
                  <a:lnTo>
                    <a:pt x="1430" y="8573"/>
                  </a:lnTo>
                  <a:lnTo>
                    <a:pt x="1777" y="8959"/>
                  </a:lnTo>
                  <a:lnTo>
                    <a:pt x="2125" y="9384"/>
                  </a:lnTo>
                  <a:lnTo>
                    <a:pt x="2550" y="9732"/>
                  </a:lnTo>
                  <a:lnTo>
                    <a:pt x="3090" y="10156"/>
                  </a:lnTo>
                  <a:lnTo>
                    <a:pt x="3631" y="10504"/>
                  </a:lnTo>
                  <a:lnTo>
                    <a:pt x="4210" y="10774"/>
                  </a:lnTo>
                  <a:lnTo>
                    <a:pt x="4789" y="11044"/>
                  </a:lnTo>
                  <a:lnTo>
                    <a:pt x="5407" y="11199"/>
                  </a:lnTo>
                  <a:lnTo>
                    <a:pt x="6025" y="11353"/>
                  </a:lnTo>
                  <a:lnTo>
                    <a:pt x="6643" y="11392"/>
                  </a:lnTo>
                  <a:lnTo>
                    <a:pt x="7261" y="11431"/>
                  </a:lnTo>
                  <a:lnTo>
                    <a:pt x="7338" y="11585"/>
                  </a:lnTo>
                  <a:lnTo>
                    <a:pt x="7647" y="11392"/>
                  </a:lnTo>
                  <a:lnTo>
                    <a:pt x="8458" y="11315"/>
                  </a:lnTo>
                  <a:lnTo>
                    <a:pt x="9269" y="11122"/>
                  </a:lnTo>
                  <a:lnTo>
                    <a:pt x="10079" y="10813"/>
                  </a:lnTo>
                  <a:lnTo>
                    <a:pt x="10852" y="10465"/>
                  </a:lnTo>
                  <a:lnTo>
                    <a:pt x="11547" y="10040"/>
                  </a:lnTo>
                  <a:lnTo>
                    <a:pt x="12165" y="9577"/>
                  </a:lnTo>
                  <a:lnTo>
                    <a:pt x="12435" y="9384"/>
                  </a:lnTo>
                  <a:lnTo>
                    <a:pt x="13053" y="8805"/>
                  </a:lnTo>
                  <a:lnTo>
                    <a:pt x="13632" y="8187"/>
                  </a:lnTo>
                  <a:lnTo>
                    <a:pt x="14134" y="7492"/>
                  </a:lnTo>
                  <a:lnTo>
                    <a:pt x="14597" y="6797"/>
                  </a:lnTo>
                  <a:lnTo>
                    <a:pt x="14945" y="6025"/>
                  </a:lnTo>
                  <a:lnTo>
                    <a:pt x="15099" y="5638"/>
                  </a:lnTo>
                  <a:lnTo>
                    <a:pt x="15254" y="5214"/>
                  </a:lnTo>
                  <a:lnTo>
                    <a:pt x="15331" y="4827"/>
                  </a:lnTo>
                  <a:lnTo>
                    <a:pt x="15408" y="4403"/>
                  </a:lnTo>
                  <a:lnTo>
                    <a:pt x="15486" y="4017"/>
                  </a:lnTo>
                  <a:lnTo>
                    <a:pt x="15486" y="3592"/>
                  </a:lnTo>
                  <a:lnTo>
                    <a:pt x="15679" y="4055"/>
                  </a:lnTo>
                  <a:lnTo>
                    <a:pt x="15949" y="4480"/>
                  </a:lnTo>
                  <a:lnTo>
                    <a:pt x="16258" y="4866"/>
                  </a:lnTo>
                  <a:lnTo>
                    <a:pt x="16605" y="5214"/>
                  </a:lnTo>
                  <a:lnTo>
                    <a:pt x="16760" y="5368"/>
                  </a:lnTo>
                  <a:lnTo>
                    <a:pt x="16992" y="5484"/>
                  </a:lnTo>
                  <a:lnTo>
                    <a:pt x="17185" y="5561"/>
                  </a:lnTo>
                  <a:lnTo>
                    <a:pt x="17416" y="5638"/>
                  </a:lnTo>
                  <a:lnTo>
                    <a:pt x="17609" y="5677"/>
                  </a:lnTo>
                  <a:lnTo>
                    <a:pt x="17841" y="5638"/>
                  </a:lnTo>
                  <a:lnTo>
                    <a:pt x="18034" y="5523"/>
                  </a:lnTo>
                  <a:lnTo>
                    <a:pt x="18189" y="5329"/>
                  </a:lnTo>
                  <a:lnTo>
                    <a:pt x="18304" y="5136"/>
                  </a:lnTo>
                  <a:lnTo>
                    <a:pt x="18343" y="4943"/>
                  </a:lnTo>
                  <a:lnTo>
                    <a:pt x="18304" y="4712"/>
                  </a:lnTo>
                  <a:lnTo>
                    <a:pt x="18266" y="4519"/>
                  </a:lnTo>
                  <a:lnTo>
                    <a:pt x="18189" y="4287"/>
                  </a:lnTo>
                  <a:lnTo>
                    <a:pt x="18073" y="4132"/>
                  </a:lnTo>
                  <a:lnTo>
                    <a:pt x="17957" y="3939"/>
                  </a:lnTo>
                  <a:lnTo>
                    <a:pt x="17802" y="3785"/>
                  </a:lnTo>
                  <a:lnTo>
                    <a:pt x="17648" y="3630"/>
                  </a:lnTo>
                  <a:lnTo>
                    <a:pt x="17416" y="3476"/>
                  </a:lnTo>
                  <a:lnTo>
                    <a:pt x="16953" y="3244"/>
                  </a:lnTo>
                  <a:lnTo>
                    <a:pt x="16490" y="3051"/>
                  </a:lnTo>
                  <a:lnTo>
                    <a:pt x="15988" y="2935"/>
                  </a:lnTo>
                  <a:lnTo>
                    <a:pt x="16412" y="2781"/>
                  </a:lnTo>
                  <a:lnTo>
                    <a:pt x="16837" y="2511"/>
                  </a:lnTo>
                  <a:lnTo>
                    <a:pt x="17185" y="2202"/>
                  </a:lnTo>
                  <a:lnTo>
                    <a:pt x="17494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4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1" y="194"/>
                  </a:lnTo>
                  <a:lnTo>
                    <a:pt x="17455" y="116"/>
                  </a:lnTo>
                  <a:lnTo>
                    <a:pt x="17339" y="39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5"/>
            <p:cNvSpPr/>
            <p:nvPr/>
          </p:nvSpPr>
          <p:spPr>
            <a:xfrm>
              <a:off x="319200" y="3515375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8" y="309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2"/>
                  </a:lnTo>
                  <a:lnTo>
                    <a:pt x="7299" y="502"/>
                  </a:lnTo>
                  <a:lnTo>
                    <a:pt x="7453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3"/>
                  </a:lnTo>
                  <a:lnTo>
                    <a:pt x="6295" y="4943"/>
                  </a:lnTo>
                  <a:lnTo>
                    <a:pt x="6218" y="3978"/>
                  </a:lnTo>
                  <a:lnTo>
                    <a:pt x="6140" y="2974"/>
                  </a:lnTo>
                  <a:lnTo>
                    <a:pt x="6140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4"/>
                  </a:lnTo>
                  <a:lnTo>
                    <a:pt x="6449" y="502"/>
                  </a:lnTo>
                  <a:lnTo>
                    <a:pt x="6527" y="425"/>
                  </a:lnTo>
                  <a:lnTo>
                    <a:pt x="6642" y="348"/>
                  </a:lnTo>
                  <a:lnTo>
                    <a:pt x="6758" y="309"/>
                  </a:lnTo>
                  <a:close/>
                  <a:moveTo>
                    <a:pt x="11971" y="4711"/>
                  </a:moveTo>
                  <a:lnTo>
                    <a:pt x="12087" y="4750"/>
                  </a:lnTo>
                  <a:lnTo>
                    <a:pt x="12164" y="4827"/>
                  </a:lnTo>
                  <a:lnTo>
                    <a:pt x="12280" y="4905"/>
                  </a:lnTo>
                  <a:lnTo>
                    <a:pt x="12319" y="4982"/>
                  </a:lnTo>
                  <a:lnTo>
                    <a:pt x="12396" y="5136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1"/>
                  </a:lnTo>
                  <a:lnTo>
                    <a:pt x="10041" y="5831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8" y="5252"/>
                  </a:lnTo>
                  <a:lnTo>
                    <a:pt x="7955" y="5020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8" y="4750"/>
                  </a:lnTo>
                  <a:lnTo>
                    <a:pt x="11353" y="4711"/>
                  </a:lnTo>
                  <a:close/>
                  <a:moveTo>
                    <a:pt x="5638" y="5754"/>
                  </a:moveTo>
                  <a:lnTo>
                    <a:pt x="4557" y="6449"/>
                  </a:lnTo>
                  <a:lnTo>
                    <a:pt x="3437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29" y="7917"/>
                  </a:lnTo>
                  <a:lnTo>
                    <a:pt x="1120" y="7955"/>
                  </a:lnTo>
                  <a:lnTo>
                    <a:pt x="927" y="7917"/>
                  </a:lnTo>
                  <a:lnTo>
                    <a:pt x="850" y="7878"/>
                  </a:lnTo>
                  <a:lnTo>
                    <a:pt x="773" y="7801"/>
                  </a:lnTo>
                  <a:lnTo>
                    <a:pt x="734" y="7685"/>
                  </a:lnTo>
                  <a:lnTo>
                    <a:pt x="696" y="7530"/>
                  </a:lnTo>
                  <a:lnTo>
                    <a:pt x="696" y="7376"/>
                  </a:lnTo>
                  <a:lnTo>
                    <a:pt x="696" y="7221"/>
                  </a:lnTo>
                  <a:lnTo>
                    <a:pt x="734" y="7144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2"/>
                  </a:lnTo>
                  <a:lnTo>
                    <a:pt x="2742" y="6449"/>
                  </a:lnTo>
                  <a:lnTo>
                    <a:pt x="3592" y="6295"/>
                  </a:lnTo>
                  <a:lnTo>
                    <a:pt x="4634" y="6063"/>
                  </a:lnTo>
                  <a:lnTo>
                    <a:pt x="5136" y="5909"/>
                  </a:lnTo>
                  <a:lnTo>
                    <a:pt x="5638" y="5754"/>
                  </a:lnTo>
                  <a:close/>
                  <a:moveTo>
                    <a:pt x="6951" y="0"/>
                  </a:moveTo>
                  <a:lnTo>
                    <a:pt x="6720" y="39"/>
                  </a:lnTo>
                  <a:lnTo>
                    <a:pt x="6527" y="116"/>
                  </a:lnTo>
                  <a:lnTo>
                    <a:pt x="6333" y="232"/>
                  </a:lnTo>
                  <a:lnTo>
                    <a:pt x="6140" y="425"/>
                  </a:lnTo>
                  <a:lnTo>
                    <a:pt x="5986" y="618"/>
                  </a:lnTo>
                  <a:lnTo>
                    <a:pt x="5909" y="811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1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3" y="5020"/>
                  </a:lnTo>
                  <a:lnTo>
                    <a:pt x="6025" y="5136"/>
                  </a:lnTo>
                  <a:lnTo>
                    <a:pt x="6063" y="5252"/>
                  </a:lnTo>
                  <a:lnTo>
                    <a:pt x="5523" y="5445"/>
                  </a:lnTo>
                  <a:lnTo>
                    <a:pt x="4982" y="5561"/>
                  </a:lnTo>
                  <a:lnTo>
                    <a:pt x="3939" y="5831"/>
                  </a:lnTo>
                  <a:lnTo>
                    <a:pt x="2858" y="6024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0" y="6642"/>
                  </a:lnTo>
                  <a:lnTo>
                    <a:pt x="503" y="6835"/>
                  </a:lnTo>
                  <a:lnTo>
                    <a:pt x="232" y="7028"/>
                  </a:lnTo>
                  <a:lnTo>
                    <a:pt x="116" y="7144"/>
                  </a:lnTo>
                  <a:lnTo>
                    <a:pt x="39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39" y="7723"/>
                  </a:lnTo>
                  <a:lnTo>
                    <a:pt x="116" y="7917"/>
                  </a:lnTo>
                  <a:lnTo>
                    <a:pt x="232" y="8032"/>
                  </a:lnTo>
                  <a:lnTo>
                    <a:pt x="348" y="8148"/>
                  </a:lnTo>
                  <a:lnTo>
                    <a:pt x="503" y="8225"/>
                  </a:lnTo>
                  <a:lnTo>
                    <a:pt x="618" y="8264"/>
                  </a:lnTo>
                  <a:lnTo>
                    <a:pt x="927" y="8341"/>
                  </a:lnTo>
                  <a:lnTo>
                    <a:pt x="1275" y="8341"/>
                  </a:lnTo>
                  <a:lnTo>
                    <a:pt x="1622" y="8303"/>
                  </a:lnTo>
                  <a:lnTo>
                    <a:pt x="1931" y="8187"/>
                  </a:lnTo>
                  <a:lnTo>
                    <a:pt x="2549" y="7994"/>
                  </a:lnTo>
                  <a:lnTo>
                    <a:pt x="3553" y="7530"/>
                  </a:lnTo>
                  <a:lnTo>
                    <a:pt x="4519" y="6990"/>
                  </a:lnTo>
                  <a:lnTo>
                    <a:pt x="5445" y="6372"/>
                  </a:lnTo>
                  <a:lnTo>
                    <a:pt x="5909" y="6063"/>
                  </a:lnTo>
                  <a:lnTo>
                    <a:pt x="6333" y="5715"/>
                  </a:lnTo>
                  <a:lnTo>
                    <a:pt x="6527" y="6102"/>
                  </a:lnTo>
                  <a:lnTo>
                    <a:pt x="6642" y="6295"/>
                  </a:lnTo>
                  <a:lnTo>
                    <a:pt x="6758" y="6449"/>
                  </a:lnTo>
                  <a:lnTo>
                    <a:pt x="7029" y="6372"/>
                  </a:lnTo>
                  <a:lnTo>
                    <a:pt x="7029" y="6333"/>
                  </a:lnTo>
                  <a:lnTo>
                    <a:pt x="6835" y="5986"/>
                  </a:lnTo>
                  <a:lnTo>
                    <a:pt x="6758" y="5831"/>
                  </a:lnTo>
                  <a:lnTo>
                    <a:pt x="6720" y="5638"/>
                  </a:lnTo>
                  <a:lnTo>
                    <a:pt x="6720" y="5561"/>
                  </a:lnTo>
                  <a:lnTo>
                    <a:pt x="7569" y="5831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7"/>
                  </a:lnTo>
                  <a:lnTo>
                    <a:pt x="11006" y="6217"/>
                  </a:lnTo>
                  <a:lnTo>
                    <a:pt x="11469" y="6179"/>
                  </a:lnTo>
                  <a:lnTo>
                    <a:pt x="11933" y="6140"/>
                  </a:lnTo>
                  <a:lnTo>
                    <a:pt x="12357" y="5986"/>
                  </a:lnTo>
                  <a:lnTo>
                    <a:pt x="12512" y="5909"/>
                  </a:lnTo>
                  <a:lnTo>
                    <a:pt x="12666" y="5793"/>
                  </a:lnTo>
                  <a:lnTo>
                    <a:pt x="12821" y="5677"/>
                  </a:lnTo>
                  <a:lnTo>
                    <a:pt x="12898" y="5522"/>
                  </a:lnTo>
                  <a:lnTo>
                    <a:pt x="12975" y="5368"/>
                  </a:lnTo>
                  <a:lnTo>
                    <a:pt x="12975" y="5175"/>
                  </a:lnTo>
                  <a:lnTo>
                    <a:pt x="12975" y="4982"/>
                  </a:lnTo>
                  <a:lnTo>
                    <a:pt x="12898" y="4827"/>
                  </a:lnTo>
                  <a:lnTo>
                    <a:pt x="12821" y="4711"/>
                  </a:lnTo>
                  <a:lnTo>
                    <a:pt x="12744" y="4634"/>
                  </a:lnTo>
                  <a:lnTo>
                    <a:pt x="12628" y="4518"/>
                  </a:lnTo>
                  <a:lnTo>
                    <a:pt x="12473" y="4480"/>
                  </a:lnTo>
                  <a:lnTo>
                    <a:pt x="12164" y="4364"/>
                  </a:lnTo>
                  <a:lnTo>
                    <a:pt x="11817" y="4325"/>
                  </a:lnTo>
                  <a:lnTo>
                    <a:pt x="11469" y="4325"/>
                  </a:lnTo>
                  <a:lnTo>
                    <a:pt x="10890" y="4364"/>
                  </a:lnTo>
                  <a:lnTo>
                    <a:pt x="9847" y="4403"/>
                  </a:lnTo>
                  <a:lnTo>
                    <a:pt x="8843" y="4480"/>
                  </a:lnTo>
                  <a:lnTo>
                    <a:pt x="7839" y="4634"/>
                  </a:lnTo>
                  <a:lnTo>
                    <a:pt x="6835" y="4827"/>
                  </a:lnTo>
                  <a:lnTo>
                    <a:pt x="7376" y="3476"/>
                  </a:lnTo>
                  <a:lnTo>
                    <a:pt x="7646" y="2742"/>
                  </a:lnTo>
                  <a:lnTo>
                    <a:pt x="7839" y="2047"/>
                  </a:lnTo>
                  <a:lnTo>
                    <a:pt x="7917" y="1815"/>
                  </a:lnTo>
                  <a:lnTo>
                    <a:pt x="7917" y="1545"/>
                  </a:lnTo>
                  <a:lnTo>
                    <a:pt x="7917" y="1313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8"/>
                  </a:lnTo>
                  <a:lnTo>
                    <a:pt x="7531" y="425"/>
                  </a:lnTo>
                  <a:lnTo>
                    <a:pt x="7337" y="271"/>
                  </a:lnTo>
                  <a:lnTo>
                    <a:pt x="7260" y="155"/>
                  </a:lnTo>
                  <a:lnTo>
                    <a:pt x="7144" y="78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5"/>
            <p:cNvSpPr/>
            <p:nvPr/>
          </p:nvSpPr>
          <p:spPr>
            <a:xfrm>
              <a:off x="5978200" y="1074925"/>
              <a:ext cx="144850" cy="162200"/>
            </a:xfrm>
            <a:custGeom>
              <a:avLst/>
              <a:gdLst/>
              <a:ahLst/>
              <a:cxnLst/>
              <a:rect l="l" t="t" r="r" b="b"/>
              <a:pathLst>
                <a:path w="5794" h="6488" extrusionOk="0">
                  <a:moveTo>
                    <a:pt x="2241" y="425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7" y="734"/>
                  </a:lnTo>
                  <a:lnTo>
                    <a:pt x="4171" y="1004"/>
                  </a:lnTo>
                  <a:lnTo>
                    <a:pt x="4558" y="1313"/>
                  </a:lnTo>
                  <a:lnTo>
                    <a:pt x="4751" y="1506"/>
                  </a:lnTo>
                  <a:lnTo>
                    <a:pt x="4905" y="1738"/>
                  </a:lnTo>
                  <a:lnTo>
                    <a:pt x="5021" y="1931"/>
                  </a:lnTo>
                  <a:lnTo>
                    <a:pt x="5137" y="2163"/>
                  </a:lnTo>
                  <a:lnTo>
                    <a:pt x="5214" y="2433"/>
                  </a:lnTo>
                  <a:lnTo>
                    <a:pt x="5291" y="2703"/>
                  </a:lnTo>
                  <a:lnTo>
                    <a:pt x="5330" y="3167"/>
                  </a:lnTo>
                  <a:lnTo>
                    <a:pt x="5330" y="3630"/>
                  </a:lnTo>
                  <a:lnTo>
                    <a:pt x="5214" y="4132"/>
                  </a:lnTo>
                  <a:lnTo>
                    <a:pt x="5021" y="4557"/>
                  </a:lnTo>
                  <a:lnTo>
                    <a:pt x="4789" y="4982"/>
                  </a:lnTo>
                  <a:lnTo>
                    <a:pt x="4480" y="5329"/>
                  </a:lnTo>
                  <a:lnTo>
                    <a:pt x="4287" y="5484"/>
                  </a:lnTo>
                  <a:lnTo>
                    <a:pt x="4094" y="5638"/>
                  </a:lnTo>
                  <a:lnTo>
                    <a:pt x="3901" y="5754"/>
                  </a:lnTo>
                  <a:lnTo>
                    <a:pt x="3669" y="5831"/>
                  </a:lnTo>
                  <a:lnTo>
                    <a:pt x="3360" y="5947"/>
                  </a:lnTo>
                  <a:lnTo>
                    <a:pt x="3090" y="5986"/>
                  </a:lnTo>
                  <a:lnTo>
                    <a:pt x="2820" y="6024"/>
                  </a:lnTo>
                  <a:lnTo>
                    <a:pt x="2550" y="5986"/>
                  </a:lnTo>
                  <a:lnTo>
                    <a:pt x="2279" y="5947"/>
                  </a:lnTo>
                  <a:lnTo>
                    <a:pt x="2048" y="5870"/>
                  </a:lnTo>
                  <a:lnTo>
                    <a:pt x="1855" y="5754"/>
                  </a:lnTo>
                  <a:lnTo>
                    <a:pt x="1623" y="5638"/>
                  </a:lnTo>
                  <a:lnTo>
                    <a:pt x="1430" y="5484"/>
                  </a:lnTo>
                  <a:lnTo>
                    <a:pt x="1275" y="5291"/>
                  </a:lnTo>
                  <a:lnTo>
                    <a:pt x="1082" y="5097"/>
                  </a:lnTo>
                  <a:lnTo>
                    <a:pt x="966" y="4904"/>
                  </a:lnTo>
                  <a:lnTo>
                    <a:pt x="696" y="4441"/>
                  </a:lnTo>
                  <a:lnTo>
                    <a:pt x="542" y="3900"/>
                  </a:lnTo>
                  <a:lnTo>
                    <a:pt x="426" y="3398"/>
                  </a:lnTo>
                  <a:lnTo>
                    <a:pt x="426" y="2858"/>
                  </a:lnTo>
                  <a:lnTo>
                    <a:pt x="503" y="2317"/>
                  </a:lnTo>
                  <a:lnTo>
                    <a:pt x="542" y="2047"/>
                  </a:lnTo>
                  <a:lnTo>
                    <a:pt x="657" y="1815"/>
                  </a:lnTo>
                  <a:lnTo>
                    <a:pt x="735" y="1584"/>
                  </a:lnTo>
                  <a:lnTo>
                    <a:pt x="889" y="1352"/>
                  </a:lnTo>
                  <a:lnTo>
                    <a:pt x="1044" y="1159"/>
                  </a:lnTo>
                  <a:lnTo>
                    <a:pt x="1237" y="1004"/>
                  </a:lnTo>
                  <a:lnTo>
                    <a:pt x="1430" y="811"/>
                  </a:lnTo>
                  <a:lnTo>
                    <a:pt x="1661" y="695"/>
                  </a:lnTo>
                  <a:lnTo>
                    <a:pt x="1893" y="580"/>
                  </a:lnTo>
                  <a:lnTo>
                    <a:pt x="2202" y="502"/>
                  </a:lnTo>
                  <a:lnTo>
                    <a:pt x="2241" y="464"/>
                  </a:lnTo>
                  <a:lnTo>
                    <a:pt x="2241" y="425"/>
                  </a:lnTo>
                  <a:close/>
                  <a:moveTo>
                    <a:pt x="2279" y="0"/>
                  </a:moveTo>
                  <a:lnTo>
                    <a:pt x="1970" y="39"/>
                  </a:lnTo>
                  <a:lnTo>
                    <a:pt x="1893" y="78"/>
                  </a:lnTo>
                  <a:lnTo>
                    <a:pt x="1816" y="116"/>
                  </a:lnTo>
                  <a:lnTo>
                    <a:pt x="1816" y="193"/>
                  </a:lnTo>
                  <a:lnTo>
                    <a:pt x="1816" y="271"/>
                  </a:lnTo>
                  <a:lnTo>
                    <a:pt x="1507" y="348"/>
                  </a:lnTo>
                  <a:lnTo>
                    <a:pt x="1275" y="464"/>
                  </a:lnTo>
                  <a:lnTo>
                    <a:pt x="1044" y="618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7"/>
                  </a:lnTo>
                  <a:lnTo>
                    <a:pt x="349" y="1429"/>
                  </a:lnTo>
                  <a:lnTo>
                    <a:pt x="233" y="1661"/>
                  </a:lnTo>
                  <a:lnTo>
                    <a:pt x="117" y="1931"/>
                  </a:lnTo>
                  <a:lnTo>
                    <a:pt x="78" y="2201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0"/>
                  </a:lnTo>
                  <a:lnTo>
                    <a:pt x="271" y="4518"/>
                  </a:lnTo>
                  <a:lnTo>
                    <a:pt x="387" y="4827"/>
                  </a:lnTo>
                  <a:lnTo>
                    <a:pt x="542" y="5097"/>
                  </a:lnTo>
                  <a:lnTo>
                    <a:pt x="696" y="5329"/>
                  </a:lnTo>
                  <a:lnTo>
                    <a:pt x="851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0"/>
                  </a:lnTo>
                  <a:lnTo>
                    <a:pt x="1739" y="6256"/>
                  </a:lnTo>
                  <a:lnTo>
                    <a:pt x="2009" y="6372"/>
                  </a:lnTo>
                  <a:lnTo>
                    <a:pt x="2279" y="6449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49"/>
                  </a:lnTo>
                  <a:lnTo>
                    <a:pt x="3554" y="6372"/>
                  </a:lnTo>
                  <a:lnTo>
                    <a:pt x="3862" y="6256"/>
                  </a:lnTo>
                  <a:lnTo>
                    <a:pt x="4133" y="6140"/>
                  </a:lnTo>
                  <a:lnTo>
                    <a:pt x="4403" y="5986"/>
                  </a:lnTo>
                  <a:lnTo>
                    <a:pt x="4635" y="5793"/>
                  </a:lnTo>
                  <a:lnTo>
                    <a:pt x="4866" y="5599"/>
                  </a:lnTo>
                  <a:lnTo>
                    <a:pt x="5060" y="5368"/>
                  </a:lnTo>
                  <a:lnTo>
                    <a:pt x="5214" y="5136"/>
                  </a:lnTo>
                  <a:lnTo>
                    <a:pt x="5368" y="4866"/>
                  </a:lnTo>
                  <a:lnTo>
                    <a:pt x="5523" y="4634"/>
                  </a:lnTo>
                  <a:lnTo>
                    <a:pt x="5639" y="4325"/>
                  </a:lnTo>
                  <a:lnTo>
                    <a:pt x="5716" y="4055"/>
                  </a:lnTo>
                  <a:lnTo>
                    <a:pt x="5755" y="3746"/>
                  </a:lnTo>
                  <a:lnTo>
                    <a:pt x="5793" y="3437"/>
                  </a:lnTo>
                  <a:lnTo>
                    <a:pt x="5793" y="3128"/>
                  </a:lnTo>
                  <a:lnTo>
                    <a:pt x="5793" y="2858"/>
                  </a:lnTo>
                  <a:lnTo>
                    <a:pt x="5716" y="2549"/>
                  </a:lnTo>
                  <a:lnTo>
                    <a:pt x="5639" y="2240"/>
                  </a:lnTo>
                  <a:lnTo>
                    <a:pt x="5523" y="1931"/>
                  </a:lnTo>
                  <a:lnTo>
                    <a:pt x="5368" y="1661"/>
                  </a:lnTo>
                  <a:lnTo>
                    <a:pt x="5214" y="1390"/>
                  </a:lnTo>
                  <a:lnTo>
                    <a:pt x="5021" y="1159"/>
                  </a:lnTo>
                  <a:lnTo>
                    <a:pt x="4828" y="927"/>
                  </a:lnTo>
                  <a:lnTo>
                    <a:pt x="4596" y="734"/>
                  </a:lnTo>
                  <a:lnTo>
                    <a:pt x="4326" y="541"/>
                  </a:lnTo>
                  <a:lnTo>
                    <a:pt x="4094" y="386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5"/>
            <p:cNvSpPr/>
            <p:nvPr/>
          </p:nvSpPr>
          <p:spPr>
            <a:xfrm>
              <a:off x="6055450" y="1230350"/>
              <a:ext cx="302175" cy="155450"/>
            </a:xfrm>
            <a:custGeom>
              <a:avLst/>
              <a:gdLst/>
              <a:ahLst/>
              <a:cxnLst/>
              <a:rect l="l" t="t" r="r" b="b"/>
              <a:pathLst>
                <a:path w="12087" h="6218" extrusionOk="0">
                  <a:moveTo>
                    <a:pt x="11739" y="0"/>
                  </a:moveTo>
                  <a:lnTo>
                    <a:pt x="11662" y="39"/>
                  </a:lnTo>
                  <a:lnTo>
                    <a:pt x="11585" y="78"/>
                  </a:lnTo>
                  <a:lnTo>
                    <a:pt x="11507" y="116"/>
                  </a:lnTo>
                  <a:lnTo>
                    <a:pt x="11469" y="232"/>
                  </a:lnTo>
                  <a:lnTo>
                    <a:pt x="11469" y="309"/>
                  </a:lnTo>
                  <a:lnTo>
                    <a:pt x="11507" y="425"/>
                  </a:lnTo>
                  <a:lnTo>
                    <a:pt x="11585" y="580"/>
                  </a:lnTo>
                  <a:lnTo>
                    <a:pt x="11623" y="773"/>
                  </a:lnTo>
                  <a:lnTo>
                    <a:pt x="11585" y="966"/>
                  </a:lnTo>
                  <a:lnTo>
                    <a:pt x="11507" y="1120"/>
                  </a:lnTo>
                  <a:lnTo>
                    <a:pt x="11392" y="1275"/>
                  </a:lnTo>
                  <a:lnTo>
                    <a:pt x="11276" y="1429"/>
                  </a:lnTo>
                  <a:lnTo>
                    <a:pt x="10928" y="1738"/>
                  </a:lnTo>
                  <a:lnTo>
                    <a:pt x="10503" y="2008"/>
                  </a:lnTo>
                  <a:lnTo>
                    <a:pt x="10079" y="2240"/>
                  </a:lnTo>
                  <a:lnTo>
                    <a:pt x="9422" y="2587"/>
                  </a:lnTo>
                  <a:lnTo>
                    <a:pt x="9036" y="2781"/>
                  </a:lnTo>
                  <a:lnTo>
                    <a:pt x="9036" y="2703"/>
                  </a:lnTo>
                  <a:lnTo>
                    <a:pt x="8959" y="2626"/>
                  </a:lnTo>
                  <a:lnTo>
                    <a:pt x="8495" y="2201"/>
                  </a:lnTo>
                  <a:lnTo>
                    <a:pt x="8109" y="1699"/>
                  </a:lnTo>
                  <a:lnTo>
                    <a:pt x="7839" y="1892"/>
                  </a:lnTo>
                  <a:lnTo>
                    <a:pt x="7993" y="2201"/>
                  </a:lnTo>
                  <a:lnTo>
                    <a:pt x="8187" y="2510"/>
                  </a:lnTo>
                  <a:lnTo>
                    <a:pt x="8418" y="2781"/>
                  </a:lnTo>
                  <a:lnTo>
                    <a:pt x="8650" y="2974"/>
                  </a:lnTo>
                  <a:lnTo>
                    <a:pt x="7607" y="3514"/>
                  </a:lnTo>
                  <a:lnTo>
                    <a:pt x="6565" y="3978"/>
                  </a:lnTo>
                  <a:lnTo>
                    <a:pt x="5252" y="4518"/>
                  </a:lnTo>
                  <a:lnTo>
                    <a:pt x="3939" y="4982"/>
                  </a:lnTo>
                  <a:lnTo>
                    <a:pt x="3669" y="5059"/>
                  </a:lnTo>
                  <a:lnTo>
                    <a:pt x="3707" y="4711"/>
                  </a:lnTo>
                  <a:lnTo>
                    <a:pt x="3630" y="4364"/>
                  </a:lnTo>
                  <a:lnTo>
                    <a:pt x="3514" y="4055"/>
                  </a:lnTo>
                  <a:lnTo>
                    <a:pt x="3321" y="3707"/>
                  </a:lnTo>
                  <a:lnTo>
                    <a:pt x="3012" y="3900"/>
                  </a:lnTo>
                  <a:lnTo>
                    <a:pt x="3128" y="4171"/>
                  </a:lnTo>
                  <a:lnTo>
                    <a:pt x="3205" y="4441"/>
                  </a:lnTo>
                  <a:lnTo>
                    <a:pt x="3244" y="4866"/>
                  </a:lnTo>
                  <a:lnTo>
                    <a:pt x="3244" y="5252"/>
                  </a:lnTo>
                  <a:lnTo>
                    <a:pt x="2356" y="5522"/>
                  </a:lnTo>
                  <a:lnTo>
                    <a:pt x="1892" y="5638"/>
                  </a:lnTo>
                  <a:lnTo>
                    <a:pt x="1429" y="5677"/>
                  </a:lnTo>
                  <a:lnTo>
                    <a:pt x="1043" y="5715"/>
                  </a:lnTo>
                  <a:lnTo>
                    <a:pt x="850" y="5715"/>
                  </a:lnTo>
                  <a:lnTo>
                    <a:pt x="695" y="5677"/>
                  </a:lnTo>
                  <a:lnTo>
                    <a:pt x="579" y="5599"/>
                  </a:lnTo>
                  <a:lnTo>
                    <a:pt x="464" y="5522"/>
                  </a:lnTo>
                  <a:lnTo>
                    <a:pt x="386" y="5406"/>
                  </a:lnTo>
                  <a:lnTo>
                    <a:pt x="348" y="5291"/>
                  </a:lnTo>
                  <a:lnTo>
                    <a:pt x="309" y="5213"/>
                  </a:lnTo>
                  <a:lnTo>
                    <a:pt x="270" y="5175"/>
                  </a:lnTo>
                  <a:lnTo>
                    <a:pt x="155" y="5136"/>
                  </a:lnTo>
                  <a:lnTo>
                    <a:pt x="77" y="5175"/>
                  </a:lnTo>
                  <a:lnTo>
                    <a:pt x="39" y="5213"/>
                  </a:lnTo>
                  <a:lnTo>
                    <a:pt x="0" y="5291"/>
                  </a:lnTo>
                  <a:lnTo>
                    <a:pt x="0" y="5445"/>
                  </a:lnTo>
                  <a:lnTo>
                    <a:pt x="39" y="5599"/>
                  </a:lnTo>
                  <a:lnTo>
                    <a:pt x="77" y="5754"/>
                  </a:lnTo>
                  <a:lnTo>
                    <a:pt x="155" y="5870"/>
                  </a:lnTo>
                  <a:lnTo>
                    <a:pt x="232" y="5947"/>
                  </a:lnTo>
                  <a:lnTo>
                    <a:pt x="309" y="6024"/>
                  </a:lnTo>
                  <a:lnTo>
                    <a:pt x="541" y="6140"/>
                  </a:lnTo>
                  <a:lnTo>
                    <a:pt x="811" y="6179"/>
                  </a:lnTo>
                  <a:lnTo>
                    <a:pt x="1120" y="6217"/>
                  </a:lnTo>
                  <a:lnTo>
                    <a:pt x="1429" y="6179"/>
                  </a:lnTo>
                  <a:lnTo>
                    <a:pt x="1699" y="6140"/>
                  </a:lnTo>
                  <a:lnTo>
                    <a:pt x="2896" y="5831"/>
                  </a:lnTo>
                  <a:lnTo>
                    <a:pt x="4093" y="5445"/>
                  </a:lnTo>
                  <a:lnTo>
                    <a:pt x="5290" y="5020"/>
                  </a:lnTo>
                  <a:lnTo>
                    <a:pt x="6449" y="4557"/>
                  </a:lnTo>
                  <a:lnTo>
                    <a:pt x="7530" y="4093"/>
                  </a:lnTo>
                  <a:lnTo>
                    <a:pt x="8573" y="3591"/>
                  </a:lnTo>
                  <a:lnTo>
                    <a:pt x="9615" y="3051"/>
                  </a:lnTo>
                  <a:lnTo>
                    <a:pt x="10619" y="2472"/>
                  </a:lnTo>
                  <a:lnTo>
                    <a:pt x="10928" y="2279"/>
                  </a:lnTo>
                  <a:lnTo>
                    <a:pt x="11276" y="2047"/>
                  </a:lnTo>
                  <a:lnTo>
                    <a:pt x="11546" y="1777"/>
                  </a:lnTo>
                  <a:lnTo>
                    <a:pt x="11816" y="1506"/>
                  </a:lnTo>
                  <a:lnTo>
                    <a:pt x="12009" y="1197"/>
                  </a:lnTo>
                  <a:lnTo>
                    <a:pt x="12048" y="1043"/>
                  </a:lnTo>
                  <a:lnTo>
                    <a:pt x="12087" y="888"/>
                  </a:lnTo>
                  <a:lnTo>
                    <a:pt x="12087" y="695"/>
                  </a:lnTo>
                  <a:lnTo>
                    <a:pt x="12048" y="502"/>
                  </a:lnTo>
                  <a:lnTo>
                    <a:pt x="12009" y="309"/>
                  </a:lnTo>
                  <a:lnTo>
                    <a:pt x="11894" y="116"/>
                  </a:lnTo>
                  <a:lnTo>
                    <a:pt x="11816" y="39"/>
                  </a:lnTo>
                  <a:lnTo>
                    <a:pt x="1173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5"/>
            <p:cNvSpPr/>
            <p:nvPr/>
          </p:nvSpPr>
          <p:spPr>
            <a:xfrm>
              <a:off x="5947325" y="1038225"/>
              <a:ext cx="458575" cy="289650"/>
            </a:xfrm>
            <a:custGeom>
              <a:avLst/>
              <a:gdLst/>
              <a:ahLst/>
              <a:cxnLst/>
              <a:rect l="l" t="t" r="r" b="b"/>
              <a:pathLst>
                <a:path w="18343" h="11586" extrusionOk="0">
                  <a:moveTo>
                    <a:pt x="17068" y="387"/>
                  </a:moveTo>
                  <a:lnTo>
                    <a:pt x="17145" y="426"/>
                  </a:lnTo>
                  <a:lnTo>
                    <a:pt x="17223" y="503"/>
                  </a:lnTo>
                  <a:lnTo>
                    <a:pt x="17300" y="735"/>
                  </a:lnTo>
                  <a:lnTo>
                    <a:pt x="17377" y="928"/>
                  </a:lnTo>
                  <a:lnTo>
                    <a:pt x="17377" y="1121"/>
                  </a:lnTo>
                  <a:lnTo>
                    <a:pt x="17338" y="1314"/>
                  </a:lnTo>
                  <a:lnTo>
                    <a:pt x="17223" y="1546"/>
                  </a:lnTo>
                  <a:lnTo>
                    <a:pt x="16952" y="1893"/>
                  </a:lnTo>
                  <a:lnTo>
                    <a:pt x="16721" y="2125"/>
                  </a:lnTo>
                  <a:lnTo>
                    <a:pt x="16450" y="2356"/>
                  </a:lnTo>
                  <a:lnTo>
                    <a:pt x="16180" y="2550"/>
                  </a:lnTo>
                  <a:lnTo>
                    <a:pt x="15871" y="2665"/>
                  </a:lnTo>
                  <a:lnTo>
                    <a:pt x="15871" y="2086"/>
                  </a:lnTo>
                  <a:lnTo>
                    <a:pt x="15910" y="1777"/>
                  </a:lnTo>
                  <a:lnTo>
                    <a:pt x="15948" y="1468"/>
                  </a:lnTo>
                  <a:lnTo>
                    <a:pt x="16025" y="1198"/>
                  </a:lnTo>
                  <a:lnTo>
                    <a:pt x="16180" y="928"/>
                  </a:lnTo>
                  <a:lnTo>
                    <a:pt x="16334" y="696"/>
                  </a:lnTo>
                  <a:lnTo>
                    <a:pt x="16605" y="503"/>
                  </a:lnTo>
                  <a:lnTo>
                    <a:pt x="16836" y="426"/>
                  </a:lnTo>
                  <a:lnTo>
                    <a:pt x="16991" y="387"/>
                  </a:lnTo>
                  <a:close/>
                  <a:moveTo>
                    <a:pt x="14597" y="2974"/>
                  </a:moveTo>
                  <a:lnTo>
                    <a:pt x="14867" y="3013"/>
                  </a:lnTo>
                  <a:lnTo>
                    <a:pt x="15137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7"/>
                  </a:lnTo>
                  <a:lnTo>
                    <a:pt x="14056" y="3862"/>
                  </a:lnTo>
                  <a:lnTo>
                    <a:pt x="13786" y="3940"/>
                  </a:lnTo>
                  <a:lnTo>
                    <a:pt x="13477" y="4017"/>
                  </a:lnTo>
                  <a:lnTo>
                    <a:pt x="13052" y="4017"/>
                  </a:lnTo>
                  <a:lnTo>
                    <a:pt x="12975" y="3940"/>
                  </a:lnTo>
                  <a:lnTo>
                    <a:pt x="12975" y="3862"/>
                  </a:lnTo>
                  <a:lnTo>
                    <a:pt x="12975" y="3708"/>
                  </a:lnTo>
                  <a:lnTo>
                    <a:pt x="13014" y="3476"/>
                  </a:lnTo>
                  <a:lnTo>
                    <a:pt x="13052" y="3360"/>
                  </a:lnTo>
                  <a:lnTo>
                    <a:pt x="13207" y="3245"/>
                  </a:lnTo>
                  <a:lnTo>
                    <a:pt x="13400" y="3167"/>
                  </a:lnTo>
                  <a:lnTo>
                    <a:pt x="13709" y="3052"/>
                  </a:lnTo>
                  <a:lnTo>
                    <a:pt x="14018" y="3013"/>
                  </a:lnTo>
                  <a:lnTo>
                    <a:pt x="14326" y="2974"/>
                  </a:lnTo>
                  <a:close/>
                  <a:moveTo>
                    <a:pt x="15678" y="3283"/>
                  </a:moveTo>
                  <a:lnTo>
                    <a:pt x="16334" y="3476"/>
                  </a:lnTo>
                  <a:lnTo>
                    <a:pt x="16643" y="3554"/>
                  </a:lnTo>
                  <a:lnTo>
                    <a:pt x="16991" y="3669"/>
                  </a:lnTo>
                  <a:lnTo>
                    <a:pt x="17261" y="3824"/>
                  </a:lnTo>
                  <a:lnTo>
                    <a:pt x="17531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79" y="4596"/>
                  </a:lnTo>
                  <a:lnTo>
                    <a:pt x="17918" y="4789"/>
                  </a:lnTo>
                  <a:lnTo>
                    <a:pt x="17879" y="4944"/>
                  </a:lnTo>
                  <a:lnTo>
                    <a:pt x="17802" y="5059"/>
                  </a:lnTo>
                  <a:lnTo>
                    <a:pt x="17647" y="5137"/>
                  </a:lnTo>
                  <a:lnTo>
                    <a:pt x="17493" y="5175"/>
                  </a:lnTo>
                  <a:lnTo>
                    <a:pt x="17338" y="5175"/>
                  </a:lnTo>
                  <a:lnTo>
                    <a:pt x="17145" y="5137"/>
                  </a:lnTo>
                  <a:lnTo>
                    <a:pt x="16991" y="5059"/>
                  </a:lnTo>
                  <a:lnTo>
                    <a:pt x="16643" y="4789"/>
                  </a:lnTo>
                  <a:lnTo>
                    <a:pt x="16373" y="4480"/>
                  </a:lnTo>
                  <a:lnTo>
                    <a:pt x="16180" y="4210"/>
                  </a:lnTo>
                  <a:lnTo>
                    <a:pt x="15987" y="3901"/>
                  </a:lnTo>
                  <a:lnTo>
                    <a:pt x="15832" y="3592"/>
                  </a:lnTo>
                  <a:lnTo>
                    <a:pt x="15678" y="3283"/>
                  </a:lnTo>
                  <a:close/>
                  <a:moveTo>
                    <a:pt x="4634" y="542"/>
                  </a:moveTo>
                  <a:lnTo>
                    <a:pt x="5252" y="580"/>
                  </a:lnTo>
                  <a:lnTo>
                    <a:pt x="5831" y="696"/>
                  </a:lnTo>
                  <a:lnTo>
                    <a:pt x="6410" y="850"/>
                  </a:lnTo>
                  <a:lnTo>
                    <a:pt x="6990" y="1121"/>
                  </a:lnTo>
                  <a:lnTo>
                    <a:pt x="7492" y="1430"/>
                  </a:lnTo>
                  <a:lnTo>
                    <a:pt x="7916" y="1739"/>
                  </a:lnTo>
                  <a:lnTo>
                    <a:pt x="8303" y="2086"/>
                  </a:lnTo>
                  <a:lnTo>
                    <a:pt x="8650" y="2472"/>
                  </a:lnTo>
                  <a:lnTo>
                    <a:pt x="8959" y="2858"/>
                  </a:lnTo>
                  <a:lnTo>
                    <a:pt x="9538" y="3669"/>
                  </a:lnTo>
                  <a:lnTo>
                    <a:pt x="10156" y="4480"/>
                  </a:lnTo>
                  <a:lnTo>
                    <a:pt x="10388" y="4828"/>
                  </a:lnTo>
                  <a:lnTo>
                    <a:pt x="10697" y="5137"/>
                  </a:lnTo>
                  <a:lnTo>
                    <a:pt x="11006" y="5446"/>
                  </a:lnTo>
                  <a:lnTo>
                    <a:pt x="11353" y="5677"/>
                  </a:lnTo>
                  <a:lnTo>
                    <a:pt x="11701" y="5870"/>
                  </a:lnTo>
                  <a:lnTo>
                    <a:pt x="12125" y="5986"/>
                  </a:lnTo>
                  <a:lnTo>
                    <a:pt x="12512" y="6025"/>
                  </a:lnTo>
                  <a:lnTo>
                    <a:pt x="12975" y="5986"/>
                  </a:lnTo>
                  <a:lnTo>
                    <a:pt x="13322" y="5870"/>
                  </a:lnTo>
                  <a:lnTo>
                    <a:pt x="13631" y="5755"/>
                  </a:lnTo>
                  <a:lnTo>
                    <a:pt x="13902" y="5600"/>
                  </a:lnTo>
                  <a:lnTo>
                    <a:pt x="14172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8" y="4712"/>
                  </a:lnTo>
                  <a:lnTo>
                    <a:pt x="14983" y="4442"/>
                  </a:lnTo>
                  <a:lnTo>
                    <a:pt x="14751" y="5253"/>
                  </a:lnTo>
                  <a:lnTo>
                    <a:pt x="14442" y="5986"/>
                  </a:lnTo>
                  <a:lnTo>
                    <a:pt x="14056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1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6" y="10272"/>
                  </a:lnTo>
                  <a:lnTo>
                    <a:pt x="9615" y="10466"/>
                  </a:lnTo>
                  <a:lnTo>
                    <a:pt x="9075" y="10659"/>
                  </a:lnTo>
                  <a:lnTo>
                    <a:pt x="8496" y="10774"/>
                  </a:lnTo>
                  <a:lnTo>
                    <a:pt x="7955" y="10890"/>
                  </a:lnTo>
                  <a:lnTo>
                    <a:pt x="7376" y="10929"/>
                  </a:lnTo>
                  <a:lnTo>
                    <a:pt x="6835" y="10929"/>
                  </a:lnTo>
                  <a:lnTo>
                    <a:pt x="6256" y="10890"/>
                  </a:lnTo>
                  <a:lnTo>
                    <a:pt x="5715" y="10774"/>
                  </a:lnTo>
                  <a:lnTo>
                    <a:pt x="5175" y="10620"/>
                  </a:lnTo>
                  <a:lnTo>
                    <a:pt x="4634" y="10466"/>
                  </a:lnTo>
                  <a:lnTo>
                    <a:pt x="4132" y="10195"/>
                  </a:lnTo>
                  <a:lnTo>
                    <a:pt x="3630" y="9925"/>
                  </a:lnTo>
                  <a:lnTo>
                    <a:pt x="3128" y="9577"/>
                  </a:lnTo>
                  <a:lnTo>
                    <a:pt x="2665" y="9191"/>
                  </a:lnTo>
                  <a:lnTo>
                    <a:pt x="2201" y="8767"/>
                  </a:lnTo>
                  <a:lnTo>
                    <a:pt x="1777" y="8303"/>
                  </a:lnTo>
                  <a:lnTo>
                    <a:pt x="1429" y="7801"/>
                  </a:lnTo>
                  <a:lnTo>
                    <a:pt x="1082" y="7261"/>
                  </a:lnTo>
                  <a:lnTo>
                    <a:pt x="811" y="6720"/>
                  </a:lnTo>
                  <a:lnTo>
                    <a:pt x="618" y="6141"/>
                  </a:lnTo>
                  <a:lnTo>
                    <a:pt x="464" y="5523"/>
                  </a:lnTo>
                  <a:lnTo>
                    <a:pt x="425" y="4905"/>
                  </a:lnTo>
                  <a:lnTo>
                    <a:pt x="464" y="4287"/>
                  </a:lnTo>
                  <a:lnTo>
                    <a:pt x="618" y="3708"/>
                  </a:lnTo>
                  <a:lnTo>
                    <a:pt x="811" y="3129"/>
                  </a:lnTo>
                  <a:lnTo>
                    <a:pt x="1120" y="2588"/>
                  </a:lnTo>
                  <a:lnTo>
                    <a:pt x="1468" y="2086"/>
                  </a:lnTo>
                  <a:lnTo>
                    <a:pt x="1892" y="1661"/>
                  </a:lnTo>
                  <a:lnTo>
                    <a:pt x="2356" y="1275"/>
                  </a:lnTo>
                  <a:lnTo>
                    <a:pt x="2896" y="1005"/>
                  </a:lnTo>
                  <a:lnTo>
                    <a:pt x="3476" y="773"/>
                  </a:lnTo>
                  <a:lnTo>
                    <a:pt x="4055" y="619"/>
                  </a:lnTo>
                  <a:lnTo>
                    <a:pt x="4634" y="542"/>
                  </a:lnTo>
                  <a:close/>
                  <a:moveTo>
                    <a:pt x="16875" y="1"/>
                  </a:moveTo>
                  <a:lnTo>
                    <a:pt x="16682" y="40"/>
                  </a:lnTo>
                  <a:lnTo>
                    <a:pt x="16450" y="155"/>
                  </a:lnTo>
                  <a:lnTo>
                    <a:pt x="16257" y="271"/>
                  </a:lnTo>
                  <a:lnTo>
                    <a:pt x="16103" y="426"/>
                  </a:lnTo>
                  <a:lnTo>
                    <a:pt x="15948" y="580"/>
                  </a:lnTo>
                  <a:lnTo>
                    <a:pt x="15832" y="773"/>
                  </a:lnTo>
                  <a:lnTo>
                    <a:pt x="15717" y="1005"/>
                  </a:lnTo>
                  <a:lnTo>
                    <a:pt x="15601" y="1237"/>
                  </a:lnTo>
                  <a:lnTo>
                    <a:pt x="15485" y="1739"/>
                  </a:lnTo>
                  <a:lnTo>
                    <a:pt x="15446" y="2279"/>
                  </a:lnTo>
                  <a:lnTo>
                    <a:pt x="15485" y="2820"/>
                  </a:lnTo>
                  <a:lnTo>
                    <a:pt x="15369" y="2820"/>
                  </a:lnTo>
                  <a:lnTo>
                    <a:pt x="15330" y="2858"/>
                  </a:lnTo>
                  <a:lnTo>
                    <a:pt x="14906" y="2743"/>
                  </a:lnTo>
                  <a:lnTo>
                    <a:pt x="14442" y="2665"/>
                  </a:lnTo>
                  <a:lnTo>
                    <a:pt x="13979" y="2665"/>
                  </a:lnTo>
                  <a:lnTo>
                    <a:pt x="13516" y="2743"/>
                  </a:lnTo>
                  <a:lnTo>
                    <a:pt x="13168" y="2858"/>
                  </a:lnTo>
                  <a:lnTo>
                    <a:pt x="12975" y="2974"/>
                  </a:lnTo>
                  <a:lnTo>
                    <a:pt x="12782" y="3090"/>
                  </a:lnTo>
                  <a:lnTo>
                    <a:pt x="12627" y="3206"/>
                  </a:lnTo>
                  <a:lnTo>
                    <a:pt x="12512" y="3360"/>
                  </a:lnTo>
                  <a:lnTo>
                    <a:pt x="12396" y="3554"/>
                  </a:lnTo>
                  <a:lnTo>
                    <a:pt x="12396" y="3747"/>
                  </a:lnTo>
                  <a:lnTo>
                    <a:pt x="12396" y="3940"/>
                  </a:lnTo>
                  <a:lnTo>
                    <a:pt x="12473" y="4094"/>
                  </a:lnTo>
                  <a:lnTo>
                    <a:pt x="12627" y="4210"/>
                  </a:lnTo>
                  <a:lnTo>
                    <a:pt x="12782" y="4287"/>
                  </a:lnTo>
                  <a:lnTo>
                    <a:pt x="12975" y="4364"/>
                  </a:lnTo>
                  <a:lnTo>
                    <a:pt x="13168" y="4403"/>
                  </a:lnTo>
                  <a:lnTo>
                    <a:pt x="13516" y="4364"/>
                  </a:lnTo>
                  <a:lnTo>
                    <a:pt x="13863" y="4326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8" y="3824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3" y="4866"/>
                  </a:lnTo>
                  <a:lnTo>
                    <a:pt x="13940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29" y="5446"/>
                  </a:lnTo>
                  <a:lnTo>
                    <a:pt x="12743" y="5523"/>
                  </a:lnTo>
                  <a:lnTo>
                    <a:pt x="12396" y="5523"/>
                  </a:lnTo>
                  <a:lnTo>
                    <a:pt x="12048" y="5446"/>
                  </a:lnTo>
                  <a:lnTo>
                    <a:pt x="11739" y="5330"/>
                  </a:lnTo>
                  <a:lnTo>
                    <a:pt x="11430" y="5137"/>
                  </a:lnTo>
                  <a:lnTo>
                    <a:pt x="11121" y="4905"/>
                  </a:lnTo>
                  <a:lnTo>
                    <a:pt x="10851" y="4635"/>
                  </a:lnTo>
                  <a:lnTo>
                    <a:pt x="10542" y="4210"/>
                  </a:lnTo>
                  <a:lnTo>
                    <a:pt x="10195" y="3785"/>
                  </a:lnTo>
                  <a:lnTo>
                    <a:pt x="9615" y="2936"/>
                  </a:lnTo>
                  <a:lnTo>
                    <a:pt x="9307" y="2511"/>
                  </a:lnTo>
                  <a:lnTo>
                    <a:pt x="8959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6" y="966"/>
                  </a:lnTo>
                  <a:lnTo>
                    <a:pt x="7105" y="657"/>
                  </a:lnTo>
                  <a:lnTo>
                    <a:pt x="6526" y="426"/>
                  </a:lnTo>
                  <a:lnTo>
                    <a:pt x="5947" y="271"/>
                  </a:lnTo>
                  <a:lnTo>
                    <a:pt x="5329" y="155"/>
                  </a:lnTo>
                  <a:lnTo>
                    <a:pt x="4750" y="117"/>
                  </a:lnTo>
                  <a:lnTo>
                    <a:pt x="4132" y="155"/>
                  </a:lnTo>
                  <a:lnTo>
                    <a:pt x="3553" y="271"/>
                  </a:lnTo>
                  <a:lnTo>
                    <a:pt x="3283" y="348"/>
                  </a:lnTo>
                  <a:lnTo>
                    <a:pt x="2935" y="464"/>
                  </a:lnTo>
                  <a:lnTo>
                    <a:pt x="2588" y="619"/>
                  </a:lnTo>
                  <a:lnTo>
                    <a:pt x="2279" y="812"/>
                  </a:lnTo>
                  <a:lnTo>
                    <a:pt x="1931" y="1005"/>
                  </a:lnTo>
                  <a:lnTo>
                    <a:pt x="1661" y="1275"/>
                  </a:lnTo>
                  <a:lnTo>
                    <a:pt x="1352" y="1546"/>
                  </a:lnTo>
                  <a:lnTo>
                    <a:pt x="1082" y="1854"/>
                  </a:lnTo>
                  <a:lnTo>
                    <a:pt x="850" y="2163"/>
                  </a:lnTo>
                  <a:lnTo>
                    <a:pt x="541" y="2665"/>
                  </a:lnTo>
                  <a:lnTo>
                    <a:pt x="309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0" y="4712"/>
                  </a:lnTo>
                  <a:lnTo>
                    <a:pt x="39" y="5214"/>
                  </a:lnTo>
                  <a:lnTo>
                    <a:pt x="78" y="5716"/>
                  </a:lnTo>
                  <a:lnTo>
                    <a:pt x="193" y="6218"/>
                  </a:lnTo>
                  <a:lnTo>
                    <a:pt x="386" y="6720"/>
                  </a:lnTo>
                  <a:lnTo>
                    <a:pt x="580" y="7222"/>
                  </a:lnTo>
                  <a:lnTo>
                    <a:pt x="811" y="7685"/>
                  </a:lnTo>
                  <a:lnTo>
                    <a:pt x="1082" y="8110"/>
                  </a:lnTo>
                  <a:lnTo>
                    <a:pt x="1429" y="8573"/>
                  </a:lnTo>
                  <a:lnTo>
                    <a:pt x="1777" y="8960"/>
                  </a:lnTo>
                  <a:lnTo>
                    <a:pt x="2124" y="9384"/>
                  </a:lnTo>
                  <a:lnTo>
                    <a:pt x="2549" y="9732"/>
                  </a:lnTo>
                  <a:lnTo>
                    <a:pt x="3090" y="10157"/>
                  </a:lnTo>
                  <a:lnTo>
                    <a:pt x="3630" y="10504"/>
                  </a:lnTo>
                  <a:lnTo>
                    <a:pt x="4209" y="10774"/>
                  </a:lnTo>
                  <a:lnTo>
                    <a:pt x="4789" y="11045"/>
                  </a:lnTo>
                  <a:lnTo>
                    <a:pt x="5406" y="11199"/>
                  </a:lnTo>
                  <a:lnTo>
                    <a:pt x="6024" y="11354"/>
                  </a:lnTo>
                  <a:lnTo>
                    <a:pt x="6642" y="11392"/>
                  </a:lnTo>
                  <a:lnTo>
                    <a:pt x="7260" y="11431"/>
                  </a:lnTo>
                  <a:lnTo>
                    <a:pt x="7337" y="11585"/>
                  </a:lnTo>
                  <a:lnTo>
                    <a:pt x="7646" y="11392"/>
                  </a:lnTo>
                  <a:lnTo>
                    <a:pt x="8457" y="11315"/>
                  </a:lnTo>
                  <a:lnTo>
                    <a:pt x="9268" y="11122"/>
                  </a:lnTo>
                  <a:lnTo>
                    <a:pt x="10079" y="10813"/>
                  </a:lnTo>
                  <a:lnTo>
                    <a:pt x="10851" y="10466"/>
                  </a:lnTo>
                  <a:lnTo>
                    <a:pt x="11546" y="10041"/>
                  </a:lnTo>
                  <a:lnTo>
                    <a:pt x="12164" y="9577"/>
                  </a:lnTo>
                  <a:lnTo>
                    <a:pt x="12434" y="9384"/>
                  </a:lnTo>
                  <a:lnTo>
                    <a:pt x="13052" y="8805"/>
                  </a:lnTo>
                  <a:lnTo>
                    <a:pt x="13631" y="8187"/>
                  </a:lnTo>
                  <a:lnTo>
                    <a:pt x="14133" y="7492"/>
                  </a:lnTo>
                  <a:lnTo>
                    <a:pt x="14597" y="6797"/>
                  </a:lnTo>
                  <a:lnTo>
                    <a:pt x="14944" y="6025"/>
                  </a:lnTo>
                  <a:lnTo>
                    <a:pt x="15099" y="5639"/>
                  </a:lnTo>
                  <a:lnTo>
                    <a:pt x="15253" y="5214"/>
                  </a:lnTo>
                  <a:lnTo>
                    <a:pt x="15330" y="4828"/>
                  </a:lnTo>
                  <a:lnTo>
                    <a:pt x="15408" y="4403"/>
                  </a:lnTo>
                  <a:lnTo>
                    <a:pt x="15485" y="4017"/>
                  </a:lnTo>
                  <a:lnTo>
                    <a:pt x="15485" y="3592"/>
                  </a:lnTo>
                  <a:lnTo>
                    <a:pt x="15678" y="4056"/>
                  </a:lnTo>
                  <a:lnTo>
                    <a:pt x="15948" y="4480"/>
                  </a:lnTo>
                  <a:lnTo>
                    <a:pt x="16257" y="4866"/>
                  </a:lnTo>
                  <a:lnTo>
                    <a:pt x="16605" y="5214"/>
                  </a:lnTo>
                  <a:lnTo>
                    <a:pt x="16759" y="5368"/>
                  </a:lnTo>
                  <a:lnTo>
                    <a:pt x="16991" y="5484"/>
                  </a:lnTo>
                  <a:lnTo>
                    <a:pt x="17184" y="5561"/>
                  </a:lnTo>
                  <a:lnTo>
                    <a:pt x="17416" y="5639"/>
                  </a:lnTo>
                  <a:lnTo>
                    <a:pt x="17609" y="5677"/>
                  </a:lnTo>
                  <a:lnTo>
                    <a:pt x="17840" y="5639"/>
                  </a:lnTo>
                  <a:lnTo>
                    <a:pt x="18033" y="5523"/>
                  </a:lnTo>
                  <a:lnTo>
                    <a:pt x="18188" y="5330"/>
                  </a:lnTo>
                  <a:lnTo>
                    <a:pt x="18304" y="5137"/>
                  </a:lnTo>
                  <a:lnTo>
                    <a:pt x="18342" y="4944"/>
                  </a:lnTo>
                  <a:lnTo>
                    <a:pt x="18304" y="4712"/>
                  </a:lnTo>
                  <a:lnTo>
                    <a:pt x="18265" y="4519"/>
                  </a:lnTo>
                  <a:lnTo>
                    <a:pt x="18188" y="4287"/>
                  </a:lnTo>
                  <a:lnTo>
                    <a:pt x="18072" y="4133"/>
                  </a:lnTo>
                  <a:lnTo>
                    <a:pt x="17956" y="3940"/>
                  </a:lnTo>
                  <a:lnTo>
                    <a:pt x="17802" y="3785"/>
                  </a:lnTo>
                  <a:lnTo>
                    <a:pt x="17647" y="3631"/>
                  </a:lnTo>
                  <a:lnTo>
                    <a:pt x="17416" y="3476"/>
                  </a:lnTo>
                  <a:lnTo>
                    <a:pt x="16952" y="3245"/>
                  </a:lnTo>
                  <a:lnTo>
                    <a:pt x="16489" y="3052"/>
                  </a:lnTo>
                  <a:lnTo>
                    <a:pt x="15987" y="2936"/>
                  </a:lnTo>
                  <a:lnTo>
                    <a:pt x="16412" y="2781"/>
                  </a:lnTo>
                  <a:lnTo>
                    <a:pt x="16836" y="2511"/>
                  </a:lnTo>
                  <a:lnTo>
                    <a:pt x="17184" y="2202"/>
                  </a:lnTo>
                  <a:lnTo>
                    <a:pt x="17493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3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0" y="194"/>
                  </a:lnTo>
                  <a:lnTo>
                    <a:pt x="17454" y="117"/>
                  </a:lnTo>
                  <a:lnTo>
                    <a:pt x="17338" y="40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5"/>
            <p:cNvSpPr/>
            <p:nvPr/>
          </p:nvSpPr>
          <p:spPr>
            <a:xfrm>
              <a:off x="5860425" y="885700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9" y="310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3"/>
                  </a:lnTo>
                  <a:lnTo>
                    <a:pt x="7299" y="503"/>
                  </a:lnTo>
                  <a:lnTo>
                    <a:pt x="7454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4"/>
                  </a:lnTo>
                  <a:lnTo>
                    <a:pt x="6295" y="4944"/>
                  </a:lnTo>
                  <a:lnTo>
                    <a:pt x="6218" y="3978"/>
                  </a:lnTo>
                  <a:lnTo>
                    <a:pt x="6141" y="2974"/>
                  </a:lnTo>
                  <a:lnTo>
                    <a:pt x="6141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5"/>
                  </a:lnTo>
                  <a:lnTo>
                    <a:pt x="6450" y="503"/>
                  </a:lnTo>
                  <a:lnTo>
                    <a:pt x="6527" y="426"/>
                  </a:lnTo>
                  <a:lnTo>
                    <a:pt x="6643" y="348"/>
                  </a:lnTo>
                  <a:lnTo>
                    <a:pt x="6759" y="310"/>
                  </a:lnTo>
                  <a:close/>
                  <a:moveTo>
                    <a:pt x="11972" y="4712"/>
                  </a:moveTo>
                  <a:lnTo>
                    <a:pt x="12087" y="4750"/>
                  </a:lnTo>
                  <a:lnTo>
                    <a:pt x="12165" y="4828"/>
                  </a:lnTo>
                  <a:lnTo>
                    <a:pt x="12281" y="4905"/>
                  </a:lnTo>
                  <a:lnTo>
                    <a:pt x="12319" y="4982"/>
                  </a:lnTo>
                  <a:lnTo>
                    <a:pt x="12396" y="5137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2"/>
                  </a:lnTo>
                  <a:lnTo>
                    <a:pt x="10041" y="5832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9" y="5252"/>
                  </a:lnTo>
                  <a:lnTo>
                    <a:pt x="7956" y="5021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9" y="4750"/>
                  </a:lnTo>
                  <a:lnTo>
                    <a:pt x="11354" y="4712"/>
                  </a:lnTo>
                  <a:close/>
                  <a:moveTo>
                    <a:pt x="5639" y="5754"/>
                  </a:moveTo>
                  <a:lnTo>
                    <a:pt x="4558" y="6449"/>
                  </a:lnTo>
                  <a:lnTo>
                    <a:pt x="3438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30" y="7917"/>
                  </a:lnTo>
                  <a:lnTo>
                    <a:pt x="1121" y="7955"/>
                  </a:lnTo>
                  <a:lnTo>
                    <a:pt x="928" y="7917"/>
                  </a:lnTo>
                  <a:lnTo>
                    <a:pt x="851" y="7878"/>
                  </a:lnTo>
                  <a:lnTo>
                    <a:pt x="773" y="7801"/>
                  </a:lnTo>
                  <a:lnTo>
                    <a:pt x="735" y="7685"/>
                  </a:lnTo>
                  <a:lnTo>
                    <a:pt x="696" y="7531"/>
                  </a:lnTo>
                  <a:lnTo>
                    <a:pt x="696" y="7376"/>
                  </a:lnTo>
                  <a:lnTo>
                    <a:pt x="696" y="7222"/>
                  </a:lnTo>
                  <a:lnTo>
                    <a:pt x="735" y="7145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3"/>
                  </a:lnTo>
                  <a:lnTo>
                    <a:pt x="2743" y="6449"/>
                  </a:lnTo>
                  <a:lnTo>
                    <a:pt x="3592" y="6295"/>
                  </a:lnTo>
                  <a:lnTo>
                    <a:pt x="4635" y="6063"/>
                  </a:lnTo>
                  <a:lnTo>
                    <a:pt x="5137" y="5909"/>
                  </a:lnTo>
                  <a:lnTo>
                    <a:pt x="5639" y="5754"/>
                  </a:lnTo>
                  <a:close/>
                  <a:moveTo>
                    <a:pt x="6952" y="1"/>
                  </a:moveTo>
                  <a:lnTo>
                    <a:pt x="6720" y="39"/>
                  </a:lnTo>
                  <a:lnTo>
                    <a:pt x="6527" y="117"/>
                  </a:lnTo>
                  <a:lnTo>
                    <a:pt x="6334" y="233"/>
                  </a:lnTo>
                  <a:lnTo>
                    <a:pt x="6141" y="426"/>
                  </a:lnTo>
                  <a:lnTo>
                    <a:pt x="5986" y="619"/>
                  </a:lnTo>
                  <a:lnTo>
                    <a:pt x="5909" y="812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2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4" y="5021"/>
                  </a:lnTo>
                  <a:lnTo>
                    <a:pt x="6025" y="5137"/>
                  </a:lnTo>
                  <a:lnTo>
                    <a:pt x="6064" y="5252"/>
                  </a:lnTo>
                  <a:lnTo>
                    <a:pt x="5523" y="5446"/>
                  </a:lnTo>
                  <a:lnTo>
                    <a:pt x="4982" y="5561"/>
                  </a:lnTo>
                  <a:lnTo>
                    <a:pt x="3940" y="5832"/>
                  </a:lnTo>
                  <a:lnTo>
                    <a:pt x="2858" y="6025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1" y="6643"/>
                  </a:lnTo>
                  <a:lnTo>
                    <a:pt x="503" y="6836"/>
                  </a:lnTo>
                  <a:lnTo>
                    <a:pt x="233" y="7029"/>
                  </a:lnTo>
                  <a:lnTo>
                    <a:pt x="117" y="7145"/>
                  </a:lnTo>
                  <a:lnTo>
                    <a:pt x="40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40" y="7724"/>
                  </a:lnTo>
                  <a:lnTo>
                    <a:pt x="117" y="7917"/>
                  </a:lnTo>
                  <a:lnTo>
                    <a:pt x="233" y="8033"/>
                  </a:lnTo>
                  <a:lnTo>
                    <a:pt x="349" y="8149"/>
                  </a:lnTo>
                  <a:lnTo>
                    <a:pt x="503" y="8226"/>
                  </a:lnTo>
                  <a:lnTo>
                    <a:pt x="619" y="8264"/>
                  </a:lnTo>
                  <a:lnTo>
                    <a:pt x="928" y="8342"/>
                  </a:lnTo>
                  <a:lnTo>
                    <a:pt x="1275" y="8342"/>
                  </a:lnTo>
                  <a:lnTo>
                    <a:pt x="1623" y="8303"/>
                  </a:lnTo>
                  <a:lnTo>
                    <a:pt x="1932" y="8187"/>
                  </a:lnTo>
                  <a:lnTo>
                    <a:pt x="2550" y="7994"/>
                  </a:lnTo>
                  <a:lnTo>
                    <a:pt x="3554" y="7531"/>
                  </a:lnTo>
                  <a:lnTo>
                    <a:pt x="4519" y="6990"/>
                  </a:lnTo>
                  <a:lnTo>
                    <a:pt x="5446" y="6372"/>
                  </a:lnTo>
                  <a:lnTo>
                    <a:pt x="5909" y="6063"/>
                  </a:lnTo>
                  <a:lnTo>
                    <a:pt x="6334" y="5716"/>
                  </a:lnTo>
                  <a:lnTo>
                    <a:pt x="6527" y="6102"/>
                  </a:lnTo>
                  <a:lnTo>
                    <a:pt x="6643" y="6295"/>
                  </a:lnTo>
                  <a:lnTo>
                    <a:pt x="6759" y="6449"/>
                  </a:lnTo>
                  <a:lnTo>
                    <a:pt x="7029" y="6372"/>
                  </a:lnTo>
                  <a:lnTo>
                    <a:pt x="7029" y="6334"/>
                  </a:lnTo>
                  <a:lnTo>
                    <a:pt x="6836" y="5986"/>
                  </a:lnTo>
                  <a:lnTo>
                    <a:pt x="6759" y="5832"/>
                  </a:lnTo>
                  <a:lnTo>
                    <a:pt x="6720" y="5639"/>
                  </a:lnTo>
                  <a:lnTo>
                    <a:pt x="6720" y="5561"/>
                  </a:lnTo>
                  <a:lnTo>
                    <a:pt x="7569" y="5832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8"/>
                  </a:lnTo>
                  <a:lnTo>
                    <a:pt x="11006" y="6218"/>
                  </a:lnTo>
                  <a:lnTo>
                    <a:pt x="11470" y="6179"/>
                  </a:lnTo>
                  <a:lnTo>
                    <a:pt x="11933" y="6141"/>
                  </a:lnTo>
                  <a:lnTo>
                    <a:pt x="12358" y="5986"/>
                  </a:lnTo>
                  <a:lnTo>
                    <a:pt x="12512" y="5909"/>
                  </a:lnTo>
                  <a:lnTo>
                    <a:pt x="12667" y="5793"/>
                  </a:lnTo>
                  <a:lnTo>
                    <a:pt x="12821" y="5677"/>
                  </a:lnTo>
                  <a:lnTo>
                    <a:pt x="12898" y="5523"/>
                  </a:lnTo>
                  <a:lnTo>
                    <a:pt x="12976" y="5368"/>
                  </a:lnTo>
                  <a:lnTo>
                    <a:pt x="12976" y="5175"/>
                  </a:lnTo>
                  <a:lnTo>
                    <a:pt x="12976" y="4982"/>
                  </a:lnTo>
                  <a:lnTo>
                    <a:pt x="12898" y="4828"/>
                  </a:lnTo>
                  <a:lnTo>
                    <a:pt x="12821" y="4712"/>
                  </a:lnTo>
                  <a:lnTo>
                    <a:pt x="12744" y="4635"/>
                  </a:lnTo>
                  <a:lnTo>
                    <a:pt x="12628" y="4519"/>
                  </a:lnTo>
                  <a:lnTo>
                    <a:pt x="12474" y="4480"/>
                  </a:lnTo>
                  <a:lnTo>
                    <a:pt x="12165" y="4364"/>
                  </a:lnTo>
                  <a:lnTo>
                    <a:pt x="11817" y="4326"/>
                  </a:lnTo>
                  <a:lnTo>
                    <a:pt x="11470" y="4326"/>
                  </a:lnTo>
                  <a:lnTo>
                    <a:pt x="10890" y="4364"/>
                  </a:lnTo>
                  <a:lnTo>
                    <a:pt x="9848" y="4403"/>
                  </a:lnTo>
                  <a:lnTo>
                    <a:pt x="8844" y="4480"/>
                  </a:lnTo>
                  <a:lnTo>
                    <a:pt x="7840" y="4635"/>
                  </a:lnTo>
                  <a:lnTo>
                    <a:pt x="6836" y="4828"/>
                  </a:lnTo>
                  <a:lnTo>
                    <a:pt x="7376" y="3476"/>
                  </a:lnTo>
                  <a:lnTo>
                    <a:pt x="7647" y="2742"/>
                  </a:lnTo>
                  <a:lnTo>
                    <a:pt x="7840" y="2047"/>
                  </a:lnTo>
                  <a:lnTo>
                    <a:pt x="7917" y="1816"/>
                  </a:lnTo>
                  <a:lnTo>
                    <a:pt x="7917" y="1545"/>
                  </a:lnTo>
                  <a:lnTo>
                    <a:pt x="7917" y="1314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9"/>
                  </a:lnTo>
                  <a:lnTo>
                    <a:pt x="7531" y="426"/>
                  </a:lnTo>
                  <a:lnTo>
                    <a:pt x="7338" y="271"/>
                  </a:lnTo>
                  <a:lnTo>
                    <a:pt x="7261" y="155"/>
                  </a:lnTo>
                  <a:lnTo>
                    <a:pt x="7145" y="78"/>
                  </a:lnTo>
                  <a:lnTo>
                    <a:pt x="695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5"/>
            <p:cNvSpPr/>
            <p:nvPr/>
          </p:nvSpPr>
          <p:spPr>
            <a:xfrm>
              <a:off x="2769325" y="3423675"/>
              <a:ext cx="144825" cy="164125"/>
            </a:xfrm>
            <a:custGeom>
              <a:avLst/>
              <a:gdLst/>
              <a:ahLst/>
              <a:cxnLst/>
              <a:rect l="l" t="t" r="r" b="b"/>
              <a:pathLst>
                <a:path w="5793" h="6565" extrusionOk="0">
                  <a:moveTo>
                    <a:pt x="2858" y="463"/>
                  </a:moveTo>
                  <a:lnTo>
                    <a:pt x="3360" y="618"/>
                  </a:lnTo>
                  <a:lnTo>
                    <a:pt x="3823" y="811"/>
                  </a:lnTo>
                  <a:lnTo>
                    <a:pt x="4248" y="1081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8"/>
                  </a:lnTo>
                  <a:lnTo>
                    <a:pt x="5252" y="2510"/>
                  </a:lnTo>
                  <a:lnTo>
                    <a:pt x="5290" y="2780"/>
                  </a:lnTo>
                  <a:lnTo>
                    <a:pt x="5329" y="3051"/>
                  </a:lnTo>
                  <a:lnTo>
                    <a:pt x="5329" y="3321"/>
                  </a:lnTo>
                  <a:lnTo>
                    <a:pt x="5290" y="3784"/>
                  </a:lnTo>
                  <a:lnTo>
                    <a:pt x="5175" y="4248"/>
                  </a:lnTo>
                  <a:lnTo>
                    <a:pt x="4981" y="4711"/>
                  </a:lnTo>
                  <a:lnTo>
                    <a:pt x="4711" y="5097"/>
                  </a:lnTo>
                  <a:lnTo>
                    <a:pt x="4364" y="5445"/>
                  </a:lnTo>
                  <a:lnTo>
                    <a:pt x="4016" y="5715"/>
                  </a:lnTo>
                  <a:lnTo>
                    <a:pt x="3784" y="5831"/>
                  </a:lnTo>
                  <a:lnTo>
                    <a:pt x="3553" y="5947"/>
                  </a:lnTo>
                  <a:lnTo>
                    <a:pt x="3321" y="6024"/>
                  </a:lnTo>
                  <a:lnTo>
                    <a:pt x="3089" y="6063"/>
                  </a:lnTo>
                  <a:lnTo>
                    <a:pt x="2780" y="6101"/>
                  </a:lnTo>
                  <a:lnTo>
                    <a:pt x="2510" y="6101"/>
                  </a:lnTo>
                  <a:lnTo>
                    <a:pt x="2201" y="6063"/>
                  </a:lnTo>
                  <a:lnTo>
                    <a:pt x="1970" y="5985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599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0"/>
                  </a:lnTo>
                  <a:lnTo>
                    <a:pt x="734" y="4788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4"/>
                  </a:lnTo>
                  <a:lnTo>
                    <a:pt x="464" y="2973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699"/>
                  </a:lnTo>
                  <a:lnTo>
                    <a:pt x="966" y="1506"/>
                  </a:lnTo>
                  <a:lnTo>
                    <a:pt x="1120" y="1274"/>
                  </a:lnTo>
                  <a:lnTo>
                    <a:pt x="1313" y="1120"/>
                  </a:lnTo>
                  <a:lnTo>
                    <a:pt x="1506" y="927"/>
                  </a:lnTo>
                  <a:lnTo>
                    <a:pt x="1738" y="811"/>
                  </a:lnTo>
                  <a:lnTo>
                    <a:pt x="1970" y="695"/>
                  </a:lnTo>
                  <a:lnTo>
                    <a:pt x="2201" y="579"/>
                  </a:lnTo>
                  <a:lnTo>
                    <a:pt x="2472" y="541"/>
                  </a:lnTo>
                  <a:lnTo>
                    <a:pt x="2780" y="502"/>
                  </a:lnTo>
                  <a:lnTo>
                    <a:pt x="2819" y="502"/>
                  </a:lnTo>
                  <a:lnTo>
                    <a:pt x="2858" y="463"/>
                  </a:lnTo>
                  <a:close/>
                  <a:moveTo>
                    <a:pt x="2665" y="0"/>
                  </a:moveTo>
                  <a:lnTo>
                    <a:pt x="2587" y="39"/>
                  </a:lnTo>
                  <a:lnTo>
                    <a:pt x="2510" y="77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0"/>
                  </a:lnTo>
                  <a:lnTo>
                    <a:pt x="1854" y="309"/>
                  </a:lnTo>
                  <a:lnTo>
                    <a:pt x="1622" y="386"/>
                  </a:lnTo>
                  <a:lnTo>
                    <a:pt x="1390" y="502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6"/>
                  </a:lnTo>
                  <a:lnTo>
                    <a:pt x="348" y="1738"/>
                  </a:lnTo>
                  <a:lnTo>
                    <a:pt x="155" y="2278"/>
                  </a:lnTo>
                  <a:lnTo>
                    <a:pt x="39" y="2858"/>
                  </a:lnTo>
                  <a:lnTo>
                    <a:pt x="0" y="3398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2"/>
                  </a:lnTo>
                  <a:lnTo>
                    <a:pt x="309" y="4943"/>
                  </a:lnTo>
                  <a:lnTo>
                    <a:pt x="425" y="5213"/>
                  </a:lnTo>
                  <a:lnTo>
                    <a:pt x="579" y="5445"/>
                  </a:lnTo>
                  <a:lnTo>
                    <a:pt x="734" y="5676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7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6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6"/>
                  </a:lnTo>
                  <a:lnTo>
                    <a:pt x="3476" y="6449"/>
                  </a:lnTo>
                  <a:lnTo>
                    <a:pt x="3784" y="6333"/>
                  </a:lnTo>
                  <a:lnTo>
                    <a:pt x="4055" y="6217"/>
                  </a:lnTo>
                  <a:lnTo>
                    <a:pt x="4325" y="6063"/>
                  </a:lnTo>
                  <a:lnTo>
                    <a:pt x="4557" y="5908"/>
                  </a:lnTo>
                  <a:lnTo>
                    <a:pt x="4788" y="5715"/>
                  </a:lnTo>
                  <a:lnTo>
                    <a:pt x="4981" y="5483"/>
                  </a:lnTo>
                  <a:lnTo>
                    <a:pt x="5175" y="5252"/>
                  </a:lnTo>
                  <a:lnTo>
                    <a:pt x="5329" y="4981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0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7"/>
                  </a:lnTo>
                  <a:lnTo>
                    <a:pt x="5561" y="2047"/>
                  </a:lnTo>
                  <a:lnTo>
                    <a:pt x="5406" y="1776"/>
                  </a:lnTo>
                  <a:lnTo>
                    <a:pt x="5252" y="1506"/>
                  </a:lnTo>
                  <a:lnTo>
                    <a:pt x="5059" y="1274"/>
                  </a:lnTo>
                  <a:lnTo>
                    <a:pt x="4866" y="1043"/>
                  </a:lnTo>
                  <a:lnTo>
                    <a:pt x="4634" y="811"/>
                  </a:lnTo>
                  <a:lnTo>
                    <a:pt x="4402" y="618"/>
                  </a:lnTo>
                  <a:lnTo>
                    <a:pt x="4132" y="463"/>
                  </a:lnTo>
                  <a:lnTo>
                    <a:pt x="3862" y="309"/>
                  </a:lnTo>
                  <a:lnTo>
                    <a:pt x="3591" y="193"/>
                  </a:lnTo>
                  <a:lnTo>
                    <a:pt x="3282" y="116"/>
                  </a:lnTo>
                  <a:lnTo>
                    <a:pt x="2974" y="39"/>
                  </a:lnTo>
                  <a:lnTo>
                    <a:pt x="266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5"/>
            <p:cNvSpPr/>
            <p:nvPr/>
          </p:nvSpPr>
          <p:spPr>
            <a:xfrm>
              <a:off x="2802150" y="36428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1"/>
                  </a:moveTo>
                  <a:lnTo>
                    <a:pt x="12434" y="39"/>
                  </a:lnTo>
                  <a:lnTo>
                    <a:pt x="12357" y="78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9"/>
                  </a:lnTo>
                  <a:lnTo>
                    <a:pt x="12164" y="1043"/>
                  </a:lnTo>
                  <a:lnTo>
                    <a:pt x="12009" y="1198"/>
                  </a:lnTo>
                  <a:lnTo>
                    <a:pt x="11855" y="1314"/>
                  </a:lnTo>
                  <a:lnTo>
                    <a:pt x="11430" y="1545"/>
                  </a:lnTo>
                  <a:lnTo>
                    <a:pt x="11005" y="1700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3" y="2086"/>
                  </a:lnTo>
                  <a:lnTo>
                    <a:pt x="9345" y="2009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1"/>
                  </a:lnTo>
                  <a:lnTo>
                    <a:pt x="8611" y="1700"/>
                  </a:lnTo>
                  <a:lnTo>
                    <a:pt x="8804" y="2009"/>
                  </a:lnTo>
                  <a:lnTo>
                    <a:pt x="8997" y="2279"/>
                  </a:lnTo>
                  <a:lnTo>
                    <a:pt x="7839" y="2588"/>
                  </a:lnTo>
                  <a:lnTo>
                    <a:pt x="6719" y="2820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8" y="3283"/>
                  </a:lnTo>
                  <a:lnTo>
                    <a:pt x="3746" y="2935"/>
                  </a:lnTo>
                  <a:lnTo>
                    <a:pt x="3784" y="2588"/>
                  </a:lnTo>
                  <a:lnTo>
                    <a:pt x="3707" y="2240"/>
                  </a:lnTo>
                  <a:lnTo>
                    <a:pt x="3630" y="1893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8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9"/>
                  </a:lnTo>
                  <a:lnTo>
                    <a:pt x="1815" y="3437"/>
                  </a:lnTo>
                  <a:lnTo>
                    <a:pt x="1352" y="3399"/>
                  </a:lnTo>
                  <a:lnTo>
                    <a:pt x="965" y="3360"/>
                  </a:lnTo>
                  <a:lnTo>
                    <a:pt x="772" y="3283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4"/>
                  </a:lnTo>
                  <a:lnTo>
                    <a:pt x="309" y="2665"/>
                  </a:lnTo>
                  <a:lnTo>
                    <a:pt x="232" y="2588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4"/>
                  </a:lnTo>
                  <a:lnTo>
                    <a:pt x="0" y="2858"/>
                  </a:lnTo>
                  <a:lnTo>
                    <a:pt x="0" y="3013"/>
                  </a:lnTo>
                  <a:lnTo>
                    <a:pt x="0" y="3167"/>
                  </a:lnTo>
                  <a:lnTo>
                    <a:pt x="39" y="3283"/>
                  </a:lnTo>
                  <a:lnTo>
                    <a:pt x="116" y="3399"/>
                  </a:lnTo>
                  <a:lnTo>
                    <a:pt x="193" y="3515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1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1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3"/>
                  </a:lnTo>
                  <a:lnTo>
                    <a:pt x="12048" y="1700"/>
                  </a:lnTo>
                  <a:lnTo>
                    <a:pt x="12357" y="1507"/>
                  </a:lnTo>
                  <a:lnTo>
                    <a:pt x="12627" y="1236"/>
                  </a:lnTo>
                  <a:lnTo>
                    <a:pt x="12704" y="1082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80"/>
                  </a:lnTo>
                  <a:lnTo>
                    <a:pt x="12820" y="387"/>
                  </a:lnTo>
                  <a:lnTo>
                    <a:pt x="12743" y="155"/>
                  </a:lnTo>
                  <a:lnTo>
                    <a:pt x="12704" y="78"/>
                  </a:lnTo>
                  <a:lnTo>
                    <a:pt x="12627" y="39"/>
                  </a:lnTo>
                  <a:lnTo>
                    <a:pt x="125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5"/>
            <p:cNvSpPr/>
            <p:nvPr/>
          </p:nvSpPr>
          <p:spPr>
            <a:xfrm>
              <a:off x="2737450" y="3395675"/>
              <a:ext cx="459550" cy="296375"/>
            </a:xfrm>
            <a:custGeom>
              <a:avLst/>
              <a:gdLst/>
              <a:ahLst/>
              <a:cxnLst/>
              <a:rect l="l" t="t" r="r" b="b"/>
              <a:pathLst>
                <a:path w="18382" h="11855" extrusionOk="0">
                  <a:moveTo>
                    <a:pt x="17648" y="2935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8"/>
                  </a:lnTo>
                  <a:lnTo>
                    <a:pt x="17880" y="3321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39"/>
                  </a:lnTo>
                  <a:lnTo>
                    <a:pt x="17648" y="4132"/>
                  </a:lnTo>
                  <a:lnTo>
                    <a:pt x="17300" y="4402"/>
                  </a:lnTo>
                  <a:lnTo>
                    <a:pt x="17030" y="4595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3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4"/>
                  </a:lnTo>
                  <a:lnTo>
                    <a:pt x="16528" y="3514"/>
                  </a:lnTo>
                  <a:lnTo>
                    <a:pt x="16721" y="3282"/>
                  </a:lnTo>
                  <a:lnTo>
                    <a:pt x="16953" y="3128"/>
                  </a:lnTo>
                  <a:lnTo>
                    <a:pt x="17223" y="2974"/>
                  </a:lnTo>
                  <a:lnTo>
                    <a:pt x="17493" y="2935"/>
                  </a:lnTo>
                  <a:close/>
                  <a:moveTo>
                    <a:pt x="14211" y="4866"/>
                  </a:moveTo>
                  <a:lnTo>
                    <a:pt x="14481" y="4904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29"/>
                  </a:lnTo>
                  <a:lnTo>
                    <a:pt x="14752" y="5522"/>
                  </a:lnTo>
                  <a:lnTo>
                    <a:pt x="14288" y="5677"/>
                  </a:lnTo>
                  <a:lnTo>
                    <a:pt x="14018" y="5715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599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6"/>
                  </a:lnTo>
                  <a:lnTo>
                    <a:pt x="13169" y="5020"/>
                  </a:lnTo>
                  <a:lnTo>
                    <a:pt x="13323" y="4943"/>
                  </a:lnTo>
                  <a:lnTo>
                    <a:pt x="13555" y="4904"/>
                  </a:lnTo>
                  <a:lnTo>
                    <a:pt x="13864" y="4866"/>
                  </a:lnTo>
                  <a:close/>
                  <a:moveTo>
                    <a:pt x="15756" y="5522"/>
                  </a:moveTo>
                  <a:lnTo>
                    <a:pt x="16374" y="5831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3"/>
                  </a:lnTo>
                  <a:lnTo>
                    <a:pt x="17571" y="6912"/>
                  </a:lnTo>
                  <a:lnTo>
                    <a:pt x="17609" y="7067"/>
                  </a:lnTo>
                  <a:lnTo>
                    <a:pt x="17609" y="7221"/>
                  </a:lnTo>
                  <a:lnTo>
                    <a:pt x="17609" y="7453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3"/>
                  </a:lnTo>
                  <a:lnTo>
                    <a:pt x="17146" y="7723"/>
                  </a:lnTo>
                  <a:lnTo>
                    <a:pt x="16953" y="7685"/>
                  </a:lnTo>
                  <a:lnTo>
                    <a:pt x="16798" y="7607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6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1"/>
                  </a:lnTo>
                  <a:lnTo>
                    <a:pt x="15756" y="5522"/>
                  </a:lnTo>
                  <a:close/>
                  <a:moveTo>
                    <a:pt x="4944" y="464"/>
                  </a:moveTo>
                  <a:lnTo>
                    <a:pt x="5561" y="502"/>
                  </a:lnTo>
                  <a:lnTo>
                    <a:pt x="6141" y="657"/>
                  </a:lnTo>
                  <a:lnTo>
                    <a:pt x="6681" y="888"/>
                  </a:lnTo>
                  <a:lnTo>
                    <a:pt x="7222" y="1197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4"/>
                  </a:lnTo>
                  <a:lnTo>
                    <a:pt x="8766" y="2781"/>
                  </a:lnTo>
                  <a:lnTo>
                    <a:pt x="9037" y="3205"/>
                  </a:lnTo>
                  <a:lnTo>
                    <a:pt x="9268" y="3669"/>
                  </a:lnTo>
                  <a:lnTo>
                    <a:pt x="9693" y="4595"/>
                  </a:lnTo>
                  <a:lnTo>
                    <a:pt x="10079" y="5522"/>
                  </a:lnTo>
                  <a:lnTo>
                    <a:pt x="10272" y="5908"/>
                  </a:lnTo>
                  <a:lnTo>
                    <a:pt x="10504" y="6294"/>
                  </a:lnTo>
                  <a:lnTo>
                    <a:pt x="10736" y="6642"/>
                  </a:lnTo>
                  <a:lnTo>
                    <a:pt x="11006" y="6912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0"/>
                  </a:lnTo>
                  <a:lnTo>
                    <a:pt x="13207" y="7492"/>
                  </a:lnTo>
                  <a:lnTo>
                    <a:pt x="13516" y="7414"/>
                  </a:lnTo>
                  <a:lnTo>
                    <a:pt x="13825" y="7260"/>
                  </a:lnTo>
                  <a:lnTo>
                    <a:pt x="14095" y="7105"/>
                  </a:lnTo>
                  <a:lnTo>
                    <a:pt x="14366" y="6951"/>
                  </a:lnTo>
                  <a:lnTo>
                    <a:pt x="14597" y="6719"/>
                  </a:lnTo>
                  <a:lnTo>
                    <a:pt x="14829" y="6488"/>
                  </a:lnTo>
                  <a:lnTo>
                    <a:pt x="14404" y="7221"/>
                  </a:lnTo>
                  <a:lnTo>
                    <a:pt x="13941" y="7878"/>
                  </a:lnTo>
                  <a:lnTo>
                    <a:pt x="13439" y="8534"/>
                  </a:lnTo>
                  <a:lnTo>
                    <a:pt x="12860" y="9113"/>
                  </a:lnTo>
                  <a:lnTo>
                    <a:pt x="12242" y="9615"/>
                  </a:lnTo>
                  <a:lnTo>
                    <a:pt x="11547" y="10079"/>
                  </a:lnTo>
                  <a:lnTo>
                    <a:pt x="10813" y="10503"/>
                  </a:lnTo>
                  <a:lnTo>
                    <a:pt x="10041" y="10812"/>
                  </a:lnTo>
                  <a:lnTo>
                    <a:pt x="9462" y="11005"/>
                  </a:lnTo>
                  <a:lnTo>
                    <a:pt x="8882" y="11160"/>
                  </a:lnTo>
                  <a:lnTo>
                    <a:pt x="8303" y="11276"/>
                  </a:lnTo>
                  <a:lnTo>
                    <a:pt x="7724" y="11314"/>
                  </a:lnTo>
                  <a:lnTo>
                    <a:pt x="7145" y="11353"/>
                  </a:lnTo>
                  <a:lnTo>
                    <a:pt x="6604" y="11314"/>
                  </a:lnTo>
                  <a:lnTo>
                    <a:pt x="6025" y="11237"/>
                  </a:lnTo>
                  <a:lnTo>
                    <a:pt x="5484" y="11121"/>
                  </a:lnTo>
                  <a:lnTo>
                    <a:pt x="4944" y="10967"/>
                  </a:lnTo>
                  <a:lnTo>
                    <a:pt x="4442" y="10735"/>
                  </a:lnTo>
                  <a:lnTo>
                    <a:pt x="3940" y="10503"/>
                  </a:lnTo>
                  <a:lnTo>
                    <a:pt x="3476" y="10195"/>
                  </a:lnTo>
                  <a:lnTo>
                    <a:pt x="3013" y="9847"/>
                  </a:lnTo>
                  <a:lnTo>
                    <a:pt x="2549" y="9461"/>
                  </a:lnTo>
                  <a:lnTo>
                    <a:pt x="2163" y="9036"/>
                  </a:lnTo>
                  <a:lnTo>
                    <a:pt x="1777" y="8573"/>
                  </a:lnTo>
                  <a:lnTo>
                    <a:pt x="1430" y="8032"/>
                  </a:lnTo>
                  <a:lnTo>
                    <a:pt x="1121" y="7492"/>
                  </a:lnTo>
                  <a:lnTo>
                    <a:pt x="850" y="6912"/>
                  </a:lnTo>
                  <a:lnTo>
                    <a:pt x="657" y="6333"/>
                  </a:lnTo>
                  <a:lnTo>
                    <a:pt x="503" y="5754"/>
                  </a:lnTo>
                  <a:lnTo>
                    <a:pt x="426" y="5136"/>
                  </a:lnTo>
                  <a:lnTo>
                    <a:pt x="426" y="4518"/>
                  </a:lnTo>
                  <a:lnTo>
                    <a:pt x="503" y="3862"/>
                  </a:lnTo>
                  <a:lnTo>
                    <a:pt x="696" y="3282"/>
                  </a:lnTo>
                  <a:lnTo>
                    <a:pt x="928" y="2742"/>
                  </a:lnTo>
                  <a:lnTo>
                    <a:pt x="1275" y="2240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79"/>
                  </a:lnTo>
                  <a:lnTo>
                    <a:pt x="4326" y="464"/>
                  </a:lnTo>
                  <a:close/>
                  <a:moveTo>
                    <a:pt x="4519" y="0"/>
                  </a:moveTo>
                  <a:lnTo>
                    <a:pt x="4249" y="39"/>
                  </a:lnTo>
                  <a:lnTo>
                    <a:pt x="3901" y="77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5"/>
                  </a:lnTo>
                  <a:lnTo>
                    <a:pt x="2472" y="579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3"/>
                  </a:lnTo>
                  <a:lnTo>
                    <a:pt x="1082" y="1699"/>
                  </a:lnTo>
                  <a:lnTo>
                    <a:pt x="773" y="2163"/>
                  </a:lnTo>
                  <a:lnTo>
                    <a:pt x="503" y="2626"/>
                  </a:lnTo>
                  <a:lnTo>
                    <a:pt x="310" y="3089"/>
                  </a:lnTo>
                  <a:lnTo>
                    <a:pt x="155" y="3591"/>
                  </a:lnTo>
                  <a:lnTo>
                    <a:pt x="40" y="4093"/>
                  </a:lnTo>
                  <a:lnTo>
                    <a:pt x="1" y="4595"/>
                  </a:lnTo>
                  <a:lnTo>
                    <a:pt x="1" y="5136"/>
                  </a:lnTo>
                  <a:lnTo>
                    <a:pt x="78" y="5638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8"/>
                  </a:lnTo>
                  <a:lnTo>
                    <a:pt x="1237" y="8611"/>
                  </a:lnTo>
                  <a:lnTo>
                    <a:pt x="1545" y="9036"/>
                  </a:lnTo>
                  <a:lnTo>
                    <a:pt x="2009" y="9577"/>
                  </a:lnTo>
                  <a:lnTo>
                    <a:pt x="2472" y="10040"/>
                  </a:lnTo>
                  <a:lnTo>
                    <a:pt x="2974" y="10426"/>
                  </a:lnTo>
                  <a:lnTo>
                    <a:pt x="3476" y="10812"/>
                  </a:lnTo>
                  <a:lnTo>
                    <a:pt x="4055" y="11083"/>
                  </a:lnTo>
                  <a:lnTo>
                    <a:pt x="4596" y="11353"/>
                  </a:lnTo>
                  <a:lnTo>
                    <a:pt x="5214" y="11546"/>
                  </a:lnTo>
                  <a:lnTo>
                    <a:pt x="5832" y="11701"/>
                  </a:lnTo>
                  <a:lnTo>
                    <a:pt x="5870" y="11855"/>
                  </a:lnTo>
                  <a:lnTo>
                    <a:pt x="6218" y="11778"/>
                  </a:lnTo>
                  <a:lnTo>
                    <a:pt x="7029" y="11816"/>
                  </a:lnTo>
                  <a:lnTo>
                    <a:pt x="7840" y="11816"/>
                  </a:lnTo>
                  <a:lnTo>
                    <a:pt x="8689" y="11701"/>
                  </a:lnTo>
                  <a:lnTo>
                    <a:pt x="9539" y="11507"/>
                  </a:lnTo>
                  <a:lnTo>
                    <a:pt x="10272" y="11237"/>
                  </a:lnTo>
                  <a:lnTo>
                    <a:pt x="11006" y="10928"/>
                  </a:lnTo>
                  <a:lnTo>
                    <a:pt x="11315" y="10812"/>
                  </a:lnTo>
                  <a:lnTo>
                    <a:pt x="11315" y="10774"/>
                  </a:lnTo>
                  <a:lnTo>
                    <a:pt x="12049" y="10349"/>
                  </a:lnTo>
                  <a:lnTo>
                    <a:pt x="12705" y="9847"/>
                  </a:lnTo>
                  <a:lnTo>
                    <a:pt x="13362" y="9306"/>
                  </a:lnTo>
                  <a:lnTo>
                    <a:pt x="13941" y="8689"/>
                  </a:lnTo>
                  <a:lnTo>
                    <a:pt x="14481" y="8032"/>
                  </a:lnTo>
                  <a:lnTo>
                    <a:pt x="14713" y="7685"/>
                  </a:lnTo>
                  <a:lnTo>
                    <a:pt x="14906" y="7298"/>
                  </a:lnTo>
                  <a:lnTo>
                    <a:pt x="15099" y="6951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19"/>
                  </a:lnTo>
                  <a:lnTo>
                    <a:pt x="15987" y="7144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6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2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3"/>
                  </a:lnTo>
                  <a:lnTo>
                    <a:pt x="18034" y="7260"/>
                  </a:lnTo>
                  <a:lnTo>
                    <a:pt x="17995" y="7028"/>
                  </a:lnTo>
                  <a:lnTo>
                    <a:pt x="17918" y="6835"/>
                  </a:lnTo>
                  <a:lnTo>
                    <a:pt x="17841" y="6642"/>
                  </a:lnTo>
                  <a:lnTo>
                    <a:pt x="17725" y="6449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5"/>
                  </a:lnTo>
                  <a:lnTo>
                    <a:pt x="16567" y="5445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1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3"/>
                  </a:lnTo>
                  <a:lnTo>
                    <a:pt x="18343" y="3553"/>
                  </a:lnTo>
                  <a:lnTo>
                    <a:pt x="18382" y="3321"/>
                  </a:lnTo>
                  <a:lnTo>
                    <a:pt x="18343" y="3089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3"/>
                  </a:lnTo>
                  <a:lnTo>
                    <a:pt x="17841" y="2587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7"/>
                  </a:lnTo>
                  <a:lnTo>
                    <a:pt x="16953" y="2703"/>
                  </a:lnTo>
                  <a:lnTo>
                    <a:pt x="16760" y="2781"/>
                  </a:lnTo>
                  <a:lnTo>
                    <a:pt x="16567" y="2935"/>
                  </a:lnTo>
                  <a:lnTo>
                    <a:pt x="16412" y="3089"/>
                  </a:lnTo>
                  <a:lnTo>
                    <a:pt x="16258" y="3282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0"/>
                  </a:lnTo>
                  <a:lnTo>
                    <a:pt x="15524" y="5020"/>
                  </a:lnTo>
                  <a:lnTo>
                    <a:pt x="15099" y="4788"/>
                  </a:lnTo>
                  <a:lnTo>
                    <a:pt x="14675" y="4634"/>
                  </a:lnTo>
                  <a:lnTo>
                    <a:pt x="14211" y="4518"/>
                  </a:lnTo>
                  <a:lnTo>
                    <a:pt x="13748" y="4518"/>
                  </a:lnTo>
                  <a:lnTo>
                    <a:pt x="13362" y="4595"/>
                  </a:lnTo>
                  <a:lnTo>
                    <a:pt x="13169" y="4634"/>
                  </a:lnTo>
                  <a:lnTo>
                    <a:pt x="12975" y="4711"/>
                  </a:lnTo>
                  <a:lnTo>
                    <a:pt x="12782" y="4788"/>
                  </a:lnTo>
                  <a:lnTo>
                    <a:pt x="12628" y="4943"/>
                  </a:lnTo>
                  <a:lnTo>
                    <a:pt x="12512" y="5097"/>
                  </a:lnTo>
                  <a:lnTo>
                    <a:pt x="12435" y="5252"/>
                  </a:lnTo>
                  <a:lnTo>
                    <a:pt x="12396" y="5445"/>
                  </a:lnTo>
                  <a:lnTo>
                    <a:pt x="12473" y="5638"/>
                  </a:lnTo>
                  <a:lnTo>
                    <a:pt x="12551" y="5792"/>
                  </a:lnTo>
                  <a:lnTo>
                    <a:pt x="12705" y="5908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0"/>
                  </a:lnTo>
                  <a:lnTo>
                    <a:pt x="13786" y="6140"/>
                  </a:lnTo>
                  <a:lnTo>
                    <a:pt x="14134" y="6101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19"/>
                  </a:lnTo>
                  <a:lnTo>
                    <a:pt x="13671" y="6835"/>
                  </a:lnTo>
                  <a:lnTo>
                    <a:pt x="13439" y="6951"/>
                  </a:lnTo>
                  <a:lnTo>
                    <a:pt x="13207" y="7028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0"/>
                  </a:lnTo>
                  <a:lnTo>
                    <a:pt x="10968" y="6140"/>
                  </a:lnTo>
                  <a:lnTo>
                    <a:pt x="10774" y="5792"/>
                  </a:lnTo>
                  <a:lnTo>
                    <a:pt x="10504" y="5329"/>
                  </a:lnTo>
                  <a:lnTo>
                    <a:pt x="10311" y="4827"/>
                  </a:lnTo>
                  <a:lnTo>
                    <a:pt x="9886" y="3862"/>
                  </a:lnTo>
                  <a:lnTo>
                    <a:pt x="9655" y="3398"/>
                  </a:lnTo>
                  <a:lnTo>
                    <a:pt x="9423" y="2935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1"/>
                  </a:lnTo>
                  <a:lnTo>
                    <a:pt x="6874" y="502"/>
                  </a:lnTo>
                  <a:lnTo>
                    <a:pt x="6295" y="271"/>
                  </a:lnTo>
                  <a:lnTo>
                    <a:pt x="5716" y="116"/>
                  </a:lnTo>
                  <a:lnTo>
                    <a:pt x="5137" y="39"/>
                  </a:lnTo>
                  <a:lnTo>
                    <a:pt x="451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5"/>
            <p:cNvSpPr/>
            <p:nvPr/>
          </p:nvSpPr>
          <p:spPr>
            <a:xfrm>
              <a:off x="2672775" y="3239275"/>
              <a:ext cx="330175" cy="176700"/>
            </a:xfrm>
            <a:custGeom>
              <a:avLst/>
              <a:gdLst/>
              <a:ahLst/>
              <a:cxnLst/>
              <a:rect l="l" t="t" r="r" b="b"/>
              <a:pathLst>
                <a:path w="13207" h="7068" extrusionOk="0">
                  <a:moveTo>
                    <a:pt x="8110" y="310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80"/>
                  </a:lnTo>
                  <a:lnTo>
                    <a:pt x="8728" y="889"/>
                  </a:lnTo>
                  <a:lnTo>
                    <a:pt x="8766" y="1198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8"/>
                  </a:lnTo>
                  <a:lnTo>
                    <a:pt x="8033" y="2858"/>
                  </a:lnTo>
                  <a:lnTo>
                    <a:pt x="6836" y="4712"/>
                  </a:lnTo>
                  <a:lnTo>
                    <a:pt x="6681" y="4712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8"/>
                  </a:lnTo>
                  <a:lnTo>
                    <a:pt x="7453" y="889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10"/>
                  </a:lnTo>
                  <a:close/>
                  <a:moveTo>
                    <a:pt x="5909" y="5407"/>
                  </a:moveTo>
                  <a:lnTo>
                    <a:pt x="4673" y="5831"/>
                  </a:lnTo>
                  <a:lnTo>
                    <a:pt x="3437" y="6218"/>
                  </a:lnTo>
                  <a:lnTo>
                    <a:pt x="2781" y="6372"/>
                  </a:lnTo>
                  <a:lnTo>
                    <a:pt x="2125" y="6527"/>
                  </a:lnTo>
                  <a:lnTo>
                    <a:pt x="1700" y="6565"/>
                  </a:lnTo>
                  <a:lnTo>
                    <a:pt x="1314" y="6604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8"/>
                  </a:lnTo>
                  <a:lnTo>
                    <a:pt x="696" y="6063"/>
                  </a:lnTo>
                  <a:lnTo>
                    <a:pt x="696" y="5909"/>
                  </a:lnTo>
                  <a:lnTo>
                    <a:pt x="734" y="5793"/>
                  </a:lnTo>
                  <a:lnTo>
                    <a:pt x="812" y="5716"/>
                  </a:lnTo>
                  <a:lnTo>
                    <a:pt x="889" y="5677"/>
                  </a:lnTo>
                  <a:lnTo>
                    <a:pt x="1082" y="5600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7"/>
                  </a:lnTo>
                  <a:close/>
                  <a:moveTo>
                    <a:pt x="7067" y="5098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6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9"/>
                  </a:lnTo>
                  <a:lnTo>
                    <a:pt x="12589" y="6025"/>
                  </a:lnTo>
                  <a:lnTo>
                    <a:pt x="12628" y="6179"/>
                  </a:lnTo>
                  <a:lnTo>
                    <a:pt x="12589" y="6527"/>
                  </a:lnTo>
                  <a:lnTo>
                    <a:pt x="12435" y="6604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4"/>
                  </a:lnTo>
                  <a:lnTo>
                    <a:pt x="10929" y="6527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9"/>
                  </a:lnTo>
                  <a:lnTo>
                    <a:pt x="8226" y="5677"/>
                  </a:lnTo>
                  <a:lnTo>
                    <a:pt x="7067" y="5098"/>
                  </a:lnTo>
                  <a:close/>
                  <a:moveTo>
                    <a:pt x="8148" y="1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7"/>
                  </a:lnTo>
                  <a:lnTo>
                    <a:pt x="6681" y="2433"/>
                  </a:lnTo>
                  <a:lnTo>
                    <a:pt x="6527" y="3592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1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8"/>
                  </a:lnTo>
                  <a:lnTo>
                    <a:pt x="1391" y="5175"/>
                  </a:lnTo>
                  <a:lnTo>
                    <a:pt x="1005" y="5214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600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5"/>
                  </a:lnTo>
                  <a:lnTo>
                    <a:pt x="117" y="6449"/>
                  </a:lnTo>
                  <a:lnTo>
                    <a:pt x="232" y="6604"/>
                  </a:lnTo>
                  <a:lnTo>
                    <a:pt x="348" y="6681"/>
                  </a:lnTo>
                  <a:lnTo>
                    <a:pt x="464" y="6797"/>
                  </a:lnTo>
                  <a:lnTo>
                    <a:pt x="773" y="6913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3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6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9"/>
                  </a:lnTo>
                  <a:lnTo>
                    <a:pt x="6758" y="6102"/>
                  </a:lnTo>
                  <a:lnTo>
                    <a:pt x="6836" y="6295"/>
                  </a:lnTo>
                  <a:lnTo>
                    <a:pt x="7106" y="6256"/>
                  </a:lnTo>
                  <a:lnTo>
                    <a:pt x="7106" y="6218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7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7"/>
                  </a:lnTo>
                  <a:lnTo>
                    <a:pt x="11045" y="6951"/>
                  </a:lnTo>
                  <a:lnTo>
                    <a:pt x="11469" y="7029"/>
                  </a:lnTo>
                  <a:lnTo>
                    <a:pt x="11933" y="7067"/>
                  </a:lnTo>
                  <a:lnTo>
                    <a:pt x="12396" y="7029"/>
                  </a:lnTo>
                  <a:lnTo>
                    <a:pt x="12589" y="6990"/>
                  </a:lnTo>
                  <a:lnTo>
                    <a:pt x="12782" y="6913"/>
                  </a:lnTo>
                  <a:lnTo>
                    <a:pt x="12937" y="6797"/>
                  </a:lnTo>
                  <a:lnTo>
                    <a:pt x="13053" y="6681"/>
                  </a:lnTo>
                  <a:lnTo>
                    <a:pt x="13130" y="6527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5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7"/>
                  </a:lnTo>
                  <a:lnTo>
                    <a:pt x="12242" y="5291"/>
                  </a:lnTo>
                  <a:lnTo>
                    <a:pt x="11894" y="5214"/>
                  </a:lnTo>
                  <a:lnTo>
                    <a:pt x="11315" y="5098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2"/>
                  </a:lnTo>
                  <a:lnTo>
                    <a:pt x="8071" y="3515"/>
                  </a:lnTo>
                  <a:lnTo>
                    <a:pt x="8496" y="2858"/>
                  </a:lnTo>
                  <a:lnTo>
                    <a:pt x="8843" y="2202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7"/>
                  </a:lnTo>
                  <a:lnTo>
                    <a:pt x="9075" y="1275"/>
                  </a:lnTo>
                  <a:lnTo>
                    <a:pt x="9037" y="1005"/>
                  </a:lnTo>
                  <a:lnTo>
                    <a:pt x="8959" y="812"/>
                  </a:lnTo>
                  <a:lnTo>
                    <a:pt x="8882" y="580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5"/>
            <p:cNvSpPr/>
            <p:nvPr/>
          </p:nvSpPr>
          <p:spPr>
            <a:xfrm>
              <a:off x="4769575" y="2562550"/>
              <a:ext cx="144825" cy="164150"/>
            </a:xfrm>
            <a:custGeom>
              <a:avLst/>
              <a:gdLst/>
              <a:ahLst/>
              <a:cxnLst/>
              <a:rect l="l" t="t" r="r" b="b"/>
              <a:pathLst>
                <a:path w="5793" h="6566" extrusionOk="0">
                  <a:moveTo>
                    <a:pt x="2858" y="464"/>
                  </a:moveTo>
                  <a:lnTo>
                    <a:pt x="3360" y="619"/>
                  </a:lnTo>
                  <a:lnTo>
                    <a:pt x="3823" y="812"/>
                  </a:lnTo>
                  <a:lnTo>
                    <a:pt x="4248" y="1082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9"/>
                  </a:lnTo>
                  <a:lnTo>
                    <a:pt x="5252" y="2511"/>
                  </a:lnTo>
                  <a:lnTo>
                    <a:pt x="5290" y="2781"/>
                  </a:lnTo>
                  <a:lnTo>
                    <a:pt x="5329" y="3051"/>
                  </a:lnTo>
                  <a:lnTo>
                    <a:pt x="5329" y="3322"/>
                  </a:lnTo>
                  <a:lnTo>
                    <a:pt x="5290" y="3785"/>
                  </a:lnTo>
                  <a:lnTo>
                    <a:pt x="5175" y="4248"/>
                  </a:lnTo>
                  <a:lnTo>
                    <a:pt x="4982" y="4712"/>
                  </a:lnTo>
                  <a:lnTo>
                    <a:pt x="4711" y="5098"/>
                  </a:lnTo>
                  <a:lnTo>
                    <a:pt x="4364" y="5445"/>
                  </a:lnTo>
                  <a:lnTo>
                    <a:pt x="4016" y="5716"/>
                  </a:lnTo>
                  <a:lnTo>
                    <a:pt x="3784" y="5832"/>
                  </a:lnTo>
                  <a:lnTo>
                    <a:pt x="3553" y="5947"/>
                  </a:lnTo>
                  <a:lnTo>
                    <a:pt x="3321" y="6025"/>
                  </a:lnTo>
                  <a:lnTo>
                    <a:pt x="3089" y="6063"/>
                  </a:lnTo>
                  <a:lnTo>
                    <a:pt x="2780" y="6102"/>
                  </a:lnTo>
                  <a:lnTo>
                    <a:pt x="2510" y="6102"/>
                  </a:lnTo>
                  <a:lnTo>
                    <a:pt x="2201" y="6063"/>
                  </a:lnTo>
                  <a:lnTo>
                    <a:pt x="1970" y="5986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600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1"/>
                  </a:lnTo>
                  <a:lnTo>
                    <a:pt x="734" y="4789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5"/>
                  </a:lnTo>
                  <a:lnTo>
                    <a:pt x="464" y="2974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700"/>
                  </a:lnTo>
                  <a:lnTo>
                    <a:pt x="966" y="1507"/>
                  </a:lnTo>
                  <a:lnTo>
                    <a:pt x="1120" y="1275"/>
                  </a:lnTo>
                  <a:lnTo>
                    <a:pt x="1313" y="1121"/>
                  </a:lnTo>
                  <a:lnTo>
                    <a:pt x="1506" y="927"/>
                  </a:lnTo>
                  <a:lnTo>
                    <a:pt x="1738" y="812"/>
                  </a:lnTo>
                  <a:lnTo>
                    <a:pt x="1970" y="696"/>
                  </a:lnTo>
                  <a:lnTo>
                    <a:pt x="2201" y="580"/>
                  </a:lnTo>
                  <a:lnTo>
                    <a:pt x="2472" y="541"/>
                  </a:lnTo>
                  <a:lnTo>
                    <a:pt x="2780" y="503"/>
                  </a:lnTo>
                  <a:lnTo>
                    <a:pt x="2819" y="503"/>
                  </a:lnTo>
                  <a:lnTo>
                    <a:pt x="2858" y="464"/>
                  </a:lnTo>
                  <a:close/>
                  <a:moveTo>
                    <a:pt x="2665" y="1"/>
                  </a:moveTo>
                  <a:lnTo>
                    <a:pt x="2587" y="39"/>
                  </a:lnTo>
                  <a:lnTo>
                    <a:pt x="2510" y="78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1"/>
                  </a:lnTo>
                  <a:lnTo>
                    <a:pt x="1854" y="310"/>
                  </a:lnTo>
                  <a:lnTo>
                    <a:pt x="1622" y="387"/>
                  </a:lnTo>
                  <a:lnTo>
                    <a:pt x="1390" y="503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7"/>
                  </a:lnTo>
                  <a:lnTo>
                    <a:pt x="348" y="1738"/>
                  </a:lnTo>
                  <a:lnTo>
                    <a:pt x="155" y="2279"/>
                  </a:lnTo>
                  <a:lnTo>
                    <a:pt x="39" y="2858"/>
                  </a:lnTo>
                  <a:lnTo>
                    <a:pt x="0" y="3399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3"/>
                  </a:lnTo>
                  <a:lnTo>
                    <a:pt x="309" y="4943"/>
                  </a:lnTo>
                  <a:lnTo>
                    <a:pt x="425" y="5214"/>
                  </a:lnTo>
                  <a:lnTo>
                    <a:pt x="579" y="5445"/>
                  </a:lnTo>
                  <a:lnTo>
                    <a:pt x="734" y="5677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8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7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7"/>
                  </a:lnTo>
                  <a:lnTo>
                    <a:pt x="3476" y="6449"/>
                  </a:lnTo>
                  <a:lnTo>
                    <a:pt x="3784" y="6334"/>
                  </a:lnTo>
                  <a:lnTo>
                    <a:pt x="4055" y="6218"/>
                  </a:lnTo>
                  <a:lnTo>
                    <a:pt x="4325" y="6063"/>
                  </a:lnTo>
                  <a:lnTo>
                    <a:pt x="4557" y="5909"/>
                  </a:lnTo>
                  <a:lnTo>
                    <a:pt x="4788" y="5716"/>
                  </a:lnTo>
                  <a:lnTo>
                    <a:pt x="4982" y="5484"/>
                  </a:lnTo>
                  <a:lnTo>
                    <a:pt x="5175" y="5252"/>
                  </a:lnTo>
                  <a:lnTo>
                    <a:pt x="5329" y="4982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1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8"/>
                  </a:lnTo>
                  <a:lnTo>
                    <a:pt x="5561" y="2047"/>
                  </a:lnTo>
                  <a:lnTo>
                    <a:pt x="5406" y="1777"/>
                  </a:lnTo>
                  <a:lnTo>
                    <a:pt x="5252" y="1507"/>
                  </a:lnTo>
                  <a:lnTo>
                    <a:pt x="5059" y="1275"/>
                  </a:lnTo>
                  <a:lnTo>
                    <a:pt x="4866" y="1043"/>
                  </a:lnTo>
                  <a:lnTo>
                    <a:pt x="4634" y="812"/>
                  </a:lnTo>
                  <a:lnTo>
                    <a:pt x="4402" y="619"/>
                  </a:lnTo>
                  <a:lnTo>
                    <a:pt x="4132" y="464"/>
                  </a:lnTo>
                  <a:lnTo>
                    <a:pt x="3862" y="310"/>
                  </a:lnTo>
                  <a:lnTo>
                    <a:pt x="3591" y="194"/>
                  </a:lnTo>
                  <a:lnTo>
                    <a:pt x="3282" y="117"/>
                  </a:lnTo>
                  <a:lnTo>
                    <a:pt x="2974" y="39"/>
                  </a:lnTo>
                  <a:lnTo>
                    <a:pt x="266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5"/>
            <p:cNvSpPr/>
            <p:nvPr/>
          </p:nvSpPr>
          <p:spPr>
            <a:xfrm>
              <a:off x="4802400" y="27817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0"/>
                  </a:moveTo>
                  <a:lnTo>
                    <a:pt x="12434" y="39"/>
                  </a:lnTo>
                  <a:lnTo>
                    <a:pt x="12357" y="77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8"/>
                  </a:lnTo>
                  <a:lnTo>
                    <a:pt x="12164" y="1043"/>
                  </a:lnTo>
                  <a:lnTo>
                    <a:pt x="12009" y="1197"/>
                  </a:lnTo>
                  <a:lnTo>
                    <a:pt x="11855" y="1313"/>
                  </a:lnTo>
                  <a:lnTo>
                    <a:pt x="11430" y="1545"/>
                  </a:lnTo>
                  <a:lnTo>
                    <a:pt x="11005" y="1699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4" y="2085"/>
                  </a:lnTo>
                  <a:lnTo>
                    <a:pt x="9345" y="2008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0"/>
                  </a:lnTo>
                  <a:lnTo>
                    <a:pt x="8611" y="1699"/>
                  </a:lnTo>
                  <a:lnTo>
                    <a:pt x="8804" y="2008"/>
                  </a:lnTo>
                  <a:lnTo>
                    <a:pt x="8997" y="2279"/>
                  </a:lnTo>
                  <a:lnTo>
                    <a:pt x="7839" y="2587"/>
                  </a:lnTo>
                  <a:lnTo>
                    <a:pt x="6719" y="2819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9" y="3282"/>
                  </a:lnTo>
                  <a:lnTo>
                    <a:pt x="3746" y="2935"/>
                  </a:lnTo>
                  <a:lnTo>
                    <a:pt x="3784" y="2587"/>
                  </a:lnTo>
                  <a:lnTo>
                    <a:pt x="3707" y="2240"/>
                  </a:lnTo>
                  <a:lnTo>
                    <a:pt x="3630" y="1892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7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8"/>
                  </a:lnTo>
                  <a:lnTo>
                    <a:pt x="1815" y="3437"/>
                  </a:lnTo>
                  <a:lnTo>
                    <a:pt x="1352" y="3398"/>
                  </a:lnTo>
                  <a:lnTo>
                    <a:pt x="965" y="3360"/>
                  </a:lnTo>
                  <a:lnTo>
                    <a:pt x="772" y="3282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3"/>
                  </a:lnTo>
                  <a:lnTo>
                    <a:pt x="309" y="2665"/>
                  </a:lnTo>
                  <a:lnTo>
                    <a:pt x="232" y="2587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3"/>
                  </a:lnTo>
                  <a:lnTo>
                    <a:pt x="0" y="2858"/>
                  </a:lnTo>
                  <a:lnTo>
                    <a:pt x="0" y="3012"/>
                  </a:lnTo>
                  <a:lnTo>
                    <a:pt x="0" y="3167"/>
                  </a:lnTo>
                  <a:lnTo>
                    <a:pt x="39" y="3282"/>
                  </a:lnTo>
                  <a:lnTo>
                    <a:pt x="116" y="3398"/>
                  </a:lnTo>
                  <a:lnTo>
                    <a:pt x="193" y="3514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0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0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2"/>
                  </a:lnTo>
                  <a:lnTo>
                    <a:pt x="12048" y="1699"/>
                  </a:lnTo>
                  <a:lnTo>
                    <a:pt x="12357" y="1506"/>
                  </a:lnTo>
                  <a:lnTo>
                    <a:pt x="12627" y="1236"/>
                  </a:lnTo>
                  <a:lnTo>
                    <a:pt x="12704" y="1081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79"/>
                  </a:lnTo>
                  <a:lnTo>
                    <a:pt x="12820" y="386"/>
                  </a:lnTo>
                  <a:lnTo>
                    <a:pt x="12743" y="155"/>
                  </a:lnTo>
                  <a:lnTo>
                    <a:pt x="12704" y="77"/>
                  </a:lnTo>
                  <a:lnTo>
                    <a:pt x="12627" y="39"/>
                  </a:lnTo>
                  <a:lnTo>
                    <a:pt x="125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5"/>
            <p:cNvSpPr/>
            <p:nvPr/>
          </p:nvSpPr>
          <p:spPr>
            <a:xfrm>
              <a:off x="4737700" y="2534550"/>
              <a:ext cx="459550" cy="296400"/>
            </a:xfrm>
            <a:custGeom>
              <a:avLst/>
              <a:gdLst/>
              <a:ahLst/>
              <a:cxnLst/>
              <a:rect l="l" t="t" r="r" b="b"/>
              <a:pathLst>
                <a:path w="18382" h="11856" extrusionOk="0">
                  <a:moveTo>
                    <a:pt x="17648" y="2936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9"/>
                  </a:lnTo>
                  <a:lnTo>
                    <a:pt x="17880" y="3322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40"/>
                  </a:lnTo>
                  <a:lnTo>
                    <a:pt x="17648" y="4133"/>
                  </a:lnTo>
                  <a:lnTo>
                    <a:pt x="17300" y="4403"/>
                  </a:lnTo>
                  <a:lnTo>
                    <a:pt x="17030" y="4596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4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5"/>
                  </a:lnTo>
                  <a:lnTo>
                    <a:pt x="16528" y="3515"/>
                  </a:lnTo>
                  <a:lnTo>
                    <a:pt x="16721" y="3283"/>
                  </a:lnTo>
                  <a:lnTo>
                    <a:pt x="16953" y="3129"/>
                  </a:lnTo>
                  <a:lnTo>
                    <a:pt x="17223" y="2974"/>
                  </a:lnTo>
                  <a:lnTo>
                    <a:pt x="17493" y="2936"/>
                  </a:lnTo>
                  <a:close/>
                  <a:moveTo>
                    <a:pt x="14211" y="4866"/>
                  </a:moveTo>
                  <a:lnTo>
                    <a:pt x="14481" y="4905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30"/>
                  </a:lnTo>
                  <a:lnTo>
                    <a:pt x="14752" y="5523"/>
                  </a:lnTo>
                  <a:lnTo>
                    <a:pt x="14288" y="5677"/>
                  </a:lnTo>
                  <a:lnTo>
                    <a:pt x="14018" y="5716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600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7"/>
                  </a:lnTo>
                  <a:lnTo>
                    <a:pt x="13169" y="5021"/>
                  </a:lnTo>
                  <a:lnTo>
                    <a:pt x="13323" y="4944"/>
                  </a:lnTo>
                  <a:lnTo>
                    <a:pt x="13555" y="4905"/>
                  </a:lnTo>
                  <a:lnTo>
                    <a:pt x="13864" y="4866"/>
                  </a:lnTo>
                  <a:close/>
                  <a:moveTo>
                    <a:pt x="15756" y="5523"/>
                  </a:moveTo>
                  <a:lnTo>
                    <a:pt x="16374" y="5832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4"/>
                  </a:lnTo>
                  <a:lnTo>
                    <a:pt x="17571" y="6913"/>
                  </a:lnTo>
                  <a:lnTo>
                    <a:pt x="17609" y="7067"/>
                  </a:lnTo>
                  <a:lnTo>
                    <a:pt x="17609" y="7222"/>
                  </a:lnTo>
                  <a:lnTo>
                    <a:pt x="17609" y="7454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4"/>
                  </a:lnTo>
                  <a:lnTo>
                    <a:pt x="17146" y="7724"/>
                  </a:lnTo>
                  <a:lnTo>
                    <a:pt x="16953" y="7685"/>
                  </a:lnTo>
                  <a:lnTo>
                    <a:pt x="16798" y="7608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7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2"/>
                  </a:lnTo>
                  <a:lnTo>
                    <a:pt x="15756" y="5523"/>
                  </a:lnTo>
                  <a:close/>
                  <a:moveTo>
                    <a:pt x="4944" y="464"/>
                  </a:moveTo>
                  <a:lnTo>
                    <a:pt x="5561" y="503"/>
                  </a:lnTo>
                  <a:lnTo>
                    <a:pt x="6141" y="657"/>
                  </a:lnTo>
                  <a:lnTo>
                    <a:pt x="6681" y="889"/>
                  </a:lnTo>
                  <a:lnTo>
                    <a:pt x="7222" y="1198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5"/>
                  </a:lnTo>
                  <a:lnTo>
                    <a:pt x="8766" y="2781"/>
                  </a:lnTo>
                  <a:lnTo>
                    <a:pt x="9037" y="3206"/>
                  </a:lnTo>
                  <a:lnTo>
                    <a:pt x="9268" y="3669"/>
                  </a:lnTo>
                  <a:lnTo>
                    <a:pt x="9693" y="4596"/>
                  </a:lnTo>
                  <a:lnTo>
                    <a:pt x="10079" y="5523"/>
                  </a:lnTo>
                  <a:lnTo>
                    <a:pt x="10272" y="5909"/>
                  </a:lnTo>
                  <a:lnTo>
                    <a:pt x="10504" y="6295"/>
                  </a:lnTo>
                  <a:lnTo>
                    <a:pt x="10736" y="6643"/>
                  </a:lnTo>
                  <a:lnTo>
                    <a:pt x="11006" y="6913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1"/>
                  </a:lnTo>
                  <a:lnTo>
                    <a:pt x="13207" y="7492"/>
                  </a:lnTo>
                  <a:lnTo>
                    <a:pt x="13516" y="7415"/>
                  </a:lnTo>
                  <a:lnTo>
                    <a:pt x="13825" y="7260"/>
                  </a:lnTo>
                  <a:lnTo>
                    <a:pt x="14095" y="7106"/>
                  </a:lnTo>
                  <a:lnTo>
                    <a:pt x="14366" y="6952"/>
                  </a:lnTo>
                  <a:lnTo>
                    <a:pt x="14597" y="6720"/>
                  </a:lnTo>
                  <a:lnTo>
                    <a:pt x="14829" y="6488"/>
                  </a:lnTo>
                  <a:lnTo>
                    <a:pt x="14829" y="6488"/>
                  </a:lnTo>
                  <a:lnTo>
                    <a:pt x="14404" y="7222"/>
                  </a:lnTo>
                  <a:lnTo>
                    <a:pt x="13941" y="7878"/>
                  </a:lnTo>
                  <a:lnTo>
                    <a:pt x="13439" y="8535"/>
                  </a:lnTo>
                  <a:lnTo>
                    <a:pt x="12860" y="9114"/>
                  </a:lnTo>
                  <a:lnTo>
                    <a:pt x="12242" y="9616"/>
                  </a:lnTo>
                  <a:lnTo>
                    <a:pt x="11547" y="10079"/>
                  </a:lnTo>
                  <a:lnTo>
                    <a:pt x="10813" y="10504"/>
                  </a:lnTo>
                  <a:lnTo>
                    <a:pt x="10041" y="10813"/>
                  </a:lnTo>
                  <a:lnTo>
                    <a:pt x="9462" y="11006"/>
                  </a:lnTo>
                  <a:lnTo>
                    <a:pt x="8882" y="11161"/>
                  </a:lnTo>
                  <a:lnTo>
                    <a:pt x="8303" y="11276"/>
                  </a:lnTo>
                  <a:lnTo>
                    <a:pt x="7724" y="11315"/>
                  </a:lnTo>
                  <a:lnTo>
                    <a:pt x="7145" y="11354"/>
                  </a:lnTo>
                  <a:lnTo>
                    <a:pt x="6604" y="11315"/>
                  </a:lnTo>
                  <a:lnTo>
                    <a:pt x="6025" y="11238"/>
                  </a:lnTo>
                  <a:lnTo>
                    <a:pt x="5484" y="11122"/>
                  </a:lnTo>
                  <a:lnTo>
                    <a:pt x="4944" y="10967"/>
                  </a:lnTo>
                  <a:lnTo>
                    <a:pt x="4442" y="10736"/>
                  </a:lnTo>
                  <a:lnTo>
                    <a:pt x="3940" y="10504"/>
                  </a:lnTo>
                  <a:lnTo>
                    <a:pt x="3476" y="10195"/>
                  </a:lnTo>
                  <a:lnTo>
                    <a:pt x="3013" y="9848"/>
                  </a:lnTo>
                  <a:lnTo>
                    <a:pt x="2549" y="9461"/>
                  </a:lnTo>
                  <a:lnTo>
                    <a:pt x="2163" y="9037"/>
                  </a:lnTo>
                  <a:lnTo>
                    <a:pt x="1777" y="8573"/>
                  </a:lnTo>
                  <a:lnTo>
                    <a:pt x="1430" y="8033"/>
                  </a:lnTo>
                  <a:lnTo>
                    <a:pt x="1121" y="7492"/>
                  </a:lnTo>
                  <a:lnTo>
                    <a:pt x="850" y="6913"/>
                  </a:lnTo>
                  <a:lnTo>
                    <a:pt x="657" y="6334"/>
                  </a:lnTo>
                  <a:lnTo>
                    <a:pt x="503" y="5754"/>
                  </a:lnTo>
                  <a:lnTo>
                    <a:pt x="426" y="5137"/>
                  </a:lnTo>
                  <a:lnTo>
                    <a:pt x="426" y="4519"/>
                  </a:lnTo>
                  <a:lnTo>
                    <a:pt x="503" y="3862"/>
                  </a:lnTo>
                  <a:lnTo>
                    <a:pt x="696" y="3283"/>
                  </a:lnTo>
                  <a:lnTo>
                    <a:pt x="928" y="2743"/>
                  </a:lnTo>
                  <a:lnTo>
                    <a:pt x="1275" y="2241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80"/>
                  </a:lnTo>
                  <a:lnTo>
                    <a:pt x="4326" y="464"/>
                  </a:lnTo>
                  <a:close/>
                  <a:moveTo>
                    <a:pt x="4519" y="1"/>
                  </a:moveTo>
                  <a:lnTo>
                    <a:pt x="4249" y="39"/>
                  </a:lnTo>
                  <a:lnTo>
                    <a:pt x="3901" y="78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6"/>
                  </a:lnTo>
                  <a:lnTo>
                    <a:pt x="2472" y="580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4"/>
                  </a:lnTo>
                  <a:lnTo>
                    <a:pt x="1082" y="1700"/>
                  </a:lnTo>
                  <a:lnTo>
                    <a:pt x="773" y="2163"/>
                  </a:lnTo>
                  <a:lnTo>
                    <a:pt x="503" y="2627"/>
                  </a:lnTo>
                  <a:lnTo>
                    <a:pt x="310" y="3090"/>
                  </a:lnTo>
                  <a:lnTo>
                    <a:pt x="155" y="3592"/>
                  </a:lnTo>
                  <a:lnTo>
                    <a:pt x="40" y="4094"/>
                  </a:lnTo>
                  <a:lnTo>
                    <a:pt x="1" y="4596"/>
                  </a:lnTo>
                  <a:lnTo>
                    <a:pt x="1" y="5137"/>
                  </a:lnTo>
                  <a:lnTo>
                    <a:pt x="78" y="5639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9"/>
                  </a:lnTo>
                  <a:lnTo>
                    <a:pt x="1237" y="8612"/>
                  </a:lnTo>
                  <a:lnTo>
                    <a:pt x="1545" y="9037"/>
                  </a:lnTo>
                  <a:lnTo>
                    <a:pt x="2009" y="9577"/>
                  </a:lnTo>
                  <a:lnTo>
                    <a:pt x="2472" y="10041"/>
                  </a:lnTo>
                  <a:lnTo>
                    <a:pt x="2974" y="10427"/>
                  </a:lnTo>
                  <a:lnTo>
                    <a:pt x="3476" y="10813"/>
                  </a:lnTo>
                  <a:lnTo>
                    <a:pt x="4055" y="11083"/>
                  </a:lnTo>
                  <a:lnTo>
                    <a:pt x="4596" y="11354"/>
                  </a:lnTo>
                  <a:lnTo>
                    <a:pt x="5214" y="11547"/>
                  </a:lnTo>
                  <a:lnTo>
                    <a:pt x="5832" y="11701"/>
                  </a:lnTo>
                  <a:lnTo>
                    <a:pt x="5870" y="11856"/>
                  </a:lnTo>
                  <a:lnTo>
                    <a:pt x="6218" y="11778"/>
                  </a:lnTo>
                  <a:lnTo>
                    <a:pt x="7029" y="11817"/>
                  </a:lnTo>
                  <a:lnTo>
                    <a:pt x="7840" y="11817"/>
                  </a:lnTo>
                  <a:lnTo>
                    <a:pt x="8689" y="11701"/>
                  </a:lnTo>
                  <a:lnTo>
                    <a:pt x="9539" y="11508"/>
                  </a:lnTo>
                  <a:lnTo>
                    <a:pt x="10272" y="11238"/>
                  </a:lnTo>
                  <a:lnTo>
                    <a:pt x="11006" y="10929"/>
                  </a:lnTo>
                  <a:lnTo>
                    <a:pt x="11315" y="10813"/>
                  </a:lnTo>
                  <a:lnTo>
                    <a:pt x="11315" y="10774"/>
                  </a:lnTo>
                  <a:lnTo>
                    <a:pt x="12049" y="10350"/>
                  </a:lnTo>
                  <a:lnTo>
                    <a:pt x="12705" y="9848"/>
                  </a:lnTo>
                  <a:lnTo>
                    <a:pt x="13362" y="9307"/>
                  </a:lnTo>
                  <a:lnTo>
                    <a:pt x="13941" y="8689"/>
                  </a:lnTo>
                  <a:lnTo>
                    <a:pt x="14481" y="8033"/>
                  </a:lnTo>
                  <a:lnTo>
                    <a:pt x="14713" y="7685"/>
                  </a:lnTo>
                  <a:lnTo>
                    <a:pt x="14906" y="7299"/>
                  </a:lnTo>
                  <a:lnTo>
                    <a:pt x="15099" y="6952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20"/>
                  </a:lnTo>
                  <a:lnTo>
                    <a:pt x="15987" y="7145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7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3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4"/>
                  </a:lnTo>
                  <a:lnTo>
                    <a:pt x="18034" y="7260"/>
                  </a:lnTo>
                  <a:lnTo>
                    <a:pt x="17995" y="7029"/>
                  </a:lnTo>
                  <a:lnTo>
                    <a:pt x="17918" y="6836"/>
                  </a:lnTo>
                  <a:lnTo>
                    <a:pt x="17841" y="6643"/>
                  </a:lnTo>
                  <a:lnTo>
                    <a:pt x="17725" y="6450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6"/>
                  </a:lnTo>
                  <a:lnTo>
                    <a:pt x="16567" y="5446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2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4"/>
                  </a:lnTo>
                  <a:lnTo>
                    <a:pt x="18343" y="3553"/>
                  </a:lnTo>
                  <a:lnTo>
                    <a:pt x="18382" y="3322"/>
                  </a:lnTo>
                  <a:lnTo>
                    <a:pt x="18343" y="3090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4"/>
                  </a:lnTo>
                  <a:lnTo>
                    <a:pt x="17841" y="2588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8"/>
                  </a:lnTo>
                  <a:lnTo>
                    <a:pt x="16953" y="2704"/>
                  </a:lnTo>
                  <a:lnTo>
                    <a:pt x="16760" y="2781"/>
                  </a:lnTo>
                  <a:lnTo>
                    <a:pt x="16567" y="2936"/>
                  </a:lnTo>
                  <a:lnTo>
                    <a:pt x="16412" y="3090"/>
                  </a:lnTo>
                  <a:lnTo>
                    <a:pt x="16258" y="3283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1"/>
                  </a:lnTo>
                  <a:lnTo>
                    <a:pt x="15524" y="5021"/>
                  </a:lnTo>
                  <a:lnTo>
                    <a:pt x="15099" y="4789"/>
                  </a:lnTo>
                  <a:lnTo>
                    <a:pt x="14675" y="4635"/>
                  </a:lnTo>
                  <a:lnTo>
                    <a:pt x="14211" y="4519"/>
                  </a:lnTo>
                  <a:lnTo>
                    <a:pt x="13748" y="4519"/>
                  </a:lnTo>
                  <a:lnTo>
                    <a:pt x="13362" y="4596"/>
                  </a:lnTo>
                  <a:lnTo>
                    <a:pt x="13169" y="4635"/>
                  </a:lnTo>
                  <a:lnTo>
                    <a:pt x="12975" y="4712"/>
                  </a:lnTo>
                  <a:lnTo>
                    <a:pt x="12782" y="4789"/>
                  </a:lnTo>
                  <a:lnTo>
                    <a:pt x="12628" y="4944"/>
                  </a:lnTo>
                  <a:lnTo>
                    <a:pt x="12512" y="5098"/>
                  </a:lnTo>
                  <a:lnTo>
                    <a:pt x="12435" y="5252"/>
                  </a:lnTo>
                  <a:lnTo>
                    <a:pt x="12396" y="5446"/>
                  </a:lnTo>
                  <a:lnTo>
                    <a:pt x="12473" y="5639"/>
                  </a:lnTo>
                  <a:lnTo>
                    <a:pt x="12551" y="5793"/>
                  </a:lnTo>
                  <a:lnTo>
                    <a:pt x="12705" y="5909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1"/>
                  </a:lnTo>
                  <a:lnTo>
                    <a:pt x="13786" y="6141"/>
                  </a:lnTo>
                  <a:lnTo>
                    <a:pt x="14134" y="6102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20"/>
                  </a:lnTo>
                  <a:lnTo>
                    <a:pt x="13671" y="6836"/>
                  </a:lnTo>
                  <a:lnTo>
                    <a:pt x="13439" y="6952"/>
                  </a:lnTo>
                  <a:lnTo>
                    <a:pt x="13207" y="7029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1"/>
                  </a:lnTo>
                  <a:lnTo>
                    <a:pt x="10968" y="6141"/>
                  </a:lnTo>
                  <a:lnTo>
                    <a:pt x="10774" y="5793"/>
                  </a:lnTo>
                  <a:lnTo>
                    <a:pt x="10504" y="5330"/>
                  </a:lnTo>
                  <a:lnTo>
                    <a:pt x="10311" y="4828"/>
                  </a:lnTo>
                  <a:lnTo>
                    <a:pt x="9886" y="3862"/>
                  </a:lnTo>
                  <a:lnTo>
                    <a:pt x="9655" y="3399"/>
                  </a:lnTo>
                  <a:lnTo>
                    <a:pt x="9423" y="2936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2"/>
                  </a:lnTo>
                  <a:lnTo>
                    <a:pt x="6874" y="503"/>
                  </a:lnTo>
                  <a:lnTo>
                    <a:pt x="6295" y="271"/>
                  </a:lnTo>
                  <a:lnTo>
                    <a:pt x="5716" y="117"/>
                  </a:lnTo>
                  <a:lnTo>
                    <a:pt x="5137" y="39"/>
                  </a:lnTo>
                  <a:lnTo>
                    <a:pt x="451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5"/>
            <p:cNvSpPr/>
            <p:nvPr/>
          </p:nvSpPr>
          <p:spPr>
            <a:xfrm>
              <a:off x="4673025" y="2378175"/>
              <a:ext cx="330175" cy="176675"/>
            </a:xfrm>
            <a:custGeom>
              <a:avLst/>
              <a:gdLst/>
              <a:ahLst/>
              <a:cxnLst/>
              <a:rect l="l" t="t" r="r" b="b"/>
              <a:pathLst>
                <a:path w="13207" h="7067" extrusionOk="0">
                  <a:moveTo>
                    <a:pt x="8110" y="309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79"/>
                  </a:lnTo>
                  <a:lnTo>
                    <a:pt x="8728" y="888"/>
                  </a:lnTo>
                  <a:lnTo>
                    <a:pt x="8766" y="1197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7"/>
                  </a:lnTo>
                  <a:lnTo>
                    <a:pt x="8033" y="2858"/>
                  </a:lnTo>
                  <a:lnTo>
                    <a:pt x="6836" y="4711"/>
                  </a:lnTo>
                  <a:lnTo>
                    <a:pt x="6681" y="4711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7"/>
                  </a:lnTo>
                  <a:lnTo>
                    <a:pt x="7453" y="888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09"/>
                  </a:lnTo>
                  <a:close/>
                  <a:moveTo>
                    <a:pt x="5909" y="5406"/>
                  </a:moveTo>
                  <a:lnTo>
                    <a:pt x="4673" y="5831"/>
                  </a:lnTo>
                  <a:lnTo>
                    <a:pt x="3437" y="6217"/>
                  </a:lnTo>
                  <a:lnTo>
                    <a:pt x="2781" y="6372"/>
                  </a:lnTo>
                  <a:lnTo>
                    <a:pt x="2125" y="6526"/>
                  </a:lnTo>
                  <a:lnTo>
                    <a:pt x="1700" y="6565"/>
                  </a:lnTo>
                  <a:lnTo>
                    <a:pt x="1314" y="6603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7"/>
                  </a:lnTo>
                  <a:lnTo>
                    <a:pt x="696" y="6063"/>
                  </a:lnTo>
                  <a:lnTo>
                    <a:pt x="696" y="5908"/>
                  </a:lnTo>
                  <a:lnTo>
                    <a:pt x="734" y="5792"/>
                  </a:lnTo>
                  <a:lnTo>
                    <a:pt x="812" y="5715"/>
                  </a:lnTo>
                  <a:lnTo>
                    <a:pt x="889" y="5677"/>
                  </a:lnTo>
                  <a:lnTo>
                    <a:pt x="1082" y="5599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6"/>
                  </a:lnTo>
                  <a:close/>
                  <a:moveTo>
                    <a:pt x="7067" y="5097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5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8"/>
                  </a:lnTo>
                  <a:lnTo>
                    <a:pt x="12589" y="6024"/>
                  </a:lnTo>
                  <a:lnTo>
                    <a:pt x="12628" y="6179"/>
                  </a:lnTo>
                  <a:lnTo>
                    <a:pt x="12589" y="6526"/>
                  </a:lnTo>
                  <a:lnTo>
                    <a:pt x="12435" y="6603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3"/>
                  </a:lnTo>
                  <a:lnTo>
                    <a:pt x="10929" y="6526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8"/>
                  </a:lnTo>
                  <a:lnTo>
                    <a:pt x="8226" y="5677"/>
                  </a:lnTo>
                  <a:lnTo>
                    <a:pt x="7067" y="5097"/>
                  </a:lnTo>
                  <a:close/>
                  <a:moveTo>
                    <a:pt x="8148" y="0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6"/>
                  </a:lnTo>
                  <a:lnTo>
                    <a:pt x="6681" y="2433"/>
                  </a:lnTo>
                  <a:lnTo>
                    <a:pt x="6527" y="3591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0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7"/>
                  </a:lnTo>
                  <a:lnTo>
                    <a:pt x="1391" y="5175"/>
                  </a:lnTo>
                  <a:lnTo>
                    <a:pt x="1005" y="5213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599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4"/>
                  </a:lnTo>
                  <a:lnTo>
                    <a:pt x="117" y="6449"/>
                  </a:lnTo>
                  <a:lnTo>
                    <a:pt x="232" y="6603"/>
                  </a:lnTo>
                  <a:lnTo>
                    <a:pt x="348" y="6681"/>
                  </a:lnTo>
                  <a:lnTo>
                    <a:pt x="464" y="6796"/>
                  </a:lnTo>
                  <a:lnTo>
                    <a:pt x="773" y="6912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2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5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8"/>
                  </a:lnTo>
                  <a:lnTo>
                    <a:pt x="6758" y="6101"/>
                  </a:lnTo>
                  <a:lnTo>
                    <a:pt x="6836" y="6294"/>
                  </a:lnTo>
                  <a:lnTo>
                    <a:pt x="7106" y="6256"/>
                  </a:lnTo>
                  <a:lnTo>
                    <a:pt x="7106" y="6217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6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6"/>
                  </a:lnTo>
                  <a:lnTo>
                    <a:pt x="11045" y="6951"/>
                  </a:lnTo>
                  <a:lnTo>
                    <a:pt x="11469" y="7028"/>
                  </a:lnTo>
                  <a:lnTo>
                    <a:pt x="11933" y="7067"/>
                  </a:lnTo>
                  <a:lnTo>
                    <a:pt x="12396" y="7028"/>
                  </a:lnTo>
                  <a:lnTo>
                    <a:pt x="12589" y="6990"/>
                  </a:lnTo>
                  <a:lnTo>
                    <a:pt x="12782" y="6912"/>
                  </a:lnTo>
                  <a:lnTo>
                    <a:pt x="12937" y="6796"/>
                  </a:lnTo>
                  <a:lnTo>
                    <a:pt x="13053" y="6681"/>
                  </a:lnTo>
                  <a:lnTo>
                    <a:pt x="13130" y="6526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4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6"/>
                  </a:lnTo>
                  <a:lnTo>
                    <a:pt x="12242" y="5290"/>
                  </a:lnTo>
                  <a:lnTo>
                    <a:pt x="11894" y="5213"/>
                  </a:lnTo>
                  <a:lnTo>
                    <a:pt x="11315" y="5097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1"/>
                  </a:lnTo>
                  <a:lnTo>
                    <a:pt x="8071" y="3514"/>
                  </a:lnTo>
                  <a:lnTo>
                    <a:pt x="8496" y="2858"/>
                  </a:lnTo>
                  <a:lnTo>
                    <a:pt x="8844" y="2201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6"/>
                  </a:lnTo>
                  <a:lnTo>
                    <a:pt x="9075" y="1275"/>
                  </a:lnTo>
                  <a:lnTo>
                    <a:pt x="9037" y="1004"/>
                  </a:lnTo>
                  <a:lnTo>
                    <a:pt x="8959" y="811"/>
                  </a:lnTo>
                  <a:lnTo>
                    <a:pt x="8882" y="579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5"/>
            <p:cNvSpPr/>
            <p:nvPr/>
          </p:nvSpPr>
          <p:spPr>
            <a:xfrm>
              <a:off x="2715250" y="1912850"/>
              <a:ext cx="147725" cy="161250"/>
            </a:xfrm>
            <a:custGeom>
              <a:avLst/>
              <a:gdLst/>
              <a:ahLst/>
              <a:cxnLst/>
              <a:rect l="l" t="t" r="r" b="b"/>
              <a:pathLst>
                <a:path w="5909" h="6450" extrusionOk="0">
                  <a:moveTo>
                    <a:pt x="2781" y="503"/>
                  </a:moveTo>
                  <a:lnTo>
                    <a:pt x="3283" y="580"/>
                  </a:lnTo>
                  <a:lnTo>
                    <a:pt x="3746" y="735"/>
                  </a:lnTo>
                  <a:lnTo>
                    <a:pt x="4210" y="966"/>
                  </a:lnTo>
                  <a:lnTo>
                    <a:pt x="4403" y="1082"/>
                  </a:lnTo>
                  <a:lnTo>
                    <a:pt x="4596" y="1275"/>
                  </a:lnTo>
                  <a:lnTo>
                    <a:pt x="4750" y="1468"/>
                  </a:lnTo>
                  <a:lnTo>
                    <a:pt x="4943" y="1661"/>
                  </a:lnTo>
                  <a:lnTo>
                    <a:pt x="5059" y="1893"/>
                  </a:lnTo>
                  <a:lnTo>
                    <a:pt x="5175" y="2125"/>
                  </a:lnTo>
                  <a:lnTo>
                    <a:pt x="5330" y="2588"/>
                  </a:lnTo>
                  <a:lnTo>
                    <a:pt x="5407" y="3052"/>
                  </a:lnTo>
                  <a:lnTo>
                    <a:pt x="5407" y="3515"/>
                  </a:lnTo>
                  <a:lnTo>
                    <a:pt x="5368" y="4017"/>
                  </a:lnTo>
                  <a:lnTo>
                    <a:pt x="5214" y="4442"/>
                  </a:lnTo>
                  <a:lnTo>
                    <a:pt x="4982" y="4866"/>
                  </a:lnTo>
                  <a:lnTo>
                    <a:pt x="4828" y="5059"/>
                  </a:lnTo>
                  <a:lnTo>
                    <a:pt x="4673" y="5253"/>
                  </a:lnTo>
                  <a:lnTo>
                    <a:pt x="4480" y="5407"/>
                  </a:lnTo>
                  <a:lnTo>
                    <a:pt x="4287" y="5561"/>
                  </a:lnTo>
                  <a:lnTo>
                    <a:pt x="4017" y="5716"/>
                  </a:lnTo>
                  <a:lnTo>
                    <a:pt x="3746" y="5832"/>
                  </a:lnTo>
                  <a:lnTo>
                    <a:pt x="3515" y="5909"/>
                  </a:lnTo>
                  <a:lnTo>
                    <a:pt x="3244" y="5948"/>
                  </a:lnTo>
                  <a:lnTo>
                    <a:pt x="2742" y="5948"/>
                  </a:lnTo>
                  <a:lnTo>
                    <a:pt x="2511" y="5870"/>
                  </a:lnTo>
                  <a:lnTo>
                    <a:pt x="2279" y="5793"/>
                  </a:lnTo>
                  <a:lnTo>
                    <a:pt x="2047" y="5677"/>
                  </a:lnTo>
                  <a:lnTo>
                    <a:pt x="1816" y="5561"/>
                  </a:lnTo>
                  <a:lnTo>
                    <a:pt x="1623" y="5407"/>
                  </a:lnTo>
                  <a:lnTo>
                    <a:pt x="1429" y="5214"/>
                  </a:lnTo>
                  <a:lnTo>
                    <a:pt x="1082" y="4828"/>
                  </a:lnTo>
                  <a:lnTo>
                    <a:pt x="812" y="4364"/>
                  </a:lnTo>
                  <a:lnTo>
                    <a:pt x="619" y="3862"/>
                  </a:lnTo>
                  <a:lnTo>
                    <a:pt x="464" y="3322"/>
                  </a:lnTo>
                  <a:lnTo>
                    <a:pt x="426" y="2820"/>
                  </a:lnTo>
                  <a:lnTo>
                    <a:pt x="426" y="2550"/>
                  </a:lnTo>
                  <a:lnTo>
                    <a:pt x="464" y="2279"/>
                  </a:lnTo>
                  <a:lnTo>
                    <a:pt x="503" y="2048"/>
                  </a:lnTo>
                  <a:lnTo>
                    <a:pt x="619" y="1777"/>
                  </a:lnTo>
                  <a:lnTo>
                    <a:pt x="696" y="1584"/>
                  </a:lnTo>
                  <a:lnTo>
                    <a:pt x="850" y="1352"/>
                  </a:lnTo>
                  <a:lnTo>
                    <a:pt x="1005" y="1159"/>
                  </a:lnTo>
                  <a:lnTo>
                    <a:pt x="1198" y="966"/>
                  </a:lnTo>
                  <a:lnTo>
                    <a:pt x="1429" y="812"/>
                  </a:lnTo>
                  <a:lnTo>
                    <a:pt x="1700" y="657"/>
                  </a:lnTo>
                  <a:lnTo>
                    <a:pt x="1738" y="619"/>
                  </a:lnTo>
                  <a:lnTo>
                    <a:pt x="1738" y="580"/>
                  </a:lnTo>
                  <a:lnTo>
                    <a:pt x="2240" y="503"/>
                  </a:lnTo>
                  <a:close/>
                  <a:moveTo>
                    <a:pt x="2588" y="1"/>
                  </a:moveTo>
                  <a:lnTo>
                    <a:pt x="2279" y="40"/>
                  </a:lnTo>
                  <a:lnTo>
                    <a:pt x="1970" y="78"/>
                  </a:lnTo>
                  <a:lnTo>
                    <a:pt x="1661" y="155"/>
                  </a:lnTo>
                  <a:lnTo>
                    <a:pt x="1391" y="233"/>
                  </a:lnTo>
                  <a:lnTo>
                    <a:pt x="1314" y="310"/>
                  </a:lnTo>
                  <a:lnTo>
                    <a:pt x="1236" y="387"/>
                  </a:lnTo>
                  <a:lnTo>
                    <a:pt x="1236" y="464"/>
                  </a:lnTo>
                  <a:lnTo>
                    <a:pt x="1275" y="542"/>
                  </a:lnTo>
                  <a:lnTo>
                    <a:pt x="1005" y="657"/>
                  </a:lnTo>
                  <a:lnTo>
                    <a:pt x="773" y="850"/>
                  </a:lnTo>
                  <a:lnTo>
                    <a:pt x="580" y="1044"/>
                  </a:lnTo>
                  <a:lnTo>
                    <a:pt x="426" y="1237"/>
                  </a:lnTo>
                  <a:lnTo>
                    <a:pt x="271" y="1468"/>
                  </a:lnTo>
                  <a:lnTo>
                    <a:pt x="155" y="1700"/>
                  </a:lnTo>
                  <a:lnTo>
                    <a:pt x="78" y="1970"/>
                  </a:lnTo>
                  <a:lnTo>
                    <a:pt x="39" y="2241"/>
                  </a:lnTo>
                  <a:lnTo>
                    <a:pt x="1" y="2511"/>
                  </a:lnTo>
                  <a:lnTo>
                    <a:pt x="1" y="2781"/>
                  </a:lnTo>
                  <a:lnTo>
                    <a:pt x="39" y="3360"/>
                  </a:lnTo>
                  <a:lnTo>
                    <a:pt x="155" y="3901"/>
                  </a:lnTo>
                  <a:lnTo>
                    <a:pt x="387" y="4442"/>
                  </a:lnTo>
                  <a:lnTo>
                    <a:pt x="696" y="5021"/>
                  </a:lnTo>
                  <a:lnTo>
                    <a:pt x="889" y="5253"/>
                  </a:lnTo>
                  <a:lnTo>
                    <a:pt x="1082" y="5484"/>
                  </a:lnTo>
                  <a:lnTo>
                    <a:pt x="1275" y="5716"/>
                  </a:lnTo>
                  <a:lnTo>
                    <a:pt x="1507" y="5909"/>
                  </a:lnTo>
                  <a:lnTo>
                    <a:pt x="1738" y="6063"/>
                  </a:lnTo>
                  <a:lnTo>
                    <a:pt x="2009" y="6179"/>
                  </a:lnTo>
                  <a:lnTo>
                    <a:pt x="2240" y="6295"/>
                  </a:lnTo>
                  <a:lnTo>
                    <a:pt x="2511" y="6372"/>
                  </a:lnTo>
                  <a:lnTo>
                    <a:pt x="2820" y="6411"/>
                  </a:lnTo>
                  <a:lnTo>
                    <a:pt x="3090" y="6450"/>
                  </a:lnTo>
                  <a:lnTo>
                    <a:pt x="3399" y="6411"/>
                  </a:lnTo>
                  <a:lnTo>
                    <a:pt x="3669" y="6334"/>
                  </a:lnTo>
                  <a:lnTo>
                    <a:pt x="3978" y="6218"/>
                  </a:lnTo>
                  <a:lnTo>
                    <a:pt x="4326" y="6102"/>
                  </a:lnTo>
                  <a:lnTo>
                    <a:pt x="4557" y="5909"/>
                  </a:lnTo>
                  <a:lnTo>
                    <a:pt x="4828" y="5716"/>
                  </a:lnTo>
                  <a:lnTo>
                    <a:pt x="5021" y="5523"/>
                  </a:lnTo>
                  <a:lnTo>
                    <a:pt x="5214" y="5291"/>
                  </a:lnTo>
                  <a:lnTo>
                    <a:pt x="5407" y="5059"/>
                  </a:lnTo>
                  <a:lnTo>
                    <a:pt x="5561" y="4789"/>
                  </a:lnTo>
                  <a:lnTo>
                    <a:pt x="5677" y="4519"/>
                  </a:lnTo>
                  <a:lnTo>
                    <a:pt x="5754" y="4249"/>
                  </a:lnTo>
                  <a:lnTo>
                    <a:pt x="5832" y="3940"/>
                  </a:lnTo>
                  <a:lnTo>
                    <a:pt x="5870" y="3669"/>
                  </a:lnTo>
                  <a:lnTo>
                    <a:pt x="5909" y="3360"/>
                  </a:lnTo>
                  <a:lnTo>
                    <a:pt x="5870" y="3052"/>
                  </a:lnTo>
                  <a:lnTo>
                    <a:pt x="5832" y="2743"/>
                  </a:lnTo>
                  <a:lnTo>
                    <a:pt x="5793" y="2472"/>
                  </a:lnTo>
                  <a:lnTo>
                    <a:pt x="5716" y="2163"/>
                  </a:lnTo>
                  <a:lnTo>
                    <a:pt x="5600" y="1893"/>
                  </a:lnTo>
                  <a:lnTo>
                    <a:pt x="5445" y="1584"/>
                  </a:lnTo>
                  <a:lnTo>
                    <a:pt x="5252" y="1352"/>
                  </a:lnTo>
                  <a:lnTo>
                    <a:pt x="5059" y="1082"/>
                  </a:lnTo>
                  <a:lnTo>
                    <a:pt x="4828" y="889"/>
                  </a:lnTo>
                  <a:lnTo>
                    <a:pt x="4596" y="696"/>
                  </a:lnTo>
                  <a:lnTo>
                    <a:pt x="4364" y="503"/>
                  </a:lnTo>
                  <a:lnTo>
                    <a:pt x="4094" y="348"/>
                  </a:lnTo>
                  <a:lnTo>
                    <a:pt x="3785" y="233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40"/>
                  </a:lnTo>
                  <a:lnTo>
                    <a:pt x="25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5"/>
            <p:cNvSpPr/>
            <p:nvPr/>
          </p:nvSpPr>
          <p:spPr>
            <a:xfrm>
              <a:off x="2839800" y="2000700"/>
              <a:ext cx="270325" cy="209525"/>
            </a:xfrm>
            <a:custGeom>
              <a:avLst/>
              <a:gdLst/>
              <a:ahLst/>
              <a:cxnLst/>
              <a:rect l="l" t="t" r="r" b="b"/>
              <a:pathLst>
                <a:path w="10813" h="8381" extrusionOk="0">
                  <a:moveTo>
                    <a:pt x="10233" y="1"/>
                  </a:moveTo>
                  <a:lnTo>
                    <a:pt x="10156" y="78"/>
                  </a:lnTo>
                  <a:lnTo>
                    <a:pt x="10117" y="155"/>
                  </a:lnTo>
                  <a:lnTo>
                    <a:pt x="10079" y="233"/>
                  </a:lnTo>
                  <a:lnTo>
                    <a:pt x="10079" y="348"/>
                  </a:lnTo>
                  <a:lnTo>
                    <a:pt x="10156" y="426"/>
                  </a:lnTo>
                  <a:lnTo>
                    <a:pt x="10272" y="580"/>
                  </a:lnTo>
                  <a:lnTo>
                    <a:pt x="10310" y="735"/>
                  </a:lnTo>
                  <a:lnTo>
                    <a:pt x="10349" y="928"/>
                  </a:lnTo>
                  <a:lnTo>
                    <a:pt x="10310" y="1121"/>
                  </a:lnTo>
                  <a:lnTo>
                    <a:pt x="10233" y="1275"/>
                  </a:lnTo>
                  <a:lnTo>
                    <a:pt x="10156" y="1468"/>
                  </a:lnTo>
                  <a:lnTo>
                    <a:pt x="9847" y="1854"/>
                  </a:lnTo>
                  <a:lnTo>
                    <a:pt x="9538" y="2202"/>
                  </a:lnTo>
                  <a:lnTo>
                    <a:pt x="9152" y="2511"/>
                  </a:lnTo>
                  <a:lnTo>
                    <a:pt x="8611" y="3013"/>
                  </a:lnTo>
                  <a:lnTo>
                    <a:pt x="8264" y="3283"/>
                  </a:lnTo>
                  <a:lnTo>
                    <a:pt x="8225" y="3206"/>
                  </a:lnTo>
                  <a:lnTo>
                    <a:pt x="8148" y="3129"/>
                  </a:lnTo>
                  <a:lnTo>
                    <a:pt x="7607" y="2820"/>
                  </a:lnTo>
                  <a:lnTo>
                    <a:pt x="7144" y="2434"/>
                  </a:lnTo>
                  <a:lnTo>
                    <a:pt x="6912" y="2665"/>
                  </a:lnTo>
                  <a:lnTo>
                    <a:pt x="7105" y="2936"/>
                  </a:lnTo>
                  <a:lnTo>
                    <a:pt x="7376" y="3167"/>
                  </a:lnTo>
                  <a:lnTo>
                    <a:pt x="7646" y="3399"/>
                  </a:lnTo>
                  <a:lnTo>
                    <a:pt x="7955" y="3553"/>
                  </a:lnTo>
                  <a:lnTo>
                    <a:pt x="7028" y="4287"/>
                  </a:lnTo>
                  <a:lnTo>
                    <a:pt x="6101" y="4982"/>
                  </a:lnTo>
                  <a:lnTo>
                    <a:pt x="4943" y="5793"/>
                  </a:lnTo>
                  <a:lnTo>
                    <a:pt x="3746" y="6527"/>
                  </a:lnTo>
                  <a:lnTo>
                    <a:pt x="3553" y="6681"/>
                  </a:lnTo>
                  <a:lnTo>
                    <a:pt x="3475" y="6334"/>
                  </a:lnTo>
                  <a:lnTo>
                    <a:pt x="3321" y="6025"/>
                  </a:lnTo>
                  <a:lnTo>
                    <a:pt x="3128" y="5716"/>
                  </a:lnTo>
                  <a:lnTo>
                    <a:pt x="2896" y="5446"/>
                  </a:lnTo>
                  <a:lnTo>
                    <a:pt x="2626" y="5677"/>
                  </a:lnTo>
                  <a:lnTo>
                    <a:pt x="2819" y="5909"/>
                  </a:lnTo>
                  <a:lnTo>
                    <a:pt x="2935" y="6179"/>
                  </a:lnTo>
                  <a:lnTo>
                    <a:pt x="3051" y="6565"/>
                  </a:lnTo>
                  <a:lnTo>
                    <a:pt x="3128" y="6952"/>
                  </a:lnTo>
                  <a:lnTo>
                    <a:pt x="2317" y="7376"/>
                  </a:lnTo>
                  <a:lnTo>
                    <a:pt x="1892" y="7608"/>
                  </a:lnTo>
                  <a:lnTo>
                    <a:pt x="1467" y="7762"/>
                  </a:lnTo>
                  <a:lnTo>
                    <a:pt x="1081" y="7878"/>
                  </a:lnTo>
                  <a:lnTo>
                    <a:pt x="927" y="7917"/>
                  </a:lnTo>
                  <a:lnTo>
                    <a:pt x="772" y="7917"/>
                  </a:lnTo>
                  <a:lnTo>
                    <a:pt x="618" y="7878"/>
                  </a:lnTo>
                  <a:lnTo>
                    <a:pt x="502" y="7840"/>
                  </a:lnTo>
                  <a:lnTo>
                    <a:pt x="386" y="7724"/>
                  </a:lnTo>
                  <a:lnTo>
                    <a:pt x="309" y="7608"/>
                  </a:lnTo>
                  <a:lnTo>
                    <a:pt x="270" y="7569"/>
                  </a:lnTo>
                  <a:lnTo>
                    <a:pt x="232" y="7531"/>
                  </a:lnTo>
                  <a:lnTo>
                    <a:pt x="116" y="7492"/>
                  </a:lnTo>
                  <a:lnTo>
                    <a:pt x="39" y="7569"/>
                  </a:lnTo>
                  <a:lnTo>
                    <a:pt x="0" y="7608"/>
                  </a:lnTo>
                  <a:lnTo>
                    <a:pt x="0" y="7685"/>
                  </a:lnTo>
                  <a:lnTo>
                    <a:pt x="39" y="7840"/>
                  </a:lnTo>
                  <a:lnTo>
                    <a:pt x="77" y="7994"/>
                  </a:lnTo>
                  <a:lnTo>
                    <a:pt x="155" y="8110"/>
                  </a:lnTo>
                  <a:lnTo>
                    <a:pt x="270" y="8226"/>
                  </a:lnTo>
                  <a:lnTo>
                    <a:pt x="348" y="8264"/>
                  </a:lnTo>
                  <a:lnTo>
                    <a:pt x="463" y="8342"/>
                  </a:lnTo>
                  <a:lnTo>
                    <a:pt x="734" y="8380"/>
                  </a:lnTo>
                  <a:lnTo>
                    <a:pt x="1004" y="8380"/>
                  </a:lnTo>
                  <a:lnTo>
                    <a:pt x="1274" y="8342"/>
                  </a:lnTo>
                  <a:lnTo>
                    <a:pt x="1545" y="8264"/>
                  </a:lnTo>
                  <a:lnTo>
                    <a:pt x="1815" y="8149"/>
                  </a:lnTo>
                  <a:lnTo>
                    <a:pt x="2935" y="7569"/>
                  </a:lnTo>
                  <a:lnTo>
                    <a:pt x="4055" y="6952"/>
                  </a:lnTo>
                  <a:lnTo>
                    <a:pt x="5097" y="6295"/>
                  </a:lnTo>
                  <a:lnTo>
                    <a:pt x="6140" y="5561"/>
                  </a:lnTo>
                  <a:lnTo>
                    <a:pt x="7067" y="4866"/>
                  </a:lnTo>
                  <a:lnTo>
                    <a:pt x="7993" y="4171"/>
                  </a:lnTo>
                  <a:lnTo>
                    <a:pt x="8881" y="3399"/>
                  </a:lnTo>
                  <a:lnTo>
                    <a:pt x="9731" y="2627"/>
                  </a:lnTo>
                  <a:lnTo>
                    <a:pt x="10001" y="2356"/>
                  </a:lnTo>
                  <a:lnTo>
                    <a:pt x="10272" y="2047"/>
                  </a:lnTo>
                  <a:lnTo>
                    <a:pt x="10503" y="1739"/>
                  </a:lnTo>
                  <a:lnTo>
                    <a:pt x="10696" y="1430"/>
                  </a:lnTo>
                  <a:lnTo>
                    <a:pt x="10812" y="1082"/>
                  </a:lnTo>
                  <a:lnTo>
                    <a:pt x="10812" y="928"/>
                  </a:lnTo>
                  <a:lnTo>
                    <a:pt x="10812" y="735"/>
                  </a:lnTo>
                  <a:lnTo>
                    <a:pt x="10774" y="580"/>
                  </a:lnTo>
                  <a:lnTo>
                    <a:pt x="10735" y="387"/>
                  </a:lnTo>
                  <a:lnTo>
                    <a:pt x="10619" y="233"/>
                  </a:lnTo>
                  <a:lnTo>
                    <a:pt x="10465" y="40"/>
                  </a:lnTo>
                  <a:lnTo>
                    <a:pt x="103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5"/>
            <p:cNvSpPr/>
            <p:nvPr/>
          </p:nvSpPr>
          <p:spPr>
            <a:xfrm>
              <a:off x="2687250" y="1806675"/>
              <a:ext cx="449900" cy="337900"/>
            </a:xfrm>
            <a:custGeom>
              <a:avLst/>
              <a:gdLst/>
              <a:ahLst/>
              <a:cxnLst/>
              <a:rect l="l" t="t" r="r" b="b"/>
              <a:pathLst>
                <a:path w="17996" h="13516" extrusionOk="0">
                  <a:moveTo>
                    <a:pt x="15794" y="386"/>
                  </a:moveTo>
                  <a:lnTo>
                    <a:pt x="15872" y="425"/>
                  </a:lnTo>
                  <a:lnTo>
                    <a:pt x="15949" y="464"/>
                  </a:lnTo>
                  <a:lnTo>
                    <a:pt x="16103" y="657"/>
                  </a:lnTo>
                  <a:lnTo>
                    <a:pt x="16181" y="850"/>
                  </a:lnTo>
                  <a:lnTo>
                    <a:pt x="16258" y="1043"/>
                  </a:lnTo>
                  <a:lnTo>
                    <a:pt x="16219" y="1236"/>
                  </a:lnTo>
                  <a:lnTo>
                    <a:pt x="16181" y="1468"/>
                  </a:lnTo>
                  <a:lnTo>
                    <a:pt x="15987" y="1892"/>
                  </a:lnTo>
                  <a:lnTo>
                    <a:pt x="15833" y="2163"/>
                  </a:lnTo>
                  <a:lnTo>
                    <a:pt x="15601" y="2433"/>
                  </a:lnTo>
                  <a:lnTo>
                    <a:pt x="15370" y="2665"/>
                  </a:lnTo>
                  <a:lnTo>
                    <a:pt x="15099" y="2896"/>
                  </a:lnTo>
                  <a:lnTo>
                    <a:pt x="14983" y="2279"/>
                  </a:lnTo>
                  <a:lnTo>
                    <a:pt x="14945" y="1970"/>
                  </a:lnTo>
                  <a:lnTo>
                    <a:pt x="14906" y="1699"/>
                  </a:lnTo>
                  <a:lnTo>
                    <a:pt x="14945" y="1390"/>
                  </a:lnTo>
                  <a:lnTo>
                    <a:pt x="15022" y="1120"/>
                  </a:lnTo>
                  <a:lnTo>
                    <a:pt x="15138" y="850"/>
                  </a:lnTo>
                  <a:lnTo>
                    <a:pt x="15331" y="618"/>
                  </a:lnTo>
                  <a:lnTo>
                    <a:pt x="15563" y="464"/>
                  </a:lnTo>
                  <a:lnTo>
                    <a:pt x="15679" y="386"/>
                  </a:lnTo>
                  <a:close/>
                  <a:moveTo>
                    <a:pt x="14481" y="3437"/>
                  </a:moveTo>
                  <a:lnTo>
                    <a:pt x="14443" y="3591"/>
                  </a:lnTo>
                  <a:lnTo>
                    <a:pt x="14134" y="3939"/>
                  </a:lnTo>
                  <a:lnTo>
                    <a:pt x="13786" y="4287"/>
                  </a:lnTo>
                  <a:lnTo>
                    <a:pt x="13593" y="4441"/>
                  </a:lnTo>
                  <a:lnTo>
                    <a:pt x="13362" y="4595"/>
                  </a:lnTo>
                  <a:lnTo>
                    <a:pt x="13091" y="4711"/>
                  </a:lnTo>
                  <a:lnTo>
                    <a:pt x="12782" y="4750"/>
                  </a:lnTo>
                  <a:lnTo>
                    <a:pt x="12667" y="4789"/>
                  </a:lnTo>
                  <a:lnTo>
                    <a:pt x="12589" y="4750"/>
                  </a:lnTo>
                  <a:lnTo>
                    <a:pt x="12551" y="4673"/>
                  </a:lnTo>
                  <a:lnTo>
                    <a:pt x="12512" y="4518"/>
                  </a:lnTo>
                  <a:lnTo>
                    <a:pt x="12474" y="4287"/>
                  </a:lnTo>
                  <a:lnTo>
                    <a:pt x="12512" y="4171"/>
                  </a:lnTo>
                  <a:lnTo>
                    <a:pt x="12628" y="4055"/>
                  </a:lnTo>
                  <a:lnTo>
                    <a:pt x="12821" y="3900"/>
                  </a:lnTo>
                  <a:lnTo>
                    <a:pt x="13091" y="3746"/>
                  </a:lnTo>
                  <a:lnTo>
                    <a:pt x="13362" y="3591"/>
                  </a:lnTo>
                  <a:lnTo>
                    <a:pt x="13632" y="3514"/>
                  </a:lnTo>
                  <a:lnTo>
                    <a:pt x="13941" y="3437"/>
                  </a:lnTo>
                  <a:close/>
                  <a:moveTo>
                    <a:pt x="15061" y="3514"/>
                  </a:moveTo>
                  <a:lnTo>
                    <a:pt x="15717" y="3553"/>
                  </a:lnTo>
                  <a:lnTo>
                    <a:pt x="16065" y="3591"/>
                  </a:lnTo>
                  <a:lnTo>
                    <a:pt x="16412" y="3630"/>
                  </a:lnTo>
                  <a:lnTo>
                    <a:pt x="16721" y="3707"/>
                  </a:lnTo>
                  <a:lnTo>
                    <a:pt x="17030" y="3823"/>
                  </a:lnTo>
                  <a:lnTo>
                    <a:pt x="17262" y="4016"/>
                  </a:lnTo>
                  <a:lnTo>
                    <a:pt x="17378" y="4171"/>
                  </a:lnTo>
                  <a:lnTo>
                    <a:pt x="17493" y="4287"/>
                  </a:lnTo>
                  <a:lnTo>
                    <a:pt x="17571" y="4480"/>
                  </a:lnTo>
                  <a:lnTo>
                    <a:pt x="17571" y="4634"/>
                  </a:lnTo>
                  <a:lnTo>
                    <a:pt x="17493" y="4789"/>
                  </a:lnTo>
                  <a:lnTo>
                    <a:pt x="17378" y="4904"/>
                  </a:lnTo>
                  <a:lnTo>
                    <a:pt x="17262" y="4982"/>
                  </a:lnTo>
                  <a:lnTo>
                    <a:pt x="17069" y="5020"/>
                  </a:lnTo>
                  <a:lnTo>
                    <a:pt x="16914" y="4982"/>
                  </a:lnTo>
                  <a:lnTo>
                    <a:pt x="16721" y="4943"/>
                  </a:lnTo>
                  <a:lnTo>
                    <a:pt x="16335" y="4750"/>
                  </a:lnTo>
                  <a:lnTo>
                    <a:pt x="15987" y="4518"/>
                  </a:lnTo>
                  <a:lnTo>
                    <a:pt x="15717" y="4287"/>
                  </a:lnTo>
                  <a:lnTo>
                    <a:pt x="15485" y="4055"/>
                  </a:lnTo>
                  <a:lnTo>
                    <a:pt x="15254" y="3785"/>
                  </a:lnTo>
                  <a:lnTo>
                    <a:pt x="15061" y="3514"/>
                  </a:lnTo>
                  <a:close/>
                  <a:moveTo>
                    <a:pt x="4866" y="3128"/>
                  </a:moveTo>
                  <a:lnTo>
                    <a:pt x="5484" y="3167"/>
                  </a:lnTo>
                  <a:lnTo>
                    <a:pt x="6102" y="3283"/>
                  </a:lnTo>
                  <a:lnTo>
                    <a:pt x="6681" y="3514"/>
                  </a:lnTo>
                  <a:lnTo>
                    <a:pt x="7145" y="3707"/>
                  </a:lnTo>
                  <a:lnTo>
                    <a:pt x="7569" y="3978"/>
                  </a:lnTo>
                  <a:lnTo>
                    <a:pt x="7994" y="4248"/>
                  </a:lnTo>
                  <a:lnTo>
                    <a:pt x="8380" y="4557"/>
                  </a:lnTo>
                  <a:lnTo>
                    <a:pt x="9153" y="5213"/>
                  </a:lnTo>
                  <a:lnTo>
                    <a:pt x="9925" y="5908"/>
                  </a:lnTo>
                  <a:lnTo>
                    <a:pt x="10234" y="6179"/>
                  </a:lnTo>
                  <a:lnTo>
                    <a:pt x="10581" y="6410"/>
                  </a:lnTo>
                  <a:lnTo>
                    <a:pt x="10968" y="6642"/>
                  </a:lnTo>
                  <a:lnTo>
                    <a:pt x="11354" y="6797"/>
                  </a:lnTo>
                  <a:lnTo>
                    <a:pt x="11740" y="6874"/>
                  </a:lnTo>
                  <a:lnTo>
                    <a:pt x="12165" y="6912"/>
                  </a:lnTo>
                  <a:lnTo>
                    <a:pt x="12589" y="6874"/>
                  </a:lnTo>
                  <a:lnTo>
                    <a:pt x="13014" y="6719"/>
                  </a:lnTo>
                  <a:lnTo>
                    <a:pt x="13323" y="6565"/>
                  </a:lnTo>
                  <a:lnTo>
                    <a:pt x="13593" y="6372"/>
                  </a:lnTo>
                  <a:lnTo>
                    <a:pt x="13825" y="6179"/>
                  </a:lnTo>
                  <a:lnTo>
                    <a:pt x="14018" y="5947"/>
                  </a:lnTo>
                  <a:lnTo>
                    <a:pt x="14211" y="5677"/>
                  </a:lnTo>
                  <a:lnTo>
                    <a:pt x="14366" y="5406"/>
                  </a:lnTo>
                  <a:lnTo>
                    <a:pt x="14520" y="5097"/>
                  </a:lnTo>
                  <a:lnTo>
                    <a:pt x="14636" y="4789"/>
                  </a:lnTo>
                  <a:lnTo>
                    <a:pt x="14559" y="5638"/>
                  </a:lnTo>
                  <a:lnTo>
                    <a:pt x="14404" y="6449"/>
                  </a:lnTo>
                  <a:lnTo>
                    <a:pt x="14211" y="7221"/>
                  </a:lnTo>
                  <a:lnTo>
                    <a:pt x="13941" y="7994"/>
                  </a:lnTo>
                  <a:lnTo>
                    <a:pt x="13593" y="8727"/>
                  </a:lnTo>
                  <a:lnTo>
                    <a:pt x="13169" y="9422"/>
                  </a:lnTo>
                  <a:lnTo>
                    <a:pt x="12667" y="10117"/>
                  </a:lnTo>
                  <a:lnTo>
                    <a:pt x="12087" y="10735"/>
                  </a:lnTo>
                  <a:lnTo>
                    <a:pt x="11624" y="11160"/>
                  </a:lnTo>
                  <a:lnTo>
                    <a:pt x="11199" y="11546"/>
                  </a:lnTo>
                  <a:lnTo>
                    <a:pt x="10697" y="11855"/>
                  </a:lnTo>
                  <a:lnTo>
                    <a:pt x="10195" y="12164"/>
                  </a:lnTo>
                  <a:lnTo>
                    <a:pt x="9693" y="12396"/>
                  </a:lnTo>
                  <a:lnTo>
                    <a:pt x="9153" y="12627"/>
                  </a:lnTo>
                  <a:lnTo>
                    <a:pt x="8612" y="12782"/>
                  </a:lnTo>
                  <a:lnTo>
                    <a:pt x="8071" y="12898"/>
                  </a:lnTo>
                  <a:lnTo>
                    <a:pt x="7531" y="12975"/>
                  </a:lnTo>
                  <a:lnTo>
                    <a:pt x="6990" y="13014"/>
                  </a:lnTo>
                  <a:lnTo>
                    <a:pt x="6411" y="12975"/>
                  </a:lnTo>
                  <a:lnTo>
                    <a:pt x="5870" y="12898"/>
                  </a:lnTo>
                  <a:lnTo>
                    <a:pt x="5291" y="12782"/>
                  </a:lnTo>
                  <a:lnTo>
                    <a:pt x="4751" y="12627"/>
                  </a:lnTo>
                  <a:lnTo>
                    <a:pt x="4171" y="12396"/>
                  </a:lnTo>
                  <a:lnTo>
                    <a:pt x="3631" y="12125"/>
                  </a:lnTo>
                  <a:lnTo>
                    <a:pt x="3090" y="11816"/>
                  </a:lnTo>
                  <a:lnTo>
                    <a:pt x="2588" y="11469"/>
                  </a:lnTo>
                  <a:lnTo>
                    <a:pt x="2125" y="11044"/>
                  </a:lnTo>
                  <a:lnTo>
                    <a:pt x="1700" y="10581"/>
                  </a:lnTo>
                  <a:lnTo>
                    <a:pt x="1314" y="10117"/>
                  </a:lnTo>
                  <a:lnTo>
                    <a:pt x="966" y="9577"/>
                  </a:lnTo>
                  <a:lnTo>
                    <a:pt x="696" y="8998"/>
                  </a:lnTo>
                  <a:lnTo>
                    <a:pt x="542" y="8418"/>
                  </a:lnTo>
                  <a:lnTo>
                    <a:pt x="426" y="7801"/>
                  </a:lnTo>
                  <a:lnTo>
                    <a:pt x="426" y="7221"/>
                  </a:lnTo>
                  <a:lnTo>
                    <a:pt x="503" y="6603"/>
                  </a:lnTo>
                  <a:lnTo>
                    <a:pt x="696" y="6024"/>
                  </a:lnTo>
                  <a:lnTo>
                    <a:pt x="928" y="5484"/>
                  </a:lnTo>
                  <a:lnTo>
                    <a:pt x="1237" y="4943"/>
                  </a:lnTo>
                  <a:lnTo>
                    <a:pt x="1623" y="4480"/>
                  </a:lnTo>
                  <a:lnTo>
                    <a:pt x="2048" y="4055"/>
                  </a:lnTo>
                  <a:lnTo>
                    <a:pt x="2588" y="3707"/>
                  </a:lnTo>
                  <a:lnTo>
                    <a:pt x="3129" y="3437"/>
                  </a:lnTo>
                  <a:lnTo>
                    <a:pt x="3708" y="3244"/>
                  </a:lnTo>
                  <a:lnTo>
                    <a:pt x="4287" y="3167"/>
                  </a:lnTo>
                  <a:lnTo>
                    <a:pt x="4866" y="3128"/>
                  </a:lnTo>
                  <a:close/>
                  <a:moveTo>
                    <a:pt x="15717" y="0"/>
                  </a:moveTo>
                  <a:lnTo>
                    <a:pt x="15524" y="39"/>
                  </a:lnTo>
                  <a:lnTo>
                    <a:pt x="15331" y="155"/>
                  </a:lnTo>
                  <a:lnTo>
                    <a:pt x="15138" y="271"/>
                  </a:lnTo>
                  <a:lnTo>
                    <a:pt x="14983" y="464"/>
                  </a:lnTo>
                  <a:lnTo>
                    <a:pt x="14829" y="618"/>
                  </a:lnTo>
                  <a:lnTo>
                    <a:pt x="14713" y="850"/>
                  </a:lnTo>
                  <a:lnTo>
                    <a:pt x="14636" y="1043"/>
                  </a:lnTo>
                  <a:lnTo>
                    <a:pt x="14597" y="1275"/>
                  </a:lnTo>
                  <a:lnTo>
                    <a:pt x="14559" y="1545"/>
                  </a:lnTo>
                  <a:lnTo>
                    <a:pt x="14520" y="2047"/>
                  </a:lnTo>
                  <a:lnTo>
                    <a:pt x="14597" y="2588"/>
                  </a:lnTo>
                  <a:lnTo>
                    <a:pt x="14752" y="3090"/>
                  </a:lnTo>
                  <a:lnTo>
                    <a:pt x="14713" y="3128"/>
                  </a:lnTo>
                  <a:lnTo>
                    <a:pt x="14675" y="3167"/>
                  </a:lnTo>
                  <a:lnTo>
                    <a:pt x="14636" y="3205"/>
                  </a:lnTo>
                  <a:lnTo>
                    <a:pt x="14173" y="3128"/>
                  </a:lnTo>
                  <a:lnTo>
                    <a:pt x="13709" y="3167"/>
                  </a:lnTo>
                  <a:lnTo>
                    <a:pt x="13246" y="3283"/>
                  </a:lnTo>
                  <a:lnTo>
                    <a:pt x="12821" y="3476"/>
                  </a:lnTo>
                  <a:lnTo>
                    <a:pt x="12512" y="3669"/>
                  </a:lnTo>
                  <a:lnTo>
                    <a:pt x="12358" y="3785"/>
                  </a:lnTo>
                  <a:lnTo>
                    <a:pt x="12203" y="3939"/>
                  </a:lnTo>
                  <a:lnTo>
                    <a:pt x="12049" y="4132"/>
                  </a:lnTo>
                  <a:lnTo>
                    <a:pt x="11972" y="4287"/>
                  </a:lnTo>
                  <a:lnTo>
                    <a:pt x="11933" y="4480"/>
                  </a:lnTo>
                  <a:lnTo>
                    <a:pt x="11933" y="4673"/>
                  </a:lnTo>
                  <a:lnTo>
                    <a:pt x="12010" y="4866"/>
                  </a:lnTo>
                  <a:lnTo>
                    <a:pt x="12126" y="5020"/>
                  </a:lnTo>
                  <a:lnTo>
                    <a:pt x="12280" y="5097"/>
                  </a:lnTo>
                  <a:lnTo>
                    <a:pt x="12435" y="5136"/>
                  </a:lnTo>
                  <a:lnTo>
                    <a:pt x="12628" y="5175"/>
                  </a:lnTo>
                  <a:lnTo>
                    <a:pt x="12821" y="5136"/>
                  </a:lnTo>
                  <a:lnTo>
                    <a:pt x="13207" y="5059"/>
                  </a:lnTo>
                  <a:lnTo>
                    <a:pt x="13516" y="4904"/>
                  </a:lnTo>
                  <a:lnTo>
                    <a:pt x="13825" y="4711"/>
                  </a:lnTo>
                  <a:lnTo>
                    <a:pt x="14095" y="4480"/>
                  </a:lnTo>
                  <a:lnTo>
                    <a:pt x="14366" y="4248"/>
                  </a:lnTo>
                  <a:lnTo>
                    <a:pt x="14211" y="4711"/>
                  </a:lnTo>
                  <a:lnTo>
                    <a:pt x="14018" y="5175"/>
                  </a:lnTo>
                  <a:lnTo>
                    <a:pt x="13864" y="5406"/>
                  </a:lnTo>
                  <a:lnTo>
                    <a:pt x="13709" y="5599"/>
                  </a:lnTo>
                  <a:lnTo>
                    <a:pt x="13555" y="5793"/>
                  </a:lnTo>
                  <a:lnTo>
                    <a:pt x="13362" y="5947"/>
                  </a:lnTo>
                  <a:lnTo>
                    <a:pt x="13053" y="6179"/>
                  </a:lnTo>
                  <a:lnTo>
                    <a:pt x="12705" y="6333"/>
                  </a:lnTo>
                  <a:lnTo>
                    <a:pt x="12358" y="6410"/>
                  </a:lnTo>
                  <a:lnTo>
                    <a:pt x="12010" y="6410"/>
                  </a:lnTo>
                  <a:lnTo>
                    <a:pt x="11663" y="6372"/>
                  </a:lnTo>
                  <a:lnTo>
                    <a:pt x="11315" y="6256"/>
                  </a:lnTo>
                  <a:lnTo>
                    <a:pt x="10968" y="6101"/>
                  </a:lnTo>
                  <a:lnTo>
                    <a:pt x="10659" y="5870"/>
                  </a:lnTo>
                  <a:lnTo>
                    <a:pt x="10234" y="5561"/>
                  </a:lnTo>
                  <a:lnTo>
                    <a:pt x="9809" y="5213"/>
                  </a:lnTo>
                  <a:lnTo>
                    <a:pt x="9037" y="4480"/>
                  </a:lnTo>
                  <a:lnTo>
                    <a:pt x="8651" y="4132"/>
                  </a:lnTo>
                  <a:lnTo>
                    <a:pt x="8226" y="3823"/>
                  </a:lnTo>
                  <a:lnTo>
                    <a:pt x="7801" y="3514"/>
                  </a:lnTo>
                  <a:lnTo>
                    <a:pt x="7299" y="3244"/>
                  </a:lnTo>
                  <a:lnTo>
                    <a:pt x="6720" y="3012"/>
                  </a:lnTo>
                  <a:lnTo>
                    <a:pt x="6102" y="2819"/>
                  </a:lnTo>
                  <a:lnTo>
                    <a:pt x="5523" y="2742"/>
                  </a:lnTo>
                  <a:lnTo>
                    <a:pt x="4905" y="2703"/>
                  </a:lnTo>
                  <a:lnTo>
                    <a:pt x="4287" y="2703"/>
                  </a:lnTo>
                  <a:lnTo>
                    <a:pt x="3708" y="2819"/>
                  </a:lnTo>
                  <a:lnTo>
                    <a:pt x="3129" y="2974"/>
                  </a:lnTo>
                  <a:lnTo>
                    <a:pt x="2549" y="3205"/>
                  </a:lnTo>
                  <a:lnTo>
                    <a:pt x="2318" y="3360"/>
                  </a:lnTo>
                  <a:lnTo>
                    <a:pt x="2009" y="3553"/>
                  </a:lnTo>
                  <a:lnTo>
                    <a:pt x="1700" y="3785"/>
                  </a:lnTo>
                  <a:lnTo>
                    <a:pt x="1430" y="4016"/>
                  </a:lnTo>
                  <a:lnTo>
                    <a:pt x="1159" y="4325"/>
                  </a:lnTo>
                  <a:lnTo>
                    <a:pt x="928" y="4595"/>
                  </a:lnTo>
                  <a:lnTo>
                    <a:pt x="696" y="4943"/>
                  </a:lnTo>
                  <a:lnTo>
                    <a:pt x="503" y="5291"/>
                  </a:lnTo>
                  <a:lnTo>
                    <a:pt x="348" y="5677"/>
                  </a:lnTo>
                  <a:lnTo>
                    <a:pt x="155" y="6217"/>
                  </a:lnTo>
                  <a:lnTo>
                    <a:pt x="40" y="6758"/>
                  </a:lnTo>
                  <a:lnTo>
                    <a:pt x="1" y="7299"/>
                  </a:lnTo>
                  <a:lnTo>
                    <a:pt x="1" y="7801"/>
                  </a:lnTo>
                  <a:lnTo>
                    <a:pt x="78" y="8303"/>
                  </a:lnTo>
                  <a:lnTo>
                    <a:pt x="194" y="8804"/>
                  </a:lnTo>
                  <a:lnTo>
                    <a:pt x="387" y="9306"/>
                  </a:lnTo>
                  <a:lnTo>
                    <a:pt x="580" y="9770"/>
                  </a:lnTo>
                  <a:lnTo>
                    <a:pt x="850" y="10195"/>
                  </a:lnTo>
                  <a:lnTo>
                    <a:pt x="1159" y="10658"/>
                  </a:lnTo>
                  <a:lnTo>
                    <a:pt x="1507" y="11044"/>
                  </a:lnTo>
                  <a:lnTo>
                    <a:pt x="1893" y="11430"/>
                  </a:lnTo>
                  <a:lnTo>
                    <a:pt x="2279" y="11778"/>
                  </a:lnTo>
                  <a:lnTo>
                    <a:pt x="2704" y="12125"/>
                  </a:lnTo>
                  <a:lnTo>
                    <a:pt x="3167" y="12396"/>
                  </a:lnTo>
                  <a:lnTo>
                    <a:pt x="3631" y="12666"/>
                  </a:lnTo>
                  <a:lnTo>
                    <a:pt x="4249" y="12975"/>
                  </a:lnTo>
                  <a:lnTo>
                    <a:pt x="4866" y="13168"/>
                  </a:lnTo>
                  <a:lnTo>
                    <a:pt x="5484" y="13361"/>
                  </a:lnTo>
                  <a:lnTo>
                    <a:pt x="6141" y="13438"/>
                  </a:lnTo>
                  <a:lnTo>
                    <a:pt x="6759" y="13515"/>
                  </a:lnTo>
                  <a:lnTo>
                    <a:pt x="7376" y="13477"/>
                  </a:lnTo>
                  <a:lnTo>
                    <a:pt x="7994" y="13438"/>
                  </a:lnTo>
                  <a:lnTo>
                    <a:pt x="8612" y="13284"/>
                  </a:lnTo>
                  <a:lnTo>
                    <a:pt x="8728" y="13438"/>
                  </a:lnTo>
                  <a:lnTo>
                    <a:pt x="8998" y="13207"/>
                  </a:lnTo>
                  <a:lnTo>
                    <a:pt x="9770" y="12898"/>
                  </a:lnTo>
                  <a:lnTo>
                    <a:pt x="10504" y="12550"/>
                  </a:lnTo>
                  <a:lnTo>
                    <a:pt x="11238" y="12087"/>
                  </a:lnTo>
                  <a:lnTo>
                    <a:pt x="11933" y="11546"/>
                  </a:lnTo>
                  <a:lnTo>
                    <a:pt x="12474" y="11044"/>
                  </a:lnTo>
                  <a:lnTo>
                    <a:pt x="13014" y="10426"/>
                  </a:lnTo>
                  <a:lnTo>
                    <a:pt x="13246" y="10195"/>
                  </a:lnTo>
                  <a:lnTo>
                    <a:pt x="13207" y="10156"/>
                  </a:lnTo>
                  <a:lnTo>
                    <a:pt x="13709" y="9461"/>
                  </a:lnTo>
                  <a:lnTo>
                    <a:pt x="14134" y="8727"/>
                  </a:lnTo>
                  <a:lnTo>
                    <a:pt x="14481" y="7955"/>
                  </a:lnTo>
                  <a:lnTo>
                    <a:pt x="14752" y="7183"/>
                  </a:lnTo>
                  <a:lnTo>
                    <a:pt x="14945" y="6333"/>
                  </a:lnTo>
                  <a:lnTo>
                    <a:pt x="15022" y="5947"/>
                  </a:lnTo>
                  <a:lnTo>
                    <a:pt x="15061" y="5522"/>
                  </a:lnTo>
                  <a:lnTo>
                    <a:pt x="15061" y="5097"/>
                  </a:lnTo>
                  <a:lnTo>
                    <a:pt x="15061" y="4673"/>
                  </a:lnTo>
                  <a:lnTo>
                    <a:pt x="15022" y="4248"/>
                  </a:lnTo>
                  <a:lnTo>
                    <a:pt x="14945" y="3862"/>
                  </a:lnTo>
                  <a:lnTo>
                    <a:pt x="15215" y="4248"/>
                  </a:lnTo>
                  <a:lnTo>
                    <a:pt x="15563" y="4595"/>
                  </a:lnTo>
                  <a:lnTo>
                    <a:pt x="15949" y="4943"/>
                  </a:lnTo>
                  <a:lnTo>
                    <a:pt x="16374" y="5213"/>
                  </a:lnTo>
                  <a:lnTo>
                    <a:pt x="16567" y="5291"/>
                  </a:lnTo>
                  <a:lnTo>
                    <a:pt x="16798" y="5368"/>
                  </a:lnTo>
                  <a:lnTo>
                    <a:pt x="17030" y="5445"/>
                  </a:lnTo>
                  <a:lnTo>
                    <a:pt x="17262" y="5445"/>
                  </a:lnTo>
                  <a:lnTo>
                    <a:pt x="17493" y="5406"/>
                  </a:lnTo>
                  <a:lnTo>
                    <a:pt x="17687" y="5329"/>
                  </a:lnTo>
                  <a:lnTo>
                    <a:pt x="17841" y="5175"/>
                  </a:lnTo>
                  <a:lnTo>
                    <a:pt x="17957" y="4982"/>
                  </a:lnTo>
                  <a:lnTo>
                    <a:pt x="17995" y="4750"/>
                  </a:lnTo>
                  <a:lnTo>
                    <a:pt x="17995" y="4557"/>
                  </a:lnTo>
                  <a:lnTo>
                    <a:pt x="17957" y="4325"/>
                  </a:lnTo>
                  <a:lnTo>
                    <a:pt x="17841" y="4132"/>
                  </a:lnTo>
                  <a:lnTo>
                    <a:pt x="17725" y="3978"/>
                  </a:lnTo>
                  <a:lnTo>
                    <a:pt x="17571" y="3785"/>
                  </a:lnTo>
                  <a:lnTo>
                    <a:pt x="17416" y="3669"/>
                  </a:lnTo>
                  <a:lnTo>
                    <a:pt x="17262" y="3553"/>
                  </a:lnTo>
                  <a:lnTo>
                    <a:pt x="17030" y="3437"/>
                  </a:lnTo>
                  <a:lnTo>
                    <a:pt x="16798" y="3321"/>
                  </a:lnTo>
                  <a:lnTo>
                    <a:pt x="16296" y="3205"/>
                  </a:lnTo>
                  <a:lnTo>
                    <a:pt x="15794" y="3128"/>
                  </a:lnTo>
                  <a:lnTo>
                    <a:pt x="15254" y="3128"/>
                  </a:lnTo>
                  <a:lnTo>
                    <a:pt x="15679" y="2858"/>
                  </a:lnTo>
                  <a:lnTo>
                    <a:pt x="16026" y="2510"/>
                  </a:lnTo>
                  <a:lnTo>
                    <a:pt x="16296" y="2124"/>
                  </a:lnTo>
                  <a:lnTo>
                    <a:pt x="16528" y="1661"/>
                  </a:lnTo>
                  <a:lnTo>
                    <a:pt x="16567" y="1429"/>
                  </a:lnTo>
                  <a:lnTo>
                    <a:pt x="16605" y="1197"/>
                  </a:lnTo>
                  <a:lnTo>
                    <a:pt x="16644" y="927"/>
                  </a:lnTo>
                  <a:lnTo>
                    <a:pt x="16605" y="657"/>
                  </a:lnTo>
                  <a:lnTo>
                    <a:pt x="16528" y="425"/>
                  </a:lnTo>
                  <a:lnTo>
                    <a:pt x="16412" y="232"/>
                  </a:lnTo>
                  <a:lnTo>
                    <a:pt x="16219" y="78"/>
                  </a:lnTo>
                  <a:lnTo>
                    <a:pt x="16103" y="39"/>
                  </a:lnTo>
                  <a:lnTo>
                    <a:pt x="1594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5"/>
            <p:cNvSpPr/>
            <p:nvPr/>
          </p:nvSpPr>
          <p:spPr>
            <a:xfrm>
              <a:off x="2585900" y="1732325"/>
              <a:ext cx="305075" cy="236550"/>
            </a:xfrm>
            <a:custGeom>
              <a:avLst/>
              <a:gdLst/>
              <a:ahLst/>
              <a:cxnLst/>
              <a:rect l="l" t="t" r="r" b="b"/>
              <a:pathLst>
                <a:path w="12203" h="9462" extrusionOk="0">
                  <a:moveTo>
                    <a:pt x="5329" y="349"/>
                  </a:moveTo>
                  <a:lnTo>
                    <a:pt x="5522" y="426"/>
                  </a:lnTo>
                  <a:lnTo>
                    <a:pt x="5600" y="426"/>
                  </a:lnTo>
                  <a:lnTo>
                    <a:pt x="5831" y="657"/>
                  </a:lnTo>
                  <a:lnTo>
                    <a:pt x="5986" y="889"/>
                  </a:lnTo>
                  <a:lnTo>
                    <a:pt x="6063" y="1198"/>
                  </a:lnTo>
                  <a:lnTo>
                    <a:pt x="6102" y="1468"/>
                  </a:lnTo>
                  <a:lnTo>
                    <a:pt x="6140" y="1777"/>
                  </a:lnTo>
                  <a:lnTo>
                    <a:pt x="6102" y="2086"/>
                  </a:lnTo>
                  <a:lnTo>
                    <a:pt x="6024" y="2704"/>
                  </a:lnTo>
                  <a:lnTo>
                    <a:pt x="5715" y="4866"/>
                  </a:lnTo>
                  <a:lnTo>
                    <a:pt x="5715" y="4905"/>
                  </a:lnTo>
                  <a:lnTo>
                    <a:pt x="5561" y="4982"/>
                  </a:lnTo>
                  <a:lnTo>
                    <a:pt x="5291" y="4017"/>
                  </a:lnTo>
                  <a:lnTo>
                    <a:pt x="5020" y="3090"/>
                  </a:lnTo>
                  <a:lnTo>
                    <a:pt x="4750" y="1970"/>
                  </a:lnTo>
                  <a:lnTo>
                    <a:pt x="4673" y="1468"/>
                  </a:lnTo>
                  <a:lnTo>
                    <a:pt x="4673" y="1159"/>
                  </a:lnTo>
                  <a:lnTo>
                    <a:pt x="4673" y="851"/>
                  </a:lnTo>
                  <a:lnTo>
                    <a:pt x="4750" y="619"/>
                  </a:lnTo>
                  <a:lnTo>
                    <a:pt x="4827" y="503"/>
                  </a:lnTo>
                  <a:lnTo>
                    <a:pt x="4904" y="426"/>
                  </a:lnTo>
                  <a:lnTo>
                    <a:pt x="5020" y="349"/>
                  </a:lnTo>
                  <a:close/>
                  <a:moveTo>
                    <a:pt x="11199" y="3515"/>
                  </a:moveTo>
                  <a:lnTo>
                    <a:pt x="11315" y="3554"/>
                  </a:lnTo>
                  <a:lnTo>
                    <a:pt x="11392" y="3592"/>
                  </a:lnTo>
                  <a:lnTo>
                    <a:pt x="11508" y="3708"/>
                  </a:lnTo>
                  <a:lnTo>
                    <a:pt x="11585" y="3824"/>
                  </a:lnTo>
                  <a:lnTo>
                    <a:pt x="11701" y="4133"/>
                  </a:lnTo>
                  <a:lnTo>
                    <a:pt x="11585" y="4287"/>
                  </a:lnTo>
                  <a:lnTo>
                    <a:pt x="11430" y="4403"/>
                  </a:lnTo>
                  <a:lnTo>
                    <a:pt x="11237" y="4519"/>
                  </a:lnTo>
                  <a:lnTo>
                    <a:pt x="11044" y="4596"/>
                  </a:lnTo>
                  <a:lnTo>
                    <a:pt x="10581" y="4751"/>
                  </a:lnTo>
                  <a:lnTo>
                    <a:pt x="10195" y="4866"/>
                  </a:lnTo>
                  <a:lnTo>
                    <a:pt x="9422" y="5021"/>
                  </a:lnTo>
                  <a:lnTo>
                    <a:pt x="8650" y="5137"/>
                  </a:lnTo>
                  <a:lnTo>
                    <a:pt x="7994" y="5175"/>
                  </a:lnTo>
                  <a:lnTo>
                    <a:pt x="7376" y="5175"/>
                  </a:lnTo>
                  <a:lnTo>
                    <a:pt x="6102" y="5137"/>
                  </a:lnTo>
                  <a:lnTo>
                    <a:pt x="7260" y="4673"/>
                  </a:lnTo>
                  <a:lnTo>
                    <a:pt x="8418" y="4249"/>
                  </a:lnTo>
                  <a:lnTo>
                    <a:pt x="9075" y="4017"/>
                  </a:lnTo>
                  <a:lnTo>
                    <a:pt x="9770" y="3824"/>
                  </a:lnTo>
                  <a:lnTo>
                    <a:pt x="10465" y="3631"/>
                  </a:lnTo>
                  <a:lnTo>
                    <a:pt x="10928" y="3554"/>
                  </a:lnTo>
                  <a:lnTo>
                    <a:pt x="11083" y="3515"/>
                  </a:lnTo>
                  <a:close/>
                  <a:moveTo>
                    <a:pt x="5136" y="5909"/>
                  </a:moveTo>
                  <a:lnTo>
                    <a:pt x="4209" y="6797"/>
                  </a:lnTo>
                  <a:lnTo>
                    <a:pt x="3244" y="7685"/>
                  </a:lnTo>
                  <a:lnTo>
                    <a:pt x="2742" y="8110"/>
                  </a:lnTo>
                  <a:lnTo>
                    <a:pt x="2163" y="8535"/>
                  </a:lnTo>
                  <a:lnTo>
                    <a:pt x="1854" y="8728"/>
                  </a:lnTo>
                  <a:lnTo>
                    <a:pt x="1468" y="8921"/>
                  </a:lnTo>
                  <a:lnTo>
                    <a:pt x="1197" y="8998"/>
                  </a:lnTo>
                  <a:lnTo>
                    <a:pt x="1004" y="9037"/>
                  </a:lnTo>
                  <a:lnTo>
                    <a:pt x="888" y="8998"/>
                  </a:lnTo>
                  <a:lnTo>
                    <a:pt x="811" y="8960"/>
                  </a:lnTo>
                  <a:lnTo>
                    <a:pt x="734" y="8844"/>
                  </a:lnTo>
                  <a:lnTo>
                    <a:pt x="695" y="8689"/>
                  </a:lnTo>
                  <a:lnTo>
                    <a:pt x="657" y="8535"/>
                  </a:lnTo>
                  <a:lnTo>
                    <a:pt x="618" y="8419"/>
                  </a:lnTo>
                  <a:lnTo>
                    <a:pt x="657" y="8342"/>
                  </a:lnTo>
                  <a:lnTo>
                    <a:pt x="695" y="8265"/>
                  </a:lnTo>
                  <a:lnTo>
                    <a:pt x="850" y="8110"/>
                  </a:lnTo>
                  <a:lnTo>
                    <a:pt x="1120" y="7956"/>
                  </a:lnTo>
                  <a:lnTo>
                    <a:pt x="1699" y="7608"/>
                  </a:lnTo>
                  <a:lnTo>
                    <a:pt x="2472" y="7222"/>
                  </a:lnTo>
                  <a:lnTo>
                    <a:pt x="3244" y="6874"/>
                  </a:lnTo>
                  <a:lnTo>
                    <a:pt x="4209" y="6411"/>
                  </a:lnTo>
                  <a:lnTo>
                    <a:pt x="4673" y="6179"/>
                  </a:lnTo>
                  <a:lnTo>
                    <a:pt x="5136" y="5909"/>
                  </a:lnTo>
                  <a:close/>
                  <a:moveTo>
                    <a:pt x="5136" y="1"/>
                  </a:moveTo>
                  <a:lnTo>
                    <a:pt x="4943" y="78"/>
                  </a:lnTo>
                  <a:lnTo>
                    <a:pt x="4750" y="194"/>
                  </a:lnTo>
                  <a:lnTo>
                    <a:pt x="4596" y="387"/>
                  </a:lnTo>
                  <a:lnTo>
                    <a:pt x="4441" y="580"/>
                  </a:lnTo>
                  <a:lnTo>
                    <a:pt x="4364" y="812"/>
                  </a:lnTo>
                  <a:lnTo>
                    <a:pt x="4325" y="1044"/>
                  </a:lnTo>
                  <a:lnTo>
                    <a:pt x="4325" y="1507"/>
                  </a:lnTo>
                  <a:lnTo>
                    <a:pt x="4402" y="1970"/>
                  </a:lnTo>
                  <a:lnTo>
                    <a:pt x="4634" y="2897"/>
                  </a:lnTo>
                  <a:lnTo>
                    <a:pt x="4982" y="4017"/>
                  </a:lnTo>
                  <a:lnTo>
                    <a:pt x="5175" y="4558"/>
                  </a:lnTo>
                  <a:lnTo>
                    <a:pt x="5368" y="5098"/>
                  </a:lnTo>
                  <a:lnTo>
                    <a:pt x="5368" y="5214"/>
                  </a:lnTo>
                  <a:lnTo>
                    <a:pt x="5406" y="5330"/>
                  </a:lnTo>
                  <a:lnTo>
                    <a:pt x="4943" y="5600"/>
                  </a:lnTo>
                  <a:lnTo>
                    <a:pt x="4480" y="5870"/>
                  </a:lnTo>
                  <a:lnTo>
                    <a:pt x="3476" y="6334"/>
                  </a:lnTo>
                  <a:lnTo>
                    <a:pt x="2472" y="6797"/>
                  </a:lnTo>
                  <a:lnTo>
                    <a:pt x="1970" y="7029"/>
                  </a:lnTo>
                  <a:lnTo>
                    <a:pt x="1468" y="7299"/>
                  </a:lnTo>
                  <a:lnTo>
                    <a:pt x="966" y="7608"/>
                  </a:lnTo>
                  <a:lnTo>
                    <a:pt x="657" y="7801"/>
                  </a:lnTo>
                  <a:lnTo>
                    <a:pt x="348" y="8071"/>
                  </a:lnTo>
                  <a:lnTo>
                    <a:pt x="116" y="8342"/>
                  </a:lnTo>
                  <a:lnTo>
                    <a:pt x="39" y="8458"/>
                  </a:lnTo>
                  <a:lnTo>
                    <a:pt x="0" y="8612"/>
                  </a:lnTo>
                  <a:lnTo>
                    <a:pt x="0" y="8767"/>
                  </a:lnTo>
                  <a:lnTo>
                    <a:pt x="0" y="8921"/>
                  </a:lnTo>
                  <a:lnTo>
                    <a:pt x="78" y="9037"/>
                  </a:lnTo>
                  <a:lnTo>
                    <a:pt x="232" y="9191"/>
                  </a:lnTo>
                  <a:lnTo>
                    <a:pt x="348" y="9307"/>
                  </a:lnTo>
                  <a:lnTo>
                    <a:pt x="502" y="9384"/>
                  </a:lnTo>
                  <a:lnTo>
                    <a:pt x="618" y="9423"/>
                  </a:lnTo>
                  <a:lnTo>
                    <a:pt x="773" y="9462"/>
                  </a:lnTo>
                  <a:lnTo>
                    <a:pt x="1120" y="9462"/>
                  </a:lnTo>
                  <a:lnTo>
                    <a:pt x="1429" y="9384"/>
                  </a:lnTo>
                  <a:lnTo>
                    <a:pt x="1738" y="9230"/>
                  </a:lnTo>
                  <a:lnTo>
                    <a:pt x="2047" y="9075"/>
                  </a:lnTo>
                  <a:lnTo>
                    <a:pt x="2588" y="8767"/>
                  </a:lnTo>
                  <a:lnTo>
                    <a:pt x="3476" y="8071"/>
                  </a:lnTo>
                  <a:lnTo>
                    <a:pt x="4287" y="7338"/>
                  </a:lnTo>
                  <a:lnTo>
                    <a:pt x="5098" y="6565"/>
                  </a:lnTo>
                  <a:lnTo>
                    <a:pt x="5445" y="6141"/>
                  </a:lnTo>
                  <a:lnTo>
                    <a:pt x="5793" y="5677"/>
                  </a:lnTo>
                  <a:lnTo>
                    <a:pt x="5793" y="5716"/>
                  </a:lnTo>
                  <a:lnTo>
                    <a:pt x="6063" y="6064"/>
                  </a:lnTo>
                  <a:lnTo>
                    <a:pt x="6217" y="6218"/>
                  </a:lnTo>
                  <a:lnTo>
                    <a:pt x="6372" y="6334"/>
                  </a:lnTo>
                  <a:lnTo>
                    <a:pt x="6603" y="6179"/>
                  </a:lnTo>
                  <a:lnTo>
                    <a:pt x="6603" y="6141"/>
                  </a:lnTo>
                  <a:lnTo>
                    <a:pt x="6333" y="5870"/>
                  </a:lnTo>
                  <a:lnTo>
                    <a:pt x="6217" y="5716"/>
                  </a:lnTo>
                  <a:lnTo>
                    <a:pt x="6179" y="5523"/>
                  </a:lnTo>
                  <a:lnTo>
                    <a:pt x="6140" y="5484"/>
                  </a:lnTo>
                  <a:lnTo>
                    <a:pt x="7028" y="5562"/>
                  </a:lnTo>
                  <a:lnTo>
                    <a:pt x="7955" y="5562"/>
                  </a:lnTo>
                  <a:lnTo>
                    <a:pt x="8882" y="5484"/>
                  </a:lnTo>
                  <a:lnTo>
                    <a:pt x="9770" y="5330"/>
                  </a:lnTo>
                  <a:lnTo>
                    <a:pt x="10465" y="5175"/>
                  </a:lnTo>
                  <a:lnTo>
                    <a:pt x="10890" y="5060"/>
                  </a:lnTo>
                  <a:lnTo>
                    <a:pt x="11315" y="4905"/>
                  </a:lnTo>
                  <a:lnTo>
                    <a:pt x="11701" y="4673"/>
                  </a:lnTo>
                  <a:lnTo>
                    <a:pt x="11894" y="4558"/>
                  </a:lnTo>
                  <a:lnTo>
                    <a:pt x="12010" y="4403"/>
                  </a:lnTo>
                  <a:lnTo>
                    <a:pt x="12125" y="4249"/>
                  </a:lnTo>
                  <a:lnTo>
                    <a:pt x="12164" y="4094"/>
                  </a:lnTo>
                  <a:lnTo>
                    <a:pt x="12203" y="3901"/>
                  </a:lnTo>
                  <a:lnTo>
                    <a:pt x="12164" y="3708"/>
                  </a:lnTo>
                  <a:lnTo>
                    <a:pt x="12125" y="3554"/>
                  </a:lnTo>
                  <a:lnTo>
                    <a:pt x="12010" y="3438"/>
                  </a:lnTo>
                  <a:lnTo>
                    <a:pt x="11932" y="3322"/>
                  </a:lnTo>
                  <a:lnTo>
                    <a:pt x="11817" y="3245"/>
                  </a:lnTo>
                  <a:lnTo>
                    <a:pt x="11662" y="3167"/>
                  </a:lnTo>
                  <a:lnTo>
                    <a:pt x="11508" y="3167"/>
                  </a:lnTo>
                  <a:lnTo>
                    <a:pt x="11199" y="3129"/>
                  </a:lnTo>
                  <a:lnTo>
                    <a:pt x="10851" y="3167"/>
                  </a:lnTo>
                  <a:lnTo>
                    <a:pt x="10504" y="3245"/>
                  </a:lnTo>
                  <a:lnTo>
                    <a:pt x="9924" y="3360"/>
                  </a:lnTo>
                  <a:lnTo>
                    <a:pt x="8959" y="3669"/>
                  </a:lnTo>
                  <a:lnTo>
                    <a:pt x="7994" y="3978"/>
                  </a:lnTo>
                  <a:lnTo>
                    <a:pt x="7028" y="4326"/>
                  </a:lnTo>
                  <a:lnTo>
                    <a:pt x="6102" y="4751"/>
                  </a:lnTo>
                  <a:lnTo>
                    <a:pt x="6333" y="3283"/>
                  </a:lnTo>
                  <a:lnTo>
                    <a:pt x="6449" y="2550"/>
                  </a:lnTo>
                  <a:lnTo>
                    <a:pt x="6488" y="1816"/>
                  </a:lnTo>
                  <a:lnTo>
                    <a:pt x="6488" y="1546"/>
                  </a:lnTo>
                  <a:lnTo>
                    <a:pt x="6449" y="1275"/>
                  </a:lnTo>
                  <a:lnTo>
                    <a:pt x="6372" y="1044"/>
                  </a:lnTo>
                  <a:lnTo>
                    <a:pt x="6295" y="851"/>
                  </a:lnTo>
                  <a:lnTo>
                    <a:pt x="6179" y="619"/>
                  </a:lnTo>
                  <a:lnTo>
                    <a:pt x="6024" y="464"/>
                  </a:lnTo>
                  <a:lnTo>
                    <a:pt x="5831" y="310"/>
                  </a:lnTo>
                  <a:lnTo>
                    <a:pt x="5600" y="155"/>
                  </a:lnTo>
                  <a:lnTo>
                    <a:pt x="5484" y="78"/>
                  </a:lnTo>
                  <a:lnTo>
                    <a:pt x="5368" y="40"/>
                  </a:lnTo>
                  <a:lnTo>
                    <a:pt x="51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5"/>
            <p:cNvSpPr/>
            <p:nvPr/>
          </p:nvSpPr>
          <p:spPr>
            <a:xfrm>
              <a:off x="1394625" y="3943025"/>
              <a:ext cx="74350" cy="103325"/>
            </a:xfrm>
            <a:custGeom>
              <a:avLst/>
              <a:gdLst/>
              <a:ahLst/>
              <a:cxnLst/>
              <a:rect l="l" t="t" r="r" b="b"/>
              <a:pathLst>
                <a:path w="2974" h="4133" extrusionOk="0">
                  <a:moveTo>
                    <a:pt x="116" y="1"/>
                  </a:moveTo>
                  <a:lnTo>
                    <a:pt x="1" y="39"/>
                  </a:lnTo>
                  <a:lnTo>
                    <a:pt x="1" y="78"/>
                  </a:lnTo>
                  <a:lnTo>
                    <a:pt x="271" y="928"/>
                  </a:lnTo>
                  <a:lnTo>
                    <a:pt x="580" y="1738"/>
                  </a:lnTo>
                  <a:lnTo>
                    <a:pt x="927" y="2549"/>
                  </a:lnTo>
                  <a:lnTo>
                    <a:pt x="1275" y="3283"/>
                  </a:lnTo>
                  <a:lnTo>
                    <a:pt x="1507" y="3669"/>
                  </a:lnTo>
                  <a:lnTo>
                    <a:pt x="1661" y="3824"/>
                  </a:lnTo>
                  <a:lnTo>
                    <a:pt x="1854" y="3978"/>
                  </a:lnTo>
                  <a:lnTo>
                    <a:pt x="2009" y="4055"/>
                  </a:lnTo>
                  <a:lnTo>
                    <a:pt x="2240" y="4133"/>
                  </a:lnTo>
                  <a:lnTo>
                    <a:pt x="2433" y="4094"/>
                  </a:lnTo>
                  <a:lnTo>
                    <a:pt x="2665" y="4017"/>
                  </a:lnTo>
                  <a:lnTo>
                    <a:pt x="2781" y="3862"/>
                  </a:lnTo>
                  <a:lnTo>
                    <a:pt x="2897" y="3708"/>
                  </a:lnTo>
                  <a:lnTo>
                    <a:pt x="2935" y="3515"/>
                  </a:lnTo>
                  <a:lnTo>
                    <a:pt x="2974" y="3360"/>
                  </a:lnTo>
                  <a:lnTo>
                    <a:pt x="2935" y="3129"/>
                  </a:lnTo>
                  <a:lnTo>
                    <a:pt x="2897" y="2936"/>
                  </a:lnTo>
                  <a:lnTo>
                    <a:pt x="2819" y="2588"/>
                  </a:lnTo>
                  <a:lnTo>
                    <a:pt x="2588" y="2627"/>
                  </a:lnTo>
                  <a:lnTo>
                    <a:pt x="2665" y="2974"/>
                  </a:lnTo>
                  <a:lnTo>
                    <a:pt x="2704" y="3129"/>
                  </a:lnTo>
                  <a:lnTo>
                    <a:pt x="2665" y="3283"/>
                  </a:lnTo>
                  <a:lnTo>
                    <a:pt x="2433" y="3399"/>
                  </a:lnTo>
                  <a:lnTo>
                    <a:pt x="2202" y="3476"/>
                  </a:lnTo>
                  <a:lnTo>
                    <a:pt x="2009" y="3515"/>
                  </a:lnTo>
                  <a:lnTo>
                    <a:pt x="1854" y="3476"/>
                  </a:lnTo>
                  <a:lnTo>
                    <a:pt x="1700" y="3438"/>
                  </a:lnTo>
                  <a:lnTo>
                    <a:pt x="1584" y="3322"/>
                  </a:lnTo>
                  <a:lnTo>
                    <a:pt x="1507" y="3167"/>
                  </a:lnTo>
                  <a:lnTo>
                    <a:pt x="1468" y="2974"/>
                  </a:lnTo>
                  <a:lnTo>
                    <a:pt x="1352" y="2704"/>
                  </a:lnTo>
                  <a:lnTo>
                    <a:pt x="889" y="1623"/>
                  </a:lnTo>
                  <a:lnTo>
                    <a:pt x="541" y="812"/>
                  </a:lnTo>
                  <a:lnTo>
                    <a:pt x="348" y="426"/>
                  </a:lnTo>
                  <a:lnTo>
                    <a:pt x="155" y="39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5"/>
            <p:cNvSpPr/>
            <p:nvPr/>
          </p:nvSpPr>
          <p:spPr>
            <a:xfrm>
              <a:off x="1220850" y="3492200"/>
              <a:ext cx="274200" cy="516500"/>
            </a:xfrm>
            <a:custGeom>
              <a:avLst/>
              <a:gdLst/>
              <a:ahLst/>
              <a:cxnLst/>
              <a:rect l="l" t="t" r="r" b="b"/>
              <a:pathLst>
                <a:path w="10968" h="20660" extrusionOk="0">
                  <a:moveTo>
                    <a:pt x="1468" y="657"/>
                  </a:moveTo>
                  <a:lnTo>
                    <a:pt x="2086" y="1005"/>
                  </a:lnTo>
                  <a:lnTo>
                    <a:pt x="2665" y="1391"/>
                  </a:lnTo>
                  <a:lnTo>
                    <a:pt x="3052" y="1661"/>
                  </a:lnTo>
                  <a:lnTo>
                    <a:pt x="3438" y="1970"/>
                  </a:lnTo>
                  <a:lnTo>
                    <a:pt x="3592" y="2125"/>
                  </a:lnTo>
                  <a:lnTo>
                    <a:pt x="3708" y="2279"/>
                  </a:lnTo>
                  <a:lnTo>
                    <a:pt x="3862" y="2588"/>
                  </a:lnTo>
                  <a:lnTo>
                    <a:pt x="3978" y="2935"/>
                  </a:lnTo>
                  <a:lnTo>
                    <a:pt x="4055" y="3322"/>
                  </a:lnTo>
                  <a:lnTo>
                    <a:pt x="5098" y="7492"/>
                  </a:lnTo>
                  <a:lnTo>
                    <a:pt x="7222" y="16180"/>
                  </a:lnTo>
                  <a:lnTo>
                    <a:pt x="7261" y="16258"/>
                  </a:lnTo>
                  <a:lnTo>
                    <a:pt x="7299" y="16296"/>
                  </a:lnTo>
                  <a:lnTo>
                    <a:pt x="7369" y="16331"/>
                  </a:lnTo>
                  <a:lnTo>
                    <a:pt x="7369" y="16331"/>
                  </a:lnTo>
                  <a:lnTo>
                    <a:pt x="6990" y="16489"/>
                  </a:lnTo>
                  <a:lnTo>
                    <a:pt x="6334" y="14481"/>
                  </a:lnTo>
                  <a:lnTo>
                    <a:pt x="5677" y="12512"/>
                  </a:lnTo>
                  <a:lnTo>
                    <a:pt x="4287" y="8573"/>
                  </a:lnTo>
                  <a:lnTo>
                    <a:pt x="2858" y="4634"/>
                  </a:lnTo>
                  <a:lnTo>
                    <a:pt x="1468" y="657"/>
                  </a:lnTo>
                  <a:close/>
                  <a:moveTo>
                    <a:pt x="1121" y="503"/>
                  </a:moveTo>
                  <a:lnTo>
                    <a:pt x="1121" y="580"/>
                  </a:lnTo>
                  <a:lnTo>
                    <a:pt x="3940" y="8573"/>
                  </a:lnTo>
                  <a:lnTo>
                    <a:pt x="5368" y="12551"/>
                  </a:lnTo>
                  <a:lnTo>
                    <a:pt x="6102" y="14558"/>
                  </a:lnTo>
                  <a:lnTo>
                    <a:pt x="6874" y="16528"/>
                  </a:lnTo>
                  <a:lnTo>
                    <a:pt x="6681" y="16566"/>
                  </a:lnTo>
                  <a:lnTo>
                    <a:pt x="5755" y="14636"/>
                  </a:lnTo>
                  <a:lnTo>
                    <a:pt x="4789" y="12705"/>
                  </a:lnTo>
                  <a:lnTo>
                    <a:pt x="2820" y="8882"/>
                  </a:lnTo>
                  <a:lnTo>
                    <a:pt x="1777" y="6951"/>
                  </a:lnTo>
                  <a:lnTo>
                    <a:pt x="773" y="4982"/>
                  </a:lnTo>
                  <a:lnTo>
                    <a:pt x="657" y="4712"/>
                  </a:lnTo>
                  <a:lnTo>
                    <a:pt x="580" y="4441"/>
                  </a:lnTo>
                  <a:lnTo>
                    <a:pt x="542" y="4171"/>
                  </a:lnTo>
                  <a:lnTo>
                    <a:pt x="503" y="3901"/>
                  </a:lnTo>
                  <a:lnTo>
                    <a:pt x="503" y="3322"/>
                  </a:lnTo>
                  <a:lnTo>
                    <a:pt x="542" y="2781"/>
                  </a:lnTo>
                  <a:lnTo>
                    <a:pt x="657" y="2202"/>
                  </a:lnTo>
                  <a:lnTo>
                    <a:pt x="812" y="1623"/>
                  </a:lnTo>
                  <a:lnTo>
                    <a:pt x="1121" y="503"/>
                  </a:lnTo>
                  <a:close/>
                  <a:moveTo>
                    <a:pt x="9886" y="13786"/>
                  </a:moveTo>
                  <a:lnTo>
                    <a:pt x="10041" y="13825"/>
                  </a:lnTo>
                  <a:lnTo>
                    <a:pt x="10157" y="13902"/>
                  </a:lnTo>
                  <a:lnTo>
                    <a:pt x="10311" y="14018"/>
                  </a:lnTo>
                  <a:lnTo>
                    <a:pt x="10581" y="14481"/>
                  </a:lnTo>
                  <a:lnTo>
                    <a:pt x="10620" y="14674"/>
                  </a:lnTo>
                  <a:lnTo>
                    <a:pt x="10620" y="14906"/>
                  </a:lnTo>
                  <a:lnTo>
                    <a:pt x="10581" y="15099"/>
                  </a:lnTo>
                  <a:lnTo>
                    <a:pt x="10504" y="15254"/>
                  </a:lnTo>
                  <a:lnTo>
                    <a:pt x="10311" y="15640"/>
                  </a:lnTo>
                  <a:lnTo>
                    <a:pt x="10041" y="15910"/>
                  </a:lnTo>
                  <a:lnTo>
                    <a:pt x="9655" y="16296"/>
                  </a:lnTo>
                  <a:lnTo>
                    <a:pt x="9191" y="16605"/>
                  </a:lnTo>
                  <a:lnTo>
                    <a:pt x="8728" y="16914"/>
                  </a:lnTo>
                  <a:lnTo>
                    <a:pt x="8265" y="17184"/>
                  </a:lnTo>
                  <a:lnTo>
                    <a:pt x="8149" y="17184"/>
                  </a:lnTo>
                  <a:lnTo>
                    <a:pt x="8071" y="17262"/>
                  </a:lnTo>
                  <a:lnTo>
                    <a:pt x="7724" y="17416"/>
                  </a:lnTo>
                  <a:lnTo>
                    <a:pt x="7029" y="17725"/>
                  </a:lnTo>
                  <a:lnTo>
                    <a:pt x="6295" y="17995"/>
                  </a:lnTo>
                  <a:lnTo>
                    <a:pt x="5523" y="18150"/>
                  </a:lnTo>
                  <a:lnTo>
                    <a:pt x="4789" y="18304"/>
                  </a:lnTo>
                  <a:lnTo>
                    <a:pt x="4403" y="18343"/>
                  </a:lnTo>
                  <a:lnTo>
                    <a:pt x="4055" y="18343"/>
                  </a:lnTo>
                  <a:lnTo>
                    <a:pt x="3669" y="18266"/>
                  </a:lnTo>
                  <a:lnTo>
                    <a:pt x="3515" y="18227"/>
                  </a:lnTo>
                  <a:lnTo>
                    <a:pt x="3360" y="18150"/>
                  </a:lnTo>
                  <a:lnTo>
                    <a:pt x="3245" y="18034"/>
                  </a:lnTo>
                  <a:lnTo>
                    <a:pt x="3129" y="17957"/>
                  </a:lnTo>
                  <a:lnTo>
                    <a:pt x="2974" y="17686"/>
                  </a:lnTo>
                  <a:lnTo>
                    <a:pt x="2858" y="17377"/>
                  </a:lnTo>
                  <a:lnTo>
                    <a:pt x="2858" y="17068"/>
                  </a:lnTo>
                  <a:lnTo>
                    <a:pt x="2897" y="16875"/>
                  </a:lnTo>
                  <a:lnTo>
                    <a:pt x="2974" y="16721"/>
                  </a:lnTo>
                  <a:lnTo>
                    <a:pt x="3090" y="16566"/>
                  </a:lnTo>
                  <a:lnTo>
                    <a:pt x="3206" y="16451"/>
                  </a:lnTo>
                  <a:lnTo>
                    <a:pt x="3322" y="16373"/>
                  </a:lnTo>
                  <a:lnTo>
                    <a:pt x="3476" y="16296"/>
                  </a:lnTo>
                  <a:lnTo>
                    <a:pt x="3592" y="16296"/>
                  </a:lnTo>
                  <a:lnTo>
                    <a:pt x="3708" y="16335"/>
                  </a:lnTo>
                  <a:lnTo>
                    <a:pt x="3824" y="16451"/>
                  </a:lnTo>
                  <a:lnTo>
                    <a:pt x="3940" y="16605"/>
                  </a:lnTo>
                  <a:lnTo>
                    <a:pt x="4094" y="16798"/>
                  </a:lnTo>
                  <a:lnTo>
                    <a:pt x="4210" y="17068"/>
                  </a:lnTo>
                  <a:lnTo>
                    <a:pt x="4055" y="17068"/>
                  </a:lnTo>
                  <a:lnTo>
                    <a:pt x="3978" y="17107"/>
                  </a:lnTo>
                  <a:lnTo>
                    <a:pt x="3940" y="17184"/>
                  </a:lnTo>
                  <a:lnTo>
                    <a:pt x="3978" y="17300"/>
                  </a:lnTo>
                  <a:lnTo>
                    <a:pt x="4055" y="17339"/>
                  </a:lnTo>
                  <a:lnTo>
                    <a:pt x="4828" y="17339"/>
                  </a:lnTo>
                  <a:lnTo>
                    <a:pt x="5639" y="17262"/>
                  </a:lnTo>
                  <a:lnTo>
                    <a:pt x="6450" y="17107"/>
                  </a:lnTo>
                  <a:lnTo>
                    <a:pt x="7261" y="16875"/>
                  </a:lnTo>
                  <a:lnTo>
                    <a:pt x="7647" y="16721"/>
                  </a:lnTo>
                  <a:lnTo>
                    <a:pt x="8033" y="16528"/>
                  </a:lnTo>
                  <a:lnTo>
                    <a:pt x="8419" y="16335"/>
                  </a:lnTo>
                  <a:lnTo>
                    <a:pt x="8728" y="16103"/>
                  </a:lnTo>
                  <a:lnTo>
                    <a:pt x="9075" y="15871"/>
                  </a:lnTo>
                  <a:lnTo>
                    <a:pt x="9384" y="15601"/>
                  </a:lnTo>
                  <a:lnTo>
                    <a:pt x="9616" y="15331"/>
                  </a:lnTo>
                  <a:lnTo>
                    <a:pt x="9886" y="15022"/>
                  </a:lnTo>
                  <a:lnTo>
                    <a:pt x="9886" y="14945"/>
                  </a:lnTo>
                  <a:lnTo>
                    <a:pt x="9886" y="14906"/>
                  </a:lnTo>
                  <a:lnTo>
                    <a:pt x="9848" y="14829"/>
                  </a:lnTo>
                  <a:lnTo>
                    <a:pt x="9809" y="14790"/>
                  </a:lnTo>
                  <a:lnTo>
                    <a:pt x="9732" y="14752"/>
                  </a:lnTo>
                  <a:lnTo>
                    <a:pt x="9616" y="14752"/>
                  </a:lnTo>
                  <a:lnTo>
                    <a:pt x="9539" y="14790"/>
                  </a:lnTo>
                  <a:lnTo>
                    <a:pt x="9307" y="15099"/>
                  </a:lnTo>
                  <a:lnTo>
                    <a:pt x="9114" y="14945"/>
                  </a:lnTo>
                  <a:lnTo>
                    <a:pt x="9037" y="14829"/>
                  </a:lnTo>
                  <a:lnTo>
                    <a:pt x="8998" y="14674"/>
                  </a:lnTo>
                  <a:lnTo>
                    <a:pt x="8998" y="14558"/>
                  </a:lnTo>
                  <a:lnTo>
                    <a:pt x="9037" y="14404"/>
                  </a:lnTo>
                  <a:lnTo>
                    <a:pt x="9114" y="14288"/>
                  </a:lnTo>
                  <a:lnTo>
                    <a:pt x="9346" y="14056"/>
                  </a:lnTo>
                  <a:lnTo>
                    <a:pt x="9462" y="13941"/>
                  </a:lnTo>
                  <a:lnTo>
                    <a:pt x="9539" y="13825"/>
                  </a:lnTo>
                  <a:lnTo>
                    <a:pt x="9655" y="13786"/>
                  </a:lnTo>
                  <a:close/>
                  <a:moveTo>
                    <a:pt x="889" y="1"/>
                  </a:moveTo>
                  <a:lnTo>
                    <a:pt x="812" y="78"/>
                  </a:lnTo>
                  <a:lnTo>
                    <a:pt x="773" y="155"/>
                  </a:lnTo>
                  <a:lnTo>
                    <a:pt x="194" y="2511"/>
                  </a:lnTo>
                  <a:lnTo>
                    <a:pt x="117" y="2897"/>
                  </a:lnTo>
                  <a:lnTo>
                    <a:pt x="40" y="3322"/>
                  </a:lnTo>
                  <a:lnTo>
                    <a:pt x="1" y="3746"/>
                  </a:lnTo>
                  <a:lnTo>
                    <a:pt x="1" y="4210"/>
                  </a:lnTo>
                  <a:lnTo>
                    <a:pt x="78" y="4441"/>
                  </a:lnTo>
                  <a:lnTo>
                    <a:pt x="155" y="4673"/>
                  </a:lnTo>
                  <a:lnTo>
                    <a:pt x="348" y="5136"/>
                  </a:lnTo>
                  <a:lnTo>
                    <a:pt x="850" y="6025"/>
                  </a:lnTo>
                  <a:lnTo>
                    <a:pt x="1970" y="8187"/>
                  </a:lnTo>
                  <a:lnTo>
                    <a:pt x="4133" y="12435"/>
                  </a:lnTo>
                  <a:lnTo>
                    <a:pt x="5253" y="14558"/>
                  </a:lnTo>
                  <a:lnTo>
                    <a:pt x="6411" y="16682"/>
                  </a:lnTo>
                  <a:lnTo>
                    <a:pt x="5484" y="16875"/>
                  </a:lnTo>
                  <a:lnTo>
                    <a:pt x="4596" y="16991"/>
                  </a:lnTo>
                  <a:lnTo>
                    <a:pt x="4596" y="16991"/>
                  </a:lnTo>
                  <a:lnTo>
                    <a:pt x="4673" y="16837"/>
                  </a:lnTo>
                  <a:lnTo>
                    <a:pt x="4712" y="16682"/>
                  </a:lnTo>
                  <a:lnTo>
                    <a:pt x="4712" y="16528"/>
                  </a:lnTo>
                  <a:lnTo>
                    <a:pt x="4635" y="16373"/>
                  </a:lnTo>
                  <a:lnTo>
                    <a:pt x="4557" y="16219"/>
                  </a:lnTo>
                  <a:lnTo>
                    <a:pt x="4442" y="16103"/>
                  </a:lnTo>
                  <a:lnTo>
                    <a:pt x="4326" y="15987"/>
                  </a:lnTo>
                  <a:lnTo>
                    <a:pt x="4133" y="15910"/>
                  </a:lnTo>
                  <a:lnTo>
                    <a:pt x="3862" y="15871"/>
                  </a:lnTo>
                  <a:lnTo>
                    <a:pt x="3592" y="15871"/>
                  </a:lnTo>
                  <a:lnTo>
                    <a:pt x="3322" y="15949"/>
                  </a:lnTo>
                  <a:lnTo>
                    <a:pt x="3090" y="16103"/>
                  </a:lnTo>
                  <a:lnTo>
                    <a:pt x="2897" y="16258"/>
                  </a:lnTo>
                  <a:lnTo>
                    <a:pt x="2743" y="16489"/>
                  </a:lnTo>
                  <a:lnTo>
                    <a:pt x="2588" y="16721"/>
                  </a:lnTo>
                  <a:lnTo>
                    <a:pt x="2550" y="16991"/>
                  </a:lnTo>
                  <a:lnTo>
                    <a:pt x="2511" y="17416"/>
                  </a:lnTo>
                  <a:lnTo>
                    <a:pt x="2550" y="17725"/>
                  </a:lnTo>
                  <a:lnTo>
                    <a:pt x="2704" y="17995"/>
                  </a:lnTo>
                  <a:lnTo>
                    <a:pt x="2858" y="18227"/>
                  </a:lnTo>
                  <a:lnTo>
                    <a:pt x="3129" y="18381"/>
                  </a:lnTo>
                  <a:lnTo>
                    <a:pt x="3399" y="18497"/>
                  </a:lnTo>
                  <a:lnTo>
                    <a:pt x="3747" y="18574"/>
                  </a:lnTo>
                  <a:lnTo>
                    <a:pt x="4094" y="18613"/>
                  </a:lnTo>
                  <a:lnTo>
                    <a:pt x="4442" y="18613"/>
                  </a:lnTo>
                  <a:lnTo>
                    <a:pt x="4828" y="18574"/>
                  </a:lnTo>
                  <a:lnTo>
                    <a:pt x="5639" y="18420"/>
                  </a:lnTo>
                  <a:lnTo>
                    <a:pt x="6334" y="18266"/>
                  </a:lnTo>
                  <a:lnTo>
                    <a:pt x="6952" y="18072"/>
                  </a:lnTo>
                  <a:lnTo>
                    <a:pt x="7067" y="18034"/>
                  </a:lnTo>
                  <a:lnTo>
                    <a:pt x="7299" y="17957"/>
                  </a:lnTo>
                  <a:lnTo>
                    <a:pt x="8149" y="17570"/>
                  </a:lnTo>
                  <a:lnTo>
                    <a:pt x="8612" y="18497"/>
                  </a:lnTo>
                  <a:lnTo>
                    <a:pt x="9037" y="19463"/>
                  </a:lnTo>
                  <a:lnTo>
                    <a:pt x="9269" y="20003"/>
                  </a:lnTo>
                  <a:lnTo>
                    <a:pt x="9423" y="20351"/>
                  </a:lnTo>
                  <a:lnTo>
                    <a:pt x="9539" y="20660"/>
                  </a:lnTo>
                  <a:lnTo>
                    <a:pt x="9770" y="20621"/>
                  </a:lnTo>
                  <a:lnTo>
                    <a:pt x="9693" y="20428"/>
                  </a:lnTo>
                  <a:lnTo>
                    <a:pt x="9423" y="19656"/>
                  </a:lnTo>
                  <a:lnTo>
                    <a:pt x="9114" y="18922"/>
                  </a:lnTo>
                  <a:lnTo>
                    <a:pt x="8767" y="18150"/>
                  </a:lnTo>
                  <a:lnTo>
                    <a:pt x="8419" y="17416"/>
                  </a:lnTo>
                  <a:lnTo>
                    <a:pt x="8960" y="17107"/>
                  </a:lnTo>
                  <a:lnTo>
                    <a:pt x="9539" y="16760"/>
                  </a:lnTo>
                  <a:lnTo>
                    <a:pt x="10041" y="16373"/>
                  </a:lnTo>
                  <a:lnTo>
                    <a:pt x="10272" y="16180"/>
                  </a:lnTo>
                  <a:lnTo>
                    <a:pt x="10466" y="15949"/>
                  </a:lnTo>
                  <a:lnTo>
                    <a:pt x="10659" y="15717"/>
                  </a:lnTo>
                  <a:lnTo>
                    <a:pt x="10813" y="15485"/>
                  </a:lnTo>
                  <a:lnTo>
                    <a:pt x="10929" y="15254"/>
                  </a:lnTo>
                  <a:lnTo>
                    <a:pt x="10968" y="14983"/>
                  </a:lnTo>
                  <a:lnTo>
                    <a:pt x="10968" y="14752"/>
                  </a:lnTo>
                  <a:lnTo>
                    <a:pt x="10929" y="14520"/>
                  </a:lnTo>
                  <a:lnTo>
                    <a:pt x="10852" y="14250"/>
                  </a:lnTo>
                  <a:lnTo>
                    <a:pt x="10659" y="13979"/>
                  </a:lnTo>
                  <a:lnTo>
                    <a:pt x="10504" y="13825"/>
                  </a:lnTo>
                  <a:lnTo>
                    <a:pt x="10272" y="13670"/>
                  </a:lnTo>
                  <a:lnTo>
                    <a:pt x="10041" y="13555"/>
                  </a:lnTo>
                  <a:lnTo>
                    <a:pt x="9809" y="13516"/>
                  </a:lnTo>
                  <a:lnTo>
                    <a:pt x="9539" y="13516"/>
                  </a:lnTo>
                  <a:lnTo>
                    <a:pt x="9307" y="13555"/>
                  </a:lnTo>
                  <a:lnTo>
                    <a:pt x="9075" y="13670"/>
                  </a:lnTo>
                  <a:lnTo>
                    <a:pt x="8882" y="13863"/>
                  </a:lnTo>
                  <a:lnTo>
                    <a:pt x="8767" y="14056"/>
                  </a:lnTo>
                  <a:lnTo>
                    <a:pt x="8728" y="14250"/>
                  </a:lnTo>
                  <a:lnTo>
                    <a:pt x="8689" y="14443"/>
                  </a:lnTo>
                  <a:lnTo>
                    <a:pt x="8689" y="14636"/>
                  </a:lnTo>
                  <a:lnTo>
                    <a:pt x="8728" y="14829"/>
                  </a:lnTo>
                  <a:lnTo>
                    <a:pt x="8805" y="15022"/>
                  </a:lnTo>
                  <a:lnTo>
                    <a:pt x="8921" y="15176"/>
                  </a:lnTo>
                  <a:lnTo>
                    <a:pt x="9075" y="15331"/>
                  </a:lnTo>
                  <a:lnTo>
                    <a:pt x="8728" y="15640"/>
                  </a:lnTo>
                  <a:lnTo>
                    <a:pt x="8342" y="15871"/>
                  </a:lnTo>
                  <a:lnTo>
                    <a:pt x="7917" y="16103"/>
                  </a:lnTo>
                  <a:lnTo>
                    <a:pt x="7454" y="16296"/>
                  </a:lnTo>
                  <a:lnTo>
                    <a:pt x="7531" y="16258"/>
                  </a:lnTo>
                  <a:lnTo>
                    <a:pt x="7608" y="16219"/>
                  </a:lnTo>
                  <a:lnTo>
                    <a:pt x="7608" y="16142"/>
                  </a:lnTo>
                  <a:lnTo>
                    <a:pt x="7608" y="16026"/>
                  </a:lnTo>
                  <a:lnTo>
                    <a:pt x="5330" y="6488"/>
                  </a:lnTo>
                  <a:lnTo>
                    <a:pt x="4712" y="4094"/>
                  </a:lnTo>
                  <a:lnTo>
                    <a:pt x="4480" y="3013"/>
                  </a:lnTo>
                  <a:lnTo>
                    <a:pt x="4326" y="2511"/>
                  </a:lnTo>
                  <a:lnTo>
                    <a:pt x="4249" y="2240"/>
                  </a:lnTo>
                  <a:lnTo>
                    <a:pt x="4094" y="2009"/>
                  </a:lnTo>
                  <a:lnTo>
                    <a:pt x="3824" y="1700"/>
                  </a:lnTo>
                  <a:lnTo>
                    <a:pt x="3515" y="1352"/>
                  </a:lnTo>
                  <a:lnTo>
                    <a:pt x="3129" y="1082"/>
                  </a:lnTo>
                  <a:lnTo>
                    <a:pt x="2704" y="812"/>
                  </a:lnTo>
                  <a:lnTo>
                    <a:pt x="2318" y="580"/>
                  </a:lnTo>
                  <a:lnTo>
                    <a:pt x="1854" y="387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5"/>
            <p:cNvSpPr/>
            <p:nvPr/>
          </p:nvSpPr>
          <p:spPr>
            <a:xfrm>
              <a:off x="2672775" y="1574975"/>
              <a:ext cx="84975" cy="94650"/>
            </a:xfrm>
            <a:custGeom>
              <a:avLst/>
              <a:gdLst/>
              <a:ahLst/>
              <a:cxnLst/>
              <a:rect l="l" t="t" r="r" b="b"/>
              <a:pathLst>
                <a:path w="3399" h="3786" extrusionOk="0">
                  <a:moveTo>
                    <a:pt x="78" y="1"/>
                  </a:moveTo>
                  <a:lnTo>
                    <a:pt x="1" y="78"/>
                  </a:lnTo>
                  <a:lnTo>
                    <a:pt x="1" y="117"/>
                  </a:lnTo>
                  <a:lnTo>
                    <a:pt x="348" y="889"/>
                  </a:lnTo>
                  <a:lnTo>
                    <a:pt x="812" y="1661"/>
                  </a:lnTo>
                  <a:lnTo>
                    <a:pt x="1275" y="2395"/>
                  </a:lnTo>
                  <a:lnTo>
                    <a:pt x="1738" y="3090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5"/>
                  </a:lnTo>
                  <a:lnTo>
                    <a:pt x="3013" y="3708"/>
                  </a:lnTo>
                  <a:lnTo>
                    <a:pt x="3206" y="3592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90"/>
                  </a:lnTo>
                  <a:lnTo>
                    <a:pt x="3399" y="2897"/>
                  </a:lnTo>
                  <a:lnTo>
                    <a:pt x="3360" y="2704"/>
                  </a:lnTo>
                  <a:lnTo>
                    <a:pt x="3283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90" y="2742"/>
                  </a:lnTo>
                  <a:lnTo>
                    <a:pt x="3128" y="2858"/>
                  </a:lnTo>
                  <a:lnTo>
                    <a:pt x="2897" y="3013"/>
                  </a:lnTo>
                  <a:lnTo>
                    <a:pt x="2665" y="3129"/>
                  </a:lnTo>
                  <a:lnTo>
                    <a:pt x="2511" y="3206"/>
                  </a:lnTo>
                  <a:lnTo>
                    <a:pt x="2318" y="3206"/>
                  </a:lnTo>
                  <a:lnTo>
                    <a:pt x="2202" y="3167"/>
                  </a:lnTo>
                  <a:lnTo>
                    <a:pt x="2047" y="3090"/>
                  </a:lnTo>
                  <a:lnTo>
                    <a:pt x="1931" y="2936"/>
                  </a:lnTo>
                  <a:lnTo>
                    <a:pt x="1854" y="2742"/>
                  </a:lnTo>
                  <a:lnTo>
                    <a:pt x="1700" y="2511"/>
                  </a:lnTo>
                  <a:lnTo>
                    <a:pt x="1082" y="1507"/>
                  </a:lnTo>
                  <a:lnTo>
                    <a:pt x="619" y="773"/>
                  </a:lnTo>
                  <a:lnTo>
                    <a:pt x="387" y="387"/>
                  </a:lnTo>
                  <a:lnTo>
                    <a:pt x="117" y="39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5"/>
            <p:cNvSpPr/>
            <p:nvPr/>
          </p:nvSpPr>
          <p:spPr>
            <a:xfrm>
              <a:off x="2443975" y="1153125"/>
              <a:ext cx="315725" cy="477875"/>
            </a:xfrm>
            <a:custGeom>
              <a:avLst/>
              <a:gdLst/>
              <a:ahLst/>
              <a:cxnLst/>
              <a:rect l="l" t="t" r="r" b="b"/>
              <a:pathLst>
                <a:path w="12629" h="19115" extrusionOk="0">
                  <a:moveTo>
                    <a:pt x="1005" y="618"/>
                  </a:moveTo>
                  <a:lnTo>
                    <a:pt x="1661" y="850"/>
                  </a:lnTo>
                  <a:lnTo>
                    <a:pt x="2318" y="1120"/>
                  </a:lnTo>
                  <a:lnTo>
                    <a:pt x="2743" y="1352"/>
                  </a:lnTo>
                  <a:lnTo>
                    <a:pt x="3167" y="1583"/>
                  </a:lnTo>
                  <a:lnTo>
                    <a:pt x="3322" y="1699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1"/>
                  </a:lnTo>
                  <a:lnTo>
                    <a:pt x="4017" y="2819"/>
                  </a:lnTo>
                  <a:lnTo>
                    <a:pt x="5677" y="6796"/>
                  </a:lnTo>
                  <a:lnTo>
                    <a:pt x="9075" y="15021"/>
                  </a:lnTo>
                  <a:lnTo>
                    <a:pt x="9153" y="15098"/>
                  </a:lnTo>
                  <a:lnTo>
                    <a:pt x="9191" y="15137"/>
                  </a:lnTo>
                  <a:lnTo>
                    <a:pt x="9346" y="15137"/>
                  </a:lnTo>
                  <a:lnTo>
                    <a:pt x="8921" y="15369"/>
                  </a:lnTo>
                  <a:lnTo>
                    <a:pt x="7956" y="13515"/>
                  </a:lnTo>
                  <a:lnTo>
                    <a:pt x="6990" y="11662"/>
                  </a:lnTo>
                  <a:lnTo>
                    <a:pt x="5021" y="7955"/>
                  </a:lnTo>
                  <a:lnTo>
                    <a:pt x="3013" y="4286"/>
                  </a:lnTo>
                  <a:lnTo>
                    <a:pt x="1005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20" y="11739"/>
                  </a:lnTo>
                  <a:lnTo>
                    <a:pt x="7763" y="13593"/>
                  </a:lnTo>
                  <a:lnTo>
                    <a:pt x="8805" y="15446"/>
                  </a:lnTo>
                  <a:lnTo>
                    <a:pt x="8651" y="15523"/>
                  </a:lnTo>
                  <a:lnTo>
                    <a:pt x="7415" y="13747"/>
                  </a:lnTo>
                  <a:lnTo>
                    <a:pt x="6179" y="12009"/>
                  </a:lnTo>
                  <a:lnTo>
                    <a:pt x="3592" y="8534"/>
                  </a:lnTo>
                  <a:lnTo>
                    <a:pt x="2318" y="6758"/>
                  </a:lnTo>
                  <a:lnTo>
                    <a:pt x="1005" y="4943"/>
                  </a:lnTo>
                  <a:lnTo>
                    <a:pt x="850" y="4711"/>
                  </a:lnTo>
                  <a:lnTo>
                    <a:pt x="735" y="4479"/>
                  </a:lnTo>
                  <a:lnTo>
                    <a:pt x="619" y="4209"/>
                  </a:lnTo>
                  <a:lnTo>
                    <a:pt x="542" y="3939"/>
                  </a:lnTo>
                  <a:lnTo>
                    <a:pt x="464" y="3398"/>
                  </a:lnTo>
                  <a:lnTo>
                    <a:pt x="426" y="2819"/>
                  </a:lnTo>
                  <a:lnTo>
                    <a:pt x="464" y="2240"/>
                  </a:lnTo>
                  <a:lnTo>
                    <a:pt x="503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3" y="12357"/>
                  </a:lnTo>
                  <a:lnTo>
                    <a:pt x="11817" y="12434"/>
                  </a:lnTo>
                  <a:lnTo>
                    <a:pt x="12165" y="12859"/>
                  </a:lnTo>
                  <a:lnTo>
                    <a:pt x="12242" y="13052"/>
                  </a:lnTo>
                  <a:lnTo>
                    <a:pt x="12280" y="13245"/>
                  </a:lnTo>
                  <a:lnTo>
                    <a:pt x="12242" y="13438"/>
                  </a:lnTo>
                  <a:lnTo>
                    <a:pt x="12203" y="13631"/>
                  </a:lnTo>
                  <a:lnTo>
                    <a:pt x="12049" y="14017"/>
                  </a:lnTo>
                  <a:lnTo>
                    <a:pt x="11856" y="14365"/>
                  </a:lnTo>
                  <a:lnTo>
                    <a:pt x="11508" y="14790"/>
                  </a:lnTo>
                  <a:lnTo>
                    <a:pt x="11122" y="15176"/>
                  </a:lnTo>
                  <a:lnTo>
                    <a:pt x="10697" y="15523"/>
                  </a:lnTo>
                  <a:lnTo>
                    <a:pt x="10273" y="15871"/>
                  </a:lnTo>
                  <a:lnTo>
                    <a:pt x="10157" y="15871"/>
                  </a:lnTo>
                  <a:lnTo>
                    <a:pt x="10118" y="15987"/>
                  </a:lnTo>
                  <a:lnTo>
                    <a:pt x="9771" y="16180"/>
                  </a:lnTo>
                  <a:lnTo>
                    <a:pt x="9114" y="16604"/>
                  </a:lnTo>
                  <a:lnTo>
                    <a:pt x="8458" y="16952"/>
                  </a:lnTo>
                  <a:lnTo>
                    <a:pt x="7724" y="17261"/>
                  </a:lnTo>
                  <a:lnTo>
                    <a:pt x="6990" y="17493"/>
                  </a:lnTo>
                  <a:lnTo>
                    <a:pt x="6643" y="17608"/>
                  </a:lnTo>
                  <a:lnTo>
                    <a:pt x="6295" y="17647"/>
                  </a:lnTo>
                  <a:lnTo>
                    <a:pt x="5755" y="17647"/>
                  </a:lnTo>
                  <a:lnTo>
                    <a:pt x="5562" y="17570"/>
                  </a:lnTo>
                  <a:lnTo>
                    <a:pt x="5446" y="17493"/>
                  </a:lnTo>
                  <a:lnTo>
                    <a:pt x="5330" y="17415"/>
                  </a:lnTo>
                  <a:lnTo>
                    <a:pt x="5098" y="17184"/>
                  </a:lnTo>
                  <a:lnTo>
                    <a:pt x="4982" y="16875"/>
                  </a:lnTo>
                  <a:lnTo>
                    <a:pt x="4905" y="16604"/>
                  </a:lnTo>
                  <a:lnTo>
                    <a:pt x="4944" y="16411"/>
                  </a:lnTo>
                  <a:lnTo>
                    <a:pt x="4982" y="16218"/>
                  </a:lnTo>
                  <a:lnTo>
                    <a:pt x="5060" y="16064"/>
                  </a:lnTo>
                  <a:lnTo>
                    <a:pt x="5175" y="15948"/>
                  </a:lnTo>
                  <a:lnTo>
                    <a:pt x="5291" y="15832"/>
                  </a:lnTo>
                  <a:lnTo>
                    <a:pt x="5407" y="15755"/>
                  </a:lnTo>
                  <a:lnTo>
                    <a:pt x="5523" y="15716"/>
                  </a:lnTo>
                  <a:lnTo>
                    <a:pt x="5639" y="15755"/>
                  </a:lnTo>
                  <a:lnTo>
                    <a:pt x="5793" y="15832"/>
                  </a:lnTo>
                  <a:lnTo>
                    <a:pt x="5948" y="15948"/>
                  </a:lnTo>
                  <a:lnTo>
                    <a:pt x="6064" y="16141"/>
                  </a:lnTo>
                  <a:lnTo>
                    <a:pt x="6257" y="16373"/>
                  </a:lnTo>
                  <a:lnTo>
                    <a:pt x="6102" y="16411"/>
                  </a:lnTo>
                  <a:lnTo>
                    <a:pt x="6025" y="16450"/>
                  </a:lnTo>
                  <a:lnTo>
                    <a:pt x="6025" y="16566"/>
                  </a:lnTo>
                  <a:lnTo>
                    <a:pt x="6064" y="16643"/>
                  </a:lnTo>
                  <a:lnTo>
                    <a:pt x="6141" y="16643"/>
                  </a:lnTo>
                  <a:lnTo>
                    <a:pt x="6913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30" y="15716"/>
                  </a:lnTo>
                  <a:lnTo>
                    <a:pt x="9616" y="15485"/>
                  </a:lnTo>
                  <a:lnTo>
                    <a:pt x="9964" y="15253"/>
                  </a:lnTo>
                  <a:lnTo>
                    <a:pt x="10273" y="15021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2" y="14172"/>
                  </a:lnTo>
                  <a:lnTo>
                    <a:pt x="11354" y="13824"/>
                  </a:lnTo>
                  <a:lnTo>
                    <a:pt x="11547" y="13515"/>
                  </a:lnTo>
                  <a:lnTo>
                    <a:pt x="11547" y="13438"/>
                  </a:lnTo>
                  <a:lnTo>
                    <a:pt x="11547" y="13361"/>
                  </a:lnTo>
                  <a:lnTo>
                    <a:pt x="11508" y="13284"/>
                  </a:lnTo>
                  <a:lnTo>
                    <a:pt x="11431" y="13245"/>
                  </a:lnTo>
                  <a:lnTo>
                    <a:pt x="11238" y="13245"/>
                  </a:lnTo>
                  <a:lnTo>
                    <a:pt x="11161" y="13322"/>
                  </a:lnTo>
                  <a:lnTo>
                    <a:pt x="10968" y="13670"/>
                  </a:lnTo>
                  <a:lnTo>
                    <a:pt x="10775" y="13554"/>
                  </a:lnTo>
                  <a:lnTo>
                    <a:pt x="10659" y="13438"/>
                  </a:lnTo>
                  <a:lnTo>
                    <a:pt x="10620" y="13284"/>
                  </a:lnTo>
                  <a:lnTo>
                    <a:pt x="10581" y="13168"/>
                  </a:lnTo>
                  <a:lnTo>
                    <a:pt x="10620" y="13013"/>
                  </a:lnTo>
                  <a:lnTo>
                    <a:pt x="10659" y="12859"/>
                  </a:lnTo>
                  <a:lnTo>
                    <a:pt x="10852" y="12627"/>
                  </a:lnTo>
                  <a:lnTo>
                    <a:pt x="10929" y="12473"/>
                  </a:lnTo>
                  <a:lnTo>
                    <a:pt x="11045" y="12357"/>
                  </a:lnTo>
                  <a:lnTo>
                    <a:pt x="11122" y="12318"/>
                  </a:lnTo>
                  <a:lnTo>
                    <a:pt x="11238" y="12280"/>
                  </a:lnTo>
                  <a:close/>
                  <a:moveTo>
                    <a:pt x="426" y="0"/>
                  </a:moveTo>
                  <a:lnTo>
                    <a:pt x="349" y="39"/>
                  </a:lnTo>
                  <a:lnTo>
                    <a:pt x="271" y="116"/>
                  </a:lnTo>
                  <a:lnTo>
                    <a:pt x="233" y="193"/>
                  </a:lnTo>
                  <a:lnTo>
                    <a:pt x="78" y="2587"/>
                  </a:lnTo>
                  <a:lnTo>
                    <a:pt x="40" y="3012"/>
                  </a:lnTo>
                  <a:lnTo>
                    <a:pt x="1" y="3475"/>
                  </a:lnTo>
                  <a:lnTo>
                    <a:pt x="40" y="3900"/>
                  </a:lnTo>
                  <a:lnTo>
                    <a:pt x="117" y="4325"/>
                  </a:lnTo>
                  <a:lnTo>
                    <a:pt x="233" y="4518"/>
                  </a:lnTo>
                  <a:lnTo>
                    <a:pt x="349" y="4750"/>
                  </a:lnTo>
                  <a:lnTo>
                    <a:pt x="619" y="5175"/>
                  </a:lnTo>
                  <a:lnTo>
                    <a:pt x="1237" y="5985"/>
                  </a:lnTo>
                  <a:lnTo>
                    <a:pt x="2665" y="7955"/>
                  </a:lnTo>
                  <a:lnTo>
                    <a:pt x="5446" y="11816"/>
                  </a:lnTo>
                  <a:lnTo>
                    <a:pt x="6874" y="13747"/>
                  </a:lnTo>
                  <a:lnTo>
                    <a:pt x="8342" y="15639"/>
                  </a:lnTo>
                  <a:lnTo>
                    <a:pt x="7492" y="15987"/>
                  </a:lnTo>
                  <a:lnTo>
                    <a:pt x="6643" y="16257"/>
                  </a:lnTo>
                  <a:lnTo>
                    <a:pt x="6643" y="16257"/>
                  </a:lnTo>
                  <a:lnTo>
                    <a:pt x="6681" y="16102"/>
                  </a:lnTo>
                  <a:lnTo>
                    <a:pt x="6681" y="15948"/>
                  </a:lnTo>
                  <a:lnTo>
                    <a:pt x="6643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4" y="15369"/>
                  </a:lnTo>
                  <a:lnTo>
                    <a:pt x="6179" y="15292"/>
                  </a:lnTo>
                  <a:lnTo>
                    <a:pt x="6025" y="15253"/>
                  </a:lnTo>
                  <a:lnTo>
                    <a:pt x="5716" y="15253"/>
                  </a:lnTo>
                  <a:lnTo>
                    <a:pt x="5484" y="15292"/>
                  </a:lnTo>
                  <a:lnTo>
                    <a:pt x="5214" y="15407"/>
                  </a:lnTo>
                  <a:lnTo>
                    <a:pt x="5021" y="15600"/>
                  </a:lnTo>
                  <a:lnTo>
                    <a:pt x="4828" y="15794"/>
                  </a:lnTo>
                  <a:lnTo>
                    <a:pt x="4712" y="16025"/>
                  </a:lnTo>
                  <a:lnTo>
                    <a:pt x="4596" y="16296"/>
                  </a:lnTo>
                  <a:lnTo>
                    <a:pt x="4596" y="16566"/>
                  </a:lnTo>
                  <a:lnTo>
                    <a:pt x="4635" y="16991"/>
                  </a:lnTo>
                  <a:lnTo>
                    <a:pt x="4751" y="17300"/>
                  </a:lnTo>
                  <a:lnTo>
                    <a:pt x="4905" y="17531"/>
                  </a:lnTo>
                  <a:lnTo>
                    <a:pt x="5098" y="17724"/>
                  </a:lnTo>
                  <a:lnTo>
                    <a:pt x="5368" y="17840"/>
                  </a:lnTo>
                  <a:lnTo>
                    <a:pt x="5677" y="17917"/>
                  </a:lnTo>
                  <a:lnTo>
                    <a:pt x="6025" y="17956"/>
                  </a:lnTo>
                  <a:lnTo>
                    <a:pt x="6372" y="17917"/>
                  </a:lnTo>
                  <a:lnTo>
                    <a:pt x="6720" y="17840"/>
                  </a:lnTo>
                  <a:lnTo>
                    <a:pt x="7106" y="17763"/>
                  </a:lnTo>
                  <a:lnTo>
                    <a:pt x="7878" y="17531"/>
                  </a:lnTo>
                  <a:lnTo>
                    <a:pt x="8573" y="17222"/>
                  </a:lnTo>
                  <a:lnTo>
                    <a:pt x="9153" y="16952"/>
                  </a:lnTo>
                  <a:lnTo>
                    <a:pt x="9230" y="16875"/>
                  </a:lnTo>
                  <a:lnTo>
                    <a:pt x="9462" y="16759"/>
                  </a:lnTo>
                  <a:lnTo>
                    <a:pt x="10234" y="16257"/>
                  </a:lnTo>
                  <a:lnTo>
                    <a:pt x="10813" y="17106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4"/>
                  </a:lnTo>
                  <a:lnTo>
                    <a:pt x="12280" y="19037"/>
                  </a:lnTo>
                  <a:lnTo>
                    <a:pt x="12203" y="18883"/>
                  </a:lnTo>
                  <a:lnTo>
                    <a:pt x="11817" y="18149"/>
                  </a:lnTo>
                  <a:lnTo>
                    <a:pt x="11392" y="17454"/>
                  </a:lnTo>
                  <a:lnTo>
                    <a:pt x="10929" y="16759"/>
                  </a:lnTo>
                  <a:lnTo>
                    <a:pt x="10466" y="16102"/>
                  </a:lnTo>
                  <a:lnTo>
                    <a:pt x="10968" y="15716"/>
                  </a:lnTo>
                  <a:lnTo>
                    <a:pt x="11470" y="15253"/>
                  </a:lnTo>
                  <a:lnTo>
                    <a:pt x="11894" y="14790"/>
                  </a:lnTo>
                  <a:lnTo>
                    <a:pt x="12126" y="14558"/>
                  </a:lnTo>
                  <a:lnTo>
                    <a:pt x="12280" y="14288"/>
                  </a:lnTo>
                  <a:lnTo>
                    <a:pt x="12435" y="14056"/>
                  </a:lnTo>
                  <a:lnTo>
                    <a:pt x="12512" y="13786"/>
                  </a:lnTo>
                  <a:lnTo>
                    <a:pt x="12589" y="13554"/>
                  </a:lnTo>
                  <a:lnTo>
                    <a:pt x="12628" y="13284"/>
                  </a:lnTo>
                  <a:lnTo>
                    <a:pt x="12589" y="13052"/>
                  </a:lnTo>
                  <a:lnTo>
                    <a:pt x="12512" y="12820"/>
                  </a:lnTo>
                  <a:lnTo>
                    <a:pt x="12358" y="12589"/>
                  </a:lnTo>
                  <a:lnTo>
                    <a:pt x="12165" y="12357"/>
                  </a:lnTo>
                  <a:lnTo>
                    <a:pt x="11972" y="12202"/>
                  </a:lnTo>
                  <a:lnTo>
                    <a:pt x="11740" y="12087"/>
                  </a:lnTo>
                  <a:lnTo>
                    <a:pt x="11470" y="12009"/>
                  </a:lnTo>
                  <a:lnTo>
                    <a:pt x="11238" y="12009"/>
                  </a:lnTo>
                  <a:lnTo>
                    <a:pt x="10968" y="12048"/>
                  </a:lnTo>
                  <a:lnTo>
                    <a:pt x="10736" y="12125"/>
                  </a:lnTo>
                  <a:lnTo>
                    <a:pt x="10543" y="12280"/>
                  </a:lnTo>
                  <a:lnTo>
                    <a:pt x="10388" y="12511"/>
                  </a:lnTo>
                  <a:lnTo>
                    <a:pt x="10311" y="12704"/>
                  </a:lnTo>
                  <a:lnTo>
                    <a:pt x="10273" y="12897"/>
                  </a:lnTo>
                  <a:lnTo>
                    <a:pt x="10273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20" y="13786"/>
                  </a:lnTo>
                  <a:lnTo>
                    <a:pt x="10813" y="13901"/>
                  </a:lnTo>
                  <a:lnTo>
                    <a:pt x="10504" y="14249"/>
                  </a:lnTo>
                  <a:lnTo>
                    <a:pt x="10157" y="14597"/>
                  </a:lnTo>
                  <a:lnTo>
                    <a:pt x="9771" y="14867"/>
                  </a:lnTo>
                  <a:lnTo>
                    <a:pt x="9431" y="15083"/>
                  </a:lnTo>
                  <a:lnTo>
                    <a:pt x="9431" y="15083"/>
                  </a:lnTo>
                  <a:lnTo>
                    <a:pt x="9462" y="15021"/>
                  </a:lnTo>
                  <a:lnTo>
                    <a:pt x="9500" y="14944"/>
                  </a:lnTo>
                  <a:lnTo>
                    <a:pt x="9462" y="14828"/>
                  </a:lnTo>
                  <a:lnTo>
                    <a:pt x="5716" y="5754"/>
                  </a:lnTo>
                  <a:lnTo>
                    <a:pt x="4789" y="3475"/>
                  </a:lnTo>
                  <a:lnTo>
                    <a:pt x="4364" y="2471"/>
                  </a:lnTo>
                  <a:lnTo>
                    <a:pt x="4133" y="1969"/>
                  </a:lnTo>
                  <a:lnTo>
                    <a:pt x="3978" y="1738"/>
                  </a:lnTo>
                  <a:lnTo>
                    <a:pt x="3824" y="1545"/>
                  </a:lnTo>
                  <a:lnTo>
                    <a:pt x="3515" y="1236"/>
                  </a:lnTo>
                  <a:lnTo>
                    <a:pt x="3129" y="965"/>
                  </a:lnTo>
                  <a:lnTo>
                    <a:pt x="2743" y="772"/>
                  </a:lnTo>
                  <a:lnTo>
                    <a:pt x="2279" y="541"/>
                  </a:lnTo>
                  <a:lnTo>
                    <a:pt x="1816" y="386"/>
                  </a:lnTo>
                  <a:lnTo>
                    <a:pt x="1391" y="232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5"/>
            <p:cNvSpPr/>
            <p:nvPr/>
          </p:nvSpPr>
          <p:spPr>
            <a:xfrm>
              <a:off x="4441350" y="3154325"/>
              <a:ext cx="84975" cy="94625"/>
            </a:xfrm>
            <a:custGeom>
              <a:avLst/>
              <a:gdLst/>
              <a:ahLst/>
              <a:cxnLst/>
              <a:rect l="l" t="t" r="r" b="b"/>
              <a:pathLst>
                <a:path w="3399" h="3785" extrusionOk="0">
                  <a:moveTo>
                    <a:pt x="77" y="1"/>
                  </a:moveTo>
                  <a:lnTo>
                    <a:pt x="0" y="78"/>
                  </a:lnTo>
                  <a:lnTo>
                    <a:pt x="0" y="116"/>
                  </a:lnTo>
                  <a:lnTo>
                    <a:pt x="348" y="889"/>
                  </a:lnTo>
                  <a:lnTo>
                    <a:pt x="811" y="1661"/>
                  </a:lnTo>
                  <a:lnTo>
                    <a:pt x="1274" y="2395"/>
                  </a:lnTo>
                  <a:lnTo>
                    <a:pt x="1738" y="3090"/>
                  </a:lnTo>
                  <a:lnTo>
                    <a:pt x="2008" y="3437"/>
                  </a:lnTo>
                  <a:lnTo>
                    <a:pt x="2201" y="3553"/>
                  </a:lnTo>
                  <a:lnTo>
                    <a:pt x="2394" y="3669"/>
                  </a:lnTo>
                  <a:lnTo>
                    <a:pt x="2587" y="3746"/>
                  </a:lnTo>
                  <a:lnTo>
                    <a:pt x="2780" y="3785"/>
                  </a:lnTo>
                  <a:lnTo>
                    <a:pt x="3012" y="3708"/>
                  </a:lnTo>
                  <a:lnTo>
                    <a:pt x="3205" y="3592"/>
                  </a:lnTo>
                  <a:lnTo>
                    <a:pt x="3321" y="3437"/>
                  </a:lnTo>
                  <a:lnTo>
                    <a:pt x="3398" y="3244"/>
                  </a:lnTo>
                  <a:lnTo>
                    <a:pt x="3398" y="3090"/>
                  </a:lnTo>
                  <a:lnTo>
                    <a:pt x="3398" y="2897"/>
                  </a:lnTo>
                  <a:lnTo>
                    <a:pt x="3360" y="2704"/>
                  </a:lnTo>
                  <a:lnTo>
                    <a:pt x="3282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89" y="2742"/>
                  </a:lnTo>
                  <a:lnTo>
                    <a:pt x="3128" y="2858"/>
                  </a:lnTo>
                  <a:lnTo>
                    <a:pt x="2896" y="3012"/>
                  </a:lnTo>
                  <a:lnTo>
                    <a:pt x="2665" y="3128"/>
                  </a:lnTo>
                  <a:lnTo>
                    <a:pt x="2510" y="3206"/>
                  </a:lnTo>
                  <a:lnTo>
                    <a:pt x="2317" y="3206"/>
                  </a:lnTo>
                  <a:lnTo>
                    <a:pt x="2201" y="3167"/>
                  </a:lnTo>
                  <a:lnTo>
                    <a:pt x="2047" y="3090"/>
                  </a:lnTo>
                  <a:lnTo>
                    <a:pt x="1931" y="2935"/>
                  </a:lnTo>
                  <a:lnTo>
                    <a:pt x="1854" y="2742"/>
                  </a:lnTo>
                  <a:lnTo>
                    <a:pt x="1699" y="2511"/>
                  </a:lnTo>
                  <a:lnTo>
                    <a:pt x="1081" y="1507"/>
                  </a:lnTo>
                  <a:lnTo>
                    <a:pt x="618" y="773"/>
                  </a:lnTo>
                  <a:lnTo>
                    <a:pt x="386" y="387"/>
                  </a:lnTo>
                  <a:lnTo>
                    <a:pt x="116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5"/>
            <p:cNvSpPr/>
            <p:nvPr/>
          </p:nvSpPr>
          <p:spPr>
            <a:xfrm>
              <a:off x="4212550" y="2732450"/>
              <a:ext cx="315700" cy="477900"/>
            </a:xfrm>
            <a:custGeom>
              <a:avLst/>
              <a:gdLst/>
              <a:ahLst/>
              <a:cxnLst/>
              <a:rect l="l" t="t" r="r" b="b"/>
              <a:pathLst>
                <a:path w="12628" h="19116" extrusionOk="0">
                  <a:moveTo>
                    <a:pt x="1004" y="619"/>
                  </a:moveTo>
                  <a:lnTo>
                    <a:pt x="1661" y="850"/>
                  </a:lnTo>
                  <a:lnTo>
                    <a:pt x="2317" y="1121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5"/>
                  </a:lnTo>
                  <a:lnTo>
                    <a:pt x="3862" y="2472"/>
                  </a:lnTo>
                  <a:lnTo>
                    <a:pt x="4016" y="2820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8"/>
                  </a:lnTo>
                  <a:lnTo>
                    <a:pt x="9345" y="15138"/>
                  </a:lnTo>
                  <a:lnTo>
                    <a:pt x="8920" y="15370"/>
                  </a:lnTo>
                  <a:lnTo>
                    <a:pt x="7955" y="13516"/>
                  </a:lnTo>
                  <a:lnTo>
                    <a:pt x="6990" y="11663"/>
                  </a:lnTo>
                  <a:lnTo>
                    <a:pt x="5020" y="7956"/>
                  </a:lnTo>
                  <a:lnTo>
                    <a:pt x="3012" y="4287"/>
                  </a:lnTo>
                  <a:lnTo>
                    <a:pt x="1004" y="619"/>
                  </a:lnTo>
                  <a:close/>
                  <a:moveTo>
                    <a:pt x="657" y="503"/>
                  </a:moveTo>
                  <a:lnTo>
                    <a:pt x="657" y="541"/>
                  </a:lnTo>
                  <a:lnTo>
                    <a:pt x="4673" y="8033"/>
                  </a:lnTo>
                  <a:lnTo>
                    <a:pt x="6719" y="11740"/>
                  </a:lnTo>
                  <a:lnTo>
                    <a:pt x="7762" y="13593"/>
                  </a:lnTo>
                  <a:lnTo>
                    <a:pt x="8805" y="15447"/>
                  </a:lnTo>
                  <a:lnTo>
                    <a:pt x="8650" y="15524"/>
                  </a:lnTo>
                  <a:lnTo>
                    <a:pt x="7414" y="13748"/>
                  </a:lnTo>
                  <a:lnTo>
                    <a:pt x="6179" y="12010"/>
                  </a:lnTo>
                  <a:lnTo>
                    <a:pt x="3592" y="8535"/>
                  </a:lnTo>
                  <a:lnTo>
                    <a:pt x="2317" y="6758"/>
                  </a:lnTo>
                  <a:lnTo>
                    <a:pt x="1004" y="4944"/>
                  </a:lnTo>
                  <a:lnTo>
                    <a:pt x="850" y="4712"/>
                  </a:lnTo>
                  <a:lnTo>
                    <a:pt x="734" y="4480"/>
                  </a:lnTo>
                  <a:lnTo>
                    <a:pt x="618" y="4210"/>
                  </a:lnTo>
                  <a:lnTo>
                    <a:pt x="541" y="3940"/>
                  </a:lnTo>
                  <a:lnTo>
                    <a:pt x="464" y="3399"/>
                  </a:lnTo>
                  <a:lnTo>
                    <a:pt x="425" y="2820"/>
                  </a:lnTo>
                  <a:lnTo>
                    <a:pt x="464" y="2241"/>
                  </a:lnTo>
                  <a:lnTo>
                    <a:pt x="502" y="1661"/>
                  </a:lnTo>
                  <a:lnTo>
                    <a:pt x="657" y="503"/>
                  </a:lnTo>
                  <a:close/>
                  <a:moveTo>
                    <a:pt x="11508" y="12280"/>
                  </a:moveTo>
                  <a:lnTo>
                    <a:pt x="11662" y="12358"/>
                  </a:lnTo>
                  <a:lnTo>
                    <a:pt x="11817" y="12435"/>
                  </a:lnTo>
                  <a:lnTo>
                    <a:pt x="12164" y="12860"/>
                  </a:lnTo>
                  <a:lnTo>
                    <a:pt x="12241" y="13053"/>
                  </a:lnTo>
                  <a:lnTo>
                    <a:pt x="12280" y="13246"/>
                  </a:lnTo>
                  <a:lnTo>
                    <a:pt x="12241" y="13439"/>
                  </a:lnTo>
                  <a:lnTo>
                    <a:pt x="12203" y="13632"/>
                  </a:lnTo>
                  <a:lnTo>
                    <a:pt x="12048" y="14018"/>
                  </a:lnTo>
                  <a:lnTo>
                    <a:pt x="11855" y="14366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2"/>
                  </a:lnTo>
                  <a:lnTo>
                    <a:pt x="10156" y="15872"/>
                  </a:lnTo>
                  <a:lnTo>
                    <a:pt x="10118" y="15987"/>
                  </a:lnTo>
                  <a:lnTo>
                    <a:pt x="9770" y="16180"/>
                  </a:lnTo>
                  <a:lnTo>
                    <a:pt x="9114" y="16605"/>
                  </a:lnTo>
                  <a:lnTo>
                    <a:pt x="8457" y="16953"/>
                  </a:lnTo>
                  <a:lnTo>
                    <a:pt x="7723" y="17262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5" y="17648"/>
                  </a:lnTo>
                  <a:lnTo>
                    <a:pt x="5754" y="17648"/>
                  </a:lnTo>
                  <a:lnTo>
                    <a:pt x="5561" y="17571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8" y="17184"/>
                  </a:lnTo>
                  <a:lnTo>
                    <a:pt x="4982" y="16876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5"/>
                  </a:lnTo>
                  <a:lnTo>
                    <a:pt x="5175" y="15949"/>
                  </a:lnTo>
                  <a:lnTo>
                    <a:pt x="5291" y="15833"/>
                  </a:lnTo>
                  <a:lnTo>
                    <a:pt x="5406" y="15756"/>
                  </a:lnTo>
                  <a:lnTo>
                    <a:pt x="5522" y="15717"/>
                  </a:lnTo>
                  <a:lnTo>
                    <a:pt x="5638" y="15756"/>
                  </a:lnTo>
                  <a:lnTo>
                    <a:pt x="5793" y="15833"/>
                  </a:lnTo>
                  <a:lnTo>
                    <a:pt x="5947" y="15949"/>
                  </a:lnTo>
                  <a:lnTo>
                    <a:pt x="6063" y="16142"/>
                  </a:lnTo>
                  <a:lnTo>
                    <a:pt x="6256" y="16374"/>
                  </a:lnTo>
                  <a:lnTo>
                    <a:pt x="6102" y="16412"/>
                  </a:lnTo>
                  <a:lnTo>
                    <a:pt x="6024" y="16451"/>
                  </a:lnTo>
                  <a:lnTo>
                    <a:pt x="6024" y="16567"/>
                  </a:lnTo>
                  <a:lnTo>
                    <a:pt x="6063" y="16644"/>
                  </a:lnTo>
                  <a:lnTo>
                    <a:pt x="6140" y="16644"/>
                  </a:lnTo>
                  <a:lnTo>
                    <a:pt x="6912" y="16567"/>
                  </a:lnTo>
                  <a:lnTo>
                    <a:pt x="7685" y="16374"/>
                  </a:lnTo>
                  <a:lnTo>
                    <a:pt x="8496" y="16065"/>
                  </a:lnTo>
                  <a:lnTo>
                    <a:pt x="9229" y="15717"/>
                  </a:lnTo>
                  <a:lnTo>
                    <a:pt x="9616" y="15485"/>
                  </a:lnTo>
                  <a:lnTo>
                    <a:pt x="9963" y="15254"/>
                  </a:lnTo>
                  <a:lnTo>
                    <a:pt x="10272" y="15022"/>
                  </a:lnTo>
                  <a:lnTo>
                    <a:pt x="10581" y="14752"/>
                  </a:lnTo>
                  <a:lnTo>
                    <a:pt x="10890" y="14481"/>
                  </a:lnTo>
                  <a:lnTo>
                    <a:pt x="11121" y="14173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9"/>
                  </a:lnTo>
                  <a:lnTo>
                    <a:pt x="11546" y="13362"/>
                  </a:lnTo>
                  <a:lnTo>
                    <a:pt x="11508" y="13284"/>
                  </a:lnTo>
                  <a:lnTo>
                    <a:pt x="11430" y="13246"/>
                  </a:lnTo>
                  <a:lnTo>
                    <a:pt x="11237" y="13246"/>
                  </a:lnTo>
                  <a:lnTo>
                    <a:pt x="11160" y="13323"/>
                  </a:lnTo>
                  <a:lnTo>
                    <a:pt x="10967" y="13671"/>
                  </a:lnTo>
                  <a:lnTo>
                    <a:pt x="10774" y="13555"/>
                  </a:lnTo>
                  <a:lnTo>
                    <a:pt x="10658" y="13439"/>
                  </a:lnTo>
                  <a:lnTo>
                    <a:pt x="10619" y="13284"/>
                  </a:lnTo>
                  <a:lnTo>
                    <a:pt x="10581" y="13169"/>
                  </a:lnTo>
                  <a:lnTo>
                    <a:pt x="10619" y="13014"/>
                  </a:lnTo>
                  <a:lnTo>
                    <a:pt x="10658" y="12860"/>
                  </a:lnTo>
                  <a:lnTo>
                    <a:pt x="10851" y="12628"/>
                  </a:lnTo>
                  <a:lnTo>
                    <a:pt x="10928" y="12473"/>
                  </a:lnTo>
                  <a:lnTo>
                    <a:pt x="11044" y="12358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1"/>
                  </a:moveTo>
                  <a:lnTo>
                    <a:pt x="348" y="40"/>
                  </a:lnTo>
                  <a:lnTo>
                    <a:pt x="271" y="117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3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6"/>
                  </a:lnTo>
                  <a:lnTo>
                    <a:pt x="232" y="4519"/>
                  </a:lnTo>
                  <a:lnTo>
                    <a:pt x="348" y="4751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6"/>
                  </a:lnTo>
                  <a:lnTo>
                    <a:pt x="5445" y="11817"/>
                  </a:lnTo>
                  <a:lnTo>
                    <a:pt x="6874" y="13748"/>
                  </a:lnTo>
                  <a:lnTo>
                    <a:pt x="8341" y="15640"/>
                  </a:lnTo>
                  <a:lnTo>
                    <a:pt x="7492" y="15987"/>
                  </a:lnTo>
                  <a:lnTo>
                    <a:pt x="6642" y="16258"/>
                  </a:lnTo>
                  <a:lnTo>
                    <a:pt x="6681" y="16103"/>
                  </a:lnTo>
                  <a:lnTo>
                    <a:pt x="6681" y="15949"/>
                  </a:lnTo>
                  <a:lnTo>
                    <a:pt x="6642" y="15756"/>
                  </a:lnTo>
                  <a:lnTo>
                    <a:pt x="6565" y="15640"/>
                  </a:lnTo>
                  <a:lnTo>
                    <a:pt x="6488" y="15485"/>
                  </a:lnTo>
                  <a:lnTo>
                    <a:pt x="6333" y="15370"/>
                  </a:lnTo>
                  <a:lnTo>
                    <a:pt x="6179" y="15292"/>
                  </a:lnTo>
                  <a:lnTo>
                    <a:pt x="6024" y="15254"/>
                  </a:lnTo>
                  <a:lnTo>
                    <a:pt x="5715" y="15254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6" y="16296"/>
                  </a:lnTo>
                  <a:lnTo>
                    <a:pt x="4596" y="16567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8" y="17725"/>
                  </a:lnTo>
                  <a:lnTo>
                    <a:pt x="5368" y="17841"/>
                  </a:lnTo>
                  <a:lnTo>
                    <a:pt x="5677" y="17918"/>
                  </a:lnTo>
                  <a:lnTo>
                    <a:pt x="6024" y="17957"/>
                  </a:lnTo>
                  <a:lnTo>
                    <a:pt x="6372" y="17918"/>
                  </a:lnTo>
                  <a:lnTo>
                    <a:pt x="6719" y="17841"/>
                  </a:lnTo>
                  <a:lnTo>
                    <a:pt x="7106" y="17764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3"/>
                  </a:lnTo>
                  <a:lnTo>
                    <a:pt x="9229" y="16876"/>
                  </a:lnTo>
                  <a:lnTo>
                    <a:pt x="9461" y="16760"/>
                  </a:lnTo>
                  <a:lnTo>
                    <a:pt x="10233" y="16258"/>
                  </a:lnTo>
                  <a:lnTo>
                    <a:pt x="10813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4"/>
                  </a:lnTo>
                  <a:lnTo>
                    <a:pt x="11817" y="18150"/>
                  </a:lnTo>
                  <a:lnTo>
                    <a:pt x="11392" y="17455"/>
                  </a:lnTo>
                  <a:lnTo>
                    <a:pt x="10928" y="16760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4"/>
                  </a:lnTo>
                  <a:lnTo>
                    <a:pt x="11894" y="14790"/>
                  </a:lnTo>
                  <a:lnTo>
                    <a:pt x="12125" y="14559"/>
                  </a:lnTo>
                  <a:lnTo>
                    <a:pt x="12280" y="14288"/>
                  </a:lnTo>
                  <a:lnTo>
                    <a:pt x="12434" y="14057"/>
                  </a:lnTo>
                  <a:lnTo>
                    <a:pt x="12512" y="13786"/>
                  </a:lnTo>
                  <a:lnTo>
                    <a:pt x="12589" y="13555"/>
                  </a:lnTo>
                  <a:lnTo>
                    <a:pt x="12627" y="13284"/>
                  </a:lnTo>
                  <a:lnTo>
                    <a:pt x="12589" y="13053"/>
                  </a:lnTo>
                  <a:lnTo>
                    <a:pt x="12512" y="12821"/>
                  </a:lnTo>
                  <a:lnTo>
                    <a:pt x="12357" y="12589"/>
                  </a:lnTo>
                  <a:lnTo>
                    <a:pt x="12164" y="12358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9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1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2"/>
                  </a:lnTo>
                  <a:lnTo>
                    <a:pt x="10619" y="13786"/>
                  </a:lnTo>
                  <a:lnTo>
                    <a:pt x="10813" y="13902"/>
                  </a:lnTo>
                  <a:lnTo>
                    <a:pt x="10504" y="14250"/>
                  </a:lnTo>
                  <a:lnTo>
                    <a:pt x="10156" y="14597"/>
                  </a:lnTo>
                  <a:lnTo>
                    <a:pt x="9770" y="14868"/>
                  </a:lnTo>
                  <a:lnTo>
                    <a:pt x="9430" y="15084"/>
                  </a:lnTo>
                  <a:lnTo>
                    <a:pt x="9461" y="15022"/>
                  </a:lnTo>
                  <a:lnTo>
                    <a:pt x="9500" y="14945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9"/>
                  </a:lnTo>
                  <a:lnTo>
                    <a:pt x="3823" y="1545"/>
                  </a:lnTo>
                  <a:lnTo>
                    <a:pt x="3514" y="1237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1" y="233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5"/>
            <p:cNvSpPr/>
            <p:nvPr/>
          </p:nvSpPr>
          <p:spPr>
            <a:xfrm>
              <a:off x="6549700" y="3335825"/>
              <a:ext cx="85000" cy="94625"/>
            </a:xfrm>
            <a:custGeom>
              <a:avLst/>
              <a:gdLst/>
              <a:ahLst/>
              <a:cxnLst/>
              <a:rect l="l" t="t" r="r" b="b"/>
              <a:pathLst>
                <a:path w="3400" h="3785" extrusionOk="0">
                  <a:moveTo>
                    <a:pt x="78" y="0"/>
                  </a:moveTo>
                  <a:lnTo>
                    <a:pt x="1" y="77"/>
                  </a:lnTo>
                  <a:lnTo>
                    <a:pt x="1" y="116"/>
                  </a:lnTo>
                  <a:lnTo>
                    <a:pt x="349" y="888"/>
                  </a:lnTo>
                  <a:lnTo>
                    <a:pt x="812" y="1661"/>
                  </a:lnTo>
                  <a:lnTo>
                    <a:pt x="1275" y="2394"/>
                  </a:lnTo>
                  <a:lnTo>
                    <a:pt x="1739" y="3089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4"/>
                  </a:lnTo>
                  <a:lnTo>
                    <a:pt x="3013" y="3707"/>
                  </a:lnTo>
                  <a:lnTo>
                    <a:pt x="3206" y="3591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89"/>
                  </a:lnTo>
                  <a:lnTo>
                    <a:pt x="3399" y="2896"/>
                  </a:lnTo>
                  <a:lnTo>
                    <a:pt x="3360" y="2703"/>
                  </a:lnTo>
                  <a:lnTo>
                    <a:pt x="3283" y="2510"/>
                  </a:lnTo>
                  <a:lnTo>
                    <a:pt x="3129" y="2163"/>
                  </a:lnTo>
                  <a:lnTo>
                    <a:pt x="2936" y="2240"/>
                  </a:lnTo>
                  <a:lnTo>
                    <a:pt x="3052" y="2587"/>
                  </a:lnTo>
                  <a:lnTo>
                    <a:pt x="3090" y="2742"/>
                  </a:lnTo>
                  <a:lnTo>
                    <a:pt x="3129" y="2858"/>
                  </a:lnTo>
                  <a:lnTo>
                    <a:pt x="2897" y="3012"/>
                  </a:lnTo>
                  <a:lnTo>
                    <a:pt x="2665" y="3128"/>
                  </a:lnTo>
                  <a:lnTo>
                    <a:pt x="2511" y="3205"/>
                  </a:lnTo>
                  <a:lnTo>
                    <a:pt x="2318" y="3205"/>
                  </a:lnTo>
                  <a:lnTo>
                    <a:pt x="2202" y="3167"/>
                  </a:lnTo>
                  <a:lnTo>
                    <a:pt x="2048" y="3089"/>
                  </a:lnTo>
                  <a:lnTo>
                    <a:pt x="1932" y="2935"/>
                  </a:lnTo>
                  <a:lnTo>
                    <a:pt x="1855" y="2742"/>
                  </a:lnTo>
                  <a:lnTo>
                    <a:pt x="1700" y="2510"/>
                  </a:lnTo>
                  <a:lnTo>
                    <a:pt x="1082" y="1506"/>
                  </a:lnTo>
                  <a:lnTo>
                    <a:pt x="619" y="772"/>
                  </a:lnTo>
                  <a:lnTo>
                    <a:pt x="387" y="386"/>
                  </a:lnTo>
                  <a:lnTo>
                    <a:pt x="117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5"/>
            <p:cNvSpPr/>
            <p:nvPr/>
          </p:nvSpPr>
          <p:spPr>
            <a:xfrm>
              <a:off x="6320925" y="2913950"/>
              <a:ext cx="315700" cy="477875"/>
            </a:xfrm>
            <a:custGeom>
              <a:avLst/>
              <a:gdLst/>
              <a:ahLst/>
              <a:cxnLst/>
              <a:rect l="l" t="t" r="r" b="b"/>
              <a:pathLst>
                <a:path w="12628" h="19115" extrusionOk="0">
                  <a:moveTo>
                    <a:pt x="1004" y="618"/>
                  </a:moveTo>
                  <a:lnTo>
                    <a:pt x="1661" y="850"/>
                  </a:lnTo>
                  <a:lnTo>
                    <a:pt x="2317" y="1120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2"/>
                  </a:lnTo>
                  <a:lnTo>
                    <a:pt x="4016" y="2819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7"/>
                  </a:lnTo>
                  <a:lnTo>
                    <a:pt x="9345" y="15137"/>
                  </a:lnTo>
                  <a:lnTo>
                    <a:pt x="8920" y="15369"/>
                  </a:lnTo>
                  <a:lnTo>
                    <a:pt x="7955" y="13516"/>
                  </a:lnTo>
                  <a:lnTo>
                    <a:pt x="6990" y="11662"/>
                  </a:lnTo>
                  <a:lnTo>
                    <a:pt x="5020" y="7955"/>
                  </a:lnTo>
                  <a:lnTo>
                    <a:pt x="3012" y="4287"/>
                  </a:lnTo>
                  <a:lnTo>
                    <a:pt x="1004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19" y="11739"/>
                  </a:lnTo>
                  <a:lnTo>
                    <a:pt x="7762" y="13593"/>
                  </a:lnTo>
                  <a:lnTo>
                    <a:pt x="8804" y="15446"/>
                  </a:lnTo>
                  <a:lnTo>
                    <a:pt x="8650" y="15524"/>
                  </a:lnTo>
                  <a:lnTo>
                    <a:pt x="7414" y="13747"/>
                  </a:lnTo>
                  <a:lnTo>
                    <a:pt x="6179" y="12010"/>
                  </a:lnTo>
                  <a:lnTo>
                    <a:pt x="3591" y="8534"/>
                  </a:lnTo>
                  <a:lnTo>
                    <a:pt x="2317" y="6758"/>
                  </a:lnTo>
                  <a:lnTo>
                    <a:pt x="1004" y="4943"/>
                  </a:lnTo>
                  <a:lnTo>
                    <a:pt x="850" y="4711"/>
                  </a:lnTo>
                  <a:lnTo>
                    <a:pt x="734" y="4480"/>
                  </a:lnTo>
                  <a:lnTo>
                    <a:pt x="618" y="4209"/>
                  </a:lnTo>
                  <a:lnTo>
                    <a:pt x="541" y="3939"/>
                  </a:lnTo>
                  <a:lnTo>
                    <a:pt x="464" y="3399"/>
                  </a:lnTo>
                  <a:lnTo>
                    <a:pt x="425" y="2819"/>
                  </a:lnTo>
                  <a:lnTo>
                    <a:pt x="464" y="2240"/>
                  </a:lnTo>
                  <a:lnTo>
                    <a:pt x="502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2" y="12357"/>
                  </a:lnTo>
                  <a:lnTo>
                    <a:pt x="11816" y="12434"/>
                  </a:lnTo>
                  <a:lnTo>
                    <a:pt x="12164" y="12859"/>
                  </a:lnTo>
                  <a:lnTo>
                    <a:pt x="12241" y="13052"/>
                  </a:lnTo>
                  <a:lnTo>
                    <a:pt x="12280" y="13245"/>
                  </a:lnTo>
                  <a:lnTo>
                    <a:pt x="12241" y="13438"/>
                  </a:lnTo>
                  <a:lnTo>
                    <a:pt x="12203" y="13631"/>
                  </a:lnTo>
                  <a:lnTo>
                    <a:pt x="12048" y="14018"/>
                  </a:lnTo>
                  <a:lnTo>
                    <a:pt x="11855" y="14365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1"/>
                  </a:lnTo>
                  <a:lnTo>
                    <a:pt x="10156" y="15871"/>
                  </a:lnTo>
                  <a:lnTo>
                    <a:pt x="10117" y="15987"/>
                  </a:lnTo>
                  <a:lnTo>
                    <a:pt x="9770" y="16180"/>
                  </a:lnTo>
                  <a:lnTo>
                    <a:pt x="9113" y="16605"/>
                  </a:lnTo>
                  <a:lnTo>
                    <a:pt x="8457" y="16952"/>
                  </a:lnTo>
                  <a:lnTo>
                    <a:pt x="7723" y="17261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4" y="17647"/>
                  </a:lnTo>
                  <a:lnTo>
                    <a:pt x="5754" y="17647"/>
                  </a:lnTo>
                  <a:lnTo>
                    <a:pt x="5561" y="17570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7" y="17184"/>
                  </a:lnTo>
                  <a:lnTo>
                    <a:pt x="4982" y="16875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4"/>
                  </a:lnTo>
                  <a:lnTo>
                    <a:pt x="5175" y="15948"/>
                  </a:lnTo>
                  <a:lnTo>
                    <a:pt x="5291" y="15833"/>
                  </a:lnTo>
                  <a:lnTo>
                    <a:pt x="5406" y="15755"/>
                  </a:lnTo>
                  <a:lnTo>
                    <a:pt x="5522" y="15717"/>
                  </a:lnTo>
                  <a:lnTo>
                    <a:pt x="5638" y="15755"/>
                  </a:lnTo>
                  <a:lnTo>
                    <a:pt x="5793" y="15833"/>
                  </a:lnTo>
                  <a:lnTo>
                    <a:pt x="5947" y="15948"/>
                  </a:lnTo>
                  <a:lnTo>
                    <a:pt x="6063" y="16141"/>
                  </a:lnTo>
                  <a:lnTo>
                    <a:pt x="6256" y="16373"/>
                  </a:lnTo>
                  <a:lnTo>
                    <a:pt x="6101" y="16412"/>
                  </a:lnTo>
                  <a:lnTo>
                    <a:pt x="6024" y="16450"/>
                  </a:lnTo>
                  <a:lnTo>
                    <a:pt x="6024" y="16566"/>
                  </a:lnTo>
                  <a:lnTo>
                    <a:pt x="6063" y="16643"/>
                  </a:lnTo>
                  <a:lnTo>
                    <a:pt x="6140" y="16643"/>
                  </a:lnTo>
                  <a:lnTo>
                    <a:pt x="6912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29" y="15717"/>
                  </a:lnTo>
                  <a:lnTo>
                    <a:pt x="9615" y="15485"/>
                  </a:lnTo>
                  <a:lnTo>
                    <a:pt x="9963" y="15253"/>
                  </a:lnTo>
                  <a:lnTo>
                    <a:pt x="10272" y="15022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1" y="14172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8"/>
                  </a:lnTo>
                  <a:lnTo>
                    <a:pt x="11546" y="13361"/>
                  </a:lnTo>
                  <a:lnTo>
                    <a:pt x="11508" y="13284"/>
                  </a:lnTo>
                  <a:lnTo>
                    <a:pt x="11430" y="13245"/>
                  </a:lnTo>
                  <a:lnTo>
                    <a:pt x="11237" y="13245"/>
                  </a:lnTo>
                  <a:lnTo>
                    <a:pt x="11160" y="13323"/>
                  </a:lnTo>
                  <a:lnTo>
                    <a:pt x="10967" y="13670"/>
                  </a:lnTo>
                  <a:lnTo>
                    <a:pt x="10774" y="13554"/>
                  </a:lnTo>
                  <a:lnTo>
                    <a:pt x="10658" y="13438"/>
                  </a:lnTo>
                  <a:lnTo>
                    <a:pt x="10619" y="13284"/>
                  </a:lnTo>
                  <a:lnTo>
                    <a:pt x="10581" y="13168"/>
                  </a:lnTo>
                  <a:lnTo>
                    <a:pt x="10619" y="13014"/>
                  </a:lnTo>
                  <a:lnTo>
                    <a:pt x="10658" y="12859"/>
                  </a:lnTo>
                  <a:lnTo>
                    <a:pt x="10851" y="12627"/>
                  </a:lnTo>
                  <a:lnTo>
                    <a:pt x="10928" y="12473"/>
                  </a:lnTo>
                  <a:lnTo>
                    <a:pt x="11044" y="12357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0"/>
                  </a:moveTo>
                  <a:lnTo>
                    <a:pt x="348" y="39"/>
                  </a:lnTo>
                  <a:lnTo>
                    <a:pt x="271" y="116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2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5"/>
                  </a:lnTo>
                  <a:lnTo>
                    <a:pt x="232" y="4518"/>
                  </a:lnTo>
                  <a:lnTo>
                    <a:pt x="348" y="4750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5"/>
                  </a:lnTo>
                  <a:lnTo>
                    <a:pt x="5445" y="11817"/>
                  </a:lnTo>
                  <a:lnTo>
                    <a:pt x="6874" y="13747"/>
                  </a:lnTo>
                  <a:lnTo>
                    <a:pt x="8341" y="15639"/>
                  </a:lnTo>
                  <a:lnTo>
                    <a:pt x="7492" y="15987"/>
                  </a:lnTo>
                  <a:lnTo>
                    <a:pt x="6642" y="16257"/>
                  </a:lnTo>
                  <a:lnTo>
                    <a:pt x="6642" y="16257"/>
                  </a:lnTo>
                  <a:lnTo>
                    <a:pt x="6681" y="16103"/>
                  </a:lnTo>
                  <a:lnTo>
                    <a:pt x="6681" y="15948"/>
                  </a:lnTo>
                  <a:lnTo>
                    <a:pt x="6642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3" y="15369"/>
                  </a:lnTo>
                  <a:lnTo>
                    <a:pt x="6179" y="15292"/>
                  </a:lnTo>
                  <a:lnTo>
                    <a:pt x="6024" y="15253"/>
                  </a:lnTo>
                  <a:lnTo>
                    <a:pt x="5715" y="15253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5" y="16296"/>
                  </a:lnTo>
                  <a:lnTo>
                    <a:pt x="4595" y="16566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7" y="17725"/>
                  </a:lnTo>
                  <a:lnTo>
                    <a:pt x="5368" y="17840"/>
                  </a:lnTo>
                  <a:lnTo>
                    <a:pt x="5677" y="17918"/>
                  </a:lnTo>
                  <a:lnTo>
                    <a:pt x="6024" y="17956"/>
                  </a:lnTo>
                  <a:lnTo>
                    <a:pt x="6372" y="17918"/>
                  </a:lnTo>
                  <a:lnTo>
                    <a:pt x="6719" y="17840"/>
                  </a:lnTo>
                  <a:lnTo>
                    <a:pt x="7105" y="17763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2"/>
                  </a:lnTo>
                  <a:lnTo>
                    <a:pt x="9229" y="16875"/>
                  </a:lnTo>
                  <a:lnTo>
                    <a:pt x="9461" y="16759"/>
                  </a:lnTo>
                  <a:lnTo>
                    <a:pt x="10233" y="16257"/>
                  </a:lnTo>
                  <a:lnTo>
                    <a:pt x="10812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3"/>
                  </a:lnTo>
                  <a:lnTo>
                    <a:pt x="11816" y="18149"/>
                  </a:lnTo>
                  <a:lnTo>
                    <a:pt x="11392" y="17454"/>
                  </a:lnTo>
                  <a:lnTo>
                    <a:pt x="10928" y="16759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3"/>
                  </a:lnTo>
                  <a:lnTo>
                    <a:pt x="11894" y="14790"/>
                  </a:lnTo>
                  <a:lnTo>
                    <a:pt x="12125" y="14558"/>
                  </a:lnTo>
                  <a:lnTo>
                    <a:pt x="12280" y="14288"/>
                  </a:lnTo>
                  <a:lnTo>
                    <a:pt x="12434" y="14056"/>
                  </a:lnTo>
                  <a:lnTo>
                    <a:pt x="12511" y="13786"/>
                  </a:lnTo>
                  <a:lnTo>
                    <a:pt x="12589" y="13554"/>
                  </a:lnTo>
                  <a:lnTo>
                    <a:pt x="12627" y="13284"/>
                  </a:lnTo>
                  <a:lnTo>
                    <a:pt x="12589" y="13052"/>
                  </a:lnTo>
                  <a:lnTo>
                    <a:pt x="12511" y="12821"/>
                  </a:lnTo>
                  <a:lnTo>
                    <a:pt x="12357" y="12589"/>
                  </a:lnTo>
                  <a:lnTo>
                    <a:pt x="12164" y="12357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8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0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0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19" y="13786"/>
                  </a:lnTo>
                  <a:lnTo>
                    <a:pt x="10812" y="13902"/>
                  </a:lnTo>
                  <a:lnTo>
                    <a:pt x="10504" y="14249"/>
                  </a:lnTo>
                  <a:lnTo>
                    <a:pt x="10156" y="14597"/>
                  </a:lnTo>
                  <a:lnTo>
                    <a:pt x="9770" y="14867"/>
                  </a:lnTo>
                  <a:lnTo>
                    <a:pt x="9430" y="15083"/>
                  </a:lnTo>
                  <a:lnTo>
                    <a:pt x="9461" y="15022"/>
                  </a:lnTo>
                  <a:lnTo>
                    <a:pt x="9500" y="14944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8"/>
                  </a:lnTo>
                  <a:lnTo>
                    <a:pt x="3823" y="1545"/>
                  </a:lnTo>
                  <a:lnTo>
                    <a:pt x="3514" y="1236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0" y="232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5"/>
            <p:cNvSpPr/>
            <p:nvPr/>
          </p:nvSpPr>
          <p:spPr>
            <a:xfrm>
              <a:off x="1643700" y="2334725"/>
              <a:ext cx="26075" cy="11600"/>
            </a:xfrm>
            <a:custGeom>
              <a:avLst/>
              <a:gdLst/>
              <a:ahLst/>
              <a:cxnLst/>
              <a:rect l="l" t="t" r="r" b="b"/>
              <a:pathLst>
                <a:path w="1043" h="464" extrusionOk="0">
                  <a:moveTo>
                    <a:pt x="773" y="1"/>
                  </a:moveTo>
                  <a:lnTo>
                    <a:pt x="541" y="39"/>
                  </a:lnTo>
                  <a:lnTo>
                    <a:pt x="309" y="78"/>
                  </a:lnTo>
                  <a:lnTo>
                    <a:pt x="77" y="194"/>
                  </a:lnTo>
                  <a:lnTo>
                    <a:pt x="39" y="232"/>
                  </a:lnTo>
                  <a:lnTo>
                    <a:pt x="0" y="271"/>
                  </a:lnTo>
                  <a:lnTo>
                    <a:pt x="39" y="387"/>
                  </a:lnTo>
                  <a:lnTo>
                    <a:pt x="77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43" y="232"/>
                  </a:lnTo>
                  <a:lnTo>
                    <a:pt x="1004" y="155"/>
                  </a:lnTo>
                  <a:lnTo>
                    <a:pt x="966" y="116"/>
                  </a:lnTo>
                  <a:lnTo>
                    <a:pt x="888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5"/>
            <p:cNvSpPr/>
            <p:nvPr/>
          </p:nvSpPr>
          <p:spPr>
            <a:xfrm>
              <a:off x="1545225" y="23405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1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5"/>
            <p:cNvSpPr/>
            <p:nvPr/>
          </p:nvSpPr>
          <p:spPr>
            <a:xfrm>
              <a:off x="1530750" y="22034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7" y="7454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5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3"/>
                  </a:lnTo>
                  <a:lnTo>
                    <a:pt x="9538" y="9423"/>
                  </a:lnTo>
                  <a:lnTo>
                    <a:pt x="9384" y="9655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8" y="10195"/>
                  </a:lnTo>
                  <a:lnTo>
                    <a:pt x="8109" y="10157"/>
                  </a:lnTo>
                  <a:lnTo>
                    <a:pt x="7839" y="10079"/>
                  </a:lnTo>
                  <a:lnTo>
                    <a:pt x="7607" y="9964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8" y="9346"/>
                  </a:lnTo>
                  <a:lnTo>
                    <a:pt x="6951" y="9075"/>
                  </a:lnTo>
                  <a:lnTo>
                    <a:pt x="6912" y="8805"/>
                  </a:lnTo>
                  <a:lnTo>
                    <a:pt x="6951" y="8535"/>
                  </a:lnTo>
                  <a:lnTo>
                    <a:pt x="7028" y="8265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3" y="7569"/>
                  </a:lnTo>
                  <a:lnTo>
                    <a:pt x="8148" y="7338"/>
                  </a:lnTo>
                  <a:lnTo>
                    <a:pt x="8225" y="7299"/>
                  </a:lnTo>
                  <a:close/>
                  <a:moveTo>
                    <a:pt x="2858" y="1"/>
                  </a:moveTo>
                  <a:lnTo>
                    <a:pt x="2665" y="40"/>
                  </a:lnTo>
                  <a:lnTo>
                    <a:pt x="2665" y="78"/>
                  </a:lnTo>
                  <a:lnTo>
                    <a:pt x="2626" y="1353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3" y="5098"/>
                  </a:lnTo>
                  <a:lnTo>
                    <a:pt x="2896" y="7492"/>
                  </a:lnTo>
                  <a:lnTo>
                    <a:pt x="2896" y="8149"/>
                  </a:lnTo>
                  <a:lnTo>
                    <a:pt x="2935" y="8458"/>
                  </a:lnTo>
                  <a:lnTo>
                    <a:pt x="2974" y="8612"/>
                  </a:lnTo>
                  <a:lnTo>
                    <a:pt x="3051" y="8767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0" y="8689"/>
                  </a:lnTo>
                  <a:lnTo>
                    <a:pt x="0" y="9037"/>
                  </a:lnTo>
                  <a:lnTo>
                    <a:pt x="773" y="9114"/>
                  </a:lnTo>
                  <a:lnTo>
                    <a:pt x="1545" y="9153"/>
                  </a:lnTo>
                  <a:lnTo>
                    <a:pt x="3128" y="9230"/>
                  </a:lnTo>
                  <a:lnTo>
                    <a:pt x="4827" y="9307"/>
                  </a:lnTo>
                  <a:lnTo>
                    <a:pt x="5677" y="9307"/>
                  </a:lnTo>
                  <a:lnTo>
                    <a:pt x="6488" y="9269"/>
                  </a:lnTo>
                  <a:lnTo>
                    <a:pt x="6603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1" y="10311"/>
                  </a:lnTo>
                  <a:lnTo>
                    <a:pt x="7492" y="10466"/>
                  </a:lnTo>
                  <a:lnTo>
                    <a:pt x="7801" y="10581"/>
                  </a:lnTo>
                  <a:lnTo>
                    <a:pt x="8109" y="10659"/>
                  </a:lnTo>
                  <a:lnTo>
                    <a:pt x="8418" y="10697"/>
                  </a:lnTo>
                  <a:lnTo>
                    <a:pt x="8727" y="10620"/>
                  </a:lnTo>
                  <a:lnTo>
                    <a:pt x="9036" y="10543"/>
                  </a:lnTo>
                  <a:lnTo>
                    <a:pt x="9306" y="10388"/>
                  </a:lnTo>
                  <a:lnTo>
                    <a:pt x="9538" y="10195"/>
                  </a:lnTo>
                  <a:lnTo>
                    <a:pt x="9770" y="9964"/>
                  </a:lnTo>
                  <a:lnTo>
                    <a:pt x="9924" y="9693"/>
                  </a:lnTo>
                  <a:lnTo>
                    <a:pt x="10079" y="9423"/>
                  </a:lnTo>
                  <a:lnTo>
                    <a:pt x="10156" y="9153"/>
                  </a:lnTo>
                  <a:lnTo>
                    <a:pt x="10195" y="9153"/>
                  </a:lnTo>
                  <a:lnTo>
                    <a:pt x="10195" y="8767"/>
                  </a:lnTo>
                  <a:lnTo>
                    <a:pt x="10156" y="8419"/>
                  </a:lnTo>
                  <a:lnTo>
                    <a:pt x="10040" y="8071"/>
                  </a:lnTo>
                  <a:lnTo>
                    <a:pt x="9847" y="7763"/>
                  </a:lnTo>
                  <a:lnTo>
                    <a:pt x="9615" y="7492"/>
                  </a:lnTo>
                  <a:lnTo>
                    <a:pt x="9306" y="7261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6" y="6990"/>
                  </a:lnTo>
                  <a:lnTo>
                    <a:pt x="7723" y="7029"/>
                  </a:lnTo>
                  <a:lnTo>
                    <a:pt x="7414" y="7145"/>
                  </a:lnTo>
                  <a:lnTo>
                    <a:pt x="7144" y="7338"/>
                  </a:lnTo>
                  <a:lnTo>
                    <a:pt x="6912" y="7569"/>
                  </a:lnTo>
                  <a:lnTo>
                    <a:pt x="6719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5" y="8805"/>
                  </a:lnTo>
                  <a:lnTo>
                    <a:pt x="4943" y="8767"/>
                  </a:lnTo>
                  <a:lnTo>
                    <a:pt x="3476" y="8767"/>
                  </a:lnTo>
                  <a:lnTo>
                    <a:pt x="3476" y="8728"/>
                  </a:lnTo>
                  <a:lnTo>
                    <a:pt x="3476" y="8651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5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6"/>
                  </a:lnTo>
                  <a:lnTo>
                    <a:pt x="3205" y="7338"/>
                  </a:lnTo>
                  <a:lnTo>
                    <a:pt x="3128" y="6450"/>
                  </a:lnTo>
                  <a:lnTo>
                    <a:pt x="3012" y="4326"/>
                  </a:lnTo>
                  <a:lnTo>
                    <a:pt x="2935" y="2202"/>
                  </a:lnTo>
                  <a:lnTo>
                    <a:pt x="2896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5"/>
            <p:cNvSpPr/>
            <p:nvPr/>
          </p:nvSpPr>
          <p:spPr>
            <a:xfrm>
              <a:off x="1437100" y="2381075"/>
              <a:ext cx="93675" cy="93650"/>
            </a:xfrm>
            <a:custGeom>
              <a:avLst/>
              <a:gdLst/>
              <a:ahLst/>
              <a:cxnLst/>
              <a:rect l="l" t="t" r="r" b="b"/>
              <a:pathLst>
                <a:path w="3747" h="3746" extrusionOk="0">
                  <a:moveTo>
                    <a:pt x="1584" y="463"/>
                  </a:moveTo>
                  <a:lnTo>
                    <a:pt x="2086" y="541"/>
                  </a:lnTo>
                  <a:lnTo>
                    <a:pt x="2318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5"/>
                  </a:lnTo>
                  <a:lnTo>
                    <a:pt x="3090" y="1197"/>
                  </a:lnTo>
                  <a:lnTo>
                    <a:pt x="3206" y="1429"/>
                  </a:lnTo>
                  <a:lnTo>
                    <a:pt x="3244" y="1699"/>
                  </a:lnTo>
                  <a:lnTo>
                    <a:pt x="3244" y="1969"/>
                  </a:lnTo>
                  <a:lnTo>
                    <a:pt x="3206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7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3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3"/>
                  </a:lnTo>
                  <a:close/>
                  <a:moveTo>
                    <a:pt x="1893" y="0"/>
                  </a:moveTo>
                  <a:lnTo>
                    <a:pt x="1700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4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9" y="579"/>
                  </a:lnTo>
                  <a:lnTo>
                    <a:pt x="425" y="772"/>
                  </a:lnTo>
                  <a:lnTo>
                    <a:pt x="271" y="965"/>
                  </a:lnTo>
                  <a:lnTo>
                    <a:pt x="155" y="1236"/>
                  </a:lnTo>
                  <a:lnTo>
                    <a:pt x="78" y="1467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7" y="2510"/>
                  </a:lnTo>
                  <a:lnTo>
                    <a:pt x="310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8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7" y="3437"/>
                  </a:lnTo>
                  <a:lnTo>
                    <a:pt x="3128" y="3244"/>
                  </a:lnTo>
                  <a:lnTo>
                    <a:pt x="3322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8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5" y="1004"/>
                  </a:lnTo>
                  <a:lnTo>
                    <a:pt x="3322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5"/>
            <p:cNvSpPr/>
            <p:nvPr/>
          </p:nvSpPr>
          <p:spPr>
            <a:xfrm>
              <a:off x="1498900" y="21899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7" y="618"/>
                  </a:moveTo>
                  <a:lnTo>
                    <a:pt x="5947" y="773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5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3" y="3900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0"/>
                  </a:lnTo>
                  <a:lnTo>
                    <a:pt x="5792" y="3862"/>
                  </a:lnTo>
                  <a:lnTo>
                    <a:pt x="5676" y="3746"/>
                  </a:lnTo>
                  <a:lnTo>
                    <a:pt x="5561" y="3553"/>
                  </a:lnTo>
                  <a:lnTo>
                    <a:pt x="5483" y="3321"/>
                  </a:lnTo>
                  <a:lnTo>
                    <a:pt x="5406" y="2626"/>
                  </a:lnTo>
                  <a:lnTo>
                    <a:pt x="5367" y="1970"/>
                  </a:lnTo>
                  <a:lnTo>
                    <a:pt x="5367" y="618"/>
                  </a:lnTo>
                  <a:close/>
                  <a:moveTo>
                    <a:pt x="2780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7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6" y="3012"/>
                  </a:lnTo>
                  <a:lnTo>
                    <a:pt x="888" y="2549"/>
                  </a:lnTo>
                  <a:lnTo>
                    <a:pt x="1158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0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2" y="6295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0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4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8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6" y="4287"/>
                  </a:lnTo>
                  <a:lnTo>
                    <a:pt x="965" y="4518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3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7" y="3398"/>
                  </a:lnTo>
                  <a:lnTo>
                    <a:pt x="5174" y="3746"/>
                  </a:lnTo>
                  <a:lnTo>
                    <a:pt x="5213" y="3900"/>
                  </a:lnTo>
                  <a:lnTo>
                    <a:pt x="5290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69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7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0" y="4904"/>
                  </a:lnTo>
                  <a:lnTo>
                    <a:pt x="9383" y="4904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3" y="6488"/>
                  </a:lnTo>
                  <a:lnTo>
                    <a:pt x="10696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6" y="6565"/>
                  </a:lnTo>
                  <a:lnTo>
                    <a:pt x="12280" y="6912"/>
                  </a:lnTo>
                  <a:lnTo>
                    <a:pt x="12395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8" y="8998"/>
                  </a:lnTo>
                  <a:lnTo>
                    <a:pt x="12511" y="8998"/>
                  </a:lnTo>
                  <a:lnTo>
                    <a:pt x="12434" y="9075"/>
                  </a:lnTo>
                  <a:lnTo>
                    <a:pt x="12395" y="9113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3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0" y="7723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7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4" y="5098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6"/>
                  </a:lnTo>
                  <a:lnTo>
                    <a:pt x="9885" y="4480"/>
                  </a:lnTo>
                  <a:lnTo>
                    <a:pt x="9538" y="4441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4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8" y="348"/>
                  </a:lnTo>
                  <a:lnTo>
                    <a:pt x="5715" y="193"/>
                  </a:lnTo>
                  <a:lnTo>
                    <a:pt x="5290" y="78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5"/>
            <p:cNvSpPr/>
            <p:nvPr/>
          </p:nvSpPr>
          <p:spPr>
            <a:xfrm>
              <a:off x="1394625" y="22999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94"/>
                  </a:lnTo>
                  <a:lnTo>
                    <a:pt x="2240" y="309"/>
                  </a:lnTo>
                  <a:lnTo>
                    <a:pt x="2009" y="425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46"/>
                  </a:lnTo>
                  <a:lnTo>
                    <a:pt x="1" y="4055"/>
                  </a:lnTo>
                  <a:lnTo>
                    <a:pt x="1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4" y="4711"/>
                  </a:lnTo>
                  <a:lnTo>
                    <a:pt x="580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9"/>
                  </a:lnTo>
                  <a:lnTo>
                    <a:pt x="2626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4"/>
                  </a:lnTo>
                  <a:lnTo>
                    <a:pt x="4210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5"/>
            <p:cNvSpPr/>
            <p:nvPr/>
          </p:nvSpPr>
          <p:spPr>
            <a:xfrm>
              <a:off x="5590125" y="11338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5"/>
            <p:cNvSpPr/>
            <p:nvPr/>
          </p:nvSpPr>
          <p:spPr>
            <a:xfrm>
              <a:off x="5491675" y="1139600"/>
              <a:ext cx="21250" cy="8725"/>
            </a:xfrm>
            <a:custGeom>
              <a:avLst/>
              <a:gdLst/>
              <a:ahLst/>
              <a:cxnLst/>
              <a:rect l="l" t="t" r="r" b="b"/>
              <a:pathLst>
                <a:path w="850" h="349" extrusionOk="0">
                  <a:moveTo>
                    <a:pt x="425" y="1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4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4"/>
                  </a:lnTo>
                  <a:lnTo>
                    <a:pt x="811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5"/>
            <p:cNvSpPr/>
            <p:nvPr/>
          </p:nvSpPr>
          <p:spPr>
            <a:xfrm>
              <a:off x="5477175" y="10025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2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5"/>
            <p:cNvSpPr/>
            <p:nvPr/>
          </p:nvSpPr>
          <p:spPr>
            <a:xfrm>
              <a:off x="5383550" y="11801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2"/>
                  </a:lnTo>
                  <a:lnTo>
                    <a:pt x="1583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2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5"/>
            <p:cNvSpPr/>
            <p:nvPr/>
          </p:nvSpPr>
          <p:spPr>
            <a:xfrm>
              <a:off x="5445325" y="9890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1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3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8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9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40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7" y="7183"/>
                  </a:lnTo>
                  <a:lnTo>
                    <a:pt x="12743" y="6681"/>
                  </a:lnTo>
                  <a:lnTo>
                    <a:pt x="12435" y="6218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6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5"/>
            <p:cNvSpPr/>
            <p:nvPr/>
          </p:nvSpPr>
          <p:spPr>
            <a:xfrm>
              <a:off x="5341075" y="109905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2" y="2742"/>
                  </a:lnTo>
                  <a:lnTo>
                    <a:pt x="966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5"/>
            <p:cNvSpPr/>
            <p:nvPr/>
          </p:nvSpPr>
          <p:spPr>
            <a:xfrm>
              <a:off x="4153650" y="167055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2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40" y="232"/>
                  </a:lnTo>
                  <a:lnTo>
                    <a:pt x="1" y="271"/>
                  </a:lnTo>
                  <a:lnTo>
                    <a:pt x="40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4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5"/>
            <p:cNvSpPr/>
            <p:nvPr/>
          </p:nvSpPr>
          <p:spPr>
            <a:xfrm>
              <a:off x="4055200" y="1676350"/>
              <a:ext cx="21250" cy="8700"/>
            </a:xfrm>
            <a:custGeom>
              <a:avLst/>
              <a:gdLst/>
              <a:ahLst/>
              <a:cxnLst/>
              <a:rect l="l" t="t" r="r" b="b"/>
              <a:pathLst>
                <a:path w="850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5"/>
            <p:cNvSpPr/>
            <p:nvPr/>
          </p:nvSpPr>
          <p:spPr>
            <a:xfrm>
              <a:off x="4040700" y="153927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5" y="7298"/>
                  </a:moveTo>
                  <a:lnTo>
                    <a:pt x="8496" y="7375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1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4"/>
                  </a:lnTo>
                  <a:lnTo>
                    <a:pt x="8110" y="10156"/>
                  </a:lnTo>
                  <a:lnTo>
                    <a:pt x="7840" y="10078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6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7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2" y="8766"/>
                  </a:lnTo>
                  <a:lnTo>
                    <a:pt x="1546" y="8727"/>
                  </a:lnTo>
                  <a:lnTo>
                    <a:pt x="40" y="8688"/>
                  </a:lnTo>
                  <a:lnTo>
                    <a:pt x="1" y="8688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6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6"/>
                  </a:lnTo>
                  <a:lnTo>
                    <a:pt x="6759" y="9847"/>
                  </a:lnTo>
                  <a:lnTo>
                    <a:pt x="6990" y="10078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0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7"/>
                  </a:lnTo>
                  <a:lnTo>
                    <a:pt x="9539" y="10194"/>
                  </a:lnTo>
                  <a:lnTo>
                    <a:pt x="9771" y="9963"/>
                  </a:lnTo>
                  <a:lnTo>
                    <a:pt x="9925" y="9692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7"/>
                  </a:lnTo>
                  <a:lnTo>
                    <a:pt x="6565" y="8186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79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5"/>
            <p:cNvSpPr/>
            <p:nvPr/>
          </p:nvSpPr>
          <p:spPr>
            <a:xfrm>
              <a:off x="3947075" y="171690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3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8" y="579"/>
                  </a:lnTo>
                  <a:lnTo>
                    <a:pt x="425" y="772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5"/>
            <p:cNvSpPr/>
            <p:nvPr/>
          </p:nvSpPr>
          <p:spPr>
            <a:xfrm>
              <a:off x="4008850" y="152575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4"/>
                  </a:lnTo>
                  <a:lnTo>
                    <a:pt x="7029" y="1313"/>
                  </a:lnTo>
                  <a:lnTo>
                    <a:pt x="7531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7"/>
                  </a:lnTo>
                  <a:lnTo>
                    <a:pt x="8573" y="3707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1" y="3862"/>
                  </a:lnTo>
                  <a:lnTo>
                    <a:pt x="2433" y="4016"/>
                  </a:lnTo>
                  <a:lnTo>
                    <a:pt x="2318" y="4132"/>
                  </a:lnTo>
                  <a:lnTo>
                    <a:pt x="2124" y="4209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1" y="4248"/>
                  </a:lnTo>
                  <a:lnTo>
                    <a:pt x="734" y="4132"/>
                  </a:lnTo>
                  <a:lnTo>
                    <a:pt x="387" y="4016"/>
                  </a:lnTo>
                  <a:lnTo>
                    <a:pt x="503" y="3514"/>
                  </a:lnTo>
                  <a:lnTo>
                    <a:pt x="657" y="3012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8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7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3" y="5947"/>
                  </a:lnTo>
                  <a:lnTo>
                    <a:pt x="10543" y="5870"/>
                  </a:lnTo>
                  <a:lnTo>
                    <a:pt x="10543" y="5754"/>
                  </a:lnTo>
                  <a:lnTo>
                    <a:pt x="10620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0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9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7" y="3205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8"/>
                  </a:lnTo>
                  <a:lnTo>
                    <a:pt x="1314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3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7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3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8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7" y="6526"/>
                  </a:lnTo>
                  <a:lnTo>
                    <a:pt x="11740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1" y="7916"/>
                  </a:lnTo>
                  <a:lnTo>
                    <a:pt x="12551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7" y="7183"/>
                  </a:lnTo>
                  <a:lnTo>
                    <a:pt x="12744" y="6681"/>
                  </a:lnTo>
                  <a:lnTo>
                    <a:pt x="12435" y="6217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9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4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5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6" y="193"/>
                  </a:lnTo>
                  <a:lnTo>
                    <a:pt x="5291" y="78"/>
                  </a:lnTo>
                  <a:lnTo>
                    <a:pt x="4828" y="39"/>
                  </a:lnTo>
                  <a:lnTo>
                    <a:pt x="44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5"/>
            <p:cNvSpPr/>
            <p:nvPr/>
          </p:nvSpPr>
          <p:spPr>
            <a:xfrm>
              <a:off x="3904600" y="163580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0" y="194"/>
                  </a:lnTo>
                  <a:lnTo>
                    <a:pt x="2240" y="309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7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5"/>
            <p:cNvSpPr/>
            <p:nvPr/>
          </p:nvSpPr>
          <p:spPr>
            <a:xfrm>
              <a:off x="6613425" y="4670925"/>
              <a:ext cx="26100" cy="11600"/>
            </a:xfrm>
            <a:custGeom>
              <a:avLst/>
              <a:gdLst/>
              <a:ahLst/>
              <a:cxnLst/>
              <a:rect l="l" t="t" r="r" b="b"/>
              <a:pathLst>
                <a:path w="1044" h="464" extrusionOk="0">
                  <a:moveTo>
                    <a:pt x="773" y="0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3"/>
                  </a:lnTo>
                  <a:lnTo>
                    <a:pt x="39" y="232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5"/>
            <p:cNvSpPr/>
            <p:nvPr/>
          </p:nvSpPr>
          <p:spPr>
            <a:xfrm>
              <a:off x="6514950" y="46767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6" y="0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39" y="77"/>
                  </a:lnTo>
                  <a:lnTo>
                    <a:pt x="1" y="193"/>
                  </a:lnTo>
                  <a:lnTo>
                    <a:pt x="39" y="270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0"/>
                  </a:lnTo>
                  <a:lnTo>
                    <a:pt x="850" y="193"/>
                  </a:lnTo>
                  <a:lnTo>
                    <a:pt x="812" y="77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5"/>
            <p:cNvSpPr/>
            <p:nvPr/>
          </p:nvSpPr>
          <p:spPr>
            <a:xfrm>
              <a:off x="6500475" y="45396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6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3"/>
                  </a:lnTo>
                  <a:lnTo>
                    <a:pt x="9384" y="9654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39" y="10079"/>
                  </a:lnTo>
                  <a:lnTo>
                    <a:pt x="7608" y="9963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9" y="9346"/>
                  </a:lnTo>
                  <a:lnTo>
                    <a:pt x="6951" y="9075"/>
                  </a:lnTo>
                  <a:lnTo>
                    <a:pt x="6913" y="8805"/>
                  </a:lnTo>
                  <a:lnTo>
                    <a:pt x="6951" y="8535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4" y="7569"/>
                  </a:lnTo>
                  <a:lnTo>
                    <a:pt x="8148" y="7338"/>
                  </a:lnTo>
                  <a:lnTo>
                    <a:pt x="8226" y="7299"/>
                  </a:lnTo>
                  <a:close/>
                  <a:moveTo>
                    <a:pt x="2858" y="1"/>
                  </a:moveTo>
                  <a:lnTo>
                    <a:pt x="2665" y="39"/>
                  </a:lnTo>
                  <a:lnTo>
                    <a:pt x="2665" y="78"/>
                  </a:lnTo>
                  <a:lnTo>
                    <a:pt x="2626" y="1352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4" y="5098"/>
                  </a:lnTo>
                  <a:lnTo>
                    <a:pt x="2897" y="7492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2"/>
                  </a:lnTo>
                  <a:lnTo>
                    <a:pt x="3051" y="8766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7"/>
                  </a:lnTo>
                  <a:lnTo>
                    <a:pt x="773" y="9114"/>
                  </a:lnTo>
                  <a:lnTo>
                    <a:pt x="1545" y="9152"/>
                  </a:lnTo>
                  <a:lnTo>
                    <a:pt x="3128" y="9230"/>
                  </a:lnTo>
                  <a:lnTo>
                    <a:pt x="4828" y="9307"/>
                  </a:lnTo>
                  <a:lnTo>
                    <a:pt x="5677" y="9307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2" y="10311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20"/>
                  </a:lnTo>
                  <a:lnTo>
                    <a:pt x="9037" y="10543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3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9"/>
                  </a:lnTo>
                  <a:lnTo>
                    <a:pt x="10041" y="8071"/>
                  </a:lnTo>
                  <a:lnTo>
                    <a:pt x="9847" y="7762"/>
                  </a:lnTo>
                  <a:lnTo>
                    <a:pt x="9616" y="7492"/>
                  </a:lnTo>
                  <a:lnTo>
                    <a:pt x="9307" y="7260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7" y="6990"/>
                  </a:lnTo>
                  <a:lnTo>
                    <a:pt x="7724" y="7029"/>
                  </a:lnTo>
                  <a:lnTo>
                    <a:pt x="7415" y="7144"/>
                  </a:lnTo>
                  <a:lnTo>
                    <a:pt x="7144" y="7338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6" y="8805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8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6" y="8535"/>
                  </a:lnTo>
                  <a:lnTo>
                    <a:pt x="3206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5"/>
                  </a:lnTo>
                  <a:lnTo>
                    <a:pt x="3206" y="7338"/>
                  </a:lnTo>
                  <a:lnTo>
                    <a:pt x="3128" y="6449"/>
                  </a:lnTo>
                  <a:lnTo>
                    <a:pt x="3013" y="4326"/>
                  </a:lnTo>
                  <a:lnTo>
                    <a:pt x="2935" y="2202"/>
                  </a:lnTo>
                  <a:lnTo>
                    <a:pt x="2897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5"/>
            <p:cNvSpPr/>
            <p:nvPr/>
          </p:nvSpPr>
          <p:spPr>
            <a:xfrm>
              <a:off x="6406825" y="4717250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619"/>
                  </a:lnTo>
                  <a:lnTo>
                    <a:pt x="2550" y="696"/>
                  </a:lnTo>
                  <a:lnTo>
                    <a:pt x="2743" y="812"/>
                  </a:lnTo>
                  <a:lnTo>
                    <a:pt x="2936" y="966"/>
                  </a:lnTo>
                  <a:lnTo>
                    <a:pt x="3090" y="1198"/>
                  </a:lnTo>
                  <a:lnTo>
                    <a:pt x="3206" y="1430"/>
                  </a:lnTo>
                  <a:lnTo>
                    <a:pt x="3245" y="1700"/>
                  </a:lnTo>
                  <a:lnTo>
                    <a:pt x="3245" y="1970"/>
                  </a:lnTo>
                  <a:lnTo>
                    <a:pt x="3206" y="2202"/>
                  </a:lnTo>
                  <a:lnTo>
                    <a:pt x="3090" y="2472"/>
                  </a:lnTo>
                  <a:lnTo>
                    <a:pt x="2974" y="2665"/>
                  </a:lnTo>
                  <a:lnTo>
                    <a:pt x="2781" y="2897"/>
                  </a:lnTo>
                  <a:lnTo>
                    <a:pt x="2588" y="3051"/>
                  </a:lnTo>
                  <a:lnTo>
                    <a:pt x="2357" y="3167"/>
                  </a:lnTo>
                  <a:lnTo>
                    <a:pt x="2086" y="3245"/>
                  </a:lnTo>
                  <a:lnTo>
                    <a:pt x="1777" y="3245"/>
                  </a:lnTo>
                  <a:lnTo>
                    <a:pt x="1507" y="3167"/>
                  </a:lnTo>
                  <a:lnTo>
                    <a:pt x="1237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4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5" y="1121"/>
                  </a:lnTo>
                  <a:lnTo>
                    <a:pt x="928" y="928"/>
                  </a:lnTo>
                  <a:lnTo>
                    <a:pt x="1121" y="735"/>
                  </a:lnTo>
                  <a:lnTo>
                    <a:pt x="1353" y="580"/>
                  </a:lnTo>
                  <a:lnTo>
                    <a:pt x="1584" y="464"/>
                  </a:lnTo>
                  <a:close/>
                  <a:moveTo>
                    <a:pt x="1893" y="1"/>
                  </a:moveTo>
                  <a:lnTo>
                    <a:pt x="1700" y="39"/>
                  </a:lnTo>
                  <a:lnTo>
                    <a:pt x="1546" y="78"/>
                  </a:lnTo>
                  <a:lnTo>
                    <a:pt x="1353" y="155"/>
                  </a:lnTo>
                  <a:lnTo>
                    <a:pt x="1314" y="194"/>
                  </a:lnTo>
                  <a:lnTo>
                    <a:pt x="1082" y="271"/>
                  </a:lnTo>
                  <a:lnTo>
                    <a:pt x="851" y="387"/>
                  </a:lnTo>
                  <a:lnTo>
                    <a:pt x="619" y="580"/>
                  </a:lnTo>
                  <a:lnTo>
                    <a:pt x="426" y="773"/>
                  </a:lnTo>
                  <a:lnTo>
                    <a:pt x="271" y="966"/>
                  </a:lnTo>
                  <a:lnTo>
                    <a:pt x="155" y="1237"/>
                  </a:lnTo>
                  <a:lnTo>
                    <a:pt x="78" y="1468"/>
                  </a:lnTo>
                  <a:lnTo>
                    <a:pt x="1" y="1739"/>
                  </a:lnTo>
                  <a:lnTo>
                    <a:pt x="1" y="2047"/>
                  </a:lnTo>
                  <a:lnTo>
                    <a:pt x="40" y="2125"/>
                  </a:lnTo>
                  <a:lnTo>
                    <a:pt x="40" y="2318"/>
                  </a:lnTo>
                  <a:lnTo>
                    <a:pt x="117" y="2511"/>
                  </a:lnTo>
                  <a:lnTo>
                    <a:pt x="310" y="2858"/>
                  </a:lnTo>
                  <a:lnTo>
                    <a:pt x="542" y="3167"/>
                  </a:lnTo>
                  <a:lnTo>
                    <a:pt x="851" y="3399"/>
                  </a:lnTo>
                  <a:lnTo>
                    <a:pt x="1198" y="3592"/>
                  </a:lnTo>
                  <a:lnTo>
                    <a:pt x="1584" y="3708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7" y="3669"/>
                  </a:lnTo>
                  <a:lnTo>
                    <a:pt x="2627" y="3592"/>
                  </a:lnTo>
                  <a:lnTo>
                    <a:pt x="2897" y="3438"/>
                  </a:lnTo>
                  <a:lnTo>
                    <a:pt x="3129" y="3245"/>
                  </a:lnTo>
                  <a:lnTo>
                    <a:pt x="3322" y="3013"/>
                  </a:lnTo>
                  <a:lnTo>
                    <a:pt x="3476" y="2781"/>
                  </a:lnTo>
                  <a:lnTo>
                    <a:pt x="3631" y="2511"/>
                  </a:lnTo>
                  <a:lnTo>
                    <a:pt x="3708" y="2202"/>
                  </a:lnTo>
                  <a:lnTo>
                    <a:pt x="3747" y="1932"/>
                  </a:lnTo>
                  <a:lnTo>
                    <a:pt x="3747" y="1584"/>
                  </a:lnTo>
                  <a:lnTo>
                    <a:pt x="3669" y="1314"/>
                  </a:lnTo>
                  <a:lnTo>
                    <a:pt x="3515" y="1005"/>
                  </a:lnTo>
                  <a:lnTo>
                    <a:pt x="3322" y="696"/>
                  </a:lnTo>
                  <a:lnTo>
                    <a:pt x="3052" y="426"/>
                  </a:lnTo>
                  <a:lnTo>
                    <a:pt x="2743" y="233"/>
                  </a:lnTo>
                  <a:lnTo>
                    <a:pt x="2395" y="7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5"/>
            <p:cNvSpPr/>
            <p:nvPr/>
          </p:nvSpPr>
          <p:spPr>
            <a:xfrm>
              <a:off x="6468625" y="45261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8" y="618"/>
                  </a:moveTo>
                  <a:lnTo>
                    <a:pt x="5947" y="772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2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4" y="3900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0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6" y="2626"/>
                  </a:lnTo>
                  <a:lnTo>
                    <a:pt x="5368" y="1969"/>
                  </a:lnTo>
                  <a:lnTo>
                    <a:pt x="5368" y="618"/>
                  </a:lnTo>
                  <a:close/>
                  <a:moveTo>
                    <a:pt x="2781" y="888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6"/>
                  </a:lnTo>
                  <a:lnTo>
                    <a:pt x="1545" y="4286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7" y="3012"/>
                  </a:lnTo>
                  <a:lnTo>
                    <a:pt x="888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1" y="888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5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3" y="6294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6"/>
                  </a:lnTo>
                  <a:lnTo>
                    <a:pt x="2240" y="579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4"/>
                  </a:lnTo>
                  <a:lnTo>
                    <a:pt x="232" y="2780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3"/>
                  </a:lnTo>
                  <a:lnTo>
                    <a:pt x="39" y="4557"/>
                  </a:lnTo>
                  <a:lnTo>
                    <a:pt x="348" y="4595"/>
                  </a:lnTo>
                  <a:lnTo>
                    <a:pt x="386" y="4286"/>
                  </a:lnTo>
                  <a:lnTo>
                    <a:pt x="966" y="4518"/>
                  </a:lnTo>
                  <a:lnTo>
                    <a:pt x="1313" y="4595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79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4" y="3977"/>
                  </a:lnTo>
                  <a:lnTo>
                    <a:pt x="3012" y="3630"/>
                  </a:lnTo>
                  <a:lnTo>
                    <a:pt x="3012" y="2973"/>
                  </a:lnTo>
                  <a:lnTo>
                    <a:pt x="3128" y="772"/>
                  </a:lnTo>
                  <a:lnTo>
                    <a:pt x="3514" y="657"/>
                  </a:lnTo>
                  <a:lnTo>
                    <a:pt x="3939" y="579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8" y="579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8" y="3398"/>
                  </a:lnTo>
                  <a:lnTo>
                    <a:pt x="5175" y="3746"/>
                  </a:lnTo>
                  <a:lnTo>
                    <a:pt x="5213" y="3900"/>
                  </a:lnTo>
                  <a:lnTo>
                    <a:pt x="5291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6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6"/>
                  </a:lnTo>
                  <a:lnTo>
                    <a:pt x="7607" y="4209"/>
                  </a:lnTo>
                  <a:lnTo>
                    <a:pt x="8650" y="4093"/>
                  </a:lnTo>
                  <a:lnTo>
                    <a:pt x="8650" y="4479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7"/>
                  </a:lnTo>
                  <a:lnTo>
                    <a:pt x="8766" y="5097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1" y="4904"/>
                  </a:lnTo>
                  <a:lnTo>
                    <a:pt x="9384" y="4904"/>
                  </a:lnTo>
                  <a:lnTo>
                    <a:pt x="9809" y="4981"/>
                  </a:lnTo>
                  <a:lnTo>
                    <a:pt x="10195" y="5097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599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7"/>
                  </a:lnTo>
                  <a:lnTo>
                    <a:pt x="10697" y="6603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3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9" y="8997"/>
                  </a:lnTo>
                  <a:lnTo>
                    <a:pt x="12512" y="8997"/>
                  </a:lnTo>
                  <a:lnTo>
                    <a:pt x="12434" y="9075"/>
                  </a:lnTo>
                  <a:lnTo>
                    <a:pt x="12396" y="9113"/>
                  </a:lnTo>
                  <a:lnTo>
                    <a:pt x="12357" y="9190"/>
                  </a:lnTo>
                  <a:lnTo>
                    <a:pt x="11469" y="9306"/>
                  </a:lnTo>
                  <a:lnTo>
                    <a:pt x="11469" y="9692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4" y="9499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7"/>
                  </a:lnTo>
                  <a:lnTo>
                    <a:pt x="13168" y="8766"/>
                  </a:lnTo>
                  <a:lnTo>
                    <a:pt x="13168" y="8495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6" y="7182"/>
                  </a:lnTo>
                  <a:lnTo>
                    <a:pt x="12743" y="6680"/>
                  </a:lnTo>
                  <a:lnTo>
                    <a:pt x="12434" y="6217"/>
                  </a:lnTo>
                  <a:lnTo>
                    <a:pt x="12125" y="5792"/>
                  </a:lnTo>
                  <a:lnTo>
                    <a:pt x="11778" y="5445"/>
                  </a:lnTo>
                  <a:lnTo>
                    <a:pt x="11315" y="5097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5"/>
                  </a:lnTo>
                  <a:lnTo>
                    <a:pt x="9886" y="4479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7"/>
                  </a:lnTo>
                  <a:lnTo>
                    <a:pt x="9229" y="3514"/>
                  </a:lnTo>
                  <a:lnTo>
                    <a:pt x="9152" y="3089"/>
                  </a:lnTo>
                  <a:lnTo>
                    <a:pt x="8998" y="2665"/>
                  </a:lnTo>
                  <a:lnTo>
                    <a:pt x="8805" y="2278"/>
                  </a:lnTo>
                  <a:lnTo>
                    <a:pt x="8534" y="1931"/>
                  </a:lnTo>
                  <a:lnTo>
                    <a:pt x="8225" y="1583"/>
                  </a:lnTo>
                  <a:lnTo>
                    <a:pt x="7839" y="1274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5" y="193"/>
                  </a:lnTo>
                  <a:lnTo>
                    <a:pt x="5291" y="77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5"/>
            <p:cNvSpPr/>
            <p:nvPr/>
          </p:nvSpPr>
          <p:spPr>
            <a:xfrm>
              <a:off x="6364350" y="46361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2" y="39"/>
                  </a:lnTo>
                  <a:lnTo>
                    <a:pt x="2781" y="77"/>
                  </a:lnTo>
                  <a:lnTo>
                    <a:pt x="2511" y="193"/>
                  </a:lnTo>
                  <a:lnTo>
                    <a:pt x="2241" y="309"/>
                  </a:lnTo>
                  <a:lnTo>
                    <a:pt x="2009" y="425"/>
                  </a:lnTo>
                  <a:lnTo>
                    <a:pt x="1739" y="579"/>
                  </a:lnTo>
                  <a:lnTo>
                    <a:pt x="1507" y="773"/>
                  </a:lnTo>
                  <a:lnTo>
                    <a:pt x="1121" y="1197"/>
                  </a:lnTo>
                  <a:lnTo>
                    <a:pt x="735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8"/>
                  </a:lnTo>
                  <a:lnTo>
                    <a:pt x="40" y="3746"/>
                  </a:lnTo>
                  <a:lnTo>
                    <a:pt x="1" y="4055"/>
                  </a:lnTo>
                  <a:lnTo>
                    <a:pt x="1" y="4402"/>
                  </a:lnTo>
                  <a:lnTo>
                    <a:pt x="40" y="4673"/>
                  </a:lnTo>
                  <a:lnTo>
                    <a:pt x="117" y="4904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5" y="5252"/>
                  </a:lnTo>
                  <a:lnTo>
                    <a:pt x="966" y="5290"/>
                  </a:lnTo>
                  <a:lnTo>
                    <a:pt x="1700" y="5290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5" y="4711"/>
                  </a:lnTo>
                  <a:lnTo>
                    <a:pt x="580" y="4595"/>
                  </a:lnTo>
                  <a:lnTo>
                    <a:pt x="542" y="4441"/>
                  </a:lnTo>
                  <a:lnTo>
                    <a:pt x="542" y="4248"/>
                  </a:lnTo>
                  <a:lnTo>
                    <a:pt x="542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8"/>
                  </a:lnTo>
                  <a:lnTo>
                    <a:pt x="2627" y="695"/>
                  </a:lnTo>
                  <a:lnTo>
                    <a:pt x="3090" y="579"/>
                  </a:lnTo>
                  <a:lnTo>
                    <a:pt x="3592" y="541"/>
                  </a:lnTo>
                  <a:lnTo>
                    <a:pt x="4094" y="579"/>
                  </a:lnTo>
                  <a:lnTo>
                    <a:pt x="4249" y="541"/>
                  </a:lnTo>
                  <a:lnTo>
                    <a:pt x="4326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3"/>
                  </a:lnTo>
                  <a:lnTo>
                    <a:pt x="4210" y="155"/>
                  </a:lnTo>
                  <a:lnTo>
                    <a:pt x="3940" y="77"/>
                  </a:lnTo>
                  <a:lnTo>
                    <a:pt x="3631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5"/>
            <p:cNvSpPr/>
            <p:nvPr/>
          </p:nvSpPr>
          <p:spPr>
            <a:xfrm>
              <a:off x="4033950" y="35897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5"/>
            <p:cNvSpPr/>
            <p:nvPr/>
          </p:nvSpPr>
          <p:spPr>
            <a:xfrm>
              <a:off x="3935475" y="3595500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426" y="1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40" y="78"/>
                  </a:lnTo>
                  <a:lnTo>
                    <a:pt x="1" y="194"/>
                  </a:lnTo>
                  <a:lnTo>
                    <a:pt x="40" y="271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1"/>
                  </a:lnTo>
                  <a:lnTo>
                    <a:pt x="850" y="194"/>
                  </a:lnTo>
                  <a:lnTo>
                    <a:pt x="812" y="78"/>
                  </a:lnTo>
                  <a:lnTo>
                    <a:pt x="73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5"/>
            <p:cNvSpPr/>
            <p:nvPr/>
          </p:nvSpPr>
          <p:spPr>
            <a:xfrm>
              <a:off x="3921000" y="34584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59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1" y="9075"/>
                  </a:lnTo>
                  <a:lnTo>
                    <a:pt x="6913" y="8804"/>
                  </a:lnTo>
                  <a:lnTo>
                    <a:pt x="6951" y="8534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8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0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8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4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4"/>
                  </a:lnTo>
                  <a:lnTo>
                    <a:pt x="6449" y="8843"/>
                  </a:lnTo>
                  <a:lnTo>
                    <a:pt x="5716" y="8804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5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5"/>
            <p:cNvSpPr/>
            <p:nvPr/>
          </p:nvSpPr>
          <p:spPr>
            <a:xfrm>
              <a:off x="3827375" y="36360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3" y="2665"/>
                  </a:lnTo>
                  <a:lnTo>
                    <a:pt x="2780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6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5" y="2896"/>
                  </a:lnTo>
                  <a:lnTo>
                    <a:pt x="772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0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3" y="3707"/>
                  </a:lnTo>
                  <a:lnTo>
                    <a:pt x="1969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5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8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5"/>
            <p:cNvSpPr/>
            <p:nvPr/>
          </p:nvSpPr>
          <p:spPr>
            <a:xfrm>
              <a:off x="3889150" y="34449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3" y="3823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0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4" y="5986"/>
                  </a:lnTo>
                  <a:lnTo>
                    <a:pt x="11430" y="6140"/>
                  </a:lnTo>
                  <a:lnTo>
                    <a:pt x="11353" y="6218"/>
                  </a:lnTo>
                  <a:lnTo>
                    <a:pt x="11237" y="6256"/>
                  </a:lnTo>
                  <a:lnTo>
                    <a:pt x="11083" y="6295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0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9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4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1" y="9616"/>
                  </a:lnTo>
                  <a:lnTo>
                    <a:pt x="12936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5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5"/>
            <p:cNvSpPr/>
            <p:nvPr/>
          </p:nvSpPr>
          <p:spPr>
            <a:xfrm>
              <a:off x="3784900" y="3554950"/>
              <a:ext cx="112950" cy="132275"/>
            </a:xfrm>
            <a:custGeom>
              <a:avLst/>
              <a:gdLst/>
              <a:ahLst/>
              <a:cxnLst/>
              <a:rect l="l" t="t" r="r" b="b"/>
              <a:pathLst>
                <a:path w="4518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3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5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8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6" y="3167"/>
                  </a:lnTo>
                  <a:lnTo>
                    <a:pt x="772" y="2742"/>
                  </a:lnTo>
                  <a:lnTo>
                    <a:pt x="965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79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5"/>
            <p:cNvSpPr/>
            <p:nvPr/>
          </p:nvSpPr>
          <p:spPr>
            <a:xfrm>
              <a:off x="6195425" y="2043175"/>
              <a:ext cx="25125" cy="11625"/>
            </a:xfrm>
            <a:custGeom>
              <a:avLst/>
              <a:gdLst/>
              <a:ahLst/>
              <a:cxnLst/>
              <a:rect l="l" t="t" r="r" b="b"/>
              <a:pathLst>
                <a:path w="1005" h="465" extrusionOk="0">
                  <a:moveTo>
                    <a:pt x="773" y="1"/>
                  </a:moveTo>
                  <a:lnTo>
                    <a:pt x="541" y="40"/>
                  </a:lnTo>
                  <a:lnTo>
                    <a:pt x="309" y="78"/>
                  </a:lnTo>
                  <a:lnTo>
                    <a:pt x="78" y="155"/>
                  </a:lnTo>
                  <a:lnTo>
                    <a:pt x="39" y="194"/>
                  </a:lnTo>
                  <a:lnTo>
                    <a:pt x="0" y="271"/>
                  </a:lnTo>
                  <a:lnTo>
                    <a:pt x="0" y="348"/>
                  </a:lnTo>
                  <a:lnTo>
                    <a:pt x="78" y="426"/>
                  </a:lnTo>
                  <a:lnTo>
                    <a:pt x="116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580" y="348"/>
                  </a:lnTo>
                  <a:lnTo>
                    <a:pt x="773" y="387"/>
                  </a:lnTo>
                  <a:lnTo>
                    <a:pt x="850" y="348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04" y="233"/>
                  </a:lnTo>
                  <a:lnTo>
                    <a:pt x="1004" y="155"/>
                  </a:lnTo>
                  <a:lnTo>
                    <a:pt x="966" y="78"/>
                  </a:lnTo>
                  <a:lnTo>
                    <a:pt x="888" y="40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5"/>
            <p:cNvSpPr/>
            <p:nvPr/>
          </p:nvSpPr>
          <p:spPr>
            <a:xfrm>
              <a:off x="6096950" y="2048975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155" y="1"/>
                  </a:moveTo>
                  <a:lnTo>
                    <a:pt x="116" y="39"/>
                  </a:lnTo>
                  <a:lnTo>
                    <a:pt x="39" y="78"/>
                  </a:lnTo>
                  <a:lnTo>
                    <a:pt x="1" y="155"/>
                  </a:lnTo>
                  <a:lnTo>
                    <a:pt x="39" y="271"/>
                  </a:lnTo>
                  <a:lnTo>
                    <a:pt x="116" y="310"/>
                  </a:lnTo>
                  <a:lnTo>
                    <a:pt x="155" y="310"/>
                  </a:lnTo>
                  <a:lnTo>
                    <a:pt x="425" y="348"/>
                  </a:lnTo>
                  <a:lnTo>
                    <a:pt x="734" y="348"/>
                  </a:lnTo>
                  <a:lnTo>
                    <a:pt x="812" y="271"/>
                  </a:lnTo>
                  <a:lnTo>
                    <a:pt x="850" y="155"/>
                  </a:lnTo>
                  <a:lnTo>
                    <a:pt x="812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5"/>
            <p:cNvSpPr/>
            <p:nvPr/>
          </p:nvSpPr>
          <p:spPr>
            <a:xfrm>
              <a:off x="6081500" y="1911900"/>
              <a:ext cx="255850" cy="266475"/>
            </a:xfrm>
            <a:custGeom>
              <a:avLst/>
              <a:gdLst/>
              <a:ahLst/>
              <a:cxnLst/>
              <a:rect l="l" t="t" r="r" b="b"/>
              <a:pathLst>
                <a:path w="10234" h="10659" extrusionOk="0">
                  <a:moveTo>
                    <a:pt x="8303" y="7299"/>
                  </a:moveTo>
                  <a:lnTo>
                    <a:pt x="8535" y="7376"/>
                  </a:lnTo>
                  <a:lnTo>
                    <a:pt x="8766" y="7453"/>
                  </a:lnTo>
                  <a:lnTo>
                    <a:pt x="8998" y="7569"/>
                  </a:lnTo>
                  <a:lnTo>
                    <a:pt x="9191" y="7723"/>
                  </a:lnTo>
                  <a:lnTo>
                    <a:pt x="9384" y="7878"/>
                  </a:lnTo>
                  <a:lnTo>
                    <a:pt x="9539" y="8109"/>
                  </a:lnTo>
                  <a:lnTo>
                    <a:pt x="9655" y="8341"/>
                  </a:lnTo>
                  <a:lnTo>
                    <a:pt x="9693" y="8573"/>
                  </a:lnTo>
                  <a:lnTo>
                    <a:pt x="9732" y="8843"/>
                  </a:lnTo>
                  <a:lnTo>
                    <a:pt x="9693" y="9152"/>
                  </a:lnTo>
                  <a:lnTo>
                    <a:pt x="9577" y="9422"/>
                  </a:lnTo>
                  <a:lnTo>
                    <a:pt x="9423" y="9654"/>
                  </a:lnTo>
                  <a:lnTo>
                    <a:pt x="9230" y="9847"/>
                  </a:lnTo>
                  <a:lnTo>
                    <a:pt x="8959" y="10002"/>
                  </a:lnTo>
                  <a:lnTo>
                    <a:pt x="8728" y="10117"/>
                  </a:lnTo>
                  <a:lnTo>
                    <a:pt x="8419" y="10156"/>
                  </a:lnTo>
                  <a:lnTo>
                    <a:pt x="8149" y="10156"/>
                  </a:lnTo>
                  <a:lnTo>
                    <a:pt x="7878" y="10079"/>
                  </a:lnTo>
                  <a:lnTo>
                    <a:pt x="7647" y="9963"/>
                  </a:lnTo>
                  <a:lnTo>
                    <a:pt x="7415" y="9770"/>
                  </a:lnTo>
                  <a:lnTo>
                    <a:pt x="7222" y="9577"/>
                  </a:lnTo>
                  <a:lnTo>
                    <a:pt x="7067" y="9345"/>
                  </a:lnTo>
                  <a:lnTo>
                    <a:pt x="6990" y="9075"/>
                  </a:lnTo>
                  <a:lnTo>
                    <a:pt x="6951" y="8805"/>
                  </a:lnTo>
                  <a:lnTo>
                    <a:pt x="6990" y="8496"/>
                  </a:lnTo>
                  <a:lnTo>
                    <a:pt x="7067" y="8264"/>
                  </a:lnTo>
                  <a:lnTo>
                    <a:pt x="7183" y="8071"/>
                  </a:lnTo>
                  <a:lnTo>
                    <a:pt x="7338" y="7878"/>
                  </a:lnTo>
                  <a:lnTo>
                    <a:pt x="7531" y="7723"/>
                  </a:lnTo>
                  <a:lnTo>
                    <a:pt x="7762" y="7569"/>
                  </a:lnTo>
                  <a:lnTo>
                    <a:pt x="8187" y="7337"/>
                  </a:lnTo>
                  <a:lnTo>
                    <a:pt x="8264" y="7299"/>
                  </a:lnTo>
                  <a:close/>
                  <a:moveTo>
                    <a:pt x="2897" y="0"/>
                  </a:moveTo>
                  <a:lnTo>
                    <a:pt x="2704" y="39"/>
                  </a:lnTo>
                  <a:lnTo>
                    <a:pt x="2665" y="78"/>
                  </a:lnTo>
                  <a:lnTo>
                    <a:pt x="2665" y="1313"/>
                  </a:lnTo>
                  <a:lnTo>
                    <a:pt x="2665" y="2588"/>
                  </a:lnTo>
                  <a:lnTo>
                    <a:pt x="2704" y="3823"/>
                  </a:lnTo>
                  <a:lnTo>
                    <a:pt x="2742" y="5059"/>
                  </a:lnTo>
                  <a:lnTo>
                    <a:pt x="2936" y="7492"/>
                  </a:lnTo>
                  <a:lnTo>
                    <a:pt x="2936" y="8148"/>
                  </a:lnTo>
                  <a:lnTo>
                    <a:pt x="2974" y="8457"/>
                  </a:lnTo>
                  <a:lnTo>
                    <a:pt x="3013" y="8611"/>
                  </a:lnTo>
                  <a:lnTo>
                    <a:pt x="3090" y="8766"/>
                  </a:lnTo>
                  <a:lnTo>
                    <a:pt x="1584" y="8689"/>
                  </a:lnTo>
                  <a:lnTo>
                    <a:pt x="1" y="8689"/>
                  </a:lnTo>
                  <a:lnTo>
                    <a:pt x="39" y="8998"/>
                  </a:lnTo>
                  <a:lnTo>
                    <a:pt x="812" y="9113"/>
                  </a:lnTo>
                  <a:lnTo>
                    <a:pt x="1584" y="9152"/>
                  </a:lnTo>
                  <a:lnTo>
                    <a:pt x="3167" y="9229"/>
                  </a:lnTo>
                  <a:lnTo>
                    <a:pt x="4866" y="9306"/>
                  </a:lnTo>
                  <a:lnTo>
                    <a:pt x="5677" y="9306"/>
                  </a:lnTo>
                  <a:lnTo>
                    <a:pt x="6527" y="9229"/>
                  </a:lnTo>
                  <a:lnTo>
                    <a:pt x="6643" y="9538"/>
                  </a:lnTo>
                  <a:lnTo>
                    <a:pt x="6797" y="9847"/>
                  </a:lnTo>
                  <a:lnTo>
                    <a:pt x="6990" y="10079"/>
                  </a:lnTo>
                  <a:lnTo>
                    <a:pt x="7260" y="10310"/>
                  </a:lnTo>
                  <a:lnTo>
                    <a:pt x="7531" y="10465"/>
                  </a:lnTo>
                  <a:lnTo>
                    <a:pt x="7840" y="10581"/>
                  </a:lnTo>
                  <a:lnTo>
                    <a:pt x="8149" y="10658"/>
                  </a:lnTo>
                  <a:lnTo>
                    <a:pt x="8457" y="10658"/>
                  </a:lnTo>
                  <a:lnTo>
                    <a:pt x="8766" y="10619"/>
                  </a:lnTo>
                  <a:lnTo>
                    <a:pt x="9075" y="10504"/>
                  </a:lnTo>
                  <a:lnTo>
                    <a:pt x="9346" y="10388"/>
                  </a:lnTo>
                  <a:lnTo>
                    <a:pt x="9577" y="10195"/>
                  </a:lnTo>
                  <a:lnTo>
                    <a:pt x="9809" y="9963"/>
                  </a:lnTo>
                  <a:lnTo>
                    <a:pt x="9963" y="9693"/>
                  </a:lnTo>
                  <a:lnTo>
                    <a:pt x="10118" y="9422"/>
                  </a:lnTo>
                  <a:lnTo>
                    <a:pt x="10195" y="9113"/>
                  </a:lnTo>
                  <a:lnTo>
                    <a:pt x="10234" y="9113"/>
                  </a:lnTo>
                  <a:lnTo>
                    <a:pt x="10234" y="8766"/>
                  </a:lnTo>
                  <a:lnTo>
                    <a:pt x="10195" y="8380"/>
                  </a:lnTo>
                  <a:lnTo>
                    <a:pt x="10041" y="8071"/>
                  </a:lnTo>
                  <a:lnTo>
                    <a:pt x="9886" y="7762"/>
                  </a:lnTo>
                  <a:lnTo>
                    <a:pt x="9655" y="7492"/>
                  </a:lnTo>
                  <a:lnTo>
                    <a:pt x="9346" y="7260"/>
                  </a:lnTo>
                  <a:lnTo>
                    <a:pt x="9037" y="7105"/>
                  </a:lnTo>
                  <a:lnTo>
                    <a:pt x="8689" y="7028"/>
                  </a:lnTo>
                  <a:lnTo>
                    <a:pt x="8342" y="6990"/>
                  </a:lnTo>
                  <a:lnTo>
                    <a:pt x="8226" y="7067"/>
                  </a:lnTo>
                  <a:lnTo>
                    <a:pt x="8187" y="7028"/>
                  </a:lnTo>
                  <a:lnTo>
                    <a:pt x="8110" y="6990"/>
                  </a:lnTo>
                  <a:lnTo>
                    <a:pt x="7955" y="6990"/>
                  </a:lnTo>
                  <a:lnTo>
                    <a:pt x="7762" y="7028"/>
                  </a:lnTo>
                  <a:lnTo>
                    <a:pt x="7453" y="7144"/>
                  </a:lnTo>
                  <a:lnTo>
                    <a:pt x="7183" y="7337"/>
                  </a:lnTo>
                  <a:lnTo>
                    <a:pt x="6951" y="7569"/>
                  </a:lnTo>
                  <a:lnTo>
                    <a:pt x="6758" y="7878"/>
                  </a:lnTo>
                  <a:lnTo>
                    <a:pt x="6604" y="8187"/>
                  </a:lnTo>
                  <a:lnTo>
                    <a:pt x="6488" y="8496"/>
                  </a:lnTo>
                  <a:lnTo>
                    <a:pt x="6488" y="8843"/>
                  </a:lnTo>
                  <a:lnTo>
                    <a:pt x="5716" y="8766"/>
                  </a:lnTo>
                  <a:lnTo>
                    <a:pt x="3476" y="8766"/>
                  </a:lnTo>
                  <a:lnTo>
                    <a:pt x="3515" y="8689"/>
                  </a:lnTo>
                  <a:lnTo>
                    <a:pt x="3515" y="8650"/>
                  </a:lnTo>
                  <a:lnTo>
                    <a:pt x="3476" y="8573"/>
                  </a:lnTo>
                  <a:lnTo>
                    <a:pt x="3438" y="8496"/>
                  </a:lnTo>
                  <a:lnTo>
                    <a:pt x="3399" y="8457"/>
                  </a:lnTo>
                  <a:lnTo>
                    <a:pt x="3322" y="8457"/>
                  </a:lnTo>
                  <a:lnTo>
                    <a:pt x="3244" y="8496"/>
                  </a:lnTo>
                  <a:lnTo>
                    <a:pt x="3322" y="8380"/>
                  </a:lnTo>
                  <a:lnTo>
                    <a:pt x="3322" y="8225"/>
                  </a:lnTo>
                  <a:lnTo>
                    <a:pt x="3322" y="8071"/>
                  </a:lnTo>
                  <a:lnTo>
                    <a:pt x="3283" y="7955"/>
                  </a:lnTo>
                  <a:lnTo>
                    <a:pt x="3244" y="7337"/>
                  </a:lnTo>
                  <a:lnTo>
                    <a:pt x="3167" y="6410"/>
                  </a:lnTo>
                  <a:lnTo>
                    <a:pt x="3051" y="4325"/>
                  </a:lnTo>
                  <a:lnTo>
                    <a:pt x="2974" y="2201"/>
                  </a:lnTo>
                  <a:lnTo>
                    <a:pt x="2897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5"/>
            <p:cNvSpPr/>
            <p:nvPr/>
          </p:nvSpPr>
          <p:spPr>
            <a:xfrm>
              <a:off x="5988825" y="2089525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580"/>
                  </a:lnTo>
                  <a:lnTo>
                    <a:pt x="2549" y="696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59"/>
                  </a:lnTo>
                  <a:lnTo>
                    <a:pt x="3206" y="1429"/>
                  </a:lnTo>
                  <a:lnTo>
                    <a:pt x="3244" y="1661"/>
                  </a:lnTo>
                  <a:lnTo>
                    <a:pt x="3244" y="1931"/>
                  </a:lnTo>
                  <a:lnTo>
                    <a:pt x="3206" y="2201"/>
                  </a:lnTo>
                  <a:lnTo>
                    <a:pt x="3090" y="2433"/>
                  </a:lnTo>
                  <a:lnTo>
                    <a:pt x="2974" y="2665"/>
                  </a:lnTo>
                  <a:lnTo>
                    <a:pt x="2781" y="2858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47" y="3244"/>
                  </a:lnTo>
                  <a:lnTo>
                    <a:pt x="1777" y="3244"/>
                  </a:lnTo>
                  <a:lnTo>
                    <a:pt x="1468" y="3167"/>
                  </a:lnTo>
                  <a:lnTo>
                    <a:pt x="1198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24"/>
                  </a:lnTo>
                  <a:lnTo>
                    <a:pt x="464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8" y="889"/>
                  </a:lnTo>
                  <a:lnTo>
                    <a:pt x="1121" y="734"/>
                  </a:lnTo>
                  <a:lnTo>
                    <a:pt x="1352" y="580"/>
                  </a:lnTo>
                  <a:lnTo>
                    <a:pt x="1584" y="464"/>
                  </a:lnTo>
                  <a:close/>
                  <a:moveTo>
                    <a:pt x="1700" y="0"/>
                  </a:moveTo>
                  <a:lnTo>
                    <a:pt x="1545" y="78"/>
                  </a:lnTo>
                  <a:lnTo>
                    <a:pt x="1352" y="116"/>
                  </a:lnTo>
                  <a:lnTo>
                    <a:pt x="1314" y="155"/>
                  </a:lnTo>
                  <a:lnTo>
                    <a:pt x="1082" y="271"/>
                  </a:lnTo>
                  <a:lnTo>
                    <a:pt x="812" y="387"/>
                  </a:lnTo>
                  <a:lnTo>
                    <a:pt x="619" y="541"/>
                  </a:lnTo>
                  <a:lnTo>
                    <a:pt x="426" y="734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1" y="2086"/>
                  </a:lnTo>
                  <a:lnTo>
                    <a:pt x="39" y="2279"/>
                  </a:lnTo>
                  <a:lnTo>
                    <a:pt x="117" y="2472"/>
                  </a:lnTo>
                  <a:lnTo>
                    <a:pt x="310" y="2819"/>
                  </a:lnTo>
                  <a:lnTo>
                    <a:pt x="541" y="3128"/>
                  </a:lnTo>
                  <a:lnTo>
                    <a:pt x="850" y="3399"/>
                  </a:lnTo>
                  <a:lnTo>
                    <a:pt x="1198" y="3592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07"/>
                  </a:lnTo>
                  <a:lnTo>
                    <a:pt x="2356" y="3669"/>
                  </a:lnTo>
                  <a:lnTo>
                    <a:pt x="2627" y="3553"/>
                  </a:lnTo>
                  <a:lnTo>
                    <a:pt x="2897" y="3399"/>
                  </a:lnTo>
                  <a:lnTo>
                    <a:pt x="3129" y="3244"/>
                  </a:lnTo>
                  <a:lnTo>
                    <a:pt x="3322" y="3012"/>
                  </a:lnTo>
                  <a:lnTo>
                    <a:pt x="3476" y="2742"/>
                  </a:lnTo>
                  <a:lnTo>
                    <a:pt x="3631" y="2472"/>
                  </a:lnTo>
                  <a:lnTo>
                    <a:pt x="3708" y="2201"/>
                  </a:lnTo>
                  <a:lnTo>
                    <a:pt x="3746" y="1893"/>
                  </a:lnTo>
                  <a:lnTo>
                    <a:pt x="3708" y="1584"/>
                  </a:lnTo>
                  <a:lnTo>
                    <a:pt x="3669" y="1275"/>
                  </a:lnTo>
                  <a:lnTo>
                    <a:pt x="3515" y="966"/>
                  </a:lnTo>
                  <a:lnTo>
                    <a:pt x="3322" y="696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5"/>
            <p:cNvSpPr/>
            <p:nvPr/>
          </p:nvSpPr>
          <p:spPr>
            <a:xfrm>
              <a:off x="6050625" y="1898375"/>
              <a:ext cx="329200" cy="241375"/>
            </a:xfrm>
            <a:custGeom>
              <a:avLst/>
              <a:gdLst/>
              <a:ahLst/>
              <a:cxnLst/>
              <a:rect l="l" t="t" r="r" b="b"/>
              <a:pathLst>
                <a:path w="13168" h="9655" extrusionOk="0">
                  <a:moveTo>
                    <a:pt x="5368" y="619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5"/>
                  </a:lnTo>
                  <a:lnTo>
                    <a:pt x="8109" y="2356"/>
                  </a:lnTo>
                  <a:lnTo>
                    <a:pt x="8264" y="2627"/>
                  </a:lnTo>
                  <a:lnTo>
                    <a:pt x="8380" y="2858"/>
                  </a:lnTo>
                  <a:lnTo>
                    <a:pt x="8495" y="3129"/>
                  </a:lnTo>
                  <a:lnTo>
                    <a:pt x="8573" y="3437"/>
                  </a:lnTo>
                  <a:lnTo>
                    <a:pt x="8611" y="3708"/>
                  </a:lnTo>
                  <a:lnTo>
                    <a:pt x="8573" y="3708"/>
                  </a:lnTo>
                  <a:lnTo>
                    <a:pt x="7723" y="3824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1"/>
                  </a:lnTo>
                  <a:lnTo>
                    <a:pt x="5792" y="3862"/>
                  </a:lnTo>
                  <a:lnTo>
                    <a:pt x="5638" y="3746"/>
                  </a:lnTo>
                  <a:lnTo>
                    <a:pt x="5561" y="3553"/>
                  </a:lnTo>
                  <a:lnTo>
                    <a:pt x="5483" y="3283"/>
                  </a:lnTo>
                  <a:lnTo>
                    <a:pt x="5406" y="2627"/>
                  </a:lnTo>
                  <a:lnTo>
                    <a:pt x="5368" y="1970"/>
                  </a:lnTo>
                  <a:lnTo>
                    <a:pt x="5368" y="619"/>
                  </a:lnTo>
                  <a:close/>
                  <a:moveTo>
                    <a:pt x="2742" y="889"/>
                  </a:moveTo>
                  <a:lnTo>
                    <a:pt x="2626" y="3090"/>
                  </a:lnTo>
                  <a:lnTo>
                    <a:pt x="2626" y="3515"/>
                  </a:lnTo>
                  <a:lnTo>
                    <a:pt x="2587" y="3708"/>
                  </a:lnTo>
                  <a:lnTo>
                    <a:pt x="2510" y="3862"/>
                  </a:lnTo>
                  <a:lnTo>
                    <a:pt x="2433" y="3978"/>
                  </a:lnTo>
                  <a:lnTo>
                    <a:pt x="2278" y="4094"/>
                  </a:lnTo>
                  <a:lnTo>
                    <a:pt x="2124" y="4210"/>
                  </a:lnTo>
                  <a:lnTo>
                    <a:pt x="1892" y="4248"/>
                  </a:lnTo>
                  <a:lnTo>
                    <a:pt x="1699" y="4287"/>
                  </a:lnTo>
                  <a:lnTo>
                    <a:pt x="1506" y="4287"/>
                  </a:lnTo>
                  <a:lnTo>
                    <a:pt x="1120" y="4210"/>
                  </a:lnTo>
                  <a:lnTo>
                    <a:pt x="734" y="4133"/>
                  </a:lnTo>
                  <a:lnTo>
                    <a:pt x="386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8" y="2549"/>
                  </a:lnTo>
                  <a:lnTo>
                    <a:pt x="1159" y="2125"/>
                  </a:lnTo>
                  <a:lnTo>
                    <a:pt x="1506" y="1738"/>
                  </a:lnTo>
                  <a:lnTo>
                    <a:pt x="1892" y="1391"/>
                  </a:lnTo>
                  <a:lnTo>
                    <a:pt x="2317" y="1121"/>
                  </a:lnTo>
                  <a:lnTo>
                    <a:pt x="2742" y="889"/>
                  </a:lnTo>
                  <a:close/>
                  <a:moveTo>
                    <a:pt x="10774" y="5368"/>
                  </a:moveTo>
                  <a:lnTo>
                    <a:pt x="11198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14" y="6179"/>
                  </a:lnTo>
                  <a:lnTo>
                    <a:pt x="11198" y="6256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32"/>
                  </a:lnTo>
                  <a:lnTo>
                    <a:pt x="10542" y="5716"/>
                  </a:lnTo>
                  <a:lnTo>
                    <a:pt x="10619" y="5523"/>
                  </a:lnTo>
                  <a:lnTo>
                    <a:pt x="10658" y="5407"/>
                  </a:lnTo>
                  <a:lnTo>
                    <a:pt x="10774" y="5368"/>
                  </a:lnTo>
                  <a:close/>
                  <a:moveTo>
                    <a:pt x="4402" y="1"/>
                  </a:moveTo>
                  <a:lnTo>
                    <a:pt x="3939" y="39"/>
                  </a:lnTo>
                  <a:lnTo>
                    <a:pt x="3514" y="117"/>
                  </a:lnTo>
                  <a:lnTo>
                    <a:pt x="3051" y="194"/>
                  </a:lnTo>
                  <a:lnTo>
                    <a:pt x="2626" y="348"/>
                  </a:lnTo>
                  <a:lnTo>
                    <a:pt x="2240" y="541"/>
                  </a:lnTo>
                  <a:lnTo>
                    <a:pt x="1854" y="773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9"/>
                  </a:lnTo>
                  <a:lnTo>
                    <a:pt x="386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31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57"/>
                  </a:lnTo>
                  <a:lnTo>
                    <a:pt x="348" y="4287"/>
                  </a:lnTo>
                  <a:lnTo>
                    <a:pt x="965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5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364"/>
                  </a:lnTo>
                  <a:lnTo>
                    <a:pt x="2858" y="4248"/>
                  </a:lnTo>
                  <a:lnTo>
                    <a:pt x="2896" y="4094"/>
                  </a:lnTo>
                  <a:lnTo>
                    <a:pt x="2973" y="3939"/>
                  </a:lnTo>
                  <a:lnTo>
                    <a:pt x="3012" y="3631"/>
                  </a:lnTo>
                  <a:lnTo>
                    <a:pt x="3012" y="2974"/>
                  </a:lnTo>
                  <a:lnTo>
                    <a:pt x="3089" y="734"/>
                  </a:lnTo>
                  <a:lnTo>
                    <a:pt x="3514" y="619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23"/>
                  </a:lnTo>
                  <a:lnTo>
                    <a:pt x="5059" y="2704"/>
                  </a:lnTo>
                  <a:lnTo>
                    <a:pt x="5097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0" y="4017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6"/>
                  </a:lnTo>
                  <a:lnTo>
                    <a:pt x="6217" y="4326"/>
                  </a:lnTo>
                  <a:lnTo>
                    <a:pt x="6565" y="4287"/>
                  </a:lnTo>
                  <a:lnTo>
                    <a:pt x="7607" y="4210"/>
                  </a:lnTo>
                  <a:lnTo>
                    <a:pt x="8650" y="4055"/>
                  </a:lnTo>
                  <a:lnTo>
                    <a:pt x="8650" y="4441"/>
                  </a:lnTo>
                  <a:lnTo>
                    <a:pt x="8611" y="4866"/>
                  </a:lnTo>
                  <a:lnTo>
                    <a:pt x="8611" y="4905"/>
                  </a:lnTo>
                  <a:lnTo>
                    <a:pt x="8611" y="5021"/>
                  </a:lnTo>
                  <a:lnTo>
                    <a:pt x="8650" y="5059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0" y="4905"/>
                  </a:lnTo>
                  <a:lnTo>
                    <a:pt x="9384" y="4905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03" y="5252"/>
                  </a:lnTo>
                  <a:lnTo>
                    <a:pt x="10426" y="5330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16"/>
                  </a:lnTo>
                  <a:lnTo>
                    <a:pt x="10233" y="5870"/>
                  </a:lnTo>
                  <a:lnTo>
                    <a:pt x="10233" y="6025"/>
                  </a:lnTo>
                  <a:lnTo>
                    <a:pt x="10272" y="6179"/>
                  </a:lnTo>
                  <a:lnTo>
                    <a:pt x="10349" y="6334"/>
                  </a:lnTo>
                  <a:lnTo>
                    <a:pt x="10503" y="6488"/>
                  </a:lnTo>
                  <a:lnTo>
                    <a:pt x="10696" y="6565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41" y="6913"/>
                  </a:lnTo>
                  <a:lnTo>
                    <a:pt x="12395" y="7222"/>
                  </a:lnTo>
                  <a:lnTo>
                    <a:pt x="12473" y="7569"/>
                  </a:lnTo>
                  <a:lnTo>
                    <a:pt x="12511" y="7917"/>
                  </a:lnTo>
                  <a:lnTo>
                    <a:pt x="12550" y="8264"/>
                  </a:lnTo>
                  <a:lnTo>
                    <a:pt x="12550" y="8998"/>
                  </a:lnTo>
                  <a:lnTo>
                    <a:pt x="12473" y="8998"/>
                  </a:lnTo>
                  <a:lnTo>
                    <a:pt x="12434" y="9037"/>
                  </a:lnTo>
                  <a:lnTo>
                    <a:pt x="12357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54"/>
                  </a:lnTo>
                  <a:lnTo>
                    <a:pt x="12125" y="9654"/>
                  </a:lnTo>
                  <a:lnTo>
                    <a:pt x="12820" y="9616"/>
                  </a:lnTo>
                  <a:lnTo>
                    <a:pt x="12936" y="9577"/>
                  </a:lnTo>
                  <a:lnTo>
                    <a:pt x="13013" y="9461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091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685"/>
                  </a:lnTo>
                  <a:lnTo>
                    <a:pt x="12936" y="7183"/>
                  </a:lnTo>
                  <a:lnTo>
                    <a:pt x="12704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276" y="5098"/>
                  </a:lnTo>
                  <a:lnTo>
                    <a:pt x="10967" y="4905"/>
                  </a:lnTo>
                  <a:lnTo>
                    <a:pt x="10619" y="4750"/>
                  </a:lnTo>
                  <a:lnTo>
                    <a:pt x="10233" y="4596"/>
                  </a:lnTo>
                  <a:lnTo>
                    <a:pt x="9886" y="4480"/>
                  </a:lnTo>
                  <a:lnTo>
                    <a:pt x="9499" y="4403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186" y="1584"/>
                  </a:lnTo>
                  <a:lnTo>
                    <a:pt x="7839" y="1275"/>
                  </a:lnTo>
                  <a:lnTo>
                    <a:pt x="7453" y="966"/>
                  </a:lnTo>
                  <a:lnTo>
                    <a:pt x="7067" y="734"/>
                  </a:lnTo>
                  <a:lnTo>
                    <a:pt x="6603" y="503"/>
                  </a:lnTo>
                  <a:lnTo>
                    <a:pt x="6178" y="348"/>
                  </a:lnTo>
                  <a:lnTo>
                    <a:pt x="5715" y="194"/>
                  </a:lnTo>
                  <a:lnTo>
                    <a:pt x="5290" y="78"/>
                  </a:lnTo>
                  <a:lnTo>
                    <a:pt x="482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5"/>
            <p:cNvSpPr/>
            <p:nvPr/>
          </p:nvSpPr>
          <p:spPr>
            <a:xfrm>
              <a:off x="5946350" y="2008425"/>
              <a:ext cx="112975" cy="132300"/>
            </a:xfrm>
            <a:custGeom>
              <a:avLst/>
              <a:gdLst/>
              <a:ahLst/>
              <a:cxnLst/>
              <a:rect l="l" t="t" r="r" b="b"/>
              <a:pathLst>
                <a:path w="4519" h="5292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55"/>
                  </a:lnTo>
                  <a:lnTo>
                    <a:pt x="2240" y="271"/>
                  </a:lnTo>
                  <a:lnTo>
                    <a:pt x="2009" y="426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082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08"/>
                  </a:lnTo>
                  <a:lnTo>
                    <a:pt x="1" y="4055"/>
                  </a:lnTo>
                  <a:lnTo>
                    <a:pt x="1" y="4364"/>
                  </a:lnTo>
                  <a:lnTo>
                    <a:pt x="39" y="4673"/>
                  </a:lnTo>
                  <a:lnTo>
                    <a:pt x="117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789"/>
                  </a:lnTo>
                  <a:lnTo>
                    <a:pt x="696" y="4712"/>
                  </a:lnTo>
                  <a:lnTo>
                    <a:pt x="580" y="4557"/>
                  </a:lnTo>
                  <a:lnTo>
                    <a:pt x="541" y="4442"/>
                  </a:lnTo>
                  <a:lnTo>
                    <a:pt x="503" y="4248"/>
                  </a:lnTo>
                  <a:lnTo>
                    <a:pt x="541" y="4055"/>
                  </a:lnTo>
                  <a:lnTo>
                    <a:pt x="580" y="3592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27" y="2318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16" y="1159"/>
                  </a:lnTo>
                  <a:lnTo>
                    <a:pt x="2202" y="889"/>
                  </a:lnTo>
                  <a:lnTo>
                    <a:pt x="2627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6" y="464"/>
                  </a:lnTo>
                  <a:lnTo>
                    <a:pt x="4441" y="464"/>
                  </a:lnTo>
                  <a:lnTo>
                    <a:pt x="4519" y="426"/>
                  </a:lnTo>
                  <a:lnTo>
                    <a:pt x="4519" y="348"/>
                  </a:lnTo>
                  <a:lnTo>
                    <a:pt x="4519" y="155"/>
                  </a:lnTo>
                  <a:lnTo>
                    <a:pt x="4210" y="155"/>
                  </a:lnTo>
                  <a:lnTo>
                    <a:pt x="3901" y="78"/>
                  </a:lnTo>
                  <a:lnTo>
                    <a:pt x="36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5"/>
            <p:cNvSpPr/>
            <p:nvPr/>
          </p:nvSpPr>
          <p:spPr>
            <a:xfrm>
              <a:off x="668675" y="2948700"/>
              <a:ext cx="256800" cy="152550"/>
            </a:xfrm>
            <a:custGeom>
              <a:avLst/>
              <a:gdLst/>
              <a:ahLst/>
              <a:cxnLst/>
              <a:rect l="l" t="t" r="r" b="b"/>
              <a:pathLst>
                <a:path w="10272" h="6102" extrusionOk="0">
                  <a:moveTo>
                    <a:pt x="541" y="1"/>
                  </a:moveTo>
                  <a:lnTo>
                    <a:pt x="425" y="39"/>
                  </a:lnTo>
                  <a:lnTo>
                    <a:pt x="348" y="116"/>
                  </a:lnTo>
                  <a:lnTo>
                    <a:pt x="232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889"/>
                  </a:lnTo>
                  <a:lnTo>
                    <a:pt x="0" y="1275"/>
                  </a:lnTo>
                  <a:lnTo>
                    <a:pt x="0" y="1622"/>
                  </a:lnTo>
                  <a:lnTo>
                    <a:pt x="0" y="2047"/>
                  </a:lnTo>
                  <a:lnTo>
                    <a:pt x="77" y="2511"/>
                  </a:lnTo>
                  <a:lnTo>
                    <a:pt x="155" y="2935"/>
                  </a:lnTo>
                  <a:lnTo>
                    <a:pt x="309" y="3321"/>
                  </a:lnTo>
                  <a:lnTo>
                    <a:pt x="502" y="3785"/>
                  </a:lnTo>
                  <a:lnTo>
                    <a:pt x="734" y="4171"/>
                  </a:lnTo>
                  <a:lnTo>
                    <a:pt x="1004" y="4557"/>
                  </a:lnTo>
                  <a:lnTo>
                    <a:pt x="1313" y="4905"/>
                  </a:lnTo>
                  <a:lnTo>
                    <a:pt x="1699" y="5214"/>
                  </a:lnTo>
                  <a:lnTo>
                    <a:pt x="2047" y="5523"/>
                  </a:lnTo>
                  <a:lnTo>
                    <a:pt x="2472" y="5754"/>
                  </a:lnTo>
                  <a:lnTo>
                    <a:pt x="2896" y="5947"/>
                  </a:lnTo>
                  <a:lnTo>
                    <a:pt x="3167" y="5716"/>
                  </a:lnTo>
                  <a:lnTo>
                    <a:pt x="2819" y="5561"/>
                  </a:lnTo>
                  <a:lnTo>
                    <a:pt x="2510" y="5368"/>
                  </a:lnTo>
                  <a:lnTo>
                    <a:pt x="2240" y="5136"/>
                  </a:lnTo>
                  <a:lnTo>
                    <a:pt x="1931" y="4905"/>
                  </a:lnTo>
                  <a:lnTo>
                    <a:pt x="1661" y="4634"/>
                  </a:lnTo>
                  <a:lnTo>
                    <a:pt x="1429" y="4364"/>
                  </a:lnTo>
                  <a:lnTo>
                    <a:pt x="1197" y="4094"/>
                  </a:lnTo>
                  <a:lnTo>
                    <a:pt x="1004" y="3785"/>
                  </a:lnTo>
                  <a:lnTo>
                    <a:pt x="811" y="3476"/>
                  </a:lnTo>
                  <a:lnTo>
                    <a:pt x="657" y="3128"/>
                  </a:lnTo>
                  <a:lnTo>
                    <a:pt x="541" y="2781"/>
                  </a:lnTo>
                  <a:lnTo>
                    <a:pt x="464" y="2433"/>
                  </a:lnTo>
                  <a:lnTo>
                    <a:pt x="425" y="2086"/>
                  </a:lnTo>
                  <a:lnTo>
                    <a:pt x="386" y="1700"/>
                  </a:lnTo>
                  <a:lnTo>
                    <a:pt x="425" y="1352"/>
                  </a:lnTo>
                  <a:lnTo>
                    <a:pt x="464" y="966"/>
                  </a:lnTo>
                  <a:lnTo>
                    <a:pt x="541" y="696"/>
                  </a:lnTo>
                  <a:lnTo>
                    <a:pt x="579" y="541"/>
                  </a:lnTo>
                  <a:lnTo>
                    <a:pt x="657" y="464"/>
                  </a:lnTo>
                  <a:lnTo>
                    <a:pt x="811" y="503"/>
                  </a:lnTo>
                  <a:lnTo>
                    <a:pt x="1043" y="618"/>
                  </a:lnTo>
                  <a:lnTo>
                    <a:pt x="1429" y="812"/>
                  </a:lnTo>
                  <a:lnTo>
                    <a:pt x="1738" y="1005"/>
                  </a:lnTo>
                  <a:lnTo>
                    <a:pt x="2085" y="1236"/>
                  </a:lnTo>
                  <a:lnTo>
                    <a:pt x="2394" y="1468"/>
                  </a:lnTo>
                  <a:lnTo>
                    <a:pt x="2665" y="1738"/>
                  </a:lnTo>
                  <a:lnTo>
                    <a:pt x="2935" y="2009"/>
                  </a:lnTo>
                  <a:lnTo>
                    <a:pt x="3167" y="2279"/>
                  </a:lnTo>
                  <a:lnTo>
                    <a:pt x="3360" y="2588"/>
                  </a:lnTo>
                  <a:lnTo>
                    <a:pt x="3514" y="2897"/>
                  </a:lnTo>
                  <a:lnTo>
                    <a:pt x="3630" y="3244"/>
                  </a:lnTo>
                  <a:lnTo>
                    <a:pt x="3707" y="3592"/>
                  </a:lnTo>
                  <a:lnTo>
                    <a:pt x="3784" y="3939"/>
                  </a:lnTo>
                  <a:lnTo>
                    <a:pt x="3784" y="4325"/>
                  </a:lnTo>
                  <a:lnTo>
                    <a:pt x="3823" y="4403"/>
                  </a:lnTo>
                  <a:lnTo>
                    <a:pt x="3939" y="4480"/>
                  </a:lnTo>
                  <a:lnTo>
                    <a:pt x="3939" y="4557"/>
                  </a:lnTo>
                  <a:lnTo>
                    <a:pt x="3978" y="4596"/>
                  </a:lnTo>
                  <a:lnTo>
                    <a:pt x="4016" y="4596"/>
                  </a:lnTo>
                  <a:lnTo>
                    <a:pt x="4055" y="4557"/>
                  </a:lnTo>
                  <a:lnTo>
                    <a:pt x="4171" y="4403"/>
                  </a:lnTo>
                  <a:lnTo>
                    <a:pt x="4286" y="4287"/>
                  </a:lnTo>
                  <a:lnTo>
                    <a:pt x="4595" y="4017"/>
                  </a:lnTo>
                  <a:lnTo>
                    <a:pt x="4943" y="3785"/>
                  </a:lnTo>
                  <a:lnTo>
                    <a:pt x="5329" y="3630"/>
                  </a:lnTo>
                  <a:lnTo>
                    <a:pt x="5754" y="3476"/>
                  </a:lnTo>
                  <a:lnTo>
                    <a:pt x="6179" y="3360"/>
                  </a:lnTo>
                  <a:lnTo>
                    <a:pt x="6565" y="3283"/>
                  </a:lnTo>
                  <a:lnTo>
                    <a:pt x="6912" y="3206"/>
                  </a:lnTo>
                  <a:lnTo>
                    <a:pt x="7260" y="3167"/>
                  </a:lnTo>
                  <a:lnTo>
                    <a:pt x="7646" y="3167"/>
                  </a:lnTo>
                  <a:lnTo>
                    <a:pt x="7994" y="3206"/>
                  </a:lnTo>
                  <a:lnTo>
                    <a:pt x="8380" y="3244"/>
                  </a:lnTo>
                  <a:lnTo>
                    <a:pt x="8727" y="3321"/>
                  </a:lnTo>
                  <a:lnTo>
                    <a:pt x="9075" y="3399"/>
                  </a:lnTo>
                  <a:lnTo>
                    <a:pt x="9422" y="3553"/>
                  </a:lnTo>
                  <a:lnTo>
                    <a:pt x="9770" y="3669"/>
                  </a:lnTo>
                  <a:lnTo>
                    <a:pt x="9499" y="4017"/>
                  </a:lnTo>
                  <a:lnTo>
                    <a:pt x="9229" y="4364"/>
                  </a:lnTo>
                  <a:lnTo>
                    <a:pt x="8920" y="4634"/>
                  </a:lnTo>
                  <a:lnTo>
                    <a:pt x="8611" y="4905"/>
                  </a:lnTo>
                  <a:lnTo>
                    <a:pt x="8264" y="5136"/>
                  </a:lnTo>
                  <a:lnTo>
                    <a:pt x="7916" y="5329"/>
                  </a:lnTo>
                  <a:lnTo>
                    <a:pt x="7530" y="5484"/>
                  </a:lnTo>
                  <a:lnTo>
                    <a:pt x="7105" y="5600"/>
                  </a:lnTo>
                  <a:lnTo>
                    <a:pt x="6719" y="5638"/>
                  </a:lnTo>
                  <a:lnTo>
                    <a:pt x="6333" y="5677"/>
                  </a:lnTo>
                  <a:lnTo>
                    <a:pt x="5599" y="5677"/>
                  </a:lnTo>
                  <a:lnTo>
                    <a:pt x="4866" y="5600"/>
                  </a:lnTo>
                  <a:lnTo>
                    <a:pt x="4093" y="5484"/>
                  </a:lnTo>
                  <a:lnTo>
                    <a:pt x="4016" y="5484"/>
                  </a:lnTo>
                  <a:lnTo>
                    <a:pt x="3978" y="5523"/>
                  </a:lnTo>
                  <a:lnTo>
                    <a:pt x="3900" y="5638"/>
                  </a:lnTo>
                  <a:lnTo>
                    <a:pt x="3862" y="5638"/>
                  </a:lnTo>
                  <a:lnTo>
                    <a:pt x="3862" y="5716"/>
                  </a:lnTo>
                  <a:lnTo>
                    <a:pt x="3900" y="6025"/>
                  </a:lnTo>
                  <a:lnTo>
                    <a:pt x="4093" y="5909"/>
                  </a:lnTo>
                  <a:lnTo>
                    <a:pt x="4943" y="6025"/>
                  </a:lnTo>
                  <a:lnTo>
                    <a:pt x="5792" y="6102"/>
                  </a:lnTo>
                  <a:lnTo>
                    <a:pt x="6217" y="6102"/>
                  </a:lnTo>
                  <a:lnTo>
                    <a:pt x="6642" y="6063"/>
                  </a:lnTo>
                  <a:lnTo>
                    <a:pt x="7105" y="6025"/>
                  </a:lnTo>
                  <a:lnTo>
                    <a:pt x="7530" y="5947"/>
                  </a:lnTo>
                  <a:lnTo>
                    <a:pt x="7955" y="5793"/>
                  </a:lnTo>
                  <a:lnTo>
                    <a:pt x="8341" y="5600"/>
                  </a:lnTo>
                  <a:lnTo>
                    <a:pt x="8727" y="5368"/>
                  </a:lnTo>
                  <a:lnTo>
                    <a:pt x="9075" y="5098"/>
                  </a:lnTo>
                  <a:lnTo>
                    <a:pt x="9384" y="4789"/>
                  </a:lnTo>
                  <a:lnTo>
                    <a:pt x="9654" y="4441"/>
                  </a:lnTo>
                  <a:lnTo>
                    <a:pt x="10233" y="3746"/>
                  </a:lnTo>
                  <a:lnTo>
                    <a:pt x="10272" y="3630"/>
                  </a:lnTo>
                  <a:lnTo>
                    <a:pt x="10272" y="3553"/>
                  </a:lnTo>
                  <a:lnTo>
                    <a:pt x="10233" y="3476"/>
                  </a:lnTo>
                  <a:lnTo>
                    <a:pt x="10156" y="3399"/>
                  </a:lnTo>
                  <a:lnTo>
                    <a:pt x="9693" y="3206"/>
                  </a:lnTo>
                  <a:lnTo>
                    <a:pt x="9229" y="3013"/>
                  </a:lnTo>
                  <a:lnTo>
                    <a:pt x="8766" y="2897"/>
                  </a:lnTo>
                  <a:lnTo>
                    <a:pt x="8264" y="2781"/>
                  </a:lnTo>
                  <a:lnTo>
                    <a:pt x="7800" y="2742"/>
                  </a:lnTo>
                  <a:lnTo>
                    <a:pt x="7298" y="2742"/>
                  </a:lnTo>
                  <a:lnTo>
                    <a:pt x="6796" y="2781"/>
                  </a:lnTo>
                  <a:lnTo>
                    <a:pt x="6294" y="2858"/>
                  </a:lnTo>
                  <a:lnTo>
                    <a:pt x="5870" y="3013"/>
                  </a:lnTo>
                  <a:lnTo>
                    <a:pt x="5290" y="3206"/>
                  </a:lnTo>
                  <a:lnTo>
                    <a:pt x="4982" y="3321"/>
                  </a:lnTo>
                  <a:lnTo>
                    <a:pt x="4673" y="3476"/>
                  </a:lnTo>
                  <a:lnTo>
                    <a:pt x="4402" y="3630"/>
                  </a:lnTo>
                  <a:lnTo>
                    <a:pt x="4209" y="3823"/>
                  </a:lnTo>
                  <a:lnTo>
                    <a:pt x="4132" y="3476"/>
                  </a:lnTo>
                  <a:lnTo>
                    <a:pt x="4055" y="3128"/>
                  </a:lnTo>
                  <a:lnTo>
                    <a:pt x="3939" y="2781"/>
                  </a:lnTo>
                  <a:lnTo>
                    <a:pt x="3784" y="2472"/>
                  </a:lnTo>
                  <a:lnTo>
                    <a:pt x="3591" y="2163"/>
                  </a:lnTo>
                  <a:lnTo>
                    <a:pt x="3360" y="1854"/>
                  </a:lnTo>
                  <a:lnTo>
                    <a:pt x="3128" y="1584"/>
                  </a:lnTo>
                  <a:lnTo>
                    <a:pt x="2858" y="1314"/>
                  </a:lnTo>
                  <a:lnTo>
                    <a:pt x="2472" y="966"/>
                  </a:lnTo>
                  <a:lnTo>
                    <a:pt x="2008" y="696"/>
                  </a:lnTo>
                  <a:lnTo>
                    <a:pt x="1545" y="425"/>
                  </a:lnTo>
                  <a:lnTo>
                    <a:pt x="1081" y="194"/>
                  </a:lnTo>
                  <a:lnTo>
                    <a:pt x="850" y="78"/>
                  </a:lnTo>
                  <a:lnTo>
                    <a:pt x="657" y="39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5"/>
            <p:cNvSpPr/>
            <p:nvPr/>
          </p:nvSpPr>
          <p:spPr>
            <a:xfrm>
              <a:off x="333675" y="3041375"/>
              <a:ext cx="49275" cy="56025"/>
            </a:xfrm>
            <a:custGeom>
              <a:avLst/>
              <a:gdLst/>
              <a:ahLst/>
              <a:cxnLst/>
              <a:rect l="l" t="t" r="r" b="b"/>
              <a:pathLst>
                <a:path w="1971" h="2241" extrusionOk="0">
                  <a:moveTo>
                    <a:pt x="1237" y="425"/>
                  </a:moveTo>
                  <a:lnTo>
                    <a:pt x="1391" y="464"/>
                  </a:lnTo>
                  <a:lnTo>
                    <a:pt x="1507" y="580"/>
                  </a:lnTo>
                  <a:lnTo>
                    <a:pt x="1545" y="657"/>
                  </a:lnTo>
                  <a:lnTo>
                    <a:pt x="1545" y="734"/>
                  </a:lnTo>
                  <a:lnTo>
                    <a:pt x="1507" y="812"/>
                  </a:lnTo>
                  <a:lnTo>
                    <a:pt x="1468" y="889"/>
                  </a:lnTo>
                  <a:lnTo>
                    <a:pt x="1275" y="1082"/>
                  </a:lnTo>
                  <a:lnTo>
                    <a:pt x="1005" y="1314"/>
                  </a:lnTo>
                  <a:lnTo>
                    <a:pt x="773" y="1507"/>
                  </a:lnTo>
                  <a:lnTo>
                    <a:pt x="657" y="1661"/>
                  </a:lnTo>
                  <a:lnTo>
                    <a:pt x="619" y="1777"/>
                  </a:lnTo>
                  <a:lnTo>
                    <a:pt x="503" y="1661"/>
                  </a:lnTo>
                  <a:lnTo>
                    <a:pt x="464" y="1545"/>
                  </a:lnTo>
                  <a:lnTo>
                    <a:pt x="387" y="1391"/>
                  </a:lnTo>
                  <a:lnTo>
                    <a:pt x="387" y="1236"/>
                  </a:lnTo>
                  <a:lnTo>
                    <a:pt x="387" y="1082"/>
                  </a:lnTo>
                  <a:lnTo>
                    <a:pt x="426" y="966"/>
                  </a:lnTo>
                  <a:lnTo>
                    <a:pt x="464" y="812"/>
                  </a:lnTo>
                  <a:lnTo>
                    <a:pt x="580" y="696"/>
                  </a:lnTo>
                  <a:lnTo>
                    <a:pt x="696" y="580"/>
                  </a:lnTo>
                  <a:lnTo>
                    <a:pt x="850" y="464"/>
                  </a:lnTo>
                  <a:lnTo>
                    <a:pt x="1043" y="425"/>
                  </a:lnTo>
                  <a:close/>
                  <a:moveTo>
                    <a:pt x="1121" y="1"/>
                  </a:moveTo>
                  <a:lnTo>
                    <a:pt x="928" y="39"/>
                  </a:lnTo>
                  <a:lnTo>
                    <a:pt x="735" y="116"/>
                  </a:lnTo>
                  <a:lnTo>
                    <a:pt x="541" y="232"/>
                  </a:lnTo>
                  <a:lnTo>
                    <a:pt x="348" y="348"/>
                  </a:lnTo>
                  <a:lnTo>
                    <a:pt x="233" y="503"/>
                  </a:lnTo>
                  <a:lnTo>
                    <a:pt x="117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68"/>
                  </a:lnTo>
                  <a:lnTo>
                    <a:pt x="117" y="1622"/>
                  </a:lnTo>
                  <a:lnTo>
                    <a:pt x="233" y="1816"/>
                  </a:lnTo>
                  <a:lnTo>
                    <a:pt x="348" y="1931"/>
                  </a:lnTo>
                  <a:lnTo>
                    <a:pt x="503" y="2086"/>
                  </a:lnTo>
                  <a:lnTo>
                    <a:pt x="657" y="2163"/>
                  </a:lnTo>
                  <a:lnTo>
                    <a:pt x="735" y="2240"/>
                  </a:lnTo>
                  <a:lnTo>
                    <a:pt x="850" y="2240"/>
                  </a:lnTo>
                  <a:lnTo>
                    <a:pt x="928" y="2202"/>
                  </a:lnTo>
                  <a:lnTo>
                    <a:pt x="966" y="2086"/>
                  </a:lnTo>
                  <a:lnTo>
                    <a:pt x="1005" y="1931"/>
                  </a:lnTo>
                  <a:lnTo>
                    <a:pt x="1082" y="1777"/>
                  </a:lnTo>
                  <a:lnTo>
                    <a:pt x="1198" y="1661"/>
                  </a:lnTo>
                  <a:lnTo>
                    <a:pt x="1314" y="1507"/>
                  </a:lnTo>
                  <a:lnTo>
                    <a:pt x="1623" y="1314"/>
                  </a:lnTo>
                  <a:lnTo>
                    <a:pt x="1739" y="1198"/>
                  </a:lnTo>
                  <a:lnTo>
                    <a:pt x="1854" y="1043"/>
                  </a:lnTo>
                  <a:lnTo>
                    <a:pt x="1932" y="889"/>
                  </a:lnTo>
                  <a:lnTo>
                    <a:pt x="1970" y="696"/>
                  </a:lnTo>
                  <a:lnTo>
                    <a:pt x="1932" y="541"/>
                  </a:lnTo>
                  <a:lnTo>
                    <a:pt x="1893" y="387"/>
                  </a:lnTo>
                  <a:lnTo>
                    <a:pt x="1777" y="271"/>
                  </a:lnTo>
                  <a:lnTo>
                    <a:pt x="1661" y="155"/>
                  </a:lnTo>
                  <a:lnTo>
                    <a:pt x="1507" y="78"/>
                  </a:lnTo>
                  <a:lnTo>
                    <a:pt x="1352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5"/>
            <p:cNvSpPr/>
            <p:nvPr/>
          </p:nvSpPr>
          <p:spPr>
            <a:xfrm>
              <a:off x="410925" y="3256650"/>
              <a:ext cx="35725" cy="33825"/>
            </a:xfrm>
            <a:custGeom>
              <a:avLst/>
              <a:gdLst/>
              <a:ahLst/>
              <a:cxnLst/>
              <a:rect l="l" t="t" r="r" b="b"/>
              <a:pathLst>
                <a:path w="1429" h="1353" extrusionOk="0">
                  <a:moveTo>
                    <a:pt x="579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71"/>
                  </a:lnTo>
                  <a:lnTo>
                    <a:pt x="39" y="425"/>
                  </a:lnTo>
                  <a:lnTo>
                    <a:pt x="0" y="619"/>
                  </a:lnTo>
                  <a:lnTo>
                    <a:pt x="0" y="812"/>
                  </a:lnTo>
                  <a:lnTo>
                    <a:pt x="77" y="966"/>
                  </a:lnTo>
                  <a:lnTo>
                    <a:pt x="155" y="1121"/>
                  </a:lnTo>
                  <a:lnTo>
                    <a:pt x="309" y="1275"/>
                  </a:lnTo>
                  <a:lnTo>
                    <a:pt x="463" y="1352"/>
                  </a:lnTo>
                  <a:lnTo>
                    <a:pt x="618" y="1352"/>
                  </a:lnTo>
                  <a:lnTo>
                    <a:pt x="695" y="1236"/>
                  </a:lnTo>
                  <a:lnTo>
                    <a:pt x="695" y="1121"/>
                  </a:lnTo>
                  <a:lnTo>
                    <a:pt x="657" y="1082"/>
                  </a:lnTo>
                  <a:lnTo>
                    <a:pt x="579" y="1043"/>
                  </a:lnTo>
                  <a:lnTo>
                    <a:pt x="502" y="1005"/>
                  </a:lnTo>
                  <a:lnTo>
                    <a:pt x="463" y="927"/>
                  </a:lnTo>
                  <a:lnTo>
                    <a:pt x="386" y="773"/>
                  </a:lnTo>
                  <a:lnTo>
                    <a:pt x="386" y="580"/>
                  </a:lnTo>
                  <a:lnTo>
                    <a:pt x="425" y="503"/>
                  </a:lnTo>
                  <a:lnTo>
                    <a:pt x="502" y="425"/>
                  </a:lnTo>
                  <a:lnTo>
                    <a:pt x="579" y="387"/>
                  </a:lnTo>
                  <a:lnTo>
                    <a:pt x="657" y="387"/>
                  </a:lnTo>
                  <a:lnTo>
                    <a:pt x="850" y="425"/>
                  </a:lnTo>
                  <a:lnTo>
                    <a:pt x="927" y="464"/>
                  </a:lnTo>
                  <a:lnTo>
                    <a:pt x="965" y="541"/>
                  </a:lnTo>
                  <a:lnTo>
                    <a:pt x="1043" y="696"/>
                  </a:lnTo>
                  <a:lnTo>
                    <a:pt x="1081" y="773"/>
                  </a:lnTo>
                  <a:lnTo>
                    <a:pt x="1120" y="812"/>
                  </a:lnTo>
                  <a:lnTo>
                    <a:pt x="1274" y="812"/>
                  </a:lnTo>
                  <a:lnTo>
                    <a:pt x="1352" y="734"/>
                  </a:lnTo>
                  <a:lnTo>
                    <a:pt x="1390" y="696"/>
                  </a:lnTo>
                  <a:lnTo>
                    <a:pt x="1429" y="619"/>
                  </a:lnTo>
                  <a:lnTo>
                    <a:pt x="1390" y="425"/>
                  </a:lnTo>
                  <a:lnTo>
                    <a:pt x="1274" y="271"/>
                  </a:lnTo>
                  <a:lnTo>
                    <a:pt x="1159" y="117"/>
                  </a:lnTo>
                  <a:lnTo>
                    <a:pt x="965" y="39"/>
                  </a:lnTo>
                  <a:lnTo>
                    <a:pt x="77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5"/>
            <p:cNvSpPr/>
            <p:nvPr/>
          </p:nvSpPr>
          <p:spPr>
            <a:xfrm>
              <a:off x="238125" y="3026900"/>
              <a:ext cx="84975" cy="55050"/>
            </a:xfrm>
            <a:custGeom>
              <a:avLst/>
              <a:gdLst/>
              <a:ahLst/>
              <a:cxnLst/>
              <a:rect l="l" t="t" r="r" b="b"/>
              <a:pathLst>
                <a:path w="3399" h="2202" extrusionOk="0">
                  <a:moveTo>
                    <a:pt x="1506" y="425"/>
                  </a:moveTo>
                  <a:lnTo>
                    <a:pt x="1738" y="502"/>
                  </a:lnTo>
                  <a:lnTo>
                    <a:pt x="1931" y="580"/>
                  </a:lnTo>
                  <a:lnTo>
                    <a:pt x="2124" y="657"/>
                  </a:lnTo>
                  <a:lnTo>
                    <a:pt x="2433" y="927"/>
                  </a:lnTo>
                  <a:lnTo>
                    <a:pt x="2742" y="1236"/>
                  </a:lnTo>
                  <a:lnTo>
                    <a:pt x="2973" y="1545"/>
                  </a:lnTo>
                  <a:lnTo>
                    <a:pt x="2549" y="1545"/>
                  </a:lnTo>
                  <a:lnTo>
                    <a:pt x="2085" y="1584"/>
                  </a:lnTo>
                  <a:lnTo>
                    <a:pt x="1699" y="1699"/>
                  </a:lnTo>
                  <a:lnTo>
                    <a:pt x="1467" y="1777"/>
                  </a:lnTo>
                  <a:lnTo>
                    <a:pt x="965" y="1777"/>
                  </a:lnTo>
                  <a:lnTo>
                    <a:pt x="772" y="1738"/>
                  </a:lnTo>
                  <a:lnTo>
                    <a:pt x="579" y="1622"/>
                  </a:lnTo>
                  <a:lnTo>
                    <a:pt x="502" y="1545"/>
                  </a:lnTo>
                  <a:lnTo>
                    <a:pt x="463" y="1429"/>
                  </a:lnTo>
                  <a:lnTo>
                    <a:pt x="386" y="1313"/>
                  </a:lnTo>
                  <a:lnTo>
                    <a:pt x="386" y="1159"/>
                  </a:lnTo>
                  <a:lnTo>
                    <a:pt x="386" y="1043"/>
                  </a:lnTo>
                  <a:lnTo>
                    <a:pt x="425" y="927"/>
                  </a:lnTo>
                  <a:lnTo>
                    <a:pt x="463" y="811"/>
                  </a:lnTo>
                  <a:lnTo>
                    <a:pt x="541" y="734"/>
                  </a:lnTo>
                  <a:lnTo>
                    <a:pt x="734" y="580"/>
                  </a:lnTo>
                  <a:lnTo>
                    <a:pt x="1004" y="502"/>
                  </a:lnTo>
                  <a:lnTo>
                    <a:pt x="1236" y="425"/>
                  </a:lnTo>
                  <a:close/>
                  <a:moveTo>
                    <a:pt x="1004" y="0"/>
                  </a:moveTo>
                  <a:lnTo>
                    <a:pt x="772" y="78"/>
                  </a:lnTo>
                  <a:lnTo>
                    <a:pt x="541" y="193"/>
                  </a:lnTo>
                  <a:lnTo>
                    <a:pt x="386" y="309"/>
                  </a:lnTo>
                  <a:lnTo>
                    <a:pt x="193" y="502"/>
                  </a:lnTo>
                  <a:lnTo>
                    <a:pt x="77" y="734"/>
                  </a:lnTo>
                  <a:lnTo>
                    <a:pt x="0" y="927"/>
                  </a:lnTo>
                  <a:lnTo>
                    <a:pt x="0" y="1159"/>
                  </a:lnTo>
                  <a:lnTo>
                    <a:pt x="0" y="1391"/>
                  </a:lnTo>
                  <a:lnTo>
                    <a:pt x="77" y="1584"/>
                  </a:lnTo>
                  <a:lnTo>
                    <a:pt x="154" y="1777"/>
                  </a:lnTo>
                  <a:lnTo>
                    <a:pt x="309" y="1931"/>
                  </a:lnTo>
                  <a:lnTo>
                    <a:pt x="463" y="2047"/>
                  </a:lnTo>
                  <a:lnTo>
                    <a:pt x="695" y="2163"/>
                  </a:lnTo>
                  <a:lnTo>
                    <a:pt x="1004" y="2201"/>
                  </a:lnTo>
                  <a:lnTo>
                    <a:pt x="1274" y="2201"/>
                  </a:lnTo>
                  <a:lnTo>
                    <a:pt x="1583" y="2163"/>
                  </a:lnTo>
                  <a:lnTo>
                    <a:pt x="1892" y="2086"/>
                  </a:lnTo>
                  <a:lnTo>
                    <a:pt x="2201" y="2008"/>
                  </a:lnTo>
                  <a:lnTo>
                    <a:pt x="2510" y="1931"/>
                  </a:lnTo>
                  <a:lnTo>
                    <a:pt x="2819" y="1931"/>
                  </a:lnTo>
                  <a:lnTo>
                    <a:pt x="3089" y="2008"/>
                  </a:lnTo>
                  <a:lnTo>
                    <a:pt x="3205" y="2008"/>
                  </a:lnTo>
                  <a:lnTo>
                    <a:pt x="3282" y="1970"/>
                  </a:lnTo>
                  <a:lnTo>
                    <a:pt x="3359" y="1893"/>
                  </a:lnTo>
                  <a:lnTo>
                    <a:pt x="3359" y="1815"/>
                  </a:lnTo>
                  <a:lnTo>
                    <a:pt x="3398" y="1777"/>
                  </a:lnTo>
                  <a:lnTo>
                    <a:pt x="3398" y="1699"/>
                  </a:lnTo>
                  <a:lnTo>
                    <a:pt x="3089" y="1159"/>
                  </a:lnTo>
                  <a:lnTo>
                    <a:pt x="2935" y="927"/>
                  </a:lnTo>
                  <a:lnTo>
                    <a:pt x="2742" y="695"/>
                  </a:lnTo>
                  <a:lnTo>
                    <a:pt x="2510" y="464"/>
                  </a:lnTo>
                  <a:lnTo>
                    <a:pt x="2278" y="309"/>
                  </a:lnTo>
                  <a:lnTo>
                    <a:pt x="2008" y="155"/>
                  </a:lnTo>
                  <a:lnTo>
                    <a:pt x="1738" y="3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5"/>
            <p:cNvSpPr/>
            <p:nvPr/>
          </p:nvSpPr>
          <p:spPr>
            <a:xfrm>
              <a:off x="369400" y="3292375"/>
              <a:ext cx="35750" cy="31875"/>
            </a:xfrm>
            <a:custGeom>
              <a:avLst/>
              <a:gdLst/>
              <a:ahLst/>
              <a:cxnLst/>
              <a:rect l="l" t="t" r="r" b="b"/>
              <a:pathLst>
                <a:path w="1430" h="1275" extrusionOk="0">
                  <a:moveTo>
                    <a:pt x="618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1"/>
                  </a:lnTo>
                  <a:lnTo>
                    <a:pt x="39" y="464"/>
                  </a:lnTo>
                  <a:lnTo>
                    <a:pt x="1" y="657"/>
                  </a:lnTo>
                  <a:lnTo>
                    <a:pt x="39" y="850"/>
                  </a:lnTo>
                  <a:lnTo>
                    <a:pt x="116" y="1004"/>
                  </a:lnTo>
                  <a:lnTo>
                    <a:pt x="271" y="1159"/>
                  </a:lnTo>
                  <a:lnTo>
                    <a:pt x="425" y="1236"/>
                  </a:lnTo>
                  <a:lnTo>
                    <a:pt x="618" y="1275"/>
                  </a:lnTo>
                  <a:lnTo>
                    <a:pt x="812" y="1236"/>
                  </a:lnTo>
                  <a:lnTo>
                    <a:pt x="850" y="1198"/>
                  </a:lnTo>
                  <a:lnTo>
                    <a:pt x="889" y="1120"/>
                  </a:lnTo>
                  <a:lnTo>
                    <a:pt x="812" y="1043"/>
                  </a:lnTo>
                  <a:lnTo>
                    <a:pt x="734" y="1004"/>
                  </a:lnTo>
                  <a:lnTo>
                    <a:pt x="657" y="1004"/>
                  </a:lnTo>
                  <a:lnTo>
                    <a:pt x="541" y="966"/>
                  </a:lnTo>
                  <a:lnTo>
                    <a:pt x="464" y="889"/>
                  </a:lnTo>
                  <a:lnTo>
                    <a:pt x="425" y="811"/>
                  </a:lnTo>
                  <a:lnTo>
                    <a:pt x="387" y="696"/>
                  </a:lnTo>
                  <a:lnTo>
                    <a:pt x="425" y="618"/>
                  </a:lnTo>
                  <a:lnTo>
                    <a:pt x="464" y="502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812" y="387"/>
                  </a:lnTo>
                  <a:lnTo>
                    <a:pt x="927" y="464"/>
                  </a:lnTo>
                  <a:lnTo>
                    <a:pt x="1082" y="618"/>
                  </a:lnTo>
                  <a:lnTo>
                    <a:pt x="1198" y="657"/>
                  </a:lnTo>
                  <a:lnTo>
                    <a:pt x="1275" y="696"/>
                  </a:lnTo>
                  <a:lnTo>
                    <a:pt x="1352" y="696"/>
                  </a:lnTo>
                  <a:lnTo>
                    <a:pt x="1391" y="657"/>
                  </a:lnTo>
                  <a:lnTo>
                    <a:pt x="1429" y="541"/>
                  </a:lnTo>
                  <a:lnTo>
                    <a:pt x="1391" y="464"/>
                  </a:lnTo>
                  <a:lnTo>
                    <a:pt x="1352" y="348"/>
                  </a:lnTo>
                  <a:lnTo>
                    <a:pt x="1198" y="194"/>
                  </a:lnTo>
                  <a:lnTo>
                    <a:pt x="1005" y="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5"/>
            <p:cNvSpPr/>
            <p:nvPr/>
          </p:nvSpPr>
          <p:spPr>
            <a:xfrm>
              <a:off x="312450" y="3078050"/>
              <a:ext cx="440225" cy="234625"/>
            </a:xfrm>
            <a:custGeom>
              <a:avLst/>
              <a:gdLst/>
              <a:ahLst/>
              <a:cxnLst/>
              <a:rect l="l" t="t" r="r" b="b"/>
              <a:pathLst>
                <a:path w="17609" h="9385" extrusionOk="0">
                  <a:moveTo>
                    <a:pt x="6256" y="1"/>
                  </a:moveTo>
                  <a:lnTo>
                    <a:pt x="5638" y="40"/>
                  </a:lnTo>
                  <a:lnTo>
                    <a:pt x="5059" y="155"/>
                  </a:lnTo>
                  <a:lnTo>
                    <a:pt x="4480" y="271"/>
                  </a:lnTo>
                  <a:lnTo>
                    <a:pt x="3939" y="503"/>
                  </a:lnTo>
                  <a:lnTo>
                    <a:pt x="3398" y="735"/>
                  </a:lnTo>
                  <a:lnTo>
                    <a:pt x="2896" y="1044"/>
                  </a:lnTo>
                  <a:lnTo>
                    <a:pt x="2433" y="1391"/>
                  </a:lnTo>
                  <a:lnTo>
                    <a:pt x="1970" y="1777"/>
                  </a:lnTo>
                  <a:lnTo>
                    <a:pt x="1584" y="2202"/>
                  </a:lnTo>
                  <a:lnTo>
                    <a:pt x="1197" y="2665"/>
                  </a:lnTo>
                  <a:lnTo>
                    <a:pt x="888" y="3206"/>
                  </a:lnTo>
                  <a:lnTo>
                    <a:pt x="618" y="3747"/>
                  </a:lnTo>
                  <a:lnTo>
                    <a:pt x="386" y="4287"/>
                  </a:lnTo>
                  <a:lnTo>
                    <a:pt x="193" y="4905"/>
                  </a:lnTo>
                  <a:lnTo>
                    <a:pt x="78" y="5484"/>
                  </a:lnTo>
                  <a:lnTo>
                    <a:pt x="0" y="6102"/>
                  </a:lnTo>
                  <a:lnTo>
                    <a:pt x="0" y="6681"/>
                  </a:lnTo>
                  <a:lnTo>
                    <a:pt x="39" y="7261"/>
                  </a:lnTo>
                  <a:lnTo>
                    <a:pt x="155" y="7801"/>
                  </a:lnTo>
                  <a:lnTo>
                    <a:pt x="309" y="8342"/>
                  </a:lnTo>
                  <a:lnTo>
                    <a:pt x="502" y="8882"/>
                  </a:lnTo>
                  <a:lnTo>
                    <a:pt x="734" y="9384"/>
                  </a:lnTo>
                  <a:lnTo>
                    <a:pt x="1043" y="9230"/>
                  </a:lnTo>
                  <a:lnTo>
                    <a:pt x="888" y="8844"/>
                  </a:lnTo>
                  <a:lnTo>
                    <a:pt x="734" y="8458"/>
                  </a:lnTo>
                  <a:lnTo>
                    <a:pt x="541" y="7801"/>
                  </a:lnTo>
                  <a:lnTo>
                    <a:pt x="425" y="7183"/>
                  </a:lnTo>
                  <a:lnTo>
                    <a:pt x="425" y="6527"/>
                  </a:lnTo>
                  <a:lnTo>
                    <a:pt x="425" y="5870"/>
                  </a:lnTo>
                  <a:lnTo>
                    <a:pt x="541" y="5253"/>
                  </a:lnTo>
                  <a:lnTo>
                    <a:pt x="695" y="4596"/>
                  </a:lnTo>
                  <a:lnTo>
                    <a:pt x="927" y="3978"/>
                  </a:lnTo>
                  <a:lnTo>
                    <a:pt x="1236" y="3399"/>
                  </a:lnTo>
                  <a:lnTo>
                    <a:pt x="1584" y="2858"/>
                  </a:lnTo>
                  <a:lnTo>
                    <a:pt x="2008" y="2318"/>
                  </a:lnTo>
                  <a:lnTo>
                    <a:pt x="2472" y="1854"/>
                  </a:lnTo>
                  <a:lnTo>
                    <a:pt x="2974" y="1468"/>
                  </a:lnTo>
                  <a:lnTo>
                    <a:pt x="3553" y="1121"/>
                  </a:lnTo>
                  <a:lnTo>
                    <a:pt x="4132" y="851"/>
                  </a:lnTo>
                  <a:lnTo>
                    <a:pt x="4750" y="657"/>
                  </a:lnTo>
                  <a:lnTo>
                    <a:pt x="5406" y="503"/>
                  </a:lnTo>
                  <a:lnTo>
                    <a:pt x="5793" y="464"/>
                  </a:lnTo>
                  <a:lnTo>
                    <a:pt x="6912" y="464"/>
                  </a:lnTo>
                  <a:lnTo>
                    <a:pt x="7607" y="580"/>
                  </a:lnTo>
                  <a:lnTo>
                    <a:pt x="8264" y="773"/>
                  </a:lnTo>
                  <a:lnTo>
                    <a:pt x="8920" y="1044"/>
                  </a:lnTo>
                  <a:lnTo>
                    <a:pt x="9538" y="1352"/>
                  </a:lnTo>
                  <a:lnTo>
                    <a:pt x="10195" y="1739"/>
                  </a:lnTo>
                  <a:lnTo>
                    <a:pt x="10813" y="2125"/>
                  </a:lnTo>
                  <a:lnTo>
                    <a:pt x="11315" y="2472"/>
                  </a:lnTo>
                  <a:lnTo>
                    <a:pt x="11894" y="2781"/>
                  </a:lnTo>
                  <a:lnTo>
                    <a:pt x="12434" y="3090"/>
                  </a:lnTo>
                  <a:lnTo>
                    <a:pt x="13052" y="3360"/>
                  </a:lnTo>
                  <a:lnTo>
                    <a:pt x="13631" y="3554"/>
                  </a:lnTo>
                  <a:lnTo>
                    <a:pt x="14249" y="3708"/>
                  </a:lnTo>
                  <a:lnTo>
                    <a:pt x="14867" y="3708"/>
                  </a:lnTo>
                  <a:lnTo>
                    <a:pt x="15215" y="3669"/>
                  </a:lnTo>
                  <a:lnTo>
                    <a:pt x="15524" y="3631"/>
                  </a:lnTo>
                  <a:lnTo>
                    <a:pt x="15987" y="3476"/>
                  </a:lnTo>
                  <a:lnTo>
                    <a:pt x="16412" y="3245"/>
                  </a:lnTo>
                  <a:lnTo>
                    <a:pt x="16798" y="2936"/>
                  </a:lnTo>
                  <a:lnTo>
                    <a:pt x="17107" y="2588"/>
                  </a:lnTo>
                  <a:lnTo>
                    <a:pt x="17377" y="2202"/>
                  </a:lnTo>
                  <a:lnTo>
                    <a:pt x="17454" y="1970"/>
                  </a:lnTo>
                  <a:lnTo>
                    <a:pt x="17531" y="1739"/>
                  </a:lnTo>
                  <a:lnTo>
                    <a:pt x="17609" y="1507"/>
                  </a:lnTo>
                  <a:lnTo>
                    <a:pt x="17609" y="1275"/>
                  </a:lnTo>
                  <a:lnTo>
                    <a:pt x="17609" y="1044"/>
                  </a:lnTo>
                  <a:lnTo>
                    <a:pt x="17570" y="773"/>
                  </a:lnTo>
                  <a:lnTo>
                    <a:pt x="17531" y="696"/>
                  </a:lnTo>
                  <a:lnTo>
                    <a:pt x="17493" y="657"/>
                  </a:lnTo>
                  <a:lnTo>
                    <a:pt x="17454" y="580"/>
                  </a:lnTo>
                  <a:lnTo>
                    <a:pt x="17416" y="542"/>
                  </a:lnTo>
                  <a:lnTo>
                    <a:pt x="17145" y="773"/>
                  </a:lnTo>
                  <a:lnTo>
                    <a:pt x="17145" y="851"/>
                  </a:lnTo>
                  <a:lnTo>
                    <a:pt x="17184" y="1198"/>
                  </a:lnTo>
                  <a:lnTo>
                    <a:pt x="17145" y="1584"/>
                  </a:lnTo>
                  <a:lnTo>
                    <a:pt x="17030" y="1893"/>
                  </a:lnTo>
                  <a:lnTo>
                    <a:pt x="16836" y="2241"/>
                  </a:lnTo>
                  <a:lnTo>
                    <a:pt x="16605" y="2511"/>
                  </a:lnTo>
                  <a:lnTo>
                    <a:pt x="16334" y="2743"/>
                  </a:lnTo>
                  <a:lnTo>
                    <a:pt x="16026" y="2936"/>
                  </a:lnTo>
                  <a:lnTo>
                    <a:pt x="15678" y="3090"/>
                  </a:lnTo>
                  <a:lnTo>
                    <a:pt x="15292" y="3206"/>
                  </a:lnTo>
                  <a:lnTo>
                    <a:pt x="14906" y="3245"/>
                  </a:lnTo>
                  <a:lnTo>
                    <a:pt x="14520" y="3245"/>
                  </a:lnTo>
                  <a:lnTo>
                    <a:pt x="14133" y="3206"/>
                  </a:lnTo>
                  <a:lnTo>
                    <a:pt x="13747" y="3129"/>
                  </a:lnTo>
                  <a:lnTo>
                    <a:pt x="13361" y="3013"/>
                  </a:lnTo>
                  <a:lnTo>
                    <a:pt x="12975" y="2858"/>
                  </a:lnTo>
                  <a:lnTo>
                    <a:pt x="12627" y="2704"/>
                  </a:lnTo>
                  <a:lnTo>
                    <a:pt x="12010" y="2356"/>
                  </a:lnTo>
                  <a:lnTo>
                    <a:pt x="11353" y="1970"/>
                  </a:lnTo>
                  <a:lnTo>
                    <a:pt x="10156" y="1198"/>
                  </a:lnTo>
                  <a:lnTo>
                    <a:pt x="9538" y="851"/>
                  </a:lnTo>
                  <a:lnTo>
                    <a:pt x="8882" y="542"/>
                  </a:lnTo>
                  <a:lnTo>
                    <a:pt x="8225" y="271"/>
                  </a:lnTo>
                  <a:lnTo>
                    <a:pt x="7878" y="155"/>
                  </a:lnTo>
                  <a:lnTo>
                    <a:pt x="7492" y="78"/>
                  </a:lnTo>
                  <a:lnTo>
                    <a:pt x="687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5"/>
            <p:cNvSpPr/>
            <p:nvPr/>
          </p:nvSpPr>
          <p:spPr>
            <a:xfrm>
              <a:off x="330800" y="3096400"/>
              <a:ext cx="446975" cy="310875"/>
            </a:xfrm>
            <a:custGeom>
              <a:avLst/>
              <a:gdLst/>
              <a:ahLst/>
              <a:cxnLst/>
              <a:rect l="l" t="t" r="r" b="b"/>
              <a:pathLst>
                <a:path w="17879" h="12435" extrusionOk="0">
                  <a:moveTo>
                    <a:pt x="17608" y="1"/>
                  </a:moveTo>
                  <a:lnTo>
                    <a:pt x="17415" y="117"/>
                  </a:lnTo>
                  <a:lnTo>
                    <a:pt x="17454" y="734"/>
                  </a:lnTo>
                  <a:lnTo>
                    <a:pt x="17454" y="1352"/>
                  </a:lnTo>
                  <a:lnTo>
                    <a:pt x="17415" y="1931"/>
                  </a:lnTo>
                  <a:lnTo>
                    <a:pt x="17338" y="2549"/>
                  </a:lnTo>
                  <a:lnTo>
                    <a:pt x="17261" y="3128"/>
                  </a:lnTo>
                  <a:lnTo>
                    <a:pt x="17106" y="3708"/>
                  </a:lnTo>
                  <a:lnTo>
                    <a:pt x="16952" y="4287"/>
                  </a:lnTo>
                  <a:lnTo>
                    <a:pt x="16720" y="4828"/>
                  </a:lnTo>
                  <a:lnTo>
                    <a:pt x="16489" y="5368"/>
                  </a:lnTo>
                  <a:lnTo>
                    <a:pt x="16257" y="5909"/>
                  </a:lnTo>
                  <a:lnTo>
                    <a:pt x="15948" y="6449"/>
                  </a:lnTo>
                  <a:lnTo>
                    <a:pt x="15600" y="6951"/>
                  </a:lnTo>
                  <a:lnTo>
                    <a:pt x="15253" y="7415"/>
                  </a:lnTo>
                  <a:lnTo>
                    <a:pt x="14867" y="7917"/>
                  </a:lnTo>
                  <a:lnTo>
                    <a:pt x="14481" y="8341"/>
                  </a:lnTo>
                  <a:lnTo>
                    <a:pt x="14017" y="8805"/>
                  </a:lnTo>
                  <a:lnTo>
                    <a:pt x="13515" y="9268"/>
                  </a:lnTo>
                  <a:lnTo>
                    <a:pt x="12975" y="9693"/>
                  </a:lnTo>
                  <a:lnTo>
                    <a:pt x="12395" y="10118"/>
                  </a:lnTo>
                  <a:lnTo>
                    <a:pt x="11778" y="10465"/>
                  </a:lnTo>
                  <a:lnTo>
                    <a:pt x="11160" y="10813"/>
                  </a:lnTo>
                  <a:lnTo>
                    <a:pt x="10503" y="11122"/>
                  </a:lnTo>
                  <a:lnTo>
                    <a:pt x="9847" y="11392"/>
                  </a:lnTo>
                  <a:lnTo>
                    <a:pt x="9190" y="11585"/>
                  </a:lnTo>
                  <a:lnTo>
                    <a:pt x="8495" y="11778"/>
                  </a:lnTo>
                  <a:lnTo>
                    <a:pt x="7839" y="11894"/>
                  </a:lnTo>
                  <a:lnTo>
                    <a:pt x="7144" y="11971"/>
                  </a:lnTo>
                  <a:lnTo>
                    <a:pt x="6449" y="11971"/>
                  </a:lnTo>
                  <a:lnTo>
                    <a:pt x="5754" y="11933"/>
                  </a:lnTo>
                  <a:lnTo>
                    <a:pt x="5059" y="11817"/>
                  </a:lnTo>
                  <a:lnTo>
                    <a:pt x="4364" y="11624"/>
                  </a:lnTo>
                  <a:lnTo>
                    <a:pt x="3668" y="11392"/>
                  </a:lnTo>
                  <a:lnTo>
                    <a:pt x="3166" y="11160"/>
                  </a:lnTo>
                  <a:lnTo>
                    <a:pt x="2664" y="10890"/>
                  </a:lnTo>
                  <a:lnTo>
                    <a:pt x="2201" y="10581"/>
                  </a:lnTo>
                  <a:lnTo>
                    <a:pt x="1738" y="10234"/>
                  </a:lnTo>
                  <a:lnTo>
                    <a:pt x="1352" y="9847"/>
                  </a:lnTo>
                  <a:lnTo>
                    <a:pt x="965" y="9423"/>
                  </a:lnTo>
                  <a:lnTo>
                    <a:pt x="618" y="8959"/>
                  </a:lnTo>
                  <a:lnTo>
                    <a:pt x="309" y="8496"/>
                  </a:lnTo>
                  <a:lnTo>
                    <a:pt x="0" y="8650"/>
                  </a:lnTo>
                  <a:lnTo>
                    <a:pt x="309" y="9191"/>
                  </a:lnTo>
                  <a:lnTo>
                    <a:pt x="695" y="9693"/>
                  </a:lnTo>
                  <a:lnTo>
                    <a:pt x="1081" y="10156"/>
                  </a:lnTo>
                  <a:lnTo>
                    <a:pt x="1545" y="10581"/>
                  </a:lnTo>
                  <a:lnTo>
                    <a:pt x="2047" y="10967"/>
                  </a:lnTo>
                  <a:lnTo>
                    <a:pt x="2549" y="11315"/>
                  </a:lnTo>
                  <a:lnTo>
                    <a:pt x="3128" y="11624"/>
                  </a:lnTo>
                  <a:lnTo>
                    <a:pt x="3746" y="11894"/>
                  </a:lnTo>
                  <a:lnTo>
                    <a:pt x="4402" y="12126"/>
                  </a:lnTo>
                  <a:lnTo>
                    <a:pt x="5097" y="12280"/>
                  </a:lnTo>
                  <a:lnTo>
                    <a:pt x="5754" y="12357"/>
                  </a:lnTo>
                  <a:lnTo>
                    <a:pt x="6449" y="12435"/>
                  </a:lnTo>
                  <a:lnTo>
                    <a:pt x="7144" y="12396"/>
                  </a:lnTo>
                  <a:lnTo>
                    <a:pt x="7800" y="12357"/>
                  </a:lnTo>
                  <a:lnTo>
                    <a:pt x="8495" y="12242"/>
                  </a:lnTo>
                  <a:lnTo>
                    <a:pt x="9152" y="12087"/>
                  </a:lnTo>
                  <a:lnTo>
                    <a:pt x="9808" y="11894"/>
                  </a:lnTo>
                  <a:lnTo>
                    <a:pt x="10465" y="11662"/>
                  </a:lnTo>
                  <a:lnTo>
                    <a:pt x="11121" y="11353"/>
                  </a:lnTo>
                  <a:lnTo>
                    <a:pt x="11739" y="11044"/>
                  </a:lnTo>
                  <a:lnTo>
                    <a:pt x="12318" y="10697"/>
                  </a:lnTo>
                  <a:lnTo>
                    <a:pt x="12897" y="10311"/>
                  </a:lnTo>
                  <a:lnTo>
                    <a:pt x="13477" y="9925"/>
                  </a:lnTo>
                  <a:lnTo>
                    <a:pt x="13979" y="9461"/>
                  </a:lnTo>
                  <a:lnTo>
                    <a:pt x="14481" y="9037"/>
                  </a:lnTo>
                  <a:lnTo>
                    <a:pt x="14944" y="8573"/>
                  </a:lnTo>
                  <a:lnTo>
                    <a:pt x="15369" y="8071"/>
                  </a:lnTo>
                  <a:lnTo>
                    <a:pt x="15794" y="7531"/>
                  </a:lnTo>
                  <a:lnTo>
                    <a:pt x="16180" y="6990"/>
                  </a:lnTo>
                  <a:lnTo>
                    <a:pt x="16566" y="6411"/>
                  </a:lnTo>
                  <a:lnTo>
                    <a:pt x="16875" y="5793"/>
                  </a:lnTo>
                  <a:lnTo>
                    <a:pt x="17184" y="5214"/>
                  </a:lnTo>
                  <a:lnTo>
                    <a:pt x="17415" y="4557"/>
                  </a:lnTo>
                  <a:lnTo>
                    <a:pt x="17608" y="3939"/>
                  </a:lnTo>
                  <a:lnTo>
                    <a:pt x="17763" y="3283"/>
                  </a:lnTo>
                  <a:lnTo>
                    <a:pt x="17840" y="2626"/>
                  </a:lnTo>
                  <a:lnTo>
                    <a:pt x="17879" y="1970"/>
                  </a:lnTo>
                  <a:lnTo>
                    <a:pt x="17840" y="1314"/>
                  </a:lnTo>
                  <a:lnTo>
                    <a:pt x="17763" y="657"/>
                  </a:lnTo>
                  <a:lnTo>
                    <a:pt x="1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5"/>
            <p:cNvSpPr/>
            <p:nvPr/>
          </p:nvSpPr>
          <p:spPr>
            <a:xfrm>
              <a:off x="3785850" y="2943875"/>
              <a:ext cx="199850" cy="231725"/>
            </a:xfrm>
            <a:custGeom>
              <a:avLst/>
              <a:gdLst/>
              <a:ahLst/>
              <a:cxnLst/>
              <a:rect l="l" t="t" r="r" b="b"/>
              <a:pathLst>
                <a:path w="7994" h="9269" extrusionOk="0">
                  <a:moveTo>
                    <a:pt x="2163" y="1"/>
                  </a:moveTo>
                  <a:lnTo>
                    <a:pt x="2009" y="39"/>
                  </a:lnTo>
                  <a:lnTo>
                    <a:pt x="1854" y="78"/>
                  </a:lnTo>
                  <a:lnTo>
                    <a:pt x="1700" y="194"/>
                  </a:lnTo>
                  <a:lnTo>
                    <a:pt x="1429" y="425"/>
                  </a:lnTo>
                  <a:lnTo>
                    <a:pt x="1159" y="734"/>
                  </a:lnTo>
                  <a:lnTo>
                    <a:pt x="966" y="1005"/>
                  </a:lnTo>
                  <a:lnTo>
                    <a:pt x="696" y="1391"/>
                  </a:lnTo>
                  <a:lnTo>
                    <a:pt x="503" y="1777"/>
                  </a:lnTo>
                  <a:lnTo>
                    <a:pt x="310" y="2163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1" y="3514"/>
                  </a:lnTo>
                  <a:lnTo>
                    <a:pt x="1" y="3978"/>
                  </a:lnTo>
                  <a:lnTo>
                    <a:pt x="39" y="4441"/>
                  </a:lnTo>
                  <a:lnTo>
                    <a:pt x="155" y="4905"/>
                  </a:lnTo>
                  <a:lnTo>
                    <a:pt x="271" y="5368"/>
                  </a:lnTo>
                  <a:lnTo>
                    <a:pt x="464" y="5793"/>
                  </a:lnTo>
                  <a:lnTo>
                    <a:pt x="696" y="6218"/>
                  </a:lnTo>
                  <a:lnTo>
                    <a:pt x="1005" y="6179"/>
                  </a:lnTo>
                  <a:lnTo>
                    <a:pt x="850" y="5870"/>
                  </a:lnTo>
                  <a:lnTo>
                    <a:pt x="734" y="5522"/>
                  </a:lnTo>
                  <a:lnTo>
                    <a:pt x="618" y="5175"/>
                  </a:lnTo>
                  <a:lnTo>
                    <a:pt x="541" y="4789"/>
                  </a:lnTo>
                  <a:lnTo>
                    <a:pt x="503" y="4441"/>
                  </a:lnTo>
                  <a:lnTo>
                    <a:pt x="464" y="4055"/>
                  </a:lnTo>
                  <a:lnTo>
                    <a:pt x="464" y="3708"/>
                  </a:lnTo>
                  <a:lnTo>
                    <a:pt x="464" y="3360"/>
                  </a:lnTo>
                  <a:lnTo>
                    <a:pt x="503" y="2974"/>
                  </a:lnTo>
                  <a:lnTo>
                    <a:pt x="580" y="2626"/>
                  </a:lnTo>
                  <a:lnTo>
                    <a:pt x="696" y="2279"/>
                  </a:lnTo>
                  <a:lnTo>
                    <a:pt x="850" y="1931"/>
                  </a:lnTo>
                  <a:lnTo>
                    <a:pt x="1005" y="1622"/>
                  </a:lnTo>
                  <a:lnTo>
                    <a:pt x="1236" y="1313"/>
                  </a:lnTo>
                  <a:lnTo>
                    <a:pt x="1468" y="1043"/>
                  </a:lnTo>
                  <a:lnTo>
                    <a:pt x="1738" y="773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503"/>
                  </a:lnTo>
                  <a:lnTo>
                    <a:pt x="2279" y="618"/>
                  </a:lnTo>
                  <a:lnTo>
                    <a:pt x="2395" y="850"/>
                  </a:lnTo>
                  <a:lnTo>
                    <a:pt x="2588" y="1236"/>
                  </a:lnTo>
                  <a:lnTo>
                    <a:pt x="2742" y="1584"/>
                  </a:lnTo>
                  <a:lnTo>
                    <a:pt x="2858" y="1970"/>
                  </a:lnTo>
                  <a:lnTo>
                    <a:pt x="2974" y="2356"/>
                  </a:lnTo>
                  <a:lnTo>
                    <a:pt x="3051" y="2742"/>
                  </a:lnTo>
                  <a:lnTo>
                    <a:pt x="3090" y="3090"/>
                  </a:lnTo>
                  <a:lnTo>
                    <a:pt x="3090" y="3476"/>
                  </a:lnTo>
                  <a:lnTo>
                    <a:pt x="3051" y="3823"/>
                  </a:lnTo>
                  <a:lnTo>
                    <a:pt x="2974" y="4171"/>
                  </a:lnTo>
                  <a:lnTo>
                    <a:pt x="2897" y="4480"/>
                  </a:lnTo>
                  <a:lnTo>
                    <a:pt x="2742" y="4827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61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56" y="5793"/>
                  </a:lnTo>
                  <a:lnTo>
                    <a:pt x="2395" y="5831"/>
                  </a:lnTo>
                  <a:lnTo>
                    <a:pt x="2433" y="5793"/>
                  </a:lnTo>
                  <a:lnTo>
                    <a:pt x="2626" y="5754"/>
                  </a:lnTo>
                  <a:lnTo>
                    <a:pt x="2781" y="5716"/>
                  </a:lnTo>
                  <a:lnTo>
                    <a:pt x="3167" y="5677"/>
                  </a:lnTo>
                  <a:lnTo>
                    <a:pt x="3592" y="5716"/>
                  </a:lnTo>
                  <a:lnTo>
                    <a:pt x="4017" y="5831"/>
                  </a:lnTo>
                  <a:lnTo>
                    <a:pt x="4441" y="5947"/>
                  </a:lnTo>
                  <a:lnTo>
                    <a:pt x="4827" y="6102"/>
                  </a:lnTo>
                  <a:lnTo>
                    <a:pt x="5214" y="6295"/>
                  </a:lnTo>
                  <a:lnTo>
                    <a:pt x="5523" y="6449"/>
                  </a:lnTo>
                  <a:lnTo>
                    <a:pt x="5831" y="6642"/>
                  </a:lnTo>
                  <a:lnTo>
                    <a:pt x="6140" y="6874"/>
                  </a:lnTo>
                  <a:lnTo>
                    <a:pt x="6411" y="7106"/>
                  </a:lnTo>
                  <a:lnTo>
                    <a:pt x="6681" y="7337"/>
                  </a:lnTo>
                  <a:lnTo>
                    <a:pt x="6913" y="7646"/>
                  </a:lnTo>
                  <a:lnTo>
                    <a:pt x="7144" y="7917"/>
                  </a:lnTo>
                  <a:lnTo>
                    <a:pt x="7337" y="8225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56" y="8805"/>
                  </a:lnTo>
                  <a:lnTo>
                    <a:pt x="5870" y="8843"/>
                  </a:lnTo>
                  <a:lnTo>
                    <a:pt x="5445" y="8805"/>
                  </a:lnTo>
                  <a:lnTo>
                    <a:pt x="5059" y="8766"/>
                  </a:lnTo>
                  <a:lnTo>
                    <a:pt x="4634" y="8650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33" y="7106"/>
                  </a:lnTo>
                  <a:lnTo>
                    <a:pt x="1931" y="6604"/>
                  </a:lnTo>
                  <a:lnTo>
                    <a:pt x="1854" y="6526"/>
                  </a:lnTo>
                  <a:lnTo>
                    <a:pt x="1777" y="6526"/>
                  </a:lnTo>
                  <a:lnTo>
                    <a:pt x="1661" y="6565"/>
                  </a:lnTo>
                  <a:lnTo>
                    <a:pt x="1622" y="6565"/>
                  </a:lnTo>
                  <a:lnTo>
                    <a:pt x="1584" y="6604"/>
                  </a:lnTo>
                  <a:lnTo>
                    <a:pt x="1429" y="6874"/>
                  </a:lnTo>
                  <a:lnTo>
                    <a:pt x="1622" y="6913"/>
                  </a:lnTo>
                  <a:lnTo>
                    <a:pt x="2240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592" y="8573"/>
                  </a:lnTo>
                  <a:lnTo>
                    <a:pt x="3978" y="8805"/>
                  </a:lnTo>
                  <a:lnTo>
                    <a:pt x="4364" y="8998"/>
                  </a:lnTo>
                  <a:lnTo>
                    <a:pt x="4789" y="9152"/>
                  </a:lnTo>
                  <a:lnTo>
                    <a:pt x="5252" y="9229"/>
                  </a:lnTo>
                  <a:lnTo>
                    <a:pt x="5677" y="9268"/>
                  </a:lnTo>
                  <a:lnTo>
                    <a:pt x="6102" y="9229"/>
                  </a:lnTo>
                  <a:lnTo>
                    <a:pt x="6565" y="9191"/>
                  </a:lnTo>
                  <a:lnTo>
                    <a:pt x="6990" y="9114"/>
                  </a:lnTo>
                  <a:lnTo>
                    <a:pt x="7878" y="8882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7994" y="8650"/>
                  </a:lnTo>
                  <a:lnTo>
                    <a:pt x="7994" y="8573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183" y="7299"/>
                  </a:lnTo>
                  <a:lnTo>
                    <a:pt x="6874" y="6951"/>
                  </a:lnTo>
                  <a:lnTo>
                    <a:pt x="6488" y="6604"/>
                  </a:lnTo>
                  <a:lnTo>
                    <a:pt x="6102" y="6295"/>
                  </a:lnTo>
                  <a:lnTo>
                    <a:pt x="5677" y="6063"/>
                  </a:lnTo>
                  <a:lnTo>
                    <a:pt x="5252" y="5831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01" y="5368"/>
                  </a:lnTo>
                  <a:lnTo>
                    <a:pt x="3592" y="5329"/>
                  </a:lnTo>
                  <a:lnTo>
                    <a:pt x="3283" y="5291"/>
                  </a:lnTo>
                  <a:lnTo>
                    <a:pt x="2974" y="5291"/>
                  </a:lnTo>
                  <a:lnTo>
                    <a:pt x="3167" y="4982"/>
                  </a:lnTo>
                  <a:lnTo>
                    <a:pt x="3283" y="4673"/>
                  </a:lnTo>
                  <a:lnTo>
                    <a:pt x="3399" y="4325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44"/>
                  </a:lnTo>
                  <a:lnTo>
                    <a:pt x="3476" y="2858"/>
                  </a:lnTo>
                  <a:lnTo>
                    <a:pt x="3437" y="2510"/>
                  </a:lnTo>
                  <a:lnTo>
                    <a:pt x="3322" y="1970"/>
                  </a:lnTo>
                  <a:lnTo>
                    <a:pt x="3128" y="1468"/>
                  </a:lnTo>
                  <a:lnTo>
                    <a:pt x="2935" y="1005"/>
                  </a:lnTo>
                  <a:lnTo>
                    <a:pt x="2704" y="503"/>
                  </a:lnTo>
                  <a:lnTo>
                    <a:pt x="2588" y="309"/>
                  </a:lnTo>
                  <a:lnTo>
                    <a:pt x="2433" y="116"/>
                  </a:lnTo>
                  <a:lnTo>
                    <a:pt x="2356" y="78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5"/>
            <p:cNvSpPr/>
            <p:nvPr/>
          </p:nvSpPr>
          <p:spPr>
            <a:xfrm>
              <a:off x="3488525" y="28212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120" y="387"/>
                  </a:moveTo>
                  <a:lnTo>
                    <a:pt x="1313" y="425"/>
                  </a:lnTo>
                  <a:lnTo>
                    <a:pt x="1506" y="464"/>
                  </a:lnTo>
                  <a:lnTo>
                    <a:pt x="1661" y="580"/>
                  </a:lnTo>
                  <a:lnTo>
                    <a:pt x="1738" y="734"/>
                  </a:lnTo>
                  <a:lnTo>
                    <a:pt x="1777" y="889"/>
                  </a:lnTo>
                  <a:lnTo>
                    <a:pt x="1738" y="966"/>
                  </a:lnTo>
                  <a:lnTo>
                    <a:pt x="1699" y="1004"/>
                  </a:lnTo>
                  <a:lnTo>
                    <a:pt x="1661" y="1082"/>
                  </a:lnTo>
                  <a:lnTo>
                    <a:pt x="1545" y="1120"/>
                  </a:lnTo>
                  <a:lnTo>
                    <a:pt x="1236" y="1159"/>
                  </a:lnTo>
                  <a:lnTo>
                    <a:pt x="927" y="1159"/>
                  </a:lnTo>
                  <a:lnTo>
                    <a:pt x="579" y="1198"/>
                  </a:lnTo>
                  <a:lnTo>
                    <a:pt x="464" y="1236"/>
                  </a:lnTo>
                  <a:lnTo>
                    <a:pt x="309" y="1313"/>
                  </a:lnTo>
                  <a:lnTo>
                    <a:pt x="309" y="1159"/>
                  </a:lnTo>
                  <a:lnTo>
                    <a:pt x="348" y="1004"/>
                  </a:lnTo>
                  <a:lnTo>
                    <a:pt x="386" y="850"/>
                  </a:lnTo>
                  <a:lnTo>
                    <a:pt x="464" y="734"/>
                  </a:lnTo>
                  <a:lnTo>
                    <a:pt x="541" y="618"/>
                  </a:lnTo>
                  <a:lnTo>
                    <a:pt x="657" y="541"/>
                  </a:lnTo>
                  <a:lnTo>
                    <a:pt x="811" y="464"/>
                  </a:lnTo>
                  <a:lnTo>
                    <a:pt x="927" y="425"/>
                  </a:lnTo>
                  <a:lnTo>
                    <a:pt x="1120" y="387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79" y="116"/>
                  </a:lnTo>
                  <a:lnTo>
                    <a:pt x="425" y="232"/>
                  </a:lnTo>
                  <a:lnTo>
                    <a:pt x="271" y="387"/>
                  </a:lnTo>
                  <a:lnTo>
                    <a:pt x="155" y="541"/>
                  </a:lnTo>
                  <a:lnTo>
                    <a:pt x="77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68"/>
                  </a:lnTo>
                  <a:lnTo>
                    <a:pt x="116" y="1661"/>
                  </a:lnTo>
                  <a:lnTo>
                    <a:pt x="155" y="1738"/>
                  </a:lnTo>
                  <a:lnTo>
                    <a:pt x="232" y="1815"/>
                  </a:lnTo>
                  <a:lnTo>
                    <a:pt x="309" y="1815"/>
                  </a:lnTo>
                  <a:lnTo>
                    <a:pt x="425" y="1777"/>
                  </a:lnTo>
                  <a:lnTo>
                    <a:pt x="541" y="1661"/>
                  </a:lnTo>
                  <a:lnTo>
                    <a:pt x="695" y="1584"/>
                  </a:lnTo>
                  <a:lnTo>
                    <a:pt x="850" y="1545"/>
                  </a:lnTo>
                  <a:lnTo>
                    <a:pt x="1043" y="1545"/>
                  </a:lnTo>
                  <a:lnTo>
                    <a:pt x="1390" y="1506"/>
                  </a:lnTo>
                  <a:lnTo>
                    <a:pt x="1583" y="1506"/>
                  </a:lnTo>
                  <a:lnTo>
                    <a:pt x="1738" y="1468"/>
                  </a:lnTo>
                  <a:lnTo>
                    <a:pt x="1931" y="1391"/>
                  </a:lnTo>
                  <a:lnTo>
                    <a:pt x="2047" y="1275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811"/>
                  </a:lnTo>
                  <a:lnTo>
                    <a:pt x="2124" y="657"/>
                  </a:lnTo>
                  <a:lnTo>
                    <a:pt x="2047" y="502"/>
                  </a:lnTo>
                  <a:lnTo>
                    <a:pt x="1970" y="348"/>
                  </a:lnTo>
                  <a:lnTo>
                    <a:pt x="1777" y="194"/>
                  </a:lnTo>
                  <a:lnTo>
                    <a:pt x="1622" y="116"/>
                  </a:lnTo>
                  <a:lnTo>
                    <a:pt x="1429" y="39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5"/>
            <p:cNvSpPr/>
            <p:nvPr/>
          </p:nvSpPr>
          <p:spPr>
            <a:xfrm>
              <a:off x="3429625" y="3033650"/>
              <a:ext cx="35750" cy="29950"/>
            </a:xfrm>
            <a:custGeom>
              <a:avLst/>
              <a:gdLst/>
              <a:ahLst/>
              <a:cxnLst/>
              <a:rect l="l" t="t" r="r" b="b"/>
              <a:pathLst>
                <a:path w="1430" h="1198" extrusionOk="0">
                  <a:moveTo>
                    <a:pt x="657" y="1"/>
                  </a:moveTo>
                  <a:lnTo>
                    <a:pt x="464" y="39"/>
                  </a:ln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1" y="580"/>
                  </a:lnTo>
                  <a:lnTo>
                    <a:pt x="1" y="773"/>
                  </a:lnTo>
                  <a:lnTo>
                    <a:pt x="39" y="927"/>
                  </a:lnTo>
                  <a:lnTo>
                    <a:pt x="117" y="1121"/>
                  </a:lnTo>
                  <a:lnTo>
                    <a:pt x="155" y="1159"/>
                  </a:lnTo>
                  <a:lnTo>
                    <a:pt x="232" y="1198"/>
                  </a:lnTo>
                  <a:lnTo>
                    <a:pt x="348" y="1159"/>
                  </a:lnTo>
                  <a:lnTo>
                    <a:pt x="387" y="1082"/>
                  </a:lnTo>
                  <a:lnTo>
                    <a:pt x="426" y="1005"/>
                  </a:lnTo>
                  <a:lnTo>
                    <a:pt x="387" y="966"/>
                  </a:lnTo>
                  <a:lnTo>
                    <a:pt x="348" y="850"/>
                  </a:lnTo>
                  <a:lnTo>
                    <a:pt x="348" y="773"/>
                  </a:lnTo>
                  <a:lnTo>
                    <a:pt x="387" y="580"/>
                  </a:lnTo>
                  <a:lnTo>
                    <a:pt x="503" y="464"/>
                  </a:lnTo>
                  <a:lnTo>
                    <a:pt x="580" y="425"/>
                  </a:lnTo>
                  <a:lnTo>
                    <a:pt x="696" y="387"/>
                  </a:lnTo>
                  <a:lnTo>
                    <a:pt x="773" y="425"/>
                  </a:lnTo>
                  <a:lnTo>
                    <a:pt x="850" y="464"/>
                  </a:lnTo>
                  <a:lnTo>
                    <a:pt x="966" y="580"/>
                  </a:lnTo>
                  <a:lnTo>
                    <a:pt x="1005" y="696"/>
                  </a:lnTo>
                  <a:lnTo>
                    <a:pt x="1005" y="773"/>
                  </a:lnTo>
                  <a:lnTo>
                    <a:pt x="966" y="966"/>
                  </a:lnTo>
                  <a:lnTo>
                    <a:pt x="928" y="1043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43" y="1159"/>
                  </a:lnTo>
                  <a:lnTo>
                    <a:pt x="1236" y="1159"/>
                  </a:lnTo>
                  <a:lnTo>
                    <a:pt x="1314" y="1082"/>
                  </a:lnTo>
                  <a:lnTo>
                    <a:pt x="1391" y="927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87"/>
                  </a:lnTo>
                  <a:lnTo>
                    <a:pt x="1159" y="232"/>
                  </a:lnTo>
                  <a:lnTo>
                    <a:pt x="1005" y="117"/>
                  </a:lnTo>
                  <a:lnTo>
                    <a:pt x="850" y="39"/>
                  </a:lnTo>
                  <a:lnTo>
                    <a:pt x="65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5"/>
            <p:cNvSpPr/>
            <p:nvPr/>
          </p:nvSpPr>
          <p:spPr>
            <a:xfrm>
              <a:off x="3419975" y="2751775"/>
              <a:ext cx="68575" cy="77250"/>
            </a:xfrm>
            <a:custGeom>
              <a:avLst/>
              <a:gdLst/>
              <a:ahLst/>
              <a:cxnLst/>
              <a:rect l="l" t="t" r="r" b="b"/>
              <a:pathLst>
                <a:path w="2743" h="3090" extrusionOk="0">
                  <a:moveTo>
                    <a:pt x="1198" y="464"/>
                  </a:moveTo>
                  <a:lnTo>
                    <a:pt x="1429" y="502"/>
                  </a:lnTo>
                  <a:lnTo>
                    <a:pt x="1700" y="618"/>
                  </a:lnTo>
                  <a:lnTo>
                    <a:pt x="1893" y="772"/>
                  </a:lnTo>
                  <a:lnTo>
                    <a:pt x="2047" y="966"/>
                  </a:lnTo>
                  <a:lnTo>
                    <a:pt x="2163" y="1159"/>
                  </a:lnTo>
                  <a:lnTo>
                    <a:pt x="2240" y="1352"/>
                  </a:lnTo>
                  <a:lnTo>
                    <a:pt x="2356" y="1738"/>
                  </a:lnTo>
                  <a:lnTo>
                    <a:pt x="2395" y="2163"/>
                  </a:lnTo>
                  <a:lnTo>
                    <a:pt x="2395" y="2587"/>
                  </a:lnTo>
                  <a:lnTo>
                    <a:pt x="2240" y="2433"/>
                  </a:lnTo>
                  <a:lnTo>
                    <a:pt x="2047" y="2278"/>
                  </a:lnTo>
                  <a:lnTo>
                    <a:pt x="1661" y="2085"/>
                  </a:lnTo>
                  <a:lnTo>
                    <a:pt x="1275" y="1931"/>
                  </a:lnTo>
                  <a:lnTo>
                    <a:pt x="1043" y="1815"/>
                  </a:lnTo>
                  <a:lnTo>
                    <a:pt x="850" y="1699"/>
                  </a:lnTo>
                  <a:lnTo>
                    <a:pt x="657" y="1545"/>
                  </a:lnTo>
                  <a:lnTo>
                    <a:pt x="503" y="1390"/>
                  </a:lnTo>
                  <a:lnTo>
                    <a:pt x="425" y="1197"/>
                  </a:lnTo>
                  <a:lnTo>
                    <a:pt x="425" y="1081"/>
                  </a:lnTo>
                  <a:lnTo>
                    <a:pt x="425" y="966"/>
                  </a:lnTo>
                  <a:lnTo>
                    <a:pt x="503" y="811"/>
                  </a:lnTo>
                  <a:lnTo>
                    <a:pt x="541" y="695"/>
                  </a:lnTo>
                  <a:lnTo>
                    <a:pt x="618" y="618"/>
                  </a:lnTo>
                  <a:lnTo>
                    <a:pt x="734" y="541"/>
                  </a:lnTo>
                  <a:lnTo>
                    <a:pt x="850" y="464"/>
                  </a:lnTo>
                  <a:close/>
                  <a:moveTo>
                    <a:pt x="1043" y="0"/>
                  </a:moveTo>
                  <a:lnTo>
                    <a:pt x="812" y="77"/>
                  </a:lnTo>
                  <a:lnTo>
                    <a:pt x="580" y="155"/>
                  </a:lnTo>
                  <a:lnTo>
                    <a:pt x="387" y="309"/>
                  </a:lnTo>
                  <a:lnTo>
                    <a:pt x="232" y="464"/>
                  </a:lnTo>
                  <a:lnTo>
                    <a:pt x="116" y="618"/>
                  </a:lnTo>
                  <a:lnTo>
                    <a:pt x="39" y="811"/>
                  </a:lnTo>
                  <a:lnTo>
                    <a:pt x="1" y="1043"/>
                  </a:lnTo>
                  <a:lnTo>
                    <a:pt x="39" y="1236"/>
                  </a:lnTo>
                  <a:lnTo>
                    <a:pt x="78" y="1468"/>
                  </a:lnTo>
                  <a:lnTo>
                    <a:pt x="194" y="1661"/>
                  </a:lnTo>
                  <a:lnTo>
                    <a:pt x="387" y="1892"/>
                  </a:lnTo>
                  <a:lnTo>
                    <a:pt x="657" y="2085"/>
                  </a:lnTo>
                  <a:lnTo>
                    <a:pt x="927" y="2201"/>
                  </a:lnTo>
                  <a:lnTo>
                    <a:pt x="1236" y="2317"/>
                  </a:lnTo>
                  <a:lnTo>
                    <a:pt x="1507" y="2433"/>
                  </a:lnTo>
                  <a:lnTo>
                    <a:pt x="1777" y="2587"/>
                  </a:lnTo>
                  <a:lnTo>
                    <a:pt x="2009" y="2780"/>
                  </a:lnTo>
                  <a:lnTo>
                    <a:pt x="2240" y="3012"/>
                  </a:lnTo>
                  <a:lnTo>
                    <a:pt x="2317" y="3051"/>
                  </a:lnTo>
                  <a:lnTo>
                    <a:pt x="2395" y="3089"/>
                  </a:lnTo>
                  <a:lnTo>
                    <a:pt x="2472" y="3051"/>
                  </a:lnTo>
                  <a:lnTo>
                    <a:pt x="2549" y="3012"/>
                  </a:lnTo>
                  <a:lnTo>
                    <a:pt x="2588" y="3012"/>
                  </a:lnTo>
                  <a:lnTo>
                    <a:pt x="2626" y="2935"/>
                  </a:lnTo>
                  <a:lnTo>
                    <a:pt x="2704" y="2356"/>
                  </a:lnTo>
                  <a:lnTo>
                    <a:pt x="2742" y="2047"/>
                  </a:lnTo>
                  <a:lnTo>
                    <a:pt x="2704" y="1738"/>
                  </a:lnTo>
                  <a:lnTo>
                    <a:pt x="2665" y="1429"/>
                  </a:lnTo>
                  <a:lnTo>
                    <a:pt x="2588" y="1159"/>
                  </a:lnTo>
                  <a:lnTo>
                    <a:pt x="2472" y="888"/>
                  </a:lnTo>
                  <a:lnTo>
                    <a:pt x="2317" y="618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38" y="155"/>
                  </a:lnTo>
                  <a:lnTo>
                    <a:pt x="1507" y="77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5"/>
            <p:cNvSpPr/>
            <p:nvPr/>
          </p:nvSpPr>
          <p:spPr>
            <a:xfrm>
              <a:off x="3375575" y="3037525"/>
              <a:ext cx="34775" cy="29950"/>
            </a:xfrm>
            <a:custGeom>
              <a:avLst/>
              <a:gdLst/>
              <a:ahLst/>
              <a:cxnLst/>
              <a:rect l="l" t="t" r="r" b="b"/>
              <a:pathLst>
                <a:path w="1391" h="1198" extrusionOk="0">
                  <a:moveTo>
                    <a:pt x="657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0"/>
                  </a:lnTo>
                  <a:lnTo>
                    <a:pt x="39" y="425"/>
                  </a:lnTo>
                  <a:lnTo>
                    <a:pt x="0" y="618"/>
                  </a:lnTo>
                  <a:lnTo>
                    <a:pt x="39" y="811"/>
                  </a:lnTo>
                  <a:lnTo>
                    <a:pt x="116" y="1004"/>
                  </a:lnTo>
                  <a:lnTo>
                    <a:pt x="232" y="1120"/>
                  </a:lnTo>
                  <a:lnTo>
                    <a:pt x="425" y="1197"/>
                  </a:lnTo>
                  <a:lnTo>
                    <a:pt x="502" y="1197"/>
                  </a:lnTo>
                  <a:lnTo>
                    <a:pt x="541" y="1159"/>
                  </a:lnTo>
                  <a:lnTo>
                    <a:pt x="541" y="1081"/>
                  </a:lnTo>
                  <a:lnTo>
                    <a:pt x="502" y="1004"/>
                  </a:lnTo>
                  <a:lnTo>
                    <a:pt x="425" y="927"/>
                  </a:lnTo>
                  <a:lnTo>
                    <a:pt x="386" y="850"/>
                  </a:lnTo>
                  <a:lnTo>
                    <a:pt x="386" y="734"/>
                  </a:lnTo>
                  <a:lnTo>
                    <a:pt x="386" y="618"/>
                  </a:lnTo>
                  <a:lnTo>
                    <a:pt x="425" y="541"/>
                  </a:lnTo>
                  <a:lnTo>
                    <a:pt x="464" y="464"/>
                  </a:lnTo>
                  <a:lnTo>
                    <a:pt x="580" y="425"/>
                  </a:lnTo>
                  <a:lnTo>
                    <a:pt x="695" y="386"/>
                  </a:lnTo>
                  <a:lnTo>
                    <a:pt x="811" y="425"/>
                  </a:lnTo>
                  <a:lnTo>
                    <a:pt x="888" y="464"/>
                  </a:lnTo>
                  <a:lnTo>
                    <a:pt x="927" y="579"/>
                  </a:lnTo>
                  <a:lnTo>
                    <a:pt x="966" y="657"/>
                  </a:lnTo>
                  <a:lnTo>
                    <a:pt x="1043" y="888"/>
                  </a:lnTo>
                  <a:lnTo>
                    <a:pt x="1082" y="966"/>
                  </a:lnTo>
                  <a:lnTo>
                    <a:pt x="1120" y="1081"/>
                  </a:lnTo>
                  <a:lnTo>
                    <a:pt x="1159" y="1120"/>
                  </a:lnTo>
                  <a:lnTo>
                    <a:pt x="1236" y="1120"/>
                  </a:lnTo>
                  <a:lnTo>
                    <a:pt x="1313" y="1043"/>
                  </a:lnTo>
                  <a:lnTo>
                    <a:pt x="1352" y="966"/>
                  </a:lnTo>
                  <a:lnTo>
                    <a:pt x="1390" y="850"/>
                  </a:lnTo>
                  <a:lnTo>
                    <a:pt x="1352" y="618"/>
                  </a:lnTo>
                  <a:lnTo>
                    <a:pt x="1313" y="425"/>
                  </a:lnTo>
                  <a:lnTo>
                    <a:pt x="1197" y="232"/>
                  </a:lnTo>
                  <a:lnTo>
                    <a:pt x="1043" y="116"/>
                  </a:lnTo>
                  <a:lnTo>
                    <a:pt x="850" y="3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5"/>
            <p:cNvSpPr/>
            <p:nvPr/>
          </p:nvSpPr>
          <p:spPr>
            <a:xfrm>
              <a:off x="3345650" y="2889825"/>
              <a:ext cx="466300" cy="248125"/>
            </a:xfrm>
            <a:custGeom>
              <a:avLst/>
              <a:gdLst/>
              <a:ahLst/>
              <a:cxnLst/>
              <a:rect l="l" t="t" r="r" b="b"/>
              <a:pathLst>
                <a:path w="18652" h="9925" extrusionOk="0">
                  <a:moveTo>
                    <a:pt x="6140" y="0"/>
                  </a:moveTo>
                  <a:lnTo>
                    <a:pt x="5561" y="39"/>
                  </a:lnTo>
                  <a:lnTo>
                    <a:pt x="4982" y="155"/>
                  </a:lnTo>
                  <a:lnTo>
                    <a:pt x="4402" y="309"/>
                  </a:lnTo>
                  <a:lnTo>
                    <a:pt x="3862" y="502"/>
                  </a:lnTo>
                  <a:lnTo>
                    <a:pt x="3283" y="772"/>
                  </a:lnTo>
                  <a:lnTo>
                    <a:pt x="2781" y="1081"/>
                  </a:lnTo>
                  <a:lnTo>
                    <a:pt x="2279" y="1467"/>
                  </a:lnTo>
                  <a:lnTo>
                    <a:pt x="1815" y="1892"/>
                  </a:lnTo>
                  <a:lnTo>
                    <a:pt x="1390" y="2317"/>
                  </a:lnTo>
                  <a:lnTo>
                    <a:pt x="1043" y="2780"/>
                  </a:lnTo>
                  <a:lnTo>
                    <a:pt x="734" y="3244"/>
                  </a:lnTo>
                  <a:lnTo>
                    <a:pt x="464" y="3746"/>
                  </a:lnTo>
                  <a:lnTo>
                    <a:pt x="271" y="4286"/>
                  </a:lnTo>
                  <a:lnTo>
                    <a:pt x="116" y="4827"/>
                  </a:lnTo>
                  <a:lnTo>
                    <a:pt x="0" y="5368"/>
                  </a:lnTo>
                  <a:lnTo>
                    <a:pt x="348" y="5445"/>
                  </a:lnTo>
                  <a:lnTo>
                    <a:pt x="425" y="5020"/>
                  </a:lnTo>
                  <a:lnTo>
                    <a:pt x="541" y="4595"/>
                  </a:lnTo>
                  <a:lnTo>
                    <a:pt x="773" y="4016"/>
                  </a:lnTo>
                  <a:lnTo>
                    <a:pt x="1081" y="3437"/>
                  </a:lnTo>
                  <a:lnTo>
                    <a:pt x="1468" y="2896"/>
                  </a:lnTo>
                  <a:lnTo>
                    <a:pt x="1892" y="2394"/>
                  </a:lnTo>
                  <a:lnTo>
                    <a:pt x="2356" y="1931"/>
                  </a:lnTo>
                  <a:lnTo>
                    <a:pt x="2858" y="1545"/>
                  </a:lnTo>
                  <a:lnTo>
                    <a:pt x="3398" y="1197"/>
                  </a:lnTo>
                  <a:lnTo>
                    <a:pt x="3978" y="888"/>
                  </a:lnTo>
                  <a:lnTo>
                    <a:pt x="4595" y="657"/>
                  </a:lnTo>
                  <a:lnTo>
                    <a:pt x="5252" y="502"/>
                  </a:lnTo>
                  <a:lnTo>
                    <a:pt x="5908" y="425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39" y="618"/>
                  </a:lnTo>
                  <a:lnTo>
                    <a:pt x="8457" y="811"/>
                  </a:lnTo>
                  <a:lnTo>
                    <a:pt x="9075" y="1120"/>
                  </a:lnTo>
                  <a:lnTo>
                    <a:pt x="9422" y="1313"/>
                  </a:lnTo>
                  <a:lnTo>
                    <a:pt x="9731" y="1506"/>
                  </a:lnTo>
                  <a:lnTo>
                    <a:pt x="10002" y="1738"/>
                  </a:lnTo>
                  <a:lnTo>
                    <a:pt x="10272" y="1969"/>
                  </a:lnTo>
                  <a:lnTo>
                    <a:pt x="10774" y="2471"/>
                  </a:lnTo>
                  <a:lnTo>
                    <a:pt x="11199" y="3051"/>
                  </a:lnTo>
                  <a:lnTo>
                    <a:pt x="11546" y="3630"/>
                  </a:lnTo>
                  <a:lnTo>
                    <a:pt x="11855" y="4286"/>
                  </a:lnTo>
                  <a:lnTo>
                    <a:pt x="12164" y="4943"/>
                  </a:lnTo>
                  <a:lnTo>
                    <a:pt x="12396" y="5638"/>
                  </a:lnTo>
                  <a:lnTo>
                    <a:pt x="12627" y="6217"/>
                  </a:lnTo>
                  <a:lnTo>
                    <a:pt x="12859" y="6835"/>
                  </a:lnTo>
                  <a:lnTo>
                    <a:pt x="13129" y="7414"/>
                  </a:lnTo>
                  <a:lnTo>
                    <a:pt x="13438" y="7993"/>
                  </a:lnTo>
                  <a:lnTo>
                    <a:pt x="13786" y="8495"/>
                  </a:lnTo>
                  <a:lnTo>
                    <a:pt x="14211" y="8959"/>
                  </a:lnTo>
                  <a:lnTo>
                    <a:pt x="14442" y="9190"/>
                  </a:lnTo>
                  <a:lnTo>
                    <a:pt x="14713" y="9383"/>
                  </a:lnTo>
                  <a:lnTo>
                    <a:pt x="14983" y="9538"/>
                  </a:lnTo>
                  <a:lnTo>
                    <a:pt x="15253" y="9692"/>
                  </a:lnTo>
                  <a:lnTo>
                    <a:pt x="15717" y="9847"/>
                  </a:lnTo>
                  <a:lnTo>
                    <a:pt x="16219" y="9924"/>
                  </a:lnTo>
                  <a:lnTo>
                    <a:pt x="16682" y="9885"/>
                  </a:lnTo>
                  <a:lnTo>
                    <a:pt x="17145" y="9808"/>
                  </a:lnTo>
                  <a:lnTo>
                    <a:pt x="17609" y="9654"/>
                  </a:lnTo>
                  <a:lnTo>
                    <a:pt x="17802" y="9538"/>
                  </a:lnTo>
                  <a:lnTo>
                    <a:pt x="17995" y="9383"/>
                  </a:lnTo>
                  <a:lnTo>
                    <a:pt x="18188" y="9229"/>
                  </a:lnTo>
                  <a:lnTo>
                    <a:pt x="18342" y="9075"/>
                  </a:lnTo>
                  <a:lnTo>
                    <a:pt x="18497" y="8881"/>
                  </a:lnTo>
                  <a:lnTo>
                    <a:pt x="18613" y="8650"/>
                  </a:lnTo>
                  <a:lnTo>
                    <a:pt x="18651" y="8573"/>
                  </a:lnTo>
                  <a:lnTo>
                    <a:pt x="18613" y="8457"/>
                  </a:lnTo>
                  <a:lnTo>
                    <a:pt x="18651" y="8418"/>
                  </a:lnTo>
                  <a:lnTo>
                    <a:pt x="18613" y="8341"/>
                  </a:lnTo>
                  <a:lnTo>
                    <a:pt x="18304" y="8380"/>
                  </a:lnTo>
                  <a:lnTo>
                    <a:pt x="18265" y="8418"/>
                  </a:lnTo>
                  <a:lnTo>
                    <a:pt x="18033" y="8766"/>
                  </a:lnTo>
                  <a:lnTo>
                    <a:pt x="17802" y="8997"/>
                  </a:lnTo>
                  <a:lnTo>
                    <a:pt x="17493" y="9229"/>
                  </a:lnTo>
                  <a:lnTo>
                    <a:pt x="17184" y="9345"/>
                  </a:lnTo>
                  <a:lnTo>
                    <a:pt x="16798" y="9461"/>
                  </a:lnTo>
                  <a:lnTo>
                    <a:pt x="16064" y="9461"/>
                  </a:lnTo>
                  <a:lnTo>
                    <a:pt x="15717" y="9383"/>
                  </a:lnTo>
                  <a:lnTo>
                    <a:pt x="15330" y="9229"/>
                  </a:lnTo>
                  <a:lnTo>
                    <a:pt x="15021" y="9036"/>
                  </a:lnTo>
                  <a:lnTo>
                    <a:pt x="14674" y="8766"/>
                  </a:lnTo>
                  <a:lnTo>
                    <a:pt x="14404" y="8495"/>
                  </a:lnTo>
                  <a:lnTo>
                    <a:pt x="14133" y="8186"/>
                  </a:lnTo>
                  <a:lnTo>
                    <a:pt x="13902" y="7878"/>
                  </a:lnTo>
                  <a:lnTo>
                    <a:pt x="13709" y="7530"/>
                  </a:lnTo>
                  <a:lnTo>
                    <a:pt x="13515" y="7182"/>
                  </a:lnTo>
                  <a:lnTo>
                    <a:pt x="13207" y="6526"/>
                  </a:lnTo>
                  <a:lnTo>
                    <a:pt x="12936" y="5870"/>
                  </a:lnTo>
                  <a:lnTo>
                    <a:pt x="12434" y="4518"/>
                  </a:lnTo>
                  <a:lnTo>
                    <a:pt x="12164" y="3862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317"/>
                  </a:lnTo>
                  <a:lnTo>
                    <a:pt x="11005" y="2047"/>
                  </a:lnTo>
                  <a:lnTo>
                    <a:pt x="10542" y="1583"/>
                  </a:lnTo>
                  <a:lnTo>
                    <a:pt x="10040" y="1197"/>
                  </a:lnTo>
                  <a:lnTo>
                    <a:pt x="9538" y="888"/>
                  </a:lnTo>
                  <a:lnTo>
                    <a:pt x="9036" y="579"/>
                  </a:lnTo>
                  <a:lnTo>
                    <a:pt x="8457" y="386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5"/>
            <p:cNvSpPr/>
            <p:nvPr/>
          </p:nvSpPr>
          <p:spPr>
            <a:xfrm>
              <a:off x="3343725" y="3024000"/>
              <a:ext cx="482700" cy="227850"/>
            </a:xfrm>
            <a:custGeom>
              <a:avLst/>
              <a:gdLst/>
              <a:ahLst/>
              <a:cxnLst/>
              <a:rect l="l" t="t" r="r" b="b"/>
              <a:pathLst>
                <a:path w="19308" h="9114" extrusionOk="0">
                  <a:moveTo>
                    <a:pt x="77" y="1"/>
                  </a:moveTo>
                  <a:lnTo>
                    <a:pt x="0" y="618"/>
                  </a:lnTo>
                  <a:lnTo>
                    <a:pt x="0" y="1236"/>
                  </a:lnTo>
                  <a:lnTo>
                    <a:pt x="39" y="1854"/>
                  </a:lnTo>
                  <a:lnTo>
                    <a:pt x="154" y="2472"/>
                  </a:lnTo>
                  <a:lnTo>
                    <a:pt x="309" y="3090"/>
                  </a:lnTo>
                  <a:lnTo>
                    <a:pt x="502" y="3669"/>
                  </a:lnTo>
                  <a:lnTo>
                    <a:pt x="772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69" y="5947"/>
                  </a:lnTo>
                  <a:lnTo>
                    <a:pt x="2433" y="6449"/>
                  </a:lnTo>
                  <a:lnTo>
                    <a:pt x="2935" y="6913"/>
                  </a:lnTo>
                  <a:lnTo>
                    <a:pt x="3514" y="7299"/>
                  </a:lnTo>
                  <a:lnTo>
                    <a:pt x="4093" y="7646"/>
                  </a:lnTo>
                  <a:lnTo>
                    <a:pt x="4672" y="7994"/>
                  </a:lnTo>
                  <a:lnTo>
                    <a:pt x="5329" y="8264"/>
                  </a:lnTo>
                  <a:lnTo>
                    <a:pt x="5947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98"/>
                  </a:lnTo>
                  <a:lnTo>
                    <a:pt x="8688" y="9075"/>
                  </a:lnTo>
                  <a:lnTo>
                    <a:pt x="9383" y="9114"/>
                  </a:lnTo>
                  <a:lnTo>
                    <a:pt x="10079" y="9114"/>
                  </a:lnTo>
                  <a:lnTo>
                    <a:pt x="10735" y="9075"/>
                  </a:lnTo>
                  <a:lnTo>
                    <a:pt x="11391" y="9036"/>
                  </a:lnTo>
                  <a:lnTo>
                    <a:pt x="12048" y="8921"/>
                  </a:lnTo>
                  <a:lnTo>
                    <a:pt x="12704" y="8805"/>
                  </a:lnTo>
                  <a:lnTo>
                    <a:pt x="13361" y="8612"/>
                  </a:lnTo>
                  <a:lnTo>
                    <a:pt x="14017" y="8419"/>
                  </a:lnTo>
                  <a:lnTo>
                    <a:pt x="14635" y="8187"/>
                  </a:lnTo>
                  <a:lnTo>
                    <a:pt x="15253" y="7917"/>
                  </a:lnTo>
                  <a:lnTo>
                    <a:pt x="15871" y="7569"/>
                  </a:lnTo>
                  <a:lnTo>
                    <a:pt x="16411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28" y="4905"/>
                  </a:lnTo>
                  <a:lnTo>
                    <a:pt x="19076" y="4325"/>
                  </a:lnTo>
                  <a:lnTo>
                    <a:pt x="19307" y="3708"/>
                  </a:lnTo>
                  <a:lnTo>
                    <a:pt x="19114" y="3669"/>
                  </a:lnTo>
                  <a:lnTo>
                    <a:pt x="18767" y="4171"/>
                  </a:lnTo>
                  <a:lnTo>
                    <a:pt x="18381" y="4673"/>
                  </a:lnTo>
                  <a:lnTo>
                    <a:pt x="17995" y="5136"/>
                  </a:lnTo>
                  <a:lnTo>
                    <a:pt x="17608" y="5561"/>
                  </a:lnTo>
                  <a:lnTo>
                    <a:pt x="17145" y="5986"/>
                  </a:lnTo>
                  <a:lnTo>
                    <a:pt x="16720" y="6372"/>
                  </a:lnTo>
                  <a:lnTo>
                    <a:pt x="16218" y="6720"/>
                  </a:lnTo>
                  <a:lnTo>
                    <a:pt x="15716" y="7028"/>
                  </a:lnTo>
                  <a:lnTo>
                    <a:pt x="15214" y="7337"/>
                  </a:lnTo>
                  <a:lnTo>
                    <a:pt x="14674" y="7608"/>
                  </a:lnTo>
                  <a:lnTo>
                    <a:pt x="14133" y="7839"/>
                  </a:lnTo>
                  <a:lnTo>
                    <a:pt x="13554" y="8032"/>
                  </a:lnTo>
                  <a:lnTo>
                    <a:pt x="12975" y="8225"/>
                  </a:lnTo>
                  <a:lnTo>
                    <a:pt x="12395" y="8380"/>
                  </a:lnTo>
                  <a:lnTo>
                    <a:pt x="11816" y="8496"/>
                  </a:lnTo>
                  <a:lnTo>
                    <a:pt x="11198" y="8573"/>
                  </a:lnTo>
                  <a:lnTo>
                    <a:pt x="10503" y="8612"/>
                  </a:lnTo>
                  <a:lnTo>
                    <a:pt x="9808" y="8650"/>
                  </a:lnTo>
                  <a:lnTo>
                    <a:pt x="9075" y="8612"/>
                  </a:lnTo>
                  <a:lnTo>
                    <a:pt x="8379" y="8573"/>
                  </a:lnTo>
                  <a:lnTo>
                    <a:pt x="7684" y="8457"/>
                  </a:lnTo>
                  <a:lnTo>
                    <a:pt x="6989" y="8303"/>
                  </a:lnTo>
                  <a:lnTo>
                    <a:pt x="6294" y="8110"/>
                  </a:lnTo>
                  <a:lnTo>
                    <a:pt x="5638" y="7878"/>
                  </a:lnTo>
                  <a:lnTo>
                    <a:pt x="4981" y="7608"/>
                  </a:lnTo>
                  <a:lnTo>
                    <a:pt x="4364" y="7299"/>
                  </a:lnTo>
                  <a:lnTo>
                    <a:pt x="3784" y="6951"/>
                  </a:lnTo>
                  <a:lnTo>
                    <a:pt x="3205" y="6526"/>
                  </a:lnTo>
                  <a:lnTo>
                    <a:pt x="2664" y="6063"/>
                  </a:lnTo>
                  <a:lnTo>
                    <a:pt x="2201" y="5561"/>
                  </a:lnTo>
                  <a:lnTo>
                    <a:pt x="1738" y="5020"/>
                  </a:lnTo>
                  <a:lnTo>
                    <a:pt x="1352" y="4403"/>
                  </a:lnTo>
                  <a:lnTo>
                    <a:pt x="1081" y="3901"/>
                  </a:lnTo>
                  <a:lnTo>
                    <a:pt x="850" y="3399"/>
                  </a:lnTo>
                  <a:lnTo>
                    <a:pt x="656" y="2858"/>
                  </a:lnTo>
                  <a:lnTo>
                    <a:pt x="502" y="2317"/>
                  </a:lnTo>
                  <a:lnTo>
                    <a:pt x="425" y="1777"/>
                  </a:lnTo>
                  <a:lnTo>
                    <a:pt x="348" y="1198"/>
                  </a:lnTo>
                  <a:lnTo>
                    <a:pt x="386" y="618"/>
                  </a:lnTo>
                  <a:lnTo>
                    <a:pt x="425" y="78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5"/>
            <p:cNvSpPr/>
            <p:nvPr/>
          </p:nvSpPr>
          <p:spPr>
            <a:xfrm>
              <a:off x="2291450" y="1821150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7" y="1"/>
                  </a:moveTo>
                  <a:lnTo>
                    <a:pt x="1893" y="78"/>
                  </a:lnTo>
                  <a:lnTo>
                    <a:pt x="1738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5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39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3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1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1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8" y="1005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2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1" y="2704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1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6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6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2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3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2" y="5793"/>
                  </a:lnTo>
                  <a:lnTo>
                    <a:pt x="4828" y="5638"/>
                  </a:lnTo>
                  <a:lnTo>
                    <a:pt x="4248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6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3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5"/>
            <p:cNvSpPr/>
            <p:nvPr/>
          </p:nvSpPr>
          <p:spPr>
            <a:xfrm>
              <a:off x="1994125" y="1698550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6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4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4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5"/>
            <p:cNvSpPr/>
            <p:nvPr/>
          </p:nvSpPr>
          <p:spPr>
            <a:xfrm>
              <a:off x="1935225" y="191092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503" y="1"/>
                  </a:move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40" y="541"/>
                  </a:lnTo>
                  <a:lnTo>
                    <a:pt x="1" y="734"/>
                  </a:lnTo>
                  <a:lnTo>
                    <a:pt x="40" y="927"/>
                  </a:lnTo>
                  <a:lnTo>
                    <a:pt x="117" y="1082"/>
                  </a:lnTo>
                  <a:lnTo>
                    <a:pt x="194" y="1159"/>
                  </a:lnTo>
                  <a:lnTo>
                    <a:pt x="348" y="1159"/>
                  </a:lnTo>
                  <a:lnTo>
                    <a:pt x="426" y="1043"/>
                  </a:lnTo>
                  <a:lnTo>
                    <a:pt x="426" y="1005"/>
                  </a:lnTo>
                  <a:lnTo>
                    <a:pt x="387" y="927"/>
                  </a:lnTo>
                  <a:lnTo>
                    <a:pt x="387" y="850"/>
                  </a:lnTo>
                  <a:lnTo>
                    <a:pt x="348" y="773"/>
                  </a:lnTo>
                  <a:lnTo>
                    <a:pt x="426" y="580"/>
                  </a:lnTo>
                  <a:lnTo>
                    <a:pt x="542" y="425"/>
                  </a:lnTo>
                  <a:lnTo>
                    <a:pt x="619" y="387"/>
                  </a:lnTo>
                  <a:lnTo>
                    <a:pt x="773" y="387"/>
                  </a:lnTo>
                  <a:lnTo>
                    <a:pt x="850" y="425"/>
                  </a:lnTo>
                  <a:lnTo>
                    <a:pt x="966" y="580"/>
                  </a:lnTo>
                  <a:lnTo>
                    <a:pt x="1005" y="657"/>
                  </a:lnTo>
                  <a:lnTo>
                    <a:pt x="1005" y="734"/>
                  </a:lnTo>
                  <a:lnTo>
                    <a:pt x="966" y="927"/>
                  </a:lnTo>
                  <a:lnTo>
                    <a:pt x="966" y="1005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82" y="1159"/>
                  </a:lnTo>
                  <a:lnTo>
                    <a:pt x="1198" y="1159"/>
                  </a:lnTo>
                  <a:lnTo>
                    <a:pt x="1275" y="1121"/>
                  </a:lnTo>
                  <a:lnTo>
                    <a:pt x="1314" y="1082"/>
                  </a:lnTo>
                  <a:lnTo>
                    <a:pt x="1391" y="889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48"/>
                  </a:lnTo>
                  <a:lnTo>
                    <a:pt x="1198" y="194"/>
                  </a:lnTo>
                  <a:lnTo>
                    <a:pt x="1044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5"/>
            <p:cNvSpPr/>
            <p:nvPr/>
          </p:nvSpPr>
          <p:spPr>
            <a:xfrm>
              <a:off x="1926550" y="1629050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3"/>
                  </a:lnTo>
                  <a:lnTo>
                    <a:pt x="2008" y="966"/>
                  </a:lnTo>
                  <a:lnTo>
                    <a:pt x="2124" y="1120"/>
                  </a:lnTo>
                  <a:lnTo>
                    <a:pt x="2201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1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5" y="502"/>
                  </a:lnTo>
                  <a:lnTo>
                    <a:pt x="811" y="464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3" y="425"/>
                  </a:lnTo>
                  <a:lnTo>
                    <a:pt x="78" y="618"/>
                  </a:lnTo>
                  <a:lnTo>
                    <a:pt x="0" y="811"/>
                  </a:lnTo>
                  <a:lnTo>
                    <a:pt x="0" y="1004"/>
                  </a:lnTo>
                  <a:lnTo>
                    <a:pt x="0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7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1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4"/>
                  </a:lnTo>
                  <a:lnTo>
                    <a:pt x="2626" y="2896"/>
                  </a:lnTo>
                  <a:lnTo>
                    <a:pt x="2703" y="2317"/>
                  </a:lnTo>
                  <a:lnTo>
                    <a:pt x="2703" y="2008"/>
                  </a:lnTo>
                  <a:lnTo>
                    <a:pt x="2703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699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5"/>
            <p:cNvSpPr/>
            <p:nvPr/>
          </p:nvSpPr>
          <p:spPr>
            <a:xfrm>
              <a:off x="1882150" y="19148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6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3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3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3" y="464"/>
                  </a:lnTo>
                  <a:lnTo>
                    <a:pt x="541" y="386"/>
                  </a:lnTo>
                  <a:lnTo>
                    <a:pt x="772" y="386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5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4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4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5"/>
            <p:cNvSpPr/>
            <p:nvPr/>
          </p:nvSpPr>
          <p:spPr>
            <a:xfrm>
              <a:off x="1851250" y="17671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2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0" y="5368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9"/>
                  </a:lnTo>
                  <a:lnTo>
                    <a:pt x="3978" y="888"/>
                  </a:lnTo>
                  <a:lnTo>
                    <a:pt x="4634" y="657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2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4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29" y="7376"/>
                  </a:lnTo>
                  <a:lnTo>
                    <a:pt x="13438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4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1" y="8611"/>
                  </a:lnTo>
                  <a:lnTo>
                    <a:pt x="18651" y="8534"/>
                  </a:lnTo>
                  <a:lnTo>
                    <a:pt x="18651" y="8457"/>
                  </a:lnTo>
                  <a:lnTo>
                    <a:pt x="18651" y="8380"/>
                  </a:lnTo>
                  <a:lnTo>
                    <a:pt x="18651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0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5"/>
            <p:cNvSpPr/>
            <p:nvPr/>
          </p:nvSpPr>
          <p:spPr>
            <a:xfrm>
              <a:off x="1849325" y="1901275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7" y="1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6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1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7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0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4" y="7299"/>
                  </a:lnTo>
                  <a:lnTo>
                    <a:pt x="14712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3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3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9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4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6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5"/>
            <p:cNvSpPr/>
            <p:nvPr/>
          </p:nvSpPr>
          <p:spPr>
            <a:xfrm>
              <a:off x="2090650" y="2821275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8" y="0"/>
                  </a:moveTo>
                  <a:lnTo>
                    <a:pt x="1893" y="78"/>
                  </a:lnTo>
                  <a:lnTo>
                    <a:pt x="1739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4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40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4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2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2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4" y="1622"/>
                  </a:lnTo>
                  <a:lnTo>
                    <a:pt x="1237" y="1313"/>
                  </a:lnTo>
                  <a:lnTo>
                    <a:pt x="1468" y="1004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2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3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2" y="2703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2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5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5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9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5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3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6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3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2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3" y="5793"/>
                  </a:lnTo>
                  <a:lnTo>
                    <a:pt x="4828" y="5638"/>
                  </a:lnTo>
                  <a:lnTo>
                    <a:pt x="4249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5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2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5"/>
            <p:cNvSpPr/>
            <p:nvPr/>
          </p:nvSpPr>
          <p:spPr>
            <a:xfrm>
              <a:off x="1793325" y="26986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7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5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5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3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5"/>
            <p:cNvSpPr/>
            <p:nvPr/>
          </p:nvSpPr>
          <p:spPr>
            <a:xfrm>
              <a:off x="1734450" y="2911050"/>
              <a:ext cx="35725" cy="29000"/>
            </a:xfrm>
            <a:custGeom>
              <a:avLst/>
              <a:gdLst/>
              <a:ahLst/>
              <a:cxnLst/>
              <a:rect l="l" t="t" r="r" b="b"/>
              <a:pathLst>
                <a:path w="1429" h="1160" extrusionOk="0">
                  <a:moveTo>
                    <a:pt x="502" y="1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7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2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5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3"/>
                  </a:lnTo>
                  <a:lnTo>
                    <a:pt x="425" y="580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772" y="387"/>
                  </a:lnTo>
                  <a:lnTo>
                    <a:pt x="850" y="425"/>
                  </a:lnTo>
                  <a:lnTo>
                    <a:pt x="965" y="580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5" y="927"/>
                  </a:lnTo>
                  <a:lnTo>
                    <a:pt x="965" y="1005"/>
                  </a:lnTo>
                  <a:lnTo>
                    <a:pt x="965" y="1082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4" y="1120"/>
                  </a:lnTo>
                  <a:lnTo>
                    <a:pt x="1313" y="1082"/>
                  </a:lnTo>
                  <a:lnTo>
                    <a:pt x="1390" y="889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4"/>
                  </a:lnTo>
                  <a:lnTo>
                    <a:pt x="1043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5"/>
            <p:cNvSpPr/>
            <p:nvPr/>
          </p:nvSpPr>
          <p:spPr>
            <a:xfrm>
              <a:off x="1725750" y="2629175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2"/>
                  </a:lnTo>
                  <a:lnTo>
                    <a:pt x="2008" y="965"/>
                  </a:lnTo>
                  <a:lnTo>
                    <a:pt x="2124" y="1120"/>
                  </a:lnTo>
                  <a:lnTo>
                    <a:pt x="2202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6" y="502"/>
                  </a:lnTo>
                  <a:lnTo>
                    <a:pt x="811" y="463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0"/>
                  </a:lnTo>
                  <a:lnTo>
                    <a:pt x="194" y="425"/>
                  </a:lnTo>
                  <a:lnTo>
                    <a:pt x="78" y="618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8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2" y="2973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3"/>
                  </a:lnTo>
                  <a:lnTo>
                    <a:pt x="2626" y="2896"/>
                  </a:lnTo>
                  <a:lnTo>
                    <a:pt x="2704" y="2317"/>
                  </a:lnTo>
                  <a:lnTo>
                    <a:pt x="2704" y="2008"/>
                  </a:lnTo>
                  <a:lnTo>
                    <a:pt x="2704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00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5"/>
            <p:cNvSpPr/>
            <p:nvPr/>
          </p:nvSpPr>
          <p:spPr>
            <a:xfrm>
              <a:off x="1681350" y="2914925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5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4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4" y="463"/>
                  </a:lnTo>
                  <a:lnTo>
                    <a:pt x="541" y="386"/>
                  </a:lnTo>
                  <a:lnTo>
                    <a:pt x="773" y="386"/>
                  </a:lnTo>
                  <a:lnTo>
                    <a:pt x="850" y="463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5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5"/>
            <p:cNvSpPr/>
            <p:nvPr/>
          </p:nvSpPr>
          <p:spPr>
            <a:xfrm>
              <a:off x="1650450" y="2767225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1" y="5367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8"/>
                  </a:lnTo>
                  <a:lnTo>
                    <a:pt x="3978" y="888"/>
                  </a:lnTo>
                  <a:lnTo>
                    <a:pt x="4634" y="656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2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3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30" y="7375"/>
                  </a:lnTo>
                  <a:lnTo>
                    <a:pt x="13439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5"/>
                  </a:lnTo>
                  <a:lnTo>
                    <a:pt x="16721" y="9885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3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1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79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7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5"/>
            <p:cNvSpPr/>
            <p:nvPr/>
          </p:nvSpPr>
          <p:spPr>
            <a:xfrm>
              <a:off x="1648525" y="2901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5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8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5" y="7299"/>
                  </a:lnTo>
                  <a:lnTo>
                    <a:pt x="14713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4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4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5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7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5"/>
            <p:cNvSpPr/>
            <p:nvPr/>
          </p:nvSpPr>
          <p:spPr>
            <a:xfrm>
              <a:off x="5932850" y="4466275"/>
              <a:ext cx="200800" cy="230725"/>
            </a:xfrm>
            <a:custGeom>
              <a:avLst/>
              <a:gdLst/>
              <a:ahLst/>
              <a:cxnLst/>
              <a:rect l="l" t="t" r="r" b="b"/>
              <a:pathLst>
                <a:path w="8032" h="9229" extrusionOk="0">
                  <a:moveTo>
                    <a:pt x="2047" y="0"/>
                  </a:moveTo>
                  <a:lnTo>
                    <a:pt x="1892" y="77"/>
                  </a:lnTo>
                  <a:lnTo>
                    <a:pt x="1738" y="154"/>
                  </a:lnTo>
                  <a:lnTo>
                    <a:pt x="1429" y="425"/>
                  </a:lnTo>
                  <a:lnTo>
                    <a:pt x="1197" y="734"/>
                  </a:lnTo>
                  <a:lnTo>
                    <a:pt x="965" y="1004"/>
                  </a:lnTo>
                  <a:lnTo>
                    <a:pt x="734" y="1352"/>
                  </a:lnTo>
                  <a:lnTo>
                    <a:pt x="502" y="1738"/>
                  </a:lnTo>
                  <a:lnTo>
                    <a:pt x="348" y="2124"/>
                  </a:lnTo>
                  <a:lnTo>
                    <a:pt x="193" y="2549"/>
                  </a:lnTo>
                  <a:lnTo>
                    <a:pt x="77" y="3012"/>
                  </a:lnTo>
                  <a:lnTo>
                    <a:pt x="39" y="3475"/>
                  </a:lnTo>
                  <a:lnTo>
                    <a:pt x="0" y="3939"/>
                  </a:lnTo>
                  <a:lnTo>
                    <a:pt x="77" y="4441"/>
                  </a:lnTo>
                  <a:lnTo>
                    <a:pt x="155" y="4904"/>
                  </a:lnTo>
                  <a:lnTo>
                    <a:pt x="270" y="5329"/>
                  </a:lnTo>
                  <a:lnTo>
                    <a:pt x="463" y="5792"/>
                  </a:lnTo>
                  <a:lnTo>
                    <a:pt x="695" y="6178"/>
                  </a:lnTo>
                  <a:lnTo>
                    <a:pt x="1043" y="6178"/>
                  </a:lnTo>
                  <a:lnTo>
                    <a:pt x="888" y="5831"/>
                  </a:lnTo>
                  <a:lnTo>
                    <a:pt x="734" y="5483"/>
                  </a:lnTo>
                  <a:lnTo>
                    <a:pt x="657" y="5136"/>
                  </a:lnTo>
                  <a:lnTo>
                    <a:pt x="541" y="4788"/>
                  </a:lnTo>
                  <a:lnTo>
                    <a:pt x="502" y="4402"/>
                  </a:lnTo>
                  <a:lnTo>
                    <a:pt x="463" y="4055"/>
                  </a:lnTo>
                  <a:lnTo>
                    <a:pt x="463" y="3668"/>
                  </a:lnTo>
                  <a:lnTo>
                    <a:pt x="463" y="3321"/>
                  </a:lnTo>
                  <a:lnTo>
                    <a:pt x="541" y="2973"/>
                  </a:lnTo>
                  <a:lnTo>
                    <a:pt x="618" y="2626"/>
                  </a:lnTo>
                  <a:lnTo>
                    <a:pt x="734" y="2278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7" y="1004"/>
                  </a:lnTo>
                  <a:lnTo>
                    <a:pt x="1776" y="734"/>
                  </a:lnTo>
                  <a:lnTo>
                    <a:pt x="1969" y="579"/>
                  </a:lnTo>
                  <a:lnTo>
                    <a:pt x="2085" y="502"/>
                  </a:lnTo>
                  <a:lnTo>
                    <a:pt x="2201" y="463"/>
                  </a:lnTo>
                  <a:lnTo>
                    <a:pt x="2317" y="579"/>
                  </a:lnTo>
                  <a:lnTo>
                    <a:pt x="2433" y="811"/>
                  </a:lnTo>
                  <a:lnTo>
                    <a:pt x="2587" y="1197"/>
                  </a:lnTo>
                  <a:lnTo>
                    <a:pt x="2742" y="1583"/>
                  </a:lnTo>
                  <a:lnTo>
                    <a:pt x="2858" y="1931"/>
                  </a:lnTo>
                  <a:lnTo>
                    <a:pt x="2973" y="2317"/>
                  </a:lnTo>
                  <a:lnTo>
                    <a:pt x="3051" y="2703"/>
                  </a:lnTo>
                  <a:lnTo>
                    <a:pt x="3089" y="3089"/>
                  </a:lnTo>
                  <a:lnTo>
                    <a:pt x="3089" y="3437"/>
                  </a:lnTo>
                  <a:lnTo>
                    <a:pt x="3051" y="3784"/>
                  </a:lnTo>
                  <a:lnTo>
                    <a:pt x="3012" y="4132"/>
                  </a:lnTo>
                  <a:lnTo>
                    <a:pt x="2896" y="4479"/>
                  </a:lnTo>
                  <a:lnTo>
                    <a:pt x="2780" y="4788"/>
                  </a:lnTo>
                  <a:lnTo>
                    <a:pt x="2587" y="5136"/>
                  </a:lnTo>
                  <a:lnTo>
                    <a:pt x="2394" y="5445"/>
                  </a:lnTo>
                  <a:lnTo>
                    <a:pt x="2356" y="5522"/>
                  </a:lnTo>
                  <a:lnTo>
                    <a:pt x="2394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4" y="5792"/>
                  </a:lnTo>
                  <a:lnTo>
                    <a:pt x="2471" y="5792"/>
                  </a:lnTo>
                  <a:lnTo>
                    <a:pt x="2626" y="5715"/>
                  </a:lnTo>
                  <a:lnTo>
                    <a:pt x="2819" y="5676"/>
                  </a:lnTo>
                  <a:lnTo>
                    <a:pt x="3205" y="5676"/>
                  </a:lnTo>
                  <a:lnTo>
                    <a:pt x="3630" y="5715"/>
                  </a:lnTo>
                  <a:lnTo>
                    <a:pt x="4055" y="5792"/>
                  </a:lnTo>
                  <a:lnTo>
                    <a:pt x="4441" y="5947"/>
                  </a:lnTo>
                  <a:lnTo>
                    <a:pt x="4866" y="6101"/>
                  </a:lnTo>
                  <a:lnTo>
                    <a:pt x="5213" y="6256"/>
                  </a:lnTo>
                  <a:lnTo>
                    <a:pt x="5522" y="6449"/>
                  </a:lnTo>
                  <a:lnTo>
                    <a:pt x="5831" y="6642"/>
                  </a:lnTo>
                  <a:lnTo>
                    <a:pt x="6140" y="6835"/>
                  </a:lnTo>
                  <a:lnTo>
                    <a:pt x="6410" y="7067"/>
                  </a:lnTo>
                  <a:lnTo>
                    <a:pt x="6680" y="7337"/>
                  </a:lnTo>
                  <a:lnTo>
                    <a:pt x="6912" y="7607"/>
                  </a:lnTo>
                  <a:lnTo>
                    <a:pt x="7144" y="7877"/>
                  </a:lnTo>
                  <a:lnTo>
                    <a:pt x="7337" y="8186"/>
                  </a:lnTo>
                  <a:lnTo>
                    <a:pt x="7530" y="8534"/>
                  </a:lnTo>
                  <a:lnTo>
                    <a:pt x="7105" y="8650"/>
                  </a:lnTo>
                  <a:lnTo>
                    <a:pt x="6680" y="8727"/>
                  </a:lnTo>
                  <a:lnTo>
                    <a:pt x="6294" y="8766"/>
                  </a:lnTo>
                  <a:lnTo>
                    <a:pt x="5870" y="8804"/>
                  </a:lnTo>
                  <a:lnTo>
                    <a:pt x="5483" y="8804"/>
                  </a:lnTo>
                  <a:lnTo>
                    <a:pt x="5059" y="8727"/>
                  </a:lnTo>
                  <a:lnTo>
                    <a:pt x="4672" y="8611"/>
                  </a:lnTo>
                  <a:lnTo>
                    <a:pt x="4248" y="8457"/>
                  </a:lnTo>
                  <a:lnTo>
                    <a:pt x="3900" y="8264"/>
                  </a:lnTo>
                  <a:lnTo>
                    <a:pt x="3591" y="8071"/>
                  </a:lnTo>
                  <a:lnTo>
                    <a:pt x="3012" y="7607"/>
                  </a:lnTo>
                  <a:lnTo>
                    <a:pt x="2471" y="7105"/>
                  </a:lnTo>
                  <a:lnTo>
                    <a:pt x="1931" y="6565"/>
                  </a:lnTo>
                  <a:lnTo>
                    <a:pt x="1854" y="6526"/>
                  </a:lnTo>
                  <a:lnTo>
                    <a:pt x="1815" y="6487"/>
                  </a:lnTo>
                  <a:lnTo>
                    <a:pt x="1661" y="6526"/>
                  </a:lnTo>
                  <a:lnTo>
                    <a:pt x="1622" y="6526"/>
                  </a:lnTo>
                  <a:lnTo>
                    <a:pt x="1583" y="6565"/>
                  </a:lnTo>
                  <a:lnTo>
                    <a:pt x="1429" y="6835"/>
                  </a:lnTo>
                  <a:lnTo>
                    <a:pt x="1661" y="6873"/>
                  </a:lnTo>
                  <a:lnTo>
                    <a:pt x="2278" y="7491"/>
                  </a:lnTo>
                  <a:lnTo>
                    <a:pt x="2896" y="8071"/>
                  </a:lnTo>
                  <a:lnTo>
                    <a:pt x="3244" y="8341"/>
                  </a:lnTo>
                  <a:lnTo>
                    <a:pt x="3630" y="8573"/>
                  </a:lnTo>
                  <a:lnTo>
                    <a:pt x="3977" y="8766"/>
                  </a:lnTo>
                  <a:lnTo>
                    <a:pt x="4364" y="8959"/>
                  </a:lnTo>
                  <a:lnTo>
                    <a:pt x="4827" y="9113"/>
                  </a:lnTo>
                  <a:lnTo>
                    <a:pt x="5252" y="9190"/>
                  </a:lnTo>
                  <a:lnTo>
                    <a:pt x="5676" y="9229"/>
                  </a:lnTo>
                  <a:lnTo>
                    <a:pt x="6140" y="9229"/>
                  </a:lnTo>
                  <a:lnTo>
                    <a:pt x="6565" y="9152"/>
                  </a:lnTo>
                  <a:lnTo>
                    <a:pt x="6989" y="9074"/>
                  </a:lnTo>
                  <a:lnTo>
                    <a:pt x="7878" y="8843"/>
                  </a:lnTo>
                  <a:lnTo>
                    <a:pt x="7955" y="8804"/>
                  </a:lnTo>
                  <a:lnTo>
                    <a:pt x="7993" y="8727"/>
                  </a:lnTo>
                  <a:lnTo>
                    <a:pt x="8032" y="8650"/>
                  </a:lnTo>
                  <a:lnTo>
                    <a:pt x="7993" y="8534"/>
                  </a:lnTo>
                  <a:lnTo>
                    <a:pt x="7762" y="8109"/>
                  </a:lnTo>
                  <a:lnTo>
                    <a:pt x="7491" y="7684"/>
                  </a:lnTo>
                  <a:lnTo>
                    <a:pt x="7221" y="7298"/>
                  </a:lnTo>
                  <a:lnTo>
                    <a:pt x="6874" y="6912"/>
                  </a:lnTo>
                  <a:lnTo>
                    <a:pt x="6526" y="6603"/>
                  </a:lnTo>
                  <a:lnTo>
                    <a:pt x="6140" y="6294"/>
                  </a:lnTo>
                  <a:lnTo>
                    <a:pt x="5715" y="6024"/>
                  </a:lnTo>
                  <a:lnTo>
                    <a:pt x="5252" y="5792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39" y="5367"/>
                  </a:lnTo>
                  <a:lnTo>
                    <a:pt x="3591" y="5290"/>
                  </a:lnTo>
                  <a:lnTo>
                    <a:pt x="3012" y="5290"/>
                  </a:lnTo>
                  <a:lnTo>
                    <a:pt x="3167" y="4981"/>
                  </a:lnTo>
                  <a:lnTo>
                    <a:pt x="3321" y="4634"/>
                  </a:lnTo>
                  <a:lnTo>
                    <a:pt x="3398" y="4286"/>
                  </a:lnTo>
                  <a:lnTo>
                    <a:pt x="3475" y="3939"/>
                  </a:lnTo>
                  <a:lnTo>
                    <a:pt x="3514" y="3591"/>
                  </a:lnTo>
                  <a:lnTo>
                    <a:pt x="3514" y="3205"/>
                  </a:lnTo>
                  <a:lnTo>
                    <a:pt x="3514" y="2858"/>
                  </a:lnTo>
                  <a:lnTo>
                    <a:pt x="3437" y="2471"/>
                  </a:lnTo>
                  <a:lnTo>
                    <a:pt x="3321" y="1969"/>
                  </a:lnTo>
                  <a:lnTo>
                    <a:pt x="3167" y="1467"/>
                  </a:lnTo>
                  <a:lnTo>
                    <a:pt x="2935" y="965"/>
                  </a:lnTo>
                  <a:lnTo>
                    <a:pt x="2703" y="502"/>
                  </a:lnTo>
                  <a:lnTo>
                    <a:pt x="2587" y="270"/>
                  </a:lnTo>
                  <a:lnTo>
                    <a:pt x="2471" y="116"/>
                  </a:lnTo>
                  <a:lnTo>
                    <a:pt x="2356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5"/>
            <p:cNvSpPr/>
            <p:nvPr/>
          </p:nvSpPr>
          <p:spPr>
            <a:xfrm>
              <a:off x="5635500" y="4343650"/>
              <a:ext cx="54100" cy="45400"/>
            </a:xfrm>
            <a:custGeom>
              <a:avLst/>
              <a:gdLst/>
              <a:ahLst/>
              <a:cxnLst/>
              <a:rect l="l" t="t" r="r" b="b"/>
              <a:pathLst>
                <a:path w="2164" h="1816" extrusionOk="0">
                  <a:moveTo>
                    <a:pt x="1314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5"/>
                  </a:lnTo>
                  <a:lnTo>
                    <a:pt x="1777" y="889"/>
                  </a:lnTo>
                  <a:lnTo>
                    <a:pt x="1777" y="928"/>
                  </a:lnTo>
                  <a:lnTo>
                    <a:pt x="1738" y="1005"/>
                  </a:lnTo>
                  <a:lnTo>
                    <a:pt x="1661" y="1044"/>
                  </a:lnTo>
                  <a:lnTo>
                    <a:pt x="1584" y="1082"/>
                  </a:lnTo>
                  <a:lnTo>
                    <a:pt x="1275" y="1121"/>
                  </a:lnTo>
                  <a:lnTo>
                    <a:pt x="927" y="1121"/>
                  </a:lnTo>
                  <a:lnTo>
                    <a:pt x="619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1"/>
                  </a:lnTo>
                  <a:lnTo>
                    <a:pt x="348" y="1005"/>
                  </a:lnTo>
                  <a:lnTo>
                    <a:pt x="387" y="850"/>
                  </a:lnTo>
                  <a:lnTo>
                    <a:pt x="464" y="735"/>
                  </a:lnTo>
                  <a:lnTo>
                    <a:pt x="580" y="619"/>
                  </a:lnTo>
                  <a:lnTo>
                    <a:pt x="657" y="503"/>
                  </a:lnTo>
                  <a:lnTo>
                    <a:pt x="812" y="426"/>
                  </a:lnTo>
                  <a:lnTo>
                    <a:pt x="966" y="387"/>
                  </a:lnTo>
                  <a:close/>
                  <a:moveTo>
                    <a:pt x="1005" y="1"/>
                  </a:moveTo>
                  <a:lnTo>
                    <a:pt x="812" y="40"/>
                  </a:lnTo>
                  <a:lnTo>
                    <a:pt x="619" y="117"/>
                  </a:lnTo>
                  <a:lnTo>
                    <a:pt x="425" y="233"/>
                  </a:lnTo>
                  <a:lnTo>
                    <a:pt x="271" y="348"/>
                  </a:lnTo>
                  <a:lnTo>
                    <a:pt x="155" y="503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30"/>
                  </a:lnTo>
                  <a:lnTo>
                    <a:pt x="117" y="1623"/>
                  </a:lnTo>
                  <a:lnTo>
                    <a:pt x="155" y="1739"/>
                  </a:lnTo>
                  <a:lnTo>
                    <a:pt x="232" y="1777"/>
                  </a:lnTo>
                  <a:lnTo>
                    <a:pt x="348" y="1816"/>
                  </a:lnTo>
                  <a:lnTo>
                    <a:pt x="425" y="1739"/>
                  </a:lnTo>
                  <a:lnTo>
                    <a:pt x="580" y="1623"/>
                  </a:lnTo>
                  <a:lnTo>
                    <a:pt x="696" y="1546"/>
                  </a:lnTo>
                  <a:lnTo>
                    <a:pt x="889" y="1507"/>
                  </a:lnTo>
                  <a:lnTo>
                    <a:pt x="1429" y="1507"/>
                  </a:lnTo>
                  <a:lnTo>
                    <a:pt x="1584" y="1468"/>
                  </a:lnTo>
                  <a:lnTo>
                    <a:pt x="1777" y="1430"/>
                  </a:lnTo>
                  <a:lnTo>
                    <a:pt x="1931" y="1352"/>
                  </a:lnTo>
                  <a:lnTo>
                    <a:pt x="2047" y="1237"/>
                  </a:lnTo>
                  <a:lnTo>
                    <a:pt x="2125" y="1121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9"/>
                  </a:lnTo>
                  <a:lnTo>
                    <a:pt x="2086" y="464"/>
                  </a:lnTo>
                  <a:lnTo>
                    <a:pt x="1970" y="310"/>
                  </a:lnTo>
                  <a:lnTo>
                    <a:pt x="1816" y="194"/>
                  </a:lnTo>
                  <a:lnTo>
                    <a:pt x="1623" y="78"/>
                  </a:lnTo>
                  <a:lnTo>
                    <a:pt x="142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5"/>
            <p:cNvSpPr/>
            <p:nvPr/>
          </p:nvSpPr>
          <p:spPr>
            <a:xfrm>
              <a:off x="5576625" y="4556050"/>
              <a:ext cx="35725" cy="28975"/>
            </a:xfrm>
            <a:custGeom>
              <a:avLst/>
              <a:gdLst/>
              <a:ahLst/>
              <a:cxnLst/>
              <a:rect l="l" t="t" r="r" b="b"/>
              <a:pathLst>
                <a:path w="1429" h="1159" extrusionOk="0">
                  <a:moveTo>
                    <a:pt x="502" y="0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6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1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4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2"/>
                  </a:lnTo>
                  <a:lnTo>
                    <a:pt x="425" y="579"/>
                  </a:lnTo>
                  <a:lnTo>
                    <a:pt x="541" y="425"/>
                  </a:lnTo>
                  <a:lnTo>
                    <a:pt x="618" y="386"/>
                  </a:lnTo>
                  <a:lnTo>
                    <a:pt x="773" y="386"/>
                  </a:lnTo>
                  <a:lnTo>
                    <a:pt x="850" y="425"/>
                  </a:lnTo>
                  <a:lnTo>
                    <a:pt x="966" y="579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6" y="927"/>
                  </a:lnTo>
                  <a:lnTo>
                    <a:pt x="966" y="1004"/>
                  </a:lnTo>
                  <a:lnTo>
                    <a:pt x="966" y="1081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5" y="1120"/>
                  </a:lnTo>
                  <a:lnTo>
                    <a:pt x="1313" y="1081"/>
                  </a:lnTo>
                  <a:lnTo>
                    <a:pt x="1390" y="888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3"/>
                  </a:lnTo>
                  <a:lnTo>
                    <a:pt x="1043" y="77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5"/>
            <p:cNvSpPr/>
            <p:nvPr/>
          </p:nvSpPr>
          <p:spPr>
            <a:xfrm>
              <a:off x="5567925" y="4274150"/>
              <a:ext cx="67600" cy="76300"/>
            </a:xfrm>
            <a:custGeom>
              <a:avLst/>
              <a:gdLst/>
              <a:ahLst/>
              <a:cxnLst/>
              <a:rect l="l" t="t" r="r" b="b"/>
              <a:pathLst>
                <a:path w="2704" h="3052" extrusionOk="0">
                  <a:moveTo>
                    <a:pt x="1159" y="425"/>
                  </a:moveTo>
                  <a:lnTo>
                    <a:pt x="1429" y="503"/>
                  </a:lnTo>
                  <a:lnTo>
                    <a:pt x="1661" y="619"/>
                  </a:lnTo>
                  <a:lnTo>
                    <a:pt x="1854" y="773"/>
                  </a:lnTo>
                  <a:lnTo>
                    <a:pt x="2009" y="966"/>
                  </a:lnTo>
                  <a:lnTo>
                    <a:pt x="2124" y="1121"/>
                  </a:lnTo>
                  <a:lnTo>
                    <a:pt x="2202" y="1314"/>
                  </a:lnTo>
                  <a:lnTo>
                    <a:pt x="2318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5"/>
                  </a:lnTo>
                  <a:lnTo>
                    <a:pt x="2047" y="2279"/>
                  </a:lnTo>
                  <a:lnTo>
                    <a:pt x="1623" y="2047"/>
                  </a:lnTo>
                  <a:lnTo>
                    <a:pt x="1236" y="1893"/>
                  </a:lnTo>
                  <a:lnTo>
                    <a:pt x="1005" y="1777"/>
                  </a:lnTo>
                  <a:lnTo>
                    <a:pt x="812" y="1661"/>
                  </a:lnTo>
                  <a:lnTo>
                    <a:pt x="619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2"/>
                  </a:lnTo>
                  <a:lnTo>
                    <a:pt x="541" y="657"/>
                  </a:lnTo>
                  <a:lnTo>
                    <a:pt x="619" y="580"/>
                  </a:lnTo>
                  <a:lnTo>
                    <a:pt x="696" y="503"/>
                  </a:lnTo>
                  <a:lnTo>
                    <a:pt x="812" y="464"/>
                  </a:lnTo>
                  <a:lnTo>
                    <a:pt x="927" y="425"/>
                  </a:lnTo>
                  <a:close/>
                  <a:moveTo>
                    <a:pt x="1005" y="1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4" y="425"/>
                  </a:lnTo>
                  <a:lnTo>
                    <a:pt x="78" y="619"/>
                  </a:lnTo>
                  <a:lnTo>
                    <a:pt x="1" y="812"/>
                  </a:lnTo>
                  <a:lnTo>
                    <a:pt x="1" y="1005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3"/>
                  </a:lnTo>
                  <a:lnTo>
                    <a:pt x="387" y="1854"/>
                  </a:lnTo>
                  <a:lnTo>
                    <a:pt x="619" y="2047"/>
                  </a:lnTo>
                  <a:lnTo>
                    <a:pt x="889" y="2202"/>
                  </a:lnTo>
                  <a:lnTo>
                    <a:pt x="1198" y="2318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9" y="2742"/>
                  </a:lnTo>
                  <a:lnTo>
                    <a:pt x="2202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1" y="3013"/>
                  </a:lnTo>
                  <a:lnTo>
                    <a:pt x="2588" y="2974"/>
                  </a:lnTo>
                  <a:lnTo>
                    <a:pt x="2626" y="2897"/>
                  </a:lnTo>
                  <a:lnTo>
                    <a:pt x="2704" y="2318"/>
                  </a:lnTo>
                  <a:lnTo>
                    <a:pt x="2704" y="2009"/>
                  </a:lnTo>
                  <a:lnTo>
                    <a:pt x="2704" y="1700"/>
                  </a:lnTo>
                  <a:lnTo>
                    <a:pt x="2626" y="1429"/>
                  </a:lnTo>
                  <a:lnTo>
                    <a:pt x="2549" y="1121"/>
                  </a:lnTo>
                  <a:lnTo>
                    <a:pt x="2433" y="850"/>
                  </a:lnTo>
                  <a:lnTo>
                    <a:pt x="2279" y="580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700" y="117"/>
                  </a:lnTo>
                  <a:lnTo>
                    <a:pt x="1507" y="39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5"/>
            <p:cNvSpPr/>
            <p:nvPr/>
          </p:nvSpPr>
          <p:spPr>
            <a:xfrm>
              <a:off x="5523525" y="45599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2"/>
                  </a:lnTo>
                  <a:lnTo>
                    <a:pt x="78" y="966"/>
                  </a:lnTo>
                  <a:lnTo>
                    <a:pt x="232" y="1082"/>
                  </a:lnTo>
                  <a:lnTo>
                    <a:pt x="387" y="1198"/>
                  </a:lnTo>
                  <a:lnTo>
                    <a:pt x="464" y="1198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5"/>
                  </a:lnTo>
                  <a:lnTo>
                    <a:pt x="387" y="927"/>
                  </a:lnTo>
                  <a:lnTo>
                    <a:pt x="348" y="812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7" y="503"/>
                  </a:lnTo>
                  <a:lnTo>
                    <a:pt x="464" y="464"/>
                  </a:lnTo>
                  <a:lnTo>
                    <a:pt x="541" y="387"/>
                  </a:lnTo>
                  <a:lnTo>
                    <a:pt x="773" y="387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2" y="1043"/>
                  </a:lnTo>
                  <a:lnTo>
                    <a:pt x="1159" y="1082"/>
                  </a:lnTo>
                  <a:lnTo>
                    <a:pt x="1197" y="1082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7"/>
                  </a:lnTo>
                  <a:lnTo>
                    <a:pt x="1159" y="232"/>
                  </a:lnTo>
                  <a:lnTo>
                    <a:pt x="1004" y="78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5"/>
            <p:cNvSpPr/>
            <p:nvPr/>
          </p:nvSpPr>
          <p:spPr>
            <a:xfrm>
              <a:off x="5492625" y="44122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1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1"/>
                  </a:lnTo>
                  <a:lnTo>
                    <a:pt x="3862" y="503"/>
                  </a:lnTo>
                  <a:lnTo>
                    <a:pt x="3322" y="773"/>
                  </a:lnTo>
                  <a:lnTo>
                    <a:pt x="2781" y="1082"/>
                  </a:lnTo>
                  <a:lnTo>
                    <a:pt x="2279" y="1429"/>
                  </a:lnTo>
                  <a:lnTo>
                    <a:pt x="1816" y="1854"/>
                  </a:lnTo>
                  <a:lnTo>
                    <a:pt x="1429" y="2279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7" y="4789"/>
                  </a:lnTo>
                  <a:lnTo>
                    <a:pt x="1" y="5368"/>
                  </a:lnTo>
                  <a:lnTo>
                    <a:pt x="348" y="5407"/>
                  </a:lnTo>
                  <a:lnTo>
                    <a:pt x="464" y="4982"/>
                  </a:lnTo>
                  <a:lnTo>
                    <a:pt x="580" y="4596"/>
                  </a:lnTo>
                  <a:lnTo>
                    <a:pt x="812" y="3978"/>
                  </a:lnTo>
                  <a:lnTo>
                    <a:pt x="1121" y="3399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7"/>
                  </a:lnTo>
                  <a:lnTo>
                    <a:pt x="3399" y="1159"/>
                  </a:lnTo>
                  <a:lnTo>
                    <a:pt x="3978" y="889"/>
                  </a:lnTo>
                  <a:lnTo>
                    <a:pt x="4635" y="657"/>
                  </a:lnTo>
                  <a:lnTo>
                    <a:pt x="5252" y="464"/>
                  </a:lnTo>
                  <a:lnTo>
                    <a:pt x="5909" y="387"/>
                  </a:lnTo>
                  <a:lnTo>
                    <a:pt x="6565" y="387"/>
                  </a:lnTo>
                  <a:lnTo>
                    <a:pt x="7222" y="464"/>
                  </a:lnTo>
                  <a:lnTo>
                    <a:pt x="7878" y="580"/>
                  </a:lnTo>
                  <a:lnTo>
                    <a:pt x="8496" y="812"/>
                  </a:lnTo>
                  <a:lnTo>
                    <a:pt x="9114" y="1082"/>
                  </a:lnTo>
                  <a:lnTo>
                    <a:pt x="9423" y="1275"/>
                  </a:lnTo>
                  <a:lnTo>
                    <a:pt x="9732" y="1507"/>
                  </a:lnTo>
                  <a:lnTo>
                    <a:pt x="10041" y="1700"/>
                  </a:lnTo>
                  <a:lnTo>
                    <a:pt x="10311" y="1931"/>
                  </a:lnTo>
                  <a:lnTo>
                    <a:pt x="10774" y="2472"/>
                  </a:lnTo>
                  <a:lnTo>
                    <a:pt x="11199" y="3013"/>
                  </a:lnTo>
                  <a:lnTo>
                    <a:pt x="11547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8"/>
                  </a:lnTo>
                  <a:lnTo>
                    <a:pt x="12859" y="6797"/>
                  </a:lnTo>
                  <a:lnTo>
                    <a:pt x="13130" y="7376"/>
                  </a:lnTo>
                  <a:lnTo>
                    <a:pt x="13439" y="7955"/>
                  </a:lnTo>
                  <a:lnTo>
                    <a:pt x="13825" y="8496"/>
                  </a:lnTo>
                  <a:lnTo>
                    <a:pt x="14250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500"/>
                  </a:lnTo>
                  <a:lnTo>
                    <a:pt x="15292" y="9654"/>
                  </a:lnTo>
                  <a:lnTo>
                    <a:pt x="15756" y="9809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9"/>
                  </a:lnTo>
                  <a:lnTo>
                    <a:pt x="17609" y="9616"/>
                  </a:lnTo>
                  <a:lnTo>
                    <a:pt x="17841" y="9500"/>
                  </a:lnTo>
                  <a:lnTo>
                    <a:pt x="18034" y="9384"/>
                  </a:lnTo>
                  <a:lnTo>
                    <a:pt x="18188" y="9230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2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80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6" y="8419"/>
                  </a:lnTo>
                  <a:lnTo>
                    <a:pt x="18072" y="8728"/>
                  </a:lnTo>
                  <a:lnTo>
                    <a:pt x="17802" y="8998"/>
                  </a:lnTo>
                  <a:lnTo>
                    <a:pt x="17493" y="9191"/>
                  </a:lnTo>
                  <a:lnTo>
                    <a:pt x="17184" y="9345"/>
                  </a:lnTo>
                  <a:lnTo>
                    <a:pt x="16837" y="9423"/>
                  </a:lnTo>
                  <a:lnTo>
                    <a:pt x="16451" y="9461"/>
                  </a:lnTo>
                  <a:lnTo>
                    <a:pt x="16103" y="9423"/>
                  </a:lnTo>
                  <a:lnTo>
                    <a:pt x="15717" y="9345"/>
                  </a:lnTo>
                  <a:lnTo>
                    <a:pt x="15369" y="9191"/>
                  </a:lnTo>
                  <a:lnTo>
                    <a:pt x="15022" y="8998"/>
                  </a:lnTo>
                  <a:lnTo>
                    <a:pt x="14713" y="8766"/>
                  </a:lnTo>
                  <a:lnTo>
                    <a:pt x="14404" y="8496"/>
                  </a:lnTo>
                  <a:lnTo>
                    <a:pt x="14172" y="8187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5" y="7183"/>
                  </a:lnTo>
                  <a:lnTo>
                    <a:pt x="13246" y="6526"/>
                  </a:lnTo>
                  <a:lnTo>
                    <a:pt x="12975" y="5831"/>
                  </a:lnTo>
                  <a:lnTo>
                    <a:pt x="12473" y="4480"/>
                  </a:lnTo>
                  <a:lnTo>
                    <a:pt x="12164" y="3823"/>
                  </a:lnTo>
                  <a:lnTo>
                    <a:pt x="11855" y="3206"/>
                  </a:lnTo>
                  <a:lnTo>
                    <a:pt x="11469" y="2588"/>
                  </a:lnTo>
                  <a:lnTo>
                    <a:pt x="11238" y="2279"/>
                  </a:lnTo>
                  <a:lnTo>
                    <a:pt x="11006" y="2009"/>
                  </a:lnTo>
                  <a:lnTo>
                    <a:pt x="10543" y="1584"/>
                  </a:lnTo>
                  <a:lnTo>
                    <a:pt x="10079" y="1198"/>
                  </a:lnTo>
                  <a:lnTo>
                    <a:pt x="9577" y="850"/>
                  </a:lnTo>
                  <a:lnTo>
                    <a:pt x="9037" y="580"/>
                  </a:lnTo>
                  <a:lnTo>
                    <a:pt x="8496" y="348"/>
                  </a:lnTo>
                  <a:lnTo>
                    <a:pt x="7917" y="194"/>
                  </a:lnTo>
                  <a:lnTo>
                    <a:pt x="7338" y="78"/>
                  </a:lnTo>
                  <a:lnTo>
                    <a:pt x="67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5"/>
            <p:cNvSpPr/>
            <p:nvPr/>
          </p:nvSpPr>
          <p:spPr>
            <a:xfrm>
              <a:off x="5490700" y="4546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79"/>
                  </a:lnTo>
                  <a:lnTo>
                    <a:pt x="0" y="1197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8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6"/>
                  </a:lnTo>
                  <a:lnTo>
                    <a:pt x="1970" y="5947"/>
                  </a:lnTo>
                  <a:lnTo>
                    <a:pt x="2433" y="6410"/>
                  </a:lnTo>
                  <a:lnTo>
                    <a:pt x="2974" y="6873"/>
                  </a:lnTo>
                  <a:lnTo>
                    <a:pt x="3514" y="7260"/>
                  </a:lnTo>
                  <a:lnTo>
                    <a:pt x="4094" y="7646"/>
                  </a:lnTo>
                  <a:lnTo>
                    <a:pt x="4712" y="7955"/>
                  </a:lnTo>
                  <a:lnTo>
                    <a:pt x="5329" y="8225"/>
                  </a:lnTo>
                  <a:lnTo>
                    <a:pt x="5986" y="8495"/>
                  </a:lnTo>
                  <a:lnTo>
                    <a:pt x="6642" y="8688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3"/>
                  </a:lnTo>
                  <a:lnTo>
                    <a:pt x="10774" y="9075"/>
                  </a:lnTo>
                  <a:lnTo>
                    <a:pt x="11392" y="8997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1"/>
                  </a:lnTo>
                  <a:lnTo>
                    <a:pt x="14018" y="8379"/>
                  </a:lnTo>
                  <a:lnTo>
                    <a:pt x="14636" y="8148"/>
                  </a:lnTo>
                  <a:lnTo>
                    <a:pt x="15253" y="7877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0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4"/>
                  </a:lnTo>
                  <a:lnTo>
                    <a:pt x="19076" y="4286"/>
                  </a:lnTo>
                  <a:lnTo>
                    <a:pt x="19347" y="3668"/>
                  </a:lnTo>
                  <a:lnTo>
                    <a:pt x="19115" y="3630"/>
                  </a:lnTo>
                  <a:lnTo>
                    <a:pt x="18767" y="4170"/>
                  </a:lnTo>
                  <a:lnTo>
                    <a:pt x="18420" y="4634"/>
                  </a:lnTo>
                  <a:lnTo>
                    <a:pt x="18034" y="5097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0"/>
                  </a:lnTo>
                  <a:lnTo>
                    <a:pt x="15755" y="7028"/>
                  </a:lnTo>
                  <a:lnTo>
                    <a:pt x="15215" y="7298"/>
                  </a:lnTo>
                  <a:lnTo>
                    <a:pt x="14713" y="7569"/>
                  </a:lnTo>
                  <a:lnTo>
                    <a:pt x="14134" y="7800"/>
                  </a:lnTo>
                  <a:lnTo>
                    <a:pt x="13593" y="8032"/>
                  </a:lnTo>
                  <a:lnTo>
                    <a:pt x="13014" y="8186"/>
                  </a:lnTo>
                  <a:lnTo>
                    <a:pt x="12434" y="8341"/>
                  </a:lnTo>
                  <a:lnTo>
                    <a:pt x="11817" y="8457"/>
                  </a:lnTo>
                  <a:lnTo>
                    <a:pt x="11199" y="8534"/>
                  </a:lnTo>
                  <a:lnTo>
                    <a:pt x="10504" y="8611"/>
                  </a:lnTo>
                  <a:lnTo>
                    <a:pt x="9114" y="8611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2"/>
                  </a:lnTo>
                  <a:lnTo>
                    <a:pt x="6333" y="8109"/>
                  </a:lnTo>
                  <a:lnTo>
                    <a:pt x="5638" y="7877"/>
                  </a:lnTo>
                  <a:lnTo>
                    <a:pt x="5020" y="7607"/>
                  </a:lnTo>
                  <a:lnTo>
                    <a:pt x="4364" y="7260"/>
                  </a:lnTo>
                  <a:lnTo>
                    <a:pt x="3785" y="6912"/>
                  </a:lnTo>
                  <a:lnTo>
                    <a:pt x="3206" y="6487"/>
                  </a:lnTo>
                  <a:lnTo>
                    <a:pt x="2704" y="6063"/>
                  </a:lnTo>
                  <a:lnTo>
                    <a:pt x="2202" y="5561"/>
                  </a:lnTo>
                  <a:lnTo>
                    <a:pt x="1777" y="4981"/>
                  </a:lnTo>
                  <a:lnTo>
                    <a:pt x="1391" y="4402"/>
                  </a:lnTo>
                  <a:lnTo>
                    <a:pt x="1120" y="3900"/>
                  </a:lnTo>
                  <a:lnTo>
                    <a:pt x="850" y="3360"/>
                  </a:lnTo>
                  <a:lnTo>
                    <a:pt x="696" y="2858"/>
                  </a:lnTo>
                  <a:lnTo>
                    <a:pt x="541" y="2278"/>
                  </a:lnTo>
                  <a:lnTo>
                    <a:pt x="425" y="1738"/>
                  </a:lnTo>
                  <a:lnTo>
                    <a:pt x="387" y="1158"/>
                  </a:lnTo>
                  <a:lnTo>
                    <a:pt x="387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5"/>
            <p:cNvSpPr/>
            <p:nvPr/>
          </p:nvSpPr>
          <p:spPr>
            <a:xfrm>
              <a:off x="299900" y="4449850"/>
              <a:ext cx="375550" cy="386175"/>
            </a:xfrm>
            <a:custGeom>
              <a:avLst/>
              <a:gdLst/>
              <a:ahLst/>
              <a:cxnLst/>
              <a:rect l="l" t="t" r="r" b="b"/>
              <a:pathLst>
                <a:path w="15022" h="15447" extrusionOk="0">
                  <a:moveTo>
                    <a:pt x="8032" y="503"/>
                  </a:move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05"/>
                  </a:lnTo>
                  <a:lnTo>
                    <a:pt x="10697" y="1236"/>
                  </a:lnTo>
                  <a:lnTo>
                    <a:pt x="11160" y="1507"/>
                  </a:lnTo>
                  <a:lnTo>
                    <a:pt x="11623" y="1815"/>
                  </a:lnTo>
                  <a:lnTo>
                    <a:pt x="10813" y="2163"/>
                  </a:lnTo>
                  <a:lnTo>
                    <a:pt x="10079" y="2588"/>
                  </a:lnTo>
                  <a:lnTo>
                    <a:pt x="9307" y="3090"/>
                  </a:lnTo>
                  <a:lnTo>
                    <a:pt x="8611" y="3592"/>
                  </a:lnTo>
                  <a:lnTo>
                    <a:pt x="7955" y="4171"/>
                  </a:lnTo>
                  <a:lnTo>
                    <a:pt x="7299" y="4789"/>
                  </a:lnTo>
                  <a:lnTo>
                    <a:pt x="6719" y="5445"/>
                  </a:lnTo>
                  <a:lnTo>
                    <a:pt x="6140" y="6140"/>
                  </a:lnTo>
                  <a:lnTo>
                    <a:pt x="5638" y="6835"/>
                  </a:lnTo>
                  <a:lnTo>
                    <a:pt x="5213" y="7608"/>
                  </a:lnTo>
                  <a:lnTo>
                    <a:pt x="4789" y="8380"/>
                  </a:lnTo>
                  <a:lnTo>
                    <a:pt x="4480" y="9191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3" y="11739"/>
                  </a:lnTo>
                  <a:lnTo>
                    <a:pt x="3746" y="12628"/>
                  </a:lnTo>
                  <a:lnTo>
                    <a:pt x="3592" y="12666"/>
                  </a:lnTo>
                  <a:lnTo>
                    <a:pt x="3283" y="11817"/>
                  </a:lnTo>
                  <a:lnTo>
                    <a:pt x="3051" y="11006"/>
                  </a:lnTo>
                  <a:lnTo>
                    <a:pt x="2858" y="10195"/>
                  </a:lnTo>
                  <a:lnTo>
                    <a:pt x="2703" y="9345"/>
                  </a:lnTo>
                  <a:lnTo>
                    <a:pt x="2588" y="8496"/>
                  </a:lnTo>
                  <a:lnTo>
                    <a:pt x="2549" y="7646"/>
                  </a:lnTo>
                  <a:lnTo>
                    <a:pt x="2588" y="6797"/>
                  </a:lnTo>
                  <a:lnTo>
                    <a:pt x="2703" y="5909"/>
                  </a:lnTo>
                  <a:lnTo>
                    <a:pt x="2858" y="5214"/>
                  </a:lnTo>
                  <a:lnTo>
                    <a:pt x="3051" y="4480"/>
                  </a:lnTo>
                  <a:lnTo>
                    <a:pt x="3321" y="3823"/>
                  </a:lnTo>
                  <a:lnTo>
                    <a:pt x="3669" y="3167"/>
                  </a:lnTo>
                  <a:lnTo>
                    <a:pt x="4016" y="2549"/>
                  </a:lnTo>
                  <a:lnTo>
                    <a:pt x="4441" y="1970"/>
                  </a:lnTo>
                  <a:lnTo>
                    <a:pt x="4904" y="1391"/>
                  </a:lnTo>
                  <a:lnTo>
                    <a:pt x="5406" y="850"/>
                  </a:lnTo>
                  <a:lnTo>
                    <a:pt x="5908" y="696"/>
                  </a:lnTo>
                  <a:lnTo>
                    <a:pt x="6410" y="618"/>
                  </a:lnTo>
                  <a:lnTo>
                    <a:pt x="6951" y="541"/>
                  </a:lnTo>
                  <a:lnTo>
                    <a:pt x="7492" y="503"/>
                  </a:lnTo>
                  <a:close/>
                  <a:moveTo>
                    <a:pt x="11971" y="2086"/>
                  </a:moveTo>
                  <a:lnTo>
                    <a:pt x="12357" y="2433"/>
                  </a:lnTo>
                  <a:lnTo>
                    <a:pt x="12705" y="2781"/>
                  </a:lnTo>
                  <a:lnTo>
                    <a:pt x="13052" y="3206"/>
                  </a:lnTo>
                  <a:lnTo>
                    <a:pt x="13322" y="3630"/>
                  </a:lnTo>
                  <a:lnTo>
                    <a:pt x="13593" y="4094"/>
                  </a:lnTo>
                  <a:lnTo>
                    <a:pt x="13863" y="4557"/>
                  </a:lnTo>
                  <a:lnTo>
                    <a:pt x="14056" y="5059"/>
                  </a:lnTo>
                  <a:lnTo>
                    <a:pt x="14211" y="5600"/>
                  </a:lnTo>
                  <a:lnTo>
                    <a:pt x="14326" y="6102"/>
                  </a:lnTo>
                  <a:lnTo>
                    <a:pt x="14442" y="6604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1"/>
                  </a:lnTo>
                  <a:lnTo>
                    <a:pt x="11392" y="7144"/>
                  </a:lnTo>
                  <a:lnTo>
                    <a:pt x="10658" y="7376"/>
                  </a:lnTo>
                  <a:lnTo>
                    <a:pt x="9963" y="7685"/>
                  </a:lnTo>
                  <a:lnTo>
                    <a:pt x="9229" y="8032"/>
                  </a:lnTo>
                  <a:lnTo>
                    <a:pt x="8534" y="8419"/>
                  </a:lnTo>
                  <a:lnTo>
                    <a:pt x="7878" y="8843"/>
                  </a:lnTo>
                  <a:lnTo>
                    <a:pt x="7260" y="9268"/>
                  </a:lnTo>
                  <a:lnTo>
                    <a:pt x="6642" y="9770"/>
                  </a:lnTo>
                  <a:lnTo>
                    <a:pt x="6102" y="10311"/>
                  </a:lnTo>
                  <a:lnTo>
                    <a:pt x="5561" y="10890"/>
                  </a:lnTo>
                  <a:lnTo>
                    <a:pt x="5098" y="11469"/>
                  </a:lnTo>
                  <a:lnTo>
                    <a:pt x="4634" y="12126"/>
                  </a:lnTo>
                  <a:lnTo>
                    <a:pt x="4248" y="12782"/>
                  </a:lnTo>
                  <a:lnTo>
                    <a:pt x="4132" y="12705"/>
                  </a:lnTo>
                  <a:lnTo>
                    <a:pt x="3978" y="12666"/>
                  </a:lnTo>
                  <a:lnTo>
                    <a:pt x="4094" y="11778"/>
                  </a:lnTo>
                  <a:lnTo>
                    <a:pt x="4325" y="10929"/>
                  </a:lnTo>
                  <a:lnTo>
                    <a:pt x="4557" y="10079"/>
                  </a:lnTo>
                  <a:lnTo>
                    <a:pt x="4866" y="9268"/>
                  </a:lnTo>
                  <a:lnTo>
                    <a:pt x="5213" y="8496"/>
                  </a:lnTo>
                  <a:lnTo>
                    <a:pt x="5600" y="7724"/>
                  </a:lnTo>
                  <a:lnTo>
                    <a:pt x="6024" y="6990"/>
                  </a:lnTo>
                  <a:lnTo>
                    <a:pt x="6526" y="6256"/>
                  </a:lnTo>
                  <a:lnTo>
                    <a:pt x="7067" y="5600"/>
                  </a:lnTo>
                  <a:lnTo>
                    <a:pt x="7607" y="4943"/>
                  </a:lnTo>
                  <a:lnTo>
                    <a:pt x="8225" y="4364"/>
                  </a:lnTo>
                  <a:lnTo>
                    <a:pt x="8920" y="3823"/>
                  </a:lnTo>
                  <a:lnTo>
                    <a:pt x="9615" y="3321"/>
                  </a:lnTo>
                  <a:lnTo>
                    <a:pt x="10349" y="2858"/>
                  </a:lnTo>
                  <a:lnTo>
                    <a:pt x="11121" y="2433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39"/>
                  </a:lnTo>
                  <a:lnTo>
                    <a:pt x="14442" y="8689"/>
                  </a:lnTo>
                  <a:lnTo>
                    <a:pt x="14288" y="9538"/>
                  </a:lnTo>
                  <a:lnTo>
                    <a:pt x="14172" y="9925"/>
                  </a:lnTo>
                  <a:lnTo>
                    <a:pt x="14056" y="10349"/>
                  </a:lnTo>
                  <a:lnTo>
                    <a:pt x="13902" y="10735"/>
                  </a:lnTo>
                  <a:lnTo>
                    <a:pt x="13709" y="11122"/>
                  </a:lnTo>
                  <a:lnTo>
                    <a:pt x="13516" y="11508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50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1" y="13014"/>
                  </a:lnTo>
                  <a:lnTo>
                    <a:pt x="11701" y="12898"/>
                  </a:lnTo>
                  <a:lnTo>
                    <a:pt x="11121" y="12743"/>
                  </a:lnTo>
                  <a:lnTo>
                    <a:pt x="10542" y="12628"/>
                  </a:lnTo>
                  <a:lnTo>
                    <a:pt x="10002" y="12550"/>
                  </a:lnTo>
                  <a:lnTo>
                    <a:pt x="9422" y="12473"/>
                  </a:lnTo>
                  <a:lnTo>
                    <a:pt x="8843" y="12435"/>
                  </a:lnTo>
                  <a:lnTo>
                    <a:pt x="8303" y="12435"/>
                  </a:lnTo>
                  <a:lnTo>
                    <a:pt x="7762" y="12473"/>
                  </a:lnTo>
                  <a:lnTo>
                    <a:pt x="7221" y="12550"/>
                  </a:lnTo>
                  <a:lnTo>
                    <a:pt x="6719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23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01"/>
                  </a:lnTo>
                  <a:lnTo>
                    <a:pt x="5870" y="11160"/>
                  </a:lnTo>
                  <a:lnTo>
                    <a:pt x="6410" y="10620"/>
                  </a:lnTo>
                  <a:lnTo>
                    <a:pt x="6990" y="10118"/>
                  </a:lnTo>
                  <a:lnTo>
                    <a:pt x="7569" y="9616"/>
                  </a:lnTo>
                  <a:lnTo>
                    <a:pt x="8148" y="9191"/>
                  </a:lnTo>
                  <a:lnTo>
                    <a:pt x="8766" y="8805"/>
                  </a:lnTo>
                  <a:lnTo>
                    <a:pt x="9422" y="8419"/>
                  </a:lnTo>
                  <a:lnTo>
                    <a:pt x="10079" y="8110"/>
                  </a:lnTo>
                  <a:lnTo>
                    <a:pt x="10735" y="7801"/>
                  </a:lnTo>
                  <a:lnTo>
                    <a:pt x="11469" y="7569"/>
                  </a:lnTo>
                  <a:lnTo>
                    <a:pt x="12164" y="7337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6"/>
                  </a:moveTo>
                  <a:lnTo>
                    <a:pt x="4055" y="1815"/>
                  </a:lnTo>
                  <a:lnTo>
                    <a:pt x="3630" y="2433"/>
                  </a:lnTo>
                  <a:lnTo>
                    <a:pt x="3244" y="3090"/>
                  </a:lnTo>
                  <a:lnTo>
                    <a:pt x="2935" y="3785"/>
                  </a:lnTo>
                  <a:lnTo>
                    <a:pt x="2665" y="4519"/>
                  </a:lnTo>
                  <a:lnTo>
                    <a:pt x="2472" y="5252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4"/>
                  </a:lnTo>
                  <a:lnTo>
                    <a:pt x="2394" y="9847"/>
                  </a:lnTo>
                  <a:lnTo>
                    <a:pt x="2549" y="10620"/>
                  </a:lnTo>
                  <a:lnTo>
                    <a:pt x="2781" y="11353"/>
                  </a:lnTo>
                  <a:lnTo>
                    <a:pt x="3012" y="12048"/>
                  </a:lnTo>
                  <a:lnTo>
                    <a:pt x="3321" y="12743"/>
                  </a:lnTo>
                  <a:lnTo>
                    <a:pt x="3128" y="12859"/>
                  </a:lnTo>
                  <a:lnTo>
                    <a:pt x="2935" y="13014"/>
                  </a:lnTo>
                  <a:lnTo>
                    <a:pt x="2819" y="13207"/>
                  </a:lnTo>
                  <a:lnTo>
                    <a:pt x="2742" y="13439"/>
                  </a:lnTo>
                  <a:lnTo>
                    <a:pt x="2394" y="12975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6" y="11585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075"/>
                  </a:lnTo>
                  <a:lnTo>
                    <a:pt x="541" y="8534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1"/>
                  </a:lnTo>
                  <a:lnTo>
                    <a:pt x="773" y="5870"/>
                  </a:lnTo>
                  <a:lnTo>
                    <a:pt x="927" y="5291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1970"/>
                  </a:lnTo>
                  <a:lnTo>
                    <a:pt x="3939" y="1584"/>
                  </a:lnTo>
                  <a:lnTo>
                    <a:pt x="4518" y="1236"/>
                  </a:lnTo>
                  <a:close/>
                  <a:moveTo>
                    <a:pt x="3862" y="12975"/>
                  </a:moveTo>
                  <a:lnTo>
                    <a:pt x="4016" y="13014"/>
                  </a:lnTo>
                  <a:lnTo>
                    <a:pt x="4171" y="13130"/>
                  </a:lnTo>
                  <a:lnTo>
                    <a:pt x="4287" y="13284"/>
                  </a:lnTo>
                  <a:lnTo>
                    <a:pt x="4325" y="13439"/>
                  </a:lnTo>
                  <a:lnTo>
                    <a:pt x="4364" y="13593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5" y="13786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00"/>
                  </a:lnTo>
                  <a:lnTo>
                    <a:pt x="3051" y="13439"/>
                  </a:lnTo>
                  <a:lnTo>
                    <a:pt x="2974" y="13516"/>
                  </a:lnTo>
                  <a:lnTo>
                    <a:pt x="3051" y="13361"/>
                  </a:lnTo>
                  <a:lnTo>
                    <a:pt x="3167" y="13207"/>
                  </a:lnTo>
                  <a:lnTo>
                    <a:pt x="3321" y="13091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8187" y="12821"/>
                  </a:moveTo>
                  <a:lnTo>
                    <a:pt x="9152" y="12859"/>
                  </a:lnTo>
                  <a:lnTo>
                    <a:pt x="9615" y="12898"/>
                  </a:lnTo>
                  <a:lnTo>
                    <a:pt x="10117" y="12937"/>
                  </a:lnTo>
                  <a:lnTo>
                    <a:pt x="10504" y="13014"/>
                  </a:lnTo>
                  <a:lnTo>
                    <a:pt x="11006" y="13091"/>
                  </a:lnTo>
                  <a:lnTo>
                    <a:pt x="11508" y="13245"/>
                  </a:lnTo>
                  <a:lnTo>
                    <a:pt x="11701" y="13323"/>
                  </a:lnTo>
                  <a:lnTo>
                    <a:pt x="11894" y="13439"/>
                  </a:lnTo>
                  <a:lnTo>
                    <a:pt x="11508" y="13747"/>
                  </a:lnTo>
                  <a:lnTo>
                    <a:pt x="11083" y="14018"/>
                  </a:lnTo>
                  <a:lnTo>
                    <a:pt x="10658" y="14249"/>
                  </a:lnTo>
                  <a:lnTo>
                    <a:pt x="10233" y="14442"/>
                  </a:lnTo>
                  <a:lnTo>
                    <a:pt x="9770" y="14597"/>
                  </a:lnTo>
                  <a:lnTo>
                    <a:pt x="9307" y="14751"/>
                  </a:lnTo>
                  <a:lnTo>
                    <a:pt x="8843" y="14829"/>
                  </a:lnTo>
                  <a:lnTo>
                    <a:pt x="8341" y="14906"/>
                  </a:lnTo>
                  <a:lnTo>
                    <a:pt x="7878" y="14944"/>
                  </a:lnTo>
                  <a:lnTo>
                    <a:pt x="7376" y="14944"/>
                  </a:lnTo>
                  <a:lnTo>
                    <a:pt x="6912" y="14906"/>
                  </a:lnTo>
                  <a:lnTo>
                    <a:pt x="6410" y="14867"/>
                  </a:lnTo>
                  <a:lnTo>
                    <a:pt x="5947" y="14751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6" y="14288"/>
                  </a:lnTo>
                  <a:lnTo>
                    <a:pt x="4711" y="14018"/>
                  </a:lnTo>
                  <a:lnTo>
                    <a:pt x="4750" y="13709"/>
                  </a:lnTo>
                  <a:lnTo>
                    <a:pt x="4711" y="13593"/>
                  </a:lnTo>
                  <a:lnTo>
                    <a:pt x="5561" y="13284"/>
                  </a:lnTo>
                  <a:lnTo>
                    <a:pt x="6410" y="13091"/>
                  </a:lnTo>
                  <a:lnTo>
                    <a:pt x="7299" y="12937"/>
                  </a:lnTo>
                  <a:lnTo>
                    <a:pt x="8187" y="12821"/>
                  </a:lnTo>
                  <a:close/>
                  <a:moveTo>
                    <a:pt x="6990" y="1"/>
                  </a:moveTo>
                  <a:lnTo>
                    <a:pt x="6449" y="78"/>
                  </a:lnTo>
                  <a:lnTo>
                    <a:pt x="5870" y="194"/>
                  </a:lnTo>
                  <a:lnTo>
                    <a:pt x="5329" y="348"/>
                  </a:lnTo>
                  <a:lnTo>
                    <a:pt x="4789" y="580"/>
                  </a:lnTo>
                  <a:lnTo>
                    <a:pt x="4248" y="811"/>
                  </a:lnTo>
                  <a:lnTo>
                    <a:pt x="3785" y="1082"/>
                  </a:lnTo>
                  <a:lnTo>
                    <a:pt x="3283" y="1391"/>
                  </a:lnTo>
                  <a:lnTo>
                    <a:pt x="2819" y="1738"/>
                  </a:lnTo>
                  <a:lnTo>
                    <a:pt x="2394" y="2124"/>
                  </a:lnTo>
                  <a:lnTo>
                    <a:pt x="2008" y="2549"/>
                  </a:lnTo>
                  <a:lnTo>
                    <a:pt x="1622" y="3013"/>
                  </a:lnTo>
                  <a:lnTo>
                    <a:pt x="1275" y="3476"/>
                  </a:lnTo>
                  <a:lnTo>
                    <a:pt x="966" y="3978"/>
                  </a:lnTo>
                  <a:lnTo>
                    <a:pt x="695" y="4596"/>
                  </a:lnTo>
                  <a:lnTo>
                    <a:pt x="425" y="5214"/>
                  </a:lnTo>
                  <a:lnTo>
                    <a:pt x="232" y="5870"/>
                  </a:lnTo>
                  <a:lnTo>
                    <a:pt x="116" y="6526"/>
                  </a:lnTo>
                  <a:lnTo>
                    <a:pt x="39" y="7222"/>
                  </a:lnTo>
                  <a:lnTo>
                    <a:pt x="0" y="7878"/>
                  </a:lnTo>
                  <a:lnTo>
                    <a:pt x="39" y="8573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199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1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481"/>
                  </a:lnTo>
                  <a:lnTo>
                    <a:pt x="4132" y="14597"/>
                  </a:lnTo>
                  <a:lnTo>
                    <a:pt x="4557" y="14790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53"/>
                  </a:lnTo>
                  <a:lnTo>
                    <a:pt x="6333" y="15369"/>
                  </a:lnTo>
                  <a:lnTo>
                    <a:pt x="6797" y="15408"/>
                  </a:lnTo>
                  <a:lnTo>
                    <a:pt x="7299" y="15446"/>
                  </a:lnTo>
                  <a:lnTo>
                    <a:pt x="8225" y="15446"/>
                  </a:lnTo>
                  <a:lnTo>
                    <a:pt x="8689" y="15369"/>
                  </a:lnTo>
                  <a:lnTo>
                    <a:pt x="9152" y="15292"/>
                  </a:lnTo>
                  <a:lnTo>
                    <a:pt x="9615" y="15176"/>
                  </a:lnTo>
                  <a:lnTo>
                    <a:pt x="10079" y="15022"/>
                  </a:lnTo>
                  <a:lnTo>
                    <a:pt x="10542" y="14867"/>
                  </a:lnTo>
                  <a:lnTo>
                    <a:pt x="10967" y="14674"/>
                  </a:lnTo>
                  <a:lnTo>
                    <a:pt x="11392" y="14442"/>
                  </a:lnTo>
                  <a:lnTo>
                    <a:pt x="11855" y="14134"/>
                  </a:lnTo>
                  <a:lnTo>
                    <a:pt x="12318" y="13747"/>
                  </a:lnTo>
                  <a:lnTo>
                    <a:pt x="12743" y="13361"/>
                  </a:lnTo>
                  <a:lnTo>
                    <a:pt x="13129" y="12975"/>
                  </a:lnTo>
                  <a:lnTo>
                    <a:pt x="13477" y="12512"/>
                  </a:lnTo>
                  <a:lnTo>
                    <a:pt x="13786" y="12048"/>
                  </a:lnTo>
                  <a:lnTo>
                    <a:pt x="14056" y="11546"/>
                  </a:lnTo>
                  <a:lnTo>
                    <a:pt x="14288" y="11044"/>
                  </a:lnTo>
                  <a:lnTo>
                    <a:pt x="14520" y="10504"/>
                  </a:lnTo>
                  <a:lnTo>
                    <a:pt x="14674" y="9963"/>
                  </a:lnTo>
                  <a:lnTo>
                    <a:pt x="14828" y="9423"/>
                  </a:lnTo>
                  <a:lnTo>
                    <a:pt x="14906" y="8843"/>
                  </a:lnTo>
                  <a:lnTo>
                    <a:pt x="14983" y="8264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4" y="6565"/>
                  </a:lnTo>
                  <a:lnTo>
                    <a:pt x="14828" y="5986"/>
                  </a:lnTo>
                  <a:lnTo>
                    <a:pt x="14674" y="5368"/>
                  </a:lnTo>
                  <a:lnTo>
                    <a:pt x="14481" y="4789"/>
                  </a:lnTo>
                  <a:lnTo>
                    <a:pt x="14249" y="4248"/>
                  </a:lnTo>
                  <a:lnTo>
                    <a:pt x="13979" y="3708"/>
                  </a:lnTo>
                  <a:lnTo>
                    <a:pt x="13670" y="3206"/>
                  </a:lnTo>
                  <a:lnTo>
                    <a:pt x="13322" y="2742"/>
                  </a:lnTo>
                  <a:lnTo>
                    <a:pt x="12936" y="2279"/>
                  </a:lnTo>
                  <a:lnTo>
                    <a:pt x="12512" y="1893"/>
                  </a:lnTo>
                  <a:lnTo>
                    <a:pt x="12048" y="1507"/>
                  </a:lnTo>
                  <a:lnTo>
                    <a:pt x="11585" y="1159"/>
                  </a:lnTo>
                  <a:lnTo>
                    <a:pt x="11083" y="850"/>
                  </a:lnTo>
                  <a:lnTo>
                    <a:pt x="10542" y="580"/>
                  </a:lnTo>
                  <a:lnTo>
                    <a:pt x="9963" y="387"/>
                  </a:lnTo>
                  <a:lnTo>
                    <a:pt x="9384" y="194"/>
                  </a:lnTo>
                  <a:lnTo>
                    <a:pt x="8766" y="78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5"/>
            <p:cNvSpPr/>
            <p:nvPr/>
          </p:nvSpPr>
          <p:spPr>
            <a:xfrm>
              <a:off x="3315725" y="3754775"/>
              <a:ext cx="374575" cy="387150"/>
            </a:xfrm>
            <a:custGeom>
              <a:avLst/>
              <a:gdLst/>
              <a:ahLst/>
              <a:cxnLst/>
              <a:rect l="l" t="t" r="r" b="b"/>
              <a:pathLst>
                <a:path w="14983" h="15486" extrusionOk="0">
                  <a:moveTo>
                    <a:pt x="7453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44"/>
                  </a:lnTo>
                  <a:lnTo>
                    <a:pt x="10697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40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80" y="9230"/>
                  </a:lnTo>
                  <a:lnTo>
                    <a:pt x="4171" y="10041"/>
                  </a:lnTo>
                  <a:lnTo>
                    <a:pt x="3978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53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9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53" y="503"/>
                  </a:lnTo>
                  <a:close/>
                  <a:moveTo>
                    <a:pt x="11932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13" y="3206"/>
                  </a:lnTo>
                  <a:lnTo>
                    <a:pt x="13322" y="3669"/>
                  </a:lnTo>
                  <a:lnTo>
                    <a:pt x="13593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2"/>
                  </a:lnTo>
                  <a:lnTo>
                    <a:pt x="11392" y="7145"/>
                  </a:lnTo>
                  <a:lnTo>
                    <a:pt x="10658" y="7415"/>
                  </a:lnTo>
                  <a:lnTo>
                    <a:pt x="9924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8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8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2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1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7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30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42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19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1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286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39"/>
                  </a:lnTo>
                  <a:lnTo>
                    <a:pt x="3051" y="13477"/>
                  </a:lnTo>
                  <a:lnTo>
                    <a:pt x="2974" y="13516"/>
                  </a:lnTo>
                  <a:lnTo>
                    <a:pt x="3051" y="13362"/>
                  </a:lnTo>
                  <a:lnTo>
                    <a:pt x="3167" y="13207"/>
                  </a:lnTo>
                  <a:lnTo>
                    <a:pt x="3321" y="13130"/>
                  </a:lnTo>
                  <a:lnTo>
                    <a:pt x="3476" y="13014"/>
                  </a:lnTo>
                  <a:lnTo>
                    <a:pt x="3669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1" y="13362"/>
                  </a:lnTo>
                  <a:lnTo>
                    <a:pt x="11894" y="13477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11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7" y="12860"/>
                  </a:lnTo>
                  <a:close/>
                  <a:moveTo>
                    <a:pt x="7569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46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6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4" y="14520"/>
                  </a:lnTo>
                  <a:lnTo>
                    <a:pt x="4093" y="14597"/>
                  </a:lnTo>
                  <a:lnTo>
                    <a:pt x="4518" y="14829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60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9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2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4" y="233"/>
                  </a:lnTo>
                  <a:lnTo>
                    <a:pt x="8766" y="117"/>
                  </a:lnTo>
                  <a:lnTo>
                    <a:pt x="8187" y="40"/>
                  </a:lnTo>
                  <a:lnTo>
                    <a:pt x="756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5"/>
            <p:cNvSpPr/>
            <p:nvPr/>
          </p:nvSpPr>
          <p:spPr>
            <a:xfrm>
              <a:off x="4674950" y="1001550"/>
              <a:ext cx="375575" cy="387150"/>
            </a:xfrm>
            <a:custGeom>
              <a:avLst/>
              <a:gdLst/>
              <a:ahLst/>
              <a:cxnLst/>
              <a:rect l="l" t="t" r="r" b="b"/>
              <a:pathLst>
                <a:path w="15023" h="15486" extrusionOk="0">
                  <a:moveTo>
                    <a:pt x="7492" y="503"/>
                  </a:moveTo>
                  <a:lnTo>
                    <a:pt x="8033" y="541"/>
                  </a:lnTo>
                  <a:lnTo>
                    <a:pt x="8612" y="580"/>
                  </a:lnTo>
                  <a:lnTo>
                    <a:pt x="9153" y="696"/>
                  </a:lnTo>
                  <a:lnTo>
                    <a:pt x="9693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1" y="1545"/>
                  </a:lnTo>
                  <a:lnTo>
                    <a:pt x="11624" y="1815"/>
                  </a:lnTo>
                  <a:lnTo>
                    <a:pt x="10813" y="2202"/>
                  </a:lnTo>
                  <a:lnTo>
                    <a:pt x="10079" y="2626"/>
                  </a:lnTo>
                  <a:lnTo>
                    <a:pt x="9307" y="3090"/>
                  </a:lnTo>
                  <a:lnTo>
                    <a:pt x="8612" y="3630"/>
                  </a:lnTo>
                  <a:lnTo>
                    <a:pt x="7956" y="4171"/>
                  </a:lnTo>
                  <a:lnTo>
                    <a:pt x="7299" y="4789"/>
                  </a:lnTo>
                  <a:lnTo>
                    <a:pt x="6720" y="5445"/>
                  </a:lnTo>
                  <a:lnTo>
                    <a:pt x="6141" y="6140"/>
                  </a:lnTo>
                  <a:lnTo>
                    <a:pt x="5639" y="6874"/>
                  </a:lnTo>
                  <a:lnTo>
                    <a:pt x="5214" y="7646"/>
                  </a:lnTo>
                  <a:lnTo>
                    <a:pt x="4789" y="8419"/>
                  </a:lnTo>
                  <a:lnTo>
                    <a:pt x="4480" y="9230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4" y="11778"/>
                  </a:lnTo>
                  <a:lnTo>
                    <a:pt x="3747" y="12666"/>
                  </a:lnTo>
                  <a:lnTo>
                    <a:pt x="3592" y="12666"/>
                  </a:lnTo>
                  <a:lnTo>
                    <a:pt x="3283" y="11855"/>
                  </a:lnTo>
                  <a:lnTo>
                    <a:pt x="3052" y="11044"/>
                  </a:lnTo>
                  <a:lnTo>
                    <a:pt x="2858" y="10195"/>
                  </a:lnTo>
                  <a:lnTo>
                    <a:pt x="2704" y="9345"/>
                  </a:lnTo>
                  <a:lnTo>
                    <a:pt x="2588" y="8534"/>
                  </a:lnTo>
                  <a:lnTo>
                    <a:pt x="2550" y="7685"/>
                  </a:lnTo>
                  <a:lnTo>
                    <a:pt x="2588" y="6797"/>
                  </a:lnTo>
                  <a:lnTo>
                    <a:pt x="2704" y="5947"/>
                  </a:lnTo>
                  <a:lnTo>
                    <a:pt x="2858" y="5214"/>
                  </a:lnTo>
                  <a:lnTo>
                    <a:pt x="3052" y="4519"/>
                  </a:lnTo>
                  <a:lnTo>
                    <a:pt x="3322" y="3823"/>
                  </a:lnTo>
                  <a:lnTo>
                    <a:pt x="3669" y="3206"/>
                  </a:lnTo>
                  <a:lnTo>
                    <a:pt x="4017" y="2588"/>
                  </a:lnTo>
                  <a:lnTo>
                    <a:pt x="4442" y="1970"/>
                  </a:lnTo>
                  <a:lnTo>
                    <a:pt x="4905" y="1429"/>
                  </a:lnTo>
                  <a:lnTo>
                    <a:pt x="5407" y="889"/>
                  </a:lnTo>
                  <a:lnTo>
                    <a:pt x="5909" y="734"/>
                  </a:lnTo>
                  <a:lnTo>
                    <a:pt x="6411" y="618"/>
                  </a:lnTo>
                  <a:lnTo>
                    <a:pt x="6952" y="541"/>
                  </a:lnTo>
                  <a:lnTo>
                    <a:pt x="7492" y="503"/>
                  </a:lnTo>
                  <a:close/>
                  <a:moveTo>
                    <a:pt x="11972" y="2086"/>
                  </a:moveTo>
                  <a:lnTo>
                    <a:pt x="12358" y="2433"/>
                  </a:lnTo>
                  <a:lnTo>
                    <a:pt x="12705" y="2819"/>
                  </a:lnTo>
                  <a:lnTo>
                    <a:pt x="13053" y="3206"/>
                  </a:lnTo>
                  <a:lnTo>
                    <a:pt x="13323" y="3669"/>
                  </a:lnTo>
                  <a:lnTo>
                    <a:pt x="13593" y="4094"/>
                  </a:lnTo>
                  <a:lnTo>
                    <a:pt x="13864" y="4596"/>
                  </a:lnTo>
                  <a:lnTo>
                    <a:pt x="14057" y="5098"/>
                  </a:lnTo>
                  <a:lnTo>
                    <a:pt x="14211" y="5600"/>
                  </a:lnTo>
                  <a:lnTo>
                    <a:pt x="14327" y="6102"/>
                  </a:lnTo>
                  <a:lnTo>
                    <a:pt x="14443" y="6642"/>
                  </a:lnTo>
                  <a:lnTo>
                    <a:pt x="13671" y="6681"/>
                  </a:lnTo>
                  <a:lnTo>
                    <a:pt x="12898" y="6797"/>
                  </a:lnTo>
                  <a:lnTo>
                    <a:pt x="12165" y="6951"/>
                  </a:lnTo>
                  <a:lnTo>
                    <a:pt x="11392" y="7144"/>
                  </a:lnTo>
                  <a:lnTo>
                    <a:pt x="10659" y="7415"/>
                  </a:lnTo>
                  <a:lnTo>
                    <a:pt x="9964" y="7724"/>
                  </a:lnTo>
                  <a:lnTo>
                    <a:pt x="9230" y="8032"/>
                  </a:lnTo>
                  <a:lnTo>
                    <a:pt x="8535" y="8419"/>
                  </a:lnTo>
                  <a:lnTo>
                    <a:pt x="7878" y="8843"/>
                  </a:lnTo>
                  <a:lnTo>
                    <a:pt x="7261" y="9307"/>
                  </a:lnTo>
                  <a:lnTo>
                    <a:pt x="6643" y="9809"/>
                  </a:lnTo>
                  <a:lnTo>
                    <a:pt x="6102" y="10349"/>
                  </a:lnTo>
                  <a:lnTo>
                    <a:pt x="5561" y="10890"/>
                  </a:lnTo>
                  <a:lnTo>
                    <a:pt x="5098" y="11508"/>
                  </a:lnTo>
                  <a:lnTo>
                    <a:pt x="4635" y="12126"/>
                  </a:lnTo>
                  <a:lnTo>
                    <a:pt x="4249" y="12821"/>
                  </a:lnTo>
                  <a:lnTo>
                    <a:pt x="4133" y="12743"/>
                  </a:lnTo>
                  <a:lnTo>
                    <a:pt x="3978" y="12666"/>
                  </a:lnTo>
                  <a:lnTo>
                    <a:pt x="4094" y="11817"/>
                  </a:lnTo>
                  <a:lnTo>
                    <a:pt x="4326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4" y="8496"/>
                  </a:lnTo>
                  <a:lnTo>
                    <a:pt x="5600" y="7724"/>
                  </a:lnTo>
                  <a:lnTo>
                    <a:pt x="6025" y="6990"/>
                  </a:lnTo>
                  <a:lnTo>
                    <a:pt x="6527" y="6295"/>
                  </a:lnTo>
                  <a:lnTo>
                    <a:pt x="7067" y="5600"/>
                  </a:lnTo>
                  <a:lnTo>
                    <a:pt x="7608" y="4982"/>
                  </a:lnTo>
                  <a:lnTo>
                    <a:pt x="8226" y="4403"/>
                  </a:lnTo>
                  <a:lnTo>
                    <a:pt x="8921" y="3823"/>
                  </a:lnTo>
                  <a:lnTo>
                    <a:pt x="9616" y="3321"/>
                  </a:lnTo>
                  <a:lnTo>
                    <a:pt x="10350" y="2858"/>
                  </a:lnTo>
                  <a:lnTo>
                    <a:pt x="11122" y="2472"/>
                  </a:lnTo>
                  <a:lnTo>
                    <a:pt x="11972" y="2086"/>
                  </a:lnTo>
                  <a:close/>
                  <a:moveTo>
                    <a:pt x="14482" y="6990"/>
                  </a:moveTo>
                  <a:lnTo>
                    <a:pt x="14482" y="7839"/>
                  </a:lnTo>
                  <a:lnTo>
                    <a:pt x="14443" y="8689"/>
                  </a:lnTo>
                  <a:lnTo>
                    <a:pt x="14288" y="9538"/>
                  </a:lnTo>
                  <a:lnTo>
                    <a:pt x="14173" y="9963"/>
                  </a:lnTo>
                  <a:lnTo>
                    <a:pt x="14057" y="10349"/>
                  </a:lnTo>
                  <a:lnTo>
                    <a:pt x="13902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3" y="12241"/>
                  </a:lnTo>
                  <a:lnTo>
                    <a:pt x="12782" y="12589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2" y="13052"/>
                  </a:lnTo>
                  <a:lnTo>
                    <a:pt x="11701" y="12937"/>
                  </a:lnTo>
                  <a:lnTo>
                    <a:pt x="11122" y="12782"/>
                  </a:lnTo>
                  <a:lnTo>
                    <a:pt x="10543" y="12628"/>
                  </a:lnTo>
                  <a:lnTo>
                    <a:pt x="10002" y="12550"/>
                  </a:lnTo>
                  <a:lnTo>
                    <a:pt x="9423" y="12512"/>
                  </a:lnTo>
                  <a:lnTo>
                    <a:pt x="8844" y="12473"/>
                  </a:lnTo>
                  <a:lnTo>
                    <a:pt x="8303" y="12473"/>
                  </a:lnTo>
                  <a:lnTo>
                    <a:pt x="7763" y="12512"/>
                  </a:lnTo>
                  <a:lnTo>
                    <a:pt x="7222" y="12589"/>
                  </a:lnTo>
                  <a:lnTo>
                    <a:pt x="6720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1"/>
                  </a:lnTo>
                  <a:lnTo>
                    <a:pt x="4557" y="13130"/>
                  </a:lnTo>
                  <a:lnTo>
                    <a:pt x="4442" y="12937"/>
                  </a:lnTo>
                  <a:lnTo>
                    <a:pt x="4905" y="12319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1" y="10620"/>
                  </a:lnTo>
                  <a:lnTo>
                    <a:pt x="6990" y="10118"/>
                  </a:lnTo>
                  <a:lnTo>
                    <a:pt x="7569" y="9654"/>
                  </a:lnTo>
                  <a:lnTo>
                    <a:pt x="8149" y="9230"/>
                  </a:lnTo>
                  <a:lnTo>
                    <a:pt x="8767" y="8805"/>
                  </a:lnTo>
                  <a:lnTo>
                    <a:pt x="9423" y="8457"/>
                  </a:lnTo>
                  <a:lnTo>
                    <a:pt x="10079" y="8110"/>
                  </a:lnTo>
                  <a:lnTo>
                    <a:pt x="10736" y="7839"/>
                  </a:lnTo>
                  <a:lnTo>
                    <a:pt x="11470" y="7569"/>
                  </a:lnTo>
                  <a:lnTo>
                    <a:pt x="12165" y="7376"/>
                  </a:lnTo>
                  <a:lnTo>
                    <a:pt x="12937" y="7183"/>
                  </a:lnTo>
                  <a:lnTo>
                    <a:pt x="13671" y="7067"/>
                  </a:lnTo>
                  <a:lnTo>
                    <a:pt x="14482" y="6990"/>
                  </a:lnTo>
                  <a:close/>
                  <a:moveTo>
                    <a:pt x="4519" y="1236"/>
                  </a:moveTo>
                  <a:lnTo>
                    <a:pt x="4055" y="1854"/>
                  </a:lnTo>
                  <a:lnTo>
                    <a:pt x="3631" y="2472"/>
                  </a:lnTo>
                  <a:lnTo>
                    <a:pt x="3245" y="3128"/>
                  </a:lnTo>
                  <a:lnTo>
                    <a:pt x="2936" y="3823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8" y="6025"/>
                  </a:lnTo>
                  <a:lnTo>
                    <a:pt x="2241" y="6797"/>
                  </a:lnTo>
                  <a:lnTo>
                    <a:pt x="2202" y="7569"/>
                  </a:lnTo>
                  <a:lnTo>
                    <a:pt x="2202" y="8341"/>
                  </a:lnTo>
                  <a:lnTo>
                    <a:pt x="2279" y="9114"/>
                  </a:lnTo>
                  <a:lnTo>
                    <a:pt x="2395" y="9886"/>
                  </a:lnTo>
                  <a:lnTo>
                    <a:pt x="2550" y="10620"/>
                  </a:lnTo>
                  <a:lnTo>
                    <a:pt x="2781" y="11353"/>
                  </a:lnTo>
                  <a:lnTo>
                    <a:pt x="3013" y="12087"/>
                  </a:lnTo>
                  <a:lnTo>
                    <a:pt x="3322" y="12743"/>
                  </a:lnTo>
                  <a:lnTo>
                    <a:pt x="3129" y="12898"/>
                  </a:lnTo>
                  <a:lnTo>
                    <a:pt x="2936" y="13052"/>
                  </a:lnTo>
                  <a:lnTo>
                    <a:pt x="2820" y="13245"/>
                  </a:lnTo>
                  <a:lnTo>
                    <a:pt x="2743" y="13439"/>
                  </a:lnTo>
                  <a:lnTo>
                    <a:pt x="2395" y="13014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7" y="11624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9" y="10118"/>
                  </a:lnTo>
                  <a:lnTo>
                    <a:pt x="735" y="9616"/>
                  </a:lnTo>
                  <a:lnTo>
                    <a:pt x="619" y="9114"/>
                  </a:lnTo>
                  <a:lnTo>
                    <a:pt x="542" y="8573"/>
                  </a:lnTo>
                  <a:lnTo>
                    <a:pt x="503" y="8032"/>
                  </a:lnTo>
                  <a:lnTo>
                    <a:pt x="503" y="7492"/>
                  </a:lnTo>
                  <a:lnTo>
                    <a:pt x="542" y="6951"/>
                  </a:lnTo>
                  <a:lnTo>
                    <a:pt x="619" y="6411"/>
                  </a:lnTo>
                  <a:lnTo>
                    <a:pt x="773" y="5870"/>
                  </a:lnTo>
                  <a:lnTo>
                    <a:pt x="928" y="5329"/>
                  </a:lnTo>
                  <a:lnTo>
                    <a:pt x="1198" y="4673"/>
                  </a:lnTo>
                  <a:lnTo>
                    <a:pt x="1546" y="4055"/>
                  </a:lnTo>
                  <a:lnTo>
                    <a:pt x="1932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2009"/>
                  </a:lnTo>
                  <a:lnTo>
                    <a:pt x="3940" y="1584"/>
                  </a:lnTo>
                  <a:lnTo>
                    <a:pt x="4519" y="1236"/>
                  </a:lnTo>
                  <a:close/>
                  <a:moveTo>
                    <a:pt x="3862" y="12975"/>
                  </a:moveTo>
                  <a:lnTo>
                    <a:pt x="4017" y="13052"/>
                  </a:lnTo>
                  <a:lnTo>
                    <a:pt x="4171" y="13168"/>
                  </a:lnTo>
                  <a:lnTo>
                    <a:pt x="4287" y="13284"/>
                  </a:lnTo>
                  <a:lnTo>
                    <a:pt x="4326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6" y="13941"/>
                  </a:lnTo>
                  <a:lnTo>
                    <a:pt x="4210" y="14095"/>
                  </a:lnTo>
                  <a:lnTo>
                    <a:pt x="3785" y="13825"/>
                  </a:lnTo>
                  <a:lnTo>
                    <a:pt x="3360" y="13477"/>
                  </a:lnTo>
                  <a:lnTo>
                    <a:pt x="3245" y="13439"/>
                  </a:lnTo>
                  <a:lnTo>
                    <a:pt x="3167" y="13439"/>
                  </a:lnTo>
                  <a:lnTo>
                    <a:pt x="3052" y="13477"/>
                  </a:lnTo>
                  <a:lnTo>
                    <a:pt x="2974" y="13516"/>
                  </a:lnTo>
                  <a:lnTo>
                    <a:pt x="3052" y="13361"/>
                  </a:lnTo>
                  <a:lnTo>
                    <a:pt x="3167" y="13207"/>
                  </a:lnTo>
                  <a:lnTo>
                    <a:pt x="3322" y="13130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53" y="12859"/>
                  </a:moveTo>
                  <a:lnTo>
                    <a:pt x="9616" y="12898"/>
                  </a:lnTo>
                  <a:lnTo>
                    <a:pt x="10118" y="12975"/>
                  </a:lnTo>
                  <a:lnTo>
                    <a:pt x="10504" y="13014"/>
                  </a:lnTo>
                  <a:lnTo>
                    <a:pt x="11006" y="13130"/>
                  </a:lnTo>
                  <a:lnTo>
                    <a:pt x="11508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8"/>
                  </a:lnTo>
                  <a:lnTo>
                    <a:pt x="10659" y="14249"/>
                  </a:lnTo>
                  <a:lnTo>
                    <a:pt x="10234" y="14443"/>
                  </a:lnTo>
                  <a:lnTo>
                    <a:pt x="9770" y="14636"/>
                  </a:lnTo>
                  <a:lnTo>
                    <a:pt x="9307" y="14751"/>
                  </a:lnTo>
                  <a:lnTo>
                    <a:pt x="8844" y="14867"/>
                  </a:lnTo>
                  <a:lnTo>
                    <a:pt x="8342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3" y="14945"/>
                  </a:lnTo>
                  <a:lnTo>
                    <a:pt x="6411" y="14867"/>
                  </a:lnTo>
                  <a:lnTo>
                    <a:pt x="5948" y="14790"/>
                  </a:lnTo>
                  <a:lnTo>
                    <a:pt x="5484" y="14636"/>
                  </a:lnTo>
                  <a:lnTo>
                    <a:pt x="5021" y="14481"/>
                  </a:lnTo>
                  <a:lnTo>
                    <a:pt x="4596" y="14288"/>
                  </a:lnTo>
                  <a:lnTo>
                    <a:pt x="4712" y="14018"/>
                  </a:lnTo>
                  <a:lnTo>
                    <a:pt x="4751" y="13747"/>
                  </a:lnTo>
                  <a:lnTo>
                    <a:pt x="4712" y="13593"/>
                  </a:lnTo>
                  <a:lnTo>
                    <a:pt x="5561" y="13323"/>
                  </a:lnTo>
                  <a:lnTo>
                    <a:pt x="6411" y="13091"/>
                  </a:lnTo>
                  <a:lnTo>
                    <a:pt x="7299" y="12937"/>
                  </a:lnTo>
                  <a:lnTo>
                    <a:pt x="8187" y="12859"/>
                  </a:lnTo>
                  <a:close/>
                  <a:moveTo>
                    <a:pt x="7608" y="1"/>
                  </a:moveTo>
                  <a:lnTo>
                    <a:pt x="6990" y="39"/>
                  </a:lnTo>
                  <a:lnTo>
                    <a:pt x="6450" y="116"/>
                  </a:lnTo>
                  <a:lnTo>
                    <a:pt x="5870" y="232"/>
                  </a:lnTo>
                  <a:lnTo>
                    <a:pt x="5330" y="387"/>
                  </a:lnTo>
                  <a:lnTo>
                    <a:pt x="4789" y="580"/>
                  </a:lnTo>
                  <a:lnTo>
                    <a:pt x="4249" y="812"/>
                  </a:lnTo>
                  <a:lnTo>
                    <a:pt x="3785" y="1120"/>
                  </a:lnTo>
                  <a:lnTo>
                    <a:pt x="3283" y="1429"/>
                  </a:lnTo>
                  <a:lnTo>
                    <a:pt x="2820" y="1777"/>
                  </a:lnTo>
                  <a:lnTo>
                    <a:pt x="2395" y="2163"/>
                  </a:lnTo>
                  <a:lnTo>
                    <a:pt x="2009" y="2588"/>
                  </a:lnTo>
                  <a:lnTo>
                    <a:pt x="1623" y="3013"/>
                  </a:lnTo>
                  <a:lnTo>
                    <a:pt x="1275" y="3515"/>
                  </a:lnTo>
                  <a:lnTo>
                    <a:pt x="966" y="4017"/>
                  </a:lnTo>
                  <a:lnTo>
                    <a:pt x="696" y="4596"/>
                  </a:lnTo>
                  <a:lnTo>
                    <a:pt x="426" y="5252"/>
                  </a:lnTo>
                  <a:lnTo>
                    <a:pt x="233" y="5909"/>
                  </a:lnTo>
                  <a:lnTo>
                    <a:pt x="117" y="6565"/>
                  </a:lnTo>
                  <a:lnTo>
                    <a:pt x="40" y="7222"/>
                  </a:lnTo>
                  <a:lnTo>
                    <a:pt x="1" y="7917"/>
                  </a:lnTo>
                  <a:lnTo>
                    <a:pt x="40" y="8612"/>
                  </a:lnTo>
                  <a:lnTo>
                    <a:pt x="117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6" y="11238"/>
                  </a:lnTo>
                  <a:lnTo>
                    <a:pt x="1005" y="11817"/>
                  </a:lnTo>
                  <a:lnTo>
                    <a:pt x="1352" y="12396"/>
                  </a:lnTo>
                  <a:lnTo>
                    <a:pt x="1739" y="12937"/>
                  </a:lnTo>
                  <a:lnTo>
                    <a:pt x="2202" y="13439"/>
                  </a:lnTo>
                  <a:lnTo>
                    <a:pt x="2704" y="13902"/>
                  </a:lnTo>
                  <a:lnTo>
                    <a:pt x="2781" y="13941"/>
                  </a:lnTo>
                  <a:lnTo>
                    <a:pt x="2820" y="13941"/>
                  </a:lnTo>
                  <a:lnTo>
                    <a:pt x="2936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520"/>
                  </a:lnTo>
                  <a:lnTo>
                    <a:pt x="4133" y="14597"/>
                  </a:lnTo>
                  <a:lnTo>
                    <a:pt x="4557" y="14829"/>
                  </a:lnTo>
                  <a:lnTo>
                    <a:pt x="4982" y="14983"/>
                  </a:lnTo>
                  <a:lnTo>
                    <a:pt x="5407" y="15138"/>
                  </a:lnTo>
                  <a:lnTo>
                    <a:pt x="5870" y="15292"/>
                  </a:lnTo>
                  <a:lnTo>
                    <a:pt x="6334" y="15369"/>
                  </a:lnTo>
                  <a:lnTo>
                    <a:pt x="6797" y="15447"/>
                  </a:lnTo>
                  <a:lnTo>
                    <a:pt x="7299" y="15485"/>
                  </a:lnTo>
                  <a:lnTo>
                    <a:pt x="7763" y="15485"/>
                  </a:lnTo>
                  <a:lnTo>
                    <a:pt x="8226" y="15447"/>
                  </a:lnTo>
                  <a:lnTo>
                    <a:pt x="8689" y="15408"/>
                  </a:lnTo>
                  <a:lnTo>
                    <a:pt x="9153" y="15331"/>
                  </a:lnTo>
                  <a:lnTo>
                    <a:pt x="9616" y="15215"/>
                  </a:lnTo>
                  <a:lnTo>
                    <a:pt x="10079" y="15060"/>
                  </a:lnTo>
                  <a:lnTo>
                    <a:pt x="10543" y="14867"/>
                  </a:lnTo>
                  <a:lnTo>
                    <a:pt x="10968" y="14674"/>
                  </a:lnTo>
                  <a:lnTo>
                    <a:pt x="11392" y="14443"/>
                  </a:lnTo>
                  <a:lnTo>
                    <a:pt x="11856" y="14134"/>
                  </a:lnTo>
                  <a:lnTo>
                    <a:pt x="12319" y="13786"/>
                  </a:lnTo>
                  <a:lnTo>
                    <a:pt x="12744" y="13400"/>
                  </a:lnTo>
                  <a:lnTo>
                    <a:pt x="13130" y="12975"/>
                  </a:lnTo>
                  <a:lnTo>
                    <a:pt x="13478" y="12550"/>
                  </a:lnTo>
                  <a:lnTo>
                    <a:pt x="13786" y="12048"/>
                  </a:lnTo>
                  <a:lnTo>
                    <a:pt x="14057" y="11585"/>
                  </a:lnTo>
                  <a:lnTo>
                    <a:pt x="14288" y="11044"/>
                  </a:lnTo>
                  <a:lnTo>
                    <a:pt x="14520" y="10542"/>
                  </a:lnTo>
                  <a:lnTo>
                    <a:pt x="14675" y="10002"/>
                  </a:lnTo>
                  <a:lnTo>
                    <a:pt x="14829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5" y="6604"/>
                  </a:lnTo>
                  <a:lnTo>
                    <a:pt x="14829" y="5986"/>
                  </a:lnTo>
                  <a:lnTo>
                    <a:pt x="14675" y="5407"/>
                  </a:lnTo>
                  <a:lnTo>
                    <a:pt x="14482" y="4827"/>
                  </a:lnTo>
                  <a:lnTo>
                    <a:pt x="14250" y="4287"/>
                  </a:lnTo>
                  <a:lnTo>
                    <a:pt x="13980" y="3746"/>
                  </a:lnTo>
                  <a:lnTo>
                    <a:pt x="13671" y="3244"/>
                  </a:lnTo>
                  <a:lnTo>
                    <a:pt x="13323" y="2742"/>
                  </a:lnTo>
                  <a:lnTo>
                    <a:pt x="12937" y="2317"/>
                  </a:lnTo>
                  <a:lnTo>
                    <a:pt x="12512" y="1893"/>
                  </a:lnTo>
                  <a:lnTo>
                    <a:pt x="12049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3" y="618"/>
                  </a:lnTo>
                  <a:lnTo>
                    <a:pt x="9964" y="387"/>
                  </a:lnTo>
                  <a:lnTo>
                    <a:pt x="9384" y="232"/>
                  </a:lnTo>
                  <a:lnTo>
                    <a:pt x="8767" y="116"/>
                  </a:lnTo>
                  <a:lnTo>
                    <a:pt x="8187" y="39"/>
                  </a:lnTo>
                  <a:lnTo>
                    <a:pt x="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5"/>
            <p:cNvSpPr/>
            <p:nvPr/>
          </p:nvSpPr>
          <p:spPr>
            <a:xfrm>
              <a:off x="6760175" y="920450"/>
              <a:ext cx="375550" cy="387150"/>
            </a:xfrm>
            <a:custGeom>
              <a:avLst/>
              <a:gdLst/>
              <a:ahLst/>
              <a:cxnLst/>
              <a:rect l="l" t="t" r="r" b="b"/>
              <a:pathLst>
                <a:path w="15022" h="15486" extrusionOk="0">
                  <a:moveTo>
                    <a:pt x="7491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2" y="850"/>
                  </a:lnTo>
                  <a:lnTo>
                    <a:pt x="10194" y="1044"/>
                  </a:lnTo>
                  <a:lnTo>
                    <a:pt x="10696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79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79" y="9230"/>
                  </a:lnTo>
                  <a:lnTo>
                    <a:pt x="4170" y="10041"/>
                  </a:lnTo>
                  <a:lnTo>
                    <a:pt x="3977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91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8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91" y="503"/>
                  </a:lnTo>
                  <a:close/>
                  <a:moveTo>
                    <a:pt x="11971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52" y="3206"/>
                  </a:lnTo>
                  <a:lnTo>
                    <a:pt x="13322" y="3669"/>
                  </a:lnTo>
                  <a:lnTo>
                    <a:pt x="13592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7" y="6797"/>
                  </a:lnTo>
                  <a:lnTo>
                    <a:pt x="12164" y="6952"/>
                  </a:lnTo>
                  <a:lnTo>
                    <a:pt x="11391" y="7145"/>
                  </a:lnTo>
                  <a:lnTo>
                    <a:pt x="10658" y="7415"/>
                  </a:lnTo>
                  <a:lnTo>
                    <a:pt x="9963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7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7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1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0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719" y="12667"/>
                  </a:lnTo>
                  <a:lnTo>
                    <a:pt x="6178" y="12782"/>
                  </a:lnTo>
                  <a:lnTo>
                    <a:pt x="5676" y="12937"/>
                  </a:lnTo>
                  <a:lnTo>
                    <a:pt x="5174" y="13130"/>
                  </a:lnTo>
                  <a:lnTo>
                    <a:pt x="4672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69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4" y="4519"/>
                  </a:lnTo>
                  <a:lnTo>
                    <a:pt x="2471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80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6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58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0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8"/>
                  </a:lnTo>
                  <a:lnTo>
                    <a:pt x="3244" y="13439"/>
                  </a:lnTo>
                  <a:lnTo>
                    <a:pt x="3166" y="13439"/>
                  </a:lnTo>
                  <a:lnTo>
                    <a:pt x="3051" y="13478"/>
                  </a:lnTo>
                  <a:lnTo>
                    <a:pt x="2973" y="13516"/>
                  </a:lnTo>
                  <a:lnTo>
                    <a:pt x="3051" y="13362"/>
                  </a:lnTo>
                  <a:lnTo>
                    <a:pt x="3166" y="13207"/>
                  </a:lnTo>
                  <a:lnTo>
                    <a:pt x="3321" y="13130"/>
                  </a:lnTo>
                  <a:lnTo>
                    <a:pt x="3475" y="13014"/>
                  </a:lnTo>
                  <a:lnTo>
                    <a:pt x="3668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0" y="13362"/>
                  </a:lnTo>
                  <a:lnTo>
                    <a:pt x="11893" y="13478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7" y="14983"/>
                  </a:lnTo>
                  <a:lnTo>
                    <a:pt x="7375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3" y="14636"/>
                  </a:lnTo>
                  <a:lnTo>
                    <a:pt x="5020" y="14482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50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6" y="12860"/>
                  </a:lnTo>
                  <a:close/>
                  <a:moveTo>
                    <a:pt x="7607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84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5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9"/>
                  </a:lnTo>
                  <a:lnTo>
                    <a:pt x="270" y="9925"/>
                  </a:lnTo>
                  <a:lnTo>
                    <a:pt x="463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6" y="14134"/>
                  </a:lnTo>
                  <a:lnTo>
                    <a:pt x="3475" y="14327"/>
                  </a:lnTo>
                  <a:lnTo>
                    <a:pt x="3784" y="14520"/>
                  </a:lnTo>
                  <a:lnTo>
                    <a:pt x="4132" y="14597"/>
                  </a:lnTo>
                  <a:lnTo>
                    <a:pt x="4557" y="14829"/>
                  </a:lnTo>
                  <a:lnTo>
                    <a:pt x="4981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98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8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1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5" y="8882"/>
                  </a:lnTo>
                  <a:lnTo>
                    <a:pt x="14983" y="8303"/>
                  </a:lnTo>
                  <a:lnTo>
                    <a:pt x="15021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3" y="233"/>
                  </a:lnTo>
                  <a:lnTo>
                    <a:pt x="8766" y="117"/>
                  </a:lnTo>
                  <a:lnTo>
                    <a:pt x="8186" y="40"/>
                  </a:lnTo>
                  <a:lnTo>
                    <a:pt x="76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5"/>
            <p:cNvSpPr/>
            <p:nvPr/>
          </p:nvSpPr>
          <p:spPr>
            <a:xfrm>
              <a:off x="1387875" y="1558575"/>
              <a:ext cx="374575" cy="387125"/>
            </a:xfrm>
            <a:custGeom>
              <a:avLst/>
              <a:gdLst/>
              <a:ahLst/>
              <a:cxnLst/>
              <a:rect l="l" t="t" r="r" b="b"/>
              <a:pathLst>
                <a:path w="14983" h="15485" extrusionOk="0">
                  <a:moveTo>
                    <a:pt x="7453" y="502"/>
                  </a:moveTo>
                  <a:lnTo>
                    <a:pt x="8032" y="541"/>
                  </a:lnTo>
                  <a:lnTo>
                    <a:pt x="8573" y="580"/>
                  </a:lnTo>
                  <a:lnTo>
                    <a:pt x="9152" y="695"/>
                  </a:lnTo>
                  <a:lnTo>
                    <a:pt x="9654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0" y="1545"/>
                  </a:lnTo>
                  <a:lnTo>
                    <a:pt x="11585" y="1854"/>
                  </a:lnTo>
                  <a:lnTo>
                    <a:pt x="10812" y="2201"/>
                  </a:lnTo>
                  <a:lnTo>
                    <a:pt x="10040" y="2626"/>
                  </a:lnTo>
                  <a:lnTo>
                    <a:pt x="9306" y="3090"/>
                  </a:lnTo>
                  <a:lnTo>
                    <a:pt x="8611" y="3630"/>
                  </a:lnTo>
                  <a:lnTo>
                    <a:pt x="7916" y="4171"/>
                  </a:lnTo>
                  <a:lnTo>
                    <a:pt x="7299" y="4789"/>
                  </a:lnTo>
                  <a:lnTo>
                    <a:pt x="6681" y="5445"/>
                  </a:lnTo>
                  <a:lnTo>
                    <a:pt x="6140" y="6140"/>
                  </a:lnTo>
                  <a:lnTo>
                    <a:pt x="5638" y="6874"/>
                  </a:lnTo>
                  <a:lnTo>
                    <a:pt x="5175" y="7646"/>
                  </a:lnTo>
                  <a:lnTo>
                    <a:pt x="4789" y="8418"/>
                  </a:lnTo>
                  <a:lnTo>
                    <a:pt x="4441" y="9229"/>
                  </a:lnTo>
                  <a:lnTo>
                    <a:pt x="4171" y="10040"/>
                  </a:lnTo>
                  <a:lnTo>
                    <a:pt x="3939" y="10890"/>
                  </a:lnTo>
                  <a:lnTo>
                    <a:pt x="3823" y="11778"/>
                  </a:lnTo>
                  <a:lnTo>
                    <a:pt x="3746" y="12666"/>
                  </a:lnTo>
                  <a:lnTo>
                    <a:pt x="3553" y="12666"/>
                  </a:lnTo>
                  <a:lnTo>
                    <a:pt x="3283" y="11855"/>
                  </a:lnTo>
                  <a:lnTo>
                    <a:pt x="3051" y="11044"/>
                  </a:lnTo>
                  <a:lnTo>
                    <a:pt x="2819" y="10195"/>
                  </a:lnTo>
                  <a:lnTo>
                    <a:pt x="2665" y="9384"/>
                  </a:lnTo>
                  <a:lnTo>
                    <a:pt x="2588" y="8534"/>
                  </a:lnTo>
                  <a:lnTo>
                    <a:pt x="2549" y="7685"/>
                  </a:lnTo>
                  <a:lnTo>
                    <a:pt x="2588" y="6797"/>
                  </a:lnTo>
                  <a:lnTo>
                    <a:pt x="2665" y="5947"/>
                  </a:lnTo>
                  <a:lnTo>
                    <a:pt x="2858" y="5213"/>
                  </a:lnTo>
                  <a:lnTo>
                    <a:pt x="3051" y="4518"/>
                  </a:lnTo>
                  <a:lnTo>
                    <a:pt x="3321" y="3823"/>
                  </a:lnTo>
                  <a:lnTo>
                    <a:pt x="3630" y="3205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29"/>
                  </a:lnTo>
                  <a:lnTo>
                    <a:pt x="5406" y="888"/>
                  </a:lnTo>
                  <a:lnTo>
                    <a:pt x="5908" y="734"/>
                  </a:lnTo>
                  <a:lnTo>
                    <a:pt x="6410" y="618"/>
                  </a:lnTo>
                  <a:lnTo>
                    <a:pt x="6912" y="541"/>
                  </a:lnTo>
                  <a:lnTo>
                    <a:pt x="7453" y="502"/>
                  </a:lnTo>
                  <a:close/>
                  <a:moveTo>
                    <a:pt x="11932" y="2086"/>
                  </a:moveTo>
                  <a:lnTo>
                    <a:pt x="12318" y="2433"/>
                  </a:lnTo>
                  <a:lnTo>
                    <a:pt x="12666" y="2819"/>
                  </a:lnTo>
                  <a:lnTo>
                    <a:pt x="13014" y="3205"/>
                  </a:lnTo>
                  <a:lnTo>
                    <a:pt x="13322" y="3669"/>
                  </a:lnTo>
                  <a:lnTo>
                    <a:pt x="13593" y="4093"/>
                  </a:lnTo>
                  <a:lnTo>
                    <a:pt x="13824" y="4595"/>
                  </a:lnTo>
                  <a:lnTo>
                    <a:pt x="14018" y="5097"/>
                  </a:lnTo>
                  <a:lnTo>
                    <a:pt x="14211" y="5599"/>
                  </a:lnTo>
                  <a:lnTo>
                    <a:pt x="14326" y="6101"/>
                  </a:lnTo>
                  <a:lnTo>
                    <a:pt x="14404" y="6642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25" y="6951"/>
                  </a:lnTo>
                  <a:lnTo>
                    <a:pt x="11392" y="7144"/>
                  </a:lnTo>
                  <a:lnTo>
                    <a:pt x="10658" y="7414"/>
                  </a:lnTo>
                  <a:lnTo>
                    <a:pt x="9924" y="7723"/>
                  </a:lnTo>
                  <a:lnTo>
                    <a:pt x="9229" y="8032"/>
                  </a:lnTo>
                  <a:lnTo>
                    <a:pt x="8534" y="8418"/>
                  </a:lnTo>
                  <a:lnTo>
                    <a:pt x="7878" y="8843"/>
                  </a:lnTo>
                  <a:lnTo>
                    <a:pt x="7221" y="9306"/>
                  </a:lnTo>
                  <a:lnTo>
                    <a:pt x="6642" y="9808"/>
                  </a:lnTo>
                  <a:lnTo>
                    <a:pt x="6063" y="10349"/>
                  </a:lnTo>
                  <a:lnTo>
                    <a:pt x="5561" y="10890"/>
                  </a:lnTo>
                  <a:lnTo>
                    <a:pt x="5059" y="11508"/>
                  </a:lnTo>
                  <a:lnTo>
                    <a:pt x="4634" y="12125"/>
                  </a:lnTo>
                  <a:lnTo>
                    <a:pt x="4248" y="12820"/>
                  </a:lnTo>
                  <a:lnTo>
                    <a:pt x="4093" y="12743"/>
                  </a:lnTo>
                  <a:lnTo>
                    <a:pt x="3939" y="12666"/>
                  </a:lnTo>
                  <a:lnTo>
                    <a:pt x="4093" y="11816"/>
                  </a:lnTo>
                  <a:lnTo>
                    <a:pt x="4287" y="10928"/>
                  </a:lnTo>
                  <a:lnTo>
                    <a:pt x="4557" y="10117"/>
                  </a:lnTo>
                  <a:lnTo>
                    <a:pt x="4827" y="9306"/>
                  </a:lnTo>
                  <a:lnTo>
                    <a:pt x="5175" y="8496"/>
                  </a:lnTo>
                  <a:lnTo>
                    <a:pt x="5561" y="7723"/>
                  </a:lnTo>
                  <a:lnTo>
                    <a:pt x="6024" y="6990"/>
                  </a:lnTo>
                  <a:lnTo>
                    <a:pt x="6488" y="6295"/>
                  </a:lnTo>
                  <a:lnTo>
                    <a:pt x="7028" y="5599"/>
                  </a:lnTo>
                  <a:lnTo>
                    <a:pt x="7607" y="4982"/>
                  </a:lnTo>
                  <a:lnTo>
                    <a:pt x="8225" y="4402"/>
                  </a:lnTo>
                  <a:lnTo>
                    <a:pt x="8882" y="3823"/>
                  </a:lnTo>
                  <a:lnTo>
                    <a:pt x="9577" y="3321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42" y="6990"/>
                  </a:moveTo>
                  <a:lnTo>
                    <a:pt x="14481" y="7839"/>
                  </a:lnTo>
                  <a:lnTo>
                    <a:pt x="14404" y="8689"/>
                  </a:lnTo>
                  <a:lnTo>
                    <a:pt x="14249" y="9538"/>
                  </a:lnTo>
                  <a:lnTo>
                    <a:pt x="14172" y="9963"/>
                  </a:lnTo>
                  <a:lnTo>
                    <a:pt x="14018" y="10388"/>
                  </a:lnTo>
                  <a:lnTo>
                    <a:pt x="13863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89"/>
                  </a:lnTo>
                  <a:lnTo>
                    <a:pt x="12473" y="12898"/>
                  </a:lnTo>
                  <a:lnTo>
                    <a:pt x="12203" y="13207"/>
                  </a:lnTo>
                  <a:lnTo>
                    <a:pt x="11932" y="13052"/>
                  </a:lnTo>
                  <a:lnTo>
                    <a:pt x="11662" y="12936"/>
                  </a:lnTo>
                  <a:lnTo>
                    <a:pt x="11083" y="12782"/>
                  </a:lnTo>
                  <a:lnTo>
                    <a:pt x="10542" y="12627"/>
                  </a:lnTo>
                  <a:lnTo>
                    <a:pt x="9963" y="12550"/>
                  </a:lnTo>
                  <a:lnTo>
                    <a:pt x="9384" y="12512"/>
                  </a:lnTo>
                  <a:lnTo>
                    <a:pt x="8843" y="12473"/>
                  </a:lnTo>
                  <a:lnTo>
                    <a:pt x="8303" y="12473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6"/>
                  </a:lnTo>
                  <a:lnTo>
                    <a:pt x="6179" y="12782"/>
                  </a:lnTo>
                  <a:lnTo>
                    <a:pt x="5638" y="12975"/>
                  </a:lnTo>
                  <a:lnTo>
                    <a:pt x="5136" y="13129"/>
                  </a:lnTo>
                  <a:lnTo>
                    <a:pt x="4673" y="13361"/>
                  </a:lnTo>
                  <a:lnTo>
                    <a:pt x="4557" y="13129"/>
                  </a:lnTo>
                  <a:lnTo>
                    <a:pt x="4402" y="12936"/>
                  </a:lnTo>
                  <a:lnTo>
                    <a:pt x="4866" y="12318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0" y="10619"/>
                  </a:lnTo>
                  <a:lnTo>
                    <a:pt x="6951" y="10117"/>
                  </a:lnTo>
                  <a:lnTo>
                    <a:pt x="7530" y="9654"/>
                  </a:lnTo>
                  <a:lnTo>
                    <a:pt x="8148" y="9229"/>
                  </a:lnTo>
                  <a:lnTo>
                    <a:pt x="8766" y="8804"/>
                  </a:lnTo>
                  <a:lnTo>
                    <a:pt x="9384" y="8457"/>
                  </a:lnTo>
                  <a:lnTo>
                    <a:pt x="10040" y="8109"/>
                  </a:lnTo>
                  <a:lnTo>
                    <a:pt x="10735" y="7839"/>
                  </a:lnTo>
                  <a:lnTo>
                    <a:pt x="11430" y="7569"/>
                  </a:lnTo>
                  <a:lnTo>
                    <a:pt x="12164" y="7376"/>
                  </a:lnTo>
                  <a:lnTo>
                    <a:pt x="12898" y="7183"/>
                  </a:lnTo>
                  <a:lnTo>
                    <a:pt x="13670" y="7067"/>
                  </a:lnTo>
                  <a:lnTo>
                    <a:pt x="14442" y="6990"/>
                  </a:lnTo>
                  <a:close/>
                  <a:moveTo>
                    <a:pt x="4518" y="1275"/>
                  </a:moveTo>
                  <a:lnTo>
                    <a:pt x="4016" y="1854"/>
                  </a:lnTo>
                  <a:lnTo>
                    <a:pt x="3591" y="2472"/>
                  </a:lnTo>
                  <a:lnTo>
                    <a:pt x="3244" y="3128"/>
                  </a:lnTo>
                  <a:lnTo>
                    <a:pt x="2935" y="3823"/>
                  </a:lnTo>
                  <a:lnTo>
                    <a:pt x="2665" y="4518"/>
                  </a:lnTo>
                  <a:lnTo>
                    <a:pt x="2472" y="5291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3"/>
                  </a:lnTo>
                  <a:lnTo>
                    <a:pt x="2356" y="9886"/>
                  </a:lnTo>
                  <a:lnTo>
                    <a:pt x="2549" y="10619"/>
                  </a:lnTo>
                  <a:lnTo>
                    <a:pt x="2742" y="11353"/>
                  </a:lnTo>
                  <a:lnTo>
                    <a:pt x="3012" y="12087"/>
                  </a:lnTo>
                  <a:lnTo>
                    <a:pt x="3283" y="12782"/>
                  </a:lnTo>
                  <a:lnTo>
                    <a:pt x="3089" y="12898"/>
                  </a:lnTo>
                  <a:lnTo>
                    <a:pt x="2935" y="13052"/>
                  </a:lnTo>
                  <a:lnTo>
                    <a:pt x="2819" y="13245"/>
                  </a:lnTo>
                  <a:lnTo>
                    <a:pt x="2703" y="13438"/>
                  </a:lnTo>
                  <a:lnTo>
                    <a:pt x="2394" y="13014"/>
                  </a:lnTo>
                  <a:lnTo>
                    <a:pt x="2047" y="12550"/>
                  </a:lnTo>
                  <a:lnTo>
                    <a:pt x="1777" y="12087"/>
                  </a:lnTo>
                  <a:lnTo>
                    <a:pt x="1506" y="11623"/>
                  </a:lnTo>
                  <a:lnTo>
                    <a:pt x="1275" y="11121"/>
                  </a:lnTo>
                  <a:lnTo>
                    <a:pt x="1043" y="10619"/>
                  </a:lnTo>
                  <a:lnTo>
                    <a:pt x="850" y="10117"/>
                  </a:lnTo>
                  <a:lnTo>
                    <a:pt x="734" y="9615"/>
                  </a:lnTo>
                  <a:lnTo>
                    <a:pt x="618" y="9113"/>
                  </a:lnTo>
                  <a:lnTo>
                    <a:pt x="541" y="8573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0"/>
                  </a:lnTo>
                  <a:lnTo>
                    <a:pt x="734" y="5870"/>
                  </a:lnTo>
                  <a:lnTo>
                    <a:pt x="927" y="5329"/>
                  </a:lnTo>
                  <a:lnTo>
                    <a:pt x="1197" y="4673"/>
                  </a:lnTo>
                  <a:lnTo>
                    <a:pt x="1506" y="4055"/>
                  </a:lnTo>
                  <a:lnTo>
                    <a:pt x="1892" y="3476"/>
                  </a:lnTo>
                  <a:lnTo>
                    <a:pt x="2356" y="2935"/>
                  </a:lnTo>
                  <a:lnTo>
                    <a:pt x="2819" y="2433"/>
                  </a:lnTo>
                  <a:lnTo>
                    <a:pt x="3360" y="2008"/>
                  </a:lnTo>
                  <a:lnTo>
                    <a:pt x="3900" y="1584"/>
                  </a:lnTo>
                  <a:lnTo>
                    <a:pt x="4518" y="1275"/>
                  </a:lnTo>
                  <a:close/>
                  <a:moveTo>
                    <a:pt x="3823" y="12975"/>
                  </a:moveTo>
                  <a:lnTo>
                    <a:pt x="4016" y="13052"/>
                  </a:lnTo>
                  <a:lnTo>
                    <a:pt x="4132" y="13168"/>
                  </a:lnTo>
                  <a:lnTo>
                    <a:pt x="4248" y="13284"/>
                  </a:lnTo>
                  <a:lnTo>
                    <a:pt x="4325" y="13438"/>
                  </a:lnTo>
                  <a:lnTo>
                    <a:pt x="4364" y="13631"/>
                  </a:lnTo>
                  <a:lnTo>
                    <a:pt x="4325" y="13786"/>
                  </a:lnTo>
                  <a:lnTo>
                    <a:pt x="4287" y="13940"/>
                  </a:lnTo>
                  <a:lnTo>
                    <a:pt x="4209" y="14095"/>
                  </a:lnTo>
                  <a:lnTo>
                    <a:pt x="3746" y="13824"/>
                  </a:lnTo>
                  <a:lnTo>
                    <a:pt x="3321" y="13477"/>
                  </a:lnTo>
                  <a:lnTo>
                    <a:pt x="3244" y="13438"/>
                  </a:lnTo>
                  <a:lnTo>
                    <a:pt x="3128" y="13438"/>
                  </a:lnTo>
                  <a:lnTo>
                    <a:pt x="3051" y="13477"/>
                  </a:lnTo>
                  <a:lnTo>
                    <a:pt x="2974" y="13515"/>
                  </a:lnTo>
                  <a:lnTo>
                    <a:pt x="3051" y="13361"/>
                  </a:lnTo>
                  <a:lnTo>
                    <a:pt x="3167" y="13245"/>
                  </a:lnTo>
                  <a:lnTo>
                    <a:pt x="3321" y="13129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13" y="12859"/>
                  </a:moveTo>
                  <a:lnTo>
                    <a:pt x="9615" y="12898"/>
                  </a:lnTo>
                  <a:lnTo>
                    <a:pt x="10079" y="12975"/>
                  </a:lnTo>
                  <a:lnTo>
                    <a:pt x="10504" y="13014"/>
                  </a:lnTo>
                  <a:lnTo>
                    <a:pt x="11006" y="13129"/>
                  </a:lnTo>
                  <a:lnTo>
                    <a:pt x="11469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7"/>
                  </a:lnTo>
                  <a:lnTo>
                    <a:pt x="10658" y="14249"/>
                  </a:lnTo>
                  <a:lnTo>
                    <a:pt x="10195" y="14442"/>
                  </a:lnTo>
                  <a:lnTo>
                    <a:pt x="9770" y="14635"/>
                  </a:lnTo>
                  <a:lnTo>
                    <a:pt x="9306" y="14751"/>
                  </a:lnTo>
                  <a:lnTo>
                    <a:pt x="8804" y="14867"/>
                  </a:lnTo>
                  <a:lnTo>
                    <a:pt x="8341" y="14944"/>
                  </a:lnTo>
                  <a:lnTo>
                    <a:pt x="7839" y="14983"/>
                  </a:lnTo>
                  <a:lnTo>
                    <a:pt x="7376" y="14983"/>
                  </a:lnTo>
                  <a:lnTo>
                    <a:pt x="6874" y="14944"/>
                  </a:lnTo>
                  <a:lnTo>
                    <a:pt x="6410" y="14867"/>
                  </a:lnTo>
                  <a:lnTo>
                    <a:pt x="5947" y="14790"/>
                  </a:lnTo>
                  <a:lnTo>
                    <a:pt x="5484" y="14674"/>
                  </a:lnTo>
                  <a:lnTo>
                    <a:pt x="5020" y="14481"/>
                  </a:lnTo>
                  <a:lnTo>
                    <a:pt x="4557" y="14288"/>
                  </a:lnTo>
                  <a:lnTo>
                    <a:pt x="4673" y="14017"/>
                  </a:lnTo>
                  <a:lnTo>
                    <a:pt x="4711" y="13747"/>
                  </a:lnTo>
                  <a:lnTo>
                    <a:pt x="4711" y="13593"/>
                  </a:lnTo>
                  <a:lnTo>
                    <a:pt x="5561" y="13322"/>
                  </a:lnTo>
                  <a:lnTo>
                    <a:pt x="6410" y="13091"/>
                  </a:lnTo>
                  <a:lnTo>
                    <a:pt x="7260" y="12936"/>
                  </a:lnTo>
                  <a:lnTo>
                    <a:pt x="8148" y="12859"/>
                  </a:lnTo>
                  <a:close/>
                  <a:moveTo>
                    <a:pt x="7569" y="0"/>
                  </a:moveTo>
                  <a:lnTo>
                    <a:pt x="6990" y="39"/>
                  </a:lnTo>
                  <a:lnTo>
                    <a:pt x="6410" y="116"/>
                  </a:lnTo>
                  <a:lnTo>
                    <a:pt x="5870" y="232"/>
                  </a:lnTo>
                  <a:lnTo>
                    <a:pt x="5291" y="386"/>
                  </a:lnTo>
                  <a:lnTo>
                    <a:pt x="4750" y="580"/>
                  </a:lnTo>
                  <a:lnTo>
                    <a:pt x="4248" y="811"/>
                  </a:lnTo>
                  <a:lnTo>
                    <a:pt x="3746" y="1120"/>
                  </a:lnTo>
                  <a:lnTo>
                    <a:pt x="3283" y="1429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1970" y="2588"/>
                  </a:lnTo>
                  <a:lnTo>
                    <a:pt x="1622" y="3012"/>
                  </a:lnTo>
                  <a:lnTo>
                    <a:pt x="1275" y="3514"/>
                  </a:lnTo>
                  <a:lnTo>
                    <a:pt x="966" y="4016"/>
                  </a:lnTo>
                  <a:lnTo>
                    <a:pt x="657" y="4595"/>
                  </a:lnTo>
                  <a:lnTo>
                    <a:pt x="425" y="5252"/>
                  </a:lnTo>
                  <a:lnTo>
                    <a:pt x="232" y="5908"/>
                  </a:lnTo>
                  <a:lnTo>
                    <a:pt x="116" y="6565"/>
                  </a:lnTo>
                  <a:lnTo>
                    <a:pt x="0" y="7221"/>
                  </a:lnTo>
                  <a:lnTo>
                    <a:pt x="0" y="7916"/>
                  </a:lnTo>
                  <a:lnTo>
                    <a:pt x="39" y="8611"/>
                  </a:lnTo>
                  <a:lnTo>
                    <a:pt x="116" y="9268"/>
                  </a:lnTo>
                  <a:lnTo>
                    <a:pt x="232" y="9924"/>
                  </a:lnTo>
                  <a:lnTo>
                    <a:pt x="425" y="10581"/>
                  </a:lnTo>
                  <a:lnTo>
                    <a:pt x="695" y="11237"/>
                  </a:lnTo>
                  <a:lnTo>
                    <a:pt x="966" y="11855"/>
                  </a:lnTo>
                  <a:lnTo>
                    <a:pt x="1313" y="12396"/>
                  </a:lnTo>
                  <a:lnTo>
                    <a:pt x="1738" y="12975"/>
                  </a:lnTo>
                  <a:lnTo>
                    <a:pt x="2201" y="13477"/>
                  </a:lnTo>
                  <a:lnTo>
                    <a:pt x="2703" y="13902"/>
                  </a:lnTo>
                  <a:lnTo>
                    <a:pt x="2742" y="13940"/>
                  </a:lnTo>
                  <a:lnTo>
                    <a:pt x="2819" y="13940"/>
                  </a:lnTo>
                  <a:lnTo>
                    <a:pt x="2896" y="13902"/>
                  </a:lnTo>
                  <a:lnTo>
                    <a:pt x="3167" y="14133"/>
                  </a:lnTo>
                  <a:lnTo>
                    <a:pt x="3437" y="14326"/>
                  </a:lnTo>
                  <a:lnTo>
                    <a:pt x="3785" y="14519"/>
                  </a:lnTo>
                  <a:lnTo>
                    <a:pt x="4093" y="14597"/>
                  </a:lnTo>
                  <a:lnTo>
                    <a:pt x="4518" y="14828"/>
                  </a:lnTo>
                  <a:lnTo>
                    <a:pt x="4943" y="14983"/>
                  </a:lnTo>
                  <a:lnTo>
                    <a:pt x="5406" y="15137"/>
                  </a:lnTo>
                  <a:lnTo>
                    <a:pt x="5870" y="15292"/>
                  </a:lnTo>
                  <a:lnTo>
                    <a:pt x="6333" y="15369"/>
                  </a:lnTo>
                  <a:lnTo>
                    <a:pt x="6797" y="15446"/>
                  </a:lnTo>
                  <a:lnTo>
                    <a:pt x="7260" y="15485"/>
                  </a:lnTo>
                  <a:lnTo>
                    <a:pt x="7723" y="15485"/>
                  </a:lnTo>
                  <a:lnTo>
                    <a:pt x="8225" y="15446"/>
                  </a:lnTo>
                  <a:lnTo>
                    <a:pt x="8689" y="15408"/>
                  </a:lnTo>
                  <a:lnTo>
                    <a:pt x="9152" y="15330"/>
                  </a:lnTo>
                  <a:lnTo>
                    <a:pt x="9615" y="15215"/>
                  </a:lnTo>
                  <a:lnTo>
                    <a:pt x="10079" y="15060"/>
                  </a:lnTo>
                  <a:lnTo>
                    <a:pt x="10504" y="14906"/>
                  </a:lnTo>
                  <a:lnTo>
                    <a:pt x="10928" y="14674"/>
                  </a:lnTo>
                  <a:lnTo>
                    <a:pt x="11353" y="14442"/>
                  </a:lnTo>
                  <a:lnTo>
                    <a:pt x="11855" y="14133"/>
                  </a:lnTo>
                  <a:lnTo>
                    <a:pt x="12318" y="13786"/>
                  </a:lnTo>
                  <a:lnTo>
                    <a:pt x="12705" y="13400"/>
                  </a:lnTo>
                  <a:lnTo>
                    <a:pt x="13091" y="12975"/>
                  </a:lnTo>
                  <a:lnTo>
                    <a:pt x="13438" y="12550"/>
                  </a:lnTo>
                  <a:lnTo>
                    <a:pt x="13747" y="12048"/>
                  </a:lnTo>
                  <a:lnTo>
                    <a:pt x="14056" y="11585"/>
                  </a:lnTo>
                  <a:lnTo>
                    <a:pt x="14288" y="11044"/>
                  </a:lnTo>
                  <a:lnTo>
                    <a:pt x="14481" y="10542"/>
                  </a:lnTo>
                  <a:lnTo>
                    <a:pt x="14674" y="10002"/>
                  </a:lnTo>
                  <a:lnTo>
                    <a:pt x="14790" y="9422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3"/>
                  </a:lnTo>
                  <a:lnTo>
                    <a:pt x="14983" y="7144"/>
                  </a:lnTo>
                  <a:lnTo>
                    <a:pt x="14906" y="6603"/>
                  </a:lnTo>
                  <a:lnTo>
                    <a:pt x="14828" y="5986"/>
                  </a:lnTo>
                  <a:lnTo>
                    <a:pt x="14674" y="5406"/>
                  </a:lnTo>
                  <a:lnTo>
                    <a:pt x="14481" y="4827"/>
                  </a:lnTo>
                  <a:lnTo>
                    <a:pt x="14249" y="4287"/>
                  </a:lnTo>
                  <a:lnTo>
                    <a:pt x="13979" y="3746"/>
                  </a:lnTo>
                  <a:lnTo>
                    <a:pt x="13631" y="3244"/>
                  </a:lnTo>
                  <a:lnTo>
                    <a:pt x="13284" y="2742"/>
                  </a:lnTo>
                  <a:lnTo>
                    <a:pt x="12898" y="2317"/>
                  </a:lnTo>
                  <a:lnTo>
                    <a:pt x="12512" y="1892"/>
                  </a:lnTo>
                  <a:lnTo>
                    <a:pt x="12048" y="1506"/>
                  </a:lnTo>
                  <a:lnTo>
                    <a:pt x="11546" y="1197"/>
                  </a:lnTo>
                  <a:lnTo>
                    <a:pt x="11044" y="888"/>
                  </a:lnTo>
                  <a:lnTo>
                    <a:pt x="10504" y="618"/>
                  </a:lnTo>
                  <a:lnTo>
                    <a:pt x="9963" y="386"/>
                  </a:lnTo>
                  <a:lnTo>
                    <a:pt x="9345" y="232"/>
                  </a:lnTo>
                  <a:lnTo>
                    <a:pt x="8766" y="116"/>
                  </a:lnTo>
                  <a:lnTo>
                    <a:pt x="8148" y="39"/>
                  </a:lnTo>
                  <a:lnTo>
                    <a:pt x="756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5"/>
            <p:cNvSpPr/>
            <p:nvPr/>
          </p:nvSpPr>
          <p:spPr>
            <a:xfrm>
              <a:off x="3401625" y="4223000"/>
              <a:ext cx="240425" cy="634250"/>
            </a:xfrm>
            <a:custGeom>
              <a:avLst/>
              <a:gdLst/>
              <a:ahLst/>
              <a:cxnLst/>
              <a:rect l="l" t="t" r="r" b="b"/>
              <a:pathLst>
                <a:path w="9617" h="25370" extrusionOk="0">
                  <a:moveTo>
                    <a:pt x="4751" y="463"/>
                  </a:moveTo>
                  <a:lnTo>
                    <a:pt x="5291" y="502"/>
                  </a:lnTo>
                  <a:lnTo>
                    <a:pt x="5755" y="579"/>
                  </a:lnTo>
                  <a:lnTo>
                    <a:pt x="6218" y="772"/>
                  </a:lnTo>
                  <a:lnTo>
                    <a:pt x="6681" y="965"/>
                  </a:lnTo>
                  <a:lnTo>
                    <a:pt x="7067" y="1236"/>
                  </a:lnTo>
                  <a:lnTo>
                    <a:pt x="7454" y="1583"/>
                  </a:lnTo>
                  <a:lnTo>
                    <a:pt x="7801" y="1931"/>
                  </a:lnTo>
                  <a:lnTo>
                    <a:pt x="8149" y="2356"/>
                  </a:lnTo>
                  <a:lnTo>
                    <a:pt x="8419" y="2780"/>
                  </a:lnTo>
                  <a:lnTo>
                    <a:pt x="8651" y="3244"/>
                  </a:lnTo>
                  <a:lnTo>
                    <a:pt x="8844" y="3707"/>
                  </a:lnTo>
                  <a:lnTo>
                    <a:pt x="8998" y="4209"/>
                  </a:lnTo>
                  <a:lnTo>
                    <a:pt x="9075" y="4711"/>
                  </a:lnTo>
                  <a:lnTo>
                    <a:pt x="9114" y="5213"/>
                  </a:lnTo>
                  <a:lnTo>
                    <a:pt x="9114" y="5754"/>
                  </a:lnTo>
                  <a:lnTo>
                    <a:pt x="9075" y="6256"/>
                  </a:lnTo>
                  <a:lnTo>
                    <a:pt x="8998" y="6758"/>
                  </a:lnTo>
                  <a:lnTo>
                    <a:pt x="8882" y="7260"/>
                  </a:lnTo>
                  <a:lnTo>
                    <a:pt x="8689" y="7723"/>
                  </a:lnTo>
                  <a:lnTo>
                    <a:pt x="8496" y="8225"/>
                  </a:lnTo>
                  <a:lnTo>
                    <a:pt x="8303" y="8650"/>
                  </a:lnTo>
                  <a:lnTo>
                    <a:pt x="8033" y="9113"/>
                  </a:lnTo>
                  <a:lnTo>
                    <a:pt x="7763" y="9538"/>
                  </a:lnTo>
                  <a:lnTo>
                    <a:pt x="7454" y="9924"/>
                  </a:lnTo>
                  <a:lnTo>
                    <a:pt x="7106" y="10349"/>
                  </a:lnTo>
                  <a:lnTo>
                    <a:pt x="6759" y="10735"/>
                  </a:lnTo>
                  <a:lnTo>
                    <a:pt x="6025" y="11469"/>
                  </a:lnTo>
                  <a:lnTo>
                    <a:pt x="5253" y="12125"/>
                  </a:lnTo>
                  <a:lnTo>
                    <a:pt x="5098" y="12125"/>
                  </a:lnTo>
                  <a:lnTo>
                    <a:pt x="5059" y="12202"/>
                  </a:lnTo>
                  <a:lnTo>
                    <a:pt x="5021" y="12241"/>
                  </a:lnTo>
                  <a:lnTo>
                    <a:pt x="5021" y="12280"/>
                  </a:lnTo>
                  <a:lnTo>
                    <a:pt x="4210" y="11816"/>
                  </a:lnTo>
                  <a:lnTo>
                    <a:pt x="3476" y="11314"/>
                  </a:lnTo>
                  <a:lnTo>
                    <a:pt x="2781" y="10735"/>
                  </a:lnTo>
                  <a:lnTo>
                    <a:pt x="2472" y="10426"/>
                  </a:lnTo>
                  <a:lnTo>
                    <a:pt x="2163" y="10117"/>
                  </a:lnTo>
                  <a:lnTo>
                    <a:pt x="1893" y="9770"/>
                  </a:lnTo>
                  <a:lnTo>
                    <a:pt x="1661" y="9422"/>
                  </a:lnTo>
                  <a:lnTo>
                    <a:pt x="1430" y="9036"/>
                  </a:lnTo>
                  <a:lnTo>
                    <a:pt x="1198" y="8650"/>
                  </a:lnTo>
                  <a:lnTo>
                    <a:pt x="1005" y="8264"/>
                  </a:lnTo>
                  <a:lnTo>
                    <a:pt x="850" y="7839"/>
                  </a:lnTo>
                  <a:lnTo>
                    <a:pt x="735" y="7376"/>
                  </a:lnTo>
                  <a:lnTo>
                    <a:pt x="619" y="6912"/>
                  </a:lnTo>
                  <a:lnTo>
                    <a:pt x="542" y="6449"/>
                  </a:lnTo>
                  <a:lnTo>
                    <a:pt x="503" y="5985"/>
                  </a:lnTo>
                  <a:lnTo>
                    <a:pt x="503" y="5522"/>
                  </a:lnTo>
                  <a:lnTo>
                    <a:pt x="542" y="5020"/>
                  </a:lnTo>
                  <a:lnTo>
                    <a:pt x="619" y="4557"/>
                  </a:lnTo>
                  <a:lnTo>
                    <a:pt x="696" y="4055"/>
                  </a:lnTo>
                  <a:lnTo>
                    <a:pt x="850" y="3591"/>
                  </a:lnTo>
                  <a:lnTo>
                    <a:pt x="1005" y="3167"/>
                  </a:lnTo>
                  <a:lnTo>
                    <a:pt x="1237" y="2742"/>
                  </a:lnTo>
                  <a:lnTo>
                    <a:pt x="1468" y="2317"/>
                  </a:lnTo>
                  <a:lnTo>
                    <a:pt x="1739" y="1931"/>
                  </a:lnTo>
                  <a:lnTo>
                    <a:pt x="2086" y="1583"/>
                  </a:lnTo>
                  <a:lnTo>
                    <a:pt x="2434" y="1274"/>
                  </a:lnTo>
                  <a:lnTo>
                    <a:pt x="2820" y="1004"/>
                  </a:lnTo>
                  <a:lnTo>
                    <a:pt x="3245" y="811"/>
                  </a:lnTo>
                  <a:lnTo>
                    <a:pt x="3708" y="618"/>
                  </a:lnTo>
                  <a:lnTo>
                    <a:pt x="4249" y="502"/>
                  </a:lnTo>
                  <a:lnTo>
                    <a:pt x="4751" y="463"/>
                  </a:lnTo>
                  <a:close/>
                  <a:moveTo>
                    <a:pt x="5137" y="12627"/>
                  </a:moveTo>
                  <a:lnTo>
                    <a:pt x="5214" y="12666"/>
                  </a:lnTo>
                  <a:lnTo>
                    <a:pt x="5484" y="13129"/>
                  </a:lnTo>
                  <a:lnTo>
                    <a:pt x="4751" y="13052"/>
                  </a:lnTo>
                  <a:lnTo>
                    <a:pt x="5059" y="12627"/>
                  </a:lnTo>
                  <a:close/>
                  <a:moveTo>
                    <a:pt x="3167" y="13979"/>
                  </a:moveTo>
                  <a:lnTo>
                    <a:pt x="3476" y="14403"/>
                  </a:lnTo>
                  <a:lnTo>
                    <a:pt x="3708" y="14828"/>
                  </a:lnTo>
                  <a:lnTo>
                    <a:pt x="3669" y="14867"/>
                  </a:lnTo>
                  <a:lnTo>
                    <a:pt x="3438" y="14944"/>
                  </a:lnTo>
                  <a:lnTo>
                    <a:pt x="3167" y="15021"/>
                  </a:lnTo>
                  <a:lnTo>
                    <a:pt x="2936" y="15060"/>
                  </a:lnTo>
                  <a:lnTo>
                    <a:pt x="2665" y="15021"/>
                  </a:lnTo>
                  <a:lnTo>
                    <a:pt x="2936" y="14519"/>
                  </a:lnTo>
                  <a:lnTo>
                    <a:pt x="3167" y="13979"/>
                  </a:lnTo>
                  <a:close/>
                  <a:moveTo>
                    <a:pt x="5330" y="14867"/>
                  </a:moveTo>
                  <a:lnTo>
                    <a:pt x="5021" y="15987"/>
                  </a:lnTo>
                  <a:lnTo>
                    <a:pt x="4789" y="15794"/>
                  </a:lnTo>
                  <a:lnTo>
                    <a:pt x="4557" y="15562"/>
                  </a:lnTo>
                  <a:lnTo>
                    <a:pt x="4364" y="15330"/>
                  </a:lnTo>
                  <a:lnTo>
                    <a:pt x="4210" y="15098"/>
                  </a:lnTo>
                  <a:lnTo>
                    <a:pt x="4171" y="15060"/>
                  </a:lnTo>
                  <a:lnTo>
                    <a:pt x="5330" y="14867"/>
                  </a:lnTo>
                  <a:close/>
                  <a:moveTo>
                    <a:pt x="4055" y="15407"/>
                  </a:moveTo>
                  <a:lnTo>
                    <a:pt x="4249" y="15678"/>
                  </a:lnTo>
                  <a:lnTo>
                    <a:pt x="4480" y="15948"/>
                  </a:lnTo>
                  <a:lnTo>
                    <a:pt x="4712" y="16218"/>
                  </a:lnTo>
                  <a:lnTo>
                    <a:pt x="4982" y="16450"/>
                  </a:lnTo>
                  <a:lnTo>
                    <a:pt x="5098" y="16489"/>
                  </a:lnTo>
                  <a:lnTo>
                    <a:pt x="4905" y="16991"/>
                  </a:lnTo>
                  <a:lnTo>
                    <a:pt x="4789" y="17531"/>
                  </a:lnTo>
                  <a:lnTo>
                    <a:pt x="4480" y="17145"/>
                  </a:lnTo>
                  <a:lnTo>
                    <a:pt x="4249" y="16759"/>
                  </a:lnTo>
                  <a:lnTo>
                    <a:pt x="4133" y="16527"/>
                  </a:lnTo>
                  <a:lnTo>
                    <a:pt x="4055" y="16296"/>
                  </a:lnTo>
                  <a:lnTo>
                    <a:pt x="4017" y="16064"/>
                  </a:lnTo>
                  <a:lnTo>
                    <a:pt x="4017" y="15794"/>
                  </a:lnTo>
                  <a:lnTo>
                    <a:pt x="4055" y="15407"/>
                  </a:lnTo>
                  <a:close/>
                  <a:moveTo>
                    <a:pt x="5291" y="16798"/>
                  </a:moveTo>
                  <a:lnTo>
                    <a:pt x="5600" y="17145"/>
                  </a:lnTo>
                  <a:lnTo>
                    <a:pt x="5870" y="17531"/>
                  </a:lnTo>
                  <a:lnTo>
                    <a:pt x="5446" y="17570"/>
                  </a:lnTo>
                  <a:lnTo>
                    <a:pt x="5021" y="17647"/>
                  </a:lnTo>
                  <a:lnTo>
                    <a:pt x="5291" y="16798"/>
                  </a:lnTo>
                  <a:close/>
                  <a:moveTo>
                    <a:pt x="4557" y="17879"/>
                  </a:moveTo>
                  <a:lnTo>
                    <a:pt x="4635" y="17995"/>
                  </a:lnTo>
                  <a:lnTo>
                    <a:pt x="4519" y="18149"/>
                  </a:lnTo>
                  <a:lnTo>
                    <a:pt x="4403" y="18381"/>
                  </a:lnTo>
                  <a:lnTo>
                    <a:pt x="4287" y="18805"/>
                  </a:lnTo>
                  <a:lnTo>
                    <a:pt x="3901" y="18381"/>
                  </a:lnTo>
                  <a:lnTo>
                    <a:pt x="3553" y="17917"/>
                  </a:lnTo>
                  <a:lnTo>
                    <a:pt x="4557" y="17879"/>
                  </a:lnTo>
                  <a:close/>
                  <a:moveTo>
                    <a:pt x="7917" y="20003"/>
                  </a:moveTo>
                  <a:lnTo>
                    <a:pt x="7878" y="20736"/>
                  </a:lnTo>
                  <a:lnTo>
                    <a:pt x="7763" y="21509"/>
                  </a:lnTo>
                  <a:lnTo>
                    <a:pt x="6797" y="20775"/>
                  </a:lnTo>
                  <a:lnTo>
                    <a:pt x="6759" y="20736"/>
                  </a:lnTo>
                  <a:lnTo>
                    <a:pt x="6681" y="20466"/>
                  </a:lnTo>
                  <a:lnTo>
                    <a:pt x="6990" y="20273"/>
                  </a:lnTo>
                  <a:lnTo>
                    <a:pt x="7299" y="20118"/>
                  </a:lnTo>
                  <a:lnTo>
                    <a:pt x="7608" y="20041"/>
                  </a:lnTo>
                  <a:lnTo>
                    <a:pt x="7917" y="20003"/>
                  </a:lnTo>
                  <a:close/>
                  <a:moveTo>
                    <a:pt x="5330" y="20389"/>
                  </a:moveTo>
                  <a:lnTo>
                    <a:pt x="6179" y="20813"/>
                  </a:lnTo>
                  <a:lnTo>
                    <a:pt x="5755" y="21200"/>
                  </a:lnTo>
                  <a:lnTo>
                    <a:pt x="5368" y="21663"/>
                  </a:lnTo>
                  <a:lnTo>
                    <a:pt x="5291" y="21007"/>
                  </a:lnTo>
                  <a:lnTo>
                    <a:pt x="5330" y="20389"/>
                  </a:lnTo>
                  <a:close/>
                  <a:moveTo>
                    <a:pt x="4905" y="0"/>
                  </a:moveTo>
                  <a:lnTo>
                    <a:pt x="4519" y="39"/>
                  </a:lnTo>
                  <a:lnTo>
                    <a:pt x="4171" y="39"/>
                  </a:lnTo>
                  <a:lnTo>
                    <a:pt x="3785" y="116"/>
                  </a:lnTo>
                  <a:lnTo>
                    <a:pt x="3438" y="232"/>
                  </a:lnTo>
                  <a:lnTo>
                    <a:pt x="3090" y="348"/>
                  </a:lnTo>
                  <a:lnTo>
                    <a:pt x="2743" y="502"/>
                  </a:lnTo>
                  <a:lnTo>
                    <a:pt x="2434" y="695"/>
                  </a:lnTo>
                  <a:lnTo>
                    <a:pt x="2086" y="927"/>
                  </a:lnTo>
                  <a:lnTo>
                    <a:pt x="1816" y="1197"/>
                  </a:lnTo>
                  <a:lnTo>
                    <a:pt x="1507" y="1506"/>
                  </a:lnTo>
                  <a:lnTo>
                    <a:pt x="1275" y="1815"/>
                  </a:lnTo>
                  <a:lnTo>
                    <a:pt x="1044" y="2124"/>
                  </a:lnTo>
                  <a:lnTo>
                    <a:pt x="812" y="2471"/>
                  </a:lnTo>
                  <a:lnTo>
                    <a:pt x="619" y="2858"/>
                  </a:lnTo>
                  <a:lnTo>
                    <a:pt x="464" y="3205"/>
                  </a:lnTo>
                  <a:lnTo>
                    <a:pt x="310" y="3591"/>
                  </a:lnTo>
                  <a:lnTo>
                    <a:pt x="233" y="3977"/>
                  </a:lnTo>
                  <a:lnTo>
                    <a:pt x="117" y="4364"/>
                  </a:lnTo>
                  <a:lnTo>
                    <a:pt x="78" y="4750"/>
                  </a:lnTo>
                  <a:lnTo>
                    <a:pt x="1" y="5174"/>
                  </a:lnTo>
                  <a:lnTo>
                    <a:pt x="1" y="5561"/>
                  </a:lnTo>
                  <a:lnTo>
                    <a:pt x="1" y="5985"/>
                  </a:lnTo>
                  <a:lnTo>
                    <a:pt x="40" y="6372"/>
                  </a:lnTo>
                  <a:lnTo>
                    <a:pt x="78" y="6796"/>
                  </a:lnTo>
                  <a:lnTo>
                    <a:pt x="155" y="7182"/>
                  </a:lnTo>
                  <a:lnTo>
                    <a:pt x="271" y="7569"/>
                  </a:lnTo>
                  <a:lnTo>
                    <a:pt x="387" y="7993"/>
                  </a:lnTo>
                  <a:lnTo>
                    <a:pt x="542" y="8380"/>
                  </a:lnTo>
                  <a:lnTo>
                    <a:pt x="928" y="9152"/>
                  </a:lnTo>
                  <a:lnTo>
                    <a:pt x="1121" y="9538"/>
                  </a:lnTo>
                  <a:lnTo>
                    <a:pt x="1352" y="9924"/>
                  </a:lnTo>
                  <a:lnTo>
                    <a:pt x="1623" y="10272"/>
                  </a:lnTo>
                  <a:lnTo>
                    <a:pt x="1893" y="10619"/>
                  </a:lnTo>
                  <a:lnTo>
                    <a:pt x="2202" y="10928"/>
                  </a:lnTo>
                  <a:lnTo>
                    <a:pt x="2511" y="11237"/>
                  </a:lnTo>
                  <a:lnTo>
                    <a:pt x="2820" y="11546"/>
                  </a:lnTo>
                  <a:lnTo>
                    <a:pt x="3167" y="11778"/>
                  </a:lnTo>
                  <a:lnTo>
                    <a:pt x="3553" y="12009"/>
                  </a:lnTo>
                  <a:lnTo>
                    <a:pt x="3940" y="12241"/>
                  </a:lnTo>
                  <a:lnTo>
                    <a:pt x="4326" y="12395"/>
                  </a:lnTo>
                  <a:lnTo>
                    <a:pt x="4712" y="12550"/>
                  </a:lnTo>
                  <a:lnTo>
                    <a:pt x="4171" y="13091"/>
                  </a:lnTo>
                  <a:lnTo>
                    <a:pt x="4133" y="13206"/>
                  </a:lnTo>
                  <a:lnTo>
                    <a:pt x="4133" y="13322"/>
                  </a:lnTo>
                  <a:lnTo>
                    <a:pt x="4210" y="13399"/>
                  </a:lnTo>
                  <a:lnTo>
                    <a:pt x="4326" y="13438"/>
                  </a:lnTo>
                  <a:lnTo>
                    <a:pt x="4789" y="13477"/>
                  </a:lnTo>
                  <a:lnTo>
                    <a:pt x="4519" y="13747"/>
                  </a:lnTo>
                  <a:lnTo>
                    <a:pt x="4287" y="13979"/>
                  </a:lnTo>
                  <a:lnTo>
                    <a:pt x="4094" y="14288"/>
                  </a:lnTo>
                  <a:lnTo>
                    <a:pt x="3940" y="14596"/>
                  </a:lnTo>
                  <a:lnTo>
                    <a:pt x="3785" y="14288"/>
                  </a:lnTo>
                  <a:lnTo>
                    <a:pt x="3631" y="14017"/>
                  </a:lnTo>
                  <a:lnTo>
                    <a:pt x="3438" y="13747"/>
                  </a:lnTo>
                  <a:lnTo>
                    <a:pt x="3206" y="13477"/>
                  </a:lnTo>
                  <a:lnTo>
                    <a:pt x="3129" y="13438"/>
                  </a:lnTo>
                  <a:lnTo>
                    <a:pt x="3051" y="13438"/>
                  </a:lnTo>
                  <a:lnTo>
                    <a:pt x="2974" y="13477"/>
                  </a:lnTo>
                  <a:lnTo>
                    <a:pt x="2897" y="13593"/>
                  </a:lnTo>
                  <a:lnTo>
                    <a:pt x="2588" y="14326"/>
                  </a:lnTo>
                  <a:lnTo>
                    <a:pt x="2241" y="15098"/>
                  </a:lnTo>
                  <a:lnTo>
                    <a:pt x="2202" y="15176"/>
                  </a:lnTo>
                  <a:lnTo>
                    <a:pt x="2202" y="15253"/>
                  </a:lnTo>
                  <a:lnTo>
                    <a:pt x="2241" y="15330"/>
                  </a:lnTo>
                  <a:lnTo>
                    <a:pt x="2318" y="15369"/>
                  </a:lnTo>
                  <a:lnTo>
                    <a:pt x="2665" y="15407"/>
                  </a:lnTo>
                  <a:lnTo>
                    <a:pt x="3013" y="15407"/>
                  </a:lnTo>
                  <a:lnTo>
                    <a:pt x="3360" y="15369"/>
                  </a:lnTo>
                  <a:lnTo>
                    <a:pt x="3669" y="15253"/>
                  </a:lnTo>
                  <a:lnTo>
                    <a:pt x="3669" y="15253"/>
                  </a:lnTo>
                  <a:lnTo>
                    <a:pt x="3631" y="15562"/>
                  </a:lnTo>
                  <a:lnTo>
                    <a:pt x="3592" y="15909"/>
                  </a:lnTo>
                  <a:lnTo>
                    <a:pt x="3631" y="16141"/>
                  </a:lnTo>
                  <a:lnTo>
                    <a:pt x="3669" y="16373"/>
                  </a:lnTo>
                  <a:lnTo>
                    <a:pt x="3785" y="16798"/>
                  </a:lnTo>
                  <a:lnTo>
                    <a:pt x="4017" y="17184"/>
                  </a:lnTo>
                  <a:lnTo>
                    <a:pt x="4287" y="17570"/>
                  </a:lnTo>
                  <a:lnTo>
                    <a:pt x="3245" y="17570"/>
                  </a:lnTo>
                  <a:lnTo>
                    <a:pt x="3167" y="17608"/>
                  </a:lnTo>
                  <a:lnTo>
                    <a:pt x="3090" y="17647"/>
                  </a:lnTo>
                  <a:lnTo>
                    <a:pt x="3051" y="17763"/>
                  </a:lnTo>
                  <a:lnTo>
                    <a:pt x="3090" y="17840"/>
                  </a:lnTo>
                  <a:lnTo>
                    <a:pt x="3322" y="18265"/>
                  </a:lnTo>
                  <a:lnTo>
                    <a:pt x="3592" y="18612"/>
                  </a:lnTo>
                  <a:lnTo>
                    <a:pt x="3901" y="18960"/>
                  </a:lnTo>
                  <a:lnTo>
                    <a:pt x="4249" y="19307"/>
                  </a:lnTo>
                  <a:lnTo>
                    <a:pt x="4326" y="19346"/>
                  </a:lnTo>
                  <a:lnTo>
                    <a:pt x="4442" y="19346"/>
                  </a:lnTo>
                  <a:lnTo>
                    <a:pt x="4519" y="19307"/>
                  </a:lnTo>
                  <a:lnTo>
                    <a:pt x="4557" y="19230"/>
                  </a:lnTo>
                  <a:lnTo>
                    <a:pt x="4751" y="18767"/>
                  </a:lnTo>
                  <a:lnTo>
                    <a:pt x="4828" y="18497"/>
                  </a:lnTo>
                  <a:lnTo>
                    <a:pt x="4905" y="18265"/>
                  </a:lnTo>
                  <a:lnTo>
                    <a:pt x="5021" y="18381"/>
                  </a:lnTo>
                  <a:lnTo>
                    <a:pt x="5446" y="18883"/>
                  </a:lnTo>
                  <a:lnTo>
                    <a:pt x="5793" y="19385"/>
                  </a:lnTo>
                  <a:lnTo>
                    <a:pt x="6063" y="19964"/>
                  </a:lnTo>
                  <a:lnTo>
                    <a:pt x="6257" y="20543"/>
                  </a:lnTo>
                  <a:lnTo>
                    <a:pt x="5253" y="19964"/>
                  </a:lnTo>
                  <a:lnTo>
                    <a:pt x="5175" y="19925"/>
                  </a:lnTo>
                  <a:lnTo>
                    <a:pt x="5098" y="19925"/>
                  </a:lnTo>
                  <a:lnTo>
                    <a:pt x="5021" y="20003"/>
                  </a:lnTo>
                  <a:lnTo>
                    <a:pt x="4982" y="20041"/>
                  </a:lnTo>
                  <a:lnTo>
                    <a:pt x="4944" y="20582"/>
                  </a:lnTo>
                  <a:lnTo>
                    <a:pt x="4944" y="21084"/>
                  </a:lnTo>
                  <a:lnTo>
                    <a:pt x="4982" y="21586"/>
                  </a:lnTo>
                  <a:lnTo>
                    <a:pt x="5059" y="22088"/>
                  </a:lnTo>
                  <a:lnTo>
                    <a:pt x="5098" y="22204"/>
                  </a:lnTo>
                  <a:lnTo>
                    <a:pt x="5214" y="22242"/>
                  </a:lnTo>
                  <a:lnTo>
                    <a:pt x="5291" y="22242"/>
                  </a:lnTo>
                  <a:lnTo>
                    <a:pt x="5368" y="22165"/>
                  </a:lnTo>
                  <a:lnTo>
                    <a:pt x="5870" y="21663"/>
                  </a:lnTo>
                  <a:lnTo>
                    <a:pt x="6372" y="21161"/>
                  </a:lnTo>
                  <a:lnTo>
                    <a:pt x="6411" y="21547"/>
                  </a:lnTo>
                  <a:lnTo>
                    <a:pt x="6372" y="21933"/>
                  </a:lnTo>
                  <a:lnTo>
                    <a:pt x="6295" y="22474"/>
                  </a:lnTo>
                  <a:lnTo>
                    <a:pt x="6102" y="23053"/>
                  </a:lnTo>
                  <a:lnTo>
                    <a:pt x="5870" y="23671"/>
                  </a:lnTo>
                  <a:lnTo>
                    <a:pt x="5677" y="23941"/>
                  </a:lnTo>
                  <a:lnTo>
                    <a:pt x="5523" y="24173"/>
                  </a:lnTo>
                  <a:lnTo>
                    <a:pt x="5330" y="24405"/>
                  </a:lnTo>
                  <a:lnTo>
                    <a:pt x="5098" y="24598"/>
                  </a:lnTo>
                  <a:lnTo>
                    <a:pt x="4866" y="24752"/>
                  </a:lnTo>
                  <a:lnTo>
                    <a:pt x="4635" y="24868"/>
                  </a:lnTo>
                  <a:lnTo>
                    <a:pt x="4364" y="24945"/>
                  </a:lnTo>
                  <a:lnTo>
                    <a:pt x="4094" y="24907"/>
                  </a:lnTo>
                  <a:lnTo>
                    <a:pt x="3785" y="24868"/>
                  </a:lnTo>
                  <a:lnTo>
                    <a:pt x="3476" y="24714"/>
                  </a:lnTo>
                  <a:lnTo>
                    <a:pt x="3399" y="24675"/>
                  </a:lnTo>
                  <a:lnTo>
                    <a:pt x="3360" y="24675"/>
                  </a:lnTo>
                  <a:lnTo>
                    <a:pt x="3283" y="24752"/>
                  </a:lnTo>
                  <a:lnTo>
                    <a:pt x="3245" y="24868"/>
                  </a:lnTo>
                  <a:lnTo>
                    <a:pt x="3245" y="24907"/>
                  </a:lnTo>
                  <a:lnTo>
                    <a:pt x="3283" y="24945"/>
                  </a:lnTo>
                  <a:lnTo>
                    <a:pt x="3438" y="25100"/>
                  </a:lnTo>
                  <a:lnTo>
                    <a:pt x="3592" y="25216"/>
                  </a:lnTo>
                  <a:lnTo>
                    <a:pt x="3785" y="25293"/>
                  </a:lnTo>
                  <a:lnTo>
                    <a:pt x="3940" y="25331"/>
                  </a:lnTo>
                  <a:lnTo>
                    <a:pt x="4133" y="25370"/>
                  </a:lnTo>
                  <a:lnTo>
                    <a:pt x="4287" y="25370"/>
                  </a:lnTo>
                  <a:lnTo>
                    <a:pt x="4635" y="25293"/>
                  </a:lnTo>
                  <a:lnTo>
                    <a:pt x="4982" y="25138"/>
                  </a:lnTo>
                  <a:lnTo>
                    <a:pt x="5330" y="24945"/>
                  </a:lnTo>
                  <a:lnTo>
                    <a:pt x="5600" y="24714"/>
                  </a:lnTo>
                  <a:lnTo>
                    <a:pt x="5870" y="24443"/>
                  </a:lnTo>
                  <a:lnTo>
                    <a:pt x="6141" y="24057"/>
                  </a:lnTo>
                  <a:lnTo>
                    <a:pt x="6334" y="23671"/>
                  </a:lnTo>
                  <a:lnTo>
                    <a:pt x="6527" y="23285"/>
                  </a:lnTo>
                  <a:lnTo>
                    <a:pt x="6643" y="22860"/>
                  </a:lnTo>
                  <a:lnTo>
                    <a:pt x="6759" y="22435"/>
                  </a:lnTo>
                  <a:lnTo>
                    <a:pt x="6797" y="21972"/>
                  </a:lnTo>
                  <a:lnTo>
                    <a:pt x="6836" y="21547"/>
                  </a:lnTo>
                  <a:lnTo>
                    <a:pt x="6797" y="21084"/>
                  </a:lnTo>
                  <a:lnTo>
                    <a:pt x="7763" y="21933"/>
                  </a:lnTo>
                  <a:lnTo>
                    <a:pt x="7840" y="21972"/>
                  </a:lnTo>
                  <a:lnTo>
                    <a:pt x="7917" y="21972"/>
                  </a:lnTo>
                  <a:lnTo>
                    <a:pt x="7994" y="21933"/>
                  </a:lnTo>
                  <a:lnTo>
                    <a:pt x="8071" y="21856"/>
                  </a:lnTo>
                  <a:lnTo>
                    <a:pt x="8149" y="21354"/>
                  </a:lnTo>
                  <a:lnTo>
                    <a:pt x="8226" y="20852"/>
                  </a:lnTo>
                  <a:lnTo>
                    <a:pt x="8303" y="19809"/>
                  </a:lnTo>
                  <a:lnTo>
                    <a:pt x="8303" y="19732"/>
                  </a:lnTo>
                  <a:lnTo>
                    <a:pt x="8265" y="19694"/>
                  </a:lnTo>
                  <a:lnTo>
                    <a:pt x="8187" y="19655"/>
                  </a:lnTo>
                  <a:lnTo>
                    <a:pt x="8149" y="19616"/>
                  </a:lnTo>
                  <a:lnTo>
                    <a:pt x="7724" y="19655"/>
                  </a:lnTo>
                  <a:lnTo>
                    <a:pt x="7299" y="19732"/>
                  </a:lnTo>
                  <a:lnTo>
                    <a:pt x="6952" y="19848"/>
                  </a:lnTo>
                  <a:lnTo>
                    <a:pt x="6604" y="20080"/>
                  </a:lnTo>
                  <a:lnTo>
                    <a:pt x="6334" y="19539"/>
                  </a:lnTo>
                  <a:lnTo>
                    <a:pt x="6025" y="18999"/>
                  </a:lnTo>
                  <a:lnTo>
                    <a:pt x="5677" y="18497"/>
                  </a:lnTo>
                  <a:lnTo>
                    <a:pt x="5253" y="18033"/>
                  </a:lnTo>
                  <a:lnTo>
                    <a:pt x="5214" y="17995"/>
                  </a:lnTo>
                  <a:lnTo>
                    <a:pt x="5716" y="17956"/>
                  </a:lnTo>
                  <a:lnTo>
                    <a:pt x="6179" y="17879"/>
                  </a:lnTo>
                  <a:lnTo>
                    <a:pt x="6257" y="17840"/>
                  </a:lnTo>
                  <a:lnTo>
                    <a:pt x="6295" y="17763"/>
                  </a:lnTo>
                  <a:lnTo>
                    <a:pt x="6295" y="17686"/>
                  </a:lnTo>
                  <a:lnTo>
                    <a:pt x="6257" y="17608"/>
                  </a:lnTo>
                  <a:lnTo>
                    <a:pt x="6102" y="17261"/>
                  </a:lnTo>
                  <a:lnTo>
                    <a:pt x="5870" y="16952"/>
                  </a:lnTo>
                  <a:lnTo>
                    <a:pt x="5639" y="16682"/>
                  </a:lnTo>
                  <a:lnTo>
                    <a:pt x="5368" y="16411"/>
                  </a:lnTo>
                  <a:lnTo>
                    <a:pt x="5291" y="16373"/>
                  </a:lnTo>
                  <a:lnTo>
                    <a:pt x="5793" y="14674"/>
                  </a:lnTo>
                  <a:lnTo>
                    <a:pt x="5793" y="14558"/>
                  </a:lnTo>
                  <a:lnTo>
                    <a:pt x="5755" y="14481"/>
                  </a:lnTo>
                  <a:lnTo>
                    <a:pt x="5677" y="14442"/>
                  </a:lnTo>
                  <a:lnTo>
                    <a:pt x="5561" y="14442"/>
                  </a:lnTo>
                  <a:lnTo>
                    <a:pt x="4326" y="14674"/>
                  </a:lnTo>
                  <a:lnTo>
                    <a:pt x="4326" y="14674"/>
                  </a:lnTo>
                  <a:lnTo>
                    <a:pt x="4519" y="14326"/>
                  </a:lnTo>
                  <a:lnTo>
                    <a:pt x="4751" y="14056"/>
                  </a:lnTo>
                  <a:lnTo>
                    <a:pt x="4982" y="13786"/>
                  </a:lnTo>
                  <a:lnTo>
                    <a:pt x="5214" y="13515"/>
                  </a:lnTo>
                  <a:lnTo>
                    <a:pt x="5870" y="13554"/>
                  </a:lnTo>
                  <a:lnTo>
                    <a:pt x="5986" y="13515"/>
                  </a:lnTo>
                  <a:lnTo>
                    <a:pt x="6025" y="13438"/>
                  </a:lnTo>
                  <a:lnTo>
                    <a:pt x="6063" y="13361"/>
                  </a:lnTo>
                  <a:lnTo>
                    <a:pt x="6025" y="13245"/>
                  </a:lnTo>
                  <a:lnTo>
                    <a:pt x="5832" y="12820"/>
                  </a:lnTo>
                  <a:lnTo>
                    <a:pt x="5561" y="12434"/>
                  </a:lnTo>
                  <a:lnTo>
                    <a:pt x="6257" y="11893"/>
                  </a:lnTo>
                  <a:lnTo>
                    <a:pt x="6913" y="11276"/>
                  </a:lnTo>
                  <a:lnTo>
                    <a:pt x="7531" y="10619"/>
                  </a:lnTo>
                  <a:lnTo>
                    <a:pt x="8110" y="9885"/>
                  </a:lnTo>
                  <a:lnTo>
                    <a:pt x="8573" y="9152"/>
                  </a:lnTo>
                  <a:lnTo>
                    <a:pt x="8805" y="8766"/>
                  </a:lnTo>
                  <a:lnTo>
                    <a:pt x="8998" y="8341"/>
                  </a:lnTo>
                  <a:lnTo>
                    <a:pt x="9153" y="7916"/>
                  </a:lnTo>
                  <a:lnTo>
                    <a:pt x="9307" y="7491"/>
                  </a:lnTo>
                  <a:lnTo>
                    <a:pt x="9423" y="7067"/>
                  </a:lnTo>
                  <a:lnTo>
                    <a:pt x="9500" y="6642"/>
                  </a:lnTo>
                  <a:lnTo>
                    <a:pt x="9577" y="6217"/>
                  </a:lnTo>
                  <a:lnTo>
                    <a:pt x="9616" y="5754"/>
                  </a:lnTo>
                  <a:lnTo>
                    <a:pt x="9616" y="5329"/>
                  </a:lnTo>
                  <a:lnTo>
                    <a:pt x="9577" y="4904"/>
                  </a:lnTo>
                  <a:lnTo>
                    <a:pt x="9539" y="4479"/>
                  </a:lnTo>
                  <a:lnTo>
                    <a:pt x="9462" y="4093"/>
                  </a:lnTo>
                  <a:lnTo>
                    <a:pt x="9346" y="3669"/>
                  </a:lnTo>
                  <a:lnTo>
                    <a:pt x="9230" y="3282"/>
                  </a:lnTo>
                  <a:lnTo>
                    <a:pt x="9037" y="2896"/>
                  </a:lnTo>
                  <a:lnTo>
                    <a:pt x="8882" y="2510"/>
                  </a:lnTo>
                  <a:lnTo>
                    <a:pt x="8651" y="2163"/>
                  </a:lnTo>
                  <a:lnTo>
                    <a:pt x="8380" y="1815"/>
                  </a:lnTo>
                  <a:lnTo>
                    <a:pt x="8110" y="1506"/>
                  </a:lnTo>
                  <a:lnTo>
                    <a:pt x="7801" y="1197"/>
                  </a:lnTo>
                  <a:lnTo>
                    <a:pt x="7492" y="927"/>
                  </a:lnTo>
                  <a:lnTo>
                    <a:pt x="7106" y="695"/>
                  </a:lnTo>
                  <a:lnTo>
                    <a:pt x="6759" y="502"/>
                  </a:lnTo>
                  <a:lnTo>
                    <a:pt x="6411" y="348"/>
                  </a:lnTo>
                  <a:lnTo>
                    <a:pt x="6025" y="193"/>
                  </a:lnTo>
                  <a:lnTo>
                    <a:pt x="5639" y="116"/>
                  </a:lnTo>
                  <a:lnTo>
                    <a:pt x="5291" y="3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5"/>
            <p:cNvSpPr/>
            <p:nvPr/>
          </p:nvSpPr>
          <p:spPr>
            <a:xfrm>
              <a:off x="3447000" y="857725"/>
              <a:ext cx="309925" cy="605300"/>
            </a:xfrm>
            <a:custGeom>
              <a:avLst/>
              <a:gdLst/>
              <a:ahLst/>
              <a:cxnLst/>
              <a:rect l="l" t="t" r="r" b="b"/>
              <a:pathLst>
                <a:path w="12397" h="24212" extrusionOk="0">
                  <a:moveTo>
                    <a:pt x="7955" y="463"/>
                  </a:moveTo>
                  <a:lnTo>
                    <a:pt x="8496" y="502"/>
                  </a:lnTo>
                  <a:lnTo>
                    <a:pt x="9037" y="618"/>
                  </a:lnTo>
                  <a:lnTo>
                    <a:pt x="9500" y="811"/>
                  </a:lnTo>
                  <a:lnTo>
                    <a:pt x="9925" y="1043"/>
                  </a:lnTo>
                  <a:lnTo>
                    <a:pt x="10311" y="1352"/>
                  </a:lnTo>
                  <a:lnTo>
                    <a:pt x="10659" y="1699"/>
                  </a:lnTo>
                  <a:lnTo>
                    <a:pt x="10967" y="2085"/>
                  </a:lnTo>
                  <a:lnTo>
                    <a:pt x="11238" y="2510"/>
                  </a:lnTo>
                  <a:lnTo>
                    <a:pt x="11469" y="2973"/>
                  </a:lnTo>
                  <a:lnTo>
                    <a:pt x="11663" y="3437"/>
                  </a:lnTo>
                  <a:lnTo>
                    <a:pt x="11778" y="3939"/>
                  </a:lnTo>
                  <a:lnTo>
                    <a:pt x="11856" y="4441"/>
                  </a:lnTo>
                  <a:lnTo>
                    <a:pt x="11894" y="4981"/>
                  </a:lnTo>
                  <a:lnTo>
                    <a:pt x="11894" y="5483"/>
                  </a:lnTo>
                  <a:lnTo>
                    <a:pt x="11817" y="5985"/>
                  </a:lnTo>
                  <a:lnTo>
                    <a:pt x="11701" y="6487"/>
                  </a:lnTo>
                  <a:lnTo>
                    <a:pt x="11547" y="6989"/>
                  </a:lnTo>
                  <a:lnTo>
                    <a:pt x="11315" y="7453"/>
                  </a:lnTo>
                  <a:lnTo>
                    <a:pt x="11083" y="7916"/>
                  </a:lnTo>
                  <a:lnTo>
                    <a:pt x="10813" y="8341"/>
                  </a:lnTo>
                  <a:lnTo>
                    <a:pt x="10504" y="8766"/>
                  </a:lnTo>
                  <a:lnTo>
                    <a:pt x="10195" y="9152"/>
                  </a:lnTo>
                  <a:lnTo>
                    <a:pt x="9848" y="9499"/>
                  </a:lnTo>
                  <a:lnTo>
                    <a:pt x="9461" y="9847"/>
                  </a:lnTo>
                  <a:lnTo>
                    <a:pt x="9037" y="10156"/>
                  </a:lnTo>
                  <a:lnTo>
                    <a:pt x="8651" y="10465"/>
                  </a:lnTo>
                  <a:lnTo>
                    <a:pt x="8187" y="10735"/>
                  </a:lnTo>
                  <a:lnTo>
                    <a:pt x="7762" y="11005"/>
                  </a:lnTo>
                  <a:lnTo>
                    <a:pt x="6836" y="11469"/>
                  </a:lnTo>
                  <a:lnTo>
                    <a:pt x="5870" y="11855"/>
                  </a:lnTo>
                  <a:lnTo>
                    <a:pt x="5677" y="11855"/>
                  </a:lnTo>
                  <a:lnTo>
                    <a:pt x="5639" y="11932"/>
                  </a:lnTo>
                  <a:lnTo>
                    <a:pt x="5600" y="11932"/>
                  </a:lnTo>
                  <a:lnTo>
                    <a:pt x="4982" y="11276"/>
                  </a:lnTo>
                  <a:lnTo>
                    <a:pt x="4442" y="10542"/>
                  </a:lnTo>
                  <a:lnTo>
                    <a:pt x="3978" y="9808"/>
                  </a:lnTo>
                  <a:lnTo>
                    <a:pt x="3746" y="9383"/>
                  </a:lnTo>
                  <a:lnTo>
                    <a:pt x="3592" y="8997"/>
                  </a:lnTo>
                  <a:lnTo>
                    <a:pt x="3438" y="8611"/>
                  </a:lnTo>
                  <a:lnTo>
                    <a:pt x="3283" y="8186"/>
                  </a:lnTo>
                  <a:lnTo>
                    <a:pt x="3167" y="7762"/>
                  </a:lnTo>
                  <a:lnTo>
                    <a:pt x="3090" y="7298"/>
                  </a:lnTo>
                  <a:lnTo>
                    <a:pt x="3051" y="6873"/>
                  </a:lnTo>
                  <a:lnTo>
                    <a:pt x="3013" y="6410"/>
                  </a:lnTo>
                  <a:lnTo>
                    <a:pt x="3051" y="5947"/>
                  </a:lnTo>
                  <a:lnTo>
                    <a:pt x="3090" y="5483"/>
                  </a:lnTo>
                  <a:lnTo>
                    <a:pt x="3167" y="5020"/>
                  </a:lnTo>
                  <a:lnTo>
                    <a:pt x="3244" y="4557"/>
                  </a:lnTo>
                  <a:lnTo>
                    <a:pt x="3399" y="4093"/>
                  </a:lnTo>
                  <a:lnTo>
                    <a:pt x="3592" y="3668"/>
                  </a:lnTo>
                  <a:lnTo>
                    <a:pt x="3785" y="3205"/>
                  </a:lnTo>
                  <a:lnTo>
                    <a:pt x="4055" y="2819"/>
                  </a:lnTo>
                  <a:lnTo>
                    <a:pt x="4326" y="2394"/>
                  </a:lnTo>
                  <a:lnTo>
                    <a:pt x="4635" y="2047"/>
                  </a:lnTo>
                  <a:lnTo>
                    <a:pt x="4944" y="1699"/>
                  </a:lnTo>
                  <a:lnTo>
                    <a:pt x="5330" y="1390"/>
                  </a:lnTo>
                  <a:lnTo>
                    <a:pt x="5716" y="1081"/>
                  </a:lnTo>
                  <a:lnTo>
                    <a:pt x="6102" y="850"/>
                  </a:lnTo>
                  <a:lnTo>
                    <a:pt x="6527" y="695"/>
                  </a:lnTo>
                  <a:lnTo>
                    <a:pt x="6990" y="541"/>
                  </a:lnTo>
                  <a:lnTo>
                    <a:pt x="7453" y="463"/>
                  </a:lnTo>
                  <a:close/>
                  <a:moveTo>
                    <a:pt x="5561" y="12279"/>
                  </a:moveTo>
                  <a:lnTo>
                    <a:pt x="5600" y="12318"/>
                  </a:lnTo>
                  <a:lnTo>
                    <a:pt x="5677" y="12357"/>
                  </a:lnTo>
                  <a:lnTo>
                    <a:pt x="5793" y="12897"/>
                  </a:lnTo>
                  <a:lnTo>
                    <a:pt x="5793" y="12897"/>
                  </a:lnTo>
                  <a:lnTo>
                    <a:pt x="5098" y="12588"/>
                  </a:lnTo>
                  <a:lnTo>
                    <a:pt x="5561" y="12279"/>
                  </a:lnTo>
                  <a:close/>
                  <a:moveTo>
                    <a:pt x="3322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3" y="13979"/>
                  </a:lnTo>
                  <a:lnTo>
                    <a:pt x="2781" y="13940"/>
                  </a:lnTo>
                  <a:lnTo>
                    <a:pt x="2511" y="13824"/>
                  </a:lnTo>
                  <a:lnTo>
                    <a:pt x="2936" y="13399"/>
                  </a:lnTo>
                  <a:lnTo>
                    <a:pt x="3322" y="12975"/>
                  </a:lnTo>
                  <a:close/>
                  <a:moveTo>
                    <a:pt x="3940" y="14326"/>
                  </a:moveTo>
                  <a:lnTo>
                    <a:pt x="5098" y="14519"/>
                  </a:lnTo>
                  <a:lnTo>
                    <a:pt x="4442" y="15485"/>
                  </a:lnTo>
                  <a:lnTo>
                    <a:pt x="4287" y="15214"/>
                  </a:lnTo>
                  <a:lnTo>
                    <a:pt x="4171" y="14944"/>
                  </a:lnTo>
                  <a:lnTo>
                    <a:pt x="4055" y="14635"/>
                  </a:lnTo>
                  <a:lnTo>
                    <a:pt x="3978" y="14365"/>
                  </a:lnTo>
                  <a:lnTo>
                    <a:pt x="3940" y="14326"/>
                  </a:lnTo>
                  <a:close/>
                  <a:moveTo>
                    <a:pt x="3746" y="14596"/>
                  </a:moveTo>
                  <a:lnTo>
                    <a:pt x="3824" y="14944"/>
                  </a:lnTo>
                  <a:lnTo>
                    <a:pt x="3978" y="15291"/>
                  </a:lnTo>
                  <a:lnTo>
                    <a:pt x="4133" y="15600"/>
                  </a:lnTo>
                  <a:lnTo>
                    <a:pt x="4287" y="15909"/>
                  </a:lnTo>
                  <a:lnTo>
                    <a:pt x="4364" y="15987"/>
                  </a:lnTo>
                  <a:lnTo>
                    <a:pt x="4055" y="16411"/>
                  </a:lnTo>
                  <a:lnTo>
                    <a:pt x="3746" y="16875"/>
                  </a:lnTo>
                  <a:lnTo>
                    <a:pt x="3592" y="16411"/>
                  </a:lnTo>
                  <a:lnTo>
                    <a:pt x="3476" y="15948"/>
                  </a:lnTo>
                  <a:lnTo>
                    <a:pt x="3476" y="15716"/>
                  </a:lnTo>
                  <a:lnTo>
                    <a:pt x="3476" y="15446"/>
                  </a:lnTo>
                  <a:lnTo>
                    <a:pt x="3515" y="15214"/>
                  </a:lnTo>
                  <a:lnTo>
                    <a:pt x="3553" y="14983"/>
                  </a:lnTo>
                  <a:lnTo>
                    <a:pt x="3746" y="14596"/>
                  </a:lnTo>
                  <a:close/>
                  <a:moveTo>
                    <a:pt x="4480" y="16334"/>
                  </a:moveTo>
                  <a:lnTo>
                    <a:pt x="4673" y="16759"/>
                  </a:lnTo>
                  <a:lnTo>
                    <a:pt x="4789" y="17222"/>
                  </a:lnTo>
                  <a:lnTo>
                    <a:pt x="4789" y="17222"/>
                  </a:lnTo>
                  <a:lnTo>
                    <a:pt x="4364" y="17106"/>
                  </a:lnTo>
                  <a:lnTo>
                    <a:pt x="3940" y="17029"/>
                  </a:lnTo>
                  <a:lnTo>
                    <a:pt x="4480" y="16334"/>
                  </a:lnTo>
                  <a:close/>
                  <a:moveTo>
                    <a:pt x="2472" y="16875"/>
                  </a:moveTo>
                  <a:lnTo>
                    <a:pt x="3399" y="17106"/>
                  </a:lnTo>
                  <a:lnTo>
                    <a:pt x="3476" y="17261"/>
                  </a:lnTo>
                  <a:lnTo>
                    <a:pt x="3322" y="17377"/>
                  </a:lnTo>
                  <a:lnTo>
                    <a:pt x="3167" y="17570"/>
                  </a:lnTo>
                  <a:lnTo>
                    <a:pt x="2897" y="17917"/>
                  </a:lnTo>
                  <a:lnTo>
                    <a:pt x="2665" y="17415"/>
                  </a:lnTo>
                  <a:lnTo>
                    <a:pt x="2472" y="16875"/>
                  </a:lnTo>
                  <a:close/>
                  <a:moveTo>
                    <a:pt x="3360" y="19732"/>
                  </a:moveTo>
                  <a:lnTo>
                    <a:pt x="4055" y="20427"/>
                  </a:lnTo>
                  <a:lnTo>
                    <a:pt x="3553" y="20659"/>
                  </a:lnTo>
                  <a:lnTo>
                    <a:pt x="3013" y="20968"/>
                  </a:lnTo>
                  <a:lnTo>
                    <a:pt x="3167" y="20350"/>
                  </a:lnTo>
                  <a:lnTo>
                    <a:pt x="3360" y="19732"/>
                  </a:lnTo>
                  <a:close/>
                  <a:moveTo>
                    <a:pt x="5677" y="20118"/>
                  </a:moveTo>
                  <a:lnTo>
                    <a:pt x="5986" y="20196"/>
                  </a:lnTo>
                  <a:lnTo>
                    <a:pt x="5716" y="20891"/>
                  </a:lnTo>
                  <a:lnTo>
                    <a:pt x="5368" y="21547"/>
                  </a:lnTo>
                  <a:lnTo>
                    <a:pt x="4673" y="20582"/>
                  </a:lnTo>
                  <a:lnTo>
                    <a:pt x="4635" y="20543"/>
                  </a:lnTo>
                  <a:lnTo>
                    <a:pt x="4673" y="20234"/>
                  </a:lnTo>
                  <a:lnTo>
                    <a:pt x="5021" y="20157"/>
                  </a:lnTo>
                  <a:lnTo>
                    <a:pt x="5330" y="20118"/>
                  </a:lnTo>
                  <a:close/>
                  <a:moveTo>
                    <a:pt x="7453" y="0"/>
                  </a:moveTo>
                  <a:lnTo>
                    <a:pt x="7067" y="39"/>
                  </a:lnTo>
                  <a:lnTo>
                    <a:pt x="6720" y="154"/>
                  </a:lnTo>
                  <a:lnTo>
                    <a:pt x="6334" y="270"/>
                  </a:lnTo>
                  <a:lnTo>
                    <a:pt x="5986" y="425"/>
                  </a:lnTo>
                  <a:lnTo>
                    <a:pt x="5639" y="579"/>
                  </a:lnTo>
                  <a:lnTo>
                    <a:pt x="5291" y="811"/>
                  </a:lnTo>
                  <a:lnTo>
                    <a:pt x="4944" y="1043"/>
                  </a:lnTo>
                  <a:lnTo>
                    <a:pt x="4635" y="1313"/>
                  </a:lnTo>
                  <a:lnTo>
                    <a:pt x="4364" y="1622"/>
                  </a:lnTo>
                  <a:lnTo>
                    <a:pt x="4094" y="1892"/>
                  </a:lnTo>
                  <a:lnTo>
                    <a:pt x="3824" y="2240"/>
                  </a:lnTo>
                  <a:lnTo>
                    <a:pt x="3592" y="2549"/>
                  </a:lnTo>
                  <a:lnTo>
                    <a:pt x="3399" y="2896"/>
                  </a:lnTo>
                  <a:lnTo>
                    <a:pt x="3206" y="3282"/>
                  </a:lnTo>
                  <a:lnTo>
                    <a:pt x="3051" y="3630"/>
                  </a:lnTo>
                  <a:lnTo>
                    <a:pt x="2897" y="4016"/>
                  </a:lnTo>
                  <a:lnTo>
                    <a:pt x="2781" y="4402"/>
                  </a:lnTo>
                  <a:lnTo>
                    <a:pt x="2704" y="4788"/>
                  </a:lnTo>
                  <a:lnTo>
                    <a:pt x="2627" y="5174"/>
                  </a:lnTo>
                  <a:lnTo>
                    <a:pt x="2588" y="5599"/>
                  </a:lnTo>
                  <a:lnTo>
                    <a:pt x="2549" y="5985"/>
                  </a:lnTo>
                  <a:lnTo>
                    <a:pt x="2549" y="6410"/>
                  </a:lnTo>
                  <a:lnTo>
                    <a:pt x="2549" y="6835"/>
                  </a:lnTo>
                  <a:lnTo>
                    <a:pt x="2665" y="7723"/>
                  </a:lnTo>
                  <a:lnTo>
                    <a:pt x="2742" y="8148"/>
                  </a:lnTo>
                  <a:lnTo>
                    <a:pt x="2858" y="8572"/>
                  </a:lnTo>
                  <a:lnTo>
                    <a:pt x="3013" y="8997"/>
                  </a:lnTo>
                  <a:lnTo>
                    <a:pt x="3167" y="9383"/>
                  </a:lnTo>
                  <a:lnTo>
                    <a:pt x="3322" y="9808"/>
                  </a:lnTo>
                  <a:lnTo>
                    <a:pt x="3553" y="10194"/>
                  </a:lnTo>
                  <a:lnTo>
                    <a:pt x="3746" y="10542"/>
                  </a:lnTo>
                  <a:lnTo>
                    <a:pt x="4017" y="10928"/>
                  </a:lnTo>
                  <a:lnTo>
                    <a:pt x="4287" y="11237"/>
                  </a:lnTo>
                  <a:lnTo>
                    <a:pt x="4596" y="11546"/>
                  </a:lnTo>
                  <a:lnTo>
                    <a:pt x="4905" y="11855"/>
                  </a:lnTo>
                  <a:lnTo>
                    <a:pt x="5252" y="12086"/>
                  </a:lnTo>
                  <a:lnTo>
                    <a:pt x="4557" y="12473"/>
                  </a:lnTo>
                  <a:lnTo>
                    <a:pt x="4480" y="12550"/>
                  </a:lnTo>
                  <a:lnTo>
                    <a:pt x="4442" y="12666"/>
                  </a:lnTo>
                  <a:lnTo>
                    <a:pt x="4480" y="12781"/>
                  </a:lnTo>
                  <a:lnTo>
                    <a:pt x="4596" y="12859"/>
                  </a:lnTo>
                  <a:lnTo>
                    <a:pt x="5021" y="13013"/>
                  </a:lnTo>
                  <a:lnTo>
                    <a:pt x="4673" y="13168"/>
                  </a:lnTo>
                  <a:lnTo>
                    <a:pt x="4403" y="13361"/>
                  </a:lnTo>
                  <a:lnTo>
                    <a:pt x="4094" y="13554"/>
                  </a:lnTo>
                  <a:lnTo>
                    <a:pt x="3862" y="13785"/>
                  </a:lnTo>
                  <a:lnTo>
                    <a:pt x="3824" y="13477"/>
                  </a:lnTo>
                  <a:lnTo>
                    <a:pt x="3746" y="13168"/>
                  </a:lnTo>
                  <a:lnTo>
                    <a:pt x="3631" y="12859"/>
                  </a:lnTo>
                  <a:lnTo>
                    <a:pt x="3515" y="12550"/>
                  </a:lnTo>
                  <a:lnTo>
                    <a:pt x="3476" y="12473"/>
                  </a:lnTo>
                  <a:lnTo>
                    <a:pt x="3360" y="12434"/>
                  </a:lnTo>
                  <a:lnTo>
                    <a:pt x="3283" y="12473"/>
                  </a:lnTo>
                  <a:lnTo>
                    <a:pt x="3206" y="12511"/>
                  </a:lnTo>
                  <a:lnTo>
                    <a:pt x="2665" y="13168"/>
                  </a:lnTo>
                  <a:lnTo>
                    <a:pt x="2086" y="13747"/>
                  </a:lnTo>
                  <a:lnTo>
                    <a:pt x="2047" y="13824"/>
                  </a:lnTo>
                  <a:lnTo>
                    <a:pt x="2009" y="13901"/>
                  </a:lnTo>
                  <a:lnTo>
                    <a:pt x="2047" y="13979"/>
                  </a:lnTo>
                  <a:lnTo>
                    <a:pt x="2086" y="14056"/>
                  </a:lnTo>
                  <a:lnTo>
                    <a:pt x="2395" y="14210"/>
                  </a:lnTo>
                  <a:lnTo>
                    <a:pt x="2742" y="14287"/>
                  </a:lnTo>
                  <a:lnTo>
                    <a:pt x="3051" y="14365"/>
                  </a:lnTo>
                  <a:lnTo>
                    <a:pt x="3399" y="14365"/>
                  </a:lnTo>
                  <a:lnTo>
                    <a:pt x="3244" y="14635"/>
                  </a:lnTo>
                  <a:lnTo>
                    <a:pt x="3129" y="14944"/>
                  </a:lnTo>
                  <a:lnTo>
                    <a:pt x="3090" y="15176"/>
                  </a:lnTo>
                  <a:lnTo>
                    <a:pt x="3051" y="15407"/>
                  </a:lnTo>
                  <a:lnTo>
                    <a:pt x="3051" y="15871"/>
                  </a:lnTo>
                  <a:lnTo>
                    <a:pt x="3129" y="16295"/>
                  </a:lnTo>
                  <a:lnTo>
                    <a:pt x="3244" y="16759"/>
                  </a:lnTo>
                  <a:lnTo>
                    <a:pt x="2781" y="16566"/>
                  </a:lnTo>
                  <a:lnTo>
                    <a:pt x="2279" y="16411"/>
                  </a:lnTo>
                  <a:lnTo>
                    <a:pt x="2202" y="16411"/>
                  </a:lnTo>
                  <a:lnTo>
                    <a:pt x="2125" y="16450"/>
                  </a:lnTo>
                  <a:lnTo>
                    <a:pt x="2047" y="16527"/>
                  </a:lnTo>
                  <a:lnTo>
                    <a:pt x="2047" y="16643"/>
                  </a:lnTo>
                  <a:lnTo>
                    <a:pt x="2163" y="17106"/>
                  </a:lnTo>
                  <a:lnTo>
                    <a:pt x="2279" y="17531"/>
                  </a:lnTo>
                  <a:lnTo>
                    <a:pt x="2472" y="17956"/>
                  </a:lnTo>
                  <a:lnTo>
                    <a:pt x="2704" y="18381"/>
                  </a:lnTo>
                  <a:lnTo>
                    <a:pt x="2781" y="18458"/>
                  </a:lnTo>
                  <a:lnTo>
                    <a:pt x="2858" y="18496"/>
                  </a:lnTo>
                  <a:lnTo>
                    <a:pt x="2936" y="18458"/>
                  </a:lnTo>
                  <a:lnTo>
                    <a:pt x="3013" y="18381"/>
                  </a:lnTo>
                  <a:lnTo>
                    <a:pt x="3322" y="18033"/>
                  </a:lnTo>
                  <a:lnTo>
                    <a:pt x="3515" y="17801"/>
                  </a:lnTo>
                  <a:lnTo>
                    <a:pt x="3631" y="17608"/>
                  </a:lnTo>
                  <a:lnTo>
                    <a:pt x="3708" y="17763"/>
                  </a:lnTo>
                  <a:lnTo>
                    <a:pt x="3978" y="18342"/>
                  </a:lnTo>
                  <a:lnTo>
                    <a:pt x="4133" y="18960"/>
                  </a:lnTo>
                  <a:lnTo>
                    <a:pt x="4248" y="19539"/>
                  </a:lnTo>
                  <a:lnTo>
                    <a:pt x="4248" y="20157"/>
                  </a:lnTo>
                  <a:lnTo>
                    <a:pt x="3438" y="19307"/>
                  </a:lnTo>
                  <a:lnTo>
                    <a:pt x="3399" y="19269"/>
                  </a:lnTo>
                  <a:lnTo>
                    <a:pt x="3206" y="19269"/>
                  </a:lnTo>
                  <a:lnTo>
                    <a:pt x="3167" y="19346"/>
                  </a:lnTo>
                  <a:lnTo>
                    <a:pt x="2974" y="19809"/>
                  </a:lnTo>
                  <a:lnTo>
                    <a:pt x="2781" y="20273"/>
                  </a:lnTo>
                  <a:lnTo>
                    <a:pt x="2665" y="20775"/>
                  </a:lnTo>
                  <a:lnTo>
                    <a:pt x="2627" y="21315"/>
                  </a:lnTo>
                  <a:lnTo>
                    <a:pt x="2627" y="21393"/>
                  </a:lnTo>
                  <a:lnTo>
                    <a:pt x="2704" y="21470"/>
                  </a:lnTo>
                  <a:lnTo>
                    <a:pt x="2781" y="21508"/>
                  </a:lnTo>
                  <a:lnTo>
                    <a:pt x="2897" y="21470"/>
                  </a:lnTo>
                  <a:lnTo>
                    <a:pt x="3515" y="21161"/>
                  </a:lnTo>
                  <a:lnTo>
                    <a:pt x="4171" y="20775"/>
                  </a:lnTo>
                  <a:lnTo>
                    <a:pt x="4055" y="21161"/>
                  </a:lnTo>
                  <a:lnTo>
                    <a:pt x="3901" y="21547"/>
                  </a:lnTo>
                  <a:lnTo>
                    <a:pt x="3669" y="22049"/>
                  </a:lnTo>
                  <a:lnTo>
                    <a:pt x="3322" y="22551"/>
                  </a:lnTo>
                  <a:lnTo>
                    <a:pt x="2897" y="23014"/>
                  </a:lnTo>
                  <a:lnTo>
                    <a:pt x="2627" y="23246"/>
                  </a:lnTo>
                  <a:lnTo>
                    <a:pt x="2395" y="23401"/>
                  </a:lnTo>
                  <a:lnTo>
                    <a:pt x="2125" y="23594"/>
                  </a:lnTo>
                  <a:lnTo>
                    <a:pt x="1854" y="23709"/>
                  </a:lnTo>
                  <a:lnTo>
                    <a:pt x="1584" y="23787"/>
                  </a:lnTo>
                  <a:lnTo>
                    <a:pt x="1314" y="23787"/>
                  </a:lnTo>
                  <a:lnTo>
                    <a:pt x="1082" y="23748"/>
                  </a:lnTo>
                  <a:lnTo>
                    <a:pt x="812" y="23671"/>
                  </a:lnTo>
                  <a:lnTo>
                    <a:pt x="541" y="23516"/>
                  </a:lnTo>
                  <a:lnTo>
                    <a:pt x="310" y="23285"/>
                  </a:lnTo>
                  <a:lnTo>
                    <a:pt x="233" y="23246"/>
                  </a:lnTo>
                  <a:lnTo>
                    <a:pt x="78" y="23246"/>
                  </a:lnTo>
                  <a:lnTo>
                    <a:pt x="39" y="23362"/>
                  </a:lnTo>
                  <a:lnTo>
                    <a:pt x="1" y="23401"/>
                  </a:lnTo>
                  <a:lnTo>
                    <a:pt x="39" y="23478"/>
                  </a:lnTo>
                  <a:lnTo>
                    <a:pt x="155" y="23632"/>
                  </a:lnTo>
                  <a:lnTo>
                    <a:pt x="271" y="23787"/>
                  </a:lnTo>
                  <a:lnTo>
                    <a:pt x="387" y="23903"/>
                  </a:lnTo>
                  <a:lnTo>
                    <a:pt x="541" y="24018"/>
                  </a:lnTo>
                  <a:lnTo>
                    <a:pt x="696" y="24096"/>
                  </a:lnTo>
                  <a:lnTo>
                    <a:pt x="889" y="24134"/>
                  </a:lnTo>
                  <a:lnTo>
                    <a:pt x="1236" y="24211"/>
                  </a:lnTo>
                  <a:lnTo>
                    <a:pt x="1584" y="24173"/>
                  </a:lnTo>
                  <a:lnTo>
                    <a:pt x="1970" y="24096"/>
                  </a:lnTo>
                  <a:lnTo>
                    <a:pt x="2318" y="23941"/>
                  </a:lnTo>
                  <a:lnTo>
                    <a:pt x="2665" y="23748"/>
                  </a:lnTo>
                  <a:lnTo>
                    <a:pt x="3013" y="23478"/>
                  </a:lnTo>
                  <a:lnTo>
                    <a:pt x="3322" y="23207"/>
                  </a:lnTo>
                  <a:lnTo>
                    <a:pt x="3631" y="22860"/>
                  </a:lnTo>
                  <a:lnTo>
                    <a:pt x="3901" y="22512"/>
                  </a:lnTo>
                  <a:lnTo>
                    <a:pt x="4133" y="22126"/>
                  </a:lnTo>
                  <a:lnTo>
                    <a:pt x="4326" y="21702"/>
                  </a:lnTo>
                  <a:lnTo>
                    <a:pt x="4480" y="21315"/>
                  </a:lnTo>
                  <a:lnTo>
                    <a:pt x="4596" y="20852"/>
                  </a:lnTo>
                  <a:lnTo>
                    <a:pt x="5214" y="21972"/>
                  </a:lnTo>
                  <a:lnTo>
                    <a:pt x="5291" y="22049"/>
                  </a:lnTo>
                  <a:lnTo>
                    <a:pt x="5368" y="22088"/>
                  </a:lnTo>
                  <a:lnTo>
                    <a:pt x="5446" y="22049"/>
                  </a:lnTo>
                  <a:lnTo>
                    <a:pt x="5523" y="22010"/>
                  </a:lnTo>
                  <a:lnTo>
                    <a:pt x="5793" y="21547"/>
                  </a:lnTo>
                  <a:lnTo>
                    <a:pt x="6025" y="21084"/>
                  </a:lnTo>
                  <a:lnTo>
                    <a:pt x="6411" y="20118"/>
                  </a:lnTo>
                  <a:lnTo>
                    <a:pt x="6411" y="20041"/>
                  </a:lnTo>
                  <a:lnTo>
                    <a:pt x="6411" y="19964"/>
                  </a:lnTo>
                  <a:lnTo>
                    <a:pt x="6372" y="19925"/>
                  </a:lnTo>
                  <a:lnTo>
                    <a:pt x="6295" y="19887"/>
                  </a:lnTo>
                  <a:lnTo>
                    <a:pt x="5909" y="19771"/>
                  </a:lnTo>
                  <a:lnTo>
                    <a:pt x="5484" y="19732"/>
                  </a:lnTo>
                  <a:lnTo>
                    <a:pt x="5098" y="19732"/>
                  </a:lnTo>
                  <a:lnTo>
                    <a:pt x="4673" y="19848"/>
                  </a:lnTo>
                  <a:lnTo>
                    <a:pt x="4635" y="19230"/>
                  </a:lnTo>
                  <a:lnTo>
                    <a:pt x="4519" y="18651"/>
                  </a:lnTo>
                  <a:lnTo>
                    <a:pt x="4287" y="18033"/>
                  </a:lnTo>
                  <a:lnTo>
                    <a:pt x="4055" y="17454"/>
                  </a:lnTo>
                  <a:lnTo>
                    <a:pt x="4055" y="17454"/>
                  </a:lnTo>
                  <a:lnTo>
                    <a:pt x="4519" y="17531"/>
                  </a:lnTo>
                  <a:lnTo>
                    <a:pt x="4982" y="17608"/>
                  </a:lnTo>
                  <a:lnTo>
                    <a:pt x="5059" y="17608"/>
                  </a:lnTo>
                  <a:lnTo>
                    <a:pt x="5098" y="17531"/>
                  </a:lnTo>
                  <a:lnTo>
                    <a:pt x="5137" y="17492"/>
                  </a:lnTo>
                  <a:lnTo>
                    <a:pt x="5137" y="17377"/>
                  </a:lnTo>
                  <a:lnTo>
                    <a:pt x="5098" y="17029"/>
                  </a:lnTo>
                  <a:lnTo>
                    <a:pt x="4982" y="16643"/>
                  </a:lnTo>
                  <a:lnTo>
                    <a:pt x="4828" y="16295"/>
                  </a:lnTo>
                  <a:lnTo>
                    <a:pt x="4673" y="15987"/>
                  </a:lnTo>
                  <a:lnTo>
                    <a:pt x="4596" y="15909"/>
                  </a:lnTo>
                  <a:lnTo>
                    <a:pt x="4635" y="15909"/>
                  </a:lnTo>
                  <a:lnTo>
                    <a:pt x="5600" y="14481"/>
                  </a:lnTo>
                  <a:lnTo>
                    <a:pt x="5639" y="14365"/>
                  </a:lnTo>
                  <a:lnTo>
                    <a:pt x="5600" y="14287"/>
                  </a:lnTo>
                  <a:lnTo>
                    <a:pt x="5561" y="14210"/>
                  </a:lnTo>
                  <a:lnTo>
                    <a:pt x="5446" y="14172"/>
                  </a:lnTo>
                  <a:lnTo>
                    <a:pt x="4210" y="13979"/>
                  </a:lnTo>
                  <a:lnTo>
                    <a:pt x="4480" y="13747"/>
                  </a:lnTo>
                  <a:lnTo>
                    <a:pt x="4789" y="13554"/>
                  </a:lnTo>
                  <a:lnTo>
                    <a:pt x="5098" y="13361"/>
                  </a:lnTo>
                  <a:lnTo>
                    <a:pt x="5407" y="13168"/>
                  </a:lnTo>
                  <a:lnTo>
                    <a:pt x="6025" y="13399"/>
                  </a:lnTo>
                  <a:lnTo>
                    <a:pt x="6141" y="13438"/>
                  </a:lnTo>
                  <a:lnTo>
                    <a:pt x="6218" y="13361"/>
                  </a:lnTo>
                  <a:lnTo>
                    <a:pt x="6256" y="13283"/>
                  </a:lnTo>
                  <a:lnTo>
                    <a:pt x="6295" y="13168"/>
                  </a:lnTo>
                  <a:lnTo>
                    <a:pt x="6179" y="12704"/>
                  </a:lnTo>
                  <a:lnTo>
                    <a:pt x="6063" y="12241"/>
                  </a:lnTo>
                  <a:lnTo>
                    <a:pt x="6913" y="11932"/>
                  </a:lnTo>
                  <a:lnTo>
                    <a:pt x="7724" y="11584"/>
                  </a:lnTo>
                  <a:lnTo>
                    <a:pt x="8535" y="11121"/>
                  </a:lnTo>
                  <a:lnTo>
                    <a:pt x="9268" y="10619"/>
                  </a:lnTo>
                  <a:lnTo>
                    <a:pt x="9963" y="10078"/>
                  </a:lnTo>
                  <a:lnTo>
                    <a:pt x="10311" y="9770"/>
                  </a:lnTo>
                  <a:lnTo>
                    <a:pt x="10620" y="9422"/>
                  </a:lnTo>
                  <a:lnTo>
                    <a:pt x="10890" y="9074"/>
                  </a:lnTo>
                  <a:lnTo>
                    <a:pt x="11161" y="8727"/>
                  </a:lnTo>
                  <a:lnTo>
                    <a:pt x="11392" y="8341"/>
                  </a:lnTo>
                  <a:lnTo>
                    <a:pt x="11624" y="7955"/>
                  </a:lnTo>
                  <a:lnTo>
                    <a:pt x="11817" y="7568"/>
                  </a:lnTo>
                  <a:lnTo>
                    <a:pt x="11971" y="7182"/>
                  </a:lnTo>
                  <a:lnTo>
                    <a:pt x="12126" y="6758"/>
                  </a:lnTo>
                  <a:lnTo>
                    <a:pt x="12242" y="6333"/>
                  </a:lnTo>
                  <a:lnTo>
                    <a:pt x="12319" y="5947"/>
                  </a:lnTo>
                  <a:lnTo>
                    <a:pt x="12358" y="5522"/>
                  </a:lnTo>
                  <a:lnTo>
                    <a:pt x="12396" y="5097"/>
                  </a:lnTo>
                  <a:lnTo>
                    <a:pt x="12396" y="4672"/>
                  </a:lnTo>
                  <a:lnTo>
                    <a:pt x="12358" y="4248"/>
                  </a:lnTo>
                  <a:lnTo>
                    <a:pt x="12280" y="3823"/>
                  </a:lnTo>
                  <a:lnTo>
                    <a:pt x="12203" y="3437"/>
                  </a:lnTo>
                  <a:lnTo>
                    <a:pt x="12049" y="3051"/>
                  </a:lnTo>
                  <a:lnTo>
                    <a:pt x="11894" y="2664"/>
                  </a:lnTo>
                  <a:lnTo>
                    <a:pt x="11701" y="2278"/>
                  </a:lnTo>
                  <a:lnTo>
                    <a:pt x="11469" y="1892"/>
                  </a:lnTo>
                  <a:lnTo>
                    <a:pt x="11161" y="1545"/>
                  </a:lnTo>
                  <a:lnTo>
                    <a:pt x="10890" y="1274"/>
                  </a:lnTo>
                  <a:lnTo>
                    <a:pt x="10620" y="1004"/>
                  </a:lnTo>
                  <a:lnTo>
                    <a:pt x="10311" y="772"/>
                  </a:lnTo>
                  <a:lnTo>
                    <a:pt x="9963" y="579"/>
                  </a:lnTo>
                  <a:lnTo>
                    <a:pt x="9655" y="386"/>
                  </a:lnTo>
                  <a:lnTo>
                    <a:pt x="9307" y="232"/>
                  </a:lnTo>
                  <a:lnTo>
                    <a:pt x="8921" y="116"/>
                  </a:lnTo>
                  <a:lnTo>
                    <a:pt x="8573" y="39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5"/>
            <p:cNvSpPr/>
            <p:nvPr/>
          </p:nvSpPr>
          <p:spPr>
            <a:xfrm>
              <a:off x="5914500" y="2336650"/>
              <a:ext cx="309900" cy="605325"/>
            </a:xfrm>
            <a:custGeom>
              <a:avLst/>
              <a:gdLst/>
              <a:ahLst/>
              <a:cxnLst/>
              <a:rect l="l" t="t" r="r" b="b"/>
              <a:pathLst>
                <a:path w="12396" h="24213" extrusionOk="0">
                  <a:moveTo>
                    <a:pt x="7955" y="464"/>
                  </a:moveTo>
                  <a:lnTo>
                    <a:pt x="8496" y="503"/>
                  </a:lnTo>
                  <a:lnTo>
                    <a:pt x="9036" y="619"/>
                  </a:lnTo>
                  <a:lnTo>
                    <a:pt x="9500" y="812"/>
                  </a:lnTo>
                  <a:lnTo>
                    <a:pt x="9924" y="1043"/>
                  </a:lnTo>
                  <a:lnTo>
                    <a:pt x="10311" y="1352"/>
                  </a:lnTo>
                  <a:lnTo>
                    <a:pt x="10658" y="1700"/>
                  </a:lnTo>
                  <a:lnTo>
                    <a:pt x="10967" y="2086"/>
                  </a:lnTo>
                  <a:lnTo>
                    <a:pt x="11237" y="2511"/>
                  </a:lnTo>
                  <a:lnTo>
                    <a:pt x="11469" y="2974"/>
                  </a:lnTo>
                  <a:lnTo>
                    <a:pt x="11662" y="3438"/>
                  </a:lnTo>
                  <a:lnTo>
                    <a:pt x="11778" y="3940"/>
                  </a:lnTo>
                  <a:lnTo>
                    <a:pt x="11855" y="4442"/>
                  </a:lnTo>
                  <a:lnTo>
                    <a:pt x="11894" y="4982"/>
                  </a:lnTo>
                  <a:lnTo>
                    <a:pt x="11894" y="5484"/>
                  </a:lnTo>
                  <a:lnTo>
                    <a:pt x="11817" y="5986"/>
                  </a:lnTo>
                  <a:lnTo>
                    <a:pt x="11701" y="6488"/>
                  </a:lnTo>
                  <a:lnTo>
                    <a:pt x="11546" y="6990"/>
                  </a:lnTo>
                  <a:lnTo>
                    <a:pt x="11315" y="7453"/>
                  </a:lnTo>
                  <a:lnTo>
                    <a:pt x="11083" y="7917"/>
                  </a:lnTo>
                  <a:lnTo>
                    <a:pt x="10813" y="8342"/>
                  </a:lnTo>
                  <a:lnTo>
                    <a:pt x="10504" y="8766"/>
                  </a:lnTo>
                  <a:lnTo>
                    <a:pt x="10195" y="9153"/>
                  </a:lnTo>
                  <a:lnTo>
                    <a:pt x="9847" y="9500"/>
                  </a:lnTo>
                  <a:lnTo>
                    <a:pt x="9461" y="9848"/>
                  </a:lnTo>
                  <a:lnTo>
                    <a:pt x="9036" y="10157"/>
                  </a:lnTo>
                  <a:lnTo>
                    <a:pt x="8650" y="10465"/>
                  </a:lnTo>
                  <a:lnTo>
                    <a:pt x="8187" y="10736"/>
                  </a:lnTo>
                  <a:lnTo>
                    <a:pt x="7762" y="11006"/>
                  </a:lnTo>
                  <a:lnTo>
                    <a:pt x="6835" y="11469"/>
                  </a:lnTo>
                  <a:lnTo>
                    <a:pt x="5870" y="11856"/>
                  </a:lnTo>
                  <a:lnTo>
                    <a:pt x="5677" y="11856"/>
                  </a:lnTo>
                  <a:lnTo>
                    <a:pt x="5638" y="11933"/>
                  </a:lnTo>
                  <a:lnTo>
                    <a:pt x="5600" y="11933"/>
                  </a:lnTo>
                  <a:lnTo>
                    <a:pt x="4982" y="11276"/>
                  </a:lnTo>
                  <a:lnTo>
                    <a:pt x="4441" y="10543"/>
                  </a:lnTo>
                  <a:lnTo>
                    <a:pt x="3978" y="9809"/>
                  </a:lnTo>
                  <a:lnTo>
                    <a:pt x="3746" y="9384"/>
                  </a:lnTo>
                  <a:lnTo>
                    <a:pt x="3592" y="8998"/>
                  </a:lnTo>
                  <a:lnTo>
                    <a:pt x="3437" y="8612"/>
                  </a:lnTo>
                  <a:lnTo>
                    <a:pt x="3283" y="8187"/>
                  </a:lnTo>
                  <a:lnTo>
                    <a:pt x="3167" y="7762"/>
                  </a:lnTo>
                  <a:lnTo>
                    <a:pt x="3090" y="7299"/>
                  </a:lnTo>
                  <a:lnTo>
                    <a:pt x="3051" y="6874"/>
                  </a:lnTo>
                  <a:lnTo>
                    <a:pt x="3012" y="6411"/>
                  </a:lnTo>
                  <a:lnTo>
                    <a:pt x="3051" y="5948"/>
                  </a:lnTo>
                  <a:lnTo>
                    <a:pt x="3090" y="5484"/>
                  </a:lnTo>
                  <a:lnTo>
                    <a:pt x="3167" y="5021"/>
                  </a:lnTo>
                  <a:lnTo>
                    <a:pt x="3244" y="4557"/>
                  </a:lnTo>
                  <a:lnTo>
                    <a:pt x="3399" y="4094"/>
                  </a:lnTo>
                  <a:lnTo>
                    <a:pt x="3592" y="3669"/>
                  </a:lnTo>
                  <a:lnTo>
                    <a:pt x="3785" y="3206"/>
                  </a:lnTo>
                  <a:lnTo>
                    <a:pt x="4055" y="2820"/>
                  </a:lnTo>
                  <a:lnTo>
                    <a:pt x="4325" y="2395"/>
                  </a:lnTo>
                  <a:lnTo>
                    <a:pt x="4634" y="2047"/>
                  </a:lnTo>
                  <a:lnTo>
                    <a:pt x="4943" y="1700"/>
                  </a:lnTo>
                  <a:lnTo>
                    <a:pt x="5329" y="1391"/>
                  </a:lnTo>
                  <a:lnTo>
                    <a:pt x="5715" y="1082"/>
                  </a:lnTo>
                  <a:lnTo>
                    <a:pt x="6102" y="850"/>
                  </a:lnTo>
                  <a:lnTo>
                    <a:pt x="6526" y="696"/>
                  </a:lnTo>
                  <a:lnTo>
                    <a:pt x="6990" y="541"/>
                  </a:lnTo>
                  <a:lnTo>
                    <a:pt x="7453" y="464"/>
                  </a:lnTo>
                  <a:close/>
                  <a:moveTo>
                    <a:pt x="5561" y="12280"/>
                  </a:moveTo>
                  <a:lnTo>
                    <a:pt x="5600" y="12319"/>
                  </a:lnTo>
                  <a:lnTo>
                    <a:pt x="5677" y="12358"/>
                  </a:lnTo>
                  <a:lnTo>
                    <a:pt x="5793" y="12898"/>
                  </a:lnTo>
                  <a:lnTo>
                    <a:pt x="5098" y="12589"/>
                  </a:lnTo>
                  <a:lnTo>
                    <a:pt x="5561" y="12280"/>
                  </a:lnTo>
                  <a:close/>
                  <a:moveTo>
                    <a:pt x="3321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2" y="13979"/>
                  </a:lnTo>
                  <a:lnTo>
                    <a:pt x="2781" y="13941"/>
                  </a:lnTo>
                  <a:lnTo>
                    <a:pt x="2510" y="13825"/>
                  </a:lnTo>
                  <a:lnTo>
                    <a:pt x="2935" y="13400"/>
                  </a:lnTo>
                  <a:lnTo>
                    <a:pt x="3321" y="12975"/>
                  </a:lnTo>
                  <a:close/>
                  <a:moveTo>
                    <a:pt x="3939" y="14327"/>
                  </a:moveTo>
                  <a:lnTo>
                    <a:pt x="5098" y="14520"/>
                  </a:lnTo>
                  <a:lnTo>
                    <a:pt x="4441" y="15485"/>
                  </a:lnTo>
                  <a:lnTo>
                    <a:pt x="4287" y="15215"/>
                  </a:lnTo>
                  <a:lnTo>
                    <a:pt x="4171" y="14945"/>
                  </a:lnTo>
                  <a:lnTo>
                    <a:pt x="4055" y="14636"/>
                  </a:lnTo>
                  <a:lnTo>
                    <a:pt x="3978" y="14366"/>
                  </a:lnTo>
                  <a:lnTo>
                    <a:pt x="3939" y="14327"/>
                  </a:lnTo>
                  <a:close/>
                  <a:moveTo>
                    <a:pt x="3746" y="14597"/>
                  </a:moveTo>
                  <a:lnTo>
                    <a:pt x="3823" y="14945"/>
                  </a:lnTo>
                  <a:lnTo>
                    <a:pt x="3978" y="15292"/>
                  </a:lnTo>
                  <a:lnTo>
                    <a:pt x="4132" y="15601"/>
                  </a:lnTo>
                  <a:lnTo>
                    <a:pt x="4287" y="15910"/>
                  </a:lnTo>
                  <a:lnTo>
                    <a:pt x="4364" y="15987"/>
                  </a:lnTo>
                  <a:lnTo>
                    <a:pt x="4055" y="16412"/>
                  </a:lnTo>
                  <a:lnTo>
                    <a:pt x="3746" y="16875"/>
                  </a:lnTo>
                  <a:lnTo>
                    <a:pt x="3592" y="16412"/>
                  </a:lnTo>
                  <a:lnTo>
                    <a:pt x="3476" y="15949"/>
                  </a:lnTo>
                  <a:lnTo>
                    <a:pt x="3476" y="15717"/>
                  </a:lnTo>
                  <a:lnTo>
                    <a:pt x="3476" y="15447"/>
                  </a:lnTo>
                  <a:lnTo>
                    <a:pt x="3514" y="15215"/>
                  </a:lnTo>
                  <a:lnTo>
                    <a:pt x="3553" y="14983"/>
                  </a:lnTo>
                  <a:lnTo>
                    <a:pt x="3746" y="14597"/>
                  </a:lnTo>
                  <a:close/>
                  <a:moveTo>
                    <a:pt x="4480" y="16335"/>
                  </a:moveTo>
                  <a:lnTo>
                    <a:pt x="4673" y="16760"/>
                  </a:lnTo>
                  <a:lnTo>
                    <a:pt x="4789" y="17223"/>
                  </a:lnTo>
                  <a:lnTo>
                    <a:pt x="4364" y="17107"/>
                  </a:lnTo>
                  <a:lnTo>
                    <a:pt x="3939" y="17030"/>
                  </a:lnTo>
                  <a:lnTo>
                    <a:pt x="4480" y="16335"/>
                  </a:lnTo>
                  <a:close/>
                  <a:moveTo>
                    <a:pt x="2472" y="16875"/>
                  </a:moveTo>
                  <a:lnTo>
                    <a:pt x="3399" y="17107"/>
                  </a:lnTo>
                  <a:lnTo>
                    <a:pt x="3476" y="17262"/>
                  </a:lnTo>
                  <a:lnTo>
                    <a:pt x="3321" y="17377"/>
                  </a:lnTo>
                  <a:lnTo>
                    <a:pt x="3167" y="17571"/>
                  </a:lnTo>
                  <a:lnTo>
                    <a:pt x="2897" y="17918"/>
                  </a:lnTo>
                  <a:lnTo>
                    <a:pt x="2665" y="17416"/>
                  </a:lnTo>
                  <a:lnTo>
                    <a:pt x="2472" y="16875"/>
                  </a:lnTo>
                  <a:close/>
                  <a:moveTo>
                    <a:pt x="3360" y="19733"/>
                  </a:moveTo>
                  <a:lnTo>
                    <a:pt x="4055" y="20428"/>
                  </a:lnTo>
                  <a:lnTo>
                    <a:pt x="3553" y="20660"/>
                  </a:lnTo>
                  <a:lnTo>
                    <a:pt x="3012" y="20969"/>
                  </a:lnTo>
                  <a:lnTo>
                    <a:pt x="3012" y="20969"/>
                  </a:lnTo>
                  <a:lnTo>
                    <a:pt x="3167" y="20351"/>
                  </a:lnTo>
                  <a:lnTo>
                    <a:pt x="3360" y="19733"/>
                  </a:lnTo>
                  <a:close/>
                  <a:moveTo>
                    <a:pt x="5677" y="20119"/>
                  </a:moveTo>
                  <a:lnTo>
                    <a:pt x="5986" y="20196"/>
                  </a:lnTo>
                  <a:lnTo>
                    <a:pt x="5715" y="20891"/>
                  </a:lnTo>
                  <a:lnTo>
                    <a:pt x="5368" y="21548"/>
                  </a:lnTo>
                  <a:lnTo>
                    <a:pt x="4673" y="20583"/>
                  </a:lnTo>
                  <a:lnTo>
                    <a:pt x="4634" y="20544"/>
                  </a:lnTo>
                  <a:lnTo>
                    <a:pt x="4673" y="20235"/>
                  </a:lnTo>
                  <a:lnTo>
                    <a:pt x="5020" y="20158"/>
                  </a:lnTo>
                  <a:lnTo>
                    <a:pt x="5329" y="20119"/>
                  </a:lnTo>
                  <a:close/>
                  <a:moveTo>
                    <a:pt x="7453" y="1"/>
                  </a:moveTo>
                  <a:lnTo>
                    <a:pt x="7067" y="39"/>
                  </a:lnTo>
                  <a:lnTo>
                    <a:pt x="6719" y="155"/>
                  </a:lnTo>
                  <a:lnTo>
                    <a:pt x="6333" y="271"/>
                  </a:lnTo>
                  <a:lnTo>
                    <a:pt x="5986" y="426"/>
                  </a:lnTo>
                  <a:lnTo>
                    <a:pt x="5638" y="580"/>
                  </a:lnTo>
                  <a:lnTo>
                    <a:pt x="5291" y="812"/>
                  </a:lnTo>
                  <a:lnTo>
                    <a:pt x="4943" y="1043"/>
                  </a:lnTo>
                  <a:lnTo>
                    <a:pt x="4634" y="1314"/>
                  </a:lnTo>
                  <a:lnTo>
                    <a:pt x="4364" y="1623"/>
                  </a:lnTo>
                  <a:lnTo>
                    <a:pt x="4094" y="1893"/>
                  </a:lnTo>
                  <a:lnTo>
                    <a:pt x="3823" y="2240"/>
                  </a:lnTo>
                  <a:lnTo>
                    <a:pt x="3592" y="2549"/>
                  </a:lnTo>
                  <a:lnTo>
                    <a:pt x="3399" y="2897"/>
                  </a:lnTo>
                  <a:lnTo>
                    <a:pt x="3205" y="3283"/>
                  </a:lnTo>
                  <a:lnTo>
                    <a:pt x="3051" y="3631"/>
                  </a:lnTo>
                  <a:lnTo>
                    <a:pt x="2897" y="4017"/>
                  </a:lnTo>
                  <a:lnTo>
                    <a:pt x="2781" y="4403"/>
                  </a:lnTo>
                  <a:lnTo>
                    <a:pt x="2703" y="4789"/>
                  </a:lnTo>
                  <a:lnTo>
                    <a:pt x="2626" y="5175"/>
                  </a:lnTo>
                  <a:lnTo>
                    <a:pt x="2588" y="5600"/>
                  </a:lnTo>
                  <a:lnTo>
                    <a:pt x="2549" y="5986"/>
                  </a:lnTo>
                  <a:lnTo>
                    <a:pt x="2549" y="6411"/>
                  </a:lnTo>
                  <a:lnTo>
                    <a:pt x="2549" y="6836"/>
                  </a:lnTo>
                  <a:lnTo>
                    <a:pt x="2665" y="7724"/>
                  </a:lnTo>
                  <a:lnTo>
                    <a:pt x="2742" y="8149"/>
                  </a:lnTo>
                  <a:lnTo>
                    <a:pt x="2858" y="8573"/>
                  </a:lnTo>
                  <a:lnTo>
                    <a:pt x="3012" y="8998"/>
                  </a:lnTo>
                  <a:lnTo>
                    <a:pt x="3167" y="9384"/>
                  </a:lnTo>
                  <a:lnTo>
                    <a:pt x="3321" y="9809"/>
                  </a:lnTo>
                  <a:lnTo>
                    <a:pt x="3553" y="10195"/>
                  </a:lnTo>
                  <a:lnTo>
                    <a:pt x="3746" y="10543"/>
                  </a:lnTo>
                  <a:lnTo>
                    <a:pt x="4016" y="10929"/>
                  </a:lnTo>
                  <a:lnTo>
                    <a:pt x="4287" y="11238"/>
                  </a:lnTo>
                  <a:lnTo>
                    <a:pt x="4596" y="11547"/>
                  </a:lnTo>
                  <a:lnTo>
                    <a:pt x="4905" y="11856"/>
                  </a:lnTo>
                  <a:lnTo>
                    <a:pt x="5252" y="12087"/>
                  </a:lnTo>
                  <a:lnTo>
                    <a:pt x="4557" y="12473"/>
                  </a:lnTo>
                  <a:lnTo>
                    <a:pt x="4480" y="12551"/>
                  </a:lnTo>
                  <a:lnTo>
                    <a:pt x="4441" y="12666"/>
                  </a:lnTo>
                  <a:lnTo>
                    <a:pt x="4480" y="12782"/>
                  </a:lnTo>
                  <a:lnTo>
                    <a:pt x="4596" y="12860"/>
                  </a:lnTo>
                  <a:lnTo>
                    <a:pt x="5020" y="13014"/>
                  </a:lnTo>
                  <a:lnTo>
                    <a:pt x="4673" y="13168"/>
                  </a:lnTo>
                  <a:lnTo>
                    <a:pt x="4403" y="13362"/>
                  </a:lnTo>
                  <a:lnTo>
                    <a:pt x="4094" y="13555"/>
                  </a:lnTo>
                  <a:lnTo>
                    <a:pt x="3862" y="13786"/>
                  </a:lnTo>
                  <a:lnTo>
                    <a:pt x="3823" y="13477"/>
                  </a:lnTo>
                  <a:lnTo>
                    <a:pt x="3746" y="13168"/>
                  </a:lnTo>
                  <a:lnTo>
                    <a:pt x="3630" y="12860"/>
                  </a:lnTo>
                  <a:lnTo>
                    <a:pt x="3514" y="12551"/>
                  </a:lnTo>
                  <a:lnTo>
                    <a:pt x="3476" y="12473"/>
                  </a:lnTo>
                  <a:lnTo>
                    <a:pt x="3360" y="12435"/>
                  </a:lnTo>
                  <a:lnTo>
                    <a:pt x="3283" y="12473"/>
                  </a:lnTo>
                  <a:lnTo>
                    <a:pt x="3205" y="12512"/>
                  </a:lnTo>
                  <a:lnTo>
                    <a:pt x="2665" y="13168"/>
                  </a:lnTo>
                  <a:lnTo>
                    <a:pt x="2086" y="13748"/>
                  </a:lnTo>
                  <a:lnTo>
                    <a:pt x="2047" y="13825"/>
                  </a:lnTo>
                  <a:lnTo>
                    <a:pt x="2008" y="13902"/>
                  </a:lnTo>
                  <a:lnTo>
                    <a:pt x="2047" y="13979"/>
                  </a:lnTo>
                  <a:lnTo>
                    <a:pt x="2086" y="14057"/>
                  </a:lnTo>
                  <a:lnTo>
                    <a:pt x="2395" y="14211"/>
                  </a:lnTo>
                  <a:lnTo>
                    <a:pt x="2742" y="14288"/>
                  </a:lnTo>
                  <a:lnTo>
                    <a:pt x="3051" y="14366"/>
                  </a:lnTo>
                  <a:lnTo>
                    <a:pt x="3399" y="14366"/>
                  </a:lnTo>
                  <a:lnTo>
                    <a:pt x="3244" y="14636"/>
                  </a:lnTo>
                  <a:lnTo>
                    <a:pt x="3128" y="14945"/>
                  </a:lnTo>
                  <a:lnTo>
                    <a:pt x="3090" y="15176"/>
                  </a:lnTo>
                  <a:lnTo>
                    <a:pt x="3051" y="15408"/>
                  </a:lnTo>
                  <a:lnTo>
                    <a:pt x="3051" y="15872"/>
                  </a:lnTo>
                  <a:lnTo>
                    <a:pt x="3128" y="16296"/>
                  </a:lnTo>
                  <a:lnTo>
                    <a:pt x="3244" y="16760"/>
                  </a:lnTo>
                  <a:lnTo>
                    <a:pt x="2781" y="16567"/>
                  </a:lnTo>
                  <a:lnTo>
                    <a:pt x="2279" y="16412"/>
                  </a:lnTo>
                  <a:lnTo>
                    <a:pt x="2201" y="16412"/>
                  </a:lnTo>
                  <a:lnTo>
                    <a:pt x="2124" y="16451"/>
                  </a:lnTo>
                  <a:lnTo>
                    <a:pt x="2047" y="16528"/>
                  </a:lnTo>
                  <a:lnTo>
                    <a:pt x="2047" y="16644"/>
                  </a:lnTo>
                  <a:lnTo>
                    <a:pt x="2163" y="17107"/>
                  </a:lnTo>
                  <a:lnTo>
                    <a:pt x="2279" y="17532"/>
                  </a:lnTo>
                  <a:lnTo>
                    <a:pt x="2472" y="17957"/>
                  </a:lnTo>
                  <a:lnTo>
                    <a:pt x="2703" y="18381"/>
                  </a:lnTo>
                  <a:lnTo>
                    <a:pt x="2781" y="18459"/>
                  </a:lnTo>
                  <a:lnTo>
                    <a:pt x="2858" y="18497"/>
                  </a:lnTo>
                  <a:lnTo>
                    <a:pt x="2935" y="18459"/>
                  </a:lnTo>
                  <a:lnTo>
                    <a:pt x="3012" y="18381"/>
                  </a:lnTo>
                  <a:lnTo>
                    <a:pt x="3321" y="18034"/>
                  </a:lnTo>
                  <a:lnTo>
                    <a:pt x="3514" y="17802"/>
                  </a:lnTo>
                  <a:lnTo>
                    <a:pt x="3630" y="17609"/>
                  </a:lnTo>
                  <a:lnTo>
                    <a:pt x="3707" y="17764"/>
                  </a:lnTo>
                  <a:lnTo>
                    <a:pt x="3978" y="18343"/>
                  </a:lnTo>
                  <a:lnTo>
                    <a:pt x="4132" y="18961"/>
                  </a:lnTo>
                  <a:lnTo>
                    <a:pt x="4248" y="19540"/>
                  </a:lnTo>
                  <a:lnTo>
                    <a:pt x="4248" y="20158"/>
                  </a:lnTo>
                  <a:lnTo>
                    <a:pt x="3437" y="19308"/>
                  </a:lnTo>
                  <a:lnTo>
                    <a:pt x="3399" y="19270"/>
                  </a:lnTo>
                  <a:lnTo>
                    <a:pt x="3205" y="19270"/>
                  </a:lnTo>
                  <a:lnTo>
                    <a:pt x="3167" y="19347"/>
                  </a:lnTo>
                  <a:lnTo>
                    <a:pt x="2974" y="19810"/>
                  </a:lnTo>
                  <a:lnTo>
                    <a:pt x="2781" y="20274"/>
                  </a:lnTo>
                  <a:lnTo>
                    <a:pt x="2665" y="20776"/>
                  </a:lnTo>
                  <a:lnTo>
                    <a:pt x="2626" y="21316"/>
                  </a:lnTo>
                  <a:lnTo>
                    <a:pt x="2626" y="21393"/>
                  </a:lnTo>
                  <a:lnTo>
                    <a:pt x="2703" y="21471"/>
                  </a:lnTo>
                  <a:lnTo>
                    <a:pt x="2781" y="21509"/>
                  </a:lnTo>
                  <a:lnTo>
                    <a:pt x="2897" y="21471"/>
                  </a:lnTo>
                  <a:lnTo>
                    <a:pt x="3514" y="21162"/>
                  </a:lnTo>
                  <a:lnTo>
                    <a:pt x="4171" y="20776"/>
                  </a:lnTo>
                  <a:lnTo>
                    <a:pt x="4171" y="20776"/>
                  </a:lnTo>
                  <a:lnTo>
                    <a:pt x="4055" y="21162"/>
                  </a:lnTo>
                  <a:lnTo>
                    <a:pt x="3901" y="21548"/>
                  </a:lnTo>
                  <a:lnTo>
                    <a:pt x="3669" y="22050"/>
                  </a:lnTo>
                  <a:lnTo>
                    <a:pt x="3321" y="22552"/>
                  </a:lnTo>
                  <a:lnTo>
                    <a:pt x="2897" y="23015"/>
                  </a:lnTo>
                  <a:lnTo>
                    <a:pt x="2626" y="23247"/>
                  </a:lnTo>
                  <a:lnTo>
                    <a:pt x="2395" y="23401"/>
                  </a:lnTo>
                  <a:lnTo>
                    <a:pt x="2124" y="23594"/>
                  </a:lnTo>
                  <a:lnTo>
                    <a:pt x="1854" y="23710"/>
                  </a:lnTo>
                  <a:lnTo>
                    <a:pt x="1584" y="23788"/>
                  </a:lnTo>
                  <a:lnTo>
                    <a:pt x="1313" y="23788"/>
                  </a:lnTo>
                  <a:lnTo>
                    <a:pt x="1082" y="23749"/>
                  </a:lnTo>
                  <a:lnTo>
                    <a:pt x="811" y="23672"/>
                  </a:lnTo>
                  <a:lnTo>
                    <a:pt x="541" y="23517"/>
                  </a:lnTo>
                  <a:lnTo>
                    <a:pt x="309" y="23286"/>
                  </a:lnTo>
                  <a:lnTo>
                    <a:pt x="232" y="23247"/>
                  </a:lnTo>
                  <a:lnTo>
                    <a:pt x="78" y="23247"/>
                  </a:lnTo>
                  <a:lnTo>
                    <a:pt x="39" y="23363"/>
                  </a:lnTo>
                  <a:lnTo>
                    <a:pt x="0" y="23401"/>
                  </a:lnTo>
                  <a:lnTo>
                    <a:pt x="39" y="23479"/>
                  </a:lnTo>
                  <a:lnTo>
                    <a:pt x="155" y="23633"/>
                  </a:lnTo>
                  <a:lnTo>
                    <a:pt x="271" y="23788"/>
                  </a:lnTo>
                  <a:lnTo>
                    <a:pt x="387" y="23903"/>
                  </a:lnTo>
                  <a:lnTo>
                    <a:pt x="541" y="24019"/>
                  </a:lnTo>
                  <a:lnTo>
                    <a:pt x="695" y="24096"/>
                  </a:lnTo>
                  <a:lnTo>
                    <a:pt x="889" y="24135"/>
                  </a:lnTo>
                  <a:lnTo>
                    <a:pt x="1236" y="24212"/>
                  </a:lnTo>
                  <a:lnTo>
                    <a:pt x="1584" y="24174"/>
                  </a:lnTo>
                  <a:lnTo>
                    <a:pt x="1970" y="24096"/>
                  </a:lnTo>
                  <a:lnTo>
                    <a:pt x="2317" y="23942"/>
                  </a:lnTo>
                  <a:lnTo>
                    <a:pt x="2665" y="23749"/>
                  </a:lnTo>
                  <a:lnTo>
                    <a:pt x="3012" y="23479"/>
                  </a:lnTo>
                  <a:lnTo>
                    <a:pt x="3321" y="23208"/>
                  </a:lnTo>
                  <a:lnTo>
                    <a:pt x="3630" y="22861"/>
                  </a:lnTo>
                  <a:lnTo>
                    <a:pt x="3901" y="22513"/>
                  </a:lnTo>
                  <a:lnTo>
                    <a:pt x="4132" y="22127"/>
                  </a:lnTo>
                  <a:lnTo>
                    <a:pt x="4325" y="21702"/>
                  </a:lnTo>
                  <a:lnTo>
                    <a:pt x="4480" y="21316"/>
                  </a:lnTo>
                  <a:lnTo>
                    <a:pt x="4596" y="20853"/>
                  </a:lnTo>
                  <a:lnTo>
                    <a:pt x="5213" y="21973"/>
                  </a:lnTo>
                  <a:lnTo>
                    <a:pt x="5291" y="22050"/>
                  </a:lnTo>
                  <a:lnTo>
                    <a:pt x="5368" y="22088"/>
                  </a:lnTo>
                  <a:lnTo>
                    <a:pt x="5445" y="22050"/>
                  </a:lnTo>
                  <a:lnTo>
                    <a:pt x="5522" y="22011"/>
                  </a:lnTo>
                  <a:lnTo>
                    <a:pt x="5793" y="21548"/>
                  </a:lnTo>
                  <a:lnTo>
                    <a:pt x="6024" y="21084"/>
                  </a:lnTo>
                  <a:lnTo>
                    <a:pt x="6410" y="20119"/>
                  </a:lnTo>
                  <a:lnTo>
                    <a:pt x="6410" y="20042"/>
                  </a:lnTo>
                  <a:lnTo>
                    <a:pt x="6410" y="19965"/>
                  </a:lnTo>
                  <a:lnTo>
                    <a:pt x="6372" y="19926"/>
                  </a:lnTo>
                  <a:lnTo>
                    <a:pt x="6295" y="19887"/>
                  </a:lnTo>
                  <a:lnTo>
                    <a:pt x="5908" y="19772"/>
                  </a:lnTo>
                  <a:lnTo>
                    <a:pt x="5484" y="19733"/>
                  </a:lnTo>
                  <a:lnTo>
                    <a:pt x="5098" y="19733"/>
                  </a:lnTo>
                  <a:lnTo>
                    <a:pt x="4673" y="19849"/>
                  </a:lnTo>
                  <a:lnTo>
                    <a:pt x="4634" y="19231"/>
                  </a:lnTo>
                  <a:lnTo>
                    <a:pt x="4518" y="18652"/>
                  </a:lnTo>
                  <a:lnTo>
                    <a:pt x="4287" y="18034"/>
                  </a:lnTo>
                  <a:lnTo>
                    <a:pt x="4055" y="17455"/>
                  </a:lnTo>
                  <a:lnTo>
                    <a:pt x="4518" y="17532"/>
                  </a:lnTo>
                  <a:lnTo>
                    <a:pt x="4982" y="17609"/>
                  </a:lnTo>
                  <a:lnTo>
                    <a:pt x="5059" y="17609"/>
                  </a:lnTo>
                  <a:lnTo>
                    <a:pt x="5098" y="17532"/>
                  </a:lnTo>
                  <a:lnTo>
                    <a:pt x="5136" y="17493"/>
                  </a:lnTo>
                  <a:lnTo>
                    <a:pt x="5136" y="17377"/>
                  </a:lnTo>
                  <a:lnTo>
                    <a:pt x="5098" y="17030"/>
                  </a:lnTo>
                  <a:lnTo>
                    <a:pt x="4982" y="16644"/>
                  </a:lnTo>
                  <a:lnTo>
                    <a:pt x="4827" y="16296"/>
                  </a:lnTo>
                  <a:lnTo>
                    <a:pt x="4673" y="15987"/>
                  </a:lnTo>
                  <a:lnTo>
                    <a:pt x="4596" y="15910"/>
                  </a:lnTo>
                  <a:lnTo>
                    <a:pt x="4634" y="15910"/>
                  </a:lnTo>
                  <a:lnTo>
                    <a:pt x="5600" y="14481"/>
                  </a:lnTo>
                  <a:lnTo>
                    <a:pt x="5638" y="14366"/>
                  </a:lnTo>
                  <a:lnTo>
                    <a:pt x="5600" y="14288"/>
                  </a:lnTo>
                  <a:lnTo>
                    <a:pt x="5561" y="14211"/>
                  </a:lnTo>
                  <a:lnTo>
                    <a:pt x="5445" y="14172"/>
                  </a:lnTo>
                  <a:lnTo>
                    <a:pt x="4209" y="13979"/>
                  </a:lnTo>
                  <a:lnTo>
                    <a:pt x="4480" y="13748"/>
                  </a:lnTo>
                  <a:lnTo>
                    <a:pt x="4789" y="13555"/>
                  </a:lnTo>
                  <a:lnTo>
                    <a:pt x="5098" y="13362"/>
                  </a:lnTo>
                  <a:lnTo>
                    <a:pt x="5406" y="13168"/>
                  </a:lnTo>
                  <a:lnTo>
                    <a:pt x="6024" y="13400"/>
                  </a:lnTo>
                  <a:lnTo>
                    <a:pt x="6140" y="13439"/>
                  </a:lnTo>
                  <a:lnTo>
                    <a:pt x="6217" y="13362"/>
                  </a:lnTo>
                  <a:lnTo>
                    <a:pt x="6256" y="13284"/>
                  </a:lnTo>
                  <a:lnTo>
                    <a:pt x="6295" y="13168"/>
                  </a:lnTo>
                  <a:lnTo>
                    <a:pt x="6179" y="12705"/>
                  </a:lnTo>
                  <a:lnTo>
                    <a:pt x="6063" y="12242"/>
                  </a:lnTo>
                  <a:lnTo>
                    <a:pt x="6912" y="11933"/>
                  </a:lnTo>
                  <a:lnTo>
                    <a:pt x="7723" y="11585"/>
                  </a:lnTo>
                  <a:lnTo>
                    <a:pt x="8534" y="11122"/>
                  </a:lnTo>
                  <a:lnTo>
                    <a:pt x="9268" y="10620"/>
                  </a:lnTo>
                  <a:lnTo>
                    <a:pt x="9963" y="10079"/>
                  </a:lnTo>
                  <a:lnTo>
                    <a:pt x="10311" y="9770"/>
                  </a:lnTo>
                  <a:lnTo>
                    <a:pt x="10620" y="9423"/>
                  </a:lnTo>
                  <a:lnTo>
                    <a:pt x="10890" y="9075"/>
                  </a:lnTo>
                  <a:lnTo>
                    <a:pt x="11160" y="8728"/>
                  </a:lnTo>
                  <a:lnTo>
                    <a:pt x="11392" y="8342"/>
                  </a:lnTo>
                  <a:lnTo>
                    <a:pt x="11623" y="7955"/>
                  </a:lnTo>
                  <a:lnTo>
                    <a:pt x="11817" y="7569"/>
                  </a:lnTo>
                  <a:lnTo>
                    <a:pt x="11971" y="7183"/>
                  </a:lnTo>
                  <a:lnTo>
                    <a:pt x="12125" y="6758"/>
                  </a:lnTo>
                  <a:lnTo>
                    <a:pt x="12241" y="6334"/>
                  </a:lnTo>
                  <a:lnTo>
                    <a:pt x="12319" y="5948"/>
                  </a:lnTo>
                  <a:lnTo>
                    <a:pt x="12357" y="5523"/>
                  </a:lnTo>
                  <a:lnTo>
                    <a:pt x="12396" y="5098"/>
                  </a:lnTo>
                  <a:lnTo>
                    <a:pt x="12396" y="4673"/>
                  </a:lnTo>
                  <a:lnTo>
                    <a:pt x="12357" y="4248"/>
                  </a:lnTo>
                  <a:lnTo>
                    <a:pt x="12280" y="3824"/>
                  </a:lnTo>
                  <a:lnTo>
                    <a:pt x="12203" y="3438"/>
                  </a:lnTo>
                  <a:lnTo>
                    <a:pt x="12048" y="3051"/>
                  </a:lnTo>
                  <a:lnTo>
                    <a:pt x="11894" y="2665"/>
                  </a:lnTo>
                  <a:lnTo>
                    <a:pt x="11701" y="2279"/>
                  </a:lnTo>
                  <a:lnTo>
                    <a:pt x="11469" y="1893"/>
                  </a:lnTo>
                  <a:lnTo>
                    <a:pt x="11160" y="1545"/>
                  </a:lnTo>
                  <a:lnTo>
                    <a:pt x="10890" y="1275"/>
                  </a:lnTo>
                  <a:lnTo>
                    <a:pt x="10620" y="1005"/>
                  </a:lnTo>
                  <a:lnTo>
                    <a:pt x="10311" y="773"/>
                  </a:lnTo>
                  <a:lnTo>
                    <a:pt x="9963" y="580"/>
                  </a:lnTo>
                  <a:lnTo>
                    <a:pt x="9654" y="387"/>
                  </a:lnTo>
                  <a:lnTo>
                    <a:pt x="9307" y="233"/>
                  </a:lnTo>
                  <a:lnTo>
                    <a:pt x="8920" y="117"/>
                  </a:lnTo>
                  <a:lnTo>
                    <a:pt x="8573" y="39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5"/>
            <p:cNvSpPr/>
            <p:nvPr/>
          </p:nvSpPr>
          <p:spPr>
            <a:xfrm>
              <a:off x="1307750" y="4498125"/>
              <a:ext cx="103325" cy="105250"/>
            </a:xfrm>
            <a:custGeom>
              <a:avLst/>
              <a:gdLst/>
              <a:ahLst/>
              <a:cxnLst/>
              <a:rect l="l" t="t" r="r" b="b"/>
              <a:pathLst>
                <a:path w="4133" h="4210" extrusionOk="0">
                  <a:moveTo>
                    <a:pt x="2317" y="348"/>
                  </a:moveTo>
                  <a:lnTo>
                    <a:pt x="2665" y="425"/>
                  </a:lnTo>
                  <a:lnTo>
                    <a:pt x="2819" y="502"/>
                  </a:lnTo>
                  <a:lnTo>
                    <a:pt x="2974" y="618"/>
                  </a:lnTo>
                  <a:lnTo>
                    <a:pt x="3128" y="734"/>
                  </a:lnTo>
                  <a:lnTo>
                    <a:pt x="3244" y="850"/>
                  </a:lnTo>
                  <a:lnTo>
                    <a:pt x="3360" y="1043"/>
                  </a:lnTo>
                  <a:lnTo>
                    <a:pt x="3476" y="1197"/>
                  </a:lnTo>
                  <a:lnTo>
                    <a:pt x="3514" y="1236"/>
                  </a:lnTo>
                  <a:lnTo>
                    <a:pt x="3630" y="1545"/>
                  </a:lnTo>
                  <a:lnTo>
                    <a:pt x="3707" y="1815"/>
                  </a:lnTo>
                  <a:lnTo>
                    <a:pt x="3746" y="2086"/>
                  </a:lnTo>
                  <a:lnTo>
                    <a:pt x="3746" y="2356"/>
                  </a:lnTo>
                  <a:lnTo>
                    <a:pt x="3707" y="2626"/>
                  </a:lnTo>
                  <a:lnTo>
                    <a:pt x="3630" y="2896"/>
                  </a:lnTo>
                  <a:lnTo>
                    <a:pt x="3514" y="3128"/>
                  </a:lnTo>
                  <a:lnTo>
                    <a:pt x="3283" y="3398"/>
                  </a:lnTo>
                  <a:lnTo>
                    <a:pt x="3012" y="3591"/>
                  </a:lnTo>
                  <a:lnTo>
                    <a:pt x="2703" y="3746"/>
                  </a:lnTo>
                  <a:lnTo>
                    <a:pt x="2356" y="3823"/>
                  </a:lnTo>
                  <a:lnTo>
                    <a:pt x="2008" y="3862"/>
                  </a:lnTo>
                  <a:lnTo>
                    <a:pt x="1661" y="3785"/>
                  </a:lnTo>
                  <a:lnTo>
                    <a:pt x="1313" y="3669"/>
                  </a:lnTo>
                  <a:lnTo>
                    <a:pt x="1004" y="3476"/>
                  </a:lnTo>
                  <a:lnTo>
                    <a:pt x="734" y="3244"/>
                  </a:lnTo>
                  <a:lnTo>
                    <a:pt x="579" y="2935"/>
                  </a:lnTo>
                  <a:lnTo>
                    <a:pt x="425" y="2665"/>
                  </a:lnTo>
                  <a:lnTo>
                    <a:pt x="386" y="2317"/>
                  </a:lnTo>
                  <a:lnTo>
                    <a:pt x="348" y="2008"/>
                  </a:lnTo>
                  <a:lnTo>
                    <a:pt x="386" y="1661"/>
                  </a:lnTo>
                  <a:lnTo>
                    <a:pt x="502" y="1352"/>
                  </a:lnTo>
                  <a:lnTo>
                    <a:pt x="657" y="1043"/>
                  </a:lnTo>
                  <a:lnTo>
                    <a:pt x="888" y="811"/>
                  </a:lnTo>
                  <a:lnTo>
                    <a:pt x="1197" y="580"/>
                  </a:lnTo>
                  <a:lnTo>
                    <a:pt x="1545" y="425"/>
                  </a:lnTo>
                  <a:lnTo>
                    <a:pt x="1931" y="348"/>
                  </a:lnTo>
                  <a:close/>
                  <a:moveTo>
                    <a:pt x="2201" y="0"/>
                  </a:moveTo>
                  <a:lnTo>
                    <a:pt x="1815" y="39"/>
                  </a:lnTo>
                  <a:lnTo>
                    <a:pt x="1468" y="116"/>
                  </a:lnTo>
                  <a:lnTo>
                    <a:pt x="1120" y="232"/>
                  </a:lnTo>
                  <a:lnTo>
                    <a:pt x="927" y="348"/>
                  </a:lnTo>
                  <a:lnTo>
                    <a:pt x="773" y="464"/>
                  </a:lnTo>
                  <a:lnTo>
                    <a:pt x="579" y="618"/>
                  </a:lnTo>
                  <a:lnTo>
                    <a:pt x="464" y="773"/>
                  </a:lnTo>
                  <a:lnTo>
                    <a:pt x="232" y="1159"/>
                  </a:lnTo>
                  <a:lnTo>
                    <a:pt x="78" y="1545"/>
                  </a:lnTo>
                  <a:lnTo>
                    <a:pt x="0" y="1970"/>
                  </a:lnTo>
                  <a:lnTo>
                    <a:pt x="0" y="2394"/>
                  </a:lnTo>
                  <a:lnTo>
                    <a:pt x="116" y="2858"/>
                  </a:lnTo>
                  <a:lnTo>
                    <a:pt x="193" y="3051"/>
                  </a:lnTo>
                  <a:lnTo>
                    <a:pt x="309" y="3244"/>
                  </a:lnTo>
                  <a:lnTo>
                    <a:pt x="579" y="3553"/>
                  </a:lnTo>
                  <a:lnTo>
                    <a:pt x="888" y="3823"/>
                  </a:lnTo>
                  <a:lnTo>
                    <a:pt x="1236" y="4016"/>
                  </a:lnTo>
                  <a:lnTo>
                    <a:pt x="1622" y="4171"/>
                  </a:lnTo>
                  <a:lnTo>
                    <a:pt x="2047" y="4209"/>
                  </a:lnTo>
                  <a:lnTo>
                    <a:pt x="2472" y="4209"/>
                  </a:lnTo>
                  <a:lnTo>
                    <a:pt x="2858" y="4093"/>
                  </a:lnTo>
                  <a:lnTo>
                    <a:pt x="3244" y="3939"/>
                  </a:lnTo>
                  <a:lnTo>
                    <a:pt x="3398" y="3823"/>
                  </a:lnTo>
                  <a:lnTo>
                    <a:pt x="3553" y="3669"/>
                  </a:lnTo>
                  <a:lnTo>
                    <a:pt x="3707" y="3514"/>
                  </a:lnTo>
                  <a:lnTo>
                    <a:pt x="3823" y="3321"/>
                  </a:lnTo>
                  <a:lnTo>
                    <a:pt x="4016" y="2935"/>
                  </a:lnTo>
                  <a:lnTo>
                    <a:pt x="4132" y="2510"/>
                  </a:lnTo>
                  <a:lnTo>
                    <a:pt x="4132" y="2047"/>
                  </a:lnTo>
                  <a:lnTo>
                    <a:pt x="4132" y="1854"/>
                  </a:lnTo>
                  <a:lnTo>
                    <a:pt x="4055" y="1622"/>
                  </a:lnTo>
                  <a:lnTo>
                    <a:pt x="4016" y="1429"/>
                  </a:lnTo>
                  <a:lnTo>
                    <a:pt x="3900" y="1236"/>
                  </a:lnTo>
                  <a:lnTo>
                    <a:pt x="3785" y="1082"/>
                  </a:lnTo>
                  <a:lnTo>
                    <a:pt x="3630" y="927"/>
                  </a:lnTo>
                  <a:lnTo>
                    <a:pt x="3591" y="888"/>
                  </a:lnTo>
                  <a:lnTo>
                    <a:pt x="3553" y="734"/>
                  </a:lnTo>
                  <a:lnTo>
                    <a:pt x="3437" y="580"/>
                  </a:lnTo>
                  <a:lnTo>
                    <a:pt x="3360" y="425"/>
                  </a:lnTo>
                  <a:lnTo>
                    <a:pt x="3244" y="348"/>
                  </a:lnTo>
                  <a:lnTo>
                    <a:pt x="3089" y="232"/>
                  </a:lnTo>
                  <a:lnTo>
                    <a:pt x="2935" y="155"/>
                  </a:lnTo>
                  <a:lnTo>
                    <a:pt x="2587" y="39"/>
                  </a:lnTo>
                  <a:lnTo>
                    <a:pt x="220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5"/>
            <p:cNvSpPr/>
            <p:nvPr/>
          </p:nvSpPr>
          <p:spPr>
            <a:xfrm>
              <a:off x="1058675" y="4315675"/>
              <a:ext cx="594700" cy="534825"/>
            </a:xfrm>
            <a:custGeom>
              <a:avLst/>
              <a:gdLst/>
              <a:ahLst/>
              <a:cxnLst/>
              <a:rect l="l" t="t" r="r" b="b"/>
              <a:pathLst>
                <a:path w="23788" h="21393" extrusionOk="0">
                  <a:moveTo>
                    <a:pt x="23478" y="270"/>
                  </a:moveTo>
                  <a:lnTo>
                    <a:pt x="23401" y="386"/>
                  </a:lnTo>
                  <a:lnTo>
                    <a:pt x="22590" y="1815"/>
                  </a:lnTo>
                  <a:lnTo>
                    <a:pt x="21741" y="3205"/>
                  </a:lnTo>
                  <a:lnTo>
                    <a:pt x="20853" y="4595"/>
                  </a:lnTo>
                  <a:lnTo>
                    <a:pt x="19926" y="5985"/>
                  </a:lnTo>
                  <a:lnTo>
                    <a:pt x="19269" y="5754"/>
                  </a:lnTo>
                  <a:lnTo>
                    <a:pt x="18999" y="5638"/>
                  </a:lnTo>
                  <a:lnTo>
                    <a:pt x="18690" y="5483"/>
                  </a:lnTo>
                  <a:lnTo>
                    <a:pt x="18420" y="5290"/>
                  </a:lnTo>
                  <a:lnTo>
                    <a:pt x="18150" y="5059"/>
                  </a:lnTo>
                  <a:lnTo>
                    <a:pt x="17918" y="4827"/>
                  </a:lnTo>
                  <a:lnTo>
                    <a:pt x="17686" y="4557"/>
                  </a:lnTo>
                  <a:lnTo>
                    <a:pt x="17493" y="4286"/>
                  </a:lnTo>
                  <a:lnTo>
                    <a:pt x="17339" y="3977"/>
                  </a:lnTo>
                  <a:lnTo>
                    <a:pt x="17030" y="3360"/>
                  </a:lnTo>
                  <a:lnTo>
                    <a:pt x="16798" y="2742"/>
                  </a:lnTo>
                  <a:lnTo>
                    <a:pt x="16605" y="2085"/>
                  </a:lnTo>
                  <a:lnTo>
                    <a:pt x="17416" y="1776"/>
                  </a:lnTo>
                  <a:lnTo>
                    <a:pt x="18265" y="1467"/>
                  </a:lnTo>
                  <a:lnTo>
                    <a:pt x="19115" y="1197"/>
                  </a:lnTo>
                  <a:lnTo>
                    <a:pt x="19965" y="965"/>
                  </a:lnTo>
                  <a:lnTo>
                    <a:pt x="20853" y="772"/>
                  </a:lnTo>
                  <a:lnTo>
                    <a:pt x="21702" y="579"/>
                  </a:lnTo>
                  <a:lnTo>
                    <a:pt x="22590" y="425"/>
                  </a:lnTo>
                  <a:lnTo>
                    <a:pt x="23478" y="270"/>
                  </a:lnTo>
                  <a:close/>
                  <a:moveTo>
                    <a:pt x="4866" y="7607"/>
                  </a:moveTo>
                  <a:lnTo>
                    <a:pt x="6256" y="7646"/>
                  </a:lnTo>
                  <a:lnTo>
                    <a:pt x="7608" y="7723"/>
                  </a:lnTo>
                  <a:lnTo>
                    <a:pt x="7222" y="8186"/>
                  </a:lnTo>
                  <a:lnTo>
                    <a:pt x="6835" y="8650"/>
                  </a:lnTo>
                  <a:lnTo>
                    <a:pt x="6488" y="9190"/>
                  </a:lnTo>
                  <a:lnTo>
                    <a:pt x="6140" y="9692"/>
                  </a:lnTo>
                  <a:lnTo>
                    <a:pt x="5909" y="10233"/>
                  </a:lnTo>
                  <a:lnTo>
                    <a:pt x="5870" y="10272"/>
                  </a:lnTo>
                  <a:lnTo>
                    <a:pt x="5214" y="10774"/>
                  </a:lnTo>
                  <a:lnTo>
                    <a:pt x="4557" y="11314"/>
                  </a:lnTo>
                  <a:lnTo>
                    <a:pt x="4326" y="11546"/>
                  </a:lnTo>
                  <a:lnTo>
                    <a:pt x="4094" y="11816"/>
                  </a:lnTo>
                  <a:lnTo>
                    <a:pt x="3824" y="12048"/>
                  </a:lnTo>
                  <a:lnTo>
                    <a:pt x="3708" y="12125"/>
                  </a:lnTo>
                  <a:lnTo>
                    <a:pt x="3553" y="12164"/>
                  </a:lnTo>
                  <a:lnTo>
                    <a:pt x="3399" y="12202"/>
                  </a:lnTo>
                  <a:lnTo>
                    <a:pt x="3206" y="12164"/>
                  </a:lnTo>
                  <a:lnTo>
                    <a:pt x="2742" y="12087"/>
                  </a:lnTo>
                  <a:lnTo>
                    <a:pt x="1970" y="11855"/>
                  </a:lnTo>
                  <a:lnTo>
                    <a:pt x="387" y="11507"/>
                  </a:lnTo>
                  <a:lnTo>
                    <a:pt x="1005" y="11083"/>
                  </a:lnTo>
                  <a:lnTo>
                    <a:pt x="1584" y="10658"/>
                  </a:lnTo>
                  <a:lnTo>
                    <a:pt x="2163" y="10156"/>
                  </a:lnTo>
                  <a:lnTo>
                    <a:pt x="2704" y="9654"/>
                  </a:lnTo>
                  <a:lnTo>
                    <a:pt x="3553" y="8804"/>
                  </a:lnTo>
                  <a:lnTo>
                    <a:pt x="4055" y="8186"/>
                  </a:lnTo>
                  <a:lnTo>
                    <a:pt x="4326" y="7916"/>
                  </a:lnTo>
                  <a:lnTo>
                    <a:pt x="4634" y="7684"/>
                  </a:lnTo>
                  <a:lnTo>
                    <a:pt x="4789" y="7684"/>
                  </a:lnTo>
                  <a:lnTo>
                    <a:pt x="4827" y="7646"/>
                  </a:lnTo>
                  <a:lnTo>
                    <a:pt x="4866" y="7607"/>
                  </a:lnTo>
                  <a:close/>
                  <a:moveTo>
                    <a:pt x="16296" y="2201"/>
                  </a:moveTo>
                  <a:lnTo>
                    <a:pt x="16489" y="2858"/>
                  </a:lnTo>
                  <a:lnTo>
                    <a:pt x="16721" y="3553"/>
                  </a:lnTo>
                  <a:lnTo>
                    <a:pt x="17030" y="4209"/>
                  </a:lnTo>
                  <a:lnTo>
                    <a:pt x="17223" y="4518"/>
                  </a:lnTo>
                  <a:lnTo>
                    <a:pt x="17455" y="4827"/>
                  </a:lnTo>
                  <a:lnTo>
                    <a:pt x="17648" y="5136"/>
                  </a:lnTo>
                  <a:lnTo>
                    <a:pt x="17879" y="5368"/>
                  </a:lnTo>
                  <a:lnTo>
                    <a:pt x="18150" y="5599"/>
                  </a:lnTo>
                  <a:lnTo>
                    <a:pt x="18420" y="5831"/>
                  </a:lnTo>
                  <a:lnTo>
                    <a:pt x="18729" y="5985"/>
                  </a:lnTo>
                  <a:lnTo>
                    <a:pt x="19038" y="6140"/>
                  </a:lnTo>
                  <a:lnTo>
                    <a:pt x="19385" y="6217"/>
                  </a:lnTo>
                  <a:lnTo>
                    <a:pt x="19771" y="6256"/>
                  </a:lnTo>
                  <a:lnTo>
                    <a:pt x="18922" y="7453"/>
                  </a:lnTo>
                  <a:lnTo>
                    <a:pt x="18034" y="8611"/>
                  </a:lnTo>
                  <a:lnTo>
                    <a:pt x="17223" y="9615"/>
                  </a:lnTo>
                  <a:lnTo>
                    <a:pt x="16373" y="10581"/>
                  </a:lnTo>
                  <a:lnTo>
                    <a:pt x="15524" y="11507"/>
                  </a:lnTo>
                  <a:lnTo>
                    <a:pt x="14597" y="12395"/>
                  </a:lnTo>
                  <a:lnTo>
                    <a:pt x="13670" y="13284"/>
                  </a:lnTo>
                  <a:lnTo>
                    <a:pt x="13168" y="13747"/>
                  </a:lnTo>
                  <a:lnTo>
                    <a:pt x="12628" y="14172"/>
                  </a:lnTo>
                  <a:lnTo>
                    <a:pt x="12126" y="14558"/>
                  </a:lnTo>
                  <a:lnTo>
                    <a:pt x="11546" y="14905"/>
                  </a:lnTo>
                  <a:lnTo>
                    <a:pt x="10967" y="15214"/>
                  </a:lnTo>
                  <a:lnTo>
                    <a:pt x="10388" y="15446"/>
                  </a:lnTo>
                  <a:lnTo>
                    <a:pt x="9809" y="15600"/>
                  </a:lnTo>
                  <a:lnTo>
                    <a:pt x="9191" y="15678"/>
                  </a:lnTo>
                  <a:lnTo>
                    <a:pt x="8612" y="15678"/>
                  </a:lnTo>
                  <a:lnTo>
                    <a:pt x="8341" y="15639"/>
                  </a:lnTo>
                  <a:lnTo>
                    <a:pt x="8033" y="15562"/>
                  </a:lnTo>
                  <a:lnTo>
                    <a:pt x="7762" y="15446"/>
                  </a:lnTo>
                  <a:lnTo>
                    <a:pt x="7531" y="15330"/>
                  </a:lnTo>
                  <a:lnTo>
                    <a:pt x="7260" y="15214"/>
                  </a:lnTo>
                  <a:lnTo>
                    <a:pt x="7029" y="15021"/>
                  </a:lnTo>
                  <a:lnTo>
                    <a:pt x="6835" y="14828"/>
                  </a:lnTo>
                  <a:lnTo>
                    <a:pt x="6642" y="14597"/>
                  </a:lnTo>
                  <a:lnTo>
                    <a:pt x="6449" y="14365"/>
                  </a:lnTo>
                  <a:lnTo>
                    <a:pt x="6295" y="14095"/>
                  </a:lnTo>
                  <a:lnTo>
                    <a:pt x="6063" y="13554"/>
                  </a:lnTo>
                  <a:lnTo>
                    <a:pt x="5909" y="13013"/>
                  </a:lnTo>
                  <a:lnTo>
                    <a:pt x="5870" y="12434"/>
                  </a:lnTo>
                  <a:lnTo>
                    <a:pt x="5870" y="11855"/>
                  </a:lnTo>
                  <a:lnTo>
                    <a:pt x="5986" y="11314"/>
                  </a:lnTo>
                  <a:lnTo>
                    <a:pt x="6140" y="10735"/>
                  </a:lnTo>
                  <a:lnTo>
                    <a:pt x="6333" y="10194"/>
                  </a:lnTo>
                  <a:lnTo>
                    <a:pt x="6604" y="9692"/>
                  </a:lnTo>
                  <a:lnTo>
                    <a:pt x="6913" y="9229"/>
                  </a:lnTo>
                  <a:lnTo>
                    <a:pt x="7222" y="8766"/>
                  </a:lnTo>
                  <a:lnTo>
                    <a:pt x="7569" y="8302"/>
                  </a:lnTo>
                  <a:lnTo>
                    <a:pt x="7955" y="7878"/>
                  </a:lnTo>
                  <a:lnTo>
                    <a:pt x="8766" y="7067"/>
                  </a:lnTo>
                  <a:lnTo>
                    <a:pt x="9616" y="6333"/>
                  </a:lnTo>
                  <a:lnTo>
                    <a:pt x="10542" y="5561"/>
                  </a:lnTo>
                  <a:lnTo>
                    <a:pt x="11508" y="4866"/>
                  </a:lnTo>
                  <a:lnTo>
                    <a:pt x="12473" y="4209"/>
                  </a:lnTo>
                  <a:lnTo>
                    <a:pt x="13516" y="3591"/>
                  </a:lnTo>
                  <a:lnTo>
                    <a:pt x="14211" y="3205"/>
                  </a:lnTo>
                  <a:lnTo>
                    <a:pt x="14906" y="2858"/>
                  </a:lnTo>
                  <a:lnTo>
                    <a:pt x="15601" y="2510"/>
                  </a:lnTo>
                  <a:lnTo>
                    <a:pt x="16296" y="2201"/>
                  </a:lnTo>
                  <a:close/>
                  <a:moveTo>
                    <a:pt x="5638" y="13361"/>
                  </a:moveTo>
                  <a:lnTo>
                    <a:pt x="5754" y="13747"/>
                  </a:lnTo>
                  <a:lnTo>
                    <a:pt x="5870" y="14133"/>
                  </a:lnTo>
                  <a:lnTo>
                    <a:pt x="6063" y="14519"/>
                  </a:lnTo>
                  <a:lnTo>
                    <a:pt x="6295" y="14828"/>
                  </a:lnTo>
                  <a:lnTo>
                    <a:pt x="6565" y="15137"/>
                  </a:lnTo>
                  <a:lnTo>
                    <a:pt x="6874" y="15407"/>
                  </a:lnTo>
                  <a:lnTo>
                    <a:pt x="7222" y="15639"/>
                  </a:lnTo>
                  <a:lnTo>
                    <a:pt x="7608" y="15832"/>
                  </a:lnTo>
                  <a:lnTo>
                    <a:pt x="7415" y="16141"/>
                  </a:lnTo>
                  <a:lnTo>
                    <a:pt x="7260" y="16489"/>
                  </a:lnTo>
                  <a:lnTo>
                    <a:pt x="6797" y="16296"/>
                  </a:lnTo>
                  <a:lnTo>
                    <a:pt x="6411" y="16025"/>
                  </a:lnTo>
                  <a:lnTo>
                    <a:pt x="6025" y="15716"/>
                  </a:lnTo>
                  <a:lnTo>
                    <a:pt x="5716" y="15369"/>
                  </a:lnTo>
                  <a:lnTo>
                    <a:pt x="5484" y="14983"/>
                  </a:lnTo>
                  <a:lnTo>
                    <a:pt x="5252" y="14558"/>
                  </a:lnTo>
                  <a:lnTo>
                    <a:pt x="5098" y="14133"/>
                  </a:lnTo>
                  <a:lnTo>
                    <a:pt x="5021" y="13631"/>
                  </a:lnTo>
                  <a:lnTo>
                    <a:pt x="4982" y="13593"/>
                  </a:lnTo>
                  <a:lnTo>
                    <a:pt x="5638" y="13361"/>
                  </a:lnTo>
                  <a:close/>
                  <a:moveTo>
                    <a:pt x="4827" y="13670"/>
                  </a:moveTo>
                  <a:lnTo>
                    <a:pt x="4866" y="14210"/>
                  </a:lnTo>
                  <a:lnTo>
                    <a:pt x="4982" y="14712"/>
                  </a:lnTo>
                  <a:lnTo>
                    <a:pt x="5214" y="15176"/>
                  </a:lnTo>
                  <a:lnTo>
                    <a:pt x="5484" y="15600"/>
                  </a:lnTo>
                  <a:lnTo>
                    <a:pt x="5831" y="15948"/>
                  </a:lnTo>
                  <a:lnTo>
                    <a:pt x="6218" y="16296"/>
                  </a:lnTo>
                  <a:lnTo>
                    <a:pt x="6642" y="16566"/>
                  </a:lnTo>
                  <a:lnTo>
                    <a:pt x="7106" y="16759"/>
                  </a:lnTo>
                  <a:lnTo>
                    <a:pt x="6951" y="17300"/>
                  </a:lnTo>
                  <a:lnTo>
                    <a:pt x="6411" y="17029"/>
                  </a:lnTo>
                  <a:lnTo>
                    <a:pt x="5909" y="16720"/>
                  </a:lnTo>
                  <a:lnTo>
                    <a:pt x="5484" y="16373"/>
                  </a:lnTo>
                  <a:lnTo>
                    <a:pt x="5098" y="15987"/>
                  </a:lnTo>
                  <a:lnTo>
                    <a:pt x="4789" y="15562"/>
                  </a:lnTo>
                  <a:lnTo>
                    <a:pt x="4480" y="15060"/>
                  </a:lnTo>
                  <a:lnTo>
                    <a:pt x="4248" y="14558"/>
                  </a:lnTo>
                  <a:lnTo>
                    <a:pt x="4055" y="13979"/>
                  </a:lnTo>
                  <a:lnTo>
                    <a:pt x="4248" y="13940"/>
                  </a:lnTo>
                  <a:lnTo>
                    <a:pt x="4441" y="13863"/>
                  </a:lnTo>
                  <a:lnTo>
                    <a:pt x="4827" y="13670"/>
                  </a:lnTo>
                  <a:close/>
                  <a:moveTo>
                    <a:pt x="4441" y="15871"/>
                  </a:moveTo>
                  <a:lnTo>
                    <a:pt x="4673" y="16180"/>
                  </a:lnTo>
                  <a:lnTo>
                    <a:pt x="4905" y="16450"/>
                  </a:lnTo>
                  <a:lnTo>
                    <a:pt x="5175" y="16682"/>
                  </a:lnTo>
                  <a:lnTo>
                    <a:pt x="5445" y="16913"/>
                  </a:lnTo>
                  <a:lnTo>
                    <a:pt x="5291" y="17029"/>
                  </a:lnTo>
                  <a:lnTo>
                    <a:pt x="5214" y="17222"/>
                  </a:lnTo>
                  <a:lnTo>
                    <a:pt x="5098" y="17068"/>
                  </a:lnTo>
                  <a:lnTo>
                    <a:pt x="5059" y="16991"/>
                  </a:lnTo>
                  <a:lnTo>
                    <a:pt x="4982" y="16952"/>
                  </a:lnTo>
                  <a:lnTo>
                    <a:pt x="4905" y="16952"/>
                  </a:lnTo>
                  <a:lnTo>
                    <a:pt x="4827" y="16991"/>
                  </a:lnTo>
                  <a:lnTo>
                    <a:pt x="4519" y="17415"/>
                  </a:lnTo>
                  <a:lnTo>
                    <a:pt x="4210" y="17840"/>
                  </a:lnTo>
                  <a:lnTo>
                    <a:pt x="3862" y="18226"/>
                  </a:lnTo>
                  <a:lnTo>
                    <a:pt x="3476" y="18574"/>
                  </a:lnTo>
                  <a:lnTo>
                    <a:pt x="3090" y="18921"/>
                  </a:lnTo>
                  <a:lnTo>
                    <a:pt x="2665" y="19230"/>
                  </a:lnTo>
                  <a:lnTo>
                    <a:pt x="2240" y="19501"/>
                  </a:lnTo>
                  <a:lnTo>
                    <a:pt x="1777" y="19771"/>
                  </a:lnTo>
                  <a:lnTo>
                    <a:pt x="1777" y="19771"/>
                  </a:lnTo>
                  <a:lnTo>
                    <a:pt x="1816" y="19346"/>
                  </a:lnTo>
                  <a:lnTo>
                    <a:pt x="1854" y="18921"/>
                  </a:lnTo>
                  <a:lnTo>
                    <a:pt x="2009" y="18535"/>
                  </a:lnTo>
                  <a:lnTo>
                    <a:pt x="2163" y="18188"/>
                  </a:lnTo>
                  <a:lnTo>
                    <a:pt x="2395" y="17840"/>
                  </a:lnTo>
                  <a:lnTo>
                    <a:pt x="2665" y="17531"/>
                  </a:lnTo>
                  <a:lnTo>
                    <a:pt x="2974" y="17222"/>
                  </a:lnTo>
                  <a:lnTo>
                    <a:pt x="3360" y="16913"/>
                  </a:lnTo>
                  <a:lnTo>
                    <a:pt x="3669" y="16720"/>
                  </a:lnTo>
                  <a:lnTo>
                    <a:pt x="3939" y="16489"/>
                  </a:lnTo>
                  <a:lnTo>
                    <a:pt x="4017" y="16334"/>
                  </a:lnTo>
                  <a:lnTo>
                    <a:pt x="4094" y="16218"/>
                  </a:lnTo>
                  <a:lnTo>
                    <a:pt x="4094" y="16064"/>
                  </a:lnTo>
                  <a:lnTo>
                    <a:pt x="4055" y="15871"/>
                  </a:lnTo>
                  <a:close/>
                  <a:moveTo>
                    <a:pt x="13439" y="13979"/>
                  </a:moveTo>
                  <a:lnTo>
                    <a:pt x="13400" y="14674"/>
                  </a:lnTo>
                  <a:lnTo>
                    <a:pt x="13400" y="15369"/>
                  </a:lnTo>
                  <a:lnTo>
                    <a:pt x="13477" y="16025"/>
                  </a:lnTo>
                  <a:lnTo>
                    <a:pt x="13632" y="16682"/>
                  </a:lnTo>
                  <a:lnTo>
                    <a:pt x="12396" y="17454"/>
                  </a:lnTo>
                  <a:lnTo>
                    <a:pt x="11160" y="18304"/>
                  </a:lnTo>
                  <a:lnTo>
                    <a:pt x="8805" y="20041"/>
                  </a:lnTo>
                  <a:lnTo>
                    <a:pt x="8766" y="19037"/>
                  </a:lnTo>
                  <a:lnTo>
                    <a:pt x="8689" y="18033"/>
                  </a:lnTo>
                  <a:lnTo>
                    <a:pt x="8650" y="17724"/>
                  </a:lnTo>
                  <a:lnTo>
                    <a:pt x="8689" y="17493"/>
                  </a:lnTo>
                  <a:lnTo>
                    <a:pt x="8728" y="17377"/>
                  </a:lnTo>
                  <a:lnTo>
                    <a:pt x="8805" y="17261"/>
                  </a:lnTo>
                  <a:lnTo>
                    <a:pt x="9037" y="17068"/>
                  </a:lnTo>
                  <a:lnTo>
                    <a:pt x="9654" y="16604"/>
                  </a:lnTo>
                  <a:lnTo>
                    <a:pt x="10195" y="16141"/>
                  </a:lnTo>
                  <a:lnTo>
                    <a:pt x="10234" y="16064"/>
                  </a:lnTo>
                  <a:lnTo>
                    <a:pt x="10272" y="16025"/>
                  </a:lnTo>
                  <a:lnTo>
                    <a:pt x="10234" y="15909"/>
                  </a:lnTo>
                  <a:lnTo>
                    <a:pt x="10774" y="15716"/>
                  </a:lnTo>
                  <a:lnTo>
                    <a:pt x="11276" y="15485"/>
                  </a:lnTo>
                  <a:lnTo>
                    <a:pt x="11740" y="15214"/>
                  </a:lnTo>
                  <a:lnTo>
                    <a:pt x="12203" y="14905"/>
                  </a:lnTo>
                  <a:lnTo>
                    <a:pt x="12821" y="14481"/>
                  </a:lnTo>
                  <a:lnTo>
                    <a:pt x="13439" y="13979"/>
                  </a:lnTo>
                  <a:close/>
                  <a:moveTo>
                    <a:pt x="3978" y="14944"/>
                  </a:moveTo>
                  <a:lnTo>
                    <a:pt x="4132" y="15330"/>
                  </a:lnTo>
                  <a:lnTo>
                    <a:pt x="4326" y="15678"/>
                  </a:lnTo>
                  <a:lnTo>
                    <a:pt x="3862" y="15678"/>
                  </a:lnTo>
                  <a:lnTo>
                    <a:pt x="3785" y="15716"/>
                  </a:lnTo>
                  <a:lnTo>
                    <a:pt x="3746" y="15755"/>
                  </a:lnTo>
                  <a:lnTo>
                    <a:pt x="3746" y="15832"/>
                  </a:lnTo>
                  <a:lnTo>
                    <a:pt x="3785" y="15871"/>
                  </a:lnTo>
                  <a:lnTo>
                    <a:pt x="3785" y="15948"/>
                  </a:lnTo>
                  <a:lnTo>
                    <a:pt x="3785" y="16064"/>
                  </a:lnTo>
                  <a:lnTo>
                    <a:pt x="3669" y="16257"/>
                  </a:lnTo>
                  <a:lnTo>
                    <a:pt x="3476" y="16489"/>
                  </a:lnTo>
                  <a:lnTo>
                    <a:pt x="3206" y="16720"/>
                  </a:lnTo>
                  <a:lnTo>
                    <a:pt x="2665" y="17145"/>
                  </a:lnTo>
                  <a:lnTo>
                    <a:pt x="2318" y="17415"/>
                  </a:lnTo>
                  <a:lnTo>
                    <a:pt x="2009" y="17802"/>
                  </a:lnTo>
                  <a:lnTo>
                    <a:pt x="1777" y="18188"/>
                  </a:lnTo>
                  <a:lnTo>
                    <a:pt x="1584" y="18651"/>
                  </a:lnTo>
                  <a:lnTo>
                    <a:pt x="1507" y="19114"/>
                  </a:lnTo>
                  <a:lnTo>
                    <a:pt x="1468" y="19346"/>
                  </a:lnTo>
                  <a:lnTo>
                    <a:pt x="1468" y="19578"/>
                  </a:lnTo>
                  <a:lnTo>
                    <a:pt x="1507" y="19848"/>
                  </a:lnTo>
                  <a:lnTo>
                    <a:pt x="1545" y="20080"/>
                  </a:lnTo>
                  <a:lnTo>
                    <a:pt x="1622" y="20118"/>
                  </a:lnTo>
                  <a:lnTo>
                    <a:pt x="1738" y="20118"/>
                  </a:lnTo>
                  <a:lnTo>
                    <a:pt x="1777" y="20041"/>
                  </a:lnTo>
                  <a:lnTo>
                    <a:pt x="2279" y="19809"/>
                  </a:lnTo>
                  <a:lnTo>
                    <a:pt x="2742" y="19578"/>
                  </a:lnTo>
                  <a:lnTo>
                    <a:pt x="3167" y="19269"/>
                  </a:lnTo>
                  <a:lnTo>
                    <a:pt x="3553" y="18960"/>
                  </a:lnTo>
                  <a:lnTo>
                    <a:pt x="3939" y="18612"/>
                  </a:lnTo>
                  <a:lnTo>
                    <a:pt x="4287" y="18226"/>
                  </a:lnTo>
                  <a:lnTo>
                    <a:pt x="4634" y="17802"/>
                  </a:lnTo>
                  <a:lnTo>
                    <a:pt x="4943" y="17377"/>
                  </a:lnTo>
                  <a:lnTo>
                    <a:pt x="5059" y="17531"/>
                  </a:lnTo>
                  <a:lnTo>
                    <a:pt x="5175" y="17647"/>
                  </a:lnTo>
                  <a:lnTo>
                    <a:pt x="5291" y="17647"/>
                  </a:lnTo>
                  <a:lnTo>
                    <a:pt x="5368" y="17608"/>
                  </a:lnTo>
                  <a:lnTo>
                    <a:pt x="5368" y="17531"/>
                  </a:lnTo>
                  <a:lnTo>
                    <a:pt x="5638" y="17068"/>
                  </a:lnTo>
                  <a:lnTo>
                    <a:pt x="6025" y="17300"/>
                  </a:lnTo>
                  <a:lnTo>
                    <a:pt x="5986" y="17802"/>
                  </a:lnTo>
                  <a:lnTo>
                    <a:pt x="5870" y="18304"/>
                  </a:lnTo>
                  <a:lnTo>
                    <a:pt x="5754" y="18806"/>
                  </a:lnTo>
                  <a:lnTo>
                    <a:pt x="5561" y="19308"/>
                  </a:lnTo>
                  <a:lnTo>
                    <a:pt x="5445" y="19076"/>
                  </a:lnTo>
                  <a:lnTo>
                    <a:pt x="5407" y="18844"/>
                  </a:lnTo>
                  <a:lnTo>
                    <a:pt x="5368" y="18574"/>
                  </a:lnTo>
                  <a:lnTo>
                    <a:pt x="5407" y="18304"/>
                  </a:lnTo>
                  <a:lnTo>
                    <a:pt x="5445" y="18226"/>
                  </a:lnTo>
                  <a:lnTo>
                    <a:pt x="5407" y="18188"/>
                  </a:lnTo>
                  <a:lnTo>
                    <a:pt x="5329" y="18110"/>
                  </a:lnTo>
                  <a:lnTo>
                    <a:pt x="5252" y="18072"/>
                  </a:lnTo>
                  <a:lnTo>
                    <a:pt x="5214" y="18110"/>
                  </a:lnTo>
                  <a:lnTo>
                    <a:pt x="5136" y="18110"/>
                  </a:lnTo>
                  <a:lnTo>
                    <a:pt x="5098" y="18188"/>
                  </a:lnTo>
                  <a:lnTo>
                    <a:pt x="4827" y="18767"/>
                  </a:lnTo>
                  <a:lnTo>
                    <a:pt x="4519" y="19308"/>
                  </a:lnTo>
                  <a:lnTo>
                    <a:pt x="4326" y="19539"/>
                  </a:lnTo>
                  <a:lnTo>
                    <a:pt x="4094" y="19771"/>
                  </a:lnTo>
                  <a:lnTo>
                    <a:pt x="3862" y="19964"/>
                  </a:lnTo>
                  <a:lnTo>
                    <a:pt x="3592" y="20196"/>
                  </a:lnTo>
                  <a:lnTo>
                    <a:pt x="3090" y="20505"/>
                  </a:lnTo>
                  <a:lnTo>
                    <a:pt x="2820" y="20659"/>
                  </a:lnTo>
                  <a:lnTo>
                    <a:pt x="2511" y="20775"/>
                  </a:lnTo>
                  <a:lnTo>
                    <a:pt x="2202" y="20891"/>
                  </a:lnTo>
                  <a:lnTo>
                    <a:pt x="1893" y="20968"/>
                  </a:lnTo>
                  <a:lnTo>
                    <a:pt x="1584" y="21007"/>
                  </a:lnTo>
                  <a:lnTo>
                    <a:pt x="1275" y="20968"/>
                  </a:lnTo>
                  <a:lnTo>
                    <a:pt x="1043" y="20929"/>
                  </a:lnTo>
                  <a:lnTo>
                    <a:pt x="889" y="20813"/>
                  </a:lnTo>
                  <a:lnTo>
                    <a:pt x="773" y="20698"/>
                  </a:lnTo>
                  <a:lnTo>
                    <a:pt x="734" y="20543"/>
                  </a:lnTo>
                  <a:lnTo>
                    <a:pt x="696" y="20350"/>
                  </a:lnTo>
                  <a:lnTo>
                    <a:pt x="696" y="20157"/>
                  </a:lnTo>
                  <a:lnTo>
                    <a:pt x="734" y="19732"/>
                  </a:lnTo>
                  <a:lnTo>
                    <a:pt x="812" y="19037"/>
                  </a:lnTo>
                  <a:lnTo>
                    <a:pt x="889" y="18690"/>
                  </a:lnTo>
                  <a:lnTo>
                    <a:pt x="1005" y="18342"/>
                  </a:lnTo>
                  <a:lnTo>
                    <a:pt x="1159" y="17956"/>
                  </a:lnTo>
                  <a:lnTo>
                    <a:pt x="1352" y="17608"/>
                  </a:lnTo>
                  <a:lnTo>
                    <a:pt x="1584" y="17261"/>
                  </a:lnTo>
                  <a:lnTo>
                    <a:pt x="1854" y="16952"/>
                  </a:lnTo>
                  <a:lnTo>
                    <a:pt x="2124" y="16682"/>
                  </a:lnTo>
                  <a:lnTo>
                    <a:pt x="2433" y="16411"/>
                  </a:lnTo>
                  <a:lnTo>
                    <a:pt x="2781" y="16180"/>
                  </a:lnTo>
                  <a:lnTo>
                    <a:pt x="3167" y="16025"/>
                  </a:lnTo>
                  <a:lnTo>
                    <a:pt x="3244" y="15948"/>
                  </a:lnTo>
                  <a:lnTo>
                    <a:pt x="3244" y="15871"/>
                  </a:lnTo>
                  <a:lnTo>
                    <a:pt x="3206" y="15794"/>
                  </a:lnTo>
                  <a:lnTo>
                    <a:pt x="3167" y="15716"/>
                  </a:lnTo>
                  <a:lnTo>
                    <a:pt x="2433" y="15369"/>
                  </a:lnTo>
                  <a:lnTo>
                    <a:pt x="2781" y="15176"/>
                  </a:lnTo>
                  <a:lnTo>
                    <a:pt x="3167" y="15021"/>
                  </a:lnTo>
                  <a:lnTo>
                    <a:pt x="3553" y="14983"/>
                  </a:lnTo>
                  <a:lnTo>
                    <a:pt x="3978" y="14944"/>
                  </a:lnTo>
                  <a:close/>
                  <a:moveTo>
                    <a:pt x="23478" y="0"/>
                  </a:moveTo>
                  <a:lnTo>
                    <a:pt x="22204" y="155"/>
                  </a:lnTo>
                  <a:lnTo>
                    <a:pt x="20891" y="386"/>
                  </a:lnTo>
                  <a:lnTo>
                    <a:pt x="19617" y="657"/>
                  </a:lnTo>
                  <a:lnTo>
                    <a:pt x="18381" y="1043"/>
                  </a:lnTo>
                  <a:lnTo>
                    <a:pt x="17146" y="1467"/>
                  </a:lnTo>
                  <a:lnTo>
                    <a:pt x="15949" y="1969"/>
                  </a:lnTo>
                  <a:lnTo>
                    <a:pt x="14752" y="2510"/>
                  </a:lnTo>
                  <a:lnTo>
                    <a:pt x="13593" y="3128"/>
                  </a:lnTo>
                  <a:lnTo>
                    <a:pt x="12473" y="3784"/>
                  </a:lnTo>
                  <a:lnTo>
                    <a:pt x="11353" y="4518"/>
                  </a:lnTo>
                  <a:lnTo>
                    <a:pt x="10311" y="5290"/>
                  </a:lnTo>
                  <a:lnTo>
                    <a:pt x="9307" y="6140"/>
                  </a:lnTo>
                  <a:lnTo>
                    <a:pt x="8535" y="6796"/>
                  </a:lnTo>
                  <a:lnTo>
                    <a:pt x="7801" y="7491"/>
                  </a:lnTo>
                  <a:lnTo>
                    <a:pt x="7029" y="7337"/>
                  </a:lnTo>
                  <a:lnTo>
                    <a:pt x="6218" y="7221"/>
                  </a:lnTo>
                  <a:lnTo>
                    <a:pt x="5407" y="7182"/>
                  </a:lnTo>
                  <a:lnTo>
                    <a:pt x="4557" y="7221"/>
                  </a:lnTo>
                  <a:lnTo>
                    <a:pt x="4519" y="7221"/>
                  </a:lnTo>
                  <a:lnTo>
                    <a:pt x="4441" y="7260"/>
                  </a:lnTo>
                  <a:lnTo>
                    <a:pt x="4403" y="7414"/>
                  </a:lnTo>
                  <a:lnTo>
                    <a:pt x="4171" y="7530"/>
                  </a:lnTo>
                  <a:lnTo>
                    <a:pt x="3939" y="7723"/>
                  </a:lnTo>
                  <a:lnTo>
                    <a:pt x="3708" y="7916"/>
                  </a:lnTo>
                  <a:lnTo>
                    <a:pt x="3515" y="8148"/>
                  </a:lnTo>
                  <a:lnTo>
                    <a:pt x="3128" y="8611"/>
                  </a:lnTo>
                  <a:lnTo>
                    <a:pt x="2742" y="9036"/>
                  </a:lnTo>
                  <a:lnTo>
                    <a:pt x="2124" y="9654"/>
                  </a:lnTo>
                  <a:lnTo>
                    <a:pt x="1468" y="10194"/>
                  </a:lnTo>
                  <a:lnTo>
                    <a:pt x="773" y="10774"/>
                  </a:lnTo>
                  <a:lnTo>
                    <a:pt x="78" y="11276"/>
                  </a:lnTo>
                  <a:lnTo>
                    <a:pt x="1" y="11353"/>
                  </a:lnTo>
                  <a:lnTo>
                    <a:pt x="1" y="11430"/>
                  </a:lnTo>
                  <a:lnTo>
                    <a:pt x="1" y="11507"/>
                  </a:lnTo>
                  <a:lnTo>
                    <a:pt x="39" y="11546"/>
                  </a:lnTo>
                  <a:lnTo>
                    <a:pt x="39" y="11623"/>
                  </a:lnTo>
                  <a:lnTo>
                    <a:pt x="39" y="11700"/>
                  </a:lnTo>
                  <a:lnTo>
                    <a:pt x="78" y="11739"/>
                  </a:lnTo>
                  <a:lnTo>
                    <a:pt x="116" y="11778"/>
                  </a:lnTo>
                  <a:lnTo>
                    <a:pt x="1005" y="12048"/>
                  </a:lnTo>
                  <a:lnTo>
                    <a:pt x="1893" y="12280"/>
                  </a:lnTo>
                  <a:lnTo>
                    <a:pt x="3669" y="12666"/>
                  </a:lnTo>
                  <a:lnTo>
                    <a:pt x="3785" y="12666"/>
                  </a:lnTo>
                  <a:lnTo>
                    <a:pt x="3862" y="12589"/>
                  </a:lnTo>
                  <a:lnTo>
                    <a:pt x="4750" y="11700"/>
                  </a:lnTo>
                  <a:lnTo>
                    <a:pt x="5716" y="10851"/>
                  </a:lnTo>
                  <a:lnTo>
                    <a:pt x="5600" y="11391"/>
                  </a:lnTo>
                  <a:lnTo>
                    <a:pt x="5523" y="11971"/>
                  </a:lnTo>
                  <a:lnTo>
                    <a:pt x="5523" y="12550"/>
                  </a:lnTo>
                  <a:lnTo>
                    <a:pt x="5600" y="13091"/>
                  </a:lnTo>
                  <a:lnTo>
                    <a:pt x="5136" y="13168"/>
                  </a:lnTo>
                  <a:lnTo>
                    <a:pt x="4712" y="13284"/>
                  </a:lnTo>
                  <a:lnTo>
                    <a:pt x="4248" y="13477"/>
                  </a:lnTo>
                  <a:lnTo>
                    <a:pt x="4017" y="13593"/>
                  </a:lnTo>
                  <a:lnTo>
                    <a:pt x="3862" y="13747"/>
                  </a:lnTo>
                  <a:lnTo>
                    <a:pt x="3824" y="13824"/>
                  </a:lnTo>
                  <a:lnTo>
                    <a:pt x="3862" y="13901"/>
                  </a:lnTo>
                  <a:lnTo>
                    <a:pt x="3824" y="13940"/>
                  </a:lnTo>
                  <a:lnTo>
                    <a:pt x="3785" y="14017"/>
                  </a:lnTo>
                  <a:lnTo>
                    <a:pt x="3824" y="14403"/>
                  </a:lnTo>
                  <a:lnTo>
                    <a:pt x="3901" y="14751"/>
                  </a:lnTo>
                  <a:lnTo>
                    <a:pt x="3669" y="14712"/>
                  </a:lnTo>
                  <a:lnTo>
                    <a:pt x="3399" y="14712"/>
                  </a:lnTo>
                  <a:lnTo>
                    <a:pt x="3167" y="14751"/>
                  </a:lnTo>
                  <a:lnTo>
                    <a:pt x="2935" y="14790"/>
                  </a:lnTo>
                  <a:lnTo>
                    <a:pt x="2665" y="14867"/>
                  </a:lnTo>
                  <a:lnTo>
                    <a:pt x="2433" y="14983"/>
                  </a:lnTo>
                  <a:lnTo>
                    <a:pt x="2240" y="15098"/>
                  </a:lnTo>
                  <a:lnTo>
                    <a:pt x="2009" y="15253"/>
                  </a:lnTo>
                  <a:lnTo>
                    <a:pt x="1931" y="15330"/>
                  </a:lnTo>
                  <a:lnTo>
                    <a:pt x="1931" y="15407"/>
                  </a:lnTo>
                  <a:lnTo>
                    <a:pt x="1970" y="15485"/>
                  </a:lnTo>
                  <a:lnTo>
                    <a:pt x="2047" y="15523"/>
                  </a:lnTo>
                  <a:lnTo>
                    <a:pt x="2704" y="15871"/>
                  </a:lnTo>
                  <a:lnTo>
                    <a:pt x="2356" y="16064"/>
                  </a:lnTo>
                  <a:lnTo>
                    <a:pt x="2047" y="16334"/>
                  </a:lnTo>
                  <a:lnTo>
                    <a:pt x="1738" y="16604"/>
                  </a:lnTo>
                  <a:lnTo>
                    <a:pt x="1468" y="16875"/>
                  </a:lnTo>
                  <a:lnTo>
                    <a:pt x="1198" y="17222"/>
                  </a:lnTo>
                  <a:lnTo>
                    <a:pt x="1005" y="17570"/>
                  </a:lnTo>
                  <a:lnTo>
                    <a:pt x="812" y="17956"/>
                  </a:lnTo>
                  <a:lnTo>
                    <a:pt x="657" y="18342"/>
                  </a:lnTo>
                  <a:lnTo>
                    <a:pt x="464" y="18960"/>
                  </a:lnTo>
                  <a:lnTo>
                    <a:pt x="387" y="19385"/>
                  </a:lnTo>
                  <a:lnTo>
                    <a:pt x="310" y="19809"/>
                  </a:lnTo>
                  <a:lnTo>
                    <a:pt x="271" y="20234"/>
                  </a:lnTo>
                  <a:lnTo>
                    <a:pt x="310" y="20659"/>
                  </a:lnTo>
                  <a:lnTo>
                    <a:pt x="348" y="20813"/>
                  </a:lnTo>
                  <a:lnTo>
                    <a:pt x="425" y="20968"/>
                  </a:lnTo>
                  <a:lnTo>
                    <a:pt x="503" y="21084"/>
                  </a:lnTo>
                  <a:lnTo>
                    <a:pt x="618" y="21200"/>
                  </a:lnTo>
                  <a:lnTo>
                    <a:pt x="773" y="21277"/>
                  </a:lnTo>
                  <a:lnTo>
                    <a:pt x="927" y="21315"/>
                  </a:lnTo>
                  <a:lnTo>
                    <a:pt x="1275" y="21393"/>
                  </a:lnTo>
                  <a:lnTo>
                    <a:pt x="1661" y="21354"/>
                  </a:lnTo>
                  <a:lnTo>
                    <a:pt x="2047" y="21277"/>
                  </a:lnTo>
                  <a:lnTo>
                    <a:pt x="2433" y="21161"/>
                  </a:lnTo>
                  <a:lnTo>
                    <a:pt x="2820" y="21007"/>
                  </a:lnTo>
                  <a:lnTo>
                    <a:pt x="3437" y="20698"/>
                  </a:lnTo>
                  <a:lnTo>
                    <a:pt x="3901" y="20389"/>
                  </a:lnTo>
                  <a:lnTo>
                    <a:pt x="4364" y="20003"/>
                  </a:lnTo>
                  <a:lnTo>
                    <a:pt x="4750" y="19539"/>
                  </a:lnTo>
                  <a:lnTo>
                    <a:pt x="5098" y="19037"/>
                  </a:lnTo>
                  <a:lnTo>
                    <a:pt x="5136" y="19230"/>
                  </a:lnTo>
                  <a:lnTo>
                    <a:pt x="5214" y="19423"/>
                  </a:lnTo>
                  <a:lnTo>
                    <a:pt x="5329" y="19578"/>
                  </a:lnTo>
                  <a:lnTo>
                    <a:pt x="5484" y="19771"/>
                  </a:lnTo>
                  <a:lnTo>
                    <a:pt x="5561" y="19809"/>
                  </a:lnTo>
                  <a:lnTo>
                    <a:pt x="5638" y="19809"/>
                  </a:lnTo>
                  <a:lnTo>
                    <a:pt x="5716" y="19771"/>
                  </a:lnTo>
                  <a:lnTo>
                    <a:pt x="5793" y="19694"/>
                  </a:lnTo>
                  <a:lnTo>
                    <a:pt x="5986" y="19153"/>
                  </a:lnTo>
                  <a:lnTo>
                    <a:pt x="6179" y="18612"/>
                  </a:lnTo>
                  <a:lnTo>
                    <a:pt x="6295" y="18033"/>
                  </a:lnTo>
                  <a:lnTo>
                    <a:pt x="6372" y="17454"/>
                  </a:lnTo>
                  <a:lnTo>
                    <a:pt x="6913" y="17608"/>
                  </a:lnTo>
                  <a:lnTo>
                    <a:pt x="7183" y="17608"/>
                  </a:lnTo>
                  <a:lnTo>
                    <a:pt x="7183" y="17531"/>
                  </a:lnTo>
                  <a:lnTo>
                    <a:pt x="7531" y="16720"/>
                  </a:lnTo>
                  <a:lnTo>
                    <a:pt x="7724" y="16334"/>
                  </a:lnTo>
                  <a:lnTo>
                    <a:pt x="7955" y="15948"/>
                  </a:lnTo>
                  <a:lnTo>
                    <a:pt x="8110" y="15987"/>
                  </a:lnTo>
                  <a:lnTo>
                    <a:pt x="8535" y="16064"/>
                  </a:lnTo>
                  <a:lnTo>
                    <a:pt x="8921" y="16102"/>
                  </a:lnTo>
                  <a:lnTo>
                    <a:pt x="9307" y="16064"/>
                  </a:lnTo>
                  <a:lnTo>
                    <a:pt x="9693" y="16025"/>
                  </a:lnTo>
                  <a:lnTo>
                    <a:pt x="9693" y="16025"/>
                  </a:lnTo>
                  <a:lnTo>
                    <a:pt x="8998" y="16604"/>
                  </a:lnTo>
                  <a:lnTo>
                    <a:pt x="8226" y="17106"/>
                  </a:lnTo>
                  <a:lnTo>
                    <a:pt x="8148" y="17222"/>
                  </a:lnTo>
                  <a:lnTo>
                    <a:pt x="8148" y="17300"/>
                  </a:lnTo>
                  <a:lnTo>
                    <a:pt x="8264" y="18110"/>
                  </a:lnTo>
                  <a:lnTo>
                    <a:pt x="8341" y="18883"/>
                  </a:lnTo>
                  <a:lnTo>
                    <a:pt x="8380" y="19655"/>
                  </a:lnTo>
                  <a:lnTo>
                    <a:pt x="8380" y="20427"/>
                  </a:lnTo>
                  <a:lnTo>
                    <a:pt x="8419" y="20543"/>
                  </a:lnTo>
                  <a:lnTo>
                    <a:pt x="8496" y="20620"/>
                  </a:lnTo>
                  <a:lnTo>
                    <a:pt x="8612" y="20659"/>
                  </a:lnTo>
                  <a:lnTo>
                    <a:pt x="8728" y="20620"/>
                  </a:lnTo>
                  <a:lnTo>
                    <a:pt x="11392" y="18806"/>
                  </a:lnTo>
                  <a:lnTo>
                    <a:pt x="12705" y="17840"/>
                  </a:lnTo>
                  <a:lnTo>
                    <a:pt x="13323" y="17338"/>
                  </a:lnTo>
                  <a:lnTo>
                    <a:pt x="13941" y="16836"/>
                  </a:lnTo>
                  <a:lnTo>
                    <a:pt x="13979" y="16759"/>
                  </a:lnTo>
                  <a:lnTo>
                    <a:pt x="13979" y="16682"/>
                  </a:lnTo>
                  <a:lnTo>
                    <a:pt x="13979" y="16643"/>
                  </a:lnTo>
                  <a:lnTo>
                    <a:pt x="13941" y="16257"/>
                  </a:lnTo>
                  <a:lnTo>
                    <a:pt x="13902" y="15871"/>
                  </a:lnTo>
                  <a:lnTo>
                    <a:pt x="13825" y="15098"/>
                  </a:lnTo>
                  <a:lnTo>
                    <a:pt x="13748" y="13747"/>
                  </a:lnTo>
                  <a:lnTo>
                    <a:pt x="14443" y="13129"/>
                  </a:lnTo>
                  <a:lnTo>
                    <a:pt x="15099" y="12473"/>
                  </a:lnTo>
                  <a:lnTo>
                    <a:pt x="15756" y="11816"/>
                  </a:lnTo>
                  <a:lnTo>
                    <a:pt x="16373" y="11121"/>
                  </a:lnTo>
                  <a:lnTo>
                    <a:pt x="17455" y="9924"/>
                  </a:lnTo>
                  <a:lnTo>
                    <a:pt x="18459" y="8650"/>
                  </a:lnTo>
                  <a:lnTo>
                    <a:pt x="19424" y="7376"/>
                  </a:lnTo>
                  <a:lnTo>
                    <a:pt x="20351" y="6024"/>
                  </a:lnTo>
                  <a:lnTo>
                    <a:pt x="21239" y="4673"/>
                  </a:lnTo>
                  <a:lnTo>
                    <a:pt x="22088" y="3321"/>
                  </a:lnTo>
                  <a:lnTo>
                    <a:pt x="22938" y="1931"/>
                  </a:lnTo>
                  <a:lnTo>
                    <a:pt x="23749" y="502"/>
                  </a:lnTo>
                  <a:lnTo>
                    <a:pt x="23749" y="425"/>
                  </a:lnTo>
                  <a:lnTo>
                    <a:pt x="23749" y="348"/>
                  </a:lnTo>
                  <a:lnTo>
                    <a:pt x="23749" y="270"/>
                  </a:lnTo>
                  <a:lnTo>
                    <a:pt x="23787" y="155"/>
                  </a:lnTo>
                  <a:lnTo>
                    <a:pt x="23787" y="77"/>
                  </a:lnTo>
                  <a:lnTo>
                    <a:pt x="23749" y="39"/>
                  </a:lnTo>
                  <a:lnTo>
                    <a:pt x="23672" y="0"/>
                  </a:lnTo>
                  <a:lnTo>
                    <a:pt x="23633" y="39"/>
                  </a:lnTo>
                  <a:lnTo>
                    <a:pt x="23633" y="77"/>
                  </a:lnTo>
                  <a:lnTo>
                    <a:pt x="235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5"/>
            <p:cNvSpPr/>
            <p:nvPr/>
          </p:nvSpPr>
          <p:spPr>
            <a:xfrm>
              <a:off x="1402350" y="3219000"/>
              <a:ext cx="106225" cy="103325"/>
            </a:xfrm>
            <a:custGeom>
              <a:avLst/>
              <a:gdLst/>
              <a:ahLst/>
              <a:cxnLst/>
              <a:rect l="l" t="t" r="r" b="b"/>
              <a:pathLst>
                <a:path w="4249" h="4133" extrusionOk="0">
                  <a:moveTo>
                    <a:pt x="2317" y="387"/>
                  </a:moveTo>
                  <a:lnTo>
                    <a:pt x="2588" y="425"/>
                  </a:lnTo>
                  <a:lnTo>
                    <a:pt x="2858" y="503"/>
                  </a:lnTo>
                  <a:lnTo>
                    <a:pt x="3128" y="619"/>
                  </a:lnTo>
                  <a:lnTo>
                    <a:pt x="3321" y="812"/>
                  </a:lnTo>
                  <a:lnTo>
                    <a:pt x="3553" y="1043"/>
                  </a:lnTo>
                  <a:lnTo>
                    <a:pt x="3708" y="1352"/>
                  </a:lnTo>
                  <a:lnTo>
                    <a:pt x="3823" y="1700"/>
                  </a:lnTo>
                  <a:lnTo>
                    <a:pt x="3862" y="2047"/>
                  </a:lnTo>
                  <a:lnTo>
                    <a:pt x="3785" y="2395"/>
                  </a:lnTo>
                  <a:lnTo>
                    <a:pt x="3708" y="2742"/>
                  </a:lnTo>
                  <a:lnTo>
                    <a:pt x="3514" y="3051"/>
                  </a:lnTo>
                  <a:lnTo>
                    <a:pt x="3283" y="3322"/>
                  </a:lnTo>
                  <a:lnTo>
                    <a:pt x="3012" y="3515"/>
                  </a:lnTo>
                  <a:lnTo>
                    <a:pt x="2704" y="3669"/>
                  </a:lnTo>
                  <a:lnTo>
                    <a:pt x="2395" y="3746"/>
                  </a:lnTo>
                  <a:lnTo>
                    <a:pt x="2047" y="3785"/>
                  </a:lnTo>
                  <a:lnTo>
                    <a:pt x="1738" y="3746"/>
                  </a:lnTo>
                  <a:lnTo>
                    <a:pt x="1391" y="3631"/>
                  </a:lnTo>
                  <a:lnTo>
                    <a:pt x="1120" y="3476"/>
                  </a:lnTo>
                  <a:lnTo>
                    <a:pt x="850" y="3283"/>
                  </a:lnTo>
                  <a:lnTo>
                    <a:pt x="618" y="3013"/>
                  </a:lnTo>
                  <a:lnTo>
                    <a:pt x="464" y="2665"/>
                  </a:lnTo>
                  <a:lnTo>
                    <a:pt x="348" y="2318"/>
                  </a:lnTo>
                  <a:lnTo>
                    <a:pt x="348" y="1931"/>
                  </a:lnTo>
                  <a:lnTo>
                    <a:pt x="387" y="1545"/>
                  </a:lnTo>
                  <a:lnTo>
                    <a:pt x="541" y="1236"/>
                  </a:lnTo>
                  <a:lnTo>
                    <a:pt x="618" y="1082"/>
                  </a:lnTo>
                  <a:lnTo>
                    <a:pt x="734" y="927"/>
                  </a:lnTo>
                  <a:lnTo>
                    <a:pt x="889" y="812"/>
                  </a:lnTo>
                  <a:lnTo>
                    <a:pt x="1043" y="696"/>
                  </a:lnTo>
                  <a:lnTo>
                    <a:pt x="1236" y="619"/>
                  </a:lnTo>
                  <a:lnTo>
                    <a:pt x="1429" y="541"/>
                  </a:lnTo>
                  <a:lnTo>
                    <a:pt x="1468" y="503"/>
                  </a:lnTo>
                  <a:lnTo>
                    <a:pt x="1777" y="425"/>
                  </a:lnTo>
                  <a:lnTo>
                    <a:pt x="2047" y="387"/>
                  </a:lnTo>
                  <a:close/>
                  <a:moveTo>
                    <a:pt x="1931" y="1"/>
                  </a:moveTo>
                  <a:lnTo>
                    <a:pt x="1738" y="39"/>
                  </a:lnTo>
                  <a:lnTo>
                    <a:pt x="1507" y="117"/>
                  </a:lnTo>
                  <a:lnTo>
                    <a:pt x="1313" y="232"/>
                  </a:lnTo>
                  <a:lnTo>
                    <a:pt x="1159" y="348"/>
                  </a:lnTo>
                  <a:lnTo>
                    <a:pt x="1120" y="387"/>
                  </a:lnTo>
                  <a:lnTo>
                    <a:pt x="966" y="387"/>
                  </a:lnTo>
                  <a:lnTo>
                    <a:pt x="773" y="464"/>
                  </a:lnTo>
                  <a:lnTo>
                    <a:pt x="657" y="541"/>
                  </a:lnTo>
                  <a:lnTo>
                    <a:pt x="503" y="657"/>
                  </a:lnTo>
                  <a:lnTo>
                    <a:pt x="387" y="773"/>
                  </a:lnTo>
                  <a:lnTo>
                    <a:pt x="309" y="927"/>
                  </a:lnTo>
                  <a:lnTo>
                    <a:pt x="155" y="1236"/>
                  </a:lnTo>
                  <a:lnTo>
                    <a:pt x="39" y="1623"/>
                  </a:lnTo>
                  <a:lnTo>
                    <a:pt x="1" y="2009"/>
                  </a:lnTo>
                  <a:lnTo>
                    <a:pt x="39" y="2356"/>
                  </a:lnTo>
                  <a:lnTo>
                    <a:pt x="78" y="2704"/>
                  </a:lnTo>
                  <a:lnTo>
                    <a:pt x="155" y="2897"/>
                  </a:lnTo>
                  <a:lnTo>
                    <a:pt x="271" y="3090"/>
                  </a:lnTo>
                  <a:lnTo>
                    <a:pt x="387" y="3283"/>
                  </a:lnTo>
                  <a:lnTo>
                    <a:pt x="541" y="3437"/>
                  </a:lnTo>
                  <a:lnTo>
                    <a:pt x="850" y="3746"/>
                  </a:lnTo>
                  <a:lnTo>
                    <a:pt x="1236" y="3939"/>
                  </a:lnTo>
                  <a:lnTo>
                    <a:pt x="1661" y="4094"/>
                  </a:lnTo>
                  <a:lnTo>
                    <a:pt x="2086" y="4133"/>
                  </a:lnTo>
                  <a:lnTo>
                    <a:pt x="2510" y="4094"/>
                  </a:lnTo>
                  <a:lnTo>
                    <a:pt x="2742" y="4055"/>
                  </a:lnTo>
                  <a:lnTo>
                    <a:pt x="2974" y="3978"/>
                  </a:lnTo>
                  <a:lnTo>
                    <a:pt x="3321" y="3746"/>
                  </a:lnTo>
                  <a:lnTo>
                    <a:pt x="3630" y="3476"/>
                  </a:lnTo>
                  <a:lnTo>
                    <a:pt x="3862" y="3167"/>
                  </a:lnTo>
                  <a:lnTo>
                    <a:pt x="4055" y="2781"/>
                  </a:lnTo>
                  <a:lnTo>
                    <a:pt x="4171" y="2395"/>
                  </a:lnTo>
                  <a:lnTo>
                    <a:pt x="4248" y="2009"/>
                  </a:lnTo>
                  <a:lnTo>
                    <a:pt x="4210" y="1584"/>
                  </a:lnTo>
                  <a:lnTo>
                    <a:pt x="4094" y="1198"/>
                  </a:lnTo>
                  <a:lnTo>
                    <a:pt x="3978" y="1005"/>
                  </a:lnTo>
                  <a:lnTo>
                    <a:pt x="3862" y="812"/>
                  </a:lnTo>
                  <a:lnTo>
                    <a:pt x="3708" y="657"/>
                  </a:lnTo>
                  <a:lnTo>
                    <a:pt x="3553" y="503"/>
                  </a:lnTo>
                  <a:lnTo>
                    <a:pt x="3206" y="232"/>
                  </a:lnTo>
                  <a:lnTo>
                    <a:pt x="2781" y="78"/>
                  </a:lnTo>
                  <a:lnTo>
                    <a:pt x="23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5"/>
            <p:cNvSpPr/>
            <p:nvPr/>
          </p:nvSpPr>
          <p:spPr>
            <a:xfrm>
              <a:off x="1264300" y="2944850"/>
              <a:ext cx="455675" cy="657425"/>
            </a:xfrm>
            <a:custGeom>
              <a:avLst/>
              <a:gdLst/>
              <a:ahLst/>
              <a:cxnLst/>
              <a:rect l="l" t="t" r="r" b="b"/>
              <a:pathLst>
                <a:path w="18227" h="26297" extrusionOk="0">
                  <a:moveTo>
                    <a:pt x="310" y="348"/>
                  </a:moveTo>
                  <a:lnTo>
                    <a:pt x="425" y="386"/>
                  </a:lnTo>
                  <a:lnTo>
                    <a:pt x="1700" y="1429"/>
                  </a:lnTo>
                  <a:lnTo>
                    <a:pt x="2974" y="2510"/>
                  </a:lnTo>
                  <a:lnTo>
                    <a:pt x="4210" y="3591"/>
                  </a:lnTo>
                  <a:lnTo>
                    <a:pt x="5445" y="4673"/>
                  </a:lnTo>
                  <a:lnTo>
                    <a:pt x="5098" y="5290"/>
                  </a:lnTo>
                  <a:lnTo>
                    <a:pt x="4943" y="5599"/>
                  </a:lnTo>
                  <a:lnTo>
                    <a:pt x="4712" y="5831"/>
                  </a:lnTo>
                  <a:lnTo>
                    <a:pt x="4519" y="6101"/>
                  </a:lnTo>
                  <a:lnTo>
                    <a:pt x="4248" y="6294"/>
                  </a:lnTo>
                  <a:lnTo>
                    <a:pt x="3978" y="6526"/>
                  </a:lnTo>
                  <a:lnTo>
                    <a:pt x="3669" y="6680"/>
                  </a:lnTo>
                  <a:lnTo>
                    <a:pt x="3360" y="6835"/>
                  </a:lnTo>
                  <a:lnTo>
                    <a:pt x="3051" y="6989"/>
                  </a:lnTo>
                  <a:lnTo>
                    <a:pt x="2395" y="7182"/>
                  </a:lnTo>
                  <a:lnTo>
                    <a:pt x="1738" y="7298"/>
                  </a:lnTo>
                  <a:lnTo>
                    <a:pt x="1082" y="7414"/>
                  </a:lnTo>
                  <a:lnTo>
                    <a:pt x="889" y="6526"/>
                  </a:lnTo>
                  <a:lnTo>
                    <a:pt x="734" y="5677"/>
                  </a:lnTo>
                  <a:lnTo>
                    <a:pt x="580" y="4788"/>
                  </a:lnTo>
                  <a:lnTo>
                    <a:pt x="464" y="3900"/>
                  </a:lnTo>
                  <a:lnTo>
                    <a:pt x="387" y="3012"/>
                  </a:lnTo>
                  <a:lnTo>
                    <a:pt x="348" y="2124"/>
                  </a:lnTo>
                  <a:lnTo>
                    <a:pt x="310" y="1236"/>
                  </a:lnTo>
                  <a:lnTo>
                    <a:pt x="310" y="348"/>
                  </a:lnTo>
                  <a:close/>
                  <a:moveTo>
                    <a:pt x="12357" y="12318"/>
                  </a:moveTo>
                  <a:lnTo>
                    <a:pt x="13014" y="12473"/>
                  </a:lnTo>
                  <a:lnTo>
                    <a:pt x="13709" y="12550"/>
                  </a:lnTo>
                  <a:lnTo>
                    <a:pt x="14404" y="12589"/>
                  </a:lnTo>
                  <a:lnTo>
                    <a:pt x="15060" y="12550"/>
                  </a:lnTo>
                  <a:lnTo>
                    <a:pt x="15640" y="13901"/>
                  </a:lnTo>
                  <a:lnTo>
                    <a:pt x="16296" y="15214"/>
                  </a:lnTo>
                  <a:lnTo>
                    <a:pt x="17648" y="17840"/>
                  </a:lnTo>
                  <a:lnTo>
                    <a:pt x="16644" y="17686"/>
                  </a:lnTo>
                  <a:lnTo>
                    <a:pt x="15640" y="17647"/>
                  </a:lnTo>
                  <a:lnTo>
                    <a:pt x="15331" y="17608"/>
                  </a:lnTo>
                  <a:lnTo>
                    <a:pt x="15099" y="17531"/>
                  </a:lnTo>
                  <a:lnTo>
                    <a:pt x="14983" y="17493"/>
                  </a:lnTo>
                  <a:lnTo>
                    <a:pt x="14906" y="17415"/>
                  </a:lnTo>
                  <a:lnTo>
                    <a:pt x="14751" y="17106"/>
                  </a:lnTo>
                  <a:lnTo>
                    <a:pt x="14365" y="16489"/>
                  </a:lnTo>
                  <a:lnTo>
                    <a:pt x="13979" y="15832"/>
                  </a:lnTo>
                  <a:lnTo>
                    <a:pt x="13941" y="15794"/>
                  </a:lnTo>
                  <a:lnTo>
                    <a:pt x="13902" y="15755"/>
                  </a:lnTo>
                  <a:lnTo>
                    <a:pt x="13747" y="15755"/>
                  </a:lnTo>
                  <a:lnTo>
                    <a:pt x="13670" y="15214"/>
                  </a:lnTo>
                  <a:lnTo>
                    <a:pt x="13516" y="14712"/>
                  </a:lnTo>
                  <a:lnTo>
                    <a:pt x="13323" y="14172"/>
                  </a:lnTo>
                  <a:lnTo>
                    <a:pt x="13091" y="13670"/>
                  </a:lnTo>
                  <a:lnTo>
                    <a:pt x="12744" y="13013"/>
                  </a:lnTo>
                  <a:lnTo>
                    <a:pt x="12357" y="12318"/>
                  </a:lnTo>
                  <a:close/>
                  <a:moveTo>
                    <a:pt x="5677" y="4904"/>
                  </a:moveTo>
                  <a:lnTo>
                    <a:pt x="6720" y="5947"/>
                  </a:lnTo>
                  <a:lnTo>
                    <a:pt x="7762" y="6989"/>
                  </a:lnTo>
                  <a:lnTo>
                    <a:pt x="8612" y="7916"/>
                  </a:lnTo>
                  <a:lnTo>
                    <a:pt x="9423" y="8920"/>
                  </a:lnTo>
                  <a:lnTo>
                    <a:pt x="10234" y="9886"/>
                  </a:lnTo>
                  <a:lnTo>
                    <a:pt x="10967" y="10928"/>
                  </a:lnTo>
                  <a:lnTo>
                    <a:pt x="11701" y="12009"/>
                  </a:lnTo>
                  <a:lnTo>
                    <a:pt x="12087" y="12550"/>
                  </a:lnTo>
                  <a:lnTo>
                    <a:pt x="12396" y="13129"/>
                  </a:lnTo>
                  <a:lnTo>
                    <a:pt x="12705" y="13708"/>
                  </a:lnTo>
                  <a:lnTo>
                    <a:pt x="12975" y="14326"/>
                  </a:lnTo>
                  <a:lnTo>
                    <a:pt x="13207" y="14944"/>
                  </a:lnTo>
                  <a:lnTo>
                    <a:pt x="13361" y="15562"/>
                  </a:lnTo>
                  <a:lnTo>
                    <a:pt x="13439" y="16180"/>
                  </a:lnTo>
                  <a:lnTo>
                    <a:pt x="13400" y="16759"/>
                  </a:lnTo>
                  <a:lnTo>
                    <a:pt x="13361" y="17068"/>
                  </a:lnTo>
                  <a:lnTo>
                    <a:pt x="13284" y="17338"/>
                  </a:lnTo>
                  <a:lnTo>
                    <a:pt x="13207" y="17608"/>
                  </a:lnTo>
                  <a:lnTo>
                    <a:pt x="13091" y="17879"/>
                  </a:lnTo>
                  <a:lnTo>
                    <a:pt x="12975" y="18149"/>
                  </a:lnTo>
                  <a:lnTo>
                    <a:pt x="12821" y="18381"/>
                  </a:lnTo>
                  <a:lnTo>
                    <a:pt x="12628" y="18612"/>
                  </a:lnTo>
                  <a:lnTo>
                    <a:pt x="12435" y="18806"/>
                  </a:lnTo>
                  <a:lnTo>
                    <a:pt x="12203" y="18999"/>
                  </a:lnTo>
                  <a:lnTo>
                    <a:pt x="11971" y="19153"/>
                  </a:lnTo>
                  <a:lnTo>
                    <a:pt x="11662" y="19308"/>
                  </a:lnTo>
                  <a:lnTo>
                    <a:pt x="11392" y="19423"/>
                  </a:lnTo>
                  <a:lnTo>
                    <a:pt x="10813" y="19539"/>
                  </a:lnTo>
                  <a:lnTo>
                    <a:pt x="10234" y="19616"/>
                  </a:lnTo>
                  <a:lnTo>
                    <a:pt x="9693" y="19578"/>
                  </a:lnTo>
                  <a:lnTo>
                    <a:pt x="9114" y="19462"/>
                  </a:lnTo>
                  <a:lnTo>
                    <a:pt x="8573" y="19308"/>
                  </a:lnTo>
                  <a:lnTo>
                    <a:pt x="8032" y="19076"/>
                  </a:lnTo>
                  <a:lnTo>
                    <a:pt x="7531" y="18767"/>
                  </a:lnTo>
                  <a:lnTo>
                    <a:pt x="7067" y="18458"/>
                  </a:lnTo>
                  <a:lnTo>
                    <a:pt x="6642" y="18072"/>
                  </a:lnTo>
                  <a:lnTo>
                    <a:pt x="6256" y="17686"/>
                  </a:lnTo>
                  <a:lnTo>
                    <a:pt x="5870" y="17261"/>
                  </a:lnTo>
                  <a:lnTo>
                    <a:pt x="5484" y="16798"/>
                  </a:lnTo>
                  <a:lnTo>
                    <a:pt x="4827" y="15871"/>
                  </a:lnTo>
                  <a:lnTo>
                    <a:pt x="4210" y="14944"/>
                  </a:lnTo>
                  <a:lnTo>
                    <a:pt x="3592" y="13901"/>
                  </a:lnTo>
                  <a:lnTo>
                    <a:pt x="3051" y="12859"/>
                  </a:lnTo>
                  <a:lnTo>
                    <a:pt x="2549" y="11778"/>
                  </a:lnTo>
                  <a:lnTo>
                    <a:pt x="2086" y="10696"/>
                  </a:lnTo>
                  <a:lnTo>
                    <a:pt x="1816" y="9963"/>
                  </a:lnTo>
                  <a:lnTo>
                    <a:pt x="1584" y="9190"/>
                  </a:lnTo>
                  <a:lnTo>
                    <a:pt x="1352" y="8457"/>
                  </a:lnTo>
                  <a:lnTo>
                    <a:pt x="1159" y="7723"/>
                  </a:lnTo>
                  <a:lnTo>
                    <a:pt x="1816" y="7646"/>
                  </a:lnTo>
                  <a:lnTo>
                    <a:pt x="2549" y="7491"/>
                  </a:lnTo>
                  <a:lnTo>
                    <a:pt x="3244" y="7298"/>
                  </a:lnTo>
                  <a:lnTo>
                    <a:pt x="3592" y="7144"/>
                  </a:lnTo>
                  <a:lnTo>
                    <a:pt x="3901" y="6989"/>
                  </a:lnTo>
                  <a:lnTo>
                    <a:pt x="4248" y="6796"/>
                  </a:lnTo>
                  <a:lnTo>
                    <a:pt x="4519" y="6603"/>
                  </a:lnTo>
                  <a:lnTo>
                    <a:pt x="4789" y="6410"/>
                  </a:lnTo>
                  <a:lnTo>
                    <a:pt x="5059" y="6140"/>
                  </a:lnTo>
                  <a:lnTo>
                    <a:pt x="5252" y="5870"/>
                  </a:lnTo>
                  <a:lnTo>
                    <a:pt x="5445" y="5599"/>
                  </a:lnTo>
                  <a:lnTo>
                    <a:pt x="5561" y="5252"/>
                  </a:lnTo>
                  <a:lnTo>
                    <a:pt x="5677" y="4904"/>
                  </a:lnTo>
                  <a:close/>
                  <a:moveTo>
                    <a:pt x="13284" y="18381"/>
                  </a:moveTo>
                  <a:lnTo>
                    <a:pt x="13593" y="18612"/>
                  </a:lnTo>
                  <a:lnTo>
                    <a:pt x="13902" y="18844"/>
                  </a:lnTo>
                  <a:lnTo>
                    <a:pt x="13632" y="19230"/>
                  </a:lnTo>
                  <a:lnTo>
                    <a:pt x="13323" y="19578"/>
                  </a:lnTo>
                  <a:lnTo>
                    <a:pt x="12975" y="19887"/>
                  </a:lnTo>
                  <a:lnTo>
                    <a:pt x="12589" y="20157"/>
                  </a:lnTo>
                  <a:lnTo>
                    <a:pt x="12164" y="20350"/>
                  </a:lnTo>
                  <a:lnTo>
                    <a:pt x="11701" y="20505"/>
                  </a:lnTo>
                  <a:lnTo>
                    <a:pt x="11238" y="20582"/>
                  </a:lnTo>
                  <a:lnTo>
                    <a:pt x="10736" y="20620"/>
                  </a:lnTo>
                  <a:lnTo>
                    <a:pt x="10697" y="20620"/>
                  </a:lnTo>
                  <a:lnTo>
                    <a:pt x="10581" y="19964"/>
                  </a:lnTo>
                  <a:lnTo>
                    <a:pt x="10967" y="19887"/>
                  </a:lnTo>
                  <a:lnTo>
                    <a:pt x="11392" y="19810"/>
                  </a:lnTo>
                  <a:lnTo>
                    <a:pt x="11740" y="19694"/>
                  </a:lnTo>
                  <a:lnTo>
                    <a:pt x="12126" y="19501"/>
                  </a:lnTo>
                  <a:lnTo>
                    <a:pt x="12473" y="19308"/>
                  </a:lnTo>
                  <a:lnTo>
                    <a:pt x="12782" y="19037"/>
                  </a:lnTo>
                  <a:lnTo>
                    <a:pt x="13052" y="18728"/>
                  </a:lnTo>
                  <a:lnTo>
                    <a:pt x="13284" y="18381"/>
                  </a:lnTo>
                  <a:close/>
                  <a:moveTo>
                    <a:pt x="14172" y="18999"/>
                  </a:moveTo>
                  <a:lnTo>
                    <a:pt x="14636" y="19230"/>
                  </a:lnTo>
                  <a:lnTo>
                    <a:pt x="14327" y="19732"/>
                  </a:lnTo>
                  <a:lnTo>
                    <a:pt x="13941" y="20157"/>
                  </a:lnTo>
                  <a:lnTo>
                    <a:pt x="13516" y="20543"/>
                  </a:lnTo>
                  <a:lnTo>
                    <a:pt x="13091" y="20852"/>
                  </a:lnTo>
                  <a:lnTo>
                    <a:pt x="12589" y="21122"/>
                  </a:lnTo>
                  <a:lnTo>
                    <a:pt x="12087" y="21315"/>
                  </a:lnTo>
                  <a:lnTo>
                    <a:pt x="11508" y="21470"/>
                  </a:lnTo>
                  <a:lnTo>
                    <a:pt x="10929" y="21624"/>
                  </a:lnTo>
                  <a:lnTo>
                    <a:pt x="10929" y="21393"/>
                  </a:lnTo>
                  <a:lnTo>
                    <a:pt x="10851" y="21200"/>
                  </a:lnTo>
                  <a:lnTo>
                    <a:pt x="10736" y="20814"/>
                  </a:lnTo>
                  <a:lnTo>
                    <a:pt x="11276" y="20852"/>
                  </a:lnTo>
                  <a:lnTo>
                    <a:pt x="11778" y="20775"/>
                  </a:lnTo>
                  <a:lnTo>
                    <a:pt x="12280" y="20659"/>
                  </a:lnTo>
                  <a:lnTo>
                    <a:pt x="12744" y="20427"/>
                  </a:lnTo>
                  <a:lnTo>
                    <a:pt x="13168" y="20157"/>
                  </a:lnTo>
                  <a:lnTo>
                    <a:pt x="13554" y="19810"/>
                  </a:lnTo>
                  <a:lnTo>
                    <a:pt x="13863" y="19423"/>
                  </a:lnTo>
                  <a:lnTo>
                    <a:pt x="14172" y="18999"/>
                  </a:lnTo>
                  <a:close/>
                  <a:moveTo>
                    <a:pt x="14018" y="20659"/>
                  </a:moveTo>
                  <a:lnTo>
                    <a:pt x="14172" y="20852"/>
                  </a:lnTo>
                  <a:lnTo>
                    <a:pt x="14288" y="20968"/>
                  </a:lnTo>
                  <a:lnTo>
                    <a:pt x="14134" y="21007"/>
                  </a:lnTo>
                  <a:lnTo>
                    <a:pt x="14056" y="21045"/>
                  </a:lnTo>
                  <a:lnTo>
                    <a:pt x="14018" y="21122"/>
                  </a:lnTo>
                  <a:lnTo>
                    <a:pt x="13979" y="21200"/>
                  </a:lnTo>
                  <a:lnTo>
                    <a:pt x="14018" y="21277"/>
                  </a:lnTo>
                  <a:lnTo>
                    <a:pt x="14404" y="21663"/>
                  </a:lnTo>
                  <a:lnTo>
                    <a:pt x="14751" y="22049"/>
                  </a:lnTo>
                  <a:lnTo>
                    <a:pt x="15099" y="22435"/>
                  </a:lnTo>
                  <a:lnTo>
                    <a:pt x="15408" y="22860"/>
                  </a:lnTo>
                  <a:lnTo>
                    <a:pt x="15678" y="23285"/>
                  </a:lnTo>
                  <a:lnTo>
                    <a:pt x="15910" y="23748"/>
                  </a:lnTo>
                  <a:lnTo>
                    <a:pt x="16142" y="24250"/>
                  </a:lnTo>
                  <a:lnTo>
                    <a:pt x="16335" y="24714"/>
                  </a:lnTo>
                  <a:lnTo>
                    <a:pt x="15871" y="24636"/>
                  </a:lnTo>
                  <a:lnTo>
                    <a:pt x="15485" y="24521"/>
                  </a:lnTo>
                  <a:lnTo>
                    <a:pt x="15099" y="24327"/>
                  </a:lnTo>
                  <a:lnTo>
                    <a:pt x="14790" y="24096"/>
                  </a:lnTo>
                  <a:lnTo>
                    <a:pt x="14481" y="23825"/>
                  </a:lnTo>
                  <a:lnTo>
                    <a:pt x="14211" y="23517"/>
                  </a:lnTo>
                  <a:lnTo>
                    <a:pt x="13979" y="23169"/>
                  </a:lnTo>
                  <a:lnTo>
                    <a:pt x="13747" y="22744"/>
                  </a:lnTo>
                  <a:lnTo>
                    <a:pt x="13593" y="22397"/>
                  </a:lnTo>
                  <a:lnTo>
                    <a:pt x="13400" y="22126"/>
                  </a:lnTo>
                  <a:lnTo>
                    <a:pt x="13284" y="22011"/>
                  </a:lnTo>
                  <a:lnTo>
                    <a:pt x="13130" y="21895"/>
                  </a:lnTo>
                  <a:lnTo>
                    <a:pt x="12975" y="21856"/>
                  </a:lnTo>
                  <a:lnTo>
                    <a:pt x="12821" y="21895"/>
                  </a:lnTo>
                  <a:lnTo>
                    <a:pt x="12821" y="21702"/>
                  </a:lnTo>
                  <a:lnTo>
                    <a:pt x="12898" y="21470"/>
                  </a:lnTo>
                  <a:lnTo>
                    <a:pt x="13207" y="21315"/>
                  </a:lnTo>
                  <a:lnTo>
                    <a:pt x="13477" y="21122"/>
                  </a:lnTo>
                  <a:lnTo>
                    <a:pt x="13786" y="20891"/>
                  </a:lnTo>
                  <a:lnTo>
                    <a:pt x="14018" y="20659"/>
                  </a:lnTo>
                  <a:close/>
                  <a:moveTo>
                    <a:pt x="5291" y="17145"/>
                  </a:moveTo>
                  <a:lnTo>
                    <a:pt x="5677" y="17608"/>
                  </a:lnTo>
                  <a:lnTo>
                    <a:pt x="6102" y="18072"/>
                  </a:lnTo>
                  <a:lnTo>
                    <a:pt x="6565" y="18497"/>
                  </a:lnTo>
                  <a:lnTo>
                    <a:pt x="7029" y="18883"/>
                  </a:lnTo>
                  <a:lnTo>
                    <a:pt x="7531" y="19192"/>
                  </a:lnTo>
                  <a:lnTo>
                    <a:pt x="7531" y="19230"/>
                  </a:lnTo>
                  <a:lnTo>
                    <a:pt x="7917" y="19964"/>
                  </a:lnTo>
                  <a:lnTo>
                    <a:pt x="8380" y="20698"/>
                  </a:lnTo>
                  <a:lnTo>
                    <a:pt x="8573" y="20968"/>
                  </a:lnTo>
                  <a:lnTo>
                    <a:pt x="8805" y="21238"/>
                  </a:lnTo>
                  <a:lnTo>
                    <a:pt x="8998" y="21509"/>
                  </a:lnTo>
                  <a:lnTo>
                    <a:pt x="9036" y="21663"/>
                  </a:lnTo>
                  <a:lnTo>
                    <a:pt x="9075" y="21817"/>
                  </a:lnTo>
                  <a:lnTo>
                    <a:pt x="9075" y="22011"/>
                  </a:lnTo>
                  <a:lnTo>
                    <a:pt x="9036" y="22204"/>
                  </a:lnTo>
                  <a:lnTo>
                    <a:pt x="8882" y="22590"/>
                  </a:lnTo>
                  <a:lnTo>
                    <a:pt x="8496" y="23362"/>
                  </a:lnTo>
                  <a:lnTo>
                    <a:pt x="7955" y="24868"/>
                  </a:lnTo>
                  <a:lnTo>
                    <a:pt x="7608" y="24173"/>
                  </a:lnTo>
                  <a:lnTo>
                    <a:pt x="7260" y="23555"/>
                  </a:lnTo>
                  <a:lnTo>
                    <a:pt x="6874" y="22899"/>
                  </a:lnTo>
                  <a:lnTo>
                    <a:pt x="6488" y="22281"/>
                  </a:lnTo>
                  <a:lnTo>
                    <a:pt x="5716" y="21315"/>
                  </a:lnTo>
                  <a:lnTo>
                    <a:pt x="5214" y="20736"/>
                  </a:lnTo>
                  <a:lnTo>
                    <a:pt x="4982" y="20389"/>
                  </a:lnTo>
                  <a:lnTo>
                    <a:pt x="4789" y="20080"/>
                  </a:lnTo>
                  <a:lnTo>
                    <a:pt x="4827" y="20003"/>
                  </a:lnTo>
                  <a:lnTo>
                    <a:pt x="4827" y="19925"/>
                  </a:lnTo>
                  <a:lnTo>
                    <a:pt x="4827" y="19887"/>
                  </a:lnTo>
                  <a:lnTo>
                    <a:pt x="4750" y="19810"/>
                  </a:lnTo>
                  <a:lnTo>
                    <a:pt x="5021" y="18458"/>
                  </a:lnTo>
                  <a:lnTo>
                    <a:pt x="5291" y="17145"/>
                  </a:lnTo>
                  <a:close/>
                  <a:moveTo>
                    <a:pt x="14481" y="20157"/>
                  </a:moveTo>
                  <a:lnTo>
                    <a:pt x="15022" y="20273"/>
                  </a:lnTo>
                  <a:lnTo>
                    <a:pt x="15485" y="20466"/>
                  </a:lnTo>
                  <a:lnTo>
                    <a:pt x="15987" y="20659"/>
                  </a:lnTo>
                  <a:lnTo>
                    <a:pt x="16451" y="20891"/>
                  </a:lnTo>
                  <a:lnTo>
                    <a:pt x="16180" y="21007"/>
                  </a:lnTo>
                  <a:lnTo>
                    <a:pt x="15949" y="21007"/>
                  </a:lnTo>
                  <a:lnTo>
                    <a:pt x="15678" y="20968"/>
                  </a:lnTo>
                  <a:lnTo>
                    <a:pt x="15447" y="20891"/>
                  </a:lnTo>
                  <a:lnTo>
                    <a:pt x="15292" y="20891"/>
                  </a:lnTo>
                  <a:lnTo>
                    <a:pt x="15176" y="20968"/>
                  </a:lnTo>
                  <a:lnTo>
                    <a:pt x="15176" y="21045"/>
                  </a:lnTo>
                  <a:lnTo>
                    <a:pt x="15176" y="21084"/>
                  </a:lnTo>
                  <a:lnTo>
                    <a:pt x="15215" y="21161"/>
                  </a:lnTo>
                  <a:lnTo>
                    <a:pt x="15253" y="21200"/>
                  </a:lnTo>
                  <a:lnTo>
                    <a:pt x="15794" y="21547"/>
                  </a:lnTo>
                  <a:lnTo>
                    <a:pt x="16257" y="21972"/>
                  </a:lnTo>
                  <a:lnTo>
                    <a:pt x="16489" y="22204"/>
                  </a:lnTo>
                  <a:lnTo>
                    <a:pt x="16682" y="22435"/>
                  </a:lnTo>
                  <a:lnTo>
                    <a:pt x="16837" y="22706"/>
                  </a:lnTo>
                  <a:lnTo>
                    <a:pt x="16991" y="22976"/>
                  </a:lnTo>
                  <a:lnTo>
                    <a:pt x="17223" y="23517"/>
                  </a:lnTo>
                  <a:lnTo>
                    <a:pt x="17339" y="23825"/>
                  </a:lnTo>
                  <a:lnTo>
                    <a:pt x="17416" y="24173"/>
                  </a:lnTo>
                  <a:lnTo>
                    <a:pt x="17493" y="24482"/>
                  </a:lnTo>
                  <a:lnTo>
                    <a:pt x="17532" y="24791"/>
                  </a:lnTo>
                  <a:lnTo>
                    <a:pt x="17493" y="25100"/>
                  </a:lnTo>
                  <a:lnTo>
                    <a:pt x="17455" y="25409"/>
                  </a:lnTo>
                  <a:lnTo>
                    <a:pt x="17339" y="25602"/>
                  </a:lnTo>
                  <a:lnTo>
                    <a:pt x="17223" y="25756"/>
                  </a:lnTo>
                  <a:lnTo>
                    <a:pt x="17068" y="25833"/>
                  </a:lnTo>
                  <a:lnTo>
                    <a:pt x="16914" y="25872"/>
                  </a:lnTo>
                  <a:lnTo>
                    <a:pt x="16528" y="25872"/>
                  </a:lnTo>
                  <a:lnTo>
                    <a:pt x="16103" y="25756"/>
                  </a:lnTo>
                  <a:lnTo>
                    <a:pt x="15447" y="25563"/>
                  </a:lnTo>
                  <a:lnTo>
                    <a:pt x="15099" y="25409"/>
                  </a:lnTo>
                  <a:lnTo>
                    <a:pt x="14790" y="25254"/>
                  </a:lnTo>
                  <a:lnTo>
                    <a:pt x="14443" y="25061"/>
                  </a:lnTo>
                  <a:lnTo>
                    <a:pt x="14095" y="24829"/>
                  </a:lnTo>
                  <a:lnTo>
                    <a:pt x="13786" y="24559"/>
                  </a:lnTo>
                  <a:lnTo>
                    <a:pt x="13516" y="24250"/>
                  </a:lnTo>
                  <a:lnTo>
                    <a:pt x="13284" y="23903"/>
                  </a:lnTo>
                  <a:lnTo>
                    <a:pt x="13091" y="23555"/>
                  </a:lnTo>
                  <a:lnTo>
                    <a:pt x="12937" y="23208"/>
                  </a:lnTo>
                  <a:lnTo>
                    <a:pt x="12821" y="22783"/>
                  </a:lnTo>
                  <a:lnTo>
                    <a:pt x="12744" y="22706"/>
                  </a:lnTo>
                  <a:lnTo>
                    <a:pt x="12666" y="22667"/>
                  </a:lnTo>
                  <a:lnTo>
                    <a:pt x="12589" y="22706"/>
                  </a:lnTo>
                  <a:lnTo>
                    <a:pt x="12512" y="22744"/>
                  </a:lnTo>
                  <a:lnTo>
                    <a:pt x="12048" y="23439"/>
                  </a:lnTo>
                  <a:lnTo>
                    <a:pt x="11933" y="23053"/>
                  </a:lnTo>
                  <a:lnTo>
                    <a:pt x="11855" y="22628"/>
                  </a:lnTo>
                  <a:lnTo>
                    <a:pt x="11855" y="22242"/>
                  </a:lnTo>
                  <a:lnTo>
                    <a:pt x="11894" y="21817"/>
                  </a:lnTo>
                  <a:lnTo>
                    <a:pt x="12280" y="21740"/>
                  </a:lnTo>
                  <a:lnTo>
                    <a:pt x="12666" y="21586"/>
                  </a:lnTo>
                  <a:lnTo>
                    <a:pt x="12589" y="21817"/>
                  </a:lnTo>
                  <a:lnTo>
                    <a:pt x="12589" y="22049"/>
                  </a:lnTo>
                  <a:lnTo>
                    <a:pt x="12589" y="22126"/>
                  </a:lnTo>
                  <a:lnTo>
                    <a:pt x="12628" y="22165"/>
                  </a:lnTo>
                  <a:lnTo>
                    <a:pt x="12937" y="22165"/>
                  </a:lnTo>
                  <a:lnTo>
                    <a:pt x="13130" y="22319"/>
                  </a:lnTo>
                  <a:lnTo>
                    <a:pt x="13323" y="22551"/>
                  </a:lnTo>
                  <a:lnTo>
                    <a:pt x="13516" y="22821"/>
                  </a:lnTo>
                  <a:lnTo>
                    <a:pt x="13863" y="23439"/>
                  </a:lnTo>
                  <a:lnTo>
                    <a:pt x="14095" y="23825"/>
                  </a:lnTo>
                  <a:lnTo>
                    <a:pt x="14404" y="24173"/>
                  </a:lnTo>
                  <a:lnTo>
                    <a:pt x="14751" y="24482"/>
                  </a:lnTo>
                  <a:lnTo>
                    <a:pt x="15176" y="24752"/>
                  </a:lnTo>
                  <a:lnTo>
                    <a:pt x="15640" y="24907"/>
                  </a:lnTo>
                  <a:lnTo>
                    <a:pt x="15871" y="24945"/>
                  </a:lnTo>
                  <a:lnTo>
                    <a:pt x="16103" y="24984"/>
                  </a:lnTo>
                  <a:lnTo>
                    <a:pt x="16566" y="24984"/>
                  </a:lnTo>
                  <a:lnTo>
                    <a:pt x="16644" y="24945"/>
                  </a:lnTo>
                  <a:lnTo>
                    <a:pt x="16644" y="24907"/>
                  </a:lnTo>
                  <a:lnTo>
                    <a:pt x="16644" y="24829"/>
                  </a:lnTo>
                  <a:lnTo>
                    <a:pt x="16605" y="24791"/>
                  </a:lnTo>
                  <a:lnTo>
                    <a:pt x="16605" y="24752"/>
                  </a:lnTo>
                  <a:lnTo>
                    <a:pt x="16451" y="24250"/>
                  </a:lnTo>
                  <a:lnTo>
                    <a:pt x="16257" y="23748"/>
                  </a:lnTo>
                  <a:lnTo>
                    <a:pt x="16026" y="23285"/>
                  </a:lnTo>
                  <a:lnTo>
                    <a:pt x="15755" y="22821"/>
                  </a:lnTo>
                  <a:lnTo>
                    <a:pt x="15485" y="22397"/>
                  </a:lnTo>
                  <a:lnTo>
                    <a:pt x="15176" y="22011"/>
                  </a:lnTo>
                  <a:lnTo>
                    <a:pt x="14829" y="21586"/>
                  </a:lnTo>
                  <a:lnTo>
                    <a:pt x="14443" y="21238"/>
                  </a:lnTo>
                  <a:lnTo>
                    <a:pt x="14597" y="21161"/>
                  </a:lnTo>
                  <a:lnTo>
                    <a:pt x="14713" y="21045"/>
                  </a:lnTo>
                  <a:lnTo>
                    <a:pt x="14751" y="20968"/>
                  </a:lnTo>
                  <a:lnTo>
                    <a:pt x="14751" y="20929"/>
                  </a:lnTo>
                  <a:lnTo>
                    <a:pt x="14713" y="20852"/>
                  </a:lnTo>
                  <a:lnTo>
                    <a:pt x="14674" y="20814"/>
                  </a:lnTo>
                  <a:lnTo>
                    <a:pt x="14211" y="20505"/>
                  </a:lnTo>
                  <a:lnTo>
                    <a:pt x="14481" y="20157"/>
                  </a:lnTo>
                  <a:close/>
                  <a:moveTo>
                    <a:pt x="155" y="0"/>
                  </a:moveTo>
                  <a:lnTo>
                    <a:pt x="116" y="39"/>
                  </a:lnTo>
                  <a:lnTo>
                    <a:pt x="78" y="77"/>
                  </a:lnTo>
                  <a:lnTo>
                    <a:pt x="116" y="155"/>
                  </a:lnTo>
                  <a:lnTo>
                    <a:pt x="78" y="193"/>
                  </a:lnTo>
                  <a:lnTo>
                    <a:pt x="39" y="270"/>
                  </a:lnTo>
                  <a:lnTo>
                    <a:pt x="1" y="1583"/>
                  </a:lnTo>
                  <a:lnTo>
                    <a:pt x="39" y="2896"/>
                  </a:lnTo>
                  <a:lnTo>
                    <a:pt x="116" y="4171"/>
                  </a:lnTo>
                  <a:lnTo>
                    <a:pt x="310" y="5483"/>
                  </a:lnTo>
                  <a:lnTo>
                    <a:pt x="541" y="6758"/>
                  </a:lnTo>
                  <a:lnTo>
                    <a:pt x="850" y="8032"/>
                  </a:lnTo>
                  <a:lnTo>
                    <a:pt x="1198" y="9306"/>
                  </a:lnTo>
                  <a:lnTo>
                    <a:pt x="1622" y="10542"/>
                  </a:lnTo>
                  <a:lnTo>
                    <a:pt x="2124" y="11739"/>
                  </a:lnTo>
                  <a:lnTo>
                    <a:pt x="2665" y="12936"/>
                  </a:lnTo>
                  <a:lnTo>
                    <a:pt x="3283" y="14095"/>
                  </a:lnTo>
                  <a:lnTo>
                    <a:pt x="3978" y="15214"/>
                  </a:lnTo>
                  <a:lnTo>
                    <a:pt x="4519" y="16064"/>
                  </a:lnTo>
                  <a:lnTo>
                    <a:pt x="5098" y="16913"/>
                  </a:lnTo>
                  <a:lnTo>
                    <a:pt x="4827" y="17686"/>
                  </a:lnTo>
                  <a:lnTo>
                    <a:pt x="4596" y="18458"/>
                  </a:lnTo>
                  <a:lnTo>
                    <a:pt x="4441" y="19269"/>
                  </a:lnTo>
                  <a:lnTo>
                    <a:pt x="4325" y="20080"/>
                  </a:lnTo>
                  <a:lnTo>
                    <a:pt x="4325" y="20157"/>
                  </a:lnTo>
                  <a:lnTo>
                    <a:pt x="4364" y="20196"/>
                  </a:lnTo>
                  <a:lnTo>
                    <a:pt x="4480" y="20273"/>
                  </a:lnTo>
                  <a:lnTo>
                    <a:pt x="4596" y="20543"/>
                  </a:lnTo>
                  <a:lnTo>
                    <a:pt x="4712" y="20775"/>
                  </a:lnTo>
                  <a:lnTo>
                    <a:pt x="4905" y="21045"/>
                  </a:lnTo>
                  <a:lnTo>
                    <a:pt x="5059" y="21277"/>
                  </a:lnTo>
                  <a:lnTo>
                    <a:pt x="5484" y="21702"/>
                  </a:lnTo>
                  <a:lnTo>
                    <a:pt x="5831" y="22165"/>
                  </a:lnTo>
                  <a:lnTo>
                    <a:pt x="6333" y="22860"/>
                  </a:lnTo>
                  <a:lnTo>
                    <a:pt x="6835" y="23594"/>
                  </a:lnTo>
                  <a:lnTo>
                    <a:pt x="7260" y="24366"/>
                  </a:lnTo>
                  <a:lnTo>
                    <a:pt x="7646" y="25138"/>
                  </a:lnTo>
                  <a:lnTo>
                    <a:pt x="7724" y="25216"/>
                  </a:lnTo>
                  <a:lnTo>
                    <a:pt x="7878" y="25216"/>
                  </a:lnTo>
                  <a:lnTo>
                    <a:pt x="7917" y="25177"/>
                  </a:lnTo>
                  <a:lnTo>
                    <a:pt x="7994" y="25216"/>
                  </a:lnTo>
                  <a:lnTo>
                    <a:pt x="8110" y="25216"/>
                  </a:lnTo>
                  <a:lnTo>
                    <a:pt x="8187" y="25138"/>
                  </a:lnTo>
                  <a:lnTo>
                    <a:pt x="8534" y="24327"/>
                  </a:lnTo>
                  <a:lnTo>
                    <a:pt x="8921" y="23478"/>
                  </a:lnTo>
                  <a:lnTo>
                    <a:pt x="9577" y="21779"/>
                  </a:lnTo>
                  <a:lnTo>
                    <a:pt x="9577" y="21663"/>
                  </a:lnTo>
                  <a:lnTo>
                    <a:pt x="9538" y="21586"/>
                  </a:lnTo>
                  <a:lnTo>
                    <a:pt x="8766" y="20543"/>
                  </a:lnTo>
                  <a:lnTo>
                    <a:pt x="8071" y="19462"/>
                  </a:lnTo>
                  <a:lnTo>
                    <a:pt x="8612" y="19694"/>
                  </a:lnTo>
                  <a:lnTo>
                    <a:pt x="9152" y="19848"/>
                  </a:lnTo>
                  <a:lnTo>
                    <a:pt x="9732" y="19925"/>
                  </a:lnTo>
                  <a:lnTo>
                    <a:pt x="10311" y="19964"/>
                  </a:lnTo>
                  <a:lnTo>
                    <a:pt x="10311" y="20389"/>
                  </a:lnTo>
                  <a:lnTo>
                    <a:pt x="10349" y="20852"/>
                  </a:lnTo>
                  <a:lnTo>
                    <a:pt x="10465" y="21315"/>
                  </a:lnTo>
                  <a:lnTo>
                    <a:pt x="10542" y="21547"/>
                  </a:lnTo>
                  <a:lnTo>
                    <a:pt x="10697" y="21740"/>
                  </a:lnTo>
                  <a:lnTo>
                    <a:pt x="10736" y="21779"/>
                  </a:lnTo>
                  <a:lnTo>
                    <a:pt x="10813" y="21779"/>
                  </a:lnTo>
                  <a:lnTo>
                    <a:pt x="10851" y="21856"/>
                  </a:lnTo>
                  <a:lnTo>
                    <a:pt x="10929" y="21856"/>
                  </a:lnTo>
                  <a:lnTo>
                    <a:pt x="11315" y="21895"/>
                  </a:lnTo>
                  <a:lnTo>
                    <a:pt x="11662" y="21856"/>
                  </a:lnTo>
                  <a:lnTo>
                    <a:pt x="11624" y="22126"/>
                  </a:lnTo>
                  <a:lnTo>
                    <a:pt x="11585" y="22358"/>
                  </a:lnTo>
                  <a:lnTo>
                    <a:pt x="11546" y="22590"/>
                  </a:lnTo>
                  <a:lnTo>
                    <a:pt x="11585" y="22860"/>
                  </a:lnTo>
                  <a:lnTo>
                    <a:pt x="11624" y="23092"/>
                  </a:lnTo>
                  <a:lnTo>
                    <a:pt x="11662" y="23323"/>
                  </a:lnTo>
                  <a:lnTo>
                    <a:pt x="11778" y="23594"/>
                  </a:lnTo>
                  <a:lnTo>
                    <a:pt x="11894" y="23825"/>
                  </a:lnTo>
                  <a:lnTo>
                    <a:pt x="11933" y="23903"/>
                  </a:lnTo>
                  <a:lnTo>
                    <a:pt x="12010" y="23903"/>
                  </a:lnTo>
                  <a:lnTo>
                    <a:pt x="12087" y="23864"/>
                  </a:lnTo>
                  <a:lnTo>
                    <a:pt x="12164" y="23825"/>
                  </a:lnTo>
                  <a:lnTo>
                    <a:pt x="12589" y="23208"/>
                  </a:lnTo>
                  <a:lnTo>
                    <a:pt x="12744" y="23594"/>
                  </a:lnTo>
                  <a:lnTo>
                    <a:pt x="12937" y="23941"/>
                  </a:lnTo>
                  <a:lnTo>
                    <a:pt x="13168" y="24289"/>
                  </a:lnTo>
                  <a:lnTo>
                    <a:pt x="13439" y="24598"/>
                  </a:lnTo>
                  <a:lnTo>
                    <a:pt x="13709" y="24907"/>
                  </a:lnTo>
                  <a:lnTo>
                    <a:pt x="14018" y="25177"/>
                  </a:lnTo>
                  <a:lnTo>
                    <a:pt x="14365" y="25409"/>
                  </a:lnTo>
                  <a:lnTo>
                    <a:pt x="14713" y="25602"/>
                  </a:lnTo>
                  <a:lnTo>
                    <a:pt x="15331" y="25911"/>
                  </a:lnTo>
                  <a:lnTo>
                    <a:pt x="15717" y="26027"/>
                  </a:lnTo>
                  <a:lnTo>
                    <a:pt x="16142" y="26181"/>
                  </a:lnTo>
                  <a:lnTo>
                    <a:pt x="16566" y="26258"/>
                  </a:lnTo>
                  <a:lnTo>
                    <a:pt x="16953" y="26297"/>
                  </a:lnTo>
                  <a:lnTo>
                    <a:pt x="17146" y="26297"/>
                  </a:lnTo>
                  <a:lnTo>
                    <a:pt x="17300" y="26258"/>
                  </a:lnTo>
                  <a:lnTo>
                    <a:pt x="17416" y="26181"/>
                  </a:lnTo>
                  <a:lnTo>
                    <a:pt x="17570" y="26104"/>
                  </a:lnTo>
                  <a:lnTo>
                    <a:pt x="17648" y="25949"/>
                  </a:lnTo>
                  <a:lnTo>
                    <a:pt x="17725" y="25833"/>
                  </a:lnTo>
                  <a:lnTo>
                    <a:pt x="17841" y="25486"/>
                  </a:lnTo>
                  <a:lnTo>
                    <a:pt x="17879" y="25100"/>
                  </a:lnTo>
                  <a:lnTo>
                    <a:pt x="17841" y="24675"/>
                  </a:lnTo>
                  <a:lnTo>
                    <a:pt x="17802" y="24289"/>
                  </a:lnTo>
                  <a:lnTo>
                    <a:pt x="17686" y="23903"/>
                  </a:lnTo>
                  <a:lnTo>
                    <a:pt x="17493" y="23246"/>
                  </a:lnTo>
                  <a:lnTo>
                    <a:pt x="17223" y="22706"/>
                  </a:lnTo>
                  <a:lnTo>
                    <a:pt x="16914" y="22204"/>
                  </a:lnTo>
                  <a:lnTo>
                    <a:pt x="16528" y="21740"/>
                  </a:lnTo>
                  <a:lnTo>
                    <a:pt x="16103" y="21354"/>
                  </a:lnTo>
                  <a:lnTo>
                    <a:pt x="16296" y="21315"/>
                  </a:lnTo>
                  <a:lnTo>
                    <a:pt x="16489" y="21277"/>
                  </a:lnTo>
                  <a:lnTo>
                    <a:pt x="16682" y="21161"/>
                  </a:lnTo>
                  <a:lnTo>
                    <a:pt x="16875" y="21045"/>
                  </a:lnTo>
                  <a:lnTo>
                    <a:pt x="16914" y="21007"/>
                  </a:lnTo>
                  <a:lnTo>
                    <a:pt x="16953" y="20929"/>
                  </a:lnTo>
                  <a:lnTo>
                    <a:pt x="16914" y="20814"/>
                  </a:lnTo>
                  <a:lnTo>
                    <a:pt x="16875" y="20775"/>
                  </a:lnTo>
                  <a:lnTo>
                    <a:pt x="16335" y="20466"/>
                  </a:lnTo>
                  <a:lnTo>
                    <a:pt x="15833" y="20196"/>
                  </a:lnTo>
                  <a:lnTo>
                    <a:pt x="15292" y="20003"/>
                  </a:lnTo>
                  <a:lnTo>
                    <a:pt x="14713" y="19848"/>
                  </a:lnTo>
                  <a:lnTo>
                    <a:pt x="14983" y="19346"/>
                  </a:lnTo>
                  <a:lnTo>
                    <a:pt x="14983" y="19230"/>
                  </a:lnTo>
                  <a:lnTo>
                    <a:pt x="14983" y="19114"/>
                  </a:lnTo>
                  <a:lnTo>
                    <a:pt x="14983" y="19076"/>
                  </a:lnTo>
                  <a:lnTo>
                    <a:pt x="14945" y="19037"/>
                  </a:lnTo>
                  <a:lnTo>
                    <a:pt x="14172" y="18574"/>
                  </a:lnTo>
                  <a:lnTo>
                    <a:pt x="13825" y="18342"/>
                  </a:lnTo>
                  <a:lnTo>
                    <a:pt x="13477" y="18033"/>
                  </a:lnTo>
                  <a:lnTo>
                    <a:pt x="13554" y="17879"/>
                  </a:lnTo>
                  <a:lnTo>
                    <a:pt x="13670" y="17493"/>
                  </a:lnTo>
                  <a:lnTo>
                    <a:pt x="13747" y="17106"/>
                  </a:lnTo>
                  <a:lnTo>
                    <a:pt x="13786" y="16720"/>
                  </a:lnTo>
                  <a:lnTo>
                    <a:pt x="13825" y="16334"/>
                  </a:lnTo>
                  <a:lnTo>
                    <a:pt x="14249" y="17106"/>
                  </a:lnTo>
                  <a:lnTo>
                    <a:pt x="14674" y="17956"/>
                  </a:lnTo>
                  <a:lnTo>
                    <a:pt x="14751" y="18033"/>
                  </a:lnTo>
                  <a:lnTo>
                    <a:pt x="14867" y="18033"/>
                  </a:lnTo>
                  <a:lnTo>
                    <a:pt x="15640" y="18072"/>
                  </a:lnTo>
                  <a:lnTo>
                    <a:pt x="16412" y="18110"/>
                  </a:lnTo>
                  <a:lnTo>
                    <a:pt x="17184" y="18188"/>
                  </a:lnTo>
                  <a:lnTo>
                    <a:pt x="17957" y="18304"/>
                  </a:lnTo>
                  <a:lnTo>
                    <a:pt x="18111" y="18304"/>
                  </a:lnTo>
                  <a:lnTo>
                    <a:pt x="18188" y="18226"/>
                  </a:lnTo>
                  <a:lnTo>
                    <a:pt x="18227" y="18110"/>
                  </a:lnTo>
                  <a:lnTo>
                    <a:pt x="18188" y="17995"/>
                  </a:lnTo>
                  <a:lnTo>
                    <a:pt x="16798" y="15099"/>
                  </a:lnTo>
                  <a:lnTo>
                    <a:pt x="16064" y="13631"/>
                  </a:lnTo>
                  <a:lnTo>
                    <a:pt x="15678" y="12936"/>
                  </a:lnTo>
                  <a:lnTo>
                    <a:pt x="15253" y="12241"/>
                  </a:lnTo>
                  <a:lnTo>
                    <a:pt x="15176" y="12202"/>
                  </a:lnTo>
                  <a:lnTo>
                    <a:pt x="15099" y="12202"/>
                  </a:lnTo>
                  <a:lnTo>
                    <a:pt x="14713" y="12164"/>
                  </a:lnTo>
                  <a:lnTo>
                    <a:pt x="14288" y="12164"/>
                  </a:lnTo>
                  <a:lnTo>
                    <a:pt x="13516" y="12125"/>
                  </a:lnTo>
                  <a:lnTo>
                    <a:pt x="12164" y="12009"/>
                  </a:lnTo>
                  <a:lnTo>
                    <a:pt x="11662" y="11198"/>
                  </a:lnTo>
                  <a:lnTo>
                    <a:pt x="11122" y="10465"/>
                  </a:lnTo>
                  <a:lnTo>
                    <a:pt x="10542" y="9731"/>
                  </a:lnTo>
                  <a:lnTo>
                    <a:pt x="10002" y="8997"/>
                  </a:lnTo>
                  <a:lnTo>
                    <a:pt x="8959" y="7762"/>
                  </a:lnTo>
                  <a:lnTo>
                    <a:pt x="7839" y="6565"/>
                  </a:lnTo>
                  <a:lnTo>
                    <a:pt x="6720" y="5406"/>
                  </a:lnTo>
                  <a:lnTo>
                    <a:pt x="5561" y="4286"/>
                  </a:lnTo>
                  <a:lnTo>
                    <a:pt x="4325" y="3205"/>
                  </a:lnTo>
                  <a:lnTo>
                    <a:pt x="3128" y="2163"/>
                  </a:lnTo>
                  <a:lnTo>
                    <a:pt x="1854" y="1120"/>
                  </a:lnTo>
                  <a:lnTo>
                    <a:pt x="580" y="116"/>
                  </a:lnTo>
                  <a:lnTo>
                    <a:pt x="541" y="77"/>
                  </a:lnTo>
                  <a:lnTo>
                    <a:pt x="464" y="77"/>
                  </a:lnTo>
                  <a:lnTo>
                    <a:pt x="348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5"/>
            <p:cNvSpPr/>
            <p:nvPr/>
          </p:nvSpPr>
          <p:spPr>
            <a:xfrm>
              <a:off x="3031900" y="427125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4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8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1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9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5"/>
                  </a:lnTo>
                  <a:lnTo>
                    <a:pt x="1159" y="541"/>
                  </a:lnTo>
                  <a:lnTo>
                    <a:pt x="1352" y="426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9"/>
                  </a:lnTo>
                  <a:lnTo>
                    <a:pt x="309" y="928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6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3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4"/>
                  </a:lnTo>
                  <a:lnTo>
                    <a:pt x="1468" y="4017"/>
                  </a:lnTo>
                  <a:lnTo>
                    <a:pt x="1661" y="4094"/>
                  </a:lnTo>
                  <a:lnTo>
                    <a:pt x="1893" y="4133"/>
                  </a:lnTo>
                  <a:lnTo>
                    <a:pt x="2317" y="4133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3"/>
                  </a:lnTo>
                  <a:lnTo>
                    <a:pt x="4171" y="1430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7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5"/>
            <p:cNvSpPr/>
            <p:nvPr/>
          </p:nvSpPr>
          <p:spPr>
            <a:xfrm>
              <a:off x="2923775" y="3946900"/>
              <a:ext cx="335975" cy="782925"/>
            </a:xfrm>
            <a:custGeom>
              <a:avLst/>
              <a:gdLst/>
              <a:ahLst/>
              <a:cxnLst/>
              <a:rect l="l" t="t" r="r" b="b"/>
              <a:pathLst>
                <a:path w="13439" h="31317" extrusionOk="0">
                  <a:moveTo>
                    <a:pt x="6488" y="386"/>
                  </a:moveTo>
                  <a:lnTo>
                    <a:pt x="6526" y="464"/>
                  </a:lnTo>
                  <a:lnTo>
                    <a:pt x="7144" y="2008"/>
                  </a:lnTo>
                  <a:lnTo>
                    <a:pt x="7685" y="3553"/>
                  </a:lnTo>
                  <a:lnTo>
                    <a:pt x="8226" y="5136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1"/>
                  </a:lnTo>
                  <a:lnTo>
                    <a:pt x="7530" y="7337"/>
                  </a:lnTo>
                  <a:lnTo>
                    <a:pt x="7222" y="7453"/>
                  </a:lnTo>
                  <a:lnTo>
                    <a:pt x="6913" y="7530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0"/>
                  </a:lnTo>
                  <a:lnTo>
                    <a:pt x="5522" y="7492"/>
                  </a:lnTo>
                  <a:lnTo>
                    <a:pt x="4866" y="7337"/>
                  </a:lnTo>
                  <a:lnTo>
                    <a:pt x="4210" y="7105"/>
                  </a:lnTo>
                  <a:lnTo>
                    <a:pt x="3592" y="6874"/>
                  </a:lnTo>
                  <a:lnTo>
                    <a:pt x="3862" y="6024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3"/>
                  </a:lnTo>
                  <a:lnTo>
                    <a:pt x="5214" y="2742"/>
                  </a:lnTo>
                  <a:lnTo>
                    <a:pt x="5600" y="1931"/>
                  </a:lnTo>
                  <a:lnTo>
                    <a:pt x="6024" y="1159"/>
                  </a:lnTo>
                  <a:lnTo>
                    <a:pt x="6488" y="386"/>
                  </a:lnTo>
                  <a:close/>
                  <a:moveTo>
                    <a:pt x="8805" y="7028"/>
                  </a:moveTo>
                  <a:lnTo>
                    <a:pt x="9230" y="8418"/>
                  </a:lnTo>
                  <a:lnTo>
                    <a:pt x="9577" y="9847"/>
                  </a:lnTo>
                  <a:lnTo>
                    <a:pt x="9847" y="11083"/>
                  </a:lnTo>
                  <a:lnTo>
                    <a:pt x="10079" y="12357"/>
                  </a:lnTo>
                  <a:lnTo>
                    <a:pt x="10233" y="13631"/>
                  </a:lnTo>
                  <a:lnTo>
                    <a:pt x="10388" y="14906"/>
                  </a:lnTo>
                  <a:lnTo>
                    <a:pt x="10465" y="16180"/>
                  </a:lnTo>
                  <a:lnTo>
                    <a:pt x="10504" y="16836"/>
                  </a:lnTo>
                  <a:lnTo>
                    <a:pt x="10504" y="17493"/>
                  </a:lnTo>
                  <a:lnTo>
                    <a:pt x="10504" y="18188"/>
                  </a:lnTo>
                  <a:lnTo>
                    <a:pt x="10427" y="18844"/>
                  </a:lnTo>
                  <a:lnTo>
                    <a:pt x="10311" y="19462"/>
                  </a:lnTo>
                  <a:lnTo>
                    <a:pt x="10118" y="20080"/>
                  </a:lnTo>
                  <a:lnTo>
                    <a:pt x="9886" y="20659"/>
                  </a:lnTo>
                  <a:lnTo>
                    <a:pt x="9538" y="21161"/>
                  </a:lnTo>
                  <a:lnTo>
                    <a:pt x="9384" y="21393"/>
                  </a:lnTo>
                  <a:lnTo>
                    <a:pt x="9152" y="21586"/>
                  </a:lnTo>
                  <a:lnTo>
                    <a:pt x="8959" y="21779"/>
                  </a:lnTo>
                  <a:lnTo>
                    <a:pt x="8728" y="21972"/>
                  </a:lnTo>
                  <a:lnTo>
                    <a:pt x="8496" y="22127"/>
                  </a:lnTo>
                  <a:lnTo>
                    <a:pt x="8226" y="22242"/>
                  </a:lnTo>
                  <a:lnTo>
                    <a:pt x="7955" y="22358"/>
                  </a:lnTo>
                  <a:lnTo>
                    <a:pt x="7685" y="22435"/>
                  </a:lnTo>
                  <a:lnTo>
                    <a:pt x="7415" y="22474"/>
                  </a:lnTo>
                  <a:lnTo>
                    <a:pt x="6797" y="22474"/>
                  </a:lnTo>
                  <a:lnTo>
                    <a:pt x="6488" y="22435"/>
                  </a:lnTo>
                  <a:lnTo>
                    <a:pt x="5909" y="22281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4"/>
                  </a:lnTo>
                  <a:lnTo>
                    <a:pt x="4094" y="20929"/>
                  </a:lnTo>
                  <a:lnTo>
                    <a:pt x="3785" y="20466"/>
                  </a:lnTo>
                  <a:lnTo>
                    <a:pt x="3476" y="19964"/>
                  </a:lnTo>
                  <a:lnTo>
                    <a:pt x="3244" y="19424"/>
                  </a:lnTo>
                  <a:lnTo>
                    <a:pt x="3051" y="18883"/>
                  </a:lnTo>
                  <a:lnTo>
                    <a:pt x="2897" y="18342"/>
                  </a:lnTo>
                  <a:lnTo>
                    <a:pt x="2781" y="17802"/>
                  </a:lnTo>
                  <a:lnTo>
                    <a:pt x="2704" y="17222"/>
                  </a:lnTo>
                  <a:lnTo>
                    <a:pt x="2588" y="16103"/>
                  </a:lnTo>
                  <a:lnTo>
                    <a:pt x="2511" y="14944"/>
                  </a:lnTo>
                  <a:lnTo>
                    <a:pt x="2511" y="13747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2"/>
                  </a:lnTo>
                  <a:lnTo>
                    <a:pt x="3128" y="8689"/>
                  </a:lnTo>
                  <a:lnTo>
                    <a:pt x="3283" y="7916"/>
                  </a:lnTo>
                  <a:lnTo>
                    <a:pt x="3515" y="7183"/>
                  </a:lnTo>
                  <a:lnTo>
                    <a:pt x="4132" y="7453"/>
                  </a:lnTo>
                  <a:lnTo>
                    <a:pt x="4827" y="7685"/>
                  </a:lnTo>
                  <a:lnTo>
                    <a:pt x="5522" y="7839"/>
                  </a:lnTo>
                  <a:lnTo>
                    <a:pt x="5909" y="7916"/>
                  </a:lnTo>
                  <a:lnTo>
                    <a:pt x="6256" y="7916"/>
                  </a:lnTo>
                  <a:lnTo>
                    <a:pt x="6604" y="7955"/>
                  </a:lnTo>
                  <a:lnTo>
                    <a:pt x="6990" y="7916"/>
                  </a:lnTo>
                  <a:lnTo>
                    <a:pt x="7299" y="7878"/>
                  </a:lnTo>
                  <a:lnTo>
                    <a:pt x="7646" y="7762"/>
                  </a:lnTo>
                  <a:lnTo>
                    <a:pt x="7955" y="7646"/>
                  </a:lnTo>
                  <a:lnTo>
                    <a:pt x="8264" y="7492"/>
                  </a:lnTo>
                  <a:lnTo>
                    <a:pt x="8573" y="7260"/>
                  </a:lnTo>
                  <a:lnTo>
                    <a:pt x="8805" y="7028"/>
                  </a:lnTo>
                  <a:close/>
                  <a:moveTo>
                    <a:pt x="8650" y="22474"/>
                  </a:moveTo>
                  <a:lnTo>
                    <a:pt x="8766" y="22822"/>
                  </a:lnTo>
                  <a:lnTo>
                    <a:pt x="8921" y="23169"/>
                  </a:lnTo>
                  <a:lnTo>
                    <a:pt x="8496" y="23401"/>
                  </a:lnTo>
                  <a:lnTo>
                    <a:pt x="8071" y="23555"/>
                  </a:lnTo>
                  <a:lnTo>
                    <a:pt x="7608" y="23633"/>
                  </a:lnTo>
                  <a:lnTo>
                    <a:pt x="7144" y="23671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2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4"/>
                  </a:lnTo>
                  <a:lnTo>
                    <a:pt x="5870" y="22629"/>
                  </a:lnTo>
                  <a:lnTo>
                    <a:pt x="6256" y="22783"/>
                  </a:lnTo>
                  <a:lnTo>
                    <a:pt x="6681" y="22860"/>
                  </a:lnTo>
                  <a:lnTo>
                    <a:pt x="7067" y="22899"/>
                  </a:lnTo>
                  <a:lnTo>
                    <a:pt x="7453" y="22860"/>
                  </a:lnTo>
                  <a:lnTo>
                    <a:pt x="7878" y="22822"/>
                  </a:lnTo>
                  <a:lnTo>
                    <a:pt x="8264" y="22667"/>
                  </a:lnTo>
                  <a:lnTo>
                    <a:pt x="8650" y="22474"/>
                  </a:lnTo>
                  <a:close/>
                  <a:moveTo>
                    <a:pt x="10890" y="16798"/>
                  </a:moveTo>
                  <a:lnTo>
                    <a:pt x="11392" y="17261"/>
                  </a:lnTo>
                  <a:lnTo>
                    <a:pt x="11933" y="17647"/>
                  </a:lnTo>
                  <a:lnTo>
                    <a:pt x="12512" y="18033"/>
                  </a:lnTo>
                  <a:lnTo>
                    <a:pt x="13091" y="18342"/>
                  </a:lnTo>
                  <a:lnTo>
                    <a:pt x="12937" y="19771"/>
                  </a:lnTo>
                  <a:lnTo>
                    <a:pt x="12821" y="21238"/>
                  </a:lnTo>
                  <a:lnTo>
                    <a:pt x="12705" y="24212"/>
                  </a:lnTo>
                  <a:lnTo>
                    <a:pt x="11894" y="23594"/>
                  </a:lnTo>
                  <a:lnTo>
                    <a:pt x="11044" y="23015"/>
                  </a:lnTo>
                  <a:lnTo>
                    <a:pt x="10813" y="22860"/>
                  </a:lnTo>
                  <a:lnTo>
                    <a:pt x="10620" y="22667"/>
                  </a:lnTo>
                  <a:lnTo>
                    <a:pt x="10581" y="22590"/>
                  </a:lnTo>
                  <a:lnTo>
                    <a:pt x="10542" y="22435"/>
                  </a:lnTo>
                  <a:lnTo>
                    <a:pt x="10542" y="22127"/>
                  </a:lnTo>
                  <a:lnTo>
                    <a:pt x="10542" y="21393"/>
                  </a:lnTo>
                  <a:lnTo>
                    <a:pt x="10504" y="20659"/>
                  </a:lnTo>
                  <a:lnTo>
                    <a:pt x="10504" y="20582"/>
                  </a:lnTo>
                  <a:lnTo>
                    <a:pt x="10465" y="20543"/>
                  </a:lnTo>
                  <a:lnTo>
                    <a:pt x="10388" y="20466"/>
                  </a:lnTo>
                  <a:lnTo>
                    <a:pt x="10542" y="19964"/>
                  </a:lnTo>
                  <a:lnTo>
                    <a:pt x="10697" y="19424"/>
                  </a:lnTo>
                  <a:lnTo>
                    <a:pt x="10774" y="18883"/>
                  </a:lnTo>
                  <a:lnTo>
                    <a:pt x="10851" y="18304"/>
                  </a:lnTo>
                  <a:lnTo>
                    <a:pt x="10890" y="17570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4"/>
                  </a:lnTo>
                  <a:lnTo>
                    <a:pt x="6140" y="23826"/>
                  </a:lnTo>
                  <a:lnTo>
                    <a:pt x="6642" y="23941"/>
                  </a:lnTo>
                  <a:lnTo>
                    <a:pt x="7144" y="23980"/>
                  </a:lnTo>
                  <a:lnTo>
                    <a:pt x="7646" y="23980"/>
                  </a:lnTo>
                  <a:lnTo>
                    <a:pt x="8148" y="23864"/>
                  </a:lnTo>
                  <a:lnTo>
                    <a:pt x="8612" y="23710"/>
                  </a:lnTo>
                  <a:lnTo>
                    <a:pt x="9075" y="23439"/>
                  </a:lnTo>
                  <a:lnTo>
                    <a:pt x="9384" y="23903"/>
                  </a:lnTo>
                  <a:lnTo>
                    <a:pt x="8843" y="24173"/>
                  </a:lnTo>
                  <a:lnTo>
                    <a:pt x="8303" y="24366"/>
                  </a:lnTo>
                  <a:lnTo>
                    <a:pt x="7762" y="24482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3"/>
                  </a:lnTo>
                  <a:lnTo>
                    <a:pt x="5561" y="24289"/>
                  </a:lnTo>
                  <a:lnTo>
                    <a:pt x="4982" y="24096"/>
                  </a:lnTo>
                  <a:lnTo>
                    <a:pt x="5059" y="23903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7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2"/>
                  </a:lnTo>
                  <a:lnTo>
                    <a:pt x="2974" y="19771"/>
                  </a:lnTo>
                  <a:lnTo>
                    <a:pt x="3244" y="20312"/>
                  </a:lnTo>
                  <a:lnTo>
                    <a:pt x="3244" y="20350"/>
                  </a:lnTo>
                  <a:lnTo>
                    <a:pt x="3206" y="21200"/>
                  </a:lnTo>
                  <a:lnTo>
                    <a:pt x="3244" y="22049"/>
                  </a:lnTo>
                  <a:lnTo>
                    <a:pt x="3283" y="22358"/>
                  </a:lnTo>
                  <a:lnTo>
                    <a:pt x="3321" y="22706"/>
                  </a:lnTo>
                  <a:lnTo>
                    <a:pt x="3321" y="23053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8"/>
                  </a:lnTo>
                  <a:lnTo>
                    <a:pt x="3051" y="23633"/>
                  </a:lnTo>
                  <a:lnTo>
                    <a:pt x="2704" y="23903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5"/>
                  </a:lnTo>
                  <a:lnTo>
                    <a:pt x="850" y="23941"/>
                  </a:lnTo>
                  <a:lnTo>
                    <a:pt x="811" y="23169"/>
                  </a:lnTo>
                  <a:lnTo>
                    <a:pt x="773" y="22435"/>
                  </a:lnTo>
                  <a:lnTo>
                    <a:pt x="657" y="21238"/>
                  </a:lnTo>
                  <a:lnTo>
                    <a:pt x="503" y="20466"/>
                  </a:lnTo>
                  <a:lnTo>
                    <a:pt x="425" y="20080"/>
                  </a:lnTo>
                  <a:lnTo>
                    <a:pt x="464" y="19694"/>
                  </a:lnTo>
                  <a:lnTo>
                    <a:pt x="503" y="19655"/>
                  </a:lnTo>
                  <a:lnTo>
                    <a:pt x="541" y="19578"/>
                  </a:lnTo>
                  <a:lnTo>
                    <a:pt x="541" y="19539"/>
                  </a:lnTo>
                  <a:lnTo>
                    <a:pt x="541" y="19462"/>
                  </a:lnTo>
                  <a:lnTo>
                    <a:pt x="1429" y="18420"/>
                  </a:lnTo>
                  <a:lnTo>
                    <a:pt x="2356" y="17377"/>
                  </a:lnTo>
                  <a:close/>
                  <a:moveTo>
                    <a:pt x="8148" y="24830"/>
                  </a:moveTo>
                  <a:lnTo>
                    <a:pt x="8148" y="25061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7"/>
                  </a:lnTo>
                  <a:lnTo>
                    <a:pt x="7878" y="25216"/>
                  </a:lnTo>
                  <a:lnTo>
                    <a:pt x="7839" y="25293"/>
                  </a:lnTo>
                  <a:lnTo>
                    <a:pt x="7839" y="25370"/>
                  </a:lnTo>
                  <a:lnTo>
                    <a:pt x="7994" y="25872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59"/>
                  </a:lnTo>
                  <a:lnTo>
                    <a:pt x="8148" y="28961"/>
                  </a:lnTo>
                  <a:lnTo>
                    <a:pt x="8071" y="29502"/>
                  </a:lnTo>
                  <a:lnTo>
                    <a:pt x="7762" y="29193"/>
                  </a:lnTo>
                  <a:lnTo>
                    <a:pt x="7453" y="28884"/>
                  </a:lnTo>
                  <a:lnTo>
                    <a:pt x="7260" y="28537"/>
                  </a:lnTo>
                  <a:lnTo>
                    <a:pt x="7067" y="28189"/>
                  </a:lnTo>
                  <a:lnTo>
                    <a:pt x="6951" y="27803"/>
                  </a:lnTo>
                  <a:lnTo>
                    <a:pt x="6874" y="27417"/>
                  </a:lnTo>
                  <a:lnTo>
                    <a:pt x="6835" y="26953"/>
                  </a:lnTo>
                  <a:lnTo>
                    <a:pt x="6835" y="26490"/>
                  </a:lnTo>
                  <a:lnTo>
                    <a:pt x="6874" y="26104"/>
                  </a:lnTo>
                  <a:lnTo>
                    <a:pt x="6874" y="25756"/>
                  </a:lnTo>
                  <a:lnTo>
                    <a:pt x="6835" y="25602"/>
                  </a:lnTo>
                  <a:lnTo>
                    <a:pt x="6758" y="25486"/>
                  </a:lnTo>
                  <a:lnTo>
                    <a:pt x="6642" y="25370"/>
                  </a:lnTo>
                  <a:lnTo>
                    <a:pt x="6488" y="25293"/>
                  </a:lnTo>
                  <a:lnTo>
                    <a:pt x="6604" y="25100"/>
                  </a:lnTo>
                  <a:lnTo>
                    <a:pt x="6720" y="24984"/>
                  </a:lnTo>
                  <a:lnTo>
                    <a:pt x="7106" y="24984"/>
                  </a:lnTo>
                  <a:lnTo>
                    <a:pt x="7453" y="24945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4"/>
                  </a:lnTo>
                  <a:lnTo>
                    <a:pt x="9500" y="25409"/>
                  </a:lnTo>
                  <a:lnTo>
                    <a:pt x="9809" y="25795"/>
                  </a:lnTo>
                  <a:lnTo>
                    <a:pt x="10118" y="26258"/>
                  </a:lnTo>
                  <a:lnTo>
                    <a:pt x="9847" y="26220"/>
                  </a:lnTo>
                  <a:lnTo>
                    <a:pt x="9616" y="26104"/>
                  </a:lnTo>
                  <a:lnTo>
                    <a:pt x="9423" y="25949"/>
                  </a:lnTo>
                  <a:lnTo>
                    <a:pt x="9230" y="25756"/>
                  </a:lnTo>
                  <a:lnTo>
                    <a:pt x="9191" y="25679"/>
                  </a:lnTo>
                  <a:lnTo>
                    <a:pt x="8998" y="25679"/>
                  </a:lnTo>
                  <a:lnTo>
                    <a:pt x="8959" y="25718"/>
                  </a:lnTo>
                  <a:lnTo>
                    <a:pt x="8921" y="25795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0"/>
                  </a:lnTo>
                  <a:lnTo>
                    <a:pt x="9423" y="27069"/>
                  </a:lnTo>
                  <a:lnTo>
                    <a:pt x="9500" y="27378"/>
                  </a:lnTo>
                  <a:lnTo>
                    <a:pt x="9538" y="27687"/>
                  </a:lnTo>
                  <a:lnTo>
                    <a:pt x="9538" y="27996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79"/>
                  </a:lnTo>
                  <a:lnTo>
                    <a:pt x="9230" y="29888"/>
                  </a:lnTo>
                  <a:lnTo>
                    <a:pt x="9075" y="30158"/>
                  </a:lnTo>
                  <a:lnTo>
                    <a:pt x="8921" y="30429"/>
                  </a:lnTo>
                  <a:lnTo>
                    <a:pt x="8728" y="30660"/>
                  </a:lnTo>
                  <a:lnTo>
                    <a:pt x="8534" y="30776"/>
                  </a:lnTo>
                  <a:lnTo>
                    <a:pt x="8341" y="30853"/>
                  </a:lnTo>
                  <a:lnTo>
                    <a:pt x="8187" y="30853"/>
                  </a:lnTo>
                  <a:lnTo>
                    <a:pt x="7994" y="30776"/>
                  </a:lnTo>
                  <a:lnTo>
                    <a:pt x="7839" y="30699"/>
                  </a:lnTo>
                  <a:lnTo>
                    <a:pt x="7685" y="30583"/>
                  </a:lnTo>
                  <a:lnTo>
                    <a:pt x="7376" y="30274"/>
                  </a:lnTo>
                  <a:lnTo>
                    <a:pt x="6874" y="29772"/>
                  </a:lnTo>
                  <a:lnTo>
                    <a:pt x="6681" y="29502"/>
                  </a:lnTo>
                  <a:lnTo>
                    <a:pt x="6488" y="29193"/>
                  </a:lnTo>
                  <a:lnTo>
                    <a:pt x="6295" y="28846"/>
                  </a:lnTo>
                  <a:lnTo>
                    <a:pt x="6102" y="28459"/>
                  </a:lnTo>
                  <a:lnTo>
                    <a:pt x="5986" y="28073"/>
                  </a:lnTo>
                  <a:lnTo>
                    <a:pt x="5909" y="27687"/>
                  </a:lnTo>
                  <a:lnTo>
                    <a:pt x="5870" y="27262"/>
                  </a:lnTo>
                  <a:lnTo>
                    <a:pt x="5870" y="26876"/>
                  </a:lnTo>
                  <a:lnTo>
                    <a:pt x="5909" y="26490"/>
                  </a:lnTo>
                  <a:lnTo>
                    <a:pt x="6024" y="26065"/>
                  </a:lnTo>
                  <a:lnTo>
                    <a:pt x="6024" y="25949"/>
                  </a:lnTo>
                  <a:lnTo>
                    <a:pt x="5947" y="25911"/>
                  </a:lnTo>
                  <a:lnTo>
                    <a:pt x="5870" y="25872"/>
                  </a:lnTo>
                  <a:lnTo>
                    <a:pt x="5793" y="25872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7"/>
                  </a:lnTo>
                  <a:lnTo>
                    <a:pt x="5445" y="25100"/>
                  </a:lnTo>
                  <a:lnTo>
                    <a:pt x="5716" y="24752"/>
                  </a:lnTo>
                  <a:lnTo>
                    <a:pt x="6102" y="24868"/>
                  </a:lnTo>
                  <a:lnTo>
                    <a:pt x="6488" y="24945"/>
                  </a:lnTo>
                  <a:lnTo>
                    <a:pt x="6333" y="25100"/>
                  </a:lnTo>
                  <a:lnTo>
                    <a:pt x="6179" y="25293"/>
                  </a:lnTo>
                  <a:lnTo>
                    <a:pt x="6179" y="25370"/>
                  </a:lnTo>
                  <a:lnTo>
                    <a:pt x="6179" y="25447"/>
                  </a:lnTo>
                  <a:lnTo>
                    <a:pt x="6256" y="25486"/>
                  </a:lnTo>
                  <a:lnTo>
                    <a:pt x="6295" y="25486"/>
                  </a:lnTo>
                  <a:lnTo>
                    <a:pt x="6372" y="25525"/>
                  </a:lnTo>
                  <a:lnTo>
                    <a:pt x="6449" y="25602"/>
                  </a:lnTo>
                  <a:lnTo>
                    <a:pt x="6526" y="25795"/>
                  </a:lnTo>
                  <a:lnTo>
                    <a:pt x="6565" y="26104"/>
                  </a:lnTo>
                  <a:lnTo>
                    <a:pt x="6604" y="26451"/>
                  </a:lnTo>
                  <a:lnTo>
                    <a:pt x="6604" y="27146"/>
                  </a:lnTo>
                  <a:lnTo>
                    <a:pt x="6604" y="27610"/>
                  </a:lnTo>
                  <a:lnTo>
                    <a:pt x="6681" y="28073"/>
                  </a:lnTo>
                  <a:lnTo>
                    <a:pt x="6835" y="28498"/>
                  </a:lnTo>
                  <a:lnTo>
                    <a:pt x="7067" y="28923"/>
                  </a:lnTo>
                  <a:lnTo>
                    <a:pt x="7376" y="29309"/>
                  </a:lnTo>
                  <a:lnTo>
                    <a:pt x="7569" y="29463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49"/>
                  </a:lnTo>
                  <a:lnTo>
                    <a:pt x="8264" y="29849"/>
                  </a:lnTo>
                  <a:lnTo>
                    <a:pt x="8303" y="29811"/>
                  </a:lnTo>
                  <a:lnTo>
                    <a:pt x="8303" y="29734"/>
                  </a:lnTo>
                  <a:lnTo>
                    <a:pt x="8303" y="29695"/>
                  </a:lnTo>
                  <a:lnTo>
                    <a:pt x="8303" y="29656"/>
                  </a:lnTo>
                  <a:lnTo>
                    <a:pt x="8419" y="29154"/>
                  </a:lnTo>
                  <a:lnTo>
                    <a:pt x="8496" y="28614"/>
                  </a:lnTo>
                  <a:lnTo>
                    <a:pt x="8534" y="28112"/>
                  </a:lnTo>
                  <a:lnTo>
                    <a:pt x="8534" y="27571"/>
                  </a:lnTo>
                  <a:lnTo>
                    <a:pt x="8534" y="27069"/>
                  </a:lnTo>
                  <a:lnTo>
                    <a:pt x="8457" y="26567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6"/>
                  </a:lnTo>
                  <a:lnTo>
                    <a:pt x="8650" y="25409"/>
                  </a:lnTo>
                  <a:lnTo>
                    <a:pt x="8650" y="25370"/>
                  </a:lnTo>
                  <a:lnTo>
                    <a:pt x="8612" y="25293"/>
                  </a:lnTo>
                  <a:lnTo>
                    <a:pt x="8380" y="24791"/>
                  </a:lnTo>
                  <a:lnTo>
                    <a:pt x="8805" y="24637"/>
                  </a:lnTo>
                  <a:close/>
                  <a:moveTo>
                    <a:pt x="6449" y="0"/>
                  </a:moveTo>
                  <a:lnTo>
                    <a:pt x="6411" y="39"/>
                  </a:lnTo>
                  <a:lnTo>
                    <a:pt x="6411" y="116"/>
                  </a:lnTo>
                  <a:lnTo>
                    <a:pt x="6333" y="116"/>
                  </a:lnTo>
                  <a:lnTo>
                    <a:pt x="6295" y="193"/>
                  </a:lnTo>
                  <a:lnTo>
                    <a:pt x="5600" y="1275"/>
                  </a:lnTo>
                  <a:lnTo>
                    <a:pt x="4943" y="2433"/>
                  </a:lnTo>
                  <a:lnTo>
                    <a:pt x="4403" y="3591"/>
                  </a:lnTo>
                  <a:lnTo>
                    <a:pt x="3901" y="4827"/>
                  </a:lnTo>
                  <a:lnTo>
                    <a:pt x="3437" y="6063"/>
                  </a:lnTo>
                  <a:lnTo>
                    <a:pt x="3090" y="7298"/>
                  </a:lnTo>
                  <a:lnTo>
                    <a:pt x="2742" y="8573"/>
                  </a:lnTo>
                  <a:lnTo>
                    <a:pt x="2511" y="9847"/>
                  </a:lnTo>
                  <a:lnTo>
                    <a:pt x="2317" y="11160"/>
                  </a:lnTo>
                  <a:lnTo>
                    <a:pt x="2202" y="12473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8"/>
                  </a:lnTo>
                  <a:lnTo>
                    <a:pt x="541" y="18806"/>
                  </a:lnTo>
                  <a:lnTo>
                    <a:pt x="39" y="19462"/>
                  </a:lnTo>
                  <a:lnTo>
                    <a:pt x="1" y="19501"/>
                  </a:lnTo>
                  <a:lnTo>
                    <a:pt x="1" y="19578"/>
                  </a:lnTo>
                  <a:lnTo>
                    <a:pt x="78" y="19694"/>
                  </a:lnTo>
                  <a:lnTo>
                    <a:pt x="39" y="19964"/>
                  </a:lnTo>
                  <a:lnTo>
                    <a:pt x="39" y="20273"/>
                  </a:lnTo>
                  <a:lnTo>
                    <a:pt x="39" y="20543"/>
                  </a:lnTo>
                  <a:lnTo>
                    <a:pt x="78" y="20852"/>
                  </a:lnTo>
                  <a:lnTo>
                    <a:pt x="194" y="21431"/>
                  </a:lnTo>
                  <a:lnTo>
                    <a:pt x="309" y="22011"/>
                  </a:lnTo>
                  <a:lnTo>
                    <a:pt x="387" y="22899"/>
                  </a:lnTo>
                  <a:lnTo>
                    <a:pt x="425" y="23748"/>
                  </a:lnTo>
                  <a:lnTo>
                    <a:pt x="425" y="24637"/>
                  </a:lnTo>
                  <a:lnTo>
                    <a:pt x="387" y="25486"/>
                  </a:lnTo>
                  <a:lnTo>
                    <a:pt x="387" y="25602"/>
                  </a:lnTo>
                  <a:lnTo>
                    <a:pt x="464" y="25640"/>
                  </a:lnTo>
                  <a:lnTo>
                    <a:pt x="503" y="25679"/>
                  </a:lnTo>
                  <a:lnTo>
                    <a:pt x="580" y="25679"/>
                  </a:lnTo>
                  <a:lnTo>
                    <a:pt x="618" y="25756"/>
                  </a:lnTo>
                  <a:lnTo>
                    <a:pt x="696" y="25795"/>
                  </a:lnTo>
                  <a:lnTo>
                    <a:pt x="811" y="25795"/>
                  </a:lnTo>
                  <a:lnTo>
                    <a:pt x="1584" y="25254"/>
                  </a:lnTo>
                  <a:lnTo>
                    <a:pt x="2279" y="24714"/>
                  </a:lnTo>
                  <a:lnTo>
                    <a:pt x="3746" y="23594"/>
                  </a:lnTo>
                  <a:lnTo>
                    <a:pt x="3785" y="23478"/>
                  </a:lnTo>
                  <a:lnTo>
                    <a:pt x="3785" y="23362"/>
                  </a:lnTo>
                  <a:lnTo>
                    <a:pt x="3630" y="22088"/>
                  </a:lnTo>
                  <a:lnTo>
                    <a:pt x="3592" y="20814"/>
                  </a:lnTo>
                  <a:lnTo>
                    <a:pt x="3939" y="21277"/>
                  </a:lnTo>
                  <a:lnTo>
                    <a:pt x="4364" y="21663"/>
                  </a:lnTo>
                  <a:lnTo>
                    <a:pt x="4789" y="22049"/>
                  </a:lnTo>
                  <a:lnTo>
                    <a:pt x="5252" y="22358"/>
                  </a:lnTo>
                  <a:lnTo>
                    <a:pt x="5059" y="22744"/>
                  </a:lnTo>
                  <a:lnTo>
                    <a:pt x="4866" y="23169"/>
                  </a:lnTo>
                  <a:lnTo>
                    <a:pt x="4712" y="23633"/>
                  </a:lnTo>
                  <a:lnTo>
                    <a:pt x="4673" y="23864"/>
                  </a:lnTo>
                  <a:lnTo>
                    <a:pt x="4712" y="24096"/>
                  </a:lnTo>
                  <a:lnTo>
                    <a:pt x="4750" y="24173"/>
                  </a:lnTo>
                  <a:lnTo>
                    <a:pt x="4789" y="24212"/>
                  </a:lnTo>
                  <a:lnTo>
                    <a:pt x="4827" y="24250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5"/>
                  </a:lnTo>
                  <a:lnTo>
                    <a:pt x="5329" y="24868"/>
                  </a:lnTo>
                  <a:lnTo>
                    <a:pt x="5175" y="25061"/>
                  </a:lnTo>
                  <a:lnTo>
                    <a:pt x="5020" y="25254"/>
                  </a:lnTo>
                  <a:lnTo>
                    <a:pt x="4905" y="25486"/>
                  </a:lnTo>
                  <a:lnTo>
                    <a:pt x="4827" y="25718"/>
                  </a:lnTo>
                  <a:lnTo>
                    <a:pt x="4750" y="25949"/>
                  </a:lnTo>
                  <a:lnTo>
                    <a:pt x="4712" y="26220"/>
                  </a:lnTo>
                  <a:lnTo>
                    <a:pt x="4712" y="26490"/>
                  </a:lnTo>
                  <a:lnTo>
                    <a:pt x="4712" y="26567"/>
                  </a:lnTo>
                  <a:lnTo>
                    <a:pt x="4789" y="26644"/>
                  </a:lnTo>
                  <a:lnTo>
                    <a:pt x="4943" y="26644"/>
                  </a:lnTo>
                  <a:lnTo>
                    <a:pt x="5638" y="26297"/>
                  </a:lnTo>
                  <a:lnTo>
                    <a:pt x="5638" y="26297"/>
                  </a:lnTo>
                  <a:lnTo>
                    <a:pt x="5561" y="26722"/>
                  </a:lnTo>
                  <a:lnTo>
                    <a:pt x="5561" y="27146"/>
                  </a:lnTo>
                  <a:lnTo>
                    <a:pt x="5561" y="27533"/>
                  </a:lnTo>
                  <a:lnTo>
                    <a:pt x="5638" y="27957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3"/>
                  </a:lnTo>
                  <a:lnTo>
                    <a:pt x="6642" y="30004"/>
                  </a:lnTo>
                  <a:lnTo>
                    <a:pt x="6913" y="30351"/>
                  </a:lnTo>
                  <a:lnTo>
                    <a:pt x="7183" y="30660"/>
                  </a:lnTo>
                  <a:lnTo>
                    <a:pt x="7530" y="30969"/>
                  </a:lnTo>
                  <a:lnTo>
                    <a:pt x="7839" y="31162"/>
                  </a:lnTo>
                  <a:lnTo>
                    <a:pt x="7994" y="31240"/>
                  </a:lnTo>
                  <a:lnTo>
                    <a:pt x="8148" y="31317"/>
                  </a:lnTo>
                  <a:lnTo>
                    <a:pt x="8303" y="31317"/>
                  </a:lnTo>
                  <a:lnTo>
                    <a:pt x="8457" y="31278"/>
                  </a:lnTo>
                  <a:lnTo>
                    <a:pt x="8612" y="31240"/>
                  </a:lnTo>
                  <a:lnTo>
                    <a:pt x="8766" y="31162"/>
                  </a:lnTo>
                  <a:lnTo>
                    <a:pt x="8998" y="30892"/>
                  </a:lnTo>
                  <a:lnTo>
                    <a:pt x="9230" y="30583"/>
                  </a:lnTo>
                  <a:lnTo>
                    <a:pt x="9423" y="30236"/>
                  </a:lnTo>
                  <a:lnTo>
                    <a:pt x="9577" y="29849"/>
                  </a:lnTo>
                  <a:lnTo>
                    <a:pt x="9693" y="29463"/>
                  </a:lnTo>
                  <a:lnTo>
                    <a:pt x="9847" y="28807"/>
                  </a:lnTo>
                  <a:lnTo>
                    <a:pt x="9886" y="28228"/>
                  </a:lnTo>
                  <a:lnTo>
                    <a:pt x="9847" y="27610"/>
                  </a:lnTo>
                  <a:lnTo>
                    <a:pt x="9770" y="27031"/>
                  </a:lnTo>
                  <a:lnTo>
                    <a:pt x="9577" y="26490"/>
                  </a:lnTo>
                  <a:lnTo>
                    <a:pt x="9770" y="26529"/>
                  </a:lnTo>
                  <a:lnTo>
                    <a:pt x="9963" y="26567"/>
                  </a:lnTo>
                  <a:lnTo>
                    <a:pt x="10156" y="26606"/>
                  </a:lnTo>
                  <a:lnTo>
                    <a:pt x="10388" y="26606"/>
                  </a:lnTo>
                  <a:lnTo>
                    <a:pt x="10465" y="26567"/>
                  </a:lnTo>
                  <a:lnTo>
                    <a:pt x="10542" y="26529"/>
                  </a:lnTo>
                  <a:lnTo>
                    <a:pt x="10542" y="26451"/>
                  </a:lnTo>
                  <a:lnTo>
                    <a:pt x="10542" y="26336"/>
                  </a:lnTo>
                  <a:lnTo>
                    <a:pt x="10233" y="25834"/>
                  </a:lnTo>
                  <a:lnTo>
                    <a:pt x="9925" y="25332"/>
                  </a:lnTo>
                  <a:lnTo>
                    <a:pt x="9538" y="24868"/>
                  </a:lnTo>
                  <a:lnTo>
                    <a:pt x="9114" y="24482"/>
                  </a:lnTo>
                  <a:lnTo>
                    <a:pt x="9616" y="24135"/>
                  </a:lnTo>
                  <a:lnTo>
                    <a:pt x="9693" y="24057"/>
                  </a:lnTo>
                  <a:lnTo>
                    <a:pt x="9732" y="23980"/>
                  </a:lnTo>
                  <a:lnTo>
                    <a:pt x="9770" y="23941"/>
                  </a:lnTo>
                  <a:lnTo>
                    <a:pt x="9732" y="23864"/>
                  </a:lnTo>
                  <a:lnTo>
                    <a:pt x="9307" y="23092"/>
                  </a:lnTo>
                  <a:lnTo>
                    <a:pt x="9114" y="22706"/>
                  </a:lnTo>
                  <a:lnTo>
                    <a:pt x="8959" y="22281"/>
                  </a:lnTo>
                  <a:lnTo>
                    <a:pt x="9114" y="22204"/>
                  </a:lnTo>
                  <a:lnTo>
                    <a:pt x="9423" y="21933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8"/>
                  </a:lnTo>
                  <a:lnTo>
                    <a:pt x="10118" y="21895"/>
                  </a:lnTo>
                  <a:lnTo>
                    <a:pt x="10040" y="22822"/>
                  </a:lnTo>
                  <a:lnTo>
                    <a:pt x="10079" y="22899"/>
                  </a:lnTo>
                  <a:lnTo>
                    <a:pt x="10156" y="22976"/>
                  </a:lnTo>
                  <a:lnTo>
                    <a:pt x="10813" y="23401"/>
                  </a:lnTo>
                  <a:lnTo>
                    <a:pt x="11469" y="23826"/>
                  </a:lnTo>
                  <a:lnTo>
                    <a:pt x="12126" y="24289"/>
                  </a:lnTo>
                  <a:lnTo>
                    <a:pt x="12743" y="24752"/>
                  </a:lnTo>
                  <a:lnTo>
                    <a:pt x="12859" y="24830"/>
                  </a:lnTo>
                  <a:lnTo>
                    <a:pt x="12975" y="24791"/>
                  </a:lnTo>
                  <a:lnTo>
                    <a:pt x="13052" y="24752"/>
                  </a:lnTo>
                  <a:lnTo>
                    <a:pt x="13091" y="24637"/>
                  </a:lnTo>
                  <a:lnTo>
                    <a:pt x="13323" y="21393"/>
                  </a:lnTo>
                  <a:lnTo>
                    <a:pt x="13400" y="19771"/>
                  </a:lnTo>
                  <a:lnTo>
                    <a:pt x="13439" y="18960"/>
                  </a:lnTo>
                  <a:lnTo>
                    <a:pt x="13400" y="18188"/>
                  </a:lnTo>
                  <a:lnTo>
                    <a:pt x="13361" y="18072"/>
                  </a:lnTo>
                  <a:lnTo>
                    <a:pt x="13323" y="18033"/>
                  </a:lnTo>
                  <a:lnTo>
                    <a:pt x="13284" y="18033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4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8"/>
                  </a:lnTo>
                  <a:lnTo>
                    <a:pt x="10620" y="13631"/>
                  </a:lnTo>
                  <a:lnTo>
                    <a:pt x="10504" y="12705"/>
                  </a:lnTo>
                  <a:lnTo>
                    <a:pt x="10233" y="11121"/>
                  </a:lnTo>
                  <a:lnTo>
                    <a:pt x="9886" y="9538"/>
                  </a:lnTo>
                  <a:lnTo>
                    <a:pt x="9500" y="7955"/>
                  </a:lnTo>
                  <a:lnTo>
                    <a:pt x="9036" y="6410"/>
                  </a:lnTo>
                  <a:lnTo>
                    <a:pt x="8534" y="4866"/>
                  </a:lnTo>
                  <a:lnTo>
                    <a:pt x="7994" y="3321"/>
                  </a:lnTo>
                  <a:lnTo>
                    <a:pt x="7415" y="1815"/>
                  </a:lnTo>
                  <a:lnTo>
                    <a:pt x="6835" y="309"/>
                  </a:lnTo>
                  <a:lnTo>
                    <a:pt x="6797" y="232"/>
                  </a:lnTo>
                  <a:lnTo>
                    <a:pt x="6720" y="193"/>
                  </a:lnTo>
                  <a:lnTo>
                    <a:pt x="6642" y="155"/>
                  </a:lnTo>
                  <a:lnTo>
                    <a:pt x="6604" y="39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5"/>
            <p:cNvSpPr/>
            <p:nvPr/>
          </p:nvSpPr>
          <p:spPr>
            <a:xfrm>
              <a:off x="5032150" y="354530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5"/>
            <p:cNvSpPr/>
            <p:nvPr/>
          </p:nvSpPr>
          <p:spPr>
            <a:xfrm>
              <a:off x="4924025" y="3220925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6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5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5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0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7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5"/>
            <p:cNvSpPr/>
            <p:nvPr/>
          </p:nvSpPr>
          <p:spPr>
            <a:xfrm>
              <a:off x="7032400" y="3923725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6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8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6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5"/>
            <p:cNvSpPr/>
            <p:nvPr/>
          </p:nvSpPr>
          <p:spPr>
            <a:xfrm>
              <a:off x="6924275" y="3599350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4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4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1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6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5"/>
            <p:cNvSpPr/>
            <p:nvPr/>
          </p:nvSpPr>
          <p:spPr>
            <a:xfrm>
              <a:off x="3067625" y="1293100"/>
              <a:ext cx="105250" cy="105250"/>
            </a:xfrm>
            <a:custGeom>
              <a:avLst/>
              <a:gdLst/>
              <a:ahLst/>
              <a:cxnLst/>
              <a:rect l="l" t="t" r="r" b="b"/>
              <a:pathLst>
                <a:path w="4210" h="4210" extrusionOk="0">
                  <a:moveTo>
                    <a:pt x="2317" y="348"/>
                  </a:moveTo>
                  <a:lnTo>
                    <a:pt x="2472" y="425"/>
                  </a:lnTo>
                  <a:lnTo>
                    <a:pt x="2665" y="464"/>
                  </a:lnTo>
                  <a:lnTo>
                    <a:pt x="2819" y="579"/>
                  </a:lnTo>
                  <a:lnTo>
                    <a:pt x="2974" y="695"/>
                  </a:lnTo>
                  <a:lnTo>
                    <a:pt x="3128" y="811"/>
                  </a:lnTo>
                  <a:lnTo>
                    <a:pt x="3205" y="850"/>
                  </a:lnTo>
                  <a:lnTo>
                    <a:pt x="3360" y="1081"/>
                  </a:lnTo>
                  <a:lnTo>
                    <a:pt x="3553" y="1313"/>
                  </a:lnTo>
                  <a:lnTo>
                    <a:pt x="3669" y="1545"/>
                  </a:lnTo>
                  <a:lnTo>
                    <a:pt x="3784" y="1815"/>
                  </a:lnTo>
                  <a:lnTo>
                    <a:pt x="3823" y="2085"/>
                  </a:lnTo>
                  <a:lnTo>
                    <a:pt x="3823" y="2356"/>
                  </a:lnTo>
                  <a:lnTo>
                    <a:pt x="3784" y="2665"/>
                  </a:lnTo>
                  <a:lnTo>
                    <a:pt x="3669" y="2935"/>
                  </a:lnTo>
                  <a:lnTo>
                    <a:pt x="3476" y="3244"/>
                  </a:lnTo>
                  <a:lnTo>
                    <a:pt x="3205" y="3476"/>
                  </a:lnTo>
                  <a:lnTo>
                    <a:pt x="2896" y="3669"/>
                  </a:lnTo>
                  <a:lnTo>
                    <a:pt x="2587" y="3785"/>
                  </a:lnTo>
                  <a:lnTo>
                    <a:pt x="2201" y="3862"/>
                  </a:lnTo>
                  <a:lnTo>
                    <a:pt x="1854" y="3823"/>
                  </a:lnTo>
                  <a:lnTo>
                    <a:pt x="1506" y="3746"/>
                  </a:lnTo>
                  <a:lnTo>
                    <a:pt x="1197" y="3591"/>
                  </a:lnTo>
                  <a:lnTo>
                    <a:pt x="927" y="3398"/>
                  </a:lnTo>
                  <a:lnTo>
                    <a:pt x="695" y="3167"/>
                  </a:lnTo>
                  <a:lnTo>
                    <a:pt x="541" y="2858"/>
                  </a:lnTo>
                  <a:lnTo>
                    <a:pt x="425" y="2549"/>
                  </a:lnTo>
                  <a:lnTo>
                    <a:pt x="348" y="2240"/>
                  </a:lnTo>
                  <a:lnTo>
                    <a:pt x="348" y="1892"/>
                  </a:lnTo>
                  <a:lnTo>
                    <a:pt x="425" y="1583"/>
                  </a:lnTo>
                  <a:lnTo>
                    <a:pt x="541" y="1275"/>
                  </a:lnTo>
                  <a:lnTo>
                    <a:pt x="772" y="966"/>
                  </a:lnTo>
                  <a:lnTo>
                    <a:pt x="1081" y="695"/>
                  </a:lnTo>
                  <a:lnTo>
                    <a:pt x="1390" y="502"/>
                  </a:lnTo>
                  <a:lnTo>
                    <a:pt x="1738" y="386"/>
                  </a:lnTo>
                  <a:lnTo>
                    <a:pt x="2124" y="348"/>
                  </a:lnTo>
                  <a:close/>
                  <a:moveTo>
                    <a:pt x="1892" y="0"/>
                  </a:moveTo>
                  <a:lnTo>
                    <a:pt x="1545" y="77"/>
                  </a:lnTo>
                  <a:lnTo>
                    <a:pt x="1197" y="232"/>
                  </a:lnTo>
                  <a:lnTo>
                    <a:pt x="850" y="425"/>
                  </a:lnTo>
                  <a:lnTo>
                    <a:pt x="618" y="618"/>
                  </a:lnTo>
                  <a:lnTo>
                    <a:pt x="464" y="811"/>
                  </a:lnTo>
                  <a:lnTo>
                    <a:pt x="309" y="966"/>
                  </a:lnTo>
                  <a:lnTo>
                    <a:pt x="232" y="1159"/>
                  </a:lnTo>
                  <a:lnTo>
                    <a:pt x="116" y="1390"/>
                  </a:lnTo>
                  <a:lnTo>
                    <a:pt x="39" y="1815"/>
                  </a:lnTo>
                  <a:lnTo>
                    <a:pt x="0" y="2240"/>
                  </a:lnTo>
                  <a:lnTo>
                    <a:pt x="77" y="2665"/>
                  </a:lnTo>
                  <a:lnTo>
                    <a:pt x="232" y="3051"/>
                  </a:lnTo>
                  <a:lnTo>
                    <a:pt x="464" y="3437"/>
                  </a:lnTo>
                  <a:lnTo>
                    <a:pt x="618" y="3591"/>
                  </a:lnTo>
                  <a:lnTo>
                    <a:pt x="772" y="3746"/>
                  </a:lnTo>
                  <a:lnTo>
                    <a:pt x="1120" y="3978"/>
                  </a:lnTo>
                  <a:lnTo>
                    <a:pt x="1506" y="4132"/>
                  </a:lnTo>
                  <a:lnTo>
                    <a:pt x="1931" y="4209"/>
                  </a:lnTo>
                  <a:lnTo>
                    <a:pt x="2317" y="4209"/>
                  </a:lnTo>
                  <a:lnTo>
                    <a:pt x="2742" y="4132"/>
                  </a:lnTo>
                  <a:lnTo>
                    <a:pt x="3128" y="3978"/>
                  </a:lnTo>
                  <a:lnTo>
                    <a:pt x="3476" y="3785"/>
                  </a:lnTo>
                  <a:lnTo>
                    <a:pt x="3784" y="3476"/>
                  </a:lnTo>
                  <a:lnTo>
                    <a:pt x="3900" y="3321"/>
                  </a:lnTo>
                  <a:lnTo>
                    <a:pt x="4016" y="3128"/>
                  </a:lnTo>
                  <a:lnTo>
                    <a:pt x="4093" y="2935"/>
                  </a:lnTo>
                  <a:lnTo>
                    <a:pt x="4132" y="2703"/>
                  </a:lnTo>
                  <a:lnTo>
                    <a:pt x="4209" y="2279"/>
                  </a:lnTo>
                  <a:lnTo>
                    <a:pt x="4171" y="1854"/>
                  </a:lnTo>
                  <a:lnTo>
                    <a:pt x="4055" y="1429"/>
                  </a:lnTo>
                  <a:lnTo>
                    <a:pt x="3939" y="1236"/>
                  </a:lnTo>
                  <a:lnTo>
                    <a:pt x="3823" y="1043"/>
                  </a:lnTo>
                  <a:lnTo>
                    <a:pt x="3707" y="888"/>
                  </a:lnTo>
                  <a:lnTo>
                    <a:pt x="3553" y="734"/>
                  </a:lnTo>
                  <a:lnTo>
                    <a:pt x="3360" y="579"/>
                  </a:lnTo>
                  <a:lnTo>
                    <a:pt x="3167" y="502"/>
                  </a:lnTo>
                  <a:lnTo>
                    <a:pt x="3128" y="502"/>
                  </a:lnTo>
                  <a:lnTo>
                    <a:pt x="3051" y="348"/>
                  </a:lnTo>
                  <a:lnTo>
                    <a:pt x="2896" y="232"/>
                  </a:lnTo>
                  <a:lnTo>
                    <a:pt x="2780" y="116"/>
                  </a:lnTo>
                  <a:lnTo>
                    <a:pt x="2626" y="77"/>
                  </a:lnTo>
                  <a:lnTo>
                    <a:pt x="2433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5"/>
            <p:cNvSpPr/>
            <p:nvPr/>
          </p:nvSpPr>
          <p:spPr>
            <a:xfrm>
              <a:off x="2850400" y="1030525"/>
              <a:ext cx="475950" cy="686400"/>
            </a:xfrm>
            <a:custGeom>
              <a:avLst/>
              <a:gdLst/>
              <a:ahLst/>
              <a:cxnLst/>
              <a:rect l="l" t="t" r="r" b="b"/>
              <a:pathLst>
                <a:path w="19038" h="27456" extrusionOk="0">
                  <a:moveTo>
                    <a:pt x="18690" y="309"/>
                  </a:moveTo>
                  <a:lnTo>
                    <a:pt x="18690" y="463"/>
                  </a:lnTo>
                  <a:lnTo>
                    <a:pt x="18382" y="2047"/>
                  </a:lnTo>
                  <a:lnTo>
                    <a:pt x="17995" y="3668"/>
                  </a:lnTo>
                  <a:lnTo>
                    <a:pt x="17609" y="5252"/>
                  </a:lnTo>
                  <a:lnTo>
                    <a:pt x="17184" y="6873"/>
                  </a:lnTo>
                  <a:lnTo>
                    <a:pt x="16489" y="6873"/>
                  </a:lnTo>
                  <a:lnTo>
                    <a:pt x="16180" y="6835"/>
                  </a:lnTo>
                  <a:lnTo>
                    <a:pt x="15833" y="6758"/>
                  </a:lnTo>
                  <a:lnTo>
                    <a:pt x="15524" y="6680"/>
                  </a:lnTo>
                  <a:lnTo>
                    <a:pt x="15215" y="6565"/>
                  </a:lnTo>
                  <a:lnTo>
                    <a:pt x="14906" y="6410"/>
                  </a:lnTo>
                  <a:lnTo>
                    <a:pt x="14597" y="6217"/>
                  </a:lnTo>
                  <a:lnTo>
                    <a:pt x="14327" y="6024"/>
                  </a:lnTo>
                  <a:lnTo>
                    <a:pt x="14057" y="5792"/>
                  </a:lnTo>
                  <a:lnTo>
                    <a:pt x="13593" y="5329"/>
                  </a:lnTo>
                  <a:lnTo>
                    <a:pt x="13168" y="4788"/>
                  </a:lnTo>
                  <a:lnTo>
                    <a:pt x="12782" y="4248"/>
                  </a:lnTo>
                  <a:lnTo>
                    <a:pt x="13477" y="3668"/>
                  </a:lnTo>
                  <a:lnTo>
                    <a:pt x="14172" y="3128"/>
                  </a:lnTo>
                  <a:lnTo>
                    <a:pt x="14868" y="2587"/>
                  </a:lnTo>
                  <a:lnTo>
                    <a:pt x="15601" y="2085"/>
                  </a:lnTo>
                  <a:lnTo>
                    <a:pt x="16374" y="1622"/>
                  </a:lnTo>
                  <a:lnTo>
                    <a:pt x="17146" y="1158"/>
                  </a:lnTo>
                  <a:lnTo>
                    <a:pt x="17918" y="734"/>
                  </a:lnTo>
                  <a:lnTo>
                    <a:pt x="18690" y="309"/>
                  </a:lnTo>
                  <a:close/>
                  <a:moveTo>
                    <a:pt x="6063" y="12434"/>
                  </a:moveTo>
                  <a:lnTo>
                    <a:pt x="5793" y="13013"/>
                  </a:lnTo>
                  <a:lnTo>
                    <a:pt x="5600" y="13592"/>
                  </a:lnTo>
                  <a:lnTo>
                    <a:pt x="5446" y="14172"/>
                  </a:lnTo>
                  <a:lnTo>
                    <a:pt x="5291" y="14790"/>
                  </a:lnTo>
                  <a:lnTo>
                    <a:pt x="5252" y="15369"/>
                  </a:lnTo>
                  <a:lnTo>
                    <a:pt x="5214" y="15407"/>
                  </a:lnTo>
                  <a:lnTo>
                    <a:pt x="4750" y="16102"/>
                  </a:lnTo>
                  <a:lnTo>
                    <a:pt x="4287" y="16797"/>
                  </a:lnTo>
                  <a:lnTo>
                    <a:pt x="4171" y="17106"/>
                  </a:lnTo>
                  <a:lnTo>
                    <a:pt x="4017" y="17415"/>
                  </a:lnTo>
                  <a:lnTo>
                    <a:pt x="3824" y="17724"/>
                  </a:lnTo>
                  <a:lnTo>
                    <a:pt x="3746" y="17840"/>
                  </a:lnTo>
                  <a:lnTo>
                    <a:pt x="3631" y="17956"/>
                  </a:lnTo>
                  <a:lnTo>
                    <a:pt x="3476" y="18033"/>
                  </a:lnTo>
                  <a:lnTo>
                    <a:pt x="3283" y="18072"/>
                  </a:lnTo>
                  <a:lnTo>
                    <a:pt x="2858" y="18110"/>
                  </a:lnTo>
                  <a:lnTo>
                    <a:pt x="2009" y="18149"/>
                  </a:lnTo>
                  <a:lnTo>
                    <a:pt x="426" y="18342"/>
                  </a:lnTo>
                  <a:lnTo>
                    <a:pt x="426" y="18342"/>
                  </a:lnTo>
                  <a:lnTo>
                    <a:pt x="850" y="17724"/>
                  </a:lnTo>
                  <a:lnTo>
                    <a:pt x="1275" y="17106"/>
                  </a:lnTo>
                  <a:lnTo>
                    <a:pt x="1661" y="16489"/>
                  </a:lnTo>
                  <a:lnTo>
                    <a:pt x="2009" y="15832"/>
                  </a:lnTo>
                  <a:lnTo>
                    <a:pt x="2549" y="14751"/>
                  </a:lnTo>
                  <a:lnTo>
                    <a:pt x="2820" y="14017"/>
                  </a:lnTo>
                  <a:lnTo>
                    <a:pt x="3013" y="13670"/>
                  </a:lnTo>
                  <a:lnTo>
                    <a:pt x="3206" y="13322"/>
                  </a:lnTo>
                  <a:lnTo>
                    <a:pt x="3360" y="13322"/>
                  </a:lnTo>
                  <a:lnTo>
                    <a:pt x="3399" y="13245"/>
                  </a:lnTo>
                  <a:lnTo>
                    <a:pt x="3438" y="13206"/>
                  </a:lnTo>
                  <a:lnTo>
                    <a:pt x="4750" y="12782"/>
                  </a:lnTo>
                  <a:lnTo>
                    <a:pt x="6063" y="12434"/>
                  </a:lnTo>
                  <a:close/>
                  <a:moveTo>
                    <a:pt x="12551" y="4441"/>
                  </a:moveTo>
                  <a:lnTo>
                    <a:pt x="12898" y="5020"/>
                  </a:lnTo>
                  <a:lnTo>
                    <a:pt x="13362" y="5561"/>
                  </a:lnTo>
                  <a:lnTo>
                    <a:pt x="13864" y="6101"/>
                  </a:lnTo>
                  <a:lnTo>
                    <a:pt x="14172" y="6333"/>
                  </a:lnTo>
                  <a:lnTo>
                    <a:pt x="14443" y="6565"/>
                  </a:lnTo>
                  <a:lnTo>
                    <a:pt x="14752" y="6758"/>
                  </a:lnTo>
                  <a:lnTo>
                    <a:pt x="15061" y="6951"/>
                  </a:lnTo>
                  <a:lnTo>
                    <a:pt x="15370" y="7067"/>
                  </a:lnTo>
                  <a:lnTo>
                    <a:pt x="15717" y="7182"/>
                  </a:lnTo>
                  <a:lnTo>
                    <a:pt x="16026" y="7260"/>
                  </a:lnTo>
                  <a:lnTo>
                    <a:pt x="16721" y="7260"/>
                  </a:lnTo>
                  <a:lnTo>
                    <a:pt x="17107" y="7182"/>
                  </a:lnTo>
                  <a:lnTo>
                    <a:pt x="16682" y="8573"/>
                  </a:lnTo>
                  <a:lnTo>
                    <a:pt x="16180" y="9963"/>
                  </a:lnTo>
                  <a:lnTo>
                    <a:pt x="15756" y="11160"/>
                  </a:lnTo>
                  <a:lnTo>
                    <a:pt x="15254" y="12357"/>
                  </a:lnTo>
                  <a:lnTo>
                    <a:pt x="14752" y="13515"/>
                  </a:lnTo>
                  <a:lnTo>
                    <a:pt x="14172" y="14635"/>
                  </a:lnTo>
                  <a:lnTo>
                    <a:pt x="13555" y="15793"/>
                  </a:lnTo>
                  <a:lnTo>
                    <a:pt x="13207" y="16373"/>
                  </a:lnTo>
                  <a:lnTo>
                    <a:pt x="12860" y="16952"/>
                  </a:lnTo>
                  <a:lnTo>
                    <a:pt x="12473" y="17493"/>
                  </a:lnTo>
                  <a:lnTo>
                    <a:pt x="12087" y="17995"/>
                  </a:lnTo>
                  <a:lnTo>
                    <a:pt x="11624" y="18458"/>
                  </a:lnTo>
                  <a:lnTo>
                    <a:pt x="11161" y="18883"/>
                  </a:lnTo>
                  <a:lnTo>
                    <a:pt x="10620" y="19230"/>
                  </a:lnTo>
                  <a:lnTo>
                    <a:pt x="10079" y="19462"/>
                  </a:lnTo>
                  <a:lnTo>
                    <a:pt x="9809" y="19578"/>
                  </a:lnTo>
                  <a:lnTo>
                    <a:pt x="9539" y="19655"/>
                  </a:lnTo>
                  <a:lnTo>
                    <a:pt x="9230" y="19694"/>
                  </a:lnTo>
                  <a:lnTo>
                    <a:pt x="8959" y="19732"/>
                  </a:lnTo>
                  <a:lnTo>
                    <a:pt x="8689" y="19732"/>
                  </a:lnTo>
                  <a:lnTo>
                    <a:pt x="8380" y="19694"/>
                  </a:lnTo>
                  <a:lnTo>
                    <a:pt x="8110" y="19616"/>
                  </a:lnTo>
                  <a:lnTo>
                    <a:pt x="7840" y="19539"/>
                  </a:lnTo>
                  <a:lnTo>
                    <a:pt x="7569" y="19423"/>
                  </a:lnTo>
                  <a:lnTo>
                    <a:pt x="7299" y="19269"/>
                  </a:lnTo>
                  <a:lnTo>
                    <a:pt x="7067" y="19114"/>
                  </a:lnTo>
                  <a:lnTo>
                    <a:pt x="6836" y="18883"/>
                  </a:lnTo>
                  <a:lnTo>
                    <a:pt x="6450" y="18458"/>
                  </a:lnTo>
                  <a:lnTo>
                    <a:pt x="6141" y="17956"/>
                  </a:lnTo>
                  <a:lnTo>
                    <a:pt x="5870" y="17454"/>
                  </a:lnTo>
                  <a:lnTo>
                    <a:pt x="5716" y="16913"/>
                  </a:lnTo>
                  <a:lnTo>
                    <a:pt x="5639" y="16334"/>
                  </a:lnTo>
                  <a:lnTo>
                    <a:pt x="5600" y="15755"/>
                  </a:lnTo>
                  <a:lnTo>
                    <a:pt x="5639" y="15214"/>
                  </a:lnTo>
                  <a:lnTo>
                    <a:pt x="5716" y="14635"/>
                  </a:lnTo>
                  <a:lnTo>
                    <a:pt x="5832" y="14056"/>
                  </a:lnTo>
                  <a:lnTo>
                    <a:pt x="6025" y="13515"/>
                  </a:lnTo>
                  <a:lnTo>
                    <a:pt x="6218" y="13013"/>
                  </a:lnTo>
                  <a:lnTo>
                    <a:pt x="6450" y="12473"/>
                  </a:lnTo>
                  <a:lnTo>
                    <a:pt x="6952" y="11469"/>
                  </a:lnTo>
                  <a:lnTo>
                    <a:pt x="7531" y="10465"/>
                  </a:lnTo>
                  <a:lnTo>
                    <a:pt x="8149" y="9461"/>
                  </a:lnTo>
                  <a:lnTo>
                    <a:pt x="8844" y="8495"/>
                  </a:lnTo>
                  <a:lnTo>
                    <a:pt x="9539" y="7530"/>
                  </a:lnTo>
                  <a:lnTo>
                    <a:pt x="10311" y="6642"/>
                  </a:lnTo>
                  <a:lnTo>
                    <a:pt x="10852" y="6063"/>
                  </a:lnTo>
                  <a:lnTo>
                    <a:pt x="11392" y="5522"/>
                  </a:lnTo>
                  <a:lnTo>
                    <a:pt x="11971" y="4981"/>
                  </a:lnTo>
                  <a:lnTo>
                    <a:pt x="12551" y="4441"/>
                  </a:lnTo>
                  <a:close/>
                  <a:moveTo>
                    <a:pt x="5986" y="18419"/>
                  </a:moveTo>
                  <a:lnTo>
                    <a:pt x="6218" y="18767"/>
                  </a:lnTo>
                  <a:lnTo>
                    <a:pt x="6450" y="19076"/>
                  </a:lnTo>
                  <a:lnTo>
                    <a:pt x="6758" y="19346"/>
                  </a:lnTo>
                  <a:lnTo>
                    <a:pt x="7067" y="19616"/>
                  </a:lnTo>
                  <a:lnTo>
                    <a:pt x="7415" y="19809"/>
                  </a:lnTo>
                  <a:lnTo>
                    <a:pt x="7801" y="19964"/>
                  </a:lnTo>
                  <a:lnTo>
                    <a:pt x="8187" y="20080"/>
                  </a:lnTo>
                  <a:lnTo>
                    <a:pt x="8612" y="20118"/>
                  </a:lnTo>
                  <a:lnTo>
                    <a:pt x="8535" y="20466"/>
                  </a:lnTo>
                  <a:lnTo>
                    <a:pt x="8496" y="20852"/>
                  </a:lnTo>
                  <a:lnTo>
                    <a:pt x="7994" y="20813"/>
                  </a:lnTo>
                  <a:lnTo>
                    <a:pt x="7531" y="20698"/>
                  </a:lnTo>
                  <a:lnTo>
                    <a:pt x="7106" y="20504"/>
                  </a:lnTo>
                  <a:lnTo>
                    <a:pt x="6720" y="20273"/>
                  </a:lnTo>
                  <a:lnTo>
                    <a:pt x="6334" y="20002"/>
                  </a:lnTo>
                  <a:lnTo>
                    <a:pt x="6025" y="19655"/>
                  </a:lnTo>
                  <a:lnTo>
                    <a:pt x="5716" y="19307"/>
                  </a:lnTo>
                  <a:lnTo>
                    <a:pt x="5446" y="18883"/>
                  </a:lnTo>
                  <a:lnTo>
                    <a:pt x="5446" y="18844"/>
                  </a:lnTo>
                  <a:lnTo>
                    <a:pt x="5986" y="18419"/>
                  </a:lnTo>
                  <a:close/>
                  <a:moveTo>
                    <a:pt x="5291" y="18960"/>
                  </a:moveTo>
                  <a:lnTo>
                    <a:pt x="5523" y="19462"/>
                  </a:lnTo>
                  <a:lnTo>
                    <a:pt x="5793" y="19887"/>
                  </a:lnTo>
                  <a:lnTo>
                    <a:pt x="6141" y="20234"/>
                  </a:lnTo>
                  <a:lnTo>
                    <a:pt x="6527" y="20582"/>
                  </a:lnTo>
                  <a:lnTo>
                    <a:pt x="6952" y="20813"/>
                  </a:lnTo>
                  <a:lnTo>
                    <a:pt x="7453" y="21006"/>
                  </a:lnTo>
                  <a:lnTo>
                    <a:pt x="7955" y="21122"/>
                  </a:lnTo>
                  <a:lnTo>
                    <a:pt x="8457" y="21161"/>
                  </a:lnTo>
                  <a:lnTo>
                    <a:pt x="8496" y="21702"/>
                  </a:lnTo>
                  <a:lnTo>
                    <a:pt x="7878" y="21624"/>
                  </a:lnTo>
                  <a:lnTo>
                    <a:pt x="7299" y="21508"/>
                  </a:lnTo>
                  <a:lnTo>
                    <a:pt x="6797" y="21315"/>
                  </a:lnTo>
                  <a:lnTo>
                    <a:pt x="6295" y="21084"/>
                  </a:lnTo>
                  <a:lnTo>
                    <a:pt x="5870" y="20775"/>
                  </a:lnTo>
                  <a:lnTo>
                    <a:pt x="5446" y="20389"/>
                  </a:lnTo>
                  <a:lnTo>
                    <a:pt x="5021" y="19964"/>
                  </a:lnTo>
                  <a:lnTo>
                    <a:pt x="4673" y="19501"/>
                  </a:lnTo>
                  <a:lnTo>
                    <a:pt x="4828" y="19385"/>
                  </a:lnTo>
                  <a:lnTo>
                    <a:pt x="4982" y="19269"/>
                  </a:lnTo>
                  <a:lnTo>
                    <a:pt x="5291" y="18960"/>
                  </a:lnTo>
                  <a:close/>
                  <a:moveTo>
                    <a:pt x="13555" y="16527"/>
                  </a:moveTo>
                  <a:lnTo>
                    <a:pt x="13748" y="17184"/>
                  </a:lnTo>
                  <a:lnTo>
                    <a:pt x="13979" y="17840"/>
                  </a:lnTo>
                  <a:lnTo>
                    <a:pt x="14250" y="18458"/>
                  </a:lnTo>
                  <a:lnTo>
                    <a:pt x="14597" y="19037"/>
                  </a:lnTo>
                  <a:lnTo>
                    <a:pt x="13670" y="20157"/>
                  </a:lnTo>
                  <a:lnTo>
                    <a:pt x="12782" y="21315"/>
                  </a:lnTo>
                  <a:lnTo>
                    <a:pt x="11083" y="23748"/>
                  </a:lnTo>
                  <a:lnTo>
                    <a:pt x="10736" y="22783"/>
                  </a:lnTo>
                  <a:lnTo>
                    <a:pt x="10350" y="21856"/>
                  </a:lnTo>
                  <a:lnTo>
                    <a:pt x="10234" y="21586"/>
                  </a:lnTo>
                  <a:lnTo>
                    <a:pt x="10195" y="21354"/>
                  </a:lnTo>
                  <a:lnTo>
                    <a:pt x="10195" y="21238"/>
                  </a:lnTo>
                  <a:lnTo>
                    <a:pt x="10234" y="21122"/>
                  </a:lnTo>
                  <a:lnTo>
                    <a:pt x="10388" y="20813"/>
                  </a:lnTo>
                  <a:lnTo>
                    <a:pt x="10813" y="20234"/>
                  </a:lnTo>
                  <a:lnTo>
                    <a:pt x="11199" y="19578"/>
                  </a:lnTo>
                  <a:lnTo>
                    <a:pt x="11199" y="19501"/>
                  </a:lnTo>
                  <a:lnTo>
                    <a:pt x="11199" y="19462"/>
                  </a:lnTo>
                  <a:lnTo>
                    <a:pt x="11161" y="19346"/>
                  </a:lnTo>
                  <a:lnTo>
                    <a:pt x="11585" y="18999"/>
                  </a:lnTo>
                  <a:lnTo>
                    <a:pt x="11971" y="18612"/>
                  </a:lnTo>
                  <a:lnTo>
                    <a:pt x="12358" y="18226"/>
                  </a:lnTo>
                  <a:lnTo>
                    <a:pt x="12705" y="17801"/>
                  </a:lnTo>
                  <a:lnTo>
                    <a:pt x="13130" y="17184"/>
                  </a:lnTo>
                  <a:lnTo>
                    <a:pt x="13555" y="16527"/>
                  </a:lnTo>
                  <a:close/>
                  <a:moveTo>
                    <a:pt x="5677" y="21161"/>
                  </a:moveTo>
                  <a:lnTo>
                    <a:pt x="5948" y="21393"/>
                  </a:lnTo>
                  <a:lnTo>
                    <a:pt x="6256" y="21547"/>
                  </a:lnTo>
                  <a:lnTo>
                    <a:pt x="6565" y="21702"/>
                  </a:lnTo>
                  <a:lnTo>
                    <a:pt x="6913" y="21817"/>
                  </a:lnTo>
                  <a:lnTo>
                    <a:pt x="6836" y="22010"/>
                  </a:lnTo>
                  <a:lnTo>
                    <a:pt x="6797" y="22204"/>
                  </a:lnTo>
                  <a:lnTo>
                    <a:pt x="6643" y="22088"/>
                  </a:lnTo>
                  <a:lnTo>
                    <a:pt x="6604" y="22010"/>
                  </a:lnTo>
                  <a:lnTo>
                    <a:pt x="6411" y="22010"/>
                  </a:lnTo>
                  <a:lnTo>
                    <a:pt x="6372" y="22088"/>
                  </a:lnTo>
                  <a:lnTo>
                    <a:pt x="6218" y="22628"/>
                  </a:lnTo>
                  <a:lnTo>
                    <a:pt x="6025" y="23092"/>
                  </a:lnTo>
                  <a:lnTo>
                    <a:pt x="5832" y="23594"/>
                  </a:lnTo>
                  <a:lnTo>
                    <a:pt x="5600" y="24057"/>
                  </a:lnTo>
                  <a:lnTo>
                    <a:pt x="5330" y="24482"/>
                  </a:lnTo>
                  <a:lnTo>
                    <a:pt x="5021" y="24907"/>
                  </a:lnTo>
                  <a:lnTo>
                    <a:pt x="4712" y="25331"/>
                  </a:lnTo>
                  <a:lnTo>
                    <a:pt x="4364" y="25717"/>
                  </a:lnTo>
                  <a:lnTo>
                    <a:pt x="4248" y="25293"/>
                  </a:lnTo>
                  <a:lnTo>
                    <a:pt x="4171" y="24868"/>
                  </a:lnTo>
                  <a:lnTo>
                    <a:pt x="4171" y="24482"/>
                  </a:lnTo>
                  <a:lnTo>
                    <a:pt x="4210" y="24057"/>
                  </a:lnTo>
                  <a:lnTo>
                    <a:pt x="4326" y="23671"/>
                  </a:lnTo>
                  <a:lnTo>
                    <a:pt x="4480" y="23285"/>
                  </a:lnTo>
                  <a:lnTo>
                    <a:pt x="4673" y="22899"/>
                  </a:lnTo>
                  <a:lnTo>
                    <a:pt x="4944" y="22512"/>
                  </a:lnTo>
                  <a:lnTo>
                    <a:pt x="5175" y="22204"/>
                  </a:lnTo>
                  <a:lnTo>
                    <a:pt x="5330" y="21895"/>
                  </a:lnTo>
                  <a:lnTo>
                    <a:pt x="5407" y="21740"/>
                  </a:lnTo>
                  <a:lnTo>
                    <a:pt x="5407" y="21586"/>
                  </a:lnTo>
                  <a:lnTo>
                    <a:pt x="5368" y="21470"/>
                  </a:lnTo>
                  <a:lnTo>
                    <a:pt x="5291" y="21315"/>
                  </a:lnTo>
                  <a:lnTo>
                    <a:pt x="5446" y="21238"/>
                  </a:lnTo>
                  <a:lnTo>
                    <a:pt x="5677" y="21161"/>
                  </a:lnTo>
                  <a:close/>
                  <a:moveTo>
                    <a:pt x="4905" y="20466"/>
                  </a:moveTo>
                  <a:lnTo>
                    <a:pt x="5175" y="20736"/>
                  </a:lnTo>
                  <a:lnTo>
                    <a:pt x="5484" y="21006"/>
                  </a:lnTo>
                  <a:lnTo>
                    <a:pt x="5252" y="21084"/>
                  </a:lnTo>
                  <a:lnTo>
                    <a:pt x="5021" y="21161"/>
                  </a:lnTo>
                  <a:lnTo>
                    <a:pt x="4982" y="21200"/>
                  </a:lnTo>
                  <a:lnTo>
                    <a:pt x="4944" y="21277"/>
                  </a:lnTo>
                  <a:lnTo>
                    <a:pt x="4982" y="21354"/>
                  </a:lnTo>
                  <a:lnTo>
                    <a:pt x="5021" y="21393"/>
                  </a:lnTo>
                  <a:lnTo>
                    <a:pt x="5059" y="21470"/>
                  </a:lnTo>
                  <a:lnTo>
                    <a:pt x="5098" y="21547"/>
                  </a:lnTo>
                  <a:lnTo>
                    <a:pt x="5059" y="21779"/>
                  </a:lnTo>
                  <a:lnTo>
                    <a:pt x="4905" y="22049"/>
                  </a:lnTo>
                  <a:lnTo>
                    <a:pt x="4750" y="22358"/>
                  </a:lnTo>
                  <a:lnTo>
                    <a:pt x="4364" y="22937"/>
                  </a:lnTo>
                  <a:lnTo>
                    <a:pt x="4133" y="23323"/>
                  </a:lnTo>
                  <a:lnTo>
                    <a:pt x="3940" y="23748"/>
                  </a:lnTo>
                  <a:lnTo>
                    <a:pt x="3862" y="24212"/>
                  </a:lnTo>
                  <a:lnTo>
                    <a:pt x="3824" y="24714"/>
                  </a:lnTo>
                  <a:lnTo>
                    <a:pt x="3862" y="25177"/>
                  </a:lnTo>
                  <a:lnTo>
                    <a:pt x="3940" y="25409"/>
                  </a:lnTo>
                  <a:lnTo>
                    <a:pt x="4017" y="25640"/>
                  </a:lnTo>
                  <a:lnTo>
                    <a:pt x="4133" y="25872"/>
                  </a:lnTo>
                  <a:lnTo>
                    <a:pt x="4248" y="26065"/>
                  </a:lnTo>
                  <a:lnTo>
                    <a:pt x="4287" y="26104"/>
                  </a:lnTo>
                  <a:lnTo>
                    <a:pt x="4364" y="26104"/>
                  </a:lnTo>
                  <a:lnTo>
                    <a:pt x="4403" y="26065"/>
                  </a:lnTo>
                  <a:lnTo>
                    <a:pt x="4442" y="25988"/>
                  </a:lnTo>
                  <a:lnTo>
                    <a:pt x="4480" y="25988"/>
                  </a:lnTo>
                  <a:lnTo>
                    <a:pt x="4828" y="25602"/>
                  </a:lnTo>
                  <a:lnTo>
                    <a:pt x="5175" y="25215"/>
                  </a:lnTo>
                  <a:lnTo>
                    <a:pt x="5484" y="24791"/>
                  </a:lnTo>
                  <a:lnTo>
                    <a:pt x="5793" y="24366"/>
                  </a:lnTo>
                  <a:lnTo>
                    <a:pt x="6025" y="23903"/>
                  </a:lnTo>
                  <a:lnTo>
                    <a:pt x="6256" y="23439"/>
                  </a:lnTo>
                  <a:lnTo>
                    <a:pt x="6450" y="22937"/>
                  </a:lnTo>
                  <a:lnTo>
                    <a:pt x="6604" y="22435"/>
                  </a:lnTo>
                  <a:lnTo>
                    <a:pt x="6720" y="22551"/>
                  </a:lnTo>
                  <a:lnTo>
                    <a:pt x="6913" y="22590"/>
                  </a:lnTo>
                  <a:lnTo>
                    <a:pt x="6952" y="22628"/>
                  </a:lnTo>
                  <a:lnTo>
                    <a:pt x="7029" y="22590"/>
                  </a:lnTo>
                  <a:lnTo>
                    <a:pt x="7067" y="22512"/>
                  </a:lnTo>
                  <a:lnTo>
                    <a:pt x="7067" y="22474"/>
                  </a:lnTo>
                  <a:lnTo>
                    <a:pt x="7145" y="21895"/>
                  </a:lnTo>
                  <a:lnTo>
                    <a:pt x="7608" y="22010"/>
                  </a:lnTo>
                  <a:lnTo>
                    <a:pt x="7724" y="22512"/>
                  </a:lnTo>
                  <a:lnTo>
                    <a:pt x="7762" y="23014"/>
                  </a:lnTo>
                  <a:lnTo>
                    <a:pt x="7801" y="23555"/>
                  </a:lnTo>
                  <a:lnTo>
                    <a:pt x="7801" y="24057"/>
                  </a:lnTo>
                  <a:lnTo>
                    <a:pt x="7608" y="23903"/>
                  </a:lnTo>
                  <a:lnTo>
                    <a:pt x="7492" y="23671"/>
                  </a:lnTo>
                  <a:lnTo>
                    <a:pt x="7376" y="23439"/>
                  </a:lnTo>
                  <a:lnTo>
                    <a:pt x="7338" y="23169"/>
                  </a:lnTo>
                  <a:lnTo>
                    <a:pt x="7338" y="23092"/>
                  </a:lnTo>
                  <a:lnTo>
                    <a:pt x="7299" y="23053"/>
                  </a:lnTo>
                  <a:lnTo>
                    <a:pt x="7183" y="23014"/>
                  </a:lnTo>
                  <a:lnTo>
                    <a:pt x="7106" y="23014"/>
                  </a:lnTo>
                  <a:lnTo>
                    <a:pt x="7067" y="23053"/>
                  </a:lnTo>
                  <a:lnTo>
                    <a:pt x="7029" y="23092"/>
                  </a:lnTo>
                  <a:lnTo>
                    <a:pt x="6990" y="23169"/>
                  </a:lnTo>
                  <a:lnTo>
                    <a:pt x="6952" y="23787"/>
                  </a:lnTo>
                  <a:lnTo>
                    <a:pt x="6797" y="24405"/>
                  </a:lnTo>
                  <a:lnTo>
                    <a:pt x="6681" y="24675"/>
                  </a:lnTo>
                  <a:lnTo>
                    <a:pt x="6565" y="24984"/>
                  </a:lnTo>
                  <a:lnTo>
                    <a:pt x="6411" y="25254"/>
                  </a:lnTo>
                  <a:lnTo>
                    <a:pt x="6218" y="25524"/>
                  </a:lnTo>
                  <a:lnTo>
                    <a:pt x="5832" y="25988"/>
                  </a:lnTo>
                  <a:lnTo>
                    <a:pt x="5600" y="26219"/>
                  </a:lnTo>
                  <a:lnTo>
                    <a:pt x="5368" y="26451"/>
                  </a:lnTo>
                  <a:lnTo>
                    <a:pt x="5098" y="26644"/>
                  </a:lnTo>
                  <a:lnTo>
                    <a:pt x="4828" y="26799"/>
                  </a:lnTo>
                  <a:lnTo>
                    <a:pt x="4557" y="26953"/>
                  </a:lnTo>
                  <a:lnTo>
                    <a:pt x="4248" y="27030"/>
                  </a:lnTo>
                  <a:lnTo>
                    <a:pt x="4017" y="27030"/>
                  </a:lnTo>
                  <a:lnTo>
                    <a:pt x="3862" y="26992"/>
                  </a:lnTo>
                  <a:lnTo>
                    <a:pt x="3708" y="26915"/>
                  </a:lnTo>
                  <a:lnTo>
                    <a:pt x="3592" y="26760"/>
                  </a:lnTo>
                  <a:lnTo>
                    <a:pt x="3515" y="26606"/>
                  </a:lnTo>
                  <a:lnTo>
                    <a:pt x="3438" y="26413"/>
                  </a:lnTo>
                  <a:lnTo>
                    <a:pt x="3322" y="25988"/>
                  </a:lnTo>
                  <a:lnTo>
                    <a:pt x="3206" y="25293"/>
                  </a:lnTo>
                  <a:lnTo>
                    <a:pt x="3167" y="24945"/>
                  </a:lnTo>
                  <a:lnTo>
                    <a:pt x="3167" y="24598"/>
                  </a:lnTo>
                  <a:lnTo>
                    <a:pt x="3206" y="24173"/>
                  </a:lnTo>
                  <a:lnTo>
                    <a:pt x="3283" y="23787"/>
                  </a:lnTo>
                  <a:lnTo>
                    <a:pt x="3360" y="23401"/>
                  </a:lnTo>
                  <a:lnTo>
                    <a:pt x="3515" y="23014"/>
                  </a:lnTo>
                  <a:lnTo>
                    <a:pt x="3708" y="22667"/>
                  </a:lnTo>
                  <a:lnTo>
                    <a:pt x="3901" y="22319"/>
                  </a:lnTo>
                  <a:lnTo>
                    <a:pt x="4171" y="22010"/>
                  </a:lnTo>
                  <a:lnTo>
                    <a:pt x="4480" y="21702"/>
                  </a:lnTo>
                  <a:lnTo>
                    <a:pt x="4519" y="21624"/>
                  </a:lnTo>
                  <a:lnTo>
                    <a:pt x="4519" y="21547"/>
                  </a:lnTo>
                  <a:lnTo>
                    <a:pt x="4442" y="21470"/>
                  </a:lnTo>
                  <a:lnTo>
                    <a:pt x="4364" y="21431"/>
                  </a:lnTo>
                  <a:lnTo>
                    <a:pt x="3553" y="21315"/>
                  </a:lnTo>
                  <a:lnTo>
                    <a:pt x="3862" y="21045"/>
                  </a:lnTo>
                  <a:lnTo>
                    <a:pt x="4171" y="20775"/>
                  </a:lnTo>
                  <a:lnTo>
                    <a:pt x="4519" y="20582"/>
                  </a:lnTo>
                  <a:lnTo>
                    <a:pt x="4905" y="20466"/>
                  </a:lnTo>
                  <a:close/>
                  <a:moveTo>
                    <a:pt x="18845" y="0"/>
                  </a:moveTo>
                  <a:lnTo>
                    <a:pt x="18806" y="77"/>
                  </a:lnTo>
                  <a:lnTo>
                    <a:pt x="18729" y="39"/>
                  </a:lnTo>
                  <a:lnTo>
                    <a:pt x="18652" y="39"/>
                  </a:lnTo>
                  <a:lnTo>
                    <a:pt x="17455" y="618"/>
                  </a:lnTo>
                  <a:lnTo>
                    <a:pt x="16296" y="1236"/>
                  </a:lnTo>
                  <a:lnTo>
                    <a:pt x="15215" y="1931"/>
                  </a:lnTo>
                  <a:lnTo>
                    <a:pt x="14134" y="2664"/>
                  </a:lnTo>
                  <a:lnTo>
                    <a:pt x="13091" y="3475"/>
                  </a:lnTo>
                  <a:lnTo>
                    <a:pt x="12087" y="4325"/>
                  </a:lnTo>
                  <a:lnTo>
                    <a:pt x="11161" y="5213"/>
                  </a:lnTo>
                  <a:lnTo>
                    <a:pt x="10272" y="6178"/>
                  </a:lnTo>
                  <a:lnTo>
                    <a:pt x="9384" y="7144"/>
                  </a:lnTo>
                  <a:lnTo>
                    <a:pt x="8573" y="8186"/>
                  </a:lnTo>
                  <a:lnTo>
                    <a:pt x="7840" y="9268"/>
                  </a:lnTo>
                  <a:lnTo>
                    <a:pt x="7145" y="10387"/>
                  </a:lnTo>
                  <a:lnTo>
                    <a:pt x="6643" y="11276"/>
                  </a:lnTo>
                  <a:lnTo>
                    <a:pt x="6179" y="12164"/>
                  </a:lnTo>
                  <a:lnTo>
                    <a:pt x="5368" y="12241"/>
                  </a:lnTo>
                  <a:lnTo>
                    <a:pt x="4557" y="12395"/>
                  </a:lnTo>
                  <a:lnTo>
                    <a:pt x="3785" y="12627"/>
                  </a:lnTo>
                  <a:lnTo>
                    <a:pt x="3013" y="12936"/>
                  </a:lnTo>
                  <a:lnTo>
                    <a:pt x="2936" y="12975"/>
                  </a:lnTo>
                  <a:lnTo>
                    <a:pt x="2897" y="13013"/>
                  </a:lnTo>
                  <a:lnTo>
                    <a:pt x="2897" y="13168"/>
                  </a:lnTo>
                  <a:lnTo>
                    <a:pt x="2704" y="13361"/>
                  </a:lnTo>
                  <a:lnTo>
                    <a:pt x="2549" y="13592"/>
                  </a:lnTo>
                  <a:lnTo>
                    <a:pt x="2395" y="13863"/>
                  </a:lnTo>
                  <a:lnTo>
                    <a:pt x="2279" y="14133"/>
                  </a:lnTo>
                  <a:lnTo>
                    <a:pt x="2086" y="14712"/>
                  </a:lnTo>
                  <a:lnTo>
                    <a:pt x="1854" y="15214"/>
                  </a:lnTo>
                  <a:lnTo>
                    <a:pt x="1430" y="15987"/>
                  </a:lnTo>
                  <a:lnTo>
                    <a:pt x="1005" y="16759"/>
                  </a:lnTo>
                  <a:lnTo>
                    <a:pt x="541" y="17493"/>
                  </a:lnTo>
                  <a:lnTo>
                    <a:pt x="39" y="18226"/>
                  </a:lnTo>
                  <a:lnTo>
                    <a:pt x="1" y="18303"/>
                  </a:lnTo>
                  <a:lnTo>
                    <a:pt x="1" y="18381"/>
                  </a:lnTo>
                  <a:lnTo>
                    <a:pt x="39" y="18419"/>
                  </a:lnTo>
                  <a:lnTo>
                    <a:pt x="117" y="18458"/>
                  </a:lnTo>
                  <a:lnTo>
                    <a:pt x="117" y="18535"/>
                  </a:lnTo>
                  <a:lnTo>
                    <a:pt x="117" y="18612"/>
                  </a:lnTo>
                  <a:lnTo>
                    <a:pt x="155" y="18651"/>
                  </a:lnTo>
                  <a:lnTo>
                    <a:pt x="233" y="18690"/>
                  </a:lnTo>
                  <a:lnTo>
                    <a:pt x="1159" y="18612"/>
                  </a:lnTo>
                  <a:lnTo>
                    <a:pt x="2086" y="18574"/>
                  </a:lnTo>
                  <a:lnTo>
                    <a:pt x="3901" y="18381"/>
                  </a:lnTo>
                  <a:lnTo>
                    <a:pt x="3978" y="18342"/>
                  </a:lnTo>
                  <a:lnTo>
                    <a:pt x="4055" y="18265"/>
                  </a:lnTo>
                  <a:lnTo>
                    <a:pt x="4596" y="17106"/>
                  </a:lnTo>
                  <a:lnTo>
                    <a:pt x="5252" y="15987"/>
                  </a:lnTo>
                  <a:lnTo>
                    <a:pt x="5291" y="16566"/>
                  </a:lnTo>
                  <a:lnTo>
                    <a:pt x="5446" y="17106"/>
                  </a:lnTo>
                  <a:lnTo>
                    <a:pt x="5600" y="17647"/>
                  </a:lnTo>
                  <a:lnTo>
                    <a:pt x="5832" y="18188"/>
                  </a:lnTo>
                  <a:lnTo>
                    <a:pt x="5446" y="18381"/>
                  </a:lnTo>
                  <a:lnTo>
                    <a:pt x="5059" y="18651"/>
                  </a:lnTo>
                  <a:lnTo>
                    <a:pt x="4673" y="18960"/>
                  </a:lnTo>
                  <a:lnTo>
                    <a:pt x="4519" y="19153"/>
                  </a:lnTo>
                  <a:lnTo>
                    <a:pt x="4403" y="19346"/>
                  </a:lnTo>
                  <a:lnTo>
                    <a:pt x="4403" y="19423"/>
                  </a:lnTo>
                  <a:lnTo>
                    <a:pt x="4442" y="19501"/>
                  </a:lnTo>
                  <a:lnTo>
                    <a:pt x="4442" y="19539"/>
                  </a:lnTo>
                  <a:lnTo>
                    <a:pt x="4442" y="19616"/>
                  </a:lnTo>
                  <a:lnTo>
                    <a:pt x="4596" y="19964"/>
                  </a:lnTo>
                  <a:lnTo>
                    <a:pt x="4789" y="20273"/>
                  </a:lnTo>
                  <a:lnTo>
                    <a:pt x="4519" y="20311"/>
                  </a:lnTo>
                  <a:lnTo>
                    <a:pt x="4287" y="20389"/>
                  </a:lnTo>
                  <a:lnTo>
                    <a:pt x="4055" y="20504"/>
                  </a:lnTo>
                  <a:lnTo>
                    <a:pt x="3862" y="20620"/>
                  </a:lnTo>
                  <a:lnTo>
                    <a:pt x="3669" y="20775"/>
                  </a:lnTo>
                  <a:lnTo>
                    <a:pt x="3476" y="20968"/>
                  </a:lnTo>
                  <a:lnTo>
                    <a:pt x="3283" y="21161"/>
                  </a:lnTo>
                  <a:lnTo>
                    <a:pt x="3129" y="21354"/>
                  </a:lnTo>
                  <a:lnTo>
                    <a:pt x="3090" y="21431"/>
                  </a:lnTo>
                  <a:lnTo>
                    <a:pt x="3129" y="21508"/>
                  </a:lnTo>
                  <a:lnTo>
                    <a:pt x="3167" y="21586"/>
                  </a:lnTo>
                  <a:lnTo>
                    <a:pt x="3244" y="21624"/>
                  </a:lnTo>
                  <a:lnTo>
                    <a:pt x="4017" y="21702"/>
                  </a:lnTo>
                  <a:lnTo>
                    <a:pt x="3746" y="22010"/>
                  </a:lnTo>
                  <a:lnTo>
                    <a:pt x="3476" y="22358"/>
                  </a:lnTo>
                  <a:lnTo>
                    <a:pt x="3283" y="22706"/>
                  </a:lnTo>
                  <a:lnTo>
                    <a:pt x="3129" y="23092"/>
                  </a:lnTo>
                  <a:lnTo>
                    <a:pt x="3013" y="23478"/>
                  </a:lnTo>
                  <a:lnTo>
                    <a:pt x="2897" y="23864"/>
                  </a:lnTo>
                  <a:lnTo>
                    <a:pt x="2858" y="24289"/>
                  </a:lnTo>
                  <a:lnTo>
                    <a:pt x="2858" y="24714"/>
                  </a:lnTo>
                  <a:lnTo>
                    <a:pt x="2858" y="25370"/>
                  </a:lnTo>
                  <a:lnTo>
                    <a:pt x="2897" y="25795"/>
                  </a:lnTo>
                  <a:lnTo>
                    <a:pt x="2974" y="26219"/>
                  </a:lnTo>
                  <a:lnTo>
                    <a:pt x="3090" y="26644"/>
                  </a:lnTo>
                  <a:lnTo>
                    <a:pt x="3244" y="26992"/>
                  </a:lnTo>
                  <a:lnTo>
                    <a:pt x="3360" y="27146"/>
                  </a:lnTo>
                  <a:lnTo>
                    <a:pt x="3438" y="27262"/>
                  </a:lnTo>
                  <a:lnTo>
                    <a:pt x="3553" y="27378"/>
                  </a:lnTo>
                  <a:lnTo>
                    <a:pt x="3708" y="27417"/>
                  </a:lnTo>
                  <a:lnTo>
                    <a:pt x="3862" y="27455"/>
                  </a:lnTo>
                  <a:lnTo>
                    <a:pt x="4017" y="27455"/>
                  </a:lnTo>
                  <a:lnTo>
                    <a:pt x="4364" y="27417"/>
                  </a:lnTo>
                  <a:lnTo>
                    <a:pt x="4750" y="27262"/>
                  </a:lnTo>
                  <a:lnTo>
                    <a:pt x="5098" y="27069"/>
                  </a:lnTo>
                  <a:lnTo>
                    <a:pt x="5407" y="26837"/>
                  </a:lnTo>
                  <a:lnTo>
                    <a:pt x="5716" y="26567"/>
                  </a:lnTo>
                  <a:lnTo>
                    <a:pt x="6218" y="26065"/>
                  </a:lnTo>
                  <a:lnTo>
                    <a:pt x="6565" y="25602"/>
                  </a:lnTo>
                  <a:lnTo>
                    <a:pt x="6874" y="25100"/>
                  </a:lnTo>
                  <a:lnTo>
                    <a:pt x="7106" y="24559"/>
                  </a:lnTo>
                  <a:lnTo>
                    <a:pt x="7260" y="23980"/>
                  </a:lnTo>
                  <a:lnTo>
                    <a:pt x="7376" y="24134"/>
                  </a:lnTo>
                  <a:lnTo>
                    <a:pt x="7531" y="24289"/>
                  </a:lnTo>
                  <a:lnTo>
                    <a:pt x="7685" y="24405"/>
                  </a:lnTo>
                  <a:lnTo>
                    <a:pt x="7878" y="24520"/>
                  </a:lnTo>
                  <a:lnTo>
                    <a:pt x="7955" y="24559"/>
                  </a:lnTo>
                  <a:lnTo>
                    <a:pt x="8033" y="24520"/>
                  </a:lnTo>
                  <a:lnTo>
                    <a:pt x="8110" y="24482"/>
                  </a:lnTo>
                  <a:lnTo>
                    <a:pt x="8110" y="24366"/>
                  </a:lnTo>
                  <a:lnTo>
                    <a:pt x="8149" y="23787"/>
                  </a:lnTo>
                  <a:lnTo>
                    <a:pt x="8149" y="23208"/>
                  </a:lnTo>
                  <a:lnTo>
                    <a:pt x="8071" y="22628"/>
                  </a:lnTo>
                  <a:lnTo>
                    <a:pt x="7955" y="22049"/>
                  </a:lnTo>
                  <a:lnTo>
                    <a:pt x="8535" y="22049"/>
                  </a:lnTo>
                  <a:lnTo>
                    <a:pt x="8651" y="22010"/>
                  </a:lnTo>
                  <a:lnTo>
                    <a:pt x="8728" y="21972"/>
                  </a:lnTo>
                  <a:lnTo>
                    <a:pt x="8766" y="21933"/>
                  </a:lnTo>
                  <a:lnTo>
                    <a:pt x="8766" y="21895"/>
                  </a:lnTo>
                  <a:lnTo>
                    <a:pt x="8844" y="21006"/>
                  </a:lnTo>
                  <a:lnTo>
                    <a:pt x="8921" y="20543"/>
                  </a:lnTo>
                  <a:lnTo>
                    <a:pt x="8998" y="20118"/>
                  </a:lnTo>
                  <a:lnTo>
                    <a:pt x="9153" y="20118"/>
                  </a:lnTo>
                  <a:lnTo>
                    <a:pt x="9577" y="20041"/>
                  </a:lnTo>
                  <a:lnTo>
                    <a:pt x="9963" y="19964"/>
                  </a:lnTo>
                  <a:lnTo>
                    <a:pt x="10311" y="19809"/>
                  </a:lnTo>
                  <a:lnTo>
                    <a:pt x="10659" y="19655"/>
                  </a:lnTo>
                  <a:lnTo>
                    <a:pt x="10157" y="20389"/>
                  </a:lnTo>
                  <a:lnTo>
                    <a:pt x="9616" y="21161"/>
                  </a:lnTo>
                  <a:lnTo>
                    <a:pt x="9577" y="21238"/>
                  </a:lnTo>
                  <a:lnTo>
                    <a:pt x="9616" y="21354"/>
                  </a:lnTo>
                  <a:lnTo>
                    <a:pt x="9963" y="22049"/>
                  </a:lnTo>
                  <a:lnTo>
                    <a:pt x="10272" y="22783"/>
                  </a:lnTo>
                  <a:lnTo>
                    <a:pt x="10581" y="23516"/>
                  </a:lnTo>
                  <a:lnTo>
                    <a:pt x="10813" y="24250"/>
                  </a:lnTo>
                  <a:lnTo>
                    <a:pt x="10890" y="24327"/>
                  </a:lnTo>
                  <a:lnTo>
                    <a:pt x="11006" y="24405"/>
                  </a:lnTo>
                  <a:lnTo>
                    <a:pt x="11122" y="24405"/>
                  </a:lnTo>
                  <a:lnTo>
                    <a:pt x="11199" y="24289"/>
                  </a:lnTo>
                  <a:lnTo>
                    <a:pt x="13130" y="21740"/>
                  </a:lnTo>
                  <a:lnTo>
                    <a:pt x="14095" y="20389"/>
                  </a:lnTo>
                  <a:lnTo>
                    <a:pt x="14520" y="19732"/>
                  </a:lnTo>
                  <a:lnTo>
                    <a:pt x="14945" y="19037"/>
                  </a:lnTo>
                  <a:lnTo>
                    <a:pt x="14983" y="18960"/>
                  </a:lnTo>
                  <a:lnTo>
                    <a:pt x="14945" y="18883"/>
                  </a:lnTo>
                  <a:lnTo>
                    <a:pt x="14790" y="18535"/>
                  </a:lnTo>
                  <a:lnTo>
                    <a:pt x="14597" y="18149"/>
                  </a:lnTo>
                  <a:lnTo>
                    <a:pt x="14288" y="17454"/>
                  </a:lnTo>
                  <a:lnTo>
                    <a:pt x="13786" y="16180"/>
                  </a:lnTo>
                  <a:lnTo>
                    <a:pt x="14211" y="15369"/>
                  </a:lnTo>
                  <a:lnTo>
                    <a:pt x="14674" y="14558"/>
                  </a:lnTo>
                  <a:lnTo>
                    <a:pt x="15061" y="13708"/>
                  </a:lnTo>
                  <a:lnTo>
                    <a:pt x="15447" y="12897"/>
                  </a:lnTo>
                  <a:lnTo>
                    <a:pt x="16065" y="11391"/>
                  </a:lnTo>
                  <a:lnTo>
                    <a:pt x="16644" y="9885"/>
                  </a:lnTo>
                  <a:lnTo>
                    <a:pt x="17146" y="8341"/>
                  </a:lnTo>
                  <a:lnTo>
                    <a:pt x="17609" y="6796"/>
                  </a:lnTo>
                  <a:lnTo>
                    <a:pt x="17995" y="5213"/>
                  </a:lnTo>
                  <a:lnTo>
                    <a:pt x="18382" y="3630"/>
                  </a:lnTo>
                  <a:lnTo>
                    <a:pt x="18729" y="2047"/>
                  </a:lnTo>
                  <a:lnTo>
                    <a:pt x="19038" y="463"/>
                  </a:lnTo>
                  <a:lnTo>
                    <a:pt x="19038" y="386"/>
                  </a:lnTo>
                  <a:lnTo>
                    <a:pt x="18999" y="309"/>
                  </a:lnTo>
                  <a:lnTo>
                    <a:pt x="18999" y="232"/>
                  </a:lnTo>
                  <a:lnTo>
                    <a:pt x="18999" y="77"/>
                  </a:lnTo>
                  <a:lnTo>
                    <a:pt x="18961" y="39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5"/>
            <p:cNvSpPr/>
            <p:nvPr/>
          </p:nvSpPr>
          <p:spPr>
            <a:xfrm>
              <a:off x="1663975" y="3660175"/>
              <a:ext cx="229775" cy="419975"/>
            </a:xfrm>
            <a:custGeom>
              <a:avLst/>
              <a:gdLst/>
              <a:ahLst/>
              <a:cxnLst/>
              <a:rect l="l" t="t" r="r" b="b"/>
              <a:pathLst>
                <a:path w="9191" h="16799" extrusionOk="0">
                  <a:moveTo>
                    <a:pt x="77" y="1"/>
                  </a:moveTo>
                  <a:lnTo>
                    <a:pt x="0" y="271"/>
                  </a:lnTo>
                  <a:lnTo>
                    <a:pt x="2124" y="1275"/>
                  </a:lnTo>
                  <a:lnTo>
                    <a:pt x="4286" y="2240"/>
                  </a:lnTo>
                  <a:lnTo>
                    <a:pt x="5290" y="2742"/>
                  </a:lnTo>
                  <a:lnTo>
                    <a:pt x="6294" y="3244"/>
                  </a:lnTo>
                  <a:lnTo>
                    <a:pt x="7298" y="3746"/>
                  </a:lnTo>
                  <a:lnTo>
                    <a:pt x="8302" y="4248"/>
                  </a:lnTo>
                  <a:lnTo>
                    <a:pt x="7028" y="4750"/>
                  </a:lnTo>
                  <a:lnTo>
                    <a:pt x="5792" y="5252"/>
                  </a:lnTo>
                  <a:lnTo>
                    <a:pt x="5947" y="5677"/>
                  </a:lnTo>
                  <a:lnTo>
                    <a:pt x="7298" y="5175"/>
                  </a:lnTo>
                  <a:lnTo>
                    <a:pt x="7955" y="4905"/>
                  </a:lnTo>
                  <a:lnTo>
                    <a:pt x="8611" y="4596"/>
                  </a:lnTo>
                  <a:lnTo>
                    <a:pt x="8457" y="5136"/>
                  </a:lnTo>
                  <a:lnTo>
                    <a:pt x="8341" y="5638"/>
                  </a:lnTo>
                  <a:lnTo>
                    <a:pt x="8148" y="6681"/>
                  </a:lnTo>
                  <a:lnTo>
                    <a:pt x="7839" y="8380"/>
                  </a:lnTo>
                  <a:lnTo>
                    <a:pt x="7569" y="10041"/>
                  </a:lnTo>
                  <a:lnTo>
                    <a:pt x="7028" y="13361"/>
                  </a:lnTo>
                  <a:lnTo>
                    <a:pt x="6796" y="15060"/>
                  </a:lnTo>
                  <a:lnTo>
                    <a:pt x="6681" y="15871"/>
                  </a:lnTo>
                  <a:lnTo>
                    <a:pt x="6642" y="16721"/>
                  </a:lnTo>
                  <a:lnTo>
                    <a:pt x="6989" y="16798"/>
                  </a:lnTo>
                  <a:lnTo>
                    <a:pt x="7298" y="15215"/>
                  </a:lnTo>
                  <a:lnTo>
                    <a:pt x="7530" y="13593"/>
                  </a:lnTo>
                  <a:lnTo>
                    <a:pt x="7723" y="12010"/>
                  </a:lnTo>
                  <a:lnTo>
                    <a:pt x="7955" y="10427"/>
                  </a:lnTo>
                  <a:lnTo>
                    <a:pt x="8225" y="8805"/>
                  </a:lnTo>
                  <a:lnTo>
                    <a:pt x="8495" y="7183"/>
                  </a:lnTo>
                  <a:lnTo>
                    <a:pt x="8689" y="6488"/>
                  </a:lnTo>
                  <a:lnTo>
                    <a:pt x="8882" y="5793"/>
                  </a:lnTo>
                  <a:lnTo>
                    <a:pt x="9036" y="5059"/>
                  </a:lnTo>
                  <a:lnTo>
                    <a:pt x="9152" y="4364"/>
                  </a:lnTo>
                  <a:lnTo>
                    <a:pt x="9152" y="4287"/>
                  </a:lnTo>
                  <a:lnTo>
                    <a:pt x="9190" y="4210"/>
                  </a:lnTo>
                  <a:lnTo>
                    <a:pt x="9113" y="4094"/>
                  </a:lnTo>
                  <a:lnTo>
                    <a:pt x="9036" y="4017"/>
                  </a:lnTo>
                  <a:lnTo>
                    <a:pt x="8920" y="4017"/>
                  </a:lnTo>
                  <a:lnTo>
                    <a:pt x="8882" y="4055"/>
                  </a:lnTo>
                  <a:lnTo>
                    <a:pt x="7839" y="3437"/>
                  </a:lnTo>
                  <a:lnTo>
                    <a:pt x="6758" y="2897"/>
                  </a:lnTo>
                  <a:lnTo>
                    <a:pt x="4595" y="1893"/>
                  </a:lnTo>
                  <a:lnTo>
                    <a:pt x="2356" y="927"/>
                  </a:lnTo>
                  <a:lnTo>
                    <a:pt x="1236" y="464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5"/>
            <p:cNvSpPr/>
            <p:nvPr/>
          </p:nvSpPr>
          <p:spPr>
            <a:xfrm>
              <a:off x="1792350" y="4089775"/>
              <a:ext cx="345650" cy="269350"/>
            </a:xfrm>
            <a:custGeom>
              <a:avLst/>
              <a:gdLst/>
              <a:ahLst/>
              <a:cxnLst/>
              <a:rect l="l" t="t" r="r" b="b"/>
              <a:pathLst>
                <a:path w="13826" h="10774" extrusionOk="0">
                  <a:moveTo>
                    <a:pt x="3438" y="1004"/>
                  </a:moveTo>
                  <a:lnTo>
                    <a:pt x="3515" y="1081"/>
                  </a:lnTo>
                  <a:lnTo>
                    <a:pt x="3631" y="1159"/>
                  </a:lnTo>
                  <a:lnTo>
                    <a:pt x="3669" y="1275"/>
                  </a:lnTo>
                  <a:lnTo>
                    <a:pt x="3669" y="1429"/>
                  </a:lnTo>
                  <a:lnTo>
                    <a:pt x="3592" y="1661"/>
                  </a:lnTo>
                  <a:lnTo>
                    <a:pt x="3515" y="1815"/>
                  </a:lnTo>
                  <a:lnTo>
                    <a:pt x="3360" y="1931"/>
                  </a:lnTo>
                  <a:lnTo>
                    <a:pt x="3167" y="1970"/>
                  </a:lnTo>
                  <a:lnTo>
                    <a:pt x="2974" y="2008"/>
                  </a:lnTo>
                  <a:lnTo>
                    <a:pt x="2781" y="2008"/>
                  </a:lnTo>
                  <a:lnTo>
                    <a:pt x="2356" y="1931"/>
                  </a:lnTo>
                  <a:lnTo>
                    <a:pt x="2395" y="1892"/>
                  </a:lnTo>
                  <a:lnTo>
                    <a:pt x="2472" y="1661"/>
                  </a:lnTo>
                  <a:lnTo>
                    <a:pt x="2588" y="1429"/>
                  </a:lnTo>
                  <a:lnTo>
                    <a:pt x="2704" y="1236"/>
                  </a:lnTo>
                  <a:lnTo>
                    <a:pt x="2897" y="1081"/>
                  </a:lnTo>
                  <a:lnTo>
                    <a:pt x="3013" y="1004"/>
                  </a:lnTo>
                  <a:close/>
                  <a:moveTo>
                    <a:pt x="1044" y="1468"/>
                  </a:moveTo>
                  <a:lnTo>
                    <a:pt x="1237" y="1545"/>
                  </a:lnTo>
                  <a:lnTo>
                    <a:pt x="1430" y="1622"/>
                  </a:lnTo>
                  <a:lnTo>
                    <a:pt x="1623" y="1777"/>
                  </a:lnTo>
                  <a:lnTo>
                    <a:pt x="1816" y="1892"/>
                  </a:lnTo>
                  <a:lnTo>
                    <a:pt x="1507" y="2201"/>
                  </a:lnTo>
                  <a:lnTo>
                    <a:pt x="1314" y="2356"/>
                  </a:lnTo>
                  <a:lnTo>
                    <a:pt x="1121" y="2433"/>
                  </a:lnTo>
                  <a:lnTo>
                    <a:pt x="966" y="2472"/>
                  </a:lnTo>
                  <a:lnTo>
                    <a:pt x="812" y="2472"/>
                  </a:lnTo>
                  <a:lnTo>
                    <a:pt x="696" y="2433"/>
                  </a:lnTo>
                  <a:lnTo>
                    <a:pt x="580" y="2394"/>
                  </a:lnTo>
                  <a:lnTo>
                    <a:pt x="464" y="2317"/>
                  </a:lnTo>
                  <a:lnTo>
                    <a:pt x="387" y="2201"/>
                  </a:lnTo>
                  <a:lnTo>
                    <a:pt x="387" y="2085"/>
                  </a:lnTo>
                  <a:lnTo>
                    <a:pt x="426" y="1892"/>
                  </a:lnTo>
                  <a:lnTo>
                    <a:pt x="503" y="1699"/>
                  </a:lnTo>
                  <a:lnTo>
                    <a:pt x="657" y="1545"/>
                  </a:lnTo>
                  <a:lnTo>
                    <a:pt x="850" y="1468"/>
                  </a:lnTo>
                  <a:close/>
                  <a:moveTo>
                    <a:pt x="4866" y="3823"/>
                  </a:moveTo>
                  <a:lnTo>
                    <a:pt x="5021" y="3862"/>
                  </a:lnTo>
                  <a:lnTo>
                    <a:pt x="5137" y="3939"/>
                  </a:lnTo>
                  <a:lnTo>
                    <a:pt x="5253" y="4055"/>
                  </a:lnTo>
                  <a:lnTo>
                    <a:pt x="5330" y="4171"/>
                  </a:lnTo>
                  <a:lnTo>
                    <a:pt x="5330" y="4325"/>
                  </a:lnTo>
                  <a:lnTo>
                    <a:pt x="5330" y="4441"/>
                  </a:lnTo>
                  <a:lnTo>
                    <a:pt x="5291" y="4557"/>
                  </a:lnTo>
                  <a:lnTo>
                    <a:pt x="5137" y="4788"/>
                  </a:lnTo>
                  <a:lnTo>
                    <a:pt x="4944" y="4982"/>
                  </a:lnTo>
                  <a:lnTo>
                    <a:pt x="4751" y="5097"/>
                  </a:lnTo>
                  <a:lnTo>
                    <a:pt x="4557" y="5136"/>
                  </a:lnTo>
                  <a:lnTo>
                    <a:pt x="4171" y="5213"/>
                  </a:lnTo>
                  <a:lnTo>
                    <a:pt x="4171" y="5213"/>
                  </a:lnTo>
                  <a:lnTo>
                    <a:pt x="4210" y="4750"/>
                  </a:lnTo>
                  <a:lnTo>
                    <a:pt x="4287" y="4557"/>
                  </a:lnTo>
                  <a:lnTo>
                    <a:pt x="4364" y="4325"/>
                  </a:lnTo>
                  <a:lnTo>
                    <a:pt x="4519" y="4055"/>
                  </a:lnTo>
                  <a:lnTo>
                    <a:pt x="4635" y="3978"/>
                  </a:lnTo>
                  <a:lnTo>
                    <a:pt x="4751" y="3900"/>
                  </a:lnTo>
                  <a:lnTo>
                    <a:pt x="4866" y="3823"/>
                  </a:lnTo>
                  <a:close/>
                  <a:moveTo>
                    <a:pt x="7299" y="4518"/>
                  </a:moveTo>
                  <a:lnTo>
                    <a:pt x="7415" y="4595"/>
                  </a:lnTo>
                  <a:lnTo>
                    <a:pt x="7492" y="4673"/>
                  </a:lnTo>
                  <a:lnTo>
                    <a:pt x="7531" y="4788"/>
                  </a:lnTo>
                  <a:lnTo>
                    <a:pt x="7569" y="4943"/>
                  </a:lnTo>
                  <a:lnTo>
                    <a:pt x="7608" y="5175"/>
                  </a:lnTo>
                  <a:lnTo>
                    <a:pt x="7569" y="5445"/>
                  </a:lnTo>
                  <a:lnTo>
                    <a:pt x="7531" y="5677"/>
                  </a:lnTo>
                  <a:lnTo>
                    <a:pt x="7454" y="5908"/>
                  </a:lnTo>
                  <a:lnTo>
                    <a:pt x="7299" y="6101"/>
                  </a:lnTo>
                  <a:lnTo>
                    <a:pt x="7145" y="6294"/>
                  </a:lnTo>
                  <a:lnTo>
                    <a:pt x="6913" y="5870"/>
                  </a:lnTo>
                  <a:lnTo>
                    <a:pt x="6797" y="5677"/>
                  </a:lnTo>
                  <a:lnTo>
                    <a:pt x="6759" y="5445"/>
                  </a:lnTo>
                  <a:lnTo>
                    <a:pt x="6720" y="5136"/>
                  </a:lnTo>
                  <a:lnTo>
                    <a:pt x="6759" y="4943"/>
                  </a:lnTo>
                  <a:lnTo>
                    <a:pt x="6797" y="4788"/>
                  </a:lnTo>
                  <a:lnTo>
                    <a:pt x="6874" y="4634"/>
                  </a:lnTo>
                  <a:lnTo>
                    <a:pt x="6990" y="4557"/>
                  </a:lnTo>
                  <a:lnTo>
                    <a:pt x="7106" y="4518"/>
                  </a:lnTo>
                  <a:close/>
                  <a:moveTo>
                    <a:pt x="11161" y="4982"/>
                  </a:moveTo>
                  <a:lnTo>
                    <a:pt x="11276" y="5059"/>
                  </a:lnTo>
                  <a:lnTo>
                    <a:pt x="11354" y="5136"/>
                  </a:lnTo>
                  <a:lnTo>
                    <a:pt x="11392" y="5252"/>
                  </a:lnTo>
                  <a:lnTo>
                    <a:pt x="11431" y="5368"/>
                  </a:lnTo>
                  <a:lnTo>
                    <a:pt x="11392" y="5677"/>
                  </a:lnTo>
                  <a:lnTo>
                    <a:pt x="11315" y="5986"/>
                  </a:lnTo>
                  <a:lnTo>
                    <a:pt x="11161" y="6217"/>
                  </a:lnTo>
                  <a:lnTo>
                    <a:pt x="11083" y="6333"/>
                  </a:lnTo>
                  <a:lnTo>
                    <a:pt x="10968" y="6372"/>
                  </a:lnTo>
                  <a:lnTo>
                    <a:pt x="10890" y="6410"/>
                  </a:lnTo>
                  <a:lnTo>
                    <a:pt x="10736" y="6410"/>
                  </a:lnTo>
                  <a:lnTo>
                    <a:pt x="10697" y="6449"/>
                  </a:lnTo>
                  <a:lnTo>
                    <a:pt x="10659" y="6449"/>
                  </a:lnTo>
                  <a:lnTo>
                    <a:pt x="10466" y="6101"/>
                  </a:lnTo>
                  <a:lnTo>
                    <a:pt x="10388" y="5947"/>
                  </a:lnTo>
                  <a:lnTo>
                    <a:pt x="10350" y="5715"/>
                  </a:lnTo>
                  <a:lnTo>
                    <a:pt x="10350" y="5484"/>
                  </a:lnTo>
                  <a:lnTo>
                    <a:pt x="10427" y="5252"/>
                  </a:lnTo>
                  <a:lnTo>
                    <a:pt x="10581" y="5097"/>
                  </a:lnTo>
                  <a:lnTo>
                    <a:pt x="10697" y="5059"/>
                  </a:lnTo>
                  <a:lnTo>
                    <a:pt x="10813" y="4982"/>
                  </a:lnTo>
                  <a:close/>
                  <a:moveTo>
                    <a:pt x="3052" y="5522"/>
                  </a:moveTo>
                  <a:lnTo>
                    <a:pt x="3476" y="5561"/>
                  </a:lnTo>
                  <a:lnTo>
                    <a:pt x="3283" y="5947"/>
                  </a:lnTo>
                  <a:lnTo>
                    <a:pt x="3167" y="6140"/>
                  </a:lnTo>
                  <a:lnTo>
                    <a:pt x="3013" y="6294"/>
                  </a:lnTo>
                  <a:lnTo>
                    <a:pt x="2858" y="6410"/>
                  </a:lnTo>
                  <a:lnTo>
                    <a:pt x="2704" y="6488"/>
                  </a:lnTo>
                  <a:lnTo>
                    <a:pt x="2472" y="6488"/>
                  </a:lnTo>
                  <a:lnTo>
                    <a:pt x="2279" y="6410"/>
                  </a:lnTo>
                  <a:lnTo>
                    <a:pt x="2125" y="6294"/>
                  </a:lnTo>
                  <a:lnTo>
                    <a:pt x="2086" y="6179"/>
                  </a:lnTo>
                  <a:lnTo>
                    <a:pt x="2086" y="6063"/>
                  </a:lnTo>
                  <a:lnTo>
                    <a:pt x="2125" y="5908"/>
                  </a:lnTo>
                  <a:lnTo>
                    <a:pt x="2241" y="5792"/>
                  </a:lnTo>
                  <a:lnTo>
                    <a:pt x="2356" y="5677"/>
                  </a:lnTo>
                  <a:lnTo>
                    <a:pt x="2472" y="5599"/>
                  </a:lnTo>
                  <a:lnTo>
                    <a:pt x="2588" y="5561"/>
                  </a:lnTo>
                  <a:lnTo>
                    <a:pt x="2820" y="5522"/>
                  </a:lnTo>
                  <a:close/>
                  <a:moveTo>
                    <a:pt x="7222" y="6796"/>
                  </a:moveTo>
                  <a:lnTo>
                    <a:pt x="7183" y="7260"/>
                  </a:lnTo>
                  <a:lnTo>
                    <a:pt x="7106" y="7453"/>
                  </a:lnTo>
                  <a:lnTo>
                    <a:pt x="7029" y="7685"/>
                  </a:lnTo>
                  <a:lnTo>
                    <a:pt x="6874" y="7916"/>
                  </a:lnTo>
                  <a:lnTo>
                    <a:pt x="6681" y="8148"/>
                  </a:lnTo>
                  <a:lnTo>
                    <a:pt x="6565" y="8225"/>
                  </a:lnTo>
                  <a:lnTo>
                    <a:pt x="6450" y="8264"/>
                  </a:lnTo>
                  <a:lnTo>
                    <a:pt x="6295" y="8302"/>
                  </a:lnTo>
                  <a:lnTo>
                    <a:pt x="6141" y="8225"/>
                  </a:lnTo>
                  <a:lnTo>
                    <a:pt x="6025" y="8148"/>
                  </a:lnTo>
                  <a:lnTo>
                    <a:pt x="5948" y="8032"/>
                  </a:lnTo>
                  <a:lnTo>
                    <a:pt x="5909" y="7916"/>
                  </a:lnTo>
                  <a:lnTo>
                    <a:pt x="5909" y="7800"/>
                  </a:lnTo>
                  <a:lnTo>
                    <a:pt x="5948" y="7646"/>
                  </a:lnTo>
                  <a:lnTo>
                    <a:pt x="6025" y="7530"/>
                  </a:lnTo>
                  <a:lnTo>
                    <a:pt x="6179" y="7298"/>
                  </a:lnTo>
                  <a:lnTo>
                    <a:pt x="6411" y="7144"/>
                  </a:lnTo>
                  <a:lnTo>
                    <a:pt x="6643" y="7028"/>
                  </a:lnTo>
                  <a:lnTo>
                    <a:pt x="7183" y="6835"/>
                  </a:lnTo>
                  <a:lnTo>
                    <a:pt x="7183" y="6796"/>
                  </a:lnTo>
                  <a:close/>
                  <a:moveTo>
                    <a:pt x="10620" y="7144"/>
                  </a:moveTo>
                  <a:lnTo>
                    <a:pt x="10659" y="7337"/>
                  </a:lnTo>
                  <a:lnTo>
                    <a:pt x="10697" y="7530"/>
                  </a:lnTo>
                  <a:lnTo>
                    <a:pt x="10697" y="7685"/>
                  </a:lnTo>
                  <a:lnTo>
                    <a:pt x="10659" y="7878"/>
                  </a:lnTo>
                  <a:lnTo>
                    <a:pt x="10620" y="8032"/>
                  </a:lnTo>
                  <a:lnTo>
                    <a:pt x="10504" y="8187"/>
                  </a:lnTo>
                  <a:lnTo>
                    <a:pt x="10427" y="8341"/>
                  </a:lnTo>
                  <a:lnTo>
                    <a:pt x="10272" y="8457"/>
                  </a:lnTo>
                  <a:lnTo>
                    <a:pt x="10118" y="8573"/>
                  </a:lnTo>
                  <a:lnTo>
                    <a:pt x="9925" y="8611"/>
                  </a:lnTo>
                  <a:lnTo>
                    <a:pt x="9848" y="8573"/>
                  </a:lnTo>
                  <a:lnTo>
                    <a:pt x="9770" y="8573"/>
                  </a:lnTo>
                  <a:lnTo>
                    <a:pt x="9732" y="8496"/>
                  </a:lnTo>
                  <a:lnTo>
                    <a:pt x="9655" y="8418"/>
                  </a:lnTo>
                  <a:lnTo>
                    <a:pt x="9616" y="8225"/>
                  </a:lnTo>
                  <a:lnTo>
                    <a:pt x="9655" y="8071"/>
                  </a:lnTo>
                  <a:lnTo>
                    <a:pt x="9732" y="7916"/>
                  </a:lnTo>
                  <a:lnTo>
                    <a:pt x="9809" y="7762"/>
                  </a:lnTo>
                  <a:lnTo>
                    <a:pt x="10002" y="7569"/>
                  </a:lnTo>
                  <a:lnTo>
                    <a:pt x="10195" y="7414"/>
                  </a:lnTo>
                  <a:lnTo>
                    <a:pt x="10388" y="7260"/>
                  </a:lnTo>
                  <a:lnTo>
                    <a:pt x="10620" y="7144"/>
                  </a:lnTo>
                  <a:close/>
                  <a:moveTo>
                    <a:pt x="1854" y="0"/>
                  </a:moveTo>
                  <a:lnTo>
                    <a:pt x="1507" y="39"/>
                  </a:lnTo>
                  <a:lnTo>
                    <a:pt x="1584" y="734"/>
                  </a:lnTo>
                  <a:lnTo>
                    <a:pt x="1700" y="1429"/>
                  </a:lnTo>
                  <a:lnTo>
                    <a:pt x="1584" y="1313"/>
                  </a:lnTo>
                  <a:lnTo>
                    <a:pt x="1430" y="1236"/>
                  </a:lnTo>
                  <a:lnTo>
                    <a:pt x="1275" y="1159"/>
                  </a:lnTo>
                  <a:lnTo>
                    <a:pt x="1082" y="1120"/>
                  </a:lnTo>
                  <a:lnTo>
                    <a:pt x="889" y="1120"/>
                  </a:lnTo>
                  <a:lnTo>
                    <a:pt x="735" y="1159"/>
                  </a:lnTo>
                  <a:lnTo>
                    <a:pt x="542" y="1236"/>
                  </a:lnTo>
                  <a:lnTo>
                    <a:pt x="387" y="1313"/>
                  </a:lnTo>
                  <a:lnTo>
                    <a:pt x="271" y="1429"/>
                  </a:lnTo>
                  <a:lnTo>
                    <a:pt x="155" y="1545"/>
                  </a:lnTo>
                  <a:lnTo>
                    <a:pt x="78" y="1738"/>
                  </a:lnTo>
                  <a:lnTo>
                    <a:pt x="40" y="1892"/>
                  </a:lnTo>
                  <a:lnTo>
                    <a:pt x="1" y="2085"/>
                  </a:lnTo>
                  <a:lnTo>
                    <a:pt x="40" y="2240"/>
                  </a:lnTo>
                  <a:lnTo>
                    <a:pt x="78" y="2394"/>
                  </a:lnTo>
                  <a:lnTo>
                    <a:pt x="155" y="2549"/>
                  </a:lnTo>
                  <a:lnTo>
                    <a:pt x="271" y="2665"/>
                  </a:lnTo>
                  <a:lnTo>
                    <a:pt x="387" y="2742"/>
                  </a:lnTo>
                  <a:lnTo>
                    <a:pt x="542" y="2819"/>
                  </a:lnTo>
                  <a:lnTo>
                    <a:pt x="735" y="2858"/>
                  </a:lnTo>
                  <a:lnTo>
                    <a:pt x="1044" y="2858"/>
                  </a:lnTo>
                  <a:lnTo>
                    <a:pt x="1352" y="2742"/>
                  </a:lnTo>
                  <a:lnTo>
                    <a:pt x="1661" y="2587"/>
                  </a:lnTo>
                  <a:lnTo>
                    <a:pt x="1932" y="2356"/>
                  </a:lnTo>
                  <a:lnTo>
                    <a:pt x="2163" y="3089"/>
                  </a:lnTo>
                  <a:lnTo>
                    <a:pt x="2434" y="3823"/>
                  </a:lnTo>
                  <a:lnTo>
                    <a:pt x="2820" y="4518"/>
                  </a:lnTo>
                  <a:lnTo>
                    <a:pt x="3013" y="4827"/>
                  </a:lnTo>
                  <a:lnTo>
                    <a:pt x="3245" y="5136"/>
                  </a:lnTo>
                  <a:lnTo>
                    <a:pt x="2936" y="5136"/>
                  </a:lnTo>
                  <a:lnTo>
                    <a:pt x="2588" y="5175"/>
                  </a:lnTo>
                  <a:lnTo>
                    <a:pt x="2318" y="5252"/>
                  </a:lnTo>
                  <a:lnTo>
                    <a:pt x="2048" y="5445"/>
                  </a:lnTo>
                  <a:lnTo>
                    <a:pt x="1932" y="5561"/>
                  </a:lnTo>
                  <a:lnTo>
                    <a:pt x="1854" y="5677"/>
                  </a:lnTo>
                  <a:lnTo>
                    <a:pt x="1777" y="5831"/>
                  </a:lnTo>
                  <a:lnTo>
                    <a:pt x="1739" y="5986"/>
                  </a:lnTo>
                  <a:lnTo>
                    <a:pt x="1700" y="6140"/>
                  </a:lnTo>
                  <a:lnTo>
                    <a:pt x="1739" y="6294"/>
                  </a:lnTo>
                  <a:lnTo>
                    <a:pt x="1777" y="6449"/>
                  </a:lnTo>
                  <a:lnTo>
                    <a:pt x="1893" y="6603"/>
                  </a:lnTo>
                  <a:lnTo>
                    <a:pt x="2009" y="6681"/>
                  </a:lnTo>
                  <a:lnTo>
                    <a:pt x="2125" y="6758"/>
                  </a:lnTo>
                  <a:lnTo>
                    <a:pt x="2279" y="6835"/>
                  </a:lnTo>
                  <a:lnTo>
                    <a:pt x="2434" y="6874"/>
                  </a:lnTo>
                  <a:lnTo>
                    <a:pt x="2588" y="6874"/>
                  </a:lnTo>
                  <a:lnTo>
                    <a:pt x="2743" y="6835"/>
                  </a:lnTo>
                  <a:lnTo>
                    <a:pt x="2897" y="6796"/>
                  </a:lnTo>
                  <a:lnTo>
                    <a:pt x="3052" y="6719"/>
                  </a:lnTo>
                  <a:lnTo>
                    <a:pt x="3283" y="6526"/>
                  </a:lnTo>
                  <a:lnTo>
                    <a:pt x="3476" y="6294"/>
                  </a:lnTo>
                  <a:lnTo>
                    <a:pt x="3631" y="5986"/>
                  </a:lnTo>
                  <a:lnTo>
                    <a:pt x="3747" y="5677"/>
                  </a:lnTo>
                  <a:lnTo>
                    <a:pt x="4171" y="6024"/>
                  </a:lnTo>
                  <a:lnTo>
                    <a:pt x="4635" y="6333"/>
                  </a:lnTo>
                  <a:lnTo>
                    <a:pt x="5137" y="6565"/>
                  </a:lnTo>
                  <a:lnTo>
                    <a:pt x="5716" y="6719"/>
                  </a:lnTo>
                  <a:lnTo>
                    <a:pt x="6218" y="6796"/>
                  </a:lnTo>
                  <a:lnTo>
                    <a:pt x="6025" y="6912"/>
                  </a:lnTo>
                  <a:lnTo>
                    <a:pt x="5870" y="7028"/>
                  </a:lnTo>
                  <a:lnTo>
                    <a:pt x="5755" y="7183"/>
                  </a:lnTo>
                  <a:lnTo>
                    <a:pt x="5639" y="7376"/>
                  </a:lnTo>
                  <a:lnTo>
                    <a:pt x="5561" y="7530"/>
                  </a:lnTo>
                  <a:lnTo>
                    <a:pt x="5523" y="7685"/>
                  </a:lnTo>
                  <a:lnTo>
                    <a:pt x="5523" y="7878"/>
                  </a:lnTo>
                  <a:lnTo>
                    <a:pt x="5523" y="8032"/>
                  </a:lnTo>
                  <a:lnTo>
                    <a:pt x="5561" y="8187"/>
                  </a:lnTo>
                  <a:lnTo>
                    <a:pt x="5639" y="8341"/>
                  </a:lnTo>
                  <a:lnTo>
                    <a:pt x="5755" y="8457"/>
                  </a:lnTo>
                  <a:lnTo>
                    <a:pt x="5909" y="8573"/>
                  </a:lnTo>
                  <a:lnTo>
                    <a:pt x="6063" y="8650"/>
                  </a:lnTo>
                  <a:lnTo>
                    <a:pt x="6257" y="8689"/>
                  </a:lnTo>
                  <a:lnTo>
                    <a:pt x="6411" y="8689"/>
                  </a:lnTo>
                  <a:lnTo>
                    <a:pt x="6604" y="8650"/>
                  </a:lnTo>
                  <a:lnTo>
                    <a:pt x="6759" y="8573"/>
                  </a:lnTo>
                  <a:lnTo>
                    <a:pt x="6952" y="8457"/>
                  </a:lnTo>
                  <a:lnTo>
                    <a:pt x="7067" y="8341"/>
                  </a:lnTo>
                  <a:lnTo>
                    <a:pt x="7183" y="8187"/>
                  </a:lnTo>
                  <a:lnTo>
                    <a:pt x="7376" y="7878"/>
                  </a:lnTo>
                  <a:lnTo>
                    <a:pt x="7492" y="7530"/>
                  </a:lnTo>
                  <a:lnTo>
                    <a:pt x="7531" y="7183"/>
                  </a:lnTo>
                  <a:lnTo>
                    <a:pt x="7531" y="6796"/>
                  </a:lnTo>
                  <a:lnTo>
                    <a:pt x="8882" y="6719"/>
                  </a:lnTo>
                  <a:lnTo>
                    <a:pt x="9577" y="6719"/>
                  </a:lnTo>
                  <a:lnTo>
                    <a:pt x="10272" y="6796"/>
                  </a:lnTo>
                  <a:lnTo>
                    <a:pt x="10466" y="6835"/>
                  </a:lnTo>
                  <a:lnTo>
                    <a:pt x="10311" y="6912"/>
                  </a:lnTo>
                  <a:lnTo>
                    <a:pt x="10118" y="7028"/>
                  </a:lnTo>
                  <a:lnTo>
                    <a:pt x="9809" y="7260"/>
                  </a:lnTo>
                  <a:lnTo>
                    <a:pt x="9539" y="7569"/>
                  </a:lnTo>
                  <a:lnTo>
                    <a:pt x="9423" y="7723"/>
                  </a:lnTo>
                  <a:lnTo>
                    <a:pt x="9346" y="7916"/>
                  </a:lnTo>
                  <a:lnTo>
                    <a:pt x="9307" y="8109"/>
                  </a:lnTo>
                  <a:lnTo>
                    <a:pt x="9269" y="8264"/>
                  </a:lnTo>
                  <a:lnTo>
                    <a:pt x="9307" y="8457"/>
                  </a:lnTo>
                  <a:lnTo>
                    <a:pt x="9384" y="8611"/>
                  </a:lnTo>
                  <a:lnTo>
                    <a:pt x="9462" y="8766"/>
                  </a:lnTo>
                  <a:lnTo>
                    <a:pt x="9616" y="8882"/>
                  </a:lnTo>
                  <a:lnTo>
                    <a:pt x="9770" y="8959"/>
                  </a:lnTo>
                  <a:lnTo>
                    <a:pt x="9964" y="8998"/>
                  </a:lnTo>
                  <a:lnTo>
                    <a:pt x="10157" y="8959"/>
                  </a:lnTo>
                  <a:lnTo>
                    <a:pt x="10311" y="8882"/>
                  </a:lnTo>
                  <a:lnTo>
                    <a:pt x="10466" y="8804"/>
                  </a:lnTo>
                  <a:lnTo>
                    <a:pt x="10620" y="8650"/>
                  </a:lnTo>
                  <a:lnTo>
                    <a:pt x="10736" y="8534"/>
                  </a:lnTo>
                  <a:lnTo>
                    <a:pt x="10852" y="8341"/>
                  </a:lnTo>
                  <a:lnTo>
                    <a:pt x="10929" y="8187"/>
                  </a:lnTo>
                  <a:lnTo>
                    <a:pt x="11006" y="7994"/>
                  </a:lnTo>
                  <a:lnTo>
                    <a:pt x="11045" y="7762"/>
                  </a:lnTo>
                  <a:lnTo>
                    <a:pt x="11045" y="7492"/>
                  </a:lnTo>
                  <a:lnTo>
                    <a:pt x="10968" y="7221"/>
                  </a:lnTo>
                  <a:lnTo>
                    <a:pt x="10890" y="6990"/>
                  </a:lnTo>
                  <a:lnTo>
                    <a:pt x="10929" y="6951"/>
                  </a:lnTo>
                  <a:lnTo>
                    <a:pt x="11431" y="7105"/>
                  </a:lnTo>
                  <a:lnTo>
                    <a:pt x="11894" y="7376"/>
                  </a:lnTo>
                  <a:lnTo>
                    <a:pt x="12319" y="7685"/>
                  </a:lnTo>
                  <a:lnTo>
                    <a:pt x="12512" y="7839"/>
                  </a:lnTo>
                  <a:lnTo>
                    <a:pt x="12705" y="8032"/>
                  </a:lnTo>
                  <a:lnTo>
                    <a:pt x="12898" y="8341"/>
                  </a:lnTo>
                  <a:lnTo>
                    <a:pt x="13091" y="8650"/>
                  </a:lnTo>
                  <a:lnTo>
                    <a:pt x="13207" y="8920"/>
                  </a:lnTo>
                  <a:lnTo>
                    <a:pt x="13284" y="9268"/>
                  </a:lnTo>
                  <a:lnTo>
                    <a:pt x="13323" y="9577"/>
                  </a:lnTo>
                  <a:lnTo>
                    <a:pt x="13362" y="9924"/>
                  </a:lnTo>
                  <a:lnTo>
                    <a:pt x="13323" y="10619"/>
                  </a:lnTo>
                  <a:lnTo>
                    <a:pt x="13323" y="10658"/>
                  </a:lnTo>
                  <a:lnTo>
                    <a:pt x="13362" y="10735"/>
                  </a:lnTo>
                  <a:lnTo>
                    <a:pt x="13439" y="10774"/>
                  </a:lnTo>
                  <a:lnTo>
                    <a:pt x="13555" y="10774"/>
                  </a:lnTo>
                  <a:lnTo>
                    <a:pt x="13632" y="10697"/>
                  </a:lnTo>
                  <a:lnTo>
                    <a:pt x="13709" y="10465"/>
                  </a:lnTo>
                  <a:lnTo>
                    <a:pt x="13786" y="10272"/>
                  </a:lnTo>
                  <a:lnTo>
                    <a:pt x="13825" y="10040"/>
                  </a:lnTo>
                  <a:lnTo>
                    <a:pt x="13825" y="9808"/>
                  </a:lnTo>
                  <a:lnTo>
                    <a:pt x="13786" y="9384"/>
                  </a:lnTo>
                  <a:lnTo>
                    <a:pt x="13671" y="8920"/>
                  </a:lnTo>
                  <a:lnTo>
                    <a:pt x="13478" y="8496"/>
                  </a:lnTo>
                  <a:lnTo>
                    <a:pt x="13246" y="8109"/>
                  </a:lnTo>
                  <a:lnTo>
                    <a:pt x="12976" y="7723"/>
                  </a:lnTo>
                  <a:lnTo>
                    <a:pt x="12667" y="7414"/>
                  </a:lnTo>
                  <a:lnTo>
                    <a:pt x="12319" y="7144"/>
                  </a:lnTo>
                  <a:lnTo>
                    <a:pt x="11972" y="6912"/>
                  </a:lnTo>
                  <a:lnTo>
                    <a:pt x="11585" y="6719"/>
                  </a:lnTo>
                  <a:lnTo>
                    <a:pt x="11199" y="6565"/>
                  </a:lnTo>
                  <a:lnTo>
                    <a:pt x="11392" y="6410"/>
                  </a:lnTo>
                  <a:lnTo>
                    <a:pt x="11585" y="6140"/>
                  </a:lnTo>
                  <a:lnTo>
                    <a:pt x="11701" y="5831"/>
                  </a:lnTo>
                  <a:lnTo>
                    <a:pt x="11740" y="5522"/>
                  </a:lnTo>
                  <a:lnTo>
                    <a:pt x="11740" y="5213"/>
                  </a:lnTo>
                  <a:lnTo>
                    <a:pt x="11701" y="5059"/>
                  </a:lnTo>
                  <a:lnTo>
                    <a:pt x="11624" y="4943"/>
                  </a:lnTo>
                  <a:lnTo>
                    <a:pt x="11547" y="4827"/>
                  </a:lnTo>
                  <a:lnTo>
                    <a:pt x="11431" y="4750"/>
                  </a:lnTo>
                  <a:lnTo>
                    <a:pt x="11276" y="4673"/>
                  </a:lnTo>
                  <a:lnTo>
                    <a:pt x="11122" y="4634"/>
                  </a:lnTo>
                  <a:lnTo>
                    <a:pt x="10774" y="4634"/>
                  </a:lnTo>
                  <a:lnTo>
                    <a:pt x="10581" y="4711"/>
                  </a:lnTo>
                  <a:lnTo>
                    <a:pt x="10427" y="4788"/>
                  </a:lnTo>
                  <a:lnTo>
                    <a:pt x="10311" y="4866"/>
                  </a:lnTo>
                  <a:lnTo>
                    <a:pt x="10195" y="5020"/>
                  </a:lnTo>
                  <a:lnTo>
                    <a:pt x="10079" y="5136"/>
                  </a:lnTo>
                  <a:lnTo>
                    <a:pt x="10002" y="5329"/>
                  </a:lnTo>
                  <a:lnTo>
                    <a:pt x="9964" y="5561"/>
                  </a:lnTo>
                  <a:lnTo>
                    <a:pt x="9964" y="5831"/>
                  </a:lnTo>
                  <a:lnTo>
                    <a:pt x="10041" y="6063"/>
                  </a:lnTo>
                  <a:lnTo>
                    <a:pt x="10118" y="6333"/>
                  </a:lnTo>
                  <a:lnTo>
                    <a:pt x="9462" y="6256"/>
                  </a:lnTo>
                  <a:lnTo>
                    <a:pt x="8805" y="6256"/>
                  </a:lnTo>
                  <a:lnTo>
                    <a:pt x="7492" y="6333"/>
                  </a:lnTo>
                  <a:lnTo>
                    <a:pt x="7685" y="6063"/>
                  </a:lnTo>
                  <a:lnTo>
                    <a:pt x="7801" y="5792"/>
                  </a:lnTo>
                  <a:lnTo>
                    <a:pt x="7878" y="5522"/>
                  </a:lnTo>
                  <a:lnTo>
                    <a:pt x="7956" y="5213"/>
                  </a:lnTo>
                  <a:lnTo>
                    <a:pt x="7917" y="4866"/>
                  </a:lnTo>
                  <a:lnTo>
                    <a:pt x="7878" y="4711"/>
                  </a:lnTo>
                  <a:lnTo>
                    <a:pt x="7801" y="4557"/>
                  </a:lnTo>
                  <a:lnTo>
                    <a:pt x="7724" y="4402"/>
                  </a:lnTo>
                  <a:lnTo>
                    <a:pt x="7608" y="4287"/>
                  </a:lnTo>
                  <a:lnTo>
                    <a:pt x="7492" y="4209"/>
                  </a:lnTo>
                  <a:lnTo>
                    <a:pt x="7299" y="4132"/>
                  </a:lnTo>
                  <a:lnTo>
                    <a:pt x="6990" y="4132"/>
                  </a:lnTo>
                  <a:lnTo>
                    <a:pt x="6836" y="4209"/>
                  </a:lnTo>
                  <a:lnTo>
                    <a:pt x="6720" y="4325"/>
                  </a:lnTo>
                  <a:lnTo>
                    <a:pt x="6604" y="4441"/>
                  </a:lnTo>
                  <a:lnTo>
                    <a:pt x="6527" y="4595"/>
                  </a:lnTo>
                  <a:lnTo>
                    <a:pt x="6411" y="4904"/>
                  </a:lnTo>
                  <a:lnTo>
                    <a:pt x="6372" y="5252"/>
                  </a:lnTo>
                  <a:lnTo>
                    <a:pt x="6411" y="5638"/>
                  </a:lnTo>
                  <a:lnTo>
                    <a:pt x="6450" y="5831"/>
                  </a:lnTo>
                  <a:lnTo>
                    <a:pt x="6527" y="6024"/>
                  </a:lnTo>
                  <a:lnTo>
                    <a:pt x="6643" y="6179"/>
                  </a:lnTo>
                  <a:lnTo>
                    <a:pt x="6759" y="6333"/>
                  </a:lnTo>
                  <a:lnTo>
                    <a:pt x="6102" y="6256"/>
                  </a:lnTo>
                  <a:lnTo>
                    <a:pt x="5755" y="6217"/>
                  </a:lnTo>
                  <a:lnTo>
                    <a:pt x="5446" y="6140"/>
                  </a:lnTo>
                  <a:lnTo>
                    <a:pt x="5137" y="6024"/>
                  </a:lnTo>
                  <a:lnTo>
                    <a:pt x="4828" y="5870"/>
                  </a:lnTo>
                  <a:lnTo>
                    <a:pt x="4519" y="5715"/>
                  </a:lnTo>
                  <a:lnTo>
                    <a:pt x="4210" y="5522"/>
                  </a:lnTo>
                  <a:lnTo>
                    <a:pt x="4557" y="5484"/>
                  </a:lnTo>
                  <a:lnTo>
                    <a:pt x="4905" y="5406"/>
                  </a:lnTo>
                  <a:lnTo>
                    <a:pt x="5175" y="5252"/>
                  </a:lnTo>
                  <a:lnTo>
                    <a:pt x="5446" y="5020"/>
                  </a:lnTo>
                  <a:lnTo>
                    <a:pt x="5561" y="4866"/>
                  </a:lnTo>
                  <a:lnTo>
                    <a:pt x="5639" y="4711"/>
                  </a:lnTo>
                  <a:lnTo>
                    <a:pt x="5677" y="4518"/>
                  </a:lnTo>
                  <a:lnTo>
                    <a:pt x="5716" y="4364"/>
                  </a:lnTo>
                  <a:lnTo>
                    <a:pt x="5716" y="4171"/>
                  </a:lnTo>
                  <a:lnTo>
                    <a:pt x="5639" y="4016"/>
                  </a:lnTo>
                  <a:lnTo>
                    <a:pt x="5561" y="3862"/>
                  </a:lnTo>
                  <a:lnTo>
                    <a:pt x="5446" y="3707"/>
                  </a:lnTo>
                  <a:lnTo>
                    <a:pt x="5330" y="3591"/>
                  </a:lnTo>
                  <a:lnTo>
                    <a:pt x="5175" y="3514"/>
                  </a:lnTo>
                  <a:lnTo>
                    <a:pt x="5021" y="3476"/>
                  </a:lnTo>
                  <a:lnTo>
                    <a:pt x="4866" y="3437"/>
                  </a:lnTo>
                  <a:lnTo>
                    <a:pt x="4712" y="3476"/>
                  </a:lnTo>
                  <a:lnTo>
                    <a:pt x="4557" y="3514"/>
                  </a:lnTo>
                  <a:lnTo>
                    <a:pt x="4442" y="3630"/>
                  </a:lnTo>
                  <a:lnTo>
                    <a:pt x="4287" y="3707"/>
                  </a:lnTo>
                  <a:lnTo>
                    <a:pt x="4171" y="3862"/>
                  </a:lnTo>
                  <a:lnTo>
                    <a:pt x="4055" y="4016"/>
                  </a:lnTo>
                  <a:lnTo>
                    <a:pt x="3940" y="4364"/>
                  </a:lnTo>
                  <a:lnTo>
                    <a:pt x="3824" y="4750"/>
                  </a:lnTo>
                  <a:lnTo>
                    <a:pt x="3785" y="5097"/>
                  </a:lnTo>
                  <a:lnTo>
                    <a:pt x="3515" y="4788"/>
                  </a:lnTo>
                  <a:lnTo>
                    <a:pt x="3283" y="4441"/>
                  </a:lnTo>
                  <a:lnTo>
                    <a:pt x="3052" y="4093"/>
                  </a:lnTo>
                  <a:lnTo>
                    <a:pt x="2858" y="3746"/>
                  </a:lnTo>
                  <a:lnTo>
                    <a:pt x="2704" y="3398"/>
                  </a:lnTo>
                  <a:lnTo>
                    <a:pt x="2550" y="3012"/>
                  </a:lnTo>
                  <a:lnTo>
                    <a:pt x="2318" y="2240"/>
                  </a:lnTo>
                  <a:lnTo>
                    <a:pt x="2318" y="2240"/>
                  </a:lnTo>
                  <a:lnTo>
                    <a:pt x="2588" y="2317"/>
                  </a:lnTo>
                  <a:lnTo>
                    <a:pt x="2858" y="2356"/>
                  </a:lnTo>
                  <a:lnTo>
                    <a:pt x="3129" y="2356"/>
                  </a:lnTo>
                  <a:lnTo>
                    <a:pt x="3399" y="2279"/>
                  </a:lnTo>
                  <a:lnTo>
                    <a:pt x="3554" y="2201"/>
                  </a:lnTo>
                  <a:lnTo>
                    <a:pt x="3708" y="2085"/>
                  </a:lnTo>
                  <a:lnTo>
                    <a:pt x="3824" y="1970"/>
                  </a:lnTo>
                  <a:lnTo>
                    <a:pt x="3940" y="1815"/>
                  </a:lnTo>
                  <a:lnTo>
                    <a:pt x="4017" y="1661"/>
                  </a:lnTo>
                  <a:lnTo>
                    <a:pt x="4055" y="1506"/>
                  </a:lnTo>
                  <a:lnTo>
                    <a:pt x="4055" y="1313"/>
                  </a:lnTo>
                  <a:lnTo>
                    <a:pt x="4017" y="1159"/>
                  </a:lnTo>
                  <a:lnTo>
                    <a:pt x="3978" y="1004"/>
                  </a:lnTo>
                  <a:lnTo>
                    <a:pt x="3862" y="850"/>
                  </a:lnTo>
                  <a:lnTo>
                    <a:pt x="3747" y="773"/>
                  </a:lnTo>
                  <a:lnTo>
                    <a:pt x="3592" y="695"/>
                  </a:lnTo>
                  <a:lnTo>
                    <a:pt x="3438" y="618"/>
                  </a:lnTo>
                  <a:lnTo>
                    <a:pt x="3283" y="579"/>
                  </a:lnTo>
                  <a:lnTo>
                    <a:pt x="3129" y="579"/>
                  </a:lnTo>
                  <a:lnTo>
                    <a:pt x="2974" y="618"/>
                  </a:lnTo>
                  <a:lnTo>
                    <a:pt x="2820" y="657"/>
                  </a:lnTo>
                  <a:lnTo>
                    <a:pt x="2665" y="734"/>
                  </a:lnTo>
                  <a:lnTo>
                    <a:pt x="2434" y="927"/>
                  </a:lnTo>
                  <a:lnTo>
                    <a:pt x="2241" y="1159"/>
                  </a:lnTo>
                  <a:lnTo>
                    <a:pt x="2125" y="146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5"/>
            <p:cNvSpPr/>
            <p:nvPr/>
          </p:nvSpPr>
          <p:spPr>
            <a:xfrm>
              <a:off x="1572250" y="3880275"/>
              <a:ext cx="267450" cy="210475"/>
            </a:xfrm>
            <a:custGeom>
              <a:avLst/>
              <a:gdLst/>
              <a:ahLst/>
              <a:cxnLst/>
              <a:rect l="l" t="t" r="r" b="b"/>
              <a:pathLst>
                <a:path w="10698" h="8419" extrusionOk="0">
                  <a:moveTo>
                    <a:pt x="155" y="1"/>
                  </a:moveTo>
                  <a:lnTo>
                    <a:pt x="1" y="233"/>
                  </a:lnTo>
                  <a:lnTo>
                    <a:pt x="1391" y="1314"/>
                  </a:lnTo>
                  <a:lnTo>
                    <a:pt x="2781" y="2395"/>
                  </a:lnTo>
                  <a:lnTo>
                    <a:pt x="4210" y="3476"/>
                  </a:lnTo>
                  <a:lnTo>
                    <a:pt x="5600" y="4596"/>
                  </a:lnTo>
                  <a:lnTo>
                    <a:pt x="6951" y="5677"/>
                  </a:lnTo>
                  <a:lnTo>
                    <a:pt x="8303" y="6797"/>
                  </a:lnTo>
                  <a:lnTo>
                    <a:pt x="9616" y="7917"/>
                  </a:lnTo>
                  <a:lnTo>
                    <a:pt x="9963" y="8226"/>
                  </a:lnTo>
                  <a:lnTo>
                    <a:pt x="10118" y="8342"/>
                  </a:lnTo>
                  <a:lnTo>
                    <a:pt x="10311" y="8419"/>
                  </a:lnTo>
                  <a:lnTo>
                    <a:pt x="10658" y="8380"/>
                  </a:lnTo>
                  <a:lnTo>
                    <a:pt x="10697" y="8264"/>
                  </a:lnTo>
                  <a:lnTo>
                    <a:pt x="10697" y="8149"/>
                  </a:lnTo>
                  <a:lnTo>
                    <a:pt x="10658" y="8033"/>
                  </a:lnTo>
                  <a:lnTo>
                    <a:pt x="10658" y="7994"/>
                  </a:lnTo>
                  <a:lnTo>
                    <a:pt x="10311" y="7917"/>
                  </a:lnTo>
                  <a:lnTo>
                    <a:pt x="10002" y="6952"/>
                  </a:lnTo>
                  <a:lnTo>
                    <a:pt x="9654" y="5986"/>
                  </a:lnTo>
                  <a:lnTo>
                    <a:pt x="8882" y="4094"/>
                  </a:lnTo>
                  <a:lnTo>
                    <a:pt x="8380" y="2781"/>
                  </a:lnTo>
                  <a:lnTo>
                    <a:pt x="7994" y="2936"/>
                  </a:lnTo>
                  <a:lnTo>
                    <a:pt x="8419" y="3940"/>
                  </a:lnTo>
                  <a:lnTo>
                    <a:pt x="9037" y="5677"/>
                  </a:lnTo>
                  <a:lnTo>
                    <a:pt x="9346" y="6565"/>
                  </a:lnTo>
                  <a:lnTo>
                    <a:pt x="9654" y="7415"/>
                  </a:lnTo>
                  <a:lnTo>
                    <a:pt x="9230" y="7029"/>
                  </a:lnTo>
                  <a:lnTo>
                    <a:pt x="7994" y="5986"/>
                  </a:lnTo>
                  <a:lnTo>
                    <a:pt x="6720" y="4905"/>
                  </a:lnTo>
                  <a:lnTo>
                    <a:pt x="5407" y="3862"/>
                  </a:lnTo>
                  <a:lnTo>
                    <a:pt x="4133" y="2858"/>
                  </a:lnTo>
                  <a:lnTo>
                    <a:pt x="2820" y="1854"/>
                  </a:lnTo>
                  <a:lnTo>
                    <a:pt x="1507" y="928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5"/>
            <p:cNvSpPr/>
            <p:nvPr/>
          </p:nvSpPr>
          <p:spPr>
            <a:xfrm>
              <a:off x="1564525" y="3658250"/>
              <a:ext cx="248125" cy="295425"/>
            </a:xfrm>
            <a:custGeom>
              <a:avLst/>
              <a:gdLst/>
              <a:ahLst/>
              <a:cxnLst/>
              <a:rect l="l" t="t" r="r" b="b"/>
              <a:pathLst>
                <a:path w="9925" h="11817" extrusionOk="0">
                  <a:moveTo>
                    <a:pt x="3785" y="850"/>
                  </a:moveTo>
                  <a:lnTo>
                    <a:pt x="4326" y="2279"/>
                  </a:lnTo>
                  <a:lnTo>
                    <a:pt x="4944" y="3746"/>
                  </a:lnTo>
                  <a:lnTo>
                    <a:pt x="6179" y="6565"/>
                  </a:lnTo>
                  <a:lnTo>
                    <a:pt x="3322" y="7492"/>
                  </a:lnTo>
                  <a:lnTo>
                    <a:pt x="1893" y="7955"/>
                  </a:lnTo>
                  <a:lnTo>
                    <a:pt x="464" y="8457"/>
                  </a:lnTo>
                  <a:lnTo>
                    <a:pt x="464" y="8457"/>
                  </a:lnTo>
                  <a:lnTo>
                    <a:pt x="1043" y="7569"/>
                  </a:lnTo>
                  <a:lnTo>
                    <a:pt x="1507" y="6604"/>
                  </a:lnTo>
                  <a:lnTo>
                    <a:pt x="1970" y="5638"/>
                  </a:lnTo>
                  <a:lnTo>
                    <a:pt x="2395" y="4673"/>
                  </a:lnTo>
                  <a:lnTo>
                    <a:pt x="2781" y="3746"/>
                  </a:lnTo>
                  <a:lnTo>
                    <a:pt x="3167" y="2781"/>
                  </a:lnTo>
                  <a:lnTo>
                    <a:pt x="3476" y="1815"/>
                  </a:lnTo>
                  <a:lnTo>
                    <a:pt x="3785" y="850"/>
                  </a:lnTo>
                  <a:close/>
                  <a:moveTo>
                    <a:pt x="3824" y="0"/>
                  </a:moveTo>
                  <a:lnTo>
                    <a:pt x="3746" y="39"/>
                  </a:lnTo>
                  <a:lnTo>
                    <a:pt x="3708" y="78"/>
                  </a:lnTo>
                  <a:lnTo>
                    <a:pt x="3592" y="116"/>
                  </a:lnTo>
                  <a:lnTo>
                    <a:pt x="3553" y="194"/>
                  </a:lnTo>
                  <a:lnTo>
                    <a:pt x="2820" y="2395"/>
                  </a:lnTo>
                  <a:lnTo>
                    <a:pt x="2434" y="3476"/>
                  </a:lnTo>
                  <a:lnTo>
                    <a:pt x="2009" y="4518"/>
                  </a:lnTo>
                  <a:lnTo>
                    <a:pt x="1545" y="5561"/>
                  </a:lnTo>
                  <a:lnTo>
                    <a:pt x="1043" y="6604"/>
                  </a:lnTo>
                  <a:lnTo>
                    <a:pt x="503" y="7608"/>
                  </a:lnTo>
                  <a:lnTo>
                    <a:pt x="39" y="8650"/>
                  </a:lnTo>
                  <a:lnTo>
                    <a:pt x="1" y="8689"/>
                  </a:lnTo>
                  <a:lnTo>
                    <a:pt x="39" y="8766"/>
                  </a:lnTo>
                  <a:lnTo>
                    <a:pt x="117" y="8805"/>
                  </a:lnTo>
                  <a:lnTo>
                    <a:pt x="117" y="8843"/>
                  </a:lnTo>
                  <a:lnTo>
                    <a:pt x="117" y="8920"/>
                  </a:lnTo>
                  <a:lnTo>
                    <a:pt x="155" y="8998"/>
                  </a:lnTo>
                  <a:lnTo>
                    <a:pt x="310" y="9114"/>
                  </a:lnTo>
                  <a:lnTo>
                    <a:pt x="464" y="8882"/>
                  </a:lnTo>
                  <a:lnTo>
                    <a:pt x="1970" y="8457"/>
                  </a:lnTo>
                  <a:lnTo>
                    <a:pt x="3438" y="7994"/>
                  </a:lnTo>
                  <a:lnTo>
                    <a:pt x="6372" y="7028"/>
                  </a:lnTo>
                  <a:lnTo>
                    <a:pt x="7106" y="8689"/>
                  </a:lnTo>
                  <a:lnTo>
                    <a:pt x="8303" y="11817"/>
                  </a:lnTo>
                  <a:lnTo>
                    <a:pt x="8689" y="11662"/>
                  </a:lnTo>
                  <a:lnTo>
                    <a:pt x="7531" y="8689"/>
                  </a:lnTo>
                  <a:lnTo>
                    <a:pt x="6797" y="6874"/>
                  </a:lnTo>
                  <a:lnTo>
                    <a:pt x="8380" y="6333"/>
                  </a:lnTo>
                  <a:lnTo>
                    <a:pt x="9925" y="5754"/>
                  </a:lnTo>
                  <a:lnTo>
                    <a:pt x="9770" y="5329"/>
                  </a:lnTo>
                  <a:lnTo>
                    <a:pt x="8187" y="5909"/>
                  </a:lnTo>
                  <a:lnTo>
                    <a:pt x="6643" y="6449"/>
                  </a:lnTo>
                  <a:lnTo>
                    <a:pt x="6025" y="4905"/>
                  </a:lnTo>
                  <a:lnTo>
                    <a:pt x="5407" y="3360"/>
                  </a:lnTo>
                  <a:lnTo>
                    <a:pt x="4712" y="1854"/>
                  </a:lnTo>
                  <a:lnTo>
                    <a:pt x="3978" y="348"/>
                  </a:lnTo>
                  <a:lnTo>
                    <a:pt x="4055" y="78"/>
                  </a:lnTo>
                  <a:lnTo>
                    <a:pt x="3862" y="39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5"/>
            <p:cNvSpPr/>
            <p:nvPr/>
          </p:nvSpPr>
          <p:spPr>
            <a:xfrm>
              <a:off x="3536800" y="19312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3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6" y="7492"/>
                  </a:lnTo>
                  <a:lnTo>
                    <a:pt x="6371" y="7453"/>
                  </a:lnTo>
                  <a:lnTo>
                    <a:pt x="6371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59" y="12087"/>
                  </a:lnTo>
                  <a:lnTo>
                    <a:pt x="1583" y="14983"/>
                  </a:lnTo>
                  <a:lnTo>
                    <a:pt x="772" y="16451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8" y="16759"/>
                  </a:lnTo>
                  <a:lnTo>
                    <a:pt x="1969" y="15369"/>
                  </a:lnTo>
                  <a:lnTo>
                    <a:pt x="2780" y="13979"/>
                  </a:lnTo>
                  <a:lnTo>
                    <a:pt x="3591" y="12589"/>
                  </a:lnTo>
                  <a:lnTo>
                    <a:pt x="4441" y="11199"/>
                  </a:lnTo>
                  <a:lnTo>
                    <a:pt x="5290" y="9809"/>
                  </a:lnTo>
                  <a:lnTo>
                    <a:pt x="5715" y="9191"/>
                  </a:lnTo>
                  <a:lnTo>
                    <a:pt x="6178" y="8612"/>
                  </a:lnTo>
                  <a:lnTo>
                    <a:pt x="6603" y="8033"/>
                  </a:lnTo>
                  <a:lnTo>
                    <a:pt x="6989" y="7453"/>
                  </a:lnTo>
                  <a:lnTo>
                    <a:pt x="6989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89" y="7067"/>
                  </a:lnTo>
                  <a:lnTo>
                    <a:pt x="6873" y="7029"/>
                  </a:lnTo>
                  <a:lnTo>
                    <a:pt x="6835" y="7029"/>
                  </a:lnTo>
                  <a:lnTo>
                    <a:pt x="6101" y="6102"/>
                  </a:lnTo>
                  <a:lnTo>
                    <a:pt x="5290" y="5175"/>
                  </a:lnTo>
                  <a:lnTo>
                    <a:pt x="3668" y="3437"/>
                  </a:lnTo>
                  <a:lnTo>
                    <a:pt x="1969" y="1700"/>
                  </a:lnTo>
                  <a:lnTo>
                    <a:pt x="1081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5"/>
            <p:cNvSpPr/>
            <p:nvPr/>
          </p:nvSpPr>
          <p:spPr>
            <a:xfrm>
              <a:off x="3476925" y="23916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7" y="1159"/>
                  </a:lnTo>
                  <a:lnTo>
                    <a:pt x="1391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6" y="1816"/>
                  </a:lnTo>
                  <a:lnTo>
                    <a:pt x="387" y="1700"/>
                  </a:lnTo>
                  <a:lnTo>
                    <a:pt x="348" y="1584"/>
                  </a:lnTo>
                  <a:lnTo>
                    <a:pt x="387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2" y="1623"/>
                  </a:lnTo>
                  <a:lnTo>
                    <a:pt x="3669" y="1700"/>
                  </a:lnTo>
                  <a:lnTo>
                    <a:pt x="3747" y="1816"/>
                  </a:lnTo>
                  <a:lnTo>
                    <a:pt x="3747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9" y="2356"/>
                  </a:lnTo>
                  <a:lnTo>
                    <a:pt x="3206" y="2434"/>
                  </a:lnTo>
                  <a:lnTo>
                    <a:pt x="3013" y="2395"/>
                  </a:lnTo>
                  <a:lnTo>
                    <a:pt x="2820" y="2356"/>
                  </a:lnTo>
                  <a:lnTo>
                    <a:pt x="2627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1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90" y="1468"/>
                  </a:lnTo>
                  <a:close/>
                  <a:moveTo>
                    <a:pt x="3747" y="4750"/>
                  </a:moveTo>
                  <a:lnTo>
                    <a:pt x="3901" y="4789"/>
                  </a:lnTo>
                  <a:lnTo>
                    <a:pt x="4017" y="4828"/>
                  </a:lnTo>
                  <a:lnTo>
                    <a:pt x="4094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3" y="5368"/>
                  </a:lnTo>
                  <a:lnTo>
                    <a:pt x="4094" y="5484"/>
                  </a:lnTo>
                  <a:lnTo>
                    <a:pt x="3978" y="5600"/>
                  </a:lnTo>
                  <a:lnTo>
                    <a:pt x="3785" y="5754"/>
                  </a:lnTo>
                  <a:lnTo>
                    <a:pt x="3515" y="5870"/>
                  </a:lnTo>
                  <a:lnTo>
                    <a:pt x="3129" y="5870"/>
                  </a:lnTo>
                  <a:lnTo>
                    <a:pt x="2743" y="5793"/>
                  </a:lnTo>
                  <a:lnTo>
                    <a:pt x="2936" y="5368"/>
                  </a:lnTo>
                  <a:lnTo>
                    <a:pt x="3051" y="5214"/>
                  </a:lnTo>
                  <a:lnTo>
                    <a:pt x="3206" y="5021"/>
                  </a:lnTo>
                  <a:lnTo>
                    <a:pt x="3476" y="4866"/>
                  </a:lnTo>
                  <a:lnTo>
                    <a:pt x="3631" y="4789"/>
                  </a:lnTo>
                  <a:lnTo>
                    <a:pt x="3747" y="4750"/>
                  </a:lnTo>
                  <a:close/>
                  <a:moveTo>
                    <a:pt x="1121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3" y="6102"/>
                  </a:lnTo>
                  <a:lnTo>
                    <a:pt x="1430" y="6256"/>
                  </a:lnTo>
                  <a:lnTo>
                    <a:pt x="1237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6" y="6334"/>
                  </a:lnTo>
                  <a:lnTo>
                    <a:pt x="503" y="6179"/>
                  </a:lnTo>
                  <a:lnTo>
                    <a:pt x="426" y="6025"/>
                  </a:lnTo>
                  <a:lnTo>
                    <a:pt x="426" y="5909"/>
                  </a:lnTo>
                  <a:lnTo>
                    <a:pt x="464" y="5754"/>
                  </a:lnTo>
                  <a:lnTo>
                    <a:pt x="580" y="5677"/>
                  </a:lnTo>
                  <a:lnTo>
                    <a:pt x="696" y="5600"/>
                  </a:lnTo>
                  <a:lnTo>
                    <a:pt x="850" y="5523"/>
                  </a:lnTo>
                  <a:close/>
                  <a:moveTo>
                    <a:pt x="5716" y="6218"/>
                  </a:moveTo>
                  <a:lnTo>
                    <a:pt x="5870" y="6334"/>
                  </a:lnTo>
                  <a:lnTo>
                    <a:pt x="5948" y="6411"/>
                  </a:lnTo>
                  <a:lnTo>
                    <a:pt x="5986" y="6527"/>
                  </a:lnTo>
                  <a:lnTo>
                    <a:pt x="6025" y="6681"/>
                  </a:lnTo>
                  <a:lnTo>
                    <a:pt x="5986" y="6797"/>
                  </a:lnTo>
                  <a:lnTo>
                    <a:pt x="5909" y="7067"/>
                  </a:lnTo>
                  <a:lnTo>
                    <a:pt x="5793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1" y="7801"/>
                  </a:lnTo>
                  <a:lnTo>
                    <a:pt x="5059" y="7917"/>
                  </a:lnTo>
                  <a:lnTo>
                    <a:pt x="5098" y="7878"/>
                  </a:lnTo>
                  <a:lnTo>
                    <a:pt x="5021" y="7415"/>
                  </a:lnTo>
                  <a:lnTo>
                    <a:pt x="4982" y="7183"/>
                  </a:lnTo>
                  <a:lnTo>
                    <a:pt x="5021" y="6952"/>
                  </a:lnTo>
                  <a:lnTo>
                    <a:pt x="5137" y="6681"/>
                  </a:lnTo>
                  <a:lnTo>
                    <a:pt x="5214" y="6527"/>
                  </a:lnTo>
                  <a:lnTo>
                    <a:pt x="5330" y="6372"/>
                  </a:lnTo>
                  <a:lnTo>
                    <a:pt x="5446" y="6256"/>
                  </a:lnTo>
                  <a:lnTo>
                    <a:pt x="5600" y="6218"/>
                  </a:lnTo>
                  <a:close/>
                  <a:moveTo>
                    <a:pt x="8960" y="8071"/>
                  </a:moveTo>
                  <a:lnTo>
                    <a:pt x="9153" y="8110"/>
                  </a:lnTo>
                  <a:lnTo>
                    <a:pt x="9268" y="8187"/>
                  </a:lnTo>
                  <a:lnTo>
                    <a:pt x="9346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7" y="9153"/>
                  </a:lnTo>
                  <a:lnTo>
                    <a:pt x="8805" y="9346"/>
                  </a:lnTo>
                  <a:lnTo>
                    <a:pt x="8689" y="9384"/>
                  </a:lnTo>
                  <a:lnTo>
                    <a:pt x="8612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2" y="9346"/>
                  </a:lnTo>
                  <a:lnTo>
                    <a:pt x="8264" y="9346"/>
                  </a:lnTo>
                  <a:lnTo>
                    <a:pt x="8226" y="8960"/>
                  </a:lnTo>
                  <a:lnTo>
                    <a:pt x="8226" y="8766"/>
                  </a:lnTo>
                  <a:lnTo>
                    <a:pt x="8264" y="8573"/>
                  </a:lnTo>
                  <a:lnTo>
                    <a:pt x="8342" y="8342"/>
                  </a:lnTo>
                  <a:lnTo>
                    <a:pt x="8496" y="8187"/>
                  </a:lnTo>
                  <a:lnTo>
                    <a:pt x="8728" y="8110"/>
                  </a:lnTo>
                  <a:lnTo>
                    <a:pt x="8844" y="8071"/>
                  </a:lnTo>
                  <a:close/>
                  <a:moveTo>
                    <a:pt x="4944" y="8380"/>
                  </a:moveTo>
                  <a:lnTo>
                    <a:pt x="4944" y="8419"/>
                  </a:lnTo>
                  <a:lnTo>
                    <a:pt x="4751" y="8805"/>
                  </a:lnTo>
                  <a:lnTo>
                    <a:pt x="4596" y="8960"/>
                  </a:lnTo>
                  <a:lnTo>
                    <a:pt x="4442" y="9153"/>
                  </a:lnTo>
                  <a:lnTo>
                    <a:pt x="4210" y="9307"/>
                  </a:lnTo>
                  <a:lnTo>
                    <a:pt x="3940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9" y="9346"/>
                  </a:lnTo>
                  <a:lnTo>
                    <a:pt x="3322" y="9191"/>
                  </a:lnTo>
                  <a:lnTo>
                    <a:pt x="3322" y="9075"/>
                  </a:lnTo>
                  <a:lnTo>
                    <a:pt x="3322" y="8960"/>
                  </a:lnTo>
                  <a:lnTo>
                    <a:pt x="3399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5" y="8458"/>
                  </a:lnTo>
                  <a:lnTo>
                    <a:pt x="4055" y="8380"/>
                  </a:lnTo>
                  <a:lnTo>
                    <a:pt x="4326" y="8380"/>
                  </a:lnTo>
                  <a:lnTo>
                    <a:pt x="4905" y="8419"/>
                  </a:lnTo>
                  <a:lnTo>
                    <a:pt x="4944" y="8380"/>
                  </a:lnTo>
                  <a:close/>
                  <a:moveTo>
                    <a:pt x="7994" y="10002"/>
                  </a:moveTo>
                  <a:lnTo>
                    <a:pt x="7956" y="10195"/>
                  </a:lnTo>
                  <a:lnTo>
                    <a:pt x="7917" y="10350"/>
                  </a:lnTo>
                  <a:lnTo>
                    <a:pt x="7840" y="10543"/>
                  </a:lnTo>
                  <a:lnTo>
                    <a:pt x="7724" y="10697"/>
                  </a:lnTo>
                  <a:lnTo>
                    <a:pt x="7608" y="10813"/>
                  </a:lnTo>
                  <a:lnTo>
                    <a:pt x="7492" y="10929"/>
                  </a:lnTo>
                  <a:lnTo>
                    <a:pt x="7338" y="11045"/>
                  </a:lnTo>
                  <a:lnTo>
                    <a:pt x="7145" y="11083"/>
                  </a:lnTo>
                  <a:lnTo>
                    <a:pt x="6952" y="11122"/>
                  </a:lnTo>
                  <a:lnTo>
                    <a:pt x="6797" y="11083"/>
                  </a:lnTo>
                  <a:lnTo>
                    <a:pt x="6720" y="11045"/>
                  </a:lnTo>
                  <a:lnTo>
                    <a:pt x="6681" y="10967"/>
                  </a:lnTo>
                  <a:lnTo>
                    <a:pt x="6643" y="10890"/>
                  </a:lnTo>
                  <a:lnTo>
                    <a:pt x="6604" y="10813"/>
                  </a:lnTo>
                  <a:lnTo>
                    <a:pt x="6643" y="10620"/>
                  </a:lnTo>
                  <a:lnTo>
                    <a:pt x="6720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2" y="10157"/>
                  </a:lnTo>
                  <a:lnTo>
                    <a:pt x="7492" y="10079"/>
                  </a:lnTo>
                  <a:lnTo>
                    <a:pt x="7724" y="10041"/>
                  </a:lnTo>
                  <a:lnTo>
                    <a:pt x="7994" y="10002"/>
                  </a:lnTo>
                  <a:close/>
                  <a:moveTo>
                    <a:pt x="2202" y="1"/>
                  </a:moveTo>
                  <a:lnTo>
                    <a:pt x="2009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1" y="812"/>
                  </a:lnTo>
                  <a:lnTo>
                    <a:pt x="1237" y="773"/>
                  </a:lnTo>
                  <a:lnTo>
                    <a:pt x="1043" y="735"/>
                  </a:lnTo>
                  <a:lnTo>
                    <a:pt x="696" y="735"/>
                  </a:lnTo>
                  <a:lnTo>
                    <a:pt x="541" y="812"/>
                  </a:lnTo>
                  <a:lnTo>
                    <a:pt x="387" y="889"/>
                  </a:lnTo>
                  <a:lnTo>
                    <a:pt x="233" y="1005"/>
                  </a:lnTo>
                  <a:lnTo>
                    <a:pt x="117" y="1159"/>
                  </a:lnTo>
                  <a:lnTo>
                    <a:pt x="39" y="1314"/>
                  </a:lnTo>
                  <a:lnTo>
                    <a:pt x="1" y="1468"/>
                  </a:lnTo>
                  <a:lnTo>
                    <a:pt x="1" y="1623"/>
                  </a:lnTo>
                  <a:lnTo>
                    <a:pt x="1" y="1777"/>
                  </a:lnTo>
                  <a:lnTo>
                    <a:pt x="78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6" y="2279"/>
                  </a:lnTo>
                  <a:lnTo>
                    <a:pt x="580" y="2356"/>
                  </a:lnTo>
                  <a:lnTo>
                    <a:pt x="735" y="2395"/>
                  </a:lnTo>
                  <a:lnTo>
                    <a:pt x="1043" y="2434"/>
                  </a:lnTo>
                  <a:lnTo>
                    <a:pt x="1391" y="2395"/>
                  </a:lnTo>
                  <a:lnTo>
                    <a:pt x="1700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9" y="4635"/>
                  </a:lnTo>
                  <a:lnTo>
                    <a:pt x="1777" y="5021"/>
                  </a:lnTo>
                  <a:lnTo>
                    <a:pt x="1893" y="5368"/>
                  </a:lnTo>
                  <a:lnTo>
                    <a:pt x="1584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3" y="5252"/>
                  </a:lnTo>
                  <a:lnTo>
                    <a:pt x="387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8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8" y="6218"/>
                  </a:lnTo>
                  <a:lnTo>
                    <a:pt x="155" y="6334"/>
                  </a:lnTo>
                  <a:lnTo>
                    <a:pt x="233" y="6450"/>
                  </a:lnTo>
                  <a:lnTo>
                    <a:pt x="348" y="6565"/>
                  </a:lnTo>
                  <a:lnTo>
                    <a:pt x="503" y="6643"/>
                  </a:lnTo>
                  <a:lnTo>
                    <a:pt x="657" y="6720"/>
                  </a:lnTo>
                  <a:lnTo>
                    <a:pt x="812" y="6758"/>
                  </a:lnTo>
                  <a:lnTo>
                    <a:pt x="1121" y="6758"/>
                  </a:lnTo>
                  <a:lnTo>
                    <a:pt x="1430" y="6681"/>
                  </a:lnTo>
                  <a:lnTo>
                    <a:pt x="1700" y="6527"/>
                  </a:lnTo>
                  <a:lnTo>
                    <a:pt x="1932" y="6295"/>
                  </a:lnTo>
                  <a:lnTo>
                    <a:pt x="2125" y="6063"/>
                  </a:lnTo>
                  <a:lnTo>
                    <a:pt x="2395" y="6527"/>
                  </a:lnTo>
                  <a:lnTo>
                    <a:pt x="2743" y="6990"/>
                  </a:lnTo>
                  <a:lnTo>
                    <a:pt x="3129" y="7376"/>
                  </a:lnTo>
                  <a:lnTo>
                    <a:pt x="3592" y="7762"/>
                  </a:lnTo>
                  <a:lnTo>
                    <a:pt x="4017" y="7994"/>
                  </a:lnTo>
                  <a:lnTo>
                    <a:pt x="3824" y="8033"/>
                  </a:lnTo>
                  <a:lnTo>
                    <a:pt x="3631" y="8110"/>
                  </a:lnTo>
                  <a:lnTo>
                    <a:pt x="3438" y="8187"/>
                  </a:lnTo>
                  <a:lnTo>
                    <a:pt x="3283" y="8342"/>
                  </a:lnTo>
                  <a:lnTo>
                    <a:pt x="3167" y="8458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6" y="8882"/>
                  </a:lnTo>
                  <a:lnTo>
                    <a:pt x="2897" y="9075"/>
                  </a:lnTo>
                  <a:lnTo>
                    <a:pt x="2936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2" y="9770"/>
                  </a:lnTo>
                  <a:lnTo>
                    <a:pt x="3515" y="9848"/>
                  </a:lnTo>
                  <a:lnTo>
                    <a:pt x="3708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9" y="9770"/>
                  </a:lnTo>
                  <a:lnTo>
                    <a:pt x="4403" y="9693"/>
                  </a:lnTo>
                  <a:lnTo>
                    <a:pt x="4673" y="9461"/>
                  </a:lnTo>
                  <a:lnTo>
                    <a:pt x="4905" y="9153"/>
                  </a:lnTo>
                  <a:lnTo>
                    <a:pt x="5098" y="8844"/>
                  </a:lnTo>
                  <a:lnTo>
                    <a:pt x="5214" y="8496"/>
                  </a:lnTo>
                  <a:lnTo>
                    <a:pt x="6527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6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5" y="9809"/>
                  </a:lnTo>
                  <a:lnTo>
                    <a:pt x="6797" y="9963"/>
                  </a:lnTo>
                  <a:lnTo>
                    <a:pt x="6643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5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5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6" y="11508"/>
                  </a:lnTo>
                  <a:lnTo>
                    <a:pt x="7029" y="11508"/>
                  </a:lnTo>
                  <a:lnTo>
                    <a:pt x="7222" y="11469"/>
                  </a:lnTo>
                  <a:lnTo>
                    <a:pt x="7415" y="11392"/>
                  </a:lnTo>
                  <a:lnTo>
                    <a:pt x="7569" y="11315"/>
                  </a:lnTo>
                  <a:lnTo>
                    <a:pt x="7724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10" y="10697"/>
                  </a:lnTo>
                  <a:lnTo>
                    <a:pt x="8226" y="10465"/>
                  </a:lnTo>
                  <a:lnTo>
                    <a:pt x="8264" y="10234"/>
                  </a:lnTo>
                  <a:lnTo>
                    <a:pt x="8303" y="9963"/>
                  </a:lnTo>
                  <a:lnTo>
                    <a:pt x="8342" y="9925"/>
                  </a:lnTo>
                  <a:lnTo>
                    <a:pt x="8728" y="10272"/>
                  </a:lnTo>
                  <a:lnTo>
                    <a:pt x="9075" y="10659"/>
                  </a:lnTo>
                  <a:lnTo>
                    <a:pt x="9346" y="11122"/>
                  </a:lnTo>
                  <a:lnTo>
                    <a:pt x="9462" y="11354"/>
                  </a:lnTo>
                  <a:lnTo>
                    <a:pt x="9539" y="11585"/>
                  </a:lnTo>
                  <a:lnTo>
                    <a:pt x="9655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5" y="12937"/>
                  </a:lnTo>
                  <a:lnTo>
                    <a:pt x="9577" y="13284"/>
                  </a:lnTo>
                  <a:lnTo>
                    <a:pt x="9462" y="13593"/>
                  </a:lnTo>
                  <a:lnTo>
                    <a:pt x="9191" y="14211"/>
                  </a:lnTo>
                  <a:lnTo>
                    <a:pt x="9153" y="14288"/>
                  </a:lnTo>
                  <a:lnTo>
                    <a:pt x="9153" y="14327"/>
                  </a:lnTo>
                  <a:lnTo>
                    <a:pt x="9230" y="14404"/>
                  </a:lnTo>
                  <a:lnTo>
                    <a:pt x="9307" y="14443"/>
                  </a:lnTo>
                  <a:lnTo>
                    <a:pt x="9423" y="14404"/>
                  </a:lnTo>
                  <a:lnTo>
                    <a:pt x="9577" y="14250"/>
                  </a:lnTo>
                  <a:lnTo>
                    <a:pt x="9732" y="14057"/>
                  </a:lnTo>
                  <a:lnTo>
                    <a:pt x="9848" y="13902"/>
                  </a:lnTo>
                  <a:lnTo>
                    <a:pt x="9925" y="13671"/>
                  </a:lnTo>
                  <a:lnTo>
                    <a:pt x="10079" y="13246"/>
                  </a:lnTo>
                  <a:lnTo>
                    <a:pt x="10118" y="12782"/>
                  </a:lnTo>
                  <a:lnTo>
                    <a:pt x="10118" y="12319"/>
                  </a:lnTo>
                  <a:lnTo>
                    <a:pt x="10041" y="11856"/>
                  </a:lnTo>
                  <a:lnTo>
                    <a:pt x="9925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7" y="10272"/>
                  </a:lnTo>
                  <a:lnTo>
                    <a:pt x="9037" y="9963"/>
                  </a:lnTo>
                  <a:lnTo>
                    <a:pt x="8728" y="9693"/>
                  </a:lnTo>
                  <a:lnTo>
                    <a:pt x="8960" y="9577"/>
                  </a:lnTo>
                  <a:lnTo>
                    <a:pt x="9230" y="9423"/>
                  </a:lnTo>
                  <a:lnTo>
                    <a:pt x="9462" y="9191"/>
                  </a:lnTo>
                  <a:lnTo>
                    <a:pt x="9616" y="8921"/>
                  </a:lnTo>
                  <a:lnTo>
                    <a:pt x="9732" y="8612"/>
                  </a:lnTo>
                  <a:lnTo>
                    <a:pt x="9732" y="8496"/>
                  </a:lnTo>
                  <a:lnTo>
                    <a:pt x="9732" y="8342"/>
                  </a:lnTo>
                  <a:lnTo>
                    <a:pt x="9693" y="8187"/>
                  </a:lnTo>
                  <a:lnTo>
                    <a:pt x="9616" y="8071"/>
                  </a:lnTo>
                  <a:lnTo>
                    <a:pt x="9500" y="7956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7" y="7724"/>
                  </a:lnTo>
                  <a:lnTo>
                    <a:pt x="8689" y="7724"/>
                  </a:lnTo>
                  <a:lnTo>
                    <a:pt x="8535" y="7762"/>
                  </a:lnTo>
                  <a:lnTo>
                    <a:pt x="8380" y="7840"/>
                  </a:lnTo>
                  <a:lnTo>
                    <a:pt x="8226" y="7956"/>
                  </a:lnTo>
                  <a:lnTo>
                    <a:pt x="8110" y="8071"/>
                  </a:lnTo>
                  <a:lnTo>
                    <a:pt x="7956" y="8264"/>
                  </a:lnTo>
                  <a:lnTo>
                    <a:pt x="7878" y="8535"/>
                  </a:lnTo>
                  <a:lnTo>
                    <a:pt x="7840" y="8766"/>
                  </a:lnTo>
                  <a:lnTo>
                    <a:pt x="7840" y="9037"/>
                  </a:lnTo>
                  <a:lnTo>
                    <a:pt x="7222" y="8766"/>
                  </a:lnTo>
                  <a:lnTo>
                    <a:pt x="6643" y="8496"/>
                  </a:lnTo>
                  <a:lnTo>
                    <a:pt x="5368" y="8033"/>
                  </a:lnTo>
                  <a:lnTo>
                    <a:pt x="5639" y="7878"/>
                  </a:lnTo>
                  <a:lnTo>
                    <a:pt x="5870" y="7685"/>
                  </a:lnTo>
                  <a:lnTo>
                    <a:pt x="6063" y="7454"/>
                  </a:lnTo>
                  <a:lnTo>
                    <a:pt x="6218" y="7183"/>
                  </a:lnTo>
                  <a:lnTo>
                    <a:pt x="6334" y="6874"/>
                  </a:lnTo>
                  <a:lnTo>
                    <a:pt x="6334" y="6720"/>
                  </a:lnTo>
                  <a:lnTo>
                    <a:pt x="6334" y="6527"/>
                  </a:lnTo>
                  <a:lnTo>
                    <a:pt x="6334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5" y="5948"/>
                  </a:lnTo>
                  <a:lnTo>
                    <a:pt x="5870" y="5870"/>
                  </a:lnTo>
                  <a:lnTo>
                    <a:pt x="5716" y="5832"/>
                  </a:lnTo>
                  <a:lnTo>
                    <a:pt x="5561" y="5870"/>
                  </a:lnTo>
                  <a:lnTo>
                    <a:pt x="5407" y="5909"/>
                  </a:lnTo>
                  <a:lnTo>
                    <a:pt x="5253" y="5986"/>
                  </a:lnTo>
                  <a:lnTo>
                    <a:pt x="5137" y="6063"/>
                  </a:lnTo>
                  <a:lnTo>
                    <a:pt x="4905" y="6334"/>
                  </a:lnTo>
                  <a:lnTo>
                    <a:pt x="4751" y="6643"/>
                  </a:lnTo>
                  <a:lnTo>
                    <a:pt x="4635" y="7029"/>
                  </a:lnTo>
                  <a:lnTo>
                    <a:pt x="4635" y="7222"/>
                  </a:lnTo>
                  <a:lnTo>
                    <a:pt x="4635" y="7415"/>
                  </a:lnTo>
                  <a:lnTo>
                    <a:pt x="4635" y="7608"/>
                  </a:lnTo>
                  <a:lnTo>
                    <a:pt x="4712" y="7762"/>
                  </a:lnTo>
                  <a:lnTo>
                    <a:pt x="4094" y="7454"/>
                  </a:lnTo>
                  <a:lnTo>
                    <a:pt x="3824" y="7299"/>
                  </a:lnTo>
                  <a:lnTo>
                    <a:pt x="3553" y="7106"/>
                  </a:lnTo>
                  <a:lnTo>
                    <a:pt x="3322" y="6874"/>
                  </a:lnTo>
                  <a:lnTo>
                    <a:pt x="3090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2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3" y="5986"/>
                  </a:lnTo>
                  <a:lnTo>
                    <a:pt x="4249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9" y="5407"/>
                  </a:lnTo>
                  <a:lnTo>
                    <a:pt x="4557" y="5214"/>
                  </a:lnTo>
                  <a:lnTo>
                    <a:pt x="4519" y="5059"/>
                  </a:lnTo>
                  <a:lnTo>
                    <a:pt x="4480" y="4866"/>
                  </a:lnTo>
                  <a:lnTo>
                    <a:pt x="4403" y="4712"/>
                  </a:lnTo>
                  <a:lnTo>
                    <a:pt x="4287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1" y="4364"/>
                  </a:lnTo>
                  <a:lnTo>
                    <a:pt x="3708" y="4364"/>
                  </a:lnTo>
                  <a:lnTo>
                    <a:pt x="3553" y="4403"/>
                  </a:lnTo>
                  <a:lnTo>
                    <a:pt x="3399" y="4442"/>
                  </a:lnTo>
                  <a:lnTo>
                    <a:pt x="3245" y="4519"/>
                  </a:lnTo>
                  <a:lnTo>
                    <a:pt x="3090" y="4635"/>
                  </a:lnTo>
                  <a:lnTo>
                    <a:pt x="2820" y="4905"/>
                  </a:lnTo>
                  <a:lnTo>
                    <a:pt x="2588" y="5214"/>
                  </a:lnTo>
                  <a:lnTo>
                    <a:pt x="2434" y="5561"/>
                  </a:lnTo>
                  <a:lnTo>
                    <a:pt x="2395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6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5" y="2318"/>
                  </a:lnTo>
                  <a:lnTo>
                    <a:pt x="2356" y="2511"/>
                  </a:lnTo>
                  <a:lnTo>
                    <a:pt x="2588" y="2627"/>
                  </a:lnTo>
                  <a:lnTo>
                    <a:pt x="2820" y="2743"/>
                  </a:lnTo>
                  <a:lnTo>
                    <a:pt x="3129" y="2781"/>
                  </a:lnTo>
                  <a:lnTo>
                    <a:pt x="3283" y="2743"/>
                  </a:lnTo>
                  <a:lnTo>
                    <a:pt x="3476" y="2704"/>
                  </a:lnTo>
                  <a:lnTo>
                    <a:pt x="3631" y="2627"/>
                  </a:lnTo>
                  <a:lnTo>
                    <a:pt x="3785" y="2549"/>
                  </a:lnTo>
                  <a:lnTo>
                    <a:pt x="3901" y="2434"/>
                  </a:lnTo>
                  <a:lnTo>
                    <a:pt x="4017" y="2279"/>
                  </a:lnTo>
                  <a:lnTo>
                    <a:pt x="4094" y="2125"/>
                  </a:lnTo>
                  <a:lnTo>
                    <a:pt x="4133" y="1970"/>
                  </a:lnTo>
                  <a:lnTo>
                    <a:pt x="4094" y="1777"/>
                  </a:lnTo>
                  <a:lnTo>
                    <a:pt x="4055" y="1623"/>
                  </a:lnTo>
                  <a:lnTo>
                    <a:pt x="4017" y="1507"/>
                  </a:lnTo>
                  <a:lnTo>
                    <a:pt x="3901" y="1352"/>
                  </a:lnTo>
                  <a:lnTo>
                    <a:pt x="3785" y="1237"/>
                  </a:lnTo>
                  <a:lnTo>
                    <a:pt x="3631" y="1159"/>
                  </a:lnTo>
                  <a:lnTo>
                    <a:pt x="3515" y="1121"/>
                  </a:lnTo>
                  <a:lnTo>
                    <a:pt x="3322" y="1082"/>
                  </a:lnTo>
                  <a:lnTo>
                    <a:pt x="3167" y="1043"/>
                  </a:lnTo>
                  <a:lnTo>
                    <a:pt x="3013" y="1082"/>
                  </a:lnTo>
                  <a:lnTo>
                    <a:pt x="2743" y="1159"/>
                  </a:lnTo>
                  <a:lnTo>
                    <a:pt x="2472" y="1314"/>
                  </a:lnTo>
                  <a:lnTo>
                    <a:pt x="2241" y="1545"/>
                  </a:lnTo>
                  <a:lnTo>
                    <a:pt x="2511" y="78"/>
                  </a:lnTo>
                  <a:lnTo>
                    <a:pt x="220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5"/>
            <p:cNvSpPr/>
            <p:nvPr/>
          </p:nvSpPr>
          <p:spPr>
            <a:xfrm>
              <a:off x="3369775" y="2101100"/>
              <a:ext cx="174750" cy="292550"/>
            </a:xfrm>
            <a:custGeom>
              <a:avLst/>
              <a:gdLst/>
              <a:ahLst/>
              <a:cxnLst/>
              <a:rect l="l" t="t" r="r" b="b"/>
              <a:pathLst>
                <a:path w="6990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3" y="6256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3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1" y="11508"/>
                  </a:lnTo>
                  <a:lnTo>
                    <a:pt x="6951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8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5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3" y="8573"/>
                  </a:lnTo>
                  <a:lnTo>
                    <a:pt x="6295" y="9500"/>
                  </a:lnTo>
                  <a:lnTo>
                    <a:pt x="6256" y="10427"/>
                  </a:lnTo>
                  <a:lnTo>
                    <a:pt x="5986" y="9886"/>
                  </a:lnTo>
                  <a:lnTo>
                    <a:pt x="5252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5"/>
            <p:cNvSpPr/>
            <p:nvPr/>
          </p:nvSpPr>
          <p:spPr>
            <a:xfrm>
              <a:off x="3366875" y="19263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1" y="2317"/>
                  </a:lnTo>
                  <a:lnTo>
                    <a:pt x="6449" y="3901"/>
                  </a:lnTo>
                  <a:lnTo>
                    <a:pt x="6527" y="6990"/>
                  </a:lnTo>
                  <a:lnTo>
                    <a:pt x="3515" y="6758"/>
                  </a:lnTo>
                  <a:lnTo>
                    <a:pt x="2009" y="6642"/>
                  </a:lnTo>
                  <a:lnTo>
                    <a:pt x="503" y="6604"/>
                  </a:lnTo>
                  <a:lnTo>
                    <a:pt x="1352" y="5986"/>
                  </a:lnTo>
                  <a:lnTo>
                    <a:pt x="2202" y="5291"/>
                  </a:lnTo>
                  <a:lnTo>
                    <a:pt x="2974" y="4557"/>
                  </a:lnTo>
                  <a:lnTo>
                    <a:pt x="3708" y="3823"/>
                  </a:lnTo>
                  <a:lnTo>
                    <a:pt x="4441" y="3090"/>
                  </a:lnTo>
                  <a:lnTo>
                    <a:pt x="5137" y="2356"/>
                  </a:lnTo>
                  <a:lnTo>
                    <a:pt x="5793" y="1584"/>
                  </a:lnTo>
                  <a:lnTo>
                    <a:pt x="6449" y="773"/>
                  </a:lnTo>
                  <a:close/>
                  <a:moveTo>
                    <a:pt x="6720" y="1"/>
                  </a:moveTo>
                  <a:lnTo>
                    <a:pt x="6643" y="39"/>
                  </a:lnTo>
                  <a:lnTo>
                    <a:pt x="6565" y="39"/>
                  </a:lnTo>
                  <a:lnTo>
                    <a:pt x="6488" y="116"/>
                  </a:lnTo>
                  <a:lnTo>
                    <a:pt x="4982" y="1854"/>
                  </a:lnTo>
                  <a:lnTo>
                    <a:pt x="4210" y="2704"/>
                  </a:lnTo>
                  <a:lnTo>
                    <a:pt x="3438" y="3515"/>
                  </a:lnTo>
                  <a:lnTo>
                    <a:pt x="2588" y="4287"/>
                  </a:lnTo>
                  <a:lnTo>
                    <a:pt x="1738" y="5059"/>
                  </a:lnTo>
                  <a:lnTo>
                    <a:pt x="889" y="5793"/>
                  </a:lnTo>
                  <a:lnTo>
                    <a:pt x="39" y="6604"/>
                  </a:lnTo>
                  <a:lnTo>
                    <a:pt x="1" y="6642"/>
                  </a:lnTo>
                  <a:lnTo>
                    <a:pt x="1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1" y="6913"/>
                  </a:lnTo>
                  <a:lnTo>
                    <a:pt x="39" y="6990"/>
                  </a:lnTo>
                  <a:lnTo>
                    <a:pt x="117" y="7144"/>
                  </a:lnTo>
                  <a:lnTo>
                    <a:pt x="387" y="6990"/>
                  </a:lnTo>
                  <a:lnTo>
                    <a:pt x="1893" y="7144"/>
                  </a:lnTo>
                  <a:lnTo>
                    <a:pt x="3438" y="7299"/>
                  </a:lnTo>
                  <a:lnTo>
                    <a:pt x="6527" y="7453"/>
                  </a:lnTo>
                  <a:lnTo>
                    <a:pt x="6565" y="9307"/>
                  </a:lnTo>
                  <a:lnTo>
                    <a:pt x="6527" y="12628"/>
                  </a:lnTo>
                  <a:lnTo>
                    <a:pt x="6951" y="12628"/>
                  </a:lnTo>
                  <a:lnTo>
                    <a:pt x="6990" y="9461"/>
                  </a:lnTo>
                  <a:lnTo>
                    <a:pt x="6990" y="7492"/>
                  </a:lnTo>
                  <a:lnTo>
                    <a:pt x="8651" y="7569"/>
                  </a:lnTo>
                  <a:lnTo>
                    <a:pt x="10311" y="7646"/>
                  </a:lnTo>
                  <a:lnTo>
                    <a:pt x="10311" y="7183"/>
                  </a:lnTo>
                  <a:lnTo>
                    <a:pt x="8651" y="7106"/>
                  </a:lnTo>
                  <a:lnTo>
                    <a:pt x="6990" y="7028"/>
                  </a:lnTo>
                  <a:lnTo>
                    <a:pt x="7029" y="5368"/>
                  </a:lnTo>
                  <a:lnTo>
                    <a:pt x="6990" y="3708"/>
                  </a:lnTo>
                  <a:lnTo>
                    <a:pt x="6951" y="2047"/>
                  </a:lnTo>
                  <a:lnTo>
                    <a:pt x="6797" y="387"/>
                  </a:lnTo>
                  <a:lnTo>
                    <a:pt x="6990" y="194"/>
                  </a:lnTo>
                  <a:lnTo>
                    <a:pt x="6836" y="39"/>
                  </a:lnTo>
                  <a:lnTo>
                    <a:pt x="67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5"/>
            <p:cNvSpPr/>
            <p:nvPr/>
          </p:nvSpPr>
          <p:spPr>
            <a:xfrm>
              <a:off x="5455950" y="19814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5"/>
            <p:cNvSpPr/>
            <p:nvPr/>
          </p:nvSpPr>
          <p:spPr>
            <a:xfrm>
              <a:off x="5396100" y="24418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4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2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6" y="9153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3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7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5"/>
                  </a:lnTo>
                  <a:lnTo>
                    <a:pt x="695" y="735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4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50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3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9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6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8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2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4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7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5"/>
            <p:cNvSpPr/>
            <p:nvPr/>
          </p:nvSpPr>
          <p:spPr>
            <a:xfrm>
              <a:off x="5288925" y="2151300"/>
              <a:ext cx="174775" cy="292550"/>
            </a:xfrm>
            <a:custGeom>
              <a:avLst/>
              <a:gdLst/>
              <a:ahLst/>
              <a:cxnLst/>
              <a:rect l="l" t="t" r="r" b="b"/>
              <a:pathLst>
                <a:path w="6991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5"/>
            <p:cNvSpPr/>
            <p:nvPr/>
          </p:nvSpPr>
          <p:spPr>
            <a:xfrm>
              <a:off x="5286050" y="19765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1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4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3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8"/>
                  </a:lnTo>
                  <a:lnTo>
                    <a:pt x="6951" y="12628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8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5"/>
            <p:cNvSpPr/>
            <p:nvPr/>
          </p:nvSpPr>
          <p:spPr>
            <a:xfrm>
              <a:off x="4598700" y="3452625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49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1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5"/>
            <p:cNvSpPr/>
            <p:nvPr/>
          </p:nvSpPr>
          <p:spPr>
            <a:xfrm>
              <a:off x="4538850" y="3913100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3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3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6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1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0"/>
                  </a:lnTo>
                  <a:lnTo>
                    <a:pt x="9268" y="8921"/>
                  </a:lnTo>
                  <a:lnTo>
                    <a:pt x="9036" y="9152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2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6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4"/>
                  </a:lnTo>
                  <a:lnTo>
                    <a:pt x="695" y="734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1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3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5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49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2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4"/>
                  </a:lnTo>
                  <a:lnTo>
                    <a:pt x="7762" y="9654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8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5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7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1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39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3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6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5"/>
            <p:cNvSpPr/>
            <p:nvPr/>
          </p:nvSpPr>
          <p:spPr>
            <a:xfrm>
              <a:off x="4431675" y="3622525"/>
              <a:ext cx="174775" cy="292525"/>
            </a:xfrm>
            <a:custGeom>
              <a:avLst/>
              <a:gdLst/>
              <a:ahLst/>
              <a:cxnLst/>
              <a:rect l="l" t="t" r="r" b="b"/>
              <a:pathLst>
                <a:path w="6991" h="11701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5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3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8"/>
                  </a:lnTo>
                  <a:lnTo>
                    <a:pt x="6411" y="5638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2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5"/>
            <p:cNvSpPr/>
            <p:nvPr/>
          </p:nvSpPr>
          <p:spPr>
            <a:xfrm>
              <a:off x="4428800" y="3447800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0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3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2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7"/>
                  </a:lnTo>
                  <a:lnTo>
                    <a:pt x="6951" y="12627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7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5"/>
            <p:cNvSpPr/>
            <p:nvPr/>
          </p:nvSpPr>
          <p:spPr>
            <a:xfrm>
              <a:off x="2602300" y="2637850"/>
              <a:ext cx="63750" cy="173800"/>
            </a:xfrm>
            <a:custGeom>
              <a:avLst/>
              <a:gdLst/>
              <a:ahLst/>
              <a:cxnLst/>
              <a:rect l="l" t="t" r="r" b="b"/>
              <a:pathLst>
                <a:path w="2550" h="6952" extrusionOk="0">
                  <a:moveTo>
                    <a:pt x="271" y="1"/>
                  </a:moveTo>
                  <a:lnTo>
                    <a:pt x="1" y="78"/>
                  </a:lnTo>
                  <a:lnTo>
                    <a:pt x="232" y="927"/>
                  </a:lnTo>
                  <a:lnTo>
                    <a:pt x="503" y="1816"/>
                  </a:lnTo>
                  <a:lnTo>
                    <a:pt x="1082" y="3515"/>
                  </a:lnTo>
                  <a:lnTo>
                    <a:pt x="2318" y="6951"/>
                  </a:lnTo>
                  <a:lnTo>
                    <a:pt x="2549" y="6874"/>
                  </a:lnTo>
                  <a:lnTo>
                    <a:pt x="2047" y="5136"/>
                  </a:lnTo>
                  <a:lnTo>
                    <a:pt x="1507" y="3399"/>
                  </a:lnTo>
                  <a:lnTo>
                    <a:pt x="928" y="1661"/>
                  </a:lnTo>
                  <a:lnTo>
                    <a:pt x="619" y="81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5"/>
            <p:cNvSpPr/>
            <p:nvPr/>
          </p:nvSpPr>
          <p:spPr>
            <a:xfrm>
              <a:off x="2495150" y="2725700"/>
              <a:ext cx="165100" cy="91725"/>
            </a:xfrm>
            <a:custGeom>
              <a:avLst/>
              <a:gdLst/>
              <a:ahLst/>
              <a:cxnLst/>
              <a:rect l="l" t="t" r="r" b="b"/>
              <a:pathLst>
                <a:path w="6604" h="3669" extrusionOk="0">
                  <a:moveTo>
                    <a:pt x="116" y="1"/>
                  </a:moveTo>
                  <a:lnTo>
                    <a:pt x="1" y="194"/>
                  </a:lnTo>
                  <a:lnTo>
                    <a:pt x="1622" y="1043"/>
                  </a:lnTo>
                  <a:lnTo>
                    <a:pt x="3244" y="1893"/>
                  </a:lnTo>
                  <a:lnTo>
                    <a:pt x="4017" y="2356"/>
                  </a:lnTo>
                  <a:lnTo>
                    <a:pt x="4827" y="2819"/>
                  </a:lnTo>
                  <a:lnTo>
                    <a:pt x="5638" y="3283"/>
                  </a:lnTo>
                  <a:lnTo>
                    <a:pt x="6024" y="3476"/>
                  </a:lnTo>
                  <a:lnTo>
                    <a:pt x="6449" y="3669"/>
                  </a:lnTo>
                  <a:lnTo>
                    <a:pt x="6604" y="3592"/>
                  </a:lnTo>
                  <a:lnTo>
                    <a:pt x="6604" y="3515"/>
                  </a:lnTo>
                  <a:lnTo>
                    <a:pt x="6565" y="3437"/>
                  </a:lnTo>
                  <a:lnTo>
                    <a:pt x="6218" y="3167"/>
                  </a:lnTo>
                  <a:lnTo>
                    <a:pt x="5870" y="2935"/>
                  </a:lnTo>
                  <a:lnTo>
                    <a:pt x="5098" y="2472"/>
                  </a:lnTo>
                  <a:lnTo>
                    <a:pt x="3515" y="1622"/>
                  </a:lnTo>
                  <a:lnTo>
                    <a:pt x="1815" y="773"/>
                  </a:lnTo>
                  <a:lnTo>
                    <a:pt x="966" y="387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5"/>
            <p:cNvSpPr/>
            <p:nvPr/>
          </p:nvSpPr>
          <p:spPr>
            <a:xfrm>
              <a:off x="2413100" y="2319275"/>
              <a:ext cx="84975" cy="222075"/>
            </a:xfrm>
            <a:custGeom>
              <a:avLst/>
              <a:gdLst/>
              <a:ahLst/>
              <a:cxnLst/>
              <a:rect l="l" t="t" r="r" b="b"/>
              <a:pathLst>
                <a:path w="3399" h="8883" extrusionOk="0">
                  <a:moveTo>
                    <a:pt x="1043" y="7376"/>
                  </a:moveTo>
                  <a:lnTo>
                    <a:pt x="1197" y="7453"/>
                  </a:lnTo>
                  <a:lnTo>
                    <a:pt x="1352" y="7608"/>
                  </a:lnTo>
                  <a:lnTo>
                    <a:pt x="1429" y="7685"/>
                  </a:lnTo>
                  <a:lnTo>
                    <a:pt x="1468" y="7801"/>
                  </a:lnTo>
                  <a:lnTo>
                    <a:pt x="1468" y="8033"/>
                  </a:lnTo>
                  <a:lnTo>
                    <a:pt x="1390" y="8226"/>
                  </a:lnTo>
                  <a:lnTo>
                    <a:pt x="1313" y="8342"/>
                  </a:lnTo>
                  <a:lnTo>
                    <a:pt x="1236" y="8419"/>
                  </a:lnTo>
                  <a:lnTo>
                    <a:pt x="1159" y="8457"/>
                  </a:lnTo>
                  <a:lnTo>
                    <a:pt x="1043" y="8496"/>
                  </a:lnTo>
                  <a:lnTo>
                    <a:pt x="811" y="8496"/>
                  </a:lnTo>
                  <a:lnTo>
                    <a:pt x="618" y="8419"/>
                  </a:lnTo>
                  <a:lnTo>
                    <a:pt x="541" y="8342"/>
                  </a:lnTo>
                  <a:lnTo>
                    <a:pt x="464" y="8264"/>
                  </a:lnTo>
                  <a:lnTo>
                    <a:pt x="386" y="8148"/>
                  </a:lnTo>
                  <a:lnTo>
                    <a:pt x="386" y="8033"/>
                  </a:lnTo>
                  <a:lnTo>
                    <a:pt x="386" y="7917"/>
                  </a:lnTo>
                  <a:lnTo>
                    <a:pt x="386" y="7801"/>
                  </a:lnTo>
                  <a:lnTo>
                    <a:pt x="502" y="7569"/>
                  </a:lnTo>
                  <a:lnTo>
                    <a:pt x="695" y="7415"/>
                  </a:lnTo>
                  <a:lnTo>
                    <a:pt x="850" y="7376"/>
                  </a:lnTo>
                  <a:close/>
                  <a:moveTo>
                    <a:pt x="3128" y="1"/>
                  </a:moveTo>
                  <a:lnTo>
                    <a:pt x="3089" y="39"/>
                  </a:lnTo>
                  <a:lnTo>
                    <a:pt x="3051" y="78"/>
                  </a:lnTo>
                  <a:lnTo>
                    <a:pt x="2819" y="503"/>
                  </a:lnTo>
                  <a:lnTo>
                    <a:pt x="2665" y="889"/>
                  </a:lnTo>
                  <a:lnTo>
                    <a:pt x="2356" y="1777"/>
                  </a:lnTo>
                  <a:lnTo>
                    <a:pt x="2085" y="2665"/>
                  </a:lnTo>
                  <a:lnTo>
                    <a:pt x="1854" y="3515"/>
                  </a:lnTo>
                  <a:lnTo>
                    <a:pt x="1313" y="5252"/>
                  </a:lnTo>
                  <a:lnTo>
                    <a:pt x="1043" y="6102"/>
                  </a:lnTo>
                  <a:lnTo>
                    <a:pt x="811" y="6990"/>
                  </a:lnTo>
                  <a:lnTo>
                    <a:pt x="657" y="6990"/>
                  </a:lnTo>
                  <a:lnTo>
                    <a:pt x="541" y="7029"/>
                  </a:lnTo>
                  <a:lnTo>
                    <a:pt x="386" y="7106"/>
                  </a:lnTo>
                  <a:lnTo>
                    <a:pt x="309" y="7222"/>
                  </a:lnTo>
                  <a:lnTo>
                    <a:pt x="271" y="7299"/>
                  </a:lnTo>
                  <a:lnTo>
                    <a:pt x="271" y="7376"/>
                  </a:lnTo>
                  <a:lnTo>
                    <a:pt x="116" y="7608"/>
                  </a:lnTo>
                  <a:lnTo>
                    <a:pt x="0" y="7840"/>
                  </a:lnTo>
                  <a:lnTo>
                    <a:pt x="0" y="8110"/>
                  </a:lnTo>
                  <a:lnTo>
                    <a:pt x="39" y="8264"/>
                  </a:lnTo>
                  <a:lnTo>
                    <a:pt x="78" y="8419"/>
                  </a:lnTo>
                  <a:lnTo>
                    <a:pt x="193" y="8573"/>
                  </a:lnTo>
                  <a:lnTo>
                    <a:pt x="348" y="8689"/>
                  </a:lnTo>
                  <a:lnTo>
                    <a:pt x="502" y="8805"/>
                  </a:lnTo>
                  <a:lnTo>
                    <a:pt x="657" y="8882"/>
                  </a:lnTo>
                  <a:lnTo>
                    <a:pt x="1043" y="8882"/>
                  </a:lnTo>
                  <a:lnTo>
                    <a:pt x="1236" y="8844"/>
                  </a:lnTo>
                  <a:lnTo>
                    <a:pt x="1429" y="8766"/>
                  </a:lnTo>
                  <a:lnTo>
                    <a:pt x="1584" y="8650"/>
                  </a:lnTo>
                  <a:lnTo>
                    <a:pt x="1699" y="8496"/>
                  </a:lnTo>
                  <a:lnTo>
                    <a:pt x="1777" y="8342"/>
                  </a:lnTo>
                  <a:lnTo>
                    <a:pt x="1854" y="8148"/>
                  </a:lnTo>
                  <a:lnTo>
                    <a:pt x="1854" y="7955"/>
                  </a:lnTo>
                  <a:lnTo>
                    <a:pt x="1854" y="7762"/>
                  </a:lnTo>
                  <a:lnTo>
                    <a:pt x="1815" y="7608"/>
                  </a:lnTo>
                  <a:lnTo>
                    <a:pt x="1738" y="7415"/>
                  </a:lnTo>
                  <a:lnTo>
                    <a:pt x="1622" y="7299"/>
                  </a:lnTo>
                  <a:lnTo>
                    <a:pt x="1506" y="7183"/>
                  </a:lnTo>
                  <a:lnTo>
                    <a:pt x="1352" y="7106"/>
                  </a:lnTo>
                  <a:lnTo>
                    <a:pt x="1197" y="7029"/>
                  </a:lnTo>
                  <a:lnTo>
                    <a:pt x="1545" y="6179"/>
                  </a:lnTo>
                  <a:lnTo>
                    <a:pt x="1815" y="5330"/>
                  </a:lnTo>
                  <a:lnTo>
                    <a:pt x="2394" y="3592"/>
                  </a:lnTo>
                  <a:lnTo>
                    <a:pt x="2665" y="2781"/>
                  </a:lnTo>
                  <a:lnTo>
                    <a:pt x="2974" y="1932"/>
                  </a:lnTo>
                  <a:lnTo>
                    <a:pt x="3244" y="1082"/>
                  </a:lnTo>
                  <a:lnTo>
                    <a:pt x="3321" y="657"/>
                  </a:lnTo>
                  <a:lnTo>
                    <a:pt x="3398" y="232"/>
                  </a:lnTo>
                  <a:lnTo>
                    <a:pt x="3360" y="117"/>
                  </a:lnTo>
                  <a:lnTo>
                    <a:pt x="3244" y="39"/>
                  </a:lnTo>
                  <a:lnTo>
                    <a:pt x="312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5"/>
            <p:cNvSpPr/>
            <p:nvPr/>
          </p:nvSpPr>
          <p:spPr>
            <a:xfrm>
              <a:off x="2488400" y="2725700"/>
              <a:ext cx="48275" cy="165100"/>
            </a:xfrm>
            <a:custGeom>
              <a:avLst/>
              <a:gdLst/>
              <a:ahLst/>
              <a:cxnLst/>
              <a:rect l="l" t="t" r="r" b="b"/>
              <a:pathLst>
                <a:path w="1931" h="6604" extrusionOk="0">
                  <a:moveTo>
                    <a:pt x="271" y="1"/>
                  </a:moveTo>
                  <a:lnTo>
                    <a:pt x="193" y="39"/>
                  </a:lnTo>
                  <a:lnTo>
                    <a:pt x="155" y="39"/>
                  </a:lnTo>
                  <a:lnTo>
                    <a:pt x="0" y="155"/>
                  </a:lnTo>
                  <a:lnTo>
                    <a:pt x="0" y="194"/>
                  </a:lnTo>
                  <a:lnTo>
                    <a:pt x="348" y="1815"/>
                  </a:lnTo>
                  <a:lnTo>
                    <a:pt x="773" y="3437"/>
                  </a:lnTo>
                  <a:lnTo>
                    <a:pt x="1236" y="5021"/>
                  </a:lnTo>
                  <a:lnTo>
                    <a:pt x="1738" y="6604"/>
                  </a:lnTo>
                  <a:lnTo>
                    <a:pt x="1931" y="6565"/>
                  </a:lnTo>
                  <a:lnTo>
                    <a:pt x="1622" y="4982"/>
                  </a:lnTo>
                  <a:lnTo>
                    <a:pt x="1236" y="3360"/>
                  </a:lnTo>
                  <a:lnTo>
                    <a:pt x="773" y="1777"/>
                  </a:lnTo>
                  <a:lnTo>
                    <a:pt x="271" y="194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5"/>
            <p:cNvSpPr/>
            <p:nvPr/>
          </p:nvSpPr>
          <p:spPr>
            <a:xfrm>
              <a:off x="2130250" y="2495950"/>
              <a:ext cx="246175" cy="107175"/>
            </a:xfrm>
            <a:custGeom>
              <a:avLst/>
              <a:gdLst/>
              <a:ahLst/>
              <a:cxnLst/>
              <a:rect l="l" t="t" r="r" b="b"/>
              <a:pathLst>
                <a:path w="9847" h="4287" extrusionOk="0">
                  <a:moveTo>
                    <a:pt x="8882" y="2742"/>
                  </a:moveTo>
                  <a:lnTo>
                    <a:pt x="9113" y="2819"/>
                  </a:lnTo>
                  <a:lnTo>
                    <a:pt x="9229" y="2896"/>
                  </a:lnTo>
                  <a:lnTo>
                    <a:pt x="9306" y="3012"/>
                  </a:lnTo>
                  <a:lnTo>
                    <a:pt x="9384" y="3089"/>
                  </a:lnTo>
                  <a:lnTo>
                    <a:pt x="9384" y="3205"/>
                  </a:lnTo>
                  <a:lnTo>
                    <a:pt x="9422" y="3321"/>
                  </a:lnTo>
                  <a:lnTo>
                    <a:pt x="9384" y="3437"/>
                  </a:lnTo>
                  <a:lnTo>
                    <a:pt x="9268" y="3630"/>
                  </a:lnTo>
                  <a:lnTo>
                    <a:pt x="9113" y="3785"/>
                  </a:lnTo>
                  <a:lnTo>
                    <a:pt x="8920" y="3862"/>
                  </a:lnTo>
                  <a:lnTo>
                    <a:pt x="8727" y="3862"/>
                  </a:lnTo>
                  <a:lnTo>
                    <a:pt x="8573" y="3785"/>
                  </a:lnTo>
                  <a:lnTo>
                    <a:pt x="8418" y="3630"/>
                  </a:lnTo>
                  <a:lnTo>
                    <a:pt x="8302" y="3437"/>
                  </a:lnTo>
                  <a:lnTo>
                    <a:pt x="8302" y="3244"/>
                  </a:lnTo>
                  <a:lnTo>
                    <a:pt x="8341" y="3051"/>
                  </a:lnTo>
                  <a:lnTo>
                    <a:pt x="8380" y="2858"/>
                  </a:lnTo>
                  <a:lnTo>
                    <a:pt x="8418" y="2819"/>
                  </a:lnTo>
                  <a:lnTo>
                    <a:pt x="8650" y="2742"/>
                  </a:lnTo>
                  <a:close/>
                  <a:moveTo>
                    <a:pt x="155" y="0"/>
                  </a:moveTo>
                  <a:lnTo>
                    <a:pt x="77" y="39"/>
                  </a:lnTo>
                  <a:lnTo>
                    <a:pt x="39" y="78"/>
                  </a:lnTo>
                  <a:lnTo>
                    <a:pt x="0" y="155"/>
                  </a:lnTo>
                  <a:lnTo>
                    <a:pt x="39" y="271"/>
                  </a:lnTo>
                  <a:lnTo>
                    <a:pt x="77" y="348"/>
                  </a:lnTo>
                  <a:lnTo>
                    <a:pt x="116" y="386"/>
                  </a:lnTo>
                  <a:lnTo>
                    <a:pt x="618" y="618"/>
                  </a:lnTo>
                  <a:lnTo>
                    <a:pt x="1120" y="773"/>
                  </a:lnTo>
                  <a:lnTo>
                    <a:pt x="2124" y="1081"/>
                  </a:lnTo>
                  <a:lnTo>
                    <a:pt x="4286" y="1738"/>
                  </a:lnTo>
                  <a:lnTo>
                    <a:pt x="6101" y="2317"/>
                  </a:lnTo>
                  <a:lnTo>
                    <a:pt x="7028" y="2587"/>
                  </a:lnTo>
                  <a:lnTo>
                    <a:pt x="7993" y="2819"/>
                  </a:lnTo>
                  <a:lnTo>
                    <a:pt x="7916" y="2974"/>
                  </a:lnTo>
                  <a:lnTo>
                    <a:pt x="7878" y="3089"/>
                  </a:lnTo>
                  <a:lnTo>
                    <a:pt x="7878" y="3398"/>
                  </a:lnTo>
                  <a:lnTo>
                    <a:pt x="7993" y="3707"/>
                  </a:lnTo>
                  <a:lnTo>
                    <a:pt x="8109" y="3939"/>
                  </a:lnTo>
                  <a:lnTo>
                    <a:pt x="8225" y="4093"/>
                  </a:lnTo>
                  <a:lnTo>
                    <a:pt x="8380" y="4171"/>
                  </a:lnTo>
                  <a:lnTo>
                    <a:pt x="8573" y="4248"/>
                  </a:lnTo>
                  <a:lnTo>
                    <a:pt x="8727" y="4287"/>
                  </a:lnTo>
                  <a:lnTo>
                    <a:pt x="8920" y="4287"/>
                  </a:lnTo>
                  <a:lnTo>
                    <a:pt x="9075" y="4248"/>
                  </a:lnTo>
                  <a:lnTo>
                    <a:pt x="9268" y="4209"/>
                  </a:lnTo>
                  <a:lnTo>
                    <a:pt x="9422" y="4093"/>
                  </a:lnTo>
                  <a:lnTo>
                    <a:pt x="9538" y="3978"/>
                  </a:lnTo>
                  <a:lnTo>
                    <a:pt x="9654" y="3823"/>
                  </a:lnTo>
                  <a:lnTo>
                    <a:pt x="9770" y="3669"/>
                  </a:lnTo>
                  <a:lnTo>
                    <a:pt x="9808" y="3514"/>
                  </a:lnTo>
                  <a:lnTo>
                    <a:pt x="9847" y="3321"/>
                  </a:lnTo>
                  <a:lnTo>
                    <a:pt x="9847" y="3128"/>
                  </a:lnTo>
                  <a:lnTo>
                    <a:pt x="9770" y="2974"/>
                  </a:lnTo>
                  <a:lnTo>
                    <a:pt x="9692" y="2781"/>
                  </a:lnTo>
                  <a:lnTo>
                    <a:pt x="9577" y="2665"/>
                  </a:lnTo>
                  <a:lnTo>
                    <a:pt x="9422" y="2549"/>
                  </a:lnTo>
                  <a:lnTo>
                    <a:pt x="9229" y="2433"/>
                  </a:lnTo>
                  <a:lnTo>
                    <a:pt x="9075" y="2394"/>
                  </a:lnTo>
                  <a:lnTo>
                    <a:pt x="8688" y="2394"/>
                  </a:lnTo>
                  <a:lnTo>
                    <a:pt x="8495" y="2472"/>
                  </a:lnTo>
                  <a:lnTo>
                    <a:pt x="8341" y="2549"/>
                  </a:lnTo>
                  <a:lnTo>
                    <a:pt x="7298" y="2163"/>
                  </a:lnTo>
                  <a:lnTo>
                    <a:pt x="6294" y="1815"/>
                  </a:lnTo>
                  <a:lnTo>
                    <a:pt x="4209" y="1159"/>
                  </a:lnTo>
                  <a:lnTo>
                    <a:pt x="3244" y="850"/>
                  </a:lnTo>
                  <a:lnTo>
                    <a:pt x="2240" y="502"/>
                  </a:lnTo>
                  <a:lnTo>
                    <a:pt x="1236" y="193"/>
                  </a:lnTo>
                  <a:lnTo>
                    <a:pt x="734" y="7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5"/>
            <p:cNvSpPr/>
            <p:nvPr/>
          </p:nvSpPr>
          <p:spPr>
            <a:xfrm>
              <a:off x="2452675" y="2582825"/>
              <a:ext cx="296400" cy="356250"/>
            </a:xfrm>
            <a:custGeom>
              <a:avLst/>
              <a:gdLst/>
              <a:ahLst/>
              <a:cxnLst/>
              <a:rect l="l" t="t" r="r" b="b"/>
              <a:pathLst>
                <a:path w="11856" h="14250" extrusionOk="0">
                  <a:moveTo>
                    <a:pt x="7221" y="1"/>
                  </a:moveTo>
                  <a:lnTo>
                    <a:pt x="6990" y="194"/>
                  </a:lnTo>
                  <a:lnTo>
                    <a:pt x="8032" y="1777"/>
                  </a:lnTo>
                  <a:lnTo>
                    <a:pt x="9114" y="3283"/>
                  </a:lnTo>
                  <a:lnTo>
                    <a:pt x="8032" y="2704"/>
                  </a:lnTo>
                  <a:lnTo>
                    <a:pt x="6913" y="2202"/>
                  </a:lnTo>
                  <a:lnTo>
                    <a:pt x="6758" y="2472"/>
                  </a:lnTo>
                  <a:lnTo>
                    <a:pt x="8225" y="3283"/>
                  </a:lnTo>
                  <a:lnTo>
                    <a:pt x="9731" y="4094"/>
                  </a:lnTo>
                  <a:lnTo>
                    <a:pt x="10388" y="4905"/>
                  </a:lnTo>
                  <a:lnTo>
                    <a:pt x="10388" y="4943"/>
                  </a:lnTo>
                  <a:lnTo>
                    <a:pt x="10697" y="4827"/>
                  </a:lnTo>
                  <a:lnTo>
                    <a:pt x="10658" y="4712"/>
                  </a:lnTo>
                  <a:lnTo>
                    <a:pt x="10620" y="4596"/>
                  </a:lnTo>
                  <a:lnTo>
                    <a:pt x="10620" y="4596"/>
                  </a:lnTo>
                  <a:lnTo>
                    <a:pt x="10929" y="4712"/>
                  </a:lnTo>
                  <a:lnTo>
                    <a:pt x="11160" y="4827"/>
                  </a:lnTo>
                  <a:lnTo>
                    <a:pt x="11315" y="5021"/>
                  </a:lnTo>
                  <a:lnTo>
                    <a:pt x="11431" y="5252"/>
                  </a:lnTo>
                  <a:lnTo>
                    <a:pt x="11469" y="5484"/>
                  </a:lnTo>
                  <a:lnTo>
                    <a:pt x="11469" y="5754"/>
                  </a:lnTo>
                  <a:lnTo>
                    <a:pt x="11431" y="6063"/>
                  </a:lnTo>
                  <a:lnTo>
                    <a:pt x="11353" y="6372"/>
                  </a:lnTo>
                  <a:lnTo>
                    <a:pt x="11083" y="7028"/>
                  </a:lnTo>
                  <a:lnTo>
                    <a:pt x="10813" y="7646"/>
                  </a:lnTo>
                  <a:lnTo>
                    <a:pt x="10504" y="8148"/>
                  </a:lnTo>
                  <a:lnTo>
                    <a:pt x="10233" y="8573"/>
                  </a:lnTo>
                  <a:lnTo>
                    <a:pt x="9654" y="9345"/>
                  </a:lnTo>
                  <a:lnTo>
                    <a:pt x="9036" y="10079"/>
                  </a:lnTo>
                  <a:lnTo>
                    <a:pt x="8380" y="10736"/>
                  </a:lnTo>
                  <a:lnTo>
                    <a:pt x="7646" y="11353"/>
                  </a:lnTo>
                  <a:lnTo>
                    <a:pt x="6874" y="11933"/>
                  </a:lnTo>
                  <a:lnTo>
                    <a:pt x="6024" y="12435"/>
                  </a:lnTo>
                  <a:lnTo>
                    <a:pt x="5175" y="12898"/>
                  </a:lnTo>
                  <a:lnTo>
                    <a:pt x="4287" y="13284"/>
                  </a:lnTo>
                  <a:lnTo>
                    <a:pt x="3862" y="13439"/>
                  </a:lnTo>
                  <a:lnTo>
                    <a:pt x="3283" y="13632"/>
                  </a:lnTo>
                  <a:lnTo>
                    <a:pt x="2665" y="13786"/>
                  </a:lnTo>
                  <a:lnTo>
                    <a:pt x="1970" y="13941"/>
                  </a:lnTo>
                  <a:lnTo>
                    <a:pt x="1043" y="13941"/>
                  </a:lnTo>
                  <a:lnTo>
                    <a:pt x="811" y="13863"/>
                  </a:lnTo>
                  <a:lnTo>
                    <a:pt x="580" y="13709"/>
                  </a:lnTo>
                  <a:lnTo>
                    <a:pt x="425" y="13554"/>
                  </a:lnTo>
                  <a:lnTo>
                    <a:pt x="309" y="13323"/>
                  </a:lnTo>
                  <a:lnTo>
                    <a:pt x="232" y="13052"/>
                  </a:lnTo>
                  <a:lnTo>
                    <a:pt x="1" y="13130"/>
                  </a:lnTo>
                  <a:lnTo>
                    <a:pt x="1" y="13400"/>
                  </a:lnTo>
                  <a:lnTo>
                    <a:pt x="39" y="13632"/>
                  </a:lnTo>
                  <a:lnTo>
                    <a:pt x="155" y="13825"/>
                  </a:lnTo>
                  <a:lnTo>
                    <a:pt x="271" y="13941"/>
                  </a:lnTo>
                  <a:lnTo>
                    <a:pt x="464" y="14056"/>
                  </a:lnTo>
                  <a:lnTo>
                    <a:pt x="657" y="14172"/>
                  </a:lnTo>
                  <a:lnTo>
                    <a:pt x="889" y="14211"/>
                  </a:lnTo>
                  <a:lnTo>
                    <a:pt x="1120" y="14249"/>
                  </a:lnTo>
                  <a:lnTo>
                    <a:pt x="1661" y="14249"/>
                  </a:lnTo>
                  <a:lnTo>
                    <a:pt x="2163" y="14211"/>
                  </a:lnTo>
                  <a:lnTo>
                    <a:pt x="2665" y="14134"/>
                  </a:lnTo>
                  <a:lnTo>
                    <a:pt x="3051" y="14056"/>
                  </a:lnTo>
                  <a:lnTo>
                    <a:pt x="3708" y="13863"/>
                  </a:lnTo>
                  <a:lnTo>
                    <a:pt x="4364" y="13632"/>
                  </a:lnTo>
                  <a:lnTo>
                    <a:pt x="5020" y="13361"/>
                  </a:lnTo>
                  <a:lnTo>
                    <a:pt x="5638" y="13091"/>
                  </a:lnTo>
                  <a:lnTo>
                    <a:pt x="6256" y="12743"/>
                  </a:lnTo>
                  <a:lnTo>
                    <a:pt x="6835" y="12396"/>
                  </a:lnTo>
                  <a:lnTo>
                    <a:pt x="7415" y="12010"/>
                  </a:lnTo>
                  <a:lnTo>
                    <a:pt x="7955" y="11585"/>
                  </a:lnTo>
                  <a:lnTo>
                    <a:pt x="8457" y="11160"/>
                  </a:lnTo>
                  <a:lnTo>
                    <a:pt x="8959" y="10697"/>
                  </a:lnTo>
                  <a:lnTo>
                    <a:pt x="9423" y="10234"/>
                  </a:lnTo>
                  <a:lnTo>
                    <a:pt x="9847" y="9732"/>
                  </a:lnTo>
                  <a:lnTo>
                    <a:pt x="10272" y="9191"/>
                  </a:lnTo>
                  <a:lnTo>
                    <a:pt x="10620" y="8650"/>
                  </a:lnTo>
                  <a:lnTo>
                    <a:pt x="11006" y="8071"/>
                  </a:lnTo>
                  <a:lnTo>
                    <a:pt x="11315" y="7492"/>
                  </a:lnTo>
                  <a:lnTo>
                    <a:pt x="11546" y="6951"/>
                  </a:lnTo>
                  <a:lnTo>
                    <a:pt x="11778" y="6411"/>
                  </a:lnTo>
                  <a:lnTo>
                    <a:pt x="11817" y="6102"/>
                  </a:lnTo>
                  <a:lnTo>
                    <a:pt x="11855" y="5831"/>
                  </a:lnTo>
                  <a:lnTo>
                    <a:pt x="11855" y="5523"/>
                  </a:lnTo>
                  <a:lnTo>
                    <a:pt x="11778" y="5252"/>
                  </a:lnTo>
                  <a:lnTo>
                    <a:pt x="11701" y="5021"/>
                  </a:lnTo>
                  <a:lnTo>
                    <a:pt x="11585" y="4866"/>
                  </a:lnTo>
                  <a:lnTo>
                    <a:pt x="11469" y="4673"/>
                  </a:lnTo>
                  <a:lnTo>
                    <a:pt x="11315" y="4519"/>
                  </a:lnTo>
                  <a:lnTo>
                    <a:pt x="11122" y="4403"/>
                  </a:lnTo>
                  <a:lnTo>
                    <a:pt x="10929" y="4325"/>
                  </a:lnTo>
                  <a:lnTo>
                    <a:pt x="10735" y="4248"/>
                  </a:lnTo>
                  <a:lnTo>
                    <a:pt x="10504" y="4210"/>
                  </a:lnTo>
                  <a:lnTo>
                    <a:pt x="10465" y="4248"/>
                  </a:lnTo>
                  <a:lnTo>
                    <a:pt x="10388" y="4248"/>
                  </a:lnTo>
                  <a:lnTo>
                    <a:pt x="9654" y="3167"/>
                  </a:lnTo>
                  <a:lnTo>
                    <a:pt x="8882" y="2086"/>
                  </a:lnTo>
                  <a:lnTo>
                    <a:pt x="8032" y="1043"/>
                  </a:lnTo>
                  <a:lnTo>
                    <a:pt x="72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5"/>
            <p:cNvSpPr/>
            <p:nvPr/>
          </p:nvSpPr>
          <p:spPr>
            <a:xfrm>
              <a:off x="2371575" y="2703500"/>
              <a:ext cx="351425" cy="207575"/>
            </a:xfrm>
            <a:custGeom>
              <a:avLst/>
              <a:gdLst/>
              <a:ahLst/>
              <a:cxnLst/>
              <a:rect l="l" t="t" r="r" b="b"/>
              <a:pathLst>
                <a:path w="14057" h="8303" extrusionOk="0">
                  <a:moveTo>
                    <a:pt x="13941" y="0"/>
                  </a:moveTo>
                  <a:lnTo>
                    <a:pt x="13632" y="116"/>
                  </a:lnTo>
                  <a:lnTo>
                    <a:pt x="13632" y="155"/>
                  </a:lnTo>
                  <a:lnTo>
                    <a:pt x="13555" y="773"/>
                  </a:lnTo>
                  <a:lnTo>
                    <a:pt x="13439" y="1313"/>
                  </a:lnTo>
                  <a:lnTo>
                    <a:pt x="13284" y="1854"/>
                  </a:lnTo>
                  <a:lnTo>
                    <a:pt x="13053" y="2395"/>
                  </a:lnTo>
                  <a:lnTo>
                    <a:pt x="12782" y="2897"/>
                  </a:lnTo>
                  <a:lnTo>
                    <a:pt x="12473" y="3360"/>
                  </a:lnTo>
                  <a:lnTo>
                    <a:pt x="12126" y="3823"/>
                  </a:lnTo>
                  <a:lnTo>
                    <a:pt x="11778" y="4248"/>
                  </a:lnTo>
                  <a:lnTo>
                    <a:pt x="11547" y="4325"/>
                  </a:lnTo>
                  <a:lnTo>
                    <a:pt x="11585" y="4441"/>
                  </a:lnTo>
                  <a:lnTo>
                    <a:pt x="11547" y="4480"/>
                  </a:lnTo>
                  <a:lnTo>
                    <a:pt x="11392" y="4557"/>
                  </a:lnTo>
                  <a:lnTo>
                    <a:pt x="11469" y="4557"/>
                  </a:lnTo>
                  <a:lnTo>
                    <a:pt x="10967" y="5020"/>
                  </a:lnTo>
                  <a:lnTo>
                    <a:pt x="10427" y="5445"/>
                  </a:lnTo>
                  <a:lnTo>
                    <a:pt x="9539" y="6063"/>
                  </a:lnTo>
                  <a:lnTo>
                    <a:pt x="8612" y="6642"/>
                  </a:lnTo>
                  <a:lnTo>
                    <a:pt x="8149" y="6912"/>
                  </a:lnTo>
                  <a:lnTo>
                    <a:pt x="7647" y="7144"/>
                  </a:lnTo>
                  <a:lnTo>
                    <a:pt x="7145" y="7376"/>
                  </a:lnTo>
                  <a:lnTo>
                    <a:pt x="6643" y="7569"/>
                  </a:lnTo>
                  <a:lnTo>
                    <a:pt x="6604" y="7453"/>
                  </a:lnTo>
                  <a:lnTo>
                    <a:pt x="6411" y="7492"/>
                  </a:lnTo>
                  <a:lnTo>
                    <a:pt x="4905" y="6372"/>
                  </a:lnTo>
                  <a:lnTo>
                    <a:pt x="3322" y="5291"/>
                  </a:lnTo>
                  <a:lnTo>
                    <a:pt x="1739" y="4248"/>
                  </a:lnTo>
                  <a:lnTo>
                    <a:pt x="78" y="3321"/>
                  </a:lnTo>
                  <a:lnTo>
                    <a:pt x="1" y="3399"/>
                  </a:lnTo>
                  <a:lnTo>
                    <a:pt x="3051" y="5600"/>
                  </a:lnTo>
                  <a:lnTo>
                    <a:pt x="6141" y="7723"/>
                  </a:lnTo>
                  <a:lnTo>
                    <a:pt x="5639" y="7839"/>
                  </a:lnTo>
                  <a:lnTo>
                    <a:pt x="5175" y="7916"/>
                  </a:lnTo>
                  <a:lnTo>
                    <a:pt x="4673" y="7955"/>
                  </a:lnTo>
                  <a:lnTo>
                    <a:pt x="4210" y="7994"/>
                  </a:lnTo>
                  <a:lnTo>
                    <a:pt x="4094" y="7994"/>
                  </a:lnTo>
                  <a:lnTo>
                    <a:pt x="4055" y="8071"/>
                  </a:lnTo>
                  <a:lnTo>
                    <a:pt x="4248" y="8303"/>
                  </a:lnTo>
                  <a:lnTo>
                    <a:pt x="5098" y="8303"/>
                  </a:lnTo>
                  <a:lnTo>
                    <a:pt x="5523" y="8264"/>
                  </a:lnTo>
                  <a:lnTo>
                    <a:pt x="5948" y="8187"/>
                  </a:lnTo>
                  <a:lnTo>
                    <a:pt x="6372" y="8110"/>
                  </a:lnTo>
                  <a:lnTo>
                    <a:pt x="6797" y="7955"/>
                  </a:lnTo>
                  <a:lnTo>
                    <a:pt x="7647" y="7646"/>
                  </a:lnTo>
                  <a:lnTo>
                    <a:pt x="8458" y="7221"/>
                  </a:lnTo>
                  <a:lnTo>
                    <a:pt x="9230" y="6758"/>
                  </a:lnTo>
                  <a:lnTo>
                    <a:pt x="10002" y="6295"/>
                  </a:lnTo>
                  <a:lnTo>
                    <a:pt x="10659" y="5793"/>
                  </a:lnTo>
                  <a:lnTo>
                    <a:pt x="11315" y="5252"/>
                  </a:lnTo>
                  <a:lnTo>
                    <a:pt x="11933" y="4673"/>
                  </a:lnTo>
                  <a:lnTo>
                    <a:pt x="12512" y="4055"/>
                  </a:lnTo>
                  <a:lnTo>
                    <a:pt x="12975" y="3360"/>
                  </a:lnTo>
                  <a:lnTo>
                    <a:pt x="13207" y="3012"/>
                  </a:lnTo>
                  <a:lnTo>
                    <a:pt x="13400" y="2665"/>
                  </a:lnTo>
                  <a:lnTo>
                    <a:pt x="13555" y="2279"/>
                  </a:lnTo>
                  <a:lnTo>
                    <a:pt x="13709" y="1893"/>
                  </a:lnTo>
                  <a:lnTo>
                    <a:pt x="13864" y="1506"/>
                  </a:lnTo>
                  <a:lnTo>
                    <a:pt x="13941" y="1082"/>
                  </a:lnTo>
                  <a:lnTo>
                    <a:pt x="14018" y="657"/>
                  </a:lnTo>
                  <a:lnTo>
                    <a:pt x="14057" y="232"/>
                  </a:lnTo>
                  <a:lnTo>
                    <a:pt x="14018" y="116"/>
                  </a:lnTo>
                  <a:lnTo>
                    <a:pt x="13941" y="39"/>
                  </a:lnTo>
                  <a:lnTo>
                    <a:pt x="139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5"/>
            <p:cNvSpPr/>
            <p:nvPr/>
          </p:nvSpPr>
          <p:spPr>
            <a:xfrm>
              <a:off x="2362900" y="2786525"/>
              <a:ext cx="114900" cy="130350"/>
            </a:xfrm>
            <a:custGeom>
              <a:avLst/>
              <a:gdLst/>
              <a:ahLst/>
              <a:cxnLst/>
              <a:rect l="l" t="t" r="r" b="b"/>
              <a:pathLst>
                <a:path w="4596" h="5214" extrusionOk="0">
                  <a:moveTo>
                    <a:pt x="232" y="0"/>
                  </a:moveTo>
                  <a:lnTo>
                    <a:pt x="0" y="193"/>
                  </a:lnTo>
                  <a:lnTo>
                    <a:pt x="502" y="888"/>
                  </a:lnTo>
                  <a:lnTo>
                    <a:pt x="1004" y="1622"/>
                  </a:lnTo>
                  <a:lnTo>
                    <a:pt x="1545" y="2279"/>
                  </a:lnTo>
                  <a:lnTo>
                    <a:pt x="2124" y="2974"/>
                  </a:lnTo>
                  <a:lnTo>
                    <a:pt x="3283" y="4248"/>
                  </a:lnTo>
                  <a:lnTo>
                    <a:pt x="3746" y="4789"/>
                  </a:lnTo>
                  <a:lnTo>
                    <a:pt x="3630" y="4789"/>
                  </a:lnTo>
                  <a:lnTo>
                    <a:pt x="3592" y="4866"/>
                  </a:lnTo>
                  <a:lnTo>
                    <a:pt x="3592" y="4982"/>
                  </a:lnTo>
                  <a:lnTo>
                    <a:pt x="3823" y="4904"/>
                  </a:lnTo>
                  <a:lnTo>
                    <a:pt x="4055" y="5059"/>
                  </a:lnTo>
                  <a:lnTo>
                    <a:pt x="4287" y="5213"/>
                  </a:lnTo>
                  <a:lnTo>
                    <a:pt x="4441" y="5213"/>
                  </a:lnTo>
                  <a:lnTo>
                    <a:pt x="4518" y="5175"/>
                  </a:lnTo>
                  <a:lnTo>
                    <a:pt x="4557" y="5097"/>
                  </a:lnTo>
                  <a:lnTo>
                    <a:pt x="4557" y="5059"/>
                  </a:lnTo>
                  <a:lnTo>
                    <a:pt x="4595" y="4982"/>
                  </a:lnTo>
                  <a:lnTo>
                    <a:pt x="4402" y="4750"/>
                  </a:lnTo>
                  <a:lnTo>
                    <a:pt x="4325" y="4750"/>
                  </a:lnTo>
                  <a:lnTo>
                    <a:pt x="4016" y="4480"/>
                  </a:lnTo>
                  <a:lnTo>
                    <a:pt x="3746" y="4171"/>
                  </a:lnTo>
                  <a:lnTo>
                    <a:pt x="3244" y="3553"/>
                  </a:lnTo>
                  <a:lnTo>
                    <a:pt x="2201" y="2394"/>
                  </a:lnTo>
                  <a:lnTo>
                    <a:pt x="1197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5"/>
            <p:cNvSpPr/>
            <p:nvPr/>
          </p:nvSpPr>
          <p:spPr>
            <a:xfrm>
              <a:off x="2323325" y="2542275"/>
              <a:ext cx="309900" cy="249100"/>
            </a:xfrm>
            <a:custGeom>
              <a:avLst/>
              <a:gdLst/>
              <a:ahLst/>
              <a:cxnLst/>
              <a:rect l="l" t="t" r="r" b="b"/>
              <a:pathLst>
                <a:path w="12396" h="9964" extrusionOk="0">
                  <a:moveTo>
                    <a:pt x="10079" y="426"/>
                  </a:moveTo>
                  <a:lnTo>
                    <a:pt x="10272" y="464"/>
                  </a:lnTo>
                  <a:lnTo>
                    <a:pt x="10465" y="503"/>
                  </a:lnTo>
                  <a:lnTo>
                    <a:pt x="10581" y="541"/>
                  </a:lnTo>
                  <a:lnTo>
                    <a:pt x="10735" y="657"/>
                  </a:lnTo>
                  <a:lnTo>
                    <a:pt x="10851" y="850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28" y="1430"/>
                  </a:lnTo>
                  <a:lnTo>
                    <a:pt x="10890" y="1661"/>
                  </a:lnTo>
                  <a:lnTo>
                    <a:pt x="10812" y="1854"/>
                  </a:lnTo>
                  <a:lnTo>
                    <a:pt x="10619" y="2202"/>
                  </a:lnTo>
                  <a:lnTo>
                    <a:pt x="10310" y="2588"/>
                  </a:lnTo>
                  <a:lnTo>
                    <a:pt x="9963" y="2936"/>
                  </a:lnTo>
                  <a:lnTo>
                    <a:pt x="9422" y="3476"/>
                  </a:lnTo>
                  <a:lnTo>
                    <a:pt x="8843" y="3978"/>
                  </a:lnTo>
                  <a:lnTo>
                    <a:pt x="8186" y="4480"/>
                  </a:lnTo>
                  <a:lnTo>
                    <a:pt x="7569" y="4982"/>
                  </a:lnTo>
                  <a:lnTo>
                    <a:pt x="6912" y="5484"/>
                  </a:lnTo>
                  <a:lnTo>
                    <a:pt x="6256" y="5947"/>
                  </a:lnTo>
                  <a:lnTo>
                    <a:pt x="5483" y="6411"/>
                  </a:lnTo>
                  <a:lnTo>
                    <a:pt x="4711" y="6874"/>
                  </a:lnTo>
                  <a:lnTo>
                    <a:pt x="3939" y="7299"/>
                  </a:lnTo>
                  <a:lnTo>
                    <a:pt x="3128" y="7724"/>
                  </a:lnTo>
                  <a:lnTo>
                    <a:pt x="2471" y="7994"/>
                  </a:lnTo>
                  <a:lnTo>
                    <a:pt x="2163" y="8110"/>
                  </a:lnTo>
                  <a:lnTo>
                    <a:pt x="1815" y="8226"/>
                  </a:lnTo>
                  <a:lnTo>
                    <a:pt x="1506" y="8264"/>
                  </a:lnTo>
                  <a:lnTo>
                    <a:pt x="1159" y="8303"/>
                  </a:lnTo>
                  <a:lnTo>
                    <a:pt x="811" y="8303"/>
                  </a:lnTo>
                  <a:lnTo>
                    <a:pt x="463" y="8226"/>
                  </a:lnTo>
                  <a:lnTo>
                    <a:pt x="502" y="8148"/>
                  </a:lnTo>
                  <a:lnTo>
                    <a:pt x="463" y="8033"/>
                  </a:lnTo>
                  <a:lnTo>
                    <a:pt x="463" y="7917"/>
                  </a:lnTo>
                  <a:lnTo>
                    <a:pt x="463" y="7801"/>
                  </a:lnTo>
                  <a:lnTo>
                    <a:pt x="502" y="7569"/>
                  </a:lnTo>
                  <a:lnTo>
                    <a:pt x="618" y="7299"/>
                  </a:lnTo>
                  <a:lnTo>
                    <a:pt x="772" y="7029"/>
                  </a:lnTo>
                  <a:lnTo>
                    <a:pt x="1159" y="6565"/>
                  </a:lnTo>
                  <a:lnTo>
                    <a:pt x="1467" y="6179"/>
                  </a:lnTo>
                  <a:lnTo>
                    <a:pt x="2008" y="5561"/>
                  </a:lnTo>
                  <a:lnTo>
                    <a:pt x="2549" y="4982"/>
                  </a:lnTo>
                  <a:lnTo>
                    <a:pt x="3128" y="4441"/>
                  </a:lnTo>
                  <a:lnTo>
                    <a:pt x="3746" y="3862"/>
                  </a:lnTo>
                  <a:lnTo>
                    <a:pt x="4364" y="3360"/>
                  </a:lnTo>
                  <a:lnTo>
                    <a:pt x="5020" y="2858"/>
                  </a:lnTo>
                  <a:lnTo>
                    <a:pt x="5715" y="2434"/>
                  </a:lnTo>
                  <a:lnTo>
                    <a:pt x="6410" y="1970"/>
                  </a:lnTo>
                  <a:lnTo>
                    <a:pt x="7105" y="1584"/>
                  </a:lnTo>
                  <a:lnTo>
                    <a:pt x="7839" y="1236"/>
                  </a:lnTo>
                  <a:lnTo>
                    <a:pt x="8457" y="928"/>
                  </a:lnTo>
                  <a:lnTo>
                    <a:pt x="8843" y="734"/>
                  </a:lnTo>
                  <a:lnTo>
                    <a:pt x="9268" y="580"/>
                  </a:lnTo>
                  <a:lnTo>
                    <a:pt x="9692" y="464"/>
                  </a:lnTo>
                  <a:lnTo>
                    <a:pt x="10079" y="426"/>
                  </a:lnTo>
                  <a:close/>
                  <a:moveTo>
                    <a:pt x="11237" y="464"/>
                  </a:moveTo>
                  <a:lnTo>
                    <a:pt x="11430" y="580"/>
                  </a:lnTo>
                  <a:lnTo>
                    <a:pt x="11585" y="773"/>
                  </a:lnTo>
                  <a:lnTo>
                    <a:pt x="11700" y="966"/>
                  </a:lnTo>
                  <a:lnTo>
                    <a:pt x="11778" y="1236"/>
                  </a:lnTo>
                  <a:lnTo>
                    <a:pt x="11778" y="1468"/>
                  </a:lnTo>
                  <a:lnTo>
                    <a:pt x="11778" y="1738"/>
                  </a:lnTo>
                  <a:lnTo>
                    <a:pt x="11739" y="1970"/>
                  </a:lnTo>
                  <a:lnTo>
                    <a:pt x="11662" y="2240"/>
                  </a:lnTo>
                  <a:lnTo>
                    <a:pt x="11430" y="2627"/>
                  </a:lnTo>
                  <a:lnTo>
                    <a:pt x="11160" y="3013"/>
                  </a:lnTo>
                  <a:lnTo>
                    <a:pt x="10851" y="3399"/>
                  </a:lnTo>
                  <a:lnTo>
                    <a:pt x="10542" y="3746"/>
                  </a:lnTo>
                  <a:lnTo>
                    <a:pt x="9847" y="4480"/>
                  </a:lnTo>
                  <a:lnTo>
                    <a:pt x="9075" y="5137"/>
                  </a:lnTo>
                  <a:lnTo>
                    <a:pt x="8264" y="5793"/>
                  </a:lnTo>
                  <a:lnTo>
                    <a:pt x="7453" y="6372"/>
                  </a:lnTo>
                  <a:lnTo>
                    <a:pt x="6603" y="6990"/>
                  </a:lnTo>
                  <a:lnTo>
                    <a:pt x="5754" y="7569"/>
                  </a:lnTo>
                  <a:lnTo>
                    <a:pt x="4866" y="8110"/>
                  </a:lnTo>
                  <a:lnTo>
                    <a:pt x="3977" y="8612"/>
                  </a:lnTo>
                  <a:lnTo>
                    <a:pt x="3128" y="9037"/>
                  </a:lnTo>
                  <a:lnTo>
                    <a:pt x="2703" y="9191"/>
                  </a:lnTo>
                  <a:lnTo>
                    <a:pt x="2240" y="9346"/>
                  </a:lnTo>
                  <a:lnTo>
                    <a:pt x="1969" y="9384"/>
                  </a:lnTo>
                  <a:lnTo>
                    <a:pt x="1661" y="9423"/>
                  </a:lnTo>
                  <a:lnTo>
                    <a:pt x="1313" y="9384"/>
                  </a:lnTo>
                  <a:lnTo>
                    <a:pt x="1004" y="9346"/>
                  </a:lnTo>
                  <a:lnTo>
                    <a:pt x="734" y="9191"/>
                  </a:lnTo>
                  <a:lnTo>
                    <a:pt x="541" y="9037"/>
                  </a:lnTo>
                  <a:lnTo>
                    <a:pt x="463" y="8921"/>
                  </a:lnTo>
                  <a:lnTo>
                    <a:pt x="386" y="8805"/>
                  </a:lnTo>
                  <a:lnTo>
                    <a:pt x="348" y="8650"/>
                  </a:lnTo>
                  <a:lnTo>
                    <a:pt x="309" y="8496"/>
                  </a:lnTo>
                  <a:lnTo>
                    <a:pt x="579" y="8612"/>
                  </a:lnTo>
                  <a:lnTo>
                    <a:pt x="888" y="8728"/>
                  </a:lnTo>
                  <a:lnTo>
                    <a:pt x="1197" y="8766"/>
                  </a:lnTo>
                  <a:lnTo>
                    <a:pt x="1506" y="8766"/>
                  </a:lnTo>
                  <a:lnTo>
                    <a:pt x="1815" y="8728"/>
                  </a:lnTo>
                  <a:lnTo>
                    <a:pt x="2124" y="8650"/>
                  </a:lnTo>
                  <a:lnTo>
                    <a:pt x="2742" y="8457"/>
                  </a:lnTo>
                  <a:lnTo>
                    <a:pt x="3321" y="8187"/>
                  </a:lnTo>
                  <a:lnTo>
                    <a:pt x="3939" y="7917"/>
                  </a:lnTo>
                  <a:lnTo>
                    <a:pt x="4981" y="7299"/>
                  </a:lnTo>
                  <a:lnTo>
                    <a:pt x="6526" y="6372"/>
                  </a:lnTo>
                  <a:lnTo>
                    <a:pt x="7298" y="5832"/>
                  </a:lnTo>
                  <a:lnTo>
                    <a:pt x="8071" y="5291"/>
                  </a:lnTo>
                  <a:lnTo>
                    <a:pt x="8804" y="4750"/>
                  </a:lnTo>
                  <a:lnTo>
                    <a:pt x="9499" y="4133"/>
                  </a:lnTo>
                  <a:lnTo>
                    <a:pt x="10156" y="3515"/>
                  </a:lnTo>
                  <a:lnTo>
                    <a:pt x="10774" y="2820"/>
                  </a:lnTo>
                  <a:lnTo>
                    <a:pt x="10967" y="2588"/>
                  </a:lnTo>
                  <a:lnTo>
                    <a:pt x="11121" y="2356"/>
                  </a:lnTo>
                  <a:lnTo>
                    <a:pt x="11276" y="2047"/>
                  </a:lnTo>
                  <a:lnTo>
                    <a:pt x="11391" y="1777"/>
                  </a:lnTo>
                  <a:lnTo>
                    <a:pt x="11469" y="1468"/>
                  </a:lnTo>
                  <a:lnTo>
                    <a:pt x="11507" y="1159"/>
                  </a:lnTo>
                  <a:lnTo>
                    <a:pt x="11430" y="889"/>
                  </a:lnTo>
                  <a:lnTo>
                    <a:pt x="11314" y="580"/>
                  </a:lnTo>
                  <a:lnTo>
                    <a:pt x="11237" y="464"/>
                  </a:lnTo>
                  <a:close/>
                  <a:moveTo>
                    <a:pt x="9924" y="1"/>
                  </a:moveTo>
                  <a:lnTo>
                    <a:pt x="9654" y="39"/>
                  </a:lnTo>
                  <a:lnTo>
                    <a:pt x="9306" y="117"/>
                  </a:lnTo>
                  <a:lnTo>
                    <a:pt x="8920" y="194"/>
                  </a:lnTo>
                  <a:lnTo>
                    <a:pt x="8186" y="503"/>
                  </a:lnTo>
                  <a:lnTo>
                    <a:pt x="7491" y="850"/>
                  </a:lnTo>
                  <a:lnTo>
                    <a:pt x="6835" y="1198"/>
                  </a:lnTo>
                  <a:lnTo>
                    <a:pt x="6101" y="1584"/>
                  </a:lnTo>
                  <a:lnTo>
                    <a:pt x="5406" y="2009"/>
                  </a:lnTo>
                  <a:lnTo>
                    <a:pt x="4750" y="2472"/>
                  </a:lnTo>
                  <a:lnTo>
                    <a:pt x="4093" y="2974"/>
                  </a:lnTo>
                  <a:lnTo>
                    <a:pt x="3360" y="3553"/>
                  </a:lnTo>
                  <a:lnTo>
                    <a:pt x="2665" y="4210"/>
                  </a:lnTo>
                  <a:lnTo>
                    <a:pt x="1969" y="4866"/>
                  </a:lnTo>
                  <a:lnTo>
                    <a:pt x="1352" y="5600"/>
                  </a:lnTo>
                  <a:lnTo>
                    <a:pt x="888" y="6141"/>
                  </a:lnTo>
                  <a:lnTo>
                    <a:pt x="618" y="6449"/>
                  </a:lnTo>
                  <a:lnTo>
                    <a:pt x="348" y="6797"/>
                  </a:lnTo>
                  <a:lnTo>
                    <a:pt x="155" y="7145"/>
                  </a:lnTo>
                  <a:lnTo>
                    <a:pt x="0" y="7492"/>
                  </a:lnTo>
                  <a:lnTo>
                    <a:pt x="0" y="7685"/>
                  </a:lnTo>
                  <a:lnTo>
                    <a:pt x="0" y="7840"/>
                  </a:lnTo>
                  <a:lnTo>
                    <a:pt x="0" y="8033"/>
                  </a:lnTo>
                  <a:lnTo>
                    <a:pt x="77" y="8187"/>
                  </a:lnTo>
                  <a:lnTo>
                    <a:pt x="77" y="8264"/>
                  </a:lnTo>
                  <a:lnTo>
                    <a:pt x="77" y="8342"/>
                  </a:lnTo>
                  <a:lnTo>
                    <a:pt x="39" y="8496"/>
                  </a:lnTo>
                  <a:lnTo>
                    <a:pt x="39" y="8650"/>
                  </a:lnTo>
                  <a:lnTo>
                    <a:pt x="77" y="8805"/>
                  </a:lnTo>
                  <a:lnTo>
                    <a:pt x="116" y="8959"/>
                  </a:lnTo>
                  <a:lnTo>
                    <a:pt x="309" y="9230"/>
                  </a:lnTo>
                  <a:lnTo>
                    <a:pt x="541" y="9500"/>
                  </a:lnTo>
                  <a:lnTo>
                    <a:pt x="734" y="9616"/>
                  </a:lnTo>
                  <a:lnTo>
                    <a:pt x="965" y="9732"/>
                  </a:lnTo>
                  <a:lnTo>
                    <a:pt x="1236" y="9770"/>
                  </a:lnTo>
                  <a:lnTo>
                    <a:pt x="1467" y="9809"/>
                  </a:lnTo>
                  <a:lnTo>
                    <a:pt x="1583" y="9963"/>
                  </a:lnTo>
                  <a:lnTo>
                    <a:pt x="1815" y="9770"/>
                  </a:lnTo>
                  <a:lnTo>
                    <a:pt x="1892" y="9770"/>
                  </a:lnTo>
                  <a:lnTo>
                    <a:pt x="1892" y="9848"/>
                  </a:lnTo>
                  <a:lnTo>
                    <a:pt x="1931" y="9848"/>
                  </a:lnTo>
                  <a:lnTo>
                    <a:pt x="2008" y="9770"/>
                  </a:lnTo>
                  <a:lnTo>
                    <a:pt x="2394" y="9654"/>
                  </a:lnTo>
                  <a:lnTo>
                    <a:pt x="2935" y="9500"/>
                  </a:lnTo>
                  <a:lnTo>
                    <a:pt x="3514" y="9268"/>
                  </a:lnTo>
                  <a:lnTo>
                    <a:pt x="4055" y="9037"/>
                  </a:lnTo>
                  <a:lnTo>
                    <a:pt x="4557" y="8766"/>
                  </a:lnTo>
                  <a:lnTo>
                    <a:pt x="5599" y="8148"/>
                  </a:lnTo>
                  <a:lnTo>
                    <a:pt x="6603" y="7492"/>
                  </a:lnTo>
                  <a:lnTo>
                    <a:pt x="6758" y="7376"/>
                  </a:lnTo>
                  <a:lnTo>
                    <a:pt x="7839" y="6643"/>
                  </a:lnTo>
                  <a:lnTo>
                    <a:pt x="8688" y="5986"/>
                  </a:lnTo>
                  <a:lnTo>
                    <a:pt x="9538" y="5330"/>
                  </a:lnTo>
                  <a:lnTo>
                    <a:pt x="10388" y="4596"/>
                  </a:lnTo>
                  <a:lnTo>
                    <a:pt x="10774" y="4171"/>
                  </a:lnTo>
                  <a:lnTo>
                    <a:pt x="11121" y="3785"/>
                  </a:lnTo>
                  <a:lnTo>
                    <a:pt x="11160" y="3901"/>
                  </a:lnTo>
                  <a:lnTo>
                    <a:pt x="11430" y="3824"/>
                  </a:lnTo>
                  <a:lnTo>
                    <a:pt x="11932" y="4094"/>
                  </a:lnTo>
                  <a:lnTo>
                    <a:pt x="12087" y="3824"/>
                  </a:lnTo>
                  <a:lnTo>
                    <a:pt x="11353" y="3476"/>
                  </a:lnTo>
                  <a:lnTo>
                    <a:pt x="11662" y="3051"/>
                  </a:lnTo>
                  <a:lnTo>
                    <a:pt x="11932" y="2588"/>
                  </a:lnTo>
                  <a:lnTo>
                    <a:pt x="12087" y="2202"/>
                  </a:lnTo>
                  <a:lnTo>
                    <a:pt x="12164" y="1816"/>
                  </a:lnTo>
                  <a:lnTo>
                    <a:pt x="12395" y="1623"/>
                  </a:lnTo>
                  <a:lnTo>
                    <a:pt x="12164" y="1391"/>
                  </a:lnTo>
                  <a:lnTo>
                    <a:pt x="12125" y="1082"/>
                  </a:lnTo>
                  <a:lnTo>
                    <a:pt x="12048" y="812"/>
                  </a:lnTo>
                  <a:lnTo>
                    <a:pt x="11932" y="580"/>
                  </a:lnTo>
                  <a:lnTo>
                    <a:pt x="11778" y="387"/>
                  </a:lnTo>
                  <a:lnTo>
                    <a:pt x="11585" y="194"/>
                  </a:lnTo>
                  <a:lnTo>
                    <a:pt x="11353" y="78"/>
                  </a:lnTo>
                  <a:lnTo>
                    <a:pt x="11044" y="39"/>
                  </a:lnTo>
                  <a:lnTo>
                    <a:pt x="10735" y="39"/>
                  </a:lnTo>
                  <a:lnTo>
                    <a:pt x="10619" y="78"/>
                  </a:lnTo>
                  <a:lnTo>
                    <a:pt x="103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5"/>
            <p:cNvSpPr/>
            <p:nvPr/>
          </p:nvSpPr>
          <p:spPr>
            <a:xfrm>
              <a:off x="902300" y="1957275"/>
              <a:ext cx="17400" cy="181500"/>
            </a:xfrm>
            <a:custGeom>
              <a:avLst/>
              <a:gdLst/>
              <a:ahLst/>
              <a:cxnLst/>
              <a:rect l="l" t="t" r="r" b="b"/>
              <a:pathLst>
                <a:path w="696" h="7260" extrusionOk="0">
                  <a:moveTo>
                    <a:pt x="425" y="0"/>
                  </a:moveTo>
                  <a:lnTo>
                    <a:pt x="348" y="888"/>
                  </a:lnTo>
                  <a:lnTo>
                    <a:pt x="232" y="1815"/>
                  </a:lnTo>
                  <a:lnTo>
                    <a:pt x="154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5"/>
            <p:cNvSpPr/>
            <p:nvPr/>
          </p:nvSpPr>
          <p:spPr>
            <a:xfrm>
              <a:off x="779675" y="19978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6" y="5097"/>
                  </a:lnTo>
                  <a:lnTo>
                    <a:pt x="4326" y="5445"/>
                  </a:lnTo>
                  <a:lnTo>
                    <a:pt x="4635" y="5792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5" y="5252"/>
                  </a:lnTo>
                  <a:lnTo>
                    <a:pt x="4403" y="4866"/>
                  </a:lnTo>
                  <a:lnTo>
                    <a:pt x="3862" y="4170"/>
                  </a:lnTo>
                  <a:lnTo>
                    <a:pt x="2704" y="2780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5"/>
            <p:cNvSpPr/>
            <p:nvPr/>
          </p:nvSpPr>
          <p:spPr>
            <a:xfrm>
              <a:off x="781625" y="1619400"/>
              <a:ext cx="153500" cy="186325"/>
            </a:xfrm>
            <a:custGeom>
              <a:avLst/>
              <a:gdLst/>
              <a:ahLst/>
              <a:cxnLst/>
              <a:rect l="l" t="t" r="r" b="b"/>
              <a:pathLst>
                <a:path w="6140" h="7453" extrusionOk="0">
                  <a:moveTo>
                    <a:pt x="888" y="5908"/>
                  </a:moveTo>
                  <a:lnTo>
                    <a:pt x="1081" y="5985"/>
                  </a:lnTo>
                  <a:lnTo>
                    <a:pt x="1236" y="6024"/>
                  </a:lnTo>
                  <a:lnTo>
                    <a:pt x="1390" y="6178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6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89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7"/>
                  </a:lnTo>
                  <a:lnTo>
                    <a:pt x="386" y="6371"/>
                  </a:lnTo>
                  <a:lnTo>
                    <a:pt x="425" y="6256"/>
                  </a:lnTo>
                  <a:lnTo>
                    <a:pt x="502" y="6178"/>
                  </a:lnTo>
                  <a:lnTo>
                    <a:pt x="695" y="6024"/>
                  </a:lnTo>
                  <a:lnTo>
                    <a:pt x="888" y="5908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5" y="1313"/>
                  </a:lnTo>
                  <a:lnTo>
                    <a:pt x="4016" y="2047"/>
                  </a:lnTo>
                  <a:lnTo>
                    <a:pt x="3437" y="2780"/>
                  </a:lnTo>
                  <a:lnTo>
                    <a:pt x="2278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2" y="5561"/>
                  </a:lnTo>
                  <a:lnTo>
                    <a:pt x="618" y="5599"/>
                  </a:lnTo>
                  <a:lnTo>
                    <a:pt x="541" y="5676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7"/>
                  </a:lnTo>
                  <a:lnTo>
                    <a:pt x="0" y="6603"/>
                  </a:lnTo>
                  <a:lnTo>
                    <a:pt x="39" y="6796"/>
                  </a:lnTo>
                  <a:lnTo>
                    <a:pt x="116" y="6989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5"/>
                  </a:lnTo>
                  <a:lnTo>
                    <a:pt x="695" y="7453"/>
                  </a:lnTo>
                  <a:lnTo>
                    <a:pt x="1081" y="7453"/>
                  </a:lnTo>
                  <a:lnTo>
                    <a:pt x="1274" y="7414"/>
                  </a:lnTo>
                  <a:lnTo>
                    <a:pt x="1429" y="7298"/>
                  </a:lnTo>
                  <a:lnTo>
                    <a:pt x="1583" y="7182"/>
                  </a:lnTo>
                  <a:lnTo>
                    <a:pt x="1699" y="7067"/>
                  </a:lnTo>
                  <a:lnTo>
                    <a:pt x="1815" y="6873"/>
                  </a:lnTo>
                  <a:lnTo>
                    <a:pt x="1854" y="6680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8"/>
                  </a:lnTo>
                  <a:lnTo>
                    <a:pt x="1738" y="6024"/>
                  </a:lnTo>
                  <a:lnTo>
                    <a:pt x="1661" y="5908"/>
                  </a:lnTo>
                  <a:lnTo>
                    <a:pt x="1545" y="5792"/>
                  </a:lnTo>
                  <a:lnTo>
                    <a:pt x="2163" y="5097"/>
                  </a:lnTo>
                  <a:lnTo>
                    <a:pt x="2742" y="4402"/>
                  </a:lnTo>
                  <a:lnTo>
                    <a:pt x="3939" y="3012"/>
                  </a:lnTo>
                  <a:lnTo>
                    <a:pt x="4479" y="2394"/>
                  </a:lnTo>
                  <a:lnTo>
                    <a:pt x="5097" y="1699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3"/>
                  </a:lnTo>
                  <a:lnTo>
                    <a:pt x="6063" y="77"/>
                  </a:lnTo>
                  <a:lnTo>
                    <a:pt x="598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5"/>
            <p:cNvSpPr/>
            <p:nvPr/>
          </p:nvSpPr>
          <p:spPr>
            <a:xfrm>
              <a:off x="752650" y="1995875"/>
              <a:ext cx="30925" cy="168975"/>
            </a:xfrm>
            <a:custGeom>
              <a:avLst/>
              <a:gdLst/>
              <a:ahLst/>
              <a:cxnLst/>
              <a:rect l="l" t="t" r="r" b="b"/>
              <a:pathLst>
                <a:path w="1237" h="6759" extrusionOk="0">
                  <a:moveTo>
                    <a:pt x="1121" y="1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7"/>
                  </a:lnTo>
                  <a:lnTo>
                    <a:pt x="541" y="1738"/>
                  </a:lnTo>
                  <a:lnTo>
                    <a:pt x="310" y="3399"/>
                  </a:lnTo>
                  <a:lnTo>
                    <a:pt x="117" y="5059"/>
                  </a:lnTo>
                  <a:lnTo>
                    <a:pt x="1" y="6720"/>
                  </a:lnTo>
                  <a:lnTo>
                    <a:pt x="232" y="6758"/>
                  </a:lnTo>
                  <a:lnTo>
                    <a:pt x="503" y="5137"/>
                  </a:lnTo>
                  <a:lnTo>
                    <a:pt x="773" y="3515"/>
                  </a:lnTo>
                  <a:lnTo>
                    <a:pt x="966" y="1854"/>
                  </a:lnTo>
                  <a:lnTo>
                    <a:pt x="1082" y="233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5"/>
            <p:cNvSpPr/>
            <p:nvPr/>
          </p:nvSpPr>
          <p:spPr>
            <a:xfrm>
              <a:off x="527725" y="16473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0" y="6141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2" y="6681"/>
                  </a:lnTo>
                  <a:lnTo>
                    <a:pt x="7337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19" y="6836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6" y="6102"/>
                  </a:lnTo>
                  <a:lnTo>
                    <a:pt x="6642" y="5909"/>
                  </a:lnTo>
                  <a:lnTo>
                    <a:pt x="6797" y="5754"/>
                  </a:lnTo>
                  <a:close/>
                  <a:moveTo>
                    <a:pt x="232" y="1"/>
                  </a:moveTo>
                  <a:lnTo>
                    <a:pt x="155" y="40"/>
                  </a:lnTo>
                  <a:lnTo>
                    <a:pt x="78" y="40"/>
                  </a:lnTo>
                  <a:lnTo>
                    <a:pt x="39" y="117"/>
                  </a:lnTo>
                  <a:lnTo>
                    <a:pt x="0" y="233"/>
                  </a:lnTo>
                  <a:lnTo>
                    <a:pt x="0" y="310"/>
                  </a:lnTo>
                  <a:lnTo>
                    <a:pt x="39" y="387"/>
                  </a:lnTo>
                  <a:lnTo>
                    <a:pt x="425" y="773"/>
                  </a:lnTo>
                  <a:lnTo>
                    <a:pt x="811" y="1121"/>
                  </a:lnTo>
                  <a:lnTo>
                    <a:pt x="1622" y="1777"/>
                  </a:lnTo>
                  <a:lnTo>
                    <a:pt x="3399" y="3206"/>
                  </a:lnTo>
                  <a:lnTo>
                    <a:pt x="4866" y="4442"/>
                  </a:lnTo>
                  <a:lnTo>
                    <a:pt x="5638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7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6"/>
                  </a:lnTo>
                  <a:lnTo>
                    <a:pt x="6295" y="6990"/>
                  </a:lnTo>
                  <a:lnTo>
                    <a:pt x="6411" y="7145"/>
                  </a:lnTo>
                  <a:lnTo>
                    <a:pt x="6565" y="7222"/>
                  </a:lnTo>
                  <a:lnTo>
                    <a:pt x="6719" y="7299"/>
                  </a:lnTo>
                  <a:lnTo>
                    <a:pt x="6874" y="7338"/>
                  </a:lnTo>
                  <a:lnTo>
                    <a:pt x="7067" y="7338"/>
                  </a:lnTo>
                  <a:lnTo>
                    <a:pt x="7260" y="7299"/>
                  </a:lnTo>
                  <a:lnTo>
                    <a:pt x="7453" y="7260"/>
                  </a:lnTo>
                  <a:lnTo>
                    <a:pt x="7608" y="7145"/>
                  </a:lnTo>
                  <a:lnTo>
                    <a:pt x="7723" y="7029"/>
                  </a:lnTo>
                  <a:lnTo>
                    <a:pt x="7839" y="6913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2" y="6411"/>
                  </a:lnTo>
                  <a:lnTo>
                    <a:pt x="8032" y="6218"/>
                  </a:lnTo>
                  <a:lnTo>
                    <a:pt x="7955" y="6025"/>
                  </a:lnTo>
                  <a:lnTo>
                    <a:pt x="7839" y="5870"/>
                  </a:lnTo>
                  <a:lnTo>
                    <a:pt x="7723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1" y="5446"/>
                  </a:lnTo>
                  <a:lnTo>
                    <a:pt x="7028" y="5446"/>
                  </a:lnTo>
                  <a:lnTo>
                    <a:pt x="6835" y="5484"/>
                  </a:lnTo>
                  <a:lnTo>
                    <a:pt x="6024" y="4712"/>
                  </a:lnTo>
                  <a:lnTo>
                    <a:pt x="5213" y="4017"/>
                  </a:lnTo>
                  <a:lnTo>
                    <a:pt x="3514" y="2627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9"/>
                  </a:lnTo>
                  <a:lnTo>
                    <a:pt x="734" y="310"/>
                  </a:lnTo>
                  <a:lnTo>
                    <a:pt x="309" y="40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5"/>
            <p:cNvSpPr/>
            <p:nvPr/>
          </p:nvSpPr>
          <p:spPr>
            <a:xfrm>
              <a:off x="668675" y="1916725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0"/>
                  </a:moveTo>
                  <a:lnTo>
                    <a:pt x="11469" y="78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7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438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1" y="6681"/>
                  </a:lnTo>
                  <a:lnTo>
                    <a:pt x="13515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8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3"/>
                  </a:lnTo>
                  <a:lnTo>
                    <a:pt x="1081" y="10697"/>
                  </a:lnTo>
                  <a:lnTo>
                    <a:pt x="811" y="10542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6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0" y="9886"/>
                  </a:lnTo>
                  <a:lnTo>
                    <a:pt x="39" y="10117"/>
                  </a:lnTo>
                  <a:lnTo>
                    <a:pt x="77" y="10311"/>
                  </a:lnTo>
                  <a:lnTo>
                    <a:pt x="193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1" y="11353"/>
                  </a:lnTo>
                  <a:lnTo>
                    <a:pt x="2626" y="11430"/>
                  </a:lnTo>
                  <a:lnTo>
                    <a:pt x="3321" y="11508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8"/>
                  </a:lnTo>
                  <a:lnTo>
                    <a:pt x="6063" y="11430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4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7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7" y="6565"/>
                  </a:lnTo>
                  <a:lnTo>
                    <a:pt x="14017" y="6333"/>
                  </a:lnTo>
                  <a:lnTo>
                    <a:pt x="14017" y="6140"/>
                  </a:lnTo>
                  <a:lnTo>
                    <a:pt x="13940" y="5908"/>
                  </a:lnTo>
                  <a:lnTo>
                    <a:pt x="13863" y="5715"/>
                  </a:lnTo>
                  <a:lnTo>
                    <a:pt x="13747" y="5522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6"/>
                  </a:lnTo>
                  <a:lnTo>
                    <a:pt x="13091" y="5136"/>
                  </a:lnTo>
                  <a:lnTo>
                    <a:pt x="12820" y="3823"/>
                  </a:lnTo>
                  <a:lnTo>
                    <a:pt x="12511" y="2549"/>
                  </a:lnTo>
                  <a:lnTo>
                    <a:pt x="12164" y="1275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5"/>
            <p:cNvSpPr/>
            <p:nvPr/>
          </p:nvSpPr>
          <p:spPr>
            <a:xfrm>
              <a:off x="643575" y="2007475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0"/>
                  </a:moveTo>
                  <a:lnTo>
                    <a:pt x="0" y="39"/>
                  </a:lnTo>
                  <a:lnTo>
                    <a:pt x="1970" y="3205"/>
                  </a:lnTo>
                  <a:lnTo>
                    <a:pt x="4055" y="6333"/>
                  </a:lnTo>
                  <a:lnTo>
                    <a:pt x="3553" y="6294"/>
                  </a:lnTo>
                  <a:lnTo>
                    <a:pt x="3051" y="6179"/>
                  </a:lnTo>
                  <a:lnTo>
                    <a:pt x="2587" y="6024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5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7" y="6719"/>
                  </a:lnTo>
                  <a:lnTo>
                    <a:pt x="4132" y="6796"/>
                  </a:lnTo>
                  <a:lnTo>
                    <a:pt x="4595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8" y="6642"/>
                  </a:lnTo>
                  <a:lnTo>
                    <a:pt x="8148" y="6487"/>
                  </a:lnTo>
                  <a:lnTo>
                    <a:pt x="8959" y="6294"/>
                  </a:lnTo>
                  <a:lnTo>
                    <a:pt x="9770" y="6024"/>
                  </a:lnTo>
                  <a:lnTo>
                    <a:pt x="10581" y="5715"/>
                  </a:lnTo>
                  <a:lnTo>
                    <a:pt x="11314" y="5368"/>
                  </a:lnTo>
                  <a:lnTo>
                    <a:pt x="12009" y="4904"/>
                  </a:lnTo>
                  <a:lnTo>
                    <a:pt x="12357" y="4673"/>
                  </a:lnTo>
                  <a:lnTo>
                    <a:pt x="12666" y="4402"/>
                  </a:lnTo>
                  <a:lnTo>
                    <a:pt x="12975" y="4093"/>
                  </a:lnTo>
                  <a:lnTo>
                    <a:pt x="13284" y="3784"/>
                  </a:lnTo>
                  <a:lnTo>
                    <a:pt x="13515" y="3476"/>
                  </a:lnTo>
                  <a:lnTo>
                    <a:pt x="13786" y="3128"/>
                  </a:lnTo>
                  <a:lnTo>
                    <a:pt x="13979" y="2780"/>
                  </a:lnTo>
                  <a:lnTo>
                    <a:pt x="14211" y="2394"/>
                  </a:lnTo>
                  <a:lnTo>
                    <a:pt x="14211" y="2278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4" y="2163"/>
                  </a:lnTo>
                  <a:lnTo>
                    <a:pt x="13554" y="2703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6"/>
                  </a:lnTo>
                  <a:lnTo>
                    <a:pt x="12009" y="4364"/>
                  </a:lnTo>
                  <a:lnTo>
                    <a:pt x="11546" y="4711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6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1"/>
                  </a:lnTo>
                  <a:lnTo>
                    <a:pt x="6758" y="6294"/>
                  </a:lnTo>
                  <a:lnTo>
                    <a:pt x="6217" y="6333"/>
                  </a:lnTo>
                  <a:lnTo>
                    <a:pt x="5677" y="6410"/>
                  </a:lnTo>
                  <a:lnTo>
                    <a:pt x="4557" y="6410"/>
                  </a:lnTo>
                  <a:lnTo>
                    <a:pt x="4595" y="6294"/>
                  </a:lnTo>
                  <a:lnTo>
                    <a:pt x="4364" y="6256"/>
                  </a:lnTo>
                  <a:lnTo>
                    <a:pt x="3398" y="4634"/>
                  </a:lnTo>
                  <a:lnTo>
                    <a:pt x="2356" y="3012"/>
                  </a:lnTo>
                  <a:lnTo>
                    <a:pt x="1275" y="1468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5"/>
            <p:cNvSpPr/>
            <p:nvPr/>
          </p:nvSpPr>
          <p:spPr>
            <a:xfrm>
              <a:off x="633925" y="2005525"/>
              <a:ext cx="61800" cy="160300"/>
            </a:xfrm>
            <a:custGeom>
              <a:avLst/>
              <a:gdLst/>
              <a:ahLst/>
              <a:cxnLst/>
              <a:rect l="l" t="t" r="r" b="b"/>
              <a:pathLst>
                <a:path w="2472" h="6412" extrusionOk="0">
                  <a:moveTo>
                    <a:pt x="309" y="1"/>
                  </a:moveTo>
                  <a:lnTo>
                    <a:pt x="0" y="78"/>
                  </a:lnTo>
                  <a:lnTo>
                    <a:pt x="193" y="928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5"/>
                  </a:lnTo>
                  <a:lnTo>
                    <a:pt x="1661" y="5716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6" y="5909"/>
                  </a:lnTo>
                  <a:lnTo>
                    <a:pt x="1931" y="6141"/>
                  </a:lnTo>
                  <a:lnTo>
                    <a:pt x="2085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1" y="6257"/>
                  </a:lnTo>
                  <a:lnTo>
                    <a:pt x="2356" y="5948"/>
                  </a:lnTo>
                  <a:lnTo>
                    <a:pt x="2278" y="5948"/>
                  </a:lnTo>
                  <a:lnTo>
                    <a:pt x="2124" y="5600"/>
                  </a:lnTo>
                  <a:lnTo>
                    <a:pt x="1969" y="5214"/>
                  </a:lnTo>
                  <a:lnTo>
                    <a:pt x="1738" y="4442"/>
                  </a:lnTo>
                  <a:lnTo>
                    <a:pt x="1197" y="2936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5"/>
            <p:cNvSpPr/>
            <p:nvPr/>
          </p:nvSpPr>
          <p:spPr>
            <a:xfrm>
              <a:off x="609775" y="18510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9" y="541"/>
                  </a:lnTo>
                  <a:lnTo>
                    <a:pt x="12435" y="657"/>
                  </a:lnTo>
                  <a:lnTo>
                    <a:pt x="12628" y="734"/>
                  </a:lnTo>
                  <a:lnTo>
                    <a:pt x="12744" y="812"/>
                  </a:lnTo>
                  <a:lnTo>
                    <a:pt x="12859" y="966"/>
                  </a:lnTo>
                  <a:lnTo>
                    <a:pt x="12937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7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0"/>
                  </a:lnTo>
                  <a:lnTo>
                    <a:pt x="12242" y="2472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8" y="3206"/>
                  </a:lnTo>
                  <a:lnTo>
                    <a:pt x="9925" y="3437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1"/>
                  </a:lnTo>
                  <a:lnTo>
                    <a:pt x="5021" y="4596"/>
                  </a:lnTo>
                  <a:lnTo>
                    <a:pt x="4133" y="4712"/>
                  </a:lnTo>
                  <a:lnTo>
                    <a:pt x="3244" y="4789"/>
                  </a:lnTo>
                  <a:lnTo>
                    <a:pt x="2202" y="4789"/>
                  </a:lnTo>
                  <a:lnTo>
                    <a:pt x="1854" y="4750"/>
                  </a:lnTo>
                  <a:lnTo>
                    <a:pt x="1507" y="4673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1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4"/>
                  </a:lnTo>
                  <a:lnTo>
                    <a:pt x="3013" y="2356"/>
                  </a:lnTo>
                  <a:lnTo>
                    <a:pt x="3708" y="2009"/>
                  </a:lnTo>
                  <a:lnTo>
                    <a:pt x="4480" y="1700"/>
                  </a:lnTo>
                  <a:lnTo>
                    <a:pt x="5252" y="1429"/>
                  </a:lnTo>
                  <a:lnTo>
                    <a:pt x="6025" y="1198"/>
                  </a:lnTo>
                  <a:lnTo>
                    <a:pt x="6836" y="1005"/>
                  </a:lnTo>
                  <a:lnTo>
                    <a:pt x="7608" y="812"/>
                  </a:lnTo>
                  <a:lnTo>
                    <a:pt x="8419" y="696"/>
                  </a:lnTo>
                  <a:lnTo>
                    <a:pt x="9230" y="580"/>
                  </a:lnTo>
                  <a:lnTo>
                    <a:pt x="10041" y="541"/>
                  </a:lnTo>
                  <a:lnTo>
                    <a:pt x="10736" y="503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2" y="1314"/>
                  </a:lnTo>
                  <a:lnTo>
                    <a:pt x="13709" y="1507"/>
                  </a:lnTo>
                  <a:lnTo>
                    <a:pt x="13748" y="1738"/>
                  </a:lnTo>
                  <a:lnTo>
                    <a:pt x="13709" y="2009"/>
                  </a:lnTo>
                  <a:lnTo>
                    <a:pt x="13632" y="2240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7"/>
                  </a:lnTo>
                  <a:lnTo>
                    <a:pt x="12049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2" y="4634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2" y="5793"/>
                  </a:lnTo>
                  <a:lnTo>
                    <a:pt x="3708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6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6" y="5484"/>
                  </a:lnTo>
                  <a:lnTo>
                    <a:pt x="503" y="5252"/>
                  </a:lnTo>
                  <a:lnTo>
                    <a:pt x="348" y="5021"/>
                  </a:lnTo>
                  <a:lnTo>
                    <a:pt x="310" y="4866"/>
                  </a:lnTo>
                  <a:lnTo>
                    <a:pt x="310" y="4750"/>
                  </a:lnTo>
                  <a:lnTo>
                    <a:pt x="310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2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3" y="5214"/>
                  </a:lnTo>
                  <a:lnTo>
                    <a:pt x="1931" y="5252"/>
                  </a:lnTo>
                  <a:lnTo>
                    <a:pt x="2588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7" y="5059"/>
                  </a:lnTo>
                  <a:lnTo>
                    <a:pt x="6913" y="4789"/>
                  </a:lnTo>
                  <a:lnTo>
                    <a:pt x="7840" y="4596"/>
                  </a:lnTo>
                  <a:lnTo>
                    <a:pt x="8728" y="4403"/>
                  </a:lnTo>
                  <a:lnTo>
                    <a:pt x="9616" y="4132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8"/>
                  </a:lnTo>
                  <a:lnTo>
                    <a:pt x="12435" y="2974"/>
                  </a:lnTo>
                  <a:lnTo>
                    <a:pt x="12705" y="2819"/>
                  </a:lnTo>
                  <a:lnTo>
                    <a:pt x="12937" y="2588"/>
                  </a:lnTo>
                  <a:lnTo>
                    <a:pt x="13130" y="2395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4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8" y="1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5"/>
                  </a:lnTo>
                  <a:lnTo>
                    <a:pt x="4133" y="1352"/>
                  </a:lnTo>
                  <a:lnTo>
                    <a:pt x="3244" y="1700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3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4" y="4132"/>
                  </a:lnTo>
                  <a:lnTo>
                    <a:pt x="194" y="4171"/>
                  </a:lnTo>
                  <a:lnTo>
                    <a:pt x="117" y="4325"/>
                  </a:lnTo>
                  <a:lnTo>
                    <a:pt x="39" y="4480"/>
                  </a:lnTo>
                  <a:lnTo>
                    <a:pt x="1" y="4634"/>
                  </a:lnTo>
                  <a:lnTo>
                    <a:pt x="1" y="4789"/>
                  </a:lnTo>
                  <a:lnTo>
                    <a:pt x="39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7" y="6063"/>
                  </a:lnTo>
                  <a:lnTo>
                    <a:pt x="966" y="6256"/>
                  </a:lnTo>
                  <a:lnTo>
                    <a:pt x="1275" y="6179"/>
                  </a:lnTo>
                  <a:lnTo>
                    <a:pt x="1314" y="6218"/>
                  </a:lnTo>
                  <a:lnTo>
                    <a:pt x="1314" y="6256"/>
                  </a:lnTo>
                  <a:lnTo>
                    <a:pt x="1352" y="6295"/>
                  </a:lnTo>
                  <a:lnTo>
                    <a:pt x="1468" y="6256"/>
                  </a:lnTo>
                  <a:lnTo>
                    <a:pt x="1816" y="6295"/>
                  </a:lnTo>
                  <a:lnTo>
                    <a:pt x="2395" y="6333"/>
                  </a:lnTo>
                  <a:lnTo>
                    <a:pt x="3013" y="6372"/>
                  </a:lnTo>
                  <a:lnTo>
                    <a:pt x="3592" y="6333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4" y="5523"/>
                  </a:lnTo>
                  <a:lnTo>
                    <a:pt x="9037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5" y="3939"/>
                  </a:lnTo>
                  <a:lnTo>
                    <a:pt x="12898" y="3669"/>
                  </a:lnTo>
                  <a:lnTo>
                    <a:pt x="13361" y="3321"/>
                  </a:lnTo>
                  <a:lnTo>
                    <a:pt x="13632" y="3051"/>
                  </a:lnTo>
                  <a:lnTo>
                    <a:pt x="13825" y="2704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9"/>
                  </a:lnTo>
                  <a:lnTo>
                    <a:pt x="14134" y="1738"/>
                  </a:lnTo>
                  <a:lnTo>
                    <a:pt x="14095" y="1468"/>
                  </a:lnTo>
                  <a:lnTo>
                    <a:pt x="14018" y="1236"/>
                  </a:lnTo>
                  <a:lnTo>
                    <a:pt x="13902" y="1005"/>
                  </a:lnTo>
                  <a:lnTo>
                    <a:pt x="13748" y="812"/>
                  </a:lnTo>
                  <a:lnTo>
                    <a:pt x="13477" y="618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5" y="155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5"/>
            <p:cNvSpPr/>
            <p:nvPr/>
          </p:nvSpPr>
          <p:spPr>
            <a:xfrm>
              <a:off x="4200000" y="452900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1"/>
                  </a:lnTo>
                  <a:lnTo>
                    <a:pt x="0" y="7261"/>
                  </a:lnTo>
                  <a:lnTo>
                    <a:pt x="193" y="7261"/>
                  </a:lnTo>
                  <a:lnTo>
                    <a:pt x="425" y="5484"/>
                  </a:lnTo>
                  <a:lnTo>
                    <a:pt x="580" y="3669"/>
                  </a:lnTo>
                  <a:lnTo>
                    <a:pt x="695" y="1854"/>
                  </a:lnTo>
                  <a:lnTo>
                    <a:pt x="695" y="928"/>
                  </a:lnTo>
                  <a:lnTo>
                    <a:pt x="695" y="40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5"/>
            <p:cNvSpPr/>
            <p:nvPr/>
          </p:nvSpPr>
          <p:spPr>
            <a:xfrm>
              <a:off x="4077400" y="4569550"/>
              <a:ext cx="121650" cy="144850"/>
            </a:xfrm>
            <a:custGeom>
              <a:avLst/>
              <a:gdLst/>
              <a:ahLst/>
              <a:cxnLst/>
              <a:rect l="l" t="t" r="r" b="b"/>
              <a:pathLst>
                <a:path w="4866" h="5794" extrusionOk="0">
                  <a:moveTo>
                    <a:pt x="155" y="1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6"/>
                  </a:lnTo>
                  <a:lnTo>
                    <a:pt x="2896" y="3631"/>
                  </a:lnTo>
                  <a:lnTo>
                    <a:pt x="3476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6"/>
                  </a:lnTo>
                  <a:lnTo>
                    <a:pt x="4866" y="5639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8" y="1352"/>
                  </a:lnTo>
                  <a:lnTo>
                    <a:pt x="811" y="65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5"/>
            <p:cNvSpPr/>
            <p:nvPr/>
          </p:nvSpPr>
          <p:spPr>
            <a:xfrm>
              <a:off x="4079325" y="419112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9"/>
                  </a:moveTo>
                  <a:lnTo>
                    <a:pt x="1082" y="5986"/>
                  </a:lnTo>
                  <a:lnTo>
                    <a:pt x="1236" y="6025"/>
                  </a:lnTo>
                  <a:lnTo>
                    <a:pt x="1391" y="6179"/>
                  </a:lnTo>
                  <a:lnTo>
                    <a:pt x="1468" y="6334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6" y="6951"/>
                  </a:lnTo>
                  <a:lnTo>
                    <a:pt x="1159" y="7029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6"/>
                  </a:lnTo>
                  <a:lnTo>
                    <a:pt x="425" y="6720"/>
                  </a:lnTo>
                  <a:lnTo>
                    <a:pt x="387" y="6643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5" y="6256"/>
                  </a:lnTo>
                  <a:lnTo>
                    <a:pt x="503" y="6179"/>
                  </a:lnTo>
                  <a:lnTo>
                    <a:pt x="696" y="6025"/>
                  </a:lnTo>
                  <a:lnTo>
                    <a:pt x="889" y="5909"/>
                  </a:lnTo>
                  <a:close/>
                  <a:moveTo>
                    <a:pt x="5909" y="1"/>
                  </a:moveTo>
                  <a:lnTo>
                    <a:pt x="5831" y="39"/>
                  </a:lnTo>
                  <a:lnTo>
                    <a:pt x="5522" y="310"/>
                  </a:lnTo>
                  <a:lnTo>
                    <a:pt x="5175" y="619"/>
                  </a:lnTo>
                  <a:lnTo>
                    <a:pt x="4596" y="1314"/>
                  </a:lnTo>
                  <a:lnTo>
                    <a:pt x="4017" y="2047"/>
                  </a:lnTo>
                  <a:lnTo>
                    <a:pt x="3437" y="2781"/>
                  </a:lnTo>
                  <a:lnTo>
                    <a:pt x="2279" y="4133"/>
                  </a:lnTo>
                  <a:lnTo>
                    <a:pt x="1738" y="4866"/>
                  </a:lnTo>
                  <a:lnTo>
                    <a:pt x="1198" y="5561"/>
                  </a:lnTo>
                  <a:lnTo>
                    <a:pt x="1043" y="5523"/>
                  </a:lnTo>
                  <a:lnTo>
                    <a:pt x="889" y="5523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1" y="6334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4" y="7145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3" y="6527"/>
                  </a:lnTo>
                  <a:lnTo>
                    <a:pt x="1854" y="6334"/>
                  </a:lnTo>
                  <a:lnTo>
                    <a:pt x="1815" y="6179"/>
                  </a:lnTo>
                  <a:lnTo>
                    <a:pt x="1738" y="6025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3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9" y="657"/>
                  </a:lnTo>
                  <a:lnTo>
                    <a:pt x="6102" y="310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5"/>
            <p:cNvSpPr/>
            <p:nvPr/>
          </p:nvSpPr>
          <p:spPr>
            <a:xfrm>
              <a:off x="4050375" y="4567625"/>
              <a:ext cx="30900" cy="168975"/>
            </a:xfrm>
            <a:custGeom>
              <a:avLst/>
              <a:gdLst/>
              <a:ahLst/>
              <a:cxnLst/>
              <a:rect l="l" t="t" r="r" b="b"/>
              <a:pathLst>
                <a:path w="1236" h="6759" extrusionOk="0">
                  <a:moveTo>
                    <a:pt x="1120" y="1"/>
                  </a:moveTo>
                  <a:lnTo>
                    <a:pt x="1081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9"/>
                  </a:lnTo>
                  <a:lnTo>
                    <a:pt x="116" y="5059"/>
                  </a:lnTo>
                  <a:lnTo>
                    <a:pt x="0" y="6720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2" y="3515"/>
                  </a:lnTo>
                  <a:lnTo>
                    <a:pt x="965" y="1854"/>
                  </a:lnTo>
                  <a:lnTo>
                    <a:pt x="1081" y="232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5"/>
            <p:cNvSpPr/>
            <p:nvPr/>
          </p:nvSpPr>
          <p:spPr>
            <a:xfrm>
              <a:off x="3825425" y="421912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8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2"/>
                  </a:lnTo>
                  <a:lnTo>
                    <a:pt x="6643" y="5909"/>
                  </a:lnTo>
                  <a:lnTo>
                    <a:pt x="6797" y="5754"/>
                  </a:lnTo>
                  <a:close/>
                  <a:moveTo>
                    <a:pt x="233" y="1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10"/>
                  </a:lnTo>
                  <a:lnTo>
                    <a:pt x="39" y="387"/>
                  </a:lnTo>
                  <a:lnTo>
                    <a:pt x="426" y="773"/>
                  </a:lnTo>
                  <a:lnTo>
                    <a:pt x="812" y="1120"/>
                  </a:lnTo>
                  <a:lnTo>
                    <a:pt x="1623" y="1777"/>
                  </a:lnTo>
                  <a:lnTo>
                    <a:pt x="3399" y="3206"/>
                  </a:lnTo>
                  <a:lnTo>
                    <a:pt x="4866" y="4441"/>
                  </a:lnTo>
                  <a:lnTo>
                    <a:pt x="5639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2"/>
                  </a:lnTo>
                  <a:lnTo>
                    <a:pt x="6720" y="7299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9"/>
                  </a:lnTo>
                  <a:lnTo>
                    <a:pt x="7454" y="7260"/>
                  </a:lnTo>
                  <a:lnTo>
                    <a:pt x="7608" y="7144"/>
                  </a:lnTo>
                  <a:lnTo>
                    <a:pt x="7724" y="7029"/>
                  </a:lnTo>
                  <a:lnTo>
                    <a:pt x="7840" y="6913"/>
                  </a:lnTo>
                  <a:lnTo>
                    <a:pt x="7956" y="6758"/>
                  </a:lnTo>
                  <a:lnTo>
                    <a:pt x="7994" y="6565"/>
                  </a:lnTo>
                  <a:lnTo>
                    <a:pt x="8033" y="6411"/>
                  </a:lnTo>
                  <a:lnTo>
                    <a:pt x="8033" y="6218"/>
                  </a:lnTo>
                  <a:lnTo>
                    <a:pt x="7956" y="6025"/>
                  </a:lnTo>
                  <a:lnTo>
                    <a:pt x="7840" y="5870"/>
                  </a:lnTo>
                  <a:lnTo>
                    <a:pt x="7724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6" y="5484"/>
                  </a:lnTo>
                  <a:lnTo>
                    <a:pt x="6025" y="4712"/>
                  </a:lnTo>
                  <a:lnTo>
                    <a:pt x="5214" y="4017"/>
                  </a:lnTo>
                  <a:lnTo>
                    <a:pt x="3515" y="2626"/>
                  </a:lnTo>
                  <a:lnTo>
                    <a:pt x="2743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5" y="310"/>
                  </a:lnTo>
                  <a:lnTo>
                    <a:pt x="310" y="39"/>
                  </a:lnTo>
                  <a:lnTo>
                    <a:pt x="23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5"/>
            <p:cNvSpPr/>
            <p:nvPr/>
          </p:nvSpPr>
          <p:spPr>
            <a:xfrm>
              <a:off x="3966375" y="4488475"/>
              <a:ext cx="350450" cy="288650"/>
            </a:xfrm>
            <a:custGeom>
              <a:avLst/>
              <a:gdLst/>
              <a:ahLst/>
              <a:cxnLst/>
              <a:rect l="l" t="t" r="r" b="b"/>
              <a:pathLst>
                <a:path w="14018" h="11546" extrusionOk="0">
                  <a:moveTo>
                    <a:pt x="11778" y="0"/>
                  </a:moveTo>
                  <a:lnTo>
                    <a:pt x="11469" y="77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8" y="2780"/>
                  </a:lnTo>
                  <a:lnTo>
                    <a:pt x="10658" y="1892"/>
                  </a:lnTo>
                  <a:lnTo>
                    <a:pt x="10427" y="2085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168" y="5522"/>
                  </a:lnTo>
                  <a:lnTo>
                    <a:pt x="13439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2" y="6681"/>
                  </a:lnTo>
                  <a:lnTo>
                    <a:pt x="13516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4" y="7955"/>
                  </a:lnTo>
                  <a:lnTo>
                    <a:pt x="12203" y="8418"/>
                  </a:lnTo>
                  <a:lnTo>
                    <a:pt x="11740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1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0" y="11160"/>
                  </a:lnTo>
                  <a:lnTo>
                    <a:pt x="3013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2"/>
                  </a:lnTo>
                  <a:lnTo>
                    <a:pt x="1082" y="10696"/>
                  </a:lnTo>
                  <a:lnTo>
                    <a:pt x="812" y="10542"/>
                  </a:lnTo>
                  <a:lnTo>
                    <a:pt x="618" y="10388"/>
                  </a:lnTo>
                  <a:lnTo>
                    <a:pt x="464" y="10194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7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1" y="9886"/>
                  </a:lnTo>
                  <a:lnTo>
                    <a:pt x="39" y="10117"/>
                  </a:lnTo>
                  <a:lnTo>
                    <a:pt x="78" y="10310"/>
                  </a:lnTo>
                  <a:lnTo>
                    <a:pt x="194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2" y="11353"/>
                  </a:lnTo>
                  <a:lnTo>
                    <a:pt x="2626" y="11430"/>
                  </a:lnTo>
                  <a:lnTo>
                    <a:pt x="3321" y="11507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7"/>
                  </a:lnTo>
                  <a:lnTo>
                    <a:pt x="6063" y="11430"/>
                  </a:lnTo>
                  <a:lnTo>
                    <a:pt x="6758" y="11314"/>
                  </a:lnTo>
                  <a:lnTo>
                    <a:pt x="7415" y="11160"/>
                  </a:lnTo>
                  <a:lnTo>
                    <a:pt x="8071" y="11005"/>
                  </a:lnTo>
                  <a:lnTo>
                    <a:pt x="8728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8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3"/>
                  </a:lnTo>
                  <a:lnTo>
                    <a:pt x="14018" y="6140"/>
                  </a:lnTo>
                  <a:lnTo>
                    <a:pt x="13941" y="5908"/>
                  </a:lnTo>
                  <a:lnTo>
                    <a:pt x="13863" y="5715"/>
                  </a:lnTo>
                  <a:lnTo>
                    <a:pt x="13748" y="5522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6"/>
                  </a:lnTo>
                  <a:lnTo>
                    <a:pt x="13091" y="5136"/>
                  </a:lnTo>
                  <a:lnTo>
                    <a:pt x="12821" y="3823"/>
                  </a:lnTo>
                  <a:lnTo>
                    <a:pt x="12512" y="2549"/>
                  </a:lnTo>
                  <a:lnTo>
                    <a:pt x="12164" y="1274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5"/>
            <p:cNvSpPr/>
            <p:nvPr/>
          </p:nvSpPr>
          <p:spPr>
            <a:xfrm>
              <a:off x="3941275" y="457920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1" y="40"/>
                  </a:lnTo>
                  <a:lnTo>
                    <a:pt x="1970" y="3206"/>
                  </a:lnTo>
                  <a:lnTo>
                    <a:pt x="4055" y="6334"/>
                  </a:lnTo>
                  <a:lnTo>
                    <a:pt x="4055" y="6334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3"/>
                  </a:lnTo>
                  <a:lnTo>
                    <a:pt x="3708" y="6720"/>
                  </a:lnTo>
                  <a:lnTo>
                    <a:pt x="4132" y="6797"/>
                  </a:lnTo>
                  <a:lnTo>
                    <a:pt x="4596" y="6836"/>
                  </a:lnTo>
                  <a:lnTo>
                    <a:pt x="5484" y="6836"/>
                  </a:lnTo>
                  <a:lnTo>
                    <a:pt x="6372" y="6759"/>
                  </a:lnTo>
                  <a:lnTo>
                    <a:pt x="7299" y="6643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9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5"/>
                  </a:lnTo>
                  <a:lnTo>
                    <a:pt x="13863" y="2125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1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3"/>
                  </a:lnTo>
                  <a:lnTo>
                    <a:pt x="10349" y="5253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6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8" y="6334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7"/>
                  </a:lnTo>
                  <a:lnTo>
                    <a:pt x="3399" y="4635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5"/>
            <p:cNvSpPr/>
            <p:nvPr/>
          </p:nvSpPr>
          <p:spPr>
            <a:xfrm>
              <a:off x="3931625" y="457727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1"/>
                  </a:moveTo>
                  <a:lnTo>
                    <a:pt x="0" y="78"/>
                  </a:lnTo>
                  <a:lnTo>
                    <a:pt x="194" y="927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6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9"/>
                  </a:lnTo>
                  <a:lnTo>
                    <a:pt x="1931" y="6140"/>
                  </a:lnTo>
                  <a:lnTo>
                    <a:pt x="2086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4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5"/>
            <p:cNvSpPr/>
            <p:nvPr/>
          </p:nvSpPr>
          <p:spPr>
            <a:xfrm>
              <a:off x="3907500" y="442282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0" y="464"/>
                  </a:moveTo>
                  <a:lnTo>
                    <a:pt x="11623" y="502"/>
                  </a:lnTo>
                  <a:lnTo>
                    <a:pt x="12048" y="541"/>
                  </a:lnTo>
                  <a:lnTo>
                    <a:pt x="12434" y="657"/>
                  </a:lnTo>
                  <a:lnTo>
                    <a:pt x="12627" y="734"/>
                  </a:lnTo>
                  <a:lnTo>
                    <a:pt x="12743" y="811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6" y="1699"/>
                  </a:lnTo>
                  <a:lnTo>
                    <a:pt x="12820" y="1892"/>
                  </a:lnTo>
                  <a:lnTo>
                    <a:pt x="12704" y="2086"/>
                  </a:lnTo>
                  <a:lnTo>
                    <a:pt x="12589" y="2240"/>
                  </a:lnTo>
                  <a:lnTo>
                    <a:pt x="12241" y="2472"/>
                  </a:lnTo>
                  <a:lnTo>
                    <a:pt x="11816" y="2742"/>
                  </a:lnTo>
                  <a:lnTo>
                    <a:pt x="11391" y="2935"/>
                  </a:lnTo>
                  <a:lnTo>
                    <a:pt x="10658" y="3205"/>
                  </a:lnTo>
                  <a:lnTo>
                    <a:pt x="9924" y="3437"/>
                  </a:lnTo>
                  <a:lnTo>
                    <a:pt x="9152" y="3707"/>
                  </a:lnTo>
                  <a:lnTo>
                    <a:pt x="8380" y="3900"/>
                  </a:lnTo>
                  <a:lnTo>
                    <a:pt x="7607" y="4094"/>
                  </a:lnTo>
                  <a:lnTo>
                    <a:pt x="6796" y="4287"/>
                  </a:lnTo>
                  <a:lnTo>
                    <a:pt x="5908" y="4441"/>
                  </a:lnTo>
                  <a:lnTo>
                    <a:pt x="5020" y="4596"/>
                  </a:lnTo>
                  <a:lnTo>
                    <a:pt x="4132" y="4711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0"/>
                  </a:lnTo>
                  <a:lnTo>
                    <a:pt x="1506" y="4673"/>
                  </a:lnTo>
                  <a:lnTo>
                    <a:pt x="1197" y="4557"/>
                  </a:lnTo>
                  <a:lnTo>
                    <a:pt x="888" y="4441"/>
                  </a:lnTo>
                  <a:lnTo>
                    <a:pt x="579" y="4248"/>
                  </a:lnTo>
                  <a:lnTo>
                    <a:pt x="657" y="4171"/>
                  </a:lnTo>
                  <a:lnTo>
                    <a:pt x="695" y="4055"/>
                  </a:lnTo>
                  <a:lnTo>
                    <a:pt x="695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1" y="3437"/>
                  </a:lnTo>
                  <a:lnTo>
                    <a:pt x="1313" y="3244"/>
                  </a:lnTo>
                  <a:lnTo>
                    <a:pt x="1854" y="2935"/>
                  </a:lnTo>
                  <a:lnTo>
                    <a:pt x="2278" y="2703"/>
                  </a:lnTo>
                  <a:lnTo>
                    <a:pt x="3012" y="2356"/>
                  </a:lnTo>
                  <a:lnTo>
                    <a:pt x="3707" y="2008"/>
                  </a:lnTo>
                  <a:lnTo>
                    <a:pt x="4479" y="1699"/>
                  </a:lnTo>
                  <a:lnTo>
                    <a:pt x="5252" y="1429"/>
                  </a:lnTo>
                  <a:lnTo>
                    <a:pt x="6024" y="1197"/>
                  </a:lnTo>
                  <a:lnTo>
                    <a:pt x="6835" y="1004"/>
                  </a:lnTo>
                  <a:lnTo>
                    <a:pt x="7607" y="811"/>
                  </a:lnTo>
                  <a:lnTo>
                    <a:pt x="8418" y="695"/>
                  </a:lnTo>
                  <a:lnTo>
                    <a:pt x="9229" y="580"/>
                  </a:lnTo>
                  <a:lnTo>
                    <a:pt x="10040" y="541"/>
                  </a:lnTo>
                  <a:lnTo>
                    <a:pt x="10735" y="502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1" y="1313"/>
                  </a:lnTo>
                  <a:lnTo>
                    <a:pt x="13708" y="1506"/>
                  </a:lnTo>
                  <a:lnTo>
                    <a:pt x="13747" y="1738"/>
                  </a:lnTo>
                  <a:lnTo>
                    <a:pt x="13708" y="2008"/>
                  </a:lnTo>
                  <a:lnTo>
                    <a:pt x="13631" y="2240"/>
                  </a:lnTo>
                  <a:lnTo>
                    <a:pt x="13515" y="2472"/>
                  </a:lnTo>
                  <a:lnTo>
                    <a:pt x="13399" y="2703"/>
                  </a:lnTo>
                  <a:lnTo>
                    <a:pt x="13206" y="2896"/>
                  </a:lnTo>
                  <a:lnTo>
                    <a:pt x="12859" y="3205"/>
                  </a:lnTo>
                  <a:lnTo>
                    <a:pt x="12473" y="3437"/>
                  </a:lnTo>
                  <a:lnTo>
                    <a:pt x="12048" y="3669"/>
                  </a:lnTo>
                  <a:lnTo>
                    <a:pt x="11623" y="3900"/>
                  </a:lnTo>
                  <a:lnTo>
                    <a:pt x="10658" y="4287"/>
                  </a:lnTo>
                  <a:lnTo>
                    <a:pt x="9731" y="4634"/>
                  </a:lnTo>
                  <a:lnTo>
                    <a:pt x="8766" y="4904"/>
                  </a:lnTo>
                  <a:lnTo>
                    <a:pt x="7762" y="5175"/>
                  </a:lnTo>
                  <a:lnTo>
                    <a:pt x="6758" y="5406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8"/>
                  </a:lnTo>
                  <a:lnTo>
                    <a:pt x="2780" y="5986"/>
                  </a:lnTo>
                  <a:lnTo>
                    <a:pt x="2278" y="5986"/>
                  </a:lnTo>
                  <a:lnTo>
                    <a:pt x="1815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5" y="5484"/>
                  </a:lnTo>
                  <a:lnTo>
                    <a:pt x="502" y="5252"/>
                  </a:lnTo>
                  <a:lnTo>
                    <a:pt x="348" y="5020"/>
                  </a:lnTo>
                  <a:lnTo>
                    <a:pt x="309" y="4866"/>
                  </a:lnTo>
                  <a:lnTo>
                    <a:pt x="309" y="4750"/>
                  </a:lnTo>
                  <a:lnTo>
                    <a:pt x="309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3"/>
                  </a:lnTo>
                  <a:lnTo>
                    <a:pt x="1931" y="5252"/>
                  </a:lnTo>
                  <a:lnTo>
                    <a:pt x="2587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6" y="5059"/>
                  </a:lnTo>
                  <a:lnTo>
                    <a:pt x="6912" y="4789"/>
                  </a:lnTo>
                  <a:lnTo>
                    <a:pt x="7839" y="4596"/>
                  </a:lnTo>
                  <a:lnTo>
                    <a:pt x="8727" y="4402"/>
                  </a:lnTo>
                  <a:lnTo>
                    <a:pt x="9615" y="4132"/>
                  </a:lnTo>
                  <a:lnTo>
                    <a:pt x="10503" y="3862"/>
                  </a:lnTo>
                  <a:lnTo>
                    <a:pt x="11353" y="3514"/>
                  </a:lnTo>
                  <a:lnTo>
                    <a:pt x="12164" y="3128"/>
                  </a:lnTo>
                  <a:lnTo>
                    <a:pt x="12434" y="2974"/>
                  </a:lnTo>
                  <a:lnTo>
                    <a:pt x="12704" y="2819"/>
                  </a:lnTo>
                  <a:lnTo>
                    <a:pt x="12936" y="2588"/>
                  </a:lnTo>
                  <a:lnTo>
                    <a:pt x="13129" y="2394"/>
                  </a:lnTo>
                  <a:lnTo>
                    <a:pt x="13322" y="2124"/>
                  </a:lnTo>
                  <a:lnTo>
                    <a:pt x="13438" y="1854"/>
                  </a:lnTo>
                  <a:lnTo>
                    <a:pt x="13515" y="1584"/>
                  </a:lnTo>
                  <a:lnTo>
                    <a:pt x="13515" y="1236"/>
                  </a:lnTo>
                  <a:lnTo>
                    <a:pt x="13477" y="1120"/>
                  </a:lnTo>
                  <a:close/>
                  <a:moveTo>
                    <a:pt x="10658" y="0"/>
                  </a:moveTo>
                  <a:lnTo>
                    <a:pt x="9886" y="39"/>
                  </a:lnTo>
                  <a:lnTo>
                    <a:pt x="9113" y="116"/>
                  </a:lnTo>
                  <a:lnTo>
                    <a:pt x="8302" y="232"/>
                  </a:lnTo>
                  <a:lnTo>
                    <a:pt x="7530" y="348"/>
                  </a:lnTo>
                  <a:lnTo>
                    <a:pt x="6719" y="541"/>
                  </a:lnTo>
                  <a:lnTo>
                    <a:pt x="5908" y="734"/>
                  </a:lnTo>
                  <a:lnTo>
                    <a:pt x="5020" y="1004"/>
                  </a:lnTo>
                  <a:lnTo>
                    <a:pt x="4132" y="1352"/>
                  </a:lnTo>
                  <a:lnTo>
                    <a:pt x="3244" y="1699"/>
                  </a:lnTo>
                  <a:lnTo>
                    <a:pt x="2394" y="2124"/>
                  </a:lnTo>
                  <a:lnTo>
                    <a:pt x="1776" y="2433"/>
                  </a:lnTo>
                  <a:lnTo>
                    <a:pt x="1390" y="2626"/>
                  </a:lnTo>
                  <a:lnTo>
                    <a:pt x="1043" y="2858"/>
                  </a:lnTo>
                  <a:lnTo>
                    <a:pt x="695" y="3090"/>
                  </a:lnTo>
                  <a:lnTo>
                    <a:pt x="463" y="3398"/>
                  </a:lnTo>
                  <a:lnTo>
                    <a:pt x="348" y="3553"/>
                  </a:lnTo>
                  <a:lnTo>
                    <a:pt x="270" y="3707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3" y="4132"/>
                  </a:lnTo>
                  <a:lnTo>
                    <a:pt x="193" y="4171"/>
                  </a:lnTo>
                  <a:lnTo>
                    <a:pt x="116" y="4325"/>
                  </a:lnTo>
                  <a:lnTo>
                    <a:pt x="39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5136"/>
                  </a:lnTo>
                  <a:lnTo>
                    <a:pt x="193" y="5445"/>
                  </a:lnTo>
                  <a:lnTo>
                    <a:pt x="348" y="5638"/>
                  </a:lnTo>
                  <a:lnTo>
                    <a:pt x="502" y="5831"/>
                  </a:lnTo>
                  <a:lnTo>
                    <a:pt x="695" y="5947"/>
                  </a:lnTo>
                  <a:lnTo>
                    <a:pt x="927" y="6063"/>
                  </a:lnTo>
                  <a:lnTo>
                    <a:pt x="965" y="6256"/>
                  </a:lnTo>
                  <a:lnTo>
                    <a:pt x="1274" y="6179"/>
                  </a:lnTo>
                  <a:lnTo>
                    <a:pt x="1313" y="6217"/>
                  </a:lnTo>
                  <a:lnTo>
                    <a:pt x="1313" y="6256"/>
                  </a:lnTo>
                  <a:lnTo>
                    <a:pt x="1352" y="6295"/>
                  </a:lnTo>
                  <a:lnTo>
                    <a:pt x="1467" y="6256"/>
                  </a:lnTo>
                  <a:lnTo>
                    <a:pt x="1815" y="6295"/>
                  </a:lnTo>
                  <a:lnTo>
                    <a:pt x="2394" y="6333"/>
                  </a:lnTo>
                  <a:lnTo>
                    <a:pt x="3012" y="6372"/>
                  </a:lnTo>
                  <a:lnTo>
                    <a:pt x="3591" y="6333"/>
                  </a:lnTo>
                  <a:lnTo>
                    <a:pt x="4171" y="6295"/>
                  </a:lnTo>
                  <a:lnTo>
                    <a:pt x="5368" y="6101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3" y="5522"/>
                  </a:lnTo>
                  <a:lnTo>
                    <a:pt x="9036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5" y="4132"/>
                  </a:lnTo>
                  <a:lnTo>
                    <a:pt x="12125" y="4248"/>
                  </a:lnTo>
                  <a:lnTo>
                    <a:pt x="12395" y="4287"/>
                  </a:lnTo>
                  <a:lnTo>
                    <a:pt x="12782" y="4711"/>
                  </a:lnTo>
                  <a:lnTo>
                    <a:pt x="13013" y="4518"/>
                  </a:lnTo>
                  <a:lnTo>
                    <a:pt x="12434" y="3939"/>
                  </a:lnTo>
                  <a:lnTo>
                    <a:pt x="12897" y="3669"/>
                  </a:lnTo>
                  <a:lnTo>
                    <a:pt x="13361" y="3321"/>
                  </a:lnTo>
                  <a:lnTo>
                    <a:pt x="13631" y="3051"/>
                  </a:lnTo>
                  <a:lnTo>
                    <a:pt x="13824" y="2703"/>
                  </a:lnTo>
                  <a:lnTo>
                    <a:pt x="14133" y="2626"/>
                  </a:lnTo>
                  <a:lnTo>
                    <a:pt x="14017" y="2317"/>
                  </a:lnTo>
                  <a:lnTo>
                    <a:pt x="14095" y="2008"/>
                  </a:lnTo>
                  <a:lnTo>
                    <a:pt x="14133" y="1738"/>
                  </a:lnTo>
                  <a:lnTo>
                    <a:pt x="14095" y="1468"/>
                  </a:lnTo>
                  <a:lnTo>
                    <a:pt x="14017" y="1236"/>
                  </a:lnTo>
                  <a:lnTo>
                    <a:pt x="13901" y="1004"/>
                  </a:lnTo>
                  <a:lnTo>
                    <a:pt x="13747" y="811"/>
                  </a:lnTo>
                  <a:lnTo>
                    <a:pt x="13477" y="618"/>
                  </a:lnTo>
                  <a:lnTo>
                    <a:pt x="13168" y="502"/>
                  </a:lnTo>
                  <a:lnTo>
                    <a:pt x="13091" y="502"/>
                  </a:lnTo>
                  <a:lnTo>
                    <a:pt x="12897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2" y="116"/>
                  </a:lnTo>
                  <a:lnTo>
                    <a:pt x="11816" y="3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5"/>
            <p:cNvSpPr/>
            <p:nvPr/>
          </p:nvSpPr>
          <p:spPr>
            <a:xfrm>
              <a:off x="5030225" y="191865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5"/>
            <p:cNvSpPr/>
            <p:nvPr/>
          </p:nvSpPr>
          <p:spPr>
            <a:xfrm>
              <a:off x="4907625" y="1959200"/>
              <a:ext cx="121650" cy="144825"/>
            </a:xfrm>
            <a:custGeom>
              <a:avLst/>
              <a:gdLst/>
              <a:ahLst/>
              <a:cxnLst/>
              <a:rect l="l" t="t" r="r" b="b"/>
              <a:pathLst>
                <a:path w="4866" h="5793" extrusionOk="0">
                  <a:moveTo>
                    <a:pt x="155" y="0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5"/>
                  </a:lnTo>
                  <a:lnTo>
                    <a:pt x="2896" y="3630"/>
                  </a:lnTo>
                  <a:lnTo>
                    <a:pt x="3475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7" y="1352"/>
                  </a:lnTo>
                  <a:lnTo>
                    <a:pt x="811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5"/>
            <p:cNvSpPr/>
            <p:nvPr/>
          </p:nvSpPr>
          <p:spPr>
            <a:xfrm>
              <a:off x="4909550" y="158077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8" y="5909"/>
                  </a:moveTo>
                  <a:lnTo>
                    <a:pt x="1082" y="5986"/>
                  </a:lnTo>
                  <a:lnTo>
                    <a:pt x="1236" y="6024"/>
                  </a:lnTo>
                  <a:lnTo>
                    <a:pt x="1390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7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8"/>
                  </a:lnTo>
                  <a:lnTo>
                    <a:pt x="386" y="6372"/>
                  </a:lnTo>
                  <a:lnTo>
                    <a:pt x="425" y="6256"/>
                  </a:lnTo>
                  <a:lnTo>
                    <a:pt x="502" y="6179"/>
                  </a:lnTo>
                  <a:lnTo>
                    <a:pt x="695" y="6024"/>
                  </a:lnTo>
                  <a:lnTo>
                    <a:pt x="888" y="5909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6" y="2047"/>
                  </a:lnTo>
                  <a:lnTo>
                    <a:pt x="3437" y="2781"/>
                  </a:lnTo>
                  <a:lnTo>
                    <a:pt x="2279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8"/>
                  </a:lnTo>
                  <a:lnTo>
                    <a:pt x="0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6"/>
                  </a:lnTo>
                  <a:lnTo>
                    <a:pt x="695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699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9"/>
                  </a:lnTo>
                  <a:lnTo>
                    <a:pt x="1738" y="6024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2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5"/>
            <p:cNvSpPr/>
            <p:nvPr/>
          </p:nvSpPr>
          <p:spPr>
            <a:xfrm>
              <a:off x="4880575" y="1957275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1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2" y="1738"/>
                  </a:lnTo>
                  <a:lnTo>
                    <a:pt x="310" y="3398"/>
                  </a:lnTo>
                  <a:lnTo>
                    <a:pt x="117" y="5059"/>
                  </a:lnTo>
                  <a:lnTo>
                    <a:pt x="1" y="6719"/>
                  </a:lnTo>
                  <a:lnTo>
                    <a:pt x="233" y="6758"/>
                  </a:lnTo>
                  <a:lnTo>
                    <a:pt x="503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7" y="77"/>
                  </a:lnTo>
                  <a:lnTo>
                    <a:pt x="1237" y="39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5"/>
            <p:cNvSpPr/>
            <p:nvPr/>
          </p:nvSpPr>
          <p:spPr>
            <a:xfrm>
              <a:off x="4655650" y="16087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4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7" y="6796"/>
                  </a:lnTo>
                  <a:lnTo>
                    <a:pt x="7106" y="6912"/>
                  </a:lnTo>
                  <a:lnTo>
                    <a:pt x="6913" y="6912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1"/>
                  </a:lnTo>
                  <a:lnTo>
                    <a:pt x="6642" y="5908"/>
                  </a:lnTo>
                  <a:lnTo>
                    <a:pt x="6797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2" y="1120"/>
                  </a:lnTo>
                  <a:lnTo>
                    <a:pt x="1622" y="1777"/>
                  </a:lnTo>
                  <a:lnTo>
                    <a:pt x="3399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1" y="5599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1"/>
                  </a:lnTo>
                  <a:lnTo>
                    <a:pt x="6063" y="6410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1"/>
                  </a:lnTo>
                  <a:lnTo>
                    <a:pt x="6720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8" y="7144"/>
                  </a:lnTo>
                  <a:lnTo>
                    <a:pt x="7724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3" y="6410"/>
                  </a:lnTo>
                  <a:lnTo>
                    <a:pt x="8033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4" y="5715"/>
                  </a:lnTo>
                  <a:lnTo>
                    <a:pt x="7569" y="5599"/>
                  </a:lnTo>
                  <a:lnTo>
                    <a:pt x="7415" y="5522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5" y="5484"/>
                  </a:lnTo>
                  <a:lnTo>
                    <a:pt x="6025" y="4711"/>
                  </a:lnTo>
                  <a:lnTo>
                    <a:pt x="5214" y="4016"/>
                  </a:lnTo>
                  <a:lnTo>
                    <a:pt x="3515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10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5"/>
            <p:cNvSpPr/>
            <p:nvPr/>
          </p:nvSpPr>
          <p:spPr>
            <a:xfrm>
              <a:off x="4796600" y="1878100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1"/>
                  </a:moveTo>
                  <a:lnTo>
                    <a:pt x="11469" y="78"/>
                  </a:lnTo>
                  <a:lnTo>
                    <a:pt x="11855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8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9"/>
                  </a:lnTo>
                  <a:lnTo>
                    <a:pt x="13168" y="5523"/>
                  </a:lnTo>
                  <a:lnTo>
                    <a:pt x="13438" y="5716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1"/>
                  </a:lnTo>
                  <a:lnTo>
                    <a:pt x="13631" y="6681"/>
                  </a:lnTo>
                  <a:lnTo>
                    <a:pt x="13516" y="6913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9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1" y="10543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39" y="9655"/>
                  </a:lnTo>
                  <a:lnTo>
                    <a:pt x="0" y="9886"/>
                  </a:lnTo>
                  <a:lnTo>
                    <a:pt x="39" y="10118"/>
                  </a:lnTo>
                  <a:lnTo>
                    <a:pt x="78" y="10311"/>
                  </a:lnTo>
                  <a:lnTo>
                    <a:pt x="193" y="10465"/>
                  </a:lnTo>
                  <a:lnTo>
                    <a:pt x="348" y="10620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8"/>
                  </a:lnTo>
                  <a:lnTo>
                    <a:pt x="2201" y="11354"/>
                  </a:lnTo>
                  <a:lnTo>
                    <a:pt x="2626" y="11431"/>
                  </a:lnTo>
                  <a:lnTo>
                    <a:pt x="3321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3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5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7"/>
                  </a:lnTo>
                  <a:lnTo>
                    <a:pt x="13747" y="7376"/>
                  </a:lnTo>
                  <a:lnTo>
                    <a:pt x="13863" y="7145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0" y="5909"/>
                  </a:lnTo>
                  <a:lnTo>
                    <a:pt x="13863" y="5716"/>
                  </a:lnTo>
                  <a:lnTo>
                    <a:pt x="13747" y="5523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4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5"/>
            <p:cNvSpPr/>
            <p:nvPr/>
          </p:nvSpPr>
          <p:spPr>
            <a:xfrm>
              <a:off x="4771500" y="196885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0" y="39"/>
                  </a:lnTo>
                  <a:lnTo>
                    <a:pt x="1970" y="3206"/>
                  </a:lnTo>
                  <a:lnTo>
                    <a:pt x="4055" y="6333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2"/>
                  </a:lnTo>
                  <a:lnTo>
                    <a:pt x="3707" y="6720"/>
                  </a:lnTo>
                  <a:lnTo>
                    <a:pt x="4132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7" y="6333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5"/>
            <p:cNvSpPr/>
            <p:nvPr/>
          </p:nvSpPr>
          <p:spPr>
            <a:xfrm>
              <a:off x="4761850" y="196692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0"/>
                  </a:moveTo>
                  <a:lnTo>
                    <a:pt x="0" y="78"/>
                  </a:lnTo>
                  <a:lnTo>
                    <a:pt x="193" y="927"/>
                  </a:lnTo>
                  <a:lnTo>
                    <a:pt x="425" y="1777"/>
                  </a:lnTo>
                  <a:lnTo>
                    <a:pt x="657" y="2626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1" y="6140"/>
                  </a:lnTo>
                  <a:lnTo>
                    <a:pt x="2085" y="6333"/>
                  </a:lnTo>
                  <a:lnTo>
                    <a:pt x="2124" y="6410"/>
                  </a:lnTo>
                  <a:lnTo>
                    <a:pt x="2317" y="6410"/>
                  </a:lnTo>
                  <a:lnTo>
                    <a:pt x="2356" y="6333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7" y="2935"/>
                  </a:lnTo>
                  <a:lnTo>
                    <a:pt x="734" y="1468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5"/>
            <p:cNvSpPr/>
            <p:nvPr/>
          </p:nvSpPr>
          <p:spPr>
            <a:xfrm>
              <a:off x="4737700" y="181247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1" y="463"/>
                  </a:moveTo>
                  <a:lnTo>
                    <a:pt x="11624" y="502"/>
                  </a:lnTo>
                  <a:lnTo>
                    <a:pt x="12049" y="541"/>
                  </a:lnTo>
                  <a:lnTo>
                    <a:pt x="12435" y="656"/>
                  </a:lnTo>
                  <a:lnTo>
                    <a:pt x="12628" y="734"/>
                  </a:lnTo>
                  <a:lnTo>
                    <a:pt x="12744" y="811"/>
                  </a:lnTo>
                  <a:lnTo>
                    <a:pt x="12860" y="965"/>
                  </a:lnTo>
                  <a:lnTo>
                    <a:pt x="12937" y="1081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7" y="1699"/>
                  </a:lnTo>
                  <a:lnTo>
                    <a:pt x="12821" y="1892"/>
                  </a:lnTo>
                  <a:lnTo>
                    <a:pt x="12705" y="2085"/>
                  </a:lnTo>
                  <a:lnTo>
                    <a:pt x="12589" y="2240"/>
                  </a:lnTo>
                  <a:lnTo>
                    <a:pt x="12242" y="2471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9" y="3205"/>
                  </a:lnTo>
                  <a:lnTo>
                    <a:pt x="9925" y="3437"/>
                  </a:lnTo>
                  <a:lnTo>
                    <a:pt x="9153" y="3707"/>
                  </a:lnTo>
                  <a:lnTo>
                    <a:pt x="8380" y="3900"/>
                  </a:lnTo>
                  <a:lnTo>
                    <a:pt x="7608" y="4093"/>
                  </a:lnTo>
                  <a:lnTo>
                    <a:pt x="6797" y="4286"/>
                  </a:lnTo>
                  <a:lnTo>
                    <a:pt x="5909" y="4441"/>
                  </a:lnTo>
                  <a:lnTo>
                    <a:pt x="5021" y="4595"/>
                  </a:lnTo>
                  <a:lnTo>
                    <a:pt x="4133" y="4711"/>
                  </a:lnTo>
                  <a:lnTo>
                    <a:pt x="3245" y="4788"/>
                  </a:lnTo>
                  <a:lnTo>
                    <a:pt x="2202" y="4788"/>
                  </a:lnTo>
                  <a:lnTo>
                    <a:pt x="1854" y="4750"/>
                  </a:lnTo>
                  <a:lnTo>
                    <a:pt x="1507" y="4672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0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5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3"/>
                  </a:lnTo>
                  <a:lnTo>
                    <a:pt x="3013" y="2356"/>
                  </a:lnTo>
                  <a:lnTo>
                    <a:pt x="3708" y="2008"/>
                  </a:lnTo>
                  <a:lnTo>
                    <a:pt x="4480" y="1699"/>
                  </a:lnTo>
                  <a:lnTo>
                    <a:pt x="5253" y="1429"/>
                  </a:lnTo>
                  <a:lnTo>
                    <a:pt x="6025" y="1197"/>
                  </a:lnTo>
                  <a:lnTo>
                    <a:pt x="6836" y="1004"/>
                  </a:lnTo>
                  <a:lnTo>
                    <a:pt x="7608" y="811"/>
                  </a:lnTo>
                  <a:lnTo>
                    <a:pt x="8419" y="695"/>
                  </a:lnTo>
                  <a:lnTo>
                    <a:pt x="9230" y="579"/>
                  </a:lnTo>
                  <a:lnTo>
                    <a:pt x="10041" y="541"/>
                  </a:lnTo>
                  <a:lnTo>
                    <a:pt x="10736" y="502"/>
                  </a:lnTo>
                  <a:lnTo>
                    <a:pt x="11161" y="463"/>
                  </a:lnTo>
                  <a:close/>
                  <a:moveTo>
                    <a:pt x="13477" y="1120"/>
                  </a:moveTo>
                  <a:lnTo>
                    <a:pt x="13632" y="1313"/>
                  </a:lnTo>
                  <a:lnTo>
                    <a:pt x="13709" y="1506"/>
                  </a:lnTo>
                  <a:lnTo>
                    <a:pt x="13748" y="1738"/>
                  </a:lnTo>
                  <a:lnTo>
                    <a:pt x="13709" y="2008"/>
                  </a:lnTo>
                  <a:lnTo>
                    <a:pt x="13632" y="2240"/>
                  </a:lnTo>
                  <a:lnTo>
                    <a:pt x="13516" y="2471"/>
                  </a:lnTo>
                  <a:lnTo>
                    <a:pt x="13400" y="2703"/>
                  </a:lnTo>
                  <a:lnTo>
                    <a:pt x="13207" y="2896"/>
                  </a:lnTo>
                  <a:lnTo>
                    <a:pt x="12860" y="3205"/>
                  </a:lnTo>
                  <a:lnTo>
                    <a:pt x="12473" y="3437"/>
                  </a:lnTo>
                  <a:lnTo>
                    <a:pt x="12049" y="3668"/>
                  </a:lnTo>
                  <a:lnTo>
                    <a:pt x="11624" y="3900"/>
                  </a:lnTo>
                  <a:lnTo>
                    <a:pt x="10659" y="4286"/>
                  </a:lnTo>
                  <a:lnTo>
                    <a:pt x="9732" y="4634"/>
                  </a:lnTo>
                  <a:lnTo>
                    <a:pt x="8766" y="4904"/>
                  </a:lnTo>
                  <a:lnTo>
                    <a:pt x="7762" y="5174"/>
                  </a:lnTo>
                  <a:lnTo>
                    <a:pt x="6758" y="5406"/>
                  </a:lnTo>
                  <a:lnTo>
                    <a:pt x="5755" y="5599"/>
                  </a:lnTo>
                  <a:lnTo>
                    <a:pt x="4712" y="5792"/>
                  </a:lnTo>
                  <a:lnTo>
                    <a:pt x="3708" y="5908"/>
                  </a:lnTo>
                  <a:lnTo>
                    <a:pt x="2781" y="5985"/>
                  </a:lnTo>
                  <a:lnTo>
                    <a:pt x="2279" y="5985"/>
                  </a:lnTo>
                  <a:lnTo>
                    <a:pt x="1816" y="5947"/>
                  </a:lnTo>
                  <a:lnTo>
                    <a:pt x="1545" y="5869"/>
                  </a:lnTo>
                  <a:lnTo>
                    <a:pt x="1237" y="5792"/>
                  </a:lnTo>
                  <a:lnTo>
                    <a:pt x="928" y="5638"/>
                  </a:lnTo>
                  <a:lnTo>
                    <a:pt x="696" y="5483"/>
                  </a:lnTo>
                  <a:lnTo>
                    <a:pt x="503" y="5252"/>
                  </a:lnTo>
                  <a:lnTo>
                    <a:pt x="348" y="5020"/>
                  </a:lnTo>
                  <a:lnTo>
                    <a:pt x="310" y="4865"/>
                  </a:lnTo>
                  <a:lnTo>
                    <a:pt x="310" y="4750"/>
                  </a:lnTo>
                  <a:lnTo>
                    <a:pt x="310" y="4595"/>
                  </a:lnTo>
                  <a:lnTo>
                    <a:pt x="348" y="4441"/>
                  </a:lnTo>
                  <a:lnTo>
                    <a:pt x="542" y="4672"/>
                  </a:lnTo>
                  <a:lnTo>
                    <a:pt x="812" y="4865"/>
                  </a:lnTo>
                  <a:lnTo>
                    <a:pt x="1043" y="4981"/>
                  </a:lnTo>
                  <a:lnTo>
                    <a:pt x="1352" y="5097"/>
                  </a:lnTo>
                  <a:lnTo>
                    <a:pt x="1623" y="5213"/>
                  </a:lnTo>
                  <a:lnTo>
                    <a:pt x="1932" y="5252"/>
                  </a:lnTo>
                  <a:lnTo>
                    <a:pt x="2588" y="5329"/>
                  </a:lnTo>
                  <a:lnTo>
                    <a:pt x="3245" y="5290"/>
                  </a:lnTo>
                  <a:lnTo>
                    <a:pt x="3940" y="5252"/>
                  </a:lnTo>
                  <a:lnTo>
                    <a:pt x="5137" y="5059"/>
                  </a:lnTo>
                  <a:lnTo>
                    <a:pt x="6913" y="4788"/>
                  </a:lnTo>
                  <a:lnTo>
                    <a:pt x="7840" y="4595"/>
                  </a:lnTo>
                  <a:lnTo>
                    <a:pt x="8728" y="4402"/>
                  </a:lnTo>
                  <a:lnTo>
                    <a:pt x="9616" y="4132"/>
                  </a:lnTo>
                  <a:lnTo>
                    <a:pt x="10504" y="3861"/>
                  </a:lnTo>
                  <a:lnTo>
                    <a:pt x="11354" y="3514"/>
                  </a:lnTo>
                  <a:lnTo>
                    <a:pt x="12165" y="3128"/>
                  </a:lnTo>
                  <a:lnTo>
                    <a:pt x="12435" y="2973"/>
                  </a:lnTo>
                  <a:lnTo>
                    <a:pt x="12705" y="2819"/>
                  </a:lnTo>
                  <a:lnTo>
                    <a:pt x="12937" y="2587"/>
                  </a:lnTo>
                  <a:lnTo>
                    <a:pt x="13130" y="2394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3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9" y="0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4"/>
                  </a:lnTo>
                  <a:lnTo>
                    <a:pt x="4133" y="1352"/>
                  </a:lnTo>
                  <a:lnTo>
                    <a:pt x="3245" y="1699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89"/>
                  </a:lnTo>
                  <a:lnTo>
                    <a:pt x="464" y="3398"/>
                  </a:lnTo>
                  <a:lnTo>
                    <a:pt x="348" y="3553"/>
                  </a:lnTo>
                  <a:lnTo>
                    <a:pt x="271" y="3707"/>
                  </a:lnTo>
                  <a:lnTo>
                    <a:pt x="233" y="3861"/>
                  </a:lnTo>
                  <a:lnTo>
                    <a:pt x="233" y="4055"/>
                  </a:lnTo>
                  <a:lnTo>
                    <a:pt x="194" y="4132"/>
                  </a:lnTo>
                  <a:lnTo>
                    <a:pt x="194" y="4170"/>
                  </a:lnTo>
                  <a:lnTo>
                    <a:pt x="117" y="4325"/>
                  </a:lnTo>
                  <a:lnTo>
                    <a:pt x="40" y="4479"/>
                  </a:lnTo>
                  <a:lnTo>
                    <a:pt x="1" y="4634"/>
                  </a:lnTo>
                  <a:lnTo>
                    <a:pt x="1" y="4788"/>
                  </a:lnTo>
                  <a:lnTo>
                    <a:pt x="40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8" y="6063"/>
                  </a:lnTo>
                  <a:lnTo>
                    <a:pt x="966" y="6256"/>
                  </a:lnTo>
                  <a:lnTo>
                    <a:pt x="1275" y="6178"/>
                  </a:lnTo>
                  <a:lnTo>
                    <a:pt x="1314" y="6217"/>
                  </a:lnTo>
                  <a:lnTo>
                    <a:pt x="1314" y="6256"/>
                  </a:lnTo>
                  <a:lnTo>
                    <a:pt x="1352" y="6294"/>
                  </a:lnTo>
                  <a:lnTo>
                    <a:pt x="1468" y="6256"/>
                  </a:lnTo>
                  <a:lnTo>
                    <a:pt x="1816" y="6294"/>
                  </a:lnTo>
                  <a:lnTo>
                    <a:pt x="2395" y="6333"/>
                  </a:lnTo>
                  <a:lnTo>
                    <a:pt x="3013" y="6371"/>
                  </a:lnTo>
                  <a:lnTo>
                    <a:pt x="3592" y="6333"/>
                  </a:lnTo>
                  <a:lnTo>
                    <a:pt x="4171" y="6294"/>
                  </a:lnTo>
                  <a:lnTo>
                    <a:pt x="5368" y="6101"/>
                  </a:lnTo>
                  <a:lnTo>
                    <a:pt x="6565" y="5869"/>
                  </a:lnTo>
                  <a:lnTo>
                    <a:pt x="6758" y="5831"/>
                  </a:lnTo>
                  <a:lnTo>
                    <a:pt x="7994" y="5522"/>
                  </a:lnTo>
                  <a:lnTo>
                    <a:pt x="9037" y="5252"/>
                  </a:lnTo>
                  <a:lnTo>
                    <a:pt x="10079" y="4981"/>
                  </a:lnTo>
                  <a:lnTo>
                    <a:pt x="11161" y="4595"/>
                  </a:lnTo>
                  <a:lnTo>
                    <a:pt x="11663" y="4363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6"/>
                  </a:lnTo>
                  <a:lnTo>
                    <a:pt x="12782" y="4711"/>
                  </a:lnTo>
                  <a:lnTo>
                    <a:pt x="13014" y="4518"/>
                  </a:lnTo>
                  <a:lnTo>
                    <a:pt x="12435" y="3939"/>
                  </a:lnTo>
                  <a:lnTo>
                    <a:pt x="12898" y="3668"/>
                  </a:lnTo>
                  <a:lnTo>
                    <a:pt x="13362" y="3321"/>
                  </a:lnTo>
                  <a:lnTo>
                    <a:pt x="13632" y="3051"/>
                  </a:lnTo>
                  <a:lnTo>
                    <a:pt x="13825" y="2703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8"/>
                  </a:lnTo>
                  <a:lnTo>
                    <a:pt x="14134" y="1738"/>
                  </a:lnTo>
                  <a:lnTo>
                    <a:pt x="14095" y="1467"/>
                  </a:lnTo>
                  <a:lnTo>
                    <a:pt x="14018" y="1236"/>
                  </a:lnTo>
                  <a:lnTo>
                    <a:pt x="13902" y="1004"/>
                  </a:lnTo>
                  <a:lnTo>
                    <a:pt x="13748" y="811"/>
                  </a:lnTo>
                  <a:lnTo>
                    <a:pt x="13477" y="618"/>
                  </a:lnTo>
                  <a:lnTo>
                    <a:pt x="13169" y="502"/>
                  </a:lnTo>
                  <a:lnTo>
                    <a:pt x="13091" y="502"/>
                  </a:lnTo>
                  <a:lnTo>
                    <a:pt x="12898" y="386"/>
                  </a:lnTo>
                  <a:lnTo>
                    <a:pt x="12667" y="270"/>
                  </a:lnTo>
                  <a:lnTo>
                    <a:pt x="12435" y="154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5"/>
            <p:cNvSpPr/>
            <p:nvPr/>
          </p:nvSpPr>
          <p:spPr>
            <a:xfrm>
              <a:off x="6883725" y="1876175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6" y="1"/>
                  </a:moveTo>
                  <a:lnTo>
                    <a:pt x="348" y="889"/>
                  </a:lnTo>
                  <a:lnTo>
                    <a:pt x="232" y="1815"/>
                  </a:lnTo>
                  <a:lnTo>
                    <a:pt x="155" y="3630"/>
                  </a:lnTo>
                  <a:lnTo>
                    <a:pt x="1" y="7260"/>
                  </a:lnTo>
                  <a:lnTo>
                    <a:pt x="194" y="7260"/>
                  </a:lnTo>
                  <a:lnTo>
                    <a:pt x="426" y="5484"/>
                  </a:lnTo>
                  <a:lnTo>
                    <a:pt x="580" y="3669"/>
                  </a:lnTo>
                  <a:lnTo>
                    <a:pt x="696" y="1854"/>
                  </a:lnTo>
                  <a:lnTo>
                    <a:pt x="696" y="927"/>
                  </a:lnTo>
                  <a:lnTo>
                    <a:pt x="696" y="39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5"/>
            <p:cNvSpPr/>
            <p:nvPr/>
          </p:nvSpPr>
          <p:spPr>
            <a:xfrm>
              <a:off x="6761125" y="19167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5" y="5098"/>
                  </a:lnTo>
                  <a:lnTo>
                    <a:pt x="4326" y="5445"/>
                  </a:lnTo>
                  <a:lnTo>
                    <a:pt x="4634" y="5793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3" y="4866"/>
                  </a:lnTo>
                  <a:lnTo>
                    <a:pt x="3862" y="4171"/>
                  </a:lnTo>
                  <a:lnTo>
                    <a:pt x="2704" y="2781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5"/>
            <p:cNvSpPr/>
            <p:nvPr/>
          </p:nvSpPr>
          <p:spPr>
            <a:xfrm>
              <a:off x="6763050" y="1538300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8"/>
                  </a:moveTo>
                  <a:lnTo>
                    <a:pt x="1082" y="5986"/>
                  </a:lnTo>
                  <a:lnTo>
                    <a:pt x="1237" y="6024"/>
                  </a:lnTo>
                  <a:lnTo>
                    <a:pt x="1391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7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9" y="6990"/>
                  </a:lnTo>
                  <a:lnTo>
                    <a:pt x="464" y="6835"/>
                  </a:lnTo>
                  <a:lnTo>
                    <a:pt x="426" y="6719"/>
                  </a:lnTo>
                  <a:lnTo>
                    <a:pt x="387" y="6642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6" y="6256"/>
                  </a:lnTo>
                  <a:lnTo>
                    <a:pt x="503" y="6179"/>
                  </a:lnTo>
                  <a:lnTo>
                    <a:pt x="696" y="6024"/>
                  </a:lnTo>
                  <a:lnTo>
                    <a:pt x="889" y="5908"/>
                  </a:lnTo>
                  <a:close/>
                  <a:moveTo>
                    <a:pt x="5909" y="0"/>
                  </a:moveTo>
                  <a:lnTo>
                    <a:pt x="5832" y="39"/>
                  </a:lnTo>
                  <a:lnTo>
                    <a:pt x="5523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7" y="2047"/>
                  </a:lnTo>
                  <a:lnTo>
                    <a:pt x="3438" y="2781"/>
                  </a:lnTo>
                  <a:lnTo>
                    <a:pt x="2279" y="4132"/>
                  </a:lnTo>
                  <a:lnTo>
                    <a:pt x="1739" y="4866"/>
                  </a:lnTo>
                  <a:lnTo>
                    <a:pt x="1198" y="5561"/>
                  </a:lnTo>
                  <a:lnTo>
                    <a:pt x="1043" y="5522"/>
                  </a:lnTo>
                  <a:lnTo>
                    <a:pt x="889" y="5522"/>
                  </a:lnTo>
                  <a:lnTo>
                    <a:pt x="773" y="5561"/>
                  </a:lnTo>
                  <a:lnTo>
                    <a:pt x="619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10" y="5870"/>
                  </a:lnTo>
                  <a:lnTo>
                    <a:pt x="117" y="6063"/>
                  </a:lnTo>
                  <a:lnTo>
                    <a:pt x="1" y="6333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40" y="6797"/>
                  </a:lnTo>
                  <a:lnTo>
                    <a:pt x="117" y="6990"/>
                  </a:lnTo>
                  <a:lnTo>
                    <a:pt x="194" y="7144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4"/>
                  </a:lnTo>
                  <a:lnTo>
                    <a:pt x="1430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6" y="6874"/>
                  </a:lnTo>
                  <a:lnTo>
                    <a:pt x="1854" y="6681"/>
                  </a:lnTo>
                  <a:lnTo>
                    <a:pt x="1893" y="6526"/>
                  </a:lnTo>
                  <a:lnTo>
                    <a:pt x="1854" y="6333"/>
                  </a:lnTo>
                  <a:lnTo>
                    <a:pt x="1816" y="6179"/>
                  </a:lnTo>
                  <a:lnTo>
                    <a:pt x="1739" y="6024"/>
                  </a:lnTo>
                  <a:lnTo>
                    <a:pt x="1661" y="5908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3" y="4403"/>
                  </a:lnTo>
                  <a:lnTo>
                    <a:pt x="3940" y="3012"/>
                  </a:lnTo>
                  <a:lnTo>
                    <a:pt x="4480" y="2395"/>
                  </a:lnTo>
                  <a:lnTo>
                    <a:pt x="5098" y="1699"/>
                  </a:lnTo>
                  <a:lnTo>
                    <a:pt x="5639" y="1043"/>
                  </a:lnTo>
                  <a:lnTo>
                    <a:pt x="5909" y="657"/>
                  </a:lnTo>
                  <a:lnTo>
                    <a:pt x="6102" y="309"/>
                  </a:lnTo>
                  <a:lnTo>
                    <a:pt x="6141" y="193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5"/>
            <p:cNvSpPr/>
            <p:nvPr/>
          </p:nvSpPr>
          <p:spPr>
            <a:xfrm>
              <a:off x="6734100" y="1914800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0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8"/>
                  </a:lnTo>
                  <a:lnTo>
                    <a:pt x="116" y="5059"/>
                  </a:lnTo>
                  <a:lnTo>
                    <a:pt x="0" y="6719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6" y="77"/>
                  </a:lnTo>
                  <a:lnTo>
                    <a:pt x="1236" y="39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5"/>
            <p:cNvSpPr/>
            <p:nvPr/>
          </p:nvSpPr>
          <p:spPr>
            <a:xfrm>
              <a:off x="6509175" y="1566300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8" y="5870"/>
                  </a:lnTo>
                  <a:lnTo>
                    <a:pt x="7491" y="6024"/>
                  </a:lnTo>
                  <a:lnTo>
                    <a:pt x="7530" y="6140"/>
                  </a:lnTo>
                  <a:lnTo>
                    <a:pt x="7569" y="6256"/>
                  </a:lnTo>
                  <a:lnTo>
                    <a:pt x="7607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1" y="6681"/>
                  </a:lnTo>
                  <a:lnTo>
                    <a:pt x="7337" y="6796"/>
                  </a:lnTo>
                  <a:lnTo>
                    <a:pt x="7105" y="6912"/>
                  </a:lnTo>
                  <a:lnTo>
                    <a:pt x="6912" y="6912"/>
                  </a:lnTo>
                  <a:lnTo>
                    <a:pt x="6719" y="6835"/>
                  </a:lnTo>
                  <a:lnTo>
                    <a:pt x="6565" y="6681"/>
                  </a:lnTo>
                  <a:lnTo>
                    <a:pt x="6487" y="6488"/>
                  </a:lnTo>
                  <a:lnTo>
                    <a:pt x="6487" y="6294"/>
                  </a:lnTo>
                  <a:lnTo>
                    <a:pt x="6526" y="6101"/>
                  </a:lnTo>
                  <a:lnTo>
                    <a:pt x="6642" y="5908"/>
                  </a:lnTo>
                  <a:lnTo>
                    <a:pt x="6796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7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0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1" y="1120"/>
                  </a:lnTo>
                  <a:lnTo>
                    <a:pt x="1622" y="1777"/>
                  </a:lnTo>
                  <a:lnTo>
                    <a:pt x="3398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0" y="5599"/>
                  </a:lnTo>
                  <a:lnTo>
                    <a:pt x="6294" y="5677"/>
                  </a:lnTo>
                  <a:lnTo>
                    <a:pt x="6217" y="5792"/>
                  </a:lnTo>
                  <a:lnTo>
                    <a:pt x="6101" y="6101"/>
                  </a:lnTo>
                  <a:lnTo>
                    <a:pt x="6063" y="6410"/>
                  </a:lnTo>
                  <a:lnTo>
                    <a:pt x="6101" y="6681"/>
                  </a:lnTo>
                  <a:lnTo>
                    <a:pt x="6179" y="6835"/>
                  </a:lnTo>
                  <a:lnTo>
                    <a:pt x="6294" y="6990"/>
                  </a:lnTo>
                  <a:lnTo>
                    <a:pt x="6410" y="7144"/>
                  </a:lnTo>
                  <a:lnTo>
                    <a:pt x="6565" y="7221"/>
                  </a:lnTo>
                  <a:lnTo>
                    <a:pt x="6719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7" y="7144"/>
                  </a:lnTo>
                  <a:lnTo>
                    <a:pt x="7723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3" y="6565"/>
                  </a:lnTo>
                  <a:lnTo>
                    <a:pt x="8032" y="6410"/>
                  </a:lnTo>
                  <a:lnTo>
                    <a:pt x="8032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3" y="5715"/>
                  </a:lnTo>
                  <a:lnTo>
                    <a:pt x="7569" y="5599"/>
                  </a:lnTo>
                  <a:lnTo>
                    <a:pt x="7414" y="5522"/>
                  </a:lnTo>
                  <a:lnTo>
                    <a:pt x="7221" y="5445"/>
                  </a:lnTo>
                  <a:lnTo>
                    <a:pt x="7028" y="5445"/>
                  </a:lnTo>
                  <a:lnTo>
                    <a:pt x="6835" y="5484"/>
                  </a:lnTo>
                  <a:lnTo>
                    <a:pt x="6024" y="4711"/>
                  </a:lnTo>
                  <a:lnTo>
                    <a:pt x="5213" y="4016"/>
                  </a:lnTo>
                  <a:lnTo>
                    <a:pt x="3514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09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5"/>
            <p:cNvSpPr/>
            <p:nvPr/>
          </p:nvSpPr>
          <p:spPr>
            <a:xfrm>
              <a:off x="6650100" y="1835625"/>
              <a:ext cx="350475" cy="288675"/>
            </a:xfrm>
            <a:custGeom>
              <a:avLst/>
              <a:gdLst/>
              <a:ahLst/>
              <a:cxnLst/>
              <a:rect l="l" t="t" r="r" b="b"/>
              <a:pathLst>
                <a:path w="14019" h="11547" extrusionOk="0">
                  <a:moveTo>
                    <a:pt x="11778" y="1"/>
                  </a:moveTo>
                  <a:lnTo>
                    <a:pt x="11470" y="78"/>
                  </a:lnTo>
                  <a:lnTo>
                    <a:pt x="11856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9" y="1893"/>
                  </a:lnTo>
                  <a:lnTo>
                    <a:pt x="10427" y="2086"/>
                  </a:lnTo>
                  <a:lnTo>
                    <a:pt x="11470" y="3437"/>
                  </a:lnTo>
                  <a:lnTo>
                    <a:pt x="12551" y="4750"/>
                  </a:lnTo>
                  <a:lnTo>
                    <a:pt x="12860" y="5754"/>
                  </a:lnTo>
                  <a:lnTo>
                    <a:pt x="13169" y="5754"/>
                  </a:lnTo>
                  <a:lnTo>
                    <a:pt x="13207" y="5639"/>
                  </a:lnTo>
                  <a:lnTo>
                    <a:pt x="13169" y="5523"/>
                  </a:lnTo>
                  <a:lnTo>
                    <a:pt x="13439" y="5716"/>
                  </a:lnTo>
                  <a:lnTo>
                    <a:pt x="13593" y="5947"/>
                  </a:lnTo>
                  <a:lnTo>
                    <a:pt x="13671" y="6179"/>
                  </a:lnTo>
                  <a:lnTo>
                    <a:pt x="13709" y="6411"/>
                  </a:lnTo>
                  <a:lnTo>
                    <a:pt x="13632" y="6681"/>
                  </a:lnTo>
                  <a:lnTo>
                    <a:pt x="13516" y="6913"/>
                  </a:lnTo>
                  <a:lnTo>
                    <a:pt x="13362" y="7183"/>
                  </a:lnTo>
                  <a:lnTo>
                    <a:pt x="13169" y="7453"/>
                  </a:lnTo>
                  <a:lnTo>
                    <a:pt x="12744" y="7955"/>
                  </a:lnTo>
                  <a:lnTo>
                    <a:pt x="12203" y="8419"/>
                  </a:lnTo>
                  <a:lnTo>
                    <a:pt x="11740" y="8766"/>
                  </a:lnTo>
                  <a:lnTo>
                    <a:pt x="11354" y="9075"/>
                  </a:lnTo>
                  <a:lnTo>
                    <a:pt x="10543" y="9577"/>
                  </a:lnTo>
                  <a:lnTo>
                    <a:pt x="9655" y="10002"/>
                  </a:lnTo>
                  <a:lnTo>
                    <a:pt x="8767" y="10388"/>
                  </a:lnTo>
                  <a:lnTo>
                    <a:pt x="7878" y="10658"/>
                  </a:lnTo>
                  <a:lnTo>
                    <a:pt x="6952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1" y="11160"/>
                  </a:lnTo>
                  <a:lnTo>
                    <a:pt x="3013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2" y="10543"/>
                  </a:lnTo>
                  <a:lnTo>
                    <a:pt x="619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40" y="9654"/>
                  </a:lnTo>
                  <a:lnTo>
                    <a:pt x="1" y="9886"/>
                  </a:lnTo>
                  <a:lnTo>
                    <a:pt x="40" y="10118"/>
                  </a:lnTo>
                  <a:lnTo>
                    <a:pt x="78" y="10311"/>
                  </a:lnTo>
                  <a:lnTo>
                    <a:pt x="194" y="10465"/>
                  </a:lnTo>
                  <a:lnTo>
                    <a:pt x="348" y="10620"/>
                  </a:lnTo>
                  <a:lnTo>
                    <a:pt x="542" y="10774"/>
                  </a:lnTo>
                  <a:lnTo>
                    <a:pt x="773" y="10890"/>
                  </a:lnTo>
                  <a:lnTo>
                    <a:pt x="1237" y="11083"/>
                  </a:lnTo>
                  <a:lnTo>
                    <a:pt x="1739" y="11238"/>
                  </a:lnTo>
                  <a:lnTo>
                    <a:pt x="2202" y="11354"/>
                  </a:lnTo>
                  <a:lnTo>
                    <a:pt x="2627" y="11431"/>
                  </a:lnTo>
                  <a:lnTo>
                    <a:pt x="3322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9" y="11315"/>
                  </a:lnTo>
                  <a:lnTo>
                    <a:pt x="7415" y="11160"/>
                  </a:lnTo>
                  <a:lnTo>
                    <a:pt x="8071" y="11006"/>
                  </a:lnTo>
                  <a:lnTo>
                    <a:pt x="8728" y="10774"/>
                  </a:lnTo>
                  <a:lnTo>
                    <a:pt x="9346" y="10543"/>
                  </a:lnTo>
                  <a:lnTo>
                    <a:pt x="9964" y="10272"/>
                  </a:lnTo>
                  <a:lnTo>
                    <a:pt x="10543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9" y="8071"/>
                  </a:lnTo>
                  <a:lnTo>
                    <a:pt x="13555" y="7646"/>
                  </a:lnTo>
                  <a:lnTo>
                    <a:pt x="13748" y="7376"/>
                  </a:lnTo>
                  <a:lnTo>
                    <a:pt x="13864" y="7145"/>
                  </a:lnTo>
                  <a:lnTo>
                    <a:pt x="13980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1" y="5909"/>
                  </a:lnTo>
                  <a:lnTo>
                    <a:pt x="13864" y="5716"/>
                  </a:lnTo>
                  <a:lnTo>
                    <a:pt x="13748" y="5523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5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5"/>
            <p:cNvSpPr/>
            <p:nvPr/>
          </p:nvSpPr>
          <p:spPr>
            <a:xfrm>
              <a:off x="6625000" y="1926375"/>
              <a:ext cx="355300" cy="170900"/>
            </a:xfrm>
            <a:custGeom>
              <a:avLst/>
              <a:gdLst/>
              <a:ahLst/>
              <a:cxnLst/>
              <a:rect l="l" t="t" r="r" b="b"/>
              <a:pathLst>
                <a:path w="14212" h="6836" extrusionOk="0">
                  <a:moveTo>
                    <a:pt x="117" y="1"/>
                  </a:moveTo>
                  <a:lnTo>
                    <a:pt x="1" y="39"/>
                  </a:lnTo>
                  <a:lnTo>
                    <a:pt x="1970" y="3206"/>
                  </a:lnTo>
                  <a:lnTo>
                    <a:pt x="4056" y="6333"/>
                  </a:lnTo>
                  <a:lnTo>
                    <a:pt x="3554" y="6295"/>
                  </a:lnTo>
                  <a:lnTo>
                    <a:pt x="3052" y="6179"/>
                  </a:lnTo>
                  <a:lnTo>
                    <a:pt x="2588" y="6024"/>
                  </a:lnTo>
                  <a:lnTo>
                    <a:pt x="2125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8" y="6720"/>
                  </a:lnTo>
                  <a:lnTo>
                    <a:pt x="4133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9" y="6488"/>
                  </a:lnTo>
                  <a:lnTo>
                    <a:pt x="8960" y="6295"/>
                  </a:lnTo>
                  <a:lnTo>
                    <a:pt x="9771" y="6024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8" y="4673"/>
                  </a:lnTo>
                  <a:lnTo>
                    <a:pt x="12667" y="4403"/>
                  </a:lnTo>
                  <a:lnTo>
                    <a:pt x="12976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80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3" y="2163"/>
                  </a:lnTo>
                  <a:lnTo>
                    <a:pt x="14173" y="2124"/>
                  </a:lnTo>
                  <a:lnTo>
                    <a:pt x="13864" y="2124"/>
                  </a:lnTo>
                  <a:lnTo>
                    <a:pt x="13825" y="2163"/>
                  </a:lnTo>
                  <a:lnTo>
                    <a:pt x="13555" y="2704"/>
                  </a:lnTo>
                  <a:lnTo>
                    <a:pt x="13207" y="3167"/>
                  </a:lnTo>
                  <a:lnTo>
                    <a:pt x="12860" y="3630"/>
                  </a:lnTo>
                  <a:lnTo>
                    <a:pt x="12474" y="4016"/>
                  </a:lnTo>
                  <a:lnTo>
                    <a:pt x="12010" y="4364"/>
                  </a:lnTo>
                  <a:lnTo>
                    <a:pt x="11547" y="4712"/>
                  </a:lnTo>
                  <a:lnTo>
                    <a:pt x="11083" y="4982"/>
                  </a:lnTo>
                  <a:lnTo>
                    <a:pt x="10543" y="5252"/>
                  </a:lnTo>
                  <a:lnTo>
                    <a:pt x="10350" y="5252"/>
                  </a:lnTo>
                  <a:lnTo>
                    <a:pt x="10350" y="5368"/>
                  </a:lnTo>
                  <a:lnTo>
                    <a:pt x="10273" y="5368"/>
                  </a:lnTo>
                  <a:lnTo>
                    <a:pt x="10079" y="5407"/>
                  </a:lnTo>
                  <a:lnTo>
                    <a:pt x="10157" y="5445"/>
                  </a:lnTo>
                  <a:lnTo>
                    <a:pt x="9500" y="5677"/>
                  </a:lnTo>
                  <a:lnTo>
                    <a:pt x="8844" y="5870"/>
                  </a:lnTo>
                  <a:lnTo>
                    <a:pt x="7840" y="6102"/>
                  </a:lnTo>
                  <a:lnTo>
                    <a:pt x="6759" y="6295"/>
                  </a:lnTo>
                  <a:lnTo>
                    <a:pt x="6218" y="6333"/>
                  </a:lnTo>
                  <a:lnTo>
                    <a:pt x="5677" y="6411"/>
                  </a:lnTo>
                  <a:lnTo>
                    <a:pt x="4558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5"/>
            <p:cNvSpPr/>
            <p:nvPr/>
          </p:nvSpPr>
          <p:spPr>
            <a:xfrm>
              <a:off x="6615350" y="1924450"/>
              <a:ext cx="61825" cy="160275"/>
            </a:xfrm>
            <a:custGeom>
              <a:avLst/>
              <a:gdLst/>
              <a:ahLst/>
              <a:cxnLst/>
              <a:rect l="l" t="t" r="r" b="b"/>
              <a:pathLst>
                <a:path w="2473" h="6411" extrusionOk="0">
                  <a:moveTo>
                    <a:pt x="310" y="0"/>
                  </a:moveTo>
                  <a:lnTo>
                    <a:pt x="1" y="78"/>
                  </a:lnTo>
                  <a:lnTo>
                    <a:pt x="194" y="927"/>
                  </a:lnTo>
                  <a:lnTo>
                    <a:pt x="426" y="1777"/>
                  </a:lnTo>
                  <a:lnTo>
                    <a:pt x="657" y="2626"/>
                  </a:lnTo>
                  <a:lnTo>
                    <a:pt x="928" y="3476"/>
                  </a:lnTo>
                  <a:lnTo>
                    <a:pt x="1507" y="5097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2" y="6140"/>
                  </a:lnTo>
                  <a:lnTo>
                    <a:pt x="2086" y="6333"/>
                  </a:lnTo>
                  <a:lnTo>
                    <a:pt x="2125" y="6410"/>
                  </a:lnTo>
                  <a:lnTo>
                    <a:pt x="2318" y="6410"/>
                  </a:lnTo>
                  <a:lnTo>
                    <a:pt x="2356" y="6333"/>
                  </a:lnTo>
                  <a:lnTo>
                    <a:pt x="2434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5" y="5599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5"/>
            <p:cNvSpPr/>
            <p:nvPr/>
          </p:nvSpPr>
          <p:spPr>
            <a:xfrm>
              <a:off x="6591225" y="17699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8" y="542"/>
                  </a:lnTo>
                  <a:lnTo>
                    <a:pt x="12434" y="657"/>
                  </a:lnTo>
                  <a:lnTo>
                    <a:pt x="12628" y="735"/>
                  </a:lnTo>
                  <a:lnTo>
                    <a:pt x="12743" y="812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6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1"/>
                  </a:lnTo>
                  <a:lnTo>
                    <a:pt x="12241" y="2472"/>
                  </a:lnTo>
                  <a:lnTo>
                    <a:pt x="11817" y="2743"/>
                  </a:lnTo>
                  <a:lnTo>
                    <a:pt x="11392" y="2936"/>
                  </a:lnTo>
                  <a:lnTo>
                    <a:pt x="10658" y="3206"/>
                  </a:lnTo>
                  <a:lnTo>
                    <a:pt x="9924" y="3438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2"/>
                  </a:lnTo>
                  <a:lnTo>
                    <a:pt x="5020" y="4596"/>
                  </a:lnTo>
                  <a:lnTo>
                    <a:pt x="4132" y="4712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1"/>
                  </a:lnTo>
                  <a:lnTo>
                    <a:pt x="1506" y="4673"/>
                  </a:lnTo>
                  <a:lnTo>
                    <a:pt x="1198" y="4558"/>
                  </a:lnTo>
                  <a:lnTo>
                    <a:pt x="889" y="4442"/>
                  </a:lnTo>
                  <a:lnTo>
                    <a:pt x="580" y="4249"/>
                  </a:lnTo>
                  <a:lnTo>
                    <a:pt x="657" y="4171"/>
                  </a:lnTo>
                  <a:lnTo>
                    <a:pt x="696" y="4056"/>
                  </a:lnTo>
                  <a:lnTo>
                    <a:pt x="696" y="3940"/>
                  </a:lnTo>
                  <a:lnTo>
                    <a:pt x="734" y="3824"/>
                  </a:lnTo>
                  <a:lnTo>
                    <a:pt x="850" y="3631"/>
                  </a:lnTo>
                  <a:lnTo>
                    <a:pt x="1082" y="3438"/>
                  </a:lnTo>
                  <a:lnTo>
                    <a:pt x="1313" y="3245"/>
                  </a:lnTo>
                  <a:lnTo>
                    <a:pt x="1854" y="2936"/>
                  </a:lnTo>
                  <a:lnTo>
                    <a:pt x="2279" y="2704"/>
                  </a:lnTo>
                  <a:lnTo>
                    <a:pt x="3012" y="2356"/>
                  </a:lnTo>
                  <a:lnTo>
                    <a:pt x="3707" y="2009"/>
                  </a:lnTo>
                  <a:lnTo>
                    <a:pt x="4480" y="1700"/>
                  </a:lnTo>
                  <a:lnTo>
                    <a:pt x="5252" y="1430"/>
                  </a:lnTo>
                  <a:lnTo>
                    <a:pt x="6024" y="1198"/>
                  </a:lnTo>
                  <a:lnTo>
                    <a:pt x="6835" y="1005"/>
                  </a:lnTo>
                  <a:lnTo>
                    <a:pt x="7608" y="812"/>
                  </a:lnTo>
                  <a:lnTo>
                    <a:pt x="8418" y="696"/>
                  </a:lnTo>
                  <a:lnTo>
                    <a:pt x="9229" y="580"/>
                  </a:lnTo>
                  <a:lnTo>
                    <a:pt x="10040" y="542"/>
                  </a:lnTo>
                  <a:lnTo>
                    <a:pt x="10735" y="503"/>
                  </a:lnTo>
                  <a:lnTo>
                    <a:pt x="11160" y="464"/>
                  </a:lnTo>
                  <a:close/>
                  <a:moveTo>
                    <a:pt x="13477" y="1121"/>
                  </a:moveTo>
                  <a:lnTo>
                    <a:pt x="13631" y="1314"/>
                  </a:lnTo>
                  <a:lnTo>
                    <a:pt x="13709" y="1507"/>
                  </a:lnTo>
                  <a:lnTo>
                    <a:pt x="13747" y="1739"/>
                  </a:lnTo>
                  <a:lnTo>
                    <a:pt x="13709" y="2009"/>
                  </a:lnTo>
                  <a:lnTo>
                    <a:pt x="13631" y="2241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8"/>
                  </a:lnTo>
                  <a:lnTo>
                    <a:pt x="12048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1" y="4635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5" y="5948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9"/>
                  </a:lnTo>
                  <a:lnTo>
                    <a:pt x="696" y="5484"/>
                  </a:lnTo>
                  <a:lnTo>
                    <a:pt x="502" y="5253"/>
                  </a:lnTo>
                  <a:lnTo>
                    <a:pt x="348" y="5021"/>
                  </a:lnTo>
                  <a:lnTo>
                    <a:pt x="309" y="4866"/>
                  </a:lnTo>
                  <a:lnTo>
                    <a:pt x="309" y="4751"/>
                  </a:lnTo>
                  <a:lnTo>
                    <a:pt x="309" y="4596"/>
                  </a:lnTo>
                  <a:lnTo>
                    <a:pt x="348" y="4442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4"/>
                  </a:lnTo>
                  <a:lnTo>
                    <a:pt x="1931" y="5253"/>
                  </a:lnTo>
                  <a:lnTo>
                    <a:pt x="2588" y="5330"/>
                  </a:lnTo>
                  <a:lnTo>
                    <a:pt x="3244" y="5291"/>
                  </a:lnTo>
                  <a:lnTo>
                    <a:pt x="3939" y="5253"/>
                  </a:lnTo>
                  <a:lnTo>
                    <a:pt x="5136" y="5059"/>
                  </a:lnTo>
                  <a:lnTo>
                    <a:pt x="6913" y="4789"/>
                  </a:lnTo>
                  <a:lnTo>
                    <a:pt x="7839" y="4596"/>
                  </a:lnTo>
                  <a:lnTo>
                    <a:pt x="8727" y="4403"/>
                  </a:lnTo>
                  <a:lnTo>
                    <a:pt x="9616" y="4133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9"/>
                  </a:lnTo>
                  <a:lnTo>
                    <a:pt x="12434" y="2974"/>
                  </a:lnTo>
                  <a:lnTo>
                    <a:pt x="12705" y="2820"/>
                  </a:lnTo>
                  <a:lnTo>
                    <a:pt x="12936" y="2588"/>
                  </a:lnTo>
                  <a:lnTo>
                    <a:pt x="13129" y="2395"/>
                  </a:lnTo>
                  <a:lnTo>
                    <a:pt x="13323" y="2125"/>
                  </a:lnTo>
                  <a:lnTo>
                    <a:pt x="13438" y="1854"/>
                  </a:lnTo>
                  <a:lnTo>
                    <a:pt x="13516" y="1584"/>
                  </a:lnTo>
                  <a:lnTo>
                    <a:pt x="13516" y="1237"/>
                  </a:lnTo>
                  <a:lnTo>
                    <a:pt x="13477" y="1121"/>
                  </a:lnTo>
                  <a:close/>
                  <a:moveTo>
                    <a:pt x="10658" y="1"/>
                  </a:moveTo>
                  <a:lnTo>
                    <a:pt x="9886" y="40"/>
                  </a:lnTo>
                  <a:lnTo>
                    <a:pt x="9114" y="117"/>
                  </a:lnTo>
                  <a:lnTo>
                    <a:pt x="8303" y="233"/>
                  </a:lnTo>
                  <a:lnTo>
                    <a:pt x="7530" y="348"/>
                  </a:lnTo>
                  <a:lnTo>
                    <a:pt x="6719" y="542"/>
                  </a:lnTo>
                  <a:lnTo>
                    <a:pt x="5909" y="735"/>
                  </a:lnTo>
                  <a:lnTo>
                    <a:pt x="5020" y="1005"/>
                  </a:lnTo>
                  <a:lnTo>
                    <a:pt x="4132" y="1352"/>
                  </a:lnTo>
                  <a:lnTo>
                    <a:pt x="3244" y="1700"/>
                  </a:lnTo>
                  <a:lnTo>
                    <a:pt x="2395" y="2125"/>
                  </a:lnTo>
                  <a:lnTo>
                    <a:pt x="1777" y="2434"/>
                  </a:lnTo>
                  <a:lnTo>
                    <a:pt x="1391" y="2627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4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6"/>
                  </a:lnTo>
                  <a:lnTo>
                    <a:pt x="194" y="4133"/>
                  </a:lnTo>
                  <a:lnTo>
                    <a:pt x="194" y="4171"/>
                  </a:lnTo>
                  <a:lnTo>
                    <a:pt x="116" y="4326"/>
                  </a:lnTo>
                  <a:lnTo>
                    <a:pt x="39" y="4480"/>
                  </a:lnTo>
                  <a:lnTo>
                    <a:pt x="0" y="4635"/>
                  </a:lnTo>
                  <a:lnTo>
                    <a:pt x="0" y="4789"/>
                  </a:lnTo>
                  <a:lnTo>
                    <a:pt x="39" y="5137"/>
                  </a:lnTo>
                  <a:lnTo>
                    <a:pt x="194" y="5446"/>
                  </a:lnTo>
                  <a:lnTo>
                    <a:pt x="348" y="5639"/>
                  </a:lnTo>
                  <a:lnTo>
                    <a:pt x="502" y="5832"/>
                  </a:lnTo>
                  <a:lnTo>
                    <a:pt x="696" y="5948"/>
                  </a:lnTo>
                  <a:lnTo>
                    <a:pt x="927" y="6063"/>
                  </a:lnTo>
                  <a:lnTo>
                    <a:pt x="966" y="6257"/>
                  </a:lnTo>
                  <a:lnTo>
                    <a:pt x="1275" y="6179"/>
                  </a:lnTo>
                  <a:lnTo>
                    <a:pt x="1313" y="6218"/>
                  </a:lnTo>
                  <a:lnTo>
                    <a:pt x="1313" y="6257"/>
                  </a:lnTo>
                  <a:lnTo>
                    <a:pt x="1352" y="6295"/>
                  </a:lnTo>
                  <a:lnTo>
                    <a:pt x="1468" y="6257"/>
                  </a:lnTo>
                  <a:lnTo>
                    <a:pt x="1815" y="6295"/>
                  </a:lnTo>
                  <a:lnTo>
                    <a:pt x="2395" y="6334"/>
                  </a:lnTo>
                  <a:lnTo>
                    <a:pt x="3012" y="6372"/>
                  </a:lnTo>
                  <a:lnTo>
                    <a:pt x="3592" y="6334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2"/>
                  </a:lnTo>
                  <a:lnTo>
                    <a:pt x="7994" y="5523"/>
                  </a:lnTo>
                  <a:lnTo>
                    <a:pt x="9036" y="5253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3"/>
                  </a:lnTo>
                  <a:lnTo>
                    <a:pt x="12126" y="4249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4" y="3940"/>
                  </a:lnTo>
                  <a:lnTo>
                    <a:pt x="12898" y="3669"/>
                  </a:lnTo>
                  <a:lnTo>
                    <a:pt x="13361" y="3322"/>
                  </a:lnTo>
                  <a:lnTo>
                    <a:pt x="13631" y="3052"/>
                  </a:lnTo>
                  <a:lnTo>
                    <a:pt x="13825" y="2704"/>
                  </a:lnTo>
                  <a:lnTo>
                    <a:pt x="14133" y="2627"/>
                  </a:lnTo>
                  <a:lnTo>
                    <a:pt x="14018" y="2318"/>
                  </a:lnTo>
                  <a:lnTo>
                    <a:pt x="14095" y="2009"/>
                  </a:lnTo>
                  <a:lnTo>
                    <a:pt x="14133" y="1739"/>
                  </a:lnTo>
                  <a:lnTo>
                    <a:pt x="14095" y="1468"/>
                  </a:lnTo>
                  <a:lnTo>
                    <a:pt x="14018" y="1237"/>
                  </a:lnTo>
                  <a:lnTo>
                    <a:pt x="13902" y="1005"/>
                  </a:lnTo>
                  <a:lnTo>
                    <a:pt x="13747" y="812"/>
                  </a:lnTo>
                  <a:lnTo>
                    <a:pt x="13477" y="619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3" y="117"/>
                  </a:lnTo>
                  <a:lnTo>
                    <a:pt x="11817" y="40"/>
                  </a:lnTo>
                  <a:lnTo>
                    <a:pt x="1143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5"/>
            <p:cNvSpPr/>
            <p:nvPr/>
          </p:nvSpPr>
          <p:spPr>
            <a:xfrm>
              <a:off x="7229325" y="290815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6"/>
                  </a:lnTo>
                  <a:lnTo>
                    <a:pt x="3785" y="619"/>
                  </a:lnTo>
                  <a:lnTo>
                    <a:pt x="4094" y="889"/>
                  </a:lnTo>
                  <a:lnTo>
                    <a:pt x="4364" y="1121"/>
                  </a:lnTo>
                  <a:lnTo>
                    <a:pt x="4635" y="1430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4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23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3" y="5214"/>
                  </a:lnTo>
                  <a:lnTo>
                    <a:pt x="5446" y="5600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7"/>
                  </a:lnTo>
                  <a:lnTo>
                    <a:pt x="4210" y="8033"/>
                  </a:lnTo>
                  <a:lnTo>
                    <a:pt x="3940" y="8380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9" y="10041"/>
                  </a:lnTo>
                  <a:lnTo>
                    <a:pt x="1314" y="10234"/>
                  </a:lnTo>
                  <a:lnTo>
                    <a:pt x="889" y="10388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5"/>
                  </a:lnTo>
                  <a:lnTo>
                    <a:pt x="4828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1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4" y="2434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4"/>
                  </a:lnTo>
                  <a:lnTo>
                    <a:pt x="4905" y="1005"/>
                  </a:lnTo>
                  <a:lnTo>
                    <a:pt x="4596" y="696"/>
                  </a:lnTo>
                  <a:lnTo>
                    <a:pt x="4287" y="426"/>
                  </a:lnTo>
                  <a:lnTo>
                    <a:pt x="3940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5"/>
            <p:cNvSpPr/>
            <p:nvPr/>
          </p:nvSpPr>
          <p:spPr>
            <a:xfrm>
              <a:off x="7199400" y="3174600"/>
              <a:ext cx="61825" cy="89800"/>
            </a:xfrm>
            <a:custGeom>
              <a:avLst/>
              <a:gdLst/>
              <a:ahLst/>
              <a:cxnLst/>
              <a:rect l="l" t="t" r="r" b="b"/>
              <a:pathLst>
                <a:path w="2473" h="3592" extrusionOk="0">
                  <a:moveTo>
                    <a:pt x="1082" y="0"/>
                  </a:moveTo>
                  <a:lnTo>
                    <a:pt x="1005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32" y="2163"/>
                  </a:lnTo>
                  <a:lnTo>
                    <a:pt x="1932" y="2433"/>
                  </a:lnTo>
                  <a:lnTo>
                    <a:pt x="1816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1" y="3128"/>
                  </a:lnTo>
                  <a:lnTo>
                    <a:pt x="1198" y="3128"/>
                  </a:lnTo>
                  <a:lnTo>
                    <a:pt x="1043" y="3090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588"/>
                  </a:lnTo>
                  <a:lnTo>
                    <a:pt x="928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1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13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24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10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21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3"/>
                  </a:lnTo>
                  <a:lnTo>
                    <a:pt x="1700" y="3514"/>
                  </a:lnTo>
                  <a:lnTo>
                    <a:pt x="1854" y="3399"/>
                  </a:lnTo>
                  <a:lnTo>
                    <a:pt x="2047" y="3244"/>
                  </a:lnTo>
                  <a:lnTo>
                    <a:pt x="2202" y="3051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0"/>
                  </a:lnTo>
                  <a:lnTo>
                    <a:pt x="2434" y="2008"/>
                  </a:lnTo>
                  <a:lnTo>
                    <a:pt x="2395" y="1815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5"/>
            <p:cNvSpPr/>
            <p:nvPr/>
          </p:nvSpPr>
          <p:spPr>
            <a:xfrm>
              <a:off x="7111550" y="320550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77"/>
                  </a:lnTo>
                  <a:lnTo>
                    <a:pt x="3013" y="270"/>
                  </a:lnTo>
                  <a:lnTo>
                    <a:pt x="2781" y="502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5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1"/>
                  </a:lnTo>
                  <a:lnTo>
                    <a:pt x="966" y="2510"/>
                  </a:lnTo>
                  <a:lnTo>
                    <a:pt x="1198" y="2587"/>
                  </a:lnTo>
                  <a:lnTo>
                    <a:pt x="1430" y="2703"/>
                  </a:lnTo>
                  <a:lnTo>
                    <a:pt x="1623" y="2819"/>
                  </a:lnTo>
                  <a:lnTo>
                    <a:pt x="1816" y="2973"/>
                  </a:lnTo>
                  <a:lnTo>
                    <a:pt x="1970" y="3167"/>
                  </a:lnTo>
                  <a:lnTo>
                    <a:pt x="2047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093"/>
                  </a:lnTo>
                  <a:lnTo>
                    <a:pt x="2009" y="4325"/>
                  </a:lnTo>
                  <a:lnTo>
                    <a:pt x="1893" y="4518"/>
                  </a:lnTo>
                  <a:lnTo>
                    <a:pt x="1739" y="4711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5"/>
                  </a:lnTo>
                  <a:lnTo>
                    <a:pt x="657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32"/>
                  </a:lnTo>
                  <a:lnTo>
                    <a:pt x="966" y="4093"/>
                  </a:lnTo>
                  <a:lnTo>
                    <a:pt x="1121" y="4093"/>
                  </a:lnTo>
                  <a:lnTo>
                    <a:pt x="1237" y="4016"/>
                  </a:lnTo>
                  <a:lnTo>
                    <a:pt x="1314" y="3900"/>
                  </a:lnTo>
                  <a:lnTo>
                    <a:pt x="1314" y="3784"/>
                  </a:lnTo>
                  <a:lnTo>
                    <a:pt x="1275" y="3707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862"/>
                  </a:lnTo>
                  <a:lnTo>
                    <a:pt x="387" y="3977"/>
                  </a:lnTo>
                  <a:lnTo>
                    <a:pt x="310" y="4093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866"/>
                  </a:lnTo>
                  <a:lnTo>
                    <a:pt x="387" y="5097"/>
                  </a:lnTo>
                  <a:lnTo>
                    <a:pt x="541" y="5252"/>
                  </a:lnTo>
                  <a:lnTo>
                    <a:pt x="735" y="5368"/>
                  </a:lnTo>
                  <a:lnTo>
                    <a:pt x="966" y="5406"/>
                  </a:lnTo>
                  <a:lnTo>
                    <a:pt x="1198" y="5406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20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1"/>
                  </a:lnTo>
                  <a:lnTo>
                    <a:pt x="1739" y="2356"/>
                  </a:lnTo>
                  <a:lnTo>
                    <a:pt x="1507" y="2201"/>
                  </a:lnTo>
                  <a:lnTo>
                    <a:pt x="1275" y="2124"/>
                  </a:lnTo>
                  <a:lnTo>
                    <a:pt x="1623" y="1969"/>
                  </a:lnTo>
                  <a:lnTo>
                    <a:pt x="1932" y="1815"/>
                  </a:lnTo>
                  <a:lnTo>
                    <a:pt x="2241" y="1622"/>
                  </a:lnTo>
                  <a:lnTo>
                    <a:pt x="2549" y="1390"/>
                  </a:lnTo>
                  <a:lnTo>
                    <a:pt x="2820" y="1197"/>
                  </a:lnTo>
                  <a:lnTo>
                    <a:pt x="3090" y="965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77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5"/>
            <p:cNvSpPr/>
            <p:nvPr/>
          </p:nvSpPr>
          <p:spPr>
            <a:xfrm>
              <a:off x="6803600" y="3198725"/>
              <a:ext cx="310875" cy="124575"/>
            </a:xfrm>
            <a:custGeom>
              <a:avLst/>
              <a:gdLst/>
              <a:ahLst/>
              <a:cxnLst/>
              <a:rect l="l" t="t" r="r" b="b"/>
              <a:pathLst>
                <a:path w="12435" h="4983" extrusionOk="0">
                  <a:moveTo>
                    <a:pt x="232" y="1"/>
                  </a:moveTo>
                  <a:lnTo>
                    <a:pt x="1" y="233"/>
                  </a:lnTo>
                  <a:lnTo>
                    <a:pt x="503" y="966"/>
                  </a:lnTo>
                  <a:lnTo>
                    <a:pt x="1043" y="1623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4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4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3"/>
                  </a:lnTo>
                  <a:lnTo>
                    <a:pt x="11855" y="3862"/>
                  </a:lnTo>
                  <a:lnTo>
                    <a:pt x="12242" y="3592"/>
                  </a:lnTo>
                  <a:lnTo>
                    <a:pt x="12319" y="3553"/>
                  </a:lnTo>
                  <a:lnTo>
                    <a:pt x="12435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9"/>
                  </a:lnTo>
                  <a:lnTo>
                    <a:pt x="12010" y="3129"/>
                  </a:lnTo>
                  <a:lnTo>
                    <a:pt x="11933" y="3206"/>
                  </a:lnTo>
                  <a:lnTo>
                    <a:pt x="11585" y="3438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7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2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2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7"/>
                  </a:lnTo>
                  <a:lnTo>
                    <a:pt x="4596" y="3708"/>
                  </a:lnTo>
                  <a:lnTo>
                    <a:pt x="3901" y="3283"/>
                  </a:lnTo>
                  <a:lnTo>
                    <a:pt x="3206" y="2820"/>
                  </a:lnTo>
                  <a:lnTo>
                    <a:pt x="2588" y="2318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5"/>
            <p:cNvSpPr/>
            <p:nvPr/>
          </p:nvSpPr>
          <p:spPr>
            <a:xfrm>
              <a:off x="6719625" y="2898500"/>
              <a:ext cx="625575" cy="344675"/>
            </a:xfrm>
            <a:custGeom>
              <a:avLst/>
              <a:gdLst/>
              <a:ahLst/>
              <a:cxnLst/>
              <a:rect l="l" t="t" r="r" b="b"/>
              <a:pathLst>
                <a:path w="25023" h="13787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9"/>
                  </a:lnTo>
                  <a:lnTo>
                    <a:pt x="23787" y="2163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6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5"/>
                  </a:lnTo>
                  <a:lnTo>
                    <a:pt x="23169" y="1120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2"/>
                  </a:lnTo>
                  <a:lnTo>
                    <a:pt x="23864" y="3515"/>
                  </a:lnTo>
                  <a:lnTo>
                    <a:pt x="23787" y="3399"/>
                  </a:lnTo>
                  <a:lnTo>
                    <a:pt x="23748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1"/>
                  </a:lnTo>
                  <a:lnTo>
                    <a:pt x="16566" y="5407"/>
                  </a:lnTo>
                  <a:lnTo>
                    <a:pt x="16296" y="5445"/>
                  </a:lnTo>
                  <a:lnTo>
                    <a:pt x="15639" y="5523"/>
                  </a:lnTo>
                  <a:lnTo>
                    <a:pt x="15639" y="5484"/>
                  </a:lnTo>
                  <a:lnTo>
                    <a:pt x="15678" y="5368"/>
                  </a:lnTo>
                  <a:lnTo>
                    <a:pt x="15716" y="5252"/>
                  </a:lnTo>
                  <a:lnTo>
                    <a:pt x="15755" y="5175"/>
                  </a:lnTo>
                  <a:lnTo>
                    <a:pt x="15832" y="5098"/>
                  </a:lnTo>
                  <a:lnTo>
                    <a:pt x="15948" y="5021"/>
                  </a:lnTo>
                  <a:lnTo>
                    <a:pt x="16064" y="4982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8"/>
                  </a:lnTo>
                  <a:lnTo>
                    <a:pt x="24250" y="5523"/>
                  </a:lnTo>
                  <a:lnTo>
                    <a:pt x="24057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1"/>
                  </a:lnTo>
                  <a:lnTo>
                    <a:pt x="18111" y="5214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523"/>
                  </a:lnTo>
                  <a:lnTo>
                    <a:pt x="17029" y="5445"/>
                  </a:lnTo>
                  <a:lnTo>
                    <a:pt x="17068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2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7"/>
                  </a:lnTo>
                  <a:lnTo>
                    <a:pt x="14558" y="5870"/>
                  </a:lnTo>
                  <a:lnTo>
                    <a:pt x="14056" y="6102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600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4"/>
                  </a:moveTo>
                  <a:lnTo>
                    <a:pt x="19115" y="5523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6" y="6179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7"/>
                  </a:lnTo>
                  <a:lnTo>
                    <a:pt x="18844" y="5523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0" y="6102"/>
                  </a:lnTo>
                  <a:lnTo>
                    <a:pt x="20466" y="6140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7"/>
                  </a:lnTo>
                  <a:lnTo>
                    <a:pt x="20814" y="6720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8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1" y="5986"/>
                  </a:lnTo>
                  <a:lnTo>
                    <a:pt x="24019" y="6025"/>
                  </a:lnTo>
                  <a:lnTo>
                    <a:pt x="24096" y="6025"/>
                  </a:lnTo>
                  <a:lnTo>
                    <a:pt x="23941" y="6295"/>
                  </a:lnTo>
                  <a:lnTo>
                    <a:pt x="23748" y="6565"/>
                  </a:lnTo>
                  <a:lnTo>
                    <a:pt x="23517" y="6797"/>
                  </a:lnTo>
                  <a:lnTo>
                    <a:pt x="23246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7"/>
                  </a:lnTo>
                  <a:lnTo>
                    <a:pt x="23015" y="6295"/>
                  </a:lnTo>
                  <a:lnTo>
                    <a:pt x="23053" y="6179"/>
                  </a:lnTo>
                  <a:lnTo>
                    <a:pt x="23131" y="6102"/>
                  </a:lnTo>
                  <a:lnTo>
                    <a:pt x="23208" y="6025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8" y="6333"/>
                  </a:lnTo>
                  <a:lnTo>
                    <a:pt x="13168" y="6720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7"/>
                  </a:lnTo>
                  <a:lnTo>
                    <a:pt x="12627" y="6681"/>
                  </a:lnTo>
                  <a:lnTo>
                    <a:pt x="12666" y="6527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218"/>
                  </a:lnTo>
                  <a:lnTo>
                    <a:pt x="13013" y="6140"/>
                  </a:lnTo>
                  <a:lnTo>
                    <a:pt x="13129" y="6102"/>
                  </a:lnTo>
                  <a:close/>
                  <a:moveTo>
                    <a:pt x="22165" y="6565"/>
                  </a:moveTo>
                  <a:lnTo>
                    <a:pt x="22281" y="6604"/>
                  </a:lnTo>
                  <a:lnTo>
                    <a:pt x="22474" y="6720"/>
                  </a:lnTo>
                  <a:lnTo>
                    <a:pt x="22629" y="6874"/>
                  </a:lnTo>
                  <a:lnTo>
                    <a:pt x="22783" y="7029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6"/>
                  </a:lnTo>
                  <a:lnTo>
                    <a:pt x="22937" y="7144"/>
                  </a:lnTo>
                  <a:lnTo>
                    <a:pt x="22551" y="7222"/>
                  </a:lnTo>
                  <a:lnTo>
                    <a:pt x="22165" y="7260"/>
                  </a:lnTo>
                  <a:lnTo>
                    <a:pt x="21779" y="7222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49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5" y="7994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4"/>
                  </a:lnTo>
                  <a:lnTo>
                    <a:pt x="11816" y="7608"/>
                  </a:lnTo>
                  <a:lnTo>
                    <a:pt x="11894" y="7531"/>
                  </a:lnTo>
                  <a:lnTo>
                    <a:pt x="12009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3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2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3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5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4" y="9770"/>
                  </a:moveTo>
                  <a:lnTo>
                    <a:pt x="3900" y="9809"/>
                  </a:lnTo>
                  <a:lnTo>
                    <a:pt x="4016" y="9886"/>
                  </a:lnTo>
                  <a:lnTo>
                    <a:pt x="4093" y="10002"/>
                  </a:lnTo>
                  <a:lnTo>
                    <a:pt x="4132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5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6"/>
                  </a:lnTo>
                  <a:lnTo>
                    <a:pt x="5097" y="10774"/>
                  </a:lnTo>
                  <a:lnTo>
                    <a:pt x="5136" y="10890"/>
                  </a:lnTo>
                  <a:lnTo>
                    <a:pt x="5175" y="11044"/>
                  </a:lnTo>
                  <a:lnTo>
                    <a:pt x="5136" y="11238"/>
                  </a:lnTo>
                  <a:lnTo>
                    <a:pt x="5097" y="11431"/>
                  </a:lnTo>
                  <a:lnTo>
                    <a:pt x="4402" y="10929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5" y="11740"/>
                  </a:lnTo>
                  <a:lnTo>
                    <a:pt x="10658" y="11701"/>
                  </a:lnTo>
                  <a:lnTo>
                    <a:pt x="10503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5" y="10697"/>
                  </a:lnTo>
                  <a:lnTo>
                    <a:pt x="10928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10"/>
                  </a:lnTo>
                  <a:lnTo>
                    <a:pt x="6410" y="12242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8" y="11508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1" y="12744"/>
                  </a:lnTo>
                  <a:lnTo>
                    <a:pt x="9770" y="12937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2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39" y="13207"/>
                  </a:lnTo>
                  <a:lnTo>
                    <a:pt x="7337" y="13014"/>
                  </a:lnTo>
                  <a:lnTo>
                    <a:pt x="6835" y="12744"/>
                  </a:lnTo>
                  <a:lnTo>
                    <a:pt x="6990" y="12628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3" y="12628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7"/>
                  </a:lnTo>
                  <a:lnTo>
                    <a:pt x="9229" y="13130"/>
                  </a:lnTo>
                  <a:lnTo>
                    <a:pt x="9268" y="13207"/>
                  </a:lnTo>
                  <a:lnTo>
                    <a:pt x="9036" y="13284"/>
                  </a:lnTo>
                  <a:lnTo>
                    <a:pt x="8804" y="13323"/>
                  </a:lnTo>
                  <a:lnTo>
                    <a:pt x="8573" y="13323"/>
                  </a:lnTo>
                  <a:lnTo>
                    <a:pt x="8302" y="13284"/>
                  </a:lnTo>
                  <a:lnTo>
                    <a:pt x="8302" y="13207"/>
                  </a:lnTo>
                  <a:lnTo>
                    <a:pt x="8341" y="13014"/>
                  </a:lnTo>
                  <a:lnTo>
                    <a:pt x="8418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8"/>
                  </a:lnTo>
                  <a:close/>
                  <a:moveTo>
                    <a:pt x="22976" y="1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10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3" y="966"/>
                  </a:lnTo>
                  <a:lnTo>
                    <a:pt x="22706" y="1120"/>
                  </a:lnTo>
                  <a:lnTo>
                    <a:pt x="22629" y="1314"/>
                  </a:lnTo>
                  <a:lnTo>
                    <a:pt x="22590" y="1507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0" y="2279"/>
                  </a:lnTo>
                  <a:lnTo>
                    <a:pt x="23053" y="2395"/>
                  </a:lnTo>
                  <a:lnTo>
                    <a:pt x="23246" y="2511"/>
                  </a:lnTo>
                  <a:lnTo>
                    <a:pt x="23478" y="2511"/>
                  </a:lnTo>
                  <a:lnTo>
                    <a:pt x="23401" y="2704"/>
                  </a:lnTo>
                  <a:lnTo>
                    <a:pt x="23362" y="2897"/>
                  </a:lnTo>
                  <a:lnTo>
                    <a:pt x="23324" y="3090"/>
                  </a:lnTo>
                  <a:lnTo>
                    <a:pt x="23362" y="3283"/>
                  </a:lnTo>
                  <a:lnTo>
                    <a:pt x="23439" y="3515"/>
                  </a:lnTo>
                  <a:lnTo>
                    <a:pt x="23555" y="3708"/>
                  </a:lnTo>
                  <a:lnTo>
                    <a:pt x="23748" y="3901"/>
                  </a:lnTo>
                  <a:lnTo>
                    <a:pt x="23980" y="4017"/>
                  </a:lnTo>
                  <a:lnTo>
                    <a:pt x="23748" y="4210"/>
                  </a:lnTo>
                  <a:lnTo>
                    <a:pt x="23555" y="4480"/>
                  </a:lnTo>
                  <a:lnTo>
                    <a:pt x="23478" y="4750"/>
                  </a:lnTo>
                  <a:lnTo>
                    <a:pt x="23439" y="4905"/>
                  </a:lnTo>
                  <a:lnTo>
                    <a:pt x="23439" y="5021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3"/>
                  </a:lnTo>
                  <a:lnTo>
                    <a:pt x="23169" y="5561"/>
                  </a:lnTo>
                  <a:lnTo>
                    <a:pt x="22976" y="5716"/>
                  </a:lnTo>
                  <a:lnTo>
                    <a:pt x="22783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4" y="6295"/>
                  </a:lnTo>
                  <a:lnTo>
                    <a:pt x="22320" y="6256"/>
                  </a:lnTo>
                  <a:lnTo>
                    <a:pt x="22165" y="6218"/>
                  </a:lnTo>
                  <a:lnTo>
                    <a:pt x="21972" y="6218"/>
                  </a:lnTo>
                  <a:lnTo>
                    <a:pt x="21740" y="6295"/>
                  </a:lnTo>
                  <a:lnTo>
                    <a:pt x="21509" y="6411"/>
                  </a:lnTo>
                  <a:lnTo>
                    <a:pt x="21354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5"/>
                  </a:lnTo>
                  <a:lnTo>
                    <a:pt x="20736" y="5909"/>
                  </a:lnTo>
                  <a:lnTo>
                    <a:pt x="20582" y="5831"/>
                  </a:lnTo>
                  <a:lnTo>
                    <a:pt x="20427" y="5754"/>
                  </a:lnTo>
                  <a:lnTo>
                    <a:pt x="20234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6"/>
                  </a:lnTo>
                  <a:lnTo>
                    <a:pt x="19617" y="5484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1"/>
                  </a:lnTo>
                  <a:lnTo>
                    <a:pt x="18497" y="5407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6"/>
                  </a:lnTo>
                  <a:lnTo>
                    <a:pt x="17802" y="4557"/>
                  </a:lnTo>
                  <a:lnTo>
                    <a:pt x="17647" y="4519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8"/>
                  </a:lnTo>
                  <a:lnTo>
                    <a:pt x="16759" y="4943"/>
                  </a:lnTo>
                  <a:lnTo>
                    <a:pt x="16605" y="4789"/>
                  </a:lnTo>
                  <a:lnTo>
                    <a:pt x="16450" y="4712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82"/>
                  </a:lnTo>
                  <a:lnTo>
                    <a:pt x="14288" y="5021"/>
                  </a:lnTo>
                  <a:lnTo>
                    <a:pt x="14133" y="5098"/>
                  </a:lnTo>
                  <a:lnTo>
                    <a:pt x="14056" y="5175"/>
                  </a:lnTo>
                  <a:lnTo>
                    <a:pt x="13940" y="5291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6"/>
                  </a:lnTo>
                  <a:lnTo>
                    <a:pt x="13168" y="5716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8"/>
                  </a:lnTo>
                  <a:lnTo>
                    <a:pt x="12357" y="6372"/>
                  </a:lnTo>
                  <a:lnTo>
                    <a:pt x="12357" y="6527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7029"/>
                  </a:lnTo>
                  <a:lnTo>
                    <a:pt x="11894" y="7106"/>
                  </a:lnTo>
                  <a:lnTo>
                    <a:pt x="11662" y="7222"/>
                  </a:lnTo>
                  <a:lnTo>
                    <a:pt x="11507" y="7415"/>
                  </a:lnTo>
                  <a:lnTo>
                    <a:pt x="11392" y="7531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276" y="7994"/>
                  </a:lnTo>
                  <a:lnTo>
                    <a:pt x="11314" y="8148"/>
                  </a:lnTo>
                  <a:lnTo>
                    <a:pt x="11353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30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4"/>
                  </a:lnTo>
                  <a:lnTo>
                    <a:pt x="10619" y="10311"/>
                  </a:lnTo>
                  <a:lnTo>
                    <a:pt x="10426" y="10427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6"/>
                  </a:lnTo>
                  <a:lnTo>
                    <a:pt x="10040" y="11238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4" y="11740"/>
                  </a:lnTo>
                  <a:lnTo>
                    <a:pt x="9693" y="11855"/>
                  </a:lnTo>
                  <a:lnTo>
                    <a:pt x="9499" y="12010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9"/>
                  </a:lnTo>
                  <a:lnTo>
                    <a:pt x="9306" y="12473"/>
                  </a:lnTo>
                  <a:lnTo>
                    <a:pt x="9191" y="12396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5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3" y="12435"/>
                  </a:lnTo>
                  <a:lnTo>
                    <a:pt x="7878" y="12319"/>
                  </a:lnTo>
                  <a:lnTo>
                    <a:pt x="7723" y="12242"/>
                  </a:lnTo>
                  <a:lnTo>
                    <a:pt x="7492" y="12164"/>
                  </a:lnTo>
                  <a:lnTo>
                    <a:pt x="7221" y="12203"/>
                  </a:lnTo>
                  <a:lnTo>
                    <a:pt x="6990" y="12280"/>
                  </a:lnTo>
                  <a:lnTo>
                    <a:pt x="6796" y="12435"/>
                  </a:lnTo>
                  <a:lnTo>
                    <a:pt x="6796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431"/>
                  </a:lnTo>
                  <a:lnTo>
                    <a:pt x="6372" y="11315"/>
                  </a:lnTo>
                  <a:lnTo>
                    <a:pt x="6217" y="11199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8"/>
                  </a:lnTo>
                  <a:lnTo>
                    <a:pt x="5522" y="10967"/>
                  </a:lnTo>
                  <a:lnTo>
                    <a:pt x="5445" y="10736"/>
                  </a:lnTo>
                  <a:lnTo>
                    <a:pt x="5329" y="10504"/>
                  </a:lnTo>
                  <a:lnTo>
                    <a:pt x="5213" y="10427"/>
                  </a:lnTo>
                  <a:lnTo>
                    <a:pt x="5097" y="10388"/>
                  </a:lnTo>
                  <a:lnTo>
                    <a:pt x="4943" y="10311"/>
                  </a:lnTo>
                  <a:lnTo>
                    <a:pt x="4827" y="10311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500"/>
                  </a:lnTo>
                  <a:lnTo>
                    <a:pt x="3900" y="9461"/>
                  </a:lnTo>
                  <a:lnTo>
                    <a:pt x="3746" y="9423"/>
                  </a:lnTo>
                  <a:lnTo>
                    <a:pt x="3591" y="9423"/>
                  </a:lnTo>
                  <a:lnTo>
                    <a:pt x="3398" y="9461"/>
                  </a:lnTo>
                  <a:lnTo>
                    <a:pt x="3282" y="9538"/>
                  </a:lnTo>
                  <a:lnTo>
                    <a:pt x="3128" y="9616"/>
                  </a:lnTo>
                  <a:lnTo>
                    <a:pt x="3012" y="9770"/>
                  </a:lnTo>
                  <a:lnTo>
                    <a:pt x="2974" y="9616"/>
                  </a:lnTo>
                  <a:lnTo>
                    <a:pt x="2896" y="9461"/>
                  </a:lnTo>
                  <a:lnTo>
                    <a:pt x="2780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2"/>
                  </a:lnTo>
                  <a:lnTo>
                    <a:pt x="1352" y="9925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1"/>
                  </a:lnTo>
                  <a:lnTo>
                    <a:pt x="386" y="10427"/>
                  </a:lnTo>
                  <a:lnTo>
                    <a:pt x="271" y="10581"/>
                  </a:lnTo>
                  <a:lnTo>
                    <a:pt x="116" y="10890"/>
                  </a:lnTo>
                  <a:lnTo>
                    <a:pt x="0" y="11238"/>
                  </a:lnTo>
                  <a:lnTo>
                    <a:pt x="0" y="11585"/>
                  </a:lnTo>
                  <a:lnTo>
                    <a:pt x="77" y="11933"/>
                  </a:lnTo>
                  <a:lnTo>
                    <a:pt x="193" y="12242"/>
                  </a:lnTo>
                  <a:lnTo>
                    <a:pt x="386" y="12550"/>
                  </a:lnTo>
                  <a:lnTo>
                    <a:pt x="618" y="12821"/>
                  </a:lnTo>
                  <a:lnTo>
                    <a:pt x="811" y="12937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30"/>
                  </a:lnTo>
                  <a:lnTo>
                    <a:pt x="1738" y="13168"/>
                  </a:lnTo>
                  <a:lnTo>
                    <a:pt x="2085" y="13130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2"/>
                  </a:lnTo>
                  <a:lnTo>
                    <a:pt x="3591" y="12010"/>
                  </a:lnTo>
                  <a:lnTo>
                    <a:pt x="3553" y="11933"/>
                  </a:lnTo>
                  <a:lnTo>
                    <a:pt x="3514" y="11817"/>
                  </a:lnTo>
                  <a:lnTo>
                    <a:pt x="3437" y="11778"/>
                  </a:lnTo>
                  <a:lnTo>
                    <a:pt x="3321" y="11740"/>
                  </a:lnTo>
                  <a:lnTo>
                    <a:pt x="3282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2"/>
                  </a:lnTo>
                  <a:lnTo>
                    <a:pt x="2587" y="12435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94"/>
                  </a:lnTo>
                  <a:lnTo>
                    <a:pt x="502" y="11740"/>
                  </a:lnTo>
                  <a:lnTo>
                    <a:pt x="502" y="11546"/>
                  </a:lnTo>
                  <a:lnTo>
                    <a:pt x="502" y="11392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8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7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9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5" y="13439"/>
                  </a:lnTo>
                  <a:lnTo>
                    <a:pt x="7530" y="13593"/>
                  </a:lnTo>
                  <a:lnTo>
                    <a:pt x="7993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9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6"/>
                  </a:lnTo>
                  <a:lnTo>
                    <a:pt x="11314" y="11740"/>
                  </a:lnTo>
                  <a:lnTo>
                    <a:pt x="11507" y="11238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5" y="9114"/>
                  </a:lnTo>
                  <a:lnTo>
                    <a:pt x="12357" y="8612"/>
                  </a:lnTo>
                  <a:lnTo>
                    <a:pt x="12589" y="8110"/>
                  </a:lnTo>
                  <a:lnTo>
                    <a:pt x="12936" y="7646"/>
                  </a:lnTo>
                  <a:lnTo>
                    <a:pt x="13284" y="7299"/>
                  </a:lnTo>
                  <a:lnTo>
                    <a:pt x="13631" y="6990"/>
                  </a:lnTo>
                  <a:lnTo>
                    <a:pt x="14017" y="6720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2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29" y="7492"/>
                  </a:lnTo>
                  <a:lnTo>
                    <a:pt x="21316" y="7646"/>
                  </a:lnTo>
                  <a:lnTo>
                    <a:pt x="21740" y="7724"/>
                  </a:lnTo>
                  <a:lnTo>
                    <a:pt x="22165" y="7762"/>
                  </a:lnTo>
                  <a:lnTo>
                    <a:pt x="22590" y="7724"/>
                  </a:lnTo>
                  <a:lnTo>
                    <a:pt x="22976" y="7646"/>
                  </a:lnTo>
                  <a:lnTo>
                    <a:pt x="23362" y="7531"/>
                  </a:lnTo>
                  <a:lnTo>
                    <a:pt x="23710" y="7299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5"/>
                  </a:lnTo>
                  <a:lnTo>
                    <a:pt x="24752" y="5909"/>
                  </a:lnTo>
                  <a:lnTo>
                    <a:pt x="24868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10"/>
                  </a:lnTo>
                  <a:lnTo>
                    <a:pt x="24945" y="3746"/>
                  </a:lnTo>
                  <a:lnTo>
                    <a:pt x="24868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3" y="1970"/>
                  </a:lnTo>
                  <a:lnTo>
                    <a:pt x="24250" y="1584"/>
                  </a:lnTo>
                  <a:lnTo>
                    <a:pt x="24057" y="1198"/>
                  </a:lnTo>
                  <a:lnTo>
                    <a:pt x="23787" y="812"/>
                  </a:lnTo>
                  <a:lnTo>
                    <a:pt x="23941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8"/>
                  </a:lnTo>
                  <a:lnTo>
                    <a:pt x="230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5"/>
            <p:cNvSpPr/>
            <p:nvPr/>
          </p:nvSpPr>
          <p:spPr>
            <a:xfrm>
              <a:off x="5082350" y="43871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9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3" y="2433"/>
                  </a:lnTo>
                  <a:lnTo>
                    <a:pt x="5368" y="2819"/>
                  </a:lnTo>
                  <a:lnTo>
                    <a:pt x="5484" y="3206"/>
                  </a:lnTo>
                  <a:lnTo>
                    <a:pt x="5522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2" y="5214"/>
                  </a:lnTo>
                  <a:lnTo>
                    <a:pt x="5445" y="5600"/>
                  </a:lnTo>
                  <a:lnTo>
                    <a:pt x="5329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09" y="8032"/>
                  </a:lnTo>
                  <a:lnTo>
                    <a:pt x="3939" y="8380"/>
                  </a:lnTo>
                  <a:lnTo>
                    <a:pt x="3630" y="8728"/>
                  </a:lnTo>
                  <a:lnTo>
                    <a:pt x="3283" y="9036"/>
                  </a:lnTo>
                  <a:lnTo>
                    <a:pt x="2935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8" y="10040"/>
                  </a:lnTo>
                  <a:lnTo>
                    <a:pt x="1313" y="10234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0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4"/>
                  </a:lnTo>
                  <a:lnTo>
                    <a:pt x="4827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8" y="5793"/>
                  </a:lnTo>
                  <a:lnTo>
                    <a:pt x="6024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4"/>
                  </a:lnTo>
                  <a:lnTo>
                    <a:pt x="4904" y="1005"/>
                  </a:lnTo>
                  <a:lnTo>
                    <a:pt x="4596" y="696"/>
                  </a:lnTo>
                  <a:lnTo>
                    <a:pt x="4287" y="425"/>
                  </a:lnTo>
                  <a:lnTo>
                    <a:pt x="3939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5"/>
            <p:cNvSpPr/>
            <p:nvPr/>
          </p:nvSpPr>
          <p:spPr>
            <a:xfrm>
              <a:off x="5052425" y="4653550"/>
              <a:ext cx="61800" cy="89800"/>
            </a:xfrm>
            <a:custGeom>
              <a:avLst/>
              <a:gdLst/>
              <a:ahLst/>
              <a:cxnLst/>
              <a:rect l="l" t="t" r="r" b="b"/>
              <a:pathLst>
                <a:path w="2472" h="3592" extrusionOk="0">
                  <a:moveTo>
                    <a:pt x="1082" y="0"/>
                  </a:moveTo>
                  <a:lnTo>
                    <a:pt x="1004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5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699"/>
                  </a:lnTo>
                  <a:lnTo>
                    <a:pt x="1931" y="1931"/>
                  </a:lnTo>
                  <a:lnTo>
                    <a:pt x="1931" y="2163"/>
                  </a:lnTo>
                  <a:lnTo>
                    <a:pt x="1931" y="2433"/>
                  </a:lnTo>
                  <a:lnTo>
                    <a:pt x="1815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0" y="3128"/>
                  </a:lnTo>
                  <a:lnTo>
                    <a:pt x="1197" y="3128"/>
                  </a:lnTo>
                  <a:lnTo>
                    <a:pt x="1043" y="3089"/>
                  </a:lnTo>
                  <a:lnTo>
                    <a:pt x="927" y="3012"/>
                  </a:lnTo>
                  <a:lnTo>
                    <a:pt x="850" y="2896"/>
                  </a:lnTo>
                  <a:lnTo>
                    <a:pt x="811" y="2742"/>
                  </a:lnTo>
                  <a:lnTo>
                    <a:pt x="850" y="2587"/>
                  </a:lnTo>
                  <a:lnTo>
                    <a:pt x="927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0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5" y="1468"/>
                  </a:lnTo>
                  <a:lnTo>
                    <a:pt x="193" y="1313"/>
                  </a:lnTo>
                  <a:lnTo>
                    <a:pt x="0" y="1622"/>
                  </a:lnTo>
                  <a:lnTo>
                    <a:pt x="271" y="1892"/>
                  </a:lnTo>
                  <a:lnTo>
                    <a:pt x="580" y="2124"/>
                  </a:lnTo>
                  <a:lnTo>
                    <a:pt x="425" y="2356"/>
                  </a:lnTo>
                  <a:lnTo>
                    <a:pt x="348" y="2626"/>
                  </a:lnTo>
                  <a:lnTo>
                    <a:pt x="309" y="2896"/>
                  </a:lnTo>
                  <a:lnTo>
                    <a:pt x="348" y="3051"/>
                  </a:lnTo>
                  <a:lnTo>
                    <a:pt x="425" y="3167"/>
                  </a:lnTo>
                  <a:lnTo>
                    <a:pt x="541" y="3321"/>
                  </a:lnTo>
                  <a:lnTo>
                    <a:pt x="695" y="3476"/>
                  </a:lnTo>
                  <a:lnTo>
                    <a:pt x="888" y="3553"/>
                  </a:lnTo>
                  <a:lnTo>
                    <a:pt x="1082" y="3591"/>
                  </a:lnTo>
                  <a:lnTo>
                    <a:pt x="1275" y="3591"/>
                  </a:lnTo>
                  <a:lnTo>
                    <a:pt x="1506" y="3553"/>
                  </a:lnTo>
                  <a:lnTo>
                    <a:pt x="1699" y="3514"/>
                  </a:lnTo>
                  <a:lnTo>
                    <a:pt x="1854" y="3398"/>
                  </a:lnTo>
                  <a:lnTo>
                    <a:pt x="2047" y="3244"/>
                  </a:lnTo>
                  <a:lnTo>
                    <a:pt x="2201" y="3051"/>
                  </a:lnTo>
                  <a:lnTo>
                    <a:pt x="2317" y="2858"/>
                  </a:lnTo>
                  <a:lnTo>
                    <a:pt x="2394" y="2665"/>
                  </a:lnTo>
                  <a:lnTo>
                    <a:pt x="2433" y="2472"/>
                  </a:lnTo>
                  <a:lnTo>
                    <a:pt x="2472" y="2240"/>
                  </a:lnTo>
                  <a:lnTo>
                    <a:pt x="2433" y="2008"/>
                  </a:lnTo>
                  <a:lnTo>
                    <a:pt x="2394" y="1815"/>
                  </a:lnTo>
                  <a:lnTo>
                    <a:pt x="2317" y="1583"/>
                  </a:lnTo>
                  <a:lnTo>
                    <a:pt x="2201" y="1390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6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5"/>
            <p:cNvSpPr/>
            <p:nvPr/>
          </p:nvSpPr>
          <p:spPr>
            <a:xfrm>
              <a:off x="4964575" y="4684425"/>
              <a:ext cx="92700" cy="135200"/>
            </a:xfrm>
            <a:custGeom>
              <a:avLst/>
              <a:gdLst/>
              <a:ahLst/>
              <a:cxnLst/>
              <a:rect l="l" t="t" r="r" b="b"/>
              <a:pathLst>
                <a:path w="3708" h="5408" extrusionOk="0">
                  <a:moveTo>
                    <a:pt x="3398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2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7"/>
                  </a:lnTo>
                  <a:lnTo>
                    <a:pt x="1777" y="1430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2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4" y="2086"/>
                  </a:lnTo>
                  <a:lnTo>
                    <a:pt x="889" y="2125"/>
                  </a:lnTo>
                  <a:lnTo>
                    <a:pt x="850" y="2163"/>
                  </a:lnTo>
                  <a:lnTo>
                    <a:pt x="811" y="2241"/>
                  </a:lnTo>
                  <a:lnTo>
                    <a:pt x="811" y="2356"/>
                  </a:lnTo>
                  <a:lnTo>
                    <a:pt x="811" y="2434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7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1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8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4"/>
                  </a:lnTo>
                  <a:lnTo>
                    <a:pt x="1082" y="4944"/>
                  </a:lnTo>
                  <a:lnTo>
                    <a:pt x="889" y="4866"/>
                  </a:lnTo>
                  <a:lnTo>
                    <a:pt x="773" y="4751"/>
                  </a:lnTo>
                  <a:lnTo>
                    <a:pt x="695" y="4596"/>
                  </a:lnTo>
                  <a:lnTo>
                    <a:pt x="657" y="4442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3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7" y="3669"/>
                  </a:lnTo>
                  <a:lnTo>
                    <a:pt x="116" y="2936"/>
                  </a:lnTo>
                  <a:lnTo>
                    <a:pt x="0" y="3283"/>
                  </a:lnTo>
                  <a:lnTo>
                    <a:pt x="657" y="3785"/>
                  </a:lnTo>
                  <a:lnTo>
                    <a:pt x="502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9"/>
                  </a:lnTo>
                  <a:lnTo>
                    <a:pt x="193" y="4403"/>
                  </a:lnTo>
                  <a:lnTo>
                    <a:pt x="193" y="4558"/>
                  </a:lnTo>
                  <a:lnTo>
                    <a:pt x="193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3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7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5"/>
                  </a:lnTo>
                  <a:lnTo>
                    <a:pt x="2510" y="4442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7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2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6" y="2202"/>
                  </a:lnTo>
                  <a:lnTo>
                    <a:pt x="1275" y="2125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3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2"/>
                  </a:lnTo>
                  <a:lnTo>
                    <a:pt x="3514" y="387"/>
                  </a:lnTo>
                  <a:lnTo>
                    <a:pt x="3707" y="78"/>
                  </a:lnTo>
                  <a:lnTo>
                    <a:pt x="351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5"/>
            <p:cNvSpPr/>
            <p:nvPr/>
          </p:nvSpPr>
          <p:spPr>
            <a:xfrm>
              <a:off x="4656625" y="46776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89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8" y="3553"/>
                  </a:lnTo>
                  <a:lnTo>
                    <a:pt x="12434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8"/>
                  </a:lnTo>
                  <a:lnTo>
                    <a:pt x="12009" y="3128"/>
                  </a:lnTo>
                  <a:lnTo>
                    <a:pt x="11932" y="3206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40" y="4171"/>
                  </a:lnTo>
                  <a:lnTo>
                    <a:pt x="9615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2" y="4171"/>
                  </a:lnTo>
                  <a:lnTo>
                    <a:pt x="5368" y="4017"/>
                  </a:lnTo>
                  <a:lnTo>
                    <a:pt x="4595" y="3708"/>
                  </a:lnTo>
                  <a:lnTo>
                    <a:pt x="3900" y="3283"/>
                  </a:lnTo>
                  <a:lnTo>
                    <a:pt x="3205" y="2820"/>
                  </a:lnTo>
                  <a:lnTo>
                    <a:pt x="2587" y="2318"/>
                  </a:lnTo>
                  <a:lnTo>
                    <a:pt x="1970" y="1777"/>
                  </a:lnTo>
                  <a:lnTo>
                    <a:pt x="1390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5"/>
            <p:cNvSpPr/>
            <p:nvPr/>
          </p:nvSpPr>
          <p:spPr>
            <a:xfrm>
              <a:off x="4572625" y="43774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2"/>
                  </a:lnTo>
                  <a:lnTo>
                    <a:pt x="23479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5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2"/>
                  </a:lnTo>
                  <a:lnTo>
                    <a:pt x="23865" y="3514"/>
                  </a:lnTo>
                  <a:lnTo>
                    <a:pt x="23788" y="3399"/>
                  </a:lnTo>
                  <a:lnTo>
                    <a:pt x="23749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1"/>
                  </a:lnTo>
                  <a:lnTo>
                    <a:pt x="16567" y="5407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8"/>
                  </a:lnTo>
                  <a:lnTo>
                    <a:pt x="15949" y="5020"/>
                  </a:lnTo>
                  <a:lnTo>
                    <a:pt x="16065" y="4982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8" y="4982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7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2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600"/>
                  </a:lnTo>
                  <a:lnTo>
                    <a:pt x="14250" y="5445"/>
                  </a:lnTo>
                  <a:lnTo>
                    <a:pt x="14365" y="5368"/>
                  </a:lnTo>
                  <a:lnTo>
                    <a:pt x="14443" y="5329"/>
                  </a:lnTo>
                  <a:close/>
                  <a:moveTo>
                    <a:pt x="18999" y="5484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0" y="5677"/>
                  </a:lnTo>
                  <a:lnTo>
                    <a:pt x="18845" y="5522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1" y="6102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8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891" y="6951"/>
                  </a:lnTo>
                  <a:lnTo>
                    <a:pt x="20467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9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2" y="5986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2" y="6295"/>
                  </a:lnTo>
                  <a:lnTo>
                    <a:pt x="23749" y="6565"/>
                  </a:lnTo>
                  <a:lnTo>
                    <a:pt x="23517" y="6797"/>
                  </a:lnTo>
                  <a:lnTo>
                    <a:pt x="23247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131" y="6102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8" y="6797"/>
                  </a:lnTo>
                  <a:lnTo>
                    <a:pt x="12628" y="6681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2"/>
                  </a:lnTo>
                  <a:close/>
                  <a:moveTo>
                    <a:pt x="22166" y="6565"/>
                  </a:moveTo>
                  <a:lnTo>
                    <a:pt x="22282" y="6604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6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3" y="7106"/>
                  </a:lnTo>
                  <a:lnTo>
                    <a:pt x="21471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50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6" y="7994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40" y="7723"/>
                  </a:lnTo>
                  <a:lnTo>
                    <a:pt x="11817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2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8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5" y="9770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3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3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6" y="11739"/>
                  </a:lnTo>
                  <a:lnTo>
                    <a:pt x="10658" y="11701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6" y="10697"/>
                  </a:lnTo>
                  <a:lnTo>
                    <a:pt x="10929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4" y="11778"/>
                  </a:lnTo>
                  <a:lnTo>
                    <a:pt x="6372" y="12010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9" y="11508"/>
                  </a:lnTo>
                  <a:lnTo>
                    <a:pt x="5754" y="11469"/>
                  </a:lnTo>
                  <a:close/>
                  <a:moveTo>
                    <a:pt x="10543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3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40" y="13207"/>
                  </a:lnTo>
                  <a:lnTo>
                    <a:pt x="7338" y="13014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4" y="12627"/>
                  </a:moveTo>
                  <a:lnTo>
                    <a:pt x="8959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8" y="13207"/>
                  </a:lnTo>
                  <a:lnTo>
                    <a:pt x="9037" y="13284"/>
                  </a:lnTo>
                  <a:lnTo>
                    <a:pt x="8805" y="13323"/>
                  </a:lnTo>
                  <a:lnTo>
                    <a:pt x="8573" y="13323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42" y="13014"/>
                  </a:lnTo>
                  <a:lnTo>
                    <a:pt x="8419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7" y="0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1" y="2279"/>
                  </a:lnTo>
                  <a:lnTo>
                    <a:pt x="23054" y="2395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63" y="3283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1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80"/>
                  </a:lnTo>
                  <a:lnTo>
                    <a:pt x="23479" y="4750"/>
                  </a:lnTo>
                  <a:lnTo>
                    <a:pt x="23440" y="4905"/>
                  </a:lnTo>
                  <a:lnTo>
                    <a:pt x="23440" y="5020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5" y="6295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5"/>
                  </a:lnTo>
                  <a:lnTo>
                    <a:pt x="21509" y="6411"/>
                  </a:lnTo>
                  <a:lnTo>
                    <a:pt x="21355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9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4"/>
                  </a:lnTo>
                  <a:lnTo>
                    <a:pt x="19463" y="5329"/>
                  </a:lnTo>
                  <a:lnTo>
                    <a:pt x="19385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1"/>
                  </a:lnTo>
                  <a:lnTo>
                    <a:pt x="18497" y="5407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3" y="4673"/>
                  </a:lnTo>
                  <a:lnTo>
                    <a:pt x="17957" y="4596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5" y="5098"/>
                  </a:lnTo>
                  <a:lnTo>
                    <a:pt x="16760" y="4943"/>
                  </a:lnTo>
                  <a:lnTo>
                    <a:pt x="16605" y="4789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636" y="4943"/>
                  </a:lnTo>
                  <a:lnTo>
                    <a:pt x="14443" y="4982"/>
                  </a:lnTo>
                  <a:lnTo>
                    <a:pt x="14288" y="5020"/>
                  </a:lnTo>
                  <a:lnTo>
                    <a:pt x="14134" y="5098"/>
                  </a:lnTo>
                  <a:lnTo>
                    <a:pt x="14057" y="5175"/>
                  </a:lnTo>
                  <a:lnTo>
                    <a:pt x="13941" y="5291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90"/>
                  </a:lnTo>
                  <a:lnTo>
                    <a:pt x="12164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508" y="7415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4"/>
                  </a:lnTo>
                  <a:lnTo>
                    <a:pt x="11315" y="8148"/>
                  </a:lnTo>
                  <a:lnTo>
                    <a:pt x="11354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1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6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10"/>
                  </a:lnTo>
                  <a:lnTo>
                    <a:pt x="9423" y="12087"/>
                  </a:lnTo>
                  <a:lnTo>
                    <a:pt x="9384" y="12203"/>
                  </a:lnTo>
                  <a:lnTo>
                    <a:pt x="9346" y="12319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9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9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3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5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5" y="10735"/>
                  </a:lnTo>
                  <a:lnTo>
                    <a:pt x="5330" y="10504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3" y="10311"/>
                  </a:lnTo>
                  <a:lnTo>
                    <a:pt x="4828" y="10311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61"/>
                  </a:lnTo>
                  <a:lnTo>
                    <a:pt x="3746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6"/>
                  </a:lnTo>
                  <a:lnTo>
                    <a:pt x="3013" y="9770"/>
                  </a:lnTo>
                  <a:lnTo>
                    <a:pt x="2974" y="9616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700" y="9191"/>
                  </a:lnTo>
                  <a:lnTo>
                    <a:pt x="1545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1"/>
                  </a:lnTo>
                  <a:lnTo>
                    <a:pt x="812" y="12936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53" y="11932"/>
                  </a:lnTo>
                  <a:lnTo>
                    <a:pt x="3515" y="11817"/>
                  </a:lnTo>
                  <a:lnTo>
                    <a:pt x="3437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3"/>
                  </a:lnTo>
                  <a:lnTo>
                    <a:pt x="619" y="12048"/>
                  </a:lnTo>
                  <a:lnTo>
                    <a:pt x="541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1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30" y="10388"/>
                  </a:lnTo>
                  <a:lnTo>
                    <a:pt x="1738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1" y="13786"/>
                  </a:lnTo>
                  <a:lnTo>
                    <a:pt x="9346" y="13709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9" y="12473"/>
                  </a:lnTo>
                  <a:lnTo>
                    <a:pt x="11122" y="12126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114"/>
                  </a:lnTo>
                  <a:lnTo>
                    <a:pt x="12358" y="8612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84" y="7299"/>
                  </a:lnTo>
                  <a:lnTo>
                    <a:pt x="13632" y="6990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3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0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9"/>
                  </a:lnTo>
                  <a:lnTo>
                    <a:pt x="24058" y="6990"/>
                  </a:lnTo>
                  <a:lnTo>
                    <a:pt x="24367" y="6642"/>
                  </a:lnTo>
                  <a:lnTo>
                    <a:pt x="24598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84"/>
                  </a:lnTo>
                  <a:lnTo>
                    <a:pt x="24058" y="1198"/>
                  </a:lnTo>
                  <a:lnTo>
                    <a:pt x="23788" y="811"/>
                  </a:lnTo>
                  <a:lnTo>
                    <a:pt x="23942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70" y="78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5"/>
            <p:cNvSpPr/>
            <p:nvPr/>
          </p:nvSpPr>
          <p:spPr>
            <a:xfrm>
              <a:off x="4302325" y="9697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5" y="5599"/>
                  </a:lnTo>
                  <a:lnTo>
                    <a:pt x="5329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39" y="8380"/>
                  </a:lnTo>
                  <a:lnTo>
                    <a:pt x="3630" y="8727"/>
                  </a:lnTo>
                  <a:lnTo>
                    <a:pt x="3283" y="9036"/>
                  </a:lnTo>
                  <a:lnTo>
                    <a:pt x="2935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8" y="10040"/>
                  </a:lnTo>
                  <a:lnTo>
                    <a:pt x="1313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7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39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5"/>
            <p:cNvSpPr/>
            <p:nvPr/>
          </p:nvSpPr>
          <p:spPr>
            <a:xfrm>
              <a:off x="4272400" y="1236125"/>
              <a:ext cx="61800" cy="89825"/>
            </a:xfrm>
            <a:custGeom>
              <a:avLst/>
              <a:gdLst/>
              <a:ahLst/>
              <a:cxnLst/>
              <a:rect l="l" t="t" r="r" b="b"/>
              <a:pathLst>
                <a:path w="2472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4" y="349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1" y="1932"/>
                  </a:lnTo>
                  <a:lnTo>
                    <a:pt x="1931" y="2163"/>
                  </a:lnTo>
                  <a:lnTo>
                    <a:pt x="1931" y="2434"/>
                  </a:lnTo>
                  <a:lnTo>
                    <a:pt x="1815" y="2743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43"/>
                  </a:lnTo>
                  <a:lnTo>
                    <a:pt x="850" y="2588"/>
                  </a:lnTo>
                  <a:lnTo>
                    <a:pt x="927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0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5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5" y="2356"/>
                  </a:lnTo>
                  <a:lnTo>
                    <a:pt x="348" y="2627"/>
                  </a:lnTo>
                  <a:lnTo>
                    <a:pt x="309" y="2897"/>
                  </a:lnTo>
                  <a:lnTo>
                    <a:pt x="348" y="3052"/>
                  </a:lnTo>
                  <a:lnTo>
                    <a:pt x="425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7" y="2858"/>
                  </a:lnTo>
                  <a:lnTo>
                    <a:pt x="2395" y="2665"/>
                  </a:lnTo>
                  <a:lnTo>
                    <a:pt x="2433" y="2472"/>
                  </a:lnTo>
                  <a:lnTo>
                    <a:pt x="2472" y="2241"/>
                  </a:lnTo>
                  <a:lnTo>
                    <a:pt x="2433" y="2009"/>
                  </a:lnTo>
                  <a:lnTo>
                    <a:pt x="2395" y="1816"/>
                  </a:lnTo>
                  <a:lnTo>
                    <a:pt x="2317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5"/>
            <p:cNvSpPr/>
            <p:nvPr/>
          </p:nvSpPr>
          <p:spPr>
            <a:xfrm>
              <a:off x="4184550" y="1267025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1" y="2240"/>
                  </a:lnTo>
                  <a:lnTo>
                    <a:pt x="811" y="2356"/>
                  </a:lnTo>
                  <a:lnTo>
                    <a:pt x="811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0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9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6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2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2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5"/>
            <p:cNvSpPr/>
            <p:nvPr/>
          </p:nvSpPr>
          <p:spPr>
            <a:xfrm>
              <a:off x="3876600" y="12602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9" y="3553"/>
                  </a:lnTo>
                  <a:lnTo>
                    <a:pt x="12434" y="3205"/>
                  </a:lnTo>
                  <a:lnTo>
                    <a:pt x="12357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2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6" y="4016"/>
                  </a:lnTo>
                  <a:lnTo>
                    <a:pt x="10040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5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5"/>
            <p:cNvSpPr/>
            <p:nvPr/>
          </p:nvSpPr>
          <p:spPr>
            <a:xfrm>
              <a:off x="3792600" y="9600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1"/>
                  </a:lnTo>
                  <a:lnTo>
                    <a:pt x="23479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3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4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7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1"/>
                  </a:lnTo>
                  <a:lnTo>
                    <a:pt x="23865" y="3514"/>
                  </a:lnTo>
                  <a:lnTo>
                    <a:pt x="23788" y="3398"/>
                  </a:lnTo>
                  <a:lnTo>
                    <a:pt x="23749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7"/>
                  </a:lnTo>
                  <a:lnTo>
                    <a:pt x="24097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0"/>
                  </a:lnTo>
                  <a:lnTo>
                    <a:pt x="16567" y="5406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3"/>
                  </a:lnTo>
                  <a:lnTo>
                    <a:pt x="15679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7"/>
                  </a:lnTo>
                  <a:lnTo>
                    <a:pt x="15949" y="5020"/>
                  </a:lnTo>
                  <a:lnTo>
                    <a:pt x="16065" y="4981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7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4" y="5290"/>
                  </a:lnTo>
                  <a:lnTo>
                    <a:pt x="23826" y="5097"/>
                  </a:lnTo>
                  <a:lnTo>
                    <a:pt x="23788" y="4981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0"/>
                  </a:lnTo>
                  <a:lnTo>
                    <a:pt x="17107" y="5175"/>
                  </a:lnTo>
                  <a:lnTo>
                    <a:pt x="17185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1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599"/>
                  </a:lnTo>
                  <a:lnTo>
                    <a:pt x="14250" y="5445"/>
                  </a:lnTo>
                  <a:lnTo>
                    <a:pt x="14366" y="5368"/>
                  </a:lnTo>
                  <a:lnTo>
                    <a:pt x="14443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3" y="5561"/>
                  </a:lnTo>
                  <a:lnTo>
                    <a:pt x="19308" y="5677"/>
                  </a:lnTo>
                  <a:lnTo>
                    <a:pt x="19386" y="5831"/>
                  </a:lnTo>
                  <a:lnTo>
                    <a:pt x="19386" y="5985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1" y="5677"/>
                  </a:lnTo>
                  <a:lnTo>
                    <a:pt x="18845" y="5522"/>
                  </a:lnTo>
                  <a:lnTo>
                    <a:pt x="18999" y="5483"/>
                  </a:lnTo>
                  <a:close/>
                  <a:moveTo>
                    <a:pt x="20197" y="6063"/>
                  </a:moveTo>
                  <a:lnTo>
                    <a:pt x="20351" y="6101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9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2" y="6951"/>
                  </a:lnTo>
                  <a:lnTo>
                    <a:pt x="20467" y="6758"/>
                  </a:lnTo>
                  <a:lnTo>
                    <a:pt x="20081" y="6565"/>
                  </a:lnTo>
                  <a:lnTo>
                    <a:pt x="19810" y="6410"/>
                  </a:lnTo>
                  <a:lnTo>
                    <a:pt x="19849" y="6294"/>
                  </a:lnTo>
                  <a:lnTo>
                    <a:pt x="19888" y="6179"/>
                  </a:lnTo>
                  <a:lnTo>
                    <a:pt x="20003" y="6140"/>
                  </a:lnTo>
                  <a:lnTo>
                    <a:pt x="20081" y="6101"/>
                  </a:lnTo>
                  <a:lnTo>
                    <a:pt x="20197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2" y="5985"/>
                  </a:lnTo>
                  <a:lnTo>
                    <a:pt x="24019" y="6024"/>
                  </a:lnTo>
                  <a:lnTo>
                    <a:pt x="24097" y="6024"/>
                  </a:lnTo>
                  <a:lnTo>
                    <a:pt x="23942" y="6294"/>
                  </a:lnTo>
                  <a:lnTo>
                    <a:pt x="23749" y="6565"/>
                  </a:lnTo>
                  <a:lnTo>
                    <a:pt x="23517" y="6796"/>
                  </a:lnTo>
                  <a:lnTo>
                    <a:pt x="23247" y="6989"/>
                  </a:lnTo>
                  <a:lnTo>
                    <a:pt x="23208" y="6951"/>
                  </a:lnTo>
                  <a:lnTo>
                    <a:pt x="23093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4" y="6179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1"/>
                  </a:moveTo>
                  <a:lnTo>
                    <a:pt x="13478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9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7" y="6951"/>
                  </a:lnTo>
                  <a:lnTo>
                    <a:pt x="12628" y="6796"/>
                  </a:lnTo>
                  <a:lnTo>
                    <a:pt x="12628" y="6681"/>
                  </a:lnTo>
                  <a:lnTo>
                    <a:pt x="12667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1"/>
                  </a:lnTo>
                  <a:close/>
                  <a:moveTo>
                    <a:pt x="22166" y="6565"/>
                  </a:moveTo>
                  <a:lnTo>
                    <a:pt x="22282" y="6603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5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4" y="7105"/>
                  </a:lnTo>
                  <a:lnTo>
                    <a:pt x="21471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50" y="6565"/>
                  </a:lnTo>
                  <a:close/>
                  <a:moveTo>
                    <a:pt x="12280" y="7414"/>
                  </a:moveTo>
                  <a:lnTo>
                    <a:pt x="12474" y="7453"/>
                  </a:lnTo>
                  <a:lnTo>
                    <a:pt x="12126" y="7993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3" y="8109"/>
                  </a:lnTo>
                  <a:lnTo>
                    <a:pt x="11663" y="7955"/>
                  </a:lnTo>
                  <a:lnTo>
                    <a:pt x="11663" y="7839"/>
                  </a:lnTo>
                  <a:lnTo>
                    <a:pt x="11740" y="7723"/>
                  </a:lnTo>
                  <a:lnTo>
                    <a:pt x="11817" y="7607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5" y="7414"/>
                  </a:lnTo>
                  <a:close/>
                  <a:moveTo>
                    <a:pt x="2241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50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1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9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3" y="8997"/>
                  </a:moveTo>
                  <a:lnTo>
                    <a:pt x="11470" y="9499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8" y="9847"/>
                  </a:lnTo>
                  <a:lnTo>
                    <a:pt x="10929" y="9692"/>
                  </a:lnTo>
                  <a:lnTo>
                    <a:pt x="10929" y="9577"/>
                  </a:lnTo>
                  <a:lnTo>
                    <a:pt x="10968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70" y="8997"/>
                  </a:lnTo>
                  <a:close/>
                  <a:moveTo>
                    <a:pt x="3785" y="9770"/>
                  </a:moveTo>
                  <a:lnTo>
                    <a:pt x="3901" y="9808"/>
                  </a:lnTo>
                  <a:lnTo>
                    <a:pt x="4017" y="9886"/>
                  </a:lnTo>
                  <a:lnTo>
                    <a:pt x="4094" y="10001"/>
                  </a:lnTo>
                  <a:lnTo>
                    <a:pt x="4133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5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4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2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1" y="10619"/>
                  </a:moveTo>
                  <a:lnTo>
                    <a:pt x="10968" y="11198"/>
                  </a:lnTo>
                  <a:lnTo>
                    <a:pt x="10736" y="11739"/>
                  </a:lnTo>
                  <a:lnTo>
                    <a:pt x="10659" y="11700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6" y="10967"/>
                  </a:lnTo>
                  <a:lnTo>
                    <a:pt x="10581" y="10812"/>
                  </a:lnTo>
                  <a:lnTo>
                    <a:pt x="10736" y="10696"/>
                  </a:lnTo>
                  <a:lnTo>
                    <a:pt x="10929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7" y="11662"/>
                  </a:lnTo>
                  <a:lnTo>
                    <a:pt x="6334" y="11778"/>
                  </a:lnTo>
                  <a:lnTo>
                    <a:pt x="6372" y="12009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0"/>
                  </a:lnTo>
                  <a:lnTo>
                    <a:pt x="5446" y="11623"/>
                  </a:lnTo>
                  <a:lnTo>
                    <a:pt x="5561" y="11546"/>
                  </a:lnTo>
                  <a:lnTo>
                    <a:pt x="5639" y="11507"/>
                  </a:lnTo>
                  <a:lnTo>
                    <a:pt x="5755" y="11469"/>
                  </a:lnTo>
                  <a:close/>
                  <a:moveTo>
                    <a:pt x="10543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1" y="12936"/>
                  </a:lnTo>
                  <a:lnTo>
                    <a:pt x="9771" y="12859"/>
                  </a:lnTo>
                  <a:lnTo>
                    <a:pt x="9655" y="12666"/>
                  </a:lnTo>
                  <a:lnTo>
                    <a:pt x="9655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4" y="12164"/>
                  </a:lnTo>
                  <a:lnTo>
                    <a:pt x="10157" y="12087"/>
                  </a:lnTo>
                  <a:lnTo>
                    <a:pt x="10543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40" y="13206"/>
                  </a:lnTo>
                  <a:lnTo>
                    <a:pt x="7338" y="13013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4" y="12627"/>
                  </a:moveTo>
                  <a:lnTo>
                    <a:pt x="8960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9" y="13206"/>
                  </a:lnTo>
                  <a:lnTo>
                    <a:pt x="9037" y="13284"/>
                  </a:lnTo>
                  <a:lnTo>
                    <a:pt x="8805" y="13322"/>
                  </a:lnTo>
                  <a:lnTo>
                    <a:pt x="8573" y="13322"/>
                  </a:lnTo>
                  <a:lnTo>
                    <a:pt x="8303" y="13284"/>
                  </a:lnTo>
                  <a:lnTo>
                    <a:pt x="8303" y="13206"/>
                  </a:lnTo>
                  <a:lnTo>
                    <a:pt x="8342" y="13013"/>
                  </a:lnTo>
                  <a:lnTo>
                    <a:pt x="8419" y="12820"/>
                  </a:lnTo>
                  <a:lnTo>
                    <a:pt x="8573" y="12704"/>
                  </a:lnTo>
                  <a:lnTo>
                    <a:pt x="8651" y="12666"/>
                  </a:lnTo>
                  <a:lnTo>
                    <a:pt x="8767" y="12627"/>
                  </a:lnTo>
                  <a:close/>
                  <a:moveTo>
                    <a:pt x="22977" y="0"/>
                  </a:moveTo>
                  <a:lnTo>
                    <a:pt x="22900" y="39"/>
                  </a:lnTo>
                  <a:lnTo>
                    <a:pt x="22822" y="77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900" y="772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1" y="1506"/>
                  </a:lnTo>
                  <a:lnTo>
                    <a:pt x="22591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1" y="2278"/>
                  </a:lnTo>
                  <a:lnTo>
                    <a:pt x="23054" y="2394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2" y="2703"/>
                  </a:lnTo>
                  <a:lnTo>
                    <a:pt x="23363" y="2896"/>
                  </a:lnTo>
                  <a:lnTo>
                    <a:pt x="23324" y="3089"/>
                  </a:lnTo>
                  <a:lnTo>
                    <a:pt x="23363" y="3282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0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79"/>
                  </a:lnTo>
                  <a:lnTo>
                    <a:pt x="23479" y="4750"/>
                  </a:lnTo>
                  <a:lnTo>
                    <a:pt x="23440" y="4904"/>
                  </a:lnTo>
                  <a:lnTo>
                    <a:pt x="23440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2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5" y="6294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4"/>
                  </a:lnTo>
                  <a:lnTo>
                    <a:pt x="21509" y="6410"/>
                  </a:lnTo>
                  <a:lnTo>
                    <a:pt x="21355" y="6565"/>
                  </a:lnTo>
                  <a:lnTo>
                    <a:pt x="21201" y="6796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8"/>
                  </a:lnTo>
                  <a:lnTo>
                    <a:pt x="20583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1" y="5792"/>
                  </a:lnTo>
                  <a:lnTo>
                    <a:pt x="19888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3"/>
                  </a:lnTo>
                  <a:lnTo>
                    <a:pt x="19463" y="5329"/>
                  </a:lnTo>
                  <a:lnTo>
                    <a:pt x="19386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0"/>
                  </a:lnTo>
                  <a:lnTo>
                    <a:pt x="18497" y="5406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2" y="4981"/>
                  </a:lnTo>
                  <a:lnTo>
                    <a:pt x="18304" y="4866"/>
                  </a:lnTo>
                  <a:lnTo>
                    <a:pt x="18189" y="4750"/>
                  </a:lnTo>
                  <a:lnTo>
                    <a:pt x="18073" y="4673"/>
                  </a:lnTo>
                  <a:lnTo>
                    <a:pt x="17957" y="4595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8" y="4595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6" y="5097"/>
                  </a:lnTo>
                  <a:lnTo>
                    <a:pt x="16760" y="4943"/>
                  </a:lnTo>
                  <a:lnTo>
                    <a:pt x="16605" y="4788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1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7" y="5175"/>
                  </a:lnTo>
                  <a:lnTo>
                    <a:pt x="15022" y="5059"/>
                  </a:lnTo>
                  <a:lnTo>
                    <a:pt x="14829" y="4981"/>
                  </a:lnTo>
                  <a:lnTo>
                    <a:pt x="14636" y="4943"/>
                  </a:lnTo>
                  <a:lnTo>
                    <a:pt x="14443" y="4981"/>
                  </a:lnTo>
                  <a:lnTo>
                    <a:pt x="14288" y="5020"/>
                  </a:lnTo>
                  <a:lnTo>
                    <a:pt x="14134" y="5097"/>
                  </a:lnTo>
                  <a:lnTo>
                    <a:pt x="14057" y="5175"/>
                  </a:lnTo>
                  <a:lnTo>
                    <a:pt x="13941" y="5290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2" y="5715"/>
                  </a:lnTo>
                  <a:lnTo>
                    <a:pt x="13169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89"/>
                  </a:lnTo>
                  <a:lnTo>
                    <a:pt x="12165" y="7028"/>
                  </a:lnTo>
                  <a:lnTo>
                    <a:pt x="11894" y="7105"/>
                  </a:lnTo>
                  <a:lnTo>
                    <a:pt x="11663" y="7221"/>
                  </a:lnTo>
                  <a:lnTo>
                    <a:pt x="11508" y="7414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3"/>
                  </a:lnTo>
                  <a:lnTo>
                    <a:pt x="11315" y="8148"/>
                  </a:lnTo>
                  <a:lnTo>
                    <a:pt x="11354" y="8302"/>
                  </a:lnTo>
                  <a:lnTo>
                    <a:pt x="11392" y="8457"/>
                  </a:lnTo>
                  <a:lnTo>
                    <a:pt x="11470" y="8611"/>
                  </a:lnTo>
                  <a:lnTo>
                    <a:pt x="11199" y="8650"/>
                  </a:lnTo>
                  <a:lnTo>
                    <a:pt x="10968" y="8804"/>
                  </a:lnTo>
                  <a:lnTo>
                    <a:pt x="10774" y="8997"/>
                  </a:lnTo>
                  <a:lnTo>
                    <a:pt x="10659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0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5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3" y="12087"/>
                  </a:lnTo>
                  <a:lnTo>
                    <a:pt x="9384" y="12202"/>
                  </a:lnTo>
                  <a:lnTo>
                    <a:pt x="9346" y="12318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8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5" y="12550"/>
                  </a:lnTo>
                  <a:lnTo>
                    <a:pt x="8187" y="12704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2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9" y="11894"/>
                  </a:lnTo>
                  <a:lnTo>
                    <a:pt x="6681" y="11700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4"/>
                  </a:lnTo>
                  <a:lnTo>
                    <a:pt x="6218" y="11198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6" y="10735"/>
                  </a:lnTo>
                  <a:lnTo>
                    <a:pt x="5330" y="10503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4" y="10310"/>
                  </a:lnTo>
                  <a:lnTo>
                    <a:pt x="4828" y="10310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6" y="9499"/>
                  </a:lnTo>
                  <a:lnTo>
                    <a:pt x="3901" y="9461"/>
                  </a:lnTo>
                  <a:lnTo>
                    <a:pt x="3747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5"/>
                  </a:lnTo>
                  <a:lnTo>
                    <a:pt x="3013" y="9770"/>
                  </a:lnTo>
                  <a:lnTo>
                    <a:pt x="2974" y="9615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4" y="9036"/>
                  </a:lnTo>
                  <a:lnTo>
                    <a:pt x="2241" y="8997"/>
                  </a:lnTo>
                  <a:lnTo>
                    <a:pt x="2048" y="9036"/>
                  </a:lnTo>
                  <a:lnTo>
                    <a:pt x="1854" y="9113"/>
                  </a:lnTo>
                  <a:lnTo>
                    <a:pt x="1700" y="9190"/>
                  </a:lnTo>
                  <a:lnTo>
                    <a:pt x="1546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0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0"/>
                  </a:lnTo>
                  <a:lnTo>
                    <a:pt x="812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9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09"/>
                  </a:lnTo>
                  <a:lnTo>
                    <a:pt x="3554" y="11932"/>
                  </a:lnTo>
                  <a:lnTo>
                    <a:pt x="3515" y="11816"/>
                  </a:lnTo>
                  <a:lnTo>
                    <a:pt x="3438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5" y="11816"/>
                  </a:lnTo>
                  <a:lnTo>
                    <a:pt x="3052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8" y="12666"/>
                  </a:lnTo>
                  <a:lnTo>
                    <a:pt x="1739" y="12704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2"/>
                  </a:lnTo>
                  <a:lnTo>
                    <a:pt x="619" y="12048"/>
                  </a:lnTo>
                  <a:lnTo>
                    <a:pt x="542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2" y="11198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19"/>
                  </a:lnTo>
                  <a:lnTo>
                    <a:pt x="1044" y="10542"/>
                  </a:lnTo>
                  <a:lnTo>
                    <a:pt x="1237" y="10465"/>
                  </a:lnTo>
                  <a:lnTo>
                    <a:pt x="1430" y="10388"/>
                  </a:lnTo>
                  <a:lnTo>
                    <a:pt x="1739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4"/>
                  </a:lnTo>
                  <a:lnTo>
                    <a:pt x="6257" y="12975"/>
                  </a:lnTo>
                  <a:lnTo>
                    <a:pt x="6681" y="13206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8" y="13786"/>
                  </a:lnTo>
                  <a:lnTo>
                    <a:pt x="8921" y="13786"/>
                  </a:lnTo>
                  <a:lnTo>
                    <a:pt x="9346" y="13708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9" y="12782"/>
                  </a:lnTo>
                  <a:lnTo>
                    <a:pt x="10929" y="12473"/>
                  </a:lnTo>
                  <a:lnTo>
                    <a:pt x="11122" y="12125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3" y="10696"/>
                  </a:lnTo>
                  <a:lnTo>
                    <a:pt x="11972" y="9615"/>
                  </a:lnTo>
                  <a:lnTo>
                    <a:pt x="12126" y="9113"/>
                  </a:lnTo>
                  <a:lnTo>
                    <a:pt x="12358" y="8611"/>
                  </a:lnTo>
                  <a:lnTo>
                    <a:pt x="12589" y="8109"/>
                  </a:lnTo>
                  <a:lnTo>
                    <a:pt x="12937" y="7646"/>
                  </a:lnTo>
                  <a:lnTo>
                    <a:pt x="13284" y="7298"/>
                  </a:lnTo>
                  <a:lnTo>
                    <a:pt x="13632" y="6989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70" y="6101"/>
                  </a:lnTo>
                  <a:lnTo>
                    <a:pt x="15833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5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1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8"/>
                  </a:lnTo>
                  <a:lnTo>
                    <a:pt x="24058" y="6989"/>
                  </a:lnTo>
                  <a:lnTo>
                    <a:pt x="24367" y="6642"/>
                  </a:lnTo>
                  <a:lnTo>
                    <a:pt x="24599" y="6294"/>
                  </a:lnTo>
                  <a:lnTo>
                    <a:pt x="24753" y="5908"/>
                  </a:lnTo>
                  <a:lnTo>
                    <a:pt x="24869" y="5483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2"/>
                  </a:lnTo>
                  <a:lnTo>
                    <a:pt x="24792" y="2858"/>
                  </a:lnTo>
                  <a:lnTo>
                    <a:pt x="24637" y="2394"/>
                  </a:lnTo>
                  <a:lnTo>
                    <a:pt x="24444" y="1970"/>
                  </a:lnTo>
                  <a:lnTo>
                    <a:pt x="24251" y="1583"/>
                  </a:lnTo>
                  <a:lnTo>
                    <a:pt x="24058" y="1197"/>
                  </a:lnTo>
                  <a:lnTo>
                    <a:pt x="23788" y="811"/>
                  </a:lnTo>
                  <a:lnTo>
                    <a:pt x="23942" y="386"/>
                  </a:lnTo>
                  <a:lnTo>
                    <a:pt x="23595" y="232"/>
                  </a:lnTo>
                  <a:lnTo>
                    <a:pt x="23208" y="116"/>
                  </a:lnTo>
                  <a:lnTo>
                    <a:pt x="23170" y="77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5"/>
            <p:cNvSpPr/>
            <p:nvPr/>
          </p:nvSpPr>
          <p:spPr>
            <a:xfrm>
              <a:off x="5843050" y="1398325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5" y="1429"/>
                  </a:lnTo>
                  <a:lnTo>
                    <a:pt x="4866" y="1738"/>
                  </a:lnTo>
                  <a:lnTo>
                    <a:pt x="5059" y="2085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6" y="5599"/>
                  </a:lnTo>
                  <a:lnTo>
                    <a:pt x="5330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40" y="8380"/>
                  </a:lnTo>
                  <a:lnTo>
                    <a:pt x="3631" y="8727"/>
                  </a:lnTo>
                  <a:lnTo>
                    <a:pt x="3283" y="9036"/>
                  </a:lnTo>
                  <a:lnTo>
                    <a:pt x="2936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9" y="10040"/>
                  </a:lnTo>
                  <a:lnTo>
                    <a:pt x="1314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9" y="10967"/>
                  </a:lnTo>
                  <a:lnTo>
                    <a:pt x="1121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8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5" y="6294"/>
                  </a:lnTo>
                  <a:lnTo>
                    <a:pt x="5909" y="5792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5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40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5"/>
            <p:cNvSpPr/>
            <p:nvPr/>
          </p:nvSpPr>
          <p:spPr>
            <a:xfrm>
              <a:off x="5813125" y="1664750"/>
              <a:ext cx="61825" cy="89825"/>
            </a:xfrm>
            <a:custGeom>
              <a:avLst/>
              <a:gdLst/>
              <a:ahLst/>
              <a:cxnLst/>
              <a:rect l="l" t="t" r="r" b="b"/>
              <a:pathLst>
                <a:path w="2473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5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2"/>
                  </a:lnTo>
                  <a:lnTo>
                    <a:pt x="1932" y="2163"/>
                  </a:lnTo>
                  <a:lnTo>
                    <a:pt x="1932" y="2434"/>
                  </a:lnTo>
                  <a:lnTo>
                    <a:pt x="1816" y="2743"/>
                  </a:lnTo>
                  <a:lnTo>
                    <a:pt x="1739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8" y="3013"/>
                  </a:lnTo>
                  <a:lnTo>
                    <a:pt x="850" y="2897"/>
                  </a:lnTo>
                  <a:lnTo>
                    <a:pt x="812" y="2743"/>
                  </a:lnTo>
                  <a:lnTo>
                    <a:pt x="850" y="2588"/>
                  </a:lnTo>
                  <a:lnTo>
                    <a:pt x="928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1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6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6" y="2356"/>
                  </a:lnTo>
                  <a:lnTo>
                    <a:pt x="348" y="2627"/>
                  </a:lnTo>
                  <a:lnTo>
                    <a:pt x="310" y="2897"/>
                  </a:lnTo>
                  <a:lnTo>
                    <a:pt x="348" y="3052"/>
                  </a:lnTo>
                  <a:lnTo>
                    <a:pt x="426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1"/>
                  </a:lnTo>
                  <a:lnTo>
                    <a:pt x="2434" y="2009"/>
                  </a:lnTo>
                  <a:lnTo>
                    <a:pt x="2395" y="1816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5"/>
            <p:cNvSpPr/>
            <p:nvPr/>
          </p:nvSpPr>
          <p:spPr>
            <a:xfrm>
              <a:off x="5725275" y="169565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5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4" y="1931"/>
                  </a:lnTo>
                  <a:lnTo>
                    <a:pt x="1082" y="2009"/>
                  </a:lnTo>
                  <a:lnTo>
                    <a:pt x="1121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30" y="2704"/>
                  </a:lnTo>
                  <a:lnTo>
                    <a:pt x="1623" y="2820"/>
                  </a:lnTo>
                  <a:lnTo>
                    <a:pt x="1816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5" y="3630"/>
                  </a:lnTo>
                  <a:lnTo>
                    <a:pt x="2125" y="3901"/>
                  </a:lnTo>
                  <a:lnTo>
                    <a:pt x="2086" y="4094"/>
                  </a:lnTo>
                  <a:lnTo>
                    <a:pt x="2009" y="4325"/>
                  </a:lnTo>
                  <a:lnTo>
                    <a:pt x="1893" y="4519"/>
                  </a:lnTo>
                  <a:lnTo>
                    <a:pt x="1739" y="4712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5" y="4287"/>
                  </a:lnTo>
                  <a:lnTo>
                    <a:pt x="812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1" y="4094"/>
                  </a:lnTo>
                  <a:lnTo>
                    <a:pt x="1237" y="4017"/>
                  </a:lnTo>
                  <a:lnTo>
                    <a:pt x="1314" y="3901"/>
                  </a:lnTo>
                  <a:lnTo>
                    <a:pt x="1314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10" y="4094"/>
                  </a:lnTo>
                  <a:lnTo>
                    <a:pt x="233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2"/>
                  </a:lnTo>
                  <a:lnTo>
                    <a:pt x="1739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3" y="1970"/>
                  </a:lnTo>
                  <a:lnTo>
                    <a:pt x="1932" y="1816"/>
                  </a:lnTo>
                  <a:lnTo>
                    <a:pt x="2241" y="1622"/>
                  </a:lnTo>
                  <a:lnTo>
                    <a:pt x="2549" y="1391"/>
                  </a:lnTo>
                  <a:lnTo>
                    <a:pt x="2820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5"/>
            <p:cNvSpPr/>
            <p:nvPr/>
          </p:nvSpPr>
          <p:spPr>
            <a:xfrm>
              <a:off x="5417325" y="16889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232"/>
                  </a:lnTo>
                  <a:lnTo>
                    <a:pt x="503" y="966"/>
                  </a:lnTo>
                  <a:lnTo>
                    <a:pt x="1043" y="1622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3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6" y="3862"/>
                  </a:lnTo>
                  <a:lnTo>
                    <a:pt x="12242" y="3591"/>
                  </a:lnTo>
                  <a:lnTo>
                    <a:pt x="12319" y="3553"/>
                  </a:lnTo>
                  <a:lnTo>
                    <a:pt x="12435" y="3205"/>
                  </a:lnTo>
                  <a:lnTo>
                    <a:pt x="12358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3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3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5"/>
            <p:cNvSpPr/>
            <p:nvPr/>
          </p:nvSpPr>
          <p:spPr>
            <a:xfrm>
              <a:off x="5333350" y="138867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5"/>
                  </a:moveTo>
                  <a:lnTo>
                    <a:pt x="23633" y="1467"/>
                  </a:lnTo>
                  <a:lnTo>
                    <a:pt x="23941" y="2008"/>
                  </a:lnTo>
                  <a:lnTo>
                    <a:pt x="23787" y="2163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2" y="1969"/>
                  </a:lnTo>
                  <a:lnTo>
                    <a:pt x="23015" y="1815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4"/>
                  </a:lnTo>
                  <a:lnTo>
                    <a:pt x="23169" y="1120"/>
                  </a:lnTo>
                  <a:lnTo>
                    <a:pt x="23285" y="965"/>
                  </a:lnTo>
                  <a:close/>
                  <a:moveTo>
                    <a:pt x="24096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7"/>
                  </a:lnTo>
                  <a:lnTo>
                    <a:pt x="24096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0"/>
                  </a:lnTo>
                  <a:lnTo>
                    <a:pt x="16566" y="5406"/>
                  </a:lnTo>
                  <a:lnTo>
                    <a:pt x="16296" y="5445"/>
                  </a:lnTo>
                  <a:lnTo>
                    <a:pt x="15639" y="5522"/>
                  </a:lnTo>
                  <a:lnTo>
                    <a:pt x="15639" y="5483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5" y="5175"/>
                  </a:lnTo>
                  <a:lnTo>
                    <a:pt x="15832" y="5097"/>
                  </a:lnTo>
                  <a:lnTo>
                    <a:pt x="15948" y="5020"/>
                  </a:lnTo>
                  <a:lnTo>
                    <a:pt x="16064" y="4981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522"/>
                  </a:lnTo>
                  <a:lnTo>
                    <a:pt x="24057" y="5445"/>
                  </a:lnTo>
                  <a:lnTo>
                    <a:pt x="23903" y="5290"/>
                  </a:lnTo>
                  <a:lnTo>
                    <a:pt x="23826" y="5097"/>
                  </a:lnTo>
                  <a:lnTo>
                    <a:pt x="23787" y="4981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2" y="5638"/>
                  </a:lnTo>
                  <a:lnTo>
                    <a:pt x="17570" y="5522"/>
                  </a:lnTo>
                  <a:lnTo>
                    <a:pt x="17029" y="5445"/>
                  </a:lnTo>
                  <a:lnTo>
                    <a:pt x="17068" y="5290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3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6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599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6"/>
                  </a:lnTo>
                  <a:lnTo>
                    <a:pt x="19385" y="5831"/>
                  </a:lnTo>
                  <a:lnTo>
                    <a:pt x="19385" y="5985"/>
                  </a:lnTo>
                  <a:lnTo>
                    <a:pt x="19346" y="6178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6"/>
                  </a:lnTo>
                  <a:lnTo>
                    <a:pt x="18844" y="5522"/>
                  </a:lnTo>
                  <a:lnTo>
                    <a:pt x="18999" y="5483"/>
                  </a:lnTo>
                  <a:close/>
                  <a:moveTo>
                    <a:pt x="20196" y="6063"/>
                  </a:moveTo>
                  <a:lnTo>
                    <a:pt x="20350" y="6101"/>
                  </a:lnTo>
                  <a:lnTo>
                    <a:pt x="20466" y="6140"/>
                  </a:lnTo>
                  <a:lnTo>
                    <a:pt x="20543" y="6178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0"/>
                  </a:lnTo>
                  <a:lnTo>
                    <a:pt x="19848" y="6294"/>
                  </a:lnTo>
                  <a:lnTo>
                    <a:pt x="19887" y="6178"/>
                  </a:lnTo>
                  <a:lnTo>
                    <a:pt x="20003" y="6140"/>
                  </a:lnTo>
                  <a:lnTo>
                    <a:pt x="20080" y="6101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1" y="5985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1" y="6294"/>
                  </a:lnTo>
                  <a:lnTo>
                    <a:pt x="23748" y="6565"/>
                  </a:lnTo>
                  <a:lnTo>
                    <a:pt x="23517" y="6796"/>
                  </a:lnTo>
                  <a:lnTo>
                    <a:pt x="23246" y="6989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8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78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6"/>
                  </a:lnTo>
                  <a:lnTo>
                    <a:pt x="12627" y="6680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59" y="6217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719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44"/>
                  </a:lnTo>
                  <a:lnTo>
                    <a:pt x="22551" y="7221"/>
                  </a:lnTo>
                  <a:lnTo>
                    <a:pt x="22165" y="7260"/>
                  </a:lnTo>
                  <a:lnTo>
                    <a:pt x="21779" y="7221"/>
                  </a:lnTo>
                  <a:lnTo>
                    <a:pt x="21393" y="7105"/>
                  </a:lnTo>
                  <a:lnTo>
                    <a:pt x="21470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414"/>
                  </a:moveTo>
                  <a:lnTo>
                    <a:pt x="12473" y="7453"/>
                  </a:lnTo>
                  <a:lnTo>
                    <a:pt x="12125" y="7993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09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3"/>
                  </a:lnTo>
                  <a:lnTo>
                    <a:pt x="11816" y="7607"/>
                  </a:lnTo>
                  <a:lnTo>
                    <a:pt x="11894" y="7530"/>
                  </a:lnTo>
                  <a:lnTo>
                    <a:pt x="12009" y="7453"/>
                  </a:lnTo>
                  <a:lnTo>
                    <a:pt x="12164" y="7414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1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2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7"/>
                  </a:lnTo>
                  <a:close/>
                  <a:moveTo>
                    <a:pt x="3785" y="9770"/>
                  </a:moveTo>
                  <a:lnTo>
                    <a:pt x="3900" y="9808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32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5"/>
                  </a:lnTo>
                  <a:lnTo>
                    <a:pt x="5097" y="10774"/>
                  </a:lnTo>
                  <a:lnTo>
                    <a:pt x="5136" y="10889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928"/>
                  </a:lnTo>
                  <a:lnTo>
                    <a:pt x="4441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19"/>
                  </a:moveTo>
                  <a:lnTo>
                    <a:pt x="10967" y="11198"/>
                  </a:lnTo>
                  <a:lnTo>
                    <a:pt x="10735" y="11739"/>
                  </a:lnTo>
                  <a:lnTo>
                    <a:pt x="10658" y="11700"/>
                  </a:lnTo>
                  <a:lnTo>
                    <a:pt x="10504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2"/>
                  </a:lnTo>
                  <a:lnTo>
                    <a:pt x="10735" y="10696"/>
                  </a:lnTo>
                  <a:lnTo>
                    <a:pt x="10928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09"/>
                  </a:lnTo>
                  <a:lnTo>
                    <a:pt x="6410" y="12241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0"/>
                  </a:lnTo>
                  <a:lnTo>
                    <a:pt x="5445" y="11623"/>
                  </a:lnTo>
                  <a:lnTo>
                    <a:pt x="5561" y="11546"/>
                  </a:lnTo>
                  <a:lnTo>
                    <a:pt x="5638" y="11507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39" y="13206"/>
                  </a:lnTo>
                  <a:lnTo>
                    <a:pt x="7337" y="13013"/>
                  </a:lnTo>
                  <a:lnTo>
                    <a:pt x="6835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3" y="12627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6"/>
                  </a:lnTo>
                  <a:lnTo>
                    <a:pt x="9229" y="13129"/>
                  </a:lnTo>
                  <a:lnTo>
                    <a:pt x="9268" y="13206"/>
                  </a:lnTo>
                  <a:lnTo>
                    <a:pt x="9036" y="13284"/>
                  </a:lnTo>
                  <a:lnTo>
                    <a:pt x="8804" y="13322"/>
                  </a:lnTo>
                  <a:lnTo>
                    <a:pt x="8573" y="13322"/>
                  </a:lnTo>
                  <a:lnTo>
                    <a:pt x="8302" y="13284"/>
                  </a:lnTo>
                  <a:lnTo>
                    <a:pt x="8302" y="13206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704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6" y="0"/>
                  </a:moveTo>
                  <a:lnTo>
                    <a:pt x="22899" y="39"/>
                  </a:lnTo>
                  <a:lnTo>
                    <a:pt x="22822" y="77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2"/>
                  </a:lnTo>
                  <a:lnTo>
                    <a:pt x="22783" y="965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0" y="2278"/>
                  </a:lnTo>
                  <a:lnTo>
                    <a:pt x="23053" y="2394"/>
                  </a:lnTo>
                  <a:lnTo>
                    <a:pt x="23246" y="2510"/>
                  </a:lnTo>
                  <a:lnTo>
                    <a:pt x="23478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82"/>
                  </a:lnTo>
                  <a:lnTo>
                    <a:pt x="23439" y="3514"/>
                  </a:lnTo>
                  <a:lnTo>
                    <a:pt x="23555" y="3707"/>
                  </a:lnTo>
                  <a:lnTo>
                    <a:pt x="23748" y="3900"/>
                  </a:lnTo>
                  <a:lnTo>
                    <a:pt x="23980" y="4016"/>
                  </a:lnTo>
                  <a:lnTo>
                    <a:pt x="23748" y="4209"/>
                  </a:lnTo>
                  <a:lnTo>
                    <a:pt x="23555" y="4479"/>
                  </a:lnTo>
                  <a:lnTo>
                    <a:pt x="23478" y="4750"/>
                  </a:lnTo>
                  <a:lnTo>
                    <a:pt x="23439" y="4904"/>
                  </a:lnTo>
                  <a:lnTo>
                    <a:pt x="23439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1" y="5522"/>
                  </a:lnTo>
                  <a:lnTo>
                    <a:pt x="23169" y="5561"/>
                  </a:lnTo>
                  <a:lnTo>
                    <a:pt x="22976" y="5715"/>
                  </a:lnTo>
                  <a:lnTo>
                    <a:pt x="22783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4" y="6294"/>
                  </a:lnTo>
                  <a:lnTo>
                    <a:pt x="22320" y="6256"/>
                  </a:lnTo>
                  <a:lnTo>
                    <a:pt x="22165" y="6217"/>
                  </a:lnTo>
                  <a:lnTo>
                    <a:pt x="21972" y="6217"/>
                  </a:lnTo>
                  <a:lnTo>
                    <a:pt x="21740" y="6294"/>
                  </a:lnTo>
                  <a:lnTo>
                    <a:pt x="21509" y="6410"/>
                  </a:lnTo>
                  <a:lnTo>
                    <a:pt x="21354" y="6565"/>
                  </a:lnTo>
                  <a:lnTo>
                    <a:pt x="21200" y="6796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4"/>
                  </a:lnTo>
                  <a:lnTo>
                    <a:pt x="20736" y="5908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4" y="5754"/>
                  </a:lnTo>
                  <a:lnTo>
                    <a:pt x="20080" y="5792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3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0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1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5"/>
                  </a:lnTo>
                  <a:lnTo>
                    <a:pt x="17802" y="4557"/>
                  </a:lnTo>
                  <a:lnTo>
                    <a:pt x="17647" y="4518"/>
                  </a:lnTo>
                  <a:lnTo>
                    <a:pt x="17493" y="4557"/>
                  </a:lnTo>
                  <a:lnTo>
                    <a:pt x="17377" y="4595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7"/>
                  </a:lnTo>
                  <a:lnTo>
                    <a:pt x="16759" y="4943"/>
                  </a:lnTo>
                  <a:lnTo>
                    <a:pt x="16605" y="4788"/>
                  </a:lnTo>
                  <a:lnTo>
                    <a:pt x="16450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1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1"/>
                  </a:lnTo>
                  <a:lnTo>
                    <a:pt x="14635" y="4943"/>
                  </a:lnTo>
                  <a:lnTo>
                    <a:pt x="14442" y="4981"/>
                  </a:lnTo>
                  <a:lnTo>
                    <a:pt x="14288" y="5020"/>
                  </a:lnTo>
                  <a:lnTo>
                    <a:pt x="14133" y="5097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7"/>
                  </a:lnTo>
                  <a:lnTo>
                    <a:pt x="12357" y="6372"/>
                  </a:lnTo>
                  <a:lnTo>
                    <a:pt x="12357" y="6526"/>
                  </a:lnTo>
                  <a:lnTo>
                    <a:pt x="12357" y="6680"/>
                  </a:lnTo>
                  <a:lnTo>
                    <a:pt x="12357" y="6835"/>
                  </a:lnTo>
                  <a:lnTo>
                    <a:pt x="12434" y="6989"/>
                  </a:lnTo>
                  <a:lnTo>
                    <a:pt x="12164" y="7028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414"/>
                  </a:lnTo>
                  <a:lnTo>
                    <a:pt x="11392" y="7530"/>
                  </a:lnTo>
                  <a:lnTo>
                    <a:pt x="11353" y="7684"/>
                  </a:lnTo>
                  <a:lnTo>
                    <a:pt x="11314" y="7839"/>
                  </a:lnTo>
                  <a:lnTo>
                    <a:pt x="11276" y="7993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57"/>
                  </a:lnTo>
                  <a:lnTo>
                    <a:pt x="11469" y="8611"/>
                  </a:lnTo>
                  <a:lnTo>
                    <a:pt x="11199" y="8650"/>
                  </a:lnTo>
                  <a:lnTo>
                    <a:pt x="10967" y="8804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3"/>
                  </a:lnTo>
                  <a:lnTo>
                    <a:pt x="10619" y="10310"/>
                  </a:lnTo>
                  <a:lnTo>
                    <a:pt x="10426" y="10426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5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4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2" y="12087"/>
                  </a:lnTo>
                  <a:lnTo>
                    <a:pt x="9384" y="12202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95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4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202"/>
                  </a:lnTo>
                  <a:lnTo>
                    <a:pt x="6990" y="12280"/>
                  </a:lnTo>
                  <a:lnTo>
                    <a:pt x="6796" y="12434"/>
                  </a:lnTo>
                  <a:lnTo>
                    <a:pt x="6796" y="12048"/>
                  </a:lnTo>
                  <a:lnTo>
                    <a:pt x="6758" y="11893"/>
                  </a:lnTo>
                  <a:lnTo>
                    <a:pt x="6681" y="11700"/>
                  </a:lnTo>
                  <a:lnTo>
                    <a:pt x="6603" y="11546"/>
                  </a:lnTo>
                  <a:lnTo>
                    <a:pt x="6526" y="11430"/>
                  </a:lnTo>
                  <a:lnTo>
                    <a:pt x="6372" y="11314"/>
                  </a:lnTo>
                  <a:lnTo>
                    <a:pt x="6217" y="11198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7"/>
                  </a:lnTo>
                  <a:lnTo>
                    <a:pt x="5522" y="10967"/>
                  </a:lnTo>
                  <a:lnTo>
                    <a:pt x="5445" y="10735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88"/>
                  </a:lnTo>
                  <a:lnTo>
                    <a:pt x="4943" y="10310"/>
                  </a:lnTo>
                  <a:lnTo>
                    <a:pt x="4827" y="10310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499"/>
                  </a:lnTo>
                  <a:lnTo>
                    <a:pt x="3900" y="9461"/>
                  </a:lnTo>
                  <a:lnTo>
                    <a:pt x="3746" y="9422"/>
                  </a:lnTo>
                  <a:lnTo>
                    <a:pt x="3591" y="9422"/>
                  </a:lnTo>
                  <a:lnTo>
                    <a:pt x="3398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70"/>
                  </a:lnTo>
                  <a:lnTo>
                    <a:pt x="2974" y="9615"/>
                  </a:lnTo>
                  <a:lnTo>
                    <a:pt x="2896" y="9461"/>
                  </a:lnTo>
                  <a:lnTo>
                    <a:pt x="2781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9036"/>
                  </a:lnTo>
                  <a:lnTo>
                    <a:pt x="1854" y="9113"/>
                  </a:lnTo>
                  <a:lnTo>
                    <a:pt x="1699" y="9190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1"/>
                  </a:lnTo>
                  <a:lnTo>
                    <a:pt x="1352" y="9924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0"/>
                  </a:lnTo>
                  <a:lnTo>
                    <a:pt x="386" y="10426"/>
                  </a:lnTo>
                  <a:lnTo>
                    <a:pt x="271" y="10581"/>
                  </a:lnTo>
                  <a:lnTo>
                    <a:pt x="116" y="10889"/>
                  </a:lnTo>
                  <a:lnTo>
                    <a:pt x="0" y="11237"/>
                  </a:lnTo>
                  <a:lnTo>
                    <a:pt x="0" y="11585"/>
                  </a:lnTo>
                  <a:lnTo>
                    <a:pt x="77" y="11932"/>
                  </a:lnTo>
                  <a:lnTo>
                    <a:pt x="193" y="12241"/>
                  </a:lnTo>
                  <a:lnTo>
                    <a:pt x="386" y="12550"/>
                  </a:lnTo>
                  <a:lnTo>
                    <a:pt x="618" y="12820"/>
                  </a:lnTo>
                  <a:lnTo>
                    <a:pt x="811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5" y="13129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1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78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4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2"/>
                  </a:lnTo>
                  <a:lnTo>
                    <a:pt x="618" y="12048"/>
                  </a:lnTo>
                  <a:lnTo>
                    <a:pt x="541" y="11893"/>
                  </a:lnTo>
                  <a:lnTo>
                    <a:pt x="502" y="11739"/>
                  </a:lnTo>
                  <a:lnTo>
                    <a:pt x="502" y="11546"/>
                  </a:lnTo>
                  <a:lnTo>
                    <a:pt x="502" y="11391"/>
                  </a:lnTo>
                  <a:lnTo>
                    <a:pt x="541" y="11198"/>
                  </a:lnTo>
                  <a:lnTo>
                    <a:pt x="579" y="11044"/>
                  </a:lnTo>
                  <a:lnTo>
                    <a:pt x="657" y="10889"/>
                  </a:lnTo>
                  <a:lnTo>
                    <a:pt x="773" y="10774"/>
                  </a:lnTo>
                  <a:lnTo>
                    <a:pt x="888" y="10619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6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5"/>
                  </a:lnTo>
                  <a:lnTo>
                    <a:pt x="5870" y="12704"/>
                  </a:lnTo>
                  <a:lnTo>
                    <a:pt x="6256" y="12975"/>
                  </a:lnTo>
                  <a:lnTo>
                    <a:pt x="6681" y="13206"/>
                  </a:lnTo>
                  <a:lnTo>
                    <a:pt x="7105" y="13438"/>
                  </a:lnTo>
                  <a:lnTo>
                    <a:pt x="7530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8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5"/>
                  </a:lnTo>
                  <a:lnTo>
                    <a:pt x="11314" y="11739"/>
                  </a:lnTo>
                  <a:lnTo>
                    <a:pt x="11507" y="11237"/>
                  </a:lnTo>
                  <a:lnTo>
                    <a:pt x="11662" y="10696"/>
                  </a:lnTo>
                  <a:lnTo>
                    <a:pt x="11971" y="9615"/>
                  </a:lnTo>
                  <a:lnTo>
                    <a:pt x="12125" y="9113"/>
                  </a:lnTo>
                  <a:lnTo>
                    <a:pt x="12357" y="8611"/>
                  </a:lnTo>
                  <a:lnTo>
                    <a:pt x="12589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89"/>
                  </a:lnTo>
                  <a:lnTo>
                    <a:pt x="14017" y="6719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4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0" y="7723"/>
                  </a:lnTo>
                  <a:lnTo>
                    <a:pt x="22165" y="7762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530"/>
                  </a:lnTo>
                  <a:lnTo>
                    <a:pt x="23710" y="7298"/>
                  </a:lnTo>
                  <a:lnTo>
                    <a:pt x="24057" y="6989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908"/>
                  </a:lnTo>
                  <a:lnTo>
                    <a:pt x="24868" y="5483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5" y="3746"/>
                  </a:lnTo>
                  <a:lnTo>
                    <a:pt x="24868" y="3282"/>
                  </a:lnTo>
                  <a:lnTo>
                    <a:pt x="24791" y="2858"/>
                  </a:lnTo>
                  <a:lnTo>
                    <a:pt x="24637" y="2394"/>
                  </a:lnTo>
                  <a:lnTo>
                    <a:pt x="24443" y="1969"/>
                  </a:lnTo>
                  <a:lnTo>
                    <a:pt x="24250" y="1583"/>
                  </a:lnTo>
                  <a:lnTo>
                    <a:pt x="24057" y="1197"/>
                  </a:lnTo>
                  <a:lnTo>
                    <a:pt x="23787" y="811"/>
                  </a:lnTo>
                  <a:lnTo>
                    <a:pt x="23941" y="386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7"/>
                  </a:lnTo>
                  <a:lnTo>
                    <a:pt x="230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5"/>
            <p:cNvSpPr/>
            <p:nvPr/>
          </p:nvSpPr>
          <p:spPr>
            <a:xfrm>
              <a:off x="5955050" y="3275975"/>
              <a:ext cx="152550" cy="277075"/>
            </a:xfrm>
            <a:custGeom>
              <a:avLst/>
              <a:gdLst/>
              <a:ahLst/>
              <a:cxnLst/>
              <a:rect l="l" t="t" r="r" b="b"/>
              <a:pathLst>
                <a:path w="6102" h="11083" extrusionOk="0">
                  <a:moveTo>
                    <a:pt x="3553" y="0"/>
                  </a:moveTo>
                  <a:lnTo>
                    <a:pt x="3398" y="463"/>
                  </a:lnTo>
                  <a:lnTo>
                    <a:pt x="3746" y="656"/>
                  </a:lnTo>
                  <a:lnTo>
                    <a:pt x="4093" y="888"/>
                  </a:lnTo>
                  <a:lnTo>
                    <a:pt x="4364" y="1158"/>
                  </a:lnTo>
                  <a:lnTo>
                    <a:pt x="4634" y="1467"/>
                  </a:lnTo>
                  <a:lnTo>
                    <a:pt x="4866" y="1776"/>
                  </a:lnTo>
                  <a:lnTo>
                    <a:pt x="5059" y="2124"/>
                  </a:lnTo>
                  <a:lnTo>
                    <a:pt x="5213" y="2471"/>
                  </a:lnTo>
                  <a:lnTo>
                    <a:pt x="5368" y="2819"/>
                  </a:lnTo>
                  <a:lnTo>
                    <a:pt x="5445" y="3205"/>
                  </a:lnTo>
                  <a:lnTo>
                    <a:pt x="5522" y="3630"/>
                  </a:lnTo>
                  <a:lnTo>
                    <a:pt x="5561" y="4016"/>
                  </a:lnTo>
                  <a:lnTo>
                    <a:pt x="5561" y="4441"/>
                  </a:lnTo>
                  <a:lnTo>
                    <a:pt x="5561" y="4827"/>
                  </a:lnTo>
                  <a:lnTo>
                    <a:pt x="5522" y="5252"/>
                  </a:lnTo>
                  <a:lnTo>
                    <a:pt x="5406" y="5638"/>
                  </a:lnTo>
                  <a:lnTo>
                    <a:pt x="5290" y="6024"/>
                  </a:lnTo>
                  <a:lnTo>
                    <a:pt x="5136" y="6449"/>
                  </a:lnTo>
                  <a:lnTo>
                    <a:pt x="4943" y="6873"/>
                  </a:lnTo>
                  <a:lnTo>
                    <a:pt x="4711" y="7298"/>
                  </a:lnTo>
                  <a:lnTo>
                    <a:pt x="4480" y="7684"/>
                  </a:lnTo>
                  <a:lnTo>
                    <a:pt x="4209" y="8070"/>
                  </a:lnTo>
                  <a:lnTo>
                    <a:pt x="3900" y="8418"/>
                  </a:lnTo>
                  <a:lnTo>
                    <a:pt x="3591" y="8727"/>
                  </a:lnTo>
                  <a:lnTo>
                    <a:pt x="3244" y="9036"/>
                  </a:lnTo>
                  <a:lnTo>
                    <a:pt x="2896" y="9345"/>
                  </a:lnTo>
                  <a:lnTo>
                    <a:pt x="2549" y="9615"/>
                  </a:lnTo>
                  <a:lnTo>
                    <a:pt x="2124" y="9847"/>
                  </a:lnTo>
                  <a:lnTo>
                    <a:pt x="1738" y="10078"/>
                  </a:lnTo>
                  <a:lnTo>
                    <a:pt x="1313" y="10272"/>
                  </a:lnTo>
                  <a:lnTo>
                    <a:pt x="888" y="10426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7" y="11082"/>
                  </a:lnTo>
                  <a:lnTo>
                    <a:pt x="579" y="10967"/>
                  </a:lnTo>
                  <a:lnTo>
                    <a:pt x="1081" y="10851"/>
                  </a:lnTo>
                  <a:lnTo>
                    <a:pt x="1583" y="10696"/>
                  </a:lnTo>
                  <a:lnTo>
                    <a:pt x="2047" y="10465"/>
                  </a:lnTo>
                  <a:lnTo>
                    <a:pt x="2510" y="10233"/>
                  </a:lnTo>
                  <a:lnTo>
                    <a:pt x="2935" y="9963"/>
                  </a:lnTo>
                  <a:lnTo>
                    <a:pt x="3360" y="9654"/>
                  </a:lnTo>
                  <a:lnTo>
                    <a:pt x="3784" y="9306"/>
                  </a:lnTo>
                  <a:lnTo>
                    <a:pt x="4132" y="8959"/>
                  </a:lnTo>
                  <a:lnTo>
                    <a:pt x="4480" y="8572"/>
                  </a:lnTo>
                  <a:lnTo>
                    <a:pt x="4788" y="8148"/>
                  </a:lnTo>
                  <a:lnTo>
                    <a:pt x="5097" y="7723"/>
                  </a:lnTo>
                  <a:lnTo>
                    <a:pt x="5329" y="7260"/>
                  </a:lnTo>
                  <a:lnTo>
                    <a:pt x="5561" y="6796"/>
                  </a:lnTo>
                  <a:lnTo>
                    <a:pt x="5754" y="6294"/>
                  </a:lnTo>
                  <a:lnTo>
                    <a:pt x="5908" y="5792"/>
                  </a:lnTo>
                  <a:lnTo>
                    <a:pt x="5986" y="5367"/>
                  </a:lnTo>
                  <a:lnTo>
                    <a:pt x="6063" y="4943"/>
                  </a:lnTo>
                  <a:lnTo>
                    <a:pt x="6101" y="4518"/>
                  </a:lnTo>
                  <a:lnTo>
                    <a:pt x="6063" y="4093"/>
                  </a:lnTo>
                  <a:lnTo>
                    <a:pt x="6024" y="3668"/>
                  </a:lnTo>
                  <a:lnTo>
                    <a:pt x="5986" y="3244"/>
                  </a:lnTo>
                  <a:lnTo>
                    <a:pt x="5870" y="2858"/>
                  </a:lnTo>
                  <a:lnTo>
                    <a:pt x="5715" y="2433"/>
                  </a:lnTo>
                  <a:lnTo>
                    <a:pt x="5561" y="2047"/>
                  </a:lnTo>
                  <a:lnTo>
                    <a:pt x="5368" y="1699"/>
                  </a:lnTo>
                  <a:lnTo>
                    <a:pt x="5136" y="1352"/>
                  </a:lnTo>
                  <a:lnTo>
                    <a:pt x="4866" y="1043"/>
                  </a:lnTo>
                  <a:lnTo>
                    <a:pt x="4595" y="734"/>
                  </a:lnTo>
                  <a:lnTo>
                    <a:pt x="4286" y="463"/>
                  </a:lnTo>
                  <a:lnTo>
                    <a:pt x="3939" y="232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5"/>
            <p:cNvSpPr/>
            <p:nvPr/>
          </p:nvSpPr>
          <p:spPr>
            <a:xfrm>
              <a:off x="5925125" y="3542400"/>
              <a:ext cx="60825" cy="90775"/>
            </a:xfrm>
            <a:custGeom>
              <a:avLst/>
              <a:gdLst/>
              <a:ahLst/>
              <a:cxnLst/>
              <a:rect l="l" t="t" r="r" b="b"/>
              <a:pathLst>
                <a:path w="2433" h="3631" extrusionOk="0">
                  <a:moveTo>
                    <a:pt x="1197" y="1"/>
                  </a:moveTo>
                  <a:lnTo>
                    <a:pt x="1081" y="39"/>
                  </a:lnTo>
                  <a:lnTo>
                    <a:pt x="1004" y="78"/>
                  </a:lnTo>
                  <a:lnTo>
                    <a:pt x="966" y="117"/>
                  </a:lnTo>
                  <a:lnTo>
                    <a:pt x="927" y="194"/>
                  </a:lnTo>
                  <a:lnTo>
                    <a:pt x="927" y="271"/>
                  </a:lnTo>
                  <a:lnTo>
                    <a:pt x="850" y="271"/>
                  </a:lnTo>
                  <a:lnTo>
                    <a:pt x="772" y="310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41"/>
                  </a:lnTo>
                  <a:lnTo>
                    <a:pt x="695" y="619"/>
                  </a:lnTo>
                  <a:lnTo>
                    <a:pt x="772" y="696"/>
                  </a:lnTo>
                  <a:lnTo>
                    <a:pt x="850" y="734"/>
                  </a:lnTo>
                  <a:lnTo>
                    <a:pt x="1081" y="812"/>
                  </a:lnTo>
                  <a:lnTo>
                    <a:pt x="1274" y="966"/>
                  </a:lnTo>
                  <a:lnTo>
                    <a:pt x="1468" y="1121"/>
                  </a:lnTo>
                  <a:lnTo>
                    <a:pt x="1622" y="1275"/>
                  </a:lnTo>
                  <a:lnTo>
                    <a:pt x="1738" y="1507"/>
                  </a:lnTo>
                  <a:lnTo>
                    <a:pt x="1854" y="1700"/>
                  </a:lnTo>
                  <a:lnTo>
                    <a:pt x="1892" y="1931"/>
                  </a:lnTo>
                  <a:lnTo>
                    <a:pt x="1931" y="2163"/>
                  </a:lnTo>
                  <a:lnTo>
                    <a:pt x="1892" y="2472"/>
                  </a:lnTo>
                  <a:lnTo>
                    <a:pt x="1815" y="2742"/>
                  </a:lnTo>
                  <a:lnTo>
                    <a:pt x="1738" y="2897"/>
                  </a:lnTo>
                  <a:lnTo>
                    <a:pt x="1622" y="2974"/>
                  </a:lnTo>
                  <a:lnTo>
                    <a:pt x="1506" y="3090"/>
                  </a:lnTo>
                  <a:lnTo>
                    <a:pt x="1390" y="3128"/>
                  </a:lnTo>
                  <a:lnTo>
                    <a:pt x="1197" y="3167"/>
                  </a:lnTo>
                  <a:lnTo>
                    <a:pt x="1043" y="3128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81"/>
                  </a:lnTo>
                  <a:lnTo>
                    <a:pt x="811" y="2626"/>
                  </a:lnTo>
                  <a:lnTo>
                    <a:pt x="888" y="2472"/>
                  </a:lnTo>
                  <a:lnTo>
                    <a:pt x="1043" y="2356"/>
                  </a:lnTo>
                  <a:lnTo>
                    <a:pt x="1120" y="2279"/>
                  </a:lnTo>
                  <a:lnTo>
                    <a:pt x="1159" y="2163"/>
                  </a:lnTo>
                  <a:lnTo>
                    <a:pt x="1120" y="2047"/>
                  </a:lnTo>
                  <a:lnTo>
                    <a:pt x="1043" y="1970"/>
                  </a:lnTo>
                  <a:lnTo>
                    <a:pt x="618" y="1623"/>
                  </a:lnTo>
                  <a:lnTo>
                    <a:pt x="425" y="1468"/>
                  </a:lnTo>
                  <a:lnTo>
                    <a:pt x="193" y="1352"/>
                  </a:lnTo>
                  <a:lnTo>
                    <a:pt x="0" y="1623"/>
                  </a:lnTo>
                  <a:lnTo>
                    <a:pt x="270" y="1893"/>
                  </a:lnTo>
                  <a:lnTo>
                    <a:pt x="541" y="2163"/>
                  </a:lnTo>
                  <a:lnTo>
                    <a:pt x="386" y="2395"/>
                  </a:lnTo>
                  <a:lnTo>
                    <a:pt x="309" y="2626"/>
                  </a:lnTo>
                  <a:lnTo>
                    <a:pt x="309" y="2935"/>
                  </a:lnTo>
                  <a:lnTo>
                    <a:pt x="348" y="3051"/>
                  </a:lnTo>
                  <a:lnTo>
                    <a:pt x="425" y="3206"/>
                  </a:lnTo>
                  <a:lnTo>
                    <a:pt x="541" y="3360"/>
                  </a:lnTo>
                  <a:lnTo>
                    <a:pt x="695" y="3476"/>
                  </a:lnTo>
                  <a:lnTo>
                    <a:pt x="850" y="3592"/>
                  </a:lnTo>
                  <a:lnTo>
                    <a:pt x="1081" y="3630"/>
                  </a:lnTo>
                  <a:lnTo>
                    <a:pt x="1274" y="3630"/>
                  </a:lnTo>
                  <a:lnTo>
                    <a:pt x="1468" y="3592"/>
                  </a:lnTo>
                  <a:lnTo>
                    <a:pt x="1661" y="3515"/>
                  </a:lnTo>
                  <a:lnTo>
                    <a:pt x="1854" y="3437"/>
                  </a:lnTo>
                  <a:lnTo>
                    <a:pt x="2047" y="3283"/>
                  </a:lnTo>
                  <a:lnTo>
                    <a:pt x="2201" y="3090"/>
                  </a:lnTo>
                  <a:lnTo>
                    <a:pt x="2317" y="2897"/>
                  </a:lnTo>
                  <a:lnTo>
                    <a:pt x="2394" y="2704"/>
                  </a:lnTo>
                  <a:lnTo>
                    <a:pt x="2433" y="2472"/>
                  </a:lnTo>
                  <a:lnTo>
                    <a:pt x="2433" y="2279"/>
                  </a:lnTo>
                  <a:lnTo>
                    <a:pt x="2433" y="2047"/>
                  </a:lnTo>
                  <a:lnTo>
                    <a:pt x="2356" y="1816"/>
                  </a:lnTo>
                  <a:lnTo>
                    <a:pt x="2317" y="1623"/>
                  </a:lnTo>
                  <a:lnTo>
                    <a:pt x="2201" y="1391"/>
                  </a:lnTo>
                  <a:lnTo>
                    <a:pt x="1931" y="1005"/>
                  </a:lnTo>
                  <a:lnTo>
                    <a:pt x="1622" y="657"/>
                  </a:lnTo>
                  <a:lnTo>
                    <a:pt x="1274" y="425"/>
                  </a:lnTo>
                  <a:lnTo>
                    <a:pt x="11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5"/>
            <p:cNvSpPr/>
            <p:nvPr/>
          </p:nvSpPr>
          <p:spPr>
            <a:xfrm>
              <a:off x="5836300" y="3573300"/>
              <a:ext cx="93675" cy="136150"/>
            </a:xfrm>
            <a:custGeom>
              <a:avLst/>
              <a:gdLst/>
              <a:ahLst/>
              <a:cxnLst/>
              <a:rect l="l" t="t" r="r" b="b"/>
              <a:pathLst>
                <a:path w="3747" h="5446" extrusionOk="0">
                  <a:moveTo>
                    <a:pt x="3515" y="0"/>
                  </a:moveTo>
                  <a:lnTo>
                    <a:pt x="3437" y="39"/>
                  </a:lnTo>
                  <a:lnTo>
                    <a:pt x="3360" y="78"/>
                  </a:lnTo>
                  <a:lnTo>
                    <a:pt x="3283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88" y="773"/>
                  </a:lnTo>
                  <a:lnTo>
                    <a:pt x="2356" y="1004"/>
                  </a:lnTo>
                  <a:lnTo>
                    <a:pt x="2086" y="1236"/>
                  </a:lnTo>
                  <a:lnTo>
                    <a:pt x="1777" y="1468"/>
                  </a:lnTo>
                  <a:lnTo>
                    <a:pt x="1159" y="1815"/>
                  </a:lnTo>
                  <a:lnTo>
                    <a:pt x="1120" y="1892"/>
                  </a:lnTo>
                  <a:lnTo>
                    <a:pt x="1082" y="1970"/>
                  </a:lnTo>
                  <a:lnTo>
                    <a:pt x="1082" y="2047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927" y="2124"/>
                  </a:lnTo>
                  <a:lnTo>
                    <a:pt x="850" y="2201"/>
                  </a:lnTo>
                  <a:lnTo>
                    <a:pt x="812" y="2279"/>
                  </a:lnTo>
                  <a:lnTo>
                    <a:pt x="812" y="2356"/>
                  </a:lnTo>
                  <a:lnTo>
                    <a:pt x="850" y="2433"/>
                  </a:lnTo>
                  <a:lnTo>
                    <a:pt x="889" y="2510"/>
                  </a:lnTo>
                  <a:lnTo>
                    <a:pt x="1005" y="2549"/>
                  </a:lnTo>
                  <a:lnTo>
                    <a:pt x="1236" y="2626"/>
                  </a:lnTo>
                  <a:lnTo>
                    <a:pt x="1468" y="2703"/>
                  </a:lnTo>
                  <a:lnTo>
                    <a:pt x="1661" y="2858"/>
                  </a:lnTo>
                  <a:lnTo>
                    <a:pt x="1854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63" y="3669"/>
                  </a:lnTo>
                  <a:lnTo>
                    <a:pt x="2163" y="3900"/>
                  </a:lnTo>
                  <a:lnTo>
                    <a:pt x="2124" y="4132"/>
                  </a:lnTo>
                  <a:lnTo>
                    <a:pt x="2047" y="4364"/>
                  </a:lnTo>
                  <a:lnTo>
                    <a:pt x="1931" y="4557"/>
                  </a:lnTo>
                  <a:lnTo>
                    <a:pt x="1777" y="4711"/>
                  </a:lnTo>
                  <a:lnTo>
                    <a:pt x="1584" y="4866"/>
                  </a:lnTo>
                  <a:lnTo>
                    <a:pt x="1352" y="4943"/>
                  </a:lnTo>
                  <a:lnTo>
                    <a:pt x="1236" y="4982"/>
                  </a:lnTo>
                  <a:lnTo>
                    <a:pt x="1120" y="4982"/>
                  </a:lnTo>
                  <a:lnTo>
                    <a:pt x="927" y="4904"/>
                  </a:lnTo>
                  <a:lnTo>
                    <a:pt x="773" y="4789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73" y="4287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1005" y="4132"/>
                  </a:lnTo>
                  <a:lnTo>
                    <a:pt x="1120" y="4094"/>
                  </a:lnTo>
                  <a:lnTo>
                    <a:pt x="1275" y="4055"/>
                  </a:lnTo>
                  <a:lnTo>
                    <a:pt x="1352" y="3939"/>
                  </a:lnTo>
                  <a:lnTo>
                    <a:pt x="1314" y="3823"/>
                  </a:lnTo>
                  <a:lnTo>
                    <a:pt x="1314" y="3746"/>
                  </a:lnTo>
                  <a:lnTo>
                    <a:pt x="1236" y="3669"/>
                  </a:lnTo>
                  <a:lnTo>
                    <a:pt x="155" y="2935"/>
                  </a:lnTo>
                  <a:lnTo>
                    <a:pt x="1" y="3321"/>
                  </a:lnTo>
                  <a:lnTo>
                    <a:pt x="657" y="3785"/>
                  </a:lnTo>
                  <a:lnTo>
                    <a:pt x="541" y="3900"/>
                  </a:lnTo>
                  <a:lnTo>
                    <a:pt x="425" y="4016"/>
                  </a:lnTo>
                  <a:lnTo>
                    <a:pt x="310" y="4132"/>
                  </a:lnTo>
                  <a:lnTo>
                    <a:pt x="271" y="4248"/>
                  </a:lnTo>
                  <a:lnTo>
                    <a:pt x="232" y="4402"/>
                  </a:lnTo>
                  <a:lnTo>
                    <a:pt x="194" y="4557"/>
                  </a:lnTo>
                  <a:lnTo>
                    <a:pt x="232" y="4750"/>
                  </a:lnTo>
                  <a:lnTo>
                    <a:pt x="271" y="4904"/>
                  </a:lnTo>
                  <a:lnTo>
                    <a:pt x="425" y="5136"/>
                  </a:lnTo>
                  <a:lnTo>
                    <a:pt x="580" y="5291"/>
                  </a:lnTo>
                  <a:lnTo>
                    <a:pt x="773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29" y="5406"/>
                  </a:lnTo>
                  <a:lnTo>
                    <a:pt x="1661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79" y="4866"/>
                  </a:lnTo>
                  <a:lnTo>
                    <a:pt x="2433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626" y="3978"/>
                  </a:lnTo>
                  <a:lnTo>
                    <a:pt x="2626" y="3746"/>
                  </a:lnTo>
                  <a:lnTo>
                    <a:pt x="2588" y="3514"/>
                  </a:lnTo>
                  <a:lnTo>
                    <a:pt x="2511" y="3283"/>
                  </a:lnTo>
                  <a:lnTo>
                    <a:pt x="2395" y="3090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70" y="2510"/>
                  </a:lnTo>
                  <a:lnTo>
                    <a:pt x="1777" y="2356"/>
                  </a:lnTo>
                  <a:lnTo>
                    <a:pt x="1545" y="2240"/>
                  </a:lnTo>
                  <a:lnTo>
                    <a:pt x="1314" y="2124"/>
                  </a:lnTo>
                  <a:lnTo>
                    <a:pt x="1661" y="2008"/>
                  </a:lnTo>
                  <a:lnTo>
                    <a:pt x="1970" y="1854"/>
                  </a:lnTo>
                  <a:lnTo>
                    <a:pt x="2279" y="1661"/>
                  </a:lnTo>
                  <a:lnTo>
                    <a:pt x="2588" y="1429"/>
                  </a:lnTo>
                  <a:lnTo>
                    <a:pt x="2858" y="1236"/>
                  </a:lnTo>
                  <a:lnTo>
                    <a:pt x="3128" y="966"/>
                  </a:lnTo>
                  <a:lnTo>
                    <a:pt x="3360" y="695"/>
                  </a:lnTo>
                  <a:lnTo>
                    <a:pt x="3476" y="541"/>
                  </a:lnTo>
                  <a:lnTo>
                    <a:pt x="3553" y="387"/>
                  </a:lnTo>
                  <a:lnTo>
                    <a:pt x="3746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5"/>
            <p:cNvSpPr/>
            <p:nvPr/>
          </p:nvSpPr>
          <p:spPr>
            <a:xfrm>
              <a:off x="5529325" y="35675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463" y="927"/>
                  </a:lnTo>
                  <a:lnTo>
                    <a:pt x="1043" y="1622"/>
                  </a:lnTo>
                  <a:lnTo>
                    <a:pt x="1661" y="2279"/>
                  </a:lnTo>
                  <a:lnTo>
                    <a:pt x="2356" y="2858"/>
                  </a:lnTo>
                  <a:lnTo>
                    <a:pt x="3089" y="3360"/>
                  </a:lnTo>
                  <a:lnTo>
                    <a:pt x="3862" y="3824"/>
                  </a:lnTo>
                  <a:lnTo>
                    <a:pt x="4672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21" y="4905"/>
                  </a:lnTo>
                  <a:lnTo>
                    <a:pt x="7684" y="4943"/>
                  </a:lnTo>
                  <a:lnTo>
                    <a:pt x="8109" y="4982"/>
                  </a:lnTo>
                  <a:lnTo>
                    <a:pt x="8534" y="4943"/>
                  </a:lnTo>
                  <a:lnTo>
                    <a:pt x="8959" y="4905"/>
                  </a:lnTo>
                  <a:lnTo>
                    <a:pt x="9383" y="4866"/>
                  </a:lnTo>
                  <a:lnTo>
                    <a:pt x="9808" y="4750"/>
                  </a:lnTo>
                  <a:lnTo>
                    <a:pt x="10233" y="4634"/>
                  </a:lnTo>
                  <a:lnTo>
                    <a:pt x="10658" y="4480"/>
                  </a:lnTo>
                  <a:lnTo>
                    <a:pt x="11044" y="4326"/>
                  </a:lnTo>
                  <a:lnTo>
                    <a:pt x="11469" y="4094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280" y="3553"/>
                  </a:lnTo>
                  <a:lnTo>
                    <a:pt x="12434" y="3167"/>
                  </a:lnTo>
                  <a:lnTo>
                    <a:pt x="12241" y="3167"/>
                  </a:lnTo>
                  <a:lnTo>
                    <a:pt x="12202" y="3128"/>
                  </a:lnTo>
                  <a:lnTo>
                    <a:pt x="12009" y="3128"/>
                  </a:lnTo>
                  <a:lnTo>
                    <a:pt x="11893" y="3167"/>
                  </a:lnTo>
                  <a:lnTo>
                    <a:pt x="11546" y="3437"/>
                  </a:lnTo>
                  <a:lnTo>
                    <a:pt x="11198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01" y="4171"/>
                  </a:lnTo>
                  <a:lnTo>
                    <a:pt x="9615" y="4287"/>
                  </a:lnTo>
                  <a:lnTo>
                    <a:pt x="9190" y="4364"/>
                  </a:lnTo>
                  <a:lnTo>
                    <a:pt x="8766" y="4403"/>
                  </a:lnTo>
                  <a:lnTo>
                    <a:pt x="8341" y="4441"/>
                  </a:lnTo>
                  <a:lnTo>
                    <a:pt x="7916" y="4480"/>
                  </a:lnTo>
                  <a:lnTo>
                    <a:pt x="7453" y="4441"/>
                  </a:lnTo>
                  <a:lnTo>
                    <a:pt x="7028" y="4403"/>
                  </a:lnTo>
                  <a:lnTo>
                    <a:pt x="6603" y="4326"/>
                  </a:lnTo>
                  <a:lnTo>
                    <a:pt x="6178" y="4248"/>
                  </a:lnTo>
                  <a:lnTo>
                    <a:pt x="5792" y="4132"/>
                  </a:lnTo>
                  <a:lnTo>
                    <a:pt x="5368" y="4017"/>
                  </a:lnTo>
                  <a:lnTo>
                    <a:pt x="4595" y="3669"/>
                  </a:lnTo>
                  <a:lnTo>
                    <a:pt x="3862" y="3283"/>
                  </a:lnTo>
                  <a:lnTo>
                    <a:pt x="3205" y="2820"/>
                  </a:lnTo>
                  <a:lnTo>
                    <a:pt x="2549" y="2318"/>
                  </a:lnTo>
                  <a:lnTo>
                    <a:pt x="1969" y="1777"/>
                  </a:lnTo>
                  <a:lnTo>
                    <a:pt x="1352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5"/>
            <p:cNvSpPr/>
            <p:nvPr/>
          </p:nvSpPr>
          <p:spPr>
            <a:xfrm>
              <a:off x="5445325" y="3267275"/>
              <a:ext cx="624625" cy="344650"/>
            </a:xfrm>
            <a:custGeom>
              <a:avLst/>
              <a:gdLst/>
              <a:ahLst/>
              <a:cxnLst/>
              <a:rect l="l" t="t" r="r" b="b"/>
              <a:pathLst>
                <a:path w="24985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03" y="2008"/>
                  </a:lnTo>
                  <a:lnTo>
                    <a:pt x="23787" y="2124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170" y="2086"/>
                  </a:lnTo>
                  <a:lnTo>
                    <a:pt x="23054" y="1970"/>
                  </a:lnTo>
                  <a:lnTo>
                    <a:pt x="22976" y="1815"/>
                  </a:lnTo>
                  <a:lnTo>
                    <a:pt x="22938" y="1622"/>
                  </a:lnTo>
                  <a:lnTo>
                    <a:pt x="22976" y="1429"/>
                  </a:lnTo>
                  <a:lnTo>
                    <a:pt x="23015" y="1236"/>
                  </a:lnTo>
                  <a:lnTo>
                    <a:pt x="23131" y="1082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42"/>
                  </a:lnTo>
                  <a:lnTo>
                    <a:pt x="24289" y="3090"/>
                  </a:lnTo>
                  <a:lnTo>
                    <a:pt x="24367" y="3437"/>
                  </a:lnTo>
                  <a:lnTo>
                    <a:pt x="24405" y="3785"/>
                  </a:lnTo>
                  <a:lnTo>
                    <a:pt x="24173" y="3707"/>
                  </a:lnTo>
                  <a:lnTo>
                    <a:pt x="23942" y="3592"/>
                  </a:lnTo>
                  <a:lnTo>
                    <a:pt x="23826" y="3514"/>
                  </a:lnTo>
                  <a:lnTo>
                    <a:pt x="23787" y="3399"/>
                  </a:lnTo>
                  <a:lnTo>
                    <a:pt x="23710" y="3283"/>
                  </a:lnTo>
                  <a:lnTo>
                    <a:pt x="23672" y="3128"/>
                  </a:lnTo>
                  <a:lnTo>
                    <a:pt x="23710" y="2897"/>
                  </a:lnTo>
                  <a:lnTo>
                    <a:pt x="23787" y="2704"/>
                  </a:lnTo>
                  <a:lnTo>
                    <a:pt x="23903" y="2549"/>
                  </a:lnTo>
                  <a:lnTo>
                    <a:pt x="24096" y="2433"/>
                  </a:lnTo>
                  <a:close/>
                  <a:moveTo>
                    <a:pt x="16142" y="4943"/>
                  </a:moveTo>
                  <a:lnTo>
                    <a:pt x="16257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28" y="5252"/>
                  </a:lnTo>
                  <a:lnTo>
                    <a:pt x="16566" y="5407"/>
                  </a:lnTo>
                  <a:lnTo>
                    <a:pt x="16296" y="5407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40" y="5368"/>
                  </a:lnTo>
                  <a:lnTo>
                    <a:pt x="15678" y="5252"/>
                  </a:lnTo>
                  <a:lnTo>
                    <a:pt x="15755" y="5136"/>
                  </a:lnTo>
                  <a:lnTo>
                    <a:pt x="15833" y="5059"/>
                  </a:lnTo>
                  <a:lnTo>
                    <a:pt x="15949" y="5020"/>
                  </a:lnTo>
                  <a:lnTo>
                    <a:pt x="16026" y="4982"/>
                  </a:lnTo>
                  <a:lnTo>
                    <a:pt x="16142" y="4943"/>
                  </a:lnTo>
                  <a:close/>
                  <a:moveTo>
                    <a:pt x="24444" y="4248"/>
                  </a:moveTo>
                  <a:lnTo>
                    <a:pt x="24405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07"/>
                  </a:lnTo>
                  <a:lnTo>
                    <a:pt x="23903" y="5252"/>
                  </a:lnTo>
                  <a:lnTo>
                    <a:pt x="23787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865" y="4596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763" y="4866"/>
                  </a:lnTo>
                  <a:lnTo>
                    <a:pt x="17879" y="4905"/>
                  </a:lnTo>
                  <a:lnTo>
                    <a:pt x="17957" y="4982"/>
                  </a:lnTo>
                  <a:lnTo>
                    <a:pt x="18072" y="5175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484"/>
                  </a:lnTo>
                  <a:lnTo>
                    <a:pt x="17030" y="5407"/>
                  </a:lnTo>
                  <a:lnTo>
                    <a:pt x="17030" y="5291"/>
                  </a:lnTo>
                  <a:lnTo>
                    <a:pt x="17107" y="5136"/>
                  </a:lnTo>
                  <a:lnTo>
                    <a:pt x="17184" y="5059"/>
                  </a:lnTo>
                  <a:lnTo>
                    <a:pt x="17261" y="4943"/>
                  </a:lnTo>
                  <a:lnTo>
                    <a:pt x="17377" y="4866"/>
                  </a:lnTo>
                  <a:lnTo>
                    <a:pt x="17493" y="4827"/>
                  </a:lnTo>
                  <a:close/>
                  <a:moveTo>
                    <a:pt x="14558" y="5291"/>
                  </a:moveTo>
                  <a:lnTo>
                    <a:pt x="14674" y="5329"/>
                  </a:lnTo>
                  <a:lnTo>
                    <a:pt x="14790" y="5368"/>
                  </a:lnTo>
                  <a:lnTo>
                    <a:pt x="14906" y="5445"/>
                  </a:lnTo>
                  <a:lnTo>
                    <a:pt x="14983" y="5522"/>
                  </a:lnTo>
                  <a:lnTo>
                    <a:pt x="15060" y="5677"/>
                  </a:lnTo>
                  <a:lnTo>
                    <a:pt x="14520" y="5870"/>
                  </a:lnTo>
                  <a:lnTo>
                    <a:pt x="14056" y="6102"/>
                  </a:lnTo>
                  <a:lnTo>
                    <a:pt x="14018" y="6024"/>
                  </a:lnTo>
                  <a:lnTo>
                    <a:pt x="14018" y="5793"/>
                  </a:lnTo>
                  <a:lnTo>
                    <a:pt x="14095" y="5600"/>
                  </a:lnTo>
                  <a:lnTo>
                    <a:pt x="14249" y="5445"/>
                  </a:lnTo>
                  <a:lnTo>
                    <a:pt x="14327" y="5368"/>
                  </a:lnTo>
                  <a:lnTo>
                    <a:pt x="14443" y="5329"/>
                  </a:lnTo>
                  <a:lnTo>
                    <a:pt x="14558" y="5291"/>
                  </a:lnTo>
                  <a:close/>
                  <a:moveTo>
                    <a:pt x="19076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47" y="5793"/>
                  </a:lnTo>
                  <a:lnTo>
                    <a:pt x="19385" y="5986"/>
                  </a:lnTo>
                  <a:lnTo>
                    <a:pt x="19347" y="6140"/>
                  </a:lnTo>
                  <a:lnTo>
                    <a:pt x="18574" y="5831"/>
                  </a:lnTo>
                  <a:lnTo>
                    <a:pt x="18613" y="5715"/>
                  </a:lnTo>
                  <a:lnTo>
                    <a:pt x="18652" y="5638"/>
                  </a:lnTo>
                  <a:lnTo>
                    <a:pt x="18806" y="5522"/>
                  </a:lnTo>
                  <a:lnTo>
                    <a:pt x="18999" y="5484"/>
                  </a:lnTo>
                  <a:close/>
                  <a:moveTo>
                    <a:pt x="20312" y="6063"/>
                  </a:moveTo>
                  <a:lnTo>
                    <a:pt x="20428" y="6102"/>
                  </a:lnTo>
                  <a:lnTo>
                    <a:pt x="20544" y="6179"/>
                  </a:lnTo>
                  <a:lnTo>
                    <a:pt x="20660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53" y="6913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10" y="6256"/>
                  </a:lnTo>
                  <a:lnTo>
                    <a:pt x="19887" y="6179"/>
                  </a:lnTo>
                  <a:lnTo>
                    <a:pt x="19964" y="6102"/>
                  </a:lnTo>
                  <a:lnTo>
                    <a:pt x="20080" y="6063"/>
                  </a:lnTo>
                  <a:close/>
                  <a:moveTo>
                    <a:pt x="23710" y="5870"/>
                  </a:moveTo>
                  <a:lnTo>
                    <a:pt x="23942" y="5986"/>
                  </a:lnTo>
                  <a:lnTo>
                    <a:pt x="24058" y="5986"/>
                  </a:lnTo>
                  <a:lnTo>
                    <a:pt x="23903" y="6295"/>
                  </a:lnTo>
                  <a:lnTo>
                    <a:pt x="23710" y="6565"/>
                  </a:lnTo>
                  <a:lnTo>
                    <a:pt x="23478" y="6797"/>
                  </a:lnTo>
                  <a:lnTo>
                    <a:pt x="23247" y="6990"/>
                  </a:lnTo>
                  <a:lnTo>
                    <a:pt x="23208" y="6913"/>
                  </a:lnTo>
                  <a:lnTo>
                    <a:pt x="23054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092" y="6063"/>
                  </a:lnTo>
                  <a:lnTo>
                    <a:pt x="23170" y="5986"/>
                  </a:lnTo>
                  <a:lnTo>
                    <a:pt x="23285" y="5947"/>
                  </a:lnTo>
                  <a:lnTo>
                    <a:pt x="23478" y="5870"/>
                  </a:lnTo>
                  <a:close/>
                  <a:moveTo>
                    <a:pt x="13207" y="6102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670" y="6333"/>
                  </a:lnTo>
                  <a:lnTo>
                    <a:pt x="13130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3"/>
                  </a:lnTo>
                  <a:lnTo>
                    <a:pt x="12628" y="6797"/>
                  </a:lnTo>
                  <a:lnTo>
                    <a:pt x="12628" y="6642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179"/>
                  </a:lnTo>
                  <a:lnTo>
                    <a:pt x="12975" y="6140"/>
                  </a:lnTo>
                  <a:lnTo>
                    <a:pt x="13091" y="6102"/>
                  </a:lnTo>
                  <a:close/>
                  <a:moveTo>
                    <a:pt x="22166" y="6565"/>
                  </a:moveTo>
                  <a:lnTo>
                    <a:pt x="22281" y="6604"/>
                  </a:lnTo>
                  <a:lnTo>
                    <a:pt x="22436" y="6681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1" y="7067"/>
                  </a:lnTo>
                  <a:lnTo>
                    <a:pt x="22899" y="7067"/>
                  </a:lnTo>
                  <a:lnTo>
                    <a:pt x="22976" y="7106"/>
                  </a:lnTo>
                  <a:lnTo>
                    <a:pt x="22938" y="7106"/>
                  </a:lnTo>
                  <a:lnTo>
                    <a:pt x="22552" y="7221"/>
                  </a:lnTo>
                  <a:lnTo>
                    <a:pt x="22166" y="7221"/>
                  </a:lnTo>
                  <a:lnTo>
                    <a:pt x="21779" y="7183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19"/>
                  </a:lnTo>
                  <a:lnTo>
                    <a:pt x="21779" y="6604"/>
                  </a:lnTo>
                  <a:lnTo>
                    <a:pt x="22011" y="6565"/>
                  </a:lnTo>
                  <a:close/>
                  <a:moveTo>
                    <a:pt x="12280" y="7376"/>
                  </a:moveTo>
                  <a:lnTo>
                    <a:pt x="12473" y="7415"/>
                  </a:lnTo>
                  <a:lnTo>
                    <a:pt x="12087" y="7955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24" y="8071"/>
                  </a:lnTo>
                  <a:lnTo>
                    <a:pt x="11624" y="7955"/>
                  </a:lnTo>
                  <a:lnTo>
                    <a:pt x="11662" y="7839"/>
                  </a:lnTo>
                  <a:lnTo>
                    <a:pt x="11701" y="7723"/>
                  </a:lnTo>
                  <a:lnTo>
                    <a:pt x="11778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26" y="7415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56" y="9422"/>
                  </a:lnTo>
                  <a:lnTo>
                    <a:pt x="2433" y="9461"/>
                  </a:lnTo>
                  <a:lnTo>
                    <a:pt x="2511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588" y="10002"/>
                  </a:lnTo>
                  <a:lnTo>
                    <a:pt x="2124" y="9886"/>
                  </a:lnTo>
                  <a:lnTo>
                    <a:pt x="1622" y="9886"/>
                  </a:lnTo>
                  <a:lnTo>
                    <a:pt x="1661" y="9731"/>
                  </a:lnTo>
                  <a:lnTo>
                    <a:pt x="1738" y="9616"/>
                  </a:lnTo>
                  <a:lnTo>
                    <a:pt x="1815" y="9538"/>
                  </a:lnTo>
                  <a:lnTo>
                    <a:pt x="1893" y="9461"/>
                  </a:lnTo>
                  <a:lnTo>
                    <a:pt x="2009" y="9384"/>
                  </a:lnTo>
                  <a:lnTo>
                    <a:pt x="2124" y="9345"/>
                  </a:lnTo>
                  <a:close/>
                  <a:moveTo>
                    <a:pt x="11624" y="8998"/>
                  </a:moveTo>
                  <a:lnTo>
                    <a:pt x="11469" y="9500"/>
                  </a:lnTo>
                  <a:lnTo>
                    <a:pt x="11315" y="10002"/>
                  </a:lnTo>
                  <a:lnTo>
                    <a:pt x="11238" y="10272"/>
                  </a:lnTo>
                  <a:lnTo>
                    <a:pt x="11044" y="10079"/>
                  </a:lnTo>
                  <a:lnTo>
                    <a:pt x="10967" y="9809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29" y="9422"/>
                  </a:lnTo>
                  <a:lnTo>
                    <a:pt x="11006" y="9307"/>
                  </a:lnTo>
                  <a:lnTo>
                    <a:pt x="11122" y="9152"/>
                  </a:lnTo>
                  <a:lnTo>
                    <a:pt x="11276" y="9036"/>
                  </a:lnTo>
                  <a:lnTo>
                    <a:pt x="11469" y="8998"/>
                  </a:lnTo>
                  <a:close/>
                  <a:moveTo>
                    <a:pt x="3746" y="9731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2" y="10118"/>
                  </a:lnTo>
                  <a:lnTo>
                    <a:pt x="4171" y="10233"/>
                  </a:lnTo>
                  <a:lnTo>
                    <a:pt x="4132" y="10388"/>
                  </a:lnTo>
                  <a:lnTo>
                    <a:pt x="4094" y="10504"/>
                  </a:lnTo>
                  <a:lnTo>
                    <a:pt x="4017" y="10620"/>
                  </a:lnTo>
                  <a:lnTo>
                    <a:pt x="3862" y="10542"/>
                  </a:lnTo>
                  <a:lnTo>
                    <a:pt x="3476" y="10311"/>
                  </a:lnTo>
                  <a:lnTo>
                    <a:pt x="3051" y="10156"/>
                  </a:lnTo>
                  <a:lnTo>
                    <a:pt x="3128" y="10002"/>
                  </a:lnTo>
                  <a:lnTo>
                    <a:pt x="3244" y="9924"/>
                  </a:lnTo>
                  <a:lnTo>
                    <a:pt x="3360" y="9809"/>
                  </a:lnTo>
                  <a:lnTo>
                    <a:pt x="3476" y="9770"/>
                  </a:lnTo>
                  <a:lnTo>
                    <a:pt x="3630" y="9731"/>
                  </a:lnTo>
                  <a:close/>
                  <a:moveTo>
                    <a:pt x="4827" y="10620"/>
                  </a:moveTo>
                  <a:lnTo>
                    <a:pt x="4905" y="10658"/>
                  </a:lnTo>
                  <a:lnTo>
                    <a:pt x="4982" y="10697"/>
                  </a:lnTo>
                  <a:lnTo>
                    <a:pt x="5059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59" y="11430"/>
                  </a:lnTo>
                  <a:lnTo>
                    <a:pt x="4403" y="10890"/>
                  </a:lnTo>
                  <a:lnTo>
                    <a:pt x="4441" y="10813"/>
                  </a:lnTo>
                  <a:lnTo>
                    <a:pt x="4480" y="10735"/>
                  </a:lnTo>
                  <a:lnTo>
                    <a:pt x="4634" y="10658"/>
                  </a:lnTo>
                  <a:lnTo>
                    <a:pt x="4827" y="10620"/>
                  </a:lnTo>
                  <a:close/>
                  <a:moveTo>
                    <a:pt x="11160" y="10620"/>
                  </a:moveTo>
                  <a:lnTo>
                    <a:pt x="10929" y="11199"/>
                  </a:lnTo>
                  <a:lnTo>
                    <a:pt x="10697" y="11739"/>
                  </a:lnTo>
                  <a:lnTo>
                    <a:pt x="10658" y="11701"/>
                  </a:lnTo>
                  <a:lnTo>
                    <a:pt x="10465" y="11508"/>
                  </a:lnTo>
                  <a:lnTo>
                    <a:pt x="10388" y="11315"/>
                  </a:lnTo>
                  <a:lnTo>
                    <a:pt x="10388" y="11122"/>
                  </a:lnTo>
                  <a:lnTo>
                    <a:pt x="10427" y="10967"/>
                  </a:lnTo>
                  <a:lnTo>
                    <a:pt x="10542" y="10774"/>
                  </a:lnTo>
                  <a:lnTo>
                    <a:pt x="10697" y="10658"/>
                  </a:lnTo>
                  <a:lnTo>
                    <a:pt x="10929" y="10620"/>
                  </a:lnTo>
                  <a:close/>
                  <a:moveTo>
                    <a:pt x="5947" y="11469"/>
                  </a:moveTo>
                  <a:lnTo>
                    <a:pt x="6063" y="11508"/>
                  </a:lnTo>
                  <a:lnTo>
                    <a:pt x="6140" y="11546"/>
                  </a:lnTo>
                  <a:lnTo>
                    <a:pt x="6218" y="11662"/>
                  </a:lnTo>
                  <a:lnTo>
                    <a:pt x="6295" y="11739"/>
                  </a:lnTo>
                  <a:lnTo>
                    <a:pt x="6372" y="11971"/>
                  </a:lnTo>
                  <a:lnTo>
                    <a:pt x="6411" y="12203"/>
                  </a:lnTo>
                  <a:lnTo>
                    <a:pt x="6372" y="12473"/>
                  </a:lnTo>
                  <a:lnTo>
                    <a:pt x="5870" y="12087"/>
                  </a:lnTo>
                  <a:lnTo>
                    <a:pt x="5407" y="11701"/>
                  </a:lnTo>
                  <a:lnTo>
                    <a:pt x="5445" y="11585"/>
                  </a:lnTo>
                  <a:lnTo>
                    <a:pt x="5523" y="11508"/>
                  </a:lnTo>
                  <a:lnTo>
                    <a:pt x="5638" y="11469"/>
                  </a:lnTo>
                  <a:close/>
                  <a:moveTo>
                    <a:pt x="10542" y="12048"/>
                  </a:moveTo>
                  <a:lnTo>
                    <a:pt x="10388" y="12280"/>
                  </a:lnTo>
                  <a:lnTo>
                    <a:pt x="10195" y="12550"/>
                  </a:lnTo>
                  <a:lnTo>
                    <a:pt x="9963" y="12743"/>
                  </a:lnTo>
                  <a:lnTo>
                    <a:pt x="9770" y="12936"/>
                  </a:lnTo>
                  <a:lnTo>
                    <a:pt x="9732" y="12859"/>
                  </a:lnTo>
                  <a:lnTo>
                    <a:pt x="9654" y="12666"/>
                  </a:lnTo>
                  <a:lnTo>
                    <a:pt x="9616" y="12473"/>
                  </a:lnTo>
                  <a:lnTo>
                    <a:pt x="9693" y="12319"/>
                  </a:lnTo>
                  <a:lnTo>
                    <a:pt x="9809" y="12203"/>
                  </a:lnTo>
                  <a:lnTo>
                    <a:pt x="9963" y="12126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37" y="12473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01" y="12821"/>
                  </a:lnTo>
                  <a:lnTo>
                    <a:pt x="7878" y="13014"/>
                  </a:lnTo>
                  <a:lnTo>
                    <a:pt x="7839" y="13207"/>
                  </a:lnTo>
                  <a:lnTo>
                    <a:pt x="7299" y="13014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44" y="12512"/>
                  </a:lnTo>
                  <a:lnTo>
                    <a:pt x="7337" y="12473"/>
                  </a:lnTo>
                  <a:close/>
                  <a:moveTo>
                    <a:pt x="8843" y="12628"/>
                  </a:moveTo>
                  <a:lnTo>
                    <a:pt x="8921" y="12666"/>
                  </a:lnTo>
                  <a:lnTo>
                    <a:pt x="9075" y="12743"/>
                  </a:lnTo>
                  <a:lnTo>
                    <a:pt x="9191" y="12936"/>
                  </a:lnTo>
                  <a:lnTo>
                    <a:pt x="9230" y="13130"/>
                  </a:lnTo>
                  <a:lnTo>
                    <a:pt x="9230" y="13207"/>
                  </a:lnTo>
                  <a:lnTo>
                    <a:pt x="9036" y="13245"/>
                  </a:lnTo>
                  <a:lnTo>
                    <a:pt x="8805" y="13284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03" y="13014"/>
                  </a:lnTo>
                  <a:lnTo>
                    <a:pt x="8419" y="12821"/>
                  </a:lnTo>
                  <a:lnTo>
                    <a:pt x="8534" y="12666"/>
                  </a:lnTo>
                  <a:lnTo>
                    <a:pt x="8650" y="12628"/>
                  </a:lnTo>
                  <a:close/>
                  <a:moveTo>
                    <a:pt x="22861" y="0"/>
                  </a:moveTo>
                  <a:lnTo>
                    <a:pt x="22822" y="78"/>
                  </a:lnTo>
                  <a:lnTo>
                    <a:pt x="22745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783" y="387"/>
                  </a:lnTo>
                  <a:lnTo>
                    <a:pt x="22822" y="387"/>
                  </a:lnTo>
                  <a:lnTo>
                    <a:pt x="22861" y="464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668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22" y="2240"/>
                  </a:lnTo>
                  <a:lnTo>
                    <a:pt x="23015" y="2395"/>
                  </a:lnTo>
                  <a:lnTo>
                    <a:pt x="23247" y="2472"/>
                  </a:lnTo>
                  <a:lnTo>
                    <a:pt x="23478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24" y="3244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862"/>
                  </a:lnTo>
                  <a:lnTo>
                    <a:pt x="23942" y="4016"/>
                  </a:lnTo>
                  <a:lnTo>
                    <a:pt x="23710" y="4209"/>
                  </a:lnTo>
                  <a:lnTo>
                    <a:pt x="23556" y="4480"/>
                  </a:lnTo>
                  <a:lnTo>
                    <a:pt x="23440" y="4750"/>
                  </a:lnTo>
                  <a:lnTo>
                    <a:pt x="23440" y="4866"/>
                  </a:lnTo>
                  <a:lnTo>
                    <a:pt x="23440" y="5020"/>
                  </a:lnTo>
                  <a:lnTo>
                    <a:pt x="23478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70" y="5561"/>
                  </a:lnTo>
                  <a:lnTo>
                    <a:pt x="22938" y="5677"/>
                  </a:lnTo>
                  <a:lnTo>
                    <a:pt x="22783" y="5870"/>
                  </a:lnTo>
                  <a:lnTo>
                    <a:pt x="22668" y="6102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1972" y="6217"/>
                  </a:lnTo>
                  <a:lnTo>
                    <a:pt x="21741" y="6256"/>
                  </a:lnTo>
                  <a:lnTo>
                    <a:pt x="21509" y="6411"/>
                  </a:lnTo>
                  <a:lnTo>
                    <a:pt x="21316" y="6565"/>
                  </a:lnTo>
                  <a:lnTo>
                    <a:pt x="21200" y="6758"/>
                  </a:lnTo>
                  <a:lnTo>
                    <a:pt x="21084" y="6449"/>
                  </a:lnTo>
                  <a:lnTo>
                    <a:pt x="20930" y="6140"/>
                  </a:lnTo>
                  <a:lnTo>
                    <a:pt x="20853" y="5986"/>
                  </a:lnTo>
                  <a:lnTo>
                    <a:pt x="20698" y="5870"/>
                  </a:lnTo>
                  <a:lnTo>
                    <a:pt x="20582" y="5793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42" y="5793"/>
                  </a:lnTo>
                  <a:lnTo>
                    <a:pt x="19887" y="5831"/>
                  </a:lnTo>
                  <a:lnTo>
                    <a:pt x="19733" y="5947"/>
                  </a:lnTo>
                  <a:lnTo>
                    <a:pt x="19694" y="5715"/>
                  </a:lnTo>
                  <a:lnTo>
                    <a:pt x="19617" y="5484"/>
                  </a:lnTo>
                  <a:lnTo>
                    <a:pt x="19462" y="5291"/>
                  </a:lnTo>
                  <a:lnTo>
                    <a:pt x="19347" y="5213"/>
                  </a:lnTo>
                  <a:lnTo>
                    <a:pt x="19231" y="5175"/>
                  </a:lnTo>
                  <a:lnTo>
                    <a:pt x="19038" y="5136"/>
                  </a:lnTo>
                  <a:lnTo>
                    <a:pt x="18806" y="5175"/>
                  </a:lnTo>
                  <a:lnTo>
                    <a:pt x="18613" y="5252"/>
                  </a:lnTo>
                  <a:lnTo>
                    <a:pt x="18458" y="5407"/>
                  </a:lnTo>
                  <a:lnTo>
                    <a:pt x="18458" y="5252"/>
                  </a:lnTo>
                  <a:lnTo>
                    <a:pt x="18420" y="5098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7" y="4557"/>
                  </a:lnTo>
                  <a:lnTo>
                    <a:pt x="17802" y="4518"/>
                  </a:lnTo>
                  <a:lnTo>
                    <a:pt x="17493" y="4518"/>
                  </a:lnTo>
                  <a:lnTo>
                    <a:pt x="17377" y="4557"/>
                  </a:lnTo>
                  <a:lnTo>
                    <a:pt x="17223" y="4634"/>
                  </a:lnTo>
                  <a:lnTo>
                    <a:pt x="17107" y="4711"/>
                  </a:lnTo>
                  <a:lnTo>
                    <a:pt x="17030" y="4827"/>
                  </a:lnTo>
                  <a:lnTo>
                    <a:pt x="16875" y="5059"/>
                  </a:lnTo>
                  <a:lnTo>
                    <a:pt x="16759" y="4905"/>
                  </a:lnTo>
                  <a:lnTo>
                    <a:pt x="16605" y="4789"/>
                  </a:lnTo>
                  <a:lnTo>
                    <a:pt x="16451" y="4673"/>
                  </a:lnTo>
                  <a:lnTo>
                    <a:pt x="16257" y="4634"/>
                  </a:lnTo>
                  <a:lnTo>
                    <a:pt x="16103" y="4634"/>
                  </a:lnTo>
                  <a:lnTo>
                    <a:pt x="15910" y="4673"/>
                  </a:lnTo>
                  <a:lnTo>
                    <a:pt x="15755" y="4750"/>
                  </a:lnTo>
                  <a:lnTo>
                    <a:pt x="15640" y="4827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291"/>
                  </a:lnTo>
                  <a:lnTo>
                    <a:pt x="15374" y="5460"/>
                  </a:lnTo>
                  <a:lnTo>
                    <a:pt x="15331" y="5329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597" y="4943"/>
                  </a:lnTo>
                  <a:lnTo>
                    <a:pt x="14404" y="4943"/>
                  </a:lnTo>
                  <a:lnTo>
                    <a:pt x="14249" y="5020"/>
                  </a:lnTo>
                  <a:lnTo>
                    <a:pt x="14134" y="5098"/>
                  </a:lnTo>
                  <a:lnTo>
                    <a:pt x="14018" y="5175"/>
                  </a:lnTo>
                  <a:lnTo>
                    <a:pt x="13941" y="5291"/>
                  </a:lnTo>
                  <a:lnTo>
                    <a:pt x="13825" y="5522"/>
                  </a:lnTo>
                  <a:lnTo>
                    <a:pt x="13747" y="5831"/>
                  </a:lnTo>
                  <a:lnTo>
                    <a:pt x="13593" y="5754"/>
                  </a:lnTo>
                  <a:lnTo>
                    <a:pt x="13361" y="5677"/>
                  </a:lnTo>
                  <a:lnTo>
                    <a:pt x="13130" y="5677"/>
                  </a:lnTo>
                  <a:lnTo>
                    <a:pt x="12937" y="5715"/>
                  </a:lnTo>
                  <a:lnTo>
                    <a:pt x="12705" y="5831"/>
                  </a:lnTo>
                  <a:lnTo>
                    <a:pt x="12589" y="5947"/>
                  </a:lnTo>
                  <a:lnTo>
                    <a:pt x="12473" y="6063"/>
                  </a:lnTo>
                  <a:lnTo>
                    <a:pt x="12396" y="6217"/>
                  </a:lnTo>
                  <a:lnTo>
                    <a:pt x="12357" y="6333"/>
                  </a:lnTo>
                  <a:lnTo>
                    <a:pt x="12319" y="6526"/>
                  </a:lnTo>
                  <a:lnTo>
                    <a:pt x="12319" y="6681"/>
                  </a:lnTo>
                  <a:lnTo>
                    <a:pt x="12357" y="6835"/>
                  </a:lnTo>
                  <a:lnTo>
                    <a:pt x="12396" y="6990"/>
                  </a:lnTo>
                  <a:lnTo>
                    <a:pt x="12126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469" y="7376"/>
                  </a:lnTo>
                  <a:lnTo>
                    <a:pt x="11392" y="7530"/>
                  </a:lnTo>
                  <a:lnTo>
                    <a:pt x="11315" y="7685"/>
                  </a:lnTo>
                  <a:lnTo>
                    <a:pt x="11276" y="7839"/>
                  </a:lnTo>
                  <a:lnTo>
                    <a:pt x="11276" y="7994"/>
                  </a:lnTo>
                  <a:lnTo>
                    <a:pt x="11276" y="8148"/>
                  </a:lnTo>
                  <a:lnTo>
                    <a:pt x="11315" y="8303"/>
                  </a:lnTo>
                  <a:lnTo>
                    <a:pt x="11392" y="8457"/>
                  </a:lnTo>
                  <a:lnTo>
                    <a:pt x="11469" y="8573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20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02"/>
                  </a:lnTo>
                  <a:lnTo>
                    <a:pt x="10851" y="10233"/>
                  </a:lnTo>
                  <a:lnTo>
                    <a:pt x="10620" y="10272"/>
                  </a:lnTo>
                  <a:lnTo>
                    <a:pt x="10388" y="10388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40" y="11006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56" y="11701"/>
                  </a:lnTo>
                  <a:lnTo>
                    <a:pt x="9925" y="11739"/>
                  </a:lnTo>
                  <a:lnTo>
                    <a:pt x="9693" y="11817"/>
                  </a:lnTo>
                  <a:lnTo>
                    <a:pt x="9500" y="11971"/>
                  </a:lnTo>
                  <a:lnTo>
                    <a:pt x="9423" y="12087"/>
                  </a:lnTo>
                  <a:lnTo>
                    <a:pt x="9345" y="12203"/>
                  </a:lnTo>
                  <a:lnTo>
                    <a:pt x="9307" y="12319"/>
                  </a:lnTo>
                  <a:lnTo>
                    <a:pt x="9307" y="12473"/>
                  </a:lnTo>
                  <a:lnTo>
                    <a:pt x="9152" y="12357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689" y="12280"/>
                  </a:lnTo>
                  <a:lnTo>
                    <a:pt x="8534" y="12319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48" y="12705"/>
                  </a:lnTo>
                  <a:lnTo>
                    <a:pt x="8071" y="12550"/>
                  </a:lnTo>
                  <a:lnTo>
                    <a:pt x="7994" y="12434"/>
                  </a:lnTo>
                  <a:lnTo>
                    <a:pt x="7839" y="12319"/>
                  </a:lnTo>
                  <a:lnTo>
                    <a:pt x="7724" y="12241"/>
                  </a:lnTo>
                  <a:lnTo>
                    <a:pt x="7453" y="12164"/>
                  </a:lnTo>
                  <a:lnTo>
                    <a:pt x="7222" y="12164"/>
                  </a:lnTo>
                  <a:lnTo>
                    <a:pt x="6990" y="12241"/>
                  </a:lnTo>
                  <a:lnTo>
                    <a:pt x="6758" y="12396"/>
                  </a:lnTo>
                  <a:lnTo>
                    <a:pt x="6758" y="12048"/>
                  </a:lnTo>
                  <a:lnTo>
                    <a:pt x="6720" y="11855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488" y="11392"/>
                  </a:lnTo>
                  <a:lnTo>
                    <a:pt x="6372" y="11276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870" y="11122"/>
                  </a:lnTo>
                  <a:lnTo>
                    <a:pt x="5677" y="11160"/>
                  </a:lnTo>
                  <a:lnTo>
                    <a:pt x="5523" y="11199"/>
                  </a:lnTo>
                  <a:lnTo>
                    <a:pt x="5523" y="10967"/>
                  </a:lnTo>
                  <a:lnTo>
                    <a:pt x="5445" y="10697"/>
                  </a:lnTo>
                  <a:lnTo>
                    <a:pt x="5291" y="10504"/>
                  </a:lnTo>
                  <a:lnTo>
                    <a:pt x="5214" y="10426"/>
                  </a:lnTo>
                  <a:lnTo>
                    <a:pt x="5098" y="10349"/>
                  </a:lnTo>
                  <a:lnTo>
                    <a:pt x="4943" y="10311"/>
                  </a:lnTo>
                  <a:lnTo>
                    <a:pt x="4673" y="10311"/>
                  </a:lnTo>
                  <a:lnTo>
                    <a:pt x="4519" y="10349"/>
                  </a:lnTo>
                  <a:lnTo>
                    <a:pt x="4519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22"/>
                  </a:lnTo>
                  <a:lnTo>
                    <a:pt x="3553" y="9422"/>
                  </a:lnTo>
                  <a:lnTo>
                    <a:pt x="3399" y="9461"/>
                  </a:lnTo>
                  <a:lnTo>
                    <a:pt x="3244" y="9538"/>
                  </a:lnTo>
                  <a:lnTo>
                    <a:pt x="3128" y="9616"/>
                  </a:lnTo>
                  <a:lnTo>
                    <a:pt x="2974" y="9731"/>
                  </a:lnTo>
                  <a:lnTo>
                    <a:pt x="2974" y="9616"/>
                  </a:lnTo>
                  <a:lnTo>
                    <a:pt x="2897" y="9422"/>
                  </a:lnTo>
                  <a:lnTo>
                    <a:pt x="2742" y="9268"/>
                  </a:lnTo>
                  <a:lnTo>
                    <a:pt x="2588" y="9114"/>
                  </a:lnTo>
                  <a:lnTo>
                    <a:pt x="2433" y="9036"/>
                  </a:lnTo>
                  <a:lnTo>
                    <a:pt x="2202" y="8998"/>
                  </a:lnTo>
                  <a:lnTo>
                    <a:pt x="2009" y="8998"/>
                  </a:lnTo>
                  <a:lnTo>
                    <a:pt x="1815" y="9075"/>
                  </a:lnTo>
                  <a:lnTo>
                    <a:pt x="1661" y="9191"/>
                  </a:lnTo>
                  <a:lnTo>
                    <a:pt x="1545" y="9345"/>
                  </a:lnTo>
                  <a:lnTo>
                    <a:pt x="1429" y="9500"/>
                  </a:lnTo>
                  <a:lnTo>
                    <a:pt x="1352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889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48" y="10426"/>
                  </a:lnTo>
                  <a:lnTo>
                    <a:pt x="232" y="10581"/>
                  </a:lnTo>
                  <a:lnTo>
                    <a:pt x="78" y="10890"/>
                  </a:lnTo>
                  <a:lnTo>
                    <a:pt x="1" y="11199"/>
                  </a:lnTo>
                  <a:lnTo>
                    <a:pt x="1" y="11546"/>
                  </a:lnTo>
                  <a:lnTo>
                    <a:pt x="39" y="11894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8" y="12782"/>
                  </a:lnTo>
                  <a:lnTo>
                    <a:pt x="773" y="12898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13" y="13130"/>
                  </a:lnTo>
                  <a:lnTo>
                    <a:pt x="1700" y="13168"/>
                  </a:lnTo>
                  <a:lnTo>
                    <a:pt x="2086" y="13091"/>
                  </a:lnTo>
                  <a:lnTo>
                    <a:pt x="2472" y="12975"/>
                  </a:lnTo>
                  <a:lnTo>
                    <a:pt x="2781" y="12782"/>
                  </a:lnTo>
                  <a:lnTo>
                    <a:pt x="3090" y="12512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15" y="11932"/>
                  </a:lnTo>
                  <a:lnTo>
                    <a:pt x="3515" y="11817"/>
                  </a:lnTo>
                  <a:lnTo>
                    <a:pt x="3437" y="11739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8" y="12434"/>
                  </a:lnTo>
                  <a:lnTo>
                    <a:pt x="2317" y="12550"/>
                  </a:lnTo>
                  <a:lnTo>
                    <a:pt x="2009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20" y="12550"/>
                  </a:lnTo>
                  <a:lnTo>
                    <a:pt x="966" y="12434"/>
                  </a:lnTo>
                  <a:lnTo>
                    <a:pt x="812" y="12319"/>
                  </a:lnTo>
                  <a:lnTo>
                    <a:pt x="696" y="12203"/>
                  </a:lnTo>
                  <a:lnTo>
                    <a:pt x="580" y="12048"/>
                  </a:lnTo>
                  <a:lnTo>
                    <a:pt x="541" y="11855"/>
                  </a:lnTo>
                  <a:lnTo>
                    <a:pt x="503" y="11701"/>
                  </a:lnTo>
                  <a:lnTo>
                    <a:pt x="464" y="11546"/>
                  </a:lnTo>
                  <a:lnTo>
                    <a:pt x="464" y="11353"/>
                  </a:lnTo>
                  <a:lnTo>
                    <a:pt x="503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889" y="10620"/>
                  </a:lnTo>
                  <a:lnTo>
                    <a:pt x="1043" y="10504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00" y="10349"/>
                  </a:lnTo>
                  <a:lnTo>
                    <a:pt x="2279" y="10349"/>
                  </a:lnTo>
                  <a:lnTo>
                    <a:pt x="2588" y="10426"/>
                  </a:lnTo>
                  <a:lnTo>
                    <a:pt x="2858" y="10504"/>
                  </a:lnTo>
                  <a:lnTo>
                    <a:pt x="3128" y="10620"/>
                  </a:lnTo>
                  <a:lnTo>
                    <a:pt x="3630" y="10928"/>
                  </a:lnTo>
                  <a:lnTo>
                    <a:pt x="4132" y="11276"/>
                  </a:lnTo>
                  <a:lnTo>
                    <a:pt x="4634" y="11662"/>
                  </a:lnTo>
                  <a:lnTo>
                    <a:pt x="5523" y="12396"/>
                  </a:lnTo>
                  <a:lnTo>
                    <a:pt x="5870" y="12666"/>
                  </a:lnTo>
                  <a:lnTo>
                    <a:pt x="6256" y="12936"/>
                  </a:lnTo>
                  <a:lnTo>
                    <a:pt x="6681" y="13207"/>
                  </a:lnTo>
                  <a:lnTo>
                    <a:pt x="7106" y="13400"/>
                  </a:lnTo>
                  <a:lnTo>
                    <a:pt x="7530" y="13593"/>
                  </a:lnTo>
                  <a:lnTo>
                    <a:pt x="7994" y="13709"/>
                  </a:lnTo>
                  <a:lnTo>
                    <a:pt x="8419" y="13786"/>
                  </a:lnTo>
                  <a:lnTo>
                    <a:pt x="8921" y="13786"/>
                  </a:lnTo>
                  <a:lnTo>
                    <a:pt x="9345" y="13670"/>
                  </a:lnTo>
                  <a:lnTo>
                    <a:pt x="9693" y="13554"/>
                  </a:lnTo>
                  <a:lnTo>
                    <a:pt x="10040" y="13323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890" y="12473"/>
                  </a:lnTo>
                  <a:lnTo>
                    <a:pt x="11122" y="12087"/>
                  </a:lnTo>
                  <a:lnTo>
                    <a:pt x="11315" y="11739"/>
                  </a:lnTo>
                  <a:lnTo>
                    <a:pt x="11508" y="11199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075"/>
                  </a:lnTo>
                  <a:lnTo>
                    <a:pt x="12319" y="8573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45" y="7299"/>
                  </a:lnTo>
                  <a:lnTo>
                    <a:pt x="13632" y="6951"/>
                  </a:lnTo>
                  <a:lnTo>
                    <a:pt x="14018" y="6681"/>
                  </a:lnTo>
                  <a:lnTo>
                    <a:pt x="14443" y="6449"/>
                  </a:lnTo>
                  <a:lnTo>
                    <a:pt x="14867" y="6256"/>
                  </a:lnTo>
                  <a:lnTo>
                    <a:pt x="15331" y="6102"/>
                  </a:lnTo>
                  <a:lnTo>
                    <a:pt x="15794" y="5986"/>
                  </a:lnTo>
                  <a:lnTo>
                    <a:pt x="16296" y="5909"/>
                  </a:lnTo>
                  <a:lnTo>
                    <a:pt x="16875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08"/>
                  </a:lnTo>
                  <a:lnTo>
                    <a:pt x="21741" y="7723"/>
                  </a:lnTo>
                  <a:lnTo>
                    <a:pt x="22127" y="7762"/>
                  </a:lnTo>
                  <a:lnTo>
                    <a:pt x="22552" y="7723"/>
                  </a:lnTo>
                  <a:lnTo>
                    <a:pt x="22976" y="7646"/>
                  </a:lnTo>
                  <a:lnTo>
                    <a:pt x="23363" y="7492"/>
                  </a:lnTo>
                  <a:lnTo>
                    <a:pt x="23710" y="7260"/>
                  </a:lnTo>
                  <a:lnTo>
                    <a:pt x="24058" y="6990"/>
                  </a:lnTo>
                  <a:lnTo>
                    <a:pt x="24328" y="6642"/>
                  </a:lnTo>
                  <a:lnTo>
                    <a:pt x="24560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46" y="5059"/>
                  </a:lnTo>
                  <a:lnTo>
                    <a:pt x="24984" y="4634"/>
                  </a:lnTo>
                  <a:lnTo>
                    <a:pt x="24984" y="4171"/>
                  </a:lnTo>
                  <a:lnTo>
                    <a:pt x="24946" y="3707"/>
                  </a:lnTo>
                  <a:lnTo>
                    <a:pt x="24869" y="3283"/>
                  </a:lnTo>
                  <a:lnTo>
                    <a:pt x="24753" y="2819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45"/>
                  </a:lnTo>
                  <a:lnTo>
                    <a:pt x="24019" y="1159"/>
                  </a:lnTo>
                  <a:lnTo>
                    <a:pt x="23787" y="811"/>
                  </a:lnTo>
                  <a:lnTo>
                    <a:pt x="23942" y="348"/>
                  </a:lnTo>
                  <a:lnTo>
                    <a:pt x="23556" y="232"/>
                  </a:lnTo>
                  <a:lnTo>
                    <a:pt x="23170" y="78"/>
                  </a:lnTo>
                  <a:lnTo>
                    <a:pt x="23131" y="39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5"/>
            <p:cNvSpPr/>
            <p:nvPr/>
          </p:nvSpPr>
          <p:spPr>
            <a:xfrm>
              <a:off x="1687125" y="961000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1"/>
                  </a:moveTo>
                  <a:lnTo>
                    <a:pt x="3438" y="464"/>
                  </a:lnTo>
                  <a:lnTo>
                    <a:pt x="3785" y="657"/>
                  </a:lnTo>
                  <a:lnTo>
                    <a:pt x="4094" y="889"/>
                  </a:lnTo>
                  <a:lnTo>
                    <a:pt x="4364" y="1159"/>
                  </a:lnTo>
                  <a:lnTo>
                    <a:pt x="4635" y="1468"/>
                  </a:lnTo>
                  <a:lnTo>
                    <a:pt x="4866" y="1777"/>
                  </a:lnTo>
                  <a:lnTo>
                    <a:pt x="5059" y="2086"/>
                  </a:lnTo>
                  <a:lnTo>
                    <a:pt x="5253" y="2472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61" y="3592"/>
                  </a:lnTo>
                  <a:lnTo>
                    <a:pt x="5600" y="4017"/>
                  </a:lnTo>
                  <a:lnTo>
                    <a:pt x="5600" y="4403"/>
                  </a:lnTo>
                  <a:lnTo>
                    <a:pt x="5561" y="4828"/>
                  </a:lnTo>
                  <a:lnTo>
                    <a:pt x="5523" y="5214"/>
                  </a:lnTo>
                  <a:lnTo>
                    <a:pt x="5446" y="5639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99"/>
                  </a:lnTo>
                  <a:lnTo>
                    <a:pt x="4519" y="7685"/>
                  </a:lnTo>
                  <a:lnTo>
                    <a:pt x="4249" y="8033"/>
                  </a:lnTo>
                  <a:lnTo>
                    <a:pt x="3940" y="8419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46"/>
                  </a:lnTo>
                  <a:lnTo>
                    <a:pt x="2549" y="9616"/>
                  </a:lnTo>
                  <a:lnTo>
                    <a:pt x="2163" y="9848"/>
                  </a:lnTo>
                  <a:lnTo>
                    <a:pt x="1739" y="10041"/>
                  </a:lnTo>
                  <a:lnTo>
                    <a:pt x="1352" y="10234"/>
                  </a:lnTo>
                  <a:lnTo>
                    <a:pt x="889" y="10427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5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49" y="10234"/>
                  </a:lnTo>
                  <a:lnTo>
                    <a:pt x="2974" y="9963"/>
                  </a:lnTo>
                  <a:lnTo>
                    <a:pt x="3399" y="9654"/>
                  </a:lnTo>
                  <a:lnTo>
                    <a:pt x="3785" y="9307"/>
                  </a:lnTo>
                  <a:lnTo>
                    <a:pt x="4171" y="8921"/>
                  </a:lnTo>
                  <a:lnTo>
                    <a:pt x="4519" y="8535"/>
                  </a:lnTo>
                  <a:lnTo>
                    <a:pt x="4828" y="8148"/>
                  </a:lnTo>
                  <a:lnTo>
                    <a:pt x="5098" y="7685"/>
                  </a:lnTo>
                  <a:lnTo>
                    <a:pt x="5368" y="7260"/>
                  </a:lnTo>
                  <a:lnTo>
                    <a:pt x="5600" y="6797"/>
                  </a:lnTo>
                  <a:lnTo>
                    <a:pt x="5793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94"/>
                  </a:lnTo>
                  <a:lnTo>
                    <a:pt x="6063" y="3669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5" y="2434"/>
                  </a:lnTo>
                  <a:lnTo>
                    <a:pt x="5561" y="2047"/>
                  </a:lnTo>
                  <a:lnTo>
                    <a:pt x="5368" y="1700"/>
                  </a:lnTo>
                  <a:lnTo>
                    <a:pt x="5137" y="1352"/>
                  </a:lnTo>
                  <a:lnTo>
                    <a:pt x="4905" y="1005"/>
                  </a:lnTo>
                  <a:lnTo>
                    <a:pt x="4596" y="734"/>
                  </a:lnTo>
                  <a:lnTo>
                    <a:pt x="4287" y="464"/>
                  </a:lnTo>
                  <a:lnTo>
                    <a:pt x="3940" y="232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5"/>
            <p:cNvSpPr/>
            <p:nvPr/>
          </p:nvSpPr>
          <p:spPr>
            <a:xfrm>
              <a:off x="1657200" y="1227450"/>
              <a:ext cx="61825" cy="90775"/>
            </a:xfrm>
            <a:custGeom>
              <a:avLst/>
              <a:gdLst/>
              <a:ahLst/>
              <a:cxnLst/>
              <a:rect l="l" t="t" r="r" b="b"/>
              <a:pathLst>
                <a:path w="2473" h="3631" extrusionOk="0">
                  <a:moveTo>
                    <a:pt x="1198" y="0"/>
                  </a:moveTo>
                  <a:lnTo>
                    <a:pt x="1082" y="39"/>
                  </a:lnTo>
                  <a:lnTo>
                    <a:pt x="1005" y="39"/>
                  </a:lnTo>
                  <a:lnTo>
                    <a:pt x="966" y="116"/>
                  </a:lnTo>
                  <a:lnTo>
                    <a:pt x="966" y="194"/>
                  </a:lnTo>
                  <a:lnTo>
                    <a:pt x="966" y="232"/>
                  </a:lnTo>
                  <a:lnTo>
                    <a:pt x="850" y="271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5" y="618"/>
                  </a:lnTo>
                  <a:lnTo>
                    <a:pt x="773" y="657"/>
                  </a:lnTo>
                  <a:lnTo>
                    <a:pt x="850" y="734"/>
                  </a:lnTo>
                  <a:lnTo>
                    <a:pt x="1082" y="811"/>
                  </a:lnTo>
                  <a:lnTo>
                    <a:pt x="1275" y="966"/>
                  </a:lnTo>
                  <a:lnTo>
                    <a:pt x="1468" y="1120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70" y="2163"/>
                  </a:lnTo>
                  <a:lnTo>
                    <a:pt x="1932" y="2472"/>
                  </a:lnTo>
                  <a:lnTo>
                    <a:pt x="1816" y="2742"/>
                  </a:lnTo>
                  <a:lnTo>
                    <a:pt x="1739" y="2897"/>
                  </a:lnTo>
                  <a:lnTo>
                    <a:pt x="1661" y="2974"/>
                  </a:lnTo>
                  <a:lnTo>
                    <a:pt x="1545" y="3090"/>
                  </a:lnTo>
                  <a:lnTo>
                    <a:pt x="1391" y="3128"/>
                  </a:lnTo>
                  <a:lnTo>
                    <a:pt x="1237" y="3167"/>
                  </a:lnTo>
                  <a:lnTo>
                    <a:pt x="1043" y="3128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626"/>
                  </a:lnTo>
                  <a:lnTo>
                    <a:pt x="928" y="2472"/>
                  </a:lnTo>
                  <a:lnTo>
                    <a:pt x="1082" y="2356"/>
                  </a:lnTo>
                  <a:lnTo>
                    <a:pt x="1159" y="2279"/>
                  </a:lnTo>
                  <a:lnTo>
                    <a:pt x="1159" y="2163"/>
                  </a:lnTo>
                  <a:lnTo>
                    <a:pt x="1159" y="2047"/>
                  </a:lnTo>
                  <a:lnTo>
                    <a:pt x="1082" y="1970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52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63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48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60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630"/>
                  </a:lnTo>
                  <a:lnTo>
                    <a:pt x="1275" y="3630"/>
                  </a:lnTo>
                  <a:lnTo>
                    <a:pt x="1507" y="3592"/>
                  </a:lnTo>
                  <a:lnTo>
                    <a:pt x="1700" y="3514"/>
                  </a:lnTo>
                  <a:lnTo>
                    <a:pt x="1854" y="3437"/>
                  </a:lnTo>
                  <a:lnTo>
                    <a:pt x="2047" y="3244"/>
                  </a:lnTo>
                  <a:lnTo>
                    <a:pt x="2202" y="3090"/>
                  </a:lnTo>
                  <a:lnTo>
                    <a:pt x="2318" y="2897"/>
                  </a:lnTo>
                  <a:lnTo>
                    <a:pt x="2395" y="2703"/>
                  </a:lnTo>
                  <a:lnTo>
                    <a:pt x="2434" y="2472"/>
                  </a:lnTo>
                  <a:lnTo>
                    <a:pt x="2472" y="2279"/>
                  </a:lnTo>
                  <a:lnTo>
                    <a:pt x="2434" y="2047"/>
                  </a:lnTo>
                  <a:lnTo>
                    <a:pt x="2395" y="1815"/>
                  </a:lnTo>
                  <a:lnTo>
                    <a:pt x="2318" y="1622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5"/>
            <p:cNvSpPr/>
            <p:nvPr/>
          </p:nvSpPr>
          <p:spPr>
            <a:xfrm>
              <a:off x="1569350" y="1258350"/>
              <a:ext cx="92700" cy="136125"/>
            </a:xfrm>
            <a:custGeom>
              <a:avLst/>
              <a:gdLst/>
              <a:ahLst/>
              <a:cxnLst/>
              <a:rect l="l" t="t" r="r" b="b"/>
              <a:pathLst>
                <a:path w="3708" h="5445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67"/>
                  </a:lnTo>
                  <a:lnTo>
                    <a:pt x="1159" y="1815"/>
                  </a:lnTo>
                  <a:lnTo>
                    <a:pt x="1082" y="1892"/>
                  </a:lnTo>
                  <a:lnTo>
                    <a:pt x="1082" y="1969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201"/>
                  </a:lnTo>
                  <a:lnTo>
                    <a:pt x="812" y="2278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510"/>
                  </a:lnTo>
                  <a:lnTo>
                    <a:pt x="966" y="2549"/>
                  </a:lnTo>
                  <a:lnTo>
                    <a:pt x="1198" y="2626"/>
                  </a:lnTo>
                  <a:lnTo>
                    <a:pt x="1430" y="2703"/>
                  </a:lnTo>
                  <a:lnTo>
                    <a:pt x="1623" y="2858"/>
                  </a:lnTo>
                  <a:lnTo>
                    <a:pt x="1816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132"/>
                  </a:lnTo>
                  <a:lnTo>
                    <a:pt x="2009" y="4364"/>
                  </a:lnTo>
                  <a:lnTo>
                    <a:pt x="1893" y="4557"/>
                  </a:lnTo>
                  <a:lnTo>
                    <a:pt x="1739" y="4711"/>
                  </a:lnTo>
                  <a:lnTo>
                    <a:pt x="1545" y="4866"/>
                  </a:lnTo>
                  <a:lnTo>
                    <a:pt x="1314" y="4943"/>
                  </a:lnTo>
                  <a:lnTo>
                    <a:pt x="1198" y="4981"/>
                  </a:lnTo>
                  <a:lnTo>
                    <a:pt x="1082" y="4981"/>
                  </a:lnTo>
                  <a:lnTo>
                    <a:pt x="889" y="4904"/>
                  </a:lnTo>
                  <a:lnTo>
                    <a:pt x="773" y="4788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966" y="4132"/>
                  </a:lnTo>
                  <a:lnTo>
                    <a:pt x="1121" y="4093"/>
                  </a:lnTo>
                  <a:lnTo>
                    <a:pt x="1237" y="4055"/>
                  </a:lnTo>
                  <a:lnTo>
                    <a:pt x="1314" y="3939"/>
                  </a:lnTo>
                  <a:lnTo>
                    <a:pt x="1314" y="3784"/>
                  </a:lnTo>
                  <a:lnTo>
                    <a:pt x="1275" y="3746"/>
                  </a:lnTo>
                  <a:lnTo>
                    <a:pt x="1237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900"/>
                  </a:lnTo>
                  <a:lnTo>
                    <a:pt x="387" y="3977"/>
                  </a:lnTo>
                  <a:lnTo>
                    <a:pt x="310" y="4132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904"/>
                  </a:lnTo>
                  <a:lnTo>
                    <a:pt x="387" y="5097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30" y="5406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41" y="4866"/>
                  </a:lnTo>
                  <a:lnTo>
                    <a:pt x="2395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89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510"/>
                  </a:lnTo>
                  <a:lnTo>
                    <a:pt x="1739" y="2356"/>
                  </a:lnTo>
                  <a:lnTo>
                    <a:pt x="1507" y="2240"/>
                  </a:lnTo>
                  <a:lnTo>
                    <a:pt x="1275" y="2124"/>
                  </a:lnTo>
                  <a:lnTo>
                    <a:pt x="1623" y="2008"/>
                  </a:lnTo>
                  <a:lnTo>
                    <a:pt x="1932" y="1815"/>
                  </a:lnTo>
                  <a:lnTo>
                    <a:pt x="2279" y="1661"/>
                  </a:lnTo>
                  <a:lnTo>
                    <a:pt x="2549" y="1429"/>
                  </a:lnTo>
                  <a:lnTo>
                    <a:pt x="2820" y="1197"/>
                  </a:lnTo>
                  <a:lnTo>
                    <a:pt x="3129" y="966"/>
                  </a:lnTo>
                  <a:lnTo>
                    <a:pt x="3360" y="695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5"/>
            <p:cNvSpPr/>
            <p:nvPr/>
          </p:nvSpPr>
          <p:spPr>
            <a:xfrm>
              <a:off x="1261400" y="125255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194"/>
                  </a:lnTo>
                  <a:lnTo>
                    <a:pt x="503" y="927"/>
                  </a:lnTo>
                  <a:lnTo>
                    <a:pt x="1043" y="1622"/>
                  </a:lnTo>
                  <a:lnTo>
                    <a:pt x="1700" y="2240"/>
                  </a:lnTo>
                  <a:lnTo>
                    <a:pt x="2356" y="2858"/>
                  </a:lnTo>
                  <a:lnTo>
                    <a:pt x="3090" y="3360"/>
                  </a:lnTo>
                  <a:lnTo>
                    <a:pt x="3901" y="3823"/>
                  </a:lnTo>
                  <a:lnTo>
                    <a:pt x="4673" y="4209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05"/>
                  </a:lnTo>
                  <a:lnTo>
                    <a:pt x="7685" y="4943"/>
                  </a:lnTo>
                  <a:lnTo>
                    <a:pt x="8110" y="4982"/>
                  </a:lnTo>
                  <a:lnTo>
                    <a:pt x="8535" y="4943"/>
                  </a:lnTo>
                  <a:lnTo>
                    <a:pt x="8998" y="4905"/>
                  </a:lnTo>
                  <a:lnTo>
                    <a:pt x="9423" y="4866"/>
                  </a:lnTo>
                  <a:lnTo>
                    <a:pt x="9848" y="4750"/>
                  </a:lnTo>
                  <a:lnTo>
                    <a:pt x="10272" y="4634"/>
                  </a:lnTo>
                  <a:lnTo>
                    <a:pt x="10658" y="4480"/>
                  </a:lnTo>
                  <a:lnTo>
                    <a:pt x="11083" y="4325"/>
                  </a:lnTo>
                  <a:lnTo>
                    <a:pt x="11469" y="4094"/>
                  </a:lnTo>
                  <a:lnTo>
                    <a:pt x="11856" y="3862"/>
                  </a:lnTo>
                  <a:lnTo>
                    <a:pt x="12242" y="3592"/>
                  </a:lnTo>
                  <a:lnTo>
                    <a:pt x="12319" y="3514"/>
                  </a:lnTo>
                  <a:lnTo>
                    <a:pt x="12435" y="3167"/>
                  </a:lnTo>
                  <a:lnTo>
                    <a:pt x="12280" y="3167"/>
                  </a:lnTo>
                  <a:lnTo>
                    <a:pt x="12203" y="3128"/>
                  </a:lnTo>
                  <a:lnTo>
                    <a:pt x="12126" y="3090"/>
                  </a:lnTo>
                  <a:lnTo>
                    <a:pt x="12010" y="3128"/>
                  </a:lnTo>
                  <a:lnTo>
                    <a:pt x="11933" y="3167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03"/>
                  </a:lnTo>
                  <a:lnTo>
                    <a:pt x="8342" y="4441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3" y="4325"/>
                  </a:lnTo>
                  <a:lnTo>
                    <a:pt x="6218" y="4248"/>
                  </a:lnTo>
                  <a:lnTo>
                    <a:pt x="5793" y="4132"/>
                  </a:lnTo>
                  <a:lnTo>
                    <a:pt x="5407" y="4016"/>
                  </a:lnTo>
                  <a:lnTo>
                    <a:pt x="4596" y="3669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5"/>
            <p:cNvSpPr/>
            <p:nvPr/>
          </p:nvSpPr>
          <p:spPr>
            <a:xfrm>
              <a:off x="1177425" y="95232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8"/>
                  </a:lnTo>
                  <a:lnTo>
                    <a:pt x="23787" y="2124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47"/>
                  </a:lnTo>
                  <a:lnTo>
                    <a:pt x="23092" y="1931"/>
                  </a:lnTo>
                  <a:lnTo>
                    <a:pt x="23015" y="1815"/>
                  </a:lnTo>
                  <a:lnTo>
                    <a:pt x="22976" y="1622"/>
                  </a:lnTo>
                  <a:lnTo>
                    <a:pt x="22976" y="1429"/>
                  </a:lnTo>
                  <a:lnTo>
                    <a:pt x="23053" y="1236"/>
                  </a:lnTo>
                  <a:lnTo>
                    <a:pt x="23169" y="1081"/>
                  </a:lnTo>
                  <a:lnTo>
                    <a:pt x="23285" y="966"/>
                  </a:lnTo>
                  <a:close/>
                  <a:moveTo>
                    <a:pt x="24096" y="2394"/>
                  </a:moveTo>
                  <a:lnTo>
                    <a:pt x="24212" y="2742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784"/>
                  </a:lnTo>
                  <a:lnTo>
                    <a:pt x="24173" y="3707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3"/>
                  </a:lnTo>
                  <a:lnTo>
                    <a:pt x="23710" y="3128"/>
                  </a:lnTo>
                  <a:lnTo>
                    <a:pt x="23710" y="2896"/>
                  </a:lnTo>
                  <a:lnTo>
                    <a:pt x="23787" y="2703"/>
                  </a:lnTo>
                  <a:lnTo>
                    <a:pt x="23941" y="2549"/>
                  </a:lnTo>
                  <a:lnTo>
                    <a:pt x="24096" y="2394"/>
                  </a:lnTo>
                  <a:close/>
                  <a:moveTo>
                    <a:pt x="16180" y="4943"/>
                  </a:moveTo>
                  <a:lnTo>
                    <a:pt x="16296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66" y="5252"/>
                  </a:lnTo>
                  <a:lnTo>
                    <a:pt x="16566" y="5406"/>
                  </a:lnTo>
                  <a:lnTo>
                    <a:pt x="16296" y="5406"/>
                  </a:lnTo>
                  <a:lnTo>
                    <a:pt x="15678" y="5479"/>
                  </a:lnTo>
                  <a:lnTo>
                    <a:pt x="15678" y="5479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94" y="5136"/>
                  </a:lnTo>
                  <a:lnTo>
                    <a:pt x="15871" y="5059"/>
                  </a:lnTo>
                  <a:lnTo>
                    <a:pt x="15948" y="5020"/>
                  </a:lnTo>
                  <a:lnTo>
                    <a:pt x="16064" y="4943"/>
                  </a:lnTo>
                  <a:close/>
                  <a:moveTo>
                    <a:pt x="24443" y="4209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484"/>
                  </a:lnTo>
                  <a:lnTo>
                    <a:pt x="24057" y="5406"/>
                  </a:lnTo>
                  <a:lnTo>
                    <a:pt x="23903" y="5252"/>
                  </a:lnTo>
                  <a:lnTo>
                    <a:pt x="23826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903" y="4595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09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04"/>
                  </a:lnTo>
                  <a:lnTo>
                    <a:pt x="17995" y="4982"/>
                  </a:lnTo>
                  <a:lnTo>
                    <a:pt x="18111" y="5175"/>
                  </a:lnTo>
                  <a:lnTo>
                    <a:pt x="18149" y="5406"/>
                  </a:lnTo>
                  <a:lnTo>
                    <a:pt x="18072" y="5599"/>
                  </a:lnTo>
                  <a:lnTo>
                    <a:pt x="17570" y="5484"/>
                  </a:lnTo>
                  <a:lnTo>
                    <a:pt x="17029" y="5406"/>
                  </a:lnTo>
                  <a:lnTo>
                    <a:pt x="17068" y="5290"/>
                  </a:lnTo>
                  <a:lnTo>
                    <a:pt x="17107" y="5136"/>
                  </a:lnTo>
                  <a:lnTo>
                    <a:pt x="17184" y="5020"/>
                  </a:lnTo>
                  <a:lnTo>
                    <a:pt x="17300" y="4943"/>
                  </a:lnTo>
                  <a:lnTo>
                    <a:pt x="17416" y="4866"/>
                  </a:lnTo>
                  <a:lnTo>
                    <a:pt x="17531" y="4827"/>
                  </a:lnTo>
                  <a:close/>
                  <a:moveTo>
                    <a:pt x="14597" y="5290"/>
                  </a:moveTo>
                  <a:lnTo>
                    <a:pt x="14713" y="5329"/>
                  </a:lnTo>
                  <a:lnTo>
                    <a:pt x="14828" y="5368"/>
                  </a:lnTo>
                  <a:lnTo>
                    <a:pt x="14944" y="5445"/>
                  </a:lnTo>
                  <a:lnTo>
                    <a:pt x="15021" y="5522"/>
                  </a:lnTo>
                  <a:lnTo>
                    <a:pt x="15060" y="5638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24"/>
                  </a:lnTo>
                  <a:lnTo>
                    <a:pt x="14056" y="5792"/>
                  </a:lnTo>
                  <a:lnTo>
                    <a:pt x="14133" y="5599"/>
                  </a:lnTo>
                  <a:lnTo>
                    <a:pt x="14249" y="5406"/>
                  </a:lnTo>
                  <a:lnTo>
                    <a:pt x="14365" y="5368"/>
                  </a:lnTo>
                  <a:lnTo>
                    <a:pt x="14481" y="5329"/>
                  </a:lnTo>
                  <a:lnTo>
                    <a:pt x="14597" y="5290"/>
                  </a:lnTo>
                  <a:close/>
                  <a:moveTo>
                    <a:pt x="19115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85" y="5792"/>
                  </a:lnTo>
                  <a:lnTo>
                    <a:pt x="19385" y="5986"/>
                  </a:lnTo>
                  <a:lnTo>
                    <a:pt x="19346" y="6140"/>
                  </a:lnTo>
                  <a:lnTo>
                    <a:pt x="18613" y="5792"/>
                  </a:lnTo>
                  <a:lnTo>
                    <a:pt x="18651" y="5715"/>
                  </a:lnTo>
                  <a:lnTo>
                    <a:pt x="18690" y="5638"/>
                  </a:lnTo>
                  <a:lnTo>
                    <a:pt x="18844" y="5522"/>
                  </a:lnTo>
                  <a:lnTo>
                    <a:pt x="18999" y="5484"/>
                  </a:lnTo>
                  <a:close/>
                  <a:moveTo>
                    <a:pt x="20350" y="6063"/>
                  </a:moveTo>
                  <a:lnTo>
                    <a:pt x="20466" y="6101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52" y="6719"/>
                  </a:lnTo>
                  <a:lnTo>
                    <a:pt x="20891" y="6912"/>
                  </a:lnTo>
                  <a:lnTo>
                    <a:pt x="20891" y="6912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48" y="6256"/>
                  </a:lnTo>
                  <a:lnTo>
                    <a:pt x="19887" y="6179"/>
                  </a:lnTo>
                  <a:lnTo>
                    <a:pt x="20003" y="6101"/>
                  </a:lnTo>
                  <a:lnTo>
                    <a:pt x="20080" y="6063"/>
                  </a:lnTo>
                  <a:close/>
                  <a:moveTo>
                    <a:pt x="23748" y="5870"/>
                  </a:moveTo>
                  <a:lnTo>
                    <a:pt x="23941" y="5947"/>
                  </a:lnTo>
                  <a:lnTo>
                    <a:pt x="24019" y="5986"/>
                  </a:lnTo>
                  <a:lnTo>
                    <a:pt x="24096" y="5986"/>
                  </a:lnTo>
                  <a:lnTo>
                    <a:pt x="23941" y="6294"/>
                  </a:lnTo>
                  <a:lnTo>
                    <a:pt x="23748" y="6526"/>
                  </a:lnTo>
                  <a:lnTo>
                    <a:pt x="23517" y="6758"/>
                  </a:lnTo>
                  <a:lnTo>
                    <a:pt x="23246" y="6951"/>
                  </a:lnTo>
                  <a:lnTo>
                    <a:pt x="23208" y="6912"/>
                  </a:lnTo>
                  <a:lnTo>
                    <a:pt x="23092" y="6719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9"/>
                  </a:lnTo>
                  <a:lnTo>
                    <a:pt x="23131" y="6063"/>
                  </a:lnTo>
                  <a:lnTo>
                    <a:pt x="23208" y="5986"/>
                  </a:lnTo>
                  <a:lnTo>
                    <a:pt x="23285" y="5908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2"/>
                  </a:lnTo>
                  <a:lnTo>
                    <a:pt x="12627" y="6796"/>
                  </a:lnTo>
                  <a:lnTo>
                    <a:pt x="12627" y="6642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98" y="6179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681"/>
                  </a:lnTo>
                  <a:lnTo>
                    <a:pt x="22629" y="6835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05"/>
                  </a:lnTo>
                  <a:lnTo>
                    <a:pt x="22551" y="7221"/>
                  </a:lnTo>
                  <a:lnTo>
                    <a:pt x="22165" y="7221"/>
                  </a:lnTo>
                  <a:lnTo>
                    <a:pt x="21779" y="7183"/>
                  </a:lnTo>
                  <a:lnTo>
                    <a:pt x="21393" y="7105"/>
                  </a:lnTo>
                  <a:lnTo>
                    <a:pt x="21509" y="6912"/>
                  </a:lnTo>
                  <a:lnTo>
                    <a:pt x="21625" y="6719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376"/>
                  </a:moveTo>
                  <a:lnTo>
                    <a:pt x="12473" y="7414"/>
                  </a:lnTo>
                  <a:lnTo>
                    <a:pt x="12125" y="7955"/>
                  </a:lnTo>
                  <a:lnTo>
                    <a:pt x="11816" y="8534"/>
                  </a:lnTo>
                  <a:lnTo>
                    <a:pt x="11701" y="8341"/>
                  </a:lnTo>
                  <a:lnTo>
                    <a:pt x="11662" y="8071"/>
                  </a:lnTo>
                  <a:lnTo>
                    <a:pt x="11662" y="7955"/>
                  </a:lnTo>
                  <a:lnTo>
                    <a:pt x="11701" y="7800"/>
                  </a:lnTo>
                  <a:lnTo>
                    <a:pt x="11739" y="7685"/>
                  </a:lnTo>
                  <a:lnTo>
                    <a:pt x="11816" y="7607"/>
                  </a:lnTo>
                  <a:lnTo>
                    <a:pt x="11932" y="7492"/>
                  </a:lnTo>
                  <a:lnTo>
                    <a:pt x="12048" y="7453"/>
                  </a:lnTo>
                  <a:lnTo>
                    <a:pt x="12164" y="7414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94" y="9384"/>
                  </a:lnTo>
                  <a:lnTo>
                    <a:pt x="2472" y="9461"/>
                  </a:lnTo>
                  <a:lnTo>
                    <a:pt x="2549" y="9538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9963"/>
                  </a:lnTo>
                  <a:lnTo>
                    <a:pt x="2124" y="9886"/>
                  </a:lnTo>
                  <a:lnTo>
                    <a:pt x="1661" y="9847"/>
                  </a:lnTo>
                  <a:lnTo>
                    <a:pt x="1699" y="9731"/>
                  </a:lnTo>
                  <a:lnTo>
                    <a:pt x="1738" y="9615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lnTo>
                    <a:pt x="2124" y="9345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01"/>
                  </a:lnTo>
                  <a:lnTo>
                    <a:pt x="11276" y="10272"/>
                  </a:lnTo>
                  <a:lnTo>
                    <a:pt x="11237" y="10233"/>
                  </a:lnTo>
                  <a:lnTo>
                    <a:pt x="11083" y="10040"/>
                  </a:lnTo>
                  <a:lnTo>
                    <a:pt x="10967" y="9808"/>
                  </a:lnTo>
                  <a:lnTo>
                    <a:pt x="10928" y="9693"/>
                  </a:lnTo>
                  <a:lnTo>
                    <a:pt x="10928" y="9538"/>
                  </a:lnTo>
                  <a:lnTo>
                    <a:pt x="10967" y="9422"/>
                  </a:lnTo>
                  <a:lnTo>
                    <a:pt x="11006" y="9306"/>
                  </a:lnTo>
                  <a:lnTo>
                    <a:pt x="11121" y="9152"/>
                  </a:lnTo>
                  <a:lnTo>
                    <a:pt x="11276" y="9036"/>
                  </a:lnTo>
                  <a:lnTo>
                    <a:pt x="11469" y="8997"/>
                  </a:lnTo>
                  <a:close/>
                  <a:moveTo>
                    <a:pt x="3785" y="9731"/>
                  </a:moveTo>
                  <a:lnTo>
                    <a:pt x="3900" y="9770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71" y="10117"/>
                  </a:lnTo>
                  <a:lnTo>
                    <a:pt x="4171" y="10233"/>
                  </a:lnTo>
                  <a:lnTo>
                    <a:pt x="4171" y="10388"/>
                  </a:lnTo>
                  <a:lnTo>
                    <a:pt x="4132" y="10503"/>
                  </a:lnTo>
                  <a:lnTo>
                    <a:pt x="4055" y="10619"/>
                  </a:lnTo>
                  <a:lnTo>
                    <a:pt x="3900" y="10542"/>
                  </a:lnTo>
                  <a:lnTo>
                    <a:pt x="3514" y="10310"/>
                  </a:lnTo>
                  <a:lnTo>
                    <a:pt x="3089" y="10117"/>
                  </a:lnTo>
                  <a:lnTo>
                    <a:pt x="3167" y="10001"/>
                  </a:lnTo>
                  <a:lnTo>
                    <a:pt x="3244" y="9886"/>
                  </a:lnTo>
                  <a:lnTo>
                    <a:pt x="3360" y="9808"/>
                  </a:lnTo>
                  <a:lnTo>
                    <a:pt x="3514" y="9770"/>
                  </a:lnTo>
                  <a:lnTo>
                    <a:pt x="3630" y="9731"/>
                  </a:lnTo>
                  <a:close/>
                  <a:moveTo>
                    <a:pt x="4827" y="10619"/>
                  </a:moveTo>
                  <a:lnTo>
                    <a:pt x="4943" y="10658"/>
                  </a:lnTo>
                  <a:lnTo>
                    <a:pt x="5020" y="10697"/>
                  </a:lnTo>
                  <a:lnTo>
                    <a:pt x="5097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890"/>
                  </a:lnTo>
                  <a:lnTo>
                    <a:pt x="4441" y="10812"/>
                  </a:lnTo>
                  <a:lnTo>
                    <a:pt x="4518" y="10735"/>
                  </a:lnTo>
                  <a:lnTo>
                    <a:pt x="4673" y="10658"/>
                  </a:lnTo>
                  <a:lnTo>
                    <a:pt x="4827" y="10619"/>
                  </a:lnTo>
                  <a:close/>
                  <a:moveTo>
                    <a:pt x="11160" y="10619"/>
                  </a:moveTo>
                  <a:lnTo>
                    <a:pt x="10967" y="11199"/>
                  </a:lnTo>
                  <a:lnTo>
                    <a:pt x="10735" y="11739"/>
                  </a:lnTo>
                  <a:lnTo>
                    <a:pt x="10697" y="11662"/>
                  </a:lnTo>
                  <a:lnTo>
                    <a:pt x="10504" y="11507"/>
                  </a:lnTo>
                  <a:lnTo>
                    <a:pt x="10426" y="11314"/>
                  </a:lnTo>
                  <a:lnTo>
                    <a:pt x="10388" y="11121"/>
                  </a:lnTo>
                  <a:lnTo>
                    <a:pt x="10465" y="10928"/>
                  </a:lnTo>
                  <a:lnTo>
                    <a:pt x="10581" y="10774"/>
                  </a:lnTo>
                  <a:lnTo>
                    <a:pt x="10735" y="10658"/>
                  </a:lnTo>
                  <a:lnTo>
                    <a:pt x="10928" y="10619"/>
                  </a:lnTo>
                  <a:close/>
                  <a:moveTo>
                    <a:pt x="5754" y="11430"/>
                  </a:moveTo>
                  <a:lnTo>
                    <a:pt x="5986" y="11469"/>
                  </a:lnTo>
                  <a:lnTo>
                    <a:pt x="6063" y="11507"/>
                  </a:lnTo>
                  <a:lnTo>
                    <a:pt x="6179" y="11546"/>
                  </a:lnTo>
                  <a:lnTo>
                    <a:pt x="6256" y="11662"/>
                  </a:lnTo>
                  <a:lnTo>
                    <a:pt x="6333" y="11739"/>
                  </a:lnTo>
                  <a:lnTo>
                    <a:pt x="6410" y="11971"/>
                  </a:lnTo>
                  <a:lnTo>
                    <a:pt x="6410" y="12203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84" y="11585"/>
                  </a:lnTo>
                  <a:lnTo>
                    <a:pt x="5561" y="11507"/>
                  </a:lnTo>
                  <a:lnTo>
                    <a:pt x="5638" y="11469"/>
                  </a:lnTo>
                  <a:lnTo>
                    <a:pt x="5754" y="11430"/>
                  </a:lnTo>
                  <a:close/>
                  <a:moveTo>
                    <a:pt x="10542" y="12009"/>
                  </a:moveTo>
                  <a:lnTo>
                    <a:pt x="10388" y="12280"/>
                  </a:lnTo>
                  <a:lnTo>
                    <a:pt x="10195" y="12511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27"/>
                  </a:lnTo>
                  <a:lnTo>
                    <a:pt x="9654" y="12473"/>
                  </a:lnTo>
                  <a:lnTo>
                    <a:pt x="9693" y="12318"/>
                  </a:lnTo>
                  <a:lnTo>
                    <a:pt x="9808" y="12203"/>
                  </a:lnTo>
                  <a:lnTo>
                    <a:pt x="9963" y="12125"/>
                  </a:lnTo>
                  <a:lnTo>
                    <a:pt x="10156" y="12087"/>
                  </a:lnTo>
                  <a:lnTo>
                    <a:pt x="10542" y="12009"/>
                  </a:lnTo>
                  <a:close/>
                  <a:moveTo>
                    <a:pt x="7376" y="12473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168"/>
                  </a:lnTo>
                  <a:lnTo>
                    <a:pt x="7337" y="12975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83" y="12511"/>
                  </a:lnTo>
                  <a:lnTo>
                    <a:pt x="7376" y="12473"/>
                  </a:lnTo>
                  <a:close/>
                  <a:moveTo>
                    <a:pt x="8959" y="12627"/>
                  </a:moveTo>
                  <a:lnTo>
                    <a:pt x="9113" y="12743"/>
                  </a:lnTo>
                  <a:lnTo>
                    <a:pt x="9229" y="12936"/>
                  </a:lnTo>
                  <a:lnTo>
                    <a:pt x="9268" y="13091"/>
                  </a:lnTo>
                  <a:lnTo>
                    <a:pt x="9268" y="13207"/>
                  </a:lnTo>
                  <a:lnTo>
                    <a:pt x="9036" y="13245"/>
                  </a:lnTo>
                  <a:lnTo>
                    <a:pt x="8804" y="13284"/>
                  </a:lnTo>
                  <a:lnTo>
                    <a:pt x="8302" y="13284"/>
                  </a:lnTo>
                  <a:lnTo>
                    <a:pt x="8341" y="13207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666"/>
                  </a:lnTo>
                  <a:lnTo>
                    <a:pt x="8650" y="12627"/>
                  </a:lnTo>
                  <a:close/>
                  <a:moveTo>
                    <a:pt x="22899" y="0"/>
                  </a:moveTo>
                  <a:lnTo>
                    <a:pt x="22822" y="77"/>
                  </a:lnTo>
                  <a:lnTo>
                    <a:pt x="22783" y="116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386"/>
                  </a:lnTo>
                  <a:lnTo>
                    <a:pt x="22860" y="425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629" y="1506"/>
                  </a:lnTo>
                  <a:lnTo>
                    <a:pt x="22629" y="1699"/>
                  </a:lnTo>
                  <a:lnTo>
                    <a:pt x="22629" y="1854"/>
                  </a:lnTo>
                  <a:lnTo>
                    <a:pt x="22706" y="2047"/>
                  </a:lnTo>
                  <a:lnTo>
                    <a:pt x="22860" y="2240"/>
                  </a:lnTo>
                  <a:lnTo>
                    <a:pt x="23053" y="2394"/>
                  </a:lnTo>
                  <a:lnTo>
                    <a:pt x="23285" y="2472"/>
                  </a:lnTo>
                  <a:lnTo>
                    <a:pt x="23517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44"/>
                  </a:lnTo>
                  <a:lnTo>
                    <a:pt x="23439" y="3476"/>
                  </a:lnTo>
                  <a:lnTo>
                    <a:pt x="23594" y="3707"/>
                  </a:lnTo>
                  <a:lnTo>
                    <a:pt x="23748" y="3862"/>
                  </a:lnTo>
                  <a:lnTo>
                    <a:pt x="23980" y="3978"/>
                  </a:lnTo>
                  <a:lnTo>
                    <a:pt x="23748" y="4209"/>
                  </a:lnTo>
                  <a:lnTo>
                    <a:pt x="23555" y="4441"/>
                  </a:lnTo>
                  <a:lnTo>
                    <a:pt x="23478" y="4750"/>
                  </a:lnTo>
                  <a:lnTo>
                    <a:pt x="23439" y="4866"/>
                  </a:lnTo>
                  <a:lnTo>
                    <a:pt x="23439" y="5020"/>
                  </a:lnTo>
                  <a:lnTo>
                    <a:pt x="23517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69" y="5561"/>
                  </a:lnTo>
                  <a:lnTo>
                    <a:pt x="22976" y="5677"/>
                  </a:lnTo>
                  <a:lnTo>
                    <a:pt x="22822" y="5870"/>
                  </a:lnTo>
                  <a:lnTo>
                    <a:pt x="22706" y="6101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2165" y="6179"/>
                  </a:lnTo>
                  <a:lnTo>
                    <a:pt x="21972" y="6217"/>
                  </a:lnTo>
                  <a:lnTo>
                    <a:pt x="21740" y="6256"/>
                  </a:lnTo>
                  <a:lnTo>
                    <a:pt x="21547" y="6372"/>
                  </a:lnTo>
                  <a:lnTo>
                    <a:pt x="21354" y="6565"/>
                  </a:lnTo>
                  <a:lnTo>
                    <a:pt x="21200" y="6758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5986"/>
                  </a:lnTo>
                  <a:lnTo>
                    <a:pt x="20736" y="5870"/>
                  </a:lnTo>
                  <a:lnTo>
                    <a:pt x="20582" y="5792"/>
                  </a:lnTo>
                  <a:lnTo>
                    <a:pt x="20428" y="5754"/>
                  </a:lnTo>
                  <a:lnTo>
                    <a:pt x="20080" y="5754"/>
                  </a:lnTo>
                  <a:lnTo>
                    <a:pt x="19887" y="5831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4"/>
                  </a:lnTo>
                  <a:lnTo>
                    <a:pt x="19462" y="5290"/>
                  </a:lnTo>
                  <a:lnTo>
                    <a:pt x="19385" y="5213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52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58" y="5097"/>
                  </a:lnTo>
                  <a:lnTo>
                    <a:pt x="18381" y="4982"/>
                  </a:lnTo>
                  <a:lnTo>
                    <a:pt x="18304" y="4827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6" y="4557"/>
                  </a:lnTo>
                  <a:lnTo>
                    <a:pt x="17802" y="4518"/>
                  </a:lnTo>
                  <a:lnTo>
                    <a:pt x="17531" y="4518"/>
                  </a:lnTo>
                  <a:lnTo>
                    <a:pt x="17377" y="4557"/>
                  </a:lnTo>
                  <a:lnTo>
                    <a:pt x="17261" y="4634"/>
                  </a:lnTo>
                  <a:lnTo>
                    <a:pt x="17145" y="4711"/>
                  </a:lnTo>
                  <a:lnTo>
                    <a:pt x="17029" y="4827"/>
                  </a:lnTo>
                  <a:lnTo>
                    <a:pt x="16875" y="5059"/>
                  </a:lnTo>
                  <a:lnTo>
                    <a:pt x="16759" y="4904"/>
                  </a:lnTo>
                  <a:lnTo>
                    <a:pt x="16605" y="4788"/>
                  </a:lnTo>
                  <a:lnTo>
                    <a:pt x="16450" y="4673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27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290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29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43"/>
                  </a:lnTo>
                  <a:lnTo>
                    <a:pt x="14288" y="5020"/>
                  </a:lnTo>
                  <a:lnTo>
                    <a:pt x="14172" y="5059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22"/>
                  </a:lnTo>
                  <a:lnTo>
                    <a:pt x="13786" y="5831"/>
                  </a:lnTo>
                  <a:lnTo>
                    <a:pt x="13593" y="5715"/>
                  </a:lnTo>
                  <a:lnTo>
                    <a:pt x="13361" y="5677"/>
                  </a:lnTo>
                  <a:lnTo>
                    <a:pt x="13168" y="5677"/>
                  </a:lnTo>
                  <a:lnTo>
                    <a:pt x="12936" y="5715"/>
                  </a:lnTo>
                  <a:lnTo>
                    <a:pt x="12743" y="5831"/>
                  </a:lnTo>
                  <a:lnTo>
                    <a:pt x="12627" y="5908"/>
                  </a:lnTo>
                  <a:lnTo>
                    <a:pt x="12511" y="6063"/>
                  </a:lnTo>
                  <a:lnTo>
                    <a:pt x="12434" y="6179"/>
                  </a:lnTo>
                  <a:lnTo>
                    <a:pt x="12357" y="6333"/>
                  </a:lnTo>
                  <a:lnTo>
                    <a:pt x="12357" y="6488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6990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376"/>
                  </a:lnTo>
                  <a:lnTo>
                    <a:pt x="11430" y="7530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314" y="7994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18"/>
                  </a:lnTo>
                  <a:lnTo>
                    <a:pt x="11507" y="8573"/>
                  </a:lnTo>
                  <a:lnTo>
                    <a:pt x="11237" y="8650"/>
                  </a:lnTo>
                  <a:lnTo>
                    <a:pt x="10967" y="8766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619" y="9770"/>
                  </a:lnTo>
                  <a:lnTo>
                    <a:pt x="10697" y="10001"/>
                  </a:lnTo>
                  <a:lnTo>
                    <a:pt x="10851" y="10233"/>
                  </a:lnTo>
                  <a:lnTo>
                    <a:pt x="10619" y="10272"/>
                  </a:lnTo>
                  <a:lnTo>
                    <a:pt x="10426" y="10388"/>
                  </a:lnTo>
                  <a:lnTo>
                    <a:pt x="10272" y="10581"/>
                  </a:lnTo>
                  <a:lnTo>
                    <a:pt x="10117" y="10774"/>
                  </a:lnTo>
                  <a:lnTo>
                    <a:pt x="10079" y="10967"/>
                  </a:lnTo>
                  <a:lnTo>
                    <a:pt x="10040" y="11199"/>
                  </a:lnTo>
                  <a:lnTo>
                    <a:pt x="10079" y="11469"/>
                  </a:lnTo>
                  <a:lnTo>
                    <a:pt x="10195" y="11662"/>
                  </a:lnTo>
                  <a:lnTo>
                    <a:pt x="9924" y="11739"/>
                  </a:lnTo>
                  <a:lnTo>
                    <a:pt x="9693" y="11816"/>
                  </a:lnTo>
                  <a:lnTo>
                    <a:pt x="9500" y="11971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57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18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164"/>
                  </a:lnTo>
                  <a:lnTo>
                    <a:pt x="6990" y="12241"/>
                  </a:lnTo>
                  <a:lnTo>
                    <a:pt x="6796" y="12396"/>
                  </a:lnTo>
                  <a:lnTo>
                    <a:pt x="6796" y="12048"/>
                  </a:lnTo>
                  <a:lnTo>
                    <a:pt x="6758" y="11855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392"/>
                  </a:lnTo>
                  <a:lnTo>
                    <a:pt x="6410" y="11276"/>
                  </a:lnTo>
                  <a:lnTo>
                    <a:pt x="6256" y="11199"/>
                  </a:lnTo>
                  <a:lnTo>
                    <a:pt x="6063" y="11160"/>
                  </a:lnTo>
                  <a:lnTo>
                    <a:pt x="5870" y="11121"/>
                  </a:lnTo>
                  <a:lnTo>
                    <a:pt x="5715" y="11160"/>
                  </a:lnTo>
                  <a:lnTo>
                    <a:pt x="5522" y="11199"/>
                  </a:lnTo>
                  <a:lnTo>
                    <a:pt x="5522" y="10928"/>
                  </a:lnTo>
                  <a:lnTo>
                    <a:pt x="5445" y="10697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49"/>
                  </a:lnTo>
                  <a:lnTo>
                    <a:pt x="4943" y="10310"/>
                  </a:lnTo>
                  <a:lnTo>
                    <a:pt x="4673" y="10310"/>
                  </a:lnTo>
                  <a:lnTo>
                    <a:pt x="4557" y="10349"/>
                  </a:lnTo>
                  <a:lnTo>
                    <a:pt x="4518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09" y="9577"/>
                  </a:lnTo>
                  <a:lnTo>
                    <a:pt x="4093" y="9461"/>
                  </a:lnTo>
                  <a:lnTo>
                    <a:pt x="3900" y="9422"/>
                  </a:lnTo>
                  <a:lnTo>
                    <a:pt x="3746" y="9384"/>
                  </a:lnTo>
                  <a:lnTo>
                    <a:pt x="3591" y="9422"/>
                  </a:lnTo>
                  <a:lnTo>
                    <a:pt x="3437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31"/>
                  </a:lnTo>
                  <a:lnTo>
                    <a:pt x="2974" y="9615"/>
                  </a:lnTo>
                  <a:lnTo>
                    <a:pt x="2896" y="9422"/>
                  </a:lnTo>
                  <a:lnTo>
                    <a:pt x="2781" y="9268"/>
                  </a:lnTo>
                  <a:lnTo>
                    <a:pt x="2626" y="9113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8997"/>
                  </a:lnTo>
                  <a:lnTo>
                    <a:pt x="1854" y="9075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499"/>
                  </a:lnTo>
                  <a:lnTo>
                    <a:pt x="1390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272"/>
                  </a:lnTo>
                  <a:lnTo>
                    <a:pt x="386" y="10426"/>
                  </a:lnTo>
                  <a:lnTo>
                    <a:pt x="271" y="10542"/>
                  </a:lnTo>
                  <a:lnTo>
                    <a:pt x="116" y="10851"/>
                  </a:lnTo>
                  <a:lnTo>
                    <a:pt x="39" y="11199"/>
                  </a:lnTo>
                  <a:lnTo>
                    <a:pt x="0" y="11546"/>
                  </a:lnTo>
                  <a:lnTo>
                    <a:pt x="77" y="11894"/>
                  </a:lnTo>
                  <a:lnTo>
                    <a:pt x="193" y="12241"/>
                  </a:lnTo>
                  <a:lnTo>
                    <a:pt x="386" y="12511"/>
                  </a:lnTo>
                  <a:lnTo>
                    <a:pt x="618" y="12782"/>
                  </a:lnTo>
                  <a:lnTo>
                    <a:pt x="811" y="12898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124" y="13091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11"/>
                  </a:lnTo>
                  <a:lnTo>
                    <a:pt x="3360" y="12203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39"/>
                  </a:lnTo>
                  <a:lnTo>
                    <a:pt x="3283" y="11739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50"/>
                  </a:lnTo>
                  <a:lnTo>
                    <a:pt x="2047" y="12666"/>
                  </a:lnTo>
                  <a:lnTo>
                    <a:pt x="1429" y="12666"/>
                  </a:lnTo>
                  <a:lnTo>
                    <a:pt x="1159" y="12550"/>
                  </a:lnTo>
                  <a:lnTo>
                    <a:pt x="966" y="12434"/>
                  </a:lnTo>
                  <a:lnTo>
                    <a:pt x="811" y="12318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55"/>
                  </a:lnTo>
                  <a:lnTo>
                    <a:pt x="502" y="11701"/>
                  </a:lnTo>
                  <a:lnTo>
                    <a:pt x="502" y="11546"/>
                  </a:lnTo>
                  <a:lnTo>
                    <a:pt x="502" y="11353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927" y="10619"/>
                  </a:lnTo>
                  <a:lnTo>
                    <a:pt x="1043" y="10503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317" y="10349"/>
                  </a:lnTo>
                  <a:lnTo>
                    <a:pt x="2587" y="10426"/>
                  </a:lnTo>
                  <a:lnTo>
                    <a:pt x="2858" y="10503"/>
                  </a:lnTo>
                  <a:lnTo>
                    <a:pt x="3128" y="10619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908" y="12666"/>
                  </a:lnTo>
                  <a:lnTo>
                    <a:pt x="6294" y="12936"/>
                  </a:lnTo>
                  <a:lnTo>
                    <a:pt x="6681" y="13207"/>
                  </a:lnTo>
                  <a:lnTo>
                    <a:pt x="7105" y="13400"/>
                  </a:lnTo>
                  <a:lnTo>
                    <a:pt x="7530" y="13593"/>
                  </a:lnTo>
                  <a:lnTo>
                    <a:pt x="7994" y="13708"/>
                  </a:lnTo>
                  <a:lnTo>
                    <a:pt x="8457" y="13786"/>
                  </a:lnTo>
                  <a:lnTo>
                    <a:pt x="8920" y="13747"/>
                  </a:lnTo>
                  <a:lnTo>
                    <a:pt x="9345" y="13670"/>
                  </a:lnTo>
                  <a:lnTo>
                    <a:pt x="9731" y="13515"/>
                  </a:lnTo>
                  <a:lnTo>
                    <a:pt x="10079" y="13322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34"/>
                  </a:lnTo>
                  <a:lnTo>
                    <a:pt x="11121" y="12087"/>
                  </a:lnTo>
                  <a:lnTo>
                    <a:pt x="11314" y="11739"/>
                  </a:lnTo>
                  <a:lnTo>
                    <a:pt x="11507" y="11199"/>
                  </a:lnTo>
                  <a:lnTo>
                    <a:pt x="11662" y="10658"/>
                  </a:lnTo>
                  <a:lnTo>
                    <a:pt x="11971" y="9615"/>
                  </a:lnTo>
                  <a:lnTo>
                    <a:pt x="12164" y="9075"/>
                  </a:lnTo>
                  <a:lnTo>
                    <a:pt x="12357" y="8573"/>
                  </a:lnTo>
                  <a:lnTo>
                    <a:pt x="12627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51"/>
                  </a:lnTo>
                  <a:lnTo>
                    <a:pt x="14017" y="6681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6"/>
                  </a:lnTo>
                  <a:lnTo>
                    <a:pt x="16296" y="5908"/>
                  </a:lnTo>
                  <a:lnTo>
                    <a:pt x="16914" y="5908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2"/>
                  </a:lnTo>
                  <a:lnTo>
                    <a:pt x="21316" y="7607"/>
                  </a:lnTo>
                  <a:lnTo>
                    <a:pt x="21740" y="7685"/>
                  </a:lnTo>
                  <a:lnTo>
                    <a:pt x="22165" y="7723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492"/>
                  </a:lnTo>
                  <a:lnTo>
                    <a:pt x="23748" y="7260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870"/>
                  </a:lnTo>
                  <a:lnTo>
                    <a:pt x="24907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171"/>
                  </a:lnTo>
                  <a:lnTo>
                    <a:pt x="24984" y="3707"/>
                  </a:lnTo>
                  <a:lnTo>
                    <a:pt x="24907" y="3283"/>
                  </a:lnTo>
                  <a:lnTo>
                    <a:pt x="24791" y="2819"/>
                  </a:lnTo>
                  <a:lnTo>
                    <a:pt x="24637" y="2394"/>
                  </a:lnTo>
                  <a:lnTo>
                    <a:pt x="24482" y="1970"/>
                  </a:lnTo>
                  <a:lnTo>
                    <a:pt x="24250" y="1545"/>
                  </a:lnTo>
                  <a:lnTo>
                    <a:pt x="24057" y="1159"/>
                  </a:lnTo>
                  <a:lnTo>
                    <a:pt x="23826" y="811"/>
                  </a:lnTo>
                  <a:lnTo>
                    <a:pt x="23941" y="348"/>
                  </a:lnTo>
                  <a:lnTo>
                    <a:pt x="23594" y="193"/>
                  </a:lnTo>
                  <a:lnTo>
                    <a:pt x="23208" y="77"/>
                  </a:lnTo>
                  <a:lnTo>
                    <a:pt x="23169" y="39"/>
                  </a:lnTo>
                  <a:lnTo>
                    <a:pt x="2309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5"/>
            <p:cNvSpPr/>
            <p:nvPr/>
          </p:nvSpPr>
          <p:spPr>
            <a:xfrm>
              <a:off x="2133125" y="3382150"/>
              <a:ext cx="437350" cy="302200"/>
            </a:xfrm>
            <a:custGeom>
              <a:avLst/>
              <a:gdLst/>
              <a:ahLst/>
              <a:cxnLst/>
              <a:rect l="l" t="t" r="r" b="b"/>
              <a:pathLst>
                <a:path w="17494" h="12088" extrusionOk="0">
                  <a:moveTo>
                    <a:pt x="12087" y="541"/>
                  </a:moveTo>
                  <a:lnTo>
                    <a:pt x="12203" y="580"/>
                  </a:lnTo>
                  <a:lnTo>
                    <a:pt x="12319" y="657"/>
                  </a:lnTo>
                  <a:lnTo>
                    <a:pt x="12628" y="889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93"/>
                  </a:lnTo>
                  <a:lnTo>
                    <a:pt x="13478" y="2279"/>
                  </a:lnTo>
                  <a:lnTo>
                    <a:pt x="13632" y="2665"/>
                  </a:lnTo>
                  <a:lnTo>
                    <a:pt x="13825" y="3476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511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3" y="1738"/>
                  </a:lnTo>
                  <a:lnTo>
                    <a:pt x="11508" y="1429"/>
                  </a:lnTo>
                  <a:lnTo>
                    <a:pt x="11431" y="1082"/>
                  </a:lnTo>
                  <a:lnTo>
                    <a:pt x="11663" y="734"/>
                  </a:lnTo>
                  <a:lnTo>
                    <a:pt x="11779" y="618"/>
                  </a:lnTo>
                  <a:lnTo>
                    <a:pt x="11856" y="541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90" y="1738"/>
                  </a:lnTo>
                  <a:lnTo>
                    <a:pt x="16567" y="1854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704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6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700"/>
                  </a:lnTo>
                  <a:lnTo>
                    <a:pt x="16103" y="1622"/>
                  </a:lnTo>
                  <a:close/>
                  <a:moveTo>
                    <a:pt x="13864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52"/>
                  </a:lnTo>
                  <a:lnTo>
                    <a:pt x="12667" y="5484"/>
                  </a:lnTo>
                  <a:lnTo>
                    <a:pt x="12165" y="5793"/>
                  </a:lnTo>
                  <a:lnTo>
                    <a:pt x="11894" y="5909"/>
                  </a:lnTo>
                  <a:lnTo>
                    <a:pt x="11624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8" y="5291"/>
                  </a:lnTo>
                  <a:lnTo>
                    <a:pt x="11122" y="5098"/>
                  </a:lnTo>
                  <a:lnTo>
                    <a:pt x="11277" y="4982"/>
                  </a:lnTo>
                  <a:lnTo>
                    <a:pt x="11547" y="4750"/>
                  </a:lnTo>
                  <a:lnTo>
                    <a:pt x="11817" y="4673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2" y="5407"/>
                  </a:lnTo>
                  <a:lnTo>
                    <a:pt x="16412" y="5677"/>
                  </a:lnTo>
                  <a:lnTo>
                    <a:pt x="16644" y="6025"/>
                  </a:lnTo>
                  <a:lnTo>
                    <a:pt x="16876" y="6333"/>
                  </a:lnTo>
                  <a:lnTo>
                    <a:pt x="16992" y="6681"/>
                  </a:lnTo>
                  <a:lnTo>
                    <a:pt x="16992" y="6835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374" y="7337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835"/>
                  </a:lnTo>
                  <a:lnTo>
                    <a:pt x="15370" y="6565"/>
                  </a:lnTo>
                  <a:lnTo>
                    <a:pt x="15061" y="6179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78"/>
                  </a:lnTo>
                  <a:lnTo>
                    <a:pt x="11470" y="116"/>
                  </a:lnTo>
                  <a:lnTo>
                    <a:pt x="11354" y="232"/>
                  </a:lnTo>
                  <a:lnTo>
                    <a:pt x="11161" y="425"/>
                  </a:lnTo>
                  <a:lnTo>
                    <a:pt x="11006" y="618"/>
                  </a:lnTo>
                  <a:lnTo>
                    <a:pt x="10929" y="812"/>
                  </a:lnTo>
                  <a:lnTo>
                    <a:pt x="10929" y="1043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700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2" y="2742"/>
                  </a:lnTo>
                  <a:lnTo>
                    <a:pt x="12396" y="3090"/>
                  </a:lnTo>
                  <a:lnTo>
                    <a:pt x="12860" y="3437"/>
                  </a:lnTo>
                  <a:lnTo>
                    <a:pt x="12860" y="3437"/>
                  </a:lnTo>
                  <a:lnTo>
                    <a:pt x="12049" y="3322"/>
                  </a:lnTo>
                  <a:lnTo>
                    <a:pt x="11199" y="3283"/>
                  </a:lnTo>
                  <a:lnTo>
                    <a:pt x="10388" y="3360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45"/>
                  </a:lnTo>
                  <a:lnTo>
                    <a:pt x="9075" y="1622"/>
                  </a:lnTo>
                  <a:lnTo>
                    <a:pt x="9153" y="2124"/>
                  </a:lnTo>
                  <a:lnTo>
                    <a:pt x="9153" y="2626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630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50"/>
                  </a:lnTo>
                  <a:lnTo>
                    <a:pt x="5832" y="5252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51"/>
                  </a:lnTo>
                  <a:lnTo>
                    <a:pt x="3090" y="7724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56"/>
                  </a:lnTo>
                  <a:lnTo>
                    <a:pt x="542" y="10967"/>
                  </a:lnTo>
                  <a:lnTo>
                    <a:pt x="1" y="11817"/>
                  </a:lnTo>
                  <a:lnTo>
                    <a:pt x="349" y="12087"/>
                  </a:lnTo>
                  <a:lnTo>
                    <a:pt x="1546" y="10542"/>
                  </a:lnTo>
                  <a:lnTo>
                    <a:pt x="2743" y="8998"/>
                  </a:lnTo>
                  <a:lnTo>
                    <a:pt x="3360" y="8226"/>
                  </a:lnTo>
                  <a:lnTo>
                    <a:pt x="4017" y="7531"/>
                  </a:lnTo>
                  <a:lnTo>
                    <a:pt x="4712" y="6835"/>
                  </a:lnTo>
                  <a:lnTo>
                    <a:pt x="5484" y="6179"/>
                  </a:lnTo>
                  <a:lnTo>
                    <a:pt x="6257" y="5600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8" y="4441"/>
                  </a:lnTo>
                  <a:lnTo>
                    <a:pt x="8921" y="4287"/>
                  </a:lnTo>
                  <a:lnTo>
                    <a:pt x="9423" y="4132"/>
                  </a:lnTo>
                  <a:lnTo>
                    <a:pt x="9886" y="4017"/>
                  </a:lnTo>
                  <a:lnTo>
                    <a:pt x="10388" y="3939"/>
                  </a:lnTo>
                  <a:lnTo>
                    <a:pt x="10852" y="3862"/>
                  </a:lnTo>
                  <a:lnTo>
                    <a:pt x="11354" y="3823"/>
                  </a:lnTo>
                  <a:lnTo>
                    <a:pt x="11856" y="3823"/>
                  </a:lnTo>
                  <a:lnTo>
                    <a:pt x="12358" y="3862"/>
                  </a:lnTo>
                  <a:lnTo>
                    <a:pt x="12860" y="3939"/>
                  </a:lnTo>
                  <a:lnTo>
                    <a:pt x="12358" y="4017"/>
                  </a:lnTo>
                  <a:lnTo>
                    <a:pt x="11856" y="4132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712"/>
                  </a:lnTo>
                  <a:lnTo>
                    <a:pt x="10697" y="4866"/>
                  </a:lnTo>
                  <a:lnTo>
                    <a:pt x="10543" y="5098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86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3"/>
                  </a:lnTo>
                  <a:lnTo>
                    <a:pt x="11006" y="6449"/>
                  </a:lnTo>
                  <a:lnTo>
                    <a:pt x="11585" y="6449"/>
                  </a:lnTo>
                  <a:lnTo>
                    <a:pt x="11894" y="6372"/>
                  </a:lnTo>
                  <a:lnTo>
                    <a:pt x="12165" y="6295"/>
                  </a:lnTo>
                  <a:lnTo>
                    <a:pt x="12628" y="6063"/>
                  </a:lnTo>
                  <a:lnTo>
                    <a:pt x="13053" y="5831"/>
                  </a:lnTo>
                  <a:lnTo>
                    <a:pt x="13439" y="5523"/>
                  </a:lnTo>
                  <a:lnTo>
                    <a:pt x="13400" y="5561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47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876" y="7878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6"/>
                  </a:lnTo>
                  <a:lnTo>
                    <a:pt x="17378" y="7531"/>
                  </a:lnTo>
                  <a:lnTo>
                    <a:pt x="17416" y="7415"/>
                  </a:lnTo>
                  <a:lnTo>
                    <a:pt x="17455" y="7260"/>
                  </a:lnTo>
                  <a:lnTo>
                    <a:pt x="17494" y="6951"/>
                  </a:lnTo>
                  <a:lnTo>
                    <a:pt x="17416" y="6642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827"/>
                  </a:lnTo>
                  <a:lnTo>
                    <a:pt x="16026" y="4634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39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90"/>
                  </a:lnTo>
                  <a:lnTo>
                    <a:pt x="16914" y="2897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6" y="2202"/>
                  </a:lnTo>
                  <a:lnTo>
                    <a:pt x="17107" y="1931"/>
                  </a:lnTo>
                  <a:lnTo>
                    <a:pt x="17069" y="1700"/>
                  </a:lnTo>
                  <a:lnTo>
                    <a:pt x="16914" y="1507"/>
                  </a:lnTo>
                  <a:lnTo>
                    <a:pt x="16760" y="1352"/>
                  </a:lnTo>
                  <a:lnTo>
                    <a:pt x="16567" y="1236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75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80" y="2472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89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55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5"/>
            <p:cNvSpPr/>
            <p:nvPr/>
          </p:nvSpPr>
          <p:spPr>
            <a:xfrm>
              <a:off x="2371575" y="3521175"/>
              <a:ext cx="106225" cy="123575"/>
            </a:xfrm>
            <a:custGeom>
              <a:avLst/>
              <a:gdLst/>
              <a:ahLst/>
              <a:cxnLst/>
              <a:rect l="l" t="t" r="r" b="b"/>
              <a:pathLst>
                <a:path w="4249" h="4943" extrusionOk="0">
                  <a:moveTo>
                    <a:pt x="3862" y="0"/>
                  </a:moveTo>
                  <a:lnTo>
                    <a:pt x="3592" y="541"/>
                  </a:lnTo>
                  <a:lnTo>
                    <a:pt x="3245" y="1120"/>
                  </a:lnTo>
                  <a:lnTo>
                    <a:pt x="2897" y="1661"/>
                  </a:lnTo>
                  <a:lnTo>
                    <a:pt x="2511" y="2163"/>
                  </a:lnTo>
                  <a:lnTo>
                    <a:pt x="1932" y="2858"/>
                  </a:lnTo>
                  <a:lnTo>
                    <a:pt x="1314" y="3475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48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50"/>
                  </a:lnTo>
                  <a:lnTo>
                    <a:pt x="966" y="4518"/>
                  </a:lnTo>
                  <a:lnTo>
                    <a:pt x="1314" y="4209"/>
                  </a:lnTo>
                  <a:lnTo>
                    <a:pt x="1700" y="3900"/>
                  </a:lnTo>
                  <a:lnTo>
                    <a:pt x="2009" y="3553"/>
                  </a:lnTo>
                  <a:lnTo>
                    <a:pt x="2356" y="3167"/>
                  </a:lnTo>
                  <a:lnTo>
                    <a:pt x="2897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2"/>
                  </a:lnTo>
                  <a:lnTo>
                    <a:pt x="4248" y="155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5"/>
            <p:cNvSpPr/>
            <p:nvPr/>
          </p:nvSpPr>
          <p:spPr>
            <a:xfrm>
              <a:off x="2320425" y="3522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1"/>
                  </a:moveTo>
                  <a:lnTo>
                    <a:pt x="1004" y="310"/>
                  </a:ln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314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507"/>
                  </a:lnTo>
                  <a:lnTo>
                    <a:pt x="579" y="1430"/>
                  </a:lnTo>
                  <a:lnTo>
                    <a:pt x="502" y="1314"/>
                  </a:lnTo>
                  <a:lnTo>
                    <a:pt x="464" y="1236"/>
                  </a:lnTo>
                  <a:lnTo>
                    <a:pt x="425" y="1005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426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1"/>
                  </a:moveTo>
                  <a:lnTo>
                    <a:pt x="850" y="39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117"/>
                  </a:lnTo>
                  <a:lnTo>
                    <a:pt x="271" y="232"/>
                  </a:lnTo>
                  <a:lnTo>
                    <a:pt x="155" y="348"/>
                  </a:lnTo>
                  <a:lnTo>
                    <a:pt x="77" y="541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68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932"/>
                  </a:lnTo>
                  <a:lnTo>
                    <a:pt x="1622" y="1816"/>
                  </a:lnTo>
                  <a:lnTo>
                    <a:pt x="1777" y="1700"/>
                  </a:lnTo>
                  <a:lnTo>
                    <a:pt x="1892" y="1545"/>
                  </a:lnTo>
                  <a:lnTo>
                    <a:pt x="1970" y="1352"/>
                  </a:lnTo>
                  <a:lnTo>
                    <a:pt x="2047" y="1198"/>
                  </a:lnTo>
                  <a:lnTo>
                    <a:pt x="2085" y="1005"/>
                  </a:lnTo>
                  <a:lnTo>
                    <a:pt x="2047" y="812"/>
                  </a:lnTo>
                  <a:lnTo>
                    <a:pt x="1970" y="619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78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5"/>
            <p:cNvSpPr/>
            <p:nvPr/>
          </p:nvSpPr>
          <p:spPr>
            <a:xfrm>
              <a:off x="2264425" y="357522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8"/>
                  </a:lnTo>
                  <a:lnTo>
                    <a:pt x="3939" y="4248"/>
                  </a:lnTo>
                  <a:lnTo>
                    <a:pt x="4017" y="5407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917"/>
                  </a:lnTo>
                  <a:lnTo>
                    <a:pt x="3901" y="8534"/>
                  </a:lnTo>
                  <a:lnTo>
                    <a:pt x="3746" y="9152"/>
                  </a:lnTo>
                  <a:lnTo>
                    <a:pt x="3515" y="9732"/>
                  </a:lnTo>
                  <a:lnTo>
                    <a:pt x="3244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93"/>
                  </a:lnTo>
                  <a:lnTo>
                    <a:pt x="773" y="9384"/>
                  </a:lnTo>
                  <a:lnTo>
                    <a:pt x="696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618" y="2742"/>
                  </a:lnTo>
                  <a:lnTo>
                    <a:pt x="1391" y="2395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39"/>
                  </a:lnTo>
                  <a:lnTo>
                    <a:pt x="3476" y="310"/>
                  </a:lnTo>
                  <a:lnTo>
                    <a:pt x="3051" y="657"/>
                  </a:lnTo>
                  <a:lnTo>
                    <a:pt x="2626" y="966"/>
                  </a:lnTo>
                  <a:lnTo>
                    <a:pt x="2202" y="1313"/>
                  </a:lnTo>
                  <a:lnTo>
                    <a:pt x="1314" y="1893"/>
                  </a:lnTo>
                  <a:lnTo>
                    <a:pt x="425" y="2472"/>
                  </a:lnTo>
                  <a:lnTo>
                    <a:pt x="348" y="2549"/>
                  </a:lnTo>
                  <a:lnTo>
                    <a:pt x="348" y="2626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3"/>
                  </a:lnTo>
                  <a:lnTo>
                    <a:pt x="155" y="4866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4"/>
                  </a:lnTo>
                  <a:lnTo>
                    <a:pt x="1391" y="11199"/>
                  </a:lnTo>
                  <a:lnTo>
                    <a:pt x="1622" y="11315"/>
                  </a:lnTo>
                  <a:lnTo>
                    <a:pt x="1816" y="11392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53"/>
                  </a:lnTo>
                  <a:lnTo>
                    <a:pt x="3051" y="11237"/>
                  </a:lnTo>
                  <a:lnTo>
                    <a:pt x="3283" y="11044"/>
                  </a:lnTo>
                  <a:lnTo>
                    <a:pt x="3476" y="10890"/>
                  </a:lnTo>
                  <a:lnTo>
                    <a:pt x="3669" y="10658"/>
                  </a:lnTo>
                  <a:lnTo>
                    <a:pt x="3823" y="10388"/>
                  </a:lnTo>
                  <a:lnTo>
                    <a:pt x="3978" y="10156"/>
                  </a:lnTo>
                  <a:lnTo>
                    <a:pt x="4171" y="9538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222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57" y="4982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1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39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5"/>
            <p:cNvSpPr/>
            <p:nvPr/>
          </p:nvSpPr>
          <p:spPr>
            <a:xfrm>
              <a:off x="2268300" y="338120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70"/>
                  </a:lnTo>
                  <a:lnTo>
                    <a:pt x="1120" y="463"/>
                  </a:lnTo>
                  <a:lnTo>
                    <a:pt x="850" y="656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64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90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68"/>
                  </a:lnTo>
                  <a:lnTo>
                    <a:pt x="502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815"/>
                  </a:lnTo>
                  <a:lnTo>
                    <a:pt x="888" y="1583"/>
                  </a:lnTo>
                  <a:lnTo>
                    <a:pt x="1043" y="1352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92" y="656"/>
                  </a:lnTo>
                  <a:lnTo>
                    <a:pt x="2124" y="579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5"/>
                  </a:lnTo>
                  <a:lnTo>
                    <a:pt x="3514" y="1158"/>
                  </a:lnTo>
                  <a:lnTo>
                    <a:pt x="3591" y="1390"/>
                  </a:lnTo>
                  <a:lnTo>
                    <a:pt x="3668" y="1660"/>
                  </a:lnTo>
                  <a:lnTo>
                    <a:pt x="4132" y="1583"/>
                  </a:lnTo>
                  <a:lnTo>
                    <a:pt x="4016" y="1197"/>
                  </a:lnTo>
                  <a:lnTo>
                    <a:pt x="3823" y="811"/>
                  </a:lnTo>
                  <a:lnTo>
                    <a:pt x="3630" y="541"/>
                  </a:lnTo>
                  <a:lnTo>
                    <a:pt x="3398" y="270"/>
                  </a:lnTo>
                  <a:lnTo>
                    <a:pt x="3244" y="193"/>
                  </a:lnTo>
                  <a:lnTo>
                    <a:pt x="3089" y="116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5"/>
            <p:cNvSpPr/>
            <p:nvPr/>
          </p:nvSpPr>
          <p:spPr>
            <a:xfrm>
              <a:off x="2141825" y="3698800"/>
              <a:ext cx="126500" cy="70500"/>
            </a:xfrm>
            <a:custGeom>
              <a:avLst/>
              <a:gdLst/>
              <a:ahLst/>
              <a:cxnLst/>
              <a:rect l="l" t="t" r="r" b="b"/>
              <a:pathLst>
                <a:path w="5060" h="2820" extrusionOk="0">
                  <a:moveTo>
                    <a:pt x="4905" y="0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3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0"/>
                  </a:lnTo>
                  <a:lnTo>
                    <a:pt x="1" y="2587"/>
                  </a:lnTo>
                  <a:lnTo>
                    <a:pt x="39" y="2703"/>
                  </a:lnTo>
                  <a:lnTo>
                    <a:pt x="116" y="2781"/>
                  </a:lnTo>
                  <a:lnTo>
                    <a:pt x="387" y="2819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1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5"/>
            <p:cNvSpPr/>
            <p:nvPr/>
          </p:nvSpPr>
          <p:spPr>
            <a:xfrm>
              <a:off x="2258625" y="3569425"/>
              <a:ext cx="44450" cy="43475"/>
            </a:xfrm>
            <a:custGeom>
              <a:avLst/>
              <a:gdLst/>
              <a:ahLst/>
              <a:cxnLst/>
              <a:rect l="l" t="t" r="r" b="b"/>
              <a:pathLst>
                <a:path w="1778" h="1739" extrusionOk="0">
                  <a:moveTo>
                    <a:pt x="773" y="310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9"/>
                  </a:lnTo>
                  <a:lnTo>
                    <a:pt x="1391" y="773"/>
                  </a:lnTo>
                  <a:lnTo>
                    <a:pt x="1391" y="966"/>
                  </a:lnTo>
                  <a:lnTo>
                    <a:pt x="1352" y="1044"/>
                  </a:lnTo>
                  <a:lnTo>
                    <a:pt x="1275" y="1159"/>
                  </a:lnTo>
                  <a:lnTo>
                    <a:pt x="1198" y="1237"/>
                  </a:lnTo>
                  <a:lnTo>
                    <a:pt x="1082" y="1314"/>
                  </a:lnTo>
                  <a:lnTo>
                    <a:pt x="889" y="1352"/>
                  </a:lnTo>
                  <a:lnTo>
                    <a:pt x="696" y="1352"/>
                  </a:lnTo>
                  <a:lnTo>
                    <a:pt x="542" y="1237"/>
                  </a:lnTo>
                  <a:lnTo>
                    <a:pt x="426" y="1082"/>
                  </a:lnTo>
                  <a:lnTo>
                    <a:pt x="387" y="889"/>
                  </a:lnTo>
                  <a:lnTo>
                    <a:pt x="387" y="735"/>
                  </a:lnTo>
                  <a:lnTo>
                    <a:pt x="464" y="580"/>
                  </a:lnTo>
                  <a:lnTo>
                    <a:pt x="542" y="387"/>
                  </a:lnTo>
                  <a:lnTo>
                    <a:pt x="542" y="348"/>
                  </a:lnTo>
                  <a:lnTo>
                    <a:pt x="773" y="310"/>
                  </a:lnTo>
                  <a:close/>
                  <a:moveTo>
                    <a:pt x="773" y="1"/>
                  </a:moveTo>
                  <a:lnTo>
                    <a:pt x="619" y="40"/>
                  </a:lnTo>
                  <a:lnTo>
                    <a:pt x="464" y="117"/>
                  </a:lnTo>
                  <a:lnTo>
                    <a:pt x="426" y="155"/>
                  </a:lnTo>
                  <a:lnTo>
                    <a:pt x="348" y="194"/>
                  </a:lnTo>
                  <a:lnTo>
                    <a:pt x="233" y="271"/>
                  </a:lnTo>
                  <a:lnTo>
                    <a:pt x="117" y="387"/>
                  </a:lnTo>
                  <a:lnTo>
                    <a:pt x="40" y="503"/>
                  </a:lnTo>
                  <a:lnTo>
                    <a:pt x="1" y="657"/>
                  </a:lnTo>
                  <a:lnTo>
                    <a:pt x="1" y="850"/>
                  </a:lnTo>
                  <a:lnTo>
                    <a:pt x="1" y="1005"/>
                  </a:lnTo>
                  <a:lnTo>
                    <a:pt x="40" y="1159"/>
                  </a:lnTo>
                  <a:lnTo>
                    <a:pt x="117" y="1314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9" y="1739"/>
                  </a:lnTo>
                  <a:lnTo>
                    <a:pt x="966" y="1739"/>
                  </a:lnTo>
                  <a:lnTo>
                    <a:pt x="1121" y="1700"/>
                  </a:lnTo>
                  <a:lnTo>
                    <a:pt x="1275" y="1623"/>
                  </a:lnTo>
                  <a:lnTo>
                    <a:pt x="1430" y="1545"/>
                  </a:lnTo>
                  <a:lnTo>
                    <a:pt x="1584" y="1430"/>
                  </a:lnTo>
                  <a:lnTo>
                    <a:pt x="1661" y="1275"/>
                  </a:lnTo>
                  <a:lnTo>
                    <a:pt x="1739" y="1121"/>
                  </a:lnTo>
                  <a:lnTo>
                    <a:pt x="1777" y="928"/>
                  </a:lnTo>
                  <a:lnTo>
                    <a:pt x="1777" y="773"/>
                  </a:lnTo>
                  <a:lnTo>
                    <a:pt x="1739" y="580"/>
                  </a:lnTo>
                  <a:lnTo>
                    <a:pt x="1661" y="426"/>
                  </a:lnTo>
                  <a:lnTo>
                    <a:pt x="1546" y="271"/>
                  </a:lnTo>
                  <a:lnTo>
                    <a:pt x="1430" y="155"/>
                  </a:lnTo>
                  <a:lnTo>
                    <a:pt x="1275" y="78"/>
                  </a:lnTo>
                  <a:lnTo>
                    <a:pt x="1121" y="40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5"/>
            <p:cNvSpPr/>
            <p:nvPr/>
          </p:nvSpPr>
          <p:spPr>
            <a:xfrm>
              <a:off x="2208425" y="362157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4" y="386"/>
                  </a:moveTo>
                  <a:lnTo>
                    <a:pt x="1121" y="425"/>
                  </a:lnTo>
                  <a:lnTo>
                    <a:pt x="1198" y="463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9" y="1274"/>
                  </a:lnTo>
                  <a:lnTo>
                    <a:pt x="696" y="1236"/>
                  </a:lnTo>
                  <a:lnTo>
                    <a:pt x="542" y="1159"/>
                  </a:lnTo>
                  <a:lnTo>
                    <a:pt x="464" y="1081"/>
                  </a:lnTo>
                  <a:lnTo>
                    <a:pt x="426" y="965"/>
                  </a:lnTo>
                  <a:lnTo>
                    <a:pt x="387" y="888"/>
                  </a:lnTo>
                  <a:lnTo>
                    <a:pt x="387" y="772"/>
                  </a:lnTo>
                  <a:lnTo>
                    <a:pt x="426" y="579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850" y="0"/>
                  </a:moveTo>
                  <a:lnTo>
                    <a:pt x="735" y="39"/>
                  </a:lnTo>
                  <a:lnTo>
                    <a:pt x="619" y="77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79"/>
                  </a:lnTo>
                  <a:lnTo>
                    <a:pt x="40" y="734"/>
                  </a:lnTo>
                  <a:lnTo>
                    <a:pt x="1" y="888"/>
                  </a:lnTo>
                  <a:lnTo>
                    <a:pt x="40" y="1043"/>
                  </a:lnTo>
                  <a:lnTo>
                    <a:pt x="78" y="1197"/>
                  </a:lnTo>
                  <a:lnTo>
                    <a:pt x="194" y="1352"/>
                  </a:lnTo>
                  <a:lnTo>
                    <a:pt x="310" y="1467"/>
                  </a:lnTo>
                  <a:lnTo>
                    <a:pt x="464" y="1583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5"/>
            <p:cNvSpPr/>
            <p:nvPr/>
          </p:nvSpPr>
          <p:spPr>
            <a:xfrm>
              <a:off x="2017300" y="364860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271" y="0"/>
                  </a:moveTo>
                  <a:lnTo>
                    <a:pt x="155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39" y="386"/>
                  </a:lnTo>
                  <a:lnTo>
                    <a:pt x="348" y="888"/>
                  </a:lnTo>
                  <a:lnTo>
                    <a:pt x="657" y="1390"/>
                  </a:lnTo>
                  <a:lnTo>
                    <a:pt x="1043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205"/>
                  </a:lnTo>
                  <a:lnTo>
                    <a:pt x="2703" y="3553"/>
                  </a:lnTo>
                  <a:lnTo>
                    <a:pt x="3205" y="3900"/>
                  </a:lnTo>
                  <a:lnTo>
                    <a:pt x="3553" y="3746"/>
                  </a:lnTo>
                  <a:lnTo>
                    <a:pt x="2780" y="3012"/>
                  </a:lnTo>
                  <a:lnTo>
                    <a:pt x="2047" y="2240"/>
                  </a:lnTo>
                  <a:lnTo>
                    <a:pt x="1352" y="1429"/>
                  </a:lnTo>
                  <a:lnTo>
                    <a:pt x="1043" y="1004"/>
                  </a:lnTo>
                  <a:lnTo>
                    <a:pt x="734" y="541"/>
                  </a:lnTo>
                  <a:lnTo>
                    <a:pt x="1622" y="695"/>
                  </a:lnTo>
                  <a:lnTo>
                    <a:pt x="2510" y="888"/>
                  </a:lnTo>
                  <a:lnTo>
                    <a:pt x="3012" y="1043"/>
                  </a:lnTo>
                  <a:lnTo>
                    <a:pt x="3514" y="1197"/>
                  </a:lnTo>
                  <a:lnTo>
                    <a:pt x="4016" y="1390"/>
                  </a:lnTo>
                  <a:lnTo>
                    <a:pt x="4518" y="1506"/>
                  </a:lnTo>
                  <a:lnTo>
                    <a:pt x="4595" y="1506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84"/>
                  </a:lnTo>
                  <a:lnTo>
                    <a:pt x="4904" y="1506"/>
                  </a:lnTo>
                  <a:lnTo>
                    <a:pt x="4982" y="1429"/>
                  </a:lnTo>
                  <a:lnTo>
                    <a:pt x="4634" y="1159"/>
                  </a:lnTo>
                  <a:lnTo>
                    <a:pt x="4171" y="888"/>
                  </a:lnTo>
                  <a:lnTo>
                    <a:pt x="3630" y="657"/>
                  </a:lnTo>
                  <a:lnTo>
                    <a:pt x="3089" y="464"/>
                  </a:lnTo>
                  <a:lnTo>
                    <a:pt x="2510" y="309"/>
                  </a:lnTo>
                  <a:lnTo>
                    <a:pt x="1931" y="193"/>
                  </a:lnTo>
                  <a:lnTo>
                    <a:pt x="1352" y="116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5"/>
            <p:cNvSpPr/>
            <p:nvPr/>
          </p:nvSpPr>
          <p:spPr>
            <a:xfrm>
              <a:off x="2084875" y="3742225"/>
              <a:ext cx="66625" cy="99475"/>
            </a:xfrm>
            <a:custGeom>
              <a:avLst/>
              <a:gdLst/>
              <a:ahLst/>
              <a:cxnLst/>
              <a:rect l="l" t="t" r="r" b="b"/>
              <a:pathLst>
                <a:path w="2665" h="3979" extrusionOk="0">
                  <a:moveTo>
                    <a:pt x="850" y="1"/>
                  </a:moveTo>
                  <a:lnTo>
                    <a:pt x="502" y="155"/>
                  </a:lnTo>
                  <a:lnTo>
                    <a:pt x="618" y="233"/>
                  </a:lnTo>
                  <a:lnTo>
                    <a:pt x="464" y="619"/>
                  </a:lnTo>
                  <a:lnTo>
                    <a:pt x="271" y="1082"/>
                  </a:lnTo>
                  <a:lnTo>
                    <a:pt x="116" y="1623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74"/>
                  </a:lnTo>
                  <a:lnTo>
                    <a:pt x="77" y="3206"/>
                  </a:lnTo>
                  <a:lnTo>
                    <a:pt x="155" y="3399"/>
                  </a:lnTo>
                  <a:lnTo>
                    <a:pt x="309" y="3592"/>
                  </a:lnTo>
                  <a:lnTo>
                    <a:pt x="464" y="3747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78"/>
                  </a:lnTo>
                  <a:lnTo>
                    <a:pt x="1313" y="3940"/>
                  </a:lnTo>
                  <a:lnTo>
                    <a:pt x="1506" y="3824"/>
                  </a:lnTo>
                  <a:lnTo>
                    <a:pt x="1661" y="3708"/>
                  </a:lnTo>
                  <a:lnTo>
                    <a:pt x="1815" y="3515"/>
                  </a:lnTo>
                  <a:lnTo>
                    <a:pt x="1970" y="3322"/>
                  </a:lnTo>
                  <a:lnTo>
                    <a:pt x="2085" y="3090"/>
                  </a:lnTo>
                  <a:lnTo>
                    <a:pt x="2317" y="2550"/>
                  </a:lnTo>
                  <a:lnTo>
                    <a:pt x="2510" y="2009"/>
                  </a:lnTo>
                  <a:lnTo>
                    <a:pt x="2626" y="1507"/>
                  </a:lnTo>
                  <a:lnTo>
                    <a:pt x="2665" y="1082"/>
                  </a:lnTo>
                  <a:lnTo>
                    <a:pt x="2394" y="1044"/>
                  </a:lnTo>
                  <a:lnTo>
                    <a:pt x="2008" y="2048"/>
                  </a:lnTo>
                  <a:lnTo>
                    <a:pt x="1738" y="2704"/>
                  </a:lnTo>
                  <a:lnTo>
                    <a:pt x="1545" y="3052"/>
                  </a:lnTo>
                  <a:lnTo>
                    <a:pt x="1468" y="3206"/>
                  </a:lnTo>
                  <a:lnTo>
                    <a:pt x="1313" y="3322"/>
                  </a:lnTo>
                  <a:lnTo>
                    <a:pt x="1159" y="3322"/>
                  </a:lnTo>
                  <a:lnTo>
                    <a:pt x="966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936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79" y="2086"/>
                  </a:lnTo>
                  <a:lnTo>
                    <a:pt x="618" y="1623"/>
                  </a:lnTo>
                  <a:lnTo>
                    <a:pt x="734" y="1198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5"/>
            <p:cNvSpPr/>
            <p:nvPr/>
          </p:nvSpPr>
          <p:spPr>
            <a:xfrm>
              <a:off x="456275" y="23994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80"/>
                  </a:lnTo>
                  <a:lnTo>
                    <a:pt x="12280" y="657"/>
                  </a:lnTo>
                  <a:lnTo>
                    <a:pt x="12628" y="850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54"/>
                  </a:lnTo>
                  <a:lnTo>
                    <a:pt x="13478" y="2240"/>
                  </a:lnTo>
                  <a:lnTo>
                    <a:pt x="13632" y="2665"/>
                  </a:lnTo>
                  <a:lnTo>
                    <a:pt x="13825" y="3438"/>
                  </a:lnTo>
                  <a:lnTo>
                    <a:pt x="13825" y="3438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472"/>
                  </a:lnTo>
                  <a:lnTo>
                    <a:pt x="12010" y="2125"/>
                  </a:lnTo>
                  <a:lnTo>
                    <a:pt x="11817" y="1932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734"/>
                  </a:lnTo>
                  <a:lnTo>
                    <a:pt x="11740" y="619"/>
                  </a:lnTo>
                  <a:lnTo>
                    <a:pt x="11856" y="541"/>
                  </a:lnTo>
                  <a:lnTo>
                    <a:pt x="11972" y="503"/>
                  </a:lnTo>
                  <a:close/>
                  <a:moveTo>
                    <a:pt x="16219" y="1584"/>
                  </a:moveTo>
                  <a:lnTo>
                    <a:pt x="16296" y="1623"/>
                  </a:lnTo>
                  <a:lnTo>
                    <a:pt x="16412" y="1661"/>
                  </a:lnTo>
                  <a:lnTo>
                    <a:pt x="16490" y="1738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7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661"/>
                  </a:lnTo>
                  <a:lnTo>
                    <a:pt x="16103" y="1623"/>
                  </a:lnTo>
                  <a:lnTo>
                    <a:pt x="16219" y="1584"/>
                  </a:lnTo>
                  <a:close/>
                  <a:moveTo>
                    <a:pt x="13825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9"/>
                  </a:lnTo>
                  <a:lnTo>
                    <a:pt x="10890" y="5445"/>
                  </a:lnTo>
                  <a:lnTo>
                    <a:pt x="10968" y="5252"/>
                  </a:lnTo>
                  <a:lnTo>
                    <a:pt x="11122" y="5098"/>
                  </a:lnTo>
                  <a:lnTo>
                    <a:pt x="11277" y="4943"/>
                  </a:lnTo>
                  <a:lnTo>
                    <a:pt x="11547" y="4750"/>
                  </a:lnTo>
                  <a:lnTo>
                    <a:pt x="11817" y="4635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25" y="4287"/>
                  </a:lnTo>
                  <a:close/>
                  <a:moveTo>
                    <a:pt x="14404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7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44" y="5986"/>
                  </a:lnTo>
                  <a:lnTo>
                    <a:pt x="16876" y="6334"/>
                  </a:lnTo>
                  <a:lnTo>
                    <a:pt x="16992" y="6681"/>
                  </a:lnTo>
                  <a:lnTo>
                    <a:pt x="16992" y="6836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8"/>
                  </a:lnTo>
                  <a:lnTo>
                    <a:pt x="16374" y="7338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370" y="6565"/>
                  </a:lnTo>
                  <a:lnTo>
                    <a:pt x="15061" y="6141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06" y="619"/>
                  </a:lnTo>
                  <a:lnTo>
                    <a:pt x="10929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33" y="2742"/>
                  </a:lnTo>
                  <a:lnTo>
                    <a:pt x="12396" y="3090"/>
                  </a:lnTo>
                  <a:lnTo>
                    <a:pt x="12860" y="3399"/>
                  </a:lnTo>
                  <a:lnTo>
                    <a:pt x="12860" y="3399"/>
                  </a:lnTo>
                  <a:lnTo>
                    <a:pt x="12049" y="3283"/>
                  </a:lnTo>
                  <a:lnTo>
                    <a:pt x="11199" y="3283"/>
                  </a:lnTo>
                  <a:lnTo>
                    <a:pt x="10388" y="3322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623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082" y="10156"/>
                  </a:lnTo>
                  <a:lnTo>
                    <a:pt x="503" y="10967"/>
                  </a:lnTo>
                  <a:lnTo>
                    <a:pt x="1" y="11778"/>
                  </a:lnTo>
                  <a:lnTo>
                    <a:pt x="348" y="12049"/>
                  </a:lnTo>
                  <a:lnTo>
                    <a:pt x="1546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79"/>
                  </a:lnTo>
                  <a:lnTo>
                    <a:pt x="6257" y="5561"/>
                  </a:lnTo>
                  <a:lnTo>
                    <a:pt x="7106" y="5059"/>
                  </a:lnTo>
                  <a:lnTo>
                    <a:pt x="7994" y="4596"/>
                  </a:lnTo>
                  <a:lnTo>
                    <a:pt x="8458" y="4441"/>
                  </a:lnTo>
                  <a:lnTo>
                    <a:pt x="8921" y="4248"/>
                  </a:lnTo>
                  <a:lnTo>
                    <a:pt x="9423" y="4133"/>
                  </a:lnTo>
                  <a:lnTo>
                    <a:pt x="9886" y="4017"/>
                  </a:lnTo>
                  <a:lnTo>
                    <a:pt x="10388" y="3901"/>
                  </a:lnTo>
                  <a:lnTo>
                    <a:pt x="10852" y="3862"/>
                  </a:lnTo>
                  <a:lnTo>
                    <a:pt x="11354" y="3824"/>
                  </a:lnTo>
                  <a:lnTo>
                    <a:pt x="11856" y="3824"/>
                  </a:lnTo>
                  <a:lnTo>
                    <a:pt x="12358" y="3862"/>
                  </a:lnTo>
                  <a:lnTo>
                    <a:pt x="12860" y="3901"/>
                  </a:lnTo>
                  <a:lnTo>
                    <a:pt x="12319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47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4"/>
                  </a:lnTo>
                  <a:lnTo>
                    <a:pt x="11006" y="6411"/>
                  </a:lnTo>
                  <a:lnTo>
                    <a:pt x="11277" y="6449"/>
                  </a:lnTo>
                  <a:lnTo>
                    <a:pt x="11585" y="6411"/>
                  </a:lnTo>
                  <a:lnTo>
                    <a:pt x="11856" y="6372"/>
                  </a:lnTo>
                  <a:lnTo>
                    <a:pt x="12165" y="6256"/>
                  </a:lnTo>
                  <a:lnTo>
                    <a:pt x="12628" y="6063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760" y="7878"/>
                  </a:lnTo>
                  <a:lnTo>
                    <a:pt x="16876" y="7840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7"/>
                  </a:lnTo>
                  <a:lnTo>
                    <a:pt x="17378" y="7531"/>
                  </a:lnTo>
                  <a:lnTo>
                    <a:pt x="17416" y="7376"/>
                  </a:lnTo>
                  <a:lnTo>
                    <a:pt x="17455" y="7260"/>
                  </a:lnTo>
                  <a:lnTo>
                    <a:pt x="17493" y="6951"/>
                  </a:lnTo>
                  <a:lnTo>
                    <a:pt x="17416" y="6604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4"/>
                  </a:lnTo>
                  <a:lnTo>
                    <a:pt x="17146" y="2163"/>
                  </a:lnTo>
                  <a:lnTo>
                    <a:pt x="17107" y="1932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36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41" y="2434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5"/>
            <p:cNvSpPr/>
            <p:nvPr/>
          </p:nvSpPr>
          <p:spPr>
            <a:xfrm>
              <a:off x="694725" y="25374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8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5"/>
            <p:cNvSpPr/>
            <p:nvPr/>
          </p:nvSpPr>
          <p:spPr>
            <a:xfrm>
              <a:off x="643575" y="25393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657" y="1468"/>
                  </a:lnTo>
                  <a:lnTo>
                    <a:pt x="579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3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5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5"/>
            <p:cNvSpPr/>
            <p:nvPr/>
          </p:nvSpPr>
          <p:spPr>
            <a:xfrm>
              <a:off x="587575" y="25924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3" y="1893"/>
                  </a:lnTo>
                  <a:lnTo>
                    <a:pt x="425" y="2433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5" y="11353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1"/>
                  </a:lnTo>
                  <a:lnTo>
                    <a:pt x="3669" y="10620"/>
                  </a:lnTo>
                  <a:lnTo>
                    <a:pt x="3823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5" y="2742"/>
                  </a:lnTo>
                  <a:lnTo>
                    <a:pt x="4287" y="2395"/>
                  </a:lnTo>
                  <a:lnTo>
                    <a:pt x="4210" y="1429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5"/>
            <p:cNvSpPr/>
            <p:nvPr/>
          </p:nvSpPr>
          <p:spPr>
            <a:xfrm>
              <a:off x="591450" y="23984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8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0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5"/>
            <p:cNvSpPr/>
            <p:nvPr/>
          </p:nvSpPr>
          <p:spPr>
            <a:xfrm>
              <a:off x="464975" y="27160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0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5"/>
            <p:cNvSpPr/>
            <p:nvPr/>
          </p:nvSpPr>
          <p:spPr>
            <a:xfrm>
              <a:off x="581775" y="25867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0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5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5"/>
            <p:cNvSpPr/>
            <p:nvPr/>
          </p:nvSpPr>
          <p:spPr>
            <a:xfrm>
              <a:off x="531575" y="26388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1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5"/>
            <p:cNvSpPr/>
            <p:nvPr/>
          </p:nvSpPr>
          <p:spPr>
            <a:xfrm>
              <a:off x="340450" y="26658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0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0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1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5"/>
            <p:cNvSpPr/>
            <p:nvPr/>
          </p:nvSpPr>
          <p:spPr>
            <a:xfrm>
              <a:off x="408025" y="27595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7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79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1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5"/>
            <p:cNvSpPr/>
            <p:nvPr/>
          </p:nvSpPr>
          <p:spPr>
            <a:xfrm>
              <a:off x="6642400" y="2349200"/>
              <a:ext cx="437325" cy="301225"/>
            </a:xfrm>
            <a:custGeom>
              <a:avLst/>
              <a:gdLst/>
              <a:ahLst/>
              <a:cxnLst/>
              <a:rect l="l" t="t" r="r" b="b"/>
              <a:pathLst>
                <a:path w="17493" h="12049" extrusionOk="0">
                  <a:moveTo>
                    <a:pt x="12086" y="503"/>
                  </a:moveTo>
                  <a:lnTo>
                    <a:pt x="12202" y="580"/>
                  </a:lnTo>
                  <a:lnTo>
                    <a:pt x="12280" y="657"/>
                  </a:lnTo>
                  <a:lnTo>
                    <a:pt x="12627" y="850"/>
                  </a:lnTo>
                  <a:lnTo>
                    <a:pt x="12897" y="1159"/>
                  </a:lnTo>
                  <a:lnTo>
                    <a:pt x="13129" y="1507"/>
                  </a:lnTo>
                  <a:lnTo>
                    <a:pt x="13322" y="1854"/>
                  </a:lnTo>
                  <a:lnTo>
                    <a:pt x="13477" y="2240"/>
                  </a:lnTo>
                  <a:lnTo>
                    <a:pt x="13631" y="2665"/>
                  </a:lnTo>
                  <a:lnTo>
                    <a:pt x="13824" y="3438"/>
                  </a:lnTo>
                  <a:lnTo>
                    <a:pt x="13090" y="3013"/>
                  </a:lnTo>
                  <a:lnTo>
                    <a:pt x="12704" y="2781"/>
                  </a:lnTo>
                  <a:lnTo>
                    <a:pt x="12357" y="2472"/>
                  </a:lnTo>
                  <a:lnTo>
                    <a:pt x="12009" y="2125"/>
                  </a:lnTo>
                  <a:lnTo>
                    <a:pt x="11816" y="1932"/>
                  </a:lnTo>
                  <a:lnTo>
                    <a:pt x="11662" y="1700"/>
                  </a:lnTo>
                  <a:lnTo>
                    <a:pt x="11507" y="1391"/>
                  </a:lnTo>
                  <a:lnTo>
                    <a:pt x="11430" y="1043"/>
                  </a:lnTo>
                  <a:lnTo>
                    <a:pt x="11662" y="735"/>
                  </a:lnTo>
                  <a:lnTo>
                    <a:pt x="11739" y="619"/>
                  </a:lnTo>
                  <a:lnTo>
                    <a:pt x="11855" y="541"/>
                  </a:lnTo>
                  <a:lnTo>
                    <a:pt x="11971" y="503"/>
                  </a:lnTo>
                  <a:close/>
                  <a:moveTo>
                    <a:pt x="16218" y="1584"/>
                  </a:moveTo>
                  <a:lnTo>
                    <a:pt x="16296" y="1623"/>
                  </a:lnTo>
                  <a:lnTo>
                    <a:pt x="16411" y="1661"/>
                  </a:lnTo>
                  <a:lnTo>
                    <a:pt x="16489" y="1738"/>
                  </a:lnTo>
                  <a:lnTo>
                    <a:pt x="16566" y="1816"/>
                  </a:lnTo>
                  <a:lnTo>
                    <a:pt x="16604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4" y="2511"/>
                  </a:lnTo>
                  <a:lnTo>
                    <a:pt x="16527" y="2665"/>
                  </a:lnTo>
                  <a:lnTo>
                    <a:pt x="16411" y="2820"/>
                  </a:lnTo>
                  <a:lnTo>
                    <a:pt x="16296" y="2974"/>
                  </a:lnTo>
                  <a:lnTo>
                    <a:pt x="15948" y="3206"/>
                  </a:lnTo>
                  <a:lnTo>
                    <a:pt x="15562" y="3399"/>
                  </a:lnTo>
                  <a:lnTo>
                    <a:pt x="15137" y="3553"/>
                  </a:lnTo>
                  <a:lnTo>
                    <a:pt x="14712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7"/>
                  </a:lnTo>
                  <a:lnTo>
                    <a:pt x="15098" y="2279"/>
                  </a:lnTo>
                  <a:lnTo>
                    <a:pt x="15407" y="1970"/>
                  </a:lnTo>
                  <a:lnTo>
                    <a:pt x="15639" y="1816"/>
                  </a:lnTo>
                  <a:lnTo>
                    <a:pt x="15871" y="1661"/>
                  </a:lnTo>
                  <a:lnTo>
                    <a:pt x="16102" y="1623"/>
                  </a:lnTo>
                  <a:lnTo>
                    <a:pt x="16218" y="1584"/>
                  </a:lnTo>
                  <a:close/>
                  <a:moveTo>
                    <a:pt x="13824" y="4287"/>
                  </a:moveTo>
                  <a:lnTo>
                    <a:pt x="13670" y="4557"/>
                  </a:lnTo>
                  <a:lnTo>
                    <a:pt x="13477" y="4789"/>
                  </a:lnTo>
                  <a:lnTo>
                    <a:pt x="13245" y="5021"/>
                  </a:lnTo>
                  <a:lnTo>
                    <a:pt x="13013" y="5214"/>
                  </a:lnTo>
                  <a:lnTo>
                    <a:pt x="12666" y="5484"/>
                  </a:lnTo>
                  <a:lnTo>
                    <a:pt x="12164" y="5754"/>
                  </a:lnTo>
                  <a:lnTo>
                    <a:pt x="11893" y="5870"/>
                  </a:lnTo>
                  <a:lnTo>
                    <a:pt x="11623" y="5948"/>
                  </a:lnTo>
                  <a:lnTo>
                    <a:pt x="11391" y="5986"/>
                  </a:lnTo>
                  <a:lnTo>
                    <a:pt x="11198" y="5948"/>
                  </a:lnTo>
                  <a:lnTo>
                    <a:pt x="11044" y="5870"/>
                  </a:lnTo>
                  <a:lnTo>
                    <a:pt x="10967" y="5793"/>
                  </a:lnTo>
                  <a:lnTo>
                    <a:pt x="10928" y="5716"/>
                  </a:lnTo>
                  <a:lnTo>
                    <a:pt x="10889" y="5639"/>
                  </a:lnTo>
                  <a:lnTo>
                    <a:pt x="10889" y="5446"/>
                  </a:lnTo>
                  <a:lnTo>
                    <a:pt x="10967" y="5252"/>
                  </a:lnTo>
                  <a:lnTo>
                    <a:pt x="11121" y="5098"/>
                  </a:lnTo>
                  <a:lnTo>
                    <a:pt x="11276" y="4944"/>
                  </a:lnTo>
                  <a:lnTo>
                    <a:pt x="11546" y="4750"/>
                  </a:lnTo>
                  <a:lnTo>
                    <a:pt x="11816" y="4635"/>
                  </a:lnTo>
                  <a:lnTo>
                    <a:pt x="12086" y="4557"/>
                  </a:lnTo>
                  <a:lnTo>
                    <a:pt x="12627" y="4480"/>
                  </a:lnTo>
                  <a:lnTo>
                    <a:pt x="13245" y="4403"/>
                  </a:lnTo>
                  <a:lnTo>
                    <a:pt x="13554" y="4364"/>
                  </a:lnTo>
                  <a:lnTo>
                    <a:pt x="13824" y="4287"/>
                  </a:lnTo>
                  <a:close/>
                  <a:moveTo>
                    <a:pt x="14403" y="4248"/>
                  </a:moveTo>
                  <a:lnTo>
                    <a:pt x="15098" y="4596"/>
                  </a:lnTo>
                  <a:lnTo>
                    <a:pt x="15407" y="4789"/>
                  </a:lnTo>
                  <a:lnTo>
                    <a:pt x="15716" y="4982"/>
                  </a:lnTo>
                  <a:lnTo>
                    <a:pt x="15909" y="5137"/>
                  </a:lnTo>
                  <a:lnTo>
                    <a:pt x="16141" y="5368"/>
                  </a:lnTo>
                  <a:lnTo>
                    <a:pt x="16411" y="5677"/>
                  </a:lnTo>
                  <a:lnTo>
                    <a:pt x="16643" y="5986"/>
                  </a:lnTo>
                  <a:lnTo>
                    <a:pt x="16875" y="6334"/>
                  </a:lnTo>
                  <a:lnTo>
                    <a:pt x="16991" y="6681"/>
                  </a:lnTo>
                  <a:lnTo>
                    <a:pt x="16991" y="6836"/>
                  </a:lnTo>
                  <a:lnTo>
                    <a:pt x="16991" y="6990"/>
                  </a:lnTo>
                  <a:lnTo>
                    <a:pt x="16952" y="7106"/>
                  </a:lnTo>
                  <a:lnTo>
                    <a:pt x="16836" y="7222"/>
                  </a:lnTo>
                  <a:lnTo>
                    <a:pt x="16759" y="7299"/>
                  </a:lnTo>
                  <a:lnTo>
                    <a:pt x="16643" y="7338"/>
                  </a:lnTo>
                  <a:lnTo>
                    <a:pt x="16373" y="7338"/>
                  </a:lnTo>
                  <a:lnTo>
                    <a:pt x="16141" y="7222"/>
                  </a:lnTo>
                  <a:lnTo>
                    <a:pt x="15871" y="7029"/>
                  </a:lnTo>
                  <a:lnTo>
                    <a:pt x="15600" y="6797"/>
                  </a:lnTo>
                  <a:lnTo>
                    <a:pt x="15369" y="6565"/>
                  </a:lnTo>
                  <a:lnTo>
                    <a:pt x="15060" y="6141"/>
                  </a:lnTo>
                  <a:lnTo>
                    <a:pt x="14828" y="5716"/>
                  </a:lnTo>
                  <a:lnTo>
                    <a:pt x="14635" y="5252"/>
                  </a:lnTo>
                  <a:lnTo>
                    <a:pt x="14519" y="4750"/>
                  </a:lnTo>
                  <a:lnTo>
                    <a:pt x="14403" y="4248"/>
                  </a:lnTo>
                  <a:close/>
                  <a:moveTo>
                    <a:pt x="11855" y="1"/>
                  </a:moveTo>
                  <a:lnTo>
                    <a:pt x="11584" y="39"/>
                  </a:lnTo>
                  <a:lnTo>
                    <a:pt x="11469" y="117"/>
                  </a:lnTo>
                  <a:lnTo>
                    <a:pt x="11353" y="194"/>
                  </a:lnTo>
                  <a:lnTo>
                    <a:pt x="11160" y="387"/>
                  </a:lnTo>
                  <a:lnTo>
                    <a:pt x="11005" y="619"/>
                  </a:lnTo>
                  <a:lnTo>
                    <a:pt x="10928" y="812"/>
                  </a:lnTo>
                  <a:lnTo>
                    <a:pt x="10928" y="1005"/>
                  </a:lnTo>
                  <a:lnTo>
                    <a:pt x="10928" y="1236"/>
                  </a:lnTo>
                  <a:lnTo>
                    <a:pt x="11005" y="1468"/>
                  </a:lnTo>
                  <a:lnTo>
                    <a:pt x="11082" y="1661"/>
                  </a:lnTo>
                  <a:lnTo>
                    <a:pt x="11198" y="1893"/>
                  </a:lnTo>
                  <a:lnTo>
                    <a:pt x="11546" y="2318"/>
                  </a:lnTo>
                  <a:lnTo>
                    <a:pt x="11932" y="2742"/>
                  </a:lnTo>
                  <a:lnTo>
                    <a:pt x="12395" y="3090"/>
                  </a:lnTo>
                  <a:lnTo>
                    <a:pt x="12859" y="3399"/>
                  </a:lnTo>
                  <a:lnTo>
                    <a:pt x="12859" y="3399"/>
                  </a:lnTo>
                  <a:lnTo>
                    <a:pt x="12048" y="3283"/>
                  </a:lnTo>
                  <a:lnTo>
                    <a:pt x="11198" y="3283"/>
                  </a:lnTo>
                  <a:lnTo>
                    <a:pt x="10387" y="3322"/>
                  </a:lnTo>
                  <a:lnTo>
                    <a:pt x="9615" y="3476"/>
                  </a:lnTo>
                  <a:lnTo>
                    <a:pt x="9654" y="3013"/>
                  </a:lnTo>
                  <a:lnTo>
                    <a:pt x="9654" y="2511"/>
                  </a:lnTo>
                  <a:lnTo>
                    <a:pt x="9615" y="2009"/>
                  </a:lnTo>
                  <a:lnTo>
                    <a:pt x="9538" y="1507"/>
                  </a:lnTo>
                  <a:lnTo>
                    <a:pt x="9075" y="1623"/>
                  </a:lnTo>
                  <a:lnTo>
                    <a:pt x="9152" y="2086"/>
                  </a:lnTo>
                  <a:lnTo>
                    <a:pt x="9152" y="2588"/>
                  </a:lnTo>
                  <a:lnTo>
                    <a:pt x="9152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5" y="3901"/>
                  </a:lnTo>
                  <a:lnTo>
                    <a:pt x="7414" y="4287"/>
                  </a:lnTo>
                  <a:lnTo>
                    <a:pt x="6603" y="4712"/>
                  </a:lnTo>
                  <a:lnTo>
                    <a:pt x="5831" y="5214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5" y="6218"/>
                  </a:lnTo>
                  <a:lnTo>
                    <a:pt x="3823" y="6913"/>
                  </a:lnTo>
                  <a:lnTo>
                    <a:pt x="3089" y="7685"/>
                  </a:lnTo>
                  <a:lnTo>
                    <a:pt x="2394" y="8496"/>
                  </a:lnTo>
                  <a:lnTo>
                    <a:pt x="1738" y="9307"/>
                  </a:lnTo>
                  <a:lnTo>
                    <a:pt x="1081" y="10157"/>
                  </a:lnTo>
                  <a:lnTo>
                    <a:pt x="502" y="10967"/>
                  </a:lnTo>
                  <a:lnTo>
                    <a:pt x="0" y="11778"/>
                  </a:lnTo>
                  <a:lnTo>
                    <a:pt x="348" y="12049"/>
                  </a:lnTo>
                  <a:lnTo>
                    <a:pt x="1545" y="10504"/>
                  </a:lnTo>
                  <a:lnTo>
                    <a:pt x="2742" y="8959"/>
                  </a:lnTo>
                  <a:lnTo>
                    <a:pt x="3360" y="8226"/>
                  </a:lnTo>
                  <a:lnTo>
                    <a:pt x="4016" y="7492"/>
                  </a:lnTo>
                  <a:lnTo>
                    <a:pt x="4711" y="6797"/>
                  </a:lnTo>
                  <a:lnTo>
                    <a:pt x="5483" y="6179"/>
                  </a:lnTo>
                  <a:lnTo>
                    <a:pt x="6256" y="5561"/>
                  </a:lnTo>
                  <a:lnTo>
                    <a:pt x="7105" y="5059"/>
                  </a:lnTo>
                  <a:lnTo>
                    <a:pt x="7993" y="4596"/>
                  </a:lnTo>
                  <a:lnTo>
                    <a:pt x="8457" y="4442"/>
                  </a:lnTo>
                  <a:lnTo>
                    <a:pt x="8920" y="4248"/>
                  </a:lnTo>
                  <a:lnTo>
                    <a:pt x="9422" y="4133"/>
                  </a:lnTo>
                  <a:lnTo>
                    <a:pt x="9885" y="4017"/>
                  </a:lnTo>
                  <a:lnTo>
                    <a:pt x="10387" y="3901"/>
                  </a:lnTo>
                  <a:lnTo>
                    <a:pt x="10851" y="3862"/>
                  </a:lnTo>
                  <a:lnTo>
                    <a:pt x="11353" y="3824"/>
                  </a:lnTo>
                  <a:lnTo>
                    <a:pt x="11855" y="3824"/>
                  </a:lnTo>
                  <a:lnTo>
                    <a:pt x="12357" y="3862"/>
                  </a:lnTo>
                  <a:lnTo>
                    <a:pt x="12859" y="3901"/>
                  </a:lnTo>
                  <a:lnTo>
                    <a:pt x="12318" y="3978"/>
                  </a:lnTo>
                  <a:lnTo>
                    <a:pt x="11855" y="4094"/>
                  </a:lnTo>
                  <a:lnTo>
                    <a:pt x="11391" y="4287"/>
                  </a:lnTo>
                  <a:lnTo>
                    <a:pt x="11198" y="4403"/>
                  </a:lnTo>
                  <a:lnTo>
                    <a:pt x="11005" y="4557"/>
                  </a:lnTo>
                  <a:lnTo>
                    <a:pt x="10851" y="4673"/>
                  </a:lnTo>
                  <a:lnTo>
                    <a:pt x="10696" y="4866"/>
                  </a:lnTo>
                  <a:lnTo>
                    <a:pt x="10542" y="5059"/>
                  </a:lnTo>
                  <a:lnTo>
                    <a:pt x="10465" y="5291"/>
                  </a:lnTo>
                  <a:lnTo>
                    <a:pt x="10387" y="5523"/>
                  </a:lnTo>
                  <a:lnTo>
                    <a:pt x="10387" y="5754"/>
                  </a:lnTo>
                  <a:lnTo>
                    <a:pt x="10426" y="5948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4"/>
                  </a:lnTo>
                  <a:lnTo>
                    <a:pt x="11005" y="6411"/>
                  </a:lnTo>
                  <a:lnTo>
                    <a:pt x="11276" y="6449"/>
                  </a:lnTo>
                  <a:lnTo>
                    <a:pt x="11584" y="6411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3"/>
                  </a:lnTo>
                  <a:lnTo>
                    <a:pt x="13438" y="5484"/>
                  </a:lnTo>
                  <a:lnTo>
                    <a:pt x="13399" y="5523"/>
                  </a:lnTo>
                  <a:lnTo>
                    <a:pt x="13786" y="5716"/>
                  </a:lnTo>
                  <a:lnTo>
                    <a:pt x="14056" y="4866"/>
                  </a:lnTo>
                  <a:lnTo>
                    <a:pt x="14210" y="5407"/>
                  </a:lnTo>
                  <a:lnTo>
                    <a:pt x="14403" y="5909"/>
                  </a:lnTo>
                  <a:lnTo>
                    <a:pt x="14674" y="6411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7" y="7299"/>
                  </a:lnTo>
                  <a:lnTo>
                    <a:pt x="15678" y="7492"/>
                  </a:lnTo>
                  <a:lnTo>
                    <a:pt x="15987" y="7685"/>
                  </a:lnTo>
                  <a:lnTo>
                    <a:pt x="16296" y="7801"/>
                  </a:lnTo>
                  <a:lnTo>
                    <a:pt x="16604" y="7878"/>
                  </a:lnTo>
                  <a:lnTo>
                    <a:pt x="16759" y="7878"/>
                  </a:lnTo>
                  <a:lnTo>
                    <a:pt x="16875" y="7840"/>
                  </a:lnTo>
                  <a:lnTo>
                    <a:pt x="17029" y="7801"/>
                  </a:lnTo>
                  <a:lnTo>
                    <a:pt x="17184" y="7724"/>
                  </a:lnTo>
                  <a:lnTo>
                    <a:pt x="17299" y="7647"/>
                  </a:lnTo>
                  <a:lnTo>
                    <a:pt x="17377" y="7531"/>
                  </a:lnTo>
                  <a:lnTo>
                    <a:pt x="17415" y="7376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5" y="6604"/>
                  </a:lnTo>
                  <a:lnTo>
                    <a:pt x="17299" y="6295"/>
                  </a:lnTo>
                  <a:lnTo>
                    <a:pt x="17184" y="5986"/>
                  </a:lnTo>
                  <a:lnTo>
                    <a:pt x="17029" y="5716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1"/>
                  </a:lnTo>
                  <a:lnTo>
                    <a:pt x="16257" y="4789"/>
                  </a:lnTo>
                  <a:lnTo>
                    <a:pt x="16025" y="4596"/>
                  </a:lnTo>
                  <a:lnTo>
                    <a:pt x="15523" y="4287"/>
                  </a:lnTo>
                  <a:lnTo>
                    <a:pt x="14944" y="4017"/>
                  </a:lnTo>
                  <a:lnTo>
                    <a:pt x="15407" y="3901"/>
                  </a:lnTo>
                  <a:lnTo>
                    <a:pt x="15832" y="3746"/>
                  </a:lnTo>
                  <a:lnTo>
                    <a:pt x="16218" y="3515"/>
                  </a:lnTo>
                  <a:lnTo>
                    <a:pt x="16604" y="3244"/>
                  </a:lnTo>
                  <a:lnTo>
                    <a:pt x="16759" y="3051"/>
                  </a:lnTo>
                  <a:lnTo>
                    <a:pt x="16913" y="2858"/>
                  </a:lnTo>
                  <a:lnTo>
                    <a:pt x="17029" y="2665"/>
                  </a:lnTo>
                  <a:lnTo>
                    <a:pt x="17106" y="2434"/>
                  </a:lnTo>
                  <a:lnTo>
                    <a:pt x="17145" y="2163"/>
                  </a:lnTo>
                  <a:lnTo>
                    <a:pt x="17106" y="1932"/>
                  </a:lnTo>
                  <a:lnTo>
                    <a:pt x="17068" y="1700"/>
                  </a:lnTo>
                  <a:lnTo>
                    <a:pt x="16913" y="1468"/>
                  </a:lnTo>
                  <a:lnTo>
                    <a:pt x="16759" y="1314"/>
                  </a:lnTo>
                  <a:lnTo>
                    <a:pt x="16566" y="1198"/>
                  </a:lnTo>
                  <a:lnTo>
                    <a:pt x="16334" y="1159"/>
                  </a:lnTo>
                  <a:lnTo>
                    <a:pt x="16102" y="1159"/>
                  </a:lnTo>
                  <a:lnTo>
                    <a:pt x="15909" y="1198"/>
                  </a:lnTo>
                  <a:lnTo>
                    <a:pt x="15678" y="1236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5" y="1777"/>
                  </a:lnTo>
                  <a:lnTo>
                    <a:pt x="14596" y="2163"/>
                  </a:lnTo>
                  <a:lnTo>
                    <a:pt x="14326" y="2588"/>
                  </a:lnTo>
                  <a:lnTo>
                    <a:pt x="14094" y="3013"/>
                  </a:lnTo>
                  <a:lnTo>
                    <a:pt x="13940" y="2434"/>
                  </a:lnTo>
                  <a:lnTo>
                    <a:pt x="13747" y="1893"/>
                  </a:lnTo>
                  <a:lnTo>
                    <a:pt x="13515" y="1352"/>
                  </a:lnTo>
                  <a:lnTo>
                    <a:pt x="13168" y="850"/>
                  </a:lnTo>
                  <a:lnTo>
                    <a:pt x="13013" y="657"/>
                  </a:lnTo>
                  <a:lnTo>
                    <a:pt x="12820" y="464"/>
                  </a:lnTo>
                  <a:lnTo>
                    <a:pt x="12588" y="271"/>
                  </a:lnTo>
                  <a:lnTo>
                    <a:pt x="12357" y="117"/>
                  </a:lnTo>
                  <a:lnTo>
                    <a:pt x="12086" y="39"/>
                  </a:lnTo>
                  <a:lnTo>
                    <a:pt x="118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5"/>
            <p:cNvSpPr/>
            <p:nvPr/>
          </p:nvSpPr>
          <p:spPr>
            <a:xfrm>
              <a:off x="6880825" y="24872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5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40" y="4943"/>
                  </a:lnTo>
                  <a:lnTo>
                    <a:pt x="155" y="4943"/>
                  </a:lnTo>
                  <a:lnTo>
                    <a:pt x="542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9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5"/>
            <p:cNvSpPr/>
            <p:nvPr/>
          </p:nvSpPr>
          <p:spPr>
            <a:xfrm>
              <a:off x="6829675" y="24891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580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9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9"/>
                  </a:lnTo>
                  <a:lnTo>
                    <a:pt x="78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8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4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6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5"/>
            <p:cNvSpPr/>
            <p:nvPr/>
          </p:nvSpPr>
          <p:spPr>
            <a:xfrm>
              <a:off x="6773675" y="25422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4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52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2"/>
                  </a:lnTo>
                  <a:lnTo>
                    <a:pt x="2935" y="1430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4" y="1893"/>
                  </a:lnTo>
                  <a:lnTo>
                    <a:pt x="425" y="2434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6" y="11354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20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2"/>
                  </a:lnTo>
                  <a:lnTo>
                    <a:pt x="3669" y="10620"/>
                  </a:lnTo>
                  <a:lnTo>
                    <a:pt x="3824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6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3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6" y="2742"/>
                  </a:lnTo>
                  <a:lnTo>
                    <a:pt x="4287" y="2395"/>
                  </a:lnTo>
                  <a:lnTo>
                    <a:pt x="4210" y="1430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5"/>
            <p:cNvSpPr/>
            <p:nvPr/>
          </p:nvSpPr>
          <p:spPr>
            <a:xfrm>
              <a:off x="6777550" y="23482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9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1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5"/>
            <p:cNvSpPr/>
            <p:nvPr/>
          </p:nvSpPr>
          <p:spPr>
            <a:xfrm>
              <a:off x="6651075" y="26658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1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5"/>
            <p:cNvSpPr/>
            <p:nvPr/>
          </p:nvSpPr>
          <p:spPr>
            <a:xfrm>
              <a:off x="6767875" y="25365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1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6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5"/>
            <p:cNvSpPr/>
            <p:nvPr/>
          </p:nvSpPr>
          <p:spPr>
            <a:xfrm>
              <a:off x="6717675" y="2588625"/>
              <a:ext cx="42525" cy="41525"/>
            </a:xfrm>
            <a:custGeom>
              <a:avLst/>
              <a:gdLst/>
              <a:ahLst/>
              <a:cxnLst/>
              <a:rect l="l" t="t" r="r" b="b"/>
              <a:pathLst>
                <a:path w="1701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2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9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3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8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5"/>
            <p:cNvSpPr/>
            <p:nvPr/>
          </p:nvSpPr>
          <p:spPr>
            <a:xfrm>
              <a:off x="6526550" y="26156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1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1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2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5"/>
            <p:cNvSpPr/>
            <p:nvPr/>
          </p:nvSpPr>
          <p:spPr>
            <a:xfrm>
              <a:off x="6594125" y="27093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8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5"/>
            <p:cNvSpPr/>
            <p:nvPr/>
          </p:nvSpPr>
          <p:spPr>
            <a:xfrm>
              <a:off x="4086075" y="21291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7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6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2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69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7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5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5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8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4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4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8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5"/>
            <p:cNvSpPr/>
            <p:nvPr/>
          </p:nvSpPr>
          <p:spPr>
            <a:xfrm>
              <a:off x="4324525" y="22671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5"/>
            <p:cNvSpPr/>
            <p:nvPr/>
          </p:nvSpPr>
          <p:spPr>
            <a:xfrm>
              <a:off x="4273375" y="2268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5"/>
            <p:cNvSpPr/>
            <p:nvPr/>
          </p:nvSpPr>
          <p:spPr>
            <a:xfrm>
              <a:off x="4217375" y="2321200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0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2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5"/>
            <p:cNvSpPr/>
            <p:nvPr/>
          </p:nvSpPr>
          <p:spPr>
            <a:xfrm>
              <a:off x="4221225" y="2127175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5"/>
            <p:cNvSpPr/>
            <p:nvPr/>
          </p:nvSpPr>
          <p:spPr>
            <a:xfrm>
              <a:off x="4094775" y="2444775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4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5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5"/>
            <p:cNvSpPr/>
            <p:nvPr/>
          </p:nvSpPr>
          <p:spPr>
            <a:xfrm>
              <a:off x="4211575" y="2315425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4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2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5"/>
            <p:cNvSpPr/>
            <p:nvPr/>
          </p:nvSpPr>
          <p:spPr>
            <a:xfrm>
              <a:off x="4161375" y="2367550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6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6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1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5"/>
            <p:cNvSpPr/>
            <p:nvPr/>
          </p:nvSpPr>
          <p:spPr>
            <a:xfrm>
              <a:off x="3971200" y="23945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4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2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5"/>
            <p:cNvSpPr/>
            <p:nvPr/>
          </p:nvSpPr>
          <p:spPr>
            <a:xfrm>
              <a:off x="4037825" y="2489175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3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3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69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7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9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5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5"/>
            <p:cNvSpPr/>
            <p:nvPr/>
          </p:nvSpPr>
          <p:spPr>
            <a:xfrm>
              <a:off x="6036125" y="3735475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8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5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3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6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8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6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9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5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9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6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5"/>
            <p:cNvSpPr/>
            <p:nvPr/>
          </p:nvSpPr>
          <p:spPr>
            <a:xfrm>
              <a:off x="6274575" y="3873525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5"/>
            <p:cNvSpPr/>
            <p:nvPr/>
          </p:nvSpPr>
          <p:spPr>
            <a:xfrm>
              <a:off x="6223425" y="3874500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5"/>
            <p:cNvSpPr/>
            <p:nvPr/>
          </p:nvSpPr>
          <p:spPr>
            <a:xfrm>
              <a:off x="6167425" y="3927575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1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5"/>
            <p:cNvSpPr/>
            <p:nvPr/>
          </p:nvSpPr>
          <p:spPr>
            <a:xfrm>
              <a:off x="6171275" y="3733550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3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5"/>
            <p:cNvSpPr/>
            <p:nvPr/>
          </p:nvSpPr>
          <p:spPr>
            <a:xfrm>
              <a:off x="6044825" y="4051150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5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5"/>
            <p:cNvSpPr/>
            <p:nvPr/>
          </p:nvSpPr>
          <p:spPr>
            <a:xfrm>
              <a:off x="6161625" y="3921800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5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3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3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5"/>
            <p:cNvSpPr/>
            <p:nvPr/>
          </p:nvSpPr>
          <p:spPr>
            <a:xfrm>
              <a:off x="6111425" y="39739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0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5"/>
            <p:cNvSpPr/>
            <p:nvPr/>
          </p:nvSpPr>
          <p:spPr>
            <a:xfrm>
              <a:off x="5921250" y="4000950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5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3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5"/>
            <p:cNvSpPr/>
            <p:nvPr/>
          </p:nvSpPr>
          <p:spPr>
            <a:xfrm>
              <a:off x="5987875" y="4095550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4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4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70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8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5"/>
            <p:cNvSpPr/>
            <p:nvPr/>
          </p:nvSpPr>
          <p:spPr>
            <a:xfrm>
              <a:off x="560550" y="1107750"/>
              <a:ext cx="437325" cy="302175"/>
            </a:xfrm>
            <a:custGeom>
              <a:avLst/>
              <a:gdLst/>
              <a:ahLst/>
              <a:cxnLst/>
              <a:rect l="l" t="t" r="r" b="b"/>
              <a:pathLst>
                <a:path w="17493" h="12087" extrusionOk="0">
                  <a:moveTo>
                    <a:pt x="11971" y="502"/>
                  </a:moveTo>
                  <a:lnTo>
                    <a:pt x="12087" y="541"/>
                  </a:lnTo>
                  <a:lnTo>
                    <a:pt x="12203" y="579"/>
                  </a:lnTo>
                  <a:lnTo>
                    <a:pt x="12280" y="657"/>
                  </a:lnTo>
                  <a:lnTo>
                    <a:pt x="12627" y="888"/>
                  </a:lnTo>
                  <a:lnTo>
                    <a:pt x="12898" y="1159"/>
                  </a:lnTo>
                  <a:lnTo>
                    <a:pt x="13129" y="1506"/>
                  </a:lnTo>
                  <a:lnTo>
                    <a:pt x="13322" y="1854"/>
                  </a:lnTo>
                  <a:lnTo>
                    <a:pt x="13477" y="2278"/>
                  </a:lnTo>
                  <a:lnTo>
                    <a:pt x="13593" y="2665"/>
                  </a:lnTo>
                  <a:lnTo>
                    <a:pt x="13824" y="3437"/>
                  </a:lnTo>
                  <a:lnTo>
                    <a:pt x="13824" y="3437"/>
                  </a:lnTo>
                  <a:lnTo>
                    <a:pt x="13091" y="3012"/>
                  </a:lnTo>
                  <a:lnTo>
                    <a:pt x="12705" y="2780"/>
                  </a:lnTo>
                  <a:lnTo>
                    <a:pt x="12357" y="2510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2" y="1738"/>
                  </a:lnTo>
                  <a:lnTo>
                    <a:pt x="11508" y="1429"/>
                  </a:lnTo>
                  <a:lnTo>
                    <a:pt x="11430" y="1081"/>
                  </a:lnTo>
                  <a:lnTo>
                    <a:pt x="11662" y="734"/>
                  </a:lnTo>
                  <a:lnTo>
                    <a:pt x="11739" y="618"/>
                  </a:lnTo>
                  <a:lnTo>
                    <a:pt x="11855" y="541"/>
                  </a:lnTo>
                  <a:lnTo>
                    <a:pt x="11971" y="502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89" y="1738"/>
                  </a:lnTo>
                  <a:lnTo>
                    <a:pt x="16566" y="1854"/>
                  </a:lnTo>
                  <a:lnTo>
                    <a:pt x="16605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5" y="2510"/>
                  </a:lnTo>
                  <a:lnTo>
                    <a:pt x="16528" y="2665"/>
                  </a:lnTo>
                  <a:lnTo>
                    <a:pt x="16412" y="2819"/>
                  </a:lnTo>
                  <a:lnTo>
                    <a:pt x="16296" y="2974"/>
                  </a:lnTo>
                  <a:lnTo>
                    <a:pt x="15948" y="3205"/>
                  </a:lnTo>
                  <a:lnTo>
                    <a:pt x="15524" y="3398"/>
                  </a:lnTo>
                  <a:lnTo>
                    <a:pt x="15137" y="3553"/>
                  </a:lnTo>
                  <a:lnTo>
                    <a:pt x="14713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6"/>
                  </a:lnTo>
                  <a:lnTo>
                    <a:pt x="15060" y="2278"/>
                  </a:lnTo>
                  <a:lnTo>
                    <a:pt x="15408" y="1970"/>
                  </a:lnTo>
                  <a:lnTo>
                    <a:pt x="15639" y="1815"/>
                  </a:lnTo>
                  <a:lnTo>
                    <a:pt x="15871" y="1699"/>
                  </a:lnTo>
                  <a:lnTo>
                    <a:pt x="16103" y="1622"/>
                  </a:lnTo>
                  <a:close/>
                  <a:moveTo>
                    <a:pt x="13824" y="4286"/>
                  </a:moveTo>
                  <a:lnTo>
                    <a:pt x="13670" y="4557"/>
                  </a:lnTo>
                  <a:lnTo>
                    <a:pt x="13477" y="4788"/>
                  </a:lnTo>
                  <a:lnTo>
                    <a:pt x="13245" y="5020"/>
                  </a:lnTo>
                  <a:lnTo>
                    <a:pt x="13014" y="5252"/>
                  </a:lnTo>
                  <a:lnTo>
                    <a:pt x="12666" y="5484"/>
                  </a:lnTo>
                  <a:lnTo>
                    <a:pt x="12125" y="5792"/>
                  </a:lnTo>
                  <a:lnTo>
                    <a:pt x="11855" y="5908"/>
                  </a:lnTo>
                  <a:lnTo>
                    <a:pt x="11623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4" y="5870"/>
                  </a:lnTo>
                  <a:lnTo>
                    <a:pt x="10967" y="5792"/>
                  </a:lnTo>
                  <a:lnTo>
                    <a:pt x="10928" y="5715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7" y="5290"/>
                  </a:lnTo>
                  <a:lnTo>
                    <a:pt x="11121" y="5097"/>
                  </a:lnTo>
                  <a:lnTo>
                    <a:pt x="11276" y="4943"/>
                  </a:lnTo>
                  <a:lnTo>
                    <a:pt x="11546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7" y="4480"/>
                  </a:lnTo>
                  <a:lnTo>
                    <a:pt x="13245" y="4402"/>
                  </a:lnTo>
                  <a:lnTo>
                    <a:pt x="13554" y="4364"/>
                  </a:lnTo>
                  <a:lnTo>
                    <a:pt x="13824" y="4286"/>
                  </a:lnTo>
                  <a:close/>
                  <a:moveTo>
                    <a:pt x="14404" y="4248"/>
                  </a:moveTo>
                  <a:lnTo>
                    <a:pt x="15060" y="4595"/>
                  </a:lnTo>
                  <a:lnTo>
                    <a:pt x="15408" y="4788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1" y="5368"/>
                  </a:lnTo>
                  <a:lnTo>
                    <a:pt x="16412" y="5677"/>
                  </a:lnTo>
                  <a:lnTo>
                    <a:pt x="16643" y="6024"/>
                  </a:lnTo>
                  <a:lnTo>
                    <a:pt x="16875" y="6333"/>
                  </a:lnTo>
                  <a:lnTo>
                    <a:pt x="16991" y="6681"/>
                  </a:lnTo>
                  <a:lnTo>
                    <a:pt x="16991" y="6835"/>
                  </a:lnTo>
                  <a:lnTo>
                    <a:pt x="16991" y="6990"/>
                  </a:lnTo>
                  <a:lnTo>
                    <a:pt x="16952" y="7105"/>
                  </a:lnTo>
                  <a:lnTo>
                    <a:pt x="16836" y="7221"/>
                  </a:lnTo>
                  <a:lnTo>
                    <a:pt x="16759" y="7298"/>
                  </a:lnTo>
                  <a:lnTo>
                    <a:pt x="16643" y="7337"/>
                  </a:lnTo>
                  <a:lnTo>
                    <a:pt x="16373" y="7337"/>
                  </a:lnTo>
                  <a:lnTo>
                    <a:pt x="16141" y="7221"/>
                  </a:lnTo>
                  <a:lnTo>
                    <a:pt x="15871" y="7028"/>
                  </a:lnTo>
                  <a:lnTo>
                    <a:pt x="15601" y="6835"/>
                  </a:lnTo>
                  <a:lnTo>
                    <a:pt x="15369" y="6565"/>
                  </a:lnTo>
                  <a:lnTo>
                    <a:pt x="15060" y="6179"/>
                  </a:lnTo>
                  <a:lnTo>
                    <a:pt x="14828" y="5715"/>
                  </a:lnTo>
                  <a:lnTo>
                    <a:pt x="14635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5" y="0"/>
                  </a:moveTo>
                  <a:lnTo>
                    <a:pt x="11585" y="77"/>
                  </a:lnTo>
                  <a:lnTo>
                    <a:pt x="11469" y="116"/>
                  </a:lnTo>
                  <a:lnTo>
                    <a:pt x="11353" y="232"/>
                  </a:lnTo>
                  <a:lnTo>
                    <a:pt x="11160" y="425"/>
                  </a:lnTo>
                  <a:lnTo>
                    <a:pt x="11006" y="618"/>
                  </a:lnTo>
                  <a:lnTo>
                    <a:pt x="10928" y="811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67" y="1468"/>
                  </a:lnTo>
                  <a:lnTo>
                    <a:pt x="11083" y="1699"/>
                  </a:lnTo>
                  <a:lnTo>
                    <a:pt x="11199" y="1892"/>
                  </a:lnTo>
                  <a:lnTo>
                    <a:pt x="11546" y="2317"/>
                  </a:lnTo>
                  <a:lnTo>
                    <a:pt x="11932" y="2742"/>
                  </a:lnTo>
                  <a:lnTo>
                    <a:pt x="12396" y="3089"/>
                  </a:lnTo>
                  <a:lnTo>
                    <a:pt x="12859" y="3437"/>
                  </a:lnTo>
                  <a:lnTo>
                    <a:pt x="12048" y="3321"/>
                  </a:lnTo>
                  <a:lnTo>
                    <a:pt x="11199" y="3282"/>
                  </a:lnTo>
                  <a:lnTo>
                    <a:pt x="10388" y="3360"/>
                  </a:lnTo>
                  <a:lnTo>
                    <a:pt x="9615" y="3476"/>
                  </a:lnTo>
                  <a:lnTo>
                    <a:pt x="9654" y="3012"/>
                  </a:lnTo>
                  <a:lnTo>
                    <a:pt x="9654" y="2510"/>
                  </a:lnTo>
                  <a:lnTo>
                    <a:pt x="9615" y="2008"/>
                  </a:lnTo>
                  <a:lnTo>
                    <a:pt x="9500" y="1506"/>
                  </a:lnTo>
                  <a:lnTo>
                    <a:pt x="9075" y="1622"/>
                  </a:lnTo>
                  <a:lnTo>
                    <a:pt x="9152" y="2085"/>
                  </a:lnTo>
                  <a:lnTo>
                    <a:pt x="9152" y="2587"/>
                  </a:lnTo>
                  <a:lnTo>
                    <a:pt x="9113" y="3089"/>
                  </a:lnTo>
                  <a:lnTo>
                    <a:pt x="9075" y="3514"/>
                  </a:lnTo>
                  <a:lnTo>
                    <a:pt x="9075" y="3630"/>
                  </a:lnTo>
                  <a:lnTo>
                    <a:pt x="8225" y="3900"/>
                  </a:lnTo>
                  <a:lnTo>
                    <a:pt x="7414" y="4286"/>
                  </a:lnTo>
                  <a:lnTo>
                    <a:pt x="6604" y="4711"/>
                  </a:lnTo>
                  <a:lnTo>
                    <a:pt x="5831" y="5252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6" y="6217"/>
                  </a:lnTo>
                  <a:lnTo>
                    <a:pt x="3823" y="6951"/>
                  </a:lnTo>
                  <a:lnTo>
                    <a:pt x="3090" y="7685"/>
                  </a:lnTo>
                  <a:lnTo>
                    <a:pt x="2394" y="8495"/>
                  </a:lnTo>
                  <a:lnTo>
                    <a:pt x="1738" y="9306"/>
                  </a:lnTo>
                  <a:lnTo>
                    <a:pt x="1082" y="10156"/>
                  </a:lnTo>
                  <a:lnTo>
                    <a:pt x="502" y="10967"/>
                  </a:lnTo>
                  <a:lnTo>
                    <a:pt x="0" y="11816"/>
                  </a:lnTo>
                  <a:lnTo>
                    <a:pt x="309" y="12087"/>
                  </a:lnTo>
                  <a:lnTo>
                    <a:pt x="1545" y="10503"/>
                  </a:lnTo>
                  <a:lnTo>
                    <a:pt x="2742" y="8959"/>
                  </a:lnTo>
                  <a:lnTo>
                    <a:pt x="3360" y="8225"/>
                  </a:lnTo>
                  <a:lnTo>
                    <a:pt x="4016" y="7491"/>
                  </a:lnTo>
                  <a:lnTo>
                    <a:pt x="4711" y="6835"/>
                  </a:lnTo>
                  <a:lnTo>
                    <a:pt x="5484" y="6179"/>
                  </a:lnTo>
                  <a:lnTo>
                    <a:pt x="6256" y="5599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7" y="4441"/>
                  </a:lnTo>
                  <a:lnTo>
                    <a:pt x="8920" y="4248"/>
                  </a:lnTo>
                  <a:lnTo>
                    <a:pt x="9422" y="4132"/>
                  </a:lnTo>
                  <a:lnTo>
                    <a:pt x="9886" y="4016"/>
                  </a:lnTo>
                  <a:lnTo>
                    <a:pt x="10388" y="3939"/>
                  </a:lnTo>
                  <a:lnTo>
                    <a:pt x="10851" y="3862"/>
                  </a:lnTo>
                  <a:lnTo>
                    <a:pt x="11353" y="3823"/>
                  </a:lnTo>
                  <a:lnTo>
                    <a:pt x="11855" y="3823"/>
                  </a:lnTo>
                  <a:lnTo>
                    <a:pt x="12357" y="3862"/>
                  </a:lnTo>
                  <a:lnTo>
                    <a:pt x="12821" y="3939"/>
                  </a:lnTo>
                  <a:lnTo>
                    <a:pt x="12319" y="4016"/>
                  </a:lnTo>
                  <a:lnTo>
                    <a:pt x="11855" y="4132"/>
                  </a:lnTo>
                  <a:lnTo>
                    <a:pt x="11392" y="4286"/>
                  </a:lnTo>
                  <a:lnTo>
                    <a:pt x="11199" y="4402"/>
                  </a:lnTo>
                  <a:lnTo>
                    <a:pt x="11006" y="4557"/>
                  </a:lnTo>
                  <a:lnTo>
                    <a:pt x="10813" y="4711"/>
                  </a:lnTo>
                  <a:lnTo>
                    <a:pt x="10697" y="4866"/>
                  </a:lnTo>
                  <a:lnTo>
                    <a:pt x="10542" y="5059"/>
                  </a:lnTo>
                  <a:lnTo>
                    <a:pt x="10465" y="5290"/>
                  </a:lnTo>
                  <a:lnTo>
                    <a:pt x="10388" y="5522"/>
                  </a:lnTo>
                  <a:lnTo>
                    <a:pt x="10388" y="5754"/>
                  </a:lnTo>
                  <a:lnTo>
                    <a:pt x="10426" y="5947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3"/>
                  </a:lnTo>
                  <a:lnTo>
                    <a:pt x="11006" y="6410"/>
                  </a:lnTo>
                  <a:lnTo>
                    <a:pt x="11276" y="6449"/>
                  </a:lnTo>
                  <a:lnTo>
                    <a:pt x="11585" y="6410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2"/>
                  </a:lnTo>
                  <a:lnTo>
                    <a:pt x="13422" y="5533"/>
                  </a:lnTo>
                  <a:lnTo>
                    <a:pt x="13422" y="5533"/>
                  </a:lnTo>
                  <a:lnTo>
                    <a:pt x="13786" y="5715"/>
                  </a:lnTo>
                  <a:lnTo>
                    <a:pt x="14056" y="4866"/>
                  </a:lnTo>
                  <a:lnTo>
                    <a:pt x="14211" y="5406"/>
                  </a:lnTo>
                  <a:lnTo>
                    <a:pt x="14404" y="5908"/>
                  </a:lnTo>
                  <a:lnTo>
                    <a:pt x="14674" y="6410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8" y="7298"/>
                  </a:lnTo>
                  <a:lnTo>
                    <a:pt x="15678" y="7491"/>
                  </a:lnTo>
                  <a:lnTo>
                    <a:pt x="15987" y="7685"/>
                  </a:lnTo>
                  <a:lnTo>
                    <a:pt x="16296" y="7800"/>
                  </a:lnTo>
                  <a:lnTo>
                    <a:pt x="16605" y="7878"/>
                  </a:lnTo>
                  <a:lnTo>
                    <a:pt x="16875" y="7878"/>
                  </a:lnTo>
                  <a:lnTo>
                    <a:pt x="17030" y="7800"/>
                  </a:lnTo>
                  <a:lnTo>
                    <a:pt x="17184" y="7723"/>
                  </a:lnTo>
                  <a:lnTo>
                    <a:pt x="17300" y="7646"/>
                  </a:lnTo>
                  <a:lnTo>
                    <a:pt x="17377" y="7530"/>
                  </a:lnTo>
                  <a:lnTo>
                    <a:pt x="17416" y="7414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6" y="6603"/>
                  </a:lnTo>
                  <a:lnTo>
                    <a:pt x="17300" y="6294"/>
                  </a:lnTo>
                  <a:lnTo>
                    <a:pt x="17184" y="5986"/>
                  </a:lnTo>
                  <a:lnTo>
                    <a:pt x="17030" y="5715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0"/>
                  </a:lnTo>
                  <a:lnTo>
                    <a:pt x="16257" y="4788"/>
                  </a:lnTo>
                  <a:lnTo>
                    <a:pt x="16026" y="4634"/>
                  </a:lnTo>
                  <a:lnTo>
                    <a:pt x="15524" y="4286"/>
                  </a:lnTo>
                  <a:lnTo>
                    <a:pt x="14944" y="4016"/>
                  </a:lnTo>
                  <a:lnTo>
                    <a:pt x="15408" y="3900"/>
                  </a:lnTo>
                  <a:lnTo>
                    <a:pt x="15832" y="3746"/>
                  </a:lnTo>
                  <a:lnTo>
                    <a:pt x="16219" y="3514"/>
                  </a:lnTo>
                  <a:lnTo>
                    <a:pt x="16605" y="3244"/>
                  </a:lnTo>
                  <a:lnTo>
                    <a:pt x="16759" y="3089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5" y="2201"/>
                  </a:lnTo>
                  <a:lnTo>
                    <a:pt x="17107" y="1931"/>
                  </a:lnTo>
                  <a:lnTo>
                    <a:pt x="17068" y="1699"/>
                  </a:lnTo>
                  <a:lnTo>
                    <a:pt x="16914" y="1506"/>
                  </a:lnTo>
                  <a:lnTo>
                    <a:pt x="16759" y="1313"/>
                  </a:lnTo>
                  <a:lnTo>
                    <a:pt x="16528" y="1236"/>
                  </a:lnTo>
                  <a:lnTo>
                    <a:pt x="16334" y="1159"/>
                  </a:lnTo>
                  <a:lnTo>
                    <a:pt x="16103" y="1159"/>
                  </a:lnTo>
                  <a:lnTo>
                    <a:pt x="15910" y="1197"/>
                  </a:lnTo>
                  <a:lnTo>
                    <a:pt x="15678" y="1275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6" y="2587"/>
                  </a:lnTo>
                  <a:lnTo>
                    <a:pt x="14095" y="3012"/>
                  </a:lnTo>
                  <a:lnTo>
                    <a:pt x="13940" y="2433"/>
                  </a:lnTo>
                  <a:lnTo>
                    <a:pt x="13747" y="1892"/>
                  </a:lnTo>
                  <a:lnTo>
                    <a:pt x="13516" y="1352"/>
                  </a:lnTo>
                  <a:lnTo>
                    <a:pt x="13168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7" y="155"/>
                  </a:lnTo>
                  <a:lnTo>
                    <a:pt x="12087" y="39"/>
                  </a:lnTo>
                  <a:lnTo>
                    <a:pt x="118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5"/>
            <p:cNvSpPr/>
            <p:nvPr/>
          </p:nvSpPr>
          <p:spPr>
            <a:xfrm>
              <a:off x="799000" y="1245800"/>
              <a:ext cx="106200" cy="124550"/>
            </a:xfrm>
            <a:custGeom>
              <a:avLst/>
              <a:gdLst/>
              <a:ahLst/>
              <a:cxnLst/>
              <a:rect l="l" t="t" r="r" b="b"/>
              <a:pathLst>
                <a:path w="4248" h="4982" extrusionOk="0">
                  <a:moveTo>
                    <a:pt x="3862" y="0"/>
                  </a:moveTo>
                  <a:lnTo>
                    <a:pt x="3591" y="579"/>
                  </a:lnTo>
                  <a:lnTo>
                    <a:pt x="3244" y="1159"/>
                  </a:lnTo>
                  <a:lnTo>
                    <a:pt x="2896" y="1699"/>
                  </a:lnTo>
                  <a:lnTo>
                    <a:pt x="2510" y="2201"/>
                  </a:lnTo>
                  <a:lnTo>
                    <a:pt x="1931" y="2858"/>
                  </a:lnTo>
                  <a:lnTo>
                    <a:pt x="1313" y="3475"/>
                  </a:lnTo>
                  <a:lnTo>
                    <a:pt x="1004" y="3784"/>
                  </a:lnTo>
                  <a:lnTo>
                    <a:pt x="657" y="4016"/>
                  </a:lnTo>
                  <a:lnTo>
                    <a:pt x="309" y="4286"/>
                  </a:lnTo>
                  <a:lnTo>
                    <a:pt x="0" y="4595"/>
                  </a:lnTo>
                  <a:lnTo>
                    <a:pt x="39" y="4981"/>
                  </a:lnTo>
                  <a:lnTo>
                    <a:pt x="155" y="4981"/>
                  </a:lnTo>
                  <a:lnTo>
                    <a:pt x="541" y="4788"/>
                  </a:lnTo>
                  <a:lnTo>
                    <a:pt x="927" y="4557"/>
                  </a:lnTo>
                  <a:lnTo>
                    <a:pt x="1313" y="4248"/>
                  </a:lnTo>
                  <a:lnTo>
                    <a:pt x="1699" y="3939"/>
                  </a:lnTo>
                  <a:lnTo>
                    <a:pt x="2008" y="3591"/>
                  </a:lnTo>
                  <a:lnTo>
                    <a:pt x="2356" y="3205"/>
                  </a:lnTo>
                  <a:lnTo>
                    <a:pt x="2896" y="2510"/>
                  </a:lnTo>
                  <a:lnTo>
                    <a:pt x="3321" y="1969"/>
                  </a:lnTo>
                  <a:lnTo>
                    <a:pt x="3669" y="1390"/>
                  </a:lnTo>
                  <a:lnTo>
                    <a:pt x="3978" y="811"/>
                  </a:lnTo>
                  <a:lnTo>
                    <a:pt x="4248" y="193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5"/>
            <p:cNvSpPr/>
            <p:nvPr/>
          </p:nvSpPr>
          <p:spPr>
            <a:xfrm>
              <a:off x="747825" y="12477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5" y="271"/>
                  </a:move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7"/>
                  </a:lnTo>
                  <a:lnTo>
                    <a:pt x="1545" y="1313"/>
                  </a:lnTo>
                  <a:lnTo>
                    <a:pt x="1429" y="1391"/>
                  </a:lnTo>
                  <a:lnTo>
                    <a:pt x="1352" y="1468"/>
                  </a:lnTo>
                  <a:lnTo>
                    <a:pt x="1198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468"/>
                  </a:lnTo>
                  <a:lnTo>
                    <a:pt x="580" y="1429"/>
                  </a:lnTo>
                  <a:lnTo>
                    <a:pt x="503" y="1313"/>
                  </a:lnTo>
                  <a:lnTo>
                    <a:pt x="464" y="1197"/>
                  </a:lnTo>
                  <a:lnTo>
                    <a:pt x="425" y="1004"/>
                  </a:lnTo>
                  <a:lnTo>
                    <a:pt x="425" y="773"/>
                  </a:lnTo>
                  <a:lnTo>
                    <a:pt x="541" y="580"/>
                  </a:lnTo>
                  <a:lnTo>
                    <a:pt x="696" y="425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78"/>
                  </a:lnTo>
                  <a:lnTo>
                    <a:pt x="657" y="116"/>
                  </a:lnTo>
                  <a:lnTo>
                    <a:pt x="541" y="78"/>
                  </a:lnTo>
                  <a:lnTo>
                    <a:pt x="425" y="116"/>
                  </a:lnTo>
                  <a:lnTo>
                    <a:pt x="271" y="193"/>
                  </a:lnTo>
                  <a:lnTo>
                    <a:pt x="155" y="348"/>
                  </a:lnTo>
                  <a:lnTo>
                    <a:pt x="78" y="502"/>
                  </a:lnTo>
                  <a:lnTo>
                    <a:pt x="1" y="695"/>
                  </a:lnTo>
                  <a:lnTo>
                    <a:pt x="1" y="889"/>
                  </a:lnTo>
                  <a:lnTo>
                    <a:pt x="1" y="1082"/>
                  </a:lnTo>
                  <a:lnTo>
                    <a:pt x="39" y="1275"/>
                  </a:lnTo>
                  <a:lnTo>
                    <a:pt x="78" y="1429"/>
                  </a:lnTo>
                  <a:lnTo>
                    <a:pt x="194" y="1622"/>
                  </a:lnTo>
                  <a:lnTo>
                    <a:pt x="310" y="1777"/>
                  </a:lnTo>
                  <a:lnTo>
                    <a:pt x="464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043" y="2008"/>
                  </a:lnTo>
                  <a:lnTo>
                    <a:pt x="1236" y="1970"/>
                  </a:lnTo>
                  <a:lnTo>
                    <a:pt x="1429" y="1892"/>
                  </a:lnTo>
                  <a:lnTo>
                    <a:pt x="1584" y="1815"/>
                  </a:lnTo>
                  <a:lnTo>
                    <a:pt x="1738" y="1699"/>
                  </a:lnTo>
                  <a:lnTo>
                    <a:pt x="1893" y="1545"/>
                  </a:lnTo>
                  <a:lnTo>
                    <a:pt x="1970" y="1352"/>
                  </a:lnTo>
                  <a:lnTo>
                    <a:pt x="2047" y="1197"/>
                  </a:lnTo>
                  <a:lnTo>
                    <a:pt x="2086" y="1004"/>
                  </a:lnTo>
                  <a:lnTo>
                    <a:pt x="2047" y="811"/>
                  </a:lnTo>
                  <a:lnTo>
                    <a:pt x="1970" y="580"/>
                  </a:lnTo>
                  <a:lnTo>
                    <a:pt x="1893" y="425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78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5"/>
            <p:cNvSpPr/>
            <p:nvPr/>
          </p:nvSpPr>
          <p:spPr>
            <a:xfrm>
              <a:off x="691825" y="1300825"/>
              <a:ext cx="114925" cy="285775"/>
            </a:xfrm>
            <a:custGeom>
              <a:avLst/>
              <a:gdLst/>
              <a:ahLst/>
              <a:cxnLst/>
              <a:rect l="l" t="t" r="r" b="b"/>
              <a:pathLst>
                <a:path w="4597" h="11431" extrusionOk="0">
                  <a:moveTo>
                    <a:pt x="3631" y="888"/>
                  </a:moveTo>
                  <a:lnTo>
                    <a:pt x="3708" y="2008"/>
                  </a:lnTo>
                  <a:lnTo>
                    <a:pt x="3824" y="3128"/>
                  </a:lnTo>
                  <a:lnTo>
                    <a:pt x="3940" y="4248"/>
                  </a:lnTo>
                  <a:lnTo>
                    <a:pt x="4017" y="5406"/>
                  </a:lnTo>
                  <a:lnTo>
                    <a:pt x="4056" y="6603"/>
                  </a:lnTo>
                  <a:lnTo>
                    <a:pt x="4056" y="7260"/>
                  </a:lnTo>
                  <a:lnTo>
                    <a:pt x="3978" y="7878"/>
                  </a:lnTo>
                  <a:lnTo>
                    <a:pt x="3901" y="8534"/>
                  </a:lnTo>
                  <a:lnTo>
                    <a:pt x="3747" y="9152"/>
                  </a:lnTo>
                  <a:lnTo>
                    <a:pt x="3515" y="9731"/>
                  </a:lnTo>
                  <a:lnTo>
                    <a:pt x="3245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2"/>
                  </a:lnTo>
                  <a:lnTo>
                    <a:pt x="1623" y="10696"/>
                  </a:lnTo>
                  <a:lnTo>
                    <a:pt x="1353" y="10503"/>
                  </a:lnTo>
                  <a:lnTo>
                    <a:pt x="1121" y="10233"/>
                  </a:lnTo>
                  <a:lnTo>
                    <a:pt x="966" y="9963"/>
                  </a:lnTo>
                  <a:lnTo>
                    <a:pt x="851" y="9692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95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9" y="4055"/>
                  </a:lnTo>
                  <a:lnTo>
                    <a:pt x="580" y="2780"/>
                  </a:lnTo>
                  <a:lnTo>
                    <a:pt x="542" y="2742"/>
                  </a:lnTo>
                  <a:lnTo>
                    <a:pt x="580" y="2742"/>
                  </a:lnTo>
                  <a:lnTo>
                    <a:pt x="1353" y="2356"/>
                  </a:lnTo>
                  <a:lnTo>
                    <a:pt x="2163" y="1931"/>
                  </a:lnTo>
                  <a:lnTo>
                    <a:pt x="2936" y="1429"/>
                  </a:lnTo>
                  <a:lnTo>
                    <a:pt x="3283" y="1159"/>
                  </a:lnTo>
                  <a:lnTo>
                    <a:pt x="3631" y="888"/>
                  </a:lnTo>
                  <a:close/>
                  <a:moveTo>
                    <a:pt x="3978" y="0"/>
                  </a:moveTo>
                  <a:lnTo>
                    <a:pt x="3901" y="39"/>
                  </a:lnTo>
                  <a:lnTo>
                    <a:pt x="3476" y="309"/>
                  </a:lnTo>
                  <a:lnTo>
                    <a:pt x="3052" y="657"/>
                  </a:lnTo>
                  <a:lnTo>
                    <a:pt x="2627" y="966"/>
                  </a:lnTo>
                  <a:lnTo>
                    <a:pt x="2202" y="1313"/>
                  </a:lnTo>
                  <a:lnTo>
                    <a:pt x="1314" y="1892"/>
                  </a:lnTo>
                  <a:lnTo>
                    <a:pt x="426" y="2472"/>
                  </a:lnTo>
                  <a:lnTo>
                    <a:pt x="349" y="2549"/>
                  </a:lnTo>
                  <a:lnTo>
                    <a:pt x="349" y="2626"/>
                  </a:lnTo>
                  <a:lnTo>
                    <a:pt x="271" y="2665"/>
                  </a:lnTo>
                  <a:lnTo>
                    <a:pt x="233" y="2780"/>
                  </a:lnTo>
                  <a:lnTo>
                    <a:pt x="194" y="3823"/>
                  </a:lnTo>
                  <a:lnTo>
                    <a:pt x="155" y="4827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7"/>
                  </a:lnTo>
                  <a:lnTo>
                    <a:pt x="155" y="7685"/>
                  </a:lnTo>
                  <a:lnTo>
                    <a:pt x="155" y="8418"/>
                  </a:lnTo>
                  <a:lnTo>
                    <a:pt x="233" y="9152"/>
                  </a:lnTo>
                  <a:lnTo>
                    <a:pt x="310" y="9615"/>
                  </a:lnTo>
                  <a:lnTo>
                    <a:pt x="503" y="10079"/>
                  </a:lnTo>
                  <a:lnTo>
                    <a:pt x="735" y="10503"/>
                  </a:lnTo>
                  <a:lnTo>
                    <a:pt x="1044" y="10890"/>
                  </a:lnTo>
                  <a:lnTo>
                    <a:pt x="1198" y="11044"/>
                  </a:lnTo>
                  <a:lnTo>
                    <a:pt x="1391" y="11198"/>
                  </a:lnTo>
                  <a:lnTo>
                    <a:pt x="1623" y="11314"/>
                  </a:lnTo>
                  <a:lnTo>
                    <a:pt x="1816" y="11392"/>
                  </a:lnTo>
                  <a:lnTo>
                    <a:pt x="2048" y="11430"/>
                  </a:lnTo>
                  <a:lnTo>
                    <a:pt x="2279" y="11430"/>
                  </a:lnTo>
                  <a:lnTo>
                    <a:pt x="2550" y="11392"/>
                  </a:lnTo>
                  <a:lnTo>
                    <a:pt x="2820" y="11314"/>
                  </a:lnTo>
                  <a:lnTo>
                    <a:pt x="3052" y="11198"/>
                  </a:lnTo>
                  <a:lnTo>
                    <a:pt x="3283" y="11044"/>
                  </a:lnTo>
                  <a:lnTo>
                    <a:pt x="3476" y="10851"/>
                  </a:lnTo>
                  <a:lnTo>
                    <a:pt x="3669" y="10658"/>
                  </a:lnTo>
                  <a:lnTo>
                    <a:pt x="3824" y="10388"/>
                  </a:lnTo>
                  <a:lnTo>
                    <a:pt x="3978" y="10117"/>
                  </a:lnTo>
                  <a:lnTo>
                    <a:pt x="4171" y="9538"/>
                  </a:lnTo>
                  <a:lnTo>
                    <a:pt x="4326" y="8920"/>
                  </a:lnTo>
                  <a:lnTo>
                    <a:pt x="4442" y="8302"/>
                  </a:lnTo>
                  <a:lnTo>
                    <a:pt x="4519" y="7723"/>
                  </a:lnTo>
                  <a:lnTo>
                    <a:pt x="4558" y="7221"/>
                  </a:lnTo>
                  <a:lnTo>
                    <a:pt x="4596" y="6642"/>
                  </a:lnTo>
                  <a:lnTo>
                    <a:pt x="4596" y="6101"/>
                  </a:lnTo>
                  <a:lnTo>
                    <a:pt x="4519" y="4981"/>
                  </a:lnTo>
                  <a:lnTo>
                    <a:pt x="4442" y="3862"/>
                  </a:lnTo>
                  <a:lnTo>
                    <a:pt x="4326" y="2780"/>
                  </a:lnTo>
                  <a:lnTo>
                    <a:pt x="4287" y="2394"/>
                  </a:lnTo>
                  <a:lnTo>
                    <a:pt x="4210" y="1468"/>
                  </a:lnTo>
                  <a:lnTo>
                    <a:pt x="4133" y="541"/>
                  </a:lnTo>
                  <a:lnTo>
                    <a:pt x="4094" y="386"/>
                  </a:lnTo>
                  <a:lnTo>
                    <a:pt x="4133" y="348"/>
                  </a:lnTo>
                  <a:lnTo>
                    <a:pt x="4171" y="270"/>
                  </a:lnTo>
                  <a:lnTo>
                    <a:pt x="4210" y="193"/>
                  </a:lnTo>
                  <a:lnTo>
                    <a:pt x="4171" y="77"/>
                  </a:lnTo>
                  <a:lnTo>
                    <a:pt x="4094" y="39"/>
                  </a:lnTo>
                  <a:lnTo>
                    <a:pt x="40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5"/>
            <p:cNvSpPr/>
            <p:nvPr/>
          </p:nvSpPr>
          <p:spPr>
            <a:xfrm>
              <a:off x="695700" y="1106775"/>
              <a:ext cx="102350" cy="132275"/>
            </a:xfrm>
            <a:custGeom>
              <a:avLst/>
              <a:gdLst/>
              <a:ahLst/>
              <a:cxnLst/>
              <a:rect l="l" t="t" r="r" b="b"/>
              <a:pathLst>
                <a:path w="4094" h="5291" extrusionOk="0">
                  <a:moveTo>
                    <a:pt x="2279" y="1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4" y="1893"/>
                  </a:lnTo>
                  <a:lnTo>
                    <a:pt x="116" y="2279"/>
                  </a:lnTo>
                  <a:lnTo>
                    <a:pt x="39" y="2665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1"/>
                  </a:lnTo>
                  <a:lnTo>
                    <a:pt x="425" y="5291"/>
                  </a:lnTo>
                  <a:lnTo>
                    <a:pt x="464" y="4750"/>
                  </a:lnTo>
                  <a:lnTo>
                    <a:pt x="464" y="4210"/>
                  </a:lnTo>
                  <a:lnTo>
                    <a:pt x="464" y="3630"/>
                  </a:lnTo>
                  <a:lnTo>
                    <a:pt x="464" y="3090"/>
                  </a:lnTo>
                  <a:lnTo>
                    <a:pt x="541" y="2549"/>
                  </a:lnTo>
                  <a:lnTo>
                    <a:pt x="657" y="2047"/>
                  </a:lnTo>
                  <a:lnTo>
                    <a:pt x="773" y="1816"/>
                  </a:lnTo>
                  <a:lnTo>
                    <a:pt x="889" y="1545"/>
                  </a:lnTo>
                  <a:lnTo>
                    <a:pt x="1043" y="1352"/>
                  </a:lnTo>
                  <a:lnTo>
                    <a:pt x="1198" y="1120"/>
                  </a:lnTo>
                  <a:lnTo>
                    <a:pt x="1391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80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4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2" y="1391"/>
                  </a:lnTo>
                  <a:lnTo>
                    <a:pt x="3669" y="1661"/>
                  </a:lnTo>
                  <a:lnTo>
                    <a:pt x="4094" y="1545"/>
                  </a:lnTo>
                  <a:lnTo>
                    <a:pt x="3978" y="1159"/>
                  </a:lnTo>
                  <a:lnTo>
                    <a:pt x="3823" y="812"/>
                  </a:lnTo>
                  <a:lnTo>
                    <a:pt x="3630" y="503"/>
                  </a:lnTo>
                  <a:lnTo>
                    <a:pt x="3399" y="271"/>
                  </a:lnTo>
                  <a:lnTo>
                    <a:pt x="3244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5"/>
            <p:cNvSpPr/>
            <p:nvPr/>
          </p:nvSpPr>
          <p:spPr>
            <a:xfrm>
              <a:off x="569225" y="1424375"/>
              <a:ext cx="126500" cy="69550"/>
            </a:xfrm>
            <a:custGeom>
              <a:avLst/>
              <a:gdLst/>
              <a:ahLst/>
              <a:cxnLst/>
              <a:rect l="l" t="t" r="r" b="b"/>
              <a:pathLst>
                <a:path w="5060" h="2782" extrusionOk="0">
                  <a:moveTo>
                    <a:pt x="4905" y="1"/>
                  </a:moveTo>
                  <a:lnTo>
                    <a:pt x="3824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30" y="1854"/>
                  </a:lnTo>
                  <a:lnTo>
                    <a:pt x="773" y="2125"/>
                  </a:lnTo>
                  <a:lnTo>
                    <a:pt x="117" y="2395"/>
                  </a:lnTo>
                  <a:lnTo>
                    <a:pt x="40" y="2472"/>
                  </a:lnTo>
                  <a:lnTo>
                    <a:pt x="1" y="2588"/>
                  </a:lnTo>
                  <a:lnTo>
                    <a:pt x="40" y="2665"/>
                  </a:lnTo>
                  <a:lnTo>
                    <a:pt x="117" y="2781"/>
                  </a:lnTo>
                  <a:lnTo>
                    <a:pt x="387" y="2781"/>
                  </a:lnTo>
                  <a:lnTo>
                    <a:pt x="1082" y="2627"/>
                  </a:lnTo>
                  <a:lnTo>
                    <a:pt x="1739" y="2356"/>
                  </a:lnTo>
                  <a:lnTo>
                    <a:pt x="2356" y="2047"/>
                  </a:lnTo>
                  <a:lnTo>
                    <a:pt x="2974" y="1739"/>
                  </a:lnTo>
                  <a:lnTo>
                    <a:pt x="3553" y="1430"/>
                  </a:lnTo>
                  <a:lnTo>
                    <a:pt x="4094" y="1082"/>
                  </a:lnTo>
                  <a:lnTo>
                    <a:pt x="4596" y="735"/>
                  </a:lnTo>
                  <a:lnTo>
                    <a:pt x="5059" y="310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5"/>
            <p:cNvSpPr/>
            <p:nvPr/>
          </p:nvSpPr>
          <p:spPr>
            <a:xfrm>
              <a:off x="686050" y="1295025"/>
              <a:ext cx="44425" cy="43475"/>
            </a:xfrm>
            <a:custGeom>
              <a:avLst/>
              <a:gdLst/>
              <a:ahLst/>
              <a:cxnLst/>
              <a:rect l="l" t="t" r="r" b="b"/>
              <a:pathLst>
                <a:path w="1777" h="1739" extrusionOk="0">
                  <a:moveTo>
                    <a:pt x="773" y="309"/>
                  </a:moveTo>
                  <a:lnTo>
                    <a:pt x="966" y="348"/>
                  </a:lnTo>
                  <a:lnTo>
                    <a:pt x="1159" y="464"/>
                  </a:lnTo>
                  <a:lnTo>
                    <a:pt x="1313" y="580"/>
                  </a:lnTo>
                  <a:lnTo>
                    <a:pt x="1390" y="773"/>
                  </a:lnTo>
                  <a:lnTo>
                    <a:pt x="1390" y="966"/>
                  </a:lnTo>
                  <a:lnTo>
                    <a:pt x="1352" y="1043"/>
                  </a:lnTo>
                  <a:lnTo>
                    <a:pt x="1275" y="1159"/>
                  </a:lnTo>
                  <a:lnTo>
                    <a:pt x="1197" y="1236"/>
                  </a:lnTo>
                  <a:lnTo>
                    <a:pt x="1082" y="1275"/>
                  </a:lnTo>
                  <a:lnTo>
                    <a:pt x="888" y="1352"/>
                  </a:lnTo>
                  <a:lnTo>
                    <a:pt x="695" y="1352"/>
                  </a:lnTo>
                  <a:lnTo>
                    <a:pt x="541" y="1236"/>
                  </a:lnTo>
                  <a:lnTo>
                    <a:pt x="425" y="1082"/>
                  </a:lnTo>
                  <a:lnTo>
                    <a:pt x="386" y="889"/>
                  </a:lnTo>
                  <a:lnTo>
                    <a:pt x="386" y="734"/>
                  </a:lnTo>
                  <a:lnTo>
                    <a:pt x="464" y="541"/>
                  </a:lnTo>
                  <a:lnTo>
                    <a:pt x="541" y="387"/>
                  </a:lnTo>
                  <a:lnTo>
                    <a:pt x="541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8" y="39"/>
                  </a:lnTo>
                  <a:lnTo>
                    <a:pt x="464" y="116"/>
                  </a:lnTo>
                  <a:lnTo>
                    <a:pt x="425" y="155"/>
                  </a:lnTo>
                  <a:lnTo>
                    <a:pt x="348" y="155"/>
                  </a:lnTo>
                  <a:lnTo>
                    <a:pt x="232" y="271"/>
                  </a:lnTo>
                  <a:lnTo>
                    <a:pt x="116" y="387"/>
                  </a:lnTo>
                  <a:lnTo>
                    <a:pt x="39" y="502"/>
                  </a:lnTo>
                  <a:lnTo>
                    <a:pt x="0" y="657"/>
                  </a:lnTo>
                  <a:lnTo>
                    <a:pt x="0" y="850"/>
                  </a:lnTo>
                  <a:lnTo>
                    <a:pt x="0" y="1004"/>
                  </a:lnTo>
                  <a:lnTo>
                    <a:pt x="39" y="1159"/>
                  </a:lnTo>
                  <a:lnTo>
                    <a:pt x="116" y="1313"/>
                  </a:lnTo>
                  <a:lnTo>
                    <a:pt x="193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8" y="1738"/>
                  </a:lnTo>
                  <a:lnTo>
                    <a:pt x="966" y="1738"/>
                  </a:lnTo>
                  <a:lnTo>
                    <a:pt x="1120" y="1700"/>
                  </a:lnTo>
                  <a:lnTo>
                    <a:pt x="1275" y="1622"/>
                  </a:lnTo>
                  <a:lnTo>
                    <a:pt x="1429" y="1545"/>
                  </a:lnTo>
                  <a:lnTo>
                    <a:pt x="1584" y="1391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27"/>
                  </a:lnTo>
                  <a:lnTo>
                    <a:pt x="1777" y="773"/>
                  </a:lnTo>
                  <a:lnTo>
                    <a:pt x="1738" y="580"/>
                  </a:lnTo>
                  <a:lnTo>
                    <a:pt x="1661" y="425"/>
                  </a:lnTo>
                  <a:lnTo>
                    <a:pt x="1545" y="271"/>
                  </a:lnTo>
                  <a:lnTo>
                    <a:pt x="1429" y="155"/>
                  </a:lnTo>
                  <a:lnTo>
                    <a:pt x="1275" y="78"/>
                  </a:lnTo>
                  <a:lnTo>
                    <a:pt x="1120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5"/>
            <p:cNvSpPr/>
            <p:nvPr/>
          </p:nvSpPr>
          <p:spPr>
            <a:xfrm>
              <a:off x="635850" y="1347150"/>
              <a:ext cx="42500" cy="41550"/>
            </a:xfrm>
            <a:custGeom>
              <a:avLst/>
              <a:gdLst/>
              <a:ahLst/>
              <a:cxnLst/>
              <a:rect l="l" t="t" r="r" b="b"/>
              <a:pathLst>
                <a:path w="1700" h="1662" extrusionOk="0">
                  <a:moveTo>
                    <a:pt x="1004" y="387"/>
                  </a:moveTo>
                  <a:lnTo>
                    <a:pt x="1120" y="425"/>
                  </a:lnTo>
                  <a:lnTo>
                    <a:pt x="1159" y="464"/>
                  </a:lnTo>
                  <a:lnTo>
                    <a:pt x="1236" y="541"/>
                  </a:lnTo>
                  <a:lnTo>
                    <a:pt x="1313" y="734"/>
                  </a:lnTo>
                  <a:lnTo>
                    <a:pt x="1313" y="927"/>
                  </a:lnTo>
                  <a:lnTo>
                    <a:pt x="1236" y="1082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8" y="1275"/>
                  </a:lnTo>
                  <a:lnTo>
                    <a:pt x="695" y="1236"/>
                  </a:lnTo>
                  <a:lnTo>
                    <a:pt x="541" y="1121"/>
                  </a:lnTo>
                  <a:lnTo>
                    <a:pt x="464" y="1082"/>
                  </a:lnTo>
                  <a:lnTo>
                    <a:pt x="425" y="966"/>
                  </a:lnTo>
                  <a:lnTo>
                    <a:pt x="386" y="889"/>
                  </a:lnTo>
                  <a:lnTo>
                    <a:pt x="386" y="773"/>
                  </a:lnTo>
                  <a:lnTo>
                    <a:pt x="425" y="541"/>
                  </a:lnTo>
                  <a:lnTo>
                    <a:pt x="541" y="580"/>
                  </a:lnTo>
                  <a:lnTo>
                    <a:pt x="618" y="541"/>
                  </a:lnTo>
                  <a:lnTo>
                    <a:pt x="773" y="425"/>
                  </a:lnTo>
                  <a:lnTo>
                    <a:pt x="927" y="387"/>
                  </a:lnTo>
                  <a:close/>
                  <a:moveTo>
                    <a:pt x="734" y="1"/>
                  </a:moveTo>
                  <a:lnTo>
                    <a:pt x="618" y="39"/>
                  </a:lnTo>
                  <a:lnTo>
                    <a:pt x="502" y="117"/>
                  </a:lnTo>
                  <a:lnTo>
                    <a:pt x="348" y="194"/>
                  </a:lnTo>
                  <a:lnTo>
                    <a:pt x="232" y="310"/>
                  </a:lnTo>
                  <a:lnTo>
                    <a:pt x="155" y="425"/>
                  </a:lnTo>
                  <a:lnTo>
                    <a:pt x="78" y="580"/>
                  </a:lnTo>
                  <a:lnTo>
                    <a:pt x="39" y="696"/>
                  </a:lnTo>
                  <a:lnTo>
                    <a:pt x="0" y="850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3" y="1352"/>
                  </a:lnTo>
                  <a:lnTo>
                    <a:pt x="309" y="1468"/>
                  </a:lnTo>
                  <a:lnTo>
                    <a:pt x="464" y="1584"/>
                  </a:lnTo>
                  <a:lnTo>
                    <a:pt x="657" y="1623"/>
                  </a:lnTo>
                  <a:lnTo>
                    <a:pt x="811" y="1661"/>
                  </a:lnTo>
                  <a:lnTo>
                    <a:pt x="1004" y="1661"/>
                  </a:lnTo>
                  <a:lnTo>
                    <a:pt x="1197" y="1584"/>
                  </a:lnTo>
                  <a:lnTo>
                    <a:pt x="1352" y="1507"/>
                  </a:lnTo>
                  <a:lnTo>
                    <a:pt x="1468" y="1391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699" y="927"/>
                  </a:lnTo>
                  <a:lnTo>
                    <a:pt x="1699" y="734"/>
                  </a:lnTo>
                  <a:lnTo>
                    <a:pt x="1661" y="541"/>
                  </a:lnTo>
                  <a:lnTo>
                    <a:pt x="1584" y="387"/>
                  </a:lnTo>
                  <a:lnTo>
                    <a:pt x="1506" y="232"/>
                  </a:lnTo>
                  <a:lnTo>
                    <a:pt x="1390" y="155"/>
                  </a:lnTo>
                  <a:lnTo>
                    <a:pt x="1275" y="78"/>
                  </a:lnTo>
                  <a:lnTo>
                    <a:pt x="10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5"/>
            <p:cNvSpPr/>
            <p:nvPr/>
          </p:nvSpPr>
          <p:spPr>
            <a:xfrm>
              <a:off x="444700" y="13741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71" y="1"/>
                  </a:moveTo>
                  <a:lnTo>
                    <a:pt x="116" y="40"/>
                  </a:lnTo>
                  <a:lnTo>
                    <a:pt x="39" y="117"/>
                  </a:lnTo>
                  <a:lnTo>
                    <a:pt x="1" y="233"/>
                  </a:lnTo>
                  <a:lnTo>
                    <a:pt x="39" y="387"/>
                  </a:lnTo>
                  <a:lnTo>
                    <a:pt x="348" y="889"/>
                  </a:lnTo>
                  <a:lnTo>
                    <a:pt x="657" y="1391"/>
                  </a:lnTo>
                  <a:lnTo>
                    <a:pt x="1005" y="1854"/>
                  </a:lnTo>
                  <a:lnTo>
                    <a:pt x="1391" y="2318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4" y="3553"/>
                  </a:lnTo>
                  <a:lnTo>
                    <a:pt x="3167" y="3901"/>
                  </a:lnTo>
                  <a:lnTo>
                    <a:pt x="3553" y="3747"/>
                  </a:lnTo>
                  <a:lnTo>
                    <a:pt x="2781" y="3013"/>
                  </a:lnTo>
                  <a:lnTo>
                    <a:pt x="2047" y="2241"/>
                  </a:lnTo>
                  <a:lnTo>
                    <a:pt x="1352" y="1430"/>
                  </a:lnTo>
                  <a:lnTo>
                    <a:pt x="1043" y="1005"/>
                  </a:lnTo>
                  <a:lnTo>
                    <a:pt x="734" y="542"/>
                  </a:lnTo>
                  <a:lnTo>
                    <a:pt x="1622" y="696"/>
                  </a:lnTo>
                  <a:lnTo>
                    <a:pt x="2511" y="889"/>
                  </a:lnTo>
                  <a:lnTo>
                    <a:pt x="3013" y="1044"/>
                  </a:lnTo>
                  <a:lnTo>
                    <a:pt x="3515" y="1198"/>
                  </a:lnTo>
                  <a:lnTo>
                    <a:pt x="4017" y="1352"/>
                  </a:lnTo>
                  <a:lnTo>
                    <a:pt x="4480" y="1507"/>
                  </a:lnTo>
                  <a:lnTo>
                    <a:pt x="4596" y="1507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5" y="1507"/>
                  </a:lnTo>
                  <a:lnTo>
                    <a:pt x="4943" y="1430"/>
                  </a:lnTo>
                  <a:lnTo>
                    <a:pt x="4634" y="1159"/>
                  </a:lnTo>
                  <a:lnTo>
                    <a:pt x="4171" y="850"/>
                  </a:lnTo>
                  <a:lnTo>
                    <a:pt x="3630" y="619"/>
                  </a:lnTo>
                  <a:lnTo>
                    <a:pt x="3090" y="464"/>
                  </a:lnTo>
                  <a:lnTo>
                    <a:pt x="2511" y="310"/>
                  </a:lnTo>
                  <a:lnTo>
                    <a:pt x="1931" y="194"/>
                  </a:lnTo>
                  <a:lnTo>
                    <a:pt x="1352" y="117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5"/>
            <p:cNvSpPr/>
            <p:nvPr/>
          </p:nvSpPr>
          <p:spPr>
            <a:xfrm>
              <a:off x="512275" y="1467825"/>
              <a:ext cx="66650" cy="99450"/>
            </a:xfrm>
            <a:custGeom>
              <a:avLst/>
              <a:gdLst/>
              <a:ahLst/>
              <a:cxnLst/>
              <a:rect l="l" t="t" r="r" b="b"/>
              <a:pathLst>
                <a:path w="2666" h="3978" extrusionOk="0">
                  <a:moveTo>
                    <a:pt x="850" y="1"/>
                  </a:moveTo>
                  <a:lnTo>
                    <a:pt x="464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2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1" y="2704"/>
                  </a:lnTo>
                  <a:lnTo>
                    <a:pt x="39" y="2974"/>
                  </a:lnTo>
                  <a:lnTo>
                    <a:pt x="78" y="3206"/>
                  </a:lnTo>
                  <a:lnTo>
                    <a:pt x="155" y="3399"/>
                  </a:lnTo>
                  <a:lnTo>
                    <a:pt x="271" y="3592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9" y="3939"/>
                  </a:lnTo>
                  <a:lnTo>
                    <a:pt x="1082" y="3978"/>
                  </a:lnTo>
                  <a:lnTo>
                    <a:pt x="1314" y="3939"/>
                  </a:lnTo>
                  <a:lnTo>
                    <a:pt x="1507" y="3823"/>
                  </a:lnTo>
                  <a:lnTo>
                    <a:pt x="1661" y="3708"/>
                  </a:lnTo>
                  <a:lnTo>
                    <a:pt x="1816" y="3514"/>
                  </a:lnTo>
                  <a:lnTo>
                    <a:pt x="1970" y="3321"/>
                  </a:lnTo>
                  <a:lnTo>
                    <a:pt x="2086" y="3090"/>
                  </a:lnTo>
                  <a:lnTo>
                    <a:pt x="2318" y="2549"/>
                  </a:lnTo>
                  <a:lnTo>
                    <a:pt x="2472" y="2009"/>
                  </a:lnTo>
                  <a:lnTo>
                    <a:pt x="2626" y="1507"/>
                  </a:lnTo>
                  <a:lnTo>
                    <a:pt x="2665" y="1043"/>
                  </a:lnTo>
                  <a:lnTo>
                    <a:pt x="2395" y="1043"/>
                  </a:lnTo>
                  <a:lnTo>
                    <a:pt x="2009" y="2009"/>
                  </a:lnTo>
                  <a:lnTo>
                    <a:pt x="1738" y="2665"/>
                  </a:lnTo>
                  <a:lnTo>
                    <a:pt x="1545" y="3051"/>
                  </a:lnTo>
                  <a:lnTo>
                    <a:pt x="1468" y="3206"/>
                  </a:lnTo>
                  <a:lnTo>
                    <a:pt x="1314" y="3283"/>
                  </a:lnTo>
                  <a:lnTo>
                    <a:pt x="1159" y="3283"/>
                  </a:lnTo>
                  <a:lnTo>
                    <a:pt x="966" y="3206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8"/>
                  </a:lnTo>
                  <a:lnTo>
                    <a:pt x="889" y="773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52" name="Google Shape;1152;p5"/>
          <p:cNvSpPr txBox="1">
            <a:spLocks noGrp="1"/>
          </p:cNvSpPr>
          <p:nvPr>
            <p:ph type="title"/>
          </p:nvPr>
        </p:nvSpPr>
        <p:spPr>
          <a:xfrm>
            <a:off x="1595872" y="2782525"/>
            <a:ext cx="27165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 b="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53" name="Google Shape;1153;p5"/>
          <p:cNvSpPr txBox="1">
            <a:spLocks noGrp="1"/>
          </p:cNvSpPr>
          <p:nvPr>
            <p:ph type="title" idx="2"/>
          </p:nvPr>
        </p:nvSpPr>
        <p:spPr>
          <a:xfrm>
            <a:off x="4831928" y="2782525"/>
            <a:ext cx="27165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 b="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54" name="Google Shape;1154;p5"/>
          <p:cNvSpPr txBox="1">
            <a:spLocks noGrp="1"/>
          </p:cNvSpPr>
          <p:nvPr>
            <p:ph type="subTitle" idx="1"/>
          </p:nvPr>
        </p:nvSpPr>
        <p:spPr>
          <a:xfrm>
            <a:off x="4831928" y="3151550"/>
            <a:ext cx="2716500" cy="731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155" name="Google Shape;1155;p5"/>
          <p:cNvSpPr txBox="1">
            <a:spLocks noGrp="1"/>
          </p:cNvSpPr>
          <p:nvPr>
            <p:ph type="subTitle" idx="3"/>
          </p:nvPr>
        </p:nvSpPr>
        <p:spPr>
          <a:xfrm>
            <a:off x="1595572" y="3151550"/>
            <a:ext cx="2717100" cy="731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156" name="Google Shape;1156;p5"/>
          <p:cNvSpPr txBox="1">
            <a:spLocks noGrp="1"/>
          </p:cNvSpPr>
          <p:nvPr>
            <p:ph type="title" idx="4"/>
          </p:nvPr>
        </p:nvSpPr>
        <p:spPr>
          <a:xfrm>
            <a:off x="720000" y="539500"/>
            <a:ext cx="7704000" cy="457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157" name="Google Shape;1157;p5"/>
          <p:cNvSpPr/>
          <p:nvPr/>
        </p:nvSpPr>
        <p:spPr>
          <a:xfrm>
            <a:off x="7114379" y="4747621"/>
            <a:ext cx="111863" cy="48162"/>
          </a:xfrm>
          <a:custGeom>
            <a:avLst/>
            <a:gdLst/>
            <a:ahLst/>
            <a:cxnLst/>
            <a:rect l="l" t="t" r="r" b="b"/>
            <a:pathLst>
              <a:path w="2966" h="1277" fill="none" extrusionOk="0">
                <a:moveTo>
                  <a:pt x="0" y="19"/>
                </a:moveTo>
                <a:lnTo>
                  <a:pt x="0" y="19"/>
                </a:lnTo>
                <a:lnTo>
                  <a:pt x="0" y="19"/>
                </a:lnTo>
                <a:lnTo>
                  <a:pt x="601" y="0"/>
                </a:lnTo>
                <a:lnTo>
                  <a:pt x="601" y="0"/>
                </a:lnTo>
                <a:lnTo>
                  <a:pt x="1220" y="19"/>
                </a:lnTo>
                <a:lnTo>
                  <a:pt x="1802" y="75"/>
                </a:lnTo>
                <a:lnTo>
                  <a:pt x="1802" y="75"/>
                </a:lnTo>
                <a:lnTo>
                  <a:pt x="2121" y="113"/>
                </a:lnTo>
                <a:lnTo>
                  <a:pt x="2308" y="150"/>
                </a:lnTo>
                <a:lnTo>
                  <a:pt x="2496" y="188"/>
                </a:lnTo>
                <a:lnTo>
                  <a:pt x="2684" y="263"/>
                </a:lnTo>
                <a:lnTo>
                  <a:pt x="2759" y="319"/>
                </a:lnTo>
                <a:lnTo>
                  <a:pt x="2834" y="376"/>
                </a:lnTo>
                <a:lnTo>
                  <a:pt x="2890" y="432"/>
                </a:lnTo>
                <a:lnTo>
                  <a:pt x="2928" y="507"/>
                </a:lnTo>
                <a:lnTo>
                  <a:pt x="2946" y="582"/>
                </a:lnTo>
                <a:lnTo>
                  <a:pt x="2965" y="676"/>
                </a:lnTo>
                <a:lnTo>
                  <a:pt x="2965" y="676"/>
                </a:lnTo>
                <a:lnTo>
                  <a:pt x="2965" y="770"/>
                </a:lnTo>
                <a:lnTo>
                  <a:pt x="2928" y="864"/>
                </a:lnTo>
                <a:lnTo>
                  <a:pt x="2890" y="976"/>
                </a:lnTo>
                <a:lnTo>
                  <a:pt x="2834" y="1089"/>
                </a:lnTo>
                <a:lnTo>
                  <a:pt x="2834" y="1089"/>
                </a:lnTo>
                <a:lnTo>
                  <a:pt x="2796" y="1126"/>
                </a:lnTo>
                <a:lnTo>
                  <a:pt x="2740" y="1183"/>
                </a:lnTo>
                <a:lnTo>
                  <a:pt x="2665" y="1201"/>
                </a:lnTo>
                <a:lnTo>
                  <a:pt x="2590" y="1239"/>
                </a:lnTo>
                <a:lnTo>
                  <a:pt x="2402" y="1258"/>
                </a:lnTo>
                <a:lnTo>
                  <a:pt x="2177" y="1276"/>
                </a:lnTo>
                <a:lnTo>
                  <a:pt x="2177" y="1276"/>
                </a:lnTo>
                <a:lnTo>
                  <a:pt x="1896" y="1258"/>
                </a:lnTo>
                <a:lnTo>
                  <a:pt x="1614" y="1220"/>
                </a:lnTo>
                <a:lnTo>
                  <a:pt x="1389" y="1183"/>
                </a:lnTo>
                <a:lnTo>
                  <a:pt x="1220" y="1145"/>
                </a:lnTo>
                <a:lnTo>
                  <a:pt x="1220" y="1145"/>
                </a:lnTo>
                <a:lnTo>
                  <a:pt x="976" y="1051"/>
                </a:lnTo>
                <a:lnTo>
                  <a:pt x="770" y="939"/>
                </a:lnTo>
                <a:lnTo>
                  <a:pt x="601" y="826"/>
                </a:lnTo>
                <a:lnTo>
                  <a:pt x="432" y="676"/>
                </a:lnTo>
                <a:lnTo>
                  <a:pt x="301" y="526"/>
                </a:lnTo>
                <a:lnTo>
                  <a:pt x="169" y="376"/>
                </a:lnTo>
                <a:lnTo>
                  <a:pt x="75" y="207"/>
                </a:lnTo>
                <a:lnTo>
                  <a:pt x="0" y="19"/>
                </a:lnTo>
                <a:lnTo>
                  <a:pt x="0" y="19"/>
                </a:lnTo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8" name="Google Shape;1158;p5"/>
          <p:cNvSpPr/>
          <p:nvPr/>
        </p:nvSpPr>
        <p:spPr>
          <a:xfrm>
            <a:off x="6344360" y="4890557"/>
            <a:ext cx="21988" cy="66567"/>
          </a:xfrm>
          <a:custGeom>
            <a:avLst/>
            <a:gdLst/>
            <a:ahLst/>
            <a:cxnLst/>
            <a:rect l="l" t="t" r="r" b="b"/>
            <a:pathLst>
              <a:path w="583" h="1765" fill="none" extrusionOk="0">
                <a:moveTo>
                  <a:pt x="1" y="1765"/>
                </a:moveTo>
                <a:lnTo>
                  <a:pt x="1" y="1765"/>
                </a:lnTo>
                <a:lnTo>
                  <a:pt x="1" y="1521"/>
                </a:lnTo>
                <a:lnTo>
                  <a:pt x="1" y="1277"/>
                </a:lnTo>
                <a:lnTo>
                  <a:pt x="39" y="1052"/>
                </a:lnTo>
                <a:lnTo>
                  <a:pt x="95" y="808"/>
                </a:lnTo>
                <a:lnTo>
                  <a:pt x="170" y="583"/>
                </a:lnTo>
                <a:lnTo>
                  <a:pt x="264" y="376"/>
                </a:lnTo>
                <a:lnTo>
                  <a:pt x="414" y="170"/>
                </a:lnTo>
                <a:lnTo>
                  <a:pt x="583" y="1"/>
                </a:lnTo>
                <a:lnTo>
                  <a:pt x="583" y="1"/>
                </a:lnTo>
                <a:lnTo>
                  <a:pt x="470" y="170"/>
                </a:lnTo>
                <a:lnTo>
                  <a:pt x="376" y="339"/>
                </a:lnTo>
                <a:lnTo>
                  <a:pt x="282" y="508"/>
                </a:lnTo>
                <a:lnTo>
                  <a:pt x="207" y="695"/>
                </a:lnTo>
                <a:lnTo>
                  <a:pt x="95" y="1052"/>
                </a:lnTo>
                <a:lnTo>
                  <a:pt x="39" y="1389"/>
                </a:lnTo>
                <a:lnTo>
                  <a:pt x="39" y="1389"/>
                </a:lnTo>
                <a:lnTo>
                  <a:pt x="20" y="1577"/>
                </a:lnTo>
                <a:lnTo>
                  <a:pt x="1" y="1765"/>
                </a:lnTo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59" name="Google Shape;1159;p5"/>
          <p:cNvGrpSpPr/>
          <p:nvPr/>
        </p:nvGrpSpPr>
        <p:grpSpPr>
          <a:xfrm>
            <a:off x="242675" y="-29750"/>
            <a:ext cx="297100" cy="2315550"/>
            <a:chOff x="1233275" y="0"/>
            <a:chExt cx="297100" cy="2315550"/>
          </a:xfrm>
        </p:grpSpPr>
        <p:sp>
          <p:nvSpPr>
            <p:cNvPr id="1160" name="Google Shape;1160;p5"/>
            <p:cNvSpPr/>
            <p:nvPr/>
          </p:nvSpPr>
          <p:spPr>
            <a:xfrm>
              <a:off x="1383225" y="0"/>
              <a:ext cx="25" cy="2172350"/>
            </a:xfrm>
            <a:custGeom>
              <a:avLst/>
              <a:gdLst/>
              <a:ahLst/>
              <a:cxnLst/>
              <a:rect l="l" t="t" r="r" b="b"/>
              <a:pathLst>
                <a:path w="1" h="86894" extrusionOk="0">
                  <a:moveTo>
                    <a:pt x="0" y="8689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5"/>
            <p:cNvSpPr/>
            <p:nvPr/>
          </p:nvSpPr>
          <p:spPr>
            <a:xfrm>
              <a:off x="1383225" y="0"/>
              <a:ext cx="25" cy="2172350"/>
            </a:xfrm>
            <a:custGeom>
              <a:avLst/>
              <a:gdLst/>
              <a:ahLst/>
              <a:cxnLst/>
              <a:rect l="l" t="t" r="r" b="b"/>
              <a:pathLst>
                <a:path w="1" h="86894" fill="none" extrusionOk="0">
                  <a:moveTo>
                    <a:pt x="0" y="86893"/>
                  </a:moveTo>
                  <a:lnTo>
                    <a:pt x="0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5"/>
            <p:cNvSpPr/>
            <p:nvPr/>
          </p:nvSpPr>
          <p:spPr>
            <a:xfrm>
              <a:off x="1373675" y="0"/>
              <a:ext cx="19675" cy="2172350"/>
            </a:xfrm>
            <a:custGeom>
              <a:avLst/>
              <a:gdLst/>
              <a:ahLst/>
              <a:cxnLst/>
              <a:rect l="l" t="t" r="r" b="b"/>
              <a:pathLst>
                <a:path w="787" h="86894" extrusionOk="0">
                  <a:moveTo>
                    <a:pt x="0" y="0"/>
                  </a:moveTo>
                  <a:lnTo>
                    <a:pt x="0" y="86893"/>
                  </a:lnTo>
                  <a:lnTo>
                    <a:pt x="787" y="86893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5"/>
            <p:cNvSpPr/>
            <p:nvPr/>
          </p:nvSpPr>
          <p:spPr>
            <a:xfrm>
              <a:off x="1233275" y="2033025"/>
              <a:ext cx="297100" cy="282525"/>
            </a:xfrm>
            <a:custGeom>
              <a:avLst/>
              <a:gdLst/>
              <a:ahLst/>
              <a:cxnLst/>
              <a:rect l="l" t="t" r="r" b="b"/>
              <a:pathLst>
                <a:path w="11884" h="11301" extrusionOk="0">
                  <a:moveTo>
                    <a:pt x="5953" y="1"/>
                  </a:moveTo>
                  <a:lnTo>
                    <a:pt x="3729" y="3191"/>
                  </a:lnTo>
                  <a:lnTo>
                    <a:pt x="0" y="4314"/>
                  </a:lnTo>
                  <a:lnTo>
                    <a:pt x="2359" y="7437"/>
                  </a:lnTo>
                  <a:lnTo>
                    <a:pt x="2269" y="11301"/>
                  </a:lnTo>
                  <a:lnTo>
                    <a:pt x="5953" y="10043"/>
                  </a:lnTo>
                  <a:lnTo>
                    <a:pt x="9615" y="11301"/>
                  </a:lnTo>
                  <a:lnTo>
                    <a:pt x="9570" y="7437"/>
                  </a:lnTo>
                  <a:lnTo>
                    <a:pt x="11884" y="4314"/>
                  </a:lnTo>
                  <a:lnTo>
                    <a:pt x="8177" y="3191"/>
                  </a:lnTo>
                  <a:lnTo>
                    <a:pt x="595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4" name="Google Shape;1164;p5"/>
          <p:cNvGrpSpPr/>
          <p:nvPr/>
        </p:nvGrpSpPr>
        <p:grpSpPr>
          <a:xfrm>
            <a:off x="8548875" y="-29750"/>
            <a:ext cx="260625" cy="1230500"/>
            <a:chOff x="6815325" y="0"/>
            <a:chExt cx="260625" cy="1230500"/>
          </a:xfrm>
        </p:grpSpPr>
        <p:sp>
          <p:nvSpPr>
            <p:cNvPr id="1165" name="Google Shape;1165;p5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extrusionOk="0">
                  <a:moveTo>
                    <a:pt x="1" y="36662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5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fill="none" extrusionOk="0">
                  <a:moveTo>
                    <a:pt x="1" y="36662"/>
                  </a:moveTo>
                  <a:lnTo>
                    <a:pt x="1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5"/>
            <p:cNvSpPr/>
            <p:nvPr/>
          </p:nvSpPr>
          <p:spPr>
            <a:xfrm>
              <a:off x="6933275" y="0"/>
              <a:ext cx="19675" cy="916575"/>
            </a:xfrm>
            <a:custGeom>
              <a:avLst/>
              <a:gdLst/>
              <a:ahLst/>
              <a:cxnLst/>
              <a:rect l="l" t="t" r="r" b="b"/>
              <a:pathLst>
                <a:path w="787" h="36663" extrusionOk="0">
                  <a:moveTo>
                    <a:pt x="0" y="0"/>
                  </a:moveTo>
                  <a:lnTo>
                    <a:pt x="0" y="36662"/>
                  </a:lnTo>
                  <a:lnTo>
                    <a:pt x="787" y="366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5"/>
            <p:cNvSpPr/>
            <p:nvPr/>
          </p:nvSpPr>
          <p:spPr>
            <a:xfrm>
              <a:off x="6815325" y="847475"/>
              <a:ext cx="260625" cy="383025"/>
            </a:xfrm>
            <a:custGeom>
              <a:avLst/>
              <a:gdLst/>
              <a:ahLst/>
              <a:cxnLst/>
              <a:rect l="l" t="t" r="r" b="b"/>
              <a:pathLst>
                <a:path w="10425" h="15321" extrusionOk="0">
                  <a:moveTo>
                    <a:pt x="7077" y="0"/>
                  </a:moveTo>
                  <a:lnTo>
                    <a:pt x="6718" y="23"/>
                  </a:lnTo>
                  <a:lnTo>
                    <a:pt x="6358" y="45"/>
                  </a:lnTo>
                  <a:lnTo>
                    <a:pt x="5999" y="90"/>
                  </a:lnTo>
                  <a:lnTo>
                    <a:pt x="5662" y="157"/>
                  </a:lnTo>
                  <a:lnTo>
                    <a:pt x="5303" y="247"/>
                  </a:lnTo>
                  <a:lnTo>
                    <a:pt x="4966" y="360"/>
                  </a:lnTo>
                  <a:lnTo>
                    <a:pt x="4651" y="472"/>
                  </a:lnTo>
                  <a:lnTo>
                    <a:pt x="4314" y="607"/>
                  </a:lnTo>
                  <a:lnTo>
                    <a:pt x="4000" y="764"/>
                  </a:lnTo>
                  <a:lnTo>
                    <a:pt x="3708" y="944"/>
                  </a:lnTo>
                  <a:lnTo>
                    <a:pt x="3416" y="1123"/>
                  </a:lnTo>
                  <a:lnTo>
                    <a:pt x="3123" y="1326"/>
                  </a:lnTo>
                  <a:lnTo>
                    <a:pt x="2831" y="1528"/>
                  </a:lnTo>
                  <a:lnTo>
                    <a:pt x="2584" y="1752"/>
                  </a:lnTo>
                  <a:lnTo>
                    <a:pt x="2315" y="1999"/>
                  </a:lnTo>
                  <a:lnTo>
                    <a:pt x="2068" y="2247"/>
                  </a:lnTo>
                  <a:lnTo>
                    <a:pt x="1843" y="2516"/>
                  </a:lnTo>
                  <a:lnTo>
                    <a:pt x="1618" y="2808"/>
                  </a:lnTo>
                  <a:lnTo>
                    <a:pt x="1394" y="3078"/>
                  </a:lnTo>
                  <a:lnTo>
                    <a:pt x="1214" y="3392"/>
                  </a:lnTo>
                  <a:lnTo>
                    <a:pt x="1012" y="3707"/>
                  </a:lnTo>
                  <a:lnTo>
                    <a:pt x="855" y="4021"/>
                  </a:lnTo>
                  <a:lnTo>
                    <a:pt x="697" y="4336"/>
                  </a:lnTo>
                  <a:lnTo>
                    <a:pt x="563" y="4695"/>
                  </a:lnTo>
                  <a:lnTo>
                    <a:pt x="428" y="5032"/>
                  </a:lnTo>
                  <a:lnTo>
                    <a:pt x="315" y="5392"/>
                  </a:lnTo>
                  <a:lnTo>
                    <a:pt x="226" y="5751"/>
                  </a:lnTo>
                  <a:lnTo>
                    <a:pt x="136" y="6110"/>
                  </a:lnTo>
                  <a:lnTo>
                    <a:pt x="68" y="6492"/>
                  </a:lnTo>
                  <a:lnTo>
                    <a:pt x="23" y="6874"/>
                  </a:lnTo>
                  <a:lnTo>
                    <a:pt x="1" y="7256"/>
                  </a:lnTo>
                  <a:lnTo>
                    <a:pt x="1" y="7661"/>
                  </a:lnTo>
                  <a:lnTo>
                    <a:pt x="1" y="8042"/>
                  </a:lnTo>
                  <a:lnTo>
                    <a:pt x="23" y="8447"/>
                  </a:lnTo>
                  <a:lnTo>
                    <a:pt x="68" y="8829"/>
                  </a:lnTo>
                  <a:lnTo>
                    <a:pt x="136" y="9211"/>
                  </a:lnTo>
                  <a:lnTo>
                    <a:pt x="226" y="9570"/>
                  </a:lnTo>
                  <a:lnTo>
                    <a:pt x="315" y="9929"/>
                  </a:lnTo>
                  <a:lnTo>
                    <a:pt x="428" y="10289"/>
                  </a:lnTo>
                  <a:lnTo>
                    <a:pt x="563" y="10648"/>
                  </a:lnTo>
                  <a:lnTo>
                    <a:pt x="697" y="10985"/>
                  </a:lnTo>
                  <a:lnTo>
                    <a:pt x="855" y="11322"/>
                  </a:lnTo>
                  <a:lnTo>
                    <a:pt x="1012" y="11637"/>
                  </a:lnTo>
                  <a:lnTo>
                    <a:pt x="1214" y="11951"/>
                  </a:lnTo>
                  <a:lnTo>
                    <a:pt x="1394" y="12243"/>
                  </a:lnTo>
                  <a:lnTo>
                    <a:pt x="1618" y="12535"/>
                  </a:lnTo>
                  <a:lnTo>
                    <a:pt x="1843" y="12805"/>
                  </a:lnTo>
                  <a:lnTo>
                    <a:pt x="2068" y="13075"/>
                  </a:lnTo>
                  <a:lnTo>
                    <a:pt x="2315" y="13344"/>
                  </a:lnTo>
                  <a:lnTo>
                    <a:pt x="2584" y="13569"/>
                  </a:lnTo>
                  <a:lnTo>
                    <a:pt x="2831" y="13793"/>
                  </a:lnTo>
                  <a:lnTo>
                    <a:pt x="3123" y="14018"/>
                  </a:lnTo>
                  <a:lnTo>
                    <a:pt x="3416" y="14220"/>
                  </a:lnTo>
                  <a:lnTo>
                    <a:pt x="3708" y="14400"/>
                  </a:lnTo>
                  <a:lnTo>
                    <a:pt x="4000" y="14580"/>
                  </a:lnTo>
                  <a:lnTo>
                    <a:pt x="4314" y="14714"/>
                  </a:lnTo>
                  <a:lnTo>
                    <a:pt x="4651" y="14872"/>
                  </a:lnTo>
                  <a:lnTo>
                    <a:pt x="4966" y="14984"/>
                  </a:lnTo>
                  <a:lnTo>
                    <a:pt x="5303" y="15074"/>
                  </a:lnTo>
                  <a:lnTo>
                    <a:pt x="5662" y="15164"/>
                  </a:lnTo>
                  <a:lnTo>
                    <a:pt x="5999" y="15231"/>
                  </a:lnTo>
                  <a:lnTo>
                    <a:pt x="6358" y="15276"/>
                  </a:lnTo>
                  <a:lnTo>
                    <a:pt x="6718" y="15321"/>
                  </a:lnTo>
                  <a:lnTo>
                    <a:pt x="7504" y="15321"/>
                  </a:lnTo>
                  <a:lnTo>
                    <a:pt x="7931" y="15276"/>
                  </a:lnTo>
                  <a:lnTo>
                    <a:pt x="8335" y="15209"/>
                  </a:lnTo>
                  <a:lnTo>
                    <a:pt x="8762" y="15119"/>
                  </a:lnTo>
                  <a:lnTo>
                    <a:pt x="9144" y="14984"/>
                  </a:lnTo>
                  <a:lnTo>
                    <a:pt x="9548" y="14849"/>
                  </a:lnTo>
                  <a:lnTo>
                    <a:pt x="9908" y="14692"/>
                  </a:lnTo>
                  <a:lnTo>
                    <a:pt x="10267" y="14512"/>
                  </a:lnTo>
                  <a:lnTo>
                    <a:pt x="9863" y="14243"/>
                  </a:lnTo>
                  <a:lnTo>
                    <a:pt x="9481" y="13951"/>
                  </a:lnTo>
                  <a:lnTo>
                    <a:pt x="9122" y="13636"/>
                  </a:lnTo>
                  <a:lnTo>
                    <a:pt x="8762" y="13299"/>
                  </a:lnTo>
                  <a:lnTo>
                    <a:pt x="8425" y="12940"/>
                  </a:lnTo>
                  <a:lnTo>
                    <a:pt x="8133" y="12558"/>
                  </a:lnTo>
                  <a:lnTo>
                    <a:pt x="7841" y="12153"/>
                  </a:lnTo>
                  <a:lnTo>
                    <a:pt x="7594" y="11727"/>
                  </a:lnTo>
                  <a:lnTo>
                    <a:pt x="7347" y="11300"/>
                  </a:lnTo>
                  <a:lnTo>
                    <a:pt x="7145" y="10828"/>
                  </a:lnTo>
                  <a:lnTo>
                    <a:pt x="6987" y="10356"/>
                  </a:lnTo>
                  <a:lnTo>
                    <a:pt x="6830" y="9862"/>
                  </a:lnTo>
                  <a:lnTo>
                    <a:pt x="6718" y="9345"/>
                  </a:lnTo>
                  <a:lnTo>
                    <a:pt x="6628" y="8829"/>
                  </a:lnTo>
                  <a:lnTo>
                    <a:pt x="6583" y="8290"/>
                  </a:lnTo>
                  <a:lnTo>
                    <a:pt x="6561" y="7750"/>
                  </a:lnTo>
                  <a:lnTo>
                    <a:pt x="6583" y="7211"/>
                  </a:lnTo>
                  <a:lnTo>
                    <a:pt x="6628" y="6650"/>
                  </a:lnTo>
                  <a:lnTo>
                    <a:pt x="6718" y="6133"/>
                  </a:lnTo>
                  <a:lnTo>
                    <a:pt x="6830" y="5616"/>
                  </a:lnTo>
                  <a:lnTo>
                    <a:pt x="6987" y="5100"/>
                  </a:lnTo>
                  <a:lnTo>
                    <a:pt x="7167" y="4605"/>
                  </a:lnTo>
                  <a:lnTo>
                    <a:pt x="7392" y="4134"/>
                  </a:lnTo>
                  <a:lnTo>
                    <a:pt x="7639" y="3684"/>
                  </a:lnTo>
                  <a:lnTo>
                    <a:pt x="7908" y="3257"/>
                  </a:lnTo>
                  <a:lnTo>
                    <a:pt x="8200" y="2853"/>
                  </a:lnTo>
                  <a:lnTo>
                    <a:pt x="8515" y="2449"/>
                  </a:lnTo>
                  <a:lnTo>
                    <a:pt x="8852" y="2089"/>
                  </a:lnTo>
                  <a:lnTo>
                    <a:pt x="9211" y="1752"/>
                  </a:lnTo>
                  <a:lnTo>
                    <a:pt x="9616" y="1438"/>
                  </a:lnTo>
                  <a:lnTo>
                    <a:pt x="10020" y="1168"/>
                  </a:lnTo>
                  <a:lnTo>
                    <a:pt x="10424" y="921"/>
                  </a:lnTo>
                  <a:lnTo>
                    <a:pt x="10065" y="719"/>
                  </a:lnTo>
                  <a:lnTo>
                    <a:pt x="9661" y="517"/>
                  </a:lnTo>
                  <a:lnTo>
                    <a:pt x="9256" y="382"/>
                  </a:lnTo>
                  <a:lnTo>
                    <a:pt x="8852" y="247"/>
                  </a:lnTo>
                  <a:lnTo>
                    <a:pt x="8425" y="135"/>
                  </a:lnTo>
                  <a:lnTo>
                    <a:pt x="7976" y="68"/>
                  </a:lnTo>
                  <a:lnTo>
                    <a:pt x="7527" y="23"/>
                  </a:lnTo>
                  <a:lnTo>
                    <a:pt x="707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Rezervirano mjesto sadržaja 2">
            <a:extLst>
              <a:ext uri="{FF2B5EF4-FFF2-40B4-BE49-F238E27FC236}">
                <a16:creationId xmlns:a16="http://schemas.microsoft.com/office/drawing/2014/main" id="{8B15337E-9AEF-C084-539F-69C356268288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783012" y="4566187"/>
            <a:ext cx="1577975" cy="425450"/>
          </a:xfrm>
        </p:spPr>
        <p:txBody>
          <a:bodyPr/>
          <a:lstStyle/>
          <a:p>
            <a:pPr lvl="0"/>
            <a:r>
              <a:rPr lang="hr-HR"/>
              <a:t>Kliknite da biste uredili matrice</a:t>
            </a:r>
          </a:p>
          <a:p>
            <a:pPr lvl="1"/>
            <a:r>
              <a:rPr lang="hr-HR"/>
              <a:t>Druga razina</a:t>
            </a:r>
          </a:p>
          <a:p>
            <a:pPr lvl="2"/>
            <a:r>
              <a:rPr lang="hr-HR"/>
              <a:t>Treća razina</a:t>
            </a:r>
          </a:p>
          <a:p>
            <a:pPr lvl="3"/>
            <a:r>
              <a:rPr lang="hr-HR"/>
              <a:t>Četvrta razina</a:t>
            </a:r>
          </a:p>
          <a:p>
            <a:pPr lvl="4"/>
            <a:r>
              <a:rPr lang="hr-HR"/>
              <a:t>Peta razina stilove teksta</a:t>
            </a:r>
            <a:endParaRPr 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userDrawn="1">
  <p:cSld name="TITLE_ONLY">
    <p:spTree>
      <p:nvGrpSpPr>
        <p:cNvPr id="1" name="Shape 1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0" name="Google Shape;1170;p6"/>
          <p:cNvGrpSpPr/>
          <p:nvPr/>
        </p:nvGrpSpPr>
        <p:grpSpPr>
          <a:xfrm flipH="1">
            <a:off x="162878" y="103243"/>
            <a:ext cx="8818245" cy="4937014"/>
            <a:chOff x="238125" y="857725"/>
            <a:chExt cx="7143750" cy="3999525"/>
          </a:xfrm>
        </p:grpSpPr>
        <p:sp>
          <p:nvSpPr>
            <p:cNvPr id="1171" name="Google Shape;1171;p6"/>
            <p:cNvSpPr/>
            <p:nvPr/>
          </p:nvSpPr>
          <p:spPr>
            <a:xfrm>
              <a:off x="3447000" y="857725"/>
              <a:ext cx="309925" cy="605300"/>
            </a:xfrm>
            <a:custGeom>
              <a:avLst/>
              <a:gdLst/>
              <a:ahLst/>
              <a:cxnLst/>
              <a:rect l="l" t="t" r="r" b="b"/>
              <a:pathLst>
                <a:path w="12397" h="24212" extrusionOk="0">
                  <a:moveTo>
                    <a:pt x="7955" y="463"/>
                  </a:moveTo>
                  <a:lnTo>
                    <a:pt x="8496" y="502"/>
                  </a:lnTo>
                  <a:lnTo>
                    <a:pt x="9037" y="618"/>
                  </a:lnTo>
                  <a:lnTo>
                    <a:pt x="9500" y="811"/>
                  </a:lnTo>
                  <a:lnTo>
                    <a:pt x="9925" y="1043"/>
                  </a:lnTo>
                  <a:lnTo>
                    <a:pt x="10311" y="1352"/>
                  </a:lnTo>
                  <a:lnTo>
                    <a:pt x="10659" y="1699"/>
                  </a:lnTo>
                  <a:lnTo>
                    <a:pt x="10967" y="2085"/>
                  </a:lnTo>
                  <a:lnTo>
                    <a:pt x="11238" y="2510"/>
                  </a:lnTo>
                  <a:lnTo>
                    <a:pt x="11469" y="2973"/>
                  </a:lnTo>
                  <a:lnTo>
                    <a:pt x="11663" y="3437"/>
                  </a:lnTo>
                  <a:lnTo>
                    <a:pt x="11778" y="3939"/>
                  </a:lnTo>
                  <a:lnTo>
                    <a:pt x="11856" y="4441"/>
                  </a:lnTo>
                  <a:lnTo>
                    <a:pt x="11894" y="4981"/>
                  </a:lnTo>
                  <a:lnTo>
                    <a:pt x="11894" y="5483"/>
                  </a:lnTo>
                  <a:lnTo>
                    <a:pt x="11817" y="5985"/>
                  </a:lnTo>
                  <a:lnTo>
                    <a:pt x="11701" y="6487"/>
                  </a:lnTo>
                  <a:lnTo>
                    <a:pt x="11547" y="6989"/>
                  </a:lnTo>
                  <a:lnTo>
                    <a:pt x="11315" y="7453"/>
                  </a:lnTo>
                  <a:lnTo>
                    <a:pt x="11083" y="7916"/>
                  </a:lnTo>
                  <a:lnTo>
                    <a:pt x="10813" y="8341"/>
                  </a:lnTo>
                  <a:lnTo>
                    <a:pt x="10504" y="8766"/>
                  </a:lnTo>
                  <a:lnTo>
                    <a:pt x="10195" y="9152"/>
                  </a:lnTo>
                  <a:lnTo>
                    <a:pt x="9848" y="9499"/>
                  </a:lnTo>
                  <a:lnTo>
                    <a:pt x="9461" y="9847"/>
                  </a:lnTo>
                  <a:lnTo>
                    <a:pt x="9037" y="10156"/>
                  </a:lnTo>
                  <a:lnTo>
                    <a:pt x="8651" y="10465"/>
                  </a:lnTo>
                  <a:lnTo>
                    <a:pt x="8187" y="10735"/>
                  </a:lnTo>
                  <a:lnTo>
                    <a:pt x="7762" y="11005"/>
                  </a:lnTo>
                  <a:lnTo>
                    <a:pt x="6836" y="11469"/>
                  </a:lnTo>
                  <a:lnTo>
                    <a:pt x="5870" y="11855"/>
                  </a:lnTo>
                  <a:lnTo>
                    <a:pt x="5677" y="11855"/>
                  </a:lnTo>
                  <a:lnTo>
                    <a:pt x="5639" y="11932"/>
                  </a:lnTo>
                  <a:lnTo>
                    <a:pt x="5600" y="11932"/>
                  </a:lnTo>
                  <a:lnTo>
                    <a:pt x="4982" y="11276"/>
                  </a:lnTo>
                  <a:lnTo>
                    <a:pt x="4442" y="10542"/>
                  </a:lnTo>
                  <a:lnTo>
                    <a:pt x="3978" y="9808"/>
                  </a:lnTo>
                  <a:lnTo>
                    <a:pt x="3746" y="9383"/>
                  </a:lnTo>
                  <a:lnTo>
                    <a:pt x="3592" y="8997"/>
                  </a:lnTo>
                  <a:lnTo>
                    <a:pt x="3438" y="8611"/>
                  </a:lnTo>
                  <a:lnTo>
                    <a:pt x="3283" y="8186"/>
                  </a:lnTo>
                  <a:lnTo>
                    <a:pt x="3167" y="7762"/>
                  </a:lnTo>
                  <a:lnTo>
                    <a:pt x="3090" y="7298"/>
                  </a:lnTo>
                  <a:lnTo>
                    <a:pt x="3051" y="6873"/>
                  </a:lnTo>
                  <a:lnTo>
                    <a:pt x="3013" y="6410"/>
                  </a:lnTo>
                  <a:lnTo>
                    <a:pt x="3051" y="5947"/>
                  </a:lnTo>
                  <a:lnTo>
                    <a:pt x="3090" y="5483"/>
                  </a:lnTo>
                  <a:lnTo>
                    <a:pt x="3167" y="5020"/>
                  </a:lnTo>
                  <a:lnTo>
                    <a:pt x="3244" y="4557"/>
                  </a:lnTo>
                  <a:lnTo>
                    <a:pt x="3399" y="4093"/>
                  </a:lnTo>
                  <a:lnTo>
                    <a:pt x="3592" y="3668"/>
                  </a:lnTo>
                  <a:lnTo>
                    <a:pt x="3785" y="3205"/>
                  </a:lnTo>
                  <a:lnTo>
                    <a:pt x="4055" y="2819"/>
                  </a:lnTo>
                  <a:lnTo>
                    <a:pt x="4326" y="2394"/>
                  </a:lnTo>
                  <a:lnTo>
                    <a:pt x="4635" y="2047"/>
                  </a:lnTo>
                  <a:lnTo>
                    <a:pt x="4944" y="1699"/>
                  </a:lnTo>
                  <a:lnTo>
                    <a:pt x="5330" y="1390"/>
                  </a:lnTo>
                  <a:lnTo>
                    <a:pt x="5716" y="1081"/>
                  </a:lnTo>
                  <a:lnTo>
                    <a:pt x="6102" y="850"/>
                  </a:lnTo>
                  <a:lnTo>
                    <a:pt x="6527" y="695"/>
                  </a:lnTo>
                  <a:lnTo>
                    <a:pt x="6990" y="541"/>
                  </a:lnTo>
                  <a:lnTo>
                    <a:pt x="7453" y="463"/>
                  </a:lnTo>
                  <a:close/>
                  <a:moveTo>
                    <a:pt x="5561" y="12279"/>
                  </a:moveTo>
                  <a:lnTo>
                    <a:pt x="5600" y="12318"/>
                  </a:lnTo>
                  <a:lnTo>
                    <a:pt x="5677" y="12357"/>
                  </a:lnTo>
                  <a:lnTo>
                    <a:pt x="5793" y="12897"/>
                  </a:lnTo>
                  <a:lnTo>
                    <a:pt x="5793" y="12897"/>
                  </a:lnTo>
                  <a:lnTo>
                    <a:pt x="5098" y="12588"/>
                  </a:lnTo>
                  <a:lnTo>
                    <a:pt x="5561" y="12279"/>
                  </a:lnTo>
                  <a:close/>
                  <a:moveTo>
                    <a:pt x="3322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3" y="13979"/>
                  </a:lnTo>
                  <a:lnTo>
                    <a:pt x="2781" y="13940"/>
                  </a:lnTo>
                  <a:lnTo>
                    <a:pt x="2511" y="13824"/>
                  </a:lnTo>
                  <a:lnTo>
                    <a:pt x="2936" y="13399"/>
                  </a:lnTo>
                  <a:lnTo>
                    <a:pt x="3322" y="12975"/>
                  </a:lnTo>
                  <a:close/>
                  <a:moveTo>
                    <a:pt x="3940" y="14326"/>
                  </a:moveTo>
                  <a:lnTo>
                    <a:pt x="5098" y="14519"/>
                  </a:lnTo>
                  <a:lnTo>
                    <a:pt x="4442" y="15485"/>
                  </a:lnTo>
                  <a:lnTo>
                    <a:pt x="4287" y="15214"/>
                  </a:lnTo>
                  <a:lnTo>
                    <a:pt x="4171" y="14944"/>
                  </a:lnTo>
                  <a:lnTo>
                    <a:pt x="4055" y="14635"/>
                  </a:lnTo>
                  <a:lnTo>
                    <a:pt x="3978" y="14365"/>
                  </a:lnTo>
                  <a:lnTo>
                    <a:pt x="3940" y="14326"/>
                  </a:lnTo>
                  <a:close/>
                  <a:moveTo>
                    <a:pt x="3746" y="14596"/>
                  </a:moveTo>
                  <a:lnTo>
                    <a:pt x="3824" y="14944"/>
                  </a:lnTo>
                  <a:lnTo>
                    <a:pt x="3978" y="15291"/>
                  </a:lnTo>
                  <a:lnTo>
                    <a:pt x="4133" y="15600"/>
                  </a:lnTo>
                  <a:lnTo>
                    <a:pt x="4287" y="15909"/>
                  </a:lnTo>
                  <a:lnTo>
                    <a:pt x="4364" y="15987"/>
                  </a:lnTo>
                  <a:lnTo>
                    <a:pt x="4055" y="16411"/>
                  </a:lnTo>
                  <a:lnTo>
                    <a:pt x="3746" y="16875"/>
                  </a:lnTo>
                  <a:lnTo>
                    <a:pt x="3592" y="16411"/>
                  </a:lnTo>
                  <a:lnTo>
                    <a:pt x="3476" y="15948"/>
                  </a:lnTo>
                  <a:lnTo>
                    <a:pt x="3476" y="15716"/>
                  </a:lnTo>
                  <a:lnTo>
                    <a:pt x="3476" y="15446"/>
                  </a:lnTo>
                  <a:lnTo>
                    <a:pt x="3515" y="15214"/>
                  </a:lnTo>
                  <a:lnTo>
                    <a:pt x="3553" y="14983"/>
                  </a:lnTo>
                  <a:lnTo>
                    <a:pt x="3746" y="14596"/>
                  </a:lnTo>
                  <a:close/>
                  <a:moveTo>
                    <a:pt x="4480" y="16334"/>
                  </a:moveTo>
                  <a:lnTo>
                    <a:pt x="4673" y="16759"/>
                  </a:lnTo>
                  <a:lnTo>
                    <a:pt x="4789" y="17222"/>
                  </a:lnTo>
                  <a:lnTo>
                    <a:pt x="4789" y="17222"/>
                  </a:lnTo>
                  <a:lnTo>
                    <a:pt x="4364" y="17106"/>
                  </a:lnTo>
                  <a:lnTo>
                    <a:pt x="3940" y="17029"/>
                  </a:lnTo>
                  <a:lnTo>
                    <a:pt x="4480" y="16334"/>
                  </a:lnTo>
                  <a:close/>
                  <a:moveTo>
                    <a:pt x="2472" y="16875"/>
                  </a:moveTo>
                  <a:lnTo>
                    <a:pt x="3399" y="17106"/>
                  </a:lnTo>
                  <a:lnTo>
                    <a:pt x="3476" y="17261"/>
                  </a:lnTo>
                  <a:lnTo>
                    <a:pt x="3322" y="17377"/>
                  </a:lnTo>
                  <a:lnTo>
                    <a:pt x="3167" y="17570"/>
                  </a:lnTo>
                  <a:lnTo>
                    <a:pt x="2897" y="17917"/>
                  </a:lnTo>
                  <a:lnTo>
                    <a:pt x="2665" y="17415"/>
                  </a:lnTo>
                  <a:lnTo>
                    <a:pt x="2472" y="16875"/>
                  </a:lnTo>
                  <a:close/>
                  <a:moveTo>
                    <a:pt x="3360" y="19732"/>
                  </a:moveTo>
                  <a:lnTo>
                    <a:pt x="4055" y="20427"/>
                  </a:lnTo>
                  <a:lnTo>
                    <a:pt x="3553" y="20659"/>
                  </a:lnTo>
                  <a:lnTo>
                    <a:pt x="3013" y="20968"/>
                  </a:lnTo>
                  <a:lnTo>
                    <a:pt x="3167" y="20350"/>
                  </a:lnTo>
                  <a:lnTo>
                    <a:pt x="3360" y="19732"/>
                  </a:lnTo>
                  <a:close/>
                  <a:moveTo>
                    <a:pt x="5677" y="20118"/>
                  </a:moveTo>
                  <a:lnTo>
                    <a:pt x="5986" y="20196"/>
                  </a:lnTo>
                  <a:lnTo>
                    <a:pt x="5716" y="20891"/>
                  </a:lnTo>
                  <a:lnTo>
                    <a:pt x="5368" y="21547"/>
                  </a:lnTo>
                  <a:lnTo>
                    <a:pt x="4673" y="20582"/>
                  </a:lnTo>
                  <a:lnTo>
                    <a:pt x="4635" y="20543"/>
                  </a:lnTo>
                  <a:lnTo>
                    <a:pt x="4673" y="20234"/>
                  </a:lnTo>
                  <a:lnTo>
                    <a:pt x="5021" y="20157"/>
                  </a:lnTo>
                  <a:lnTo>
                    <a:pt x="5330" y="20118"/>
                  </a:lnTo>
                  <a:close/>
                  <a:moveTo>
                    <a:pt x="7453" y="0"/>
                  </a:moveTo>
                  <a:lnTo>
                    <a:pt x="7067" y="39"/>
                  </a:lnTo>
                  <a:lnTo>
                    <a:pt x="6720" y="154"/>
                  </a:lnTo>
                  <a:lnTo>
                    <a:pt x="6334" y="270"/>
                  </a:lnTo>
                  <a:lnTo>
                    <a:pt x="5986" y="425"/>
                  </a:lnTo>
                  <a:lnTo>
                    <a:pt x="5639" y="579"/>
                  </a:lnTo>
                  <a:lnTo>
                    <a:pt x="5291" y="811"/>
                  </a:lnTo>
                  <a:lnTo>
                    <a:pt x="4944" y="1043"/>
                  </a:lnTo>
                  <a:lnTo>
                    <a:pt x="4635" y="1313"/>
                  </a:lnTo>
                  <a:lnTo>
                    <a:pt x="4364" y="1622"/>
                  </a:lnTo>
                  <a:lnTo>
                    <a:pt x="4094" y="1892"/>
                  </a:lnTo>
                  <a:lnTo>
                    <a:pt x="3824" y="2240"/>
                  </a:lnTo>
                  <a:lnTo>
                    <a:pt x="3592" y="2549"/>
                  </a:lnTo>
                  <a:lnTo>
                    <a:pt x="3399" y="2896"/>
                  </a:lnTo>
                  <a:lnTo>
                    <a:pt x="3206" y="3282"/>
                  </a:lnTo>
                  <a:lnTo>
                    <a:pt x="3051" y="3630"/>
                  </a:lnTo>
                  <a:lnTo>
                    <a:pt x="2897" y="4016"/>
                  </a:lnTo>
                  <a:lnTo>
                    <a:pt x="2781" y="4402"/>
                  </a:lnTo>
                  <a:lnTo>
                    <a:pt x="2704" y="4788"/>
                  </a:lnTo>
                  <a:lnTo>
                    <a:pt x="2627" y="5174"/>
                  </a:lnTo>
                  <a:lnTo>
                    <a:pt x="2588" y="5599"/>
                  </a:lnTo>
                  <a:lnTo>
                    <a:pt x="2549" y="5985"/>
                  </a:lnTo>
                  <a:lnTo>
                    <a:pt x="2549" y="6410"/>
                  </a:lnTo>
                  <a:lnTo>
                    <a:pt x="2549" y="6835"/>
                  </a:lnTo>
                  <a:lnTo>
                    <a:pt x="2665" y="7723"/>
                  </a:lnTo>
                  <a:lnTo>
                    <a:pt x="2742" y="8148"/>
                  </a:lnTo>
                  <a:lnTo>
                    <a:pt x="2858" y="8572"/>
                  </a:lnTo>
                  <a:lnTo>
                    <a:pt x="3013" y="8997"/>
                  </a:lnTo>
                  <a:lnTo>
                    <a:pt x="3167" y="9383"/>
                  </a:lnTo>
                  <a:lnTo>
                    <a:pt x="3322" y="9808"/>
                  </a:lnTo>
                  <a:lnTo>
                    <a:pt x="3553" y="10194"/>
                  </a:lnTo>
                  <a:lnTo>
                    <a:pt x="3746" y="10542"/>
                  </a:lnTo>
                  <a:lnTo>
                    <a:pt x="4017" y="10928"/>
                  </a:lnTo>
                  <a:lnTo>
                    <a:pt x="4287" y="11237"/>
                  </a:lnTo>
                  <a:lnTo>
                    <a:pt x="4596" y="11546"/>
                  </a:lnTo>
                  <a:lnTo>
                    <a:pt x="4905" y="11855"/>
                  </a:lnTo>
                  <a:lnTo>
                    <a:pt x="5252" y="12086"/>
                  </a:lnTo>
                  <a:lnTo>
                    <a:pt x="4557" y="12473"/>
                  </a:lnTo>
                  <a:lnTo>
                    <a:pt x="4480" y="12550"/>
                  </a:lnTo>
                  <a:lnTo>
                    <a:pt x="4442" y="12666"/>
                  </a:lnTo>
                  <a:lnTo>
                    <a:pt x="4480" y="12781"/>
                  </a:lnTo>
                  <a:lnTo>
                    <a:pt x="4596" y="12859"/>
                  </a:lnTo>
                  <a:lnTo>
                    <a:pt x="5021" y="13013"/>
                  </a:lnTo>
                  <a:lnTo>
                    <a:pt x="4673" y="13168"/>
                  </a:lnTo>
                  <a:lnTo>
                    <a:pt x="4403" y="13361"/>
                  </a:lnTo>
                  <a:lnTo>
                    <a:pt x="4094" y="13554"/>
                  </a:lnTo>
                  <a:lnTo>
                    <a:pt x="3862" y="13785"/>
                  </a:lnTo>
                  <a:lnTo>
                    <a:pt x="3824" y="13477"/>
                  </a:lnTo>
                  <a:lnTo>
                    <a:pt x="3746" y="13168"/>
                  </a:lnTo>
                  <a:lnTo>
                    <a:pt x="3631" y="12859"/>
                  </a:lnTo>
                  <a:lnTo>
                    <a:pt x="3515" y="12550"/>
                  </a:lnTo>
                  <a:lnTo>
                    <a:pt x="3476" y="12473"/>
                  </a:lnTo>
                  <a:lnTo>
                    <a:pt x="3360" y="12434"/>
                  </a:lnTo>
                  <a:lnTo>
                    <a:pt x="3283" y="12473"/>
                  </a:lnTo>
                  <a:lnTo>
                    <a:pt x="3206" y="12511"/>
                  </a:lnTo>
                  <a:lnTo>
                    <a:pt x="2665" y="13168"/>
                  </a:lnTo>
                  <a:lnTo>
                    <a:pt x="2086" y="13747"/>
                  </a:lnTo>
                  <a:lnTo>
                    <a:pt x="2047" y="13824"/>
                  </a:lnTo>
                  <a:lnTo>
                    <a:pt x="2009" y="13901"/>
                  </a:lnTo>
                  <a:lnTo>
                    <a:pt x="2047" y="13979"/>
                  </a:lnTo>
                  <a:lnTo>
                    <a:pt x="2086" y="14056"/>
                  </a:lnTo>
                  <a:lnTo>
                    <a:pt x="2395" y="14210"/>
                  </a:lnTo>
                  <a:lnTo>
                    <a:pt x="2742" y="14287"/>
                  </a:lnTo>
                  <a:lnTo>
                    <a:pt x="3051" y="14365"/>
                  </a:lnTo>
                  <a:lnTo>
                    <a:pt x="3399" y="14365"/>
                  </a:lnTo>
                  <a:lnTo>
                    <a:pt x="3244" y="14635"/>
                  </a:lnTo>
                  <a:lnTo>
                    <a:pt x="3129" y="14944"/>
                  </a:lnTo>
                  <a:lnTo>
                    <a:pt x="3090" y="15176"/>
                  </a:lnTo>
                  <a:lnTo>
                    <a:pt x="3051" y="15407"/>
                  </a:lnTo>
                  <a:lnTo>
                    <a:pt x="3051" y="15871"/>
                  </a:lnTo>
                  <a:lnTo>
                    <a:pt x="3129" y="16295"/>
                  </a:lnTo>
                  <a:lnTo>
                    <a:pt x="3244" y="16759"/>
                  </a:lnTo>
                  <a:lnTo>
                    <a:pt x="2781" y="16566"/>
                  </a:lnTo>
                  <a:lnTo>
                    <a:pt x="2279" y="16411"/>
                  </a:lnTo>
                  <a:lnTo>
                    <a:pt x="2202" y="16411"/>
                  </a:lnTo>
                  <a:lnTo>
                    <a:pt x="2125" y="16450"/>
                  </a:lnTo>
                  <a:lnTo>
                    <a:pt x="2047" y="16527"/>
                  </a:lnTo>
                  <a:lnTo>
                    <a:pt x="2047" y="16643"/>
                  </a:lnTo>
                  <a:lnTo>
                    <a:pt x="2163" y="17106"/>
                  </a:lnTo>
                  <a:lnTo>
                    <a:pt x="2279" y="17531"/>
                  </a:lnTo>
                  <a:lnTo>
                    <a:pt x="2472" y="17956"/>
                  </a:lnTo>
                  <a:lnTo>
                    <a:pt x="2704" y="18381"/>
                  </a:lnTo>
                  <a:lnTo>
                    <a:pt x="2781" y="18458"/>
                  </a:lnTo>
                  <a:lnTo>
                    <a:pt x="2858" y="18496"/>
                  </a:lnTo>
                  <a:lnTo>
                    <a:pt x="2936" y="18458"/>
                  </a:lnTo>
                  <a:lnTo>
                    <a:pt x="3013" y="18381"/>
                  </a:lnTo>
                  <a:lnTo>
                    <a:pt x="3322" y="18033"/>
                  </a:lnTo>
                  <a:lnTo>
                    <a:pt x="3515" y="17801"/>
                  </a:lnTo>
                  <a:lnTo>
                    <a:pt x="3631" y="17608"/>
                  </a:lnTo>
                  <a:lnTo>
                    <a:pt x="3708" y="17763"/>
                  </a:lnTo>
                  <a:lnTo>
                    <a:pt x="3978" y="18342"/>
                  </a:lnTo>
                  <a:lnTo>
                    <a:pt x="4133" y="18960"/>
                  </a:lnTo>
                  <a:lnTo>
                    <a:pt x="4248" y="19539"/>
                  </a:lnTo>
                  <a:lnTo>
                    <a:pt x="4248" y="20157"/>
                  </a:lnTo>
                  <a:lnTo>
                    <a:pt x="3438" y="19307"/>
                  </a:lnTo>
                  <a:lnTo>
                    <a:pt x="3399" y="19269"/>
                  </a:lnTo>
                  <a:lnTo>
                    <a:pt x="3206" y="19269"/>
                  </a:lnTo>
                  <a:lnTo>
                    <a:pt x="3167" y="19346"/>
                  </a:lnTo>
                  <a:lnTo>
                    <a:pt x="2974" y="19809"/>
                  </a:lnTo>
                  <a:lnTo>
                    <a:pt x="2781" y="20273"/>
                  </a:lnTo>
                  <a:lnTo>
                    <a:pt x="2665" y="20775"/>
                  </a:lnTo>
                  <a:lnTo>
                    <a:pt x="2627" y="21315"/>
                  </a:lnTo>
                  <a:lnTo>
                    <a:pt x="2627" y="21393"/>
                  </a:lnTo>
                  <a:lnTo>
                    <a:pt x="2704" y="21470"/>
                  </a:lnTo>
                  <a:lnTo>
                    <a:pt x="2781" y="21508"/>
                  </a:lnTo>
                  <a:lnTo>
                    <a:pt x="2897" y="21470"/>
                  </a:lnTo>
                  <a:lnTo>
                    <a:pt x="3515" y="21161"/>
                  </a:lnTo>
                  <a:lnTo>
                    <a:pt x="4171" y="20775"/>
                  </a:lnTo>
                  <a:lnTo>
                    <a:pt x="4055" y="21161"/>
                  </a:lnTo>
                  <a:lnTo>
                    <a:pt x="3901" y="21547"/>
                  </a:lnTo>
                  <a:lnTo>
                    <a:pt x="3669" y="22049"/>
                  </a:lnTo>
                  <a:lnTo>
                    <a:pt x="3322" y="22551"/>
                  </a:lnTo>
                  <a:lnTo>
                    <a:pt x="2897" y="23014"/>
                  </a:lnTo>
                  <a:lnTo>
                    <a:pt x="2627" y="23246"/>
                  </a:lnTo>
                  <a:lnTo>
                    <a:pt x="2395" y="23401"/>
                  </a:lnTo>
                  <a:lnTo>
                    <a:pt x="2125" y="23594"/>
                  </a:lnTo>
                  <a:lnTo>
                    <a:pt x="1854" y="23709"/>
                  </a:lnTo>
                  <a:lnTo>
                    <a:pt x="1584" y="23787"/>
                  </a:lnTo>
                  <a:lnTo>
                    <a:pt x="1314" y="23787"/>
                  </a:lnTo>
                  <a:lnTo>
                    <a:pt x="1082" y="23748"/>
                  </a:lnTo>
                  <a:lnTo>
                    <a:pt x="812" y="23671"/>
                  </a:lnTo>
                  <a:lnTo>
                    <a:pt x="541" y="23516"/>
                  </a:lnTo>
                  <a:lnTo>
                    <a:pt x="310" y="23285"/>
                  </a:lnTo>
                  <a:lnTo>
                    <a:pt x="233" y="23246"/>
                  </a:lnTo>
                  <a:lnTo>
                    <a:pt x="78" y="23246"/>
                  </a:lnTo>
                  <a:lnTo>
                    <a:pt x="39" y="23362"/>
                  </a:lnTo>
                  <a:lnTo>
                    <a:pt x="1" y="23401"/>
                  </a:lnTo>
                  <a:lnTo>
                    <a:pt x="39" y="23478"/>
                  </a:lnTo>
                  <a:lnTo>
                    <a:pt x="155" y="23632"/>
                  </a:lnTo>
                  <a:lnTo>
                    <a:pt x="271" y="23787"/>
                  </a:lnTo>
                  <a:lnTo>
                    <a:pt x="387" y="23903"/>
                  </a:lnTo>
                  <a:lnTo>
                    <a:pt x="541" y="24018"/>
                  </a:lnTo>
                  <a:lnTo>
                    <a:pt x="696" y="24096"/>
                  </a:lnTo>
                  <a:lnTo>
                    <a:pt x="889" y="24134"/>
                  </a:lnTo>
                  <a:lnTo>
                    <a:pt x="1236" y="24211"/>
                  </a:lnTo>
                  <a:lnTo>
                    <a:pt x="1584" y="24173"/>
                  </a:lnTo>
                  <a:lnTo>
                    <a:pt x="1970" y="24096"/>
                  </a:lnTo>
                  <a:lnTo>
                    <a:pt x="2318" y="23941"/>
                  </a:lnTo>
                  <a:lnTo>
                    <a:pt x="2665" y="23748"/>
                  </a:lnTo>
                  <a:lnTo>
                    <a:pt x="3013" y="23478"/>
                  </a:lnTo>
                  <a:lnTo>
                    <a:pt x="3322" y="23207"/>
                  </a:lnTo>
                  <a:lnTo>
                    <a:pt x="3631" y="22860"/>
                  </a:lnTo>
                  <a:lnTo>
                    <a:pt x="3901" y="22512"/>
                  </a:lnTo>
                  <a:lnTo>
                    <a:pt x="4133" y="22126"/>
                  </a:lnTo>
                  <a:lnTo>
                    <a:pt x="4326" y="21702"/>
                  </a:lnTo>
                  <a:lnTo>
                    <a:pt x="4480" y="21315"/>
                  </a:lnTo>
                  <a:lnTo>
                    <a:pt x="4596" y="20852"/>
                  </a:lnTo>
                  <a:lnTo>
                    <a:pt x="5214" y="21972"/>
                  </a:lnTo>
                  <a:lnTo>
                    <a:pt x="5291" y="22049"/>
                  </a:lnTo>
                  <a:lnTo>
                    <a:pt x="5368" y="22088"/>
                  </a:lnTo>
                  <a:lnTo>
                    <a:pt x="5446" y="22049"/>
                  </a:lnTo>
                  <a:lnTo>
                    <a:pt x="5523" y="22010"/>
                  </a:lnTo>
                  <a:lnTo>
                    <a:pt x="5793" y="21547"/>
                  </a:lnTo>
                  <a:lnTo>
                    <a:pt x="6025" y="21084"/>
                  </a:lnTo>
                  <a:lnTo>
                    <a:pt x="6411" y="20118"/>
                  </a:lnTo>
                  <a:lnTo>
                    <a:pt x="6411" y="20041"/>
                  </a:lnTo>
                  <a:lnTo>
                    <a:pt x="6411" y="19964"/>
                  </a:lnTo>
                  <a:lnTo>
                    <a:pt x="6372" y="19925"/>
                  </a:lnTo>
                  <a:lnTo>
                    <a:pt x="6295" y="19887"/>
                  </a:lnTo>
                  <a:lnTo>
                    <a:pt x="5909" y="19771"/>
                  </a:lnTo>
                  <a:lnTo>
                    <a:pt x="5484" y="19732"/>
                  </a:lnTo>
                  <a:lnTo>
                    <a:pt x="5098" y="19732"/>
                  </a:lnTo>
                  <a:lnTo>
                    <a:pt x="4673" y="19848"/>
                  </a:lnTo>
                  <a:lnTo>
                    <a:pt x="4635" y="19230"/>
                  </a:lnTo>
                  <a:lnTo>
                    <a:pt x="4519" y="18651"/>
                  </a:lnTo>
                  <a:lnTo>
                    <a:pt x="4287" y="18033"/>
                  </a:lnTo>
                  <a:lnTo>
                    <a:pt x="4055" y="17454"/>
                  </a:lnTo>
                  <a:lnTo>
                    <a:pt x="4055" y="17454"/>
                  </a:lnTo>
                  <a:lnTo>
                    <a:pt x="4519" y="17531"/>
                  </a:lnTo>
                  <a:lnTo>
                    <a:pt x="4982" y="17608"/>
                  </a:lnTo>
                  <a:lnTo>
                    <a:pt x="5059" y="17608"/>
                  </a:lnTo>
                  <a:lnTo>
                    <a:pt x="5098" y="17531"/>
                  </a:lnTo>
                  <a:lnTo>
                    <a:pt x="5137" y="17492"/>
                  </a:lnTo>
                  <a:lnTo>
                    <a:pt x="5137" y="17377"/>
                  </a:lnTo>
                  <a:lnTo>
                    <a:pt x="5098" y="17029"/>
                  </a:lnTo>
                  <a:lnTo>
                    <a:pt x="4982" y="16643"/>
                  </a:lnTo>
                  <a:lnTo>
                    <a:pt x="4828" y="16295"/>
                  </a:lnTo>
                  <a:lnTo>
                    <a:pt x="4673" y="15987"/>
                  </a:lnTo>
                  <a:lnTo>
                    <a:pt x="4596" y="15909"/>
                  </a:lnTo>
                  <a:lnTo>
                    <a:pt x="4635" y="15909"/>
                  </a:lnTo>
                  <a:lnTo>
                    <a:pt x="5600" y="14481"/>
                  </a:lnTo>
                  <a:lnTo>
                    <a:pt x="5639" y="14365"/>
                  </a:lnTo>
                  <a:lnTo>
                    <a:pt x="5600" y="14287"/>
                  </a:lnTo>
                  <a:lnTo>
                    <a:pt x="5561" y="14210"/>
                  </a:lnTo>
                  <a:lnTo>
                    <a:pt x="5446" y="14172"/>
                  </a:lnTo>
                  <a:lnTo>
                    <a:pt x="4210" y="13979"/>
                  </a:lnTo>
                  <a:lnTo>
                    <a:pt x="4480" y="13747"/>
                  </a:lnTo>
                  <a:lnTo>
                    <a:pt x="4789" y="13554"/>
                  </a:lnTo>
                  <a:lnTo>
                    <a:pt x="5098" y="13361"/>
                  </a:lnTo>
                  <a:lnTo>
                    <a:pt x="5407" y="13168"/>
                  </a:lnTo>
                  <a:lnTo>
                    <a:pt x="6025" y="13399"/>
                  </a:lnTo>
                  <a:lnTo>
                    <a:pt x="6141" y="13438"/>
                  </a:lnTo>
                  <a:lnTo>
                    <a:pt x="6218" y="13361"/>
                  </a:lnTo>
                  <a:lnTo>
                    <a:pt x="6256" y="13283"/>
                  </a:lnTo>
                  <a:lnTo>
                    <a:pt x="6295" y="13168"/>
                  </a:lnTo>
                  <a:lnTo>
                    <a:pt x="6179" y="12704"/>
                  </a:lnTo>
                  <a:lnTo>
                    <a:pt x="6063" y="12241"/>
                  </a:lnTo>
                  <a:lnTo>
                    <a:pt x="6913" y="11932"/>
                  </a:lnTo>
                  <a:lnTo>
                    <a:pt x="7724" y="11584"/>
                  </a:lnTo>
                  <a:lnTo>
                    <a:pt x="8535" y="11121"/>
                  </a:lnTo>
                  <a:lnTo>
                    <a:pt x="9268" y="10619"/>
                  </a:lnTo>
                  <a:lnTo>
                    <a:pt x="9963" y="10078"/>
                  </a:lnTo>
                  <a:lnTo>
                    <a:pt x="10311" y="9770"/>
                  </a:lnTo>
                  <a:lnTo>
                    <a:pt x="10620" y="9422"/>
                  </a:lnTo>
                  <a:lnTo>
                    <a:pt x="10890" y="9074"/>
                  </a:lnTo>
                  <a:lnTo>
                    <a:pt x="11161" y="8727"/>
                  </a:lnTo>
                  <a:lnTo>
                    <a:pt x="11392" y="8341"/>
                  </a:lnTo>
                  <a:lnTo>
                    <a:pt x="11624" y="7955"/>
                  </a:lnTo>
                  <a:lnTo>
                    <a:pt x="11817" y="7568"/>
                  </a:lnTo>
                  <a:lnTo>
                    <a:pt x="11971" y="7182"/>
                  </a:lnTo>
                  <a:lnTo>
                    <a:pt x="12126" y="6758"/>
                  </a:lnTo>
                  <a:lnTo>
                    <a:pt x="12242" y="6333"/>
                  </a:lnTo>
                  <a:lnTo>
                    <a:pt x="12319" y="5947"/>
                  </a:lnTo>
                  <a:lnTo>
                    <a:pt x="12358" y="5522"/>
                  </a:lnTo>
                  <a:lnTo>
                    <a:pt x="12396" y="5097"/>
                  </a:lnTo>
                  <a:lnTo>
                    <a:pt x="12396" y="4672"/>
                  </a:lnTo>
                  <a:lnTo>
                    <a:pt x="12358" y="4248"/>
                  </a:lnTo>
                  <a:lnTo>
                    <a:pt x="12280" y="3823"/>
                  </a:lnTo>
                  <a:lnTo>
                    <a:pt x="12203" y="3437"/>
                  </a:lnTo>
                  <a:lnTo>
                    <a:pt x="12049" y="3051"/>
                  </a:lnTo>
                  <a:lnTo>
                    <a:pt x="11894" y="2664"/>
                  </a:lnTo>
                  <a:lnTo>
                    <a:pt x="11701" y="2278"/>
                  </a:lnTo>
                  <a:lnTo>
                    <a:pt x="11469" y="1892"/>
                  </a:lnTo>
                  <a:lnTo>
                    <a:pt x="11161" y="1545"/>
                  </a:lnTo>
                  <a:lnTo>
                    <a:pt x="10890" y="1274"/>
                  </a:lnTo>
                  <a:lnTo>
                    <a:pt x="10620" y="1004"/>
                  </a:lnTo>
                  <a:lnTo>
                    <a:pt x="10311" y="772"/>
                  </a:lnTo>
                  <a:lnTo>
                    <a:pt x="9963" y="579"/>
                  </a:lnTo>
                  <a:lnTo>
                    <a:pt x="9655" y="386"/>
                  </a:lnTo>
                  <a:lnTo>
                    <a:pt x="9307" y="232"/>
                  </a:lnTo>
                  <a:lnTo>
                    <a:pt x="8921" y="116"/>
                  </a:lnTo>
                  <a:lnTo>
                    <a:pt x="8573" y="39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6"/>
            <p:cNvSpPr/>
            <p:nvPr/>
          </p:nvSpPr>
          <p:spPr>
            <a:xfrm>
              <a:off x="5860425" y="885700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9" y="310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3"/>
                  </a:lnTo>
                  <a:lnTo>
                    <a:pt x="7299" y="503"/>
                  </a:lnTo>
                  <a:lnTo>
                    <a:pt x="7454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4"/>
                  </a:lnTo>
                  <a:lnTo>
                    <a:pt x="6295" y="4944"/>
                  </a:lnTo>
                  <a:lnTo>
                    <a:pt x="6218" y="3978"/>
                  </a:lnTo>
                  <a:lnTo>
                    <a:pt x="6141" y="2974"/>
                  </a:lnTo>
                  <a:lnTo>
                    <a:pt x="6141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5"/>
                  </a:lnTo>
                  <a:lnTo>
                    <a:pt x="6450" y="503"/>
                  </a:lnTo>
                  <a:lnTo>
                    <a:pt x="6527" y="426"/>
                  </a:lnTo>
                  <a:lnTo>
                    <a:pt x="6643" y="348"/>
                  </a:lnTo>
                  <a:lnTo>
                    <a:pt x="6759" y="310"/>
                  </a:lnTo>
                  <a:close/>
                  <a:moveTo>
                    <a:pt x="11972" y="4712"/>
                  </a:moveTo>
                  <a:lnTo>
                    <a:pt x="12087" y="4750"/>
                  </a:lnTo>
                  <a:lnTo>
                    <a:pt x="12165" y="4828"/>
                  </a:lnTo>
                  <a:lnTo>
                    <a:pt x="12281" y="4905"/>
                  </a:lnTo>
                  <a:lnTo>
                    <a:pt x="12319" y="4982"/>
                  </a:lnTo>
                  <a:lnTo>
                    <a:pt x="12396" y="5137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2"/>
                  </a:lnTo>
                  <a:lnTo>
                    <a:pt x="10041" y="5832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9" y="5252"/>
                  </a:lnTo>
                  <a:lnTo>
                    <a:pt x="7956" y="5021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9" y="4750"/>
                  </a:lnTo>
                  <a:lnTo>
                    <a:pt x="11354" y="4712"/>
                  </a:lnTo>
                  <a:close/>
                  <a:moveTo>
                    <a:pt x="5639" y="5754"/>
                  </a:moveTo>
                  <a:lnTo>
                    <a:pt x="4558" y="6449"/>
                  </a:lnTo>
                  <a:lnTo>
                    <a:pt x="3438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30" y="7917"/>
                  </a:lnTo>
                  <a:lnTo>
                    <a:pt x="1121" y="7955"/>
                  </a:lnTo>
                  <a:lnTo>
                    <a:pt x="928" y="7917"/>
                  </a:lnTo>
                  <a:lnTo>
                    <a:pt x="851" y="7878"/>
                  </a:lnTo>
                  <a:lnTo>
                    <a:pt x="773" y="7801"/>
                  </a:lnTo>
                  <a:lnTo>
                    <a:pt x="735" y="7685"/>
                  </a:lnTo>
                  <a:lnTo>
                    <a:pt x="696" y="7531"/>
                  </a:lnTo>
                  <a:lnTo>
                    <a:pt x="696" y="7376"/>
                  </a:lnTo>
                  <a:lnTo>
                    <a:pt x="696" y="7222"/>
                  </a:lnTo>
                  <a:lnTo>
                    <a:pt x="735" y="7145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3"/>
                  </a:lnTo>
                  <a:lnTo>
                    <a:pt x="2743" y="6449"/>
                  </a:lnTo>
                  <a:lnTo>
                    <a:pt x="3592" y="6295"/>
                  </a:lnTo>
                  <a:lnTo>
                    <a:pt x="4635" y="6063"/>
                  </a:lnTo>
                  <a:lnTo>
                    <a:pt x="5137" y="5909"/>
                  </a:lnTo>
                  <a:lnTo>
                    <a:pt x="5639" y="5754"/>
                  </a:lnTo>
                  <a:close/>
                  <a:moveTo>
                    <a:pt x="6952" y="1"/>
                  </a:moveTo>
                  <a:lnTo>
                    <a:pt x="6720" y="39"/>
                  </a:lnTo>
                  <a:lnTo>
                    <a:pt x="6527" y="117"/>
                  </a:lnTo>
                  <a:lnTo>
                    <a:pt x="6334" y="233"/>
                  </a:lnTo>
                  <a:lnTo>
                    <a:pt x="6141" y="426"/>
                  </a:lnTo>
                  <a:lnTo>
                    <a:pt x="5986" y="619"/>
                  </a:lnTo>
                  <a:lnTo>
                    <a:pt x="5909" y="812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2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4" y="5021"/>
                  </a:lnTo>
                  <a:lnTo>
                    <a:pt x="6025" y="5137"/>
                  </a:lnTo>
                  <a:lnTo>
                    <a:pt x="6064" y="5252"/>
                  </a:lnTo>
                  <a:lnTo>
                    <a:pt x="5523" y="5446"/>
                  </a:lnTo>
                  <a:lnTo>
                    <a:pt x="4982" y="5561"/>
                  </a:lnTo>
                  <a:lnTo>
                    <a:pt x="3940" y="5832"/>
                  </a:lnTo>
                  <a:lnTo>
                    <a:pt x="2858" y="6025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1" y="6643"/>
                  </a:lnTo>
                  <a:lnTo>
                    <a:pt x="503" y="6836"/>
                  </a:lnTo>
                  <a:lnTo>
                    <a:pt x="233" y="7029"/>
                  </a:lnTo>
                  <a:lnTo>
                    <a:pt x="117" y="7145"/>
                  </a:lnTo>
                  <a:lnTo>
                    <a:pt x="40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40" y="7724"/>
                  </a:lnTo>
                  <a:lnTo>
                    <a:pt x="117" y="7917"/>
                  </a:lnTo>
                  <a:lnTo>
                    <a:pt x="233" y="8033"/>
                  </a:lnTo>
                  <a:lnTo>
                    <a:pt x="349" y="8149"/>
                  </a:lnTo>
                  <a:lnTo>
                    <a:pt x="503" y="8226"/>
                  </a:lnTo>
                  <a:lnTo>
                    <a:pt x="619" y="8264"/>
                  </a:lnTo>
                  <a:lnTo>
                    <a:pt x="928" y="8342"/>
                  </a:lnTo>
                  <a:lnTo>
                    <a:pt x="1275" y="8342"/>
                  </a:lnTo>
                  <a:lnTo>
                    <a:pt x="1623" y="8303"/>
                  </a:lnTo>
                  <a:lnTo>
                    <a:pt x="1932" y="8187"/>
                  </a:lnTo>
                  <a:lnTo>
                    <a:pt x="2550" y="7994"/>
                  </a:lnTo>
                  <a:lnTo>
                    <a:pt x="3554" y="7531"/>
                  </a:lnTo>
                  <a:lnTo>
                    <a:pt x="4519" y="6990"/>
                  </a:lnTo>
                  <a:lnTo>
                    <a:pt x="5446" y="6372"/>
                  </a:lnTo>
                  <a:lnTo>
                    <a:pt x="5909" y="6063"/>
                  </a:lnTo>
                  <a:lnTo>
                    <a:pt x="6334" y="5716"/>
                  </a:lnTo>
                  <a:lnTo>
                    <a:pt x="6527" y="6102"/>
                  </a:lnTo>
                  <a:lnTo>
                    <a:pt x="6643" y="6295"/>
                  </a:lnTo>
                  <a:lnTo>
                    <a:pt x="6759" y="6449"/>
                  </a:lnTo>
                  <a:lnTo>
                    <a:pt x="7029" y="6372"/>
                  </a:lnTo>
                  <a:lnTo>
                    <a:pt x="7029" y="6334"/>
                  </a:lnTo>
                  <a:lnTo>
                    <a:pt x="6836" y="5986"/>
                  </a:lnTo>
                  <a:lnTo>
                    <a:pt x="6759" y="5832"/>
                  </a:lnTo>
                  <a:lnTo>
                    <a:pt x="6720" y="5639"/>
                  </a:lnTo>
                  <a:lnTo>
                    <a:pt x="6720" y="5561"/>
                  </a:lnTo>
                  <a:lnTo>
                    <a:pt x="7569" y="5832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8"/>
                  </a:lnTo>
                  <a:lnTo>
                    <a:pt x="11006" y="6218"/>
                  </a:lnTo>
                  <a:lnTo>
                    <a:pt x="11470" y="6179"/>
                  </a:lnTo>
                  <a:lnTo>
                    <a:pt x="11933" y="6141"/>
                  </a:lnTo>
                  <a:lnTo>
                    <a:pt x="12358" y="5986"/>
                  </a:lnTo>
                  <a:lnTo>
                    <a:pt x="12512" y="5909"/>
                  </a:lnTo>
                  <a:lnTo>
                    <a:pt x="12667" y="5793"/>
                  </a:lnTo>
                  <a:lnTo>
                    <a:pt x="12821" y="5677"/>
                  </a:lnTo>
                  <a:lnTo>
                    <a:pt x="12898" y="5523"/>
                  </a:lnTo>
                  <a:lnTo>
                    <a:pt x="12976" y="5368"/>
                  </a:lnTo>
                  <a:lnTo>
                    <a:pt x="12976" y="5175"/>
                  </a:lnTo>
                  <a:lnTo>
                    <a:pt x="12976" y="4982"/>
                  </a:lnTo>
                  <a:lnTo>
                    <a:pt x="12898" y="4828"/>
                  </a:lnTo>
                  <a:lnTo>
                    <a:pt x="12821" y="4712"/>
                  </a:lnTo>
                  <a:lnTo>
                    <a:pt x="12744" y="4635"/>
                  </a:lnTo>
                  <a:lnTo>
                    <a:pt x="12628" y="4519"/>
                  </a:lnTo>
                  <a:lnTo>
                    <a:pt x="12474" y="4480"/>
                  </a:lnTo>
                  <a:lnTo>
                    <a:pt x="12165" y="4364"/>
                  </a:lnTo>
                  <a:lnTo>
                    <a:pt x="11817" y="4326"/>
                  </a:lnTo>
                  <a:lnTo>
                    <a:pt x="11470" y="4326"/>
                  </a:lnTo>
                  <a:lnTo>
                    <a:pt x="10890" y="4364"/>
                  </a:lnTo>
                  <a:lnTo>
                    <a:pt x="9848" y="4403"/>
                  </a:lnTo>
                  <a:lnTo>
                    <a:pt x="8844" y="4480"/>
                  </a:lnTo>
                  <a:lnTo>
                    <a:pt x="7840" y="4635"/>
                  </a:lnTo>
                  <a:lnTo>
                    <a:pt x="6836" y="4828"/>
                  </a:lnTo>
                  <a:lnTo>
                    <a:pt x="7376" y="3476"/>
                  </a:lnTo>
                  <a:lnTo>
                    <a:pt x="7647" y="2742"/>
                  </a:lnTo>
                  <a:lnTo>
                    <a:pt x="7840" y="2047"/>
                  </a:lnTo>
                  <a:lnTo>
                    <a:pt x="7917" y="1816"/>
                  </a:lnTo>
                  <a:lnTo>
                    <a:pt x="7917" y="1545"/>
                  </a:lnTo>
                  <a:lnTo>
                    <a:pt x="7917" y="1314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9"/>
                  </a:lnTo>
                  <a:lnTo>
                    <a:pt x="7531" y="426"/>
                  </a:lnTo>
                  <a:lnTo>
                    <a:pt x="7338" y="271"/>
                  </a:lnTo>
                  <a:lnTo>
                    <a:pt x="7261" y="155"/>
                  </a:lnTo>
                  <a:lnTo>
                    <a:pt x="7145" y="78"/>
                  </a:lnTo>
                  <a:lnTo>
                    <a:pt x="695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6"/>
            <p:cNvSpPr/>
            <p:nvPr/>
          </p:nvSpPr>
          <p:spPr>
            <a:xfrm>
              <a:off x="6760175" y="920450"/>
              <a:ext cx="375550" cy="387150"/>
            </a:xfrm>
            <a:custGeom>
              <a:avLst/>
              <a:gdLst/>
              <a:ahLst/>
              <a:cxnLst/>
              <a:rect l="l" t="t" r="r" b="b"/>
              <a:pathLst>
                <a:path w="15022" h="15486" extrusionOk="0">
                  <a:moveTo>
                    <a:pt x="7491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2" y="850"/>
                  </a:lnTo>
                  <a:lnTo>
                    <a:pt x="10194" y="1044"/>
                  </a:lnTo>
                  <a:lnTo>
                    <a:pt x="10696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79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79" y="9230"/>
                  </a:lnTo>
                  <a:lnTo>
                    <a:pt x="4170" y="10041"/>
                  </a:lnTo>
                  <a:lnTo>
                    <a:pt x="3977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91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8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91" y="503"/>
                  </a:lnTo>
                  <a:close/>
                  <a:moveTo>
                    <a:pt x="11971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52" y="3206"/>
                  </a:lnTo>
                  <a:lnTo>
                    <a:pt x="13322" y="3669"/>
                  </a:lnTo>
                  <a:lnTo>
                    <a:pt x="13592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7" y="6797"/>
                  </a:lnTo>
                  <a:lnTo>
                    <a:pt x="12164" y="6952"/>
                  </a:lnTo>
                  <a:lnTo>
                    <a:pt x="11391" y="7145"/>
                  </a:lnTo>
                  <a:lnTo>
                    <a:pt x="10658" y="7415"/>
                  </a:lnTo>
                  <a:lnTo>
                    <a:pt x="9963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7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7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1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0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719" y="12667"/>
                  </a:lnTo>
                  <a:lnTo>
                    <a:pt x="6178" y="12782"/>
                  </a:lnTo>
                  <a:lnTo>
                    <a:pt x="5676" y="12937"/>
                  </a:lnTo>
                  <a:lnTo>
                    <a:pt x="5174" y="13130"/>
                  </a:lnTo>
                  <a:lnTo>
                    <a:pt x="4672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69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4" y="4519"/>
                  </a:lnTo>
                  <a:lnTo>
                    <a:pt x="2471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80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6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58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0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8"/>
                  </a:lnTo>
                  <a:lnTo>
                    <a:pt x="3244" y="13439"/>
                  </a:lnTo>
                  <a:lnTo>
                    <a:pt x="3166" y="13439"/>
                  </a:lnTo>
                  <a:lnTo>
                    <a:pt x="3051" y="13478"/>
                  </a:lnTo>
                  <a:lnTo>
                    <a:pt x="2973" y="13516"/>
                  </a:lnTo>
                  <a:lnTo>
                    <a:pt x="3051" y="13362"/>
                  </a:lnTo>
                  <a:lnTo>
                    <a:pt x="3166" y="13207"/>
                  </a:lnTo>
                  <a:lnTo>
                    <a:pt x="3321" y="13130"/>
                  </a:lnTo>
                  <a:lnTo>
                    <a:pt x="3475" y="13014"/>
                  </a:lnTo>
                  <a:lnTo>
                    <a:pt x="3668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0" y="13362"/>
                  </a:lnTo>
                  <a:lnTo>
                    <a:pt x="11893" y="13478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7" y="14983"/>
                  </a:lnTo>
                  <a:lnTo>
                    <a:pt x="7375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3" y="14636"/>
                  </a:lnTo>
                  <a:lnTo>
                    <a:pt x="5020" y="14482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50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6" y="12860"/>
                  </a:lnTo>
                  <a:close/>
                  <a:moveTo>
                    <a:pt x="7607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84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5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9"/>
                  </a:lnTo>
                  <a:lnTo>
                    <a:pt x="270" y="9925"/>
                  </a:lnTo>
                  <a:lnTo>
                    <a:pt x="463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6" y="14134"/>
                  </a:lnTo>
                  <a:lnTo>
                    <a:pt x="3475" y="14327"/>
                  </a:lnTo>
                  <a:lnTo>
                    <a:pt x="3784" y="14520"/>
                  </a:lnTo>
                  <a:lnTo>
                    <a:pt x="4132" y="14597"/>
                  </a:lnTo>
                  <a:lnTo>
                    <a:pt x="4557" y="14829"/>
                  </a:lnTo>
                  <a:lnTo>
                    <a:pt x="4981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98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8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1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5" y="8882"/>
                  </a:lnTo>
                  <a:lnTo>
                    <a:pt x="14983" y="8303"/>
                  </a:lnTo>
                  <a:lnTo>
                    <a:pt x="15021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3" y="233"/>
                  </a:lnTo>
                  <a:lnTo>
                    <a:pt x="8766" y="117"/>
                  </a:lnTo>
                  <a:lnTo>
                    <a:pt x="8186" y="40"/>
                  </a:lnTo>
                  <a:lnTo>
                    <a:pt x="76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6"/>
            <p:cNvSpPr/>
            <p:nvPr/>
          </p:nvSpPr>
          <p:spPr>
            <a:xfrm>
              <a:off x="1177425" y="95232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8"/>
                  </a:lnTo>
                  <a:lnTo>
                    <a:pt x="23787" y="2124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47"/>
                  </a:lnTo>
                  <a:lnTo>
                    <a:pt x="23092" y="1931"/>
                  </a:lnTo>
                  <a:lnTo>
                    <a:pt x="23015" y="1815"/>
                  </a:lnTo>
                  <a:lnTo>
                    <a:pt x="22976" y="1622"/>
                  </a:lnTo>
                  <a:lnTo>
                    <a:pt x="22976" y="1429"/>
                  </a:lnTo>
                  <a:lnTo>
                    <a:pt x="23053" y="1236"/>
                  </a:lnTo>
                  <a:lnTo>
                    <a:pt x="23169" y="1081"/>
                  </a:lnTo>
                  <a:lnTo>
                    <a:pt x="23285" y="966"/>
                  </a:lnTo>
                  <a:close/>
                  <a:moveTo>
                    <a:pt x="24096" y="2394"/>
                  </a:moveTo>
                  <a:lnTo>
                    <a:pt x="24212" y="2742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784"/>
                  </a:lnTo>
                  <a:lnTo>
                    <a:pt x="24173" y="3707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3"/>
                  </a:lnTo>
                  <a:lnTo>
                    <a:pt x="23710" y="3128"/>
                  </a:lnTo>
                  <a:lnTo>
                    <a:pt x="23710" y="2896"/>
                  </a:lnTo>
                  <a:lnTo>
                    <a:pt x="23787" y="2703"/>
                  </a:lnTo>
                  <a:lnTo>
                    <a:pt x="23941" y="2549"/>
                  </a:lnTo>
                  <a:lnTo>
                    <a:pt x="24096" y="2394"/>
                  </a:lnTo>
                  <a:close/>
                  <a:moveTo>
                    <a:pt x="16180" y="4943"/>
                  </a:moveTo>
                  <a:lnTo>
                    <a:pt x="16296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66" y="5252"/>
                  </a:lnTo>
                  <a:lnTo>
                    <a:pt x="16566" y="5406"/>
                  </a:lnTo>
                  <a:lnTo>
                    <a:pt x="16296" y="5406"/>
                  </a:lnTo>
                  <a:lnTo>
                    <a:pt x="15678" y="5479"/>
                  </a:lnTo>
                  <a:lnTo>
                    <a:pt x="15678" y="5479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94" y="5136"/>
                  </a:lnTo>
                  <a:lnTo>
                    <a:pt x="15871" y="5059"/>
                  </a:lnTo>
                  <a:lnTo>
                    <a:pt x="15948" y="5020"/>
                  </a:lnTo>
                  <a:lnTo>
                    <a:pt x="16064" y="4943"/>
                  </a:lnTo>
                  <a:close/>
                  <a:moveTo>
                    <a:pt x="24443" y="4209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484"/>
                  </a:lnTo>
                  <a:lnTo>
                    <a:pt x="24057" y="5406"/>
                  </a:lnTo>
                  <a:lnTo>
                    <a:pt x="23903" y="5252"/>
                  </a:lnTo>
                  <a:lnTo>
                    <a:pt x="23826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903" y="4595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09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04"/>
                  </a:lnTo>
                  <a:lnTo>
                    <a:pt x="17995" y="4982"/>
                  </a:lnTo>
                  <a:lnTo>
                    <a:pt x="18111" y="5175"/>
                  </a:lnTo>
                  <a:lnTo>
                    <a:pt x="18149" y="5406"/>
                  </a:lnTo>
                  <a:lnTo>
                    <a:pt x="18072" y="5599"/>
                  </a:lnTo>
                  <a:lnTo>
                    <a:pt x="17570" y="5484"/>
                  </a:lnTo>
                  <a:lnTo>
                    <a:pt x="17029" y="5406"/>
                  </a:lnTo>
                  <a:lnTo>
                    <a:pt x="17068" y="5290"/>
                  </a:lnTo>
                  <a:lnTo>
                    <a:pt x="17107" y="5136"/>
                  </a:lnTo>
                  <a:lnTo>
                    <a:pt x="17184" y="5020"/>
                  </a:lnTo>
                  <a:lnTo>
                    <a:pt x="17300" y="4943"/>
                  </a:lnTo>
                  <a:lnTo>
                    <a:pt x="17416" y="4866"/>
                  </a:lnTo>
                  <a:lnTo>
                    <a:pt x="17531" y="4827"/>
                  </a:lnTo>
                  <a:close/>
                  <a:moveTo>
                    <a:pt x="14597" y="5290"/>
                  </a:moveTo>
                  <a:lnTo>
                    <a:pt x="14713" y="5329"/>
                  </a:lnTo>
                  <a:lnTo>
                    <a:pt x="14828" y="5368"/>
                  </a:lnTo>
                  <a:lnTo>
                    <a:pt x="14944" y="5445"/>
                  </a:lnTo>
                  <a:lnTo>
                    <a:pt x="15021" y="5522"/>
                  </a:lnTo>
                  <a:lnTo>
                    <a:pt x="15060" y="5638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24"/>
                  </a:lnTo>
                  <a:lnTo>
                    <a:pt x="14056" y="5792"/>
                  </a:lnTo>
                  <a:lnTo>
                    <a:pt x="14133" y="5599"/>
                  </a:lnTo>
                  <a:lnTo>
                    <a:pt x="14249" y="5406"/>
                  </a:lnTo>
                  <a:lnTo>
                    <a:pt x="14365" y="5368"/>
                  </a:lnTo>
                  <a:lnTo>
                    <a:pt x="14481" y="5329"/>
                  </a:lnTo>
                  <a:lnTo>
                    <a:pt x="14597" y="5290"/>
                  </a:lnTo>
                  <a:close/>
                  <a:moveTo>
                    <a:pt x="19115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85" y="5792"/>
                  </a:lnTo>
                  <a:lnTo>
                    <a:pt x="19385" y="5986"/>
                  </a:lnTo>
                  <a:lnTo>
                    <a:pt x="19346" y="6140"/>
                  </a:lnTo>
                  <a:lnTo>
                    <a:pt x="18613" y="5792"/>
                  </a:lnTo>
                  <a:lnTo>
                    <a:pt x="18651" y="5715"/>
                  </a:lnTo>
                  <a:lnTo>
                    <a:pt x="18690" y="5638"/>
                  </a:lnTo>
                  <a:lnTo>
                    <a:pt x="18844" y="5522"/>
                  </a:lnTo>
                  <a:lnTo>
                    <a:pt x="18999" y="5484"/>
                  </a:lnTo>
                  <a:close/>
                  <a:moveTo>
                    <a:pt x="20350" y="6063"/>
                  </a:moveTo>
                  <a:lnTo>
                    <a:pt x="20466" y="6101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52" y="6719"/>
                  </a:lnTo>
                  <a:lnTo>
                    <a:pt x="20891" y="6912"/>
                  </a:lnTo>
                  <a:lnTo>
                    <a:pt x="20891" y="6912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48" y="6256"/>
                  </a:lnTo>
                  <a:lnTo>
                    <a:pt x="19887" y="6179"/>
                  </a:lnTo>
                  <a:lnTo>
                    <a:pt x="20003" y="6101"/>
                  </a:lnTo>
                  <a:lnTo>
                    <a:pt x="20080" y="6063"/>
                  </a:lnTo>
                  <a:close/>
                  <a:moveTo>
                    <a:pt x="23748" y="5870"/>
                  </a:moveTo>
                  <a:lnTo>
                    <a:pt x="23941" y="5947"/>
                  </a:lnTo>
                  <a:lnTo>
                    <a:pt x="24019" y="5986"/>
                  </a:lnTo>
                  <a:lnTo>
                    <a:pt x="24096" y="5986"/>
                  </a:lnTo>
                  <a:lnTo>
                    <a:pt x="23941" y="6294"/>
                  </a:lnTo>
                  <a:lnTo>
                    <a:pt x="23748" y="6526"/>
                  </a:lnTo>
                  <a:lnTo>
                    <a:pt x="23517" y="6758"/>
                  </a:lnTo>
                  <a:lnTo>
                    <a:pt x="23246" y="6951"/>
                  </a:lnTo>
                  <a:lnTo>
                    <a:pt x="23208" y="6912"/>
                  </a:lnTo>
                  <a:lnTo>
                    <a:pt x="23092" y="6719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9"/>
                  </a:lnTo>
                  <a:lnTo>
                    <a:pt x="23131" y="6063"/>
                  </a:lnTo>
                  <a:lnTo>
                    <a:pt x="23208" y="5986"/>
                  </a:lnTo>
                  <a:lnTo>
                    <a:pt x="23285" y="5908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2"/>
                  </a:lnTo>
                  <a:lnTo>
                    <a:pt x="12627" y="6796"/>
                  </a:lnTo>
                  <a:lnTo>
                    <a:pt x="12627" y="6642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98" y="6179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681"/>
                  </a:lnTo>
                  <a:lnTo>
                    <a:pt x="22629" y="6835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05"/>
                  </a:lnTo>
                  <a:lnTo>
                    <a:pt x="22551" y="7221"/>
                  </a:lnTo>
                  <a:lnTo>
                    <a:pt x="22165" y="7221"/>
                  </a:lnTo>
                  <a:lnTo>
                    <a:pt x="21779" y="7183"/>
                  </a:lnTo>
                  <a:lnTo>
                    <a:pt x="21393" y="7105"/>
                  </a:lnTo>
                  <a:lnTo>
                    <a:pt x="21509" y="6912"/>
                  </a:lnTo>
                  <a:lnTo>
                    <a:pt x="21625" y="6719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376"/>
                  </a:moveTo>
                  <a:lnTo>
                    <a:pt x="12473" y="7414"/>
                  </a:lnTo>
                  <a:lnTo>
                    <a:pt x="12125" y="7955"/>
                  </a:lnTo>
                  <a:lnTo>
                    <a:pt x="11816" y="8534"/>
                  </a:lnTo>
                  <a:lnTo>
                    <a:pt x="11701" y="8341"/>
                  </a:lnTo>
                  <a:lnTo>
                    <a:pt x="11662" y="8071"/>
                  </a:lnTo>
                  <a:lnTo>
                    <a:pt x="11662" y="7955"/>
                  </a:lnTo>
                  <a:lnTo>
                    <a:pt x="11701" y="7800"/>
                  </a:lnTo>
                  <a:lnTo>
                    <a:pt x="11739" y="7685"/>
                  </a:lnTo>
                  <a:lnTo>
                    <a:pt x="11816" y="7607"/>
                  </a:lnTo>
                  <a:lnTo>
                    <a:pt x="11932" y="7492"/>
                  </a:lnTo>
                  <a:lnTo>
                    <a:pt x="12048" y="7453"/>
                  </a:lnTo>
                  <a:lnTo>
                    <a:pt x="12164" y="7414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94" y="9384"/>
                  </a:lnTo>
                  <a:lnTo>
                    <a:pt x="2472" y="9461"/>
                  </a:lnTo>
                  <a:lnTo>
                    <a:pt x="2549" y="9538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9963"/>
                  </a:lnTo>
                  <a:lnTo>
                    <a:pt x="2124" y="9886"/>
                  </a:lnTo>
                  <a:lnTo>
                    <a:pt x="1661" y="9847"/>
                  </a:lnTo>
                  <a:lnTo>
                    <a:pt x="1699" y="9731"/>
                  </a:lnTo>
                  <a:lnTo>
                    <a:pt x="1738" y="9615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lnTo>
                    <a:pt x="2124" y="9345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01"/>
                  </a:lnTo>
                  <a:lnTo>
                    <a:pt x="11276" y="10272"/>
                  </a:lnTo>
                  <a:lnTo>
                    <a:pt x="11237" y="10233"/>
                  </a:lnTo>
                  <a:lnTo>
                    <a:pt x="11083" y="10040"/>
                  </a:lnTo>
                  <a:lnTo>
                    <a:pt x="10967" y="9808"/>
                  </a:lnTo>
                  <a:lnTo>
                    <a:pt x="10928" y="9693"/>
                  </a:lnTo>
                  <a:lnTo>
                    <a:pt x="10928" y="9538"/>
                  </a:lnTo>
                  <a:lnTo>
                    <a:pt x="10967" y="9422"/>
                  </a:lnTo>
                  <a:lnTo>
                    <a:pt x="11006" y="9306"/>
                  </a:lnTo>
                  <a:lnTo>
                    <a:pt x="11121" y="9152"/>
                  </a:lnTo>
                  <a:lnTo>
                    <a:pt x="11276" y="9036"/>
                  </a:lnTo>
                  <a:lnTo>
                    <a:pt x="11469" y="8997"/>
                  </a:lnTo>
                  <a:close/>
                  <a:moveTo>
                    <a:pt x="3785" y="9731"/>
                  </a:moveTo>
                  <a:lnTo>
                    <a:pt x="3900" y="9770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71" y="10117"/>
                  </a:lnTo>
                  <a:lnTo>
                    <a:pt x="4171" y="10233"/>
                  </a:lnTo>
                  <a:lnTo>
                    <a:pt x="4171" y="10388"/>
                  </a:lnTo>
                  <a:lnTo>
                    <a:pt x="4132" y="10503"/>
                  </a:lnTo>
                  <a:lnTo>
                    <a:pt x="4055" y="10619"/>
                  </a:lnTo>
                  <a:lnTo>
                    <a:pt x="3900" y="10542"/>
                  </a:lnTo>
                  <a:lnTo>
                    <a:pt x="3514" y="10310"/>
                  </a:lnTo>
                  <a:lnTo>
                    <a:pt x="3089" y="10117"/>
                  </a:lnTo>
                  <a:lnTo>
                    <a:pt x="3167" y="10001"/>
                  </a:lnTo>
                  <a:lnTo>
                    <a:pt x="3244" y="9886"/>
                  </a:lnTo>
                  <a:lnTo>
                    <a:pt x="3360" y="9808"/>
                  </a:lnTo>
                  <a:lnTo>
                    <a:pt x="3514" y="9770"/>
                  </a:lnTo>
                  <a:lnTo>
                    <a:pt x="3630" y="9731"/>
                  </a:lnTo>
                  <a:close/>
                  <a:moveTo>
                    <a:pt x="4827" y="10619"/>
                  </a:moveTo>
                  <a:lnTo>
                    <a:pt x="4943" y="10658"/>
                  </a:lnTo>
                  <a:lnTo>
                    <a:pt x="5020" y="10697"/>
                  </a:lnTo>
                  <a:lnTo>
                    <a:pt x="5097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890"/>
                  </a:lnTo>
                  <a:lnTo>
                    <a:pt x="4441" y="10812"/>
                  </a:lnTo>
                  <a:lnTo>
                    <a:pt x="4518" y="10735"/>
                  </a:lnTo>
                  <a:lnTo>
                    <a:pt x="4673" y="10658"/>
                  </a:lnTo>
                  <a:lnTo>
                    <a:pt x="4827" y="10619"/>
                  </a:lnTo>
                  <a:close/>
                  <a:moveTo>
                    <a:pt x="11160" y="10619"/>
                  </a:moveTo>
                  <a:lnTo>
                    <a:pt x="10967" y="11199"/>
                  </a:lnTo>
                  <a:lnTo>
                    <a:pt x="10735" y="11739"/>
                  </a:lnTo>
                  <a:lnTo>
                    <a:pt x="10697" y="11662"/>
                  </a:lnTo>
                  <a:lnTo>
                    <a:pt x="10504" y="11507"/>
                  </a:lnTo>
                  <a:lnTo>
                    <a:pt x="10426" y="11314"/>
                  </a:lnTo>
                  <a:lnTo>
                    <a:pt x="10388" y="11121"/>
                  </a:lnTo>
                  <a:lnTo>
                    <a:pt x="10465" y="10928"/>
                  </a:lnTo>
                  <a:lnTo>
                    <a:pt x="10581" y="10774"/>
                  </a:lnTo>
                  <a:lnTo>
                    <a:pt x="10735" y="10658"/>
                  </a:lnTo>
                  <a:lnTo>
                    <a:pt x="10928" y="10619"/>
                  </a:lnTo>
                  <a:close/>
                  <a:moveTo>
                    <a:pt x="5754" y="11430"/>
                  </a:moveTo>
                  <a:lnTo>
                    <a:pt x="5986" y="11469"/>
                  </a:lnTo>
                  <a:lnTo>
                    <a:pt x="6063" y="11507"/>
                  </a:lnTo>
                  <a:lnTo>
                    <a:pt x="6179" y="11546"/>
                  </a:lnTo>
                  <a:lnTo>
                    <a:pt x="6256" y="11662"/>
                  </a:lnTo>
                  <a:lnTo>
                    <a:pt x="6333" y="11739"/>
                  </a:lnTo>
                  <a:lnTo>
                    <a:pt x="6410" y="11971"/>
                  </a:lnTo>
                  <a:lnTo>
                    <a:pt x="6410" y="12203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84" y="11585"/>
                  </a:lnTo>
                  <a:lnTo>
                    <a:pt x="5561" y="11507"/>
                  </a:lnTo>
                  <a:lnTo>
                    <a:pt x="5638" y="11469"/>
                  </a:lnTo>
                  <a:lnTo>
                    <a:pt x="5754" y="11430"/>
                  </a:lnTo>
                  <a:close/>
                  <a:moveTo>
                    <a:pt x="10542" y="12009"/>
                  </a:moveTo>
                  <a:lnTo>
                    <a:pt x="10388" y="12280"/>
                  </a:lnTo>
                  <a:lnTo>
                    <a:pt x="10195" y="12511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27"/>
                  </a:lnTo>
                  <a:lnTo>
                    <a:pt x="9654" y="12473"/>
                  </a:lnTo>
                  <a:lnTo>
                    <a:pt x="9693" y="12318"/>
                  </a:lnTo>
                  <a:lnTo>
                    <a:pt x="9808" y="12203"/>
                  </a:lnTo>
                  <a:lnTo>
                    <a:pt x="9963" y="12125"/>
                  </a:lnTo>
                  <a:lnTo>
                    <a:pt x="10156" y="12087"/>
                  </a:lnTo>
                  <a:lnTo>
                    <a:pt x="10542" y="12009"/>
                  </a:lnTo>
                  <a:close/>
                  <a:moveTo>
                    <a:pt x="7376" y="12473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168"/>
                  </a:lnTo>
                  <a:lnTo>
                    <a:pt x="7337" y="12975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83" y="12511"/>
                  </a:lnTo>
                  <a:lnTo>
                    <a:pt x="7376" y="12473"/>
                  </a:lnTo>
                  <a:close/>
                  <a:moveTo>
                    <a:pt x="8959" y="12627"/>
                  </a:moveTo>
                  <a:lnTo>
                    <a:pt x="9113" y="12743"/>
                  </a:lnTo>
                  <a:lnTo>
                    <a:pt x="9229" y="12936"/>
                  </a:lnTo>
                  <a:lnTo>
                    <a:pt x="9268" y="13091"/>
                  </a:lnTo>
                  <a:lnTo>
                    <a:pt x="9268" y="13207"/>
                  </a:lnTo>
                  <a:lnTo>
                    <a:pt x="9036" y="13245"/>
                  </a:lnTo>
                  <a:lnTo>
                    <a:pt x="8804" y="13284"/>
                  </a:lnTo>
                  <a:lnTo>
                    <a:pt x="8302" y="13284"/>
                  </a:lnTo>
                  <a:lnTo>
                    <a:pt x="8341" y="13207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666"/>
                  </a:lnTo>
                  <a:lnTo>
                    <a:pt x="8650" y="12627"/>
                  </a:lnTo>
                  <a:close/>
                  <a:moveTo>
                    <a:pt x="22899" y="0"/>
                  </a:moveTo>
                  <a:lnTo>
                    <a:pt x="22822" y="77"/>
                  </a:lnTo>
                  <a:lnTo>
                    <a:pt x="22783" y="116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386"/>
                  </a:lnTo>
                  <a:lnTo>
                    <a:pt x="22860" y="425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629" y="1506"/>
                  </a:lnTo>
                  <a:lnTo>
                    <a:pt x="22629" y="1699"/>
                  </a:lnTo>
                  <a:lnTo>
                    <a:pt x="22629" y="1854"/>
                  </a:lnTo>
                  <a:lnTo>
                    <a:pt x="22706" y="2047"/>
                  </a:lnTo>
                  <a:lnTo>
                    <a:pt x="22860" y="2240"/>
                  </a:lnTo>
                  <a:lnTo>
                    <a:pt x="23053" y="2394"/>
                  </a:lnTo>
                  <a:lnTo>
                    <a:pt x="23285" y="2472"/>
                  </a:lnTo>
                  <a:lnTo>
                    <a:pt x="23517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44"/>
                  </a:lnTo>
                  <a:lnTo>
                    <a:pt x="23439" y="3476"/>
                  </a:lnTo>
                  <a:lnTo>
                    <a:pt x="23594" y="3707"/>
                  </a:lnTo>
                  <a:lnTo>
                    <a:pt x="23748" y="3862"/>
                  </a:lnTo>
                  <a:lnTo>
                    <a:pt x="23980" y="3978"/>
                  </a:lnTo>
                  <a:lnTo>
                    <a:pt x="23748" y="4209"/>
                  </a:lnTo>
                  <a:lnTo>
                    <a:pt x="23555" y="4441"/>
                  </a:lnTo>
                  <a:lnTo>
                    <a:pt x="23478" y="4750"/>
                  </a:lnTo>
                  <a:lnTo>
                    <a:pt x="23439" y="4866"/>
                  </a:lnTo>
                  <a:lnTo>
                    <a:pt x="23439" y="5020"/>
                  </a:lnTo>
                  <a:lnTo>
                    <a:pt x="23517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69" y="5561"/>
                  </a:lnTo>
                  <a:lnTo>
                    <a:pt x="22976" y="5677"/>
                  </a:lnTo>
                  <a:lnTo>
                    <a:pt x="22822" y="5870"/>
                  </a:lnTo>
                  <a:lnTo>
                    <a:pt x="22706" y="6101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2165" y="6179"/>
                  </a:lnTo>
                  <a:lnTo>
                    <a:pt x="21972" y="6217"/>
                  </a:lnTo>
                  <a:lnTo>
                    <a:pt x="21740" y="6256"/>
                  </a:lnTo>
                  <a:lnTo>
                    <a:pt x="21547" y="6372"/>
                  </a:lnTo>
                  <a:lnTo>
                    <a:pt x="21354" y="6565"/>
                  </a:lnTo>
                  <a:lnTo>
                    <a:pt x="21200" y="6758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5986"/>
                  </a:lnTo>
                  <a:lnTo>
                    <a:pt x="20736" y="5870"/>
                  </a:lnTo>
                  <a:lnTo>
                    <a:pt x="20582" y="5792"/>
                  </a:lnTo>
                  <a:lnTo>
                    <a:pt x="20428" y="5754"/>
                  </a:lnTo>
                  <a:lnTo>
                    <a:pt x="20080" y="5754"/>
                  </a:lnTo>
                  <a:lnTo>
                    <a:pt x="19887" y="5831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4"/>
                  </a:lnTo>
                  <a:lnTo>
                    <a:pt x="19462" y="5290"/>
                  </a:lnTo>
                  <a:lnTo>
                    <a:pt x="19385" y="5213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52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58" y="5097"/>
                  </a:lnTo>
                  <a:lnTo>
                    <a:pt x="18381" y="4982"/>
                  </a:lnTo>
                  <a:lnTo>
                    <a:pt x="18304" y="4827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6" y="4557"/>
                  </a:lnTo>
                  <a:lnTo>
                    <a:pt x="17802" y="4518"/>
                  </a:lnTo>
                  <a:lnTo>
                    <a:pt x="17531" y="4518"/>
                  </a:lnTo>
                  <a:lnTo>
                    <a:pt x="17377" y="4557"/>
                  </a:lnTo>
                  <a:lnTo>
                    <a:pt x="17261" y="4634"/>
                  </a:lnTo>
                  <a:lnTo>
                    <a:pt x="17145" y="4711"/>
                  </a:lnTo>
                  <a:lnTo>
                    <a:pt x="17029" y="4827"/>
                  </a:lnTo>
                  <a:lnTo>
                    <a:pt x="16875" y="5059"/>
                  </a:lnTo>
                  <a:lnTo>
                    <a:pt x="16759" y="4904"/>
                  </a:lnTo>
                  <a:lnTo>
                    <a:pt x="16605" y="4788"/>
                  </a:lnTo>
                  <a:lnTo>
                    <a:pt x="16450" y="4673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27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290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29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43"/>
                  </a:lnTo>
                  <a:lnTo>
                    <a:pt x="14288" y="5020"/>
                  </a:lnTo>
                  <a:lnTo>
                    <a:pt x="14172" y="5059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22"/>
                  </a:lnTo>
                  <a:lnTo>
                    <a:pt x="13786" y="5831"/>
                  </a:lnTo>
                  <a:lnTo>
                    <a:pt x="13593" y="5715"/>
                  </a:lnTo>
                  <a:lnTo>
                    <a:pt x="13361" y="5677"/>
                  </a:lnTo>
                  <a:lnTo>
                    <a:pt x="13168" y="5677"/>
                  </a:lnTo>
                  <a:lnTo>
                    <a:pt x="12936" y="5715"/>
                  </a:lnTo>
                  <a:lnTo>
                    <a:pt x="12743" y="5831"/>
                  </a:lnTo>
                  <a:lnTo>
                    <a:pt x="12627" y="5908"/>
                  </a:lnTo>
                  <a:lnTo>
                    <a:pt x="12511" y="6063"/>
                  </a:lnTo>
                  <a:lnTo>
                    <a:pt x="12434" y="6179"/>
                  </a:lnTo>
                  <a:lnTo>
                    <a:pt x="12357" y="6333"/>
                  </a:lnTo>
                  <a:lnTo>
                    <a:pt x="12357" y="6488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6990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376"/>
                  </a:lnTo>
                  <a:lnTo>
                    <a:pt x="11430" y="7530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314" y="7994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18"/>
                  </a:lnTo>
                  <a:lnTo>
                    <a:pt x="11507" y="8573"/>
                  </a:lnTo>
                  <a:lnTo>
                    <a:pt x="11237" y="8650"/>
                  </a:lnTo>
                  <a:lnTo>
                    <a:pt x="10967" y="8766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619" y="9770"/>
                  </a:lnTo>
                  <a:lnTo>
                    <a:pt x="10697" y="10001"/>
                  </a:lnTo>
                  <a:lnTo>
                    <a:pt x="10851" y="10233"/>
                  </a:lnTo>
                  <a:lnTo>
                    <a:pt x="10619" y="10272"/>
                  </a:lnTo>
                  <a:lnTo>
                    <a:pt x="10426" y="10388"/>
                  </a:lnTo>
                  <a:lnTo>
                    <a:pt x="10272" y="10581"/>
                  </a:lnTo>
                  <a:lnTo>
                    <a:pt x="10117" y="10774"/>
                  </a:lnTo>
                  <a:lnTo>
                    <a:pt x="10079" y="10967"/>
                  </a:lnTo>
                  <a:lnTo>
                    <a:pt x="10040" y="11199"/>
                  </a:lnTo>
                  <a:lnTo>
                    <a:pt x="10079" y="11469"/>
                  </a:lnTo>
                  <a:lnTo>
                    <a:pt x="10195" y="11662"/>
                  </a:lnTo>
                  <a:lnTo>
                    <a:pt x="9924" y="11739"/>
                  </a:lnTo>
                  <a:lnTo>
                    <a:pt x="9693" y="11816"/>
                  </a:lnTo>
                  <a:lnTo>
                    <a:pt x="9500" y="11971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57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18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164"/>
                  </a:lnTo>
                  <a:lnTo>
                    <a:pt x="6990" y="12241"/>
                  </a:lnTo>
                  <a:lnTo>
                    <a:pt x="6796" y="12396"/>
                  </a:lnTo>
                  <a:lnTo>
                    <a:pt x="6796" y="12048"/>
                  </a:lnTo>
                  <a:lnTo>
                    <a:pt x="6758" y="11855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392"/>
                  </a:lnTo>
                  <a:lnTo>
                    <a:pt x="6410" y="11276"/>
                  </a:lnTo>
                  <a:lnTo>
                    <a:pt x="6256" y="11199"/>
                  </a:lnTo>
                  <a:lnTo>
                    <a:pt x="6063" y="11160"/>
                  </a:lnTo>
                  <a:lnTo>
                    <a:pt x="5870" y="11121"/>
                  </a:lnTo>
                  <a:lnTo>
                    <a:pt x="5715" y="11160"/>
                  </a:lnTo>
                  <a:lnTo>
                    <a:pt x="5522" y="11199"/>
                  </a:lnTo>
                  <a:lnTo>
                    <a:pt x="5522" y="10928"/>
                  </a:lnTo>
                  <a:lnTo>
                    <a:pt x="5445" y="10697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49"/>
                  </a:lnTo>
                  <a:lnTo>
                    <a:pt x="4943" y="10310"/>
                  </a:lnTo>
                  <a:lnTo>
                    <a:pt x="4673" y="10310"/>
                  </a:lnTo>
                  <a:lnTo>
                    <a:pt x="4557" y="10349"/>
                  </a:lnTo>
                  <a:lnTo>
                    <a:pt x="4518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09" y="9577"/>
                  </a:lnTo>
                  <a:lnTo>
                    <a:pt x="4093" y="9461"/>
                  </a:lnTo>
                  <a:lnTo>
                    <a:pt x="3900" y="9422"/>
                  </a:lnTo>
                  <a:lnTo>
                    <a:pt x="3746" y="9384"/>
                  </a:lnTo>
                  <a:lnTo>
                    <a:pt x="3591" y="9422"/>
                  </a:lnTo>
                  <a:lnTo>
                    <a:pt x="3437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31"/>
                  </a:lnTo>
                  <a:lnTo>
                    <a:pt x="2974" y="9615"/>
                  </a:lnTo>
                  <a:lnTo>
                    <a:pt x="2896" y="9422"/>
                  </a:lnTo>
                  <a:lnTo>
                    <a:pt x="2781" y="9268"/>
                  </a:lnTo>
                  <a:lnTo>
                    <a:pt x="2626" y="9113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8997"/>
                  </a:lnTo>
                  <a:lnTo>
                    <a:pt x="1854" y="9075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499"/>
                  </a:lnTo>
                  <a:lnTo>
                    <a:pt x="1390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272"/>
                  </a:lnTo>
                  <a:lnTo>
                    <a:pt x="386" y="10426"/>
                  </a:lnTo>
                  <a:lnTo>
                    <a:pt x="271" y="10542"/>
                  </a:lnTo>
                  <a:lnTo>
                    <a:pt x="116" y="10851"/>
                  </a:lnTo>
                  <a:lnTo>
                    <a:pt x="39" y="11199"/>
                  </a:lnTo>
                  <a:lnTo>
                    <a:pt x="0" y="11546"/>
                  </a:lnTo>
                  <a:lnTo>
                    <a:pt x="77" y="11894"/>
                  </a:lnTo>
                  <a:lnTo>
                    <a:pt x="193" y="12241"/>
                  </a:lnTo>
                  <a:lnTo>
                    <a:pt x="386" y="12511"/>
                  </a:lnTo>
                  <a:lnTo>
                    <a:pt x="618" y="12782"/>
                  </a:lnTo>
                  <a:lnTo>
                    <a:pt x="811" y="12898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124" y="13091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11"/>
                  </a:lnTo>
                  <a:lnTo>
                    <a:pt x="3360" y="12203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39"/>
                  </a:lnTo>
                  <a:lnTo>
                    <a:pt x="3283" y="11739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50"/>
                  </a:lnTo>
                  <a:lnTo>
                    <a:pt x="2047" y="12666"/>
                  </a:lnTo>
                  <a:lnTo>
                    <a:pt x="1429" y="12666"/>
                  </a:lnTo>
                  <a:lnTo>
                    <a:pt x="1159" y="12550"/>
                  </a:lnTo>
                  <a:lnTo>
                    <a:pt x="966" y="12434"/>
                  </a:lnTo>
                  <a:lnTo>
                    <a:pt x="811" y="12318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55"/>
                  </a:lnTo>
                  <a:lnTo>
                    <a:pt x="502" y="11701"/>
                  </a:lnTo>
                  <a:lnTo>
                    <a:pt x="502" y="11546"/>
                  </a:lnTo>
                  <a:lnTo>
                    <a:pt x="502" y="11353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927" y="10619"/>
                  </a:lnTo>
                  <a:lnTo>
                    <a:pt x="1043" y="10503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317" y="10349"/>
                  </a:lnTo>
                  <a:lnTo>
                    <a:pt x="2587" y="10426"/>
                  </a:lnTo>
                  <a:lnTo>
                    <a:pt x="2858" y="10503"/>
                  </a:lnTo>
                  <a:lnTo>
                    <a:pt x="3128" y="10619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908" y="12666"/>
                  </a:lnTo>
                  <a:lnTo>
                    <a:pt x="6294" y="12936"/>
                  </a:lnTo>
                  <a:lnTo>
                    <a:pt x="6681" y="13207"/>
                  </a:lnTo>
                  <a:lnTo>
                    <a:pt x="7105" y="13400"/>
                  </a:lnTo>
                  <a:lnTo>
                    <a:pt x="7530" y="13593"/>
                  </a:lnTo>
                  <a:lnTo>
                    <a:pt x="7994" y="13708"/>
                  </a:lnTo>
                  <a:lnTo>
                    <a:pt x="8457" y="13786"/>
                  </a:lnTo>
                  <a:lnTo>
                    <a:pt x="8920" y="13747"/>
                  </a:lnTo>
                  <a:lnTo>
                    <a:pt x="9345" y="13670"/>
                  </a:lnTo>
                  <a:lnTo>
                    <a:pt x="9731" y="13515"/>
                  </a:lnTo>
                  <a:lnTo>
                    <a:pt x="10079" y="13322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34"/>
                  </a:lnTo>
                  <a:lnTo>
                    <a:pt x="11121" y="12087"/>
                  </a:lnTo>
                  <a:lnTo>
                    <a:pt x="11314" y="11739"/>
                  </a:lnTo>
                  <a:lnTo>
                    <a:pt x="11507" y="11199"/>
                  </a:lnTo>
                  <a:lnTo>
                    <a:pt x="11662" y="10658"/>
                  </a:lnTo>
                  <a:lnTo>
                    <a:pt x="11971" y="9615"/>
                  </a:lnTo>
                  <a:lnTo>
                    <a:pt x="12164" y="9075"/>
                  </a:lnTo>
                  <a:lnTo>
                    <a:pt x="12357" y="8573"/>
                  </a:lnTo>
                  <a:lnTo>
                    <a:pt x="12627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51"/>
                  </a:lnTo>
                  <a:lnTo>
                    <a:pt x="14017" y="6681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6"/>
                  </a:lnTo>
                  <a:lnTo>
                    <a:pt x="16296" y="5908"/>
                  </a:lnTo>
                  <a:lnTo>
                    <a:pt x="16914" y="5908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2"/>
                  </a:lnTo>
                  <a:lnTo>
                    <a:pt x="21316" y="7607"/>
                  </a:lnTo>
                  <a:lnTo>
                    <a:pt x="21740" y="7685"/>
                  </a:lnTo>
                  <a:lnTo>
                    <a:pt x="22165" y="7723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492"/>
                  </a:lnTo>
                  <a:lnTo>
                    <a:pt x="23748" y="7260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870"/>
                  </a:lnTo>
                  <a:lnTo>
                    <a:pt x="24907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171"/>
                  </a:lnTo>
                  <a:lnTo>
                    <a:pt x="24984" y="3707"/>
                  </a:lnTo>
                  <a:lnTo>
                    <a:pt x="24907" y="3283"/>
                  </a:lnTo>
                  <a:lnTo>
                    <a:pt x="24791" y="2819"/>
                  </a:lnTo>
                  <a:lnTo>
                    <a:pt x="24637" y="2394"/>
                  </a:lnTo>
                  <a:lnTo>
                    <a:pt x="24482" y="1970"/>
                  </a:lnTo>
                  <a:lnTo>
                    <a:pt x="24250" y="1545"/>
                  </a:lnTo>
                  <a:lnTo>
                    <a:pt x="24057" y="1159"/>
                  </a:lnTo>
                  <a:lnTo>
                    <a:pt x="23826" y="811"/>
                  </a:lnTo>
                  <a:lnTo>
                    <a:pt x="23941" y="348"/>
                  </a:lnTo>
                  <a:lnTo>
                    <a:pt x="23594" y="193"/>
                  </a:lnTo>
                  <a:lnTo>
                    <a:pt x="23208" y="77"/>
                  </a:lnTo>
                  <a:lnTo>
                    <a:pt x="23169" y="39"/>
                  </a:lnTo>
                  <a:lnTo>
                    <a:pt x="2309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6"/>
            <p:cNvSpPr/>
            <p:nvPr/>
          </p:nvSpPr>
          <p:spPr>
            <a:xfrm>
              <a:off x="3792600" y="9600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1"/>
                  </a:lnTo>
                  <a:lnTo>
                    <a:pt x="23479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3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4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7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1"/>
                  </a:lnTo>
                  <a:lnTo>
                    <a:pt x="23865" y="3514"/>
                  </a:lnTo>
                  <a:lnTo>
                    <a:pt x="23788" y="3398"/>
                  </a:lnTo>
                  <a:lnTo>
                    <a:pt x="23749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7"/>
                  </a:lnTo>
                  <a:lnTo>
                    <a:pt x="24097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0"/>
                  </a:lnTo>
                  <a:lnTo>
                    <a:pt x="16567" y="5406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3"/>
                  </a:lnTo>
                  <a:lnTo>
                    <a:pt x="15679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7"/>
                  </a:lnTo>
                  <a:lnTo>
                    <a:pt x="15949" y="5020"/>
                  </a:lnTo>
                  <a:lnTo>
                    <a:pt x="16065" y="4981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7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4" y="5290"/>
                  </a:lnTo>
                  <a:lnTo>
                    <a:pt x="23826" y="5097"/>
                  </a:lnTo>
                  <a:lnTo>
                    <a:pt x="23788" y="4981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0"/>
                  </a:lnTo>
                  <a:lnTo>
                    <a:pt x="17107" y="5175"/>
                  </a:lnTo>
                  <a:lnTo>
                    <a:pt x="17185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1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599"/>
                  </a:lnTo>
                  <a:lnTo>
                    <a:pt x="14250" y="5445"/>
                  </a:lnTo>
                  <a:lnTo>
                    <a:pt x="14366" y="5368"/>
                  </a:lnTo>
                  <a:lnTo>
                    <a:pt x="14443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3" y="5561"/>
                  </a:lnTo>
                  <a:lnTo>
                    <a:pt x="19308" y="5677"/>
                  </a:lnTo>
                  <a:lnTo>
                    <a:pt x="19386" y="5831"/>
                  </a:lnTo>
                  <a:lnTo>
                    <a:pt x="19386" y="5985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1" y="5677"/>
                  </a:lnTo>
                  <a:lnTo>
                    <a:pt x="18845" y="5522"/>
                  </a:lnTo>
                  <a:lnTo>
                    <a:pt x="18999" y="5483"/>
                  </a:lnTo>
                  <a:close/>
                  <a:moveTo>
                    <a:pt x="20197" y="6063"/>
                  </a:moveTo>
                  <a:lnTo>
                    <a:pt x="20351" y="6101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9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2" y="6951"/>
                  </a:lnTo>
                  <a:lnTo>
                    <a:pt x="20467" y="6758"/>
                  </a:lnTo>
                  <a:lnTo>
                    <a:pt x="20081" y="6565"/>
                  </a:lnTo>
                  <a:lnTo>
                    <a:pt x="19810" y="6410"/>
                  </a:lnTo>
                  <a:lnTo>
                    <a:pt x="19849" y="6294"/>
                  </a:lnTo>
                  <a:lnTo>
                    <a:pt x="19888" y="6179"/>
                  </a:lnTo>
                  <a:lnTo>
                    <a:pt x="20003" y="6140"/>
                  </a:lnTo>
                  <a:lnTo>
                    <a:pt x="20081" y="6101"/>
                  </a:lnTo>
                  <a:lnTo>
                    <a:pt x="20197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2" y="5985"/>
                  </a:lnTo>
                  <a:lnTo>
                    <a:pt x="24019" y="6024"/>
                  </a:lnTo>
                  <a:lnTo>
                    <a:pt x="24097" y="6024"/>
                  </a:lnTo>
                  <a:lnTo>
                    <a:pt x="23942" y="6294"/>
                  </a:lnTo>
                  <a:lnTo>
                    <a:pt x="23749" y="6565"/>
                  </a:lnTo>
                  <a:lnTo>
                    <a:pt x="23517" y="6796"/>
                  </a:lnTo>
                  <a:lnTo>
                    <a:pt x="23247" y="6989"/>
                  </a:lnTo>
                  <a:lnTo>
                    <a:pt x="23208" y="6951"/>
                  </a:lnTo>
                  <a:lnTo>
                    <a:pt x="23093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4" y="6179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1"/>
                  </a:moveTo>
                  <a:lnTo>
                    <a:pt x="13478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9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7" y="6951"/>
                  </a:lnTo>
                  <a:lnTo>
                    <a:pt x="12628" y="6796"/>
                  </a:lnTo>
                  <a:lnTo>
                    <a:pt x="12628" y="6681"/>
                  </a:lnTo>
                  <a:lnTo>
                    <a:pt x="12667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1"/>
                  </a:lnTo>
                  <a:close/>
                  <a:moveTo>
                    <a:pt x="22166" y="6565"/>
                  </a:moveTo>
                  <a:lnTo>
                    <a:pt x="22282" y="6603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5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4" y="7105"/>
                  </a:lnTo>
                  <a:lnTo>
                    <a:pt x="21471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50" y="6565"/>
                  </a:lnTo>
                  <a:close/>
                  <a:moveTo>
                    <a:pt x="12280" y="7414"/>
                  </a:moveTo>
                  <a:lnTo>
                    <a:pt x="12474" y="7453"/>
                  </a:lnTo>
                  <a:lnTo>
                    <a:pt x="12126" y="7993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3" y="8109"/>
                  </a:lnTo>
                  <a:lnTo>
                    <a:pt x="11663" y="7955"/>
                  </a:lnTo>
                  <a:lnTo>
                    <a:pt x="11663" y="7839"/>
                  </a:lnTo>
                  <a:lnTo>
                    <a:pt x="11740" y="7723"/>
                  </a:lnTo>
                  <a:lnTo>
                    <a:pt x="11817" y="7607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5" y="7414"/>
                  </a:lnTo>
                  <a:close/>
                  <a:moveTo>
                    <a:pt x="2241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50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1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9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3" y="8997"/>
                  </a:moveTo>
                  <a:lnTo>
                    <a:pt x="11470" y="9499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8" y="9847"/>
                  </a:lnTo>
                  <a:lnTo>
                    <a:pt x="10929" y="9692"/>
                  </a:lnTo>
                  <a:lnTo>
                    <a:pt x="10929" y="9577"/>
                  </a:lnTo>
                  <a:lnTo>
                    <a:pt x="10968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70" y="8997"/>
                  </a:lnTo>
                  <a:close/>
                  <a:moveTo>
                    <a:pt x="3785" y="9770"/>
                  </a:moveTo>
                  <a:lnTo>
                    <a:pt x="3901" y="9808"/>
                  </a:lnTo>
                  <a:lnTo>
                    <a:pt x="4017" y="9886"/>
                  </a:lnTo>
                  <a:lnTo>
                    <a:pt x="4094" y="10001"/>
                  </a:lnTo>
                  <a:lnTo>
                    <a:pt x="4133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5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4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2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1" y="10619"/>
                  </a:moveTo>
                  <a:lnTo>
                    <a:pt x="10968" y="11198"/>
                  </a:lnTo>
                  <a:lnTo>
                    <a:pt x="10736" y="11739"/>
                  </a:lnTo>
                  <a:lnTo>
                    <a:pt x="10659" y="11700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6" y="10967"/>
                  </a:lnTo>
                  <a:lnTo>
                    <a:pt x="10581" y="10812"/>
                  </a:lnTo>
                  <a:lnTo>
                    <a:pt x="10736" y="10696"/>
                  </a:lnTo>
                  <a:lnTo>
                    <a:pt x="10929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7" y="11662"/>
                  </a:lnTo>
                  <a:lnTo>
                    <a:pt x="6334" y="11778"/>
                  </a:lnTo>
                  <a:lnTo>
                    <a:pt x="6372" y="12009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0"/>
                  </a:lnTo>
                  <a:lnTo>
                    <a:pt x="5446" y="11623"/>
                  </a:lnTo>
                  <a:lnTo>
                    <a:pt x="5561" y="11546"/>
                  </a:lnTo>
                  <a:lnTo>
                    <a:pt x="5639" y="11507"/>
                  </a:lnTo>
                  <a:lnTo>
                    <a:pt x="5755" y="11469"/>
                  </a:lnTo>
                  <a:close/>
                  <a:moveTo>
                    <a:pt x="10543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1" y="12936"/>
                  </a:lnTo>
                  <a:lnTo>
                    <a:pt x="9771" y="12859"/>
                  </a:lnTo>
                  <a:lnTo>
                    <a:pt x="9655" y="12666"/>
                  </a:lnTo>
                  <a:lnTo>
                    <a:pt x="9655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4" y="12164"/>
                  </a:lnTo>
                  <a:lnTo>
                    <a:pt x="10157" y="12087"/>
                  </a:lnTo>
                  <a:lnTo>
                    <a:pt x="10543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40" y="13206"/>
                  </a:lnTo>
                  <a:lnTo>
                    <a:pt x="7338" y="13013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4" y="12627"/>
                  </a:moveTo>
                  <a:lnTo>
                    <a:pt x="8960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9" y="13206"/>
                  </a:lnTo>
                  <a:lnTo>
                    <a:pt x="9037" y="13284"/>
                  </a:lnTo>
                  <a:lnTo>
                    <a:pt x="8805" y="13322"/>
                  </a:lnTo>
                  <a:lnTo>
                    <a:pt x="8573" y="13322"/>
                  </a:lnTo>
                  <a:lnTo>
                    <a:pt x="8303" y="13284"/>
                  </a:lnTo>
                  <a:lnTo>
                    <a:pt x="8303" y="13206"/>
                  </a:lnTo>
                  <a:lnTo>
                    <a:pt x="8342" y="13013"/>
                  </a:lnTo>
                  <a:lnTo>
                    <a:pt x="8419" y="12820"/>
                  </a:lnTo>
                  <a:lnTo>
                    <a:pt x="8573" y="12704"/>
                  </a:lnTo>
                  <a:lnTo>
                    <a:pt x="8651" y="12666"/>
                  </a:lnTo>
                  <a:lnTo>
                    <a:pt x="8767" y="12627"/>
                  </a:lnTo>
                  <a:close/>
                  <a:moveTo>
                    <a:pt x="22977" y="0"/>
                  </a:moveTo>
                  <a:lnTo>
                    <a:pt x="22900" y="39"/>
                  </a:lnTo>
                  <a:lnTo>
                    <a:pt x="22822" y="77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900" y="772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1" y="1506"/>
                  </a:lnTo>
                  <a:lnTo>
                    <a:pt x="22591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1" y="2278"/>
                  </a:lnTo>
                  <a:lnTo>
                    <a:pt x="23054" y="2394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2" y="2703"/>
                  </a:lnTo>
                  <a:lnTo>
                    <a:pt x="23363" y="2896"/>
                  </a:lnTo>
                  <a:lnTo>
                    <a:pt x="23324" y="3089"/>
                  </a:lnTo>
                  <a:lnTo>
                    <a:pt x="23363" y="3282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0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79"/>
                  </a:lnTo>
                  <a:lnTo>
                    <a:pt x="23479" y="4750"/>
                  </a:lnTo>
                  <a:lnTo>
                    <a:pt x="23440" y="4904"/>
                  </a:lnTo>
                  <a:lnTo>
                    <a:pt x="23440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2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5" y="6294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4"/>
                  </a:lnTo>
                  <a:lnTo>
                    <a:pt x="21509" y="6410"/>
                  </a:lnTo>
                  <a:lnTo>
                    <a:pt x="21355" y="6565"/>
                  </a:lnTo>
                  <a:lnTo>
                    <a:pt x="21201" y="6796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8"/>
                  </a:lnTo>
                  <a:lnTo>
                    <a:pt x="20583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1" y="5792"/>
                  </a:lnTo>
                  <a:lnTo>
                    <a:pt x="19888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3"/>
                  </a:lnTo>
                  <a:lnTo>
                    <a:pt x="19463" y="5329"/>
                  </a:lnTo>
                  <a:lnTo>
                    <a:pt x="19386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0"/>
                  </a:lnTo>
                  <a:lnTo>
                    <a:pt x="18497" y="5406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2" y="4981"/>
                  </a:lnTo>
                  <a:lnTo>
                    <a:pt x="18304" y="4866"/>
                  </a:lnTo>
                  <a:lnTo>
                    <a:pt x="18189" y="4750"/>
                  </a:lnTo>
                  <a:lnTo>
                    <a:pt x="18073" y="4673"/>
                  </a:lnTo>
                  <a:lnTo>
                    <a:pt x="17957" y="4595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8" y="4595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6" y="5097"/>
                  </a:lnTo>
                  <a:lnTo>
                    <a:pt x="16760" y="4943"/>
                  </a:lnTo>
                  <a:lnTo>
                    <a:pt x="16605" y="4788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1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7" y="5175"/>
                  </a:lnTo>
                  <a:lnTo>
                    <a:pt x="15022" y="5059"/>
                  </a:lnTo>
                  <a:lnTo>
                    <a:pt x="14829" y="4981"/>
                  </a:lnTo>
                  <a:lnTo>
                    <a:pt x="14636" y="4943"/>
                  </a:lnTo>
                  <a:lnTo>
                    <a:pt x="14443" y="4981"/>
                  </a:lnTo>
                  <a:lnTo>
                    <a:pt x="14288" y="5020"/>
                  </a:lnTo>
                  <a:lnTo>
                    <a:pt x="14134" y="5097"/>
                  </a:lnTo>
                  <a:lnTo>
                    <a:pt x="14057" y="5175"/>
                  </a:lnTo>
                  <a:lnTo>
                    <a:pt x="13941" y="5290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2" y="5715"/>
                  </a:lnTo>
                  <a:lnTo>
                    <a:pt x="13169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89"/>
                  </a:lnTo>
                  <a:lnTo>
                    <a:pt x="12165" y="7028"/>
                  </a:lnTo>
                  <a:lnTo>
                    <a:pt x="11894" y="7105"/>
                  </a:lnTo>
                  <a:lnTo>
                    <a:pt x="11663" y="7221"/>
                  </a:lnTo>
                  <a:lnTo>
                    <a:pt x="11508" y="7414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3"/>
                  </a:lnTo>
                  <a:lnTo>
                    <a:pt x="11315" y="8148"/>
                  </a:lnTo>
                  <a:lnTo>
                    <a:pt x="11354" y="8302"/>
                  </a:lnTo>
                  <a:lnTo>
                    <a:pt x="11392" y="8457"/>
                  </a:lnTo>
                  <a:lnTo>
                    <a:pt x="11470" y="8611"/>
                  </a:lnTo>
                  <a:lnTo>
                    <a:pt x="11199" y="8650"/>
                  </a:lnTo>
                  <a:lnTo>
                    <a:pt x="10968" y="8804"/>
                  </a:lnTo>
                  <a:lnTo>
                    <a:pt x="10774" y="8997"/>
                  </a:lnTo>
                  <a:lnTo>
                    <a:pt x="10659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0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5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3" y="12087"/>
                  </a:lnTo>
                  <a:lnTo>
                    <a:pt x="9384" y="12202"/>
                  </a:lnTo>
                  <a:lnTo>
                    <a:pt x="9346" y="12318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8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5" y="12550"/>
                  </a:lnTo>
                  <a:lnTo>
                    <a:pt x="8187" y="12704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2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9" y="11894"/>
                  </a:lnTo>
                  <a:lnTo>
                    <a:pt x="6681" y="11700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4"/>
                  </a:lnTo>
                  <a:lnTo>
                    <a:pt x="6218" y="11198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6" y="10735"/>
                  </a:lnTo>
                  <a:lnTo>
                    <a:pt x="5330" y="10503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4" y="10310"/>
                  </a:lnTo>
                  <a:lnTo>
                    <a:pt x="4828" y="10310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6" y="9499"/>
                  </a:lnTo>
                  <a:lnTo>
                    <a:pt x="3901" y="9461"/>
                  </a:lnTo>
                  <a:lnTo>
                    <a:pt x="3747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5"/>
                  </a:lnTo>
                  <a:lnTo>
                    <a:pt x="3013" y="9770"/>
                  </a:lnTo>
                  <a:lnTo>
                    <a:pt x="2974" y="9615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4" y="9036"/>
                  </a:lnTo>
                  <a:lnTo>
                    <a:pt x="2241" y="8997"/>
                  </a:lnTo>
                  <a:lnTo>
                    <a:pt x="2048" y="9036"/>
                  </a:lnTo>
                  <a:lnTo>
                    <a:pt x="1854" y="9113"/>
                  </a:lnTo>
                  <a:lnTo>
                    <a:pt x="1700" y="9190"/>
                  </a:lnTo>
                  <a:lnTo>
                    <a:pt x="1546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0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0"/>
                  </a:lnTo>
                  <a:lnTo>
                    <a:pt x="812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9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09"/>
                  </a:lnTo>
                  <a:lnTo>
                    <a:pt x="3554" y="11932"/>
                  </a:lnTo>
                  <a:lnTo>
                    <a:pt x="3515" y="11816"/>
                  </a:lnTo>
                  <a:lnTo>
                    <a:pt x="3438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5" y="11816"/>
                  </a:lnTo>
                  <a:lnTo>
                    <a:pt x="3052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8" y="12666"/>
                  </a:lnTo>
                  <a:lnTo>
                    <a:pt x="1739" y="12704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2"/>
                  </a:lnTo>
                  <a:lnTo>
                    <a:pt x="619" y="12048"/>
                  </a:lnTo>
                  <a:lnTo>
                    <a:pt x="542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2" y="11198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19"/>
                  </a:lnTo>
                  <a:lnTo>
                    <a:pt x="1044" y="10542"/>
                  </a:lnTo>
                  <a:lnTo>
                    <a:pt x="1237" y="10465"/>
                  </a:lnTo>
                  <a:lnTo>
                    <a:pt x="1430" y="10388"/>
                  </a:lnTo>
                  <a:lnTo>
                    <a:pt x="1739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4"/>
                  </a:lnTo>
                  <a:lnTo>
                    <a:pt x="6257" y="12975"/>
                  </a:lnTo>
                  <a:lnTo>
                    <a:pt x="6681" y="13206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8" y="13786"/>
                  </a:lnTo>
                  <a:lnTo>
                    <a:pt x="8921" y="13786"/>
                  </a:lnTo>
                  <a:lnTo>
                    <a:pt x="9346" y="13708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9" y="12782"/>
                  </a:lnTo>
                  <a:lnTo>
                    <a:pt x="10929" y="12473"/>
                  </a:lnTo>
                  <a:lnTo>
                    <a:pt x="11122" y="12125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3" y="10696"/>
                  </a:lnTo>
                  <a:lnTo>
                    <a:pt x="11972" y="9615"/>
                  </a:lnTo>
                  <a:lnTo>
                    <a:pt x="12126" y="9113"/>
                  </a:lnTo>
                  <a:lnTo>
                    <a:pt x="12358" y="8611"/>
                  </a:lnTo>
                  <a:lnTo>
                    <a:pt x="12589" y="8109"/>
                  </a:lnTo>
                  <a:lnTo>
                    <a:pt x="12937" y="7646"/>
                  </a:lnTo>
                  <a:lnTo>
                    <a:pt x="13284" y="7298"/>
                  </a:lnTo>
                  <a:lnTo>
                    <a:pt x="13632" y="6989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70" y="6101"/>
                  </a:lnTo>
                  <a:lnTo>
                    <a:pt x="15833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5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1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8"/>
                  </a:lnTo>
                  <a:lnTo>
                    <a:pt x="24058" y="6989"/>
                  </a:lnTo>
                  <a:lnTo>
                    <a:pt x="24367" y="6642"/>
                  </a:lnTo>
                  <a:lnTo>
                    <a:pt x="24599" y="6294"/>
                  </a:lnTo>
                  <a:lnTo>
                    <a:pt x="24753" y="5908"/>
                  </a:lnTo>
                  <a:lnTo>
                    <a:pt x="24869" y="5483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2"/>
                  </a:lnTo>
                  <a:lnTo>
                    <a:pt x="24792" y="2858"/>
                  </a:lnTo>
                  <a:lnTo>
                    <a:pt x="24637" y="2394"/>
                  </a:lnTo>
                  <a:lnTo>
                    <a:pt x="24444" y="1970"/>
                  </a:lnTo>
                  <a:lnTo>
                    <a:pt x="24251" y="1583"/>
                  </a:lnTo>
                  <a:lnTo>
                    <a:pt x="24058" y="1197"/>
                  </a:lnTo>
                  <a:lnTo>
                    <a:pt x="23788" y="811"/>
                  </a:lnTo>
                  <a:lnTo>
                    <a:pt x="23942" y="386"/>
                  </a:lnTo>
                  <a:lnTo>
                    <a:pt x="23595" y="232"/>
                  </a:lnTo>
                  <a:lnTo>
                    <a:pt x="23208" y="116"/>
                  </a:lnTo>
                  <a:lnTo>
                    <a:pt x="23170" y="77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6"/>
            <p:cNvSpPr/>
            <p:nvPr/>
          </p:nvSpPr>
          <p:spPr>
            <a:xfrm>
              <a:off x="1687125" y="961000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1"/>
                  </a:moveTo>
                  <a:lnTo>
                    <a:pt x="3438" y="464"/>
                  </a:lnTo>
                  <a:lnTo>
                    <a:pt x="3785" y="657"/>
                  </a:lnTo>
                  <a:lnTo>
                    <a:pt x="4094" y="889"/>
                  </a:lnTo>
                  <a:lnTo>
                    <a:pt x="4364" y="1159"/>
                  </a:lnTo>
                  <a:lnTo>
                    <a:pt x="4635" y="1468"/>
                  </a:lnTo>
                  <a:lnTo>
                    <a:pt x="4866" y="1777"/>
                  </a:lnTo>
                  <a:lnTo>
                    <a:pt x="5059" y="2086"/>
                  </a:lnTo>
                  <a:lnTo>
                    <a:pt x="5253" y="2472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61" y="3592"/>
                  </a:lnTo>
                  <a:lnTo>
                    <a:pt x="5600" y="4017"/>
                  </a:lnTo>
                  <a:lnTo>
                    <a:pt x="5600" y="4403"/>
                  </a:lnTo>
                  <a:lnTo>
                    <a:pt x="5561" y="4828"/>
                  </a:lnTo>
                  <a:lnTo>
                    <a:pt x="5523" y="5214"/>
                  </a:lnTo>
                  <a:lnTo>
                    <a:pt x="5446" y="5639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99"/>
                  </a:lnTo>
                  <a:lnTo>
                    <a:pt x="4519" y="7685"/>
                  </a:lnTo>
                  <a:lnTo>
                    <a:pt x="4249" y="8033"/>
                  </a:lnTo>
                  <a:lnTo>
                    <a:pt x="3940" y="8419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46"/>
                  </a:lnTo>
                  <a:lnTo>
                    <a:pt x="2549" y="9616"/>
                  </a:lnTo>
                  <a:lnTo>
                    <a:pt x="2163" y="9848"/>
                  </a:lnTo>
                  <a:lnTo>
                    <a:pt x="1739" y="10041"/>
                  </a:lnTo>
                  <a:lnTo>
                    <a:pt x="1352" y="10234"/>
                  </a:lnTo>
                  <a:lnTo>
                    <a:pt x="889" y="10427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5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49" y="10234"/>
                  </a:lnTo>
                  <a:lnTo>
                    <a:pt x="2974" y="9963"/>
                  </a:lnTo>
                  <a:lnTo>
                    <a:pt x="3399" y="9654"/>
                  </a:lnTo>
                  <a:lnTo>
                    <a:pt x="3785" y="9307"/>
                  </a:lnTo>
                  <a:lnTo>
                    <a:pt x="4171" y="8921"/>
                  </a:lnTo>
                  <a:lnTo>
                    <a:pt x="4519" y="8535"/>
                  </a:lnTo>
                  <a:lnTo>
                    <a:pt x="4828" y="8148"/>
                  </a:lnTo>
                  <a:lnTo>
                    <a:pt x="5098" y="7685"/>
                  </a:lnTo>
                  <a:lnTo>
                    <a:pt x="5368" y="7260"/>
                  </a:lnTo>
                  <a:lnTo>
                    <a:pt x="5600" y="6797"/>
                  </a:lnTo>
                  <a:lnTo>
                    <a:pt x="5793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94"/>
                  </a:lnTo>
                  <a:lnTo>
                    <a:pt x="6063" y="3669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5" y="2434"/>
                  </a:lnTo>
                  <a:lnTo>
                    <a:pt x="5561" y="2047"/>
                  </a:lnTo>
                  <a:lnTo>
                    <a:pt x="5368" y="1700"/>
                  </a:lnTo>
                  <a:lnTo>
                    <a:pt x="5137" y="1352"/>
                  </a:lnTo>
                  <a:lnTo>
                    <a:pt x="4905" y="1005"/>
                  </a:lnTo>
                  <a:lnTo>
                    <a:pt x="4596" y="734"/>
                  </a:lnTo>
                  <a:lnTo>
                    <a:pt x="4287" y="464"/>
                  </a:lnTo>
                  <a:lnTo>
                    <a:pt x="3940" y="232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6"/>
            <p:cNvSpPr/>
            <p:nvPr/>
          </p:nvSpPr>
          <p:spPr>
            <a:xfrm>
              <a:off x="4302325" y="9697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5" y="5599"/>
                  </a:lnTo>
                  <a:lnTo>
                    <a:pt x="5329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39" y="8380"/>
                  </a:lnTo>
                  <a:lnTo>
                    <a:pt x="3630" y="8727"/>
                  </a:lnTo>
                  <a:lnTo>
                    <a:pt x="3283" y="9036"/>
                  </a:lnTo>
                  <a:lnTo>
                    <a:pt x="2935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8" y="10040"/>
                  </a:lnTo>
                  <a:lnTo>
                    <a:pt x="1313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7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39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6"/>
            <p:cNvSpPr/>
            <p:nvPr/>
          </p:nvSpPr>
          <p:spPr>
            <a:xfrm>
              <a:off x="5445325" y="9890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1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3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8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9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40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7" y="7183"/>
                  </a:lnTo>
                  <a:lnTo>
                    <a:pt x="12743" y="6681"/>
                  </a:lnTo>
                  <a:lnTo>
                    <a:pt x="12435" y="6218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6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6"/>
            <p:cNvSpPr/>
            <p:nvPr/>
          </p:nvSpPr>
          <p:spPr>
            <a:xfrm>
              <a:off x="4674950" y="1001550"/>
              <a:ext cx="375575" cy="387150"/>
            </a:xfrm>
            <a:custGeom>
              <a:avLst/>
              <a:gdLst/>
              <a:ahLst/>
              <a:cxnLst/>
              <a:rect l="l" t="t" r="r" b="b"/>
              <a:pathLst>
                <a:path w="15023" h="15486" extrusionOk="0">
                  <a:moveTo>
                    <a:pt x="7492" y="503"/>
                  </a:moveTo>
                  <a:lnTo>
                    <a:pt x="8033" y="541"/>
                  </a:lnTo>
                  <a:lnTo>
                    <a:pt x="8612" y="580"/>
                  </a:lnTo>
                  <a:lnTo>
                    <a:pt x="9153" y="696"/>
                  </a:lnTo>
                  <a:lnTo>
                    <a:pt x="9693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1" y="1545"/>
                  </a:lnTo>
                  <a:lnTo>
                    <a:pt x="11624" y="1815"/>
                  </a:lnTo>
                  <a:lnTo>
                    <a:pt x="10813" y="2202"/>
                  </a:lnTo>
                  <a:lnTo>
                    <a:pt x="10079" y="2626"/>
                  </a:lnTo>
                  <a:lnTo>
                    <a:pt x="9307" y="3090"/>
                  </a:lnTo>
                  <a:lnTo>
                    <a:pt x="8612" y="3630"/>
                  </a:lnTo>
                  <a:lnTo>
                    <a:pt x="7956" y="4171"/>
                  </a:lnTo>
                  <a:lnTo>
                    <a:pt x="7299" y="4789"/>
                  </a:lnTo>
                  <a:lnTo>
                    <a:pt x="6720" y="5445"/>
                  </a:lnTo>
                  <a:lnTo>
                    <a:pt x="6141" y="6140"/>
                  </a:lnTo>
                  <a:lnTo>
                    <a:pt x="5639" y="6874"/>
                  </a:lnTo>
                  <a:lnTo>
                    <a:pt x="5214" y="7646"/>
                  </a:lnTo>
                  <a:lnTo>
                    <a:pt x="4789" y="8419"/>
                  </a:lnTo>
                  <a:lnTo>
                    <a:pt x="4480" y="9230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4" y="11778"/>
                  </a:lnTo>
                  <a:lnTo>
                    <a:pt x="3747" y="12666"/>
                  </a:lnTo>
                  <a:lnTo>
                    <a:pt x="3592" y="12666"/>
                  </a:lnTo>
                  <a:lnTo>
                    <a:pt x="3283" y="11855"/>
                  </a:lnTo>
                  <a:lnTo>
                    <a:pt x="3052" y="11044"/>
                  </a:lnTo>
                  <a:lnTo>
                    <a:pt x="2858" y="10195"/>
                  </a:lnTo>
                  <a:lnTo>
                    <a:pt x="2704" y="9345"/>
                  </a:lnTo>
                  <a:lnTo>
                    <a:pt x="2588" y="8534"/>
                  </a:lnTo>
                  <a:lnTo>
                    <a:pt x="2550" y="7685"/>
                  </a:lnTo>
                  <a:lnTo>
                    <a:pt x="2588" y="6797"/>
                  </a:lnTo>
                  <a:lnTo>
                    <a:pt x="2704" y="5947"/>
                  </a:lnTo>
                  <a:lnTo>
                    <a:pt x="2858" y="5214"/>
                  </a:lnTo>
                  <a:lnTo>
                    <a:pt x="3052" y="4519"/>
                  </a:lnTo>
                  <a:lnTo>
                    <a:pt x="3322" y="3823"/>
                  </a:lnTo>
                  <a:lnTo>
                    <a:pt x="3669" y="3206"/>
                  </a:lnTo>
                  <a:lnTo>
                    <a:pt x="4017" y="2588"/>
                  </a:lnTo>
                  <a:lnTo>
                    <a:pt x="4442" y="1970"/>
                  </a:lnTo>
                  <a:lnTo>
                    <a:pt x="4905" y="1429"/>
                  </a:lnTo>
                  <a:lnTo>
                    <a:pt x="5407" y="889"/>
                  </a:lnTo>
                  <a:lnTo>
                    <a:pt x="5909" y="734"/>
                  </a:lnTo>
                  <a:lnTo>
                    <a:pt x="6411" y="618"/>
                  </a:lnTo>
                  <a:lnTo>
                    <a:pt x="6952" y="541"/>
                  </a:lnTo>
                  <a:lnTo>
                    <a:pt x="7492" y="503"/>
                  </a:lnTo>
                  <a:close/>
                  <a:moveTo>
                    <a:pt x="11972" y="2086"/>
                  </a:moveTo>
                  <a:lnTo>
                    <a:pt x="12358" y="2433"/>
                  </a:lnTo>
                  <a:lnTo>
                    <a:pt x="12705" y="2819"/>
                  </a:lnTo>
                  <a:lnTo>
                    <a:pt x="13053" y="3206"/>
                  </a:lnTo>
                  <a:lnTo>
                    <a:pt x="13323" y="3669"/>
                  </a:lnTo>
                  <a:lnTo>
                    <a:pt x="13593" y="4094"/>
                  </a:lnTo>
                  <a:lnTo>
                    <a:pt x="13864" y="4596"/>
                  </a:lnTo>
                  <a:lnTo>
                    <a:pt x="14057" y="5098"/>
                  </a:lnTo>
                  <a:lnTo>
                    <a:pt x="14211" y="5600"/>
                  </a:lnTo>
                  <a:lnTo>
                    <a:pt x="14327" y="6102"/>
                  </a:lnTo>
                  <a:lnTo>
                    <a:pt x="14443" y="6642"/>
                  </a:lnTo>
                  <a:lnTo>
                    <a:pt x="13671" y="6681"/>
                  </a:lnTo>
                  <a:lnTo>
                    <a:pt x="12898" y="6797"/>
                  </a:lnTo>
                  <a:lnTo>
                    <a:pt x="12165" y="6951"/>
                  </a:lnTo>
                  <a:lnTo>
                    <a:pt x="11392" y="7144"/>
                  </a:lnTo>
                  <a:lnTo>
                    <a:pt x="10659" y="7415"/>
                  </a:lnTo>
                  <a:lnTo>
                    <a:pt x="9964" y="7724"/>
                  </a:lnTo>
                  <a:lnTo>
                    <a:pt x="9230" y="8032"/>
                  </a:lnTo>
                  <a:lnTo>
                    <a:pt x="8535" y="8419"/>
                  </a:lnTo>
                  <a:lnTo>
                    <a:pt x="7878" y="8843"/>
                  </a:lnTo>
                  <a:lnTo>
                    <a:pt x="7261" y="9307"/>
                  </a:lnTo>
                  <a:lnTo>
                    <a:pt x="6643" y="9809"/>
                  </a:lnTo>
                  <a:lnTo>
                    <a:pt x="6102" y="10349"/>
                  </a:lnTo>
                  <a:lnTo>
                    <a:pt x="5561" y="10890"/>
                  </a:lnTo>
                  <a:lnTo>
                    <a:pt x="5098" y="11508"/>
                  </a:lnTo>
                  <a:lnTo>
                    <a:pt x="4635" y="12126"/>
                  </a:lnTo>
                  <a:lnTo>
                    <a:pt x="4249" y="12821"/>
                  </a:lnTo>
                  <a:lnTo>
                    <a:pt x="4133" y="12743"/>
                  </a:lnTo>
                  <a:lnTo>
                    <a:pt x="3978" y="12666"/>
                  </a:lnTo>
                  <a:lnTo>
                    <a:pt x="4094" y="11817"/>
                  </a:lnTo>
                  <a:lnTo>
                    <a:pt x="4326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4" y="8496"/>
                  </a:lnTo>
                  <a:lnTo>
                    <a:pt x="5600" y="7724"/>
                  </a:lnTo>
                  <a:lnTo>
                    <a:pt x="6025" y="6990"/>
                  </a:lnTo>
                  <a:lnTo>
                    <a:pt x="6527" y="6295"/>
                  </a:lnTo>
                  <a:lnTo>
                    <a:pt x="7067" y="5600"/>
                  </a:lnTo>
                  <a:lnTo>
                    <a:pt x="7608" y="4982"/>
                  </a:lnTo>
                  <a:lnTo>
                    <a:pt x="8226" y="4403"/>
                  </a:lnTo>
                  <a:lnTo>
                    <a:pt x="8921" y="3823"/>
                  </a:lnTo>
                  <a:lnTo>
                    <a:pt x="9616" y="3321"/>
                  </a:lnTo>
                  <a:lnTo>
                    <a:pt x="10350" y="2858"/>
                  </a:lnTo>
                  <a:lnTo>
                    <a:pt x="11122" y="2472"/>
                  </a:lnTo>
                  <a:lnTo>
                    <a:pt x="11972" y="2086"/>
                  </a:lnTo>
                  <a:close/>
                  <a:moveTo>
                    <a:pt x="14482" y="6990"/>
                  </a:moveTo>
                  <a:lnTo>
                    <a:pt x="14482" y="7839"/>
                  </a:lnTo>
                  <a:lnTo>
                    <a:pt x="14443" y="8689"/>
                  </a:lnTo>
                  <a:lnTo>
                    <a:pt x="14288" y="9538"/>
                  </a:lnTo>
                  <a:lnTo>
                    <a:pt x="14173" y="9963"/>
                  </a:lnTo>
                  <a:lnTo>
                    <a:pt x="14057" y="10349"/>
                  </a:lnTo>
                  <a:lnTo>
                    <a:pt x="13902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3" y="12241"/>
                  </a:lnTo>
                  <a:lnTo>
                    <a:pt x="12782" y="12589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2" y="13052"/>
                  </a:lnTo>
                  <a:lnTo>
                    <a:pt x="11701" y="12937"/>
                  </a:lnTo>
                  <a:lnTo>
                    <a:pt x="11122" y="12782"/>
                  </a:lnTo>
                  <a:lnTo>
                    <a:pt x="10543" y="12628"/>
                  </a:lnTo>
                  <a:lnTo>
                    <a:pt x="10002" y="12550"/>
                  </a:lnTo>
                  <a:lnTo>
                    <a:pt x="9423" y="12512"/>
                  </a:lnTo>
                  <a:lnTo>
                    <a:pt x="8844" y="12473"/>
                  </a:lnTo>
                  <a:lnTo>
                    <a:pt x="8303" y="12473"/>
                  </a:lnTo>
                  <a:lnTo>
                    <a:pt x="7763" y="12512"/>
                  </a:lnTo>
                  <a:lnTo>
                    <a:pt x="7222" y="12589"/>
                  </a:lnTo>
                  <a:lnTo>
                    <a:pt x="6720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1"/>
                  </a:lnTo>
                  <a:lnTo>
                    <a:pt x="4557" y="13130"/>
                  </a:lnTo>
                  <a:lnTo>
                    <a:pt x="4442" y="12937"/>
                  </a:lnTo>
                  <a:lnTo>
                    <a:pt x="4905" y="12319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1" y="10620"/>
                  </a:lnTo>
                  <a:lnTo>
                    <a:pt x="6990" y="10118"/>
                  </a:lnTo>
                  <a:lnTo>
                    <a:pt x="7569" y="9654"/>
                  </a:lnTo>
                  <a:lnTo>
                    <a:pt x="8149" y="9230"/>
                  </a:lnTo>
                  <a:lnTo>
                    <a:pt x="8767" y="8805"/>
                  </a:lnTo>
                  <a:lnTo>
                    <a:pt x="9423" y="8457"/>
                  </a:lnTo>
                  <a:lnTo>
                    <a:pt x="10079" y="8110"/>
                  </a:lnTo>
                  <a:lnTo>
                    <a:pt x="10736" y="7839"/>
                  </a:lnTo>
                  <a:lnTo>
                    <a:pt x="11470" y="7569"/>
                  </a:lnTo>
                  <a:lnTo>
                    <a:pt x="12165" y="7376"/>
                  </a:lnTo>
                  <a:lnTo>
                    <a:pt x="12937" y="7183"/>
                  </a:lnTo>
                  <a:lnTo>
                    <a:pt x="13671" y="7067"/>
                  </a:lnTo>
                  <a:lnTo>
                    <a:pt x="14482" y="6990"/>
                  </a:lnTo>
                  <a:close/>
                  <a:moveTo>
                    <a:pt x="4519" y="1236"/>
                  </a:moveTo>
                  <a:lnTo>
                    <a:pt x="4055" y="1854"/>
                  </a:lnTo>
                  <a:lnTo>
                    <a:pt x="3631" y="2472"/>
                  </a:lnTo>
                  <a:lnTo>
                    <a:pt x="3245" y="3128"/>
                  </a:lnTo>
                  <a:lnTo>
                    <a:pt x="2936" y="3823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8" y="6025"/>
                  </a:lnTo>
                  <a:lnTo>
                    <a:pt x="2241" y="6797"/>
                  </a:lnTo>
                  <a:lnTo>
                    <a:pt x="2202" y="7569"/>
                  </a:lnTo>
                  <a:lnTo>
                    <a:pt x="2202" y="8341"/>
                  </a:lnTo>
                  <a:lnTo>
                    <a:pt x="2279" y="9114"/>
                  </a:lnTo>
                  <a:lnTo>
                    <a:pt x="2395" y="9886"/>
                  </a:lnTo>
                  <a:lnTo>
                    <a:pt x="2550" y="10620"/>
                  </a:lnTo>
                  <a:lnTo>
                    <a:pt x="2781" y="11353"/>
                  </a:lnTo>
                  <a:lnTo>
                    <a:pt x="3013" y="12087"/>
                  </a:lnTo>
                  <a:lnTo>
                    <a:pt x="3322" y="12743"/>
                  </a:lnTo>
                  <a:lnTo>
                    <a:pt x="3129" y="12898"/>
                  </a:lnTo>
                  <a:lnTo>
                    <a:pt x="2936" y="13052"/>
                  </a:lnTo>
                  <a:lnTo>
                    <a:pt x="2820" y="13245"/>
                  </a:lnTo>
                  <a:lnTo>
                    <a:pt x="2743" y="13439"/>
                  </a:lnTo>
                  <a:lnTo>
                    <a:pt x="2395" y="13014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7" y="11624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9" y="10118"/>
                  </a:lnTo>
                  <a:lnTo>
                    <a:pt x="735" y="9616"/>
                  </a:lnTo>
                  <a:lnTo>
                    <a:pt x="619" y="9114"/>
                  </a:lnTo>
                  <a:lnTo>
                    <a:pt x="542" y="8573"/>
                  </a:lnTo>
                  <a:lnTo>
                    <a:pt x="503" y="8032"/>
                  </a:lnTo>
                  <a:lnTo>
                    <a:pt x="503" y="7492"/>
                  </a:lnTo>
                  <a:lnTo>
                    <a:pt x="542" y="6951"/>
                  </a:lnTo>
                  <a:lnTo>
                    <a:pt x="619" y="6411"/>
                  </a:lnTo>
                  <a:lnTo>
                    <a:pt x="773" y="5870"/>
                  </a:lnTo>
                  <a:lnTo>
                    <a:pt x="928" y="5329"/>
                  </a:lnTo>
                  <a:lnTo>
                    <a:pt x="1198" y="4673"/>
                  </a:lnTo>
                  <a:lnTo>
                    <a:pt x="1546" y="4055"/>
                  </a:lnTo>
                  <a:lnTo>
                    <a:pt x="1932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2009"/>
                  </a:lnTo>
                  <a:lnTo>
                    <a:pt x="3940" y="1584"/>
                  </a:lnTo>
                  <a:lnTo>
                    <a:pt x="4519" y="1236"/>
                  </a:lnTo>
                  <a:close/>
                  <a:moveTo>
                    <a:pt x="3862" y="12975"/>
                  </a:moveTo>
                  <a:lnTo>
                    <a:pt x="4017" y="13052"/>
                  </a:lnTo>
                  <a:lnTo>
                    <a:pt x="4171" y="13168"/>
                  </a:lnTo>
                  <a:lnTo>
                    <a:pt x="4287" y="13284"/>
                  </a:lnTo>
                  <a:lnTo>
                    <a:pt x="4326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6" y="13941"/>
                  </a:lnTo>
                  <a:lnTo>
                    <a:pt x="4210" y="14095"/>
                  </a:lnTo>
                  <a:lnTo>
                    <a:pt x="3785" y="13825"/>
                  </a:lnTo>
                  <a:lnTo>
                    <a:pt x="3360" y="13477"/>
                  </a:lnTo>
                  <a:lnTo>
                    <a:pt x="3245" y="13439"/>
                  </a:lnTo>
                  <a:lnTo>
                    <a:pt x="3167" y="13439"/>
                  </a:lnTo>
                  <a:lnTo>
                    <a:pt x="3052" y="13477"/>
                  </a:lnTo>
                  <a:lnTo>
                    <a:pt x="2974" y="13516"/>
                  </a:lnTo>
                  <a:lnTo>
                    <a:pt x="3052" y="13361"/>
                  </a:lnTo>
                  <a:lnTo>
                    <a:pt x="3167" y="13207"/>
                  </a:lnTo>
                  <a:lnTo>
                    <a:pt x="3322" y="13130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53" y="12859"/>
                  </a:moveTo>
                  <a:lnTo>
                    <a:pt x="9616" y="12898"/>
                  </a:lnTo>
                  <a:lnTo>
                    <a:pt x="10118" y="12975"/>
                  </a:lnTo>
                  <a:lnTo>
                    <a:pt x="10504" y="13014"/>
                  </a:lnTo>
                  <a:lnTo>
                    <a:pt x="11006" y="13130"/>
                  </a:lnTo>
                  <a:lnTo>
                    <a:pt x="11508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8"/>
                  </a:lnTo>
                  <a:lnTo>
                    <a:pt x="10659" y="14249"/>
                  </a:lnTo>
                  <a:lnTo>
                    <a:pt x="10234" y="14443"/>
                  </a:lnTo>
                  <a:lnTo>
                    <a:pt x="9770" y="14636"/>
                  </a:lnTo>
                  <a:lnTo>
                    <a:pt x="9307" y="14751"/>
                  </a:lnTo>
                  <a:lnTo>
                    <a:pt x="8844" y="14867"/>
                  </a:lnTo>
                  <a:lnTo>
                    <a:pt x="8342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3" y="14945"/>
                  </a:lnTo>
                  <a:lnTo>
                    <a:pt x="6411" y="14867"/>
                  </a:lnTo>
                  <a:lnTo>
                    <a:pt x="5948" y="14790"/>
                  </a:lnTo>
                  <a:lnTo>
                    <a:pt x="5484" y="14636"/>
                  </a:lnTo>
                  <a:lnTo>
                    <a:pt x="5021" y="14481"/>
                  </a:lnTo>
                  <a:lnTo>
                    <a:pt x="4596" y="14288"/>
                  </a:lnTo>
                  <a:lnTo>
                    <a:pt x="4712" y="14018"/>
                  </a:lnTo>
                  <a:lnTo>
                    <a:pt x="4751" y="13747"/>
                  </a:lnTo>
                  <a:lnTo>
                    <a:pt x="4712" y="13593"/>
                  </a:lnTo>
                  <a:lnTo>
                    <a:pt x="5561" y="13323"/>
                  </a:lnTo>
                  <a:lnTo>
                    <a:pt x="6411" y="13091"/>
                  </a:lnTo>
                  <a:lnTo>
                    <a:pt x="7299" y="12937"/>
                  </a:lnTo>
                  <a:lnTo>
                    <a:pt x="8187" y="12859"/>
                  </a:lnTo>
                  <a:close/>
                  <a:moveTo>
                    <a:pt x="7608" y="1"/>
                  </a:moveTo>
                  <a:lnTo>
                    <a:pt x="6990" y="39"/>
                  </a:lnTo>
                  <a:lnTo>
                    <a:pt x="6450" y="116"/>
                  </a:lnTo>
                  <a:lnTo>
                    <a:pt x="5870" y="232"/>
                  </a:lnTo>
                  <a:lnTo>
                    <a:pt x="5330" y="387"/>
                  </a:lnTo>
                  <a:lnTo>
                    <a:pt x="4789" y="580"/>
                  </a:lnTo>
                  <a:lnTo>
                    <a:pt x="4249" y="812"/>
                  </a:lnTo>
                  <a:lnTo>
                    <a:pt x="3785" y="1120"/>
                  </a:lnTo>
                  <a:lnTo>
                    <a:pt x="3283" y="1429"/>
                  </a:lnTo>
                  <a:lnTo>
                    <a:pt x="2820" y="1777"/>
                  </a:lnTo>
                  <a:lnTo>
                    <a:pt x="2395" y="2163"/>
                  </a:lnTo>
                  <a:lnTo>
                    <a:pt x="2009" y="2588"/>
                  </a:lnTo>
                  <a:lnTo>
                    <a:pt x="1623" y="3013"/>
                  </a:lnTo>
                  <a:lnTo>
                    <a:pt x="1275" y="3515"/>
                  </a:lnTo>
                  <a:lnTo>
                    <a:pt x="966" y="4017"/>
                  </a:lnTo>
                  <a:lnTo>
                    <a:pt x="696" y="4596"/>
                  </a:lnTo>
                  <a:lnTo>
                    <a:pt x="426" y="5252"/>
                  </a:lnTo>
                  <a:lnTo>
                    <a:pt x="233" y="5909"/>
                  </a:lnTo>
                  <a:lnTo>
                    <a:pt x="117" y="6565"/>
                  </a:lnTo>
                  <a:lnTo>
                    <a:pt x="40" y="7222"/>
                  </a:lnTo>
                  <a:lnTo>
                    <a:pt x="1" y="7917"/>
                  </a:lnTo>
                  <a:lnTo>
                    <a:pt x="40" y="8612"/>
                  </a:lnTo>
                  <a:lnTo>
                    <a:pt x="117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6" y="11238"/>
                  </a:lnTo>
                  <a:lnTo>
                    <a:pt x="1005" y="11817"/>
                  </a:lnTo>
                  <a:lnTo>
                    <a:pt x="1352" y="12396"/>
                  </a:lnTo>
                  <a:lnTo>
                    <a:pt x="1739" y="12937"/>
                  </a:lnTo>
                  <a:lnTo>
                    <a:pt x="2202" y="13439"/>
                  </a:lnTo>
                  <a:lnTo>
                    <a:pt x="2704" y="13902"/>
                  </a:lnTo>
                  <a:lnTo>
                    <a:pt x="2781" y="13941"/>
                  </a:lnTo>
                  <a:lnTo>
                    <a:pt x="2820" y="13941"/>
                  </a:lnTo>
                  <a:lnTo>
                    <a:pt x="2936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520"/>
                  </a:lnTo>
                  <a:lnTo>
                    <a:pt x="4133" y="14597"/>
                  </a:lnTo>
                  <a:lnTo>
                    <a:pt x="4557" y="14829"/>
                  </a:lnTo>
                  <a:lnTo>
                    <a:pt x="4982" y="14983"/>
                  </a:lnTo>
                  <a:lnTo>
                    <a:pt x="5407" y="15138"/>
                  </a:lnTo>
                  <a:lnTo>
                    <a:pt x="5870" y="15292"/>
                  </a:lnTo>
                  <a:lnTo>
                    <a:pt x="6334" y="15369"/>
                  </a:lnTo>
                  <a:lnTo>
                    <a:pt x="6797" y="15447"/>
                  </a:lnTo>
                  <a:lnTo>
                    <a:pt x="7299" y="15485"/>
                  </a:lnTo>
                  <a:lnTo>
                    <a:pt x="7763" y="15485"/>
                  </a:lnTo>
                  <a:lnTo>
                    <a:pt x="8226" y="15447"/>
                  </a:lnTo>
                  <a:lnTo>
                    <a:pt x="8689" y="15408"/>
                  </a:lnTo>
                  <a:lnTo>
                    <a:pt x="9153" y="15331"/>
                  </a:lnTo>
                  <a:lnTo>
                    <a:pt x="9616" y="15215"/>
                  </a:lnTo>
                  <a:lnTo>
                    <a:pt x="10079" y="15060"/>
                  </a:lnTo>
                  <a:lnTo>
                    <a:pt x="10543" y="14867"/>
                  </a:lnTo>
                  <a:lnTo>
                    <a:pt x="10968" y="14674"/>
                  </a:lnTo>
                  <a:lnTo>
                    <a:pt x="11392" y="14443"/>
                  </a:lnTo>
                  <a:lnTo>
                    <a:pt x="11856" y="14134"/>
                  </a:lnTo>
                  <a:lnTo>
                    <a:pt x="12319" y="13786"/>
                  </a:lnTo>
                  <a:lnTo>
                    <a:pt x="12744" y="13400"/>
                  </a:lnTo>
                  <a:lnTo>
                    <a:pt x="13130" y="12975"/>
                  </a:lnTo>
                  <a:lnTo>
                    <a:pt x="13478" y="12550"/>
                  </a:lnTo>
                  <a:lnTo>
                    <a:pt x="13786" y="12048"/>
                  </a:lnTo>
                  <a:lnTo>
                    <a:pt x="14057" y="11585"/>
                  </a:lnTo>
                  <a:lnTo>
                    <a:pt x="14288" y="11044"/>
                  </a:lnTo>
                  <a:lnTo>
                    <a:pt x="14520" y="10542"/>
                  </a:lnTo>
                  <a:lnTo>
                    <a:pt x="14675" y="10002"/>
                  </a:lnTo>
                  <a:lnTo>
                    <a:pt x="14829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5" y="6604"/>
                  </a:lnTo>
                  <a:lnTo>
                    <a:pt x="14829" y="5986"/>
                  </a:lnTo>
                  <a:lnTo>
                    <a:pt x="14675" y="5407"/>
                  </a:lnTo>
                  <a:lnTo>
                    <a:pt x="14482" y="4827"/>
                  </a:lnTo>
                  <a:lnTo>
                    <a:pt x="14250" y="4287"/>
                  </a:lnTo>
                  <a:lnTo>
                    <a:pt x="13980" y="3746"/>
                  </a:lnTo>
                  <a:lnTo>
                    <a:pt x="13671" y="3244"/>
                  </a:lnTo>
                  <a:lnTo>
                    <a:pt x="13323" y="2742"/>
                  </a:lnTo>
                  <a:lnTo>
                    <a:pt x="12937" y="2317"/>
                  </a:lnTo>
                  <a:lnTo>
                    <a:pt x="12512" y="1893"/>
                  </a:lnTo>
                  <a:lnTo>
                    <a:pt x="12049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3" y="618"/>
                  </a:lnTo>
                  <a:lnTo>
                    <a:pt x="9964" y="387"/>
                  </a:lnTo>
                  <a:lnTo>
                    <a:pt x="9384" y="232"/>
                  </a:lnTo>
                  <a:lnTo>
                    <a:pt x="8767" y="116"/>
                  </a:lnTo>
                  <a:lnTo>
                    <a:pt x="8187" y="39"/>
                  </a:lnTo>
                  <a:lnTo>
                    <a:pt x="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6"/>
            <p:cNvSpPr/>
            <p:nvPr/>
          </p:nvSpPr>
          <p:spPr>
            <a:xfrm>
              <a:off x="5477175" y="10025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2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6"/>
            <p:cNvSpPr/>
            <p:nvPr/>
          </p:nvSpPr>
          <p:spPr>
            <a:xfrm>
              <a:off x="2850400" y="1030525"/>
              <a:ext cx="475950" cy="686400"/>
            </a:xfrm>
            <a:custGeom>
              <a:avLst/>
              <a:gdLst/>
              <a:ahLst/>
              <a:cxnLst/>
              <a:rect l="l" t="t" r="r" b="b"/>
              <a:pathLst>
                <a:path w="19038" h="27456" extrusionOk="0">
                  <a:moveTo>
                    <a:pt x="18690" y="309"/>
                  </a:moveTo>
                  <a:lnTo>
                    <a:pt x="18690" y="463"/>
                  </a:lnTo>
                  <a:lnTo>
                    <a:pt x="18382" y="2047"/>
                  </a:lnTo>
                  <a:lnTo>
                    <a:pt x="17995" y="3668"/>
                  </a:lnTo>
                  <a:lnTo>
                    <a:pt x="17609" y="5252"/>
                  </a:lnTo>
                  <a:lnTo>
                    <a:pt x="17184" y="6873"/>
                  </a:lnTo>
                  <a:lnTo>
                    <a:pt x="16489" y="6873"/>
                  </a:lnTo>
                  <a:lnTo>
                    <a:pt x="16180" y="6835"/>
                  </a:lnTo>
                  <a:lnTo>
                    <a:pt x="15833" y="6758"/>
                  </a:lnTo>
                  <a:lnTo>
                    <a:pt x="15524" y="6680"/>
                  </a:lnTo>
                  <a:lnTo>
                    <a:pt x="15215" y="6565"/>
                  </a:lnTo>
                  <a:lnTo>
                    <a:pt x="14906" y="6410"/>
                  </a:lnTo>
                  <a:lnTo>
                    <a:pt x="14597" y="6217"/>
                  </a:lnTo>
                  <a:lnTo>
                    <a:pt x="14327" y="6024"/>
                  </a:lnTo>
                  <a:lnTo>
                    <a:pt x="14057" y="5792"/>
                  </a:lnTo>
                  <a:lnTo>
                    <a:pt x="13593" y="5329"/>
                  </a:lnTo>
                  <a:lnTo>
                    <a:pt x="13168" y="4788"/>
                  </a:lnTo>
                  <a:lnTo>
                    <a:pt x="12782" y="4248"/>
                  </a:lnTo>
                  <a:lnTo>
                    <a:pt x="13477" y="3668"/>
                  </a:lnTo>
                  <a:lnTo>
                    <a:pt x="14172" y="3128"/>
                  </a:lnTo>
                  <a:lnTo>
                    <a:pt x="14868" y="2587"/>
                  </a:lnTo>
                  <a:lnTo>
                    <a:pt x="15601" y="2085"/>
                  </a:lnTo>
                  <a:lnTo>
                    <a:pt x="16374" y="1622"/>
                  </a:lnTo>
                  <a:lnTo>
                    <a:pt x="17146" y="1158"/>
                  </a:lnTo>
                  <a:lnTo>
                    <a:pt x="17918" y="734"/>
                  </a:lnTo>
                  <a:lnTo>
                    <a:pt x="18690" y="309"/>
                  </a:lnTo>
                  <a:close/>
                  <a:moveTo>
                    <a:pt x="6063" y="12434"/>
                  </a:moveTo>
                  <a:lnTo>
                    <a:pt x="5793" y="13013"/>
                  </a:lnTo>
                  <a:lnTo>
                    <a:pt x="5600" y="13592"/>
                  </a:lnTo>
                  <a:lnTo>
                    <a:pt x="5446" y="14172"/>
                  </a:lnTo>
                  <a:lnTo>
                    <a:pt x="5291" y="14790"/>
                  </a:lnTo>
                  <a:lnTo>
                    <a:pt x="5252" y="15369"/>
                  </a:lnTo>
                  <a:lnTo>
                    <a:pt x="5214" y="15407"/>
                  </a:lnTo>
                  <a:lnTo>
                    <a:pt x="4750" y="16102"/>
                  </a:lnTo>
                  <a:lnTo>
                    <a:pt x="4287" y="16797"/>
                  </a:lnTo>
                  <a:lnTo>
                    <a:pt x="4171" y="17106"/>
                  </a:lnTo>
                  <a:lnTo>
                    <a:pt x="4017" y="17415"/>
                  </a:lnTo>
                  <a:lnTo>
                    <a:pt x="3824" y="17724"/>
                  </a:lnTo>
                  <a:lnTo>
                    <a:pt x="3746" y="17840"/>
                  </a:lnTo>
                  <a:lnTo>
                    <a:pt x="3631" y="17956"/>
                  </a:lnTo>
                  <a:lnTo>
                    <a:pt x="3476" y="18033"/>
                  </a:lnTo>
                  <a:lnTo>
                    <a:pt x="3283" y="18072"/>
                  </a:lnTo>
                  <a:lnTo>
                    <a:pt x="2858" y="18110"/>
                  </a:lnTo>
                  <a:lnTo>
                    <a:pt x="2009" y="18149"/>
                  </a:lnTo>
                  <a:lnTo>
                    <a:pt x="426" y="18342"/>
                  </a:lnTo>
                  <a:lnTo>
                    <a:pt x="426" y="18342"/>
                  </a:lnTo>
                  <a:lnTo>
                    <a:pt x="850" y="17724"/>
                  </a:lnTo>
                  <a:lnTo>
                    <a:pt x="1275" y="17106"/>
                  </a:lnTo>
                  <a:lnTo>
                    <a:pt x="1661" y="16489"/>
                  </a:lnTo>
                  <a:lnTo>
                    <a:pt x="2009" y="15832"/>
                  </a:lnTo>
                  <a:lnTo>
                    <a:pt x="2549" y="14751"/>
                  </a:lnTo>
                  <a:lnTo>
                    <a:pt x="2820" y="14017"/>
                  </a:lnTo>
                  <a:lnTo>
                    <a:pt x="3013" y="13670"/>
                  </a:lnTo>
                  <a:lnTo>
                    <a:pt x="3206" y="13322"/>
                  </a:lnTo>
                  <a:lnTo>
                    <a:pt x="3360" y="13322"/>
                  </a:lnTo>
                  <a:lnTo>
                    <a:pt x="3399" y="13245"/>
                  </a:lnTo>
                  <a:lnTo>
                    <a:pt x="3438" y="13206"/>
                  </a:lnTo>
                  <a:lnTo>
                    <a:pt x="4750" y="12782"/>
                  </a:lnTo>
                  <a:lnTo>
                    <a:pt x="6063" y="12434"/>
                  </a:lnTo>
                  <a:close/>
                  <a:moveTo>
                    <a:pt x="12551" y="4441"/>
                  </a:moveTo>
                  <a:lnTo>
                    <a:pt x="12898" y="5020"/>
                  </a:lnTo>
                  <a:lnTo>
                    <a:pt x="13362" y="5561"/>
                  </a:lnTo>
                  <a:lnTo>
                    <a:pt x="13864" y="6101"/>
                  </a:lnTo>
                  <a:lnTo>
                    <a:pt x="14172" y="6333"/>
                  </a:lnTo>
                  <a:lnTo>
                    <a:pt x="14443" y="6565"/>
                  </a:lnTo>
                  <a:lnTo>
                    <a:pt x="14752" y="6758"/>
                  </a:lnTo>
                  <a:lnTo>
                    <a:pt x="15061" y="6951"/>
                  </a:lnTo>
                  <a:lnTo>
                    <a:pt x="15370" y="7067"/>
                  </a:lnTo>
                  <a:lnTo>
                    <a:pt x="15717" y="7182"/>
                  </a:lnTo>
                  <a:lnTo>
                    <a:pt x="16026" y="7260"/>
                  </a:lnTo>
                  <a:lnTo>
                    <a:pt x="16721" y="7260"/>
                  </a:lnTo>
                  <a:lnTo>
                    <a:pt x="17107" y="7182"/>
                  </a:lnTo>
                  <a:lnTo>
                    <a:pt x="16682" y="8573"/>
                  </a:lnTo>
                  <a:lnTo>
                    <a:pt x="16180" y="9963"/>
                  </a:lnTo>
                  <a:lnTo>
                    <a:pt x="15756" y="11160"/>
                  </a:lnTo>
                  <a:lnTo>
                    <a:pt x="15254" y="12357"/>
                  </a:lnTo>
                  <a:lnTo>
                    <a:pt x="14752" y="13515"/>
                  </a:lnTo>
                  <a:lnTo>
                    <a:pt x="14172" y="14635"/>
                  </a:lnTo>
                  <a:lnTo>
                    <a:pt x="13555" y="15793"/>
                  </a:lnTo>
                  <a:lnTo>
                    <a:pt x="13207" y="16373"/>
                  </a:lnTo>
                  <a:lnTo>
                    <a:pt x="12860" y="16952"/>
                  </a:lnTo>
                  <a:lnTo>
                    <a:pt x="12473" y="17493"/>
                  </a:lnTo>
                  <a:lnTo>
                    <a:pt x="12087" y="17995"/>
                  </a:lnTo>
                  <a:lnTo>
                    <a:pt x="11624" y="18458"/>
                  </a:lnTo>
                  <a:lnTo>
                    <a:pt x="11161" y="18883"/>
                  </a:lnTo>
                  <a:lnTo>
                    <a:pt x="10620" y="19230"/>
                  </a:lnTo>
                  <a:lnTo>
                    <a:pt x="10079" y="19462"/>
                  </a:lnTo>
                  <a:lnTo>
                    <a:pt x="9809" y="19578"/>
                  </a:lnTo>
                  <a:lnTo>
                    <a:pt x="9539" y="19655"/>
                  </a:lnTo>
                  <a:lnTo>
                    <a:pt x="9230" y="19694"/>
                  </a:lnTo>
                  <a:lnTo>
                    <a:pt x="8959" y="19732"/>
                  </a:lnTo>
                  <a:lnTo>
                    <a:pt x="8689" y="19732"/>
                  </a:lnTo>
                  <a:lnTo>
                    <a:pt x="8380" y="19694"/>
                  </a:lnTo>
                  <a:lnTo>
                    <a:pt x="8110" y="19616"/>
                  </a:lnTo>
                  <a:lnTo>
                    <a:pt x="7840" y="19539"/>
                  </a:lnTo>
                  <a:lnTo>
                    <a:pt x="7569" y="19423"/>
                  </a:lnTo>
                  <a:lnTo>
                    <a:pt x="7299" y="19269"/>
                  </a:lnTo>
                  <a:lnTo>
                    <a:pt x="7067" y="19114"/>
                  </a:lnTo>
                  <a:lnTo>
                    <a:pt x="6836" y="18883"/>
                  </a:lnTo>
                  <a:lnTo>
                    <a:pt x="6450" y="18458"/>
                  </a:lnTo>
                  <a:lnTo>
                    <a:pt x="6141" y="17956"/>
                  </a:lnTo>
                  <a:lnTo>
                    <a:pt x="5870" y="17454"/>
                  </a:lnTo>
                  <a:lnTo>
                    <a:pt x="5716" y="16913"/>
                  </a:lnTo>
                  <a:lnTo>
                    <a:pt x="5639" y="16334"/>
                  </a:lnTo>
                  <a:lnTo>
                    <a:pt x="5600" y="15755"/>
                  </a:lnTo>
                  <a:lnTo>
                    <a:pt x="5639" y="15214"/>
                  </a:lnTo>
                  <a:lnTo>
                    <a:pt x="5716" y="14635"/>
                  </a:lnTo>
                  <a:lnTo>
                    <a:pt x="5832" y="14056"/>
                  </a:lnTo>
                  <a:lnTo>
                    <a:pt x="6025" y="13515"/>
                  </a:lnTo>
                  <a:lnTo>
                    <a:pt x="6218" y="13013"/>
                  </a:lnTo>
                  <a:lnTo>
                    <a:pt x="6450" y="12473"/>
                  </a:lnTo>
                  <a:lnTo>
                    <a:pt x="6952" y="11469"/>
                  </a:lnTo>
                  <a:lnTo>
                    <a:pt x="7531" y="10465"/>
                  </a:lnTo>
                  <a:lnTo>
                    <a:pt x="8149" y="9461"/>
                  </a:lnTo>
                  <a:lnTo>
                    <a:pt x="8844" y="8495"/>
                  </a:lnTo>
                  <a:lnTo>
                    <a:pt x="9539" y="7530"/>
                  </a:lnTo>
                  <a:lnTo>
                    <a:pt x="10311" y="6642"/>
                  </a:lnTo>
                  <a:lnTo>
                    <a:pt x="10852" y="6063"/>
                  </a:lnTo>
                  <a:lnTo>
                    <a:pt x="11392" y="5522"/>
                  </a:lnTo>
                  <a:lnTo>
                    <a:pt x="11971" y="4981"/>
                  </a:lnTo>
                  <a:lnTo>
                    <a:pt x="12551" y="4441"/>
                  </a:lnTo>
                  <a:close/>
                  <a:moveTo>
                    <a:pt x="5986" y="18419"/>
                  </a:moveTo>
                  <a:lnTo>
                    <a:pt x="6218" y="18767"/>
                  </a:lnTo>
                  <a:lnTo>
                    <a:pt x="6450" y="19076"/>
                  </a:lnTo>
                  <a:lnTo>
                    <a:pt x="6758" y="19346"/>
                  </a:lnTo>
                  <a:lnTo>
                    <a:pt x="7067" y="19616"/>
                  </a:lnTo>
                  <a:lnTo>
                    <a:pt x="7415" y="19809"/>
                  </a:lnTo>
                  <a:lnTo>
                    <a:pt x="7801" y="19964"/>
                  </a:lnTo>
                  <a:lnTo>
                    <a:pt x="8187" y="20080"/>
                  </a:lnTo>
                  <a:lnTo>
                    <a:pt x="8612" y="20118"/>
                  </a:lnTo>
                  <a:lnTo>
                    <a:pt x="8535" y="20466"/>
                  </a:lnTo>
                  <a:lnTo>
                    <a:pt x="8496" y="20852"/>
                  </a:lnTo>
                  <a:lnTo>
                    <a:pt x="7994" y="20813"/>
                  </a:lnTo>
                  <a:lnTo>
                    <a:pt x="7531" y="20698"/>
                  </a:lnTo>
                  <a:lnTo>
                    <a:pt x="7106" y="20504"/>
                  </a:lnTo>
                  <a:lnTo>
                    <a:pt x="6720" y="20273"/>
                  </a:lnTo>
                  <a:lnTo>
                    <a:pt x="6334" y="20002"/>
                  </a:lnTo>
                  <a:lnTo>
                    <a:pt x="6025" y="19655"/>
                  </a:lnTo>
                  <a:lnTo>
                    <a:pt x="5716" y="19307"/>
                  </a:lnTo>
                  <a:lnTo>
                    <a:pt x="5446" y="18883"/>
                  </a:lnTo>
                  <a:lnTo>
                    <a:pt x="5446" y="18844"/>
                  </a:lnTo>
                  <a:lnTo>
                    <a:pt x="5986" y="18419"/>
                  </a:lnTo>
                  <a:close/>
                  <a:moveTo>
                    <a:pt x="5291" y="18960"/>
                  </a:moveTo>
                  <a:lnTo>
                    <a:pt x="5523" y="19462"/>
                  </a:lnTo>
                  <a:lnTo>
                    <a:pt x="5793" y="19887"/>
                  </a:lnTo>
                  <a:lnTo>
                    <a:pt x="6141" y="20234"/>
                  </a:lnTo>
                  <a:lnTo>
                    <a:pt x="6527" y="20582"/>
                  </a:lnTo>
                  <a:lnTo>
                    <a:pt x="6952" y="20813"/>
                  </a:lnTo>
                  <a:lnTo>
                    <a:pt x="7453" y="21006"/>
                  </a:lnTo>
                  <a:lnTo>
                    <a:pt x="7955" y="21122"/>
                  </a:lnTo>
                  <a:lnTo>
                    <a:pt x="8457" y="21161"/>
                  </a:lnTo>
                  <a:lnTo>
                    <a:pt x="8496" y="21702"/>
                  </a:lnTo>
                  <a:lnTo>
                    <a:pt x="7878" y="21624"/>
                  </a:lnTo>
                  <a:lnTo>
                    <a:pt x="7299" y="21508"/>
                  </a:lnTo>
                  <a:lnTo>
                    <a:pt x="6797" y="21315"/>
                  </a:lnTo>
                  <a:lnTo>
                    <a:pt x="6295" y="21084"/>
                  </a:lnTo>
                  <a:lnTo>
                    <a:pt x="5870" y="20775"/>
                  </a:lnTo>
                  <a:lnTo>
                    <a:pt x="5446" y="20389"/>
                  </a:lnTo>
                  <a:lnTo>
                    <a:pt x="5021" y="19964"/>
                  </a:lnTo>
                  <a:lnTo>
                    <a:pt x="4673" y="19501"/>
                  </a:lnTo>
                  <a:lnTo>
                    <a:pt x="4828" y="19385"/>
                  </a:lnTo>
                  <a:lnTo>
                    <a:pt x="4982" y="19269"/>
                  </a:lnTo>
                  <a:lnTo>
                    <a:pt x="5291" y="18960"/>
                  </a:lnTo>
                  <a:close/>
                  <a:moveTo>
                    <a:pt x="13555" y="16527"/>
                  </a:moveTo>
                  <a:lnTo>
                    <a:pt x="13748" y="17184"/>
                  </a:lnTo>
                  <a:lnTo>
                    <a:pt x="13979" y="17840"/>
                  </a:lnTo>
                  <a:lnTo>
                    <a:pt x="14250" y="18458"/>
                  </a:lnTo>
                  <a:lnTo>
                    <a:pt x="14597" y="19037"/>
                  </a:lnTo>
                  <a:lnTo>
                    <a:pt x="13670" y="20157"/>
                  </a:lnTo>
                  <a:lnTo>
                    <a:pt x="12782" y="21315"/>
                  </a:lnTo>
                  <a:lnTo>
                    <a:pt x="11083" y="23748"/>
                  </a:lnTo>
                  <a:lnTo>
                    <a:pt x="10736" y="22783"/>
                  </a:lnTo>
                  <a:lnTo>
                    <a:pt x="10350" y="21856"/>
                  </a:lnTo>
                  <a:lnTo>
                    <a:pt x="10234" y="21586"/>
                  </a:lnTo>
                  <a:lnTo>
                    <a:pt x="10195" y="21354"/>
                  </a:lnTo>
                  <a:lnTo>
                    <a:pt x="10195" y="21238"/>
                  </a:lnTo>
                  <a:lnTo>
                    <a:pt x="10234" y="21122"/>
                  </a:lnTo>
                  <a:lnTo>
                    <a:pt x="10388" y="20813"/>
                  </a:lnTo>
                  <a:lnTo>
                    <a:pt x="10813" y="20234"/>
                  </a:lnTo>
                  <a:lnTo>
                    <a:pt x="11199" y="19578"/>
                  </a:lnTo>
                  <a:lnTo>
                    <a:pt x="11199" y="19501"/>
                  </a:lnTo>
                  <a:lnTo>
                    <a:pt x="11199" y="19462"/>
                  </a:lnTo>
                  <a:lnTo>
                    <a:pt x="11161" y="19346"/>
                  </a:lnTo>
                  <a:lnTo>
                    <a:pt x="11585" y="18999"/>
                  </a:lnTo>
                  <a:lnTo>
                    <a:pt x="11971" y="18612"/>
                  </a:lnTo>
                  <a:lnTo>
                    <a:pt x="12358" y="18226"/>
                  </a:lnTo>
                  <a:lnTo>
                    <a:pt x="12705" y="17801"/>
                  </a:lnTo>
                  <a:lnTo>
                    <a:pt x="13130" y="17184"/>
                  </a:lnTo>
                  <a:lnTo>
                    <a:pt x="13555" y="16527"/>
                  </a:lnTo>
                  <a:close/>
                  <a:moveTo>
                    <a:pt x="5677" y="21161"/>
                  </a:moveTo>
                  <a:lnTo>
                    <a:pt x="5948" y="21393"/>
                  </a:lnTo>
                  <a:lnTo>
                    <a:pt x="6256" y="21547"/>
                  </a:lnTo>
                  <a:lnTo>
                    <a:pt x="6565" y="21702"/>
                  </a:lnTo>
                  <a:lnTo>
                    <a:pt x="6913" y="21817"/>
                  </a:lnTo>
                  <a:lnTo>
                    <a:pt x="6836" y="22010"/>
                  </a:lnTo>
                  <a:lnTo>
                    <a:pt x="6797" y="22204"/>
                  </a:lnTo>
                  <a:lnTo>
                    <a:pt x="6643" y="22088"/>
                  </a:lnTo>
                  <a:lnTo>
                    <a:pt x="6604" y="22010"/>
                  </a:lnTo>
                  <a:lnTo>
                    <a:pt x="6411" y="22010"/>
                  </a:lnTo>
                  <a:lnTo>
                    <a:pt x="6372" y="22088"/>
                  </a:lnTo>
                  <a:lnTo>
                    <a:pt x="6218" y="22628"/>
                  </a:lnTo>
                  <a:lnTo>
                    <a:pt x="6025" y="23092"/>
                  </a:lnTo>
                  <a:lnTo>
                    <a:pt x="5832" y="23594"/>
                  </a:lnTo>
                  <a:lnTo>
                    <a:pt x="5600" y="24057"/>
                  </a:lnTo>
                  <a:lnTo>
                    <a:pt x="5330" y="24482"/>
                  </a:lnTo>
                  <a:lnTo>
                    <a:pt x="5021" y="24907"/>
                  </a:lnTo>
                  <a:lnTo>
                    <a:pt x="4712" y="25331"/>
                  </a:lnTo>
                  <a:lnTo>
                    <a:pt x="4364" y="25717"/>
                  </a:lnTo>
                  <a:lnTo>
                    <a:pt x="4248" y="25293"/>
                  </a:lnTo>
                  <a:lnTo>
                    <a:pt x="4171" y="24868"/>
                  </a:lnTo>
                  <a:lnTo>
                    <a:pt x="4171" y="24482"/>
                  </a:lnTo>
                  <a:lnTo>
                    <a:pt x="4210" y="24057"/>
                  </a:lnTo>
                  <a:lnTo>
                    <a:pt x="4326" y="23671"/>
                  </a:lnTo>
                  <a:lnTo>
                    <a:pt x="4480" y="23285"/>
                  </a:lnTo>
                  <a:lnTo>
                    <a:pt x="4673" y="22899"/>
                  </a:lnTo>
                  <a:lnTo>
                    <a:pt x="4944" y="22512"/>
                  </a:lnTo>
                  <a:lnTo>
                    <a:pt x="5175" y="22204"/>
                  </a:lnTo>
                  <a:lnTo>
                    <a:pt x="5330" y="21895"/>
                  </a:lnTo>
                  <a:lnTo>
                    <a:pt x="5407" y="21740"/>
                  </a:lnTo>
                  <a:lnTo>
                    <a:pt x="5407" y="21586"/>
                  </a:lnTo>
                  <a:lnTo>
                    <a:pt x="5368" y="21470"/>
                  </a:lnTo>
                  <a:lnTo>
                    <a:pt x="5291" y="21315"/>
                  </a:lnTo>
                  <a:lnTo>
                    <a:pt x="5446" y="21238"/>
                  </a:lnTo>
                  <a:lnTo>
                    <a:pt x="5677" y="21161"/>
                  </a:lnTo>
                  <a:close/>
                  <a:moveTo>
                    <a:pt x="4905" y="20466"/>
                  </a:moveTo>
                  <a:lnTo>
                    <a:pt x="5175" y="20736"/>
                  </a:lnTo>
                  <a:lnTo>
                    <a:pt x="5484" y="21006"/>
                  </a:lnTo>
                  <a:lnTo>
                    <a:pt x="5252" y="21084"/>
                  </a:lnTo>
                  <a:lnTo>
                    <a:pt x="5021" y="21161"/>
                  </a:lnTo>
                  <a:lnTo>
                    <a:pt x="4982" y="21200"/>
                  </a:lnTo>
                  <a:lnTo>
                    <a:pt x="4944" y="21277"/>
                  </a:lnTo>
                  <a:lnTo>
                    <a:pt x="4982" y="21354"/>
                  </a:lnTo>
                  <a:lnTo>
                    <a:pt x="5021" y="21393"/>
                  </a:lnTo>
                  <a:lnTo>
                    <a:pt x="5059" y="21470"/>
                  </a:lnTo>
                  <a:lnTo>
                    <a:pt x="5098" y="21547"/>
                  </a:lnTo>
                  <a:lnTo>
                    <a:pt x="5059" y="21779"/>
                  </a:lnTo>
                  <a:lnTo>
                    <a:pt x="4905" y="22049"/>
                  </a:lnTo>
                  <a:lnTo>
                    <a:pt x="4750" y="22358"/>
                  </a:lnTo>
                  <a:lnTo>
                    <a:pt x="4364" y="22937"/>
                  </a:lnTo>
                  <a:lnTo>
                    <a:pt x="4133" y="23323"/>
                  </a:lnTo>
                  <a:lnTo>
                    <a:pt x="3940" y="23748"/>
                  </a:lnTo>
                  <a:lnTo>
                    <a:pt x="3862" y="24212"/>
                  </a:lnTo>
                  <a:lnTo>
                    <a:pt x="3824" y="24714"/>
                  </a:lnTo>
                  <a:lnTo>
                    <a:pt x="3862" y="25177"/>
                  </a:lnTo>
                  <a:lnTo>
                    <a:pt x="3940" y="25409"/>
                  </a:lnTo>
                  <a:lnTo>
                    <a:pt x="4017" y="25640"/>
                  </a:lnTo>
                  <a:lnTo>
                    <a:pt x="4133" y="25872"/>
                  </a:lnTo>
                  <a:lnTo>
                    <a:pt x="4248" y="26065"/>
                  </a:lnTo>
                  <a:lnTo>
                    <a:pt x="4287" y="26104"/>
                  </a:lnTo>
                  <a:lnTo>
                    <a:pt x="4364" y="26104"/>
                  </a:lnTo>
                  <a:lnTo>
                    <a:pt x="4403" y="26065"/>
                  </a:lnTo>
                  <a:lnTo>
                    <a:pt x="4442" y="25988"/>
                  </a:lnTo>
                  <a:lnTo>
                    <a:pt x="4480" y="25988"/>
                  </a:lnTo>
                  <a:lnTo>
                    <a:pt x="4828" y="25602"/>
                  </a:lnTo>
                  <a:lnTo>
                    <a:pt x="5175" y="25215"/>
                  </a:lnTo>
                  <a:lnTo>
                    <a:pt x="5484" y="24791"/>
                  </a:lnTo>
                  <a:lnTo>
                    <a:pt x="5793" y="24366"/>
                  </a:lnTo>
                  <a:lnTo>
                    <a:pt x="6025" y="23903"/>
                  </a:lnTo>
                  <a:lnTo>
                    <a:pt x="6256" y="23439"/>
                  </a:lnTo>
                  <a:lnTo>
                    <a:pt x="6450" y="22937"/>
                  </a:lnTo>
                  <a:lnTo>
                    <a:pt x="6604" y="22435"/>
                  </a:lnTo>
                  <a:lnTo>
                    <a:pt x="6720" y="22551"/>
                  </a:lnTo>
                  <a:lnTo>
                    <a:pt x="6913" y="22590"/>
                  </a:lnTo>
                  <a:lnTo>
                    <a:pt x="6952" y="22628"/>
                  </a:lnTo>
                  <a:lnTo>
                    <a:pt x="7029" y="22590"/>
                  </a:lnTo>
                  <a:lnTo>
                    <a:pt x="7067" y="22512"/>
                  </a:lnTo>
                  <a:lnTo>
                    <a:pt x="7067" y="22474"/>
                  </a:lnTo>
                  <a:lnTo>
                    <a:pt x="7145" y="21895"/>
                  </a:lnTo>
                  <a:lnTo>
                    <a:pt x="7608" y="22010"/>
                  </a:lnTo>
                  <a:lnTo>
                    <a:pt x="7724" y="22512"/>
                  </a:lnTo>
                  <a:lnTo>
                    <a:pt x="7762" y="23014"/>
                  </a:lnTo>
                  <a:lnTo>
                    <a:pt x="7801" y="23555"/>
                  </a:lnTo>
                  <a:lnTo>
                    <a:pt x="7801" y="24057"/>
                  </a:lnTo>
                  <a:lnTo>
                    <a:pt x="7608" y="23903"/>
                  </a:lnTo>
                  <a:lnTo>
                    <a:pt x="7492" y="23671"/>
                  </a:lnTo>
                  <a:lnTo>
                    <a:pt x="7376" y="23439"/>
                  </a:lnTo>
                  <a:lnTo>
                    <a:pt x="7338" y="23169"/>
                  </a:lnTo>
                  <a:lnTo>
                    <a:pt x="7338" y="23092"/>
                  </a:lnTo>
                  <a:lnTo>
                    <a:pt x="7299" y="23053"/>
                  </a:lnTo>
                  <a:lnTo>
                    <a:pt x="7183" y="23014"/>
                  </a:lnTo>
                  <a:lnTo>
                    <a:pt x="7106" y="23014"/>
                  </a:lnTo>
                  <a:lnTo>
                    <a:pt x="7067" y="23053"/>
                  </a:lnTo>
                  <a:lnTo>
                    <a:pt x="7029" y="23092"/>
                  </a:lnTo>
                  <a:lnTo>
                    <a:pt x="6990" y="23169"/>
                  </a:lnTo>
                  <a:lnTo>
                    <a:pt x="6952" y="23787"/>
                  </a:lnTo>
                  <a:lnTo>
                    <a:pt x="6797" y="24405"/>
                  </a:lnTo>
                  <a:lnTo>
                    <a:pt x="6681" y="24675"/>
                  </a:lnTo>
                  <a:lnTo>
                    <a:pt x="6565" y="24984"/>
                  </a:lnTo>
                  <a:lnTo>
                    <a:pt x="6411" y="25254"/>
                  </a:lnTo>
                  <a:lnTo>
                    <a:pt x="6218" y="25524"/>
                  </a:lnTo>
                  <a:lnTo>
                    <a:pt x="5832" y="25988"/>
                  </a:lnTo>
                  <a:lnTo>
                    <a:pt x="5600" y="26219"/>
                  </a:lnTo>
                  <a:lnTo>
                    <a:pt x="5368" y="26451"/>
                  </a:lnTo>
                  <a:lnTo>
                    <a:pt x="5098" y="26644"/>
                  </a:lnTo>
                  <a:lnTo>
                    <a:pt x="4828" y="26799"/>
                  </a:lnTo>
                  <a:lnTo>
                    <a:pt x="4557" y="26953"/>
                  </a:lnTo>
                  <a:lnTo>
                    <a:pt x="4248" y="27030"/>
                  </a:lnTo>
                  <a:lnTo>
                    <a:pt x="4017" y="27030"/>
                  </a:lnTo>
                  <a:lnTo>
                    <a:pt x="3862" y="26992"/>
                  </a:lnTo>
                  <a:lnTo>
                    <a:pt x="3708" y="26915"/>
                  </a:lnTo>
                  <a:lnTo>
                    <a:pt x="3592" y="26760"/>
                  </a:lnTo>
                  <a:lnTo>
                    <a:pt x="3515" y="26606"/>
                  </a:lnTo>
                  <a:lnTo>
                    <a:pt x="3438" y="26413"/>
                  </a:lnTo>
                  <a:lnTo>
                    <a:pt x="3322" y="25988"/>
                  </a:lnTo>
                  <a:lnTo>
                    <a:pt x="3206" y="25293"/>
                  </a:lnTo>
                  <a:lnTo>
                    <a:pt x="3167" y="24945"/>
                  </a:lnTo>
                  <a:lnTo>
                    <a:pt x="3167" y="24598"/>
                  </a:lnTo>
                  <a:lnTo>
                    <a:pt x="3206" y="24173"/>
                  </a:lnTo>
                  <a:lnTo>
                    <a:pt x="3283" y="23787"/>
                  </a:lnTo>
                  <a:lnTo>
                    <a:pt x="3360" y="23401"/>
                  </a:lnTo>
                  <a:lnTo>
                    <a:pt x="3515" y="23014"/>
                  </a:lnTo>
                  <a:lnTo>
                    <a:pt x="3708" y="22667"/>
                  </a:lnTo>
                  <a:lnTo>
                    <a:pt x="3901" y="22319"/>
                  </a:lnTo>
                  <a:lnTo>
                    <a:pt x="4171" y="22010"/>
                  </a:lnTo>
                  <a:lnTo>
                    <a:pt x="4480" y="21702"/>
                  </a:lnTo>
                  <a:lnTo>
                    <a:pt x="4519" y="21624"/>
                  </a:lnTo>
                  <a:lnTo>
                    <a:pt x="4519" y="21547"/>
                  </a:lnTo>
                  <a:lnTo>
                    <a:pt x="4442" y="21470"/>
                  </a:lnTo>
                  <a:lnTo>
                    <a:pt x="4364" y="21431"/>
                  </a:lnTo>
                  <a:lnTo>
                    <a:pt x="3553" y="21315"/>
                  </a:lnTo>
                  <a:lnTo>
                    <a:pt x="3862" y="21045"/>
                  </a:lnTo>
                  <a:lnTo>
                    <a:pt x="4171" y="20775"/>
                  </a:lnTo>
                  <a:lnTo>
                    <a:pt x="4519" y="20582"/>
                  </a:lnTo>
                  <a:lnTo>
                    <a:pt x="4905" y="20466"/>
                  </a:lnTo>
                  <a:close/>
                  <a:moveTo>
                    <a:pt x="18845" y="0"/>
                  </a:moveTo>
                  <a:lnTo>
                    <a:pt x="18806" y="77"/>
                  </a:lnTo>
                  <a:lnTo>
                    <a:pt x="18729" y="39"/>
                  </a:lnTo>
                  <a:lnTo>
                    <a:pt x="18652" y="39"/>
                  </a:lnTo>
                  <a:lnTo>
                    <a:pt x="17455" y="618"/>
                  </a:lnTo>
                  <a:lnTo>
                    <a:pt x="16296" y="1236"/>
                  </a:lnTo>
                  <a:lnTo>
                    <a:pt x="15215" y="1931"/>
                  </a:lnTo>
                  <a:lnTo>
                    <a:pt x="14134" y="2664"/>
                  </a:lnTo>
                  <a:lnTo>
                    <a:pt x="13091" y="3475"/>
                  </a:lnTo>
                  <a:lnTo>
                    <a:pt x="12087" y="4325"/>
                  </a:lnTo>
                  <a:lnTo>
                    <a:pt x="11161" y="5213"/>
                  </a:lnTo>
                  <a:lnTo>
                    <a:pt x="10272" y="6178"/>
                  </a:lnTo>
                  <a:lnTo>
                    <a:pt x="9384" y="7144"/>
                  </a:lnTo>
                  <a:lnTo>
                    <a:pt x="8573" y="8186"/>
                  </a:lnTo>
                  <a:lnTo>
                    <a:pt x="7840" y="9268"/>
                  </a:lnTo>
                  <a:lnTo>
                    <a:pt x="7145" y="10387"/>
                  </a:lnTo>
                  <a:lnTo>
                    <a:pt x="6643" y="11276"/>
                  </a:lnTo>
                  <a:lnTo>
                    <a:pt x="6179" y="12164"/>
                  </a:lnTo>
                  <a:lnTo>
                    <a:pt x="5368" y="12241"/>
                  </a:lnTo>
                  <a:lnTo>
                    <a:pt x="4557" y="12395"/>
                  </a:lnTo>
                  <a:lnTo>
                    <a:pt x="3785" y="12627"/>
                  </a:lnTo>
                  <a:lnTo>
                    <a:pt x="3013" y="12936"/>
                  </a:lnTo>
                  <a:lnTo>
                    <a:pt x="2936" y="12975"/>
                  </a:lnTo>
                  <a:lnTo>
                    <a:pt x="2897" y="13013"/>
                  </a:lnTo>
                  <a:lnTo>
                    <a:pt x="2897" y="13168"/>
                  </a:lnTo>
                  <a:lnTo>
                    <a:pt x="2704" y="13361"/>
                  </a:lnTo>
                  <a:lnTo>
                    <a:pt x="2549" y="13592"/>
                  </a:lnTo>
                  <a:lnTo>
                    <a:pt x="2395" y="13863"/>
                  </a:lnTo>
                  <a:lnTo>
                    <a:pt x="2279" y="14133"/>
                  </a:lnTo>
                  <a:lnTo>
                    <a:pt x="2086" y="14712"/>
                  </a:lnTo>
                  <a:lnTo>
                    <a:pt x="1854" y="15214"/>
                  </a:lnTo>
                  <a:lnTo>
                    <a:pt x="1430" y="15987"/>
                  </a:lnTo>
                  <a:lnTo>
                    <a:pt x="1005" y="16759"/>
                  </a:lnTo>
                  <a:lnTo>
                    <a:pt x="541" y="17493"/>
                  </a:lnTo>
                  <a:lnTo>
                    <a:pt x="39" y="18226"/>
                  </a:lnTo>
                  <a:lnTo>
                    <a:pt x="1" y="18303"/>
                  </a:lnTo>
                  <a:lnTo>
                    <a:pt x="1" y="18381"/>
                  </a:lnTo>
                  <a:lnTo>
                    <a:pt x="39" y="18419"/>
                  </a:lnTo>
                  <a:lnTo>
                    <a:pt x="117" y="18458"/>
                  </a:lnTo>
                  <a:lnTo>
                    <a:pt x="117" y="18535"/>
                  </a:lnTo>
                  <a:lnTo>
                    <a:pt x="117" y="18612"/>
                  </a:lnTo>
                  <a:lnTo>
                    <a:pt x="155" y="18651"/>
                  </a:lnTo>
                  <a:lnTo>
                    <a:pt x="233" y="18690"/>
                  </a:lnTo>
                  <a:lnTo>
                    <a:pt x="1159" y="18612"/>
                  </a:lnTo>
                  <a:lnTo>
                    <a:pt x="2086" y="18574"/>
                  </a:lnTo>
                  <a:lnTo>
                    <a:pt x="3901" y="18381"/>
                  </a:lnTo>
                  <a:lnTo>
                    <a:pt x="3978" y="18342"/>
                  </a:lnTo>
                  <a:lnTo>
                    <a:pt x="4055" y="18265"/>
                  </a:lnTo>
                  <a:lnTo>
                    <a:pt x="4596" y="17106"/>
                  </a:lnTo>
                  <a:lnTo>
                    <a:pt x="5252" y="15987"/>
                  </a:lnTo>
                  <a:lnTo>
                    <a:pt x="5291" y="16566"/>
                  </a:lnTo>
                  <a:lnTo>
                    <a:pt x="5446" y="17106"/>
                  </a:lnTo>
                  <a:lnTo>
                    <a:pt x="5600" y="17647"/>
                  </a:lnTo>
                  <a:lnTo>
                    <a:pt x="5832" y="18188"/>
                  </a:lnTo>
                  <a:lnTo>
                    <a:pt x="5446" y="18381"/>
                  </a:lnTo>
                  <a:lnTo>
                    <a:pt x="5059" y="18651"/>
                  </a:lnTo>
                  <a:lnTo>
                    <a:pt x="4673" y="18960"/>
                  </a:lnTo>
                  <a:lnTo>
                    <a:pt x="4519" y="19153"/>
                  </a:lnTo>
                  <a:lnTo>
                    <a:pt x="4403" y="19346"/>
                  </a:lnTo>
                  <a:lnTo>
                    <a:pt x="4403" y="19423"/>
                  </a:lnTo>
                  <a:lnTo>
                    <a:pt x="4442" y="19501"/>
                  </a:lnTo>
                  <a:lnTo>
                    <a:pt x="4442" y="19539"/>
                  </a:lnTo>
                  <a:lnTo>
                    <a:pt x="4442" y="19616"/>
                  </a:lnTo>
                  <a:lnTo>
                    <a:pt x="4596" y="19964"/>
                  </a:lnTo>
                  <a:lnTo>
                    <a:pt x="4789" y="20273"/>
                  </a:lnTo>
                  <a:lnTo>
                    <a:pt x="4519" y="20311"/>
                  </a:lnTo>
                  <a:lnTo>
                    <a:pt x="4287" y="20389"/>
                  </a:lnTo>
                  <a:lnTo>
                    <a:pt x="4055" y="20504"/>
                  </a:lnTo>
                  <a:lnTo>
                    <a:pt x="3862" y="20620"/>
                  </a:lnTo>
                  <a:lnTo>
                    <a:pt x="3669" y="20775"/>
                  </a:lnTo>
                  <a:lnTo>
                    <a:pt x="3476" y="20968"/>
                  </a:lnTo>
                  <a:lnTo>
                    <a:pt x="3283" y="21161"/>
                  </a:lnTo>
                  <a:lnTo>
                    <a:pt x="3129" y="21354"/>
                  </a:lnTo>
                  <a:lnTo>
                    <a:pt x="3090" y="21431"/>
                  </a:lnTo>
                  <a:lnTo>
                    <a:pt x="3129" y="21508"/>
                  </a:lnTo>
                  <a:lnTo>
                    <a:pt x="3167" y="21586"/>
                  </a:lnTo>
                  <a:lnTo>
                    <a:pt x="3244" y="21624"/>
                  </a:lnTo>
                  <a:lnTo>
                    <a:pt x="4017" y="21702"/>
                  </a:lnTo>
                  <a:lnTo>
                    <a:pt x="3746" y="22010"/>
                  </a:lnTo>
                  <a:lnTo>
                    <a:pt x="3476" y="22358"/>
                  </a:lnTo>
                  <a:lnTo>
                    <a:pt x="3283" y="22706"/>
                  </a:lnTo>
                  <a:lnTo>
                    <a:pt x="3129" y="23092"/>
                  </a:lnTo>
                  <a:lnTo>
                    <a:pt x="3013" y="23478"/>
                  </a:lnTo>
                  <a:lnTo>
                    <a:pt x="2897" y="23864"/>
                  </a:lnTo>
                  <a:lnTo>
                    <a:pt x="2858" y="24289"/>
                  </a:lnTo>
                  <a:lnTo>
                    <a:pt x="2858" y="24714"/>
                  </a:lnTo>
                  <a:lnTo>
                    <a:pt x="2858" y="25370"/>
                  </a:lnTo>
                  <a:lnTo>
                    <a:pt x="2897" y="25795"/>
                  </a:lnTo>
                  <a:lnTo>
                    <a:pt x="2974" y="26219"/>
                  </a:lnTo>
                  <a:lnTo>
                    <a:pt x="3090" y="26644"/>
                  </a:lnTo>
                  <a:lnTo>
                    <a:pt x="3244" y="26992"/>
                  </a:lnTo>
                  <a:lnTo>
                    <a:pt x="3360" y="27146"/>
                  </a:lnTo>
                  <a:lnTo>
                    <a:pt x="3438" y="27262"/>
                  </a:lnTo>
                  <a:lnTo>
                    <a:pt x="3553" y="27378"/>
                  </a:lnTo>
                  <a:lnTo>
                    <a:pt x="3708" y="27417"/>
                  </a:lnTo>
                  <a:lnTo>
                    <a:pt x="3862" y="27455"/>
                  </a:lnTo>
                  <a:lnTo>
                    <a:pt x="4017" y="27455"/>
                  </a:lnTo>
                  <a:lnTo>
                    <a:pt x="4364" y="27417"/>
                  </a:lnTo>
                  <a:lnTo>
                    <a:pt x="4750" y="27262"/>
                  </a:lnTo>
                  <a:lnTo>
                    <a:pt x="5098" y="27069"/>
                  </a:lnTo>
                  <a:lnTo>
                    <a:pt x="5407" y="26837"/>
                  </a:lnTo>
                  <a:lnTo>
                    <a:pt x="5716" y="26567"/>
                  </a:lnTo>
                  <a:lnTo>
                    <a:pt x="6218" y="26065"/>
                  </a:lnTo>
                  <a:lnTo>
                    <a:pt x="6565" y="25602"/>
                  </a:lnTo>
                  <a:lnTo>
                    <a:pt x="6874" y="25100"/>
                  </a:lnTo>
                  <a:lnTo>
                    <a:pt x="7106" y="24559"/>
                  </a:lnTo>
                  <a:lnTo>
                    <a:pt x="7260" y="23980"/>
                  </a:lnTo>
                  <a:lnTo>
                    <a:pt x="7376" y="24134"/>
                  </a:lnTo>
                  <a:lnTo>
                    <a:pt x="7531" y="24289"/>
                  </a:lnTo>
                  <a:lnTo>
                    <a:pt x="7685" y="24405"/>
                  </a:lnTo>
                  <a:lnTo>
                    <a:pt x="7878" y="24520"/>
                  </a:lnTo>
                  <a:lnTo>
                    <a:pt x="7955" y="24559"/>
                  </a:lnTo>
                  <a:lnTo>
                    <a:pt x="8033" y="24520"/>
                  </a:lnTo>
                  <a:lnTo>
                    <a:pt x="8110" y="24482"/>
                  </a:lnTo>
                  <a:lnTo>
                    <a:pt x="8110" y="24366"/>
                  </a:lnTo>
                  <a:lnTo>
                    <a:pt x="8149" y="23787"/>
                  </a:lnTo>
                  <a:lnTo>
                    <a:pt x="8149" y="23208"/>
                  </a:lnTo>
                  <a:lnTo>
                    <a:pt x="8071" y="22628"/>
                  </a:lnTo>
                  <a:lnTo>
                    <a:pt x="7955" y="22049"/>
                  </a:lnTo>
                  <a:lnTo>
                    <a:pt x="8535" y="22049"/>
                  </a:lnTo>
                  <a:lnTo>
                    <a:pt x="8651" y="22010"/>
                  </a:lnTo>
                  <a:lnTo>
                    <a:pt x="8728" y="21972"/>
                  </a:lnTo>
                  <a:lnTo>
                    <a:pt x="8766" y="21933"/>
                  </a:lnTo>
                  <a:lnTo>
                    <a:pt x="8766" y="21895"/>
                  </a:lnTo>
                  <a:lnTo>
                    <a:pt x="8844" y="21006"/>
                  </a:lnTo>
                  <a:lnTo>
                    <a:pt x="8921" y="20543"/>
                  </a:lnTo>
                  <a:lnTo>
                    <a:pt x="8998" y="20118"/>
                  </a:lnTo>
                  <a:lnTo>
                    <a:pt x="9153" y="20118"/>
                  </a:lnTo>
                  <a:lnTo>
                    <a:pt x="9577" y="20041"/>
                  </a:lnTo>
                  <a:lnTo>
                    <a:pt x="9963" y="19964"/>
                  </a:lnTo>
                  <a:lnTo>
                    <a:pt x="10311" y="19809"/>
                  </a:lnTo>
                  <a:lnTo>
                    <a:pt x="10659" y="19655"/>
                  </a:lnTo>
                  <a:lnTo>
                    <a:pt x="10157" y="20389"/>
                  </a:lnTo>
                  <a:lnTo>
                    <a:pt x="9616" y="21161"/>
                  </a:lnTo>
                  <a:lnTo>
                    <a:pt x="9577" y="21238"/>
                  </a:lnTo>
                  <a:lnTo>
                    <a:pt x="9616" y="21354"/>
                  </a:lnTo>
                  <a:lnTo>
                    <a:pt x="9963" y="22049"/>
                  </a:lnTo>
                  <a:lnTo>
                    <a:pt x="10272" y="22783"/>
                  </a:lnTo>
                  <a:lnTo>
                    <a:pt x="10581" y="23516"/>
                  </a:lnTo>
                  <a:lnTo>
                    <a:pt x="10813" y="24250"/>
                  </a:lnTo>
                  <a:lnTo>
                    <a:pt x="10890" y="24327"/>
                  </a:lnTo>
                  <a:lnTo>
                    <a:pt x="11006" y="24405"/>
                  </a:lnTo>
                  <a:lnTo>
                    <a:pt x="11122" y="24405"/>
                  </a:lnTo>
                  <a:lnTo>
                    <a:pt x="11199" y="24289"/>
                  </a:lnTo>
                  <a:lnTo>
                    <a:pt x="13130" y="21740"/>
                  </a:lnTo>
                  <a:lnTo>
                    <a:pt x="14095" y="20389"/>
                  </a:lnTo>
                  <a:lnTo>
                    <a:pt x="14520" y="19732"/>
                  </a:lnTo>
                  <a:lnTo>
                    <a:pt x="14945" y="19037"/>
                  </a:lnTo>
                  <a:lnTo>
                    <a:pt x="14983" y="18960"/>
                  </a:lnTo>
                  <a:lnTo>
                    <a:pt x="14945" y="18883"/>
                  </a:lnTo>
                  <a:lnTo>
                    <a:pt x="14790" y="18535"/>
                  </a:lnTo>
                  <a:lnTo>
                    <a:pt x="14597" y="18149"/>
                  </a:lnTo>
                  <a:lnTo>
                    <a:pt x="14288" y="17454"/>
                  </a:lnTo>
                  <a:lnTo>
                    <a:pt x="13786" y="16180"/>
                  </a:lnTo>
                  <a:lnTo>
                    <a:pt x="14211" y="15369"/>
                  </a:lnTo>
                  <a:lnTo>
                    <a:pt x="14674" y="14558"/>
                  </a:lnTo>
                  <a:lnTo>
                    <a:pt x="15061" y="13708"/>
                  </a:lnTo>
                  <a:lnTo>
                    <a:pt x="15447" y="12897"/>
                  </a:lnTo>
                  <a:lnTo>
                    <a:pt x="16065" y="11391"/>
                  </a:lnTo>
                  <a:lnTo>
                    <a:pt x="16644" y="9885"/>
                  </a:lnTo>
                  <a:lnTo>
                    <a:pt x="17146" y="8341"/>
                  </a:lnTo>
                  <a:lnTo>
                    <a:pt x="17609" y="6796"/>
                  </a:lnTo>
                  <a:lnTo>
                    <a:pt x="17995" y="5213"/>
                  </a:lnTo>
                  <a:lnTo>
                    <a:pt x="18382" y="3630"/>
                  </a:lnTo>
                  <a:lnTo>
                    <a:pt x="18729" y="2047"/>
                  </a:lnTo>
                  <a:lnTo>
                    <a:pt x="19038" y="463"/>
                  </a:lnTo>
                  <a:lnTo>
                    <a:pt x="19038" y="386"/>
                  </a:lnTo>
                  <a:lnTo>
                    <a:pt x="18999" y="309"/>
                  </a:lnTo>
                  <a:lnTo>
                    <a:pt x="18999" y="232"/>
                  </a:lnTo>
                  <a:lnTo>
                    <a:pt x="18999" y="77"/>
                  </a:lnTo>
                  <a:lnTo>
                    <a:pt x="18961" y="39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6"/>
            <p:cNvSpPr/>
            <p:nvPr/>
          </p:nvSpPr>
          <p:spPr>
            <a:xfrm>
              <a:off x="5947325" y="1038225"/>
              <a:ext cx="458575" cy="289650"/>
            </a:xfrm>
            <a:custGeom>
              <a:avLst/>
              <a:gdLst/>
              <a:ahLst/>
              <a:cxnLst/>
              <a:rect l="l" t="t" r="r" b="b"/>
              <a:pathLst>
                <a:path w="18343" h="11586" extrusionOk="0">
                  <a:moveTo>
                    <a:pt x="17068" y="387"/>
                  </a:moveTo>
                  <a:lnTo>
                    <a:pt x="17145" y="426"/>
                  </a:lnTo>
                  <a:lnTo>
                    <a:pt x="17223" y="503"/>
                  </a:lnTo>
                  <a:lnTo>
                    <a:pt x="17300" y="735"/>
                  </a:lnTo>
                  <a:lnTo>
                    <a:pt x="17377" y="928"/>
                  </a:lnTo>
                  <a:lnTo>
                    <a:pt x="17377" y="1121"/>
                  </a:lnTo>
                  <a:lnTo>
                    <a:pt x="17338" y="1314"/>
                  </a:lnTo>
                  <a:lnTo>
                    <a:pt x="17223" y="1546"/>
                  </a:lnTo>
                  <a:lnTo>
                    <a:pt x="16952" y="1893"/>
                  </a:lnTo>
                  <a:lnTo>
                    <a:pt x="16721" y="2125"/>
                  </a:lnTo>
                  <a:lnTo>
                    <a:pt x="16450" y="2356"/>
                  </a:lnTo>
                  <a:lnTo>
                    <a:pt x="16180" y="2550"/>
                  </a:lnTo>
                  <a:lnTo>
                    <a:pt x="15871" y="2665"/>
                  </a:lnTo>
                  <a:lnTo>
                    <a:pt x="15871" y="2086"/>
                  </a:lnTo>
                  <a:lnTo>
                    <a:pt x="15910" y="1777"/>
                  </a:lnTo>
                  <a:lnTo>
                    <a:pt x="15948" y="1468"/>
                  </a:lnTo>
                  <a:lnTo>
                    <a:pt x="16025" y="1198"/>
                  </a:lnTo>
                  <a:lnTo>
                    <a:pt x="16180" y="928"/>
                  </a:lnTo>
                  <a:lnTo>
                    <a:pt x="16334" y="696"/>
                  </a:lnTo>
                  <a:lnTo>
                    <a:pt x="16605" y="503"/>
                  </a:lnTo>
                  <a:lnTo>
                    <a:pt x="16836" y="426"/>
                  </a:lnTo>
                  <a:lnTo>
                    <a:pt x="16991" y="387"/>
                  </a:lnTo>
                  <a:close/>
                  <a:moveTo>
                    <a:pt x="14597" y="2974"/>
                  </a:moveTo>
                  <a:lnTo>
                    <a:pt x="14867" y="3013"/>
                  </a:lnTo>
                  <a:lnTo>
                    <a:pt x="15137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7"/>
                  </a:lnTo>
                  <a:lnTo>
                    <a:pt x="14056" y="3862"/>
                  </a:lnTo>
                  <a:lnTo>
                    <a:pt x="13786" y="3940"/>
                  </a:lnTo>
                  <a:lnTo>
                    <a:pt x="13477" y="4017"/>
                  </a:lnTo>
                  <a:lnTo>
                    <a:pt x="13052" y="4017"/>
                  </a:lnTo>
                  <a:lnTo>
                    <a:pt x="12975" y="3940"/>
                  </a:lnTo>
                  <a:lnTo>
                    <a:pt x="12975" y="3862"/>
                  </a:lnTo>
                  <a:lnTo>
                    <a:pt x="12975" y="3708"/>
                  </a:lnTo>
                  <a:lnTo>
                    <a:pt x="13014" y="3476"/>
                  </a:lnTo>
                  <a:lnTo>
                    <a:pt x="13052" y="3360"/>
                  </a:lnTo>
                  <a:lnTo>
                    <a:pt x="13207" y="3245"/>
                  </a:lnTo>
                  <a:lnTo>
                    <a:pt x="13400" y="3167"/>
                  </a:lnTo>
                  <a:lnTo>
                    <a:pt x="13709" y="3052"/>
                  </a:lnTo>
                  <a:lnTo>
                    <a:pt x="14018" y="3013"/>
                  </a:lnTo>
                  <a:lnTo>
                    <a:pt x="14326" y="2974"/>
                  </a:lnTo>
                  <a:close/>
                  <a:moveTo>
                    <a:pt x="15678" y="3283"/>
                  </a:moveTo>
                  <a:lnTo>
                    <a:pt x="16334" y="3476"/>
                  </a:lnTo>
                  <a:lnTo>
                    <a:pt x="16643" y="3554"/>
                  </a:lnTo>
                  <a:lnTo>
                    <a:pt x="16991" y="3669"/>
                  </a:lnTo>
                  <a:lnTo>
                    <a:pt x="17261" y="3824"/>
                  </a:lnTo>
                  <a:lnTo>
                    <a:pt x="17531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79" y="4596"/>
                  </a:lnTo>
                  <a:lnTo>
                    <a:pt x="17918" y="4789"/>
                  </a:lnTo>
                  <a:lnTo>
                    <a:pt x="17879" y="4944"/>
                  </a:lnTo>
                  <a:lnTo>
                    <a:pt x="17802" y="5059"/>
                  </a:lnTo>
                  <a:lnTo>
                    <a:pt x="17647" y="5137"/>
                  </a:lnTo>
                  <a:lnTo>
                    <a:pt x="17493" y="5175"/>
                  </a:lnTo>
                  <a:lnTo>
                    <a:pt x="17338" y="5175"/>
                  </a:lnTo>
                  <a:lnTo>
                    <a:pt x="17145" y="5137"/>
                  </a:lnTo>
                  <a:lnTo>
                    <a:pt x="16991" y="5059"/>
                  </a:lnTo>
                  <a:lnTo>
                    <a:pt x="16643" y="4789"/>
                  </a:lnTo>
                  <a:lnTo>
                    <a:pt x="16373" y="4480"/>
                  </a:lnTo>
                  <a:lnTo>
                    <a:pt x="16180" y="4210"/>
                  </a:lnTo>
                  <a:lnTo>
                    <a:pt x="15987" y="3901"/>
                  </a:lnTo>
                  <a:lnTo>
                    <a:pt x="15832" y="3592"/>
                  </a:lnTo>
                  <a:lnTo>
                    <a:pt x="15678" y="3283"/>
                  </a:lnTo>
                  <a:close/>
                  <a:moveTo>
                    <a:pt x="4634" y="542"/>
                  </a:moveTo>
                  <a:lnTo>
                    <a:pt x="5252" y="580"/>
                  </a:lnTo>
                  <a:lnTo>
                    <a:pt x="5831" y="696"/>
                  </a:lnTo>
                  <a:lnTo>
                    <a:pt x="6410" y="850"/>
                  </a:lnTo>
                  <a:lnTo>
                    <a:pt x="6990" y="1121"/>
                  </a:lnTo>
                  <a:lnTo>
                    <a:pt x="7492" y="1430"/>
                  </a:lnTo>
                  <a:lnTo>
                    <a:pt x="7916" y="1739"/>
                  </a:lnTo>
                  <a:lnTo>
                    <a:pt x="8303" y="2086"/>
                  </a:lnTo>
                  <a:lnTo>
                    <a:pt x="8650" y="2472"/>
                  </a:lnTo>
                  <a:lnTo>
                    <a:pt x="8959" y="2858"/>
                  </a:lnTo>
                  <a:lnTo>
                    <a:pt x="9538" y="3669"/>
                  </a:lnTo>
                  <a:lnTo>
                    <a:pt x="10156" y="4480"/>
                  </a:lnTo>
                  <a:lnTo>
                    <a:pt x="10388" y="4828"/>
                  </a:lnTo>
                  <a:lnTo>
                    <a:pt x="10697" y="5137"/>
                  </a:lnTo>
                  <a:lnTo>
                    <a:pt x="11006" y="5446"/>
                  </a:lnTo>
                  <a:lnTo>
                    <a:pt x="11353" y="5677"/>
                  </a:lnTo>
                  <a:lnTo>
                    <a:pt x="11701" y="5870"/>
                  </a:lnTo>
                  <a:lnTo>
                    <a:pt x="12125" y="5986"/>
                  </a:lnTo>
                  <a:lnTo>
                    <a:pt x="12512" y="6025"/>
                  </a:lnTo>
                  <a:lnTo>
                    <a:pt x="12975" y="5986"/>
                  </a:lnTo>
                  <a:lnTo>
                    <a:pt x="13322" y="5870"/>
                  </a:lnTo>
                  <a:lnTo>
                    <a:pt x="13631" y="5755"/>
                  </a:lnTo>
                  <a:lnTo>
                    <a:pt x="13902" y="5600"/>
                  </a:lnTo>
                  <a:lnTo>
                    <a:pt x="14172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8" y="4712"/>
                  </a:lnTo>
                  <a:lnTo>
                    <a:pt x="14983" y="4442"/>
                  </a:lnTo>
                  <a:lnTo>
                    <a:pt x="14751" y="5253"/>
                  </a:lnTo>
                  <a:lnTo>
                    <a:pt x="14442" y="5986"/>
                  </a:lnTo>
                  <a:lnTo>
                    <a:pt x="14056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1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6" y="10272"/>
                  </a:lnTo>
                  <a:lnTo>
                    <a:pt x="9615" y="10466"/>
                  </a:lnTo>
                  <a:lnTo>
                    <a:pt x="9075" y="10659"/>
                  </a:lnTo>
                  <a:lnTo>
                    <a:pt x="8496" y="10774"/>
                  </a:lnTo>
                  <a:lnTo>
                    <a:pt x="7955" y="10890"/>
                  </a:lnTo>
                  <a:lnTo>
                    <a:pt x="7376" y="10929"/>
                  </a:lnTo>
                  <a:lnTo>
                    <a:pt x="6835" y="10929"/>
                  </a:lnTo>
                  <a:lnTo>
                    <a:pt x="6256" y="10890"/>
                  </a:lnTo>
                  <a:lnTo>
                    <a:pt x="5715" y="10774"/>
                  </a:lnTo>
                  <a:lnTo>
                    <a:pt x="5175" y="10620"/>
                  </a:lnTo>
                  <a:lnTo>
                    <a:pt x="4634" y="10466"/>
                  </a:lnTo>
                  <a:lnTo>
                    <a:pt x="4132" y="10195"/>
                  </a:lnTo>
                  <a:lnTo>
                    <a:pt x="3630" y="9925"/>
                  </a:lnTo>
                  <a:lnTo>
                    <a:pt x="3128" y="9577"/>
                  </a:lnTo>
                  <a:lnTo>
                    <a:pt x="2665" y="9191"/>
                  </a:lnTo>
                  <a:lnTo>
                    <a:pt x="2201" y="8767"/>
                  </a:lnTo>
                  <a:lnTo>
                    <a:pt x="1777" y="8303"/>
                  </a:lnTo>
                  <a:lnTo>
                    <a:pt x="1429" y="7801"/>
                  </a:lnTo>
                  <a:lnTo>
                    <a:pt x="1082" y="7261"/>
                  </a:lnTo>
                  <a:lnTo>
                    <a:pt x="811" y="6720"/>
                  </a:lnTo>
                  <a:lnTo>
                    <a:pt x="618" y="6141"/>
                  </a:lnTo>
                  <a:lnTo>
                    <a:pt x="464" y="5523"/>
                  </a:lnTo>
                  <a:lnTo>
                    <a:pt x="425" y="4905"/>
                  </a:lnTo>
                  <a:lnTo>
                    <a:pt x="464" y="4287"/>
                  </a:lnTo>
                  <a:lnTo>
                    <a:pt x="618" y="3708"/>
                  </a:lnTo>
                  <a:lnTo>
                    <a:pt x="811" y="3129"/>
                  </a:lnTo>
                  <a:lnTo>
                    <a:pt x="1120" y="2588"/>
                  </a:lnTo>
                  <a:lnTo>
                    <a:pt x="1468" y="2086"/>
                  </a:lnTo>
                  <a:lnTo>
                    <a:pt x="1892" y="1661"/>
                  </a:lnTo>
                  <a:lnTo>
                    <a:pt x="2356" y="1275"/>
                  </a:lnTo>
                  <a:lnTo>
                    <a:pt x="2896" y="1005"/>
                  </a:lnTo>
                  <a:lnTo>
                    <a:pt x="3476" y="773"/>
                  </a:lnTo>
                  <a:lnTo>
                    <a:pt x="4055" y="619"/>
                  </a:lnTo>
                  <a:lnTo>
                    <a:pt x="4634" y="542"/>
                  </a:lnTo>
                  <a:close/>
                  <a:moveTo>
                    <a:pt x="16875" y="1"/>
                  </a:moveTo>
                  <a:lnTo>
                    <a:pt x="16682" y="40"/>
                  </a:lnTo>
                  <a:lnTo>
                    <a:pt x="16450" y="155"/>
                  </a:lnTo>
                  <a:lnTo>
                    <a:pt x="16257" y="271"/>
                  </a:lnTo>
                  <a:lnTo>
                    <a:pt x="16103" y="426"/>
                  </a:lnTo>
                  <a:lnTo>
                    <a:pt x="15948" y="580"/>
                  </a:lnTo>
                  <a:lnTo>
                    <a:pt x="15832" y="773"/>
                  </a:lnTo>
                  <a:lnTo>
                    <a:pt x="15717" y="1005"/>
                  </a:lnTo>
                  <a:lnTo>
                    <a:pt x="15601" y="1237"/>
                  </a:lnTo>
                  <a:lnTo>
                    <a:pt x="15485" y="1739"/>
                  </a:lnTo>
                  <a:lnTo>
                    <a:pt x="15446" y="2279"/>
                  </a:lnTo>
                  <a:lnTo>
                    <a:pt x="15485" y="2820"/>
                  </a:lnTo>
                  <a:lnTo>
                    <a:pt x="15369" y="2820"/>
                  </a:lnTo>
                  <a:lnTo>
                    <a:pt x="15330" y="2858"/>
                  </a:lnTo>
                  <a:lnTo>
                    <a:pt x="14906" y="2743"/>
                  </a:lnTo>
                  <a:lnTo>
                    <a:pt x="14442" y="2665"/>
                  </a:lnTo>
                  <a:lnTo>
                    <a:pt x="13979" y="2665"/>
                  </a:lnTo>
                  <a:lnTo>
                    <a:pt x="13516" y="2743"/>
                  </a:lnTo>
                  <a:lnTo>
                    <a:pt x="13168" y="2858"/>
                  </a:lnTo>
                  <a:lnTo>
                    <a:pt x="12975" y="2974"/>
                  </a:lnTo>
                  <a:lnTo>
                    <a:pt x="12782" y="3090"/>
                  </a:lnTo>
                  <a:lnTo>
                    <a:pt x="12627" y="3206"/>
                  </a:lnTo>
                  <a:lnTo>
                    <a:pt x="12512" y="3360"/>
                  </a:lnTo>
                  <a:lnTo>
                    <a:pt x="12396" y="3554"/>
                  </a:lnTo>
                  <a:lnTo>
                    <a:pt x="12396" y="3747"/>
                  </a:lnTo>
                  <a:lnTo>
                    <a:pt x="12396" y="3940"/>
                  </a:lnTo>
                  <a:lnTo>
                    <a:pt x="12473" y="4094"/>
                  </a:lnTo>
                  <a:lnTo>
                    <a:pt x="12627" y="4210"/>
                  </a:lnTo>
                  <a:lnTo>
                    <a:pt x="12782" y="4287"/>
                  </a:lnTo>
                  <a:lnTo>
                    <a:pt x="12975" y="4364"/>
                  </a:lnTo>
                  <a:lnTo>
                    <a:pt x="13168" y="4403"/>
                  </a:lnTo>
                  <a:lnTo>
                    <a:pt x="13516" y="4364"/>
                  </a:lnTo>
                  <a:lnTo>
                    <a:pt x="13863" y="4326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8" y="3824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3" y="4866"/>
                  </a:lnTo>
                  <a:lnTo>
                    <a:pt x="13940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29" y="5446"/>
                  </a:lnTo>
                  <a:lnTo>
                    <a:pt x="12743" y="5523"/>
                  </a:lnTo>
                  <a:lnTo>
                    <a:pt x="12396" y="5523"/>
                  </a:lnTo>
                  <a:lnTo>
                    <a:pt x="12048" y="5446"/>
                  </a:lnTo>
                  <a:lnTo>
                    <a:pt x="11739" y="5330"/>
                  </a:lnTo>
                  <a:lnTo>
                    <a:pt x="11430" y="5137"/>
                  </a:lnTo>
                  <a:lnTo>
                    <a:pt x="11121" y="4905"/>
                  </a:lnTo>
                  <a:lnTo>
                    <a:pt x="10851" y="4635"/>
                  </a:lnTo>
                  <a:lnTo>
                    <a:pt x="10542" y="4210"/>
                  </a:lnTo>
                  <a:lnTo>
                    <a:pt x="10195" y="3785"/>
                  </a:lnTo>
                  <a:lnTo>
                    <a:pt x="9615" y="2936"/>
                  </a:lnTo>
                  <a:lnTo>
                    <a:pt x="9307" y="2511"/>
                  </a:lnTo>
                  <a:lnTo>
                    <a:pt x="8959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6" y="966"/>
                  </a:lnTo>
                  <a:lnTo>
                    <a:pt x="7105" y="657"/>
                  </a:lnTo>
                  <a:lnTo>
                    <a:pt x="6526" y="426"/>
                  </a:lnTo>
                  <a:lnTo>
                    <a:pt x="5947" y="271"/>
                  </a:lnTo>
                  <a:lnTo>
                    <a:pt x="5329" y="155"/>
                  </a:lnTo>
                  <a:lnTo>
                    <a:pt x="4750" y="117"/>
                  </a:lnTo>
                  <a:lnTo>
                    <a:pt x="4132" y="155"/>
                  </a:lnTo>
                  <a:lnTo>
                    <a:pt x="3553" y="271"/>
                  </a:lnTo>
                  <a:lnTo>
                    <a:pt x="3283" y="348"/>
                  </a:lnTo>
                  <a:lnTo>
                    <a:pt x="2935" y="464"/>
                  </a:lnTo>
                  <a:lnTo>
                    <a:pt x="2588" y="619"/>
                  </a:lnTo>
                  <a:lnTo>
                    <a:pt x="2279" y="812"/>
                  </a:lnTo>
                  <a:lnTo>
                    <a:pt x="1931" y="1005"/>
                  </a:lnTo>
                  <a:lnTo>
                    <a:pt x="1661" y="1275"/>
                  </a:lnTo>
                  <a:lnTo>
                    <a:pt x="1352" y="1546"/>
                  </a:lnTo>
                  <a:lnTo>
                    <a:pt x="1082" y="1854"/>
                  </a:lnTo>
                  <a:lnTo>
                    <a:pt x="850" y="2163"/>
                  </a:lnTo>
                  <a:lnTo>
                    <a:pt x="541" y="2665"/>
                  </a:lnTo>
                  <a:lnTo>
                    <a:pt x="309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0" y="4712"/>
                  </a:lnTo>
                  <a:lnTo>
                    <a:pt x="39" y="5214"/>
                  </a:lnTo>
                  <a:lnTo>
                    <a:pt x="78" y="5716"/>
                  </a:lnTo>
                  <a:lnTo>
                    <a:pt x="193" y="6218"/>
                  </a:lnTo>
                  <a:lnTo>
                    <a:pt x="386" y="6720"/>
                  </a:lnTo>
                  <a:lnTo>
                    <a:pt x="580" y="7222"/>
                  </a:lnTo>
                  <a:lnTo>
                    <a:pt x="811" y="7685"/>
                  </a:lnTo>
                  <a:lnTo>
                    <a:pt x="1082" y="8110"/>
                  </a:lnTo>
                  <a:lnTo>
                    <a:pt x="1429" y="8573"/>
                  </a:lnTo>
                  <a:lnTo>
                    <a:pt x="1777" y="8960"/>
                  </a:lnTo>
                  <a:lnTo>
                    <a:pt x="2124" y="9384"/>
                  </a:lnTo>
                  <a:lnTo>
                    <a:pt x="2549" y="9732"/>
                  </a:lnTo>
                  <a:lnTo>
                    <a:pt x="3090" y="10157"/>
                  </a:lnTo>
                  <a:lnTo>
                    <a:pt x="3630" y="10504"/>
                  </a:lnTo>
                  <a:lnTo>
                    <a:pt x="4209" y="10774"/>
                  </a:lnTo>
                  <a:lnTo>
                    <a:pt x="4789" y="11045"/>
                  </a:lnTo>
                  <a:lnTo>
                    <a:pt x="5406" y="11199"/>
                  </a:lnTo>
                  <a:lnTo>
                    <a:pt x="6024" y="11354"/>
                  </a:lnTo>
                  <a:lnTo>
                    <a:pt x="6642" y="11392"/>
                  </a:lnTo>
                  <a:lnTo>
                    <a:pt x="7260" y="11431"/>
                  </a:lnTo>
                  <a:lnTo>
                    <a:pt x="7337" y="11585"/>
                  </a:lnTo>
                  <a:lnTo>
                    <a:pt x="7646" y="11392"/>
                  </a:lnTo>
                  <a:lnTo>
                    <a:pt x="8457" y="11315"/>
                  </a:lnTo>
                  <a:lnTo>
                    <a:pt x="9268" y="11122"/>
                  </a:lnTo>
                  <a:lnTo>
                    <a:pt x="10079" y="10813"/>
                  </a:lnTo>
                  <a:lnTo>
                    <a:pt x="10851" y="10466"/>
                  </a:lnTo>
                  <a:lnTo>
                    <a:pt x="11546" y="10041"/>
                  </a:lnTo>
                  <a:lnTo>
                    <a:pt x="12164" y="9577"/>
                  </a:lnTo>
                  <a:lnTo>
                    <a:pt x="12434" y="9384"/>
                  </a:lnTo>
                  <a:lnTo>
                    <a:pt x="13052" y="8805"/>
                  </a:lnTo>
                  <a:lnTo>
                    <a:pt x="13631" y="8187"/>
                  </a:lnTo>
                  <a:lnTo>
                    <a:pt x="14133" y="7492"/>
                  </a:lnTo>
                  <a:lnTo>
                    <a:pt x="14597" y="6797"/>
                  </a:lnTo>
                  <a:lnTo>
                    <a:pt x="14944" y="6025"/>
                  </a:lnTo>
                  <a:lnTo>
                    <a:pt x="15099" y="5639"/>
                  </a:lnTo>
                  <a:lnTo>
                    <a:pt x="15253" y="5214"/>
                  </a:lnTo>
                  <a:lnTo>
                    <a:pt x="15330" y="4828"/>
                  </a:lnTo>
                  <a:lnTo>
                    <a:pt x="15408" y="4403"/>
                  </a:lnTo>
                  <a:lnTo>
                    <a:pt x="15485" y="4017"/>
                  </a:lnTo>
                  <a:lnTo>
                    <a:pt x="15485" y="3592"/>
                  </a:lnTo>
                  <a:lnTo>
                    <a:pt x="15678" y="4056"/>
                  </a:lnTo>
                  <a:lnTo>
                    <a:pt x="15948" y="4480"/>
                  </a:lnTo>
                  <a:lnTo>
                    <a:pt x="16257" y="4866"/>
                  </a:lnTo>
                  <a:lnTo>
                    <a:pt x="16605" y="5214"/>
                  </a:lnTo>
                  <a:lnTo>
                    <a:pt x="16759" y="5368"/>
                  </a:lnTo>
                  <a:lnTo>
                    <a:pt x="16991" y="5484"/>
                  </a:lnTo>
                  <a:lnTo>
                    <a:pt x="17184" y="5561"/>
                  </a:lnTo>
                  <a:lnTo>
                    <a:pt x="17416" y="5639"/>
                  </a:lnTo>
                  <a:lnTo>
                    <a:pt x="17609" y="5677"/>
                  </a:lnTo>
                  <a:lnTo>
                    <a:pt x="17840" y="5639"/>
                  </a:lnTo>
                  <a:lnTo>
                    <a:pt x="18033" y="5523"/>
                  </a:lnTo>
                  <a:lnTo>
                    <a:pt x="18188" y="5330"/>
                  </a:lnTo>
                  <a:lnTo>
                    <a:pt x="18304" y="5137"/>
                  </a:lnTo>
                  <a:lnTo>
                    <a:pt x="18342" y="4944"/>
                  </a:lnTo>
                  <a:lnTo>
                    <a:pt x="18304" y="4712"/>
                  </a:lnTo>
                  <a:lnTo>
                    <a:pt x="18265" y="4519"/>
                  </a:lnTo>
                  <a:lnTo>
                    <a:pt x="18188" y="4287"/>
                  </a:lnTo>
                  <a:lnTo>
                    <a:pt x="18072" y="4133"/>
                  </a:lnTo>
                  <a:lnTo>
                    <a:pt x="17956" y="3940"/>
                  </a:lnTo>
                  <a:lnTo>
                    <a:pt x="17802" y="3785"/>
                  </a:lnTo>
                  <a:lnTo>
                    <a:pt x="17647" y="3631"/>
                  </a:lnTo>
                  <a:lnTo>
                    <a:pt x="17416" y="3476"/>
                  </a:lnTo>
                  <a:lnTo>
                    <a:pt x="16952" y="3245"/>
                  </a:lnTo>
                  <a:lnTo>
                    <a:pt x="16489" y="3052"/>
                  </a:lnTo>
                  <a:lnTo>
                    <a:pt x="15987" y="2936"/>
                  </a:lnTo>
                  <a:lnTo>
                    <a:pt x="16412" y="2781"/>
                  </a:lnTo>
                  <a:lnTo>
                    <a:pt x="16836" y="2511"/>
                  </a:lnTo>
                  <a:lnTo>
                    <a:pt x="17184" y="2202"/>
                  </a:lnTo>
                  <a:lnTo>
                    <a:pt x="17493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3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0" y="194"/>
                  </a:lnTo>
                  <a:lnTo>
                    <a:pt x="17454" y="117"/>
                  </a:lnTo>
                  <a:lnTo>
                    <a:pt x="17338" y="40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6"/>
            <p:cNvSpPr/>
            <p:nvPr/>
          </p:nvSpPr>
          <p:spPr>
            <a:xfrm>
              <a:off x="5978200" y="1074925"/>
              <a:ext cx="144850" cy="162200"/>
            </a:xfrm>
            <a:custGeom>
              <a:avLst/>
              <a:gdLst/>
              <a:ahLst/>
              <a:cxnLst/>
              <a:rect l="l" t="t" r="r" b="b"/>
              <a:pathLst>
                <a:path w="5794" h="6488" extrusionOk="0">
                  <a:moveTo>
                    <a:pt x="2241" y="425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7" y="734"/>
                  </a:lnTo>
                  <a:lnTo>
                    <a:pt x="4171" y="1004"/>
                  </a:lnTo>
                  <a:lnTo>
                    <a:pt x="4558" y="1313"/>
                  </a:lnTo>
                  <a:lnTo>
                    <a:pt x="4751" y="1506"/>
                  </a:lnTo>
                  <a:lnTo>
                    <a:pt x="4905" y="1738"/>
                  </a:lnTo>
                  <a:lnTo>
                    <a:pt x="5021" y="1931"/>
                  </a:lnTo>
                  <a:lnTo>
                    <a:pt x="5137" y="2163"/>
                  </a:lnTo>
                  <a:lnTo>
                    <a:pt x="5214" y="2433"/>
                  </a:lnTo>
                  <a:lnTo>
                    <a:pt x="5291" y="2703"/>
                  </a:lnTo>
                  <a:lnTo>
                    <a:pt x="5330" y="3167"/>
                  </a:lnTo>
                  <a:lnTo>
                    <a:pt x="5330" y="3630"/>
                  </a:lnTo>
                  <a:lnTo>
                    <a:pt x="5214" y="4132"/>
                  </a:lnTo>
                  <a:lnTo>
                    <a:pt x="5021" y="4557"/>
                  </a:lnTo>
                  <a:lnTo>
                    <a:pt x="4789" y="4982"/>
                  </a:lnTo>
                  <a:lnTo>
                    <a:pt x="4480" y="5329"/>
                  </a:lnTo>
                  <a:lnTo>
                    <a:pt x="4287" y="5484"/>
                  </a:lnTo>
                  <a:lnTo>
                    <a:pt x="4094" y="5638"/>
                  </a:lnTo>
                  <a:lnTo>
                    <a:pt x="3901" y="5754"/>
                  </a:lnTo>
                  <a:lnTo>
                    <a:pt x="3669" y="5831"/>
                  </a:lnTo>
                  <a:lnTo>
                    <a:pt x="3360" y="5947"/>
                  </a:lnTo>
                  <a:lnTo>
                    <a:pt x="3090" y="5986"/>
                  </a:lnTo>
                  <a:lnTo>
                    <a:pt x="2820" y="6024"/>
                  </a:lnTo>
                  <a:lnTo>
                    <a:pt x="2550" y="5986"/>
                  </a:lnTo>
                  <a:lnTo>
                    <a:pt x="2279" y="5947"/>
                  </a:lnTo>
                  <a:lnTo>
                    <a:pt x="2048" y="5870"/>
                  </a:lnTo>
                  <a:lnTo>
                    <a:pt x="1855" y="5754"/>
                  </a:lnTo>
                  <a:lnTo>
                    <a:pt x="1623" y="5638"/>
                  </a:lnTo>
                  <a:lnTo>
                    <a:pt x="1430" y="5484"/>
                  </a:lnTo>
                  <a:lnTo>
                    <a:pt x="1275" y="5291"/>
                  </a:lnTo>
                  <a:lnTo>
                    <a:pt x="1082" y="5097"/>
                  </a:lnTo>
                  <a:lnTo>
                    <a:pt x="966" y="4904"/>
                  </a:lnTo>
                  <a:lnTo>
                    <a:pt x="696" y="4441"/>
                  </a:lnTo>
                  <a:lnTo>
                    <a:pt x="542" y="3900"/>
                  </a:lnTo>
                  <a:lnTo>
                    <a:pt x="426" y="3398"/>
                  </a:lnTo>
                  <a:lnTo>
                    <a:pt x="426" y="2858"/>
                  </a:lnTo>
                  <a:lnTo>
                    <a:pt x="503" y="2317"/>
                  </a:lnTo>
                  <a:lnTo>
                    <a:pt x="542" y="2047"/>
                  </a:lnTo>
                  <a:lnTo>
                    <a:pt x="657" y="1815"/>
                  </a:lnTo>
                  <a:lnTo>
                    <a:pt x="735" y="1584"/>
                  </a:lnTo>
                  <a:lnTo>
                    <a:pt x="889" y="1352"/>
                  </a:lnTo>
                  <a:lnTo>
                    <a:pt x="1044" y="1159"/>
                  </a:lnTo>
                  <a:lnTo>
                    <a:pt x="1237" y="1004"/>
                  </a:lnTo>
                  <a:lnTo>
                    <a:pt x="1430" y="811"/>
                  </a:lnTo>
                  <a:lnTo>
                    <a:pt x="1661" y="695"/>
                  </a:lnTo>
                  <a:lnTo>
                    <a:pt x="1893" y="580"/>
                  </a:lnTo>
                  <a:lnTo>
                    <a:pt x="2202" y="502"/>
                  </a:lnTo>
                  <a:lnTo>
                    <a:pt x="2241" y="464"/>
                  </a:lnTo>
                  <a:lnTo>
                    <a:pt x="2241" y="425"/>
                  </a:lnTo>
                  <a:close/>
                  <a:moveTo>
                    <a:pt x="2279" y="0"/>
                  </a:moveTo>
                  <a:lnTo>
                    <a:pt x="1970" y="39"/>
                  </a:lnTo>
                  <a:lnTo>
                    <a:pt x="1893" y="78"/>
                  </a:lnTo>
                  <a:lnTo>
                    <a:pt x="1816" y="116"/>
                  </a:lnTo>
                  <a:lnTo>
                    <a:pt x="1816" y="193"/>
                  </a:lnTo>
                  <a:lnTo>
                    <a:pt x="1816" y="271"/>
                  </a:lnTo>
                  <a:lnTo>
                    <a:pt x="1507" y="348"/>
                  </a:lnTo>
                  <a:lnTo>
                    <a:pt x="1275" y="464"/>
                  </a:lnTo>
                  <a:lnTo>
                    <a:pt x="1044" y="618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7"/>
                  </a:lnTo>
                  <a:lnTo>
                    <a:pt x="349" y="1429"/>
                  </a:lnTo>
                  <a:lnTo>
                    <a:pt x="233" y="1661"/>
                  </a:lnTo>
                  <a:lnTo>
                    <a:pt x="117" y="1931"/>
                  </a:lnTo>
                  <a:lnTo>
                    <a:pt x="78" y="2201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0"/>
                  </a:lnTo>
                  <a:lnTo>
                    <a:pt x="271" y="4518"/>
                  </a:lnTo>
                  <a:lnTo>
                    <a:pt x="387" y="4827"/>
                  </a:lnTo>
                  <a:lnTo>
                    <a:pt x="542" y="5097"/>
                  </a:lnTo>
                  <a:lnTo>
                    <a:pt x="696" y="5329"/>
                  </a:lnTo>
                  <a:lnTo>
                    <a:pt x="851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0"/>
                  </a:lnTo>
                  <a:lnTo>
                    <a:pt x="1739" y="6256"/>
                  </a:lnTo>
                  <a:lnTo>
                    <a:pt x="2009" y="6372"/>
                  </a:lnTo>
                  <a:lnTo>
                    <a:pt x="2279" y="6449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49"/>
                  </a:lnTo>
                  <a:lnTo>
                    <a:pt x="3554" y="6372"/>
                  </a:lnTo>
                  <a:lnTo>
                    <a:pt x="3862" y="6256"/>
                  </a:lnTo>
                  <a:lnTo>
                    <a:pt x="4133" y="6140"/>
                  </a:lnTo>
                  <a:lnTo>
                    <a:pt x="4403" y="5986"/>
                  </a:lnTo>
                  <a:lnTo>
                    <a:pt x="4635" y="5793"/>
                  </a:lnTo>
                  <a:lnTo>
                    <a:pt x="4866" y="5599"/>
                  </a:lnTo>
                  <a:lnTo>
                    <a:pt x="5060" y="5368"/>
                  </a:lnTo>
                  <a:lnTo>
                    <a:pt x="5214" y="5136"/>
                  </a:lnTo>
                  <a:lnTo>
                    <a:pt x="5368" y="4866"/>
                  </a:lnTo>
                  <a:lnTo>
                    <a:pt x="5523" y="4634"/>
                  </a:lnTo>
                  <a:lnTo>
                    <a:pt x="5639" y="4325"/>
                  </a:lnTo>
                  <a:lnTo>
                    <a:pt x="5716" y="4055"/>
                  </a:lnTo>
                  <a:lnTo>
                    <a:pt x="5755" y="3746"/>
                  </a:lnTo>
                  <a:lnTo>
                    <a:pt x="5793" y="3437"/>
                  </a:lnTo>
                  <a:lnTo>
                    <a:pt x="5793" y="3128"/>
                  </a:lnTo>
                  <a:lnTo>
                    <a:pt x="5793" y="2858"/>
                  </a:lnTo>
                  <a:lnTo>
                    <a:pt x="5716" y="2549"/>
                  </a:lnTo>
                  <a:lnTo>
                    <a:pt x="5639" y="2240"/>
                  </a:lnTo>
                  <a:lnTo>
                    <a:pt x="5523" y="1931"/>
                  </a:lnTo>
                  <a:lnTo>
                    <a:pt x="5368" y="1661"/>
                  </a:lnTo>
                  <a:lnTo>
                    <a:pt x="5214" y="1390"/>
                  </a:lnTo>
                  <a:lnTo>
                    <a:pt x="5021" y="1159"/>
                  </a:lnTo>
                  <a:lnTo>
                    <a:pt x="4828" y="927"/>
                  </a:lnTo>
                  <a:lnTo>
                    <a:pt x="4596" y="734"/>
                  </a:lnTo>
                  <a:lnTo>
                    <a:pt x="4326" y="541"/>
                  </a:lnTo>
                  <a:lnTo>
                    <a:pt x="4094" y="386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6"/>
            <p:cNvSpPr/>
            <p:nvPr/>
          </p:nvSpPr>
          <p:spPr>
            <a:xfrm>
              <a:off x="5341075" y="109905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2" y="2742"/>
                  </a:lnTo>
                  <a:lnTo>
                    <a:pt x="966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6"/>
            <p:cNvSpPr/>
            <p:nvPr/>
          </p:nvSpPr>
          <p:spPr>
            <a:xfrm>
              <a:off x="695700" y="1106775"/>
              <a:ext cx="102350" cy="132275"/>
            </a:xfrm>
            <a:custGeom>
              <a:avLst/>
              <a:gdLst/>
              <a:ahLst/>
              <a:cxnLst/>
              <a:rect l="l" t="t" r="r" b="b"/>
              <a:pathLst>
                <a:path w="4094" h="5291" extrusionOk="0">
                  <a:moveTo>
                    <a:pt x="2279" y="1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4" y="1893"/>
                  </a:lnTo>
                  <a:lnTo>
                    <a:pt x="116" y="2279"/>
                  </a:lnTo>
                  <a:lnTo>
                    <a:pt x="39" y="2665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1"/>
                  </a:lnTo>
                  <a:lnTo>
                    <a:pt x="425" y="5291"/>
                  </a:lnTo>
                  <a:lnTo>
                    <a:pt x="464" y="4750"/>
                  </a:lnTo>
                  <a:lnTo>
                    <a:pt x="464" y="4210"/>
                  </a:lnTo>
                  <a:lnTo>
                    <a:pt x="464" y="3630"/>
                  </a:lnTo>
                  <a:lnTo>
                    <a:pt x="464" y="3090"/>
                  </a:lnTo>
                  <a:lnTo>
                    <a:pt x="541" y="2549"/>
                  </a:lnTo>
                  <a:lnTo>
                    <a:pt x="657" y="2047"/>
                  </a:lnTo>
                  <a:lnTo>
                    <a:pt x="773" y="1816"/>
                  </a:lnTo>
                  <a:lnTo>
                    <a:pt x="889" y="1545"/>
                  </a:lnTo>
                  <a:lnTo>
                    <a:pt x="1043" y="1352"/>
                  </a:lnTo>
                  <a:lnTo>
                    <a:pt x="1198" y="1120"/>
                  </a:lnTo>
                  <a:lnTo>
                    <a:pt x="1391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80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4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2" y="1391"/>
                  </a:lnTo>
                  <a:lnTo>
                    <a:pt x="3669" y="1661"/>
                  </a:lnTo>
                  <a:lnTo>
                    <a:pt x="4094" y="1545"/>
                  </a:lnTo>
                  <a:lnTo>
                    <a:pt x="3978" y="1159"/>
                  </a:lnTo>
                  <a:lnTo>
                    <a:pt x="3823" y="812"/>
                  </a:lnTo>
                  <a:lnTo>
                    <a:pt x="3630" y="503"/>
                  </a:lnTo>
                  <a:lnTo>
                    <a:pt x="3399" y="271"/>
                  </a:lnTo>
                  <a:lnTo>
                    <a:pt x="3244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6"/>
            <p:cNvSpPr/>
            <p:nvPr/>
          </p:nvSpPr>
          <p:spPr>
            <a:xfrm>
              <a:off x="560550" y="1107750"/>
              <a:ext cx="437325" cy="302175"/>
            </a:xfrm>
            <a:custGeom>
              <a:avLst/>
              <a:gdLst/>
              <a:ahLst/>
              <a:cxnLst/>
              <a:rect l="l" t="t" r="r" b="b"/>
              <a:pathLst>
                <a:path w="17493" h="12087" extrusionOk="0">
                  <a:moveTo>
                    <a:pt x="11971" y="502"/>
                  </a:moveTo>
                  <a:lnTo>
                    <a:pt x="12087" y="541"/>
                  </a:lnTo>
                  <a:lnTo>
                    <a:pt x="12203" y="579"/>
                  </a:lnTo>
                  <a:lnTo>
                    <a:pt x="12280" y="657"/>
                  </a:lnTo>
                  <a:lnTo>
                    <a:pt x="12627" y="888"/>
                  </a:lnTo>
                  <a:lnTo>
                    <a:pt x="12898" y="1159"/>
                  </a:lnTo>
                  <a:lnTo>
                    <a:pt x="13129" y="1506"/>
                  </a:lnTo>
                  <a:lnTo>
                    <a:pt x="13322" y="1854"/>
                  </a:lnTo>
                  <a:lnTo>
                    <a:pt x="13477" y="2278"/>
                  </a:lnTo>
                  <a:lnTo>
                    <a:pt x="13593" y="2665"/>
                  </a:lnTo>
                  <a:lnTo>
                    <a:pt x="13824" y="3437"/>
                  </a:lnTo>
                  <a:lnTo>
                    <a:pt x="13824" y="3437"/>
                  </a:lnTo>
                  <a:lnTo>
                    <a:pt x="13091" y="3012"/>
                  </a:lnTo>
                  <a:lnTo>
                    <a:pt x="12705" y="2780"/>
                  </a:lnTo>
                  <a:lnTo>
                    <a:pt x="12357" y="2510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2" y="1738"/>
                  </a:lnTo>
                  <a:lnTo>
                    <a:pt x="11508" y="1429"/>
                  </a:lnTo>
                  <a:lnTo>
                    <a:pt x="11430" y="1081"/>
                  </a:lnTo>
                  <a:lnTo>
                    <a:pt x="11662" y="734"/>
                  </a:lnTo>
                  <a:lnTo>
                    <a:pt x="11739" y="618"/>
                  </a:lnTo>
                  <a:lnTo>
                    <a:pt x="11855" y="541"/>
                  </a:lnTo>
                  <a:lnTo>
                    <a:pt x="11971" y="502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89" y="1738"/>
                  </a:lnTo>
                  <a:lnTo>
                    <a:pt x="16566" y="1854"/>
                  </a:lnTo>
                  <a:lnTo>
                    <a:pt x="16605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5" y="2510"/>
                  </a:lnTo>
                  <a:lnTo>
                    <a:pt x="16528" y="2665"/>
                  </a:lnTo>
                  <a:lnTo>
                    <a:pt x="16412" y="2819"/>
                  </a:lnTo>
                  <a:lnTo>
                    <a:pt x="16296" y="2974"/>
                  </a:lnTo>
                  <a:lnTo>
                    <a:pt x="15948" y="3205"/>
                  </a:lnTo>
                  <a:lnTo>
                    <a:pt x="15524" y="3398"/>
                  </a:lnTo>
                  <a:lnTo>
                    <a:pt x="15137" y="3553"/>
                  </a:lnTo>
                  <a:lnTo>
                    <a:pt x="14713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6"/>
                  </a:lnTo>
                  <a:lnTo>
                    <a:pt x="15060" y="2278"/>
                  </a:lnTo>
                  <a:lnTo>
                    <a:pt x="15408" y="1970"/>
                  </a:lnTo>
                  <a:lnTo>
                    <a:pt x="15639" y="1815"/>
                  </a:lnTo>
                  <a:lnTo>
                    <a:pt x="15871" y="1699"/>
                  </a:lnTo>
                  <a:lnTo>
                    <a:pt x="16103" y="1622"/>
                  </a:lnTo>
                  <a:close/>
                  <a:moveTo>
                    <a:pt x="13824" y="4286"/>
                  </a:moveTo>
                  <a:lnTo>
                    <a:pt x="13670" y="4557"/>
                  </a:lnTo>
                  <a:lnTo>
                    <a:pt x="13477" y="4788"/>
                  </a:lnTo>
                  <a:lnTo>
                    <a:pt x="13245" y="5020"/>
                  </a:lnTo>
                  <a:lnTo>
                    <a:pt x="13014" y="5252"/>
                  </a:lnTo>
                  <a:lnTo>
                    <a:pt x="12666" y="5484"/>
                  </a:lnTo>
                  <a:lnTo>
                    <a:pt x="12125" y="5792"/>
                  </a:lnTo>
                  <a:lnTo>
                    <a:pt x="11855" y="5908"/>
                  </a:lnTo>
                  <a:lnTo>
                    <a:pt x="11623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4" y="5870"/>
                  </a:lnTo>
                  <a:lnTo>
                    <a:pt x="10967" y="5792"/>
                  </a:lnTo>
                  <a:lnTo>
                    <a:pt x="10928" y="5715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7" y="5290"/>
                  </a:lnTo>
                  <a:lnTo>
                    <a:pt x="11121" y="5097"/>
                  </a:lnTo>
                  <a:lnTo>
                    <a:pt x="11276" y="4943"/>
                  </a:lnTo>
                  <a:lnTo>
                    <a:pt x="11546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7" y="4480"/>
                  </a:lnTo>
                  <a:lnTo>
                    <a:pt x="13245" y="4402"/>
                  </a:lnTo>
                  <a:lnTo>
                    <a:pt x="13554" y="4364"/>
                  </a:lnTo>
                  <a:lnTo>
                    <a:pt x="13824" y="4286"/>
                  </a:lnTo>
                  <a:close/>
                  <a:moveTo>
                    <a:pt x="14404" y="4248"/>
                  </a:moveTo>
                  <a:lnTo>
                    <a:pt x="15060" y="4595"/>
                  </a:lnTo>
                  <a:lnTo>
                    <a:pt x="15408" y="4788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1" y="5368"/>
                  </a:lnTo>
                  <a:lnTo>
                    <a:pt x="16412" y="5677"/>
                  </a:lnTo>
                  <a:lnTo>
                    <a:pt x="16643" y="6024"/>
                  </a:lnTo>
                  <a:lnTo>
                    <a:pt x="16875" y="6333"/>
                  </a:lnTo>
                  <a:lnTo>
                    <a:pt x="16991" y="6681"/>
                  </a:lnTo>
                  <a:lnTo>
                    <a:pt x="16991" y="6835"/>
                  </a:lnTo>
                  <a:lnTo>
                    <a:pt x="16991" y="6990"/>
                  </a:lnTo>
                  <a:lnTo>
                    <a:pt x="16952" y="7105"/>
                  </a:lnTo>
                  <a:lnTo>
                    <a:pt x="16836" y="7221"/>
                  </a:lnTo>
                  <a:lnTo>
                    <a:pt x="16759" y="7298"/>
                  </a:lnTo>
                  <a:lnTo>
                    <a:pt x="16643" y="7337"/>
                  </a:lnTo>
                  <a:lnTo>
                    <a:pt x="16373" y="7337"/>
                  </a:lnTo>
                  <a:lnTo>
                    <a:pt x="16141" y="7221"/>
                  </a:lnTo>
                  <a:lnTo>
                    <a:pt x="15871" y="7028"/>
                  </a:lnTo>
                  <a:lnTo>
                    <a:pt x="15601" y="6835"/>
                  </a:lnTo>
                  <a:lnTo>
                    <a:pt x="15369" y="6565"/>
                  </a:lnTo>
                  <a:lnTo>
                    <a:pt x="15060" y="6179"/>
                  </a:lnTo>
                  <a:lnTo>
                    <a:pt x="14828" y="5715"/>
                  </a:lnTo>
                  <a:lnTo>
                    <a:pt x="14635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5" y="0"/>
                  </a:moveTo>
                  <a:lnTo>
                    <a:pt x="11585" y="77"/>
                  </a:lnTo>
                  <a:lnTo>
                    <a:pt x="11469" y="116"/>
                  </a:lnTo>
                  <a:lnTo>
                    <a:pt x="11353" y="232"/>
                  </a:lnTo>
                  <a:lnTo>
                    <a:pt x="11160" y="425"/>
                  </a:lnTo>
                  <a:lnTo>
                    <a:pt x="11006" y="618"/>
                  </a:lnTo>
                  <a:lnTo>
                    <a:pt x="10928" y="811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67" y="1468"/>
                  </a:lnTo>
                  <a:lnTo>
                    <a:pt x="11083" y="1699"/>
                  </a:lnTo>
                  <a:lnTo>
                    <a:pt x="11199" y="1892"/>
                  </a:lnTo>
                  <a:lnTo>
                    <a:pt x="11546" y="2317"/>
                  </a:lnTo>
                  <a:lnTo>
                    <a:pt x="11932" y="2742"/>
                  </a:lnTo>
                  <a:lnTo>
                    <a:pt x="12396" y="3089"/>
                  </a:lnTo>
                  <a:lnTo>
                    <a:pt x="12859" y="3437"/>
                  </a:lnTo>
                  <a:lnTo>
                    <a:pt x="12048" y="3321"/>
                  </a:lnTo>
                  <a:lnTo>
                    <a:pt x="11199" y="3282"/>
                  </a:lnTo>
                  <a:lnTo>
                    <a:pt x="10388" y="3360"/>
                  </a:lnTo>
                  <a:lnTo>
                    <a:pt x="9615" y="3476"/>
                  </a:lnTo>
                  <a:lnTo>
                    <a:pt x="9654" y="3012"/>
                  </a:lnTo>
                  <a:lnTo>
                    <a:pt x="9654" y="2510"/>
                  </a:lnTo>
                  <a:lnTo>
                    <a:pt x="9615" y="2008"/>
                  </a:lnTo>
                  <a:lnTo>
                    <a:pt x="9500" y="1506"/>
                  </a:lnTo>
                  <a:lnTo>
                    <a:pt x="9075" y="1622"/>
                  </a:lnTo>
                  <a:lnTo>
                    <a:pt x="9152" y="2085"/>
                  </a:lnTo>
                  <a:lnTo>
                    <a:pt x="9152" y="2587"/>
                  </a:lnTo>
                  <a:lnTo>
                    <a:pt x="9113" y="3089"/>
                  </a:lnTo>
                  <a:lnTo>
                    <a:pt x="9075" y="3514"/>
                  </a:lnTo>
                  <a:lnTo>
                    <a:pt x="9075" y="3630"/>
                  </a:lnTo>
                  <a:lnTo>
                    <a:pt x="8225" y="3900"/>
                  </a:lnTo>
                  <a:lnTo>
                    <a:pt x="7414" y="4286"/>
                  </a:lnTo>
                  <a:lnTo>
                    <a:pt x="6604" y="4711"/>
                  </a:lnTo>
                  <a:lnTo>
                    <a:pt x="5831" y="5252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6" y="6217"/>
                  </a:lnTo>
                  <a:lnTo>
                    <a:pt x="3823" y="6951"/>
                  </a:lnTo>
                  <a:lnTo>
                    <a:pt x="3090" y="7685"/>
                  </a:lnTo>
                  <a:lnTo>
                    <a:pt x="2394" y="8495"/>
                  </a:lnTo>
                  <a:lnTo>
                    <a:pt x="1738" y="9306"/>
                  </a:lnTo>
                  <a:lnTo>
                    <a:pt x="1082" y="10156"/>
                  </a:lnTo>
                  <a:lnTo>
                    <a:pt x="502" y="10967"/>
                  </a:lnTo>
                  <a:lnTo>
                    <a:pt x="0" y="11816"/>
                  </a:lnTo>
                  <a:lnTo>
                    <a:pt x="309" y="12087"/>
                  </a:lnTo>
                  <a:lnTo>
                    <a:pt x="1545" y="10503"/>
                  </a:lnTo>
                  <a:lnTo>
                    <a:pt x="2742" y="8959"/>
                  </a:lnTo>
                  <a:lnTo>
                    <a:pt x="3360" y="8225"/>
                  </a:lnTo>
                  <a:lnTo>
                    <a:pt x="4016" y="7491"/>
                  </a:lnTo>
                  <a:lnTo>
                    <a:pt x="4711" y="6835"/>
                  </a:lnTo>
                  <a:lnTo>
                    <a:pt x="5484" y="6179"/>
                  </a:lnTo>
                  <a:lnTo>
                    <a:pt x="6256" y="5599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7" y="4441"/>
                  </a:lnTo>
                  <a:lnTo>
                    <a:pt x="8920" y="4248"/>
                  </a:lnTo>
                  <a:lnTo>
                    <a:pt x="9422" y="4132"/>
                  </a:lnTo>
                  <a:lnTo>
                    <a:pt x="9886" y="4016"/>
                  </a:lnTo>
                  <a:lnTo>
                    <a:pt x="10388" y="3939"/>
                  </a:lnTo>
                  <a:lnTo>
                    <a:pt x="10851" y="3862"/>
                  </a:lnTo>
                  <a:lnTo>
                    <a:pt x="11353" y="3823"/>
                  </a:lnTo>
                  <a:lnTo>
                    <a:pt x="11855" y="3823"/>
                  </a:lnTo>
                  <a:lnTo>
                    <a:pt x="12357" y="3862"/>
                  </a:lnTo>
                  <a:lnTo>
                    <a:pt x="12821" y="3939"/>
                  </a:lnTo>
                  <a:lnTo>
                    <a:pt x="12319" y="4016"/>
                  </a:lnTo>
                  <a:lnTo>
                    <a:pt x="11855" y="4132"/>
                  </a:lnTo>
                  <a:lnTo>
                    <a:pt x="11392" y="4286"/>
                  </a:lnTo>
                  <a:lnTo>
                    <a:pt x="11199" y="4402"/>
                  </a:lnTo>
                  <a:lnTo>
                    <a:pt x="11006" y="4557"/>
                  </a:lnTo>
                  <a:lnTo>
                    <a:pt x="10813" y="4711"/>
                  </a:lnTo>
                  <a:lnTo>
                    <a:pt x="10697" y="4866"/>
                  </a:lnTo>
                  <a:lnTo>
                    <a:pt x="10542" y="5059"/>
                  </a:lnTo>
                  <a:lnTo>
                    <a:pt x="10465" y="5290"/>
                  </a:lnTo>
                  <a:lnTo>
                    <a:pt x="10388" y="5522"/>
                  </a:lnTo>
                  <a:lnTo>
                    <a:pt x="10388" y="5754"/>
                  </a:lnTo>
                  <a:lnTo>
                    <a:pt x="10426" y="5947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3"/>
                  </a:lnTo>
                  <a:lnTo>
                    <a:pt x="11006" y="6410"/>
                  </a:lnTo>
                  <a:lnTo>
                    <a:pt x="11276" y="6449"/>
                  </a:lnTo>
                  <a:lnTo>
                    <a:pt x="11585" y="6410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2"/>
                  </a:lnTo>
                  <a:lnTo>
                    <a:pt x="13422" y="5533"/>
                  </a:lnTo>
                  <a:lnTo>
                    <a:pt x="13422" y="5533"/>
                  </a:lnTo>
                  <a:lnTo>
                    <a:pt x="13786" y="5715"/>
                  </a:lnTo>
                  <a:lnTo>
                    <a:pt x="14056" y="4866"/>
                  </a:lnTo>
                  <a:lnTo>
                    <a:pt x="14211" y="5406"/>
                  </a:lnTo>
                  <a:lnTo>
                    <a:pt x="14404" y="5908"/>
                  </a:lnTo>
                  <a:lnTo>
                    <a:pt x="14674" y="6410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8" y="7298"/>
                  </a:lnTo>
                  <a:lnTo>
                    <a:pt x="15678" y="7491"/>
                  </a:lnTo>
                  <a:lnTo>
                    <a:pt x="15987" y="7685"/>
                  </a:lnTo>
                  <a:lnTo>
                    <a:pt x="16296" y="7800"/>
                  </a:lnTo>
                  <a:lnTo>
                    <a:pt x="16605" y="7878"/>
                  </a:lnTo>
                  <a:lnTo>
                    <a:pt x="16875" y="7878"/>
                  </a:lnTo>
                  <a:lnTo>
                    <a:pt x="17030" y="7800"/>
                  </a:lnTo>
                  <a:lnTo>
                    <a:pt x="17184" y="7723"/>
                  </a:lnTo>
                  <a:lnTo>
                    <a:pt x="17300" y="7646"/>
                  </a:lnTo>
                  <a:lnTo>
                    <a:pt x="17377" y="7530"/>
                  </a:lnTo>
                  <a:lnTo>
                    <a:pt x="17416" y="7414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6" y="6603"/>
                  </a:lnTo>
                  <a:lnTo>
                    <a:pt x="17300" y="6294"/>
                  </a:lnTo>
                  <a:lnTo>
                    <a:pt x="17184" y="5986"/>
                  </a:lnTo>
                  <a:lnTo>
                    <a:pt x="17030" y="5715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0"/>
                  </a:lnTo>
                  <a:lnTo>
                    <a:pt x="16257" y="4788"/>
                  </a:lnTo>
                  <a:lnTo>
                    <a:pt x="16026" y="4634"/>
                  </a:lnTo>
                  <a:lnTo>
                    <a:pt x="15524" y="4286"/>
                  </a:lnTo>
                  <a:lnTo>
                    <a:pt x="14944" y="4016"/>
                  </a:lnTo>
                  <a:lnTo>
                    <a:pt x="15408" y="3900"/>
                  </a:lnTo>
                  <a:lnTo>
                    <a:pt x="15832" y="3746"/>
                  </a:lnTo>
                  <a:lnTo>
                    <a:pt x="16219" y="3514"/>
                  </a:lnTo>
                  <a:lnTo>
                    <a:pt x="16605" y="3244"/>
                  </a:lnTo>
                  <a:lnTo>
                    <a:pt x="16759" y="3089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5" y="2201"/>
                  </a:lnTo>
                  <a:lnTo>
                    <a:pt x="17107" y="1931"/>
                  </a:lnTo>
                  <a:lnTo>
                    <a:pt x="17068" y="1699"/>
                  </a:lnTo>
                  <a:lnTo>
                    <a:pt x="16914" y="1506"/>
                  </a:lnTo>
                  <a:lnTo>
                    <a:pt x="16759" y="1313"/>
                  </a:lnTo>
                  <a:lnTo>
                    <a:pt x="16528" y="1236"/>
                  </a:lnTo>
                  <a:lnTo>
                    <a:pt x="16334" y="1159"/>
                  </a:lnTo>
                  <a:lnTo>
                    <a:pt x="16103" y="1159"/>
                  </a:lnTo>
                  <a:lnTo>
                    <a:pt x="15910" y="1197"/>
                  </a:lnTo>
                  <a:lnTo>
                    <a:pt x="15678" y="1275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6" y="2587"/>
                  </a:lnTo>
                  <a:lnTo>
                    <a:pt x="14095" y="3012"/>
                  </a:lnTo>
                  <a:lnTo>
                    <a:pt x="13940" y="2433"/>
                  </a:lnTo>
                  <a:lnTo>
                    <a:pt x="13747" y="1892"/>
                  </a:lnTo>
                  <a:lnTo>
                    <a:pt x="13516" y="1352"/>
                  </a:lnTo>
                  <a:lnTo>
                    <a:pt x="13168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7" y="155"/>
                  </a:lnTo>
                  <a:lnTo>
                    <a:pt x="12087" y="39"/>
                  </a:lnTo>
                  <a:lnTo>
                    <a:pt x="118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6"/>
            <p:cNvSpPr/>
            <p:nvPr/>
          </p:nvSpPr>
          <p:spPr>
            <a:xfrm>
              <a:off x="5590125" y="11338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6"/>
            <p:cNvSpPr/>
            <p:nvPr/>
          </p:nvSpPr>
          <p:spPr>
            <a:xfrm>
              <a:off x="5491675" y="1139600"/>
              <a:ext cx="21250" cy="8725"/>
            </a:xfrm>
            <a:custGeom>
              <a:avLst/>
              <a:gdLst/>
              <a:ahLst/>
              <a:cxnLst/>
              <a:rect l="l" t="t" r="r" b="b"/>
              <a:pathLst>
                <a:path w="850" h="349" extrusionOk="0">
                  <a:moveTo>
                    <a:pt x="425" y="1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4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4"/>
                  </a:lnTo>
                  <a:lnTo>
                    <a:pt x="811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6"/>
            <p:cNvSpPr/>
            <p:nvPr/>
          </p:nvSpPr>
          <p:spPr>
            <a:xfrm>
              <a:off x="2443975" y="1153125"/>
              <a:ext cx="315725" cy="477875"/>
            </a:xfrm>
            <a:custGeom>
              <a:avLst/>
              <a:gdLst/>
              <a:ahLst/>
              <a:cxnLst/>
              <a:rect l="l" t="t" r="r" b="b"/>
              <a:pathLst>
                <a:path w="12629" h="19115" extrusionOk="0">
                  <a:moveTo>
                    <a:pt x="1005" y="618"/>
                  </a:moveTo>
                  <a:lnTo>
                    <a:pt x="1661" y="850"/>
                  </a:lnTo>
                  <a:lnTo>
                    <a:pt x="2318" y="1120"/>
                  </a:lnTo>
                  <a:lnTo>
                    <a:pt x="2743" y="1352"/>
                  </a:lnTo>
                  <a:lnTo>
                    <a:pt x="3167" y="1583"/>
                  </a:lnTo>
                  <a:lnTo>
                    <a:pt x="3322" y="1699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1"/>
                  </a:lnTo>
                  <a:lnTo>
                    <a:pt x="4017" y="2819"/>
                  </a:lnTo>
                  <a:lnTo>
                    <a:pt x="5677" y="6796"/>
                  </a:lnTo>
                  <a:lnTo>
                    <a:pt x="9075" y="15021"/>
                  </a:lnTo>
                  <a:lnTo>
                    <a:pt x="9153" y="15098"/>
                  </a:lnTo>
                  <a:lnTo>
                    <a:pt x="9191" y="15137"/>
                  </a:lnTo>
                  <a:lnTo>
                    <a:pt x="9346" y="15137"/>
                  </a:lnTo>
                  <a:lnTo>
                    <a:pt x="8921" y="15369"/>
                  </a:lnTo>
                  <a:lnTo>
                    <a:pt x="7956" y="13515"/>
                  </a:lnTo>
                  <a:lnTo>
                    <a:pt x="6990" y="11662"/>
                  </a:lnTo>
                  <a:lnTo>
                    <a:pt x="5021" y="7955"/>
                  </a:lnTo>
                  <a:lnTo>
                    <a:pt x="3013" y="4286"/>
                  </a:lnTo>
                  <a:lnTo>
                    <a:pt x="1005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20" y="11739"/>
                  </a:lnTo>
                  <a:lnTo>
                    <a:pt x="7763" y="13593"/>
                  </a:lnTo>
                  <a:lnTo>
                    <a:pt x="8805" y="15446"/>
                  </a:lnTo>
                  <a:lnTo>
                    <a:pt x="8651" y="15523"/>
                  </a:lnTo>
                  <a:lnTo>
                    <a:pt x="7415" y="13747"/>
                  </a:lnTo>
                  <a:lnTo>
                    <a:pt x="6179" y="12009"/>
                  </a:lnTo>
                  <a:lnTo>
                    <a:pt x="3592" y="8534"/>
                  </a:lnTo>
                  <a:lnTo>
                    <a:pt x="2318" y="6758"/>
                  </a:lnTo>
                  <a:lnTo>
                    <a:pt x="1005" y="4943"/>
                  </a:lnTo>
                  <a:lnTo>
                    <a:pt x="850" y="4711"/>
                  </a:lnTo>
                  <a:lnTo>
                    <a:pt x="735" y="4479"/>
                  </a:lnTo>
                  <a:lnTo>
                    <a:pt x="619" y="4209"/>
                  </a:lnTo>
                  <a:lnTo>
                    <a:pt x="542" y="3939"/>
                  </a:lnTo>
                  <a:lnTo>
                    <a:pt x="464" y="3398"/>
                  </a:lnTo>
                  <a:lnTo>
                    <a:pt x="426" y="2819"/>
                  </a:lnTo>
                  <a:lnTo>
                    <a:pt x="464" y="2240"/>
                  </a:lnTo>
                  <a:lnTo>
                    <a:pt x="503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3" y="12357"/>
                  </a:lnTo>
                  <a:lnTo>
                    <a:pt x="11817" y="12434"/>
                  </a:lnTo>
                  <a:lnTo>
                    <a:pt x="12165" y="12859"/>
                  </a:lnTo>
                  <a:lnTo>
                    <a:pt x="12242" y="13052"/>
                  </a:lnTo>
                  <a:lnTo>
                    <a:pt x="12280" y="13245"/>
                  </a:lnTo>
                  <a:lnTo>
                    <a:pt x="12242" y="13438"/>
                  </a:lnTo>
                  <a:lnTo>
                    <a:pt x="12203" y="13631"/>
                  </a:lnTo>
                  <a:lnTo>
                    <a:pt x="12049" y="14017"/>
                  </a:lnTo>
                  <a:lnTo>
                    <a:pt x="11856" y="14365"/>
                  </a:lnTo>
                  <a:lnTo>
                    <a:pt x="11508" y="14790"/>
                  </a:lnTo>
                  <a:lnTo>
                    <a:pt x="11122" y="15176"/>
                  </a:lnTo>
                  <a:lnTo>
                    <a:pt x="10697" y="15523"/>
                  </a:lnTo>
                  <a:lnTo>
                    <a:pt x="10273" y="15871"/>
                  </a:lnTo>
                  <a:lnTo>
                    <a:pt x="10157" y="15871"/>
                  </a:lnTo>
                  <a:lnTo>
                    <a:pt x="10118" y="15987"/>
                  </a:lnTo>
                  <a:lnTo>
                    <a:pt x="9771" y="16180"/>
                  </a:lnTo>
                  <a:lnTo>
                    <a:pt x="9114" y="16604"/>
                  </a:lnTo>
                  <a:lnTo>
                    <a:pt x="8458" y="16952"/>
                  </a:lnTo>
                  <a:lnTo>
                    <a:pt x="7724" y="17261"/>
                  </a:lnTo>
                  <a:lnTo>
                    <a:pt x="6990" y="17493"/>
                  </a:lnTo>
                  <a:lnTo>
                    <a:pt x="6643" y="17608"/>
                  </a:lnTo>
                  <a:lnTo>
                    <a:pt x="6295" y="17647"/>
                  </a:lnTo>
                  <a:lnTo>
                    <a:pt x="5755" y="17647"/>
                  </a:lnTo>
                  <a:lnTo>
                    <a:pt x="5562" y="17570"/>
                  </a:lnTo>
                  <a:lnTo>
                    <a:pt x="5446" y="17493"/>
                  </a:lnTo>
                  <a:lnTo>
                    <a:pt x="5330" y="17415"/>
                  </a:lnTo>
                  <a:lnTo>
                    <a:pt x="5098" y="17184"/>
                  </a:lnTo>
                  <a:lnTo>
                    <a:pt x="4982" y="16875"/>
                  </a:lnTo>
                  <a:lnTo>
                    <a:pt x="4905" y="16604"/>
                  </a:lnTo>
                  <a:lnTo>
                    <a:pt x="4944" y="16411"/>
                  </a:lnTo>
                  <a:lnTo>
                    <a:pt x="4982" y="16218"/>
                  </a:lnTo>
                  <a:lnTo>
                    <a:pt x="5060" y="16064"/>
                  </a:lnTo>
                  <a:lnTo>
                    <a:pt x="5175" y="15948"/>
                  </a:lnTo>
                  <a:lnTo>
                    <a:pt x="5291" y="15832"/>
                  </a:lnTo>
                  <a:lnTo>
                    <a:pt x="5407" y="15755"/>
                  </a:lnTo>
                  <a:lnTo>
                    <a:pt x="5523" y="15716"/>
                  </a:lnTo>
                  <a:lnTo>
                    <a:pt x="5639" y="15755"/>
                  </a:lnTo>
                  <a:lnTo>
                    <a:pt x="5793" y="15832"/>
                  </a:lnTo>
                  <a:lnTo>
                    <a:pt x="5948" y="15948"/>
                  </a:lnTo>
                  <a:lnTo>
                    <a:pt x="6064" y="16141"/>
                  </a:lnTo>
                  <a:lnTo>
                    <a:pt x="6257" y="16373"/>
                  </a:lnTo>
                  <a:lnTo>
                    <a:pt x="6102" y="16411"/>
                  </a:lnTo>
                  <a:lnTo>
                    <a:pt x="6025" y="16450"/>
                  </a:lnTo>
                  <a:lnTo>
                    <a:pt x="6025" y="16566"/>
                  </a:lnTo>
                  <a:lnTo>
                    <a:pt x="6064" y="16643"/>
                  </a:lnTo>
                  <a:lnTo>
                    <a:pt x="6141" y="16643"/>
                  </a:lnTo>
                  <a:lnTo>
                    <a:pt x="6913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30" y="15716"/>
                  </a:lnTo>
                  <a:lnTo>
                    <a:pt x="9616" y="15485"/>
                  </a:lnTo>
                  <a:lnTo>
                    <a:pt x="9964" y="15253"/>
                  </a:lnTo>
                  <a:lnTo>
                    <a:pt x="10273" y="15021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2" y="14172"/>
                  </a:lnTo>
                  <a:lnTo>
                    <a:pt x="11354" y="13824"/>
                  </a:lnTo>
                  <a:lnTo>
                    <a:pt x="11547" y="13515"/>
                  </a:lnTo>
                  <a:lnTo>
                    <a:pt x="11547" y="13438"/>
                  </a:lnTo>
                  <a:lnTo>
                    <a:pt x="11547" y="13361"/>
                  </a:lnTo>
                  <a:lnTo>
                    <a:pt x="11508" y="13284"/>
                  </a:lnTo>
                  <a:lnTo>
                    <a:pt x="11431" y="13245"/>
                  </a:lnTo>
                  <a:lnTo>
                    <a:pt x="11238" y="13245"/>
                  </a:lnTo>
                  <a:lnTo>
                    <a:pt x="11161" y="13322"/>
                  </a:lnTo>
                  <a:lnTo>
                    <a:pt x="10968" y="13670"/>
                  </a:lnTo>
                  <a:lnTo>
                    <a:pt x="10775" y="13554"/>
                  </a:lnTo>
                  <a:lnTo>
                    <a:pt x="10659" y="13438"/>
                  </a:lnTo>
                  <a:lnTo>
                    <a:pt x="10620" y="13284"/>
                  </a:lnTo>
                  <a:lnTo>
                    <a:pt x="10581" y="13168"/>
                  </a:lnTo>
                  <a:lnTo>
                    <a:pt x="10620" y="13013"/>
                  </a:lnTo>
                  <a:lnTo>
                    <a:pt x="10659" y="12859"/>
                  </a:lnTo>
                  <a:lnTo>
                    <a:pt x="10852" y="12627"/>
                  </a:lnTo>
                  <a:lnTo>
                    <a:pt x="10929" y="12473"/>
                  </a:lnTo>
                  <a:lnTo>
                    <a:pt x="11045" y="12357"/>
                  </a:lnTo>
                  <a:lnTo>
                    <a:pt x="11122" y="12318"/>
                  </a:lnTo>
                  <a:lnTo>
                    <a:pt x="11238" y="12280"/>
                  </a:lnTo>
                  <a:close/>
                  <a:moveTo>
                    <a:pt x="426" y="0"/>
                  </a:moveTo>
                  <a:lnTo>
                    <a:pt x="349" y="39"/>
                  </a:lnTo>
                  <a:lnTo>
                    <a:pt x="271" y="116"/>
                  </a:lnTo>
                  <a:lnTo>
                    <a:pt x="233" y="193"/>
                  </a:lnTo>
                  <a:lnTo>
                    <a:pt x="78" y="2587"/>
                  </a:lnTo>
                  <a:lnTo>
                    <a:pt x="40" y="3012"/>
                  </a:lnTo>
                  <a:lnTo>
                    <a:pt x="1" y="3475"/>
                  </a:lnTo>
                  <a:lnTo>
                    <a:pt x="40" y="3900"/>
                  </a:lnTo>
                  <a:lnTo>
                    <a:pt x="117" y="4325"/>
                  </a:lnTo>
                  <a:lnTo>
                    <a:pt x="233" y="4518"/>
                  </a:lnTo>
                  <a:lnTo>
                    <a:pt x="349" y="4750"/>
                  </a:lnTo>
                  <a:lnTo>
                    <a:pt x="619" y="5175"/>
                  </a:lnTo>
                  <a:lnTo>
                    <a:pt x="1237" y="5985"/>
                  </a:lnTo>
                  <a:lnTo>
                    <a:pt x="2665" y="7955"/>
                  </a:lnTo>
                  <a:lnTo>
                    <a:pt x="5446" y="11816"/>
                  </a:lnTo>
                  <a:lnTo>
                    <a:pt x="6874" y="13747"/>
                  </a:lnTo>
                  <a:lnTo>
                    <a:pt x="8342" y="15639"/>
                  </a:lnTo>
                  <a:lnTo>
                    <a:pt x="7492" y="15987"/>
                  </a:lnTo>
                  <a:lnTo>
                    <a:pt x="6643" y="16257"/>
                  </a:lnTo>
                  <a:lnTo>
                    <a:pt x="6643" y="16257"/>
                  </a:lnTo>
                  <a:lnTo>
                    <a:pt x="6681" y="16102"/>
                  </a:lnTo>
                  <a:lnTo>
                    <a:pt x="6681" y="15948"/>
                  </a:lnTo>
                  <a:lnTo>
                    <a:pt x="6643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4" y="15369"/>
                  </a:lnTo>
                  <a:lnTo>
                    <a:pt x="6179" y="15292"/>
                  </a:lnTo>
                  <a:lnTo>
                    <a:pt x="6025" y="15253"/>
                  </a:lnTo>
                  <a:lnTo>
                    <a:pt x="5716" y="15253"/>
                  </a:lnTo>
                  <a:lnTo>
                    <a:pt x="5484" y="15292"/>
                  </a:lnTo>
                  <a:lnTo>
                    <a:pt x="5214" y="15407"/>
                  </a:lnTo>
                  <a:lnTo>
                    <a:pt x="5021" y="15600"/>
                  </a:lnTo>
                  <a:lnTo>
                    <a:pt x="4828" y="15794"/>
                  </a:lnTo>
                  <a:lnTo>
                    <a:pt x="4712" y="16025"/>
                  </a:lnTo>
                  <a:lnTo>
                    <a:pt x="4596" y="16296"/>
                  </a:lnTo>
                  <a:lnTo>
                    <a:pt x="4596" y="16566"/>
                  </a:lnTo>
                  <a:lnTo>
                    <a:pt x="4635" y="16991"/>
                  </a:lnTo>
                  <a:lnTo>
                    <a:pt x="4751" y="17300"/>
                  </a:lnTo>
                  <a:lnTo>
                    <a:pt x="4905" y="17531"/>
                  </a:lnTo>
                  <a:lnTo>
                    <a:pt x="5098" y="17724"/>
                  </a:lnTo>
                  <a:lnTo>
                    <a:pt x="5368" y="17840"/>
                  </a:lnTo>
                  <a:lnTo>
                    <a:pt x="5677" y="17917"/>
                  </a:lnTo>
                  <a:lnTo>
                    <a:pt x="6025" y="17956"/>
                  </a:lnTo>
                  <a:lnTo>
                    <a:pt x="6372" y="17917"/>
                  </a:lnTo>
                  <a:lnTo>
                    <a:pt x="6720" y="17840"/>
                  </a:lnTo>
                  <a:lnTo>
                    <a:pt x="7106" y="17763"/>
                  </a:lnTo>
                  <a:lnTo>
                    <a:pt x="7878" y="17531"/>
                  </a:lnTo>
                  <a:lnTo>
                    <a:pt x="8573" y="17222"/>
                  </a:lnTo>
                  <a:lnTo>
                    <a:pt x="9153" y="16952"/>
                  </a:lnTo>
                  <a:lnTo>
                    <a:pt x="9230" y="16875"/>
                  </a:lnTo>
                  <a:lnTo>
                    <a:pt x="9462" y="16759"/>
                  </a:lnTo>
                  <a:lnTo>
                    <a:pt x="10234" y="16257"/>
                  </a:lnTo>
                  <a:lnTo>
                    <a:pt x="10813" y="17106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4"/>
                  </a:lnTo>
                  <a:lnTo>
                    <a:pt x="12280" y="19037"/>
                  </a:lnTo>
                  <a:lnTo>
                    <a:pt x="12203" y="18883"/>
                  </a:lnTo>
                  <a:lnTo>
                    <a:pt x="11817" y="18149"/>
                  </a:lnTo>
                  <a:lnTo>
                    <a:pt x="11392" y="17454"/>
                  </a:lnTo>
                  <a:lnTo>
                    <a:pt x="10929" y="16759"/>
                  </a:lnTo>
                  <a:lnTo>
                    <a:pt x="10466" y="16102"/>
                  </a:lnTo>
                  <a:lnTo>
                    <a:pt x="10968" y="15716"/>
                  </a:lnTo>
                  <a:lnTo>
                    <a:pt x="11470" y="15253"/>
                  </a:lnTo>
                  <a:lnTo>
                    <a:pt x="11894" y="14790"/>
                  </a:lnTo>
                  <a:lnTo>
                    <a:pt x="12126" y="14558"/>
                  </a:lnTo>
                  <a:lnTo>
                    <a:pt x="12280" y="14288"/>
                  </a:lnTo>
                  <a:lnTo>
                    <a:pt x="12435" y="14056"/>
                  </a:lnTo>
                  <a:lnTo>
                    <a:pt x="12512" y="13786"/>
                  </a:lnTo>
                  <a:lnTo>
                    <a:pt x="12589" y="13554"/>
                  </a:lnTo>
                  <a:lnTo>
                    <a:pt x="12628" y="13284"/>
                  </a:lnTo>
                  <a:lnTo>
                    <a:pt x="12589" y="13052"/>
                  </a:lnTo>
                  <a:lnTo>
                    <a:pt x="12512" y="12820"/>
                  </a:lnTo>
                  <a:lnTo>
                    <a:pt x="12358" y="12589"/>
                  </a:lnTo>
                  <a:lnTo>
                    <a:pt x="12165" y="12357"/>
                  </a:lnTo>
                  <a:lnTo>
                    <a:pt x="11972" y="12202"/>
                  </a:lnTo>
                  <a:lnTo>
                    <a:pt x="11740" y="12087"/>
                  </a:lnTo>
                  <a:lnTo>
                    <a:pt x="11470" y="12009"/>
                  </a:lnTo>
                  <a:lnTo>
                    <a:pt x="11238" y="12009"/>
                  </a:lnTo>
                  <a:lnTo>
                    <a:pt x="10968" y="12048"/>
                  </a:lnTo>
                  <a:lnTo>
                    <a:pt x="10736" y="12125"/>
                  </a:lnTo>
                  <a:lnTo>
                    <a:pt x="10543" y="12280"/>
                  </a:lnTo>
                  <a:lnTo>
                    <a:pt x="10388" y="12511"/>
                  </a:lnTo>
                  <a:lnTo>
                    <a:pt x="10311" y="12704"/>
                  </a:lnTo>
                  <a:lnTo>
                    <a:pt x="10273" y="12897"/>
                  </a:lnTo>
                  <a:lnTo>
                    <a:pt x="10273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20" y="13786"/>
                  </a:lnTo>
                  <a:lnTo>
                    <a:pt x="10813" y="13901"/>
                  </a:lnTo>
                  <a:lnTo>
                    <a:pt x="10504" y="14249"/>
                  </a:lnTo>
                  <a:lnTo>
                    <a:pt x="10157" y="14597"/>
                  </a:lnTo>
                  <a:lnTo>
                    <a:pt x="9771" y="14867"/>
                  </a:lnTo>
                  <a:lnTo>
                    <a:pt x="9431" y="15083"/>
                  </a:lnTo>
                  <a:lnTo>
                    <a:pt x="9431" y="15083"/>
                  </a:lnTo>
                  <a:lnTo>
                    <a:pt x="9462" y="15021"/>
                  </a:lnTo>
                  <a:lnTo>
                    <a:pt x="9500" y="14944"/>
                  </a:lnTo>
                  <a:lnTo>
                    <a:pt x="9462" y="14828"/>
                  </a:lnTo>
                  <a:lnTo>
                    <a:pt x="5716" y="5754"/>
                  </a:lnTo>
                  <a:lnTo>
                    <a:pt x="4789" y="3475"/>
                  </a:lnTo>
                  <a:lnTo>
                    <a:pt x="4364" y="2471"/>
                  </a:lnTo>
                  <a:lnTo>
                    <a:pt x="4133" y="1969"/>
                  </a:lnTo>
                  <a:lnTo>
                    <a:pt x="3978" y="1738"/>
                  </a:lnTo>
                  <a:lnTo>
                    <a:pt x="3824" y="1545"/>
                  </a:lnTo>
                  <a:lnTo>
                    <a:pt x="3515" y="1236"/>
                  </a:lnTo>
                  <a:lnTo>
                    <a:pt x="3129" y="965"/>
                  </a:lnTo>
                  <a:lnTo>
                    <a:pt x="2743" y="772"/>
                  </a:lnTo>
                  <a:lnTo>
                    <a:pt x="2279" y="541"/>
                  </a:lnTo>
                  <a:lnTo>
                    <a:pt x="1816" y="386"/>
                  </a:lnTo>
                  <a:lnTo>
                    <a:pt x="1391" y="232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6"/>
            <p:cNvSpPr/>
            <p:nvPr/>
          </p:nvSpPr>
          <p:spPr>
            <a:xfrm>
              <a:off x="5383550" y="11801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2"/>
                  </a:lnTo>
                  <a:lnTo>
                    <a:pt x="1583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2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6"/>
            <p:cNvSpPr/>
            <p:nvPr/>
          </p:nvSpPr>
          <p:spPr>
            <a:xfrm>
              <a:off x="1657200" y="1227450"/>
              <a:ext cx="61825" cy="90775"/>
            </a:xfrm>
            <a:custGeom>
              <a:avLst/>
              <a:gdLst/>
              <a:ahLst/>
              <a:cxnLst/>
              <a:rect l="l" t="t" r="r" b="b"/>
              <a:pathLst>
                <a:path w="2473" h="3631" extrusionOk="0">
                  <a:moveTo>
                    <a:pt x="1198" y="0"/>
                  </a:moveTo>
                  <a:lnTo>
                    <a:pt x="1082" y="39"/>
                  </a:lnTo>
                  <a:lnTo>
                    <a:pt x="1005" y="39"/>
                  </a:lnTo>
                  <a:lnTo>
                    <a:pt x="966" y="116"/>
                  </a:lnTo>
                  <a:lnTo>
                    <a:pt x="966" y="194"/>
                  </a:lnTo>
                  <a:lnTo>
                    <a:pt x="966" y="232"/>
                  </a:lnTo>
                  <a:lnTo>
                    <a:pt x="850" y="271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5" y="618"/>
                  </a:lnTo>
                  <a:lnTo>
                    <a:pt x="773" y="657"/>
                  </a:lnTo>
                  <a:lnTo>
                    <a:pt x="850" y="734"/>
                  </a:lnTo>
                  <a:lnTo>
                    <a:pt x="1082" y="811"/>
                  </a:lnTo>
                  <a:lnTo>
                    <a:pt x="1275" y="966"/>
                  </a:lnTo>
                  <a:lnTo>
                    <a:pt x="1468" y="1120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70" y="2163"/>
                  </a:lnTo>
                  <a:lnTo>
                    <a:pt x="1932" y="2472"/>
                  </a:lnTo>
                  <a:lnTo>
                    <a:pt x="1816" y="2742"/>
                  </a:lnTo>
                  <a:lnTo>
                    <a:pt x="1739" y="2897"/>
                  </a:lnTo>
                  <a:lnTo>
                    <a:pt x="1661" y="2974"/>
                  </a:lnTo>
                  <a:lnTo>
                    <a:pt x="1545" y="3090"/>
                  </a:lnTo>
                  <a:lnTo>
                    <a:pt x="1391" y="3128"/>
                  </a:lnTo>
                  <a:lnTo>
                    <a:pt x="1237" y="3167"/>
                  </a:lnTo>
                  <a:lnTo>
                    <a:pt x="1043" y="3128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626"/>
                  </a:lnTo>
                  <a:lnTo>
                    <a:pt x="928" y="2472"/>
                  </a:lnTo>
                  <a:lnTo>
                    <a:pt x="1082" y="2356"/>
                  </a:lnTo>
                  <a:lnTo>
                    <a:pt x="1159" y="2279"/>
                  </a:lnTo>
                  <a:lnTo>
                    <a:pt x="1159" y="2163"/>
                  </a:lnTo>
                  <a:lnTo>
                    <a:pt x="1159" y="2047"/>
                  </a:lnTo>
                  <a:lnTo>
                    <a:pt x="1082" y="1970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52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63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48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60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630"/>
                  </a:lnTo>
                  <a:lnTo>
                    <a:pt x="1275" y="3630"/>
                  </a:lnTo>
                  <a:lnTo>
                    <a:pt x="1507" y="3592"/>
                  </a:lnTo>
                  <a:lnTo>
                    <a:pt x="1700" y="3514"/>
                  </a:lnTo>
                  <a:lnTo>
                    <a:pt x="1854" y="3437"/>
                  </a:lnTo>
                  <a:lnTo>
                    <a:pt x="2047" y="3244"/>
                  </a:lnTo>
                  <a:lnTo>
                    <a:pt x="2202" y="3090"/>
                  </a:lnTo>
                  <a:lnTo>
                    <a:pt x="2318" y="2897"/>
                  </a:lnTo>
                  <a:lnTo>
                    <a:pt x="2395" y="2703"/>
                  </a:lnTo>
                  <a:lnTo>
                    <a:pt x="2434" y="2472"/>
                  </a:lnTo>
                  <a:lnTo>
                    <a:pt x="2472" y="2279"/>
                  </a:lnTo>
                  <a:lnTo>
                    <a:pt x="2434" y="2047"/>
                  </a:lnTo>
                  <a:lnTo>
                    <a:pt x="2395" y="1815"/>
                  </a:lnTo>
                  <a:lnTo>
                    <a:pt x="2318" y="1622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6"/>
            <p:cNvSpPr/>
            <p:nvPr/>
          </p:nvSpPr>
          <p:spPr>
            <a:xfrm>
              <a:off x="6055450" y="1230350"/>
              <a:ext cx="302175" cy="155450"/>
            </a:xfrm>
            <a:custGeom>
              <a:avLst/>
              <a:gdLst/>
              <a:ahLst/>
              <a:cxnLst/>
              <a:rect l="l" t="t" r="r" b="b"/>
              <a:pathLst>
                <a:path w="12087" h="6218" extrusionOk="0">
                  <a:moveTo>
                    <a:pt x="11739" y="0"/>
                  </a:moveTo>
                  <a:lnTo>
                    <a:pt x="11662" y="39"/>
                  </a:lnTo>
                  <a:lnTo>
                    <a:pt x="11585" y="78"/>
                  </a:lnTo>
                  <a:lnTo>
                    <a:pt x="11507" y="116"/>
                  </a:lnTo>
                  <a:lnTo>
                    <a:pt x="11469" y="232"/>
                  </a:lnTo>
                  <a:lnTo>
                    <a:pt x="11469" y="309"/>
                  </a:lnTo>
                  <a:lnTo>
                    <a:pt x="11507" y="425"/>
                  </a:lnTo>
                  <a:lnTo>
                    <a:pt x="11585" y="580"/>
                  </a:lnTo>
                  <a:lnTo>
                    <a:pt x="11623" y="773"/>
                  </a:lnTo>
                  <a:lnTo>
                    <a:pt x="11585" y="966"/>
                  </a:lnTo>
                  <a:lnTo>
                    <a:pt x="11507" y="1120"/>
                  </a:lnTo>
                  <a:lnTo>
                    <a:pt x="11392" y="1275"/>
                  </a:lnTo>
                  <a:lnTo>
                    <a:pt x="11276" y="1429"/>
                  </a:lnTo>
                  <a:lnTo>
                    <a:pt x="10928" y="1738"/>
                  </a:lnTo>
                  <a:lnTo>
                    <a:pt x="10503" y="2008"/>
                  </a:lnTo>
                  <a:lnTo>
                    <a:pt x="10079" y="2240"/>
                  </a:lnTo>
                  <a:lnTo>
                    <a:pt x="9422" y="2587"/>
                  </a:lnTo>
                  <a:lnTo>
                    <a:pt x="9036" y="2781"/>
                  </a:lnTo>
                  <a:lnTo>
                    <a:pt x="9036" y="2703"/>
                  </a:lnTo>
                  <a:lnTo>
                    <a:pt x="8959" y="2626"/>
                  </a:lnTo>
                  <a:lnTo>
                    <a:pt x="8495" y="2201"/>
                  </a:lnTo>
                  <a:lnTo>
                    <a:pt x="8109" y="1699"/>
                  </a:lnTo>
                  <a:lnTo>
                    <a:pt x="7839" y="1892"/>
                  </a:lnTo>
                  <a:lnTo>
                    <a:pt x="7993" y="2201"/>
                  </a:lnTo>
                  <a:lnTo>
                    <a:pt x="8187" y="2510"/>
                  </a:lnTo>
                  <a:lnTo>
                    <a:pt x="8418" y="2781"/>
                  </a:lnTo>
                  <a:lnTo>
                    <a:pt x="8650" y="2974"/>
                  </a:lnTo>
                  <a:lnTo>
                    <a:pt x="7607" y="3514"/>
                  </a:lnTo>
                  <a:lnTo>
                    <a:pt x="6565" y="3978"/>
                  </a:lnTo>
                  <a:lnTo>
                    <a:pt x="5252" y="4518"/>
                  </a:lnTo>
                  <a:lnTo>
                    <a:pt x="3939" y="4982"/>
                  </a:lnTo>
                  <a:lnTo>
                    <a:pt x="3669" y="5059"/>
                  </a:lnTo>
                  <a:lnTo>
                    <a:pt x="3707" y="4711"/>
                  </a:lnTo>
                  <a:lnTo>
                    <a:pt x="3630" y="4364"/>
                  </a:lnTo>
                  <a:lnTo>
                    <a:pt x="3514" y="4055"/>
                  </a:lnTo>
                  <a:lnTo>
                    <a:pt x="3321" y="3707"/>
                  </a:lnTo>
                  <a:lnTo>
                    <a:pt x="3012" y="3900"/>
                  </a:lnTo>
                  <a:lnTo>
                    <a:pt x="3128" y="4171"/>
                  </a:lnTo>
                  <a:lnTo>
                    <a:pt x="3205" y="4441"/>
                  </a:lnTo>
                  <a:lnTo>
                    <a:pt x="3244" y="4866"/>
                  </a:lnTo>
                  <a:lnTo>
                    <a:pt x="3244" y="5252"/>
                  </a:lnTo>
                  <a:lnTo>
                    <a:pt x="2356" y="5522"/>
                  </a:lnTo>
                  <a:lnTo>
                    <a:pt x="1892" y="5638"/>
                  </a:lnTo>
                  <a:lnTo>
                    <a:pt x="1429" y="5677"/>
                  </a:lnTo>
                  <a:lnTo>
                    <a:pt x="1043" y="5715"/>
                  </a:lnTo>
                  <a:lnTo>
                    <a:pt x="850" y="5715"/>
                  </a:lnTo>
                  <a:lnTo>
                    <a:pt x="695" y="5677"/>
                  </a:lnTo>
                  <a:lnTo>
                    <a:pt x="579" y="5599"/>
                  </a:lnTo>
                  <a:lnTo>
                    <a:pt x="464" y="5522"/>
                  </a:lnTo>
                  <a:lnTo>
                    <a:pt x="386" y="5406"/>
                  </a:lnTo>
                  <a:lnTo>
                    <a:pt x="348" y="5291"/>
                  </a:lnTo>
                  <a:lnTo>
                    <a:pt x="309" y="5213"/>
                  </a:lnTo>
                  <a:lnTo>
                    <a:pt x="270" y="5175"/>
                  </a:lnTo>
                  <a:lnTo>
                    <a:pt x="155" y="5136"/>
                  </a:lnTo>
                  <a:lnTo>
                    <a:pt x="77" y="5175"/>
                  </a:lnTo>
                  <a:lnTo>
                    <a:pt x="39" y="5213"/>
                  </a:lnTo>
                  <a:lnTo>
                    <a:pt x="0" y="5291"/>
                  </a:lnTo>
                  <a:lnTo>
                    <a:pt x="0" y="5445"/>
                  </a:lnTo>
                  <a:lnTo>
                    <a:pt x="39" y="5599"/>
                  </a:lnTo>
                  <a:lnTo>
                    <a:pt x="77" y="5754"/>
                  </a:lnTo>
                  <a:lnTo>
                    <a:pt x="155" y="5870"/>
                  </a:lnTo>
                  <a:lnTo>
                    <a:pt x="232" y="5947"/>
                  </a:lnTo>
                  <a:lnTo>
                    <a:pt x="309" y="6024"/>
                  </a:lnTo>
                  <a:lnTo>
                    <a:pt x="541" y="6140"/>
                  </a:lnTo>
                  <a:lnTo>
                    <a:pt x="811" y="6179"/>
                  </a:lnTo>
                  <a:lnTo>
                    <a:pt x="1120" y="6217"/>
                  </a:lnTo>
                  <a:lnTo>
                    <a:pt x="1429" y="6179"/>
                  </a:lnTo>
                  <a:lnTo>
                    <a:pt x="1699" y="6140"/>
                  </a:lnTo>
                  <a:lnTo>
                    <a:pt x="2896" y="5831"/>
                  </a:lnTo>
                  <a:lnTo>
                    <a:pt x="4093" y="5445"/>
                  </a:lnTo>
                  <a:lnTo>
                    <a:pt x="5290" y="5020"/>
                  </a:lnTo>
                  <a:lnTo>
                    <a:pt x="6449" y="4557"/>
                  </a:lnTo>
                  <a:lnTo>
                    <a:pt x="7530" y="4093"/>
                  </a:lnTo>
                  <a:lnTo>
                    <a:pt x="8573" y="3591"/>
                  </a:lnTo>
                  <a:lnTo>
                    <a:pt x="9615" y="3051"/>
                  </a:lnTo>
                  <a:lnTo>
                    <a:pt x="10619" y="2472"/>
                  </a:lnTo>
                  <a:lnTo>
                    <a:pt x="10928" y="2279"/>
                  </a:lnTo>
                  <a:lnTo>
                    <a:pt x="11276" y="2047"/>
                  </a:lnTo>
                  <a:lnTo>
                    <a:pt x="11546" y="1777"/>
                  </a:lnTo>
                  <a:lnTo>
                    <a:pt x="11816" y="1506"/>
                  </a:lnTo>
                  <a:lnTo>
                    <a:pt x="12009" y="1197"/>
                  </a:lnTo>
                  <a:lnTo>
                    <a:pt x="12048" y="1043"/>
                  </a:lnTo>
                  <a:lnTo>
                    <a:pt x="12087" y="888"/>
                  </a:lnTo>
                  <a:lnTo>
                    <a:pt x="12087" y="695"/>
                  </a:lnTo>
                  <a:lnTo>
                    <a:pt x="12048" y="502"/>
                  </a:lnTo>
                  <a:lnTo>
                    <a:pt x="12009" y="309"/>
                  </a:lnTo>
                  <a:lnTo>
                    <a:pt x="11894" y="116"/>
                  </a:lnTo>
                  <a:lnTo>
                    <a:pt x="11816" y="39"/>
                  </a:lnTo>
                  <a:lnTo>
                    <a:pt x="1173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6"/>
            <p:cNvSpPr/>
            <p:nvPr/>
          </p:nvSpPr>
          <p:spPr>
            <a:xfrm>
              <a:off x="4272400" y="1236125"/>
              <a:ext cx="61800" cy="89825"/>
            </a:xfrm>
            <a:custGeom>
              <a:avLst/>
              <a:gdLst/>
              <a:ahLst/>
              <a:cxnLst/>
              <a:rect l="l" t="t" r="r" b="b"/>
              <a:pathLst>
                <a:path w="2472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4" y="349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1" y="1932"/>
                  </a:lnTo>
                  <a:lnTo>
                    <a:pt x="1931" y="2163"/>
                  </a:lnTo>
                  <a:lnTo>
                    <a:pt x="1931" y="2434"/>
                  </a:lnTo>
                  <a:lnTo>
                    <a:pt x="1815" y="2743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43"/>
                  </a:lnTo>
                  <a:lnTo>
                    <a:pt x="850" y="2588"/>
                  </a:lnTo>
                  <a:lnTo>
                    <a:pt x="927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0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5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5" y="2356"/>
                  </a:lnTo>
                  <a:lnTo>
                    <a:pt x="348" y="2627"/>
                  </a:lnTo>
                  <a:lnTo>
                    <a:pt x="309" y="2897"/>
                  </a:lnTo>
                  <a:lnTo>
                    <a:pt x="348" y="3052"/>
                  </a:lnTo>
                  <a:lnTo>
                    <a:pt x="425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7" y="2858"/>
                  </a:lnTo>
                  <a:lnTo>
                    <a:pt x="2395" y="2665"/>
                  </a:lnTo>
                  <a:lnTo>
                    <a:pt x="2433" y="2472"/>
                  </a:lnTo>
                  <a:lnTo>
                    <a:pt x="2472" y="2241"/>
                  </a:lnTo>
                  <a:lnTo>
                    <a:pt x="2433" y="2009"/>
                  </a:lnTo>
                  <a:lnTo>
                    <a:pt x="2395" y="1816"/>
                  </a:lnTo>
                  <a:lnTo>
                    <a:pt x="2317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6"/>
            <p:cNvSpPr/>
            <p:nvPr/>
          </p:nvSpPr>
          <p:spPr>
            <a:xfrm>
              <a:off x="799000" y="1245800"/>
              <a:ext cx="106200" cy="124550"/>
            </a:xfrm>
            <a:custGeom>
              <a:avLst/>
              <a:gdLst/>
              <a:ahLst/>
              <a:cxnLst/>
              <a:rect l="l" t="t" r="r" b="b"/>
              <a:pathLst>
                <a:path w="4248" h="4982" extrusionOk="0">
                  <a:moveTo>
                    <a:pt x="3862" y="0"/>
                  </a:moveTo>
                  <a:lnTo>
                    <a:pt x="3591" y="579"/>
                  </a:lnTo>
                  <a:lnTo>
                    <a:pt x="3244" y="1159"/>
                  </a:lnTo>
                  <a:lnTo>
                    <a:pt x="2896" y="1699"/>
                  </a:lnTo>
                  <a:lnTo>
                    <a:pt x="2510" y="2201"/>
                  </a:lnTo>
                  <a:lnTo>
                    <a:pt x="1931" y="2858"/>
                  </a:lnTo>
                  <a:lnTo>
                    <a:pt x="1313" y="3475"/>
                  </a:lnTo>
                  <a:lnTo>
                    <a:pt x="1004" y="3784"/>
                  </a:lnTo>
                  <a:lnTo>
                    <a:pt x="657" y="4016"/>
                  </a:lnTo>
                  <a:lnTo>
                    <a:pt x="309" y="4286"/>
                  </a:lnTo>
                  <a:lnTo>
                    <a:pt x="0" y="4595"/>
                  </a:lnTo>
                  <a:lnTo>
                    <a:pt x="39" y="4981"/>
                  </a:lnTo>
                  <a:lnTo>
                    <a:pt x="155" y="4981"/>
                  </a:lnTo>
                  <a:lnTo>
                    <a:pt x="541" y="4788"/>
                  </a:lnTo>
                  <a:lnTo>
                    <a:pt x="927" y="4557"/>
                  </a:lnTo>
                  <a:lnTo>
                    <a:pt x="1313" y="4248"/>
                  </a:lnTo>
                  <a:lnTo>
                    <a:pt x="1699" y="3939"/>
                  </a:lnTo>
                  <a:lnTo>
                    <a:pt x="2008" y="3591"/>
                  </a:lnTo>
                  <a:lnTo>
                    <a:pt x="2356" y="3205"/>
                  </a:lnTo>
                  <a:lnTo>
                    <a:pt x="2896" y="2510"/>
                  </a:lnTo>
                  <a:lnTo>
                    <a:pt x="3321" y="1969"/>
                  </a:lnTo>
                  <a:lnTo>
                    <a:pt x="3669" y="1390"/>
                  </a:lnTo>
                  <a:lnTo>
                    <a:pt x="3978" y="811"/>
                  </a:lnTo>
                  <a:lnTo>
                    <a:pt x="4248" y="193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6"/>
            <p:cNvSpPr/>
            <p:nvPr/>
          </p:nvSpPr>
          <p:spPr>
            <a:xfrm>
              <a:off x="747825" y="12477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5" y="271"/>
                  </a:move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7"/>
                  </a:lnTo>
                  <a:lnTo>
                    <a:pt x="1545" y="1313"/>
                  </a:lnTo>
                  <a:lnTo>
                    <a:pt x="1429" y="1391"/>
                  </a:lnTo>
                  <a:lnTo>
                    <a:pt x="1352" y="1468"/>
                  </a:lnTo>
                  <a:lnTo>
                    <a:pt x="1198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468"/>
                  </a:lnTo>
                  <a:lnTo>
                    <a:pt x="580" y="1429"/>
                  </a:lnTo>
                  <a:lnTo>
                    <a:pt x="503" y="1313"/>
                  </a:lnTo>
                  <a:lnTo>
                    <a:pt x="464" y="1197"/>
                  </a:lnTo>
                  <a:lnTo>
                    <a:pt x="425" y="1004"/>
                  </a:lnTo>
                  <a:lnTo>
                    <a:pt x="425" y="773"/>
                  </a:lnTo>
                  <a:lnTo>
                    <a:pt x="541" y="580"/>
                  </a:lnTo>
                  <a:lnTo>
                    <a:pt x="696" y="425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78"/>
                  </a:lnTo>
                  <a:lnTo>
                    <a:pt x="657" y="116"/>
                  </a:lnTo>
                  <a:lnTo>
                    <a:pt x="541" y="78"/>
                  </a:lnTo>
                  <a:lnTo>
                    <a:pt x="425" y="116"/>
                  </a:lnTo>
                  <a:lnTo>
                    <a:pt x="271" y="193"/>
                  </a:lnTo>
                  <a:lnTo>
                    <a:pt x="155" y="348"/>
                  </a:lnTo>
                  <a:lnTo>
                    <a:pt x="78" y="502"/>
                  </a:lnTo>
                  <a:lnTo>
                    <a:pt x="1" y="695"/>
                  </a:lnTo>
                  <a:lnTo>
                    <a:pt x="1" y="889"/>
                  </a:lnTo>
                  <a:lnTo>
                    <a:pt x="1" y="1082"/>
                  </a:lnTo>
                  <a:lnTo>
                    <a:pt x="39" y="1275"/>
                  </a:lnTo>
                  <a:lnTo>
                    <a:pt x="78" y="1429"/>
                  </a:lnTo>
                  <a:lnTo>
                    <a:pt x="194" y="1622"/>
                  </a:lnTo>
                  <a:lnTo>
                    <a:pt x="310" y="1777"/>
                  </a:lnTo>
                  <a:lnTo>
                    <a:pt x="464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043" y="2008"/>
                  </a:lnTo>
                  <a:lnTo>
                    <a:pt x="1236" y="1970"/>
                  </a:lnTo>
                  <a:lnTo>
                    <a:pt x="1429" y="1892"/>
                  </a:lnTo>
                  <a:lnTo>
                    <a:pt x="1584" y="1815"/>
                  </a:lnTo>
                  <a:lnTo>
                    <a:pt x="1738" y="1699"/>
                  </a:lnTo>
                  <a:lnTo>
                    <a:pt x="1893" y="1545"/>
                  </a:lnTo>
                  <a:lnTo>
                    <a:pt x="1970" y="1352"/>
                  </a:lnTo>
                  <a:lnTo>
                    <a:pt x="2047" y="1197"/>
                  </a:lnTo>
                  <a:lnTo>
                    <a:pt x="2086" y="1004"/>
                  </a:lnTo>
                  <a:lnTo>
                    <a:pt x="2047" y="811"/>
                  </a:lnTo>
                  <a:lnTo>
                    <a:pt x="1970" y="580"/>
                  </a:lnTo>
                  <a:lnTo>
                    <a:pt x="1893" y="425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78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6"/>
            <p:cNvSpPr/>
            <p:nvPr/>
          </p:nvSpPr>
          <p:spPr>
            <a:xfrm>
              <a:off x="1261400" y="125255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194"/>
                  </a:lnTo>
                  <a:lnTo>
                    <a:pt x="503" y="927"/>
                  </a:lnTo>
                  <a:lnTo>
                    <a:pt x="1043" y="1622"/>
                  </a:lnTo>
                  <a:lnTo>
                    <a:pt x="1700" y="2240"/>
                  </a:lnTo>
                  <a:lnTo>
                    <a:pt x="2356" y="2858"/>
                  </a:lnTo>
                  <a:lnTo>
                    <a:pt x="3090" y="3360"/>
                  </a:lnTo>
                  <a:lnTo>
                    <a:pt x="3901" y="3823"/>
                  </a:lnTo>
                  <a:lnTo>
                    <a:pt x="4673" y="4209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05"/>
                  </a:lnTo>
                  <a:lnTo>
                    <a:pt x="7685" y="4943"/>
                  </a:lnTo>
                  <a:lnTo>
                    <a:pt x="8110" y="4982"/>
                  </a:lnTo>
                  <a:lnTo>
                    <a:pt x="8535" y="4943"/>
                  </a:lnTo>
                  <a:lnTo>
                    <a:pt x="8998" y="4905"/>
                  </a:lnTo>
                  <a:lnTo>
                    <a:pt x="9423" y="4866"/>
                  </a:lnTo>
                  <a:lnTo>
                    <a:pt x="9848" y="4750"/>
                  </a:lnTo>
                  <a:lnTo>
                    <a:pt x="10272" y="4634"/>
                  </a:lnTo>
                  <a:lnTo>
                    <a:pt x="10658" y="4480"/>
                  </a:lnTo>
                  <a:lnTo>
                    <a:pt x="11083" y="4325"/>
                  </a:lnTo>
                  <a:lnTo>
                    <a:pt x="11469" y="4094"/>
                  </a:lnTo>
                  <a:lnTo>
                    <a:pt x="11856" y="3862"/>
                  </a:lnTo>
                  <a:lnTo>
                    <a:pt x="12242" y="3592"/>
                  </a:lnTo>
                  <a:lnTo>
                    <a:pt x="12319" y="3514"/>
                  </a:lnTo>
                  <a:lnTo>
                    <a:pt x="12435" y="3167"/>
                  </a:lnTo>
                  <a:lnTo>
                    <a:pt x="12280" y="3167"/>
                  </a:lnTo>
                  <a:lnTo>
                    <a:pt x="12203" y="3128"/>
                  </a:lnTo>
                  <a:lnTo>
                    <a:pt x="12126" y="3090"/>
                  </a:lnTo>
                  <a:lnTo>
                    <a:pt x="12010" y="3128"/>
                  </a:lnTo>
                  <a:lnTo>
                    <a:pt x="11933" y="3167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03"/>
                  </a:lnTo>
                  <a:lnTo>
                    <a:pt x="8342" y="4441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3" y="4325"/>
                  </a:lnTo>
                  <a:lnTo>
                    <a:pt x="6218" y="4248"/>
                  </a:lnTo>
                  <a:lnTo>
                    <a:pt x="5793" y="4132"/>
                  </a:lnTo>
                  <a:lnTo>
                    <a:pt x="5407" y="4016"/>
                  </a:lnTo>
                  <a:lnTo>
                    <a:pt x="4596" y="3669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6"/>
            <p:cNvSpPr/>
            <p:nvPr/>
          </p:nvSpPr>
          <p:spPr>
            <a:xfrm>
              <a:off x="1569350" y="1258350"/>
              <a:ext cx="92700" cy="136125"/>
            </a:xfrm>
            <a:custGeom>
              <a:avLst/>
              <a:gdLst/>
              <a:ahLst/>
              <a:cxnLst/>
              <a:rect l="l" t="t" r="r" b="b"/>
              <a:pathLst>
                <a:path w="3708" h="5445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67"/>
                  </a:lnTo>
                  <a:lnTo>
                    <a:pt x="1159" y="1815"/>
                  </a:lnTo>
                  <a:lnTo>
                    <a:pt x="1082" y="1892"/>
                  </a:lnTo>
                  <a:lnTo>
                    <a:pt x="1082" y="1969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201"/>
                  </a:lnTo>
                  <a:lnTo>
                    <a:pt x="812" y="2278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510"/>
                  </a:lnTo>
                  <a:lnTo>
                    <a:pt x="966" y="2549"/>
                  </a:lnTo>
                  <a:lnTo>
                    <a:pt x="1198" y="2626"/>
                  </a:lnTo>
                  <a:lnTo>
                    <a:pt x="1430" y="2703"/>
                  </a:lnTo>
                  <a:lnTo>
                    <a:pt x="1623" y="2858"/>
                  </a:lnTo>
                  <a:lnTo>
                    <a:pt x="1816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132"/>
                  </a:lnTo>
                  <a:lnTo>
                    <a:pt x="2009" y="4364"/>
                  </a:lnTo>
                  <a:lnTo>
                    <a:pt x="1893" y="4557"/>
                  </a:lnTo>
                  <a:lnTo>
                    <a:pt x="1739" y="4711"/>
                  </a:lnTo>
                  <a:lnTo>
                    <a:pt x="1545" y="4866"/>
                  </a:lnTo>
                  <a:lnTo>
                    <a:pt x="1314" y="4943"/>
                  </a:lnTo>
                  <a:lnTo>
                    <a:pt x="1198" y="4981"/>
                  </a:lnTo>
                  <a:lnTo>
                    <a:pt x="1082" y="4981"/>
                  </a:lnTo>
                  <a:lnTo>
                    <a:pt x="889" y="4904"/>
                  </a:lnTo>
                  <a:lnTo>
                    <a:pt x="773" y="4788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966" y="4132"/>
                  </a:lnTo>
                  <a:lnTo>
                    <a:pt x="1121" y="4093"/>
                  </a:lnTo>
                  <a:lnTo>
                    <a:pt x="1237" y="4055"/>
                  </a:lnTo>
                  <a:lnTo>
                    <a:pt x="1314" y="3939"/>
                  </a:lnTo>
                  <a:lnTo>
                    <a:pt x="1314" y="3784"/>
                  </a:lnTo>
                  <a:lnTo>
                    <a:pt x="1275" y="3746"/>
                  </a:lnTo>
                  <a:lnTo>
                    <a:pt x="1237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900"/>
                  </a:lnTo>
                  <a:lnTo>
                    <a:pt x="387" y="3977"/>
                  </a:lnTo>
                  <a:lnTo>
                    <a:pt x="310" y="4132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904"/>
                  </a:lnTo>
                  <a:lnTo>
                    <a:pt x="387" y="5097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30" y="5406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41" y="4866"/>
                  </a:lnTo>
                  <a:lnTo>
                    <a:pt x="2395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89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510"/>
                  </a:lnTo>
                  <a:lnTo>
                    <a:pt x="1739" y="2356"/>
                  </a:lnTo>
                  <a:lnTo>
                    <a:pt x="1507" y="2240"/>
                  </a:lnTo>
                  <a:lnTo>
                    <a:pt x="1275" y="2124"/>
                  </a:lnTo>
                  <a:lnTo>
                    <a:pt x="1623" y="2008"/>
                  </a:lnTo>
                  <a:lnTo>
                    <a:pt x="1932" y="1815"/>
                  </a:lnTo>
                  <a:lnTo>
                    <a:pt x="2279" y="1661"/>
                  </a:lnTo>
                  <a:lnTo>
                    <a:pt x="2549" y="1429"/>
                  </a:lnTo>
                  <a:lnTo>
                    <a:pt x="2820" y="1197"/>
                  </a:lnTo>
                  <a:lnTo>
                    <a:pt x="3129" y="966"/>
                  </a:lnTo>
                  <a:lnTo>
                    <a:pt x="3360" y="695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6"/>
            <p:cNvSpPr/>
            <p:nvPr/>
          </p:nvSpPr>
          <p:spPr>
            <a:xfrm>
              <a:off x="3876600" y="12602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9" y="3553"/>
                  </a:lnTo>
                  <a:lnTo>
                    <a:pt x="12434" y="3205"/>
                  </a:lnTo>
                  <a:lnTo>
                    <a:pt x="12357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2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6" y="4016"/>
                  </a:lnTo>
                  <a:lnTo>
                    <a:pt x="10040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5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6"/>
            <p:cNvSpPr/>
            <p:nvPr/>
          </p:nvSpPr>
          <p:spPr>
            <a:xfrm>
              <a:off x="4184550" y="1267025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1" y="2240"/>
                  </a:lnTo>
                  <a:lnTo>
                    <a:pt x="811" y="2356"/>
                  </a:lnTo>
                  <a:lnTo>
                    <a:pt x="811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0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9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6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2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2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6"/>
            <p:cNvSpPr/>
            <p:nvPr/>
          </p:nvSpPr>
          <p:spPr>
            <a:xfrm>
              <a:off x="3067625" y="1293100"/>
              <a:ext cx="105250" cy="105250"/>
            </a:xfrm>
            <a:custGeom>
              <a:avLst/>
              <a:gdLst/>
              <a:ahLst/>
              <a:cxnLst/>
              <a:rect l="l" t="t" r="r" b="b"/>
              <a:pathLst>
                <a:path w="4210" h="4210" extrusionOk="0">
                  <a:moveTo>
                    <a:pt x="2317" y="348"/>
                  </a:moveTo>
                  <a:lnTo>
                    <a:pt x="2472" y="425"/>
                  </a:lnTo>
                  <a:lnTo>
                    <a:pt x="2665" y="464"/>
                  </a:lnTo>
                  <a:lnTo>
                    <a:pt x="2819" y="579"/>
                  </a:lnTo>
                  <a:lnTo>
                    <a:pt x="2974" y="695"/>
                  </a:lnTo>
                  <a:lnTo>
                    <a:pt x="3128" y="811"/>
                  </a:lnTo>
                  <a:lnTo>
                    <a:pt x="3205" y="850"/>
                  </a:lnTo>
                  <a:lnTo>
                    <a:pt x="3360" y="1081"/>
                  </a:lnTo>
                  <a:lnTo>
                    <a:pt x="3553" y="1313"/>
                  </a:lnTo>
                  <a:lnTo>
                    <a:pt x="3669" y="1545"/>
                  </a:lnTo>
                  <a:lnTo>
                    <a:pt x="3784" y="1815"/>
                  </a:lnTo>
                  <a:lnTo>
                    <a:pt x="3823" y="2085"/>
                  </a:lnTo>
                  <a:lnTo>
                    <a:pt x="3823" y="2356"/>
                  </a:lnTo>
                  <a:lnTo>
                    <a:pt x="3784" y="2665"/>
                  </a:lnTo>
                  <a:lnTo>
                    <a:pt x="3669" y="2935"/>
                  </a:lnTo>
                  <a:lnTo>
                    <a:pt x="3476" y="3244"/>
                  </a:lnTo>
                  <a:lnTo>
                    <a:pt x="3205" y="3476"/>
                  </a:lnTo>
                  <a:lnTo>
                    <a:pt x="2896" y="3669"/>
                  </a:lnTo>
                  <a:lnTo>
                    <a:pt x="2587" y="3785"/>
                  </a:lnTo>
                  <a:lnTo>
                    <a:pt x="2201" y="3862"/>
                  </a:lnTo>
                  <a:lnTo>
                    <a:pt x="1854" y="3823"/>
                  </a:lnTo>
                  <a:lnTo>
                    <a:pt x="1506" y="3746"/>
                  </a:lnTo>
                  <a:lnTo>
                    <a:pt x="1197" y="3591"/>
                  </a:lnTo>
                  <a:lnTo>
                    <a:pt x="927" y="3398"/>
                  </a:lnTo>
                  <a:lnTo>
                    <a:pt x="695" y="3167"/>
                  </a:lnTo>
                  <a:lnTo>
                    <a:pt x="541" y="2858"/>
                  </a:lnTo>
                  <a:lnTo>
                    <a:pt x="425" y="2549"/>
                  </a:lnTo>
                  <a:lnTo>
                    <a:pt x="348" y="2240"/>
                  </a:lnTo>
                  <a:lnTo>
                    <a:pt x="348" y="1892"/>
                  </a:lnTo>
                  <a:lnTo>
                    <a:pt x="425" y="1583"/>
                  </a:lnTo>
                  <a:lnTo>
                    <a:pt x="541" y="1275"/>
                  </a:lnTo>
                  <a:lnTo>
                    <a:pt x="772" y="966"/>
                  </a:lnTo>
                  <a:lnTo>
                    <a:pt x="1081" y="695"/>
                  </a:lnTo>
                  <a:lnTo>
                    <a:pt x="1390" y="502"/>
                  </a:lnTo>
                  <a:lnTo>
                    <a:pt x="1738" y="386"/>
                  </a:lnTo>
                  <a:lnTo>
                    <a:pt x="2124" y="348"/>
                  </a:lnTo>
                  <a:close/>
                  <a:moveTo>
                    <a:pt x="1892" y="0"/>
                  </a:moveTo>
                  <a:lnTo>
                    <a:pt x="1545" y="77"/>
                  </a:lnTo>
                  <a:lnTo>
                    <a:pt x="1197" y="232"/>
                  </a:lnTo>
                  <a:lnTo>
                    <a:pt x="850" y="425"/>
                  </a:lnTo>
                  <a:lnTo>
                    <a:pt x="618" y="618"/>
                  </a:lnTo>
                  <a:lnTo>
                    <a:pt x="464" y="811"/>
                  </a:lnTo>
                  <a:lnTo>
                    <a:pt x="309" y="966"/>
                  </a:lnTo>
                  <a:lnTo>
                    <a:pt x="232" y="1159"/>
                  </a:lnTo>
                  <a:lnTo>
                    <a:pt x="116" y="1390"/>
                  </a:lnTo>
                  <a:lnTo>
                    <a:pt x="39" y="1815"/>
                  </a:lnTo>
                  <a:lnTo>
                    <a:pt x="0" y="2240"/>
                  </a:lnTo>
                  <a:lnTo>
                    <a:pt x="77" y="2665"/>
                  </a:lnTo>
                  <a:lnTo>
                    <a:pt x="232" y="3051"/>
                  </a:lnTo>
                  <a:lnTo>
                    <a:pt x="464" y="3437"/>
                  </a:lnTo>
                  <a:lnTo>
                    <a:pt x="618" y="3591"/>
                  </a:lnTo>
                  <a:lnTo>
                    <a:pt x="772" y="3746"/>
                  </a:lnTo>
                  <a:lnTo>
                    <a:pt x="1120" y="3978"/>
                  </a:lnTo>
                  <a:lnTo>
                    <a:pt x="1506" y="4132"/>
                  </a:lnTo>
                  <a:lnTo>
                    <a:pt x="1931" y="4209"/>
                  </a:lnTo>
                  <a:lnTo>
                    <a:pt x="2317" y="4209"/>
                  </a:lnTo>
                  <a:lnTo>
                    <a:pt x="2742" y="4132"/>
                  </a:lnTo>
                  <a:lnTo>
                    <a:pt x="3128" y="3978"/>
                  </a:lnTo>
                  <a:lnTo>
                    <a:pt x="3476" y="3785"/>
                  </a:lnTo>
                  <a:lnTo>
                    <a:pt x="3784" y="3476"/>
                  </a:lnTo>
                  <a:lnTo>
                    <a:pt x="3900" y="3321"/>
                  </a:lnTo>
                  <a:lnTo>
                    <a:pt x="4016" y="3128"/>
                  </a:lnTo>
                  <a:lnTo>
                    <a:pt x="4093" y="2935"/>
                  </a:lnTo>
                  <a:lnTo>
                    <a:pt x="4132" y="2703"/>
                  </a:lnTo>
                  <a:lnTo>
                    <a:pt x="4209" y="2279"/>
                  </a:lnTo>
                  <a:lnTo>
                    <a:pt x="4171" y="1854"/>
                  </a:lnTo>
                  <a:lnTo>
                    <a:pt x="4055" y="1429"/>
                  </a:lnTo>
                  <a:lnTo>
                    <a:pt x="3939" y="1236"/>
                  </a:lnTo>
                  <a:lnTo>
                    <a:pt x="3823" y="1043"/>
                  </a:lnTo>
                  <a:lnTo>
                    <a:pt x="3707" y="888"/>
                  </a:lnTo>
                  <a:lnTo>
                    <a:pt x="3553" y="734"/>
                  </a:lnTo>
                  <a:lnTo>
                    <a:pt x="3360" y="579"/>
                  </a:lnTo>
                  <a:lnTo>
                    <a:pt x="3167" y="502"/>
                  </a:lnTo>
                  <a:lnTo>
                    <a:pt x="3128" y="502"/>
                  </a:lnTo>
                  <a:lnTo>
                    <a:pt x="3051" y="348"/>
                  </a:lnTo>
                  <a:lnTo>
                    <a:pt x="2896" y="232"/>
                  </a:lnTo>
                  <a:lnTo>
                    <a:pt x="2780" y="116"/>
                  </a:lnTo>
                  <a:lnTo>
                    <a:pt x="2626" y="77"/>
                  </a:lnTo>
                  <a:lnTo>
                    <a:pt x="2433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6"/>
            <p:cNvSpPr/>
            <p:nvPr/>
          </p:nvSpPr>
          <p:spPr>
            <a:xfrm>
              <a:off x="686050" y="1295025"/>
              <a:ext cx="44425" cy="43475"/>
            </a:xfrm>
            <a:custGeom>
              <a:avLst/>
              <a:gdLst/>
              <a:ahLst/>
              <a:cxnLst/>
              <a:rect l="l" t="t" r="r" b="b"/>
              <a:pathLst>
                <a:path w="1777" h="1739" extrusionOk="0">
                  <a:moveTo>
                    <a:pt x="773" y="309"/>
                  </a:moveTo>
                  <a:lnTo>
                    <a:pt x="966" y="348"/>
                  </a:lnTo>
                  <a:lnTo>
                    <a:pt x="1159" y="464"/>
                  </a:lnTo>
                  <a:lnTo>
                    <a:pt x="1313" y="580"/>
                  </a:lnTo>
                  <a:lnTo>
                    <a:pt x="1390" y="773"/>
                  </a:lnTo>
                  <a:lnTo>
                    <a:pt x="1390" y="966"/>
                  </a:lnTo>
                  <a:lnTo>
                    <a:pt x="1352" y="1043"/>
                  </a:lnTo>
                  <a:lnTo>
                    <a:pt x="1275" y="1159"/>
                  </a:lnTo>
                  <a:lnTo>
                    <a:pt x="1197" y="1236"/>
                  </a:lnTo>
                  <a:lnTo>
                    <a:pt x="1082" y="1275"/>
                  </a:lnTo>
                  <a:lnTo>
                    <a:pt x="888" y="1352"/>
                  </a:lnTo>
                  <a:lnTo>
                    <a:pt x="695" y="1352"/>
                  </a:lnTo>
                  <a:lnTo>
                    <a:pt x="541" y="1236"/>
                  </a:lnTo>
                  <a:lnTo>
                    <a:pt x="425" y="1082"/>
                  </a:lnTo>
                  <a:lnTo>
                    <a:pt x="386" y="889"/>
                  </a:lnTo>
                  <a:lnTo>
                    <a:pt x="386" y="734"/>
                  </a:lnTo>
                  <a:lnTo>
                    <a:pt x="464" y="541"/>
                  </a:lnTo>
                  <a:lnTo>
                    <a:pt x="541" y="387"/>
                  </a:lnTo>
                  <a:lnTo>
                    <a:pt x="541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8" y="39"/>
                  </a:lnTo>
                  <a:lnTo>
                    <a:pt x="464" y="116"/>
                  </a:lnTo>
                  <a:lnTo>
                    <a:pt x="425" y="155"/>
                  </a:lnTo>
                  <a:lnTo>
                    <a:pt x="348" y="155"/>
                  </a:lnTo>
                  <a:lnTo>
                    <a:pt x="232" y="271"/>
                  </a:lnTo>
                  <a:lnTo>
                    <a:pt x="116" y="387"/>
                  </a:lnTo>
                  <a:lnTo>
                    <a:pt x="39" y="502"/>
                  </a:lnTo>
                  <a:lnTo>
                    <a:pt x="0" y="657"/>
                  </a:lnTo>
                  <a:lnTo>
                    <a:pt x="0" y="850"/>
                  </a:lnTo>
                  <a:lnTo>
                    <a:pt x="0" y="1004"/>
                  </a:lnTo>
                  <a:lnTo>
                    <a:pt x="39" y="1159"/>
                  </a:lnTo>
                  <a:lnTo>
                    <a:pt x="116" y="1313"/>
                  </a:lnTo>
                  <a:lnTo>
                    <a:pt x="193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8" y="1738"/>
                  </a:lnTo>
                  <a:lnTo>
                    <a:pt x="966" y="1738"/>
                  </a:lnTo>
                  <a:lnTo>
                    <a:pt x="1120" y="1700"/>
                  </a:lnTo>
                  <a:lnTo>
                    <a:pt x="1275" y="1622"/>
                  </a:lnTo>
                  <a:lnTo>
                    <a:pt x="1429" y="1545"/>
                  </a:lnTo>
                  <a:lnTo>
                    <a:pt x="1584" y="1391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27"/>
                  </a:lnTo>
                  <a:lnTo>
                    <a:pt x="1777" y="773"/>
                  </a:lnTo>
                  <a:lnTo>
                    <a:pt x="1738" y="580"/>
                  </a:lnTo>
                  <a:lnTo>
                    <a:pt x="1661" y="425"/>
                  </a:lnTo>
                  <a:lnTo>
                    <a:pt x="1545" y="271"/>
                  </a:lnTo>
                  <a:lnTo>
                    <a:pt x="1429" y="155"/>
                  </a:lnTo>
                  <a:lnTo>
                    <a:pt x="1275" y="78"/>
                  </a:lnTo>
                  <a:lnTo>
                    <a:pt x="1120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6"/>
            <p:cNvSpPr/>
            <p:nvPr/>
          </p:nvSpPr>
          <p:spPr>
            <a:xfrm>
              <a:off x="691825" y="1300825"/>
              <a:ext cx="114925" cy="285775"/>
            </a:xfrm>
            <a:custGeom>
              <a:avLst/>
              <a:gdLst/>
              <a:ahLst/>
              <a:cxnLst/>
              <a:rect l="l" t="t" r="r" b="b"/>
              <a:pathLst>
                <a:path w="4597" h="11431" extrusionOk="0">
                  <a:moveTo>
                    <a:pt x="3631" y="888"/>
                  </a:moveTo>
                  <a:lnTo>
                    <a:pt x="3708" y="2008"/>
                  </a:lnTo>
                  <a:lnTo>
                    <a:pt x="3824" y="3128"/>
                  </a:lnTo>
                  <a:lnTo>
                    <a:pt x="3940" y="4248"/>
                  </a:lnTo>
                  <a:lnTo>
                    <a:pt x="4017" y="5406"/>
                  </a:lnTo>
                  <a:lnTo>
                    <a:pt x="4056" y="6603"/>
                  </a:lnTo>
                  <a:lnTo>
                    <a:pt x="4056" y="7260"/>
                  </a:lnTo>
                  <a:lnTo>
                    <a:pt x="3978" y="7878"/>
                  </a:lnTo>
                  <a:lnTo>
                    <a:pt x="3901" y="8534"/>
                  </a:lnTo>
                  <a:lnTo>
                    <a:pt x="3747" y="9152"/>
                  </a:lnTo>
                  <a:lnTo>
                    <a:pt x="3515" y="9731"/>
                  </a:lnTo>
                  <a:lnTo>
                    <a:pt x="3245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2"/>
                  </a:lnTo>
                  <a:lnTo>
                    <a:pt x="1623" y="10696"/>
                  </a:lnTo>
                  <a:lnTo>
                    <a:pt x="1353" y="10503"/>
                  </a:lnTo>
                  <a:lnTo>
                    <a:pt x="1121" y="10233"/>
                  </a:lnTo>
                  <a:lnTo>
                    <a:pt x="966" y="9963"/>
                  </a:lnTo>
                  <a:lnTo>
                    <a:pt x="851" y="9692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95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9" y="4055"/>
                  </a:lnTo>
                  <a:lnTo>
                    <a:pt x="580" y="2780"/>
                  </a:lnTo>
                  <a:lnTo>
                    <a:pt x="542" y="2742"/>
                  </a:lnTo>
                  <a:lnTo>
                    <a:pt x="580" y="2742"/>
                  </a:lnTo>
                  <a:lnTo>
                    <a:pt x="1353" y="2356"/>
                  </a:lnTo>
                  <a:lnTo>
                    <a:pt x="2163" y="1931"/>
                  </a:lnTo>
                  <a:lnTo>
                    <a:pt x="2936" y="1429"/>
                  </a:lnTo>
                  <a:lnTo>
                    <a:pt x="3283" y="1159"/>
                  </a:lnTo>
                  <a:lnTo>
                    <a:pt x="3631" y="888"/>
                  </a:lnTo>
                  <a:close/>
                  <a:moveTo>
                    <a:pt x="3978" y="0"/>
                  </a:moveTo>
                  <a:lnTo>
                    <a:pt x="3901" y="39"/>
                  </a:lnTo>
                  <a:lnTo>
                    <a:pt x="3476" y="309"/>
                  </a:lnTo>
                  <a:lnTo>
                    <a:pt x="3052" y="657"/>
                  </a:lnTo>
                  <a:lnTo>
                    <a:pt x="2627" y="966"/>
                  </a:lnTo>
                  <a:lnTo>
                    <a:pt x="2202" y="1313"/>
                  </a:lnTo>
                  <a:lnTo>
                    <a:pt x="1314" y="1892"/>
                  </a:lnTo>
                  <a:lnTo>
                    <a:pt x="426" y="2472"/>
                  </a:lnTo>
                  <a:lnTo>
                    <a:pt x="349" y="2549"/>
                  </a:lnTo>
                  <a:lnTo>
                    <a:pt x="349" y="2626"/>
                  </a:lnTo>
                  <a:lnTo>
                    <a:pt x="271" y="2665"/>
                  </a:lnTo>
                  <a:lnTo>
                    <a:pt x="233" y="2780"/>
                  </a:lnTo>
                  <a:lnTo>
                    <a:pt x="194" y="3823"/>
                  </a:lnTo>
                  <a:lnTo>
                    <a:pt x="155" y="4827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7"/>
                  </a:lnTo>
                  <a:lnTo>
                    <a:pt x="155" y="7685"/>
                  </a:lnTo>
                  <a:lnTo>
                    <a:pt x="155" y="8418"/>
                  </a:lnTo>
                  <a:lnTo>
                    <a:pt x="233" y="9152"/>
                  </a:lnTo>
                  <a:lnTo>
                    <a:pt x="310" y="9615"/>
                  </a:lnTo>
                  <a:lnTo>
                    <a:pt x="503" y="10079"/>
                  </a:lnTo>
                  <a:lnTo>
                    <a:pt x="735" y="10503"/>
                  </a:lnTo>
                  <a:lnTo>
                    <a:pt x="1044" y="10890"/>
                  </a:lnTo>
                  <a:lnTo>
                    <a:pt x="1198" y="11044"/>
                  </a:lnTo>
                  <a:lnTo>
                    <a:pt x="1391" y="11198"/>
                  </a:lnTo>
                  <a:lnTo>
                    <a:pt x="1623" y="11314"/>
                  </a:lnTo>
                  <a:lnTo>
                    <a:pt x="1816" y="11392"/>
                  </a:lnTo>
                  <a:lnTo>
                    <a:pt x="2048" y="11430"/>
                  </a:lnTo>
                  <a:lnTo>
                    <a:pt x="2279" y="11430"/>
                  </a:lnTo>
                  <a:lnTo>
                    <a:pt x="2550" y="11392"/>
                  </a:lnTo>
                  <a:lnTo>
                    <a:pt x="2820" y="11314"/>
                  </a:lnTo>
                  <a:lnTo>
                    <a:pt x="3052" y="11198"/>
                  </a:lnTo>
                  <a:lnTo>
                    <a:pt x="3283" y="11044"/>
                  </a:lnTo>
                  <a:lnTo>
                    <a:pt x="3476" y="10851"/>
                  </a:lnTo>
                  <a:lnTo>
                    <a:pt x="3669" y="10658"/>
                  </a:lnTo>
                  <a:lnTo>
                    <a:pt x="3824" y="10388"/>
                  </a:lnTo>
                  <a:lnTo>
                    <a:pt x="3978" y="10117"/>
                  </a:lnTo>
                  <a:lnTo>
                    <a:pt x="4171" y="9538"/>
                  </a:lnTo>
                  <a:lnTo>
                    <a:pt x="4326" y="8920"/>
                  </a:lnTo>
                  <a:lnTo>
                    <a:pt x="4442" y="8302"/>
                  </a:lnTo>
                  <a:lnTo>
                    <a:pt x="4519" y="7723"/>
                  </a:lnTo>
                  <a:lnTo>
                    <a:pt x="4558" y="7221"/>
                  </a:lnTo>
                  <a:lnTo>
                    <a:pt x="4596" y="6642"/>
                  </a:lnTo>
                  <a:lnTo>
                    <a:pt x="4596" y="6101"/>
                  </a:lnTo>
                  <a:lnTo>
                    <a:pt x="4519" y="4981"/>
                  </a:lnTo>
                  <a:lnTo>
                    <a:pt x="4442" y="3862"/>
                  </a:lnTo>
                  <a:lnTo>
                    <a:pt x="4326" y="2780"/>
                  </a:lnTo>
                  <a:lnTo>
                    <a:pt x="4287" y="2394"/>
                  </a:lnTo>
                  <a:lnTo>
                    <a:pt x="4210" y="1468"/>
                  </a:lnTo>
                  <a:lnTo>
                    <a:pt x="4133" y="541"/>
                  </a:lnTo>
                  <a:lnTo>
                    <a:pt x="4094" y="386"/>
                  </a:lnTo>
                  <a:lnTo>
                    <a:pt x="4133" y="348"/>
                  </a:lnTo>
                  <a:lnTo>
                    <a:pt x="4171" y="270"/>
                  </a:lnTo>
                  <a:lnTo>
                    <a:pt x="4210" y="193"/>
                  </a:lnTo>
                  <a:lnTo>
                    <a:pt x="4171" y="77"/>
                  </a:lnTo>
                  <a:lnTo>
                    <a:pt x="4094" y="39"/>
                  </a:lnTo>
                  <a:lnTo>
                    <a:pt x="40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6"/>
            <p:cNvSpPr/>
            <p:nvPr/>
          </p:nvSpPr>
          <p:spPr>
            <a:xfrm>
              <a:off x="635850" y="1347150"/>
              <a:ext cx="42500" cy="41550"/>
            </a:xfrm>
            <a:custGeom>
              <a:avLst/>
              <a:gdLst/>
              <a:ahLst/>
              <a:cxnLst/>
              <a:rect l="l" t="t" r="r" b="b"/>
              <a:pathLst>
                <a:path w="1700" h="1662" extrusionOk="0">
                  <a:moveTo>
                    <a:pt x="1004" y="387"/>
                  </a:moveTo>
                  <a:lnTo>
                    <a:pt x="1120" y="425"/>
                  </a:lnTo>
                  <a:lnTo>
                    <a:pt x="1159" y="464"/>
                  </a:lnTo>
                  <a:lnTo>
                    <a:pt x="1236" y="541"/>
                  </a:lnTo>
                  <a:lnTo>
                    <a:pt x="1313" y="734"/>
                  </a:lnTo>
                  <a:lnTo>
                    <a:pt x="1313" y="927"/>
                  </a:lnTo>
                  <a:lnTo>
                    <a:pt x="1236" y="1082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8" y="1275"/>
                  </a:lnTo>
                  <a:lnTo>
                    <a:pt x="695" y="1236"/>
                  </a:lnTo>
                  <a:lnTo>
                    <a:pt x="541" y="1121"/>
                  </a:lnTo>
                  <a:lnTo>
                    <a:pt x="464" y="1082"/>
                  </a:lnTo>
                  <a:lnTo>
                    <a:pt x="425" y="966"/>
                  </a:lnTo>
                  <a:lnTo>
                    <a:pt x="386" y="889"/>
                  </a:lnTo>
                  <a:lnTo>
                    <a:pt x="386" y="773"/>
                  </a:lnTo>
                  <a:lnTo>
                    <a:pt x="425" y="541"/>
                  </a:lnTo>
                  <a:lnTo>
                    <a:pt x="541" y="580"/>
                  </a:lnTo>
                  <a:lnTo>
                    <a:pt x="618" y="541"/>
                  </a:lnTo>
                  <a:lnTo>
                    <a:pt x="773" y="425"/>
                  </a:lnTo>
                  <a:lnTo>
                    <a:pt x="927" y="387"/>
                  </a:lnTo>
                  <a:close/>
                  <a:moveTo>
                    <a:pt x="734" y="1"/>
                  </a:moveTo>
                  <a:lnTo>
                    <a:pt x="618" y="39"/>
                  </a:lnTo>
                  <a:lnTo>
                    <a:pt x="502" y="117"/>
                  </a:lnTo>
                  <a:lnTo>
                    <a:pt x="348" y="194"/>
                  </a:lnTo>
                  <a:lnTo>
                    <a:pt x="232" y="310"/>
                  </a:lnTo>
                  <a:lnTo>
                    <a:pt x="155" y="425"/>
                  </a:lnTo>
                  <a:lnTo>
                    <a:pt x="78" y="580"/>
                  </a:lnTo>
                  <a:lnTo>
                    <a:pt x="39" y="696"/>
                  </a:lnTo>
                  <a:lnTo>
                    <a:pt x="0" y="850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3" y="1352"/>
                  </a:lnTo>
                  <a:lnTo>
                    <a:pt x="309" y="1468"/>
                  </a:lnTo>
                  <a:lnTo>
                    <a:pt x="464" y="1584"/>
                  </a:lnTo>
                  <a:lnTo>
                    <a:pt x="657" y="1623"/>
                  </a:lnTo>
                  <a:lnTo>
                    <a:pt x="811" y="1661"/>
                  </a:lnTo>
                  <a:lnTo>
                    <a:pt x="1004" y="1661"/>
                  </a:lnTo>
                  <a:lnTo>
                    <a:pt x="1197" y="1584"/>
                  </a:lnTo>
                  <a:lnTo>
                    <a:pt x="1352" y="1507"/>
                  </a:lnTo>
                  <a:lnTo>
                    <a:pt x="1468" y="1391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699" y="927"/>
                  </a:lnTo>
                  <a:lnTo>
                    <a:pt x="1699" y="734"/>
                  </a:lnTo>
                  <a:lnTo>
                    <a:pt x="1661" y="541"/>
                  </a:lnTo>
                  <a:lnTo>
                    <a:pt x="1584" y="387"/>
                  </a:lnTo>
                  <a:lnTo>
                    <a:pt x="1506" y="232"/>
                  </a:lnTo>
                  <a:lnTo>
                    <a:pt x="1390" y="155"/>
                  </a:lnTo>
                  <a:lnTo>
                    <a:pt x="1275" y="78"/>
                  </a:lnTo>
                  <a:lnTo>
                    <a:pt x="10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6"/>
            <p:cNvSpPr/>
            <p:nvPr/>
          </p:nvSpPr>
          <p:spPr>
            <a:xfrm>
              <a:off x="444700" y="13741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71" y="1"/>
                  </a:moveTo>
                  <a:lnTo>
                    <a:pt x="116" y="40"/>
                  </a:lnTo>
                  <a:lnTo>
                    <a:pt x="39" y="117"/>
                  </a:lnTo>
                  <a:lnTo>
                    <a:pt x="1" y="233"/>
                  </a:lnTo>
                  <a:lnTo>
                    <a:pt x="39" y="387"/>
                  </a:lnTo>
                  <a:lnTo>
                    <a:pt x="348" y="889"/>
                  </a:lnTo>
                  <a:lnTo>
                    <a:pt x="657" y="1391"/>
                  </a:lnTo>
                  <a:lnTo>
                    <a:pt x="1005" y="1854"/>
                  </a:lnTo>
                  <a:lnTo>
                    <a:pt x="1391" y="2318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4" y="3553"/>
                  </a:lnTo>
                  <a:lnTo>
                    <a:pt x="3167" y="3901"/>
                  </a:lnTo>
                  <a:lnTo>
                    <a:pt x="3553" y="3747"/>
                  </a:lnTo>
                  <a:lnTo>
                    <a:pt x="2781" y="3013"/>
                  </a:lnTo>
                  <a:lnTo>
                    <a:pt x="2047" y="2241"/>
                  </a:lnTo>
                  <a:lnTo>
                    <a:pt x="1352" y="1430"/>
                  </a:lnTo>
                  <a:lnTo>
                    <a:pt x="1043" y="1005"/>
                  </a:lnTo>
                  <a:lnTo>
                    <a:pt x="734" y="542"/>
                  </a:lnTo>
                  <a:lnTo>
                    <a:pt x="1622" y="696"/>
                  </a:lnTo>
                  <a:lnTo>
                    <a:pt x="2511" y="889"/>
                  </a:lnTo>
                  <a:lnTo>
                    <a:pt x="3013" y="1044"/>
                  </a:lnTo>
                  <a:lnTo>
                    <a:pt x="3515" y="1198"/>
                  </a:lnTo>
                  <a:lnTo>
                    <a:pt x="4017" y="1352"/>
                  </a:lnTo>
                  <a:lnTo>
                    <a:pt x="4480" y="1507"/>
                  </a:lnTo>
                  <a:lnTo>
                    <a:pt x="4596" y="1507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5" y="1507"/>
                  </a:lnTo>
                  <a:lnTo>
                    <a:pt x="4943" y="1430"/>
                  </a:lnTo>
                  <a:lnTo>
                    <a:pt x="4634" y="1159"/>
                  </a:lnTo>
                  <a:lnTo>
                    <a:pt x="4171" y="850"/>
                  </a:lnTo>
                  <a:lnTo>
                    <a:pt x="3630" y="619"/>
                  </a:lnTo>
                  <a:lnTo>
                    <a:pt x="3090" y="464"/>
                  </a:lnTo>
                  <a:lnTo>
                    <a:pt x="2511" y="310"/>
                  </a:lnTo>
                  <a:lnTo>
                    <a:pt x="1931" y="194"/>
                  </a:lnTo>
                  <a:lnTo>
                    <a:pt x="1352" y="117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6"/>
            <p:cNvSpPr/>
            <p:nvPr/>
          </p:nvSpPr>
          <p:spPr>
            <a:xfrm>
              <a:off x="5333350" y="138867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5"/>
                  </a:moveTo>
                  <a:lnTo>
                    <a:pt x="23633" y="1467"/>
                  </a:lnTo>
                  <a:lnTo>
                    <a:pt x="23941" y="2008"/>
                  </a:lnTo>
                  <a:lnTo>
                    <a:pt x="23787" y="2163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2" y="1969"/>
                  </a:lnTo>
                  <a:lnTo>
                    <a:pt x="23015" y="1815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4"/>
                  </a:lnTo>
                  <a:lnTo>
                    <a:pt x="23169" y="1120"/>
                  </a:lnTo>
                  <a:lnTo>
                    <a:pt x="23285" y="965"/>
                  </a:lnTo>
                  <a:close/>
                  <a:moveTo>
                    <a:pt x="24096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7"/>
                  </a:lnTo>
                  <a:lnTo>
                    <a:pt x="24096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0"/>
                  </a:lnTo>
                  <a:lnTo>
                    <a:pt x="16566" y="5406"/>
                  </a:lnTo>
                  <a:lnTo>
                    <a:pt x="16296" y="5445"/>
                  </a:lnTo>
                  <a:lnTo>
                    <a:pt x="15639" y="5522"/>
                  </a:lnTo>
                  <a:lnTo>
                    <a:pt x="15639" y="5483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5" y="5175"/>
                  </a:lnTo>
                  <a:lnTo>
                    <a:pt x="15832" y="5097"/>
                  </a:lnTo>
                  <a:lnTo>
                    <a:pt x="15948" y="5020"/>
                  </a:lnTo>
                  <a:lnTo>
                    <a:pt x="16064" y="4981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522"/>
                  </a:lnTo>
                  <a:lnTo>
                    <a:pt x="24057" y="5445"/>
                  </a:lnTo>
                  <a:lnTo>
                    <a:pt x="23903" y="5290"/>
                  </a:lnTo>
                  <a:lnTo>
                    <a:pt x="23826" y="5097"/>
                  </a:lnTo>
                  <a:lnTo>
                    <a:pt x="23787" y="4981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2" y="5638"/>
                  </a:lnTo>
                  <a:lnTo>
                    <a:pt x="17570" y="5522"/>
                  </a:lnTo>
                  <a:lnTo>
                    <a:pt x="17029" y="5445"/>
                  </a:lnTo>
                  <a:lnTo>
                    <a:pt x="17068" y="5290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3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6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599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6"/>
                  </a:lnTo>
                  <a:lnTo>
                    <a:pt x="19385" y="5831"/>
                  </a:lnTo>
                  <a:lnTo>
                    <a:pt x="19385" y="5985"/>
                  </a:lnTo>
                  <a:lnTo>
                    <a:pt x="19346" y="6178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6"/>
                  </a:lnTo>
                  <a:lnTo>
                    <a:pt x="18844" y="5522"/>
                  </a:lnTo>
                  <a:lnTo>
                    <a:pt x="18999" y="5483"/>
                  </a:lnTo>
                  <a:close/>
                  <a:moveTo>
                    <a:pt x="20196" y="6063"/>
                  </a:moveTo>
                  <a:lnTo>
                    <a:pt x="20350" y="6101"/>
                  </a:lnTo>
                  <a:lnTo>
                    <a:pt x="20466" y="6140"/>
                  </a:lnTo>
                  <a:lnTo>
                    <a:pt x="20543" y="6178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0"/>
                  </a:lnTo>
                  <a:lnTo>
                    <a:pt x="19848" y="6294"/>
                  </a:lnTo>
                  <a:lnTo>
                    <a:pt x="19887" y="6178"/>
                  </a:lnTo>
                  <a:lnTo>
                    <a:pt x="20003" y="6140"/>
                  </a:lnTo>
                  <a:lnTo>
                    <a:pt x="20080" y="6101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1" y="5985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1" y="6294"/>
                  </a:lnTo>
                  <a:lnTo>
                    <a:pt x="23748" y="6565"/>
                  </a:lnTo>
                  <a:lnTo>
                    <a:pt x="23517" y="6796"/>
                  </a:lnTo>
                  <a:lnTo>
                    <a:pt x="23246" y="6989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8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78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6"/>
                  </a:lnTo>
                  <a:lnTo>
                    <a:pt x="12627" y="6680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59" y="6217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719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44"/>
                  </a:lnTo>
                  <a:lnTo>
                    <a:pt x="22551" y="7221"/>
                  </a:lnTo>
                  <a:lnTo>
                    <a:pt x="22165" y="7260"/>
                  </a:lnTo>
                  <a:lnTo>
                    <a:pt x="21779" y="7221"/>
                  </a:lnTo>
                  <a:lnTo>
                    <a:pt x="21393" y="7105"/>
                  </a:lnTo>
                  <a:lnTo>
                    <a:pt x="21470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414"/>
                  </a:moveTo>
                  <a:lnTo>
                    <a:pt x="12473" y="7453"/>
                  </a:lnTo>
                  <a:lnTo>
                    <a:pt x="12125" y="7993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09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3"/>
                  </a:lnTo>
                  <a:lnTo>
                    <a:pt x="11816" y="7607"/>
                  </a:lnTo>
                  <a:lnTo>
                    <a:pt x="11894" y="7530"/>
                  </a:lnTo>
                  <a:lnTo>
                    <a:pt x="12009" y="7453"/>
                  </a:lnTo>
                  <a:lnTo>
                    <a:pt x="12164" y="7414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1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2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7"/>
                  </a:lnTo>
                  <a:close/>
                  <a:moveTo>
                    <a:pt x="3785" y="9770"/>
                  </a:moveTo>
                  <a:lnTo>
                    <a:pt x="3900" y="9808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32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5"/>
                  </a:lnTo>
                  <a:lnTo>
                    <a:pt x="5097" y="10774"/>
                  </a:lnTo>
                  <a:lnTo>
                    <a:pt x="5136" y="10889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928"/>
                  </a:lnTo>
                  <a:lnTo>
                    <a:pt x="4441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19"/>
                  </a:moveTo>
                  <a:lnTo>
                    <a:pt x="10967" y="11198"/>
                  </a:lnTo>
                  <a:lnTo>
                    <a:pt x="10735" y="11739"/>
                  </a:lnTo>
                  <a:lnTo>
                    <a:pt x="10658" y="11700"/>
                  </a:lnTo>
                  <a:lnTo>
                    <a:pt x="10504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2"/>
                  </a:lnTo>
                  <a:lnTo>
                    <a:pt x="10735" y="10696"/>
                  </a:lnTo>
                  <a:lnTo>
                    <a:pt x="10928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09"/>
                  </a:lnTo>
                  <a:lnTo>
                    <a:pt x="6410" y="12241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0"/>
                  </a:lnTo>
                  <a:lnTo>
                    <a:pt x="5445" y="11623"/>
                  </a:lnTo>
                  <a:lnTo>
                    <a:pt x="5561" y="11546"/>
                  </a:lnTo>
                  <a:lnTo>
                    <a:pt x="5638" y="11507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39" y="13206"/>
                  </a:lnTo>
                  <a:lnTo>
                    <a:pt x="7337" y="13013"/>
                  </a:lnTo>
                  <a:lnTo>
                    <a:pt x="6835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3" y="12627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6"/>
                  </a:lnTo>
                  <a:lnTo>
                    <a:pt x="9229" y="13129"/>
                  </a:lnTo>
                  <a:lnTo>
                    <a:pt x="9268" y="13206"/>
                  </a:lnTo>
                  <a:lnTo>
                    <a:pt x="9036" y="13284"/>
                  </a:lnTo>
                  <a:lnTo>
                    <a:pt x="8804" y="13322"/>
                  </a:lnTo>
                  <a:lnTo>
                    <a:pt x="8573" y="13322"/>
                  </a:lnTo>
                  <a:lnTo>
                    <a:pt x="8302" y="13284"/>
                  </a:lnTo>
                  <a:lnTo>
                    <a:pt x="8302" y="13206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704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6" y="0"/>
                  </a:moveTo>
                  <a:lnTo>
                    <a:pt x="22899" y="39"/>
                  </a:lnTo>
                  <a:lnTo>
                    <a:pt x="22822" y="77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2"/>
                  </a:lnTo>
                  <a:lnTo>
                    <a:pt x="22783" y="965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0" y="2278"/>
                  </a:lnTo>
                  <a:lnTo>
                    <a:pt x="23053" y="2394"/>
                  </a:lnTo>
                  <a:lnTo>
                    <a:pt x="23246" y="2510"/>
                  </a:lnTo>
                  <a:lnTo>
                    <a:pt x="23478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82"/>
                  </a:lnTo>
                  <a:lnTo>
                    <a:pt x="23439" y="3514"/>
                  </a:lnTo>
                  <a:lnTo>
                    <a:pt x="23555" y="3707"/>
                  </a:lnTo>
                  <a:lnTo>
                    <a:pt x="23748" y="3900"/>
                  </a:lnTo>
                  <a:lnTo>
                    <a:pt x="23980" y="4016"/>
                  </a:lnTo>
                  <a:lnTo>
                    <a:pt x="23748" y="4209"/>
                  </a:lnTo>
                  <a:lnTo>
                    <a:pt x="23555" y="4479"/>
                  </a:lnTo>
                  <a:lnTo>
                    <a:pt x="23478" y="4750"/>
                  </a:lnTo>
                  <a:lnTo>
                    <a:pt x="23439" y="4904"/>
                  </a:lnTo>
                  <a:lnTo>
                    <a:pt x="23439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1" y="5522"/>
                  </a:lnTo>
                  <a:lnTo>
                    <a:pt x="23169" y="5561"/>
                  </a:lnTo>
                  <a:lnTo>
                    <a:pt x="22976" y="5715"/>
                  </a:lnTo>
                  <a:lnTo>
                    <a:pt x="22783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4" y="6294"/>
                  </a:lnTo>
                  <a:lnTo>
                    <a:pt x="22320" y="6256"/>
                  </a:lnTo>
                  <a:lnTo>
                    <a:pt x="22165" y="6217"/>
                  </a:lnTo>
                  <a:lnTo>
                    <a:pt x="21972" y="6217"/>
                  </a:lnTo>
                  <a:lnTo>
                    <a:pt x="21740" y="6294"/>
                  </a:lnTo>
                  <a:lnTo>
                    <a:pt x="21509" y="6410"/>
                  </a:lnTo>
                  <a:lnTo>
                    <a:pt x="21354" y="6565"/>
                  </a:lnTo>
                  <a:lnTo>
                    <a:pt x="21200" y="6796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4"/>
                  </a:lnTo>
                  <a:lnTo>
                    <a:pt x="20736" y="5908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4" y="5754"/>
                  </a:lnTo>
                  <a:lnTo>
                    <a:pt x="20080" y="5792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3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0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1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5"/>
                  </a:lnTo>
                  <a:lnTo>
                    <a:pt x="17802" y="4557"/>
                  </a:lnTo>
                  <a:lnTo>
                    <a:pt x="17647" y="4518"/>
                  </a:lnTo>
                  <a:lnTo>
                    <a:pt x="17493" y="4557"/>
                  </a:lnTo>
                  <a:lnTo>
                    <a:pt x="17377" y="4595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7"/>
                  </a:lnTo>
                  <a:lnTo>
                    <a:pt x="16759" y="4943"/>
                  </a:lnTo>
                  <a:lnTo>
                    <a:pt x="16605" y="4788"/>
                  </a:lnTo>
                  <a:lnTo>
                    <a:pt x="16450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1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1"/>
                  </a:lnTo>
                  <a:lnTo>
                    <a:pt x="14635" y="4943"/>
                  </a:lnTo>
                  <a:lnTo>
                    <a:pt x="14442" y="4981"/>
                  </a:lnTo>
                  <a:lnTo>
                    <a:pt x="14288" y="5020"/>
                  </a:lnTo>
                  <a:lnTo>
                    <a:pt x="14133" y="5097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7"/>
                  </a:lnTo>
                  <a:lnTo>
                    <a:pt x="12357" y="6372"/>
                  </a:lnTo>
                  <a:lnTo>
                    <a:pt x="12357" y="6526"/>
                  </a:lnTo>
                  <a:lnTo>
                    <a:pt x="12357" y="6680"/>
                  </a:lnTo>
                  <a:lnTo>
                    <a:pt x="12357" y="6835"/>
                  </a:lnTo>
                  <a:lnTo>
                    <a:pt x="12434" y="6989"/>
                  </a:lnTo>
                  <a:lnTo>
                    <a:pt x="12164" y="7028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414"/>
                  </a:lnTo>
                  <a:lnTo>
                    <a:pt x="11392" y="7530"/>
                  </a:lnTo>
                  <a:lnTo>
                    <a:pt x="11353" y="7684"/>
                  </a:lnTo>
                  <a:lnTo>
                    <a:pt x="11314" y="7839"/>
                  </a:lnTo>
                  <a:lnTo>
                    <a:pt x="11276" y="7993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57"/>
                  </a:lnTo>
                  <a:lnTo>
                    <a:pt x="11469" y="8611"/>
                  </a:lnTo>
                  <a:lnTo>
                    <a:pt x="11199" y="8650"/>
                  </a:lnTo>
                  <a:lnTo>
                    <a:pt x="10967" y="8804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3"/>
                  </a:lnTo>
                  <a:lnTo>
                    <a:pt x="10619" y="10310"/>
                  </a:lnTo>
                  <a:lnTo>
                    <a:pt x="10426" y="10426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5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4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2" y="12087"/>
                  </a:lnTo>
                  <a:lnTo>
                    <a:pt x="9384" y="12202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95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4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202"/>
                  </a:lnTo>
                  <a:lnTo>
                    <a:pt x="6990" y="12280"/>
                  </a:lnTo>
                  <a:lnTo>
                    <a:pt x="6796" y="12434"/>
                  </a:lnTo>
                  <a:lnTo>
                    <a:pt x="6796" y="12048"/>
                  </a:lnTo>
                  <a:lnTo>
                    <a:pt x="6758" y="11893"/>
                  </a:lnTo>
                  <a:lnTo>
                    <a:pt x="6681" y="11700"/>
                  </a:lnTo>
                  <a:lnTo>
                    <a:pt x="6603" y="11546"/>
                  </a:lnTo>
                  <a:lnTo>
                    <a:pt x="6526" y="11430"/>
                  </a:lnTo>
                  <a:lnTo>
                    <a:pt x="6372" y="11314"/>
                  </a:lnTo>
                  <a:lnTo>
                    <a:pt x="6217" y="11198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7"/>
                  </a:lnTo>
                  <a:lnTo>
                    <a:pt x="5522" y="10967"/>
                  </a:lnTo>
                  <a:lnTo>
                    <a:pt x="5445" y="10735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88"/>
                  </a:lnTo>
                  <a:lnTo>
                    <a:pt x="4943" y="10310"/>
                  </a:lnTo>
                  <a:lnTo>
                    <a:pt x="4827" y="10310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499"/>
                  </a:lnTo>
                  <a:lnTo>
                    <a:pt x="3900" y="9461"/>
                  </a:lnTo>
                  <a:lnTo>
                    <a:pt x="3746" y="9422"/>
                  </a:lnTo>
                  <a:lnTo>
                    <a:pt x="3591" y="9422"/>
                  </a:lnTo>
                  <a:lnTo>
                    <a:pt x="3398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70"/>
                  </a:lnTo>
                  <a:lnTo>
                    <a:pt x="2974" y="9615"/>
                  </a:lnTo>
                  <a:lnTo>
                    <a:pt x="2896" y="9461"/>
                  </a:lnTo>
                  <a:lnTo>
                    <a:pt x="2781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9036"/>
                  </a:lnTo>
                  <a:lnTo>
                    <a:pt x="1854" y="9113"/>
                  </a:lnTo>
                  <a:lnTo>
                    <a:pt x="1699" y="9190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1"/>
                  </a:lnTo>
                  <a:lnTo>
                    <a:pt x="1352" y="9924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0"/>
                  </a:lnTo>
                  <a:lnTo>
                    <a:pt x="386" y="10426"/>
                  </a:lnTo>
                  <a:lnTo>
                    <a:pt x="271" y="10581"/>
                  </a:lnTo>
                  <a:lnTo>
                    <a:pt x="116" y="10889"/>
                  </a:lnTo>
                  <a:lnTo>
                    <a:pt x="0" y="11237"/>
                  </a:lnTo>
                  <a:lnTo>
                    <a:pt x="0" y="11585"/>
                  </a:lnTo>
                  <a:lnTo>
                    <a:pt x="77" y="11932"/>
                  </a:lnTo>
                  <a:lnTo>
                    <a:pt x="193" y="12241"/>
                  </a:lnTo>
                  <a:lnTo>
                    <a:pt x="386" y="12550"/>
                  </a:lnTo>
                  <a:lnTo>
                    <a:pt x="618" y="12820"/>
                  </a:lnTo>
                  <a:lnTo>
                    <a:pt x="811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5" y="13129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1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78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4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2"/>
                  </a:lnTo>
                  <a:lnTo>
                    <a:pt x="618" y="12048"/>
                  </a:lnTo>
                  <a:lnTo>
                    <a:pt x="541" y="11893"/>
                  </a:lnTo>
                  <a:lnTo>
                    <a:pt x="502" y="11739"/>
                  </a:lnTo>
                  <a:lnTo>
                    <a:pt x="502" y="11546"/>
                  </a:lnTo>
                  <a:lnTo>
                    <a:pt x="502" y="11391"/>
                  </a:lnTo>
                  <a:lnTo>
                    <a:pt x="541" y="11198"/>
                  </a:lnTo>
                  <a:lnTo>
                    <a:pt x="579" y="11044"/>
                  </a:lnTo>
                  <a:lnTo>
                    <a:pt x="657" y="10889"/>
                  </a:lnTo>
                  <a:lnTo>
                    <a:pt x="773" y="10774"/>
                  </a:lnTo>
                  <a:lnTo>
                    <a:pt x="888" y="10619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6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5"/>
                  </a:lnTo>
                  <a:lnTo>
                    <a:pt x="5870" y="12704"/>
                  </a:lnTo>
                  <a:lnTo>
                    <a:pt x="6256" y="12975"/>
                  </a:lnTo>
                  <a:lnTo>
                    <a:pt x="6681" y="13206"/>
                  </a:lnTo>
                  <a:lnTo>
                    <a:pt x="7105" y="13438"/>
                  </a:lnTo>
                  <a:lnTo>
                    <a:pt x="7530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8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5"/>
                  </a:lnTo>
                  <a:lnTo>
                    <a:pt x="11314" y="11739"/>
                  </a:lnTo>
                  <a:lnTo>
                    <a:pt x="11507" y="11237"/>
                  </a:lnTo>
                  <a:lnTo>
                    <a:pt x="11662" y="10696"/>
                  </a:lnTo>
                  <a:lnTo>
                    <a:pt x="11971" y="9615"/>
                  </a:lnTo>
                  <a:lnTo>
                    <a:pt x="12125" y="9113"/>
                  </a:lnTo>
                  <a:lnTo>
                    <a:pt x="12357" y="8611"/>
                  </a:lnTo>
                  <a:lnTo>
                    <a:pt x="12589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89"/>
                  </a:lnTo>
                  <a:lnTo>
                    <a:pt x="14017" y="6719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4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0" y="7723"/>
                  </a:lnTo>
                  <a:lnTo>
                    <a:pt x="22165" y="7762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530"/>
                  </a:lnTo>
                  <a:lnTo>
                    <a:pt x="23710" y="7298"/>
                  </a:lnTo>
                  <a:lnTo>
                    <a:pt x="24057" y="6989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908"/>
                  </a:lnTo>
                  <a:lnTo>
                    <a:pt x="24868" y="5483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5" y="3746"/>
                  </a:lnTo>
                  <a:lnTo>
                    <a:pt x="24868" y="3282"/>
                  </a:lnTo>
                  <a:lnTo>
                    <a:pt x="24791" y="2858"/>
                  </a:lnTo>
                  <a:lnTo>
                    <a:pt x="24637" y="2394"/>
                  </a:lnTo>
                  <a:lnTo>
                    <a:pt x="24443" y="1969"/>
                  </a:lnTo>
                  <a:lnTo>
                    <a:pt x="24250" y="1583"/>
                  </a:lnTo>
                  <a:lnTo>
                    <a:pt x="24057" y="1197"/>
                  </a:lnTo>
                  <a:lnTo>
                    <a:pt x="23787" y="811"/>
                  </a:lnTo>
                  <a:lnTo>
                    <a:pt x="23941" y="386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7"/>
                  </a:lnTo>
                  <a:lnTo>
                    <a:pt x="230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6"/>
            <p:cNvSpPr/>
            <p:nvPr/>
          </p:nvSpPr>
          <p:spPr>
            <a:xfrm>
              <a:off x="5843050" y="1398325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5" y="1429"/>
                  </a:lnTo>
                  <a:lnTo>
                    <a:pt x="4866" y="1738"/>
                  </a:lnTo>
                  <a:lnTo>
                    <a:pt x="5059" y="2085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6" y="5599"/>
                  </a:lnTo>
                  <a:lnTo>
                    <a:pt x="5330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40" y="8380"/>
                  </a:lnTo>
                  <a:lnTo>
                    <a:pt x="3631" y="8727"/>
                  </a:lnTo>
                  <a:lnTo>
                    <a:pt x="3283" y="9036"/>
                  </a:lnTo>
                  <a:lnTo>
                    <a:pt x="2936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9" y="10040"/>
                  </a:lnTo>
                  <a:lnTo>
                    <a:pt x="1314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9" y="10967"/>
                  </a:lnTo>
                  <a:lnTo>
                    <a:pt x="1121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8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5" y="6294"/>
                  </a:lnTo>
                  <a:lnTo>
                    <a:pt x="5909" y="5792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5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40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6"/>
            <p:cNvSpPr/>
            <p:nvPr/>
          </p:nvSpPr>
          <p:spPr>
            <a:xfrm>
              <a:off x="569225" y="1424375"/>
              <a:ext cx="126500" cy="69550"/>
            </a:xfrm>
            <a:custGeom>
              <a:avLst/>
              <a:gdLst/>
              <a:ahLst/>
              <a:cxnLst/>
              <a:rect l="l" t="t" r="r" b="b"/>
              <a:pathLst>
                <a:path w="5060" h="2782" extrusionOk="0">
                  <a:moveTo>
                    <a:pt x="4905" y="1"/>
                  </a:moveTo>
                  <a:lnTo>
                    <a:pt x="3824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30" y="1854"/>
                  </a:lnTo>
                  <a:lnTo>
                    <a:pt x="773" y="2125"/>
                  </a:lnTo>
                  <a:lnTo>
                    <a:pt x="117" y="2395"/>
                  </a:lnTo>
                  <a:lnTo>
                    <a:pt x="40" y="2472"/>
                  </a:lnTo>
                  <a:lnTo>
                    <a:pt x="1" y="2588"/>
                  </a:lnTo>
                  <a:lnTo>
                    <a:pt x="40" y="2665"/>
                  </a:lnTo>
                  <a:lnTo>
                    <a:pt x="117" y="2781"/>
                  </a:lnTo>
                  <a:lnTo>
                    <a:pt x="387" y="2781"/>
                  </a:lnTo>
                  <a:lnTo>
                    <a:pt x="1082" y="2627"/>
                  </a:lnTo>
                  <a:lnTo>
                    <a:pt x="1739" y="2356"/>
                  </a:lnTo>
                  <a:lnTo>
                    <a:pt x="2356" y="2047"/>
                  </a:lnTo>
                  <a:lnTo>
                    <a:pt x="2974" y="1739"/>
                  </a:lnTo>
                  <a:lnTo>
                    <a:pt x="3553" y="1430"/>
                  </a:lnTo>
                  <a:lnTo>
                    <a:pt x="4094" y="1082"/>
                  </a:lnTo>
                  <a:lnTo>
                    <a:pt x="4596" y="735"/>
                  </a:lnTo>
                  <a:lnTo>
                    <a:pt x="5059" y="310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6"/>
            <p:cNvSpPr/>
            <p:nvPr/>
          </p:nvSpPr>
          <p:spPr>
            <a:xfrm>
              <a:off x="512275" y="1467825"/>
              <a:ext cx="66650" cy="99450"/>
            </a:xfrm>
            <a:custGeom>
              <a:avLst/>
              <a:gdLst/>
              <a:ahLst/>
              <a:cxnLst/>
              <a:rect l="l" t="t" r="r" b="b"/>
              <a:pathLst>
                <a:path w="2666" h="3978" extrusionOk="0">
                  <a:moveTo>
                    <a:pt x="850" y="1"/>
                  </a:moveTo>
                  <a:lnTo>
                    <a:pt x="464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2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1" y="2704"/>
                  </a:lnTo>
                  <a:lnTo>
                    <a:pt x="39" y="2974"/>
                  </a:lnTo>
                  <a:lnTo>
                    <a:pt x="78" y="3206"/>
                  </a:lnTo>
                  <a:lnTo>
                    <a:pt x="155" y="3399"/>
                  </a:lnTo>
                  <a:lnTo>
                    <a:pt x="271" y="3592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9" y="3939"/>
                  </a:lnTo>
                  <a:lnTo>
                    <a:pt x="1082" y="3978"/>
                  </a:lnTo>
                  <a:lnTo>
                    <a:pt x="1314" y="3939"/>
                  </a:lnTo>
                  <a:lnTo>
                    <a:pt x="1507" y="3823"/>
                  </a:lnTo>
                  <a:lnTo>
                    <a:pt x="1661" y="3708"/>
                  </a:lnTo>
                  <a:lnTo>
                    <a:pt x="1816" y="3514"/>
                  </a:lnTo>
                  <a:lnTo>
                    <a:pt x="1970" y="3321"/>
                  </a:lnTo>
                  <a:lnTo>
                    <a:pt x="2086" y="3090"/>
                  </a:lnTo>
                  <a:lnTo>
                    <a:pt x="2318" y="2549"/>
                  </a:lnTo>
                  <a:lnTo>
                    <a:pt x="2472" y="2009"/>
                  </a:lnTo>
                  <a:lnTo>
                    <a:pt x="2626" y="1507"/>
                  </a:lnTo>
                  <a:lnTo>
                    <a:pt x="2665" y="1043"/>
                  </a:lnTo>
                  <a:lnTo>
                    <a:pt x="2395" y="1043"/>
                  </a:lnTo>
                  <a:lnTo>
                    <a:pt x="2009" y="2009"/>
                  </a:lnTo>
                  <a:lnTo>
                    <a:pt x="1738" y="2665"/>
                  </a:lnTo>
                  <a:lnTo>
                    <a:pt x="1545" y="3051"/>
                  </a:lnTo>
                  <a:lnTo>
                    <a:pt x="1468" y="3206"/>
                  </a:lnTo>
                  <a:lnTo>
                    <a:pt x="1314" y="3283"/>
                  </a:lnTo>
                  <a:lnTo>
                    <a:pt x="1159" y="3283"/>
                  </a:lnTo>
                  <a:lnTo>
                    <a:pt x="966" y="3206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8"/>
                  </a:lnTo>
                  <a:lnTo>
                    <a:pt x="889" y="773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6"/>
            <p:cNvSpPr/>
            <p:nvPr/>
          </p:nvSpPr>
          <p:spPr>
            <a:xfrm>
              <a:off x="4008850" y="152575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4"/>
                  </a:lnTo>
                  <a:lnTo>
                    <a:pt x="7029" y="1313"/>
                  </a:lnTo>
                  <a:lnTo>
                    <a:pt x="7531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7"/>
                  </a:lnTo>
                  <a:lnTo>
                    <a:pt x="8573" y="3707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1" y="3862"/>
                  </a:lnTo>
                  <a:lnTo>
                    <a:pt x="2433" y="4016"/>
                  </a:lnTo>
                  <a:lnTo>
                    <a:pt x="2318" y="4132"/>
                  </a:lnTo>
                  <a:lnTo>
                    <a:pt x="2124" y="4209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1" y="4248"/>
                  </a:lnTo>
                  <a:lnTo>
                    <a:pt x="734" y="4132"/>
                  </a:lnTo>
                  <a:lnTo>
                    <a:pt x="387" y="4016"/>
                  </a:lnTo>
                  <a:lnTo>
                    <a:pt x="503" y="3514"/>
                  </a:lnTo>
                  <a:lnTo>
                    <a:pt x="657" y="3012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8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7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3" y="5947"/>
                  </a:lnTo>
                  <a:lnTo>
                    <a:pt x="10543" y="5870"/>
                  </a:lnTo>
                  <a:lnTo>
                    <a:pt x="10543" y="5754"/>
                  </a:lnTo>
                  <a:lnTo>
                    <a:pt x="10620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0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9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7" y="3205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8"/>
                  </a:lnTo>
                  <a:lnTo>
                    <a:pt x="1314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3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7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3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8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7" y="6526"/>
                  </a:lnTo>
                  <a:lnTo>
                    <a:pt x="11740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1" y="7916"/>
                  </a:lnTo>
                  <a:lnTo>
                    <a:pt x="12551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7" y="7183"/>
                  </a:lnTo>
                  <a:lnTo>
                    <a:pt x="12744" y="6681"/>
                  </a:lnTo>
                  <a:lnTo>
                    <a:pt x="12435" y="6217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9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4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5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6" y="193"/>
                  </a:lnTo>
                  <a:lnTo>
                    <a:pt x="5291" y="78"/>
                  </a:lnTo>
                  <a:lnTo>
                    <a:pt x="4828" y="39"/>
                  </a:lnTo>
                  <a:lnTo>
                    <a:pt x="44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6"/>
            <p:cNvSpPr/>
            <p:nvPr/>
          </p:nvSpPr>
          <p:spPr>
            <a:xfrm>
              <a:off x="6763050" y="1538300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8"/>
                  </a:moveTo>
                  <a:lnTo>
                    <a:pt x="1082" y="5986"/>
                  </a:lnTo>
                  <a:lnTo>
                    <a:pt x="1237" y="6024"/>
                  </a:lnTo>
                  <a:lnTo>
                    <a:pt x="1391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7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9" y="6990"/>
                  </a:lnTo>
                  <a:lnTo>
                    <a:pt x="464" y="6835"/>
                  </a:lnTo>
                  <a:lnTo>
                    <a:pt x="426" y="6719"/>
                  </a:lnTo>
                  <a:lnTo>
                    <a:pt x="387" y="6642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6" y="6256"/>
                  </a:lnTo>
                  <a:lnTo>
                    <a:pt x="503" y="6179"/>
                  </a:lnTo>
                  <a:lnTo>
                    <a:pt x="696" y="6024"/>
                  </a:lnTo>
                  <a:lnTo>
                    <a:pt x="889" y="5908"/>
                  </a:lnTo>
                  <a:close/>
                  <a:moveTo>
                    <a:pt x="5909" y="0"/>
                  </a:moveTo>
                  <a:lnTo>
                    <a:pt x="5832" y="39"/>
                  </a:lnTo>
                  <a:lnTo>
                    <a:pt x="5523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7" y="2047"/>
                  </a:lnTo>
                  <a:lnTo>
                    <a:pt x="3438" y="2781"/>
                  </a:lnTo>
                  <a:lnTo>
                    <a:pt x="2279" y="4132"/>
                  </a:lnTo>
                  <a:lnTo>
                    <a:pt x="1739" y="4866"/>
                  </a:lnTo>
                  <a:lnTo>
                    <a:pt x="1198" y="5561"/>
                  </a:lnTo>
                  <a:lnTo>
                    <a:pt x="1043" y="5522"/>
                  </a:lnTo>
                  <a:lnTo>
                    <a:pt x="889" y="5522"/>
                  </a:lnTo>
                  <a:lnTo>
                    <a:pt x="773" y="5561"/>
                  </a:lnTo>
                  <a:lnTo>
                    <a:pt x="619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10" y="5870"/>
                  </a:lnTo>
                  <a:lnTo>
                    <a:pt x="117" y="6063"/>
                  </a:lnTo>
                  <a:lnTo>
                    <a:pt x="1" y="6333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40" y="6797"/>
                  </a:lnTo>
                  <a:lnTo>
                    <a:pt x="117" y="6990"/>
                  </a:lnTo>
                  <a:lnTo>
                    <a:pt x="194" y="7144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4"/>
                  </a:lnTo>
                  <a:lnTo>
                    <a:pt x="1430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6" y="6874"/>
                  </a:lnTo>
                  <a:lnTo>
                    <a:pt x="1854" y="6681"/>
                  </a:lnTo>
                  <a:lnTo>
                    <a:pt x="1893" y="6526"/>
                  </a:lnTo>
                  <a:lnTo>
                    <a:pt x="1854" y="6333"/>
                  </a:lnTo>
                  <a:lnTo>
                    <a:pt x="1816" y="6179"/>
                  </a:lnTo>
                  <a:lnTo>
                    <a:pt x="1739" y="6024"/>
                  </a:lnTo>
                  <a:lnTo>
                    <a:pt x="1661" y="5908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3" y="4403"/>
                  </a:lnTo>
                  <a:lnTo>
                    <a:pt x="3940" y="3012"/>
                  </a:lnTo>
                  <a:lnTo>
                    <a:pt x="4480" y="2395"/>
                  </a:lnTo>
                  <a:lnTo>
                    <a:pt x="5098" y="1699"/>
                  </a:lnTo>
                  <a:lnTo>
                    <a:pt x="5639" y="1043"/>
                  </a:lnTo>
                  <a:lnTo>
                    <a:pt x="5909" y="657"/>
                  </a:lnTo>
                  <a:lnTo>
                    <a:pt x="6102" y="309"/>
                  </a:lnTo>
                  <a:lnTo>
                    <a:pt x="6141" y="193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6"/>
            <p:cNvSpPr/>
            <p:nvPr/>
          </p:nvSpPr>
          <p:spPr>
            <a:xfrm>
              <a:off x="4040700" y="153927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5" y="7298"/>
                  </a:moveTo>
                  <a:lnTo>
                    <a:pt x="8496" y="7375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1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4"/>
                  </a:lnTo>
                  <a:lnTo>
                    <a:pt x="8110" y="10156"/>
                  </a:lnTo>
                  <a:lnTo>
                    <a:pt x="7840" y="10078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6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7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2" y="8766"/>
                  </a:lnTo>
                  <a:lnTo>
                    <a:pt x="1546" y="8727"/>
                  </a:lnTo>
                  <a:lnTo>
                    <a:pt x="40" y="8688"/>
                  </a:lnTo>
                  <a:lnTo>
                    <a:pt x="1" y="8688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6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6"/>
                  </a:lnTo>
                  <a:lnTo>
                    <a:pt x="6759" y="9847"/>
                  </a:lnTo>
                  <a:lnTo>
                    <a:pt x="6990" y="10078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0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7"/>
                  </a:lnTo>
                  <a:lnTo>
                    <a:pt x="9539" y="10194"/>
                  </a:lnTo>
                  <a:lnTo>
                    <a:pt x="9771" y="9963"/>
                  </a:lnTo>
                  <a:lnTo>
                    <a:pt x="9925" y="9692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7"/>
                  </a:lnTo>
                  <a:lnTo>
                    <a:pt x="6565" y="8186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79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6"/>
            <p:cNvSpPr/>
            <p:nvPr/>
          </p:nvSpPr>
          <p:spPr>
            <a:xfrm>
              <a:off x="1387875" y="1558575"/>
              <a:ext cx="374575" cy="387125"/>
            </a:xfrm>
            <a:custGeom>
              <a:avLst/>
              <a:gdLst/>
              <a:ahLst/>
              <a:cxnLst/>
              <a:rect l="l" t="t" r="r" b="b"/>
              <a:pathLst>
                <a:path w="14983" h="15485" extrusionOk="0">
                  <a:moveTo>
                    <a:pt x="7453" y="502"/>
                  </a:moveTo>
                  <a:lnTo>
                    <a:pt x="8032" y="541"/>
                  </a:lnTo>
                  <a:lnTo>
                    <a:pt x="8573" y="580"/>
                  </a:lnTo>
                  <a:lnTo>
                    <a:pt x="9152" y="695"/>
                  </a:lnTo>
                  <a:lnTo>
                    <a:pt x="9654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0" y="1545"/>
                  </a:lnTo>
                  <a:lnTo>
                    <a:pt x="11585" y="1854"/>
                  </a:lnTo>
                  <a:lnTo>
                    <a:pt x="10812" y="2201"/>
                  </a:lnTo>
                  <a:lnTo>
                    <a:pt x="10040" y="2626"/>
                  </a:lnTo>
                  <a:lnTo>
                    <a:pt x="9306" y="3090"/>
                  </a:lnTo>
                  <a:lnTo>
                    <a:pt x="8611" y="3630"/>
                  </a:lnTo>
                  <a:lnTo>
                    <a:pt x="7916" y="4171"/>
                  </a:lnTo>
                  <a:lnTo>
                    <a:pt x="7299" y="4789"/>
                  </a:lnTo>
                  <a:lnTo>
                    <a:pt x="6681" y="5445"/>
                  </a:lnTo>
                  <a:lnTo>
                    <a:pt x="6140" y="6140"/>
                  </a:lnTo>
                  <a:lnTo>
                    <a:pt x="5638" y="6874"/>
                  </a:lnTo>
                  <a:lnTo>
                    <a:pt x="5175" y="7646"/>
                  </a:lnTo>
                  <a:lnTo>
                    <a:pt x="4789" y="8418"/>
                  </a:lnTo>
                  <a:lnTo>
                    <a:pt x="4441" y="9229"/>
                  </a:lnTo>
                  <a:lnTo>
                    <a:pt x="4171" y="10040"/>
                  </a:lnTo>
                  <a:lnTo>
                    <a:pt x="3939" y="10890"/>
                  </a:lnTo>
                  <a:lnTo>
                    <a:pt x="3823" y="11778"/>
                  </a:lnTo>
                  <a:lnTo>
                    <a:pt x="3746" y="12666"/>
                  </a:lnTo>
                  <a:lnTo>
                    <a:pt x="3553" y="12666"/>
                  </a:lnTo>
                  <a:lnTo>
                    <a:pt x="3283" y="11855"/>
                  </a:lnTo>
                  <a:lnTo>
                    <a:pt x="3051" y="11044"/>
                  </a:lnTo>
                  <a:lnTo>
                    <a:pt x="2819" y="10195"/>
                  </a:lnTo>
                  <a:lnTo>
                    <a:pt x="2665" y="9384"/>
                  </a:lnTo>
                  <a:lnTo>
                    <a:pt x="2588" y="8534"/>
                  </a:lnTo>
                  <a:lnTo>
                    <a:pt x="2549" y="7685"/>
                  </a:lnTo>
                  <a:lnTo>
                    <a:pt x="2588" y="6797"/>
                  </a:lnTo>
                  <a:lnTo>
                    <a:pt x="2665" y="5947"/>
                  </a:lnTo>
                  <a:lnTo>
                    <a:pt x="2858" y="5213"/>
                  </a:lnTo>
                  <a:lnTo>
                    <a:pt x="3051" y="4518"/>
                  </a:lnTo>
                  <a:lnTo>
                    <a:pt x="3321" y="3823"/>
                  </a:lnTo>
                  <a:lnTo>
                    <a:pt x="3630" y="3205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29"/>
                  </a:lnTo>
                  <a:lnTo>
                    <a:pt x="5406" y="888"/>
                  </a:lnTo>
                  <a:lnTo>
                    <a:pt x="5908" y="734"/>
                  </a:lnTo>
                  <a:lnTo>
                    <a:pt x="6410" y="618"/>
                  </a:lnTo>
                  <a:lnTo>
                    <a:pt x="6912" y="541"/>
                  </a:lnTo>
                  <a:lnTo>
                    <a:pt x="7453" y="502"/>
                  </a:lnTo>
                  <a:close/>
                  <a:moveTo>
                    <a:pt x="11932" y="2086"/>
                  </a:moveTo>
                  <a:lnTo>
                    <a:pt x="12318" y="2433"/>
                  </a:lnTo>
                  <a:lnTo>
                    <a:pt x="12666" y="2819"/>
                  </a:lnTo>
                  <a:lnTo>
                    <a:pt x="13014" y="3205"/>
                  </a:lnTo>
                  <a:lnTo>
                    <a:pt x="13322" y="3669"/>
                  </a:lnTo>
                  <a:lnTo>
                    <a:pt x="13593" y="4093"/>
                  </a:lnTo>
                  <a:lnTo>
                    <a:pt x="13824" y="4595"/>
                  </a:lnTo>
                  <a:lnTo>
                    <a:pt x="14018" y="5097"/>
                  </a:lnTo>
                  <a:lnTo>
                    <a:pt x="14211" y="5599"/>
                  </a:lnTo>
                  <a:lnTo>
                    <a:pt x="14326" y="6101"/>
                  </a:lnTo>
                  <a:lnTo>
                    <a:pt x="14404" y="6642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25" y="6951"/>
                  </a:lnTo>
                  <a:lnTo>
                    <a:pt x="11392" y="7144"/>
                  </a:lnTo>
                  <a:lnTo>
                    <a:pt x="10658" y="7414"/>
                  </a:lnTo>
                  <a:lnTo>
                    <a:pt x="9924" y="7723"/>
                  </a:lnTo>
                  <a:lnTo>
                    <a:pt x="9229" y="8032"/>
                  </a:lnTo>
                  <a:lnTo>
                    <a:pt x="8534" y="8418"/>
                  </a:lnTo>
                  <a:lnTo>
                    <a:pt x="7878" y="8843"/>
                  </a:lnTo>
                  <a:lnTo>
                    <a:pt x="7221" y="9306"/>
                  </a:lnTo>
                  <a:lnTo>
                    <a:pt x="6642" y="9808"/>
                  </a:lnTo>
                  <a:lnTo>
                    <a:pt x="6063" y="10349"/>
                  </a:lnTo>
                  <a:lnTo>
                    <a:pt x="5561" y="10890"/>
                  </a:lnTo>
                  <a:lnTo>
                    <a:pt x="5059" y="11508"/>
                  </a:lnTo>
                  <a:lnTo>
                    <a:pt x="4634" y="12125"/>
                  </a:lnTo>
                  <a:lnTo>
                    <a:pt x="4248" y="12820"/>
                  </a:lnTo>
                  <a:lnTo>
                    <a:pt x="4093" y="12743"/>
                  </a:lnTo>
                  <a:lnTo>
                    <a:pt x="3939" y="12666"/>
                  </a:lnTo>
                  <a:lnTo>
                    <a:pt x="4093" y="11816"/>
                  </a:lnTo>
                  <a:lnTo>
                    <a:pt x="4287" y="10928"/>
                  </a:lnTo>
                  <a:lnTo>
                    <a:pt x="4557" y="10117"/>
                  </a:lnTo>
                  <a:lnTo>
                    <a:pt x="4827" y="9306"/>
                  </a:lnTo>
                  <a:lnTo>
                    <a:pt x="5175" y="8496"/>
                  </a:lnTo>
                  <a:lnTo>
                    <a:pt x="5561" y="7723"/>
                  </a:lnTo>
                  <a:lnTo>
                    <a:pt x="6024" y="6990"/>
                  </a:lnTo>
                  <a:lnTo>
                    <a:pt x="6488" y="6295"/>
                  </a:lnTo>
                  <a:lnTo>
                    <a:pt x="7028" y="5599"/>
                  </a:lnTo>
                  <a:lnTo>
                    <a:pt x="7607" y="4982"/>
                  </a:lnTo>
                  <a:lnTo>
                    <a:pt x="8225" y="4402"/>
                  </a:lnTo>
                  <a:lnTo>
                    <a:pt x="8882" y="3823"/>
                  </a:lnTo>
                  <a:lnTo>
                    <a:pt x="9577" y="3321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42" y="6990"/>
                  </a:moveTo>
                  <a:lnTo>
                    <a:pt x="14481" y="7839"/>
                  </a:lnTo>
                  <a:lnTo>
                    <a:pt x="14404" y="8689"/>
                  </a:lnTo>
                  <a:lnTo>
                    <a:pt x="14249" y="9538"/>
                  </a:lnTo>
                  <a:lnTo>
                    <a:pt x="14172" y="9963"/>
                  </a:lnTo>
                  <a:lnTo>
                    <a:pt x="14018" y="10388"/>
                  </a:lnTo>
                  <a:lnTo>
                    <a:pt x="13863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89"/>
                  </a:lnTo>
                  <a:lnTo>
                    <a:pt x="12473" y="12898"/>
                  </a:lnTo>
                  <a:lnTo>
                    <a:pt x="12203" y="13207"/>
                  </a:lnTo>
                  <a:lnTo>
                    <a:pt x="11932" y="13052"/>
                  </a:lnTo>
                  <a:lnTo>
                    <a:pt x="11662" y="12936"/>
                  </a:lnTo>
                  <a:lnTo>
                    <a:pt x="11083" y="12782"/>
                  </a:lnTo>
                  <a:lnTo>
                    <a:pt x="10542" y="12627"/>
                  </a:lnTo>
                  <a:lnTo>
                    <a:pt x="9963" y="12550"/>
                  </a:lnTo>
                  <a:lnTo>
                    <a:pt x="9384" y="12512"/>
                  </a:lnTo>
                  <a:lnTo>
                    <a:pt x="8843" y="12473"/>
                  </a:lnTo>
                  <a:lnTo>
                    <a:pt x="8303" y="12473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6"/>
                  </a:lnTo>
                  <a:lnTo>
                    <a:pt x="6179" y="12782"/>
                  </a:lnTo>
                  <a:lnTo>
                    <a:pt x="5638" y="12975"/>
                  </a:lnTo>
                  <a:lnTo>
                    <a:pt x="5136" y="13129"/>
                  </a:lnTo>
                  <a:lnTo>
                    <a:pt x="4673" y="13361"/>
                  </a:lnTo>
                  <a:lnTo>
                    <a:pt x="4557" y="13129"/>
                  </a:lnTo>
                  <a:lnTo>
                    <a:pt x="4402" y="12936"/>
                  </a:lnTo>
                  <a:lnTo>
                    <a:pt x="4866" y="12318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0" y="10619"/>
                  </a:lnTo>
                  <a:lnTo>
                    <a:pt x="6951" y="10117"/>
                  </a:lnTo>
                  <a:lnTo>
                    <a:pt x="7530" y="9654"/>
                  </a:lnTo>
                  <a:lnTo>
                    <a:pt x="8148" y="9229"/>
                  </a:lnTo>
                  <a:lnTo>
                    <a:pt x="8766" y="8804"/>
                  </a:lnTo>
                  <a:lnTo>
                    <a:pt x="9384" y="8457"/>
                  </a:lnTo>
                  <a:lnTo>
                    <a:pt x="10040" y="8109"/>
                  </a:lnTo>
                  <a:lnTo>
                    <a:pt x="10735" y="7839"/>
                  </a:lnTo>
                  <a:lnTo>
                    <a:pt x="11430" y="7569"/>
                  </a:lnTo>
                  <a:lnTo>
                    <a:pt x="12164" y="7376"/>
                  </a:lnTo>
                  <a:lnTo>
                    <a:pt x="12898" y="7183"/>
                  </a:lnTo>
                  <a:lnTo>
                    <a:pt x="13670" y="7067"/>
                  </a:lnTo>
                  <a:lnTo>
                    <a:pt x="14442" y="6990"/>
                  </a:lnTo>
                  <a:close/>
                  <a:moveTo>
                    <a:pt x="4518" y="1275"/>
                  </a:moveTo>
                  <a:lnTo>
                    <a:pt x="4016" y="1854"/>
                  </a:lnTo>
                  <a:lnTo>
                    <a:pt x="3591" y="2472"/>
                  </a:lnTo>
                  <a:lnTo>
                    <a:pt x="3244" y="3128"/>
                  </a:lnTo>
                  <a:lnTo>
                    <a:pt x="2935" y="3823"/>
                  </a:lnTo>
                  <a:lnTo>
                    <a:pt x="2665" y="4518"/>
                  </a:lnTo>
                  <a:lnTo>
                    <a:pt x="2472" y="5291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3"/>
                  </a:lnTo>
                  <a:lnTo>
                    <a:pt x="2356" y="9886"/>
                  </a:lnTo>
                  <a:lnTo>
                    <a:pt x="2549" y="10619"/>
                  </a:lnTo>
                  <a:lnTo>
                    <a:pt x="2742" y="11353"/>
                  </a:lnTo>
                  <a:lnTo>
                    <a:pt x="3012" y="12087"/>
                  </a:lnTo>
                  <a:lnTo>
                    <a:pt x="3283" y="12782"/>
                  </a:lnTo>
                  <a:lnTo>
                    <a:pt x="3089" y="12898"/>
                  </a:lnTo>
                  <a:lnTo>
                    <a:pt x="2935" y="13052"/>
                  </a:lnTo>
                  <a:lnTo>
                    <a:pt x="2819" y="13245"/>
                  </a:lnTo>
                  <a:lnTo>
                    <a:pt x="2703" y="13438"/>
                  </a:lnTo>
                  <a:lnTo>
                    <a:pt x="2394" y="13014"/>
                  </a:lnTo>
                  <a:lnTo>
                    <a:pt x="2047" y="12550"/>
                  </a:lnTo>
                  <a:lnTo>
                    <a:pt x="1777" y="12087"/>
                  </a:lnTo>
                  <a:lnTo>
                    <a:pt x="1506" y="11623"/>
                  </a:lnTo>
                  <a:lnTo>
                    <a:pt x="1275" y="11121"/>
                  </a:lnTo>
                  <a:lnTo>
                    <a:pt x="1043" y="10619"/>
                  </a:lnTo>
                  <a:lnTo>
                    <a:pt x="850" y="10117"/>
                  </a:lnTo>
                  <a:lnTo>
                    <a:pt x="734" y="9615"/>
                  </a:lnTo>
                  <a:lnTo>
                    <a:pt x="618" y="9113"/>
                  </a:lnTo>
                  <a:lnTo>
                    <a:pt x="541" y="8573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0"/>
                  </a:lnTo>
                  <a:lnTo>
                    <a:pt x="734" y="5870"/>
                  </a:lnTo>
                  <a:lnTo>
                    <a:pt x="927" y="5329"/>
                  </a:lnTo>
                  <a:lnTo>
                    <a:pt x="1197" y="4673"/>
                  </a:lnTo>
                  <a:lnTo>
                    <a:pt x="1506" y="4055"/>
                  </a:lnTo>
                  <a:lnTo>
                    <a:pt x="1892" y="3476"/>
                  </a:lnTo>
                  <a:lnTo>
                    <a:pt x="2356" y="2935"/>
                  </a:lnTo>
                  <a:lnTo>
                    <a:pt x="2819" y="2433"/>
                  </a:lnTo>
                  <a:lnTo>
                    <a:pt x="3360" y="2008"/>
                  </a:lnTo>
                  <a:lnTo>
                    <a:pt x="3900" y="1584"/>
                  </a:lnTo>
                  <a:lnTo>
                    <a:pt x="4518" y="1275"/>
                  </a:lnTo>
                  <a:close/>
                  <a:moveTo>
                    <a:pt x="3823" y="12975"/>
                  </a:moveTo>
                  <a:lnTo>
                    <a:pt x="4016" y="13052"/>
                  </a:lnTo>
                  <a:lnTo>
                    <a:pt x="4132" y="13168"/>
                  </a:lnTo>
                  <a:lnTo>
                    <a:pt x="4248" y="13284"/>
                  </a:lnTo>
                  <a:lnTo>
                    <a:pt x="4325" y="13438"/>
                  </a:lnTo>
                  <a:lnTo>
                    <a:pt x="4364" y="13631"/>
                  </a:lnTo>
                  <a:lnTo>
                    <a:pt x="4325" y="13786"/>
                  </a:lnTo>
                  <a:lnTo>
                    <a:pt x="4287" y="13940"/>
                  </a:lnTo>
                  <a:lnTo>
                    <a:pt x="4209" y="14095"/>
                  </a:lnTo>
                  <a:lnTo>
                    <a:pt x="3746" y="13824"/>
                  </a:lnTo>
                  <a:lnTo>
                    <a:pt x="3321" y="13477"/>
                  </a:lnTo>
                  <a:lnTo>
                    <a:pt x="3244" y="13438"/>
                  </a:lnTo>
                  <a:lnTo>
                    <a:pt x="3128" y="13438"/>
                  </a:lnTo>
                  <a:lnTo>
                    <a:pt x="3051" y="13477"/>
                  </a:lnTo>
                  <a:lnTo>
                    <a:pt x="2974" y="13515"/>
                  </a:lnTo>
                  <a:lnTo>
                    <a:pt x="3051" y="13361"/>
                  </a:lnTo>
                  <a:lnTo>
                    <a:pt x="3167" y="13245"/>
                  </a:lnTo>
                  <a:lnTo>
                    <a:pt x="3321" y="13129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13" y="12859"/>
                  </a:moveTo>
                  <a:lnTo>
                    <a:pt x="9615" y="12898"/>
                  </a:lnTo>
                  <a:lnTo>
                    <a:pt x="10079" y="12975"/>
                  </a:lnTo>
                  <a:lnTo>
                    <a:pt x="10504" y="13014"/>
                  </a:lnTo>
                  <a:lnTo>
                    <a:pt x="11006" y="13129"/>
                  </a:lnTo>
                  <a:lnTo>
                    <a:pt x="11469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7"/>
                  </a:lnTo>
                  <a:lnTo>
                    <a:pt x="10658" y="14249"/>
                  </a:lnTo>
                  <a:lnTo>
                    <a:pt x="10195" y="14442"/>
                  </a:lnTo>
                  <a:lnTo>
                    <a:pt x="9770" y="14635"/>
                  </a:lnTo>
                  <a:lnTo>
                    <a:pt x="9306" y="14751"/>
                  </a:lnTo>
                  <a:lnTo>
                    <a:pt x="8804" y="14867"/>
                  </a:lnTo>
                  <a:lnTo>
                    <a:pt x="8341" y="14944"/>
                  </a:lnTo>
                  <a:lnTo>
                    <a:pt x="7839" y="14983"/>
                  </a:lnTo>
                  <a:lnTo>
                    <a:pt x="7376" y="14983"/>
                  </a:lnTo>
                  <a:lnTo>
                    <a:pt x="6874" y="14944"/>
                  </a:lnTo>
                  <a:lnTo>
                    <a:pt x="6410" y="14867"/>
                  </a:lnTo>
                  <a:lnTo>
                    <a:pt x="5947" y="14790"/>
                  </a:lnTo>
                  <a:lnTo>
                    <a:pt x="5484" y="14674"/>
                  </a:lnTo>
                  <a:lnTo>
                    <a:pt x="5020" y="14481"/>
                  </a:lnTo>
                  <a:lnTo>
                    <a:pt x="4557" y="14288"/>
                  </a:lnTo>
                  <a:lnTo>
                    <a:pt x="4673" y="14017"/>
                  </a:lnTo>
                  <a:lnTo>
                    <a:pt x="4711" y="13747"/>
                  </a:lnTo>
                  <a:lnTo>
                    <a:pt x="4711" y="13593"/>
                  </a:lnTo>
                  <a:lnTo>
                    <a:pt x="5561" y="13322"/>
                  </a:lnTo>
                  <a:lnTo>
                    <a:pt x="6410" y="13091"/>
                  </a:lnTo>
                  <a:lnTo>
                    <a:pt x="7260" y="12936"/>
                  </a:lnTo>
                  <a:lnTo>
                    <a:pt x="8148" y="12859"/>
                  </a:lnTo>
                  <a:close/>
                  <a:moveTo>
                    <a:pt x="7569" y="0"/>
                  </a:moveTo>
                  <a:lnTo>
                    <a:pt x="6990" y="39"/>
                  </a:lnTo>
                  <a:lnTo>
                    <a:pt x="6410" y="116"/>
                  </a:lnTo>
                  <a:lnTo>
                    <a:pt x="5870" y="232"/>
                  </a:lnTo>
                  <a:lnTo>
                    <a:pt x="5291" y="386"/>
                  </a:lnTo>
                  <a:lnTo>
                    <a:pt x="4750" y="580"/>
                  </a:lnTo>
                  <a:lnTo>
                    <a:pt x="4248" y="811"/>
                  </a:lnTo>
                  <a:lnTo>
                    <a:pt x="3746" y="1120"/>
                  </a:lnTo>
                  <a:lnTo>
                    <a:pt x="3283" y="1429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1970" y="2588"/>
                  </a:lnTo>
                  <a:lnTo>
                    <a:pt x="1622" y="3012"/>
                  </a:lnTo>
                  <a:lnTo>
                    <a:pt x="1275" y="3514"/>
                  </a:lnTo>
                  <a:lnTo>
                    <a:pt x="966" y="4016"/>
                  </a:lnTo>
                  <a:lnTo>
                    <a:pt x="657" y="4595"/>
                  </a:lnTo>
                  <a:lnTo>
                    <a:pt x="425" y="5252"/>
                  </a:lnTo>
                  <a:lnTo>
                    <a:pt x="232" y="5908"/>
                  </a:lnTo>
                  <a:lnTo>
                    <a:pt x="116" y="6565"/>
                  </a:lnTo>
                  <a:lnTo>
                    <a:pt x="0" y="7221"/>
                  </a:lnTo>
                  <a:lnTo>
                    <a:pt x="0" y="7916"/>
                  </a:lnTo>
                  <a:lnTo>
                    <a:pt x="39" y="8611"/>
                  </a:lnTo>
                  <a:lnTo>
                    <a:pt x="116" y="9268"/>
                  </a:lnTo>
                  <a:lnTo>
                    <a:pt x="232" y="9924"/>
                  </a:lnTo>
                  <a:lnTo>
                    <a:pt x="425" y="10581"/>
                  </a:lnTo>
                  <a:lnTo>
                    <a:pt x="695" y="11237"/>
                  </a:lnTo>
                  <a:lnTo>
                    <a:pt x="966" y="11855"/>
                  </a:lnTo>
                  <a:lnTo>
                    <a:pt x="1313" y="12396"/>
                  </a:lnTo>
                  <a:lnTo>
                    <a:pt x="1738" y="12975"/>
                  </a:lnTo>
                  <a:lnTo>
                    <a:pt x="2201" y="13477"/>
                  </a:lnTo>
                  <a:lnTo>
                    <a:pt x="2703" y="13902"/>
                  </a:lnTo>
                  <a:lnTo>
                    <a:pt x="2742" y="13940"/>
                  </a:lnTo>
                  <a:lnTo>
                    <a:pt x="2819" y="13940"/>
                  </a:lnTo>
                  <a:lnTo>
                    <a:pt x="2896" y="13902"/>
                  </a:lnTo>
                  <a:lnTo>
                    <a:pt x="3167" y="14133"/>
                  </a:lnTo>
                  <a:lnTo>
                    <a:pt x="3437" y="14326"/>
                  </a:lnTo>
                  <a:lnTo>
                    <a:pt x="3785" y="14519"/>
                  </a:lnTo>
                  <a:lnTo>
                    <a:pt x="4093" y="14597"/>
                  </a:lnTo>
                  <a:lnTo>
                    <a:pt x="4518" y="14828"/>
                  </a:lnTo>
                  <a:lnTo>
                    <a:pt x="4943" y="14983"/>
                  </a:lnTo>
                  <a:lnTo>
                    <a:pt x="5406" y="15137"/>
                  </a:lnTo>
                  <a:lnTo>
                    <a:pt x="5870" y="15292"/>
                  </a:lnTo>
                  <a:lnTo>
                    <a:pt x="6333" y="15369"/>
                  </a:lnTo>
                  <a:lnTo>
                    <a:pt x="6797" y="15446"/>
                  </a:lnTo>
                  <a:lnTo>
                    <a:pt x="7260" y="15485"/>
                  </a:lnTo>
                  <a:lnTo>
                    <a:pt x="7723" y="15485"/>
                  </a:lnTo>
                  <a:lnTo>
                    <a:pt x="8225" y="15446"/>
                  </a:lnTo>
                  <a:lnTo>
                    <a:pt x="8689" y="15408"/>
                  </a:lnTo>
                  <a:lnTo>
                    <a:pt x="9152" y="15330"/>
                  </a:lnTo>
                  <a:lnTo>
                    <a:pt x="9615" y="15215"/>
                  </a:lnTo>
                  <a:lnTo>
                    <a:pt x="10079" y="15060"/>
                  </a:lnTo>
                  <a:lnTo>
                    <a:pt x="10504" y="14906"/>
                  </a:lnTo>
                  <a:lnTo>
                    <a:pt x="10928" y="14674"/>
                  </a:lnTo>
                  <a:lnTo>
                    <a:pt x="11353" y="14442"/>
                  </a:lnTo>
                  <a:lnTo>
                    <a:pt x="11855" y="14133"/>
                  </a:lnTo>
                  <a:lnTo>
                    <a:pt x="12318" y="13786"/>
                  </a:lnTo>
                  <a:lnTo>
                    <a:pt x="12705" y="13400"/>
                  </a:lnTo>
                  <a:lnTo>
                    <a:pt x="13091" y="12975"/>
                  </a:lnTo>
                  <a:lnTo>
                    <a:pt x="13438" y="12550"/>
                  </a:lnTo>
                  <a:lnTo>
                    <a:pt x="13747" y="12048"/>
                  </a:lnTo>
                  <a:lnTo>
                    <a:pt x="14056" y="11585"/>
                  </a:lnTo>
                  <a:lnTo>
                    <a:pt x="14288" y="11044"/>
                  </a:lnTo>
                  <a:lnTo>
                    <a:pt x="14481" y="10542"/>
                  </a:lnTo>
                  <a:lnTo>
                    <a:pt x="14674" y="10002"/>
                  </a:lnTo>
                  <a:lnTo>
                    <a:pt x="14790" y="9422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3"/>
                  </a:lnTo>
                  <a:lnTo>
                    <a:pt x="14983" y="7144"/>
                  </a:lnTo>
                  <a:lnTo>
                    <a:pt x="14906" y="6603"/>
                  </a:lnTo>
                  <a:lnTo>
                    <a:pt x="14828" y="5986"/>
                  </a:lnTo>
                  <a:lnTo>
                    <a:pt x="14674" y="5406"/>
                  </a:lnTo>
                  <a:lnTo>
                    <a:pt x="14481" y="4827"/>
                  </a:lnTo>
                  <a:lnTo>
                    <a:pt x="14249" y="4287"/>
                  </a:lnTo>
                  <a:lnTo>
                    <a:pt x="13979" y="3746"/>
                  </a:lnTo>
                  <a:lnTo>
                    <a:pt x="13631" y="3244"/>
                  </a:lnTo>
                  <a:lnTo>
                    <a:pt x="13284" y="2742"/>
                  </a:lnTo>
                  <a:lnTo>
                    <a:pt x="12898" y="2317"/>
                  </a:lnTo>
                  <a:lnTo>
                    <a:pt x="12512" y="1892"/>
                  </a:lnTo>
                  <a:lnTo>
                    <a:pt x="12048" y="1506"/>
                  </a:lnTo>
                  <a:lnTo>
                    <a:pt x="11546" y="1197"/>
                  </a:lnTo>
                  <a:lnTo>
                    <a:pt x="11044" y="888"/>
                  </a:lnTo>
                  <a:lnTo>
                    <a:pt x="10504" y="618"/>
                  </a:lnTo>
                  <a:lnTo>
                    <a:pt x="9963" y="386"/>
                  </a:lnTo>
                  <a:lnTo>
                    <a:pt x="9345" y="232"/>
                  </a:lnTo>
                  <a:lnTo>
                    <a:pt x="8766" y="116"/>
                  </a:lnTo>
                  <a:lnTo>
                    <a:pt x="8148" y="39"/>
                  </a:lnTo>
                  <a:lnTo>
                    <a:pt x="756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6"/>
            <p:cNvSpPr/>
            <p:nvPr/>
          </p:nvSpPr>
          <p:spPr>
            <a:xfrm>
              <a:off x="6509175" y="1566300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8" y="5870"/>
                  </a:lnTo>
                  <a:lnTo>
                    <a:pt x="7491" y="6024"/>
                  </a:lnTo>
                  <a:lnTo>
                    <a:pt x="7530" y="6140"/>
                  </a:lnTo>
                  <a:lnTo>
                    <a:pt x="7569" y="6256"/>
                  </a:lnTo>
                  <a:lnTo>
                    <a:pt x="7607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1" y="6681"/>
                  </a:lnTo>
                  <a:lnTo>
                    <a:pt x="7337" y="6796"/>
                  </a:lnTo>
                  <a:lnTo>
                    <a:pt x="7105" y="6912"/>
                  </a:lnTo>
                  <a:lnTo>
                    <a:pt x="6912" y="6912"/>
                  </a:lnTo>
                  <a:lnTo>
                    <a:pt x="6719" y="6835"/>
                  </a:lnTo>
                  <a:lnTo>
                    <a:pt x="6565" y="6681"/>
                  </a:lnTo>
                  <a:lnTo>
                    <a:pt x="6487" y="6488"/>
                  </a:lnTo>
                  <a:lnTo>
                    <a:pt x="6487" y="6294"/>
                  </a:lnTo>
                  <a:lnTo>
                    <a:pt x="6526" y="6101"/>
                  </a:lnTo>
                  <a:lnTo>
                    <a:pt x="6642" y="5908"/>
                  </a:lnTo>
                  <a:lnTo>
                    <a:pt x="6796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7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0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1" y="1120"/>
                  </a:lnTo>
                  <a:lnTo>
                    <a:pt x="1622" y="1777"/>
                  </a:lnTo>
                  <a:lnTo>
                    <a:pt x="3398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0" y="5599"/>
                  </a:lnTo>
                  <a:lnTo>
                    <a:pt x="6294" y="5677"/>
                  </a:lnTo>
                  <a:lnTo>
                    <a:pt x="6217" y="5792"/>
                  </a:lnTo>
                  <a:lnTo>
                    <a:pt x="6101" y="6101"/>
                  </a:lnTo>
                  <a:lnTo>
                    <a:pt x="6063" y="6410"/>
                  </a:lnTo>
                  <a:lnTo>
                    <a:pt x="6101" y="6681"/>
                  </a:lnTo>
                  <a:lnTo>
                    <a:pt x="6179" y="6835"/>
                  </a:lnTo>
                  <a:lnTo>
                    <a:pt x="6294" y="6990"/>
                  </a:lnTo>
                  <a:lnTo>
                    <a:pt x="6410" y="7144"/>
                  </a:lnTo>
                  <a:lnTo>
                    <a:pt x="6565" y="7221"/>
                  </a:lnTo>
                  <a:lnTo>
                    <a:pt x="6719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7" y="7144"/>
                  </a:lnTo>
                  <a:lnTo>
                    <a:pt x="7723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3" y="6565"/>
                  </a:lnTo>
                  <a:lnTo>
                    <a:pt x="8032" y="6410"/>
                  </a:lnTo>
                  <a:lnTo>
                    <a:pt x="8032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3" y="5715"/>
                  </a:lnTo>
                  <a:lnTo>
                    <a:pt x="7569" y="5599"/>
                  </a:lnTo>
                  <a:lnTo>
                    <a:pt x="7414" y="5522"/>
                  </a:lnTo>
                  <a:lnTo>
                    <a:pt x="7221" y="5445"/>
                  </a:lnTo>
                  <a:lnTo>
                    <a:pt x="7028" y="5445"/>
                  </a:lnTo>
                  <a:lnTo>
                    <a:pt x="6835" y="5484"/>
                  </a:lnTo>
                  <a:lnTo>
                    <a:pt x="6024" y="4711"/>
                  </a:lnTo>
                  <a:lnTo>
                    <a:pt x="5213" y="4016"/>
                  </a:lnTo>
                  <a:lnTo>
                    <a:pt x="3514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09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6"/>
            <p:cNvSpPr/>
            <p:nvPr/>
          </p:nvSpPr>
          <p:spPr>
            <a:xfrm>
              <a:off x="2672775" y="1574975"/>
              <a:ext cx="84975" cy="94650"/>
            </a:xfrm>
            <a:custGeom>
              <a:avLst/>
              <a:gdLst/>
              <a:ahLst/>
              <a:cxnLst/>
              <a:rect l="l" t="t" r="r" b="b"/>
              <a:pathLst>
                <a:path w="3399" h="3786" extrusionOk="0">
                  <a:moveTo>
                    <a:pt x="78" y="1"/>
                  </a:moveTo>
                  <a:lnTo>
                    <a:pt x="1" y="78"/>
                  </a:lnTo>
                  <a:lnTo>
                    <a:pt x="1" y="117"/>
                  </a:lnTo>
                  <a:lnTo>
                    <a:pt x="348" y="889"/>
                  </a:lnTo>
                  <a:lnTo>
                    <a:pt x="812" y="1661"/>
                  </a:lnTo>
                  <a:lnTo>
                    <a:pt x="1275" y="2395"/>
                  </a:lnTo>
                  <a:lnTo>
                    <a:pt x="1738" y="3090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5"/>
                  </a:lnTo>
                  <a:lnTo>
                    <a:pt x="3013" y="3708"/>
                  </a:lnTo>
                  <a:lnTo>
                    <a:pt x="3206" y="3592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90"/>
                  </a:lnTo>
                  <a:lnTo>
                    <a:pt x="3399" y="2897"/>
                  </a:lnTo>
                  <a:lnTo>
                    <a:pt x="3360" y="2704"/>
                  </a:lnTo>
                  <a:lnTo>
                    <a:pt x="3283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90" y="2742"/>
                  </a:lnTo>
                  <a:lnTo>
                    <a:pt x="3128" y="2858"/>
                  </a:lnTo>
                  <a:lnTo>
                    <a:pt x="2897" y="3013"/>
                  </a:lnTo>
                  <a:lnTo>
                    <a:pt x="2665" y="3129"/>
                  </a:lnTo>
                  <a:lnTo>
                    <a:pt x="2511" y="3206"/>
                  </a:lnTo>
                  <a:lnTo>
                    <a:pt x="2318" y="3206"/>
                  </a:lnTo>
                  <a:lnTo>
                    <a:pt x="2202" y="3167"/>
                  </a:lnTo>
                  <a:lnTo>
                    <a:pt x="2047" y="3090"/>
                  </a:lnTo>
                  <a:lnTo>
                    <a:pt x="1931" y="2936"/>
                  </a:lnTo>
                  <a:lnTo>
                    <a:pt x="1854" y="2742"/>
                  </a:lnTo>
                  <a:lnTo>
                    <a:pt x="1700" y="2511"/>
                  </a:lnTo>
                  <a:lnTo>
                    <a:pt x="1082" y="1507"/>
                  </a:lnTo>
                  <a:lnTo>
                    <a:pt x="619" y="773"/>
                  </a:lnTo>
                  <a:lnTo>
                    <a:pt x="387" y="387"/>
                  </a:lnTo>
                  <a:lnTo>
                    <a:pt x="117" y="39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6"/>
            <p:cNvSpPr/>
            <p:nvPr/>
          </p:nvSpPr>
          <p:spPr>
            <a:xfrm>
              <a:off x="4909550" y="158077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8" y="5909"/>
                  </a:moveTo>
                  <a:lnTo>
                    <a:pt x="1082" y="5986"/>
                  </a:lnTo>
                  <a:lnTo>
                    <a:pt x="1236" y="6024"/>
                  </a:lnTo>
                  <a:lnTo>
                    <a:pt x="1390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7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8"/>
                  </a:lnTo>
                  <a:lnTo>
                    <a:pt x="386" y="6372"/>
                  </a:lnTo>
                  <a:lnTo>
                    <a:pt x="425" y="6256"/>
                  </a:lnTo>
                  <a:lnTo>
                    <a:pt x="502" y="6179"/>
                  </a:lnTo>
                  <a:lnTo>
                    <a:pt x="695" y="6024"/>
                  </a:lnTo>
                  <a:lnTo>
                    <a:pt x="888" y="5909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6" y="2047"/>
                  </a:lnTo>
                  <a:lnTo>
                    <a:pt x="3437" y="2781"/>
                  </a:lnTo>
                  <a:lnTo>
                    <a:pt x="2279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8"/>
                  </a:lnTo>
                  <a:lnTo>
                    <a:pt x="0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6"/>
                  </a:lnTo>
                  <a:lnTo>
                    <a:pt x="695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699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9"/>
                  </a:lnTo>
                  <a:lnTo>
                    <a:pt x="1738" y="6024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2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6"/>
            <p:cNvSpPr/>
            <p:nvPr/>
          </p:nvSpPr>
          <p:spPr>
            <a:xfrm>
              <a:off x="4655650" y="16087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4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7" y="6796"/>
                  </a:lnTo>
                  <a:lnTo>
                    <a:pt x="7106" y="6912"/>
                  </a:lnTo>
                  <a:lnTo>
                    <a:pt x="6913" y="6912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1"/>
                  </a:lnTo>
                  <a:lnTo>
                    <a:pt x="6642" y="5908"/>
                  </a:lnTo>
                  <a:lnTo>
                    <a:pt x="6797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2" y="1120"/>
                  </a:lnTo>
                  <a:lnTo>
                    <a:pt x="1622" y="1777"/>
                  </a:lnTo>
                  <a:lnTo>
                    <a:pt x="3399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1" y="5599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1"/>
                  </a:lnTo>
                  <a:lnTo>
                    <a:pt x="6063" y="6410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1"/>
                  </a:lnTo>
                  <a:lnTo>
                    <a:pt x="6720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8" y="7144"/>
                  </a:lnTo>
                  <a:lnTo>
                    <a:pt x="7724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3" y="6410"/>
                  </a:lnTo>
                  <a:lnTo>
                    <a:pt x="8033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4" y="5715"/>
                  </a:lnTo>
                  <a:lnTo>
                    <a:pt x="7569" y="5599"/>
                  </a:lnTo>
                  <a:lnTo>
                    <a:pt x="7415" y="5522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5" y="5484"/>
                  </a:lnTo>
                  <a:lnTo>
                    <a:pt x="6025" y="4711"/>
                  </a:lnTo>
                  <a:lnTo>
                    <a:pt x="5214" y="4016"/>
                  </a:lnTo>
                  <a:lnTo>
                    <a:pt x="3515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10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6"/>
            <p:cNvSpPr/>
            <p:nvPr/>
          </p:nvSpPr>
          <p:spPr>
            <a:xfrm>
              <a:off x="781625" y="1619400"/>
              <a:ext cx="153500" cy="186325"/>
            </a:xfrm>
            <a:custGeom>
              <a:avLst/>
              <a:gdLst/>
              <a:ahLst/>
              <a:cxnLst/>
              <a:rect l="l" t="t" r="r" b="b"/>
              <a:pathLst>
                <a:path w="6140" h="7453" extrusionOk="0">
                  <a:moveTo>
                    <a:pt x="888" y="5908"/>
                  </a:moveTo>
                  <a:lnTo>
                    <a:pt x="1081" y="5985"/>
                  </a:lnTo>
                  <a:lnTo>
                    <a:pt x="1236" y="6024"/>
                  </a:lnTo>
                  <a:lnTo>
                    <a:pt x="1390" y="6178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6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89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7"/>
                  </a:lnTo>
                  <a:lnTo>
                    <a:pt x="386" y="6371"/>
                  </a:lnTo>
                  <a:lnTo>
                    <a:pt x="425" y="6256"/>
                  </a:lnTo>
                  <a:lnTo>
                    <a:pt x="502" y="6178"/>
                  </a:lnTo>
                  <a:lnTo>
                    <a:pt x="695" y="6024"/>
                  </a:lnTo>
                  <a:lnTo>
                    <a:pt x="888" y="5908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5" y="1313"/>
                  </a:lnTo>
                  <a:lnTo>
                    <a:pt x="4016" y="2047"/>
                  </a:lnTo>
                  <a:lnTo>
                    <a:pt x="3437" y="2780"/>
                  </a:lnTo>
                  <a:lnTo>
                    <a:pt x="2278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2" y="5561"/>
                  </a:lnTo>
                  <a:lnTo>
                    <a:pt x="618" y="5599"/>
                  </a:lnTo>
                  <a:lnTo>
                    <a:pt x="541" y="5676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7"/>
                  </a:lnTo>
                  <a:lnTo>
                    <a:pt x="0" y="6603"/>
                  </a:lnTo>
                  <a:lnTo>
                    <a:pt x="39" y="6796"/>
                  </a:lnTo>
                  <a:lnTo>
                    <a:pt x="116" y="6989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5"/>
                  </a:lnTo>
                  <a:lnTo>
                    <a:pt x="695" y="7453"/>
                  </a:lnTo>
                  <a:lnTo>
                    <a:pt x="1081" y="7453"/>
                  </a:lnTo>
                  <a:lnTo>
                    <a:pt x="1274" y="7414"/>
                  </a:lnTo>
                  <a:lnTo>
                    <a:pt x="1429" y="7298"/>
                  </a:lnTo>
                  <a:lnTo>
                    <a:pt x="1583" y="7182"/>
                  </a:lnTo>
                  <a:lnTo>
                    <a:pt x="1699" y="7067"/>
                  </a:lnTo>
                  <a:lnTo>
                    <a:pt x="1815" y="6873"/>
                  </a:lnTo>
                  <a:lnTo>
                    <a:pt x="1854" y="6680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8"/>
                  </a:lnTo>
                  <a:lnTo>
                    <a:pt x="1738" y="6024"/>
                  </a:lnTo>
                  <a:lnTo>
                    <a:pt x="1661" y="5908"/>
                  </a:lnTo>
                  <a:lnTo>
                    <a:pt x="1545" y="5792"/>
                  </a:lnTo>
                  <a:lnTo>
                    <a:pt x="2163" y="5097"/>
                  </a:lnTo>
                  <a:lnTo>
                    <a:pt x="2742" y="4402"/>
                  </a:lnTo>
                  <a:lnTo>
                    <a:pt x="3939" y="3012"/>
                  </a:lnTo>
                  <a:lnTo>
                    <a:pt x="4479" y="2394"/>
                  </a:lnTo>
                  <a:lnTo>
                    <a:pt x="5097" y="1699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3"/>
                  </a:lnTo>
                  <a:lnTo>
                    <a:pt x="6063" y="77"/>
                  </a:lnTo>
                  <a:lnTo>
                    <a:pt x="598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6"/>
            <p:cNvSpPr/>
            <p:nvPr/>
          </p:nvSpPr>
          <p:spPr>
            <a:xfrm>
              <a:off x="1926550" y="1629050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3"/>
                  </a:lnTo>
                  <a:lnTo>
                    <a:pt x="2008" y="966"/>
                  </a:lnTo>
                  <a:lnTo>
                    <a:pt x="2124" y="1120"/>
                  </a:lnTo>
                  <a:lnTo>
                    <a:pt x="2201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1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5" y="502"/>
                  </a:lnTo>
                  <a:lnTo>
                    <a:pt x="811" y="464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3" y="425"/>
                  </a:lnTo>
                  <a:lnTo>
                    <a:pt x="78" y="618"/>
                  </a:lnTo>
                  <a:lnTo>
                    <a:pt x="0" y="811"/>
                  </a:lnTo>
                  <a:lnTo>
                    <a:pt x="0" y="1004"/>
                  </a:lnTo>
                  <a:lnTo>
                    <a:pt x="0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7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1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4"/>
                  </a:lnTo>
                  <a:lnTo>
                    <a:pt x="2626" y="2896"/>
                  </a:lnTo>
                  <a:lnTo>
                    <a:pt x="2703" y="2317"/>
                  </a:lnTo>
                  <a:lnTo>
                    <a:pt x="2703" y="2008"/>
                  </a:lnTo>
                  <a:lnTo>
                    <a:pt x="2703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699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6"/>
            <p:cNvSpPr/>
            <p:nvPr/>
          </p:nvSpPr>
          <p:spPr>
            <a:xfrm>
              <a:off x="3904600" y="163580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0" y="194"/>
                  </a:lnTo>
                  <a:lnTo>
                    <a:pt x="2240" y="309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7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6"/>
            <p:cNvSpPr/>
            <p:nvPr/>
          </p:nvSpPr>
          <p:spPr>
            <a:xfrm>
              <a:off x="527725" y="16473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0" y="6141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2" y="6681"/>
                  </a:lnTo>
                  <a:lnTo>
                    <a:pt x="7337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19" y="6836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6" y="6102"/>
                  </a:lnTo>
                  <a:lnTo>
                    <a:pt x="6642" y="5909"/>
                  </a:lnTo>
                  <a:lnTo>
                    <a:pt x="6797" y="5754"/>
                  </a:lnTo>
                  <a:close/>
                  <a:moveTo>
                    <a:pt x="232" y="1"/>
                  </a:moveTo>
                  <a:lnTo>
                    <a:pt x="155" y="40"/>
                  </a:lnTo>
                  <a:lnTo>
                    <a:pt x="78" y="40"/>
                  </a:lnTo>
                  <a:lnTo>
                    <a:pt x="39" y="117"/>
                  </a:lnTo>
                  <a:lnTo>
                    <a:pt x="0" y="233"/>
                  </a:lnTo>
                  <a:lnTo>
                    <a:pt x="0" y="310"/>
                  </a:lnTo>
                  <a:lnTo>
                    <a:pt x="39" y="387"/>
                  </a:lnTo>
                  <a:lnTo>
                    <a:pt x="425" y="773"/>
                  </a:lnTo>
                  <a:lnTo>
                    <a:pt x="811" y="1121"/>
                  </a:lnTo>
                  <a:lnTo>
                    <a:pt x="1622" y="1777"/>
                  </a:lnTo>
                  <a:lnTo>
                    <a:pt x="3399" y="3206"/>
                  </a:lnTo>
                  <a:lnTo>
                    <a:pt x="4866" y="4442"/>
                  </a:lnTo>
                  <a:lnTo>
                    <a:pt x="5638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7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6"/>
                  </a:lnTo>
                  <a:lnTo>
                    <a:pt x="6295" y="6990"/>
                  </a:lnTo>
                  <a:lnTo>
                    <a:pt x="6411" y="7145"/>
                  </a:lnTo>
                  <a:lnTo>
                    <a:pt x="6565" y="7222"/>
                  </a:lnTo>
                  <a:lnTo>
                    <a:pt x="6719" y="7299"/>
                  </a:lnTo>
                  <a:lnTo>
                    <a:pt x="6874" y="7338"/>
                  </a:lnTo>
                  <a:lnTo>
                    <a:pt x="7067" y="7338"/>
                  </a:lnTo>
                  <a:lnTo>
                    <a:pt x="7260" y="7299"/>
                  </a:lnTo>
                  <a:lnTo>
                    <a:pt x="7453" y="7260"/>
                  </a:lnTo>
                  <a:lnTo>
                    <a:pt x="7608" y="7145"/>
                  </a:lnTo>
                  <a:lnTo>
                    <a:pt x="7723" y="7029"/>
                  </a:lnTo>
                  <a:lnTo>
                    <a:pt x="7839" y="6913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2" y="6411"/>
                  </a:lnTo>
                  <a:lnTo>
                    <a:pt x="8032" y="6218"/>
                  </a:lnTo>
                  <a:lnTo>
                    <a:pt x="7955" y="6025"/>
                  </a:lnTo>
                  <a:lnTo>
                    <a:pt x="7839" y="5870"/>
                  </a:lnTo>
                  <a:lnTo>
                    <a:pt x="7723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1" y="5446"/>
                  </a:lnTo>
                  <a:lnTo>
                    <a:pt x="7028" y="5446"/>
                  </a:lnTo>
                  <a:lnTo>
                    <a:pt x="6835" y="5484"/>
                  </a:lnTo>
                  <a:lnTo>
                    <a:pt x="6024" y="4712"/>
                  </a:lnTo>
                  <a:lnTo>
                    <a:pt x="5213" y="4017"/>
                  </a:lnTo>
                  <a:lnTo>
                    <a:pt x="3514" y="2627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9"/>
                  </a:lnTo>
                  <a:lnTo>
                    <a:pt x="734" y="310"/>
                  </a:lnTo>
                  <a:lnTo>
                    <a:pt x="309" y="40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6"/>
            <p:cNvSpPr/>
            <p:nvPr/>
          </p:nvSpPr>
          <p:spPr>
            <a:xfrm>
              <a:off x="5813125" y="1664750"/>
              <a:ext cx="61825" cy="89825"/>
            </a:xfrm>
            <a:custGeom>
              <a:avLst/>
              <a:gdLst/>
              <a:ahLst/>
              <a:cxnLst/>
              <a:rect l="l" t="t" r="r" b="b"/>
              <a:pathLst>
                <a:path w="2473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5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2"/>
                  </a:lnTo>
                  <a:lnTo>
                    <a:pt x="1932" y="2163"/>
                  </a:lnTo>
                  <a:lnTo>
                    <a:pt x="1932" y="2434"/>
                  </a:lnTo>
                  <a:lnTo>
                    <a:pt x="1816" y="2743"/>
                  </a:lnTo>
                  <a:lnTo>
                    <a:pt x="1739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8" y="3013"/>
                  </a:lnTo>
                  <a:lnTo>
                    <a:pt x="850" y="2897"/>
                  </a:lnTo>
                  <a:lnTo>
                    <a:pt x="812" y="2743"/>
                  </a:lnTo>
                  <a:lnTo>
                    <a:pt x="850" y="2588"/>
                  </a:lnTo>
                  <a:lnTo>
                    <a:pt x="928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1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6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6" y="2356"/>
                  </a:lnTo>
                  <a:lnTo>
                    <a:pt x="348" y="2627"/>
                  </a:lnTo>
                  <a:lnTo>
                    <a:pt x="310" y="2897"/>
                  </a:lnTo>
                  <a:lnTo>
                    <a:pt x="348" y="3052"/>
                  </a:lnTo>
                  <a:lnTo>
                    <a:pt x="426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1"/>
                  </a:lnTo>
                  <a:lnTo>
                    <a:pt x="2434" y="2009"/>
                  </a:lnTo>
                  <a:lnTo>
                    <a:pt x="2395" y="1816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6"/>
            <p:cNvSpPr/>
            <p:nvPr/>
          </p:nvSpPr>
          <p:spPr>
            <a:xfrm>
              <a:off x="4153650" y="167055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2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40" y="232"/>
                  </a:lnTo>
                  <a:lnTo>
                    <a:pt x="1" y="271"/>
                  </a:lnTo>
                  <a:lnTo>
                    <a:pt x="40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4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6"/>
            <p:cNvSpPr/>
            <p:nvPr/>
          </p:nvSpPr>
          <p:spPr>
            <a:xfrm>
              <a:off x="4055200" y="1676350"/>
              <a:ext cx="21250" cy="8700"/>
            </a:xfrm>
            <a:custGeom>
              <a:avLst/>
              <a:gdLst/>
              <a:ahLst/>
              <a:cxnLst/>
              <a:rect l="l" t="t" r="r" b="b"/>
              <a:pathLst>
                <a:path w="850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6"/>
            <p:cNvSpPr/>
            <p:nvPr/>
          </p:nvSpPr>
          <p:spPr>
            <a:xfrm>
              <a:off x="5417325" y="16889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232"/>
                  </a:lnTo>
                  <a:lnTo>
                    <a:pt x="503" y="966"/>
                  </a:lnTo>
                  <a:lnTo>
                    <a:pt x="1043" y="1622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3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6" y="3862"/>
                  </a:lnTo>
                  <a:lnTo>
                    <a:pt x="12242" y="3591"/>
                  </a:lnTo>
                  <a:lnTo>
                    <a:pt x="12319" y="3553"/>
                  </a:lnTo>
                  <a:lnTo>
                    <a:pt x="12435" y="3205"/>
                  </a:lnTo>
                  <a:lnTo>
                    <a:pt x="12358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3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3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6"/>
            <p:cNvSpPr/>
            <p:nvPr/>
          </p:nvSpPr>
          <p:spPr>
            <a:xfrm>
              <a:off x="5725275" y="169565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5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4" y="1931"/>
                  </a:lnTo>
                  <a:lnTo>
                    <a:pt x="1082" y="2009"/>
                  </a:lnTo>
                  <a:lnTo>
                    <a:pt x="1121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30" y="2704"/>
                  </a:lnTo>
                  <a:lnTo>
                    <a:pt x="1623" y="2820"/>
                  </a:lnTo>
                  <a:lnTo>
                    <a:pt x="1816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5" y="3630"/>
                  </a:lnTo>
                  <a:lnTo>
                    <a:pt x="2125" y="3901"/>
                  </a:lnTo>
                  <a:lnTo>
                    <a:pt x="2086" y="4094"/>
                  </a:lnTo>
                  <a:lnTo>
                    <a:pt x="2009" y="4325"/>
                  </a:lnTo>
                  <a:lnTo>
                    <a:pt x="1893" y="4519"/>
                  </a:lnTo>
                  <a:lnTo>
                    <a:pt x="1739" y="4712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5" y="4287"/>
                  </a:lnTo>
                  <a:lnTo>
                    <a:pt x="812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1" y="4094"/>
                  </a:lnTo>
                  <a:lnTo>
                    <a:pt x="1237" y="4017"/>
                  </a:lnTo>
                  <a:lnTo>
                    <a:pt x="1314" y="3901"/>
                  </a:lnTo>
                  <a:lnTo>
                    <a:pt x="1314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10" y="4094"/>
                  </a:lnTo>
                  <a:lnTo>
                    <a:pt x="233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2"/>
                  </a:lnTo>
                  <a:lnTo>
                    <a:pt x="1739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3" y="1970"/>
                  </a:lnTo>
                  <a:lnTo>
                    <a:pt x="1932" y="1816"/>
                  </a:lnTo>
                  <a:lnTo>
                    <a:pt x="2241" y="1622"/>
                  </a:lnTo>
                  <a:lnTo>
                    <a:pt x="2549" y="1391"/>
                  </a:lnTo>
                  <a:lnTo>
                    <a:pt x="2820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6"/>
            <p:cNvSpPr/>
            <p:nvPr/>
          </p:nvSpPr>
          <p:spPr>
            <a:xfrm>
              <a:off x="1994125" y="1698550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6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4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4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6"/>
            <p:cNvSpPr/>
            <p:nvPr/>
          </p:nvSpPr>
          <p:spPr>
            <a:xfrm>
              <a:off x="3947075" y="171690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3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8" y="579"/>
                  </a:lnTo>
                  <a:lnTo>
                    <a:pt x="425" y="772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6"/>
            <p:cNvSpPr/>
            <p:nvPr/>
          </p:nvSpPr>
          <p:spPr>
            <a:xfrm>
              <a:off x="2585900" y="1732325"/>
              <a:ext cx="305075" cy="236550"/>
            </a:xfrm>
            <a:custGeom>
              <a:avLst/>
              <a:gdLst/>
              <a:ahLst/>
              <a:cxnLst/>
              <a:rect l="l" t="t" r="r" b="b"/>
              <a:pathLst>
                <a:path w="12203" h="9462" extrusionOk="0">
                  <a:moveTo>
                    <a:pt x="5329" y="349"/>
                  </a:moveTo>
                  <a:lnTo>
                    <a:pt x="5522" y="426"/>
                  </a:lnTo>
                  <a:lnTo>
                    <a:pt x="5600" y="426"/>
                  </a:lnTo>
                  <a:lnTo>
                    <a:pt x="5831" y="657"/>
                  </a:lnTo>
                  <a:lnTo>
                    <a:pt x="5986" y="889"/>
                  </a:lnTo>
                  <a:lnTo>
                    <a:pt x="6063" y="1198"/>
                  </a:lnTo>
                  <a:lnTo>
                    <a:pt x="6102" y="1468"/>
                  </a:lnTo>
                  <a:lnTo>
                    <a:pt x="6140" y="1777"/>
                  </a:lnTo>
                  <a:lnTo>
                    <a:pt x="6102" y="2086"/>
                  </a:lnTo>
                  <a:lnTo>
                    <a:pt x="6024" y="2704"/>
                  </a:lnTo>
                  <a:lnTo>
                    <a:pt x="5715" y="4866"/>
                  </a:lnTo>
                  <a:lnTo>
                    <a:pt x="5715" y="4905"/>
                  </a:lnTo>
                  <a:lnTo>
                    <a:pt x="5561" y="4982"/>
                  </a:lnTo>
                  <a:lnTo>
                    <a:pt x="5291" y="4017"/>
                  </a:lnTo>
                  <a:lnTo>
                    <a:pt x="5020" y="3090"/>
                  </a:lnTo>
                  <a:lnTo>
                    <a:pt x="4750" y="1970"/>
                  </a:lnTo>
                  <a:lnTo>
                    <a:pt x="4673" y="1468"/>
                  </a:lnTo>
                  <a:lnTo>
                    <a:pt x="4673" y="1159"/>
                  </a:lnTo>
                  <a:lnTo>
                    <a:pt x="4673" y="851"/>
                  </a:lnTo>
                  <a:lnTo>
                    <a:pt x="4750" y="619"/>
                  </a:lnTo>
                  <a:lnTo>
                    <a:pt x="4827" y="503"/>
                  </a:lnTo>
                  <a:lnTo>
                    <a:pt x="4904" y="426"/>
                  </a:lnTo>
                  <a:lnTo>
                    <a:pt x="5020" y="349"/>
                  </a:lnTo>
                  <a:close/>
                  <a:moveTo>
                    <a:pt x="11199" y="3515"/>
                  </a:moveTo>
                  <a:lnTo>
                    <a:pt x="11315" y="3554"/>
                  </a:lnTo>
                  <a:lnTo>
                    <a:pt x="11392" y="3592"/>
                  </a:lnTo>
                  <a:lnTo>
                    <a:pt x="11508" y="3708"/>
                  </a:lnTo>
                  <a:lnTo>
                    <a:pt x="11585" y="3824"/>
                  </a:lnTo>
                  <a:lnTo>
                    <a:pt x="11701" y="4133"/>
                  </a:lnTo>
                  <a:lnTo>
                    <a:pt x="11585" y="4287"/>
                  </a:lnTo>
                  <a:lnTo>
                    <a:pt x="11430" y="4403"/>
                  </a:lnTo>
                  <a:lnTo>
                    <a:pt x="11237" y="4519"/>
                  </a:lnTo>
                  <a:lnTo>
                    <a:pt x="11044" y="4596"/>
                  </a:lnTo>
                  <a:lnTo>
                    <a:pt x="10581" y="4751"/>
                  </a:lnTo>
                  <a:lnTo>
                    <a:pt x="10195" y="4866"/>
                  </a:lnTo>
                  <a:lnTo>
                    <a:pt x="9422" y="5021"/>
                  </a:lnTo>
                  <a:lnTo>
                    <a:pt x="8650" y="5137"/>
                  </a:lnTo>
                  <a:lnTo>
                    <a:pt x="7994" y="5175"/>
                  </a:lnTo>
                  <a:lnTo>
                    <a:pt x="7376" y="5175"/>
                  </a:lnTo>
                  <a:lnTo>
                    <a:pt x="6102" y="5137"/>
                  </a:lnTo>
                  <a:lnTo>
                    <a:pt x="7260" y="4673"/>
                  </a:lnTo>
                  <a:lnTo>
                    <a:pt x="8418" y="4249"/>
                  </a:lnTo>
                  <a:lnTo>
                    <a:pt x="9075" y="4017"/>
                  </a:lnTo>
                  <a:lnTo>
                    <a:pt x="9770" y="3824"/>
                  </a:lnTo>
                  <a:lnTo>
                    <a:pt x="10465" y="3631"/>
                  </a:lnTo>
                  <a:lnTo>
                    <a:pt x="10928" y="3554"/>
                  </a:lnTo>
                  <a:lnTo>
                    <a:pt x="11083" y="3515"/>
                  </a:lnTo>
                  <a:close/>
                  <a:moveTo>
                    <a:pt x="5136" y="5909"/>
                  </a:moveTo>
                  <a:lnTo>
                    <a:pt x="4209" y="6797"/>
                  </a:lnTo>
                  <a:lnTo>
                    <a:pt x="3244" y="7685"/>
                  </a:lnTo>
                  <a:lnTo>
                    <a:pt x="2742" y="8110"/>
                  </a:lnTo>
                  <a:lnTo>
                    <a:pt x="2163" y="8535"/>
                  </a:lnTo>
                  <a:lnTo>
                    <a:pt x="1854" y="8728"/>
                  </a:lnTo>
                  <a:lnTo>
                    <a:pt x="1468" y="8921"/>
                  </a:lnTo>
                  <a:lnTo>
                    <a:pt x="1197" y="8998"/>
                  </a:lnTo>
                  <a:lnTo>
                    <a:pt x="1004" y="9037"/>
                  </a:lnTo>
                  <a:lnTo>
                    <a:pt x="888" y="8998"/>
                  </a:lnTo>
                  <a:lnTo>
                    <a:pt x="811" y="8960"/>
                  </a:lnTo>
                  <a:lnTo>
                    <a:pt x="734" y="8844"/>
                  </a:lnTo>
                  <a:lnTo>
                    <a:pt x="695" y="8689"/>
                  </a:lnTo>
                  <a:lnTo>
                    <a:pt x="657" y="8535"/>
                  </a:lnTo>
                  <a:lnTo>
                    <a:pt x="618" y="8419"/>
                  </a:lnTo>
                  <a:lnTo>
                    <a:pt x="657" y="8342"/>
                  </a:lnTo>
                  <a:lnTo>
                    <a:pt x="695" y="8265"/>
                  </a:lnTo>
                  <a:lnTo>
                    <a:pt x="850" y="8110"/>
                  </a:lnTo>
                  <a:lnTo>
                    <a:pt x="1120" y="7956"/>
                  </a:lnTo>
                  <a:lnTo>
                    <a:pt x="1699" y="7608"/>
                  </a:lnTo>
                  <a:lnTo>
                    <a:pt x="2472" y="7222"/>
                  </a:lnTo>
                  <a:lnTo>
                    <a:pt x="3244" y="6874"/>
                  </a:lnTo>
                  <a:lnTo>
                    <a:pt x="4209" y="6411"/>
                  </a:lnTo>
                  <a:lnTo>
                    <a:pt x="4673" y="6179"/>
                  </a:lnTo>
                  <a:lnTo>
                    <a:pt x="5136" y="5909"/>
                  </a:lnTo>
                  <a:close/>
                  <a:moveTo>
                    <a:pt x="5136" y="1"/>
                  </a:moveTo>
                  <a:lnTo>
                    <a:pt x="4943" y="78"/>
                  </a:lnTo>
                  <a:lnTo>
                    <a:pt x="4750" y="194"/>
                  </a:lnTo>
                  <a:lnTo>
                    <a:pt x="4596" y="387"/>
                  </a:lnTo>
                  <a:lnTo>
                    <a:pt x="4441" y="580"/>
                  </a:lnTo>
                  <a:lnTo>
                    <a:pt x="4364" y="812"/>
                  </a:lnTo>
                  <a:lnTo>
                    <a:pt x="4325" y="1044"/>
                  </a:lnTo>
                  <a:lnTo>
                    <a:pt x="4325" y="1507"/>
                  </a:lnTo>
                  <a:lnTo>
                    <a:pt x="4402" y="1970"/>
                  </a:lnTo>
                  <a:lnTo>
                    <a:pt x="4634" y="2897"/>
                  </a:lnTo>
                  <a:lnTo>
                    <a:pt x="4982" y="4017"/>
                  </a:lnTo>
                  <a:lnTo>
                    <a:pt x="5175" y="4558"/>
                  </a:lnTo>
                  <a:lnTo>
                    <a:pt x="5368" y="5098"/>
                  </a:lnTo>
                  <a:lnTo>
                    <a:pt x="5368" y="5214"/>
                  </a:lnTo>
                  <a:lnTo>
                    <a:pt x="5406" y="5330"/>
                  </a:lnTo>
                  <a:lnTo>
                    <a:pt x="4943" y="5600"/>
                  </a:lnTo>
                  <a:lnTo>
                    <a:pt x="4480" y="5870"/>
                  </a:lnTo>
                  <a:lnTo>
                    <a:pt x="3476" y="6334"/>
                  </a:lnTo>
                  <a:lnTo>
                    <a:pt x="2472" y="6797"/>
                  </a:lnTo>
                  <a:lnTo>
                    <a:pt x="1970" y="7029"/>
                  </a:lnTo>
                  <a:lnTo>
                    <a:pt x="1468" y="7299"/>
                  </a:lnTo>
                  <a:lnTo>
                    <a:pt x="966" y="7608"/>
                  </a:lnTo>
                  <a:lnTo>
                    <a:pt x="657" y="7801"/>
                  </a:lnTo>
                  <a:lnTo>
                    <a:pt x="348" y="8071"/>
                  </a:lnTo>
                  <a:lnTo>
                    <a:pt x="116" y="8342"/>
                  </a:lnTo>
                  <a:lnTo>
                    <a:pt x="39" y="8458"/>
                  </a:lnTo>
                  <a:lnTo>
                    <a:pt x="0" y="8612"/>
                  </a:lnTo>
                  <a:lnTo>
                    <a:pt x="0" y="8767"/>
                  </a:lnTo>
                  <a:lnTo>
                    <a:pt x="0" y="8921"/>
                  </a:lnTo>
                  <a:lnTo>
                    <a:pt x="78" y="9037"/>
                  </a:lnTo>
                  <a:lnTo>
                    <a:pt x="232" y="9191"/>
                  </a:lnTo>
                  <a:lnTo>
                    <a:pt x="348" y="9307"/>
                  </a:lnTo>
                  <a:lnTo>
                    <a:pt x="502" y="9384"/>
                  </a:lnTo>
                  <a:lnTo>
                    <a:pt x="618" y="9423"/>
                  </a:lnTo>
                  <a:lnTo>
                    <a:pt x="773" y="9462"/>
                  </a:lnTo>
                  <a:lnTo>
                    <a:pt x="1120" y="9462"/>
                  </a:lnTo>
                  <a:lnTo>
                    <a:pt x="1429" y="9384"/>
                  </a:lnTo>
                  <a:lnTo>
                    <a:pt x="1738" y="9230"/>
                  </a:lnTo>
                  <a:lnTo>
                    <a:pt x="2047" y="9075"/>
                  </a:lnTo>
                  <a:lnTo>
                    <a:pt x="2588" y="8767"/>
                  </a:lnTo>
                  <a:lnTo>
                    <a:pt x="3476" y="8071"/>
                  </a:lnTo>
                  <a:lnTo>
                    <a:pt x="4287" y="7338"/>
                  </a:lnTo>
                  <a:lnTo>
                    <a:pt x="5098" y="6565"/>
                  </a:lnTo>
                  <a:lnTo>
                    <a:pt x="5445" y="6141"/>
                  </a:lnTo>
                  <a:lnTo>
                    <a:pt x="5793" y="5677"/>
                  </a:lnTo>
                  <a:lnTo>
                    <a:pt x="5793" y="5716"/>
                  </a:lnTo>
                  <a:lnTo>
                    <a:pt x="6063" y="6064"/>
                  </a:lnTo>
                  <a:lnTo>
                    <a:pt x="6217" y="6218"/>
                  </a:lnTo>
                  <a:lnTo>
                    <a:pt x="6372" y="6334"/>
                  </a:lnTo>
                  <a:lnTo>
                    <a:pt x="6603" y="6179"/>
                  </a:lnTo>
                  <a:lnTo>
                    <a:pt x="6603" y="6141"/>
                  </a:lnTo>
                  <a:lnTo>
                    <a:pt x="6333" y="5870"/>
                  </a:lnTo>
                  <a:lnTo>
                    <a:pt x="6217" y="5716"/>
                  </a:lnTo>
                  <a:lnTo>
                    <a:pt x="6179" y="5523"/>
                  </a:lnTo>
                  <a:lnTo>
                    <a:pt x="6140" y="5484"/>
                  </a:lnTo>
                  <a:lnTo>
                    <a:pt x="7028" y="5562"/>
                  </a:lnTo>
                  <a:lnTo>
                    <a:pt x="7955" y="5562"/>
                  </a:lnTo>
                  <a:lnTo>
                    <a:pt x="8882" y="5484"/>
                  </a:lnTo>
                  <a:lnTo>
                    <a:pt x="9770" y="5330"/>
                  </a:lnTo>
                  <a:lnTo>
                    <a:pt x="10465" y="5175"/>
                  </a:lnTo>
                  <a:lnTo>
                    <a:pt x="10890" y="5060"/>
                  </a:lnTo>
                  <a:lnTo>
                    <a:pt x="11315" y="4905"/>
                  </a:lnTo>
                  <a:lnTo>
                    <a:pt x="11701" y="4673"/>
                  </a:lnTo>
                  <a:lnTo>
                    <a:pt x="11894" y="4558"/>
                  </a:lnTo>
                  <a:lnTo>
                    <a:pt x="12010" y="4403"/>
                  </a:lnTo>
                  <a:lnTo>
                    <a:pt x="12125" y="4249"/>
                  </a:lnTo>
                  <a:lnTo>
                    <a:pt x="12164" y="4094"/>
                  </a:lnTo>
                  <a:lnTo>
                    <a:pt x="12203" y="3901"/>
                  </a:lnTo>
                  <a:lnTo>
                    <a:pt x="12164" y="3708"/>
                  </a:lnTo>
                  <a:lnTo>
                    <a:pt x="12125" y="3554"/>
                  </a:lnTo>
                  <a:lnTo>
                    <a:pt x="12010" y="3438"/>
                  </a:lnTo>
                  <a:lnTo>
                    <a:pt x="11932" y="3322"/>
                  </a:lnTo>
                  <a:lnTo>
                    <a:pt x="11817" y="3245"/>
                  </a:lnTo>
                  <a:lnTo>
                    <a:pt x="11662" y="3167"/>
                  </a:lnTo>
                  <a:lnTo>
                    <a:pt x="11508" y="3167"/>
                  </a:lnTo>
                  <a:lnTo>
                    <a:pt x="11199" y="3129"/>
                  </a:lnTo>
                  <a:lnTo>
                    <a:pt x="10851" y="3167"/>
                  </a:lnTo>
                  <a:lnTo>
                    <a:pt x="10504" y="3245"/>
                  </a:lnTo>
                  <a:lnTo>
                    <a:pt x="9924" y="3360"/>
                  </a:lnTo>
                  <a:lnTo>
                    <a:pt x="8959" y="3669"/>
                  </a:lnTo>
                  <a:lnTo>
                    <a:pt x="7994" y="3978"/>
                  </a:lnTo>
                  <a:lnTo>
                    <a:pt x="7028" y="4326"/>
                  </a:lnTo>
                  <a:lnTo>
                    <a:pt x="6102" y="4751"/>
                  </a:lnTo>
                  <a:lnTo>
                    <a:pt x="6333" y="3283"/>
                  </a:lnTo>
                  <a:lnTo>
                    <a:pt x="6449" y="2550"/>
                  </a:lnTo>
                  <a:lnTo>
                    <a:pt x="6488" y="1816"/>
                  </a:lnTo>
                  <a:lnTo>
                    <a:pt x="6488" y="1546"/>
                  </a:lnTo>
                  <a:lnTo>
                    <a:pt x="6449" y="1275"/>
                  </a:lnTo>
                  <a:lnTo>
                    <a:pt x="6372" y="1044"/>
                  </a:lnTo>
                  <a:lnTo>
                    <a:pt x="6295" y="851"/>
                  </a:lnTo>
                  <a:lnTo>
                    <a:pt x="6179" y="619"/>
                  </a:lnTo>
                  <a:lnTo>
                    <a:pt x="6024" y="464"/>
                  </a:lnTo>
                  <a:lnTo>
                    <a:pt x="5831" y="310"/>
                  </a:lnTo>
                  <a:lnTo>
                    <a:pt x="5600" y="155"/>
                  </a:lnTo>
                  <a:lnTo>
                    <a:pt x="5484" y="78"/>
                  </a:lnTo>
                  <a:lnTo>
                    <a:pt x="5368" y="40"/>
                  </a:lnTo>
                  <a:lnTo>
                    <a:pt x="51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6"/>
            <p:cNvSpPr/>
            <p:nvPr/>
          </p:nvSpPr>
          <p:spPr>
            <a:xfrm>
              <a:off x="1851250" y="17671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2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0" y="5368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9"/>
                  </a:lnTo>
                  <a:lnTo>
                    <a:pt x="3978" y="888"/>
                  </a:lnTo>
                  <a:lnTo>
                    <a:pt x="4634" y="657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2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4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29" y="7376"/>
                  </a:lnTo>
                  <a:lnTo>
                    <a:pt x="13438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4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1" y="8611"/>
                  </a:lnTo>
                  <a:lnTo>
                    <a:pt x="18651" y="8534"/>
                  </a:lnTo>
                  <a:lnTo>
                    <a:pt x="18651" y="8457"/>
                  </a:lnTo>
                  <a:lnTo>
                    <a:pt x="18651" y="8380"/>
                  </a:lnTo>
                  <a:lnTo>
                    <a:pt x="18651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0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6"/>
            <p:cNvSpPr/>
            <p:nvPr/>
          </p:nvSpPr>
          <p:spPr>
            <a:xfrm>
              <a:off x="6591225" y="17699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8" y="542"/>
                  </a:lnTo>
                  <a:lnTo>
                    <a:pt x="12434" y="657"/>
                  </a:lnTo>
                  <a:lnTo>
                    <a:pt x="12628" y="735"/>
                  </a:lnTo>
                  <a:lnTo>
                    <a:pt x="12743" y="812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6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1"/>
                  </a:lnTo>
                  <a:lnTo>
                    <a:pt x="12241" y="2472"/>
                  </a:lnTo>
                  <a:lnTo>
                    <a:pt x="11817" y="2743"/>
                  </a:lnTo>
                  <a:lnTo>
                    <a:pt x="11392" y="2936"/>
                  </a:lnTo>
                  <a:lnTo>
                    <a:pt x="10658" y="3206"/>
                  </a:lnTo>
                  <a:lnTo>
                    <a:pt x="9924" y="3438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2"/>
                  </a:lnTo>
                  <a:lnTo>
                    <a:pt x="5020" y="4596"/>
                  </a:lnTo>
                  <a:lnTo>
                    <a:pt x="4132" y="4712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1"/>
                  </a:lnTo>
                  <a:lnTo>
                    <a:pt x="1506" y="4673"/>
                  </a:lnTo>
                  <a:lnTo>
                    <a:pt x="1198" y="4558"/>
                  </a:lnTo>
                  <a:lnTo>
                    <a:pt x="889" y="4442"/>
                  </a:lnTo>
                  <a:lnTo>
                    <a:pt x="580" y="4249"/>
                  </a:lnTo>
                  <a:lnTo>
                    <a:pt x="657" y="4171"/>
                  </a:lnTo>
                  <a:lnTo>
                    <a:pt x="696" y="4056"/>
                  </a:lnTo>
                  <a:lnTo>
                    <a:pt x="696" y="3940"/>
                  </a:lnTo>
                  <a:lnTo>
                    <a:pt x="734" y="3824"/>
                  </a:lnTo>
                  <a:lnTo>
                    <a:pt x="850" y="3631"/>
                  </a:lnTo>
                  <a:lnTo>
                    <a:pt x="1082" y="3438"/>
                  </a:lnTo>
                  <a:lnTo>
                    <a:pt x="1313" y="3245"/>
                  </a:lnTo>
                  <a:lnTo>
                    <a:pt x="1854" y="2936"/>
                  </a:lnTo>
                  <a:lnTo>
                    <a:pt x="2279" y="2704"/>
                  </a:lnTo>
                  <a:lnTo>
                    <a:pt x="3012" y="2356"/>
                  </a:lnTo>
                  <a:lnTo>
                    <a:pt x="3707" y="2009"/>
                  </a:lnTo>
                  <a:lnTo>
                    <a:pt x="4480" y="1700"/>
                  </a:lnTo>
                  <a:lnTo>
                    <a:pt x="5252" y="1430"/>
                  </a:lnTo>
                  <a:lnTo>
                    <a:pt x="6024" y="1198"/>
                  </a:lnTo>
                  <a:lnTo>
                    <a:pt x="6835" y="1005"/>
                  </a:lnTo>
                  <a:lnTo>
                    <a:pt x="7608" y="812"/>
                  </a:lnTo>
                  <a:lnTo>
                    <a:pt x="8418" y="696"/>
                  </a:lnTo>
                  <a:lnTo>
                    <a:pt x="9229" y="580"/>
                  </a:lnTo>
                  <a:lnTo>
                    <a:pt x="10040" y="542"/>
                  </a:lnTo>
                  <a:lnTo>
                    <a:pt x="10735" y="503"/>
                  </a:lnTo>
                  <a:lnTo>
                    <a:pt x="11160" y="464"/>
                  </a:lnTo>
                  <a:close/>
                  <a:moveTo>
                    <a:pt x="13477" y="1121"/>
                  </a:moveTo>
                  <a:lnTo>
                    <a:pt x="13631" y="1314"/>
                  </a:lnTo>
                  <a:lnTo>
                    <a:pt x="13709" y="1507"/>
                  </a:lnTo>
                  <a:lnTo>
                    <a:pt x="13747" y="1739"/>
                  </a:lnTo>
                  <a:lnTo>
                    <a:pt x="13709" y="2009"/>
                  </a:lnTo>
                  <a:lnTo>
                    <a:pt x="13631" y="2241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8"/>
                  </a:lnTo>
                  <a:lnTo>
                    <a:pt x="12048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1" y="4635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5" y="5948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9"/>
                  </a:lnTo>
                  <a:lnTo>
                    <a:pt x="696" y="5484"/>
                  </a:lnTo>
                  <a:lnTo>
                    <a:pt x="502" y="5253"/>
                  </a:lnTo>
                  <a:lnTo>
                    <a:pt x="348" y="5021"/>
                  </a:lnTo>
                  <a:lnTo>
                    <a:pt x="309" y="4866"/>
                  </a:lnTo>
                  <a:lnTo>
                    <a:pt x="309" y="4751"/>
                  </a:lnTo>
                  <a:lnTo>
                    <a:pt x="309" y="4596"/>
                  </a:lnTo>
                  <a:lnTo>
                    <a:pt x="348" y="4442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4"/>
                  </a:lnTo>
                  <a:lnTo>
                    <a:pt x="1931" y="5253"/>
                  </a:lnTo>
                  <a:lnTo>
                    <a:pt x="2588" y="5330"/>
                  </a:lnTo>
                  <a:lnTo>
                    <a:pt x="3244" y="5291"/>
                  </a:lnTo>
                  <a:lnTo>
                    <a:pt x="3939" y="5253"/>
                  </a:lnTo>
                  <a:lnTo>
                    <a:pt x="5136" y="5059"/>
                  </a:lnTo>
                  <a:lnTo>
                    <a:pt x="6913" y="4789"/>
                  </a:lnTo>
                  <a:lnTo>
                    <a:pt x="7839" y="4596"/>
                  </a:lnTo>
                  <a:lnTo>
                    <a:pt x="8727" y="4403"/>
                  </a:lnTo>
                  <a:lnTo>
                    <a:pt x="9616" y="4133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9"/>
                  </a:lnTo>
                  <a:lnTo>
                    <a:pt x="12434" y="2974"/>
                  </a:lnTo>
                  <a:lnTo>
                    <a:pt x="12705" y="2820"/>
                  </a:lnTo>
                  <a:lnTo>
                    <a:pt x="12936" y="2588"/>
                  </a:lnTo>
                  <a:lnTo>
                    <a:pt x="13129" y="2395"/>
                  </a:lnTo>
                  <a:lnTo>
                    <a:pt x="13323" y="2125"/>
                  </a:lnTo>
                  <a:lnTo>
                    <a:pt x="13438" y="1854"/>
                  </a:lnTo>
                  <a:lnTo>
                    <a:pt x="13516" y="1584"/>
                  </a:lnTo>
                  <a:lnTo>
                    <a:pt x="13516" y="1237"/>
                  </a:lnTo>
                  <a:lnTo>
                    <a:pt x="13477" y="1121"/>
                  </a:lnTo>
                  <a:close/>
                  <a:moveTo>
                    <a:pt x="10658" y="1"/>
                  </a:moveTo>
                  <a:lnTo>
                    <a:pt x="9886" y="40"/>
                  </a:lnTo>
                  <a:lnTo>
                    <a:pt x="9114" y="117"/>
                  </a:lnTo>
                  <a:lnTo>
                    <a:pt x="8303" y="233"/>
                  </a:lnTo>
                  <a:lnTo>
                    <a:pt x="7530" y="348"/>
                  </a:lnTo>
                  <a:lnTo>
                    <a:pt x="6719" y="542"/>
                  </a:lnTo>
                  <a:lnTo>
                    <a:pt x="5909" y="735"/>
                  </a:lnTo>
                  <a:lnTo>
                    <a:pt x="5020" y="1005"/>
                  </a:lnTo>
                  <a:lnTo>
                    <a:pt x="4132" y="1352"/>
                  </a:lnTo>
                  <a:lnTo>
                    <a:pt x="3244" y="1700"/>
                  </a:lnTo>
                  <a:lnTo>
                    <a:pt x="2395" y="2125"/>
                  </a:lnTo>
                  <a:lnTo>
                    <a:pt x="1777" y="2434"/>
                  </a:lnTo>
                  <a:lnTo>
                    <a:pt x="1391" y="2627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4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6"/>
                  </a:lnTo>
                  <a:lnTo>
                    <a:pt x="194" y="4133"/>
                  </a:lnTo>
                  <a:lnTo>
                    <a:pt x="194" y="4171"/>
                  </a:lnTo>
                  <a:lnTo>
                    <a:pt x="116" y="4326"/>
                  </a:lnTo>
                  <a:lnTo>
                    <a:pt x="39" y="4480"/>
                  </a:lnTo>
                  <a:lnTo>
                    <a:pt x="0" y="4635"/>
                  </a:lnTo>
                  <a:lnTo>
                    <a:pt x="0" y="4789"/>
                  </a:lnTo>
                  <a:lnTo>
                    <a:pt x="39" y="5137"/>
                  </a:lnTo>
                  <a:lnTo>
                    <a:pt x="194" y="5446"/>
                  </a:lnTo>
                  <a:lnTo>
                    <a:pt x="348" y="5639"/>
                  </a:lnTo>
                  <a:lnTo>
                    <a:pt x="502" y="5832"/>
                  </a:lnTo>
                  <a:lnTo>
                    <a:pt x="696" y="5948"/>
                  </a:lnTo>
                  <a:lnTo>
                    <a:pt x="927" y="6063"/>
                  </a:lnTo>
                  <a:lnTo>
                    <a:pt x="966" y="6257"/>
                  </a:lnTo>
                  <a:lnTo>
                    <a:pt x="1275" y="6179"/>
                  </a:lnTo>
                  <a:lnTo>
                    <a:pt x="1313" y="6218"/>
                  </a:lnTo>
                  <a:lnTo>
                    <a:pt x="1313" y="6257"/>
                  </a:lnTo>
                  <a:lnTo>
                    <a:pt x="1352" y="6295"/>
                  </a:lnTo>
                  <a:lnTo>
                    <a:pt x="1468" y="6257"/>
                  </a:lnTo>
                  <a:lnTo>
                    <a:pt x="1815" y="6295"/>
                  </a:lnTo>
                  <a:lnTo>
                    <a:pt x="2395" y="6334"/>
                  </a:lnTo>
                  <a:lnTo>
                    <a:pt x="3012" y="6372"/>
                  </a:lnTo>
                  <a:lnTo>
                    <a:pt x="3592" y="6334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2"/>
                  </a:lnTo>
                  <a:lnTo>
                    <a:pt x="7994" y="5523"/>
                  </a:lnTo>
                  <a:lnTo>
                    <a:pt x="9036" y="5253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3"/>
                  </a:lnTo>
                  <a:lnTo>
                    <a:pt x="12126" y="4249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4" y="3940"/>
                  </a:lnTo>
                  <a:lnTo>
                    <a:pt x="12898" y="3669"/>
                  </a:lnTo>
                  <a:lnTo>
                    <a:pt x="13361" y="3322"/>
                  </a:lnTo>
                  <a:lnTo>
                    <a:pt x="13631" y="3052"/>
                  </a:lnTo>
                  <a:lnTo>
                    <a:pt x="13825" y="2704"/>
                  </a:lnTo>
                  <a:lnTo>
                    <a:pt x="14133" y="2627"/>
                  </a:lnTo>
                  <a:lnTo>
                    <a:pt x="14018" y="2318"/>
                  </a:lnTo>
                  <a:lnTo>
                    <a:pt x="14095" y="2009"/>
                  </a:lnTo>
                  <a:lnTo>
                    <a:pt x="14133" y="1739"/>
                  </a:lnTo>
                  <a:lnTo>
                    <a:pt x="14095" y="1468"/>
                  </a:lnTo>
                  <a:lnTo>
                    <a:pt x="14018" y="1237"/>
                  </a:lnTo>
                  <a:lnTo>
                    <a:pt x="13902" y="1005"/>
                  </a:lnTo>
                  <a:lnTo>
                    <a:pt x="13747" y="812"/>
                  </a:lnTo>
                  <a:lnTo>
                    <a:pt x="13477" y="619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3" y="117"/>
                  </a:lnTo>
                  <a:lnTo>
                    <a:pt x="11817" y="40"/>
                  </a:lnTo>
                  <a:lnTo>
                    <a:pt x="1143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6"/>
            <p:cNvSpPr/>
            <p:nvPr/>
          </p:nvSpPr>
          <p:spPr>
            <a:xfrm>
              <a:off x="2687250" y="1806675"/>
              <a:ext cx="449900" cy="337900"/>
            </a:xfrm>
            <a:custGeom>
              <a:avLst/>
              <a:gdLst/>
              <a:ahLst/>
              <a:cxnLst/>
              <a:rect l="l" t="t" r="r" b="b"/>
              <a:pathLst>
                <a:path w="17996" h="13516" extrusionOk="0">
                  <a:moveTo>
                    <a:pt x="15794" y="386"/>
                  </a:moveTo>
                  <a:lnTo>
                    <a:pt x="15872" y="425"/>
                  </a:lnTo>
                  <a:lnTo>
                    <a:pt x="15949" y="464"/>
                  </a:lnTo>
                  <a:lnTo>
                    <a:pt x="16103" y="657"/>
                  </a:lnTo>
                  <a:lnTo>
                    <a:pt x="16181" y="850"/>
                  </a:lnTo>
                  <a:lnTo>
                    <a:pt x="16258" y="1043"/>
                  </a:lnTo>
                  <a:lnTo>
                    <a:pt x="16219" y="1236"/>
                  </a:lnTo>
                  <a:lnTo>
                    <a:pt x="16181" y="1468"/>
                  </a:lnTo>
                  <a:lnTo>
                    <a:pt x="15987" y="1892"/>
                  </a:lnTo>
                  <a:lnTo>
                    <a:pt x="15833" y="2163"/>
                  </a:lnTo>
                  <a:lnTo>
                    <a:pt x="15601" y="2433"/>
                  </a:lnTo>
                  <a:lnTo>
                    <a:pt x="15370" y="2665"/>
                  </a:lnTo>
                  <a:lnTo>
                    <a:pt x="15099" y="2896"/>
                  </a:lnTo>
                  <a:lnTo>
                    <a:pt x="14983" y="2279"/>
                  </a:lnTo>
                  <a:lnTo>
                    <a:pt x="14945" y="1970"/>
                  </a:lnTo>
                  <a:lnTo>
                    <a:pt x="14906" y="1699"/>
                  </a:lnTo>
                  <a:lnTo>
                    <a:pt x="14945" y="1390"/>
                  </a:lnTo>
                  <a:lnTo>
                    <a:pt x="15022" y="1120"/>
                  </a:lnTo>
                  <a:lnTo>
                    <a:pt x="15138" y="850"/>
                  </a:lnTo>
                  <a:lnTo>
                    <a:pt x="15331" y="618"/>
                  </a:lnTo>
                  <a:lnTo>
                    <a:pt x="15563" y="464"/>
                  </a:lnTo>
                  <a:lnTo>
                    <a:pt x="15679" y="386"/>
                  </a:lnTo>
                  <a:close/>
                  <a:moveTo>
                    <a:pt x="14481" y="3437"/>
                  </a:moveTo>
                  <a:lnTo>
                    <a:pt x="14443" y="3591"/>
                  </a:lnTo>
                  <a:lnTo>
                    <a:pt x="14134" y="3939"/>
                  </a:lnTo>
                  <a:lnTo>
                    <a:pt x="13786" y="4287"/>
                  </a:lnTo>
                  <a:lnTo>
                    <a:pt x="13593" y="4441"/>
                  </a:lnTo>
                  <a:lnTo>
                    <a:pt x="13362" y="4595"/>
                  </a:lnTo>
                  <a:lnTo>
                    <a:pt x="13091" y="4711"/>
                  </a:lnTo>
                  <a:lnTo>
                    <a:pt x="12782" y="4750"/>
                  </a:lnTo>
                  <a:lnTo>
                    <a:pt x="12667" y="4789"/>
                  </a:lnTo>
                  <a:lnTo>
                    <a:pt x="12589" y="4750"/>
                  </a:lnTo>
                  <a:lnTo>
                    <a:pt x="12551" y="4673"/>
                  </a:lnTo>
                  <a:lnTo>
                    <a:pt x="12512" y="4518"/>
                  </a:lnTo>
                  <a:lnTo>
                    <a:pt x="12474" y="4287"/>
                  </a:lnTo>
                  <a:lnTo>
                    <a:pt x="12512" y="4171"/>
                  </a:lnTo>
                  <a:lnTo>
                    <a:pt x="12628" y="4055"/>
                  </a:lnTo>
                  <a:lnTo>
                    <a:pt x="12821" y="3900"/>
                  </a:lnTo>
                  <a:lnTo>
                    <a:pt x="13091" y="3746"/>
                  </a:lnTo>
                  <a:lnTo>
                    <a:pt x="13362" y="3591"/>
                  </a:lnTo>
                  <a:lnTo>
                    <a:pt x="13632" y="3514"/>
                  </a:lnTo>
                  <a:lnTo>
                    <a:pt x="13941" y="3437"/>
                  </a:lnTo>
                  <a:close/>
                  <a:moveTo>
                    <a:pt x="15061" y="3514"/>
                  </a:moveTo>
                  <a:lnTo>
                    <a:pt x="15717" y="3553"/>
                  </a:lnTo>
                  <a:lnTo>
                    <a:pt x="16065" y="3591"/>
                  </a:lnTo>
                  <a:lnTo>
                    <a:pt x="16412" y="3630"/>
                  </a:lnTo>
                  <a:lnTo>
                    <a:pt x="16721" y="3707"/>
                  </a:lnTo>
                  <a:lnTo>
                    <a:pt x="17030" y="3823"/>
                  </a:lnTo>
                  <a:lnTo>
                    <a:pt x="17262" y="4016"/>
                  </a:lnTo>
                  <a:lnTo>
                    <a:pt x="17378" y="4171"/>
                  </a:lnTo>
                  <a:lnTo>
                    <a:pt x="17493" y="4287"/>
                  </a:lnTo>
                  <a:lnTo>
                    <a:pt x="17571" y="4480"/>
                  </a:lnTo>
                  <a:lnTo>
                    <a:pt x="17571" y="4634"/>
                  </a:lnTo>
                  <a:lnTo>
                    <a:pt x="17493" y="4789"/>
                  </a:lnTo>
                  <a:lnTo>
                    <a:pt x="17378" y="4904"/>
                  </a:lnTo>
                  <a:lnTo>
                    <a:pt x="17262" y="4982"/>
                  </a:lnTo>
                  <a:lnTo>
                    <a:pt x="17069" y="5020"/>
                  </a:lnTo>
                  <a:lnTo>
                    <a:pt x="16914" y="4982"/>
                  </a:lnTo>
                  <a:lnTo>
                    <a:pt x="16721" y="4943"/>
                  </a:lnTo>
                  <a:lnTo>
                    <a:pt x="16335" y="4750"/>
                  </a:lnTo>
                  <a:lnTo>
                    <a:pt x="15987" y="4518"/>
                  </a:lnTo>
                  <a:lnTo>
                    <a:pt x="15717" y="4287"/>
                  </a:lnTo>
                  <a:lnTo>
                    <a:pt x="15485" y="4055"/>
                  </a:lnTo>
                  <a:lnTo>
                    <a:pt x="15254" y="3785"/>
                  </a:lnTo>
                  <a:lnTo>
                    <a:pt x="15061" y="3514"/>
                  </a:lnTo>
                  <a:close/>
                  <a:moveTo>
                    <a:pt x="4866" y="3128"/>
                  </a:moveTo>
                  <a:lnTo>
                    <a:pt x="5484" y="3167"/>
                  </a:lnTo>
                  <a:lnTo>
                    <a:pt x="6102" y="3283"/>
                  </a:lnTo>
                  <a:lnTo>
                    <a:pt x="6681" y="3514"/>
                  </a:lnTo>
                  <a:lnTo>
                    <a:pt x="7145" y="3707"/>
                  </a:lnTo>
                  <a:lnTo>
                    <a:pt x="7569" y="3978"/>
                  </a:lnTo>
                  <a:lnTo>
                    <a:pt x="7994" y="4248"/>
                  </a:lnTo>
                  <a:lnTo>
                    <a:pt x="8380" y="4557"/>
                  </a:lnTo>
                  <a:lnTo>
                    <a:pt x="9153" y="5213"/>
                  </a:lnTo>
                  <a:lnTo>
                    <a:pt x="9925" y="5908"/>
                  </a:lnTo>
                  <a:lnTo>
                    <a:pt x="10234" y="6179"/>
                  </a:lnTo>
                  <a:lnTo>
                    <a:pt x="10581" y="6410"/>
                  </a:lnTo>
                  <a:lnTo>
                    <a:pt x="10968" y="6642"/>
                  </a:lnTo>
                  <a:lnTo>
                    <a:pt x="11354" y="6797"/>
                  </a:lnTo>
                  <a:lnTo>
                    <a:pt x="11740" y="6874"/>
                  </a:lnTo>
                  <a:lnTo>
                    <a:pt x="12165" y="6912"/>
                  </a:lnTo>
                  <a:lnTo>
                    <a:pt x="12589" y="6874"/>
                  </a:lnTo>
                  <a:lnTo>
                    <a:pt x="13014" y="6719"/>
                  </a:lnTo>
                  <a:lnTo>
                    <a:pt x="13323" y="6565"/>
                  </a:lnTo>
                  <a:lnTo>
                    <a:pt x="13593" y="6372"/>
                  </a:lnTo>
                  <a:lnTo>
                    <a:pt x="13825" y="6179"/>
                  </a:lnTo>
                  <a:lnTo>
                    <a:pt x="14018" y="5947"/>
                  </a:lnTo>
                  <a:lnTo>
                    <a:pt x="14211" y="5677"/>
                  </a:lnTo>
                  <a:lnTo>
                    <a:pt x="14366" y="5406"/>
                  </a:lnTo>
                  <a:lnTo>
                    <a:pt x="14520" y="5097"/>
                  </a:lnTo>
                  <a:lnTo>
                    <a:pt x="14636" y="4789"/>
                  </a:lnTo>
                  <a:lnTo>
                    <a:pt x="14559" y="5638"/>
                  </a:lnTo>
                  <a:lnTo>
                    <a:pt x="14404" y="6449"/>
                  </a:lnTo>
                  <a:lnTo>
                    <a:pt x="14211" y="7221"/>
                  </a:lnTo>
                  <a:lnTo>
                    <a:pt x="13941" y="7994"/>
                  </a:lnTo>
                  <a:lnTo>
                    <a:pt x="13593" y="8727"/>
                  </a:lnTo>
                  <a:lnTo>
                    <a:pt x="13169" y="9422"/>
                  </a:lnTo>
                  <a:lnTo>
                    <a:pt x="12667" y="10117"/>
                  </a:lnTo>
                  <a:lnTo>
                    <a:pt x="12087" y="10735"/>
                  </a:lnTo>
                  <a:lnTo>
                    <a:pt x="11624" y="11160"/>
                  </a:lnTo>
                  <a:lnTo>
                    <a:pt x="11199" y="11546"/>
                  </a:lnTo>
                  <a:lnTo>
                    <a:pt x="10697" y="11855"/>
                  </a:lnTo>
                  <a:lnTo>
                    <a:pt x="10195" y="12164"/>
                  </a:lnTo>
                  <a:lnTo>
                    <a:pt x="9693" y="12396"/>
                  </a:lnTo>
                  <a:lnTo>
                    <a:pt x="9153" y="12627"/>
                  </a:lnTo>
                  <a:lnTo>
                    <a:pt x="8612" y="12782"/>
                  </a:lnTo>
                  <a:lnTo>
                    <a:pt x="8071" y="12898"/>
                  </a:lnTo>
                  <a:lnTo>
                    <a:pt x="7531" y="12975"/>
                  </a:lnTo>
                  <a:lnTo>
                    <a:pt x="6990" y="13014"/>
                  </a:lnTo>
                  <a:lnTo>
                    <a:pt x="6411" y="12975"/>
                  </a:lnTo>
                  <a:lnTo>
                    <a:pt x="5870" y="12898"/>
                  </a:lnTo>
                  <a:lnTo>
                    <a:pt x="5291" y="12782"/>
                  </a:lnTo>
                  <a:lnTo>
                    <a:pt x="4751" y="12627"/>
                  </a:lnTo>
                  <a:lnTo>
                    <a:pt x="4171" y="12396"/>
                  </a:lnTo>
                  <a:lnTo>
                    <a:pt x="3631" y="12125"/>
                  </a:lnTo>
                  <a:lnTo>
                    <a:pt x="3090" y="11816"/>
                  </a:lnTo>
                  <a:lnTo>
                    <a:pt x="2588" y="11469"/>
                  </a:lnTo>
                  <a:lnTo>
                    <a:pt x="2125" y="11044"/>
                  </a:lnTo>
                  <a:lnTo>
                    <a:pt x="1700" y="10581"/>
                  </a:lnTo>
                  <a:lnTo>
                    <a:pt x="1314" y="10117"/>
                  </a:lnTo>
                  <a:lnTo>
                    <a:pt x="966" y="9577"/>
                  </a:lnTo>
                  <a:lnTo>
                    <a:pt x="696" y="8998"/>
                  </a:lnTo>
                  <a:lnTo>
                    <a:pt x="542" y="8418"/>
                  </a:lnTo>
                  <a:lnTo>
                    <a:pt x="426" y="7801"/>
                  </a:lnTo>
                  <a:lnTo>
                    <a:pt x="426" y="7221"/>
                  </a:lnTo>
                  <a:lnTo>
                    <a:pt x="503" y="6603"/>
                  </a:lnTo>
                  <a:lnTo>
                    <a:pt x="696" y="6024"/>
                  </a:lnTo>
                  <a:lnTo>
                    <a:pt x="928" y="5484"/>
                  </a:lnTo>
                  <a:lnTo>
                    <a:pt x="1237" y="4943"/>
                  </a:lnTo>
                  <a:lnTo>
                    <a:pt x="1623" y="4480"/>
                  </a:lnTo>
                  <a:lnTo>
                    <a:pt x="2048" y="4055"/>
                  </a:lnTo>
                  <a:lnTo>
                    <a:pt x="2588" y="3707"/>
                  </a:lnTo>
                  <a:lnTo>
                    <a:pt x="3129" y="3437"/>
                  </a:lnTo>
                  <a:lnTo>
                    <a:pt x="3708" y="3244"/>
                  </a:lnTo>
                  <a:lnTo>
                    <a:pt x="4287" y="3167"/>
                  </a:lnTo>
                  <a:lnTo>
                    <a:pt x="4866" y="3128"/>
                  </a:lnTo>
                  <a:close/>
                  <a:moveTo>
                    <a:pt x="15717" y="0"/>
                  </a:moveTo>
                  <a:lnTo>
                    <a:pt x="15524" y="39"/>
                  </a:lnTo>
                  <a:lnTo>
                    <a:pt x="15331" y="155"/>
                  </a:lnTo>
                  <a:lnTo>
                    <a:pt x="15138" y="271"/>
                  </a:lnTo>
                  <a:lnTo>
                    <a:pt x="14983" y="464"/>
                  </a:lnTo>
                  <a:lnTo>
                    <a:pt x="14829" y="618"/>
                  </a:lnTo>
                  <a:lnTo>
                    <a:pt x="14713" y="850"/>
                  </a:lnTo>
                  <a:lnTo>
                    <a:pt x="14636" y="1043"/>
                  </a:lnTo>
                  <a:lnTo>
                    <a:pt x="14597" y="1275"/>
                  </a:lnTo>
                  <a:lnTo>
                    <a:pt x="14559" y="1545"/>
                  </a:lnTo>
                  <a:lnTo>
                    <a:pt x="14520" y="2047"/>
                  </a:lnTo>
                  <a:lnTo>
                    <a:pt x="14597" y="2588"/>
                  </a:lnTo>
                  <a:lnTo>
                    <a:pt x="14752" y="3090"/>
                  </a:lnTo>
                  <a:lnTo>
                    <a:pt x="14713" y="3128"/>
                  </a:lnTo>
                  <a:lnTo>
                    <a:pt x="14675" y="3167"/>
                  </a:lnTo>
                  <a:lnTo>
                    <a:pt x="14636" y="3205"/>
                  </a:lnTo>
                  <a:lnTo>
                    <a:pt x="14173" y="3128"/>
                  </a:lnTo>
                  <a:lnTo>
                    <a:pt x="13709" y="3167"/>
                  </a:lnTo>
                  <a:lnTo>
                    <a:pt x="13246" y="3283"/>
                  </a:lnTo>
                  <a:lnTo>
                    <a:pt x="12821" y="3476"/>
                  </a:lnTo>
                  <a:lnTo>
                    <a:pt x="12512" y="3669"/>
                  </a:lnTo>
                  <a:lnTo>
                    <a:pt x="12358" y="3785"/>
                  </a:lnTo>
                  <a:lnTo>
                    <a:pt x="12203" y="3939"/>
                  </a:lnTo>
                  <a:lnTo>
                    <a:pt x="12049" y="4132"/>
                  </a:lnTo>
                  <a:lnTo>
                    <a:pt x="11972" y="4287"/>
                  </a:lnTo>
                  <a:lnTo>
                    <a:pt x="11933" y="4480"/>
                  </a:lnTo>
                  <a:lnTo>
                    <a:pt x="11933" y="4673"/>
                  </a:lnTo>
                  <a:lnTo>
                    <a:pt x="12010" y="4866"/>
                  </a:lnTo>
                  <a:lnTo>
                    <a:pt x="12126" y="5020"/>
                  </a:lnTo>
                  <a:lnTo>
                    <a:pt x="12280" y="5097"/>
                  </a:lnTo>
                  <a:lnTo>
                    <a:pt x="12435" y="5136"/>
                  </a:lnTo>
                  <a:lnTo>
                    <a:pt x="12628" y="5175"/>
                  </a:lnTo>
                  <a:lnTo>
                    <a:pt x="12821" y="5136"/>
                  </a:lnTo>
                  <a:lnTo>
                    <a:pt x="13207" y="5059"/>
                  </a:lnTo>
                  <a:lnTo>
                    <a:pt x="13516" y="4904"/>
                  </a:lnTo>
                  <a:lnTo>
                    <a:pt x="13825" y="4711"/>
                  </a:lnTo>
                  <a:lnTo>
                    <a:pt x="14095" y="4480"/>
                  </a:lnTo>
                  <a:lnTo>
                    <a:pt x="14366" y="4248"/>
                  </a:lnTo>
                  <a:lnTo>
                    <a:pt x="14211" y="4711"/>
                  </a:lnTo>
                  <a:lnTo>
                    <a:pt x="14018" y="5175"/>
                  </a:lnTo>
                  <a:lnTo>
                    <a:pt x="13864" y="5406"/>
                  </a:lnTo>
                  <a:lnTo>
                    <a:pt x="13709" y="5599"/>
                  </a:lnTo>
                  <a:lnTo>
                    <a:pt x="13555" y="5793"/>
                  </a:lnTo>
                  <a:lnTo>
                    <a:pt x="13362" y="5947"/>
                  </a:lnTo>
                  <a:lnTo>
                    <a:pt x="13053" y="6179"/>
                  </a:lnTo>
                  <a:lnTo>
                    <a:pt x="12705" y="6333"/>
                  </a:lnTo>
                  <a:lnTo>
                    <a:pt x="12358" y="6410"/>
                  </a:lnTo>
                  <a:lnTo>
                    <a:pt x="12010" y="6410"/>
                  </a:lnTo>
                  <a:lnTo>
                    <a:pt x="11663" y="6372"/>
                  </a:lnTo>
                  <a:lnTo>
                    <a:pt x="11315" y="6256"/>
                  </a:lnTo>
                  <a:lnTo>
                    <a:pt x="10968" y="6101"/>
                  </a:lnTo>
                  <a:lnTo>
                    <a:pt x="10659" y="5870"/>
                  </a:lnTo>
                  <a:lnTo>
                    <a:pt x="10234" y="5561"/>
                  </a:lnTo>
                  <a:lnTo>
                    <a:pt x="9809" y="5213"/>
                  </a:lnTo>
                  <a:lnTo>
                    <a:pt x="9037" y="4480"/>
                  </a:lnTo>
                  <a:lnTo>
                    <a:pt x="8651" y="4132"/>
                  </a:lnTo>
                  <a:lnTo>
                    <a:pt x="8226" y="3823"/>
                  </a:lnTo>
                  <a:lnTo>
                    <a:pt x="7801" y="3514"/>
                  </a:lnTo>
                  <a:lnTo>
                    <a:pt x="7299" y="3244"/>
                  </a:lnTo>
                  <a:lnTo>
                    <a:pt x="6720" y="3012"/>
                  </a:lnTo>
                  <a:lnTo>
                    <a:pt x="6102" y="2819"/>
                  </a:lnTo>
                  <a:lnTo>
                    <a:pt x="5523" y="2742"/>
                  </a:lnTo>
                  <a:lnTo>
                    <a:pt x="4905" y="2703"/>
                  </a:lnTo>
                  <a:lnTo>
                    <a:pt x="4287" y="2703"/>
                  </a:lnTo>
                  <a:lnTo>
                    <a:pt x="3708" y="2819"/>
                  </a:lnTo>
                  <a:lnTo>
                    <a:pt x="3129" y="2974"/>
                  </a:lnTo>
                  <a:lnTo>
                    <a:pt x="2549" y="3205"/>
                  </a:lnTo>
                  <a:lnTo>
                    <a:pt x="2318" y="3360"/>
                  </a:lnTo>
                  <a:lnTo>
                    <a:pt x="2009" y="3553"/>
                  </a:lnTo>
                  <a:lnTo>
                    <a:pt x="1700" y="3785"/>
                  </a:lnTo>
                  <a:lnTo>
                    <a:pt x="1430" y="4016"/>
                  </a:lnTo>
                  <a:lnTo>
                    <a:pt x="1159" y="4325"/>
                  </a:lnTo>
                  <a:lnTo>
                    <a:pt x="928" y="4595"/>
                  </a:lnTo>
                  <a:lnTo>
                    <a:pt x="696" y="4943"/>
                  </a:lnTo>
                  <a:lnTo>
                    <a:pt x="503" y="5291"/>
                  </a:lnTo>
                  <a:lnTo>
                    <a:pt x="348" y="5677"/>
                  </a:lnTo>
                  <a:lnTo>
                    <a:pt x="155" y="6217"/>
                  </a:lnTo>
                  <a:lnTo>
                    <a:pt x="40" y="6758"/>
                  </a:lnTo>
                  <a:lnTo>
                    <a:pt x="1" y="7299"/>
                  </a:lnTo>
                  <a:lnTo>
                    <a:pt x="1" y="7801"/>
                  </a:lnTo>
                  <a:lnTo>
                    <a:pt x="78" y="8303"/>
                  </a:lnTo>
                  <a:lnTo>
                    <a:pt x="194" y="8804"/>
                  </a:lnTo>
                  <a:lnTo>
                    <a:pt x="387" y="9306"/>
                  </a:lnTo>
                  <a:lnTo>
                    <a:pt x="580" y="9770"/>
                  </a:lnTo>
                  <a:lnTo>
                    <a:pt x="850" y="10195"/>
                  </a:lnTo>
                  <a:lnTo>
                    <a:pt x="1159" y="10658"/>
                  </a:lnTo>
                  <a:lnTo>
                    <a:pt x="1507" y="11044"/>
                  </a:lnTo>
                  <a:lnTo>
                    <a:pt x="1893" y="11430"/>
                  </a:lnTo>
                  <a:lnTo>
                    <a:pt x="2279" y="11778"/>
                  </a:lnTo>
                  <a:lnTo>
                    <a:pt x="2704" y="12125"/>
                  </a:lnTo>
                  <a:lnTo>
                    <a:pt x="3167" y="12396"/>
                  </a:lnTo>
                  <a:lnTo>
                    <a:pt x="3631" y="12666"/>
                  </a:lnTo>
                  <a:lnTo>
                    <a:pt x="4249" y="12975"/>
                  </a:lnTo>
                  <a:lnTo>
                    <a:pt x="4866" y="13168"/>
                  </a:lnTo>
                  <a:lnTo>
                    <a:pt x="5484" y="13361"/>
                  </a:lnTo>
                  <a:lnTo>
                    <a:pt x="6141" y="13438"/>
                  </a:lnTo>
                  <a:lnTo>
                    <a:pt x="6759" y="13515"/>
                  </a:lnTo>
                  <a:lnTo>
                    <a:pt x="7376" y="13477"/>
                  </a:lnTo>
                  <a:lnTo>
                    <a:pt x="7994" y="13438"/>
                  </a:lnTo>
                  <a:lnTo>
                    <a:pt x="8612" y="13284"/>
                  </a:lnTo>
                  <a:lnTo>
                    <a:pt x="8728" y="13438"/>
                  </a:lnTo>
                  <a:lnTo>
                    <a:pt x="8998" y="13207"/>
                  </a:lnTo>
                  <a:lnTo>
                    <a:pt x="9770" y="12898"/>
                  </a:lnTo>
                  <a:lnTo>
                    <a:pt x="10504" y="12550"/>
                  </a:lnTo>
                  <a:lnTo>
                    <a:pt x="11238" y="12087"/>
                  </a:lnTo>
                  <a:lnTo>
                    <a:pt x="11933" y="11546"/>
                  </a:lnTo>
                  <a:lnTo>
                    <a:pt x="12474" y="11044"/>
                  </a:lnTo>
                  <a:lnTo>
                    <a:pt x="13014" y="10426"/>
                  </a:lnTo>
                  <a:lnTo>
                    <a:pt x="13246" y="10195"/>
                  </a:lnTo>
                  <a:lnTo>
                    <a:pt x="13207" y="10156"/>
                  </a:lnTo>
                  <a:lnTo>
                    <a:pt x="13709" y="9461"/>
                  </a:lnTo>
                  <a:lnTo>
                    <a:pt x="14134" y="8727"/>
                  </a:lnTo>
                  <a:lnTo>
                    <a:pt x="14481" y="7955"/>
                  </a:lnTo>
                  <a:lnTo>
                    <a:pt x="14752" y="7183"/>
                  </a:lnTo>
                  <a:lnTo>
                    <a:pt x="14945" y="6333"/>
                  </a:lnTo>
                  <a:lnTo>
                    <a:pt x="15022" y="5947"/>
                  </a:lnTo>
                  <a:lnTo>
                    <a:pt x="15061" y="5522"/>
                  </a:lnTo>
                  <a:lnTo>
                    <a:pt x="15061" y="5097"/>
                  </a:lnTo>
                  <a:lnTo>
                    <a:pt x="15061" y="4673"/>
                  </a:lnTo>
                  <a:lnTo>
                    <a:pt x="15022" y="4248"/>
                  </a:lnTo>
                  <a:lnTo>
                    <a:pt x="14945" y="3862"/>
                  </a:lnTo>
                  <a:lnTo>
                    <a:pt x="15215" y="4248"/>
                  </a:lnTo>
                  <a:lnTo>
                    <a:pt x="15563" y="4595"/>
                  </a:lnTo>
                  <a:lnTo>
                    <a:pt x="15949" y="4943"/>
                  </a:lnTo>
                  <a:lnTo>
                    <a:pt x="16374" y="5213"/>
                  </a:lnTo>
                  <a:lnTo>
                    <a:pt x="16567" y="5291"/>
                  </a:lnTo>
                  <a:lnTo>
                    <a:pt x="16798" y="5368"/>
                  </a:lnTo>
                  <a:lnTo>
                    <a:pt x="17030" y="5445"/>
                  </a:lnTo>
                  <a:lnTo>
                    <a:pt x="17262" y="5445"/>
                  </a:lnTo>
                  <a:lnTo>
                    <a:pt x="17493" y="5406"/>
                  </a:lnTo>
                  <a:lnTo>
                    <a:pt x="17687" y="5329"/>
                  </a:lnTo>
                  <a:lnTo>
                    <a:pt x="17841" y="5175"/>
                  </a:lnTo>
                  <a:lnTo>
                    <a:pt x="17957" y="4982"/>
                  </a:lnTo>
                  <a:lnTo>
                    <a:pt x="17995" y="4750"/>
                  </a:lnTo>
                  <a:lnTo>
                    <a:pt x="17995" y="4557"/>
                  </a:lnTo>
                  <a:lnTo>
                    <a:pt x="17957" y="4325"/>
                  </a:lnTo>
                  <a:lnTo>
                    <a:pt x="17841" y="4132"/>
                  </a:lnTo>
                  <a:lnTo>
                    <a:pt x="17725" y="3978"/>
                  </a:lnTo>
                  <a:lnTo>
                    <a:pt x="17571" y="3785"/>
                  </a:lnTo>
                  <a:lnTo>
                    <a:pt x="17416" y="3669"/>
                  </a:lnTo>
                  <a:lnTo>
                    <a:pt x="17262" y="3553"/>
                  </a:lnTo>
                  <a:lnTo>
                    <a:pt x="17030" y="3437"/>
                  </a:lnTo>
                  <a:lnTo>
                    <a:pt x="16798" y="3321"/>
                  </a:lnTo>
                  <a:lnTo>
                    <a:pt x="16296" y="3205"/>
                  </a:lnTo>
                  <a:lnTo>
                    <a:pt x="15794" y="3128"/>
                  </a:lnTo>
                  <a:lnTo>
                    <a:pt x="15254" y="3128"/>
                  </a:lnTo>
                  <a:lnTo>
                    <a:pt x="15679" y="2858"/>
                  </a:lnTo>
                  <a:lnTo>
                    <a:pt x="16026" y="2510"/>
                  </a:lnTo>
                  <a:lnTo>
                    <a:pt x="16296" y="2124"/>
                  </a:lnTo>
                  <a:lnTo>
                    <a:pt x="16528" y="1661"/>
                  </a:lnTo>
                  <a:lnTo>
                    <a:pt x="16567" y="1429"/>
                  </a:lnTo>
                  <a:lnTo>
                    <a:pt x="16605" y="1197"/>
                  </a:lnTo>
                  <a:lnTo>
                    <a:pt x="16644" y="927"/>
                  </a:lnTo>
                  <a:lnTo>
                    <a:pt x="16605" y="657"/>
                  </a:lnTo>
                  <a:lnTo>
                    <a:pt x="16528" y="425"/>
                  </a:lnTo>
                  <a:lnTo>
                    <a:pt x="16412" y="232"/>
                  </a:lnTo>
                  <a:lnTo>
                    <a:pt x="16219" y="78"/>
                  </a:lnTo>
                  <a:lnTo>
                    <a:pt x="16103" y="39"/>
                  </a:lnTo>
                  <a:lnTo>
                    <a:pt x="1594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6"/>
            <p:cNvSpPr/>
            <p:nvPr/>
          </p:nvSpPr>
          <p:spPr>
            <a:xfrm>
              <a:off x="4737700" y="181247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1" y="463"/>
                  </a:moveTo>
                  <a:lnTo>
                    <a:pt x="11624" y="502"/>
                  </a:lnTo>
                  <a:lnTo>
                    <a:pt x="12049" y="541"/>
                  </a:lnTo>
                  <a:lnTo>
                    <a:pt x="12435" y="656"/>
                  </a:lnTo>
                  <a:lnTo>
                    <a:pt x="12628" y="734"/>
                  </a:lnTo>
                  <a:lnTo>
                    <a:pt x="12744" y="811"/>
                  </a:lnTo>
                  <a:lnTo>
                    <a:pt x="12860" y="965"/>
                  </a:lnTo>
                  <a:lnTo>
                    <a:pt x="12937" y="1081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7" y="1699"/>
                  </a:lnTo>
                  <a:lnTo>
                    <a:pt x="12821" y="1892"/>
                  </a:lnTo>
                  <a:lnTo>
                    <a:pt x="12705" y="2085"/>
                  </a:lnTo>
                  <a:lnTo>
                    <a:pt x="12589" y="2240"/>
                  </a:lnTo>
                  <a:lnTo>
                    <a:pt x="12242" y="2471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9" y="3205"/>
                  </a:lnTo>
                  <a:lnTo>
                    <a:pt x="9925" y="3437"/>
                  </a:lnTo>
                  <a:lnTo>
                    <a:pt x="9153" y="3707"/>
                  </a:lnTo>
                  <a:lnTo>
                    <a:pt x="8380" y="3900"/>
                  </a:lnTo>
                  <a:lnTo>
                    <a:pt x="7608" y="4093"/>
                  </a:lnTo>
                  <a:lnTo>
                    <a:pt x="6797" y="4286"/>
                  </a:lnTo>
                  <a:lnTo>
                    <a:pt x="5909" y="4441"/>
                  </a:lnTo>
                  <a:lnTo>
                    <a:pt x="5021" y="4595"/>
                  </a:lnTo>
                  <a:lnTo>
                    <a:pt x="4133" y="4711"/>
                  </a:lnTo>
                  <a:lnTo>
                    <a:pt x="3245" y="4788"/>
                  </a:lnTo>
                  <a:lnTo>
                    <a:pt x="2202" y="4788"/>
                  </a:lnTo>
                  <a:lnTo>
                    <a:pt x="1854" y="4750"/>
                  </a:lnTo>
                  <a:lnTo>
                    <a:pt x="1507" y="4672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0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5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3"/>
                  </a:lnTo>
                  <a:lnTo>
                    <a:pt x="3013" y="2356"/>
                  </a:lnTo>
                  <a:lnTo>
                    <a:pt x="3708" y="2008"/>
                  </a:lnTo>
                  <a:lnTo>
                    <a:pt x="4480" y="1699"/>
                  </a:lnTo>
                  <a:lnTo>
                    <a:pt x="5253" y="1429"/>
                  </a:lnTo>
                  <a:lnTo>
                    <a:pt x="6025" y="1197"/>
                  </a:lnTo>
                  <a:lnTo>
                    <a:pt x="6836" y="1004"/>
                  </a:lnTo>
                  <a:lnTo>
                    <a:pt x="7608" y="811"/>
                  </a:lnTo>
                  <a:lnTo>
                    <a:pt x="8419" y="695"/>
                  </a:lnTo>
                  <a:lnTo>
                    <a:pt x="9230" y="579"/>
                  </a:lnTo>
                  <a:lnTo>
                    <a:pt x="10041" y="541"/>
                  </a:lnTo>
                  <a:lnTo>
                    <a:pt x="10736" y="502"/>
                  </a:lnTo>
                  <a:lnTo>
                    <a:pt x="11161" y="463"/>
                  </a:lnTo>
                  <a:close/>
                  <a:moveTo>
                    <a:pt x="13477" y="1120"/>
                  </a:moveTo>
                  <a:lnTo>
                    <a:pt x="13632" y="1313"/>
                  </a:lnTo>
                  <a:lnTo>
                    <a:pt x="13709" y="1506"/>
                  </a:lnTo>
                  <a:lnTo>
                    <a:pt x="13748" y="1738"/>
                  </a:lnTo>
                  <a:lnTo>
                    <a:pt x="13709" y="2008"/>
                  </a:lnTo>
                  <a:lnTo>
                    <a:pt x="13632" y="2240"/>
                  </a:lnTo>
                  <a:lnTo>
                    <a:pt x="13516" y="2471"/>
                  </a:lnTo>
                  <a:lnTo>
                    <a:pt x="13400" y="2703"/>
                  </a:lnTo>
                  <a:lnTo>
                    <a:pt x="13207" y="2896"/>
                  </a:lnTo>
                  <a:lnTo>
                    <a:pt x="12860" y="3205"/>
                  </a:lnTo>
                  <a:lnTo>
                    <a:pt x="12473" y="3437"/>
                  </a:lnTo>
                  <a:lnTo>
                    <a:pt x="12049" y="3668"/>
                  </a:lnTo>
                  <a:lnTo>
                    <a:pt x="11624" y="3900"/>
                  </a:lnTo>
                  <a:lnTo>
                    <a:pt x="10659" y="4286"/>
                  </a:lnTo>
                  <a:lnTo>
                    <a:pt x="9732" y="4634"/>
                  </a:lnTo>
                  <a:lnTo>
                    <a:pt x="8766" y="4904"/>
                  </a:lnTo>
                  <a:lnTo>
                    <a:pt x="7762" y="5174"/>
                  </a:lnTo>
                  <a:lnTo>
                    <a:pt x="6758" y="5406"/>
                  </a:lnTo>
                  <a:lnTo>
                    <a:pt x="5755" y="5599"/>
                  </a:lnTo>
                  <a:lnTo>
                    <a:pt x="4712" y="5792"/>
                  </a:lnTo>
                  <a:lnTo>
                    <a:pt x="3708" y="5908"/>
                  </a:lnTo>
                  <a:lnTo>
                    <a:pt x="2781" y="5985"/>
                  </a:lnTo>
                  <a:lnTo>
                    <a:pt x="2279" y="5985"/>
                  </a:lnTo>
                  <a:lnTo>
                    <a:pt x="1816" y="5947"/>
                  </a:lnTo>
                  <a:lnTo>
                    <a:pt x="1545" y="5869"/>
                  </a:lnTo>
                  <a:lnTo>
                    <a:pt x="1237" y="5792"/>
                  </a:lnTo>
                  <a:lnTo>
                    <a:pt x="928" y="5638"/>
                  </a:lnTo>
                  <a:lnTo>
                    <a:pt x="696" y="5483"/>
                  </a:lnTo>
                  <a:lnTo>
                    <a:pt x="503" y="5252"/>
                  </a:lnTo>
                  <a:lnTo>
                    <a:pt x="348" y="5020"/>
                  </a:lnTo>
                  <a:lnTo>
                    <a:pt x="310" y="4865"/>
                  </a:lnTo>
                  <a:lnTo>
                    <a:pt x="310" y="4750"/>
                  </a:lnTo>
                  <a:lnTo>
                    <a:pt x="310" y="4595"/>
                  </a:lnTo>
                  <a:lnTo>
                    <a:pt x="348" y="4441"/>
                  </a:lnTo>
                  <a:lnTo>
                    <a:pt x="542" y="4672"/>
                  </a:lnTo>
                  <a:lnTo>
                    <a:pt x="812" y="4865"/>
                  </a:lnTo>
                  <a:lnTo>
                    <a:pt x="1043" y="4981"/>
                  </a:lnTo>
                  <a:lnTo>
                    <a:pt x="1352" y="5097"/>
                  </a:lnTo>
                  <a:lnTo>
                    <a:pt x="1623" y="5213"/>
                  </a:lnTo>
                  <a:lnTo>
                    <a:pt x="1932" y="5252"/>
                  </a:lnTo>
                  <a:lnTo>
                    <a:pt x="2588" y="5329"/>
                  </a:lnTo>
                  <a:lnTo>
                    <a:pt x="3245" y="5290"/>
                  </a:lnTo>
                  <a:lnTo>
                    <a:pt x="3940" y="5252"/>
                  </a:lnTo>
                  <a:lnTo>
                    <a:pt x="5137" y="5059"/>
                  </a:lnTo>
                  <a:lnTo>
                    <a:pt x="6913" y="4788"/>
                  </a:lnTo>
                  <a:lnTo>
                    <a:pt x="7840" y="4595"/>
                  </a:lnTo>
                  <a:lnTo>
                    <a:pt x="8728" y="4402"/>
                  </a:lnTo>
                  <a:lnTo>
                    <a:pt x="9616" y="4132"/>
                  </a:lnTo>
                  <a:lnTo>
                    <a:pt x="10504" y="3861"/>
                  </a:lnTo>
                  <a:lnTo>
                    <a:pt x="11354" y="3514"/>
                  </a:lnTo>
                  <a:lnTo>
                    <a:pt x="12165" y="3128"/>
                  </a:lnTo>
                  <a:lnTo>
                    <a:pt x="12435" y="2973"/>
                  </a:lnTo>
                  <a:lnTo>
                    <a:pt x="12705" y="2819"/>
                  </a:lnTo>
                  <a:lnTo>
                    <a:pt x="12937" y="2587"/>
                  </a:lnTo>
                  <a:lnTo>
                    <a:pt x="13130" y="2394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3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9" y="0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4"/>
                  </a:lnTo>
                  <a:lnTo>
                    <a:pt x="4133" y="1352"/>
                  </a:lnTo>
                  <a:lnTo>
                    <a:pt x="3245" y="1699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89"/>
                  </a:lnTo>
                  <a:lnTo>
                    <a:pt x="464" y="3398"/>
                  </a:lnTo>
                  <a:lnTo>
                    <a:pt x="348" y="3553"/>
                  </a:lnTo>
                  <a:lnTo>
                    <a:pt x="271" y="3707"/>
                  </a:lnTo>
                  <a:lnTo>
                    <a:pt x="233" y="3861"/>
                  </a:lnTo>
                  <a:lnTo>
                    <a:pt x="233" y="4055"/>
                  </a:lnTo>
                  <a:lnTo>
                    <a:pt x="194" y="4132"/>
                  </a:lnTo>
                  <a:lnTo>
                    <a:pt x="194" y="4170"/>
                  </a:lnTo>
                  <a:lnTo>
                    <a:pt x="117" y="4325"/>
                  </a:lnTo>
                  <a:lnTo>
                    <a:pt x="40" y="4479"/>
                  </a:lnTo>
                  <a:lnTo>
                    <a:pt x="1" y="4634"/>
                  </a:lnTo>
                  <a:lnTo>
                    <a:pt x="1" y="4788"/>
                  </a:lnTo>
                  <a:lnTo>
                    <a:pt x="40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8" y="6063"/>
                  </a:lnTo>
                  <a:lnTo>
                    <a:pt x="966" y="6256"/>
                  </a:lnTo>
                  <a:lnTo>
                    <a:pt x="1275" y="6178"/>
                  </a:lnTo>
                  <a:lnTo>
                    <a:pt x="1314" y="6217"/>
                  </a:lnTo>
                  <a:lnTo>
                    <a:pt x="1314" y="6256"/>
                  </a:lnTo>
                  <a:lnTo>
                    <a:pt x="1352" y="6294"/>
                  </a:lnTo>
                  <a:lnTo>
                    <a:pt x="1468" y="6256"/>
                  </a:lnTo>
                  <a:lnTo>
                    <a:pt x="1816" y="6294"/>
                  </a:lnTo>
                  <a:lnTo>
                    <a:pt x="2395" y="6333"/>
                  </a:lnTo>
                  <a:lnTo>
                    <a:pt x="3013" y="6371"/>
                  </a:lnTo>
                  <a:lnTo>
                    <a:pt x="3592" y="6333"/>
                  </a:lnTo>
                  <a:lnTo>
                    <a:pt x="4171" y="6294"/>
                  </a:lnTo>
                  <a:lnTo>
                    <a:pt x="5368" y="6101"/>
                  </a:lnTo>
                  <a:lnTo>
                    <a:pt x="6565" y="5869"/>
                  </a:lnTo>
                  <a:lnTo>
                    <a:pt x="6758" y="5831"/>
                  </a:lnTo>
                  <a:lnTo>
                    <a:pt x="7994" y="5522"/>
                  </a:lnTo>
                  <a:lnTo>
                    <a:pt x="9037" y="5252"/>
                  </a:lnTo>
                  <a:lnTo>
                    <a:pt x="10079" y="4981"/>
                  </a:lnTo>
                  <a:lnTo>
                    <a:pt x="11161" y="4595"/>
                  </a:lnTo>
                  <a:lnTo>
                    <a:pt x="11663" y="4363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6"/>
                  </a:lnTo>
                  <a:lnTo>
                    <a:pt x="12782" y="4711"/>
                  </a:lnTo>
                  <a:lnTo>
                    <a:pt x="13014" y="4518"/>
                  </a:lnTo>
                  <a:lnTo>
                    <a:pt x="12435" y="3939"/>
                  </a:lnTo>
                  <a:lnTo>
                    <a:pt x="12898" y="3668"/>
                  </a:lnTo>
                  <a:lnTo>
                    <a:pt x="13362" y="3321"/>
                  </a:lnTo>
                  <a:lnTo>
                    <a:pt x="13632" y="3051"/>
                  </a:lnTo>
                  <a:lnTo>
                    <a:pt x="13825" y="2703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8"/>
                  </a:lnTo>
                  <a:lnTo>
                    <a:pt x="14134" y="1738"/>
                  </a:lnTo>
                  <a:lnTo>
                    <a:pt x="14095" y="1467"/>
                  </a:lnTo>
                  <a:lnTo>
                    <a:pt x="14018" y="1236"/>
                  </a:lnTo>
                  <a:lnTo>
                    <a:pt x="13902" y="1004"/>
                  </a:lnTo>
                  <a:lnTo>
                    <a:pt x="13748" y="811"/>
                  </a:lnTo>
                  <a:lnTo>
                    <a:pt x="13477" y="618"/>
                  </a:lnTo>
                  <a:lnTo>
                    <a:pt x="13169" y="502"/>
                  </a:lnTo>
                  <a:lnTo>
                    <a:pt x="13091" y="502"/>
                  </a:lnTo>
                  <a:lnTo>
                    <a:pt x="12898" y="386"/>
                  </a:lnTo>
                  <a:lnTo>
                    <a:pt x="12667" y="270"/>
                  </a:lnTo>
                  <a:lnTo>
                    <a:pt x="12435" y="154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6"/>
            <p:cNvSpPr/>
            <p:nvPr/>
          </p:nvSpPr>
          <p:spPr>
            <a:xfrm>
              <a:off x="2291450" y="1821150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7" y="1"/>
                  </a:moveTo>
                  <a:lnTo>
                    <a:pt x="1893" y="78"/>
                  </a:lnTo>
                  <a:lnTo>
                    <a:pt x="1738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5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39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3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1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1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8" y="1005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2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1" y="2704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1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6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6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2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3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2" y="5793"/>
                  </a:lnTo>
                  <a:lnTo>
                    <a:pt x="4828" y="5638"/>
                  </a:lnTo>
                  <a:lnTo>
                    <a:pt x="4248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6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3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6"/>
            <p:cNvSpPr/>
            <p:nvPr/>
          </p:nvSpPr>
          <p:spPr>
            <a:xfrm>
              <a:off x="6650100" y="1835625"/>
              <a:ext cx="350475" cy="288675"/>
            </a:xfrm>
            <a:custGeom>
              <a:avLst/>
              <a:gdLst/>
              <a:ahLst/>
              <a:cxnLst/>
              <a:rect l="l" t="t" r="r" b="b"/>
              <a:pathLst>
                <a:path w="14019" h="11547" extrusionOk="0">
                  <a:moveTo>
                    <a:pt x="11778" y="1"/>
                  </a:moveTo>
                  <a:lnTo>
                    <a:pt x="11470" y="78"/>
                  </a:lnTo>
                  <a:lnTo>
                    <a:pt x="11856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9" y="1893"/>
                  </a:lnTo>
                  <a:lnTo>
                    <a:pt x="10427" y="2086"/>
                  </a:lnTo>
                  <a:lnTo>
                    <a:pt x="11470" y="3437"/>
                  </a:lnTo>
                  <a:lnTo>
                    <a:pt x="12551" y="4750"/>
                  </a:lnTo>
                  <a:lnTo>
                    <a:pt x="12860" y="5754"/>
                  </a:lnTo>
                  <a:lnTo>
                    <a:pt x="13169" y="5754"/>
                  </a:lnTo>
                  <a:lnTo>
                    <a:pt x="13207" y="5639"/>
                  </a:lnTo>
                  <a:lnTo>
                    <a:pt x="13169" y="5523"/>
                  </a:lnTo>
                  <a:lnTo>
                    <a:pt x="13439" y="5716"/>
                  </a:lnTo>
                  <a:lnTo>
                    <a:pt x="13593" y="5947"/>
                  </a:lnTo>
                  <a:lnTo>
                    <a:pt x="13671" y="6179"/>
                  </a:lnTo>
                  <a:lnTo>
                    <a:pt x="13709" y="6411"/>
                  </a:lnTo>
                  <a:lnTo>
                    <a:pt x="13632" y="6681"/>
                  </a:lnTo>
                  <a:lnTo>
                    <a:pt x="13516" y="6913"/>
                  </a:lnTo>
                  <a:lnTo>
                    <a:pt x="13362" y="7183"/>
                  </a:lnTo>
                  <a:lnTo>
                    <a:pt x="13169" y="7453"/>
                  </a:lnTo>
                  <a:lnTo>
                    <a:pt x="12744" y="7955"/>
                  </a:lnTo>
                  <a:lnTo>
                    <a:pt x="12203" y="8419"/>
                  </a:lnTo>
                  <a:lnTo>
                    <a:pt x="11740" y="8766"/>
                  </a:lnTo>
                  <a:lnTo>
                    <a:pt x="11354" y="9075"/>
                  </a:lnTo>
                  <a:lnTo>
                    <a:pt x="10543" y="9577"/>
                  </a:lnTo>
                  <a:lnTo>
                    <a:pt x="9655" y="10002"/>
                  </a:lnTo>
                  <a:lnTo>
                    <a:pt x="8767" y="10388"/>
                  </a:lnTo>
                  <a:lnTo>
                    <a:pt x="7878" y="10658"/>
                  </a:lnTo>
                  <a:lnTo>
                    <a:pt x="6952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1" y="11160"/>
                  </a:lnTo>
                  <a:lnTo>
                    <a:pt x="3013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2" y="10543"/>
                  </a:lnTo>
                  <a:lnTo>
                    <a:pt x="619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40" y="9654"/>
                  </a:lnTo>
                  <a:lnTo>
                    <a:pt x="1" y="9886"/>
                  </a:lnTo>
                  <a:lnTo>
                    <a:pt x="40" y="10118"/>
                  </a:lnTo>
                  <a:lnTo>
                    <a:pt x="78" y="10311"/>
                  </a:lnTo>
                  <a:lnTo>
                    <a:pt x="194" y="10465"/>
                  </a:lnTo>
                  <a:lnTo>
                    <a:pt x="348" y="10620"/>
                  </a:lnTo>
                  <a:lnTo>
                    <a:pt x="542" y="10774"/>
                  </a:lnTo>
                  <a:lnTo>
                    <a:pt x="773" y="10890"/>
                  </a:lnTo>
                  <a:lnTo>
                    <a:pt x="1237" y="11083"/>
                  </a:lnTo>
                  <a:lnTo>
                    <a:pt x="1739" y="11238"/>
                  </a:lnTo>
                  <a:lnTo>
                    <a:pt x="2202" y="11354"/>
                  </a:lnTo>
                  <a:lnTo>
                    <a:pt x="2627" y="11431"/>
                  </a:lnTo>
                  <a:lnTo>
                    <a:pt x="3322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9" y="11315"/>
                  </a:lnTo>
                  <a:lnTo>
                    <a:pt x="7415" y="11160"/>
                  </a:lnTo>
                  <a:lnTo>
                    <a:pt x="8071" y="11006"/>
                  </a:lnTo>
                  <a:lnTo>
                    <a:pt x="8728" y="10774"/>
                  </a:lnTo>
                  <a:lnTo>
                    <a:pt x="9346" y="10543"/>
                  </a:lnTo>
                  <a:lnTo>
                    <a:pt x="9964" y="10272"/>
                  </a:lnTo>
                  <a:lnTo>
                    <a:pt x="10543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9" y="8071"/>
                  </a:lnTo>
                  <a:lnTo>
                    <a:pt x="13555" y="7646"/>
                  </a:lnTo>
                  <a:lnTo>
                    <a:pt x="13748" y="7376"/>
                  </a:lnTo>
                  <a:lnTo>
                    <a:pt x="13864" y="7145"/>
                  </a:lnTo>
                  <a:lnTo>
                    <a:pt x="13980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1" y="5909"/>
                  </a:lnTo>
                  <a:lnTo>
                    <a:pt x="13864" y="5716"/>
                  </a:lnTo>
                  <a:lnTo>
                    <a:pt x="13748" y="5523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5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6"/>
            <p:cNvSpPr/>
            <p:nvPr/>
          </p:nvSpPr>
          <p:spPr>
            <a:xfrm>
              <a:off x="609775" y="18510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9" y="541"/>
                  </a:lnTo>
                  <a:lnTo>
                    <a:pt x="12435" y="657"/>
                  </a:lnTo>
                  <a:lnTo>
                    <a:pt x="12628" y="734"/>
                  </a:lnTo>
                  <a:lnTo>
                    <a:pt x="12744" y="812"/>
                  </a:lnTo>
                  <a:lnTo>
                    <a:pt x="12859" y="966"/>
                  </a:lnTo>
                  <a:lnTo>
                    <a:pt x="12937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7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0"/>
                  </a:lnTo>
                  <a:lnTo>
                    <a:pt x="12242" y="2472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8" y="3206"/>
                  </a:lnTo>
                  <a:lnTo>
                    <a:pt x="9925" y="3437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1"/>
                  </a:lnTo>
                  <a:lnTo>
                    <a:pt x="5021" y="4596"/>
                  </a:lnTo>
                  <a:lnTo>
                    <a:pt x="4133" y="4712"/>
                  </a:lnTo>
                  <a:lnTo>
                    <a:pt x="3244" y="4789"/>
                  </a:lnTo>
                  <a:lnTo>
                    <a:pt x="2202" y="4789"/>
                  </a:lnTo>
                  <a:lnTo>
                    <a:pt x="1854" y="4750"/>
                  </a:lnTo>
                  <a:lnTo>
                    <a:pt x="1507" y="4673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1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4"/>
                  </a:lnTo>
                  <a:lnTo>
                    <a:pt x="3013" y="2356"/>
                  </a:lnTo>
                  <a:lnTo>
                    <a:pt x="3708" y="2009"/>
                  </a:lnTo>
                  <a:lnTo>
                    <a:pt x="4480" y="1700"/>
                  </a:lnTo>
                  <a:lnTo>
                    <a:pt x="5252" y="1429"/>
                  </a:lnTo>
                  <a:lnTo>
                    <a:pt x="6025" y="1198"/>
                  </a:lnTo>
                  <a:lnTo>
                    <a:pt x="6836" y="1005"/>
                  </a:lnTo>
                  <a:lnTo>
                    <a:pt x="7608" y="812"/>
                  </a:lnTo>
                  <a:lnTo>
                    <a:pt x="8419" y="696"/>
                  </a:lnTo>
                  <a:lnTo>
                    <a:pt x="9230" y="580"/>
                  </a:lnTo>
                  <a:lnTo>
                    <a:pt x="10041" y="541"/>
                  </a:lnTo>
                  <a:lnTo>
                    <a:pt x="10736" y="503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2" y="1314"/>
                  </a:lnTo>
                  <a:lnTo>
                    <a:pt x="13709" y="1507"/>
                  </a:lnTo>
                  <a:lnTo>
                    <a:pt x="13748" y="1738"/>
                  </a:lnTo>
                  <a:lnTo>
                    <a:pt x="13709" y="2009"/>
                  </a:lnTo>
                  <a:lnTo>
                    <a:pt x="13632" y="2240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7"/>
                  </a:lnTo>
                  <a:lnTo>
                    <a:pt x="12049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2" y="4634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2" y="5793"/>
                  </a:lnTo>
                  <a:lnTo>
                    <a:pt x="3708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6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6" y="5484"/>
                  </a:lnTo>
                  <a:lnTo>
                    <a:pt x="503" y="5252"/>
                  </a:lnTo>
                  <a:lnTo>
                    <a:pt x="348" y="5021"/>
                  </a:lnTo>
                  <a:lnTo>
                    <a:pt x="310" y="4866"/>
                  </a:lnTo>
                  <a:lnTo>
                    <a:pt x="310" y="4750"/>
                  </a:lnTo>
                  <a:lnTo>
                    <a:pt x="310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2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3" y="5214"/>
                  </a:lnTo>
                  <a:lnTo>
                    <a:pt x="1931" y="5252"/>
                  </a:lnTo>
                  <a:lnTo>
                    <a:pt x="2588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7" y="5059"/>
                  </a:lnTo>
                  <a:lnTo>
                    <a:pt x="6913" y="4789"/>
                  </a:lnTo>
                  <a:lnTo>
                    <a:pt x="7840" y="4596"/>
                  </a:lnTo>
                  <a:lnTo>
                    <a:pt x="8728" y="4403"/>
                  </a:lnTo>
                  <a:lnTo>
                    <a:pt x="9616" y="4132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8"/>
                  </a:lnTo>
                  <a:lnTo>
                    <a:pt x="12435" y="2974"/>
                  </a:lnTo>
                  <a:lnTo>
                    <a:pt x="12705" y="2819"/>
                  </a:lnTo>
                  <a:lnTo>
                    <a:pt x="12937" y="2588"/>
                  </a:lnTo>
                  <a:lnTo>
                    <a:pt x="13130" y="2395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4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8" y="1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5"/>
                  </a:lnTo>
                  <a:lnTo>
                    <a:pt x="4133" y="1352"/>
                  </a:lnTo>
                  <a:lnTo>
                    <a:pt x="3244" y="1700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3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4" y="4132"/>
                  </a:lnTo>
                  <a:lnTo>
                    <a:pt x="194" y="4171"/>
                  </a:lnTo>
                  <a:lnTo>
                    <a:pt x="117" y="4325"/>
                  </a:lnTo>
                  <a:lnTo>
                    <a:pt x="39" y="4480"/>
                  </a:lnTo>
                  <a:lnTo>
                    <a:pt x="1" y="4634"/>
                  </a:lnTo>
                  <a:lnTo>
                    <a:pt x="1" y="4789"/>
                  </a:lnTo>
                  <a:lnTo>
                    <a:pt x="39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7" y="6063"/>
                  </a:lnTo>
                  <a:lnTo>
                    <a:pt x="966" y="6256"/>
                  </a:lnTo>
                  <a:lnTo>
                    <a:pt x="1275" y="6179"/>
                  </a:lnTo>
                  <a:lnTo>
                    <a:pt x="1314" y="6218"/>
                  </a:lnTo>
                  <a:lnTo>
                    <a:pt x="1314" y="6256"/>
                  </a:lnTo>
                  <a:lnTo>
                    <a:pt x="1352" y="6295"/>
                  </a:lnTo>
                  <a:lnTo>
                    <a:pt x="1468" y="6256"/>
                  </a:lnTo>
                  <a:lnTo>
                    <a:pt x="1816" y="6295"/>
                  </a:lnTo>
                  <a:lnTo>
                    <a:pt x="2395" y="6333"/>
                  </a:lnTo>
                  <a:lnTo>
                    <a:pt x="3013" y="6372"/>
                  </a:lnTo>
                  <a:lnTo>
                    <a:pt x="3592" y="6333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4" y="5523"/>
                  </a:lnTo>
                  <a:lnTo>
                    <a:pt x="9037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5" y="3939"/>
                  </a:lnTo>
                  <a:lnTo>
                    <a:pt x="12898" y="3669"/>
                  </a:lnTo>
                  <a:lnTo>
                    <a:pt x="13361" y="3321"/>
                  </a:lnTo>
                  <a:lnTo>
                    <a:pt x="13632" y="3051"/>
                  </a:lnTo>
                  <a:lnTo>
                    <a:pt x="13825" y="2704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9"/>
                  </a:lnTo>
                  <a:lnTo>
                    <a:pt x="14134" y="1738"/>
                  </a:lnTo>
                  <a:lnTo>
                    <a:pt x="14095" y="1468"/>
                  </a:lnTo>
                  <a:lnTo>
                    <a:pt x="14018" y="1236"/>
                  </a:lnTo>
                  <a:lnTo>
                    <a:pt x="13902" y="1005"/>
                  </a:lnTo>
                  <a:lnTo>
                    <a:pt x="13748" y="812"/>
                  </a:lnTo>
                  <a:lnTo>
                    <a:pt x="13477" y="618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5" y="155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6"/>
            <p:cNvSpPr/>
            <p:nvPr/>
          </p:nvSpPr>
          <p:spPr>
            <a:xfrm>
              <a:off x="6883725" y="1876175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6" y="1"/>
                  </a:moveTo>
                  <a:lnTo>
                    <a:pt x="348" y="889"/>
                  </a:lnTo>
                  <a:lnTo>
                    <a:pt x="232" y="1815"/>
                  </a:lnTo>
                  <a:lnTo>
                    <a:pt x="155" y="3630"/>
                  </a:lnTo>
                  <a:lnTo>
                    <a:pt x="1" y="7260"/>
                  </a:lnTo>
                  <a:lnTo>
                    <a:pt x="194" y="7260"/>
                  </a:lnTo>
                  <a:lnTo>
                    <a:pt x="426" y="5484"/>
                  </a:lnTo>
                  <a:lnTo>
                    <a:pt x="580" y="3669"/>
                  </a:lnTo>
                  <a:lnTo>
                    <a:pt x="696" y="1854"/>
                  </a:lnTo>
                  <a:lnTo>
                    <a:pt x="696" y="927"/>
                  </a:lnTo>
                  <a:lnTo>
                    <a:pt x="696" y="39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6"/>
            <p:cNvSpPr/>
            <p:nvPr/>
          </p:nvSpPr>
          <p:spPr>
            <a:xfrm>
              <a:off x="4796600" y="1878100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1"/>
                  </a:moveTo>
                  <a:lnTo>
                    <a:pt x="11469" y="78"/>
                  </a:lnTo>
                  <a:lnTo>
                    <a:pt x="11855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8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9"/>
                  </a:lnTo>
                  <a:lnTo>
                    <a:pt x="13168" y="5523"/>
                  </a:lnTo>
                  <a:lnTo>
                    <a:pt x="13438" y="5716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1"/>
                  </a:lnTo>
                  <a:lnTo>
                    <a:pt x="13631" y="6681"/>
                  </a:lnTo>
                  <a:lnTo>
                    <a:pt x="13516" y="6913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9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1" y="10543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39" y="9655"/>
                  </a:lnTo>
                  <a:lnTo>
                    <a:pt x="0" y="9886"/>
                  </a:lnTo>
                  <a:lnTo>
                    <a:pt x="39" y="10118"/>
                  </a:lnTo>
                  <a:lnTo>
                    <a:pt x="78" y="10311"/>
                  </a:lnTo>
                  <a:lnTo>
                    <a:pt x="193" y="10465"/>
                  </a:lnTo>
                  <a:lnTo>
                    <a:pt x="348" y="10620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8"/>
                  </a:lnTo>
                  <a:lnTo>
                    <a:pt x="2201" y="11354"/>
                  </a:lnTo>
                  <a:lnTo>
                    <a:pt x="2626" y="11431"/>
                  </a:lnTo>
                  <a:lnTo>
                    <a:pt x="3321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3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5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7"/>
                  </a:lnTo>
                  <a:lnTo>
                    <a:pt x="13747" y="7376"/>
                  </a:lnTo>
                  <a:lnTo>
                    <a:pt x="13863" y="7145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0" y="5909"/>
                  </a:lnTo>
                  <a:lnTo>
                    <a:pt x="13863" y="5716"/>
                  </a:lnTo>
                  <a:lnTo>
                    <a:pt x="13747" y="5523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4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6"/>
            <p:cNvSpPr/>
            <p:nvPr/>
          </p:nvSpPr>
          <p:spPr>
            <a:xfrm>
              <a:off x="6050625" y="1898375"/>
              <a:ext cx="329200" cy="241375"/>
            </a:xfrm>
            <a:custGeom>
              <a:avLst/>
              <a:gdLst/>
              <a:ahLst/>
              <a:cxnLst/>
              <a:rect l="l" t="t" r="r" b="b"/>
              <a:pathLst>
                <a:path w="13168" h="9655" extrusionOk="0">
                  <a:moveTo>
                    <a:pt x="5368" y="619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5"/>
                  </a:lnTo>
                  <a:lnTo>
                    <a:pt x="8109" y="2356"/>
                  </a:lnTo>
                  <a:lnTo>
                    <a:pt x="8264" y="2627"/>
                  </a:lnTo>
                  <a:lnTo>
                    <a:pt x="8380" y="2858"/>
                  </a:lnTo>
                  <a:lnTo>
                    <a:pt x="8495" y="3129"/>
                  </a:lnTo>
                  <a:lnTo>
                    <a:pt x="8573" y="3437"/>
                  </a:lnTo>
                  <a:lnTo>
                    <a:pt x="8611" y="3708"/>
                  </a:lnTo>
                  <a:lnTo>
                    <a:pt x="8573" y="3708"/>
                  </a:lnTo>
                  <a:lnTo>
                    <a:pt x="7723" y="3824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1"/>
                  </a:lnTo>
                  <a:lnTo>
                    <a:pt x="5792" y="3862"/>
                  </a:lnTo>
                  <a:lnTo>
                    <a:pt x="5638" y="3746"/>
                  </a:lnTo>
                  <a:lnTo>
                    <a:pt x="5561" y="3553"/>
                  </a:lnTo>
                  <a:lnTo>
                    <a:pt x="5483" y="3283"/>
                  </a:lnTo>
                  <a:lnTo>
                    <a:pt x="5406" y="2627"/>
                  </a:lnTo>
                  <a:lnTo>
                    <a:pt x="5368" y="1970"/>
                  </a:lnTo>
                  <a:lnTo>
                    <a:pt x="5368" y="619"/>
                  </a:lnTo>
                  <a:close/>
                  <a:moveTo>
                    <a:pt x="2742" y="889"/>
                  </a:moveTo>
                  <a:lnTo>
                    <a:pt x="2626" y="3090"/>
                  </a:lnTo>
                  <a:lnTo>
                    <a:pt x="2626" y="3515"/>
                  </a:lnTo>
                  <a:lnTo>
                    <a:pt x="2587" y="3708"/>
                  </a:lnTo>
                  <a:lnTo>
                    <a:pt x="2510" y="3862"/>
                  </a:lnTo>
                  <a:lnTo>
                    <a:pt x="2433" y="3978"/>
                  </a:lnTo>
                  <a:lnTo>
                    <a:pt x="2278" y="4094"/>
                  </a:lnTo>
                  <a:lnTo>
                    <a:pt x="2124" y="4210"/>
                  </a:lnTo>
                  <a:lnTo>
                    <a:pt x="1892" y="4248"/>
                  </a:lnTo>
                  <a:lnTo>
                    <a:pt x="1699" y="4287"/>
                  </a:lnTo>
                  <a:lnTo>
                    <a:pt x="1506" y="4287"/>
                  </a:lnTo>
                  <a:lnTo>
                    <a:pt x="1120" y="4210"/>
                  </a:lnTo>
                  <a:lnTo>
                    <a:pt x="734" y="4133"/>
                  </a:lnTo>
                  <a:lnTo>
                    <a:pt x="386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8" y="2549"/>
                  </a:lnTo>
                  <a:lnTo>
                    <a:pt x="1159" y="2125"/>
                  </a:lnTo>
                  <a:lnTo>
                    <a:pt x="1506" y="1738"/>
                  </a:lnTo>
                  <a:lnTo>
                    <a:pt x="1892" y="1391"/>
                  </a:lnTo>
                  <a:lnTo>
                    <a:pt x="2317" y="1121"/>
                  </a:lnTo>
                  <a:lnTo>
                    <a:pt x="2742" y="889"/>
                  </a:lnTo>
                  <a:close/>
                  <a:moveTo>
                    <a:pt x="10774" y="5368"/>
                  </a:moveTo>
                  <a:lnTo>
                    <a:pt x="11198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14" y="6179"/>
                  </a:lnTo>
                  <a:lnTo>
                    <a:pt x="11198" y="6256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32"/>
                  </a:lnTo>
                  <a:lnTo>
                    <a:pt x="10542" y="5716"/>
                  </a:lnTo>
                  <a:lnTo>
                    <a:pt x="10619" y="5523"/>
                  </a:lnTo>
                  <a:lnTo>
                    <a:pt x="10658" y="5407"/>
                  </a:lnTo>
                  <a:lnTo>
                    <a:pt x="10774" y="5368"/>
                  </a:lnTo>
                  <a:close/>
                  <a:moveTo>
                    <a:pt x="4402" y="1"/>
                  </a:moveTo>
                  <a:lnTo>
                    <a:pt x="3939" y="39"/>
                  </a:lnTo>
                  <a:lnTo>
                    <a:pt x="3514" y="117"/>
                  </a:lnTo>
                  <a:lnTo>
                    <a:pt x="3051" y="194"/>
                  </a:lnTo>
                  <a:lnTo>
                    <a:pt x="2626" y="348"/>
                  </a:lnTo>
                  <a:lnTo>
                    <a:pt x="2240" y="541"/>
                  </a:lnTo>
                  <a:lnTo>
                    <a:pt x="1854" y="773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9"/>
                  </a:lnTo>
                  <a:lnTo>
                    <a:pt x="386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31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57"/>
                  </a:lnTo>
                  <a:lnTo>
                    <a:pt x="348" y="4287"/>
                  </a:lnTo>
                  <a:lnTo>
                    <a:pt x="965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5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364"/>
                  </a:lnTo>
                  <a:lnTo>
                    <a:pt x="2858" y="4248"/>
                  </a:lnTo>
                  <a:lnTo>
                    <a:pt x="2896" y="4094"/>
                  </a:lnTo>
                  <a:lnTo>
                    <a:pt x="2973" y="3939"/>
                  </a:lnTo>
                  <a:lnTo>
                    <a:pt x="3012" y="3631"/>
                  </a:lnTo>
                  <a:lnTo>
                    <a:pt x="3012" y="2974"/>
                  </a:lnTo>
                  <a:lnTo>
                    <a:pt x="3089" y="734"/>
                  </a:lnTo>
                  <a:lnTo>
                    <a:pt x="3514" y="619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23"/>
                  </a:lnTo>
                  <a:lnTo>
                    <a:pt x="5059" y="2704"/>
                  </a:lnTo>
                  <a:lnTo>
                    <a:pt x="5097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0" y="4017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6"/>
                  </a:lnTo>
                  <a:lnTo>
                    <a:pt x="6217" y="4326"/>
                  </a:lnTo>
                  <a:lnTo>
                    <a:pt x="6565" y="4287"/>
                  </a:lnTo>
                  <a:lnTo>
                    <a:pt x="7607" y="4210"/>
                  </a:lnTo>
                  <a:lnTo>
                    <a:pt x="8650" y="4055"/>
                  </a:lnTo>
                  <a:lnTo>
                    <a:pt x="8650" y="4441"/>
                  </a:lnTo>
                  <a:lnTo>
                    <a:pt x="8611" y="4866"/>
                  </a:lnTo>
                  <a:lnTo>
                    <a:pt x="8611" y="4905"/>
                  </a:lnTo>
                  <a:lnTo>
                    <a:pt x="8611" y="5021"/>
                  </a:lnTo>
                  <a:lnTo>
                    <a:pt x="8650" y="5059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0" y="4905"/>
                  </a:lnTo>
                  <a:lnTo>
                    <a:pt x="9384" y="4905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03" y="5252"/>
                  </a:lnTo>
                  <a:lnTo>
                    <a:pt x="10426" y="5330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16"/>
                  </a:lnTo>
                  <a:lnTo>
                    <a:pt x="10233" y="5870"/>
                  </a:lnTo>
                  <a:lnTo>
                    <a:pt x="10233" y="6025"/>
                  </a:lnTo>
                  <a:lnTo>
                    <a:pt x="10272" y="6179"/>
                  </a:lnTo>
                  <a:lnTo>
                    <a:pt x="10349" y="6334"/>
                  </a:lnTo>
                  <a:lnTo>
                    <a:pt x="10503" y="6488"/>
                  </a:lnTo>
                  <a:lnTo>
                    <a:pt x="10696" y="6565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41" y="6913"/>
                  </a:lnTo>
                  <a:lnTo>
                    <a:pt x="12395" y="7222"/>
                  </a:lnTo>
                  <a:lnTo>
                    <a:pt x="12473" y="7569"/>
                  </a:lnTo>
                  <a:lnTo>
                    <a:pt x="12511" y="7917"/>
                  </a:lnTo>
                  <a:lnTo>
                    <a:pt x="12550" y="8264"/>
                  </a:lnTo>
                  <a:lnTo>
                    <a:pt x="12550" y="8998"/>
                  </a:lnTo>
                  <a:lnTo>
                    <a:pt x="12473" y="8998"/>
                  </a:lnTo>
                  <a:lnTo>
                    <a:pt x="12434" y="9037"/>
                  </a:lnTo>
                  <a:lnTo>
                    <a:pt x="12357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54"/>
                  </a:lnTo>
                  <a:lnTo>
                    <a:pt x="12125" y="9654"/>
                  </a:lnTo>
                  <a:lnTo>
                    <a:pt x="12820" y="9616"/>
                  </a:lnTo>
                  <a:lnTo>
                    <a:pt x="12936" y="9577"/>
                  </a:lnTo>
                  <a:lnTo>
                    <a:pt x="13013" y="9461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091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685"/>
                  </a:lnTo>
                  <a:lnTo>
                    <a:pt x="12936" y="7183"/>
                  </a:lnTo>
                  <a:lnTo>
                    <a:pt x="12704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276" y="5098"/>
                  </a:lnTo>
                  <a:lnTo>
                    <a:pt x="10967" y="4905"/>
                  </a:lnTo>
                  <a:lnTo>
                    <a:pt x="10619" y="4750"/>
                  </a:lnTo>
                  <a:lnTo>
                    <a:pt x="10233" y="4596"/>
                  </a:lnTo>
                  <a:lnTo>
                    <a:pt x="9886" y="4480"/>
                  </a:lnTo>
                  <a:lnTo>
                    <a:pt x="9499" y="4403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186" y="1584"/>
                  </a:lnTo>
                  <a:lnTo>
                    <a:pt x="7839" y="1275"/>
                  </a:lnTo>
                  <a:lnTo>
                    <a:pt x="7453" y="966"/>
                  </a:lnTo>
                  <a:lnTo>
                    <a:pt x="7067" y="734"/>
                  </a:lnTo>
                  <a:lnTo>
                    <a:pt x="6603" y="503"/>
                  </a:lnTo>
                  <a:lnTo>
                    <a:pt x="6178" y="348"/>
                  </a:lnTo>
                  <a:lnTo>
                    <a:pt x="5715" y="194"/>
                  </a:lnTo>
                  <a:lnTo>
                    <a:pt x="5290" y="78"/>
                  </a:lnTo>
                  <a:lnTo>
                    <a:pt x="482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6"/>
            <p:cNvSpPr/>
            <p:nvPr/>
          </p:nvSpPr>
          <p:spPr>
            <a:xfrm>
              <a:off x="1849325" y="1901275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7" y="1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6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1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7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0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4" y="7299"/>
                  </a:lnTo>
                  <a:lnTo>
                    <a:pt x="14712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3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3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9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4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6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6"/>
            <p:cNvSpPr/>
            <p:nvPr/>
          </p:nvSpPr>
          <p:spPr>
            <a:xfrm>
              <a:off x="1935225" y="191092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503" y="1"/>
                  </a:move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40" y="541"/>
                  </a:lnTo>
                  <a:lnTo>
                    <a:pt x="1" y="734"/>
                  </a:lnTo>
                  <a:lnTo>
                    <a:pt x="40" y="927"/>
                  </a:lnTo>
                  <a:lnTo>
                    <a:pt x="117" y="1082"/>
                  </a:lnTo>
                  <a:lnTo>
                    <a:pt x="194" y="1159"/>
                  </a:lnTo>
                  <a:lnTo>
                    <a:pt x="348" y="1159"/>
                  </a:lnTo>
                  <a:lnTo>
                    <a:pt x="426" y="1043"/>
                  </a:lnTo>
                  <a:lnTo>
                    <a:pt x="426" y="1005"/>
                  </a:lnTo>
                  <a:lnTo>
                    <a:pt x="387" y="927"/>
                  </a:lnTo>
                  <a:lnTo>
                    <a:pt x="387" y="850"/>
                  </a:lnTo>
                  <a:lnTo>
                    <a:pt x="348" y="773"/>
                  </a:lnTo>
                  <a:lnTo>
                    <a:pt x="426" y="580"/>
                  </a:lnTo>
                  <a:lnTo>
                    <a:pt x="542" y="425"/>
                  </a:lnTo>
                  <a:lnTo>
                    <a:pt x="619" y="387"/>
                  </a:lnTo>
                  <a:lnTo>
                    <a:pt x="773" y="387"/>
                  </a:lnTo>
                  <a:lnTo>
                    <a:pt x="850" y="425"/>
                  </a:lnTo>
                  <a:lnTo>
                    <a:pt x="966" y="580"/>
                  </a:lnTo>
                  <a:lnTo>
                    <a:pt x="1005" y="657"/>
                  </a:lnTo>
                  <a:lnTo>
                    <a:pt x="1005" y="734"/>
                  </a:lnTo>
                  <a:lnTo>
                    <a:pt x="966" y="927"/>
                  </a:lnTo>
                  <a:lnTo>
                    <a:pt x="966" y="1005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82" y="1159"/>
                  </a:lnTo>
                  <a:lnTo>
                    <a:pt x="1198" y="1159"/>
                  </a:lnTo>
                  <a:lnTo>
                    <a:pt x="1275" y="1121"/>
                  </a:lnTo>
                  <a:lnTo>
                    <a:pt x="1314" y="1082"/>
                  </a:lnTo>
                  <a:lnTo>
                    <a:pt x="1391" y="889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48"/>
                  </a:lnTo>
                  <a:lnTo>
                    <a:pt x="1198" y="194"/>
                  </a:lnTo>
                  <a:lnTo>
                    <a:pt x="1044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6"/>
            <p:cNvSpPr/>
            <p:nvPr/>
          </p:nvSpPr>
          <p:spPr>
            <a:xfrm>
              <a:off x="6081500" y="1911900"/>
              <a:ext cx="255850" cy="266475"/>
            </a:xfrm>
            <a:custGeom>
              <a:avLst/>
              <a:gdLst/>
              <a:ahLst/>
              <a:cxnLst/>
              <a:rect l="l" t="t" r="r" b="b"/>
              <a:pathLst>
                <a:path w="10234" h="10659" extrusionOk="0">
                  <a:moveTo>
                    <a:pt x="8303" y="7299"/>
                  </a:moveTo>
                  <a:lnTo>
                    <a:pt x="8535" y="7376"/>
                  </a:lnTo>
                  <a:lnTo>
                    <a:pt x="8766" y="7453"/>
                  </a:lnTo>
                  <a:lnTo>
                    <a:pt x="8998" y="7569"/>
                  </a:lnTo>
                  <a:lnTo>
                    <a:pt x="9191" y="7723"/>
                  </a:lnTo>
                  <a:lnTo>
                    <a:pt x="9384" y="7878"/>
                  </a:lnTo>
                  <a:lnTo>
                    <a:pt x="9539" y="8109"/>
                  </a:lnTo>
                  <a:lnTo>
                    <a:pt x="9655" y="8341"/>
                  </a:lnTo>
                  <a:lnTo>
                    <a:pt x="9693" y="8573"/>
                  </a:lnTo>
                  <a:lnTo>
                    <a:pt x="9732" y="8843"/>
                  </a:lnTo>
                  <a:lnTo>
                    <a:pt x="9693" y="9152"/>
                  </a:lnTo>
                  <a:lnTo>
                    <a:pt x="9577" y="9422"/>
                  </a:lnTo>
                  <a:lnTo>
                    <a:pt x="9423" y="9654"/>
                  </a:lnTo>
                  <a:lnTo>
                    <a:pt x="9230" y="9847"/>
                  </a:lnTo>
                  <a:lnTo>
                    <a:pt x="8959" y="10002"/>
                  </a:lnTo>
                  <a:lnTo>
                    <a:pt x="8728" y="10117"/>
                  </a:lnTo>
                  <a:lnTo>
                    <a:pt x="8419" y="10156"/>
                  </a:lnTo>
                  <a:lnTo>
                    <a:pt x="8149" y="10156"/>
                  </a:lnTo>
                  <a:lnTo>
                    <a:pt x="7878" y="10079"/>
                  </a:lnTo>
                  <a:lnTo>
                    <a:pt x="7647" y="9963"/>
                  </a:lnTo>
                  <a:lnTo>
                    <a:pt x="7415" y="9770"/>
                  </a:lnTo>
                  <a:lnTo>
                    <a:pt x="7222" y="9577"/>
                  </a:lnTo>
                  <a:lnTo>
                    <a:pt x="7067" y="9345"/>
                  </a:lnTo>
                  <a:lnTo>
                    <a:pt x="6990" y="9075"/>
                  </a:lnTo>
                  <a:lnTo>
                    <a:pt x="6951" y="8805"/>
                  </a:lnTo>
                  <a:lnTo>
                    <a:pt x="6990" y="8496"/>
                  </a:lnTo>
                  <a:lnTo>
                    <a:pt x="7067" y="8264"/>
                  </a:lnTo>
                  <a:lnTo>
                    <a:pt x="7183" y="8071"/>
                  </a:lnTo>
                  <a:lnTo>
                    <a:pt x="7338" y="7878"/>
                  </a:lnTo>
                  <a:lnTo>
                    <a:pt x="7531" y="7723"/>
                  </a:lnTo>
                  <a:lnTo>
                    <a:pt x="7762" y="7569"/>
                  </a:lnTo>
                  <a:lnTo>
                    <a:pt x="8187" y="7337"/>
                  </a:lnTo>
                  <a:lnTo>
                    <a:pt x="8264" y="7299"/>
                  </a:lnTo>
                  <a:close/>
                  <a:moveTo>
                    <a:pt x="2897" y="0"/>
                  </a:moveTo>
                  <a:lnTo>
                    <a:pt x="2704" y="39"/>
                  </a:lnTo>
                  <a:lnTo>
                    <a:pt x="2665" y="78"/>
                  </a:lnTo>
                  <a:lnTo>
                    <a:pt x="2665" y="1313"/>
                  </a:lnTo>
                  <a:lnTo>
                    <a:pt x="2665" y="2588"/>
                  </a:lnTo>
                  <a:lnTo>
                    <a:pt x="2704" y="3823"/>
                  </a:lnTo>
                  <a:lnTo>
                    <a:pt x="2742" y="5059"/>
                  </a:lnTo>
                  <a:lnTo>
                    <a:pt x="2936" y="7492"/>
                  </a:lnTo>
                  <a:lnTo>
                    <a:pt x="2936" y="8148"/>
                  </a:lnTo>
                  <a:lnTo>
                    <a:pt x="2974" y="8457"/>
                  </a:lnTo>
                  <a:lnTo>
                    <a:pt x="3013" y="8611"/>
                  </a:lnTo>
                  <a:lnTo>
                    <a:pt x="3090" y="8766"/>
                  </a:lnTo>
                  <a:lnTo>
                    <a:pt x="1584" y="8689"/>
                  </a:lnTo>
                  <a:lnTo>
                    <a:pt x="1" y="8689"/>
                  </a:lnTo>
                  <a:lnTo>
                    <a:pt x="39" y="8998"/>
                  </a:lnTo>
                  <a:lnTo>
                    <a:pt x="812" y="9113"/>
                  </a:lnTo>
                  <a:lnTo>
                    <a:pt x="1584" y="9152"/>
                  </a:lnTo>
                  <a:lnTo>
                    <a:pt x="3167" y="9229"/>
                  </a:lnTo>
                  <a:lnTo>
                    <a:pt x="4866" y="9306"/>
                  </a:lnTo>
                  <a:lnTo>
                    <a:pt x="5677" y="9306"/>
                  </a:lnTo>
                  <a:lnTo>
                    <a:pt x="6527" y="9229"/>
                  </a:lnTo>
                  <a:lnTo>
                    <a:pt x="6643" y="9538"/>
                  </a:lnTo>
                  <a:lnTo>
                    <a:pt x="6797" y="9847"/>
                  </a:lnTo>
                  <a:lnTo>
                    <a:pt x="6990" y="10079"/>
                  </a:lnTo>
                  <a:lnTo>
                    <a:pt x="7260" y="10310"/>
                  </a:lnTo>
                  <a:lnTo>
                    <a:pt x="7531" y="10465"/>
                  </a:lnTo>
                  <a:lnTo>
                    <a:pt x="7840" y="10581"/>
                  </a:lnTo>
                  <a:lnTo>
                    <a:pt x="8149" y="10658"/>
                  </a:lnTo>
                  <a:lnTo>
                    <a:pt x="8457" y="10658"/>
                  </a:lnTo>
                  <a:lnTo>
                    <a:pt x="8766" y="10619"/>
                  </a:lnTo>
                  <a:lnTo>
                    <a:pt x="9075" y="10504"/>
                  </a:lnTo>
                  <a:lnTo>
                    <a:pt x="9346" y="10388"/>
                  </a:lnTo>
                  <a:lnTo>
                    <a:pt x="9577" y="10195"/>
                  </a:lnTo>
                  <a:lnTo>
                    <a:pt x="9809" y="9963"/>
                  </a:lnTo>
                  <a:lnTo>
                    <a:pt x="9963" y="9693"/>
                  </a:lnTo>
                  <a:lnTo>
                    <a:pt x="10118" y="9422"/>
                  </a:lnTo>
                  <a:lnTo>
                    <a:pt x="10195" y="9113"/>
                  </a:lnTo>
                  <a:lnTo>
                    <a:pt x="10234" y="9113"/>
                  </a:lnTo>
                  <a:lnTo>
                    <a:pt x="10234" y="8766"/>
                  </a:lnTo>
                  <a:lnTo>
                    <a:pt x="10195" y="8380"/>
                  </a:lnTo>
                  <a:lnTo>
                    <a:pt x="10041" y="8071"/>
                  </a:lnTo>
                  <a:lnTo>
                    <a:pt x="9886" y="7762"/>
                  </a:lnTo>
                  <a:lnTo>
                    <a:pt x="9655" y="7492"/>
                  </a:lnTo>
                  <a:lnTo>
                    <a:pt x="9346" y="7260"/>
                  </a:lnTo>
                  <a:lnTo>
                    <a:pt x="9037" y="7105"/>
                  </a:lnTo>
                  <a:lnTo>
                    <a:pt x="8689" y="7028"/>
                  </a:lnTo>
                  <a:lnTo>
                    <a:pt x="8342" y="6990"/>
                  </a:lnTo>
                  <a:lnTo>
                    <a:pt x="8226" y="7067"/>
                  </a:lnTo>
                  <a:lnTo>
                    <a:pt x="8187" y="7028"/>
                  </a:lnTo>
                  <a:lnTo>
                    <a:pt x="8110" y="6990"/>
                  </a:lnTo>
                  <a:lnTo>
                    <a:pt x="7955" y="6990"/>
                  </a:lnTo>
                  <a:lnTo>
                    <a:pt x="7762" y="7028"/>
                  </a:lnTo>
                  <a:lnTo>
                    <a:pt x="7453" y="7144"/>
                  </a:lnTo>
                  <a:lnTo>
                    <a:pt x="7183" y="7337"/>
                  </a:lnTo>
                  <a:lnTo>
                    <a:pt x="6951" y="7569"/>
                  </a:lnTo>
                  <a:lnTo>
                    <a:pt x="6758" y="7878"/>
                  </a:lnTo>
                  <a:lnTo>
                    <a:pt x="6604" y="8187"/>
                  </a:lnTo>
                  <a:lnTo>
                    <a:pt x="6488" y="8496"/>
                  </a:lnTo>
                  <a:lnTo>
                    <a:pt x="6488" y="8843"/>
                  </a:lnTo>
                  <a:lnTo>
                    <a:pt x="5716" y="8766"/>
                  </a:lnTo>
                  <a:lnTo>
                    <a:pt x="3476" y="8766"/>
                  </a:lnTo>
                  <a:lnTo>
                    <a:pt x="3515" y="8689"/>
                  </a:lnTo>
                  <a:lnTo>
                    <a:pt x="3515" y="8650"/>
                  </a:lnTo>
                  <a:lnTo>
                    <a:pt x="3476" y="8573"/>
                  </a:lnTo>
                  <a:lnTo>
                    <a:pt x="3438" y="8496"/>
                  </a:lnTo>
                  <a:lnTo>
                    <a:pt x="3399" y="8457"/>
                  </a:lnTo>
                  <a:lnTo>
                    <a:pt x="3322" y="8457"/>
                  </a:lnTo>
                  <a:lnTo>
                    <a:pt x="3244" y="8496"/>
                  </a:lnTo>
                  <a:lnTo>
                    <a:pt x="3322" y="8380"/>
                  </a:lnTo>
                  <a:lnTo>
                    <a:pt x="3322" y="8225"/>
                  </a:lnTo>
                  <a:lnTo>
                    <a:pt x="3322" y="8071"/>
                  </a:lnTo>
                  <a:lnTo>
                    <a:pt x="3283" y="7955"/>
                  </a:lnTo>
                  <a:lnTo>
                    <a:pt x="3244" y="7337"/>
                  </a:lnTo>
                  <a:lnTo>
                    <a:pt x="3167" y="6410"/>
                  </a:lnTo>
                  <a:lnTo>
                    <a:pt x="3051" y="4325"/>
                  </a:lnTo>
                  <a:lnTo>
                    <a:pt x="2974" y="2201"/>
                  </a:lnTo>
                  <a:lnTo>
                    <a:pt x="2897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6"/>
            <p:cNvSpPr/>
            <p:nvPr/>
          </p:nvSpPr>
          <p:spPr>
            <a:xfrm>
              <a:off x="2715250" y="1912850"/>
              <a:ext cx="147725" cy="161250"/>
            </a:xfrm>
            <a:custGeom>
              <a:avLst/>
              <a:gdLst/>
              <a:ahLst/>
              <a:cxnLst/>
              <a:rect l="l" t="t" r="r" b="b"/>
              <a:pathLst>
                <a:path w="5909" h="6450" extrusionOk="0">
                  <a:moveTo>
                    <a:pt x="2781" y="503"/>
                  </a:moveTo>
                  <a:lnTo>
                    <a:pt x="3283" y="580"/>
                  </a:lnTo>
                  <a:lnTo>
                    <a:pt x="3746" y="735"/>
                  </a:lnTo>
                  <a:lnTo>
                    <a:pt x="4210" y="966"/>
                  </a:lnTo>
                  <a:lnTo>
                    <a:pt x="4403" y="1082"/>
                  </a:lnTo>
                  <a:lnTo>
                    <a:pt x="4596" y="1275"/>
                  </a:lnTo>
                  <a:lnTo>
                    <a:pt x="4750" y="1468"/>
                  </a:lnTo>
                  <a:lnTo>
                    <a:pt x="4943" y="1661"/>
                  </a:lnTo>
                  <a:lnTo>
                    <a:pt x="5059" y="1893"/>
                  </a:lnTo>
                  <a:lnTo>
                    <a:pt x="5175" y="2125"/>
                  </a:lnTo>
                  <a:lnTo>
                    <a:pt x="5330" y="2588"/>
                  </a:lnTo>
                  <a:lnTo>
                    <a:pt x="5407" y="3052"/>
                  </a:lnTo>
                  <a:lnTo>
                    <a:pt x="5407" y="3515"/>
                  </a:lnTo>
                  <a:lnTo>
                    <a:pt x="5368" y="4017"/>
                  </a:lnTo>
                  <a:lnTo>
                    <a:pt x="5214" y="4442"/>
                  </a:lnTo>
                  <a:lnTo>
                    <a:pt x="4982" y="4866"/>
                  </a:lnTo>
                  <a:lnTo>
                    <a:pt x="4828" y="5059"/>
                  </a:lnTo>
                  <a:lnTo>
                    <a:pt x="4673" y="5253"/>
                  </a:lnTo>
                  <a:lnTo>
                    <a:pt x="4480" y="5407"/>
                  </a:lnTo>
                  <a:lnTo>
                    <a:pt x="4287" y="5561"/>
                  </a:lnTo>
                  <a:lnTo>
                    <a:pt x="4017" y="5716"/>
                  </a:lnTo>
                  <a:lnTo>
                    <a:pt x="3746" y="5832"/>
                  </a:lnTo>
                  <a:lnTo>
                    <a:pt x="3515" y="5909"/>
                  </a:lnTo>
                  <a:lnTo>
                    <a:pt x="3244" y="5948"/>
                  </a:lnTo>
                  <a:lnTo>
                    <a:pt x="2742" y="5948"/>
                  </a:lnTo>
                  <a:lnTo>
                    <a:pt x="2511" y="5870"/>
                  </a:lnTo>
                  <a:lnTo>
                    <a:pt x="2279" y="5793"/>
                  </a:lnTo>
                  <a:lnTo>
                    <a:pt x="2047" y="5677"/>
                  </a:lnTo>
                  <a:lnTo>
                    <a:pt x="1816" y="5561"/>
                  </a:lnTo>
                  <a:lnTo>
                    <a:pt x="1623" y="5407"/>
                  </a:lnTo>
                  <a:lnTo>
                    <a:pt x="1429" y="5214"/>
                  </a:lnTo>
                  <a:lnTo>
                    <a:pt x="1082" y="4828"/>
                  </a:lnTo>
                  <a:lnTo>
                    <a:pt x="812" y="4364"/>
                  </a:lnTo>
                  <a:lnTo>
                    <a:pt x="619" y="3862"/>
                  </a:lnTo>
                  <a:lnTo>
                    <a:pt x="464" y="3322"/>
                  </a:lnTo>
                  <a:lnTo>
                    <a:pt x="426" y="2820"/>
                  </a:lnTo>
                  <a:lnTo>
                    <a:pt x="426" y="2550"/>
                  </a:lnTo>
                  <a:lnTo>
                    <a:pt x="464" y="2279"/>
                  </a:lnTo>
                  <a:lnTo>
                    <a:pt x="503" y="2048"/>
                  </a:lnTo>
                  <a:lnTo>
                    <a:pt x="619" y="1777"/>
                  </a:lnTo>
                  <a:lnTo>
                    <a:pt x="696" y="1584"/>
                  </a:lnTo>
                  <a:lnTo>
                    <a:pt x="850" y="1352"/>
                  </a:lnTo>
                  <a:lnTo>
                    <a:pt x="1005" y="1159"/>
                  </a:lnTo>
                  <a:lnTo>
                    <a:pt x="1198" y="966"/>
                  </a:lnTo>
                  <a:lnTo>
                    <a:pt x="1429" y="812"/>
                  </a:lnTo>
                  <a:lnTo>
                    <a:pt x="1700" y="657"/>
                  </a:lnTo>
                  <a:lnTo>
                    <a:pt x="1738" y="619"/>
                  </a:lnTo>
                  <a:lnTo>
                    <a:pt x="1738" y="580"/>
                  </a:lnTo>
                  <a:lnTo>
                    <a:pt x="2240" y="503"/>
                  </a:lnTo>
                  <a:close/>
                  <a:moveTo>
                    <a:pt x="2588" y="1"/>
                  </a:moveTo>
                  <a:lnTo>
                    <a:pt x="2279" y="40"/>
                  </a:lnTo>
                  <a:lnTo>
                    <a:pt x="1970" y="78"/>
                  </a:lnTo>
                  <a:lnTo>
                    <a:pt x="1661" y="155"/>
                  </a:lnTo>
                  <a:lnTo>
                    <a:pt x="1391" y="233"/>
                  </a:lnTo>
                  <a:lnTo>
                    <a:pt x="1314" y="310"/>
                  </a:lnTo>
                  <a:lnTo>
                    <a:pt x="1236" y="387"/>
                  </a:lnTo>
                  <a:lnTo>
                    <a:pt x="1236" y="464"/>
                  </a:lnTo>
                  <a:lnTo>
                    <a:pt x="1275" y="542"/>
                  </a:lnTo>
                  <a:lnTo>
                    <a:pt x="1005" y="657"/>
                  </a:lnTo>
                  <a:lnTo>
                    <a:pt x="773" y="850"/>
                  </a:lnTo>
                  <a:lnTo>
                    <a:pt x="580" y="1044"/>
                  </a:lnTo>
                  <a:lnTo>
                    <a:pt x="426" y="1237"/>
                  </a:lnTo>
                  <a:lnTo>
                    <a:pt x="271" y="1468"/>
                  </a:lnTo>
                  <a:lnTo>
                    <a:pt x="155" y="1700"/>
                  </a:lnTo>
                  <a:lnTo>
                    <a:pt x="78" y="1970"/>
                  </a:lnTo>
                  <a:lnTo>
                    <a:pt x="39" y="2241"/>
                  </a:lnTo>
                  <a:lnTo>
                    <a:pt x="1" y="2511"/>
                  </a:lnTo>
                  <a:lnTo>
                    <a:pt x="1" y="2781"/>
                  </a:lnTo>
                  <a:lnTo>
                    <a:pt x="39" y="3360"/>
                  </a:lnTo>
                  <a:lnTo>
                    <a:pt x="155" y="3901"/>
                  </a:lnTo>
                  <a:lnTo>
                    <a:pt x="387" y="4442"/>
                  </a:lnTo>
                  <a:lnTo>
                    <a:pt x="696" y="5021"/>
                  </a:lnTo>
                  <a:lnTo>
                    <a:pt x="889" y="5253"/>
                  </a:lnTo>
                  <a:lnTo>
                    <a:pt x="1082" y="5484"/>
                  </a:lnTo>
                  <a:lnTo>
                    <a:pt x="1275" y="5716"/>
                  </a:lnTo>
                  <a:lnTo>
                    <a:pt x="1507" y="5909"/>
                  </a:lnTo>
                  <a:lnTo>
                    <a:pt x="1738" y="6063"/>
                  </a:lnTo>
                  <a:lnTo>
                    <a:pt x="2009" y="6179"/>
                  </a:lnTo>
                  <a:lnTo>
                    <a:pt x="2240" y="6295"/>
                  </a:lnTo>
                  <a:lnTo>
                    <a:pt x="2511" y="6372"/>
                  </a:lnTo>
                  <a:lnTo>
                    <a:pt x="2820" y="6411"/>
                  </a:lnTo>
                  <a:lnTo>
                    <a:pt x="3090" y="6450"/>
                  </a:lnTo>
                  <a:lnTo>
                    <a:pt x="3399" y="6411"/>
                  </a:lnTo>
                  <a:lnTo>
                    <a:pt x="3669" y="6334"/>
                  </a:lnTo>
                  <a:lnTo>
                    <a:pt x="3978" y="6218"/>
                  </a:lnTo>
                  <a:lnTo>
                    <a:pt x="4326" y="6102"/>
                  </a:lnTo>
                  <a:lnTo>
                    <a:pt x="4557" y="5909"/>
                  </a:lnTo>
                  <a:lnTo>
                    <a:pt x="4828" y="5716"/>
                  </a:lnTo>
                  <a:lnTo>
                    <a:pt x="5021" y="5523"/>
                  </a:lnTo>
                  <a:lnTo>
                    <a:pt x="5214" y="5291"/>
                  </a:lnTo>
                  <a:lnTo>
                    <a:pt x="5407" y="5059"/>
                  </a:lnTo>
                  <a:lnTo>
                    <a:pt x="5561" y="4789"/>
                  </a:lnTo>
                  <a:lnTo>
                    <a:pt x="5677" y="4519"/>
                  </a:lnTo>
                  <a:lnTo>
                    <a:pt x="5754" y="4249"/>
                  </a:lnTo>
                  <a:lnTo>
                    <a:pt x="5832" y="3940"/>
                  </a:lnTo>
                  <a:lnTo>
                    <a:pt x="5870" y="3669"/>
                  </a:lnTo>
                  <a:lnTo>
                    <a:pt x="5909" y="3360"/>
                  </a:lnTo>
                  <a:lnTo>
                    <a:pt x="5870" y="3052"/>
                  </a:lnTo>
                  <a:lnTo>
                    <a:pt x="5832" y="2743"/>
                  </a:lnTo>
                  <a:lnTo>
                    <a:pt x="5793" y="2472"/>
                  </a:lnTo>
                  <a:lnTo>
                    <a:pt x="5716" y="2163"/>
                  </a:lnTo>
                  <a:lnTo>
                    <a:pt x="5600" y="1893"/>
                  </a:lnTo>
                  <a:lnTo>
                    <a:pt x="5445" y="1584"/>
                  </a:lnTo>
                  <a:lnTo>
                    <a:pt x="5252" y="1352"/>
                  </a:lnTo>
                  <a:lnTo>
                    <a:pt x="5059" y="1082"/>
                  </a:lnTo>
                  <a:lnTo>
                    <a:pt x="4828" y="889"/>
                  </a:lnTo>
                  <a:lnTo>
                    <a:pt x="4596" y="696"/>
                  </a:lnTo>
                  <a:lnTo>
                    <a:pt x="4364" y="503"/>
                  </a:lnTo>
                  <a:lnTo>
                    <a:pt x="4094" y="348"/>
                  </a:lnTo>
                  <a:lnTo>
                    <a:pt x="3785" y="233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40"/>
                  </a:lnTo>
                  <a:lnTo>
                    <a:pt x="25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6"/>
            <p:cNvSpPr/>
            <p:nvPr/>
          </p:nvSpPr>
          <p:spPr>
            <a:xfrm>
              <a:off x="1882150" y="19148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6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3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3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3" y="464"/>
                  </a:lnTo>
                  <a:lnTo>
                    <a:pt x="541" y="386"/>
                  </a:lnTo>
                  <a:lnTo>
                    <a:pt x="772" y="386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5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4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4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6"/>
            <p:cNvSpPr/>
            <p:nvPr/>
          </p:nvSpPr>
          <p:spPr>
            <a:xfrm>
              <a:off x="6734100" y="1914800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0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8"/>
                  </a:lnTo>
                  <a:lnTo>
                    <a:pt x="116" y="5059"/>
                  </a:lnTo>
                  <a:lnTo>
                    <a:pt x="0" y="6719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6" y="77"/>
                  </a:lnTo>
                  <a:lnTo>
                    <a:pt x="1236" y="39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6"/>
            <p:cNvSpPr/>
            <p:nvPr/>
          </p:nvSpPr>
          <p:spPr>
            <a:xfrm>
              <a:off x="668675" y="1916725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0"/>
                  </a:moveTo>
                  <a:lnTo>
                    <a:pt x="11469" y="78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7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438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1" y="6681"/>
                  </a:lnTo>
                  <a:lnTo>
                    <a:pt x="13515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8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3"/>
                  </a:lnTo>
                  <a:lnTo>
                    <a:pt x="1081" y="10697"/>
                  </a:lnTo>
                  <a:lnTo>
                    <a:pt x="811" y="10542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6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0" y="9886"/>
                  </a:lnTo>
                  <a:lnTo>
                    <a:pt x="39" y="10117"/>
                  </a:lnTo>
                  <a:lnTo>
                    <a:pt x="77" y="10311"/>
                  </a:lnTo>
                  <a:lnTo>
                    <a:pt x="193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1" y="11353"/>
                  </a:lnTo>
                  <a:lnTo>
                    <a:pt x="2626" y="11430"/>
                  </a:lnTo>
                  <a:lnTo>
                    <a:pt x="3321" y="11508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8"/>
                  </a:lnTo>
                  <a:lnTo>
                    <a:pt x="6063" y="11430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4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7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7" y="6565"/>
                  </a:lnTo>
                  <a:lnTo>
                    <a:pt x="14017" y="6333"/>
                  </a:lnTo>
                  <a:lnTo>
                    <a:pt x="14017" y="6140"/>
                  </a:lnTo>
                  <a:lnTo>
                    <a:pt x="13940" y="5908"/>
                  </a:lnTo>
                  <a:lnTo>
                    <a:pt x="13863" y="5715"/>
                  </a:lnTo>
                  <a:lnTo>
                    <a:pt x="13747" y="5522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6"/>
                  </a:lnTo>
                  <a:lnTo>
                    <a:pt x="13091" y="5136"/>
                  </a:lnTo>
                  <a:lnTo>
                    <a:pt x="12820" y="3823"/>
                  </a:lnTo>
                  <a:lnTo>
                    <a:pt x="12511" y="2549"/>
                  </a:lnTo>
                  <a:lnTo>
                    <a:pt x="12164" y="1275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6"/>
            <p:cNvSpPr/>
            <p:nvPr/>
          </p:nvSpPr>
          <p:spPr>
            <a:xfrm>
              <a:off x="6761125" y="19167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5" y="5098"/>
                  </a:lnTo>
                  <a:lnTo>
                    <a:pt x="4326" y="5445"/>
                  </a:lnTo>
                  <a:lnTo>
                    <a:pt x="4634" y="5793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3" y="4866"/>
                  </a:lnTo>
                  <a:lnTo>
                    <a:pt x="3862" y="4171"/>
                  </a:lnTo>
                  <a:lnTo>
                    <a:pt x="2704" y="2781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6"/>
            <p:cNvSpPr/>
            <p:nvPr/>
          </p:nvSpPr>
          <p:spPr>
            <a:xfrm>
              <a:off x="5030225" y="191865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6"/>
            <p:cNvSpPr/>
            <p:nvPr/>
          </p:nvSpPr>
          <p:spPr>
            <a:xfrm>
              <a:off x="6615350" y="1924450"/>
              <a:ext cx="61825" cy="160275"/>
            </a:xfrm>
            <a:custGeom>
              <a:avLst/>
              <a:gdLst/>
              <a:ahLst/>
              <a:cxnLst/>
              <a:rect l="l" t="t" r="r" b="b"/>
              <a:pathLst>
                <a:path w="2473" h="6411" extrusionOk="0">
                  <a:moveTo>
                    <a:pt x="310" y="0"/>
                  </a:moveTo>
                  <a:lnTo>
                    <a:pt x="1" y="78"/>
                  </a:lnTo>
                  <a:lnTo>
                    <a:pt x="194" y="927"/>
                  </a:lnTo>
                  <a:lnTo>
                    <a:pt x="426" y="1777"/>
                  </a:lnTo>
                  <a:lnTo>
                    <a:pt x="657" y="2626"/>
                  </a:lnTo>
                  <a:lnTo>
                    <a:pt x="928" y="3476"/>
                  </a:lnTo>
                  <a:lnTo>
                    <a:pt x="1507" y="5097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2" y="6140"/>
                  </a:lnTo>
                  <a:lnTo>
                    <a:pt x="2086" y="6333"/>
                  </a:lnTo>
                  <a:lnTo>
                    <a:pt x="2125" y="6410"/>
                  </a:lnTo>
                  <a:lnTo>
                    <a:pt x="2318" y="6410"/>
                  </a:lnTo>
                  <a:lnTo>
                    <a:pt x="2356" y="6333"/>
                  </a:lnTo>
                  <a:lnTo>
                    <a:pt x="2434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5" y="5599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6"/>
            <p:cNvSpPr/>
            <p:nvPr/>
          </p:nvSpPr>
          <p:spPr>
            <a:xfrm>
              <a:off x="3366875" y="19263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1" y="2317"/>
                  </a:lnTo>
                  <a:lnTo>
                    <a:pt x="6449" y="3901"/>
                  </a:lnTo>
                  <a:lnTo>
                    <a:pt x="6527" y="6990"/>
                  </a:lnTo>
                  <a:lnTo>
                    <a:pt x="3515" y="6758"/>
                  </a:lnTo>
                  <a:lnTo>
                    <a:pt x="2009" y="6642"/>
                  </a:lnTo>
                  <a:lnTo>
                    <a:pt x="503" y="6604"/>
                  </a:lnTo>
                  <a:lnTo>
                    <a:pt x="1352" y="5986"/>
                  </a:lnTo>
                  <a:lnTo>
                    <a:pt x="2202" y="5291"/>
                  </a:lnTo>
                  <a:lnTo>
                    <a:pt x="2974" y="4557"/>
                  </a:lnTo>
                  <a:lnTo>
                    <a:pt x="3708" y="3823"/>
                  </a:lnTo>
                  <a:lnTo>
                    <a:pt x="4441" y="3090"/>
                  </a:lnTo>
                  <a:lnTo>
                    <a:pt x="5137" y="2356"/>
                  </a:lnTo>
                  <a:lnTo>
                    <a:pt x="5793" y="1584"/>
                  </a:lnTo>
                  <a:lnTo>
                    <a:pt x="6449" y="773"/>
                  </a:lnTo>
                  <a:close/>
                  <a:moveTo>
                    <a:pt x="6720" y="1"/>
                  </a:moveTo>
                  <a:lnTo>
                    <a:pt x="6643" y="39"/>
                  </a:lnTo>
                  <a:lnTo>
                    <a:pt x="6565" y="39"/>
                  </a:lnTo>
                  <a:lnTo>
                    <a:pt x="6488" y="116"/>
                  </a:lnTo>
                  <a:lnTo>
                    <a:pt x="4982" y="1854"/>
                  </a:lnTo>
                  <a:lnTo>
                    <a:pt x="4210" y="2704"/>
                  </a:lnTo>
                  <a:lnTo>
                    <a:pt x="3438" y="3515"/>
                  </a:lnTo>
                  <a:lnTo>
                    <a:pt x="2588" y="4287"/>
                  </a:lnTo>
                  <a:lnTo>
                    <a:pt x="1738" y="5059"/>
                  </a:lnTo>
                  <a:lnTo>
                    <a:pt x="889" y="5793"/>
                  </a:lnTo>
                  <a:lnTo>
                    <a:pt x="39" y="6604"/>
                  </a:lnTo>
                  <a:lnTo>
                    <a:pt x="1" y="6642"/>
                  </a:lnTo>
                  <a:lnTo>
                    <a:pt x="1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1" y="6913"/>
                  </a:lnTo>
                  <a:lnTo>
                    <a:pt x="39" y="6990"/>
                  </a:lnTo>
                  <a:lnTo>
                    <a:pt x="117" y="7144"/>
                  </a:lnTo>
                  <a:lnTo>
                    <a:pt x="387" y="6990"/>
                  </a:lnTo>
                  <a:lnTo>
                    <a:pt x="1893" y="7144"/>
                  </a:lnTo>
                  <a:lnTo>
                    <a:pt x="3438" y="7299"/>
                  </a:lnTo>
                  <a:lnTo>
                    <a:pt x="6527" y="7453"/>
                  </a:lnTo>
                  <a:lnTo>
                    <a:pt x="6565" y="9307"/>
                  </a:lnTo>
                  <a:lnTo>
                    <a:pt x="6527" y="12628"/>
                  </a:lnTo>
                  <a:lnTo>
                    <a:pt x="6951" y="12628"/>
                  </a:lnTo>
                  <a:lnTo>
                    <a:pt x="6990" y="9461"/>
                  </a:lnTo>
                  <a:lnTo>
                    <a:pt x="6990" y="7492"/>
                  </a:lnTo>
                  <a:lnTo>
                    <a:pt x="8651" y="7569"/>
                  </a:lnTo>
                  <a:lnTo>
                    <a:pt x="10311" y="7646"/>
                  </a:lnTo>
                  <a:lnTo>
                    <a:pt x="10311" y="7183"/>
                  </a:lnTo>
                  <a:lnTo>
                    <a:pt x="8651" y="7106"/>
                  </a:lnTo>
                  <a:lnTo>
                    <a:pt x="6990" y="7028"/>
                  </a:lnTo>
                  <a:lnTo>
                    <a:pt x="7029" y="5368"/>
                  </a:lnTo>
                  <a:lnTo>
                    <a:pt x="6990" y="3708"/>
                  </a:lnTo>
                  <a:lnTo>
                    <a:pt x="6951" y="2047"/>
                  </a:lnTo>
                  <a:lnTo>
                    <a:pt x="6797" y="387"/>
                  </a:lnTo>
                  <a:lnTo>
                    <a:pt x="6990" y="194"/>
                  </a:lnTo>
                  <a:lnTo>
                    <a:pt x="6836" y="39"/>
                  </a:lnTo>
                  <a:lnTo>
                    <a:pt x="67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6"/>
            <p:cNvSpPr/>
            <p:nvPr/>
          </p:nvSpPr>
          <p:spPr>
            <a:xfrm>
              <a:off x="6625000" y="1926375"/>
              <a:ext cx="355300" cy="170900"/>
            </a:xfrm>
            <a:custGeom>
              <a:avLst/>
              <a:gdLst/>
              <a:ahLst/>
              <a:cxnLst/>
              <a:rect l="l" t="t" r="r" b="b"/>
              <a:pathLst>
                <a:path w="14212" h="6836" extrusionOk="0">
                  <a:moveTo>
                    <a:pt x="117" y="1"/>
                  </a:moveTo>
                  <a:lnTo>
                    <a:pt x="1" y="39"/>
                  </a:lnTo>
                  <a:lnTo>
                    <a:pt x="1970" y="3206"/>
                  </a:lnTo>
                  <a:lnTo>
                    <a:pt x="4056" y="6333"/>
                  </a:lnTo>
                  <a:lnTo>
                    <a:pt x="3554" y="6295"/>
                  </a:lnTo>
                  <a:lnTo>
                    <a:pt x="3052" y="6179"/>
                  </a:lnTo>
                  <a:lnTo>
                    <a:pt x="2588" y="6024"/>
                  </a:lnTo>
                  <a:lnTo>
                    <a:pt x="2125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8" y="6720"/>
                  </a:lnTo>
                  <a:lnTo>
                    <a:pt x="4133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9" y="6488"/>
                  </a:lnTo>
                  <a:lnTo>
                    <a:pt x="8960" y="6295"/>
                  </a:lnTo>
                  <a:lnTo>
                    <a:pt x="9771" y="6024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8" y="4673"/>
                  </a:lnTo>
                  <a:lnTo>
                    <a:pt x="12667" y="4403"/>
                  </a:lnTo>
                  <a:lnTo>
                    <a:pt x="12976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80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3" y="2163"/>
                  </a:lnTo>
                  <a:lnTo>
                    <a:pt x="14173" y="2124"/>
                  </a:lnTo>
                  <a:lnTo>
                    <a:pt x="13864" y="2124"/>
                  </a:lnTo>
                  <a:lnTo>
                    <a:pt x="13825" y="2163"/>
                  </a:lnTo>
                  <a:lnTo>
                    <a:pt x="13555" y="2704"/>
                  </a:lnTo>
                  <a:lnTo>
                    <a:pt x="13207" y="3167"/>
                  </a:lnTo>
                  <a:lnTo>
                    <a:pt x="12860" y="3630"/>
                  </a:lnTo>
                  <a:lnTo>
                    <a:pt x="12474" y="4016"/>
                  </a:lnTo>
                  <a:lnTo>
                    <a:pt x="12010" y="4364"/>
                  </a:lnTo>
                  <a:lnTo>
                    <a:pt x="11547" y="4712"/>
                  </a:lnTo>
                  <a:lnTo>
                    <a:pt x="11083" y="4982"/>
                  </a:lnTo>
                  <a:lnTo>
                    <a:pt x="10543" y="5252"/>
                  </a:lnTo>
                  <a:lnTo>
                    <a:pt x="10350" y="5252"/>
                  </a:lnTo>
                  <a:lnTo>
                    <a:pt x="10350" y="5368"/>
                  </a:lnTo>
                  <a:lnTo>
                    <a:pt x="10273" y="5368"/>
                  </a:lnTo>
                  <a:lnTo>
                    <a:pt x="10079" y="5407"/>
                  </a:lnTo>
                  <a:lnTo>
                    <a:pt x="10157" y="5445"/>
                  </a:lnTo>
                  <a:lnTo>
                    <a:pt x="9500" y="5677"/>
                  </a:lnTo>
                  <a:lnTo>
                    <a:pt x="8844" y="5870"/>
                  </a:lnTo>
                  <a:lnTo>
                    <a:pt x="7840" y="6102"/>
                  </a:lnTo>
                  <a:lnTo>
                    <a:pt x="6759" y="6295"/>
                  </a:lnTo>
                  <a:lnTo>
                    <a:pt x="6218" y="6333"/>
                  </a:lnTo>
                  <a:lnTo>
                    <a:pt x="5677" y="6411"/>
                  </a:lnTo>
                  <a:lnTo>
                    <a:pt x="4558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6"/>
            <p:cNvSpPr/>
            <p:nvPr/>
          </p:nvSpPr>
          <p:spPr>
            <a:xfrm>
              <a:off x="3536800" y="19312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3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6" y="7492"/>
                  </a:lnTo>
                  <a:lnTo>
                    <a:pt x="6371" y="7453"/>
                  </a:lnTo>
                  <a:lnTo>
                    <a:pt x="6371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59" y="12087"/>
                  </a:lnTo>
                  <a:lnTo>
                    <a:pt x="1583" y="14983"/>
                  </a:lnTo>
                  <a:lnTo>
                    <a:pt x="772" y="16451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8" y="16759"/>
                  </a:lnTo>
                  <a:lnTo>
                    <a:pt x="1969" y="15369"/>
                  </a:lnTo>
                  <a:lnTo>
                    <a:pt x="2780" y="13979"/>
                  </a:lnTo>
                  <a:lnTo>
                    <a:pt x="3591" y="12589"/>
                  </a:lnTo>
                  <a:lnTo>
                    <a:pt x="4441" y="11199"/>
                  </a:lnTo>
                  <a:lnTo>
                    <a:pt x="5290" y="9809"/>
                  </a:lnTo>
                  <a:lnTo>
                    <a:pt x="5715" y="9191"/>
                  </a:lnTo>
                  <a:lnTo>
                    <a:pt x="6178" y="8612"/>
                  </a:lnTo>
                  <a:lnTo>
                    <a:pt x="6603" y="8033"/>
                  </a:lnTo>
                  <a:lnTo>
                    <a:pt x="6989" y="7453"/>
                  </a:lnTo>
                  <a:lnTo>
                    <a:pt x="6989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89" y="7067"/>
                  </a:lnTo>
                  <a:lnTo>
                    <a:pt x="6873" y="7029"/>
                  </a:lnTo>
                  <a:lnTo>
                    <a:pt x="6835" y="7029"/>
                  </a:lnTo>
                  <a:lnTo>
                    <a:pt x="6101" y="6102"/>
                  </a:lnTo>
                  <a:lnTo>
                    <a:pt x="5290" y="5175"/>
                  </a:lnTo>
                  <a:lnTo>
                    <a:pt x="3668" y="3437"/>
                  </a:lnTo>
                  <a:lnTo>
                    <a:pt x="1969" y="1700"/>
                  </a:lnTo>
                  <a:lnTo>
                    <a:pt x="1081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6"/>
            <p:cNvSpPr/>
            <p:nvPr/>
          </p:nvSpPr>
          <p:spPr>
            <a:xfrm>
              <a:off x="902300" y="1957275"/>
              <a:ext cx="17400" cy="181500"/>
            </a:xfrm>
            <a:custGeom>
              <a:avLst/>
              <a:gdLst/>
              <a:ahLst/>
              <a:cxnLst/>
              <a:rect l="l" t="t" r="r" b="b"/>
              <a:pathLst>
                <a:path w="696" h="7260" extrusionOk="0">
                  <a:moveTo>
                    <a:pt x="425" y="0"/>
                  </a:moveTo>
                  <a:lnTo>
                    <a:pt x="348" y="888"/>
                  </a:lnTo>
                  <a:lnTo>
                    <a:pt x="232" y="1815"/>
                  </a:lnTo>
                  <a:lnTo>
                    <a:pt x="154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6"/>
            <p:cNvSpPr/>
            <p:nvPr/>
          </p:nvSpPr>
          <p:spPr>
            <a:xfrm>
              <a:off x="4880575" y="1957275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1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2" y="1738"/>
                  </a:lnTo>
                  <a:lnTo>
                    <a:pt x="310" y="3398"/>
                  </a:lnTo>
                  <a:lnTo>
                    <a:pt x="117" y="5059"/>
                  </a:lnTo>
                  <a:lnTo>
                    <a:pt x="1" y="6719"/>
                  </a:lnTo>
                  <a:lnTo>
                    <a:pt x="233" y="6758"/>
                  </a:lnTo>
                  <a:lnTo>
                    <a:pt x="503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7" y="77"/>
                  </a:lnTo>
                  <a:lnTo>
                    <a:pt x="1237" y="39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6"/>
            <p:cNvSpPr/>
            <p:nvPr/>
          </p:nvSpPr>
          <p:spPr>
            <a:xfrm>
              <a:off x="4907625" y="1959200"/>
              <a:ext cx="121650" cy="144825"/>
            </a:xfrm>
            <a:custGeom>
              <a:avLst/>
              <a:gdLst/>
              <a:ahLst/>
              <a:cxnLst/>
              <a:rect l="l" t="t" r="r" b="b"/>
              <a:pathLst>
                <a:path w="4866" h="5793" extrusionOk="0">
                  <a:moveTo>
                    <a:pt x="155" y="0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5"/>
                  </a:lnTo>
                  <a:lnTo>
                    <a:pt x="2896" y="3630"/>
                  </a:lnTo>
                  <a:lnTo>
                    <a:pt x="3475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7" y="1352"/>
                  </a:lnTo>
                  <a:lnTo>
                    <a:pt x="811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6"/>
            <p:cNvSpPr/>
            <p:nvPr/>
          </p:nvSpPr>
          <p:spPr>
            <a:xfrm>
              <a:off x="4761850" y="196692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0"/>
                  </a:moveTo>
                  <a:lnTo>
                    <a:pt x="0" y="78"/>
                  </a:lnTo>
                  <a:lnTo>
                    <a:pt x="193" y="927"/>
                  </a:lnTo>
                  <a:lnTo>
                    <a:pt x="425" y="1777"/>
                  </a:lnTo>
                  <a:lnTo>
                    <a:pt x="657" y="2626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1" y="6140"/>
                  </a:lnTo>
                  <a:lnTo>
                    <a:pt x="2085" y="6333"/>
                  </a:lnTo>
                  <a:lnTo>
                    <a:pt x="2124" y="6410"/>
                  </a:lnTo>
                  <a:lnTo>
                    <a:pt x="2317" y="6410"/>
                  </a:lnTo>
                  <a:lnTo>
                    <a:pt x="2356" y="6333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7" y="2935"/>
                  </a:lnTo>
                  <a:lnTo>
                    <a:pt x="734" y="1468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6"/>
            <p:cNvSpPr/>
            <p:nvPr/>
          </p:nvSpPr>
          <p:spPr>
            <a:xfrm>
              <a:off x="4771500" y="196885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0" y="39"/>
                  </a:lnTo>
                  <a:lnTo>
                    <a:pt x="1970" y="3206"/>
                  </a:lnTo>
                  <a:lnTo>
                    <a:pt x="4055" y="6333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2"/>
                  </a:lnTo>
                  <a:lnTo>
                    <a:pt x="3707" y="6720"/>
                  </a:lnTo>
                  <a:lnTo>
                    <a:pt x="4132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7" y="6333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6"/>
            <p:cNvSpPr/>
            <p:nvPr/>
          </p:nvSpPr>
          <p:spPr>
            <a:xfrm>
              <a:off x="5286050" y="19765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1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4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3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8"/>
                  </a:lnTo>
                  <a:lnTo>
                    <a:pt x="6951" y="12628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8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6"/>
            <p:cNvSpPr/>
            <p:nvPr/>
          </p:nvSpPr>
          <p:spPr>
            <a:xfrm>
              <a:off x="5455950" y="19814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6"/>
            <p:cNvSpPr/>
            <p:nvPr/>
          </p:nvSpPr>
          <p:spPr>
            <a:xfrm>
              <a:off x="752650" y="1995875"/>
              <a:ext cx="30925" cy="168975"/>
            </a:xfrm>
            <a:custGeom>
              <a:avLst/>
              <a:gdLst/>
              <a:ahLst/>
              <a:cxnLst/>
              <a:rect l="l" t="t" r="r" b="b"/>
              <a:pathLst>
                <a:path w="1237" h="6759" extrusionOk="0">
                  <a:moveTo>
                    <a:pt x="1121" y="1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7"/>
                  </a:lnTo>
                  <a:lnTo>
                    <a:pt x="541" y="1738"/>
                  </a:lnTo>
                  <a:lnTo>
                    <a:pt x="310" y="3399"/>
                  </a:lnTo>
                  <a:lnTo>
                    <a:pt x="117" y="5059"/>
                  </a:lnTo>
                  <a:lnTo>
                    <a:pt x="1" y="6720"/>
                  </a:lnTo>
                  <a:lnTo>
                    <a:pt x="232" y="6758"/>
                  </a:lnTo>
                  <a:lnTo>
                    <a:pt x="503" y="5137"/>
                  </a:lnTo>
                  <a:lnTo>
                    <a:pt x="773" y="3515"/>
                  </a:lnTo>
                  <a:lnTo>
                    <a:pt x="966" y="1854"/>
                  </a:lnTo>
                  <a:lnTo>
                    <a:pt x="1082" y="233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6"/>
            <p:cNvSpPr/>
            <p:nvPr/>
          </p:nvSpPr>
          <p:spPr>
            <a:xfrm>
              <a:off x="779675" y="19978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6" y="5097"/>
                  </a:lnTo>
                  <a:lnTo>
                    <a:pt x="4326" y="5445"/>
                  </a:lnTo>
                  <a:lnTo>
                    <a:pt x="4635" y="5792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5" y="5252"/>
                  </a:lnTo>
                  <a:lnTo>
                    <a:pt x="4403" y="4866"/>
                  </a:lnTo>
                  <a:lnTo>
                    <a:pt x="3862" y="4170"/>
                  </a:lnTo>
                  <a:lnTo>
                    <a:pt x="2704" y="2780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6"/>
            <p:cNvSpPr/>
            <p:nvPr/>
          </p:nvSpPr>
          <p:spPr>
            <a:xfrm>
              <a:off x="2839800" y="2000700"/>
              <a:ext cx="270325" cy="209525"/>
            </a:xfrm>
            <a:custGeom>
              <a:avLst/>
              <a:gdLst/>
              <a:ahLst/>
              <a:cxnLst/>
              <a:rect l="l" t="t" r="r" b="b"/>
              <a:pathLst>
                <a:path w="10813" h="8381" extrusionOk="0">
                  <a:moveTo>
                    <a:pt x="10233" y="1"/>
                  </a:moveTo>
                  <a:lnTo>
                    <a:pt x="10156" y="78"/>
                  </a:lnTo>
                  <a:lnTo>
                    <a:pt x="10117" y="155"/>
                  </a:lnTo>
                  <a:lnTo>
                    <a:pt x="10079" y="233"/>
                  </a:lnTo>
                  <a:lnTo>
                    <a:pt x="10079" y="348"/>
                  </a:lnTo>
                  <a:lnTo>
                    <a:pt x="10156" y="426"/>
                  </a:lnTo>
                  <a:lnTo>
                    <a:pt x="10272" y="580"/>
                  </a:lnTo>
                  <a:lnTo>
                    <a:pt x="10310" y="735"/>
                  </a:lnTo>
                  <a:lnTo>
                    <a:pt x="10349" y="928"/>
                  </a:lnTo>
                  <a:lnTo>
                    <a:pt x="10310" y="1121"/>
                  </a:lnTo>
                  <a:lnTo>
                    <a:pt x="10233" y="1275"/>
                  </a:lnTo>
                  <a:lnTo>
                    <a:pt x="10156" y="1468"/>
                  </a:lnTo>
                  <a:lnTo>
                    <a:pt x="9847" y="1854"/>
                  </a:lnTo>
                  <a:lnTo>
                    <a:pt x="9538" y="2202"/>
                  </a:lnTo>
                  <a:lnTo>
                    <a:pt x="9152" y="2511"/>
                  </a:lnTo>
                  <a:lnTo>
                    <a:pt x="8611" y="3013"/>
                  </a:lnTo>
                  <a:lnTo>
                    <a:pt x="8264" y="3283"/>
                  </a:lnTo>
                  <a:lnTo>
                    <a:pt x="8225" y="3206"/>
                  </a:lnTo>
                  <a:lnTo>
                    <a:pt x="8148" y="3129"/>
                  </a:lnTo>
                  <a:lnTo>
                    <a:pt x="7607" y="2820"/>
                  </a:lnTo>
                  <a:lnTo>
                    <a:pt x="7144" y="2434"/>
                  </a:lnTo>
                  <a:lnTo>
                    <a:pt x="6912" y="2665"/>
                  </a:lnTo>
                  <a:lnTo>
                    <a:pt x="7105" y="2936"/>
                  </a:lnTo>
                  <a:lnTo>
                    <a:pt x="7376" y="3167"/>
                  </a:lnTo>
                  <a:lnTo>
                    <a:pt x="7646" y="3399"/>
                  </a:lnTo>
                  <a:lnTo>
                    <a:pt x="7955" y="3553"/>
                  </a:lnTo>
                  <a:lnTo>
                    <a:pt x="7028" y="4287"/>
                  </a:lnTo>
                  <a:lnTo>
                    <a:pt x="6101" y="4982"/>
                  </a:lnTo>
                  <a:lnTo>
                    <a:pt x="4943" y="5793"/>
                  </a:lnTo>
                  <a:lnTo>
                    <a:pt x="3746" y="6527"/>
                  </a:lnTo>
                  <a:lnTo>
                    <a:pt x="3553" y="6681"/>
                  </a:lnTo>
                  <a:lnTo>
                    <a:pt x="3475" y="6334"/>
                  </a:lnTo>
                  <a:lnTo>
                    <a:pt x="3321" y="6025"/>
                  </a:lnTo>
                  <a:lnTo>
                    <a:pt x="3128" y="5716"/>
                  </a:lnTo>
                  <a:lnTo>
                    <a:pt x="2896" y="5446"/>
                  </a:lnTo>
                  <a:lnTo>
                    <a:pt x="2626" y="5677"/>
                  </a:lnTo>
                  <a:lnTo>
                    <a:pt x="2819" y="5909"/>
                  </a:lnTo>
                  <a:lnTo>
                    <a:pt x="2935" y="6179"/>
                  </a:lnTo>
                  <a:lnTo>
                    <a:pt x="3051" y="6565"/>
                  </a:lnTo>
                  <a:lnTo>
                    <a:pt x="3128" y="6952"/>
                  </a:lnTo>
                  <a:lnTo>
                    <a:pt x="2317" y="7376"/>
                  </a:lnTo>
                  <a:lnTo>
                    <a:pt x="1892" y="7608"/>
                  </a:lnTo>
                  <a:lnTo>
                    <a:pt x="1467" y="7762"/>
                  </a:lnTo>
                  <a:lnTo>
                    <a:pt x="1081" y="7878"/>
                  </a:lnTo>
                  <a:lnTo>
                    <a:pt x="927" y="7917"/>
                  </a:lnTo>
                  <a:lnTo>
                    <a:pt x="772" y="7917"/>
                  </a:lnTo>
                  <a:lnTo>
                    <a:pt x="618" y="7878"/>
                  </a:lnTo>
                  <a:lnTo>
                    <a:pt x="502" y="7840"/>
                  </a:lnTo>
                  <a:lnTo>
                    <a:pt x="386" y="7724"/>
                  </a:lnTo>
                  <a:lnTo>
                    <a:pt x="309" y="7608"/>
                  </a:lnTo>
                  <a:lnTo>
                    <a:pt x="270" y="7569"/>
                  </a:lnTo>
                  <a:lnTo>
                    <a:pt x="232" y="7531"/>
                  </a:lnTo>
                  <a:lnTo>
                    <a:pt x="116" y="7492"/>
                  </a:lnTo>
                  <a:lnTo>
                    <a:pt x="39" y="7569"/>
                  </a:lnTo>
                  <a:lnTo>
                    <a:pt x="0" y="7608"/>
                  </a:lnTo>
                  <a:lnTo>
                    <a:pt x="0" y="7685"/>
                  </a:lnTo>
                  <a:lnTo>
                    <a:pt x="39" y="7840"/>
                  </a:lnTo>
                  <a:lnTo>
                    <a:pt x="77" y="7994"/>
                  </a:lnTo>
                  <a:lnTo>
                    <a:pt x="155" y="8110"/>
                  </a:lnTo>
                  <a:lnTo>
                    <a:pt x="270" y="8226"/>
                  </a:lnTo>
                  <a:lnTo>
                    <a:pt x="348" y="8264"/>
                  </a:lnTo>
                  <a:lnTo>
                    <a:pt x="463" y="8342"/>
                  </a:lnTo>
                  <a:lnTo>
                    <a:pt x="734" y="8380"/>
                  </a:lnTo>
                  <a:lnTo>
                    <a:pt x="1004" y="8380"/>
                  </a:lnTo>
                  <a:lnTo>
                    <a:pt x="1274" y="8342"/>
                  </a:lnTo>
                  <a:lnTo>
                    <a:pt x="1545" y="8264"/>
                  </a:lnTo>
                  <a:lnTo>
                    <a:pt x="1815" y="8149"/>
                  </a:lnTo>
                  <a:lnTo>
                    <a:pt x="2935" y="7569"/>
                  </a:lnTo>
                  <a:lnTo>
                    <a:pt x="4055" y="6952"/>
                  </a:lnTo>
                  <a:lnTo>
                    <a:pt x="5097" y="6295"/>
                  </a:lnTo>
                  <a:lnTo>
                    <a:pt x="6140" y="5561"/>
                  </a:lnTo>
                  <a:lnTo>
                    <a:pt x="7067" y="4866"/>
                  </a:lnTo>
                  <a:lnTo>
                    <a:pt x="7993" y="4171"/>
                  </a:lnTo>
                  <a:lnTo>
                    <a:pt x="8881" y="3399"/>
                  </a:lnTo>
                  <a:lnTo>
                    <a:pt x="9731" y="2627"/>
                  </a:lnTo>
                  <a:lnTo>
                    <a:pt x="10001" y="2356"/>
                  </a:lnTo>
                  <a:lnTo>
                    <a:pt x="10272" y="2047"/>
                  </a:lnTo>
                  <a:lnTo>
                    <a:pt x="10503" y="1739"/>
                  </a:lnTo>
                  <a:lnTo>
                    <a:pt x="10696" y="1430"/>
                  </a:lnTo>
                  <a:lnTo>
                    <a:pt x="10812" y="1082"/>
                  </a:lnTo>
                  <a:lnTo>
                    <a:pt x="10812" y="928"/>
                  </a:lnTo>
                  <a:lnTo>
                    <a:pt x="10812" y="735"/>
                  </a:lnTo>
                  <a:lnTo>
                    <a:pt x="10774" y="580"/>
                  </a:lnTo>
                  <a:lnTo>
                    <a:pt x="10735" y="387"/>
                  </a:lnTo>
                  <a:lnTo>
                    <a:pt x="10619" y="233"/>
                  </a:lnTo>
                  <a:lnTo>
                    <a:pt x="10465" y="40"/>
                  </a:lnTo>
                  <a:lnTo>
                    <a:pt x="103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6"/>
            <p:cNvSpPr/>
            <p:nvPr/>
          </p:nvSpPr>
          <p:spPr>
            <a:xfrm>
              <a:off x="633925" y="2005525"/>
              <a:ext cx="61800" cy="160300"/>
            </a:xfrm>
            <a:custGeom>
              <a:avLst/>
              <a:gdLst/>
              <a:ahLst/>
              <a:cxnLst/>
              <a:rect l="l" t="t" r="r" b="b"/>
              <a:pathLst>
                <a:path w="2472" h="6412" extrusionOk="0">
                  <a:moveTo>
                    <a:pt x="309" y="1"/>
                  </a:moveTo>
                  <a:lnTo>
                    <a:pt x="0" y="78"/>
                  </a:lnTo>
                  <a:lnTo>
                    <a:pt x="193" y="928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5"/>
                  </a:lnTo>
                  <a:lnTo>
                    <a:pt x="1661" y="5716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6" y="5909"/>
                  </a:lnTo>
                  <a:lnTo>
                    <a:pt x="1931" y="6141"/>
                  </a:lnTo>
                  <a:lnTo>
                    <a:pt x="2085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1" y="6257"/>
                  </a:lnTo>
                  <a:lnTo>
                    <a:pt x="2356" y="5948"/>
                  </a:lnTo>
                  <a:lnTo>
                    <a:pt x="2278" y="5948"/>
                  </a:lnTo>
                  <a:lnTo>
                    <a:pt x="2124" y="5600"/>
                  </a:lnTo>
                  <a:lnTo>
                    <a:pt x="1969" y="5214"/>
                  </a:lnTo>
                  <a:lnTo>
                    <a:pt x="1738" y="4442"/>
                  </a:lnTo>
                  <a:lnTo>
                    <a:pt x="1197" y="2936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6"/>
            <p:cNvSpPr/>
            <p:nvPr/>
          </p:nvSpPr>
          <p:spPr>
            <a:xfrm>
              <a:off x="643575" y="2007475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0"/>
                  </a:moveTo>
                  <a:lnTo>
                    <a:pt x="0" y="39"/>
                  </a:lnTo>
                  <a:lnTo>
                    <a:pt x="1970" y="3205"/>
                  </a:lnTo>
                  <a:lnTo>
                    <a:pt x="4055" y="6333"/>
                  </a:lnTo>
                  <a:lnTo>
                    <a:pt x="3553" y="6294"/>
                  </a:lnTo>
                  <a:lnTo>
                    <a:pt x="3051" y="6179"/>
                  </a:lnTo>
                  <a:lnTo>
                    <a:pt x="2587" y="6024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5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7" y="6719"/>
                  </a:lnTo>
                  <a:lnTo>
                    <a:pt x="4132" y="6796"/>
                  </a:lnTo>
                  <a:lnTo>
                    <a:pt x="4595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8" y="6642"/>
                  </a:lnTo>
                  <a:lnTo>
                    <a:pt x="8148" y="6487"/>
                  </a:lnTo>
                  <a:lnTo>
                    <a:pt x="8959" y="6294"/>
                  </a:lnTo>
                  <a:lnTo>
                    <a:pt x="9770" y="6024"/>
                  </a:lnTo>
                  <a:lnTo>
                    <a:pt x="10581" y="5715"/>
                  </a:lnTo>
                  <a:lnTo>
                    <a:pt x="11314" y="5368"/>
                  </a:lnTo>
                  <a:lnTo>
                    <a:pt x="12009" y="4904"/>
                  </a:lnTo>
                  <a:lnTo>
                    <a:pt x="12357" y="4673"/>
                  </a:lnTo>
                  <a:lnTo>
                    <a:pt x="12666" y="4402"/>
                  </a:lnTo>
                  <a:lnTo>
                    <a:pt x="12975" y="4093"/>
                  </a:lnTo>
                  <a:lnTo>
                    <a:pt x="13284" y="3784"/>
                  </a:lnTo>
                  <a:lnTo>
                    <a:pt x="13515" y="3476"/>
                  </a:lnTo>
                  <a:lnTo>
                    <a:pt x="13786" y="3128"/>
                  </a:lnTo>
                  <a:lnTo>
                    <a:pt x="13979" y="2780"/>
                  </a:lnTo>
                  <a:lnTo>
                    <a:pt x="14211" y="2394"/>
                  </a:lnTo>
                  <a:lnTo>
                    <a:pt x="14211" y="2278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4" y="2163"/>
                  </a:lnTo>
                  <a:lnTo>
                    <a:pt x="13554" y="2703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6"/>
                  </a:lnTo>
                  <a:lnTo>
                    <a:pt x="12009" y="4364"/>
                  </a:lnTo>
                  <a:lnTo>
                    <a:pt x="11546" y="4711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6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1"/>
                  </a:lnTo>
                  <a:lnTo>
                    <a:pt x="6758" y="6294"/>
                  </a:lnTo>
                  <a:lnTo>
                    <a:pt x="6217" y="6333"/>
                  </a:lnTo>
                  <a:lnTo>
                    <a:pt x="5677" y="6410"/>
                  </a:lnTo>
                  <a:lnTo>
                    <a:pt x="4557" y="6410"/>
                  </a:lnTo>
                  <a:lnTo>
                    <a:pt x="4595" y="6294"/>
                  </a:lnTo>
                  <a:lnTo>
                    <a:pt x="4364" y="6256"/>
                  </a:lnTo>
                  <a:lnTo>
                    <a:pt x="3398" y="4634"/>
                  </a:lnTo>
                  <a:lnTo>
                    <a:pt x="2356" y="3012"/>
                  </a:lnTo>
                  <a:lnTo>
                    <a:pt x="1275" y="1468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6"/>
            <p:cNvSpPr/>
            <p:nvPr/>
          </p:nvSpPr>
          <p:spPr>
            <a:xfrm>
              <a:off x="5946350" y="2008425"/>
              <a:ext cx="112975" cy="132300"/>
            </a:xfrm>
            <a:custGeom>
              <a:avLst/>
              <a:gdLst/>
              <a:ahLst/>
              <a:cxnLst/>
              <a:rect l="l" t="t" r="r" b="b"/>
              <a:pathLst>
                <a:path w="4519" h="5292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55"/>
                  </a:lnTo>
                  <a:lnTo>
                    <a:pt x="2240" y="271"/>
                  </a:lnTo>
                  <a:lnTo>
                    <a:pt x="2009" y="426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082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08"/>
                  </a:lnTo>
                  <a:lnTo>
                    <a:pt x="1" y="4055"/>
                  </a:lnTo>
                  <a:lnTo>
                    <a:pt x="1" y="4364"/>
                  </a:lnTo>
                  <a:lnTo>
                    <a:pt x="39" y="4673"/>
                  </a:lnTo>
                  <a:lnTo>
                    <a:pt x="117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789"/>
                  </a:lnTo>
                  <a:lnTo>
                    <a:pt x="696" y="4712"/>
                  </a:lnTo>
                  <a:lnTo>
                    <a:pt x="580" y="4557"/>
                  </a:lnTo>
                  <a:lnTo>
                    <a:pt x="541" y="4442"/>
                  </a:lnTo>
                  <a:lnTo>
                    <a:pt x="503" y="4248"/>
                  </a:lnTo>
                  <a:lnTo>
                    <a:pt x="541" y="4055"/>
                  </a:lnTo>
                  <a:lnTo>
                    <a:pt x="580" y="3592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27" y="2318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16" y="1159"/>
                  </a:lnTo>
                  <a:lnTo>
                    <a:pt x="2202" y="889"/>
                  </a:lnTo>
                  <a:lnTo>
                    <a:pt x="2627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6" y="464"/>
                  </a:lnTo>
                  <a:lnTo>
                    <a:pt x="4441" y="464"/>
                  </a:lnTo>
                  <a:lnTo>
                    <a:pt x="4519" y="426"/>
                  </a:lnTo>
                  <a:lnTo>
                    <a:pt x="4519" y="348"/>
                  </a:lnTo>
                  <a:lnTo>
                    <a:pt x="4519" y="155"/>
                  </a:lnTo>
                  <a:lnTo>
                    <a:pt x="4210" y="155"/>
                  </a:lnTo>
                  <a:lnTo>
                    <a:pt x="3901" y="78"/>
                  </a:lnTo>
                  <a:lnTo>
                    <a:pt x="36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6"/>
            <p:cNvSpPr/>
            <p:nvPr/>
          </p:nvSpPr>
          <p:spPr>
            <a:xfrm>
              <a:off x="6195425" y="2043175"/>
              <a:ext cx="25125" cy="11625"/>
            </a:xfrm>
            <a:custGeom>
              <a:avLst/>
              <a:gdLst/>
              <a:ahLst/>
              <a:cxnLst/>
              <a:rect l="l" t="t" r="r" b="b"/>
              <a:pathLst>
                <a:path w="1005" h="465" extrusionOk="0">
                  <a:moveTo>
                    <a:pt x="773" y="1"/>
                  </a:moveTo>
                  <a:lnTo>
                    <a:pt x="541" y="40"/>
                  </a:lnTo>
                  <a:lnTo>
                    <a:pt x="309" y="78"/>
                  </a:lnTo>
                  <a:lnTo>
                    <a:pt x="78" y="155"/>
                  </a:lnTo>
                  <a:lnTo>
                    <a:pt x="39" y="194"/>
                  </a:lnTo>
                  <a:lnTo>
                    <a:pt x="0" y="271"/>
                  </a:lnTo>
                  <a:lnTo>
                    <a:pt x="0" y="348"/>
                  </a:lnTo>
                  <a:lnTo>
                    <a:pt x="78" y="426"/>
                  </a:lnTo>
                  <a:lnTo>
                    <a:pt x="116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580" y="348"/>
                  </a:lnTo>
                  <a:lnTo>
                    <a:pt x="773" y="387"/>
                  </a:lnTo>
                  <a:lnTo>
                    <a:pt x="850" y="348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04" y="233"/>
                  </a:lnTo>
                  <a:lnTo>
                    <a:pt x="1004" y="155"/>
                  </a:lnTo>
                  <a:lnTo>
                    <a:pt x="966" y="78"/>
                  </a:lnTo>
                  <a:lnTo>
                    <a:pt x="888" y="40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6"/>
            <p:cNvSpPr/>
            <p:nvPr/>
          </p:nvSpPr>
          <p:spPr>
            <a:xfrm>
              <a:off x="6096950" y="2048975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155" y="1"/>
                  </a:moveTo>
                  <a:lnTo>
                    <a:pt x="116" y="39"/>
                  </a:lnTo>
                  <a:lnTo>
                    <a:pt x="39" y="78"/>
                  </a:lnTo>
                  <a:lnTo>
                    <a:pt x="1" y="155"/>
                  </a:lnTo>
                  <a:lnTo>
                    <a:pt x="39" y="271"/>
                  </a:lnTo>
                  <a:lnTo>
                    <a:pt x="116" y="310"/>
                  </a:lnTo>
                  <a:lnTo>
                    <a:pt x="155" y="310"/>
                  </a:lnTo>
                  <a:lnTo>
                    <a:pt x="425" y="348"/>
                  </a:lnTo>
                  <a:lnTo>
                    <a:pt x="734" y="348"/>
                  </a:lnTo>
                  <a:lnTo>
                    <a:pt x="812" y="271"/>
                  </a:lnTo>
                  <a:lnTo>
                    <a:pt x="850" y="155"/>
                  </a:lnTo>
                  <a:lnTo>
                    <a:pt x="812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6"/>
            <p:cNvSpPr/>
            <p:nvPr/>
          </p:nvSpPr>
          <p:spPr>
            <a:xfrm>
              <a:off x="5988825" y="2089525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580"/>
                  </a:lnTo>
                  <a:lnTo>
                    <a:pt x="2549" y="696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59"/>
                  </a:lnTo>
                  <a:lnTo>
                    <a:pt x="3206" y="1429"/>
                  </a:lnTo>
                  <a:lnTo>
                    <a:pt x="3244" y="1661"/>
                  </a:lnTo>
                  <a:lnTo>
                    <a:pt x="3244" y="1931"/>
                  </a:lnTo>
                  <a:lnTo>
                    <a:pt x="3206" y="2201"/>
                  </a:lnTo>
                  <a:lnTo>
                    <a:pt x="3090" y="2433"/>
                  </a:lnTo>
                  <a:lnTo>
                    <a:pt x="2974" y="2665"/>
                  </a:lnTo>
                  <a:lnTo>
                    <a:pt x="2781" y="2858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47" y="3244"/>
                  </a:lnTo>
                  <a:lnTo>
                    <a:pt x="1777" y="3244"/>
                  </a:lnTo>
                  <a:lnTo>
                    <a:pt x="1468" y="3167"/>
                  </a:lnTo>
                  <a:lnTo>
                    <a:pt x="1198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24"/>
                  </a:lnTo>
                  <a:lnTo>
                    <a:pt x="464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8" y="889"/>
                  </a:lnTo>
                  <a:lnTo>
                    <a:pt x="1121" y="734"/>
                  </a:lnTo>
                  <a:lnTo>
                    <a:pt x="1352" y="580"/>
                  </a:lnTo>
                  <a:lnTo>
                    <a:pt x="1584" y="464"/>
                  </a:lnTo>
                  <a:close/>
                  <a:moveTo>
                    <a:pt x="1700" y="0"/>
                  </a:moveTo>
                  <a:lnTo>
                    <a:pt x="1545" y="78"/>
                  </a:lnTo>
                  <a:lnTo>
                    <a:pt x="1352" y="116"/>
                  </a:lnTo>
                  <a:lnTo>
                    <a:pt x="1314" y="155"/>
                  </a:lnTo>
                  <a:lnTo>
                    <a:pt x="1082" y="271"/>
                  </a:lnTo>
                  <a:lnTo>
                    <a:pt x="812" y="387"/>
                  </a:lnTo>
                  <a:lnTo>
                    <a:pt x="619" y="541"/>
                  </a:lnTo>
                  <a:lnTo>
                    <a:pt x="426" y="734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1" y="2086"/>
                  </a:lnTo>
                  <a:lnTo>
                    <a:pt x="39" y="2279"/>
                  </a:lnTo>
                  <a:lnTo>
                    <a:pt x="117" y="2472"/>
                  </a:lnTo>
                  <a:lnTo>
                    <a:pt x="310" y="2819"/>
                  </a:lnTo>
                  <a:lnTo>
                    <a:pt x="541" y="3128"/>
                  </a:lnTo>
                  <a:lnTo>
                    <a:pt x="850" y="3399"/>
                  </a:lnTo>
                  <a:lnTo>
                    <a:pt x="1198" y="3592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07"/>
                  </a:lnTo>
                  <a:lnTo>
                    <a:pt x="2356" y="3669"/>
                  </a:lnTo>
                  <a:lnTo>
                    <a:pt x="2627" y="3553"/>
                  </a:lnTo>
                  <a:lnTo>
                    <a:pt x="2897" y="3399"/>
                  </a:lnTo>
                  <a:lnTo>
                    <a:pt x="3129" y="3244"/>
                  </a:lnTo>
                  <a:lnTo>
                    <a:pt x="3322" y="3012"/>
                  </a:lnTo>
                  <a:lnTo>
                    <a:pt x="3476" y="2742"/>
                  </a:lnTo>
                  <a:lnTo>
                    <a:pt x="3631" y="2472"/>
                  </a:lnTo>
                  <a:lnTo>
                    <a:pt x="3708" y="2201"/>
                  </a:lnTo>
                  <a:lnTo>
                    <a:pt x="3746" y="1893"/>
                  </a:lnTo>
                  <a:lnTo>
                    <a:pt x="3708" y="1584"/>
                  </a:lnTo>
                  <a:lnTo>
                    <a:pt x="3669" y="1275"/>
                  </a:lnTo>
                  <a:lnTo>
                    <a:pt x="3515" y="966"/>
                  </a:lnTo>
                  <a:lnTo>
                    <a:pt x="3322" y="696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6"/>
            <p:cNvSpPr/>
            <p:nvPr/>
          </p:nvSpPr>
          <p:spPr>
            <a:xfrm>
              <a:off x="3369775" y="2101100"/>
              <a:ext cx="174750" cy="292550"/>
            </a:xfrm>
            <a:custGeom>
              <a:avLst/>
              <a:gdLst/>
              <a:ahLst/>
              <a:cxnLst/>
              <a:rect l="l" t="t" r="r" b="b"/>
              <a:pathLst>
                <a:path w="6990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3" y="6256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3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1" y="11508"/>
                  </a:lnTo>
                  <a:lnTo>
                    <a:pt x="6951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8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5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3" y="8573"/>
                  </a:lnTo>
                  <a:lnTo>
                    <a:pt x="6295" y="9500"/>
                  </a:lnTo>
                  <a:lnTo>
                    <a:pt x="6256" y="10427"/>
                  </a:lnTo>
                  <a:lnTo>
                    <a:pt x="5986" y="9886"/>
                  </a:lnTo>
                  <a:lnTo>
                    <a:pt x="5252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6"/>
            <p:cNvSpPr/>
            <p:nvPr/>
          </p:nvSpPr>
          <p:spPr>
            <a:xfrm>
              <a:off x="4221225" y="2127175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6"/>
            <p:cNvSpPr/>
            <p:nvPr/>
          </p:nvSpPr>
          <p:spPr>
            <a:xfrm>
              <a:off x="4086075" y="21291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7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6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2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69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7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5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5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8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4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4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8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6"/>
            <p:cNvSpPr/>
            <p:nvPr/>
          </p:nvSpPr>
          <p:spPr>
            <a:xfrm>
              <a:off x="5288925" y="2151300"/>
              <a:ext cx="174775" cy="292550"/>
            </a:xfrm>
            <a:custGeom>
              <a:avLst/>
              <a:gdLst/>
              <a:ahLst/>
              <a:cxnLst/>
              <a:rect l="l" t="t" r="r" b="b"/>
              <a:pathLst>
                <a:path w="6991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6"/>
            <p:cNvSpPr/>
            <p:nvPr/>
          </p:nvSpPr>
          <p:spPr>
            <a:xfrm>
              <a:off x="1498900" y="21899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7" y="618"/>
                  </a:moveTo>
                  <a:lnTo>
                    <a:pt x="5947" y="773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5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3" y="3900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0"/>
                  </a:lnTo>
                  <a:lnTo>
                    <a:pt x="5792" y="3862"/>
                  </a:lnTo>
                  <a:lnTo>
                    <a:pt x="5676" y="3746"/>
                  </a:lnTo>
                  <a:lnTo>
                    <a:pt x="5561" y="3553"/>
                  </a:lnTo>
                  <a:lnTo>
                    <a:pt x="5483" y="3321"/>
                  </a:lnTo>
                  <a:lnTo>
                    <a:pt x="5406" y="2626"/>
                  </a:lnTo>
                  <a:lnTo>
                    <a:pt x="5367" y="1970"/>
                  </a:lnTo>
                  <a:lnTo>
                    <a:pt x="5367" y="618"/>
                  </a:lnTo>
                  <a:close/>
                  <a:moveTo>
                    <a:pt x="2780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7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6" y="3012"/>
                  </a:lnTo>
                  <a:lnTo>
                    <a:pt x="888" y="2549"/>
                  </a:lnTo>
                  <a:lnTo>
                    <a:pt x="1158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0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2" y="6295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0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4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8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6" y="4287"/>
                  </a:lnTo>
                  <a:lnTo>
                    <a:pt x="965" y="4518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3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7" y="3398"/>
                  </a:lnTo>
                  <a:lnTo>
                    <a:pt x="5174" y="3746"/>
                  </a:lnTo>
                  <a:lnTo>
                    <a:pt x="5213" y="3900"/>
                  </a:lnTo>
                  <a:lnTo>
                    <a:pt x="5290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69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7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0" y="4904"/>
                  </a:lnTo>
                  <a:lnTo>
                    <a:pt x="9383" y="4904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3" y="6488"/>
                  </a:lnTo>
                  <a:lnTo>
                    <a:pt x="10696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6" y="6565"/>
                  </a:lnTo>
                  <a:lnTo>
                    <a:pt x="12280" y="6912"/>
                  </a:lnTo>
                  <a:lnTo>
                    <a:pt x="12395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8" y="8998"/>
                  </a:lnTo>
                  <a:lnTo>
                    <a:pt x="12511" y="8998"/>
                  </a:lnTo>
                  <a:lnTo>
                    <a:pt x="12434" y="9075"/>
                  </a:lnTo>
                  <a:lnTo>
                    <a:pt x="12395" y="9113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3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0" y="7723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7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4" y="5098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6"/>
                  </a:lnTo>
                  <a:lnTo>
                    <a:pt x="9885" y="4480"/>
                  </a:lnTo>
                  <a:lnTo>
                    <a:pt x="9538" y="4441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4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8" y="348"/>
                  </a:lnTo>
                  <a:lnTo>
                    <a:pt x="5715" y="193"/>
                  </a:lnTo>
                  <a:lnTo>
                    <a:pt x="5290" y="78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6"/>
            <p:cNvSpPr/>
            <p:nvPr/>
          </p:nvSpPr>
          <p:spPr>
            <a:xfrm>
              <a:off x="1530750" y="22034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7" y="7454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5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3"/>
                  </a:lnTo>
                  <a:lnTo>
                    <a:pt x="9538" y="9423"/>
                  </a:lnTo>
                  <a:lnTo>
                    <a:pt x="9384" y="9655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8" y="10195"/>
                  </a:lnTo>
                  <a:lnTo>
                    <a:pt x="8109" y="10157"/>
                  </a:lnTo>
                  <a:lnTo>
                    <a:pt x="7839" y="10079"/>
                  </a:lnTo>
                  <a:lnTo>
                    <a:pt x="7607" y="9964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8" y="9346"/>
                  </a:lnTo>
                  <a:lnTo>
                    <a:pt x="6951" y="9075"/>
                  </a:lnTo>
                  <a:lnTo>
                    <a:pt x="6912" y="8805"/>
                  </a:lnTo>
                  <a:lnTo>
                    <a:pt x="6951" y="8535"/>
                  </a:lnTo>
                  <a:lnTo>
                    <a:pt x="7028" y="8265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3" y="7569"/>
                  </a:lnTo>
                  <a:lnTo>
                    <a:pt x="8148" y="7338"/>
                  </a:lnTo>
                  <a:lnTo>
                    <a:pt x="8225" y="7299"/>
                  </a:lnTo>
                  <a:close/>
                  <a:moveTo>
                    <a:pt x="2858" y="1"/>
                  </a:moveTo>
                  <a:lnTo>
                    <a:pt x="2665" y="40"/>
                  </a:lnTo>
                  <a:lnTo>
                    <a:pt x="2665" y="78"/>
                  </a:lnTo>
                  <a:lnTo>
                    <a:pt x="2626" y="1353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3" y="5098"/>
                  </a:lnTo>
                  <a:lnTo>
                    <a:pt x="2896" y="7492"/>
                  </a:lnTo>
                  <a:lnTo>
                    <a:pt x="2896" y="8149"/>
                  </a:lnTo>
                  <a:lnTo>
                    <a:pt x="2935" y="8458"/>
                  </a:lnTo>
                  <a:lnTo>
                    <a:pt x="2974" y="8612"/>
                  </a:lnTo>
                  <a:lnTo>
                    <a:pt x="3051" y="8767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0" y="8689"/>
                  </a:lnTo>
                  <a:lnTo>
                    <a:pt x="0" y="9037"/>
                  </a:lnTo>
                  <a:lnTo>
                    <a:pt x="773" y="9114"/>
                  </a:lnTo>
                  <a:lnTo>
                    <a:pt x="1545" y="9153"/>
                  </a:lnTo>
                  <a:lnTo>
                    <a:pt x="3128" y="9230"/>
                  </a:lnTo>
                  <a:lnTo>
                    <a:pt x="4827" y="9307"/>
                  </a:lnTo>
                  <a:lnTo>
                    <a:pt x="5677" y="9307"/>
                  </a:lnTo>
                  <a:lnTo>
                    <a:pt x="6488" y="9269"/>
                  </a:lnTo>
                  <a:lnTo>
                    <a:pt x="6603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1" y="10311"/>
                  </a:lnTo>
                  <a:lnTo>
                    <a:pt x="7492" y="10466"/>
                  </a:lnTo>
                  <a:lnTo>
                    <a:pt x="7801" y="10581"/>
                  </a:lnTo>
                  <a:lnTo>
                    <a:pt x="8109" y="10659"/>
                  </a:lnTo>
                  <a:lnTo>
                    <a:pt x="8418" y="10697"/>
                  </a:lnTo>
                  <a:lnTo>
                    <a:pt x="8727" y="10620"/>
                  </a:lnTo>
                  <a:lnTo>
                    <a:pt x="9036" y="10543"/>
                  </a:lnTo>
                  <a:lnTo>
                    <a:pt x="9306" y="10388"/>
                  </a:lnTo>
                  <a:lnTo>
                    <a:pt x="9538" y="10195"/>
                  </a:lnTo>
                  <a:lnTo>
                    <a:pt x="9770" y="9964"/>
                  </a:lnTo>
                  <a:lnTo>
                    <a:pt x="9924" y="9693"/>
                  </a:lnTo>
                  <a:lnTo>
                    <a:pt x="10079" y="9423"/>
                  </a:lnTo>
                  <a:lnTo>
                    <a:pt x="10156" y="9153"/>
                  </a:lnTo>
                  <a:lnTo>
                    <a:pt x="10195" y="9153"/>
                  </a:lnTo>
                  <a:lnTo>
                    <a:pt x="10195" y="8767"/>
                  </a:lnTo>
                  <a:lnTo>
                    <a:pt x="10156" y="8419"/>
                  </a:lnTo>
                  <a:lnTo>
                    <a:pt x="10040" y="8071"/>
                  </a:lnTo>
                  <a:lnTo>
                    <a:pt x="9847" y="7763"/>
                  </a:lnTo>
                  <a:lnTo>
                    <a:pt x="9615" y="7492"/>
                  </a:lnTo>
                  <a:lnTo>
                    <a:pt x="9306" y="7261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6" y="6990"/>
                  </a:lnTo>
                  <a:lnTo>
                    <a:pt x="7723" y="7029"/>
                  </a:lnTo>
                  <a:lnTo>
                    <a:pt x="7414" y="7145"/>
                  </a:lnTo>
                  <a:lnTo>
                    <a:pt x="7144" y="7338"/>
                  </a:lnTo>
                  <a:lnTo>
                    <a:pt x="6912" y="7569"/>
                  </a:lnTo>
                  <a:lnTo>
                    <a:pt x="6719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5" y="8805"/>
                  </a:lnTo>
                  <a:lnTo>
                    <a:pt x="4943" y="8767"/>
                  </a:lnTo>
                  <a:lnTo>
                    <a:pt x="3476" y="8767"/>
                  </a:lnTo>
                  <a:lnTo>
                    <a:pt x="3476" y="8728"/>
                  </a:lnTo>
                  <a:lnTo>
                    <a:pt x="3476" y="8651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5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6"/>
                  </a:lnTo>
                  <a:lnTo>
                    <a:pt x="3205" y="7338"/>
                  </a:lnTo>
                  <a:lnTo>
                    <a:pt x="3128" y="6450"/>
                  </a:lnTo>
                  <a:lnTo>
                    <a:pt x="3012" y="4326"/>
                  </a:lnTo>
                  <a:lnTo>
                    <a:pt x="2935" y="2202"/>
                  </a:lnTo>
                  <a:lnTo>
                    <a:pt x="2896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6"/>
            <p:cNvSpPr/>
            <p:nvPr/>
          </p:nvSpPr>
          <p:spPr>
            <a:xfrm>
              <a:off x="4324525" y="22671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6"/>
            <p:cNvSpPr/>
            <p:nvPr/>
          </p:nvSpPr>
          <p:spPr>
            <a:xfrm>
              <a:off x="4273375" y="2268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6"/>
            <p:cNvSpPr/>
            <p:nvPr/>
          </p:nvSpPr>
          <p:spPr>
            <a:xfrm>
              <a:off x="1394625" y="22999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94"/>
                  </a:lnTo>
                  <a:lnTo>
                    <a:pt x="2240" y="309"/>
                  </a:lnTo>
                  <a:lnTo>
                    <a:pt x="2009" y="425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46"/>
                  </a:lnTo>
                  <a:lnTo>
                    <a:pt x="1" y="4055"/>
                  </a:lnTo>
                  <a:lnTo>
                    <a:pt x="1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4" y="4711"/>
                  </a:lnTo>
                  <a:lnTo>
                    <a:pt x="580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9"/>
                  </a:lnTo>
                  <a:lnTo>
                    <a:pt x="2626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4"/>
                  </a:lnTo>
                  <a:lnTo>
                    <a:pt x="4210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6"/>
            <p:cNvSpPr/>
            <p:nvPr/>
          </p:nvSpPr>
          <p:spPr>
            <a:xfrm>
              <a:off x="4211575" y="2315425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4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2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6"/>
            <p:cNvSpPr/>
            <p:nvPr/>
          </p:nvSpPr>
          <p:spPr>
            <a:xfrm>
              <a:off x="2413100" y="2319275"/>
              <a:ext cx="84975" cy="222075"/>
            </a:xfrm>
            <a:custGeom>
              <a:avLst/>
              <a:gdLst/>
              <a:ahLst/>
              <a:cxnLst/>
              <a:rect l="l" t="t" r="r" b="b"/>
              <a:pathLst>
                <a:path w="3399" h="8883" extrusionOk="0">
                  <a:moveTo>
                    <a:pt x="1043" y="7376"/>
                  </a:moveTo>
                  <a:lnTo>
                    <a:pt x="1197" y="7453"/>
                  </a:lnTo>
                  <a:lnTo>
                    <a:pt x="1352" y="7608"/>
                  </a:lnTo>
                  <a:lnTo>
                    <a:pt x="1429" y="7685"/>
                  </a:lnTo>
                  <a:lnTo>
                    <a:pt x="1468" y="7801"/>
                  </a:lnTo>
                  <a:lnTo>
                    <a:pt x="1468" y="8033"/>
                  </a:lnTo>
                  <a:lnTo>
                    <a:pt x="1390" y="8226"/>
                  </a:lnTo>
                  <a:lnTo>
                    <a:pt x="1313" y="8342"/>
                  </a:lnTo>
                  <a:lnTo>
                    <a:pt x="1236" y="8419"/>
                  </a:lnTo>
                  <a:lnTo>
                    <a:pt x="1159" y="8457"/>
                  </a:lnTo>
                  <a:lnTo>
                    <a:pt x="1043" y="8496"/>
                  </a:lnTo>
                  <a:lnTo>
                    <a:pt x="811" y="8496"/>
                  </a:lnTo>
                  <a:lnTo>
                    <a:pt x="618" y="8419"/>
                  </a:lnTo>
                  <a:lnTo>
                    <a:pt x="541" y="8342"/>
                  </a:lnTo>
                  <a:lnTo>
                    <a:pt x="464" y="8264"/>
                  </a:lnTo>
                  <a:lnTo>
                    <a:pt x="386" y="8148"/>
                  </a:lnTo>
                  <a:lnTo>
                    <a:pt x="386" y="8033"/>
                  </a:lnTo>
                  <a:lnTo>
                    <a:pt x="386" y="7917"/>
                  </a:lnTo>
                  <a:lnTo>
                    <a:pt x="386" y="7801"/>
                  </a:lnTo>
                  <a:lnTo>
                    <a:pt x="502" y="7569"/>
                  </a:lnTo>
                  <a:lnTo>
                    <a:pt x="695" y="7415"/>
                  </a:lnTo>
                  <a:lnTo>
                    <a:pt x="850" y="7376"/>
                  </a:lnTo>
                  <a:close/>
                  <a:moveTo>
                    <a:pt x="3128" y="1"/>
                  </a:moveTo>
                  <a:lnTo>
                    <a:pt x="3089" y="39"/>
                  </a:lnTo>
                  <a:lnTo>
                    <a:pt x="3051" y="78"/>
                  </a:lnTo>
                  <a:lnTo>
                    <a:pt x="2819" y="503"/>
                  </a:lnTo>
                  <a:lnTo>
                    <a:pt x="2665" y="889"/>
                  </a:lnTo>
                  <a:lnTo>
                    <a:pt x="2356" y="1777"/>
                  </a:lnTo>
                  <a:lnTo>
                    <a:pt x="2085" y="2665"/>
                  </a:lnTo>
                  <a:lnTo>
                    <a:pt x="1854" y="3515"/>
                  </a:lnTo>
                  <a:lnTo>
                    <a:pt x="1313" y="5252"/>
                  </a:lnTo>
                  <a:lnTo>
                    <a:pt x="1043" y="6102"/>
                  </a:lnTo>
                  <a:lnTo>
                    <a:pt x="811" y="6990"/>
                  </a:lnTo>
                  <a:lnTo>
                    <a:pt x="657" y="6990"/>
                  </a:lnTo>
                  <a:lnTo>
                    <a:pt x="541" y="7029"/>
                  </a:lnTo>
                  <a:lnTo>
                    <a:pt x="386" y="7106"/>
                  </a:lnTo>
                  <a:lnTo>
                    <a:pt x="309" y="7222"/>
                  </a:lnTo>
                  <a:lnTo>
                    <a:pt x="271" y="7299"/>
                  </a:lnTo>
                  <a:lnTo>
                    <a:pt x="271" y="7376"/>
                  </a:lnTo>
                  <a:lnTo>
                    <a:pt x="116" y="7608"/>
                  </a:lnTo>
                  <a:lnTo>
                    <a:pt x="0" y="7840"/>
                  </a:lnTo>
                  <a:lnTo>
                    <a:pt x="0" y="8110"/>
                  </a:lnTo>
                  <a:lnTo>
                    <a:pt x="39" y="8264"/>
                  </a:lnTo>
                  <a:lnTo>
                    <a:pt x="78" y="8419"/>
                  </a:lnTo>
                  <a:lnTo>
                    <a:pt x="193" y="8573"/>
                  </a:lnTo>
                  <a:lnTo>
                    <a:pt x="348" y="8689"/>
                  </a:lnTo>
                  <a:lnTo>
                    <a:pt x="502" y="8805"/>
                  </a:lnTo>
                  <a:lnTo>
                    <a:pt x="657" y="8882"/>
                  </a:lnTo>
                  <a:lnTo>
                    <a:pt x="1043" y="8882"/>
                  </a:lnTo>
                  <a:lnTo>
                    <a:pt x="1236" y="8844"/>
                  </a:lnTo>
                  <a:lnTo>
                    <a:pt x="1429" y="8766"/>
                  </a:lnTo>
                  <a:lnTo>
                    <a:pt x="1584" y="8650"/>
                  </a:lnTo>
                  <a:lnTo>
                    <a:pt x="1699" y="8496"/>
                  </a:lnTo>
                  <a:lnTo>
                    <a:pt x="1777" y="8342"/>
                  </a:lnTo>
                  <a:lnTo>
                    <a:pt x="1854" y="8148"/>
                  </a:lnTo>
                  <a:lnTo>
                    <a:pt x="1854" y="7955"/>
                  </a:lnTo>
                  <a:lnTo>
                    <a:pt x="1854" y="7762"/>
                  </a:lnTo>
                  <a:lnTo>
                    <a:pt x="1815" y="7608"/>
                  </a:lnTo>
                  <a:lnTo>
                    <a:pt x="1738" y="7415"/>
                  </a:lnTo>
                  <a:lnTo>
                    <a:pt x="1622" y="7299"/>
                  </a:lnTo>
                  <a:lnTo>
                    <a:pt x="1506" y="7183"/>
                  </a:lnTo>
                  <a:lnTo>
                    <a:pt x="1352" y="7106"/>
                  </a:lnTo>
                  <a:lnTo>
                    <a:pt x="1197" y="7029"/>
                  </a:lnTo>
                  <a:lnTo>
                    <a:pt x="1545" y="6179"/>
                  </a:lnTo>
                  <a:lnTo>
                    <a:pt x="1815" y="5330"/>
                  </a:lnTo>
                  <a:lnTo>
                    <a:pt x="2394" y="3592"/>
                  </a:lnTo>
                  <a:lnTo>
                    <a:pt x="2665" y="2781"/>
                  </a:lnTo>
                  <a:lnTo>
                    <a:pt x="2974" y="1932"/>
                  </a:lnTo>
                  <a:lnTo>
                    <a:pt x="3244" y="1082"/>
                  </a:lnTo>
                  <a:lnTo>
                    <a:pt x="3321" y="657"/>
                  </a:lnTo>
                  <a:lnTo>
                    <a:pt x="3398" y="232"/>
                  </a:lnTo>
                  <a:lnTo>
                    <a:pt x="3360" y="117"/>
                  </a:lnTo>
                  <a:lnTo>
                    <a:pt x="3244" y="39"/>
                  </a:lnTo>
                  <a:lnTo>
                    <a:pt x="312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6"/>
            <p:cNvSpPr/>
            <p:nvPr/>
          </p:nvSpPr>
          <p:spPr>
            <a:xfrm>
              <a:off x="4217375" y="2321200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0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2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6"/>
            <p:cNvSpPr/>
            <p:nvPr/>
          </p:nvSpPr>
          <p:spPr>
            <a:xfrm>
              <a:off x="1643700" y="2334725"/>
              <a:ext cx="26075" cy="11600"/>
            </a:xfrm>
            <a:custGeom>
              <a:avLst/>
              <a:gdLst/>
              <a:ahLst/>
              <a:cxnLst/>
              <a:rect l="l" t="t" r="r" b="b"/>
              <a:pathLst>
                <a:path w="1043" h="464" extrusionOk="0">
                  <a:moveTo>
                    <a:pt x="773" y="1"/>
                  </a:moveTo>
                  <a:lnTo>
                    <a:pt x="541" y="39"/>
                  </a:lnTo>
                  <a:lnTo>
                    <a:pt x="309" y="78"/>
                  </a:lnTo>
                  <a:lnTo>
                    <a:pt x="77" y="194"/>
                  </a:lnTo>
                  <a:lnTo>
                    <a:pt x="39" y="232"/>
                  </a:lnTo>
                  <a:lnTo>
                    <a:pt x="0" y="271"/>
                  </a:lnTo>
                  <a:lnTo>
                    <a:pt x="39" y="387"/>
                  </a:lnTo>
                  <a:lnTo>
                    <a:pt x="77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43" y="232"/>
                  </a:lnTo>
                  <a:lnTo>
                    <a:pt x="1004" y="155"/>
                  </a:lnTo>
                  <a:lnTo>
                    <a:pt x="966" y="116"/>
                  </a:lnTo>
                  <a:lnTo>
                    <a:pt x="888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6"/>
            <p:cNvSpPr/>
            <p:nvPr/>
          </p:nvSpPr>
          <p:spPr>
            <a:xfrm>
              <a:off x="5914500" y="2336650"/>
              <a:ext cx="309900" cy="605325"/>
            </a:xfrm>
            <a:custGeom>
              <a:avLst/>
              <a:gdLst/>
              <a:ahLst/>
              <a:cxnLst/>
              <a:rect l="l" t="t" r="r" b="b"/>
              <a:pathLst>
                <a:path w="12396" h="24213" extrusionOk="0">
                  <a:moveTo>
                    <a:pt x="7955" y="464"/>
                  </a:moveTo>
                  <a:lnTo>
                    <a:pt x="8496" y="503"/>
                  </a:lnTo>
                  <a:lnTo>
                    <a:pt x="9036" y="619"/>
                  </a:lnTo>
                  <a:lnTo>
                    <a:pt x="9500" y="812"/>
                  </a:lnTo>
                  <a:lnTo>
                    <a:pt x="9924" y="1043"/>
                  </a:lnTo>
                  <a:lnTo>
                    <a:pt x="10311" y="1352"/>
                  </a:lnTo>
                  <a:lnTo>
                    <a:pt x="10658" y="1700"/>
                  </a:lnTo>
                  <a:lnTo>
                    <a:pt x="10967" y="2086"/>
                  </a:lnTo>
                  <a:lnTo>
                    <a:pt x="11237" y="2511"/>
                  </a:lnTo>
                  <a:lnTo>
                    <a:pt x="11469" y="2974"/>
                  </a:lnTo>
                  <a:lnTo>
                    <a:pt x="11662" y="3438"/>
                  </a:lnTo>
                  <a:lnTo>
                    <a:pt x="11778" y="3940"/>
                  </a:lnTo>
                  <a:lnTo>
                    <a:pt x="11855" y="4442"/>
                  </a:lnTo>
                  <a:lnTo>
                    <a:pt x="11894" y="4982"/>
                  </a:lnTo>
                  <a:lnTo>
                    <a:pt x="11894" y="5484"/>
                  </a:lnTo>
                  <a:lnTo>
                    <a:pt x="11817" y="5986"/>
                  </a:lnTo>
                  <a:lnTo>
                    <a:pt x="11701" y="6488"/>
                  </a:lnTo>
                  <a:lnTo>
                    <a:pt x="11546" y="6990"/>
                  </a:lnTo>
                  <a:lnTo>
                    <a:pt x="11315" y="7453"/>
                  </a:lnTo>
                  <a:lnTo>
                    <a:pt x="11083" y="7917"/>
                  </a:lnTo>
                  <a:lnTo>
                    <a:pt x="10813" y="8342"/>
                  </a:lnTo>
                  <a:lnTo>
                    <a:pt x="10504" y="8766"/>
                  </a:lnTo>
                  <a:lnTo>
                    <a:pt x="10195" y="9153"/>
                  </a:lnTo>
                  <a:lnTo>
                    <a:pt x="9847" y="9500"/>
                  </a:lnTo>
                  <a:lnTo>
                    <a:pt x="9461" y="9848"/>
                  </a:lnTo>
                  <a:lnTo>
                    <a:pt x="9036" y="10157"/>
                  </a:lnTo>
                  <a:lnTo>
                    <a:pt x="8650" y="10465"/>
                  </a:lnTo>
                  <a:lnTo>
                    <a:pt x="8187" y="10736"/>
                  </a:lnTo>
                  <a:lnTo>
                    <a:pt x="7762" y="11006"/>
                  </a:lnTo>
                  <a:lnTo>
                    <a:pt x="6835" y="11469"/>
                  </a:lnTo>
                  <a:lnTo>
                    <a:pt x="5870" y="11856"/>
                  </a:lnTo>
                  <a:lnTo>
                    <a:pt x="5677" y="11856"/>
                  </a:lnTo>
                  <a:lnTo>
                    <a:pt x="5638" y="11933"/>
                  </a:lnTo>
                  <a:lnTo>
                    <a:pt x="5600" y="11933"/>
                  </a:lnTo>
                  <a:lnTo>
                    <a:pt x="4982" y="11276"/>
                  </a:lnTo>
                  <a:lnTo>
                    <a:pt x="4441" y="10543"/>
                  </a:lnTo>
                  <a:lnTo>
                    <a:pt x="3978" y="9809"/>
                  </a:lnTo>
                  <a:lnTo>
                    <a:pt x="3746" y="9384"/>
                  </a:lnTo>
                  <a:lnTo>
                    <a:pt x="3592" y="8998"/>
                  </a:lnTo>
                  <a:lnTo>
                    <a:pt x="3437" y="8612"/>
                  </a:lnTo>
                  <a:lnTo>
                    <a:pt x="3283" y="8187"/>
                  </a:lnTo>
                  <a:lnTo>
                    <a:pt x="3167" y="7762"/>
                  </a:lnTo>
                  <a:lnTo>
                    <a:pt x="3090" y="7299"/>
                  </a:lnTo>
                  <a:lnTo>
                    <a:pt x="3051" y="6874"/>
                  </a:lnTo>
                  <a:lnTo>
                    <a:pt x="3012" y="6411"/>
                  </a:lnTo>
                  <a:lnTo>
                    <a:pt x="3051" y="5948"/>
                  </a:lnTo>
                  <a:lnTo>
                    <a:pt x="3090" y="5484"/>
                  </a:lnTo>
                  <a:lnTo>
                    <a:pt x="3167" y="5021"/>
                  </a:lnTo>
                  <a:lnTo>
                    <a:pt x="3244" y="4557"/>
                  </a:lnTo>
                  <a:lnTo>
                    <a:pt x="3399" y="4094"/>
                  </a:lnTo>
                  <a:lnTo>
                    <a:pt x="3592" y="3669"/>
                  </a:lnTo>
                  <a:lnTo>
                    <a:pt x="3785" y="3206"/>
                  </a:lnTo>
                  <a:lnTo>
                    <a:pt x="4055" y="2820"/>
                  </a:lnTo>
                  <a:lnTo>
                    <a:pt x="4325" y="2395"/>
                  </a:lnTo>
                  <a:lnTo>
                    <a:pt x="4634" y="2047"/>
                  </a:lnTo>
                  <a:lnTo>
                    <a:pt x="4943" y="1700"/>
                  </a:lnTo>
                  <a:lnTo>
                    <a:pt x="5329" y="1391"/>
                  </a:lnTo>
                  <a:lnTo>
                    <a:pt x="5715" y="1082"/>
                  </a:lnTo>
                  <a:lnTo>
                    <a:pt x="6102" y="850"/>
                  </a:lnTo>
                  <a:lnTo>
                    <a:pt x="6526" y="696"/>
                  </a:lnTo>
                  <a:lnTo>
                    <a:pt x="6990" y="541"/>
                  </a:lnTo>
                  <a:lnTo>
                    <a:pt x="7453" y="464"/>
                  </a:lnTo>
                  <a:close/>
                  <a:moveTo>
                    <a:pt x="5561" y="12280"/>
                  </a:moveTo>
                  <a:lnTo>
                    <a:pt x="5600" y="12319"/>
                  </a:lnTo>
                  <a:lnTo>
                    <a:pt x="5677" y="12358"/>
                  </a:lnTo>
                  <a:lnTo>
                    <a:pt x="5793" y="12898"/>
                  </a:lnTo>
                  <a:lnTo>
                    <a:pt x="5098" y="12589"/>
                  </a:lnTo>
                  <a:lnTo>
                    <a:pt x="5561" y="12280"/>
                  </a:lnTo>
                  <a:close/>
                  <a:moveTo>
                    <a:pt x="3321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2" y="13979"/>
                  </a:lnTo>
                  <a:lnTo>
                    <a:pt x="2781" y="13941"/>
                  </a:lnTo>
                  <a:lnTo>
                    <a:pt x="2510" y="13825"/>
                  </a:lnTo>
                  <a:lnTo>
                    <a:pt x="2935" y="13400"/>
                  </a:lnTo>
                  <a:lnTo>
                    <a:pt x="3321" y="12975"/>
                  </a:lnTo>
                  <a:close/>
                  <a:moveTo>
                    <a:pt x="3939" y="14327"/>
                  </a:moveTo>
                  <a:lnTo>
                    <a:pt x="5098" y="14520"/>
                  </a:lnTo>
                  <a:lnTo>
                    <a:pt x="4441" y="15485"/>
                  </a:lnTo>
                  <a:lnTo>
                    <a:pt x="4287" y="15215"/>
                  </a:lnTo>
                  <a:lnTo>
                    <a:pt x="4171" y="14945"/>
                  </a:lnTo>
                  <a:lnTo>
                    <a:pt x="4055" y="14636"/>
                  </a:lnTo>
                  <a:lnTo>
                    <a:pt x="3978" y="14366"/>
                  </a:lnTo>
                  <a:lnTo>
                    <a:pt x="3939" y="14327"/>
                  </a:lnTo>
                  <a:close/>
                  <a:moveTo>
                    <a:pt x="3746" y="14597"/>
                  </a:moveTo>
                  <a:lnTo>
                    <a:pt x="3823" y="14945"/>
                  </a:lnTo>
                  <a:lnTo>
                    <a:pt x="3978" y="15292"/>
                  </a:lnTo>
                  <a:lnTo>
                    <a:pt x="4132" y="15601"/>
                  </a:lnTo>
                  <a:lnTo>
                    <a:pt x="4287" y="15910"/>
                  </a:lnTo>
                  <a:lnTo>
                    <a:pt x="4364" y="15987"/>
                  </a:lnTo>
                  <a:lnTo>
                    <a:pt x="4055" y="16412"/>
                  </a:lnTo>
                  <a:lnTo>
                    <a:pt x="3746" y="16875"/>
                  </a:lnTo>
                  <a:lnTo>
                    <a:pt x="3592" y="16412"/>
                  </a:lnTo>
                  <a:lnTo>
                    <a:pt x="3476" y="15949"/>
                  </a:lnTo>
                  <a:lnTo>
                    <a:pt x="3476" y="15717"/>
                  </a:lnTo>
                  <a:lnTo>
                    <a:pt x="3476" y="15447"/>
                  </a:lnTo>
                  <a:lnTo>
                    <a:pt x="3514" y="15215"/>
                  </a:lnTo>
                  <a:lnTo>
                    <a:pt x="3553" y="14983"/>
                  </a:lnTo>
                  <a:lnTo>
                    <a:pt x="3746" y="14597"/>
                  </a:lnTo>
                  <a:close/>
                  <a:moveTo>
                    <a:pt x="4480" y="16335"/>
                  </a:moveTo>
                  <a:lnTo>
                    <a:pt x="4673" y="16760"/>
                  </a:lnTo>
                  <a:lnTo>
                    <a:pt x="4789" y="17223"/>
                  </a:lnTo>
                  <a:lnTo>
                    <a:pt x="4364" y="17107"/>
                  </a:lnTo>
                  <a:lnTo>
                    <a:pt x="3939" y="17030"/>
                  </a:lnTo>
                  <a:lnTo>
                    <a:pt x="4480" y="16335"/>
                  </a:lnTo>
                  <a:close/>
                  <a:moveTo>
                    <a:pt x="2472" y="16875"/>
                  </a:moveTo>
                  <a:lnTo>
                    <a:pt x="3399" y="17107"/>
                  </a:lnTo>
                  <a:lnTo>
                    <a:pt x="3476" y="17262"/>
                  </a:lnTo>
                  <a:lnTo>
                    <a:pt x="3321" y="17377"/>
                  </a:lnTo>
                  <a:lnTo>
                    <a:pt x="3167" y="17571"/>
                  </a:lnTo>
                  <a:lnTo>
                    <a:pt x="2897" y="17918"/>
                  </a:lnTo>
                  <a:lnTo>
                    <a:pt x="2665" y="17416"/>
                  </a:lnTo>
                  <a:lnTo>
                    <a:pt x="2472" y="16875"/>
                  </a:lnTo>
                  <a:close/>
                  <a:moveTo>
                    <a:pt x="3360" y="19733"/>
                  </a:moveTo>
                  <a:lnTo>
                    <a:pt x="4055" y="20428"/>
                  </a:lnTo>
                  <a:lnTo>
                    <a:pt x="3553" y="20660"/>
                  </a:lnTo>
                  <a:lnTo>
                    <a:pt x="3012" y="20969"/>
                  </a:lnTo>
                  <a:lnTo>
                    <a:pt x="3012" y="20969"/>
                  </a:lnTo>
                  <a:lnTo>
                    <a:pt x="3167" y="20351"/>
                  </a:lnTo>
                  <a:lnTo>
                    <a:pt x="3360" y="19733"/>
                  </a:lnTo>
                  <a:close/>
                  <a:moveTo>
                    <a:pt x="5677" y="20119"/>
                  </a:moveTo>
                  <a:lnTo>
                    <a:pt x="5986" y="20196"/>
                  </a:lnTo>
                  <a:lnTo>
                    <a:pt x="5715" y="20891"/>
                  </a:lnTo>
                  <a:lnTo>
                    <a:pt x="5368" y="21548"/>
                  </a:lnTo>
                  <a:lnTo>
                    <a:pt x="4673" y="20583"/>
                  </a:lnTo>
                  <a:lnTo>
                    <a:pt x="4634" y="20544"/>
                  </a:lnTo>
                  <a:lnTo>
                    <a:pt x="4673" y="20235"/>
                  </a:lnTo>
                  <a:lnTo>
                    <a:pt x="5020" y="20158"/>
                  </a:lnTo>
                  <a:lnTo>
                    <a:pt x="5329" y="20119"/>
                  </a:lnTo>
                  <a:close/>
                  <a:moveTo>
                    <a:pt x="7453" y="1"/>
                  </a:moveTo>
                  <a:lnTo>
                    <a:pt x="7067" y="39"/>
                  </a:lnTo>
                  <a:lnTo>
                    <a:pt x="6719" y="155"/>
                  </a:lnTo>
                  <a:lnTo>
                    <a:pt x="6333" y="271"/>
                  </a:lnTo>
                  <a:lnTo>
                    <a:pt x="5986" y="426"/>
                  </a:lnTo>
                  <a:lnTo>
                    <a:pt x="5638" y="580"/>
                  </a:lnTo>
                  <a:lnTo>
                    <a:pt x="5291" y="812"/>
                  </a:lnTo>
                  <a:lnTo>
                    <a:pt x="4943" y="1043"/>
                  </a:lnTo>
                  <a:lnTo>
                    <a:pt x="4634" y="1314"/>
                  </a:lnTo>
                  <a:lnTo>
                    <a:pt x="4364" y="1623"/>
                  </a:lnTo>
                  <a:lnTo>
                    <a:pt x="4094" y="1893"/>
                  </a:lnTo>
                  <a:lnTo>
                    <a:pt x="3823" y="2240"/>
                  </a:lnTo>
                  <a:lnTo>
                    <a:pt x="3592" y="2549"/>
                  </a:lnTo>
                  <a:lnTo>
                    <a:pt x="3399" y="2897"/>
                  </a:lnTo>
                  <a:lnTo>
                    <a:pt x="3205" y="3283"/>
                  </a:lnTo>
                  <a:lnTo>
                    <a:pt x="3051" y="3631"/>
                  </a:lnTo>
                  <a:lnTo>
                    <a:pt x="2897" y="4017"/>
                  </a:lnTo>
                  <a:lnTo>
                    <a:pt x="2781" y="4403"/>
                  </a:lnTo>
                  <a:lnTo>
                    <a:pt x="2703" y="4789"/>
                  </a:lnTo>
                  <a:lnTo>
                    <a:pt x="2626" y="5175"/>
                  </a:lnTo>
                  <a:lnTo>
                    <a:pt x="2588" y="5600"/>
                  </a:lnTo>
                  <a:lnTo>
                    <a:pt x="2549" y="5986"/>
                  </a:lnTo>
                  <a:lnTo>
                    <a:pt x="2549" y="6411"/>
                  </a:lnTo>
                  <a:lnTo>
                    <a:pt x="2549" y="6836"/>
                  </a:lnTo>
                  <a:lnTo>
                    <a:pt x="2665" y="7724"/>
                  </a:lnTo>
                  <a:lnTo>
                    <a:pt x="2742" y="8149"/>
                  </a:lnTo>
                  <a:lnTo>
                    <a:pt x="2858" y="8573"/>
                  </a:lnTo>
                  <a:lnTo>
                    <a:pt x="3012" y="8998"/>
                  </a:lnTo>
                  <a:lnTo>
                    <a:pt x="3167" y="9384"/>
                  </a:lnTo>
                  <a:lnTo>
                    <a:pt x="3321" y="9809"/>
                  </a:lnTo>
                  <a:lnTo>
                    <a:pt x="3553" y="10195"/>
                  </a:lnTo>
                  <a:lnTo>
                    <a:pt x="3746" y="10543"/>
                  </a:lnTo>
                  <a:lnTo>
                    <a:pt x="4016" y="10929"/>
                  </a:lnTo>
                  <a:lnTo>
                    <a:pt x="4287" y="11238"/>
                  </a:lnTo>
                  <a:lnTo>
                    <a:pt x="4596" y="11547"/>
                  </a:lnTo>
                  <a:lnTo>
                    <a:pt x="4905" y="11856"/>
                  </a:lnTo>
                  <a:lnTo>
                    <a:pt x="5252" y="12087"/>
                  </a:lnTo>
                  <a:lnTo>
                    <a:pt x="4557" y="12473"/>
                  </a:lnTo>
                  <a:lnTo>
                    <a:pt x="4480" y="12551"/>
                  </a:lnTo>
                  <a:lnTo>
                    <a:pt x="4441" y="12666"/>
                  </a:lnTo>
                  <a:lnTo>
                    <a:pt x="4480" y="12782"/>
                  </a:lnTo>
                  <a:lnTo>
                    <a:pt x="4596" y="12860"/>
                  </a:lnTo>
                  <a:lnTo>
                    <a:pt x="5020" y="13014"/>
                  </a:lnTo>
                  <a:lnTo>
                    <a:pt x="4673" y="13168"/>
                  </a:lnTo>
                  <a:lnTo>
                    <a:pt x="4403" y="13362"/>
                  </a:lnTo>
                  <a:lnTo>
                    <a:pt x="4094" y="13555"/>
                  </a:lnTo>
                  <a:lnTo>
                    <a:pt x="3862" y="13786"/>
                  </a:lnTo>
                  <a:lnTo>
                    <a:pt x="3823" y="13477"/>
                  </a:lnTo>
                  <a:lnTo>
                    <a:pt x="3746" y="13168"/>
                  </a:lnTo>
                  <a:lnTo>
                    <a:pt x="3630" y="12860"/>
                  </a:lnTo>
                  <a:lnTo>
                    <a:pt x="3514" y="12551"/>
                  </a:lnTo>
                  <a:lnTo>
                    <a:pt x="3476" y="12473"/>
                  </a:lnTo>
                  <a:lnTo>
                    <a:pt x="3360" y="12435"/>
                  </a:lnTo>
                  <a:lnTo>
                    <a:pt x="3283" y="12473"/>
                  </a:lnTo>
                  <a:lnTo>
                    <a:pt x="3205" y="12512"/>
                  </a:lnTo>
                  <a:lnTo>
                    <a:pt x="2665" y="13168"/>
                  </a:lnTo>
                  <a:lnTo>
                    <a:pt x="2086" y="13748"/>
                  </a:lnTo>
                  <a:lnTo>
                    <a:pt x="2047" y="13825"/>
                  </a:lnTo>
                  <a:lnTo>
                    <a:pt x="2008" y="13902"/>
                  </a:lnTo>
                  <a:lnTo>
                    <a:pt x="2047" y="13979"/>
                  </a:lnTo>
                  <a:lnTo>
                    <a:pt x="2086" y="14057"/>
                  </a:lnTo>
                  <a:lnTo>
                    <a:pt x="2395" y="14211"/>
                  </a:lnTo>
                  <a:lnTo>
                    <a:pt x="2742" y="14288"/>
                  </a:lnTo>
                  <a:lnTo>
                    <a:pt x="3051" y="14366"/>
                  </a:lnTo>
                  <a:lnTo>
                    <a:pt x="3399" y="14366"/>
                  </a:lnTo>
                  <a:lnTo>
                    <a:pt x="3244" y="14636"/>
                  </a:lnTo>
                  <a:lnTo>
                    <a:pt x="3128" y="14945"/>
                  </a:lnTo>
                  <a:lnTo>
                    <a:pt x="3090" y="15176"/>
                  </a:lnTo>
                  <a:lnTo>
                    <a:pt x="3051" y="15408"/>
                  </a:lnTo>
                  <a:lnTo>
                    <a:pt x="3051" y="15872"/>
                  </a:lnTo>
                  <a:lnTo>
                    <a:pt x="3128" y="16296"/>
                  </a:lnTo>
                  <a:lnTo>
                    <a:pt x="3244" y="16760"/>
                  </a:lnTo>
                  <a:lnTo>
                    <a:pt x="2781" y="16567"/>
                  </a:lnTo>
                  <a:lnTo>
                    <a:pt x="2279" y="16412"/>
                  </a:lnTo>
                  <a:lnTo>
                    <a:pt x="2201" y="16412"/>
                  </a:lnTo>
                  <a:lnTo>
                    <a:pt x="2124" y="16451"/>
                  </a:lnTo>
                  <a:lnTo>
                    <a:pt x="2047" y="16528"/>
                  </a:lnTo>
                  <a:lnTo>
                    <a:pt x="2047" y="16644"/>
                  </a:lnTo>
                  <a:lnTo>
                    <a:pt x="2163" y="17107"/>
                  </a:lnTo>
                  <a:lnTo>
                    <a:pt x="2279" y="17532"/>
                  </a:lnTo>
                  <a:lnTo>
                    <a:pt x="2472" y="17957"/>
                  </a:lnTo>
                  <a:lnTo>
                    <a:pt x="2703" y="18381"/>
                  </a:lnTo>
                  <a:lnTo>
                    <a:pt x="2781" y="18459"/>
                  </a:lnTo>
                  <a:lnTo>
                    <a:pt x="2858" y="18497"/>
                  </a:lnTo>
                  <a:lnTo>
                    <a:pt x="2935" y="18459"/>
                  </a:lnTo>
                  <a:lnTo>
                    <a:pt x="3012" y="18381"/>
                  </a:lnTo>
                  <a:lnTo>
                    <a:pt x="3321" y="18034"/>
                  </a:lnTo>
                  <a:lnTo>
                    <a:pt x="3514" y="17802"/>
                  </a:lnTo>
                  <a:lnTo>
                    <a:pt x="3630" y="17609"/>
                  </a:lnTo>
                  <a:lnTo>
                    <a:pt x="3707" y="17764"/>
                  </a:lnTo>
                  <a:lnTo>
                    <a:pt x="3978" y="18343"/>
                  </a:lnTo>
                  <a:lnTo>
                    <a:pt x="4132" y="18961"/>
                  </a:lnTo>
                  <a:lnTo>
                    <a:pt x="4248" y="19540"/>
                  </a:lnTo>
                  <a:lnTo>
                    <a:pt x="4248" y="20158"/>
                  </a:lnTo>
                  <a:lnTo>
                    <a:pt x="3437" y="19308"/>
                  </a:lnTo>
                  <a:lnTo>
                    <a:pt x="3399" y="19270"/>
                  </a:lnTo>
                  <a:lnTo>
                    <a:pt x="3205" y="19270"/>
                  </a:lnTo>
                  <a:lnTo>
                    <a:pt x="3167" y="19347"/>
                  </a:lnTo>
                  <a:lnTo>
                    <a:pt x="2974" y="19810"/>
                  </a:lnTo>
                  <a:lnTo>
                    <a:pt x="2781" y="20274"/>
                  </a:lnTo>
                  <a:lnTo>
                    <a:pt x="2665" y="20776"/>
                  </a:lnTo>
                  <a:lnTo>
                    <a:pt x="2626" y="21316"/>
                  </a:lnTo>
                  <a:lnTo>
                    <a:pt x="2626" y="21393"/>
                  </a:lnTo>
                  <a:lnTo>
                    <a:pt x="2703" y="21471"/>
                  </a:lnTo>
                  <a:lnTo>
                    <a:pt x="2781" y="21509"/>
                  </a:lnTo>
                  <a:lnTo>
                    <a:pt x="2897" y="21471"/>
                  </a:lnTo>
                  <a:lnTo>
                    <a:pt x="3514" y="21162"/>
                  </a:lnTo>
                  <a:lnTo>
                    <a:pt x="4171" y="20776"/>
                  </a:lnTo>
                  <a:lnTo>
                    <a:pt x="4171" y="20776"/>
                  </a:lnTo>
                  <a:lnTo>
                    <a:pt x="4055" y="21162"/>
                  </a:lnTo>
                  <a:lnTo>
                    <a:pt x="3901" y="21548"/>
                  </a:lnTo>
                  <a:lnTo>
                    <a:pt x="3669" y="22050"/>
                  </a:lnTo>
                  <a:lnTo>
                    <a:pt x="3321" y="22552"/>
                  </a:lnTo>
                  <a:lnTo>
                    <a:pt x="2897" y="23015"/>
                  </a:lnTo>
                  <a:lnTo>
                    <a:pt x="2626" y="23247"/>
                  </a:lnTo>
                  <a:lnTo>
                    <a:pt x="2395" y="23401"/>
                  </a:lnTo>
                  <a:lnTo>
                    <a:pt x="2124" y="23594"/>
                  </a:lnTo>
                  <a:lnTo>
                    <a:pt x="1854" y="23710"/>
                  </a:lnTo>
                  <a:lnTo>
                    <a:pt x="1584" y="23788"/>
                  </a:lnTo>
                  <a:lnTo>
                    <a:pt x="1313" y="23788"/>
                  </a:lnTo>
                  <a:lnTo>
                    <a:pt x="1082" y="23749"/>
                  </a:lnTo>
                  <a:lnTo>
                    <a:pt x="811" y="23672"/>
                  </a:lnTo>
                  <a:lnTo>
                    <a:pt x="541" y="23517"/>
                  </a:lnTo>
                  <a:lnTo>
                    <a:pt x="309" y="23286"/>
                  </a:lnTo>
                  <a:lnTo>
                    <a:pt x="232" y="23247"/>
                  </a:lnTo>
                  <a:lnTo>
                    <a:pt x="78" y="23247"/>
                  </a:lnTo>
                  <a:lnTo>
                    <a:pt x="39" y="23363"/>
                  </a:lnTo>
                  <a:lnTo>
                    <a:pt x="0" y="23401"/>
                  </a:lnTo>
                  <a:lnTo>
                    <a:pt x="39" y="23479"/>
                  </a:lnTo>
                  <a:lnTo>
                    <a:pt x="155" y="23633"/>
                  </a:lnTo>
                  <a:lnTo>
                    <a:pt x="271" y="23788"/>
                  </a:lnTo>
                  <a:lnTo>
                    <a:pt x="387" y="23903"/>
                  </a:lnTo>
                  <a:lnTo>
                    <a:pt x="541" y="24019"/>
                  </a:lnTo>
                  <a:lnTo>
                    <a:pt x="695" y="24096"/>
                  </a:lnTo>
                  <a:lnTo>
                    <a:pt x="889" y="24135"/>
                  </a:lnTo>
                  <a:lnTo>
                    <a:pt x="1236" y="24212"/>
                  </a:lnTo>
                  <a:lnTo>
                    <a:pt x="1584" y="24174"/>
                  </a:lnTo>
                  <a:lnTo>
                    <a:pt x="1970" y="24096"/>
                  </a:lnTo>
                  <a:lnTo>
                    <a:pt x="2317" y="23942"/>
                  </a:lnTo>
                  <a:lnTo>
                    <a:pt x="2665" y="23749"/>
                  </a:lnTo>
                  <a:lnTo>
                    <a:pt x="3012" y="23479"/>
                  </a:lnTo>
                  <a:lnTo>
                    <a:pt x="3321" y="23208"/>
                  </a:lnTo>
                  <a:lnTo>
                    <a:pt x="3630" y="22861"/>
                  </a:lnTo>
                  <a:lnTo>
                    <a:pt x="3901" y="22513"/>
                  </a:lnTo>
                  <a:lnTo>
                    <a:pt x="4132" y="22127"/>
                  </a:lnTo>
                  <a:lnTo>
                    <a:pt x="4325" y="21702"/>
                  </a:lnTo>
                  <a:lnTo>
                    <a:pt x="4480" y="21316"/>
                  </a:lnTo>
                  <a:lnTo>
                    <a:pt x="4596" y="20853"/>
                  </a:lnTo>
                  <a:lnTo>
                    <a:pt x="5213" y="21973"/>
                  </a:lnTo>
                  <a:lnTo>
                    <a:pt x="5291" y="22050"/>
                  </a:lnTo>
                  <a:lnTo>
                    <a:pt x="5368" y="22088"/>
                  </a:lnTo>
                  <a:lnTo>
                    <a:pt x="5445" y="22050"/>
                  </a:lnTo>
                  <a:lnTo>
                    <a:pt x="5522" y="22011"/>
                  </a:lnTo>
                  <a:lnTo>
                    <a:pt x="5793" y="21548"/>
                  </a:lnTo>
                  <a:lnTo>
                    <a:pt x="6024" y="21084"/>
                  </a:lnTo>
                  <a:lnTo>
                    <a:pt x="6410" y="20119"/>
                  </a:lnTo>
                  <a:lnTo>
                    <a:pt x="6410" y="20042"/>
                  </a:lnTo>
                  <a:lnTo>
                    <a:pt x="6410" y="19965"/>
                  </a:lnTo>
                  <a:lnTo>
                    <a:pt x="6372" y="19926"/>
                  </a:lnTo>
                  <a:lnTo>
                    <a:pt x="6295" y="19887"/>
                  </a:lnTo>
                  <a:lnTo>
                    <a:pt x="5908" y="19772"/>
                  </a:lnTo>
                  <a:lnTo>
                    <a:pt x="5484" y="19733"/>
                  </a:lnTo>
                  <a:lnTo>
                    <a:pt x="5098" y="19733"/>
                  </a:lnTo>
                  <a:lnTo>
                    <a:pt x="4673" y="19849"/>
                  </a:lnTo>
                  <a:lnTo>
                    <a:pt x="4634" y="19231"/>
                  </a:lnTo>
                  <a:lnTo>
                    <a:pt x="4518" y="18652"/>
                  </a:lnTo>
                  <a:lnTo>
                    <a:pt x="4287" y="18034"/>
                  </a:lnTo>
                  <a:lnTo>
                    <a:pt x="4055" y="17455"/>
                  </a:lnTo>
                  <a:lnTo>
                    <a:pt x="4518" y="17532"/>
                  </a:lnTo>
                  <a:lnTo>
                    <a:pt x="4982" y="17609"/>
                  </a:lnTo>
                  <a:lnTo>
                    <a:pt x="5059" y="17609"/>
                  </a:lnTo>
                  <a:lnTo>
                    <a:pt x="5098" y="17532"/>
                  </a:lnTo>
                  <a:lnTo>
                    <a:pt x="5136" y="17493"/>
                  </a:lnTo>
                  <a:lnTo>
                    <a:pt x="5136" y="17377"/>
                  </a:lnTo>
                  <a:lnTo>
                    <a:pt x="5098" y="17030"/>
                  </a:lnTo>
                  <a:lnTo>
                    <a:pt x="4982" y="16644"/>
                  </a:lnTo>
                  <a:lnTo>
                    <a:pt x="4827" y="16296"/>
                  </a:lnTo>
                  <a:lnTo>
                    <a:pt x="4673" y="15987"/>
                  </a:lnTo>
                  <a:lnTo>
                    <a:pt x="4596" y="15910"/>
                  </a:lnTo>
                  <a:lnTo>
                    <a:pt x="4634" y="15910"/>
                  </a:lnTo>
                  <a:lnTo>
                    <a:pt x="5600" y="14481"/>
                  </a:lnTo>
                  <a:lnTo>
                    <a:pt x="5638" y="14366"/>
                  </a:lnTo>
                  <a:lnTo>
                    <a:pt x="5600" y="14288"/>
                  </a:lnTo>
                  <a:lnTo>
                    <a:pt x="5561" y="14211"/>
                  </a:lnTo>
                  <a:lnTo>
                    <a:pt x="5445" y="14172"/>
                  </a:lnTo>
                  <a:lnTo>
                    <a:pt x="4209" y="13979"/>
                  </a:lnTo>
                  <a:lnTo>
                    <a:pt x="4480" y="13748"/>
                  </a:lnTo>
                  <a:lnTo>
                    <a:pt x="4789" y="13555"/>
                  </a:lnTo>
                  <a:lnTo>
                    <a:pt x="5098" y="13362"/>
                  </a:lnTo>
                  <a:lnTo>
                    <a:pt x="5406" y="13168"/>
                  </a:lnTo>
                  <a:lnTo>
                    <a:pt x="6024" y="13400"/>
                  </a:lnTo>
                  <a:lnTo>
                    <a:pt x="6140" y="13439"/>
                  </a:lnTo>
                  <a:lnTo>
                    <a:pt x="6217" y="13362"/>
                  </a:lnTo>
                  <a:lnTo>
                    <a:pt x="6256" y="13284"/>
                  </a:lnTo>
                  <a:lnTo>
                    <a:pt x="6295" y="13168"/>
                  </a:lnTo>
                  <a:lnTo>
                    <a:pt x="6179" y="12705"/>
                  </a:lnTo>
                  <a:lnTo>
                    <a:pt x="6063" y="12242"/>
                  </a:lnTo>
                  <a:lnTo>
                    <a:pt x="6912" y="11933"/>
                  </a:lnTo>
                  <a:lnTo>
                    <a:pt x="7723" y="11585"/>
                  </a:lnTo>
                  <a:lnTo>
                    <a:pt x="8534" y="11122"/>
                  </a:lnTo>
                  <a:lnTo>
                    <a:pt x="9268" y="10620"/>
                  </a:lnTo>
                  <a:lnTo>
                    <a:pt x="9963" y="10079"/>
                  </a:lnTo>
                  <a:lnTo>
                    <a:pt x="10311" y="9770"/>
                  </a:lnTo>
                  <a:lnTo>
                    <a:pt x="10620" y="9423"/>
                  </a:lnTo>
                  <a:lnTo>
                    <a:pt x="10890" y="9075"/>
                  </a:lnTo>
                  <a:lnTo>
                    <a:pt x="11160" y="8728"/>
                  </a:lnTo>
                  <a:lnTo>
                    <a:pt x="11392" y="8342"/>
                  </a:lnTo>
                  <a:lnTo>
                    <a:pt x="11623" y="7955"/>
                  </a:lnTo>
                  <a:lnTo>
                    <a:pt x="11817" y="7569"/>
                  </a:lnTo>
                  <a:lnTo>
                    <a:pt x="11971" y="7183"/>
                  </a:lnTo>
                  <a:lnTo>
                    <a:pt x="12125" y="6758"/>
                  </a:lnTo>
                  <a:lnTo>
                    <a:pt x="12241" y="6334"/>
                  </a:lnTo>
                  <a:lnTo>
                    <a:pt x="12319" y="5948"/>
                  </a:lnTo>
                  <a:lnTo>
                    <a:pt x="12357" y="5523"/>
                  </a:lnTo>
                  <a:lnTo>
                    <a:pt x="12396" y="5098"/>
                  </a:lnTo>
                  <a:lnTo>
                    <a:pt x="12396" y="4673"/>
                  </a:lnTo>
                  <a:lnTo>
                    <a:pt x="12357" y="4248"/>
                  </a:lnTo>
                  <a:lnTo>
                    <a:pt x="12280" y="3824"/>
                  </a:lnTo>
                  <a:lnTo>
                    <a:pt x="12203" y="3438"/>
                  </a:lnTo>
                  <a:lnTo>
                    <a:pt x="12048" y="3051"/>
                  </a:lnTo>
                  <a:lnTo>
                    <a:pt x="11894" y="2665"/>
                  </a:lnTo>
                  <a:lnTo>
                    <a:pt x="11701" y="2279"/>
                  </a:lnTo>
                  <a:lnTo>
                    <a:pt x="11469" y="1893"/>
                  </a:lnTo>
                  <a:lnTo>
                    <a:pt x="11160" y="1545"/>
                  </a:lnTo>
                  <a:lnTo>
                    <a:pt x="10890" y="1275"/>
                  </a:lnTo>
                  <a:lnTo>
                    <a:pt x="10620" y="1005"/>
                  </a:lnTo>
                  <a:lnTo>
                    <a:pt x="10311" y="773"/>
                  </a:lnTo>
                  <a:lnTo>
                    <a:pt x="9963" y="580"/>
                  </a:lnTo>
                  <a:lnTo>
                    <a:pt x="9654" y="387"/>
                  </a:lnTo>
                  <a:lnTo>
                    <a:pt x="9307" y="233"/>
                  </a:lnTo>
                  <a:lnTo>
                    <a:pt x="8920" y="117"/>
                  </a:lnTo>
                  <a:lnTo>
                    <a:pt x="8573" y="39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6"/>
            <p:cNvSpPr/>
            <p:nvPr/>
          </p:nvSpPr>
          <p:spPr>
            <a:xfrm>
              <a:off x="1545225" y="23405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1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6"/>
            <p:cNvSpPr/>
            <p:nvPr/>
          </p:nvSpPr>
          <p:spPr>
            <a:xfrm>
              <a:off x="6777550" y="23482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9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1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6"/>
            <p:cNvSpPr/>
            <p:nvPr/>
          </p:nvSpPr>
          <p:spPr>
            <a:xfrm>
              <a:off x="6642400" y="2349200"/>
              <a:ext cx="437325" cy="301225"/>
            </a:xfrm>
            <a:custGeom>
              <a:avLst/>
              <a:gdLst/>
              <a:ahLst/>
              <a:cxnLst/>
              <a:rect l="l" t="t" r="r" b="b"/>
              <a:pathLst>
                <a:path w="17493" h="12049" extrusionOk="0">
                  <a:moveTo>
                    <a:pt x="12086" y="503"/>
                  </a:moveTo>
                  <a:lnTo>
                    <a:pt x="12202" y="580"/>
                  </a:lnTo>
                  <a:lnTo>
                    <a:pt x="12280" y="657"/>
                  </a:lnTo>
                  <a:lnTo>
                    <a:pt x="12627" y="850"/>
                  </a:lnTo>
                  <a:lnTo>
                    <a:pt x="12897" y="1159"/>
                  </a:lnTo>
                  <a:lnTo>
                    <a:pt x="13129" y="1507"/>
                  </a:lnTo>
                  <a:lnTo>
                    <a:pt x="13322" y="1854"/>
                  </a:lnTo>
                  <a:lnTo>
                    <a:pt x="13477" y="2240"/>
                  </a:lnTo>
                  <a:lnTo>
                    <a:pt x="13631" y="2665"/>
                  </a:lnTo>
                  <a:lnTo>
                    <a:pt x="13824" y="3438"/>
                  </a:lnTo>
                  <a:lnTo>
                    <a:pt x="13090" y="3013"/>
                  </a:lnTo>
                  <a:lnTo>
                    <a:pt x="12704" y="2781"/>
                  </a:lnTo>
                  <a:lnTo>
                    <a:pt x="12357" y="2472"/>
                  </a:lnTo>
                  <a:lnTo>
                    <a:pt x="12009" y="2125"/>
                  </a:lnTo>
                  <a:lnTo>
                    <a:pt x="11816" y="1932"/>
                  </a:lnTo>
                  <a:lnTo>
                    <a:pt x="11662" y="1700"/>
                  </a:lnTo>
                  <a:lnTo>
                    <a:pt x="11507" y="1391"/>
                  </a:lnTo>
                  <a:lnTo>
                    <a:pt x="11430" y="1043"/>
                  </a:lnTo>
                  <a:lnTo>
                    <a:pt x="11662" y="735"/>
                  </a:lnTo>
                  <a:lnTo>
                    <a:pt x="11739" y="619"/>
                  </a:lnTo>
                  <a:lnTo>
                    <a:pt x="11855" y="541"/>
                  </a:lnTo>
                  <a:lnTo>
                    <a:pt x="11971" y="503"/>
                  </a:lnTo>
                  <a:close/>
                  <a:moveTo>
                    <a:pt x="16218" y="1584"/>
                  </a:moveTo>
                  <a:lnTo>
                    <a:pt x="16296" y="1623"/>
                  </a:lnTo>
                  <a:lnTo>
                    <a:pt x="16411" y="1661"/>
                  </a:lnTo>
                  <a:lnTo>
                    <a:pt x="16489" y="1738"/>
                  </a:lnTo>
                  <a:lnTo>
                    <a:pt x="16566" y="1816"/>
                  </a:lnTo>
                  <a:lnTo>
                    <a:pt x="16604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4" y="2511"/>
                  </a:lnTo>
                  <a:lnTo>
                    <a:pt x="16527" y="2665"/>
                  </a:lnTo>
                  <a:lnTo>
                    <a:pt x="16411" y="2820"/>
                  </a:lnTo>
                  <a:lnTo>
                    <a:pt x="16296" y="2974"/>
                  </a:lnTo>
                  <a:lnTo>
                    <a:pt x="15948" y="3206"/>
                  </a:lnTo>
                  <a:lnTo>
                    <a:pt x="15562" y="3399"/>
                  </a:lnTo>
                  <a:lnTo>
                    <a:pt x="15137" y="3553"/>
                  </a:lnTo>
                  <a:lnTo>
                    <a:pt x="14712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7"/>
                  </a:lnTo>
                  <a:lnTo>
                    <a:pt x="15098" y="2279"/>
                  </a:lnTo>
                  <a:lnTo>
                    <a:pt x="15407" y="1970"/>
                  </a:lnTo>
                  <a:lnTo>
                    <a:pt x="15639" y="1816"/>
                  </a:lnTo>
                  <a:lnTo>
                    <a:pt x="15871" y="1661"/>
                  </a:lnTo>
                  <a:lnTo>
                    <a:pt x="16102" y="1623"/>
                  </a:lnTo>
                  <a:lnTo>
                    <a:pt x="16218" y="1584"/>
                  </a:lnTo>
                  <a:close/>
                  <a:moveTo>
                    <a:pt x="13824" y="4287"/>
                  </a:moveTo>
                  <a:lnTo>
                    <a:pt x="13670" y="4557"/>
                  </a:lnTo>
                  <a:lnTo>
                    <a:pt x="13477" y="4789"/>
                  </a:lnTo>
                  <a:lnTo>
                    <a:pt x="13245" y="5021"/>
                  </a:lnTo>
                  <a:lnTo>
                    <a:pt x="13013" y="5214"/>
                  </a:lnTo>
                  <a:lnTo>
                    <a:pt x="12666" y="5484"/>
                  </a:lnTo>
                  <a:lnTo>
                    <a:pt x="12164" y="5754"/>
                  </a:lnTo>
                  <a:lnTo>
                    <a:pt x="11893" y="5870"/>
                  </a:lnTo>
                  <a:lnTo>
                    <a:pt x="11623" y="5948"/>
                  </a:lnTo>
                  <a:lnTo>
                    <a:pt x="11391" y="5986"/>
                  </a:lnTo>
                  <a:lnTo>
                    <a:pt x="11198" y="5948"/>
                  </a:lnTo>
                  <a:lnTo>
                    <a:pt x="11044" y="5870"/>
                  </a:lnTo>
                  <a:lnTo>
                    <a:pt x="10967" y="5793"/>
                  </a:lnTo>
                  <a:lnTo>
                    <a:pt x="10928" y="5716"/>
                  </a:lnTo>
                  <a:lnTo>
                    <a:pt x="10889" y="5639"/>
                  </a:lnTo>
                  <a:lnTo>
                    <a:pt x="10889" y="5446"/>
                  </a:lnTo>
                  <a:lnTo>
                    <a:pt x="10967" y="5252"/>
                  </a:lnTo>
                  <a:lnTo>
                    <a:pt x="11121" y="5098"/>
                  </a:lnTo>
                  <a:lnTo>
                    <a:pt x="11276" y="4944"/>
                  </a:lnTo>
                  <a:lnTo>
                    <a:pt x="11546" y="4750"/>
                  </a:lnTo>
                  <a:lnTo>
                    <a:pt x="11816" y="4635"/>
                  </a:lnTo>
                  <a:lnTo>
                    <a:pt x="12086" y="4557"/>
                  </a:lnTo>
                  <a:lnTo>
                    <a:pt x="12627" y="4480"/>
                  </a:lnTo>
                  <a:lnTo>
                    <a:pt x="13245" y="4403"/>
                  </a:lnTo>
                  <a:lnTo>
                    <a:pt x="13554" y="4364"/>
                  </a:lnTo>
                  <a:lnTo>
                    <a:pt x="13824" y="4287"/>
                  </a:lnTo>
                  <a:close/>
                  <a:moveTo>
                    <a:pt x="14403" y="4248"/>
                  </a:moveTo>
                  <a:lnTo>
                    <a:pt x="15098" y="4596"/>
                  </a:lnTo>
                  <a:lnTo>
                    <a:pt x="15407" y="4789"/>
                  </a:lnTo>
                  <a:lnTo>
                    <a:pt x="15716" y="4982"/>
                  </a:lnTo>
                  <a:lnTo>
                    <a:pt x="15909" y="5137"/>
                  </a:lnTo>
                  <a:lnTo>
                    <a:pt x="16141" y="5368"/>
                  </a:lnTo>
                  <a:lnTo>
                    <a:pt x="16411" y="5677"/>
                  </a:lnTo>
                  <a:lnTo>
                    <a:pt x="16643" y="5986"/>
                  </a:lnTo>
                  <a:lnTo>
                    <a:pt x="16875" y="6334"/>
                  </a:lnTo>
                  <a:lnTo>
                    <a:pt x="16991" y="6681"/>
                  </a:lnTo>
                  <a:lnTo>
                    <a:pt x="16991" y="6836"/>
                  </a:lnTo>
                  <a:lnTo>
                    <a:pt x="16991" y="6990"/>
                  </a:lnTo>
                  <a:lnTo>
                    <a:pt x="16952" y="7106"/>
                  </a:lnTo>
                  <a:lnTo>
                    <a:pt x="16836" y="7222"/>
                  </a:lnTo>
                  <a:lnTo>
                    <a:pt x="16759" y="7299"/>
                  </a:lnTo>
                  <a:lnTo>
                    <a:pt x="16643" y="7338"/>
                  </a:lnTo>
                  <a:lnTo>
                    <a:pt x="16373" y="7338"/>
                  </a:lnTo>
                  <a:lnTo>
                    <a:pt x="16141" y="7222"/>
                  </a:lnTo>
                  <a:lnTo>
                    <a:pt x="15871" y="7029"/>
                  </a:lnTo>
                  <a:lnTo>
                    <a:pt x="15600" y="6797"/>
                  </a:lnTo>
                  <a:lnTo>
                    <a:pt x="15369" y="6565"/>
                  </a:lnTo>
                  <a:lnTo>
                    <a:pt x="15060" y="6141"/>
                  </a:lnTo>
                  <a:lnTo>
                    <a:pt x="14828" y="5716"/>
                  </a:lnTo>
                  <a:lnTo>
                    <a:pt x="14635" y="5252"/>
                  </a:lnTo>
                  <a:lnTo>
                    <a:pt x="14519" y="4750"/>
                  </a:lnTo>
                  <a:lnTo>
                    <a:pt x="14403" y="4248"/>
                  </a:lnTo>
                  <a:close/>
                  <a:moveTo>
                    <a:pt x="11855" y="1"/>
                  </a:moveTo>
                  <a:lnTo>
                    <a:pt x="11584" y="39"/>
                  </a:lnTo>
                  <a:lnTo>
                    <a:pt x="11469" y="117"/>
                  </a:lnTo>
                  <a:lnTo>
                    <a:pt x="11353" y="194"/>
                  </a:lnTo>
                  <a:lnTo>
                    <a:pt x="11160" y="387"/>
                  </a:lnTo>
                  <a:lnTo>
                    <a:pt x="11005" y="619"/>
                  </a:lnTo>
                  <a:lnTo>
                    <a:pt x="10928" y="812"/>
                  </a:lnTo>
                  <a:lnTo>
                    <a:pt x="10928" y="1005"/>
                  </a:lnTo>
                  <a:lnTo>
                    <a:pt x="10928" y="1236"/>
                  </a:lnTo>
                  <a:lnTo>
                    <a:pt x="11005" y="1468"/>
                  </a:lnTo>
                  <a:lnTo>
                    <a:pt x="11082" y="1661"/>
                  </a:lnTo>
                  <a:lnTo>
                    <a:pt x="11198" y="1893"/>
                  </a:lnTo>
                  <a:lnTo>
                    <a:pt x="11546" y="2318"/>
                  </a:lnTo>
                  <a:lnTo>
                    <a:pt x="11932" y="2742"/>
                  </a:lnTo>
                  <a:lnTo>
                    <a:pt x="12395" y="3090"/>
                  </a:lnTo>
                  <a:lnTo>
                    <a:pt x="12859" y="3399"/>
                  </a:lnTo>
                  <a:lnTo>
                    <a:pt x="12859" y="3399"/>
                  </a:lnTo>
                  <a:lnTo>
                    <a:pt x="12048" y="3283"/>
                  </a:lnTo>
                  <a:lnTo>
                    <a:pt x="11198" y="3283"/>
                  </a:lnTo>
                  <a:lnTo>
                    <a:pt x="10387" y="3322"/>
                  </a:lnTo>
                  <a:lnTo>
                    <a:pt x="9615" y="3476"/>
                  </a:lnTo>
                  <a:lnTo>
                    <a:pt x="9654" y="3013"/>
                  </a:lnTo>
                  <a:lnTo>
                    <a:pt x="9654" y="2511"/>
                  </a:lnTo>
                  <a:lnTo>
                    <a:pt x="9615" y="2009"/>
                  </a:lnTo>
                  <a:lnTo>
                    <a:pt x="9538" y="1507"/>
                  </a:lnTo>
                  <a:lnTo>
                    <a:pt x="9075" y="1623"/>
                  </a:lnTo>
                  <a:lnTo>
                    <a:pt x="9152" y="2086"/>
                  </a:lnTo>
                  <a:lnTo>
                    <a:pt x="9152" y="2588"/>
                  </a:lnTo>
                  <a:lnTo>
                    <a:pt x="9152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5" y="3901"/>
                  </a:lnTo>
                  <a:lnTo>
                    <a:pt x="7414" y="4287"/>
                  </a:lnTo>
                  <a:lnTo>
                    <a:pt x="6603" y="4712"/>
                  </a:lnTo>
                  <a:lnTo>
                    <a:pt x="5831" y="5214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5" y="6218"/>
                  </a:lnTo>
                  <a:lnTo>
                    <a:pt x="3823" y="6913"/>
                  </a:lnTo>
                  <a:lnTo>
                    <a:pt x="3089" y="7685"/>
                  </a:lnTo>
                  <a:lnTo>
                    <a:pt x="2394" y="8496"/>
                  </a:lnTo>
                  <a:lnTo>
                    <a:pt x="1738" y="9307"/>
                  </a:lnTo>
                  <a:lnTo>
                    <a:pt x="1081" y="10157"/>
                  </a:lnTo>
                  <a:lnTo>
                    <a:pt x="502" y="10967"/>
                  </a:lnTo>
                  <a:lnTo>
                    <a:pt x="0" y="11778"/>
                  </a:lnTo>
                  <a:lnTo>
                    <a:pt x="348" y="12049"/>
                  </a:lnTo>
                  <a:lnTo>
                    <a:pt x="1545" y="10504"/>
                  </a:lnTo>
                  <a:lnTo>
                    <a:pt x="2742" y="8959"/>
                  </a:lnTo>
                  <a:lnTo>
                    <a:pt x="3360" y="8226"/>
                  </a:lnTo>
                  <a:lnTo>
                    <a:pt x="4016" y="7492"/>
                  </a:lnTo>
                  <a:lnTo>
                    <a:pt x="4711" y="6797"/>
                  </a:lnTo>
                  <a:lnTo>
                    <a:pt x="5483" y="6179"/>
                  </a:lnTo>
                  <a:lnTo>
                    <a:pt x="6256" y="5561"/>
                  </a:lnTo>
                  <a:lnTo>
                    <a:pt x="7105" y="5059"/>
                  </a:lnTo>
                  <a:lnTo>
                    <a:pt x="7993" y="4596"/>
                  </a:lnTo>
                  <a:lnTo>
                    <a:pt x="8457" y="4442"/>
                  </a:lnTo>
                  <a:lnTo>
                    <a:pt x="8920" y="4248"/>
                  </a:lnTo>
                  <a:lnTo>
                    <a:pt x="9422" y="4133"/>
                  </a:lnTo>
                  <a:lnTo>
                    <a:pt x="9885" y="4017"/>
                  </a:lnTo>
                  <a:lnTo>
                    <a:pt x="10387" y="3901"/>
                  </a:lnTo>
                  <a:lnTo>
                    <a:pt x="10851" y="3862"/>
                  </a:lnTo>
                  <a:lnTo>
                    <a:pt x="11353" y="3824"/>
                  </a:lnTo>
                  <a:lnTo>
                    <a:pt x="11855" y="3824"/>
                  </a:lnTo>
                  <a:lnTo>
                    <a:pt x="12357" y="3862"/>
                  </a:lnTo>
                  <a:lnTo>
                    <a:pt x="12859" y="3901"/>
                  </a:lnTo>
                  <a:lnTo>
                    <a:pt x="12318" y="3978"/>
                  </a:lnTo>
                  <a:lnTo>
                    <a:pt x="11855" y="4094"/>
                  </a:lnTo>
                  <a:lnTo>
                    <a:pt x="11391" y="4287"/>
                  </a:lnTo>
                  <a:lnTo>
                    <a:pt x="11198" y="4403"/>
                  </a:lnTo>
                  <a:lnTo>
                    <a:pt x="11005" y="4557"/>
                  </a:lnTo>
                  <a:lnTo>
                    <a:pt x="10851" y="4673"/>
                  </a:lnTo>
                  <a:lnTo>
                    <a:pt x="10696" y="4866"/>
                  </a:lnTo>
                  <a:lnTo>
                    <a:pt x="10542" y="5059"/>
                  </a:lnTo>
                  <a:lnTo>
                    <a:pt x="10465" y="5291"/>
                  </a:lnTo>
                  <a:lnTo>
                    <a:pt x="10387" y="5523"/>
                  </a:lnTo>
                  <a:lnTo>
                    <a:pt x="10387" y="5754"/>
                  </a:lnTo>
                  <a:lnTo>
                    <a:pt x="10426" y="5948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4"/>
                  </a:lnTo>
                  <a:lnTo>
                    <a:pt x="11005" y="6411"/>
                  </a:lnTo>
                  <a:lnTo>
                    <a:pt x="11276" y="6449"/>
                  </a:lnTo>
                  <a:lnTo>
                    <a:pt x="11584" y="6411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3"/>
                  </a:lnTo>
                  <a:lnTo>
                    <a:pt x="13438" y="5484"/>
                  </a:lnTo>
                  <a:lnTo>
                    <a:pt x="13399" y="5523"/>
                  </a:lnTo>
                  <a:lnTo>
                    <a:pt x="13786" y="5716"/>
                  </a:lnTo>
                  <a:lnTo>
                    <a:pt x="14056" y="4866"/>
                  </a:lnTo>
                  <a:lnTo>
                    <a:pt x="14210" y="5407"/>
                  </a:lnTo>
                  <a:lnTo>
                    <a:pt x="14403" y="5909"/>
                  </a:lnTo>
                  <a:lnTo>
                    <a:pt x="14674" y="6411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7" y="7299"/>
                  </a:lnTo>
                  <a:lnTo>
                    <a:pt x="15678" y="7492"/>
                  </a:lnTo>
                  <a:lnTo>
                    <a:pt x="15987" y="7685"/>
                  </a:lnTo>
                  <a:lnTo>
                    <a:pt x="16296" y="7801"/>
                  </a:lnTo>
                  <a:lnTo>
                    <a:pt x="16604" y="7878"/>
                  </a:lnTo>
                  <a:lnTo>
                    <a:pt x="16759" y="7878"/>
                  </a:lnTo>
                  <a:lnTo>
                    <a:pt x="16875" y="7840"/>
                  </a:lnTo>
                  <a:lnTo>
                    <a:pt x="17029" y="7801"/>
                  </a:lnTo>
                  <a:lnTo>
                    <a:pt x="17184" y="7724"/>
                  </a:lnTo>
                  <a:lnTo>
                    <a:pt x="17299" y="7647"/>
                  </a:lnTo>
                  <a:lnTo>
                    <a:pt x="17377" y="7531"/>
                  </a:lnTo>
                  <a:lnTo>
                    <a:pt x="17415" y="7376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5" y="6604"/>
                  </a:lnTo>
                  <a:lnTo>
                    <a:pt x="17299" y="6295"/>
                  </a:lnTo>
                  <a:lnTo>
                    <a:pt x="17184" y="5986"/>
                  </a:lnTo>
                  <a:lnTo>
                    <a:pt x="17029" y="5716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1"/>
                  </a:lnTo>
                  <a:lnTo>
                    <a:pt x="16257" y="4789"/>
                  </a:lnTo>
                  <a:lnTo>
                    <a:pt x="16025" y="4596"/>
                  </a:lnTo>
                  <a:lnTo>
                    <a:pt x="15523" y="4287"/>
                  </a:lnTo>
                  <a:lnTo>
                    <a:pt x="14944" y="4017"/>
                  </a:lnTo>
                  <a:lnTo>
                    <a:pt x="15407" y="3901"/>
                  </a:lnTo>
                  <a:lnTo>
                    <a:pt x="15832" y="3746"/>
                  </a:lnTo>
                  <a:lnTo>
                    <a:pt x="16218" y="3515"/>
                  </a:lnTo>
                  <a:lnTo>
                    <a:pt x="16604" y="3244"/>
                  </a:lnTo>
                  <a:lnTo>
                    <a:pt x="16759" y="3051"/>
                  </a:lnTo>
                  <a:lnTo>
                    <a:pt x="16913" y="2858"/>
                  </a:lnTo>
                  <a:lnTo>
                    <a:pt x="17029" y="2665"/>
                  </a:lnTo>
                  <a:lnTo>
                    <a:pt x="17106" y="2434"/>
                  </a:lnTo>
                  <a:lnTo>
                    <a:pt x="17145" y="2163"/>
                  </a:lnTo>
                  <a:lnTo>
                    <a:pt x="17106" y="1932"/>
                  </a:lnTo>
                  <a:lnTo>
                    <a:pt x="17068" y="1700"/>
                  </a:lnTo>
                  <a:lnTo>
                    <a:pt x="16913" y="1468"/>
                  </a:lnTo>
                  <a:lnTo>
                    <a:pt x="16759" y="1314"/>
                  </a:lnTo>
                  <a:lnTo>
                    <a:pt x="16566" y="1198"/>
                  </a:lnTo>
                  <a:lnTo>
                    <a:pt x="16334" y="1159"/>
                  </a:lnTo>
                  <a:lnTo>
                    <a:pt x="16102" y="1159"/>
                  </a:lnTo>
                  <a:lnTo>
                    <a:pt x="15909" y="1198"/>
                  </a:lnTo>
                  <a:lnTo>
                    <a:pt x="15678" y="1236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5" y="1777"/>
                  </a:lnTo>
                  <a:lnTo>
                    <a:pt x="14596" y="2163"/>
                  </a:lnTo>
                  <a:lnTo>
                    <a:pt x="14326" y="2588"/>
                  </a:lnTo>
                  <a:lnTo>
                    <a:pt x="14094" y="3013"/>
                  </a:lnTo>
                  <a:lnTo>
                    <a:pt x="13940" y="2434"/>
                  </a:lnTo>
                  <a:lnTo>
                    <a:pt x="13747" y="1893"/>
                  </a:lnTo>
                  <a:lnTo>
                    <a:pt x="13515" y="1352"/>
                  </a:lnTo>
                  <a:lnTo>
                    <a:pt x="13168" y="850"/>
                  </a:lnTo>
                  <a:lnTo>
                    <a:pt x="13013" y="657"/>
                  </a:lnTo>
                  <a:lnTo>
                    <a:pt x="12820" y="464"/>
                  </a:lnTo>
                  <a:lnTo>
                    <a:pt x="12588" y="271"/>
                  </a:lnTo>
                  <a:lnTo>
                    <a:pt x="12357" y="117"/>
                  </a:lnTo>
                  <a:lnTo>
                    <a:pt x="12086" y="39"/>
                  </a:lnTo>
                  <a:lnTo>
                    <a:pt x="118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6"/>
            <p:cNvSpPr/>
            <p:nvPr/>
          </p:nvSpPr>
          <p:spPr>
            <a:xfrm>
              <a:off x="4161375" y="2367550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6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6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1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6"/>
            <p:cNvSpPr/>
            <p:nvPr/>
          </p:nvSpPr>
          <p:spPr>
            <a:xfrm>
              <a:off x="4673025" y="2378175"/>
              <a:ext cx="330175" cy="176675"/>
            </a:xfrm>
            <a:custGeom>
              <a:avLst/>
              <a:gdLst/>
              <a:ahLst/>
              <a:cxnLst/>
              <a:rect l="l" t="t" r="r" b="b"/>
              <a:pathLst>
                <a:path w="13207" h="7067" extrusionOk="0">
                  <a:moveTo>
                    <a:pt x="8110" y="309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79"/>
                  </a:lnTo>
                  <a:lnTo>
                    <a:pt x="8728" y="888"/>
                  </a:lnTo>
                  <a:lnTo>
                    <a:pt x="8766" y="1197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7"/>
                  </a:lnTo>
                  <a:lnTo>
                    <a:pt x="8033" y="2858"/>
                  </a:lnTo>
                  <a:lnTo>
                    <a:pt x="6836" y="4711"/>
                  </a:lnTo>
                  <a:lnTo>
                    <a:pt x="6681" y="4711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7"/>
                  </a:lnTo>
                  <a:lnTo>
                    <a:pt x="7453" y="888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09"/>
                  </a:lnTo>
                  <a:close/>
                  <a:moveTo>
                    <a:pt x="5909" y="5406"/>
                  </a:moveTo>
                  <a:lnTo>
                    <a:pt x="4673" y="5831"/>
                  </a:lnTo>
                  <a:lnTo>
                    <a:pt x="3437" y="6217"/>
                  </a:lnTo>
                  <a:lnTo>
                    <a:pt x="2781" y="6372"/>
                  </a:lnTo>
                  <a:lnTo>
                    <a:pt x="2125" y="6526"/>
                  </a:lnTo>
                  <a:lnTo>
                    <a:pt x="1700" y="6565"/>
                  </a:lnTo>
                  <a:lnTo>
                    <a:pt x="1314" y="6603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7"/>
                  </a:lnTo>
                  <a:lnTo>
                    <a:pt x="696" y="6063"/>
                  </a:lnTo>
                  <a:lnTo>
                    <a:pt x="696" y="5908"/>
                  </a:lnTo>
                  <a:lnTo>
                    <a:pt x="734" y="5792"/>
                  </a:lnTo>
                  <a:lnTo>
                    <a:pt x="812" y="5715"/>
                  </a:lnTo>
                  <a:lnTo>
                    <a:pt x="889" y="5677"/>
                  </a:lnTo>
                  <a:lnTo>
                    <a:pt x="1082" y="5599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6"/>
                  </a:lnTo>
                  <a:close/>
                  <a:moveTo>
                    <a:pt x="7067" y="5097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5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8"/>
                  </a:lnTo>
                  <a:lnTo>
                    <a:pt x="12589" y="6024"/>
                  </a:lnTo>
                  <a:lnTo>
                    <a:pt x="12628" y="6179"/>
                  </a:lnTo>
                  <a:lnTo>
                    <a:pt x="12589" y="6526"/>
                  </a:lnTo>
                  <a:lnTo>
                    <a:pt x="12435" y="6603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3"/>
                  </a:lnTo>
                  <a:lnTo>
                    <a:pt x="10929" y="6526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8"/>
                  </a:lnTo>
                  <a:lnTo>
                    <a:pt x="8226" y="5677"/>
                  </a:lnTo>
                  <a:lnTo>
                    <a:pt x="7067" y="5097"/>
                  </a:lnTo>
                  <a:close/>
                  <a:moveTo>
                    <a:pt x="8148" y="0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6"/>
                  </a:lnTo>
                  <a:lnTo>
                    <a:pt x="6681" y="2433"/>
                  </a:lnTo>
                  <a:lnTo>
                    <a:pt x="6527" y="3591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0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7"/>
                  </a:lnTo>
                  <a:lnTo>
                    <a:pt x="1391" y="5175"/>
                  </a:lnTo>
                  <a:lnTo>
                    <a:pt x="1005" y="5213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599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4"/>
                  </a:lnTo>
                  <a:lnTo>
                    <a:pt x="117" y="6449"/>
                  </a:lnTo>
                  <a:lnTo>
                    <a:pt x="232" y="6603"/>
                  </a:lnTo>
                  <a:lnTo>
                    <a:pt x="348" y="6681"/>
                  </a:lnTo>
                  <a:lnTo>
                    <a:pt x="464" y="6796"/>
                  </a:lnTo>
                  <a:lnTo>
                    <a:pt x="773" y="6912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2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5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8"/>
                  </a:lnTo>
                  <a:lnTo>
                    <a:pt x="6758" y="6101"/>
                  </a:lnTo>
                  <a:lnTo>
                    <a:pt x="6836" y="6294"/>
                  </a:lnTo>
                  <a:lnTo>
                    <a:pt x="7106" y="6256"/>
                  </a:lnTo>
                  <a:lnTo>
                    <a:pt x="7106" y="6217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6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6"/>
                  </a:lnTo>
                  <a:lnTo>
                    <a:pt x="11045" y="6951"/>
                  </a:lnTo>
                  <a:lnTo>
                    <a:pt x="11469" y="7028"/>
                  </a:lnTo>
                  <a:lnTo>
                    <a:pt x="11933" y="7067"/>
                  </a:lnTo>
                  <a:lnTo>
                    <a:pt x="12396" y="7028"/>
                  </a:lnTo>
                  <a:lnTo>
                    <a:pt x="12589" y="6990"/>
                  </a:lnTo>
                  <a:lnTo>
                    <a:pt x="12782" y="6912"/>
                  </a:lnTo>
                  <a:lnTo>
                    <a:pt x="12937" y="6796"/>
                  </a:lnTo>
                  <a:lnTo>
                    <a:pt x="13053" y="6681"/>
                  </a:lnTo>
                  <a:lnTo>
                    <a:pt x="13130" y="6526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4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6"/>
                  </a:lnTo>
                  <a:lnTo>
                    <a:pt x="12242" y="5290"/>
                  </a:lnTo>
                  <a:lnTo>
                    <a:pt x="11894" y="5213"/>
                  </a:lnTo>
                  <a:lnTo>
                    <a:pt x="11315" y="5097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1"/>
                  </a:lnTo>
                  <a:lnTo>
                    <a:pt x="8071" y="3514"/>
                  </a:lnTo>
                  <a:lnTo>
                    <a:pt x="8496" y="2858"/>
                  </a:lnTo>
                  <a:lnTo>
                    <a:pt x="8844" y="2201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6"/>
                  </a:lnTo>
                  <a:lnTo>
                    <a:pt x="9075" y="1275"/>
                  </a:lnTo>
                  <a:lnTo>
                    <a:pt x="9037" y="1004"/>
                  </a:lnTo>
                  <a:lnTo>
                    <a:pt x="8959" y="811"/>
                  </a:lnTo>
                  <a:lnTo>
                    <a:pt x="8882" y="579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6"/>
            <p:cNvSpPr/>
            <p:nvPr/>
          </p:nvSpPr>
          <p:spPr>
            <a:xfrm>
              <a:off x="1437100" y="2381075"/>
              <a:ext cx="93675" cy="93650"/>
            </a:xfrm>
            <a:custGeom>
              <a:avLst/>
              <a:gdLst/>
              <a:ahLst/>
              <a:cxnLst/>
              <a:rect l="l" t="t" r="r" b="b"/>
              <a:pathLst>
                <a:path w="3747" h="3746" extrusionOk="0">
                  <a:moveTo>
                    <a:pt x="1584" y="463"/>
                  </a:moveTo>
                  <a:lnTo>
                    <a:pt x="2086" y="541"/>
                  </a:lnTo>
                  <a:lnTo>
                    <a:pt x="2318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5"/>
                  </a:lnTo>
                  <a:lnTo>
                    <a:pt x="3090" y="1197"/>
                  </a:lnTo>
                  <a:lnTo>
                    <a:pt x="3206" y="1429"/>
                  </a:lnTo>
                  <a:lnTo>
                    <a:pt x="3244" y="1699"/>
                  </a:lnTo>
                  <a:lnTo>
                    <a:pt x="3244" y="1969"/>
                  </a:lnTo>
                  <a:lnTo>
                    <a:pt x="3206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7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3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3"/>
                  </a:lnTo>
                  <a:close/>
                  <a:moveTo>
                    <a:pt x="1893" y="0"/>
                  </a:moveTo>
                  <a:lnTo>
                    <a:pt x="1700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4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9" y="579"/>
                  </a:lnTo>
                  <a:lnTo>
                    <a:pt x="425" y="772"/>
                  </a:lnTo>
                  <a:lnTo>
                    <a:pt x="271" y="965"/>
                  </a:lnTo>
                  <a:lnTo>
                    <a:pt x="155" y="1236"/>
                  </a:lnTo>
                  <a:lnTo>
                    <a:pt x="78" y="1467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7" y="2510"/>
                  </a:lnTo>
                  <a:lnTo>
                    <a:pt x="310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8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7" y="3437"/>
                  </a:lnTo>
                  <a:lnTo>
                    <a:pt x="3128" y="3244"/>
                  </a:lnTo>
                  <a:lnTo>
                    <a:pt x="3322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8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5" y="1004"/>
                  </a:lnTo>
                  <a:lnTo>
                    <a:pt x="3322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6"/>
            <p:cNvSpPr/>
            <p:nvPr/>
          </p:nvSpPr>
          <p:spPr>
            <a:xfrm>
              <a:off x="3476925" y="23916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7" y="1159"/>
                  </a:lnTo>
                  <a:lnTo>
                    <a:pt x="1391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6" y="1816"/>
                  </a:lnTo>
                  <a:lnTo>
                    <a:pt x="387" y="1700"/>
                  </a:lnTo>
                  <a:lnTo>
                    <a:pt x="348" y="1584"/>
                  </a:lnTo>
                  <a:lnTo>
                    <a:pt x="387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2" y="1623"/>
                  </a:lnTo>
                  <a:lnTo>
                    <a:pt x="3669" y="1700"/>
                  </a:lnTo>
                  <a:lnTo>
                    <a:pt x="3747" y="1816"/>
                  </a:lnTo>
                  <a:lnTo>
                    <a:pt x="3747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9" y="2356"/>
                  </a:lnTo>
                  <a:lnTo>
                    <a:pt x="3206" y="2434"/>
                  </a:lnTo>
                  <a:lnTo>
                    <a:pt x="3013" y="2395"/>
                  </a:lnTo>
                  <a:lnTo>
                    <a:pt x="2820" y="2356"/>
                  </a:lnTo>
                  <a:lnTo>
                    <a:pt x="2627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1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90" y="1468"/>
                  </a:lnTo>
                  <a:close/>
                  <a:moveTo>
                    <a:pt x="3747" y="4750"/>
                  </a:moveTo>
                  <a:lnTo>
                    <a:pt x="3901" y="4789"/>
                  </a:lnTo>
                  <a:lnTo>
                    <a:pt x="4017" y="4828"/>
                  </a:lnTo>
                  <a:lnTo>
                    <a:pt x="4094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3" y="5368"/>
                  </a:lnTo>
                  <a:lnTo>
                    <a:pt x="4094" y="5484"/>
                  </a:lnTo>
                  <a:lnTo>
                    <a:pt x="3978" y="5600"/>
                  </a:lnTo>
                  <a:lnTo>
                    <a:pt x="3785" y="5754"/>
                  </a:lnTo>
                  <a:lnTo>
                    <a:pt x="3515" y="5870"/>
                  </a:lnTo>
                  <a:lnTo>
                    <a:pt x="3129" y="5870"/>
                  </a:lnTo>
                  <a:lnTo>
                    <a:pt x="2743" y="5793"/>
                  </a:lnTo>
                  <a:lnTo>
                    <a:pt x="2936" y="5368"/>
                  </a:lnTo>
                  <a:lnTo>
                    <a:pt x="3051" y="5214"/>
                  </a:lnTo>
                  <a:lnTo>
                    <a:pt x="3206" y="5021"/>
                  </a:lnTo>
                  <a:lnTo>
                    <a:pt x="3476" y="4866"/>
                  </a:lnTo>
                  <a:lnTo>
                    <a:pt x="3631" y="4789"/>
                  </a:lnTo>
                  <a:lnTo>
                    <a:pt x="3747" y="4750"/>
                  </a:lnTo>
                  <a:close/>
                  <a:moveTo>
                    <a:pt x="1121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3" y="6102"/>
                  </a:lnTo>
                  <a:lnTo>
                    <a:pt x="1430" y="6256"/>
                  </a:lnTo>
                  <a:lnTo>
                    <a:pt x="1237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6" y="6334"/>
                  </a:lnTo>
                  <a:lnTo>
                    <a:pt x="503" y="6179"/>
                  </a:lnTo>
                  <a:lnTo>
                    <a:pt x="426" y="6025"/>
                  </a:lnTo>
                  <a:lnTo>
                    <a:pt x="426" y="5909"/>
                  </a:lnTo>
                  <a:lnTo>
                    <a:pt x="464" y="5754"/>
                  </a:lnTo>
                  <a:lnTo>
                    <a:pt x="580" y="5677"/>
                  </a:lnTo>
                  <a:lnTo>
                    <a:pt x="696" y="5600"/>
                  </a:lnTo>
                  <a:lnTo>
                    <a:pt x="850" y="5523"/>
                  </a:lnTo>
                  <a:close/>
                  <a:moveTo>
                    <a:pt x="5716" y="6218"/>
                  </a:moveTo>
                  <a:lnTo>
                    <a:pt x="5870" y="6334"/>
                  </a:lnTo>
                  <a:lnTo>
                    <a:pt x="5948" y="6411"/>
                  </a:lnTo>
                  <a:lnTo>
                    <a:pt x="5986" y="6527"/>
                  </a:lnTo>
                  <a:lnTo>
                    <a:pt x="6025" y="6681"/>
                  </a:lnTo>
                  <a:lnTo>
                    <a:pt x="5986" y="6797"/>
                  </a:lnTo>
                  <a:lnTo>
                    <a:pt x="5909" y="7067"/>
                  </a:lnTo>
                  <a:lnTo>
                    <a:pt x="5793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1" y="7801"/>
                  </a:lnTo>
                  <a:lnTo>
                    <a:pt x="5059" y="7917"/>
                  </a:lnTo>
                  <a:lnTo>
                    <a:pt x="5098" y="7878"/>
                  </a:lnTo>
                  <a:lnTo>
                    <a:pt x="5021" y="7415"/>
                  </a:lnTo>
                  <a:lnTo>
                    <a:pt x="4982" y="7183"/>
                  </a:lnTo>
                  <a:lnTo>
                    <a:pt x="5021" y="6952"/>
                  </a:lnTo>
                  <a:lnTo>
                    <a:pt x="5137" y="6681"/>
                  </a:lnTo>
                  <a:lnTo>
                    <a:pt x="5214" y="6527"/>
                  </a:lnTo>
                  <a:lnTo>
                    <a:pt x="5330" y="6372"/>
                  </a:lnTo>
                  <a:lnTo>
                    <a:pt x="5446" y="6256"/>
                  </a:lnTo>
                  <a:lnTo>
                    <a:pt x="5600" y="6218"/>
                  </a:lnTo>
                  <a:close/>
                  <a:moveTo>
                    <a:pt x="8960" y="8071"/>
                  </a:moveTo>
                  <a:lnTo>
                    <a:pt x="9153" y="8110"/>
                  </a:lnTo>
                  <a:lnTo>
                    <a:pt x="9268" y="8187"/>
                  </a:lnTo>
                  <a:lnTo>
                    <a:pt x="9346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7" y="9153"/>
                  </a:lnTo>
                  <a:lnTo>
                    <a:pt x="8805" y="9346"/>
                  </a:lnTo>
                  <a:lnTo>
                    <a:pt x="8689" y="9384"/>
                  </a:lnTo>
                  <a:lnTo>
                    <a:pt x="8612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2" y="9346"/>
                  </a:lnTo>
                  <a:lnTo>
                    <a:pt x="8264" y="9346"/>
                  </a:lnTo>
                  <a:lnTo>
                    <a:pt x="8226" y="8960"/>
                  </a:lnTo>
                  <a:lnTo>
                    <a:pt x="8226" y="8766"/>
                  </a:lnTo>
                  <a:lnTo>
                    <a:pt x="8264" y="8573"/>
                  </a:lnTo>
                  <a:lnTo>
                    <a:pt x="8342" y="8342"/>
                  </a:lnTo>
                  <a:lnTo>
                    <a:pt x="8496" y="8187"/>
                  </a:lnTo>
                  <a:lnTo>
                    <a:pt x="8728" y="8110"/>
                  </a:lnTo>
                  <a:lnTo>
                    <a:pt x="8844" y="8071"/>
                  </a:lnTo>
                  <a:close/>
                  <a:moveTo>
                    <a:pt x="4944" y="8380"/>
                  </a:moveTo>
                  <a:lnTo>
                    <a:pt x="4944" y="8419"/>
                  </a:lnTo>
                  <a:lnTo>
                    <a:pt x="4751" y="8805"/>
                  </a:lnTo>
                  <a:lnTo>
                    <a:pt x="4596" y="8960"/>
                  </a:lnTo>
                  <a:lnTo>
                    <a:pt x="4442" y="9153"/>
                  </a:lnTo>
                  <a:lnTo>
                    <a:pt x="4210" y="9307"/>
                  </a:lnTo>
                  <a:lnTo>
                    <a:pt x="3940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9" y="9346"/>
                  </a:lnTo>
                  <a:lnTo>
                    <a:pt x="3322" y="9191"/>
                  </a:lnTo>
                  <a:lnTo>
                    <a:pt x="3322" y="9075"/>
                  </a:lnTo>
                  <a:lnTo>
                    <a:pt x="3322" y="8960"/>
                  </a:lnTo>
                  <a:lnTo>
                    <a:pt x="3399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5" y="8458"/>
                  </a:lnTo>
                  <a:lnTo>
                    <a:pt x="4055" y="8380"/>
                  </a:lnTo>
                  <a:lnTo>
                    <a:pt x="4326" y="8380"/>
                  </a:lnTo>
                  <a:lnTo>
                    <a:pt x="4905" y="8419"/>
                  </a:lnTo>
                  <a:lnTo>
                    <a:pt x="4944" y="8380"/>
                  </a:lnTo>
                  <a:close/>
                  <a:moveTo>
                    <a:pt x="7994" y="10002"/>
                  </a:moveTo>
                  <a:lnTo>
                    <a:pt x="7956" y="10195"/>
                  </a:lnTo>
                  <a:lnTo>
                    <a:pt x="7917" y="10350"/>
                  </a:lnTo>
                  <a:lnTo>
                    <a:pt x="7840" y="10543"/>
                  </a:lnTo>
                  <a:lnTo>
                    <a:pt x="7724" y="10697"/>
                  </a:lnTo>
                  <a:lnTo>
                    <a:pt x="7608" y="10813"/>
                  </a:lnTo>
                  <a:lnTo>
                    <a:pt x="7492" y="10929"/>
                  </a:lnTo>
                  <a:lnTo>
                    <a:pt x="7338" y="11045"/>
                  </a:lnTo>
                  <a:lnTo>
                    <a:pt x="7145" y="11083"/>
                  </a:lnTo>
                  <a:lnTo>
                    <a:pt x="6952" y="11122"/>
                  </a:lnTo>
                  <a:lnTo>
                    <a:pt x="6797" y="11083"/>
                  </a:lnTo>
                  <a:lnTo>
                    <a:pt x="6720" y="11045"/>
                  </a:lnTo>
                  <a:lnTo>
                    <a:pt x="6681" y="10967"/>
                  </a:lnTo>
                  <a:lnTo>
                    <a:pt x="6643" y="10890"/>
                  </a:lnTo>
                  <a:lnTo>
                    <a:pt x="6604" y="10813"/>
                  </a:lnTo>
                  <a:lnTo>
                    <a:pt x="6643" y="10620"/>
                  </a:lnTo>
                  <a:lnTo>
                    <a:pt x="6720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2" y="10157"/>
                  </a:lnTo>
                  <a:lnTo>
                    <a:pt x="7492" y="10079"/>
                  </a:lnTo>
                  <a:lnTo>
                    <a:pt x="7724" y="10041"/>
                  </a:lnTo>
                  <a:lnTo>
                    <a:pt x="7994" y="10002"/>
                  </a:lnTo>
                  <a:close/>
                  <a:moveTo>
                    <a:pt x="2202" y="1"/>
                  </a:moveTo>
                  <a:lnTo>
                    <a:pt x="2009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1" y="812"/>
                  </a:lnTo>
                  <a:lnTo>
                    <a:pt x="1237" y="773"/>
                  </a:lnTo>
                  <a:lnTo>
                    <a:pt x="1043" y="735"/>
                  </a:lnTo>
                  <a:lnTo>
                    <a:pt x="696" y="735"/>
                  </a:lnTo>
                  <a:lnTo>
                    <a:pt x="541" y="812"/>
                  </a:lnTo>
                  <a:lnTo>
                    <a:pt x="387" y="889"/>
                  </a:lnTo>
                  <a:lnTo>
                    <a:pt x="233" y="1005"/>
                  </a:lnTo>
                  <a:lnTo>
                    <a:pt x="117" y="1159"/>
                  </a:lnTo>
                  <a:lnTo>
                    <a:pt x="39" y="1314"/>
                  </a:lnTo>
                  <a:lnTo>
                    <a:pt x="1" y="1468"/>
                  </a:lnTo>
                  <a:lnTo>
                    <a:pt x="1" y="1623"/>
                  </a:lnTo>
                  <a:lnTo>
                    <a:pt x="1" y="1777"/>
                  </a:lnTo>
                  <a:lnTo>
                    <a:pt x="78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6" y="2279"/>
                  </a:lnTo>
                  <a:lnTo>
                    <a:pt x="580" y="2356"/>
                  </a:lnTo>
                  <a:lnTo>
                    <a:pt x="735" y="2395"/>
                  </a:lnTo>
                  <a:lnTo>
                    <a:pt x="1043" y="2434"/>
                  </a:lnTo>
                  <a:lnTo>
                    <a:pt x="1391" y="2395"/>
                  </a:lnTo>
                  <a:lnTo>
                    <a:pt x="1700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9" y="4635"/>
                  </a:lnTo>
                  <a:lnTo>
                    <a:pt x="1777" y="5021"/>
                  </a:lnTo>
                  <a:lnTo>
                    <a:pt x="1893" y="5368"/>
                  </a:lnTo>
                  <a:lnTo>
                    <a:pt x="1584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3" y="5252"/>
                  </a:lnTo>
                  <a:lnTo>
                    <a:pt x="387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8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8" y="6218"/>
                  </a:lnTo>
                  <a:lnTo>
                    <a:pt x="155" y="6334"/>
                  </a:lnTo>
                  <a:lnTo>
                    <a:pt x="233" y="6450"/>
                  </a:lnTo>
                  <a:lnTo>
                    <a:pt x="348" y="6565"/>
                  </a:lnTo>
                  <a:lnTo>
                    <a:pt x="503" y="6643"/>
                  </a:lnTo>
                  <a:lnTo>
                    <a:pt x="657" y="6720"/>
                  </a:lnTo>
                  <a:lnTo>
                    <a:pt x="812" y="6758"/>
                  </a:lnTo>
                  <a:lnTo>
                    <a:pt x="1121" y="6758"/>
                  </a:lnTo>
                  <a:lnTo>
                    <a:pt x="1430" y="6681"/>
                  </a:lnTo>
                  <a:lnTo>
                    <a:pt x="1700" y="6527"/>
                  </a:lnTo>
                  <a:lnTo>
                    <a:pt x="1932" y="6295"/>
                  </a:lnTo>
                  <a:lnTo>
                    <a:pt x="2125" y="6063"/>
                  </a:lnTo>
                  <a:lnTo>
                    <a:pt x="2395" y="6527"/>
                  </a:lnTo>
                  <a:lnTo>
                    <a:pt x="2743" y="6990"/>
                  </a:lnTo>
                  <a:lnTo>
                    <a:pt x="3129" y="7376"/>
                  </a:lnTo>
                  <a:lnTo>
                    <a:pt x="3592" y="7762"/>
                  </a:lnTo>
                  <a:lnTo>
                    <a:pt x="4017" y="7994"/>
                  </a:lnTo>
                  <a:lnTo>
                    <a:pt x="3824" y="8033"/>
                  </a:lnTo>
                  <a:lnTo>
                    <a:pt x="3631" y="8110"/>
                  </a:lnTo>
                  <a:lnTo>
                    <a:pt x="3438" y="8187"/>
                  </a:lnTo>
                  <a:lnTo>
                    <a:pt x="3283" y="8342"/>
                  </a:lnTo>
                  <a:lnTo>
                    <a:pt x="3167" y="8458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6" y="8882"/>
                  </a:lnTo>
                  <a:lnTo>
                    <a:pt x="2897" y="9075"/>
                  </a:lnTo>
                  <a:lnTo>
                    <a:pt x="2936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2" y="9770"/>
                  </a:lnTo>
                  <a:lnTo>
                    <a:pt x="3515" y="9848"/>
                  </a:lnTo>
                  <a:lnTo>
                    <a:pt x="3708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9" y="9770"/>
                  </a:lnTo>
                  <a:lnTo>
                    <a:pt x="4403" y="9693"/>
                  </a:lnTo>
                  <a:lnTo>
                    <a:pt x="4673" y="9461"/>
                  </a:lnTo>
                  <a:lnTo>
                    <a:pt x="4905" y="9153"/>
                  </a:lnTo>
                  <a:lnTo>
                    <a:pt x="5098" y="8844"/>
                  </a:lnTo>
                  <a:lnTo>
                    <a:pt x="5214" y="8496"/>
                  </a:lnTo>
                  <a:lnTo>
                    <a:pt x="6527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6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5" y="9809"/>
                  </a:lnTo>
                  <a:lnTo>
                    <a:pt x="6797" y="9963"/>
                  </a:lnTo>
                  <a:lnTo>
                    <a:pt x="6643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5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5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6" y="11508"/>
                  </a:lnTo>
                  <a:lnTo>
                    <a:pt x="7029" y="11508"/>
                  </a:lnTo>
                  <a:lnTo>
                    <a:pt x="7222" y="11469"/>
                  </a:lnTo>
                  <a:lnTo>
                    <a:pt x="7415" y="11392"/>
                  </a:lnTo>
                  <a:lnTo>
                    <a:pt x="7569" y="11315"/>
                  </a:lnTo>
                  <a:lnTo>
                    <a:pt x="7724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10" y="10697"/>
                  </a:lnTo>
                  <a:lnTo>
                    <a:pt x="8226" y="10465"/>
                  </a:lnTo>
                  <a:lnTo>
                    <a:pt x="8264" y="10234"/>
                  </a:lnTo>
                  <a:lnTo>
                    <a:pt x="8303" y="9963"/>
                  </a:lnTo>
                  <a:lnTo>
                    <a:pt x="8342" y="9925"/>
                  </a:lnTo>
                  <a:lnTo>
                    <a:pt x="8728" y="10272"/>
                  </a:lnTo>
                  <a:lnTo>
                    <a:pt x="9075" y="10659"/>
                  </a:lnTo>
                  <a:lnTo>
                    <a:pt x="9346" y="11122"/>
                  </a:lnTo>
                  <a:lnTo>
                    <a:pt x="9462" y="11354"/>
                  </a:lnTo>
                  <a:lnTo>
                    <a:pt x="9539" y="11585"/>
                  </a:lnTo>
                  <a:lnTo>
                    <a:pt x="9655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5" y="12937"/>
                  </a:lnTo>
                  <a:lnTo>
                    <a:pt x="9577" y="13284"/>
                  </a:lnTo>
                  <a:lnTo>
                    <a:pt x="9462" y="13593"/>
                  </a:lnTo>
                  <a:lnTo>
                    <a:pt x="9191" y="14211"/>
                  </a:lnTo>
                  <a:lnTo>
                    <a:pt x="9153" y="14288"/>
                  </a:lnTo>
                  <a:lnTo>
                    <a:pt x="9153" y="14327"/>
                  </a:lnTo>
                  <a:lnTo>
                    <a:pt x="9230" y="14404"/>
                  </a:lnTo>
                  <a:lnTo>
                    <a:pt x="9307" y="14443"/>
                  </a:lnTo>
                  <a:lnTo>
                    <a:pt x="9423" y="14404"/>
                  </a:lnTo>
                  <a:lnTo>
                    <a:pt x="9577" y="14250"/>
                  </a:lnTo>
                  <a:lnTo>
                    <a:pt x="9732" y="14057"/>
                  </a:lnTo>
                  <a:lnTo>
                    <a:pt x="9848" y="13902"/>
                  </a:lnTo>
                  <a:lnTo>
                    <a:pt x="9925" y="13671"/>
                  </a:lnTo>
                  <a:lnTo>
                    <a:pt x="10079" y="13246"/>
                  </a:lnTo>
                  <a:lnTo>
                    <a:pt x="10118" y="12782"/>
                  </a:lnTo>
                  <a:lnTo>
                    <a:pt x="10118" y="12319"/>
                  </a:lnTo>
                  <a:lnTo>
                    <a:pt x="10041" y="11856"/>
                  </a:lnTo>
                  <a:lnTo>
                    <a:pt x="9925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7" y="10272"/>
                  </a:lnTo>
                  <a:lnTo>
                    <a:pt x="9037" y="9963"/>
                  </a:lnTo>
                  <a:lnTo>
                    <a:pt x="8728" y="9693"/>
                  </a:lnTo>
                  <a:lnTo>
                    <a:pt x="8960" y="9577"/>
                  </a:lnTo>
                  <a:lnTo>
                    <a:pt x="9230" y="9423"/>
                  </a:lnTo>
                  <a:lnTo>
                    <a:pt x="9462" y="9191"/>
                  </a:lnTo>
                  <a:lnTo>
                    <a:pt x="9616" y="8921"/>
                  </a:lnTo>
                  <a:lnTo>
                    <a:pt x="9732" y="8612"/>
                  </a:lnTo>
                  <a:lnTo>
                    <a:pt x="9732" y="8496"/>
                  </a:lnTo>
                  <a:lnTo>
                    <a:pt x="9732" y="8342"/>
                  </a:lnTo>
                  <a:lnTo>
                    <a:pt x="9693" y="8187"/>
                  </a:lnTo>
                  <a:lnTo>
                    <a:pt x="9616" y="8071"/>
                  </a:lnTo>
                  <a:lnTo>
                    <a:pt x="9500" y="7956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7" y="7724"/>
                  </a:lnTo>
                  <a:lnTo>
                    <a:pt x="8689" y="7724"/>
                  </a:lnTo>
                  <a:lnTo>
                    <a:pt x="8535" y="7762"/>
                  </a:lnTo>
                  <a:lnTo>
                    <a:pt x="8380" y="7840"/>
                  </a:lnTo>
                  <a:lnTo>
                    <a:pt x="8226" y="7956"/>
                  </a:lnTo>
                  <a:lnTo>
                    <a:pt x="8110" y="8071"/>
                  </a:lnTo>
                  <a:lnTo>
                    <a:pt x="7956" y="8264"/>
                  </a:lnTo>
                  <a:lnTo>
                    <a:pt x="7878" y="8535"/>
                  </a:lnTo>
                  <a:lnTo>
                    <a:pt x="7840" y="8766"/>
                  </a:lnTo>
                  <a:lnTo>
                    <a:pt x="7840" y="9037"/>
                  </a:lnTo>
                  <a:lnTo>
                    <a:pt x="7222" y="8766"/>
                  </a:lnTo>
                  <a:lnTo>
                    <a:pt x="6643" y="8496"/>
                  </a:lnTo>
                  <a:lnTo>
                    <a:pt x="5368" y="8033"/>
                  </a:lnTo>
                  <a:lnTo>
                    <a:pt x="5639" y="7878"/>
                  </a:lnTo>
                  <a:lnTo>
                    <a:pt x="5870" y="7685"/>
                  </a:lnTo>
                  <a:lnTo>
                    <a:pt x="6063" y="7454"/>
                  </a:lnTo>
                  <a:lnTo>
                    <a:pt x="6218" y="7183"/>
                  </a:lnTo>
                  <a:lnTo>
                    <a:pt x="6334" y="6874"/>
                  </a:lnTo>
                  <a:lnTo>
                    <a:pt x="6334" y="6720"/>
                  </a:lnTo>
                  <a:lnTo>
                    <a:pt x="6334" y="6527"/>
                  </a:lnTo>
                  <a:lnTo>
                    <a:pt x="6334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5" y="5948"/>
                  </a:lnTo>
                  <a:lnTo>
                    <a:pt x="5870" y="5870"/>
                  </a:lnTo>
                  <a:lnTo>
                    <a:pt x="5716" y="5832"/>
                  </a:lnTo>
                  <a:lnTo>
                    <a:pt x="5561" y="5870"/>
                  </a:lnTo>
                  <a:lnTo>
                    <a:pt x="5407" y="5909"/>
                  </a:lnTo>
                  <a:lnTo>
                    <a:pt x="5253" y="5986"/>
                  </a:lnTo>
                  <a:lnTo>
                    <a:pt x="5137" y="6063"/>
                  </a:lnTo>
                  <a:lnTo>
                    <a:pt x="4905" y="6334"/>
                  </a:lnTo>
                  <a:lnTo>
                    <a:pt x="4751" y="6643"/>
                  </a:lnTo>
                  <a:lnTo>
                    <a:pt x="4635" y="7029"/>
                  </a:lnTo>
                  <a:lnTo>
                    <a:pt x="4635" y="7222"/>
                  </a:lnTo>
                  <a:lnTo>
                    <a:pt x="4635" y="7415"/>
                  </a:lnTo>
                  <a:lnTo>
                    <a:pt x="4635" y="7608"/>
                  </a:lnTo>
                  <a:lnTo>
                    <a:pt x="4712" y="7762"/>
                  </a:lnTo>
                  <a:lnTo>
                    <a:pt x="4094" y="7454"/>
                  </a:lnTo>
                  <a:lnTo>
                    <a:pt x="3824" y="7299"/>
                  </a:lnTo>
                  <a:lnTo>
                    <a:pt x="3553" y="7106"/>
                  </a:lnTo>
                  <a:lnTo>
                    <a:pt x="3322" y="6874"/>
                  </a:lnTo>
                  <a:lnTo>
                    <a:pt x="3090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2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3" y="5986"/>
                  </a:lnTo>
                  <a:lnTo>
                    <a:pt x="4249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9" y="5407"/>
                  </a:lnTo>
                  <a:lnTo>
                    <a:pt x="4557" y="5214"/>
                  </a:lnTo>
                  <a:lnTo>
                    <a:pt x="4519" y="5059"/>
                  </a:lnTo>
                  <a:lnTo>
                    <a:pt x="4480" y="4866"/>
                  </a:lnTo>
                  <a:lnTo>
                    <a:pt x="4403" y="4712"/>
                  </a:lnTo>
                  <a:lnTo>
                    <a:pt x="4287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1" y="4364"/>
                  </a:lnTo>
                  <a:lnTo>
                    <a:pt x="3708" y="4364"/>
                  </a:lnTo>
                  <a:lnTo>
                    <a:pt x="3553" y="4403"/>
                  </a:lnTo>
                  <a:lnTo>
                    <a:pt x="3399" y="4442"/>
                  </a:lnTo>
                  <a:lnTo>
                    <a:pt x="3245" y="4519"/>
                  </a:lnTo>
                  <a:lnTo>
                    <a:pt x="3090" y="4635"/>
                  </a:lnTo>
                  <a:lnTo>
                    <a:pt x="2820" y="4905"/>
                  </a:lnTo>
                  <a:lnTo>
                    <a:pt x="2588" y="5214"/>
                  </a:lnTo>
                  <a:lnTo>
                    <a:pt x="2434" y="5561"/>
                  </a:lnTo>
                  <a:lnTo>
                    <a:pt x="2395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6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5" y="2318"/>
                  </a:lnTo>
                  <a:lnTo>
                    <a:pt x="2356" y="2511"/>
                  </a:lnTo>
                  <a:lnTo>
                    <a:pt x="2588" y="2627"/>
                  </a:lnTo>
                  <a:lnTo>
                    <a:pt x="2820" y="2743"/>
                  </a:lnTo>
                  <a:lnTo>
                    <a:pt x="3129" y="2781"/>
                  </a:lnTo>
                  <a:lnTo>
                    <a:pt x="3283" y="2743"/>
                  </a:lnTo>
                  <a:lnTo>
                    <a:pt x="3476" y="2704"/>
                  </a:lnTo>
                  <a:lnTo>
                    <a:pt x="3631" y="2627"/>
                  </a:lnTo>
                  <a:lnTo>
                    <a:pt x="3785" y="2549"/>
                  </a:lnTo>
                  <a:lnTo>
                    <a:pt x="3901" y="2434"/>
                  </a:lnTo>
                  <a:lnTo>
                    <a:pt x="4017" y="2279"/>
                  </a:lnTo>
                  <a:lnTo>
                    <a:pt x="4094" y="2125"/>
                  </a:lnTo>
                  <a:lnTo>
                    <a:pt x="4133" y="1970"/>
                  </a:lnTo>
                  <a:lnTo>
                    <a:pt x="4094" y="1777"/>
                  </a:lnTo>
                  <a:lnTo>
                    <a:pt x="4055" y="1623"/>
                  </a:lnTo>
                  <a:lnTo>
                    <a:pt x="4017" y="1507"/>
                  </a:lnTo>
                  <a:lnTo>
                    <a:pt x="3901" y="1352"/>
                  </a:lnTo>
                  <a:lnTo>
                    <a:pt x="3785" y="1237"/>
                  </a:lnTo>
                  <a:lnTo>
                    <a:pt x="3631" y="1159"/>
                  </a:lnTo>
                  <a:lnTo>
                    <a:pt x="3515" y="1121"/>
                  </a:lnTo>
                  <a:lnTo>
                    <a:pt x="3322" y="1082"/>
                  </a:lnTo>
                  <a:lnTo>
                    <a:pt x="3167" y="1043"/>
                  </a:lnTo>
                  <a:lnTo>
                    <a:pt x="3013" y="1082"/>
                  </a:lnTo>
                  <a:lnTo>
                    <a:pt x="2743" y="1159"/>
                  </a:lnTo>
                  <a:lnTo>
                    <a:pt x="2472" y="1314"/>
                  </a:lnTo>
                  <a:lnTo>
                    <a:pt x="2241" y="1545"/>
                  </a:lnTo>
                  <a:lnTo>
                    <a:pt x="2511" y="78"/>
                  </a:lnTo>
                  <a:lnTo>
                    <a:pt x="220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6"/>
            <p:cNvSpPr/>
            <p:nvPr/>
          </p:nvSpPr>
          <p:spPr>
            <a:xfrm>
              <a:off x="3971200" y="23945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4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2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6"/>
            <p:cNvSpPr/>
            <p:nvPr/>
          </p:nvSpPr>
          <p:spPr>
            <a:xfrm>
              <a:off x="591450" y="23984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8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0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6"/>
            <p:cNvSpPr/>
            <p:nvPr/>
          </p:nvSpPr>
          <p:spPr>
            <a:xfrm>
              <a:off x="456275" y="23994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80"/>
                  </a:lnTo>
                  <a:lnTo>
                    <a:pt x="12280" y="657"/>
                  </a:lnTo>
                  <a:lnTo>
                    <a:pt x="12628" y="850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54"/>
                  </a:lnTo>
                  <a:lnTo>
                    <a:pt x="13478" y="2240"/>
                  </a:lnTo>
                  <a:lnTo>
                    <a:pt x="13632" y="2665"/>
                  </a:lnTo>
                  <a:lnTo>
                    <a:pt x="13825" y="3438"/>
                  </a:lnTo>
                  <a:lnTo>
                    <a:pt x="13825" y="3438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472"/>
                  </a:lnTo>
                  <a:lnTo>
                    <a:pt x="12010" y="2125"/>
                  </a:lnTo>
                  <a:lnTo>
                    <a:pt x="11817" y="1932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734"/>
                  </a:lnTo>
                  <a:lnTo>
                    <a:pt x="11740" y="619"/>
                  </a:lnTo>
                  <a:lnTo>
                    <a:pt x="11856" y="541"/>
                  </a:lnTo>
                  <a:lnTo>
                    <a:pt x="11972" y="503"/>
                  </a:lnTo>
                  <a:close/>
                  <a:moveTo>
                    <a:pt x="16219" y="1584"/>
                  </a:moveTo>
                  <a:lnTo>
                    <a:pt x="16296" y="1623"/>
                  </a:lnTo>
                  <a:lnTo>
                    <a:pt x="16412" y="1661"/>
                  </a:lnTo>
                  <a:lnTo>
                    <a:pt x="16490" y="1738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7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661"/>
                  </a:lnTo>
                  <a:lnTo>
                    <a:pt x="16103" y="1623"/>
                  </a:lnTo>
                  <a:lnTo>
                    <a:pt x="16219" y="1584"/>
                  </a:lnTo>
                  <a:close/>
                  <a:moveTo>
                    <a:pt x="13825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9"/>
                  </a:lnTo>
                  <a:lnTo>
                    <a:pt x="10890" y="5445"/>
                  </a:lnTo>
                  <a:lnTo>
                    <a:pt x="10968" y="5252"/>
                  </a:lnTo>
                  <a:lnTo>
                    <a:pt x="11122" y="5098"/>
                  </a:lnTo>
                  <a:lnTo>
                    <a:pt x="11277" y="4943"/>
                  </a:lnTo>
                  <a:lnTo>
                    <a:pt x="11547" y="4750"/>
                  </a:lnTo>
                  <a:lnTo>
                    <a:pt x="11817" y="4635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25" y="4287"/>
                  </a:lnTo>
                  <a:close/>
                  <a:moveTo>
                    <a:pt x="14404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7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44" y="5986"/>
                  </a:lnTo>
                  <a:lnTo>
                    <a:pt x="16876" y="6334"/>
                  </a:lnTo>
                  <a:lnTo>
                    <a:pt x="16992" y="6681"/>
                  </a:lnTo>
                  <a:lnTo>
                    <a:pt x="16992" y="6836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8"/>
                  </a:lnTo>
                  <a:lnTo>
                    <a:pt x="16374" y="7338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370" y="6565"/>
                  </a:lnTo>
                  <a:lnTo>
                    <a:pt x="15061" y="6141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06" y="619"/>
                  </a:lnTo>
                  <a:lnTo>
                    <a:pt x="10929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33" y="2742"/>
                  </a:lnTo>
                  <a:lnTo>
                    <a:pt x="12396" y="3090"/>
                  </a:lnTo>
                  <a:lnTo>
                    <a:pt x="12860" y="3399"/>
                  </a:lnTo>
                  <a:lnTo>
                    <a:pt x="12860" y="3399"/>
                  </a:lnTo>
                  <a:lnTo>
                    <a:pt x="12049" y="3283"/>
                  </a:lnTo>
                  <a:lnTo>
                    <a:pt x="11199" y="3283"/>
                  </a:lnTo>
                  <a:lnTo>
                    <a:pt x="10388" y="3322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623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082" y="10156"/>
                  </a:lnTo>
                  <a:lnTo>
                    <a:pt x="503" y="10967"/>
                  </a:lnTo>
                  <a:lnTo>
                    <a:pt x="1" y="11778"/>
                  </a:lnTo>
                  <a:lnTo>
                    <a:pt x="348" y="12049"/>
                  </a:lnTo>
                  <a:lnTo>
                    <a:pt x="1546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79"/>
                  </a:lnTo>
                  <a:lnTo>
                    <a:pt x="6257" y="5561"/>
                  </a:lnTo>
                  <a:lnTo>
                    <a:pt x="7106" y="5059"/>
                  </a:lnTo>
                  <a:lnTo>
                    <a:pt x="7994" y="4596"/>
                  </a:lnTo>
                  <a:lnTo>
                    <a:pt x="8458" y="4441"/>
                  </a:lnTo>
                  <a:lnTo>
                    <a:pt x="8921" y="4248"/>
                  </a:lnTo>
                  <a:lnTo>
                    <a:pt x="9423" y="4133"/>
                  </a:lnTo>
                  <a:lnTo>
                    <a:pt x="9886" y="4017"/>
                  </a:lnTo>
                  <a:lnTo>
                    <a:pt x="10388" y="3901"/>
                  </a:lnTo>
                  <a:lnTo>
                    <a:pt x="10852" y="3862"/>
                  </a:lnTo>
                  <a:lnTo>
                    <a:pt x="11354" y="3824"/>
                  </a:lnTo>
                  <a:lnTo>
                    <a:pt x="11856" y="3824"/>
                  </a:lnTo>
                  <a:lnTo>
                    <a:pt x="12358" y="3862"/>
                  </a:lnTo>
                  <a:lnTo>
                    <a:pt x="12860" y="3901"/>
                  </a:lnTo>
                  <a:lnTo>
                    <a:pt x="12319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47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4"/>
                  </a:lnTo>
                  <a:lnTo>
                    <a:pt x="11006" y="6411"/>
                  </a:lnTo>
                  <a:lnTo>
                    <a:pt x="11277" y="6449"/>
                  </a:lnTo>
                  <a:lnTo>
                    <a:pt x="11585" y="6411"/>
                  </a:lnTo>
                  <a:lnTo>
                    <a:pt x="11856" y="6372"/>
                  </a:lnTo>
                  <a:lnTo>
                    <a:pt x="12165" y="6256"/>
                  </a:lnTo>
                  <a:lnTo>
                    <a:pt x="12628" y="6063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760" y="7878"/>
                  </a:lnTo>
                  <a:lnTo>
                    <a:pt x="16876" y="7840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7"/>
                  </a:lnTo>
                  <a:lnTo>
                    <a:pt x="17378" y="7531"/>
                  </a:lnTo>
                  <a:lnTo>
                    <a:pt x="17416" y="7376"/>
                  </a:lnTo>
                  <a:lnTo>
                    <a:pt x="17455" y="7260"/>
                  </a:lnTo>
                  <a:lnTo>
                    <a:pt x="17493" y="6951"/>
                  </a:lnTo>
                  <a:lnTo>
                    <a:pt x="17416" y="6604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4"/>
                  </a:lnTo>
                  <a:lnTo>
                    <a:pt x="17146" y="2163"/>
                  </a:lnTo>
                  <a:lnTo>
                    <a:pt x="17107" y="1932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36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41" y="2434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6"/>
            <p:cNvSpPr/>
            <p:nvPr/>
          </p:nvSpPr>
          <p:spPr>
            <a:xfrm>
              <a:off x="5396100" y="24418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4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2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6" y="9153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3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7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5"/>
                  </a:lnTo>
                  <a:lnTo>
                    <a:pt x="695" y="735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4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50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3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9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6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8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2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4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7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6"/>
            <p:cNvSpPr/>
            <p:nvPr/>
          </p:nvSpPr>
          <p:spPr>
            <a:xfrm>
              <a:off x="4094775" y="2444775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4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5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6"/>
            <p:cNvSpPr/>
            <p:nvPr/>
          </p:nvSpPr>
          <p:spPr>
            <a:xfrm>
              <a:off x="6880825" y="24872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5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40" y="4943"/>
                  </a:lnTo>
                  <a:lnTo>
                    <a:pt x="155" y="4943"/>
                  </a:lnTo>
                  <a:lnTo>
                    <a:pt x="542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9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6"/>
            <p:cNvSpPr/>
            <p:nvPr/>
          </p:nvSpPr>
          <p:spPr>
            <a:xfrm>
              <a:off x="4037825" y="2489175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3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3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69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7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9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5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6"/>
            <p:cNvSpPr/>
            <p:nvPr/>
          </p:nvSpPr>
          <p:spPr>
            <a:xfrm>
              <a:off x="6829675" y="24891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580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9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9"/>
                  </a:lnTo>
                  <a:lnTo>
                    <a:pt x="78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8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4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6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6"/>
            <p:cNvSpPr/>
            <p:nvPr/>
          </p:nvSpPr>
          <p:spPr>
            <a:xfrm>
              <a:off x="2130250" y="2495950"/>
              <a:ext cx="246175" cy="107175"/>
            </a:xfrm>
            <a:custGeom>
              <a:avLst/>
              <a:gdLst/>
              <a:ahLst/>
              <a:cxnLst/>
              <a:rect l="l" t="t" r="r" b="b"/>
              <a:pathLst>
                <a:path w="9847" h="4287" extrusionOk="0">
                  <a:moveTo>
                    <a:pt x="8882" y="2742"/>
                  </a:moveTo>
                  <a:lnTo>
                    <a:pt x="9113" y="2819"/>
                  </a:lnTo>
                  <a:lnTo>
                    <a:pt x="9229" y="2896"/>
                  </a:lnTo>
                  <a:lnTo>
                    <a:pt x="9306" y="3012"/>
                  </a:lnTo>
                  <a:lnTo>
                    <a:pt x="9384" y="3089"/>
                  </a:lnTo>
                  <a:lnTo>
                    <a:pt x="9384" y="3205"/>
                  </a:lnTo>
                  <a:lnTo>
                    <a:pt x="9422" y="3321"/>
                  </a:lnTo>
                  <a:lnTo>
                    <a:pt x="9384" y="3437"/>
                  </a:lnTo>
                  <a:lnTo>
                    <a:pt x="9268" y="3630"/>
                  </a:lnTo>
                  <a:lnTo>
                    <a:pt x="9113" y="3785"/>
                  </a:lnTo>
                  <a:lnTo>
                    <a:pt x="8920" y="3862"/>
                  </a:lnTo>
                  <a:lnTo>
                    <a:pt x="8727" y="3862"/>
                  </a:lnTo>
                  <a:lnTo>
                    <a:pt x="8573" y="3785"/>
                  </a:lnTo>
                  <a:lnTo>
                    <a:pt x="8418" y="3630"/>
                  </a:lnTo>
                  <a:lnTo>
                    <a:pt x="8302" y="3437"/>
                  </a:lnTo>
                  <a:lnTo>
                    <a:pt x="8302" y="3244"/>
                  </a:lnTo>
                  <a:lnTo>
                    <a:pt x="8341" y="3051"/>
                  </a:lnTo>
                  <a:lnTo>
                    <a:pt x="8380" y="2858"/>
                  </a:lnTo>
                  <a:lnTo>
                    <a:pt x="8418" y="2819"/>
                  </a:lnTo>
                  <a:lnTo>
                    <a:pt x="8650" y="2742"/>
                  </a:lnTo>
                  <a:close/>
                  <a:moveTo>
                    <a:pt x="155" y="0"/>
                  </a:moveTo>
                  <a:lnTo>
                    <a:pt x="77" y="39"/>
                  </a:lnTo>
                  <a:lnTo>
                    <a:pt x="39" y="78"/>
                  </a:lnTo>
                  <a:lnTo>
                    <a:pt x="0" y="155"/>
                  </a:lnTo>
                  <a:lnTo>
                    <a:pt x="39" y="271"/>
                  </a:lnTo>
                  <a:lnTo>
                    <a:pt x="77" y="348"/>
                  </a:lnTo>
                  <a:lnTo>
                    <a:pt x="116" y="386"/>
                  </a:lnTo>
                  <a:lnTo>
                    <a:pt x="618" y="618"/>
                  </a:lnTo>
                  <a:lnTo>
                    <a:pt x="1120" y="773"/>
                  </a:lnTo>
                  <a:lnTo>
                    <a:pt x="2124" y="1081"/>
                  </a:lnTo>
                  <a:lnTo>
                    <a:pt x="4286" y="1738"/>
                  </a:lnTo>
                  <a:lnTo>
                    <a:pt x="6101" y="2317"/>
                  </a:lnTo>
                  <a:lnTo>
                    <a:pt x="7028" y="2587"/>
                  </a:lnTo>
                  <a:lnTo>
                    <a:pt x="7993" y="2819"/>
                  </a:lnTo>
                  <a:lnTo>
                    <a:pt x="7916" y="2974"/>
                  </a:lnTo>
                  <a:lnTo>
                    <a:pt x="7878" y="3089"/>
                  </a:lnTo>
                  <a:lnTo>
                    <a:pt x="7878" y="3398"/>
                  </a:lnTo>
                  <a:lnTo>
                    <a:pt x="7993" y="3707"/>
                  </a:lnTo>
                  <a:lnTo>
                    <a:pt x="8109" y="3939"/>
                  </a:lnTo>
                  <a:lnTo>
                    <a:pt x="8225" y="4093"/>
                  </a:lnTo>
                  <a:lnTo>
                    <a:pt x="8380" y="4171"/>
                  </a:lnTo>
                  <a:lnTo>
                    <a:pt x="8573" y="4248"/>
                  </a:lnTo>
                  <a:lnTo>
                    <a:pt x="8727" y="4287"/>
                  </a:lnTo>
                  <a:lnTo>
                    <a:pt x="8920" y="4287"/>
                  </a:lnTo>
                  <a:lnTo>
                    <a:pt x="9075" y="4248"/>
                  </a:lnTo>
                  <a:lnTo>
                    <a:pt x="9268" y="4209"/>
                  </a:lnTo>
                  <a:lnTo>
                    <a:pt x="9422" y="4093"/>
                  </a:lnTo>
                  <a:lnTo>
                    <a:pt x="9538" y="3978"/>
                  </a:lnTo>
                  <a:lnTo>
                    <a:pt x="9654" y="3823"/>
                  </a:lnTo>
                  <a:lnTo>
                    <a:pt x="9770" y="3669"/>
                  </a:lnTo>
                  <a:lnTo>
                    <a:pt x="9808" y="3514"/>
                  </a:lnTo>
                  <a:lnTo>
                    <a:pt x="9847" y="3321"/>
                  </a:lnTo>
                  <a:lnTo>
                    <a:pt x="9847" y="3128"/>
                  </a:lnTo>
                  <a:lnTo>
                    <a:pt x="9770" y="2974"/>
                  </a:lnTo>
                  <a:lnTo>
                    <a:pt x="9692" y="2781"/>
                  </a:lnTo>
                  <a:lnTo>
                    <a:pt x="9577" y="2665"/>
                  </a:lnTo>
                  <a:lnTo>
                    <a:pt x="9422" y="2549"/>
                  </a:lnTo>
                  <a:lnTo>
                    <a:pt x="9229" y="2433"/>
                  </a:lnTo>
                  <a:lnTo>
                    <a:pt x="9075" y="2394"/>
                  </a:lnTo>
                  <a:lnTo>
                    <a:pt x="8688" y="2394"/>
                  </a:lnTo>
                  <a:lnTo>
                    <a:pt x="8495" y="2472"/>
                  </a:lnTo>
                  <a:lnTo>
                    <a:pt x="8341" y="2549"/>
                  </a:lnTo>
                  <a:lnTo>
                    <a:pt x="7298" y="2163"/>
                  </a:lnTo>
                  <a:lnTo>
                    <a:pt x="6294" y="1815"/>
                  </a:lnTo>
                  <a:lnTo>
                    <a:pt x="4209" y="1159"/>
                  </a:lnTo>
                  <a:lnTo>
                    <a:pt x="3244" y="850"/>
                  </a:lnTo>
                  <a:lnTo>
                    <a:pt x="2240" y="502"/>
                  </a:lnTo>
                  <a:lnTo>
                    <a:pt x="1236" y="193"/>
                  </a:lnTo>
                  <a:lnTo>
                    <a:pt x="734" y="7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6"/>
            <p:cNvSpPr/>
            <p:nvPr/>
          </p:nvSpPr>
          <p:spPr>
            <a:xfrm>
              <a:off x="4737700" y="2534550"/>
              <a:ext cx="459550" cy="296400"/>
            </a:xfrm>
            <a:custGeom>
              <a:avLst/>
              <a:gdLst/>
              <a:ahLst/>
              <a:cxnLst/>
              <a:rect l="l" t="t" r="r" b="b"/>
              <a:pathLst>
                <a:path w="18382" h="11856" extrusionOk="0">
                  <a:moveTo>
                    <a:pt x="17648" y="2936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9"/>
                  </a:lnTo>
                  <a:lnTo>
                    <a:pt x="17880" y="3322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40"/>
                  </a:lnTo>
                  <a:lnTo>
                    <a:pt x="17648" y="4133"/>
                  </a:lnTo>
                  <a:lnTo>
                    <a:pt x="17300" y="4403"/>
                  </a:lnTo>
                  <a:lnTo>
                    <a:pt x="17030" y="4596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4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5"/>
                  </a:lnTo>
                  <a:lnTo>
                    <a:pt x="16528" y="3515"/>
                  </a:lnTo>
                  <a:lnTo>
                    <a:pt x="16721" y="3283"/>
                  </a:lnTo>
                  <a:lnTo>
                    <a:pt x="16953" y="3129"/>
                  </a:lnTo>
                  <a:lnTo>
                    <a:pt x="17223" y="2974"/>
                  </a:lnTo>
                  <a:lnTo>
                    <a:pt x="17493" y="2936"/>
                  </a:lnTo>
                  <a:close/>
                  <a:moveTo>
                    <a:pt x="14211" y="4866"/>
                  </a:moveTo>
                  <a:lnTo>
                    <a:pt x="14481" y="4905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30"/>
                  </a:lnTo>
                  <a:lnTo>
                    <a:pt x="14752" y="5523"/>
                  </a:lnTo>
                  <a:lnTo>
                    <a:pt x="14288" y="5677"/>
                  </a:lnTo>
                  <a:lnTo>
                    <a:pt x="14018" y="5716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600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7"/>
                  </a:lnTo>
                  <a:lnTo>
                    <a:pt x="13169" y="5021"/>
                  </a:lnTo>
                  <a:lnTo>
                    <a:pt x="13323" y="4944"/>
                  </a:lnTo>
                  <a:lnTo>
                    <a:pt x="13555" y="4905"/>
                  </a:lnTo>
                  <a:lnTo>
                    <a:pt x="13864" y="4866"/>
                  </a:lnTo>
                  <a:close/>
                  <a:moveTo>
                    <a:pt x="15756" y="5523"/>
                  </a:moveTo>
                  <a:lnTo>
                    <a:pt x="16374" y="5832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4"/>
                  </a:lnTo>
                  <a:lnTo>
                    <a:pt x="17571" y="6913"/>
                  </a:lnTo>
                  <a:lnTo>
                    <a:pt x="17609" y="7067"/>
                  </a:lnTo>
                  <a:lnTo>
                    <a:pt x="17609" y="7222"/>
                  </a:lnTo>
                  <a:lnTo>
                    <a:pt x="17609" y="7454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4"/>
                  </a:lnTo>
                  <a:lnTo>
                    <a:pt x="17146" y="7724"/>
                  </a:lnTo>
                  <a:lnTo>
                    <a:pt x="16953" y="7685"/>
                  </a:lnTo>
                  <a:lnTo>
                    <a:pt x="16798" y="7608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7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2"/>
                  </a:lnTo>
                  <a:lnTo>
                    <a:pt x="15756" y="5523"/>
                  </a:lnTo>
                  <a:close/>
                  <a:moveTo>
                    <a:pt x="4944" y="464"/>
                  </a:moveTo>
                  <a:lnTo>
                    <a:pt x="5561" y="503"/>
                  </a:lnTo>
                  <a:lnTo>
                    <a:pt x="6141" y="657"/>
                  </a:lnTo>
                  <a:lnTo>
                    <a:pt x="6681" y="889"/>
                  </a:lnTo>
                  <a:lnTo>
                    <a:pt x="7222" y="1198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5"/>
                  </a:lnTo>
                  <a:lnTo>
                    <a:pt x="8766" y="2781"/>
                  </a:lnTo>
                  <a:lnTo>
                    <a:pt x="9037" y="3206"/>
                  </a:lnTo>
                  <a:lnTo>
                    <a:pt x="9268" y="3669"/>
                  </a:lnTo>
                  <a:lnTo>
                    <a:pt x="9693" y="4596"/>
                  </a:lnTo>
                  <a:lnTo>
                    <a:pt x="10079" y="5523"/>
                  </a:lnTo>
                  <a:lnTo>
                    <a:pt x="10272" y="5909"/>
                  </a:lnTo>
                  <a:lnTo>
                    <a:pt x="10504" y="6295"/>
                  </a:lnTo>
                  <a:lnTo>
                    <a:pt x="10736" y="6643"/>
                  </a:lnTo>
                  <a:lnTo>
                    <a:pt x="11006" y="6913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1"/>
                  </a:lnTo>
                  <a:lnTo>
                    <a:pt x="13207" y="7492"/>
                  </a:lnTo>
                  <a:lnTo>
                    <a:pt x="13516" y="7415"/>
                  </a:lnTo>
                  <a:lnTo>
                    <a:pt x="13825" y="7260"/>
                  </a:lnTo>
                  <a:lnTo>
                    <a:pt x="14095" y="7106"/>
                  </a:lnTo>
                  <a:lnTo>
                    <a:pt x="14366" y="6952"/>
                  </a:lnTo>
                  <a:lnTo>
                    <a:pt x="14597" y="6720"/>
                  </a:lnTo>
                  <a:lnTo>
                    <a:pt x="14829" y="6488"/>
                  </a:lnTo>
                  <a:lnTo>
                    <a:pt x="14829" y="6488"/>
                  </a:lnTo>
                  <a:lnTo>
                    <a:pt x="14404" y="7222"/>
                  </a:lnTo>
                  <a:lnTo>
                    <a:pt x="13941" y="7878"/>
                  </a:lnTo>
                  <a:lnTo>
                    <a:pt x="13439" y="8535"/>
                  </a:lnTo>
                  <a:lnTo>
                    <a:pt x="12860" y="9114"/>
                  </a:lnTo>
                  <a:lnTo>
                    <a:pt x="12242" y="9616"/>
                  </a:lnTo>
                  <a:lnTo>
                    <a:pt x="11547" y="10079"/>
                  </a:lnTo>
                  <a:lnTo>
                    <a:pt x="10813" y="10504"/>
                  </a:lnTo>
                  <a:lnTo>
                    <a:pt x="10041" y="10813"/>
                  </a:lnTo>
                  <a:lnTo>
                    <a:pt x="9462" y="11006"/>
                  </a:lnTo>
                  <a:lnTo>
                    <a:pt x="8882" y="11161"/>
                  </a:lnTo>
                  <a:lnTo>
                    <a:pt x="8303" y="11276"/>
                  </a:lnTo>
                  <a:lnTo>
                    <a:pt x="7724" y="11315"/>
                  </a:lnTo>
                  <a:lnTo>
                    <a:pt x="7145" y="11354"/>
                  </a:lnTo>
                  <a:lnTo>
                    <a:pt x="6604" y="11315"/>
                  </a:lnTo>
                  <a:lnTo>
                    <a:pt x="6025" y="11238"/>
                  </a:lnTo>
                  <a:lnTo>
                    <a:pt x="5484" y="11122"/>
                  </a:lnTo>
                  <a:lnTo>
                    <a:pt x="4944" y="10967"/>
                  </a:lnTo>
                  <a:lnTo>
                    <a:pt x="4442" y="10736"/>
                  </a:lnTo>
                  <a:lnTo>
                    <a:pt x="3940" y="10504"/>
                  </a:lnTo>
                  <a:lnTo>
                    <a:pt x="3476" y="10195"/>
                  </a:lnTo>
                  <a:lnTo>
                    <a:pt x="3013" y="9848"/>
                  </a:lnTo>
                  <a:lnTo>
                    <a:pt x="2549" y="9461"/>
                  </a:lnTo>
                  <a:lnTo>
                    <a:pt x="2163" y="9037"/>
                  </a:lnTo>
                  <a:lnTo>
                    <a:pt x="1777" y="8573"/>
                  </a:lnTo>
                  <a:lnTo>
                    <a:pt x="1430" y="8033"/>
                  </a:lnTo>
                  <a:lnTo>
                    <a:pt x="1121" y="7492"/>
                  </a:lnTo>
                  <a:lnTo>
                    <a:pt x="850" y="6913"/>
                  </a:lnTo>
                  <a:lnTo>
                    <a:pt x="657" y="6334"/>
                  </a:lnTo>
                  <a:lnTo>
                    <a:pt x="503" y="5754"/>
                  </a:lnTo>
                  <a:lnTo>
                    <a:pt x="426" y="5137"/>
                  </a:lnTo>
                  <a:lnTo>
                    <a:pt x="426" y="4519"/>
                  </a:lnTo>
                  <a:lnTo>
                    <a:pt x="503" y="3862"/>
                  </a:lnTo>
                  <a:lnTo>
                    <a:pt x="696" y="3283"/>
                  </a:lnTo>
                  <a:lnTo>
                    <a:pt x="928" y="2743"/>
                  </a:lnTo>
                  <a:lnTo>
                    <a:pt x="1275" y="2241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80"/>
                  </a:lnTo>
                  <a:lnTo>
                    <a:pt x="4326" y="464"/>
                  </a:lnTo>
                  <a:close/>
                  <a:moveTo>
                    <a:pt x="4519" y="1"/>
                  </a:moveTo>
                  <a:lnTo>
                    <a:pt x="4249" y="39"/>
                  </a:lnTo>
                  <a:lnTo>
                    <a:pt x="3901" y="78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6"/>
                  </a:lnTo>
                  <a:lnTo>
                    <a:pt x="2472" y="580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4"/>
                  </a:lnTo>
                  <a:lnTo>
                    <a:pt x="1082" y="1700"/>
                  </a:lnTo>
                  <a:lnTo>
                    <a:pt x="773" y="2163"/>
                  </a:lnTo>
                  <a:lnTo>
                    <a:pt x="503" y="2627"/>
                  </a:lnTo>
                  <a:lnTo>
                    <a:pt x="310" y="3090"/>
                  </a:lnTo>
                  <a:lnTo>
                    <a:pt x="155" y="3592"/>
                  </a:lnTo>
                  <a:lnTo>
                    <a:pt x="40" y="4094"/>
                  </a:lnTo>
                  <a:lnTo>
                    <a:pt x="1" y="4596"/>
                  </a:lnTo>
                  <a:lnTo>
                    <a:pt x="1" y="5137"/>
                  </a:lnTo>
                  <a:lnTo>
                    <a:pt x="78" y="5639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9"/>
                  </a:lnTo>
                  <a:lnTo>
                    <a:pt x="1237" y="8612"/>
                  </a:lnTo>
                  <a:lnTo>
                    <a:pt x="1545" y="9037"/>
                  </a:lnTo>
                  <a:lnTo>
                    <a:pt x="2009" y="9577"/>
                  </a:lnTo>
                  <a:lnTo>
                    <a:pt x="2472" y="10041"/>
                  </a:lnTo>
                  <a:lnTo>
                    <a:pt x="2974" y="10427"/>
                  </a:lnTo>
                  <a:lnTo>
                    <a:pt x="3476" y="10813"/>
                  </a:lnTo>
                  <a:lnTo>
                    <a:pt x="4055" y="11083"/>
                  </a:lnTo>
                  <a:lnTo>
                    <a:pt x="4596" y="11354"/>
                  </a:lnTo>
                  <a:lnTo>
                    <a:pt x="5214" y="11547"/>
                  </a:lnTo>
                  <a:lnTo>
                    <a:pt x="5832" y="11701"/>
                  </a:lnTo>
                  <a:lnTo>
                    <a:pt x="5870" y="11856"/>
                  </a:lnTo>
                  <a:lnTo>
                    <a:pt x="6218" y="11778"/>
                  </a:lnTo>
                  <a:lnTo>
                    <a:pt x="7029" y="11817"/>
                  </a:lnTo>
                  <a:lnTo>
                    <a:pt x="7840" y="11817"/>
                  </a:lnTo>
                  <a:lnTo>
                    <a:pt x="8689" y="11701"/>
                  </a:lnTo>
                  <a:lnTo>
                    <a:pt x="9539" y="11508"/>
                  </a:lnTo>
                  <a:lnTo>
                    <a:pt x="10272" y="11238"/>
                  </a:lnTo>
                  <a:lnTo>
                    <a:pt x="11006" y="10929"/>
                  </a:lnTo>
                  <a:lnTo>
                    <a:pt x="11315" y="10813"/>
                  </a:lnTo>
                  <a:lnTo>
                    <a:pt x="11315" y="10774"/>
                  </a:lnTo>
                  <a:lnTo>
                    <a:pt x="12049" y="10350"/>
                  </a:lnTo>
                  <a:lnTo>
                    <a:pt x="12705" y="9848"/>
                  </a:lnTo>
                  <a:lnTo>
                    <a:pt x="13362" y="9307"/>
                  </a:lnTo>
                  <a:lnTo>
                    <a:pt x="13941" y="8689"/>
                  </a:lnTo>
                  <a:lnTo>
                    <a:pt x="14481" y="8033"/>
                  </a:lnTo>
                  <a:lnTo>
                    <a:pt x="14713" y="7685"/>
                  </a:lnTo>
                  <a:lnTo>
                    <a:pt x="14906" y="7299"/>
                  </a:lnTo>
                  <a:lnTo>
                    <a:pt x="15099" y="6952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20"/>
                  </a:lnTo>
                  <a:lnTo>
                    <a:pt x="15987" y="7145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7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3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4"/>
                  </a:lnTo>
                  <a:lnTo>
                    <a:pt x="18034" y="7260"/>
                  </a:lnTo>
                  <a:lnTo>
                    <a:pt x="17995" y="7029"/>
                  </a:lnTo>
                  <a:lnTo>
                    <a:pt x="17918" y="6836"/>
                  </a:lnTo>
                  <a:lnTo>
                    <a:pt x="17841" y="6643"/>
                  </a:lnTo>
                  <a:lnTo>
                    <a:pt x="17725" y="6450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6"/>
                  </a:lnTo>
                  <a:lnTo>
                    <a:pt x="16567" y="5446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2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4"/>
                  </a:lnTo>
                  <a:lnTo>
                    <a:pt x="18343" y="3553"/>
                  </a:lnTo>
                  <a:lnTo>
                    <a:pt x="18382" y="3322"/>
                  </a:lnTo>
                  <a:lnTo>
                    <a:pt x="18343" y="3090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4"/>
                  </a:lnTo>
                  <a:lnTo>
                    <a:pt x="17841" y="2588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8"/>
                  </a:lnTo>
                  <a:lnTo>
                    <a:pt x="16953" y="2704"/>
                  </a:lnTo>
                  <a:lnTo>
                    <a:pt x="16760" y="2781"/>
                  </a:lnTo>
                  <a:lnTo>
                    <a:pt x="16567" y="2936"/>
                  </a:lnTo>
                  <a:lnTo>
                    <a:pt x="16412" y="3090"/>
                  </a:lnTo>
                  <a:lnTo>
                    <a:pt x="16258" y="3283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1"/>
                  </a:lnTo>
                  <a:lnTo>
                    <a:pt x="15524" y="5021"/>
                  </a:lnTo>
                  <a:lnTo>
                    <a:pt x="15099" y="4789"/>
                  </a:lnTo>
                  <a:lnTo>
                    <a:pt x="14675" y="4635"/>
                  </a:lnTo>
                  <a:lnTo>
                    <a:pt x="14211" y="4519"/>
                  </a:lnTo>
                  <a:lnTo>
                    <a:pt x="13748" y="4519"/>
                  </a:lnTo>
                  <a:lnTo>
                    <a:pt x="13362" y="4596"/>
                  </a:lnTo>
                  <a:lnTo>
                    <a:pt x="13169" y="4635"/>
                  </a:lnTo>
                  <a:lnTo>
                    <a:pt x="12975" y="4712"/>
                  </a:lnTo>
                  <a:lnTo>
                    <a:pt x="12782" y="4789"/>
                  </a:lnTo>
                  <a:lnTo>
                    <a:pt x="12628" y="4944"/>
                  </a:lnTo>
                  <a:lnTo>
                    <a:pt x="12512" y="5098"/>
                  </a:lnTo>
                  <a:lnTo>
                    <a:pt x="12435" y="5252"/>
                  </a:lnTo>
                  <a:lnTo>
                    <a:pt x="12396" y="5446"/>
                  </a:lnTo>
                  <a:lnTo>
                    <a:pt x="12473" y="5639"/>
                  </a:lnTo>
                  <a:lnTo>
                    <a:pt x="12551" y="5793"/>
                  </a:lnTo>
                  <a:lnTo>
                    <a:pt x="12705" y="5909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1"/>
                  </a:lnTo>
                  <a:lnTo>
                    <a:pt x="13786" y="6141"/>
                  </a:lnTo>
                  <a:lnTo>
                    <a:pt x="14134" y="6102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20"/>
                  </a:lnTo>
                  <a:lnTo>
                    <a:pt x="13671" y="6836"/>
                  </a:lnTo>
                  <a:lnTo>
                    <a:pt x="13439" y="6952"/>
                  </a:lnTo>
                  <a:lnTo>
                    <a:pt x="13207" y="7029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1"/>
                  </a:lnTo>
                  <a:lnTo>
                    <a:pt x="10968" y="6141"/>
                  </a:lnTo>
                  <a:lnTo>
                    <a:pt x="10774" y="5793"/>
                  </a:lnTo>
                  <a:lnTo>
                    <a:pt x="10504" y="5330"/>
                  </a:lnTo>
                  <a:lnTo>
                    <a:pt x="10311" y="4828"/>
                  </a:lnTo>
                  <a:lnTo>
                    <a:pt x="9886" y="3862"/>
                  </a:lnTo>
                  <a:lnTo>
                    <a:pt x="9655" y="3399"/>
                  </a:lnTo>
                  <a:lnTo>
                    <a:pt x="9423" y="2936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2"/>
                  </a:lnTo>
                  <a:lnTo>
                    <a:pt x="6874" y="503"/>
                  </a:lnTo>
                  <a:lnTo>
                    <a:pt x="6295" y="271"/>
                  </a:lnTo>
                  <a:lnTo>
                    <a:pt x="5716" y="117"/>
                  </a:lnTo>
                  <a:lnTo>
                    <a:pt x="5137" y="39"/>
                  </a:lnTo>
                  <a:lnTo>
                    <a:pt x="451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6"/>
            <p:cNvSpPr/>
            <p:nvPr/>
          </p:nvSpPr>
          <p:spPr>
            <a:xfrm>
              <a:off x="6767875" y="25365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1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6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6"/>
            <p:cNvSpPr/>
            <p:nvPr/>
          </p:nvSpPr>
          <p:spPr>
            <a:xfrm>
              <a:off x="694725" y="25374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8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6"/>
            <p:cNvSpPr/>
            <p:nvPr/>
          </p:nvSpPr>
          <p:spPr>
            <a:xfrm>
              <a:off x="643575" y="25393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657" y="1468"/>
                  </a:lnTo>
                  <a:lnTo>
                    <a:pt x="579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3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5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6"/>
            <p:cNvSpPr/>
            <p:nvPr/>
          </p:nvSpPr>
          <p:spPr>
            <a:xfrm>
              <a:off x="2323325" y="2542275"/>
              <a:ext cx="309900" cy="249100"/>
            </a:xfrm>
            <a:custGeom>
              <a:avLst/>
              <a:gdLst/>
              <a:ahLst/>
              <a:cxnLst/>
              <a:rect l="l" t="t" r="r" b="b"/>
              <a:pathLst>
                <a:path w="12396" h="9964" extrusionOk="0">
                  <a:moveTo>
                    <a:pt x="10079" y="426"/>
                  </a:moveTo>
                  <a:lnTo>
                    <a:pt x="10272" y="464"/>
                  </a:lnTo>
                  <a:lnTo>
                    <a:pt x="10465" y="503"/>
                  </a:lnTo>
                  <a:lnTo>
                    <a:pt x="10581" y="541"/>
                  </a:lnTo>
                  <a:lnTo>
                    <a:pt x="10735" y="657"/>
                  </a:lnTo>
                  <a:lnTo>
                    <a:pt x="10851" y="850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28" y="1430"/>
                  </a:lnTo>
                  <a:lnTo>
                    <a:pt x="10890" y="1661"/>
                  </a:lnTo>
                  <a:lnTo>
                    <a:pt x="10812" y="1854"/>
                  </a:lnTo>
                  <a:lnTo>
                    <a:pt x="10619" y="2202"/>
                  </a:lnTo>
                  <a:lnTo>
                    <a:pt x="10310" y="2588"/>
                  </a:lnTo>
                  <a:lnTo>
                    <a:pt x="9963" y="2936"/>
                  </a:lnTo>
                  <a:lnTo>
                    <a:pt x="9422" y="3476"/>
                  </a:lnTo>
                  <a:lnTo>
                    <a:pt x="8843" y="3978"/>
                  </a:lnTo>
                  <a:lnTo>
                    <a:pt x="8186" y="4480"/>
                  </a:lnTo>
                  <a:lnTo>
                    <a:pt x="7569" y="4982"/>
                  </a:lnTo>
                  <a:lnTo>
                    <a:pt x="6912" y="5484"/>
                  </a:lnTo>
                  <a:lnTo>
                    <a:pt x="6256" y="5947"/>
                  </a:lnTo>
                  <a:lnTo>
                    <a:pt x="5483" y="6411"/>
                  </a:lnTo>
                  <a:lnTo>
                    <a:pt x="4711" y="6874"/>
                  </a:lnTo>
                  <a:lnTo>
                    <a:pt x="3939" y="7299"/>
                  </a:lnTo>
                  <a:lnTo>
                    <a:pt x="3128" y="7724"/>
                  </a:lnTo>
                  <a:lnTo>
                    <a:pt x="2471" y="7994"/>
                  </a:lnTo>
                  <a:lnTo>
                    <a:pt x="2163" y="8110"/>
                  </a:lnTo>
                  <a:lnTo>
                    <a:pt x="1815" y="8226"/>
                  </a:lnTo>
                  <a:lnTo>
                    <a:pt x="1506" y="8264"/>
                  </a:lnTo>
                  <a:lnTo>
                    <a:pt x="1159" y="8303"/>
                  </a:lnTo>
                  <a:lnTo>
                    <a:pt x="811" y="8303"/>
                  </a:lnTo>
                  <a:lnTo>
                    <a:pt x="463" y="8226"/>
                  </a:lnTo>
                  <a:lnTo>
                    <a:pt x="502" y="8148"/>
                  </a:lnTo>
                  <a:lnTo>
                    <a:pt x="463" y="8033"/>
                  </a:lnTo>
                  <a:lnTo>
                    <a:pt x="463" y="7917"/>
                  </a:lnTo>
                  <a:lnTo>
                    <a:pt x="463" y="7801"/>
                  </a:lnTo>
                  <a:lnTo>
                    <a:pt x="502" y="7569"/>
                  </a:lnTo>
                  <a:lnTo>
                    <a:pt x="618" y="7299"/>
                  </a:lnTo>
                  <a:lnTo>
                    <a:pt x="772" y="7029"/>
                  </a:lnTo>
                  <a:lnTo>
                    <a:pt x="1159" y="6565"/>
                  </a:lnTo>
                  <a:lnTo>
                    <a:pt x="1467" y="6179"/>
                  </a:lnTo>
                  <a:lnTo>
                    <a:pt x="2008" y="5561"/>
                  </a:lnTo>
                  <a:lnTo>
                    <a:pt x="2549" y="4982"/>
                  </a:lnTo>
                  <a:lnTo>
                    <a:pt x="3128" y="4441"/>
                  </a:lnTo>
                  <a:lnTo>
                    <a:pt x="3746" y="3862"/>
                  </a:lnTo>
                  <a:lnTo>
                    <a:pt x="4364" y="3360"/>
                  </a:lnTo>
                  <a:lnTo>
                    <a:pt x="5020" y="2858"/>
                  </a:lnTo>
                  <a:lnTo>
                    <a:pt x="5715" y="2434"/>
                  </a:lnTo>
                  <a:lnTo>
                    <a:pt x="6410" y="1970"/>
                  </a:lnTo>
                  <a:lnTo>
                    <a:pt x="7105" y="1584"/>
                  </a:lnTo>
                  <a:lnTo>
                    <a:pt x="7839" y="1236"/>
                  </a:lnTo>
                  <a:lnTo>
                    <a:pt x="8457" y="928"/>
                  </a:lnTo>
                  <a:lnTo>
                    <a:pt x="8843" y="734"/>
                  </a:lnTo>
                  <a:lnTo>
                    <a:pt x="9268" y="580"/>
                  </a:lnTo>
                  <a:lnTo>
                    <a:pt x="9692" y="464"/>
                  </a:lnTo>
                  <a:lnTo>
                    <a:pt x="10079" y="426"/>
                  </a:lnTo>
                  <a:close/>
                  <a:moveTo>
                    <a:pt x="11237" y="464"/>
                  </a:moveTo>
                  <a:lnTo>
                    <a:pt x="11430" y="580"/>
                  </a:lnTo>
                  <a:lnTo>
                    <a:pt x="11585" y="773"/>
                  </a:lnTo>
                  <a:lnTo>
                    <a:pt x="11700" y="966"/>
                  </a:lnTo>
                  <a:lnTo>
                    <a:pt x="11778" y="1236"/>
                  </a:lnTo>
                  <a:lnTo>
                    <a:pt x="11778" y="1468"/>
                  </a:lnTo>
                  <a:lnTo>
                    <a:pt x="11778" y="1738"/>
                  </a:lnTo>
                  <a:lnTo>
                    <a:pt x="11739" y="1970"/>
                  </a:lnTo>
                  <a:lnTo>
                    <a:pt x="11662" y="2240"/>
                  </a:lnTo>
                  <a:lnTo>
                    <a:pt x="11430" y="2627"/>
                  </a:lnTo>
                  <a:lnTo>
                    <a:pt x="11160" y="3013"/>
                  </a:lnTo>
                  <a:lnTo>
                    <a:pt x="10851" y="3399"/>
                  </a:lnTo>
                  <a:lnTo>
                    <a:pt x="10542" y="3746"/>
                  </a:lnTo>
                  <a:lnTo>
                    <a:pt x="9847" y="4480"/>
                  </a:lnTo>
                  <a:lnTo>
                    <a:pt x="9075" y="5137"/>
                  </a:lnTo>
                  <a:lnTo>
                    <a:pt x="8264" y="5793"/>
                  </a:lnTo>
                  <a:lnTo>
                    <a:pt x="7453" y="6372"/>
                  </a:lnTo>
                  <a:lnTo>
                    <a:pt x="6603" y="6990"/>
                  </a:lnTo>
                  <a:lnTo>
                    <a:pt x="5754" y="7569"/>
                  </a:lnTo>
                  <a:lnTo>
                    <a:pt x="4866" y="8110"/>
                  </a:lnTo>
                  <a:lnTo>
                    <a:pt x="3977" y="8612"/>
                  </a:lnTo>
                  <a:lnTo>
                    <a:pt x="3128" y="9037"/>
                  </a:lnTo>
                  <a:lnTo>
                    <a:pt x="2703" y="9191"/>
                  </a:lnTo>
                  <a:lnTo>
                    <a:pt x="2240" y="9346"/>
                  </a:lnTo>
                  <a:lnTo>
                    <a:pt x="1969" y="9384"/>
                  </a:lnTo>
                  <a:lnTo>
                    <a:pt x="1661" y="9423"/>
                  </a:lnTo>
                  <a:lnTo>
                    <a:pt x="1313" y="9384"/>
                  </a:lnTo>
                  <a:lnTo>
                    <a:pt x="1004" y="9346"/>
                  </a:lnTo>
                  <a:lnTo>
                    <a:pt x="734" y="9191"/>
                  </a:lnTo>
                  <a:lnTo>
                    <a:pt x="541" y="9037"/>
                  </a:lnTo>
                  <a:lnTo>
                    <a:pt x="463" y="8921"/>
                  </a:lnTo>
                  <a:lnTo>
                    <a:pt x="386" y="8805"/>
                  </a:lnTo>
                  <a:lnTo>
                    <a:pt x="348" y="8650"/>
                  </a:lnTo>
                  <a:lnTo>
                    <a:pt x="309" y="8496"/>
                  </a:lnTo>
                  <a:lnTo>
                    <a:pt x="579" y="8612"/>
                  </a:lnTo>
                  <a:lnTo>
                    <a:pt x="888" y="8728"/>
                  </a:lnTo>
                  <a:lnTo>
                    <a:pt x="1197" y="8766"/>
                  </a:lnTo>
                  <a:lnTo>
                    <a:pt x="1506" y="8766"/>
                  </a:lnTo>
                  <a:lnTo>
                    <a:pt x="1815" y="8728"/>
                  </a:lnTo>
                  <a:lnTo>
                    <a:pt x="2124" y="8650"/>
                  </a:lnTo>
                  <a:lnTo>
                    <a:pt x="2742" y="8457"/>
                  </a:lnTo>
                  <a:lnTo>
                    <a:pt x="3321" y="8187"/>
                  </a:lnTo>
                  <a:lnTo>
                    <a:pt x="3939" y="7917"/>
                  </a:lnTo>
                  <a:lnTo>
                    <a:pt x="4981" y="7299"/>
                  </a:lnTo>
                  <a:lnTo>
                    <a:pt x="6526" y="6372"/>
                  </a:lnTo>
                  <a:lnTo>
                    <a:pt x="7298" y="5832"/>
                  </a:lnTo>
                  <a:lnTo>
                    <a:pt x="8071" y="5291"/>
                  </a:lnTo>
                  <a:lnTo>
                    <a:pt x="8804" y="4750"/>
                  </a:lnTo>
                  <a:lnTo>
                    <a:pt x="9499" y="4133"/>
                  </a:lnTo>
                  <a:lnTo>
                    <a:pt x="10156" y="3515"/>
                  </a:lnTo>
                  <a:lnTo>
                    <a:pt x="10774" y="2820"/>
                  </a:lnTo>
                  <a:lnTo>
                    <a:pt x="10967" y="2588"/>
                  </a:lnTo>
                  <a:lnTo>
                    <a:pt x="11121" y="2356"/>
                  </a:lnTo>
                  <a:lnTo>
                    <a:pt x="11276" y="2047"/>
                  </a:lnTo>
                  <a:lnTo>
                    <a:pt x="11391" y="1777"/>
                  </a:lnTo>
                  <a:lnTo>
                    <a:pt x="11469" y="1468"/>
                  </a:lnTo>
                  <a:lnTo>
                    <a:pt x="11507" y="1159"/>
                  </a:lnTo>
                  <a:lnTo>
                    <a:pt x="11430" y="889"/>
                  </a:lnTo>
                  <a:lnTo>
                    <a:pt x="11314" y="580"/>
                  </a:lnTo>
                  <a:lnTo>
                    <a:pt x="11237" y="464"/>
                  </a:lnTo>
                  <a:close/>
                  <a:moveTo>
                    <a:pt x="9924" y="1"/>
                  </a:moveTo>
                  <a:lnTo>
                    <a:pt x="9654" y="39"/>
                  </a:lnTo>
                  <a:lnTo>
                    <a:pt x="9306" y="117"/>
                  </a:lnTo>
                  <a:lnTo>
                    <a:pt x="8920" y="194"/>
                  </a:lnTo>
                  <a:lnTo>
                    <a:pt x="8186" y="503"/>
                  </a:lnTo>
                  <a:lnTo>
                    <a:pt x="7491" y="850"/>
                  </a:lnTo>
                  <a:lnTo>
                    <a:pt x="6835" y="1198"/>
                  </a:lnTo>
                  <a:lnTo>
                    <a:pt x="6101" y="1584"/>
                  </a:lnTo>
                  <a:lnTo>
                    <a:pt x="5406" y="2009"/>
                  </a:lnTo>
                  <a:lnTo>
                    <a:pt x="4750" y="2472"/>
                  </a:lnTo>
                  <a:lnTo>
                    <a:pt x="4093" y="2974"/>
                  </a:lnTo>
                  <a:lnTo>
                    <a:pt x="3360" y="3553"/>
                  </a:lnTo>
                  <a:lnTo>
                    <a:pt x="2665" y="4210"/>
                  </a:lnTo>
                  <a:lnTo>
                    <a:pt x="1969" y="4866"/>
                  </a:lnTo>
                  <a:lnTo>
                    <a:pt x="1352" y="5600"/>
                  </a:lnTo>
                  <a:lnTo>
                    <a:pt x="888" y="6141"/>
                  </a:lnTo>
                  <a:lnTo>
                    <a:pt x="618" y="6449"/>
                  </a:lnTo>
                  <a:lnTo>
                    <a:pt x="348" y="6797"/>
                  </a:lnTo>
                  <a:lnTo>
                    <a:pt x="155" y="7145"/>
                  </a:lnTo>
                  <a:lnTo>
                    <a:pt x="0" y="7492"/>
                  </a:lnTo>
                  <a:lnTo>
                    <a:pt x="0" y="7685"/>
                  </a:lnTo>
                  <a:lnTo>
                    <a:pt x="0" y="7840"/>
                  </a:lnTo>
                  <a:lnTo>
                    <a:pt x="0" y="8033"/>
                  </a:lnTo>
                  <a:lnTo>
                    <a:pt x="77" y="8187"/>
                  </a:lnTo>
                  <a:lnTo>
                    <a:pt x="77" y="8264"/>
                  </a:lnTo>
                  <a:lnTo>
                    <a:pt x="77" y="8342"/>
                  </a:lnTo>
                  <a:lnTo>
                    <a:pt x="39" y="8496"/>
                  </a:lnTo>
                  <a:lnTo>
                    <a:pt x="39" y="8650"/>
                  </a:lnTo>
                  <a:lnTo>
                    <a:pt x="77" y="8805"/>
                  </a:lnTo>
                  <a:lnTo>
                    <a:pt x="116" y="8959"/>
                  </a:lnTo>
                  <a:lnTo>
                    <a:pt x="309" y="9230"/>
                  </a:lnTo>
                  <a:lnTo>
                    <a:pt x="541" y="9500"/>
                  </a:lnTo>
                  <a:lnTo>
                    <a:pt x="734" y="9616"/>
                  </a:lnTo>
                  <a:lnTo>
                    <a:pt x="965" y="9732"/>
                  </a:lnTo>
                  <a:lnTo>
                    <a:pt x="1236" y="9770"/>
                  </a:lnTo>
                  <a:lnTo>
                    <a:pt x="1467" y="9809"/>
                  </a:lnTo>
                  <a:lnTo>
                    <a:pt x="1583" y="9963"/>
                  </a:lnTo>
                  <a:lnTo>
                    <a:pt x="1815" y="9770"/>
                  </a:lnTo>
                  <a:lnTo>
                    <a:pt x="1892" y="9770"/>
                  </a:lnTo>
                  <a:lnTo>
                    <a:pt x="1892" y="9848"/>
                  </a:lnTo>
                  <a:lnTo>
                    <a:pt x="1931" y="9848"/>
                  </a:lnTo>
                  <a:lnTo>
                    <a:pt x="2008" y="9770"/>
                  </a:lnTo>
                  <a:lnTo>
                    <a:pt x="2394" y="9654"/>
                  </a:lnTo>
                  <a:lnTo>
                    <a:pt x="2935" y="9500"/>
                  </a:lnTo>
                  <a:lnTo>
                    <a:pt x="3514" y="9268"/>
                  </a:lnTo>
                  <a:lnTo>
                    <a:pt x="4055" y="9037"/>
                  </a:lnTo>
                  <a:lnTo>
                    <a:pt x="4557" y="8766"/>
                  </a:lnTo>
                  <a:lnTo>
                    <a:pt x="5599" y="8148"/>
                  </a:lnTo>
                  <a:lnTo>
                    <a:pt x="6603" y="7492"/>
                  </a:lnTo>
                  <a:lnTo>
                    <a:pt x="6758" y="7376"/>
                  </a:lnTo>
                  <a:lnTo>
                    <a:pt x="7839" y="6643"/>
                  </a:lnTo>
                  <a:lnTo>
                    <a:pt x="8688" y="5986"/>
                  </a:lnTo>
                  <a:lnTo>
                    <a:pt x="9538" y="5330"/>
                  </a:lnTo>
                  <a:lnTo>
                    <a:pt x="10388" y="4596"/>
                  </a:lnTo>
                  <a:lnTo>
                    <a:pt x="10774" y="4171"/>
                  </a:lnTo>
                  <a:lnTo>
                    <a:pt x="11121" y="3785"/>
                  </a:lnTo>
                  <a:lnTo>
                    <a:pt x="11160" y="3901"/>
                  </a:lnTo>
                  <a:lnTo>
                    <a:pt x="11430" y="3824"/>
                  </a:lnTo>
                  <a:lnTo>
                    <a:pt x="11932" y="4094"/>
                  </a:lnTo>
                  <a:lnTo>
                    <a:pt x="12087" y="3824"/>
                  </a:lnTo>
                  <a:lnTo>
                    <a:pt x="11353" y="3476"/>
                  </a:lnTo>
                  <a:lnTo>
                    <a:pt x="11662" y="3051"/>
                  </a:lnTo>
                  <a:lnTo>
                    <a:pt x="11932" y="2588"/>
                  </a:lnTo>
                  <a:lnTo>
                    <a:pt x="12087" y="2202"/>
                  </a:lnTo>
                  <a:lnTo>
                    <a:pt x="12164" y="1816"/>
                  </a:lnTo>
                  <a:lnTo>
                    <a:pt x="12395" y="1623"/>
                  </a:lnTo>
                  <a:lnTo>
                    <a:pt x="12164" y="1391"/>
                  </a:lnTo>
                  <a:lnTo>
                    <a:pt x="12125" y="1082"/>
                  </a:lnTo>
                  <a:lnTo>
                    <a:pt x="12048" y="812"/>
                  </a:lnTo>
                  <a:lnTo>
                    <a:pt x="11932" y="580"/>
                  </a:lnTo>
                  <a:lnTo>
                    <a:pt x="11778" y="387"/>
                  </a:lnTo>
                  <a:lnTo>
                    <a:pt x="11585" y="194"/>
                  </a:lnTo>
                  <a:lnTo>
                    <a:pt x="11353" y="78"/>
                  </a:lnTo>
                  <a:lnTo>
                    <a:pt x="11044" y="39"/>
                  </a:lnTo>
                  <a:lnTo>
                    <a:pt x="10735" y="39"/>
                  </a:lnTo>
                  <a:lnTo>
                    <a:pt x="10619" y="78"/>
                  </a:lnTo>
                  <a:lnTo>
                    <a:pt x="103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6"/>
            <p:cNvSpPr/>
            <p:nvPr/>
          </p:nvSpPr>
          <p:spPr>
            <a:xfrm>
              <a:off x="6773675" y="25422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4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52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2"/>
                  </a:lnTo>
                  <a:lnTo>
                    <a:pt x="2935" y="1430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4" y="1893"/>
                  </a:lnTo>
                  <a:lnTo>
                    <a:pt x="425" y="2434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6" y="11354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20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2"/>
                  </a:lnTo>
                  <a:lnTo>
                    <a:pt x="3669" y="10620"/>
                  </a:lnTo>
                  <a:lnTo>
                    <a:pt x="3824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6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3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6" y="2742"/>
                  </a:lnTo>
                  <a:lnTo>
                    <a:pt x="4287" y="2395"/>
                  </a:lnTo>
                  <a:lnTo>
                    <a:pt x="4210" y="1430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6"/>
            <p:cNvSpPr/>
            <p:nvPr/>
          </p:nvSpPr>
          <p:spPr>
            <a:xfrm>
              <a:off x="4769575" y="2562550"/>
              <a:ext cx="144825" cy="164150"/>
            </a:xfrm>
            <a:custGeom>
              <a:avLst/>
              <a:gdLst/>
              <a:ahLst/>
              <a:cxnLst/>
              <a:rect l="l" t="t" r="r" b="b"/>
              <a:pathLst>
                <a:path w="5793" h="6566" extrusionOk="0">
                  <a:moveTo>
                    <a:pt x="2858" y="464"/>
                  </a:moveTo>
                  <a:lnTo>
                    <a:pt x="3360" y="619"/>
                  </a:lnTo>
                  <a:lnTo>
                    <a:pt x="3823" y="812"/>
                  </a:lnTo>
                  <a:lnTo>
                    <a:pt x="4248" y="1082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9"/>
                  </a:lnTo>
                  <a:lnTo>
                    <a:pt x="5252" y="2511"/>
                  </a:lnTo>
                  <a:lnTo>
                    <a:pt x="5290" y="2781"/>
                  </a:lnTo>
                  <a:lnTo>
                    <a:pt x="5329" y="3051"/>
                  </a:lnTo>
                  <a:lnTo>
                    <a:pt x="5329" y="3322"/>
                  </a:lnTo>
                  <a:lnTo>
                    <a:pt x="5290" y="3785"/>
                  </a:lnTo>
                  <a:lnTo>
                    <a:pt x="5175" y="4248"/>
                  </a:lnTo>
                  <a:lnTo>
                    <a:pt x="4982" y="4712"/>
                  </a:lnTo>
                  <a:lnTo>
                    <a:pt x="4711" y="5098"/>
                  </a:lnTo>
                  <a:lnTo>
                    <a:pt x="4364" y="5445"/>
                  </a:lnTo>
                  <a:lnTo>
                    <a:pt x="4016" y="5716"/>
                  </a:lnTo>
                  <a:lnTo>
                    <a:pt x="3784" y="5832"/>
                  </a:lnTo>
                  <a:lnTo>
                    <a:pt x="3553" y="5947"/>
                  </a:lnTo>
                  <a:lnTo>
                    <a:pt x="3321" y="6025"/>
                  </a:lnTo>
                  <a:lnTo>
                    <a:pt x="3089" y="6063"/>
                  </a:lnTo>
                  <a:lnTo>
                    <a:pt x="2780" y="6102"/>
                  </a:lnTo>
                  <a:lnTo>
                    <a:pt x="2510" y="6102"/>
                  </a:lnTo>
                  <a:lnTo>
                    <a:pt x="2201" y="6063"/>
                  </a:lnTo>
                  <a:lnTo>
                    <a:pt x="1970" y="5986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600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1"/>
                  </a:lnTo>
                  <a:lnTo>
                    <a:pt x="734" y="4789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5"/>
                  </a:lnTo>
                  <a:lnTo>
                    <a:pt x="464" y="2974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700"/>
                  </a:lnTo>
                  <a:lnTo>
                    <a:pt x="966" y="1507"/>
                  </a:lnTo>
                  <a:lnTo>
                    <a:pt x="1120" y="1275"/>
                  </a:lnTo>
                  <a:lnTo>
                    <a:pt x="1313" y="1121"/>
                  </a:lnTo>
                  <a:lnTo>
                    <a:pt x="1506" y="927"/>
                  </a:lnTo>
                  <a:lnTo>
                    <a:pt x="1738" y="812"/>
                  </a:lnTo>
                  <a:lnTo>
                    <a:pt x="1970" y="696"/>
                  </a:lnTo>
                  <a:lnTo>
                    <a:pt x="2201" y="580"/>
                  </a:lnTo>
                  <a:lnTo>
                    <a:pt x="2472" y="541"/>
                  </a:lnTo>
                  <a:lnTo>
                    <a:pt x="2780" y="503"/>
                  </a:lnTo>
                  <a:lnTo>
                    <a:pt x="2819" y="503"/>
                  </a:lnTo>
                  <a:lnTo>
                    <a:pt x="2858" y="464"/>
                  </a:lnTo>
                  <a:close/>
                  <a:moveTo>
                    <a:pt x="2665" y="1"/>
                  </a:moveTo>
                  <a:lnTo>
                    <a:pt x="2587" y="39"/>
                  </a:lnTo>
                  <a:lnTo>
                    <a:pt x="2510" y="78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1"/>
                  </a:lnTo>
                  <a:lnTo>
                    <a:pt x="1854" y="310"/>
                  </a:lnTo>
                  <a:lnTo>
                    <a:pt x="1622" y="387"/>
                  </a:lnTo>
                  <a:lnTo>
                    <a:pt x="1390" y="503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7"/>
                  </a:lnTo>
                  <a:lnTo>
                    <a:pt x="348" y="1738"/>
                  </a:lnTo>
                  <a:lnTo>
                    <a:pt x="155" y="2279"/>
                  </a:lnTo>
                  <a:lnTo>
                    <a:pt x="39" y="2858"/>
                  </a:lnTo>
                  <a:lnTo>
                    <a:pt x="0" y="3399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3"/>
                  </a:lnTo>
                  <a:lnTo>
                    <a:pt x="309" y="4943"/>
                  </a:lnTo>
                  <a:lnTo>
                    <a:pt x="425" y="5214"/>
                  </a:lnTo>
                  <a:lnTo>
                    <a:pt x="579" y="5445"/>
                  </a:lnTo>
                  <a:lnTo>
                    <a:pt x="734" y="5677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8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7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7"/>
                  </a:lnTo>
                  <a:lnTo>
                    <a:pt x="3476" y="6449"/>
                  </a:lnTo>
                  <a:lnTo>
                    <a:pt x="3784" y="6334"/>
                  </a:lnTo>
                  <a:lnTo>
                    <a:pt x="4055" y="6218"/>
                  </a:lnTo>
                  <a:lnTo>
                    <a:pt x="4325" y="6063"/>
                  </a:lnTo>
                  <a:lnTo>
                    <a:pt x="4557" y="5909"/>
                  </a:lnTo>
                  <a:lnTo>
                    <a:pt x="4788" y="5716"/>
                  </a:lnTo>
                  <a:lnTo>
                    <a:pt x="4982" y="5484"/>
                  </a:lnTo>
                  <a:lnTo>
                    <a:pt x="5175" y="5252"/>
                  </a:lnTo>
                  <a:lnTo>
                    <a:pt x="5329" y="4982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1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8"/>
                  </a:lnTo>
                  <a:lnTo>
                    <a:pt x="5561" y="2047"/>
                  </a:lnTo>
                  <a:lnTo>
                    <a:pt x="5406" y="1777"/>
                  </a:lnTo>
                  <a:lnTo>
                    <a:pt x="5252" y="1507"/>
                  </a:lnTo>
                  <a:lnTo>
                    <a:pt x="5059" y="1275"/>
                  </a:lnTo>
                  <a:lnTo>
                    <a:pt x="4866" y="1043"/>
                  </a:lnTo>
                  <a:lnTo>
                    <a:pt x="4634" y="812"/>
                  </a:lnTo>
                  <a:lnTo>
                    <a:pt x="4402" y="619"/>
                  </a:lnTo>
                  <a:lnTo>
                    <a:pt x="4132" y="464"/>
                  </a:lnTo>
                  <a:lnTo>
                    <a:pt x="3862" y="310"/>
                  </a:lnTo>
                  <a:lnTo>
                    <a:pt x="3591" y="194"/>
                  </a:lnTo>
                  <a:lnTo>
                    <a:pt x="3282" y="117"/>
                  </a:lnTo>
                  <a:lnTo>
                    <a:pt x="2974" y="39"/>
                  </a:lnTo>
                  <a:lnTo>
                    <a:pt x="266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6"/>
            <p:cNvSpPr/>
            <p:nvPr/>
          </p:nvSpPr>
          <p:spPr>
            <a:xfrm>
              <a:off x="2452675" y="2582825"/>
              <a:ext cx="296400" cy="356250"/>
            </a:xfrm>
            <a:custGeom>
              <a:avLst/>
              <a:gdLst/>
              <a:ahLst/>
              <a:cxnLst/>
              <a:rect l="l" t="t" r="r" b="b"/>
              <a:pathLst>
                <a:path w="11856" h="14250" extrusionOk="0">
                  <a:moveTo>
                    <a:pt x="7221" y="1"/>
                  </a:moveTo>
                  <a:lnTo>
                    <a:pt x="6990" y="194"/>
                  </a:lnTo>
                  <a:lnTo>
                    <a:pt x="8032" y="1777"/>
                  </a:lnTo>
                  <a:lnTo>
                    <a:pt x="9114" y="3283"/>
                  </a:lnTo>
                  <a:lnTo>
                    <a:pt x="8032" y="2704"/>
                  </a:lnTo>
                  <a:lnTo>
                    <a:pt x="6913" y="2202"/>
                  </a:lnTo>
                  <a:lnTo>
                    <a:pt x="6758" y="2472"/>
                  </a:lnTo>
                  <a:lnTo>
                    <a:pt x="8225" y="3283"/>
                  </a:lnTo>
                  <a:lnTo>
                    <a:pt x="9731" y="4094"/>
                  </a:lnTo>
                  <a:lnTo>
                    <a:pt x="10388" y="4905"/>
                  </a:lnTo>
                  <a:lnTo>
                    <a:pt x="10388" y="4943"/>
                  </a:lnTo>
                  <a:lnTo>
                    <a:pt x="10697" y="4827"/>
                  </a:lnTo>
                  <a:lnTo>
                    <a:pt x="10658" y="4712"/>
                  </a:lnTo>
                  <a:lnTo>
                    <a:pt x="10620" y="4596"/>
                  </a:lnTo>
                  <a:lnTo>
                    <a:pt x="10620" y="4596"/>
                  </a:lnTo>
                  <a:lnTo>
                    <a:pt x="10929" y="4712"/>
                  </a:lnTo>
                  <a:lnTo>
                    <a:pt x="11160" y="4827"/>
                  </a:lnTo>
                  <a:lnTo>
                    <a:pt x="11315" y="5021"/>
                  </a:lnTo>
                  <a:lnTo>
                    <a:pt x="11431" y="5252"/>
                  </a:lnTo>
                  <a:lnTo>
                    <a:pt x="11469" y="5484"/>
                  </a:lnTo>
                  <a:lnTo>
                    <a:pt x="11469" y="5754"/>
                  </a:lnTo>
                  <a:lnTo>
                    <a:pt x="11431" y="6063"/>
                  </a:lnTo>
                  <a:lnTo>
                    <a:pt x="11353" y="6372"/>
                  </a:lnTo>
                  <a:lnTo>
                    <a:pt x="11083" y="7028"/>
                  </a:lnTo>
                  <a:lnTo>
                    <a:pt x="10813" y="7646"/>
                  </a:lnTo>
                  <a:lnTo>
                    <a:pt x="10504" y="8148"/>
                  </a:lnTo>
                  <a:lnTo>
                    <a:pt x="10233" y="8573"/>
                  </a:lnTo>
                  <a:lnTo>
                    <a:pt x="9654" y="9345"/>
                  </a:lnTo>
                  <a:lnTo>
                    <a:pt x="9036" y="10079"/>
                  </a:lnTo>
                  <a:lnTo>
                    <a:pt x="8380" y="10736"/>
                  </a:lnTo>
                  <a:lnTo>
                    <a:pt x="7646" y="11353"/>
                  </a:lnTo>
                  <a:lnTo>
                    <a:pt x="6874" y="11933"/>
                  </a:lnTo>
                  <a:lnTo>
                    <a:pt x="6024" y="12435"/>
                  </a:lnTo>
                  <a:lnTo>
                    <a:pt x="5175" y="12898"/>
                  </a:lnTo>
                  <a:lnTo>
                    <a:pt x="4287" y="13284"/>
                  </a:lnTo>
                  <a:lnTo>
                    <a:pt x="3862" y="13439"/>
                  </a:lnTo>
                  <a:lnTo>
                    <a:pt x="3283" y="13632"/>
                  </a:lnTo>
                  <a:lnTo>
                    <a:pt x="2665" y="13786"/>
                  </a:lnTo>
                  <a:lnTo>
                    <a:pt x="1970" y="13941"/>
                  </a:lnTo>
                  <a:lnTo>
                    <a:pt x="1043" y="13941"/>
                  </a:lnTo>
                  <a:lnTo>
                    <a:pt x="811" y="13863"/>
                  </a:lnTo>
                  <a:lnTo>
                    <a:pt x="580" y="13709"/>
                  </a:lnTo>
                  <a:lnTo>
                    <a:pt x="425" y="13554"/>
                  </a:lnTo>
                  <a:lnTo>
                    <a:pt x="309" y="13323"/>
                  </a:lnTo>
                  <a:lnTo>
                    <a:pt x="232" y="13052"/>
                  </a:lnTo>
                  <a:lnTo>
                    <a:pt x="1" y="13130"/>
                  </a:lnTo>
                  <a:lnTo>
                    <a:pt x="1" y="13400"/>
                  </a:lnTo>
                  <a:lnTo>
                    <a:pt x="39" y="13632"/>
                  </a:lnTo>
                  <a:lnTo>
                    <a:pt x="155" y="13825"/>
                  </a:lnTo>
                  <a:lnTo>
                    <a:pt x="271" y="13941"/>
                  </a:lnTo>
                  <a:lnTo>
                    <a:pt x="464" y="14056"/>
                  </a:lnTo>
                  <a:lnTo>
                    <a:pt x="657" y="14172"/>
                  </a:lnTo>
                  <a:lnTo>
                    <a:pt x="889" y="14211"/>
                  </a:lnTo>
                  <a:lnTo>
                    <a:pt x="1120" y="14249"/>
                  </a:lnTo>
                  <a:lnTo>
                    <a:pt x="1661" y="14249"/>
                  </a:lnTo>
                  <a:lnTo>
                    <a:pt x="2163" y="14211"/>
                  </a:lnTo>
                  <a:lnTo>
                    <a:pt x="2665" y="14134"/>
                  </a:lnTo>
                  <a:lnTo>
                    <a:pt x="3051" y="14056"/>
                  </a:lnTo>
                  <a:lnTo>
                    <a:pt x="3708" y="13863"/>
                  </a:lnTo>
                  <a:lnTo>
                    <a:pt x="4364" y="13632"/>
                  </a:lnTo>
                  <a:lnTo>
                    <a:pt x="5020" y="13361"/>
                  </a:lnTo>
                  <a:lnTo>
                    <a:pt x="5638" y="13091"/>
                  </a:lnTo>
                  <a:lnTo>
                    <a:pt x="6256" y="12743"/>
                  </a:lnTo>
                  <a:lnTo>
                    <a:pt x="6835" y="12396"/>
                  </a:lnTo>
                  <a:lnTo>
                    <a:pt x="7415" y="12010"/>
                  </a:lnTo>
                  <a:lnTo>
                    <a:pt x="7955" y="11585"/>
                  </a:lnTo>
                  <a:lnTo>
                    <a:pt x="8457" y="11160"/>
                  </a:lnTo>
                  <a:lnTo>
                    <a:pt x="8959" y="10697"/>
                  </a:lnTo>
                  <a:lnTo>
                    <a:pt x="9423" y="10234"/>
                  </a:lnTo>
                  <a:lnTo>
                    <a:pt x="9847" y="9732"/>
                  </a:lnTo>
                  <a:lnTo>
                    <a:pt x="10272" y="9191"/>
                  </a:lnTo>
                  <a:lnTo>
                    <a:pt x="10620" y="8650"/>
                  </a:lnTo>
                  <a:lnTo>
                    <a:pt x="11006" y="8071"/>
                  </a:lnTo>
                  <a:lnTo>
                    <a:pt x="11315" y="7492"/>
                  </a:lnTo>
                  <a:lnTo>
                    <a:pt x="11546" y="6951"/>
                  </a:lnTo>
                  <a:lnTo>
                    <a:pt x="11778" y="6411"/>
                  </a:lnTo>
                  <a:lnTo>
                    <a:pt x="11817" y="6102"/>
                  </a:lnTo>
                  <a:lnTo>
                    <a:pt x="11855" y="5831"/>
                  </a:lnTo>
                  <a:lnTo>
                    <a:pt x="11855" y="5523"/>
                  </a:lnTo>
                  <a:lnTo>
                    <a:pt x="11778" y="5252"/>
                  </a:lnTo>
                  <a:lnTo>
                    <a:pt x="11701" y="5021"/>
                  </a:lnTo>
                  <a:lnTo>
                    <a:pt x="11585" y="4866"/>
                  </a:lnTo>
                  <a:lnTo>
                    <a:pt x="11469" y="4673"/>
                  </a:lnTo>
                  <a:lnTo>
                    <a:pt x="11315" y="4519"/>
                  </a:lnTo>
                  <a:lnTo>
                    <a:pt x="11122" y="4403"/>
                  </a:lnTo>
                  <a:lnTo>
                    <a:pt x="10929" y="4325"/>
                  </a:lnTo>
                  <a:lnTo>
                    <a:pt x="10735" y="4248"/>
                  </a:lnTo>
                  <a:lnTo>
                    <a:pt x="10504" y="4210"/>
                  </a:lnTo>
                  <a:lnTo>
                    <a:pt x="10465" y="4248"/>
                  </a:lnTo>
                  <a:lnTo>
                    <a:pt x="10388" y="4248"/>
                  </a:lnTo>
                  <a:lnTo>
                    <a:pt x="9654" y="3167"/>
                  </a:lnTo>
                  <a:lnTo>
                    <a:pt x="8882" y="2086"/>
                  </a:lnTo>
                  <a:lnTo>
                    <a:pt x="8032" y="1043"/>
                  </a:lnTo>
                  <a:lnTo>
                    <a:pt x="72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6"/>
            <p:cNvSpPr/>
            <p:nvPr/>
          </p:nvSpPr>
          <p:spPr>
            <a:xfrm>
              <a:off x="581775" y="25867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0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5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6"/>
            <p:cNvSpPr/>
            <p:nvPr/>
          </p:nvSpPr>
          <p:spPr>
            <a:xfrm>
              <a:off x="6717675" y="2588625"/>
              <a:ext cx="42525" cy="41525"/>
            </a:xfrm>
            <a:custGeom>
              <a:avLst/>
              <a:gdLst/>
              <a:ahLst/>
              <a:cxnLst/>
              <a:rect l="l" t="t" r="r" b="b"/>
              <a:pathLst>
                <a:path w="1701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2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9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3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8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6"/>
            <p:cNvSpPr/>
            <p:nvPr/>
          </p:nvSpPr>
          <p:spPr>
            <a:xfrm>
              <a:off x="587575" y="25924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3" y="1893"/>
                  </a:lnTo>
                  <a:lnTo>
                    <a:pt x="425" y="2433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5" y="11353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1"/>
                  </a:lnTo>
                  <a:lnTo>
                    <a:pt x="3669" y="10620"/>
                  </a:lnTo>
                  <a:lnTo>
                    <a:pt x="3823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5" y="2742"/>
                  </a:lnTo>
                  <a:lnTo>
                    <a:pt x="4287" y="2395"/>
                  </a:lnTo>
                  <a:lnTo>
                    <a:pt x="4210" y="1429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6"/>
            <p:cNvSpPr/>
            <p:nvPr/>
          </p:nvSpPr>
          <p:spPr>
            <a:xfrm>
              <a:off x="6526550" y="26156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1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1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2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6"/>
            <p:cNvSpPr/>
            <p:nvPr/>
          </p:nvSpPr>
          <p:spPr>
            <a:xfrm>
              <a:off x="1725750" y="2629175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2"/>
                  </a:lnTo>
                  <a:lnTo>
                    <a:pt x="2008" y="965"/>
                  </a:lnTo>
                  <a:lnTo>
                    <a:pt x="2124" y="1120"/>
                  </a:lnTo>
                  <a:lnTo>
                    <a:pt x="2202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6" y="502"/>
                  </a:lnTo>
                  <a:lnTo>
                    <a:pt x="811" y="463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0"/>
                  </a:lnTo>
                  <a:lnTo>
                    <a:pt x="194" y="425"/>
                  </a:lnTo>
                  <a:lnTo>
                    <a:pt x="78" y="618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8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2" y="2973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3"/>
                  </a:lnTo>
                  <a:lnTo>
                    <a:pt x="2626" y="2896"/>
                  </a:lnTo>
                  <a:lnTo>
                    <a:pt x="2704" y="2317"/>
                  </a:lnTo>
                  <a:lnTo>
                    <a:pt x="2704" y="2008"/>
                  </a:lnTo>
                  <a:lnTo>
                    <a:pt x="2704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00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6"/>
            <p:cNvSpPr/>
            <p:nvPr/>
          </p:nvSpPr>
          <p:spPr>
            <a:xfrm>
              <a:off x="2602300" y="2637850"/>
              <a:ext cx="63750" cy="173800"/>
            </a:xfrm>
            <a:custGeom>
              <a:avLst/>
              <a:gdLst/>
              <a:ahLst/>
              <a:cxnLst/>
              <a:rect l="l" t="t" r="r" b="b"/>
              <a:pathLst>
                <a:path w="2550" h="6952" extrusionOk="0">
                  <a:moveTo>
                    <a:pt x="271" y="1"/>
                  </a:moveTo>
                  <a:lnTo>
                    <a:pt x="1" y="78"/>
                  </a:lnTo>
                  <a:lnTo>
                    <a:pt x="232" y="927"/>
                  </a:lnTo>
                  <a:lnTo>
                    <a:pt x="503" y="1816"/>
                  </a:lnTo>
                  <a:lnTo>
                    <a:pt x="1082" y="3515"/>
                  </a:lnTo>
                  <a:lnTo>
                    <a:pt x="2318" y="6951"/>
                  </a:lnTo>
                  <a:lnTo>
                    <a:pt x="2549" y="6874"/>
                  </a:lnTo>
                  <a:lnTo>
                    <a:pt x="2047" y="5136"/>
                  </a:lnTo>
                  <a:lnTo>
                    <a:pt x="1507" y="3399"/>
                  </a:lnTo>
                  <a:lnTo>
                    <a:pt x="928" y="1661"/>
                  </a:lnTo>
                  <a:lnTo>
                    <a:pt x="619" y="81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6"/>
            <p:cNvSpPr/>
            <p:nvPr/>
          </p:nvSpPr>
          <p:spPr>
            <a:xfrm>
              <a:off x="531575" y="26388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1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6"/>
            <p:cNvSpPr/>
            <p:nvPr/>
          </p:nvSpPr>
          <p:spPr>
            <a:xfrm>
              <a:off x="340450" y="26658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0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0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1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6"/>
            <p:cNvSpPr/>
            <p:nvPr/>
          </p:nvSpPr>
          <p:spPr>
            <a:xfrm>
              <a:off x="6651075" y="26658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1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6"/>
            <p:cNvSpPr/>
            <p:nvPr/>
          </p:nvSpPr>
          <p:spPr>
            <a:xfrm>
              <a:off x="1793325" y="26986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7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5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5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3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6"/>
            <p:cNvSpPr/>
            <p:nvPr/>
          </p:nvSpPr>
          <p:spPr>
            <a:xfrm>
              <a:off x="2371575" y="2703500"/>
              <a:ext cx="351425" cy="207575"/>
            </a:xfrm>
            <a:custGeom>
              <a:avLst/>
              <a:gdLst/>
              <a:ahLst/>
              <a:cxnLst/>
              <a:rect l="l" t="t" r="r" b="b"/>
              <a:pathLst>
                <a:path w="14057" h="8303" extrusionOk="0">
                  <a:moveTo>
                    <a:pt x="13941" y="0"/>
                  </a:moveTo>
                  <a:lnTo>
                    <a:pt x="13632" y="116"/>
                  </a:lnTo>
                  <a:lnTo>
                    <a:pt x="13632" y="155"/>
                  </a:lnTo>
                  <a:lnTo>
                    <a:pt x="13555" y="773"/>
                  </a:lnTo>
                  <a:lnTo>
                    <a:pt x="13439" y="1313"/>
                  </a:lnTo>
                  <a:lnTo>
                    <a:pt x="13284" y="1854"/>
                  </a:lnTo>
                  <a:lnTo>
                    <a:pt x="13053" y="2395"/>
                  </a:lnTo>
                  <a:lnTo>
                    <a:pt x="12782" y="2897"/>
                  </a:lnTo>
                  <a:lnTo>
                    <a:pt x="12473" y="3360"/>
                  </a:lnTo>
                  <a:lnTo>
                    <a:pt x="12126" y="3823"/>
                  </a:lnTo>
                  <a:lnTo>
                    <a:pt x="11778" y="4248"/>
                  </a:lnTo>
                  <a:lnTo>
                    <a:pt x="11547" y="4325"/>
                  </a:lnTo>
                  <a:lnTo>
                    <a:pt x="11585" y="4441"/>
                  </a:lnTo>
                  <a:lnTo>
                    <a:pt x="11547" y="4480"/>
                  </a:lnTo>
                  <a:lnTo>
                    <a:pt x="11392" y="4557"/>
                  </a:lnTo>
                  <a:lnTo>
                    <a:pt x="11469" y="4557"/>
                  </a:lnTo>
                  <a:lnTo>
                    <a:pt x="10967" y="5020"/>
                  </a:lnTo>
                  <a:lnTo>
                    <a:pt x="10427" y="5445"/>
                  </a:lnTo>
                  <a:lnTo>
                    <a:pt x="9539" y="6063"/>
                  </a:lnTo>
                  <a:lnTo>
                    <a:pt x="8612" y="6642"/>
                  </a:lnTo>
                  <a:lnTo>
                    <a:pt x="8149" y="6912"/>
                  </a:lnTo>
                  <a:lnTo>
                    <a:pt x="7647" y="7144"/>
                  </a:lnTo>
                  <a:lnTo>
                    <a:pt x="7145" y="7376"/>
                  </a:lnTo>
                  <a:lnTo>
                    <a:pt x="6643" y="7569"/>
                  </a:lnTo>
                  <a:lnTo>
                    <a:pt x="6604" y="7453"/>
                  </a:lnTo>
                  <a:lnTo>
                    <a:pt x="6411" y="7492"/>
                  </a:lnTo>
                  <a:lnTo>
                    <a:pt x="4905" y="6372"/>
                  </a:lnTo>
                  <a:lnTo>
                    <a:pt x="3322" y="5291"/>
                  </a:lnTo>
                  <a:lnTo>
                    <a:pt x="1739" y="4248"/>
                  </a:lnTo>
                  <a:lnTo>
                    <a:pt x="78" y="3321"/>
                  </a:lnTo>
                  <a:lnTo>
                    <a:pt x="1" y="3399"/>
                  </a:lnTo>
                  <a:lnTo>
                    <a:pt x="3051" y="5600"/>
                  </a:lnTo>
                  <a:lnTo>
                    <a:pt x="6141" y="7723"/>
                  </a:lnTo>
                  <a:lnTo>
                    <a:pt x="5639" y="7839"/>
                  </a:lnTo>
                  <a:lnTo>
                    <a:pt x="5175" y="7916"/>
                  </a:lnTo>
                  <a:lnTo>
                    <a:pt x="4673" y="7955"/>
                  </a:lnTo>
                  <a:lnTo>
                    <a:pt x="4210" y="7994"/>
                  </a:lnTo>
                  <a:lnTo>
                    <a:pt x="4094" y="7994"/>
                  </a:lnTo>
                  <a:lnTo>
                    <a:pt x="4055" y="8071"/>
                  </a:lnTo>
                  <a:lnTo>
                    <a:pt x="4248" y="8303"/>
                  </a:lnTo>
                  <a:lnTo>
                    <a:pt x="5098" y="8303"/>
                  </a:lnTo>
                  <a:lnTo>
                    <a:pt x="5523" y="8264"/>
                  </a:lnTo>
                  <a:lnTo>
                    <a:pt x="5948" y="8187"/>
                  </a:lnTo>
                  <a:lnTo>
                    <a:pt x="6372" y="8110"/>
                  </a:lnTo>
                  <a:lnTo>
                    <a:pt x="6797" y="7955"/>
                  </a:lnTo>
                  <a:lnTo>
                    <a:pt x="7647" y="7646"/>
                  </a:lnTo>
                  <a:lnTo>
                    <a:pt x="8458" y="7221"/>
                  </a:lnTo>
                  <a:lnTo>
                    <a:pt x="9230" y="6758"/>
                  </a:lnTo>
                  <a:lnTo>
                    <a:pt x="10002" y="6295"/>
                  </a:lnTo>
                  <a:lnTo>
                    <a:pt x="10659" y="5793"/>
                  </a:lnTo>
                  <a:lnTo>
                    <a:pt x="11315" y="5252"/>
                  </a:lnTo>
                  <a:lnTo>
                    <a:pt x="11933" y="4673"/>
                  </a:lnTo>
                  <a:lnTo>
                    <a:pt x="12512" y="4055"/>
                  </a:lnTo>
                  <a:lnTo>
                    <a:pt x="12975" y="3360"/>
                  </a:lnTo>
                  <a:lnTo>
                    <a:pt x="13207" y="3012"/>
                  </a:lnTo>
                  <a:lnTo>
                    <a:pt x="13400" y="2665"/>
                  </a:lnTo>
                  <a:lnTo>
                    <a:pt x="13555" y="2279"/>
                  </a:lnTo>
                  <a:lnTo>
                    <a:pt x="13709" y="1893"/>
                  </a:lnTo>
                  <a:lnTo>
                    <a:pt x="13864" y="1506"/>
                  </a:lnTo>
                  <a:lnTo>
                    <a:pt x="13941" y="1082"/>
                  </a:lnTo>
                  <a:lnTo>
                    <a:pt x="14018" y="657"/>
                  </a:lnTo>
                  <a:lnTo>
                    <a:pt x="14057" y="232"/>
                  </a:lnTo>
                  <a:lnTo>
                    <a:pt x="14018" y="116"/>
                  </a:lnTo>
                  <a:lnTo>
                    <a:pt x="13941" y="39"/>
                  </a:lnTo>
                  <a:lnTo>
                    <a:pt x="139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6"/>
            <p:cNvSpPr/>
            <p:nvPr/>
          </p:nvSpPr>
          <p:spPr>
            <a:xfrm>
              <a:off x="6594125" y="27093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8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6"/>
            <p:cNvSpPr/>
            <p:nvPr/>
          </p:nvSpPr>
          <p:spPr>
            <a:xfrm>
              <a:off x="464975" y="27160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0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6"/>
            <p:cNvSpPr/>
            <p:nvPr/>
          </p:nvSpPr>
          <p:spPr>
            <a:xfrm>
              <a:off x="2488400" y="2725700"/>
              <a:ext cx="48275" cy="165100"/>
            </a:xfrm>
            <a:custGeom>
              <a:avLst/>
              <a:gdLst/>
              <a:ahLst/>
              <a:cxnLst/>
              <a:rect l="l" t="t" r="r" b="b"/>
              <a:pathLst>
                <a:path w="1931" h="6604" extrusionOk="0">
                  <a:moveTo>
                    <a:pt x="271" y="1"/>
                  </a:moveTo>
                  <a:lnTo>
                    <a:pt x="193" y="39"/>
                  </a:lnTo>
                  <a:lnTo>
                    <a:pt x="155" y="39"/>
                  </a:lnTo>
                  <a:lnTo>
                    <a:pt x="0" y="155"/>
                  </a:lnTo>
                  <a:lnTo>
                    <a:pt x="0" y="194"/>
                  </a:lnTo>
                  <a:lnTo>
                    <a:pt x="348" y="1815"/>
                  </a:lnTo>
                  <a:lnTo>
                    <a:pt x="773" y="3437"/>
                  </a:lnTo>
                  <a:lnTo>
                    <a:pt x="1236" y="5021"/>
                  </a:lnTo>
                  <a:lnTo>
                    <a:pt x="1738" y="6604"/>
                  </a:lnTo>
                  <a:lnTo>
                    <a:pt x="1931" y="6565"/>
                  </a:lnTo>
                  <a:lnTo>
                    <a:pt x="1622" y="4982"/>
                  </a:lnTo>
                  <a:lnTo>
                    <a:pt x="1236" y="3360"/>
                  </a:lnTo>
                  <a:lnTo>
                    <a:pt x="773" y="1777"/>
                  </a:lnTo>
                  <a:lnTo>
                    <a:pt x="271" y="194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6"/>
            <p:cNvSpPr/>
            <p:nvPr/>
          </p:nvSpPr>
          <p:spPr>
            <a:xfrm>
              <a:off x="2495150" y="2725700"/>
              <a:ext cx="165100" cy="91725"/>
            </a:xfrm>
            <a:custGeom>
              <a:avLst/>
              <a:gdLst/>
              <a:ahLst/>
              <a:cxnLst/>
              <a:rect l="l" t="t" r="r" b="b"/>
              <a:pathLst>
                <a:path w="6604" h="3669" extrusionOk="0">
                  <a:moveTo>
                    <a:pt x="116" y="1"/>
                  </a:moveTo>
                  <a:lnTo>
                    <a:pt x="1" y="194"/>
                  </a:lnTo>
                  <a:lnTo>
                    <a:pt x="1622" y="1043"/>
                  </a:lnTo>
                  <a:lnTo>
                    <a:pt x="3244" y="1893"/>
                  </a:lnTo>
                  <a:lnTo>
                    <a:pt x="4017" y="2356"/>
                  </a:lnTo>
                  <a:lnTo>
                    <a:pt x="4827" y="2819"/>
                  </a:lnTo>
                  <a:lnTo>
                    <a:pt x="5638" y="3283"/>
                  </a:lnTo>
                  <a:lnTo>
                    <a:pt x="6024" y="3476"/>
                  </a:lnTo>
                  <a:lnTo>
                    <a:pt x="6449" y="3669"/>
                  </a:lnTo>
                  <a:lnTo>
                    <a:pt x="6604" y="3592"/>
                  </a:lnTo>
                  <a:lnTo>
                    <a:pt x="6604" y="3515"/>
                  </a:lnTo>
                  <a:lnTo>
                    <a:pt x="6565" y="3437"/>
                  </a:lnTo>
                  <a:lnTo>
                    <a:pt x="6218" y="3167"/>
                  </a:lnTo>
                  <a:lnTo>
                    <a:pt x="5870" y="2935"/>
                  </a:lnTo>
                  <a:lnTo>
                    <a:pt x="5098" y="2472"/>
                  </a:lnTo>
                  <a:lnTo>
                    <a:pt x="3515" y="1622"/>
                  </a:lnTo>
                  <a:lnTo>
                    <a:pt x="1815" y="773"/>
                  </a:lnTo>
                  <a:lnTo>
                    <a:pt x="966" y="387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6"/>
            <p:cNvSpPr/>
            <p:nvPr/>
          </p:nvSpPr>
          <p:spPr>
            <a:xfrm>
              <a:off x="4212550" y="2732450"/>
              <a:ext cx="315700" cy="477900"/>
            </a:xfrm>
            <a:custGeom>
              <a:avLst/>
              <a:gdLst/>
              <a:ahLst/>
              <a:cxnLst/>
              <a:rect l="l" t="t" r="r" b="b"/>
              <a:pathLst>
                <a:path w="12628" h="19116" extrusionOk="0">
                  <a:moveTo>
                    <a:pt x="1004" y="619"/>
                  </a:moveTo>
                  <a:lnTo>
                    <a:pt x="1661" y="850"/>
                  </a:lnTo>
                  <a:lnTo>
                    <a:pt x="2317" y="1121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5"/>
                  </a:lnTo>
                  <a:lnTo>
                    <a:pt x="3862" y="2472"/>
                  </a:lnTo>
                  <a:lnTo>
                    <a:pt x="4016" y="2820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8"/>
                  </a:lnTo>
                  <a:lnTo>
                    <a:pt x="9345" y="15138"/>
                  </a:lnTo>
                  <a:lnTo>
                    <a:pt x="8920" y="15370"/>
                  </a:lnTo>
                  <a:lnTo>
                    <a:pt x="7955" y="13516"/>
                  </a:lnTo>
                  <a:lnTo>
                    <a:pt x="6990" y="11663"/>
                  </a:lnTo>
                  <a:lnTo>
                    <a:pt x="5020" y="7956"/>
                  </a:lnTo>
                  <a:lnTo>
                    <a:pt x="3012" y="4287"/>
                  </a:lnTo>
                  <a:lnTo>
                    <a:pt x="1004" y="619"/>
                  </a:lnTo>
                  <a:close/>
                  <a:moveTo>
                    <a:pt x="657" y="503"/>
                  </a:moveTo>
                  <a:lnTo>
                    <a:pt x="657" y="541"/>
                  </a:lnTo>
                  <a:lnTo>
                    <a:pt x="4673" y="8033"/>
                  </a:lnTo>
                  <a:lnTo>
                    <a:pt x="6719" y="11740"/>
                  </a:lnTo>
                  <a:lnTo>
                    <a:pt x="7762" y="13593"/>
                  </a:lnTo>
                  <a:lnTo>
                    <a:pt x="8805" y="15447"/>
                  </a:lnTo>
                  <a:lnTo>
                    <a:pt x="8650" y="15524"/>
                  </a:lnTo>
                  <a:lnTo>
                    <a:pt x="7414" y="13748"/>
                  </a:lnTo>
                  <a:lnTo>
                    <a:pt x="6179" y="12010"/>
                  </a:lnTo>
                  <a:lnTo>
                    <a:pt x="3592" y="8535"/>
                  </a:lnTo>
                  <a:lnTo>
                    <a:pt x="2317" y="6758"/>
                  </a:lnTo>
                  <a:lnTo>
                    <a:pt x="1004" y="4944"/>
                  </a:lnTo>
                  <a:lnTo>
                    <a:pt x="850" y="4712"/>
                  </a:lnTo>
                  <a:lnTo>
                    <a:pt x="734" y="4480"/>
                  </a:lnTo>
                  <a:lnTo>
                    <a:pt x="618" y="4210"/>
                  </a:lnTo>
                  <a:lnTo>
                    <a:pt x="541" y="3940"/>
                  </a:lnTo>
                  <a:lnTo>
                    <a:pt x="464" y="3399"/>
                  </a:lnTo>
                  <a:lnTo>
                    <a:pt x="425" y="2820"/>
                  </a:lnTo>
                  <a:lnTo>
                    <a:pt x="464" y="2241"/>
                  </a:lnTo>
                  <a:lnTo>
                    <a:pt x="502" y="1661"/>
                  </a:lnTo>
                  <a:lnTo>
                    <a:pt x="657" y="503"/>
                  </a:lnTo>
                  <a:close/>
                  <a:moveTo>
                    <a:pt x="11508" y="12280"/>
                  </a:moveTo>
                  <a:lnTo>
                    <a:pt x="11662" y="12358"/>
                  </a:lnTo>
                  <a:lnTo>
                    <a:pt x="11817" y="12435"/>
                  </a:lnTo>
                  <a:lnTo>
                    <a:pt x="12164" y="12860"/>
                  </a:lnTo>
                  <a:lnTo>
                    <a:pt x="12241" y="13053"/>
                  </a:lnTo>
                  <a:lnTo>
                    <a:pt x="12280" y="13246"/>
                  </a:lnTo>
                  <a:lnTo>
                    <a:pt x="12241" y="13439"/>
                  </a:lnTo>
                  <a:lnTo>
                    <a:pt x="12203" y="13632"/>
                  </a:lnTo>
                  <a:lnTo>
                    <a:pt x="12048" y="14018"/>
                  </a:lnTo>
                  <a:lnTo>
                    <a:pt x="11855" y="14366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2"/>
                  </a:lnTo>
                  <a:lnTo>
                    <a:pt x="10156" y="15872"/>
                  </a:lnTo>
                  <a:lnTo>
                    <a:pt x="10118" y="15987"/>
                  </a:lnTo>
                  <a:lnTo>
                    <a:pt x="9770" y="16180"/>
                  </a:lnTo>
                  <a:lnTo>
                    <a:pt x="9114" y="16605"/>
                  </a:lnTo>
                  <a:lnTo>
                    <a:pt x="8457" y="16953"/>
                  </a:lnTo>
                  <a:lnTo>
                    <a:pt x="7723" y="17262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5" y="17648"/>
                  </a:lnTo>
                  <a:lnTo>
                    <a:pt x="5754" y="17648"/>
                  </a:lnTo>
                  <a:lnTo>
                    <a:pt x="5561" y="17571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8" y="17184"/>
                  </a:lnTo>
                  <a:lnTo>
                    <a:pt x="4982" y="16876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5"/>
                  </a:lnTo>
                  <a:lnTo>
                    <a:pt x="5175" y="15949"/>
                  </a:lnTo>
                  <a:lnTo>
                    <a:pt x="5291" y="15833"/>
                  </a:lnTo>
                  <a:lnTo>
                    <a:pt x="5406" y="15756"/>
                  </a:lnTo>
                  <a:lnTo>
                    <a:pt x="5522" y="15717"/>
                  </a:lnTo>
                  <a:lnTo>
                    <a:pt x="5638" y="15756"/>
                  </a:lnTo>
                  <a:lnTo>
                    <a:pt x="5793" y="15833"/>
                  </a:lnTo>
                  <a:lnTo>
                    <a:pt x="5947" y="15949"/>
                  </a:lnTo>
                  <a:lnTo>
                    <a:pt x="6063" y="16142"/>
                  </a:lnTo>
                  <a:lnTo>
                    <a:pt x="6256" y="16374"/>
                  </a:lnTo>
                  <a:lnTo>
                    <a:pt x="6102" y="16412"/>
                  </a:lnTo>
                  <a:lnTo>
                    <a:pt x="6024" y="16451"/>
                  </a:lnTo>
                  <a:lnTo>
                    <a:pt x="6024" y="16567"/>
                  </a:lnTo>
                  <a:lnTo>
                    <a:pt x="6063" y="16644"/>
                  </a:lnTo>
                  <a:lnTo>
                    <a:pt x="6140" y="16644"/>
                  </a:lnTo>
                  <a:lnTo>
                    <a:pt x="6912" y="16567"/>
                  </a:lnTo>
                  <a:lnTo>
                    <a:pt x="7685" y="16374"/>
                  </a:lnTo>
                  <a:lnTo>
                    <a:pt x="8496" y="16065"/>
                  </a:lnTo>
                  <a:lnTo>
                    <a:pt x="9229" y="15717"/>
                  </a:lnTo>
                  <a:lnTo>
                    <a:pt x="9616" y="15485"/>
                  </a:lnTo>
                  <a:lnTo>
                    <a:pt x="9963" y="15254"/>
                  </a:lnTo>
                  <a:lnTo>
                    <a:pt x="10272" y="15022"/>
                  </a:lnTo>
                  <a:lnTo>
                    <a:pt x="10581" y="14752"/>
                  </a:lnTo>
                  <a:lnTo>
                    <a:pt x="10890" y="14481"/>
                  </a:lnTo>
                  <a:lnTo>
                    <a:pt x="11121" y="14173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9"/>
                  </a:lnTo>
                  <a:lnTo>
                    <a:pt x="11546" y="13362"/>
                  </a:lnTo>
                  <a:lnTo>
                    <a:pt x="11508" y="13284"/>
                  </a:lnTo>
                  <a:lnTo>
                    <a:pt x="11430" y="13246"/>
                  </a:lnTo>
                  <a:lnTo>
                    <a:pt x="11237" y="13246"/>
                  </a:lnTo>
                  <a:lnTo>
                    <a:pt x="11160" y="13323"/>
                  </a:lnTo>
                  <a:lnTo>
                    <a:pt x="10967" y="13671"/>
                  </a:lnTo>
                  <a:lnTo>
                    <a:pt x="10774" y="13555"/>
                  </a:lnTo>
                  <a:lnTo>
                    <a:pt x="10658" y="13439"/>
                  </a:lnTo>
                  <a:lnTo>
                    <a:pt x="10619" y="13284"/>
                  </a:lnTo>
                  <a:lnTo>
                    <a:pt x="10581" y="13169"/>
                  </a:lnTo>
                  <a:lnTo>
                    <a:pt x="10619" y="13014"/>
                  </a:lnTo>
                  <a:lnTo>
                    <a:pt x="10658" y="12860"/>
                  </a:lnTo>
                  <a:lnTo>
                    <a:pt x="10851" y="12628"/>
                  </a:lnTo>
                  <a:lnTo>
                    <a:pt x="10928" y="12473"/>
                  </a:lnTo>
                  <a:lnTo>
                    <a:pt x="11044" y="12358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1"/>
                  </a:moveTo>
                  <a:lnTo>
                    <a:pt x="348" y="40"/>
                  </a:lnTo>
                  <a:lnTo>
                    <a:pt x="271" y="117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3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6"/>
                  </a:lnTo>
                  <a:lnTo>
                    <a:pt x="232" y="4519"/>
                  </a:lnTo>
                  <a:lnTo>
                    <a:pt x="348" y="4751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6"/>
                  </a:lnTo>
                  <a:lnTo>
                    <a:pt x="5445" y="11817"/>
                  </a:lnTo>
                  <a:lnTo>
                    <a:pt x="6874" y="13748"/>
                  </a:lnTo>
                  <a:lnTo>
                    <a:pt x="8341" y="15640"/>
                  </a:lnTo>
                  <a:lnTo>
                    <a:pt x="7492" y="15987"/>
                  </a:lnTo>
                  <a:lnTo>
                    <a:pt x="6642" y="16258"/>
                  </a:lnTo>
                  <a:lnTo>
                    <a:pt x="6681" y="16103"/>
                  </a:lnTo>
                  <a:lnTo>
                    <a:pt x="6681" y="15949"/>
                  </a:lnTo>
                  <a:lnTo>
                    <a:pt x="6642" y="15756"/>
                  </a:lnTo>
                  <a:lnTo>
                    <a:pt x="6565" y="15640"/>
                  </a:lnTo>
                  <a:lnTo>
                    <a:pt x="6488" y="15485"/>
                  </a:lnTo>
                  <a:lnTo>
                    <a:pt x="6333" y="15370"/>
                  </a:lnTo>
                  <a:lnTo>
                    <a:pt x="6179" y="15292"/>
                  </a:lnTo>
                  <a:lnTo>
                    <a:pt x="6024" y="15254"/>
                  </a:lnTo>
                  <a:lnTo>
                    <a:pt x="5715" y="15254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6" y="16296"/>
                  </a:lnTo>
                  <a:lnTo>
                    <a:pt x="4596" y="16567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8" y="17725"/>
                  </a:lnTo>
                  <a:lnTo>
                    <a:pt x="5368" y="17841"/>
                  </a:lnTo>
                  <a:lnTo>
                    <a:pt x="5677" y="17918"/>
                  </a:lnTo>
                  <a:lnTo>
                    <a:pt x="6024" y="17957"/>
                  </a:lnTo>
                  <a:lnTo>
                    <a:pt x="6372" y="17918"/>
                  </a:lnTo>
                  <a:lnTo>
                    <a:pt x="6719" y="17841"/>
                  </a:lnTo>
                  <a:lnTo>
                    <a:pt x="7106" y="17764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3"/>
                  </a:lnTo>
                  <a:lnTo>
                    <a:pt x="9229" y="16876"/>
                  </a:lnTo>
                  <a:lnTo>
                    <a:pt x="9461" y="16760"/>
                  </a:lnTo>
                  <a:lnTo>
                    <a:pt x="10233" y="16258"/>
                  </a:lnTo>
                  <a:lnTo>
                    <a:pt x="10813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4"/>
                  </a:lnTo>
                  <a:lnTo>
                    <a:pt x="11817" y="18150"/>
                  </a:lnTo>
                  <a:lnTo>
                    <a:pt x="11392" y="17455"/>
                  </a:lnTo>
                  <a:lnTo>
                    <a:pt x="10928" y="16760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4"/>
                  </a:lnTo>
                  <a:lnTo>
                    <a:pt x="11894" y="14790"/>
                  </a:lnTo>
                  <a:lnTo>
                    <a:pt x="12125" y="14559"/>
                  </a:lnTo>
                  <a:lnTo>
                    <a:pt x="12280" y="14288"/>
                  </a:lnTo>
                  <a:lnTo>
                    <a:pt x="12434" y="14057"/>
                  </a:lnTo>
                  <a:lnTo>
                    <a:pt x="12512" y="13786"/>
                  </a:lnTo>
                  <a:lnTo>
                    <a:pt x="12589" y="13555"/>
                  </a:lnTo>
                  <a:lnTo>
                    <a:pt x="12627" y="13284"/>
                  </a:lnTo>
                  <a:lnTo>
                    <a:pt x="12589" y="13053"/>
                  </a:lnTo>
                  <a:lnTo>
                    <a:pt x="12512" y="12821"/>
                  </a:lnTo>
                  <a:lnTo>
                    <a:pt x="12357" y="12589"/>
                  </a:lnTo>
                  <a:lnTo>
                    <a:pt x="12164" y="12358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9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1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2"/>
                  </a:lnTo>
                  <a:lnTo>
                    <a:pt x="10619" y="13786"/>
                  </a:lnTo>
                  <a:lnTo>
                    <a:pt x="10813" y="13902"/>
                  </a:lnTo>
                  <a:lnTo>
                    <a:pt x="10504" y="14250"/>
                  </a:lnTo>
                  <a:lnTo>
                    <a:pt x="10156" y="14597"/>
                  </a:lnTo>
                  <a:lnTo>
                    <a:pt x="9770" y="14868"/>
                  </a:lnTo>
                  <a:lnTo>
                    <a:pt x="9430" y="15084"/>
                  </a:lnTo>
                  <a:lnTo>
                    <a:pt x="9461" y="15022"/>
                  </a:lnTo>
                  <a:lnTo>
                    <a:pt x="9500" y="14945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9"/>
                  </a:lnTo>
                  <a:lnTo>
                    <a:pt x="3823" y="1545"/>
                  </a:lnTo>
                  <a:lnTo>
                    <a:pt x="3514" y="1237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1" y="233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6"/>
            <p:cNvSpPr/>
            <p:nvPr/>
          </p:nvSpPr>
          <p:spPr>
            <a:xfrm>
              <a:off x="3419975" y="2751775"/>
              <a:ext cx="68575" cy="77250"/>
            </a:xfrm>
            <a:custGeom>
              <a:avLst/>
              <a:gdLst/>
              <a:ahLst/>
              <a:cxnLst/>
              <a:rect l="l" t="t" r="r" b="b"/>
              <a:pathLst>
                <a:path w="2743" h="3090" extrusionOk="0">
                  <a:moveTo>
                    <a:pt x="1198" y="464"/>
                  </a:moveTo>
                  <a:lnTo>
                    <a:pt x="1429" y="502"/>
                  </a:lnTo>
                  <a:lnTo>
                    <a:pt x="1700" y="618"/>
                  </a:lnTo>
                  <a:lnTo>
                    <a:pt x="1893" y="772"/>
                  </a:lnTo>
                  <a:lnTo>
                    <a:pt x="2047" y="966"/>
                  </a:lnTo>
                  <a:lnTo>
                    <a:pt x="2163" y="1159"/>
                  </a:lnTo>
                  <a:lnTo>
                    <a:pt x="2240" y="1352"/>
                  </a:lnTo>
                  <a:lnTo>
                    <a:pt x="2356" y="1738"/>
                  </a:lnTo>
                  <a:lnTo>
                    <a:pt x="2395" y="2163"/>
                  </a:lnTo>
                  <a:lnTo>
                    <a:pt x="2395" y="2587"/>
                  </a:lnTo>
                  <a:lnTo>
                    <a:pt x="2240" y="2433"/>
                  </a:lnTo>
                  <a:lnTo>
                    <a:pt x="2047" y="2278"/>
                  </a:lnTo>
                  <a:lnTo>
                    <a:pt x="1661" y="2085"/>
                  </a:lnTo>
                  <a:lnTo>
                    <a:pt x="1275" y="1931"/>
                  </a:lnTo>
                  <a:lnTo>
                    <a:pt x="1043" y="1815"/>
                  </a:lnTo>
                  <a:lnTo>
                    <a:pt x="850" y="1699"/>
                  </a:lnTo>
                  <a:lnTo>
                    <a:pt x="657" y="1545"/>
                  </a:lnTo>
                  <a:lnTo>
                    <a:pt x="503" y="1390"/>
                  </a:lnTo>
                  <a:lnTo>
                    <a:pt x="425" y="1197"/>
                  </a:lnTo>
                  <a:lnTo>
                    <a:pt x="425" y="1081"/>
                  </a:lnTo>
                  <a:lnTo>
                    <a:pt x="425" y="966"/>
                  </a:lnTo>
                  <a:lnTo>
                    <a:pt x="503" y="811"/>
                  </a:lnTo>
                  <a:lnTo>
                    <a:pt x="541" y="695"/>
                  </a:lnTo>
                  <a:lnTo>
                    <a:pt x="618" y="618"/>
                  </a:lnTo>
                  <a:lnTo>
                    <a:pt x="734" y="541"/>
                  </a:lnTo>
                  <a:lnTo>
                    <a:pt x="850" y="464"/>
                  </a:lnTo>
                  <a:close/>
                  <a:moveTo>
                    <a:pt x="1043" y="0"/>
                  </a:moveTo>
                  <a:lnTo>
                    <a:pt x="812" y="77"/>
                  </a:lnTo>
                  <a:lnTo>
                    <a:pt x="580" y="155"/>
                  </a:lnTo>
                  <a:lnTo>
                    <a:pt x="387" y="309"/>
                  </a:lnTo>
                  <a:lnTo>
                    <a:pt x="232" y="464"/>
                  </a:lnTo>
                  <a:lnTo>
                    <a:pt x="116" y="618"/>
                  </a:lnTo>
                  <a:lnTo>
                    <a:pt x="39" y="811"/>
                  </a:lnTo>
                  <a:lnTo>
                    <a:pt x="1" y="1043"/>
                  </a:lnTo>
                  <a:lnTo>
                    <a:pt x="39" y="1236"/>
                  </a:lnTo>
                  <a:lnTo>
                    <a:pt x="78" y="1468"/>
                  </a:lnTo>
                  <a:lnTo>
                    <a:pt x="194" y="1661"/>
                  </a:lnTo>
                  <a:lnTo>
                    <a:pt x="387" y="1892"/>
                  </a:lnTo>
                  <a:lnTo>
                    <a:pt x="657" y="2085"/>
                  </a:lnTo>
                  <a:lnTo>
                    <a:pt x="927" y="2201"/>
                  </a:lnTo>
                  <a:lnTo>
                    <a:pt x="1236" y="2317"/>
                  </a:lnTo>
                  <a:lnTo>
                    <a:pt x="1507" y="2433"/>
                  </a:lnTo>
                  <a:lnTo>
                    <a:pt x="1777" y="2587"/>
                  </a:lnTo>
                  <a:lnTo>
                    <a:pt x="2009" y="2780"/>
                  </a:lnTo>
                  <a:lnTo>
                    <a:pt x="2240" y="3012"/>
                  </a:lnTo>
                  <a:lnTo>
                    <a:pt x="2317" y="3051"/>
                  </a:lnTo>
                  <a:lnTo>
                    <a:pt x="2395" y="3089"/>
                  </a:lnTo>
                  <a:lnTo>
                    <a:pt x="2472" y="3051"/>
                  </a:lnTo>
                  <a:lnTo>
                    <a:pt x="2549" y="3012"/>
                  </a:lnTo>
                  <a:lnTo>
                    <a:pt x="2588" y="3012"/>
                  </a:lnTo>
                  <a:lnTo>
                    <a:pt x="2626" y="2935"/>
                  </a:lnTo>
                  <a:lnTo>
                    <a:pt x="2704" y="2356"/>
                  </a:lnTo>
                  <a:lnTo>
                    <a:pt x="2742" y="2047"/>
                  </a:lnTo>
                  <a:lnTo>
                    <a:pt x="2704" y="1738"/>
                  </a:lnTo>
                  <a:lnTo>
                    <a:pt x="2665" y="1429"/>
                  </a:lnTo>
                  <a:lnTo>
                    <a:pt x="2588" y="1159"/>
                  </a:lnTo>
                  <a:lnTo>
                    <a:pt x="2472" y="888"/>
                  </a:lnTo>
                  <a:lnTo>
                    <a:pt x="2317" y="618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38" y="155"/>
                  </a:lnTo>
                  <a:lnTo>
                    <a:pt x="1507" y="77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6"/>
            <p:cNvSpPr/>
            <p:nvPr/>
          </p:nvSpPr>
          <p:spPr>
            <a:xfrm>
              <a:off x="408025" y="27595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7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79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1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6"/>
            <p:cNvSpPr/>
            <p:nvPr/>
          </p:nvSpPr>
          <p:spPr>
            <a:xfrm>
              <a:off x="1650450" y="2767225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1" y="5367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8"/>
                  </a:lnTo>
                  <a:lnTo>
                    <a:pt x="3978" y="888"/>
                  </a:lnTo>
                  <a:lnTo>
                    <a:pt x="4634" y="656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2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3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30" y="7375"/>
                  </a:lnTo>
                  <a:lnTo>
                    <a:pt x="13439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5"/>
                  </a:lnTo>
                  <a:lnTo>
                    <a:pt x="16721" y="9885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3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1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79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7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6"/>
            <p:cNvSpPr/>
            <p:nvPr/>
          </p:nvSpPr>
          <p:spPr>
            <a:xfrm>
              <a:off x="4802400" y="27817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0"/>
                  </a:moveTo>
                  <a:lnTo>
                    <a:pt x="12434" y="39"/>
                  </a:lnTo>
                  <a:lnTo>
                    <a:pt x="12357" y="77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8"/>
                  </a:lnTo>
                  <a:lnTo>
                    <a:pt x="12164" y="1043"/>
                  </a:lnTo>
                  <a:lnTo>
                    <a:pt x="12009" y="1197"/>
                  </a:lnTo>
                  <a:lnTo>
                    <a:pt x="11855" y="1313"/>
                  </a:lnTo>
                  <a:lnTo>
                    <a:pt x="11430" y="1545"/>
                  </a:lnTo>
                  <a:lnTo>
                    <a:pt x="11005" y="1699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4" y="2085"/>
                  </a:lnTo>
                  <a:lnTo>
                    <a:pt x="9345" y="2008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0"/>
                  </a:lnTo>
                  <a:lnTo>
                    <a:pt x="8611" y="1699"/>
                  </a:lnTo>
                  <a:lnTo>
                    <a:pt x="8804" y="2008"/>
                  </a:lnTo>
                  <a:lnTo>
                    <a:pt x="8997" y="2279"/>
                  </a:lnTo>
                  <a:lnTo>
                    <a:pt x="7839" y="2587"/>
                  </a:lnTo>
                  <a:lnTo>
                    <a:pt x="6719" y="2819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9" y="3282"/>
                  </a:lnTo>
                  <a:lnTo>
                    <a:pt x="3746" y="2935"/>
                  </a:lnTo>
                  <a:lnTo>
                    <a:pt x="3784" y="2587"/>
                  </a:lnTo>
                  <a:lnTo>
                    <a:pt x="3707" y="2240"/>
                  </a:lnTo>
                  <a:lnTo>
                    <a:pt x="3630" y="1892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7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8"/>
                  </a:lnTo>
                  <a:lnTo>
                    <a:pt x="1815" y="3437"/>
                  </a:lnTo>
                  <a:lnTo>
                    <a:pt x="1352" y="3398"/>
                  </a:lnTo>
                  <a:lnTo>
                    <a:pt x="965" y="3360"/>
                  </a:lnTo>
                  <a:lnTo>
                    <a:pt x="772" y="3282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3"/>
                  </a:lnTo>
                  <a:lnTo>
                    <a:pt x="309" y="2665"/>
                  </a:lnTo>
                  <a:lnTo>
                    <a:pt x="232" y="2587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3"/>
                  </a:lnTo>
                  <a:lnTo>
                    <a:pt x="0" y="2858"/>
                  </a:lnTo>
                  <a:lnTo>
                    <a:pt x="0" y="3012"/>
                  </a:lnTo>
                  <a:lnTo>
                    <a:pt x="0" y="3167"/>
                  </a:lnTo>
                  <a:lnTo>
                    <a:pt x="39" y="3282"/>
                  </a:lnTo>
                  <a:lnTo>
                    <a:pt x="116" y="3398"/>
                  </a:lnTo>
                  <a:lnTo>
                    <a:pt x="193" y="3514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0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0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2"/>
                  </a:lnTo>
                  <a:lnTo>
                    <a:pt x="12048" y="1699"/>
                  </a:lnTo>
                  <a:lnTo>
                    <a:pt x="12357" y="1506"/>
                  </a:lnTo>
                  <a:lnTo>
                    <a:pt x="12627" y="1236"/>
                  </a:lnTo>
                  <a:lnTo>
                    <a:pt x="12704" y="1081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79"/>
                  </a:lnTo>
                  <a:lnTo>
                    <a:pt x="12820" y="386"/>
                  </a:lnTo>
                  <a:lnTo>
                    <a:pt x="12743" y="155"/>
                  </a:lnTo>
                  <a:lnTo>
                    <a:pt x="12704" y="77"/>
                  </a:lnTo>
                  <a:lnTo>
                    <a:pt x="12627" y="39"/>
                  </a:lnTo>
                  <a:lnTo>
                    <a:pt x="125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6"/>
            <p:cNvSpPr/>
            <p:nvPr/>
          </p:nvSpPr>
          <p:spPr>
            <a:xfrm>
              <a:off x="2362900" y="2786525"/>
              <a:ext cx="114900" cy="130350"/>
            </a:xfrm>
            <a:custGeom>
              <a:avLst/>
              <a:gdLst/>
              <a:ahLst/>
              <a:cxnLst/>
              <a:rect l="l" t="t" r="r" b="b"/>
              <a:pathLst>
                <a:path w="4596" h="5214" extrusionOk="0">
                  <a:moveTo>
                    <a:pt x="232" y="0"/>
                  </a:moveTo>
                  <a:lnTo>
                    <a:pt x="0" y="193"/>
                  </a:lnTo>
                  <a:lnTo>
                    <a:pt x="502" y="888"/>
                  </a:lnTo>
                  <a:lnTo>
                    <a:pt x="1004" y="1622"/>
                  </a:lnTo>
                  <a:lnTo>
                    <a:pt x="1545" y="2279"/>
                  </a:lnTo>
                  <a:lnTo>
                    <a:pt x="2124" y="2974"/>
                  </a:lnTo>
                  <a:lnTo>
                    <a:pt x="3283" y="4248"/>
                  </a:lnTo>
                  <a:lnTo>
                    <a:pt x="3746" y="4789"/>
                  </a:lnTo>
                  <a:lnTo>
                    <a:pt x="3630" y="4789"/>
                  </a:lnTo>
                  <a:lnTo>
                    <a:pt x="3592" y="4866"/>
                  </a:lnTo>
                  <a:lnTo>
                    <a:pt x="3592" y="4982"/>
                  </a:lnTo>
                  <a:lnTo>
                    <a:pt x="3823" y="4904"/>
                  </a:lnTo>
                  <a:lnTo>
                    <a:pt x="4055" y="5059"/>
                  </a:lnTo>
                  <a:lnTo>
                    <a:pt x="4287" y="5213"/>
                  </a:lnTo>
                  <a:lnTo>
                    <a:pt x="4441" y="5213"/>
                  </a:lnTo>
                  <a:lnTo>
                    <a:pt x="4518" y="5175"/>
                  </a:lnTo>
                  <a:lnTo>
                    <a:pt x="4557" y="5097"/>
                  </a:lnTo>
                  <a:lnTo>
                    <a:pt x="4557" y="5059"/>
                  </a:lnTo>
                  <a:lnTo>
                    <a:pt x="4595" y="4982"/>
                  </a:lnTo>
                  <a:lnTo>
                    <a:pt x="4402" y="4750"/>
                  </a:lnTo>
                  <a:lnTo>
                    <a:pt x="4325" y="4750"/>
                  </a:lnTo>
                  <a:lnTo>
                    <a:pt x="4016" y="4480"/>
                  </a:lnTo>
                  <a:lnTo>
                    <a:pt x="3746" y="4171"/>
                  </a:lnTo>
                  <a:lnTo>
                    <a:pt x="3244" y="3553"/>
                  </a:lnTo>
                  <a:lnTo>
                    <a:pt x="2201" y="2394"/>
                  </a:lnTo>
                  <a:lnTo>
                    <a:pt x="1197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6"/>
            <p:cNvSpPr/>
            <p:nvPr/>
          </p:nvSpPr>
          <p:spPr>
            <a:xfrm>
              <a:off x="2090650" y="2821275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8" y="0"/>
                  </a:moveTo>
                  <a:lnTo>
                    <a:pt x="1893" y="78"/>
                  </a:lnTo>
                  <a:lnTo>
                    <a:pt x="1739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4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40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4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2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2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4" y="1622"/>
                  </a:lnTo>
                  <a:lnTo>
                    <a:pt x="1237" y="1313"/>
                  </a:lnTo>
                  <a:lnTo>
                    <a:pt x="1468" y="1004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2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3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2" y="2703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2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5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5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9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5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3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6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3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2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3" y="5793"/>
                  </a:lnTo>
                  <a:lnTo>
                    <a:pt x="4828" y="5638"/>
                  </a:lnTo>
                  <a:lnTo>
                    <a:pt x="4249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5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2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6"/>
            <p:cNvSpPr/>
            <p:nvPr/>
          </p:nvSpPr>
          <p:spPr>
            <a:xfrm>
              <a:off x="3488525" y="28212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120" y="387"/>
                  </a:moveTo>
                  <a:lnTo>
                    <a:pt x="1313" y="425"/>
                  </a:lnTo>
                  <a:lnTo>
                    <a:pt x="1506" y="464"/>
                  </a:lnTo>
                  <a:lnTo>
                    <a:pt x="1661" y="580"/>
                  </a:lnTo>
                  <a:lnTo>
                    <a:pt x="1738" y="734"/>
                  </a:lnTo>
                  <a:lnTo>
                    <a:pt x="1777" y="889"/>
                  </a:lnTo>
                  <a:lnTo>
                    <a:pt x="1738" y="966"/>
                  </a:lnTo>
                  <a:lnTo>
                    <a:pt x="1699" y="1004"/>
                  </a:lnTo>
                  <a:lnTo>
                    <a:pt x="1661" y="1082"/>
                  </a:lnTo>
                  <a:lnTo>
                    <a:pt x="1545" y="1120"/>
                  </a:lnTo>
                  <a:lnTo>
                    <a:pt x="1236" y="1159"/>
                  </a:lnTo>
                  <a:lnTo>
                    <a:pt x="927" y="1159"/>
                  </a:lnTo>
                  <a:lnTo>
                    <a:pt x="579" y="1198"/>
                  </a:lnTo>
                  <a:lnTo>
                    <a:pt x="464" y="1236"/>
                  </a:lnTo>
                  <a:lnTo>
                    <a:pt x="309" y="1313"/>
                  </a:lnTo>
                  <a:lnTo>
                    <a:pt x="309" y="1159"/>
                  </a:lnTo>
                  <a:lnTo>
                    <a:pt x="348" y="1004"/>
                  </a:lnTo>
                  <a:lnTo>
                    <a:pt x="386" y="850"/>
                  </a:lnTo>
                  <a:lnTo>
                    <a:pt x="464" y="734"/>
                  </a:lnTo>
                  <a:lnTo>
                    <a:pt x="541" y="618"/>
                  </a:lnTo>
                  <a:lnTo>
                    <a:pt x="657" y="541"/>
                  </a:lnTo>
                  <a:lnTo>
                    <a:pt x="811" y="464"/>
                  </a:lnTo>
                  <a:lnTo>
                    <a:pt x="927" y="425"/>
                  </a:lnTo>
                  <a:lnTo>
                    <a:pt x="1120" y="387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79" y="116"/>
                  </a:lnTo>
                  <a:lnTo>
                    <a:pt x="425" y="232"/>
                  </a:lnTo>
                  <a:lnTo>
                    <a:pt x="271" y="387"/>
                  </a:lnTo>
                  <a:lnTo>
                    <a:pt x="155" y="541"/>
                  </a:lnTo>
                  <a:lnTo>
                    <a:pt x="77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68"/>
                  </a:lnTo>
                  <a:lnTo>
                    <a:pt x="116" y="1661"/>
                  </a:lnTo>
                  <a:lnTo>
                    <a:pt x="155" y="1738"/>
                  </a:lnTo>
                  <a:lnTo>
                    <a:pt x="232" y="1815"/>
                  </a:lnTo>
                  <a:lnTo>
                    <a:pt x="309" y="1815"/>
                  </a:lnTo>
                  <a:lnTo>
                    <a:pt x="425" y="1777"/>
                  </a:lnTo>
                  <a:lnTo>
                    <a:pt x="541" y="1661"/>
                  </a:lnTo>
                  <a:lnTo>
                    <a:pt x="695" y="1584"/>
                  </a:lnTo>
                  <a:lnTo>
                    <a:pt x="850" y="1545"/>
                  </a:lnTo>
                  <a:lnTo>
                    <a:pt x="1043" y="1545"/>
                  </a:lnTo>
                  <a:lnTo>
                    <a:pt x="1390" y="1506"/>
                  </a:lnTo>
                  <a:lnTo>
                    <a:pt x="1583" y="1506"/>
                  </a:lnTo>
                  <a:lnTo>
                    <a:pt x="1738" y="1468"/>
                  </a:lnTo>
                  <a:lnTo>
                    <a:pt x="1931" y="1391"/>
                  </a:lnTo>
                  <a:lnTo>
                    <a:pt x="2047" y="1275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811"/>
                  </a:lnTo>
                  <a:lnTo>
                    <a:pt x="2124" y="657"/>
                  </a:lnTo>
                  <a:lnTo>
                    <a:pt x="2047" y="502"/>
                  </a:lnTo>
                  <a:lnTo>
                    <a:pt x="1970" y="348"/>
                  </a:lnTo>
                  <a:lnTo>
                    <a:pt x="1777" y="194"/>
                  </a:lnTo>
                  <a:lnTo>
                    <a:pt x="1622" y="116"/>
                  </a:lnTo>
                  <a:lnTo>
                    <a:pt x="1429" y="39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6"/>
            <p:cNvSpPr/>
            <p:nvPr/>
          </p:nvSpPr>
          <p:spPr>
            <a:xfrm>
              <a:off x="3345650" y="2889825"/>
              <a:ext cx="466300" cy="248125"/>
            </a:xfrm>
            <a:custGeom>
              <a:avLst/>
              <a:gdLst/>
              <a:ahLst/>
              <a:cxnLst/>
              <a:rect l="l" t="t" r="r" b="b"/>
              <a:pathLst>
                <a:path w="18652" h="9925" extrusionOk="0">
                  <a:moveTo>
                    <a:pt x="6140" y="0"/>
                  </a:moveTo>
                  <a:lnTo>
                    <a:pt x="5561" y="39"/>
                  </a:lnTo>
                  <a:lnTo>
                    <a:pt x="4982" y="155"/>
                  </a:lnTo>
                  <a:lnTo>
                    <a:pt x="4402" y="309"/>
                  </a:lnTo>
                  <a:lnTo>
                    <a:pt x="3862" y="502"/>
                  </a:lnTo>
                  <a:lnTo>
                    <a:pt x="3283" y="772"/>
                  </a:lnTo>
                  <a:lnTo>
                    <a:pt x="2781" y="1081"/>
                  </a:lnTo>
                  <a:lnTo>
                    <a:pt x="2279" y="1467"/>
                  </a:lnTo>
                  <a:lnTo>
                    <a:pt x="1815" y="1892"/>
                  </a:lnTo>
                  <a:lnTo>
                    <a:pt x="1390" y="2317"/>
                  </a:lnTo>
                  <a:lnTo>
                    <a:pt x="1043" y="2780"/>
                  </a:lnTo>
                  <a:lnTo>
                    <a:pt x="734" y="3244"/>
                  </a:lnTo>
                  <a:lnTo>
                    <a:pt x="464" y="3746"/>
                  </a:lnTo>
                  <a:lnTo>
                    <a:pt x="271" y="4286"/>
                  </a:lnTo>
                  <a:lnTo>
                    <a:pt x="116" y="4827"/>
                  </a:lnTo>
                  <a:lnTo>
                    <a:pt x="0" y="5368"/>
                  </a:lnTo>
                  <a:lnTo>
                    <a:pt x="348" y="5445"/>
                  </a:lnTo>
                  <a:lnTo>
                    <a:pt x="425" y="5020"/>
                  </a:lnTo>
                  <a:lnTo>
                    <a:pt x="541" y="4595"/>
                  </a:lnTo>
                  <a:lnTo>
                    <a:pt x="773" y="4016"/>
                  </a:lnTo>
                  <a:lnTo>
                    <a:pt x="1081" y="3437"/>
                  </a:lnTo>
                  <a:lnTo>
                    <a:pt x="1468" y="2896"/>
                  </a:lnTo>
                  <a:lnTo>
                    <a:pt x="1892" y="2394"/>
                  </a:lnTo>
                  <a:lnTo>
                    <a:pt x="2356" y="1931"/>
                  </a:lnTo>
                  <a:lnTo>
                    <a:pt x="2858" y="1545"/>
                  </a:lnTo>
                  <a:lnTo>
                    <a:pt x="3398" y="1197"/>
                  </a:lnTo>
                  <a:lnTo>
                    <a:pt x="3978" y="888"/>
                  </a:lnTo>
                  <a:lnTo>
                    <a:pt x="4595" y="657"/>
                  </a:lnTo>
                  <a:lnTo>
                    <a:pt x="5252" y="502"/>
                  </a:lnTo>
                  <a:lnTo>
                    <a:pt x="5908" y="425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39" y="618"/>
                  </a:lnTo>
                  <a:lnTo>
                    <a:pt x="8457" y="811"/>
                  </a:lnTo>
                  <a:lnTo>
                    <a:pt x="9075" y="1120"/>
                  </a:lnTo>
                  <a:lnTo>
                    <a:pt x="9422" y="1313"/>
                  </a:lnTo>
                  <a:lnTo>
                    <a:pt x="9731" y="1506"/>
                  </a:lnTo>
                  <a:lnTo>
                    <a:pt x="10002" y="1738"/>
                  </a:lnTo>
                  <a:lnTo>
                    <a:pt x="10272" y="1969"/>
                  </a:lnTo>
                  <a:lnTo>
                    <a:pt x="10774" y="2471"/>
                  </a:lnTo>
                  <a:lnTo>
                    <a:pt x="11199" y="3051"/>
                  </a:lnTo>
                  <a:lnTo>
                    <a:pt x="11546" y="3630"/>
                  </a:lnTo>
                  <a:lnTo>
                    <a:pt x="11855" y="4286"/>
                  </a:lnTo>
                  <a:lnTo>
                    <a:pt x="12164" y="4943"/>
                  </a:lnTo>
                  <a:lnTo>
                    <a:pt x="12396" y="5638"/>
                  </a:lnTo>
                  <a:lnTo>
                    <a:pt x="12627" y="6217"/>
                  </a:lnTo>
                  <a:lnTo>
                    <a:pt x="12859" y="6835"/>
                  </a:lnTo>
                  <a:lnTo>
                    <a:pt x="13129" y="7414"/>
                  </a:lnTo>
                  <a:lnTo>
                    <a:pt x="13438" y="7993"/>
                  </a:lnTo>
                  <a:lnTo>
                    <a:pt x="13786" y="8495"/>
                  </a:lnTo>
                  <a:lnTo>
                    <a:pt x="14211" y="8959"/>
                  </a:lnTo>
                  <a:lnTo>
                    <a:pt x="14442" y="9190"/>
                  </a:lnTo>
                  <a:lnTo>
                    <a:pt x="14713" y="9383"/>
                  </a:lnTo>
                  <a:lnTo>
                    <a:pt x="14983" y="9538"/>
                  </a:lnTo>
                  <a:lnTo>
                    <a:pt x="15253" y="9692"/>
                  </a:lnTo>
                  <a:lnTo>
                    <a:pt x="15717" y="9847"/>
                  </a:lnTo>
                  <a:lnTo>
                    <a:pt x="16219" y="9924"/>
                  </a:lnTo>
                  <a:lnTo>
                    <a:pt x="16682" y="9885"/>
                  </a:lnTo>
                  <a:lnTo>
                    <a:pt x="17145" y="9808"/>
                  </a:lnTo>
                  <a:lnTo>
                    <a:pt x="17609" y="9654"/>
                  </a:lnTo>
                  <a:lnTo>
                    <a:pt x="17802" y="9538"/>
                  </a:lnTo>
                  <a:lnTo>
                    <a:pt x="17995" y="9383"/>
                  </a:lnTo>
                  <a:lnTo>
                    <a:pt x="18188" y="9229"/>
                  </a:lnTo>
                  <a:lnTo>
                    <a:pt x="18342" y="9075"/>
                  </a:lnTo>
                  <a:lnTo>
                    <a:pt x="18497" y="8881"/>
                  </a:lnTo>
                  <a:lnTo>
                    <a:pt x="18613" y="8650"/>
                  </a:lnTo>
                  <a:lnTo>
                    <a:pt x="18651" y="8573"/>
                  </a:lnTo>
                  <a:lnTo>
                    <a:pt x="18613" y="8457"/>
                  </a:lnTo>
                  <a:lnTo>
                    <a:pt x="18651" y="8418"/>
                  </a:lnTo>
                  <a:lnTo>
                    <a:pt x="18613" y="8341"/>
                  </a:lnTo>
                  <a:lnTo>
                    <a:pt x="18304" y="8380"/>
                  </a:lnTo>
                  <a:lnTo>
                    <a:pt x="18265" y="8418"/>
                  </a:lnTo>
                  <a:lnTo>
                    <a:pt x="18033" y="8766"/>
                  </a:lnTo>
                  <a:lnTo>
                    <a:pt x="17802" y="8997"/>
                  </a:lnTo>
                  <a:lnTo>
                    <a:pt x="17493" y="9229"/>
                  </a:lnTo>
                  <a:lnTo>
                    <a:pt x="17184" y="9345"/>
                  </a:lnTo>
                  <a:lnTo>
                    <a:pt x="16798" y="9461"/>
                  </a:lnTo>
                  <a:lnTo>
                    <a:pt x="16064" y="9461"/>
                  </a:lnTo>
                  <a:lnTo>
                    <a:pt x="15717" y="9383"/>
                  </a:lnTo>
                  <a:lnTo>
                    <a:pt x="15330" y="9229"/>
                  </a:lnTo>
                  <a:lnTo>
                    <a:pt x="15021" y="9036"/>
                  </a:lnTo>
                  <a:lnTo>
                    <a:pt x="14674" y="8766"/>
                  </a:lnTo>
                  <a:lnTo>
                    <a:pt x="14404" y="8495"/>
                  </a:lnTo>
                  <a:lnTo>
                    <a:pt x="14133" y="8186"/>
                  </a:lnTo>
                  <a:lnTo>
                    <a:pt x="13902" y="7878"/>
                  </a:lnTo>
                  <a:lnTo>
                    <a:pt x="13709" y="7530"/>
                  </a:lnTo>
                  <a:lnTo>
                    <a:pt x="13515" y="7182"/>
                  </a:lnTo>
                  <a:lnTo>
                    <a:pt x="13207" y="6526"/>
                  </a:lnTo>
                  <a:lnTo>
                    <a:pt x="12936" y="5870"/>
                  </a:lnTo>
                  <a:lnTo>
                    <a:pt x="12434" y="4518"/>
                  </a:lnTo>
                  <a:lnTo>
                    <a:pt x="12164" y="3862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317"/>
                  </a:lnTo>
                  <a:lnTo>
                    <a:pt x="11005" y="2047"/>
                  </a:lnTo>
                  <a:lnTo>
                    <a:pt x="10542" y="1583"/>
                  </a:lnTo>
                  <a:lnTo>
                    <a:pt x="10040" y="1197"/>
                  </a:lnTo>
                  <a:lnTo>
                    <a:pt x="9538" y="888"/>
                  </a:lnTo>
                  <a:lnTo>
                    <a:pt x="9036" y="579"/>
                  </a:lnTo>
                  <a:lnTo>
                    <a:pt x="8457" y="386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6"/>
            <p:cNvSpPr/>
            <p:nvPr/>
          </p:nvSpPr>
          <p:spPr>
            <a:xfrm>
              <a:off x="6719625" y="2898500"/>
              <a:ext cx="625575" cy="344675"/>
            </a:xfrm>
            <a:custGeom>
              <a:avLst/>
              <a:gdLst/>
              <a:ahLst/>
              <a:cxnLst/>
              <a:rect l="l" t="t" r="r" b="b"/>
              <a:pathLst>
                <a:path w="25023" h="13787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9"/>
                  </a:lnTo>
                  <a:lnTo>
                    <a:pt x="23787" y="2163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6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5"/>
                  </a:lnTo>
                  <a:lnTo>
                    <a:pt x="23169" y="1120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2"/>
                  </a:lnTo>
                  <a:lnTo>
                    <a:pt x="23864" y="3515"/>
                  </a:lnTo>
                  <a:lnTo>
                    <a:pt x="23787" y="3399"/>
                  </a:lnTo>
                  <a:lnTo>
                    <a:pt x="23748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1"/>
                  </a:lnTo>
                  <a:lnTo>
                    <a:pt x="16566" y="5407"/>
                  </a:lnTo>
                  <a:lnTo>
                    <a:pt x="16296" y="5445"/>
                  </a:lnTo>
                  <a:lnTo>
                    <a:pt x="15639" y="5523"/>
                  </a:lnTo>
                  <a:lnTo>
                    <a:pt x="15639" y="5484"/>
                  </a:lnTo>
                  <a:lnTo>
                    <a:pt x="15678" y="5368"/>
                  </a:lnTo>
                  <a:lnTo>
                    <a:pt x="15716" y="5252"/>
                  </a:lnTo>
                  <a:lnTo>
                    <a:pt x="15755" y="5175"/>
                  </a:lnTo>
                  <a:lnTo>
                    <a:pt x="15832" y="5098"/>
                  </a:lnTo>
                  <a:lnTo>
                    <a:pt x="15948" y="5021"/>
                  </a:lnTo>
                  <a:lnTo>
                    <a:pt x="16064" y="4982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8"/>
                  </a:lnTo>
                  <a:lnTo>
                    <a:pt x="24250" y="5523"/>
                  </a:lnTo>
                  <a:lnTo>
                    <a:pt x="24057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1"/>
                  </a:lnTo>
                  <a:lnTo>
                    <a:pt x="18111" y="5214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523"/>
                  </a:lnTo>
                  <a:lnTo>
                    <a:pt x="17029" y="5445"/>
                  </a:lnTo>
                  <a:lnTo>
                    <a:pt x="17068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2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7"/>
                  </a:lnTo>
                  <a:lnTo>
                    <a:pt x="14558" y="5870"/>
                  </a:lnTo>
                  <a:lnTo>
                    <a:pt x="14056" y="6102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600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4"/>
                  </a:moveTo>
                  <a:lnTo>
                    <a:pt x="19115" y="5523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6" y="6179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7"/>
                  </a:lnTo>
                  <a:lnTo>
                    <a:pt x="18844" y="5523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0" y="6102"/>
                  </a:lnTo>
                  <a:lnTo>
                    <a:pt x="20466" y="6140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7"/>
                  </a:lnTo>
                  <a:lnTo>
                    <a:pt x="20814" y="6720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8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1" y="5986"/>
                  </a:lnTo>
                  <a:lnTo>
                    <a:pt x="24019" y="6025"/>
                  </a:lnTo>
                  <a:lnTo>
                    <a:pt x="24096" y="6025"/>
                  </a:lnTo>
                  <a:lnTo>
                    <a:pt x="23941" y="6295"/>
                  </a:lnTo>
                  <a:lnTo>
                    <a:pt x="23748" y="6565"/>
                  </a:lnTo>
                  <a:lnTo>
                    <a:pt x="23517" y="6797"/>
                  </a:lnTo>
                  <a:lnTo>
                    <a:pt x="23246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7"/>
                  </a:lnTo>
                  <a:lnTo>
                    <a:pt x="23015" y="6295"/>
                  </a:lnTo>
                  <a:lnTo>
                    <a:pt x="23053" y="6179"/>
                  </a:lnTo>
                  <a:lnTo>
                    <a:pt x="23131" y="6102"/>
                  </a:lnTo>
                  <a:lnTo>
                    <a:pt x="23208" y="6025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8" y="6333"/>
                  </a:lnTo>
                  <a:lnTo>
                    <a:pt x="13168" y="6720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7"/>
                  </a:lnTo>
                  <a:lnTo>
                    <a:pt x="12627" y="6681"/>
                  </a:lnTo>
                  <a:lnTo>
                    <a:pt x="12666" y="6527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218"/>
                  </a:lnTo>
                  <a:lnTo>
                    <a:pt x="13013" y="6140"/>
                  </a:lnTo>
                  <a:lnTo>
                    <a:pt x="13129" y="6102"/>
                  </a:lnTo>
                  <a:close/>
                  <a:moveTo>
                    <a:pt x="22165" y="6565"/>
                  </a:moveTo>
                  <a:lnTo>
                    <a:pt x="22281" y="6604"/>
                  </a:lnTo>
                  <a:lnTo>
                    <a:pt x="22474" y="6720"/>
                  </a:lnTo>
                  <a:lnTo>
                    <a:pt x="22629" y="6874"/>
                  </a:lnTo>
                  <a:lnTo>
                    <a:pt x="22783" y="7029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6"/>
                  </a:lnTo>
                  <a:lnTo>
                    <a:pt x="22937" y="7144"/>
                  </a:lnTo>
                  <a:lnTo>
                    <a:pt x="22551" y="7222"/>
                  </a:lnTo>
                  <a:lnTo>
                    <a:pt x="22165" y="7260"/>
                  </a:lnTo>
                  <a:lnTo>
                    <a:pt x="21779" y="7222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49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5" y="7994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4"/>
                  </a:lnTo>
                  <a:lnTo>
                    <a:pt x="11816" y="7608"/>
                  </a:lnTo>
                  <a:lnTo>
                    <a:pt x="11894" y="7531"/>
                  </a:lnTo>
                  <a:lnTo>
                    <a:pt x="12009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3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2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3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5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4" y="9770"/>
                  </a:moveTo>
                  <a:lnTo>
                    <a:pt x="3900" y="9809"/>
                  </a:lnTo>
                  <a:lnTo>
                    <a:pt x="4016" y="9886"/>
                  </a:lnTo>
                  <a:lnTo>
                    <a:pt x="4093" y="10002"/>
                  </a:lnTo>
                  <a:lnTo>
                    <a:pt x="4132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5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6"/>
                  </a:lnTo>
                  <a:lnTo>
                    <a:pt x="5097" y="10774"/>
                  </a:lnTo>
                  <a:lnTo>
                    <a:pt x="5136" y="10890"/>
                  </a:lnTo>
                  <a:lnTo>
                    <a:pt x="5175" y="11044"/>
                  </a:lnTo>
                  <a:lnTo>
                    <a:pt x="5136" y="11238"/>
                  </a:lnTo>
                  <a:lnTo>
                    <a:pt x="5097" y="11431"/>
                  </a:lnTo>
                  <a:lnTo>
                    <a:pt x="4402" y="10929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5" y="11740"/>
                  </a:lnTo>
                  <a:lnTo>
                    <a:pt x="10658" y="11701"/>
                  </a:lnTo>
                  <a:lnTo>
                    <a:pt x="10503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5" y="10697"/>
                  </a:lnTo>
                  <a:lnTo>
                    <a:pt x="10928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10"/>
                  </a:lnTo>
                  <a:lnTo>
                    <a:pt x="6410" y="12242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8" y="11508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1" y="12744"/>
                  </a:lnTo>
                  <a:lnTo>
                    <a:pt x="9770" y="12937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2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39" y="13207"/>
                  </a:lnTo>
                  <a:lnTo>
                    <a:pt x="7337" y="13014"/>
                  </a:lnTo>
                  <a:lnTo>
                    <a:pt x="6835" y="12744"/>
                  </a:lnTo>
                  <a:lnTo>
                    <a:pt x="6990" y="12628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3" y="12628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7"/>
                  </a:lnTo>
                  <a:lnTo>
                    <a:pt x="9229" y="13130"/>
                  </a:lnTo>
                  <a:lnTo>
                    <a:pt x="9268" y="13207"/>
                  </a:lnTo>
                  <a:lnTo>
                    <a:pt x="9036" y="13284"/>
                  </a:lnTo>
                  <a:lnTo>
                    <a:pt x="8804" y="13323"/>
                  </a:lnTo>
                  <a:lnTo>
                    <a:pt x="8573" y="13323"/>
                  </a:lnTo>
                  <a:lnTo>
                    <a:pt x="8302" y="13284"/>
                  </a:lnTo>
                  <a:lnTo>
                    <a:pt x="8302" y="13207"/>
                  </a:lnTo>
                  <a:lnTo>
                    <a:pt x="8341" y="13014"/>
                  </a:lnTo>
                  <a:lnTo>
                    <a:pt x="8418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8"/>
                  </a:lnTo>
                  <a:close/>
                  <a:moveTo>
                    <a:pt x="22976" y="1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10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3" y="966"/>
                  </a:lnTo>
                  <a:lnTo>
                    <a:pt x="22706" y="1120"/>
                  </a:lnTo>
                  <a:lnTo>
                    <a:pt x="22629" y="1314"/>
                  </a:lnTo>
                  <a:lnTo>
                    <a:pt x="22590" y="1507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0" y="2279"/>
                  </a:lnTo>
                  <a:lnTo>
                    <a:pt x="23053" y="2395"/>
                  </a:lnTo>
                  <a:lnTo>
                    <a:pt x="23246" y="2511"/>
                  </a:lnTo>
                  <a:lnTo>
                    <a:pt x="23478" y="2511"/>
                  </a:lnTo>
                  <a:lnTo>
                    <a:pt x="23401" y="2704"/>
                  </a:lnTo>
                  <a:lnTo>
                    <a:pt x="23362" y="2897"/>
                  </a:lnTo>
                  <a:lnTo>
                    <a:pt x="23324" y="3090"/>
                  </a:lnTo>
                  <a:lnTo>
                    <a:pt x="23362" y="3283"/>
                  </a:lnTo>
                  <a:lnTo>
                    <a:pt x="23439" y="3515"/>
                  </a:lnTo>
                  <a:lnTo>
                    <a:pt x="23555" y="3708"/>
                  </a:lnTo>
                  <a:lnTo>
                    <a:pt x="23748" y="3901"/>
                  </a:lnTo>
                  <a:lnTo>
                    <a:pt x="23980" y="4017"/>
                  </a:lnTo>
                  <a:lnTo>
                    <a:pt x="23748" y="4210"/>
                  </a:lnTo>
                  <a:lnTo>
                    <a:pt x="23555" y="4480"/>
                  </a:lnTo>
                  <a:lnTo>
                    <a:pt x="23478" y="4750"/>
                  </a:lnTo>
                  <a:lnTo>
                    <a:pt x="23439" y="4905"/>
                  </a:lnTo>
                  <a:lnTo>
                    <a:pt x="23439" y="5021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3"/>
                  </a:lnTo>
                  <a:lnTo>
                    <a:pt x="23169" y="5561"/>
                  </a:lnTo>
                  <a:lnTo>
                    <a:pt x="22976" y="5716"/>
                  </a:lnTo>
                  <a:lnTo>
                    <a:pt x="22783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4" y="6295"/>
                  </a:lnTo>
                  <a:lnTo>
                    <a:pt x="22320" y="6256"/>
                  </a:lnTo>
                  <a:lnTo>
                    <a:pt x="22165" y="6218"/>
                  </a:lnTo>
                  <a:lnTo>
                    <a:pt x="21972" y="6218"/>
                  </a:lnTo>
                  <a:lnTo>
                    <a:pt x="21740" y="6295"/>
                  </a:lnTo>
                  <a:lnTo>
                    <a:pt x="21509" y="6411"/>
                  </a:lnTo>
                  <a:lnTo>
                    <a:pt x="21354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5"/>
                  </a:lnTo>
                  <a:lnTo>
                    <a:pt x="20736" y="5909"/>
                  </a:lnTo>
                  <a:lnTo>
                    <a:pt x="20582" y="5831"/>
                  </a:lnTo>
                  <a:lnTo>
                    <a:pt x="20427" y="5754"/>
                  </a:lnTo>
                  <a:lnTo>
                    <a:pt x="20234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6"/>
                  </a:lnTo>
                  <a:lnTo>
                    <a:pt x="19617" y="5484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1"/>
                  </a:lnTo>
                  <a:lnTo>
                    <a:pt x="18497" y="5407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6"/>
                  </a:lnTo>
                  <a:lnTo>
                    <a:pt x="17802" y="4557"/>
                  </a:lnTo>
                  <a:lnTo>
                    <a:pt x="17647" y="4519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8"/>
                  </a:lnTo>
                  <a:lnTo>
                    <a:pt x="16759" y="4943"/>
                  </a:lnTo>
                  <a:lnTo>
                    <a:pt x="16605" y="4789"/>
                  </a:lnTo>
                  <a:lnTo>
                    <a:pt x="16450" y="4712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82"/>
                  </a:lnTo>
                  <a:lnTo>
                    <a:pt x="14288" y="5021"/>
                  </a:lnTo>
                  <a:lnTo>
                    <a:pt x="14133" y="5098"/>
                  </a:lnTo>
                  <a:lnTo>
                    <a:pt x="14056" y="5175"/>
                  </a:lnTo>
                  <a:lnTo>
                    <a:pt x="13940" y="5291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6"/>
                  </a:lnTo>
                  <a:lnTo>
                    <a:pt x="13168" y="5716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8"/>
                  </a:lnTo>
                  <a:lnTo>
                    <a:pt x="12357" y="6372"/>
                  </a:lnTo>
                  <a:lnTo>
                    <a:pt x="12357" y="6527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7029"/>
                  </a:lnTo>
                  <a:lnTo>
                    <a:pt x="11894" y="7106"/>
                  </a:lnTo>
                  <a:lnTo>
                    <a:pt x="11662" y="7222"/>
                  </a:lnTo>
                  <a:lnTo>
                    <a:pt x="11507" y="7415"/>
                  </a:lnTo>
                  <a:lnTo>
                    <a:pt x="11392" y="7531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276" y="7994"/>
                  </a:lnTo>
                  <a:lnTo>
                    <a:pt x="11314" y="8148"/>
                  </a:lnTo>
                  <a:lnTo>
                    <a:pt x="11353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30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4"/>
                  </a:lnTo>
                  <a:lnTo>
                    <a:pt x="10619" y="10311"/>
                  </a:lnTo>
                  <a:lnTo>
                    <a:pt x="10426" y="10427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6"/>
                  </a:lnTo>
                  <a:lnTo>
                    <a:pt x="10040" y="11238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4" y="11740"/>
                  </a:lnTo>
                  <a:lnTo>
                    <a:pt x="9693" y="11855"/>
                  </a:lnTo>
                  <a:lnTo>
                    <a:pt x="9499" y="12010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9"/>
                  </a:lnTo>
                  <a:lnTo>
                    <a:pt x="9306" y="12473"/>
                  </a:lnTo>
                  <a:lnTo>
                    <a:pt x="9191" y="12396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5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3" y="12435"/>
                  </a:lnTo>
                  <a:lnTo>
                    <a:pt x="7878" y="12319"/>
                  </a:lnTo>
                  <a:lnTo>
                    <a:pt x="7723" y="12242"/>
                  </a:lnTo>
                  <a:lnTo>
                    <a:pt x="7492" y="12164"/>
                  </a:lnTo>
                  <a:lnTo>
                    <a:pt x="7221" y="12203"/>
                  </a:lnTo>
                  <a:lnTo>
                    <a:pt x="6990" y="12280"/>
                  </a:lnTo>
                  <a:lnTo>
                    <a:pt x="6796" y="12435"/>
                  </a:lnTo>
                  <a:lnTo>
                    <a:pt x="6796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431"/>
                  </a:lnTo>
                  <a:lnTo>
                    <a:pt x="6372" y="11315"/>
                  </a:lnTo>
                  <a:lnTo>
                    <a:pt x="6217" y="11199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8"/>
                  </a:lnTo>
                  <a:lnTo>
                    <a:pt x="5522" y="10967"/>
                  </a:lnTo>
                  <a:lnTo>
                    <a:pt x="5445" y="10736"/>
                  </a:lnTo>
                  <a:lnTo>
                    <a:pt x="5329" y="10504"/>
                  </a:lnTo>
                  <a:lnTo>
                    <a:pt x="5213" y="10427"/>
                  </a:lnTo>
                  <a:lnTo>
                    <a:pt x="5097" y="10388"/>
                  </a:lnTo>
                  <a:lnTo>
                    <a:pt x="4943" y="10311"/>
                  </a:lnTo>
                  <a:lnTo>
                    <a:pt x="4827" y="10311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500"/>
                  </a:lnTo>
                  <a:lnTo>
                    <a:pt x="3900" y="9461"/>
                  </a:lnTo>
                  <a:lnTo>
                    <a:pt x="3746" y="9423"/>
                  </a:lnTo>
                  <a:lnTo>
                    <a:pt x="3591" y="9423"/>
                  </a:lnTo>
                  <a:lnTo>
                    <a:pt x="3398" y="9461"/>
                  </a:lnTo>
                  <a:lnTo>
                    <a:pt x="3282" y="9538"/>
                  </a:lnTo>
                  <a:lnTo>
                    <a:pt x="3128" y="9616"/>
                  </a:lnTo>
                  <a:lnTo>
                    <a:pt x="3012" y="9770"/>
                  </a:lnTo>
                  <a:lnTo>
                    <a:pt x="2974" y="9616"/>
                  </a:lnTo>
                  <a:lnTo>
                    <a:pt x="2896" y="9461"/>
                  </a:lnTo>
                  <a:lnTo>
                    <a:pt x="2780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2"/>
                  </a:lnTo>
                  <a:lnTo>
                    <a:pt x="1352" y="9925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1"/>
                  </a:lnTo>
                  <a:lnTo>
                    <a:pt x="386" y="10427"/>
                  </a:lnTo>
                  <a:lnTo>
                    <a:pt x="271" y="10581"/>
                  </a:lnTo>
                  <a:lnTo>
                    <a:pt x="116" y="10890"/>
                  </a:lnTo>
                  <a:lnTo>
                    <a:pt x="0" y="11238"/>
                  </a:lnTo>
                  <a:lnTo>
                    <a:pt x="0" y="11585"/>
                  </a:lnTo>
                  <a:lnTo>
                    <a:pt x="77" y="11933"/>
                  </a:lnTo>
                  <a:lnTo>
                    <a:pt x="193" y="12242"/>
                  </a:lnTo>
                  <a:lnTo>
                    <a:pt x="386" y="12550"/>
                  </a:lnTo>
                  <a:lnTo>
                    <a:pt x="618" y="12821"/>
                  </a:lnTo>
                  <a:lnTo>
                    <a:pt x="811" y="12937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30"/>
                  </a:lnTo>
                  <a:lnTo>
                    <a:pt x="1738" y="13168"/>
                  </a:lnTo>
                  <a:lnTo>
                    <a:pt x="2085" y="13130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2"/>
                  </a:lnTo>
                  <a:lnTo>
                    <a:pt x="3591" y="12010"/>
                  </a:lnTo>
                  <a:lnTo>
                    <a:pt x="3553" y="11933"/>
                  </a:lnTo>
                  <a:lnTo>
                    <a:pt x="3514" y="11817"/>
                  </a:lnTo>
                  <a:lnTo>
                    <a:pt x="3437" y="11778"/>
                  </a:lnTo>
                  <a:lnTo>
                    <a:pt x="3321" y="11740"/>
                  </a:lnTo>
                  <a:lnTo>
                    <a:pt x="3282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2"/>
                  </a:lnTo>
                  <a:lnTo>
                    <a:pt x="2587" y="12435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94"/>
                  </a:lnTo>
                  <a:lnTo>
                    <a:pt x="502" y="11740"/>
                  </a:lnTo>
                  <a:lnTo>
                    <a:pt x="502" y="11546"/>
                  </a:lnTo>
                  <a:lnTo>
                    <a:pt x="502" y="11392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8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7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9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5" y="13439"/>
                  </a:lnTo>
                  <a:lnTo>
                    <a:pt x="7530" y="13593"/>
                  </a:lnTo>
                  <a:lnTo>
                    <a:pt x="7993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9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6"/>
                  </a:lnTo>
                  <a:lnTo>
                    <a:pt x="11314" y="11740"/>
                  </a:lnTo>
                  <a:lnTo>
                    <a:pt x="11507" y="11238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5" y="9114"/>
                  </a:lnTo>
                  <a:lnTo>
                    <a:pt x="12357" y="8612"/>
                  </a:lnTo>
                  <a:lnTo>
                    <a:pt x="12589" y="8110"/>
                  </a:lnTo>
                  <a:lnTo>
                    <a:pt x="12936" y="7646"/>
                  </a:lnTo>
                  <a:lnTo>
                    <a:pt x="13284" y="7299"/>
                  </a:lnTo>
                  <a:lnTo>
                    <a:pt x="13631" y="6990"/>
                  </a:lnTo>
                  <a:lnTo>
                    <a:pt x="14017" y="6720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2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29" y="7492"/>
                  </a:lnTo>
                  <a:lnTo>
                    <a:pt x="21316" y="7646"/>
                  </a:lnTo>
                  <a:lnTo>
                    <a:pt x="21740" y="7724"/>
                  </a:lnTo>
                  <a:lnTo>
                    <a:pt x="22165" y="7762"/>
                  </a:lnTo>
                  <a:lnTo>
                    <a:pt x="22590" y="7724"/>
                  </a:lnTo>
                  <a:lnTo>
                    <a:pt x="22976" y="7646"/>
                  </a:lnTo>
                  <a:lnTo>
                    <a:pt x="23362" y="7531"/>
                  </a:lnTo>
                  <a:lnTo>
                    <a:pt x="23710" y="7299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5"/>
                  </a:lnTo>
                  <a:lnTo>
                    <a:pt x="24752" y="5909"/>
                  </a:lnTo>
                  <a:lnTo>
                    <a:pt x="24868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10"/>
                  </a:lnTo>
                  <a:lnTo>
                    <a:pt x="24945" y="3746"/>
                  </a:lnTo>
                  <a:lnTo>
                    <a:pt x="24868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3" y="1970"/>
                  </a:lnTo>
                  <a:lnTo>
                    <a:pt x="24250" y="1584"/>
                  </a:lnTo>
                  <a:lnTo>
                    <a:pt x="24057" y="1198"/>
                  </a:lnTo>
                  <a:lnTo>
                    <a:pt x="23787" y="812"/>
                  </a:lnTo>
                  <a:lnTo>
                    <a:pt x="23941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8"/>
                  </a:lnTo>
                  <a:lnTo>
                    <a:pt x="230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6"/>
            <p:cNvSpPr/>
            <p:nvPr/>
          </p:nvSpPr>
          <p:spPr>
            <a:xfrm>
              <a:off x="1648525" y="2901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5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8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5" y="7299"/>
                  </a:lnTo>
                  <a:lnTo>
                    <a:pt x="14713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4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4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5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7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6"/>
            <p:cNvSpPr/>
            <p:nvPr/>
          </p:nvSpPr>
          <p:spPr>
            <a:xfrm>
              <a:off x="7229325" y="290815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6"/>
                  </a:lnTo>
                  <a:lnTo>
                    <a:pt x="3785" y="619"/>
                  </a:lnTo>
                  <a:lnTo>
                    <a:pt x="4094" y="889"/>
                  </a:lnTo>
                  <a:lnTo>
                    <a:pt x="4364" y="1121"/>
                  </a:lnTo>
                  <a:lnTo>
                    <a:pt x="4635" y="1430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4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23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3" y="5214"/>
                  </a:lnTo>
                  <a:lnTo>
                    <a:pt x="5446" y="5600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7"/>
                  </a:lnTo>
                  <a:lnTo>
                    <a:pt x="4210" y="8033"/>
                  </a:lnTo>
                  <a:lnTo>
                    <a:pt x="3940" y="8380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9" y="10041"/>
                  </a:lnTo>
                  <a:lnTo>
                    <a:pt x="1314" y="10234"/>
                  </a:lnTo>
                  <a:lnTo>
                    <a:pt x="889" y="10388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5"/>
                  </a:lnTo>
                  <a:lnTo>
                    <a:pt x="4828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1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4" y="2434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4"/>
                  </a:lnTo>
                  <a:lnTo>
                    <a:pt x="4905" y="1005"/>
                  </a:lnTo>
                  <a:lnTo>
                    <a:pt x="4596" y="696"/>
                  </a:lnTo>
                  <a:lnTo>
                    <a:pt x="4287" y="426"/>
                  </a:lnTo>
                  <a:lnTo>
                    <a:pt x="3940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6"/>
            <p:cNvSpPr/>
            <p:nvPr/>
          </p:nvSpPr>
          <p:spPr>
            <a:xfrm>
              <a:off x="1734450" y="2911050"/>
              <a:ext cx="35725" cy="29000"/>
            </a:xfrm>
            <a:custGeom>
              <a:avLst/>
              <a:gdLst/>
              <a:ahLst/>
              <a:cxnLst/>
              <a:rect l="l" t="t" r="r" b="b"/>
              <a:pathLst>
                <a:path w="1429" h="1160" extrusionOk="0">
                  <a:moveTo>
                    <a:pt x="502" y="1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7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2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5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3"/>
                  </a:lnTo>
                  <a:lnTo>
                    <a:pt x="425" y="580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772" y="387"/>
                  </a:lnTo>
                  <a:lnTo>
                    <a:pt x="850" y="425"/>
                  </a:lnTo>
                  <a:lnTo>
                    <a:pt x="965" y="580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5" y="927"/>
                  </a:lnTo>
                  <a:lnTo>
                    <a:pt x="965" y="1005"/>
                  </a:lnTo>
                  <a:lnTo>
                    <a:pt x="965" y="1082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4" y="1120"/>
                  </a:lnTo>
                  <a:lnTo>
                    <a:pt x="1313" y="1082"/>
                  </a:lnTo>
                  <a:lnTo>
                    <a:pt x="1390" y="889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4"/>
                  </a:lnTo>
                  <a:lnTo>
                    <a:pt x="1043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6"/>
            <p:cNvSpPr/>
            <p:nvPr/>
          </p:nvSpPr>
          <p:spPr>
            <a:xfrm>
              <a:off x="6320925" y="2913950"/>
              <a:ext cx="315700" cy="477875"/>
            </a:xfrm>
            <a:custGeom>
              <a:avLst/>
              <a:gdLst/>
              <a:ahLst/>
              <a:cxnLst/>
              <a:rect l="l" t="t" r="r" b="b"/>
              <a:pathLst>
                <a:path w="12628" h="19115" extrusionOk="0">
                  <a:moveTo>
                    <a:pt x="1004" y="618"/>
                  </a:moveTo>
                  <a:lnTo>
                    <a:pt x="1661" y="850"/>
                  </a:lnTo>
                  <a:lnTo>
                    <a:pt x="2317" y="1120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2"/>
                  </a:lnTo>
                  <a:lnTo>
                    <a:pt x="4016" y="2819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7"/>
                  </a:lnTo>
                  <a:lnTo>
                    <a:pt x="9345" y="15137"/>
                  </a:lnTo>
                  <a:lnTo>
                    <a:pt x="8920" y="15369"/>
                  </a:lnTo>
                  <a:lnTo>
                    <a:pt x="7955" y="13516"/>
                  </a:lnTo>
                  <a:lnTo>
                    <a:pt x="6990" y="11662"/>
                  </a:lnTo>
                  <a:lnTo>
                    <a:pt x="5020" y="7955"/>
                  </a:lnTo>
                  <a:lnTo>
                    <a:pt x="3012" y="4287"/>
                  </a:lnTo>
                  <a:lnTo>
                    <a:pt x="1004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19" y="11739"/>
                  </a:lnTo>
                  <a:lnTo>
                    <a:pt x="7762" y="13593"/>
                  </a:lnTo>
                  <a:lnTo>
                    <a:pt x="8804" y="15446"/>
                  </a:lnTo>
                  <a:lnTo>
                    <a:pt x="8650" y="15524"/>
                  </a:lnTo>
                  <a:lnTo>
                    <a:pt x="7414" y="13747"/>
                  </a:lnTo>
                  <a:lnTo>
                    <a:pt x="6179" y="12010"/>
                  </a:lnTo>
                  <a:lnTo>
                    <a:pt x="3591" y="8534"/>
                  </a:lnTo>
                  <a:lnTo>
                    <a:pt x="2317" y="6758"/>
                  </a:lnTo>
                  <a:lnTo>
                    <a:pt x="1004" y="4943"/>
                  </a:lnTo>
                  <a:lnTo>
                    <a:pt x="850" y="4711"/>
                  </a:lnTo>
                  <a:lnTo>
                    <a:pt x="734" y="4480"/>
                  </a:lnTo>
                  <a:lnTo>
                    <a:pt x="618" y="4209"/>
                  </a:lnTo>
                  <a:lnTo>
                    <a:pt x="541" y="3939"/>
                  </a:lnTo>
                  <a:lnTo>
                    <a:pt x="464" y="3399"/>
                  </a:lnTo>
                  <a:lnTo>
                    <a:pt x="425" y="2819"/>
                  </a:lnTo>
                  <a:lnTo>
                    <a:pt x="464" y="2240"/>
                  </a:lnTo>
                  <a:lnTo>
                    <a:pt x="502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2" y="12357"/>
                  </a:lnTo>
                  <a:lnTo>
                    <a:pt x="11816" y="12434"/>
                  </a:lnTo>
                  <a:lnTo>
                    <a:pt x="12164" y="12859"/>
                  </a:lnTo>
                  <a:lnTo>
                    <a:pt x="12241" y="13052"/>
                  </a:lnTo>
                  <a:lnTo>
                    <a:pt x="12280" y="13245"/>
                  </a:lnTo>
                  <a:lnTo>
                    <a:pt x="12241" y="13438"/>
                  </a:lnTo>
                  <a:lnTo>
                    <a:pt x="12203" y="13631"/>
                  </a:lnTo>
                  <a:lnTo>
                    <a:pt x="12048" y="14018"/>
                  </a:lnTo>
                  <a:lnTo>
                    <a:pt x="11855" y="14365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1"/>
                  </a:lnTo>
                  <a:lnTo>
                    <a:pt x="10156" y="15871"/>
                  </a:lnTo>
                  <a:lnTo>
                    <a:pt x="10117" y="15987"/>
                  </a:lnTo>
                  <a:lnTo>
                    <a:pt x="9770" y="16180"/>
                  </a:lnTo>
                  <a:lnTo>
                    <a:pt x="9113" y="16605"/>
                  </a:lnTo>
                  <a:lnTo>
                    <a:pt x="8457" y="16952"/>
                  </a:lnTo>
                  <a:lnTo>
                    <a:pt x="7723" y="17261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4" y="17647"/>
                  </a:lnTo>
                  <a:lnTo>
                    <a:pt x="5754" y="17647"/>
                  </a:lnTo>
                  <a:lnTo>
                    <a:pt x="5561" y="17570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7" y="17184"/>
                  </a:lnTo>
                  <a:lnTo>
                    <a:pt x="4982" y="16875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4"/>
                  </a:lnTo>
                  <a:lnTo>
                    <a:pt x="5175" y="15948"/>
                  </a:lnTo>
                  <a:lnTo>
                    <a:pt x="5291" y="15833"/>
                  </a:lnTo>
                  <a:lnTo>
                    <a:pt x="5406" y="15755"/>
                  </a:lnTo>
                  <a:lnTo>
                    <a:pt x="5522" y="15717"/>
                  </a:lnTo>
                  <a:lnTo>
                    <a:pt x="5638" y="15755"/>
                  </a:lnTo>
                  <a:lnTo>
                    <a:pt x="5793" y="15833"/>
                  </a:lnTo>
                  <a:lnTo>
                    <a:pt x="5947" y="15948"/>
                  </a:lnTo>
                  <a:lnTo>
                    <a:pt x="6063" y="16141"/>
                  </a:lnTo>
                  <a:lnTo>
                    <a:pt x="6256" y="16373"/>
                  </a:lnTo>
                  <a:lnTo>
                    <a:pt x="6101" y="16412"/>
                  </a:lnTo>
                  <a:lnTo>
                    <a:pt x="6024" y="16450"/>
                  </a:lnTo>
                  <a:lnTo>
                    <a:pt x="6024" y="16566"/>
                  </a:lnTo>
                  <a:lnTo>
                    <a:pt x="6063" y="16643"/>
                  </a:lnTo>
                  <a:lnTo>
                    <a:pt x="6140" y="16643"/>
                  </a:lnTo>
                  <a:lnTo>
                    <a:pt x="6912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29" y="15717"/>
                  </a:lnTo>
                  <a:lnTo>
                    <a:pt x="9615" y="15485"/>
                  </a:lnTo>
                  <a:lnTo>
                    <a:pt x="9963" y="15253"/>
                  </a:lnTo>
                  <a:lnTo>
                    <a:pt x="10272" y="15022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1" y="14172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8"/>
                  </a:lnTo>
                  <a:lnTo>
                    <a:pt x="11546" y="13361"/>
                  </a:lnTo>
                  <a:lnTo>
                    <a:pt x="11508" y="13284"/>
                  </a:lnTo>
                  <a:lnTo>
                    <a:pt x="11430" y="13245"/>
                  </a:lnTo>
                  <a:lnTo>
                    <a:pt x="11237" y="13245"/>
                  </a:lnTo>
                  <a:lnTo>
                    <a:pt x="11160" y="13323"/>
                  </a:lnTo>
                  <a:lnTo>
                    <a:pt x="10967" y="13670"/>
                  </a:lnTo>
                  <a:lnTo>
                    <a:pt x="10774" y="13554"/>
                  </a:lnTo>
                  <a:lnTo>
                    <a:pt x="10658" y="13438"/>
                  </a:lnTo>
                  <a:lnTo>
                    <a:pt x="10619" y="13284"/>
                  </a:lnTo>
                  <a:lnTo>
                    <a:pt x="10581" y="13168"/>
                  </a:lnTo>
                  <a:lnTo>
                    <a:pt x="10619" y="13014"/>
                  </a:lnTo>
                  <a:lnTo>
                    <a:pt x="10658" y="12859"/>
                  </a:lnTo>
                  <a:lnTo>
                    <a:pt x="10851" y="12627"/>
                  </a:lnTo>
                  <a:lnTo>
                    <a:pt x="10928" y="12473"/>
                  </a:lnTo>
                  <a:lnTo>
                    <a:pt x="11044" y="12357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0"/>
                  </a:moveTo>
                  <a:lnTo>
                    <a:pt x="348" y="39"/>
                  </a:lnTo>
                  <a:lnTo>
                    <a:pt x="271" y="116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2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5"/>
                  </a:lnTo>
                  <a:lnTo>
                    <a:pt x="232" y="4518"/>
                  </a:lnTo>
                  <a:lnTo>
                    <a:pt x="348" y="4750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5"/>
                  </a:lnTo>
                  <a:lnTo>
                    <a:pt x="5445" y="11817"/>
                  </a:lnTo>
                  <a:lnTo>
                    <a:pt x="6874" y="13747"/>
                  </a:lnTo>
                  <a:lnTo>
                    <a:pt x="8341" y="15639"/>
                  </a:lnTo>
                  <a:lnTo>
                    <a:pt x="7492" y="15987"/>
                  </a:lnTo>
                  <a:lnTo>
                    <a:pt x="6642" y="16257"/>
                  </a:lnTo>
                  <a:lnTo>
                    <a:pt x="6642" y="16257"/>
                  </a:lnTo>
                  <a:lnTo>
                    <a:pt x="6681" y="16103"/>
                  </a:lnTo>
                  <a:lnTo>
                    <a:pt x="6681" y="15948"/>
                  </a:lnTo>
                  <a:lnTo>
                    <a:pt x="6642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3" y="15369"/>
                  </a:lnTo>
                  <a:lnTo>
                    <a:pt x="6179" y="15292"/>
                  </a:lnTo>
                  <a:lnTo>
                    <a:pt x="6024" y="15253"/>
                  </a:lnTo>
                  <a:lnTo>
                    <a:pt x="5715" y="15253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5" y="16296"/>
                  </a:lnTo>
                  <a:lnTo>
                    <a:pt x="4595" y="16566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7" y="17725"/>
                  </a:lnTo>
                  <a:lnTo>
                    <a:pt x="5368" y="17840"/>
                  </a:lnTo>
                  <a:lnTo>
                    <a:pt x="5677" y="17918"/>
                  </a:lnTo>
                  <a:lnTo>
                    <a:pt x="6024" y="17956"/>
                  </a:lnTo>
                  <a:lnTo>
                    <a:pt x="6372" y="17918"/>
                  </a:lnTo>
                  <a:lnTo>
                    <a:pt x="6719" y="17840"/>
                  </a:lnTo>
                  <a:lnTo>
                    <a:pt x="7105" y="17763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2"/>
                  </a:lnTo>
                  <a:lnTo>
                    <a:pt x="9229" y="16875"/>
                  </a:lnTo>
                  <a:lnTo>
                    <a:pt x="9461" y="16759"/>
                  </a:lnTo>
                  <a:lnTo>
                    <a:pt x="10233" y="16257"/>
                  </a:lnTo>
                  <a:lnTo>
                    <a:pt x="10812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3"/>
                  </a:lnTo>
                  <a:lnTo>
                    <a:pt x="11816" y="18149"/>
                  </a:lnTo>
                  <a:lnTo>
                    <a:pt x="11392" y="17454"/>
                  </a:lnTo>
                  <a:lnTo>
                    <a:pt x="10928" y="16759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3"/>
                  </a:lnTo>
                  <a:lnTo>
                    <a:pt x="11894" y="14790"/>
                  </a:lnTo>
                  <a:lnTo>
                    <a:pt x="12125" y="14558"/>
                  </a:lnTo>
                  <a:lnTo>
                    <a:pt x="12280" y="14288"/>
                  </a:lnTo>
                  <a:lnTo>
                    <a:pt x="12434" y="14056"/>
                  </a:lnTo>
                  <a:lnTo>
                    <a:pt x="12511" y="13786"/>
                  </a:lnTo>
                  <a:lnTo>
                    <a:pt x="12589" y="13554"/>
                  </a:lnTo>
                  <a:lnTo>
                    <a:pt x="12627" y="13284"/>
                  </a:lnTo>
                  <a:lnTo>
                    <a:pt x="12589" y="13052"/>
                  </a:lnTo>
                  <a:lnTo>
                    <a:pt x="12511" y="12821"/>
                  </a:lnTo>
                  <a:lnTo>
                    <a:pt x="12357" y="12589"/>
                  </a:lnTo>
                  <a:lnTo>
                    <a:pt x="12164" y="12357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8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0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0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19" y="13786"/>
                  </a:lnTo>
                  <a:lnTo>
                    <a:pt x="10812" y="13902"/>
                  </a:lnTo>
                  <a:lnTo>
                    <a:pt x="10504" y="14249"/>
                  </a:lnTo>
                  <a:lnTo>
                    <a:pt x="10156" y="14597"/>
                  </a:lnTo>
                  <a:lnTo>
                    <a:pt x="9770" y="14867"/>
                  </a:lnTo>
                  <a:lnTo>
                    <a:pt x="9430" y="15083"/>
                  </a:lnTo>
                  <a:lnTo>
                    <a:pt x="9461" y="15022"/>
                  </a:lnTo>
                  <a:lnTo>
                    <a:pt x="9500" y="14944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8"/>
                  </a:lnTo>
                  <a:lnTo>
                    <a:pt x="3823" y="1545"/>
                  </a:lnTo>
                  <a:lnTo>
                    <a:pt x="3514" y="1236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0" y="232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6"/>
            <p:cNvSpPr/>
            <p:nvPr/>
          </p:nvSpPr>
          <p:spPr>
            <a:xfrm>
              <a:off x="1681350" y="2914925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5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4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4" y="463"/>
                  </a:lnTo>
                  <a:lnTo>
                    <a:pt x="541" y="386"/>
                  </a:lnTo>
                  <a:lnTo>
                    <a:pt x="773" y="386"/>
                  </a:lnTo>
                  <a:lnTo>
                    <a:pt x="850" y="463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5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6"/>
            <p:cNvSpPr/>
            <p:nvPr/>
          </p:nvSpPr>
          <p:spPr>
            <a:xfrm>
              <a:off x="3785850" y="2943875"/>
              <a:ext cx="199850" cy="231725"/>
            </a:xfrm>
            <a:custGeom>
              <a:avLst/>
              <a:gdLst/>
              <a:ahLst/>
              <a:cxnLst/>
              <a:rect l="l" t="t" r="r" b="b"/>
              <a:pathLst>
                <a:path w="7994" h="9269" extrusionOk="0">
                  <a:moveTo>
                    <a:pt x="2163" y="1"/>
                  </a:moveTo>
                  <a:lnTo>
                    <a:pt x="2009" y="39"/>
                  </a:lnTo>
                  <a:lnTo>
                    <a:pt x="1854" y="78"/>
                  </a:lnTo>
                  <a:lnTo>
                    <a:pt x="1700" y="194"/>
                  </a:lnTo>
                  <a:lnTo>
                    <a:pt x="1429" y="425"/>
                  </a:lnTo>
                  <a:lnTo>
                    <a:pt x="1159" y="734"/>
                  </a:lnTo>
                  <a:lnTo>
                    <a:pt x="966" y="1005"/>
                  </a:lnTo>
                  <a:lnTo>
                    <a:pt x="696" y="1391"/>
                  </a:lnTo>
                  <a:lnTo>
                    <a:pt x="503" y="1777"/>
                  </a:lnTo>
                  <a:lnTo>
                    <a:pt x="310" y="2163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1" y="3514"/>
                  </a:lnTo>
                  <a:lnTo>
                    <a:pt x="1" y="3978"/>
                  </a:lnTo>
                  <a:lnTo>
                    <a:pt x="39" y="4441"/>
                  </a:lnTo>
                  <a:lnTo>
                    <a:pt x="155" y="4905"/>
                  </a:lnTo>
                  <a:lnTo>
                    <a:pt x="271" y="5368"/>
                  </a:lnTo>
                  <a:lnTo>
                    <a:pt x="464" y="5793"/>
                  </a:lnTo>
                  <a:lnTo>
                    <a:pt x="696" y="6218"/>
                  </a:lnTo>
                  <a:lnTo>
                    <a:pt x="1005" y="6179"/>
                  </a:lnTo>
                  <a:lnTo>
                    <a:pt x="850" y="5870"/>
                  </a:lnTo>
                  <a:lnTo>
                    <a:pt x="734" y="5522"/>
                  </a:lnTo>
                  <a:lnTo>
                    <a:pt x="618" y="5175"/>
                  </a:lnTo>
                  <a:lnTo>
                    <a:pt x="541" y="4789"/>
                  </a:lnTo>
                  <a:lnTo>
                    <a:pt x="503" y="4441"/>
                  </a:lnTo>
                  <a:lnTo>
                    <a:pt x="464" y="4055"/>
                  </a:lnTo>
                  <a:lnTo>
                    <a:pt x="464" y="3708"/>
                  </a:lnTo>
                  <a:lnTo>
                    <a:pt x="464" y="3360"/>
                  </a:lnTo>
                  <a:lnTo>
                    <a:pt x="503" y="2974"/>
                  </a:lnTo>
                  <a:lnTo>
                    <a:pt x="580" y="2626"/>
                  </a:lnTo>
                  <a:lnTo>
                    <a:pt x="696" y="2279"/>
                  </a:lnTo>
                  <a:lnTo>
                    <a:pt x="850" y="1931"/>
                  </a:lnTo>
                  <a:lnTo>
                    <a:pt x="1005" y="1622"/>
                  </a:lnTo>
                  <a:lnTo>
                    <a:pt x="1236" y="1313"/>
                  </a:lnTo>
                  <a:lnTo>
                    <a:pt x="1468" y="1043"/>
                  </a:lnTo>
                  <a:lnTo>
                    <a:pt x="1738" y="773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503"/>
                  </a:lnTo>
                  <a:lnTo>
                    <a:pt x="2279" y="618"/>
                  </a:lnTo>
                  <a:lnTo>
                    <a:pt x="2395" y="850"/>
                  </a:lnTo>
                  <a:lnTo>
                    <a:pt x="2588" y="1236"/>
                  </a:lnTo>
                  <a:lnTo>
                    <a:pt x="2742" y="1584"/>
                  </a:lnTo>
                  <a:lnTo>
                    <a:pt x="2858" y="1970"/>
                  </a:lnTo>
                  <a:lnTo>
                    <a:pt x="2974" y="2356"/>
                  </a:lnTo>
                  <a:lnTo>
                    <a:pt x="3051" y="2742"/>
                  </a:lnTo>
                  <a:lnTo>
                    <a:pt x="3090" y="3090"/>
                  </a:lnTo>
                  <a:lnTo>
                    <a:pt x="3090" y="3476"/>
                  </a:lnTo>
                  <a:lnTo>
                    <a:pt x="3051" y="3823"/>
                  </a:lnTo>
                  <a:lnTo>
                    <a:pt x="2974" y="4171"/>
                  </a:lnTo>
                  <a:lnTo>
                    <a:pt x="2897" y="4480"/>
                  </a:lnTo>
                  <a:lnTo>
                    <a:pt x="2742" y="4827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61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56" y="5793"/>
                  </a:lnTo>
                  <a:lnTo>
                    <a:pt x="2395" y="5831"/>
                  </a:lnTo>
                  <a:lnTo>
                    <a:pt x="2433" y="5793"/>
                  </a:lnTo>
                  <a:lnTo>
                    <a:pt x="2626" y="5754"/>
                  </a:lnTo>
                  <a:lnTo>
                    <a:pt x="2781" y="5716"/>
                  </a:lnTo>
                  <a:lnTo>
                    <a:pt x="3167" y="5677"/>
                  </a:lnTo>
                  <a:lnTo>
                    <a:pt x="3592" y="5716"/>
                  </a:lnTo>
                  <a:lnTo>
                    <a:pt x="4017" y="5831"/>
                  </a:lnTo>
                  <a:lnTo>
                    <a:pt x="4441" y="5947"/>
                  </a:lnTo>
                  <a:lnTo>
                    <a:pt x="4827" y="6102"/>
                  </a:lnTo>
                  <a:lnTo>
                    <a:pt x="5214" y="6295"/>
                  </a:lnTo>
                  <a:lnTo>
                    <a:pt x="5523" y="6449"/>
                  </a:lnTo>
                  <a:lnTo>
                    <a:pt x="5831" y="6642"/>
                  </a:lnTo>
                  <a:lnTo>
                    <a:pt x="6140" y="6874"/>
                  </a:lnTo>
                  <a:lnTo>
                    <a:pt x="6411" y="7106"/>
                  </a:lnTo>
                  <a:lnTo>
                    <a:pt x="6681" y="7337"/>
                  </a:lnTo>
                  <a:lnTo>
                    <a:pt x="6913" y="7646"/>
                  </a:lnTo>
                  <a:lnTo>
                    <a:pt x="7144" y="7917"/>
                  </a:lnTo>
                  <a:lnTo>
                    <a:pt x="7337" y="8225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56" y="8805"/>
                  </a:lnTo>
                  <a:lnTo>
                    <a:pt x="5870" y="8843"/>
                  </a:lnTo>
                  <a:lnTo>
                    <a:pt x="5445" y="8805"/>
                  </a:lnTo>
                  <a:lnTo>
                    <a:pt x="5059" y="8766"/>
                  </a:lnTo>
                  <a:lnTo>
                    <a:pt x="4634" y="8650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33" y="7106"/>
                  </a:lnTo>
                  <a:lnTo>
                    <a:pt x="1931" y="6604"/>
                  </a:lnTo>
                  <a:lnTo>
                    <a:pt x="1854" y="6526"/>
                  </a:lnTo>
                  <a:lnTo>
                    <a:pt x="1777" y="6526"/>
                  </a:lnTo>
                  <a:lnTo>
                    <a:pt x="1661" y="6565"/>
                  </a:lnTo>
                  <a:lnTo>
                    <a:pt x="1622" y="6565"/>
                  </a:lnTo>
                  <a:lnTo>
                    <a:pt x="1584" y="6604"/>
                  </a:lnTo>
                  <a:lnTo>
                    <a:pt x="1429" y="6874"/>
                  </a:lnTo>
                  <a:lnTo>
                    <a:pt x="1622" y="6913"/>
                  </a:lnTo>
                  <a:lnTo>
                    <a:pt x="2240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592" y="8573"/>
                  </a:lnTo>
                  <a:lnTo>
                    <a:pt x="3978" y="8805"/>
                  </a:lnTo>
                  <a:lnTo>
                    <a:pt x="4364" y="8998"/>
                  </a:lnTo>
                  <a:lnTo>
                    <a:pt x="4789" y="9152"/>
                  </a:lnTo>
                  <a:lnTo>
                    <a:pt x="5252" y="9229"/>
                  </a:lnTo>
                  <a:lnTo>
                    <a:pt x="5677" y="9268"/>
                  </a:lnTo>
                  <a:lnTo>
                    <a:pt x="6102" y="9229"/>
                  </a:lnTo>
                  <a:lnTo>
                    <a:pt x="6565" y="9191"/>
                  </a:lnTo>
                  <a:lnTo>
                    <a:pt x="6990" y="9114"/>
                  </a:lnTo>
                  <a:lnTo>
                    <a:pt x="7878" y="8882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7994" y="8650"/>
                  </a:lnTo>
                  <a:lnTo>
                    <a:pt x="7994" y="8573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183" y="7299"/>
                  </a:lnTo>
                  <a:lnTo>
                    <a:pt x="6874" y="6951"/>
                  </a:lnTo>
                  <a:lnTo>
                    <a:pt x="6488" y="6604"/>
                  </a:lnTo>
                  <a:lnTo>
                    <a:pt x="6102" y="6295"/>
                  </a:lnTo>
                  <a:lnTo>
                    <a:pt x="5677" y="6063"/>
                  </a:lnTo>
                  <a:lnTo>
                    <a:pt x="5252" y="5831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01" y="5368"/>
                  </a:lnTo>
                  <a:lnTo>
                    <a:pt x="3592" y="5329"/>
                  </a:lnTo>
                  <a:lnTo>
                    <a:pt x="3283" y="5291"/>
                  </a:lnTo>
                  <a:lnTo>
                    <a:pt x="2974" y="5291"/>
                  </a:lnTo>
                  <a:lnTo>
                    <a:pt x="3167" y="4982"/>
                  </a:lnTo>
                  <a:lnTo>
                    <a:pt x="3283" y="4673"/>
                  </a:lnTo>
                  <a:lnTo>
                    <a:pt x="3399" y="4325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44"/>
                  </a:lnTo>
                  <a:lnTo>
                    <a:pt x="3476" y="2858"/>
                  </a:lnTo>
                  <a:lnTo>
                    <a:pt x="3437" y="2510"/>
                  </a:lnTo>
                  <a:lnTo>
                    <a:pt x="3322" y="1970"/>
                  </a:lnTo>
                  <a:lnTo>
                    <a:pt x="3128" y="1468"/>
                  </a:lnTo>
                  <a:lnTo>
                    <a:pt x="2935" y="1005"/>
                  </a:lnTo>
                  <a:lnTo>
                    <a:pt x="2704" y="503"/>
                  </a:lnTo>
                  <a:lnTo>
                    <a:pt x="2588" y="309"/>
                  </a:lnTo>
                  <a:lnTo>
                    <a:pt x="2433" y="116"/>
                  </a:lnTo>
                  <a:lnTo>
                    <a:pt x="2356" y="78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6"/>
            <p:cNvSpPr/>
            <p:nvPr/>
          </p:nvSpPr>
          <p:spPr>
            <a:xfrm>
              <a:off x="1264300" y="2944850"/>
              <a:ext cx="455675" cy="657425"/>
            </a:xfrm>
            <a:custGeom>
              <a:avLst/>
              <a:gdLst/>
              <a:ahLst/>
              <a:cxnLst/>
              <a:rect l="l" t="t" r="r" b="b"/>
              <a:pathLst>
                <a:path w="18227" h="26297" extrusionOk="0">
                  <a:moveTo>
                    <a:pt x="310" y="348"/>
                  </a:moveTo>
                  <a:lnTo>
                    <a:pt x="425" y="386"/>
                  </a:lnTo>
                  <a:lnTo>
                    <a:pt x="1700" y="1429"/>
                  </a:lnTo>
                  <a:lnTo>
                    <a:pt x="2974" y="2510"/>
                  </a:lnTo>
                  <a:lnTo>
                    <a:pt x="4210" y="3591"/>
                  </a:lnTo>
                  <a:lnTo>
                    <a:pt x="5445" y="4673"/>
                  </a:lnTo>
                  <a:lnTo>
                    <a:pt x="5098" y="5290"/>
                  </a:lnTo>
                  <a:lnTo>
                    <a:pt x="4943" y="5599"/>
                  </a:lnTo>
                  <a:lnTo>
                    <a:pt x="4712" y="5831"/>
                  </a:lnTo>
                  <a:lnTo>
                    <a:pt x="4519" y="6101"/>
                  </a:lnTo>
                  <a:lnTo>
                    <a:pt x="4248" y="6294"/>
                  </a:lnTo>
                  <a:lnTo>
                    <a:pt x="3978" y="6526"/>
                  </a:lnTo>
                  <a:lnTo>
                    <a:pt x="3669" y="6680"/>
                  </a:lnTo>
                  <a:lnTo>
                    <a:pt x="3360" y="6835"/>
                  </a:lnTo>
                  <a:lnTo>
                    <a:pt x="3051" y="6989"/>
                  </a:lnTo>
                  <a:lnTo>
                    <a:pt x="2395" y="7182"/>
                  </a:lnTo>
                  <a:lnTo>
                    <a:pt x="1738" y="7298"/>
                  </a:lnTo>
                  <a:lnTo>
                    <a:pt x="1082" y="7414"/>
                  </a:lnTo>
                  <a:lnTo>
                    <a:pt x="889" y="6526"/>
                  </a:lnTo>
                  <a:lnTo>
                    <a:pt x="734" y="5677"/>
                  </a:lnTo>
                  <a:lnTo>
                    <a:pt x="580" y="4788"/>
                  </a:lnTo>
                  <a:lnTo>
                    <a:pt x="464" y="3900"/>
                  </a:lnTo>
                  <a:lnTo>
                    <a:pt x="387" y="3012"/>
                  </a:lnTo>
                  <a:lnTo>
                    <a:pt x="348" y="2124"/>
                  </a:lnTo>
                  <a:lnTo>
                    <a:pt x="310" y="1236"/>
                  </a:lnTo>
                  <a:lnTo>
                    <a:pt x="310" y="348"/>
                  </a:lnTo>
                  <a:close/>
                  <a:moveTo>
                    <a:pt x="12357" y="12318"/>
                  </a:moveTo>
                  <a:lnTo>
                    <a:pt x="13014" y="12473"/>
                  </a:lnTo>
                  <a:lnTo>
                    <a:pt x="13709" y="12550"/>
                  </a:lnTo>
                  <a:lnTo>
                    <a:pt x="14404" y="12589"/>
                  </a:lnTo>
                  <a:lnTo>
                    <a:pt x="15060" y="12550"/>
                  </a:lnTo>
                  <a:lnTo>
                    <a:pt x="15640" y="13901"/>
                  </a:lnTo>
                  <a:lnTo>
                    <a:pt x="16296" y="15214"/>
                  </a:lnTo>
                  <a:lnTo>
                    <a:pt x="17648" y="17840"/>
                  </a:lnTo>
                  <a:lnTo>
                    <a:pt x="16644" y="17686"/>
                  </a:lnTo>
                  <a:lnTo>
                    <a:pt x="15640" y="17647"/>
                  </a:lnTo>
                  <a:lnTo>
                    <a:pt x="15331" y="17608"/>
                  </a:lnTo>
                  <a:lnTo>
                    <a:pt x="15099" y="17531"/>
                  </a:lnTo>
                  <a:lnTo>
                    <a:pt x="14983" y="17493"/>
                  </a:lnTo>
                  <a:lnTo>
                    <a:pt x="14906" y="17415"/>
                  </a:lnTo>
                  <a:lnTo>
                    <a:pt x="14751" y="17106"/>
                  </a:lnTo>
                  <a:lnTo>
                    <a:pt x="14365" y="16489"/>
                  </a:lnTo>
                  <a:lnTo>
                    <a:pt x="13979" y="15832"/>
                  </a:lnTo>
                  <a:lnTo>
                    <a:pt x="13941" y="15794"/>
                  </a:lnTo>
                  <a:lnTo>
                    <a:pt x="13902" y="15755"/>
                  </a:lnTo>
                  <a:lnTo>
                    <a:pt x="13747" y="15755"/>
                  </a:lnTo>
                  <a:lnTo>
                    <a:pt x="13670" y="15214"/>
                  </a:lnTo>
                  <a:lnTo>
                    <a:pt x="13516" y="14712"/>
                  </a:lnTo>
                  <a:lnTo>
                    <a:pt x="13323" y="14172"/>
                  </a:lnTo>
                  <a:lnTo>
                    <a:pt x="13091" y="13670"/>
                  </a:lnTo>
                  <a:lnTo>
                    <a:pt x="12744" y="13013"/>
                  </a:lnTo>
                  <a:lnTo>
                    <a:pt x="12357" y="12318"/>
                  </a:lnTo>
                  <a:close/>
                  <a:moveTo>
                    <a:pt x="5677" y="4904"/>
                  </a:moveTo>
                  <a:lnTo>
                    <a:pt x="6720" y="5947"/>
                  </a:lnTo>
                  <a:lnTo>
                    <a:pt x="7762" y="6989"/>
                  </a:lnTo>
                  <a:lnTo>
                    <a:pt x="8612" y="7916"/>
                  </a:lnTo>
                  <a:lnTo>
                    <a:pt x="9423" y="8920"/>
                  </a:lnTo>
                  <a:lnTo>
                    <a:pt x="10234" y="9886"/>
                  </a:lnTo>
                  <a:lnTo>
                    <a:pt x="10967" y="10928"/>
                  </a:lnTo>
                  <a:lnTo>
                    <a:pt x="11701" y="12009"/>
                  </a:lnTo>
                  <a:lnTo>
                    <a:pt x="12087" y="12550"/>
                  </a:lnTo>
                  <a:lnTo>
                    <a:pt x="12396" y="13129"/>
                  </a:lnTo>
                  <a:lnTo>
                    <a:pt x="12705" y="13708"/>
                  </a:lnTo>
                  <a:lnTo>
                    <a:pt x="12975" y="14326"/>
                  </a:lnTo>
                  <a:lnTo>
                    <a:pt x="13207" y="14944"/>
                  </a:lnTo>
                  <a:lnTo>
                    <a:pt x="13361" y="15562"/>
                  </a:lnTo>
                  <a:lnTo>
                    <a:pt x="13439" y="16180"/>
                  </a:lnTo>
                  <a:lnTo>
                    <a:pt x="13400" y="16759"/>
                  </a:lnTo>
                  <a:lnTo>
                    <a:pt x="13361" y="17068"/>
                  </a:lnTo>
                  <a:lnTo>
                    <a:pt x="13284" y="17338"/>
                  </a:lnTo>
                  <a:lnTo>
                    <a:pt x="13207" y="17608"/>
                  </a:lnTo>
                  <a:lnTo>
                    <a:pt x="13091" y="17879"/>
                  </a:lnTo>
                  <a:lnTo>
                    <a:pt x="12975" y="18149"/>
                  </a:lnTo>
                  <a:lnTo>
                    <a:pt x="12821" y="18381"/>
                  </a:lnTo>
                  <a:lnTo>
                    <a:pt x="12628" y="18612"/>
                  </a:lnTo>
                  <a:lnTo>
                    <a:pt x="12435" y="18806"/>
                  </a:lnTo>
                  <a:lnTo>
                    <a:pt x="12203" y="18999"/>
                  </a:lnTo>
                  <a:lnTo>
                    <a:pt x="11971" y="19153"/>
                  </a:lnTo>
                  <a:lnTo>
                    <a:pt x="11662" y="19308"/>
                  </a:lnTo>
                  <a:lnTo>
                    <a:pt x="11392" y="19423"/>
                  </a:lnTo>
                  <a:lnTo>
                    <a:pt x="10813" y="19539"/>
                  </a:lnTo>
                  <a:lnTo>
                    <a:pt x="10234" y="19616"/>
                  </a:lnTo>
                  <a:lnTo>
                    <a:pt x="9693" y="19578"/>
                  </a:lnTo>
                  <a:lnTo>
                    <a:pt x="9114" y="19462"/>
                  </a:lnTo>
                  <a:lnTo>
                    <a:pt x="8573" y="19308"/>
                  </a:lnTo>
                  <a:lnTo>
                    <a:pt x="8032" y="19076"/>
                  </a:lnTo>
                  <a:lnTo>
                    <a:pt x="7531" y="18767"/>
                  </a:lnTo>
                  <a:lnTo>
                    <a:pt x="7067" y="18458"/>
                  </a:lnTo>
                  <a:lnTo>
                    <a:pt x="6642" y="18072"/>
                  </a:lnTo>
                  <a:lnTo>
                    <a:pt x="6256" y="17686"/>
                  </a:lnTo>
                  <a:lnTo>
                    <a:pt x="5870" y="17261"/>
                  </a:lnTo>
                  <a:lnTo>
                    <a:pt x="5484" y="16798"/>
                  </a:lnTo>
                  <a:lnTo>
                    <a:pt x="4827" y="15871"/>
                  </a:lnTo>
                  <a:lnTo>
                    <a:pt x="4210" y="14944"/>
                  </a:lnTo>
                  <a:lnTo>
                    <a:pt x="3592" y="13901"/>
                  </a:lnTo>
                  <a:lnTo>
                    <a:pt x="3051" y="12859"/>
                  </a:lnTo>
                  <a:lnTo>
                    <a:pt x="2549" y="11778"/>
                  </a:lnTo>
                  <a:lnTo>
                    <a:pt x="2086" y="10696"/>
                  </a:lnTo>
                  <a:lnTo>
                    <a:pt x="1816" y="9963"/>
                  </a:lnTo>
                  <a:lnTo>
                    <a:pt x="1584" y="9190"/>
                  </a:lnTo>
                  <a:lnTo>
                    <a:pt x="1352" y="8457"/>
                  </a:lnTo>
                  <a:lnTo>
                    <a:pt x="1159" y="7723"/>
                  </a:lnTo>
                  <a:lnTo>
                    <a:pt x="1816" y="7646"/>
                  </a:lnTo>
                  <a:lnTo>
                    <a:pt x="2549" y="7491"/>
                  </a:lnTo>
                  <a:lnTo>
                    <a:pt x="3244" y="7298"/>
                  </a:lnTo>
                  <a:lnTo>
                    <a:pt x="3592" y="7144"/>
                  </a:lnTo>
                  <a:lnTo>
                    <a:pt x="3901" y="6989"/>
                  </a:lnTo>
                  <a:lnTo>
                    <a:pt x="4248" y="6796"/>
                  </a:lnTo>
                  <a:lnTo>
                    <a:pt x="4519" y="6603"/>
                  </a:lnTo>
                  <a:lnTo>
                    <a:pt x="4789" y="6410"/>
                  </a:lnTo>
                  <a:lnTo>
                    <a:pt x="5059" y="6140"/>
                  </a:lnTo>
                  <a:lnTo>
                    <a:pt x="5252" y="5870"/>
                  </a:lnTo>
                  <a:lnTo>
                    <a:pt x="5445" y="5599"/>
                  </a:lnTo>
                  <a:lnTo>
                    <a:pt x="5561" y="5252"/>
                  </a:lnTo>
                  <a:lnTo>
                    <a:pt x="5677" y="4904"/>
                  </a:lnTo>
                  <a:close/>
                  <a:moveTo>
                    <a:pt x="13284" y="18381"/>
                  </a:moveTo>
                  <a:lnTo>
                    <a:pt x="13593" y="18612"/>
                  </a:lnTo>
                  <a:lnTo>
                    <a:pt x="13902" y="18844"/>
                  </a:lnTo>
                  <a:lnTo>
                    <a:pt x="13632" y="19230"/>
                  </a:lnTo>
                  <a:lnTo>
                    <a:pt x="13323" y="19578"/>
                  </a:lnTo>
                  <a:lnTo>
                    <a:pt x="12975" y="19887"/>
                  </a:lnTo>
                  <a:lnTo>
                    <a:pt x="12589" y="20157"/>
                  </a:lnTo>
                  <a:lnTo>
                    <a:pt x="12164" y="20350"/>
                  </a:lnTo>
                  <a:lnTo>
                    <a:pt x="11701" y="20505"/>
                  </a:lnTo>
                  <a:lnTo>
                    <a:pt x="11238" y="20582"/>
                  </a:lnTo>
                  <a:lnTo>
                    <a:pt x="10736" y="20620"/>
                  </a:lnTo>
                  <a:lnTo>
                    <a:pt x="10697" y="20620"/>
                  </a:lnTo>
                  <a:lnTo>
                    <a:pt x="10581" y="19964"/>
                  </a:lnTo>
                  <a:lnTo>
                    <a:pt x="10967" y="19887"/>
                  </a:lnTo>
                  <a:lnTo>
                    <a:pt x="11392" y="19810"/>
                  </a:lnTo>
                  <a:lnTo>
                    <a:pt x="11740" y="19694"/>
                  </a:lnTo>
                  <a:lnTo>
                    <a:pt x="12126" y="19501"/>
                  </a:lnTo>
                  <a:lnTo>
                    <a:pt x="12473" y="19308"/>
                  </a:lnTo>
                  <a:lnTo>
                    <a:pt x="12782" y="19037"/>
                  </a:lnTo>
                  <a:lnTo>
                    <a:pt x="13052" y="18728"/>
                  </a:lnTo>
                  <a:lnTo>
                    <a:pt x="13284" y="18381"/>
                  </a:lnTo>
                  <a:close/>
                  <a:moveTo>
                    <a:pt x="14172" y="18999"/>
                  </a:moveTo>
                  <a:lnTo>
                    <a:pt x="14636" y="19230"/>
                  </a:lnTo>
                  <a:lnTo>
                    <a:pt x="14327" y="19732"/>
                  </a:lnTo>
                  <a:lnTo>
                    <a:pt x="13941" y="20157"/>
                  </a:lnTo>
                  <a:lnTo>
                    <a:pt x="13516" y="20543"/>
                  </a:lnTo>
                  <a:lnTo>
                    <a:pt x="13091" y="20852"/>
                  </a:lnTo>
                  <a:lnTo>
                    <a:pt x="12589" y="21122"/>
                  </a:lnTo>
                  <a:lnTo>
                    <a:pt x="12087" y="21315"/>
                  </a:lnTo>
                  <a:lnTo>
                    <a:pt x="11508" y="21470"/>
                  </a:lnTo>
                  <a:lnTo>
                    <a:pt x="10929" y="21624"/>
                  </a:lnTo>
                  <a:lnTo>
                    <a:pt x="10929" y="21393"/>
                  </a:lnTo>
                  <a:lnTo>
                    <a:pt x="10851" y="21200"/>
                  </a:lnTo>
                  <a:lnTo>
                    <a:pt x="10736" y="20814"/>
                  </a:lnTo>
                  <a:lnTo>
                    <a:pt x="11276" y="20852"/>
                  </a:lnTo>
                  <a:lnTo>
                    <a:pt x="11778" y="20775"/>
                  </a:lnTo>
                  <a:lnTo>
                    <a:pt x="12280" y="20659"/>
                  </a:lnTo>
                  <a:lnTo>
                    <a:pt x="12744" y="20427"/>
                  </a:lnTo>
                  <a:lnTo>
                    <a:pt x="13168" y="20157"/>
                  </a:lnTo>
                  <a:lnTo>
                    <a:pt x="13554" y="19810"/>
                  </a:lnTo>
                  <a:lnTo>
                    <a:pt x="13863" y="19423"/>
                  </a:lnTo>
                  <a:lnTo>
                    <a:pt x="14172" y="18999"/>
                  </a:lnTo>
                  <a:close/>
                  <a:moveTo>
                    <a:pt x="14018" y="20659"/>
                  </a:moveTo>
                  <a:lnTo>
                    <a:pt x="14172" y="20852"/>
                  </a:lnTo>
                  <a:lnTo>
                    <a:pt x="14288" y="20968"/>
                  </a:lnTo>
                  <a:lnTo>
                    <a:pt x="14134" y="21007"/>
                  </a:lnTo>
                  <a:lnTo>
                    <a:pt x="14056" y="21045"/>
                  </a:lnTo>
                  <a:lnTo>
                    <a:pt x="14018" y="21122"/>
                  </a:lnTo>
                  <a:lnTo>
                    <a:pt x="13979" y="21200"/>
                  </a:lnTo>
                  <a:lnTo>
                    <a:pt x="14018" y="21277"/>
                  </a:lnTo>
                  <a:lnTo>
                    <a:pt x="14404" y="21663"/>
                  </a:lnTo>
                  <a:lnTo>
                    <a:pt x="14751" y="22049"/>
                  </a:lnTo>
                  <a:lnTo>
                    <a:pt x="15099" y="22435"/>
                  </a:lnTo>
                  <a:lnTo>
                    <a:pt x="15408" y="22860"/>
                  </a:lnTo>
                  <a:lnTo>
                    <a:pt x="15678" y="23285"/>
                  </a:lnTo>
                  <a:lnTo>
                    <a:pt x="15910" y="23748"/>
                  </a:lnTo>
                  <a:lnTo>
                    <a:pt x="16142" y="24250"/>
                  </a:lnTo>
                  <a:lnTo>
                    <a:pt x="16335" y="24714"/>
                  </a:lnTo>
                  <a:lnTo>
                    <a:pt x="15871" y="24636"/>
                  </a:lnTo>
                  <a:lnTo>
                    <a:pt x="15485" y="24521"/>
                  </a:lnTo>
                  <a:lnTo>
                    <a:pt x="15099" y="24327"/>
                  </a:lnTo>
                  <a:lnTo>
                    <a:pt x="14790" y="24096"/>
                  </a:lnTo>
                  <a:lnTo>
                    <a:pt x="14481" y="23825"/>
                  </a:lnTo>
                  <a:lnTo>
                    <a:pt x="14211" y="23517"/>
                  </a:lnTo>
                  <a:lnTo>
                    <a:pt x="13979" y="23169"/>
                  </a:lnTo>
                  <a:lnTo>
                    <a:pt x="13747" y="22744"/>
                  </a:lnTo>
                  <a:lnTo>
                    <a:pt x="13593" y="22397"/>
                  </a:lnTo>
                  <a:lnTo>
                    <a:pt x="13400" y="22126"/>
                  </a:lnTo>
                  <a:lnTo>
                    <a:pt x="13284" y="22011"/>
                  </a:lnTo>
                  <a:lnTo>
                    <a:pt x="13130" y="21895"/>
                  </a:lnTo>
                  <a:lnTo>
                    <a:pt x="12975" y="21856"/>
                  </a:lnTo>
                  <a:lnTo>
                    <a:pt x="12821" y="21895"/>
                  </a:lnTo>
                  <a:lnTo>
                    <a:pt x="12821" y="21702"/>
                  </a:lnTo>
                  <a:lnTo>
                    <a:pt x="12898" y="21470"/>
                  </a:lnTo>
                  <a:lnTo>
                    <a:pt x="13207" y="21315"/>
                  </a:lnTo>
                  <a:lnTo>
                    <a:pt x="13477" y="21122"/>
                  </a:lnTo>
                  <a:lnTo>
                    <a:pt x="13786" y="20891"/>
                  </a:lnTo>
                  <a:lnTo>
                    <a:pt x="14018" y="20659"/>
                  </a:lnTo>
                  <a:close/>
                  <a:moveTo>
                    <a:pt x="5291" y="17145"/>
                  </a:moveTo>
                  <a:lnTo>
                    <a:pt x="5677" y="17608"/>
                  </a:lnTo>
                  <a:lnTo>
                    <a:pt x="6102" y="18072"/>
                  </a:lnTo>
                  <a:lnTo>
                    <a:pt x="6565" y="18497"/>
                  </a:lnTo>
                  <a:lnTo>
                    <a:pt x="7029" y="18883"/>
                  </a:lnTo>
                  <a:lnTo>
                    <a:pt x="7531" y="19192"/>
                  </a:lnTo>
                  <a:lnTo>
                    <a:pt x="7531" y="19230"/>
                  </a:lnTo>
                  <a:lnTo>
                    <a:pt x="7917" y="19964"/>
                  </a:lnTo>
                  <a:lnTo>
                    <a:pt x="8380" y="20698"/>
                  </a:lnTo>
                  <a:lnTo>
                    <a:pt x="8573" y="20968"/>
                  </a:lnTo>
                  <a:lnTo>
                    <a:pt x="8805" y="21238"/>
                  </a:lnTo>
                  <a:lnTo>
                    <a:pt x="8998" y="21509"/>
                  </a:lnTo>
                  <a:lnTo>
                    <a:pt x="9036" y="21663"/>
                  </a:lnTo>
                  <a:lnTo>
                    <a:pt x="9075" y="21817"/>
                  </a:lnTo>
                  <a:lnTo>
                    <a:pt x="9075" y="22011"/>
                  </a:lnTo>
                  <a:lnTo>
                    <a:pt x="9036" y="22204"/>
                  </a:lnTo>
                  <a:lnTo>
                    <a:pt x="8882" y="22590"/>
                  </a:lnTo>
                  <a:lnTo>
                    <a:pt x="8496" y="23362"/>
                  </a:lnTo>
                  <a:lnTo>
                    <a:pt x="7955" y="24868"/>
                  </a:lnTo>
                  <a:lnTo>
                    <a:pt x="7608" y="24173"/>
                  </a:lnTo>
                  <a:lnTo>
                    <a:pt x="7260" y="23555"/>
                  </a:lnTo>
                  <a:lnTo>
                    <a:pt x="6874" y="22899"/>
                  </a:lnTo>
                  <a:lnTo>
                    <a:pt x="6488" y="22281"/>
                  </a:lnTo>
                  <a:lnTo>
                    <a:pt x="5716" y="21315"/>
                  </a:lnTo>
                  <a:lnTo>
                    <a:pt x="5214" y="20736"/>
                  </a:lnTo>
                  <a:lnTo>
                    <a:pt x="4982" y="20389"/>
                  </a:lnTo>
                  <a:lnTo>
                    <a:pt x="4789" y="20080"/>
                  </a:lnTo>
                  <a:lnTo>
                    <a:pt x="4827" y="20003"/>
                  </a:lnTo>
                  <a:lnTo>
                    <a:pt x="4827" y="19925"/>
                  </a:lnTo>
                  <a:lnTo>
                    <a:pt x="4827" y="19887"/>
                  </a:lnTo>
                  <a:lnTo>
                    <a:pt x="4750" y="19810"/>
                  </a:lnTo>
                  <a:lnTo>
                    <a:pt x="5021" y="18458"/>
                  </a:lnTo>
                  <a:lnTo>
                    <a:pt x="5291" y="17145"/>
                  </a:lnTo>
                  <a:close/>
                  <a:moveTo>
                    <a:pt x="14481" y="20157"/>
                  </a:moveTo>
                  <a:lnTo>
                    <a:pt x="15022" y="20273"/>
                  </a:lnTo>
                  <a:lnTo>
                    <a:pt x="15485" y="20466"/>
                  </a:lnTo>
                  <a:lnTo>
                    <a:pt x="15987" y="20659"/>
                  </a:lnTo>
                  <a:lnTo>
                    <a:pt x="16451" y="20891"/>
                  </a:lnTo>
                  <a:lnTo>
                    <a:pt x="16180" y="21007"/>
                  </a:lnTo>
                  <a:lnTo>
                    <a:pt x="15949" y="21007"/>
                  </a:lnTo>
                  <a:lnTo>
                    <a:pt x="15678" y="20968"/>
                  </a:lnTo>
                  <a:lnTo>
                    <a:pt x="15447" y="20891"/>
                  </a:lnTo>
                  <a:lnTo>
                    <a:pt x="15292" y="20891"/>
                  </a:lnTo>
                  <a:lnTo>
                    <a:pt x="15176" y="20968"/>
                  </a:lnTo>
                  <a:lnTo>
                    <a:pt x="15176" y="21045"/>
                  </a:lnTo>
                  <a:lnTo>
                    <a:pt x="15176" y="21084"/>
                  </a:lnTo>
                  <a:lnTo>
                    <a:pt x="15215" y="21161"/>
                  </a:lnTo>
                  <a:lnTo>
                    <a:pt x="15253" y="21200"/>
                  </a:lnTo>
                  <a:lnTo>
                    <a:pt x="15794" y="21547"/>
                  </a:lnTo>
                  <a:lnTo>
                    <a:pt x="16257" y="21972"/>
                  </a:lnTo>
                  <a:lnTo>
                    <a:pt x="16489" y="22204"/>
                  </a:lnTo>
                  <a:lnTo>
                    <a:pt x="16682" y="22435"/>
                  </a:lnTo>
                  <a:lnTo>
                    <a:pt x="16837" y="22706"/>
                  </a:lnTo>
                  <a:lnTo>
                    <a:pt x="16991" y="22976"/>
                  </a:lnTo>
                  <a:lnTo>
                    <a:pt x="17223" y="23517"/>
                  </a:lnTo>
                  <a:lnTo>
                    <a:pt x="17339" y="23825"/>
                  </a:lnTo>
                  <a:lnTo>
                    <a:pt x="17416" y="24173"/>
                  </a:lnTo>
                  <a:lnTo>
                    <a:pt x="17493" y="24482"/>
                  </a:lnTo>
                  <a:lnTo>
                    <a:pt x="17532" y="24791"/>
                  </a:lnTo>
                  <a:lnTo>
                    <a:pt x="17493" y="25100"/>
                  </a:lnTo>
                  <a:lnTo>
                    <a:pt x="17455" y="25409"/>
                  </a:lnTo>
                  <a:lnTo>
                    <a:pt x="17339" y="25602"/>
                  </a:lnTo>
                  <a:lnTo>
                    <a:pt x="17223" y="25756"/>
                  </a:lnTo>
                  <a:lnTo>
                    <a:pt x="17068" y="25833"/>
                  </a:lnTo>
                  <a:lnTo>
                    <a:pt x="16914" y="25872"/>
                  </a:lnTo>
                  <a:lnTo>
                    <a:pt x="16528" y="25872"/>
                  </a:lnTo>
                  <a:lnTo>
                    <a:pt x="16103" y="25756"/>
                  </a:lnTo>
                  <a:lnTo>
                    <a:pt x="15447" y="25563"/>
                  </a:lnTo>
                  <a:lnTo>
                    <a:pt x="15099" y="25409"/>
                  </a:lnTo>
                  <a:lnTo>
                    <a:pt x="14790" y="25254"/>
                  </a:lnTo>
                  <a:lnTo>
                    <a:pt x="14443" y="25061"/>
                  </a:lnTo>
                  <a:lnTo>
                    <a:pt x="14095" y="24829"/>
                  </a:lnTo>
                  <a:lnTo>
                    <a:pt x="13786" y="24559"/>
                  </a:lnTo>
                  <a:lnTo>
                    <a:pt x="13516" y="24250"/>
                  </a:lnTo>
                  <a:lnTo>
                    <a:pt x="13284" y="23903"/>
                  </a:lnTo>
                  <a:lnTo>
                    <a:pt x="13091" y="23555"/>
                  </a:lnTo>
                  <a:lnTo>
                    <a:pt x="12937" y="23208"/>
                  </a:lnTo>
                  <a:lnTo>
                    <a:pt x="12821" y="22783"/>
                  </a:lnTo>
                  <a:lnTo>
                    <a:pt x="12744" y="22706"/>
                  </a:lnTo>
                  <a:lnTo>
                    <a:pt x="12666" y="22667"/>
                  </a:lnTo>
                  <a:lnTo>
                    <a:pt x="12589" y="22706"/>
                  </a:lnTo>
                  <a:lnTo>
                    <a:pt x="12512" y="22744"/>
                  </a:lnTo>
                  <a:lnTo>
                    <a:pt x="12048" y="23439"/>
                  </a:lnTo>
                  <a:lnTo>
                    <a:pt x="11933" y="23053"/>
                  </a:lnTo>
                  <a:lnTo>
                    <a:pt x="11855" y="22628"/>
                  </a:lnTo>
                  <a:lnTo>
                    <a:pt x="11855" y="22242"/>
                  </a:lnTo>
                  <a:lnTo>
                    <a:pt x="11894" y="21817"/>
                  </a:lnTo>
                  <a:lnTo>
                    <a:pt x="12280" y="21740"/>
                  </a:lnTo>
                  <a:lnTo>
                    <a:pt x="12666" y="21586"/>
                  </a:lnTo>
                  <a:lnTo>
                    <a:pt x="12589" y="21817"/>
                  </a:lnTo>
                  <a:lnTo>
                    <a:pt x="12589" y="22049"/>
                  </a:lnTo>
                  <a:lnTo>
                    <a:pt x="12589" y="22126"/>
                  </a:lnTo>
                  <a:lnTo>
                    <a:pt x="12628" y="22165"/>
                  </a:lnTo>
                  <a:lnTo>
                    <a:pt x="12937" y="22165"/>
                  </a:lnTo>
                  <a:lnTo>
                    <a:pt x="13130" y="22319"/>
                  </a:lnTo>
                  <a:lnTo>
                    <a:pt x="13323" y="22551"/>
                  </a:lnTo>
                  <a:lnTo>
                    <a:pt x="13516" y="22821"/>
                  </a:lnTo>
                  <a:lnTo>
                    <a:pt x="13863" y="23439"/>
                  </a:lnTo>
                  <a:lnTo>
                    <a:pt x="14095" y="23825"/>
                  </a:lnTo>
                  <a:lnTo>
                    <a:pt x="14404" y="24173"/>
                  </a:lnTo>
                  <a:lnTo>
                    <a:pt x="14751" y="24482"/>
                  </a:lnTo>
                  <a:lnTo>
                    <a:pt x="15176" y="24752"/>
                  </a:lnTo>
                  <a:lnTo>
                    <a:pt x="15640" y="24907"/>
                  </a:lnTo>
                  <a:lnTo>
                    <a:pt x="15871" y="24945"/>
                  </a:lnTo>
                  <a:lnTo>
                    <a:pt x="16103" y="24984"/>
                  </a:lnTo>
                  <a:lnTo>
                    <a:pt x="16566" y="24984"/>
                  </a:lnTo>
                  <a:lnTo>
                    <a:pt x="16644" y="24945"/>
                  </a:lnTo>
                  <a:lnTo>
                    <a:pt x="16644" y="24907"/>
                  </a:lnTo>
                  <a:lnTo>
                    <a:pt x="16644" y="24829"/>
                  </a:lnTo>
                  <a:lnTo>
                    <a:pt x="16605" y="24791"/>
                  </a:lnTo>
                  <a:lnTo>
                    <a:pt x="16605" y="24752"/>
                  </a:lnTo>
                  <a:lnTo>
                    <a:pt x="16451" y="24250"/>
                  </a:lnTo>
                  <a:lnTo>
                    <a:pt x="16257" y="23748"/>
                  </a:lnTo>
                  <a:lnTo>
                    <a:pt x="16026" y="23285"/>
                  </a:lnTo>
                  <a:lnTo>
                    <a:pt x="15755" y="22821"/>
                  </a:lnTo>
                  <a:lnTo>
                    <a:pt x="15485" y="22397"/>
                  </a:lnTo>
                  <a:lnTo>
                    <a:pt x="15176" y="22011"/>
                  </a:lnTo>
                  <a:lnTo>
                    <a:pt x="14829" y="21586"/>
                  </a:lnTo>
                  <a:lnTo>
                    <a:pt x="14443" y="21238"/>
                  </a:lnTo>
                  <a:lnTo>
                    <a:pt x="14597" y="21161"/>
                  </a:lnTo>
                  <a:lnTo>
                    <a:pt x="14713" y="21045"/>
                  </a:lnTo>
                  <a:lnTo>
                    <a:pt x="14751" y="20968"/>
                  </a:lnTo>
                  <a:lnTo>
                    <a:pt x="14751" y="20929"/>
                  </a:lnTo>
                  <a:lnTo>
                    <a:pt x="14713" y="20852"/>
                  </a:lnTo>
                  <a:lnTo>
                    <a:pt x="14674" y="20814"/>
                  </a:lnTo>
                  <a:lnTo>
                    <a:pt x="14211" y="20505"/>
                  </a:lnTo>
                  <a:lnTo>
                    <a:pt x="14481" y="20157"/>
                  </a:lnTo>
                  <a:close/>
                  <a:moveTo>
                    <a:pt x="155" y="0"/>
                  </a:moveTo>
                  <a:lnTo>
                    <a:pt x="116" y="39"/>
                  </a:lnTo>
                  <a:lnTo>
                    <a:pt x="78" y="77"/>
                  </a:lnTo>
                  <a:lnTo>
                    <a:pt x="116" y="155"/>
                  </a:lnTo>
                  <a:lnTo>
                    <a:pt x="78" y="193"/>
                  </a:lnTo>
                  <a:lnTo>
                    <a:pt x="39" y="270"/>
                  </a:lnTo>
                  <a:lnTo>
                    <a:pt x="1" y="1583"/>
                  </a:lnTo>
                  <a:lnTo>
                    <a:pt x="39" y="2896"/>
                  </a:lnTo>
                  <a:lnTo>
                    <a:pt x="116" y="4171"/>
                  </a:lnTo>
                  <a:lnTo>
                    <a:pt x="310" y="5483"/>
                  </a:lnTo>
                  <a:lnTo>
                    <a:pt x="541" y="6758"/>
                  </a:lnTo>
                  <a:lnTo>
                    <a:pt x="850" y="8032"/>
                  </a:lnTo>
                  <a:lnTo>
                    <a:pt x="1198" y="9306"/>
                  </a:lnTo>
                  <a:lnTo>
                    <a:pt x="1622" y="10542"/>
                  </a:lnTo>
                  <a:lnTo>
                    <a:pt x="2124" y="11739"/>
                  </a:lnTo>
                  <a:lnTo>
                    <a:pt x="2665" y="12936"/>
                  </a:lnTo>
                  <a:lnTo>
                    <a:pt x="3283" y="14095"/>
                  </a:lnTo>
                  <a:lnTo>
                    <a:pt x="3978" y="15214"/>
                  </a:lnTo>
                  <a:lnTo>
                    <a:pt x="4519" y="16064"/>
                  </a:lnTo>
                  <a:lnTo>
                    <a:pt x="5098" y="16913"/>
                  </a:lnTo>
                  <a:lnTo>
                    <a:pt x="4827" y="17686"/>
                  </a:lnTo>
                  <a:lnTo>
                    <a:pt x="4596" y="18458"/>
                  </a:lnTo>
                  <a:lnTo>
                    <a:pt x="4441" y="19269"/>
                  </a:lnTo>
                  <a:lnTo>
                    <a:pt x="4325" y="20080"/>
                  </a:lnTo>
                  <a:lnTo>
                    <a:pt x="4325" y="20157"/>
                  </a:lnTo>
                  <a:lnTo>
                    <a:pt x="4364" y="20196"/>
                  </a:lnTo>
                  <a:lnTo>
                    <a:pt x="4480" y="20273"/>
                  </a:lnTo>
                  <a:lnTo>
                    <a:pt x="4596" y="20543"/>
                  </a:lnTo>
                  <a:lnTo>
                    <a:pt x="4712" y="20775"/>
                  </a:lnTo>
                  <a:lnTo>
                    <a:pt x="4905" y="21045"/>
                  </a:lnTo>
                  <a:lnTo>
                    <a:pt x="5059" y="21277"/>
                  </a:lnTo>
                  <a:lnTo>
                    <a:pt x="5484" y="21702"/>
                  </a:lnTo>
                  <a:lnTo>
                    <a:pt x="5831" y="22165"/>
                  </a:lnTo>
                  <a:lnTo>
                    <a:pt x="6333" y="22860"/>
                  </a:lnTo>
                  <a:lnTo>
                    <a:pt x="6835" y="23594"/>
                  </a:lnTo>
                  <a:lnTo>
                    <a:pt x="7260" y="24366"/>
                  </a:lnTo>
                  <a:lnTo>
                    <a:pt x="7646" y="25138"/>
                  </a:lnTo>
                  <a:lnTo>
                    <a:pt x="7724" y="25216"/>
                  </a:lnTo>
                  <a:lnTo>
                    <a:pt x="7878" y="25216"/>
                  </a:lnTo>
                  <a:lnTo>
                    <a:pt x="7917" y="25177"/>
                  </a:lnTo>
                  <a:lnTo>
                    <a:pt x="7994" y="25216"/>
                  </a:lnTo>
                  <a:lnTo>
                    <a:pt x="8110" y="25216"/>
                  </a:lnTo>
                  <a:lnTo>
                    <a:pt x="8187" y="25138"/>
                  </a:lnTo>
                  <a:lnTo>
                    <a:pt x="8534" y="24327"/>
                  </a:lnTo>
                  <a:lnTo>
                    <a:pt x="8921" y="23478"/>
                  </a:lnTo>
                  <a:lnTo>
                    <a:pt x="9577" y="21779"/>
                  </a:lnTo>
                  <a:lnTo>
                    <a:pt x="9577" y="21663"/>
                  </a:lnTo>
                  <a:lnTo>
                    <a:pt x="9538" y="21586"/>
                  </a:lnTo>
                  <a:lnTo>
                    <a:pt x="8766" y="20543"/>
                  </a:lnTo>
                  <a:lnTo>
                    <a:pt x="8071" y="19462"/>
                  </a:lnTo>
                  <a:lnTo>
                    <a:pt x="8612" y="19694"/>
                  </a:lnTo>
                  <a:lnTo>
                    <a:pt x="9152" y="19848"/>
                  </a:lnTo>
                  <a:lnTo>
                    <a:pt x="9732" y="19925"/>
                  </a:lnTo>
                  <a:lnTo>
                    <a:pt x="10311" y="19964"/>
                  </a:lnTo>
                  <a:lnTo>
                    <a:pt x="10311" y="20389"/>
                  </a:lnTo>
                  <a:lnTo>
                    <a:pt x="10349" y="20852"/>
                  </a:lnTo>
                  <a:lnTo>
                    <a:pt x="10465" y="21315"/>
                  </a:lnTo>
                  <a:lnTo>
                    <a:pt x="10542" y="21547"/>
                  </a:lnTo>
                  <a:lnTo>
                    <a:pt x="10697" y="21740"/>
                  </a:lnTo>
                  <a:lnTo>
                    <a:pt x="10736" y="21779"/>
                  </a:lnTo>
                  <a:lnTo>
                    <a:pt x="10813" y="21779"/>
                  </a:lnTo>
                  <a:lnTo>
                    <a:pt x="10851" y="21856"/>
                  </a:lnTo>
                  <a:lnTo>
                    <a:pt x="10929" y="21856"/>
                  </a:lnTo>
                  <a:lnTo>
                    <a:pt x="11315" y="21895"/>
                  </a:lnTo>
                  <a:lnTo>
                    <a:pt x="11662" y="21856"/>
                  </a:lnTo>
                  <a:lnTo>
                    <a:pt x="11624" y="22126"/>
                  </a:lnTo>
                  <a:lnTo>
                    <a:pt x="11585" y="22358"/>
                  </a:lnTo>
                  <a:lnTo>
                    <a:pt x="11546" y="22590"/>
                  </a:lnTo>
                  <a:lnTo>
                    <a:pt x="11585" y="22860"/>
                  </a:lnTo>
                  <a:lnTo>
                    <a:pt x="11624" y="23092"/>
                  </a:lnTo>
                  <a:lnTo>
                    <a:pt x="11662" y="23323"/>
                  </a:lnTo>
                  <a:lnTo>
                    <a:pt x="11778" y="23594"/>
                  </a:lnTo>
                  <a:lnTo>
                    <a:pt x="11894" y="23825"/>
                  </a:lnTo>
                  <a:lnTo>
                    <a:pt x="11933" y="23903"/>
                  </a:lnTo>
                  <a:lnTo>
                    <a:pt x="12010" y="23903"/>
                  </a:lnTo>
                  <a:lnTo>
                    <a:pt x="12087" y="23864"/>
                  </a:lnTo>
                  <a:lnTo>
                    <a:pt x="12164" y="23825"/>
                  </a:lnTo>
                  <a:lnTo>
                    <a:pt x="12589" y="23208"/>
                  </a:lnTo>
                  <a:lnTo>
                    <a:pt x="12744" y="23594"/>
                  </a:lnTo>
                  <a:lnTo>
                    <a:pt x="12937" y="23941"/>
                  </a:lnTo>
                  <a:lnTo>
                    <a:pt x="13168" y="24289"/>
                  </a:lnTo>
                  <a:lnTo>
                    <a:pt x="13439" y="24598"/>
                  </a:lnTo>
                  <a:lnTo>
                    <a:pt x="13709" y="24907"/>
                  </a:lnTo>
                  <a:lnTo>
                    <a:pt x="14018" y="25177"/>
                  </a:lnTo>
                  <a:lnTo>
                    <a:pt x="14365" y="25409"/>
                  </a:lnTo>
                  <a:lnTo>
                    <a:pt x="14713" y="25602"/>
                  </a:lnTo>
                  <a:lnTo>
                    <a:pt x="15331" y="25911"/>
                  </a:lnTo>
                  <a:lnTo>
                    <a:pt x="15717" y="26027"/>
                  </a:lnTo>
                  <a:lnTo>
                    <a:pt x="16142" y="26181"/>
                  </a:lnTo>
                  <a:lnTo>
                    <a:pt x="16566" y="26258"/>
                  </a:lnTo>
                  <a:lnTo>
                    <a:pt x="16953" y="26297"/>
                  </a:lnTo>
                  <a:lnTo>
                    <a:pt x="17146" y="26297"/>
                  </a:lnTo>
                  <a:lnTo>
                    <a:pt x="17300" y="26258"/>
                  </a:lnTo>
                  <a:lnTo>
                    <a:pt x="17416" y="26181"/>
                  </a:lnTo>
                  <a:lnTo>
                    <a:pt x="17570" y="26104"/>
                  </a:lnTo>
                  <a:lnTo>
                    <a:pt x="17648" y="25949"/>
                  </a:lnTo>
                  <a:lnTo>
                    <a:pt x="17725" y="25833"/>
                  </a:lnTo>
                  <a:lnTo>
                    <a:pt x="17841" y="25486"/>
                  </a:lnTo>
                  <a:lnTo>
                    <a:pt x="17879" y="25100"/>
                  </a:lnTo>
                  <a:lnTo>
                    <a:pt x="17841" y="24675"/>
                  </a:lnTo>
                  <a:lnTo>
                    <a:pt x="17802" y="24289"/>
                  </a:lnTo>
                  <a:lnTo>
                    <a:pt x="17686" y="23903"/>
                  </a:lnTo>
                  <a:lnTo>
                    <a:pt x="17493" y="23246"/>
                  </a:lnTo>
                  <a:lnTo>
                    <a:pt x="17223" y="22706"/>
                  </a:lnTo>
                  <a:lnTo>
                    <a:pt x="16914" y="22204"/>
                  </a:lnTo>
                  <a:lnTo>
                    <a:pt x="16528" y="21740"/>
                  </a:lnTo>
                  <a:lnTo>
                    <a:pt x="16103" y="21354"/>
                  </a:lnTo>
                  <a:lnTo>
                    <a:pt x="16296" y="21315"/>
                  </a:lnTo>
                  <a:lnTo>
                    <a:pt x="16489" y="21277"/>
                  </a:lnTo>
                  <a:lnTo>
                    <a:pt x="16682" y="21161"/>
                  </a:lnTo>
                  <a:lnTo>
                    <a:pt x="16875" y="21045"/>
                  </a:lnTo>
                  <a:lnTo>
                    <a:pt x="16914" y="21007"/>
                  </a:lnTo>
                  <a:lnTo>
                    <a:pt x="16953" y="20929"/>
                  </a:lnTo>
                  <a:lnTo>
                    <a:pt x="16914" y="20814"/>
                  </a:lnTo>
                  <a:lnTo>
                    <a:pt x="16875" y="20775"/>
                  </a:lnTo>
                  <a:lnTo>
                    <a:pt x="16335" y="20466"/>
                  </a:lnTo>
                  <a:lnTo>
                    <a:pt x="15833" y="20196"/>
                  </a:lnTo>
                  <a:lnTo>
                    <a:pt x="15292" y="20003"/>
                  </a:lnTo>
                  <a:lnTo>
                    <a:pt x="14713" y="19848"/>
                  </a:lnTo>
                  <a:lnTo>
                    <a:pt x="14983" y="19346"/>
                  </a:lnTo>
                  <a:lnTo>
                    <a:pt x="14983" y="19230"/>
                  </a:lnTo>
                  <a:lnTo>
                    <a:pt x="14983" y="19114"/>
                  </a:lnTo>
                  <a:lnTo>
                    <a:pt x="14983" y="19076"/>
                  </a:lnTo>
                  <a:lnTo>
                    <a:pt x="14945" y="19037"/>
                  </a:lnTo>
                  <a:lnTo>
                    <a:pt x="14172" y="18574"/>
                  </a:lnTo>
                  <a:lnTo>
                    <a:pt x="13825" y="18342"/>
                  </a:lnTo>
                  <a:lnTo>
                    <a:pt x="13477" y="18033"/>
                  </a:lnTo>
                  <a:lnTo>
                    <a:pt x="13554" y="17879"/>
                  </a:lnTo>
                  <a:lnTo>
                    <a:pt x="13670" y="17493"/>
                  </a:lnTo>
                  <a:lnTo>
                    <a:pt x="13747" y="17106"/>
                  </a:lnTo>
                  <a:lnTo>
                    <a:pt x="13786" y="16720"/>
                  </a:lnTo>
                  <a:lnTo>
                    <a:pt x="13825" y="16334"/>
                  </a:lnTo>
                  <a:lnTo>
                    <a:pt x="14249" y="17106"/>
                  </a:lnTo>
                  <a:lnTo>
                    <a:pt x="14674" y="17956"/>
                  </a:lnTo>
                  <a:lnTo>
                    <a:pt x="14751" y="18033"/>
                  </a:lnTo>
                  <a:lnTo>
                    <a:pt x="14867" y="18033"/>
                  </a:lnTo>
                  <a:lnTo>
                    <a:pt x="15640" y="18072"/>
                  </a:lnTo>
                  <a:lnTo>
                    <a:pt x="16412" y="18110"/>
                  </a:lnTo>
                  <a:lnTo>
                    <a:pt x="17184" y="18188"/>
                  </a:lnTo>
                  <a:lnTo>
                    <a:pt x="17957" y="18304"/>
                  </a:lnTo>
                  <a:lnTo>
                    <a:pt x="18111" y="18304"/>
                  </a:lnTo>
                  <a:lnTo>
                    <a:pt x="18188" y="18226"/>
                  </a:lnTo>
                  <a:lnTo>
                    <a:pt x="18227" y="18110"/>
                  </a:lnTo>
                  <a:lnTo>
                    <a:pt x="18188" y="17995"/>
                  </a:lnTo>
                  <a:lnTo>
                    <a:pt x="16798" y="15099"/>
                  </a:lnTo>
                  <a:lnTo>
                    <a:pt x="16064" y="13631"/>
                  </a:lnTo>
                  <a:lnTo>
                    <a:pt x="15678" y="12936"/>
                  </a:lnTo>
                  <a:lnTo>
                    <a:pt x="15253" y="12241"/>
                  </a:lnTo>
                  <a:lnTo>
                    <a:pt x="15176" y="12202"/>
                  </a:lnTo>
                  <a:lnTo>
                    <a:pt x="15099" y="12202"/>
                  </a:lnTo>
                  <a:lnTo>
                    <a:pt x="14713" y="12164"/>
                  </a:lnTo>
                  <a:lnTo>
                    <a:pt x="14288" y="12164"/>
                  </a:lnTo>
                  <a:lnTo>
                    <a:pt x="13516" y="12125"/>
                  </a:lnTo>
                  <a:lnTo>
                    <a:pt x="12164" y="12009"/>
                  </a:lnTo>
                  <a:lnTo>
                    <a:pt x="11662" y="11198"/>
                  </a:lnTo>
                  <a:lnTo>
                    <a:pt x="11122" y="10465"/>
                  </a:lnTo>
                  <a:lnTo>
                    <a:pt x="10542" y="9731"/>
                  </a:lnTo>
                  <a:lnTo>
                    <a:pt x="10002" y="8997"/>
                  </a:lnTo>
                  <a:lnTo>
                    <a:pt x="8959" y="7762"/>
                  </a:lnTo>
                  <a:lnTo>
                    <a:pt x="7839" y="6565"/>
                  </a:lnTo>
                  <a:lnTo>
                    <a:pt x="6720" y="5406"/>
                  </a:lnTo>
                  <a:lnTo>
                    <a:pt x="5561" y="4286"/>
                  </a:lnTo>
                  <a:lnTo>
                    <a:pt x="4325" y="3205"/>
                  </a:lnTo>
                  <a:lnTo>
                    <a:pt x="3128" y="2163"/>
                  </a:lnTo>
                  <a:lnTo>
                    <a:pt x="1854" y="1120"/>
                  </a:lnTo>
                  <a:lnTo>
                    <a:pt x="580" y="116"/>
                  </a:lnTo>
                  <a:lnTo>
                    <a:pt x="541" y="77"/>
                  </a:lnTo>
                  <a:lnTo>
                    <a:pt x="464" y="77"/>
                  </a:lnTo>
                  <a:lnTo>
                    <a:pt x="348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6"/>
            <p:cNvSpPr/>
            <p:nvPr/>
          </p:nvSpPr>
          <p:spPr>
            <a:xfrm>
              <a:off x="668675" y="2948700"/>
              <a:ext cx="256800" cy="152550"/>
            </a:xfrm>
            <a:custGeom>
              <a:avLst/>
              <a:gdLst/>
              <a:ahLst/>
              <a:cxnLst/>
              <a:rect l="l" t="t" r="r" b="b"/>
              <a:pathLst>
                <a:path w="10272" h="6102" extrusionOk="0">
                  <a:moveTo>
                    <a:pt x="541" y="1"/>
                  </a:moveTo>
                  <a:lnTo>
                    <a:pt x="425" y="39"/>
                  </a:lnTo>
                  <a:lnTo>
                    <a:pt x="348" y="116"/>
                  </a:lnTo>
                  <a:lnTo>
                    <a:pt x="232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889"/>
                  </a:lnTo>
                  <a:lnTo>
                    <a:pt x="0" y="1275"/>
                  </a:lnTo>
                  <a:lnTo>
                    <a:pt x="0" y="1622"/>
                  </a:lnTo>
                  <a:lnTo>
                    <a:pt x="0" y="2047"/>
                  </a:lnTo>
                  <a:lnTo>
                    <a:pt x="77" y="2511"/>
                  </a:lnTo>
                  <a:lnTo>
                    <a:pt x="155" y="2935"/>
                  </a:lnTo>
                  <a:lnTo>
                    <a:pt x="309" y="3321"/>
                  </a:lnTo>
                  <a:lnTo>
                    <a:pt x="502" y="3785"/>
                  </a:lnTo>
                  <a:lnTo>
                    <a:pt x="734" y="4171"/>
                  </a:lnTo>
                  <a:lnTo>
                    <a:pt x="1004" y="4557"/>
                  </a:lnTo>
                  <a:lnTo>
                    <a:pt x="1313" y="4905"/>
                  </a:lnTo>
                  <a:lnTo>
                    <a:pt x="1699" y="5214"/>
                  </a:lnTo>
                  <a:lnTo>
                    <a:pt x="2047" y="5523"/>
                  </a:lnTo>
                  <a:lnTo>
                    <a:pt x="2472" y="5754"/>
                  </a:lnTo>
                  <a:lnTo>
                    <a:pt x="2896" y="5947"/>
                  </a:lnTo>
                  <a:lnTo>
                    <a:pt x="3167" y="5716"/>
                  </a:lnTo>
                  <a:lnTo>
                    <a:pt x="2819" y="5561"/>
                  </a:lnTo>
                  <a:lnTo>
                    <a:pt x="2510" y="5368"/>
                  </a:lnTo>
                  <a:lnTo>
                    <a:pt x="2240" y="5136"/>
                  </a:lnTo>
                  <a:lnTo>
                    <a:pt x="1931" y="4905"/>
                  </a:lnTo>
                  <a:lnTo>
                    <a:pt x="1661" y="4634"/>
                  </a:lnTo>
                  <a:lnTo>
                    <a:pt x="1429" y="4364"/>
                  </a:lnTo>
                  <a:lnTo>
                    <a:pt x="1197" y="4094"/>
                  </a:lnTo>
                  <a:lnTo>
                    <a:pt x="1004" y="3785"/>
                  </a:lnTo>
                  <a:lnTo>
                    <a:pt x="811" y="3476"/>
                  </a:lnTo>
                  <a:lnTo>
                    <a:pt x="657" y="3128"/>
                  </a:lnTo>
                  <a:lnTo>
                    <a:pt x="541" y="2781"/>
                  </a:lnTo>
                  <a:lnTo>
                    <a:pt x="464" y="2433"/>
                  </a:lnTo>
                  <a:lnTo>
                    <a:pt x="425" y="2086"/>
                  </a:lnTo>
                  <a:lnTo>
                    <a:pt x="386" y="1700"/>
                  </a:lnTo>
                  <a:lnTo>
                    <a:pt x="425" y="1352"/>
                  </a:lnTo>
                  <a:lnTo>
                    <a:pt x="464" y="966"/>
                  </a:lnTo>
                  <a:lnTo>
                    <a:pt x="541" y="696"/>
                  </a:lnTo>
                  <a:lnTo>
                    <a:pt x="579" y="541"/>
                  </a:lnTo>
                  <a:lnTo>
                    <a:pt x="657" y="464"/>
                  </a:lnTo>
                  <a:lnTo>
                    <a:pt x="811" y="503"/>
                  </a:lnTo>
                  <a:lnTo>
                    <a:pt x="1043" y="618"/>
                  </a:lnTo>
                  <a:lnTo>
                    <a:pt x="1429" y="812"/>
                  </a:lnTo>
                  <a:lnTo>
                    <a:pt x="1738" y="1005"/>
                  </a:lnTo>
                  <a:lnTo>
                    <a:pt x="2085" y="1236"/>
                  </a:lnTo>
                  <a:lnTo>
                    <a:pt x="2394" y="1468"/>
                  </a:lnTo>
                  <a:lnTo>
                    <a:pt x="2665" y="1738"/>
                  </a:lnTo>
                  <a:lnTo>
                    <a:pt x="2935" y="2009"/>
                  </a:lnTo>
                  <a:lnTo>
                    <a:pt x="3167" y="2279"/>
                  </a:lnTo>
                  <a:lnTo>
                    <a:pt x="3360" y="2588"/>
                  </a:lnTo>
                  <a:lnTo>
                    <a:pt x="3514" y="2897"/>
                  </a:lnTo>
                  <a:lnTo>
                    <a:pt x="3630" y="3244"/>
                  </a:lnTo>
                  <a:lnTo>
                    <a:pt x="3707" y="3592"/>
                  </a:lnTo>
                  <a:lnTo>
                    <a:pt x="3784" y="3939"/>
                  </a:lnTo>
                  <a:lnTo>
                    <a:pt x="3784" y="4325"/>
                  </a:lnTo>
                  <a:lnTo>
                    <a:pt x="3823" y="4403"/>
                  </a:lnTo>
                  <a:lnTo>
                    <a:pt x="3939" y="4480"/>
                  </a:lnTo>
                  <a:lnTo>
                    <a:pt x="3939" y="4557"/>
                  </a:lnTo>
                  <a:lnTo>
                    <a:pt x="3978" y="4596"/>
                  </a:lnTo>
                  <a:lnTo>
                    <a:pt x="4016" y="4596"/>
                  </a:lnTo>
                  <a:lnTo>
                    <a:pt x="4055" y="4557"/>
                  </a:lnTo>
                  <a:lnTo>
                    <a:pt x="4171" y="4403"/>
                  </a:lnTo>
                  <a:lnTo>
                    <a:pt x="4286" y="4287"/>
                  </a:lnTo>
                  <a:lnTo>
                    <a:pt x="4595" y="4017"/>
                  </a:lnTo>
                  <a:lnTo>
                    <a:pt x="4943" y="3785"/>
                  </a:lnTo>
                  <a:lnTo>
                    <a:pt x="5329" y="3630"/>
                  </a:lnTo>
                  <a:lnTo>
                    <a:pt x="5754" y="3476"/>
                  </a:lnTo>
                  <a:lnTo>
                    <a:pt x="6179" y="3360"/>
                  </a:lnTo>
                  <a:lnTo>
                    <a:pt x="6565" y="3283"/>
                  </a:lnTo>
                  <a:lnTo>
                    <a:pt x="6912" y="3206"/>
                  </a:lnTo>
                  <a:lnTo>
                    <a:pt x="7260" y="3167"/>
                  </a:lnTo>
                  <a:lnTo>
                    <a:pt x="7646" y="3167"/>
                  </a:lnTo>
                  <a:lnTo>
                    <a:pt x="7994" y="3206"/>
                  </a:lnTo>
                  <a:lnTo>
                    <a:pt x="8380" y="3244"/>
                  </a:lnTo>
                  <a:lnTo>
                    <a:pt x="8727" y="3321"/>
                  </a:lnTo>
                  <a:lnTo>
                    <a:pt x="9075" y="3399"/>
                  </a:lnTo>
                  <a:lnTo>
                    <a:pt x="9422" y="3553"/>
                  </a:lnTo>
                  <a:lnTo>
                    <a:pt x="9770" y="3669"/>
                  </a:lnTo>
                  <a:lnTo>
                    <a:pt x="9499" y="4017"/>
                  </a:lnTo>
                  <a:lnTo>
                    <a:pt x="9229" y="4364"/>
                  </a:lnTo>
                  <a:lnTo>
                    <a:pt x="8920" y="4634"/>
                  </a:lnTo>
                  <a:lnTo>
                    <a:pt x="8611" y="4905"/>
                  </a:lnTo>
                  <a:lnTo>
                    <a:pt x="8264" y="5136"/>
                  </a:lnTo>
                  <a:lnTo>
                    <a:pt x="7916" y="5329"/>
                  </a:lnTo>
                  <a:lnTo>
                    <a:pt x="7530" y="5484"/>
                  </a:lnTo>
                  <a:lnTo>
                    <a:pt x="7105" y="5600"/>
                  </a:lnTo>
                  <a:lnTo>
                    <a:pt x="6719" y="5638"/>
                  </a:lnTo>
                  <a:lnTo>
                    <a:pt x="6333" y="5677"/>
                  </a:lnTo>
                  <a:lnTo>
                    <a:pt x="5599" y="5677"/>
                  </a:lnTo>
                  <a:lnTo>
                    <a:pt x="4866" y="5600"/>
                  </a:lnTo>
                  <a:lnTo>
                    <a:pt x="4093" y="5484"/>
                  </a:lnTo>
                  <a:lnTo>
                    <a:pt x="4016" y="5484"/>
                  </a:lnTo>
                  <a:lnTo>
                    <a:pt x="3978" y="5523"/>
                  </a:lnTo>
                  <a:lnTo>
                    <a:pt x="3900" y="5638"/>
                  </a:lnTo>
                  <a:lnTo>
                    <a:pt x="3862" y="5638"/>
                  </a:lnTo>
                  <a:lnTo>
                    <a:pt x="3862" y="5716"/>
                  </a:lnTo>
                  <a:lnTo>
                    <a:pt x="3900" y="6025"/>
                  </a:lnTo>
                  <a:lnTo>
                    <a:pt x="4093" y="5909"/>
                  </a:lnTo>
                  <a:lnTo>
                    <a:pt x="4943" y="6025"/>
                  </a:lnTo>
                  <a:lnTo>
                    <a:pt x="5792" y="6102"/>
                  </a:lnTo>
                  <a:lnTo>
                    <a:pt x="6217" y="6102"/>
                  </a:lnTo>
                  <a:lnTo>
                    <a:pt x="6642" y="6063"/>
                  </a:lnTo>
                  <a:lnTo>
                    <a:pt x="7105" y="6025"/>
                  </a:lnTo>
                  <a:lnTo>
                    <a:pt x="7530" y="5947"/>
                  </a:lnTo>
                  <a:lnTo>
                    <a:pt x="7955" y="5793"/>
                  </a:lnTo>
                  <a:lnTo>
                    <a:pt x="8341" y="5600"/>
                  </a:lnTo>
                  <a:lnTo>
                    <a:pt x="8727" y="5368"/>
                  </a:lnTo>
                  <a:lnTo>
                    <a:pt x="9075" y="5098"/>
                  </a:lnTo>
                  <a:lnTo>
                    <a:pt x="9384" y="4789"/>
                  </a:lnTo>
                  <a:lnTo>
                    <a:pt x="9654" y="4441"/>
                  </a:lnTo>
                  <a:lnTo>
                    <a:pt x="10233" y="3746"/>
                  </a:lnTo>
                  <a:lnTo>
                    <a:pt x="10272" y="3630"/>
                  </a:lnTo>
                  <a:lnTo>
                    <a:pt x="10272" y="3553"/>
                  </a:lnTo>
                  <a:lnTo>
                    <a:pt x="10233" y="3476"/>
                  </a:lnTo>
                  <a:lnTo>
                    <a:pt x="10156" y="3399"/>
                  </a:lnTo>
                  <a:lnTo>
                    <a:pt x="9693" y="3206"/>
                  </a:lnTo>
                  <a:lnTo>
                    <a:pt x="9229" y="3013"/>
                  </a:lnTo>
                  <a:lnTo>
                    <a:pt x="8766" y="2897"/>
                  </a:lnTo>
                  <a:lnTo>
                    <a:pt x="8264" y="2781"/>
                  </a:lnTo>
                  <a:lnTo>
                    <a:pt x="7800" y="2742"/>
                  </a:lnTo>
                  <a:lnTo>
                    <a:pt x="7298" y="2742"/>
                  </a:lnTo>
                  <a:lnTo>
                    <a:pt x="6796" y="2781"/>
                  </a:lnTo>
                  <a:lnTo>
                    <a:pt x="6294" y="2858"/>
                  </a:lnTo>
                  <a:lnTo>
                    <a:pt x="5870" y="3013"/>
                  </a:lnTo>
                  <a:lnTo>
                    <a:pt x="5290" y="3206"/>
                  </a:lnTo>
                  <a:lnTo>
                    <a:pt x="4982" y="3321"/>
                  </a:lnTo>
                  <a:lnTo>
                    <a:pt x="4673" y="3476"/>
                  </a:lnTo>
                  <a:lnTo>
                    <a:pt x="4402" y="3630"/>
                  </a:lnTo>
                  <a:lnTo>
                    <a:pt x="4209" y="3823"/>
                  </a:lnTo>
                  <a:lnTo>
                    <a:pt x="4132" y="3476"/>
                  </a:lnTo>
                  <a:lnTo>
                    <a:pt x="4055" y="3128"/>
                  </a:lnTo>
                  <a:lnTo>
                    <a:pt x="3939" y="2781"/>
                  </a:lnTo>
                  <a:lnTo>
                    <a:pt x="3784" y="2472"/>
                  </a:lnTo>
                  <a:lnTo>
                    <a:pt x="3591" y="2163"/>
                  </a:lnTo>
                  <a:lnTo>
                    <a:pt x="3360" y="1854"/>
                  </a:lnTo>
                  <a:lnTo>
                    <a:pt x="3128" y="1584"/>
                  </a:lnTo>
                  <a:lnTo>
                    <a:pt x="2858" y="1314"/>
                  </a:lnTo>
                  <a:lnTo>
                    <a:pt x="2472" y="966"/>
                  </a:lnTo>
                  <a:lnTo>
                    <a:pt x="2008" y="696"/>
                  </a:lnTo>
                  <a:lnTo>
                    <a:pt x="1545" y="425"/>
                  </a:lnTo>
                  <a:lnTo>
                    <a:pt x="1081" y="194"/>
                  </a:lnTo>
                  <a:lnTo>
                    <a:pt x="850" y="78"/>
                  </a:lnTo>
                  <a:lnTo>
                    <a:pt x="657" y="39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6"/>
            <p:cNvSpPr/>
            <p:nvPr/>
          </p:nvSpPr>
          <p:spPr>
            <a:xfrm>
              <a:off x="3343725" y="3024000"/>
              <a:ext cx="482700" cy="227850"/>
            </a:xfrm>
            <a:custGeom>
              <a:avLst/>
              <a:gdLst/>
              <a:ahLst/>
              <a:cxnLst/>
              <a:rect l="l" t="t" r="r" b="b"/>
              <a:pathLst>
                <a:path w="19308" h="9114" extrusionOk="0">
                  <a:moveTo>
                    <a:pt x="77" y="1"/>
                  </a:moveTo>
                  <a:lnTo>
                    <a:pt x="0" y="618"/>
                  </a:lnTo>
                  <a:lnTo>
                    <a:pt x="0" y="1236"/>
                  </a:lnTo>
                  <a:lnTo>
                    <a:pt x="39" y="1854"/>
                  </a:lnTo>
                  <a:lnTo>
                    <a:pt x="154" y="2472"/>
                  </a:lnTo>
                  <a:lnTo>
                    <a:pt x="309" y="3090"/>
                  </a:lnTo>
                  <a:lnTo>
                    <a:pt x="502" y="3669"/>
                  </a:lnTo>
                  <a:lnTo>
                    <a:pt x="772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69" y="5947"/>
                  </a:lnTo>
                  <a:lnTo>
                    <a:pt x="2433" y="6449"/>
                  </a:lnTo>
                  <a:lnTo>
                    <a:pt x="2935" y="6913"/>
                  </a:lnTo>
                  <a:lnTo>
                    <a:pt x="3514" y="7299"/>
                  </a:lnTo>
                  <a:lnTo>
                    <a:pt x="4093" y="7646"/>
                  </a:lnTo>
                  <a:lnTo>
                    <a:pt x="4672" y="7994"/>
                  </a:lnTo>
                  <a:lnTo>
                    <a:pt x="5329" y="8264"/>
                  </a:lnTo>
                  <a:lnTo>
                    <a:pt x="5947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98"/>
                  </a:lnTo>
                  <a:lnTo>
                    <a:pt x="8688" y="9075"/>
                  </a:lnTo>
                  <a:lnTo>
                    <a:pt x="9383" y="9114"/>
                  </a:lnTo>
                  <a:lnTo>
                    <a:pt x="10079" y="9114"/>
                  </a:lnTo>
                  <a:lnTo>
                    <a:pt x="10735" y="9075"/>
                  </a:lnTo>
                  <a:lnTo>
                    <a:pt x="11391" y="9036"/>
                  </a:lnTo>
                  <a:lnTo>
                    <a:pt x="12048" y="8921"/>
                  </a:lnTo>
                  <a:lnTo>
                    <a:pt x="12704" y="8805"/>
                  </a:lnTo>
                  <a:lnTo>
                    <a:pt x="13361" y="8612"/>
                  </a:lnTo>
                  <a:lnTo>
                    <a:pt x="14017" y="8419"/>
                  </a:lnTo>
                  <a:lnTo>
                    <a:pt x="14635" y="8187"/>
                  </a:lnTo>
                  <a:lnTo>
                    <a:pt x="15253" y="7917"/>
                  </a:lnTo>
                  <a:lnTo>
                    <a:pt x="15871" y="7569"/>
                  </a:lnTo>
                  <a:lnTo>
                    <a:pt x="16411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28" y="4905"/>
                  </a:lnTo>
                  <a:lnTo>
                    <a:pt x="19076" y="4325"/>
                  </a:lnTo>
                  <a:lnTo>
                    <a:pt x="19307" y="3708"/>
                  </a:lnTo>
                  <a:lnTo>
                    <a:pt x="19114" y="3669"/>
                  </a:lnTo>
                  <a:lnTo>
                    <a:pt x="18767" y="4171"/>
                  </a:lnTo>
                  <a:lnTo>
                    <a:pt x="18381" y="4673"/>
                  </a:lnTo>
                  <a:lnTo>
                    <a:pt x="17995" y="5136"/>
                  </a:lnTo>
                  <a:lnTo>
                    <a:pt x="17608" y="5561"/>
                  </a:lnTo>
                  <a:lnTo>
                    <a:pt x="17145" y="5986"/>
                  </a:lnTo>
                  <a:lnTo>
                    <a:pt x="16720" y="6372"/>
                  </a:lnTo>
                  <a:lnTo>
                    <a:pt x="16218" y="6720"/>
                  </a:lnTo>
                  <a:lnTo>
                    <a:pt x="15716" y="7028"/>
                  </a:lnTo>
                  <a:lnTo>
                    <a:pt x="15214" y="7337"/>
                  </a:lnTo>
                  <a:lnTo>
                    <a:pt x="14674" y="7608"/>
                  </a:lnTo>
                  <a:lnTo>
                    <a:pt x="14133" y="7839"/>
                  </a:lnTo>
                  <a:lnTo>
                    <a:pt x="13554" y="8032"/>
                  </a:lnTo>
                  <a:lnTo>
                    <a:pt x="12975" y="8225"/>
                  </a:lnTo>
                  <a:lnTo>
                    <a:pt x="12395" y="8380"/>
                  </a:lnTo>
                  <a:lnTo>
                    <a:pt x="11816" y="8496"/>
                  </a:lnTo>
                  <a:lnTo>
                    <a:pt x="11198" y="8573"/>
                  </a:lnTo>
                  <a:lnTo>
                    <a:pt x="10503" y="8612"/>
                  </a:lnTo>
                  <a:lnTo>
                    <a:pt x="9808" y="8650"/>
                  </a:lnTo>
                  <a:lnTo>
                    <a:pt x="9075" y="8612"/>
                  </a:lnTo>
                  <a:lnTo>
                    <a:pt x="8379" y="8573"/>
                  </a:lnTo>
                  <a:lnTo>
                    <a:pt x="7684" y="8457"/>
                  </a:lnTo>
                  <a:lnTo>
                    <a:pt x="6989" y="8303"/>
                  </a:lnTo>
                  <a:lnTo>
                    <a:pt x="6294" y="8110"/>
                  </a:lnTo>
                  <a:lnTo>
                    <a:pt x="5638" y="7878"/>
                  </a:lnTo>
                  <a:lnTo>
                    <a:pt x="4981" y="7608"/>
                  </a:lnTo>
                  <a:lnTo>
                    <a:pt x="4364" y="7299"/>
                  </a:lnTo>
                  <a:lnTo>
                    <a:pt x="3784" y="6951"/>
                  </a:lnTo>
                  <a:lnTo>
                    <a:pt x="3205" y="6526"/>
                  </a:lnTo>
                  <a:lnTo>
                    <a:pt x="2664" y="6063"/>
                  </a:lnTo>
                  <a:lnTo>
                    <a:pt x="2201" y="5561"/>
                  </a:lnTo>
                  <a:lnTo>
                    <a:pt x="1738" y="5020"/>
                  </a:lnTo>
                  <a:lnTo>
                    <a:pt x="1352" y="4403"/>
                  </a:lnTo>
                  <a:lnTo>
                    <a:pt x="1081" y="3901"/>
                  </a:lnTo>
                  <a:lnTo>
                    <a:pt x="850" y="3399"/>
                  </a:lnTo>
                  <a:lnTo>
                    <a:pt x="656" y="2858"/>
                  </a:lnTo>
                  <a:lnTo>
                    <a:pt x="502" y="2317"/>
                  </a:lnTo>
                  <a:lnTo>
                    <a:pt x="425" y="1777"/>
                  </a:lnTo>
                  <a:lnTo>
                    <a:pt x="348" y="1198"/>
                  </a:lnTo>
                  <a:lnTo>
                    <a:pt x="386" y="618"/>
                  </a:lnTo>
                  <a:lnTo>
                    <a:pt x="425" y="78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6"/>
            <p:cNvSpPr/>
            <p:nvPr/>
          </p:nvSpPr>
          <p:spPr>
            <a:xfrm>
              <a:off x="238125" y="3026900"/>
              <a:ext cx="84975" cy="55050"/>
            </a:xfrm>
            <a:custGeom>
              <a:avLst/>
              <a:gdLst/>
              <a:ahLst/>
              <a:cxnLst/>
              <a:rect l="l" t="t" r="r" b="b"/>
              <a:pathLst>
                <a:path w="3399" h="2202" extrusionOk="0">
                  <a:moveTo>
                    <a:pt x="1506" y="425"/>
                  </a:moveTo>
                  <a:lnTo>
                    <a:pt x="1738" y="502"/>
                  </a:lnTo>
                  <a:lnTo>
                    <a:pt x="1931" y="580"/>
                  </a:lnTo>
                  <a:lnTo>
                    <a:pt x="2124" y="657"/>
                  </a:lnTo>
                  <a:lnTo>
                    <a:pt x="2433" y="927"/>
                  </a:lnTo>
                  <a:lnTo>
                    <a:pt x="2742" y="1236"/>
                  </a:lnTo>
                  <a:lnTo>
                    <a:pt x="2973" y="1545"/>
                  </a:lnTo>
                  <a:lnTo>
                    <a:pt x="2549" y="1545"/>
                  </a:lnTo>
                  <a:lnTo>
                    <a:pt x="2085" y="1584"/>
                  </a:lnTo>
                  <a:lnTo>
                    <a:pt x="1699" y="1699"/>
                  </a:lnTo>
                  <a:lnTo>
                    <a:pt x="1467" y="1777"/>
                  </a:lnTo>
                  <a:lnTo>
                    <a:pt x="965" y="1777"/>
                  </a:lnTo>
                  <a:lnTo>
                    <a:pt x="772" y="1738"/>
                  </a:lnTo>
                  <a:lnTo>
                    <a:pt x="579" y="1622"/>
                  </a:lnTo>
                  <a:lnTo>
                    <a:pt x="502" y="1545"/>
                  </a:lnTo>
                  <a:lnTo>
                    <a:pt x="463" y="1429"/>
                  </a:lnTo>
                  <a:lnTo>
                    <a:pt x="386" y="1313"/>
                  </a:lnTo>
                  <a:lnTo>
                    <a:pt x="386" y="1159"/>
                  </a:lnTo>
                  <a:lnTo>
                    <a:pt x="386" y="1043"/>
                  </a:lnTo>
                  <a:lnTo>
                    <a:pt x="425" y="927"/>
                  </a:lnTo>
                  <a:lnTo>
                    <a:pt x="463" y="811"/>
                  </a:lnTo>
                  <a:lnTo>
                    <a:pt x="541" y="734"/>
                  </a:lnTo>
                  <a:lnTo>
                    <a:pt x="734" y="580"/>
                  </a:lnTo>
                  <a:lnTo>
                    <a:pt x="1004" y="502"/>
                  </a:lnTo>
                  <a:lnTo>
                    <a:pt x="1236" y="425"/>
                  </a:lnTo>
                  <a:close/>
                  <a:moveTo>
                    <a:pt x="1004" y="0"/>
                  </a:moveTo>
                  <a:lnTo>
                    <a:pt x="772" y="78"/>
                  </a:lnTo>
                  <a:lnTo>
                    <a:pt x="541" y="193"/>
                  </a:lnTo>
                  <a:lnTo>
                    <a:pt x="386" y="309"/>
                  </a:lnTo>
                  <a:lnTo>
                    <a:pt x="193" y="502"/>
                  </a:lnTo>
                  <a:lnTo>
                    <a:pt x="77" y="734"/>
                  </a:lnTo>
                  <a:lnTo>
                    <a:pt x="0" y="927"/>
                  </a:lnTo>
                  <a:lnTo>
                    <a:pt x="0" y="1159"/>
                  </a:lnTo>
                  <a:lnTo>
                    <a:pt x="0" y="1391"/>
                  </a:lnTo>
                  <a:lnTo>
                    <a:pt x="77" y="1584"/>
                  </a:lnTo>
                  <a:lnTo>
                    <a:pt x="154" y="1777"/>
                  </a:lnTo>
                  <a:lnTo>
                    <a:pt x="309" y="1931"/>
                  </a:lnTo>
                  <a:lnTo>
                    <a:pt x="463" y="2047"/>
                  </a:lnTo>
                  <a:lnTo>
                    <a:pt x="695" y="2163"/>
                  </a:lnTo>
                  <a:lnTo>
                    <a:pt x="1004" y="2201"/>
                  </a:lnTo>
                  <a:lnTo>
                    <a:pt x="1274" y="2201"/>
                  </a:lnTo>
                  <a:lnTo>
                    <a:pt x="1583" y="2163"/>
                  </a:lnTo>
                  <a:lnTo>
                    <a:pt x="1892" y="2086"/>
                  </a:lnTo>
                  <a:lnTo>
                    <a:pt x="2201" y="2008"/>
                  </a:lnTo>
                  <a:lnTo>
                    <a:pt x="2510" y="1931"/>
                  </a:lnTo>
                  <a:lnTo>
                    <a:pt x="2819" y="1931"/>
                  </a:lnTo>
                  <a:lnTo>
                    <a:pt x="3089" y="2008"/>
                  </a:lnTo>
                  <a:lnTo>
                    <a:pt x="3205" y="2008"/>
                  </a:lnTo>
                  <a:lnTo>
                    <a:pt x="3282" y="1970"/>
                  </a:lnTo>
                  <a:lnTo>
                    <a:pt x="3359" y="1893"/>
                  </a:lnTo>
                  <a:lnTo>
                    <a:pt x="3359" y="1815"/>
                  </a:lnTo>
                  <a:lnTo>
                    <a:pt x="3398" y="1777"/>
                  </a:lnTo>
                  <a:lnTo>
                    <a:pt x="3398" y="1699"/>
                  </a:lnTo>
                  <a:lnTo>
                    <a:pt x="3089" y="1159"/>
                  </a:lnTo>
                  <a:lnTo>
                    <a:pt x="2935" y="927"/>
                  </a:lnTo>
                  <a:lnTo>
                    <a:pt x="2742" y="695"/>
                  </a:lnTo>
                  <a:lnTo>
                    <a:pt x="2510" y="464"/>
                  </a:lnTo>
                  <a:lnTo>
                    <a:pt x="2278" y="309"/>
                  </a:lnTo>
                  <a:lnTo>
                    <a:pt x="2008" y="155"/>
                  </a:lnTo>
                  <a:lnTo>
                    <a:pt x="1738" y="3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6"/>
            <p:cNvSpPr/>
            <p:nvPr/>
          </p:nvSpPr>
          <p:spPr>
            <a:xfrm>
              <a:off x="3429625" y="3033650"/>
              <a:ext cx="35750" cy="29950"/>
            </a:xfrm>
            <a:custGeom>
              <a:avLst/>
              <a:gdLst/>
              <a:ahLst/>
              <a:cxnLst/>
              <a:rect l="l" t="t" r="r" b="b"/>
              <a:pathLst>
                <a:path w="1430" h="1198" extrusionOk="0">
                  <a:moveTo>
                    <a:pt x="657" y="1"/>
                  </a:moveTo>
                  <a:lnTo>
                    <a:pt x="464" y="39"/>
                  </a:ln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1" y="580"/>
                  </a:lnTo>
                  <a:lnTo>
                    <a:pt x="1" y="773"/>
                  </a:lnTo>
                  <a:lnTo>
                    <a:pt x="39" y="927"/>
                  </a:lnTo>
                  <a:lnTo>
                    <a:pt x="117" y="1121"/>
                  </a:lnTo>
                  <a:lnTo>
                    <a:pt x="155" y="1159"/>
                  </a:lnTo>
                  <a:lnTo>
                    <a:pt x="232" y="1198"/>
                  </a:lnTo>
                  <a:lnTo>
                    <a:pt x="348" y="1159"/>
                  </a:lnTo>
                  <a:lnTo>
                    <a:pt x="387" y="1082"/>
                  </a:lnTo>
                  <a:lnTo>
                    <a:pt x="426" y="1005"/>
                  </a:lnTo>
                  <a:lnTo>
                    <a:pt x="387" y="966"/>
                  </a:lnTo>
                  <a:lnTo>
                    <a:pt x="348" y="850"/>
                  </a:lnTo>
                  <a:lnTo>
                    <a:pt x="348" y="773"/>
                  </a:lnTo>
                  <a:lnTo>
                    <a:pt x="387" y="580"/>
                  </a:lnTo>
                  <a:lnTo>
                    <a:pt x="503" y="464"/>
                  </a:lnTo>
                  <a:lnTo>
                    <a:pt x="580" y="425"/>
                  </a:lnTo>
                  <a:lnTo>
                    <a:pt x="696" y="387"/>
                  </a:lnTo>
                  <a:lnTo>
                    <a:pt x="773" y="425"/>
                  </a:lnTo>
                  <a:lnTo>
                    <a:pt x="850" y="464"/>
                  </a:lnTo>
                  <a:lnTo>
                    <a:pt x="966" y="580"/>
                  </a:lnTo>
                  <a:lnTo>
                    <a:pt x="1005" y="696"/>
                  </a:lnTo>
                  <a:lnTo>
                    <a:pt x="1005" y="773"/>
                  </a:lnTo>
                  <a:lnTo>
                    <a:pt x="966" y="966"/>
                  </a:lnTo>
                  <a:lnTo>
                    <a:pt x="928" y="1043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43" y="1159"/>
                  </a:lnTo>
                  <a:lnTo>
                    <a:pt x="1236" y="1159"/>
                  </a:lnTo>
                  <a:lnTo>
                    <a:pt x="1314" y="1082"/>
                  </a:lnTo>
                  <a:lnTo>
                    <a:pt x="1391" y="927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87"/>
                  </a:lnTo>
                  <a:lnTo>
                    <a:pt x="1159" y="232"/>
                  </a:lnTo>
                  <a:lnTo>
                    <a:pt x="1005" y="117"/>
                  </a:lnTo>
                  <a:lnTo>
                    <a:pt x="850" y="39"/>
                  </a:lnTo>
                  <a:lnTo>
                    <a:pt x="65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6"/>
            <p:cNvSpPr/>
            <p:nvPr/>
          </p:nvSpPr>
          <p:spPr>
            <a:xfrm>
              <a:off x="3375575" y="3037525"/>
              <a:ext cx="34775" cy="29950"/>
            </a:xfrm>
            <a:custGeom>
              <a:avLst/>
              <a:gdLst/>
              <a:ahLst/>
              <a:cxnLst/>
              <a:rect l="l" t="t" r="r" b="b"/>
              <a:pathLst>
                <a:path w="1391" h="1198" extrusionOk="0">
                  <a:moveTo>
                    <a:pt x="657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0"/>
                  </a:lnTo>
                  <a:lnTo>
                    <a:pt x="39" y="425"/>
                  </a:lnTo>
                  <a:lnTo>
                    <a:pt x="0" y="618"/>
                  </a:lnTo>
                  <a:lnTo>
                    <a:pt x="39" y="811"/>
                  </a:lnTo>
                  <a:lnTo>
                    <a:pt x="116" y="1004"/>
                  </a:lnTo>
                  <a:lnTo>
                    <a:pt x="232" y="1120"/>
                  </a:lnTo>
                  <a:lnTo>
                    <a:pt x="425" y="1197"/>
                  </a:lnTo>
                  <a:lnTo>
                    <a:pt x="502" y="1197"/>
                  </a:lnTo>
                  <a:lnTo>
                    <a:pt x="541" y="1159"/>
                  </a:lnTo>
                  <a:lnTo>
                    <a:pt x="541" y="1081"/>
                  </a:lnTo>
                  <a:lnTo>
                    <a:pt x="502" y="1004"/>
                  </a:lnTo>
                  <a:lnTo>
                    <a:pt x="425" y="927"/>
                  </a:lnTo>
                  <a:lnTo>
                    <a:pt x="386" y="850"/>
                  </a:lnTo>
                  <a:lnTo>
                    <a:pt x="386" y="734"/>
                  </a:lnTo>
                  <a:lnTo>
                    <a:pt x="386" y="618"/>
                  </a:lnTo>
                  <a:lnTo>
                    <a:pt x="425" y="541"/>
                  </a:lnTo>
                  <a:lnTo>
                    <a:pt x="464" y="464"/>
                  </a:lnTo>
                  <a:lnTo>
                    <a:pt x="580" y="425"/>
                  </a:lnTo>
                  <a:lnTo>
                    <a:pt x="695" y="386"/>
                  </a:lnTo>
                  <a:lnTo>
                    <a:pt x="811" y="425"/>
                  </a:lnTo>
                  <a:lnTo>
                    <a:pt x="888" y="464"/>
                  </a:lnTo>
                  <a:lnTo>
                    <a:pt x="927" y="579"/>
                  </a:lnTo>
                  <a:lnTo>
                    <a:pt x="966" y="657"/>
                  </a:lnTo>
                  <a:lnTo>
                    <a:pt x="1043" y="888"/>
                  </a:lnTo>
                  <a:lnTo>
                    <a:pt x="1082" y="966"/>
                  </a:lnTo>
                  <a:lnTo>
                    <a:pt x="1120" y="1081"/>
                  </a:lnTo>
                  <a:lnTo>
                    <a:pt x="1159" y="1120"/>
                  </a:lnTo>
                  <a:lnTo>
                    <a:pt x="1236" y="1120"/>
                  </a:lnTo>
                  <a:lnTo>
                    <a:pt x="1313" y="1043"/>
                  </a:lnTo>
                  <a:lnTo>
                    <a:pt x="1352" y="966"/>
                  </a:lnTo>
                  <a:lnTo>
                    <a:pt x="1390" y="850"/>
                  </a:lnTo>
                  <a:lnTo>
                    <a:pt x="1352" y="618"/>
                  </a:lnTo>
                  <a:lnTo>
                    <a:pt x="1313" y="425"/>
                  </a:lnTo>
                  <a:lnTo>
                    <a:pt x="1197" y="232"/>
                  </a:lnTo>
                  <a:lnTo>
                    <a:pt x="1043" y="116"/>
                  </a:lnTo>
                  <a:lnTo>
                    <a:pt x="850" y="3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6"/>
            <p:cNvSpPr/>
            <p:nvPr/>
          </p:nvSpPr>
          <p:spPr>
            <a:xfrm>
              <a:off x="333675" y="3041375"/>
              <a:ext cx="49275" cy="56025"/>
            </a:xfrm>
            <a:custGeom>
              <a:avLst/>
              <a:gdLst/>
              <a:ahLst/>
              <a:cxnLst/>
              <a:rect l="l" t="t" r="r" b="b"/>
              <a:pathLst>
                <a:path w="1971" h="2241" extrusionOk="0">
                  <a:moveTo>
                    <a:pt x="1237" y="425"/>
                  </a:moveTo>
                  <a:lnTo>
                    <a:pt x="1391" y="464"/>
                  </a:lnTo>
                  <a:lnTo>
                    <a:pt x="1507" y="580"/>
                  </a:lnTo>
                  <a:lnTo>
                    <a:pt x="1545" y="657"/>
                  </a:lnTo>
                  <a:lnTo>
                    <a:pt x="1545" y="734"/>
                  </a:lnTo>
                  <a:lnTo>
                    <a:pt x="1507" y="812"/>
                  </a:lnTo>
                  <a:lnTo>
                    <a:pt x="1468" y="889"/>
                  </a:lnTo>
                  <a:lnTo>
                    <a:pt x="1275" y="1082"/>
                  </a:lnTo>
                  <a:lnTo>
                    <a:pt x="1005" y="1314"/>
                  </a:lnTo>
                  <a:lnTo>
                    <a:pt x="773" y="1507"/>
                  </a:lnTo>
                  <a:lnTo>
                    <a:pt x="657" y="1661"/>
                  </a:lnTo>
                  <a:lnTo>
                    <a:pt x="619" y="1777"/>
                  </a:lnTo>
                  <a:lnTo>
                    <a:pt x="503" y="1661"/>
                  </a:lnTo>
                  <a:lnTo>
                    <a:pt x="464" y="1545"/>
                  </a:lnTo>
                  <a:lnTo>
                    <a:pt x="387" y="1391"/>
                  </a:lnTo>
                  <a:lnTo>
                    <a:pt x="387" y="1236"/>
                  </a:lnTo>
                  <a:lnTo>
                    <a:pt x="387" y="1082"/>
                  </a:lnTo>
                  <a:lnTo>
                    <a:pt x="426" y="966"/>
                  </a:lnTo>
                  <a:lnTo>
                    <a:pt x="464" y="812"/>
                  </a:lnTo>
                  <a:lnTo>
                    <a:pt x="580" y="696"/>
                  </a:lnTo>
                  <a:lnTo>
                    <a:pt x="696" y="580"/>
                  </a:lnTo>
                  <a:lnTo>
                    <a:pt x="850" y="464"/>
                  </a:lnTo>
                  <a:lnTo>
                    <a:pt x="1043" y="425"/>
                  </a:lnTo>
                  <a:close/>
                  <a:moveTo>
                    <a:pt x="1121" y="1"/>
                  </a:moveTo>
                  <a:lnTo>
                    <a:pt x="928" y="39"/>
                  </a:lnTo>
                  <a:lnTo>
                    <a:pt x="735" y="116"/>
                  </a:lnTo>
                  <a:lnTo>
                    <a:pt x="541" y="232"/>
                  </a:lnTo>
                  <a:lnTo>
                    <a:pt x="348" y="348"/>
                  </a:lnTo>
                  <a:lnTo>
                    <a:pt x="233" y="503"/>
                  </a:lnTo>
                  <a:lnTo>
                    <a:pt x="117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68"/>
                  </a:lnTo>
                  <a:lnTo>
                    <a:pt x="117" y="1622"/>
                  </a:lnTo>
                  <a:lnTo>
                    <a:pt x="233" y="1816"/>
                  </a:lnTo>
                  <a:lnTo>
                    <a:pt x="348" y="1931"/>
                  </a:lnTo>
                  <a:lnTo>
                    <a:pt x="503" y="2086"/>
                  </a:lnTo>
                  <a:lnTo>
                    <a:pt x="657" y="2163"/>
                  </a:lnTo>
                  <a:lnTo>
                    <a:pt x="735" y="2240"/>
                  </a:lnTo>
                  <a:lnTo>
                    <a:pt x="850" y="2240"/>
                  </a:lnTo>
                  <a:lnTo>
                    <a:pt x="928" y="2202"/>
                  </a:lnTo>
                  <a:lnTo>
                    <a:pt x="966" y="2086"/>
                  </a:lnTo>
                  <a:lnTo>
                    <a:pt x="1005" y="1931"/>
                  </a:lnTo>
                  <a:lnTo>
                    <a:pt x="1082" y="1777"/>
                  </a:lnTo>
                  <a:lnTo>
                    <a:pt x="1198" y="1661"/>
                  </a:lnTo>
                  <a:lnTo>
                    <a:pt x="1314" y="1507"/>
                  </a:lnTo>
                  <a:lnTo>
                    <a:pt x="1623" y="1314"/>
                  </a:lnTo>
                  <a:lnTo>
                    <a:pt x="1739" y="1198"/>
                  </a:lnTo>
                  <a:lnTo>
                    <a:pt x="1854" y="1043"/>
                  </a:lnTo>
                  <a:lnTo>
                    <a:pt x="1932" y="889"/>
                  </a:lnTo>
                  <a:lnTo>
                    <a:pt x="1970" y="696"/>
                  </a:lnTo>
                  <a:lnTo>
                    <a:pt x="1932" y="541"/>
                  </a:lnTo>
                  <a:lnTo>
                    <a:pt x="1893" y="387"/>
                  </a:lnTo>
                  <a:lnTo>
                    <a:pt x="1777" y="271"/>
                  </a:lnTo>
                  <a:lnTo>
                    <a:pt x="1661" y="155"/>
                  </a:lnTo>
                  <a:lnTo>
                    <a:pt x="1507" y="78"/>
                  </a:lnTo>
                  <a:lnTo>
                    <a:pt x="1352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6"/>
            <p:cNvSpPr/>
            <p:nvPr/>
          </p:nvSpPr>
          <p:spPr>
            <a:xfrm>
              <a:off x="312450" y="3078050"/>
              <a:ext cx="440225" cy="234625"/>
            </a:xfrm>
            <a:custGeom>
              <a:avLst/>
              <a:gdLst/>
              <a:ahLst/>
              <a:cxnLst/>
              <a:rect l="l" t="t" r="r" b="b"/>
              <a:pathLst>
                <a:path w="17609" h="9385" extrusionOk="0">
                  <a:moveTo>
                    <a:pt x="6256" y="1"/>
                  </a:moveTo>
                  <a:lnTo>
                    <a:pt x="5638" y="40"/>
                  </a:lnTo>
                  <a:lnTo>
                    <a:pt x="5059" y="155"/>
                  </a:lnTo>
                  <a:lnTo>
                    <a:pt x="4480" y="271"/>
                  </a:lnTo>
                  <a:lnTo>
                    <a:pt x="3939" y="503"/>
                  </a:lnTo>
                  <a:lnTo>
                    <a:pt x="3398" y="735"/>
                  </a:lnTo>
                  <a:lnTo>
                    <a:pt x="2896" y="1044"/>
                  </a:lnTo>
                  <a:lnTo>
                    <a:pt x="2433" y="1391"/>
                  </a:lnTo>
                  <a:lnTo>
                    <a:pt x="1970" y="1777"/>
                  </a:lnTo>
                  <a:lnTo>
                    <a:pt x="1584" y="2202"/>
                  </a:lnTo>
                  <a:lnTo>
                    <a:pt x="1197" y="2665"/>
                  </a:lnTo>
                  <a:lnTo>
                    <a:pt x="888" y="3206"/>
                  </a:lnTo>
                  <a:lnTo>
                    <a:pt x="618" y="3747"/>
                  </a:lnTo>
                  <a:lnTo>
                    <a:pt x="386" y="4287"/>
                  </a:lnTo>
                  <a:lnTo>
                    <a:pt x="193" y="4905"/>
                  </a:lnTo>
                  <a:lnTo>
                    <a:pt x="78" y="5484"/>
                  </a:lnTo>
                  <a:lnTo>
                    <a:pt x="0" y="6102"/>
                  </a:lnTo>
                  <a:lnTo>
                    <a:pt x="0" y="6681"/>
                  </a:lnTo>
                  <a:lnTo>
                    <a:pt x="39" y="7261"/>
                  </a:lnTo>
                  <a:lnTo>
                    <a:pt x="155" y="7801"/>
                  </a:lnTo>
                  <a:lnTo>
                    <a:pt x="309" y="8342"/>
                  </a:lnTo>
                  <a:lnTo>
                    <a:pt x="502" y="8882"/>
                  </a:lnTo>
                  <a:lnTo>
                    <a:pt x="734" y="9384"/>
                  </a:lnTo>
                  <a:lnTo>
                    <a:pt x="1043" y="9230"/>
                  </a:lnTo>
                  <a:lnTo>
                    <a:pt x="888" y="8844"/>
                  </a:lnTo>
                  <a:lnTo>
                    <a:pt x="734" y="8458"/>
                  </a:lnTo>
                  <a:lnTo>
                    <a:pt x="541" y="7801"/>
                  </a:lnTo>
                  <a:lnTo>
                    <a:pt x="425" y="7183"/>
                  </a:lnTo>
                  <a:lnTo>
                    <a:pt x="425" y="6527"/>
                  </a:lnTo>
                  <a:lnTo>
                    <a:pt x="425" y="5870"/>
                  </a:lnTo>
                  <a:lnTo>
                    <a:pt x="541" y="5253"/>
                  </a:lnTo>
                  <a:lnTo>
                    <a:pt x="695" y="4596"/>
                  </a:lnTo>
                  <a:lnTo>
                    <a:pt x="927" y="3978"/>
                  </a:lnTo>
                  <a:lnTo>
                    <a:pt x="1236" y="3399"/>
                  </a:lnTo>
                  <a:lnTo>
                    <a:pt x="1584" y="2858"/>
                  </a:lnTo>
                  <a:lnTo>
                    <a:pt x="2008" y="2318"/>
                  </a:lnTo>
                  <a:lnTo>
                    <a:pt x="2472" y="1854"/>
                  </a:lnTo>
                  <a:lnTo>
                    <a:pt x="2974" y="1468"/>
                  </a:lnTo>
                  <a:lnTo>
                    <a:pt x="3553" y="1121"/>
                  </a:lnTo>
                  <a:lnTo>
                    <a:pt x="4132" y="851"/>
                  </a:lnTo>
                  <a:lnTo>
                    <a:pt x="4750" y="657"/>
                  </a:lnTo>
                  <a:lnTo>
                    <a:pt x="5406" y="503"/>
                  </a:lnTo>
                  <a:lnTo>
                    <a:pt x="5793" y="464"/>
                  </a:lnTo>
                  <a:lnTo>
                    <a:pt x="6912" y="464"/>
                  </a:lnTo>
                  <a:lnTo>
                    <a:pt x="7607" y="580"/>
                  </a:lnTo>
                  <a:lnTo>
                    <a:pt x="8264" y="773"/>
                  </a:lnTo>
                  <a:lnTo>
                    <a:pt x="8920" y="1044"/>
                  </a:lnTo>
                  <a:lnTo>
                    <a:pt x="9538" y="1352"/>
                  </a:lnTo>
                  <a:lnTo>
                    <a:pt x="10195" y="1739"/>
                  </a:lnTo>
                  <a:lnTo>
                    <a:pt x="10813" y="2125"/>
                  </a:lnTo>
                  <a:lnTo>
                    <a:pt x="11315" y="2472"/>
                  </a:lnTo>
                  <a:lnTo>
                    <a:pt x="11894" y="2781"/>
                  </a:lnTo>
                  <a:lnTo>
                    <a:pt x="12434" y="3090"/>
                  </a:lnTo>
                  <a:lnTo>
                    <a:pt x="13052" y="3360"/>
                  </a:lnTo>
                  <a:lnTo>
                    <a:pt x="13631" y="3554"/>
                  </a:lnTo>
                  <a:lnTo>
                    <a:pt x="14249" y="3708"/>
                  </a:lnTo>
                  <a:lnTo>
                    <a:pt x="14867" y="3708"/>
                  </a:lnTo>
                  <a:lnTo>
                    <a:pt x="15215" y="3669"/>
                  </a:lnTo>
                  <a:lnTo>
                    <a:pt x="15524" y="3631"/>
                  </a:lnTo>
                  <a:lnTo>
                    <a:pt x="15987" y="3476"/>
                  </a:lnTo>
                  <a:lnTo>
                    <a:pt x="16412" y="3245"/>
                  </a:lnTo>
                  <a:lnTo>
                    <a:pt x="16798" y="2936"/>
                  </a:lnTo>
                  <a:lnTo>
                    <a:pt x="17107" y="2588"/>
                  </a:lnTo>
                  <a:lnTo>
                    <a:pt x="17377" y="2202"/>
                  </a:lnTo>
                  <a:lnTo>
                    <a:pt x="17454" y="1970"/>
                  </a:lnTo>
                  <a:lnTo>
                    <a:pt x="17531" y="1739"/>
                  </a:lnTo>
                  <a:lnTo>
                    <a:pt x="17609" y="1507"/>
                  </a:lnTo>
                  <a:lnTo>
                    <a:pt x="17609" y="1275"/>
                  </a:lnTo>
                  <a:lnTo>
                    <a:pt x="17609" y="1044"/>
                  </a:lnTo>
                  <a:lnTo>
                    <a:pt x="17570" y="773"/>
                  </a:lnTo>
                  <a:lnTo>
                    <a:pt x="17531" y="696"/>
                  </a:lnTo>
                  <a:lnTo>
                    <a:pt x="17493" y="657"/>
                  </a:lnTo>
                  <a:lnTo>
                    <a:pt x="17454" y="580"/>
                  </a:lnTo>
                  <a:lnTo>
                    <a:pt x="17416" y="542"/>
                  </a:lnTo>
                  <a:lnTo>
                    <a:pt x="17145" y="773"/>
                  </a:lnTo>
                  <a:lnTo>
                    <a:pt x="17145" y="851"/>
                  </a:lnTo>
                  <a:lnTo>
                    <a:pt x="17184" y="1198"/>
                  </a:lnTo>
                  <a:lnTo>
                    <a:pt x="17145" y="1584"/>
                  </a:lnTo>
                  <a:lnTo>
                    <a:pt x="17030" y="1893"/>
                  </a:lnTo>
                  <a:lnTo>
                    <a:pt x="16836" y="2241"/>
                  </a:lnTo>
                  <a:lnTo>
                    <a:pt x="16605" y="2511"/>
                  </a:lnTo>
                  <a:lnTo>
                    <a:pt x="16334" y="2743"/>
                  </a:lnTo>
                  <a:lnTo>
                    <a:pt x="16026" y="2936"/>
                  </a:lnTo>
                  <a:lnTo>
                    <a:pt x="15678" y="3090"/>
                  </a:lnTo>
                  <a:lnTo>
                    <a:pt x="15292" y="3206"/>
                  </a:lnTo>
                  <a:lnTo>
                    <a:pt x="14906" y="3245"/>
                  </a:lnTo>
                  <a:lnTo>
                    <a:pt x="14520" y="3245"/>
                  </a:lnTo>
                  <a:lnTo>
                    <a:pt x="14133" y="3206"/>
                  </a:lnTo>
                  <a:lnTo>
                    <a:pt x="13747" y="3129"/>
                  </a:lnTo>
                  <a:lnTo>
                    <a:pt x="13361" y="3013"/>
                  </a:lnTo>
                  <a:lnTo>
                    <a:pt x="12975" y="2858"/>
                  </a:lnTo>
                  <a:lnTo>
                    <a:pt x="12627" y="2704"/>
                  </a:lnTo>
                  <a:lnTo>
                    <a:pt x="12010" y="2356"/>
                  </a:lnTo>
                  <a:lnTo>
                    <a:pt x="11353" y="1970"/>
                  </a:lnTo>
                  <a:lnTo>
                    <a:pt x="10156" y="1198"/>
                  </a:lnTo>
                  <a:lnTo>
                    <a:pt x="9538" y="851"/>
                  </a:lnTo>
                  <a:lnTo>
                    <a:pt x="8882" y="542"/>
                  </a:lnTo>
                  <a:lnTo>
                    <a:pt x="8225" y="271"/>
                  </a:lnTo>
                  <a:lnTo>
                    <a:pt x="7878" y="155"/>
                  </a:lnTo>
                  <a:lnTo>
                    <a:pt x="7492" y="78"/>
                  </a:lnTo>
                  <a:lnTo>
                    <a:pt x="687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6"/>
            <p:cNvSpPr/>
            <p:nvPr/>
          </p:nvSpPr>
          <p:spPr>
            <a:xfrm>
              <a:off x="330800" y="3096400"/>
              <a:ext cx="446975" cy="310875"/>
            </a:xfrm>
            <a:custGeom>
              <a:avLst/>
              <a:gdLst/>
              <a:ahLst/>
              <a:cxnLst/>
              <a:rect l="l" t="t" r="r" b="b"/>
              <a:pathLst>
                <a:path w="17879" h="12435" extrusionOk="0">
                  <a:moveTo>
                    <a:pt x="17608" y="1"/>
                  </a:moveTo>
                  <a:lnTo>
                    <a:pt x="17415" y="117"/>
                  </a:lnTo>
                  <a:lnTo>
                    <a:pt x="17454" y="734"/>
                  </a:lnTo>
                  <a:lnTo>
                    <a:pt x="17454" y="1352"/>
                  </a:lnTo>
                  <a:lnTo>
                    <a:pt x="17415" y="1931"/>
                  </a:lnTo>
                  <a:lnTo>
                    <a:pt x="17338" y="2549"/>
                  </a:lnTo>
                  <a:lnTo>
                    <a:pt x="17261" y="3128"/>
                  </a:lnTo>
                  <a:lnTo>
                    <a:pt x="17106" y="3708"/>
                  </a:lnTo>
                  <a:lnTo>
                    <a:pt x="16952" y="4287"/>
                  </a:lnTo>
                  <a:lnTo>
                    <a:pt x="16720" y="4828"/>
                  </a:lnTo>
                  <a:lnTo>
                    <a:pt x="16489" y="5368"/>
                  </a:lnTo>
                  <a:lnTo>
                    <a:pt x="16257" y="5909"/>
                  </a:lnTo>
                  <a:lnTo>
                    <a:pt x="15948" y="6449"/>
                  </a:lnTo>
                  <a:lnTo>
                    <a:pt x="15600" y="6951"/>
                  </a:lnTo>
                  <a:lnTo>
                    <a:pt x="15253" y="7415"/>
                  </a:lnTo>
                  <a:lnTo>
                    <a:pt x="14867" y="7917"/>
                  </a:lnTo>
                  <a:lnTo>
                    <a:pt x="14481" y="8341"/>
                  </a:lnTo>
                  <a:lnTo>
                    <a:pt x="14017" y="8805"/>
                  </a:lnTo>
                  <a:lnTo>
                    <a:pt x="13515" y="9268"/>
                  </a:lnTo>
                  <a:lnTo>
                    <a:pt x="12975" y="9693"/>
                  </a:lnTo>
                  <a:lnTo>
                    <a:pt x="12395" y="10118"/>
                  </a:lnTo>
                  <a:lnTo>
                    <a:pt x="11778" y="10465"/>
                  </a:lnTo>
                  <a:lnTo>
                    <a:pt x="11160" y="10813"/>
                  </a:lnTo>
                  <a:lnTo>
                    <a:pt x="10503" y="11122"/>
                  </a:lnTo>
                  <a:lnTo>
                    <a:pt x="9847" y="11392"/>
                  </a:lnTo>
                  <a:lnTo>
                    <a:pt x="9190" y="11585"/>
                  </a:lnTo>
                  <a:lnTo>
                    <a:pt x="8495" y="11778"/>
                  </a:lnTo>
                  <a:lnTo>
                    <a:pt x="7839" y="11894"/>
                  </a:lnTo>
                  <a:lnTo>
                    <a:pt x="7144" y="11971"/>
                  </a:lnTo>
                  <a:lnTo>
                    <a:pt x="6449" y="11971"/>
                  </a:lnTo>
                  <a:lnTo>
                    <a:pt x="5754" y="11933"/>
                  </a:lnTo>
                  <a:lnTo>
                    <a:pt x="5059" y="11817"/>
                  </a:lnTo>
                  <a:lnTo>
                    <a:pt x="4364" y="11624"/>
                  </a:lnTo>
                  <a:lnTo>
                    <a:pt x="3668" y="11392"/>
                  </a:lnTo>
                  <a:lnTo>
                    <a:pt x="3166" y="11160"/>
                  </a:lnTo>
                  <a:lnTo>
                    <a:pt x="2664" y="10890"/>
                  </a:lnTo>
                  <a:lnTo>
                    <a:pt x="2201" y="10581"/>
                  </a:lnTo>
                  <a:lnTo>
                    <a:pt x="1738" y="10234"/>
                  </a:lnTo>
                  <a:lnTo>
                    <a:pt x="1352" y="9847"/>
                  </a:lnTo>
                  <a:lnTo>
                    <a:pt x="965" y="9423"/>
                  </a:lnTo>
                  <a:lnTo>
                    <a:pt x="618" y="8959"/>
                  </a:lnTo>
                  <a:lnTo>
                    <a:pt x="309" y="8496"/>
                  </a:lnTo>
                  <a:lnTo>
                    <a:pt x="0" y="8650"/>
                  </a:lnTo>
                  <a:lnTo>
                    <a:pt x="309" y="9191"/>
                  </a:lnTo>
                  <a:lnTo>
                    <a:pt x="695" y="9693"/>
                  </a:lnTo>
                  <a:lnTo>
                    <a:pt x="1081" y="10156"/>
                  </a:lnTo>
                  <a:lnTo>
                    <a:pt x="1545" y="10581"/>
                  </a:lnTo>
                  <a:lnTo>
                    <a:pt x="2047" y="10967"/>
                  </a:lnTo>
                  <a:lnTo>
                    <a:pt x="2549" y="11315"/>
                  </a:lnTo>
                  <a:lnTo>
                    <a:pt x="3128" y="11624"/>
                  </a:lnTo>
                  <a:lnTo>
                    <a:pt x="3746" y="11894"/>
                  </a:lnTo>
                  <a:lnTo>
                    <a:pt x="4402" y="12126"/>
                  </a:lnTo>
                  <a:lnTo>
                    <a:pt x="5097" y="12280"/>
                  </a:lnTo>
                  <a:lnTo>
                    <a:pt x="5754" y="12357"/>
                  </a:lnTo>
                  <a:lnTo>
                    <a:pt x="6449" y="12435"/>
                  </a:lnTo>
                  <a:lnTo>
                    <a:pt x="7144" y="12396"/>
                  </a:lnTo>
                  <a:lnTo>
                    <a:pt x="7800" y="12357"/>
                  </a:lnTo>
                  <a:lnTo>
                    <a:pt x="8495" y="12242"/>
                  </a:lnTo>
                  <a:lnTo>
                    <a:pt x="9152" y="12087"/>
                  </a:lnTo>
                  <a:lnTo>
                    <a:pt x="9808" y="11894"/>
                  </a:lnTo>
                  <a:lnTo>
                    <a:pt x="10465" y="11662"/>
                  </a:lnTo>
                  <a:lnTo>
                    <a:pt x="11121" y="11353"/>
                  </a:lnTo>
                  <a:lnTo>
                    <a:pt x="11739" y="11044"/>
                  </a:lnTo>
                  <a:lnTo>
                    <a:pt x="12318" y="10697"/>
                  </a:lnTo>
                  <a:lnTo>
                    <a:pt x="12897" y="10311"/>
                  </a:lnTo>
                  <a:lnTo>
                    <a:pt x="13477" y="9925"/>
                  </a:lnTo>
                  <a:lnTo>
                    <a:pt x="13979" y="9461"/>
                  </a:lnTo>
                  <a:lnTo>
                    <a:pt x="14481" y="9037"/>
                  </a:lnTo>
                  <a:lnTo>
                    <a:pt x="14944" y="8573"/>
                  </a:lnTo>
                  <a:lnTo>
                    <a:pt x="15369" y="8071"/>
                  </a:lnTo>
                  <a:lnTo>
                    <a:pt x="15794" y="7531"/>
                  </a:lnTo>
                  <a:lnTo>
                    <a:pt x="16180" y="6990"/>
                  </a:lnTo>
                  <a:lnTo>
                    <a:pt x="16566" y="6411"/>
                  </a:lnTo>
                  <a:lnTo>
                    <a:pt x="16875" y="5793"/>
                  </a:lnTo>
                  <a:lnTo>
                    <a:pt x="17184" y="5214"/>
                  </a:lnTo>
                  <a:lnTo>
                    <a:pt x="17415" y="4557"/>
                  </a:lnTo>
                  <a:lnTo>
                    <a:pt x="17608" y="3939"/>
                  </a:lnTo>
                  <a:lnTo>
                    <a:pt x="17763" y="3283"/>
                  </a:lnTo>
                  <a:lnTo>
                    <a:pt x="17840" y="2626"/>
                  </a:lnTo>
                  <a:lnTo>
                    <a:pt x="17879" y="1970"/>
                  </a:lnTo>
                  <a:lnTo>
                    <a:pt x="17840" y="1314"/>
                  </a:lnTo>
                  <a:lnTo>
                    <a:pt x="17763" y="657"/>
                  </a:lnTo>
                  <a:lnTo>
                    <a:pt x="1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6"/>
            <p:cNvSpPr/>
            <p:nvPr/>
          </p:nvSpPr>
          <p:spPr>
            <a:xfrm>
              <a:off x="4441350" y="3154325"/>
              <a:ext cx="84975" cy="94625"/>
            </a:xfrm>
            <a:custGeom>
              <a:avLst/>
              <a:gdLst/>
              <a:ahLst/>
              <a:cxnLst/>
              <a:rect l="l" t="t" r="r" b="b"/>
              <a:pathLst>
                <a:path w="3399" h="3785" extrusionOk="0">
                  <a:moveTo>
                    <a:pt x="77" y="1"/>
                  </a:moveTo>
                  <a:lnTo>
                    <a:pt x="0" y="78"/>
                  </a:lnTo>
                  <a:lnTo>
                    <a:pt x="0" y="116"/>
                  </a:lnTo>
                  <a:lnTo>
                    <a:pt x="348" y="889"/>
                  </a:lnTo>
                  <a:lnTo>
                    <a:pt x="811" y="1661"/>
                  </a:lnTo>
                  <a:lnTo>
                    <a:pt x="1274" y="2395"/>
                  </a:lnTo>
                  <a:lnTo>
                    <a:pt x="1738" y="3090"/>
                  </a:lnTo>
                  <a:lnTo>
                    <a:pt x="2008" y="3437"/>
                  </a:lnTo>
                  <a:lnTo>
                    <a:pt x="2201" y="3553"/>
                  </a:lnTo>
                  <a:lnTo>
                    <a:pt x="2394" y="3669"/>
                  </a:lnTo>
                  <a:lnTo>
                    <a:pt x="2587" y="3746"/>
                  </a:lnTo>
                  <a:lnTo>
                    <a:pt x="2780" y="3785"/>
                  </a:lnTo>
                  <a:lnTo>
                    <a:pt x="3012" y="3708"/>
                  </a:lnTo>
                  <a:lnTo>
                    <a:pt x="3205" y="3592"/>
                  </a:lnTo>
                  <a:lnTo>
                    <a:pt x="3321" y="3437"/>
                  </a:lnTo>
                  <a:lnTo>
                    <a:pt x="3398" y="3244"/>
                  </a:lnTo>
                  <a:lnTo>
                    <a:pt x="3398" y="3090"/>
                  </a:lnTo>
                  <a:lnTo>
                    <a:pt x="3398" y="2897"/>
                  </a:lnTo>
                  <a:lnTo>
                    <a:pt x="3360" y="2704"/>
                  </a:lnTo>
                  <a:lnTo>
                    <a:pt x="3282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89" y="2742"/>
                  </a:lnTo>
                  <a:lnTo>
                    <a:pt x="3128" y="2858"/>
                  </a:lnTo>
                  <a:lnTo>
                    <a:pt x="2896" y="3012"/>
                  </a:lnTo>
                  <a:lnTo>
                    <a:pt x="2665" y="3128"/>
                  </a:lnTo>
                  <a:lnTo>
                    <a:pt x="2510" y="3206"/>
                  </a:lnTo>
                  <a:lnTo>
                    <a:pt x="2317" y="3206"/>
                  </a:lnTo>
                  <a:lnTo>
                    <a:pt x="2201" y="3167"/>
                  </a:lnTo>
                  <a:lnTo>
                    <a:pt x="2047" y="3090"/>
                  </a:lnTo>
                  <a:lnTo>
                    <a:pt x="1931" y="2935"/>
                  </a:lnTo>
                  <a:lnTo>
                    <a:pt x="1854" y="2742"/>
                  </a:lnTo>
                  <a:lnTo>
                    <a:pt x="1699" y="2511"/>
                  </a:lnTo>
                  <a:lnTo>
                    <a:pt x="1081" y="1507"/>
                  </a:lnTo>
                  <a:lnTo>
                    <a:pt x="618" y="773"/>
                  </a:lnTo>
                  <a:lnTo>
                    <a:pt x="386" y="387"/>
                  </a:lnTo>
                  <a:lnTo>
                    <a:pt x="116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6"/>
            <p:cNvSpPr/>
            <p:nvPr/>
          </p:nvSpPr>
          <p:spPr>
            <a:xfrm>
              <a:off x="7199400" y="3174600"/>
              <a:ext cx="61825" cy="89800"/>
            </a:xfrm>
            <a:custGeom>
              <a:avLst/>
              <a:gdLst/>
              <a:ahLst/>
              <a:cxnLst/>
              <a:rect l="l" t="t" r="r" b="b"/>
              <a:pathLst>
                <a:path w="2473" h="3592" extrusionOk="0">
                  <a:moveTo>
                    <a:pt x="1082" y="0"/>
                  </a:moveTo>
                  <a:lnTo>
                    <a:pt x="1005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32" y="2163"/>
                  </a:lnTo>
                  <a:lnTo>
                    <a:pt x="1932" y="2433"/>
                  </a:lnTo>
                  <a:lnTo>
                    <a:pt x="1816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1" y="3128"/>
                  </a:lnTo>
                  <a:lnTo>
                    <a:pt x="1198" y="3128"/>
                  </a:lnTo>
                  <a:lnTo>
                    <a:pt x="1043" y="3090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588"/>
                  </a:lnTo>
                  <a:lnTo>
                    <a:pt x="928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1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13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24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10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21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3"/>
                  </a:lnTo>
                  <a:lnTo>
                    <a:pt x="1700" y="3514"/>
                  </a:lnTo>
                  <a:lnTo>
                    <a:pt x="1854" y="3399"/>
                  </a:lnTo>
                  <a:lnTo>
                    <a:pt x="2047" y="3244"/>
                  </a:lnTo>
                  <a:lnTo>
                    <a:pt x="2202" y="3051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0"/>
                  </a:lnTo>
                  <a:lnTo>
                    <a:pt x="2434" y="2008"/>
                  </a:lnTo>
                  <a:lnTo>
                    <a:pt x="2395" y="1815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6"/>
            <p:cNvSpPr/>
            <p:nvPr/>
          </p:nvSpPr>
          <p:spPr>
            <a:xfrm>
              <a:off x="6803600" y="3198725"/>
              <a:ext cx="310875" cy="124575"/>
            </a:xfrm>
            <a:custGeom>
              <a:avLst/>
              <a:gdLst/>
              <a:ahLst/>
              <a:cxnLst/>
              <a:rect l="l" t="t" r="r" b="b"/>
              <a:pathLst>
                <a:path w="12435" h="4983" extrusionOk="0">
                  <a:moveTo>
                    <a:pt x="232" y="1"/>
                  </a:moveTo>
                  <a:lnTo>
                    <a:pt x="1" y="233"/>
                  </a:lnTo>
                  <a:lnTo>
                    <a:pt x="503" y="966"/>
                  </a:lnTo>
                  <a:lnTo>
                    <a:pt x="1043" y="1623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4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4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3"/>
                  </a:lnTo>
                  <a:lnTo>
                    <a:pt x="11855" y="3862"/>
                  </a:lnTo>
                  <a:lnTo>
                    <a:pt x="12242" y="3592"/>
                  </a:lnTo>
                  <a:lnTo>
                    <a:pt x="12319" y="3553"/>
                  </a:lnTo>
                  <a:lnTo>
                    <a:pt x="12435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9"/>
                  </a:lnTo>
                  <a:lnTo>
                    <a:pt x="12010" y="3129"/>
                  </a:lnTo>
                  <a:lnTo>
                    <a:pt x="11933" y="3206"/>
                  </a:lnTo>
                  <a:lnTo>
                    <a:pt x="11585" y="3438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7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2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2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7"/>
                  </a:lnTo>
                  <a:lnTo>
                    <a:pt x="4596" y="3708"/>
                  </a:lnTo>
                  <a:lnTo>
                    <a:pt x="3901" y="3283"/>
                  </a:lnTo>
                  <a:lnTo>
                    <a:pt x="3206" y="2820"/>
                  </a:lnTo>
                  <a:lnTo>
                    <a:pt x="2588" y="2318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6"/>
            <p:cNvSpPr/>
            <p:nvPr/>
          </p:nvSpPr>
          <p:spPr>
            <a:xfrm>
              <a:off x="7111550" y="320550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77"/>
                  </a:lnTo>
                  <a:lnTo>
                    <a:pt x="3013" y="270"/>
                  </a:lnTo>
                  <a:lnTo>
                    <a:pt x="2781" y="502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5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1"/>
                  </a:lnTo>
                  <a:lnTo>
                    <a:pt x="966" y="2510"/>
                  </a:lnTo>
                  <a:lnTo>
                    <a:pt x="1198" y="2587"/>
                  </a:lnTo>
                  <a:lnTo>
                    <a:pt x="1430" y="2703"/>
                  </a:lnTo>
                  <a:lnTo>
                    <a:pt x="1623" y="2819"/>
                  </a:lnTo>
                  <a:lnTo>
                    <a:pt x="1816" y="2973"/>
                  </a:lnTo>
                  <a:lnTo>
                    <a:pt x="1970" y="3167"/>
                  </a:lnTo>
                  <a:lnTo>
                    <a:pt x="2047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093"/>
                  </a:lnTo>
                  <a:lnTo>
                    <a:pt x="2009" y="4325"/>
                  </a:lnTo>
                  <a:lnTo>
                    <a:pt x="1893" y="4518"/>
                  </a:lnTo>
                  <a:lnTo>
                    <a:pt x="1739" y="4711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5"/>
                  </a:lnTo>
                  <a:lnTo>
                    <a:pt x="657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32"/>
                  </a:lnTo>
                  <a:lnTo>
                    <a:pt x="966" y="4093"/>
                  </a:lnTo>
                  <a:lnTo>
                    <a:pt x="1121" y="4093"/>
                  </a:lnTo>
                  <a:lnTo>
                    <a:pt x="1237" y="4016"/>
                  </a:lnTo>
                  <a:lnTo>
                    <a:pt x="1314" y="3900"/>
                  </a:lnTo>
                  <a:lnTo>
                    <a:pt x="1314" y="3784"/>
                  </a:lnTo>
                  <a:lnTo>
                    <a:pt x="1275" y="3707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862"/>
                  </a:lnTo>
                  <a:lnTo>
                    <a:pt x="387" y="3977"/>
                  </a:lnTo>
                  <a:lnTo>
                    <a:pt x="310" y="4093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866"/>
                  </a:lnTo>
                  <a:lnTo>
                    <a:pt x="387" y="5097"/>
                  </a:lnTo>
                  <a:lnTo>
                    <a:pt x="541" y="5252"/>
                  </a:lnTo>
                  <a:lnTo>
                    <a:pt x="735" y="5368"/>
                  </a:lnTo>
                  <a:lnTo>
                    <a:pt x="966" y="5406"/>
                  </a:lnTo>
                  <a:lnTo>
                    <a:pt x="1198" y="5406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20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1"/>
                  </a:lnTo>
                  <a:lnTo>
                    <a:pt x="1739" y="2356"/>
                  </a:lnTo>
                  <a:lnTo>
                    <a:pt x="1507" y="2201"/>
                  </a:lnTo>
                  <a:lnTo>
                    <a:pt x="1275" y="2124"/>
                  </a:lnTo>
                  <a:lnTo>
                    <a:pt x="1623" y="1969"/>
                  </a:lnTo>
                  <a:lnTo>
                    <a:pt x="1932" y="1815"/>
                  </a:lnTo>
                  <a:lnTo>
                    <a:pt x="2241" y="1622"/>
                  </a:lnTo>
                  <a:lnTo>
                    <a:pt x="2549" y="1390"/>
                  </a:lnTo>
                  <a:lnTo>
                    <a:pt x="2820" y="1197"/>
                  </a:lnTo>
                  <a:lnTo>
                    <a:pt x="3090" y="965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77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6"/>
            <p:cNvSpPr/>
            <p:nvPr/>
          </p:nvSpPr>
          <p:spPr>
            <a:xfrm>
              <a:off x="1402350" y="3219000"/>
              <a:ext cx="106225" cy="103325"/>
            </a:xfrm>
            <a:custGeom>
              <a:avLst/>
              <a:gdLst/>
              <a:ahLst/>
              <a:cxnLst/>
              <a:rect l="l" t="t" r="r" b="b"/>
              <a:pathLst>
                <a:path w="4249" h="4133" extrusionOk="0">
                  <a:moveTo>
                    <a:pt x="2317" y="387"/>
                  </a:moveTo>
                  <a:lnTo>
                    <a:pt x="2588" y="425"/>
                  </a:lnTo>
                  <a:lnTo>
                    <a:pt x="2858" y="503"/>
                  </a:lnTo>
                  <a:lnTo>
                    <a:pt x="3128" y="619"/>
                  </a:lnTo>
                  <a:lnTo>
                    <a:pt x="3321" y="812"/>
                  </a:lnTo>
                  <a:lnTo>
                    <a:pt x="3553" y="1043"/>
                  </a:lnTo>
                  <a:lnTo>
                    <a:pt x="3708" y="1352"/>
                  </a:lnTo>
                  <a:lnTo>
                    <a:pt x="3823" y="1700"/>
                  </a:lnTo>
                  <a:lnTo>
                    <a:pt x="3862" y="2047"/>
                  </a:lnTo>
                  <a:lnTo>
                    <a:pt x="3785" y="2395"/>
                  </a:lnTo>
                  <a:lnTo>
                    <a:pt x="3708" y="2742"/>
                  </a:lnTo>
                  <a:lnTo>
                    <a:pt x="3514" y="3051"/>
                  </a:lnTo>
                  <a:lnTo>
                    <a:pt x="3283" y="3322"/>
                  </a:lnTo>
                  <a:lnTo>
                    <a:pt x="3012" y="3515"/>
                  </a:lnTo>
                  <a:lnTo>
                    <a:pt x="2704" y="3669"/>
                  </a:lnTo>
                  <a:lnTo>
                    <a:pt x="2395" y="3746"/>
                  </a:lnTo>
                  <a:lnTo>
                    <a:pt x="2047" y="3785"/>
                  </a:lnTo>
                  <a:lnTo>
                    <a:pt x="1738" y="3746"/>
                  </a:lnTo>
                  <a:lnTo>
                    <a:pt x="1391" y="3631"/>
                  </a:lnTo>
                  <a:lnTo>
                    <a:pt x="1120" y="3476"/>
                  </a:lnTo>
                  <a:lnTo>
                    <a:pt x="850" y="3283"/>
                  </a:lnTo>
                  <a:lnTo>
                    <a:pt x="618" y="3013"/>
                  </a:lnTo>
                  <a:lnTo>
                    <a:pt x="464" y="2665"/>
                  </a:lnTo>
                  <a:lnTo>
                    <a:pt x="348" y="2318"/>
                  </a:lnTo>
                  <a:lnTo>
                    <a:pt x="348" y="1931"/>
                  </a:lnTo>
                  <a:lnTo>
                    <a:pt x="387" y="1545"/>
                  </a:lnTo>
                  <a:lnTo>
                    <a:pt x="541" y="1236"/>
                  </a:lnTo>
                  <a:lnTo>
                    <a:pt x="618" y="1082"/>
                  </a:lnTo>
                  <a:lnTo>
                    <a:pt x="734" y="927"/>
                  </a:lnTo>
                  <a:lnTo>
                    <a:pt x="889" y="812"/>
                  </a:lnTo>
                  <a:lnTo>
                    <a:pt x="1043" y="696"/>
                  </a:lnTo>
                  <a:lnTo>
                    <a:pt x="1236" y="619"/>
                  </a:lnTo>
                  <a:lnTo>
                    <a:pt x="1429" y="541"/>
                  </a:lnTo>
                  <a:lnTo>
                    <a:pt x="1468" y="503"/>
                  </a:lnTo>
                  <a:lnTo>
                    <a:pt x="1777" y="425"/>
                  </a:lnTo>
                  <a:lnTo>
                    <a:pt x="2047" y="387"/>
                  </a:lnTo>
                  <a:close/>
                  <a:moveTo>
                    <a:pt x="1931" y="1"/>
                  </a:moveTo>
                  <a:lnTo>
                    <a:pt x="1738" y="39"/>
                  </a:lnTo>
                  <a:lnTo>
                    <a:pt x="1507" y="117"/>
                  </a:lnTo>
                  <a:lnTo>
                    <a:pt x="1313" y="232"/>
                  </a:lnTo>
                  <a:lnTo>
                    <a:pt x="1159" y="348"/>
                  </a:lnTo>
                  <a:lnTo>
                    <a:pt x="1120" y="387"/>
                  </a:lnTo>
                  <a:lnTo>
                    <a:pt x="966" y="387"/>
                  </a:lnTo>
                  <a:lnTo>
                    <a:pt x="773" y="464"/>
                  </a:lnTo>
                  <a:lnTo>
                    <a:pt x="657" y="541"/>
                  </a:lnTo>
                  <a:lnTo>
                    <a:pt x="503" y="657"/>
                  </a:lnTo>
                  <a:lnTo>
                    <a:pt x="387" y="773"/>
                  </a:lnTo>
                  <a:lnTo>
                    <a:pt x="309" y="927"/>
                  </a:lnTo>
                  <a:lnTo>
                    <a:pt x="155" y="1236"/>
                  </a:lnTo>
                  <a:lnTo>
                    <a:pt x="39" y="1623"/>
                  </a:lnTo>
                  <a:lnTo>
                    <a:pt x="1" y="2009"/>
                  </a:lnTo>
                  <a:lnTo>
                    <a:pt x="39" y="2356"/>
                  </a:lnTo>
                  <a:lnTo>
                    <a:pt x="78" y="2704"/>
                  </a:lnTo>
                  <a:lnTo>
                    <a:pt x="155" y="2897"/>
                  </a:lnTo>
                  <a:lnTo>
                    <a:pt x="271" y="3090"/>
                  </a:lnTo>
                  <a:lnTo>
                    <a:pt x="387" y="3283"/>
                  </a:lnTo>
                  <a:lnTo>
                    <a:pt x="541" y="3437"/>
                  </a:lnTo>
                  <a:lnTo>
                    <a:pt x="850" y="3746"/>
                  </a:lnTo>
                  <a:lnTo>
                    <a:pt x="1236" y="3939"/>
                  </a:lnTo>
                  <a:lnTo>
                    <a:pt x="1661" y="4094"/>
                  </a:lnTo>
                  <a:lnTo>
                    <a:pt x="2086" y="4133"/>
                  </a:lnTo>
                  <a:lnTo>
                    <a:pt x="2510" y="4094"/>
                  </a:lnTo>
                  <a:lnTo>
                    <a:pt x="2742" y="4055"/>
                  </a:lnTo>
                  <a:lnTo>
                    <a:pt x="2974" y="3978"/>
                  </a:lnTo>
                  <a:lnTo>
                    <a:pt x="3321" y="3746"/>
                  </a:lnTo>
                  <a:lnTo>
                    <a:pt x="3630" y="3476"/>
                  </a:lnTo>
                  <a:lnTo>
                    <a:pt x="3862" y="3167"/>
                  </a:lnTo>
                  <a:lnTo>
                    <a:pt x="4055" y="2781"/>
                  </a:lnTo>
                  <a:lnTo>
                    <a:pt x="4171" y="2395"/>
                  </a:lnTo>
                  <a:lnTo>
                    <a:pt x="4248" y="2009"/>
                  </a:lnTo>
                  <a:lnTo>
                    <a:pt x="4210" y="1584"/>
                  </a:lnTo>
                  <a:lnTo>
                    <a:pt x="4094" y="1198"/>
                  </a:lnTo>
                  <a:lnTo>
                    <a:pt x="3978" y="1005"/>
                  </a:lnTo>
                  <a:lnTo>
                    <a:pt x="3862" y="812"/>
                  </a:lnTo>
                  <a:lnTo>
                    <a:pt x="3708" y="657"/>
                  </a:lnTo>
                  <a:lnTo>
                    <a:pt x="3553" y="503"/>
                  </a:lnTo>
                  <a:lnTo>
                    <a:pt x="3206" y="232"/>
                  </a:lnTo>
                  <a:lnTo>
                    <a:pt x="2781" y="78"/>
                  </a:lnTo>
                  <a:lnTo>
                    <a:pt x="23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6"/>
            <p:cNvSpPr/>
            <p:nvPr/>
          </p:nvSpPr>
          <p:spPr>
            <a:xfrm>
              <a:off x="4924025" y="3220925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6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5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5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0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7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6"/>
            <p:cNvSpPr/>
            <p:nvPr/>
          </p:nvSpPr>
          <p:spPr>
            <a:xfrm>
              <a:off x="2672775" y="3239275"/>
              <a:ext cx="330175" cy="176700"/>
            </a:xfrm>
            <a:custGeom>
              <a:avLst/>
              <a:gdLst/>
              <a:ahLst/>
              <a:cxnLst/>
              <a:rect l="l" t="t" r="r" b="b"/>
              <a:pathLst>
                <a:path w="13207" h="7068" extrusionOk="0">
                  <a:moveTo>
                    <a:pt x="8110" y="310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80"/>
                  </a:lnTo>
                  <a:lnTo>
                    <a:pt x="8728" y="889"/>
                  </a:lnTo>
                  <a:lnTo>
                    <a:pt x="8766" y="1198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8"/>
                  </a:lnTo>
                  <a:lnTo>
                    <a:pt x="8033" y="2858"/>
                  </a:lnTo>
                  <a:lnTo>
                    <a:pt x="6836" y="4712"/>
                  </a:lnTo>
                  <a:lnTo>
                    <a:pt x="6681" y="4712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8"/>
                  </a:lnTo>
                  <a:lnTo>
                    <a:pt x="7453" y="889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10"/>
                  </a:lnTo>
                  <a:close/>
                  <a:moveTo>
                    <a:pt x="5909" y="5407"/>
                  </a:moveTo>
                  <a:lnTo>
                    <a:pt x="4673" y="5831"/>
                  </a:lnTo>
                  <a:lnTo>
                    <a:pt x="3437" y="6218"/>
                  </a:lnTo>
                  <a:lnTo>
                    <a:pt x="2781" y="6372"/>
                  </a:lnTo>
                  <a:lnTo>
                    <a:pt x="2125" y="6527"/>
                  </a:lnTo>
                  <a:lnTo>
                    <a:pt x="1700" y="6565"/>
                  </a:lnTo>
                  <a:lnTo>
                    <a:pt x="1314" y="6604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8"/>
                  </a:lnTo>
                  <a:lnTo>
                    <a:pt x="696" y="6063"/>
                  </a:lnTo>
                  <a:lnTo>
                    <a:pt x="696" y="5909"/>
                  </a:lnTo>
                  <a:lnTo>
                    <a:pt x="734" y="5793"/>
                  </a:lnTo>
                  <a:lnTo>
                    <a:pt x="812" y="5716"/>
                  </a:lnTo>
                  <a:lnTo>
                    <a:pt x="889" y="5677"/>
                  </a:lnTo>
                  <a:lnTo>
                    <a:pt x="1082" y="5600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7"/>
                  </a:lnTo>
                  <a:close/>
                  <a:moveTo>
                    <a:pt x="7067" y="5098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6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9"/>
                  </a:lnTo>
                  <a:lnTo>
                    <a:pt x="12589" y="6025"/>
                  </a:lnTo>
                  <a:lnTo>
                    <a:pt x="12628" y="6179"/>
                  </a:lnTo>
                  <a:lnTo>
                    <a:pt x="12589" y="6527"/>
                  </a:lnTo>
                  <a:lnTo>
                    <a:pt x="12435" y="6604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4"/>
                  </a:lnTo>
                  <a:lnTo>
                    <a:pt x="10929" y="6527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9"/>
                  </a:lnTo>
                  <a:lnTo>
                    <a:pt x="8226" y="5677"/>
                  </a:lnTo>
                  <a:lnTo>
                    <a:pt x="7067" y="5098"/>
                  </a:lnTo>
                  <a:close/>
                  <a:moveTo>
                    <a:pt x="8148" y="1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7"/>
                  </a:lnTo>
                  <a:lnTo>
                    <a:pt x="6681" y="2433"/>
                  </a:lnTo>
                  <a:lnTo>
                    <a:pt x="6527" y="3592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1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8"/>
                  </a:lnTo>
                  <a:lnTo>
                    <a:pt x="1391" y="5175"/>
                  </a:lnTo>
                  <a:lnTo>
                    <a:pt x="1005" y="5214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600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5"/>
                  </a:lnTo>
                  <a:lnTo>
                    <a:pt x="117" y="6449"/>
                  </a:lnTo>
                  <a:lnTo>
                    <a:pt x="232" y="6604"/>
                  </a:lnTo>
                  <a:lnTo>
                    <a:pt x="348" y="6681"/>
                  </a:lnTo>
                  <a:lnTo>
                    <a:pt x="464" y="6797"/>
                  </a:lnTo>
                  <a:lnTo>
                    <a:pt x="773" y="6913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3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6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9"/>
                  </a:lnTo>
                  <a:lnTo>
                    <a:pt x="6758" y="6102"/>
                  </a:lnTo>
                  <a:lnTo>
                    <a:pt x="6836" y="6295"/>
                  </a:lnTo>
                  <a:lnTo>
                    <a:pt x="7106" y="6256"/>
                  </a:lnTo>
                  <a:lnTo>
                    <a:pt x="7106" y="6218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7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7"/>
                  </a:lnTo>
                  <a:lnTo>
                    <a:pt x="11045" y="6951"/>
                  </a:lnTo>
                  <a:lnTo>
                    <a:pt x="11469" y="7029"/>
                  </a:lnTo>
                  <a:lnTo>
                    <a:pt x="11933" y="7067"/>
                  </a:lnTo>
                  <a:lnTo>
                    <a:pt x="12396" y="7029"/>
                  </a:lnTo>
                  <a:lnTo>
                    <a:pt x="12589" y="6990"/>
                  </a:lnTo>
                  <a:lnTo>
                    <a:pt x="12782" y="6913"/>
                  </a:lnTo>
                  <a:lnTo>
                    <a:pt x="12937" y="6797"/>
                  </a:lnTo>
                  <a:lnTo>
                    <a:pt x="13053" y="6681"/>
                  </a:lnTo>
                  <a:lnTo>
                    <a:pt x="13130" y="6527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5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7"/>
                  </a:lnTo>
                  <a:lnTo>
                    <a:pt x="12242" y="5291"/>
                  </a:lnTo>
                  <a:lnTo>
                    <a:pt x="11894" y="5214"/>
                  </a:lnTo>
                  <a:lnTo>
                    <a:pt x="11315" y="5098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2"/>
                  </a:lnTo>
                  <a:lnTo>
                    <a:pt x="8071" y="3515"/>
                  </a:lnTo>
                  <a:lnTo>
                    <a:pt x="8496" y="2858"/>
                  </a:lnTo>
                  <a:lnTo>
                    <a:pt x="8843" y="2202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7"/>
                  </a:lnTo>
                  <a:lnTo>
                    <a:pt x="9075" y="1275"/>
                  </a:lnTo>
                  <a:lnTo>
                    <a:pt x="9037" y="1005"/>
                  </a:lnTo>
                  <a:lnTo>
                    <a:pt x="8959" y="812"/>
                  </a:lnTo>
                  <a:lnTo>
                    <a:pt x="8882" y="580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6"/>
            <p:cNvSpPr/>
            <p:nvPr/>
          </p:nvSpPr>
          <p:spPr>
            <a:xfrm>
              <a:off x="410925" y="3256650"/>
              <a:ext cx="35725" cy="33825"/>
            </a:xfrm>
            <a:custGeom>
              <a:avLst/>
              <a:gdLst/>
              <a:ahLst/>
              <a:cxnLst/>
              <a:rect l="l" t="t" r="r" b="b"/>
              <a:pathLst>
                <a:path w="1429" h="1353" extrusionOk="0">
                  <a:moveTo>
                    <a:pt x="579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71"/>
                  </a:lnTo>
                  <a:lnTo>
                    <a:pt x="39" y="425"/>
                  </a:lnTo>
                  <a:lnTo>
                    <a:pt x="0" y="619"/>
                  </a:lnTo>
                  <a:lnTo>
                    <a:pt x="0" y="812"/>
                  </a:lnTo>
                  <a:lnTo>
                    <a:pt x="77" y="966"/>
                  </a:lnTo>
                  <a:lnTo>
                    <a:pt x="155" y="1121"/>
                  </a:lnTo>
                  <a:lnTo>
                    <a:pt x="309" y="1275"/>
                  </a:lnTo>
                  <a:lnTo>
                    <a:pt x="463" y="1352"/>
                  </a:lnTo>
                  <a:lnTo>
                    <a:pt x="618" y="1352"/>
                  </a:lnTo>
                  <a:lnTo>
                    <a:pt x="695" y="1236"/>
                  </a:lnTo>
                  <a:lnTo>
                    <a:pt x="695" y="1121"/>
                  </a:lnTo>
                  <a:lnTo>
                    <a:pt x="657" y="1082"/>
                  </a:lnTo>
                  <a:lnTo>
                    <a:pt x="579" y="1043"/>
                  </a:lnTo>
                  <a:lnTo>
                    <a:pt x="502" y="1005"/>
                  </a:lnTo>
                  <a:lnTo>
                    <a:pt x="463" y="927"/>
                  </a:lnTo>
                  <a:lnTo>
                    <a:pt x="386" y="773"/>
                  </a:lnTo>
                  <a:lnTo>
                    <a:pt x="386" y="580"/>
                  </a:lnTo>
                  <a:lnTo>
                    <a:pt x="425" y="503"/>
                  </a:lnTo>
                  <a:lnTo>
                    <a:pt x="502" y="425"/>
                  </a:lnTo>
                  <a:lnTo>
                    <a:pt x="579" y="387"/>
                  </a:lnTo>
                  <a:lnTo>
                    <a:pt x="657" y="387"/>
                  </a:lnTo>
                  <a:lnTo>
                    <a:pt x="850" y="425"/>
                  </a:lnTo>
                  <a:lnTo>
                    <a:pt x="927" y="464"/>
                  </a:lnTo>
                  <a:lnTo>
                    <a:pt x="965" y="541"/>
                  </a:lnTo>
                  <a:lnTo>
                    <a:pt x="1043" y="696"/>
                  </a:lnTo>
                  <a:lnTo>
                    <a:pt x="1081" y="773"/>
                  </a:lnTo>
                  <a:lnTo>
                    <a:pt x="1120" y="812"/>
                  </a:lnTo>
                  <a:lnTo>
                    <a:pt x="1274" y="812"/>
                  </a:lnTo>
                  <a:lnTo>
                    <a:pt x="1352" y="734"/>
                  </a:lnTo>
                  <a:lnTo>
                    <a:pt x="1390" y="696"/>
                  </a:lnTo>
                  <a:lnTo>
                    <a:pt x="1429" y="619"/>
                  </a:lnTo>
                  <a:lnTo>
                    <a:pt x="1390" y="425"/>
                  </a:lnTo>
                  <a:lnTo>
                    <a:pt x="1274" y="271"/>
                  </a:lnTo>
                  <a:lnTo>
                    <a:pt x="1159" y="117"/>
                  </a:lnTo>
                  <a:lnTo>
                    <a:pt x="965" y="39"/>
                  </a:lnTo>
                  <a:lnTo>
                    <a:pt x="77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6"/>
            <p:cNvSpPr/>
            <p:nvPr/>
          </p:nvSpPr>
          <p:spPr>
            <a:xfrm>
              <a:off x="5445325" y="3267275"/>
              <a:ext cx="624625" cy="344650"/>
            </a:xfrm>
            <a:custGeom>
              <a:avLst/>
              <a:gdLst/>
              <a:ahLst/>
              <a:cxnLst/>
              <a:rect l="l" t="t" r="r" b="b"/>
              <a:pathLst>
                <a:path w="24985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03" y="2008"/>
                  </a:lnTo>
                  <a:lnTo>
                    <a:pt x="23787" y="2124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170" y="2086"/>
                  </a:lnTo>
                  <a:lnTo>
                    <a:pt x="23054" y="1970"/>
                  </a:lnTo>
                  <a:lnTo>
                    <a:pt x="22976" y="1815"/>
                  </a:lnTo>
                  <a:lnTo>
                    <a:pt x="22938" y="1622"/>
                  </a:lnTo>
                  <a:lnTo>
                    <a:pt x="22976" y="1429"/>
                  </a:lnTo>
                  <a:lnTo>
                    <a:pt x="23015" y="1236"/>
                  </a:lnTo>
                  <a:lnTo>
                    <a:pt x="23131" y="1082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42"/>
                  </a:lnTo>
                  <a:lnTo>
                    <a:pt x="24289" y="3090"/>
                  </a:lnTo>
                  <a:lnTo>
                    <a:pt x="24367" y="3437"/>
                  </a:lnTo>
                  <a:lnTo>
                    <a:pt x="24405" y="3785"/>
                  </a:lnTo>
                  <a:lnTo>
                    <a:pt x="24173" y="3707"/>
                  </a:lnTo>
                  <a:lnTo>
                    <a:pt x="23942" y="3592"/>
                  </a:lnTo>
                  <a:lnTo>
                    <a:pt x="23826" y="3514"/>
                  </a:lnTo>
                  <a:lnTo>
                    <a:pt x="23787" y="3399"/>
                  </a:lnTo>
                  <a:lnTo>
                    <a:pt x="23710" y="3283"/>
                  </a:lnTo>
                  <a:lnTo>
                    <a:pt x="23672" y="3128"/>
                  </a:lnTo>
                  <a:lnTo>
                    <a:pt x="23710" y="2897"/>
                  </a:lnTo>
                  <a:lnTo>
                    <a:pt x="23787" y="2704"/>
                  </a:lnTo>
                  <a:lnTo>
                    <a:pt x="23903" y="2549"/>
                  </a:lnTo>
                  <a:lnTo>
                    <a:pt x="24096" y="2433"/>
                  </a:lnTo>
                  <a:close/>
                  <a:moveTo>
                    <a:pt x="16142" y="4943"/>
                  </a:moveTo>
                  <a:lnTo>
                    <a:pt x="16257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28" y="5252"/>
                  </a:lnTo>
                  <a:lnTo>
                    <a:pt x="16566" y="5407"/>
                  </a:lnTo>
                  <a:lnTo>
                    <a:pt x="16296" y="5407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40" y="5368"/>
                  </a:lnTo>
                  <a:lnTo>
                    <a:pt x="15678" y="5252"/>
                  </a:lnTo>
                  <a:lnTo>
                    <a:pt x="15755" y="5136"/>
                  </a:lnTo>
                  <a:lnTo>
                    <a:pt x="15833" y="5059"/>
                  </a:lnTo>
                  <a:lnTo>
                    <a:pt x="15949" y="5020"/>
                  </a:lnTo>
                  <a:lnTo>
                    <a:pt x="16026" y="4982"/>
                  </a:lnTo>
                  <a:lnTo>
                    <a:pt x="16142" y="4943"/>
                  </a:lnTo>
                  <a:close/>
                  <a:moveTo>
                    <a:pt x="24444" y="4248"/>
                  </a:moveTo>
                  <a:lnTo>
                    <a:pt x="24405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07"/>
                  </a:lnTo>
                  <a:lnTo>
                    <a:pt x="23903" y="5252"/>
                  </a:lnTo>
                  <a:lnTo>
                    <a:pt x="23787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865" y="4596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763" y="4866"/>
                  </a:lnTo>
                  <a:lnTo>
                    <a:pt x="17879" y="4905"/>
                  </a:lnTo>
                  <a:lnTo>
                    <a:pt x="17957" y="4982"/>
                  </a:lnTo>
                  <a:lnTo>
                    <a:pt x="18072" y="5175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484"/>
                  </a:lnTo>
                  <a:lnTo>
                    <a:pt x="17030" y="5407"/>
                  </a:lnTo>
                  <a:lnTo>
                    <a:pt x="17030" y="5291"/>
                  </a:lnTo>
                  <a:lnTo>
                    <a:pt x="17107" y="5136"/>
                  </a:lnTo>
                  <a:lnTo>
                    <a:pt x="17184" y="5059"/>
                  </a:lnTo>
                  <a:lnTo>
                    <a:pt x="17261" y="4943"/>
                  </a:lnTo>
                  <a:lnTo>
                    <a:pt x="17377" y="4866"/>
                  </a:lnTo>
                  <a:lnTo>
                    <a:pt x="17493" y="4827"/>
                  </a:lnTo>
                  <a:close/>
                  <a:moveTo>
                    <a:pt x="14558" y="5291"/>
                  </a:moveTo>
                  <a:lnTo>
                    <a:pt x="14674" y="5329"/>
                  </a:lnTo>
                  <a:lnTo>
                    <a:pt x="14790" y="5368"/>
                  </a:lnTo>
                  <a:lnTo>
                    <a:pt x="14906" y="5445"/>
                  </a:lnTo>
                  <a:lnTo>
                    <a:pt x="14983" y="5522"/>
                  </a:lnTo>
                  <a:lnTo>
                    <a:pt x="15060" y="5677"/>
                  </a:lnTo>
                  <a:lnTo>
                    <a:pt x="14520" y="5870"/>
                  </a:lnTo>
                  <a:lnTo>
                    <a:pt x="14056" y="6102"/>
                  </a:lnTo>
                  <a:lnTo>
                    <a:pt x="14018" y="6024"/>
                  </a:lnTo>
                  <a:lnTo>
                    <a:pt x="14018" y="5793"/>
                  </a:lnTo>
                  <a:lnTo>
                    <a:pt x="14095" y="5600"/>
                  </a:lnTo>
                  <a:lnTo>
                    <a:pt x="14249" y="5445"/>
                  </a:lnTo>
                  <a:lnTo>
                    <a:pt x="14327" y="5368"/>
                  </a:lnTo>
                  <a:lnTo>
                    <a:pt x="14443" y="5329"/>
                  </a:lnTo>
                  <a:lnTo>
                    <a:pt x="14558" y="5291"/>
                  </a:lnTo>
                  <a:close/>
                  <a:moveTo>
                    <a:pt x="19076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47" y="5793"/>
                  </a:lnTo>
                  <a:lnTo>
                    <a:pt x="19385" y="5986"/>
                  </a:lnTo>
                  <a:lnTo>
                    <a:pt x="19347" y="6140"/>
                  </a:lnTo>
                  <a:lnTo>
                    <a:pt x="18574" y="5831"/>
                  </a:lnTo>
                  <a:lnTo>
                    <a:pt x="18613" y="5715"/>
                  </a:lnTo>
                  <a:lnTo>
                    <a:pt x="18652" y="5638"/>
                  </a:lnTo>
                  <a:lnTo>
                    <a:pt x="18806" y="5522"/>
                  </a:lnTo>
                  <a:lnTo>
                    <a:pt x="18999" y="5484"/>
                  </a:lnTo>
                  <a:close/>
                  <a:moveTo>
                    <a:pt x="20312" y="6063"/>
                  </a:moveTo>
                  <a:lnTo>
                    <a:pt x="20428" y="6102"/>
                  </a:lnTo>
                  <a:lnTo>
                    <a:pt x="20544" y="6179"/>
                  </a:lnTo>
                  <a:lnTo>
                    <a:pt x="20660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53" y="6913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10" y="6256"/>
                  </a:lnTo>
                  <a:lnTo>
                    <a:pt x="19887" y="6179"/>
                  </a:lnTo>
                  <a:lnTo>
                    <a:pt x="19964" y="6102"/>
                  </a:lnTo>
                  <a:lnTo>
                    <a:pt x="20080" y="6063"/>
                  </a:lnTo>
                  <a:close/>
                  <a:moveTo>
                    <a:pt x="23710" y="5870"/>
                  </a:moveTo>
                  <a:lnTo>
                    <a:pt x="23942" y="5986"/>
                  </a:lnTo>
                  <a:lnTo>
                    <a:pt x="24058" y="5986"/>
                  </a:lnTo>
                  <a:lnTo>
                    <a:pt x="23903" y="6295"/>
                  </a:lnTo>
                  <a:lnTo>
                    <a:pt x="23710" y="6565"/>
                  </a:lnTo>
                  <a:lnTo>
                    <a:pt x="23478" y="6797"/>
                  </a:lnTo>
                  <a:lnTo>
                    <a:pt x="23247" y="6990"/>
                  </a:lnTo>
                  <a:lnTo>
                    <a:pt x="23208" y="6913"/>
                  </a:lnTo>
                  <a:lnTo>
                    <a:pt x="23054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092" y="6063"/>
                  </a:lnTo>
                  <a:lnTo>
                    <a:pt x="23170" y="5986"/>
                  </a:lnTo>
                  <a:lnTo>
                    <a:pt x="23285" y="5947"/>
                  </a:lnTo>
                  <a:lnTo>
                    <a:pt x="23478" y="5870"/>
                  </a:lnTo>
                  <a:close/>
                  <a:moveTo>
                    <a:pt x="13207" y="6102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670" y="6333"/>
                  </a:lnTo>
                  <a:lnTo>
                    <a:pt x="13130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3"/>
                  </a:lnTo>
                  <a:lnTo>
                    <a:pt x="12628" y="6797"/>
                  </a:lnTo>
                  <a:lnTo>
                    <a:pt x="12628" y="6642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179"/>
                  </a:lnTo>
                  <a:lnTo>
                    <a:pt x="12975" y="6140"/>
                  </a:lnTo>
                  <a:lnTo>
                    <a:pt x="13091" y="6102"/>
                  </a:lnTo>
                  <a:close/>
                  <a:moveTo>
                    <a:pt x="22166" y="6565"/>
                  </a:moveTo>
                  <a:lnTo>
                    <a:pt x="22281" y="6604"/>
                  </a:lnTo>
                  <a:lnTo>
                    <a:pt x="22436" y="6681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1" y="7067"/>
                  </a:lnTo>
                  <a:lnTo>
                    <a:pt x="22899" y="7067"/>
                  </a:lnTo>
                  <a:lnTo>
                    <a:pt x="22976" y="7106"/>
                  </a:lnTo>
                  <a:lnTo>
                    <a:pt x="22938" y="7106"/>
                  </a:lnTo>
                  <a:lnTo>
                    <a:pt x="22552" y="7221"/>
                  </a:lnTo>
                  <a:lnTo>
                    <a:pt x="22166" y="7221"/>
                  </a:lnTo>
                  <a:lnTo>
                    <a:pt x="21779" y="7183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19"/>
                  </a:lnTo>
                  <a:lnTo>
                    <a:pt x="21779" y="6604"/>
                  </a:lnTo>
                  <a:lnTo>
                    <a:pt x="22011" y="6565"/>
                  </a:lnTo>
                  <a:close/>
                  <a:moveTo>
                    <a:pt x="12280" y="7376"/>
                  </a:moveTo>
                  <a:lnTo>
                    <a:pt x="12473" y="7415"/>
                  </a:lnTo>
                  <a:lnTo>
                    <a:pt x="12087" y="7955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24" y="8071"/>
                  </a:lnTo>
                  <a:lnTo>
                    <a:pt x="11624" y="7955"/>
                  </a:lnTo>
                  <a:lnTo>
                    <a:pt x="11662" y="7839"/>
                  </a:lnTo>
                  <a:lnTo>
                    <a:pt x="11701" y="7723"/>
                  </a:lnTo>
                  <a:lnTo>
                    <a:pt x="11778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26" y="7415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56" y="9422"/>
                  </a:lnTo>
                  <a:lnTo>
                    <a:pt x="2433" y="9461"/>
                  </a:lnTo>
                  <a:lnTo>
                    <a:pt x="2511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588" y="10002"/>
                  </a:lnTo>
                  <a:lnTo>
                    <a:pt x="2124" y="9886"/>
                  </a:lnTo>
                  <a:lnTo>
                    <a:pt x="1622" y="9886"/>
                  </a:lnTo>
                  <a:lnTo>
                    <a:pt x="1661" y="9731"/>
                  </a:lnTo>
                  <a:lnTo>
                    <a:pt x="1738" y="9616"/>
                  </a:lnTo>
                  <a:lnTo>
                    <a:pt x="1815" y="9538"/>
                  </a:lnTo>
                  <a:lnTo>
                    <a:pt x="1893" y="9461"/>
                  </a:lnTo>
                  <a:lnTo>
                    <a:pt x="2009" y="9384"/>
                  </a:lnTo>
                  <a:lnTo>
                    <a:pt x="2124" y="9345"/>
                  </a:lnTo>
                  <a:close/>
                  <a:moveTo>
                    <a:pt x="11624" y="8998"/>
                  </a:moveTo>
                  <a:lnTo>
                    <a:pt x="11469" y="9500"/>
                  </a:lnTo>
                  <a:lnTo>
                    <a:pt x="11315" y="10002"/>
                  </a:lnTo>
                  <a:lnTo>
                    <a:pt x="11238" y="10272"/>
                  </a:lnTo>
                  <a:lnTo>
                    <a:pt x="11044" y="10079"/>
                  </a:lnTo>
                  <a:lnTo>
                    <a:pt x="10967" y="9809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29" y="9422"/>
                  </a:lnTo>
                  <a:lnTo>
                    <a:pt x="11006" y="9307"/>
                  </a:lnTo>
                  <a:lnTo>
                    <a:pt x="11122" y="9152"/>
                  </a:lnTo>
                  <a:lnTo>
                    <a:pt x="11276" y="9036"/>
                  </a:lnTo>
                  <a:lnTo>
                    <a:pt x="11469" y="8998"/>
                  </a:lnTo>
                  <a:close/>
                  <a:moveTo>
                    <a:pt x="3746" y="9731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2" y="10118"/>
                  </a:lnTo>
                  <a:lnTo>
                    <a:pt x="4171" y="10233"/>
                  </a:lnTo>
                  <a:lnTo>
                    <a:pt x="4132" y="10388"/>
                  </a:lnTo>
                  <a:lnTo>
                    <a:pt x="4094" y="10504"/>
                  </a:lnTo>
                  <a:lnTo>
                    <a:pt x="4017" y="10620"/>
                  </a:lnTo>
                  <a:lnTo>
                    <a:pt x="3862" y="10542"/>
                  </a:lnTo>
                  <a:lnTo>
                    <a:pt x="3476" y="10311"/>
                  </a:lnTo>
                  <a:lnTo>
                    <a:pt x="3051" y="10156"/>
                  </a:lnTo>
                  <a:lnTo>
                    <a:pt x="3128" y="10002"/>
                  </a:lnTo>
                  <a:lnTo>
                    <a:pt x="3244" y="9924"/>
                  </a:lnTo>
                  <a:lnTo>
                    <a:pt x="3360" y="9809"/>
                  </a:lnTo>
                  <a:lnTo>
                    <a:pt x="3476" y="9770"/>
                  </a:lnTo>
                  <a:lnTo>
                    <a:pt x="3630" y="9731"/>
                  </a:lnTo>
                  <a:close/>
                  <a:moveTo>
                    <a:pt x="4827" y="10620"/>
                  </a:moveTo>
                  <a:lnTo>
                    <a:pt x="4905" y="10658"/>
                  </a:lnTo>
                  <a:lnTo>
                    <a:pt x="4982" y="10697"/>
                  </a:lnTo>
                  <a:lnTo>
                    <a:pt x="5059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59" y="11430"/>
                  </a:lnTo>
                  <a:lnTo>
                    <a:pt x="4403" y="10890"/>
                  </a:lnTo>
                  <a:lnTo>
                    <a:pt x="4441" y="10813"/>
                  </a:lnTo>
                  <a:lnTo>
                    <a:pt x="4480" y="10735"/>
                  </a:lnTo>
                  <a:lnTo>
                    <a:pt x="4634" y="10658"/>
                  </a:lnTo>
                  <a:lnTo>
                    <a:pt x="4827" y="10620"/>
                  </a:lnTo>
                  <a:close/>
                  <a:moveTo>
                    <a:pt x="11160" y="10620"/>
                  </a:moveTo>
                  <a:lnTo>
                    <a:pt x="10929" y="11199"/>
                  </a:lnTo>
                  <a:lnTo>
                    <a:pt x="10697" y="11739"/>
                  </a:lnTo>
                  <a:lnTo>
                    <a:pt x="10658" y="11701"/>
                  </a:lnTo>
                  <a:lnTo>
                    <a:pt x="10465" y="11508"/>
                  </a:lnTo>
                  <a:lnTo>
                    <a:pt x="10388" y="11315"/>
                  </a:lnTo>
                  <a:lnTo>
                    <a:pt x="10388" y="11122"/>
                  </a:lnTo>
                  <a:lnTo>
                    <a:pt x="10427" y="10967"/>
                  </a:lnTo>
                  <a:lnTo>
                    <a:pt x="10542" y="10774"/>
                  </a:lnTo>
                  <a:lnTo>
                    <a:pt x="10697" y="10658"/>
                  </a:lnTo>
                  <a:lnTo>
                    <a:pt x="10929" y="10620"/>
                  </a:lnTo>
                  <a:close/>
                  <a:moveTo>
                    <a:pt x="5947" y="11469"/>
                  </a:moveTo>
                  <a:lnTo>
                    <a:pt x="6063" y="11508"/>
                  </a:lnTo>
                  <a:lnTo>
                    <a:pt x="6140" y="11546"/>
                  </a:lnTo>
                  <a:lnTo>
                    <a:pt x="6218" y="11662"/>
                  </a:lnTo>
                  <a:lnTo>
                    <a:pt x="6295" y="11739"/>
                  </a:lnTo>
                  <a:lnTo>
                    <a:pt x="6372" y="11971"/>
                  </a:lnTo>
                  <a:lnTo>
                    <a:pt x="6411" y="12203"/>
                  </a:lnTo>
                  <a:lnTo>
                    <a:pt x="6372" y="12473"/>
                  </a:lnTo>
                  <a:lnTo>
                    <a:pt x="5870" y="12087"/>
                  </a:lnTo>
                  <a:lnTo>
                    <a:pt x="5407" y="11701"/>
                  </a:lnTo>
                  <a:lnTo>
                    <a:pt x="5445" y="11585"/>
                  </a:lnTo>
                  <a:lnTo>
                    <a:pt x="5523" y="11508"/>
                  </a:lnTo>
                  <a:lnTo>
                    <a:pt x="5638" y="11469"/>
                  </a:lnTo>
                  <a:close/>
                  <a:moveTo>
                    <a:pt x="10542" y="12048"/>
                  </a:moveTo>
                  <a:lnTo>
                    <a:pt x="10388" y="12280"/>
                  </a:lnTo>
                  <a:lnTo>
                    <a:pt x="10195" y="12550"/>
                  </a:lnTo>
                  <a:lnTo>
                    <a:pt x="9963" y="12743"/>
                  </a:lnTo>
                  <a:lnTo>
                    <a:pt x="9770" y="12936"/>
                  </a:lnTo>
                  <a:lnTo>
                    <a:pt x="9732" y="12859"/>
                  </a:lnTo>
                  <a:lnTo>
                    <a:pt x="9654" y="12666"/>
                  </a:lnTo>
                  <a:lnTo>
                    <a:pt x="9616" y="12473"/>
                  </a:lnTo>
                  <a:lnTo>
                    <a:pt x="9693" y="12319"/>
                  </a:lnTo>
                  <a:lnTo>
                    <a:pt x="9809" y="12203"/>
                  </a:lnTo>
                  <a:lnTo>
                    <a:pt x="9963" y="12126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37" y="12473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01" y="12821"/>
                  </a:lnTo>
                  <a:lnTo>
                    <a:pt x="7878" y="13014"/>
                  </a:lnTo>
                  <a:lnTo>
                    <a:pt x="7839" y="13207"/>
                  </a:lnTo>
                  <a:lnTo>
                    <a:pt x="7299" y="13014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44" y="12512"/>
                  </a:lnTo>
                  <a:lnTo>
                    <a:pt x="7337" y="12473"/>
                  </a:lnTo>
                  <a:close/>
                  <a:moveTo>
                    <a:pt x="8843" y="12628"/>
                  </a:moveTo>
                  <a:lnTo>
                    <a:pt x="8921" y="12666"/>
                  </a:lnTo>
                  <a:lnTo>
                    <a:pt x="9075" y="12743"/>
                  </a:lnTo>
                  <a:lnTo>
                    <a:pt x="9191" y="12936"/>
                  </a:lnTo>
                  <a:lnTo>
                    <a:pt x="9230" y="13130"/>
                  </a:lnTo>
                  <a:lnTo>
                    <a:pt x="9230" y="13207"/>
                  </a:lnTo>
                  <a:lnTo>
                    <a:pt x="9036" y="13245"/>
                  </a:lnTo>
                  <a:lnTo>
                    <a:pt x="8805" y="13284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03" y="13014"/>
                  </a:lnTo>
                  <a:lnTo>
                    <a:pt x="8419" y="12821"/>
                  </a:lnTo>
                  <a:lnTo>
                    <a:pt x="8534" y="12666"/>
                  </a:lnTo>
                  <a:lnTo>
                    <a:pt x="8650" y="12628"/>
                  </a:lnTo>
                  <a:close/>
                  <a:moveTo>
                    <a:pt x="22861" y="0"/>
                  </a:moveTo>
                  <a:lnTo>
                    <a:pt x="22822" y="78"/>
                  </a:lnTo>
                  <a:lnTo>
                    <a:pt x="22745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783" y="387"/>
                  </a:lnTo>
                  <a:lnTo>
                    <a:pt x="22822" y="387"/>
                  </a:lnTo>
                  <a:lnTo>
                    <a:pt x="22861" y="464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668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22" y="2240"/>
                  </a:lnTo>
                  <a:lnTo>
                    <a:pt x="23015" y="2395"/>
                  </a:lnTo>
                  <a:lnTo>
                    <a:pt x="23247" y="2472"/>
                  </a:lnTo>
                  <a:lnTo>
                    <a:pt x="23478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24" y="3244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862"/>
                  </a:lnTo>
                  <a:lnTo>
                    <a:pt x="23942" y="4016"/>
                  </a:lnTo>
                  <a:lnTo>
                    <a:pt x="23710" y="4209"/>
                  </a:lnTo>
                  <a:lnTo>
                    <a:pt x="23556" y="4480"/>
                  </a:lnTo>
                  <a:lnTo>
                    <a:pt x="23440" y="4750"/>
                  </a:lnTo>
                  <a:lnTo>
                    <a:pt x="23440" y="4866"/>
                  </a:lnTo>
                  <a:lnTo>
                    <a:pt x="23440" y="5020"/>
                  </a:lnTo>
                  <a:lnTo>
                    <a:pt x="23478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70" y="5561"/>
                  </a:lnTo>
                  <a:lnTo>
                    <a:pt x="22938" y="5677"/>
                  </a:lnTo>
                  <a:lnTo>
                    <a:pt x="22783" y="5870"/>
                  </a:lnTo>
                  <a:lnTo>
                    <a:pt x="22668" y="6102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1972" y="6217"/>
                  </a:lnTo>
                  <a:lnTo>
                    <a:pt x="21741" y="6256"/>
                  </a:lnTo>
                  <a:lnTo>
                    <a:pt x="21509" y="6411"/>
                  </a:lnTo>
                  <a:lnTo>
                    <a:pt x="21316" y="6565"/>
                  </a:lnTo>
                  <a:lnTo>
                    <a:pt x="21200" y="6758"/>
                  </a:lnTo>
                  <a:lnTo>
                    <a:pt x="21084" y="6449"/>
                  </a:lnTo>
                  <a:lnTo>
                    <a:pt x="20930" y="6140"/>
                  </a:lnTo>
                  <a:lnTo>
                    <a:pt x="20853" y="5986"/>
                  </a:lnTo>
                  <a:lnTo>
                    <a:pt x="20698" y="5870"/>
                  </a:lnTo>
                  <a:lnTo>
                    <a:pt x="20582" y="5793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42" y="5793"/>
                  </a:lnTo>
                  <a:lnTo>
                    <a:pt x="19887" y="5831"/>
                  </a:lnTo>
                  <a:lnTo>
                    <a:pt x="19733" y="5947"/>
                  </a:lnTo>
                  <a:lnTo>
                    <a:pt x="19694" y="5715"/>
                  </a:lnTo>
                  <a:lnTo>
                    <a:pt x="19617" y="5484"/>
                  </a:lnTo>
                  <a:lnTo>
                    <a:pt x="19462" y="5291"/>
                  </a:lnTo>
                  <a:lnTo>
                    <a:pt x="19347" y="5213"/>
                  </a:lnTo>
                  <a:lnTo>
                    <a:pt x="19231" y="5175"/>
                  </a:lnTo>
                  <a:lnTo>
                    <a:pt x="19038" y="5136"/>
                  </a:lnTo>
                  <a:lnTo>
                    <a:pt x="18806" y="5175"/>
                  </a:lnTo>
                  <a:lnTo>
                    <a:pt x="18613" y="5252"/>
                  </a:lnTo>
                  <a:lnTo>
                    <a:pt x="18458" y="5407"/>
                  </a:lnTo>
                  <a:lnTo>
                    <a:pt x="18458" y="5252"/>
                  </a:lnTo>
                  <a:lnTo>
                    <a:pt x="18420" y="5098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7" y="4557"/>
                  </a:lnTo>
                  <a:lnTo>
                    <a:pt x="17802" y="4518"/>
                  </a:lnTo>
                  <a:lnTo>
                    <a:pt x="17493" y="4518"/>
                  </a:lnTo>
                  <a:lnTo>
                    <a:pt x="17377" y="4557"/>
                  </a:lnTo>
                  <a:lnTo>
                    <a:pt x="17223" y="4634"/>
                  </a:lnTo>
                  <a:lnTo>
                    <a:pt x="17107" y="4711"/>
                  </a:lnTo>
                  <a:lnTo>
                    <a:pt x="17030" y="4827"/>
                  </a:lnTo>
                  <a:lnTo>
                    <a:pt x="16875" y="5059"/>
                  </a:lnTo>
                  <a:lnTo>
                    <a:pt x="16759" y="4905"/>
                  </a:lnTo>
                  <a:lnTo>
                    <a:pt x="16605" y="4789"/>
                  </a:lnTo>
                  <a:lnTo>
                    <a:pt x="16451" y="4673"/>
                  </a:lnTo>
                  <a:lnTo>
                    <a:pt x="16257" y="4634"/>
                  </a:lnTo>
                  <a:lnTo>
                    <a:pt x="16103" y="4634"/>
                  </a:lnTo>
                  <a:lnTo>
                    <a:pt x="15910" y="4673"/>
                  </a:lnTo>
                  <a:lnTo>
                    <a:pt x="15755" y="4750"/>
                  </a:lnTo>
                  <a:lnTo>
                    <a:pt x="15640" y="4827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291"/>
                  </a:lnTo>
                  <a:lnTo>
                    <a:pt x="15374" y="5460"/>
                  </a:lnTo>
                  <a:lnTo>
                    <a:pt x="15331" y="5329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597" y="4943"/>
                  </a:lnTo>
                  <a:lnTo>
                    <a:pt x="14404" y="4943"/>
                  </a:lnTo>
                  <a:lnTo>
                    <a:pt x="14249" y="5020"/>
                  </a:lnTo>
                  <a:lnTo>
                    <a:pt x="14134" y="5098"/>
                  </a:lnTo>
                  <a:lnTo>
                    <a:pt x="14018" y="5175"/>
                  </a:lnTo>
                  <a:lnTo>
                    <a:pt x="13941" y="5291"/>
                  </a:lnTo>
                  <a:lnTo>
                    <a:pt x="13825" y="5522"/>
                  </a:lnTo>
                  <a:lnTo>
                    <a:pt x="13747" y="5831"/>
                  </a:lnTo>
                  <a:lnTo>
                    <a:pt x="13593" y="5754"/>
                  </a:lnTo>
                  <a:lnTo>
                    <a:pt x="13361" y="5677"/>
                  </a:lnTo>
                  <a:lnTo>
                    <a:pt x="13130" y="5677"/>
                  </a:lnTo>
                  <a:lnTo>
                    <a:pt x="12937" y="5715"/>
                  </a:lnTo>
                  <a:lnTo>
                    <a:pt x="12705" y="5831"/>
                  </a:lnTo>
                  <a:lnTo>
                    <a:pt x="12589" y="5947"/>
                  </a:lnTo>
                  <a:lnTo>
                    <a:pt x="12473" y="6063"/>
                  </a:lnTo>
                  <a:lnTo>
                    <a:pt x="12396" y="6217"/>
                  </a:lnTo>
                  <a:lnTo>
                    <a:pt x="12357" y="6333"/>
                  </a:lnTo>
                  <a:lnTo>
                    <a:pt x="12319" y="6526"/>
                  </a:lnTo>
                  <a:lnTo>
                    <a:pt x="12319" y="6681"/>
                  </a:lnTo>
                  <a:lnTo>
                    <a:pt x="12357" y="6835"/>
                  </a:lnTo>
                  <a:lnTo>
                    <a:pt x="12396" y="6990"/>
                  </a:lnTo>
                  <a:lnTo>
                    <a:pt x="12126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469" y="7376"/>
                  </a:lnTo>
                  <a:lnTo>
                    <a:pt x="11392" y="7530"/>
                  </a:lnTo>
                  <a:lnTo>
                    <a:pt x="11315" y="7685"/>
                  </a:lnTo>
                  <a:lnTo>
                    <a:pt x="11276" y="7839"/>
                  </a:lnTo>
                  <a:lnTo>
                    <a:pt x="11276" y="7994"/>
                  </a:lnTo>
                  <a:lnTo>
                    <a:pt x="11276" y="8148"/>
                  </a:lnTo>
                  <a:lnTo>
                    <a:pt x="11315" y="8303"/>
                  </a:lnTo>
                  <a:lnTo>
                    <a:pt x="11392" y="8457"/>
                  </a:lnTo>
                  <a:lnTo>
                    <a:pt x="11469" y="8573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20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02"/>
                  </a:lnTo>
                  <a:lnTo>
                    <a:pt x="10851" y="10233"/>
                  </a:lnTo>
                  <a:lnTo>
                    <a:pt x="10620" y="10272"/>
                  </a:lnTo>
                  <a:lnTo>
                    <a:pt x="10388" y="10388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40" y="11006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56" y="11701"/>
                  </a:lnTo>
                  <a:lnTo>
                    <a:pt x="9925" y="11739"/>
                  </a:lnTo>
                  <a:lnTo>
                    <a:pt x="9693" y="11817"/>
                  </a:lnTo>
                  <a:lnTo>
                    <a:pt x="9500" y="11971"/>
                  </a:lnTo>
                  <a:lnTo>
                    <a:pt x="9423" y="12087"/>
                  </a:lnTo>
                  <a:lnTo>
                    <a:pt x="9345" y="12203"/>
                  </a:lnTo>
                  <a:lnTo>
                    <a:pt x="9307" y="12319"/>
                  </a:lnTo>
                  <a:lnTo>
                    <a:pt x="9307" y="12473"/>
                  </a:lnTo>
                  <a:lnTo>
                    <a:pt x="9152" y="12357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689" y="12280"/>
                  </a:lnTo>
                  <a:lnTo>
                    <a:pt x="8534" y="12319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48" y="12705"/>
                  </a:lnTo>
                  <a:lnTo>
                    <a:pt x="8071" y="12550"/>
                  </a:lnTo>
                  <a:lnTo>
                    <a:pt x="7994" y="12434"/>
                  </a:lnTo>
                  <a:lnTo>
                    <a:pt x="7839" y="12319"/>
                  </a:lnTo>
                  <a:lnTo>
                    <a:pt x="7724" y="12241"/>
                  </a:lnTo>
                  <a:lnTo>
                    <a:pt x="7453" y="12164"/>
                  </a:lnTo>
                  <a:lnTo>
                    <a:pt x="7222" y="12164"/>
                  </a:lnTo>
                  <a:lnTo>
                    <a:pt x="6990" y="12241"/>
                  </a:lnTo>
                  <a:lnTo>
                    <a:pt x="6758" y="12396"/>
                  </a:lnTo>
                  <a:lnTo>
                    <a:pt x="6758" y="12048"/>
                  </a:lnTo>
                  <a:lnTo>
                    <a:pt x="6720" y="11855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488" y="11392"/>
                  </a:lnTo>
                  <a:lnTo>
                    <a:pt x="6372" y="11276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870" y="11122"/>
                  </a:lnTo>
                  <a:lnTo>
                    <a:pt x="5677" y="11160"/>
                  </a:lnTo>
                  <a:lnTo>
                    <a:pt x="5523" y="11199"/>
                  </a:lnTo>
                  <a:lnTo>
                    <a:pt x="5523" y="10967"/>
                  </a:lnTo>
                  <a:lnTo>
                    <a:pt x="5445" y="10697"/>
                  </a:lnTo>
                  <a:lnTo>
                    <a:pt x="5291" y="10504"/>
                  </a:lnTo>
                  <a:lnTo>
                    <a:pt x="5214" y="10426"/>
                  </a:lnTo>
                  <a:lnTo>
                    <a:pt x="5098" y="10349"/>
                  </a:lnTo>
                  <a:lnTo>
                    <a:pt x="4943" y="10311"/>
                  </a:lnTo>
                  <a:lnTo>
                    <a:pt x="4673" y="10311"/>
                  </a:lnTo>
                  <a:lnTo>
                    <a:pt x="4519" y="10349"/>
                  </a:lnTo>
                  <a:lnTo>
                    <a:pt x="4519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22"/>
                  </a:lnTo>
                  <a:lnTo>
                    <a:pt x="3553" y="9422"/>
                  </a:lnTo>
                  <a:lnTo>
                    <a:pt x="3399" y="9461"/>
                  </a:lnTo>
                  <a:lnTo>
                    <a:pt x="3244" y="9538"/>
                  </a:lnTo>
                  <a:lnTo>
                    <a:pt x="3128" y="9616"/>
                  </a:lnTo>
                  <a:lnTo>
                    <a:pt x="2974" y="9731"/>
                  </a:lnTo>
                  <a:lnTo>
                    <a:pt x="2974" y="9616"/>
                  </a:lnTo>
                  <a:lnTo>
                    <a:pt x="2897" y="9422"/>
                  </a:lnTo>
                  <a:lnTo>
                    <a:pt x="2742" y="9268"/>
                  </a:lnTo>
                  <a:lnTo>
                    <a:pt x="2588" y="9114"/>
                  </a:lnTo>
                  <a:lnTo>
                    <a:pt x="2433" y="9036"/>
                  </a:lnTo>
                  <a:lnTo>
                    <a:pt x="2202" y="8998"/>
                  </a:lnTo>
                  <a:lnTo>
                    <a:pt x="2009" y="8998"/>
                  </a:lnTo>
                  <a:lnTo>
                    <a:pt x="1815" y="9075"/>
                  </a:lnTo>
                  <a:lnTo>
                    <a:pt x="1661" y="9191"/>
                  </a:lnTo>
                  <a:lnTo>
                    <a:pt x="1545" y="9345"/>
                  </a:lnTo>
                  <a:lnTo>
                    <a:pt x="1429" y="9500"/>
                  </a:lnTo>
                  <a:lnTo>
                    <a:pt x="1352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889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48" y="10426"/>
                  </a:lnTo>
                  <a:lnTo>
                    <a:pt x="232" y="10581"/>
                  </a:lnTo>
                  <a:lnTo>
                    <a:pt x="78" y="10890"/>
                  </a:lnTo>
                  <a:lnTo>
                    <a:pt x="1" y="11199"/>
                  </a:lnTo>
                  <a:lnTo>
                    <a:pt x="1" y="11546"/>
                  </a:lnTo>
                  <a:lnTo>
                    <a:pt x="39" y="11894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8" y="12782"/>
                  </a:lnTo>
                  <a:lnTo>
                    <a:pt x="773" y="12898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13" y="13130"/>
                  </a:lnTo>
                  <a:lnTo>
                    <a:pt x="1700" y="13168"/>
                  </a:lnTo>
                  <a:lnTo>
                    <a:pt x="2086" y="13091"/>
                  </a:lnTo>
                  <a:lnTo>
                    <a:pt x="2472" y="12975"/>
                  </a:lnTo>
                  <a:lnTo>
                    <a:pt x="2781" y="12782"/>
                  </a:lnTo>
                  <a:lnTo>
                    <a:pt x="3090" y="12512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15" y="11932"/>
                  </a:lnTo>
                  <a:lnTo>
                    <a:pt x="3515" y="11817"/>
                  </a:lnTo>
                  <a:lnTo>
                    <a:pt x="3437" y="11739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8" y="12434"/>
                  </a:lnTo>
                  <a:lnTo>
                    <a:pt x="2317" y="12550"/>
                  </a:lnTo>
                  <a:lnTo>
                    <a:pt x="2009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20" y="12550"/>
                  </a:lnTo>
                  <a:lnTo>
                    <a:pt x="966" y="12434"/>
                  </a:lnTo>
                  <a:lnTo>
                    <a:pt x="812" y="12319"/>
                  </a:lnTo>
                  <a:lnTo>
                    <a:pt x="696" y="12203"/>
                  </a:lnTo>
                  <a:lnTo>
                    <a:pt x="580" y="12048"/>
                  </a:lnTo>
                  <a:lnTo>
                    <a:pt x="541" y="11855"/>
                  </a:lnTo>
                  <a:lnTo>
                    <a:pt x="503" y="11701"/>
                  </a:lnTo>
                  <a:lnTo>
                    <a:pt x="464" y="11546"/>
                  </a:lnTo>
                  <a:lnTo>
                    <a:pt x="464" y="11353"/>
                  </a:lnTo>
                  <a:lnTo>
                    <a:pt x="503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889" y="10620"/>
                  </a:lnTo>
                  <a:lnTo>
                    <a:pt x="1043" y="10504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00" y="10349"/>
                  </a:lnTo>
                  <a:lnTo>
                    <a:pt x="2279" y="10349"/>
                  </a:lnTo>
                  <a:lnTo>
                    <a:pt x="2588" y="10426"/>
                  </a:lnTo>
                  <a:lnTo>
                    <a:pt x="2858" y="10504"/>
                  </a:lnTo>
                  <a:lnTo>
                    <a:pt x="3128" y="10620"/>
                  </a:lnTo>
                  <a:lnTo>
                    <a:pt x="3630" y="10928"/>
                  </a:lnTo>
                  <a:lnTo>
                    <a:pt x="4132" y="11276"/>
                  </a:lnTo>
                  <a:lnTo>
                    <a:pt x="4634" y="11662"/>
                  </a:lnTo>
                  <a:lnTo>
                    <a:pt x="5523" y="12396"/>
                  </a:lnTo>
                  <a:lnTo>
                    <a:pt x="5870" y="12666"/>
                  </a:lnTo>
                  <a:lnTo>
                    <a:pt x="6256" y="12936"/>
                  </a:lnTo>
                  <a:lnTo>
                    <a:pt x="6681" y="13207"/>
                  </a:lnTo>
                  <a:lnTo>
                    <a:pt x="7106" y="13400"/>
                  </a:lnTo>
                  <a:lnTo>
                    <a:pt x="7530" y="13593"/>
                  </a:lnTo>
                  <a:lnTo>
                    <a:pt x="7994" y="13709"/>
                  </a:lnTo>
                  <a:lnTo>
                    <a:pt x="8419" y="13786"/>
                  </a:lnTo>
                  <a:lnTo>
                    <a:pt x="8921" y="13786"/>
                  </a:lnTo>
                  <a:lnTo>
                    <a:pt x="9345" y="13670"/>
                  </a:lnTo>
                  <a:lnTo>
                    <a:pt x="9693" y="13554"/>
                  </a:lnTo>
                  <a:lnTo>
                    <a:pt x="10040" y="13323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890" y="12473"/>
                  </a:lnTo>
                  <a:lnTo>
                    <a:pt x="11122" y="12087"/>
                  </a:lnTo>
                  <a:lnTo>
                    <a:pt x="11315" y="11739"/>
                  </a:lnTo>
                  <a:lnTo>
                    <a:pt x="11508" y="11199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075"/>
                  </a:lnTo>
                  <a:lnTo>
                    <a:pt x="12319" y="8573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45" y="7299"/>
                  </a:lnTo>
                  <a:lnTo>
                    <a:pt x="13632" y="6951"/>
                  </a:lnTo>
                  <a:lnTo>
                    <a:pt x="14018" y="6681"/>
                  </a:lnTo>
                  <a:lnTo>
                    <a:pt x="14443" y="6449"/>
                  </a:lnTo>
                  <a:lnTo>
                    <a:pt x="14867" y="6256"/>
                  </a:lnTo>
                  <a:lnTo>
                    <a:pt x="15331" y="6102"/>
                  </a:lnTo>
                  <a:lnTo>
                    <a:pt x="15794" y="5986"/>
                  </a:lnTo>
                  <a:lnTo>
                    <a:pt x="16296" y="5909"/>
                  </a:lnTo>
                  <a:lnTo>
                    <a:pt x="16875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08"/>
                  </a:lnTo>
                  <a:lnTo>
                    <a:pt x="21741" y="7723"/>
                  </a:lnTo>
                  <a:lnTo>
                    <a:pt x="22127" y="7762"/>
                  </a:lnTo>
                  <a:lnTo>
                    <a:pt x="22552" y="7723"/>
                  </a:lnTo>
                  <a:lnTo>
                    <a:pt x="22976" y="7646"/>
                  </a:lnTo>
                  <a:lnTo>
                    <a:pt x="23363" y="7492"/>
                  </a:lnTo>
                  <a:lnTo>
                    <a:pt x="23710" y="7260"/>
                  </a:lnTo>
                  <a:lnTo>
                    <a:pt x="24058" y="6990"/>
                  </a:lnTo>
                  <a:lnTo>
                    <a:pt x="24328" y="6642"/>
                  </a:lnTo>
                  <a:lnTo>
                    <a:pt x="24560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46" y="5059"/>
                  </a:lnTo>
                  <a:lnTo>
                    <a:pt x="24984" y="4634"/>
                  </a:lnTo>
                  <a:lnTo>
                    <a:pt x="24984" y="4171"/>
                  </a:lnTo>
                  <a:lnTo>
                    <a:pt x="24946" y="3707"/>
                  </a:lnTo>
                  <a:lnTo>
                    <a:pt x="24869" y="3283"/>
                  </a:lnTo>
                  <a:lnTo>
                    <a:pt x="24753" y="2819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45"/>
                  </a:lnTo>
                  <a:lnTo>
                    <a:pt x="24019" y="1159"/>
                  </a:lnTo>
                  <a:lnTo>
                    <a:pt x="23787" y="811"/>
                  </a:lnTo>
                  <a:lnTo>
                    <a:pt x="23942" y="348"/>
                  </a:lnTo>
                  <a:lnTo>
                    <a:pt x="23556" y="232"/>
                  </a:lnTo>
                  <a:lnTo>
                    <a:pt x="23170" y="78"/>
                  </a:lnTo>
                  <a:lnTo>
                    <a:pt x="23131" y="39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6"/>
            <p:cNvSpPr/>
            <p:nvPr/>
          </p:nvSpPr>
          <p:spPr>
            <a:xfrm>
              <a:off x="5955050" y="3275975"/>
              <a:ext cx="152550" cy="277075"/>
            </a:xfrm>
            <a:custGeom>
              <a:avLst/>
              <a:gdLst/>
              <a:ahLst/>
              <a:cxnLst/>
              <a:rect l="l" t="t" r="r" b="b"/>
              <a:pathLst>
                <a:path w="6102" h="11083" extrusionOk="0">
                  <a:moveTo>
                    <a:pt x="3553" y="0"/>
                  </a:moveTo>
                  <a:lnTo>
                    <a:pt x="3398" y="463"/>
                  </a:lnTo>
                  <a:lnTo>
                    <a:pt x="3746" y="656"/>
                  </a:lnTo>
                  <a:lnTo>
                    <a:pt x="4093" y="888"/>
                  </a:lnTo>
                  <a:lnTo>
                    <a:pt x="4364" y="1158"/>
                  </a:lnTo>
                  <a:lnTo>
                    <a:pt x="4634" y="1467"/>
                  </a:lnTo>
                  <a:lnTo>
                    <a:pt x="4866" y="1776"/>
                  </a:lnTo>
                  <a:lnTo>
                    <a:pt x="5059" y="2124"/>
                  </a:lnTo>
                  <a:lnTo>
                    <a:pt x="5213" y="2471"/>
                  </a:lnTo>
                  <a:lnTo>
                    <a:pt x="5368" y="2819"/>
                  </a:lnTo>
                  <a:lnTo>
                    <a:pt x="5445" y="3205"/>
                  </a:lnTo>
                  <a:lnTo>
                    <a:pt x="5522" y="3630"/>
                  </a:lnTo>
                  <a:lnTo>
                    <a:pt x="5561" y="4016"/>
                  </a:lnTo>
                  <a:lnTo>
                    <a:pt x="5561" y="4441"/>
                  </a:lnTo>
                  <a:lnTo>
                    <a:pt x="5561" y="4827"/>
                  </a:lnTo>
                  <a:lnTo>
                    <a:pt x="5522" y="5252"/>
                  </a:lnTo>
                  <a:lnTo>
                    <a:pt x="5406" y="5638"/>
                  </a:lnTo>
                  <a:lnTo>
                    <a:pt x="5290" y="6024"/>
                  </a:lnTo>
                  <a:lnTo>
                    <a:pt x="5136" y="6449"/>
                  </a:lnTo>
                  <a:lnTo>
                    <a:pt x="4943" y="6873"/>
                  </a:lnTo>
                  <a:lnTo>
                    <a:pt x="4711" y="7298"/>
                  </a:lnTo>
                  <a:lnTo>
                    <a:pt x="4480" y="7684"/>
                  </a:lnTo>
                  <a:lnTo>
                    <a:pt x="4209" y="8070"/>
                  </a:lnTo>
                  <a:lnTo>
                    <a:pt x="3900" y="8418"/>
                  </a:lnTo>
                  <a:lnTo>
                    <a:pt x="3591" y="8727"/>
                  </a:lnTo>
                  <a:lnTo>
                    <a:pt x="3244" y="9036"/>
                  </a:lnTo>
                  <a:lnTo>
                    <a:pt x="2896" y="9345"/>
                  </a:lnTo>
                  <a:lnTo>
                    <a:pt x="2549" y="9615"/>
                  </a:lnTo>
                  <a:lnTo>
                    <a:pt x="2124" y="9847"/>
                  </a:lnTo>
                  <a:lnTo>
                    <a:pt x="1738" y="10078"/>
                  </a:lnTo>
                  <a:lnTo>
                    <a:pt x="1313" y="10272"/>
                  </a:lnTo>
                  <a:lnTo>
                    <a:pt x="888" y="10426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7" y="11082"/>
                  </a:lnTo>
                  <a:lnTo>
                    <a:pt x="579" y="10967"/>
                  </a:lnTo>
                  <a:lnTo>
                    <a:pt x="1081" y="10851"/>
                  </a:lnTo>
                  <a:lnTo>
                    <a:pt x="1583" y="10696"/>
                  </a:lnTo>
                  <a:lnTo>
                    <a:pt x="2047" y="10465"/>
                  </a:lnTo>
                  <a:lnTo>
                    <a:pt x="2510" y="10233"/>
                  </a:lnTo>
                  <a:lnTo>
                    <a:pt x="2935" y="9963"/>
                  </a:lnTo>
                  <a:lnTo>
                    <a:pt x="3360" y="9654"/>
                  </a:lnTo>
                  <a:lnTo>
                    <a:pt x="3784" y="9306"/>
                  </a:lnTo>
                  <a:lnTo>
                    <a:pt x="4132" y="8959"/>
                  </a:lnTo>
                  <a:lnTo>
                    <a:pt x="4480" y="8572"/>
                  </a:lnTo>
                  <a:lnTo>
                    <a:pt x="4788" y="8148"/>
                  </a:lnTo>
                  <a:lnTo>
                    <a:pt x="5097" y="7723"/>
                  </a:lnTo>
                  <a:lnTo>
                    <a:pt x="5329" y="7260"/>
                  </a:lnTo>
                  <a:lnTo>
                    <a:pt x="5561" y="6796"/>
                  </a:lnTo>
                  <a:lnTo>
                    <a:pt x="5754" y="6294"/>
                  </a:lnTo>
                  <a:lnTo>
                    <a:pt x="5908" y="5792"/>
                  </a:lnTo>
                  <a:lnTo>
                    <a:pt x="5986" y="5367"/>
                  </a:lnTo>
                  <a:lnTo>
                    <a:pt x="6063" y="4943"/>
                  </a:lnTo>
                  <a:lnTo>
                    <a:pt x="6101" y="4518"/>
                  </a:lnTo>
                  <a:lnTo>
                    <a:pt x="6063" y="4093"/>
                  </a:lnTo>
                  <a:lnTo>
                    <a:pt x="6024" y="3668"/>
                  </a:lnTo>
                  <a:lnTo>
                    <a:pt x="5986" y="3244"/>
                  </a:lnTo>
                  <a:lnTo>
                    <a:pt x="5870" y="2858"/>
                  </a:lnTo>
                  <a:lnTo>
                    <a:pt x="5715" y="2433"/>
                  </a:lnTo>
                  <a:lnTo>
                    <a:pt x="5561" y="2047"/>
                  </a:lnTo>
                  <a:lnTo>
                    <a:pt x="5368" y="1699"/>
                  </a:lnTo>
                  <a:lnTo>
                    <a:pt x="5136" y="1352"/>
                  </a:lnTo>
                  <a:lnTo>
                    <a:pt x="4866" y="1043"/>
                  </a:lnTo>
                  <a:lnTo>
                    <a:pt x="4595" y="734"/>
                  </a:lnTo>
                  <a:lnTo>
                    <a:pt x="4286" y="463"/>
                  </a:lnTo>
                  <a:lnTo>
                    <a:pt x="3939" y="232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6"/>
            <p:cNvSpPr/>
            <p:nvPr/>
          </p:nvSpPr>
          <p:spPr>
            <a:xfrm>
              <a:off x="369400" y="3292375"/>
              <a:ext cx="35750" cy="31875"/>
            </a:xfrm>
            <a:custGeom>
              <a:avLst/>
              <a:gdLst/>
              <a:ahLst/>
              <a:cxnLst/>
              <a:rect l="l" t="t" r="r" b="b"/>
              <a:pathLst>
                <a:path w="1430" h="1275" extrusionOk="0">
                  <a:moveTo>
                    <a:pt x="618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1"/>
                  </a:lnTo>
                  <a:lnTo>
                    <a:pt x="39" y="464"/>
                  </a:lnTo>
                  <a:lnTo>
                    <a:pt x="1" y="657"/>
                  </a:lnTo>
                  <a:lnTo>
                    <a:pt x="39" y="850"/>
                  </a:lnTo>
                  <a:lnTo>
                    <a:pt x="116" y="1004"/>
                  </a:lnTo>
                  <a:lnTo>
                    <a:pt x="271" y="1159"/>
                  </a:lnTo>
                  <a:lnTo>
                    <a:pt x="425" y="1236"/>
                  </a:lnTo>
                  <a:lnTo>
                    <a:pt x="618" y="1275"/>
                  </a:lnTo>
                  <a:lnTo>
                    <a:pt x="812" y="1236"/>
                  </a:lnTo>
                  <a:lnTo>
                    <a:pt x="850" y="1198"/>
                  </a:lnTo>
                  <a:lnTo>
                    <a:pt x="889" y="1120"/>
                  </a:lnTo>
                  <a:lnTo>
                    <a:pt x="812" y="1043"/>
                  </a:lnTo>
                  <a:lnTo>
                    <a:pt x="734" y="1004"/>
                  </a:lnTo>
                  <a:lnTo>
                    <a:pt x="657" y="1004"/>
                  </a:lnTo>
                  <a:lnTo>
                    <a:pt x="541" y="966"/>
                  </a:lnTo>
                  <a:lnTo>
                    <a:pt x="464" y="889"/>
                  </a:lnTo>
                  <a:lnTo>
                    <a:pt x="425" y="811"/>
                  </a:lnTo>
                  <a:lnTo>
                    <a:pt x="387" y="696"/>
                  </a:lnTo>
                  <a:lnTo>
                    <a:pt x="425" y="618"/>
                  </a:lnTo>
                  <a:lnTo>
                    <a:pt x="464" y="502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812" y="387"/>
                  </a:lnTo>
                  <a:lnTo>
                    <a:pt x="927" y="464"/>
                  </a:lnTo>
                  <a:lnTo>
                    <a:pt x="1082" y="618"/>
                  </a:lnTo>
                  <a:lnTo>
                    <a:pt x="1198" y="657"/>
                  </a:lnTo>
                  <a:lnTo>
                    <a:pt x="1275" y="696"/>
                  </a:lnTo>
                  <a:lnTo>
                    <a:pt x="1352" y="696"/>
                  </a:lnTo>
                  <a:lnTo>
                    <a:pt x="1391" y="657"/>
                  </a:lnTo>
                  <a:lnTo>
                    <a:pt x="1429" y="541"/>
                  </a:lnTo>
                  <a:lnTo>
                    <a:pt x="1391" y="464"/>
                  </a:lnTo>
                  <a:lnTo>
                    <a:pt x="1352" y="348"/>
                  </a:lnTo>
                  <a:lnTo>
                    <a:pt x="1198" y="194"/>
                  </a:lnTo>
                  <a:lnTo>
                    <a:pt x="1005" y="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6"/>
            <p:cNvSpPr/>
            <p:nvPr/>
          </p:nvSpPr>
          <p:spPr>
            <a:xfrm>
              <a:off x="6549700" y="3335825"/>
              <a:ext cx="85000" cy="94625"/>
            </a:xfrm>
            <a:custGeom>
              <a:avLst/>
              <a:gdLst/>
              <a:ahLst/>
              <a:cxnLst/>
              <a:rect l="l" t="t" r="r" b="b"/>
              <a:pathLst>
                <a:path w="3400" h="3785" extrusionOk="0">
                  <a:moveTo>
                    <a:pt x="78" y="0"/>
                  </a:moveTo>
                  <a:lnTo>
                    <a:pt x="1" y="77"/>
                  </a:lnTo>
                  <a:lnTo>
                    <a:pt x="1" y="116"/>
                  </a:lnTo>
                  <a:lnTo>
                    <a:pt x="349" y="888"/>
                  </a:lnTo>
                  <a:lnTo>
                    <a:pt x="812" y="1661"/>
                  </a:lnTo>
                  <a:lnTo>
                    <a:pt x="1275" y="2394"/>
                  </a:lnTo>
                  <a:lnTo>
                    <a:pt x="1739" y="3089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4"/>
                  </a:lnTo>
                  <a:lnTo>
                    <a:pt x="3013" y="3707"/>
                  </a:lnTo>
                  <a:lnTo>
                    <a:pt x="3206" y="3591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89"/>
                  </a:lnTo>
                  <a:lnTo>
                    <a:pt x="3399" y="2896"/>
                  </a:lnTo>
                  <a:lnTo>
                    <a:pt x="3360" y="2703"/>
                  </a:lnTo>
                  <a:lnTo>
                    <a:pt x="3283" y="2510"/>
                  </a:lnTo>
                  <a:lnTo>
                    <a:pt x="3129" y="2163"/>
                  </a:lnTo>
                  <a:lnTo>
                    <a:pt x="2936" y="2240"/>
                  </a:lnTo>
                  <a:lnTo>
                    <a:pt x="3052" y="2587"/>
                  </a:lnTo>
                  <a:lnTo>
                    <a:pt x="3090" y="2742"/>
                  </a:lnTo>
                  <a:lnTo>
                    <a:pt x="3129" y="2858"/>
                  </a:lnTo>
                  <a:lnTo>
                    <a:pt x="2897" y="3012"/>
                  </a:lnTo>
                  <a:lnTo>
                    <a:pt x="2665" y="3128"/>
                  </a:lnTo>
                  <a:lnTo>
                    <a:pt x="2511" y="3205"/>
                  </a:lnTo>
                  <a:lnTo>
                    <a:pt x="2318" y="3205"/>
                  </a:lnTo>
                  <a:lnTo>
                    <a:pt x="2202" y="3167"/>
                  </a:lnTo>
                  <a:lnTo>
                    <a:pt x="2048" y="3089"/>
                  </a:lnTo>
                  <a:lnTo>
                    <a:pt x="1932" y="2935"/>
                  </a:lnTo>
                  <a:lnTo>
                    <a:pt x="1855" y="2742"/>
                  </a:lnTo>
                  <a:lnTo>
                    <a:pt x="1700" y="2510"/>
                  </a:lnTo>
                  <a:lnTo>
                    <a:pt x="1082" y="1506"/>
                  </a:lnTo>
                  <a:lnTo>
                    <a:pt x="619" y="772"/>
                  </a:lnTo>
                  <a:lnTo>
                    <a:pt x="387" y="386"/>
                  </a:lnTo>
                  <a:lnTo>
                    <a:pt x="117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6"/>
            <p:cNvSpPr/>
            <p:nvPr/>
          </p:nvSpPr>
          <p:spPr>
            <a:xfrm>
              <a:off x="2268300" y="338120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70"/>
                  </a:lnTo>
                  <a:lnTo>
                    <a:pt x="1120" y="463"/>
                  </a:lnTo>
                  <a:lnTo>
                    <a:pt x="850" y="656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64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90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68"/>
                  </a:lnTo>
                  <a:lnTo>
                    <a:pt x="502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815"/>
                  </a:lnTo>
                  <a:lnTo>
                    <a:pt x="888" y="1583"/>
                  </a:lnTo>
                  <a:lnTo>
                    <a:pt x="1043" y="1352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92" y="656"/>
                  </a:lnTo>
                  <a:lnTo>
                    <a:pt x="2124" y="579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5"/>
                  </a:lnTo>
                  <a:lnTo>
                    <a:pt x="3514" y="1158"/>
                  </a:lnTo>
                  <a:lnTo>
                    <a:pt x="3591" y="1390"/>
                  </a:lnTo>
                  <a:lnTo>
                    <a:pt x="3668" y="1660"/>
                  </a:lnTo>
                  <a:lnTo>
                    <a:pt x="4132" y="1583"/>
                  </a:lnTo>
                  <a:lnTo>
                    <a:pt x="4016" y="1197"/>
                  </a:lnTo>
                  <a:lnTo>
                    <a:pt x="3823" y="811"/>
                  </a:lnTo>
                  <a:lnTo>
                    <a:pt x="3630" y="541"/>
                  </a:lnTo>
                  <a:lnTo>
                    <a:pt x="3398" y="270"/>
                  </a:lnTo>
                  <a:lnTo>
                    <a:pt x="3244" y="193"/>
                  </a:lnTo>
                  <a:lnTo>
                    <a:pt x="3089" y="116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6"/>
            <p:cNvSpPr/>
            <p:nvPr/>
          </p:nvSpPr>
          <p:spPr>
            <a:xfrm>
              <a:off x="2133125" y="3382150"/>
              <a:ext cx="437350" cy="302200"/>
            </a:xfrm>
            <a:custGeom>
              <a:avLst/>
              <a:gdLst/>
              <a:ahLst/>
              <a:cxnLst/>
              <a:rect l="l" t="t" r="r" b="b"/>
              <a:pathLst>
                <a:path w="17494" h="12088" extrusionOk="0">
                  <a:moveTo>
                    <a:pt x="12087" y="541"/>
                  </a:moveTo>
                  <a:lnTo>
                    <a:pt x="12203" y="580"/>
                  </a:lnTo>
                  <a:lnTo>
                    <a:pt x="12319" y="657"/>
                  </a:lnTo>
                  <a:lnTo>
                    <a:pt x="12628" y="889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93"/>
                  </a:lnTo>
                  <a:lnTo>
                    <a:pt x="13478" y="2279"/>
                  </a:lnTo>
                  <a:lnTo>
                    <a:pt x="13632" y="2665"/>
                  </a:lnTo>
                  <a:lnTo>
                    <a:pt x="13825" y="3476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511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3" y="1738"/>
                  </a:lnTo>
                  <a:lnTo>
                    <a:pt x="11508" y="1429"/>
                  </a:lnTo>
                  <a:lnTo>
                    <a:pt x="11431" y="1082"/>
                  </a:lnTo>
                  <a:lnTo>
                    <a:pt x="11663" y="734"/>
                  </a:lnTo>
                  <a:lnTo>
                    <a:pt x="11779" y="618"/>
                  </a:lnTo>
                  <a:lnTo>
                    <a:pt x="11856" y="541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90" y="1738"/>
                  </a:lnTo>
                  <a:lnTo>
                    <a:pt x="16567" y="1854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704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6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700"/>
                  </a:lnTo>
                  <a:lnTo>
                    <a:pt x="16103" y="1622"/>
                  </a:lnTo>
                  <a:close/>
                  <a:moveTo>
                    <a:pt x="13864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52"/>
                  </a:lnTo>
                  <a:lnTo>
                    <a:pt x="12667" y="5484"/>
                  </a:lnTo>
                  <a:lnTo>
                    <a:pt x="12165" y="5793"/>
                  </a:lnTo>
                  <a:lnTo>
                    <a:pt x="11894" y="5909"/>
                  </a:lnTo>
                  <a:lnTo>
                    <a:pt x="11624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8" y="5291"/>
                  </a:lnTo>
                  <a:lnTo>
                    <a:pt x="11122" y="5098"/>
                  </a:lnTo>
                  <a:lnTo>
                    <a:pt x="11277" y="4982"/>
                  </a:lnTo>
                  <a:lnTo>
                    <a:pt x="11547" y="4750"/>
                  </a:lnTo>
                  <a:lnTo>
                    <a:pt x="11817" y="4673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2" y="5407"/>
                  </a:lnTo>
                  <a:lnTo>
                    <a:pt x="16412" y="5677"/>
                  </a:lnTo>
                  <a:lnTo>
                    <a:pt x="16644" y="6025"/>
                  </a:lnTo>
                  <a:lnTo>
                    <a:pt x="16876" y="6333"/>
                  </a:lnTo>
                  <a:lnTo>
                    <a:pt x="16992" y="6681"/>
                  </a:lnTo>
                  <a:lnTo>
                    <a:pt x="16992" y="6835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374" y="7337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835"/>
                  </a:lnTo>
                  <a:lnTo>
                    <a:pt x="15370" y="6565"/>
                  </a:lnTo>
                  <a:lnTo>
                    <a:pt x="15061" y="6179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78"/>
                  </a:lnTo>
                  <a:lnTo>
                    <a:pt x="11470" y="116"/>
                  </a:lnTo>
                  <a:lnTo>
                    <a:pt x="11354" y="232"/>
                  </a:lnTo>
                  <a:lnTo>
                    <a:pt x="11161" y="425"/>
                  </a:lnTo>
                  <a:lnTo>
                    <a:pt x="11006" y="618"/>
                  </a:lnTo>
                  <a:lnTo>
                    <a:pt x="10929" y="812"/>
                  </a:lnTo>
                  <a:lnTo>
                    <a:pt x="10929" y="1043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700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2" y="2742"/>
                  </a:lnTo>
                  <a:lnTo>
                    <a:pt x="12396" y="3090"/>
                  </a:lnTo>
                  <a:lnTo>
                    <a:pt x="12860" y="3437"/>
                  </a:lnTo>
                  <a:lnTo>
                    <a:pt x="12860" y="3437"/>
                  </a:lnTo>
                  <a:lnTo>
                    <a:pt x="12049" y="3322"/>
                  </a:lnTo>
                  <a:lnTo>
                    <a:pt x="11199" y="3283"/>
                  </a:lnTo>
                  <a:lnTo>
                    <a:pt x="10388" y="3360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45"/>
                  </a:lnTo>
                  <a:lnTo>
                    <a:pt x="9075" y="1622"/>
                  </a:lnTo>
                  <a:lnTo>
                    <a:pt x="9153" y="2124"/>
                  </a:lnTo>
                  <a:lnTo>
                    <a:pt x="9153" y="2626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630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50"/>
                  </a:lnTo>
                  <a:lnTo>
                    <a:pt x="5832" y="5252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51"/>
                  </a:lnTo>
                  <a:lnTo>
                    <a:pt x="3090" y="7724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56"/>
                  </a:lnTo>
                  <a:lnTo>
                    <a:pt x="542" y="10967"/>
                  </a:lnTo>
                  <a:lnTo>
                    <a:pt x="1" y="11817"/>
                  </a:lnTo>
                  <a:lnTo>
                    <a:pt x="349" y="12087"/>
                  </a:lnTo>
                  <a:lnTo>
                    <a:pt x="1546" y="10542"/>
                  </a:lnTo>
                  <a:lnTo>
                    <a:pt x="2743" y="8998"/>
                  </a:lnTo>
                  <a:lnTo>
                    <a:pt x="3360" y="8226"/>
                  </a:lnTo>
                  <a:lnTo>
                    <a:pt x="4017" y="7531"/>
                  </a:lnTo>
                  <a:lnTo>
                    <a:pt x="4712" y="6835"/>
                  </a:lnTo>
                  <a:lnTo>
                    <a:pt x="5484" y="6179"/>
                  </a:lnTo>
                  <a:lnTo>
                    <a:pt x="6257" y="5600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8" y="4441"/>
                  </a:lnTo>
                  <a:lnTo>
                    <a:pt x="8921" y="4287"/>
                  </a:lnTo>
                  <a:lnTo>
                    <a:pt x="9423" y="4132"/>
                  </a:lnTo>
                  <a:lnTo>
                    <a:pt x="9886" y="4017"/>
                  </a:lnTo>
                  <a:lnTo>
                    <a:pt x="10388" y="3939"/>
                  </a:lnTo>
                  <a:lnTo>
                    <a:pt x="10852" y="3862"/>
                  </a:lnTo>
                  <a:lnTo>
                    <a:pt x="11354" y="3823"/>
                  </a:lnTo>
                  <a:lnTo>
                    <a:pt x="11856" y="3823"/>
                  </a:lnTo>
                  <a:lnTo>
                    <a:pt x="12358" y="3862"/>
                  </a:lnTo>
                  <a:lnTo>
                    <a:pt x="12860" y="3939"/>
                  </a:lnTo>
                  <a:lnTo>
                    <a:pt x="12358" y="4017"/>
                  </a:lnTo>
                  <a:lnTo>
                    <a:pt x="11856" y="4132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712"/>
                  </a:lnTo>
                  <a:lnTo>
                    <a:pt x="10697" y="4866"/>
                  </a:lnTo>
                  <a:lnTo>
                    <a:pt x="10543" y="5098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86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3"/>
                  </a:lnTo>
                  <a:lnTo>
                    <a:pt x="11006" y="6449"/>
                  </a:lnTo>
                  <a:lnTo>
                    <a:pt x="11585" y="6449"/>
                  </a:lnTo>
                  <a:lnTo>
                    <a:pt x="11894" y="6372"/>
                  </a:lnTo>
                  <a:lnTo>
                    <a:pt x="12165" y="6295"/>
                  </a:lnTo>
                  <a:lnTo>
                    <a:pt x="12628" y="6063"/>
                  </a:lnTo>
                  <a:lnTo>
                    <a:pt x="13053" y="5831"/>
                  </a:lnTo>
                  <a:lnTo>
                    <a:pt x="13439" y="5523"/>
                  </a:lnTo>
                  <a:lnTo>
                    <a:pt x="13400" y="5561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47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876" y="7878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6"/>
                  </a:lnTo>
                  <a:lnTo>
                    <a:pt x="17378" y="7531"/>
                  </a:lnTo>
                  <a:lnTo>
                    <a:pt x="17416" y="7415"/>
                  </a:lnTo>
                  <a:lnTo>
                    <a:pt x="17455" y="7260"/>
                  </a:lnTo>
                  <a:lnTo>
                    <a:pt x="17494" y="6951"/>
                  </a:lnTo>
                  <a:lnTo>
                    <a:pt x="17416" y="6642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827"/>
                  </a:lnTo>
                  <a:lnTo>
                    <a:pt x="16026" y="4634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39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90"/>
                  </a:lnTo>
                  <a:lnTo>
                    <a:pt x="16914" y="2897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6" y="2202"/>
                  </a:lnTo>
                  <a:lnTo>
                    <a:pt x="17107" y="1931"/>
                  </a:lnTo>
                  <a:lnTo>
                    <a:pt x="17069" y="1700"/>
                  </a:lnTo>
                  <a:lnTo>
                    <a:pt x="16914" y="1507"/>
                  </a:lnTo>
                  <a:lnTo>
                    <a:pt x="16760" y="1352"/>
                  </a:lnTo>
                  <a:lnTo>
                    <a:pt x="16567" y="1236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75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80" y="2472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89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55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6"/>
            <p:cNvSpPr/>
            <p:nvPr/>
          </p:nvSpPr>
          <p:spPr>
            <a:xfrm>
              <a:off x="2737450" y="3395675"/>
              <a:ext cx="459550" cy="296375"/>
            </a:xfrm>
            <a:custGeom>
              <a:avLst/>
              <a:gdLst/>
              <a:ahLst/>
              <a:cxnLst/>
              <a:rect l="l" t="t" r="r" b="b"/>
              <a:pathLst>
                <a:path w="18382" h="11855" extrusionOk="0">
                  <a:moveTo>
                    <a:pt x="17648" y="2935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8"/>
                  </a:lnTo>
                  <a:lnTo>
                    <a:pt x="17880" y="3321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39"/>
                  </a:lnTo>
                  <a:lnTo>
                    <a:pt x="17648" y="4132"/>
                  </a:lnTo>
                  <a:lnTo>
                    <a:pt x="17300" y="4402"/>
                  </a:lnTo>
                  <a:lnTo>
                    <a:pt x="17030" y="4595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3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4"/>
                  </a:lnTo>
                  <a:lnTo>
                    <a:pt x="16528" y="3514"/>
                  </a:lnTo>
                  <a:lnTo>
                    <a:pt x="16721" y="3282"/>
                  </a:lnTo>
                  <a:lnTo>
                    <a:pt x="16953" y="3128"/>
                  </a:lnTo>
                  <a:lnTo>
                    <a:pt x="17223" y="2974"/>
                  </a:lnTo>
                  <a:lnTo>
                    <a:pt x="17493" y="2935"/>
                  </a:lnTo>
                  <a:close/>
                  <a:moveTo>
                    <a:pt x="14211" y="4866"/>
                  </a:moveTo>
                  <a:lnTo>
                    <a:pt x="14481" y="4904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29"/>
                  </a:lnTo>
                  <a:lnTo>
                    <a:pt x="14752" y="5522"/>
                  </a:lnTo>
                  <a:lnTo>
                    <a:pt x="14288" y="5677"/>
                  </a:lnTo>
                  <a:lnTo>
                    <a:pt x="14018" y="5715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599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6"/>
                  </a:lnTo>
                  <a:lnTo>
                    <a:pt x="13169" y="5020"/>
                  </a:lnTo>
                  <a:lnTo>
                    <a:pt x="13323" y="4943"/>
                  </a:lnTo>
                  <a:lnTo>
                    <a:pt x="13555" y="4904"/>
                  </a:lnTo>
                  <a:lnTo>
                    <a:pt x="13864" y="4866"/>
                  </a:lnTo>
                  <a:close/>
                  <a:moveTo>
                    <a:pt x="15756" y="5522"/>
                  </a:moveTo>
                  <a:lnTo>
                    <a:pt x="16374" y="5831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3"/>
                  </a:lnTo>
                  <a:lnTo>
                    <a:pt x="17571" y="6912"/>
                  </a:lnTo>
                  <a:lnTo>
                    <a:pt x="17609" y="7067"/>
                  </a:lnTo>
                  <a:lnTo>
                    <a:pt x="17609" y="7221"/>
                  </a:lnTo>
                  <a:lnTo>
                    <a:pt x="17609" y="7453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3"/>
                  </a:lnTo>
                  <a:lnTo>
                    <a:pt x="17146" y="7723"/>
                  </a:lnTo>
                  <a:lnTo>
                    <a:pt x="16953" y="7685"/>
                  </a:lnTo>
                  <a:lnTo>
                    <a:pt x="16798" y="7607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6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1"/>
                  </a:lnTo>
                  <a:lnTo>
                    <a:pt x="15756" y="5522"/>
                  </a:lnTo>
                  <a:close/>
                  <a:moveTo>
                    <a:pt x="4944" y="464"/>
                  </a:moveTo>
                  <a:lnTo>
                    <a:pt x="5561" y="502"/>
                  </a:lnTo>
                  <a:lnTo>
                    <a:pt x="6141" y="657"/>
                  </a:lnTo>
                  <a:lnTo>
                    <a:pt x="6681" y="888"/>
                  </a:lnTo>
                  <a:lnTo>
                    <a:pt x="7222" y="1197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4"/>
                  </a:lnTo>
                  <a:lnTo>
                    <a:pt x="8766" y="2781"/>
                  </a:lnTo>
                  <a:lnTo>
                    <a:pt x="9037" y="3205"/>
                  </a:lnTo>
                  <a:lnTo>
                    <a:pt x="9268" y="3669"/>
                  </a:lnTo>
                  <a:lnTo>
                    <a:pt x="9693" y="4595"/>
                  </a:lnTo>
                  <a:lnTo>
                    <a:pt x="10079" y="5522"/>
                  </a:lnTo>
                  <a:lnTo>
                    <a:pt x="10272" y="5908"/>
                  </a:lnTo>
                  <a:lnTo>
                    <a:pt x="10504" y="6294"/>
                  </a:lnTo>
                  <a:lnTo>
                    <a:pt x="10736" y="6642"/>
                  </a:lnTo>
                  <a:lnTo>
                    <a:pt x="11006" y="6912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0"/>
                  </a:lnTo>
                  <a:lnTo>
                    <a:pt x="13207" y="7492"/>
                  </a:lnTo>
                  <a:lnTo>
                    <a:pt x="13516" y="7414"/>
                  </a:lnTo>
                  <a:lnTo>
                    <a:pt x="13825" y="7260"/>
                  </a:lnTo>
                  <a:lnTo>
                    <a:pt x="14095" y="7105"/>
                  </a:lnTo>
                  <a:lnTo>
                    <a:pt x="14366" y="6951"/>
                  </a:lnTo>
                  <a:lnTo>
                    <a:pt x="14597" y="6719"/>
                  </a:lnTo>
                  <a:lnTo>
                    <a:pt x="14829" y="6488"/>
                  </a:lnTo>
                  <a:lnTo>
                    <a:pt x="14404" y="7221"/>
                  </a:lnTo>
                  <a:lnTo>
                    <a:pt x="13941" y="7878"/>
                  </a:lnTo>
                  <a:lnTo>
                    <a:pt x="13439" y="8534"/>
                  </a:lnTo>
                  <a:lnTo>
                    <a:pt x="12860" y="9113"/>
                  </a:lnTo>
                  <a:lnTo>
                    <a:pt x="12242" y="9615"/>
                  </a:lnTo>
                  <a:lnTo>
                    <a:pt x="11547" y="10079"/>
                  </a:lnTo>
                  <a:lnTo>
                    <a:pt x="10813" y="10503"/>
                  </a:lnTo>
                  <a:lnTo>
                    <a:pt x="10041" y="10812"/>
                  </a:lnTo>
                  <a:lnTo>
                    <a:pt x="9462" y="11005"/>
                  </a:lnTo>
                  <a:lnTo>
                    <a:pt x="8882" y="11160"/>
                  </a:lnTo>
                  <a:lnTo>
                    <a:pt x="8303" y="11276"/>
                  </a:lnTo>
                  <a:lnTo>
                    <a:pt x="7724" y="11314"/>
                  </a:lnTo>
                  <a:lnTo>
                    <a:pt x="7145" y="11353"/>
                  </a:lnTo>
                  <a:lnTo>
                    <a:pt x="6604" y="11314"/>
                  </a:lnTo>
                  <a:lnTo>
                    <a:pt x="6025" y="11237"/>
                  </a:lnTo>
                  <a:lnTo>
                    <a:pt x="5484" y="11121"/>
                  </a:lnTo>
                  <a:lnTo>
                    <a:pt x="4944" y="10967"/>
                  </a:lnTo>
                  <a:lnTo>
                    <a:pt x="4442" y="10735"/>
                  </a:lnTo>
                  <a:lnTo>
                    <a:pt x="3940" y="10503"/>
                  </a:lnTo>
                  <a:lnTo>
                    <a:pt x="3476" y="10195"/>
                  </a:lnTo>
                  <a:lnTo>
                    <a:pt x="3013" y="9847"/>
                  </a:lnTo>
                  <a:lnTo>
                    <a:pt x="2549" y="9461"/>
                  </a:lnTo>
                  <a:lnTo>
                    <a:pt x="2163" y="9036"/>
                  </a:lnTo>
                  <a:lnTo>
                    <a:pt x="1777" y="8573"/>
                  </a:lnTo>
                  <a:lnTo>
                    <a:pt x="1430" y="8032"/>
                  </a:lnTo>
                  <a:lnTo>
                    <a:pt x="1121" y="7492"/>
                  </a:lnTo>
                  <a:lnTo>
                    <a:pt x="850" y="6912"/>
                  </a:lnTo>
                  <a:lnTo>
                    <a:pt x="657" y="6333"/>
                  </a:lnTo>
                  <a:lnTo>
                    <a:pt x="503" y="5754"/>
                  </a:lnTo>
                  <a:lnTo>
                    <a:pt x="426" y="5136"/>
                  </a:lnTo>
                  <a:lnTo>
                    <a:pt x="426" y="4518"/>
                  </a:lnTo>
                  <a:lnTo>
                    <a:pt x="503" y="3862"/>
                  </a:lnTo>
                  <a:lnTo>
                    <a:pt x="696" y="3282"/>
                  </a:lnTo>
                  <a:lnTo>
                    <a:pt x="928" y="2742"/>
                  </a:lnTo>
                  <a:lnTo>
                    <a:pt x="1275" y="2240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79"/>
                  </a:lnTo>
                  <a:lnTo>
                    <a:pt x="4326" y="464"/>
                  </a:lnTo>
                  <a:close/>
                  <a:moveTo>
                    <a:pt x="4519" y="0"/>
                  </a:moveTo>
                  <a:lnTo>
                    <a:pt x="4249" y="39"/>
                  </a:lnTo>
                  <a:lnTo>
                    <a:pt x="3901" y="77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5"/>
                  </a:lnTo>
                  <a:lnTo>
                    <a:pt x="2472" y="579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3"/>
                  </a:lnTo>
                  <a:lnTo>
                    <a:pt x="1082" y="1699"/>
                  </a:lnTo>
                  <a:lnTo>
                    <a:pt x="773" y="2163"/>
                  </a:lnTo>
                  <a:lnTo>
                    <a:pt x="503" y="2626"/>
                  </a:lnTo>
                  <a:lnTo>
                    <a:pt x="310" y="3089"/>
                  </a:lnTo>
                  <a:lnTo>
                    <a:pt x="155" y="3591"/>
                  </a:lnTo>
                  <a:lnTo>
                    <a:pt x="40" y="4093"/>
                  </a:lnTo>
                  <a:lnTo>
                    <a:pt x="1" y="4595"/>
                  </a:lnTo>
                  <a:lnTo>
                    <a:pt x="1" y="5136"/>
                  </a:lnTo>
                  <a:lnTo>
                    <a:pt x="78" y="5638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8"/>
                  </a:lnTo>
                  <a:lnTo>
                    <a:pt x="1237" y="8611"/>
                  </a:lnTo>
                  <a:lnTo>
                    <a:pt x="1545" y="9036"/>
                  </a:lnTo>
                  <a:lnTo>
                    <a:pt x="2009" y="9577"/>
                  </a:lnTo>
                  <a:lnTo>
                    <a:pt x="2472" y="10040"/>
                  </a:lnTo>
                  <a:lnTo>
                    <a:pt x="2974" y="10426"/>
                  </a:lnTo>
                  <a:lnTo>
                    <a:pt x="3476" y="10812"/>
                  </a:lnTo>
                  <a:lnTo>
                    <a:pt x="4055" y="11083"/>
                  </a:lnTo>
                  <a:lnTo>
                    <a:pt x="4596" y="11353"/>
                  </a:lnTo>
                  <a:lnTo>
                    <a:pt x="5214" y="11546"/>
                  </a:lnTo>
                  <a:lnTo>
                    <a:pt x="5832" y="11701"/>
                  </a:lnTo>
                  <a:lnTo>
                    <a:pt x="5870" y="11855"/>
                  </a:lnTo>
                  <a:lnTo>
                    <a:pt x="6218" y="11778"/>
                  </a:lnTo>
                  <a:lnTo>
                    <a:pt x="7029" y="11816"/>
                  </a:lnTo>
                  <a:lnTo>
                    <a:pt x="7840" y="11816"/>
                  </a:lnTo>
                  <a:lnTo>
                    <a:pt x="8689" y="11701"/>
                  </a:lnTo>
                  <a:lnTo>
                    <a:pt x="9539" y="11507"/>
                  </a:lnTo>
                  <a:lnTo>
                    <a:pt x="10272" y="11237"/>
                  </a:lnTo>
                  <a:lnTo>
                    <a:pt x="11006" y="10928"/>
                  </a:lnTo>
                  <a:lnTo>
                    <a:pt x="11315" y="10812"/>
                  </a:lnTo>
                  <a:lnTo>
                    <a:pt x="11315" y="10774"/>
                  </a:lnTo>
                  <a:lnTo>
                    <a:pt x="12049" y="10349"/>
                  </a:lnTo>
                  <a:lnTo>
                    <a:pt x="12705" y="9847"/>
                  </a:lnTo>
                  <a:lnTo>
                    <a:pt x="13362" y="9306"/>
                  </a:lnTo>
                  <a:lnTo>
                    <a:pt x="13941" y="8689"/>
                  </a:lnTo>
                  <a:lnTo>
                    <a:pt x="14481" y="8032"/>
                  </a:lnTo>
                  <a:lnTo>
                    <a:pt x="14713" y="7685"/>
                  </a:lnTo>
                  <a:lnTo>
                    <a:pt x="14906" y="7298"/>
                  </a:lnTo>
                  <a:lnTo>
                    <a:pt x="15099" y="6951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19"/>
                  </a:lnTo>
                  <a:lnTo>
                    <a:pt x="15987" y="7144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6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2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3"/>
                  </a:lnTo>
                  <a:lnTo>
                    <a:pt x="18034" y="7260"/>
                  </a:lnTo>
                  <a:lnTo>
                    <a:pt x="17995" y="7028"/>
                  </a:lnTo>
                  <a:lnTo>
                    <a:pt x="17918" y="6835"/>
                  </a:lnTo>
                  <a:lnTo>
                    <a:pt x="17841" y="6642"/>
                  </a:lnTo>
                  <a:lnTo>
                    <a:pt x="17725" y="6449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5"/>
                  </a:lnTo>
                  <a:lnTo>
                    <a:pt x="16567" y="5445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1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3"/>
                  </a:lnTo>
                  <a:lnTo>
                    <a:pt x="18343" y="3553"/>
                  </a:lnTo>
                  <a:lnTo>
                    <a:pt x="18382" y="3321"/>
                  </a:lnTo>
                  <a:lnTo>
                    <a:pt x="18343" y="3089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3"/>
                  </a:lnTo>
                  <a:lnTo>
                    <a:pt x="17841" y="2587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7"/>
                  </a:lnTo>
                  <a:lnTo>
                    <a:pt x="16953" y="2703"/>
                  </a:lnTo>
                  <a:lnTo>
                    <a:pt x="16760" y="2781"/>
                  </a:lnTo>
                  <a:lnTo>
                    <a:pt x="16567" y="2935"/>
                  </a:lnTo>
                  <a:lnTo>
                    <a:pt x="16412" y="3089"/>
                  </a:lnTo>
                  <a:lnTo>
                    <a:pt x="16258" y="3282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0"/>
                  </a:lnTo>
                  <a:lnTo>
                    <a:pt x="15524" y="5020"/>
                  </a:lnTo>
                  <a:lnTo>
                    <a:pt x="15099" y="4788"/>
                  </a:lnTo>
                  <a:lnTo>
                    <a:pt x="14675" y="4634"/>
                  </a:lnTo>
                  <a:lnTo>
                    <a:pt x="14211" y="4518"/>
                  </a:lnTo>
                  <a:lnTo>
                    <a:pt x="13748" y="4518"/>
                  </a:lnTo>
                  <a:lnTo>
                    <a:pt x="13362" y="4595"/>
                  </a:lnTo>
                  <a:lnTo>
                    <a:pt x="13169" y="4634"/>
                  </a:lnTo>
                  <a:lnTo>
                    <a:pt x="12975" y="4711"/>
                  </a:lnTo>
                  <a:lnTo>
                    <a:pt x="12782" y="4788"/>
                  </a:lnTo>
                  <a:lnTo>
                    <a:pt x="12628" y="4943"/>
                  </a:lnTo>
                  <a:lnTo>
                    <a:pt x="12512" y="5097"/>
                  </a:lnTo>
                  <a:lnTo>
                    <a:pt x="12435" y="5252"/>
                  </a:lnTo>
                  <a:lnTo>
                    <a:pt x="12396" y="5445"/>
                  </a:lnTo>
                  <a:lnTo>
                    <a:pt x="12473" y="5638"/>
                  </a:lnTo>
                  <a:lnTo>
                    <a:pt x="12551" y="5792"/>
                  </a:lnTo>
                  <a:lnTo>
                    <a:pt x="12705" y="5908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0"/>
                  </a:lnTo>
                  <a:lnTo>
                    <a:pt x="13786" y="6140"/>
                  </a:lnTo>
                  <a:lnTo>
                    <a:pt x="14134" y="6101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19"/>
                  </a:lnTo>
                  <a:lnTo>
                    <a:pt x="13671" y="6835"/>
                  </a:lnTo>
                  <a:lnTo>
                    <a:pt x="13439" y="6951"/>
                  </a:lnTo>
                  <a:lnTo>
                    <a:pt x="13207" y="7028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0"/>
                  </a:lnTo>
                  <a:lnTo>
                    <a:pt x="10968" y="6140"/>
                  </a:lnTo>
                  <a:lnTo>
                    <a:pt x="10774" y="5792"/>
                  </a:lnTo>
                  <a:lnTo>
                    <a:pt x="10504" y="5329"/>
                  </a:lnTo>
                  <a:lnTo>
                    <a:pt x="10311" y="4827"/>
                  </a:lnTo>
                  <a:lnTo>
                    <a:pt x="9886" y="3862"/>
                  </a:lnTo>
                  <a:lnTo>
                    <a:pt x="9655" y="3398"/>
                  </a:lnTo>
                  <a:lnTo>
                    <a:pt x="9423" y="2935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1"/>
                  </a:lnTo>
                  <a:lnTo>
                    <a:pt x="6874" y="502"/>
                  </a:lnTo>
                  <a:lnTo>
                    <a:pt x="6295" y="271"/>
                  </a:lnTo>
                  <a:lnTo>
                    <a:pt x="5716" y="116"/>
                  </a:lnTo>
                  <a:lnTo>
                    <a:pt x="5137" y="39"/>
                  </a:lnTo>
                  <a:lnTo>
                    <a:pt x="451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6"/>
            <p:cNvSpPr/>
            <p:nvPr/>
          </p:nvSpPr>
          <p:spPr>
            <a:xfrm>
              <a:off x="2769325" y="3423675"/>
              <a:ext cx="144825" cy="164125"/>
            </a:xfrm>
            <a:custGeom>
              <a:avLst/>
              <a:gdLst/>
              <a:ahLst/>
              <a:cxnLst/>
              <a:rect l="l" t="t" r="r" b="b"/>
              <a:pathLst>
                <a:path w="5793" h="6565" extrusionOk="0">
                  <a:moveTo>
                    <a:pt x="2858" y="463"/>
                  </a:moveTo>
                  <a:lnTo>
                    <a:pt x="3360" y="618"/>
                  </a:lnTo>
                  <a:lnTo>
                    <a:pt x="3823" y="811"/>
                  </a:lnTo>
                  <a:lnTo>
                    <a:pt x="4248" y="1081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8"/>
                  </a:lnTo>
                  <a:lnTo>
                    <a:pt x="5252" y="2510"/>
                  </a:lnTo>
                  <a:lnTo>
                    <a:pt x="5290" y="2780"/>
                  </a:lnTo>
                  <a:lnTo>
                    <a:pt x="5329" y="3051"/>
                  </a:lnTo>
                  <a:lnTo>
                    <a:pt x="5329" y="3321"/>
                  </a:lnTo>
                  <a:lnTo>
                    <a:pt x="5290" y="3784"/>
                  </a:lnTo>
                  <a:lnTo>
                    <a:pt x="5175" y="4248"/>
                  </a:lnTo>
                  <a:lnTo>
                    <a:pt x="4981" y="4711"/>
                  </a:lnTo>
                  <a:lnTo>
                    <a:pt x="4711" y="5097"/>
                  </a:lnTo>
                  <a:lnTo>
                    <a:pt x="4364" y="5445"/>
                  </a:lnTo>
                  <a:lnTo>
                    <a:pt x="4016" y="5715"/>
                  </a:lnTo>
                  <a:lnTo>
                    <a:pt x="3784" y="5831"/>
                  </a:lnTo>
                  <a:lnTo>
                    <a:pt x="3553" y="5947"/>
                  </a:lnTo>
                  <a:lnTo>
                    <a:pt x="3321" y="6024"/>
                  </a:lnTo>
                  <a:lnTo>
                    <a:pt x="3089" y="6063"/>
                  </a:lnTo>
                  <a:lnTo>
                    <a:pt x="2780" y="6101"/>
                  </a:lnTo>
                  <a:lnTo>
                    <a:pt x="2510" y="6101"/>
                  </a:lnTo>
                  <a:lnTo>
                    <a:pt x="2201" y="6063"/>
                  </a:lnTo>
                  <a:lnTo>
                    <a:pt x="1970" y="5985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599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0"/>
                  </a:lnTo>
                  <a:lnTo>
                    <a:pt x="734" y="4788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4"/>
                  </a:lnTo>
                  <a:lnTo>
                    <a:pt x="464" y="2973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699"/>
                  </a:lnTo>
                  <a:lnTo>
                    <a:pt x="966" y="1506"/>
                  </a:lnTo>
                  <a:lnTo>
                    <a:pt x="1120" y="1274"/>
                  </a:lnTo>
                  <a:lnTo>
                    <a:pt x="1313" y="1120"/>
                  </a:lnTo>
                  <a:lnTo>
                    <a:pt x="1506" y="927"/>
                  </a:lnTo>
                  <a:lnTo>
                    <a:pt x="1738" y="811"/>
                  </a:lnTo>
                  <a:lnTo>
                    <a:pt x="1970" y="695"/>
                  </a:lnTo>
                  <a:lnTo>
                    <a:pt x="2201" y="579"/>
                  </a:lnTo>
                  <a:lnTo>
                    <a:pt x="2472" y="541"/>
                  </a:lnTo>
                  <a:lnTo>
                    <a:pt x="2780" y="502"/>
                  </a:lnTo>
                  <a:lnTo>
                    <a:pt x="2819" y="502"/>
                  </a:lnTo>
                  <a:lnTo>
                    <a:pt x="2858" y="463"/>
                  </a:lnTo>
                  <a:close/>
                  <a:moveTo>
                    <a:pt x="2665" y="0"/>
                  </a:moveTo>
                  <a:lnTo>
                    <a:pt x="2587" y="39"/>
                  </a:lnTo>
                  <a:lnTo>
                    <a:pt x="2510" y="77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0"/>
                  </a:lnTo>
                  <a:lnTo>
                    <a:pt x="1854" y="309"/>
                  </a:lnTo>
                  <a:lnTo>
                    <a:pt x="1622" y="386"/>
                  </a:lnTo>
                  <a:lnTo>
                    <a:pt x="1390" y="502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6"/>
                  </a:lnTo>
                  <a:lnTo>
                    <a:pt x="348" y="1738"/>
                  </a:lnTo>
                  <a:lnTo>
                    <a:pt x="155" y="2278"/>
                  </a:lnTo>
                  <a:lnTo>
                    <a:pt x="39" y="2858"/>
                  </a:lnTo>
                  <a:lnTo>
                    <a:pt x="0" y="3398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2"/>
                  </a:lnTo>
                  <a:lnTo>
                    <a:pt x="309" y="4943"/>
                  </a:lnTo>
                  <a:lnTo>
                    <a:pt x="425" y="5213"/>
                  </a:lnTo>
                  <a:lnTo>
                    <a:pt x="579" y="5445"/>
                  </a:lnTo>
                  <a:lnTo>
                    <a:pt x="734" y="5676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7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6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6"/>
                  </a:lnTo>
                  <a:lnTo>
                    <a:pt x="3476" y="6449"/>
                  </a:lnTo>
                  <a:lnTo>
                    <a:pt x="3784" y="6333"/>
                  </a:lnTo>
                  <a:lnTo>
                    <a:pt x="4055" y="6217"/>
                  </a:lnTo>
                  <a:lnTo>
                    <a:pt x="4325" y="6063"/>
                  </a:lnTo>
                  <a:lnTo>
                    <a:pt x="4557" y="5908"/>
                  </a:lnTo>
                  <a:lnTo>
                    <a:pt x="4788" y="5715"/>
                  </a:lnTo>
                  <a:lnTo>
                    <a:pt x="4981" y="5483"/>
                  </a:lnTo>
                  <a:lnTo>
                    <a:pt x="5175" y="5252"/>
                  </a:lnTo>
                  <a:lnTo>
                    <a:pt x="5329" y="4981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0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7"/>
                  </a:lnTo>
                  <a:lnTo>
                    <a:pt x="5561" y="2047"/>
                  </a:lnTo>
                  <a:lnTo>
                    <a:pt x="5406" y="1776"/>
                  </a:lnTo>
                  <a:lnTo>
                    <a:pt x="5252" y="1506"/>
                  </a:lnTo>
                  <a:lnTo>
                    <a:pt x="5059" y="1274"/>
                  </a:lnTo>
                  <a:lnTo>
                    <a:pt x="4866" y="1043"/>
                  </a:lnTo>
                  <a:lnTo>
                    <a:pt x="4634" y="811"/>
                  </a:lnTo>
                  <a:lnTo>
                    <a:pt x="4402" y="618"/>
                  </a:lnTo>
                  <a:lnTo>
                    <a:pt x="4132" y="463"/>
                  </a:lnTo>
                  <a:lnTo>
                    <a:pt x="3862" y="309"/>
                  </a:lnTo>
                  <a:lnTo>
                    <a:pt x="3591" y="193"/>
                  </a:lnTo>
                  <a:lnTo>
                    <a:pt x="3282" y="116"/>
                  </a:lnTo>
                  <a:lnTo>
                    <a:pt x="2974" y="39"/>
                  </a:lnTo>
                  <a:lnTo>
                    <a:pt x="266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6"/>
            <p:cNvSpPr/>
            <p:nvPr/>
          </p:nvSpPr>
          <p:spPr>
            <a:xfrm>
              <a:off x="3889150" y="34449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3" y="3823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0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4" y="5986"/>
                  </a:lnTo>
                  <a:lnTo>
                    <a:pt x="11430" y="6140"/>
                  </a:lnTo>
                  <a:lnTo>
                    <a:pt x="11353" y="6218"/>
                  </a:lnTo>
                  <a:lnTo>
                    <a:pt x="11237" y="6256"/>
                  </a:lnTo>
                  <a:lnTo>
                    <a:pt x="11083" y="6295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0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9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4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1" y="9616"/>
                  </a:lnTo>
                  <a:lnTo>
                    <a:pt x="12936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5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6"/>
            <p:cNvSpPr/>
            <p:nvPr/>
          </p:nvSpPr>
          <p:spPr>
            <a:xfrm>
              <a:off x="4428800" y="3447800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0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3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2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7"/>
                  </a:lnTo>
                  <a:lnTo>
                    <a:pt x="6951" y="12627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7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6"/>
            <p:cNvSpPr/>
            <p:nvPr/>
          </p:nvSpPr>
          <p:spPr>
            <a:xfrm>
              <a:off x="4598700" y="3452625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49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1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6"/>
            <p:cNvSpPr/>
            <p:nvPr/>
          </p:nvSpPr>
          <p:spPr>
            <a:xfrm>
              <a:off x="3921000" y="34584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59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1" y="9075"/>
                  </a:lnTo>
                  <a:lnTo>
                    <a:pt x="6913" y="8804"/>
                  </a:lnTo>
                  <a:lnTo>
                    <a:pt x="6951" y="8534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8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0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8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4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4"/>
                  </a:lnTo>
                  <a:lnTo>
                    <a:pt x="6449" y="8843"/>
                  </a:lnTo>
                  <a:lnTo>
                    <a:pt x="5716" y="8804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5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6"/>
            <p:cNvSpPr/>
            <p:nvPr/>
          </p:nvSpPr>
          <p:spPr>
            <a:xfrm>
              <a:off x="1220850" y="3492200"/>
              <a:ext cx="274200" cy="516500"/>
            </a:xfrm>
            <a:custGeom>
              <a:avLst/>
              <a:gdLst/>
              <a:ahLst/>
              <a:cxnLst/>
              <a:rect l="l" t="t" r="r" b="b"/>
              <a:pathLst>
                <a:path w="10968" h="20660" extrusionOk="0">
                  <a:moveTo>
                    <a:pt x="1468" y="657"/>
                  </a:moveTo>
                  <a:lnTo>
                    <a:pt x="2086" y="1005"/>
                  </a:lnTo>
                  <a:lnTo>
                    <a:pt x="2665" y="1391"/>
                  </a:lnTo>
                  <a:lnTo>
                    <a:pt x="3052" y="1661"/>
                  </a:lnTo>
                  <a:lnTo>
                    <a:pt x="3438" y="1970"/>
                  </a:lnTo>
                  <a:lnTo>
                    <a:pt x="3592" y="2125"/>
                  </a:lnTo>
                  <a:lnTo>
                    <a:pt x="3708" y="2279"/>
                  </a:lnTo>
                  <a:lnTo>
                    <a:pt x="3862" y="2588"/>
                  </a:lnTo>
                  <a:lnTo>
                    <a:pt x="3978" y="2935"/>
                  </a:lnTo>
                  <a:lnTo>
                    <a:pt x="4055" y="3322"/>
                  </a:lnTo>
                  <a:lnTo>
                    <a:pt x="5098" y="7492"/>
                  </a:lnTo>
                  <a:lnTo>
                    <a:pt x="7222" y="16180"/>
                  </a:lnTo>
                  <a:lnTo>
                    <a:pt x="7261" y="16258"/>
                  </a:lnTo>
                  <a:lnTo>
                    <a:pt x="7299" y="16296"/>
                  </a:lnTo>
                  <a:lnTo>
                    <a:pt x="7369" y="16331"/>
                  </a:lnTo>
                  <a:lnTo>
                    <a:pt x="7369" y="16331"/>
                  </a:lnTo>
                  <a:lnTo>
                    <a:pt x="6990" y="16489"/>
                  </a:lnTo>
                  <a:lnTo>
                    <a:pt x="6334" y="14481"/>
                  </a:lnTo>
                  <a:lnTo>
                    <a:pt x="5677" y="12512"/>
                  </a:lnTo>
                  <a:lnTo>
                    <a:pt x="4287" y="8573"/>
                  </a:lnTo>
                  <a:lnTo>
                    <a:pt x="2858" y="4634"/>
                  </a:lnTo>
                  <a:lnTo>
                    <a:pt x="1468" y="657"/>
                  </a:lnTo>
                  <a:close/>
                  <a:moveTo>
                    <a:pt x="1121" y="503"/>
                  </a:moveTo>
                  <a:lnTo>
                    <a:pt x="1121" y="580"/>
                  </a:lnTo>
                  <a:lnTo>
                    <a:pt x="3940" y="8573"/>
                  </a:lnTo>
                  <a:lnTo>
                    <a:pt x="5368" y="12551"/>
                  </a:lnTo>
                  <a:lnTo>
                    <a:pt x="6102" y="14558"/>
                  </a:lnTo>
                  <a:lnTo>
                    <a:pt x="6874" y="16528"/>
                  </a:lnTo>
                  <a:lnTo>
                    <a:pt x="6681" y="16566"/>
                  </a:lnTo>
                  <a:lnTo>
                    <a:pt x="5755" y="14636"/>
                  </a:lnTo>
                  <a:lnTo>
                    <a:pt x="4789" y="12705"/>
                  </a:lnTo>
                  <a:lnTo>
                    <a:pt x="2820" y="8882"/>
                  </a:lnTo>
                  <a:lnTo>
                    <a:pt x="1777" y="6951"/>
                  </a:lnTo>
                  <a:lnTo>
                    <a:pt x="773" y="4982"/>
                  </a:lnTo>
                  <a:lnTo>
                    <a:pt x="657" y="4712"/>
                  </a:lnTo>
                  <a:lnTo>
                    <a:pt x="580" y="4441"/>
                  </a:lnTo>
                  <a:lnTo>
                    <a:pt x="542" y="4171"/>
                  </a:lnTo>
                  <a:lnTo>
                    <a:pt x="503" y="3901"/>
                  </a:lnTo>
                  <a:lnTo>
                    <a:pt x="503" y="3322"/>
                  </a:lnTo>
                  <a:lnTo>
                    <a:pt x="542" y="2781"/>
                  </a:lnTo>
                  <a:lnTo>
                    <a:pt x="657" y="2202"/>
                  </a:lnTo>
                  <a:lnTo>
                    <a:pt x="812" y="1623"/>
                  </a:lnTo>
                  <a:lnTo>
                    <a:pt x="1121" y="503"/>
                  </a:lnTo>
                  <a:close/>
                  <a:moveTo>
                    <a:pt x="9886" y="13786"/>
                  </a:moveTo>
                  <a:lnTo>
                    <a:pt x="10041" y="13825"/>
                  </a:lnTo>
                  <a:lnTo>
                    <a:pt x="10157" y="13902"/>
                  </a:lnTo>
                  <a:lnTo>
                    <a:pt x="10311" y="14018"/>
                  </a:lnTo>
                  <a:lnTo>
                    <a:pt x="10581" y="14481"/>
                  </a:lnTo>
                  <a:lnTo>
                    <a:pt x="10620" y="14674"/>
                  </a:lnTo>
                  <a:lnTo>
                    <a:pt x="10620" y="14906"/>
                  </a:lnTo>
                  <a:lnTo>
                    <a:pt x="10581" y="15099"/>
                  </a:lnTo>
                  <a:lnTo>
                    <a:pt x="10504" y="15254"/>
                  </a:lnTo>
                  <a:lnTo>
                    <a:pt x="10311" y="15640"/>
                  </a:lnTo>
                  <a:lnTo>
                    <a:pt x="10041" y="15910"/>
                  </a:lnTo>
                  <a:lnTo>
                    <a:pt x="9655" y="16296"/>
                  </a:lnTo>
                  <a:lnTo>
                    <a:pt x="9191" y="16605"/>
                  </a:lnTo>
                  <a:lnTo>
                    <a:pt x="8728" y="16914"/>
                  </a:lnTo>
                  <a:lnTo>
                    <a:pt x="8265" y="17184"/>
                  </a:lnTo>
                  <a:lnTo>
                    <a:pt x="8149" y="17184"/>
                  </a:lnTo>
                  <a:lnTo>
                    <a:pt x="8071" y="17262"/>
                  </a:lnTo>
                  <a:lnTo>
                    <a:pt x="7724" y="17416"/>
                  </a:lnTo>
                  <a:lnTo>
                    <a:pt x="7029" y="17725"/>
                  </a:lnTo>
                  <a:lnTo>
                    <a:pt x="6295" y="17995"/>
                  </a:lnTo>
                  <a:lnTo>
                    <a:pt x="5523" y="18150"/>
                  </a:lnTo>
                  <a:lnTo>
                    <a:pt x="4789" y="18304"/>
                  </a:lnTo>
                  <a:lnTo>
                    <a:pt x="4403" y="18343"/>
                  </a:lnTo>
                  <a:lnTo>
                    <a:pt x="4055" y="18343"/>
                  </a:lnTo>
                  <a:lnTo>
                    <a:pt x="3669" y="18266"/>
                  </a:lnTo>
                  <a:lnTo>
                    <a:pt x="3515" y="18227"/>
                  </a:lnTo>
                  <a:lnTo>
                    <a:pt x="3360" y="18150"/>
                  </a:lnTo>
                  <a:lnTo>
                    <a:pt x="3245" y="18034"/>
                  </a:lnTo>
                  <a:lnTo>
                    <a:pt x="3129" y="17957"/>
                  </a:lnTo>
                  <a:lnTo>
                    <a:pt x="2974" y="17686"/>
                  </a:lnTo>
                  <a:lnTo>
                    <a:pt x="2858" y="17377"/>
                  </a:lnTo>
                  <a:lnTo>
                    <a:pt x="2858" y="17068"/>
                  </a:lnTo>
                  <a:lnTo>
                    <a:pt x="2897" y="16875"/>
                  </a:lnTo>
                  <a:lnTo>
                    <a:pt x="2974" y="16721"/>
                  </a:lnTo>
                  <a:lnTo>
                    <a:pt x="3090" y="16566"/>
                  </a:lnTo>
                  <a:lnTo>
                    <a:pt x="3206" y="16451"/>
                  </a:lnTo>
                  <a:lnTo>
                    <a:pt x="3322" y="16373"/>
                  </a:lnTo>
                  <a:lnTo>
                    <a:pt x="3476" y="16296"/>
                  </a:lnTo>
                  <a:lnTo>
                    <a:pt x="3592" y="16296"/>
                  </a:lnTo>
                  <a:lnTo>
                    <a:pt x="3708" y="16335"/>
                  </a:lnTo>
                  <a:lnTo>
                    <a:pt x="3824" y="16451"/>
                  </a:lnTo>
                  <a:lnTo>
                    <a:pt x="3940" y="16605"/>
                  </a:lnTo>
                  <a:lnTo>
                    <a:pt x="4094" y="16798"/>
                  </a:lnTo>
                  <a:lnTo>
                    <a:pt x="4210" y="17068"/>
                  </a:lnTo>
                  <a:lnTo>
                    <a:pt x="4055" y="17068"/>
                  </a:lnTo>
                  <a:lnTo>
                    <a:pt x="3978" y="17107"/>
                  </a:lnTo>
                  <a:lnTo>
                    <a:pt x="3940" y="17184"/>
                  </a:lnTo>
                  <a:lnTo>
                    <a:pt x="3978" y="17300"/>
                  </a:lnTo>
                  <a:lnTo>
                    <a:pt x="4055" y="17339"/>
                  </a:lnTo>
                  <a:lnTo>
                    <a:pt x="4828" y="17339"/>
                  </a:lnTo>
                  <a:lnTo>
                    <a:pt x="5639" y="17262"/>
                  </a:lnTo>
                  <a:lnTo>
                    <a:pt x="6450" y="17107"/>
                  </a:lnTo>
                  <a:lnTo>
                    <a:pt x="7261" y="16875"/>
                  </a:lnTo>
                  <a:lnTo>
                    <a:pt x="7647" y="16721"/>
                  </a:lnTo>
                  <a:lnTo>
                    <a:pt x="8033" y="16528"/>
                  </a:lnTo>
                  <a:lnTo>
                    <a:pt x="8419" y="16335"/>
                  </a:lnTo>
                  <a:lnTo>
                    <a:pt x="8728" y="16103"/>
                  </a:lnTo>
                  <a:lnTo>
                    <a:pt x="9075" y="15871"/>
                  </a:lnTo>
                  <a:lnTo>
                    <a:pt x="9384" y="15601"/>
                  </a:lnTo>
                  <a:lnTo>
                    <a:pt x="9616" y="15331"/>
                  </a:lnTo>
                  <a:lnTo>
                    <a:pt x="9886" y="15022"/>
                  </a:lnTo>
                  <a:lnTo>
                    <a:pt x="9886" y="14945"/>
                  </a:lnTo>
                  <a:lnTo>
                    <a:pt x="9886" y="14906"/>
                  </a:lnTo>
                  <a:lnTo>
                    <a:pt x="9848" y="14829"/>
                  </a:lnTo>
                  <a:lnTo>
                    <a:pt x="9809" y="14790"/>
                  </a:lnTo>
                  <a:lnTo>
                    <a:pt x="9732" y="14752"/>
                  </a:lnTo>
                  <a:lnTo>
                    <a:pt x="9616" y="14752"/>
                  </a:lnTo>
                  <a:lnTo>
                    <a:pt x="9539" y="14790"/>
                  </a:lnTo>
                  <a:lnTo>
                    <a:pt x="9307" y="15099"/>
                  </a:lnTo>
                  <a:lnTo>
                    <a:pt x="9114" y="14945"/>
                  </a:lnTo>
                  <a:lnTo>
                    <a:pt x="9037" y="14829"/>
                  </a:lnTo>
                  <a:lnTo>
                    <a:pt x="8998" y="14674"/>
                  </a:lnTo>
                  <a:lnTo>
                    <a:pt x="8998" y="14558"/>
                  </a:lnTo>
                  <a:lnTo>
                    <a:pt x="9037" y="14404"/>
                  </a:lnTo>
                  <a:lnTo>
                    <a:pt x="9114" y="14288"/>
                  </a:lnTo>
                  <a:lnTo>
                    <a:pt x="9346" y="14056"/>
                  </a:lnTo>
                  <a:lnTo>
                    <a:pt x="9462" y="13941"/>
                  </a:lnTo>
                  <a:lnTo>
                    <a:pt x="9539" y="13825"/>
                  </a:lnTo>
                  <a:lnTo>
                    <a:pt x="9655" y="13786"/>
                  </a:lnTo>
                  <a:close/>
                  <a:moveTo>
                    <a:pt x="889" y="1"/>
                  </a:moveTo>
                  <a:lnTo>
                    <a:pt x="812" y="78"/>
                  </a:lnTo>
                  <a:lnTo>
                    <a:pt x="773" y="155"/>
                  </a:lnTo>
                  <a:lnTo>
                    <a:pt x="194" y="2511"/>
                  </a:lnTo>
                  <a:lnTo>
                    <a:pt x="117" y="2897"/>
                  </a:lnTo>
                  <a:lnTo>
                    <a:pt x="40" y="3322"/>
                  </a:lnTo>
                  <a:lnTo>
                    <a:pt x="1" y="3746"/>
                  </a:lnTo>
                  <a:lnTo>
                    <a:pt x="1" y="4210"/>
                  </a:lnTo>
                  <a:lnTo>
                    <a:pt x="78" y="4441"/>
                  </a:lnTo>
                  <a:lnTo>
                    <a:pt x="155" y="4673"/>
                  </a:lnTo>
                  <a:lnTo>
                    <a:pt x="348" y="5136"/>
                  </a:lnTo>
                  <a:lnTo>
                    <a:pt x="850" y="6025"/>
                  </a:lnTo>
                  <a:lnTo>
                    <a:pt x="1970" y="8187"/>
                  </a:lnTo>
                  <a:lnTo>
                    <a:pt x="4133" y="12435"/>
                  </a:lnTo>
                  <a:lnTo>
                    <a:pt x="5253" y="14558"/>
                  </a:lnTo>
                  <a:lnTo>
                    <a:pt x="6411" y="16682"/>
                  </a:lnTo>
                  <a:lnTo>
                    <a:pt x="5484" y="16875"/>
                  </a:lnTo>
                  <a:lnTo>
                    <a:pt x="4596" y="16991"/>
                  </a:lnTo>
                  <a:lnTo>
                    <a:pt x="4596" y="16991"/>
                  </a:lnTo>
                  <a:lnTo>
                    <a:pt x="4673" y="16837"/>
                  </a:lnTo>
                  <a:lnTo>
                    <a:pt x="4712" y="16682"/>
                  </a:lnTo>
                  <a:lnTo>
                    <a:pt x="4712" y="16528"/>
                  </a:lnTo>
                  <a:lnTo>
                    <a:pt x="4635" y="16373"/>
                  </a:lnTo>
                  <a:lnTo>
                    <a:pt x="4557" y="16219"/>
                  </a:lnTo>
                  <a:lnTo>
                    <a:pt x="4442" y="16103"/>
                  </a:lnTo>
                  <a:lnTo>
                    <a:pt x="4326" y="15987"/>
                  </a:lnTo>
                  <a:lnTo>
                    <a:pt x="4133" y="15910"/>
                  </a:lnTo>
                  <a:lnTo>
                    <a:pt x="3862" y="15871"/>
                  </a:lnTo>
                  <a:lnTo>
                    <a:pt x="3592" y="15871"/>
                  </a:lnTo>
                  <a:lnTo>
                    <a:pt x="3322" y="15949"/>
                  </a:lnTo>
                  <a:lnTo>
                    <a:pt x="3090" y="16103"/>
                  </a:lnTo>
                  <a:lnTo>
                    <a:pt x="2897" y="16258"/>
                  </a:lnTo>
                  <a:lnTo>
                    <a:pt x="2743" y="16489"/>
                  </a:lnTo>
                  <a:lnTo>
                    <a:pt x="2588" y="16721"/>
                  </a:lnTo>
                  <a:lnTo>
                    <a:pt x="2550" y="16991"/>
                  </a:lnTo>
                  <a:lnTo>
                    <a:pt x="2511" y="17416"/>
                  </a:lnTo>
                  <a:lnTo>
                    <a:pt x="2550" y="17725"/>
                  </a:lnTo>
                  <a:lnTo>
                    <a:pt x="2704" y="17995"/>
                  </a:lnTo>
                  <a:lnTo>
                    <a:pt x="2858" y="18227"/>
                  </a:lnTo>
                  <a:lnTo>
                    <a:pt x="3129" y="18381"/>
                  </a:lnTo>
                  <a:lnTo>
                    <a:pt x="3399" y="18497"/>
                  </a:lnTo>
                  <a:lnTo>
                    <a:pt x="3747" y="18574"/>
                  </a:lnTo>
                  <a:lnTo>
                    <a:pt x="4094" y="18613"/>
                  </a:lnTo>
                  <a:lnTo>
                    <a:pt x="4442" y="18613"/>
                  </a:lnTo>
                  <a:lnTo>
                    <a:pt x="4828" y="18574"/>
                  </a:lnTo>
                  <a:lnTo>
                    <a:pt x="5639" y="18420"/>
                  </a:lnTo>
                  <a:lnTo>
                    <a:pt x="6334" y="18266"/>
                  </a:lnTo>
                  <a:lnTo>
                    <a:pt x="6952" y="18072"/>
                  </a:lnTo>
                  <a:lnTo>
                    <a:pt x="7067" y="18034"/>
                  </a:lnTo>
                  <a:lnTo>
                    <a:pt x="7299" y="17957"/>
                  </a:lnTo>
                  <a:lnTo>
                    <a:pt x="8149" y="17570"/>
                  </a:lnTo>
                  <a:lnTo>
                    <a:pt x="8612" y="18497"/>
                  </a:lnTo>
                  <a:lnTo>
                    <a:pt x="9037" y="19463"/>
                  </a:lnTo>
                  <a:lnTo>
                    <a:pt x="9269" y="20003"/>
                  </a:lnTo>
                  <a:lnTo>
                    <a:pt x="9423" y="20351"/>
                  </a:lnTo>
                  <a:lnTo>
                    <a:pt x="9539" y="20660"/>
                  </a:lnTo>
                  <a:lnTo>
                    <a:pt x="9770" y="20621"/>
                  </a:lnTo>
                  <a:lnTo>
                    <a:pt x="9693" y="20428"/>
                  </a:lnTo>
                  <a:lnTo>
                    <a:pt x="9423" y="19656"/>
                  </a:lnTo>
                  <a:lnTo>
                    <a:pt x="9114" y="18922"/>
                  </a:lnTo>
                  <a:lnTo>
                    <a:pt x="8767" y="18150"/>
                  </a:lnTo>
                  <a:lnTo>
                    <a:pt x="8419" y="17416"/>
                  </a:lnTo>
                  <a:lnTo>
                    <a:pt x="8960" y="17107"/>
                  </a:lnTo>
                  <a:lnTo>
                    <a:pt x="9539" y="16760"/>
                  </a:lnTo>
                  <a:lnTo>
                    <a:pt x="10041" y="16373"/>
                  </a:lnTo>
                  <a:lnTo>
                    <a:pt x="10272" y="16180"/>
                  </a:lnTo>
                  <a:lnTo>
                    <a:pt x="10466" y="15949"/>
                  </a:lnTo>
                  <a:lnTo>
                    <a:pt x="10659" y="15717"/>
                  </a:lnTo>
                  <a:lnTo>
                    <a:pt x="10813" y="15485"/>
                  </a:lnTo>
                  <a:lnTo>
                    <a:pt x="10929" y="15254"/>
                  </a:lnTo>
                  <a:lnTo>
                    <a:pt x="10968" y="14983"/>
                  </a:lnTo>
                  <a:lnTo>
                    <a:pt x="10968" y="14752"/>
                  </a:lnTo>
                  <a:lnTo>
                    <a:pt x="10929" y="14520"/>
                  </a:lnTo>
                  <a:lnTo>
                    <a:pt x="10852" y="14250"/>
                  </a:lnTo>
                  <a:lnTo>
                    <a:pt x="10659" y="13979"/>
                  </a:lnTo>
                  <a:lnTo>
                    <a:pt x="10504" y="13825"/>
                  </a:lnTo>
                  <a:lnTo>
                    <a:pt x="10272" y="13670"/>
                  </a:lnTo>
                  <a:lnTo>
                    <a:pt x="10041" y="13555"/>
                  </a:lnTo>
                  <a:lnTo>
                    <a:pt x="9809" y="13516"/>
                  </a:lnTo>
                  <a:lnTo>
                    <a:pt x="9539" y="13516"/>
                  </a:lnTo>
                  <a:lnTo>
                    <a:pt x="9307" y="13555"/>
                  </a:lnTo>
                  <a:lnTo>
                    <a:pt x="9075" y="13670"/>
                  </a:lnTo>
                  <a:lnTo>
                    <a:pt x="8882" y="13863"/>
                  </a:lnTo>
                  <a:lnTo>
                    <a:pt x="8767" y="14056"/>
                  </a:lnTo>
                  <a:lnTo>
                    <a:pt x="8728" y="14250"/>
                  </a:lnTo>
                  <a:lnTo>
                    <a:pt x="8689" y="14443"/>
                  </a:lnTo>
                  <a:lnTo>
                    <a:pt x="8689" y="14636"/>
                  </a:lnTo>
                  <a:lnTo>
                    <a:pt x="8728" y="14829"/>
                  </a:lnTo>
                  <a:lnTo>
                    <a:pt x="8805" y="15022"/>
                  </a:lnTo>
                  <a:lnTo>
                    <a:pt x="8921" y="15176"/>
                  </a:lnTo>
                  <a:lnTo>
                    <a:pt x="9075" y="15331"/>
                  </a:lnTo>
                  <a:lnTo>
                    <a:pt x="8728" y="15640"/>
                  </a:lnTo>
                  <a:lnTo>
                    <a:pt x="8342" y="15871"/>
                  </a:lnTo>
                  <a:lnTo>
                    <a:pt x="7917" y="16103"/>
                  </a:lnTo>
                  <a:lnTo>
                    <a:pt x="7454" y="16296"/>
                  </a:lnTo>
                  <a:lnTo>
                    <a:pt x="7531" y="16258"/>
                  </a:lnTo>
                  <a:lnTo>
                    <a:pt x="7608" y="16219"/>
                  </a:lnTo>
                  <a:lnTo>
                    <a:pt x="7608" y="16142"/>
                  </a:lnTo>
                  <a:lnTo>
                    <a:pt x="7608" y="16026"/>
                  </a:lnTo>
                  <a:lnTo>
                    <a:pt x="5330" y="6488"/>
                  </a:lnTo>
                  <a:lnTo>
                    <a:pt x="4712" y="4094"/>
                  </a:lnTo>
                  <a:lnTo>
                    <a:pt x="4480" y="3013"/>
                  </a:lnTo>
                  <a:lnTo>
                    <a:pt x="4326" y="2511"/>
                  </a:lnTo>
                  <a:lnTo>
                    <a:pt x="4249" y="2240"/>
                  </a:lnTo>
                  <a:lnTo>
                    <a:pt x="4094" y="2009"/>
                  </a:lnTo>
                  <a:lnTo>
                    <a:pt x="3824" y="1700"/>
                  </a:lnTo>
                  <a:lnTo>
                    <a:pt x="3515" y="1352"/>
                  </a:lnTo>
                  <a:lnTo>
                    <a:pt x="3129" y="1082"/>
                  </a:lnTo>
                  <a:lnTo>
                    <a:pt x="2704" y="812"/>
                  </a:lnTo>
                  <a:lnTo>
                    <a:pt x="2318" y="580"/>
                  </a:lnTo>
                  <a:lnTo>
                    <a:pt x="1854" y="387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6"/>
            <p:cNvSpPr/>
            <p:nvPr/>
          </p:nvSpPr>
          <p:spPr>
            <a:xfrm>
              <a:off x="319200" y="3515375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8" y="309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2"/>
                  </a:lnTo>
                  <a:lnTo>
                    <a:pt x="7299" y="502"/>
                  </a:lnTo>
                  <a:lnTo>
                    <a:pt x="7453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3"/>
                  </a:lnTo>
                  <a:lnTo>
                    <a:pt x="6295" y="4943"/>
                  </a:lnTo>
                  <a:lnTo>
                    <a:pt x="6218" y="3978"/>
                  </a:lnTo>
                  <a:lnTo>
                    <a:pt x="6140" y="2974"/>
                  </a:lnTo>
                  <a:lnTo>
                    <a:pt x="6140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4"/>
                  </a:lnTo>
                  <a:lnTo>
                    <a:pt x="6449" y="502"/>
                  </a:lnTo>
                  <a:lnTo>
                    <a:pt x="6527" y="425"/>
                  </a:lnTo>
                  <a:lnTo>
                    <a:pt x="6642" y="348"/>
                  </a:lnTo>
                  <a:lnTo>
                    <a:pt x="6758" y="309"/>
                  </a:lnTo>
                  <a:close/>
                  <a:moveTo>
                    <a:pt x="11971" y="4711"/>
                  </a:moveTo>
                  <a:lnTo>
                    <a:pt x="12087" y="4750"/>
                  </a:lnTo>
                  <a:lnTo>
                    <a:pt x="12164" y="4827"/>
                  </a:lnTo>
                  <a:lnTo>
                    <a:pt x="12280" y="4905"/>
                  </a:lnTo>
                  <a:lnTo>
                    <a:pt x="12319" y="4982"/>
                  </a:lnTo>
                  <a:lnTo>
                    <a:pt x="12396" y="5136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1"/>
                  </a:lnTo>
                  <a:lnTo>
                    <a:pt x="10041" y="5831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8" y="5252"/>
                  </a:lnTo>
                  <a:lnTo>
                    <a:pt x="7955" y="5020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8" y="4750"/>
                  </a:lnTo>
                  <a:lnTo>
                    <a:pt x="11353" y="4711"/>
                  </a:lnTo>
                  <a:close/>
                  <a:moveTo>
                    <a:pt x="5638" y="5754"/>
                  </a:moveTo>
                  <a:lnTo>
                    <a:pt x="4557" y="6449"/>
                  </a:lnTo>
                  <a:lnTo>
                    <a:pt x="3437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29" y="7917"/>
                  </a:lnTo>
                  <a:lnTo>
                    <a:pt x="1120" y="7955"/>
                  </a:lnTo>
                  <a:lnTo>
                    <a:pt x="927" y="7917"/>
                  </a:lnTo>
                  <a:lnTo>
                    <a:pt x="850" y="7878"/>
                  </a:lnTo>
                  <a:lnTo>
                    <a:pt x="773" y="7801"/>
                  </a:lnTo>
                  <a:lnTo>
                    <a:pt x="734" y="7685"/>
                  </a:lnTo>
                  <a:lnTo>
                    <a:pt x="696" y="7530"/>
                  </a:lnTo>
                  <a:lnTo>
                    <a:pt x="696" y="7376"/>
                  </a:lnTo>
                  <a:lnTo>
                    <a:pt x="696" y="7221"/>
                  </a:lnTo>
                  <a:lnTo>
                    <a:pt x="734" y="7144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2"/>
                  </a:lnTo>
                  <a:lnTo>
                    <a:pt x="2742" y="6449"/>
                  </a:lnTo>
                  <a:lnTo>
                    <a:pt x="3592" y="6295"/>
                  </a:lnTo>
                  <a:lnTo>
                    <a:pt x="4634" y="6063"/>
                  </a:lnTo>
                  <a:lnTo>
                    <a:pt x="5136" y="5909"/>
                  </a:lnTo>
                  <a:lnTo>
                    <a:pt x="5638" y="5754"/>
                  </a:lnTo>
                  <a:close/>
                  <a:moveTo>
                    <a:pt x="6951" y="0"/>
                  </a:moveTo>
                  <a:lnTo>
                    <a:pt x="6720" y="39"/>
                  </a:lnTo>
                  <a:lnTo>
                    <a:pt x="6527" y="116"/>
                  </a:lnTo>
                  <a:lnTo>
                    <a:pt x="6333" y="232"/>
                  </a:lnTo>
                  <a:lnTo>
                    <a:pt x="6140" y="425"/>
                  </a:lnTo>
                  <a:lnTo>
                    <a:pt x="5986" y="618"/>
                  </a:lnTo>
                  <a:lnTo>
                    <a:pt x="5909" y="811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1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3" y="5020"/>
                  </a:lnTo>
                  <a:lnTo>
                    <a:pt x="6025" y="5136"/>
                  </a:lnTo>
                  <a:lnTo>
                    <a:pt x="6063" y="5252"/>
                  </a:lnTo>
                  <a:lnTo>
                    <a:pt x="5523" y="5445"/>
                  </a:lnTo>
                  <a:lnTo>
                    <a:pt x="4982" y="5561"/>
                  </a:lnTo>
                  <a:lnTo>
                    <a:pt x="3939" y="5831"/>
                  </a:lnTo>
                  <a:lnTo>
                    <a:pt x="2858" y="6024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0" y="6642"/>
                  </a:lnTo>
                  <a:lnTo>
                    <a:pt x="503" y="6835"/>
                  </a:lnTo>
                  <a:lnTo>
                    <a:pt x="232" y="7028"/>
                  </a:lnTo>
                  <a:lnTo>
                    <a:pt x="116" y="7144"/>
                  </a:lnTo>
                  <a:lnTo>
                    <a:pt x="39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39" y="7723"/>
                  </a:lnTo>
                  <a:lnTo>
                    <a:pt x="116" y="7917"/>
                  </a:lnTo>
                  <a:lnTo>
                    <a:pt x="232" y="8032"/>
                  </a:lnTo>
                  <a:lnTo>
                    <a:pt x="348" y="8148"/>
                  </a:lnTo>
                  <a:lnTo>
                    <a:pt x="503" y="8225"/>
                  </a:lnTo>
                  <a:lnTo>
                    <a:pt x="618" y="8264"/>
                  </a:lnTo>
                  <a:lnTo>
                    <a:pt x="927" y="8341"/>
                  </a:lnTo>
                  <a:lnTo>
                    <a:pt x="1275" y="8341"/>
                  </a:lnTo>
                  <a:lnTo>
                    <a:pt x="1622" y="8303"/>
                  </a:lnTo>
                  <a:lnTo>
                    <a:pt x="1931" y="8187"/>
                  </a:lnTo>
                  <a:lnTo>
                    <a:pt x="2549" y="7994"/>
                  </a:lnTo>
                  <a:lnTo>
                    <a:pt x="3553" y="7530"/>
                  </a:lnTo>
                  <a:lnTo>
                    <a:pt x="4519" y="6990"/>
                  </a:lnTo>
                  <a:lnTo>
                    <a:pt x="5445" y="6372"/>
                  </a:lnTo>
                  <a:lnTo>
                    <a:pt x="5909" y="6063"/>
                  </a:lnTo>
                  <a:lnTo>
                    <a:pt x="6333" y="5715"/>
                  </a:lnTo>
                  <a:lnTo>
                    <a:pt x="6527" y="6102"/>
                  </a:lnTo>
                  <a:lnTo>
                    <a:pt x="6642" y="6295"/>
                  </a:lnTo>
                  <a:lnTo>
                    <a:pt x="6758" y="6449"/>
                  </a:lnTo>
                  <a:lnTo>
                    <a:pt x="7029" y="6372"/>
                  </a:lnTo>
                  <a:lnTo>
                    <a:pt x="7029" y="6333"/>
                  </a:lnTo>
                  <a:lnTo>
                    <a:pt x="6835" y="5986"/>
                  </a:lnTo>
                  <a:lnTo>
                    <a:pt x="6758" y="5831"/>
                  </a:lnTo>
                  <a:lnTo>
                    <a:pt x="6720" y="5638"/>
                  </a:lnTo>
                  <a:lnTo>
                    <a:pt x="6720" y="5561"/>
                  </a:lnTo>
                  <a:lnTo>
                    <a:pt x="7569" y="5831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7"/>
                  </a:lnTo>
                  <a:lnTo>
                    <a:pt x="11006" y="6217"/>
                  </a:lnTo>
                  <a:lnTo>
                    <a:pt x="11469" y="6179"/>
                  </a:lnTo>
                  <a:lnTo>
                    <a:pt x="11933" y="6140"/>
                  </a:lnTo>
                  <a:lnTo>
                    <a:pt x="12357" y="5986"/>
                  </a:lnTo>
                  <a:lnTo>
                    <a:pt x="12512" y="5909"/>
                  </a:lnTo>
                  <a:lnTo>
                    <a:pt x="12666" y="5793"/>
                  </a:lnTo>
                  <a:lnTo>
                    <a:pt x="12821" y="5677"/>
                  </a:lnTo>
                  <a:lnTo>
                    <a:pt x="12898" y="5522"/>
                  </a:lnTo>
                  <a:lnTo>
                    <a:pt x="12975" y="5368"/>
                  </a:lnTo>
                  <a:lnTo>
                    <a:pt x="12975" y="5175"/>
                  </a:lnTo>
                  <a:lnTo>
                    <a:pt x="12975" y="4982"/>
                  </a:lnTo>
                  <a:lnTo>
                    <a:pt x="12898" y="4827"/>
                  </a:lnTo>
                  <a:lnTo>
                    <a:pt x="12821" y="4711"/>
                  </a:lnTo>
                  <a:lnTo>
                    <a:pt x="12744" y="4634"/>
                  </a:lnTo>
                  <a:lnTo>
                    <a:pt x="12628" y="4518"/>
                  </a:lnTo>
                  <a:lnTo>
                    <a:pt x="12473" y="4480"/>
                  </a:lnTo>
                  <a:lnTo>
                    <a:pt x="12164" y="4364"/>
                  </a:lnTo>
                  <a:lnTo>
                    <a:pt x="11817" y="4325"/>
                  </a:lnTo>
                  <a:lnTo>
                    <a:pt x="11469" y="4325"/>
                  </a:lnTo>
                  <a:lnTo>
                    <a:pt x="10890" y="4364"/>
                  </a:lnTo>
                  <a:lnTo>
                    <a:pt x="9847" y="4403"/>
                  </a:lnTo>
                  <a:lnTo>
                    <a:pt x="8843" y="4480"/>
                  </a:lnTo>
                  <a:lnTo>
                    <a:pt x="7839" y="4634"/>
                  </a:lnTo>
                  <a:lnTo>
                    <a:pt x="6835" y="4827"/>
                  </a:lnTo>
                  <a:lnTo>
                    <a:pt x="7376" y="3476"/>
                  </a:lnTo>
                  <a:lnTo>
                    <a:pt x="7646" y="2742"/>
                  </a:lnTo>
                  <a:lnTo>
                    <a:pt x="7839" y="2047"/>
                  </a:lnTo>
                  <a:lnTo>
                    <a:pt x="7917" y="1815"/>
                  </a:lnTo>
                  <a:lnTo>
                    <a:pt x="7917" y="1545"/>
                  </a:lnTo>
                  <a:lnTo>
                    <a:pt x="7917" y="1313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8"/>
                  </a:lnTo>
                  <a:lnTo>
                    <a:pt x="7531" y="425"/>
                  </a:lnTo>
                  <a:lnTo>
                    <a:pt x="7337" y="271"/>
                  </a:lnTo>
                  <a:lnTo>
                    <a:pt x="7260" y="155"/>
                  </a:lnTo>
                  <a:lnTo>
                    <a:pt x="7144" y="78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6"/>
            <p:cNvSpPr/>
            <p:nvPr/>
          </p:nvSpPr>
          <p:spPr>
            <a:xfrm>
              <a:off x="2371575" y="3521175"/>
              <a:ext cx="106225" cy="123575"/>
            </a:xfrm>
            <a:custGeom>
              <a:avLst/>
              <a:gdLst/>
              <a:ahLst/>
              <a:cxnLst/>
              <a:rect l="l" t="t" r="r" b="b"/>
              <a:pathLst>
                <a:path w="4249" h="4943" extrusionOk="0">
                  <a:moveTo>
                    <a:pt x="3862" y="0"/>
                  </a:moveTo>
                  <a:lnTo>
                    <a:pt x="3592" y="541"/>
                  </a:lnTo>
                  <a:lnTo>
                    <a:pt x="3245" y="1120"/>
                  </a:lnTo>
                  <a:lnTo>
                    <a:pt x="2897" y="1661"/>
                  </a:lnTo>
                  <a:lnTo>
                    <a:pt x="2511" y="2163"/>
                  </a:lnTo>
                  <a:lnTo>
                    <a:pt x="1932" y="2858"/>
                  </a:lnTo>
                  <a:lnTo>
                    <a:pt x="1314" y="3475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48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50"/>
                  </a:lnTo>
                  <a:lnTo>
                    <a:pt x="966" y="4518"/>
                  </a:lnTo>
                  <a:lnTo>
                    <a:pt x="1314" y="4209"/>
                  </a:lnTo>
                  <a:lnTo>
                    <a:pt x="1700" y="3900"/>
                  </a:lnTo>
                  <a:lnTo>
                    <a:pt x="2009" y="3553"/>
                  </a:lnTo>
                  <a:lnTo>
                    <a:pt x="2356" y="3167"/>
                  </a:lnTo>
                  <a:lnTo>
                    <a:pt x="2897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2"/>
                  </a:lnTo>
                  <a:lnTo>
                    <a:pt x="4248" y="155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6"/>
            <p:cNvSpPr/>
            <p:nvPr/>
          </p:nvSpPr>
          <p:spPr>
            <a:xfrm>
              <a:off x="2320425" y="3522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1"/>
                  </a:moveTo>
                  <a:lnTo>
                    <a:pt x="1004" y="310"/>
                  </a:ln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314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507"/>
                  </a:lnTo>
                  <a:lnTo>
                    <a:pt x="579" y="1430"/>
                  </a:lnTo>
                  <a:lnTo>
                    <a:pt x="502" y="1314"/>
                  </a:lnTo>
                  <a:lnTo>
                    <a:pt x="464" y="1236"/>
                  </a:lnTo>
                  <a:lnTo>
                    <a:pt x="425" y="1005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426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1"/>
                  </a:moveTo>
                  <a:lnTo>
                    <a:pt x="850" y="39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117"/>
                  </a:lnTo>
                  <a:lnTo>
                    <a:pt x="271" y="232"/>
                  </a:lnTo>
                  <a:lnTo>
                    <a:pt x="155" y="348"/>
                  </a:lnTo>
                  <a:lnTo>
                    <a:pt x="77" y="541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68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932"/>
                  </a:lnTo>
                  <a:lnTo>
                    <a:pt x="1622" y="1816"/>
                  </a:lnTo>
                  <a:lnTo>
                    <a:pt x="1777" y="1700"/>
                  </a:lnTo>
                  <a:lnTo>
                    <a:pt x="1892" y="1545"/>
                  </a:lnTo>
                  <a:lnTo>
                    <a:pt x="1970" y="1352"/>
                  </a:lnTo>
                  <a:lnTo>
                    <a:pt x="2047" y="1198"/>
                  </a:lnTo>
                  <a:lnTo>
                    <a:pt x="2085" y="1005"/>
                  </a:lnTo>
                  <a:lnTo>
                    <a:pt x="2047" y="812"/>
                  </a:lnTo>
                  <a:lnTo>
                    <a:pt x="1970" y="619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78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6"/>
            <p:cNvSpPr/>
            <p:nvPr/>
          </p:nvSpPr>
          <p:spPr>
            <a:xfrm>
              <a:off x="5925125" y="3542400"/>
              <a:ext cx="60825" cy="90775"/>
            </a:xfrm>
            <a:custGeom>
              <a:avLst/>
              <a:gdLst/>
              <a:ahLst/>
              <a:cxnLst/>
              <a:rect l="l" t="t" r="r" b="b"/>
              <a:pathLst>
                <a:path w="2433" h="3631" extrusionOk="0">
                  <a:moveTo>
                    <a:pt x="1197" y="1"/>
                  </a:moveTo>
                  <a:lnTo>
                    <a:pt x="1081" y="39"/>
                  </a:lnTo>
                  <a:lnTo>
                    <a:pt x="1004" y="78"/>
                  </a:lnTo>
                  <a:lnTo>
                    <a:pt x="966" y="117"/>
                  </a:lnTo>
                  <a:lnTo>
                    <a:pt x="927" y="194"/>
                  </a:lnTo>
                  <a:lnTo>
                    <a:pt x="927" y="271"/>
                  </a:lnTo>
                  <a:lnTo>
                    <a:pt x="850" y="271"/>
                  </a:lnTo>
                  <a:lnTo>
                    <a:pt x="772" y="310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41"/>
                  </a:lnTo>
                  <a:lnTo>
                    <a:pt x="695" y="619"/>
                  </a:lnTo>
                  <a:lnTo>
                    <a:pt x="772" y="696"/>
                  </a:lnTo>
                  <a:lnTo>
                    <a:pt x="850" y="734"/>
                  </a:lnTo>
                  <a:lnTo>
                    <a:pt x="1081" y="812"/>
                  </a:lnTo>
                  <a:lnTo>
                    <a:pt x="1274" y="966"/>
                  </a:lnTo>
                  <a:lnTo>
                    <a:pt x="1468" y="1121"/>
                  </a:lnTo>
                  <a:lnTo>
                    <a:pt x="1622" y="1275"/>
                  </a:lnTo>
                  <a:lnTo>
                    <a:pt x="1738" y="1507"/>
                  </a:lnTo>
                  <a:lnTo>
                    <a:pt x="1854" y="1700"/>
                  </a:lnTo>
                  <a:lnTo>
                    <a:pt x="1892" y="1931"/>
                  </a:lnTo>
                  <a:lnTo>
                    <a:pt x="1931" y="2163"/>
                  </a:lnTo>
                  <a:lnTo>
                    <a:pt x="1892" y="2472"/>
                  </a:lnTo>
                  <a:lnTo>
                    <a:pt x="1815" y="2742"/>
                  </a:lnTo>
                  <a:lnTo>
                    <a:pt x="1738" y="2897"/>
                  </a:lnTo>
                  <a:lnTo>
                    <a:pt x="1622" y="2974"/>
                  </a:lnTo>
                  <a:lnTo>
                    <a:pt x="1506" y="3090"/>
                  </a:lnTo>
                  <a:lnTo>
                    <a:pt x="1390" y="3128"/>
                  </a:lnTo>
                  <a:lnTo>
                    <a:pt x="1197" y="3167"/>
                  </a:lnTo>
                  <a:lnTo>
                    <a:pt x="1043" y="3128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81"/>
                  </a:lnTo>
                  <a:lnTo>
                    <a:pt x="811" y="2626"/>
                  </a:lnTo>
                  <a:lnTo>
                    <a:pt x="888" y="2472"/>
                  </a:lnTo>
                  <a:lnTo>
                    <a:pt x="1043" y="2356"/>
                  </a:lnTo>
                  <a:lnTo>
                    <a:pt x="1120" y="2279"/>
                  </a:lnTo>
                  <a:lnTo>
                    <a:pt x="1159" y="2163"/>
                  </a:lnTo>
                  <a:lnTo>
                    <a:pt x="1120" y="2047"/>
                  </a:lnTo>
                  <a:lnTo>
                    <a:pt x="1043" y="1970"/>
                  </a:lnTo>
                  <a:lnTo>
                    <a:pt x="618" y="1623"/>
                  </a:lnTo>
                  <a:lnTo>
                    <a:pt x="425" y="1468"/>
                  </a:lnTo>
                  <a:lnTo>
                    <a:pt x="193" y="1352"/>
                  </a:lnTo>
                  <a:lnTo>
                    <a:pt x="0" y="1623"/>
                  </a:lnTo>
                  <a:lnTo>
                    <a:pt x="270" y="1893"/>
                  </a:lnTo>
                  <a:lnTo>
                    <a:pt x="541" y="2163"/>
                  </a:lnTo>
                  <a:lnTo>
                    <a:pt x="386" y="2395"/>
                  </a:lnTo>
                  <a:lnTo>
                    <a:pt x="309" y="2626"/>
                  </a:lnTo>
                  <a:lnTo>
                    <a:pt x="309" y="2935"/>
                  </a:lnTo>
                  <a:lnTo>
                    <a:pt x="348" y="3051"/>
                  </a:lnTo>
                  <a:lnTo>
                    <a:pt x="425" y="3206"/>
                  </a:lnTo>
                  <a:lnTo>
                    <a:pt x="541" y="3360"/>
                  </a:lnTo>
                  <a:lnTo>
                    <a:pt x="695" y="3476"/>
                  </a:lnTo>
                  <a:lnTo>
                    <a:pt x="850" y="3592"/>
                  </a:lnTo>
                  <a:lnTo>
                    <a:pt x="1081" y="3630"/>
                  </a:lnTo>
                  <a:lnTo>
                    <a:pt x="1274" y="3630"/>
                  </a:lnTo>
                  <a:lnTo>
                    <a:pt x="1468" y="3592"/>
                  </a:lnTo>
                  <a:lnTo>
                    <a:pt x="1661" y="3515"/>
                  </a:lnTo>
                  <a:lnTo>
                    <a:pt x="1854" y="3437"/>
                  </a:lnTo>
                  <a:lnTo>
                    <a:pt x="2047" y="3283"/>
                  </a:lnTo>
                  <a:lnTo>
                    <a:pt x="2201" y="3090"/>
                  </a:lnTo>
                  <a:lnTo>
                    <a:pt x="2317" y="2897"/>
                  </a:lnTo>
                  <a:lnTo>
                    <a:pt x="2394" y="2704"/>
                  </a:lnTo>
                  <a:lnTo>
                    <a:pt x="2433" y="2472"/>
                  </a:lnTo>
                  <a:lnTo>
                    <a:pt x="2433" y="2279"/>
                  </a:lnTo>
                  <a:lnTo>
                    <a:pt x="2433" y="2047"/>
                  </a:lnTo>
                  <a:lnTo>
                    <a:pt x="2356" y="1816"/>
                  </a:lnTo>
                  <a:lnTo>
                    <a:pt x="2317" y="1623"/>
                  </a:lnTo>
                  <a:lnTo>
                    <a:pt x="2201" y="1391"/>
                  </a:lnTo>
                  <a:lnTo>
                    <a:pt x="1931" y="1005"/>
                  </a:lnTo>
                  <a:lnTo>
                    <a:pt x="1622" y="657"/>
                  </a:lnTo>
                  <a:lnTo>
                    <a:pt x="1274" y="425"/>
                  </a:lnTo>
                  <a:lnTo>
                    <a:pt x="11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6"/>
            <p:cNvSpPr/>
            <p:nvPr/>
          </p:nvSpPr>
          <p:spPr>
            <a:xfrm>
              <a:off x="5032150" y="354530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6"/>
            <p:cNvSpPr/>
            <p:nvPr/>
          </p:nvSpPr>
          <p:spPr>
            <a:xfrm>
              <a:off x="3784900" y="3554950"/>
              <a:ext cx="112950" cy="132275"/>
            </a:xfrm>
            <a:custGeom>
              <a:avLst/>
              <a:gdLst/>
              <a:ahLst/>
              <a:cxnLst/>
              <a:rect l="l" t="t" r="r" b="b"/>
              <a:pathLst>
                <a:path w="4518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3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5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8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6" y="3167"/>
                  </a:lnTo>
                  <a:lnTo>
                    <a:pt x="772" y="2742"/>
                  </a:lnTo>
                  <a:lnTo>
                    <a:pt x="965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79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6"/>
            <p:cNvSpPr/>
            <p:nvPr/>
          </p:nvSpPr>
          <p:spPr>
            <a:xfrm>
              <a:off x="5529325" y="35675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463" y="927"/>
                  </a:lnTo>
                  <a:lnTo>
                    <a:pt x="1043" y="1622"/>
                  </a:lnTo>
                  <a:lnTo>
                    <a:pt x="1661" y="2279"/>
                  </a:lnTo>
                  <a:lnTo>
                    <a:pt x="2356" y="2858"/>
                  </a:lnTo>
                  <a:lnTo>
                    <a:pt x="3089" y="3360"/>
                  </a:lnTo>
                  <a:lnTo>
                    <a:pt x="3862" y="3824"/>
                  </a:lnTo>
                  <a:lnTo>
                    <a:pt x="4672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21" y="4905"/>
                  </a:lnTo>
                  <a:lnTo>
                    <a:pt x="7684" y="4943"/>
                  </a:lnTo>
                  <a:lnTo>
                    <a:pt x="8109" y="4982"/>
                  </a:lnTo>
                  <a:lnTo>
                    <a:pt x="8534" y="4943"/>
                  </a:lnTo>
                  <a:lnTo>
                    <a:pt x="8959" y="4905"/>
                  </a:lnTo>
                  <a:lnTo>
                    <a:pt x="9383" y="4866"/>
                  </a:lnTo>
                  <a:lnTo>
                    <a:pt x="9808" y="4750"/>
                  </a:lnTo>
                  <a:lnTo>
                    <a:pt x="10233" y="4634"/>
                  </a:lnTo>
                  <a:lnTo>
                    <a:pt x="10658" y="4480"/>
                  </a:lnTo>
                  <a:lnTo>
                    <a:pt x="11044" y="4326"/>
                  </a:lnTo>
                  <a:lnTo>
                    <a:pt x="11469" y="4094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280" y="3553"/>
                  </a:lnTo>
                  <a:lnTo>
                    <a:pt x="12434" y="3167"/>
                  </a:lnTo>
                  <a:lnTo>
                    <a:pt x="12241" y="3167"/>
                  </a:lnTo>
                  <a:lnTo>
                    <a:pt x="12202" y="3128"/>
                  </a:lnTo>
                  <a:lnTo>
                    <a:pt x="12009" y="3128"/>
                  </a:lnTo>
                  <a:lnTo>
                    <a:pt x="11893" y="3167"/>
                  </a:lnTo>
                  <a:lnTo>
                    <a:pt x="11546" y="3437"/>
                  </a:lnTo>
                  <a:lnTo>
                    <a:pt x="11198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01" y="4171"/>
                  </a:lnTo>
                  <a:lnTo>
                    <a:pt x="9615" y="4287"/>
                  </a:lnTo>
                  <a:lnTo>
                    <a:pt x="9190" y="4364"/>
                  </a:lnTo>
                  <a:lnTo>
                    <a:pt x="8766" y="4403"/>
                  </a:lnTo>
                  <a:lnTo>
                    <a:pt x="8341" y="4441"/>
                  </a:lnTo>
                  <a:lnTo>
                    <a:pt x="7916" y="4480"/>
                  </a:lnTo>
                  <a:lnTo>
                    <a:pt x="7453" y="4441"/>
                  </a:lnTo>
                  <a:lnTo>
                    <a:pt x="7028" y="4403"/>
                  </a:lnTo>
                  <a:lnTo>
                    <a:pt x="6603" y="4326"/>
                  </a:lnTo>
                  <a:lnTo>
                    <a:pt x="6178" y="4248"/>
                  </a:lnTo>
                  <a:lnTo>
                    <a:pt x="5792" y="4132"/>
                  </a:lnTo>
                  <a:lnTo>
                    <a:pt x="5368" y="4017"/>
                  </a:lnTo>
                  <a:lnTo>
                    <a:pt x="4595" y="3669"/>
                  </a:lnTo>
                  <a:lnTo>
                    <a:pt x="3862" y="3283"/>
                  </a:lnTo>
                  <a:lnTo>
                    <a:pt x="3205" y="2820"/>
                  </a:lnTo>
                  <a:lnTo>
                    <a:pt x="2549" y="2318"/>
                  </a:lnTo>
                  <a:lnTo>
                    <a:pt x="1969" y="1777"/>
                  </a:lnTo>
                  <a:lnTo>
                    <a:pt x="1352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6"/>
            <p:cNvSpPr/>
            <p:nvPr/>
          </p:nvSpPr>
          <p:spPr>
            <a:xfrm>
              <a:off x="2258625" y="3569425"/>
              <a:ext cx="44450" cy="43475"/>
            </a:xfrm>
            <a:custGeom>
              <a:avLst/>
              <a:gdLst/>
              <a:ahLst/>
              <a:cxnLst/>
              <a:rect l="l" t="t" r="r" b="b"/>
              <a:pathLst>
                <a:path w="1778" h="1739" extrusionOk="0">
                  <a:moveTo>
                    <a:pt x="773" y="310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9"/>
                  </a:lnTo>
                  <a:lnTo>
                    <a:pt x="1391" y="773"/>
                  </a:lnTo>
                  <a:lnTo>
                    <a:pt x="1391" y="966"/>
                  </a:lnTo>
                  <a:lnTo>
                    <a:pt x="1352" y="1044"/>
                  </a:lnTo>
                  <a:lnTo>
                    <a:pt x="1275" y="1159"/>
                  </a:lnTo>
                  <a:lnTo>
                    <a:pt x="1198" y="1237"/>
                  </a:lnTo>
                  <a:lnTo>
                    <a:pt x="1082" y="1314"/>
                  </a:lnTo>
                  <a:lnTo>
                    <a:pt x="889" y="1352"/>
                  </a:lnTo>
                  <a:lnTo>
                    <a:pt x="696" y="1352"/>
                  </a:lnTo>
                  <a:lnTo>
                    <a:pt x="542" y="1237"/>
                  </a:lnTo>
                  <a:lnTo>
                    <a:pt x="426" y="1082"/>
                  </a:lnTo>
                  <a:lnTo>
                    <a:pt x="387" y="889"/>
                  </a:lnTo>
                  <a:lnTo>
                    <a:pt x="387" y="735"/>
                  </a:lnTo>
                  <a:lnTo>
                    <a:pt x="464" y="580"/>
                  </a:lnTo>
                  <a:lnTo>
                    <a:pt x="542" y="387"/>
                  </a:lnTo>
                  <a:lnTo>
                    <a:pt x="542" y="348"/>
                  </a:lnTo>
                  <a:lnTo>
                    <a:pt x="773" y="310"/>
                  </a:lnTo>
                  <a:close/>
                  <a:moveTo>
                    <a:pt x="773" y="1"/>
                  </a:moveTo>
                  <a:lnTo>
                    <a:pt x="619" y="40"/>
                  </a:lnTo>
                  <a:lnTo>
                    <a:pt x="464" y="117"/>
                  </a:lnTo>
                  <a:lnTo>
                    <a:pt x="426" y="155"/>
                  </a:lnTo>
                  <a:lnTo>
                    <a:pt x="348" y="194"/>
                  </a:lnTo>
                  <a:lnTo>
                    <a:pt x="233" y="271"/>
                  </a:lnTo>
                  <a:lnTo>
                    <a:pt x="117" y="387"/>
                  </a:lnTo>
                  <a:lnTo>
                    <a:pt x="40" y="503"/>
                  </a:lnTo>
                  <a:lnTo>
                    <a:pt x="1" y="657"/>
                  </a:lnTo>
                  <a:lnTo>
                    <a:pt x="1" y="850"/>
                  </a:lnTo>
                  <a:lnTo>
                    <a:pt x="1" y="1005"/>
                  </a:lnTo>
                  <a:lnTo>
                    <a:pt x="40" y="1159"/>
                  </a:lnTo>
                  <a:lnTo>
                    <a:pt x="117" y="1314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9" y="1739"/>
                  </a:lnTo>
                  <a:lnTo>
                    <a:pt x="966" y="1739"/>
                  </a:lnTo>
                  <a:lnTo>
                    <a:pt x="1121" y="1700"/>
                  </a:lnTo>
                  <a:lnTo>
                    <a:pt x="1275" y="1623"/>
                  </a:lnTo>
                  <a:lnTo>
                    <a:pt x="1430" y="1545"/>
                  </a:lnTo>
                  <a:lnTo>
                    <a:pt x="1584" y="1430"/>
                  </a:lnTo>
                  <a:lnTo>
                    <a:pt x="1661" y="1275"/>
                  </a:lnTo>
                  <a:lnTo>
                    <a:pt x="1739" y="1121"/>
                  </a:lnTo>
                  <a:lnTo>
                    <a:pt x="1777" y="928"/>
                  </a:lnTo>
                  <a:lnTo>
                    <a:pt x="1777" y="773"/>
                  </a:lnTo>
                  <a:lnTo>
                    <a:pt x="1739" y="580"/>
                  </a:lnTo>
                  <a:lnTo>
                    <a:pt x="1661" y="426"/>
                  </a:lnTo>
                  <a:lnTo>
                    <a:pt x="1546" y="271"/>
                  </a:lnTo>
                  <a:lnTo>
                    <a:pt x="1430" y="155"/>
                  </a:lnTo>
                  <a:lnTo>
                    <a:pt x="1275" y="78"/>
                  </a:lnTo>
                  <a:lnTo>
                    <a:pt x="1121" y="40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6"/>
            <p:cNvSpPr/>
            <p:nvPr/>
          </p:nvSpPr>
          <p:spPr>
            <a:xfrm>
              <a:off x="5836300" y="3573300"/>
              <a:ext cx="93675" cy="136150"/>
            </a:xfrm>
            <a:custGeom>
              <a:avLst/>
              <a:gdLst/>
              <a:ahLst/>
              <a:cxnLst/>
              <a:rect l="l" t="t" r="r" b="b"/>
              <a:pathLst>
                <a:path w="3747" h="5446" extrusionOk="0">
                  <a:moveTo>
                    <a:pt x="3515" y="0"/>
                  </a:moveTo>
                  <a:lnTo>
                    <a:pt x="3437" y="39"/>
                  </a:lnTo>
                  <a:lnTo>
                    <a:pt x="3360" y="78"/>
                  </a:lnTo>
                  <a:lnTo>
                    <a:pt x="3283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88" y="773"/>
                  </a:lnTo>
                  <a:lnTo>
                    <a:pt x="2356" y="1004"/>
                  </a:lnTo>
                  <a:lnTo>
                    <a:pt x="2086" y="1236"/>
                  </a:lnTo>
                  <a:lnTo>
                    <a:pt x="1777" y="1468"/>
                  </a:lnTo>
                  <a:lnTo>
                    <a:pt x="1159" y="1815"/>
                  </a:lnTo>
                  <a:lnTo>
                    <a:pt x="1120" y="1892"/>
                  </a:lnTo>
                  <a:lnTo>
                    <a:pt x="1082" y="1970"/>
                  </a:lnTo>
                  <a:lnTo>
                    <a:pt x="1082" y="2047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927" y="2124"/>
                  </a:lnTo>
                  <a:lnTo>
                    <a:pt x="850" y="2201"/>
                  </a:lnTo>
                  <a:lnTo>
                    <a:pt x="812" y="2279"/>
                  </a:lnTo>
                  <a:lnTo>
                    <a:pt x="812" y="2356"/>
                  </a:lnTo>
                  <a:lnTo>
                    <a:pt x="850" y="2433"/>
                  </a:lnTo>
                  <a:lnTo>
                    <a:pt x="889" y="2510"/>
                  </a:lnTo>
                  <a:lnTo>
                    <a:pt x="1005" y="2549"/>
                  </a:lnTo>
                  <a:lnTo>
                    <a:pt x="1236" y="2626"/>
                  </a:lnTo>
                  <a:lnTo>
                    <a:pt x="1468" y="2703"/>
                  </a:lnTo>
                  <a:lnTo>
                    <a:pt x="1661" y="2858"/>
                  </a:lnTo>
                  <a:lnTo>
                    <a:pt x="1854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63" y="3669"/>
                  </a:lnTo>
                  <a:lnTo>
                    <a:pt x="2163" y="3900"/>
                  </a:lnTo>
                  <a:lnTo>
                    <a:pt x="2124" y="4132"/>
                  </a:lnTo>
                  <a:lnTo>
                    <a:pt x="2047" y="4364"/>
                  </a:lnTo>
                  <a:lnTo>
                    <a:pt x="1931" y="4557"/>
                  </a:lnTo>
                  <a:lnTo>
                    <a:pt x="1777" y="4711"/>
                  </a:lnTo>
                  <a:lnTo>
                    <a:pt x="1584" y="4866"/>
                  </a:lnTo>
                  <a:lnTo>
                    <a:pt x="1352" y="4943"/>
                  </a:lnTo>
                  <a:lnTo>
                    <a:pt x="1236" y="4982"/>
                  </a:lnTo>
                  <a:lnTo>
                    <a:pt x="1120" y="4982"/>
                  </a:lnTo>
                  <a:lnTo>
                    <a:pt x="927" y="4904"/>
                  </a:lnTo>
                  <a:lnTo>
                    <a:pt x="773" y="4789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73" y="4287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1005" y="4132"/>
                  </a:lnTo>
                  <a:lnTo>
                    <a:pt x="1120" y="4094"/>
                  </a:lnTo>
                  <a:lnTo>
                    <a:pt x="1275" y="4055"/>
                  </a:lnTo>
                  <a:lnTo>
                    <a:pt x="1352" y="3939"/>
                  </a:lnTo>
                  <a:lnTo>
                    <a:pt x="1314" y="3823"/>
                  </a:lnTo>
                  <a:lnTo>
                    <a:pt x="1314" y="3746"/>
                  </a:lnTo>
                  <a:lnTo>
                    <a:pt x="1236" y="3669"/>
                  </a:lnTo>
                  <a:lnTo>
                    <a:pt x="155" y="2935"/>
                  </a:lnTo>
                  <a:lnTo>
                    <a:pt x="1" y="3321"/>
                  </a:lnTo>
                  <a:lnTo>
                    <a:pt x="657" y="3785"/>
                  </a:lnTo>
                  <a:lnTo>
                    <a:pt x="541" y="3900"/>
                  </a:lnTo>
                  <a:lnTo>
                    <a:pt x="425" y="4016"/>
                  </a:lnTo>
                  <a:lnTo>
                    <a:pt x="310" y="4132"/>
                  </a:lnTo>
                  <a:lnTo>
                    <a:pt x="271" y="4248"/>
                  </a:lnTo>
                  <a:lnTo>
                    <a:pt x="232" y="4402"/>
                  </a:lnTo>
                  <a:lnTo>
                    <a:pt x="194" y="4557"/>
                  </a:lnTo>
                  <a:lnTo>
                    <a:pt x="232" y="4750"/>
                  </a:lnTo>
                  <a:lnTo>
                    <a:pt x="271" y="4904"/>
                  </a:lnTo>
                  <a:lnTo>
                    <a:pt x="425" y="5136"/>
                  </a:lnTo>
                  <a:lnTo>
                    <a:pt x="580" y="5291"/>
                  </a:lnTo>
                  <a:lnTo>
                    <a:pt x="773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29" y="5406"/>
                  </a:lnTo>
                  <a:lnTo>
                    <a:pt x="1661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79" y="4866"/>
                  </a:lnTo>
                  <a:lnTo>
                    <a:pt x="2433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626" y="3978"/>
                  </a:lnTo>
                  <a:lnTo>
                    <a:pt x="2626" y="3746"/>
                  </a:lnTo>
                  <a:lnTo>
                    <a:pt x="2588" y="3514"/>
                  </a:lnTo>
                  <a:lnTo>
                    <a:pt x="2511" y="3283"/>
                  </a:lnTo>
                  <a:lnTo>
                    <a:pt x="2395" y="3090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70" y="2510"/>
                  </a:lnTo>
                  <a:lnTo>
                    <a:pt x="1777" y="2356"/>
                  </a:lnTo>
                  <a:lnTo>
                    <a:pt x="1545" y="2240"/>
                  </a:lnTo>
                  <a:lnTo>
                    <a:pt x="1314" y="2124"/>
                  </a:lnTo>
                  <a:lnTo>
                    <a:pt x="1661" y="2008"/>
                  </a:lnTo>
                  <a:lnTo>
                    <a:pt x="1970" y="1854"/>
                  </a:lnTo>
                  <a:lnTo>
                    <a:pt x="2279" y="1661"/>
                  </a:lnTo>
                  <a:lnTo>
                    <a:pt x="2588" y="1429"/>
                  </a:lnTo>
                  <a:lnTo>
                    <a:pt x="2858" y="1236"/>
                  </a:lnTo>
                  <a:lnTo>
                    <a:pt x="3128" y="966"/>
                  </a:lnTo>
                  <a:lnTo>
                    <a:pt x="3360" y="695"/>
                  </a:lnTo>
                  <a:lnTo>
                    <a:pt x="3476" y="541"/>
                  </a:lnTo>
                  <a:lnTo>
                    <a:pt x="3553" y="387"/>
                  </a:lnTo>
                  <a:lnTo>
                    <a:pt x="3746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6"/>
            <p:cNvSpPr/>
            <p:nvPr/>
          </p:nvSpPr>
          <p:spPr>
            <a:xfrm>
              <a:off x="2264425" y="357522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8"/>
                  </a:lnTo>
                  <a:lnTo>
                    <a:pt x="3939" y="4248"/>
                  </a:lnTo>
                  <a:lnTo>
                    <a:pt x="4017" y="5407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917"/>
                  </a:lnTo>
                  <a:lnTo>
                    <a:pt x="3901" y="8534"/>
                  </a:lnTo>
                  <a:lnTo>
                    <a:pt x="3746" y="9152"/>
                  </a:lnTo>
                  <a:lnTo>
                    <a:pt x="3515" y="9732"/>
                  </a:lnTo>
                  <a:lnTo>
                    <a:pt x="3244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93"/>
                  </a:lnTo>
                  <a:lnTo>
                    <a:pt x="773" y="9384"/>
                  </a:lnTo>
                  <a:lnTo>
                    <a:pt x="696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618" y="2742"/>
                  </a:lnTo>
                  <a:lnTo>
                    <a:pt x="1391" y="2395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39"/>
                  </a:lnTo>
                  <a:lnTo>
                    <a:pt x="3476" y="310"/>
                  </a:lnTo>
                  <a:lnTo>
                    <a:pt x="3051" y="657"/>
                  </a:lnTo>
                  <a:lnTo>
                    <a:pt x="2626" y="966"/>
                  </a:lnTo>
                  <a:lnTo>
                    <a:pt x="2202" y="1313"/>
                  </a:lnTo>
                  <a:lnTo>
                    <a:pt x="1314" y="1893"/>
                  </a:lnTo>
                  <a:lnTo>
                    <a:pt x="425" y="2472"/>
                  </a:lnTo>
                  <a:lnTo>
                    <a:pt x="348" y="2549"/>
                  </a:lnTo>
                  <a:lnTo>
                    <a:pt x="348" y="2626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3"/>
                  </a:lnTo>
                  <a:lnTo>
                    <a:pt x="155" y="4866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4"/>
                  </a:lnTo>
                  <a:lnTo>
                    <a:pt x="1391" y="11199"/>
                  </a:lnTo>
                  <a:lnTo>
                    <a:pt x="1622" y="11315"/>
                  </a:lnTo>
                  <a:lnTo>
                    <a:pt x="1816" y="11392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53"/>
                  </a:lnTo>
                  <a:lnTo>
                    <a:pt x="3051" y="11237"/>
                  </a:lnTo>
                  <a:lnTo>
                    <a:pt x="3283" y="11044"/>
                  </a:lnTo>
                  <a:lnTo>
                    <a:pt x="3476" y="10890"/>
                  </a:lnTo>
                  <a:lnTo>
                    <a:pt x="3669" y="10658"/>
                  </a:lnTo>
                  <a:lnTo>
                    <a:pt x="3823" y="10388"/>
                  </a:lnTo>
                  <a:lnTo>
                    <a:pt x="3978" y="10156"/>
                  </a:lnTo>
                  <a:lnTo>
                    <a:pt x="4171" y="9538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222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57" y="4982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1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39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6"/>
            <p:cNvSpPr/>
            <p:nvPr/>
          </p:nvSpPr>
          <p:spPr>
            <a:xfrm>
              <a:off x="4033950" y="35897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6"/>
            <p:cNvSpPr/>
            <p:nvPr/>
          </p:nvSpPr>
          <p:spPr>
            <a:xfrm>
              <a:off x="3935475" y="3595500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426" y="1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40" y="78"/>
                  </a:lnTo>
                  <a:lnTo>
                    <a:pt x="1" y="194"/>
                  </a:lnTo>
                  <a:lnTo>
                    <a:pt x="40" y="271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1"/>
                  </a:lnTo>
                  <a:lnTo>
                    <a:pt x="850" y="194"/>
                  </a:lnTo>
                  <a:lnTo>
                    <a:pt x="812" y="78"/>
                  </a:lnTo>
                  <a:lnTo>
                    <a:pt x="73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6"/>
            <p:cNvSpPr/>
            <p:nvPr/>
          </p:nvSpPr>
          <p:spPr>
            <a:xfrm>
              <a:off x="6924275" y="3599350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4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4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1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6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6"/>
            <p:cNvSpPr/>
            <p:nvPr/>
          </p:nvSpPr>
          <p:spPr>
            <a:xfrm>
              <a:off x="2208425" y="362157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4" y="386"/>
                  </a:moveTo>
                  <a:lnTo>
                    <a:pt x="1121" y="425"/>
                  </a:lnTo>
                  <a:lnTo>
                    <a:pt x="1198" y="463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9" y="1274"/>
                  </a:lnTo>
                  <a:lnTo>
                    <a:pt x="696" y="1236"/>
                  </a:lnTo>
                  <a:lnTo>
                    <a:pt x="542" y="1159"/>
                  </a:lnTo>
                  <a:lnTo>
                    <a:pt x="464" y="1081"/>
                  </a:lnTo>
                  <a:lnTo>
                    <a:pt x="426" y="965"/>
                  </a:lnTo>
                  <a:lnTo>
                    <a:pt x="387" y="888"/>
                  </a:lnTo>
                  <a:lnTo>
                    <a:pt x="387" y="772"/>
                  </a:lnTo>
                  <a:lnTo>
                    <a:pt x="426" y="579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850" y="0"/>
                  </a:moveTo>
                  <a:lnTo>
                    <a:pt x="735" y="39"/>
                  </a:lnTo>
                  <a:lnTo>
                    <a:pt x="619" y="77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79"/>
                  </a:lnTo>
                  <a:lnTo>
                    <a:pt x="40" y="734"/>
                  </a:lnTo>
                  <a:lnTo>
                    <a:pt x="1" y="888"/>
                  </a:lnTo>
                  <a:lnTo>
                    <a:pt x="40" y="1043"/>
                  </a:lnTo>
                  <a:lnTo>
                    <a:pt x="78" y="1197"/>
                  </a:lnTo>
                  <a:lnTo>
                    <a:pt x="194" y="1352"/>
                  </a:lnTo>
                  <a:lnTo>
                    <a:pt x="310" y="1467"/>
                  </a:lnTo>
                  <a:lnTo>
                    <a:pt x="464" y="1583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6"/>
            <p:cNvSpPr/>
            <p:nvPr/>
          </p:nvSpPr>
          <p:spPr>
            <a:xfrm>
              <a:off x="4431675" y="3622525"/>
              <a:ext cx="174775" cy="292525"/>
            </a:xfrm>
            <a:custGeom>
              <a:avLst/>
              <a:gdLst/>
              <a:ahLst/>
              <a:cxnLst/>
              <a:rect l="l" t="t" r="r" b="b"/>
              <a:pathLst>
                <a:path w="6991" h="11701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5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3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8"/>
                  </a:lnTo>
                  <a:lnTo>
                    <a:pt x="6411" y="5638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2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6"/>
            <p:cNvSpPr/>
            <p:nvPr/>
          </p:nvSpPr>
          <p:spPr>
            <a:xfrm>
              <a:off x="3827375" y="36360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3" y="2665"/>
                  </a:lnTo>
                  <a:lnTo>
                    <a:pt x="2780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6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5" y="2896"/>
                  </a:lnTo>
                  <a:lnTo>
                    <a:pt x="772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0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3" y="3707"/>
                  </a:lnTo>
                  <a:lnTo>
                    <a:pt x="1969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5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8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6"/>
            <p:cNvSpPr/>
            <p:nvPr/>
          </p:nvSpPr>
          <p:spPr>
            <a:xfrm>
              <a:off x="2802150" y="36428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1"/>
                  </a:moveTo>
                  <a:lnTo>
                    <a:pt x="12434" y="39"/>
                  </a:lnTo>
                  <a:lnTo>
                    <a:pt x="12357" y="78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9"/>
                  </a:lnTo>
                  <a:lnTo>
                    <a:pt x="12164" y="1043"/>
                  </a:lnTo>
                  <a:lnTo>
                    <a:pt x="12009" y="1198"/>
                  </a:lnTo>
                  <a:lnTo>
                    <a:pt x="11855" y="1314"/>
                  </a:lnTo>
                  <a:lnTo>
                    <a:pt x="11430" y="1545"/>
                  </a:lnTo>
                  <a:lnTo>
                    <a:pt x="11005" y="1700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3" y="2086"/>
                  </a:lnTo>
                  <a:lnTo>
                    <a:pt x="9345" y="2009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1"/>
                  </a:lnTo>
                  <a:lnTo>
                    <a:pt x="8611" y="1700"/>
                  </a:lnTo>
                  <a:lnTo>
                    <a:pt x="8804" y="2009"/>
                  </a:lnTo>
                  <a:lnTo>
                    <a:pt x="8997" y="2279"/>
                  </a:lnTo>
                  <a:lnTo>
                    <a:pt x="7839" y="2588"/>
                  </a:lnTo>
                  <a:lnTo>
                    <a:pt x="6719" y="2820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8" y="3283"/>
                  </a:lnTo>
                  <a:lnTo>
                    <a:pt x="3746" y="2935"/>
                  </a:lnTo>
                  <a:lnTo>
                    <a:pt x="3784" y="2588"/>
                  </a:lnTo>
                  <a:lnTo>
                    <a:pt x="3707" y="2240"/>
                  </a:lnTo>
                  <a:lnTo>
                    <a:pt x="3630" y="1893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8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9"/>
                  </a:lnTo>
                  <a:lnTo>
                    <a:pt x="1815" y="3437"/>
                  </a:lnTo>
                  <a:lnTo>
                    <a:pt x="1352" y="3399"/>
                  </a:lnTo>
                  <a:lnTo>
                    <a:pt x="965" y="3360"/>
                  </a:lnTo>
                  <a:lnTo>
                    <a:pt x="772" y="3283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4"/>
                  </a:lnTo>
                  <a:lnTo>
                    <a:pt x="309" y="2665"/>
                  </a:lnTo>
                  <a:lnTo>
                    <a:pt x="232" y="2588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4"/>
                  </a:lnTo>
                  <a:lnTo>
                    <a:pt x="0" y="2858"/>
                  </a:lnTo>
                  <a:lnTo>
                    <a:pt x="0" y="3013"/>
                  </a:lnTo>
                  <a:lnTo>
                    <a:pt x="0" y="3167"/>
                  </a:lnTo>
                  <a:lnTo>
                    <a:pt x="39" y="3283"/>
                  </a:lnTo>
                  <a:lnTo>
                    <a:pt x="116" y="3399"/>
                  </a:lnTo>
                  <a:lnTo>
                    <a:pt x="193" y="3515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1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1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3"/>
                  </a:lnTo>
                  <a:lnTo>
                    <a:pt x="12048" y="1700"/>
                  </a:lnTo>
                  <a:lnTo>
                    <a:pt x="12357" y="1507"/>
                  </a:lnTo>
                  <a:lnTo>
                    <a:pt x="12627" y="1236"/>
                  </a:lnTo>
                  <a:lnTo>
                    <a:pt x="12704" y="1082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80"/>
                  </a:lnTo>
                  <a:lnTo>
                    <a:pt x="12820" y="387"/>
                  </a:lnTo>
                  <a:lnTo>
                    <a:pt x="12743" y="155"/>
                  </a:lnTo>
                  <a:lnTo>
                    <a:pt x="12704" y="78"/>
                  </a:lnTo>
                  <a:lnTo>
                    <a:pt x="12627" y="39"/>
                  </a:lnTo>
                  <a:lnTo>
                    <a:pt x="125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6"/>
            <p:cNvSpPr/>
            <p:nvPr/>
          </p:nvSpPr>
          <p:spPr>
            <a:xfrm>
              <a:off x="2017300" y="364860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271" y="0"/>
                  </a:moveTo>
                  <a:lnTo>
                    <a:pt x="155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39" y="386"/>
                  </a:lnTo>
                  <a:lnTo>
                    <a:pt x="348" y="888"/>
                  </a:lnTo>
                  <a:lnTo>
                    <a:pt x="657" y="1390"/>
                  </a:lnTo>
                  <a:lnTo>
                    <a:pt x="1043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205"/>
                  </a:lnTo>
                  <a:lnTo>
                    <a:pt x="2703" y="3553"/>
                  </a:lnTo>
                  <a:lnTo>
                    <a:pt x="3205" y="3900"/>
                  </a:lnTo>
                  <a:lnTo>
                    <a:pt x="3553" y="3746"/>
                  </a:lnTo>
                  <a:lnTo>
                    <a:pt x="2780" y="3012"/>
                  </a:lnTo>
                  <a:lnTo>
                    <a:pt x="2047" y="2240"/>
                  </a:lnTo>
                  <a:lnTo>
                    <a:pt x="1352" y="1429"/>
                  </a:lnTo>
                  <a:lnTo>
                    <a:pt x="1043" y="1004"/>
                  </a:lnTo>
                  <a:lnTo>
                    <a:pt x="734" y="541"/>
                  </a:lnTo>
                  <a:lnTo>
                    <a:pt x="1622" y="695"/>
                  </a:lnTo>
                  <a:lnTo>
                    <a:pt x="2510" y="888"/>
                  </a:lnTo>
                  <a:lnTo>
                    <a:pt x="3012" y="1043"/>
                  </a:lnTo>
                  <a:lnTo>
                    <a:pt x="3514" y="1197"/>
                  </a:lnTo>
                  <a:lnTo>
                    <a:pt x="4016" y="1390"/>
                  </a:lnTo>
                  <a:lnTo>
                    <a:pt x="4518" y="1506"/>
                  </a:lnTo>
                  <a:lnTo>
                    <a:pt x="4595" y="1506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84"/>
                  </a:lnTo>
                  <a:lnTo>
                    <a:pt x="4904" y="1506"/>
                  </a:lnTo>
                  <a:lnTo>
                    <a:pt x="4982" y="1429"/>
                  </a:lnTo>
                  <a:lnTo>
                    <a:pt x="4634" y="1159"/>
                  </a:lnTo>
                  <a:lnTo>
                    <a:pt x="4171" y="888"/>
                  </a:lnTo>
                  <a:lnTo>
                    <a:pt x="3630" y="657"/>
                  </a:lnTo>
                  <a:lnTo>
                    <a:pt x="3089" y="464"/>
                  </a:lnTo>
                  <a:lnTo>
                    <a:pt x="2510" y="309"/>
                  </a:lnTo>
                  <a:lnTo>
                    <a:pt x="1931" y="193"/>
                  </a:lnTo>
                  <a:lnTo>
                    <a:pt x="1352" y="116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6"/>
            <p:cNvSpPr/>
            <p:nvPr/>
          </p:nvSpPr>
          <p:spPr>
            <a:xfrm>
              <a:off x="1564525" y="3658250"/>
              <a:ext cx="248125" cy="295425"/>
            </a:xfrm>
            <a:custGeom>
              <a:avLst/>
              <a:gdLst/>
              <a:ahLst/>
              <a:cxnLst/>
              <a:rect l="l" t="t" r="r" b="b"/>
              <a:pathLst>
                <a:path w="9925" h="11817" extrusionOk="0">
                  <a:moveTo>
                    <a:pt x="3785" y="850"/>
                  </a:moveTo>
                  <a:lnTo>
                    <a:pt x="4326" y="2279"/>
                  </a:lnTo>
                  <a:lnTo>
                    <a:pt x="4944" y="3746"/>
                  </a:lnTo>
                  <a:lnTo>
                    <a:pt x="6179" y="6565"/>
                  </a:lnTo>
                  <a:lnTo>
                    <a:pt x="3322" y="7492"/>
                  </a:lnTo>
                  <a:lnTo>
                    <a:pt x="1893" y="7955"/>
                  </a:lnTo>
                  <a:lnTo>
                    <a:pt x="464" y="8457"/>
                  </a:lnTo>
                  <a:lnTo>
                    <a:pt x="464" y="8457"/>
                  </a:lnTo>
                  <a:lnTo>
                    <a:pt x="1043" y="7569"/>
                  </a:lnTo>
                  <a:lnTo>
                    <a:pt x="1507" y="6604"/>
                  </a:lnTo>
                  <a:lnTo>
                    <a:pt x="1970" y="5638"/>
                  </a:lnTo>
                  <a:lnTo>
                    <a:pt x="2395" y="4673"/>
                  </a:lnTo>
                  <a:lnTo>
                    <a:pt x="2781" y="3746"/>
                  </a:lnTo>
                  <a:lnTo>
                    <a:pt x="3167" y="2781"/>
                  </a:lnTo>
                  <a:lnTo>
                    <a:pt x="3476" y="1815"/>
                  </a:lnTo>
                  <a:lnTo>
                    <a:pt x="3785" y="850"/>
                  </a:lnTo>
                  <a:close/>
                  <a:moveTo>
                    <a:pt x="3824" y="0"/>
                  </a:moveTo>
                  <a:lnTo>
                    <a:pt x="3746" y="39"/>
                  </a:lnTo>
                  <a:lnTo>
                    <a:pt x="3708" y="78"/>
                  </a:lnTo>
                  <a:lnTo>
                    <a:pt x="3592" y="116"/>
                  </a:lnTo>
                  <a:lnTo>
                    <a:pt x="3553" y="194"/>
                  </a:lnTo>
                  <a:lnTo>
                    <a:pt x="2820" y="2395"/>
                  </a:lnTo>
                  <a:lnTo>
                    <a:pt x="2434" y="3476"/>
                  </a:lnTo>
                  <a:lnTo>
                    <a:pt x="2009" y="4518"/>
                  </a:lnTo>
                  <a:lnTo>
                    <a:pt x="1545" y="5561"/>
                  </a:lnTo>
                  <a:lnTo>
                    <a:pt x="1043" y="6604"/>
                  </a:lnTo>
                  <a:lnTo>
                    <a:pt x="503" y="7608"/>
                  </a:lnTo>
                  <a:lnTo>
                    <a:pt x="39" y="8650"/>
                  </a:lnTo>
                  <a:lnTo>
                    <a:pt x="1" y="8689"/>
                  </a:lnTo>
                  <a:lnTo>
                    <a:pt x="39" y="8766"/>
                  </a:lnTo>
                  <a:lnTo>
                    <a:pt x="117" y="8805"/>
                  </a:lnTo>
                  <a:lnTo>
                    <a:pt x="117" y="8843"/>
                  </a:lnTo>
                  <a:lnTo>
                    <a:pt x="117" y="8920"/>
                  </a:lnTo>
                  <a:lnTo>
                    <a:pt x="155" y="8998"/>
                  </a:lnTo>
                  <a:lnTo>
                    <a:pt x="310" y="9114"/>
                  </a:lnTo>
                  <a:lnTo>
                    <a:pt x="464" y="8882"/>
                  </a:lnTo>
                  <a:lnTo>
                    <a:pt x="1970" y="8457"/>
                  </a:lnTo>
                  <a:lnTo>
                    <a:pt x="3438" y="7994"/>
                  </a:lnTo>
                  <a:lnTo>
                    <a:pt x="6372" y="7028"/>
                  </a:lnTo>
                  <a:lnTo>
                    <a:pt x="7106" y="8689"/>
                  </a:lnTo>
                  <a:lnTo>
                    <a:pt x="8303" y="11817"/>
                  </a:lnTo>
                  <a:lnTo>
                    <a:pt x="8689" y="11662"/>
                  </a:lnTo>
                  <a:lnTo>
                    <a:pt x="7531" y="8689"/>
                  </a:lnTo>
                  <a:lnTo>
                    <a:pt x="6797" y="6874"/>
                  </a:lnTo>
                  <a:lnTo>
                    <a:pt x="8380" y="6333"/>
                  </a:lnTo>
                  <a:lnTo>
                    <a:pt x="9925" y="5754"/>
                  </a:lnTo>
                  <a:lnTo>
                    <a:pt x="9770" y="5329"/>
                  </a:lnTo>
                  <a:lnTo>
                    <a:pt x="8187" y="5909"/>
                  </a:lnTo>
                  <a:lnTo>
                    <a:pt x="6643" y="6449"/>
                  </a:lnTo>
                  <a:lnTo>
                    <a:pt x="6025" y="4905"/>
                  </a:lnTo>
                  <a:lnTo>
                    <a:pt x="5407" y="3360"/>
                  </a:lnTo>
                  <a:lnTo>
                    <a:pt x="4712" y="1854"/>
                  </a:lnTo>
                  <a:lnTo>
                    <a:pt x="3978" y="348"/>
                  </a:lnTo>
                  <a:lnTo>
                    <a:pt x="4055" y="78"/>
                  </a:lnTo>
                  <a:lnTo>
                    <a:pt x="3862" y="39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6"/>
            <p:cNvSpPr/>
            <p:nvPr/>
          </p:nvSpPr>
          <p:spPr>
            <a:xfrm>
              <a:off x="1663975" y="3660175"/>
              <a:ext cx="229775" cy="419975"/>
            </a:xfrm>
            <a:custGeom>
              <a:avLst/>
              <a:gdLst/>
              <a:ahLst/>
              <a:cxnLst/>
              <a:rect l="l" t="t" r="r" b="b"/>
              <a:pathLst>
                <a:path w="9191" h="16799" extrusionOk="0">
                  <a:moveTo>
                    <a:pt x="77" y="1"/>
                  </a:moveTo>
                  <a:lnTo>
                    <a:pt x="0" y="271"/>
                  </a:lnTo>
                  <a:lnTo>
                    <a:pt x="2124" y="1275"/>
                  </a:lnTo>
                  <a:lnTo>
                    <a:pt x="4286" y="2240"/>
                  </a:lnTo>
                  <a:lnTo>
                    <a:pt x="5290" y="2742"/>
                  </a:lnTo>
                  <a:lnTo>
                    <a:pt x="6294" y="3244"/>
                  </a:lnTo>
                  <a:lnTo>
                    <a:pt x="7298" y="3746"/>
                  </a:lnTo>
                  <a:lnTo>
                    <a:pt x="8302" y="4248"/>
                  </a:lnTo>
                  <a:lnTo>
                    <a:pt x="7028" y="4750"/>
                  </a:lnTo>
                  <a:lnTo>
                    <a:pt x="5792" y="5252"/>
                  </a:lnTo>
                  <a:lnTo>
                    <a:pt x="5947" y="5677"/>
                  </a:lnTo>
                  <a:lnTo>
                    <a:pt x="7298" y="5175"/>
                  </a:lnTo>
                  <a:lnTo>
                    <a:pt x="7955" y="4905"/>
                  </a:lnTo>
                  <a:lnTo>
                    <a:pt x="8611" y="4596"/>
                  </a:lnTo>
                  <a:lnTo>
                    <a:pt x="8457" y="5136"/>
                  </a:lnTo>
                  <a:lnTo>
                    <a:pt x="8341" y="5638"/>
                  </a:lnTo>
                  <a:lnTo>
                    <a:pt x="8148" y="6681"/>
                  </a:lnTo>
                  <a:lnTo>
                    <a:pt x="7839" y="8380"/>
                  </a:lnTo>
                  <a:lnTo>
                    <a:pt x="7569" y="10041"/>
                  </a:lnTo>
                  <a:lnTo>
                    <a:pt x="7028" y="13361"/>
                  </a:lnTo>
                  <a:lnTo>
                    <a:pt x="6796" y="15060"/>
                  </a:lnTo>
                  <a:lnTo>
                    <a:pt x="6681" y="15871"/>
                  </a:lnTo>
                  <a:lnTo>
                    <a:pt x="6642" y="16721"/>
                  </a:lnTo>
                  <a:lnTo>
                    <a:pt x="6989" y="16798"/>
                  </a:lnTo>
                  <a:lnTo>
                    <a:pt x="7298" y="15215"/>
                  </a:lnTo>
                  <a:lnTo>
                    <a:pt x="7530" y="13593"/>
                  </a:lnTo>
                  <a:lnTo>
                    <a:pt x="7723" y="12010"/>
                  </a:lnTo>
                  <a:lnTo>
                    <a:pt x="7955" y="10427"/>
                  </a:lnTo>
                  <a:lnTo>
                    <a:pt x="8225" y="8805"/>
                  </a:lnTo>
                  <a:lnTo>
                    <a:pt x="8495" y="7183"/>
                  </a:lnTo>
                  <a:lnTo>
                    <a:pt x="8689" y="6488"/>
                  </a:lnTo>
                  <a:lnTo>
                    <a:pt x="8882" y="5793"/>
                  </a:lnTo>
                  <a:lnTo>
                    <a:pt x="9036" y="5059"/>
                  </a:lnTo>
                  <a:lnTo>
                    <a:pt x="9152" y="4364"/>
                  </a:lnTo>
                  <a:lnTo>
                    <a:pt x="9152" y="4287"/>
                  </a:lnTo>
                  <a:lnTo>
                    <a:pt x="9190" y="4210"/>
                  </a:lnTo>
                  <a:lnTo>
                    <a:pt x="9113" y="4094"/>
                  </a:lnTo>
                  <a:lnTo>
                    <a:pt x="9036" y="4017"/>
                  </a:lnTo>
                  <a:lnTo>
                    <a:pt x="8920" y="4017"/>
                  </a:lnTo>
                  <a:lnTo>
                    <a:pt x="8882" y="4055"/>
                  </a:lnTo>
                  <a:lnTo>
                    <a:pt x="7839" y="3437"/>
                  </a:lnTo>
                  <a:lnTo>
                    <a:pt x="6758" y="2897"/>
                  </a:lnTo>
                  <a:lnTo>
                    <a:pt x="4595" y="1893"/>
                  </a:lnTo>
                  <a:lnTo>
                    <a:pt x="2356" y="927"/>
                  </a:lnTo>
                  <a:lnTo>
                    <a:pt x="1236" y="464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6"/>
            <p:cNvSpPr/>
            <p:nvPr/>
          </p:nvSpPr>
          <p:spPr>
            <a:xfrm>
              <a:off x="406075" y="3667900"/>
              <a:ext cx="458600" cy="289650"/>
            </a:xfrm>
            <a:custGeom>
              <a:avLst/>
              <a:gdLst/>
              <a:ahLst/>
              <a:cxnLst/>
              <a:rect l="l" t="t" r="r" b="b"/>
              <a:pathLst>
                <a:path w="18344" h="11586" extrusionOk="0">
                  <a:moveTo>
                    <a:pt x="17069" y="387"/>
                  </a:moveTo>
                  <a:lnTo>
                    <a:pt x="17146" y="425"/>
                  </a:lnTo>
                  <a:lnTo>
                    <a:pt x="17223" y="503"/>
                  </a:lnTo>
                  <a:lnTo>
                    <a:pt x="17300" y="734"/>
                  </a:lnTo>
                  <a:lnTo>
                    <a:pt x="17378" y="927"/>
                  </a:lnTo>
                  <a:lnTo>
                    <a:pt x="17378" y="1120"/>
                  </a:lnTo>
                  <a:lnTo>
                    <a:pt x="17339" y="1314"/>
                  </a:lnTo>
                  <a:lnTo>
                    <a:pt x="17223" y="1545"/>
                  </a:lnTo>
                  <a:lnTo>
                    <a:pt x="16953" y="1893"/>
                  </a:lnTo>
                  <a:lnTo>
                    <a:pt x="16721" y="2124"/>
                  </a:lnTo>
                  <a:lnTo>
                    <a:pt x="16451" y="2356"/>
                  </a:lnTo>
                  <a:lnTo>
                    <a:pt x="16181" y="2549"/>
                  </a:lnTo>
                  <a:lnTo>
                    <a:pt x="15872" y="2665"/>
                  </a:lnTo>
                  <a:lnTo>
                    <a:pt x="15872" y="2086"/>
                  </a:lnTo>
                  <a:lnTo>
                    <a:pt x="15910" y="1777"/>
                  </a:lnTo>
                  <a:lnTo>
                    <a:pt x="15949" y="1468"/>
                  </a:lnTo>
                  <a:lnTo>
                    <a:pt x="16026" y="1198"/>
                  </a:lnTo>
                  <a:lnTo>
                    <a:pt x="16181" y="927"/>
                  </a:lnTo>
                  <a:lnTo>
                    <a:pt x="16335" y="696"/>
                  </a:lnTo>
                  <a:lnTo>
                    <a:pt x="16605" y="503"/>
                  </a:lnTo>
                  <a:lnTo>
                    <a:pt x="16837" y="425"/>
                  </a:lnTo>
                  <a:lnTo>
                    <a:pt x="16992" y="387"/>
                  </a:lnTo>
                  <a:close/>
                  <a:moveTo>
                    <a:pt x="14597" y="2974"/>
                  </a:moveTo>
                  <a:lnTo>
                    <a:pt x="14868" y="3013"/>
                  </a:lnTo>
                  <a:lnTo>
                    <a:pt x="15138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6"/>
                  </a:lnTo>
                  <a:lnTo>
                    <a:pt x="14057" y="3862"/>
                  </a:lnTo>
                  <a:lnTo>
                    <a:pt x="13786" y="3939"/>
                  </a:lnTo>
                  <a:lnTo>
                    <a:pt x="13478" y="4017"/>
                  </a:lnTo>
                  <a:lnTo>
                    <a:pt x="13053" y="4017"/>
                  </a:lnTo>
                  <a:lnTo>
                    <a:pt x="12976" y="3939"/>
                  </a:lnTo>
                  <a:lnTo>
                    <a:pt x="12976" y="3862"/>
                  </a:lnTo>
                  <a:lnTo>
                    <a:pt x="12976" y="3708"/>
                  </a:lnTo>
                  <a:lnTo>
                    <a:pt x="13014" y="3476"/>
                  </a:lnTo>
                  <a:lnTo>
                    <a:pt x="13053" y="3360"/>
                  </a:lnTo>
                  <a:lnTo>
                    <a:pt x="13207" y="3244"/>
                  </a:lnTo>
                  <a:lnTo>
                    <a:pt x="13400" y="3167"/>
                  </a:lnTo>
                  <a:lnTo>
                    <a:pt x="13709" y="3051"/>
                  </a:lnTo>
                  <a:lnTo>
                    <a:pt x="14018" y="3013"/>
                  </a:lnTo>
                  <a:lnTo>
                    <a:pt x="14327" y="2974"/>
                  </a:lnTo>
                  <a:close/>
                  <a:moveTo>
                    <a:pt x="15679" y="3283"/>
                  </a:moveTo>
                  <a:lnTo>
                    <a:pt x="16335" y="3476"/>
                  </a:lnTo>
                  <a:lnTo>
                    <a:pt x="16644" y="3553"/>
                  </a:lnTo>
                  <a:lnTo>
                    <a:pt x="16992" y="3669"/>
                  </a:lnTo>
                  <a:lnTo>
                    <a:pt x="17262" y="3823"/>
                  </a:lnTo>
                  <a:lnTo>
                    <a:pt x="17532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80" y="4596"/>
                  </a:lnTo>
                  <a:lnTo>
                    <a:pt x="17918" y="4789"/>
                  </a:lnTo>
                  <a:lnTo>
                    <a:pt x="17880" y="4943"/>
                  </a:lnTo>
                  <a:lnTo>
                    <a:pt x="17802" y="5059"/>
                  </a:lnTo>
                  <a:lnTo>
                    <a:pt x="17648" y="5136"/>
                  </a:lnTo>
                  <a:lnTo>
                    <a:pt x="17494" y="5175"/>
                  </a:lnTo>
                  <a:lnTo>
                    <a:pt x="17339" y="5175"/>
                  </a:lnTo>
                  <a:lnTo>
                    <a:pt x="17146" y="5136"/>
                  </a:lnTo>
                  <a:lnTo>
                    <a:pt x="16992" y="5059"/>
                  </a:lnTo>
                  <a:lnTo>
                    <a:pt x="16644" y="4789"/>
                  </a:lnTo>
                  <a:lnTo>
                    <a:pt x="16374" y="4480"/>
                  </a:lnTo>
                  <a:lnTo>
                    <a:pt x="16181" y="4210"/>
                  </a:lnTo>
                  <a:lnTo>
                    <a:pt x="15988" y="3901"/>
                  </a:lnTo>
                  <a:lnTo>
                    <a:pt x="15833" y="3592"/>
                  </a:lnTo>
                  <a:lnTo>
                    <a:pt x="15679" y="3283"/>
                  </a:lnTo>
                  <a:close/>
                  <a:moveTo>
                    <a:pt x="4635" y="541"/>
                  </a:moveTo>
                  <a:lnTo>
                    <a:pt x="5253" y="580"/>
                  </a:lnTo>
                  <a:lnTo>
                    <a:pt x="5832" y="696"/>
                  </a:lnTo>
                  <a:lnTo>
                    <a:pt x="6411" y="850"/>
                  </a:lnTo>
                  <a:lnTo>
                    <a:pt x="6990" y="1120"/>
                  </a:lnTo>
                  <a:lnTo>
                    <a:pt x="7492" y="1429"/>
                  </a:lnTo>
                  <a:lnTo>
                    <a:pt x="7917" y="1738"/>
                  </a:lnTo>
                  <a:lnTo>
                    <a:pt x="8303" y="2086"/>
                  </a:lnTo>
                  <a:lnTo>
                    <a:pt x="8651" y="2472"/>
                  </a:lnTo>
                  <a:lnTo>
                    <a:pt x="8960" y="2858"/>
                  </a:lnTo>
                  <a:lnTo>
                    <a:pt x="9539" y="3669"/>
                  </a:lnTo>
                  <a:lnTo>
                    <a:pt x="10157" y="4480"/>
                  </a:lnTo>
                  <a:lnTo>
                    <a:pt x="10388" y="4827"/>
                  </a:lnTo>
                  <a:lnTo>
                    <a:pt x="10697" y="5136"/>
                  </a:lnTo>
                  <a:lnTo>
                    <a:pt x="11006" y="5445"/>
                  </a:lnTo>
                  <a:lnTo>
                    <a:pt x="11354" y="5677"/>
                  </a:lnTo>
                  <a:lnTo>
                    <a:pt x="11701" y="5870"/>
                  </a:lnTo>
                  <a:lnTo>
                    <a:pt x="12126" y="5986"/>
                  </a:lnTo>
                  <a:lnTo>
                    <a:pt x="12512" y="6025"/>
                  </a:lnTo>
                  <a:lnTo>
                    <a:pt x="12976" y="5986"/>
                  </a:lnTo>
                  <a:lnTo>
                    <a:pt x="13323" y="5870"/>
                  </a:lnTo>
                  <a:lnTo>
                    <a:pt x="13632" y="5754"/>
                  </a:lnTo>
                  <a:lnTo>
                    <a:pt x="13902" y="5600"/>
                  </a:lnTo>
                  <a:lnTo>
                    <a:pt x="14173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9" y="4712"/>
                  </a:lnTo>
                  <a:lnTo>
                    <a:pt x="14984" y="4441"/>
                  </a:lnTo>
                  <a:lnTo>
                    <a:pt x="14752" y="5252"/>
                  </a:lnTo>
                  <a:lnTo>
                    <a:pt x="14443" y="5986"/>
                  </a:lnTo>
                  <a:lnTo>
                    <a:pt x="14057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0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7" y="10272"/>
                  </a:lnTo>
                  <a:lnTo>
                    <a:pt x="9616" y="10465"/>
                  </a:lnTo>
                  <a:lnTo>
                    <a:pt x="9075" y="10658"/>
                  </a:lnTo>
                  <a:lnTo>
                    <a:pt x="8496" y="10774"/>
                  </a:lnTo>
                  <a:lnTo>
                    <a:pt x="7956" y="10890"/>
                  </a:lnTo>
                  <a:lnTo>
                    <a:pt x="7376" y="10929"/>
                  </a:lnTo>
                  <a:lnTo>
                    <a:pt x="6836" y="10929"/>
                  </a:lnTo>
                  <a:lnTo>
                    <a:pt x="6257" y="10890"/>
                  </a:lnTo>
                  <a:lnTo>
                    <a:pt x="5716" y="10774"/>
                  </a:lnTo>
                  <a:lnTo>
                    <a:pt x="5175" y="10620"/>
                  </a:lnTo>
                  <a:lnTo>
                    <a:pt x="4635" y="10465"/>
                  </a:lnTo>
                  <a:lnTo>
                    <a:pt x="4133" y="10195"/>
                  </a:lnTo>
                  <a:lnTo>
                    <a:pt x="3631" y="9925"/>
                  </a:lnTo>
                  <a:lnTo>
                    <a:pt x="3129" y="9577"/>
                  </a:lnTo>
                  <a:lnTo>
                    <a:pt x="2665" y="9191"/>
                  </a:lnTo>
                  <a:lnTo>
                    <a:pt x="2202" y="8766"/>
                  </a:lnTo>
                  <a:lnTo>
                    <a:pt x="1777" y="8303"/>
                  </a:lnTo>
                  <a:lnTo>
                    <a:pt x="1430" y="7801"/>
                  </a:lnTo>
                  <a:lnTo>
                    <a:pt x="1082" y="7260"/>
                  </a:lnTo>
                  <a:lnTo>
                    <a:pt x="812" y="6720"/>
                  </a:lnTo>
                  <a:lnTo>
                    <a:pt x="619" y="6140"/>
                  </a:lnTo>
                  <a:lnTo>
                    <a:pt x="464" y="5523"/>
                  </a:lnTo>
                  <a:lnTo>
                    <a:pt x="426" y="4905"/>
                  </a:lnTo>
                  <a:lnTo>
                    <a:pt x="464" y="4287"/>
                  </a:lnTo>
                  <a:lnTo>
                    <a:pt x="619" y="3708"/>
                  </a:lnTo>
                  <a:lnTo>
                    <a:pt x="812" y="3128"/>
                  </a:lnTo>
                  <a:lnTo>
                    <a:pt x="1121" y="2588"/>
                  </a:lnTo>
                  <a:lnTo>
                    <a:pt x="1468" y="2086"/>
                  </a:lnTo>
                  <a:lnTo>
                    <a:pt x="1893" y="1661"/>
                  </a:lnTo>
                  <a:lnTo>
                    <a:pt x="2356" y="1275"/>
                  </a:lnTo>
                  <a:lnTo>
                    <a:pt x="2897" y="1005"/>
                  </a:lnTo>
                  <a:lnTo>
                    <a:pt x="3476" y="773"/>
                  </a:lnTo>
                  <a:lnTo>
                    <a:pt x="4056" y="618"/>
                  </a:lnTo>
                  <a:lnTo>
                    <a:pt x="4635" y="541"/>
                  </a:lnTo>
                  <a:close/>
                  <a:moveTo>
                    <a:pt x="16876" y="1"/>
                  </a:moveTo>
                  <a:lnTo>
                    <a:pt x="16683" y="39"/>
                  </a:lnTo>
                  <a:lnTo>
                    <a:pt x="16451" y="155"/>
                  </a:lnTo>
                  <a:lnTo>
                    <a:pt x="16258" y="271"/>
                  </a:lnTo>
                  <a:lnTo>
                    <a:pt x="16103" y="425"/>
                  </a:lnTo>
                  <a:lnTo>
                    <a:pt x="15949" y="580"/>
                  </a:lnTo>
                  <a:lnTo>
                    <a:pt x="15833" y="773"/>
                  </a:lnTo>
                  <a:lnTo>
                    <a:pt x="15717" y="1005"/>
                  </a:lnTo>
                  <a:lnTo>
                    <a:pt x="15601" y="1236"/>
                  </a:lnTo>
                  <a:lnTo>
                    <a:pt x="15486" y="1738"/>
                  </a:lnTo>
                  <a:lnTo>
                    <a:pt x="15447" y="2279"/>
                  </a:lnTo>
                  <a:lnTo>
                    <a:pt x="15486" y="2819"/>
                  </a:lnTo>
                  <a:lnTo>
                    <a:pt x="15370" y="2819"/>
                  </a:lnTo>
                  <a:lnTo>
                    <a:pt x="15331" y="2858"/>
                  </a:lnTo>
                  <a:lnTo>
                    <a:pt x="14906" y="2742"/>
                  </a:lnTo>
                  <a:lnTo>
                    <a:pt x="14443" y="2665"/>
                  </a:lnTo>
                  <a:lnTo>
                    <a:pt x="13980" y="2665"/>
                  </a:lnTo>
                  <a:lnTo>
                    <a:pt x="13516" y="2742"/>
                  </a:lnTo>
                  <a:lnTo>
                    <a:pt x="13169" y="2858"/>
                  </a:lnTo>
                  <a:lnTo>
                    <a:pt x="12976" y="2974"/>
                  </a:lnTo>
                  <a:lnTo>
                    <a:pt x="12783" y="3090"/>
                  </a:lnTo>
                  <a:lnTo>
                    <a:pt x="12628" y="3206"/>
                  </a:lnTo>
                  <a:lnTo>
                    <a:pt x="12512" y="3360"/>
                  </a:lnTo>
                  <a:lnTo>
                    <a:pt x="12396" y="3553"/>
                  </a:lnTo>
                  <a:lnTo>
                    <a:pt x="12396" y="3746"/>
                  </a:lnTo>
                  <a:lnTo>
                    <a:pt x="12396" y="3939"/>
                  </a:lnTo>
                  <a:lnTo>
                    <a:pt x="12474" y="4094"/>
                  </a:lnTo>
                  <a:lnTo>
                    <a:pt x="12628" y="4210"/>
                  </a:lnTo>
                  <a:lnTo>
                    <a:pt x="12783" y="4287"/>
                  </a:lnTo>
                  <a:lnTo>
                    <a:pt x="12976" y="4364"/>
                  </a:lnTo>
                  <a:lnTo>
                    <a:pt x="13169" y="4403"/>
                  </a:lnTo>
                  <a:lnTo>
                    <a:pt x="13516" y="4364"/>
                  </a:lnTo>
                  <a:lnTo>
                    <a:pt x="13864" y="4325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9" y="3823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4" y="4866"/>
                  </a:lnTo>
                  <a:lnTo>
                    <a:pt x="13941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30" y="5445"/>
                  </a:lnTo>
                  <a:lnTo>
                    <a:pt x="12744" y="5523"/>
                  </a:lnTo>
                  <a:lnTo>
                    <a:pt x="12396" y="5523"/>
                  </a:lnTo>
                  <a:lnTo>
                    <a:pt x="12049" y="5445"/>
                  </a:lnTo>
                  <a:lnTo>
                    <a:pt x="11740" y="5329"/>
                  </a:lnTo>
                  <a:lnTo>
                    <a:pt x="11431" y="5136"/>
                  </a:lnTo>
                  <a:lnTo>
                    <a:pt x="11122" y="4905"/>
                  </a:lnTo>
                  <a:lnTo>
                    <a:pt x="10852" y="4634"/>
                  </a:lnTo>
                  <a:lnTo>
                    <a:pt x="10543" y="4210"/>
                  </a:lnTo>
                  <a:lnTo>
                    <a:pt x="10195" y="3785"/>
                  </a:lnTo>
                  <a:lnTo>
                    <a:pt x="9616" y="2935"/>
                  </a:lnTo>
                  <a:lnTo>
                    <a:pt x="9307" y="2511"/>
                  </a:lnTo>
                  <a:lnTo>
                    <a:pt x="8960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7" y="966"/>
                  </a:lnTo>
                  <a:lnTo>
                    <a:pt x="7106" y="657"/>
                  </a:lnTo>
                  <a:lnTo>
                    <a:pt x="6527" y="425"/>
                  </a:lnTo>
                  <a:lnTo>
                    <a:pt x="5948" y="271"/>
                  </a:lnTo>
                  <a:lnTo>
                    <a:pt x="5330" y="155"/>
                  </a:lnTo>
                  <a:lnTo>
                    <a:pt x="4751" y="116"/>
                  </a:lnTo>
                  <a:lnTo>
                    <a:pt x="4133" y="155"/>
                  </a:lnTo>
                  <a:lnTo>
                    <a:pt x="3554" y="271"/>
                  </a:lnTo>
                  <a:lnTo>
                    <a:pt x="3283" y="348"/>
                  </a:lnTo>
                  <a:lnTo>
                    <a:pt x="2936" y="464"/>
                  </a:lnTo>
                  <a:lnTo>
                    <a:pt x="2588" y="618"/>
                  </a:lnTo>
                  <a:lnTo>
                    <a:pt x="2279" y="812"/>
                  </a:lnTo>
                  <a:lnTo>
                    <a:pt x="1932" y="1005"/>
                  </a:lnTo>
                  <a:lnTo>
                    <a:pt x="1661" y="1275"/>
                  </a:lnTo>
                  <a:lnTo>
                    <a:pt x="1353" y="1545"/>
                  </a:lnTo>
                  <a:lnTo>
                    <a:pt x="1082" y="1854"/>
                  </a:lnTo>
                  <a:lnTo>
                    <a:pt x="851" y="2163"/>
                  </a:lnTo>
                  <a:lnTo>
                    <a:pt x="542" y="2665"/>
                  </a:lnTo>
                  <a:lnTo>
                    <a:pt x="310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1" y="4712"/>
                  </a:lnTo>
                  <a:lnTo>
                    <a:pt x="40" y="5214"/>
                  </a:lnTo>
                  <a:lnTo>
                    <a:pt x="78" y="5716"/>
                  </a:lnTo>
                  <a:lnTo>
                    <a:pt x="194" y="6218"/>
                  </a:lnTo>
                  <a:lnTo>
                    <a:pt x="387" y="6720"/>
                  </a:lnTo>
                  <a:lnTo>
                    <a:pt x="580" y="7222"/>
                  </a:lnTo>
                  <a:lnTo>
                    <a:pt x="812" y="7685"/>
                  </a:lnTo>
                  <a:lnTo>
                    <a:pt x="1082" y="8110"/>
                  </a:lnTo>
                  <a:lnTo>
                    <a:pt x="1430" y="8573"/>
                  </a:lnTo>
                  <a:lnTo>
                    <a:pt x="1777" y="8959"/>
                  </a:lnTo>
                  <a:lnTo>
                    <a:pt x="2125" y="9384"/>
                  </a:lnTo>
                  <a:lnTo>
                    <a:pt x="2550" y="9732"/>
                  </a:lnTo>
                  <a:lnTo>
                    <a:pt x="3090" y="10156"/>
                  </a:lnTo>
                  <a:lnTo>
                    <a:pt x="3631" y="10504"/>
                  </a:lnTo>
                  <a:lnTo>
                    <a:pt x="4210" y="10774"/>
                  </a:lnTo>
                  <a:lnTo>
                    <a:pt x="4789" y="11044"/>
                  </a:lnTo>
                  <a:lnTo>
                    <a:pt x="5407" y="11199"/>
                  </a:lnTo>
                  <a:lnTo>
                    <a:pt x="6025" y="11353"/>
                  </a:lnTo>
                  <a:lnTo>
                    <a:pt x="6643" y="11392"/>
                  </a:lnTo>
                  <a:lnTo>
                    <a:pt x="7261" y="11431"/>
                  </a:lnTo>
                  <a:lnTo>
                    <a:pt x="7338" y="11585"/>
                  </a:lnTo>
                  <a:lnTo>
                    <a:pt x="7647" y="11392"/>
                  </a:lnTo>
                  <a:lnTo>
                    <a:pt x="8458" y="11315"/>
                  </a:lnTo>
                  <a:lnTo>
                    <a:pt x="9269" y="11122"/>
                  </a:lnTo>
                  <a:lnTo>
                    <a:pt x="10079" y="10813"/>
                  </a:lnTo>
                  <a:lnTo>
                    <a:pt x="10852" y="10465"/>
                  </a:lnTo>
                  <a:lnTo>
                    <a:pt x="11547" y="10040"/>
                  </a:lnTo>
                  <a:lnTo>
                    <a:pt x="12165" y="9577"/>
                  </a:lnTo>
                  <a:lnTo>
                    <a:pt x="12435" y="9384"/>
                  </a:lnTo>
                  <a:lnTo>
                    <a:pt x="13053" y="8805"/>
                  </a:lnTo>
                  <a:lnTo>
                    <a:pt x="13632" y="8187"/>
                  </a:lnTo>
                  <a:lnTo>
                    <a:pt x="14134" y="7492"/>
                  </a:lnTo>
                  <a:lnTo>
                    <a:pt x="14597" y="6797"/>
                  </a:lnTo>
                  <a:lnTo>
                    <a:pt x="14945" y="6025"/>
                  </a:lnTo>
                  <a:lnTo>
                    <a:pt x="15099" y="5638"/>
                  </a:lnTo>
                  <a:lnTo>
                    <a:pt x="15254" y="5214"/>
                  </a:lnTo>
                  <a:lnTo>
                    <a:pt x="15331" y="4827"/>
                  </a:lnTo>
                  <a:lnTo>
                    <a:pt x="15408" y="4403"/>
                  </a:lnTo>
                  <a:lnTo>
                    <a:pt x="15486" y="4017"/>
                  </a:lnTo>
                  <a:lnTo>
                    <a:pt x="15486" y="3592"/>
                  </a:lnTo>
                  <a:lnTo>
                    <a:pt x="15679" y="4055"/>
                  </a:lnTo>
                  <a:lnTo>
                    <a:pt x="15949" y="4480"/>
                  </a:lnTo>
                  <a:lnTo>
                    <a:pt x="16258" y="4866"/>
                  </a:lnTo>
                  <a:lnTo>
                    <a:pt x="16605" y="5214"/>
                  </a:lnTo>
                  <a:lnTo>
                    <a:pt x="16760" y="5368"/>
                  </a:lnTo>
                  <a:lnTo>
                    <a:pt x="16992" y="5484"/>
                  </a:lnTo>
                  <a:lnTo>
                    <a:pt x="17185" y="5561"/>
                  </a:lnTo>
                  <a:lnTo>
                    <a:pt x="17416" y="5638"/>
                  </a:lnTo>
                  <a:lnTo>
                    <a:pt x="17609" y="5677"/>
                  </a:lnTo>
                  <a:lnTo>
                    <a:pt x="17841" y="5638"/>
                  </a:lnTo>
                  <a:lnTo>
                    <a:pt x="18034" y="5523"/>
                  </a:lnTo>
                  <a:lnTo>
                    <a:pt x="18189" y="5329"/>
                  </a:lnTo>
                  <a:lnTo>
                    <a:pt x="18304" y="5136"/>
                  </a:lnTo>
                  <a:lnTo>
                    <a:pt x="18343" y="4943"/>
                  </a:lnTo>
                  <a:lnTo>
                    <a:pt x="18304" y="4712"/>
                  </a:lnTo>
                  <a:lnTo>
                    <a:pt x="18266" y="4519"/>
                  </a:lnTo>
                  <a:lnTo>
                    <a:pt x="18189" y="4287"/>
                  </a:lnTo>
                  <a:lnTo>
                    <a:pt x="18073" y="4132"/>
                  </a:lnTo>
                  <a:lnTo>
                    <a:pt x="17957" y="3939"/>
                  </a:lnTo>
                  <a:lnTo>
                    <a:pt x="17802" y="3785"/>
                  </a:lnTo>
                  <a:lnTo>
                    <a:pt x="17648" y="3630"/>
                  </a:lnTo>
                  <a:lnTo>
                    <a:pt x="17416" y="3476"/>
                  </a:lnTo>
                  <a:lnTo>
                    <a:pt x="16953" y="3244"/>
                  </a:lnTo>
                  <a:lnTo>
                    <a:pt x="16490" y="3051"/>
                  </a:lnTo>
                  <a:lnTo>
                    <a:pt x="15988" y="2935"/>
                  </a:lnTo>
                  <a:lnTo>
                    <a:pt x="16412" y="2781"/>
                  </a:lnTo>
                  <a:lnTo>
                    <a:pt x="16837" y="2511"/>
                  </a:lnTo>
                  <a:lnTo>
                    <a:pt x="17185" y="2202"/>
                  </a:lnTo>
                  <a:lnTo>
                    <a:pt x="17494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4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1" y="194"/>
                  </a:lnTo>
                  <a:lnTo>
                    <a:pt x="17455" y="116"/>
                  </a:lnTo>
                  <a:lnTo>
                    <a:pt x="17339" y="39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6"/>
            <p:cNvSpPr/>
            <p:nvPr/>
          </p:nvSpPr>
          <p:spPr>
            <a:xfrm>
              <a:off x="2141825" y="3698800"/>
              <a:ext cx="126500" cy="70500"/>
            </a:xfrm>
            <a:custGeom>
              <a:avLst/>
              <a:gdLst/>
              <a:ahLst/>
              <a:cxnLst/>
              <a:rect l="l" t="t" r="r" b="b"/>
              <a:pathLst>
                <a:path w="5060" h="2820" extrusionOk="0">
                  <a:moveTo>
                    <a:pt x="4905" y="0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3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0"/>
                  </a:lnTo>
                  <a:lnTo>
                    <a:pt x="1" y="2587"/>
                  </a:lnTo>
                  <a:lnTo>
                    <a:pt x="39" y="2703"/>
                  </a:lnTo>
                  <a:lnTo>
                    <a:pt x="116" y="2781"/>
                  </a:lnTo>
                  <a:lnTo>
                    <a:pt x="387" y="2819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1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6"/>
            <p:cNvSpPr/>
            <p:nvPr/>
          </p:nvSpPr>
          <p:spPr>
            <a:xfrm>
              <a:off x="436975" y="3704575"/>
              <a:ext cx="144825" cy="162225"/>
            </a:xfrm>
            <a:custGeom>
              <a:avLst/>
              <a:gdLst/>
              <a:ahLst/>
              <a:cxnLst/>
              <a:rect l="l" t="t" r="r" b="b"/>
              <a:pathLst>
                <a:path w="5793" h="6489" extrusionOk="0">
                  <a:moveTo>
                    <a:pt x="2240" y="426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6" y="735"/>
                  </a:lnTo>
                  <a:lnTo>
                    <a:pt x="4171" y="1005"/>
                  </a:lnTo>
                  <a:lnTo>
                    <a:pt x="4557" y="1314"/>
                  </a:lnTo>
                  <a:lnTo>
                    <a:pt x="4750" y="1507"/>
                  </a:lnTo>
                  <a:lnTo>
                    <a:pt x="4905" y="1739"/>
                  </a:lnTo>
                  <a:lnTo>
                    <a:pt x="5021" y="1932"/>
                  </a:lnTo>
                  <a:lnTo>
                    <a:pt x="5136" y="2163"/>
                  </a:lnTo>
                  <a:lnTo>
                    <a:pt x="5214" y="2434"/>
                  </a:lnTo>
                  <a:lnTo>
                    <a:pt x="5291" y="2704"/>
                  </a:lnTo>
                  <a:lnTo>
                    <a:pt x="5330" y="3167"/>
                  </a:lnTo>
                  <a:lnTo>
                    <a:pt x="5330" y="3631"/>
                  </a:lnTo>
                  <a:lnTo>
                    <a:pt x="5214" y="4133"/>
                  </a:lnTo>
                  <a:lnTo>
                    <a:pt x="5021" y="4558"/>
                  </a:lnTo>
                  <a:lnTo>
                    <a:pt x="4789" y="4982"/>
                  </a:lnTo>
                  <a:lnTo>
                    <a:pt x="4480" y="5330"/>
                  </a:lnTo>
                  <a:lnTo>
                    <a:pt x="4287" y="5484"/>
                  </a:lnTo>
                  <a:lnTo>
                    <a:pt x="4094" y="5639"/>
                  </a:lnTo>
                  <a:lnTo>
                    <a:pt x="3901" y="5755"/>
                  </a:lnTo>
                  <a:lnTo>
                    <a:pt x="3669" y="5832"/>
                  </a:lnTo>
                  <a:lnTo>
                    <a:pt x="3360" y="5948"/>
                  </a:lnTo>
                  <a:lnTo>
                    <a:pt x="3090" y="5986"/>
                  </a:lnTo>
                  <a:lnTo>
                    <a:pt x="2820" y="6025"/>
                  </a:lnTo>
                  <a:lnTo>
                    <a:pt x="2549" y="5986"/>
                  </a:lnTo>
                  <a:lnTo>
                    <a:pt x="2279" y="5948"/>
                  </a:lnTo>
                  <a:lnTo>
                    <a:pt x="2047" y="5870"/>
                  </a:lnTo>
                  <a:lnTo>
                    <a:pt x="1854" y="5755"/>
                  </a:lnTo>
                  <a:lnTo>
                    <a:pt x="1622" y="5639"/>
                  </a:lnTo>
                  <a:lnTo>
                    <a:pt x="1429" y="5484"/>
                  </a:lnTo>
                  <a:lnTo>
                    <a:pt x="1275" y="5291"/>
                  </a:lnTo>
                  <a:lnTo>
                    <a:pt x="1082" y="5098"/>
                  </a:lnTo>
                  <a:lnTo>
                    <a:pt x="966" y="4905"/>
                  </a:lnTo>
                  <a:lnTo>
                    <a:pt x="696" y="4442"/>
                  </a:lnTo>
                  <a:lnTo>
                    <a:pt x="541" y="3901"/>
                  </a:lnTo>
                  <a:lnTo>
                    <a:pt x="425" y="3399"/>
                  </a:lnTo>
                  <a:lnTo>
                    <a:pt x="425" y="2858"/>
                  </a:lnTo>
                  <a:lnTo>
                    <a:pt x="503" y="2318"/>
                  </a:lnTo>
                  <a:lnTo>
                    <a:pt x="541" y="2048"/>
                  </a:lnTo>
                  <a:lnTo>
                    <a:pt x="657" y="1816"/>
                  </a:lnTo>
                  <a:lnTo>
                    <a:pt x="734" y="1584"/>
                  </a:lnTo>
                  <a:lnTo>
                    <a:pt x="889" y="1352"/>
                  </a:lnTo>
                  <a:lnTo>
                    <a:pt x="1043" y="1159"/>
                  </a:lnTo>
                  <a:lnTo>
                    <a:pt x="1236" y="1005"/>
                  </a:lnTo>
                  <a:lnTo>
                    <a:pt x="1429" y="812"/>
                  </a:lnTo>
                  <a:lnTo>
                    <a:pt x="1661" y="696"/>
                  </a:lnTo>
                  <a:lnTo>
                    <a:pt x="1893" y="580"/>
                  </a:lnTo>
                  <a:lnTo>
                    <a:pt x="2202" y="503"/>
                  </a:lnTo>
                  <a:lnTo>
                    <a:pt x="2240" y="464"/>
                  </a:lnTo>
                  <a:lnTo>
                    <a:pt x="2240" y="426"/>
                  </a:lnTo>
                  <a:close/>
                  <a:moveTo>
                    <a:pt x="2279" y="1"/>
                  </a:moveTo>
                  <a:lnTo>
                    <a:pt x="1970" y="40"/>
                  </a:lnTo>
                  <a:lnTo>
                    <a:pt x="1893" y="78"/>
                  </a:lnTo>
                  <a:lnTo>
                    <a:pt x="1816" y="117"/>
                  </a:lnTo>
                  <a:lnTo>
                    <a:pt x="1816" y="194"/>
                  </a:lnTo>
                  <a:lnTo>
                    <a:pt x="1816" y="271"/>
                  </a:lnTo>
                  <a:lnTo>
                    <a:pt x="1507" y="349"/>
                  </a:lnTo>
                  <a:lnTo>
                    <a:pt x="1275" y="464"/>
                  </a:lnTo>
                  <a:lnTo>
                    <a:pt x="1043" y="619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8"/>
                  </a:lnTo>
                  <a:lnTo>
                    <a:pt x="348" y="1430"/>
                  </a:lnTo>
                  <a:lnTo>
                    <a:pt x="232" y="1661"/>
                  </a:lnTo>
                  <a:lnTo>
                    <a:pt x="117" y="1932"/>
                  </a:lnTo>
                  <a:lnTo>
                    <a:pt x="78" y="2202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1"/>
                  </a:lnTo>
                  <a:lnTo>
                    <a:pt x="271" y="4519"/>
                  </a:lnTo>
                  <a:lnTo>
                    <a:pt x="387" y="4828"/>
                  </a:lnTo>
                  <a:lnTo>
                    <a:pt x="541" y="5098"/>
                  </a:lnTo>
                  <a:lnTo>
                    <a:pt x="696" y="5330"/>
                  </a:lnTo>
                  <a:lnTo>
                    <a:pt x="850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1"/>
                  </a:lnTo>
                  <a:lnTo>
                    <a:pt x="1738" y="6257"/>
                  </a:lnTo>
                  <a:lnTo>
                    <a:pt x="2009" y="6372"/>
                  </a:lnTo>
                  <a:lnTo>
                    <a:pt x="2279" y="6450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50"/>
                  </a:lnTo>
                  <a:lnTo>
                    <a:pt x="3553" y="6372"/>
                  </a:lnTo>
                  <a:lnTo>
                    <a:pt x="3862" y="6257"/>
                  </a:lnTo>
                  <a:lnTo>
                    <a:pt x="4132" y="6141"/>
                  </a:lnTo>
                  <a:lnTo>
                    <a:pt x="4403" y="5986"/>
                  </a:lnTo>
                  <a:lnTo>
                    <a:pt x="4634" y="5793"/>
                  </a:lnTo>
                  <a:lnTo>
                    <a:pt x="4866" y="5600"/>
                  </a:lnTo>
                  <a:lnTo>
                    <a:pt x="5059" y="5368"/>
                  </a:lnTo>
                  <a:lnTo>
                    <a:pt x="5214" y="5137"/>
                  </a:lnTo>
                  <a:lnTo>
                    <a:pt x="5368" y="4866"/>
                  </a:lnTo>
                  <a:lnTo>
                    <a:pt x="5523" y="4635"/>
                  </a:lnTo>
                  <a:lnTo>
                    <a:pt x="5638" y="4326"/>
                  </a:lnTo>
                  <a:lnTo>
                    <a:pt x="5716" y="4056"/>
                  </a:lnTo>
                  <a:lnTo>
                    <a:pt x="5754" y="3747"/>
                  </a:lnTo>
                  <a:lnTo>
                    <a:pt x="5793" y="3438"/>
                  </a:lnTo>
                  <a:lnTo>
                    <a:pt x="5793" y="3129"/>
                  </a:lnTo>
                  <a:lnTo>
                    <a:pt x="5793" y="2858"/>
                  </a:lnTo>
                  <a:lnTo>
                    <a:pt x="5716" y="2550"/>
                  </a:lnTo>
                  <a:lnTo>
                    <a:pt x="5638" y="2241"/>
                  </a:lnTo>
                  <a:lnTo>
                    <a:pt x="5523" y="1932"/>
                  </a:lnTo>
                  <a:lnTo>
                    <a:pt x="5368" y="1661"/>
                  </a:lnTo>
                  <a:lnTo>
                    <a:pt x="5214" y="1391"/>
                  </a:lnTo>
                  <a:lnTo>
                    <a:pt x="5021" y="1159"/>
                  </a:lnTo>
                  <a:lnTo>
                    <a:pt x="4828" y="928"/>
                  </a:lnTo>
                  <a:lnTo>
                    <a:pt x="4596" y="735"/>
                  </a:lnTo>
                  <a:lnTo>
                    <a:pt x="4326" y="542"/>
                  </a:lnTo>
                  <a:lnTo>
                    <a:pt x="4094" y="387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6"/>
            <p:cNvSpPr/>
            <p:nvPr/>
          </p:nvSpPr>
          <p:spPr>
            <a:xfrm>
              <a:off x="6171275" y="3733550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3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6"/>
            <p:cNvSpPr/>
            <p:nvPr/>
          </p:nvSpPr>
          <p:spPr>
            <a:xfrm>
              <a:off x="6036125" y="3735475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8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5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3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6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8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6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9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5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9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6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6"/>
            <p:cNvSpPr/>
            <p:nvPr/>
          </p:nvSpPr>
          <p:spPr>
            <a:xfrm>
              <a:off x="2084875" y="3742225"/>
              <a:ext cx="66625" cy="99475"/>
            </a:xfrm>
            <a:custGeom>
              <a:avLst/>
              <a:gdLst/>
              <a:ahLst/>
              <a:cxnLst/>
              <a:rect l="l" t="t" r="r" b="b"/>
              <a:pathLst>
                <a:path w="2665" h="3979" extrusionOk="0">
                  <a:moveTo>
                    <a:pt x="850" y="1"/>
                  </a:moveTo>
                  <a:lnTo>
                    <a:pt x="502" y="155"/>
                  </a:lnTo>
                  <a:lnTo>
                    <a:pt x="618" y="233"/>
                  </a:lnTo>
                  <a:lnTo>
                    <a:pt x="464" y="619"/>
                  </a:lnTo>
                  <a:lnTo>
                    <a:pt x="271" y="1082"/>
                  </a:lnTo>
                  <a:lnTo>
                    <a:pt x="116" y="1623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74"/>
                  </a:lnTo>
                  <a:lnTo>
                    <a:pt x="77" y="3206"/>
                  </a:lnTo>
                  <a:lnTo>
                    <a:pt x="155" y="3399"/>
                  </a:lnTo>
                  <a:lnTo>
                    <a:pt x="309" y="3592"/>
                  </a:lnTo>
                  <a:lnTo>
                    <a:pt x="464" y="3747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78"/>
                  </a:lnTo>
                  <a:lnTo>
                    <a:pt x="1313" y="3940"/>
                  </a:lnTo>
                  <a:lnTo>
                    <a:pt x="1506" y="3824"/>
                  </a:lnTo>
                  <a:lnTo>
                    <a:pt x="1661" y="3708"/>
                  </a:lnTo>
                  <a:lnTo>
                    <a:pt x="1815" y="3515"/>
                  </a:lnTo>
                  <a:lnTo>
                    <a:pt x="1970" y="3322"/>
                  </a:lnTo>
                  <a:lnTo>
                    <a:pt x="2085" y="3090"/>
                  </a:lnTo>
                  <a:lnTo>
                    <a:pt x="2317" y="2550"/>
                  </a:lnTo>
                  <a:lnTo>
                    <a:pt x="2510" y="2009"/>
                  </a:lnTo>
                  <a:lnTo>
                    <a:pt x="2626" y="1507"/>
                  </a:lnTo>
                  <a:lnTo>
                    <a:pt x="2665" y="1082"/>
                  </a:lnTo>
                  <a:lnTo>
                    <a:pt x="2394" y="1044"/>
                  </a:lnTo>
                  <a:lnTo>
                    <a:pt x="2008" y="2048"/>
                  </a:lnTo>
                  <a:lnTo>
                    <a:pt x="1738" y="2704"/>
                  </a:lnTo>
                  <a:lnTo>
                    <a:pt x="1545" y="3052"/>
                  </a:lnTo>
                  <a:lnTo>
                    <a:pt x="1468" y="3206"/>
                  </a:lnTo>
                  <a:lnTo>
                    <a:pt x="1313" y="3322"/>
                  </a:lnTo>
                  <a:lnTo>
                    <a:pt x="1159" y="3322"/>
                  </a:lnTo>
                  <a:lnTo>
                    <a:pt x="966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936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79" y="2086"/>
                  </a:lnTo>
                  <a:lnTo>
                    <a:pt x="618" y="1623"/>
                  </a:lnTo>
                  <a:lnTo>
                    <a:pt x="734" y="1198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6"/>
            <p:cNvSpPr/>
            <p:nvPr/>
          </p:nvSpPr>
          <p:spPr>
            <a:xfrm>
              <a:off x="3315725" y="3754775"/>
              <a:ext cx="374575" cy="387150"/>
            </a:xfrm>
            <a:custGeom>
              <a:avLst/>
              <a:gdLst/>
              <a:ahLst/>
              <a:cxnLst/>
              <a:rect l="l" t="t" r="r" b="b"/>
              <a:pathLst>
                <a:path w="14983" h="15486" extrusionOk="0">
                  <a:moveTo>
                    <a:pt x="7453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44"/>
                  </a:lnTo>
                  <a:lnTo>
                    <a:pt x="10697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40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80" y="9230"/>
                  </a:lnTo>
                  <a:lnTo>
                    <a:pt x="4171" y="10041"/>
                  </a:lnTo>
                  <a:lnTo>
                    <a:pt x="3978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53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9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53" y="503"/>
                  </a:lnTo>
                  <a:close/>
                  <a:moveTo>
                    <a:pt x="11932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13" y="3206"/>
                  </a:lnTo>
                  <a:lnTo>
                    <a:pt x="13322" y="3669"/>
                  </a:lnTo>
                  <a:lnTo>
                    <a:pt x="13593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2"/>
                  </a:lnTo>
                  <a:lnTo>
                    <a:pt x="11392" y="7145"/>
                  </a:lnTo>
                  <a:lnTo>
                    <a:pt x="10658" y="7415"/>
                  </a:lnTo>
                  <a:lnTo>
                    <a:pt x="9924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8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8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2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1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7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30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42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19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1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286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39"/>
                  </a:lnTo>
                  <a:lnTo>
                    <a:pt x="3051" y="13477"/>
                  </a:lnTo>
                  <a:lnTo>
                    <a:pt x="2974" y="13516"/>
                  </a:lnTo>
                  <a:lnTo>
                    <a:pt x="3051" y="13362"/>
                  </a:lnTo>
                  <a:lnTo>
                    <a:pt x="3167" y="13207"/>
                  </a:lnTo>
                  <a:lnTo>
                    <a:pt x="3321" y="13130"/>
                  </a:lnTo>
                  <a:lnTo>
                    <a:pt x="3476" y="13014"/>
                  </a:lnTo>
                  <a:lnTo>
                    <a:pt x="3669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1" y="13362"/>
                  </a:lnTo>
                  <a:lnTo>
                    <a:pt x="11894" y="13477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11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7" y="12860"/>
                  </a:lnTo>
                  <a:close/>
                  <a:moveTo>
                    <a:pt x="7569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46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6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4" y="14520"/>
                  </a:lnTo>
                  <a:lnTo>
                    <a:pt x="4093" y="14597"/>
                  </a:lnTo>
                  <a:lnTo>
                    <a:pt x="4518" y="14829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60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9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2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4" y="233"/>
                  </a:lnTo>
                  <a:lnTo>
                    <a:pt x="8766" y="117"/>
                  </a:lnTo>
                  <a:lnTo>
                    <a:pt x="8187" y="40"/>
                  </a:lnTo>
                  <a:lnTo>
                    <a:pt x="756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6"/>
            <p:cNvSpPr/>
            <p:nvPr/>
          </p:nvSpPr>
          <p:spPr>
            <a:xfrm>
              <a:off x="514200" y="3860000"/>
              <a:ext cx="302200" cy="155450"/>
            </a:xfrm>
            <a:custGeom>
              <a:avLst/>
              <a:gdLst/>
              <a:ahLst/>
              <a:cxnLst/>
              <a:rect l="l" t="t" r="r" b="b"/>
              <a:pathLst>
                <a:path w="12088" h="6218" extrusionOk="0">
                  <a:moveTo>
                    <a:pt x="11740" y="1"/>
                  </a:moveTo>
                  <a:lnTo>
                    <a:pt x="11663" y="40"/>
                  </a:lnTo>
                  <a:lnTo>
                    <a:pt x="11585" y="78"/>
                  </a:lnTo>
                  <a:lnTo>
                    <a:pt x="11508" y="117"/>
                  </a:lnTo>
                  <a:lnTo>
                    <a:pt x="11469" y="233"/>
                  </a:lnTo>
                  <a:lnTo>
                    <a:pt x="11469" y="310"/>
                  </a:lnTo>
                  <a:lnTo>
                    <a:pt x="11508" y="426"/>
                  </a:lnTo>
                  <a:lnTo>
                    <a:pt x="11585" y="580"/>
                  </a:lnTo>
                  <a:lnTo>
                    <a:pt x="11624" y="773"/>
                  </a:lnTo>
                  <a:lnTo>
                    <a:pt x="11585" y="966"/>
                  </a:lnTo>
                  <a:lnTo>
                    <a:pt x="11508" y="1121"/>
                  </a:lnTo>
                  <a:lnTo>
                    <a:pt x="11392" y="1275"/>
                  </a:lnTo>
                  <a:lnTo>
                    <a:pt x="11276" y="1430"/>
                  </a:lnTo>
                  <a:lnTo>
                    <a:pt x="10929" y="1739"/>
                  </a:lnTo>
                  <a:lnTo>
                    <a:pt x="10504" y="2009"/>
                  </a:lnTo>
                  <a:lnTo>
                    <a:pt x="10079" y="2241"/>
                  </a:lnTo>
                  <a:lnTo>
                    <a:pt x="9423" y="2588"/>
                  </a:lnTo>
                  <a:lnTo>
                    <a:pt x="9037" y="2781"/>
                  </a:lnTo>
                  <a:lnTo>
                    <a:pt x="9037" y="2704"/>
                  </a:lnTo>
                  <a:lnTo>
                    <a:pt x="8960" y="2627"/>
                  </a:lnTo>
                  <a:lnTo>
                    <a:pt x="8496" y="2202"/>
                  </a:lnTo>
                  <a:lnTo>
                    <a:pt x="8110" y="1700"/>
                  </a:lnTo>
                  <a:lnTo>
                    <a:pt x="7840" y="1893"/>
                  </a:lnTo>
                  <a:lnTo>
                    <a:pt x="7994" y="2202"/>
                  </a:lnTo>
                  <a:lnTo>
                    <a:pt x="8187" y="2511"/>
                  </a:lnTo>
                  <a:lnTo>
                    <a:pt x="8419" y="2781"/>
                  </a:lnTo>
                  <a:lnTo>
                    <a:pt x="8651" y="2974"/>
                  </a:lnTo>
                  <a:lnTo>
                    <a:pt x="7608" y="3515"/>
                  </a:lnTo>
                  <a:lnTo>
                    <a:pt x="6565" y="3978"/>
                  </a:lnTo>
                  <a:lnTo>
                    <a:pt x="5252" y="4519"/>
                  </a:lnTo>
                  <a:lnTo>
                    <a:pt x="3940" y="4982"/>
                  </a:lnTo>
                  <a:lnTo>
                    <a:pt x="3669" y="5059"/>
                  </a:lnTo>
                  <a:lnTo>
                    <a:pt x="3708" y="4712"/>
                  </a:lnTo>
                  <a:lnTo>
                    <a:pt x="3631" y="4364"/>
                  </a:lnTo>
                  <a:lnTo>
                    <a:pt x="3515" y="4055"/>
                  </a:lnTo>
                  <a:lnTo>
                    <a:pt x="3322" y="3708"/>
                  </a:lnTo>
                  <a:lnTo>
                    <a:pt x="3013" y="3901"/>
                  </a:lnTo>
                  <a:lnTo>
                    <a:pt x="3129" y="4171"/>
                  </a:lnTo>
                  <a:lnTo>
                    <a:pt x="3206" y="4442"/>
                  </a:lnTo>
                  <a:lnTo>
                    <a:pt x="3245" y="4866"/>
                  </a:lnTo>
                  <a:lnTo>
                    <a:pt x="3245" y="5253"/>
                  </a:lnTo>
                  <a:lnTo>
                    <a:pt x="2356" y="5523"/>
                  </a:lnTo>
                  <a:lnTo>
                    <a:pt x="1893" y="5639"/>
                  </a:lnTo>
                  <a:lnTo>
                    <a:pt x="1430" y="5677"/>
                  </a:lnTo>
                  <a:lnTo>
                    <a:pt x="1043" y="5716"/>
                  </a:lnTo>
                  <a:lnTo>
                    <a:pt x="850" y="5716"/>
                  </a:lnTo>
                  <a:lnTo>
                    <a:pt x="696" y="5677"/>
                  </a:lnTo>
                  <a:lnTo>
                    <a:pt x="580" y="5600"/>
                  </a:lnTo>
                  <a:lnTo>
                    <a:pt x="464" y="5523"/>
                  </a:lnTo>
                  <a:lnTo>
                    <a:pt x="387" y="5407"/>
                  </a:lnTo>
                  <a:lnTo>
                    <a:pt x="348" y="5291"/>
                  </a:lnTo>
                  <a:lnTo>
                    <a:pt x="310" y="5214"/>
                  </a:lnTo>
                  <a:lnTo>
                    <a:pt x="271" y="5175"/>
                  </a:lnTo>
                  <a:lnTo>
                    <a:pt x="155" y="5137"/>
                  </a:lnTo>
                  <a:lnTo>
                    <a:pt x="78" y="5175"/>
                  </a:lnTo>
                  <a:lnTo>
                    <a:pt x="39" y="5214"/>
                  </a:lnTo>
                  <a:lnTo>
                    <a:pt x="1" y="5291"/>
                  </a:lnTo>
                  <a:lnTo>
                    <a:pt x="1" y="5446"/>
                  </a:lnTo>
                  <a:lnTo>
                    <a:pt x="39" y="5600"/>
                  </a:lnTo>
                  <a:lnTo>
                    <a:pt x="78" y="5755"/>
                  </a:lnTo>
                  <a:lnTo>
                    <a:pt x="155" y="5870"/>
                  </a:lnTo>
                  <a:lnTo>
                    <a:pt x="233" y="5948"/>
                  </a:lnTo>
                  <a:lnTo>
                    <a:pt x="310" y="6025"/>
                  </a:lnTo>
                  <a:lnTo>
                    <a:pt x="541" y="6141"/>
                  </a:lnTo>
                  <a:lnTo>
                    <a:pt x="812" y="6179"/>
                  </a:lnTo>
                  <a:lnTo>
                    <a:pt x="1121" y="6218"/>
                  </a:lnTo>
                  <a:lnTo>
                    <a:pt x="1430" y="6179"/>
                  </a:lnTo>
                  <a:lnTo>
                    <a:pt x="1700" y="6141"/>
                  </a:lnTo>
                  <a:lnTo>
                    <a:pt x="2897" y="5832"/>
                  </a:lnTo>
                  <a:lnTo>
                    <a:pt x="4094" y="5446"/>
                  </a:lnTo>
                  <a:lnTo>
                    <a:pt x="5291" y="5021"/>
                  </a:lnTo>
                  <a:lnTo>
                    <a:pt x="6450" y="4557"/>
                  </a:lnTo>
                  <a:lnTo>
                    <a:pt x="7531" y="4094"/>
                  </a:lnTo>
                  <a:lnTo>
                    <a:pt x="8573" y="3592"/>
                  </a:lnTo>
                  <a:lnTo>
                    <a:pt x="9616" y="3052"/>
                  </a:lnTo>
                  <a:lnTo>
                    <a:pt x="10620" y="2472"/>
                  </a:lnTo>
                  <a:lnTo>
                    <a:pt x="10929" y="2279"/>
                  </a:lnTo>
                  <a:lnTo>
                    <a:pt x="11276" y="2048"/>
                  </a:lnTo>
                  <a:lnTo>
                    <a:pt x="11547" y="1777"/>
                  </a:lnTo>
                  <a:lnTo>
                    <a:pt x="11817" y="1507"/>
                  </a:lnTo>
                  <a:lnTo>
                    <a:pt x="12010" y="1198"/>
                  </a:lnTo>
                  <a:lnTo>
                    <a:pt x="12049" y="1044"/>
                  </a:lnTo>
                  <a:lnTo>
                    <a:pt x="12087" y="889"/>
                  </a:lnTo>
                  <a:lnTo>
                    <a:pt x="12087" y="696"/>
                  </a:lnTo>
                  <a:lnTo>
                    <a:pt x="12049" y="503"/>
                  </a:lnTo>
                  <a:lnTo>
                    <a:pt x="12010" y="310"/>
                  </a:lnTo>
                  <a:lnTo>
                    <a:pt x="11894" y="117"/>
                  </a:lnTo>
                  <a:lnTo>
                    <a:pt x="11817" y="40"/>
                  </a:lnTo>
                  <a:lnTo>
                    <a:pt x="1174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6"/>
            <p:cNvSpPr/>
            <p:nvPr/>
          </p:nvSpPr>
          <p:spPr>
            <a:xfrm>
              <a:off x="6274575" y="3873525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6"/>
            <p:cNvSpPr/>
            <p:nvPr/>
          </p:nvSpPr>
          <p:spPr>
            <a:xfrm>
              <a:off x="6223425" y="3874500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6"/>
            <p:cNvSpPr/>
            <p:nvPr/>
          </p:nvSpPr>
          <p:spPr>
            <a:xfrm>
              <a:off x="1572250" y="3880275"/>
              <a:ext cx="267450" cy="210475"/>
            </a:xfrm>
            <a:custGeom>
              <a:avLst/>
              <a:gdLst/>
              <a:ahLst/>
              <a:cxnLst/>
              <a:rect l="l" t="t" r="r" b="b"/>
              <a:pathLst>
                <a:path w="10698" h="8419" extrusionOk="0">
                  <a:moveTo>
                    <a:pt x="155" y="1"/>
                  </a:moveTo>
                  <a:lnTo>
                    <a:pt x="1" y="233"/>
                  </a:lnTo>
                  <a:lnTo>
                    <a:pt x="1391" y="1314"/>
                  </a:lnTo>
                  <a:lnTo>
                    <a:pt x="2781" y="2395"/>
                  </a:lnTo>
                  <a:lnTo>
                    <a:pt x="4210" y="3476"/>
                  </a:lnTo>
                  <a:lnTo>
                    <a:pt x="5600" y="4596"/>
                  </a:lnTo>
                  <a:lnTo>
                    <a:pt x="6951" y="5677"/>
                  </a:lnTo>
                  <a:lnTo>
                    <a:pt x="8303" y="6797"/>
                  </a:lnTo>
                  <a:lnTo>
                    <a:pt x="9616" y="7917"/>
                  </a:lnTo>
                  <a:lnTo>
                    <a:pt x="9963" y="8226"/>
                  </a:lnTo>
                  <a:lnTo>
                    <a:pt x="10118" y="8342"/>
                  </a:lnTo>
                  <a:lnTo>
                    <a:pt x="10311" y="8419"/>
                  </a:lnTo>
                  <a:lnTo>
                    <a:pt x="10658" y="8380"/>
                  </a:lnTo>
                  <a:lnTo>
                    <a:pt x="10697" y="8264"/>
                  </a:lnTo>
                  <a:lnTo>
                    <a:pt x="10697" y="8149"/>
                  </a:lnTo>
                  <a:lnTo>
                    <a:pt x="10658" y="8033"/>
                  </a:lnTo>
                  <a:lnTo>
                    <a:pt x="10658" y="7994"/>
                  </a:lnTo>
                  <a:lnTo>
                    <a:pt x="10311" y="7917"/>
                  </a:lnTo>
                  <a:lnTo>
                    <a:pt x="10002" y="6952"/>
                  </a:lnTo>
                  <a:lnTo>
                    <a:pt x="9654" y="5986"/>
                  </a:lnTo>
                  <a:lnTo>
                    <a:pt x="8882" y="4094"/>
                  </a:lnTo>
                  <a:lnTo>
                    <a:pt x="8380" y="2781"/>
                  </a:lnTo>
                  <a:lnTo>
                    <a:pt x="7994" y="2936"/>
                  </a:lnTo>
                  <a:lnTo>
                    <a:pt x="8419" y="3940"/>
                  </a:lnTo>
                  <a:lnTo>
                    <a:pt x="9037" y="5677"/>
                  </a:lnTo>
                  <a:lnTo>
                    <a:pt x="9346" y="6565"/>
                  </a:lnTo>
                  <a:lnTo>
                    <a:pt x="9654" y="7415"/>
                  </a:lnTo>
                  <a:lnTo>
                    <a:pt x="9230" y="7029"/>
                  </a:lnTo>
                  <a:lnTo>
                    <a:pt x="7994" y="5986"/>
                  </a:lnTo>
                  <a:lnTo>
                    <a:pt x="6720" y="4905"/>
                  </a:lnTo>
                  <a:lnTo>
                    <a:pt x="5407" y="3862"/>
                  </a:lnTo>
                  <a:lnTo>
                    <a:pt x="4133" y="2858"/>
                  </a:lnTo>
                  <a:lnTo>
                    <a:pt x="2820" y="1854"/>
                  </a:lnTo>
                  <a:lnTo>
                    <a:pt x="1507" y="928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6"/>
            <p:cNvSpPr/>
            <p:nvPr/>
          </p:nvSpPr>
          <p:spPr>
            <a:xfrm>
              <a:off x="4538850" y="3913100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3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3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6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1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0"/>
                  </a:lnTo>
                  <a:lnTo>
                    <a:pt x="9268" y="8921"/>
                  </a:lnTo>
                  <a:lnTo>
                    <a:pt x="9036" y="9152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2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6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4"/>
                  </a:lnTo>
                  <a:lnTo>
                    <a:pt x="695" y="734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1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3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5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49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2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4"/>
                  </a:lnTo>
                  <a:lnTo>
                    <a:pt x="7762" y="9654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8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5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7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1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39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3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6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6"/>
            <p:cNvSpPr/>
            <p:nvPr/>
          </p:nvSpPr>
          <p:spPr>
            <a:xfrm>
              <a:off x="6161625" y="3921800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5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3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3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6"/>
            <p:cNvSpPr/>
            <p:nvPr/>
          </p:nvSpPr>
          <p:spPr>
            <a:xfrm>
              <a:off x="7032400" y="3923725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6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8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6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6"/>
            <p:cNvSpPr/>
            <p:nvPr/>
          </p:nvSpPr>
          <p:spPr>
            <a:xfrm>
              <a:off x="6167425" y="3927575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1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6"/>
            <p:cNvSpPr/>
            <p:nvPr/>
          </p:nvSpPr>
          <p:spPr>
            <a:xfrm>
              <a:off x="1394625" y="3943025"/>
              <a:ext cx="74350" cy="103325"/>
            </a:xfrm>
            <a:custGeom>
              <a:avLst/>
              <a:gdLst/>
              <a:ahLst/>
              <a:cxnLst/>
              <a:rect l="l" t="t" r="r" b="b"/>
              <a:pathLst>
                <a:path w="2974" h="4133" extrusionOk="0">
                  <a:moveTo>
                    <a:pt x="116" y="1"/>
                  </a:moveTo>
                  <a:lnTo>
                    <a:pt x="1" y="39"/>
                  </a:lnTo>
                  <a:lnTo>
                    <a:pt x="1" y="78"/>
                  </a:lnTo>
                  <a:lnTo>
                    <a:pt x="271" y="928"/>
                  </a:lnTo>
                  <a:lnTo>
                    <a:pt x="580" y="1738"/>
                  </a:lnTo>
                  <a:lnTo>
                    <a:pt x="927" y="2549"/>
                  </a:lnTo>
                  <a:lnTo>
                    <a:pt x="1275" y="3283"/>
                  </a:lnTo>
                  <a:lnTo>
                    <a:pt x="1507" y="3669"/>
                  </a:lnTo>
                  <a:lnTo>
                    <a:pt x="1661" y="3824"/>
                  </a:lnTo>
                  <a:lnTo>
                    <a:pt x="1854" y="3978"/>
                  </a:lnTo>
                  <a:lnTo>
                    <a:pt x="2009" y="4055"/>
                  </a:lnTo>
                  <a:lnTo>
                    <a:pt x="2240" y="4133"/>
                  </a:lnTo>
                  <a:lnTo>
                    <a:pt x="2433" y="4094"/>
                  </a:lnTo>
                  <a:lnTo>
                    <a:pt x="2665" y="4017"/>
                  </a:lnTo>
                  <a:lnTo>
                    <a:pt x="2781" y="3862"/>
                  </a:lnTo>
                  <a:lnTo>
                    <a:pt x="2897" y="3708"/>
                  </a:lnTo>
                  <a:lnTo>
                    <a:pt x="2935" y="3515"/>
                  </a:lnTo>
                  <a:lnTo>
                    <a:pt x="2974" y="3360"/>
                  </a:lnTo>
                  <a:lnTo>
                    <a:pt x="2935" y="3129"/>
                  </a:lnTo>
                  <a:lnTo>
                    <a:pt x="2897" y="2936"/>
                  </a:lnTo>
                  <a:lnTo>
                    <a:pt x="2819" y="2588"/>
                  </a:lnTo>
                  <a:lnTo>
                    <a:pt x="2588" y="2627"/>
                  </a:lnTo>
                  <a:lnTo>
                    <a:pt x="2665" y="2974"/>
                  </a:lnTo>
                  <a:lnTo>
                    <a:pt x="2704" y="3129"/>
                  </a:lnTo>
                  <a:lnTo>
                    <a:pt x="2665" y="3283"/>
                  </a:lnTo>
                  <a:lnTo>
                    <a:pt x="2433" y="3399"/>
                  </a:lnTo>
                  <a:lnTo>
                    <a:pt x="2202" y="3476"/>
                  </a:lnTo>
                  <a:lnTo>
                    <a:pt x="2009" y="3515"/>
                  </a:lnTo>
                  <a:lnTo>
                    <a:pt x="1854" y="3476"/>
                  </a:lnTo>
                  <a:lnTo>
                    <a:pt x="1700" y="3438"/>
                  </a:lnTo>
                  <a:lnTo>
                    <a:pt x="1584" y="3322"/>
                  </a:lnTo>
                  <a:lnTo>
                    <a:pt x="1507" y="3167"/>
                  </a:lnTo>
                  <a:lnTo>
                    <a:pt x="1468" y="2974"/>
                  </a:lnTo>
                  <a:lnTo>
                    <a:pt x="1352" y="2704"/>
                  </a:lnTo>
                  <a:lnTo>
                    <a:pt x="889" y="1623"/>
                  </a:lnTo>
                  <a:lnTo>
                    <a:pt x="541" y="812"/>
                  </a:lnTo>
                  <a:lnTo>
                    <a:pt x="348" y="426"/>
                  </a:lnTo>
                  <a:lnTo>
                    <a:pt x="155" y="39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6"/>
            <p:cNvSpPr/>
            <p:nvPr/>
          </p:nvSpPr>
          <p:spPr>
            <a:xfrm>
              <a:off x="2923775" y="3946900"/>
              <a:ext cx="335975" cy="782925"/>
            </a:xfrm>
            <a:custGeom>
              <a:avLst/>
              <a:gdLst/>
              <a:ahLst/>
              <a:cxnLst/>
              <a:rect l="l" t="t" r="r" b="b"/>
              <a:pathLst>
                <a:path w="13439" h="31317" extrusionOk="0">
                  <a:moveTo>
                    <a:pt x="6488" y="386"/>
                  </a:moveTo>
                  <a:lnTo>
                    <a:pt x="6526" y="464"/>
                  </a:lnTo>
                  <a:lnTo>
                    <a:pt x="7144" y="2008"/>
                  </a:lnTo>
                  <a:lnTo>
                    <a:pt x="7685" y="3553"/>
                  </a:lnTo>
                  <a:lnTo>
                    <a:pt x="8226" y="5136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1"/>
                  </a:lnTo>
                  <a:lnTo>
                    <a:pt x="7530" y="7337"/>
                  </a:lnTo>
                  <a:lnTo>
                    <a:pt x="7222" y="7453"/>
                  </a:lnTo>
                  <a:lnTo>
                    <a:pt x="6913" y="7530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0"/>
                  </a:lnTo>
                  <a:lnTo>
                    <a:pt x="5522" y="7492"/>
                  </a:lnTo>
                  <a:lnTo>
                    <a:pt x="4866" y="7337"/>
                  </a:lnTo>
                  <a:lnTo>
                    <a:pt x="4210" y="7105"/>
                  </a:lnTo>
                  <a:lnTo>
                    <a:pt x="3592" y="6874"/>
                  </a:lnTo>
                  <a:lnTo>
                    <a:pt x="3862" y="6024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3"/>
                  </a:lnTo>
                  <a:lnTo>
                    <a:pt x="5214" y="2742"/>
                  </a:lnTo>
                  <a:lnTo>
                    <a:pt x="5600" y="1931"/>
                  </a:lnTo>
                  <a:lnTo>
                    <a:pt x="6024" y="1159"/>
                  </a:lnTo>
                  <a:lnTo>
                    <a:pt x="6488" y="386"/>
                  </a:lnTo>
                  <a:close/>
                  <a:moveTo>
                    <a:pt x="8805" y="7028"/>
                  </a:moveTo>
                  <a:lnTo>
                    <a:pt x="9230" y="8418"/>
                  </a:lnTo>
                  <a:lnTo>
                    <a:pt x="9577" y="9847"/>
                  </a:lnTo>
                  <a:lnTo>
                    <a:pt x="9847" y="11083"/>
                  </a:lnTo>
                  <a:lnTo>
                    <a:pt x="10079" y="12357"/>
                  </a:lnTo>
                  <a:lnTo>
                    <a:pt x="10233" y="13631"/>
                  </a:lnTo>
                  <a:lnTo>
                    <a:pt x="10388" y="14906"/>
                  </a:lnTo>
                  <a:lnTo>
                    <a:pt x="10465" y="16180"/>
                  </a:lnTo>
                  <a:lnTo>
                    <a:pt x="10504" y="16836"/>
                  </a:lnTo>
                  <a:lnTo>
                    <a:pt x="10504" y="17493"/>
                  </a:lnTo>
                  <a:lnTo>
                    <a:pt x="10504" y="18188"/>
                  </a:lnTo>
                  <a:lnTo>
                    <a:pt x="10427" y="18844"/>
                  </a:lnTo>
                  <a:lnTo>
                    <a:pt x="10311" y="19462"/>
                  </a:lnTo>
                  <a:lnTo>
                    <a:pt x="10118" y="20080"/>
                  </a:lnTo>
                  <a:lnTo>
                    <a:pt x="9886" y="20659"/>
                  </a:lnTo>
                  <a:lnTo>
                    <a:pt x="9538" y="21161"/>
                  </a:lnTo>
                  <a:lnTo>
                    <a:pt x="9384" y="21393"/>
                  </a:lnTo>
                  <a:lnTo>
                    <a:pt x="9152" y="21586"/>
                  </a:lnTo>
                  <a:lnTo>
                    <a:pt x="8959" y="21779"/>
                  </a:lnTo>
                  <a:lnTo>
                    <a:pt x="8728" y="21972"/>
                  </a:lnTo>
                  <a:lnTo>
                    <a:pt x="8496" y="22127"/>
                  </a:lnTo>
                  <a:lnTo>
                    <a:pt x="8226" y="22242"/>
                  </a:lnTo>
                  <a:lnTo>
                    <a:pt x="7955" y="22358"/>
                  </a:lnTo>
                  <a:lnTo>
                    <a:pt x="7685" y="22435"/>
                  </a:lnTo>
                  <a:lnTo>
                    <a:pt x="7415" y="22474"/>
                  </a:lnTo>
                  <a:lnTo>
                    <a:pt x="6797" y="22474"/>
                  </a:lnTo>
                  <a:lnTo>
                    <a:pt x="6488" y="22435"/>
                  </a:lnTo>
                  <a:lnTo>
                    <a:pt x="5909" y="22281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4"/>
                  </a:lnTo>
                  <a:lnTo>
                    <a:pt x="4094" y="20929"/>
                  </a:lnTo>
                  <a:lnTo>
                    <a:pt x="3785" y="20466"/>
                  </a:lnTo>
                  <a:lnTo>
                    <a:pt x="3476" y="19964"/>
                  </a:lnTo>
                  <a:lnTo>
                    <a:pt x="3244" y="19424"/>
                  </a:lnTo>
                  <a:lnTo>
                    <a:pt x="3051" y="18883"/>
                  </a:lnTo>
                  <a:lnTo>
                    <a:pt x="2897" y="18342"/>
                  </a:lnTo>
                  <a:lnTo>
                    <a:pt x="2781" y="17802"/>
                  </a:lnTo>
                  <a:lnTo>
                    <a:pt x="2704" y="17222"/>
                  </a:lnTo>
                  <a:lnTo>
                    <a:pt x="2588" y="16103"/>
                  </a:lnTo>
                  <a:lnTo>
                    <a:pt x="2511" y="14944"/>
                  </a:lnTo>
                  <a:lnTo>
                    <a:pt x="2511" y="13747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2"/>
                  </a:lnTo>
                  <a:lnTo>
                    <a:pt x="3128" y="8689"/>
                  </a:lnTo>
                  <a:lnTo>
                    <a:pt x="3283" y="7916"/>
                  </a:lnTo>
                  <a:lnTo>
                    <a:pt x="3515" y="7183"/>
                  </a:lnTo>
                  <a:lnTo>
                    <a:pt x="4132" y="7453"/>
                  </a:lnTo>
                  <a:lnTo>
                    <a:pt x="4827" y="7685"/>
                  </a:lnTo>
                  <a:lnTo>
                    <a:pt x="5522" y="7839"/>
                  </a:lnTo>
                  <a:lnTo>
                    <a:pt x="5909" y="7916"/>
                  </a:lnTo>
                  <a:lnTo>
                    <a:pt x="6256" y="7916"/>
                  </a:lnTo>
                  <a:lnTo>
                    <a:pt x="6604" y="7955"/>
                  </a:lnTo>
                  <a:lnTo>
                    <a:pt x="6990" y="7916"/>
                  </a:lnTo>
                  <a:lnTo>
                    <a:pt x="7299" y="7878"/>
                  </a:lnTo>
                  <a:lnTo>
                    <a:pt x="7646" y="7762"/>
                  </a:lnTo>
                  <a:lnTo>
                    <a:pt x="7955" y="7646"/>
                  </a:lnTo>
                  <a:lnTo>
                    <a:pt x="8264" y="7492"/>
                  </a:lnTo>
                  <a:lnTo>
                    <a:pt x="8573" y="7260"/>
                  </a:lnTo>
                  <a:lnTo>
                    <a:pt x="8805" y="7028"/>
                  </a:lnTo>
                  <a:close/>
                  <a:moveTo>
                    <a:pt x="8650" y="22474"/>
                  </a:moveTo>
                  <a:lnTo>
                    <a:pt x="8766" y="22822"/>
                  </a:lnTo>
                  <a:lnTo>
                    <a:pt x="8921" y="23169"/>
                  </a:lnTo>
                  <a:lnTo>
                    <a:pt x="8496" y="23401"/>
                  </a:lnTo>
                  <a:lnTo>
                    <a:pt x="8071" y="23555"/>
                  </a:lnTo>
                  <a:lnTo>
                    <a:pt x="7608" y="23633"/>
                  </a:lnTo>
                  <a:lnTo>
                    <a:pt x="7144" y="23671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2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4"/>
                  </a:lnTo>
                  <a:lnTo>
                    <a:pt x="5870" y="22629"/>
                  </a:lnTo>
                  <a:lnTo>
                    <a:pt x="6256" y="22783"/>
                  </a:lnTo>
                  <a:lnTo>
                    <a:pt x="6681" y="22860"/>
                  </a:lnTo>
                  <a:lnTo>
                    <a:pt x="7067" y="22899"/>
                  </a:lnTo>
                  <a:lnTo>
                    <a:pt x="7453" y="22860"/>
                  </a:lnTo>
                  <a:lnTo>
                    <a:pt x="7878" y="22822"/>
                  </a:lnTo>
                  <a:lnTo>
                    <a:pt x="8264" y="22667"/>
                  </a:lnTo>
                  <a:lnTo>
                    <a:pt x="8650" y="22474"/>
                  </a:lnTo>
                  <a:close/>
                  <a:moveTo>
                    <a:pt x="10890" y="16798"/>
                  </a:moveTo>
                  <a:lnTo>
                    <a:pt x="11392" y="17261"/>
                  </a:lnTo>
                  <a:lnTo>
                    <a:pt x="11933" y="17647"/>
                  </a:lnTo>
                  <a:lnTo>
                    <a:pt x="12512" y="18033"/>
                  </a:lnTo>
                  <a:lnTo>
                    <a:pt x="13091" y="18342"/>
                  </a:lnTo>
                  <a:lnTo>
                    <a:pt x="12937" y="19771"/>
                  </a:lnTo>
                  <a:lnTo>
                    <a:pt x="12821" y="21238"/>
                  </a:lnTo>
                  <a:lnTo>
                    <a:pt x="12705" y="24212"/>
                  </a:lnTo>
                  <a:lnTo>
                    <a:pt x="11894" y="23594"/>
                  </a:lnTo>
                  <a:lnTo>
                    <a:pt x="11044" y="23015"/>
                  </a:lnTo>
                  <a:lnTo>
                    <a:pt x="10813" y="22860"/>
                  </a:lnTo>
                  <a:lnTo>
                    <a:pt x="10620" y="22667"/>
                  </a:lnTo>
                  <a:lnTo>
                    <a:pt x="10581" y="22590"/>
                  </a:lnTo>
                  <a:lnTo>
                    <a:pt x="10542" y="22435"/>
                  </a:lnTo>
                  <a:lnTo>
                    <a:pt x="10542" y="22127"/>
                  </a:lnTo>
                  <a:lnTo>
                    <a:pt x="10542" y="21393"/>
                  </a:lnTo>
                  <a:lnTo>
                    <a:pt x="10504" y="20659"/>
                  </a:lnTo>
                  <a:lnTo>
                    <a:pt x="10504" y="20582"/>
                  </a:lnTo>
                  <a:lnTo>
                    <a:pt x="10465" y="20543"/>
                  </a:lnTo>
                  <a:lnTo>
                    <a:pt x="10388" y="20466"/>
                  </a:lnTo>
                  <a:lnTo>
                    <a:pt x="10542" y="19964"/>
                  </a:lnTo>
                  <a:lnTo>
                    <a:pt x="10697" y="19424"/>
                  </a:lnTo>
                  <a:lnTo>
                    <a:pt x="10774" y="18883"/>
                  </a:lnTo>
                  <a:lnTo>
                    <a:pt x="10851" y="18304"/>
                  </a:lnTo>
                  <a:lnTo>
                    <a:pt x="10890" y="17570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4"/>
                  </a:lnTo>
                  <a:lnTo>
                    <a:pt x="6140" y="23826"/>
                  </a:lnTo>
                  <a:lnTo>
                    <a:pt x="6642" y="23941"/>
                  </a:lnTo>
                  <a:lnTo>
                    <a:pt x="7144" y="23980"/>
                  </a:lnTo>
                  <a:lnTo>
                    <a:pt x="7646" y="23980"/>
                  </a:lnTo>
                  <a:lnTo>
                    <a:pt x="8148" y="23864"/>
                  </a:lnTo>
                  <a:lnTo>
                    <a:pt x="8612" y="23710"/>
                  </a:lnTo>
                  <a:lnTo>
                    <a:pt x="9075" y="23439"/>
                  </a:lnTo>
                  <a:lnTo>
                    <a:pt x="9384" y="23903"/>
                  </a:lnTo>
                  <a:lnTo>
                    <a:pt x="8843" y="24173"/>
                  </a:lnTo>
                  <a:lnTo>
                    <a:pt x="8303" y="24366"/>
                  </a:lnTo>
                  <a:lnTo>
                    <a:pt x="7762" y="24482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3"/>
                  </a:lnTo>
                  <a:lnTo>
                    <a:pt x="5561" y="24289"/>
                  </a:lnTo>
                  <a:lnTo>
                    <a:pt x="4982" y="24096"/>
                  </a:lnTo>
                  <a:lnTo>
                    <a:pt x="5059" y="23903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7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2"/>
                  </a:lnTo>
                  <a:lnTo>
                    <a:pt x="2974" y="19771"/>
                  </a:lnTo>
                  <a:lnTo>
                    <a:pt x="3244" y="20312"/>
                  </a:lnTo>
                  <a:lnTo>
                    <a:pt x="3244" y="20350"/>
                  </a:lnTo>
                  <a:lnTo>
                    <a:pt x="3206" y="21200"/>
                  </a:lnTo>
                  <a:lnTo>
                    <a:pt x="3244" y="22049"/>
                  </a:lnTo>
                  <a:lnTo>
                    <a:pt x="3283" y="22358"/>
                  </a:lnTo>
                  <a:lnTo>
                    <a:pt x="3321" y="22706"/>
                  </a:lnTo>
                  <a:lnTo>
                    <a:pt x="3321" y="23053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8"/>
                  </a:lnTo>
                  <a:lnTo>
                    <a:pt x="3051" y="23633"/>
                  </a:lnTo>
                  <a:lnTo>
                    <a:pt x="2704" y="23903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5"/>
                  </a:lnTo>
                  <a:lnTo>
                    <a:pt x="850" y="23941"/>
                  </a:lnTo>
                  <a:lnTo>
                    <a:pt x="811" y="23169"/>
                  </a:lnTo>
                  <a:lnTo>
                    <a:pt x="773" y="22435"/>
                  </a:lnTo>
                  <a:lnTo>
                    <a:pt x="657" y="21238"/>
                  </a:lnTo>
                  <a:lnTo>
                    <a:pt x="503" y="20466"/>
                  </a:lnTo>
                  <a:lnTo>
                    <a:pt x="425" y="20080"/>
                  </a:lnTo>
                  <a:lnTo>
                    <a:pt x="464" y="19694"/>
                  </a:lnTo>
                  <a:lnTo>
                    <a:pt x="503" y="19655"/>
                  </a:lnTo>
                  <a:lnTo>
                    <a:pt x="541" y="19578"/>
                  </a:lnTo>
                  <a:lnTo>
                    <a:pt x="541" y="19539"/>
                  </a:lnTo>
                  <a:lnTo>
                    <a:pt x="541" y="19462"/>
                  </a:lnTo>
                  <a:lnTo>
                    <a:pt x="1429" y="18420"/>
                  </a:lnTo>
                  <a:lnTo>
                    <a:pt x="2356" y="17377"/>
                  </a:lnTo>
                  <a:close/>
                  <a:moveTo>
                    <a:pt x="8148" y="24830"/>
                  </a:moveTo>
                  <a:lnTo>
                    <a:pt x="8148" y="25061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7"/>
                  </a:lnTo>
                  <a:lnTo>
                    <a:pt x="7878" y="25216"/>
                  </a:lnTo>
                  <a:lnTo>
                    <a:pt x="7839" y="25293"/>
                  </a:lnTo>
                  <a:lnTo>
                    <a:pt x="7839" y="25370"/>
                  </a:lnTo>
                  <a:lnTo>
                    <a:pt x="7994" y="25872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59"/>
                  </a:lnTo>
                  <a:lnTo>
                    <a:pt x="8148" y="28961"/>
                  </a:lnTo>
                  <a:lnTo>
                    <a:pt x="8071" y="29502"/>
                  </a:lnTo>
                  <a:lnTo>
                    <a:pt x="7762" y="29193"/>
                  </a:lnTo>
                  <a:lnTo>
                    <a:pt x="7453" y="28884"/>
                  </a:lnTo>
                  <a:lnTo>
                    <a:pt x="7260" y="28537"/>
                  </a:lnTo>
                  <a:lnTo>
                    <a:pt x="7067" y="28189"/>
                  </a:lnTo>
                  <a:lnTo>
                    <a:pt x="6951" y="27803"/>
                  </a:lnTo>
                  <a:lnTo>
                    <a:pt x="6874" y="27417"/>
                  </a:lnTo>
                  <a:lnTo>
                    <a:pt x="6835" y="26953"/>
                  </a:lnTo>
                  <a:lnTo>
                    <a:pt x="6835" y="26490"/>
                  </a:lnTo>
                  <a:lnTo>
                    <a:pt x="6874" y="26104"/>
                  </a:lnTo>
                  <a:lnTo>
                    <a:pt x="6874" y="25756"/>
                  </a:lnTo>
                  <a:lnTo>
                    <a:pt x="6835" y="25602"/>
                  </a:lnTo>
                  <a:lnTo>
                    <a:pt x="6758" y="25486"/>
                  </a:lnTo>
                  <a:lnTo>
                    <a:pt x="6642" y="25370"/>
                  </a:lnTo>
                  <a:lnTo>
                    <a:pt x="6488" y="25293"/>
                  </a:lnTo>
                  <a:lnTo>
                    <a:pt x="6604" y="25100"/>
                  </a:lnTo>
                  <a:lnTo>
                    <a:pt x="6720" y="24984"/>
                  </a:lnTo>
                  <a:lnTo>
                    <a:pt x="7106" y="24984"/>
                  </a:lnTo>
                  <a:lnTo>
                    <a:pt x="7453" y="24945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4"/>
                  </a:lnTo>
                  <a:lnTo>
                    <a:pt x="9500" y="25409"/>
                  </a:lnTo>
                  <a:lnTo>
                    <a:pt x="9809" y="25795"/>
                  </a:lnTo>
                  <a:lnTo>
                    <a:pt x="10118" y="26258"/>
                  </a:lnTo>
                  <a:lnTo>
                    <a:pt x="9847" y="26220"/>
                  </a:lnTo>
                  <a:lnTo>
                    <a:pt x="9616" y="26104"/>
                  </a:lnTo>
                  <a:lnTo>
                    <a:pt x="9423" y="25949"/>
                  </a:lnTo>
                  <a:lnTo>
                    <a:pt x="9230" y="25756"/>
                  </a:lnTo>
                  <a:lnTo>
                    <a:pt x="9191" y="25679"/>
                  </a:lnTo>
                  <a:lnTo>
                    <a:pt x="8998" y="25679"/>
                  </a:lnTo>
                  <a:lnTo>
                    <a:pt x="8959" y="25718"/>
                  </a:lnTo>
                  <a:lnTo>
                    <a:pt x="8921" y="25795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0"/>
                  </a:lnTo>
                  <a:lnTo>
                    <a:pt x="9423" y="27069"/>
                  </a:lnTo>
                  <a:lnTo>
                    <a:pt x="9500" y="27378"/>
                  </a:lnTo>
                  <a:lnTo>
                    <a:pt x="9538" y="27687"/>
                  </a:lnTo>
                  <a:lnTo>
                    <a:pt x="9538" y="27996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79"/>
                  </a:lnTo>
                  <a:lnTo>
                    <a:pt x="9230" y="29888"/>
                  </a:lnTo>
                  <a:lnTo>
                    <a:pt x="9075" y="30158"/>
                  </a:lnTo>
                  <a:lnTo>
                    <a:pt x="8921" y="30429"/>
                  </a:lnTo>
                  <a:lnTo>
                    <a:pt x="8728" y="30660"/>
                  </a:lnTo>
                  <a:lnTo>
                    <a:pt x="8534" y="30776"/>
                  </a:lnTo>
                  <a:lnTo>
                    <a:pt x="8341" y="30853"/>
                  </a:lnTo>
                  <a:lnTo>
                    <a:pt x="8187" y="30853"/>
                  </a:lnTo>
                  <a:lnTo>
                    <a:pt x="7994" y="30776"/>
                  </a:lnTo>
                  <a:lnTo>
                    <a:pt x="7839" y="30699"/>
                  </a:lnTo>
                  <a:lnTo>
                    <a:pt x="7685" y="30583"/>
                  </a:lnTo>
                  <a:lnTo>
                    <a:pt x="7376" y="30274"/>
                  </a:lnTo>
                  <a:lnTo>
                    <a:pt x="6874" y="29772"/>
                  </a:lnTo>
                  <a:lnTo>
                    <a:pt x="6681" y="29502"/>
                  </a:lnTo>
                  <a:lnTo>
                    <a:pt x="6488" y="29193"/>
                  </a:lnTo>
                  <a:lnTo>
                    <a:pt x="6295" y="28846"/>
                  </a:lnTo>
                  <a:lnTo>
                    <a:pt x="6102" y="28459"/>
                  </a:lnTo>
                  <a:lnTo>
                    <a:pt x="5986" y="28073"/>
                  </a:lnTo>
                  <a:lnTo>
                    <a:pt x="5909" y="27687"/>
                  </a:lnTo>
                  <a:lnTo>
                    <a:pt x="5870" y="27262"/>
                  </a:lnTo>
                  <a:lnTo>
                    <a:pt x="5870" y="26876"/>
                  </a:lnTo>
                  <a:lnTo>
                    <a:pt x="5909" y="26490"/>
                  </a:lnTo>
                  <a:lnTo>
                    <a:pt x="6024" y="26065"/>
                  </a:lnTo>
                  <a:lnTo>
                    <a:pt x="6024" y="25949"/>
                  </a:lnTo>
                  <a:lnTo>
                    <a:pt x="5947" y="25911"/>
                  </a:lnTo>
                  <a:lnTo>
                    <a:pt x="5870" y="25872"/>
                  </a:lnTo>
                  <a:lnTo>
                    <a:pt x="5793" y="25872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7"/>
                  </a:lnTo>
                  <a:lnTo>
                    <a:pt x="5445" y="25100"/>
                  </a:lnTo>
                  <a:lnTo>
                    <a:pt x="5716" y="24752"/>
                  </a:lnTo>
                  <a:lnTo>
                    <a:pt x="6102" y="24868"/>
                  </a:lnTo>
                  <a:lnTo>
                    <a:pt x="6488" y="24945"/>
                  </a:lnTo>
                  <a:lnTo>
                    <a:pt x="6333" y="25100"/>
                  </a:lnTo>
                  <a:lnTo>
                    <a:pt x="6179" y="25293"/>
                  </a:lnTo>
                  <a:lnTo>
                    <a:pt x="6179" y="25370"/>
                  </a:lnTo>
                  <a:lnTo>
                    <a:pt x="6179" y="25447"/>
                  </a:lnTo>
                  <a:lnTo>
                    <a:pt x="6256" y="25486"/>
                  </a:lnTo>
                  <a:lnTo>
                    <a:pt x="6295" y="25486"/>
                  </a:lnTo>
                  <a:lnTo>
                    <a:pt x="6372" y="25525"/>
                  </a:lnTo>
                  <a:lnTo>
                    <a:pt x="6449" y="25602"/>
                  </a:lnTo>
                  <a:lnTo>
                    <a:pt x="6526" y="25795"/>
                  </a:lnTo>
                  <a:lnTo>
                    <a:pt x="6565" y="26104"/>
                  </a:lnTo>
                  <a:lnTo>
                    <a:pt x="6604" y="26451"/>
                  </a:lnTo>
                  <a:lnTo>
                    <a:pt x="6604" y="27146"/>
                  </a:lnTo>
                  <a:lnTo>
                    <a:pt x="6604" y="27610"/>
                  </a:lnTo>
                  <a:lnTo>
                    <a:pt x="6681" y="28073"/>
                  </a:lnTo>
                  <a:lnTo>
                    <a:pt x="6835" y="28498"/>
                  </a:lnTo>
                  <a:lnTo>
                    <a:pt x="7067" y="28923"/>
                  </a:lnTo>
                  <a:lnTo>
                    <a:pt x="7376" y="29309"/>
                  </a:lnTo>
                  <a:lnTo>
                    <a:pt x="7569" y="29463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49"/>
                  </a:lnTo>
                  <a:lnTo>
                    <a:pt x="8264" y="29849"/>
                  </a:lnTo>
                  <a:lnTo>
                    <a:pt x="8303" y="29811"/>
                  </a:lnTo>
                  <a:lnTo>
                    <a:pt x="8303" y="29734"/>
                  </a:lnTo>
                  <a:lnTo>
                    <a:pt x="8303" y="29695"/>
                  </a:lnTo>
                  <a:lnTo>
                    <a:pt x="8303" y="29656"/>
                  </a:lnTo>
                  <a:lnTo>
                    <a:pt x="8419" y="29154"/>
                  </a:lnTo>
                  <a:lnTo>
                    <a:pt x="8496" y="28614"/>
                  </a:lnTo>
                  <a:lnTo>
                    <a:pt x="8534" y="28112"/>
                  </a:lnTo>
                  <a:lnTo>
                    <a:pt x="8534" y="27571"/>
                  </a:lnTo>
                  <a:lnTo>
                    <a:pt x="8534" y="27069"/>
                  </a:lnTo>
                  <a:lnTo>
                    <a:pt x="8457" y="26567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6"/>
                  </a:lnTo>
                  <a:lnTo>
                    <a:pt x="8650" y="25409"/>
                  </a:lnTo>
                  <a:lnTo>
                    <a:pt x="8650" y="25370"/>
                  </a:lnTo>
                  <a:lnTo>
                    <a:pt x="8612" y="25293"/>
                  </a:lnTo>
                  <a:lnTo>
                    <a:pt x="8380" y="24791"/>
                  </a:lnTo>
                  <a:lnTo>
                    <a:pt x="8805" y="24637"/>
                  </a:lnTo>
                  <a:close/>
                  <a:moveTo>
                    <a:pt x="6449" y="0"/>
                  </a:moveTo>
                  <a:lnTo>
                    <a:pt x="6411" y="39"/>
                  </a:lnTo>
                  <a:lnTo>
                    <a:pt x="6411" y="116"/>
                  </a:lnTo>
                  <a:lnTo>
                    <a:pt x="6333" y="116"/>
                  </a:lnTo>
                  <a:lnTo>
                    <a:pt x="6295" y="193"/>
                  </a:lnTo>
                  <a:lnTo>
                    <a:pt x="5600" y="1275"/>
                  </a:lnTo>
                  <a:lnTo>
                    <a:pt x="4943" y="2433"/>
                  </a:lnTo>
                  <a:lnTo>
                    <a:pt x="4403" y="3591"/>
                  </a:lnTo>
                  <a:lnTo>
                    <a:pt x="3901" y="4827"/>
                  </a:lnTo>
                  <a:lnTo>
                    <a:pt x="3437" y="6063"/>
                  </a:lnTo>
                  <a:lnTo>
                    <a:pt x="3090" y="7298"/>
                  </a:lnTo>
                  <a:lnTo>
                    <a:pt x="2742" y="8573"/>
                  </a:lnTo>
                  <a:lnTo>
                    <a:pt x="2511" y="9847"/>
                  </a:lnTo>
                  <a:lnTo>
                    <a:pt x="2317" y="11160"/>
                  </a:lnTo>
                  <a:lnTo>
                    <a:pt x="2202" y="12473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8"/>
                  </a:lnTo>
                  <a:lnTo>
                    <a:pt x="541" y="18806"/>
                  </a:lnTo>
                  <a:lnTo>
                    <a:pt x="39" y="19462"/>
                  </a:lnTo>
                  <a:lnTo>
                    <a:pt x="1" y="19501"/>
                  </a:lnTo>
                  <a:lnTo>
                    <a:pt x="1" y="19578"/>
                  </a:lnTo>
                  <a:lnTo>
                    <a:pt x="78" y="19694"/>
                  </a:lnTo>
                  <a:lnTo>
                    <a:pt x="39" y="19964"/>
                  </a:lnTo>
                  <a:lnTo>
                    <a:pt x="39" y="20273"/>
                  </a:lnTo>
                  <a:lnTo>
                    <a:pt x="39" y="20543"/>
                  </a:lnTo>
                  <a:lnTo>
                    <a:pt x="78" y="20852"/>
                  </a:lnTo>
                  <a:lnTo>
                    <a:pt x="194" y="21431"/>
                  </a:lnTo>
                  <a:lnTo>
                    <a:pt x="309" y="22011"/>
                  </a:lnTo>
                  <a:lnTo>
                    <a:pt x="387" y="22899"/>
                  </a:lnTo>
                  <a:lnTo>
                    <a:pt x="425" y="23748"/>
                  </a:lnTo>
                  <a:lnTo>
                    <a:pt x="425" y="24637"/>
                  </a:lnTo>
                  <a:lnTo>
                    <a:pt x="387" y="25486"/>
                  </a:lnTo>
                  <a:lnTo>
                    <a:pt x="387" y="25602"/>
                  </a:lnTo>
                  <a:lnTo>
                    <a:pt x="464" y="25640"/>
                  </a:lnTo>
                  <a:lnTo>
                    <a:pt x="503" y="25679"/>
                  </a:lnTo>
                  <a:lnTo>
                    <a:pt x="580" y="25679"/>
                  </a:lnTo>
                  <a:lnTo>
                    <a:pt x="618" y="25756"/>
                  </a:lnTo>
                  <a:lnTo>
                    <a:pt x="696" y="25795"/>
                  </a:lnTo>
                  <a:lnTo>
                    <a:pt x="811" y="25795"/>
                  </a:lnTo>
                  <a:lnTo>
                    <a:pt x="1584" y="25254"/>
                  </a:lnTo>
                  <a:lnTo>
                    <a:pt x="2279" y="24714"/>
                  </a:lnTo>
                  <a:lnTo>
                    <a:pt x="3746" y="23594"/>
                  </a:lnTo>
                  <a:lnTo>
                    <a:pt x="3785" y="23478"/>
                  </a:lnTo>
                  <a:lnTo>
                    <a:pt x="3785" y="23362"/>
                  </a:lnTo>
                  <a:lnTo>
                    <a:pt x="3630" y="22088"/>
                  </a:lnTo>
                  <a:lnTo>
                    <a:pt x="3592" y="20814"/>
                  </a:lnTo>
                  <a:lnTo>
                    <a:pt x="3939" y="21277"/>
                  </a:lnTo>
                  <a:lnTo>
                    <a:pt x="4364" y="21663"/>
                  </a:lnTo>
                  <a:lnTo>
                    <a:pt x="4789" y="22049"/>
                  </a:lnTo>
                  <a:lnTo>
                    <a:pt x="5252" y="22358"/>
                  </a:lnTo>
                  <a:lnTo>
                    <a:pt x="5059" y="22744"/>
                  </a:lnTo>
                  <a:lnTo>
                    <a:pt x="4866" y="23169"/>
                  </a:lnTo>
                  <a:lnTo>
                    <a:pt x="4712" y="23633"/>
                  </a:lnTo>
                  <a:lnTo>
                    <a:pt x="4673" y="23864"/>
                  </a:lnTo>
                  <a:lnTo>
                    <a:pt x="4712" y="24096"/>
                  </a:lnTo>
                  <a:lnTo>
                    <a:pt x="4750" y="24173"/>
                  </a:lnTo>
                  <a:lnTo>
                    <a:pt x="4789" y="24212"/>
                  </a:lnTo>
                  <a:lnTo>
                    <a:pt x="4827" y="24250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5"/>
                  </a:lnTo>
                  <a:lnTo>
                    <a:pt x="5329" y="24868"/>
                  </a:lnTo>
                  <a:lnTo>
                    <a:pt x="5175" y="25061"/>
                  </a:lnTo>
                  <a:lnTo>
                    <a:pt x="5020" y="25254"/>
                  </a:lnTo>
                  <a:lnTo>
                    <a:pt x="4905" y="25486"/>
                  </a:lnTo>
                  <a:lnTo>
                    <a:pt x="4827" y="25718"/>
                  </a:lnTo>
                  <a:lnTo>
                    <a:pt x="4750" y="25949"/>
                  </a:lnTo>
                  <a:lnTo>
                    <a:pt x="4712" y="26220"/>
                  </a:lnTo>
                  <a:lnTo>
                    <a:pt x="4712" y="26490"/>
                  </a:lnTo>
                  <a:lnTo>
                    <a:pt x="4712" y="26567"/>
                  </a:lnTo>
                  <a:lnTo>
                    <a:pt x="4789" y="26644"/>
                  </a:lnTo>
                  <a:lnTo>
                    <a:pt x="4943" y="26644"/>
                  </a:lnTo>
                  <a:lnTo>
                    <a:pt x="5638" y="26297"/>
                  </a:lnTo>
                  <a:lnTo>
                    <a:pt x="5638" y="26297"/>
                  </a:lnTo>
                  <a:lnTo>
                    <a:pt x="5561" y="26722"/>
                  </a:lnTo>
                  <a:lnTo>
                    <a:pt x="5561" y="27146"/>
                  </a:lnTo>
                  <a:lnTo>
                    <a:pt x="5561" y="27533"/>
                  </a:lnTo>
                  <a:lnTo>
                    <a:pt x="5638" y="27957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3"/>
                  </a:lnTo>
                  <a:lnTo>
                    <a:pt x="6642" y="30004"/>
                  </a:lnTo>
                  <a:lnTo>
                    <a:pt x="6913" y="30351"/>
                  </a:lnTo>
                  <a:lnTo>
                    <a:pt x="7183" y="30660"/>
                  </a:lnTo>
                  <a:lnTo>
                    <a:pt x="7530" y="30969"/>
                  </a:lnTo>
                  <a:lnTo>
                    <a:pt x="7839" y="31162"/>
                  </a:lnTo>
                  <a:lnTo>
                    <a:pt x="7994" y="31240"/>
                  </a:lnTo>
                  <a:lnTo>
                    <a:pt x="8148" y="31317"/>
                  </a:lnTo>
                  <a:lnTo>
                    <a:pt x="8303" y="31317"/>
                  </a:lnTo>
                  <a:lnTo>
                    <a:pt x="8457" y="31278"/>
                  </a:lnTo>
                  <a:lnTo>
                    <a:pt x="8612" y="31240"/>
                  </a:lnTo>
                  <a:lnTo>
                    <a:pt x="8766" y="31162"/>
                  </a:lnTo>
                  <a:lnTo>
                    <a:pt x="8998" y="30892"/>
                  </a:lnTo>
                  <a:lnTo>
                    <a:pt x="9230" y="30583"/>
                  </a:lnTo>
                  <a:lnTo>
                    <a:pt x="9423" y="30236"/>
                  </a:lnTo>
                  <a:lnTo>
                    <a:pt x="9577" y="29849"/>
                  </a:lnTo>
                  <a:lnTo>
                    <a:pt x="9693" y="29463"/>
                  </a:lnTo>
                  <a:lnTo>
                    <a:pt x="9847" y="28807"/>
                  </a:lnTo>
                  <a:lnTo>
                    <a:pt x="9886" y="28228"/>
                  </a:lnTo>
                  <a:lnTo>
                    <a:pt x="9847" y="27610"/>
                  </a:lnTo>
                  <a:lnTo>
                    <a:pt x="9770" y="27031"/>
                  </a:lnTo>
                  <a:lnTo>
                    <a:pt x="9577" y="26490"/>
                  </a:lnTo>
                  <a:lnTo>
                    <a:pt x="9770" y="26529"/>
                  </a:lnTo>
                  <a:lnTo>
                    <a:pt x="9963" y="26567"/>
                  </a:lnTo>
                  <a:lnTo>
                    <a:pt x="10156" y="26606"/>
                  </a:lnTo>
                  <a:lnTo>
                    <a:pt x="10388" y="26606"/>
                  </a:lnTo>
                  <a:lnTo>
                    <a:pt x="10465" y="26567"/>
                  </a:lnTo>
                  <a:lnTo>
                    <a:pt x="10542" y="26529"/>
                  </a:lnTo>
                  <a:lnTo>
                    <a:pt x="10542" y="26451"/>
                  </a:lnTo>
                  <a:lnTo>
                    <a:pt x="10542" y="26336"/>
                  </a:lnTo>
                  <a:lnTo>
                    <a:pt x="10233" y="25834"/>
                  </a:lnTo>
                  <a:lnTo>
                    <a:pt x="9925" y="25332"/>
                  </a:lnTo>
                  <a:lnTo>
                    <a:pt x="9538" y="24868"/>
                  </a:lnTo>
                  <a:lnTo>
                    <a:pt x="9114" y="24482"/>
                  </a:lnTo>
                  <a:lnTo>
                    <a:pt x="9616" y="24135"/>
                  </a:lnTo>
                  <a:lnTo>
                    <a:pt x="9693" y="24057"/>
                  </a:lnTo>
                  <a:lnTo>
                    <a:pt x="9732" y="23980"/>
                  </a:lnTo>
                  <a:lnTo>
                    <a:pt x="9770" y="23941"/>
                  </a:lnTo>
                  <a:lnTo>
                    <a:pt x="9732" y="23864"/>
                  </a:lnTo>
                  <a:lnTo>
                    <a:pt x="9307" y="23092"/>
                  </a:lnTo>
                  <a:lnTo>
                    <a:pt x="9114" y="22706"/>
                  </a:lnTo>
                  <a:lnTo>
                    <a:pt x="8959" y="22281"/>
                  </a:lnTo>
                  <a:lnTo>
                    <a:pt x="9114" y="22204"/>
                  </a:lnTo>
                  <a:lnTo>
                    <a:pt x="9423" y="21933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8"/>
                  </a:lnTo>
                  <a:lnTo>
                    <a:pt x="10118" y="21895"/>
                  </a:lnTo>
                  <a:lnTo>
                    <a:pt x="10040" y="22822"/>
                  </a:lnTo>
                  <a:lnTo>
                    <a:pt x="10079" y="22899"/>
                  </a:lnTo>
                  <a:lnTo>
                    <a:pt x="10156" y="22976"/>
                  </a:lnTo>
                  <a:lnTo>
                    <a:pt x="10813" y="23401"/>
                  </a:lnTo>
                  <a:lnTo>
                    <a:pt x="11469" y="23826"/>
                  </a:lnTo>
                  <a:lnTo>
                    <a:pt x="12126" y="24289"/>
                  </a:lnTo>
                  <a:lnTo>
                    <a:pt x="12743" y="24752"/>
                  </a:lnTo>
                  <a:lnTo>
                    <a:pt x="12859" y="24830"/>
                  </a:lnTo>
                  <a:lnTo>
                    <a:pt x="12975" y="24791"/>
                  </a:lnTo>
                  <a:lnTo>
                    <a:pt x="13052" y="24752"/>
                  </a:lnTo>
                  <a:lnTo>
                    <a:pt x="13091" y="24637"/>
                  </a:lnTo>
                  <a:lnTo>
                    <a:pt x="13323" y="21393"/>
                  </a:lnTo>
                  <a:lnTo>
                    <a:pt x="13400" y="19771"/>
                  </a:lnTo>
                  <a:lnTo>
                    <a:pt x="13439" y="18960"/>
                  </a:lnTo>
                  <a:lnTo>
                    <a:pt x="13400" y="18188"/>
                  </a:lnTo>
                  <a:lnTo>
                    <a:pt x="13361" y="18072"/>
                  </a:lnTo>
                  <a:lnTo>
                    <a:pt x="13323" y="18033"/>
                  </a:lnTo>
                  <a:lnTo>
                    <a:pt x="13284" y="18033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4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8"/>
                  </a:lnTo>
                  <a:lnTo>
                    <a:pt x="10620" y="13631"/>
                  </a:lnTo>
                  <a:lnTo>
                    <a:pt x="10504" y="12705"/>
                  </a:lnTo>
                  <a:lnTo>
                    <a:pt x="10233" y="11121"/>
                  </a:lnTo>
                  <a:lnTo>
                    <a:pt x="9886" y="9538"/>
                  </a:lnTo>
                  <a:lnTo>
                    <a:pt x="9500" y="7955"/>
                  </a:lnTo>
                  <a:lnTo>
                    <a:pt x="9036" y="6410"/>
                  </a:lnTo>
                  <a:lnTo>
                    <a:pt x="8534" y="4866"/>
                  </a:lnTo>
                  <a:lnTo>
                    <a:pt x="7994" y="3321"/>
                  </a:lnTo>
                  <a:lnTo>
                    <a:pt x="7415" y="1815"/>
                  </a:lnTo>
                  <a:lnTo>
                    <a:pt x="6835" y="309"/>
                  </a:lnTo>
                  <a:lnTo>
                    <a:pt x="6797" y="232"/>
                  </a:lnTo>
                  <a:lnTo>
                    <a:pt x="6720" y="193"/>
                  </a:lnTo>
                  <a:lnTo>
                    <a:pt x="6642" y="155"/>
                  </a:lnTo>
                  <a:lnTo>
                    <a:pt x="6604" y="39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6"/>
            <p:cNvSpPr/>
            <p:nvPr/>
          </p:nvSpPr>
          <p:spPr>
            <a:xfrm>
              <a:off x="6111425" y="39739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0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6"/>
            <p:cNvSpPr/>
            <p:nvPr/>
          </p:nvSpPr>
          <p:spPr>
            <a:xfrm>
              <a:off x="5921250" y="4000950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5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3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6"/>
            <p:cNvSpPr/>
            <p:nvPr/>
          </p:nvSpPr>
          <p:spPr>
            <a:xfrm>
              <a:off x="6044825" y="4051150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5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6"/>
            <p:cNvSpPr/>
            <p:nvPr/>
          </p:nvSpPr>
          <p:spPr>
            <a:xfrm>
              <a:off x="1792350" y="4089775"/>
              <a:ext cx="345650" cy="269350"/>
            </a:xfrm>
            <a:custGeom>
              <a:avLst/>
              <a:gdLst/>
              <a:ahLst/>
              <a:cxnLst/>
              <a:rect l="l" t="t" r="r" b="b"/>
              <a:pathLst>
                <a:path w="13826" h="10774" extrusionOk="0">
                  <a:moveTo>
                    <a:pt x="3438" y="1004"/>
                  </a:moveTo>
                  <a:lnTo>
                    <a:pt x="3515" y="1081"/>
                  </a:lnTo>
                  <a:lnTo>
                    <a:pt x="3631" y="1159"/>
                  </a:lnTo>
                  <a:lnTo>
                    <a:pt x="3669" y="1275"/>
                  </a:lnTo>
                  <a:lnTo>
                    <a:pt x="3669" y="1429"/>
                  </a:lnTo>
                  <a:lnTo>
                    <a:pt x="3592" y="1661"/>
                  </a:lnTo>
                  <a:lnTo>
                    <a:pt x="3515" y="1815"/>
                  </a:lnTo>
                  <a:lnTo>
                    <a:pt x="3360" y="1931"/>
                  </a:lnTo>
                  <a:lnTo>
                    <a:pt x="3167" y="1970"/>
                  </a:lnTo>
                  <a:lnTo>
                    <a:pt x="2974" y="2008"/>
                  </a:lnTo>
                  <a:lnTo>
                    <a:pt x="2781" y="2008"/>
                  </a:lnTo>
                  <a:lnTo>
                    <a:pt x="2356" y="1931"/>
                  </a:lnTo>
                  <a:lnTo>
                    <a:pt x="2395" y="1892"/>
                  </a:lnTo>
                  <a:lnTo>
                    <a:pt x="2472" y="1661"/>
                  </a:lnTo>
                  <a:lnTo>
                    <a:pt x="2588" y="1429"/>
                  </a:lnTo>
                  <a:lnTo>
                    <a:pt x="2704" y="1236"/>
                  </a:lnTo>
                  <a:lnTo>
                    <a:pt x="2897" y="1081"/>
                  </a:lnTo>
                  <a:lnTo>
                    <a:pt x="3013" y="1004"/>
                  </a:lnTo>
                  <a:close/>
                  <a:moveTo>
                    <a:pt x="1044" y="1468"/>
                  </a:moveTo>
                  <a:lnTo>
                    <a:pt x="1237" y="1545"/>
                  </a:lnTo>
                  <a:lnTo>
                    <a:pt x="1430" y="1622"/>
                  </a:lnTo>
                  <a:lnTo>
                    <a:pt x="1623" y="1777"/>
                  </a:lnTo>
                  <a:lnTo>
                    <a:pt x="1816" y="1892"/>
                  </a:lnTo>
                  <a:lnTo>
                    <a:pt x="1507" y="2201"/>
                  </a:lnTo>
                  <a:lnTo>
                    <a:pt x="1314" y="2356"/>
                  </a:lnTo>
                  <a:lnTo>
                    <a:pt x="1121" y="2433"/>
                  </a:lnTo>
                  <a:lnTo>
                    <a:pt x="966" y="2472"/>
                  </a:lnTo>
                  <a:lnTo>
                    <a:pt x="812" y="2472"/>
                  </a:lnTo>
                  <a:lnTo>
                    <a:pt x="696" y="2433"/>
                  </a:lnTo>
                  <a:lnTo>
                    <a:pt x="580" y="2394"/>
                  </a:lnTo>
                  <a:lnTo>
                    <a:pt x="464" y="2317"/>
                  </a:lnTo>
                  <a:lnTo>
                    <a:pt x="387" y="2201"/>
                  </a:lnTo>
                  <a:lnTo>
                    <a:pt x="387" y="2085"/>
                  </a:lnTo>
                  <a:lnTo>
                    <a:pt x="426" y="1892"/>
                  </a:lnTo>
                  <a:lnTo>
                    <a:pt x="503" y="1699"/>
                  </a:lnTo>
                  <a:lnTo>
                    <a:pt x="657" y="1545"/>
                  </a:lnTo>
                  <a:lnTo>
                    <a:pt x="850" y="1468"/>
                  </a:lnTo>
                  <a:close/>
                  <a:moveTo>
                    <a:pt x="4866" y="3823"/>
                  </a:moveTo>
                  <a:lnTo>
                    <a:pt x="5021" y="3862"/>
                  </a:lnTo>
                  <a:lnTo>
                    <a:pt x="5137" y="3939"/>
                  </a:lnTo>
                  <a:lnTo>
                    <a:pt x="5253" y="4055"/>
                  </a:lnTo>
                  <a:lnTo>
                    <a:pt x="5330" y="4171"/>
                  </a:lnTo>
                  <a:lnTo>
                    <a:pt x="5330" y="4325"/>
                  </a:lnTo>
                  <a:lnTo>
                    <a:pt x="5330" y="4441"/>
                  </a:lnTo>
                  <a:lnTo>
                    <a:pt x="5291" y="4557"/>
                  </a:lnTo>
                  <a:lnTo>
                    <a:pt x="5137" y="4788"/>
                  </a:lnTo>
                  <a:lnTo>
                    <a:pt x="4944" y="4982"/>
                  </a:lnTo>
                  <a:lnTo>
                    <a:pt x="4751" y="5097"/>
                  </a:lnTo>
                  <a:lnTo>
                    <a:pt x="4557" y="5136"/>
                  </a:lnTo>
                  <a:lnTo>
                    <a:pt x="4171" y="5213"/>
                  </a:lnTo>
                  <a:lnTo>
                    <a:pt x="4171" y="5213"/>
                  </a:lnTo>
                  <a:lnTo>
                    <a:pt x="4210" y="4750"/>
                  </a:lnTo>
                  <a:lnTo>
                    <a:pt x="4287" y="4557"/>
                  </a:lnTo>
                  <a:lnTo>
                    <a:pt x="4364" y="4325"/>
                  </a:lnTo>
                  <a:lnTo>
                    <a:pt x="4519" y="4055"/>
                  </a:lnTo>
                  <a:lnTo>
                    <a:pt x="4635" y="3978"/>
                  </a:lnTo>
                  <a:lnTo>
                    <a:pt x="4751" y="3900"/>
                  </a:lnTo>
                  <a:lnTo>
                    <a:pt x="4866" y="3823"/>
                  </a:lnTo>
                  <a:close/>
                  <a:moveTo>
                    <a:pt x="7299" y="4518"/>
                  </a:moveTo>
                  <a:lnTo>
                    <a:pt x="7415" y="4595"/>
                  </a:lnTo>
                  <a:lnTo>
                    <a:pt x="7492" y="4673"/>
                  </a:lnTo>
                  <a:lnTo>
                    <a:pt x="7531" y="4788"/>
                  </a:lnTo>
                  <a:lnTo>
                    <a:pt x="7569" y="4943"/>
                  </a:lnTo>
                  <a:lnTo>
                    <a:pt x="7608" y="5175"/>
                  </a:lnTo>
                  <a:lnTo>
                    <a:pt x="7569" y="5445"/>
                  </a:lnTo>
                  <a:lnTo>
                    <a:pt x="7531" y="5677"/>
                  </a:lnTo>
                  <a:lnTo>
                    <a:pt x="7454" y="5908"/>
                  </a:lnTo>
                  <a:lnTo>
                    <a:pt x="7299" y="6101"/>
                  </a:lnTo>
                  <a:lnTo>
                    <a:pt x="7145" y="6294"/>
                  </a:lnTo>
                  <a:lnTo>
                    <a:pt x="6913" y="5870"/>
                  </a:lnTo>
                  <a:lnTo>
                    <a:pt x="6797" y="5677"/>
                  </a:lnTo>
                  <a:lnTo>
                    <a:pt x="6759" y="5445"/>
                  </a:lnTo>
                  <a:lnTo>
                    <a:pt x="6720" y="5136"/>
                  </a:lnTo>
                  <a:lnTo>
                    <a:pt x="6759" y="4943"/>
                  </a:lnTo>
                  <a:lnTo>
                    <a:pt x="6797" y="4788"/>
                  </a:lnTo>
                  <a:lnTo>
                    <a:pt x="6874" y="4634"/>
                  </a:lnTo>
                  <a:lnTo>
                    <a:pt x="6990" y="4557"/>
                  </a:lnTo>
                  <a:lnTo>
                    <a:pt x="7106" y="4518"/>
                  </a:lnTo>
                  <a:close/>
                  <a:moveTo>
                    <a:pt x="11161" y="4982"/>
                  </a:moveTo>
                  <a:lnTo>
                    <a:pt x="11276" y="5059"/>
                  </a:lnTo>
                  <a:lnTo>
                    <a:pt x="11354" y="5136"/>
                  </a:lnTo>
                  <a:lnTo>
                    <a:pt x="11392" y="5252"/>
                  </a:lnTo>
                  <a:lnTo>
                    <a:pt x="11431" y="5368"/>
                  </a:lnTo>
                  <a:lnTo>
                    <a:pt x="11392" y="5677"/>
                  </a:lnTo>
                  <a:lnTo>
                    <a:pt x="11315" y="5986"/>
                  </a:lnTo>
                  <a:lnTo>
                    <a:pt x="11161" y="6217"/>
                  </a:lnTo>
                  <a:lnTo>
                    <a:pt x="11083" y="6333"/>
                  </a:lnTo>
                  <a:lnTo>
                    <a:pt x="10968" y="6372"/>
                  </a:lnTo>
                  <a:lnTo>
                    <a:pt x="10890" y="6410"/>
                  </a:lnTo>
                  <a:lnTo>
                    <a:pt x="10736" y="6410"/>
                  </a:lnTo>
                  <a:lnTo>
                    <a:pt x="10697" y="6449"/>
                  </a:lnTo>
                  <a:lnTo>
                    <a:pt x="10659" y="6449"/>
                  </a:lnTo>
                  <a:lnTo>
                    <a:pt x="10466" y="6101"/>
                  </a:lnTo>
                  <a:lnTo>
                    <a:pt x="10388" y="5947"/>
                  </a:lnTo>
                  <a:lnTo>
                    <a:pt x="10350" y="5715"/>
                  </a:lnTo>
                  <a:lnTo>
                    <a:pt x="10350" y="5484"/>
                  </a:lnTo>
                  <a:lnTo>
                    <a:pt x="10427" y="5252"/>
                  </a:lnTo>
                  <a:lnTo>
                    <a:pt x="10581" y="5097"/>
                  </a:lnTo>
                  <a:lnTo>
                    <a:pt x="10697" y="5059"/>
                  </a:lnTo>
                  <a:lnTo>
                    <a:pt x="10813" y="4982"/>
                  </a:lnTo>
                  <a:close/>
                  <a:moveTo>
                    <a:pt x="3052" y="5522"/>
                  </a:moveTo>
                  <a:lnTo>
                    <a:pt x="3476" y="5561"/>
                  </a:lnTo>
                  <a:lnTo>
                    <a:pt x="3283" y="5947"/>
                  </a:lnTo>
                  <a:lnTo>
                    <a:pt x="3167" y="6140"/>
                  </a:lnTo>
                  <a:lnTo>
                    <a:pt x="3013" y="6294"/>
                  </a:lnTo>
                  <a:lnTo>
                    <a:pt x="2858" y="6410"/>
                  </a:lnTo>
                  <a:lnTo>
                    <a:pt x="2704" y="6488"/>
                  </a:lnTo>
                  <a:lnTo>
                    <a:pt x="2472" y="6488"/>
                  </a:lnTo>
                  <a:lnTo>
                    <a:pt x="2279" y="6410"/>
                  </a:lnTo>
                  <a:lnTo>
                    <a:pt x="2125" y="6294"/>
                  </a:lnTo>
                  <a:lnTo>
                    <a:pt x="2086" y="6179"/>
                  </a:lnTo>
                  <a:lnTo>
                    <a:pt x="2086" y="6063"/>
                  </a:lnTo>
                  <a:lnTo>
                    <a:pt x="2125" y="5908"/>
                  </a:lnTo>
                  <a:lnTo>
                    <a:pt x="2241" y="5792"/>
                  </a:lnTo>
                  <a:lnTo>
                    <a:pt x="2356" y="5677"/>
                  </a:lnTo>
                  <a:lnTo>
                    <a:pt x="2472" y="5599"/>
                  </a:lnTo>
                  <a:lnTo>
                    <a:pt x="2588" y="5561"/>
                  </a:lnTo>
                  <a:lnTo>
                    <a:pt x="2820" y="5522"/>
                  </a:lnTo>
                  <a:close/>
                  <a:moveTo>
                    <a:pt x="7222" y="6796"/>
                  </a:moveTo>
                  <a:lnTo>
                    <a:pt x="7183" y="7260"/>
                  </a:lnTo>
                  <a:lnTo>
                    <a:pt x="7106" y="7453"/>
                  </a:lnTo>
                  <a:lnTo>
                    <a:pt x="7029" y="7685"/>
                  </a:lnTo>
                  <a:lnTo>
                    <a:pt x="6874" y="7916"/>
                  </a:lnTo>
                  <a:lnTo>
                    <a:pt x="6681" y="8148"/>
                  </a:lnTo>
                  <a:lnTo>
                    <a:pt x="6565" y="8225"/>
                  </a:lnTo>
                  <a:lnTo>
                    <a:pt x="6450" y="8264"/>
                  </a:lnTo>
                  <a:lnTo>
                    <a:pt x="6295" y="8302"/>
                  </a:lnTo>
                  <a:lnTo>
                    <a:pt x="6141" y="8225"/>
                  </a:lnTo>
                  <a:lnTo>
                    <a:pt x="6025" y="8148"/>
                  </a:lnTo>
                  <a:lnTo>
                    <a:pt x="5948" y="8032"/>
                  </a:lnTo>
                  <a:lnTo>
                    <a:pt x="5909" y="7916"/>
                  </a:lnTo>
                  <a:lnTo>
                    <a:pt x="5909" y="7800"/>
                  </a:lnTo>
                  <a:lnTo>
                    <a:pt x="5948" y="7646"/>
                  </a:lnTo>
                  <a:lnTo>
                    <a:pt x="6025" y="7530"/>
                  </a:lnTo>
                  <a:lnTo>
                    <a:pt x="6179" y="7298"/>
                  </a:lnTo>
                  <a:lnTo>
                    <a:pt x="6411" y="7144"/>
                  </a:lnTo>
                  <a:lnTo>
                    <a:pt x="6643" y="7028"/>
                  </a:lnTo>
                  <a:lnTo>
                    <a:pt x="7183" y="6835"/>
                  </a:lnTo>
                  <a:lnTo>
                    <a:pt x="7183" y="6796"/>
                  </a:lnTo>
                  <a:close/>
                  <a:moveTo>
                    <a:pt x="10620" y="7144"/>
                  </a:moveTo>
                  <a:lnTo>
                    <a:pt x="10659" y="7337"/>
                  </a:lnTo>
                  <a:lnTo>
                    <a:pt x="10697" y="7530"/>
                  </a:lnTo>
                  <a:lnTo>
                    <a:pt x="10697" y="7685"/>
                  </a:lnTo>
                  <a:lnTo>
                    <a:pt x="10659" y="7878"/>
                  </a:lnTo>
                  <a:lnTo>
                    <a:pt x="10620" y="8032"/>
                  </a:lnTo>
                  <a:lnTo>
                    <a:pt x="10504" y="8187"/>
                  </a:lnTo>
                  <a:lnTo>
                    <a:pt x="10427" y="8341"/>
                  </a:lnTo>
                  <a:lnTo>
                    <a:pt x="10272" y="8457"/>
                  </a:lnTo>
                  <a:lnTo>
                    <a:pt x="10118" y="8573"/>
                  </a:lnTo>
                  <a:lnTo>
                    <a:pt x="9925" y="8611"/>
                  </a:lnTo>
                  <a:lnTo>
                    <a:pt x="9848" y="8573"/>
                  </a:lnTo>
                  <a:lnTo>
                    <a:pt x="9770" y="8573"/>
                  </a:lnTo>
                  <a:lnTo>
                    <a:pt x="9732" y="8496"/>
                  </a:lnTo>
                  <a:lnTo>
                    <a:pt x="9655" y="8418"/>
                  </a:lnTo>
                  <a:lnTo>
                    <a:pt x="9616" y="8225"/>
                  </a:lnTo>
                  <a:lnTo>
                    <a:pt x="9655" y="8071"/>
                  </a:lnTo>
                  <a:lnTo>
                    <a:pt x="9732" y="7916"/>
                  </a:lnTo>
                  <a:lnTo>
                    <a:pt x="9809" y="7762"/>
                  </a:lnTo>
                  <a:lnTo>
                    <a:pt x="10002" y="7569"/>
                  </a:lnTo>
                  <a:lnTo>
                    <a:pt x="10195" y="7414"/>
                  </a:lnTo>
                  <a:lnTo>
                    <a:pt x="10388" y="7260"/>
                  </a:lnTo>
                  <a:lnTo>
                    <a:pt x="10620" y="7144"/>
                  </a:lnTo>
                  <a:close/>
                  <a:moveTo>
                    <a:pt x="1854" y="0"/>
                  </a:moveTo>
                  <a:lnTo>
                    <a:pt x="1507" y="39"/>
                  </a:lnTo>
                  <a:lnTo>
                    <a:pt x="1584" y="734"/>
                  </a:lnTo>
                  <a:lnTo>
                    <a:pt x="1700" y="1429"/>
                  </a:lnTo>
                  <a:lnTo>
                    <a:pt x="1584" y="1313"/>
                  </a:lnTo>
                  <a:lnTo>
                    <a:pt x="1430" y="1236"/>
                  </a:lnTo>
                  <a:lnTo>
                    <a:pt x="1275" y="1159"/>
                  </a:lnTo>
                  <a:lnTo>
                    <a:pt x="1082" y="1120"/>
                  </a:lnTo>
                  <a:lnTo>
                    <a:pt x="889" y="1120"/>
                  </a:lnTo>
                  <a:lnTo>
                    <a:pt x="735" y="1159"/>
                  </a:lnTo>
                  <a:lnTo>
                    <a:pt x="542" y="1236"/>
                  </a:lnTo>
                  <a:lnTo>
                    <a:pt x="387" y="1313"/>
                  </a:lnTo>
                  <a:lnTo>
                    <a:pt x="271" y="1429"/>
                  </a:lnTo>
                  <a:lnTo>
                    <a:pt x="155" y="1545"/>
                  </a:lnTo>
                  <a:lnTo>
                    <a:pt x="78" y="1738"/>
                  </a:lnTo>
                  <a:lnTo>
                    <a:pt x="40" y="1892"/>
                  </a:lnTo>
                  <a:lnTo>
                    <a:pt x="1" y="2085"/>
                  </a:lnTo>
                  <a:lnTo>
                    <a:pt x="40" y="2240"/>
                  </a:lnTo>
                  <a:lnTo>
                    <a:pt x="78" y="2394"/>
                  </a:lnTo>
                  <a:lnTo>
                    <a:pt x="155" y="2549"/>
                  </a:lnTo>
                  <a:lnTo>
                    <a:pt x="271" y="2665"/>
                  </a:lnTo>
                  <a:lnTo>
                    <a:pt x="387" y="2742"/>
                  </a:lnTo>
                  <a:lnTo>
                    <a:pt x="542" y="2819"/>
                  </a:lnTo>
                  <a:lnTo>
                    <a:pt x="735" y="2858"/>
                  </a:lnTo>
                  <a:lnTo>
                    <a:pt x="1044" y="2858"/>
                  </a:lnTo>
                  <a:lnTo>
                    <a:pt x="1352" y="2742"/>
                  </a:lnTo>
                  <a:lnTo>
                    <a:pt x="1661" y="2587"/>
                  </a:lnTo>
                  <a:lnTo>
                    <a:pt x="1932" y="2356"/>
                  </a:lnTo>
                  <a:lnTo>
                    <a:pt x="2163" y="3089"/>
                  </a:lnTo>
                  <a:lnTo>
                    <a:pt x="2434" y="3823"/>
                  </a:lnTo>
                  <a:lnTo>
                    <a:pt x="2820" y="4518"/>
                  </a:lnTo>
                  <a:lnTo>
                    <a:pt x="3013" y="4827"/>
                  </a:lnTo>
                  <a:lnTo>
                    <a:pt x="3245" y="5136"/>
                  </a:lnTo>
                  <a:lnTo>
                    <a:pt x="2936" y="5136"/>
                  </a:lnTo>
                  <a:lnTo>
                    <a:pt x="2588" y="5175"/>
                  </a:lnTo>
                  <a:lnTo>
                    <a:pt x="2318" y="5252"/>
                  </a:lnTo>
                  <a:lnTo>
                    <a:pt x="2048" y="5445"/>
                  </a:lnTo>
                  <a:lnTo>
                    <a:pt x="1932" y="5561"/>
                  </a:lnTo>
                  <a:lnTo>
                    <a:pt x="1854" y="5677"/>
                  </a:lnTo>
                  <a:lnTo>
                    <a:pt x="1777" y="5831"/>
                  </a:lnTo>
                  <a:lnTo>
                    <a:pt x="1739" y="5986"/>
                  </a:lnTo>
                  <a:lnTo>
                    <a:pt x="1700" y="6140"/>
                  </a:lnTo>
                  <a:lnTo>
                    <a:pt x="1739" y="6294"/>
                  </a:lnTo>
                  <a:lnTo>
                    <a:pt x="1777" y="6449"/>
                  </a:lnTo>
                  <a:lnTo>
                    <a:pt x="1893" y="6603"/>
                  </a:lnTo>
                  <a:lnTo>
                    <a:pt x="2009" y="6681"/>
                  </a:lnTo>
                  <a:lnTo>
                    <a:pt x="2125" y="6758"/>
                  </a:lnTo>
                  <a:lnTo>
                    <a:pt x="2279" y="6835"/>
                  </a:lnTo>
                  <a:lnTo>
                    <a:pt x="2434" y="6874"/>
                  </a:lnTo>
                  <a:lnTo>
                    <a:pt x="2588" y="6874"/>
                  </a:lnTo>
                  <a:lnTo>
                    <a:pt x="2743" y="6835"/>
                  </a:lnTo>
                  <a:lnTo>
                    <a:pt x="2897" y="6796"/>
                  </a:lnTo>
                  <a:lnTo>
                    <a:pt x="3052" y="6719"/>
                  </a:lnTo>
                  <a:lnTo>
                    <a:pt x="3283" y="6526"/>
                  </a:lnTo>
                  <a:lnTo>
                    <a:pt x="3476" y="6294"/>
                  </a:lnTo>
                  <a:lnTo>
                    <a:pt x="3631" y="5986"/>
                  </a:lnTo>
                  <a:lnTo>
                    <a:pt x="3747" y="5677"/>
                  </a:lnTo>
                  <a:lnTo>
                    <a:pt x="4171" y="6024"/>
                  </a:lnTo>
                  <a:lnTo>
                    <a:pt x="4635" y="6333"/>
                  </a:lnTo>
                  <a:lnTo>
                    <a:pt x="5137" y="6565"/>
                  </a:lnTo>
                  <a:lnTo>
                    <a:pt x="5716" y="6719"/>
                  </a:lnTo>
                  <a:lnTo>
                    <a:pt x="6218" y="6796"/>
                  </a:lnTo>
                  <a:lnTo>
                    <a:pt x="6025" y="6912"/>
                  </a:lnTo>
                  <a:lnTo>
                    <a:pt x="5870" y="7028"/>
                  </a:lnTo>
                  <a:lnTo>
                    <a:pt x="5755" y="7183"/>
                  </a:lnTo>
                  <a:lnTo>
                    <a:pt x="5639" y="7376"/>
                  </a:lnTo>
                  <a:lnTo>
                    <a:pt x="5561" y="7530"/>
                  </a:lnTo>
                  <a:lnTo>
                    <a:pt x="5523" y="7685"/>
                  </a:lnTo>
                  <a:lnTo>
                    <a:pt x="5523" y="7878"/>
                  </a:lnTo>
                  <a:lnTo>
                    <a:pt x="5523" y="8032"/>
                  </a:lnTo>
                  <a:lnTo>
                    <a:pt x="5561" y="8187"/>
                  </a:lnTo>
                  <a:lnTo>
                    <a:pt x="5639" y="8341"/>
                  </a:lnTo>
                  <a:lnTo>
                    <a:pt x="5755" y="8457"/>
                  </a:lnTo>
                  <a:lnTo>
                    <a:pt x="5909" y="8573"/>
                  </a:lnTo>
                  <a:lnTo>
                    <a:pt x="6063" y="8650"/>
                  </a:lnTo>
                  <a:lnTo>
                    <a:pt x="6257" y="8689"/>
                  </a:lnTo>
                  <a:lnTo>
                    <a:pt x="6411" y="8689"/>
                  </a:lnTo>
                  <a:lnTo>
                    <a:pt x="6604" y="8650"/>
                  </a:lnTo>
                  <a:lnTo>
                    <a:pt x="6759" y="8573"/>
                  </a:lnTo>
                  <a:lnTo>
                    <a:pt x="6952" y="8457"/>
                  </a:lnTo>
                  <a:lnTo>
                    <a:pt x="7067" y="8341"/>
                  </a:lnTo>
                  <a:lnTo>
                    <a:pt x="7183" y="8187"/>
                  </a:lnTo>
                  <a:lnTo>
                    <a:pt x="7376" y="7878"/>
                  </a:lnTo>
                  <a:lnTo>
                    <a:pt x="7492" y="7530"/>
                  </a:lnTo>
                  <a:lnTo>
                    <a:pt x="7531" y="7183"/>
                  </a:lnTo>
                  <a:lnTo>
                    <a:pt x="7531" y="6796"/>
                  </a:lnTo>
                  <a:lnTo>
                    <a:pt x="8882" y="6719"/>
                  </a:lnTo>
                  <a:lnTo>
                    <a:pt x="9577" y="6719"/>
                  </a:lnTo>
                  <a:lnTo>
                    <a:pt x="10272" y="6796"/>
                  </a:lnTo>
                  <a:lnTo>
                    <a:pt x="10466" y="6835"/>
                  </a:lnTo>
                  <a:lnTo>
                    <a:pt x="10311" y="6912"/>
                  </a:lnTo>
                  <a:lnTo>
                    <a:pt x="10118" y="7028"/>
                  </a:lnTo>
                  <a:lnTo>
                    <a:pt x="9809" y="7260"/>
                  </a:lnTo>
                  <a:lnTo>
                    <a:pt x="9539" y="7569"/>
                  </a:lnTo>
                  <a:lnTo>
                    <a:pt x="9423" y="7723"/>
                  </a:lnTo>
                  <a:lnTo>
                    <a:pt x="9346" y="7916"/>
                  </a:lnTo>
                  <a:lnTo>
                    <a:pt x="9307" y="8109"/>
                  </a:lnTo>
                  <a:lnTo>
                    <a:pt x="9269" y="8264"/>
                  </a:lnTo>
                  <a:lnTo>
                    <a:pt x="9307" y="8457"/>
                  </a:lnTo>
                  <a:lnTo>
                    <a:pt x="9384" y="8611"/>
                  </a:lnTo>
                  <a:lnTo>
                    <a:pt x="9462" y="8766"/>
                  </a:lnTo>
                  <a:lnTo>
                    <a:pt x="9616" y="8882"/>
                  </a:lnTo>
                  <a:lnTo>
                    <a:pt x="9770" y="8959"/>
                  </a:lnTo>
                  <a:lnTo>
                    <a:pt x="9964" y="8998"/>
                  </a:lnTo>
                  <a:lnTo>
                    <a:pt x="10157" y="8959"/>
                  </a:lnTo>
                  <a:lnTo>
                    <a:pt x="10311" y="8882"/>
                  </a:lnTo>
                  <a:lnTo>
                    <a:pt x="10466" y="8804"/>
                  </a:lnTo>
                  <a:lnTo>
                    <a:pt x="10620" y="8650"/>
                  </a:lnTo>
                  <a:lnTo>
                    <a:pt x="10736" y="8534"/>
                  </a:lnTo>
                  <a:lnTo>
                    <a:pt x="10852" y="8341"/>
                  </a:lnTo>
                  <a:lnTo>
                    <a:pt x="10929" y="8187"/>
                  </a:lnTo>
                  <a:lnTo>
                    <a:pt x="11006" y="7994"/>
                  </a:lnTo>
                  <a:lnTo>
                    <a:pt x="11045" y="7762"/>
                  </a:lnTo>
                  <a:lnTo>
                    <a:pt x="11045" y="7492"/>
                  </a:lnTo>
                  <a:lnTo>
                    <a:pt x="10968" y="7221"/>
                  </a:lnTo>
                  <a:lnTo>
                    <a:pt x="10890" y="6990"/>
                  </a:lnTo>
                  <a:lnTo>
                    <a:pt x="10929" y="6951"/>
                  </a:lnTo>
                  <a:lnTo>
                    <a:pt x="11431" y="7105"/>
                  </a:lnTo>
                  <a:lnTo>
                    <a:pt x="11894" y="7376"/>
                  </a:lnTo>
                  <a:lnTo>
                    <a:pt x="12319" y="7685"/>
                  </a:lnTo>
                  <a:lnTo>
                    <a:pt x="12512" y="7839"/>
                  </a:lnTo>
                  <a:lnTo>
                    <a:pt x="12705" y="8032"/>
                  </a:lnTo>
                  <a:lnTo>
                    <a:pt x="12898" y="8341"/>
                  </a:lnTo>
                  <a:lnTo>
                    <a:pt x="13091" y="8650"/>
                  </a:lnTo>
                  <a:lnTo>
                    <a:pt x="13207" y="8920"/>
                  </a:lnTo>
                  <a:lnTo>
                    <a:pt x="13284" y="9268"/>
                  </a:lnTo>
                  <a:lnTo>
                    <a:pt x="13323" y="9577"/>
                  </a:lnTo>
                  <a:lnTo>
                    <a:pt x="13362" y="9924"/>
                  </a:lnTo>
                  <a:lnTo>
                    <a:pt x="13323" y="10619"/>
                  </a:lnTo>
                  <a:lnTo>
                    <a:pt x="13323" y="10658"/>
                  </a:lnTo>
                  <a:lnTo>
                    <a:pt x="13362" y="10735"/>
                  </a:lnTo>
                  <a:lnTo>
                    <a:pt x="13439" y="10774"/>
                  </a:lnTo>
                  <a:lnTo>
                    <a:pt x="13555" y="10774"/>
                  </a:lnTo>
                  <a:lnTo>
                    <a:pt x="13632" y="10697"/>
                  </a:lnTo>
                  <a:lnTo>
                    <a:pt x="13709" y="10465"/>
                  </a:lnTo>
                  <a:lnTo>
                    <a:pt x="13786" y="10272"/>
                  </a:lnTo>
                  <a:lnTo>
                    <a:pt x="13825" y="10040"/>
                  </a:lnTo>
                  <a:lnTo>
                    <a:pt x="13825" y="9808"/>
                  </a:lnTo>
                  <a:lnTo>
                    <a:pt x="13786" y="9384"/>
                  </a:lnTo>
                  <a:lnTo>
                    <a:pt x="13671" y="8920"/>
                  </a:lnTo>
                  <a:lnTo>
                    <a:pt x="13478" y="8496"/>
                  </a:lnTo>
                  <a:lnTo>
                    <a:pt x="13246" y="8109"/>
                  </a:lnTo>
                  <a:lnTo>
                    <a:pt x="12976" y="7723"/>
                  </a:lnTo>
                  <a:lnTo>
                    <a:pt x="12667" y="7414"/>
                  </a:lnTo>
                  <a:lnTo>
                    <a:pt x="12319" y="7144"/>
                  </a:lnTo>
                  <a:lnTo>
                    <a:pt x="11972" y="6912"/>
                  </a:lnTo>
                  <a:lnTo>
                    <a:pt x="11585" y="6719"/>
                  </a:lnTo>
                  <a:lnTo>
                    <a:pt x="11199" y="6565"/>
                  </a:lnTo>
                  <a:lnTo>
                    <a:pt x="11392" y="6410"/>
                  </a:lnTo>
                  <a:lnTo>
                    <a:pt x="11585" y="6140"/>
                  </a:lnTo>
                  <a:lnTo>
                    <a:pt x="11701" y="5831"/>
                  </a:lnTo>
                  <a:lnTo>
                    <a:pt x="11740" y="5522"/>
                  </a:lnTo>
                  <a:lnTo>
                    <a:pt x="11740" y="5213"/>
                  </a:lnTo>
                  <a:lnTo>
                    <a:pt x="11701" y="5059"/>
                  </a:lnTo>
                  <a:lnTo>
                    <a:pt x="11624" y="4943"/>
                  </a:lnTo>
                  <a:lnTo>
                    <a:pt x="11547" y="4827"/>
                  </a:lnTo>
                  <a:lnTo>
                    <a:pt x="11431" y="4750"/>
                  </a:lnTo>
                  <a:lnTo>
                    <a:pt x="11276" y="4673"/>
                  </a:lnTo>
                  <a:lnTo>
                    <a:pt x="11122" y="4634"/>
                  </a:lnTo>
                  <a:lnTo>
                    <a:pt x="10774" y="4634"/>
                  </a:lnTo>
                  <a:lnTo>
                    <a:pt x="10581" y="4711"/>
                  </a:lnTo>
                  <a:lnTo>
                    <a:pt x="10427" y="4788"/>
                  </a:lnTo>
                  <a:lnTo>
                    <a:pt x="10311" y="4866"/>
                  </a:lnTo>
                  <a:lnTo>
                    <a:pt x="10195" y="5020"/>
                  </a:lnTo>
                  <a:lnTo>
                    <a:pt x="10079" y="5136"/>
                  </a:lnTo>
                  <a:lnTo>
                    <a:pt x="10002" y="5329"/>
                  </a:lnTo>
                  <a:lnTo>
                    <a:pt x="9964" y="5561"/>
                  </a:lnTo>
                  <a:lnTo>
                    <a:pt x="9964" y="5831"/>
                  </a:lnTo>
                  <a:lnTo>
                    <a:pt x="10041" y="6063"/>
                  </a:lnTo>
                  <a:lnTo>
                    <a:pt x="10118" y="6333"/>
                  </a:lnTo>
                  <a:lnTo>
                    <a:pt x="9462" y="6256"/>
                  </a:lnTo>
                  <a:lnTo>
                    <a:pt x="8805" y="6256"/>
                  </a:lnTo>
                  <a:lnTo>
                    <a:pt x="7492" y="6333"/>
                  </a:lnTo>
                  <a:lnTo>
                    <a:pt x="7685" y="6063"/>
                  </a:lnTo>
                  <a:lnTo>
                    <a:pt x="7801" y="5792"/>
                  </a:lnTo>
                  <a:lnTo>
                    <a:pt x="7878" y="5522"/>
                  </a:lnTo>
                  <a:lnTo>
                    <a:pt x="7956" y="5213"/>
                  </a:lnTo>
                  <a:lnTo>
                    <a:pt x="7917" y="4866"/>
                  </a:lnTo>
                  <a:lnTo>
                    <a:pt x="7878" y="4711"/>
                  </a:lnTo>
                  <a:lnTo>
                    <a:pt x="7801" y="4557"/>
                  </a:lnTo>
                  <a:lnTo>
                    <a:pt x="7724" y="4402"/>
                  </a:lnTo>
                  <a:lnTo>
                    <a:pt x="7608" y="4287"/>
                  </a:lnTo>
                  <a:lnTo>
                    <a:pt x="7492" y="4209"/>
                  </a:lnTo>
                  <a:lnTo>
                    <a:pt x="7299" y="4132"/>
                  </a:lnTo>
                  <a:lnTo>
                    <a:pt x="6990" y="4132"/>
                  </a:lnTo>
                  <a:lnTo>
                    <a:pt x="6836" y="4209"/>
                  </a:lnTo>
                  <a:lnTo>
                    <a:pt x="6720" y="4325"/>
                  </a:lnTo>
                  <a:lnTo>
                    <a:pt x="6604" y="4441"/>
                  </a:lnTo>
                  <a:lnTo>
                    <a:pt x="6527" y="4595"/>
                  </a:lnTo>
                  <a:lnTo>
                    <a:pt x="6411" y="4904"/>
                  </a:lnTo>
                  <a:lnTo>
                    <a:pt x="6372" y="5252"/>
                  </a:lnTo>
                  <a:lnTo>
                    <a:pt x="6411" y="5638"/>
                  </a:lnTo>
                  <a:lnTo>
                    <a:pt x="6450" y="5831"/>
                  </a:lnTo>
                  <a:lnTo>
                    <a:pt x="6527" y="6024"/>
                  </a:lnTo>
                  <a:lnTo>
                    <a:pt x="6643" y="6179"/>
                  </a:lnTo>
                  <a:lnTo>
                    <a:pt x="6759" y="6333"/>
                  </a:lnTo>
                  <a:lnTo>
                    <a:pt x="6102" y="6256"/>
                  </a:lnTo>
                  <a:lnTo>
                    <a:pt x="5755" y="6217"/>
                  </a:lnTo>
                  <a:lnTo>
                    <a:pt x="5446" y="6140"/>
                  </a:lnTo>
                  <a:lnTo>
                    <a:pt x="5137" y="6024"/>
                  </a:lnTo>
                  <a:lnTo>
                    <a:pt x="4828" y="5870"/>
                  </a:lnTo>
                  <a:lnTo>
                    <a:pt x="4519" y="5715"/>
                  </a:lnTo>
                  <a:lnTo>
                    <a:pt x="4210" y="5522"/>
                  </a:lnTo>
                  <a:lnTo>
                    <a:pt x="4557" y="5484"/>
                  </a:lnTo>
                  <a:lnTo>
                    <a:pt x="4905" y="5406"/>
                  </a:lnTo>
                  <a:lnTo>
                    <a:pt x="5175" y="5252"/>
                  </a:lnTo>
                  <a:lnTo>
                    <a:pt x="5446" y="5020"/>
                  </a:lnTo>
                  <a:lnTo>
                    <a:pt x="5561" y="4866"/>
                  </a:lnTo>
                  <a:lnTo>
                    <a:pt x="5639" y="4711"/>
                  </a:lnTo>
                  <a:lnTo>
                    <a:pt x="5677" y="4518"/>
                  </a:lnTo>
                  <a:lnTo>
                    <a:pt x="5716" y="4364"/>
                  </a:lnTo>
                  <a:lnTo>
                    <a:pt x="5716" y="4171"/>
                  </a:lnTo>
                  <a:lnTo>
                    <a:pt x="5639" y="4016"/>
                  </a:lnTo>
                  <a:lnTo>
                    <a:pt x="5561" y="3862"/>
                  </a:lnTo>
                  <a:lnTo>
                    <a:pt x="5446" y="3707"/>
                  </a:lnTo>
                  <a:lnTo>
                    <a:pt x="5330" y="3591"/>
                  </a:lnTo>
                  <a:lnTo>
                    <a:pt x="5175" y="3514"/>
                  </a:lnTo>
                  <a:lnTo>
                    <a:pt x="5021" y="3476"/>
                  </a:lnTo>
                  <a:lnTo>
                    <a:pt x="4866" y="3437"/>
                  </a:lnTo>
                  <a:lnTo>
                    <a:pt x="4712" y="3476"/>
                  </a:lnTo>
                  <a:lnTo>
                    <a:pt x="4557" y="3514"/>
                  </a:lnTo>
                  <a:lnTo>
                    <a:pt x="4442" y="3630"/>
                  </a:lnTo>
                  <a:lnTo>
                    <a:pt x="4287" y="3707"/>
                  </a:lnTo>
                  <a:lnTo>
                    <a:pt x="4171" y="3862"/>
                  </a:lnTo>
                  <a:lnTo>
                    <a:pt x="4055" y="4016"/>
                  </a:lnTo>
                  <a:lnTo>
                    <a:pt x="3940" y="4364"/>
                  </a:lnTo>
                  <a:lnTo>
                    <a:pt x="3824" y="4750"/>
                  </a:lnTo>
                  <a:lnTo>
                    <a:pt x="3785" y="5097"/>
                  </a:lnTo>
                  <a:lnTo>
                    <a:pt x="3515" y="4788"/>
                  </a:lnTo>
                  <a:lnTo>
                    <a:pt x="3283" y="4441"/>
                  </a:lnTo>
                  <a:lnTo>
                    <a:pt x="3052" y="4093"/>
                  </a:lnTo>
                  <a:lnTo>
                    <a:pt x="2858" y="3746"/>
                  </a:lnTo>
                  <a:lnTo>
                    <a:pt x="2704" y="3398"/>
                  </a:lnTo>
                  <a:lnTo>
                    <a:pt x="2550" y="3012"/>
                  </a:lnTo>
                  <a:lnTo>
                    <a:pt x="2318" y="2240"/>
                  </a:lnTo>
                  <a:lnTo>
                    <a:pt x="2318" y="2240"/>
                  </a:lnTo>
                  <a:lnTo>
                    <a:pt x="2588" y="2317"/>
                  </a:lnTo>
                  <a:lnTo>
                    <a:pt x="2858" y="2356"/>
                  </a:lnTo>
                  <a:lnTo>
                    <a:pt x="3129" y="2356"/>
                  </a:lnTo>
                  <a:lnTo>
                    <a:pt x="3399" y="2279"/>
                  </a:lnTo>
                  <a:lnTo>
                    <a:pt x="3554" y="2201"/>
                  </a:lnTo>
                  <a:lnTo>
                    <a:pt x="3708" y="2085"/>
                  </a:lnTo>
                  <a:lnTo>
                    <a:pt x="3824" y="1970"/>
                  </a:lnTo>
                  <a:lnTo>
                    <a:pt x="3940" y="1815"/>
                  </a:lnTo>
                  <a:lnTo>
                    <a:pt x="4017" y="1661"/>
                  </a:lnTo>
                  <a:lnTo>
                    <a:pt x="4055" y="1506"/>
                  </a:lnTo>
                  <a:lnTo>
                    <a:pt x="4055" y="1313"/>
                  </a:lnTo>
                  <a:lnTo>
                    <a:pt x="4017" y="1159"/>
                  </a:lnTo>
                  <a:lnTo>
                    <a:pt x="3978" y="1004"/>
                  </a:lnTo>
                  <a:lnTo>
                    <a:pt x="3862" y="850"/>
                  </a:lnTo>
                  <a:lnTo>
                    <a:pt x="3747" y="773"/>
                  </a:lnTo>
                  <a:lnTo>
                    <a:pt x="3592" y="695"/>
                  </a:lnTo>
                  <a:lnTo>
                    <a:pt x="3438" y="618"/>
                  </a:lnTo>
                  <a:lnTo>
                    <a:pt x="3283" y="579"/>
                  </a:lnTo>
                  <a:lnTo>
                    <a:pt x="3129" y="579"/>
                  </a:lnTo>
                  <a:lnTo>
                    <a:pt x="2974" y="618"/>
                  </a:lnTo>
                  <a:lnTo>
                    <a:pt x="2820" y="657"/>
                  </a:lnTo>
                  <a:lnTo>
                    <a:pt x="2665" y="734"/>
                  </a:lnTo>
                  <a:lnTo>
                    <a:pt x="2434" y="927"/>
                  </a:lnTo>
                  <a:lnTo>
                    <a:pt x="2241" y="1159"/>
                  </a:lnTo>
                  <a:lnTo>
                    <a:pt x="2125" y="146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6"/>
            <p:cNvSpPr/>
            <p:nvPr/>
          </p:nvSpPr>
          <p:spPr>
            <a:xfrm>
              <a:off x="5987875" y="4095550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4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4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70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8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6"/>
            <p:cNvSpPr/>
            <p:nvPr/>
          </p:nvSpPr>
          <p:spPr>
            <a:xfrm>
              <a:off x="4079325" y="419112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9"/>
                  </a:moveTo>
                  <a:lnTo>
                    <a:pt x="1082" y="5986"/>
                  </a:lnTo>
                  <a:lnTo>
                    <a:pt x="1236" y="6025"/>
                  </a:lnTo>
                  <a:lnTo>
                    <a:pt x="1391" y="6179"/>
                  </a:lnTo>
                  <a:lnTo>
                    <a:pt x="1468" y="6334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6" y="6951"/>
                  </a:lnTo>
                  <a:lnTo>
                    <a:pt x="1159" y="7029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6"/>
                  </a:lnTo>
                  <a:lnTo>
                    <a:pt x="425" y="6720"/>
                  </a:lnTo>
                  <a:lnTo>
                    <a:pt x="387" y="6643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5" y="6256"/>
                  </a:lnTo>
                  <a:lnTo>
                    <a:pt x="503" y="6179"/>
                  </a:lnTo>
                  <a:lnTo>
                    <a:pt x="696" y="6025"/>
                  </a:lnTo>
                  <a:lnTo>
                    <a:pt x="889" y="5909"/>
                  </a:lnTo>
                  <a:close/>
                  <a:moveTo>
                    <a:pt x="5909" y="1"/>
                  </a:moveTo>
                  <a:lnTo>
                    <a:pt x="5831" y="39"/>
                  </a:lnTo>
                  <a:lnTo>
                    <a:pt x="5522" y="310"/>
                  </a:lnTo>
                  <a:lnTo>
                    <a:pt x="5175" y="619"/>
                  </a:lnTo>
                  <a:lnTo>
                    <a:pt x="4596" y="1314"/>
                  </a:lnTo>
                  <a:lnTo>
                    <a:pt x="4017" y="2047"/>
                  </a:lnTo>
                  <a:lnTo>
                    <a:pt x="3437" y="2781"/>
                  </a:lnTo>
                  <a:lnTo>
                    <a:pt x="2279" y="4133"/>
                  </a:lnTo>
                  <a:lnTo>
                    <a:pt x="1738" y="4866"/>
                  </a:lnTo>
                  <a:lnTo>
                    <a:pt x="1198" y="5561"/>
                  </a:lnTo>
                  <a:lnTo>
                    <a:pt x="1043" y="5523"/>
                  </a:lnTo>
                  <a:lnTo>
                    <a:pt x="889" y="5523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1" y="6334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4" y="7145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3" y="6527"/>
                  </a:lnTo>
                  <a:lnTo>
                    <a:pt x="1854" y="6334"/>
                  </a:lnTo>
                  <a:lnTo>
                    <a:pt x="1815" y="6179"/>
                  </a:lnTo>
                  <a:lnTo>
                    <a:pt x="1738" y="6025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3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9" y="657"/>
                  </a:lnTo>
                  <a:lnTo>
                    <a:pt x="6102" y="310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6"/>
            <p:cNvSpPr/>
            <p:nvPr/>
          </p:nvSpPr>
          <p:spPr>
            <a:xfrm>
              <a:off x="3825425" y="421912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8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2"/>
                  </a:lnTo>
                  <a:lnTo>
                    <a:pt x="6643" y="5909"/>
                  </a:lnTo>
                  <a:lnTo>
                    <a:pt x="6797" y="5754"/>
                  </a:lnTo>
                  <a:close/>
                  <a:moveTo>
                    <a:pt x="233" y="1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10"/>
                  </a:lnTo>
                  <a:lnTo>
                    <a:pt x="39" y="387"/>
                  </a:lnTo>
                  <a:lnTo>
                    <a:pt x="426" y="773"/>
                  </a:lnTo>
                  <a:lnTo>
                    <a:pt x="812" y="1120"/>
                  </a:lnTo>
                  <a:lnTo>
                    <a:pt x="1623" y="1777"/>
                  </a:lnTo>
                  <a:lnTo>
                    <a:pt x="3399" y="3206"/>
                  </a:lnTo>
                  <a:lnTo>
                    <a:pt x="4866" y="4441"/>
                  </a:lnTo>
                  <a:lnTo>
                    <a:pt x="5639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2"/>
                  </a:lnTo>
                  <a:lnTo>
                    <a:pt x="6720" y="7299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9"/>
                  </a:lnTo>
                  <a:lnTo>
                    <a:pt x="7454" y="7260"/>
                  </a:lnTo>
                  <a:lnTo>
                    <a:pt x="7608" y="7144"/>
                  </a:lnTo>
                  <a:lnTo>
                    <a:pt x="7724" y="7029"/>
                  </a:lnTo>
                  <a:lnTo>
                    <a:pt x="7840" y="6913"/>
                  </a:lnTo>
                  <a:lnTo>
                    <a:pt x="7956" y="6758"/>
                  </a:lnTo>
                  <a:lnTo>
                    <a:pt x="7994" y="6565"/>
                  </a:lnTo>
                  <a:lnTo>
                    <a:pt x="8033" y="6411"/>
                  </a:lnTo>
                  <a:lnTo>
                    <a:pt x="8033" y="6218"/>
                  </a:lnTo>
                  <a:lnTo>
                    <a:pt x="7956" y="6025"/>
                  </a:lnTo>
                  <a:lnTo>
                    <a:pt x="7840" y="5870"/>
                  </a:lnTo>
                  <a:lnTo>
                    <a:pt x="7724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6" y="5484"/>
                  </a:lnTo>
                  <a:lnTo>
                    <a:pt x="6025" y="4712"/>
                  </a:lnTo>
                  <a:lnTo>
                    <a:pt x="5214" y="4017"/>
                  </a:lnTo>
                  <a:lnTo>
                    <a:pt x="3515" y="2626"/>
                  </a:lnTo>
                  <a:lnTo>
                    <a:pt x="2743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5" y="310"/>
                  </a:lnTo>
                  <a:lnTo>
                    <a:pt x="310" y="39"/>
                  </a:lnTo>
                  <a:lnTo>
                    <a:pt x="23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6"/>
            <p:cNvSpPr/>
            <p:nvPr/>
          </p:nvSpPr>
          <p:spPr>
            <a:xfrm>
              <a:off x="3401625" y="4223000"/>
              <a:ext cx="240425" cy="634250"/>
            </a:xfrm>
            <a:custGeom>
              <a:avLst/>
              <a:gdLst/>
              <a:ahLst/>
              <a:cxnLst/>
              <a:rect l="l" t="t" r="r" b="b"/>
              <a:pathLst>
                <a:path w="9617" h="25370" extrusionOk="0">
                  <a:moveTo>
                    <a:pt x="4751" y="463"/>
                  </a:moveTo>
                  <a:lnTo>
                    <a:pt x="5291" y="502"/>
                  </a:lnTo>
                  <a:lnTo>
                    <a:pt x="5755" y="579"/>
                  </a:lnTo>
                  <a:lnTo>
                    <a:pt x="6218" y="772"/>
                  </a:lnTo>
                  <a:lnTo>
                    <a:pt x="6681" y="965"/>
                  </a:lnTo>
                  <a:lnTo>
                    <a:pt x="7067" y="1236"/>
                  </a:lnTo>
                  <a:lnTo>
                    <a:pt x="7454" y="1583"/>
                  </a:lnTo>
                  <a:lnTo>
                    <a:pt x="7801" y="1931"/>
                  </a:lnTo>
                  <a:lnTo>
                    <a:pt x="8149" y="2356"/>
                  </a:lnTo>
                  <a:lnTo>
                    <a:pt x="8419" y="2780"/>
                  </a:lnTo>
                  <a:lnTo>
                    <a:pt x="8651" y="3244"/>
                  </a:lnTo>
                  <a:lnTo>
                    <a:pt x="8844" y="3707"/>
                  </a:lnTo>
                  <a:lnTo>
                    <a:pt x="8998" y="4209"/>
                  </a:lnTo>
                  <a:lnTo>
                    <a:pt x="9075" y="4711"/>
                  </a:lnTo>
                  <a:lnTo>
                    <a:pt x="9114" y="5213"/>
                  </a:lnTo>
                  <a:lnTo>
                    <a:pt x="9114" y="5754"/>
                  </a:lnTo>
                  <a:lnTo>
                    <a:pt x="9075" y="6256"/>
                  </a:lnTo>
                  <a:lnTo>
                    <a:pt x="8998" y="6758"/>
                  </a:lnTo>
                  <a:lnTo>
                    <a:pt x="8882" y="7260"/>
                  </a:lnTo>
                  <a:lnTo>
                    <a:pt x="8689" y="7723"/>
                  </a:lnTo>
                  <a:lnTo>
                    <a:pt x="8496" y="8225"/>
                  </a:lnTo>
                  <a:lnTo>
                    <a:pt x="8303" y="8650"/>
                  </a:lnTo>
                  <a:lnTo>
                    <a:pt x="8033" y="9113"/>
                  </a:lnTo>
                  <a:lnTo>
                    <a:pt x="7763" y="9538"/>
                  </a:lnTo>
                  <a:lnTo>
                    <a:pt x="7454" y="9924"/>
                  </a:lnTo>
                  <a:lnTo>
                    <a:pt x="7106" y="10349"/>
                  </a:lnTo>
                  <a:lnTo>
                    <a:pt x="6759" y="10735"/>
                  </a:lnTo>
                  <a:lnTo>
                    <a:pt x="6025" y="11469"/>
                  </a:lnTo>
                  <a:lnTo>
                    <a:pt x="5253" y="12125"/>
                  </a:lnTo>
                  <a:lnTo>
                    <a:pt x="5098" y="12125"/>
                  </a:lnTo>
                  <a:lnTo>
                    <a:pt x="5059" y="12202"/>
                  </a:lnTo>
                  <a:lnTo>
                    <a:pt x="5021" y="12241"/>
                  </a:lnTo>
                  <a:lnTo>
                    <a:pt x="5021" y="12280"/>
                  </a:lnTo>
                  <a:lnTo>
                    <a:pt x="4210" y="11816"/>
                  </a:lnTo>
                  <a:lnTo>
                    <a:pt x="3476" y="11314"/>
                  </a:lnTo>
                  <a:lnTo>
                    <a:pt x="2781" y="10735"/>
                  </a:lnTo>
                  <a:lnTo>
                    <a:pt x="2472" y="10426"/>
                  </a:lnTo>
                  <a:lnTo>
                    <a:pt x="2163" y="10117"/>
                  </a:lnTo>
                  <a:lnTo>
                    <a:pt x="1893" y="9770"/>
                  </a:lnTo>
                  <a:lnTo>
                    <a:pt x="1661" y="9422"/>
                  </a:lnTo>
                  <a:lnTo>
                    <a:pt x="1430" y="9036"/>
                  </a:lnTo>
                  <a:lnTo>
                    <a:pt x="1198" y="8650"/>
                  </a:lnTo>
                  <a:lnTo>
                    <a:pt x="1005" y="8264"/>
                  </a:lnTo>
                  <a:lnTo>
                    <a:pt x="850" y="7839"/>
                  </a:lnTo>
                  <a:lnTo>
                    <a:pt x="735" y="7376"/>
                  </a:lnTo>
                  <a:lnTo>
                    <a:pt x="619" y="6912"/>
                  </a:lnTo>
                  <a:lnTo>
                    <a:pt x="542" y="6449"/>
                  </a:lnTo>
                  <a:lnTo>
                    <a:pt x="503" y="5985"/>
                  </a:lnTo>
                  <a:lnTo>
                    <a:pt x="503" y="5522"/>
                  </a:lnTo>
                  <a:lnTo>
                    <a:pt x="542" y="5020"/>
                  </a:lnTo>
                  <a:lnTo>
                    <a:pt x="619" y="4557"/>
                  </a:lnTo>
                  <a:lnTo>
                    <a:pt x="696" y="4055"/>
                  </a:lnTo>
                  <a:lnTo>
                    <a:pt x="850" y="3591"/>
                  </a:lnTo>
                  <a:lnTo>
                    <a:pt x="1005" y="3167"/>
                  </a:lnTo>
                  <a:lnTo>
                    <a:pt x="1237" y="2742"/>
                  </a:lnTo>
                  <a:lnTo>
                    <a:pt x="1468" y="2317"/>
                  </a:lnTo>
                  <a:lnTo>
                    <a:pt x="1739" y="1931"/>
                  </a:lnTo>
                  <a:lnTo>
                    <a:pt x="2086" y="1583"/>
                  </a:lnTo>
                  <a:lnTo>
                    <a:pt x="2434" y="1274"/>
                  </a:lnTo>
                  <a:lnTo>
                    <a:pt x="2820" y="1004"/>
                  </a:lnTo>
                  <a:lnTo>
                    <a:pt x="3245" y="811"/>
                  </a:lnTo>
                  <a:lnTo>
                    <a:pt x="3708" y="618"/>
                  </a:lnTo>
                  <a:lnTo>
                    <a:pt x="4249" y="502"/>
                  </a:lnTo>
                  <a:lnTo>
                    <a:pt x="4751" y="463"/>
                  </a:lnTo>
                  <a:close/>
                  <a:moveTo>
                    <a:pt x="5137" y="12627"/>
                  </a:moveTo>
                  <a:lnTo>
                    <a:pt x="5214" y="12666"/>
                  </a:lnTo>
                  <a:lnTo>
                    <a:pt x="5484" y="13129"/>
                  </a:lnTo>
                  <a:lnTo>
                    <a:pt x="4751" y="13052"/>
                  </a:lnTo>
                  <a:lnTo>
                    <a:pt x="5059" y="12627"/>
                  </a:lnTo>
                  <a:close/>
                  <a:moveTo>
                    <a:pt x="3167" y="13979"/>
                  </a:moveTo>
                  <a:lnTo>
                    <a:pt x="3476" y="14403"/>
                  </a:lnTo>
                  <a:lnTo>
                    <a:pt x="3708" y="14828"/>
                  </a:lnTo>
                  <a:lnTo>
                    <a:pt x="3669" y="14867"/>
                  </a:lnTo>
                  <a:lnTo>
                    <a:pt x="3438" y="14944"/>
                  </a:lnTo>
                  <a:lnTo>
                    <a:pt x="3167" y="15021"/>
                  </a:lnTo>
                  <a:lnTo>
                    <a:pt x="2936" y="15060"/>
                  </a:lnTo>
                  <a:lnTo>
                    <a:pt x="2665" y="15021"/>
                  </a:lnTo>
                  <a:lnTo>
                    <a:pt x="2936" y="14519"/>
                  </a:lnTo>
                  <a:lnTo>
                    <a:pt x="3167" y="13979"/>
                  </a:lnTo>
                  <a:close/>
                  <a:moveTo>
                    <a:pt x="5330" y="14867"/>
                  </a:moveTo>
                  <a:lnTo>
                    <a:pt x="5021" y="15987"/>
                  </a:lnTo>
                  <a:lnTo>
                    <a:pt x="4789" y="15794"/>
                  </a:lnTo>
                  <a:lnTo>
                    <a:pt x="4557" y="15562"/>
                  </a:lnTo>
                  <a:lnTo>
                    <a:pt x="4364" y="15330"/>
                  </a:lnTo>
                  <a:lnTo>
                    <a:pt x="4210" y="15098"/>
                  </a:lnTo>
                  <a:lnTo>
                    <a:pt x="4171" y="15060"/>
                  </a:lnTo>
                  <a:lnTo>
                    <a:pt x="5330" y="14867"/>
                  </a:lnTo>
                  <a:close/>
                  <a:moveTo>
                    <a:pt x="4055" y="15407"/>
                  </a:moveTo>
                  <a:lnTo>
                    <a:pt x="4249" y="15678"/>
                  </a:lnTo>
                  <a:lnTo>
                    <a:pt x="4480" y="15948"/>
                  </a:lnTo>
                  <a:lnTo>
                    <a:pt x="4712" y="16218"/>
                  </a:lnTo>
                  <a:lnTo>
                    <a:pt x="4982" y="16450"/>
                  </a:lnTo>
                  <a:lnTo>
                    <a:pt x="5098" y="16489"/>
                  </a:lnTo>
                  <a:lnTo>
                    <a:pt x="4905" y="16991"/>
                  </a:lnTo>
                  <a:lnTo>
                    <a:pt x="4789" y="17531"/>
                  </a:lnTo>
                  <a:lnTo>
                    <a:pt x="4480" y="17145"/>
                  </a:lnTo>
                  <a:lnTo>
                    <a:pt x="4249" y="16759"/>
                  </a:lnTo>
                  <a:lnTo>
                    <a:pt x="4133" y="16527"/>
                  </a:lnTo>
                  <a:lnTo>
                    <a:pt x="4055" y="16296"/>
                  </a:lnTo>
                  <a:lnTo>
                    <a:pt x="4017" y="16064"/>
                  </a:lnTo>
                  <a:lnTo>
                    <a:pt x="4017" y="15794"/>
                  </a:lnTo>
                  <a:lnTo>
                    <a:pt x="4055" y="15407"/>
                  </a:lnTo>
                  <a:close/>
                  <a:moveTo>
                    <a:pt x="5291" y="16798"/>
                  </a:moveTo>
                  <a:lnTo>
                    <a:pt x="5600" y="17145"/>
                  </a:lnTo>
                  <a:lnTo>
                    <a:pt x="5870" y="17531"/>
                  </a:lnTo>
                  <a:lnTo>
                    <a:pt x="5446" y="17570"/>
                  </a:lnTo>
                  <a:lnTo>
                    <a:pt x="5021" y="17647"/>
                  </a:lnTo>
                  <a:lnTo>
                    <a:pt x="5291" y="16798"/>
                  </a:lnTo>
                  <a:close/>
                  <a:moveTo>
                    <a:pt x="4557" y="17879"/>
                  </a:moveTo>
                  <a:lnTo>
                    <a:pt x="4635" y="17995"/>
                  </a:lnTo>
                  <a:lnTo>
                    <a:pt x="4519" y="18149"/>
                  </a:lnTo>
                  <a:lnTo>
                    <a:pt x="4403" y="18381"/>
                  </a:lnTo>
                  <a:lnTo>
                    <a:pt x="4287" y="18805"/>
                  </a:lnTo>
                  <a:lnTo>
                    <a:pt x="3901" y="18381"/>
                  </a:lnTo>
                  <a:lnTo>
                    <a:pt x="3553" y="17917"/>
                  </a:lnTo>
                  <a:lnTo>
                    <a:pt x="4557" y="17879"/>
                  </a:lnTo>
                  <a:close/>
                  <a:moveTo>
                    <a:pt x="7917" y="20003"/>
                  </a:moveTo>
                  <a:lnTo>
                    <a:pt x="7878" y="20736"/>
                  </a:lnTo>
                  <a:lnTo>
                    <a:pt x="7763" y="21509"/>
                  </a:lnTo>
                  <a:lnTo>
                    <a:pt x="6797" y="20775"/>
                  </a:lnTo>
                  <a:lnTo>
                    <a:pt x="6759" y="20736"/>
                  </a:lnTo>
                  <a:lnTo>
                    <a:pt x="6681" y="20466"/>
                  </a:lnTo>
                  <a:lnTo>
                    <a:pt x="6990" y="20273"/>
                  </a:lnTo>
                  <a:lnTo>
                    <a:pt x="7299" y="20118"/>
                  </a:lnTo>
                  <a:lnTo>
                    <a:pt x="7608" y="20041"/>
                  </a:lnTo>
                  <a:lnTo>
                    <a:pt x="7917" y="20003"/>
                  </a:lnTo>
                  <a:close/>
                  <a:moveTo>
                    <a:pt x="5330" y="20389"/>
                  </a:moveTo>
                  <a:lnTo>
                    <a:pt x="6179" y="20813"/>
                  </a:lnTo>
                  <a:lnTo>
                    <a:pt x="5755" y="21200"/>
                  </a:lnTo>
                  <a:lnTo>
                    <a:pt x="5368" y="21663"/>
                  </a:lnTo>
                  <a:lnTo>
                    <a:pt x="5291" y="21007"/>
                  </a:lnTo>
                  <a:lnTo>
                    <a:pt x="5330" y="20389"/>
                  </a:lnTo>
                  <a:close/>
                  <a:moveTo>
                    <a:pt x="4905" y="0"/>
                  </a:moveTo>
                  <a:lnTo>
                    <a:pt x="4519" y="39"/>
                  </a:lnTo>
                  <a:lnTo>
                    <a:pt x="4171" y="39"/>
                  </a:lnTo>
                  <a:lnTo>
                    <a:pt x="3785" y="116"/>
                  </a:lnTo>
                  <a:lnTo>
                    <a:pt x="3438" y="232"/>
                  </a:lnTo>
                  <a:lnTo>
                    <a:pt x="3090" y="348"/>
                  </a:lnTo>
                  <a:lnTo>
                    <a:pt x="2743" y="502"/>
                  </a:lnTo>
                  <a:lnTo>
                    <a:pt x="2434" y="695"/>
                  </a:lnTo>
                  <a:lnTo>
                    <a:pt x="2086" y="927"/>
                  </a:lnTo>
                  <a:lnTo>
                    <a:pt x="1816" y="1197"/>
                  </a:lnTo>
                  <a:lnTo>
                    <a:pt x="1507" y="1506"/>
                  </a:lnTo>
                  <a:lnTo>
                    <a:pt x="1275" y="1815"/>
                  </a:lnTo>
                  <a:lnTo>
                    <a:pt x="1044" y="2124"/>
                  </a:lnTo>
                  <a:lnTo>
                    <a:pt x="812" y="2471"/>
                  </a:lnTo>
                  <a:lnTo>
                    <a:pt x="619" y="2858"/>
                  </a:lnTo>
                  <a:lnTo>
                    <a:pt x="464" y="3205"/>
                  </a:lnTo>
                  <a:lnTo>
                    <a:pt x="310" y="3591"/>
                  </a:lnTo>
                  <a:lnTo>
                    <a:pt x="233" y="3977"/>
                  </a:lnTo>
                  <a:lnTo>
                    <a:pt x="117" y="4364"/>
                  </a:lnTo>
                  <a:lnTo>
                    <a:pt x="78" y="4750"/>
                  </a:lnTo>
                  <a:lnTo>
                    <a:pt x="1" y="5174"/>
                  </a:lnTo>
                  <a:lnTo>
                    <a:pt x="1" y="5561"/>
                  </a:lnTo>
                  <a:lnTo>
                    <a:pt x="1" y="5985"/>
                  </a:lnTo>
                  <a:lnTo>
                    <a:pt x="40" y="6372"/>
                  </a:lnTo>
                  <a:lnTo>
                    <a:pt x="78" y="6796"/>
                  </a:lnTo>
                  <a:lnTo>
                    <a:pt x="155" y="7182"/>
                  </a:lnTo>
                  <a:lnTo>
                    <a:pt x="271" y="7569"/>
                  </a:lnTo>
                  <a:lnTo>
                    <a:pt x="387" y="7993"/>
                  </a:lnTo>
                  <a:lnTo>
                    <a:pt x="542" y="8380"/>
                  </a:lnTo>
                  <a:lnTo>
                    <a:pt x="928" y="9152"/>
                  </a:lnTo>
                  <a:lnTo>
                    <a:pt x="1121" y="9538"/>
                  </a:lnTo>
                  <a:lnTo>
                    <a:pt x="1352" y="9924"/>
                  </a:lnTo>
                  <a:lnTo>
                    <a:pt x="1623" y="10272"/>
                  </a:lnTo>
                  <a:lnTo>
                    <a:pt x="1893" y="10619"/>
                  </a:lnTo>
                  <a:lnTo>
                    <a:pt x="2202" y="10928"/>
                  </a:lnTo>
                  <a:lnTo>
                    <a:pt x="2511" y="11237"/>
                  </a:lnTo>
                  <a:lnTo>
                    <a:pt x="2820" y="11546"/>
                  </a:lnTo>
                  <a:lnTo>
                    <a:pt x="3167" y="11778"/>
                  </a:lnTo>
                  <a:lnTo>
                    <a:pt x="3553" y="12009"/>
                  </a:lnTo>
                  <a:lnTo>
                    <a:pt x="3940" y="12241"/>
                  </a:lnTo>
                  <a:lnTo>
                    <a:pt x="4326" y="12395"/>
                  </a:lnTo>
                  <a:lnTo>
                    <a:pt x="4712" y="12550"/>
                  </a:lnTo>
                  <a:lnTo>
                    <a:pt x="4171" y="13091"/>
                  </a:lnTo>
                  <a:lnTo>
                    <a:pt x="4133" y="13206"/>
                  </a:lnTo>
                  <a:lnTo>
                    <a:pt x="4133" y="13322"/>
                  </a:lnTo>
                  <a:lnTo>
                    <a:pt x="4210" y="13399"/>
                  </a:lnTo>
                  <a:lnTo>
                    <a:pt x="4326" y="13438"/>
                  </a:lnTo>
                  <a:lnTo>
                    <a:pt x="4789" y="13477"/>
                  </a:lnTo>
                  <a:lnTo>
                    <a:pt x="4519" y="13747"/>
                  </a:lnTo>
                  <a:lnTo>
                    <a:pt x="4287" y="13979"/>
                  </a:lnTo>
                  <a:lnTo>
                    <a:pt x="4094" y="14288"/>
                  </a:lnTo>
                  <a:lnTo>
                    <a:pt x="3940" y="14596"/>
                  </a:lnTo>
                  <a:lnTo>
                    <a:pt x="3785" y="14288"/>
                  </a:lnTo>
                  <a:lnTo>
                    <a:pt x="3631" y="14017"/>
                  </a:lnTo>
                  <a:lnTo>
                    <a:pt x="3438" y="13747"/>
                  </a:lnTo>
                  <a:lnTo>
                    <a:pt x="3206" y="13477"/>
                  </a:lnTo>
                  <a:lnTo>
                    <a:pt x="3129" y="13438"/>
                  </a:lnTo>
                  <a:lnTo>
                    <a:pt x="3051" y="13438"/>
                  </a:lnTo>
                  <a:lnTo>
                    <a:pt x="2974" y="13477"/>
                  </a:lnTo>
                  <a:lnTo>
                    <a:pt x="2897" y="13593"/>
                  </a:lnTo>
                  <a:lnTo>
                    <a:pt x="2588" y="14326"/>
                  </a:lnTo>
                  <a:lnTo>
                    <a:pt x="2241" y="15098"/>
                  </a:lnTo>
                  <a:lnTo>
                    <a:pt x="2202" y="15176"/>
                  </a:lnTo>
                  <a:lnTo>
                    <a:pt x="2202" y="15253"/>
                  </a:lnTo>
                  <a:lnTo>
                    <a:pt x="2241" y="15330"/>
                  </a:lnTo>
                  <a:lnTo>
                    <a:pt x="2318" y="15369"/>
                  </a:lnTo>
                  <a:lnTo>
                    <a:pt x="2665" y="15407"/>
                  </a:lnTo>
                  <a:lnTo>
                    <a:pt x="3013" y="15407"/>
                  </a:lnTo>
                  <a:lnTo>
                    <a:pt x="3360" y="15369"/>
                  </a:lnTo>
                  <a:lnTo>
                    <a:pt x="3669" y="15253"/>
                  </a:lnTo>
                  <a:lnTo>
                    <a:pt x="3669" y="15253"/>
                  </a:lnTo>
                  <a:lnTo>
                    <a:pt x="3631" y="15562"/>
                  </a:lnTo>
                  <a:lnTo>
                    <a:pt x="3592" y="15909"/>
                  </a:lnTo>
                  <a:lnTo>
                    <a:pt x="3631" y="16141"/>
                  </a:lnTo>
                  <a:lnTo>
                    <a:pt x="3669" y="16373"/>
                  </a:lnTo>
                  <a:lnTo>
                    <a:pt x="3785" y="16798"/>
                  </a:lnTo>
                  <a:lnTo>
                    <a:pt x="4017" y="17184"/>
                  </a:lnTo>
                  <a:lnTo>
                    <a:pt x="4287" y="17570"/>
                  </a:lnTo>
                  <a:lnTo>
                    <a:pt x="3245" y="17570"/>
                  </a:lnTo>
                  <a:lnTo>
                    <a:pt x="3167" y="17608"/>
                  </a:lnTo>
                  <a:lnTo>
                    <a:pt x="3090" y="17647"/>
                  </a:lnTo>
                  <a:lnTo>
                    <a:pt x="3051" y="17763"/>
                  </a:lnTo>
                  <a:lnTo>
                    <a:pt x="3090" y="17840"/>
                  </a:lnTo>
                  <a:lnTo>
                    <a:pt x="3322" y="18265"/>
                  </a:lnTo>
                  <a:lnTo>
                    <a:pt x="3592" y="18612"/>
                  </a:lnTo>
                  <a:lnTo>
                    <a:pt x="3901" y="18960"/>
                  </a:lnTo>
                  <a:lnTo>
                    <a:pt x="4249" y="19307"/>
                  </a:lnTo>
                  <a:lnTo>
                    <a:pt x="4326" y="19346"/>
                  </a:lnTo>
                  <a:lnTo>
                    <a:pt x="4442" y="19346"/>
                  </a:lnTo>
                  <a:lnTo>
                    <a:pt x="4519" y="19307"/>
                  </a:lnTo>
                  <a:lnTo>
                    <a:pt x="4557" y="19230"/>
                  </a:lnTo>
                  <a:lnTo>
                    <a:pt x="4751" y="18767"/>
                  </a:lnTo>
                  <a:lnTo>
                    <a:pt x="4828" y="18497"/>
                  </a:lnTo>
                  <a:lnTo>
                    <a:pt x="4905" y="18265"/>
                  </a:lnTo>
                  <a:lnTo>
                    <a:pt x="5021" y="18381"/>
                  </a:lnTo>
                  <a:lnTo>
                    <a:pt x="5446" y="18883"/>
                  </a:lnTo>
                  <a:lnTo>
                    <a:pt x="5793" y="19385"/>
                  </a:lnTo>
                  <a:lnTo>
                    <a:pt x="6063" y="19964"/>
                  </a:lnTo>
                  <a:lnTo>
                    <a:pt x="6257" y="20543"/>
                  </a:lnTo>
                  <a:lnTo>
                    <a:pt x="5253" y="19964"/>
                  </a:lnTo>
                  <a:lnTo>
                    <a:pt x="5175" y="19925"/>
                  </a:lnTo>
                  <a:lnTo>
                    <a:pt x="5098" y="19925"/>
                  </a:lnTo>
                  <a:lnTo>
                    <a:pt x="5021" y="20003"/>
                  </a:lnTo>
                  <a:lnTo>
                    <a:pt x="4982" y="20041"/>
                  </a:lnTo>
                  <a:lnTo>
                    <a:pt x="4944" y="20582"/>
                  </a:lnTo>
                  <a:lnTo>
                    <a:pt x="4944" y="21084"/>
                  </a:lnTo>
                  <a:lnTo>
                    <a:pt x="4982" y="21586"/>
                  </a:lnTo>
                  <a:lnTo>
                    <a:pt x="5059" y="22088"/>
                  </a:lnTo>
                  <a:lnTo>
                    <a:pt x="5098" y="22204"/>
                  </a:lnTo>
                  <a:lnTo>
                    <a:pt x="5214" y="22242"/>
                  </a:lnTo>
                  <a:lnTo>
                    <a:pt x="5291" y="22242"/>
                  </a:lnTo>
                  <a:lnTo>
                    <a:pt x="5368" y="22165"/>
                  </a:lnTo>
                  <a:lnTo>
                    <a:pt x="5870" y="21663"/>
                  </a:lnTo>
                  <a:lnTo>
                    <a:pt x="6372" y="21161"/>
                  </a:lnTo>
                  <a:lnTo>
                    <a:pt x="6411" y="21547"/>
                  </a:lnTo>
                  <a:lnTo>
                    <a:pt x="6372" y="21933"/>
                  </a:lnTo>
                  <a:lnTo>
                    <a:pt x="6295" y="22474"/>
                  </a:lnTo>
                  <a:lnTo>
                    <a:pt x="6102" y="23053"/>
                  </a:lnTo>
                  <a:lnTo>
                    <a:pt x="5870" y="23671"/>
                  </a:lnTo>
                  <a:lnTo>
                    <a:pt x="5677" y="23941"/>
                  </a:lnTo>
                  <a:lnTo>
                    <a:pt x="5523" y="24173"/>
                  </a:lnTo>
                  <a:lnTo>
                    <a:pt x="5330" y="24405"/>
                  </a:lnTo>
                  <a:lnTo>
                    <a:pt x="5098" y="24598"/>
                  </a:lnTo>
                  <a:lnTo>
                    <a:pt x="4866" y="24752"/>
                  </a:lnTo>
                  <a:lnTo>
                    <a:pt x="4635" y="24868"/>
                  </a:lnTo>
                  <a:lnTo>
                    <a:pt x="4364" y="24945"/>
                  </a:lnTo>
                  <a:lnTo>
                    <a:pt x="4094" y="24907"/>
                  </a:lnTo>
                  <a:lnTo>
                    <a:pt x="3785" y="24868"/>
                  </a:lnTo>
                  <a:lnTo>
                    <a:pt x="3476" y="24714"/>
                  </a:lnTo>
                  <a:lnTo>
                    <a:pt x="3399" y="24675"/>
                  </a:lnTo>
                  <a:lnTo>
                    <a:pt x="3360" y="24675"/>
                  </a:lnTo>
                  <a:lnTo>
                    <a:pt x="3283" y="24752"/>
                  </a:lnTo>
                  <a:lnTo>
                    <a:pt x="3245" y="24868"/>
                  </a:lnTo>
                  <a:lnTo>
                    <a:pt x="3245" y="24907"/>
                  </a:lnTo>
                  <a:lnTo>
                    <a:pt x="3283" y="24945"/>
                  </a:lnTo>
                  <a:lnTo>
                    <a:pt x="3438" y="25100"/>
                  </a:lnTo>
                  <a:lnTo>
                    <a:pt x="3592" y="25216"/>
                  </a:lnTo>
                  <a:lnTo>
                    <a:pt x="3785" y="25293"/>
                  </a:lnTo>
                  <a:lnTo>
                    <a:pt x="3940" y="25331"/>
                  </a:lnTo>
                  <a:lnTo>
                    <a:pt x="4133" y="25370"/>
                  </a:lnTo>
                  <a:lnTo>
                    <a:pt x="4287" y="25370"/>
                  </a:lnTo>
                  <a:lnTo>
                    <a:pt x="4635" y="25293"/>
                  </a:lnTo>
                  <a:lnTo>
                    <a:pt x="4982" y="25138"/>
                  </a:lnTo>
                  <a:lnTo>
                    <a:pt x="5330" y="24945"/>
                  </a:lnTo>
                  <a:lnTo>
                    <a:pt x="5600" y="24714"/>
                  </a:lnTo>
                  <a:lnTo>
                    <a:pt x="5870" y="24443"/>
                  </a:lnTo>
                  <a:lnTo>
                    <a:pt x="6141" y="24057"/>
                  </a:lnTo>
                  <a:lnTo>
                    <a:pt x="6334" y="23671"/>
                  </a:lnTo>
                  <a:lnTo>
                    <a:pt x="6527" y="23285"/>
                  </a:lnTo>
                  <a:lnTo>
                    <a:pt x="6643" y="22860"/>
                  </a:lnTo>
                  <a:lnTo>
                    <a:pt x="6759" y="22435"/>
                  </a:lnTo>
                  <a:lnTo>
                    <a:pt x="6797" y="21972"/>
                  </a:lnTo>
                  <a:lnTo>
                    <a:pt x="6836" y="21547"/>
                  </a:lnTo>
                  <a:lnTo>
                    <a:pt x="6797" y="21084"/>
                  </a:lnTo>
                  <a:lnTo>
                    <a:pt x="7763" y="21933"/>
                  </a:lnTo>
                  <a:lnTo>
                    <a:pt x="7840" y="21972"/>
                  </a:lnTo>
                  <a:lnTo>
                    <a:pt x="7917" y="21972"/>
                  </a:lnTo>
                  <a:lnTo>
                    <a:pt x="7994" y="21933"/>
                  </a:lnTo>
                  <a:lnTo>
                    <a:pt x="8071" y="21856"/>
                  </a:lnTo>
                  <a:lnTo>
                    <a:pt x="8149" y="21354"/>
                  </a:lnTo>
                  <a:lnTo>
                    <a:pt x="8226" y="20852"/>
                  </a:lnTo>
                  <a:lnTo>
                    <a:pt x="8303" y="19809"/>
                  </a:lnTo>
                  <a:lnTo>
                    <a:pt x="8303" y="19732"/>
                  </a:lnTo>
                  <a:lnTo>
                    <a:pt x="8265" y="19694"/>
                  </a:lnTo>
                  <a:lnTo>
                    <a:pt x="8187" y="19655"/>
                  </a:lnTo>
                  <a:lnTo>
                    <a:pt x="8149" y="19616"/>
                  </a:lnTo>
                  <a:lnTo>
                    <a:pt x="7724" y="19655"/>
                  </a:lnTo>
                  <a:lnTo>
                    <a:pt x="7299" y="19732"/>
                  </a:lnTo>
                  <a:lnTo>
                    <a:pt x="6952" y="19848"/>
                  </a:lnTo>
                  <a:lnTo>
                    <a:pt x="6604" y="20080"/>
                  </a:lnTo>
                  <a:lnTo>
                    <a:pt x="6334" y="19539"/>
                  </a:lnTo>
                  <a:lnTo>
                    <a:pt x="6025" y="18999"/>
                  </a:lnTo>
                  <a:lnTo>
                    <a:pt x="5677" y="18497"/>
                  </a:lnTo>
                  <a:lnTo>
                    <a:pt x="5253" y="18033"/>
                  </a:lnTo>
                  <a:lnTo>
                    <a:pt x="5214" y="17995"/>
                  </a:lnTo>
                  <a:lnTo>
                    <a:pt x="5716" y="17956"/>
                  </a:lnTo>
                  <a:lnTo>
                    <a:pt x="6179" y="17879"/>
                  </a:lnTo>
                  <a:lnTo>
                    <a:pt x="6257" y="17840"/>
                  </a:lnTo>
                  <a:lnTo>
                    <a:pt x="6295" y="17763"/>
                  </a:lnTo>
                  <a:lnTo>
                    <a:pt x="6295" y="17686"/>
                  </a:lnTo>
                  <a:lnTo>
                    <a:pt x="6257" y="17608"/>
                  </a:lnTo>
                  <a:lnTo>
                    <a:pt x="6102" y="17261"/>
                  </a:lnTo>
                  <a:lnTo>
                    <a:pt x="5870" y="16952"/>
                  </a:lnTo>
                  <a:lnTo>
                    <a:pt x="5639" y="16682"/>
                  </a:lnTo>
                  <a:lnTo>
                    <a:pt x="5368" y="16411"/>
                  </a:lnTo>
                  <a:lnTo>
                    <a:pt x="5291" y="16373"/>
                  </a:lnTo>
                  <a:lnTo>
                    <a:pt x="5793" y="14674"/>
                  </a:lnTo>
                  <a:lnTo>
                    <a:pt x="5793" y="14558"/>
                  </a:lnTo>
                  <a:lnTo>
                    <a:pt x="5755" y="14481"/>
                  </a:lnTo>
                  <a:lnTo>
                    <a:pt x="5677" y="14442"/>
                  </a:lnTo>
                  <a:lnTo>
                    <a:pt x="5561" y="14442"/>
                  </a:lnTo>
                  <a:lnTo>
                    <a:pt x="4326" y="14674"/>
                  </a:lnTo>
                  <a:lnTo>
                    <a:pt x="4326" y="14674"/>
                  </a:lnTo>
                  <a:lnTo>
                    <a:pt x="4519" y="14326"/>
                  </a:lnTo>
                  <a:lnTo>
                    <a:pt x="4751" y="14056"/>
                  </a:lnTo>
                  <a:lnTo>
                    <a:pt x="4982" y="13786"/>
                  </a:lnTo>
                  <a:lnTo>
                    <a:pt x="5214" y="13515"/>
                  </a:lnTo>
                  <a:lnTo>
                    <a:pt x="5870" y="13554"/>
                  </a:lnTo>
                  <a:lnTo>
                    <a:pt x="5986" y="13515"/>
                  </a:lnTo>
                  <a:lnTo>
                    <a:pt x="6025" y="13438"/>
                  </a:lnTo>
                  <a:lnTo>
                    <a:pt x="6063" y="13361"/>
                  </a:lnTo>
                  <a:lnTo>
                    <a:pt x="6025" y="13245"/>
                  </a:lnTo>
                  <a:lnTo>
                    <a:pt x="5832" y="12820"/>
                  </a:lnTo>
                  <a:lnTo>
                    <a:pt x="5561" y="12434"/>
                  </a:lnTo>
                  <a:lnTo>
                    <a:pt x="6257" y="11893"/>
                  </a:lnTo>
                  <a:lnTo>
                    <a:pt x="6913" y="11276"/>
                  </a:lnTo>
                  <a:lnTo>
                    <a:pt x="7531" y="10619"/>
                  </a:lnTo>
                  <a:lnTo>
                    <a:pt x="8110" y="9885"/>
                  </a:lnTo>
                  <a:lnTo>
                    <a:pt x="8573" y="9152"/>
                  </a:lnTo>
                  <a:lnTo>
                    <a:pt x="8805" y="8766"/>
                  </a:lnTo>
                  <a:lnTo>
                    <a:pt x="8998" y="8341"/>
                  </a:lnTo>
                  <a:lnTo>
                    <a:pt x="9153" y="7916"/>
                  </a:lnTo>
                  <a:lnTo>
                    <a:pt x="9307" y="7491"/>
                  </a:lnTo>
                  <a:lnTo>
                    <a:pt x="9423" y="7067"/>
                  </a:lnTo>
                  <a:lnTo>
                    <a:pt x="9500" y="6642"/>
                  </a:lnTo>
                  <a:lnTo>
                    <a:pt x="9577" y="6217"/>
                  </a:lnTo>
                  <a:lnTo>
                    <a:pt x="9616" y="5754"/>
                  </a:lnTo>
                  <a:lnTo>
                    <a:pt x="9616" y="5329"/>
                  </a:lnTo>
                  <a:lnTo>
                    <a:pt x="9577" y="4904"/>
                  </a:lnTo>
                  <a:lnTo>
                    <a:pt x="9539" y="4479"/>
                  </a:lnTo>
                  <a:lnTo>
                    <a:pt x="9462" y="4093"/>
                  </a:lnTo>
                  <a:lnTo>
                    <a:pt x="9346" y="3669"/>
                  </a:lnTo>
                  <a:lnTo>
                    <a:pt x="9230" y="3282"/>
                  </a:lnTo>
                  <a:lnTo>
                    <a:pt x="9037" y="2896"/>
                  </a:lnTo>
                  <a:lnTo>
                    <a:pt x="8882" y="2510"/>
                  </a:lnTo>
                  <a:lnTo>
                    <a:pt x="8651" y="2163"/>
                  </a:lnTo>
                  <a:lnTo>
                    <a:pt x="8380" y="1815"/>
                  </a:lnTo>
                  <a:lnTo>
                    <a:pt x="8110" y="1506"/>
                  </a:lnTo>
                  <a:lnTo>
                    <a:pt x="7801" y="1197"/>
                  </a:lnTo>
                  <a:lnTo>
                    <a:pt x="7492" y="927"/>
                  </a:lnTo>
                  <a:lnTo>
                    <a:pt x="7106" y="695"/>
                  </a:lnTo>
                  <a:lnTo>
                    <a:pt x="6759" y="502"/>
                  </a:lnTo>
                  <a:lnTo>
                    <a:pt x="6411" y="348"/>
                  </a:lnTo>
                  <a:lnTo>
                    <a:pt x="6025" y="193"/>
                  </a:lnTo>
                  <a:lnTo>
                    <a:pt x="5639" y="116"/>
                  </a:lnTo>
                  <a:lnTo>
                    <a:pt x="5291" y="3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6"/>
            <p:cNvSpPr/>
            <p:nvPr/>
          </p:nvSpPr>
          <p:spPr>
            <a:xfrm>
              <a:off x="3031900" y="427125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4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8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1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9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5"/>
                  </a:lnTo>
                  <a:lnTo>
                    <a:pt x="1159" y="541"/>
                  </a:lnTo>
                  <a:lnTo>
                    <a:pt x="1352" y="426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9"/>
                  </a:lnTo>
                  <a:lnTo>
                    <a:pt x="309" y="928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6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3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4"/>
                  </a:lnTo>
                  <a:lnTo>
                    <a:pt x="1468" y="4017"/>
                  </a:lnTo>
                  <a:lnTo>
                    <a:pt x="1661" y="4094"/>
                  </a:lnTo>
                  <a:lnTo>
                    <a:pt x="1893" y="4133"/>
                  </a:lnTo>
                  <a:lnTo>
                    <a:pt x="2317" y="4133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3"/>
                  </a:lnTo>
                  <a:lnTo>
                    <a:pt x="4171" y="1430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7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6"/>
            <p:cNvSpPr/>
            <p:nvPr/>
          </p:nvSpPr>
          <p:spPr>
            <a:xfrm>
              <a:off x="5567925" y="4274150"/>
              <a:ext cx="67600" cy="76300"/>
            </a:xfrm>
            <a:custGeom>
              <a:avLst/>
              <a:gdLst/>
              <a:ahLst/>
              <a:cxnLst/>
              <a:rect l="l" t="t" r="r" b="b"/>
              <a:pathLst>
                <a:path w="2704" h="3052" extrusionOk="0">
                  <a:moveTo>
                    <a:pt x="1159" y="425"/>
                  </a:moveTo>
                  <a:lnTo>
                    <a:pt x="1429" y="503"/>
                  </a:lnTo>
                  <a:lnTo>
                    <a:pt x="1661" y="619"/>
                  </a:lnTo>
                  <a:lnTo>
                    <a:pt x="1854" y="773"/>
                  </a:lnTo>
                  <a:lnTo>
                    <a:pt x="2009" y="966"/>
                  </a:lnTo>
                  <a:lnTo>
                    <a:pt x="2124" y="1121"/>
                  </a:lnTo>
                  <a:lnTo>
                    <a:pt x="2202" y="1314"/>
                  </a:lnTo>
                  <a:lnTo>
                    <a:pt x="2318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5"/>
                  </a:lnTo>
                  <a:lnTo>
                    <a:pt x="2047" y="2279"/>
                  </a:lnTo>
                  <a:lnTo>
                    <a:pt x="1623" y="2047"/>
                  </a:lnTo>
                  <a:lnTo>
                    <a:pt x="1236" y="1893"/>
                  </a:lnTo>
                  <a:lnTo>
                    <a:pt x="1005" y="1777"/>
                  </a:lnTo>
                  <a:lnTo>
                    <a:pt x="812" y="1661"/>
                  </a:lnTo>
                  <a:lnTo>
                    <a:pt x="619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2"/>
                  </a:lnTo>
                  <a:lnTo>
                    <a:pt x="541" y="657"/>
                  </a:lnTo>
                  <a:lnTo>
                    <a:pt x="619" y="580"/>
                  </a:lnTo>
                  <a:lnTo>
                    <a:pt x="696" y="503"/>
                  </a:lnTo>
                  <a:lnTo>
                    <a:pt x="812" y="464"/>
                  </a:lnTo>
                  <a:lnTo>
                    <a:pt x="927" y="425"/>
                  </a:lnTo>
                  <a:close/>
                  <a:moveTo>
                    <a:pt x="1005" y="1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4" y="425"/>
                  </a:lnTo>
                  <a:lnTo>
                    <a:pt x="78" y="619"/>
                  </a:lnTo>
                  <a:lnTo>
                    <a:pt x="1" y="812"/>
                  </a:lnTo>
                  <a:lnTo>
                    <a:pt x="1" y="1005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3"/>
                  </a:lnTo>
                  <a:lnTo>
                    <a:pt x="387" y="1854"/>
                  </a:lnTo>
                  <a:lnTo>
                    <a:pt x="619" y="2047"/>
                  </a:lnTo>
                  <a:lnTo>
                    <a:pt x="889" y="2202"/>
                  </a:lnTo>
                  <a:lnTo>
                    <a:pt x="1198" y="2318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9" y="2742"/>
                  </a:lnTo>
                  <a:lnTo>
                    <a:pt x="2202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1" y="3013"/>
                  </a:lnTo>
                  <a:lnTo>
                    <a:pt x="2588" y="2974"/>
                  </a:lnTo>
                  <a:lnTo>
                    <a:pt x="2626" y="2897"/>
                  </a:lnTo>
                  <a:lnTo>
                    <a:pt x="2704" y="2318"/>
                  </a:lnTo>
                  <a:lnTo>
                    <a:pt x="2704" y="2009"/>
                  </a:lnTo>
                  <a:lnTo>
                    <a:pt x="2704" y="1700"/>
                  </a:lnTo>
                  <a:lnTo>
                    <a:pt x="2626" y="1429"/>
                  </a:lnTo>
                  <a:lnTo>
                    <a:pt x="2549" y="1121"/>
                  </a:lnTo>
                  <a:lnTo>
                    <a:pt x="2433" y="850"/>
                  </a:lnTo>
                  <a:lnTo>
                    <a:pt x="2279" y="580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700" y="117"/>
                  </a:lnTo>
                  <a:lnTo>
                    <a:pt x="1507" y="39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6"/>
            <p:cNvSpPr/>
            <p:nvPr/>
          </p:nvSpPr>
          <p:spPr>
            <a:xfrm>
              <a:off x="2254775" y="4312775"/>
              <a:ext cx="326325" cy="190200"/>
            </a:xfrm>
            <a:custGeom>
              <a:avLst/>
              <a:gdLst/>
              <a:ahLst/>
              <a:cxnLst/>
              <a:rect l="l" t="t" r="r" b="b"/>
              <a:pathLst>
                <a:path w="13053" h="7608" extrusionOk="0">
                  <a:moveTo>
                    <a:pt x="8920" y="271"/>
                  </a:moveTo>
                  <a:lnTo>
                    <a:pt x="9036" y="348"/>
                  </a:lnTo>
                  <a:lnTo>
                    <a:pt x="9191" y="464"/>
                  </a:lnTo>
                  <a:lnTo>
                    <a:pt x="9307" y="618"/>
                  </a:lnTo>
                  <a:lnTo>
                    <a:pt x="9384" y="657"/>
                  </a:lnTo>
                  <a:lnTo>
                    <a:pt x="9422" y="966"/>
                  </a:lnTo>
                  <a:lnTo>
                    <a:pt x="9422" y="1275"/>
                  </a:lnTo>
                  <a:lnTo>
                    <a:pt x="9345" y="1545"/>
                  </a:lnTo>
                  <a:lnTo>
                    <a:pt x="9229" y="1815"/>
                  </a:lnTo>
                  <a:lnTo>
                    <a:pt x="9036" y="2085"/>
                  </a:lnTo>
                  <a:lnTo>
                    <a:pt x="8882" y="2317"/>
                  </a:lnTo>
                  <a:lnTo>
                    <a:pt x="8457" y="2781"/>
                  </a:lnTo>
                  <a:lnTo>
                    <a:pt x="6990" y="4441"/>
                  </a:lnTo>
                  <a:lnTo>
                    <a:pt x="6835" y="4441"/>
                  </a:lnTo>
                  <a:lnTo>
                    <a:pt x="7106" y="3476"/>
                  </a:lnTo>
                  <a:lnTo>
                    <a:pt x="7415" y="2549"/>
                  </a:lnTo>
                  <a:lnTo>
                    <a:pt x="7801" y="1506"/>
                  </a:lnTo>
                  <a:lnTo>
                    <a:pt x="8032" y="1043"/>
                  </a:lnTo>
                  <a:lnTo>
                    <a:pt x="8187" y="773"/>
                  </a:lnTo>
                  <a:lnTo>
                    <a:pt x="8380" y="502"/>
                  </a:lnTo>
                  <a:lnTo>
                    <a:pt x="8573" y="348"/>
                  </a:lnTo>
                  <a:lnTo>
                    <a:pt x="8689" y="271"/>
                  </a:lnTo>
                  <a:close/>
                  <a:moveTo>
                    <a:pt x="2124" y="4441"/>
                  </a:moveTo>
                  <a:lnTo>
                    <a:pt x="2974" y="4557"/>
                  </a:lnTo>
                  <a:lnTo>
                    <a:pt x="3823" y="4711"/>
                  </a:lnTo>
                  <a:lnTo>
                    <a:pt x="4905" y="4866"/>
                  </a:lnTo>
                  <a:lnTo>
                    <a:pt x="5407" y="4943"/>
                  </a:lnTo>
                  <a:lnTo>
                    <a:pt x="5947" y="4982"/>
                  </a:lnTo>
                  <a:lnTo>
                    <a:pt x="4673" y="5213"/>
                  </a:lnTo>
                  <a:lnTo>
                    <a:pt x="3399" y="5406"/>
                  </a:lnTo>
                  <a:lnTo>
                    <a:pt x="2703" y="5484"/>
                  </a:lnTo>
                  <a:lnTo>
                    <a:pt x="1622" y="5484"/>
                  </a:lnTo>
                  <a:lnTo>
                    <a:pt x="1236" y="5445"/>
                  </a:lnTo>
                  <a:lnTo>
                    <a:pt x="966" y="5368"/>
                  </a:lnTo>
                  <a:lnTo>
                    <a:pt x="773" y="5291"/>
                  </a:lnTo>
                  <a:lnTo>
                    <a:pt x="696" y="5213"/>
                  </a:lnTo>
                  <a:lnTo>
                    <a:pt x="657" y="5097"/>
                  </a:lnTo>
                  <a:lnTo>
                    <a:pt x="657" y="4982"/>
                  </a:lnTo>
                  <a:lnTo>
                    <a:pt x="696" y="4827"/>
                  </a:lnTo>
                  <a:lnTo>
                    <a:pt x="734" y="4673"/>
                  </a:lnTo>
                  <a:lnTo>
                    <a:pt x="811" y="4557"/>
                  </a:lnTo>
                  <a:lnTo>
                    <a:pt x="889" y="4480"/>
                  </a:lnTo>
                  <a:lnTo>
                    <a:pt x="966" y="4441"/>
                  </a:lnTo>
                  <a:close/>
                  <a:moveTo>
                    <a:pt x="7183" y="4866"/>
                  </a:moveTo>
                  <a:lnTo>
                    <a:pt x="8380" y="5097"/>
                  </a:lnTo>
                  <a:lnTo>
                    <a:pt x="9616" y="5406"/>
                  </a:lnTo>
                  <a:lnTo>
                    <a:pt x="10272" y="5599"/>
                  </a:lnTo>
                  <a:lnTo>
                    <a:pt x="10967" y="5792"/>
                  </a:lnTo>
                  <a:lnTo>
                    <a:pt x="11662" y="6024"/>
                  </a:lnTo>
                  <a:lnTo>
                    <a:pt x="12087" y="6217"/>
                  </a:lnTo>
                  <a:lnTo>
                    <a:pt x="12203" y="6256"/>
                  </a:lnTo>
                  <a:lnTo>
                    <a:pt x="12319" y="6333"/>
                  </a:lnTo>
                  <a:lnTo>
                    <a:pt x="12396" y="6410"/>
                  </a:lnTo>
                  <a:lnTo>
                    <a:pt x="12434" y="6526"/>
                  </a:lnTo>
                  <a:lnTo>
                    <a:pt x="12473" y="6642"/>
                  </a:lnTo>
                  <a:lnTo>
                    <a:pt x="12473" y="6796"/>
                  </a:lnTo>
                  <a:lnTo>
                    <a:pt x="12396" y="7144"/>
                  </a:lnTo>
                  <a:lnTo>
                    <a:pt x="12241" y="7183"/>
                  </a:lnTo>
                  <a:lnTo>
                    <a:pt x="12010" y="7221"/>
                  </a:lnTo>
                  <a:lnTo>
                    <a:pt x="11817" y="7183"/>
                  </a:lnTo>
                  <a:lnTo>
                    <a:pt x="11585" y="7144"/>
                  </a:lnTo>
                  <a:lnTo>
                    <a:pt x="11122" y="7028"/>
                  </a:lnTo>
                  <a:lnTo>
                    <a:pt x="10735" y="6874"/>
                  </a:lnTo>
                  <a:lnTo>
                    <a:pt x="10002" y="6603"/>
                  </a:lnTo>
                  <a:lnTo>
                    <a:pt x="9307" y="6256"/>
                  </a:lnTo>
                  <a:lnTo>
                    <a:pt x="8766" y="5947"/>
                  </a:lnTo>
                  <a:lnTo>
                    <a:pt x="8225" y="5599"/>
                  </a:lnTo>
                  <a:lnTo>
                    <a:pt x="7183" y="4866"/>
                  </a:lnTo>
                  <a:close/>
                  <a:moveTo>
                    <a:pt x="8805" y="0"/>
                  </a:moveTo>
                  <a:lnTo>
                    <a:pt x="8573" y="39"/>
                  </a:lnTo>
                  <a:lnTo>
                    <a:pt x="8341" y="155"/>
                  </a:lnTo>
                  <a:lnTo>
                    <a:pt x="8110" y="271"/>
                  </a:lnTo>
                  <a:lnTo>
                    <a:pt x="7955" y="464"/>
                  </a:lnTo>
                  <a:lnTo>
                    <a:pt x="7723" y="850"/>
                  </a:lnTo>
                  <a:lnTo>
                    <a:pt x="7492" y="1275"/>
                  </a:lnTo>
                  <a:lnTo>
                    <a:pt x="7183" y="2201"/>
                  </a:lnTo>
                  <a:lnTo>
                    <a:pt x="6835" y="3321"/>
                  </a:lnTo>
                  <a:lnTo>
                    <a:pt x="6719" y="3862"/>
                  </a:lnTo>
                  <a:lnTo>
                    <a:pt x="6604" y="4441"/>
                  </a:lnTo>
                  <a:lnTo>
                    <a:pt x="6526" y="4518"/>
                  </a:lnTo>
                  <a:lnTo>
                    <a:pt x="6526" y="4634"/>
                  </a:lnTo>
                  <a:lnTo>
                    <a:pt x="5947" y="4595"/>
                  </a:lnTo>
                  <a:lnTo>
                    <a:pt x="5407" y="4557"/>
                  </a:lnTo>
                  <a:lnTo>
                    <a:pt x="4325" y="4402"/>
                  </a:lnTo>
                  <a:lnTo>
                    <a:pt x="3244" y="4209"/>
                  </a:lnTo>
                  <a:lnTo>
                    <a:pt x="2703" y="4132"/>
                  </a:lnTo>
                  <a:lnTo>
                    <a:pt x="2124" y="4093"/>
                  </a:lnTo>
                  <a:lnTo>
                    <a:pt x="1545" y="4055"/>
                  </a:lnTo>
                  <a:lnTo>
                    <a:pt x="1159" y="4055"/>
                  </a:lnTo>
                  <a:lnTo>
                    <a:pt x="773" y="4093"/>
                  </a:lnTo>
                  <a:lnTo>
                    <a:pt x="425" y="4209"/>
                  </a:lnTo>
                  <a:lnTo>
                    <a:pt x="271" y="4287"/>
                  </a:lnTo>
                  <a:lnTo>
                    <a:pt x="155" y="4364"/>
                  </a:lnTo>
                  <a:lnTo>
                    <a:pt x="78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4982"/>
                  </a:lnTo>
                  <a:lnTo>
                    <a:pt x="78" y="5136"/>
                  </a:lnTo>
                  <a:lnTo>
                    <a:pt x="155" y="5252"/>
                  </a:lnTo>
                  <a:lnTo>
                    <a:pt x="232" y="5406"/>
                  </a:lnTo>
                  <a:lnTo>
                    <a:pt x="348" y="5522"/>
                  </a:lnTo>
                  <a:lnTo>
                    <a:pt x="618" y="5677"/>
                  </a:lnTo>
                  <a:lnTo>
                    <a:pt x="927" y="5792"/>
                  </a:lnTo>
                  <a:lnTo>
                    <a:pt x="1275" y="5870"/>
                  </a:lnTo>
                  <a:lnTo>
                    <a:pt x="1622" y="5908"/>
                  </a:lnTo>
                  <a:lnTo>
                    <a:pt x="2240" y="5908"/>
                  </a:lnTo>
                  <a:lnTo>
                    <a:pt x="3360" y="5831"/>
                  </a:lnTo>
                  <a:lnTo>
                    <a:pt x="4441" y="5715"/>
                  </a:lnTo>
                  <a:lnTo>
                    <a:pt x="5561" y="5484"/>
                  </a:lnTo>
                  <a:lnTo>
                    <a:pt x="6102" y="5329"/>
                  </a:lnTo>
                  <a:lnTo>
                    <a:pt x="6604" y="5136"/>
                  </a:lnTo>
                  <a:lnTo>
                    <a:pt x="6604" y="5175"/>
                  </a:lnTo>
                  <a:lnTo>
                    <a:pt x="6642" y="5599"/>
                  </a:lnTo>
                  <a:lnTo>
                    <a:pt x="6681" y="5792"/>
                  </a:lnTo>
                  <a:lnTo>
                    <a:pt x="6758" y="5986"/>
                  </a:lnTo>
                  <a:lnTo>
                    <a:pt x="7028" y="6024"/>
                  </a:lnTo>
                  <a:lnTo>
                    <a:pt x="7028" y="5986"/>
                  </a:lnTo>
                  <a:lnTo>
                    <a:pt x="6951" y="5599"/>
                  </a:lnTo>
                  <a:lnTo>
                    <a:pt x="6951" y="5406"/>
                  </a:lnTo>
                  <a:lnTo>
                    <a:pt x="6990" y="5213"/>
                  </a:lnTo>
                  <a:lnTo>
                    <a:pt x="7028" y="5175"/>
                  </a:lnTo>
                  <a:lnTo>
                    <a:pt x="7723" y="5754"/>
                  </a:lnTo>
                  <a:lnTo>
                    <a:pt x="8496" y="6256"/>
                  </a:lnTo>
                  <a:lnTo>
                    <a:pt x="9307" y="6681"/>
                  </a:lnTo>
                  <a:lnTo>
                    <a:pt x="10118" y="7067"/>
                  </a:lnTo>
                  <a:lnTo>
                    <a:pt x="10774" y="7337"/>
                  </a:lnTo>
                  <a:lnTo>
                    <a:pt x="11237" y="7453"/>
                  </a:lnTo>
                  <a:lnTo>
                    <a:pt x="11662" y="7569"/>
                  </a:lnTo>
                  <a:lnTo>
                    <a:pt x="12126" y="7607"/>
                  </a:lnTo>
                  <a:lnTo>
                    <a:pt x="12319" y="7569"/>
                  </a:lnTo>
                  <a:lnTo>
                    <a:pt x="12512" y="7530"/>
                  </a:lnTo>
                  <a:lnTo>
                    <a:pt x="12666" y="7453"/>
                  </a:lnTo>
                  <a:lnTo>
                    <a:pt x="12821" y="7376"/>
                  </a:lnTo>
                  <a:lnTo>
                    <a:pt x="12936" y="7221"/>
                  </a:lnTo>
                  <a:lnTo>
                    <a:pt x="13014" y="7028"/>
                  </a:lnTo>
                  <a:lnTo>
                    <a:pt x="13052" y="6874"/>
                  </a:lnTo>
                  <a:lnTo>
                    <a:pt x="13052" y="6719"/>
                  </a:lnTo>
                  <a:lnTo>
                    <a:pt x="13014" y="6565"/>
                  </a:lnTo>
                  <a:lnTo>
                    <a:pt x="12975" y="6449"/>
                  </a:lnTo>
                  <a:lnTo>
                    <a:pt x="12898" y="6333"/>
                  </a:lnTo>
                  <a:lnTo>
                    <a:pt x="12782" y="6217"/>
                  </a:lnTo>
                  <a:lnTo>
                    <a:pt x="12512" y="6024"/>
                  </a:lnTo>
                  <a:lnTo>
                    <a:pt x="12241" y="5870"/>
                  </a:lnTo>
                  <a:lnTo>
                    <a:pt x="11894" y="5715"/>
                  </a:lnTo>
                  <a:lnTo>
                    <a:pt x="11353" y="5522"/>
                  </a:lnTo>
                  <a:lnTo>
                    <a:pt x="10388" y="5213"/>
                  </a:lnTo>
                  <a:lnTo>
                    <a:pt x="9384" y="4943"/>
                  </a:lnTo>
                  <a:lnTo>
                    <a:pt x="8380" y="4711"/>
                  </a:lnTo>
                  <a:lnTo>
                    <a:pt x="7376" y="4518"/>
                  </a:lnTo>
                  <a:lnTo>
                    <a:pt x="8418" y="3437"/>
                  </a:lnTo>
                  <a:lnTo>
                    <a:pt x="8882" y="2896"/>
                  </a:lnTo>
                  <a:lnTo>
                    <a:pt x="9345" y="2279"/>
                  </a:lnTo>
                  <a:lnTo>
                    <a:pt x="9461" y="2085"/>
                  </a:lnTo>
                  <a:lnTo>
                    <a:pt x="9577" y="1854"/>
                  </a:lnTo>
                  <a:lnTo>
                    <a:pt x="9654" y="1622"/>
                  </a:lnTo>
                  <a:lnTo>
                    <a:pt x="9731" y="1390"/>
                  </a:lnTo>
                  <a:lnTo>
                    <a:pt x="9731" y="1159"/>
                  </a:lnTo>
                  <a:lnTo>
                    <a:pt x="9693" y="927"/>
                  </a:lnTo>
                  <a:lnTo>
                    <a:pt x="9654" y="657"/>
                  </a:lnTo>
                  <a:lnTo>
                    <a:pt x="9500" y="464"/>
                  </a:lnTo>
                  <a:lnTo>
                    <a:pt x="9461" y="309"/>
                  </a:lnTo>
                  <a:lnTo>
                    <a:pt x="9384" y="232"/>
                  </a:lnTo>
                  <a:lnTo>
                    <a:pt x="9229" y="78"/>
                  </a:lnTo>
                  <a:lnTo>
                    <a:pt x="90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6"/>
            <p:cNvSpPr/>
            <p:nvPr/>
          </p:nvSpPr>
          <p:spPr>
            <a:xfrm>
              <a:off x="1058675" y="4315675"/>
              <a:ext cx="594700" cy="534825"/>
            </a:xfrm>
            <a:custGeom>
              <a:avLst/>
              <a:gdLst/>
              <a:ahLst/>
              <a:cxnLst/>
              <a:rect l="l" t="t" r="r" b="b"/>
              <a:pathLst>
                <a:path w="23788" h="21393" extrusionOk="0">
                  <a:moveTo>
                    <a:pt x="23478" y="270"/>
                  </a:moveTo>
                  <a:lnTo>
                    <a:pt x="23401" y="386"/>
                  </a:lnTo>
                  <a:lnTo>
                    <a:pt x="22590" y="1815"/>
                  </a:lnTo>
                  <a:lnTo>
                    <a:pt x="21741" y="3205"/>
                  </a:lnTo>
                  <a:lnTo>
                    <a:pt x="20853" y="4595"/>
                  </a:lnTo>
                  <a:lnTo>
                    <a:pt x="19926" y="5985"/>
                  </a:lnTo>
                  <a:lnTo>
                    <a:pt x="19269" y="5754"/>
                  </a:lnTo>
                  <a:lnTo>
                    <a:pt x="18999" y="5638"/>
                  </a:lnTo>
                  <a:lnTo>
                    <a:pt x="18690" y="5483"/>
                  </a:lnTo>
                  <a:lnTo>
                    <a:pt x="18420" y="5290"/>
                  </a:lnTo>
                  <a:lnTo>
                    <a:pt x="18150" y="5059"/>
                  </a:lnTo>
                  <a:lnTo>
                    <a:pt x="17918" y="4827"/>
                  </a:lnTo>
                  <a:lnTo>
                    <a:pt x="17686" y="4557"/>
                  </a:lnTo>
                  <a:lnTo>
                    <a:pt x="17493" y="4286"/>
                  </a:lnTo>
                  <a:lnTo>
                    <a:pt x="17339" y="3977"/>
                  </a:lnTo>
                  <a:lnTo>
                    <a:pt x="17030" y="3360"/>
                  </a:lnTo>
                  <a:lnTo>
                    <a:pt x="16798" y="2742"/>
                  </a:lnTo>
                  <a:lnTo>
                    <a:pt x="16605" y="2085"/>
                  </a:lnTo>
                  <a:lnTo>
                    <a:pt x="17416" y="1776"/>
                  </a:lnTo>
                  <a:lnTo>
                    <a:pt x="18265" y="1467"/>
                  </a:lnTo>
                  <a:lnTo>
                    <a:pt x="19115" y="1197"/>
                  </a:lnTo>
                  <a:lnTo>
                    <a:pt x="19965" y="965"/>
                  </a:lnTo>
                  <a:lnTo>
                    <a:pt x="20853" y="772"/>
                  </a:lnTo>
                  <a:lnTo>
                    <a:pt x="21702" y="579"/>
                  </a:lnTo>
                  <a:lnTo>
                    <a:pt x="22590" y="425"/>
                  </a:lnTo>
                  <a:lnTo>
                    <a:pt x="23478" y="270"/>
                  </a:lnTo>
                  <a:close/>
                  <a:moveTo>
                    <a:pt x="4866" y="7607"/>
                  </a:moveTo>
                  <a:lnTo>
                    <a:pt x="6256" y="7646"/>
                  </a:lnTo>
                  <a:lnTo>
                    <a:pt x="7608" y="7723"/>
                  </a:lnTo>
                  <a:lnTo>
                    <a:pt x="7222" y="8186"/>
                  </a:lnTo>
                  <a:lnTo>
                    <a:pt x="6835" y="8650"/>
                  </a:lnTo>
                  <a:lnTo>
                    <a:pt x="6488" y="9190"/>
                  </a:lnTo>
                  <a:lnTo>
                    <a:pt x="6140" y="9692"/>
                  </a:lnTo>
                  <a:lnTo>
                    <a:pt x="5909" y="10233"/>
                  </a:lnTo>
                  <a:lnTo>
                    <a:pt x="5870" y="10272"/>
                  </a:lnTo>
                  <a:lnTo>
                    <a:pt x="5214" y="10774"/>
                  </a:lnTo>
                  <a:lnTo>
                    <a:pt x="4557" y="11314"/>
                  </a:lnTo>
                  <a:lnTo>
                    <a:pt x="4326" y="11546"/>
                  </a:lnTo>
                  <a:lnTo>
                    <a:pt x="4094" y="11816"/>
                  </a:lnTo>
                  <a:lnTo>
                    <a:pt x="3824" y="12048"/>
                  </a:lnTo>
                  <a:lnTo>
                    <a:pt x="3708" y="12125"/>
                  </a:lnTo>
                  <a:lnTo>
                    <a:pt x="3553" y="12164"/>
                  </a:lnTo>
                  <a:lnTo>
                    <a:pt x="3399" y="12202"/>
                  </a:lnTo>
                  <a:lnTo>
                    <a:pt x="3206" y="12164"/>
                  </a:lnTo>
                  <a:lnTo>
                    <a:pt x="2742" y="12087"/>
                  </a:lnTo>
                  <a:lnTo>
                    <a:pt x="1970" y="11855"/>
                  </a:lnTo>
                  <a:lnTo>
                    <a:pt x="387" y="11507"/>
                  </a:lnTo>
                  <a:lnTo>
                    <a:pt x="1005" y="11083"/>
                  </a:lnTo>
                  <a:lnTo>
                    <a:pt x="1584" y="10658"/>
                  </a:lnTo>
                  <a:lnTo>
                    <a:pt x="2163" y="10156"/>
                  </a:lnTo>
                  <a:lnTo>
                    <a:pt x="2704" y="9654"/>
                  </a:lnTo>
                  <a:lnTo>
                    <a:pt x="3553" y="8804"/>
                  </a:lnTo>
                  <a:lnTo>
                    <a:pt x="4055" y="8186"/>
                  </a:lnTo>
                  <a:lnTo>
                    <a:pt x="4326" y="7916"/>
                  </a:lnTo>
                  <a:lnTo>
                    <a:pt x="4634" y="7684"/>
                  </a:lnTo>
                  <a:lnTo>
                    <a:pt x="4789" y="7684"/>
                  </a:lnTo>
                  <a:lnTo>
                    <a:pt x="4827" y="7646"/>
                  </a:lnTo>
                  <a:lnTo>
                    <a:pt x="4866" y="7607"/>
                  </a:lnTo>
                  <a:close/>
                  <a:moveTo>
                    <a:pt x="16296" y="2201"/>
                  </a:moveTo>
                  <a:lnTo>
                    <a:pt x="16489" y="2858"/>
                  </a:lnTo>
                  <a:lnTo>
                    <a:pt x="16721" y="3553"/>
                  </a:lnTo>
                  <a:lnTo>
                    <a:pt x="17030" y="4209"/>
                  </a:lnTo>
                  <a:lnTo>
                    <a:pt x="17223" y="4518"/>
                  </a:lnTo>
                  <a:lnTo>
                    <a:pt x="17455" y="4827"/>
                  </a:lnTo>
                  <a:lnTo>
                    <a:pt x="17648" y="5136"/>
                  </a:lnTo>
                  <a:lnTo>
                    <a:pt x="17879" y="5368"/>
                  </a:lnTo>
                  <a:lnTo>
                    <a:pt x="18150" y="5599"/>
                  </a:lnTo>
                  <a:lnTo>
                    <a:pt x="18420" y="5831"/>
                  </a:lnTo>
                  <a:lnTo>
                    <a:pt x="18729" y="5985"/>
                  </a:lnTo>
                  <a:lnTo>
                    <a:pt x="19038" y="6140"/>
                  </a:lnTo>
                  <a:lnTo>
                    <a:pt x="19385" y="6217"/>
                  </a:lnTo>
                  <a:lnTo>
                    <a:pt x="19771" y="6256"/>
                  </a:lnTo>
                  <a:lnTo>
                    <a:pt x="18922" y="7453"/>
                  </a:lnTo>
                  <a:lnTo>
                    <a:pt x="18034" y="8611"/>
                  </a:lnTo>
                  <a:lnTo>
                    <a:pt x="17223" y="9615"/>
                  </a:lnTo>
                  <a:lnTo>
                    <a:pt x="16373" y="10581"/>
                  </a:lnTo>
                  <a:lnTo>
                    <a:pt x="15524" y="11507"/>
                  </a:lnTo>
                  <a:lnTo>
                    <a:pt x="14597" y="12395"/>
                  </a:lnTo>
                  <a:lnTo>
                    <a:pt x="13670" y="13284"/>
                  </a:lnTo>
                  <a:lnTo>
                    <a:pt x="13168" y="13747"/>
                  </a:lnTo>
                  <a:lnTo>
                    <a:pt x="12628" y="14172"/>
                  </a:lnTo>
                  <a:lnTo>
                    <a:pt x="12126" y="14558"/>
                  </a:lnTo>
                  <a:lnTo>
                    <a:pt x="11546" y="14905"/>
                  </a:lnTo>
                  <a:lnTo>
                    <a:pt x="10967" y="15214"/>
                  </a:lnTo>
                  <a:lnTo>
                    <a:pt x="10388" y="15446"/>
                  </a:lnTo>
                  <a:lnTo>
                    <a:pt x="9809" y="15600"/>
                  </a:lnTo>
                  <a:lnTo>
                    <a:pt x="9191" y="15678"/>
                  </a:lnTo>
                  <a:lnTo>
                    <a:pt x="8612" y="15678"/>
                  </a:lnTo>
                  <a:lnTo>
                    <a:pt x="8341" y="15639"/>
                  </a:lnTo>
                  <a:lnTo>
                    <a:pt x="8033" y="15562"/>
                  </a:lnTo>
                  <a:lnTo>
                    <a:pt x="7762" y="15446"/>
                  </a:lnTo>
                  <a:lnTo>
                    <a:pt x="7531" y="15330"/>
                  </a:lnTo>
                  <a:lnTo>
                    <a:pt x="7260" y="15214"/>
                  </a:lnTo>
                  <a:lnTo>
                    <a:pt x="7029" y="15021"/>
                  </a:lnTo>
                  <a:lnTo>
                    <a:pt x="6835" y="14828"/>
                  </a:lnTo>
                  <a:lnTo>
                    <a:pt x="6642" y="14597"/>
                  </a:lnTo>
                  <a:lnTo>
                    <a:pt x="6449" y="14365"/>
                  </a:lnTo>
                  <a:lnTo>
                    <a:pt x="6295" y="14095"/>
                  </a:lnTo>
                  <a:lnTo>
                    <a:pt x="6063" y="13554"/>
                  </a:lnTo>
                  <a:lnTo>
                    <a:pt x="5909" y="13013"/>
                  </a:lnTo>
                  <a:lnTo>
                    <a:pt x="5870" y="12434"/>
                  </a:lnTo>
                  <a:lnTo>
                    <a:pt x="5870" y="11855"/>
                  </a:lnTo>
                  <a:lnTo>
                    <a:pt x="5986" y="11314"/>
                  </a:lnTo>
                  <a:lnTo>
                    <a:pt x="6140" y="10735"/>
                  </a:lnTo>
                  <a:lnTo>
                    <a:pt x="6333" y="10194"/>
                  </a:lnTo>
                  <a:lnTo>
                    <a:pt x="6604" y="9692"/>
                  </a:lnTo>
                  <a:lnTo>
                    <a:pt x="6913" y="9229"/>
                  </a:lnTo>
                  <a:lnTo>
                    <a:pt x="7222" y="8766"/>
                  </a:lnTo>
                  <a:lnTo>
                    <a:pt x="7569" y="8302"/>
                  </a:lnTo>
                  <a:lnTo>
                    <a:pt x="7955" y="7878"/>
                  </a:lnTo>
                  <a:lnTo>
                    <a:pt x="8766" y="7067"/>
                  </a:lnTo>
                  <a:lnTo>
                    <a:pt x="9616" y="6333"/>
                  </a:lnTo>
                  <a:lnTo>
                    <a:pt x="10542" y="5561"/>
                  </a:lnTo>
                  <a:lnTo>
                    <a:pt x="11508" y="4866"/>
                  </a:lnTo>
                  <a:lnTo>
                    <a:pt x="12473" y="4209"/>
                  </a:lnTo>
                  <a:lnTo>
                    <a:pt x="13516" y="3591"/>
                  </a:lnTo>
                  <a:lnTo>
                    <a:pt x="14211" y="3205"/>
                  </a:lnTo>
                  <a:lnTo>
                    <a:pt x="14906" y="2858"/>
                  </a:lnTo>
                  <a:lnTo>
                    <a:pt x="15601" y="2510"/>
                  </a:lnTo>
                  <a:lnTo>
                    <a:pt x="16296" y="2201"/>
                  </a:lnTo>
                  <a:close/>
                  <a:moveTo>
                    <a:pt x="5638" y="13361"/>
                  </a:moveTo>
                  <a:lnTo>
                    <a:pt x="5754" y="13747"/>
                  </a:lnTo>
                  <a:lnTo>
                    <a:pt x="5870" y="14133"/>
                  </a:lnTo>
                  <a:lnTo>
                    <a:pt x="6063" y="14519"/>
                  </a:lnTo>
                  <a:lnTo>
                    <a:pt x="6295" y="14828"/>
                  </a:lnTo>
                  <a:lnTo>
                    <a:pt x="6565" y="15137"/>
                  </a:lnTo>
                  <a:lnTo>
                    <a:pt x="6874" y="15407"/>
                  </a:lnTo>
                  <a:lnTo>
                    <a:pt x="7222" y="15639"/>
                  </a:lnTo>
                  <a:lnTo>
                    <a:pt x="7608" y="15832"/>
                  </a:lnTo>
                  <a:lnTo>
                    <a:pt x="7415" y="16141"/>
                  </a:lnTo>
                  <a:lnTo>
                    <a:pt x="7260" y="16489"/>
                  </a:lnTo>
                  <a:lnTo>
                    <a:pt x="6797" y="16296"/>
                  </a:lnTo>
                  <a:lnTo>
                    <a:pt x="6411" y="16025"/>
                  </a:lnTo>
                  <a:lnTo>
                    <a:pt x="6025" y="15716"/>
                  </a:lnTo>
                  <a:lnTo>
                    <a:pt x="5716" y="15369"/>
                  </a:lnTo>
                  <a:lnTo>
                    <a:pt x="5484" y="14983"/>
                  </a:lnTo>
                  <a:lnTo>
                    <a:pt x="5252" y="14558"/>
                  </a:lnTo>
                  <a:lnTo>
                    <a:pt x="5098" y="14133"/>
                  </a:lnTo>
                  <a:lnTo>
                    <a:pt x="5021" y="13631"/>
                  </a:lnTo>
                  <a:lnTo>
                    <a:pt x="4982" y="13593"/>
                  </a:lnTo>
                  <a:lnTo>
                    <a:pt x="5638" y="13361"/>
                  </a:lnTo>
                  <a:close/>
                  <a:moveTo>
                    <a:pt x="4827" y="13670"/>
                  </a:moveTo>
                  <a:lnTo>
                    <a:pt x="4866" y="14210"/>
                  </a:lnTo>
                  <a:lnTo>
                    <a:pt x="4982" y="14712"/>
                  </a:lnTo>
                  <a:lnTo>
                    <a:pt x="5214" y="15176"/>
                  </a:lnTo>
                  <a:lnTo>
                    <a:pt x="5484" y="15600"/>
                  </a:lnTo>
                  <a:lnTo>
                    <a:pt x="5831" y="15948"/>
                  </a:lnTo>
                  <a:lnTo>
                    <a:pt x="6218" y="16296"/>
                  </a:lnTo>
                  <a:lnTo>
                    <a:pt x="6642" y="16566"/>
                  </a:lnTo>
                  <a:lnTo>
                    <a:pt x="7106" y="16759"/>
                  </a:lnTo>
                  <a:lnTo>
                    <a:pt x="6951" y="17300"/>
                  </a:lnTo>
                  <a:lnTo>
                    <a:pt x="6411" y="17029"/>
                  </a:lnTo>
                  <a:lnTo>
                    <a:pt x="5909" y="16720"/>
                  </a:lnTo>
                  <a:lnTo>
                    <a:pt x="5484" y="16373"/>
                  </a:lnTo>
                  <a:lnTo>
                    <a:pt x="5098" y="15987"/>
                  </a:lnTo>
                  <a:lnTo>
                    <a:pt x="4789" y="15562"/>
                  </a:lnTo>
                  <a:lnTo>
                    <a:pt x="4480" y="15060"/>
                  </a:lnTo>
                  <a:lnTo>
                    <a:pt x="4248" y="14558"/>
                  </a:lnTo>
                  <a:lnTo>
                    <a:pt x="4055" y="13979"/>
                  </a:lnTo>
                  <a:lnTo>
                    <a:pt x="4248" y="13940"/>
                  </a:lnTo>
                  <a:lnTo>
                    <a:pt x="4441" y="13863"/>
                  </a:lnTo>
                  <a:lnTo>
                    <a:pt x="4827" y="13670"/>
                  </a:lnTo>
                  <a:close/>
                  <a:moveTo>
                    <a:pt x="4441" y="15871"/>
                  </a:moveTo>
                  <a:lnTo>
                    <a:pt x="4673" y="16180"/>
                  </a:lnTo>
                  <a:lnTo>
                    <a:pt x="4905" y="16450"/>
                  </a:lnTo>
                  <a:lnTo>
                    <a:pt x="5175" y="16682"/>
                  </a:lnTo>
                  <a:lnTo>
                    <a:pt x="5445" y="16913"/>
                  </a:lnTo>
                  <a:lnTo>
                    <a:pt x="5291" y="17029"/>
                  </a:lnTo>
                  <a:lnTo>
                    <a:pt x="5214" y="17222"/>
                  </a:lnTo>
                  <a:lnTo>
                    <a:pt x="5098" y="17068"/>
                  </a:lnTo>
                  <a:lnTo>
                    <a:pt x="5059" y="16991"/>
                  </a:lnTo>
                  <a:lnTo>
                    <a:pt x="4982" y="16952"/>
                  </a:lnTo>
                  <a:lnTo>
                    <a:pt x="4905" y="16952"/>
                  </a:lnTo>
                  <a:lnTo>
                    <a:pt x="4827" y="16991"/>
                  </a:lnTo>
                  <a:lnTo>
                    <a:pt x="4519" y="17415"/>
                  </a:lnTo>
                  <a:lnTo>
                    <a:pt x="4210" y="17840"/>
                  </a:lnTo>
                  <a:lnTo>
                    <a:pt x="3862" y="18226"/>
                  </a:lnTo>
                  <a:lnTo>
                    <a:pt x="3476" y="18574"/>
                  </a:lnTo>
                  <a:lnTo>
                    <a:pt x="3090" y="18921"/>
                  </a:lnTo>
                  <a:lnTo>
                    <a:pt x="2665" y="19230"/>
                  </a:lnTo>
                  <a:lnTo>
                    <a:pt x="2240" y="19501"/>
                  </a:lnTo>
                  <a:lnTo>
                    <a:pt x="1777" y="19771"/>
                  </a:lnTo>
                  <a:lnTo>
                    <a:pt x="1777" y="19771"/>
                  </a:lnTo>
                  <a:lnTo>
                    <a:pt x="1816" y="19346"/>
                  </a:lnTo>
                  <a:lnTo>
                    <a:pt x="1854" y="18921"/>
                  </a:lnTo>
                  <a:lnTo>
                    <a:pt x="2009" y="18535"/>
                  </a:lnTo>
                  <a:lnTo>
                    <a:pt x="2163" y="18188"/>
                  </a:lnTo>
                  <a:lnTo>
                    <a:pt x="2395" y="17840"/>
                  </a:lnTo>
                  <a:lnTo>
                    <a:pt x="2665" y="17531"/>
                  </a:lnTo>
                  <a:lnTo>
                    <a:pt x="2974" y="17222"/>
                  </a:lnTo>
                  <a:lnTo>
                    <a:pt x="3360" y="16913"/>
                  </a:lnTo>
                  <a:lnTo>
                    <a:pt x="3669" y="16720"/>
                  </a:lnTo>
                  <a:lnTo>
                    <a:pt x="3939" y="16489"/>
                  </a:lnTo>
                  <a:lnTo>
                    <a:pt x="4017" y="16334"/>
                  </a:lnTo>
                  <a:lnTo>
                    <a:pt x="4094" y="16218"/>
                  </a:lnTo>
                  <a:lnTo>
                    <a:pt x="4094" y="16064"/>
                  </a:lnTo>
                  <a:lnTo>
                    <a:pt x="4055" y="15871"/>
                  </a:lnTo>
                  <a:close/>
                  <a:moveTo>
                    <a:pt x="13439" y="13979"/>
                  </a:moveTo>
                  <a:lnTo>
                    <a:pt x="13400" y="14674"/>
                  </a:lnTo>
                  <a:lnTo>
                    <a:pt x="13400" y="15369"/>
                  </a:lnTo>
                  <a:lnTo>
                    <a:pt x="13477" y="16025"/>
                  </a:lnTo>
                  <a:lnTo>
                    <a:pt x="13632" y="16682"/>
                  </a:lnTo>
                  <a:lnTo>
                    <a:pt x="12396" y="17454"/>
                  </a:lnTo>
                  <a:lnTo>
                    <a:pt x="11160" y="18304"/>
                  </a:lnTo>
                  <a:lnTo>
                    <a:pt x="8805" y="20041"/>
                  </a:lnTo>
                  <a:lnTo>
                    <a:pt x="8766" y="19037"/>
                  </a:lnTo>
                  <a:lnTo>
                    <a:pt x="8689" y="18033"/>
                  </a:lnTo>
                  <a:lnTo>
                    <a:pt x="8650" y="17724"/>
                  </a:lnTo>
                  <a:lnTo>
                    <a:pt x="8689" y="17493"/>
                  </a:lnTo>
                  <a:lnTo>
                    <a:pt x="8728" y="17377"/>
                  </a:lnTo>
                  <a:lnTo>
                    <a:pt x="8805" y="17261"/>
                  </a:lnTo>
                  <a:lnTo>
                    <a:pt x="9037" y="17068"/>
                  </a:lnTo>
                  <a:lnTo>
                    <a:pt x="9654" y="16604"/>
                  </a:lnTo>
                  <a:lnTo>
                    <a:pt x="10195" y="16141"/>
                  </a:lnTo>
                  <a:lnTo>
                    <a:pt x="10234" y="16064"/>
                  </a:lnTo>
                  <a:lnTo>
                    <a:pt x="10272" y="16025"/>
                  </a:lnTo>
                  <a:lnTo>
                    <a:pt x="10234" y="15909"/>
                  </a:lnTo>
                  <a:lnTo>
                    <a:pt x="10774" y="15716"/>
                  </a:lnTo>
                  <a:lnTo>
                    <a:pt x="11276" y="15485"/>
                  </a:lnTo>
                  <a:lnTo>
                    <a:pt x="11740" y="15214"/>
                  </a:lnTo>
                  <a:lnTo>
                    <a:pt x="12203" y="14905"/>
                  </a:lnTo>
                  <a:lnTo>
                    <a:pt x="12821" y="14481"/>
                  </a:lnTo>
                  <a:lnTo>
                    <a:pt x="13439" y="13979"/>
                  </a:lnTo>
                  <a:close/>
                  <a:moveTo>
                    <a:pt x="3978" y="14944"/>
                  </a:moveTo>
                  <a:lnTo>
                    <a:pt x="4132" y="15330"/>
                  </a:lnTo>
                  <a:lnTo>
                    <a:pt x="4326" y="15678"/>
                  </a:lnTo>
                  <a:lnTo>
                    <a:pt x="3862" y="15678"/>
                  </a:lnTo>
                  <a:lnTo>
                    <a:pt x="3785" y="15716"/>
                  </a:lnTo>
                  <a:lnTo>
                    <a:pt x="3746" y="15755"/>
                  </a:lnTo>
                  <a:lnTo>
                    <a:pt x="3746" y="15832"/>
                  </a:lnTo>
                  <a:lnTo>
                    <a:pt x="3785" y="15871"/>
                  </a:lnTo>
                  <a:lnTo>
                    <a:pt x="3785" y="15948"/>
                  </a:lnTo>
                  <a:lnTo>
                    <a:pt x="3785" y="16064"/>
                  </a:lnTo>
                  <a:lnTo>
                    <a:pt x="3669" y="16257"/>
                  </a:lnTo>
                  <a:lnTo>
                    <a:pt x="3476" y="16489"/>
                  </a:lnTo>
                  <a:lnTo>
                    <a:pt x="3206" y="16720"/>
                  </a:lnTo>
                  <a:lnTo>
                    <a:pt x="2665" y="17145"/>
                  </a:lnTo>
                  <a:lnTo>
                    <a:pt x="2318" y="17415"/>
                  </a:lnTo>
                  <a:lnTo>
                    <a:pt x="2009" y="17802"/>
                  </a:lnTo>
                  <a:lnTo>
                    <a:pt x="1777" y="18188"/>
                  </a:lnTo>
                  <a:lnTo>
                    <a:pt x="1584" y="18651"/>
                  </a:lnTo>
                  <a:lnTo>
                    <a:pt x="1507" y="19114"/>
                  </a:lnTo>
                  <a:lnTo>
                    <a:pt x="1468" y="19346"/>
                  </a:lnTo>
                  <a:lnTo>
                    <a:pt x="1468" y="19578"/>
                  </a:lnTo>
                  <a:lnTo>
                    <a:pt x="1507" y="19848"/>
                  </a:lnTo>
                  <a:lnTo>
                    <a:pt x="1545" y="20080"/>
                  </a:lnTo>
                  <a:lnTo>
                    <a:pt x="1622" y="20118"/>
                  </a:lnTo>
                  <a:lnTo>
                    <a:pt x="1738" y="20118"/>
                  </a:lnTo>
                  <a:lnTo>
                    <a:pt x="1777" y="20041"/>
                  </a:lnTo>
                  <a:lnTo>
                    <a:pt x="2279" y="19809"/>
                  </a:lnTo>
                  <a:lnTo>
                    <a:pt x="2742" y="19578"/>
                  </a:lnTo>
                  <a:lnTo>
                    <a:pt x="3167" y="19269"/>
                  </a:lnTo>
                  <a:lnTo>
                    <a:pt x="3553" y="18960"/>
                  </a:lnTo>
                  <a:lnTo>
                    <a:pt x="3939" y="18612"/>
                  </a:lnTo>
                  <a:lnTo>
                    <a:pt x="4287" y="18226"/>
                  </a:lnTo>
                  <a:lnTo>
                    <a:pt x="4634" y="17802"/>
                  </a:lnTo>
                  <a:lnTo>
                    <a:pt x="4943" y="17377"/>
                  </a:lnTo>
                  <a:lnTo>
                    <a:pt x="5059" y="17531"/>
                  </a:lnTo>
                  <a:lnTo>
                    <a:pt x="5175" y="17647"/>
                  </a:lnTo>
                  <a:lnTo>
                    <a:pt x="5291" y="17647"/>
                  </a:lnTo>
                  <a:lnTo>
                    <a:pt x="5368" y="17608"/>
                  </a:lnTo>
                  <a:lnTo>
                    <a:pt x="5368" y="17531"/>
                  </a:lnTo>
                  <a:lnTo>
                    <a:pt x="5638" y="17068"/>
                  </a:lnTo>
                  <a:lnTo>
                    <a:pt x="6025" y="17300"/>
                  </a:lnTo>
                  <a:lnTo>
                    <a:pt x="5986" y="17802"/>
                  </a:lnTo>
                  <a:lnTo>
                    <a:pt x="5870" y="18304"/>
                  </a:lnTo>
                  <a:lnTo>
                    <a:pt x="5754" y="18806"/>
                  </a:lnTo>
                  <a:lnTo>
                    <a:pt x="5561" y="19308"/>
                  </a:lnTo>
                  <a:lnTo>
                    <a:pt x="5445" y="19076"/>
                  </a:lnTo>
                  <a:lnTo>
                    <a:pt x="5407" y="18844"/>
                  </a:lnTo>
                  <a:lnTo>
                    <a:pt x="5368" y="18574"/>
                  </a:lnTo>
                  <a:lnTo>
                    <a:pt x="5407" y="18304"/>
                  </a:lnTo>
                  <a:lnTo>
                    <a:pt x="5445" y="18226"/>
                  </a:lnTo>
                  <a:lnTo>
                    <a:pt x="5407" y="18188"/>
                  </a:lnTo>
                  <a:lnTo>
                    <a:pt x="5329" y="18110"/>
                  </a:lnTo>
                  <a:lnTo>
                    <a:pt x="5252" y="18072"/>
                  </a:lnTo>
                  <a:lnTo>
                    <a:pt x="5214" y="18110"/>
                  </a:lnTo>
                  <a:lnTo>
                    <a:pt x="5136" y="18110"/>
                  </a:lnTo>
                  <a:lnTo>
                    <a:pt x="5098" y="18188"/>
                  </a:lnTo>
                  <a:lnTo>
                    <a:pt x="4827" y="18767"/>
                  </a:lnTo>
                  <a:lnTo>
                    <a:pt x="4519" y="19308"/>
                  </a:lnTo>
                  <a:lnTo>
                    <a:pt x="4326" y="19539"/>
                  </a:lnTo>
                  <a:lnTo>
                    <a:pt x="4094" y="19771"/>
                  </a:lnTo>
                  <a:lnTo>
                    <a:pt x="3862" y="19964"/>
                  </a:lnTo>
                  <a:lnTo>
                    <a:pt x="3592" y="20196"/>
                  </a:lnTo>
                  <a:lnTo>
                    <a:pt x="3090" y="20505"/>
                  </a:lnTo>
                  <a:lnTo>
                    <a:pt x="2820" y="20659"/>
                  </a:lnTo>
                  <a:lnTo>
                    <a:pt x="2511" y="20775"/>
                  </a:lnTo>
                  <a:lnTo>
                    <a:pt x="2202" y="20891"/>
                  </a:lnTo>
                  <a:lnTo>
                    <a:pt x="1893" y="20968"/>
                  </a:lnTo>
                  <a:lnTo>
                    <a:pt x="1584" y="21007"/>
                  </a:lnTo>
                  <a:lnTo>
                    <a:pt x="1275" y="20968"/>
                  </a:lnTo>
                  <a:lnTo>
                    <a:pt x="1043" y="20929"/>
                  </a:lnTo>
                  <a:lnTo>
                    <a:pt x="889" y="20813"/>
                  </a:lnTo>
                  <a:lnTo>
                    <a:pt x="773" y="20698"/>
                  </a:lnTo>
                  <a:lnTo>
                    <a:pt x="734" y="20543"/>
                  </a:lnTo>
                  <a:lnTo>
                    <a:pt x="696" y="20350"/>
                  </a:lnTo>
                  <a:lnTo>
                    <a:pt x="696" y="20157"/>
                  </a:lnTo>
                  <a:lnTo>
                    <a:pt x="734" y="19732"/>
                  </a:lnTo>
                  <a:lnTo>
                    <a:pt x="812" y="19037"/>
                  </a:lnTo>
                  <a:lnTo>
                    <a:pt x="889" y="18690"/>
                  </a:lnTo>
                  <a:lnTo>
                    <a:pt x="1005" y="18342"/>
                  </a:lnTo>
                  <a:lnTo>
                    <a:pt x="1159" y="17956"/>
                  </a:lnTo>
                  <a:lnTo>
                    <a:pt x="1352" y="17608"/>
                  </a:lnTo>
                  <a:lnTo>
                    <a:pt x="1584" y="17261"/>
                  </a:lnTo>
                  <a:lnTo>
                    <a:pt x="1854" y="16952"/>
                  </a:lnTo>
                  <a:lnTo>
                    <a:pt x="2124" y="16682"/>
                  </a:lnTo>
                  <a:lnTo>
                    <a:pt x="2433" y="16411"/>
                  </a:lnTo>
                  <a:lnTo>
                    <a:pt x="2781" y="16180"/>
                  </a:lnTo>
                  <a:lnTo>
                    <a:pt x="3167" y="16025"/>
                  </a:lnTo>
                  <a:lnTo>
                    <a:pt x="3244" y="15948"/>
                  </a:lnTo>
                  <a:lnTo>
                    <a:pt x="3244" y="15871"/>
                  </a:lnTo>
                  <a:lnTo>
                    <a:pt x="3206" y="15794"/>
                  </a:lnTo>
                  <a:lnTo>
                    <a:pt x="3167" y="15716"/>
                  </a:lnTo>
                  <a:lnTo>
                    <a:pt x="2433" y="15369"/>
                  </a:lnTo>
                  <a:lnTo>
                    <a:pt x="2781" y="15176"/>
                  </a:lnTo>
                  <a:lnTo>
                    <a:pt x="3167" y="15021"/>
                  </a:lnTo>
                  <a:lnTo>
                    <a:pt x="3553" y="14983"/>
                  </a:lnTo>
                  <a:lnTo>
                    <a:pt x="3978" y="14944"/>
                  </a:lnTo>
                  <a:close/>
                  <a:moveTo>
                    <a:pt x="23478" y="0"/>
                  </a:moveTo>
                  <a:lnTo>
                    <a:pt x="22204" y="155"/>
                  </a:lnTo>
                  <a:lnTo>
                    <a:pt x="20891" y="386"/>
                  </a:lnTo>
                  <a:lnTo>
                    <a:pt x="19617" y="657"/>
                  </a:lnTo>
                  <a:lnTo>
                    <a:pt x="18381" y="1043"/>
                  </a:lnTo>
                  <a:lnTo>
                    <a:pt x="17146" y="1467"/>
                  </a:lnTo>
                  <a:lnTo>
                    <a:pt x="15949" y="1969"/>
                  </a:lnTo>
                  <a:lnTo>
                    <a:pt x="14752" y="2510"/>
                  </a:lnTo>
                  <a:lnTo>
                    <a:pt x="13593" y="3128"/>
                  </a:lnTo>
                  <a:lnTo>
                    <a:pt x="12473" y="3784"/>
                  </a:lnTo>
                  <a:lnTo>
                    <a:pt x="11353" y="4518"/>
                  </a:lnTo>
                  <a:lnTo>
                    <a:pt x="10311" y="5290"/>
                  </a:lnTo>
                  <a:lnTo>
                    <a:pt x="9307" y="6140"/>
                  </a:lnTo>
                  <a:lnTo>
                    <a:pt x="8535" y="6796"/>
                  </a:lnTo>
                  <a:lnTo>
                    <a:pt x="7801" y="7491"/>
                  </a:lnTo>
                  <a:lnTo>
                    <a:pt x="7029" y="7337"/>
                  </a:lnTo>
                  <a:lnTo>
                    <a:pt x="6218" y="7221"/>
                  </a:lnTo>
                  <a:lnTo>
                    <a:pt x="5407" y="7182"/>
                  </a:lnTo>
                  <a:lnTo>
                    <a:pt x="4557" y="7221"/>
                  </a:lnTo>
                  <a:lnTo>
                    <a:pt x="4519" y="7221"/>
                  </a:lnTo>
                  <a:lnTo>
                    <a:pt x="4441" y="7260"/>
                  </a:lnTo>
                  <a:lnTo>
                    <a:pt x="4403" y="7414"/>
                  </a:lnTo>
                  <a:lnTo>
                    <a:pt x="4171" y="7530"/>
                  </a:lnTo>
                  <a:lnTo>
                    <a:pt x="3939" y="7723"/>
                  </a:lnTo>
                  <a:lnTo>
                    <a:pt x="3708" y="7916"/>
                  </a:lnTo>
                  <a:lnTo>
                    <a:pt x="3515" y="8148"/>
                  </a:lnTo>
                  <a:lnTo>
                    <a:pt x="3128" y="8611"/>
                  </a:lnTo>
                  <a:lnTo>
                    <a:pt x="2742" y="9036"/>
                  </a:lnTo>
                  <a:lnTo>
                    <a:pt x="2124" y="9654"/>
                  </a:lnTo>
                  <a:lnTo>
                    <a:pt x="1468" y="10194"/>
                  </a:lnTo>
                  <a:lnTo>
                    <a:pt x="773" y="10774"/>
                  </a:lnTo>
                  <a:lnTo>
                    <a:pt x="78" y="11276"/>
                  </a:lnTo>
                  <a:lnTo>
                    <a:pt x="1" y="11353"/>
                  </a:lnTo>
                  <a:lnTo>
                    <a:pt x="1" y="11430"/>
                  </a:lnTo>
                  <a:lnTo>
                    <a:pt x="1" y="11507"/>
                  </a:lnTo>
                  <a:lnTo>
                    <a:pt x="39" y="11546"/>
                  </a:lnTo>
                  <a:lnTo>
                    <a:pt x="39" y="11623"/>
                  </a:lnTo>
                  <a:lnTo>
                    <a:pt x="39" y="11700"/>
                  </a:lnTo>
                  <a:lnTo>
                    <a:pt x="78" y="11739"/>
                  </a:lnTo>
                  <a:lnTo>
                    <a:pt x="116" y="11778"/>
                  </a:lnTo>
                  <a:lnTo>
                    <a:pt x="1005" y="12048"/>
                  </a:lnTo>
                  <a:lnTo>
                    <a:pt x="1893" y="12280"/>
                  </a:lnTo>
                  <a:lnTo>
                    <a:pt x="3669" y="12666"/>
                  </a:lnTo>
                  <a:lnTo>
                    <a:pt x="3785" y="12666"/>
                  </a:lnTo>
                  <a:lnTo>
                    <a:pt x="3862" y="12589"/>
                  </a:lnTo>
                  <a:lnTo>
                    <a:pt x="4750" y="11700"/>
                  </a:lnTo>
                  <a:lnTo>
                    <a:pt x="5716" y="10851"/>
                  </a:lnTo>
                  <a:lnTo>
                    <a:pt x="5600" y="11391"/>
                  </a:lnTo>
                  <a:lnTo>
                    <a:pt x="5523" y="11971"/>
                  </a:lnTo>
                  <a:lnTo>
                    <a:pt x="5523" y="12550"/>
                  </a:lnTo>
                  <a:lnTo>
                    <a:pt x="5600" y="13091"/>
                  </a:lnTo>
                  <a:lnTo>
                    <a:pt x="5136" y="13168"/>
                  </a:lnTo>
                  <a:lnTo>
                    <a:pt x="4712" y="13284"/>
                  </a:lnTo>
                  <a:lnTo>
                    <a:pt x="4248" y="13477"/>
                  </a:lnTo>
                  <a:lnTo>
                    <a:pt x="4017" y="13593"/>
                  </a:lnTo>
                  <a:lnTo>
                    <a:pt x="3862" y="13747"/>
                  </a:lnTo>
                  <a:lnTo>
                    <a:pt x="3824" y="13824"/>
                  </a:lnTo>
                  <a:lnTo>
                    <a:pt x="3862" y="13901"/>
                  </a:lnTo>
                  <a:lnTo>
                    <a:pt x="3824" y="13940"/>
                  </a:lnTo>
                  <a:lnTo>
                    <a:pt x="3785" y="14017"/>
                  </a:lnTo>
                  <a:lnTo>
                    <a:pt x="3824" y="14403"/>
                  </a:lnTo>
                  <a:lnTo>
                    <a:pt x="3901" y="14751"/>
                  </a:lnTo>
                  <a:lnTo>
                    <a:pt x="3669" y="14712"/>
                  </a:lnTo>
                  <a:lnTo>
                    <a:pt x="3399" y="14712"/>
                  </a:lnTo>
                  <a:lnTo>
                    <a:pt x="3167" y="14751"/>
                  </a:lnTo>
                  <a:lnTo>
                    <a:pt x="2935" y="14790"/>
                  </a:lnTo>
                  <a:lnTo>
                    <a:pt x="2665" y="14867"/>
                  </a:lnTo>
                  <a:lnTo>
                    <a:pt x="2433" y="14983"/>
                  </a:lnTo>
                  <a:lnTo>
                    <a:pt x="2240" y="15098"/>
                  </a:lnTo>
                  <a:lnTo>
                    <a:pt x="2009" y="15253"/>
                  </a:lnTo>
                  <a:lnTo>
                    <a:pt x="1931" y="15330"/>
                  </a:lnTo>
                  <a:lnTo>
                    <a:pt x="1931" y="15407"/>
                  </a:lnTo>
                  <a:lnTo>
                    <a:pt x="1970" y="15485"/>
                  </a:lnTo>
                  <a:lnTo>
                    <a:pt x="2047" y="15523"/>
                  </a:lnTo>
                  <a:lnTo>
                    <a:pt x="2704" y="15871"/>
                  </a:lnTo>
                  <a:lnTo>
                    <a:pt x="2356" y="16064"/>
                  </a:lnTo>
                  <a:lnTo>
                    <a:pt x="2047" y="16334"/>
                  </a:lnTo>
                  <a:lnTo>
                    <a:pt x="1738" y="16604"/>
                  </a:lnTo>
                  <a:lnTo>
                    <a:pt x="1468" y="16875"/>
                  </a:lnTo>
                  <a:lnTo>
                    <a:pt x="1198" y="17222"/>
                  </a:lnTo>
                  <a:lnTo>
                    <a:pt x="1005" y="17570"/>
                  </a:lnTo>
                  <a:lnTo>
                    <a:pt x="812" y="17956"/>
                  </a:lnTo>
                  <a:lnTo>
                    <a:pt x="657" y="18342"/>
                  </a:lnTo>
                  <a:lnTo>
                    <a:pt x="464" y="18960"/>
                  </a:lnTo>
                  <a:lnTo>
                    <a:pt x="387" y="19385"/>
                  </a:lnTo>
                  <a:lnTo>
                    <a:pt x="310" y="19809"/>
                  </a:lnTo>
                  <a:lnTo>
                    <a:pt x="271" y="20234"/>
                  </a:lnTo>
                  <a:lnTo>
                    <a:pt x="310" y="20659"/>
                  </a:lnTo>
                  <a:lnTo>
                    <a:pt x="348" y="20813"/>
                  </a:lnTo>
                  <a:lnTo>
                    <a:pt x="425" y="20968"/>
                  </a:lnTo>
                  <a:lnTo>
                    <a:pt x="503" y="21084"/>
                  </a:lnTo>
                  <a:lnTo>
                    <a:pt x="618" y="21200"/>
                  </a:lnTo>
                  <a:lnTo>
                    <a:pt x="773" y="21277"/>
                  </a:lnTo>
                  <a:lnTo>
                    <a:pt x="927" y="21315"/>
                  </a:lnTo>
                  <a:lnTo>
                    <a:pt x="1275" y="21393"/>
                  </a:lnTo>
                  <a:lnTo>
                    <a:pt x="1661" y="21354"/>
                  </a:lnTo>
                  <a:lnTo>
                    <a:pt x="2047" y="21277"/>
                  </a:lnTo>
                  <a:lnTo>
                    <a:pt x="2433" y="21161"/>
                  </a:lnTo>
                  <a:lnTo>
                    <a:pt x="2820" y="21007"/>
                  </a:lnTo>
                  <a:lnTo>
                    <a:pt x="3437" y="20698"/>
                  </a:lnTo>
                  <a:lnTo>
                    <a:pt x="3901" y="20389"/>
                  </a:lnTo>
                  <a:lnTo>
                    <a:pt x="4364" y="20003"/>
                  </a:lnTo>
                  <a:lnTo>
                    <a:pt x="4750" y="19539"/>
                  </a:lnTo>
                  <a:lnTo>
                    <a:pt x="5098" y="19037"/>
                  </a:lnTo>
                  <a:lnTo>
                    <a:pt x="5136" y="19230"/>
                  </a:lnTo>
                  <a:lnTo>
                    <a:pt x="5214" y="19423"/>
                  </a:lnTo>
                  <a:lnTo>
                    <a:pt x="5329" y="19578"/>
                  </a:lnTo>
                  <a:lnTo>
                    <a:pt x="5484" y="19771"/>
                  </a:lnTo>
                  <a:lnTo>
                    <a:pt x="5561" y="19809"/>
                  </a:lnTo>
                  <a:lnTo>
                    <a:pt x="5638" y="19809"/>
                  </a:lnTo>
                  <a:lnTo>
                    <a:pt x="5716" y="19771"/>
                  </a:lnTo>
                  <a:lnTo>
                    <a:pt x="5793" y="19694"/>
                  </a:lnTo>
                  <a:lnTo>
                    <a:pt x="5986" y="19153"/>
                  </a:lnTo>
                  <a:lnTo>
                    <a:pt x="6179" y="18612"/>
                  </a:lnTo>
                  <a:lnTo>
                    <a:pt x="6295" y="18033"/>
                  </a:lnTo>
                  <a:lnTo>
                    <a:pt x="6372" y="17454"/>
                  </a:lnTo>
                  <a:lnTo>
                    <a:pt x="6913" y="17608"/>
                  </a:lnTo>
                  <a:lnTo>
                    <a:pt x="7183" y="17608"/>
                  </a:lnTo>
                  <a:lnTo>
                    <a:pt x="7183" y="17531"/>
                  </a:lnTo>
                  <a:lnTo>
                    <a:pt x="7531" y="16720"/>
                  </a:lnTo>
                  <a:lnTo>
                    <a:pt x="7724" y="16334"/>
                  </a:lnTo>
                  <a:lnTo>
                    <a:pt x="7955" y="15948"/>
                  </a:lnTo>
                  <a:lnTo>
                    <a:pt x="8110" y="15987"/>
                  </a:lnTo>
                  <a:lnTo>
                    <a:pt x="8535" y="16064"/>
                  </a:lnTo>
                  <a:lnTo>
                    <a:pt x="8921" y="16102"/>
                  </a:lnTo>
                  <a:lnTo>
                    <a:pt x="9307" y="16064"/>
                  </a:lnTo>
                  <a:lnTo>
                    <a:pt x="9693" y="16025"/>
                  </a:lnTo>
                  <a:lnTo>
                    <a:pt x="9693" y="16025"/>
                  </a:lnTo>
                  <a:lnTo>
                    <a:pt x="8998" y="16604"/>
                  </a:lnTo>
                  <a:lnTo>
                    <a:pt x="8226" y="17106"/>
                  </a:lnTo>
                  <a:lnTo>
                    <a:pt x="8148" y="17222"/>
                  </a:lnTo>
                  <a:lnTo>
                    <a:pt x="8148" y="17300"/>
                  </a:lnTo>
                  <a:lnTo>
                    <a:pt x="8264" y="18110"/>
                  </a:lnTo>
                  <a:lnTo>
                    <a:pt x="8341" y="18883"/>
                  </a:lnTo>
                  <a:lnTo>
                    <a:pt x="8380" y="19655"/>
                  </a:lnTo>
                  <a:lnTo>
                    <a:pt x="8380" y="20427"/>
                  </a:lnTo>
                  <a:lnTo>
                    <a:pt x="8419" y="20543"/>
                  </a:lnTo>
                  <a:lnTo>
                    <a:pt x="8496" y="20620"/>
                  </a:lnTo>
                  <a:lnTo>
                    <a:pt x="8612" y="20659"/>
                  </a:lnTo>
                  <a:lnTo>
                    <a:pt x="8728" y="20620"/>
                  </a:lnTo>
                  <a:lnTo>
                    <a:pt x="11392" y="18806"/>
                  </a:lnTo>
                  <a:lnTo>
                    <a:pt x="12705" y="17840"/>
                  </a:lnTo>
                  <a:lnTo>
                    <a:pt x="13323" y="17338"/>
                  </a:lnTo>
                  <a:lnTo>
                    <a:pt x="13941" y="16836"/>
                  </a:lnTo>
                  <a:lnTo>
                    <a:pt x="13979" y="16759"/>
                  </a:lnTo>
                  <a:lnTo>
                    <a:pt x="13979" y="16682"/>
                  </a:lnTo>
                  <a:lnTo>
                    <a:pt x="13979" y="16643"/>
                  </a:lnTo>
                  <a:lnTo>
                    <a:pt x="13941" y="16257"/>
                  </a:lnTo>
                  <a:lnTo>
                    <a:pt x="13902" y="15871"/>
                  </a:lnTo>
                  <a:lnTo>
                    <a:pt x="13825" y="15098"/>
                  </a:lnTo>
                  <a:lnTo>
                    <a:pt x="13748" y="13747"/>
                  </a:lnTo>
                  <a:lnTo>
                    <a:pt x="14443" y="13129"/>
                  </a:lnTo>
                  <a:lnTo>
                    <a:pt x="15099" y="12473"/>
                  </a:lnTo>
                  <a:lnTo>
                    <a:pt x="15756" y="11816"/>
                  </a:lnTo>
                  <a:lnTo>
                    <a:pt x="16373" y="11121"/>
                  </a:lnTo>
                  <a:lnTo>
                    <a:pt x="17455" y="9924"/>
                  </a:lnTo>
                  <a:lnTo>
                    <a:pt x="18459" y="8650"/>
                  </a:lnTo>
                  <a:lnTo>
                    <a:pt x="19424" y="7376"/>
                  </a:lnTo>
                  <a:lnTo>
                    <a:pt x="20351" y="6024"/>
                  </a:lnTo>
                  <a:lnTo>
                    <a:pt x="21239" y="4673"/>
                  </a:lnTo>
                  <a:lnTo>
                    <a:pt x="22088" y="3321"/>
                  </a:lnTo>
                  <a:lnTo>
                    <a:pt x="22938" y="1931"/>
                  </a:lnTo>
                  <a:lnTo>
                    <a:pt x="23749" y="502"/>
                  </a:lnTo>
                  <a:lnTo>
                    <a:pt x="23749" y="425"/>
                  </a:lnTo>
                  <a:lnTo>
                    <a:pt x="23749" y="348"/>
                  </a:lnTo>
                  <a:lnTo>
                    <a:pt x="23749" y="270"/>
                  </a:lnTo>
                  <a:lnTo>
                    <a:pt x="23787" y="155"/>
                  </a:lnTo>
                  <a:lnTo>
                    <a:pt x="23787" y="77"/>
                  </a:lnTo>
                  <a:lnTo>
                    <a:pt x="23749" y="39"/>
                  </a:lnTo>
                  <a:lnTo>
                    <a:pt x="23672" y="0"/>
                  </a:lnTo>
                  <a:lnTo>
                    <a:pt x="23633" y="39"/>
                  </a:lnTo>
                  <a:lnTo>
                    <a:pt x="23633" y="77"/>
                  </a:lnTo>
                  <a:lnTo>
                    <a:pt x="235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6"/>
            <p:cNvSpPr/>
            <p:nvPr/>
          </p:nvSpPr>
          <p:spPr>
            <a:xfrm>
              <a:off x="5635500" y="4343650"/>
              <a:ext cx="54100" cy="45400"/>
            </a:xfrm>
            <a:custGeom>
              <a:avLst/>
              <a:gdLst/>
              <a:ahLst/>
              <a:cxnLst/>
              <a:rect l="l" t="t" r="r" b="b"/>
              <a:pathLst>
                <a:path w="2164" h="1816" extrusionOk="0">
                  <a:moveTo>
                    <a:pt x="1314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5"/>
                  </a:lnTo>
                  <a:lnTo>
                    <a:pt x="1777" y="889"/>
                  </a:lnTo>
                  <a:lnTo>
                    <a:pt x="1777" y="928"/>
                  </a:lnTo>
                  <a:lnTo>
                    <a:pt x="1738" y="1005"/>
                  </a:lnTo>
                  <a:lnTo>
                    <a:pt x="1661" y="1044"/>
                  </a:lnTo>
                  <a:lnTo>
                    <a:pt x="1584" y="1082"/>
                  </a:lnTo>
                  <a:lnTo>
                    <a:pt x="1275" y="1121"/>
                  </a:lnTo>
                  <a:lnTo>
                    <a:pt x="927" y="1121"/>
                  </a:lnTo>
                  <a:lnTo>
                    <a:pt x="619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1"/>
                  </a:lnTo>
                  <a:lnTo>
                    <a:pt x="348" y="1005"/>
                  </a:lnTo>
                  <a:lnTo>
                    <a:pt x="387" y="850"/>
                  </a:lnTo>
                  <a:lnTo>
                    <a:pt x="464" y="735"/>
                  </a:lnTo>
                  <a:lnTo>
                    <a:pt x="580" y="619"/>
                  </a:lnTo>
                  <a:lnTo>
                    <a:pt x="657" y="503"/>
                  </a:lnTo>
                  <a:lnTo>
                    <a:pt x="812" y="426"/>
                  </a:lnTo>
                  <a:lnTo>
                    <a:pt x="966" y="387"/>
                  </a:lnTo>
                  <a:close/>
                  <a:moveTo>
                    <a:pt x="1005" y="1"/>
                  </a:moveTo>
                  <a:lnTo>
                    <a:pt x="812" y="40"/>
                  </a:lnTo>
                  <a:lnTo>
                    <a:pt x="619" y="117"/>
                  </a:lnTo>
                  <a:lnTo>
                    <a:pt x="425" y="233"/>
                  </a:lnTo>
                  <a:lnTo>
                    <a:pt x="271" y="348"/>
                  </a:lnTo>
                  <a:lnTo>
                    <a:pt x="155" y="503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30"/>
                  </a:lnTo>
                  <a:lnTo>
                    <a:pt x="117" y="1623"/>
                  </a:lnTo>
                  <a:lnTo>
                    <a:pt x="155" y="1739"/>
                  </a:lnTo>
                  <a:lnTo>
                    <a:pt x="232" y="1777"/>
                  </a:lnTo>
                  <a:lnTo>
                    <a:pt x="348" y="1816"/>
                  </a:lnTo>
                  <a:lnTo>
                    <a:pt x="425" y="1739"/>
                  </a:lnTo>
                  <a:lnTo>
                    <a:pt x="580" y="1623"/>
                  </a:lnTo>
                  <a:lnTo>
                    <a:pt x="696" y="1546"/>
                  </a:lnTo>
                  <a:lnTo>
                    <a:pt x="889" y="1507"/>
                  </a:lnTo>
                  <a:lnTo>
                    <a:pt x="1429" y="1507"/>
                  </a:lnTo>
                  <a:lnTo>
                    <a:pt x="1584" y="1468"/>
                  </a:lnTo>
                  <a:lnTo>
                    <a:pt x="1777" y="1430"/>
                  </a:lnTo>
                  <a:lnTo>
                    <a:pt x="1931" y="1352"/>
                  </a:lnTo>
                  <a:lnTo>
                    <a:pt x="2047" y="1237"/>
                  </a:lnTo>
                  <a:lnTo>
                    <a:pt x="2125" y="1121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9"/>
                  </a:lnTo>
                  <a:lnTo>
                    <a:pt x="2086" y="464"/>
                  </a:lnTo>
                  <a:lnTo>
                    <a:pt x="1970" y="310"/>
                  </a:lnTo>
                  <a:lnTo>
                    <a:pt x="1816" y="194"/>
                  </a:lnTo>
                  <a:lnTo>
                    <a:pt x="1623" y="78"/>
                  </a:lnTo>
                  <a:lnTo>
                    <a:pt x="142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6"/>
            <p:cNvSpPr/>
            <p:nvPr/>
          </p:nvSpPr>
          <p:spPr>
            <a:xfrm>
              <a:off x="4572625" y="43774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2"/>
                  </a:lnTo>
                  <a:lnTo>
                    <a:pt x="23479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5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2"/>
                  </a:lnTo>
                  <a:lnTo>
                    <a:pt x="23865" y="3514"/>
                  </a:lnTo>
                  <a:lnTo>
                    <a:pt x="23788" y="3399"/>
                  </a:lnTo>
                  <a:lnTo>
                    <a:pt x="23749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1"/>
                  </a:lnTo>
                  <a:lnTo>
                    <a:pt x="16567" y="5407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8"/>
                  </a:lnTo>
                  <a:lnTo>
                    <a:pt x="15949" y="5020"/>
                  </a:lnTo>
                  <a:lnTo>
                    <a:pt x="16065" y="4982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8" y="4982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7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2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600"/>
                  </a:lnTo>
                  <a:lnTo>
                    <a:pt x="14250" y="5445"/>
                  </a:lnTo>
                  <a:lnTo>
                    <a:pt x="14365" y="5368"/>
                  </a:lnTo>
                  <a:lnTo>
                    <a:pt x="14443" y="5329"/>
                  </a:lnTo>
                  <a:close/>
                  <a:moveTo>
                    <a:pt x="18999" y="5484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0" y="5677"/>
                  </a:lnTo>
                  <a:lnTo>
                    <a:pt x="18845" y="5522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1" y="6102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8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891" y="6951"/>
                  </a:lnTo>
                  <a:lnTo>
                    <a:pt x="20467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9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2" y="5986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2" y="6295"/>
                  </a:lnTo>
                  <a:lnTo>
                    <a:pt x="23749" y="6565"/>
                  </a:lnTo>
                  <a:lnTo>
                    <a:pt x="23517" y="6797"/>
                  </a:lnTo>
                  <a:lnTo>
                    <a:pt x="23247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131" y="6102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8" y="6797"/>
                  </a:lnTo>
                  <a:lnTo>
                    <a:pt x="12628" y="6681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2"/>
                  </a:lnTo>
                  <a:close/>
                  <a:moveTo>
                    <a:pt x="22166" y="6565"/>
                  </a:moveTo>
                  <a:lnTo>
                    <a:pt x="22282" y="6604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6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3" y="7106"/>
                  </a:lnTo>
                  <a:lnTo>
                    <a:pt x="21471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50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6" y="7994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40" y="7723"/>
                  </a:lnTo>
                  <a:lnTo>
                    <a:pt x="11817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2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8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5" y="9770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3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3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6" y="11739"/>
                  </a:lnTo>
                  <a:lnTo>
                    <a:pt x="10658" y="11701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6" y="10697"/>
                  </a:lnTo>
                  <a:lnTo>
                    <a:pt x="10929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4" y="11778"/>
                  </a:lnTo>
                  <a:lnTo>
                    <a:pt x="6372" y="12010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9" y="11508"/>
                  </a:lnTo>
                  <a:lnTo>
                    <a:pt x="5754" y="11469"/>
                  </a:lnTo>
                  <a:close/>
                  <a:moveTo>
                    <a:pt x="10543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3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40" y="13207"/>
                  </a:lnTo>
                  <a:lnTo>
                    <a:pt x="7338" y="13014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4" y="12627"/>
                  </a:moveTo>
                  <a:lnTo>
                    <a:pt x="8959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8" y="13207"/>
                  </a:lnTo>
                  <a:lnTo>
                    <a:pt x="9037" y="13284"/>
                  </a:lnTo>
                  <a:lnTo>
                    <a:pt x="8805" y="13323"/>
                  </a:lnTo>
                  <a:lnTo>
                    <a:pt x="8573" y="13323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42" y="13014"/>
                  </a:lnTo>
                  <a:lnTo>
                    <a:pt x="8419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7" y="0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1" y="2279"/>
                  </a:lnTo>
                  <a:lnTo>
                    <a:pt x="23054" y="2395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63" y="3283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1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80"/>
                  </a:lnTo>
                  <a:lnTo>
                    <a:pt x="23479" y="4750"/>
                  </a:lnTo>
                  <a:lnTo>
                    <a:pt x="23440" y="4905"/>
                  </a:lnTo>
                  <a:lnTo>
                    <a:pt x="23440" y="5020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5" y="6295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5"/>
                  </a:lnTo>
                  <a:lnTo>
                    <a:pt x="21509" y="6411"/>
                  </a:lnTo>
                  <a:lnTo>
                    <a:pt x="21355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9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4"/>
                  </a:lnTo>
                  <a:lnTo>
                    <a:pt x="19463" y="5329"/>
                  </a:lnTo>
                  <a:lnTo>
                    <a:pt x="19385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1"/>
                  </a:lnTo>
                  <a:lnTo>
                    <a:pt x="18497" y="5407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3" y="4673"/>
                  </a:lnTo>
                  <a:lnTo>
                    <a:pt x="17957" y="4596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5" y="5098"/>
                  </a:lnTo>
                  <a:lnTo>
                    <a:pt x="16760" y="4943"/>
                  </a:lnTo>
                  <a:lnTo>
                    <a:pt x="16605" y="4789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636" y="4943"/>
                  </a:lnTo>
                  <a:lnTo>
                    <a:pt x="14443" y="4982"/>
                  </a:lnTo>
                  <a:lnTo>
                    <a:pt x="14288" y="5020"/>
                  </a:lnTo>
                  <a:lnTo>
                    <a:pt x="14134" y="5098"/>
                  </a:lnTo>
                  <a:lnTo>
                    <a:pt x="14057" y="5175"/>
                  </a:lnTo>
                  <a:lnTo>
                    <a:pt x="13941" y="5291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90"/>
                  </a:lnTo>
                  <a:lnTo>
                    <a:pt x="12164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508" y="7415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4"/>
                  </a:lnTo>
                  <a:lnTo>
                    <a:pt x="11315" y="8148"/>
                  </a:lnTo>
                  <a:lnTo>
                    <a:pt x="11354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1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6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10"/>
                  </a:lnTo>
                  <a:lnTo>
                    <a:pt x="9423" y="12087"/>
                  </a:lnTo>
                  <a:lnTo>
                    <a:pt x="9384" y="12203"/>
                  </a:lnTo>
                  <a:lnTo>
                    <a:pt x="9346" y="12319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9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9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3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5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5" y="10735"/>
                  </a:lnTo>
                  <a:lnTo>
                    <a:pt x="5330" y="10504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3" y="10311"/>
                  </a:lnTo>
                  <a:lnTo>
                    <a:pt x="4828" y="10311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61"/>
                  </a:lnTo>
                  <a:lnTo>
                    <a:pt x="3746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6"/>
                  </a:lnTo>
                  <a:lnTo>
                    <a:pt x="3013" y="9770"/>
                  </a:lnTo>
                  <a:lnTo>
                    <a:pt x="2974" y="9616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700" y="9191"/>
                  </a:lnTo>
                  <a:lnTo>
                    <a:pt x="1545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1"/>
                  </a:lnTo>
                  <a:lnTo>
                    <a:pt x="812" y="12936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53" y="11932"/>
                  </a:lnTo>
                  <a:lnTo>
                    <a:pt x="3515" y="11817"/>
                  </a:lnTo>
                  <a:lnTo>
                    <a:pt x="3437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3"/>
                  </a:lnTo>
                  <a:lnTo>
                    <a:pt x="619" y="12048"/>
                  </a:lnTo>
                  <a:lnTo>
                    <a:pt x="541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1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30" y="10388"/>
                  </a:lnTo>
                  <a:lnTo>
                    <a:pt x="1738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1" y="13786"/>
                  </a:lnTo>
                  <a:lnTo>
                    <a:pt x="9346" y="13709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9" y="12473"/>
                  </a:lnTo>
                  <a:lnTo>
                    <a:pt x="11122" y="12126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114"/>
                  </a:lnTo>
                  <a:lnTo>
                    <a:pt x="12358" y="8612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84" y="7299"/>
                  </a:lnTo>
                  <a:lnTo>
                    <a:pt x="13632" y="6990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3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0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9"/>
                  </a:lnTo>
                  <a:lnTo>
                    <a:pt x="24058" y="6990"/>
                  </a:lnTo>
                  <a:lnTo>
                    <a:pt x="24367" y="6642"/>
                  </a:lnTo>
                  <a:lnTo>
                    <a:pt x="24598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84"/>
                  </a:lnTo>
                  <a:lnTo>
                    <a:pt x="24058" y="1198"/>
                  </a:lnTo>
                  <a:lnTo>
                    <a:pt x="23788" y="811"/>
                  </a:lnTo>
                  <a:lnTo>
                    <a:pt x="23942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70" y="78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6"/>
            <p:cNvSpPr/>
            <p:nvPr/>
          </p:nvSpPr>
          <p:spPr>
            <a:xfrm>
              <a:off x="5082350" y="43871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9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3" y="2433"/>
                  </a:lnTo>
                  <a:lnTo>
                    <a:pt x="5368" y="2819"/>
                  </a:lnTo>
                  <a:lnTo>
                    <a:pt x="5484" y="3206"/>
                  </a:lnTo>
                  <a:lnTo>
                    <a:pt x="5522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2" y="5214"/>
                  </a:lnTo>
                  <a:lnTo>
                    <a:pt x="5445" y="5600"/>
                  </a:lnTo>
                  <a:lnTo>
                    <a:pt x="5329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09" y="8032"/>
                  </a:lnTo>
                  <a:lnTo>
                    <a:pt x="3939" y="8380"/>
                  </a:lnTo>
                  <a:lnTo>
                    <a:pt x="3630" y="8728"/>
                  </a:lnTo>
                  <a:lnTo>
                    <a:pt x="3283" y="9036"/>
                  </a:lnTo>
                  <a:lnTo>
                    <a:pt x="2935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8" y="10040"/>
                  </a:lnTo>
                  <a:lnTo>
                    <a:pt x="1313" y="10234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0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4"/>
                  </a:lnTo>
                  <a:lnTo>
                    <a:pt x="4827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8" y="5793"/>
                  </a:lnTo>
                  <a:lnTo>
                    <a:pt x="6024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4"/>
                  </a:lnTo>
                  <a:lnTo>
                    <a:pt x="4904" y="1005"/>
                  </a:lnTo>
                  <a:lnTo>
                    <a:pt x="4596" y="696"/>
                  </a:lnTo>
                  <a:lnTo>
                    <a:pt x="4287" y="425"/>
                  </a:lnTo>
                  <a:lnTo>
                    <a:pt x="3939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6"/>
            <p:cNvSpPr/>
            <p:nvPr/>
          </p:nvSpPr>
          <p:spPr>
            <a:xfrm>
              <a:off x="5492625" y="44122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1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1"/>
                  </a:lnTo>
                  <a:lnTo>
                    <a:pt x="3862" y="503"/>
                  </a:lnTo>
                  <a:lnTo>
                    <a:pt x="3322" y="773"/>
                  </a:lnTo>
                  <a:lnTo>
                    <a:pt x="2781" y="1082"/>
                  </a:lnTo>
                  <a:lnTo>
                    <a:pt x="2279" y="1429"/>
                  </a:lnTo>
                  <a:lnTo>
                    <a:pt x="1816" y="1854"/>
                  </a:lnTo>
                  <a:lnTo>
                    <a:pt x="1429" y="2279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7" y="4789"/>
                  </a:lnTo>
                  <a:lnTo>
                    <a:pt x="1" y="5368"/>
                  </a:lnTo>
                  <a:lnTo>
                    <a:pt x="348" y="5407"/>
                  </a:lnTo>
                  <a:lnTo>
                    <a:pt x="464" y="4982"/>
                  </a:lnTo>
                  <a:lnTo>
                    <a:pt x="580" y="4596"/>
                  </a:lnTo>
                  <a:lnTo>
                    <a:pt x="812" y="3978"/>
                  </a:lnTo>
                  <a:lnTo>
                    <a:pt x="1121" y="3399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7"/>
                  </a:lnTo>
                  <a:lnTo>
                    <a:pt x="3399" y="1159"/>
                  </a:lnTo>
                  <a:lnTo>
                    <a:pt x="3978" y="889"/>
                  </a:lnTo>
                  <a:lnTo>
                    <a:pt x="4635" y="657"/>
                  </a:lnTo>
                  <a:lnTo>
                    <a:pt x="5252" y="464"/>
                  </a:lnTo>
                  <a:lnTo>
                    <a:pt x="5909" y="387"/>
                  </a:lnTo>
                  <a:lnTo>
                    <a:pt x="6565" y="387"/>
                  </a:lnTo>
                  <a:lnTo>
                    <a:pt x="7222" y="464"/>
                  </a:lnTo>
                  <a:lnTo>
                    <a:pt x="7878" y="580"/>
                  </a:lnTo>
                  <a:lnTo>
                    <a:pt x="8496" y="812"/>
                  </a:lnTo>
                  <a:lnTo>
                    <a:pt x="9114" y="1082"/>
                  </a:lnTo>
                  <a:lnTo>
                    <a:pt x="9423" y="1275"/>
                  </a:lnTo>
                  <a:lnTo>
                    <a:pt x="9732" y="1507"/>
                  </a:lnTo>
                  <a:lnTo>
                    <a:pt x="10041" y="1700"/>
                  </a:lnTo>
                  <a:lnTo>
                    <a:pt x="10311" y="1931"/>
                  </a:lnTo>
                  <a:lnTo>
                    <a:pt x="10774" y="2472"/>
                  </a:lnTo>
                  <a:lnTo>
                    <a:pt x="11199" y="3013"/>
                  </a:lnTo>
                  <a:lnTo>
                    <a:pt x="11547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8"/>
                  </a:lnTo>
                  <a:lnTo>
                    <a:pt x="12859" y="6797"/>
                  </a:lnTo>
                  <a:lnTo>
                    <a:pt x="13130" y="7376"/>
                  </a:lnTo>
                  <a:lnTo>
                    <a:pt x="13439" y="7955"/>
                  </a:lnTo>
                  <a:lnTo>
                    <a:pt x="13825" y="8496"/>
                  </a:lnTo>
                  <a:lnTo>
                    <a:pt x="14250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500"/>
                  </a:lnTo>
                  <a:lnTo>
                    <a:pt x="15292" y="9654"/>
                  </a:lnTo>
                  <a:lnTo>
                    <a:pt x="15756" y="9809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9"/>
                  </a:lnTo>
                  <a:lnTo>
                    <a:pt x="17609" y="9616"/>
                  </a:lnTo>
                  <a:lnTo>
                    <a:pt x="17841" y="9500"/>
                  </a:lnTo>
                  <a:lnTo>
                    <a:pt x="18034" y="9384"/>
                  </a:lnTo>
                  <a:lnTo>
                    <a:pt x="18188" y="9230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2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80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6" y="8419"/>
                  </a:lnTo>
                  <a:lnTo>
                    <a:pt x="18072" y="8728"/>
                  </a:lnTo>
                  <a:lnTo>
                    <a:pt x="17802" y="8998"/>
                  </a:lnTo>
                  <a:lnTo>
                    <a:pt x="17493" y="9191"/>
                  </a:lnTo>
                  <a:lnTo>
                    <a:pt x="17184" y="9345"/>
                  </a:lnTo>
                  <a:lnTo>
                    <a:pt x="16837" y="9423"/>
                  </a:lnTo>
                  <a:lnTo>
                    <a:pt x="16451" y="9461"/>
                  </a:lnTo>
                  <a:lnTo>
                    <a:pt x="16103" y="9423"/>
                  </a:lnTo>
                  <a:lnTo>
                    <a:pt x="15717" y="9345"/>
                  </a:lnTo>
                  <a:lnTo>
                    <a:pt x="15369" y="9191"/>
                  </a:lnTo>
                  <a:lnTo>
                    <a:pt x="15022" y="8998"/>
                  </a:lnTo>
                  <a:lnTo>
                    <a:pt x="14713" y="8766"/>
                  </a:lnTo>
                  <a:lnTo>
                    <a:pt x="14404" y="8496"/>
                  </a:lnTo>
                  <a:lnTo>
                    <a:pt x="14172" y="8187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5" y="7183"/>
                  </a:lnTo>
                  <a:lnTo>
                    <a:pt x="13246" y="6526"/>
                  </a:lnTo>
                  <a:lnTo>
                    <a:pt x="12975" y="5831"/>
                  </a:lnTo>
                  <a:lnTo>
                    <a:pt x="12473" y="4480"/>
                  </a:lnTo>
                  <a:lnTo>
                    <a:pt x="12164" y="3823"/>
                  </a:lnTo>
                  <a:lnTo>
                    <a:pt x="11855" y="3206"/>
                  </a:lnTo>
                  <a:lnTo>
                    <a:pt x="11469" y="2588"/>
                  </a:lnTo>
                  <a:lnTo>
                    <a:pt x="11238" y="2279"/>
                  </a:lnTo>
                  <a:lnTo>
                    <a:pt x="11006" y="2009"/>
                  </a:lnTo>
                  <a:lnTo>
                    <a:pt x="10543" y="1584"/>
                  </a:lnTo>
                  <a:lnTo>
                    <a:pt x="10079" y="1198"/>
                  </a:lnTo>
                  <a:lnTo>
                    <a:pt x="9577" y="850"/>
                  </a:lnTo>
                  <a:lnTo>
                    <a:pt x="9037" y="580"/>
                  </a:lnTo>
                  <a:lnTo>
                    <a:pt x="8496" y="348"/>
                  </a:lnTo>
                  <a:lnTo>
                    <a:pt x="7917" y="194"/>
                  </a:lnTo>
                  <a:lnTo>
                    <a:pt x="7338" y="78"/>
                  </a:lnTo>
                  <a:lnTo>
                    <a:pt x="67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6"/>
            <p:cNvSpPr/>
            <p:nvPr/>
          </p:nvSpPr>
          <p:spPr>
            <a:xfrm>
              <a:off x="3907500" y="442282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0" y="464"/>
                  </a:moveTo>
                  <a:lnTo>
                    <a:pt x="11623" y="502"/>
                  </a:lnTo>
                  <a:lnTo>
                    <a:pt x="12048" y="541"/>
                  </a:lnTo>
                  <a:lnTo>
                    <a:pt x="12434" y="657"/>
                  </a:lnTo>
                  <a:lnTo>
                    <a:pt x="12627" y="734"/>
                  </a:lnTo>
                  <a:lnTo>
                    <a:pt x="12743" y="811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6" y="1699"/>
                  </a:lnTo>
                  <a:lnTo>
                    <a:pt x="12820" y="1892"/>
                  </a:lnTo>
                  <a:lnTo>
                    <a:pt x="12704" y="2086"/>
                  </a:lnTo>
                  <a:lnTo>
                    <a:pt x="12589" y="2240"/>
                  </a:lnTo>
                  <a:lnTo>
                    <a:pt x="12241" y="2472"/>
                  </a:lnTo>
                  <a:lnTo>
                    <a:pt x="11816" y="2742"/>
                  </a:lnTo>
                  <a:lnTo>
                    <a:pt x="11391" y="2935"/>
                  </a:lnTo>
                  <a:lnTo>
                    <a:pt x="10658" y="3205"/>
                  </a:lnTo>
                  <a:lnTo>
                    <a:pt x="9924" y="3437"/>
                  </a:lnTo>
                  <a:lnTo>
                    <a:pt x="9152" y="3707"/>
                  </a:lnTo>
                  <a:lnTo>
                    <a:pt x="8380" y="3900"/>
                  </a:lnTo>
                  <a:lnTo>
                    <a:pt x="7607" y="4094"/>
                  </a:lnTo>
                  <a:lnTo>
                    <a:pt x="6796" y="4287"/>
                  </a:lnTo>
                  <a:lnTo>
                    <a:pt x="5908" y="4441"/>
                  </a:lnTo>
                  <a:lnTo>
                    <a:pt x="5020" y="4596"/>
                  </a:lnTo>
                  <a:lnTo>
                    <a:pt x="4132" y="4711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0"/>
                  </a:lnTo>
                  <a:lnTo>
                    <a:pt x="1506" y="4673"/>
                  </a:lnTo>
                  <a:lnTo>
                    <a:pt x="1197" y="4557"/>
                  </a:lnTo>
                  <a:lnTo>
                    <a:pt x="888" y="4441"/>
                  </a:lnTo>
                  <a:lnTo>
                    <a:pt x="579" y="4248"/>
                  </a:lnTo>
                  <a:lnTo>
                    <a:pt x="657" y="4171"/>
                  </a:lnTo>
                  <a:lnTo>
                    <a:pt x="695" y="4055"/>
                  </a:lnTo>
                  <a:lnTo>
                    <a:pt x="695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1" y="3437"/>
                  </a:lnTo>
                  <a:lnTo>
                    <a:pt x="1313" y="3244"/>
                  </a:lnTo>
                  <a:lnTo>
                    <a:pt x="1854" y="2935"/>
                  </a:lnTo>
                  <a:lnTo>
                    <a:pt x="2278" y="2703"/>
                  </a:lnTo>
                  <a:lnTo>
                    <a:pt x="3012" y="2356"/>
                  </a:lnTo>
                  <a:lnTo>
                    <a:pt x="3707" y="2008"/>
                  </a:lnTo>
                  <a:lnTo>
                    <a:pt x="4479" y="1699"/>
                  </a:lnTo>
                  <a:lnTo>
                    <a:pt x="5252" y="1429"/>
                  </a:lnTo>
                  <a:lnTo>
                    <a:pt x="6024" y="1197"/>
                  </a:lnTo>
                  <a:lnTo>
                    <a:pt x="6835" y="1004"/>
                  </a:lnTo>
                  <a:lnTo>
                    <a:pt x="7607" y="811"/>
                  </a:lnTo>
                  <a:lnTo>
                    <a:pt x="8418" y="695"/>
                  </a:lnTo>
                  <a:lnTo>
                    <a:pt x="9229" y="580"/>
                  </a:lnTo>
                  <a:lnTo>
                    <a:pt x="10040" y="541"/>
                  </a:lnTo>
                  <a:lnTo>
                    <a:pt x="10735" y="502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1" y="1313"/>
                  </a:lnTo>
                  <a:lnTo>
                    <a:pt x="13708" y="1506"/>
                  </a:lnTo>
                  <a:lnTo>
                    <a:pt x="13747" y="1738"/>
                  </a:lnTo>
                  <a:lnTo>
                    <a:pt x="13708" y="2008"/>
                  </a:lnTo>
                  <a:lnTo>
                    <a:pt x="13631" y="2240"/>
                  </a:lnTo>
                  <a:lnTo>
                    <a:pt x="13515" y="2472"/>
                  </a:lnTo>
                  <a:lnTo>
                    <a:pt x="13399" y="2703"/>
                  </a:lnTo>
                  <a:lnTo>
                    <a:pt x="13206" y="2896"/>
                  </a:lnTo>
                  <a:lnTo>
                    <a:pt x="12859" y="3205"/>
                  </a:lnTo>
                  <a:lnTo>
                    <a:pt x="12473" y="3437"/>
                  </a:lnTo>
                  <a:lnTo>
                    <a:pt x="12048" y="3669"/>
                  </a:lnTo>
                  <a:lnTo>
                    <a:pt x="11623" y="3900"/>
                  </a:lnTo>
                  <a:lnTo>
                    <a:pt x="10658" y="4287"/>
                  </a:lnTo>
                  <a:lnTo>
                    <a:pt x="9731" y="4634"/>
                  </a:lnTo>
                  <a:lnTo>
                    <a:pt x="8766" y="4904"/>
                  </a:lnTo>
                  <a:lnTo>
                    <a:pt x="7762" y="5175"/>
                  </a:lnTo>
                  <a:lnTo>
                    <a:pt x="6758" y="5406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8"/>
                  </a:lnTo>
                  <a:lnTo>
                    <a:pt x="2780" y="5986"/>
                  </a:lnTo>
                  <a:lnTo>
                    <a:pt x="2278" y="5986"/>
                  </a:lnTo>
                  <a:lnTo>
                    <a:pt x="1815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5" y="5484"/>
                  </a:lnTo>
                  <a:lnTo>
                    <a:pt x="502" y="5252"/>
                  </a:lnTo>
                  <a:lnTo>
                    <a:pt x="348" y="5020"/>
                  </a:lnTo>
                  <a:lnTo>
                    <a:pt x="309" y="4866"/>
                  </a:lnTo>
                  <a:lnTo>
                    <a:pt x="309" y="4750"/>
                  </a:lnTo>
                  <a:lnTo>
                    <a:pt x="309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3"/>
                  </a:lnTo>
                  <a:lnTo>
                    <a:pt x="1931" y="5252"/>
                  </a:lnTo>
                  <a:lnTo>
                    <a:pt x="2587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6" y="5059"/>
                  </a:lnTo>
                  <a:lnTo>
                    <a:pt x="6912" y="4789"/>
                  </a:lnTo>
                  <a:lnTo>
                    <a:pt x="7839" y="4596"/>
                  </a:lnTo>
                  <a:lnTo>
                    <a:pt x="8727" y="4402"/>
                  </a:lnTo>
                  <a:lnTo>
                    <a:pt x="9615" y="4132"/>
                  </a:lnTo>
                  <a:lnTo>
                    <a:pt x="10503" y="3862"/>
                  </a:lnTo>
                  <a:lnTo>
                    <a:pt x="11353" y="3514"/>
                  </a:lnTo>
                  <a:lnTo>
                    <a:pt x="12164" y="3128"/>
                  </a:lnTo>
                  <a:lnTo>
                    <a:pt x="12434" y="2974"/>
                  </a:lnTo>
                  <a:lnTo>
                    <a:pt x="12704" y="2819"/>
                  </a:lnTo>
                  <a:lnTo>
                    <a:pt x="12936" y="2588"/>
                  </a:lnTo>
                  <a:lnTo>
                    <a:pt x="13129" y="2394"/>
                  </a:lnTo>
                  <a:lnTo>
                    <a:pt x="13322" y="2124"/>
                  </a:lnTo>
                  <a:lnTo>
                    <a:pt x="13438" y="1854"/>
                  </a:lnTo>
                  <a:lnTo>
                    <a:pt x="13515" y="1584"/>
                  </a:lnTo>
                  <a:lnTo>
                    <a:pt x="13515" y="1236"/>
                  </a:lnTo>
                  <a:lnTo>
                    <a:pt x="13477" y="1120"/>
                  </a:lnTo>
                  <a:close/>
                  <a:moveTo>
                    <a:pt x="10658" y="0"/>
                  </a:moveTo>
                  <a:lnTo>
                    <a:pt x="9886" y="39"/>
                  </a:lnTo>
                  <a:lnTo>
                    <a:pt x="9113" y="116"/>
                  </a:lnTo>
                  <a:lnTo>
                    <a:pt x="8302" y="232"/>
                  </a:lnTo>
                  <a:lnTo>
                    <a:pt x="7530" y="348"/>
                  </a:lnTo>
                  <a:lnTo>
                    <a:pt x="6719" y="541"/>
                  </a:lnTo>
                  <a:lnTo>
                    <a:pt x="5908" y="734"/>
                  </a:lnTo>
                  <a:lnTo>
                    <a:pt x="5020" y="1004"/>
                  </a:lnTo>
                  <a:lnTo>
                    <a:pt x="4132" y="1352"/>
                  </a:lnTo>
                  <a:lnTo>
                    <a:pt x="3244" y="1699"/>
                  </a:lnTo>
                  <a:lnTo>
                    <a:pt x="2394" y="2124"/>
                  </a:lnTo>
                  <a:lnTo>
                    <a:pt x="1776" y="2433"/>
                  </a:lnTo>
                  <a:lnTo>
                    <a:pt x="1390" y="2626"/>
                  </a:lnTo>
                  <a:lnTo>
                    <a:pt x="1043" y="2858"/>
                  </a:lnTo>
                  <a:lnTo>
                    <a:pt x="695" y="3090"/>
                  </a:lnTo>
                  <a:lnTo>
                    <a:pt x="463" y="3398"/>
                  </a:lnTo>
                  <a:lnTo>
                    <a:pt x="348" y="3553"/>
                  </a:lnTo>
                  <a:lnTo>
                    <a:pt x="270" y="3707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3" y="4132"/>
                  </a:lnTo>
                  <a:lnTo>
                    <a:pt x="193" y="4171"/>
                  </a:lnTo>
                  <a:lnTo>
                    <a:pt x="116" y="4325"/>
                  </a:lnTo>
                  <a:lnTo>
                    <a:pt x="39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5136"/>
                  </a:lnTo>
                  <a:lnTo>
                    <a:pt x="193" y="5445"/>
                  </a:lnTo>
                  <a:lnTo>
                    <a:pt x="348" y="5638"/>
                  </a:lnTo>
                  <a:lnTo>
                    <a:pt x="502" y="5831"/>
                  </a:lnTo>
                  <a:lnTo>
                    <a:pt x="695" y="5947"/>
                  </a:lnTo>
                  <a:lnTo>
                    <a:pt x="927" y="6063"/>
                  </a:lnTo>
                  <a:lnTo>
                    <a:pt x="965" y="6256"/>
                  </a:lnTo>
                  <a:lnTo>
                    <a:pt x="1274" y="6179"/>
                  </a:lnTo>
                  <a:lnTo>
                    <a:pt x="1313" y="6217"/>
                  </a:lnTo>
                  <a:lnTo>
                    <a:pt x="1313" y="6256"/>
                  </a:lnTo>
                  <a:lnTo>
                    <a:pt x="1352" y="6295"/>
                  </a:lnTo>
                  <a:lnTo>
                    <a:pt x="1467" y="6256"/>
                  </a:lnTo>
                  <a:lnTo>
                    <a:pt x="1815" y="6295"/>
                  </a:lnTo>
                  <a:lnTo>
                    <a:pt x="2394" y="6333"/>
                  </a:lnTo>
                  <a:lnTo>
                    <a:pt x="3012" y="6372"/>
                  </a:lnTo>
                  <a:lnTo>
                    <a:pt x="3591" y="6333"/>
                  </a:lnTo>
                  <a:lnTo>
                    <a:pt x="4171" y="6295"/>
                  </a:lnTo>
                  <a:lnTo>
                    <a:pt x="5368" y="6101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3" y="5522"/>
                  </a:lnTo>
                  <a:lnTo>
                    <a:pt x="9036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5" y="4132"/>
                  </a:lnTo>
                  <a:lnTo>
                    <a:pt x="12125" y="4248"/>
                  </a:lnTo>
                  <a:lnTo>
                    <a:pt x="12395" y="4287"/>
                  </a:lnTo>
                  <a:lnTo>
                    <a:pt x="12782" y="4711"/>
                  </a:lnTo>
                  <a:lnTo>
                    <a:pt x="13013" y="4518"/>
                  </a:lnTo>
                  <a:lnTo>
                    <a:pt x="12434" y="3939"/>
                  </a:lnTo>
                  <a:lnTo>
                    <a:pt x="12897" y="3669"/>
                  </a:lnTo>
                  <a:lnTo>
                    <a:pt x="13361" y="3321"/>
                  </a:lnTo>
                  <a:lnTo>
                    <a:pt x="13631" y="3051"/>
                  </a:lnTo>
                  <a:lnTo>
                    <a:pt x="13824" y="2703"/>
                  </a:lnTo>
                  <a:lnTo>
                    <a:pt x="14133" y="2626"/>
                  </a:lnTo>
                  <a:lnTo>
                    <a:pt x="14017" y="2317"/>
                  </a:lnTo>
                  <a:lnTo>
                    <a:pt x="14095" y="2008"/>
                  </a:lnTo>
                  <a:lnTo>
                    <a:pt x="14133" y="1738"/>
                  </a:lnTo>
                  <a:lnTo>
                    <a:pt x="14095" y="1468"/>
                  </a:lnTo>
                  <a:lnTo>
                    <a:pt x="14017" y="1236"/>
                  </a:lnTo>
                  <a:lnTo>
                    <a:pt x="13901" y="1004"/>
                  </a:lnTo>
                  <a:lnTo>
                    <a:pt x="13747" y="811"/>
                  </a:lnTo>
                  <a:lnTo>
                    <a:pt x="13477" y="618"/>
                  </a:lnTo>
                  <a:lnTo>
                    <a:pt x="13168" y="502"/>
                  </a:lnTo>
                  <a:lnTo>
                    <a:pt x="13091" y="502"/>
                  </a:lnTo>
                  <a:lnTo>
                    <a:pt x="12897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2" y="116"/>
                  </a:lnTo>
                  <a:lnTo>
                    <a:pt x="11816" y="3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6"/>
            <p:cNvSpPr/>
            <p:nvPr/>
          </p:nvSpPr>
          <p:spPr>
            <a:xfrm>
              <a:off x="299900" y="4449850"/>
              <a:ext cx="375550" cy="386175"/>
            </a:xfrm>
            <a:custGeom>
              <a:avLst/>
              <a:gdLst/>
              <a:ahLst/>
              <a:cxnLst/>
              <a:rect l="l" t="t" r="r" b="b"/>
              <a:pathLst>
                <a:path w="15022" h="15447" extrusionOk="0">
                  <a:moveTo>
                    <a:pt x="8032" y="503"/>
                  </a:move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05"/>
                  </a:lnTo>
                  <a:lnTo>
                    <a:pt x="10697" y="1236"/>
                  </a:lnTo>
                  <a:lnTo>
                    <a:pt x="11160" y="1507"/>
                  </a:lnTo>
                  <a:lnTo>
                    <a:pt x="11623" y="1815"/>
                  </a:lnTo>
                  <a:lnTo>
                    <a:pt x="10813" y="2163"/>
                  </a:lnTo>
                  <a:lnTo>
                    <a:pt x="10079" y="2588"/>
                  </a:lnTo>
                  <a:lnTo>
                    <a:pt x="9307" y="3090"/>
                  </a:lnTo>
                  <a:lnTo>
                    <a:pt x="8611" y="3592"/>
                  </a:lnTo>
                  <a:lnTo>
                    <a:pt x="7955" y="4171"/>
                  </a:lnTo>
                  <a:lnTo>
                    <a:pt x="7299" y="4789"/>
                  </a:lnTo>
                  <a:lnTo>
                    <a:pt x="6719" y="5445"/>
                  </a:lnTo>
                  <a:lnTo>
                    <a:pt x="6140" y="6140"/>
                  </a:lnTo>
                  <a:lnTo>
                    <a:pt x="5638" y="6835"/>
                  </a:lnTo>
                  <a:lnTo>
                    <a:pt x="5213" y="7608"/>
                  </a:lnTo>
                  <a:lnTo>
                    <a:pt x="4789" y="8380"/>
                  </a:lnTo>
                  <a:lnTo>
                    <a:pt x="4480" y="9191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3" y="11739"/>
                  </a:lnTo>
                  <a:lnTo>
                    <a:pt x="3746" y="12628"/>
                  </a:lnTo>
                  <a:lnTo>
                    <a:pt x="3592" y="12666"/>
                  </a:lnTo>
                  <a:lnTo>
                    <a:pt x="3283" y="11817"/>
                  </a:lnTo>
                  <a:lnTo>
                    <a:pt x="3051" y="11006"/>
                  </a:lnTo>
                  <a:lnTo>
                    <a:pt x="2858" y="10195"/>
                  </a:lnTo>
                  <a:lnTo>
                    <a:pt x="2703" y="9345"/>
                  </a:lnTo>
                  <a:lnTo>
                    <a:pt x="2588" y="8496"/>
                  </a:lnTo>
                  <a:lnTo>
                    <a:pt x="2549" y="7646"/>
                  </a:lnTo>
                  <a:lnTo>
                    <a:pt x="2588" y="6797"/>
                  </a:lnTo>
                  <a:lnTo>
                    <a:pt x="2703" y="5909"/>
                  </a:lnTo>
                  <a:lnTo>
                    <a:pt x="2858" y="5214"/>
                  </a:lnTo>
                  <a:lnTo>
                    <a:pt x="3051" y="4480"/>
                  </a:lnTo>
                  <a:lnTo>
                    <a:pt x="3321" y="3823"/>
                  </a:lnTo>
                  <a:lnTo>
                    <a:pt x="3669" y="3167"/>
                  </a:lnTo>
                  <a:lnTo>
                    <a:pt x="4016" y="2549"/>
                  </a:lnTo>
                  <a:lnTo>
                    <a:pt x="4441" y="1970"/>
                  </a:lnTo>
                  <a:lnTo>
                    <a:pt x="4904" y="1391"/>
                  </a:lnTo>
                  <a:lnTo>
                    <a:pt x="5406" y="850"/>
                  </a:lnTo>
                  <a:lnTo>
                    <a:pt x="5908" y="696"/>
                  </a:lnTo>
                  <a:lnTo>
                    <a:pt x="6410" y="618"/>
                  </a:lnTo>
                  <a:lnTo>
                    <a:pt x="6951" y="541"/>
                  </a:lnTo>
                  <a:lnTo>
                    <a:pt x="7492" y="503"/>
                  </a:lnTo>
                  <a:close/>
                  <a:moveTo>
                    <a:pt x="11971" y="2086"/>
                  </a:moveTo>
                  <a:lnTo>
                    <a:pt x="12357" y="2433"/>
                  </a:lnTo>
                  <a:lnTo>
                    <a:pt x="12705" y="2781"/>
                  </a:lnTo>
                  <a:lnTo>
                    <a:pt x="13052" y="3206"/>
                  </a:lnTo>
                  <a:lnTo>
                    <a:pt x="13322" y="3630"/>
                  </a:lnTo>
                  <a:lnTo>
                    <a:pt x="13593" y="4094"/>
                  </a:lnTo>
                  <a:lnTo>
                    <a:pt x="13863" y="4557"/>
                  </a:lnTo>
                  <a:lnTo>
                    <a:pt x="14056" y="5059"/>
                  </a:lnTo>
                  <a:lnTo>
                    <a:pt x="14211" y="5600"/>
                  </a:lnTo>
                  <a:lnTo>
                    <a:pt x="14326" y="6102"/>
                  </a:lnTo>
                  <a:lnTo>
                    <a:pt x="14442" y="6604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1"/>
                  </a:lnTo>
                  <a:lnTo>
                    <a:pt x="11392" y="7144"/>
                  </a:lnTo>
                  <a:lnTo>
                    <a:pt x="10658" y="7376"/>
                  </a:lnTo>
                  <a:lnTo>
                    <a:pt x="9963" y="7685"/>
                  </a:lnTo>
                  <a:lnTo>
                    <a:pt x="9229" y="8032"/>
                  </a:lnTo>
                  <a:lnTo>
                    <a:pt x="8534" y="8419"/>
                  </a:lnTo>
                  <a:lnTo>
                    <a:pt x="7878" y="8843"/>
                  </a:lnTo>
                  <a:lnTo>
                    <a:pt x="7260" y="9268"/>
                  </a:lnTo>
                  <a:lnTo>
                    <a:pt x="6642" y="9770"/>
                  </a:lnTo>
                  <a:lnTo>
                    <a:pt x="6102" y="10311"/>
                  </a:lnTo>
                  <a:lnTo>
                    <a:pt x="5561" y="10890"/>
                  </a:lnTo>
                  <a:lnTo>
                    <a:pt x="5098" y="11469"/>
                  </a:lnTo>
                  <a:lnTo>
                    <a:pt x="4634" y="12126"/>
                  </a:lnTo>
                  <a:lnTo>
                    <a:pt x="4248" y="12782"/>
                  </a:lnTo>
                  <a:lnTo>
                    <a:pt x="4132" y="12705"/>
                  </a:lnTo>
                  <a:lnTo>
                    <a:pt x="3978" y="12666"/>
                  </a:lnTo>
                  <a:lnTo>
                    <a:pt x="4094" y="11778"/>
                  </a:lnTo>
                  <a:lnTo>
                    <a:pt x="4325" y="10929"/>
                  </a:lnTo>
                  <a:lnTo>
                    <a:pt x="4557" y="10079"/>
                  </a:lnTo>
                  <a:lnTo>
                    <a:pt x="4866" y="9268"/>
                  </a:lnTo>
                  <a:lnTo>
                    <a:pt x="5213" y="8496"/>
                  </a:lnTo>
                  <a:lnTo>
                    <a:pt x="5600" y="7724"/>
                  </a:lnTo>
                  <a:lnTo>
                    <a:pt x="6024" y="6990"/>
                  </a:lnTo>
                  <a:lnTo>
                    <a:pt x="6526" y="6256"/>
                  </a:lnTo>
                  <a:lnTo>
                    <a:pt x="7067" y="5600"/>
                  </a:lnTo>
                  <a:lnTo>
                    <a:pt x="7607" y="4943"/>
                  </a:lnTo>
                  <a:lnTo>
                    <a:pt x="8225" y="4364"/>
                  </a:lnTo>
                  <a:lnTo>
                    <a:pt x="8920" y="3823"/>
                  </a:lnTo>
                  <a:lnTo>
                    <a:pt x="9615" y="3321"/>
                  </a:lnTo>
                  <a:lnTo>
                    <a:pt x="10349" y="2858"/>
                  </a:lnTo>
                  <a:lnTo>
                    <a:pt x="11121" y="2433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39"/>
                  </a:lnTo>
                  <a:lnTo>
                    <a:pt x="14442" y="8689"/>
                  </a:lnTo>
                  <a:lnTo>
                    <a:pt x="14288" y="9538"/>
                  </a:lnTo>
                  <a:lnTo>
                    <a:pt x="14172" y="9925"/>
                  </a:lnTo>
                  <a:lnTo>
                    <a:pt x="14056" y="10349"/>
                  </a:lnTo>
                  <a:lnTo>
                    <a:pt x="13902" y="10735"/>
                  </a:lnTo>
                  <a:lnTo>
                    <a:pt x="13709" y="11122"/>
                  </a:lnTo>
                  <a:lnTo>
                    <a:pt x="13516" y="11508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50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1" y="13014"/>
                  </a:lnTo>
                  <a:lnTo>
                    <a:pt x="11701" y="12898"/>
                  </a:lnTo>
                  <a:lnTo>
                    <a:pt x="11121" y="12743"/>
                  </a:lnTo>
                  <a:lnTo>
                    <a:pt x="10542" y="12628"/>
                  </a:lnTo>
                  <a:lnTo>
                    <a:pt x="10002" y="12550"/>
                  </a:lnTo>
                  <a:lnTo>
                    <a:pt x="9422" y="12473"/>
                  </a:lnTo>
                  <a:lnTo>
                    <a:pt x="8843" y="12435"/>
                  </a:lnTo>
                  <a:lnTo>
                    <a:pt x="8303" y="12435"/>
                  </a:lnTo>
                  <a:lnTo>
                    <a:pt x="7762" y="12473"/>
                  </a:lnTo>
                  <a:lnTo>
                    <a:pt x="7221" y="12550"/>
                  </a:lnTo>
                  <a:lnTo>
                    <a:pt x="6719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23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01"/>
                  </a:lnTo>
                  <a:lnTo>
                    <a:pt x="5870" y="11160"/>
                  </a:lnTo>
                  <a:lnTo>
                    <a:pt x="6410" y="10620"/>
                  </a:lnTo>
                  <a:lnTo>
                    <a:pt x="6990" y="10118"/>
                  </a:lnTo>
                  <a:lnTo>
                    <a:pt x="7569" y="9616"/>
                  </a:lnTo>
                  <a:lnTo>
                    <a:pt x="8148" y="9191"/>
                  </a:lnTo>
                  <a:lnTo>
                    <a:pt x="8766" y="8805"/>
                  </a:lnTo>
                  <a:lnTo>
                    <a:pt x="9422" y="8419"/>
                  </a:lnTo>
                  <a:lnTo>
                    <a:pt x="10079" y="8110"/>
                  </a:lnTo>
                  <a:lnTo>
                    <a:pt x="10735" y="7801"/>
                  </a:lnTo>
                  <a:lnTo>
                    <a:pt x="11469" y="7569"/>
                  </a:lnTo>
                  <a:lnTo>
                    <a:pt x="12164" y="7337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6"/>
                  </a:moveTo>
                  <a:lnTo>
                    <a:pt x="4055" y="1815"/>
                  </a:lnTo>
                  <a:lnTo>
                    <a:pt x="3630" y="2433"/>
                  </a:lnTo>
                  <a:lnTo>
                    <a:pt x="3244" y="3090"/>
                  </a:lnTo>
                  <a:lnTo>
                    <a:pt x="2935" y="3785"/>
                  </a:lnTo>
                  <a:lnTo>
                    <a:pt x="2665" y="4519"/>
                  </a:lnTo>
                  <a:lnTo>
                    <a:pt x="2472" y="5252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4"/>
                  </a:lnTo>
                  <a:lnTo>
                    <a:pt x="2394" y="9847"/>
                  </a:lnTo>
                  <a:lnTo>
                    <a:pt x="2549" y="10620"/>
                  </a:lnTo>
                  <a:lnTo>
                    <a:pt x="2781" y="11353"/>
                  </a:lnTo>
                  <a:lnTo>
                    <a:pt x="3012" y="12048"/>
                  </a:lnTo>
                  <a:lnTo>
                    <a:pt x="3321" y="12743"/>
                  </a:lnTo>
                  <a:lnTo>
                    <a:pt x="3128" y="12859"/>
                  </a:lnTo>
                  <a:lnTo>
                    <a:pt x="2935" y="13014"/>
                  </a:lnTo>
                  <a:lnTo>
                    <a:pt x="2819" y="13207"/>
                  </a:lnTo>
                  <a:lnTo>
                    <a:pt x="2742" y="13439"/>
                  </a:lnTo>
                  <a:lnTo>
                    <a:pt x="2394" y="12975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6" y="11585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075"/>
                  </a:lnTo>
                  <a:lnTo>
                    <a:pt x="541" y="8534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1"/>
                  </a:lnTo>
                  <a:lnTo>
                    <a:pt x="773" y="5870"/>
                  </a:lnTo>
                  <a:lnTo>
                    <a:pt x="927" y="5291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1970"/>
                  </a:lnTo>
                  <a:lnTo>
                    <a:pt x="3939" y="1584"/>
                  </a:lnTo>
                  <a:lnTo>
                    <a:pt x="4518" y="1236"/>
                  </a:lnTo>
                  <a:close/>
                  <a:moveTo>
                    <a:pt x="3862" y="12975"/>
                  </a:moveTo>
                  <a:lnTo>
                    <a:pt x="4016" y="13014"/>
                  </a:lnTo>
                  <a:lnTo>
                    <a:pt x="4171" y="13130"/>
                  </a:lnTo>
                  <a:lnTo>
                    <a:pt x="4287" y="13284"/>
                  </a:lnTo>
                  <a:lnTo>
                    <a:pt x="4325" y="13439"/>
                  </a:lnTo>
                  <a:lnTo>
                    <a:pt x="4364" y="13593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5" y="13786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00"/>
                  </a:lnTo>
                  <a:lnTo>
                    <a:pt x="3051" y="13439"/>
                  </a:lnTo>
                  <a:lnTo>
                    <a:pt x="2974" y="13516"/>
                  </a:lnTo>
                  <a:lnTo>
                    <a:pt x="3051" y="13361"/>
                  </a:lnTo>
                  <a:lnTo>
                    <a:pt x="3167" y="13207"/>
                  </a:lnTo>
                  <a:lnTo>
                    <a:pt x="3321" y="13091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8187" y="12821"/>
                  </a:moveTo>
                  <a:lnTo>
                    <a:pt x="9152" y="12859"/>
                  </a:lnTo>
                  <a:lnTo>
                    <a:pt x="9615" y="12898"/>
                  </a:lnTo>
                  <a:lnTo>
                    <a:pt x="10117" y="12937"/>
                  </a:lnTo>
                  <a:lnTo>
                    <a:pt x="10504" y="13014"/>
                  </a:lnTo>
                  <a:lnTo>
                    <a:pt x="11006" y="13091"/>
                  </a:lnTo>
                  <a:lnTo>
                    <a:pt x="11508" y="13245"/>
                  </a:lnTo>
                  <a:lnTo>
                    <a:pt x="11701" y="13323"/>
                  </a:lnTo>
                  <a:lnTo>
                    <a:pt x="11894" y="13439"/>
                  </a:lnTo>
                  <a:lnTo>
                    <a:pt x="11508" y="13747"/>
                  </a:lnTo>
                  <a:lnTo>
                    <a:pt x="11083" y="14018"/>
                  </a:lnTo>
                  <a:lnTo>
                    <a:pt x="10658" y="14249"/>
                  </a:lnTo>
                  <a:lnTo>
                    <a:pt x="10233" y="14442"/>
                  </a:lnTo>
                  <a:lnTo>
                    <a:pt x="9770" y="14597"/>
                  </a:lnTo>
                  <a:lnTo>
                    <a:pt x="9307" y="14751"/>
                  </a:lnTo>
                  <a:lnTo>
                    <a:pt x="8843" y="14829"/>
                  </a:lnTo>
                  <a:lnTo>
                    <a:pt x="8341" y="14906"/>
                  </a:lnTo>
                  <a:lnTo>
                    <a:pt x="7878" y="14944"/>
                  </a:lnTo>
                  <a:lnTo>
                    <a:pt x="7376" y="14944"/>
                  </a:lnTo>
                  <a:lnTo>
                    <a:pt x="6912" y="14906"/>
                  </a:lnTo>
                  <a:lnTo>
                    <a:pt x="6410" y="14867"/>
                  </a:lnTo>
                  <a:lnTo>
                    <a:pt x="5947" y="14751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6" y="14288"/>
                  </a:lnTo>
                  <a:lnTo>
                    <a:pt x="4711" y="14018"/>
                  </a:lnTo>
                  <a:lnTo>
                    <a:pt x="4750" y="13709"/>
                  </a:lnTo>
                  <a:lnTo>
                    <a:pt x="4711" y="13593"/>
                  </a:lnTo>
                  <a:lnTo>
                    <a:pt x="5561" y="13284"/>
                  </a:lnTo>
                  <a:lnTo>
                    <a:pt x="6410" y="13091"/>
                  </a:lnTo>
                  <a:lnTo>
                    <a:pt x="7299" y="12937"/>
                  </a:lnTo>
                  <a:lnTo>
                    <a:pt x="8187" y="12821"/>
                  </a:lnTo>
                  <a:close/>
                  <a:moveTo>
                    <a:pt x="6990" y="1"/>
                  </a:moveTo>
                  <a:lnTo>
                    <a:pt x="6449" y="78"/>
                  </a:lnTo>
                  <a:lnTo>
                    <a:pt x="5870" y="194"/>
                  </a:lnTo>
                  <a:lnTo>
                    <a:pt x="5329" y="348"/>
                  </a:lnTo>
                  <a:lnTo>
                    <a:pt x="4789" y="580"/>
                  </a:lnTo>
                  <a:lnTo>
                    <a:pt x="4248" y="811"/>
                  </a:lnTo>
                  <a:lnTo>
                    <a:pt x="3785" y="1082"/>
                  </a:lnTo>
                  <a:lnTo>
                    <a:pt x="3283" y="1391"/>
                  </a:lnTo>
                  <a:lnTo>
                    <a:pt x="2819" y="1738"/>
                  </a:lnTo>
                  <a:lnTo>
                    <a:pt x="2394" y="2124"/>
                  </a:lnTo>
                  <a:lnTo>
                    <a:pt x="2008" y="2549"/>
                  </a:lnTo>
                  <a:lnTo>
                    <a:pt x="1622" y="3013"/>
                  </a:lnTo>
                  <a:lnTo>
                    <a:pt x="1275" y="3476"/>
                  </a:lnTo>
                  <a:lnTo>
                    <a:pt x="966" y="3978"/>
                  </a:lnTo>
                  <a:lnTo>
                    <a:pt x="695" y="4596"/>
                  </a:lnTo>
                  <a:lnTo>
                    <a:pt x="425" y="5214"/>
                  </a:lnTo>
                  <a:lnTo>
                    <a:pt x="232" y="5870"/>
                  </a:lnTo>
                  <a:lnTo>
                    <a:pt x="116" y="6526"/>
                  </a:lnTo>
                  <a:lnTo>
                    <a:pt x="39" y="7222"/>
                  </a:lnTo>
                  <a:lnTo>
                    <a:pt x="0" y="7878"/>
                  </a:lnTo>
                  <a:lnTo>
                    <a:pt x="39" y="8573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199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1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481"/>
                  </a:lnTo>
                  <a:lnTo>
                    <a:pt x="4132" y="14597"/>
                  </a:lnTo>
                  <a:lnTo>
                    <a:pt x="4557" y="14790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53"/>
                  </a:lnTo>
                  <a:lnTo>
                    <a:pt x="6333" y="15369"/>
                  </a:lnTo>
                  <a:lnTo>
                    <a:pt x="6797" y="15408"/>
                  </a:lnTo>
                  <a:lnTo>
                    <a:pt x="7299" y="15446"/>
                  </a:lnTo>
                  <a:lnTo>
                    <a:pt x="8225" y="15446"/>
                  </a:lnTo>
                  <a:lnTo>
                    <a:pt x="8689" y="15369"/>
                  </a:lnTo>
                  <a:lnTo>
                    <a:pt x="9152" y="15292"/>
                  </a:lnTo>
                  <a:lnTo>
                    <a:pt x="9615" y="15176"/>
                  </a:lnTo>
                  <a:lnTo>
                    <a:pt x="10079" y="15022"/>
                  </a:lnTo>
                  <a:lnTo>
                    <a:pt x="10542" y="14867"/>
                  </a:lnTo>
                  <a:lnTo>
                    <a:pt x="10967" y="14674"/>
                  </a:lnTo>
                  <a:lnTo>
                    <a:pt x="11392" y="14442"/>
                  </a:lnTo>
                  <a:lnTo>
                    <a:pt x="11855" y="14134"/>
                  </a:lnTo>
                  <a:lnTo>
                    <a:pt x="12318" y="13747"/>
                  </a:lnTo>
                  <a:lnTo>
                    <a:pt x="12743" y="13361"/>
                  </a:lnTo>
                  <a:lnTo>
                    <a:pt x="13129" y="12975"/>
                  </a:lnTo>
                  <a:lnTo>
                    <a:pt x="13477" y="12512"/>
                  </a:lnTo>
                  <a:lnTo>
                    <a:pt x="13786" y="12048"/>
                  </a:lnTo>
                  <a:lnTo>
                    <a:pt x="14056" y="11546"/>
                  </a:lnTo>
                  <a:lnTo>
                    <a:pt x="14288" y="11044"/>
                  </a:lnTo>
                  <a:lnTo>
                    <a:pt x="14520" y="10504"/>
                  </a:lnTo>
                  <a:lnTo>
                    <a:pt x="14674" y="9963"/>
                  </a:lnTo>
                  <a:lnTo>
                    <a:pt x="14828" y="9423"/>
                  </a:lnTo>
                  <a:lnTo>
                    <a:pt x="14906" y="8843"/>
                  </a:lnTo>
                  <a:lnTo>
                    <a:pt x="14983" y="8264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4" y="6565"/>
                  </a:lnTo>
                  <a:lnTo>
                    <a:pt x="14828" y="5986"/>
                  </a:lnTo>
                  <a:lnTo>
                    <a:pt x="14674" y="5368"/>
                  </a:lnTo>
                  <a:lnTo>
                    <a:pt x="14481" y="4789"/>
                  </a:lnTo>
                  <a:lnTo>
                    <a:pt x="14249" y="4248"/>
                  </a:lnTo>
                  <a:lnTo>
                    <a:pt x="13979" y="3708"/>
                  </a:lnTo>
                  <a:lnTo>
                    <a:pt x="13670" y="3206"/>
                  </a:lnTo>
                  <a:lnTo>
                    <a:pt x="13322" y="2742"/>
                  </a:lnTo>
                  <a:lnTo>
                    <a:pt x="12936" y="2279"/>
                  </a:lnTo>
                  <a:lnTo>
                    <a:pt x="12512" y="1893"/>
                  </a:lnTo>
                  <a:lnTo>
                    <a:pt x="12048" y="1507"/>
                  </a:lnTo>
                  <a:lnTo>
                    <a:pt x="11585" y="1159"/>
                  </a:lnTo>
                  <a:lnTo>
                    <a:pt x="11083" y="850"/>
                  </a:lnTo>
                  <a:lnTo>
                    <a:pt x="10542" y="580"/>
                  </a:lnTo>
                  <a:lnTo>
                    <a:pt x="9963" y="387"/>
                  </a:lnTo>
                  <a:lnTo>
                    <a:pt x="9384" y="194"/>
                  </a:lnTo>
                  <a:lnTo>
                    <a:pt x="8766" y="78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6"/>
            <p:cNvSpPr/>
            <p:nvPr/>
          </p:nvSpPr>
          <p:spPr>
            <a:xfrm>
              <a:off x="2298225" y="4462400"/>
              <a:ext cx="461475" cy="306050"/>
            </a:xfrm>
            <a:custGeom>
              <a:avLst/>
              <a:gdLst/>
              <a:ahLst/>
              <a:cxnLst/>
              <a:rect l="l" t="t" r="r" b="b"/>
              <a:pathLst>
                <a:path w="18459" h="12242" extrusionOk="0">
                  <a:moveTo>
                    <a:pt x="17609" y="4943"/>
                  </a:moveTo>
                  <a:lnTo>
                    <a:pt x="17763" y="4982"/>
                  </a:lnTo>
                  <a:lnTo>
                    <a:pt x="17879" y="5020"/>
                  </a:lnTo>
                  <a:lnTo>
                    <a:pt x="17917" y="5098"/>
                  </a:lnTo>
                  <a:lnTo>
                    <a:pt x="17956" y="5175"/>
                  </a:lnTo>
                  <a:lnTo>
                    <a:pt x="17956" y="5407"/>
                  </a:lnTo>
                  <a:lnTo>
                    <a:pt x="17956" y="5638"/>
                  </a:lnTo>
                  <a:lnTo>
                    <a:pt x="17879" y="5793"/>
                  </a:lnTo>
                  <a:lnTo>
                    <a:pt x="17763" y="5986"/>
                  </a:lnTo>
                  <a:lnTo>
                    <a:pt x="17570" y="6140"/>
                  </a:lnTo>
                  <a:lnTo>
                    <a:pt x="17222" y="6372"/>
                  </a:lnTo>
                  <a:lnTo>
                    <a:pt x="16913" y="6526"/>
                  </a:lnTo>
                  <a:lnTo>
                    <a:pt x="16566" y="6642"/>
                  </a:lnTo>
                  <a:lnTo>
                    <a:pt x="16257" y="6681"/>
                  </a:lnTo>
                  <a:lnTo>
                    <a:pt x="15909" y="6720"/>
                  </a:lnTo>
                  <a:lnTo>
                    <a:pt x="16141" y="6140"/>
                  </a:lnTo>
                  <a:lnTo>
                    <a:pt x="16257" y="5870"/>
                  </a:lnTo>
                  <a:lnTo>
                    <a:pt x="16411" y="5600"/>
                  </a:lnTo>
                  <a:lnTo>
                    <a:pt x="16605" y="5368"/>
                  </a:lnTo>
                  <a:lnTo>
                    <a:pt x="16798" y="5175"/>
                  </a:lnTo>
                  <a:lnTo>
                    <a:pt x="17068" y="5059"/>
                  </a:lnTo>
                  <a:lnTo>
                    <a:pt x="17377" y="4943"/>
                  </a:lnTo>
                  <a:close/>
                  <a:moveTo>
                    <a:pt x="13747" y="6295"/>
                  </a:moveTo>
                  <a:lnTo>
                    <a:pt x="14056" y="6333"/>
                  </a:lnTo>
                  <a:lnTo>
                    <a:pt x="14365" y="6411"/>
                  </a:lnTo>
                  <a:lnTo>
                    <a:pt x="14597" y="6526"/>
                  </a:lnTo>
                  <a:lnTo>
                    <a:pt x="14828" y="6681"/>
                  </a:lnTo>
                  <a:lnTo>
                    <a:pt x="15060" y="6835"/>
                  </a:lnTo>
                  <a:lnTo>
                    <a:pt x="14983" y="6951"/>
                  </a:lnTo>
                  <a:lnTo>
                    <a:pt x="14519" y="7067"/>
                  </a:lnTo>
                  <a:lnTo>
                    <a:pt x="14056" y="7144"/>
                  </a:lnTo>
                  <a:lnTo>
                    <a:pt x="13515" y="7144"/>
                  </a:lnTo>
                  <a:lnTo>
                    <a:pt x="13206" y="7106"/>
                  </a:lnTo>
                  <a:lnTo>
                    <a:pt x="12936" y="6990"/>
                  </a:lnTo>
                  <a:lnTo>
                    <a:pt x="12820" y="6951"/>
                  </a:lnTo>
                  <a:lnTo>
                    <a:pt x="12782" y="6874"/>
                  </a:lnTo>
                  <a:lnTo>
                    <a:pt x="12782" y="6758"/>
                  </a:lnTo>
                  <a:lnTo>
                    <a:pt x="12859" y="6642"/>
                  </a:lnTo>
                  <a:lnTo>
                    <a:pt x="12936" y="6449"/>
                  </a:lnTo>
                  <a:lnTo>
                    <a:pt x="13052" y="6333"/>
                  </a:lnTo>
                  <a:lnTo>
                    <a:pt x="13206" y="6295"/>
                  </a:lnTo>
                  <a:close/>
                  <a:moveTo>
                    <a:pt x="15523" y="7222"/>
                  </a:moveTo>
                  <a:lnTo>
                    <a:pt x="16064" y="7608"/>
                  </a:lnTo>
                  <a:lnTo>
                    <a:pt x="16334" y="7839"/>
                  </a:lnTo>
                  <a:lnTo>
                    <a:pt x="16566" y="8071"/>
                  </a:lnTo>
                  <a:lnTo>
                    <a:pt x="16798" y="8303"/>
                  </a:lnTo>
                  <a:lnTo>
                    <a:pt x="16991" y="8573"/>
                  </a:lnTo>
                  <a:lnTo>
                    <a:pt x="17068" y="8882"/>
                  </a:lnTo>
                  <a:lnTo>
                    <a:pt x="17107" y="9036"/>
                  </a:lnTo>
                  <a:lnTo>
                    <a:pt x="17107" y="9229"/>
                  </a:lnTo>
                  <a:lnTo>
                    <a:pt x="17068" y="9423"/>
                  </a:lnTo>
                  <a:lnTo>
                    <a:pt x="16952" y="9538"/>
                  </a:lnTo>
                  <a:lnTo>
                    <a:pt x="16836" y="9616"/>
                  </a:lnTo>
                  <a:lnTo>
                    <a:pt x="16682" y="9654"/>
                  </a:lnTo>
                  <a:lnTo>
                    <a:pt x="16527" y="9654"/>
                  </a:lnTo>
                  <a:lnTo>
                    <a:pt x="16373" y="9577"/>
                  </a:lnTo>
                  <a:lnTo>
                    <a:pt x="16218" y="9461"/>
                  </a:lnTo>
                  <a:lnTo>
                    <a:pt x="16103" y="9307"/>
                  </a:lnTo>
                  <a:lnTo>
                    <a:pt x="15909" y="8959"/>
                  </a:lnTo>
                  <a:lnTo>
                    <a:pt x="15716" y="8573"/>
                  </a:lnTo>
                  <a:lnTo>
                    <a:pt x="15639" y="8226"/>
                  </a:lnTo>
                  <a:lnTo>
                    <a:pt x="15562" y="7917"/>
                  </a:lnTo>
                  <a:lnTo>
                    <a:pt x="15523" y="7569"/>
                  </a:lnTo>
                  <a:lnTo>
                    <a:pt x="15523" y="7222"/>
                  </a:lnTo>
                  <a:close/>
                  <a:moveTo>
                    <a:pt x="5020" y="464"/>
                  </a:moveTo>
                  <a:lnTo>
                    <a:pt x="5638" y="541"/>
                  </a:lnTo>
                  <a:lnTo>
                    <a:pt x="6217" y="696"/>
                  </a:lnTo>
                  <a:lnTo>
                    <a:pt x="6758" y="927"/>
                  </a:lnTo>
                  <a:lnTo>
                    <a:pt x="7260" y="1236"/>
                  </a:lnTo>
                  <a:lnTo>
                    <a:pt x="7723" y="1622"/>
                  </a:lnTo>
                  <a:lnTo>
                    <a:pt x="8186" y="2047"/>
                  </a:lnTo>
                  <a:lnTo>
                    <a:pt x="8534" y="2549"/>
                  </a:lnTo>
                  <a:lnTo>
                    <a:pt x="8804" y="3013"/>
                  </a:lnTo>
                  <a:lnTo>
                    <a:pt x="9036" y="3437"/>
                  </a:lnTo>
                  <a:lnTo>
                    <a:pt x="9229" y="3901"/>
                  </a:lnTo>
                  <a:lnTo>
                    <a:pt x="9384" y="4403"/>
                  </a:lnTo>
                  <a:lnTo>
                    <a:pt x="9654" y="5368"/>
                  </a:lnTo>
                  <a:lnTo>
                    <a:pt x="9924" y="6333"/>
                  </a:lnTo>
                  <a:lnTo>
                    <a:pt x="10040" y="6758"/>
                  </a:lnTo>
                  <a:lnTo>
                    <a:pt x="10194" y="7144"/>
                  </a:lnTo>
                  <a:lnTo>
                    <a:pt x="10388" y="7530"/>
                  </a:lnTo>
                  <a:lnTo>
                    <a:pt x="10619" y="7878"/>
                  </a:lnTo>
                  <a:lnTo>
                    <a:pt x="10890" y="8187"/>
                  </a:lnTo>
                  <a:lnTo>
                    <a:pt x="11198" y="8419"/>
                  </a:lnTo>
                  <a:lnTo>
                    <a:pt x="11585" y="8612"/>
                  </a:lnTo>
                  <a:lnTo>
                    <a:pt x="12009" y="8766"/>
                  </a:lnTo>
                  <a:lnTo>
                    <a:pt x="12357" y="8805"/>
                  </a:lnTo>
                  <a:lnTo>
                    <a:pt x="12704" y="8766"/>
                  </a:lnTo>
                  <a:lnTo>
                    <a:pt x="13013" y="8728"/>
                  </a:lnTo>
                  <a:lnTo>
                    <a:pt x="13322" y="8650"/>
                  </a:lnTo>
                  <a:lnTo>
                    <a:pt x="13631" y="8534"/>
                  </a:lnTo>
                  <a:lnTo>
                    <a:pt x="13901" y="8419"/>
                  </a:lnTo>
                  <a:lnTo>
                    <a:pt x="14172" y="8226"/>
                  </a:lnTo>
                  <a:lnTo>
                    <a:pt x="14442" y="8071"/>
                  </a:lnTo>
                  <a:lnTo>
                    <a:pt x="13940" y="8689"/>
                  </a:lnTo>
                  <a:lnTo>
                    <a:pt x="13361" y="9307"/>
                  </a:lnTo>
                  <a:lnTo>
                    <a:pt x="12743" y="9847"/>
                  </a:lnTo>
                  <a:lnTo>
                    <a:pt x="12087" y="10311"/>
                  </a:lnTo>
                  <a:lnTo>
                    <a:pt x="11392" y="10735"/>
                  </a:lnTo>
                  <a:lnTo>
                    <a:pt x="10658" y="11083"/>
                  </a:lnTo>
                  <a:lnTo>
                    <a:pt x="9847" y="11353"/>
                  </a:lnTo>
                  <a:lnTo>
                    <a:pt x="9036" y="11585"/>
                  </a:lnTo>
                  <a:lnTo>
                    <a:pt x="8418" y="11662"/>
                  </a:lnTo>
                  <a:lnTo>
                    <a:pt x="7839" y="11739"/>
                  </a:lnTo>
                  <a:lnTo>
                    <a:pt x="7260" y="11739"/>
                  </a:lnTo>
                  <a:lnTo>
                    <a:pt x="6680" y="11701"/>
                  </a:lnTo>
                  <a:lnTo>
                    <a:pt x="6101" y="11624"/>
                  </a:lnTo>
                  <a:lnTo>
                    <a:pt x="5561" y="11508"/>
                  </a:lnTo>
                  <a:lnTo>
                    <a:pt x="5020" y="11353"/>
                  </a:lnTo>
                  <a:lnTo>
                    <a:pt x="4518" y="11160"/>
                  </a:lnTo>
                  <a:lnTo>
                    <a:pt x="4016" y="10929"/>
                  </a:lnTo>
                  <a:lnTo>
                    <a:pt x="3514" y="10620"/>
                  </a:lnTo>
                  <a:lnTo>
                    <a:pt x="3089" y="10311"/>
                  </a:lnTo>
                  <a:lnTo>
                    <a:pt x="2626" y="9925"/>
                  </a:lnTo>
                  <a:lnTo>
                    <a:pt x="2240" y="9538"/>
                  </a:lnTo>
                  <a:lnTo>
                    <a:pt x="1854" y="9075"/>
                  </a:lnTo>
                  <a:lnTo>
                    <a:pt x="1545" y="8573"/>
                  </a:lnTo>
                  <a:lnTo>
                    <a:pt x="1236" y="8071"/>
                  </a:lnTo>
                  <a:lnTo>
                    <a:pt x="965" y="7492"/>
                  </a:lnTo>
                  <a:lnTo>
                    <a:pt x="734" y="6913"/>
                  </a:lnTo>
                  <a:lnTo>
                    <a:pt x="579" y="6295"/>
                  </a:lnTo>
                  <a:lnTo>
                    <a:pt x="464" y="5677"/>
                  </a:lnTo>
                  <a:lnTo>
                    <a:pt x="425" y="5059"/>
                  </a:lnTo>
                  <a:lnTo>
                    <a:pt x="425" y="4441"/>
                  </a:lnTo>
                  <a:lnTo>
                    <a:pt x="541" y="3823"/>
                  </a:lnTo>
                  <a:lnTo>
                    <a:pt x="695" y="3244"/>
                  </a:lnTo>
                  <a:lnTo>
                    <a:pt x="965" y="2704"/>
                  </a:lnTo>
                  <a:lnTo>
                    <a:pt x="1313" y="2163"/>
                  </a:lnTo>
                  <a:lnTo>
                    <a:pt x="1699" y="1738"/>
                  </a:lnTo>
                  <a:lnTo>
                    <a:pt x="2163" y="1313"/>
                  </a:lnTo>
                  <a:lnTo>
                    <a:pt x="2665" y="1005"/>
                  </a:lnTo>
                  <a:lnTo>
                    <a:pt x="3205" y="734"/>
                  </a:lnTo>
                  <a:lnTo>
                    <a:pt x="3784" y="580"/>
                  </a:lnTo>
                  <a:lnTo>
                    <a:pt x="4402" y="464"/>
                  </a:lnTo>
                  <a:close/>
                  <a:moveTo>
                    <a:pt x="4634" y="1"/>
                  </a:moveTo>
                  <a:lnTo>
                    <a:pt x="4248" y="39"/>
                  </a:lnTo>
                  <a:lnTo>
                    <a:pt x="3900" y="78"/>
                  </a:lnTo>
                  <a:lnTo>
                    <a:pt x="3514" y="155"/>
                  </a:lnTo>
                  <a:lnTo>
                    <a:pt x="3128" y="271"/>
                  </a:lnTo>
                  <a:lnTo>
                    <a:pt x="2780" y="425"/>
                  </a:lnTo>
                  <a:lnTo>
                    <a:pt x="2433" y="618"/>
                  </a:lnTo>
                  <a:lnTo>
                    <a:pt x="2085" y="850"/>
                  </a:lnTo>
                  <a:lnTo>
                    <a:pt x="1622" y="1198"/>
                  </a:lnTo>
                  <a:lnTo>
                    <a:pt x="1236" y="1584"/>
                  </a:lnTo>
                  <a:lnTo>
                    <a:pt x="888" y="2009"/>
                  </a:lnTo>
                  <a:lnTo>
                    <a:pt x="618" y="2433"/>
                  </a:lnTo>
                  <a:lnTo>
                    <a:pt x="386" y="2897"/>
                  </a:lnTo>
                  <a:lnTo>
                    <a:pt x="232" y="3399"/>
                  </a:lnTo>
                  <a:lnTo>
                    <a:pt x="77" y="3901"/>
                  </a:lnTo>
                  <a:lnTo>
                    <a:pt x="0" y="4403"/>
                  </a:lnTo>
                  <a:lnTo>
                    <a:pt x="0" y="4905"/>
                  </a:lnTo>
                  <a:lnTo>
                    <a:pt x="0" y="5445"/>
                  </a:lnTo>
                  <a:lnTo>
                    <a:pt x="77" y="5986"/>
                  </a:lnTo>
                  <a:lnTo>
                    <a:pt x="155" y="6488"/>
                  </a:lnTo>
                  <a:lnTo>
                    <a:pt x="309" y="7028"/>
                  </a:lnTo>
                  <a:lnTo>
                    <a:pt x="464" y="7530"/>
                  </a:lnTo>
                  <a:lnTo>
                    <a:pt x="695" y="8032"/>
                  </a:lnTo>
                  <a:lnTo>
                    <a:pt x="927" y="8496"/>
                  </a:lnTo>
                  <a:lnTo>
                    <a:pt x="1274" y="9075"/>
                  </a:lnTo>
                  <a:lnTo>
                    <a:pt x="1661" y="9616"/>
                  </a:lnTo>
                  <a:lnTo>
                    <a:pt x="2124" y="10079"/>
                  </a:lnTo>
                  <a:lnTo>
                    <a:pt x="2587" y="10542"/>
                  </a:lnTo>
                  <a:lnTo>
                    <a:pt x="3089" y="10929"/>
                  </a:lnTo>
                  <a:lnTo>
                    <a:pt x="3591" y="11276"/>
                  </a:lnTo>
                  <a:lnTo>
                    <a:pt x="4171" y="11546"/>
                  </a:lnTo>
                  <a:lnTo>
                    <a:pt x="4750" y="11778"/>
                  </a:lnTo>
                  <a:lnTo>
                    <a:pt x="4750" y="11933"/>
                  </a:lnTo>
                  <a:lnTo>
                    <a:pt x="5097" y="11894"/>
                  </a:lnTo>
                  <a:lnTo>
                    <a:pt x="5908" y="12087"/>
                  </a:lnTo>
                  <a:lnTo>
                    <a:pt x="6719" y="12203"/>
                  </a:lnTo>
                  <a:lnTo>
                    <a:pt x="7569" y="12241"/>
                  </a:lnTo>
                  <a:lnTo>
                    <a:pt x="8418" y="12164"/>
                  </a:lnTo>
                  <a:lnTo>
                    <a:pt x="9190" y="12048"/>
                  </a:lnTo>
                  <a:lnTo>
                    <a:pt x="9963" y="11855"/>
                  </a:lnTo>
                  <a:lnTo>
                    <a:pt x="10310" y="11739"/>
                  </a:lnTo>
                  <a:lnTo>
                    <a:pt x="10272" y="11739"/>
                  </a:lnTo>
                  <a:lnTo>
                    <a:pt x="11083" y="11431"/>
                  </a:lnTo>
                  <a:lnTo>
                    <a:pt x="11855" y="11044"/>
                  </a:lnTo>
                  <a:lnTo>
                    <a:pt x="12550" y="10581"/>
                  </a:lnTo>
                  <a:lnTo>
                    <a:pt x="13245" y="10079"/>
                  </a:lnTo>
                  <a:lnTo>
                    <a:pt x="13863" y="9500"/>
                  </a:lnTo>
                  <a:lnTo>
                    <a:pt x="14133" y="9191"/>
                  </a:lnTo>
                  <a:lnTo>
                    <a:pt x="14403" y="8882"/>
                  </a:lnTo>
                  <a:lnTo>
                    <a:pt x="14635" y="8534"/>
                  </a:lnTo>
                  <a:lnTo>
                    <a:pt x="14867" y="8187"/>
                  </a:lnTo>
                  <a:lnTo>
                    <a:pt x="15060" y="7801"/>
                  </a:lnTo>
                  <a:lnTo>
                    <a:pt x="15253" y="7415"/>
                  </a:lnTo>
                  <a:lnTo>
                    <a:pt x="15253" y="7917"/>
                  </a:lnTo>
                  <a:lnTo>
                    <a:pt x="15330" y="8419"/>
                  </a:lnTo>
                  <a:lnTo>
                    <a:pt x="15485" y="8882"/>
                  </a:lnTo>
                  <a:lnTo>
                    <a:pt x="15678" y="9345"/>
                  </a:lnTo>
                  <a:lnTo>
                    <a:pt x="15794" y="9538"/>
                  </a:lnTo>
                  <a:lnTo>
                    <a:pt x="15948" y="9731"/>
                  </a:lnTo>
                  <a:lnTo>
                    <a:pt x="16103" y="9886"/>
                  </a:lnTo>
                  <a:lnTo>
                    <a:pt x="16257" y="10040"/>
                  </a:lnTo>
                  <a:lnTo>
                    <a:pt x="16489" y="10156"/>
                  </a:lnTo>
                  <a:lnTo>
                    <a:pt x="16682" y="10195"/>
                  </a:lnTo>
                  <a:lnTo>
                    <a:pt x="16913" y="10156"/>
                  </a:lnTo>
                  <a:lnTo>
                    <a:pt x="17107" y="10040"/>
                  </a:lnTo>
                  <a:lnTo>
                    <a:pt x="17300" y="9886"/>
                  </a:lnTo>
                  <a:lnTo>
                    <a:pt x="17377" y="9693"/>
                  </a:lnTo>
                  <a:lnTo>
                    <a:pt x="17454" y="9500"/>
                  </a:lnTo>
                  <a:lnTo>
                    <a:pt x="17493" y="9268"/>
                  </a:lnTo>
                  <a:lnTo>
                    <a:pt x="17493" y="9075"/>
                  </a:lnTo>
                  <a:lnTo>
                    <a:pt x="17454" y="8843"/>
                  </a:lnTo>
                  <a:lnTo>
                    <a:pt x="17415" y="8650"/>
                  </a:lnTo>
                  <a:lnTo>
                    <a:pt x="17338" y="8457"/>
                  </a:lnTo>
                  <a:lnTo>
                    <a:pt x="17222" y="8226"/>
                  </a:lnTo>
                  <a:lnTo>
                    <a:pt x="17068" y="8032"/>
                  </a:lnTo>
                  <a:lnTo>
                    <a:pt x="16720" y="7646"/>
                  </a:lnTo>
                  <a:lnTo>
                    <a:pt x="16334" y="7299"/>
                  </a:lnTo>
                  <a:lnTo>
                    <a:pt x="15909" y="6990"/>
                  </a:lnTo>
                  <a:lnTo>
                    <a:pt x="16373" y="6990"/>
                  </a:lnTo>
                  <a:lnTo>
                    <a:pt x="16875" y="6913"/>
                  </a:lnTo>
                  <a:lnTo>
                    <a:pt x="17338" y="6720"/>
                  </a:lnTo>
                  <a:lnTo>
                    <a:pt x="17763" y="6488"/>
                  </a:lnTo>
                  <a:lnTo>
                    <a:pt x="17917" y="6333"/>
                  </a:lnTo>
                  <a:lnTo>
                    <a:pt x="18110" y="6140"/>
                  </a:lnTo>
                  <a:lnTo>
                    <a:pt x="18265" y="5947"/>
                  </a:lnTo>
                  <a:lnTo>
                    <a:pt x="18381" y="5716"/>
                  </a:lnTo>
                  <a:lnTo>
                    <a:pt x="18458" y="5484"/>
                  </a:lnTo>
                  <a:lnTo>
                    <a:pt x="18458" y="5214"/>
                  </a:lnTo>
                  <a:lnTo>
                    <a:pt x="18381" y="4982"/>
                  </a:lnTo>
                  <a:lnTo>
                    <a:pt x="18304" y="4905"/>
                  </a:lnTo>
                  <a:lnTo>
                    <a:pt x="18226" y="4789"/>
                  </a:lnTo>
                  <a:lnTo>
                    <a:pt x="18033" y="4673"/>
                  </a:lnTo>
                  <a:lnTo>
                    <a:pt x="17802" y="4596"/>
                  </a:lnTo>
                  <a:lnTo>
                    <a:pt x="17609" y="4557"/>
                  </a:lnTo>
                  <a:lnTo>
                    <a:pt x="17377" y="4557"/>
                  </a:lnTo>
                  <a:lnTo>
                    <a:pt x="17145" y="4634"/>
                  </a:lnTo>
                  <a:lnTo>
                    <a:pt x="16913" y="4712"/>
                  </a:lnTo>
                  <a:lnTo>
                    <a:pt x="16720" y="4789"/>
                  </a:lnTo>
                  <a:lnTo>
                    <a:pt x="16566" y="4905"/>
                  </a:lnTo>
                  <a:lnTo>
                    <a:pt x="16373" y="5098"/>
                  </a:lnTo>
                  <a:lnTo>
                    <a:pt x="16180" y="5291"/>
                  </a:lnTo>
                  <a:lnTo>
                    <a:pt x="15871" y="5716"/>
                  </a:lnTo>
                  <a:lnTo>
                    <a:pt x="15639" y="6179"/>
                  </a:lnTo>
                  <a:lnTo>
                    <a:pt x="15485" y="6681"/>
                  </a:lnTo>
                  <a:lnTo>
                    <a:pt x="15407" y="6681"/>
                  </a:lnTo>
                  <a:lnTo>
                    <a:pt x="15330" y="6720"/>
                  </a:lnTo>
                  <a:lnTo>
                    <a:pt x="14983" y="6411"/>
                  </a:lnTo>
                  <a:lnTo>
                    <a:pt x="14597" y="6179"/>
                  </a:lnTo>
                  <a:lnTo>
                    <a:pt x="14172" y="6024"/>
                  </a:lnTo>
                  <a:lnTo>
                    <a:pt x="13708" y="5947"/>
                  </a:lnTo>
                  <a:lnTo>
                    <a:pt x="13322" y="5909"/>
                  </a:lnTo>
                  <a:lnTo>
                    <a:pt x="13091" y="5947"/>
                  </a:lnTo>
                  <a:lnTo>
                    <a:pt x="12897" y="5986"/>
                  </a:lnTo>
                  <a:lnTo>
                    <a:pt x="12704" y="6063"/>
                  </a:lnTo>
                  <a:lnTo>
                    <a:pt x="12511" y="6140"/>
                  </a:lnTo>
                  <a:lnTo>
                    <a:pt x="12357" y="6295"/>
                  </a:lnTo>
                  <a:lnTo>
                    <a:pt x="12280" y="6449"/>
                  </a:lnTo>
                  <a:lnTo>
                    <a:pt x="12202" y="6642"/>
                  </a:lnTo>
                  <a:lnTo>
                    <a:pt x="12241" y="6835"/>
                  </a:lnTo>
                  <a:lnTo>
                    <a:pt x="12318" y="6990"/>
                  </a:lnTo>
                  <a:lnTo>
                    <a:pt x="12434" y="7106"/>
                  </a:lnTo>
                  <a:lnTo>
                    <a:pt x="12589" y="7260"/>
                  </a:lnTo>
                  <a:lnTo>
                    <a:pt x="12782" y="7337"/>
                  </a:lnTo>
                  <a:lnTo>
                    <a:pt x="13129" y="7453"/>
                  </a:lnTo>
                  <a:lnTo>
                    <a:pt x="13477" y="7530"/>
                  </a:lnTo>
                  <a:lnTo>
                    <a:pt x="13824" y="7530"/>
                  </a:lnTo>
                  <a:lnTo>
                    <a:pt x="14172" y="7492"/>
                  </a:lnTo>
                  <a:lnTo>
                    <a:pt x="14519" y="7415"/>
                  </a:lnTo>
                  <a:lnTo>
                    <a:pt x="14133" y="7762"/>
                  </a:lnTo>
                  <a:lnTo>
                    <a:pt x="13708" y="8032"/>
                  </a:lnTo>
                  <a:lnTo>
                    <a:pt x="13477" y="8110"/>
                  </a:lnTo>
                  <a:lnTo>
                    <a:pt x="13245" y="8226"/>
                  </a:lnTo>
                  <a:lnTo>
                    <a:pt x="13013" y="8264"/>
                  </a:lnTo>
                  <a:lnTo>
                    <a:pt x="12743" y="8303"/>
                  </a:lnTo>
                  <a:lnTo>
                    <a:pt x="12357" y="8303"/>
                  </a:lnTo>
                  <a:lnTo>
                    <a:pt x="11971" y="8264"/>
                  </a:lnTo>
                  <a:lnTo>
                    <a:pt x="11662" y="8110"/>
                  </a:lnTo>
                  <a:lnTo>
                    <a:pt x="11353" y="7955"/>
                  </a:lnTo>
                  <a:lnTo>
                    <a:pt x="11083" y="7685"/>
                  </a:lnTo>
                  <a:lnTo>
                    <a:pt x="10890" y="7415"/>
                  </a:lnTo>
                  <a:lnTo>
                    <a:pt x="10696" y="7106"/>
                  </a:lnTo>
                  <a:lnTo>
                    <a:pt x="10542" y="6720"/>
                  </a:lnTo>
                  <a:lnTo>
                    <a:pt x="10388" y="6218"/>
                  </a:lnTo>
                  <a:lnTo>
                    <a:pt x="10233" y="5716"/>
                  </a:lnTo>
                  <a:lnTo>
                    <a:pt x="9963" y="4673"/>
                  </a:lnTo>
                  <a:lnTo>
                    <a:pt x="9847" y="4171"/>
                  </a:lnTo>
                  <a:lnTo>
                    <a:pt x="9654" y="3669"/>
                  </a:lnTo>
                  <a:lnTo>
                    <a:pt x="9461" y="3167"/>
                  </a:lnTo>
                  <a:lnTo>
                    <a:pt x="9229" y="2704"/>
                  </a:lnTo>
                  <a:lnTo>
                    <a:pt x="8843" y="2163"/>
                  </a:lnTo>
                  <a:lnTo>
                    <a:pt x="8457" y="1700"/>
                  </a:lnTo>
                  <a:lnTo>
                    <a:pt x="7993" y="1275"/>
                  </a:lnTo>
                  <a:lnTo>
                    <a:pt x="7530" y="889"/>
                  </a:lnTo>
                  <a:lnTo>
                    <a:pt x="6989" y="580"/>
                  </a:lnTo>
                  <a:lnTo>
                    <a:pt x="6449" y="348"/>
                  </a:lnTo>
                  <a:lnTo>
                    <a:pt x="5870" y="155"/>
                  </a:lnTo>
                  <a:lnTo>
                    <a:pt x="5290" y="39"/>
                  </a:lnTo>
                  <a:lnTo>
                    <a:pt x="50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6"/>
            <p:cNvSpPr/>
            <p:nvPr/>
          </p:nvSpPr>
          <p:spPr>
            <a:xfrm>
              <a:off x="5932850" y="4466275"/>
              <a:ext cx="200800" cy="230725"/>
            </a:xfrm>
            <a:custGeom>
              <a:avLst/>
              <a:gdLst/>
              <a:ahLst/>
              <a:cxnLst/>
              <a:rect l="l" t="t" r="r" b="b"/>
              <a:pathLst>
                <a:path w="8032" h="9229" extrusionOk="0">
                  <a:moveTo>
                    <a:pt x="2047" y="0"/>
                  </a:moveTo>
                  <a:lnTo>
                    <a:pt x="1892" y="77"/>
                  </a:lnTo>
                  <a:lnTo>
                    <a:pt x="1738" y="154"/>
                  </a:lnTo>
                  <a:lnTo>
                    <a:pt x="1429" y="425"/>
                  </a:lnTo>
                  <a:lnTo>
                    <a:pt x="1197" y="734"/>
                  </a:lnTo>
                  <a:lnTo>
                    <a:pt x="965" y="1004"/>
                  </a:lnTo>
                  <a:lnTo>
                    <a:pt x="734" y="1352"/>
                  </a:lnTo>
                  <a:lnTo>
                    <a:pt x="502" y="1738"/>
                  </a:lnTo>
                  <a:lnTo>
                    <a:pt x="348" y="2124"/>
                  </a:lnTo>
                  <a:lnTo>
                    <a:pt x="193" y="2549"/>
                  </a:lnTo>
                  <a:lnTo>
                    <a:pt x="77" y="3012"/>
                  </a:lnTo>
                  <a:lnTo>
                    <a:pt x="39" y="3475"/>
                  </a:lnTo>
                  <a:lnTo>
                    <a:pt x="0" y="3939"/>
                  </a:lnTo>
                  <a:lnTo>
                    <a:pt x="77" y="4441"/>
                  </a:lnTo>
                  <a:lnTo>
                    <a:pt x="155" y="4904"/>
                  </a:lnTo>
                  <a:lnTo>
                    <a:pt x="270" y="5329"/>
                  </a:lnTo>
                  <a:lnTo>
                    <a:pt x="463" y="5792"/>
                  </a:lnTo>
                  <a:lnTo>
                    <a:pt x="695" y="6178"/>
                  </a:lnTo>
                  <a:lnTo>
                    <a:pt x="1043" y="6178"/>
                  </a:lnTo>
                  <a:lnTo>
                    <a:pt x="888" y="5831"/>
                  </a:lnTo>
                  <a:lnTo>
                    <a:pt x="734" y="5483"/>
                  </a:lnTo>
                  <a:lnTo>
                    <a:pt x="657" y="5136"/>
                  </a:lnTo>
                  <a:lnTo>
                    <a:pt x="541" y="4788"/>
                  </a:lnTo>
                  <a:lnTo>
                    <a:pt x="502" y="4402"/>
                  </a:lnTo>
                  <a:lnTo>
                    <a:pt x="463" y="4055"/>
                  </a:lnTo>
                  <a:lnTo>
                    <a:pt x="463" y="3668"/>
                  </a:lnTo>
                  <a:lnTo>
                    <a:pt x="463" y="3321"/>
                  </a:lnTo>
                  <a:lnTo>
                    <a:pt x="541" y="2973"/>
                  </a:lnTo>
                  <a:lnTo>
                    <a:pt x="618" y="2626"/>
                  </a:lnTo>
                  <a:lnTo>
                    <a:pt x="734" y="2278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7" y="1004"/>
                  </a:lnTo>
                  <a:lnTo>
                    <a:pt x="1776" y="734"/>
                  </a:lnTo>
                  <a:lnTo>
                    <a:pt x="1969" y="579"/>
                  </a:lnTo>
                  <a:lnTo>
                    <a:pt x="2085" y="502"/>
                  </a:lnTo>
                  <a:lnTo>
                    <a:pt x="2201" y="463"/>
                  </a:lnTo>
                  <a:lnTo>
                    <a:pt x="2317" y="579"/>
                  </a:lnTo>
                  <a:lnTo>
                    <a:pt x="2433" y="811"/>
                  </a:lnTo>
                  <a:lnTo>
                    <a:pt x="2587" y="1197"/>
                  </a:lnTo>
                  <a:lnTo>
                    <a:pt x="2742" y="1583"/>
                  </a:lnTo>
                  <a:lnTo>
                    <a:pt x="2858" y="1931"/>
                  </a:lnTo>
                  <a:lnTo>
                    <a:pt x="2973" y="2317"/>
                  </a:lnTo>
                  <a:lnTo>
                    <a:pt x="3051" y="2703"/>
                  </a:lnTo>
                  <a:lnTo>
                    <a:pt x="3089" y="3089"/>
                  </a:lnTo>
                  <a:lnTo>
                    <a:pt x="3089" y="3437"/>
                  </a:lnTo>
                  <a:lnTo>
                    <a:pt x="3051" y="3784"/>
                  </a:lnTo>
                  <a:lnTo>
                    <a:pt x="3012" y="4132"/>
                  </a:lnTo>
                  <a:lnTo>
                    <a:pt x="2896" y="4479"/>
                  </a:lnTo>
                  <a:lnTo>
                    <a:pt x="2780" y="4788"/>
                  </a:lnTo>
                  <a:lnTo>
                    <a:pt x="2587" y="5136"/>
                  </a:lnTo>
                  <a:lnTo>
                    <a:pt x="2394" y="5445"/>
                  </a:lnTo>
                  <a:lnTo>
                    <a:pt x="2356" y="5522"/>
                  </a:lnTo>
                  <a:lnTo>
                    <a:pt x="2394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4" y="5792"/>
                  </a:lnTo>
                  <a:lnTo>
                    <a:pt x="2471" y="5792"/>
                  </a:lnTo>
                  <a:lnTo>
                    <a:pt x="2626" y="5715"/>
                  </a:lnTo>
                  <a:lnTo>
                    <a:pt x="2819" y="5676"/>
                  </a:lnTo>
                  <a:lnTo>
                    <a:pt x="3205" y="5676"/>
                  </a:lnTo>
                  <a:lnTo>
                    <a:pt x="3630" y="5715"/>
                  </a:lnTo>
                  <a:lnTo>
                    <a:pt x="4055" y="5792"/>
                  </a:lnTo>
                  <a:lnTo>
                    <a:pt x="4441" y="5947"/>
                  </a:lnTo>
                  <a:lnTo>
                    <a:pt x="4866" y="6101"/>
                  </a:lnTo>
                  <a:lnTo>
                    <a:pt x="5213" y="6256"/>
                  </a:lnTo>
                  <a:lnTo>
                    <a:pt x="5522" y="6449"/>
                  </a:lnTo>
                  <a:lnTo>
                    <a:pt x="5831" y="6642"/>
                  </a:lnTo>
                  <a:lnTo>
                    <a:pt x="6140" y="6835"/>
                  </a:lnTo>
                  <a:lnTo>
                    <a:pt x="6410" y="7067"/>
                  </a:lnTo>
                  <a:lnTo>
                    <a:pt x="6680" y="7337"/>
                  </a:lnTo>
                  <a:lnTo>
                    <a:pt x="6912" y="7607"/>
                  </a:lnTo>
                  <a:lnTo>
                    <a:pt x="7144" y="7877"/>
                  </a:lnTo>
                  <a:lnTo>
                    <a:pt x="7337" y="8186"/>
                  </a:lnTo>
                  <a:lnTo>
                    <a:pt x="7530" y="8534"/>
                  </a:lnTo>
                  <a:lnTo>
                    <a:pt x="7105" y="8650"/>
                  </a:lnTo>
                  <a:lnTo>
                    <a:pt x="6680" y="8727"/>
                  </a:lnTo>
                  <a:lnTo>
                    <a:pt x="6294" y="8766"/>
                  </a:lnTo>
                  <a:lnTo>
                    <a:pt x="5870" y="8804"/>
                  </a:lnTo>
                  <a:lnTo>
                    <a:pt x="5483" y="8804"/>
                  </a:lnTo>
                  <a:lnTo>
                    <a:pt x="5059" y="8727"/>
                  </a:lnTo>
                  <a:lnTo>
                    <a:pt x="4672" y="8611"/>
                  </a:lnTo>
                  <a:lnTo>
                    <a:pt x="4248" y="8457"/>
                  </a:lnTo>
                  <a:lnTo>
                    <a:pt x="3900" y="8264"/>
                  </a:lnTo>
                  <a:lnTo>
                    <a:pt x="3591" y="8071"/>
                  </a:lnTo>
                  <a:lnTo>
                    <a:pt x="3012" y="7607"/>
                  </a:lnTo>
                  <a:lnTo>
                    <a:pt x="2471" y="7105"/>
                  </a:lnTo>
                  <a:lnTo>
                    <a:pt x="1931" y="6565"/>
                  </a:lnTo>
                  <a:lnTo>
                    <a:pt x="1854" y="6526"/>
                  </a:lnTo>
                  <a:lnTo>
                    <a:pt x="1815" y="6487"/>
                  </a:lnTo>
                  <a:lnTo>
                    <a:pt x="1661" y="6526"/>
                  </a:lnTo>
                  <a:lnTo>
                    <a:pt x="1622" y="6526"/>
                  </a:lnTo>
                  <a:lnTo>
                    <a:pt x="1583" y="6565"/>
                  </a:lnTo>
                  <a:lnTo>
                    <a:pt x="1429" y="6835"/>
                  </a:lnTo>
                  <a:lnTo>
                    <a:pt x="1661" y="6873"/>
                  </a:lnTo>
                  <a:lnTo>
                    <a:pt x="2278" y="7491"/>
                  </a:lnTo>
                  <a:lnTo>
                    <a:pt x="2896" y="8071"/>
                  </a:lnTo>
                  <a:lnTo>
                    <a:pt x="3244" y="8341"/>
                  </a:lnTo>
                  <a:lnTo>
                    <a:pt x="3630" y="8573"/>
                  </a:lnTo>
                  <a:lnTo>
                    <a:pt x="3977" y="8766"/>
                  </a:lnTo>
                  <a:lnTo>
                    <a:pt x="4364" y="8959"/>
                  </a:lnTo>
                  <a:lnTo>
                    <a:pt x="4827" y="9113"/>
                  </a:lnTo>
                  <a:lnTo>
                    <a:pt x="5252" y="9190"/>
                  </a:lnTo>
                  <a:lnTo>
                    <a:pt x="5676" y="9229"/>
                  </a:lnTo>
                  <a:lnTo>
                    <a:pt x="6140" y="9229"/>
                  </a:lnTo>
                  <a:lnTo>
                    <a:pt x="6565" y="9152"/>
                  </a:lnTo>
                  <a:lnTo>
                    <a:pt x="6989" y="9074"/>
                  </a:lnTo>
                  <a:lnTo>
                    <a:pt x="7878" y="8843"/>
                  </a:lnTo>
                  <a:lnTo>
                    <a:pt x="7955" y="8804"/>
                  </a:lnTo>
                  <a:lnTo>
                    <a:pt x="7993" y="8727"/>
                  </a:lnTo>
                  <a:lnTo>
                    <a:pt x="8032" y="8650"/>
                  </a:lnTo>
                  <a:lnTo>
                    <a:pt x="7993" y="8534"/>
                  </a:lnTo>
                  <a:lnTo>
                    <a:pt x="7762" y="8109"/>
                  </a:lnTo>
                  <a:lnTo>
                    <a:pt x="7491" y="7684"/>
                  </a:lnTo>
                  <a:lnTo>
                    <a:pt x="7221" y="7298"/>
                  </a:lnTo>
                  <a:lnTo>
                    <a:pt x="6874" y="6912"/>
                  </a:lnTo>
                  <a:lnTo>
                    <a:pt x="6526" y="6603"/>
                  </a:lnTo>
                  <a:lnTo>
                    <a:pt x="6140" y="6294"/>
                  </a:lnTo>
                  <a:lnTo>
                    <a:pt x="5715" y="6024"/>
                  </a:lnTo>
                  <a:lnTo>
                    <a:pt x="5252" y="5792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39" y="5367"/>
                  </a:lnTo>
                  <a:lnTo>
                    <a:pt x="3591" y="5290"/>
                  </a:lnTo>
                  <a:lnTo>
                    <a:pt x="3012" y="5290"/>
                  </a:lnTo>
                  <a:lnTo>
                    <a:pt x="3167" y="4981"/>
                  </a:lnTo>
                  <a:lnTo>
                    <a:pt x="3321" y="4634"/>
                  </a:lnTo>
                  <a:lnTo>
                    <a:pt x="3398" y="4286"/>
                  </a:lnTo>
                  <a:lnTo>
                    <a:pt x="3475" y="3939"/>
                  </a:lnTo>
                  <a:lnTo>
                    <a:pt x="3514" y="3591"/>
                  </a:lnTo>
                  <a:lnTo>
                    <a:pt x="3514" y="3205"/>
                  </a:lnTo>
                  <a:lnTo>
                    <a:pt x="3514" y="2858"/>
                  </a:lnTo>
                  <a:lnTo>
                    <a:pt x="3437" y="2471"/>
                  </a:lnTo>
                  <a:lnTo>
                    <a:pt x="3321" y="1969"/>
                  </a:lnTo>
                  <a:lnTo>
                    <a:pt x="3167" y="1467"/>
                  </a:lnTo>
                  <a:lnTo>
                    <a:pt x="2935" y="965"/>
                  </a:lnTo>
                  <a:lnTo>
                    <a:pt x="2703" y="502"/>
                  </a:lnTo>
                  <a:lnTo>
                    <a:pt x="2587" y="270"/>
                  </a:lnTo>
                  <a:lnTo>
                    <a:pt x="2471" y="116"/>
                  </a:lnTo>
                  <a:lnTo>
                    <a:pt x="2356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6"/>
            <p:cNvSpPr/>
            <p:nvPr/>
          </p:nvSpPr>
          <p:spPr>
            <a:xfrm>
              <a:off x="2331050" y="4488475"/>
              <a:ext cx="145775" cy="163175"/>
            </a:xfrm>
            <a:custGeom>
              <a:avLst/>
              <a:gdLst/>
              <a:ahLst/>
              <a:cxnLst/>
              <a:rect l="l" t="t" r="r" b="b"/>
              <a:pathLst>
                <a:path w="5831" h="6527" extrusionOk="0">
                  <a:moveTo>
                    <a:pt x="3321" y="502"/>
                  </a:moveTo>
                  <a:lnTo>
                    <a:pt x="3784" y="695"/>
                  </a:lnTo>
                  <a:lnTo>
                    <a:pt x="4248" y="1004"/>
                  </a:lnTo>
                  <a:lnTo>
                    <a:pt x="4595" y="1313"/>
                  </a:lnTo>
                  <a:lnTo>
                    <a:pt x="4904" y="1738"/>
                  </a:lnTo>
                  <a:lnTo>
                    <a:pt x="5174" y="2163"/>
                  </a:lnTo>
                  <a:lnTo>
                    <a:pt x="5252" y="2394"/>
                  </a:lnTo>
                  <a:lnTo>
                    <a:pt x="5329" y="2665"/>
                  </a:lnTo>
                  <a:lnTo>
                    <a:pt x="5367" y="2896"/>
                  </a:lnTo>
                  <a:lnTo>
                    <a:pt x="5367" y="3167"/>
                  </a:lnTo>
                  <a:lnTo>
                    <a:pt x="5367" y="3437"/>
                  </a:lnTo>
                  <a:lnTo>
                    <a:pt x="5329" y="3707"/>
                  </a:lnTo>
                  <a:lnTo>
                    <a:pt x="5213" y="4171"/>
                  </a:lnTo>
                  <a:lnTo>
                    <a:pt x="5020" y="4595"/>
                  </a:lnTo>
                  <a:lnTo>
                    <a:pt x="4750" y="4981"/>
                  </a:lnTo>
                  <a:lnTo>
                    <a:pt x="4441" y="5368"/>
                  </a:lnTo>
                  <a:lnTo>
                    <a:pt x="4055" y="5638"/>
                  </a:lnTo>
                  <a:lnTo>
                    <a:pt x="3630" y="5870"/>
                  </a:lnTo>
                  <a:lnTo>
                    <a:pt x="3398" y="5947"/>
                  </a:lnTo>
                  <a:lnTo>
                    <a:pt x="3166" y="6024"/>
                  </a:lnTo>
                  <a:lnTo>
                    <a:pt x="2935" y="6024"/>
                  </a:lnTo>
                  <a:lnTo>
                    <a:pt x="2703" y="6063"/>
                  </a:lnTo>
                  <a:lnTo>
                    <a:pt x="2394" y="6024"/>
                  </a:lnTo>
                  <a:lnTo>
                    <a:pt x="2085" y="5985"/>
                  </a:lnTo>
                  <a:lnTo>
                    <a:pt x="1815" y="5908"/>
                  </a:lnTo>
                  <a:lnTo>
                    <a:pt x="1583" y="5792"/>
                  </a:lnTo>
                  <a:lnTo>
                    <a:pt x="1390" y="5677"/>
                  </a:lnTo>
                  <a:lnTo>
                    <a:pt x="1197" y="5522"/>
                  </a:lnTo>
                  <a:lnTo>
                    <a:pt x="1004" y="5329"/>
                  </a:lnTo>
                  <a:lnTo>
                    <a:pt x="850" y="5136"/>
                  </a:lnTo>
                  <a:lnTo>
                    <a:pt x="734" y="4904"/>
                  </a:lnTo>
                  <a:lnTo>
                    <a:pt x="656" y="4673"/>
                  </a:lnTo>
                  <a:lnTo>
                    <a:pt x="541" y="4441"/>
                  </a:lnTo>
                  <a:lnTo>
                    <a:pt x="502" y="4209"/>
                  </a:lnTo>
                  <a:lnTo>
                    <a:pt x="425" y="3669"/>
                  </a:lnTo>
                  <a:lnTo>
                    <a:pt x="463" y="3128"/>
                  </a:lnTo>
                  <a:lnTo>
                    <a:pt x="579" y="2587"/>
                  </a:lnTo>
                  <a:lnTo>
                    <a:pt x="734" y="2085"/>
                  </a:lnTo>
                  <a:lnTo>
                    <a:pt x="1004" y="1622"/>
                  </a:lnTo>
                  <a:lnTo>
                    <a:pt x="1158" y="1390"/>
                  </a:lnTo>
                  <a:lnTo>
                    <a:pt x="1313" y="1197"/>
                  </a:lnTo>
                  <a:lnTo>
                    <a:pt x="1506" y="1043"/>
                  </a:lnTo>
                  <a:lnTo>
                    <a:pt x="1699" y="888"/>
                  </a:lnTo>
                  <a:lnTo>
                    <a:pt x="1931" y="734"/>
                  </a:lnTo>
                  <a:lnTo>
                    <a:pt x="2162" y="657"/>
                  </a:lnTo>
                  <a:lnTo>
                    <a:pt x="2394" y="579"/>
                  </a:lnTo>
                  <a:lnTo>
                    <a:pt x="2664" y="502"/>
                  </a:lnTo>
                  <a:lnTo>
                    <a:pt x="2935" y="502"/>
                  </a:lnTo>
                  <a:lnTo>
                    <a:pt x="3244" y="541"/>
                  </a:lnTo>
                  <a:lnTo>
                    <a:pt x="3282" y="502"/>
                  </a:lnTo>
                  <a:close/>
                  <a:moveTo>
                    <a:pt x="3128" y="0"/>
                  </a:moveTo>
                  <a:lnTo>
                    <a:pt x="3051" y="39"/>
                  </a:lnTo>
                  <a:lnTo>
                    <a:pt x="2973" y="116"/>
                  </a:lnTo>
                  <a:lnTo>
                    <a:pt x="2973" y="193"/>
                  </a:lnTo>
                  <a:lnTo>
                    <a:pt x="2664" y="155"/>
                  </a:lnTo>
                  <a:lnTo>
                    <a:pt x="2394" y="193"/>
                  </a:lnTo>
                  <a:lnTo>
                    <a:pt x="2124" y="232"/>
                  </a:lnTo>
                  <a:lnTo>
                    <a:pt x="1854" y="309"/>
                  </a:lnTo>
                  <a:lnTo>
                    <a:pt x="1622" y="425"/>
                  </a:lnTo>
                  <a:lnTo>
                    <a:pt x="1390" y="579"/>
                  </a:lnTo>
                  <a:lnTo>
                    <a:pt x="1197" y="734"/>
                  </a:lnTo>
                  <a:lnTo>
                    <a:pt x="965" y="927"/>
                  </a:lnTo>
                  <a:lnTo>
                    <a:pt x="811" y="1120"/>
                  </a:lnTo>
                  <a:lnTo>
                    <a:pt x="656" y="1352"/>
                  </a:lnTo>
                  <a:lnTo>
                    <a:pt x="386" y="1854"/>
                  </a:lnTo>
                  <a:lnTo>
                    <a:pt x="154" y="2394"/>
                  </a:lnTo>
                  <a:lnTo>
                    <a:pt x="39" y="2974"/>
                  </a:lnTo>
                  <a:lnTo>
                    <a:pt x="0" y="3591"/>
                  </a:lnTo>
                  <a:lnTo>
                    <a:pt x="0" y="3900"/>
                  </a:lnTo>
                  <a:lnTo>
                    <a:pt x="39" y="4209"/>
                  </a:lnTo>
                  <a:lnTo>
                    <a:pt x="116" y="4518"/>
                  </a:lnTo>
                  <a:lnTo>
                    <a:pt x="193" y="4788"/>
                  </a:lnTo>
                  <a:lnTo>
                    <a:pt x="270" y="5059"/>
                  </a:lnTo>
                  <a:lnTo>
                    <a:pt x="425" y="5329"/>
                  </a:lnTo>
                  <a:lnTo>
                    <a:pt x="579" y="5561"/>
                  </a:lnTo>
                  <a:lnTo>
                    <a:pt x="772" y="5754"/>
                  </a:lnTo>
                  <a:lnTo>
                    <a:pt x="965" y="5947"/>
                  </a:lnTo>
                  <a:lnTo>
                    <a:pt x="1197" y="6101"/>
                  </a:lnTo>
                  <a:lnTo>
                    <a:pt x="1467" y="6256"/>
                  </a:lnTo>
                  <a:lnTo>
                    <a:pt x="1738" y="6372"/>
                  </a:lnTo>
                  <a:lnTo>
                    <a:pt x="2085" y="6449"/>
                  </a:lnTo>
                  <a:lnTo>
                    <a:pt x="2394" y="6487"/>
                  </a:lnTo>
                  <a:lnTo>
                    <a:pt x="2742" y="6526"/>
                  </a:lnTo>
                  <a:lnTo>
                    <a:pt x="3012" y="6487"/>
                  </a:lnTo>
                  <a:lnTo>
                    <a:pt x="3321" y="6449"/>
                  </a:lnTo>
                  <a:lnTo>
                    <a:pt x="3630" y="6372"/>
                  </a:lnTo>
                  <a:lnTo>
                    <a:pt x="3900" y="6256"/>
                  </a:lnTo>
                  <a:lnTo>
                    <a:pt x="4170" y="6101"/>
                  </a:lnTo>
                  <a:lnTo>
                    <a:pt x="4402" y="5947"/>
                  </a:lnTo>
                  <a:lnTo>
                    <a:pt x="4634" y="5792"/>
                  </a:lnTo>
                  <a:lnTo>
                    <a:pt x="4866" y="5561"/>
                  </a:lnTo>
                  <a:lnTo>
                    <a:pt x="5059" y="5368"/>
                  </a:lnTo>
                  <a:lnTo>
                    <a:pt x="5252" y="5097"/>
                  </a:lnTo>
                  <a:lnTo>
                    <a:pt x="5406" y="4866"/>
                  </a:lnTo>
                  <a:lnTo>
                    <a:pt x="5522" y="4595"/>
                  </a:lnTo>
                  <a:lnTo>
                    <a:pt x="5638" y="4286"/>
                  </a:lnTo>
                  <a:lnTo>
                    <a:pt x="5754" y="4016"/>
                  </a:lnTo>
                  <a:lnTo>
                    <a:pt x="5792" y="3707"/>
                  </a:lnTo>
                  <a:lnTo>
                    <a:pt x="5831" y="3398"/>
                  </a:lnTo>
                  <a:lnTo>
                    <a:pt x="5831" y="3089"/>
                  </a:lnTo>
                  <a:lnTo>
                    <a:pt x="5792" y="2780"/>
                  </a:lnTo>
                  <a:lnTo>
                    <a:pt x="5754" y="2472"/>
                  </a:lnTo>
                  <a:lnTo>
                    <a:pt x="5638" y="2163"/>
                  </a:lnTo>
                  <a:lnTo>
                    <a:pt x="5522" y="1892"/>
                  </a:lnTo>
                  <a:lnTo>
                    <a:pt x="5406" y="1622"/>
                  </a:lnTo>
                  <a:lnTo>
                    <a:pt x="5213" y="1352"/>
                  </a:lnTo>
                  <a:lnTo>
                    <a:pt x="5020" y="1120"/>
                  </a:lnTo>
                  <a:lnTo>
                    <a:pt x="4827" y="888"/>
                  </a:lnTo>
                  <a:lnTo>
                    <a:pt x="4595" y="695"/>
                  </a:lnTo>
                  <a:lnTo>
                    <a:pt x="4364" y="502"/>
                  </a:lnTo>
                  <a:lnTo>
                    <a:pt x="4093" y="348"/>
                  </a:lnTo>
                  <a:lnTo>
                    <a:pt x="3823" y="193"/>
                  </a:lnTo>
                  <a:lnTo>
                    <a:pt x="3514" y="116"/>
                  </a:lnTo>
                  <a:lnTo>
                    <a:pt x="32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6"/>
            <p:cNvSpPr/>
            <p:nvPr/>
          </p:nvSpPr>
          <p:spPr>
            <a:xfrm>
              <a:off x="3966375" y="4488475"/>
              <a:ext cx="350450" cy="288650"/>
            </a:xfrm>
            <a:custGeom>
              <a:avLst/>
              <a:gdLst/>
              <a:ahLst/>
              <a:cxnLst/>
              <a:rect l="l" t="t" r="r" b="b"/>
              <a:pathLst>
                <a:path w="14018" h="11546" extrusionOk="0">
                  <a:moveTo>
                    <a:pt x="11778" y="0"/>
                  </a:moveTo>
                  <a:lnTo>
                    <a:pt x="11469" y="77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8" y="2780"/>
                  </a:lnTo>
                  <a:lnTo>
                    <a:pt x="10658" y="1892"/>
                  </a:lnTo>
                  <a:lnTo>
                    <a:pt x="10427" y="2085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168" y="5522"/>
                  </a:lnTo>
                  <a:lnTo>
                    <a:pt x="13439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2" y="6681"/>
                  </a:lnTo>
                  <a:lnTo>
                    <a:pt x="13516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4" y="7955"/>
                  </a:lnTo>
                  <a:lnTo>
                    <a:pt x="12203" y="8418"/>
                  </a:lnTo>
                  <a:lnTo>
                    <a:pt x="11740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1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0" y="11160"/>
                  </a:lnTo>
                  <a:lnTo>
                    <a:pt x="3013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2"/>
                  </a:lnTo>
                  <a:lnTo>
                    <a:pt x="1082" y="10696"/>
                  </a:lnTo>
                  <a:lnTo>
                    <a:pt x="812" y="10542"/>
                  </a:lnTo>
                  <a:lnTo>
                    <a:pt x="618" y="10388"/>
                  </a:lnTo>
                  <a:lnTo>
                    <a:pt x="464" y="10194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7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1" y="9886"/>
                  </a:lnTo>
                  <a:lnTo>
                    <a:pt x="39" y="10117"/>
                  </a:lnTo>
                  <a:lnTo>
                    <a:pt x="78" y="10310"/>
                  </a:lnTo>
                  <a:lnTo>
                    <a:pt x="194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2" y="11353"/>
                  </a:lnTo>
                  <a:lnTo>
                    <a:pt x="2626" y="11430"/>
                  </a:lnTo>
                  <a:lnTo>
                    <a:pt x="3321" y="11507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7"/>
                  </a:lnTo>
                  <a:lnTo>
                    <a:pt x="6063" y="11430"/>
                  </a:lnTo>
                  <a:lnTo>
                    <a:pt x="6758" y="11314"/>
                  </a:lnTo>
                  <a:lnTo>
                    <a:pt x="7415" y="11160"/>
                  </a:lnTo>
                  <a:lnTo>
                    <a:pt x="8071" y="11005"/>
                  </a:lnTo>
                  <a:lnTo>
                    <a:pt x="8728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8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3"/>
                  </a:lnTo>
                  <a:lnTo>
                    <a:pt x="14018" y="6140"/>
                  </a:lnTo>
                  <a:lnTo>
                    <a:pt x="13941" y="5908"/>
                  </a:lnTo>
                  <a:lnTo>
                    <a:pt x="13863" y="5715"/>
                  </a:lnTo>
                  <a:lnTo>
                    <a:pt x="13748" y="5522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6"/>
                  </a:lnTo>
                  <a:lnTo>
                    <a:pt x="13091" y="5136"/>
                  </a:lnTo>
                  <a:lnTo>
                    <a:pt x="12821" y="3823"/>
                  </a:lnTo>
                  <a:lnTo>
                    <a:pt x="12512" y="2549"/>
                  </a:lnTo>
                  <a:lnTo>
                    <a:pt x="12164" y="1274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6"/>
            <p:cNvSpPr/>
            <p:nvPr/>
          </p:nvSpPr>
          <p:spPr>
            <a:xfrm>
              <a:off x="1307750" y="4498125"/>
              <a:ext cx="103325" cy="105250"/>
            </a:xfrm>
            <a:custGeom>
              <a:avLst/>
              <a:gdLst/>
              <a:ahLst/>
              <a:cxnLst/>
              <a:rect l="l" t="t" r="r" b="b"/>
              <a:pathLst>
                <a:path w="4133" h="4210" extrusionOk="0">
                  <a:moveTo>
                    <a:pt x="2317" y="348"/>
                  </a:moveTo>
                  <a:lnTo>
                    <a:pt x="2665" y="425"/>
                  </a:lnTo>
                  <a:lnTo>
                    <a:pt x="2819" y="502"/>
                  </a:lnTo>
                  <a:lnTo>
                    <a:pt x="2974" y="618"/>
                  </a:lnTo>
                  <a:lnTo>
                    <a:pt x="3128" y="734"/>
                  </a:lnTo>
                  <a:lnTo>
                    <a:pt x="3244" y="850"/>
                  </a:lnTo>
                  <a:lnTo>
                    <a:pt x="3360" y="1043"/>
                  </a:lnTo>
                  <a:lnTo>
                    <a:pt x="3476" y="1197"/>
                  </a:lnTo>
                  <a:lnTo>
                    <a:pt x="3514" y="1236"/>
                  </a:lnTo>
                  <a:lnTo>
                    <a:pt x="3630" y="1545"/>
                  </a:lnTo>
                  <a:lnTo>
                    <a:pt x="3707" y="1815"/>
                  </a:lnTo>
                  <a:lnTo>
                    <a:pt x="3746" y="2086"/>
                  </a:lnTo>
                  <a:lnTo>
                    <a:pt x="3746" y="2356"/>
                  </a:lnTo>
                  <a:lnTo>
                    <a:pt x="3707" y="2626"/>
                  </a:lnTo>
                  <a:lnTo>
                    <a:pt x="3630" y="2896"/>
                  </a:lnTo>
                  <a:lnTo>
                    <a:pt x="3514" y="3128"/>
                  </a:lnTo>
                  <a:lnTo>
                    <a:pt x="3283" y="3398"/>
                  </a:lnTo>
                  <a:lnTo>
                    <a:pt x="3012" y="3591"/>
                  </a:lnTo>
                  <a:lnTo>
                    <a:pt x="2703" y="3746"/>
                  </a:lnTo>
                  <a:lnTo>
                    <a:pt x="2356" y="3823"/>
                  </a:lnTo>
                  <a:lnTo>
                    <a:pt x="2008" y="3862"/>
                  </a:lnTo>
                  <a:lnTo>
                    <a:pt x="1661" y="3785"/>
                  </a:lnTo>
                  <a:lnTo>
                    <a:pt x="1313" y="3669"/>
                  </a:lnTo>
                  <a:lnTo>
                    <a:pt x="1004" y="3476"/>
                  </a:lnTo>
                  <a:lnTo>
                    <a:pt x="734" y="3244"/>
                  </a:lnTo>
                  <a:lnTo>
                    <a:pt x="579" y="2935"/>
                  </a:lnTo>
                  <a:lnTo>
                    <a:pt x="425" y="2665"/>
                  </a:lnTo>
                  <a:lnTo>
                    <a:pt x="386" y="2317"/>
                  </a:lnTo>
                  <a:lnTo>
                    <a:pt x="348" y="2008"/>
                  </a:lnTo>
                  <a:lnTo>
                    <a:pt x="386" y="1661"/>
                  </a:lnTo>
                  <a:lnTo>
                    <a:pt x="502" y="1352"/>
                  </a:lnTo>
                  <a:lnTo>
                    <a:pt x="657" y="1043"/>
                  </a:lnTo>
                  <a:lnTo>
                    <a:pt x="888" y="811"/>
                  </a:lnTo>
                  <a:lnTo>
                    <a:pt x="1197" y="580"/>
                  </a:lnTo>
                  <a:lnTo>
                    <a:pt x="1545" y="425"/>
                  </a:lnTo>
                  <a:lnTo>
                    <a:pt x="1931" y="348"/>
                  </a:lnTo>
                  <a:close/>
                  <a:moveTo>
                    <a:pt x="2201" y="0"/>
                  </a:moveTo>
                  <a:lnTo>
                    <a:pt x="1815" y="39"/>
                  </a:lnTo>
                  <a:lnTo>
                    <a:pt x="1468" y="116"/>
                  </a:lnTo>
                  <a:lnTo>
                    <a:pt x="1120" y="232"/>
                  </a:lnTo>
                  <a:lnTo>
                    <a:pt x="927" y="348"/>
                  </a:lnTo>
                  <a:lnTo>
                    <a:pt x="773" y="464"/>
                  </a:lnTo>
                  <a:lnTo>
                    <a:pt x="579" y="618"/>
                  </a:lnTo>
                  <a:lnTo>
                    <a:pt x="464" y="773"/>
                  </a:lnTo>
                  <a:lnTo>
                    <a:pt x="232" y="1159"/>
                  </a:lnTo>
                  <a:lnTo>
                    <a:pt x="78" y="1545"/>
                  </a:lnTo>
                  <a:lnTo>
                    <a:pt x="0" y="1970"/>
                  </a:lnTo>
                  <a:lnTo>
                    <a:pt x="0" y="2394"/>
                  </a:lnTo>
                  <a:lnTo>
                    <a:pt x="116" y="2858"/>
                  </a:lnTo>
                  <a:lnTo>
                    <a:pt x="193" y="3051"/>
                  </a:lnTo>
                  <a:lnTo>
                    <a:pt x="309" y="3244"/>
                  </a:lnTo>
                  <a:lnTo>
                    <a:pt x="579" y="3553"/>
                  </a:lnTo>
                  <a:lnTo>
                    <a:pt x="888" y="3823"/>
                  </a:lnTo>
                  <a:lnTo>
                    <a:pt x="1236" y="4016"/>
                  </a:lnTo>
                  <a:lnTo>
                    <a:pt x="1622" y="4171"/>
                  </a:lnTo>
                  <a:lnTo>
                    <a:pt x="2047" y="4209"/>
                  </a:lnTo>
                  <a:lnTo>
                    <a:pt x="2472" y="4209"/>
                  </a:lnTo>
                  <a:lnTo>
                    <a:pt x="2858" y="4093"/>
                  </a:lnTo>
                  <a:lnTo>
                    <a:pt x="3244" y="3939"/>
                  </a:lnTo>
                  <a:lnTo>
                    <a:pt x="3398" y="3823"/>
                  </a:lnTo>
                  <a:lnTo>
                    <a:pt x="3553" y="3669"/>
                  </a:lnTo>
                  <a:lnTo>
                    <a:pt x="3707" y="3514"/>
                  </a:lnTo>
                  <a:lnTo>
                    <a:pt x="3823" y="3321"/>
                  </a:lnTo>
                  <a:lnTo>
                    <a:pt x="4016" y="2935"/>
                  </a:lnTo>
                  <a:lnTo>
                    <a:pt x="4132" y="2510"/>
                  </a:lnTo>
                  <a:lnTo>
                    <a:pt x="4132" y="2047"/>
                  </a:lnTo>
                  <a:lnTo>
                    <a:pt x="4132" y="1854"/>
                  </a:lnTo>
                  <a:lnTo>
                    <a:pt x="4055" y="1622"/>
                  </a:lnTo>
                  <a:lnTo>
                    <a:pt x="4016" y="1429"/>
                  </a:lnTo>
                  <a:lnTo>
                    <a:pt x="3900" y="1236"/>
                  </a:lnTo>
                  <a:lnTo>
                    <a:pt x="3785" y="1082"/>
                  </a:lnTo>
                  <a:lnTo>
                    <a:pt x="3630" y="927"/>
                  </a:lnTo>
                  <a:lnTo>
                    <a:pt x="3591" y="888"/>
                  </a:lnTo>
                  <a:lnTo>
                    <a:pt x="3553" y="734"/>
                  </a:lnTo>
                  <a:lnTo>
                    <a:pt x="3437" y="580"/>
                  </a:lnTo>
                  <a:lnTo>
                    <a:pt x="3360" y="425"/>
                  </a:lnTo>
                  <a:lnTo>
                    <a:pt x="3244" y="348"/>
                  </a:lnTo>
                  <a:lnTo>
                    <a:pt x="3089" y="232"/>
                  </a:lnTo>
                  <a:lnTo>
                    <a:pt x="2935" y="155"/>
                  </a:lnTo>
                  <a:lnTo>
                    <a:pt x="2587" y="39"/>
                  </a:lnTo>
                  <a:lnTo>
                    <a:pt x="220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6"/>
            <p:cNvSpPr/>
            <p:nvPr/>
          </p:nvSpPr>
          <p:spPr>
            <a:xfrm>
              <a:off x="6468625" y="45261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8" y="618"/>
                  </a:moveTo>
                  <a:lnTo>
                    <a:pt x="5947" y="772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2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4" y="3900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0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6" y="2626"/>
                  </a:lnTo>
                  <a:lnTo>
                    <a:pt x="5368" y="1969"/>
                  </a:lnTo>
                  <a:lnTo>
                    <a:pt x="5368" y="618"/>
                  </a:lnTo>
                  <a:close/>
                  <a:moveTo>
                    <a:pt x="2781" y="888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6"/>
                  </a:lnTo>
                  <a:lnTo>
                    <a:pt x="1545" y="4286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7" y="3012"/>
                  </a:lnTo>
                  <a:lnTo>
                    <a:pt x="888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1" y="888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5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3" y="6294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6"/>
                  </a:lnTo>
                  <a:lnTo>
                    <a:pt x="2240" y="579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4"/>
                  </a:lnTo>
                  <a:lnTo>
                    <a:pt x="232" y="2780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3"/>
                  </a:lnTo>
                  <a:lnTo>
                    <a:pt x="39" y="4557"/>
                  </a:lnTo>
                  <a:lnTo>
                    <a:pt x="348" y="4595"/>
                  </a:lnTo>
                  <a:lnTo>
                    <a:pt x="386" y="4286"/>
                  </a:lnTo>
                  <a:lnTo>
                    <a:pt x="966" y="4518"/>
                  </a:lnTo>
                  <a:lnTo>
                    <a:pt x="1313" y="4595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79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4" y="3977"/>
                  </a:lnTo>
                  <a:lnTo>
                    <a:pt x="3012" y="3630"/>
                  </a:lnTo>
                  <a:lnTo>
                    <a:pt x="3012" y="2973"/>
                  </a:lnTo>
                  <a:lnTo>
                    <a:pt x="3128" y="772"/>
                  </a:lnTo>
                  <a:lnTo>
                    <a:pt x="3514" y="657"/>
                  </a:lnTo>
                  <a:lnTo>
                    <a:pt x="3939" y="579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8" y="579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8" y="3398"/>
                  </a:lnTo>
                  <a:lnTo>
                    <a:pt x="5175" y="3746"/>
                  </a:lnTo>
                  <a:lnTo>
                    <a:pt x="5213" y="3900"/>
                  </a:lnTo>
                  <a:lnTo>
                    <a:pt x="5291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6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6"/>
                  </a:lnTo>
                  <a:lnTo>
                    <a:pt x="7607" y="4209"/>
                  </a:lnTo>
                  <a:lnTo>
                    <a:pt x="8650" y="4093"/>
                  </a:lnTo>
                  <a:lnTo>
                    <a:pt x="8650" y="4479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7"/>
                  </a:lnTo>
                  <a:lnTo>
                    <a:pt x="8766" y="5097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1" y="4904"/>
                  </a:lnTo>
                  <a:lnTo>
                    <a:pt x="9384" y="4904"/>
                  </a:lnTo>
                  <a:lnTo>
                    <a:pt x="9809" y="4981"/>
                  </a:lnTo>
                  <a:lnTo>
                    <a:pt x="10195" y="5097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599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7"/>
                  </a:lnTo>
                  <a:lnTo>
                    <a:pt x="10697" y="6603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3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9" y="8997"/>
                  </a:lnTo>
                  <a:lnTo>
                    <a:pt x="12512" y="8997"/>
                  </a:lnTo>
                  <a:lnTo>
                    <a:pt x="12434" y="9075"/>
                  </a:lnTo>
                  <a:lnTo>
                    <a:pt x="12396" y="9113"/>
                  </a:lnTo>
                  <a:lnTo>
                    <a:pt x="12357" y="9190"/>
                  </a:lnTo>
                  <a:lnTo>
                    <a:pt x="11469" y="9306"/>
                  </a:lnTo>
                  <a:lnTo>
                    <a:pt x="11469" y="9692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4" y="9499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7"/>
                  </a:lnTo>
                  <a:lnTo>
                    <a:pt x="13168" y="8766"/>
                  </a:lnTo>
                  <a:lnTo>
                    <a:pt x="13168" y="8495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6" y="7182"/>
                  </a:lnTo>
                  <a:lnTo>
                    <a:pt x="12743" y="6680"/>
                  </a:lnTo>
                  <a:lnTo>
                    <a:pt x="12434" y="6217"/>
                  </a:lnTo>
                  <a:lnTo>
                    <a:pt x="12125" y="5792"/>
                  </a:lnTo>
                  <a:lnTo>
                    <a:pt x="11778" y="5445"/>
                  </a:lnTo>
                  <a:lnTo>
                    <a:pt x="11315" y="5097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5"/>
                  </a:lnTo>
                  <a:lnTo>
                    <a:pt x="9886" y="4479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7"/>
                  </a:lnTo>
                  <a:lnTo>
                    <a:pt x="9229" y="3514"/>
                  </a:lnTo>
                  <a:lnTo>
                    <a:pt x="9152" y="3089"/>
                  </a:lnTo>
                  <a:lnTo>
                    <a:pt x="8998" y="2665"/>
                  </a:lnTo>
                  <a:lnTo>
                    <a:pt x="8805" y="2278"/>
                  </a:lnTo>
                  <a:lnTo>
                    <a:pt x="8534" y="1931"/>
                  </a:lnTo>
                  <a:lnTo>
                    <a:pt x="8225" y="1583"/>
                  </a:lnTo>
                  <a:lnTo>
                    <a:pt x="7839" y="1274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5" y="193"/>
                  </a:lnTo>
                  <a:lnTo>
                    <a:pt x="5291" y="77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6"/>
            <p:cNvSpPr/>
            <p:nvPr/>
          </p:nvSpPr>
          <p:spPr>
            <a:xfrm>
              <a:off x="4200000" y="452900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1"/>
                  </a:lnTo>
                  <a:lnTo>
                    <a:pt x="0" y="7261"/>
                  </a:lnTo>
                  <a:lnTo>
                    <a:pt x="193" y="7261"/>
                  </a:lnTo>
                  <a:lnTo>
                    <a:pt x="425" y="5484"/>
                  </a:lnTo>
                  <a:lnTo>
                    <a:pt x="580" y="3669"/>
                  </a:lnTo>
                  <a:lnTo>
                    <a:pt x="695" y="1854"/>
                  </a:lnTo>
                  <a:lnTo>
                    <a:pt x="695" y="928"/>
                  </a:lnTo>
                  <a:lnTo>
                    <a:pt x="695" y="40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6"/>
            <p:cNvSpPr/>
            <p:nvPr/>
          </p:nvSpPr>
          <p:spPr>
            <a:xfrm>
              <a:off x="6500475" y="45396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6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3"/>
                  </a:lnTo>
                  <a:lnTo>
                    <a:pt x="9384" y="9654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39" y="10079"/>
                  </a:lnTo>
                  <a:lnTo>
                    <a:pt x="7608" y="9963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9" y="9346"/>
                  </a:lnTo>
                  <a:lnTo>
                    <a:pt x="6951" y="9075"/>
                  </a:lnTo>
                  <a:lnTo>
                    <a:pt x="6913" y="8805"/>
                  </a:lnTo>
                  <a:lnTo>
                    <a:pt x="6951" y="8535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4" y="7569"/>
                  </a:lnTo>
                  <a:lnTo>
                    <a:pt x="8148" y="7338"/>
                  </a:lnTo>
                  <a:lnTo>
                    <a:pt x="8226" y="7299"/>
                  </a:lnTo>
                  <a:close/>
                  <a:moveTo>
                    <a:pt x="2858" y="1"/>
                  </a:moveTo>
                  <a:lnTo>
                    <a:pt x="2665" y="39"/>
                  </a:lnTo>
                  <a:lnTo>
                    <a:pt x="2665" y="78"/>
                  </a:lnTo>
                  <a:lnTo>
                    <a:pt x="2626" y="1352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4" y="5098"/>
                  </a:lnTo>
                  <a:lnTo>
                    <a:pt x="2897" y="7492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2"/>
                  </a:lnTo>
                  <a:lnTo>
                    <a:pt x="3051" y="8766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7"/>
                  </a:lnTo>
                  <a:lnTo>
                    <a:pt x="773" y="9114"/>
                  </a:lnTo>
                  <a:lnTo>
                    <a:pt x="1545" y="9152"/>
                  </a:lnTo>
                  <a:lnTo>
                    <a:pt x="3128" y="9230"/>
                  </a:lnTo>
                  <a:lnTo>
                    <a:pt x="4828" y="9307"/>
                  </a:lnTo>
                  <a:lnTo>
                    <a:pt x="5677" y="9307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2" y="10311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20"/>
                  </a:lnTo>
                  <a:lnTo>
                    <a:pt x="9037" y="10543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3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9"/>
                  </a:lnTo>
                  <a:lnTo>
                    <a:pt x="10041" y="8071"/>
                  </a:lnTo>
                  <a:lnTo>
                    <a:pt x="9847" y="7762"/>
                  </a:lnTo>
                  <a:lnTo>
                    <a:pt x="9616" y="7492"/>
                  </a:lnTo>
                  <a:lnTo>
                    <a:pt x="9307" y="7260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7" y="6990"/>
                  </a:lnTo>
                  <a:lnTo>
                    <a:pt x="7724" y="7029"/>
                  </a:lnTo>
                  <a:lnTo>
                    <a:pt x="7415" y="7144"/>
                  </a:lnTo>
                  <a:lnTo>
                    <a:pt x="7144" y="7338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6" y="8805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8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6" y="8535"/>
                  </a:lnTo>
                  <a:lnTo>
                    <a:pt x="3206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5"/>
                  </a:lnTo>
                  <a:lnTo>
                    <a:pt x="3206" y="7338"/>
                  </a:lnTo>
                  <a:lnTo>
                    <a:pt x="3128" y="6449"/>
                  </a:lnTo>
                  <a:lnTo>
                    <a:pt x="3013" y="4326"/>
                  </a:lnTo>
                  <a:lnTo>
                    <a:pt x="2935" y="2202"/>
                  </a:lnTo>
                  <a:lnTo>
                    <a:pt x="2897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6"/>
            <p:cNvSpPr/>
            <p:nvPr/>
          </p:nvSpPr>
          <p:spPr>
            <a:xfrm>
              <a:off x="5490700" y="4546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79"/>
                  </a:lnTo>
                  <a:lnTo>
                    <a:pt x="0" y="1197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8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6"/>
                  </a:lnTo>
                  <a:lnTo>
                    <a:pt x="1970" y="5947"/>
                  </a:lnTo>
                  <a:lnTo>
                    <a:pt x="2433" y="6410"/>
                  </a:lnTo>
                  <a:lnTo>
                    <a:pt x="2974" y="6873"/>
                  </a:lnTo>
                  <a:lnTo>
                    <a:pt x="3514" y="7260"/>
                  </a:lnTo>
                  <a:lnTo>
                    <a:pt x="4094" y="7646"/>
                  </a:lnTo>
                  <a:lnTo>
                    <a:pt x="4712" y="7955"/>
                  </a:lnTo>
                  <a:lnTo>
                    <a:pt x="5329" y="8225"/>
                  </a:lnTo>
                  <a:lnTo>
                    <a:pt x="5986" y="8495"/>
                  </a:lnTo>
                  <a:lnTo>
                    <a:pt x="6642" y="8688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3"/>
                  </a:lnTo>
                  <a:lnTo>
                    <a:pt x="10774" y="9075"/>
                  </a:lnTo>
                  <a:lnTo>
                    <a:pt x="11392" y="8997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1"/>
                  </a:lnTo>
                  <a:lnTo>
                    <a:pt x="14018" y="8379"/>
                  </a:lnTo>
                  <a:lnTo>
                    <a:pt x="14636" y="8148"/>
                  </a:lnTo>
                  <a:lnTo>
                    <a:pt x="15253" y="7877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0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4"/>
                  </a:lnTo>
                  <a:lnTo>
                    <a:pt x="19076" y="4286"/>
                  </a:lnTo>
                  <a:lnTo>
                    <a:pt x="19347" y="3668"/>
                  </a:lnTo>
                  <a:lnTo>
                    <a:pt x="19115" y="3630"/>
                  </a:lnTo>
                  <a:lnTo>
                    <a:pt x="18767" y="4170"/>
                  </a:lnTo>
                  <a:lnTo>
                    <a:pt x="18420" y="4634"/>
                  </a:lnTo>
                  <a:lnTo>
                    <a:pt x="18034" y="5097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0"/>
                  </a:lnTo>
                  <a:lnTo>
                    <a:pt x="15755" y="7028"/>
                  </a:lnTo>
                  <a:lnTo>
                    <a:pt x="15215" y="7298"/>
                  </a:lnTo>
                  <a:lnTo>
                    <a:pt x="14713" y="7569"/>
                  </a:lnTo>
                  <a:lnTo>
                    <a:pt x="14134" y="7800"/>
                  </a:lnTo>
                  <a:lnTo>
                    <a:pt x="13593" y="8032"/>
                  </a:lnTo>
                  <a:lnTo>
                    <a:pt x="13014" y="8186"/>
                  </a:lnTo>
                  <a:lnTo>
                    <a:pt x="12434" y="8341"/>
                  </a:lnTo>
                  <a:lnTo>
                    <a:pt x="11817" y="8457"/>
                  </a:lnTo>
                  <a:lnTo>
                    <a:pt x="11199" y="8534"/>
                  </a:lnTo>
                  <a:lnTo>
                    <a:pt x="10504" y="8611"/>
                  </a:lnTo>
                  <a:lnTo>
                    <a:pt x="9114" y="8611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2"/>
                  </a:lnTo>
                  <a:lnTo>
                    <a:pt x="6333" y="8109"/>
                  </a:lnTo>
                  <a:lnTo>
                    <a:pt x="5638" y="7877"/>
                  </a:lnTo>
                  <a:lnTo>
                    <a:pt x="5020" y="7607"/>
                  </a:lnTo>
                  <a:lnTo>
                    <a:pt x="4364" y="7260"/>
                  </a:lnTo>
                  <a:lnTo>
                    <a:pt x="3785" y="6912"/>
                  </a:lnTo>
                  <a:lnTo>
                    <a:pt x="3206" y="6487"/>
                  </a:lnTo>
                  <a:lnTo>
                    <a:pt x="2704" y="6063"/>
                  </a:lnTo>
                  <a:lnTo>
                    <a:pt x="2202" y="5561"/>
                  </a:lnTo>
                  <a:lnTo>
                    <a:pt x="1777" y="4981"/>
                  </a:lnTo>
                  <a:lnTo>
                    <a:pt x="1391" y="4402"/>
                  </a:lnTo>
                  <a:lnTo>
                    <a:pt x="1120" y="3900"/>
                  </a:lnTo>
                  <a:lnTo>
                    <a:pt x="850" y="3360"/>
                  </a:lnTo>
                  <a:lnTo>
                    <a:pt x="696" y="2858"/>
                  </a:lnTo>
                  <a:lnTo>
                    <a:pt x="541" y="2278"/>
                  </a:lnTo>
                  <a:lnTo>
                    <a:pt x="425" y="1738"/>
                  </a:lnTo>
                  <a:lnTo>
                    <a:pt x="387" y="1158"/>
                  </a:lnTo>
                  <a:lnTo>
                    <a:pt x="387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6"/>
            <p:cNvSpPr/>
            <p:nvPr/>
          </p:nvSpPr>
          <p:spPr>
            <a:xfrm>
              <a:off x="5576625" y="4556050"/>
              <a:ext cx="35725" cy="28975"/>
            </a:xfrm>
            <a:custGeom>
              <a:avLst/>
              <a:gdLst/>
              <a:ahLst/>
              <a:cxnLst/>
              <a:rect l="l" t="t" r="r" b="b"/>
              <a:pathLst>
                <a:path w="1429" h="1159" extrusionOk="0">
                  <a:moveTo>
                    <a:pt x="502" y="0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6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1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4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2"/>
                  </a:lnTo>
                  <a:lnTo>
                    <a:pt x="425" y="579"/>
                  </a:lnTo>
                  <a:lnTo>
                    <a:pt x="541" y="425"/>
                  </a:lnTo>
                  <a:lnTo>
                    <a:pt x="618" y="386"/>
                  </a:lnTo>
                  <a:lnTo>
                    <a:pt x="773" y="386"/>
                  </a:lnTo>
                  <a:lnTo>
                    <a:pt x="850" y="425"/>
                  </a:lnTo>
                  <a:lnTo>
                    <a:pt x="966" y="579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6" y="927"/>
                  </a:lnTo>
                  <a:lnTo>
                    <a:pt x="966" y="1004"/>
                  </a:lnTo>
                  <a:lnTo>
                    <a:pt x="966" y="1081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5" y="1120"/>
                  </a:lnTo>
                  <a:lnTo>
                    <a:pt x="1313" y="1081"/>
                  </a:lnTo>
                  <a:lnTo>
                    <a:pt x="1390" y="888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3"/>
                  </a:lnTo>
                  <a:lnTo>
                    <a:pt x="1043" y="77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6"/>
            <p:cNvSpPr/>
            <p:nvPr/>
          </p:nvSpPr>
          <p:spPr>
            <a:xfrm>
              <a:off x="5523525" y="45599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2"/>
                  </a:lnTo>
                  <a:lnTo>
                    <a:pt x="78" y="966"/>
                  </a:lnTo>
                  <a:lnTo>
                    <a:pt x="232" y="1082"/>
                  </a:lnTo>
                  <a:lnTo>
                    <a:pt x="387" y="1198"/>
                  </a:lnTo>
                  <a:lnTo>
                    <a:pt x="464" y="1198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5"/>
                  </a:lnTo>
                  <a:lnTo>
                    <a:pt x="387" y="927"/>
                  </a:lnTo>
                  <a:lnTo>
                    <a:pt x="348" y="812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7" y="503"/>
                  </a:lnTo>
                  <a:lnTo>
                    <a:pt x="464" y="464"/>
                  </a:lnTo>
                  <a:lnTo>
                    <a:pt x="541" y="387"/>
                  </a:lnTo>
                  <a:lnTo>
                    <a:pt x="773" y="387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2" y="1043"/>
                  </a:lnTo>
                  <a:lnTo>
                    <a:pt x="1159" y="1082"/>
                  </a:lnTo>
                  <a:lnTo>
                    <a:pt x="1197" y="1082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7"/>
                  </a:lnTo>
                  <a:lnTo>
                    <a:pt x="1159" y="232"/>
                  </a:lnTo>
                  <a:lnTo>
                    <a:pt x="1004" y="78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6"/>
            <p:cNvSpPr/>
            <p:nvPr/>
          </p:nvSpPr>
          <p:spPr>
            <a:xfrm>
              <a:off x="4050375" y="4567625"/>
              <a:ext cx="30900" cy="168975"/>
            </a:xfrm>
            <a:custGeom>
              <a:avLst/>
              <a:gdLst/>
              <a:ahLst/>
              <a:cxnLst/>
              <a:rect l="l" t="t" r="r" b="b"/>
              <a:pathLst>
                <a:path w="1236" h="6759" extrusionOk="0">
                  <a:moveTo>
                    <a:pt x="1120" y="1"/>
                  </a:moveTo>
                  <a:lnTo>
                    <a:pt x="1081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9"/>
                  </a:lnTo>
                  <a:lnTo>
                    <a:pt x="116" y="5059"/>
                  </a:lnTo>
                  <a:lnTo>
                    <a:pt x="0" y="6720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2" y="3515"/>
                  </a:lnTo>
                  <a:lnTo>
                    <a:pt x="965" y="1854"/>
                  </a:lnTo>
                  <a:lnTo>
                    <a:pt x="1081" y="232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6"/>
            <p:cNvSpPr/>
            <p:nvPr/>
          </p:nvSpPr>
          <p:spPr>
            <a:xfrm>
              <a:off x="4077400" y="4569550"/>
              <a:ext cx="121650" cy="144850"/>
            </a:xfrm>
            <a:custGeom>
              <a:avLst/>
              <a:gdLst/>
              <a:ahLst/>
              <a:cxnLst/>
              <a:rect l="l" t="t" r="r" b="b"/>
              <a:pathLst>
                <a:path w="4866" h="5794" extrusionOk="0">
                  <a:moveTo>
                    <a:pt x="155" y="1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6"/>
                  </a:lnTo>
                  <a:lnTo>
                    <a:pt x="2896" y="3631"/>
                  </a:lnTo>
                  <a:lnTo>
                    <a:pt x="3476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6"/>
                  </a:lnTo>
                  <a:lnTo>
                    <a:pt x="4866" y="5639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8" y="1352"/>
                  </a:lnTo>
                  <a:lnTo>
                    <a:pt x="811" y="65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6"/>
            <p:cNvSpPr/>
            <p:nvPr/>
          </p:nvSpPr>
          <p:spPr>
            <a:xfrm>
              <a:off x="3931625" y="457727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1"/>
                  </a:moveTo>
                  <a:lnTo>
                    <a:pt x="0" y="78"/>
                  </a:lnTo>
                  <a:lnTo>
                    <a:pt x="194" y="927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6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9"/>
                  </a:lnTo>
                  <a:lnTo>
                    <a:pt x="1931" y="6140"/>
                  </a:lnTo>
                  <a:lnTo>
                    <a:pt x="2086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4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6"/>
            <p:cNvSpPr/>
            <p:nvPr/>
          </p:nvSpPr>
          <p:spPr>
            <a:xfrm>
              <a:off x="3941275" y="457920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1" y="40"/>
                  </a:lnTo>
                  <a:lnTo>
                    <a:pt x="1970" y="3206"/>
                  </a:lnTo>
                  <a:lnTo>
                    <a:pt x="4055" y="6334"/>
                  </a:lnTo>
                  <a:lnTo>
                    <a:pt x="4055" y="6334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3"/>
                  </a:lnTo>
                  <a:lnTo>
                    <a:pt x="3708" y="6720"/>
                  </a:lnTo>
                  <a:lnTo>
                    <a:pt x="4132" y="6797"/>
                  </a:lnTo>
                  <a:lnTo>
                    <a:pt x="4596" y="6836"/>
                  </a:lnTo>
                  <a:lnTo>
                    <a:pt x="5484" y="6836"/>
                  </a:lnTo>
                  <a:lnTo>
                    <a:pt x="6372" y="6759"/>
                  </a:lnTo>
                  <a:lnTo>
                    <a:pt x="7299" y="6643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9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5"/>
                  </a:lnTo>
                  <a:lnTo>
                    <a:pt x="13863" y="2125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1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3"/>
                  </a:lnTo>
                  <a:lnTo>
                    <a:pt x="10349" y="5253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6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8" y="6334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7"/>
                  </a:lnTo>
                  <a:lnTo>
                    <a:pt x="3399" y="4635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6"/>
            <p:cNvSpPr/>
            <p:nvPr/>
          </p:nvSpPr>
          <p:spPr>
            <a:xfrm>
              <a:off x="6364350" y="46361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2" y="39"/>
                  </a:lnTo>
                  <a:lnTo>
                    <a:pt x="2781" y="77"/>
                  </a:lnTo>
                  <a:lnTo>
                    <a:pt x="2511" y="193"/>
                  </a:lnTo>
                  <a:lnTo>
                    <a:pt x="2241" y="309"/>
                  </a:lnTo>
                  <a:lnTo>
                    <a:pt x="2009" y="425"/>
                  </a:lnTo>
                  <a:lnTo>
                    <a:pt x="1739" y="579"/>
                  </a:lnTo>
                  <a:lnTo>
                    <a:pt x="1507" y="773"/>
                  </a:lnTo>
                  <a:lnTo>
                    <a:pt x="1121" y="1197"/>
                  </a:lnTo>
                  <a:lnTo>
                    <a:pt x="735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8"/>
                  </a:lnTo>
                  <a:lnTo>
                    <a:pt x="40" y="3746"/>
                  </a:lnTo>
                  <a:lnTo>
                    <a:pt x="1" y="4055"/>
                  </a:lnTo>
                  <a:lnTo>
                    <a:pt x="1" y="4402"/>
                  </a:lnTo>
                  <a:lnTo>
                    <a:pt x="40" y="4673"/>
                  </a:lnTo>
                  <a:lnTo>
                    <a:pt x="117" y="4904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5" y="5252"/>
                  </a:lnTo>
                  <a:lnTo>
                    <a:pt x="966" y="5290"/>
                  </a:lnTo>
                  <a:lnTo>
                    <a:pt x="1700" y="5290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5" y="4711"/>
                  </a:lnTo>
                  <a:lnTo>
                    <a:pt x="580" y="4595"/>
                  </a:lnTo>
                  <a:lnTo>
                    <a:pt x="542" y="4441"/>
                  </a:lnTo>
                  <a:lnTo>
                    <a:pt x="542" y="4248"/>
                  </a:lnTo>
                  <a:lnTo>
                    <a:pt x="542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8"/>
                  </a:lnTo>
                  <a:lnTo>
                    <a:pt x="2627" y="695"/>
                  </a:lnTo>
                  <a:lnTo>
                    <a:pt x="3090" y="579"/>
                  </a:lnTo>
                  <a:lnTo>
                    <a:pt x="3592" y="541"/>
                  </a:lnTo>
                  <a:lnTo>
                    <a:pt x="4094" y="579"/>
                  </a:lnTo>
                  <a:lnTo>
                    <a:pt x="4249" y="541"/>
                  </a:lnTo>
                  <a:lnTo>
                    <a:pt x="4326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3"/>
                  </a:lnTo>
                  <a:lnTo>
                    <a:pt x="4210" y="155"/>
                  </a:lnTo>
                  <a:lnTo>
                    <a:pt x="3940" y="77"/>
                  </a:lnTo>
                  <a:lnTo>
                    <a:pt x="3631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6"/>
            <p:cNvSpPr/>
            <p:nvPr/>
          </p:nvSpPr>
          <p:spPr>
            <a:xfrm>
              <a:off x="5052425" y="4653550"/>
              <a:ext cx="61800" cy="89800"/>
            </a:xfrm>
            <a:custGeom>
              <a:avLst/>
              <a:gdLst/>
              <a:ahLst/>
              <a:cxnLst/>
              <a:rect l="l" t="t" r="r" b="b"/>
              <a:pathLst>
                <a:path w="2472" h="3592" extrusionOk="0">
                  <a:moveTo>
                    <a:pt x="1082" y="0"/>
                  </a:moveTo>
                  <a:lnTo>
                    <a:pt x="1004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5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699"/>
                  </a:lnTo>
                  <a:lnTo>
                    <a:pt x="1931" y="1931"/>
                  </a:lnTo>
                  <a:lnTo>
                    <a:pt x="1931" y="2163"/>
                  </a:lnTo>
                  <a:lnTo>
                    <a:pt x="1931" y="2433"/>
                  </a:lnTo>
                  <a:lnTo>
                    <a:pt x="1815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0" y="3128"/>
                  </a:lnTo>
                  <a:lnTo>
                    <a:pt x="1197" y="3128"/>
                  </a:lnTo>
                  <a:lnTo>
                    <a:pt x="1043" y="3089"/>
                  </a:lnTo>
                  <a:lnTo>
                    <a:pt x="927" y="3012"/>
                  </a:lnTo>
                  <a:lnTo>
                    <a:pt x="850" y="2896"/>
                  </a:lnTo>
                  <a:lnTo>
                    <a:pt x="811" y="2742"/>
                  </a:lnTo>
                  <a:lnTo>
                    <a:pt x="850" y="2587"/>
                  </a:lnTo>
                  <a:lnTo>
                    <a:pt x="927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0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5" y="1468"/>
                  </a:lnTo>
                  <a:lnTo>
                    <a:pt x="193" y="1313"/>
                  </a:lnTo>
                  <a:lnTo>
                    <a:pt x="0" y="1622"/>
                  </a:lnTo>
                  <a:lnTo>
                    <a:pt x="271" y="1892"/>
                  </a:lnTo>
                  <a:lnTo>
                    <a:pt x="580" y="2124"/>
                  </a:lnTo>
                  <a:lnTo>
                    <a:pt x="425" y="2356"/>
                  </a:lnTo>
                  <a:lnTo>
                    <a:pt x="348" y="2626"/>
                  </a:lnTo>
                  <a:lnTo>
                    <a:pt x="309" y="2896"/>
                  </a:lnTo>
                  <a:lnTo>
                    <a:pt x="348" y="3051"/>
                  </a:lnTo>
                  <a:lnTo>
                    <a:pt x="425" y="3167"/>
                  </a:lnTo>
                  <a:lnTo>
                    <a:pt x="541" y="3321"/>
                  </a:lnTo>
                  <a:lnTo>
                    <a:pt x="695" y="3476"/>
                  </a:lnTo>
                  <a:lnTo>
                    <a:pt x="888" y="3553"/>
                  </a:lnTo>
                  <a:lnTo>
                    <a:pt x="1082" y="3591"/>
                  </a:lnTo>
                  <a:lnTo>
                    <a:pt x="1275" y="3591"/>
                  </a:lnTo>
                  <a:lnTo>
                    <a:pt x="1506" y="3553"/>
                  </a:lnTo>
                  <a:lnTo>
                    <a:pt x="1699" y="3514"/>
                  </a:lnTo>
                  <a:lnTo>
                    <a:pt x="1854" y="3398"/>
                  </a:lnTo>
                  <a:lnTo>
                    <a:pt x="2047" y="3244"/>
                  </a:lnTo>
                  <a:lnTo>
                    <a:pt x="2201" y="3051"/>
                  </a:lnTo>
                  <a:lnTo>
                    <a:pt x="2317" y="2858"/>
                  </a:lnTo>
                  <a:lnTo>
                    <a:pt x="2394" y="2665"/>
                  </a:lnTo>
                  <a:lnTo>
                    <a:pt x="2433" y="2472"/>
                  </a:lnTo>
                  <a:lnTo>
                    <a:pt x="2472" y="2240"/>
                  </a:lnTo>
                  <a:lnTo>
                    <a:pt x="2433" y="2008"/>
                  </a:lnTo>
                  <a:lnTo>
                    <a:pt x="2394" y="1815"/>
                  </a:lnTo>
                  <a:lnTo>
                    <a:pt x="2317" y="1583"/>
                  </a:lnTo>
                  <a:lnTo>
                    <a:pt x="2201" y="1390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6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6"/>
            <p:cNvSpPr/>
            <p:nvPr/>
          </p:nvSpPr>
          <p:spPr>
            <a:xfrm>
              <a:off x="6613425" y="4670925"/>
              <a:ext cx="26100" cy="11600"/>
            </a:xfrm>
            <a:custGeom>
              <a:avLst/>
              <a:gdLst/>
              <a:ahLst/>
              <a:cxnLst/>
              <a:rect l="l" t="t" r="r" b="b"/>
              <a:pathLst>
                <a:path w="1044" h="464" extrusionOk="0">
                  <a:moveTo>
                    <a:pt x="773" y="0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3"/>
                  </a:lnTo>
                  <a:lnTo>
                    <a:pt x="39" y="232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6"/>
            <p:cNvSpPr/>
            <p:nvPr/>
          </p:nvSpPr>
          <p:spPr>
            <a:xfrm>
              <a:off x="6514950" y="46767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6" y="0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39" y="77"/>
                  </a:lnTo>
                  <a:lnTo>
                    <a:pt x="1" y="193"/>
                  </a:lnTo>
                  <a:lnTo>
                    <a:pt x="39" y="270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0"/>
                  </a:lnTo>
                  <a:lnTo>
                    <a:pt x="850" y="193"/>
                  </a:lnTo>
                  <a:lnTo>
                    <a:pt x="812" y="77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6"/>
            <p:cNvSpPr/>
            <p:nvPr/>
          </p:nvSpPr>
          <p:spPr>
            <a:xfrm>
              <a:off x="4656625" y="46776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89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8" y="3553"/>
                  </a:lnTo>
                  <a:lnTo>
                    <a:pt x="12434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8"/>
                  </a:lnTo>
                  <a:lnTo>
                    <a:pt x="12009" y="3128"/>
                  </a:lnTo>
                  <a:lnTo>
                    <a:pt x="11932" y="3206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40" y="4171"/>
                  </a:lnTo>
                  <a:lnTo>
                    <a:pt x="9615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2" y="4171"/>
                  </a:lnTo>
                  <a:lnTo>
                    <a:pt x="5368" y="4017"/>
                  </a:lnTo>
                  <a:lnTo>
                    <a:pt x="4595" y="3708"/>
                  </a:lnTo>
                  <a:lnTo>
                    <a:pt x="3900" y="3283"/>
                  </a:lnTo>
                  <a:lnTo>
                    <a:pt x="3205" y="2820"/>
                  </a:lnTo>
                  <a:lnTo>
                    <a:pt x="2587" y="2318"/>
                  </a:lnTo>
                  <a:lnTo>
                    <a:pt x="1970" y="1777"/>
                  </a:lnTo>
                  <a:lnTo>
                    <a:pt x="1390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6"/>
            <p:cNvSpPr/>
            <p:nvPr/>
          </p:nvSpPr>
          <p:spPr>
            <a:xfrm>
              <a:off x="4964575" y="4684425"/>
              <a:ext cx="92700" cy="135200"/>
            </a:xfrm>
            <a:custGeom>
              <a:avLst/>
              <a:gdLst/>
              <a:ahLst/>
              <a:cxnLst/>
              <a:rect l="l" t="t" r="r" b="b"/>
              <a:pathLst>
                <a:path w="3708" h="5408" extrusionOk="0">
                  <a:moveTo>
                    <a:pt x="3398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2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7"/>
                  </a:lnTo>
                  <a:lnTo>
                    <a:pt x="1777" y="1430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2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4" y="2086"/>
                  </a:lnTo>
                  <a:lnTo>
                    <a:pt x="889" y="2125"/>
                  </a:lnTo>
                  <a:lnTo>
                    <a:pt x="850" y="2163"/>
                  </a:lnTo>
                  <a:lnTo>
                    <a:pt x="811" y="2241"/>
                  </a:lnTo>
                  <a:lnTo>
                    <a:pt x="811" y="2356"/>
                  </a:lnTo>
                  <a:lnTo>
                    <a:pt x="811" y="2434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7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1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8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4"/>
                  </a:lnTo>
                  <a:lnTo>
                    <a:pt x="1082" y="4944"/>
                  </a:lnTo>
                  <a:lnTo>
                    <a:pt x="889" y="4866"/>
                  </a:lnTo>
                  <a:lnTo>
                    <a:pt x="773" y="4751"/>
                  </a:lnTo>
                  <a:lnTo>
                    <a:pt x="695" y="4596"/>
                  </a:lnTo>
                  <a:lnTo>
                    <a:pt x="657" y="4442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3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7" y="3669"/>
                  </a:lnTo>
                  <a:lnTo>
                    <a:pt x="116" y="2936"/>
                  </a:lnTo>
                  <a:lnTo>
                    <a:pt x="0" y="3283"/>
                  </a:lnTo>
                  <a:lnTo>
                    <a:pt x="657" y="3785"/>
                  </a:lnTo>
                  <a:lnTo>
                    <a:pt x="502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9"/>
                  </a:lnTo>
                  <a:lnTo>
                    <a:pt x="193" y="4403"/>
                  </a:lnTo>
                  <a:lnTo>
                    <a:pt x="193" y="4558"/>
                  </a:lnTo>
                  <a:lnTo>
                    <a:pt x="193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3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7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5"/>
                  </a:lnTo>
                  <a:lnTo>
                    <a:pt x="2510" y="4442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7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2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6" y="2202"/>
                  </a:lnTo>
                  <a:lnTo>
                    <a:pt x="1275" y="2125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3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2"/>
                  </a:lnTo>
                  <a:lnTo>
                    <a:pt x="3514" y="387"/>
                  </a:lnTo>
                  <a:lnTo>
                    <a:pt x="3707" y="78"/>
                  </a:lnTo>
                  <a:lnTo>
                    <a:pt x="351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6"/>
            <p:cNvSpPr/>
            <p:nvPr/>
          </p:nvSpPr>
          <p:spPr>
            <a:xfrm>
              <a:off x="6406825" y="4717250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619"/>
                  </a:lnTo>
                  <a:lnTo>
                    <a:pt x="2550" y="696"/>
                  </a:lnTo>
                  <a:lnTo>
                    <a:pt x="2743" y="812"/>
                  </a:lnTo>
                  <a:lnTo>
                    <a:pt x="2936" y="966"/>
                  </a:lnTo>
                  <a:lnTo>
                    <a:pt x="3090" y="1198"/>
                  </a:lnTo>
                  <a:lnTo>
                    <a:pt x="3206" y="1430"/>
                  </a:lnTo>
                  <a:lnTo>
                    <a:pt x="3245" y="1700"/>
                  </a:lnTo>
                  <a:lnTo>
                    <a:pt x="3245" y="1970"/>
                  </a:lnTo>
                  <a:lnTo>
                    <a:pt x="3206" y="2202"/>
                  </a:lnTo>
                  <a:lnTo>
                    <a:pt x="3090" y="2472"/>
                  </a:lnTo>
                  <a:lnTo>
                    <a:pt x="2974" y="2665"/>
                  </a:lnTo>
                  <a:lnTo>
                    <a:pt x="2781" y="2897"/>
                  </a:lnTo>
                  <a:lnTo>
                    <a:pt x="2588" y="3051"/>
                  </a:lnTo>
                  <a:lnTo>
                    <a:pt x="2357" y="3167"/>
                  </a:lnTo>
                  <a:lnTo>
                    <a:pt x="2086" y="3245"/>
                  </a:lnTo>
                  <a:lnTo>
                    <a:pt x="1777" y="3245"/>
                  </a:lnTo>
                  <a:lnTo>
                    <a:pt x="1507" y="3167"/>
                  </a:lnTo>
                  <a:lnTo>
                    <a:pt x="1237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4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5" y="1121"/>
                  </a:lnTo>
                  <a:lnTo>
                    <a:pt x="928" y="928"/>
                  </a:lnTo>
                  <a:lnTo>
                    <a:pt x="1121" y="735"/>
                  </a:lnTo>
                  <a:lnTo>
                    <a:pt x="1353" y="580"/>
                  </a:lnTo>
                  <a:lnTo>
                    <a:pt x="1584" y="464"/>
                  </a:lnTo>
                  <a:close/>
                  <a:moveTo>
                    <a:pt x="1893" y="1"/>
                  </a:moveTo>
                  <a:lnTo>
                    <a:pt x="1700" y="39"/>
                  </a:lnTo>
                  <a:lnTo>
                    <a:pt x="1546" y="78"/>
                  </a:lnTo>
                  <a:lnTo>
                    <a:pt x="1353" y="155"/>
                  </a:lnTo>
                  <a:lnTo>
                    <a:pt x="1314" y="194"/>
                  </a:lnTo>
                  <a:lnTo>
                    <a:pt x="1082" y="271"/>
                  </a:lnTo>
                  <a:lnTo>
                    <a:pt x="851" y="387"/>
                  </a:lnTo>
                  <a:lnTo>
                    <a:pt x="619" y="580"/>
                  </a:lnTo>
                  <a:lnTo>
                    <a:pt x="426" y="773"/>
                  </a:lnTo>
                  <a:lnTo>
                    <a:pt x="271" y="966"/>
                  </a:lnTo>
                  <a:lnTo>
                    <a:pt x="155" y="1237"/>
                  </a:lnTo>
                  <a:lnTo>
                    <a:pt x="78" y="1468"/>
                  </a:lnTo>
                  <a:lnTo>
                    <a:pt x="1" y="1739"/>
                  </a:lnTo>
                  <a:lnTo>
                    <a:pt x="1" y="2047"/>
                  </a:lnTo>
                  <a:lnTo>
                    <a:pt x="40" y="2125"/>
                  </a:lnTo>
                  <a:lnTo>
                    <a:pt x="40" y="2318"/>
                  </a:lnTo>
                  <a:lnTo>
                    <a:pt x="117" y="2511"/>
                  </a:lnTo>
                  <a:lnTo>
                    <a:pt x="310" y="2858"/>
                  </a:lnTo>
                  <a:lnTo>
                    <a:pt x="542" y="3167"/>
                  </a:lnTo>
                  <a:lnTo>
                    <a:pt x="851" y="3399"/>
                  </a:lnTo>
                  <a:lnTo>
                    <a:pt x="1198" y="3592"/>
                  </a:lnTo>
                  <a:lnTo>
                    <a:pt x="1584" y="3708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7" y="3669"/>
                  </a:lnTo>
                  <a:lnTo>
                    <a:pt x="2627" y="3592"/>
                  </a:lnTo>
                  <a:lnTo>
                    <a:pt x="2897" y="3438"/>
                  </a:lnTo>
                  <a:lnTo>
                    <a:pt x="3129" y="3245"/>
                  </a:lnTo>
                  <a:lnTo>
                    <a:pt x="3322" y="3013"/>
                  </a:lnTo>
                  <a:lnTo>
                    <a:pt x="3476" y="2781"/>
                  </a:lnTo>
                  <a:lnTo>
                    <a:pt x="3631" y="2511"/>
                  </a:lnTo>
                  <a:lnTo>
                    <a:pt x="3708" y="2202"/>
                  </a:lnTo>
                  <a:lnTo>
                    <a:pt x="3747" y="1932"/>
                  </a:lnTo>
                  <a:lnTo>
                    <a:pt x="3747" y="1584"/>
                  </a:lnTo>
                  <a:lnTo>
                    <a:pt x="3669" y="1314"/>
                  </a:lnTo>
                  <a:lnTo>
                    <a:pt x="3515" y="1005"/>
                  </a:lnTo>
                  <a:lnTo>
                    <a:pt x="3322" y="696"/>
                  </a:lnTo>
                  <a:lnTo>
                    <a:pt x="3052" y="426"/>
                  </a:lnTo>
                  <a:lnTo>
                    <a:pt x="2743" y="233"/>
                  </a:lnTo>
                  <a:lnTo>
                    <a:pt x="2395" y="7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6"/>
            <p:cNvSpPr/>
            <p:nvPr/>
          </p:nvSpPr>
          <p:spPr>
            <a:xfrm>
              <a:off x="2332000" y="4749125"/>
              <a:ext cx="326325" cy="58900"/>
            </a:xfrm>
            <a:custGeom>
              <a:avLst/>
              <a:gdLst/>
              <a:ahLst/>
              <a:cxnLst/>
              <a:rect l="l" t="t" r="r" b="b"/>
              <a:pathLst>
                <a:path w="13053" h="2356" extrusionOk="0">
                  <a:moveTo>
                    <a:pt x="12782" y="0"/>
                  </a:moveTo>
                  <a:lnTo>
                    <a:pt x="12705" y="39"/>
                  </a:lnTo>
                  <a:lnTo>
                    <a:pt x="12628" y="116"/>
                  </a:lnTo>
                  <a:lnTo>
                    <a:pt x="12589" y="193"/>
                  </a:lnTo>
                  <a:lnTo>
                    <a:pt x="12589" y="309"/>
                  </a:lnTo>
                  <a:lnTo>
                    <a:pt x="12589" y="502"/>
                  </a:lnTo>
                  <a:lnTo>
                    <a:pt x="12550" y="657"/>
                  </a:lnTo>
                  <a:lnTo>
                    <a:pt x="12435" y="811"/>
                  </a:lnTo>
                  <a:lnTo>
                    <a:pt x="12319" y="966"/>
                  </a:lnTo>
                  <a:lnTo>
                    <a:pt x="12164" y="1081"/>
                  </a:lnTo>
                  <a:lnTo>
                    <a:pt x="11971" y="1159"/>
                  </a:lnTo>
                  <a:lnTo>
                    <a:pt x="11546" y="1313"/>
                  </a:lnTo>
                  <a:lnTo>
                    <a:pt x="11083" y="1429"/>
                  </a:lnTo>
                  <a:lnTo>
                    <a:pt x="10581" y="1506"/>
                  </a:lnTo>
                  <a:lnTo>
                    <a:pt x="9847" y="1583"/>
                  </a:lnTo>
                  <a:lnTo>
                    <a:pt x="9423" y="1622"/>
                  </a:lnTo>
                  <a:lnTo>
                    <a:pt x="9423" y="1545"/>
                  </a:lnTo>
                  <a:lnTo>
                    <a:pt x="9423" y="1468"/>
                  </a:lnTo>
                  <a:lnTo>
                    <a:pt x="9152" y="888"/>
                  </a:lnTo>
                  <a:lnTo>
                    <a:pt x="8959" y="270"/>
                  </a:lnTo>
                  <a:lnTo>
                    <a:pt x="8612" y="386"/>
                  </a:lnTo>
                  <a:lnTo>
                    <a:pt x="8650" y="695"/>
                  </a:lnTo>
                  <a:lnTo>
                    <a:pt x="8728" y="1043"/>
                  </a:lnTo>
                  <a:lnTo>
                    <a:pt x="8843" y="1390"/>
                  </a:lnTo>
                  <a:lnTo>
                    <a:pt x="8998" y="1661"/>
                  </a:lnTo>
                  <a:lnTo>
                    <a:pt x="7839" y="1776"/>
                  </a:lnTo>
                  <a:lnTo>
                    <a:pt x="6681" y="1854"/>
                  </a:lnTo>
                  <a:lnTo>
                    <a:pt x="5252" y="1892"/>
                  </a:lnTo>
                  <a:lnTo>
                    <a:pt x="3862" y="1854"/>
                  </a:lnTo>
                  <a:lnTo>
                    <a:pt x="3592" y="1815"/>
                  </a:lnTo>
                  <a:lnTo>
                    <a:pt x="3746" y="1506"/>
                  </a:lnTo>
                  <a:lnTo>
                    <a:pt x="3785" y="1159"/>
                  </a:lnTo>
                  <a:lnTo>
                    <a:pt x="3785" y="811"/>
                  </a:lnTo>
                  <a:lnTo>
                    <a:pt x="3746" y="425"/>
                  </a:lnTo>
                  <a:lnTo>
                    <a:pt x="3399" y="464"/>
                  </a:lnTo>
                  <a:lnTo>
                    <a:pt x="3399" y="772"/>
                  </a:lnTo>
                  <a:lnTo>
                    <a:pt x="3360" y="1081"/>
                  </a:lnTo>
                  <a:lnTo>
                    <a:pt x="3244" y="1468"/>
                  </a:lnTo>
                  <a:lnTo>
                    <a:pt x="3128" y="1815"/>
                  </a:lnTo>
                  <a:lnTo>
                    <a:pt x="2202" y="1738"/>
                  </a:lnTo>
                  <a:lnTo>
                    <a:pt x="1738" y="1699"/>
                  </a:lnTo>
                  <a:lnTo>
                    <a:pt x="1275" y="1622"/>
                  </a:lnTo>
                  <a:lnTo>
                    <a:pt x="889" y="1468"/>
                  </a:lnTo>
                  <a:lnTo>
                    <a:pt x="734" y="1390"/>
                  </a:lnTo>
                  <a:lnTo>
                    <a:pt x="618" y="1313"/>
                  </a:lnTo>
                  <a:lnTo>
                    <a:pt x="503" y="1197"/>
                  </a:lnTo>
                  <a:lnTo>
                    <a:pt x="425" y="1081"/>
                  </a:lnTo>
                  <a:lnTo>
                    <a:pt x="387" y="966"/>
                  </a:lnTo>
                  <a:lnTo>
                    <a:pt x="387" y="811"/>
                  </a:lnTo>
                  <a:lnTo>
                    <a:pt x="387" y="772"/>
                  </a:lnTo>
                  <a:lnTo>
                    <a:pt x="387" y="695"/>
                  </a:lnTo>
                  <a:lnTo>
                    <a:pt x="310" y="618"/>
                  </a:lnTo>
                  <a:lnTo>
                    <a:pt x="194" y="618"/>
                  </a:lnTo>
                  <a:lnTo>
                    <a:pt x="155" y="657"/>
                  </a:lnTo>
                  <a:lnTo>
                    <a:pt x="116" y="695"/>
                  </a:lnTo>
                  <a:lnTo>
                    <a:pt x="39" y="850"/>
                  </a:lnTo>
                  <a:lnTo>
                    <a:pt x="1" y="1004"/>
                  </a:lnTo>
                  <a:lnTo>
                    <a:pt x="1" y="1159"/>
                  </a:lnTo>
                  <a:lnTo>
                    <a:pt x="1" y="1274"/>
                  </a:lnTo>
                  <a:lnTo>
                    <a:pt x="39" y="1390"/>
                  </a:lnTo>
                  <a:lnTo>
                    <a:pt x="116" y="1506"/>
                  </a:lnTo>
                  <a:lnTo>
                    <a:pt x="310" y="1699"/>
                  </a:lnTo>
                  <a:lnTo>
                    <a:pt x="541" y="1854"/>
                  </a:lnTo>
                  <a:lnTo>
                    <a:pt x="812" y="1970"/>
                  </a:lnTo>
                  <a:lnTo>
                    <a:pt x="1082" y="2047"/>
                  </a:lnTo>
                  <a:lnTo>
                    <a:pt x="1352" y="2085"/>
                  </a:lnTo>
                  <a:lnTo>
                    <a:pt x="2626" y="2240"/>
                  </a:lnTo>
                  <a:lnTo>
                    <a:pt x="3862" y="2317"/>
                  </a:lnTo>
                  <a:lnTo>
                    <a:pt x="5136" y="2356"/>
                  </a:lnTo>
                  <a:lnTo>
                    <a:pt x="6372" y="2356"/>
                  </a:lnTo>
                  <a:lnTo>
                    <a:pt x="7531" y="2278"/>
                  </a:lnTo>
                  <a:lnTo>
                    <a:pt x="8689" y="2201"/>
                  </a:lnTo>
                  <a:lnTo>
                    <a:pt x="9847" y="2047"/>
                  </a:lnTo>
                  <a:lnTo>
                    <a:pt x="11006" y="1892"/>
                  </a:lnTo>
                  <a:lnTo>
                    <a:pt x="11392" y="1815"/>
                  </a:lnTo>
                  <a:lnTo>
                    <a:pt x="11740" y="1738"/>
                  </a:lnTo>
                  <a:lnTo>
                    <a:pt x="12126" y="1583"/>
                  </a:lnTo>
                  <a:lnTo>
                    <a:pt x="12473" y="1429"/>
                  </a:lnTo>
                  <a:lnTo>
                    <a:pt x="12744" y="1236"/>
                  </a:lnTo>
                  <a:lnTo>
                    <a:pt x="12859" y="1081"/>
                  </a:lnTo>
                  <a:lnTo>
                    <a:pt x="12937" y="927"/>
                  </a:lnTo>
                  <a:lnTo>
                    <a:pt x="13014" y="772"/>
                  </a:lnTo>
                  <a:lnTo>
                    <a:pt x="13052" y="579"/>
                  </a:lnTo>
                  <a:lnTo>
                    <a:pt x="13052" y="386"/>
                  </a:lnTo>
                  <a:lnTo>
                    <a:pt x="13052" y="155"/>
                  </a:lnTo>
                  <a:lnTo>
                    <a:pt x="13014" y="77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45" name="Google Shape;1445;p6"/>
          <p:cNvSpPr txBox="1">
            <a:spLocks noGrp="1"/>
          </p:cNvSpPr>
          <p:nvPr>
            <p:ph type="title"/>
          </p:nvPr>
        </p:nvSpPr>
        <p:spPr>
          <a:xfrm>
            <a:off x="720000" y="539500"/>
            <a:ext cx="7704000" cy="457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446" name="Google Shape;1446;p6"/>
          <p:cNvGrpSpPr/>
          <p:nvPr/>
        </p:nvGrpSpPr>
        <p:grpSpPr>
          <a:xfrm>
            <a:off x="224025" y="-20225"/>
            <a:ext cx="260625" cy="1230500"/>
            <a:chOff x="6815325" y="0"/>
            <a:chExt cx="260625" cy="1230500"/>
          </a:xfrm>
        </p:grpSpPr>
        <p:sp>
          <p:nvSpPr>
            <p:cNvPr id="1447" name="Google Shape;1447;p6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extrusionOk="0">
                  <a:moveTo>
                    <a:pt x="1" y="36662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6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fill="none" extrusionOk="0">
                  <a:moveTo>
                    <a:pt x="1" y="36662"/>
                  </a:moveTo>
                  <a:lnTo>
                    <a:pt x="1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6"/>
            <p:cNvSpPr/>
            <p:nvPr/>
          </p:nvSpPr>
          <p:spPr>
            <a:xfrm>
              <a:off x="6933275" y="0"/>
              <a:ext cx="19675" cy="916575"/>
            </a:xfrm>
            <a:custGeom>
              <a:avLst/>
              <a:gdLst/>
              <a:ahLst/>
              <a:cxnLst/>
              <a:rect l="l" t="t" r="r" b="b"/>
              <a:pathLst>
                <a:path w="787" h="36663" extrusionOk="0">
                  <a:moveTo>
                    <a:pt x="0" y="0"/>
                  </a:moveTo>
                  <a:lnTo>
                    <a:pt x="0" y="36662"/>
                  </a:lnTo>
                  <a:lnTo>
                    <a:pt x="787" y="366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6"/>
            <p:cNvSpPr/>
            <p:nvPr/>
          </p:nvSpPr>
          <p:spPr>
            <a:xfrm>
              <a:off x="6815325" y="847475"/>
              <a:ext cx="260625" cy="383025"/>
            </a:xfrm>
            <a:custGeom>
              <a:avLst/>
              <a:gdLst/>
              <a:ahLst/>
              <a:cxnLst/>
              <a:rect l="l" t="t" r="r" b="b"/>
              <a:pathLst>
                <a:path w="10425" h="15321" extrusionOk="0">
                  <a:moveTo>
                    <a:pt x="7077" y="0"/>
                  </a:moveTo>
                  <a:lnTo>
                    <a:pt x="6718" y="23"/>
                  </a:lnTo>
                  <a:lnTo>
                    <a:pt x="6358" y="45"/>
                  </a:lnTo>
                  <a:lnTo>
                    <a:pt x="5999" y="90"/>
                  </a:lnTo>
                  <a:lnTo>
                    <a:pt x="5662" y="157"/>
                  </a:lnTo>
                  <a:lnTo>
                    <a:pt x="5303" y="247"/>
                  </a:lnTo>
                  <a:lnTo>
                    <a:pt x="4966" y="360"/>
                  </a:lnTo>
                  <a:lnTo>
                    <a:pt x="4651" y="472"/>
                  </a:lnTo>
                  <a:lnTo>
                    <a:pt x="4314" y="607"/>
                  </a:lnTo>
                  <a:lnTo>
                    <a:pt x="4000" y="764"/>
                  </a:lnTo>
                  <a:lnTo>
                    <a:pt x="3708" y="944"/>
                  </a:lnTo>
                  <a:lnTo>
                    <a:pt x="3416" y="1123"/>
                  </a:lnTo>
                  <a:lnTo>
                    <a:pt x="3123" y="1326"/>
                  </a:lnTo>
                  <a:lnTo>
                    <a:pt x="2831" y="1528"/>
                  </a:lnTo>
                  <a:lnTo>
                    <a:pt x="2584" y="1752"/>
                  </a:lnTo>
                  <a:lnTo>
                    <a:pt x="2315" y="1999"/>
                  </a:lnTo>
                  <a:lnTo>
                    <a:pt x="2068" y="2247"/>
                  </a:lnTo>
                  <a:lnTo>
                    <a:pt x="1843" y="2516"/>
                  </a:lnTo>
                  <a:lnTo>
                    <a:pt x="1618" y="2808"/>
                  </a:lnTo>
                  <a:lnTo>
                    <a:pt x="1394" y="3078"/>
                  </a:lnTo>
                  <a:lnTo>
                    <a:pt x="1214" y="3392"/>
                  </a:lnTo>
                  <a:lnTo>
                    <a:pt x="1012" y="3707"/>
                  </a:lnTo>
                  <a:lnTo>
                    <a:pt x="855" y="4021"/>
                  </a:lnTo>
                  <a:lnTo>
                    <a:pt x="697" y="4336"/>
                  </a:lnTo>
                  <a:lnTo>
                    <a:pt x="563" y="4695"/>
                  </a:lnTo>
                  <a:lnTo>
                    <a:pt x="428" y="5032"/>
                  </a:lnTo>
                  <a:lnTo>
                    <a:pt x="315" y="5392"/>
                  </a:lnTo>
                  <a:lnTo>
                    <a:pt x="226" y="5751"/>
                  </a:lnTo>
                  <a:lnTo>
                    <a:pt x="136" y="6110"/>
                  </a:lnTo>
                  <a:lnTo>
                    <a:pt x="68" y="6492"/>
                  </a:lnTo>
                  <a:lnTo>
                    <a:pt x="23" y="6874"/>
                  </a:lnTo>
                  <a:lnTo>
                    <a:pt x="1" y="7256"/>
                  </a:lnTo>
                  <a:lnTo>
                    <a:pt x="1" y="7661"/>
                  </a:lnTo>
                  <a:lnTo>
                    <a:pt x="1" y="8042"/>
                  </a:lnTo>
                  <a:lnTo>
                    <a:pt x="23" y="8447"/>
                  </a:lnTo>
                  <a:lnTo>
                    <a:pt x="68" y="8829"/>
                  </a:lnTo>
                  <a:lnTo>
                    <a:pt x="136" y="9211"/>
                  </a:lnTo>
                  <a:lnTo>
                    <a:pt x="226" y="9570"/>
                  </a:lnTo>
                  <a:lnTo>
                    <a:pt x="315" y="9929"/>
                  </a:lnTo>
                  <a:lnTo>
                    <a:pt x="428" y="10289"/>
                  </a:lnTo>
                  <a:lnTo>
                    <a:pt x="563" y="10648"/>
                  </a:lnTo>
                  <a:lnTo>
                    <a:pt x="697" y="10985"/>
                  </a:lnTo>
                  <a:lnTo>
                    <a:pt x="855" y="11322"/>
                  </a:lnTo>
                  <a:lnTo>
                    <a:pt x="1012" y="11637"/>
                  </a:lnTo>
                  <a:lnTo>
                    <a:pt x="1214" y="11951"/>
                  </a:lnTo>
                  <a:lnTo>
                    <a:pt x="1394" y="12243"/>
                  </a:lnTo>
                  <a:lnTo>
                    <a:pt x="1618" y="12535"/>
                  </a:lnTo>
                  <a:lnTo>
                    <a:pt x="1843" y="12805"/>
                  </a:lnTo>
                  <a:lnTo>
                    <a:pt x="2068" y="13075"/>
                  </a:lnTo>
                  <a:lnTo>
                    <a:pt x="2315" y="13344"/>
                  </a:lnTo>
                  <a:lnTo>
                    <a:pt x="2584" y="13569"/>
                  </a:lnTo>
                  <a:lnTo>
                    <a:pt x="2831" y="13793"/>
                  </a:lnTo>
                  <a:lnTo>
                    <a:pt x="3123" y="14018"/>
                  </a:lnTo>
                  <a:lnTo>
                    <a:pt x="3416" y="14220"/>
                  </a:lnTo>
                  <a:lnTo>
                    <a:pt x="3708" y="14400"/>
                  </a:lnTo>
                  <a:lnTo>
                    <a:pt x="4000" y="14580"/>
                  </a:lnTo>
                  <a:lnTo>
                    <a:pt x="4314" y="14714"/>
                  </a:lnTo>
                  <a:lnTo>
                    <a:pt x="4651" y="14872"/>
                  </a:lnTo>
                  <a:lnTo>
                    <a:pt x="4966" y="14984"/>
                  </a:lnTo>
                  <a:lnTo>
                    <a:pt x="5303" y="15074"/>
                  </a:lnTo>
                  <a:lnTo>
                    <a:pt x="5662" y="15164"/>
                  </a:lnTo>
                  <a:lnTo>
                    <a:pt x="5999" y="15231"/>
                  </a:lnTo>
                  <a:lnTo>
                    <a:pt x="6358" y="15276"/>
                  </a:lnTo>
                  <a:lnTo>
                    <a:pt x="6718" y="15321"/>
                  </a:lnTo>
                  <a:lnTo>
                    <a:pt x="7504" y="15321"/>
                  </a:lnTo>
                  <a:lnTo>
                    <a:pt x="7931" y="15276"/>
                  </a:lnTo>
                  <a:lnTo>
                    <a:pt x="8335" y="15209"/>
                  </a:lnTo>
                  <a:lnTo>
                    <a:pt x="8762" y="15119"/>
                  </a:lnTo>
                  <a:lnTo>
                    <a:pt x="9144" y="14984"/>
                  </a:lnTo>
                  <a:lnTo>
                    <a:pt x="9548" y="14849"/>
                  </a:lnTo>
                  <a:lnTo>
                    <a:pt x="9908" y="14692"/>
                  </a:lnTo>
                  <a:lnTo>
                    <a:pt x="10267" y="14512"/>
                  </a:lnTo>
                  <a:lnTo>
                    <a:pt x="9863" y="14243"/>
                  </a:lnTo>
                  <a:lnTo>
                    <a:pt x="9481" y="13951"/>
                  </a:lnTo>
                  <a:lnTo>
                    <a:pt x="9122" y="13636"/>
                  </a:lnTo>
                  <a:lnTo>
                    <a:pt x="8762" y="13299"/>
                  </a:lnTo>
                  <a:lnTo>
                    <a:pt x="8425" y="12940"/>
                  </a:lnTo>
                  <a:lnTo>
                    <a:pt x="8133" y="12558"/>
                  </a:lnTo>
                  <a:lnTo>
                    <a:pt x="7841" y="12153"/>
                  </a:lnTo>
                  <a:lnTo>
                    <a:pt x="7594" y="11727"/>
                  </a:lnTo>
                  <a:lnTo>
                    <a:pt x="7347" y="11300"/>
                  </a:lnTo>
                  <a:lnTo>
                    <a:pt x="7145" y="10828"/>
                  </a:lnTo>
                  <a:lnTo>
                    <a:pt x="6987" y="10356"/>
                  </a:lnTo>
                  <a:lnTo>
                    <a:pt x="6830" y="9862"/>
                  </a:lnTo>
                  <a:lnTo>
                    <a:pt x="6718" y="9345"/>
                  </a:lnTo>
                  <a:lnTo>
                    <a:pt x="6628" y="8829"/>
                  </a:lnTo>
                  <a:lnTo>
                    <a:pt x="6583" y="8290"/>
                  </a:lnTo>
                  <a:lnTo>
                    <a:pt x="6561" y="7750"/>
                  </a:lnTo>
                  <a:lnTo>
                    <a:pt x="6583" y="7211"/>
                  </a:lnTo>
                  <a:lnTo>
                    <a:pt x="6628" y="6650"/>
                  </a:lnTo>
                  <a:lnTo>
                    <a:pt x="6718" y="6133"/>
                  </a:lnTo>
                  <a:lnTo>
                    <a:pt x="6830" y="5616"/>
                  </a:lnTo>
                  <a:lnTo>
                    <a:pt x="6987" y="5100"/>
                  </a:lnTo>
                  <a:lnTo>
                    <a:pt x="7167" y="4605"/>
                  </a:lnTo>
                  <a:lnTo>
                    <a:pt x="7392" y="4134"/>
                  </a:lnTo>
                  <a:lnTo>
                    <a:pt x="7639" y="3684"/>
                  </a:lnTo>
                  <a:lnTo>
                    <a:pt x="7908" y="3257"/>
                  </a:lnTo>
                  <a:lnTo>
                    <a:pt x="8200" y="2853"/>
                  </a:lnTo>
                  <a:lnTo>
                    <a:pt x="8515" y="2449"/>
                  </a:lnTo>
                  <a:lnTo>
                    <a:pt x="8852" y="2089"/>
                  </a:lnTo>
                  <a:lnTo>
                    <a:pt x="9211" y="1752"/>
                  </a:lnTo>
                  <a:lnTo>
                    <a:pt x="9616" y="1438"/>
                  </a:lnTo>
                  <a:lnTo>
                    <a:pt x="10020" y="1168"/>
                  </a:lnTo>
                  <a:lnTo>
                    <a:pt x="10424" y="921"/>
                  </a:lnTo>
                  <a:lnTo>
                    <a:pt x="10065" y="719"/>
                  </a:lnTo>
                  <a:lnTo>
                    <a:pt x="9661" y="517"/>
                  </a:lnTo>
                  <a:lnTo>
                    <a:pt x="9256" y="382"/>
                  </a:lnTo>
                  <a:lnTo>
                    <a:pt x="8852" y="247"/>
                  </a:lnTo>
                  <a:lnTo>
                    <a:pt x="8425" y="135"/>
                  </a:lnTo>
                  <a:lnTo>
                    <a:pt x="7976" y="68"/>
                  </a:lnTo>
                  <a:lnTo>
                    <a:pt x="7527" y="23"/>
                  </a:lnTo>
                  <a:lnTo>
                    <a:pt x="707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1" name="Google Shape;1451;p6"/>
          <p:cNvGrpSpPr/>
          <p:nvPr/>
        </p:nvGrpSpPr>
        <p:grpSpPr>
          <a:xfrm>
            <a:off x="8568075" y="-20225"/>
            <a:ext cx="297100" cy="2315550"/>
            <a:chOff x="8234700" y="-1175"/>
            <a:chExt cx="297100" cy="2315550"/>
          </a:xfrm>
        </p:grpSpPr>
        <p:grpSp>
          <p:nvGrpSpPr>
            <p:cNvPr id="1452" name="Google Shape;1452;p6"/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1453" name="Google Shape;1453;p6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4" name="Google Shape;1454;p6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5" name="Google Shape;1455;p6"/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" name="Google Shape;1456;p6"/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457" name="Google Shape;1457;p6"/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Rezervirano mjesto sadržaja 2">
            <a:extLst>
              <a:ext uri="{FF2B5EF4-FFF2-40B4-BE49-F238E27FC236}">
                <a16:creationId xmlns:a16="http://schemas.microsoft.com/office/drawing/2014/main" id="{0F7C6040-107A-3FD8-35C7-67007ED4A129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783012" y="4566187"/>
            <a:ext cx="1577975" cy="425450"/>
          </a:xfrm>
        </p:spPr>
        <p:txBody>
          <a:bodyPr/>
          <a:lstStyle/>
          <a:p>
            <a:pPr lvl="0"/>
            <a:r>
              <a:rPr lang="hr-HR"/>
              <a:t>Kliknite da biste uredili matrice</a:t>
            </a:r>
          </a:p>
          <a:p>
            <a:pPr lvl="1"/>
            <a:r>
              <a:rPr lang="hr-HR"/>
              <a:t>Druga razina</a:t>
            </a:r>
          </a:p>
          <a:p>
            <a:pPr lvl="2"/>
            <a:r>
              <a:rPr lang="hr-HR"/>
              <a:t>Treća razina</a:t>
            </a:r>
          </a:p>
          <a:p>
            <a:pPr lvl="3"/>
            <a:r>
              <a:rPr lang="hr-HR"/>
              <a:t>Četvrta razina</a:t>
            </a:r>
          </a:p>
          <a:p>
            <a:pPr lvl="4"/>
            <a:r>
              <a:rPr lang="hr-HR"/>
              <a:t>Peta razina stilove teksta</a:t>
            </a:r>
            <a:endParaRPr 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 userDrawn="1">
  <p:cSld name="ONE_COLUMN_TEXT">
    <p:spTree>
      <p:nvGrpSpPr>
        <p:cNvPr id="1" name="Shape 1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9" name="Google Shape;1459;p7"/>
          <p:cNvGrpSpPr/>
          <p:nvPr/>
        </p:nvGrpSpPr>
        <p:grpSpPr>
          <a:xfrm flipH="1">
            <a:off x="162878" y="103243"/>
            <a:ext cx="8818245" cy="4937014"/>
            <a:chOff x="238125" y="857725"/>
            <a:chExt cx="7143750" cy="3999525"/>
          </a:xfrm>
        </p:grpSpPr>
        <p:sp>
          <p:nvSpPr>
            <p:cNvPr id="1460" name="Google Shape;1460;p7"/>
            <p:cNvSpPr/>
            <p:nvPr/>
          </p:nvSpPr>
          <p:spPr>
            <a:xfrm>
              <a:off x="3447000" y="857725"/>
              <a:ext cx="309925" cy="605300"/>
            </a:xfrm>
            <a:custGeom>
              <a:avLst/>
              <a:gdLst/>
              <a:ahLst/>
              <a:cxnLst/>
              <a:rect l="l" t="t" r="r" b="b"/>
              <a:pathLst>
                <a:path w="12397" h="24212" extrusionOk="0">
                  <a:moveTo>
                    <a:pt x="7955" y="463"/>
                  </a:moveTo>
                  <a:lnTo>
                    <a:pt x="8496" y="502"/>
                  </a:lnTo>
                  <a:lnTo>
                    <a:pt x="9037" y="618"/>
                  </a:lnTo>
                  <a:lnTo>
                    <a:pt x="9500" y="811"/>
                  </a:lnTo>
                  <a:lnTo>
                    <a:pt x="9925" y="1043"/>
                  </a:lnTo>
                  <a:lnTo>
                    <a:pt x="10311" y="1352"/>
                  </a:lnTo>
                  <a:lnTo>
                    <a:pt x="10659" y="1699"/>
                  </a:lnTo>
                  <a:lnTo>
                    <a:pt x="10967" y="2085"/>
                  </a:lnTo>
                  <a:lnTo>
                    <a:pt x="11238" y="2510"/>
                  </a:lnTo>
                  <a:lnTo>
                    <a:pt x="11469" y="2973"/>
                  </a:lnTo>
                  <a:lnTo>
                    <a:pt x="11663" y="3437"/>
                  </a:lnTo>
                  <a:lnTo>
                    <a:pt x="11778" y="3939"/>
                  </a:lnTo>
                  <a:lnTo>
                    <a:pt x="11856" y="4441"/>
                  </a:lnTo>
                  <a:lnTo>
                    <a:pt x="11894" y="4981"/>
                  </a:lnTo>
                  <a:lnTo>
                    <a:pt x="11894" y="5483"/>
                  </a:lnTo>
                  <a:lnTo>
                    <a:pt x="11817" y="5985"/>
                  </a:lnTo>
                  <a:lnTo>
                    <a:pt x="11701" y="6487"/>
                  </a:lnTo>
                  <a:lnTo>
                    <a:pt x="11547" y="6989"/>
                  </a:lnTo>
                  <a:lnTo>
                    <a:pt x="11315" y="7453"/>
                  </a:lnTo>
                  <a:lnTo>
                    <a:pt x="11083" y="7916"/>
                  </a:lnTo>
                  <a:lnTo>
                    <a:pt x="10813" y="8341"/>
                  </a:lnTo>
                  <a:lnTo>
                    <a:pt x="10504" y="8766"/>
                  </a:lnTo>
                  <a:lnTo>
                    <a:pt x="10195" y="9152"/>
                  </a:lnTo>
                  <a:lnTo>
                    <a:pt x="9848" y="9499"/>
                  </a:lnTo>
                  <a:lnTo>
                    <a:pt x="9461" y="9847"/>
                  </a:lnTo>
                  <a:lnTo>
                    <a:pt x="9037" y="10156"/>
                  </a:lnTo>
                  <a:lnTo>
                    <a:pt x="8651" y="10465"/>
                  </a:lnTo>
                  <a:lnTo>
                    <a:pt x="8187" y="10735"/>
                  </a:lnTo>
                  <a:lnTo>
                    <a:pt x="7762" y="11005"/>
                  </a:lnTo>
                  <a:lnTo>
                    <a:pt x="6836" y="11469"/>
                  </a:lnTo>
                  <a:lnTo>
                    <a:pt x="5870" y="11855"/>
                  </a:lnTo>
                  <a:lnTo>
                    <a:pt x="5677" y="11855"/>
                  </a:lnTo>
                  <a:lnTo>
                    <a:pt x="5639" y="11932"/>
                  </a:lnTo>
                  <a:lnTo>
                    <a:pt x="5600" y="11932"/>
                  </a:lnTo>
                  <a:lnTo>
                    <a:pt x="4982" y="11276"/>
                  </a:lnTo>
                  <a:lnTo>
                    <a:pt x="4442" y="10542"/>
                  </a:lnTo>
                  <a:lnTo>
                    <a:pt x="3978" y="9808"/>
                  </a:lnTo>
                  <a:lnTo>
                    <a:pt x="3746" y="9383"/>
                  </a:lnTo>
                  <a:lnTo>
                    <a:pt x="3592" y="8997"/>
                  </a:lnTo>
                  <a:lnTo>
                    <a:pt x="3438" y="8611"/>
                  </a:lnTo>
                  <a:lnTo>
                    <a:pt x="3283" y="8186"/>
                  </a:lnTo>
                  <a:lnTo>
                    <a:pt x="3167" y="7762"/>
                  </a:lnTo>
                  <a:lnTo>
                    <a:pt x="3090" y="7298"/>
                  </a:lnTo>
                  <a:lnTo>
                    <a:pt x="3051" y="6873"/>
                  </a:lnTo>
                  <a:lnTo>
                    <a:pt x="3013" y="6410"/>
                  </a:lnTo>
                  <a:lnTo>
                    <a:pt x="3051" y="5947"/>
                  </a:lnTo>
                  <a:lnTo>
                    <a:pt x="3090" y="5483"/>
                  </a:lnTo>
                  <a:lnTo>
                    <a:pt x="3167" y="5020"/>
                  </a:lnTo>
                  <a:lnTo>
                    <a:pt x="3244" y="4557"/>
                  </a:lnTo>
                  <a:lnTo>
                    <a:pt x="3399" y="4093"/>
                  </a:lnTo>
                  <a:lnTo>
                    <a:pt x="3592" y="3668"/>
                  </a:lnTo>
                  <a:lnTo>
                    <a:pt x="3785" y="3205"/>
                  </a:lnTo>
                  <a:lnTo>
                    <a:pt x="4055" y="2819"/>
                  </a:lnTo>
                  <a:lnTo>
                    <a:pt x="4326" y="2394"/>
                  </a:lnTo>
                  <a:lnTo>
                    <a:pt x="4635" y="2047"/>
                  </a:lnTo>
                  <a:lnTo>
                    <a:pt x="4944" y="1699"/>
                  </a:lnTo>
                  <a:lnTo>
                    <a:pt x="5330" y="1390"/>
                  </a:lnTo>
                  <a:lnTo>
                    <a:pt x="5716" y="1081"/>
                  </a:lnTo>
                  <a:lnTo>
                    <a:pt x="6102" y="850"/>
                  </a:lnTo>
                  <a:lnTo>
                    <a:pt x="6527" y="695"/>
                  </a:lnTo>
                  <a:lnTo>
                    <a:pt x="6990" y="541"/>
                  </a:lnTo>
                  <a:lnTo>
                    <a:pt x="7453" y="463"/>
                  </a:lnTo>
                  <a:close/>
                  <a:moveTo>
                    <a:pt x="5561" y="12279"/>
                  </a:moveTo>
                  <a:lnTo>
                    <a:pt x="5600" y="12318"/>
                  </a:lnTo>
                  <a:lnTo>
                    <a:pt x="5677" y="12357"/>
                  </a:lnTo>
                  <a:lnTo>
                    <a:pt x="5793" y="12897"/>
                  </a:lnTo>
                  <a:lnTo>
                    <a:pt x="5793" y="12897"/>
                  </a:lnTo>
                  <a:lnTo>
                    <a:pt x="5098" y="12588"/>
                  </a:lnTo>
                  <a:lnTo>
                    <a:pt x="5561" y="12279"/>
                  </a:lnTo>
                  <a:close/>
                  <a:moveTo>
                    <a:pt x="3322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3" y="13979"/>
                  </a:lnTo>
                  <a:lnTo>
                    <a:pt x="2781" y="13940"/>
                  </a:lnTo>
                  <a:lnTo>
                    <a:pt x="2511" y="13824"/>
                  </a:lnTo>
                  <a:lnTo>
                    <a:pt x="2936" y="13399"/>
                  </a:lnTo>
                  <a:lnTo>
                    <a:pt x="3322" y="12975"/>
                  </a:lnTo>
                  <a:close/>
                  <a:moveTo>
                    <a:pt x="3940" y="14326"/>
                  </a:moveTo>
                  <a:lnTo>
                    <a:pt x="5098" y="14519"/>
                  </a:lnTo>
                  <a:lnTo>
                    <a:pt x="4442" y="15485"/>
                  </a:lnTo>
                  <a:lnTo>
                    <a:pt x="4287" y="15214"/>
                  </a:lnTo>
                  <a:lnTo>
                    <a:pt x="4171" y="14944"/>
                  </a:lnTo>
                  <a:lnTo>
                    <a:pt x="4055" y="14635"/>
                  </a:lnTo>
                  <a:lnTo>
                    <a:pt x="3978" y="14365"/>
                  </a:lnTo>
                  <a:lnTo>
                    <a:pt x="3940" y="14326"/>
                  </a:lnTo>
                  <a:close/>
                  <a:moveTo>
                    <a:pt x="3746" y="14596"/>
                  </a:moveTo>
                  <a:lnTo>
                    <a:pt x="3824" y="14944"/>
                  </a:lnTo>
                  <a:lnTo>
                    <a:pt x="3978" y="15291"/>
                  </a:lnTo>
                  <a:lnTo>
                    <a:pt x="4133" y="15600"/>
                  </a:lnTo>
                  <a:lnTo>
                    <a:pt x="4287" y="15909"/>
                  </a:lnTo>
                  <a:lnTo>
                    <a:pt x="4364" y="15987"/>
                  </a:lnTo>
                  <a:lnTo>
                    <a:pt x="4055" y="16411"/>
                  </a:lnTo>
                  <a:lnTo>
                    <a:pt x="3746" y="16875"/>
                  </a:lnTo>
                  <a:lnTo>
                    <a:pt x="3592" y="16411"/>
                  </a:lnTo>
                  <a:lnTo>
                    <a:pt x="3476" y="15948"/>
                  </a:lnTo>
                  <a:lnTo>
                    <a:pt x="3476" y="15716"/>
                  </a:lnTo>
                  <a:lnTo>
                    <a:pt x="3476" y="15446"/>
                  </a:lnTo>
                  <a:lnTo>
                    <a:pt x="3515" y="15214"/>
                  </a:lnTo>
                  <a:lnTo>
                    <a:pt x="3553" y="14983"/>
                  </a:lnTo>
                  <a:lnTo>
                    <a:pt x="3746" y="14596"/>
                  </a:lnTo>
                  <a:close/>
                  <a:moveTo>
                    <a:pt x="4480" y="16334"/>
                  </a:moveTo>
                  <a:lnTo>
                    <a:pt x="4673" y="16759"/>
                  </a:lnTo>
                  <a:lnTo>
                    <a:pt x="4789" y="17222"/>
                  </a:lnTo>
                  <a:lnTo>
                    <a:pt x="4789" y="17222"/>
                  </a:lnTo>
                  <a:lnTo>
                    <a:pt x="4364" y="17106"/>
                  </a:lnTo>
                  <a:lnTo>
                    <a:pt x="3940" y="17029"/>
                  </a:lnTo>
                  <a:lnTo>
                    <a:pt x="4480" y="16334"/>
                  </a:lnTo>
                  <a:close/>
                  <a:moveTo>
                    <a:pt x="2472" y="16875"/>
                  </a:moveTo>
                  <a:lnTo>
                    <a:pt x="3399" y="17106"/>
                  </a:lnTo>
                  <a:lnTo>
                    <a:pt x="3476" y="17261"/>
                  </a:lnTo>
                  <a:lnTo>
                    <a:pt x="3322" y="17377"/>
                  </a:lnTo>
                  <a:lnTo>
                    <a:pt x="3167" y="17570"/>
                  </a:lnTo>
                  <a:lnTo>
                    <a:pt x="2897" y="17917"/>
                  </a:lnTo>
                  <a:lnTo>
                    <a:pt x="2665" y="17415"/>
                  </a:lnTo>
                  <a:lnTo>
                    <a:pt x="2472" y="16875"/>
                  </a:lnTo>
                  <a:close/>
                  <a:moveTo>
                    <a:pt x="3360" y="19732"/>
                  </a:moveTo>
                  <a:lnTo>
                    <a:pt x="4055" y="20427"/>
                  </a:lnTo>
                  <a:lnTo>
                    <a:pt x="3553" y="20659"/>
                  </a:lnTo>
                  <a:lnTo>
                    <a:pt x="3013" y="20968"/>
                  </a:lnTo>
                  <a:lnTo>
                    <a:pt x="3167" y="20350"/>
                  </a:lnTo>
                  <a:lnTo>
                    <a:pt x="3360" y="19732"/>
                  </a:lnTo>
                  <a:close/>
                  <a:moveTo>
                    <a:pt x="5677" y="20118"/>
                  </a:moveTo>
                  <a:lnTo>
                    <a:pt x="5986" y="20196"/>
                  </a:lnTo>
                  <a:lnTo>
                    <a:pt x="5716" y="20891"/>
                  </a:lnTo>
                  <a:lnTo>
                    <a:pt x="5368" y="21547"/>
                  </a:lnTo>
                  <a:lnTo>
                    <a:pt x="4673" y="20582"/>
                  </a:lnTo>
                  <a:lnTo>
                    <a:pt x="4635" y="20543"/>
                  </a:lnTo>
                  <a:lnTo>
                    <a:pt x="4673" y="20234"/>
                  </a:lnTo>
                  <a:lnTo>
                    <a:pt x="5021" y="20157"/>
                  </a:lnTo>
                  <a:lnTo>
                    <a:pt x="5330" y="20118"/>
                  </a:lnTo>
                  <a:close/>
                  <a:moveTo>
                    <a:pt x="7453" y="0"/>
                  </a:moveTo>
                  <a:lnTo>
                    <a:pt x="7067" y="39"/>
                  </a:lnTo>
                  <a:lnTo>
                    <a:pt x="6720" y="154"/>
                  </a:lnTo>
                  <a:lnTo>
                    <a:pt x="6334" y="270"/>
                  </a:lnTo>
                  <a:lnTo>
                    <a:pt x="5986" y="425"/>
                  </a:lnTo>
                  <a:lnTo>
                    <a:pt x="5639" y="579"/>
                  </a:lnTo>
                  <a:lnTo>
                    <a:pt x="5291" y="811"/>
                  </a:lnTo>
                  <a:lnTo>
                    <a:pt x="4944" y="1043"/>
                  </a:lnTo>
                  <a:lnTo>
                    <a:pt x="4635" y="1313"/>
                  </a:lnTo>
                  <a:lnTo>
                    <a:pt x="4364" y="1622"/>
                  </a:lnTo>
                  <a:lnTo>
                    <a:pt x="4094" y="1892"/>
                  </a:lnTo>
                  <a:lnTo>
                    <a:pt x="3824" y="2240"/>
                  </a:lnTo>
                  <a:lnTo>
                    <a:pt x="3592" y="2549"/>
                  </a:lnTo>
                  <a:lnTo>
                    <a:pt x="3399" y="2896"/>
                  </a:lnTo>
                  <a:lnTo>
                    <a:pt x="3206" y="3282"/>
                  </a:lnTo>
                  <a:lnTo>
                    <a:pt x="3051" y="3630"/>
                  </a:lnTo>
                  <a:lnTo>
                    <a:pt x="2897" y="4016"/>
                  </a:lnTo>
                  <a:lnTo>
                    <a:pt x="2781" y="4402"/>
                  </a:lnTo>
                  <a:lnTo>
                    <a:pt x="2704" y="4788"/>
                  </a:lnTo>
                  <a:lnTo>
                    <a:pt x="2627" y="5174"/>
                  </a:lnTo>
                  <a:lnTo>
                    <a:pt x="2588" y="5599"/>
                  </a:lnTo>
                  <a:lnTo>
                    <a:pt x="2549" y="5985"/>
                  </a:lnTo>
                  <a:lnTo>
                    <a:pt x="2549" y="6410"/>
                  </a:lnTo>
                  <a:lnTo>
                    <a:pt x="2549" y="6835"/>
                  </a:lnTo>
                  <a:lnTo>
                    <a:pt x="2665" y="7723"/>
                  </a:lnTo>
                  <a:lnTo>
                    <a:pt x="2742" y="8148"/>
                  </a:lnTo>
                  <a:lnTo>
                    <a:pt x="2858" y="8572"/>
                  </a:lnTo>
                  <a:lnTo>
                    <a:pt x="3013" y="8997"/>
                  </a:lnTo>
                  <a:lnTo>
                    <a:pt x="3167" y="9383"/>
                  </a:lnTo>
                  <a:lnTo>
                    <a:pt x="3322" y="9808"/>
                  </a:lnTo>
                  <a:lnTo>
                    <a:pt x="3553" y="10194"/>
                  </a:lnTo>
                  <a:lnTo>
                    <a:pt x="3746" y="10542"/>
                  </a:lnTo>
                  <a:lnTo>
                    <a:pt x="4017" y="10928"/>
                  </a:lnTo>
                  <a:lnTo>
                    <a:pt x="4287" y="11237"/>
                  </a:lnTo>
                  <a:lnTo>
                    <a:pt x="4596" y="11546"/>
                  </a:lnTo>
                  <a:lnTo>
                    <a:pt x="4905" y="11855"/>
                  </a:lnTo>
                  <a:lnTo>
                    <a:pt x="5252" y="12086"/>
                  </a:lnTo>
                  <a:lnTo>
                    <a:pt x="4557" y="12473"/>
                  </a:lnTo>
                  <a:lnTo>
                    <a:pt x="4480" y="12550"/>
                  </a:lnTo>
                  <a:lnTo>
                    <a:pt x="4442" y="12666"/>
                  </a:lnTo>
                  <a:lnTo>
                    <a:pt x="4480" y="12781"/>
                  </a:lnTo>
                  <a:lnTo>
                    <a:pt x="4596" y="12859"/>
                  </a:lnTo>
                  <a:lnTo>
                    <a:pt x="5021" y="13013"/>
                  </a:lnTo>
                  <a:lnTo>
                    <a:pt x="4673" y="13168"/>
                  </a:lnTo>
                  <a:lnTo>
                    <a:pt x="4403" y="13361"/>
                  </a:lnTo>
                  <a:lnTo>
                    <a:pt x="4094" y="13554"/>
                  </a:lnTo>
                  <a:lnTo>
                    <a:pt x="3862" y="13785"/>
                  </a:lnTo>
                  <a:lnTo>
                    <a:pt x="3824" y="13477"/>
                  </a:lnTo>
                  <a:lnTo>
                    <a:pt x="3746" y="13168"/>
                  </a:lnTo>
                  <a:lnTo>
                    <a:pt x="3631" y="12859"/>
                  </a:lnTo>
                  <a:lnTo>
                    <a:pt x="3515" y="12550"/>
                  </a:lnTo>
                  <a:lnTo>
                    <a:pt x="3476" y="12473"/>
                  </a:lnTo>
                  <a:lnTo>
                    <a:pt x="3360" y="12434"/>
                  </a:lnTo>
                  <a:lnTo>
                    <a:pt x="3283" y="12473"/>
                  </a:lnTo>
                  <a:lnTo>
                    <a:pt x="3206" y="12511"/>
                  </a:lnTo>
                  <a:lnTo>
                    <a:pt x="2665" y="13168"/>
                  </a:lnTo>
                  <a:lnTo>
                    <a:pt x="2086" y="13747"/>
                  </a:lnTo>
                  <a:lnTo>
                    <a:pt x="2047" y="13824"/>
                  </a:lnTo>
                  <a:lnTo>
                    <a:pt x="2009" y="13901"/>
                  </a:lnTo>
                  <a:lnTo>
                    <a:pt x="2047" y="13979"/>
                  </a:lnTo>
                  <a:lnTo>
                    <a:pt x="2086" y="14056"/>
                  </a:lnTo>
                  <a:lnTo>
                    <a:pt x="2395" y="14210"/>
                  </a:lnTo>
                  <a:lnTo>
                    <a:pt x="2742" y="14287"/>
                  </a:lnTo>
                  <a:lnTo>
                    <a:pt x="3051" y="14365"/>
                  </a:lnTo>
                  <a:lnTo>
                    <a:pt x="3399" y="14365"/>
                  </a:lnTo>
                  <a:lnTo>
                    <a:pt x="3244" y="14635"/>
                  </a:lnTo>
                  <a:lnTo>
                    <a:pt x="3129" y="14944"/>
                  </a:lnTo>
                  <a:lnTo>
                    <a:pt x="3090" y="15176"/>
                  </a:lnTo>
                  <a:lnTo>
                    <a:pt x="3051" y="15407"/>
                  </a:lnTo>
                  <a:lnTo>
                    <a:pt x="3051" y="15871"/>
                  </a:lnTo>
                  <a:lnTo>
                    <a:pt x="3129" y="16295"/>
                  </a:lnTo>
                  <a:lnTo>
                    <a:pt x="3244" y="16759"/>
                  </a:lnTo>
                  <a:lnTo>
                    <a:pt x="2781" y="16566"/>
                  </a:lnTo>
                  <a:lnTo>
                    <a:pt x="2279" y="16411"/>
                  </a:lnTo>
                  <a:lnTo>
                    <a:pt x="2202" y="16411"/>
                  </a:lnTo>
                  <a:lnTo>
                    <a:pt x="2125" y="16450"/>
                  </a:lnTo>
                  <a:lnTo>
                    <a:pt x="2047" y="16527"/>
                  </a:lnTo>
                  <a:lnTo>
                    <a:pt x="2047" y="16643"/>
                  </a:lnTo>
                  <a:lnTo>
                    <a:pt x="2163" y="17106"/>
                  </a:lnTo>
                  <a:lnTo>
                    <a:pt x="2279" y="17531"/>
                  </a:lnTo>
                  <a:lnTo>
                    <a:pt x="2472" y="17956"/>
                  </a:lnTo>
                  <a:lnTo>
                    <a:pt x="2704" y="18381"/>
                  </a:lnTo>
                  <a:lnTo>
                    <a:pt x="2781" y="18458"/>
                  </a:lnTo>
                  <a:lnTo>
                    <a:pt x="2858" y="18496"/>
                  </a:lnTo>
                  <a:lnTo>
                    <a:pt x="2936" y="18458"/>
                  </a:lnTo>
                  <a:lnTo>
                    <a:pt x="3013" y="18381"/>
                  </a:lnTo>
                  <a:lnTo>
                    <a:pt x="3322" y="18033"/>
                  </a:lnTo>
                  <a:lnTo>
                    <a:pt x="3515" y="17801"/>
                  </a:lnTo>
                  <a:lnTo>
                    <a:pt x="3631" y="17608"/>
                  </a:lnTo>
                  <a:lnTo>
                    <a:pt x="3708" y="17763"/>
                  </a:lnTo>
                  <a:lnTo>
                    <a:pt x="3978" y="18342"/>
                  </a:lnTo>
                  <a:lnTo>
                    <a:pt x="4133" y="18960"/>
                  </a:lnTo>
                  <a:lnTo>
                    <a:pt x="4248" y="19539"/>
                  </a:lnTo>
                  <a:lnTo>
                    <a:pt x="4248" y="20157"/>
                  </a:lnTo>
                  <a:lnTo>
                    <a:pt x="3438" y="19307"/>
                  </a:lnTo>
                  <a:lnTo>
                    <a:pt x="3399" y="19269"/>
                  </a:lnTo>
                  <a:lnTo>
                    <a:pt x="3206" y="19269"/>
                  </a:lnTo>
                  <a:lnTo>
                    <a:pt x="3167" y="19346"/>
                  </a:lnTo>
                  <a:lnTo>
                    <a:pt x="2974" y="19809"/>
                  </a:lnTo>
                  <a:lnTo>
                    <a:pt x="2781" y="20273"/>
                  </a:lnTo>
                  <a:lnTo>
                    <a:pt x="2665" y="20775"/>
                  </a:lnTo>
                  <a:lnTo>
                    <a:pt x="2627" y="21315"/>
                  </a:lnTo>
                  <a:lnTo>
                    <a:pt x="2627" y="21393"/>
                  </a:lnTo>
                  <a:lnTo>
                    <a:pt x="2704" y="21470"/>
                  </a:lnTo>
                  <a:lnTo>
                    <a:pt x="2781" y="21508"/>
                  </a:lnTo>
                  <a:lnTo>
                    <a:pt x="2897" y="21470"/>
                  </a:lnTo>
                  <a:lnTo>
                    <a:pt x="3515" y="21161"/>
                  </a:lnTo>
                  <a:lnTo>
                    <a:pt x="4171" y="20775"/>
                  </a:lnTo>
                  <a:lnTo>
                    <a:pt x="4055" y="21161"/>
                  </a:lnTo>
                  <a:lnTo>
                    <a:pt x="3901" y="21547"/>
                  </a:lnTo>
                  <a:lnTo>
                    <a:pt x="3669" y="22049"/>
                  </a:lnTo>
                  <a:lnTo>
                    <a:pt x="3322" y="22551"/>
                  </a:lnTo>
                  <a:lnTo>
                    <a:pt x="2897" y="23014"/>
                  </a:lnTo>
                  <a:lnTo>
                    <a:pt x="2627" y="23246"/>
                  </a:lnTo>
                  <a:lnTo>
                    <a:pt x="2395" y="23401"/>
                  </a:lnTo>
                  <a:lnTo>
                    <a:pt x="2125" y="23594"/>
                  </a:lnTo>
                  <a:lnTo>
                    <a:pt x="1854" y="23709"/>
                  </a:lnTo>
                  <a:lnTo>
                    <a:pt x="1584" y="23787"/>
                  </a:lnTo>
                  <a:lnTo>
                    <a:pt x="1314" y="23787"/>
                  </a:lnTo>
                  <a:lnTo>
                    <a:pt x="1082" y="23748"/>
                  </a:lnTo>
                  <a:lnTo>
                    <a:pt x="812" y="23671"/>
                  </a:lnTo>
                  <a:lnTo>
                    <a:pt x="541" y="23516"/>
                  </a:lnTo>
                  <a:lnTo>
                    <a:pt x="310" y="23285"/>
                  </a:lnTo>
                  <a:lnTo>
                    <a:pt x="233" y="23246"/>
                  </a:lnTo>
                  <a:lnTo>
                    <a:pt x="78" y="23246"/>
                  </a:lnTo>
                  <a:lnTo>
                    <a:pt x="39" y="23362"/>
                  </a:lnTo>
                  <a:lnTo>
                    <a:pt x="1" y="23401"/>
                  </a:lnTo>
                  <a:lnTo>
                    <a:pt x="39" y="23478"/>
                  </a:lnTo>
                  <a:lnTo>
                    <a:pt x="155" y="23632"/>
                  </a:lnTo>
                  <a:lnTo>
                    <a:pt x="271" y="23787"/>
                  </a:lnTo>
                  <a:lnTo>
                    <a:pt x="387" y="23903"/>
                  </a:lnTo>
                  <a:lnTo>
                    <a:pt x="541" y="24018"/>
                  </a:lnTo>
                  <a:lnTo>
                    <a:pt x="696" y="24096"/>
                  </a:lnTo>
                  <a:lnTo>
                    <a:pt x="889" y="24134"/>
                  </a:lnTo>
                  <a:lnTo>
                    <a:pt x="1236" y="24211"/>
                  </a:lnTo>
                  <a:lnTo>
                    <a:pt x="1584" y="24173"/>
                  </a:lnTo>
                  <a:lnTo>
                    <a:pt x="1970" y="24096"/>
                  </a:lnTo>
                  <a:lnTo>
                    <a:pt x="2318" y="23941"/>
                  </a:lnTo>
                  <a:lnTo>
                    <a:pt x="2665" y="23748"/>
                  </a:lnTo>
                  <a:lnTo>
                    <a:pt x="3013" y="23478"/>
                  </a:lnTo>
                  <a:lnTo>
                    <a:pt x="3322" y="23207"/>
                  </a:lnTo>
                  <a:lnTo>
                    <a:pt x="3631" y="22860"/>
                  </a:lnTo>
                  <a:lnTo>
                    <a:pt x="3901" y="22512"/>
                  </a:lnTo>
                  <a:lnTo>
                    <a:pt x="4133" y="22126"/>
                  </a:lnTo>
                  <a:lnTo>
                    <a:pt x="4326" y="21702"/>
                  </a:lnTo>
                  <a:lnTo>
                    <a:pt x="4480" y="21315"/>
                  </a:lnTo>
                  <a:lnTo>
                    <a:pt x="4596" y="20852"/>
                  </a:lnTo>
                  <a:lnTo>
                    <a:pt x="5214" y="21972"/>
                  </a:lnTo>
                  <a:lnTo>
                    <a:pt x="5291" y="22049"/>
                  </a:lnTo>
                  <a:lnTo>
                    <a:pt x="5368" y="22088"/>
                  </a:lnTo>
                  <a:lnTo>
                    <a:pt x="5446" y="22049"/>
                  </a:lnTo>
                  <a:lnTo>
                    <a:pt x="5523" y="22010"/>
                  </a:lnTo>
                  <a:lnTo>
                    <a:pt x="5793" y="21547"/>
                  </a:lnTo>
                  <a:lnTo>
                    <a:pt x="6025" y="21084"/>
                  </a:lnTo>
                  <a:lnTo>
                    <a:pt x="6411" y="20118"/>
                  </a:lnTo>
                  <a:lnTo>
                    <a:pt x="6411" y="20041"/>
                  </a:lnTo>
                  <a:lnTo>
                    <a:pt x="6411" y="19964"/>
                  </a:lnTo>
                  <a:lnTo>
                    <a:pt x="6372" y="19925"/>
                  </a:lnTo>
                  <a:lnTo>
                    <a:pt x="6295" y="19887"/>
                  </a:lnTo>
                  <a:lnTo>
                    <a:pt x="5909" y="19771"/>
                  </a:lnTo>
                  <a:lnTo>
                    <a:pt x="5484" y="19732"/>
                  </a:lnTo>
                  <a:lnTo>
                    <a:pt x="5098" y="19732"/>
                  </a:lnTo>
                  <a:lnTo>
                    <a:pt x="4673" y="19848"/>
                  </a:lnTo>
                  <a:lnTo>
                    <a:pt x="4635" y="19230"/>
                  </a:lnTo>
                  <a:lnTo>
                    <a:pt x="4519" y="18651"/>
                  </a:lnTo>
                  <a:lnTo>
                    <a:pt x="4287" y="18033"/>
                  </a:lnTo>
                  <a:lnTo>
                    <a:pt x="4055" y="17454"/>
                  </a:lnTo>
                  <a:lnTo>
                    <a:pt x="4055" y="17454"/>
                  </a:lnTo>
                  <a:lnTo>
                    <a:pt x="4519" y="17531"/>
                  </a:lnTo>
                  <a:lnTo>
                    <a:pt x="4982" y="17608"/>
                  </a:lnTo>
                  <a:lnTo>
                    <a:pt x="5059" y="17608"/>
                  </a:lnTo>
                  <a:lnTo>
                    <a:pt x="5098" y="17531"/>
                  </a:lnTo>
                  <a:lnTo>
                    <a:pt x="5137" y="17492"/>
                  </a:lnTo>
                  <a:lnTo>
                    <a:pt x="5137" y="17377"/>
                  </a:lnTo>
                  <a:lnTo>
                    <a:pt x="5098" y="17029"/>
                  </a:lnTo>
                  <a:lnTo>
                    <a:pt x="4982" y="16643"/>
                  </a:lnTo>
                  <a:lnTo>
                    <a:pt x="4828" y="16295"/>
                  </a:lnTo>
                  <a:lnTo>
                    <a:pt x="4673" y="15987"/>
                  </a:lnTo>
                  <a:lnTo>
                    <a:pt x="4596" y="15909"/>
                  </a:lnTo>
                  <a:lnTo>
                    <a:pt x="4635" y="15909"/>
                  </a:lnTo>
                  <a:lnTo>
                    <a:pt x="5600" y="14481"/>
                  </a:lnTo>
                  <a:lnTo>
                    <a:pt x="5639" y="14365"/>
                  </a:lnTo>
                  <a:lnTo>
                    <a:pt x="5600" y="14287"/>
                  </a:lnTo>
                  <a:lnTo>
                    <a:pt x="5561" y="14210"/>
                  </a:lnTo>
                  <a:lnTo>
                    <a:pt x="5446" y="14172"/>
                  </a:lnTo>
                  <a:lnTo>
                    <a:pt x="4210" y="13979"/>
                  </a:lnTo>
                  <a:lnTo>
                    <a:pt x="4480" y="13747"/>
                  </a:lnTo>
                  <a:lnTo>
                    <a:pt x="4789" y="13554"/>
                  </a:lnTo>
                  <a:lnTo>
                    <a:pt x="5098" y="13361"/>
                  </a:lnTo>
                  <a:lnTo>
                    <a:pt x="5407" y="13168"/>
                  </a:lnTo>
                  <a:lnTo>
                    <a:pt x="6025" y="13399"/>
                  </a:lnTo>
                  <a:lnTo>
                    <a:pt x="6141" y="13438"/>
                  </a:lnTo>
                  <a:lnTo>
                    <a:pt x="6218" y="13361"/>
                  </a:lnTo>
                  <a:lnTo>
                    <a:pt x="6256" y="13283"/>
                  </a:lnTo>
                  <a:lnTo>
                    <a:pt x="6295" y="13168"/>
                  </a:lnTo>
                  <a:lnTo>
                    <a:pt x="6179" y="12704"/>
                  </a:lnTo>
                  <a:lnTo>
                    <a:pt x="6063" y="12241"/>
                  </a:lnTo>
                  <a:lnTo>
                    <a:pt x="6913" y="11932"/>
                  </a:lnTo>
                  <a:lnTo>
                    <a:pt x="7724" y="11584"/>
                  </a:lnTo>
                  <a:lnTo>
                    <a:pt x="8535" y="11121"/>
                  </a:lnTo>
                  <a:lnTo>
                    <a:pt x="9268" y="10619"/>
                  </a:lnTo>
                  <a:lnTo>
                    <a:pt x="9963" y="10078"/>
                  </a:lnTo>
                  <a:lnTo>
                    <a:pt x="10311" y="9770"/>
                  </a:lnTo>
                  <a:lnTo>
                    <a:pt x="10620" y="9422"/>
                  </a:lnTo>
                  <a:lnTo>
                    <a:pt x="10890" y="9074"/>
                  </a:lnTo>
                  <a:lnTo>
                    <a:pt x="11161" y="8727"/>
                  </a:lnTo>
                  <a:lnTo>
                    <a:pt x="11392" y="8341"/>
                  </a:lnTo>
                  <a:lnTo>
                    <a:pt x="11624" y="7955"/>
                  </a:lnTo>
                  <a:lnTo>
                    <a:pt x="11817" y="7568"/>
                  </a:lnTo>
                  <a:lnTo>
                    <a:pt x="11971" y="7182"/>
                  </a:lnTo>
                  <a:lnTo>
                    <a:pt x="12126" y="6758"/>
                  </a:lnTo>
                  <a:lnTo>
                    <a:pt x="12242" y="6333"/>
                  </a:lnTo>
                  <a:lnTo>
                    <a:pt x="12319" y="5947"/>
                  </a:lnTo>
                  <a:lnTo>
                    <a:pt x="12358" y="5522"/>
                  </a:lnTo>
                  <a:lnTo>
                    <a:pt x="12396" y="5097"/>
                  </a:lnTo>
                  <a:lnTo>
                    <a:pt x="12396" y="4672"/>
                  </a:lnTo>
                  <a:lnTo>
                    <a:pt x="12358" y="4248"/>
                  </a:lnTo>
                  <a:lnTo>
                    <a:pt x="12280" y="3823"/>
                  </a:lnTo>
                  <a:lnTo>
                    <a:pt x="12203" y="3437"/>
                  </a:lnTo>
                  <a:lnTo>
                    <a:pt x="12049" y="3051"/>
                  </a:lnTo>
                  <a:lnTo>
                    <a:pt x="11894" y="2664"/>
                  </a:lnTo>
                  <a:lnTo>
                    <a:pt x="11701" y="2278"/>
                  </a:lnTo>
                  <a:lnTo>
                    <a:pt x="11469" y="1892"/>
                  </a:lnTo>
                  <a:lnTo>
                    <a:pt x="11161" y="1545"/>
                  </a:lnTo>
                  <a:lnTo>
                    <a:pt x="10890" y="1274"/>
                  </a:lnTo>
                  <a:lnTo>
                    <a:pt x="10620" y="1004"/>
                  </a:lnTo>
                  <a:lnTo>
                    <a:pt x="10311" y="772"/>
                  </a:lnTo>
                  <a:lnTo>
                    <a:pt x="9963" y="579"/>
                  </a:lnTo>
                  <a:lnTo>
                    <a:pt x="9655" y="386"/>
                  </a:lnTo>
                  <a:lnTo>
                    <a:pt x="9307" y="232"/>
                  </a:lnTo>
                  <a:lnTo>
                    <a:pt x="8921" y="116"/>
                  </a:lnTo>
                  <a:lnTo>
                    <a:pt x="8573" y="39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7"/>
            <p:cNvSpPr/>
            <p:nvPr/>
          </p:nvSpPr>
          <p:spPr>
            <a:xfrm>
              <a:off x="5860425" y="885700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9" y="310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3"/>
                  </a:lnTo>
                  <a:lnTo>
                    <a:pt x="7299" y="503"/>
                  </a:lnTo>
                  <a:lnTo>
                    <a:pt x="7454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4"/>
                  </a:lnTo>
                  <a:lnTo>
                    <a:pt x="6295" y="4944"/>
                  </a:lnTo>
                  <a:lnTo>
                    <a:pt x="6218" y="3978"/>
                  </a:lnTo>
                  <a:lnTo>
                    <a:pt x="6141" y="2974"/>
                  </a:lnTo>
                  <a:lnTo>
                    <a:pt x="6141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5"/>
                  </a:lnTo>
                  <a:lnTo>
                    <a:pt x="6450" y="503"/>
                  </a:lnTo>
                  <a:lnTo>
                    <a:pt x="6527" y="426"/>
                  </a:lnTo>
                  <a:lnTo>
                    <a:pt x="6643" y="348"/>
                  </a:lnTo>
                  <a:lnTo>
                    <a:pt x="6759" y="310"/>
                  </a:lnTo>
                  <a:close/>
                  <a:moveTo>
                    <a:pt x="11972" y="4712"/>
                  </a:moveTo>
                  <a:lnTo>
                    <a:pt x="12087" y="4750"/>
                  </a:lnTo>
                  <a:lnTo>
                    <a:pt x="12165" y="4828"/>
                  </a:lnTo>
                  <a:lnTo>
                    <a:pt x="12281" y="4905"/>
                  </a:lnTo>
                  <a:lnTo>
                    <a:pt x="12319" y="4982"/>
                  </a:lnTo>
                  <a:lnTo>
                    <a:pt x="12396" y="5137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2"/>
                  </a:lnTo>
                  <a:lnTo>
                    <a:pt x="10041" y="5832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9" y="5252"/>
                  </a:lnTo>
                  <a:lnTo>
                    <a:pt x="7956" y="5021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9" y="4750"/>
                  </a:lnTo>
                  <a:lnTo>
                    <a:pt x="11354" y="4712"/>
                  </a:lnTo>
                  <a:close/>
                  <a:moveTo>
                    <a:pt x="5639" y="5754"/>
                  </a:moveTo>
                  <a:lnTo>
                    <a:pt x="4558" y="6449"/>
                  </a:lnTo>
                  <a:lnTo>
                    <a:pt x="3438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30" y="7917"/>
                  </a:lnTo>
                  <a:lnTo>
                    <a:pt x="1121" y="7955"/>
                  </a:lnTo>
                  <a:lnTo>
                    <a:pt x="928" y="7917"/>
                  </a:lnTo>
                  <a:lnTo>
                    <a:pt x="851" y="7878"/>
                  </a:lnTo>
                  <a:lnTo>
                    <a:pt x="773" y="7801"/>
                  </a:lnTo>
                  <a:lnTo>
                    <a:pt x="735" y="7685"/>
                  </a:lnTo>
                  <a:lnTo>
                    <a:pt x="696" y="7531"/>
                  </a:lnTo>
                  <a:lnTo>
                    <a:pt x="696" y="7376"/>
                  </a:lnTo>
                  <a:lnTo>
                    <a:pt x="696" y="7222"/>
                  </a:lnTo>
                  <a:lnTo>
                    <a:pt x="735" y="7145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3"/>
                  </a:lnTo>
                  <a:lnTo>
                    <a:pt x="2743" y="6449"/>
                  </a:lnTo>
                  <a:lnTo>
                    <a:pt x="3592" y="6295"/>
                  </a:lnTo>
                  <a:lnTo>
                    <a:pt x="4635" y="6063"/>
                  </a:lnTo>
                  <a:lnTo>
                    <a:pt x="5137" y="5909"/>
                  </a:lnTo>
                  <a:lnTo>
                    <a:pt x="5639" y="5754"/>
                  </a:lnTo>
                  <a:close/>
                  <a:moveTo>
                    <a:pt x="6952" y="1"/>
                  </a:moveTo>
                  <a:lnTo>
                    <a:pt x="6720" y="39"/>
                  </a:lnTo>
                  <a:lnTo>
                    <a:pt x="6527" y="117"/>
                  </a:lnTo>
                  <a:lnTo>
                    <a:pt x="6334" y="233"/>
                  </a:lnTo>
                  <a:lnTo>
                    <a:pt x="6141" y="426"/>
                  </a:lnTo>
                  <a:lnTo>
                    <a:pt x="5986" y="619"/>
                  </a:lnTo>
                  <a:lnTo>
                    <a:pt x="5909" y="812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2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4" y="5021"/>
                  </a:lnTo>
                  <a:lnTo>
                    <a:pt x="6025" y="5137"/>
                  </a:lnTo>
                  <a:lnTo>
                    <a:pt x="6064" y="5252"/>
                  </a:lnTo>
                  <a:lnTo>
                    <a:pt x="5523" y="5446"/>
                  </a:lnTo>
                  <a:lnTo>
                    <a:pt x="4982" y="5561"/>
                  </a:lnTo>
                  <a:lnTo>
                    <a:pt x="3940" y="5832"/>
                  </a:lnTo>
                  <a:lnTo>
                    <a:pt x="2858" y="6025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1" y="6643"/>
                  </a:lnTo>
                  <a:lnTo>
                    <a:pt x="503" y="6836"/>
                  </a:lnTo>
                  <a:lnTo>
                    <a:pt x="233" y="7029"/>
                  </a:lnTo>
                  <a:lnTo>
                    <a:pt x="117" y="7145"/>
                  </a:lnTo>
                  <a:lnTo>
                    <a:pt x="40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40" y="7724"/>
                  </a:lnTo>
                  <a:lnTo>
                    <a:pt x="117" y="7917"/>
                  </a:lnTo>
                  <a:lnTo>
                    <a:pt x="233" y="8033"/>
                  </a:lnTo>
                  <a:lnTo>
                    <a:pt x="349" y="8149"/>
                  </a:lnTo>
                  <a:lnTo>
                    <a:pt x="503" y="8226"/>
                  </a:lnTo>
                  <a:lnTo>
                    <a:pt x="619" y="8264"/>
                  </a:lnTo>
                  <a:lnTo>
                    <a:pt x="928" y="8342"/>
                  </a:lnTo>
                  <a:lnTo>
                    <a:pt x="1275" y="8342"/>
                  </a:lnTo>
                  <a:lnTo>
                    <a:pt x="1623" y="8303"/>
                  </a:lnTo>
                  <a:lnTo>
                    <a:pt x="1932" y="8187"/>
                  </a:lnTo>
                  <a:lnTo>
                    <a:pt x="2550" y="7994"/>
                  </a:lnTo>
                  <a:lnTo>
                    <a:pt x="3554" y="7531"/>
                  </a:lnTo>
                  <a:lnTo>
                    <a:pt x="4519" y="6990"/>
                  </a:lnTo>
                  <a:lnTo>
                    <a:pt x="5446" y="6372"/>
                  </a:lnTo>
                  <a:lnTo>
                    <a:pt x="5909" y="6063"/>
                  </a:lnTo>
                  <a:lnTo>
                    <a:pt x="6334" y="5716"/>
                  </a:lnTo>
                  <a:lnTo>
                    <a:pt x="6527" y="6102"/>
                  </a:lnTo>
                  <a:lnTo>
                    <a:pt x="6643" y="6295"/>
                  </a:lnTo>
                  <a:lnTo>
                    <a:pt x="6759" y="6449"/>
                  </a:lnTo>
                  <a:lnTo>
                    <a:pt x="7029" y="6372"/>
                  </a:lnTo>
                  <a:lnTo>
                    <a:pt x="7029" y="6334"/>
                  </a:lnTo>
                  <a:lnTo>
                    <a:pt x="6836" y="5986"/>
                  </a:lnTo>
                  <a:lnTo>
                    <a:pt x="6759" y="5832"/>
                  </a:lnTo>
                  <a:lnTo>
                    <a:pt x="6720" y="5639"/>
                  </a:lnTo>
                  <a:lnTo>
                    <a:pt x="6720" y="5561"/>
                  </a:lnTo>
                  <a:lnTo>
                    <a:pt x="7569" y="5832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8"/>
                  </a:lnTo>
                  <a:lnTo>
                    <a:pt x="11006" y="6218"/>
                  </a:lnTo>
                  <a:lnTo>
                    <a:pt x="11470" y="6179"/>
                  </a:lnTo>
                  <a:lnTo>
                    <a:pt x="11933" y="6141"/>
                  </a:lnTo>
                  <a:lnTo>
                    <a:pt x="12358" y="5986"/>
                  </a:lnTo>
                  <a:lnTo>
                    <a:pt x="12512" y="5909"/>
                  </a:lnTo>
                  <a:lnTo>
                    <a:pt x="12667" y="5793"/>
                  </a:lnTo>
                  <a:lnTo>
                    <a:pt x="12821" y="5677"/>
                  </a:lnTo>
                  <a:lnTo>
                    <a:pt x="12898" y="5523"/>
                  </a:lnTo>
                  <a:lnTo>
                    <a:pt x="12976" y="5368"/>
                  </a:lnTo>
                  <a:lnTo>
                    <a:pt x="12976" y="5175"/>
                  </a:lnTo>
                  <a:lnTo>
                    <a:pt x="12976" y="4982"/>
                  </a:lnTo>
                  <a:lnTo>
                    <a:pt x="12898" y="4828"/>
                  </a:lnTo>
                  <a:lnTo>
                    <a:pt x="12821" y="4712"/>
                  </a:lnTo>
                  <a:lnTo>
                    <a:pt x="12744" y="4635"/>
                  </a:lnTo>
                  <a:lnTo>
                    <a:pt x="12628" y="4519"/>
                  </a:lnTo>
                  <a:lnTo>
                    <a:pt x="12474" y="4480"/>
                  </a:lnTo>
                  <a:lnTo>
                    <a:pt x="12165" y="4364"/>
                  </a:lnTo>
                  <a:lnTo>
                    <a:pt x="11817" y="4326"/>
                  </a:lnTo>
                  <a:lnTo>
                    <a:pt x="11470" y="4326"/>
                  </a:lnTo>
                  <a:lnTo>
                    <a:pt x="10890" y="4364"/>
                  </a:lnTo>
                  <a:lnTo>
                    <a:pt x="9848" y="4403"/>
                  </a:lnTo>
                  <a:lnTo>
                    <a:pt x="8844" y="4480"/>
                  </a:lnTo>
                  <a:lnTo>
                    <a:pt x="7840" y="4635"/>
                  </a:lnTo>
                  <a:lnTo>
                    <a:pt x="6836" y="4828"/>
                  </a:lnTo>
                  <a:lnTo>
                    <a:pt x="7376" y="3476"/>
                  </a:lnTo>
                  <a:lnTo>
                    <a:pt x="7647" y="2742"/>
                  </a:lnTo>
                  <a:lnTo>
                    <a:pt x="7840" y="2047"/>
                  </a:lnTo>
                  <a:lnTo>
                    <a:pt x="7917" y="1816"/>
                  </a:lnTo>
                  <a:lnTo>
                    <a:pt x="7917" y="1545"/>
                  </a:lnTo>
                  <a:lnTo>
                    <a:pt x="7917" y="1314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9"/>
                  </a:lnTo>
                  <a:lnTo>
                    <a:pt x="7531" y="426"/>
                  </a:lnTo>
                  <a:lnTo>
                    <a:pt x="7338" y="271"/>
                  </a:lnTo>
                  <a:lnTo>
                    <a:pt x="7261" y="155"/>
                  </a:lnTo>
                  <a:lnTo>
                    <a:pt x="7145" y="78"/>
                  </a:lnTo>
                  <a:lnTo>
                    <a:pt x="695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7"/>
            <p:cNvSpPr/>
            <p:nvPr/>
          </p:nvSpPr>
          <p:spPr>
            <a:xfrm>
              <a:off x="6760175" y="920450"/>
              <a:ext cx="375550" cy="387150"/>
            </a:xfrm>
            <a:custGeom>
              <a:avLst/>
              <a:gdLst/>
              <a:ahLst/>
              <a:cxnLst/>
              <a:rect l="l" t="t" r="r" b="b"/>
              <a:pathLst>
                <a:path w="15022" h="15486" extrusionOk="0">
                  <a:moveTo>
                    <a:pt x="7491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2" y="850"/>
                  </a:lnTo>
                  <a:lnTo>
                    <a:pt x="10194" y="1044"/>
                  </a:lnTo>
                  <a:lnTo>
                    <a:pt x="10696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79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79" y="9230"/>
                  </a:lnTo>
                  <a:lnTo>
                    <a:pt x="4170" y="10041"/>
                  </a:lnTo>
                  <a:lnTo>
                    <a:pt x="3977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91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8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91" y="503"/>
                  </a:lnTo>
                  <a:close/>
                  <a:moveTo>
                    <a:pt x="11971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52" y="3206"/>
                  </a:lnTo>
                  <a:lnTo>
                    <a:pt x="13322" y="3669"/>
                  </a:lnTo>
                  <a:lnTo>
                    <a:pt x="13592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7" y="6797"/>
                  </a:lnTo>
                  <a:lnTo>
                    <a:pt x="12164" y="6952"/>
                  </a:lnTo>
                  <a:lnTo>
                    <a:pt x="11391" y="7145"/>
                  </a:lnTo>
                  <a:lnTo>
                    <a:pt x="10658" y="7415"/>
                  </a:lnTo>
                  <a:lnTo>
                    <a:pt x="9963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7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7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1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0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719" y="12667"/>
                  </a:lnTo>
                  <a:lnTo>
                    <a:pt x="6178" y="12782"/>
                  </a:lnTo>
                  <a:lnTo>
                    <a:pt x="5676" y="12937"/>
                  </a:lnTo>
                  <a:lnTo>
                    <a:pt x="5174" y="13130"/>
                  </a:lnTo>
                  <a:lnTo>
                    <a:pt x="4672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69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4" y="4519"/>
                  </a:lnTo>
                  <a:lnTo>
                    <a:pt x="2471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80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6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58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0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8"/>
                  </a:lnTo>
                  <a:lnTo>
                    <a:pt x="3244" y="13439"/>
                  </a:lnTo>
                  <a:lnTo>
                    <a:pt x="3166" y="13439"/>
                  </a:lnTo>
                  <a:lnTo>
                    <a:pt x="3051" y="13478"/>
                  </a:lnTo>
                  <a:lnTo>
                    <a:pt x="2973" y="13516"/>
                  </a:lnTo>
                  <a:lnTo>
                    <a:pt x="3051" y="13362"/>
                  </a:lnTo>
                  <a:lnTo>
                    <a:pt x="3166" y="13207"/>
                  </a:lnTo>
                  <a:lnTo>
                    <a:pt x="3321" y="13130"/>
                  </a:lnTo>
                  <a:lnTo>
                    <a:pt x="3475" y="13014"/>
                  </a:lnTo>
                  <a:lnTo>
                    <a:pt x="3668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0" y="13362"/>
                  </a:lnTo>
                  <a:lnTo>
                    <a:pt x="11893" y="13478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7" y="14983"/>
                  </a:lnTo>
                  <a:lnTo>
                    <a:pt x="7375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3" y="14636"/>
                  </a:lnTo>
                  <a:lnTo>
                    <a:pt x="5020" y="14482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50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6" y="12860"/>
                  </a:lnTo>
                  <a:close/>
                  <a:moveTo>
                    <a:pt x="7607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84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5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9"/>
                  </a:lnTo>
                  <a:lnTo>
                    <a:pt x="270" y="9925"/>
                  </a:lnTo>
                  <a:lnTo>
                    <a:pt x="463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6" y="14134"/>
                  </a:lnTo>
                  <a:lnTo>
                    <a:pt x="3475" y="14327"/>
                  </a:lnTo>
                  <a:lnTo>
                    <a:pt x="3784" y="14520"/>
                  </a:lnTo>
                  <a:lnTo>
                    <a:pt x="4132" y="14597"/>
                  </a:lnTo>
                  <a:lnTo>
                    <a:pt x="4557" y="14829"/>
                  </a:lnTo>
                  <a:lnTo>
                    <a:pt x="4981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98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8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1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5" y="8882"/>
                  </a:lnTo>
                  <a:lnTo>
                    <a:pt x="14983" y="8303"/>
                  </a:lnTo>
                  <a:lnTo>
                    <a:pt x="15021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3" y="233"/>
                  </a:lnTo>
                  <a:lnTo>
                    <a:pt x="8766" y="117"/>
                  </a:lnTo>
                  <a:lnTo>
                    <a:pt x="8186" y="40"/>
                  </a:lnTo>
                  <a:lnTo>
                    <a:pt x="76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7"/>
            <p:cNvSpPr/>
            <p:nvPr/>
          </p:nvSpPr>
          <p:spPr>
            <a:xfrm>
              <a:off x="1177425" y="95232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8"/>
                  </a:lnTo>
                  <a:lnTo>
                    <a:pt x="23787" y="2124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47"/>
                  </a:lnTo>
                  <a:lnTo>
                    <a:pt x="23092" y="1931"/>
                  </a:lnTo>
                  <a:lnTo>
                    <a:pt x="23015" y="1815"/>
                  </a:lnTo>
                  <a:lnTo>
                    <a:pt x="22976" y="1622"/>
                  </a:lnTo>
                  <a:lnTo>
                    <a:pt x="22976" y="1429"/>
                  </a:lnTo>
                  <a:lnTo>
                    <a:pt x="23053" y="1236"/>
                  </a:lnTo>
                  <a:lnTo>
                    <a:pt x="23169" y="1081"/>
                  </a:lnTo>
                  <a:lnTo>
                    <a:pt x="23285" y="966"/>
                  </a:lnTo>
                  <a:close/>
                  <a:moveTo>
                    <a:pt x="24096" y="2394"/>
                  </a:moveTo>
                  <a:lnTo>
                    <a:pt x="24212" y="2742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784"/>
                  </a:lnTo>
                  <a:lnTo>
                    <a:pt x="24173" y="3707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3"/>
                  </a:lnTo>
                  <a:lnTo>
                    <a:pt x="23710" y="3128"/>
                  </a:lnTo>
                  <a:lnTo>
                    <a:pt x="23710" y="2896"/>
                  </a:lnTo>
                  <a:lnTo>
                    <a:pt x="23787" y="2703"/>
                  </a:lnTo>
                  <a:lnTo>
                    <a:pt x="23941" y="2549"/>
                  </a:lnTo>
                  <a:lnTo>
                    <a:pt x="24096" y="2394"/>
                  </a:lnTo>
                  <a:close/>
                  <a:moveTo>
                    <a:pt x="16180" y="4943"/>
                  </a:moveTo>
                  <a:lnTo>
                    <a:pt x="16296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66" y="5252"/>
                  </a:lnTo>
                  <a:lnTo>
                    <a:pt x="16566" y="5406"/>
                  </a:lnTo>
                  <a:lnTo>
                    <a:pt x="16296" y="5406"/>
                  </a:lnTo>
                  <a:lnTo>
                    <a:pt x="15678" y="5479"/>
                  </a:lnTo>
                  <a:lnTo>
                    <a:pt x="15678" y="5479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94" y="5136"/>
                  </a:lnTo>
                  <a:lnTo>
                    <a:pt x="15871" y="5059"/>
                  </a:lnTo>
                  <a:lnTo>
                    <a:pt x="15948" y="5020"/>
                  </a:lnTo>
                  <a:lnTo>
                    <a:pt x="16064" y="4943"/>
                  </a:lnTo>
                  <a:close/>
                  <a:moveTo>
                    <a:pt x="24443" y="4209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484"/>
                  </a:lnTo>
                  <a:lnTo>
                    <a:pt x="24057" y="5406"/>
                  </a:lnTo>
                  <a:lnTo>
                    <a:pt x="23903" y="5252"/>
                  </a:lnTo>
                  <a:lnTo>
                    <a:pt x="23826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903" y="4595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09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04"/>
                  </a:lnTo>
                  <a:lnTo>
                    <a:pt x="17995" y="4982"/>
                  </a:lnTo>
                  <a:lnTo>
                    <a:pt x="18111" y="5175"/>
                  </a:lnTo>
                  <a:lnTo>
                    <a:pt x="18149" y="5406"/>
                  </a:lnTo>
                  <a:lnTo>
                    <a:pt x="18072" y="5599"/>
                  </a:lnTo>
                  <a:lnTo>
                    <a:pt x="17570" y="5484"/>
                  </a:lnTo>
                  <a:lnTo>
                    <a:pt x="17029" y="5406"/>
                  </a:lnTo>
                  <a:lnTo>
                    <a:pt x="17068" y="5290"/>
                  </a:lnTo>
                  <a:lnTo>
                    <a:pt x="17107" y="5136"/>
                  </a:lnTo>
                  <a:lnTo>
                    <a:pt x="17184" y="5020"/>
                  </a:lnTo>
                  <a:lnTo>
                    <a:pt x="17300" y="4943"/>
                  </a:lnTo>
                  <a:lnTo>
                    <a:pt x="17416" y="4866"/>
                  </a:lnTo>
                  <a:lnTo>
                    <a:pt x="17531" y="4827"/>
                  </a:lnTo>
                  <a:close/>
                  <a:moveTo>
                    <a:pt x="14597" y="5290"/>
                  </a:moveTo>
                  <a:lnTo>
                    <a:pt x="14713" y="5329"/>
                  </a:lnTo>
                  <a:lnTo>
                    <a:pt x="14828" y="5368"/>
                  </a:lnTo>
                  <a:lnTo>
                    <a:pt x="14944" y="5445"/>
                  </a:lnTo>
                  <a:lnTo>
                    <a:pt x="15021" y="5522"/>
                  </a:lnTo>
                  <a:lnTo>
                    <a:pt x="15060" y="5638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24"/>
                  </a:lnTo>
                  <a:lnTo>
                    <a:pt x="14056" y="5792"/>
                  </a:lnTo>
                  <a:lnTo>
                    <a:pt x="14133" y="5599"/>
                  </a:lnTo>
                  <a:lnTo>
                    <a:pt x="14249" y="5406"/>
                  </a:lnTo>
                  <a:lnTo>
                    <a:pt x="14365" y="5368"/>
                  </a:lnTo>
                  <a:lnTo>
                    <a:pt x="14481" y="5329"/>
                  </a:lnTo>
                  <a:lnTo>
                    <a:pt x="14597" y="5290"/>
                  </a:lnTo>
                  <a:close/>
                  <a:moveTo>
                    <a:pt x="19115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85" y="5792"/>
                  </a:lnTo>
                  <a:lnTo>
                    <a:pt x="19385" y="5986"/>
                  </a:lnTo>
                  <a:lnTo>
                    <a:pt x="19346" y="6140"/>
                  </a:lnTo>
                  <a:lnTo>
                    <a:pt x="18613" y="5792"/>
                  </a:lnTo>
                  <a:lnTo>
                    <a:pt x="18651" y="5715"/>
                  </a:lnTo>
                  <a:lnTo>
                    <a:pt x="18690" y="5638"/>
                  </a:lnTo>
                  <a:lnTo>
                    <a:pt x="18844" y="5522"/>
                  </a:lnTo>
                  <a:lnTo>
                    <a:pt x="18999" y="5484"/>
                  </a:lnTo>
                  <a:close/>
                  <a:moveTo>
                    <a:pt x="20350" y="6063"/>
                  </a:moveTo>
                  <a:lnTo>
                    <a:pt x="20466" y="6101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52" y="6719"/>
                  </a:lnTo>
                  <a:lnTo>
                    <a:pt x="20891" y="6912"/>
                  </a:lnTo>
                  <a:lnTo>
                    <a:pt x="20891" y="6912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48" y="6256"/>
                  </a:lnTo>
                  <a:lnTo>
                    <a:pt x="19887" y="6179"/>
                  </a:lnTo>
                  <a:lnTo>
                    <a:pt x="20003" y="6101"/>
                  </a:lnTo>
                  <a:lnTo>
                    <a:pt x="20080" y="6063"/>
                  </a:lnTo>
                  <a:close/>
                  <a:moveTo>
                    <a:pt x="23748" y="5870"/>
                  </a:moveTo>
                  <a:lnTo>
                    <a:pt x="23941" y="5947"/>
                  </a:lnTo>
                  <a:lnTo>
                    <a:pt x="24019" y="5986"/>
                  </a:lnTo>
                  <a:lnTo>
                    <a:pt x="24096" y="5986"/>
                  </a:lnTo>
                  <a:lnTo>
                    <a:pt x="23941" y="6294"/>
                  </a:lnTo>
                  <a:lnTo>
                    <a:pt x="23748" y="6526"/>
                  </a:lnTo>
                  <a:lnTo>
                    <a:pt x="23517" y="6758"/>
                  </a:lnTo>
                  <a:lnTo>
                    <a:pt x="23246" y="6951"/>
                  </a:lnTo>
                  <a:lnTo>
                    <a:pt x="23208" y="6912"/>
                  </a:lnTo>
                  <a:lnTo>
                    <a:pt x="23092" y="6719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9"/>
                  </a:lnTo>
                  <a:lnTo>
                    <a:pt x="23131" y="6063"/>
                  </a:lnTo>
                  <a:lnTo>
                    <a:pt x="23208" y="5986"/>
                  </a:lnTo>
                  <a:lnTo>
                    <a:pt x="23285" y="5908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2"/>
                  </a:lnTo>
                  <a:lnTo>
                    <a:pt x="12627" y="6796"/>
                  </a:lnTo>
                  <a:lnTo>
                    <a:pt x="12627" y="6642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98" y="6179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681"/>
                  </a:lnTo>
                  <a:lnTo>
                    <a:pt x="22629" y="6835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05"/>
                  </a:lnTo>
                  <a:lnTo>
                    <a:pt x="22551" y="7221"/>
                  </a:lnTo>
                  <a:lnTo>
                    <a:pt x="22165" y="7221"/>
                  </a:lnTo>
                  <a:lnTo>
                    <a:pt x="21779" y="7183"/>
                  </a:lnTo>
                  <a:lnTo>
                    <a:pt x="21393" y="7105"/>
                  </a:lnTo>
                  <a:lnTo>
                    <a:pt x="21509" y="6912"/>
                  </a:lnTo>
                  <a:lnTo>
                    <a:pt x="21625" y="6719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376"/>
                  </a:moveTo>
                  <a:lnTo>
                    <a:pt x="12473" y="7414"/>
                  </a:lnTo>
                  <a:lnTo>
                    <a:pt x="12125" y="7955"/>
                  </a:lnTo>
                  <a:lnTo>
                    <a:pt x="11816" y="8534"/>
                  </a:lnTo>
                  <a:lnTo>
                    <a:pt x="11701" y="8341"/>
                  </a:lnTo>
                  <a:lnTo>
                    <a:pt x="11662" y="8071"/>
                  </a:lnTo>
                  <a:lnTo>
                    <a:pt x="11662" y="7955"/>
                  </a:lnTo>
                  <a:lnTo>
                    <a:pt x="11701" y="7800"/>
                  </a:lnTo>
                  <a:lnTo>
                    <a:pt x="11739" y="7685"/>
                  </a:lnTo>
                  <a:lnTo>
                    <a:pt x="11816" y="7607"/>
                  </a:lnTo>
                  <a:lnTo>
                    <a:pt x="11932" y="7492"/>
                  </a:lnTo>
                  <a:lnTo>
                    <a:pt x="12048" y="7453"/>
                  </a:lnTo>
                  <a:lnTo>
                    <a:pt x="12164" y="7414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94" y="9384"/>
                  </a:lnTo>
                  <a:lnTo>
                    <a:pt x="2472" y="9461"/>
                  </a:lnTo>
                  <a:lnTo>
                    <a:pt x="2549" y="9538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9963"/>
                  </a:lnTo>
                  <a:lnTo>
                    <a:pt x="2124" y="9886"/>
                  </a:lnTo>
                  <a:lnTo>
                    <a:pt x="1661" y="9847"/>
                  </a:lnTo>
                  <a:lnTo>
                    <a:pt x="1699" y="9731"/>
                  </a:lnTo>
                  <a:lnTo>
                    <a:pt x="1738" y="9615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lnTo>
                    <a:pt x="2124" y="9345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01"/>
                  </a:lnTo>
                  <a:lnTo>
                    <a:pt x="11276" y="10272"/>
                  </a:lnTo>
                  <a:lnTo>
                    <a:pt x="11237" y="10233"/>
                  </a:lnTo>
                  <a:lnTo>
                    <a:pt x="11083" y="10040"/>
                  </a:lnTo>
                  <a:lnTo>
                    <a:pt x="10967" y="9808"/>
                  </a:lnTo>
                  <a:lnTo>
                    <a:pt x="10928" y="9693"/>
                  </a:lnTo>
                  <a:lnTo>
                    <a:pt x="10928" y="9538"/>
                  </a:lnTo>
                  <a:lnTo>
                    <a:pt x="10967" y="9422"/>
                  </a:lnTo>
                  <a:lnTo>
                    <a:pt x="11006" y="9306"/>
                  </a:lnTo>
                  <a:lnTo>
                    <a:pt x="11121" y="9152"/>
                  </a:lnTo>
                  <a:lnTo>
                    <a:pt x="11276" y="9036"/>
                  </a:lnTo>
                  <a:lnTo>
                    <a:pt x="11469" y="8997"/>
                  </a:lnTo>
                  <a:close/>
                  <a:moveTo>
                    <a:pt x="3785" y="9731"/>
                  </a:moveTo>
                  <a:lnTo>
                    <a:pt x="3900" y="9770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71" y="10117"/>
                  </a:lnTo>
                  <a:lnTo>
                    <a:pt x="4171" y="10233"/>
                  </a:lnTo>
                  <a:lnTo>
                    <a:pt x="4171" y="10388"/>
                  </a:lnTo>
                  <a:lnTo>
                    <a:pt x="4132" y="10503"/>
                  </a:lnTo>
                  <a:lnTo>
                    <a:pt x="4055" y="10619"/>
                  </a:lnTo>
                  <a:lnTo>
                    <a:pt x="3900" y="10542"/>
                  </a:lnTo>
                  <a:lnTo>
                    <a:pt x="3514" y="10310"/>
                  </a:lnTo>
                  <a:lnTo>
                    <a:pt x="3089" y="10117"/>
                  </a:lnTo>
                  <a:lnTo>
                    <a:pt x="3167" y="10001"/>
                  </a:lnTo>
                  <a:lnTo>
                    <a:pt x="3244" y="9886"/>
                  </a:lnTo>
                  <a:lnTo>
                    <a:pt x="3360" y="9808"/>
                  </a:lnTo>
                  <a:lnTo>
                    <a:pt x="3514" y="9770"/>
                  </a:lnTo>
                  <a:lnTo>
                    <a:pt x="3630" y="9731"/>
                  </a:lnTo>
                  <a:close/>
                  <a:moveTo>
                    <a:pt x="4827" y="10619"/>
                  </a:moveTo>
                  <a:lnTo>
                    <a:pt x="4943" y="10658"/>
                  </a:lnTo>
                  <a:lnTo>
                    <a:pt x="5020" y="10697"/>
                  </a:lnTo>
                  <a:lnTo>
                    <a:pt x="5097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890"/>
                  </a:lnTo>
                  <a:lnTo>
                    <a:pt x="4441" y="10812"/>
                  </a:lnTo>
                  <a:lnTo>
                    <a:pt x="4518" y="10735"/>
                  </a:lnTo>
                  <a:lnTo>
                    <a:pt x="4673" y="10658"/>
                  </a:lnTo>
                  <a:lnTo>
                    <a:pt x="4827" y="10619"/>
                  </a:lnTo>
                  <a:close/>
                  <a:moveTo>
                    <a:pt x="11160" y="10619"/>
                  </a:moveTo>
                  <a:lnTo>
                    <a:pt x="10967" y="11199"/>
                  </a:lnTo>
                  <a:lnTo>
                    <a:pt x="10735" y="11739"/>
                  </a:lnTo>
                  <a:lnTo>
                    <a:pt x="10697" y="11662"/>
                  </a:lnTo>
                  <a:lnTo>
                    <a:pt x="10504" y="11507"/>
                  </a:lnTo>
                  <a:lnTo>
                    <a:pt x="10426" y="11314"/>
                  </a:lnTo>
                  <a:lnTo>
                    <a:pt x="10388" y="11121"/>
                  </a:lnTo>
                  <a:lnTo>
                    <a:pt x="10465" y="10928"/>
                  </a:lnTo>
                  <a:lnTo>
                    <a:pt x="10581" y="10774"/>
                  </a:lnTo>
                  <a:lnTo>
                    <a:pt x="10735" y="10658"/>
                  </a:lnTo>
                  <a:lnTo>
                    <a:pt x="10928" y="10619"/>
                  </a:lnTo>
                  <a:close/>
                  <a:moveTo>
                    <a:pt x="5754" y="11430"/>
                  </a:moveTo>
                  <a:lnTo>
                    <a:pt x="5986" y="11469"/>
                  </a:lnTo>
                  <a:lnTo>
                    <a:pt x="6063" y="11507"/>
                  </a:lnTo>
                  <a:lnTo>
                    <a:pt x="6179" y="11546"/>
                  </a:lnTo>
                  <a:lnTo>
                    <a:pt x="6256" y="11662"/>
                  </a:lnTo>
                  <a:lnTo>
                    <a:pt x="6333" y="11739"/>
                  </a:lnTo>
                  <a:lnTo>
                    <a:pt x="6410" y="11971"/>
                  </a:lnTo>
                  <a:lnTo>
                    <a:pt x="6410" y="12203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84" y="11585"/>
                  </a:lnTo>
                  <a:lnTo>
                    <a:pt x="5561" y="11507"/>
                  </a:lnTo>
                  <a:lnTo>
                    <a:pt x="5638" y="11469"/>
                  </a:lnTo>
                  <a:lnTo>
                    <a:pt x="5754" y="11430"/>
                  </a:lnTo>
                  <a:close/>
                  <a:moveTo>
                    <a:pt x="10542" y="12009"/>
                  </a:moveTo>
                  <a:lnTo>
                    <a:pt x="10388" y="12280"/>
                  </a:lnTo>
                  <a:lnTo>
                    <a:pt x="10195" y="12511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27"/>
                  </a:lnTo>
                  <a:lnTo>
                    <a:pt x="9654" y="12473"/>
                  </a:lnTo>
                  <a:lnTo>
                    <a:pt x="9693" y="12318"/>
                  </a:lnTo>
                  <a:lnTo>
                    <a:pt x="9808" y="12203"/>
                  </a:lnTo>
                  <a:lnTo>
                    <a:pt x="9963" y="12125"/>
                  </a:lnTo>
                  <a:lnTo>
                    <a:pt x="10156" y="12087"/>
                  </a:lnTo>
                  <a:lnTo>
                    <a:pt x="10542" y="12009"/>
                  </a:lnTo>
                  <a:close/>
                  <a:moveTo>
                    <a:pt x="7376" y="12473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168"/>
                  </a:lnTo>
                  <a:lnTo>
                    <a:pt x="7337" y="12975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83" y="12511"/>
                  </a:lnTo>
                  <a:lnTo>
                    <a:pt x="7376" y="12473"/>
                  </a:lnTo>
                  <a:close/>
                  <a:moveTo>
                    <a:pt x="8959" y="12627"/>
                  </a:moveTo>
                  <a:lnTo>
                    <a:pt x="9113" y="12743"/>
                  </a:lnTo>
                  <a:lnTo>
                    <a:pt x="9229" y="12936"/>
                  </a:lnTo>
                  <a:lnTo>
                    <a:pt x="9268" y="13091"/>
                  </a:lnTo>
                  <a:lnTo>
                    <a:pt x="9268" y="13207"/>
                  </a:lnTo>
                  <a:lnTo>
                    <a:pt x="9036" y="13245"/>
                  </a:lnTo>
                  <a:lnTo>
                    <a:pt x="8804" y="13284"/>
                  </a:lnTo>
                  <a:lnTo>
                    <a:pt x="8302" y="13284"/>
                  </a:lnTo>
                  <a:lnTo>
                    <a:pt x="8341" y="13207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666"/>
                  </a:lnTo>
                  <a:lnTo>
                    <a:pt x="8650" y="12627"/>
                  </a:lnTo>
                  <a:close/>
                  <a:moveTo>
                    <a:pt x="22899" y="0"/>
                  </a:moveTo>
                  <a:lnTo>
                    <a:pt x="22822" y="77"/>
                  </a:lnTo>
                  <a:lnTo>
                    <a:pt x="22783" y="116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386"/>
                  </a:lnTo>
                  <a:lnTo>
                    <a:pt x="22860" y="425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629" y="1506"/>
                  </a:lnTo>
                  <a:lnTo>
                    <a:pt x="22629" y="1699"/>
                  </a:lnTo>
                  <a:lnTo>
                    <a:pt x="22629" y="1854"/>
                  </a:lnTo>
                  <a:lnTo>
                    <a:pt x="22706" y="2047"/>
                  </a:lnTo>
                  <a:lnTo>
                    <a:pt x="22860" y="2240"/>
                  </a:lnTo>
                  <a:lnTo>
                    <a:pt x="23053" y="2394"/>
                  </a:lnTo>
                  <a:lnTo>
                    <a:pt x="23285" y="2472"/>
                  </a:lnTo>
                  <a:lnTo>
                    <a:pt x="23517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44"/>
                  </a:lnTo>
                  <a:lnTo>
                    <a:pt x="23439" y="3476"/>
                  </a:lnTo>
                  <a:lnTo>
                    <a:pt x="23594" y="3707"/>
                  </a:lnTo>
                  <a:lnTo>
                    <a:pt x="23748" y="3862"/>
                  </a:lnTo>
                  <a:lnTo>
                    <a:pt x="23980" y="3978"/>
                  </a:lnTo>
                  <a:lnTo>
                    <a:pt x="23748" y="4209"/>
                  </a:lnTo>
                  <a:lnTo>
                    <a:pt x="23555" y="4441"/>
                  </a:lnTo>
                  <a:lnTo>
                    <a:pt x="23478" y="4750"/>
                  </a:lnTo>
                  <a:lnTo>
                    <a:pt x="23439" y="4866"/>
                  </a:lnTo>
                  <a:lnTo>
                    <a:pt x="23439" y="5020"/>
                  </a:lnTo>
                  <a:lnTo>
                    <a:pt x="23517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69" y="5561"/>
                  </a:lnTo>
                  <a:lnTo>
                    <a:pt x="22976" y="5677"/>
                  </a:lnTo>
                  <a:lnTo>
                    <a:pt x="22822" y="5870"/>
                  </a:lnTo>
                  <a:lnTo>
                    <a:pt x="22706" y="6101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2165" y="6179"/>
                  </a:lnTo>
                  <a:lnTo>
                    <a:pt x="21972" y="6217"/>
                  </a:lnTo>
                  <a:lnTo>
                    <a:pt x="21740" y="6256"/>
                  </a:lnTo>
                  <a:lnTo>
                    <a:pt x="21547" y="6372"/>
                  </a:lnTo>
                  <a:lnTo>
                    <a:pt x="21354" y="6565"/>
                  </a:lnTo>
                  <a:lnTo>
                    <a:pt x="21200" y="6758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5986"/>
                  </a:lnTo>
                  <a:lnTo>
                    <a:pt x="20736" y="5870"/>
                  </a:lnTo>
                  <a:lnTo>
                    <a:pt x="20582" y="5792"/>
                  </a:lnTo>
                  <a:lnTo>
                    <a:pt x="20428" y="5754"/>
                  </a:lnTo>
                  <a:lnTo>
                    <a:pt x="20080" y="5754"/>
                  </a:lnTo>
                  <a:lnTo>
                    <a:pt x="19887" y="5831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4"/>
                  </a:lnTo>
                  <a:lnTo>
                    <a:pt x="19462" y="5290"/>
                  </a:lnTo>
                  <a:lnTo>
                    <a:pt x="19385" y="5213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52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58" y="5097"/>
                  </a:lnTo>
                  <a:lnTo>
                    <a:pt x="18381" y="4982"/>
                  </a:lnTo>
                  <a:lnTo>
                    <a:pt x="18304" y="4827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6" y="4557"/>
                  </a:lnTo>
                  <a:lnTo>
                    <a:pt x="17802" y="4518"/>
                  </a:lnTo>
                  <a:lnTo>
                    <a:pt x="17531" y="4518"/>
                  </a:lnTo>
                  <a:lnTo>
                    <a:pt x="17377" y="4557"/>
                  </a:lnTo>
                  <a:lnTo>
                    <a:pt x="17261" y="4634"/>
                  </a:lnTo>
                  <a:lnTo>
                    <a:pt x="17145" y="4711"/>
                  </a:lnTo>
                  <a:lnTo>
                    <a:pt x="17029" y="4827"/>
                  </a:lnTo>
                  <a:lnTo>
                    <a:pt x="16875" y="5059"/>
                  </a:lnTo>
                  <a:lnTo>
                    <a:pt x="16759" y="4904"/>
                  </a:lnTo>
                  <a:lnTo>
                    <a:pt x="16605" y="4788"/>
                  </a:lnTo>
                  <a:lnTo>
                    <a:pt x="16450" y="4673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27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290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29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43"/>
                  </a:lnTo>
                  <a:lnTo>
                    <a:pt x="14288" y="5020"/>
                  </a:lnTo>
                  <a:lnTo>
                    <a:pt x="14172" y="5059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22"/>
                  </a:lnTo>
                  <a:lnTo>
                    <a:pt x="13786" y="5831"/>
                  </a:lnTo>
                  <a:lnTo>
                    <a:pt x="13593" y="5715"/>
                  </a:lnTo>
                  <a:lnTo>
                    <a:pt x="13361" y="5677"/>
                  </a:lnTo>
                  <a:lnTo>
                    <a:pt x="13168" y="5677"/>
                  </a:lnTo>
                  <a:lnTo>
                    <a:pt x="12936" y="5715"/>
                  </a:lnTo>
                  <a:lnTo>
                    <a:pt x="12743" y="5831"/>
                  </a:lnTo>
                  <a:lnTo>
                    <a:pt x="12627" y="5908"/>
                  </a:lnTo>
                  <a:lnTo>
                    <a:pt x="12511" y="6063"/>
                  </a:lnTo>
                  <a:lnTo>
                    <a:pt x="12434" y="6179"/>
                  </a:lnTo>
                  <a:lnTo>
                    <a:pt x="12357" y="6333"/>
                  </a:lnTo>
                  <a:lnTo>
                    <a:pt x="12357" y="6488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6990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376"/>
                  </a:lnTo>
                  <a:lnTo>
                    <a:pt x="11430" y="7530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314" y="7994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18"/>
                  </a:lnTo>
                  <a:lnTo>
                    <a:pt x="11507" y="8573"/>
                  </a:lnTo>
                  <a:lnTo>
                    <a:pt x="11237" y="8650"/>
                  </a:lnTo>
                  <a:lnTo>
                    <a:pt x="10967" y="8766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619" y="9770"/>
                  </a:lnTo>
                  <a:lnTo>
                    <a:pt x="10697" y="10001"/>
                  </a:lnTo>
                  <a:lnTo>
                    <a:pt x="10851" y="10233"/>
                  </a:lnTo>
                  <a:lnTo>
                    <a:pt x="10619" y="10272"/>
                  </a:lnTo>
                  <a:lnTo>
                    <a:pt x="10426" y="10388"/>
                  </a:lnTo>
                  <a:lnTo>
                    <a:pt x="10272" y="10581"/>
                  </a:lnTo>
                  <a:lnTo>
                    <a:pt x="10117" y="10774"/>
                  </a:lnTo>
                  <a:lnTo>
                    <a:pt x="10079" y="10967"/>
                  </a:lnTo>
                  <a:lnTo>
                    <a:pt x="10040" y="11199"/>
                  </a:lnTo>
                  <a:lnTo>
                    <a:pt x="10079" y="11469"/>
                  </a:lnTo>
                  <a:lnTo>
                    <a:pt x="10195" y="11662"/>
                  </a:lnTo>
                  <a:lnTo>
                    <a:pt x="9924" y="11739"/>
                  </a:lnTo>
                  <a:lnTo>
                    <a:pt x="9693" y="11816"/>
                  </a:lnTo>
                  <a:lnTo>
                    <a:pt x="9500" y="11971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57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18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164"/>
                  </a:lnTo>
                  <a:lnTo>
                    <a:pt x="6990" y="12241"/>
                  </a:lnTo>
                  <a:lnTo>
                    <a:pt x="6796" y="12396"/>
                  </a:lnTo>
                  <a:lnTo>
                    <a:pt x="6796" y="12048"/>
                  </a:lnTo>
                  <a:lnTo>
                    <a:pt x="6758" y="11855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392"/>
                  </a:lnTo>
                  <a:lnTo>
                    <a:pt x="6410" y="11276"/>
                  </a:lnTo>
                  <a:lnTo>
                    <a:pt x="6256" y="11199"/>
                  </a:lnTo>
                  <a:lnTo>
                    <a:pt x="6063" y="11160"/>
                  </a:lnTo>
                  <a:lnTo>
                    <a:pt x="5870" y="11121"/>
                  </a:lnTo>
                  <a:lnTo>
                    <a:pt x="5715" y="11160"/>
                  </a:lnTo>
                  <a:lnTo>
                    <a:pt x="5522" y="11199"/>
                  </a:lnTo>
                  <a:lnTo>
                    <a:pt x="5522" y="10928"/>
                  </a:lnTo>
                  <a:lnTo>
                    <a:pt x="5445" y="10697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49"/>
                  </a:lnTo>
                  <a:lnTo>
                    <a:pt x="4943" y="10310"/>
                  </a:lnTo>
                  <a:lnTo>
                    <a:pt x="4673" y="10310"/>
                  </a:lnTo>
                  <a:lnTo>
                    <a:pt x="4557" y="10349"/>
                  </a:lnTo>
                  <a:lnTo>
                    <a:pt x="4518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09" y="9577"/>
                  </a:lnTo>
                  <a:lnTo>
                    <a:pt x="4093" y="9461"/>
                  </a:lnTo>
                  <a:lnTo>
                    <a:pt x="3900" y="9422"/>
                  </a:lnTo>
                  <a:lnTo>
                    <a:pt x="3746" y="9384"/>
                  </a:lnTo>
                  <a:lnTo>
                    <a:pt x="3591" y="9422"/>
                  </a:lnTo>
                  <a:lnTo>
                    <a:pt x="3437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31"/>
                  </a:lnTo>
                  <a:lnTo>
                    <a:pt x="2974" y="9615"/>
                  </a:lnTo>
                  <a:lnTo>
                    <a:pt x="2896" y="9422"/>
                  </a:lnTo>
                  <a:lnTo>
                    <a:pt x="2781" y="9268"/>
                  </a:lnTo>
                  <a:lnTo>
                    <a:pt x="2626" y="9113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8997"/>
                  </a:lnTo>
                  <a:lnTo>
                    <a:pt x="1854" y="9075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499"/>
                  </a:lnTo>
                  <a:lnTo>
                    <a:pt x="1390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272"/>
                  </a:lnTo>
                  <a:lnTo>
                    <a:pt x="386" y="10426"/>
                  </a:lnTo>
                  <a:lnTo>
                    <a:pt x="271" y="10542"/>
                  </a:lnTo>
                  <a:lnTo>
                    <a:pt x="116" y="10851"/>
                  </a:lnTo>
                  <a:lnTo>
                    <a:pt x="39" y="11199"/>
                  </a:lnTo>
                  <a:lnTo>
                    <a:pt x="0" y="11546"/>
                  </a:lnTo>
                  <a:lnTo>
                    <a:pt x="77" y="11894"/>
                  </a:lnTo>
                  <a:lnTo>
                    <a:pt x="193" y="12241"/>
                  </a:lnTo>
                  <a:lnTo>
                    <a:pt x="386" y="12511"/>
                  </a:lnTo>
                  <a:lnTo>
                    <a:pt x="618" y="12782"/>
                  </a:lnTo>
                  <a:lnTo>
                    <a:pt x="811" y="12898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124" y="13091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11"/>
                  </a:lnTo>
                  <a:lnTo>
                    <a:pt x="3360" y="12203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39"/>
                  </a:lnTo>
                  <a:lnTo>
                    <a:pt x="3283" y="11739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50"/>
                  </a:lnTo>
                  <a:lnTo>
                    <a:pt x="2047" y="12666"/>
                  </a:lnTo>
                  <a:lnTo>
                    <a:pt x="1429" y="12666"/>
                  </a:lnTo>
                  <a:lnTo>
                    <a:pt x="1159" y="12550"/>
                  </a:lnTo>
                  <a:lnTo>
                    <a:pt x="966" y="12434"/>
                  </a:lnTo>
                  <a:lnTo>
                    <a:pt x="811" y="12318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55"/>
                  </a:lnTo>
                  <a:lnTo>
                    <a:pt x="502" y="11701"/>
                  </a:lnTo>
                  <a:lnTo>
                    <a:pt x="502" y="11546"/>
                  </a:lnTo>
                  <a:lnTo>
                    <a:pt x="502" y="11353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927" y="10619"/>
                  </a:lnTo>
                  <a:lnTo>
                    <a:pt x="1043" y="10503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317" y="10349"/>
                  </a:lnTo>
                  <a:lnTo>
                    <a:pt x="2587" y="10426"/>
                  </a:lnTo>
                  <a:lnTo>
                    <a:pt x="2858" y="10503"/>
                  </a:lnTo>
                  <a:lnTo>
                    <a:pt x="3128" y="10619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908" y="12666"/>
                  </a:lnTo>
                  <a:lnTo>
                    <a:pt x="6294" y="12936"/>
                  </a:lnTo>
                  <a:lnTo>
                    <a:pt x="6681" y="13207"/>
                  </a:lnTo>
                  <a:lnTo>
                    <a:pt x="7105" y="13400"/>
                  </a:lnTo>
                  <a:lnTo>
                    <a:pt x="7530" y="13593"/>
                  </a:lnTo>
                  <a:lnTo>
                    <a:pt x="7994" y="13708"/>
                  </a:lnTo>
                  <a:lnTo>
                    <a:pt x="8457" y="13786"/>
                  </a:lnTo>
                  <a:lnTo>
                    <a:pt x="8920" y="13747"/>
                  </a:lnTo>
                  <a:lnTo>
                    <a:pt x="9345" y="13670"/>
                  </a:lnTo>
                  <a:lnTo>
                    <a:pt x="9731" y="13515"/>
                  </a:lnTo>
                  <a:lnTo>
                    <a:pt x="10079" y="13322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34"/>
                  </a:lnTo>
                  <a:lnTo>
                    <a:pt x="11121" y="12087"/>
                  </a:lnTo>
                  <a:lnTo>
                    <a:pt x="11314" y="11739"/>
                  </a:lnTo>
                  <a:lnTo>
                    <a:pt x="11507" y="11199"/>
                  </a:lnTo>
                  <a:lnTo>
                    <a:pt x="11662" y="10658"/>
                  </a:lnTo>
                  <a:lnTo>
                    <a:pt x="11971" y="9615"/>
                  </a:lnTo>
                  <a:lnTo>
                    <a:pt x="12164" y="9075"/>
                  </a:lnTo>
                  <a:lnTo>
                    <a:pt x="12357" y="8573"/>
                  </a:lnTo>
                  <a:lnTo>
                    <a:pt x="12627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51"/>
                  </a:lnTo>
                  <a:lnTo>
                    <a:pt x="14017" y="6681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6"/>
                  </a:lnTo>
                  <a:lnTo>
                    <a:pt x="16296" y="5908"/>
                  </a:lnTo>
                  <a:lnTo>
                    <a:pt x="16914" y="5908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2"/>
                  </a:lnTo>
                  <a:lnTo>
                    <a:pt x="21316" y="7607"/>
                  </a:lnTo>
                  <a:lnTo>
                    <a:pt x="21740" y="7685"/>
                  </a:lnTo>
                  <a:lnTo>
                    <a:pt x="22165" y="7723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492"/>
                  </a:lnTo>
                  <a:lnTo>
                    <a:pt x="23748" y="7260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870"/>
                  </a:lnTo>
                  <a:lnTo>
                    <a:pt x="24907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171"/>
                  </a:lnTo>
                  <a:lnTo>
                    <a:pt x="24984" y="3707"/>
                  </a:lnTo>
                  <a:lnTo>
                    <a:pt x="24907" y="3283"/>
                  </a:lnTo>
                  <a:lnTo>
                    <a:pt x="24791" y="2819"/>
                  </a:lnTo>
                  <a:lnTo>
                    <a:pt x="24637" y="2394"/>
                  </a:lnTo>
                  <a:lnTo>
                    <a:pt x="24482" y="1970"/>
                  </a:lnTo>
                  <a:lnTo>
                    <a:pt x="24250" y="1545"/>
                  </a:lnTo>
                  <a:lnTo>
                    <a:pt x="24057" y="1159"/>
                  </a:lnTo>
                  <a:lnTo>
                    <a:pt x="23826" y="811"/>
                  </a:lnTo>
                  <a:lnTo>
                    <a:pt x="23941" y="348"/>
                  </a:lnTo>
                  <a:lnTo>
                    <a:pt x="23594" y="193"/>
                  </a:lnTo>
                  <a:lnTo>
                    <a:pt x="23208" y="77"/>
                  </a:lnTo>
                  <a:lnTo>
                    <a:pt x="23169" y="39"/>
                  </a:lnTo>
                  <a:lnTo>
                    <a:pt x="2309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7"/>
            <p:cNvSpPr/>
            <p:nvPr/>
          </p:nvSpPr>
          <p:spPr>
            <a:xfrm>
              <a:off x="3792600" y="9600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1"/>
                  </a:lnTo>
                  <a:lnTo>
                    <a:pt x="23479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3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4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7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1"/>
                  </a:lnTo>
                  <a:lnTo>
                    <a:pt x="23865" y="3514"/>
                  </a:lnTo>
                  <a:lnTo>
                    <a:pt x="23788" y="3398"/>
                  </a:lnTo>
                  <a:lnTo>
                    <a:pt x="23749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7"/>
                  </a:lnTo>
                  <a:lnTo>
                    <a:pt x="24097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0"/>
                  </a:lnTo>
                  <a:lnTo>
                    <a:pt x="16567" y="5406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3"/>
                  </a:lnTo>
                  <a:lnTo>
                    <a:pt x="15679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7"/>
                  </a:lnTo>
                  <a:lnTo>
                    <a:pt x="15949" y="5020"/>
                  </a:lnTo>
                  <a:lnTo>
                    <a:pt x="16065" y="4981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7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4" y="5290"/>
                  </a:lnTo>
                  <a:lnTo>
                    <a:pt x="23826" y="5097"/>
                  </a:lnTo>
                  <a:lnTo>
                    <a:pt x="23788" y="4981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0"/>
                  </a:lnTo>
                  <a:lnTo>
                    <a:pt x="17107" y="5175"/>
                  </a:lnTo>
                  <a:lnTo>
                    <a:pt x="17185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1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599"/>
                  </a:lnTo>
                  <a:lnTo>
                    <a:pt x="14250" y="5445"/>
                  </a:lnTo>
                  <a:lnTo>
                    <a:pt x="14366" y="5368"/>
                  </a:lnTo>
                  <a:lnTo>
                    <a:pt x="14443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3" y="5561"/>
                  </a:lnTo>
                  <a:lnTo>
                    <a:pt x="19308" y="5677"/>
                  </a:lnTo>
                  <a:lnTo>
                    <a:pt x="19386" y="5831"/>
                  </a:lnTo>
                  <a:lnTo>
                    <a:pt x="19386" y="5985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1" y="5677"/>
                  </a:lnTo>
                  <a:lnTo>
                    <a:pt x="18845" y="5522"/>
                  </a:lnTo>
                  <a:lnTo>
                    <a:pt x="18999" y="5483"/>
                  </a:lnTo>
                  <a:close/>
                  <a:moveTo>
                    <a:pt x="20197" y="6063"/>
                  </a:moveTo>
                  <a:lnTo>
                    <a:pt x="20351" y="6101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9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2" y="6951"/>
                  </a:lnTo>
                  <a:lnTo>
                    <a:pt x="20467" y="6758"/>
                  </a:lnTo>
                  <a:lnTo>
                    <a:pt x="20081" y="6565"/>
                  </a:lnTo>
                  <a:lnTo>
                    <a:pt x="19810" y="6410"/>
                  </a:lnTo>
                  <a:lnTo>
                    <a:pt x="19849" y="6294"/>
                  </a:lnTo>
                  <a:lnTo>
                    <a:pt x="19888" y="6179"/>
                  </a:lnTo>
                  <a:lnTo>
                    <a:pt x="20003" y="6140"/>
                  </a:lnTo>
                  <a:lnTo>
                    <a:pt x="20081" y="6101"/>
                  </a:lnTo>
                  <a:lnTo>
                    <a:pt x="20197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2" y="5985"/>
                  </a:lnTo>
                  <a:lnTo>
                    <a:pt x="24019" y="6024"/>
                  </a:lnTo>
                  <a:lnTo>
                    <a:pt x="24097" y="6024"/>
                  </a:lnTo>
                  <a:lnTo>
                    <a:pt x="23942" y="6294"/>
                  </a:lnTo>
                  <a:lnTo>
                    <a:pt x="23749" y="6565"/>
                  </a:lnTo>
                  <a:lnTo>
                    <a:pt x="23517" y="6796"/>
                  </a:lnTo>
                  <a:lnTo>
                    <a:pt x="23247" y="6989"/>
                  </a:lnTo>
                  <a:lnTo>
                    <a:pt x="23208" y="6951"/>
                  </a:lnTo>
                  <a:lnTo>
                    <a:pt x="23093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4" y="6179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1"/>
                  </a:moveTo>
                  <a:lnTo>
                    <a:pt x="13478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9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7" y="6951"/>
                  </a:lnTo>
                  <a:lnTo>
                    <a:pt x="12628" y="6796"/>
                  </a:lnTo>
                  <a:lnTo>
                    <a:pt x="12628" y="6681"/>
                  </a:lnTo>
                  <a:lnTo>
                    <a:pt x="12667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1"/>
                  </a:lnTo>
                  <a:close/>
                  <a:moveTo>
                    <a:pt x="22166" y="6565"/>
                  </a:moveTo>
                  <a:lnTo>
                    <a:pt x="22282" y="6603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5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4" y="7105"/>
                  </a:lnTo>
                  <a:lnTo>
                    <a:pt x="21471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50" y="6565"/>
                  </a:lnTo>
                  <a:close/>
                  <a:moveTo>
                    <a:pt x="12280" y="7414"/>
                  </a:moveTo>
                  <a:lnTo>
                    <a:pt x="12474" y="7453"/>
                  </a:lnTo>
                  <a:lnTo>
                    <a:pt x="12126" y="7993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3" y="8109"/>
                  </a:lnTo>
                  <a:lnTo>
                    <a:pt x="11663" y="7955"/>
                  </a:lnTo>
                  <a:lnTo>
                    <a:pt x="11663" y="7839"/>
                  </a:lnTo>
                  <a:lnTo>
                    <a:pt x="11740" y="7723"/>
                  </a:lnTo>
                  <a:lnTo>
                    <a:pt x="11817" y="7607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5" y="7414"/>
                  </a:lnTo>
                  <a:close/>
                  <a:moveTo>
                    <a:pt x="2241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50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1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9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3" y="8997"/>
                  </a:moveTo>
                  <a:lnTo>
                    <a:pt x="11470" y="9499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8" y="9847"/>
                  </a:lnTo>
                  <a:lnTo>
                    <a:pt x="10929" y="9692"/>
                  </a:lnTo>
                  <a:lnTo>
                    <a:pt x="10929" y="9577"/>
                  </a:lnTo>
                  <a:lnTo>
                    <a:pt x="10968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70" y="8997"/>
                  </a:lnTo>
                  <a:close/>
                  <a:moveTo>
                    <a:pt x="3785" y="9770"/>
                  </a:moveTo>
                  <a:lnTo>
                    <a:pt x="3901" y="9808"/>
                  </a:lnTo>
                  <a:lnTo>
                    <a:pt x="4017" y="9886"/>
                  </a:lnTo>
                  <a:lnTo>
                    <a:pt x="4094" y="10001"/>
                  </a:lnTo>
                  <a:lnTo>
                    <a:pt x="4133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5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4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2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1" y="10619"/>
                  </a:moveTo>
                  <a:lnTo>
                    <a:pt x="10968" y="11198"/>
                  </a:lnTo>
                  <a:lnTo>
                    <a:pt x="10736" y="11739"/>
                  </a:lnTo>
                  <a:lnTo>
                    <a:pt x="10659" y="11700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6" y="10967"/>
                  </a:lnTo>
                  <a:lnTo>
                    <a:pt x="10581" y="10812"/>
                  </a:lnTo>
                  <a:lnTo>
                    <a:pt x="10736" y="10696"/>
                  </a:lnTo>
                  <a:lnTo>
                    <a:pt x="10929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7" y="11662"/>
                  </a:lnTo>
                  <a:lnTo>
                    <a:pt x="6334" y="11778"/>
                  </a:lnTo>
                  <a:lnTo>
                    <a:pt x="6372" y="12009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0"/>
                  </a:lnTo>
                  <a:lnTo>
                    <a:pt x="5446" y="11623"/>
                  </a:lnTo>
                  <a:lnTo>
                    <a:pt x="5561" y="11546"/>
                  </a:lnTo>
                  <a:lnTo>
                    <a:pt x="5639" y="11507"/>
                  </a:lnTo>
                  <a:lnTo>
                    <a:pt x="5755" y="11469"/>
                  </a:lnTo>
                  <a:close/>
                  <a:moveTo>
                    <a:pt x="10543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1" y="12936"/>
                  </a:lnTo>
                  <a:lnTo>
                    <a:pt x="9771" y="12859"/>
                  </a:lnTo>
                  <a:lnTo>
                    <a:pt x="9655" y="12666"/>
                  </a:lnTo>
                  <a:lnTo>
                    <a:pt x="9655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4" y="12164"/>
                  </a:lnTo>
                  <a:lnTo>
                    <a:pt x="10157" y="12087"/>
                  </a:lnTo>
                  <a:lnTo>
                    <a:pt x="10543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40" y="13206"/>
                  </a:lnTo>
                  <a:lnTo>
                    <a:pt x="7338" y="13013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4" y="12627"/>
                  </a:moveTo>
                  <a:lnTo>
                    <a:pt x="8960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9" y="13206"/>
                  </a:lnTo>
                  <a:lnTo>
                    <a:pt x="9037" y="13284"/>
                  </a:lnTo>
                  <a:lnTo>
                    <a:pt x="8805" y="13322"/>
                  </a:lnTo>
                  <a:lnTo>
                    <a:pt x="8573" y="13322"/>
                  </a:lnTo>
                  <a:lnTo>
                    <a:pt x="8303" y="13284"/>
                  </a:lnTo>
                  <a:lnTo>
                    <a:pt x="8303" y="13206"/>
                  </a:lnTo>
                  <a:lnTo>
                    <a:pt x="8342" y="13013"/>
                  </a:lnTo>
                  <a:lnTo>
                    <a:pt x="8419" y="12820"/>
                  </a:lnTo>
                  <a:lnTo>
                    <a:pt x="8573" y="12704"/>
                  </a:lnTo>
                  <a:lnTo>
                    <a:pt x="8651" y="12666"/>
                  </a:lnTo>
                  <a:lnTo>
                    <a:pt x="8767" y="12627"/>
                  </a:lnTo>
                  <a:close/>
                  <a:moveTo>
                    <a:pt x="22977" y="0"/>
                  </a:moveTo>
                  <a:lnTo>
                    <a:pt x="22900" y="39"/>
                  </a:lnTo>
                  <a:lnTo>
                    <a:pt x="22822" y="77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900" y="772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1" y="1506"/>
                  </a:lnTo>
                  <a:lnTo>
                    <a:pt x="22591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1" y="2278"/>
                  </a:lnTo>
                  <a:lnTo>
                    <a:pt x="23054" y="2394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2" y="2703"/>
                  </a:lnTo>
                  <a:lnTo>
                    <a:pt x="23363" y="2896"/>
                  </a:lnTo>
                  <a:lnTo>
                    <a:pt x="23324" y="3089"/>
                  </a:lnTo>
                  <a:lnTo>
                    <a:pt x="23363" y="3282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0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79"/>
                  </a:lnTo>
                  <a:lnTo>
                    <a:pt x="23479" y="4750"/>
                  </a:lnTo>
                  <a:lnTo>
                    <a:pt x="23440" y="4904"/>
                  </a:lnTo>
                  <a:lnTo>
                    <a:pt x="23440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2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5" y="6294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4"/>
                  </a:lnTo>
                  <a:lnTo>
                    <a:pt x="21509" y="6410"/>
                  </a:lnTo>
                  <a:lnTo>
                    <a:pt x="21355" y="6565"/>
                  </a:lnTo>
                  <a:lnTo>
                    <a:pt x="21201" y="6796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8"/>
                  </a:lnTo>
                  <a:lnTo>
                    <a:pt x="20583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1" y="5792"/>
                  </a:lnTo>
                  <a:lnTo>
                    <a:pt x="19888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3"/>
                  </a:lnTo>
                  <a:lnTo>
                    <a:pt x="19463" y="5329"/>
                  </a:lnTo>
                  <a:lnTo>
                    <a:pt x="19386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0"/>
                  </a:lnTo>
                  <a:lnTo>
                    <a:pt x="18497" y="5406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2" y="4981"/>
                  </a:lnTo>
                  <a:lnTo>
                    <a:pt x="18304" y="4866"/>
                  </a:lnTo>
                  <a:lnTo>
                    <a:pt x="18189" y="4750"/>
                  </a:lnTo>
                  <a:lnTo>
                    <a:pt x="18073" y="4673"/>
                  </a:lnTo>
                  <a:lnTo>
                    <a:pt x="17957" y="4595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8" y="4595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6" y="5097"/>
                  </a:lnTo>
                  <a:lnTo>
                    <a:pt x="16760" y="4943"/>
                  </a:lnTo>
                  <a:lnTo>
                    <a:pt x="16605" y="4788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1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7" y="5175"/>
                  </a:lnTo>
                  <a:lnTo>
                    <a:pt x="15022" y="5059"/>
                  </a:lnTo>
                  <a:lnTo>
                    <a:pt x="14829" y="4981"/>
                  </a:lnTo>
                  <a:lnTo>
                    <a:pt x="14636" y="4943"/>
                  </a:lnTo>
                  <a:lnTo>
                    <a:pt x="14443" y="4981"/>
                  </a:lnTo>
                  <a:lnTo>
                    <a:pt x="14288" y="5020"/>
                  </a:lnTo>
                  <a:lnTo>
                    <a:pt x="14134" y="5097"/>
                  </a:lnTo>
                  <a:lnTo>
                    <a:pt x="14057" y="5175"/>
                  </a:lnTo>
                  <a:lnTo>
                    <a:pt x="13941" y="5290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2" y="5715"/>
                  </a:lnTo>
                  <a:lnTo>
                    <a:pt x="13169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89"/>
                  </a:lnTo>
                  <a:lnTo>
                    <a:pt x="12165" y="7028"/>
                  </a:lnTo>
                  <a:lnTo>
                    <a:pt x="11894" y="7105"/>
                  </a:lnTo>
                  <a:lnTo>
                    <a:pt x="11663" y="7221"/>
                  </a:lnTo>
                  <a:lnTo>
                    <a:pt x="11508" y="7414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3"/>
                  </a:lnTo>
                  <a:lnTo>
                    <a:pt x="11315" y="8148"/>
                  </a:lnTo>
                  <a:lnTo>
                    <a:pt x="11354" y="8302"/>
                  </a:lnTo>
                  <a:lnTo>
                    <a:pt x="11392" y="8457"/>
                  </a:lnTo>
                  <a:lnTo>
                    <a:pt x="11470" y="8611"/>
                  </a:lnTo>
                  <a:lnTo>
                    <a:pt x="11199" y="8650"/>
                  </a:lnTo>
                  <a:lnTo>
                    <a:pt x="10968" y="8804"/>
                  </a:lnTo>
                  <a:lnTo>
                    <a:pt x="10774" y="8997"/>
                  </a:lnTo>
                  <a:lnTo>
                    <a:pt x="10659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0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5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3" y="12087"/>
                  </a:lnTo>
                  <a:lnTo>
                    <a:pt x="9384" y="12202"/>
                  </a:lnTo>
                  <a:lnTo>
                    <a:pt x="9346" y="12318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8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5" y="12550"/>
                  </a:lnTo>
                  <a:lnTo>
                    <a:pt x="8187" y="12704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2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9" y="11894"/>
                  </a:lnTo>
                  <a:lnTo>
                    <a:pt x="6681" y="11700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4"/>
                  </a:lnTo>
                  <a:lnTo>
                    <a:pt x="6218" y="11198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6" y="10735"/>
                  </a:lnTo>
                  <a:lnTo>
                    <a:pt x="5330" y="10503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4" y="10310"/>
                  </a:lnTo>
                  <a:lnTo>
                    <a:pt x="4828" y="10310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6" y="9499"/>
                  </a:lnTo>
                  <a:lnTo>
                    <a:pt x="3901" y="9461"/>
                  </a:lnTo>
                  <a:lnTo>
                    <a:pt x="3747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5"/>
                  </a:lnTo>
                  <a:lnTo>
                    <a:pt x="3013" y="9770"/>
                  </a:lnTo>
                  <a:lnTo>
                    <a:pt x="2974" y="9615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4" y="9036"/>
                  </a:lnTo>
                  <a:lnTo>
                    <a:pt x="2241" y="8997"/>
                  </a:lnTo>
                  <a:lnTo>
                    <a:pt x="2048" y="9036"/>
                  </a:lnTo>
                  <a:lnTo>
                    <a:pt x="1854" y="9113"/>
                  </a:lnTo>
                  <a:lnTo>
                    <a:pt x="1700" y="9190"/>
                  </a:lnTo>
                  <a:lnTo>
                    <a:pt x="1546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0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0"/>
                  </a:lnTo>
                  <a:lnTo>
                    <a:pt x="812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9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09"/>
                  </a:lnTo>
                  <a:lnTo>
                    <a:pt x="3554" y="11932"/>
                  </a:lnTo>
                  <a:lnTo>
                    <a:pt x="3515" y="11816"/>
                  </a:lnTo>
                  <a:lnTo>
                    <a:pt x="3438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5" y="11816"/>
                  </a:lnTo>
                  <a:lnTo>
                    <a:pt x="3052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8" y="12666"/>
                  </a:lnTo>
                  <a:lnTo>
                    <a:pt x="1739" y="12704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2"/>
                  </a:lnTo>
                  <a:lnTo>
                    <a:pt x="619" y="12048"/>
                  </a:lnTo>
                  <a:lnTo>
                    <a:pt x="542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2" y="11198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19"/>
                  </a:lnTo>
                  <a:lnTo>
                    <a:pt x="1044" y="10542"/>
                  </a:lnTo>
                  <a:lnTo>
                    <a:pt x="1237" y="10465"/>
                  </a:lnTo>
                  <a:lnTo>
                    <a:pt x="1430" y="10388"/>
                  </a:lnTo>
                  <a:lnTo>
                    <a:pt x="1739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4"/>
                  </a:lnTo>
                  <a:lnTo>
                    <a:pt x="6257" y="12975"/>
                  </a:lnTo>
                  <a:lnTo>
                    <a:pt x="6681" y="13206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8" y="13786"/>
                  </a:lnTo>
                  <a:lnTo>
                    <a:pt x="8921" y="13786"/>
                  </a:lnTo>
                  <a:lnTo>
                    <a:pt x="9346" y="13708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9" y="12782"/>
                  </a:lnTo>
                  <a:lnTo>
                    <a:pt x="10929" y="12473"/>
                  </a:lnTo>
                  <a:lnTo>
                    <a:pt x="11122" y="12125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3" y="10696"/>
                  </a:lnTo>
                  <a:lnTo>
                    <a:pt x="11972" y="9615"/>
                  </a:lnTo>
                  <a:lnTo>
                    <a:pt x="12126" y="9113"/>
                  </a:lnTo>
                  <a:lnTo>
                    <a:pt x="12358" y="8611"/>
                  </a:lnTo>
                  <a:lnTo>
                    <a:pt x="12589" y="8109"/>
                  </a:lnTo>
                  <a:lnTo>
                    <a:pt x="12937" y="7646"/>
                  </a:lnTo>
                  <a:lnTo>
                    <a:pt x="13284" y="7298"/>
                  </a:lnTo>
                  <a:lnTo>
                    <a:pt x="13632" y="6989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70" y="6101"/>
                  </a:lnTo>
                  <a:lnTo>
                    <a:pt x="15833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5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1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8"/>
                  </a:lnTo>
                  <a:lnTo>
                    <a:pt x="24058" y="6989"/>
                  </a:lnTo>
                  <a:lnTo>
                    <a:pt x="24367" y="6642"/>
                  </a:lnTo>
                  <a:lnTo>
                    <a:pt x="24599" y="6294"/>
                  </a:lnTo>
                  <a:lnTo>
                    <a:pt x="24753" y="5908"/>
                  </a:lnTo>
                  <a:lnTo>
                    <a:pt x="24869" y="5483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2"/>
                  </a:lnTo>
                  <a:lnTo>
                    <a:pt x="24792" y="2858"/>
                  </a:lnTo>
                  <a:lnTo>
                    <a:pt x="24637" y="2394"/>
                  </a:lnTo>
                  <a:lnTo>
                    <a:pt x="24444" y="1970"/>
                  </a:lnTo>
                  <a:lnTo>
                    <a:pt x="24251" y="1583"/>
                  </a:lnTo>
                  <a:lnTo>
                    <a:pt x="24058" y="1197"/>
                  </a:lnTo>
                  <a:lnTo>
                    <a:pt x="23788" y="811"/>
                  </a:lnTo>
                  <a:lnTo>
                    <a:pt x="23942" y="386"/>
                  </a:lnTo>
                  <a:lnTo>
                    <a:pt x="23595" y="232"/>
                  </a:lnTo>
                  <a:lnTo>
                    <a:pt x="23208" y="116"/>
                  </a:lnTo>
                  <a:lnTo>
                    <a:pt x="23170" y="77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7"/>
            <p:cNvSpPr/>
            <p:nvPr/>
          </p:nvSpPr>
          <p:spPr>
            <a:xfrm>
              <a:off x="1687125" y="961000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1"/>
                  </a:moveTo>
                  <a:lnTo>
                    <a:pt x="3438" y="464"/>
                  </a:lnTo>
                  <a:lnTo>
                    <a:pt x="3785" y="657"/>
                  </a:lnTo>
                  <a:lnTo>
                    <a:pt x="4094" y="889"/>
                  </a:lnTo>
                  <a:lnTo>
                    <a:pt x="4364" y="1159"/>
                  </a:lnTo>
                  <a:lnTo>
                    <a:pt x="4635" y="1468"/>
                  </a:lnTo>
                  <a:lnTo>
                    <a:pt x="4866" y="1777"/>
                  </a:lnTo>
                  <a:lnTo>
                    <a:pt x="5059" y="2086"/>
                  </a:lnTo>
                  <a:lnTo>
                    <a:pt x="5253" y="2472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61" y="3592"/>
                  </a:lnTo>
                  <a:lnTo>
                    <a:pt x="5600" y="4017"/>
                  </a:lnTo>
                  <a:lnTo>
                    <a:pt x="5600" y="4403"/>
                  </a:lnTo>
                  <a:lnTo>
                    <a:pt x="5561" y="4828"/>
                  </a:lnTo>
                  <a:lnTo>
                    <a:pt x="5523" y="5214"/>
                  </a:lnTo>
                  <a:lnTo>
                    <a:pt x="5446" y="5639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99"/>
                  </a:lnTo>
                  <a:lnTo>
                    <a:pt x="4519" y="7685"/>
                  </a:lnTo>
                  <a:lnTo>
                    <a:pt x="4249" y="8033"/>
                  </a:lnTo>
                  <a:lnTo>
                    <a:pt x="3940" y="8419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46"/>
                  </a:lnTo>
                  <a:lnTo>
                    <a:pt x="2549" y="9616"/>
                  </a:lnTo>
                  <a:lnTo>
                    <a:pt x="2163" y="9848"/>
                  </a:lnTo>
                  <a:lnTo>
                    <a:pt x="1739" y="10041"/>
                  </a:lnTo>
                  <a:lnTo>
                    <a:pt x="1352" y="10234"/>
                  </a:lnTo>
                  <a:lnTo>
                    <a:pt x="889" y="10427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5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49" y="10234"/>
                  </a:lnTo>
                  <a:lnTo>
                    <a:pt x="2974" y="9963"/>
                  </a:lnTo>
                  <a:lnTo>
                    <a:pt x="3399" y="9654"/>
                  </a:lnTo>
                  <a:lnTo>
                    <a:pt x="3785" y="9307"/>
                  </a:lnTo>
                  <a:lnTo>
                    <a:pt x="4171" y="8921"/>
                  </a:lnTo>
                  <a:lnTo>
                    <a:pt x="4519" y="8535"/>
                  </a:lnTo>
                  <a:lnTo>
                    <a:pt x="4828" y="8148"/>
                  </a:lnTo>
                  <a:lnTo>
                    <a:pt x="5098" y="7685"/>
                  </a:lnTo>
                  <a:lnTo>
                    <a:pt x="5368" y="7260"/>
                  </a:lnTo>
                  <a:lnTo>
                    <a:pt x="5600" y="6797"/>
                  </a:lnTo>
                  <a:lnTo>
                    <a:pt x="5793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94"/>
                  </a:lnTo>
                  <a:lnTo>
                    <a:pt x="6063" y="3669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5" y="2434"/>
                  </a:lnTo>
                  <a:lnTo>
                    <a:pt x="5561" y="2047"/>
                  </a:lnTo>
                  <a:lnTo>
                    <a:pt x="5368" y="1700"/>
                  </a:lnTo>
                  <a:lnTo>
                    <a:pt x="5137" y="1352"/>
                  </a:lnTo>
                  <a:lnTo>
                    <a:pt x="4905" y="1005"/>
                  </a:lnTo>
                  <a:lnTo>
                    <a:pt x="4596" y="734"/>
                  </a:lnTo>
                  <a:lnTo>
                    <a:pt x="4287" y="464"/>
                  </a:lnTo>
                  <a:lnTo>
                    <a:pt x="3940" y="232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7"/>
            <p:cNvSpPr/>
            <p:nvPr/>
          </p:nvSpPr>
          <p:spPr>
            <a:xfrm>
              <a:off x="4302325" y="9697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5" y="5599"/>
                  </a:lnTo>
                  <a:lnTo>
                    <a:pt x="5329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39" y="8380"/>
                  </a:lnTo>
                  <a:lnTo>
                    <a:pt x="3630" y="8727"/>
                  </a:lnTo>
                  <a:lnTo>
                    <a:pt x="3283" y="9036"/>
                  </a:lnTo>
                  <a:lnTo>
                    <a:pt x="2935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8" y="10040"/>
                  </a:lnTo>
                  <a:lnTo>
                    <a:pt x="1313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7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39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7"/>
            <p:cNvSpPr/>
            <p:nvPr/>
          </p:nvSpPr>
          <p:spPr>
            <a:xfrm>
              <a:off x="5445325" y="9890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1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3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8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9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40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7" y="7183"/>
                  </a:lnTo>
                  <a:lnTo>
                    <a:pt x="12743" y="6681"/>
                  </a:lnTo>
                  <a:lnTo>
                    <a:pt x="12435" y="6218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6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7"/>
            <p:cNvSpPr/>
            <p:nvPr/>
          </p:nvSpPr>
          <p:spPr>
            <a:xfrm>
              <a:off x="4674950" y="1001550"/>
              <a:ext cx="375575" cy="387150"/>
            </a:xfrm>
            <a:custGeom>
              <a:avLst/>
              <a:gdLst/>
              <a:ahLst/>
              <a:cxnLst/>
              <a:rect l="l" t="t" r="r" b="b"/>
              <a:pathLst>
                <a:path w="15023" h="15486" extrusionOk="0">
                  <a:moveTo>
                    <a:pt x="7492" y="503"/>
                  </a:moveTo>
                  <a:lnTo>
                    <a:pt x="8033" y="541"/>
                  </a:lnTo>
                  <a:lnTo>
                    <a:pt x="8612" y="580"/>
                  </a:lnTo>
                  <a:lnTo>
                    <a:pt x="9153" y="696"/>
                  </a:lnTo>
                  <a:lnTo>
                    <a:pt x="9693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1" y="1545"/>
                  </a:lnTo>
                  <a:lnTo>
                    <a:pt x="11624" y="1815"/>
                  </a:lnTo>
                  <a:lnTo>
                    <a:pt x="10813" y="2202"/>
                  </a:lnTo>
                  <a:lnTo>
                    <a:pt x="10079" y="2626"/>
                  </a:lnTo>
                  <a:lnTo>
                    <a:pt x="9307" y="3090"/>
                  </a:lnTo>
                  <a:lnTo>
                    <a:pt x="8612" y="3630"/>
                  </a:lnTo>
                  <a:lnTo>
                    <a:pt x="7956" y="4171"/>
                  </a:lnTo>
                  <a:lnTo>
                    <a:pt x="7299" y="4789"/>
                  </a:lnTo>
                  <a:lnTo>
                    <a:pt x="6720" y="5445"/>
                  </a:lnTo>
                  <a:lnTo>
                    <a:pt x="6141" y="6140"/>
                  </a:lnTo>
                  <a:lnTo>
                    <a:pt x="5639" y="6874"/>
                  </a:lnTo>
                  <a:lnTo>
                    <a:pt x="5214" y="7646"/>
                  </a:lnTo>
                  <a:lnTo>
                    <a:pt x="4789" y="8419"/>
                  </a:lnTo>
                  <a:lnTo>
                    <a:pt x="4480" y="9230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4" y="11778"/>
                  </a:lnTo>
                  <a:lnTo>
                    <a:pt x="3747" y="12666"/>
                  </a:lnTo>
                  <a:lnTo>
                    <a:pt x="3592" y="12666"/>
                  </a:lnTo>
                  <a:lnTo>
                    <a:pt x="3283" y="11855"/>
                  </a:lnTo>
                  <a:lnTo>
                    <a:pt x="3052" y="11044"/>
                  </a:lnTo>
                  <a:lnTo>
                    <a:pt x="2858" y="10195"/>
                  </a:lnTo>
                  <a:lnTo>
                    <a:pt x="2704" y="9345"/>
                  </a:lnTo>
                  <a:lnTo>
                    <a:pt x="2588" y="8534"/>
                  </a:lnTo>
                  <a:lnTo>
                    <a:pt x="2550" y="7685"/>
                  </a:lnTo>
                  <a:lnTo>
                    <a:pt x="2588" y="6797"/>
                  </a:lnTo>
                  <a:lnTo>
                    <a:pt x="2704" y="5947"/>
                  </a:lnTo>
                  <a:lnTo>
                    <a:pt x="2858" y="5214"/>
                  </a:lnTo>
                  <a:lnTo>
                    <a:pt x="3052" y="4519"/>
                  </a:lnTo>
                  <a:lnTo>
                    <a:pt x="3322" y="3823"/>
                  </a:lnTo>
                  <a:lnTo>
                    <a:pt x="3669" y="3206"/>
                  </a:lnTo>
                  <a:lnTo>
                    <a:pt x="4017" y="2588"/>
                  </a:lnTo>
                  <a:lnTo>
                    <a:pt x="4442" y="1970"/>
                  </a:lnTo>
                  <a:lnTo>
                    <a:pt x="4905" y="1429"/>
                  </a:lnTo>
                  <a:lnTo>
                    <a:pt x="5407" y="889"/>
                  </a:lnTo>
                  <a:lnTo>
                    <a:pt x="5909" y="734"/>
                  </a:lnTo>
                  <a:lnTo>
                    <a:pt x="6411" y="618"/>
                  </a:lnTo>
                  <a:lnTo>
                    <a:pt x="6952" y="541"/>
                  </a:lnTo>
                  <a:lnTo>
                    <a:pt x="7492" y="503"/>
                  </a:lnTo>
                  <a:close/>
                  <a:moveTo>
                    <a:pt x="11972" y="2086"/>
                  </a:moveTo>
                  <a:lnTo>
                    <a:pt x="12358" y="2433"/>
                  </a:lnTo>
                  <a:lnTo>
                    <a:pt x="12705" y="2819"/>
                  </a:lnTo>
                  <a:lnTo>
                    <a:pt x="13053" y="3206"/>
                  </a:lnTo>
                  <a:lnTo>
                    <a:pt x="13323" y="3669"/>
                  </a:lnTo>
                  <a:lnTo>
                    <a:pt x="13593" y="4094"/>
                  </a:lnTo>
                  <a:lnTo>
                    <a:pt x="13864" y="4596"/>
                  </a:lnTo>
                  <a:lnTo>
                    <a:pt x="14057" y="5098"/>
                  </a:lnTo>
                  <a:lnTo>
                    <a:pt x="14211" y="5600"/>
                  </a:lnTo>
                  <a:lnTo>
                    <a:pt x="14327" y="6102"/>
                  </a:lnTo>
                  <a:lnTo>
                    <a:pt x="14443" y="6642"/>
                  </a:lnTo>
                  <a:lnTo>
                    <a:pt x="13671" y="6681"/>
                  </a:lnTo>
                  <a:lnTo>
                    <a:pt x="12898" y="6797"/>
                  </a:lnTo>
                  <a:lnTo>
                    <a:pt x="12165" y="6951"/>
                  </a:lnTo>
                  <a:lnTo>
                    <a:pt x="11392" y="7144"/>
                  </a:lnTo>
                  <a:lnTo>
                    <a:pt x="10659" y="7415"/>
                  </a:lnTo>
                  <a:lnTo>
                    <a:pt x="9964" y="7724"/>
                  </a:lnTo>
                  <a:lnTo>
                    <a:pt x="9230" y="8032"/>
                  </a:lnTo>
                  <a:lnTo>
                    <a:pt x="8535" y="8419"/>
                  </a:lnTo>
                  <a:lnTo>
                    <a:pt x="7878" y="8843"/>
                  </a:lnTo>
                  <a:lnTo>
                    <a:pt x="7261" y="9307"/>
                  </a:lnTo>
                  <a:lnTo>
                    <a:pt x="6643" y="9809"/>
                  </a:lnTo>
                  <a:lnTo>
                    <a:pt x="6102" y="10349"/>
                  </a:lnTo>
                  <a:lnTo>
                    <a:pt x="5561" y="10890"/>
                  </a:lnTo>
                  <a:lnTo>
                    <a:pt x="5098" y="11508"/>
                  </a:lnTo>
                  <a:lnTo>
                    <a:pt x="4635" y="12126"/>
                  </a:lnTo>
                  <a:lnTo>
                    <a:pt x="4249" y="12821"/>
                  </a:lnTo>
                  <a:lnTo>
                    <a:pt x="4133" y="12743"/>
                  </a:lnTo>
                  <a:lnTo>
                    <a:pt x="3978" y="12666"/>
                  </a:lnTo>
                  <a:lnTo>
                    <a:pt x="4094" y="11817"/>
                  </a:lnTo>
                  <a:lnTo>
                    <a:pt x="4326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4" y="8496"/>
                  </a:lnTo>
                  <a:lnTo>
                    <a:pt x="5600" y="7724"/>
                  </a:lnTo>
                  <a:lnTo>
                    <a:pt x="6025" y="6990"/>
                  </a:lnTo>
                  <a:lnTo>
                    <a:pt x="6527" y="6295"/>
                  </a:lnTo>
                  <a:lnTo>
                    <a:pt x="7067" y="5600"/>
                  </a:lnTo>
                  <a:lnTo>
                    <a:pt x="7608" y="4982"/>
                  </a:lnTo>
                  <a:lnTo>
                    <a:pt x="8226" y="4403"/>
                  </a:lnTo>
                  <a:lnTo>
                    <a:pt x="8921" y="3823"/>
                  </a:lnTo>
                  <a:lnTo>
                    <a:pt x="9616" y="3321"/>
                  </a:lnTo>
                  <a:lnTo>
                    <a:pt x="10350" y="2858"/>
                  </a:lnTo>
                  <a:lnTo>
                    <a:pt x="11122" y="2472"/>
                  </a:lnTo>
                  <a:lnTo>
                    <a:pt x="11972" y="2086"/>
                  </a:lnTo>
                  <a:close/>
                  <a:moveTo>
                    <a:pt x="14482" y="6990"/>
                  </a:moveTo>
                  <a:lnTo>
                    <a:pt x="14482" y="7839"/>
                  </a:lnTo>
                  <a:lnTo>
                    <a:pt x="14443" y="8689"/>
                  </a:lnTo>
                  <a:lnTo>
                    <a:pt x="14288" y="9538"/>
                  </a:lnTo>
                  <a:lnTo>
                    <a:pt x="14173" y="9963"/>
                  </a:lnTo>
                  <a:lnTo>
                    <a:pt x="14057" y="10349"/>
                  </a:lnTo>
                  <a:lnTo>
                    <a:pt x="13902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3" y="12241"/>
                  </a:lnTo>
                  <a:lnTo>
                    <a:pt x="12782" y="12589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2" y="13052"/>
                  </a:lnTo>
                  <a:lnTo>
                    <a:pt x="11701" y="12937"/>
                  </a:lnTo>
                  <a:lnTo>
                    <a:pt x="11122" y="12782"/>
                  </a:lnTo>
                  <a:lnTo>
                    <a:pt x="10543" y="12628"/>
                  </a:lnTo>
                  <a:lnTo>
                    <a:pt x="10002" y="12550"/>
                  </a:lnTo>
                  <a:lnTo>
                    <a:pt x="9423" y="12512"/>
                  </a:lnTo>
                  <a:lnTo>
                    <a:pt x="8844" y="12473"/>
                  </a:lnTo>
                  <a:lnTo>
                    <a:pt x="8303" y="12473"/>
                  </a:lnTo>
                  <a:lnTo>
                    <a:pt x="7763" y="12512"/>
                  </a:lnTo>
                  <a:lnTo>
                    <a:pt x="7222" y="12589"/>
                  </a:lnTo>
                  <a:lnTo>
                    <a:pt x="6720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1"/>
                  </a:lnTo>
                  <a:lnTo>
                    <a:pt x="4557" y="13130"/>
                  </a:lnTo>
                  <a:lnTo>
                    <a:pt x="4442" y="12937"/>
                  </a:lnTo>
                  <a:lnTo>
                    <a:pt x="4905" y="12319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1" y="10620"/>
                  </a:lnTo>
                  <a:lnTo>
                    <a:pt x="6990" y="10118"/>
                  </a:lnTo>
                  <a:lnTo>
                    <a:pt x="7569" y="9654"/>
                  </a:lnTo>
                  <a:lnTo>
                    <a:pt x="8149" y="9230"/>
                  </a:lnTo>
                  <a:lnTo>
                    <a:pt x="8767" y="8805"/>
                  </a:lnTo>
                  <a:lnTo>
                    <a:pt x="9423" y="8457"/>
                  </a:lnTo>
                  <a:lnTo>
                    <a:pt x="10079" y="8110"/>
                  </a:lnTo>
                  <a:lnTo>
                    <a:pt x="10736" y="7839"/>
                  </a:lnTo>
                  <a:lnTo>
                    <a:pt x="11470" y="7569"/>
                  </a:lnTo>
                  <a:lnTo>
                    <a:pt x="12165" y="7376"/>
                  </a:lnTo>
                  <a:lnTo>
                    <a:pt x="12937" y="7183"/>
                  </a:lnTo>
                  <a:lnTo>
                    <a:pt x="13671" y="7067"/>
                  </a:lnTo>
                  <a:lnTo>
                    <a:pt x="14482" y="6990"/>
                  </a:lnTo>
                  <a:close/>
                  <a:moveTo>
                    <a:pt x="4519" y="1236"/>
                  </a:moveTo>
                  <a:lnTo>
                    <a:pt x="4055" y="1854"/>
                  </a:lnTo>
                  <a:lnTo>
                    <a:pt x="3631" y="2472"/>
                  </a:lnTo>
                  <a:lnTo>
                    <a:pt x="3245" y="3128"/>
                  </a:lnTo>
                  <a:lnTo>
                    <a:pt x="2936" y="3823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8" y="6025"/>
                  </a:lnTo>
                  <a:lnTo>
                    <a:pt x="2241" y="6797"/>
                  </a:lnTo>
                  <a:lnTo>
                    <a:pt x="2202" y="7569"/>
                  </a:lnTo>
                  <a:lnTo>
                    <a:pt x="2202" y="8341"/>
                  </a:lnTo>
                  <a:lnTo>
                    <a:pt x="2279" y="9114"/>
                  </a:lnTo>
                  <a:lnTo>
                    <a:pt x="2395" y="9886"/>
                  </a:lnTo>
                  <a:lnTo>
                    <a:pt x="2550" y="10620"/>
                  </a:lnTo>
                  <a:lnTo>
                    <a:pt x="2781" y="11353"/>
                  </a:lnTo>
                  <a:lnTo>
                    <a:pt x="3013" y="12087"/>
                  </a:lnTo>
                  <a:lnTo>
                    <a:pt x="3322" y="12743"/>
                  </a:lnTo>
                  <a:lnTo>
                    <a:pt x="3129" y="12898"/>
                  </a:lnTo>
                  <a:lnTo>
                    <a:pt x="2936" y="13052"/>
                  </a:lnTo>
                  <a:lnTo>
                    <a:pt x="2820" y="13245"/>
                  </a:lnTo>
                  <a:lnTo>
                    <a:pt x="2743" y="13439"/>
                  </a:lnTo>
                  <a:lnTo>
                    <a:pt x="2395" y="13014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7" y="11624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9" y="10118"/>
                  </a:lnTo>
                  <a:lnTo>
                    <a:pt x="735" y="9616"/>
                  </a:lnTo>
                  <a:lnTo>
                    <a:pt x="619" y="9114"/>
                  </a:lnTo>
                  <a:lnTo>
                    <a:pt x="542" y="8573"/>
                  </a:lnTo>
                  <a:lnTo>
                    <a:pt x="503" y="8032"/>
                  </a:lnTo>
                  <a:lnTo>
                    <a:pt x="503" y="7492"/>
                  </a:lnTo>
                  <a:lnTo>
                    <a:pt x="542" y="6951"/>
                  </a:lnTo>
                  <a:lnTo>
                    <a:pt x="619" y="6411"/>
                  </a:lnTo>
                  <a:lnTo>
                    <a:pt x="773" y="5870"/>
                  </a:lnTo>
                  <a:lnTo>
                    <a:pt x="928" y="5329"/>
                  </a:lnTo>
                  <a:lnTo>
                    <a:pt x="1198" y="4673"/>
                  </a:lnTo>
                  <a:lnTo>
                    <a:pt x="1546" y="4055"/>
                  </a:lnTo>
                  <a:lnTo>
                    <a:pt x="1932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2009"/>
                  </a:lnTo>
                  <a:lnTo>
                    <a:pt x="3940" y="1584"/>
                  </a:lnTo>
                  <a:lnTo>
                    <a:pt x="4519" y="1236"/>
                  </a:lnTo>
                  <a:close/>
                  <a:moveTo>
                    <a:pt x="3862" y="12975"/>
                  </a:moveTo>
                  <a:lnTo>
                    <a:pt x="4017" y="13052"/>
                  </a:lnTo>
                  <a:lnTo>
                    <a:pt x="4171" y="13168"/>
                  </a:lnTo>
                  <a:lnTo>
                    <a:pt x="4287" y="13284"/>
                  </a:lnTo>
                  <a:lnTo>
                    <a:pt x="4326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6" y="13941"/>
                  </a:lnTo>
                  <a:lnTo>
                    <a:pt x="4210" y="14095"/>
                  </a:lnTo>
                  <a:lnTo>
                    <a:pt x="3785" y="13825"/>
                  </a:lnTo>
                  <a:lnTo>
                    <a:pt x="3360" y="13477"/>
                  </a:lnTo>
                  <a:lnTo>
                    <a:pt x="3245" y="13439"/>
                  </a:lnTo>
                  <a:lnTo>
                    <a:pt x="3167" y="13439"/>
                  </a:lnTo>
                  <a:lnTo>
                    <a:pt x="3052" y="13477"/>
                  </a:lnTo>
                  <a:lnTo>
                    <a:pt x="2974" y="13516"/>
                  </a:lnTo>
                  <a:lnTo>
                    <a:pt x="3052" y="13361"/>
                  </a:lnTo>
                  <a:lnTo>
                    <a:pt x="3167" y="13207"/>
                  </a:lnTo>
                  <a:lnTo>
                    <a:pt x="3322" y="13130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53" y="12859"/>
                  </a:moveTo>
                  <a:lnTo>
                    <a:pt x="9616" y="12898"/>
                  </a:lnTo>
                  <a:lnTo>
                    <a:pt x="10118" y="12975"/>
                  </a:lnTo>
                  <a:lnTo>
                    <a:pt x="10504" y="13014"/>
                  </a:lnTo>
                  <a:lnTo>
                    <a:pt x="11006" y="13130"/>
                  </a:lnTo>
                  <a:lnTo>
                    <a:pt x="11508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8"/>
                  </a:lnTo>
                  <a:lnTo>
                    <a:pt x="10659" y="14249"/>
                  </a:lnTo>
                  <a:lnTo>
                    <a:pt x="10234" y="14443"/>
                  </a:lnTo>
                  <a:lnTo>
                    <a:pt x="9770" y="14636"/>
                  </a:lnTo>
                  <a:lnTo>
                    <a:pt x="9307" y="14751"/>
                  </a:lnTo>
                  <a:lnTo>
                    <a:pt x="8844" y="14867"/>
                  </a:lnTo>
                  <a:lnTo>
                    <a:pt x="8342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3" y="14945"/>
                  </a:lnTo>
                  <a:lnTo>
                    <a:pt x="6411" y="14867"/>
                  </a:lnTo>
                  <a:lnTo>
                    <a:pt x="5948" y="14790"/>
                  </a:lnTo>
                  <a:lnTo>
                    <a:pt x="5484" y="14636"/>
                  </a:lnTo>
                  <a:lnTo>
                    <a:pt x="5021" y="14481"/>
                  </a:lnTo>
                  <a:lnTo>
                    <a:pt x="4596" y="14288"/>
                  </a:lnTo>
                  <a:lnTo>
                    <a:pt x="4712" y="14018"/>
                  </a:lnTo>
                  <a:lnTo>
                    <a:pt x="4751" y="13747"/>
                  </a:lnTo>
                  <a:lnTo>
                    <a:pt x="4712" y="13593"/>
                  </a:lnTo>
                  <a:lnTo>
                    <a:pt x="5561" y="13323"/>
                  </a:lnTo>
                  <a:lnTo>
                    <a:pt x="6411" y="13091"/>
                  </a:lnTo>
                  <a:lnTo>
                    <a:pt x="7299" y="12937"/>
                  </a:lnTo>
                  <a:lnTo>
                    <a:pt x="8187" y="12859"/>
                  </a:lnTo>
                  <a:close/>
                  <a:moveTo>
                    <a:pt x="7608" y="1"/>
                  </a:moveTo>
                  <a:lnTo>
                    <a:pt x="6990" y="39"/>
                  </a:lnTo>
                  <a:lnTo>
                    <a:pt x="6450" y="116"/>
                  </a:lnTo>
                  <a:lnTo>
                    <a:pt x="5870" y="232"/>
                  </a:lnTo>
                  <a:lnTo>
                    <a:pt x="5330" y="387"/>
                  </a:lnTo>
                  <a:lnTo>
                    <a:pt x="4789" y="580"/>
                  </a:lnTo>
                  <a:lnTo>
                    <a:pt x="4249" y="812"/>
                  </a:lnTo>
                  <a:lnTo>
                    <a:pt x="3785" y="1120"/>
                  </a:lnTo>
                  <a:lnTo>
                    <a:pt x="3283" y="1429"/>
                  </a:lnTo>
                  <a:lnTo>
                    <a:pt x="2820" y="1777"/>
                  </a:lnTo>
                  <a:lnTo>
                    <a:pt x="2395" y="2163"/>
                  </a:lnTo>
                  <a:lnTo>
                    <a:pt x="2009" y="2588"/>
                  </a:lnTo>
                  <a:lnTo>
                    <a:pt x="1623" y="3013"/>
                  </a:lnTo>
                  <a:lnTo>
                    <a:pt x="1275" y="3515"/>
                  </a:lnTo>
                  <a:lnTo>
                    <a:pt x="966" y="4017"/>
                  </a:lnTo>
                  <a:lnTo>
                    <a:pt x="696" y="4596"/>
                  </a:lnTo>
                  <a:lnTo>
                    <a:pt x="426" y="5252"/>
                  </a:lnTo>
                  <a:lnTo>
                    <a:pt x="233" y="5909"/>
                  </a:lnTo>
                  <a:lnTo>
                    <a:pt x="117" y="6565"/>
                  </a:lnTo>
                  <a:lnTo>
                    <a:pt x="40" y="7222"/>
                  </a:lnTo>
                  <a:lnTo>
                    <a:pt x="1" y="7917"/>
                  </a:lnTo>
                  <a:lnTo>
                    <a:pt x="40" y="8612"/>
                  </a:lnTo>
                  <a:lnTo>
                    <a:pt x="117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6" y="11238"/>
                  </a:lnTo>
                  <a:lnTo>
                    <a:pt x="1005" y="11817"/>
                  </a:lnTo>
                  <a:lnTo>
                    <a:pt x="1352" y="12396"/>
                  </a:lnTo>
                  <a:lnTo>
                    <a:pt x="1739" y="12937"/>
                  </a:lnTo>
                  <a:lnTo>
                    <a:pt x="2202" y="13439"/>
                  </a:lnTo>
                  <a:lnTo>
                    <a:pt x="2704" y="13902"/>
                  </a:lnTo>
                  <a:lnTo>
                    <a:pt x="2781" y="13941"/>
                  </a:lnTo>
                  <a:lnTo>
                    <a:pt x="2820" y="13941"/>
                  </a:lnTo>
                  <a:lnTo>
                    <a:pt x="2936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520"/>
                  </a:lnTo>
                  <a:lnTo>
                    <a:pt x="4133" y="14597"/>
                  </a:lnTo>
                  <a:lnTo>
                    <a:pt x="4557" y="14829"/>
                  </a:lnTo>
                  <a:lnTo>
                    <a:pt x="4982" y="14983"/>
                  </a:lnTo>
                  <a:lnTo>
                    <a:pt x="5407" y="15138"/>
                  </a:lnTo>
                  <a:lnTo>
                    <a:pt x="5870" y="15292"/>
                  </a:lnTo>
                  <a:lnTo>
                    <a:pt x="6334" y="15369"/>
                  </a:lnTo>
                  <a:lnTo>
                    <a:pt x="6797" y="15447"/>
                  </a:lnTo>
                  <a:lnTo>
                    <a:pt x="7299" y="15485"/>
                  </a:lnTo>
                  <a:lnTo>
                    <a:pt x="7763" y="15485"/>
                  </a:lnTo>
                  <a:lnTo>
                    <a:pt x="8226" y="15447"/>
                  </a:lnTo>
                  <a:lnTo>
                    <a:pt x="8689" y="15408"/>
                  </a:lnTo>
                  <a:lnTo>
                    <a:pt x="9153" y="15331"/>
                  </a:lnTo>
                  <a:lnTo>
                    <a:pt x="9616" y="15215"/>
                  </a:lnTo>
                  <a:lnTo>
                    <a:pt x="10079" y="15060"/>
                  </a:lnTo>
                  <a:lnTo>
                    <a:pt x="10543" y="14867"/>
                  </a:lnTo>
                  <a:lnTo>
                    <a:pt x="10968" y="14674"/>
                  </a:lnTo>
                  <a:lnTo>
                    <a:pt x="11392" y="14443"/>
                  </a:lnTo>
                  <a:lnTo>
                    <a:pt x="11856" y="14134"/>
                  </a:lnTo>
                  <a:lnTo>
                    <a:pt x="12319" y="13786"/>
                  </a:lnTo>
                  <a:lnTo>
                    <a:pt x="12744" y="13400"/>
                  </a:lnTo>
                  <a:lnTo>
                    <a:pt x="13130" y="12975"/>
                  </a:lnTo>
                  <a:lnTo>
                    <a:pt x="13478" y="12550"/>
                  </a:lnTo>
                  <a:lnTo>
                    <a:pt x="13786" y="12048"/>
                  </a:lnTo>
                  <a:lnTo>
                    <a:pt x="14057" y="11585"/>
                  </a:lnTo>
                  <a:lnTo>
                    <a:pt x="14288" y="11044"/>
                  </a:lnTo>
                  <a:lnTo>
                    <a:pt x="14520" y="10542"/>
                  </a:lnTo>
                  <a:lnTo>
                    <a:pt x="14675" y="10002"/>
                  </a:lnTo>
                  <a:lnTo>
                    <a:pt x="14829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5" y="6604"/>
                  </a:lnTo>
                  <a:lnTo>
                    <a:pt x="14829" y="5986"/>
                  </a:lnTo>
                  <a:lnTo>
                    <a:pt x="14675" y="5407"/>
                  </a:lnTo>
                  <a:lnTo>
                    <a:pt x="14482" y="4827"/>
                  </a:lnTo>
                  <a:lnTo>
                    <a:pt x="14250" y="4287"/>
                  </a:lnTo>
                  <a:lnTo>
                    <a:pt x="13980" y="3746"/>
                  </a:lnTo>
                  <a:lnTo>
                    <a:pt x="13671" y="3244"/>
                  </a:lnTo>
                  <a:lnTo>
                    <a:pt x="13323" y="2742"/>
                  </a:lnTo>
                  <a:lnTo>
                    <a:pt x="12937" y="2317"/>
                  </a:lnTo>
                  <a:lnTo>
                    <a:pt x="12512" y="1893"/>
                  </a:lnTo>
                  <a:lnTo>
                    <a:pt x="12049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3" y="618"/>
                  </a:lnTo>
                  <a:lnTo>
                    <a:pt x="9964" y="387"/>
                  </a:lnTo>
                  <a:lnTo>
                    <a:pt x="9384" y="232"/>
                  </a:lnTo>
                  <a:lnTo>
                    <a:pt x="8767" y="116"/>
                  </a:lnTo>
                  <a:lnTo>
                    <a:pt x="8187" y="39"/>
                  </a:lnTo>
                  <a:lnTo>
                    <a:pt x="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7"/>
            <p:cNvSpPr/>
            <p:nvPr/>
          </p:nvSpPr>
          <p:spPr>
            <a:xfrm>
              <a:off x="5477175" y="10025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2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7"/>
            <p:cNvSpPr/>
            <p:nvPr/>
          </p:nvSpPr>
          <p:spPr>
            <a:xfrm>
              <a:off x="2850400" y="1030525"/>
              <a:ext cx="475950" cy="686400"/>
            </a:xfrm>
            <a:custGeom>
              <a:avLst/>
              <a:gdLst/>
              <a:ahLst/>
              <a:cxnLst/>
              <a:rect l="l" t="t" r="r" b="b"/>
              <a:pathLst>
                <a:path w="19038" h="27456" extrusionOk="0">
                  <a:moveTo>
                    <a:pt x="18690" y="309"/>
                  </a:moveTo>
                  <a:lnTo>
                    <a:pt x="18690" y="463"/>
                  </a:lnTo>
                  <a:lnTo>
                    <a:pt x="18382" y="2047"/>
                  </a:lnTo>
                  <a:lnTo>
                    <a:pt x="17995" y="3668"/>
                  </a:lnTo>
                  <a:lnTo>
                    <a:pt x="17609" y="5252"/>
                  </a:lnTo>
                  <a:lnTo>
                    <a:pt x="17184" y="6873"/>
                  </a:lnTo>
                  <a:lnTo>
                    <a:pt x="16489" y="6873"/>
                  </a:lnTo>
                  <a:lnTo>
                    <a:pt x="16180" y="6835"/>
                  </a:lnTo>
                  <a:lnTo>
                    <a:pt x="15833" y="6758"/>
                  </a:lnTo>
                  <a:lnTo>
                    <a:pt x="15524" y="6680"/>
                  </a:lnTo>
                  <a:lnTo>
                    <a:pt x="15215" y="6565"/>
                  </a:lnTo>
                  <a:lnTo>
                    <a:pt x="14906" y="6410"/>
                  </a:lnTo>
                  <a:lnTo>
                    <a:pt x="14597" y="6217"/>
                  </a:lnTo>
                  <a:lnTo>
                    <a:pt x="14327" y="6024"/>
                  </a:lnTo>
                  <a:lnTo>
                    <a:pt x="14057" y="5792"/>
                  </a:lnTo>
                  <a:lnTo>
                    <a:pt x="13593" y="5329"/>
                  </a:lnTo>
                  <a:lnTo>
                    <a:pt x="13168" y="4788"/>
                  </a:lnTo>
                  <a:lnTo>
                    <a:pt x="12782" y="4248"/>
                  </a:lnTo>
                  <a:lnTo>
                    <a:pt x="13477" y="3668"/>
                  </a:lnTo>
                  <a:lnTo>
                    <a:pt x="14172" y="3128"/>
                  </a:lnTo>
                  <a:lnTo>
                    <a:pt x="14868" y="2587"/>
                  </a:lnTo>
                  <a:lnTo>
                    <a:pt x="15601" y="2085"/>
                  </a:lnTo>
                  <a:lnTo>
                    <a:pt x="16374" y="1622"/>
                  </a:lnTo>
                  <a:lnTo>
                    <a:pt x="17146" y="1158"/>
                  </a:lnTo>
                  <a:lnTo>
                    <a:pt x="17918" y="734"/>
                  </a:lnTo>
                  <a:lnTo>
                    <a:pt x="18690" y="309"/>
                  </a:lnTo>
                  <a:close/>
                  <a:moveTo>
                    <a:pt x="6063" y="12434"/>
                  </a:moveTo>
                  <a:lnTo>
                    <a:pt x="5793" y="13013"/>
                  </a:lnTo>
                  <a:lnTo>
                    <a:pt x="5600" y="13592"/>
                  </a:lnTo>
                  <a:lnTo>
                    <a:pt x="5446" y="14172"/>
                  </a:lnTo>
                  <a:lnTo>
                    <a:pt x="5291" y="14790"/>
                  </a:lnTo>
                  <a:lnTo>
                    <a:pt x="5252" y="15369"/>
                  </a:lnTo>
                  <a:lnTo>
                    <a:pt x="5214" y="15407"/>
                  </a:lnTo>
                  <a:lnTo>
                    <a:pt x="4750" y="16102"/>
                  </a:lnTo>
                  <a:lnTo>
                    <a:pt x="4287" y="16797"/>
                  </a:lnTo>
                  <a:lnTo>
                    <a:pt x="4171" y="17106"/>
                  </a:lnTo>
                  <a:lnTo>
                    <a:pt x="4017" y="17415"/>
                  </a:lnTo>
                  <a:lnTo>
                    <a:pt x="3824" y="17724"/>
                  </a:lnTo>
                  <a:lnTo>
                    <a:pt x="3746" y="17840"/>
                  </a:lnTo>
                  <a:lnTo>
                    <a:pt x="3631" y="17956"/>
                  </a:lnTo>
                  <a:lnTo>
                    <a:pt x="3476" y="18033"/>
                  </a:lnTo>
                  <a:lnTo>
                    <a:pt x="3283" y="18072"/>
                  </a:lnTo>
                  <a:lnTo>
                    <a:pt x="2858" y="18110"/>
                  </a:lnTo>
                  <a:lnTo>
                    <a:pt x="2009" y="18149"/>
                  </a:lnTo>
                  <a:lnTo>
                    <a:pt x="426" y="18342"/>
                  </a:lnTo>
                  <a:lnTo>
                    <a:pt x="426" y="18342"/>
                  </a:lnTo>
                  <a:lnTo>
                    <a:pt x="850" y="17724"/>
                  </a:lnTo>
                  <a:lnTo>
                    <a:pt x="1275" y="17106"/>
                  </a:lnTo>
                  <a:lnTo>
                    <a:pt x="1661" y="16489"/>
                  </a:lnTo>
                  <a:lnTo>
                    <a:pt x="2009" y="15832"/>
                  </a:lnTo>
                  <a:lnTo>
                    <a:pt x="2549" y="14751"/>
                  </a:lnTo>
                  <a:lnTo>
                    <a:pt x="2820" y="14017"/>
                  </a:lnTo>
                  <a:lnTo>
                    <a:pt x="3013" y="13670"/>
                  </a:lnTo>
                  <a:lnTo>
                    <a:pt x="3206" y="13322"/>
                  </a:lnTo>
                  <a:lnTo>
                    <a:pt x="3360" y="13322"/>
                  </a:lnTo>
                  <a:lnTo>
                    <a:pt x="3399" y="13245"/>
                  </a:lnTo>
                  <a:lnTo>
                    <a:pt x="3438" y="13206"/>
                  </a:lnTo>
                  <a:lnTo>
                    <a:pt x="4750" y="12782"/>
                  </a:lnTo>
                  <a:lnTo>
                    <a:pt x="6063" y="12434"/>
                  </a:lnTo>
                  <a:close/>
                  <a:moveTo>
                    <a:pt x="12551" y="4441"/>
                  </a:moveTo>
                  <a:lnTo>
                    <a:pt x="12898" y="5020"/>
                  </a:lnTo>
                  <a:lnTo>
                    <a:pt x="13362" y="5561"/>
                  </a:lnTo>
                  <a:lnTo>
                    <a:pt x="13864" y="6101"/>
                  </a:lnTo>
                  <a:lnTo>
                    <a:pt x="14172" y="6333"/>
                  </a:lnTo>
                  <a:lnTo>
                    <a:pt x="14443" y="6565"/>
                  </a:lnTo>
                  <a:lnTo>
                    <a:pt x="14752" y="6758"/>
                  </a:lnTo>
                  <a:lnTo>
                    <a:pt x="15061" y="6951"/>
                  </a:lnTo>
                  <a:lnTo>
                    <a:pt x="15370" y="7067"/>
                  </a:lnTo>
                  <a:lnTo>
                    <a:pt x="15717" y="7182"/>
                  </a:lnTo>
                  <a:lnTo>
                    <a:pt x="16026" y="7260"/>
                  </a:lnTo>
                  <a:lnTo>
                    <a:pt x="16721" y="7260"/>
                  </a:lnTo>
                  <a:lnTo>
                    <a:pt x="17107" y="7182"/>
                  </a:lnTo>
                  <a:lnTo>
                    <a:pt x="16682" y="8573"/>
                  </a:lnTo>
                  <a:lnTo>
                    <a:pt x="16180" y="9963"/>
                  </a:lnTo>
                  <a:lnTo>
                    <a:pt x="15756" y="11160"/>
                  </a:lnTo>
                  <a:lnTo>
                    <a:pt x="15254" y="12357"/>
                  </a:lnTo>
                  <a:lnTo>
                    <a:pt x="14752" y="13515"/>
                  </a:lnTo>
                  <a:lnTo>
                    <a:pt x="14172" y="14635"/>
                  </a:lnTo>
                  <a:lnTo>
                    <a:pt x="13555" y="15793"/>
                  </a:lnTo>
                  <a:lnTo>
                    <a:pt x="13207" y="16373"/>
                  </a:lnTo>
                  <a:lnTo>
                    <a:pt x="12860" y="16952"/>
                  </a:lnTo>
                  <a:lnTo>
                    <a:pt x="12473" y="17493"/>
                  </a:lnTo>
                  <a:lnTo>
                    <a:pt x="12087" y="17995"/>
                  </a:lnTo>
                  <a:lnTo>
                    <a:pt x="11624" y="18458"/>
                  </a:lnTo>
                  <a:lnTo>
                    <a:pt x="11161" y="18883"/>
                  </a:lnTo>
                  <a:lnTo>
                    <a:pt x="10620" y="19230"/>
                  </a:lnTo>
                  <a:lnTo>
                    <a:pt x="10079" y="19462"/>
                  </a:lnTo>
                  <a:lnTo>
                    <a:pt x="9809" y="19578"/>
                  </a:lnTo>
                  <a:lnTo>
                    <a:pt x="9539" y="19655"/>
                  </a:lnTo>
                  <a:lnTo>
                    <a:pt x="9230" y="19694"/>
                  </a:lnTo>
                  <a:lnTo>
                    <a:pt x="8959" y="19732"/>
                  </a:lnTo>
                  <a:lnTo>
                    <a:pt x="8689" y="19732"/>
                  </a:lnTo>
                  <a:lnTo>
                    <a:pt x="8380" y="19694"/>
                  </a:lnTo>
                  <a:lnTo>
                    <a:pt x="8110" y="19616"/>
                  </a:lnTo>
                  <a:lnTo>
                    <a:pt x="7840" y="19539"/>
                  </a:lnTo>
                  <a:lnTo>
                    <a:pt x="7569" y="19423"/>
                  </a:lnTo>
                  <a:lnTo>
                    <a:pt x="7299" y="19269"/>
                  </a:lnTo>
                  <a:lnTo>
                    <a:pt x="7067" y="19114"/>
                  </a:lnTo>
                  <a:lnTo>
                    <a:pt x="6836" y="18883"/>
                  </a:lnTo>
                  <a:lnTo>
                    <a:pt x="6450" y="18458"/>
                  </a:lnTo>
                  <a:lnTo>
                    <a:pt x="6141" y="17956"/>
                  </a:lnTo>
                  <a:lnTo>
                    <a:pt x="5870" y="17454"/>
                  </a:lnTo>
                  <a:lnTo>
                    <a:pt x="5716" y="16913"/>
                  </a:lnTo>
                  <a:lnTo>
                    <a:pt x="5639" y="16334"/>
                  </a:lnTo>
                  <a:lnTo>
                    <a:pt x="5600" y="15755"/>
                  </a:lnTo>
                  <a:lnTo>
                    <a:pt x="5639" y="15214"/>
                  </a:lnTo>
                  <a:lnTo>
                    <a:pt x="5716" y="14635"/>
                  </a:lnTo>
                  <a:lnTo>
                    <a:pt x="5832" y="14056"/>
                  </a:lnTo>
                  <a:lnTo>
                    <a:pt x="6025" y="13515"/>
                  </a:lnTo>
                  <a:lnTo>
                    <a:pt x="6218" y="13013"/>
                  </a:lnTo>
                  <a:lnTo>
                    <a:pt x="6450" y="12473"/>
                  </a:lnTo>
                  <a:lnTo>
                    <a:pt x="6952" y="11469"/>
                  </a:lnTo>
                  <a:lnTo>
                    <a:pt x="7531" y="10465"/>
                  </a:lnTo>
                  <a:lnTo>
                    <a:pt x="8149" y="9461"/>
                  </a:lnTo>
                  <a:lnTo>
                    <a:pt x="8844" y="8495"/>
                  </a:lnTo>
                  <a:lnTo>
                    <a:pt x="9539" y="7530"/>
                  </a:lnTo>
                  <a:lnTo>
                    <a:pt x="10311" y="6642"/>
                  </a:lnTo>
                  <a:lnTo>
                    <a:pt x="10852" y="6063"/>
                  </a:lnTo>
                  <a:lnTo>
                    <a:pt x="11392" y="5522"/>
                  </a:lnTo>
                  <a:lnTo>
                    <a:pt x="11971" y="4981"/>
                  </a:lnTo>
                  <a:lnTo>
                    <a:pt x="12551" y="4441"/>
                  </a:lnTo>
                  <a:close/>
                  <a:moveTo>
                    <a:pt x="5986" y="18419"/>
                  </a:moveTo>
                  <a:lnTo>
                    <a:pt x="6218" y="18767"/>
                  </a:lnTo>
                  <a:lnTo>
                    <a:pt x="6450" y="19076"/>
                  </a:lnTo>
                  <a:lnTo>
                    <a:pt x="6758" y="19346"/>
                  </a:lnTo>
                  <a:lnTo>
                    <a:pt x="7067" y="19616"/>
                  </a:lnTo>
                  <a:lnTo>
                    <a:pt x="7415" y="19809"/>
                  </a:lnTo>
                  <a:lnTo>
                    <a:pt x="7801" y="19964"/>
                  </a:lnTo>
                  <a:lnTo>
                    <a:pt x="8187" y="20080"/>
                  </a:lnTo>
                  <a:lnTo>
                    <a:pt x="8612" y="20118"/>
                  </a:lnTo>
                  <a:lnTo>
                    <a:pt x="8535" y="20466"/>
                  </a:lnTo>
                  <a:lnTo>
                    <a:pt x="8496" y="20852"/>
                  </a:lnTo>
                  <a:lnTo>
                    <a:pt x="7994" y="20813"/>
                  </a:lnTo>
                  <a:lnTo>
                    <a:pt x="7531" y="20698"/>
                  </a:lnTo>
                  <a:lnTo>
                    <a:pt x="7106" y="20504"/>
                  </a:lnTo>
                  <a:lnTo>
                    <a:pt x="6720" y="20273"/>
                  </a:lnTo>
                  <a:lnTo>
                    <a:pt x="6334" y="20002"/>
                  </a:lnTo>
                  <a:lnTo>
                    <a:pt x="6025" y="19655"/>
                  </a:lnTo>
                  <a:lnTo>
                    <a:pt x="5716" y="19307"/>
                  </a:lnTo>
                  <a:lnTo>
                    <a:pt x="5446" y="18883"/>
                  </a:lnTo>
                  <a:lnTo>
                    <a:pt x="5446" y="18844"/>
                  </a:lnTo>
                  <a:lnTo>
                    <a:pt x="5986" y="18419"/>
                  </a:lnTo>
                  <a:close/>
                  <a:moveTo>
                    <a:pt x="5291" y="18960"/>
                  </a:moveTo>
                  <a:lnTo>
                    <a:pt x="5523" y="19462"/>
                  </a:lnTo>
                  <a:lnTo>
                    <a:pt x="5793" y="19887"/>
                  </a:lnTo>
                  <a:lnTo>
                    <a:pt x="6141" y="20234"/>
                  </a:lnTo>
                  <a:lnTo>
                    <a:pt x="6527" y="20582"/>
                  </a:lnTo>
                  <a:lnTo>
                    <a:pt x="6952" y="20813"/>
                  </a:lnTo>
                  <a:lnTo>
                    <a:pt x="7453" y="21006"/>
                  </a:lnTo>
                  <a:lnTo>
                    <a:pt x="7955" y="21122"/>
                  </a:lnTo>
                  <a:lnTo>
                    <a:pt x="8457" y="21161"/>
                  </a:lnTo>
                  <a:lnTo>
                    <a:pt x="8496" y="21702"/>
                  </a:lnTo>
                  <a:lnTo>
                    <a:pt x="7878" y="21624"/>
                  </a:lnTo>
                  <a:lnTo>
                    <a:pt x="7299" y="21508"/>
                  </a:lnTo>
                  <a:lnTo>
                    <a:pt x="6797" y="21315"/>
                  </a:lnTo>
                  <a:lnTo>
                    <a:pt x="6295" y="21084"/>
                  </a:lnTo>
                  <a:lnTo>
                    <a:pt x="5870" y="20775"/>
                  </a:lnTo>
                  <a:lnTo>
                    <a:pt x="5446" y="20389"/>
                  </a:lnTo>
                  <a:lnTo>
                    <a:pt x="5021" y="19964"/>
                  </a:lnTo>
                  <a:lnTo>
                    <a:pt x="4673" y="19501"/>
                  </a:lnTo>
                  <a:lnTo>
                    <a:pt x="4828" y="19385"/>
                  </a:lnTo>
                  <a:lnTo>
                    <a:pt x="4982" y="19269"/>
                  </a:lnTo>
                  <a:lnTo>
                    <a:pt x="5291" y="18960"/>
                  </a:lnTo>
                  <a:close/>
                  <a:moveTo>
                    <a:pt x="13555" y="16527"/>
                  </a:moveTo>
                  <a:lnTo>
                    <a:pt x="13748" y="17184"/>
                  </a:lnTo>
                  <a:lnTo>
                    <a:pt x="13979" y="17840"/>
                  </a:lnTo>
                  <a:lnTo>
                    <a:pt x="14250" y="18458"/>
                  </a:lnTo>
                  <a:lnTo>
                    <a:pt x="14597" y="19037"/>
                  </a:lnTo>
                  <a:lnTo>
                    <a:pt x="13670" y="20157"/>
                  </a:lnTo>
                  <a:lnTo>
                    <a:pt x="12782" y="21315"/>
                  </a:lnTo>
                  <a:lnTo>
                    <a:pt x="11083" y="23748"/>
                  </a:lnTo>
                  <a:lnTo>
                    <a:pt x="10736" y="22783"/>
                  </a:lnTo>
                  <a:lnTo>
                    <a:pt x="10350" y="21856"/>
                  </a:lnTo>
                  <a:lnTo>
                    <a:pt x="10234" y="21586"/>
                  </a:lnTo>
                  <a:lnTo>
                    <a:pt x="10195" y="21354"/>
                  </a:lnTo>
                  <a:lnTo>
                    <a:pt x="10195" y="21238"/>
                  </a:lnTo>
                  <a:lnTo>
                    <a:pt x="10234" y="21122"/>
                  </a:lnTo>
                  <a:lnTo>
                    <a:pt x="10388" y="20813"/>
                  </a:lnTo>
                  <a:lnTo>
                    <a:pt x="10813" y="20234"/>
                  </a:lnTo>
                  <a:lnTo>
                    <a:pt x="11199" y="19578"/>
                  </a:lnTo>
                  <a:lnTo>
                    <a:pt x="11199" y="19501"/>
                  </a:lnTo>
                  <a:lnTo>
                    <a:pt x="11199" y="19462"/>
                  </a:lnTo>
                  <a:lnTo>
                    <a:pt x="11161" y="19346"/>
                  </a:lnTo>
                  <a:lnTo>
                    <a:pt x="11585" y="18999"/>
                  </a:lnTo>
                  <a:lnTo>
                    <a:pt x="11971" y="18612"/>
                  </a:lnTo>
                  <a:lnTo>
                    <a:pt x="12358" y="18226"/>
                  </a:lnTo>
                  <a:lnTo>
                    <a:pt x="12705" y="17801"/>
                  </a:lnTo>
                  <a:lnTo>
                    <a:pt x="13130" y="17184"/>
                  </a:lnTo>
                  <a:lnTo>
                    <a:pt x="13555" y="16527"/>
                  </a:lnTo>
                  <a:close/>
                  <a:moveTo>
                    <a:pt x="5677" y="21161"/>
                  </a:moveTo>
                  <a:lnTo>
                    <a:pt x="5948" y="21393"/>
                  </a:lnTo>
                  <a:lnTo>
                    <a:pt x="6256" y="21547"/>
                  </a:lnTo>
                  <a:lnTo>
                    <a:pt x="6565" y="21702"/>
                  </a:lnTo>
                  <a:lnTo>
                    <a:pt x="6913" y="21817"/>
                  </a:lnTo>
                  <a:lnTo>
                    <a:pt x="6836" y="22010"/>
                  </a:lnTo>
                  <a:lnTo>
                    <a:pt x="6797" y="22204"/>
                  </a:lnTo>
                  <a:lnTo>
                    <a:pt x="6643" y="22088"/>
                  </a:lnTo>
                  <a:lnTo>
                    <a:pt x="6604" y="22010"/>
                  </a:lnTo>
                  <a:lnTo>
                    <a:pt x="6411" y="22010"/>
                  </a:lnTo>
                  <a:lnTo>
                    <a:pt x="6372" y="22088"/>
                  </a:lnTo>
                  <a:lnTo>
                    <a:pt x="6218" y="22628"/>
                  </a:lnTo>
                  <a:lnTo>
                    <a:pt x="6025" y="23092"/>
                  </a:lnTo>
                  <a:lnTo>
                    <a:pt x="5832" y="23594"/>
                  </a:lnTo>
                  <a:lnTo>
                    <a:pt x="5600" y="24057"/>
                  </a:lnTo>
                  <a:lnTo>
                    <a:pt x="5330" y="24482"/>
                  </a:lnTo>
                  <a:lnTo>
                    <a:pt x="5021" y="24907"/>
                  </a:lnTo>
                  <a:lnTo>
                    <a:pt x="4712" y="25331"/>
                  </a:lnTo>
                  <a:lnTo>
                    <a:pt x="4364" y="25717"/>
                  </a:lnTo>
                  <a:lnTo>
                    <a:pt x="4248" y="25293"/>
                  </a:lnTo>
                  <a:lnTo>
                    <a:pt x="4171" y="24868"/>
                  </a:lnTo>
                  <a:lnTo>
                    <a:pt x="4171" y="24482"/>
                  </a:lnTo>
                  <a:lnTo>
                    <a:pt x="4210" y="24057"/>
                  </a:lnTo>
                  <a:lnTo>
                    <a:pt x="4326" y="23671"/>
                  </a:lnTo>
                  <a:lnTo>
                    <a:pt x="4480" y="23285"/>
                  </a:lnTo>
                  <a:lnTo>
                    <a:pt x="4673" y="22899"/>
                  </a:lnTo>
                  <a:lnTo>
                    <a:pt x="4944" y="22512"/>
                  </a:lnTo>
                  <a:lnTo>
                    <a:pt x="5175" y="22204"/>
                  </a:lnTo>
                  <a:lnTo>
                    <a:pt x="5330" y="21895"/>
                  </a:lnTo>
                  <a:lnTo>
                    <a:pt x="5407" y="21740"/>
                  </a:lnTo>
                  <a:lnTo>
                    <a:pt x="5407" y="21586"/>
                  </a:lnTo>
                  <a:lnTo>
                    <a:pt x="5368" y="21470"/>
                  </a:lnTo>
                  <a:lnTo>
                    <a:pt x="5291" y="21315"/>
                  </a:lnTo>
                  <a:lnTo>
                    <a:pt x="5446" y="21238"/>
                  </a:lnTo>
                  <a:lnTo>
                    <a:pt x="5677" y="21161"/>
                  </a:lnTo>
                  <a:close/>
                  <a:moveTo>
                    <a:pt x="4905" y="20466"/>
                  </a:moveTo>
                  <a:lnTo>
                    <a:pt x="5175" y="20736"/>
                  </a:lnTo>
                  <a:lnTo>
                    <a:pt x="5484" y="21006"/>
                  </a:lnTo>
                  <a:lnTo>
                    <a:pt x="5252" y="21084"/>
                  </a:lnTo>
                  <a:lnTo>
                    <a:pt x="5021" y="21161"/>
                  </a:lnTo>
                  <a:lnTo>
                    <a:pt x="4982" y="21200"/>
                  </a:lnTo>
                  <a:lnTo>
                    <a:pt x="4944" y="21277"/>
                  </a:lnTo>
                  <a:lnTo>
                    <a:pt x="4982" y="21354"/>
                  </a:lnTo>
                  <a:lnTo>
                    <a:pt x="5021" y="21393"/>
                  </a:lnTo>
                  <a:lnTo>
                    <a:pt x="5059" y="21470"/>
                  </a:lnTo>
                  <a:lnTo>
                    <a:pt x="5098" y="21547"/>
                  </a:lnTo>
                  <a:lnTo>
                    <a:pt x="5059" y="21779"/>
                  </a:lnTo>
                  <a:lnTo>
                    <a:pt x="4905" y="22049"/>
                  </a:lnTo>
                  <a:lnTo>
                    <a:pt x="4750" y="22358"/>
                  </a:lnTo>
                  <a:lnTo>
                    <a:pt x="4364" y="22937"/>
                  </a:lnTo>
                  <a:lnTo>
                    <a:pt x="4133" y="23323"/>
                  </a:lnTo>
                  <a:lnTo>
                    <a:pt x="3940" y="23748"/>
                  </a:lnTo>
                  <a:lnTo>
                    <a:pt x="3862" y="24212"/>
                  </a:lnTo>
                  <a:lnTo>
                    <a:pt x="3824" y="24714"/>
                  </a:lnTo>
                  <a:lnTo>
                    <a:pt x="3862" y="25177"/>
                  </a:lnTo>
                  <a:lnTo>
                    <a:pt x="3940" y="25409"/>
                  </a:lnTo>
                  <a:lnTo>
                    <a:pt x="4017" y="25640"/>
                  </a:lnTo>
                  <a:lnTo>
                    <a:pt x="4133" y="25872"/>
                  </a:lnTo>
                  <a:lnTo>
                    <a:pt x="4248" y="26065"/>
                  </a:lnTo>
                  <a:lnTo>
                    <a:pt x="4287" y="26104"/>
                  </a:lnTo>
                  <a:lnTo>
                    <a:pt x="4364" y="26104"/>
                  </a:lnTo>
                  <a:lnTo>
                    <a:pt x="4403" y="26065"/>
                  </a:lnTo>
                  <a:lnTo>
                    <a:pt x="4442" y="25988"/>
                  </a:lnTo>
                  <a:lnTo>
                    <a:pt x="4480" y="25988"/>
                  </a:lnTo>
                  <a:lnTo>
                    <a:pt x="4828" y="25602"/>
                  </a:lnTo>
                  <a:lnTo>
                    <a:pt x="5175" y="25215"/>
                  </a:lnTo>
                  <a:lnTo>
                    <a:pt x="5484" y="24791"/>
                  </a:lnTo>
                  <a:lnTo>
                    <a:pt x="5793" y="24366"/>
                  </a:lnTo>
                  <a:lnTo>
                    <a:pt x="6025" y="23903"/>
                  </a:lnTo>
                  <a:lnTo>
                    <a:pt x="6256" y="23439"/>
                  </a:lnTo>
                  <a:lnTo>
                    <a:pt x="6450" y="22937"/>
                  </a:lnTo>
                  <a:lnTo>
                    <a:pt x="6604" y="22435"/>
                  </a:lnTo>
                  <a:lnTo>
                    <a:pt x="6720" y="22551"/>
                  </a:lnTo>
                  <a:lnTo>
                    <a:pt x="6913" y="22590"/>
                  </a:lnTo>
                  <a:lnTo>
                    <a:pt x="6952" y="22628"/>
                  </a:lnTo>
                  <a:lnTo>
                    <a:pt x="7029" y="22590"/>
                  </a:lnTo>
                  <a:lnTo>
                    <a:pt x="7067" y="22512"/>
                  </a:lnTo>
                  <a:lnTo>
                    <a:pt x="7067" y="22474"/>
                  </a:lnTo>
                  <a:lnTo>
                    <a:pt x="7145" y="21895"/>
                  </a:lnTo>
                  <a:lnTo>
                    <a:pt x="7608" y="22010"/>
                  </a:lnTo>
                  <a:lnTo>
                    <a:pt x="7724" y="22512"/>
                  </a:lnTo>
                  <a:lnTo>
                    <a:pt x="7762" y="23014"/>
                  </a:lnTo>
                  <a:lnTo>
                    <a:pt x="7801" y="23555"/>
                  </a:lnTo>
                  <a:lnTo>
                    <a:pt x="7801" y="24057"/>
                  </a:lnTo>
                  <a:lnTo>
                    <a:pt x="7608" y="23903"/>
                  </a:lnTo>
                  <a:lnTo>
                    <a:pt x="7492" y="23671"/>
                  </a:lnTo>
                  <a:lnTo>
                    <a:pt x="7376" y="23439"/>
                  </a:lnTo>
                  <a:lnTo>
                    <a:pt x="7338" y="23169"/>
                  </a:lnTo>
                  <a:lnTo>
                    <a:pt x="7338" y="23092"/>
                  </a:lnTo>
                  <a:lnTo>
                    <a:pt x="7299" y="23053"/>
                  </a:lnTo>
                  <a:lnTo>
                    <a:pt x="7183" y="23014"/>
                  </a:lnTo>
                  <a:lnTo>
                    <a:pt x="7106" y="23014"/>
                  </a:lnTo>
                  <a:lnTo>
                    <a:pt x="7067" y="23053"/>
                  </a:lnTo>
                  <a:lnTo>
                    <a:pt x="7029" y="23092"/>
                  </a:lnTo>
                  <a:lnTo>
                    <a:pt x="6990" y="23169"/>
                  </a:lnTo>
                  <a:lnTo>
                    <a:pt x="6952" y="23787"/>
                  </a:lnTo>
                  <a:lnTo>
                    <a:pt x="6797" y="24405"/>
                  </a:lnTo>
                  <a:lnTo>
                    <a:pt x="6681" y="24675"/>
                  </a:lnTo>
                  <a:lnTo>
                    <a:pt x="6565" y="24984"/>
                  </a:lnTo>
                  <a:lnTo>
                    <a:pt x="6411" y="25254"/>
                  </a:lnTo>
                  <a:lnTo>
                    <a:pt x="6218" y="25524"/>
                  </a:lnTo>
                  <a:lnTo>
                    <a:pt x="5832" y="25988"/>
                  </a:lnTo>
                  <a:lnTo>
                    <a:pt x="5600" y="26219"/>
                  </a:lnTo>
                  <a:lnTo>
                    <a:pt x="5368" y="26451"/>
                  </a:lnTo>
                  <a:lnTo>
                    <a:pt x="5098" y="26644"/>
                  </a:lnTo>
                  <a:lnTo>
                    <a:pt x="4828" y="26799"/>
                  </a:lnTo>
                  <a:lnTo>
                    <a:pt x="4557" y="26953"/>
                  </a:lnTo>
                  <a:lnTo>
                    <a:pt x="4248" y="27030"/>
                  </a:lnTo>
                  <a:lnTo>
                    <a:pt x="4017" y="27030"/>
                  </a:lnTo>
                  <a:lnTo>
                    <a:pt x="3862" y="26992"/>
                  </a:lnTo>
                  <a:lnTo>
                    <a:pt x="3708" y="26915"/>
                  </a:lnTo>
                  <a:lnTo>
                    <a:pt x="3592" y="26760"/>
                  </a:lnTo>
                  <a:lnTo>
                    <a:pt x="3515" y="26606"/>
                  </a:lnTo>
                  <a:lnTo>
                    <a:pt x="3438" y="26413"/>
                  </a:lnTo>
                  <a:lnTo>
                    <a:pt x="3322" y="25988"/>
                  </a:lnTo>
                  <a:lnTo>
                    <a:pt x="3206" y="25293"/>
                  </a:lnTo>
                  <a:lnTo>
                    <a:pt x="3167" y="24945"/>
                  </a:lnTo>
                  <a:lnTo>
                    <a:pt x="3167" y="24598"/>
                  </a:lnTo>
                  <a:lnTo>
                    <a:pt x="3206" y="24173"/>
                  </a:lnTo>
                  <a:lnTo>
                    <a:pt x="3283" y="23787"/>
                  </a:lnTo>
                  <a:lnTo>
                    <a:pt x="3360" y="23401"/>
                  </a:lnTo>
                  <a:lnTo>
                    <a:pt x="3515" y="23014"/>
                  </a:lnTo>
                  <a:lnTo>
                    <a:pt x="3708" y="22667"/>
                  </a:lnTo>
                  <a:lnTo>
                    <a:pt x="3901" y="22319"/>
                  </a:lnTo>
                  <a:lnTo>
                    <a:pt x="4171" y="22010"/>
                  </a:lnTo>
                  <a:lnTo>
                    <a:pt x="4480" y="21702"/>
                  </a:lnTo>
                  <a:lnTo>
                    <a:pt x="4519" y="21624"/>
                  </a:lnTo>
                  <a:lnTo>
                    <a:pt x="4519" y="21547"/>
                  </a:lnTo>
                  <a:lnTo>
                    <a:pt x="4442" y="21470"/>
                  </a:lnTo>
                  <a:lnTo>
                    <a:pt x="4364" y="21431"/>
                  </a:lnTo>
                  <a:lnTo>
                    <a:pt x="3553" y="21315"/>
                  </a:lnTo>
                  <a:lnTo>
                    <a:pt x="3862" y="21045"/>
                  </a:lnTo>
                  <a:lnTo>
                    <a:pt x="4171" y="20775"/>
                  </a:lnTo>
                  <a:lnTo>
                    <a:pt x="4519" y="20582"/>
                  </a:lnTo>
                  <a:lnTo>
                    <a:pt x="4905" y="20466"/>
                  </a:lnTo>
                  <a:close/>
                  <a:moveTo>
                    <a:pt x="18845" y="0"/>
                  </a:moveTo>
                  <a:lnTo>
                    <a:pt x="18806" y="77"/>
                  </a:lnTo>
                  <a:lnTo>
                    <a:pt x="18729" y="39"/>
                  </a:lnTo>
                  <a:lnTo>
                    <a:pt x="18652" y="39"/>
                  </a:lnTo>
                  <a:lnTo>
                    <a:pt x="17455" y="618"/>
                  </a:lnTo>
                  <a:lnTo>
                    <a:pt x="16296" y="1236"/>
                  </a:lnTo>
                  <a:lnTo>
                    <a:pt x="15215" y="1931"/>
                  </a:lnTo>
                  <a:lnTo>
                    <a:pt x="14134" y="2664"/>
                  </a:lnTo>
                  <a:lnTo>
                    <a:pt x="13091" y="3475"/>
                  </a:lnTo>
                  <a:lnTo>
                    <a:pt x="12087" y="4325"/>
                  </a:lnTo>
                  <a:lnTo>
                    <a:pt x="11161" y="5213"/>
                  </a:lnTo>
                  <a:lnTo>
                    <a:pt x="10272" y="6178"/>
                  </a:lnTo>
                  <a:lnTo>
                    <a:pt x="9384" y="7144"/>
                  </a:lnTo>
                  <a:lnTo>
                    <a:pt x="8573" y="8186"/>
                  </a:lnTo>
                  <a:lnTo>
                    <a:pt x="7840" y="9268"/>
                  </a:lnTo>
                  <a:lnTo>
                    <a:pt x="7145" y="10387"/>
                  </a:lnTo>
                  <a:lnTo>
                    <a:pt x="6643" y="11276"/>
                  </a:lnTo>
                  <a:lnTo>
                    <a:pt x="6179" y="12164"/>
                  </a:lnTo>
                  <a:lnTo>
                    <a:pt x="5368" y="12241"/>
                  </a:lnTo>
                  <a:lnTo>
                    <a:pt x="4557" y="12395"/>
                  </a:lnTo>
                  <a:lnTo>
                    <a:pt x="3785" y="12627"/>
                  </a:lnTo>
                  <a:lnTo>
                    <a:pt x="3013" y="12936"/>
                  </a:lnTo>
                  <a:lnTo>
                    <a:pt x="2936" y="12975"/>
                  </a:lnTo>
                  <a:lnTo>
                    <a:pt x="2897" y="13013"/>
                  </a:lnTo>
                  <a:lnTo>
                    <a:pt x="2897" y="13168"/>
                  </a:lnTo>
                  <a:lnTo>
                    <a:pt x="2704" y="13361"/>
                  </a:lnTo>
                  <a:lnTo>
                    <a:pt x="2549" y="13592"/>
                  </a:lnTo>
                  <a:lnTo>
                    <a:pt x="2395" y="13863"/>
                  </a:lnTo>
                  <a:lnTo>
                    <a:pt x="2279" y="14133"/>
                  </a:lnTo>
                  <a:lnTo>
                    <a:pt x="2086" y="14712"/>
                  </a:lnTo>
                  <a:lnTo>
                    <a:pt x="1854" y="15214"/>
                  </a:lnTo>
                  <a:lnTo>
                    <a:pt x="1430" y="15987"/>
                  </a:lnTo>
                  <a:lnTo>
                    <a:pt x="1005" y="16759"/>
                  </a:lnTo>
                  <a:lnTo>
                    <a:pt x="541" y="17493"/>
                  </a:lnTo>
                  <a:lnTo>
                    <a:pt x="39" y="18226"/>
                  </a:lnTo>
                  <a:lnTo>
                    <a:pt x="1" y="18303"/>
                  </a:lnTo>
                  <a:lnTo>
                    <a:pt x="1" y="18381"/>
                  </a:lnTo>
                  <a:lnTo>
                    <a:pt x="39" y="18419"/>
                  </a:lnTo>
                  <a:lnTo>
                    <a:pt x="117" y="18458"/>
                  </a:lnTo>
                  <a:lnTo>
                    <a:pt x="117" y="18535"/>
                  </a:lnTo>
                  <a:lnTo>
                    <a:pt x="117" y="18612"/>
                  </a:lnTo>
                  <a:lnTo>
                    <a:pt x="155" y="18651"/>
                  </a:lnTo>
                  <a:lnTo>
                    <a:pt x="233" y="18690"/>
                  </a:lnTo>
                  <a:lnTo>
                    <a:pt x="1159" y="18612"/>
                  </a:lnTo>
                  <a:lnTo>
                    <a:pt x="2086" y="18574"/>
                  </a:lnTo>
                  <a:lnTo>
                    <a:pt x="3901" y="18381"/>
                  </a:lnTo>
                  <a:lnTo>
                    <a:pt x="3978" y="18342"/>
                  </a:lnTo>
                  <a:lnTo>
                    <a:pt x="4055" y="18265"/>
                  </a:lnTo>
                  <a:lnTo>
                    <a:pt x="4596" y="17106"/>
                  </a:lnTo>
                  <a:lnTo>
                    <a:pt x="5252" y="15987"/>
                  </a:lnTo>
                  <a:lnTo>
                    <a:pt x="5291" y="16566"/>
                  </a:lnTo>
                  <a:lnTo>
                    <a:pt x="5446" y="17106"/>
                  </a:lnTo>
                  <a:lnTo>
                    <a:pt x="5600" y="17647"/>
                  </a:lnTo>
                  <a:lnTo>
                    <a:pt x="5832" y="18188"/>
                  </a:lnTo>
                  <a:lnTo>
                    <a:pt x="5446" y="18381"/>
                  </a:lnTo>
                  <a:lnTo>
                    <a:pt x="5059" y="18651"/>
                  </a:lnTo>
                  <a:lnTo>
                    <a:pt x="4673" y="18960"/>
                  </a:lnTo>
                  <a:lnTo>
                    <a:pt x="4519" y="19153"/>
                  </a:lnTo>
                  <a:lnTo>
                    <a:pt x="4403" y="19346"/>
                  </a:lnTo>
                  <a:lnTo>
                    <a:pt x="4403" y="19423"/>
                  </a:lnTo>
                  <a:lnTo>
                    <a:pt x="4442" y="19501"/>
                  </a:lnTo>
                  <a:lnTo>
                    <a:pt x="4442" y="19539"/>
                  </a:lnTo>
                  <a:lnTo>
                    <a:pt x="4442" y="19616"/>
                  </a:lnTo>
                  <a:lnTo>
                    <a:pt x="4596" y="19964"/>
                  </a:lnTo>
                  <a:lnTo>
                    <a:pt x="4789" y="20273"/>
                  </a:lnTo>
                  <a:lnTo>
                    <a:pt x="4519" y="20311"/>
                  </a:lnTo>
                  <a:lnTo>
                    <a:pt x="4287" y="20389"/>
                  </a:lnTo>
                  <a:lnTo>
                    <a:pt x="4055" y="20504"/>
                  </a:lnTo>
                  <a:lnTo>
                    <a:pt x="3862" y="20620"/>
                  </a:lnTo>
                  <a:lnTo>
                    <a:pt x="3669" y="20775"/>
                  </a:lnTo>
                  <a:lnTo>
                    <a:pt x="3476" y="20968"/>
                  </a:lnTo>
                  <a:lnTo>
                    <a:pt x="3283" y="21161"/>
                  </a:lnTo>
                  <a:lnTo>
                    <a:pt x="3129" y="21354"/>
                  </a:lnTo>
                  <a:lnTo>
                    <a:pt x="3090" y="21431"/>
                  </a:lnTo>
                  <a:lnTo>
                    <a:pt x="3129" y="21508"/>
                  </a:lnTo>
                  <a:lnTo>
                    <a:pt x="3167" y="21586"/>
                  </a:lnTo>
                  <a:lnTo>
                    <a:pt x="3244" y="21624"/>
                  </a:lnTo>
                  <a:lnTo>
                    <a:pt x="4017" y="21702"/>
                  </a:lnTo>
                  <a:lnTo>
                    <a:pt x="3746" y="22010"/>
                  </a:lnTo>
                  <a:lnTo>
                    <a:pt x="3476" y="22358"/>
                  </a:lnTo>
                  <a:lnTo>
                    <a:pt x="3283" y="22706"/>
                  </a:lnTo>
                  <a:lnTo>
                    <a:pt x="3129" y="23092"/>
                  </a:lnTo>
                  <a:lnTo>
                    <a:pt x="3013" y="23478"/>
                  </a:lnTo>
                  <a:lnTo>
                    <a:pt x="2897" y="23864"/>
                  </a:lnTo>
                  <a:lnTo>
                    <a:pt x="2858" y="24289"/>
                  </a:lnTo>
                  <a:lnTo>
                    <a:pt x="2858" y="24714"/>
                  </a:lnTo>
                  <a:lnTo>
                    <a:pt x="2858" y="25370"/>
                  </a:lnTo>
                  <a:lnTo>
                    <a:pt x="2897" y="25795"/>
                  </a:lnTo>
                  <a:lnTo>
                    <a:pt x="2974" y="26219"/>
                  </a:lnTo>
                  <a:lnTo>
                    <a:pt x="3090" y="26644"/>
                  </a:lnTo>
                  <a:lnTo>
                    <a:pt x="3244" y="26992"/>
                  </a:lnTo>
                  <a:lnTo>
                    <a:pt x="3360" y="27146"/>
                  </a:lnTo>
                  <a:lnTo>
                    <a:pt x="3438" y="27262"/>
                  </a:lnTo>
                  <a:lnTo>
                    <a:pt x="3553" y="27378"/>
                  </a:lnTo>
                  <a:lnTo>
                    <a:pt x="3708" y="27417"/>
                  </a:lnTo>
                  <a:lnTo>
                    <a:pt x="3862" y="27455"/>
                  </a:lnTo>
                  <a:lnTo>
                    <a:pt x="4017" y="27455"/>
                  </a:lnTo>
                  <a:lnTo>
                    <a:pt x="4364" y="27417"/>
                  </a:lnTo>
                  <a:lnTo>
                    <a:pt x="4750" y="27262"/>
                  </a:lnTo>
                  <a:lnTo>
                    <a:pt x="5098" y="27069"/>
                  </a:lnTo>
                  <a:lnTo>
                    <a:pt x="5407" y="26837"/>
                  </a:lnTo>
                  <a:lnTo>
                    <a:pt x="5716" y="26567"/>
                  </a:lnTo>
                  <a:lnTo>
                    <a:pt x="6218" y="26065"/>
                  </a:lnTo>
                  <a:lnTo>
                    <a:pt x="6565" y="25602"/>
                  </a:lnTo>
                  <a:lnTo>
                    <a:pt x="6874" y="25100"/>
                  </a:lnTo>
                  <a:lnTo>
                    <a:pt x="7106" y="24559"/>
                  </a:lnTo>
                  <a:lnTo>
                    <a:pt x="7260" y="23980"/>
                  </a:lnTo>
                  <a:lnTo>
                    <a:pt x="7376" y="24134"/>
                  </a:lnTo>
                  <a:lnTo>
                    <a:pt x="7531" y="24289"/>
                  </a:lnTo>
                  <a:lnTo>
                    <a:pt x="7685" y="24405"/>
                  </a:lnTo>
                  <a:lnTo>
                    <a:pt x="7878" y="24520"/>
                  </a:lnTo>
                  <a:lnTo>
                    <a:pt x="7955" y="24559"/>
                  </a:lnTo>
                  <a:lnTo>
                    <a:pt x="8033" y="24520"/>
                  </a:lnTo>
                  <a:lnTo>
                    <a:pt x="8110" y="24482"/>
                  </a:lnTo>
                  <a:lnTo>
                    <a:pt x="8110" y="24366"/>
                  </a:lnTo>
                  <a:lnTo>
                    <a:pt x="8149" y="23787"/>
                  </a:lnTo>
                  <a:lnTo>
                    <a:pt x="8149" y="23208"/>
                  </a:lnTo>
                  <a:lnTo>
                    <a:pt x="8071" y="22628"/>
                  </a:lnTo>
                  <a:lnTo>
                    <a:pt x="7955" y="22049"/>
                  </a:lnTo>
                  <a:lnTo>
                    <a:pt x="8535" y="22049"/>
                  </a:lnTo>
                  <a:lnTo>
                    <a:pt x="8651" y="22010"/>
                  </a:lnTo>
                  <a:lnTo>
                    <a:pt x="8728" y="21972"/>
                  </a:lnTo>
                  <a:lnTo>
                    <a:pt x="8766" y="21933"/>
                  </a:lnTo>
                  <a:lnTo>
                    <a:pt x="8766" y="21895"/>
                  </a:lnTo>
                  <a:lnTo>
                    <a:pt x="8844" y="21006"/>
                  </a:lnTo>
                  <a:lnTo>
                    <a:pt x="8921" y="20543"/>
                  </a:lnTo>
                  <a:lnTo>
                    <a:pt x="8998" y="20118"/>
                  </a:lnTo>
                  <a:lnTo>
                    <a:pt x="9153" y="20118"/>
                  </a:lnTo>
                  <a:lnTo>
                    <a:pt x="9577" y="20041"/>
                  </a:lnTo>
                  <a:lnTo>
                    <a:pt x="9963" y="19964"/>
                  </a:lnTo>
                  <a:lnTo>
                    <a:pt x="10311" y="19809"/>
                  </a:lnTo>
                  <a:lnTo>
                    <a:pt x="10659" y="19655"/>
                  </a:lnTo>
                  <a:lnTo>
                    <a:pt x="10157" y="20389"/>
                  </a:lnTo>
                  <a:lnTo>
                    <a:pt x="9616" y="21161"/>
                  </a:lnTo>
                  <a:lnTo>
                    <a:pt x="9577" y="21238"/>
                  </a:lnTo>
                  <a:lnTo>
                    <a:pt x="9616" y="21354"/>
                  </a:lnTo>
                  <a:lnTo>
                    <a:pt x="9963" y="22049"/>
                  </a:lnTo>
                  <a:lnTo>
                    <a:pt x="10272" y="22783"/>
                  </a:lnTo>
                  <a:lnTo>
                    <a:pt x="10581" y="23516"/>
                  </a:lnTo>
                  <a:lnTo>
                    <a:pt x="10813" y="24250"/>
                  </a:lnTo>
                  <a:lnTo>
                    <a:pt x="10890" y="24327"/>
                  </a:lnTo>
                  <a:lnTo>
                    <a:pt x="11006" y="24405"/>
                  </a:lnTo>
                  <a:lnTo>
                    <a:pt x="11122" y="24405"/>
                  </a:lnTo>
                  <a:lnTo>
                    <a:pt x="11199" y="24289"/>
                  </a:lnTo>
                  <a:lnTo>
                    <a:pt x="13130" y="21740"/>
                  </a:lnTo>
                  <a:lnTo>
                    <a:pt x="14095" y="20389"/>
                  </a:lnTo>
                  <a:lnTo>
                    <a:pt x="14520" y="19732"/>
                  </a:lnTo>
                  <a:lnTo>
                    <a:pt x="14945" y="19037"/>
                  </a:lnTo>
                  <a:lnTo>
                    <a:pt x="14983" y="18960"/>
                  </a:lnTo>
                  <a:lnTo>
                    <a:pt x="14945" y="18883"/>
                  </a:lnTo>
                  <a:lnTo>
                    <a:pt x="14790" y="18535"/>
                  </a:lnTo>
                  <a:lnTo>
                    <a:pt x="14597" y="18149"/>
                  </a:lnTo>
                  <a:lnTo>
                    <a:pt x="14288" y="17454"/>
                  </a:lnTo>
                  <a:lnTo>
                    <a:pt x="13786" y="16180"/>
                  </a:lnTo>
                  <a:lnTo>
                    <a:pt x="14211" y="15369"/>
                  </a:lnTo>
                  <a:lnTo>
                    <a:pt x="14674" y="14558"/>
                  </a:lnTo>
                  <a:lnTo>
                    <a:pt x="15061" y="13708"/>
                  </a:lnTo>
                  <a:lnTo>
                    <a:pt x="15447" y="12897"/>
                  </a:lnTo>
                  <a:lnTo>
                    <a:pt x="16065" y="11391"/>
                  </a:lnTo>
                  <a:lnTo>
                    <a:pt x="16644" y="9885"/>
                  </a:lnTo>
                  <a:lnTo>
                    <a:pt x="17146" y="8341"/>
                  </a:lnTo>
                  <a:lnTo>
                    <a:pt x="17609" y="6796"/>
                  </a:lnTo>
                  <a:lnTo>
                    <a:pt x="17995" y="5213"/>
                  </a:lnTo>
                  <a:lnTo>
                    <a:pt x="18382" y="3630"/>
                  </a:lnTo>
                  <a:lnTo>
                    <a:pt x="18729" y="2047"/>
                  </a:lnTo>
                  <a:lnTo>
                    <a:pt x="19038" y="463"/>
                  </a:lnTo>
                  <a:lnTo>
                    <a:pt x="19038" y="386"/>
                  </a:lnTo>
                  <a:lnTo>
                    <a:pt x="18999" y="309"/>
                  </a:lnTo>
                  <a:lnTo>
                    <a:pt x="18999" y="232"/>
                  </a:lnTo>
                  <a:lnTo>
                    <a:pt x="18999" y="77"/>
                  </a:lnTo>
                  <a:lnTo>
                    <a:pt x="18961" y="39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7"/>
            <p:cNvSpPr/>
            <p:nvPr/>
          </p:nvSpPr>
          <p:spPr>
            <a:xfrm>
              <a:off x="5947325" y="1038225"/>
              <a:ext cx="458575" cy="289650"/>
            </a:xfrm>
            <a:custGeom>
              <a:avLst/>
              <a:gdLst/>
              <a:ahLst/>
              <a:cxnLst/>
              <a:rect l="l" t="t" r="r" b="b"/>
              <a:pathLst>
                <a:path w="18343" h="11586" extrusionOk="0">
                  <a:moveTo>
                    <a:pt x="17068" y="387"/>
                  </a:moveTo>
                  <a:lnTo>
                    <a:pt x="17145" y="426"/>
                  </a:lnTo>
                  <a:lnTo>
                    <a:pt x="17223" y="503"/>
                  </a:lnTo>
                  <a:lnTo>
                    <a:pt x="17300" y="735"/>
                  </a:lnTo>
                  <a:lnTo>
                    <a:pt x="17377" y="928"/>
                  </a:lnTo>
                  <a:lnTo>
                    <a:pt x="17377" y="1121"/>
                  </a:lnTo>
                  <a:lnTo>
                    <a:pt x="17338" y="1314"/>
                  </a:lnTo>
                  <a:lnTo>
                    <a:pt x="17223" y="1546"/>
                  </a:lnTo>
                  <a:lnTo>
                    <a:pt x="16952" y="1893"/>
                  </a:lnTo>
                  <a:lnTo>
                    <a:pt x="16721" y="2125"/>
                  </a:lnTo>
                  <a:lnTo>
                    <a:pt x="16450" y="2356"/>
                  </a:lnTo>
                  <a:lnTo>
                    <a:pt x="16180" y="2550"/>
                  </a:lnTo>
                  <a:lnTo>
                    <a:pt x="15871" y="2665"/>
                  </a:lnTo>
                  <a:lnTo>
                    <a:pt x="15871" y="2086"/>
                  </a:lnTo>
                  <a:lnTo>
                    <a:pt x="15910" y="1777"/>
                  </a:lnTo>
                  <a:lnTo>
                    <a:pt x="15948" y="1468"/>
                  </a:lnTo>
                  <a:lnTo>
                    <a:pt x="16025" y="1198"/>
                  </a:lnTo>
                  <a:lnTo>
                    <a:pt x="16180" y="928"/>
                  </a:lnTo>
                  <a:lnTo>
                    <a:pt x="16334" y="696"/>
                  </a:lnTo>
                  <a:lnTo>
                    <a:pt x="16605" y="503"/>
                  </a:lnTo>
                  <a:lnTo>
                    <a:pt x="16836" y="426"/>
                  </a:lnTo>
                  <a:lnTo>
                    <a:pt x="16991" y="387"/>
                  </a:lnTo>
                  <a:close/>
                  <a:moveTo>
                    <a:pt x="14597" y="2974"/>
                  </a:moveTo>
                  <a:lnTo>
                    <a:pt x="14867" y="3013"/>
                  </a:lnTo>
                  <a:lnTo>
                    <a:pt x="15137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7"/>
                  </a:lnTo>
                  <a:lnTo>
                    <a:pt x="14056" y="3862"/>
                  </a:lnTo>
                  <a:lnTo>
                    <a:pt x="13786" y="3940"/>
                  </a:lnTo>
                  <a:lnTo>
                    <a:pt x="13477" y="4017"/>
                  </a:lnTo>
                  <a:lnTo>
                    <a:pt x="13052" y="4017"/>
                  </a:lnTo>
                  <a:lnTo>
                    <a:pt x="12975" y="3940"/>
                  </a:lnTo>
                  <a:lnTo>
                    <a:pt x="12975" y="3862"/>
                  </a:lnTo>
                  <a:lnTo>
                    <a:pt x="12975" y="3708"/>
                  </a:lnTo>
                  <a:lnTo>
                    <a:pt x="13014" y="3476"/>
                  </a:lnTo>
                  <a:lnTo>
                    <a:pt x="13052" y="3360"/>
                  </a:lnTo>
                  <a:lnTo>
                    <a:pt x="13207" y="3245"/>
                  </a:lnTo>
                  <a:lnTo>
                    <a:pt x="13400" y="3167"/>
                  </a:lnTo>
                  <a:lnTo>
                    <a:pt x="13709" y="3052"/>
                  </a:lnTo>
                  <a:lnTo>
                    <a:pt x="14018" y="3013"/>
                  </a:lnTo>
                  <a:lnTo>
                    <a:pt x="14326" y="2974"/>
                  </a:lnTo>
                  <a:close/>
                  <a:moveTo>
                    <a:pt x="15678" y="3283"/>
                  </a:moveTo>
                  <a:lnTo>
                    <a:pt x="16334" y="3476"/>
                  </a:lnTo>
                  <a:lnTo>
                    <a:pt x="16643" y="3554"/>
                  </a:lnTo>
                  <a:lnTo>
                    <a:pt x="16991" y="3669"/>
                  </a:lnTo>
                  <a:lnTo>
                    <a:pt x="17261" y="3824"/>
                  </a:lnTo>
                  <a:lnTo>
                    <a:pt x="17531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79" y="4596"/>
                  </a:lnTo>
                  <a:lnTo>
                    <a:pt x="17918" y="4789"/>
                  </a:lnTo>
                  <a:lnTo>
                    <a:pt x="17879" y="4944"/>
                  </a:lnTo>
                  <a:lnTo>
                    <a:pt x="17802" y="5059"/>
                  </a:lnTo>
                  <a:lnTo>
                    <a:pt x="17647" y="5137"/>
                  </a:lnTo>
                  <a:lnTo>
                    <a:pt x="17493" y="5175"/>
                  </a:lnTo>
                  <a:lnTo>
                    <a:pt x="17338" y="5175"/>
                  </a:lnTo>
                  <a:lnTo>
                    <a:pt x="17145" y="5137"/>
                  </a:lnTo>
                  <a:lnTo>
                    <a:pt x="16991" y="5059"/>
                  </a:lnTo>
                  <a:lnTo>
                    <a:pt x="16643" y="4789"/>
                  </a:lnTo>
                  <a:lnTo>
                    <a:pt x="16373" y="4480"/>
                  </a:lnTo>
                  <a:lnTo>
                    <a:pt x="16180" y="4210"/>
                  </a:lnTo>
                  <a:lnTo>
                    <a:pt x="15987" y="3901"/>
                  </a:lnTo>
                  <a:lnTo>
                    <a:pt x="15832" y="3592"/>
                  </a:lnTo>
                  <a:lnTo>
                    <a:pt x="15678" y="3283"/>
                  </a:lnTo>
                  <a:close/>
                  <a:moveTo>
                    <a:pt x="4634" y="542"/>
                  </a:moveTo>
                  <a:lnTo>
                    <a:pt x="5252" y="580"/>
                  </a:lnTo>
                  <a:lnTo>
                    <a:pt x="5831" y="696"/>
                  </a:lnTo>
                  <a:lnTo>
                    <a:pt x="6410" y="850"/>
                  </a:lnTo>
                  <a:lnTo>
                    <a:pt x="6990" y="1121"/>
                  </a:lnTo>
                  <a:lnTo>
                    <a:pt x="7492" y="1430"/>
                  </a:lnTo>
                  <a:lnTo>
                    <a:pt x="7916" y="1739"/>
                  </a:lnTo>
                  <a:lnTo>
                    <a:pt x="8303" y="2086"/>
                  </a:lnTo>
                  <a:lnTo>
                    <a:pt x="8650" y="2472"/>
                  </a:lnTo>
                  <a:lnTo>
                    <a:pt x="8959" y="2858"/>
                  </a:lnTo>
                  <a:lnTo>
                    <a:pt x="9538" y="3669"/>
                  </a:lnTo>
                  <a:lnTo>
                    <a:pt x="10156" y="4480"/>
                  </a:lnTo>
                  <a:lnTo>
                    <a:pt x="10388" y="4828"/>
                  </a:lnTo>
                  <a:lnTo>
                    <a:pt x="10697" y="5137"/>
                  </a:lnTo>
                  <a:lnTo>
                    <a:pt x="11006" y="5446"/>
                  </a:lnTo>
                  <a:lnTo>
                    <a:pt x="11353" y="5677"/>
                  </a:lnTo>
                  <a:lnTo>
                    <a:pt x="11701" y="5870"/>
                  </a:lnTo>
                  <a:lnTo>
                    <a:pt x="12125" y="5986"/>
                  </a:lnTo>
                  <a:lnTo>
                    <a:pt x="12512" y="6025"/>
                  </a:lnTo>
                  <a:lnTo>
                    <a:pt x="12975" y="5986"/>
                  </a:lnTo>
                  <a:lnTo>
                    <a:pt x="13322" y="5870"/>
                  </a:lnTo>
                  <a:lnTo>
                    <a:pt x="13631" y="5755"/>
                  </a:lnTo>
                  <a:lnTo>
                    <a:pt x="13902" y="5600"/>
                  </a:lnTo>
                  <a:lnTo>
                    <a:pt x="14172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8" y="4712"/>
                  </a:lnTo>
                  <a:lnTo>
                    <a:pt x="14983" y="4442"/>
                  </a:lnTo>
                  <a:lnTo>
                    <a:pt x="14751" y="5253"/>
                  </a:lnTo>
                  <a:lnTo>
                    <a:pt x="14442" y="5986"/>
                  </a:lnTo>
                  <a:lnTo>
                    <a:pt x="14056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1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6" y="10272"/>
                  </a:lnTo>
                  <a:lnTo>
                    <a:pt x="9615" y="10466"/>
                  </a:lnTo>
                  <a:lnTo>
                    <a:pt x="9075" y="10659"/>
                  </a:lnTo>
                  <a:lnTo>
                    <a:pt x="8496" y="10774"/>
                  </a:lnTo>
                  <a:lnTo>
                    <a:pt x="7955" y="10890"/>
                  </a:lnTo>
                  <a:lnTo>
                    <a:pt x="7376" y="10929"/>
                  </a:lnTo>
                  <a:lnTo>
                    <a:pt x="6835" y="10929"/>
                  </a:lnTo>
                  <a:lnTo>
                    <a:pt x="6256" y="10890"/>
                  </a:lnTo>
                  <a:lnTo>
                    <a:pt x="5715" y="10774"/>
                  </a:lnTo>
                  <a:lnTo>
                    <a:pt x="5175" y="10620"/>
                  </a:lnTo>
                  <a:lnTo>
                    <a:pt x="4634" y="10466"/>
                  </a:lnTo>
                  <a:lnTo>
                    <a:pt x="4132" y="10195"/>
                  </a:lnTo>
                  <a:lnTo>
                    <a:pt x="3630" y="9925"/>
                  </a:lnTo>
                  <a:lnTo>
                    <a:pt x="3128" y="9577"/>
                  </a:lnTo>
                  <a:lnTo>
                    <a:pt x="2665" y="9191"/>
                  </a:lnTo>
                  <a:lnTo>
                    <a:pt x="2201" y="8767"/>
                  </a:lnTo>
                  <a:lnTo>
                    <a:pt x="1777" y="8303"/>
                  </a:lnTo>
                  <a:lnTo>
                    <a:pt x="1429" y="7801"/>
                  </a:lnTo>
                  <a:lnTo>
                    <a:pt x="1082" y="7261"/>
                  </a:lnTo>
                  <a:lnTo>
                    <a:pt x="811" y="6720"/>
                  </a:lnTo>
                  <a:lnTo>
                    <a:pt x="618" y="6141"/>
                  </a:lnTo>
                  <a:lnTo>
                    <a:pt x="464" y="5523"/>
                  </a:lnTo>
                  <a:lnTo>
                    <a:pt x="425" y="4905"/>
                  </a:lnTo>
                  <a:lnTo>
                    <a:pt x="464" y="4287"/>
                  </a:lnTo>
                  <a:lnTo>
                    <a:pt x="618" y="3708"/>
                  </a:lnTo>
                  <a:lnTo>
                    <a:pt x="811" y="3129"/>
                  </a:lnTo>
                  <a:lnTo>
                    <a:pt x="1120" y="2588"/>
                  </a:lnTo>
                  <a:lnTo>
                    <a:pt x="1468" y="2086"/>
                  </a:lnTo>
                  <a:lnTo>
                    <a:pt x="1892" y="1661"/>
                  </a:lnTo>
                  <a:lnTo>
                    <a:pt x="2356" y="1275"/>
                  </a:lnTo>
                  <a:lnTo>
                    <a:pt x="2896" y="1005"/>
                  </a:lnTo>
                  <a:lnTo>
                    <a:pt x="3476" y="773"/>
                  </a:lnTo>
                  <a:lnTo>
                    <a:pt x="4055" y="619"/>
                  </a:lnTo>
                  <a:lnTo>
                    <a:pt x="4634" y="542"/>
                  </a:lnTo>
                  <a:close/>
                  <a:moveTo>
                    <a:pt x="16875" y="1"/>
                  </a:moveTo>
                  <a:lnTo>
                    <a:pt x="16682" y="40"/>
                  </a:lnTo>
                  <a:lnTo>
                    <a:pt x="16450" y="155"/>
                  </a:lnTo>
                  <a:lnTo>
                    <a:pt x="16257" y="271"/>
                  </a:lnTo>
                  <a:lnTo>
                    <a:pt x="16103" y="426"/>
                  </a:lnTo>
                  <a:lnTo>
                    <a:pt x="15948" y="580"/>
                  </a:lnTo>
                  <a:lnTo>
                    <a:pt x="15832" y="773"/>
                  </a:lnTo>
                  <a:lnTo>
                    <a:pt x="15717" y="1005"/>
                  </a:lnTo>
                  <a:lnTo>
                    <a:pt x="15601" y="1237"/>
                  </a:lnTo>
                  <a:lnTo>
                    <a:pt x="15485" y="1739"/>
                  </a:lnTo>
                  <a:lnTo>
                    <a:pt x="15446" y="2279"/>
                  </a:lnTo>
                  <a:lnTo>
                    <a:pt x="15485" y="2820"/>
                  </a:lnTo>
                  <a:lnTo>
                    <a:pt x="15369" y="2820"/>
                  </a:lnTo>
                  <a:lnTo>
                    <a:pt x="15330" y="2858"/>
                  </a:lnTo>
                  <a:lnTo>
                    <a:pt x="14906" y="2743"/>
                  </a:lnTo>
                  <a:lnTo>
                    <a:pt x="14442" y="2665"/>
                  </a:lnTo>
                  <a:lnTo>
                    <a:pt x="13979" y="2665"/>
                  </a:lnTo>
                  <a:lnTo>
                    <a:pt x="13516" y="2743"/>
                  </a:lnTo>
                  <a:lnTo>
                    <a:pt x="13168" y="2858"/>
                  </a:lnTo>
                  <a:lnTo>
                    <a:pt x="12975" y="2974"/>
                  </a:lnTo>
                  <a:lnTo>
                    <a:pt x="12782" y="3090"/>
                  </a:lnTo>
                  <a:lnTo>
                    <a:pt x="12627" y="3206"/>
                  </a:lnTo>
                  <a:lnTo>
                    <a:pt x="12512" y="3360"/>
                  </a:lnTo>
                  <a:lnTo>
                    <a:pt x="12396" y="3554"/>
                  </a:lnTo>
                  <a:lnTo>
                    <a:pt x="12396" y="3747"/>
                  </a:lnTo>
                  <a:lnTo>
                    <a:pt x="12396" y="3940"/>
                  </a:lnTo>
                  <a:lnTo>
                    <a:pt x="12473" y="4094"/>
                  </a:lnTo>
                  <a:lnTo>
                    <a:pt x="12627" y="4210"/>
                  </a:lnTo>
                  <a:lnTo>
                    <a:pt x="12782" y="4287"/>
                  </a:lnTo>
                  <a:lnTo>
                    <a:pt x="12975" y="4364"/>
                  </a:lnTo>
                  <a:lnTo>
                    <a:pt x="13168" y="4403"/>
                  </a:lnTo>
                  <a:lnTo>
                    <a:pt x="13516" y="4364"/>
                  </a:lnTo>
                  <a:lnTo>
                    <a:pt x="13863" y="4326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8" y="3824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3" y="4866"/>
                  </a:lnTo>
                  <a:lnTo>
                    <a:pt x="13940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29" y="5446"/>
                  </a:lnTo>
                  <a:lnTo>
                    <a:pt x="12743" y="5523"/>
                  </a:lnTo>
                  <a:lnTo>
                    <a:pt x="12396" y="5523"/>
                  </a:lnTo>
                  <a:lnTo>
                    <a:pt x="12048" y="5446"/>
                  </a:lnTo>
                  <a:lnTo>
                    <a:pt x="11739" y="5330"/>
                  </a:lnTo>
                  <a:lnTo>
                    <a:pt x="11430" y="5137"/>
                  </a:lnTo>
                  <a:lnTo>
                    <a:pt x="11121" y="4905"/>
                  </a:lnTo>
                  <a:lnTo>
                    <a:pt x="10851" y="4635"/>
                  </a:lnTo>
                  <a:lnTo>
                    <a:pt x="10542" y="4210"/>
                  </a:lnTo>
                  <a:lnTo>
                    <a:pt x="10195" y="3785"/>
                  </a:lnTo>
                  <a:lnTo>
                    <a:pt x="9615" y="2936"/>
                  </a:lnTo>
                  <a:lnTo>
                    <a:pt x="9307" y="2511"/>
                  </a:lnTo>
                  <a:lnTo>
                    <a:pt x="8959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6" y="966"/>
                  </a:lnTo>
                  <a:lnTo>
                    <a:pt x="7105" y="657"/>
                  </a:lnTo>
                  <a:lnTo>
                    <a:pt x="6526" y="426"/>
                  </a:lnTo>
                  <a:lnTo>
                    <a:pt x="5947" y="271"/>
                  </a:lnTo>
                  <a:lnTo>
                    <a:pt x="5329" y="155"/>
                  </a:lnTo>
                  <a:lnTo>
                    <a:pt x="4750" y="117"/>
                  </a:lnTo>
                  <a:lnTo>
                    <a:pt x="4132" y="155"/>
                  </a:lnTo>
                  <a:lnTo>
                    <a:pt x="3553" y="271"/>
                  </a:lnTo>
                  <a:lnTo>
                    <a:pt x="3283" y="348"/>
                  </a:lnTo>
                  <a:lnTo>
                    <a:pt x="2935" y="464"/>
                  </a:lnTo>
                  <a:lnTo>
                    <a:pt x="2588" y="619"/>
                  </a:lnTo>
                  <a:lnTo>
                    <a:pt x="2279" y="812"/>
                  </a:lnTo>
                  <a:lnTo>
                    <a:pt x="1931" y="1005"/>
                  </a:lnTo>
                  <a:lnTo>
                    <a:pt x="1661" y="1275"/>
                  </a:lnTo>
                  <a:lnTo>
                    <a:pt x="1352" y="1546"/>
                  </a:lnTo>
                  <a:lnTo>
                    <a:pt x="1082" y="1854"/>
                  </a:lnTo>
                  <a:lnTo>
                    <a:pt x="850" y="2163"/>
                  </a:lnTo>
                  <a:lnTo>
                    <a:pt x="541" y="2665"/>
                  </a:lnTo>
                  <a:lnTo>
                    <a:pt x="309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0" y="4712"/>
                  </a:lnTo>
                  <a:lnTo>
                    <a:pt x="39" y="5214"/>
                  </a:lnTo>
                  <a:lnTo>
                    <a:pt x="78" y="5716"/>
                  </a:lnTo>
                  <a:lnTo>
                    <a:pt x="193" y="6218"/>
                  </a:lnTo>
                  <a:lnTo>
                    <a:pt x="386" y="6720"/>
                  </a:lnTo>
                  <a:lnTo>
                    <a:pt x="580" y="7222"/>
                  </a:lnTo>
                  <a:lnTo>
                    <a:pt x="811" y="7685"/>
                  </a:lnTo>
                  <a:lnTo>
                    <a:pt x="1082" y="8110"/>
                  </a:lnTo>
                  <a:lnTo>
                    <a:pt x="1429" y="8573"/>
                  </a:lnTo>
                  <a:lnTo>
                    <a:pt x="1777" y="8960"/>
                  </a:lnTo>
                  <a:lnTo>
                    <a:pt x="2124" y="9384"/>
                  </a:lnTo>
                  <a:lnTo>
                    <a:pt x="2549" y="9732"/>
                  </a:lnTo>
                  <a:lnTo>
                    <a:pt x="3090" y="10157"/>
                  </a:lnTo>
                  <a:lnTo>
                    <a:pt x="3630" y="10504"/>
                  </a:lnTo>
                  <a:lnTo>
                    <a:pt x="4209" y="10774"/>
                  </a:lnTo>
                  <a:lnTo>
                    <a:pt x="4789" y="11045"/>
                  </a:lnTo>
                  <a:lnTo>
                    <a:pt x="5406" y="11199"/>
                  </a:lnTo>
                  <a:lnTo>
                    <a:pt x="6024" y="11354"/>
                  </a:lnTo>
                  <a:lnTo>
                    <a:pt x="6642" y="11392"/>
                  </a:lnTo>
                  <a:lnTo>
                    <a:pt x="7260" y="11431"/>
                  </a:lnTo>
                  <a:lnTo>
                    <a:pt x="7337" y="11585"/>
                  </a:lnTo>
                  <a:lnTo>
                    <a:pt x="7646" y="11392"/>
                  </a:lnTo>
                  <a:lnTo>
                    <a:pt x="8457" y="11315"/>
                  </a:lnTo>
                  <a:lnTo>
                    <a:pt x="9268" y="11122"/>
                  </a:lnTo>
                  <a:lnTo>
                    <a:pt x="10079" y="10813"/>
                  </a:lnTo>
                  <a:lnTo>
                    <a:pt x="10851" y="10466"/>
                  </a:lnTo>
                  <a:lnTo>
                    <a:pt x="11546" y="10041"/>
                  </a:lnTo>
                  <a:lnTo>
                    <a:pt x="12164" y="9577"/>
                  </a:lnTo>
                  <a:lnTo>
                    <a:pt x="12434" y="9384"/>
                  </a:lnTo>
                  <a:lnTo>
                    <a:pt x="13052" y="8805"/>
                  </a:lnTo>
                  <a:lnTo>
                    <a:pt x="13631" y="8187"/>
                  </a:lnTo>
                  <a:lnTo>
                    <a:pt x="14133" y="7492"/>
                  </a:lnTo>
                  <a:lnTo>
                    <a:pt x="14597" y="6797"/>
                  </a:lnTo>
                  <a:lnTo>
                    <a:pt x="14944" y="6025"/>
                  </a:lnTo>
                  <a:lnTo>
                    <a:pt x="15099" y="5639"/>
                  </a:lnTo>
                  <a:lnTo>
                    <a:pt x="15253" y="5214"/>
                  </a:lnTo>
                  <a:lnTo>
                    <a:pt x="15330" y="4828"/>
                  </a:lnTo>
                  <a:lnTo>
                    <a:pt x="15408" y="4403"/>
                  </a:lnTo>
                  <a:lnTo>
                    <a:pt x="15485" y="4017"/>
                  </a:lnTo>
                  <a:lnTo>
                    <a:pt x="15485" y="3592"/>
                  </a:lnTo>
                  <a:lnTo>
                    <a:pt x="15678" y="4056"/>
                  </a:lnTo>
                  <a:lnTo>
                    <a:pt x="15948" y="4480"/>
                  </a:lnTo>
                  <a:lnTo>
                    <a:pt x="16257" y="4866"/>
                  </a:lnTo>
                  <a:lnTo>
                    <a:pt x="16605" y="5214"/>
                  </a:lnTo>
                  <a:lnTo>
                    <a:pt x="16759" y="5368"/>
                  </a:lnTo>
                  <a:lnTo>
                    <a:pt x="16991" y="5484"/>
                  </a:lnTo>
                  <a:lnTo>
                    <a:pt x="17184" y="5561"/>
                  </a:lnTo>
                  <a:lnTo>
                    <a:pt x="17416" y="5639"/>
                  </a:lnTo>
                  <a:lnTo>
                    <a:pt x="17609" y="5677"/>
                  </a:lnTo>
                  <a:lnTo>
                    <a:pt x="17840" y="5639"/>
                  </a:lnTo>
                  <a:lnTo>
                    <a:pt x="18033" y="5523"/>
                  </a:lnTo>
                  <a:lnTo>
                    <a:pt x="18188" y="5330"/>
                  </a:lnTo>
                  <a:lnTo>
                    <a:pt x="18304" y="5137"/>
                  </a:lnTo>
                  <a:lnTo>
                    <a:pt x="18342" y="4944"/>
                  </a:lnTo>
                  <a:lnTo>
                    <a:pt x="18304" y="4712"/>
                  </a:lnTo>
                  <a:lnTo>
                    <a:pt x="18265" y="4519"/>
                  </a:lnTo>
                  <a:lnTo>
                    <a:pt x="18188" y="4287"/>
                  </a:lnTo>
                  <a:lnTo>
                    <a:pt x="18072" y="4133"/>
                  </a:lnTo>
                  <a:lnTo>
                    <a:pt x="17956" y="3940"/>
                  </a:lnTo>
                  <a:lnTo>
                    <a:pt x="17802" y="3785"/>
                  </a:lnTo>
                  <a:lnTo>
                    <a:pt x="17647" y="3631"/>
                  </a:lnTo>
                  <a:lnTo>
                    <a:pt x="17416" y="3476"/>
                  </a:lnTo>
                  <a:lnTo>
                    <a:pt x="16952" y="3245"/>
                  </a:lnTo>
                  <a:lnTo>
                    <a:pt x="16489" y="3052"/>
                  </a:lnTo>
                  <a:lnTo>
                    <a:pt x="15987" y="2936"/>
                  </a:lnTo>
                  <a:lnTo>
                    <a:pt x="16412" y="2781"/>
                  </a:lnTo>
                  <a:lnTo>
                    <a:pt x="16836" y="2511"/>
                  </a:lnTo>
                  <a:lnTo>
                    <a:pt x="17184" y="2202"/>
                  </a:lnTo>
                  <a:lnTo>
                    <a:pt x="17493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3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0" y="194"/>
                  </a:lnTo>
                  <a:lnTo>
                    <a:pt x="17454" y="117"/>
                  </a:lnTo>
                  <a:lnTo>
                    <a:pt x="17338" y="40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7"/>
            <p:cNvSpPr/>
            <p:nvPr/>
          </p:nvSpPr>
          <p:spPr>
            <a:xfrm>
              <a:off x="5978200" y="1074925"/>
              <a:ext cx="144850" cy="162200"/>
            </a:xfrm>
            <a:custGeom>
              <a:avLst/>
              <a:gdLst/>
              <a:ahLst/>
              <a:cxnLst/>
              <a:rect l="l" t="t" r="r" b="b"/>
              <a:pathLst>
                <a:path w="5794" h="6488" extrusionOk="0">
                  <a:moveTo>
                    <a:pt x="2241" y="425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7" y="734"/>
                  </a:lnTo>
                  <a:lnTo>
                    <a:pt x="4171" y="1004"/>
                  </a:lnTo>
                  <a:lnTo>
                    <a:pt x="4558" y="1313"/>
                  </a:lnTo>
                  <a:lnTo>
                    <a:pt x="4751" y="1506"/>
                  </a:lnTo>
                  <a:lnTo>
                    <a:pt x="4905" y="1738"/>
                  </a:lnTo>
                  <a:lnTo>
                    <a:pt x="5021" y="1931"/>
                  </a:lnTo>
                  <a:lnTo>
                    <a:pt x="5137" y="2163"/>
                  </a:lnTo>
                  <a:lnTo>
                    <a:pt x="5214" y="2433"/>
                  </a:lnTo>
                  <a:lnTo>
                    <a:pt x="5291" y="2703"/>
                  </a:lnTo>
                  <a:lnTo>
                    <a:pt x="5330" y="3167"/>
                  </a:lnTo>
                  <a:lnTo>
                    <a:pt x="5330" y="3630"/>
                  </a:lnTo>
                  <a:lnTo>
                    <a:pt x="5214" y="4132"/>
                  </a:lnTo>
                  <a:lnTo>
                    <a:pt x="5021" y="4557"/>
                  </a:lnTo>
                  <a:lnTo>
                    <a:pt x="4789" y="4982"/>
                  </a:lnTo>
                  <a:lnTo>
                    <a:pt x="4480" y="5329"/>
                  </a:lnTo>
                  <a:lnTo>
                    <a:pt x="4287" y="5484"/>
                  </a:lnTo>
                  <a:lnTo>
                    <a:pt x="4094" y="5638"/>
                  </a:lnTo>
                  <a:lnTo>
                    <a:pt x="3901" y="5754"/>
                  </a:lnTo>
                  <a:lnTo>
                    <a:pt x="3669" y="5831"/>
                  </a:lnTo>
                  <a:lnTo>
                    <a:pt x="3360" y="5947"/>
                  </a:lnTo>
                  <a:lnTo>
                    <a:pt x="3090" y="5986"/>
                  </a:lnTo>
                  <a:lnTo>
                    <a:pt x="2820" y="6024"/>
                  </a:lnTo>
                  <a:lnTo>
                    <a:pt x="2550" y="5986"/>
                  </a:lnTo>
                  <a:lnTo>
                    <a:pt x="2279" y="5947"/>
                  </a:lnTo>
                  <a:lnTo>
                    <a:pt x="2048" y="5870"/>
                  </a:lnTo>
                  <a:lnTo>
                    <a:pt x="1855" y="5754"/>
                  </a:lnTo>
                  <a:lnTo>
                    <a:pt x="1623" y="5638"/>
                  </a:lnTo>
                  <a:lnTo>
                    <a:pt x="1430" y="5484"/>
                  </a:lnTo>
                  <a:lnTo>
                    <a:pt x="1275" y="5291"/>
                  </a:lnTo>
                  <a:lnTo>
                    <a:pt x="1082" y="5097"/>
                  </a:lnTo>
                  <a:lnTo>
                    <a:pt x="966" y="4904"/>
                  </a:lnTo>
                  <a:lnTo>
                    <a:pt x="696" y="4441"/>
                  </a:lnTo>
                  <a:lnTo>
                    <a:pt x="542" y="3900"/>
                  </a:lnTo>
                  <a:lnTo>
                    <a:pt x="426" y="3398"/>
                  </a:lnTo>
                  <a:lnTo>
                    <a:pt x="426" y="2858"/>
                  </a:lnTo>
                  <a:lnTo>
                    <a:pt x="503" y="2317"/>
                  </a:lnTo>
                  <a:lnTo>
                    <a:pt x="542" y="2047"/>
                  </a:lnTo>
                  <a:lnTo>
                    <a:pt x="657" y="1815"/>
                  </a:lnTo>
                  <a:lnTo>
                    <a:pt x="735" y="1584"/>
                  </a:lnTo>
                  <a:lnTo>
                    <a:pt x="889" y="1352"/>
                  </a:lnTo>
                  <a:lnTo>
                    <a:pt x="1044" y="1159"/>
                  </a:lnTo>
                  <a:lnTo>
                    <a:pt x="1237" y="1004"/>
                  </a:lnTo>
                  <a:lnTo>
                    <a:pt x="1430" y="811"/>
                  </a:lnTo>
                  <a:lnTo>
                    <a:pt x="1661" y="695"/>
                  </a:lnTo>
                  <a:lnTo>
                    <a:pt x="1893" y="580"/>
                  </a:lnTo>
                  <a:lnTo>
                    <a:pt x="2202" y="502"/>
                  </a:lnTo>
                  <a:lnTo>
                    <a:pt x="2241" y="464"/>
                  </a:lnTo>
                  <a:lnTo>
                    <a:pt x="2241" y="425"/>
                  </a:lnTo>
                  <a:close/>
                  <a:moveTo>
                    <a:pt x="2279" y="0"/>
                  </a:moveTo>
                  <a:lnTo>
                    <a:pt x="1970" y="39"/>
                  </a:lnTo>
                  <a:lnTo>
                    <a:pt x="1893" y="78"/>
                  </a:lnTo>
                  <a:lnTo>
                    <a:pt x="1816" y="116"/>
                  </a:lnTo>
                  <a:lnTo>
                    <a:pt x="1816" y="193"/>
                  </a:lnTo>
                  <a:lnTo>
                    <a:pt x="1816" y="271"/>
                  </a:lnTo>
                  <a:lnTo>
                    <a:pt x="1507" y="348"/>
                  </a:lnTo>
                  <a:lnTo>
                    <a:pt x="1275" y="464"/>
                  </a:lnTo>
                  <a:lnTo>
                    <a:pt x="1044" y="618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7"/>
                  </a:lnTo>
                  <a:lnTo>
                    <a:pt x="349" y="1429"/>
                  </a:lnTo>
                  <a:lnTo>
                    <a:pt x="233" y="1661"/>
                  </a:lnTo>
                  <a:lnTo>
                    <a:pt x="117" y="1931"/>
                  </a:lnTo>
                  <a:lnTo>
                    <a:pt x="78" y="2201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0"/>
                  </a:lnTo>
                  <a:lnTo>
                    <a:pt x="271" y="4518"/>
                  </a:lnTo>
                  <a:lnTo>
                    <a:pt x="387" y="4827"/>
                  </a:lnTo>
                  <a:lnTo>
                    <a:pt x="542" y="5097"/>
                  </a:lnTo>
                  <a:lnTo>
                    <a:pt x="696" y="5329"/>
                  </a:lnTo>
                  <a:lnTo>
                    <a:pt x="851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0"/>
                  </a:lnTo>
                  <a:lnTo>
                    <a:pt x="1739" y="6256"/>
                  </a:lnTo>
                  <a:lnTo>
                    <a:pt x="2009" y="6372"/>
                  </a:lnTo>
                  <a:lnTo>
                    <a:pt x="2279" y="6449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49"/>
                  </a:lnTo>
                  <a:lnTo>
                    <a:pt x="3554" y="6372"/>
                  </a:lnTo>
                  <a:lnTo>
                    <a:pt x="3862" y="6256"/>
                  </a:lnTo>
                  <a:lnTo>
                    <a:pt x="4133" y="6140"/>
                  </a:lnTo>
                  <a:lnTo>
                    <a:pt x="4403" y="5986"/>
                  </a:lnTo>
                  <a:lnTo>
                    <a:pt x="4635" y="5793"/>
                  </a:lnTo>
                  <a:lnTo>
                    <a:pt x="4866" y="5599"/>
                  </a:lnTo>
                  <a:lnTo>
                    <a:pt x="5060" y="5368"/>
                  </a:lnTo>
                  <a:lnTo>
                    <a:pt x="5214" y="5136"/>
                  </a:lnTo>
                  <a:lnTo>
                    <a:pt x="5368" y="4866"/>
                  </a:lnTo>
                  <a:lnTo>
                    <a:pt x="5523" y="4634"/>
                  </a:lnTo>
                  <a:lnTo>
                    <a:pt x="5639" y="4325"/>
                  </a:lnTo>
                  <a:lnTo>
                    <a:pt x="5716" y="4055"/>
                  </a:lnTo>
                  <a:lnTo>
                    <a:pt x="5755" y="3746"/>
                  </a:lnTo>
                  <a:lnTo>
                    <a:pt x="5793" y="3437"/>
                  </a:lnTo>
                  <a:lnTo>
                    <a:pt x="5793" y="3128"/>
                  </a:lnTo>
                  <a:lnTo>
                    <a:pt x="5793" y="2858"/>
                  </a:lnTo>
                  <a:lnTo>
                    <a:pt x="5716" y="2549"/>
                  </a:lnTo>
                  <a:lnTo>
                    <a:pt x="5639" y="2240"/>
                  </a:lnTo>
                  <a:lnTo>
                    <a:pt x="5523" y="1931"/>
                  </a:lnTo>
                  <a:lnTo>
                    <a:pt x="5368" y="1661"/>
                  </a:lnTo>
                  <a:lnTo>
                    <a:pt x="5214" y="1390"/>
                  </a:lnTo>
                  <a:lnTo>
                    <a:pt x="5021" y="1159"/>
                  </a:lnTo>
                  <a:lnTo>
                    <a:pt x="4828" y="927"/>
                  </a:lnTo>
                  <a:lnTo>
                    <a:pt x="4596" y="734"/>
                  </a:lnTo>
                  <a:lnTo>
                    <a:pt x="4326" y="541"/>
                  </a:lnTo>
                  <a:lnTo>
                    <a:pt x="4094" y="386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7"/>
            <p:cNvSpPr/>
            <p:nvPr/>
          </p:nvSpPr>
          <p:spPr>
            <a:xfrm>
              <a:off x="5341075" y="109905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2" y="2742"/>
                  </a:lnTo>
                  <a:lnTo>
                    <a:pt x="966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7"/>
            <p:cNvSpPr/>
            <p:nvPr/>
          </p:nvSpPr>
          <p:spPr>
            <a:xfrm>
              <a:off x="695700" y="1106775"/>
              <a:ext cx="102350" cy="132275"/>
            </a:xfrm>
            <a:custGeom>
              <a:avLst/>
              <a:gdLst/>
              <a:ahLst/>
              <a:cxnLst/>
              <a:rect l="l" t="t" r="r" b="b"/>
              <a:pathLst>
                <a:path w="4094" h="5291" extrusionOk="0">
                  <a:moveTo>
                    <a:pt x="2279" y="1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4" y="1893"/>
                  </a:lnTo>
                  <a:lnTo>
                    <a:pt x="116" y="2279"/>
                  </a:lnTo>
                  <a:lnTo>
                    <a:pt x="39" y="2665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1"/>
                  </a:lnTo>
                  <a:lnTo>
                    <a:pt x="425" y="5291"/>
                  </a:lnTo>
                  <a:lnTo>
                    <a:pt x="464" y="4750"/>
                  </a:lnTo>
                  <a:lnTo>
                    <a:pt x="464" y="4210"/>
                  </a:lnTo>
                  <a:lnTo>
                    <a:pt x="464" y="3630"/>
                  </a:lnTo>
                  <a:lnTo>
                    <a:pt x="464" y="3090"/>
                  </a:lnTo>
                  <a:lnTo>
                    <a:pt x="541" y="2549"/>
                  </a:lnTo>
                  <a:lnTo>
                    <a:pt x="657" y="2047"/>
                  </a:lnTo>
                  <a:lnTo>
                    <a:pt x="773" y="1816"/>
                  </a:lnTo>
                  <a:lnTo>
                    <a:pt x="889" y="1545"/>
                  </a:lnTo>
                  <a:lnTo>
                    <a:pt x="1043" y="1352"/>
                  </a:lnTo>
                  <a:lnTo>
                    <a:pt x="1198" y="1120"/>
                  </a:lnTo>
                  <a:lnTo>
                    <a:pt x="1391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80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4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2" y="1391"/>
                  </a:lnTo>
                  <a:lnTo>
                    <a:pt x="3669" y="1661"/>
                  </a:lnTo>
                  <a:lnTo>
                    <a:pt x="4094" y="1545"/>
                  </a:lnTo>
                  <a:lnTo>
                    <a:pt x="3978" y="1159"/>
                  </a:lnTo>
                  <a:lnTo>
                    <a:pt x="3823" y="812"/>
                  </a:lnTo>
                  <a:lnTo>
                    <a:pt x="3630" y="503"/>
                  </a:lnTo>
                  <a:lnTo>
                    <a:pt x="3399" y="271"/>
                  </a:lnTo>
                  <a:lnTo>
                    <a:pt x="3244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7"/>
            <p:cNvSpPr/>
            <p:nvPr/>
          </p:nvSpPr>
          <p:spPr>
            <a:xfrm>
              <a:off x="560550" y="1107750"/>
              <a:ext cx="437325" cy="302175"/>
            </a:xfrm>
            <a:custGeom>
              <a:avLst/>
              <a:gdLst/>
              <a:ahLst/>
              <a:cxnLst/>
              <a:rect l="l" t="t" r="r" b="b"/>
              <a:pathLst>
                <a:path w="17493" h="12087" extrusionOk="0">
                  <a:moveTo>
                    <a:pt x="11971" y="502"/>
                  </a:moveTo>
                  <a:lnTo>
                    <a:pt x="12087" y="541"/>
                  </a:lnTo>
                  <a:lnTo>
                    <a:pt x="12203" y="579"/>
                  </a:lnTo>
                  <a:lnTo>
                    <a:pt x="12280" y="657"/>
                  </a:lnTo>
                  <a:lnTo>
                    <a:pt x="12627" y="888"/>
                  </a:lnTo>
                  <a:lnTo>
                    <a:pt x="12898" y="1159"/>
                  </a:lnTo>
                  <a:lnTo>
                    <a:pt x="13129" y="1506"/>
                  </a:lnTo>
                  <a:lnTo>
                    <a:pt x="13322" y="1854"/>
                  </a:lnTo>
                  <a:lnTo>
                    <a:pt x="13477" y="2278"/>
                  </a:lnTo>
                  <a:lnTo>
                    <a:pt x="13593" y="2665"/>
                  </a:lnTo>
                  <a:lnTo>
                    <a:pt x="13824" y="3437"/>
                  </a:lnTo>
                  <a:lnTo>
                    <a:pt x="13824" y="3437"/>
                  </a:lnTo>
                  <a:lnTo>
                    <a:pt x="13091" y="3012"/>
                  </a:lnTo>
                  <a:lnTo>
                    <a:pt x="12705" y="2780"/>
                  </a:lnTo>
                  <a:lnTo>
                    <a:pt x="12357" y="2510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2" y="1738"/>
                  </a:lnTo>
                  <a:lnTo>
                    <a:pt x="11508" y="1429"/>
                  </a:lnTo>
                  <a:lnTo>
                    <a:pt x="11430" y="1081"/>
                  </a:lnTo>
                  <a:lnTo>
                    <a:pt x="11662" y="734"/>
                  </a:lnTo>
                  <a:lnTo>
                    <a:pt x="11739" y="618"/>
                  </a:lnTo>
                  <a:lnTo>
                    <a:pt x="11855" y="541"/>
                  </a:lnTo>
                  <a:lnTo>
                    <a:pt x="11971" y="502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89" y="1738"/>
                  </a:lnTo>
                  <a:lnTo>
                    <a:pt x="16566" y="1854"/>
                  </a:lnTo>
                  <a:lnTo>
                    <a:pt x="16605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5" y="2510"/>
                  </a:lnTo>
                  <a:lnTo>
                    <a:pt x="16528" y="2665"/>
                  </a:lnTo>
                  <a:lnTo>
                    <a:pt x="16412" y="2819"/>
                  </a:lnTo>
                  <a:lnTo>
                    <a:pt x="16296" y="2974"/>
                  </a:lnTo>
                  <a:lnTo>
                    <a:pt x="15948" y="3205"/>
                  </a:lnTo>
                  <a:lnTo>
                    <a:pt x="15524" y="3398"/>
                  </a:lnTo>
                  <a:lnTo>
                    <a:pt x="15137" y="3553"/>
                  </a:lnTo>
                  <a:lnTo>
                    <a:pt x="14713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6"/>
                  </a:lnTo>
                  <a:lnTo>
                    <a:pt x="15060" y="2278"/>
                  </a:lnTo>
                  <a:lnTo>
                    <a:pt x="15408" y="1970"/>
                  </a:lnTo>
                  <a:lnTo>
                    <a:pt x="15639" y="1815"/>
                  </a:lnTo>
                  <a:lnTo>
                    <a:pt x="15871" y="1699"/>
                  </a:lnTo>
                  <a:lnTo>
                    <a:pt x="16103" y="1622"/>
                  </a:lnTo>
                  <a:close/>
                  <a:moveTo>
                    <a:pt x="13824" y="4286"/>
                  </a:moveTo>
                  <a:lnTo>
                    <a:pt x="13670" y="4557"/>
                  </a:lnTo>
                  <a:lnTo>
                    <a:pt x="13477" y="4788"/>
                  </a:lnTo>
                  <a:lnTo>
                    <a:pt x="13245" y="5020"/>
                  </a:lnTo>
                  <a:lnTo>
                    <a:pt x="13014" y="5252"/>
                  </a:lnTo>
                  <a:lnTo>
                    <a:pt x="12666" y="5484"/>
                  </a:lnTo>
                  <a:lnTo>
                    <a:pt x="12125" y="5792"/>
                  </a:lnTo>
                  <a:lnTo>
                    <a:pt x="11855" y="5908"/>
                  </a:lnTo>
                  <a:lnTo>
                    <a:pt x="11623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4" y="5870"/>
                  </a:lnTo>
                  <a:lnTo>
                    <a:pt x="10967" y="5792"/>
                  </a:lnTo>
                  <a:lnTo>
                    <a:pt x="10928" y="5715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7" y="5290"/>
                  </a:lnTo>
                  <a:lnTo>
                    <a:pt x="11121" y="5097"/>
                  </a:lnTo>
                  <a:lnTo>
                    <a:pt x="11276" y="4943"/>
                  </a:lnTo>
                  <a:lnTo>
                    <a:pt x="11546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7" y="4480"/>
                  </a:lnTo>
                  <a:lnTo>
                    <a:pt x="13245" y="4402"/>
                  </a:lnTo>
                  <a:lnTo>
                    <a:pt x="13554" y="4364"/>
                  </a:lnTo>
                  <a:lnTo>
                    <a:pt x="13824" y="4286"/>
                  </a:lnTo>
                  <a:close/>
                  <a:moveTo>
                    <a:pt x="14404" y="4248"/>
                  </a:moveTo>
                  <a:lnTo>
                    <a:pt x="15060" y="4595"/>
                  </a:lnTo>
                  <a:lnTo>
                    <a:pt x="15408" y="4788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1" y="5368"/>
                  </a:lnTo>
                  <a:lnTo>
                    <a:pt x="16412" y="5677"/>
                  </a:lnTo>
                  <a:lnTo>
                    <a:pt x="16643" y="6024"/>
                  </a:lnTo>
                  <a:lnTo>
                    <a:pt x="16875" y="6333"/>
                  </a:lnTo>
                  <a:lnTo>
                    <a:pt x="16991" y="6681"/>
                  </a:lnTo>
                  <a:lnTo>
                    <a:pt x="16991" y="6835"/>
                  </a:lnTo>
                  <a:lnTo>
                    <a:pt x="16991" y="6990"/>
                  </a:lnTo>
                  <a:lnTo>
                    <a:pt x="16952" y="7105"/>
                  </a:lnTo>
                  <a:lnTo>
                    <a:pt x="16836" y="7221"/>
                  </a:lnTo>
                  <a:lnTo>
                    <a:pt x="16759" y="7298"/>
                  </a:lnTo>
                  <a:lnTo>
                    <a:pt x="16643" y="7337"/>
                  </a:lnTo>
                  <a:lnTo>
                    <a:pt x="16373" y="7337"/>
                  </a:lnTo>
                  <a:lnTo>
                    <a:pt x="16141" y="7221"/>
                  </a:lnTo>
                  <a:lnTo>
                    <a:pt x="15871" y="7028"/>
                  </a:lnTo>
                  <a:lnTo>
                    <a:pt x="15601" y="6835"/>
                  </a:lnTo>
                  <a:lnTo>
                    <a:pt x="15369" y="6565"/>
                  </a:lnTo>
                  <a:lnTo>
                    <a:pt x="15060" y="6179"/>
                  </a:lnTo>
                  <a:lnTo>
                    <a:pt x="14828" y="5715"/>
                  </a:lnTo>
                  <a:lnTo>
                    <a:pt x="14635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5" y="0"/>
                  </a:moveTo>
                  <a:lnTo>
                    <a:pt x="11585" y="77"/>
                  </a:lnTo>
                  <a:lnTo>
                    <a:pt x="11469" y="116"/>
                  </a:lnTo>
                  <a:lnTo>
                    <a:pt x="11353" y="232"/>
                  </a:lnTo>
                  <a:lnTo>
                    <a:pt x="11160" y="425"/>
                  </a:lnTo>
                  <a:lnTo>
                    <a:pt x="11006" y="618"/>
                  </a:lnTo>
                  <a:lnTo>
                    <a:pt x="10928" y="811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67" y="1468"/>
                  </a:lnTo>
                  <a:lnTo>
                    <a:pt x="11083" y="1699"/>
                  </a:lnTo>
                  <a:lnTo>
                    <a:pt x="11199" y="1892"/>
                  </a:lnTo>
                  <a:lnTo>
                    <a:pt x="11546" y="2317"/>
                  </a:lnTo>
                  <a:lnTo>
                    <a:pt x="11932" y="2742"/>
                  </a:lnTo>
                  <a:lnTo>
                    <a:pt x="12396" y="3089"/>
                  </a:lnTo>
                  <a:lnTo>
                    <a:pt x="12859" y="3437"/>
                  </a:lnTo>
                  <a:lnTo>
                    <a:pt x="12048" y="3321"/>
                  </a:lnTo>
                  <a:lnTo>
                    <a:pt x="11199" y="3282"/>
                  </a:lnTo>
                  <a:lnTo>
                    <a:pt x="10388" y="3360"/>
                  </a:lnTo>
                  <a:lnTo>
                    <a:pt x="9615" y="3476"/>
                  </a:lnTo>
                  <a:lnTo>
                    <a:pt x="9654" y="3012"/>
                  </a:lnTo>
                  <a:lnTo>
                    <a:pt x="9654" y="2510"/>
                  </a:lnTo>
                  <a:lnTo>
                    <a:pt x="9615" y="2008"/>
                  </a:lnTo>
                  <a:lnTo>
                    <a:pt x="9500" y="1506"/>
                  </a:lnTo>
                  <a:lnTo>
                    <a:pt x="9075" y="1622"/>
                  </a:lnTo>
                  <a:lnTo>
                    <a:pt x="9152" y="2085"/>
                  </a:lnTo>
                  <a:lnTo>
                    <a:pt x="9152" y="2587"/>
                  </a:lnTo>
                  <a:lnTo>
                    <a:pt x="9113" y="3089"/>
                  </a:lnTo>
                  <a:lnTo>
                    <a:pt x="9075" y="3514"/>
                  </a:lnTo>
                  <a:lnTo>
                    <a:pt x="9075" y="3630"/>
                  </a:lnTo>
                  <a:lnTo>
                    <a:pt x="8225" y="3900"/>
                  </a:lnTo>
                  <a:lnTo>
                    <a:pt x="7414" y="4286"/>
                  </a:lnTo>
                  <a:lnTo>
                    <a:pt x="6604" y="4711"/>
                  </a:lnTo>
                  <a:lnTo>
                    <a:pt x="5831" y="5252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6" y="6217"/>
                  </a:lnTo>
                  <a:lnTo>
                    <a:pt x="3823" y="6951"/>
                  </a:lnTo>
                  <a:lnTo>
                    <a:pt x="3090" y="7685"/>
                  </a:lnTo>
                  <a:lnTo>
                    <a:pt x="2394" y="8495"/>
                  </a:lnTo>
                  <a:lnTo>
                    <a:pt x="1738" y="9306"/>
                  </a:lnTo>
                  <a:lnTo>
                    <a:pt x="1082" y="10156"/>
                  </a:lnTo>
                  <a:lnTo>
                    <a:pt x="502" y="10967"/>
                  </a:lnTo>
                  <a:lnTo>
                    <a:pt x="0" y="11816"/>
                  </a:lnTo>
                  <a:lnTo>
                    <a:pt x="309" y="12087"/>
                  </a:lnTo>
                  <a:lnTo>
                    <a:pt x="1545" y="10503"/>
                  </a:lnTo>
                  <a:lnTo>
                    <a:pt x="2742" y="8959"/>
                  </a:lnTo>
                  <a:lnTo>
                    <a:pt x="3360" y="8225"/>
                  </a:lnTo>
                  <a:lnTo>
                    <a:pt x="4016" y="7491"/>
                  </a:lnTo>
                  <a:lnTo>
                    <a:pt x="4711" y="6835"/>
                  </a:lnTo>
                  <a:lnTo>
                    <a:pt x="5484" y="6179"/>
                  </a:lnTo>
                  <a:lnTo>
                    <a:pt x="6256" y="5599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7" y="4441"/>
                  </a:lnTo>
                  <a:lnTo>
                    <a:pt x="8920" y="4248"/>
                  </a:lnTo>
                  <a:lnTo>
                    <a:pt x="9422" y="4132"/>
                  </a:lnTo>
                  <a:lnTo>
                    <a:pt x="9886" y="4016"/>
                  </a:lnTo>
                  <a:lnTo>
                    <a:pt x="10388" y="3939"/>
                  </a:lnTo>
                  <a:lnTo>
                    <a:pt x="10851" y="3862"/>
                  </a:lnTo>
                  <a:lnTo>
                    <a:pt x="11353" y="3823"/>
                  </a:lnTo>
                  <a:lnTo>
                    <a:pt x="11855" y="3823"/>
                  </a:lnTo>
                  <a:lnTo>
                    <a:pt x="12357" y="3862"/>
                  </a:lnTo>
                  <a:lnTo>
                    <a:pt x="12821" y="3939"/>
                  </a:lnTo>
                  <a:lnTo>
                    <a:pt x="12319" y="4016"/>
                  </a:lnTo>
                  <a:lnTo>
                    <a:pt x="11855" y="4132"/>
                  </a:lnTo>
                  <a:lnTo>
                    <a:pt x="11392" y="4286"/>
                  </a:lnTo>
                  <a:lnTo>
                    <a:pt x="11199" y="4402"/>
                  </a:lnTo>
                  <a:lnTo>
                    <a:pt x="11006" y="4557"/>
                  </a:lnTo>
                  <a:lnTo>
                    <a:pt x="10813" y="4711"/>
                  </a:lnTo>
                  <a:lnTo>
                    <a:pt x="10697" y="4866"/>
                  </a:lnTo>
                  <a:lnTo>
                    <a:pt x="10542" y="5059"/>
                  </a:lnTo>
                  <a:lnTo>
                    <a:pt x="10465" y="5290"/>
                  </a:lnTo>
                  <a:lnTo>
                    <a:pt x="10388" y="5522"/>
                  </a:lnTo>
                  <a:lnTo>
                    <a:pt x="10388" y="5754"/>
                  </a:lnTo>
                  <a:lnTo>
                    <a:pt x="10426" y="5947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3"/>
                  </a:lnTo>
                  <a:lnTo>
                    <a:pt x="11006" y="6410"/>
                  </a:lnTo>
                  <a:lnTo>
                    <a:pt x="11276" y="6449"/>
                  </a:lnTo>
                  <a:lnTo>
                    <a:pt x="11585" y="6410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2"/>
                  </a:lnTo>
                  <a:lnTo>
                    <a:pt x="13422" y="5533"/>
                  </a:lnTo>
                  <a:lnTo>
                    <a:pt x="13422" y="5533"/>
                  </a:lnTo>
                  <a:lnTo>
                    <a:pt x="13786" y="5715"/>
                  </a:lnTo>
                  <a:lnTo>
                    <a:pt x="14056" y="4866"/>
                  </a:lnTo>
                  <a:lnTo>
                    <a:pt x="14211" y="5406"/>
                  </a:lnTo>
                  <a:lnTo>
                    <a:pt x="14404" y="5908"/>
                  </a:lnTo>
                  <a:lnTo>
                    <a:pt x="14674" y="6410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8" y="7298"/>
                  </a:lnTo>
                  <a:lnTo>
                    <a:pt x="15678" y="7491"/>
                  </a:lnTo>
                  <a:lnTo>
                    <a:pt x="15987" y="7685"/>
                  </a:lnTo>
                  <a:lnTo>
                    <a:pt x="16296" y="7800"/>
                  </a:lnTo>
                  <a:lnTo>
                    <a:pt x="16605" y="7878"/>
                  </a:lnTo>
                  <a:lnTo>
                    <a:pt x="16875" y="7878"/>
                  </a:lnTo>
                  <a:lnTo>
                    <a:pt x="17030" y="7800"/>
                  </a:lnTo>
                  <a:lnTo>
                    <a:pt x="17184" y="7723"/>
                  </a:lnTo>
                  <a:lnTo>
                    <a:pt x="17300" y="7646"/>
                  </a:lnTo>
                  <a:lnTo>
                    <a:pt x="17377" y="7530"/>
                  </a:lnTo>
                  <a:lnTo>
                    <a:pt x="17416" y="7414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6" y="6603"/>
                  </a:lnTo>
                  <a:lnTo>
                    <a:pt x="17300" y="6294"/>
                  </a:lnTo>
                  <a:lnTo>
                    <a:pt x="17184" y="5986"/>
                  </a:lnTo>
                  <a:lnTo>
                    <a:pt x="17030" y="5715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0"/>
                  </a:lnTo>
                  <a:lnTo>
                    <a:pt x="16257" y="4788"/>
                  </a:lnTo>
                  <a:lnTo>
                    <a:pt x="16026" y="4634"/>
                  </a:lnTo>
                  <a:lnTo>
                    <a:pt x="15524" y="4286"/>
                  </a:lnTo>
                  <a:lnTo>
                    <a:pt x="14944" y="4016"/>
                  </a:lnTo>
                  <a:lnTo>
                    <a:pt x="15408" y="3900"/>
                  </a:lnTo>
                  <a:lnTo>
                    <a:pt x="15832" y="3746"/>
                  </a:lnTo>
                  <a:lnTo>
                    <a:pt x="16219" y="3514"/>
                  </a:lnTo>
                  <a:lnTo>
                    <a:pt x="16605" y="3244"/>
                  </a:lnTo>
                  <a:lnTo>
                    <a:pt x="16759" y="3089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5" y="2201"/>
                  </a:lnTo>
                  <a:lnTo>
                    <a:pt x="17107" y="1931"/>
                  </a:lnTo>
                  <a:lnTo>
                    <a:pt x="17068" y="1699"/>
                  </a:lnTo>
                  <a:lnTo>
                    <a:pt x="16914" y="1506"/>
                  </a:lnTo>
                  <a:lnTo>
                    <a:pt x="16759" y="1313"/>
                  </a:lnTo>
                  <a:lnTo>
                    <a:pt x="16528" y="1236"/>
                  </a:lnTo>
                  <a:lnTo>
                    <a:pt x="16334" y="1159"/>
                  </a:lnTo>
                  <a:lnTo>
                    <a:pt x="16103" y="1159"/>
                  </a:lnTo>
                  <a:lnTo>
                    <a:pt x="15910" y="1197"/>
                  </a:lnTo>
                  <a:lnTo>
                    <a:pt x="15678" y="1275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6" y="2587"/>
                  </a:lnTo>
                  <a:lnTo>
                    <a:pt x="14095" y="3012"/>
                  </a:lnTo>
                  <a:lnTo>
                    <a:pt x="13940" y="2433"/>
                  </a:lnTo>
                  <a:lnTo>
                    <a:pt x="13747" y="1892"/>
                  </a:lnTo>
                  <a:lnTo>
                    <a:pt x="13516" y="1352"/>
                  </a:lnTo>
                  <a:lnTo>
                    <a:pt x="13168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7" y="155"/>
                  </a:lnTo>
                  <a:lnTo>
                    <a:pt x="12087" y="39"/>
                  </a:lnTo>
                  <a:lnTo>
                    <a:pt x="118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7"/>
            <p:cNvSpPr/>
            <p:nvPr/>
          </p:nvSpPr>
          <p:spPr>
            <a:xfrm>
              <a:off x="5590125" y="11338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7"/>
            <p:cNvSpPr/>
            <p:nvPr/>
          </p:nvSpPr>
          <p:spPr>
            <a:xfrm>
              <a:off x="5491675" y="1139600"/>
              <a:ext cx="21250" cy="8725"/>
            </a:xfrm>
            <a:custGeom>
              <a:avLst/>
              <a:gdLst/>
              <a:ahLst/>
              <a:cxnLst/>
              <a:rect l="l" t="t" r="r" b="b"/>
              <a:pathLst>
                <a:path w="850" h="349" extrusionOk="0">
                  <a:moveTo>
                    <a:pt x="425" y="1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4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4"/>
                  </a:lnTo>
                  <a:lnTo>
                    <a:pt x="811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7"/>
            <p:cNvSpPr/>
            <p:nvPr/>
          </p:nvSpPr>
          <p:spPr>
            <a:xfrm>
              <a:off x="2443975" y="1153125"/>
              <a:ext cx="315725" cy="477875"/>
            </a:xfrm>
            <a:custGeom>
              <a:avLst/>
              <a:gdLst/>
              <a:ahLst/>
              <a:cxnLst/>
              <a:rect l="l" t="t" r="r" b="b"/>
              <a:pathLst>
                <a:path w="12629" h="19115" extrusionOk="0">
                  <a:moveTo>
                    <a:pt x="1005" y="618"/>
                  </a:moveTo>
                  <a:lnTo>
                    <a:pt x="1661" y="850"/>
                  </a:lnTo>
                  <a:lnTo>
                    <a:pt x="2318" y="1120"/>
                  </a:lnTo>
                  <a:lnTo>
                    <a:pt x="2743" y="1352"/>
                  </a:lnTo>
                  <a:lnTo>
                    <a:pt x="3167" y="1583"/>
                  </a:lnTo>
                  <a:lnTo>
                    <a:pt x="3322" y="1699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1"/>
                  </a:lnTo>
                  <a:lnTo>
                    <a:pt x="4017" y="2819"/>
                  </a:lnTo>
                  <a:lnTo>
                    <a:pt x="5677" y="6796"/>
                  </a:lnTo>
                  <a:lnTo>
                    <a:pt x="9075" y="15021"/>
                  </a:lnTo>
                  <a:lnTo>
                    <a:pt x="9153" y="15098"/>
                  </a:lnTo>
                  <a:lnTo>
                    <a:pt x="9191" y="15137"/>
                  </a:lnTo>
                  <a:lnTo>
                    <a:pt x="9346" y="15137"/>
                  </a:lnTo>
                  <a:lnTo>
                    <a:pt x="8921" y="15369"/>
                  </a:lnTo>
                  <a:lnTo>
                    <a:pt x="7956" y="13515"/>
                  </a:lnTo>
                  <a:lnTo>
                    <a:pt x="6990" y="11662"/>
                  </a:lnTo>
                  <a:lnTo>
                    <a:pt x="5021" y="7955"/>
                  </a:lnTo>
                  <a:lnTo>
                    <a:pt x="3013" y="4286"/>
                  </a:lnTo>
                  <a:lnTo>
                    <a:pt x="1005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20" y="11739"/>
                  </a:lnTo>
                  <a:lnTo>
                    <a:pt x="7763" y="13593"/>
                  </a:lnTo>
                  <a:lnTo>
                    <a:pt x="8805" y="15446"/>
                  </a:lnTo>
                  <a:lnTo>
                    <a:pt x="8651" y="15523"/>
                  </a:lnTo>
                  <a:lnTo>
                    <a:pt x="7415" y="13747"/>
                  </a:lnTo>
                  <a:lnTo>
                    <a:pt x="6179" y="12009"/>
                  </a:lnTo>
                  <a:lnTo>
                    <a:pt x="3592" y="8534"/>
                  </a:lnTo>
                  <a:lnTo>
                    <a:pt x="2318" y="6758"/>
                  </a:lnTo>
                  <a:lnTo>
                    <a:pt x="1005" y="4943"/>
                  </a:lnTo>
                  <a:lnTo>
                    <a:pt x="850" y="4711"/>
                  </a:lnTo>
                  <a:lnTo>
                    <a:pt x="735" y="4479"/>
                  </a:lnTo>
                  <a:lnTo>
                    <a:pt x="619" y="4209"/>
                  </a:lnTo>
                  <a:lnTo>
                    <a:pt x="542" y="3939"/>
                  </a:lnTo>
                  <a:lnTo>
                    <a:pt x="464" y="3398"/>
                  </a:lnTo>
                  <a:lnTo>
                    <a:pt x="426" y="2819"/>
                  </a:lnTo>
                  <a:lnTo>
                    <a:pt x="464" y="2240"/>
                  </a:lnTo>
                  <a:lnTo>
                    <a:pt x="503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3" y="12357"/>
                  </a:lnTo>
                  <a:lnTo>
                    <a:pt x="11817" y="12434"/>
                  </a:lnTo>
                  <a:lnTo>
                    <a:pt x="12165" y="12859"/>
                  </a:lnTo>
                  <a:lnTo>
                    <a:pt x="12242" y="13052"/>
                  </a:lnTo>
                  <a:lnTo>
                    <a:pt x="12280" y="13245"/>
                  </a:lnTo>
                  <a:lnTo>
                    <a:pt x="12242" y="13438"/>
                  </a:lnTo>
                  <a:lnTo>
                    <a:pt x="12203" y="13631"/>
                  </a:lnTo>
                  <a:lnTo>
                    <a:pt x="12049" y="14017"/>
                  </a:lnTo>
                  <a:lnTo>
                    <a:pt x="11856" y="14365"/>
                  </a:lnTo>
                  <a:lnTo>
                    <a:pt x="11508" y="14790"/>
                  </a:lnTo>
                  <a:lnTo>
                    <a:pt x="11122" y="15176"/>
                  </a:lnTo>
                  <a:lnTo>
                    <a:pt x="10697" y="15523"/>
                  </a:lnTo>
                  <a:lnTo>
                    <a:pt x="10273" y="15871"/>
                  </a:lnTo>
                  <a:lnTo>
                    <a:pt x="10157" y="15871"/>
                  </a:lnTo>
                  <a:lnTo>
                    <a:pt x="10118" y="15987"/>
                  </a:lnTo>
                  <a:lnTo>
                    <a:pt x="9771" y="16180"/>
                  </a:lnTo>
                  <a:lnTo>
                    <a:pt x="9114" y="16604"/>
                  </a:lnTo>
                  <a:lnTo>
                    <a:pt x="8458" y="16952"/>
                  </a:lnTo>
                  <a:lnTo>
                    <a:pt x="7724" y="17261"/>
                  </a:lnTo>
                  <a:lnTo>
                    <a:pt x="6990" y="17493"/>
                  </a:lnTo>
                  <a:lnTo>
                    <a:pt x="6643" y="17608"/>
                  </a:lnTo>
                  <a:lnTo>
                    <a:pt x="6295" y="17647"/>
                  </a:lnTo>
                  <a:lnTo>
                    <a:pt x="5755" y="17647"/>
                  </a:lnTo>
                  <a:lnTo>
                    <a:pt x="5562" y="17570"/>
                  </a:lnTo>
                  <a:lnTo>
                    <a:pt x="5446" y="17493"/>
                  </a:lnTo>
                  <a:lnTo>
                    <a:pt x="5330" y="17415"/>
                  </a:lnTo>
                  <a:lnTo>
                    <a:pt x="5098" y="17184"/>
                  </a:lnTo>
                  <a:lnTo>
                    <a:pt x="4982" y="16875"/>
                  </a:lnTo>
                  <a:lnTo>
                    <a:pt x="4905" y="16604"/>
                  </a:lnTo>
                  <a:lnTo>
                    <a:pt x="4944" y="16411"/>
                  </a:lnTo>
                  <a:lnTo>
                    <a:pt x="4982" y="16218"/>
                  </a:lnTo>
                  <a:lnTo>
                    <a:pt x="5060" y="16064"/>
                  </a:lnTo>
                  <a:lnTo>
                    <a:pt x="5175" y="15948"/>
                  </a:lnTo>
                  <a:lnTo>
                    <a:pt x="5291" y="15832"/>
                  </a:lnTo>
                  <a:lnTo>
                    <a:pt x="5407" y="15755"/>
                  </a:lnTo>
                  <a:lnTo>
                    <a:pt x="5523" y="15716"/>
                  </a:lnTo>
                  <a:lnTo>
                    <a:pt x="5639" y="15755"/>
                  </a:lnTo>
                  <a:lnTo>
                    <a:pt x="5793" y="15832"/>
                  </a:lnTo>
                  <a:lnTo>
                    <a:pt x="5948" y="15948"/>
                  </a:lnTo>
                  <a:lnTo>
                    <a:pt x="6064" y="16141"/>
                  </a:lnTo>
                  <a:lnTo>
                    <a:pt x="6257" y="16373"/>
                  </a:lnTo>
                  <a:lnTo>
                    <a:pt x="6102" y="16411"/>
                  </a:lnTo>
                  <a:lnTo>
                    <a:pt x="6025" y="16450"/>
                  </a:lnTo>
                  <a:lnTo>
                    <a:pt x="6025" y="16566"/>
                  </a:lnTo>
                  <a:lnTo>
                    <a:pt x="6064" y="16643"/>
                  </a:lnTo>
                  <a:lnTo>
                    <a:pt x="6141" y="16643"/>
                  </a:lnTo>
                  <a:lnTo>
                    <a:pt x="6913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30" y="15716"/>
                  </a:lnTo>
                  <a:lnTo>
                    <a:pt x="9616" y="15485"/>
                  </a:lnTo>
                  <a:lnTo>
                    <a:pt x="9964" y="15253"/>
                  </a:lnTo>
                  <a:lnTo>
                    <a:pt x="10273" y="15021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2" y="14172"/>
                  </a:lnTo>
                  <a:lnTo>
                    <a:pt x="11354" y="13824"/>
                  </a:lnTo>
                  <a:lnTo>
                    <a:pt x="11547" y="13515"/>
                  </a:lnTo>
                  <a:lnTo>
                    <a:pt x="11547" y="13438"/>
                  </a:lnTo>
                  <a:lnTo>
                    <a:pt x="11547" y="13361"/>
                  </a:lnTo>
                  <a:lnTo>
                    <a:pt x="11508" y="13284"/>
                  </a:lnTo>
                  <a:lnTo>
                    <a:pt x="11431" y="13245"/>
                  </a:lnTo>
                  <a:lnTo>
                    <a:pt x="11238" y="13245"/>
                  </a:lnTo>
                  <a:lnTo>
                    <a:pt x="11161" y="13322"/>
                  </a:lnTo>
                  <a:lnTo>
                    <a:pt x="10968" y="13670"/>
                  </a:lnTo>
                  <a:lnTo>
                    <a:pt x="10775" y="13554"/>
                  </a:lnTo>
                  <a:lnTo>
                    <a:pt x="10659" y="13438"/>
                  </a:lnTo>
                  <a:lnTo>
                    <a:pt x="10620" y="13284"/>
                  </a:lnTo>
                  <a:lnTo>
                    <a:pt x="10581" y="13168"/>
                  </a:lnTo>
                  <a:lnTo>
                    <a:pt x="10620" y="13013"/>
                  </a:lnTo>
                  <a:lnTo>
                    <a:pt x="10659" y="12859"/>
                  </a:lnTo>
                  <a:lnTo>
                    <a:pt x="10852" y="12627"/>
                  </a:lnTo>
                  <a:lnTo>
                    <a:pt x="10929" y="12473"/>
                  </a:lnTo>
                  <a:lnTo>
                    <a:pt x="11045" y="12357"/>
                  </a:lnTo>
                  <a:lnTo>
                    <a:pt x="11122" y="12318"/>
                  </a:lnTo>
                  <a:lnTo>
                    <a:pt x="11238" y="12280"/>
                  </a:lnTo>
                  <a:close/>
                  <a:moveTo>
                    <a:pt x="426" y="0"/>
                  </a:moveTo>
                  <a:lnTo>
                    <a:pt x="349" y="39"/>
                  </a:lnTo>
                  <a:lnTo>
                    <a:pt x="271" y="116"/>
                  </a:lnTo>
                  <a:lnTo>
                    <a:pt x="233" y="193"/>
                  </a:lnTo>
                  <a:lnTo>
                    <a:pt x="78" y="2587"/>
                  </a:lnTo>
                  <a:lnTo>
                    <a:pt x="40" y="3012"/>
                  </a:lnTo>
                  <a:lnTo>
                    <a:pt x="1" y="3475"/>
                  </a:lnTo>
                  <a:lnTo>
                    <a:pt x="40" y="3900"/>
                  </a:lnTo>
                  <a:lnTo>
                    <a:pt x="117" y="4325"/>
                  </a:lnTo>
                  <a:lnTo>
                    <a:pt x="233" y="4518"/>
                  </a:lnTo>
                  <a:lnTo>
                    <a:pt x="349" y="4750"/>
                  </a:lnTo>
                  <a:lnTo>
                    <a:pt x="619" y="5175"/>
                  </a:lnTo>
                  <a:lnTo>
                    <a:pt x="1237" y="5985"/>
                  </a:lnTo>
                  <a:lnTo>
                    <a:pt x="2665" y="7955"/>
                  </a:lnTo>
                  <a:lnTo>
                    <a:pt x="5446" y="11816"/>
                  </a:lnTo>
                  <a:lnTo>
                    <a:pt x="6874" y="13747"/>
                  </a:lnTo>
                  <a:lnTo>
                    <a:pt x="8342" y="15639"/>
                  </a:lnTo>
                  <a:lnTo>
                    <a:pt x="7492" y="15987"/>
                  </a:lnTo>
                  <a:lnTo>
                    <a:pt x="6643" y="16257"/>
                  </a:lnTo>
                  <a:lnTo>
                    <a:pt x="6643" y="16257"/>
                  </a:lnTo>
                  <a:lnTo>
                    <a:pt x="6681" y="16102"/>
                  </a:lnTo>
                  <a:lnTo>
                    <a:pt x="6681" y="15948"/>
                  </a:lnTo>
                  <a:lnTo>
                    <a:pt x="6643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4" y="15369"/>
                  </a:lnTo>
                  <a:lnTo>
                    <a:pt x="6179" y="15292"/>
                  </a:lnTo>
                  <a:lnTo>
                    <a:pt x="6025" y="15253"/>
                  </a:lnTo>
                  <a:lnTo>
                    <a:pt x="5716" y="15253"/>
                  </a:lnTo>
                  <a:lnTo>
                    <a:pt x="5484" y="15292"/>
                  </a:lnTo>
                  <a:lnTo>
                    <a:pt x="5214" y="15407"/>
                  </a:lnTo>
                  <a:lnTo>
                    <a:pt x="5021" y="15600"/>
                  </a:lnTo>
                  <a:lnTo>
                    <a:pt x="4828" y="15794"/>
                  </a:lnTo>
                  <a:lnTo>
                    <a:pt x="4712" y="16025"/>
                  </a:lnTo>
                  <a:lnTo>
                    <a:pt x="4596" y="16296"/>
                  </a:lnTo>
                  <a:lnTo>
                    <a:pt x="4596" y="16566"/>
                  </a:lnTo>
                  <a:lnTo>
                    <a:pt x="4635" y="16991"/>
                  </a:lnTo>
                  <a:lnTo>
                    <a:pt x="4751" y="17300"/>
                  </a:lnTo>
                  <a:lnTo>
                    <a:pt x="4905" y="17531"/>
                  </a:lnTo>
                  <a:lnTo>
                    <a:pt x="5098" y="17724"/>
                  </a:lnTo>
                  <a:lnTo>
                    <a:pt x="5368" y="17840"/>
                  </a:lnTo>
                  <a:lnTo>
                    <a:pt x="5677" y="17917"/>
                  </a:lnTo>
                  <a:lnTo>
                    <a:pt x="6025" y="17956"/>
                  </a:lnTo>
                  <a:lnTo>
                    <a:pt x="6372" y="17917"/>
                  </a:lnTo>
                  <a:lnTo>
                    <a:pt x="6720" y="17840"/>
                  </a:lnTo>
                  <a:lnTo>
                    <a:pt x="7106" y="17763"/>
                  </a:lnTo>
                  <a:lnTo>
                    <a:pt x="7878" y="17531"/>
                  </a:lnTo>
                  <a:lnTo>
                    <a:pt x="8573" y="17222"/>
                  </a:lnTo>
                  <a:lnTo>
                    <a:pt x="9153" y="16952"/>
                  </a:lnTo>
                  <a:lnTo>
                    <a:pt x="9230" y="16875"/>
                  </a:lnTo>
                  <a:lnTo>
                    <a:pt x="9462" y="16759"/>
                  </a:lnTo>
                  <a:lnTo>
                    <a:pt x="10234" y="16257"/>
                  </a:lnTo>
                  <a:lnTo>
                    <a:pt x="10813" y="17106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4"/>
                  </a:lnTo>
                  <a:lnTo>
                    <a:pt x="12280" y="19037"/>
                  </a:lnTo>
                  <a:lnTo>
                    <a:pt x="12203" y="18883"/>
                  </a:lnTo>
                  <a:lnTo>
                    <a:pt x="11817" y="18149"/>
                  </a:lnTo>
                  <a:lnTo>
                    <a:pt x="11392" y="17454"/>
                  </a:lnTo>
                  <a:lnTo>
                    <a:pt x="10929" y="16759"/>
                  </a:lnTo>
                  <a:lnTo>
                    <a:pt x="10466" y="16102"/>
                  </a:lnTo>
                  <a:lnTo>
                    <a:pt x="10968" y="15716"/>
                  </a:lnTo>
                  <a:lnTo>
                    <a:pt x="11470" y="15253"/>
                  </a:lnTo>
                  <a:lnTo>
                    <a:pt x="11894" y="14790"/>
                  </a:lnTo>
                  <a:lnTo>
                    <a:pt x="12126" y="14558"/>
                  </a:lnTo>
                  <a:lnTo>
                    <a:pt x="12280" y="14288"/>
                  </a:lnTo>
                  <a:lnTo>
                    <a:pt x="12435" y="14056"/>
                  </a:lnTo>
                  <a:lnTo>
                    <a:pt x="12512" y="13786"/>
                  </a:lnTo>
                  <a:lnTo>
                    <a:pt x="12589" y="13554"/>
                  </a:lnTo>
                  <a:lnTo>
                    <a:pt x="12628" y="13284"/>
                  </a:lnTo>
                  <a:lnTo>
                    <a:pt x="12589" y="13052"/>
                  </a:lnTo>
                  <a:lnTo>
                    <a:pt x="12512" y="12820"/>
                  </a:lnTo>
                  <a:lnTo>
                    <a:pt x="12358" y="12589"/>
                  </a:lnTo>
                  <a:lnTo>
                    <a:pt x="12165" y="12357"/>
                  </a:lnTo>
                  <a:lnTo>
                    <a:pt x="11972" y="12202"/>
                  </a:lnTo>
                  <a:lnTo>
                    <a:pt x="11740" y="12087"/>
                  </a:lnTo>
                  <a:lnTo>
                    <a:pt x="11470" y="12009"/>
                  </a:lnTo>
                  <a:lnTo>
                    <a:pt x="11238" y="12009"/>
                  </a:lnTo>
                  <a:lnTo>
                    <a:pt x="10968" y="12048"/>
                  </a:lnTo>
                  <a:lnTo>
                    <a:pt x="10736" y="12125"/>
                  </a:lnTo>
                  <a:lnTo>
                    <a:pt x="10543" y="12280"/>
                  </a:lnTo>
                  <a:lnTo>
                    <a:pt x="10388" y="12511"/>
                  </a:lnTo>
                  <a:lnTo>
                    <a:pt x="10311" y="12704"/>
                  </a:lnTo>
                  <a:lnTo>
                    <a:pt x="10273" y="12897"/>
                  </a:lnTo>
                  <a:lnTo>
                    <a:pt x="10273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20" y="13786"/>
                  </a:lnTo>
                  <a:lnTo>
                    <a:pt x="10813" y="13901"/>
                  </a:lnTo>
                  <a:lnTo>
                    <a:pt x="10504" y="14249"/>
                  </a:lnTo>
                  <a:lnTo>
                    <a:pt x="10157" y="14597"/>
                  </a:lnTo>
                  <a:lnTo>
                    <a:pt x="9771" y="14867"/>
                  </a:lnTo>
                  <a:lnTo>
                    <a:pt x="9431" y="15083"/>
                  </a:lnTo>
                  <a:lnTo>
                    <a:pt x="9431" y="15083"/>
                  </a:lnTo>
                  <a:lnTo>
                    <a:pt x="9462" y="15021"/>
                  </a:lnTo>
                  <a:lnTo>
                    <a:pt x="9500" y="14944"/>
                  </a:lnTo>
                  <a:lnTo>
                    <a:pt x="9462" y="14828"/>
                  </a:lnTo>
                  <a:lnTo>
                    <a:pt x="5716" y="5754"/>
                  </a:lnTo>
                  <a:lnTo>
                    <a:pt x="4789" y="3475"/>
                  </a:lnTo>
                  <a:lnTo>
                    <a:pt x="4364" y="2471"/>
                  </a:lnTo>
                  <a:lnTo>
                    <a:pt x="4133" y="1969"/>
                  </a:lnTo>
                  <a:lnTo>
                    <a:pt x="3978" y="1738"/>
                  </a:lnTo>
                  <a:lnTo>
                    <a:pt x="3824" y="1545"/>
                  </a:lnTo>
                  <a:lnTo>
                    <a:pt x="3515" y="1236"/>
                  </a:lnTo>
                  <a:lnTo>
                    <a:pt x="3129" y="965"/>
                  </a:lnTo>
                  <a:lnTo>
                    <a:pt x="2743" y="772"/>
                  </a:lnTo>
                  <a:lnTo>
                    <a:pt x="2279" y="541"/>
                  </a:lnTo>
                  <a:lnTo>
                    <a:pt x="1816" y="386"/>
                  </a:lnTo>
                  <a:lnTo>
                    <a:pt x="1391" y="232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7"/>
            <p:cNvSpPr/>
            <p:nvPr/>
          </p:nvSpPr>
          <p:spPr>
            <a:xfrm>
              <a:off x="5383550" y="11801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2"/>
                  </a:lnTo>
                  <a:lnTo>
                    <a:pt x="1583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2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7"/>
            <p:cNvSpPr/>
            <p:nvPr/>
          </p:nvSpPr>
          <p:spPr>
            <a:xfrm>
              <a:off x="1657200" y="1227450"/>
              <a:ext cx="61825" cy="90775"/>
            </a:xfrm>
            <a:custGeom>
              <a:avLst/>
              <a:gdLst/>
              <a:ahLst/>
              <a:cxnLst/>
              <a:rect l="l" t="t" r="r" b="b"/>
              <a:pathLst>
                <a:path w="2473" h="3631" extrusionOk="0">
                  <a:moveTo>
                    <a:pt x="1198" y="0"/>
                  </a:moveTo>
                  <a:lnTo>
                    <a:pt x="1082" y="39"/>
                  </a:lnTo>
                  <a:lnTo>
                    <a:pt x="1005" y="39"/>
                  </a:lnTo>
                  <a:lnTo>
                    <a:pt x="966" y="116"/>
                  </a:lnTo>
                  <a:lnTo>
                    <a:pt x="966" y="194"/>
                  </a:lnTo>
                  <a:lnTo>
                    <a:pt x="966" y="232"/>
                  </a:lnTo>
                  <a:lnTo>
                    <a:pt x="850" y="271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5" y="618"/>
                  </a:lnTo>
                  <a:lnTo>
                    <a:pt x="773" y="657"/>
                  </a:lnTo>
                  <a:lnTo>
                    <a:pt x="850" y="734"/>
                  </a:lnTo>
                  <a:lnTo>
                    <a:pt x="1082" y="811"/>
                  </a:lnTo>
                  <a:lnTo>
                    <a:pt x="1275" y="966"/>
                  </a:lnTo>
                  <a:lnTo>
                    <a:pt x="1468" y="1120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70" y="2163"/>
                  </a:lnTo>
                  <a:lnTo>
                    <a:pt x="1932" y="2472"/>
                  </a:lnTo>
                  <a:lnTo>
                    <a:pt x="1816" y="2742"/>
                  </a:lnTo>
                  <a:lnTo>
                    <a:pt x="1739" y="2897"/>
                  </a:lnTo>
                  <a:lnTo>
                    <a:pt x="1661" y="2974"/>
                  </a:lnTo>
                  <a:lnTo>
                    <a:pt x="1545" y="3090"/>
                  </a:lnTo>
                  <a:lnTo>
                    <a:pt x="1391" y="3128"/>
                  </a:lnTo>
                  <a:lnTo>
                    <a:pt x="1237" y="3167"/>
                  </a:lnTo>
                  <a:lnTo>
                    <a:pt x="1043" y="3128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626"/>
                  </a:lnTo>
                  <a:lnTo>
                    <a:pt x="928" y="2472"/>
                  </a:lnTo>
                  <a:lnTo>
                    <a:pt x="1082" y="2356"/>
                  </a:lnTo>
                  <a:lnTo>
                    <a:pt x="1159" y="2279"/>
                  </a:lnTo>
                  <a:lnTo>
                    <a:pt x="1159" y="2163"/>
                  </a:lnTo>
                  <a:lnTo>
                    <a:pt x="1159" y="2047"/>
                  </a:lnTo>
                  <a:lnTo>
                    <a:pt x="1082" y="1970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52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63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48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60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630"/>
                  </a:lnTo>
                  <a:lnTo>
                    <a:pt x="1275" y="3630"/>
                  </a:lnTo>
                  <a:lnTo>
                    <a:pt x="1507" y="3592"/>
                  </a:lnTo>
                  <a:lnTo>
                    <a:pt x="1700" y="3514"/>
                  </a:lnTo>
                  <a:lnTo>
                    <a:pt x="1854" y="3437"/>
                  </a:lnTo>
                  <a:lnTo>
                    <a:pt x="2047" y="3244"/>
                  </a:lnTo>
                  <a:lnTo>
                    <a:pt x="2202" y="3090"/>
                  </a:lnTo>
                  <a:lnTo>
                    <a:pt x="2318" y="2897"/>
                  </a:lnTo>
                  <a:lnTo>
                    <a:pt x="2395" y="2703"/>
                  </a:lnTo>
                  <a:lnTo>
                    <a:pt x="2434" y="2472"/>
                  </a:lnTo>
                  <a:lnTo>
                    <a:pt x="2472" y="2279"/>
                  </a:lnTo>
                  <a:lnTo>
                    <a:pt x="2434" y="2047"/>
                  </a:lnTo>
                  <a:lnTo>
                    <a:pt x="2395" y="1815"/>
                  </a:lnTo>
                  <a:lnTo>
                    <a:pt x="2318" y="1622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7"/>
            <p:cNvSpPr/>
            <p:nvPr/>
          </p:nvSpPr>
          <p:spPr>
            <a:xfrm>
              <a:off x="6055450" y="1230350"/>
              <a:ext cx="302175" cy="155450"/>
            </a:xfrm>
            <a:custGeom>
              <a:avLst/>
              <a:gdLst/>
              <a:ahLst/>
              <a:cxnLst/>
              <a:rect l="l" t="t" r="r" b="b"/>
              <a:pathLst>
                <a:path w="12087" h="6218" extrusionOk="0">
                  <a:moveTo>
                    <a:pt x="11739" y="0"/>
                  </a:moveTo>
                  <a:lnTo>
                    <a:pt x="11662" y="39"/>
                  </a:lnTo>
                  <a:lnTo>
                    <a:pt x="11585" y="78"/>
                  </a:lnTo>
                  <a:lnTo>
                    <a:pt x="11507" y="116"/>
                  </a:lnTo>
                  <a:lnTo>
                    <a:pt x="11469" y="232"/>
                  </a:lnTo>
                  <a:lnTo>
                    <a:pt x="11469" y="309"/>
                  </a:lnTo>
                  <a:lnTo>
                    <a:pt x="11507" y="425"/>
                  </a:lnTo>
                  <a:lnTo>
                    <a:pt x="11585" y="580"/>
                  </a:lnTo>
                  <a:lnTo>
                    <a:pt x="11623" y="773"/>
                  </a:lnTo>
                  <a:lnTo>
                    <a:pt x="11585" y="966"/>
                  </a:lnTo>
                  <a:lnTo>
                    <a:pt x="11507" y="1120"/>
                  </a:lnTo>
                  <a:lnTo>
                    <a:pt x="11392" y="1275"/>
                  </a:lnTo>
                  <a:lnTo>
                    <a:pt x="11276" y="1429"/>
                  </a:lnTo>
                  <a:lnTo>
                    <a:pt x="10928" y="1738"/>
                  </a:lnTo>
                  <a:lnTo>
                    <a:pt x="10503" y="2008"/>
                  </a:lnTo>
                  <a:lnTo>
                    <a:pt x="10079" y="2240"/>
                  </a:lnTo>
                  <a:lnTo>
                    <a:pt x="9422" y="2587"/>
                  </a:lnTo>
                  <a:lnTo>
                    <a:pt x="9036" y="2781"/>
                  </a:lnTo>
                  <a:lnTo>
                    <a:pt x="9036" y="2703"/>
                  </a:lnTo>
                  <a:lnTo>
                    <a:pt x="8959" y="2626"/>
                  </a:lnTo>
                  <a:lnTo>
                    <a:pt x="8495" y="2201"/>
                  </a:lnTo>
                  <a:lnTo>
                    <a:pt x="8109" y="1699"/>
                  </a:lnTo>
                  <a:lnTo>
                    <a:pt x="7839" y="1892"/>
                  </a:lnTo>
                  <a:lnTo>
                    <a:pt x="7993" y="2201"/>
                  </a:lnTo>
                  <a:lnTo>
                    <a:pt x="8187" y="2510"/>
                  </a:lnTo>
                  <a:lnTo>
                    <a:pt x="8418" y="2781"/>
                  </a:lnTo>
                  <a:lnTo>
                    <a:pt x="8650" y="2974"/>
                  </a:lnTo>
                  <a:lnTo>
                    <a:pt x="7607" y="3514"/>
                  </a:lnTo>
                  <a:lnTo>
                    <a:pt x="6565" y="3978"/>
                  </a:lnTo>
                  <a:lnTo>
                    <a:pt x="5252" y="4518"/>
                  </a:lnTo>
                  <a:lnTo>
                    <a:pt x="3939" y="4982"/>
                  </a:lnTo>
                  <a:lnTo>
                    <a:pt x="3669" y="5059"/>
                  </a:lnTo>
                  <a:lnTo>
                    <a:pt x="3707" y="4711"/>
                  </a:lnTo>
                  <a:lnTo>
                    <a:pt x="3630" y="4364"/>
                  </a:lnTo>
                  <a:lnTo>
                    <a:pt x="3514" y="4055"/>
                  </a:lnTo>
                  <a:lnTo>
                    <a:pt x="3321" y="3707"/>
                  </a:lnTo>
                  <a:lnTo>
                    <a:pt x="3012" y="3900"/>
                  </a:lnTo>
                  <a:lnTo>
                    <a:pt x="3128" y="4171"/>
                  </a:lnTo>
                  <a:lnTo>
                    <a:pt x="3205" y="4441"/>
                  </a:lnTo>
                  <a:lnTo>
                    <a:pt x="3244" y="4866"/>
                  </a:lnTo>
                  <a:lnTo>
                    <a:pt x="3244" y="5252"/>
                  </a:lnTo>
                  <a:lnTo>
                    <a:pt x="2356" y="5522"/>
                  </a:lnTo>
                  <a:lnTo>
                    <a:pt x="1892" y="5638"/>
                  </a:lnTo>
                  <a:lnTo>
                    <a:pt x="1429" y="5677"/>
                  </a:lnTo>
                  <a:lnTo>
                    <a:pt x="1043" y="5715"/>
                  </a:lnTo>
                  <a:lnTo>
                    <a:pt x="850" y="5715"/>
                  </a:lnTo>
                  <a:lnTo>
                    <a:pt x="695" y="5677"/>
                  </a:lnTo>
                  <a:lnTo>
                    <a:pt x="579" y="5599"/>
                  </a:lnTo>
                  <a:lnTo>
                    <a:pt x="464" y="5522"/>
                  </a:lnTo>
                  <a:lnTo>
                    <a:pt x="386" y="5406"/>
                  </a:lnTo>
                  <a:lnTo>
                    <a:pt x="348" y="5291"/>
                  </a:lnTo>
                  <a:lnTo>
                    <a:pt x="309" y="5213"/>
                  </a:lnTo>
                  <a:lnTo>
                    <a:pt x="270" y="5175"/>
                  </a:lnTo>
                  <a:lnTo>
                    <a:pt x="155" y="5136"/>
                  </a:lnTo>
                  <a:lnTo>
                    <a:pt x="77" y="5175"/>
                  </a:lnTo>
                  <a:lnTo>
                    <a:pt x="39" y="5213"/>
                  </a:lnTo>
                  <a:lnTo>
                    <a:pt x="0" y="5291"/>
                  </a:lnTo>
                  <a:lnTo>
                    <a:pt x="0" y="5445"/>
                  </a:lnTo>
                  <a:lnTo>
                    <a:pt x="39" y="5599"/>
                  </a:lnTo>
                  <a:lnTo>
                    <a:pt x="77" y="5754"/>
                  </a:lnTo>
                  <a:lnTo>
                    <a:pt x="155" y="5870"/>
                  </a:lnTo>
                  <a:lnTo>
                    <a:pt x="232" y="5947"/>
                  </a:lnTo>
                  <a:lnTo>
                    <a:pt x="309" y="6024"/>
                  </a:lnTo>
                  <a:lnTo>
                    <a:pt x="541" y="6140"/>
                  </a:lnTo>
                  <a:lnTo>
                    <a:pt x="811" y="6179"/>
                  </a:lnTo>
                  <a:lnTo>
                    <a:pt x="1120" y="6217"/>
                  </a:lnTo>
                  <a:lnTo>
                    <a:pt x="1429" y="6179"/>
                  </a:lnTo>
                  <a:lnTo>
                    <a:pt x="1699" y="6140"/>
                  </a:lnTo>
                  <a:lnTo>
                    <a:pt x="2896" y="5831"/>
                  </a:lnTo>
                  <a:lnTo>
                    <a:pt x="4093" y="5445"/>
                  </a:lnTo>
                  <a:lnTo>
                    <a:pt x="5290" y="5020"/>
                  </a:lnTo>
                  <a:lnTo>
                    <a:pt x="6449" y="4557"/>
                  </a:lnTo>
                  <a:lnTo>
                    <a:pt x="7530" y="4093"/>
                  </a:lnTo>
                  <a:lnTo>
                    <a:pt x="8573" y="3591"/>
                  </a:lnTo>
                  <a:lnTo>
                    <a:pt x="9615" y="3051"/>
                  </a:lnTo>
                  <a:lnTo>
                    <a:pt x="10619" y="2472"/>
                  </a:lnTo>
                  <a:lnTo>
                    <a:pt x="10928" y="2279"/>
                  </a:lnTo>
                  <a:lnTo>
                    <a:pt x="11276" y="2047"/>
                  </a:lnTo>
                  <a:lnTo>
                    <a:pt x="11546" y="1777"/>
                  </a:lnTo>
                  <a:lnTo>
                    <a:pt x="11816" y="1506"/>
                  </a:lnTo>
                  <a:lnTo>
                    <a:pt x="12009" y="1197"/>
                  </a:lnTo>
                  <a:lnTo>
                    <a:pt x="12048" y="1043"/>
                  </a:lnTo>
                  <a:lnTo>
                    <a:pt x="12087" y="888"/>
                  </a:lnTo>
                  <a:lnTo>
                    <a:pt x="12087" y="695"/>
                  </a:lnTo>
                  <a:lnTo>
                    <a:pt x="12048" y="502"/>
                  </a:lnTo>
                  <a:lnTo>
                    <a:pt x="12009" y="309"/>
                  </a:lnTo>
                  <a:lnTo>
                    <a:pt x="11894" y="116"/>
                  </a:lnTo>
                  <a:lnTo>
                    <a:pt x="11816" y="39"/>
                  </a:lnTo>
                  <a:lnTo>
                    <a:pt x="1173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7"/>
            <p:cNvSpPr/>
            <p:nvPr/>
          </p:nvSpPr>
          <p:spPr>
            <a:xfrm>
              <a:off x="4272400" y="1236125"/>
              <a:ext cx="61800" cy="89825"/>
            </a:xfrm>
            <a:custGeom>
              <a:avLst/>
              <a:gdLst/>
              <a:ahLst/>
              <a:cxnLst/>
              <a:rect l="l" t="t" r="r" b="b"/>
              <a:pathLst>
                <a:path w="2472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4" y="349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1" y="1932"/>
                  </a:lnTo>
                  <a:lnTo>
                    <a:pt x="1931" y="2163"/>
                  </a:lnTo>
                  <a:lnTo>
                    <a:pt x="1931" y="2434"/>
                  </a:lnTo>
                  <a:lnTo>
                    <a:pt x="1815" y="2743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43"/>
                  </a:lnTo>
                  <a:lnTo>
                    <a:pt x="850" y="2588"/>
                  </a:lnTo>
                  <a:lnTo>
                    <a:pt x="927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0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5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5" y="2356"/>
                  </a:lnTo>
                  <a:lnTo>
                    <a:pt x="348" y="2627"/>
                  </a:lnTo>
                  <a:lnTo>
                    <a:pt x="309" y="2897"/>
                  </a:lnTo>
                  <a:lnTo>
                    <a:pt x="348" y="3052"/>
                  </a:lnTo>
                  <a:lnTo>
                    <a:pt x="425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7" y="2858"/>
                  </a:lnTo>
                  <a:lnTo>
                    <a:pt x="2395" y="2665"/>
                  </a:lnTo>
                  <a:lnTo>
                    <a:pt x="2433" y="2472"/>
                  </a:lnTo>
                  <a:lnTo>
                    <a:pt x="2472" y="2241"/>
                  </a:lnTo>
                  <a:lnTo>
                    <a:pt x="2433" y="2009"/>
                  </a:lnTo>
                  <a:lnTo>
                    <a:pt x="2395" y="1816"/>
                  </a:lnTo>
                  <a:lnTo>
                    <a:pt x="2317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7"/>
            <p:cNvSpPr/>
            <p:nvPr/>
          </p:nvSpPr>
          <p:spPr>
            <a:xfrm>
              <a:off x="799000" y="1245800"/>
              <a:ext cx="106200" cy="124550"/>
            </a:xfrm>
            <a:custGeom>
              <a:avLst/>
              <a:gdLst/>
              <a:ahLst/>
              <a:cxnLst/>
              <a:rect l="l" t="t" r="r" b="b"/>
              <a:pathLst>
                <a:path w="4248" h="4982" extrusionOk="0">
                  <a:moveTo>
                    <a:pt x="3862" y="0"/>
                  </a:moveTo>
                  <a:lnTo>
                    <a:pt x="3591" y="579"/>
                  </a:lnTo>
                  <a:lnTo>
                    <a:pt x="3244" y="1159"/>
                  </a:lnTo>
                  <a:lnTo>
                    <a:pt x="2896" y="1699"/>
                  </a:lnTo>
                  <a:lnTo>
                    <a:pt x="2510" y="2201"/>
                  </a:lnTo>
                  <a:lnTo>
                    <a:pt x="1931" y="2858"/>
                  </a:lnTo>
                  <a:lnTo>
                    <a:pt x="1313" y="3475"/>
                  </a:lnTo>
                  <a:lnTo>
                    <a:pt x="1004" y="3784"/>
                  </a:lnTo>
                  <a:lnTo>
                    <a:pt x="657" y="4016"/>
                  </a:lnTo>
                  <a:lnTo>
                    <a:pt x="309" y="4286"/>
                  </a:lnTo>
                  <a:lnTo>
                    <a:pt x="0" y="4595"/>
                  </a:lnTo>
                  <a:lnTo>
                    <a:pt x="39" y="4981"/>
                  </a:lnTo>
                  <a:lnTo>
                    <a:pt x="155" y="4981"/>
                  </a:lnTo>
                  <a:lnTo>
                    <a:pt x="541" y="4788"/>
                  </a:lnTo>
                  <a:lnTo>
                    <a:pt x="927" y="4557"/>
                  </a:lnTo>
                  <a:lnTo>
                    <a:pt x="1313" y="4248"/>
                  </a:lnTo>
                  <a:lnTo>
                    <a:pt x="1699" y="3939"/>
                  </a:lnTo>
                  <a:lnTo>
                    <a:pt x="2008" y="3591"/>
                  </a:lnTo>
                  <a:lnTo>
                    <a:pt x="2356" y="3205"/>
                  </a:lnTo>
                  <a:lnTo>
                    <a:pt x="2896" y="2510"/>
                  </a:lnTo>
                  <a:lnTo>
                    <a:pt x="3321" y="1969"/>
                  </a:lnTo>
                  <a:lnTo>
                    <a:pt x="3669" y="1390"/>
                  </a:lnTo>
                  <a:lnTo>
                    <a:pt x="3978" y="811"/>
                  </a:lnTo>
                  <a:lnTo>
                    <a:pt x="4248" y="193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7"/>
            <p:cNvSpPr/>
            <p:nvPr/>
          </p:nvSpPr>
          <p:spPr>
            <a:xfrm>
              <a:off x="747825" y="12477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5" y="271"/>
                  </a:move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7"/>
                  </a:lnTo>
                  <a:lnTo>
                    <a:pt x="1545" y="1313"/>
                  </a:lnTo>
                  <a:lnTo>
                    <a:pt x="1429" y="1391"/>
                  </a:lnTo>
                  <a:lnTo>
                    <a:pt x="1352" y="1468"/>
                  </a:lnTo>
                  <a:lnTo>
                    <a:pt x="1198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468"/>
                  </a:lnTo>
                  <a:lnTo>
                    <a:pt x="580" y="1429"/>
                  </a:lnTo>
                  <a:lnTo>
                    <a:pt x="503" y="1313"/>
                  </a:lnTo>
                  <a:lnTo>
                    <a:pt x="464" y="1197"/>
                  </a:lnTo>
                  <a:lnTo>
                    <a:pt x="425" y="1004"/>
                  </a:lnTo>
                  <a:lnTo>
                    <a:pt x="425" y="773"/>
                  </a:lnTo>
                  <a:lnTo>
                    <a:pt x="541" y="580"/>
                  </a:lnTo>
                  <a:lnTo>
                    <a:pt x="696" y="425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78"/>
                  </a:lnTo>
                  <a:lnTo>
                    <a:pt x="657" y="116"/>
                  </a:lnTo>
                  <a:lnTo>
                    <a:pt x="541" y="78"/>
                  </a:lnTo>
                  <a:lnTo>
                    <a:pt x="425" y="116"/>
                  </a:lnTo>
                  <a:lnTo>
                    <a:pt x="271" y="193"/>
                  </a:lnTo>
                  <a:lnTo>
                    <a:pt x="155" y="348"/>
                  </a:lnTo>
                  <a:lnTo>
                    <a:pt x="78" y="502"/>
                  </a:lnTo>
                  <a:lnTo>
                    <a:pt x="1" y="695"/>
                  </a:lnTo>
                  <a:lnTo>
                    <a:pt x="1" y="889"/>
                  </a:lnTo>
                  <a:lnTo>
                    <a:pt x="1" y="1082"/>
                  </a:lnTo>
                  <a:lnTo>
                    <a:pt x="39" y="1275"/>
                  </a:lnTo>
                  <a:lnTo>
                    <a:pt x="78" y="1429"/>
                  </a:lnTo>
                  <a:lnTo>
                    <a:pt x="194" y="1622"/>
                  </a:lnTo>
                  <a:lnTo>
                    <a:pt x="310" y="1777"/>
                  </a:lnTo>
                  <a:lnTo>
                    <a:pt x="464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043" y="2008"/>
                  </a:lnTo>
                  <a:lnTo>
                    <a:pt x="1236" y="1970"/>
                  </a:lnTo>
                  <a:lnTo>
                    <a:pt x="1429" y="1892"/>
                  </a:lnTo>
                  <a:lnTo>
                    <a:pt x="1584" y="1815"/>
                  </a:lnTo>
                  <a:lnTo>
                    <a:pt x="1738" y="1699"/>
                  </a:lnTo>
                  <a:lnTo>
                    <a:pt x="1893" y="1545"/>
                  </a:lnTo>
                  <a:lnTo>
                    <a:pt x="1970" y="1352"/>
                  </a:lnTo>
                  <a:lnTo>
                    <a:pt x="2047" y="1197"/>
                  </a:lnTo>
                  <a:lnTo>
                    <a:pt x="2086" y="1004"/>
                  </a:lnTo>
                  <a:lnTo>
                    <a:pt x="2047" y="811"/>
                  </a:lnTo>
                  <a:lnTo>
                    <a:pt x="1970" y="580"/>
                  </a:lnTo>
                  <a:lnTo>
                    <a:pt x="1893" y="425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78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7"/>
            <p:cNvSpPr/>
            <p:nvPr/>
          </p:nvSpPr>
          <p:spPr>
            <a:xfrm>
              <a:off x="1261400" y="125255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194"/>
                  </a:lnTo>
                  <a:lnTo>
                    <a:pt x="503" y="927"/>
                  </a:lnTo>
                  <a:lnTo>
                    <a:pt x="1043" y="1622"/>
                  </a:lnTo>
                  <a:lnTo>
                    <a:pt x="1700" y="2240"/>
                  </a:lnTo>
                  <a:lnTo>
                    <a:pt x="2356" y="2858"/>
                  </a:lnTo>
                  <a:lnTo>
                    <a:pt x="3090" y="3360"/>
                  </a:lnTo>
                  <a:lnTo>
                    <a:pt x="3901" y="3823"/>
                  </a:lnTo>
                  <a:lnTo>
                    <a:pt x="4673" y="4209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05"/>
                  </a:lnTo>
                  <a:lnTo>
                    <a:pt x="7685" y="4943"/>
                  </a:lnTo>
                  <a:lnTo>
                    <a:pt x="8110" y="4982"/>
                  </a:lnTo>
                  <a:lnTo>
                    <a:pt x="8535" y="4943"/>
                  </a:lnTo>
                  <a:lnTo>
                    <a:pt x="8998" y="4905"/>
                  </a:lnTo>
                  <a:lnTo>
                    <a:pt x="9423" y="4866"/>
                  </a:lnTo>
                  <a:lnTo>
                    <a:pt x="9848" y="4750"/>
                  </a:lnTo>
                  <a:lnTo>
                    <a:pt x="10272" y="4634"/>
                  </a:lnTo>
                  <a:lnTo>
                    <a:pt x="10658" y="4480"/>
                  </a:lnTo>
                  <a:lnTo>
                    <a:pt x="11083" y="4325"/>
                  </a:lnTo>
                  <a:lnTo>
                    <a:pt x="11469" y="4094"/>
                  </a:lnTo>
                  <a:lnTo>
                    <a:pt x="11856" y="3862"/>
                  </a:lnTo>
                  <a:lnTo>
                    <a:pt x="12242" y="3592"/>
                  </a:lnTo>
                  <a:lnTo>
                    <a:pt x="12319" y="3514"/>
                  </a:lnTo>
                  <a:lnTo>
                    <a:pt x="12435" y="3167"/>
                  </a:lnTo>
                  <a:lnTo>
                    <a:pt x="12280" y="3167"/>
                  </a:lnTo>
                  <a:lnTo>
                    <a:pt x="12203" y="3128"/>
                  </a:lnTo>
                  <a:lnTo>
                    <a:pt x="12126" y="3090"/>
                  </a:lnTo>
                  <a:lnTo>
                    <a:pt x="12010" y="3128"/>
                  </a:lnTo>
                  <a:lnTo>
                    <a:pt x="11933" y="3167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03"/>
                  </a:lnTo>
                  <a:lnTo>
                    <a:pt x="8342" y="4441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3" y="4325"/>
                  </a:lnTo>
                  <a:lnTo>
                    <a:pt x="6218" y="4248"/>
                  </a:lnTo>
                  <a:lnTo>
                    <a:pt x="5793" y="4132"/>
                  </a:lnTo>
                  <a:lnTo>
                    <a:pt x="5407" y="4016"/>
                  </a:lnTo>
                  <a:lnTo>
                    <a:pt x="4596" y="3669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7"/>
            <p:cNvSpPr/>
            <p:nvPr/>
          </p:nvSpPr>
          <p:spPr>
            <a:xfrm>
              <a:off x="1569350" y="1258350"/>
              <a:ext cx="92700" cy="136125"/>
            </a:xfrm>
            <a:custGeom>
              <a:avLst/>
              <a:gdLst/>
              <a:ahLst/>
              <a:cxnLst/>
              <a:rect l="l" t="t" r="r" b="b"/>
              <a:pathLst>
                <a:path w="3708" h="5445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67"/>
                  </a:lnTo>
                  <a:lnTo>
                    <a:pt x="1159" y="1815"/>
                  </a:lnTo>
                  <a:lnTo>
                    <a:pt x="1082" y="1892"/>
                  </a:lnTo>
                  <a:lnTo>
                    <a:pt x="1082" y="1969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201"/>
                  </a:lnTo>
                  <a:lnTo>
                    <a:pt x="812" y="2278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510"/>
                  </a:lnTo>
                  <a:lnTo>
                    <a:pt x="966" y="2549"/>
                  </a:lnTo>
                  <a:lnTo>
                    <a:pt x="1198" y="2626"/>
                  </a:lnTo>
                  <a:lnTo>
                    <a:pt x="1430" y="2703"/>
                  </a:lnTo>
                  <a:lnTo>
                    <a:pt x="1623" y="2858"/>
                  </a:lnTo>
                  <a:lnTo>
                    <a:pt x="1816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132"/>
                  </a:lnTo>
                  <a:lnTo>
                    <a:pt x="2009" y="4364"/>
                  </a:lnTo>
                  <a:lnTo>
                    <a:pt x="1893" y="4557"/>
                  </a:lnTo>
                  <a:lnTo>
                    <a:pt x="1739" y="4711"/>
                  </a:lnTo>
                  <a:lnTo>
                    <a:pt x="1545" y="4866"/>
                  </a:lnTo>
                  <a:lnTo>
                    <a:pt x="1314" y="4943"/>
                  </a:lnTo>
                  <a:lnTo>
                    <a:pt x="1198" y="4981"/>
                  </a:lnTo>
                  <a:lnTo>
                    <a:pt x="1082" y="4981"/>
                  </a:lnTo>
                  <a:lnTo>
                    <a:pt x="889" y="4904"/>
                  </a:lnTo>
                  <a:lnTo>
                    <a:pt x="773" y="4788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966" y="4132"/>
                  </a:lnTo>
                  <a:lnTo>
                    <a:pt x="1121" y="4093"/>
                  </a:lnTo>
                  <a:lnTo>
                    <a:pt x="1237" y="4055"/>
                  </a:lnTo>
                  <a:lnTo>
                    <a:pt x="1314" y="3939"/>
                  </a:lnTo>
                  <a:lnTo>
                    <a:pt x="1314" y="3784"/>
                  </a:lnTo>
                  <a:lnTo>
                    <a:pt x="1275" y="3746"/>
                  </a:lnTo>
                  <a:lnTo>
                    <a:pt x="1237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900"/>
                  </a:lnTo>
                  <a:lnTo>
                    <a:pt x="387" y="3977"/>
                  </a:lnTo>
                  <a:lnTo>
                    <a:pt x="310" y="4132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904"/>
                  </a:lnTo>
                  <a:lnTo>
                    <a:pt x="387" y="5097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30" y="5406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41" y="4866"/>
                  </a:lnTo>
                  <a:lnTo>
                    <a:pt x="2395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89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510"/>
                  </a:lnTo>
                  <a:lnTo>
                    <a:pt x="1739" y="2356"/>
                  </a:lnTo>
                  <a:lnTo>
                    <a:pt x="1507" y="2240"/>
                  </a:lnTo>
                  <a:lnTo>
                    <a:pt x="1275" y="2124"/>
                  </a:lnTo>
                  <a:lnTo>
                    <a:pt x="1623" y="2008"/>
                  </a:lnTo>
                  <a:lnTo>
                    <a:pt x="1932" y="1815"/>
                  </a:lnTo>
                  <a:lnTo>
                    <a:pt x="2279" y="1661"/>
                  </a:lnTo>
                  <a:lnTo>
                    <a:pt x="2549" y="1429"/>
                  </a:lnTo>
                  <a:lnTo>
                    <a:pt x="2820" y="1197"/>
                  </a:lnTo>
                  <a:lnTo>
                    <a:pt x="3129" y="966"/>
                  </a:lnTo>
                  <a:lnTo>
                    <a:pt x="3360" y="695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7"/>
            <p:cNvSpPr/>
            <p:nvPr/>
          </p:nvSpPr>
          <p:spPr>
            <a:xfrm>
              <a:off x="3876600" y="12602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9" y="3553"/>
                  </a:lnTo>
                  <a:lnTo>
                    <a:pt x="12434" y="3205"/>
                  </a:lnTo>
                  <a:lnTo>
                    <a:pt x="12357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2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6" y="4016"/>
                  </a:lnTo>
                  <a:lnTo>
                    <a:pt x="10040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5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7"/>
            <p:cNvSpPr/>
            <p:nvPr/>
          </p:nvSpPr>
          <p:spPr>
            <a:xfrm>
              <a:off x="4184550" y="1267025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1" y="2240"/>
                  </a:lnTo>
                  <a:lnTo>
                    <a:pt x="811" y="2356"/>
                  </a:lnTo>
                  <a:lnTo>
                    <a:pt x="811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0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9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6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2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2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7"/>
            <p:cNvSpPr/>
            <p:nvPr/>
          </p:nvSpPr>
          <p:spPr>
            <a:xfrm>
              <a:off x="3067625" y="1293100"/>
              <a:ext cx="105250" cy="105250"/>
            </a:xfrm>
            <a:custGeom>
              <a:avLst/>
              <a:gdLst/>
              <a:ahLst/>
              <a:cxnLst/>
              <a:rect l="l" t="t" r="r" b="b"/>
              <a:pathLst>
                <a:path w="4210" h="4210" extrusionOk="0">
                  <a:moveTo>
                    <a:pt x="2317" y="348"/>
                  </a:moveTo>
                  <a:lnTo>
                    <a:pt x="2472" y="425"/>
                  </a:lnTo>
                  <a:lnTo>
                    <a:pt x="2665" y="464"/>
                  </a:lnTo>
                  <a:lnTo>
                    <a:pt x="2819" y="579"/>
                  </a:lnTo>
                  <a:lnTo>
                    <a:pt x="2974" y="695"/>
                  </a:lnTo>
                  <a:lnTo>
                    <a:pt x="3128" y="811"/>
                  </a:lnTo>
                  <a:lnTo>
                    <a:pt x="3205" y="850"/>
                  </a:lnTo>
                  <a:lnTo>
                    <a:pt x="3360" y="1081"/>
                  </a:lnTo>
                  <a:lnTo>
                    <a:pt x="3553" y="1313"/>
                  </a:lnTo>
                  <a:lnTo>
                    <a:pt x="3669" y="1545"/>
                  </a:lnTo>
                  <a:lnTo>
                    <a:pt x="3784" y="1815"/>
                  </a:lnTo>
                  <a:lnTo>
                    <a:pt x="3823" y="2085"/>
                  </a:lnTo>
                  <a:lnTo>
                    <a:pt x="3823" y="2356"/>
                  </a:lnTo>
                  <a:lnTo>
                    <a:pt x="3784" y="2665"/>
                  </a:lnTo>
                  <a:lnTo>
                    <a:pt x="3669" y="2935"/>
                  </a:lnTo>
                  <a:lnTo>
                    <a:pt x="3476" y="3244"/>
                  </a:lnTo>
                  <a:lnTo>
                    <a:pt x="3205" y="3476"/>
                  </a:lnTo>
                  <a:lnTo>
                    <a:pt x="2896" y="3669"/>
                  </a:lnTo>
                  <a:lnTo>
                    <a:pt x="2587" y="3785"/>
                  </a:lnTo>
                  <a:lnTo>
                    <a:pt x="2201" y="3862"/>
                  </a:lnTo>
                  <a:lnTo>
                    <a:pt x="1854" y="3823"/>
                  </a:lnTo>
                  <a:lnTo>
                    <a:pt x="1506" y="3746"/>
                  </a:lnTo>
                  <a:lnTo>
                    <a:pt x="1197" y="3591"/>
                  </a:lnTo>
                  <a:lnTo>
                    <a:pt x="927" y="3398"/>
                  </a:lnTo>
                  <a:lnTo>
                    <a:pt x="695" y="3167"/>
                  </a:lnTo>
                  <a:lnTo>
                    <a:pt x="541" y="2858"/>
                  </a:lnTo>
                  <a:lnTo>
                    <a:pt x="425" y="2549"/>
                  </a:lnTo>
                  <a:lnTo>
                    <a:pt x="348" y="2240"/>
                  </a:lnTo>
                  <a:lnTo>
                    <a:pt x="348" y="1892"/>
                  </a:lnTo>
                  <a:lnTo>
                    <a:pt x="425" y="1583"/>
                  </a:lnTo>
                  <a:lnTo>
                    <a:pt x="541" y="1275"/>
                  </a:lnTo>
                  <a:lnTo>
                    <a:pt x="772" y="966"/>
                  </a:lnTo>
                  <a:lnTo>
                    <a:pt x="1081" y="695"/>
                  </a:lnTo>
                  <a:lnTo>
                    <a:pt x="1390" y="502"/>
                  </a:lnTo>
                  <a:lnTo>
                    <a:pt x="1738" y="386"/>
                  </a:lnTo>
                  <a:lnTo>
                    <a:pt x="2124" y="348"/>
                  </a:lnTo>
                  <a:close/>
                  <a:moveTo>
                    <a:pt x="1892" y="0"/>
                  </a:moveTo>
                  <a:lnTo>
                    <a:pt x="1545" y="77"/>
                  </a:lnTo>
                  <a:lnTo>
                    <a:pt x="1197" y="232"/>
                  </a:lnTo>
                  <a:lnTo>
                    <a:pt x="850" y="425"/>
                  </a:lnTo>
                  <a:lnTo>
                    <a:pt x="618" y="618"/>
                  </a:lnTo>
                  <a:lnTo>
                    <a:pt x="464" y="811"/>
                  </a:lnTo>
                  <a:lnTo>
                    <a:pt x="309" y="966"/>
                  </a:lnTo>
                  <a:lnTo>
                    <a:pt x="232" y="1159"/>
                  </a:lnTo>
                  <a:lnTo>
                    <a:pt x="116" y="1390"/>
                  </a:lnTo>
                  <a:lnTo>
                    <a:pt x="39" y="1815"/>
                  </a:lnTo>
                  <a:lnTo>
                    <a:pt x="0" y="2240"/>
                  </a:lnTo>
                  <a:lnTo>
                    <a:pt x="77" y="2665"/>
                  </a:lnTo>
                  <a:lnTo>
                    <a:pt x="232" y="3051"/>
                  </a:lnTo>
                  <a:lnTo>
                    <a:pt x="464" y="3437"/>
                  </a:lnTo>
                  <a:lnTo>
                    <a:pt x="618" y="3591"/>
                  </a:lnTo>
                  <a:lnTo>
                    <a:pt x="772" y="3746"/>
                  </a:lnTo>
                  <a:lnTo>
                    <a:pt x="1120" y="3978"/>
                  </a:lnTo>
                  <a:lnTo>
                    <a:pt x="1506" y="4132"/>
                  </a:lnTo>
                  <a:lnTo>
                    <a:pt x="1931" y="4209"/>
                  </a:lnTo>
                  <a:lnTo>
                    <a:pt x="2317" y="4209"/>
                  </a:lnTo>
                  <a:lnTo>
                    <a:pt x="2742" y="4132"/>
                  </a:lnTo>
                  <a:lnTo>
                    <a:pt x="3128" y="3978"/>
                  </a:lnTo>
                  <a:lnTo>
                    <a:pt x="3476" y="3785"/>
                  </a:lnTo>
                  <a:lnTo>
                    <a:pt x="3784" y="3476"/>
                  </a:lnTo>
                  <a:lnTo>
                    <a:pt x="3900" y="3321"/>
                  </a:lnTo>
                  <a:lnTo>
                    <a:pt x="4016" y="3128"/>
                  </a:lnTo>
                  <a:lnTo>
                    <a:pt x="4093" y="2935"/>
                  </a:lnTo>
                  <a:lnTo>
                    <a:pt x="4132" y="2703"/>
                  </a:lnTo>
                  <a:lnTo>
                    <a:pt x="4209" y="2279"/>
                  </a:lnTo>
                  <a:lnTo>
                    <a:pt x="4171" y="1854"/>
                  </a:lnTo>
                  <a:lnTo>
                    <a:pt x="4055" y="1429"/>
                  </a:lnTo>
                  <a:lnTo>
                    <a:pt x="3939" y="1236"/>
                  </a:lnTo>
                  <a:lnTo>
                    <a:pt x="3823" y="1043"/>
                  </a:lnTo>
                  <a:lnTo>
                    <a:pt x="3707" y="888"/>
                  </a:lnTo>
                  <a:lnTo>
                    <a:pt x="3553" y="734"/>
                  </a:lnTo>
                  <a:lnTo>
                    <a:pt x="3360" y="579"/>
                  </a:lnTo>
                  <a:lnTo>
                    <a:pt x="3167" y="502"/>
                  </a:lnTo>
                  <a:lnTo>
                    <a:pt x="3128" y="502"/>
                  </a:lnTo>
                  <a:lnTo>
                    <a:pt x="3051" y="348"/>
                  </a:lnTo>
                  <a:lnTo>
                    <a:pt x="2896" y="232"/>
                  </a:lnTo>
                  <a:lnTo>
                    <a:pt x="2780" y="116"/>
                  </a:lnTo>
                  <a:lnTo>
                    <a:pt x="2626" y="77"/>
                  </a:lnTo>
                  <a:lnTo>
                    <a:pt x="2433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7"/>
            <p:cNvSpPr/>
            <p:nvPr/>
          </p:nvSpPr>
          <p:spPr>
            <a:xfrm>
              <a:off x="686050" y="1295025"/>
              <a:ext cx="44425" cy="43475"/>
            </a:xfrm>
            <a:custGeom>
              <a:avLst/>
              <a:gdLst/>
              <a:ahLst/>
              <a:cxnLst/>
              <a:rect l="l" t="t" r="r" b="b"/>
              <a:pathLst>
                <a:path w="1777" h="1739" extrusionOk="0">
                  <a:moveTo>
                    <a:pt x="773" y="309"/>
                  </a:moveTo>
                  <a:lnTo>
                    <a:pt x="966" y="348"/>
                  </a:lnTo>
                  <a:lnTo>
                    <a:pt x="1159" y="464"/>
                  </a:lnTo>
                  <a:lnTo>
                    <a:pt x="1313" y="580"/>
                  </a:lnTo>
                  <a:lnTo>
                    <a:pt x="1390" y="773"/>
                  </a:lnTo>
                  <a:lnTo>
                    <a:pt x="1390" y="966"/>
                  </a:lnTo>
                  <a:lnTo>
                    <a:pt x="1352" y="1043"/>
                  </a:lnTo>
                  <a:lnTo>
                    <a:pt x="1275" y="1159"/>
                  </a:lnTo>
                  <a:lnTo>
                    <a:pt x="1197" y="1236"/>
                  </a:lnTo>
                  <a:lnTo>
                    <a:pt x="1082" y="1275"/>
                  </a:lnTo>
                  <a:lnTo>
                    <a:pt x="888" y="1352"/>
                  </a:lnTo>
                  <a:lnTo>
                    <a:pt x="695" y="1352"/>
                  </a:lnTo>
                  <a:lnTo>
                    <a:pt x="541" y="1236"/>
                  </a:lnTo>
                  <a:lnTo>
                    <a:pt x="425" y="1082"/>
                  </a:lnTo>
                  <a:lnTo>
                    <a:pt x="386" y="889"/>
                  </a:lnTo>
                  <a:lnTo>
                    <a:pt x="386" y="734"/>
                  </a:lnTo>
                  <a:lnTo>
                    <a:pt x="464" y="541"/>
                  </a:lnTo>
                  <a:lnTo>
                    <a:pt x="541" y="387"/>
                  </a:lnTo>
                  <a:lnTo>
                    <a:pt x="541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8" y="39"/>
                  </a:lnTo>
                  <a:lnTo>
                    <a:pt x="464" y="116"/>
                  </a:lnTo>
                  <a:lnTo>
                    <a:pt x="425" y="155"/>
                  </a:lnTo>
                  <a:lnTo>
                    <a:pt x="348" y="155"/>
                  </a:lnTo>
                  <a:lnTo>
                    <a:pt x="232" y="271"/>
                  </a:lnTo>
                  <a:lnTo>
                    <a:pt x="116" y="387"/>
                  </a:lnTo>
                  <a:lnTo>
                    <a:pt x="39" y="502"/>
                  </a:lnTo>
                  <a:lnTo>
                    <a:pt x="0" y="657"/>
                  </a:lnTo>
                  <a:lnTo>
                    <a:pt x="0" y="850"/>
                  </a:lnTo>
                  <a:lnTo>
                    <a:pt x="0" y="1004"/>
                  </a:lnTo>
                  <a:lnTo>
                    <a:pt x="39" y="1159"/>
                  </a:lnTo>
                  <a:lnTo>
                    <a:pt x="116" y="1313"/>
                  </a:lnTo>
                  <a:lnTo>
                    <a:pt x="193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8" y="1738"/>
                  </a:lnTo>
                  <a:lnTo>
                    <a:pt x="966" y="1738"/>
                  </a:lnTo>
                  <a:lnTo>
                    <a:pt x="1120" y="1700"/>
                  </a:lnTo>
                  <a:lnTo>
                    <a:pt x="1275" y="1622"/>
                  </a:lnTo>
                  <a:lnTo>
                    <a:pt x="1429" y="1545"/>
                  </a:lnTo>
                  <a:lnTo>
                    <a:pt x="1584" y="1391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27"/>
                  </a:lnTo>
                  <a:lnTo>
                    <a:pt x="1777" y="773"/>
                  </a:lnTo>
                  <a:lnTo>
                    <a:pt x="1738" y="580"/>
                  </a:lnTo>
                  <a:lnTo>
                    <a:pt x="1661" y="425"/>
                  </a:lnTo>
                  <a:lnTo>
                    <a:pt x="1545" y="271"/>
                  </a:lnTo>
                  <a:lnTo>
                    <a:pt x="1429" y="155"/>
                  </a:lnTo>
                  <a:lnTo>
                    <a:pt x="1275" y="78"/>
                  </a:lnTo>
                  <a:lnTo>
                    <a:pt x="1120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7"/>
            <p:cNvSpPr/>
            <p:nvPr/>
          </p:nvSpPr>
          <p:spPr>
            <a:xfrm>
              <a:off x="691825" y="1300825"/>
              <a:ext cx="114925" cy="285775"/>
            </a:xfrm>
            <a:custGeom>
              <a:avLst/>
              <a:gdLst/>
              <a:ahLst/>
              <a:cxnLst/>
              <a:rect l="l" t="t" r="r" b="b"/>
              <a:pathLst>
                <a:path w="4597" h="11431" extrusionOk="0">
                  <a:moveTo>
                    <a:pt x="3631" y="888"/>
                  </a:moveTo>
                  <a:lnTo>
                    <a:pt x="3708" y="2008"/>
                  </a:lnTo>
                  <a:lnTo>
                    <a:pt x="3824" y="3128"/>
                  </a:lnTo>
                  <a:lnTo>
                    <a:pt x="3940" y="4248"/>
                  </a:lnTo>
                  <a:lnTo>
                    <a:pt x="4017" y="5406"/>
                  </a:lnTo>
                  <a:lnTo>
                    <a:pt x="4056" y="6603"/>
                  </a:lnTo>
                  <a:lnTo>
                    <a:pt x="4056" y="7260"/>
                  </a:lnTo>
                  <a:lnTo>
                    <a:pt x="3978" y="7878"/>
                  </a:lnTo>
                  <a:lnTo>
                    <a:pt x="3901" y="8534"/>
                  </a:lnTo>
                  <a:lnTo>
                    <a:pt x="3747" y="9152"/>
                  </a:lnTo>
                  <a:lnTo>
                    <a:pt x="3515" y="9731"/>
                  </a:lnTo>
                  <a:lnTo>
                    <a:pt x="3245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2"/>
                  </a:lnTo>
                  <a:lnTo>
                    <a:pt x="1623" y="10696"/>
                  </a:lnTo>
                  <a:lnTo>
                    <a:pt x="1353" y="10503"/>
                  </a:lnTo>
                  <a:lnTo>
                    <a:pt x="1121" y="10233"/>
                  </a:lnTo>
                  <a:lnTo>
                    <a:pt x="966" y="9963"/>
                  </a:lnTo>
                  <a:lnTo>
                    <a:pt x="851" y="9692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95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9" y="4055"/>
                  </a:lnTo>
                  <a:lnTo>
                    <a:pt x="580" y="2780"/>
                  </a:lnTo>
                  <a:lnTo>
                    <a:pt x="542" y="2742"/>
                  </a:lnTo>
                  <a:lnTo>
                    <a:pt x="580" y="2742"/>
                  </a:lnTo>
                  <a:lnTo>
                    <a:pt x="1353" y="2356"/>
                  </a:lnTo>
                  <a:lnTo>
                    <a:pt x="2163" y="1931"/>
                  </a:lnTo>
                  <a:lnTo>
                    <a:pt x="2936" y="1429"/>
                  </a:lnTo>
                  <a:lnTo>
                    <a:pt x="3283" y="1159"/>
                  </a:lnTo>
                  <a:lnTo>
                    <a:pt x="3631" y="888"/>
                  </a:lnTo>
                  <a:close/>
                  <a:moveTo>
                    <a:pt x="3978" y="0"/>
                  </a:moveTo>
                  <a:lnTo>
                    <a:pt x="3901" y="39"/>
                  </a:lnTo>
                  <a:lnTo>
                    <a:pt x="3476" y="309"/>
                  </a:lnTo>
                  <a:lnTo>
                    <a:pt x="3052" y="657"/>
                  </a:lnTo>
                  <a:lnTo>
                    <a:pt x="2627" y="966"/>
                  </a:lnTo>
                  <a:lnTo>
                    <a:pt x="2202" y="1313"/>
                  </a:lnTo>
                  <a:lnTo>
                    <a:pt x="1314" y="1892"/>
                  </a:lnTo>
                  <a:lnTo>
                    <a:pt x="426" y="2472"/>
                  </a:lnTo>
                  <a:lnTo>
                    <a:pt x="349" y="2549"/>
                  </a:lnTo>
                  <a:lnTo>
                    <a:pt x="349" y="2626"/>
                  </a:lnTo>
                  <a:lnTo>
                    <a:pt x="271" y="2665"/>
                  </a:lnTo>
                  <a:lnTo>
                    <a:pt x="233" y="2780"/>
                  </a:lnTo>
                  <a:lnTo>
                    <a:pt x="194" y="3823"/>
                  </a:lnTo>
                  <a:lnTo>
                    <a:pt x="155" y="4827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7"/>
                  </a:lnTo>
                  <a:lnTo>
                    <a:pt x="155" y="7685"/>
                  </a:lnTo>
                  <a:lnTo>
                    <a:pt x="155" y="8418"/>
                  </a:lnTo>
                  <a:lnTo>
                    <a:pt x="233" y="9152"/>
                  </a:lnTo>
                  <a:lnTo>
                    <a:pt x="310" y="9615"/>
                  </a:lnTo>
                  <a:lnTo>
                    <a:pt x="503" y="10079"/>
                  </a:lnTo>
                  <a:lnTo>
                    <a:pt x="735" y="10503"/>
                  </a:lnTo>
                  <a:lnTo>
                    <a:pt x="1044" y="10890"/>
                  </a:lnTo>
                  <a:lnTo>
                    <a:pt x="1198" y="11044"/>
                  </a:lnTo>
                  <a:lnTo>
                    <a:pt x="1391" y="11198"/>
                  </a:lnTo>
                  <a:lnTo>
                    <a:pt x="1623" y="11314"/>
                  </a:lnTo>
                  <a:lnTo>
                    <a:pt x="1816" y="11392"/>
                  </a:lnTo>
                  <a:lnTo>
                    <a:pt x="2048" y="11430"/>
                  </a:lnTo>
                  <a:lnTo>
                    <a:pt x="2279" y="11430"/>
                  </a:lnTo>
                  <a:lnTo>
                    <a:pt x="2550" y="11392"/>
                  </a:lnTo>
                  <a:lnTo>
                    <a:pt x="2820" y="11314"/>
                  </a:lnTo>
                  <a:lnTo>
                    <a:pt x="3052" y="11198"/>
                  </a:lnTo>
                  <a:lnTo>
                    <a:pt x="3283" y="11044"/>
                  </a:lnTo>
                  <a:lnTo>
                    <a:pt x="3476" y="10851"/>
                  </a:lnTo>
                  <a:lnTo>
                    <a:pt x="3669" y="10658"/>
                  </a:lnTo>
                  <a:lnTo>
                    <a:pt x="3824" y="10388"/>
                  </a:lnTo>
                  <a:lnTo>
                    <a:pt x="3978" y="10117"/>
                  </a:lnTo>
                  <a:lnTo>
                    <a:pt x="4171" y="9538"/>
                  </a:lnTo>
                  <a:lnTo>
                    <a:pt x="4326" y="8920"/>
                  </a:lnTo>
                  <a:lnTo>
                    <a:pt x="4442" y="8302"/>
                  </a:lnTo>
                  <a:lnTo>
                    <a:pt x="4519" y="7723"/>
                  </a:lnTo>
                  <a:lnTo>
                    <a:pt x="4558" y="7221"/>
                  </a:lnTo>
                  <a:lnTo>
                    <a:pt x="4596" y="6642"/>
                  </a:lnTo>
                  <a:lnTo>
                    <a:pt x="4596" y="6101"/>
                  </a:lnTo>
                  <a:lnTo>
                    <a:pt x="4519" y="4981"/>
                  </a:lnTo>
                  <a:lnTo>
                    <a:pt x="4442" y="3862"/>
                  </a:lnTo>
                  <a:lnTo>
                    <a:pt x="4326" y="2780"/>
                  </a:lnTo>
                  <a:lnTo>
                    <a:pt x="4287" y="2394"/>
                  </a:lnTo>
                  <a:lnTo>
                    <a:pt x="4210" y="1468"/>
                  </a:lnTo>
                  <a:lnTo>
                    <a:pt x="4133" y="541"/>
                  </a:lnTo>
                  <a:lnTo>
                    <a:pt x="4094" y="386"/>
                  </a:lnTo>
                  <a:lnTo>
                    <a:pt x="4133" y="348"/>
                  </a:lnTo>
                  <a:lnTo>
                    <a:pt x="4171" y="270"/>
                  </a:lnTo>
                  <a:lnTo>
                    <a:pt x="4210" y="193"/>
                  </a:lnTo>
                  <a:lnTo>
                    <a:pt x="4171" y="77"/>
                  </a:lnTo>
                  <a:lnTo>
                    <a:pt x="4094" y="39"/>
                  </a:lnTo>
                  <a:lnTo>
                    <a:pt x="40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7"/>
            <p:cNvSpPr/>
            <p:nvPr/>
          </p:nvSpPr>
          <p:spPr>
            <a:xfrm>
              <a:off x="635850" y="1347150"/>
              <a:ext cx="42500" cy="41550"/>
            </a:xfrm>
            <a:custGeom>
              <a:avLst/>
              <a:gdLst/>
              <a:ahLst/>
              <a:cxnLst/>
              <a:rect l="l" t="t" r="r" b="b"/>
              <a:pathLst>
                <a:path w="1700" h="1662" extrusionOk="0">
                  <a:moveTo>
                    <a:pt x="1004" y="387"/>
                  </a:moveTo>
                  <a:lnTo>
                    <a:pt x="1120" y="425"/>
                  </a:lnTo>
                  <a:lnTo>
                    <a:pt x="1159" y="464"/>
                  </a:lnTo>
                  <a:lnTo>
                    <a:pt x="1236" y="541"/>
                  </a:lnTo>
                  <a:lnTo>
                    <a:pt x="1313" y="734"/>
                  </a:lnTo>
                  <a:lnTo>
                    <a:pt x="1313" y="927"/>
                  </a:lnTo>
                  <a:lnTo>
                    <a:pt x="1236" y="1082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8" y="1275"/>
                  </a:lnTo>
                  <a:lnTo>
                    <a:pt x="695" y="1236"/>
                  </a:lnTo>
                  <a:lnTo>
                    <a:pt x="541" y="1121"/>
                  </a:lnTo>
                  <a:lnTo>
                    <a:pt x="464" y="1082"/>
                  </a:lnTo>
                  <a:lnTo>
                    <a:pt x="425" y="966"/>
                  </a:lnTo>
                  <a:lnTo>
                    <a:pt x="386" y="889"/>
                  </a:lnTo>
                  <a:lnTo>
                    <a:pt x="386" y="773"/>
                  </a:lnTo>
                  <a:lnTo>
                    <a:pt x="425" y="541"/>
                  </a:lnTo>
                  <a:lnTo>
                    <a:pt x="541" y="580"/>
                  </a:lnTo>
                  <a:lnTo>
                    <a:pt x="618" y="541"/>
                  </a:lnTo>
                  <a:lnTo>
                    <a:pt x="773" y="425"/>
                  </a:lnTo>
                  <a:lnTo>
                    <a:pt x="927" y="387"/>
                  </a:lnTo>
                  <a:close/>
                  <a:moveTo>
                    <a:pt x="734" y="1"/>
                  </a:moveTo>
                  <a:lnTo>
                    <a:pt x="618" y="39"/>
                  </a:lnTo>
                  <a:lnTo>
                    <a:pt x="502" y="117"/>
                  </a:lnTo>
                  <a:lnTo>
                    <a:pt x="348" y="194"/>
                  </a:lnTo>
                  <a:lnTo>
                    <a:pt x="232" y="310"/>
                  </a:lnTo>
                  <a:lnTo>
                    <a:pt x="155" y="425"/>
                  </a:lnTo>
                  <a:lnTo>
                    <a:pt x="78" y="580"/>
                  </a:lnTo>
                  <a:lnTo>
                    <a:pt x="39" y="696"/>
                  </a:lnTo>
                  <a:lnTo>
                    <a:pt x="0" y="850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3" y="1352"/>
                  </a:lnTo>
                  <a:lnTo>
                    <a:pt x="309" y="1468"/>
                  </a:lnTo>
                  <a:lnTo>
                    <a:pt x="464" y="1584"/>
                  </a:lnTo>
                  <a:lnTo>
                    <a:pt x="657" y="1623"/>
                  </a:lnTo>
                  <a:lnTo>
                    <a:pt x="811" y="1661"/>
                  </a:lnTo>
                  <a:lnTo>
                    <a:pt x="1004" y="1661"/>
                  </a:lnTo>
                  <a:lnTo>
                    <a:pt x="1197" y="1584"/>
                  </a:lnTo>
                  <a:lnTo>
                    <a:pt x="1352" y="1507"/>
                  </a:lnTo>
                  <a:lnTo>
                    <a:pt x="1468" y="1391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699" y="927"/>
                  </a:lnTo>
                  <a:lnTo>
                    <a:pt x="1699" y="734"/>
                  </a:lnTo>
                  <a:lnTo>
                    <a:pt x="1661" y="541"/>
                  </a:lnTo>
                  <a:lnTo>
                    <a:pt x="1584" y="387"/>
                  </a:lnTo>
                  <a:lnTo>
                    <a:pt x="1506" y="232"/>
                  </a:lnTo>
                  <a:lnTo>
                    <a:pt x="1390" y="155"/>
                  </a:lnTo>
                  <a:lnTo>
                    <a:pt x="1275" y="78"/>
                  </a:lnTo>
                  <a:lnTo>
                    <a:pt x="10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7"/>
            <p:cNvSpPr/>
            <p:nvPr/>
          </p:nvSpPr>
          <p:spPr>
            <a:xfrm>
              <a:off x="444700" y="13741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71" y="1"/>
                  </a:moveTo>
                  <a:lnTo>
                    <a:pt x="116" y="40"/>
                  </a:lnTo>
                  <a:lnTo>
                    <a:pt x="39" y="117"/>
                  </a:lnTo>
                  <a:lnTo>
                    <a:pt x="1" y="233"/>
                  </a:lnTo>
                  <a:lnTo>
                    <a:pt x="39" y="387"/>
                  </a:lnTo>
                  <a:lnTo>
                    <a:pt x="348" y="889"/>
                  </a:lnTo>
                  <a:lnTo>
                    <a:pt x="657" y="1391"/>
                  </a:lnTo>
                  <a:lnTo>
                    <a:pt x="1005" y="1854"/>
                  </a:lnTo>
                  <a:lnTo>
                    <a:pt x="1391" y="2318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4" y="3553"/>
                  </a:lnTo>
                  <a:lnTo>
                    <a:pt x="3167" y="3901"/>
                  </a:lnTo>
                  <a:lnTo>
                    <a:pt x="3553" y="3747"/>
                  </a:lnTo>
                  <a:lnTo>
                    <a:pt x="2781" y="3013"/>
                  </a:lnTo>
                  <a:lnTo>
                    <a:pt x="2047" y="2241"/>
                  </a:lnTo>
                  <a:lnTo>
                    <a:pt x="1352" y="1430"/>
                  </a:lnTo>
                  <a:lnTo>
                    <a:pt x="1043" y="1005"/>
                  </a:lnTo>
                  <a:lnTo>
                    <a:pt x="734" y="542"/>
                  </a:lnTo>
                  <a:lnTo>
                    <a:pt x="1622" y="696"/>
                  </a:lnTo>
                  <a:lnTo>
                    <a:pt x="2511" y="889"/>
                  </a:lnTo>
                  <a:lnTo>
                    <a:pt x="3013" y="1044"/>
                  </a:lnTo>
                  <a:lnTo>
                    <a:pt x="3515" y="1198"/>
                  </a:lnTo>
                  <a:lnTo>
                    <a:pt x="4017" y="1352"/>
                  </a:lnTo>
                  <a:lnTo>
                    <a:pt x="4480" y="1507"/>
                  </a:lnTo>
                  <a:lnTo>
                    <a:pt x="4596" y="1507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5" y="1507"/>
                  </a:lnTo>
                  <a:lnTo>
                    <a:pt x="4943" y="1430"/>
                  </a:lnTo>
                  <a:lnTo>
                    <a:pt x="4634" y="1159"/>
                  </a:lnTo>
                  <a:lnTo>
                    <a:pt x="4171" y="850"/>
                  </a:lnTo>
                  <a:lnTo>
                    <a:pt x="3630" y="619"/>
                  </a:lnTo>
                  <a:lnTo>
                    <a:pt x="3090" y="464"/>
                  </a:lnTo>
                  <a:lnTo>
                    <a:pt x="2511" y="310"/>
                  </a:lnTo>
                  <a:lnTo>
                    <a:pt x="1931" y="194"/>
                  </a:lnTo>
                  <a:lnTo>
                    <a:pt x="1352" y="117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7"/>
            <p:cNvSpPr/>
            <p:nvPr/>
          </p:nvSpPr>
          <p:spPr>
            <a:xfrm>
              <a:off x="5333350" y="138867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5"/>
                  </a:moveTo>
                  <a:lnTo>
                    <a:pt x="23633" y="1467"/>
                  </a:lnTo>
                  <a:lnTo>
                    <a:pt x="23941" y="2008"/>
                  </a:lnTo>
                  <a:lnTo>
                    <a:pt x="23787" y="2163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2" y="1969"/>
                  </a:lnTo>
                  <a:lnTo>
                    <a:pt x="23015" y="1815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4"/>
                  </a:lnTo>
                  <a:lnTo>
                    <a:pt x="23169" y="1120"/>
                  </a:lnTo>
                  <a:lnTo>
                    <a:pt x="23285" y="965"/>
                  </a:lnTo>
                  <a:close/>
                  <a:moveTo>
                    <a:pt x="24096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7"/>
                  </a:lnTo>
                  <a:lnTo>
                    <a:pt x="24096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0"/>
                  </a:lnTo>
                  <a:lnTo>
                    <a:pt x="16566" y="5406"/>
                  </a:lnTo>
                  <a:lnTo>
                    <a:pt x="16296" y="5445"/>
                  </a:lnTo>
                  <a:lnTo>
                    <a:pt x="15639" y="5522"/>
                  </a:lnTo>
                  <a:lnTo>
                    <a:pt x="15639" y="5483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5" y="5175"/>
                  </a:lnTo>
                  <a:lnTo>
                    <a:pt x="15832" y="5097"/>
                  </a:lnTo>
                  <a:lnTo>
                    <a:pt x="15948" y="5020"/>
                  </a:lnTo>
                  <a:lnTo>
                    <a:pt x="16064" y="4981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522"/>
                  </a:lnTo>
                  <a:lnTo>
                    <a:pt x="24057" y="5445"/>
                  </a:lnTo>
                  <a:lnTo>
                    <a:pt x="23903" y="5290"/>
                  </a:lnTo>
                  <a:lnTo>
                    <a:pt x="23826" y="5097"/>
                  </a:lnTo>
                  <a:lnTo>
                    <a:pt x="23787" y="4981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2" y="5638"/>
                  </a:lnTo>
                  <a:lnTo>
                    <a:pt x="17570" y="5522"/>
                  </a:lnTo>
                  <a:lnTo>
                    <a:pt x="17029" y="5445"/>
                  </a:lnTo>
                  <a:lnTo>
                    <a:pt x="17068" y="5290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3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6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599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6"/>
                  </a:lnTo>
                  <a:lnTo>
                    <a:pt x="19385" y="5831"/>
                  </a:lnTo>
                  <a:lnTo>
                    <a:pt x="19385" y="5985"/>
                  </a:lnTo>
                  <a:lnTo>
                    <a:pt x="19346" y="6178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6"/>
                  </a:lnTo>
                  <a:lnTo>
                    <a:pt x="18844" y="5522"/>
                  </a:lnTo>
                  <a:lnTo>
                    <a:pt x="18999" y="5483"/>
                  </a:lnTo>
                  <a:close/>
                  <a:moveTo>
                    <a:pt x="20196" y="6063"/>
                  </a:moveTo>
                  <a:lnTo>
                    <a:pt x="20350" y="6101"/>
                  </a:lnTo>
                  <a:lnTo>
                    <a:pt x="20466" y="6140"/>
                  </a:lnTo>
                  <a:lnTo>
                    <a:pt x="20543" y="6178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0"/>
                  </a:lnTo>
                  <a:lnTo>
                    <a:pt x="19848" y="6294"/>
                  </a:lnTo>
                  <a:lnTo>
                    <a:pt x="19887" y="6178"/>
                  </a:lnTo>
                  <a:lnTo>
                    <a:pt x="20003" y="6140"/>
                  </a:lnTo>
                  <a:lnTo>
                    <a:pt x="20080" y="6101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1" y="5985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1" y="6294"/>
                  </a:lnTo>
                  <a:lnTo>
                    <a:pt x="23748" y="6565"/>
                  </a:lnTo>
                  <a:lnTo>
                    <a:pt x="23517" y="6796"/>
                  </a:lnTo>
                  <a:lnTo>
                    <a:pt x="23246" y="6989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8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78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6"/>
                  </a:lnTo>
                  <a:lnTo>
                    <a:pt x="12627" y="6680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59" y="6217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719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44"/>
                  </a:lnTo>
                  <a:lnTo>
                    <a:pt x="22551" y="7221"/>
                  </a:lnTo>
                  <a:lnTo>
                    <a:pt x="22165" y="7260"/>
                  </a:lnTo>
                  <a:lnTo>
                    <a:pt x="21779" y="7221"/>
                  </a:lnTo>
                  <a:lnTo>
                    <a:pt x="21393" y="7105"/>
                  </a:lnTo>
                  <a:lnTo>
                    <a:pt x="21470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414"/>
                  </a:moveTo>
                  <a:lnTo>
                    <a:pt x="12473" y="7453"/>
                  </a:lnTo>
                  <a:lnTo>
                    <a:pt x="12125" y="7993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09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3"/>
                  </a:lnTo>
                  <a:lnTo>
                    <a:pt x="11816" y="7607"/>
                  </a:lnTo>
                  <a:lnTo>
                    <a:pt x="11894" y="7530"/>
                  </a:lnTo>
                  <a:lnTo>
                    <a:pt x="12009" y="7453"/>
                  </a:lnTo>
                  <a:lnTo>
                    <a:pt x="12164" y="7414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1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2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7"/>
                  </a:lnTo>
                  <a:close/>
                  <a:moveTo>
                    <a:pt x="3785" y="9770"/>
                  </a:moveTo>
                  <a:lnTo>
                    <a:pt x="3900" y="9808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32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5"/>
                  </a:lnTo>
                  <a:lnTo>
                    <a:pt x="5097" y="10774"/>
                  </a:lnTo>
                  <a:lnTo>
                    <a:pt x="5136" y="10889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928"/>
                  </a:lnTo>
                  <a:lnTo>
                    <a:pt x="4441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19"/>
                  </a:moveTo>
                  <a:lnTo>
                    <a:pt x="10967" y="11198"/>
                  </a:lnTo>
                  <a:lnTo>
                    <a:pt x="10735" y="11739"/>
                  </a:lnTo>
                  <a:lnTo>
                    <a:pt x="10658" y="11700"/>
                  </a:lnTo>
                  <a:lnTo>
                    <a:pt x="10504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2"/>
                  </a:lnTo>
                  <a:lnTo>
                    <a:pt x="10735" y="10696"/>
                  </a:lnTo>
                  <a:lnTo>
                    <a:pt x="10928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09"/>
                  </a:lnTo>
                  <a:lnTo>
                    <a:pt x="6410" y="12241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0"/>
                  </a:lnTo>
                  <a:lnTo>
                    <a:pt x="5445" y="11623"/>
                  </a:lnTo>
                  <a:lnTo>
                    <a:pt x="5561" y="11546"/>
                  </a:lnTo>
                  <a:lnTo>
                    <a:pt x="5638" y="11507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39" y="13206"/>
                  </a:lnTo>
                  <a:lnTo>
                    <a:pt x="7337" y="13013"/>
                  </a:lnTo>
                  <a:lnTo>
                    <a:pt x="6835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3" y="12627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6"/>
                  </a:lnTo>
                  <a:lnTo>
                    <a:pt x="9229" y="13129"/>
                  </a:lnTo>
                  <a:lnTo>
                    <a:pt x="9268" y="13206"/>
                  </a:lnTo>
                  <a:lnTo>
                    <a:pt x="9036" y="13284"/>
                  </a:lnTo>
                  <a:lnTo>
                    <a:pt x="8804" y="13322"/>
                  </a:lnTo>
                  <a:lnTo>
                    <a:pt x="8573" y="13322"/>
                  </a:lnTo>
                  <a:lnTo>
                    <a:pt x="8302" y="13284"/>
                  </a:lnTo>
                  <a:lnTo>
                    <a:pt x="8302" y="13206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704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6" y="0"/>
                  </a:moveTo>
                  <a:lnTo>
                    <a:pt x="22899" y="39"/>
                  </a:lnTo>
                  <a:lnTo>
                    <a:pt x="22822" y="77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2"/>
                  </a:lnTo>
                  <a:lnTo>
                    <a:pt x="22783" y="965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0" y="2278"/>
                  </a:lnTo>
                  <a:lnTo>
                    <a:pt x="23053" y="2394"/>
                  </a:lnTo>
                  <a:lnTo>
                    <a:pt x="23246" y="2510"/>
                  </a:lnTo>
                  <a:lnTo>
                    <a:pt x="23478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82"/>
                  </a:lnTo>
                  <a:lnTo>
                    <a:pt x="23439" y="3514"/>
                  </a:lnTo>
                  <a:lnTo>
                    <a:pt x="23555" y="3707"/>
                  </a:lnTo>
                  <a:lnTo>
                    <a:pt x="23748" y="3900"/>
                  </a:lnTo>
                  <a:lnTo>
                    <a:pt x="23980" y="4016"/>
                  </a:lnTo>
                  <a:lnTo>
                    <a:pt x="23748" y="4209"/>
                  </a:lnTo>
                  <a:lnTo>
                    <a:pt x="23555" y="4479"/>
                  </a:lnTo>
                  <a:lnTo>
                    <a:pt x="23478" y="4750"/>
                  </a:lnTo>
                  <a:lnTo>
                    <a:pt x="23439" y="4904"/>
                  </a:lnTo>
                  <a:lnTo>
                    <a:pt x="23439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1" y="5522"/>
                  </a:lnTo>
                  <a:lnTo>
                    <a:pt x="23169" y="5561"/>
                  </a:lnTo>
                  <a:lnTo>
                    <a:pt x="22976" y="5715"/>
                  </a:lnTo>
                  <a:lnTo>
                    <a:pt x="22783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4" y="6294"/>
                  </a:lnTo>
                  <a:lnTo>
                    <a:pt x="22320" y="6256"/>
                  </a:lnTo>
                  <a:lnTo>
                    <a:pt x="22165" y="6217"/>
                  </a:lnTo>
                  <a:lnTo>
                    <a:pt x="21972" y="6217"/>
                  </a:lnTo>
                  <a:lnTo>
                    <a:pt x="21740" y="6294"/>
                  </a:lnTo>
                  <a:lnTo>
                    <a:pt x="21509" y="6410"/>
                  </a:lnTo>
                  <a:lnTo>
                    <a:pt x="21354" y="6565"/>
                  </a:lnTo>
                  <a:lnTo>
                    <a:pt x="21200" y="6796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4"/>
                  </a:lnTo>
                  <a:lnTo>
                    <a:pt x="20736" y="5908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4" y="5754"/>
                  </a:lnTo>
                  <a:lnTo>
                    <a:pt x="20080" y="5792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3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0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1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5"/>
                  </a:lnTo>
                  <a:lnTo>
                    <a:pt x="17802" y="4557"/>
                  </a:lnTo>
                  <a:lnTo>
                    <a:pt x="17647" y="4518"/>
                  </a:lnTo>
                  <a:lnTo>
                    <a:pt x="17493" y="4557"/>
                  </a:lnTo>
                  <a:lnTo>
                    <a:pt x="17377" y="4595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7"/>
                  </a:lnTo>
                  <a:lnTo>
                    <a:pt x="16759" y="4943"/>
                  </a:lnTo>
                  <a:lnTo>
                    <a:pt x="16605" y="4788"/>
                  </a:lnTo>
                  <a:lnTo>
                    <a:pt x="16450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1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1"/>
                  </a:lnTo>
                  <a:lnTo>
                    <a:pt x="14635" y="4943"/>
                  </a:lnTo>
                  <a:lnTo>
                    <a:pt x="14442" y="4981"/>
                  </a:lnTo>
                  <a:lnTo>
                    <a:pt x="14288" y="5020"/>
                  </a:lnTo>
                  <a:lnTo>
                    <a:pt x="14133" y="5097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7"/>
                  </a:lnTo>
                  <a:lnTo>
                    <a:pt x="12357" y="6372"/>
                  </a:lnTo>
                  <a:lnTo>
                    <a:pt x="12357" y="6526"/>
                  </a:lnTo>
                  <a:lnTo>
                    <a:pt x="12357" y="6680"/>
                  </a:lnTo>
                  <a:lnTo>
                    <a:pt x="12357" y="6835"/>
                  </a:lnTo>
                  <a:lnTo>
                    <a:pt x="12434" y="6989"/>
                  </a:lnTo>
                  <a:lnTo>
                    <a:pt x="12164" y="7028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414"/>
                  </a:lnTo>
                  <a:lnTo>
                    <a:pt x="11392" y="7530"/>
                  </a:lnTo>
                  <a:lnTo>
                    <a:pt x="11353" y="7684"/>
                  </a:lnTo>
                  <a:lnTo>
                    <a:pt x="11314" y="7839"/>
                  </a:lnTo>
                  <a:lnTo>
                    <a:pt x="11276" y="7993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57"/>
                  </a:lnTo>
                  <a:lnTo>
                    <a:pt x="11469" y="8611"/>
                  </a:lnTo>
                  <a:lnTo>
                    <a:pt x="11199" y="8650"/>
                  </a:lnTo>
                  <a:lnTo>
                    <a:pt x="10967" y="8804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3"/>
                  </a:lnTo>
                  <a:lnTo>
                    <a:pt x="10619" y="10310"/>
                  </a:lnTo>
                  <a:lnTo>
                    <a:pt x="10426" y="10426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5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4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2" y="12087"/>
                  </a:lnTo>
                  <a:lnTo>
                    <a:pt x="9384" y="12202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95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4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202"/>
                  </a:lnTo>
                  <a:lnTo>
                    <a:pt x="6990" y="12280"/>
                  </a:lnTo>
                  <a:lnTo>
                    <a:pt x="6796" y="12434"/>
                  </a:lnTo>
                  <a:lnTo>
                    <a:pt x="6796" y="12048"/>
                  </a:lnTo>
                  <a:lnTo>
                    <a:pt x="6758" y="11893"/>
                  </a:lnTo>
                  <a:lnTo>
                    <a:pt x="6681" y="11700"/>
                  </a:lnTo>
                  <a:lnTo>
                    <a:pt x="6603" y="11546"/>
                  </a:lnTo>
                  <a:lnTo>
                    <a:pt x="6526" y="11430"/>
                  </a:lnTo>
                  <a:lnTo>
                    <a:pt x="6372" y="11314"/>
                  </a:lnTo>
                  <a:lnTo>
                    <a:pt x="6217" y="11198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7"/>
                  </a:lnTo>
                  <a:lnTo>
                    <a:pt x="5522" y="10967"/>
                  </a:lnTo>
                  <a:lnTo>
                    <a:pt x="5445" y="10735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88"/>
                  </a:lnTo>
                  <a:lnTo>
                    <a:pt x="4943" y="10310"/>
                  </a:lnTo>
                  <a:lnTo>
                    <a:pt x="4827" y="10310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499"/>
                  </a:lnTo>
                  <a:lnTo>
                    <a:pt x="3900" y="9461"/>
                  </a:lnTo>
                  <a:lnTo>
                    <a:pt x="3746" y="9422"/>
                  </a:lnTo>
                  <a:lnTo>
                    <a:pt x="3591" y="9422"/>
                  </a:lnTo>
                  <a:lnTo>
                    <a:pt x="3398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70"/>
                  </a:lnTo>
                  <a:lnTo>
                    <a:pt x="2974" y="9615"/>
                  </a:lnTo>
                  <a:lnTo>
                    <a:pt x="2896" y="9461"/>
                  </a:lnTo>
                  <a:lnTo>
                    <a:pt x="2781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9036"/>
                  </a:lnTo>
                  <a:lnTo>
                    <a:pt x="1854" y="9113"/>
                  </a:lnTo>
                  <a:lnTo>
                    <a:pt x="1699" y="9190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1"/>
                  </a:lnTo>
                  <a:lnTo>
                    <a:pt x="1352" y="9924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0"/>
                  </a:lnTo>
                  <a:lnTo>
                    <a:pt x="386" y="10426"/>
                  </a:lnTo>
                  <a:lnTo>
                    <a:pt x="271" y="10581"/>
                  </a:lnTo>
                  <a:lnTo>
                    <a:pt x="116" y="10889"/>
                  </a:lnTo>
                  <a:lnTo>
                    <a:pt x="0" y="11237"/>
                  </a:lnTo>
                  <a:lnTo>
                    <a:pt x="0" y="11585"/>
                  </a:lnTo>
                  <a:lnTo>
                    <a:pt x="77" y="11932"/>
                  </a:lnTo>
                  <a:lnTo>
                    <a:pt x="193" y="12241"/>
                  </a:lnTo>
                  <a:lnTo>
                    <a:pt x="386" y="12550"/>
                  </a:lnTo>
                  <a:lnTo>
                    <a:pt x="618" y="12820"/>
                  </a:lnTo>
                  <a:lnTo>
                    <a:pt x="811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5" y="13129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1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78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4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2"/>
                  </a:lnTo>
                  <a:lnTo>
                    <a:pt x="618" y="12048"/>
                  </a:lnTo>
                  <a:lnTo>
                    <a:pt x="541" y="11893"/>
                  </a:lnTo>
                  <a:lnTo>
                    <a:pt x="502" y="11739"/>
                  </a:lnTo>
                  <a:lnTo>
                    <a:pt x="502" y="11546"/>
                  </a:lnTo>
                  <a:lnTo>
                    <a:pt x="502" y="11391"/>
                  </a:lnTo>
                  <a:lnTo>
                    <a:pt x="541" y="11198"/>
                  </a:lnTo>
                  <a:lnTo>
                    <a:pt x="579" y="11044"/>
                  </a:lnTo>
                  <a:lnTo>
                    <a:pt x="657" y="10889"/>
                  </a:lnTo>
                  <a:lnTo>
                    <a:pt x="773" y="10774"/>
                  </a:lnTo>
                  <a:lnTo>
                    <a:pt x="888" y="10619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6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5"/>
                  </a:lnTo>
                  <a:lnTo>
                    <a:pt x="5870" y="12704"/>
                  </a:lnTo>
                  <a:lnTo>
                    <a:pt x="6256" y="12975"/>
                  </a:lnTo>
                  <a:lnTo>
                    <a:pt x="6681" y="13206"/>
                  </a:lnTo>
                  <a:lnTo>
                    <a:pt x="7105" y="13438"/>
                  </a:lnTo>
                  <a:lnTo>
                    <a:pt x="7530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8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5"/>
                  </a:lnTo>
                  <a:lnTo>
                    <a:pt x="11314" y="11739"/>
                  </a:lnTo>
                  <a:lnTo>
                    <a:pt x="11507" y="11237"/>
                  </a:lnTo>
                  <a:lnTo>
                    <a:pt x="11662" y="10696"/>
                  </a:lnTo>
                  <a:lnTo>
                    <a:pt x="11971" y="9615"/>
                  </a:lnTo>
                  <a:lnTo>
                    <a:pt x="12125" y="9113"/>
                  </a:lnTo>
                  <a:lnTo>
                    <a:pt x="12357" y="8611"/>
                  </a:lnTo>
                  <a:lnTo>
                    <a:pt x="12589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89"/>
                  </a:lnTo>
                  <a:lnTo>
                    <a:pt x="14017" y="6719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4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0" y="7723"/>
                  </a:lnTo>
                  <a:lnTo>
                    <a:pt x="22165" y="7762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530"/>
                  </a:lnTo>
                  <a:lnTo>
                    <a:pt x="23710" y="7298"/>
                  </a:lnTo>
                  <a:lnTo>
                    <a:pt x="24057" y="6989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908"/>
                  </a:lnTo>
                  <a:lnTo>
                    <a:pt x="24868" y="5483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5" y="3746"/>
                  </a:lnTo>
                  <a:lnTo>
                    <a:pt x="24868" y="3282"/>
                  </a:lnTo>
                  <a:lnTo>
                    <a:pt x="24791" y="2858"/>
                  </a:lnTo>
                  <a:lnTo>
                    <a:pt x="24637" y="2394"/>
                  </a:lnTo>
                  <a:lnTo>
                    <a:pt x="24443" y="1969"/>
                  </a:lnTo>
                  <a:lnTo>
                    <a:pt x="24250" y="1583"/>
                  </a:lnTo>
                  <a:lnTo>
                    <a:pt x="24057" y="1197"/>
                  </a:lnTo>
                  <a:lnTo>
                    <a:pt x="23787" y="811"/>
                  </a:lnTo>
                  <a:lnTo>
                    <a:pt x="23941" y="386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7"/>
                  </a:lnTo>
                  <a:lnTo>
                    <a:pt x="230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7"/>
            <p:cNvSpPr/>
            <p:nvPr/>
          </p:nvSpPr>
          <p:spPr>
            <a:xfrm>
              <a:off x="5843050" y="1398325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5" y="1429"/>
                  </a:lnTo>
                  <a:lnTo>
                    <a:pt x="4866" y="1738"/>
                  </a:lnTo>
                  <a:lnTo>
                    <a:pt x="5059" y="2085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6" y="5599"/>
                  </a:lnTo>
                  <a:lnTo>
                    <a:pt x="5330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40" y="8380"/>
                  </a:lnTo>
                  <a:lnTo>
                    <a:pt x="3631" y="8727"/>
                  </a:lnTo>
                  <a:lnTo>
                    <a:pt x="3283" y="9036"/>
                  </a:lnTo>
                  <a:lnTo>
                    <a:pt x="2936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9" y="10040"/>
                  </a:lnTo>
                  <a:lnTo>
                    <a:pt x="1314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9" y="10967"/>
                  </a:lnTo>
                  <a:lnTo>
                    <a:pt x="1121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8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5" y="6294"/>
                  </a:lnTo>
                  <a:lnTo>
                    <a:pt x="5909" y="5792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5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40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7"/>
            <p:cNvSpPr/>
            <p:nvPr/>
          </p:nvSpPr>
          <p:spPr>
            <a:xfrm>
              <a:off x="569225" y="1424375"/>
              <a:ext cx="126500" cy="69550"/>
            </a:xfrm>
            <a:custGeom>
              <a:avLst/>
              <a:gdLst/>
              <a:ahLst/>
              <a:cxnLst/>
              <a:rect l="l" t="t" r="r" b="b"/>
              <a:pathLst>
                <a:path w="5060" h="2782" extrusionOk="0">
                  <a:moveTo>
                    <a:pt x="4905" y="1"/>
                  </a:moveTo>
                  <a:lnTo>
                    <a:pt x="3824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30" y="1854"/>
                  </a:lnTo>
                  <a:lnTo>
                    <a:pt x="773" y="2125"/>
                  </a:lnTo>
                  <a:lnTo>
                    <a:pt x="117" y="2395"/>
                  </a:lnTo>
                  <a:lnTo>
                    <a:pt x="40" y="2472"/>
                  </a:lnTo>
                  <a:lnTo>
                    <a:pt x="1" y="2588"/>
                  </a:lnTo>
                  <a:lnTo>
                    <a:pt x="40" y="2665"/>
                  </a:lnTo>
                  <a:lnTo>
                    <a:pt x="117" y="2781"/>
                  </a:lnTo>
                  <a:lnTo>
                    <a:pt x="387" y="2781"/>
                  </a:lnTo>
                  <a:lnTo>
                    <a:pt x="1082" y="2627"/>
                  </a:lnTo>
                  <a:lnTo>
                    <a:pt x="1739" y="2356"/>
                  </a:lnTo>
                  <a:lnTo>
                    <a:pt x="2356" y="2047"/>
                  </a:lnTo>
                  <a:lnTo>
                    <a:pt x="2974" y="1739"/>
                  </a:lnTo>
                  <a:lnTo>
                    <a:pt x="3553" y="1430"/>
                  </a:lnTo>
                  <a:lnTo>
                    <a:pt x="4094" y="1082"/>
                  </a:lnTo>
                  <a:lnTo>
                    <a:pt x="4596" y="735"/>
                  </a:lnTo>
                  <a:lnTo>
                    <a:pt x="5059" y="310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7"/>
            <p:cNvSpPr/>
            <p:nvPr/>
          </p:nvSpPr>
          <p:spPr>
            <a:xfrm>
              <a:off x="512275" y="1467825"/>
              <a:ext cx="66650" cy="99450"/>
            </a:xfrm>
            <a:custGeom>
              <a:avLst/>
              <a:gdLst/>
              <a:ahLst/>
              <a:cxnLst/>
              <a:rect l="l" t="t" r="r" b="b"/>
              <a:pathLst>
                <a:path w="2666" h="3978" extrusionOk="0">
                  <a:moveTo>
                    <a:pt x="850" y="1"/>
                  </a:moveTo>
                  <a:lnTo>
                    <a:pt x="464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2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1" y="2704"/>
                  </a:lnTo>
                  <a:lnTo>
                    <a:pt x="39" y="2974"/>
                  </a:lnTo>
                  <a:lnTo>
                    <a:pt x="78" y="3206"/>
                  </a:lnTo>
                  <a:lnTo>
                    <a:pt x="155" y="3399"/>
                  </a:lnTo>
                  <a:lnTo>
                    <a:pt x="271" y="3592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9" y="3939"/>
                  </a:lnTo>
                  <a:lnTo>
                    <a:pt x="1082" y="3978"/>
                  </a:lnTo>
                  <a:lnTo>
                    <a:pt x="1314" y="3939"/>
                  </a:lnTo>
                  <a:lnTo>
                    <a:pt x="1507" y="3823"/>
                  </a:lnTo>
                  <a:lnTo>
                    <a:pt x="1661" y="3708"/>
                  </a:lnTo>
                  <a:lnTo>
                    <a:pt x="1816" y="3514"/>
                  </a:lnTo>
                  <a:lnTo>
                    <a:pt x="1970" y="3321"/>
                  </a:lnTo>
                  <a:lnTo>
                    <a:pt x="2086" y="3090"/>
                  </a:lnTo>
                  <a:lnTo>
                    <a:pt x="2318" y="2549"/>
                  </a:lnTo>
                  <a:lnTo>
                    <a:pt x="2472" y="2009"/>
                  </a:lnTo>
                  <a:lnTo>
                    <a:pt x="2626" y="1507"/>
                  </a:lnTo>
                  <a:lnTo>
                    <a:pt x="2665" y="1043"/>
                  </a:lnTo>
                  <a:lnTo>
                    <a:pt x="2395" y="1043"/>
                  </a:lnTo>
                  <a:lnTo>
                    <a:pt x="2009" y="2009"/>
                  </a:lnTo>
                  <a:lnTo>
                    <a:pt x="1738" y="2665"/>
                  </a:lnTo>
                  <a:lnTo>
                    <a:pt x="1545" y="3051"/>
                  </a:lnTo>
                  <a:lnTo>
                    <a:pt x="1468" y="3206"/>
                  </a:lnTo>
                  <a:lnTo>
                    <a:pt x="1314" y="3283"/>
                  </a:lnTo>
                  <a:lnTo>
                    <a:pt x="1159" y="3283"/>
                  </a:lnTo>
                  <a:lnTo>
                    <a:pt x="966" y="3206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8"/>
                  </a:lnTo>
                  <a:lnTo>
                    <a:pt x="889" y="773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7"/>
            <p:cNvSpPr/>
            <p:nvPr/>
          </p:nvSpPr>
          <p:spPr>
            <a:xfrm>
              <a:off x="4008850" y="152575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4"/>
                  </a:lnTo>
                  <a:lnTo>
                    <a:pt x="7029" y="1313"/>
                  </a:lnTo>
                  <a:lnTo>
                    <a:pt x="7531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7"/>
                  </a:lnTo>
                  <a:lnTo>
                    <a:pt x="8573" y="3707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1" y="3862"/>
                  </a:lnTo>
                  <a:lnTo>
                    <a:pt x="2433" y="4016"/>
                  </a:lnTo>
                  <a:lnTo>
                    <a:pt x="2318" y="4132"/>
                  </a:lnTo>
                  <a:lnTo>
                    <a:pt x="2124" y="4209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1" y="4248"/>
                  </a:lnTo>
                  <a:lnTo>
                    <a:pt x="734" y="4132"/>
                  </a:lnTo>
                  <a:lnTo>
                    <a:pt x="387" y="4016"/>
                  </a:lnTo>
                  <a:lnTo>
                    <a:pt x="503" y="3514"/>
                  </a:lnTo>
                  <a:lnTo>
                    <a:pt x="657" y="3012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8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7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3" y="5947"/>
                  </a:lnTo>
                  <a:lnTo>
                    <a:pt x="10543" y="5870"/>
                  </a:lnTo>
                  <a:lnTo>
                    <a:pt x="10543" y="5754"/>
                  </a:lnTo>
                  <a:lnTo>
                    <a:pt x="10620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0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9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7" y="3205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8"/>
                  </a:lnTo>
                  <a:lnTo>
                    <a:pt x="1314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3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7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3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8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7" y="6526"/>
                  </a:lnTo>
                  <a:lnTo>
                    <a:pt x="11740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1" y="7916"/>
                  </a:lnTo>
                  <a:lnTo>
                    <a:pt x="12551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7" y="7183"/>
                  </a:lnTo>
                  <a:lnTo>
                    <a:pt x="12744" y="6681"/>
                  </a:lnTo>
                  <a:lnTo>
                    <a:pt x="12435" y="6217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9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4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5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6" y="193"/>
                  </a:lnTo>
                  <a:lnTo>
                    <a:pt x="5291" y="78"/>
                  </a:lnTo>
                  <a:lnTo>
                    <a:pt x="4828" y="39"/>
                  </a:lnTo>
                  <a:lnTo>
                    <a:pt x="44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7"/>
            <p:cNvSpPr/>
            <p:nvPr/>
          </p:nvSpPr>
          <p:spPr>
            <a:xfrm>
              <a:off x="6763050" y="1538300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8"/>
                  </a:moveTo>
                  <a:lnTo>
                    <a:pt x="1082" y="5986"/>
                  </a:lnTo>
                  <a:lnTo>
                    <a:pt x="1237" y="6024"/>
                  </a:lnTo>
                  <a:lnTo>
                    <a:pt x="1391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7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9" y="6990"/>
                  </a:lnTo>
                  <a:lnTo>
                    <a:pt x="464" y="6835"/>
                  </a:lnTo>
                  <a:lnTo>
                    <a:pt x="426" y="6719"/>
                  </a:lnTo>
                  <a:lnTo>
                    <a:pt x="387" y="6642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6" y="6256"/>
                  </a:lnTo>
                  <a:lnTo>
                    <a:pt x="503" y="6179"/>
                  </a:lnTo>
                  <a:lnTo>
                    <a:pt x="696" y="6024"/>
                  </a:lnTo>
                  <a:lnTo>
                    <a:pt x="889" y="5908"/>
                  </a:lnTo>
                  <a:close/>
                  <a:moveTo>
                    <a:pt x="5909" y="0"/>
                  </a:moveTo>
                  <a:lnTo>
                    <a:pt x="5832" y="39"/>
                  </a:lnTo>
                  <a:lnTo>
                    <a:pt x="5523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7" y="2047"/>
                  </a:lnTo>
                  <a:lnTo>
                    <a:pt x="3438" y="2781"/>
                  </a:lnTo>
                  <a:lnTo>
                    <a:pt x="2279" y="4132"/>
                  </a:lnTo>
                  <a:lnTo>
                    <a:pt x="1739" y="4866"/>
                  </a:lnTo>
                  <a:lnTo>
                    <a:pt x="1198" y="5561"/>
                  </a:lnTo>
                  <a:lnTo>
                    <a:pt x="1043" y="5522"/>
                  </a:lnTo>
                  <a:lnTo>
                    <a:pt x="889" y="5522"/>
                  </a:lnTo>
                  <a:lnTo>
                    <a:pt x="773" y="5561"/>
                  </a:lnTo>
                  <a:lnTo>
                    <a:pt x="619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10" y="5870"/>
                  </a:lnTo>
                  <a:lnTo>
                    <a:pt x="117" y="6063"/>
                  </a:lnTo>
                  <a:lnTo>
                    <a:pt x="1" y="6333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40" y="6797"/>
                  </a:lnTo>
                  <a:lnTo>
                    <a:pt x="117" y="6990"/>
                  </a:lnTo>
                  <a:lnTo>
                    <a:pt x="194" y="7144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4"/>
                  </a:lnTo>
                  <a:lnTo>
                    <a:pt x="1430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6" y="6874"/>
                  </a:lnTo>
                  <a:lnTo>
                    <a:pt x="1854" y="6681"/>
                  </a:lnTo>
                  <a:lnTo>
                    <a:pt x="1893" y="6526"/>
                  </a:lnTo>
                  <a:lnTo>
                    <a:pt x="1854" y="6333"/>
                  </a:lnTo>
                  <a:lnTo>
                    <a:pt x="1816" y="6179"/>
                  </a:lnTo>
                  <a:lnTo>
                    <a:pt x="1739" y="6024"/>
                  </a:lnTo>
                  <a:lnTo>
                    <a:pt x="1661" y="5908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3" y="4403"/>
                  </a:lnTo>
                  <a:lnTo>
                    <a:pt x="3940" y="3012"/>
                  </a:lnTo>
                  <a:lnTo>
                    <a:pt x="4480" y="2395"/>
                  </a:lnTo>
                  <a:lnTo>
                    <a:pt x="5098" y="1699"/>
                  </a:lnTo>
                  <a:lnTo>
                    <a:pt x="5639" y="1043"/>
                  </a:lnTo>
                  <a:lnTo>
                    <a:pt x="5909" y="657"/>
                  </a:lnTo>
                  <a:lnTo>
                    <a:pt x="6102" y="309"/>
                  </a:lnTo>
                  <a:lnTo>
                    <a:pt x="6141" y="193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7"/>
            <p:cNvSpPr/>
            <p:nvPr/>
          </p:nvSpPr>
          <p:spPr>
            <a:xfrm>
              <a:off x="4040700" y="153927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5" y="7298"/>
                  </a:moveTo>
                  <a:lnTo>
                    <a:pt x="8496" y="7375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1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4"/>
                  </a:lnTo>
                  <a:lnTo>
                    <a:pt x="8110" y="10156"/>
                  </a:lnTo>
                  <a:lnTo>
                    <a:pt x="7840" y="10078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6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7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2" y="8766"/>
                  </a:lnTo>
                  <a:lnTo>
                    <a:pt x="1546" y="8727"/>
                  </a:lnTo>
                  <a:lnTo>
                    <a:pt x="40" y="8688"/>
                  </a:lnTo>
                  <a:lnTo>
                    <a:pt x="1" y="8688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6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6"/>
                  </a:lnTo>
                  <a:lnTo>
                    <a:pt x="6759" y="9847"/>
                  </a:lnTo>
                  <a:lnTo>
                    <a:pt x="6990" y="10078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0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7"/>
                  </a:lnTo>
                  <a:lnTo>
                    <a:pt x="9539" y="10194"/>
                  </a:lnTo>
                  <a:lnTo>
                    <a:pt x="9771" y="9963"/>
                  </a:lnTo>
                  <a:lnTo>
                    <a:pt x="9925" y="9692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7"/>
                  </a:lnTo>
                  <a:lnTo>
                    <a:pt x="6565" y="8186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79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7"/>
            <p:cNvSpPr/>
            <p:nvPr/>
          </p:nvSpPr>
          <p:spPr>
            <a:xfrm>
              <a:off x="1387875" y="1558575"/>
              <a:ext cx="374575" cy="387125"/>
            </a:xfrm>
            <a:custGeom>
              <a:avLst/>
              <a:gdLst/>
              <a:ahLst/>
              <a:cxnLst/>
              <a:rect l="l" t="t" r="r" b="b"/>
              <a:pathLst>
                <a:path w="14983" h="15485" extrusionOk="0">
                  <a:moveTo>
                    <a:pt x="7453" y="502"/>
                  </a:moveTo>
                  <a:lnTo>
                    <a:pt x="8032" y="541"/>
                  </a:lnTo>
                  <a:lnTo>
                    <a:pt x="8573" y="580"/>
                  </a:lnTo>
                  <a:lnTo>
                    <a:pt x="9152" y="695"/>
                  </a:lnTo>
                  <a:lnTo>
                    <a:pt x="9654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0" y="1545"/>
                  </a:lnTo>
                  <a:lnTo>
                    <a:pt x="11585" y="1854"/>
                  </a:lnTo>
                  <a:lnTo>
                    <a:pt x="10812" y="2201"/>
                  </a:lnTo>
                  <a:lnTo>
                    <a:pt x="10040" y="2626"/>
                  </a:lnTo>
                  <a:lnTo>
                    <a:pt x="9306" y="3090"/>
                  </a:lnTo>
                  <a:lnTo>
                    <a:pt x="8611" y="3630"/>
                  </a:lnTo>
                  <a:lnTo>
                    <a:pt x="7916" y="4171"/>
                  </a:lnTo>
                  <a:lnTo>
                    <a:pt x="7299" y="4789"/>
                  </a:lnTo>
                  <a:lnTo>
                    <a:pt x="6681" y="5445"/>
                  </a:lnTo>
                  <a:lnTo>
                    <a:pt x="6140" y="6140"/>
                  </a:lnTo>
                  <a:lnTo>
                    <a:pt x="5638" y="6874"/>
                  </a:lnTo>
                  <a:lnTo>
                    <a:pt x="5175" y="7646"/>
                  </a:lnTo>
                  <a:lnTo>
                    <a:pt x="4789" y="8418"/>
                  </a:lnTo>
                  <a:lnTo>
                    <a:pt x="4441" y="9229"/>
                  </a:lnTo>
                  <a:lnTo>
                    <a:pt x="4171" y="10040"/>
                  </a:lnTo>
                  <a:lnTo>
                    <a:pt x="3939" y="10890"/>
                  </a:lnTo>
                  <a:lnTo>
                    <a:pt x="3823" y="11778"/>
                  </a:lnTo>
                  <a:lnTo>
                    <a:pt x="3746" y="12666"/>
                  </a:lnTo>
                  <a:lnTo>
                    <a:pt x="3553" y="12666"/>
                  </a:lnTo>
                  <a:lnTo>
                    <a:pt x="3283" y="11855"/>
                  </a:lnTo>
                  <a:lnTo>
                    <a:pt x="3051" y="11044"/>
                  </a:lnTo>
                  <a:lnTo>
                    <a:pt x="2819" y="10195"/>
                  </a:lnTo>
                  <a:lnTo>
                    <a:pt x="2665" y="9384"/>
                  </a:lnTo>
                  <a:lnTo>
                    <a:pt x="2588" y="8534"/>
                  </a:lnTo>
                  <a:lnTo>
                    <a:pt x="2549" y="7685"/>
                  </a:lnTo>
                  <a:lnTo>
                    <a:pt x="2588" y="6797"/>
                  </a:lnTo>
                  <a:lnTo>
                    <a:pt x="2665" y="5947"/>
                  </a:lnTo>
                  <a:lnTo>
                    <a:pt x="2858" y="5213"/>
                  </a:lnTo>
                  <a:lnTo>
                    <a:pt x="3051" y="4518"/>
                  </a:lnTo>
                  <a:lnTo>
                    <a:pt x="3321" y="3823"/>
                  </a:lnTo>
                  <a:lnTo>
                    <a:pt x="3630" y="3205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29"/>
                  </a:lnTo>
                  <a:lnTo>
                    <a:pt x="5406" y="888"/>
                  </a:lnTo>
                  <a:lnTo>
                    <a:pt x="5908" y="734"/>
                  </a:lnTo>
                  <a:lnTo>
                    <a:pt x="6410" y="618"/>
                  </a:lnTo>
                  <a:lnTo>
                    <a:pt x="6912" y="541"/>
                  </a:lnTo>
                  <a:lnTo>
                    <a:pt x="7453" y="502"/>
                  </a:lnTo>
                  <a:close/>
                  <a:moveTo>
                    <a:pt x="11932" y="2086"/>
                  </a:moveTo>
                  <a:lnTo>
                    <a:pt x="12318" y="2433"/>
                  </a:lnTo>
                  <a:lnTo>
                    <a:pt x="12666" y="2819"/>
                  </a:lnTo>
                  <a:lnTo>
                    <a:pt x="13014" y="3205"/>
                  </a:lnTo>
                  <a:lnTo>
                    <a:pt x="13322" y="3669"/>
                  </a:lnTo>
                  <a:lnTo>
                    <a:pt x="13593" y="4093"/>
                  </a:lnTo>
                  <a:lnTo>
                    <a:pt x="13824" y="4595"/>
                  </a:lnTo>
                  <a:lnTo>
                    <a:pt x="14018" y="5097"/>
                  </a:lnTo>
                  <a:lnTo>
                    <a:pt x="14211" y="5599"/>
                  </a:lnTo>
                  <a:lnTo>
                    <a:pt x="14326" y="6101"/>
                  </a:lnTo>
                  <a:lnTo>
                    <a:pt x="14404" y="6642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25" y="6951"/>
                  </a:lnTo>
                  <a:lnTo>
                    <a:pt x="11392" y="7144"/>
                  </a:lnTo>
                  <a:lnTo>
                    <a:pt x="10658" y="7414"/>
                  </a:lnTo>
                  <a:lnTo>
                    <a:pt x="9924" y="7723"/>
                  </a:lnTo>
                  <a:lnTo>
                    <a:pt x="9229" y="8032"/>
                  </a:lnTo>
                  <a:lnTo>
                    <a:pt x="8534" y="8418"/>
                  </a:lnTo>
                  <a:lnTo>
                    <a:pt x="7878" y="8843"/>
                  </a:lnTo>
                  <a:lnTo>
                    <a:pt x="7221" y="9306"/>
                  </a:lnTo>
                  <a:lnTo>
                    <a:pt x="6642" y="9808"/>
                  </a:lnTo>
                  <a:lnTo>
                    <a:pt x="6063" y="10349"/>
                  </a:lnTo>
                  <a:lnTo>
                    <a:pt x="5561" y="10890"/>
                  </a:lnTo>
                  <a:lnTo>
                    <a:pt x="5059" y="11508"/>
                  </a:lnTo>
                  <a:lnTo>
                    <a:pt x="4634" y="12125"/>
                  </a:lnTo>
                  <a:lnTo>
                    <a:pt x="4248" y="12820"/>
                  </a:lnTo>
                  <a:lnTo>
                    <a:pt x="4093" y="12743"/>
                  </a:lnTo>
                  <a:lnTo>
                    <a:pt x="3939" y="12666"/>
                  </a:lnTo>
                  <a:lnTo>
                    <a:pt x="4093" y="11816"/>
                  </a:lnTo>
                  <a:lnTo>
                    <a:pt x="4287" y="10928"/>
                  </a:lnTo>
                  <a:lnTo>
                    <a:pt x="4557" y="10117"/>
                  </a:lnTo>
                  <a:lnTo>
                    <a:pt x="4827" y="9306"/>
                  </a:lnTo>
                  <a:lnTo>
                    <a:pt x="5175" y="8496"/>
                  </a:lnTo>
                  <a:lnTo>
                    <a:pt x="5561" y="7723"/>
                  </a:lnTo>
                  <a:lnTo>
                    <a:pt x="6024" y="6990"/>
                  </a:lnTo>
                  <a:lnTo>
                    <a:pt x="6488" y="6295"/>
                  </a:lnTo>
                  <a:lnTo>
                    <a:pt x="7028" y="5599"/>
                  </a:lnTo>
                  <a:lnTo>
                    <a:pt x="7607" y="4982"/>
                  </a:lnTo>
                  <a:lnTo>
                    <a:pt x="8225" y="4402"/>
                  </a:lnTo>
                  <a:lnTo>
                    <a:pt x="8882" y="3823"/>
                  </a:lnTo>
                  <a:lnTo>
                    <a:pt x="9577" y="3321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42" y="6990"/>
                  </a:moveTo>
                  <a:lnTo>
                    <a:pt x="14481" y="7839"/>
                  </a:lnTo>
                  <a:lnTo>
                    <a:pt x="14404" y="8689"/>
                  </a:lnTo>
                  <a:lnTo>
                    <a:pt x="14249" y="9538"/>
                  </a:lnTo>
                  <a:lnTo>
                    <a:pt x="14172" y="9963"/>
                  </a:lnTo>
                  <a:lnTo>
                    <a:pt x="14018" y="10388"/>
                  </a:lnTo>
                  <a:lnTo>
                    <a:pt x="13863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89"/>
                  </a:lnTo>
                  <a:lnTo>
                    <a:pt x="12473" y="12898"/>
                  </a:lnTo>
                  <a:lnTo>
                    <a:pt x="12203" y="13207"/>
                  </a:lnTo>
                  <a:lnTo>
                    <a:pt x="11932" y="13052"/>
                  </a:lnTo>
                  <a:lnTo>
                    <a:pt x="11662" y="12936"/>
                  </a:lnTo>
                  <a:lnTo>
                    <a:pt x="11083" y="12782"/>
                  </a:lnTo>
                  <a:lnTo>
                    <a:pt x="10542" y="12627"/>
                  </a:lnTo>
                  <a:lnTo>
                    <a:pt x="9963" y="12550"/>
                  </a:lnTo>
                  <a:lnTo>
                    <a:pt x="9384" y="12512"/>
                  </a:lnTo>
                  <a:lnTo>
                    <a:pt x="8843" y="12473"/>
                  </a:lnTo>
                  <a:lnTo>
                    <a:pt x="8303" y="12473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6"/>
                  </a:lnTo>
                  <a:lnTo>
                    <a:pt x="6179" y="12782"/>
                  </a:lnTo>
                  <a:lnTo>
                    <a:pt x="5638" y="12975"/>
                  </a:lnTo>
                  <a:lnTo>
                    <a:pt x="5136" y="13129"/>
                  </a:lnTo>
                  <a:lnTo>
                    <a:pt x="4673" y="13361"/>
                  </a:lnTo>
                  <a:lnTo>
                    <a:pt x="4557" y="13129"/>
                  </a:lnTo>
                  <a:lnTo>
                    <a:pt x="4402" y="12936"/>
                  </a:lnTo>
                  <a:lnTo>
                    <a:pt x="4866" y="12318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0" y="10619"/>
                  </a:lnTo>
                  <a:lnTo>
                    <a:pt x="6951" y="10117"/>
                  </a:lnTo>
                  <a:lnTo>
                    <a:pt x="7530" y="9654"/>
                  </a:lnTo>
                  <a:lnTo>
                    <a:pt x="8148" y="9229"/>
                  </a:lnTo>
                  <a:lnTo>
                    <a:pt x="8766" y="8804"/>
                  </a:lnTo>
                  <a:lnTo>
                    <a:pt x="9384" y="8457"/>
                  </a:lnTo>
                  <a:lnTo>
                    <a:pt x="10040" y="8109"/>
                  </a:lnTo>
                  <a:lnTo>
                    <a:pt x="10735" y="7839"/>
                  </a:lnTo>
                  <a:lnTo>
                    <a:pt x="11430" y="7569"/>
                  </a:lnTo>
                  <a:lnTo>
                    <a:pt x="12164" y="7376"/>
                  </a:lnTo>
                  <a:lnTo>
                    <a:pt x="12898" y="7183"/>
                  </a:lnTo>
                  <a:lnTo>
                    <a:pt x="13670" y="7067"/>
                  </a:lnTo>
                  <a:lnTo>
                    <a:pt x="14442" y="6990"/>
                  </a:lnTo>
                  <a:close/>
                  <a:moveTo>
                    <a:pt x="4518" y="1275"/>
                  </a:moveTo>
                  <a:lnTo>
                    <a:pt x="4016" y="1854"/>
                  </a:lnTo>
                  <a:lnTo>
                    <a:pt x="3591" y="2472"/>
                  </a:lnTo>
                  <a:lnTo>
                    <a:pt x="3244" y="3128"/>
                  </a:lnTo>
                  <a:lnTo>
                    <a:pt x="2935" y="3823"/>
                  </a:lnTo>
                  <a:lnTo>
                    <a:pt x="2665" y="4518"/>
                  </a:lnTo>
                  <a:lnTo>
                    <a:pt x="2472" y="5291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3"/>
                  </a:lnTo>
                  <a:lnTo>
                    <a:pt x="2356" y="9886"/>
                  </a:lnTo>
                  <a:lnTo>
                    <a:pt x="2549" y="10619"/>
                  </a:lnTo>
                  <a:lnTo>
                    <a:pt x="2742" y="11353"/>
                  </a:lnTo>
                  <a:lnTo>
                    <a:pt x="3012" y="12087"/>
                  </a:lnTo>
                  <a:lnTo>
                    <a:pt x="3283" y="12782"/>
                  </a:lnTo>
                  <a:lnTo>
                    <a:pt x="3089" y="12898"/>
                  </a:lnTo>
                  <a:lnTo>
                    <a:pt x="2935" y="13052"/>
                  </a:lnTo>
                  <a:lnTo>
                    <a:pt x="2819" y="13245"/>
                  </a:lnTo>
                  <a:lnTo>
                    <a:pt x="2703" y="13438"/>
                  </a:lnTo>
                  <a:lnTo>
                    <a:pt x="2394" y="13014"/>
                  </a:lnTo>
                  <a:lnTo>
                    <a:pt x="2047" y="12550"/>
                  </a:lnTo>
                  <a:lnTo>
                    <a:pt x="1777" y="12087"/>
                  </a:lnTo>
                  <a:lnTo>
                    <a:pt x="1506" y="11623"/>
                  </a:lnTo>
                  <a:lnTo>
                    <a:pt x="1275" y="11121"/>
                  </a:lnTo>
                  <a:lnTo>
                    <a:pt x="1043" y="10619"/>
                  </a:lnTo>
                  <a:lnTo>
                    <a:pt x="850" y="10117"/>
                  </a:lnTo>
                  <a:lnTo>
                    <a:pt x="734" y="9615"/>
                  </a:lnTo>
                  <a:lnTo>
                    <a:pt x="618" y="9113"/>
                  </a:lnTo>
                  <a:lnTo>
                    <a:pt x="541" y="8573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0"/>
                  </a:lnTo>
                  <a:lnTo>
                    <a:pt x="734" y="5870"/>
                  </a:lnTo>
                  <a:lnTo>
                    <a:pt x="927" y="5329"/>
                  </a:lnTo>
                  <a:lnTo>
                    <a:pt x="1197" y="4673"/>
                  </a:lnTo>
                  <a:lnTo>
                    <a:pt x="1506" y="4055"/>
                  </a:lnTo>
                  <a:lnTo>
                    <a:pt x="1892" y="3476"/>
                  </a:lnTo>
                  <a:lnTo>
                    <a:pt x="2356" y="2935"/>
                  </a:lnTo>
                  <a:lnTo>
                    <a:pt x="2819" y="2433"/>
                  </a:lnTo>
                  <a:lnTo>
                    <a:pt x="3360" y="2008"/>
                  </a:lnTo>
                  <a:lnTo>
                    <a:pt x="3900" y="1584"/>
                  </a:lnTo>
                  <a:lnTo>
                    <a:pt x="4518" y="1275"/>
                  </a:lnTo>
                  <a:close/>
                  <a:moveTo>
                    <a:pt x="3823" y="12975"/>
                  </a:moveTo>
                  <a:lnTo>
                    <a:pt x="4016" y="13052"/>
                  </a:lnTo>
                  <a:lnTo>
                    <a:pt x="4132" y="13168"/>
                  </a:lnTo>
                  <a:lnTo>
                    <a:pt x="4248" y="13284"/>
                  </a:lnTo>
                  <a:lnTo>
                    <a:pt x="4325" y="13438"/>
                  </a:lnTo>
                  <a:lnTo>
                    <a:pt x="4364" y="13631"/>
                  </a:lnTo>
                  <a:lnTo>
                    <a:pt x="4325" y="13786"/>
                  </a:lnTo>
                  <a:lnTo>
                    <a:pt x="4287" y="13940"/>
                  </a:lnTo>
                  <a:lnTo>
                    <a:pt x="4209" y="14095"/>
                  </a:lnTo>
                  <a:lnTo>
                    <a:pt x="3746" y="13824"/>
                  </a:lnTo>
                  <a:lnTo>
                    <a:pt x="3321" y="13477"/>
                  </a:lnTo>
                  <a:lnTo>
                    <a:pt x="3244" y="13438"/>
                  </a:lnTo>
                  <a:lnTo>
                    <a:pt x="3128" y="13438"/>
                  </a:lnTo>
                  <a:lnTo>
                    <a:pt x="3051" y="13477"/>
                  </a:lnTo>
                  <a:lnTo>
                    <a:pt x="2974" y="13515"/>
                  </a:lnTo>
                  <a:lnTo>
                    <a:pt x="3051" y="13361"/>
                  </a:lnTo>
                  <a:lnTo>
                    <a:pt x="3167" y="13245"/>
                  </a:lnTo>
                  <a:lnTo>
                    <a:pt x="3321" y="13129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13" y="12859"/>
                  </a:moveTo>
                  <a:lnTo>
                    <a:pt x="9615" y="12898"/>
                  </a:lnTo>
                  <a:lnTo>
                    <a:pt x="10079" y="12975"/>
                  </a:lnTo>
                  <a:lnTo>
                    <a:pt x="10504" y="13014"/>
                  </a:lnTo>
                  <a:lnTo>
                    <a:pt x="11006" y="13129"/>
                  </a:lnTo>
                  <a:lnTo>
                    <a:pt x="11469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7"/>
                  </a:lnTo>
                  <a:lnTo>
                    <a:pt x="10658" y="14249"/>
                  </a:lnTo>
                  <a:lnTo>
                    <a:pt x="10195" y="14442"/>
                  </a:lnTo>
                  <a:lnTo>
                    <a:pt x="9770" y="14635"/>
                  </a:lnTo>
                  <a:lnTo>
                    <a:pt x="9306" y="14751"/>
                  </a:lnTo>
                  <a:lnTo>
                    <a:pt x="8804" y="14867"/>
                  </a:lnTo>
                  <a:lnTo>
                    <a:pt x="8341" y="14944"/>
                  </a:lnTo>
                  <a:lnTo>
                    <a:pt x="7839" y="14983"/>
                  </a:lnTo>
                  <a:lnTo>
                    <a:pt x="7376" y="14983"/>
                  </a:lnTo>
                  <a:lnTo>
                    <a:pt x="6874" y="14944"/>
                  </a:lnTo>
                  <a:lnTo>
                    <a:pt x="6410" y="14867"/>
                  </a:lnTo>
                  <a:lnTo>
                    <a:pt x="5947" y="14790"/>
                  </a:lnTo>
                  <a:lnTo>
                    <a:pt x="5484" y="14674"/>
                  </a:lnTo>
                  <a:lnTo>
                    <a:pt x="5020" y="14481"/>
                  </a:lnTo>
                  <a:lnTo>
                    <a:pt x="4557" y="14288"/>
                  </a:lnTo>
                  <a:lnTo>
                    <a:pt x="4673" y="14017"/>
                  </a:lnTo>
                  <a:lnTo>
                    <a:pt x="4711" y="13747"/>
                  </a:lnTo>
                  <a:lnTo>
                    <a:pt x="4711" y="13593"/>
                  </a:lnTo>
                  <a:lnTo>
                    <a:pt x="5561" y="13322"/>
                  </a:lnTo>
                  <a:lnTo>
                    <a:pt x="6410" y="13091"/>
                  </a:lnTo>
                  <a:lnTo>
                    <a:pt x="7260" y="12936"/>
                  </a:lnTo>
                  <a:lnTo>
                    <a:pt x="8148" y="12859"/>
                  </a:lnTo>
                  <a:close/>
                  <a:moveTo>
                    <a:pt x="7569" y="0"/>
                  </a:moveTo>
                  <a:lnTo>
                    <a:pt x="6990" y="39"/>
                  </a:lnTo>
                  <a:lnTo>
                    <a:pt x="6410" y="116"/>
                  </a:lnTo>
                  <a:lnTo>
                    <a:pt x="5870" y="232"/>
                  </a:lnTo>
                  <a:lnTo>
                    <a:pt x="5291" y="386"/>
                  </a:lnTo>
                  <a:lnTo>
                    <a:pt x="4750" y="580"/>
                  </a:lnTo>
                  <a:lnTo>
                    <a:pt x="4248" y="811"/>
                  </a:lnTo>
                  <a:lnTo>
                    <a:pt x="3746" y="1120"/>
                  </a:lnTo>
                  <a:lnTo>
                    <a:pt x="3283" y="1429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1970" y="2588"/>
                  </a:lnTo>
                  <a:lnTo>
                    <a:pt x="1622" y="3012"/>
                  </a:lnTo>
                  <a:lnTo>
                    <a:pt x="1275" y="3514"/>
                  </a:lnTo>
                  <a:lnTo>
                    <a:pt x="966" y="4016"/>
                  </a:lnTo>
                  <a:lnTo>
                    <a:pt x="657" y="4595"/>
                  </a:lnTo>
                  <a:lnTo>
                    <a:pt x="425" y="5252"/>
                  </a:lnTo>
                  <a:lnTo>
                    <a:pt x="232" y="5908"/>
                  </a:lnTo>
                  <a:lnTo>
                    <a:pt x="116" y="6565"/>
                  </a:lnTo>
                  <a:lnTo>
                    <a:pt x="0" y="7221"/>
                  </a:lnTo>
                  <a:lnTo>
                    <a:pt x="0" y="7916"/>
                  </a:lnTo>
                  <a:lnTo>
                    <a:pt x="39" y="8611"/>
                  </a:lnTo>
                  <a:lnTo>
                    <a:pt x="116" y="9268"/>
                  </a:lnTo>
                  <a:lnTo>
                    <a:pt x="232" y="9924"/>
                  </a:lnTo>
                  <a:lnTo>
                    <a:pt x="425" y="10581"/>
                  </a:lnTo>
                  <a:lnTo>
                    <a:pt x="695" y="11237"/>
                  </a:lnTo>
                  <a:lnTo>
                    <a:pt x="966" y="11855"/>
                  </a:lnTo>
                  <a:lnTo>
                    <a:pt x="1313" y="12396"/>
                  </a:lnTo>
                  <a:lnTo>
                    <a:pt x="1738" y="12975"/>
                  </a:lnTo>
                  <a:lnTo>
                    <a:pt x="2201" y="13477"/>
                  </a:lnTo>
                  <a:lnTo>
                    <a:pt x="2703" y="13902"/>
                  </a:lnTo>
                  <a:lnTo>
                    <a:pt x="2742" y="13940"/>
                  </a:lnTo>
                  <a:lnTo>
                    <a:pt x="2819" y="13940"/>
                  </a:lnTo>
                  <a:lnTo>
                    <a:pt x="2896" y="13902"/>
                  </a:lnTo>
                  <a:lnTo>
                    <a:pt x="3167" y="14133"/>
                  </a:lnTo>
                  <a:lnTo>
                    <a:pt x="3437" y="14326"/>
                  </a:lnTo>
                  <a:lnTo>
                    <a:pt x="3785" y="14519"/>
                  </a:lnTo>
                  <a:lnTo>
                    <a:pt x="4093" y="14597"/>
                  </a:lnTo>
                  <a:lnTo>
                    <a:pt x="4518" y="14828"/>
                  </a:lnTo>
                  <a:lnTo>
                    <a:pt x="4943" y="14983"/>
                  </a:lnTo>
                  <a:lnTo>
                    <a:pt x="5406" y="15137"/>
                  </a:lnTo>
                  <a:lnTo>
                    <a:pt x="5870" y="15292"/>
                  </a:lnTo>
                  <a:lnTo>
                    <a:pt x="6333" y="15369"/>
                  </a:lnTo>
                  <a:lnTo>
                    <a:pt x="6797" y="15446"/>
                  </a:lnTo>
                  <a:lnTo>
                    <a:pt x="7260" y="15485"/>
                  </a:lnTo>
                  <a:lnTo>
                    <a:pt x="7723" y="15485"/>
                  </a:lnTo>
                  <a:lnTo>
                    <a:pt x="8225" y="15446"/>
                  </a:lnTo>
                  <a:lnTo>
                    <a:pt x="8689" y="15408"/>
                  </a:lnTo>
                  <a:lnTo>
                    <a:pt x="9152" y="15330"/>
                  </a:lnTo>
                  <a:lnTo>
                    <a:pt x="9615" y="15215"/>
                  </a:lnTo>
                  <a:lnTo>
                    <a:pt x="10079" y="15060"/>
                  </a:lnTo>
                  <a:lnTo>
                    <a:pt x="10504" y="14906"/>
                  </a:lnTo>
                  <a:lnTo>
                    <a:pt x="10928" y="14674"/>
                  </a:lnTo>
                  <a:lnTo>
                    <a:pt x="11353" y="14442"/>
                  </a:lnTo>
                  <a:lnTo>
                    <a:pt x="11855" y="14133"/>
                  </a:lnTo>
                  <a:lnTo>
                    <a:pt x="12318" y="13786"/>
                  </a:lnTo>
                  <a:lnTo>
                    <a:pt x="12705" y="13400"/>
                  </a:lnTo>
                  <a:lnTo>
                    <a:pt x="13091" y="12975"/>
                  </a:lnTo>
                  <a:lnTo>
                    <a:pt x="13438" y="12550"/>
                  </a:lnTo>
                  <a:lnTo>
                    <a:pt x="13747" y="12048"/>
                  </a:lnTo>
                  <a:lnTo>
                    <a:pt x="14056" y="11585"/>
                  </a:lnTo>
                  <a:lnTo>
                    <a:pt x="14288" y="11044"/>
                  </a:lnTo>
                  <a:lnTo>
                    <a:pt x="14481" y="10542"/>
                  </a:lnTo>
                  <a:lnTo>
                    <a:pt x="14674" y="10002"/>
                  </a:lnTo>
                  <a:lnTo>
                    <a:pt x="14790" y="9422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3"/>
                  </a:lnTo>
                  <a:lnTo>
                    <a:pt x="14983" y="7144"/>
                  </a:lnTo>
                  <a:lnTo>
                    <a:pt x="14906" y="6603"/>
                  </a:lnTo>
                  <a:lnTo>
                    <a:pt x="14828" y="5986"/>
                  </a:lnTo>
                  <a:lnTo>
                    <a:pt x="14674" y="5406"/>
                  </a:lnTo>
                  <a:lnTo>
                    <a:pt x="14481" y="4827"/>
                  </a:lnTo>
                  <a:lnTo>
                    <a:pt x="14249" y="4287"/>
                  </a:lnTo>
                  <a:lnTo>
                    <a:pt x="13979" y="3746"/>
                  </a:lnTo>
                  <a:lnTo>
                    <a:pt x="13631" y="3244"/>
                  </a:lnTo>
                  <a:lnTo>
                    <a:pt x="13284" y="2742"/>
                  </a:lnTo>
                  <a:lnTo>
                    <a:pt x="12898" y="2317"/>
                  </a:lnTo>
                  <a:lnTo>
                    <a:pt x="12512" y="1892"/>
                  </a:lnTo>
                  <a:lnTo>
                    <a:pt x="12048" y="1506"/>
                  </a:lnTo>
                  <a:lnTo>
                    <a:pt x="11546" y="1197"/>
                  </a:lnTo>
                  <a:lnTo>
                    <a:pt x="11044" y="888"/>
                  </a:lnTo>
                  <a:lnTo>
                    <a:pt x="10504" y="618"/>
                  </a:lnTo>
                  <a:lnTo>
                    <a:pt x="9963" y="386"/>
                  </a:lnTo>
                  <a:lnTo>
                    <a:pt x="9345" y="232"/>
                  </a:lnTo>
                  <a:lnTo>
                    <a:pt x="8766" y="116"/>
                  </a:lnTo>
                  <a:lnTo>
                    <a:pt x="8148" y="39"/>
                  </a:lnTo>
                  <a:lnTo>
                    <a:pt x="756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7"/>
            <p:cNvSpPr/>
            <p:nvPr/>
          </p:nvSpPr>
          <p:spPr>
            <a:xfrm>
              <a:off x="6509175" y="1566300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8" y="5870"/>
                  </a:lnTo>
                  <a:lnTo>
                    <a:pt x="7491" y="6024"/>
                  </a:lnTo>
                  <a:lnTo>
                    <a:pt x="7530" y="6140"/>
                  </a:lnTo>
                  <a:lnTo>
                    <a:pt x="7569" y="6256"/>
                  </a:lnTo>
                  <a:lnTo>
                    <a:pt x="7607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1" y="6681"/>
                  </a:lnTo>
                  <a:lnTo>
                    <a:pt x="7337" y="6796"/>
                  </a:lnTo>
                  <a:lnTo>
                    <a:pt x="7105" y="6912"/>
                  </a:lnTo>
                  <a:lnTo>
                    <a:pt x="6912" y="6912"/>
                  </a:lnTo>
                  <a:lnTo>
                    <a:pt x="6719" y="6835"/>
                  </a:lnTo>
                  <a:lnTo>
                    <a:pt x="6565" y="6681"/>
                  </a:lnTo>
                  <a:lnTo>
                    <a:pt x="6487" y="6488"/>
                  </a:lnTo>
                  <a:lnTo>
                    <a:pt x="6487" y="6294"/>
                  </a:lnTo>
                  <a:lnTo>
                    <a:pt x="6526" y="6101"/>
                  </a:lnTo>
                  <a:lnTo>
                    <a:pt x="6642" y="5908"/>
                  </a:lnTo>
                  <a:lnTo>
                    <a:pt x="6796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7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0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1" y="1120"/>
                  </a:lnTo>
                  <a:lnTo>
                    <a:pt x="1622" y="1777"/>
                  </a:lnTo>
                  <a:lnTo>
                    <a:pt x="3398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0" y="5599"/>
                  </a:lnTo>
                  <a:lnTo>
                    <a:pt x="6294" y="5677"/>
                  </a:lnTo>
                  <a:lnTo>
                    <a:pt x="6217" y="5792"/>
                  </a:lnTo>
                  <a:lnTo>
                    <a:pt x="6101" y="6101"/>
                  </a:lnTo>
                  <a:lnTo>
                    <a:pt x="6063" y="6410"/>
                  </a:lnTo>
                  <a:lnTo>
                    <a:pt x="6101" y="6681"/>
                  </a:lnTo>
                  <a:lnTo>
                    <a:pt x="6179" y="6835"/>
                  </a:lnTo>
                  <a:lnTo>
                    <a:pt x="6294" y="6990"/>
                  </a:lnTo>
                  <a:lnTo>
                    <a:pt x="6410" y="7144"/>
                  </a:lnTo>
                  <a:lnTo>
                    <a:pt x="6565" y="7221"/>
                  </a:lnTo>
                  <a:lnTo>
                    <a:pt x="6719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7" y="7144"/>
                  </a:lnTo>
                  <a:lnTo>
                    <a:pt x="7723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3" y="6565"/>
                  </a:lnTo>
                  <a:lnTo>
                    <a:pt x="8032" y="6410"/>
                  </a:lnTo>
                  <a:lnTo>
                    <a:pt x="8032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3" y="5715"/>
                  </a:lnTo>
                  <a:lnTo>
                    <a:pt x="7569" y="5599"/>
                  </a:lnTo>
                  <a:lnTo>
                    <a:pt x="7414" y="5522"/>
                  </a:lnTo>
                  <a:lnTo>
                    <a:pt x="7221" y="5445"/>
                  </a:lnTo>
                  <a:lnTo>
                    <a:pt x="7028" y="5445"/>
                  </a:lnTo>
                  <a:lnTo>
                    <a:pt x="6835" y="5484"/>
                  </a:lnTo>
                  <a:lnTo>
                    <a:pt x="6024" y="4711"/>
                  </a:lnTo>
                  <a:lnTo>
                    <a:pt x="5213" y="4016"/>
                  </a:lnTo>
                  <a:lnTo>
                    <a:pt x="3514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09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7"/>
            <p:cNvSpPr/>
            <p:nvPr/>
          </p:nvSpPr>
          <p:spPr>
            <a:xfrm>
              <a:off x="2672775" y="1574975"/>
              <a:ext cx="84975" cy="94650"/>
            </a:xfrm>
            <a:custGeom>
              <a:avLst/>
              <a:gdLst/>
              <a:ahLst/>
              <a:cxnLst/>
              <a:rect l="l" t="t" r="r" b="b"/>
              <a:pathLst>
                <a:path w="3399" h="3786" extrusionOk="0">
                  <a:moveTo>
                    <a:pt x="78" y="1"/>
                  </a:moveTo>
                  <a:lnTo>
                    <a:pt x="1" y="78"/>
                  </a:lnTo>
                  <a:lnTo>
                    <a:pt x="1" y="117"/>
                  </a:lnTo>
                  <a:lnTo>
                    <a:pt x="348" y="889"/>
                  </a:lnTo>
                  <a:lnTo>
                    <a:pt x="812" y="1661"/>
                  </a:lnTo>
                  <a:lnTo>
                    <a:pt x="1275" y="2395"/>
                  </a:lnTo>
                  <a:lnTo>
                    <a:pt x="1738" y="3090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5"/>
                  </a:lnTo>
                  <a:lnTo>
                    <a:pt x="3013" y="3708"/>
                  </a:lnTo>
                  <a:lnTo>
                    <a:pt x="3206" y="3592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90"/>
                  </a:lnTo>
                  <a:lnTo>
                    <a:pt x="3399" y="2897"/>
                  </a:lnTo>
                  <a:lnTo>
                    <a:pt x="3360" y="2704"/>
                  </a:lnTo>
                  <a:lnTo>
                    <a:pt x="3283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90" y="2742"/>
                  </a:lnTo>
                  <a:lnTo>
                    <a:pt x="3128" y="2858"/>
                  </a:lnTo>
                  <a:lnTo>
                    <a:pt x="2897" y="3013"/>
                  </a:lnTo>
                  <a:lnTo>
                    <a:pt x="2665" y="3129"/>
                  </a:lnTo>
                  <a:lnTo>
                    <a:pt x="2511" y="3206"/>
                  </a:lnTo>
                  <a:lnTo>
                    <a:pt x="2318" y="3206"/>
                  </a:lnTo>
                  <a:lnTo>
                    <a:pt x="2202" y="3167"/>
                  </a:lnTo>
                  <a:lnTo>
                    <a:pt x="2047" y="3090"/>
                  </a:lnTo>
                  <a:lnTo>
                    <a:pt x="1931" y="2936"/>
                  </a:lnTo>
                  <a:lnTo>
                    <a:pt x="1854" y="2742"/>
                  </a:lnTo>
                  <a:lnTo>
                    <a:pt x="1700" y="2511"/>
                  </a:lnTo>
                  <a:lnTo>
                    <a:pt x="1082" y="1507"/>
                  </a:lnTo>
                  <a:lnTo>
                    <a:pt x="619" y="773"/>
                  </a:lnTo>
                  <a:lnTo>
                    <a:pt x="387" y="387"/>
                  </a:lnTo>
                  <a:lnTo>
                    <a:pt x="117" y="39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7"/>
            <p:cNvSpPr/>
            <p:nvPr/>
          </p:nvSpPr>
          <p:spPr>
            <a:xfrm>
              <a:off x="4909550" y="158077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8" y="5909"/>
                  </a:moveTo>
                  <a:lnTo>
                    <a:pt x="1082" y="5986"/>
                  </a:lnTo>
                  <a:lnTo>
                    <a:pt x="1236" y="6024"/>
                  </a:lnTo>
                  <a:lnTo>
                    <a:pt x="1390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7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8"/>
                  </a:lnTo>
                  <a:lnTo>
                    <a:pt x="386" y="6372"/>
                  </a:lnTo>
                  <a:lnTo>
                    <a:pt x="425" y="6256"/>
                  </a:lnTo>
                  <a:lnTo>
                    <a:pt x="502" y="6179"/>
                  </a:lnTo>
                  <a:lnTo>
                    <a:pt x="695" y="6024"/>
                  </a:lnTo>
                  <a:lnTo>
                    <a:pt x="888" y="5909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6" y="2047"/>
                  </a:lnTo>
                  <a:lnTo>
                    <a:pt x="3437" y="2781"/>
                  </a:lnTo>
                  <a:lnTo>
                    <a:pt x="2279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8"/>
                  </a:lnTo>
                  <a:lnTo>
                    <a:pt x="0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6"/>
                  </a:lnTo>
                  <a:lnTo>
                    <a:pt x="695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699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9"/>
                  </a:lnTo>
                  <a:lnTo>
                    <a:pt x="1738" y="6024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2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7"/>
            <p:cNvSpPr/>
            <p:nvPr/>
          </p:nvSpPr>
          <p:spPr>
            <a:xfrm>
              <a:off x="4655650" y="16087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4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7" y="6796"/>
                  </a:lnTo>
                  <a:lnTo>
                    <a:pt x="7106" y="6912"/>
                  </a:lnTo>
                  <a:lnTo>
                    <a:pt x="6913" y="6912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1"/>
                  </a:lnTo>
                  <a:lnTo>
                    <a:pt x="6642" y="5908"/>
                  </a:lnTo>
                  <a:lnTo>
                    <a:pt x="6797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2" y="1120"/>
                  </a:lnTo>
                  <a:lnTo>
                    <a:pt x="1622" y="1777"/>
                  </a:lnTo>
                  <a:lnTo>
                    <a:pt x="3399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1" y="5599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1"/>
                  </a:lnTo>
                  <a:lnTo>
                    <a:pt x="6063" y="6410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1"/>
                  </a:lnTo>
                  <a:lnTo>
                    <a:pt x="6720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8" y="7144"/>
                  </a:lnTo>
                  <a:lnTo>
                    <a:pt x="7724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3" y="6410"/>
                  </a:lnTo>
                  <a:lnTo>
                    <a:pt x="8033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4" y="5715"/>
                  </a:lnTo>
                  <a:lnTo>
                    <a:pt x="7569" y="5599"/>
                  </a:lnTo>
                  <a:lnTo>
                    <a:pt x="7415" y="5522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5" y="5484"/>
                  </a:lnTo>
                  <a:lnTo>
                    <a:pt x="6025" y="4711"/>
                  </a:lnTo>
                  <a:lnTo>
                    <a:pt x="5214" y="4016"/>
                  </a:lnTo>
                  <a:lnTo>
                    <a:pt x="3515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10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7"/>
            <p:cNvSpPr/>
            <p:nvPr/>
          </p:nvSpPr>
          <p:spPr>
            <a:xfrm>
              <a:off x="781625" y="1619400"/>
              <a:ext cx="153500" cy="186325"/>
            </a:xfrm>
            <a:custGeom>
              <a:avLst/>
              <a:gdLst/>
              <a:ahLst/>
              <a:cxnLst/>
              <a:rect l="l" t="t" r="r" b="b"/>
              <a:pathLst>
                <a:path w="6140" h="7453" extrusionOk="0">
                  <a:moveTo>
                    <a:pt x="888" y="5908"/>
                  </a:moveTo>
                  <a:lnTo>
                    <a:pt x="1081" y="5985"/>
                  </a:lnTo>
                  <a:lnTo>
                    <a:pt x="1236" y="6024"/>
                  </a:lnTo>
                  <a:lnTo>
                    <a:pt x="1390" y="6178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6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89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7"/>
                  </a:lnTo>
                  <a:lnTo>
                    <a:pt x="386" y="6371"/>
                  </a:lnTo>
                  <a:lnTo>
                    <a:pt x="425" y="6256"/>
                  </a:lnTo>
                  <a:lnTo>
                    <a:pt x="502" y="6178"/>
                  </a:lnTo>
                  <a:lnTo>
                    <a:pt x="695" y="6024"/>
                  </a:lnTo>
                  <a:lnTo>
                    <a:pt x="888" y="5908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5" y="1313"/>
                  </a:lnTo>
                  <a:lnTo>
                    <a:pt x="4016" y="2047"/>
                  </a:lnTo>
                  <a:lnTo>
                    <a:pt x="3437" y="2780"/>
                  </a:lnTo>
                  <a:lnTo>
                    <a:pt x="2278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2" y="5561"/>
                  </a:lnTo>
                  <a:lnTo>
                    <a:pt x="618" y="5599"/>
                  </a:lnTo>
                  <a:lnTo>
                    <a:pt x="541" y="5676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7"/>
                  </a:lnTo>
                  <a:lnTo>
                    <a:pt x="0" y="6603"/>
                  </a:lnTo>
                  <a:lnTo>
                    <a:pt x="39" y="6796"/>
                  </a:lnTo>
                  <a:lnTo>
                    <a:pt x="116" y="6989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5"/>
                  </a:lnTo>
                  <a:lnTo>
                    <a:pt x="695" y="7453"/>
                  </a:lnTo>
                  <a:lnTo>
                    <a:pt x="1081" y="7453"/>
                  </a:lnTo>
                  <a:lnTo>
                    <a:pt x="1274" y="7414"/>
                  </a:lnTo>
                  <a:lnTo>
                    <a:pt x="1429" y="7298"/>
                  </a:lnTo>
                  <a:lnTo>
                    <a:pt x="1583" y="7182"/>
                  </a:lnTo>
                  <a:lnTo>
                    <a:pt x="1699" y="7067"/>
                  </a:lnTo>
                  <a:lnTo>
                    <a:pt x="1815" y="6873"/>
                  </a:lnTo>
                  <a:lnTo>
                    <a:pt x="1854" y="6680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8"/>
                  </a:lnTo>
                  <a:lnTo>
                    <a:pt x="1738" y="6024"/>
                  </a:lnTo>
                  <a:lnTo>
                    <a:pt x="1661" y="5908"/>
                  </a:lnTo>
                  <a:lnTo>
                    <a:pt x="1545" y="5792"/>
                  </a:lnTo>
                  <a:lnTo>
                    <a:pt x="2163" y="5097"/>
                  </a:lnTo>
                  <a:lnTo>
                    <a:pt x="2742" y="4402"/>
                  </a:lnTo>
                  <a:lnTo>
                    <a:pt x="3939" y="3012"/>
                  </a:lnTo>
                  <a:lnTo>
                    <a:pt x="4479" y="2394"/>
                  </a:lnTo>
                  <a:lnTo>
                    <a:pt x="5097" y="1699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3"/>
                  </a:lnTo>
                  <a:lnTo>
                    <a:pt x="6063" y="77"/>
                  </a:lnTo>
                  <a:lnTo>
                    <a:pt x="598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7"/>
            <p:cNvSpPr/>
            <p:nvPr/>
          </p:nvSpPr>
          <p:spPr>
            <a:xfrm>
              <a:off x="1926550" y="1629050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3"/>
                  </a:lnTo>
                  <a:lnTo>
                    <a:pt x="2008" y="966"/>
                  </a:lnTo>
                  <a:lnTo>
                    <a:pt x="2124" y="1120"/>
                  </a:lnTo>
                  <a:lnTo>
                    <a:pt x="2201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1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5" y="502"/>
                  </a:lnTo>
                  <a:lnTo>
                    <a:pt x="811" y="464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3" y="425"/>
                  </a:lnTo>
                  <a:lnTo>
                    <a:pt x="78" y="618"/>
                  </a:lnTo>
                  <a:lnTo>
                    <a:pt x="0" y="811"/>
                  </a:lnTo>
                  <a:lnTo>
                    <a:pt x="0" y="1004"/>
                  </a:lnTo>
                  <a:lnTo>
                    <a:pt x="0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7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1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4"/>
                  </a:lnTo>
                  <a:lnTo>
                    <a:pt x="2626" y="2896"/>
                  </a:lnTo>
                  <a:lnTo>
                    <a:pt x="2703" y="2317"/>
                  </a:lnTo>
                  <a:lnTo>
                    <a:pt x="2703" y="2008"/>
                  </a:lnTo>
                  <a:lnTo>
                    <a:pt x="2703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699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7"/>
            <p:cNvSpPr/>
            <p:nvPr/>
          </p:nvSpPr>
          <p:spPr>
            <a:xfrm>
              <a:off x="3904600" y="163580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0" y="194"/>
                  </a:lnTo>
                  <a:lnTo>
                    <a:pt x="2240" y="309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7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7"/>
            <p:cNvSpPr/>
            <p:nvPr/>
          </p:nvSpPr>
          <p:spPr>
            <a:xfrm>
              <a:off x="527725" y="16473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0" y="6141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2" y="6681"/>
                  </a:lnTo>
                  <a:lnTo>
                    <a:pt x="7337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19" y="6836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6" y="6102"/>
                  </a:lnTo>
                  <a:lnTo>
                    <a:pt x="6642" y="5909"/>
                  </a:lnTo>
                  <a:lnTo>
                    <a:pt x="6797" y="5754"/>
                  </a:lnTo>
                  <a:close/>
                  <a:moveTo>
                    <a:pt x="232" y="1"/>
                  </a:moveTo>
                  <a:lnTo>
                    <a:pt x="155" y="40"/>
                  </a:lnTo>
                  <a:lnTo>
                    <a:pt x="78" y="40"/>
                  </a:lnTo>
                  <a:lnTo>
                    <a:pt x="39" y="117"/>
                  </a:lnTo>
                  <a:lnTo>
                    <a:pt x="0" y="233"/>
                  </a:lnTo>
                  <a:lnTo>
                    <a:pt x="0" y="310"/>
                  </a:lnTo>
                  <a:lnTo>
                    <a:pt x="39" y="387"/>
                  </a:lnTo>
                  <a:lnTo>
                    <a:pt x="425" y="773"/>
                  </a:lnTo>
                  <a:lnTo>
                    <a:pt x="811" y="1121"/>
                  </a:lnTo>
                  <a:lnTo>
                    <a:pt x="1622" y="1777"/>
                  </a:lnTo>
                  <a:lnTo>
                    <a:pt x="3399" y="3206"/>
                  </a:lnTo>
                  <a:lnTo>
                    <a:pt x="4866" y="4442"/>
                  </a:lnTo>
                  <a:lnTo>
                    <a:pt x="5638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7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6"/>
                  </a:lnTo>
                  <a:lnTo>
                    <a:pt x="6295" y="6990"/>
                  </a:lnTo>
                  <a:lnTo>
                    <a:pt x="6411" y="7145"/>
                  </a:lnTo>
                  <a:lnTo>
                    <a:pt x="6565" y="7222"/>
                  </a:lnTo>
                  <a:lnTo>
                    <a:pt x="6719" y="7299"/>
                  </a:lnTo>
                  <a:lnTo>
                    <a:pt x="6874" y="7338"/>
                  </a:lnTo>
                  <a:lnTo>
                    <a:pt x="7067" y="7338"/>
                  </a:lnTo>
                  <a:lnTo>
                    <a:pt x="7260" y="7299"/>
                  </a:lnTo>
                  <a:lnTo>
                    <a:pt x="7453" y="7260"/>
                  </a:lnTo>
                  <a:lnTo>
                    <a:pt x="7608" y="7145"/>
                  </a:lnTo>
                  <a:lnTo>
                    <a:pt x="7723" y="7029"/>
                  </a:lnTo>
                  <a:lnTo>
                    <a:pt x="7839" y="6913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2" y="6411"/>
                  </a:lnTo>
                  <a:lnTo>
                    <a:pt x="8032" y="6218"/>
                  </a:lnTo>
                  <a:lnTo>
                    <a:pt x="7955" y="6025"/>
                  </a:lnTo>
                  <a:lnTo>
                    <a:pt x="7839" y="5870"/>
                  </a:lnTo>
                  <a:lnTo>
                    <a:pt x="7723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1" y="5446"/>
                  </a:lnTo>
                  <a:lnTo>
                    <a:pt x="7028" y="5446"/>
                  </a:lnTo>
                  <a:lnTo>
                    <a:pt x="6835" y="5484"/>
                  </a:lnTo>
                  <a:lnTo>
                    <a:pt x="6024" y="4712"/>
                  </a:lnTo>
                  <a:lnTo>
                    <a:pt x="5213" y="4017"/>
                  </a:lnTo>
                  <a:lnTo>
                    <a:pt x="3514" y="2627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9"/>
                  </a:lnTo>
                  <a:lnTo>
                    <a:pt x="734" y="310"/>
                  </a:lnTo>
                  <a:lnTo>
                    <a:pt x="309" y="40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7"/>
            <p:cNvSpPr/>
            <p:nvPr/>
          </p:nvSpPr>
          <p:spPr>
            <a:xfrm>
              <a:off x="5813125" y="1664750"/>
              <a:ext cx="61825" cy="89825"/>
            </a:xfrm>
            <a:custGeom>
              <a:avLst/>
              <a:gdLst/>
              <a:ahLst/>
              <a:cxnLst/>
              <a:rect l="l" t="t" r="r" b="b"/>
              <a:pathLst>
                <a:path w="2473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5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2"/>
                  </a:lnTo>
                  <a:lnTo>
                    <a:pt x="1932" y="2163"/>
                  </a:lnTo>
                  <a:lnTo>
                    <a:pt x="1932" y="2434"/>
                  </a:lnTo>
                  <a:lnTo>
                    <a:pt x="1816" y="2743"/>
                  </a:lnTo>
                  <a:lnTo>
                    <a:pt x="1739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8" y="3013"/>
                  </a:lnTo>
                  <a:lnTo>
                    <a:pt x="850" y="2897"/>
                  </a:lnTo>
                  <a:lnTo>
                    <a:pt x="812" y="2743"/>
                  </a:lnTo>
                  <a:lnTo>
                    <a:pt x="850" y="2588"/>
                  </a:lnTo>
                  <a:lnTo>
                    <a:pt x="928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1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6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6" y="2356"/>
                  </a:lnTo>
                  <a:lnTo>
                    <a:pt x="348" y="2627"/>
                  </a:lnTo>
                  <a:lnTo>
                    <a:pt x="310" y="2897"/>
                  </a:lnTo>
                  <a:lnTo>
                    <a:pt x="348" y="3052"/>
                  </a:lnTo>
                  <a:lnTo>
                    <a:pt x="426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1"/>
                  </a:lnTo>
                  <a:lnTo>
                    <a:pt x="2434" y="2009"/>
                  </a:lnTo>
                  <a:lnTo>
                    <a:pt x="2395" y="1816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7"/>
            <p:cNvSpPr/>
            <p:nvPr/>
          </p:nvSpPr>
          <p:spPr>
            <a:xfrm>
              <a:off x="4153650" y="167055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2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40" y="232"/>
                  </a:lnTo>
                  <a:lnTo>
                    <a:pt x="1" y="271"/>
                  </a:lnTo>
                  <a:lnTo>
                    <a:pt x="40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4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7"/>
            <p:cNvSpPr/>
            <p:nvPr/>
          </p:nvSpPr>
          <p:spPr>
            <a:xfrm>
              <a:off x="4055200" y="1676350"/>
              <a:ext cx="21250" cy="8700"/>
            </a:xfrm>
            <a:custGeom>
              <a:avLst/>
              <a:gdLst/>
              <a:ahLst/>
              <a:cxnLst/>
              <a:rect l="l" t="t" r="r" b="b"/>
              <a:pathLst>
                <a:path w="850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7"/>
            <p:cNvSpPr/>
            <p:nvPr/>
          </p:nvSpPr>
          <p:spPr>
            <a:xfrm>
              <a:off x="5417325" y="16889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232"/>
                  </a:lnTo>
                  <a:lnTo>
                    <a:pt x="503" y="966"/>
                  </a:lnTo>
                  <a:lnTo>
                    <a:pt x="1043" y="1622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3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6" y="3862"/>
                  </a:lnTo>
                  <a:lnTo>
                    <a:pt x="12242" y="3591"/>
                  </a:lnTo>
                  <a:lnTo>
                    <a:pt x="12319" y="3553"/>
                  </a:lnTo>
                  <a:lnTo>
                    <a:pt x="12435" y="3205"/>
                  </a:lnTo>
                  <a:lnTo>
                    <a:pt x="12358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3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3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7"/>
            <p:cNvSpPr/>
            <p:nvPr/>
          </p:nvSpPr>
          <p:spPr>
            <a:xfrm>
              <a:off x="5725275" y="169565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5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4" y="1931"/>
                  </a:lnTo>
                  <a:lnTo>
                    <a:pt x="1082" y="2009"/>
                  </a:lnTo>
                  <a:lnTo>
                    <a:pt x="1121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30" y="2704"/>
                  </a:lnTo>
                  <a:lnTo>
                    <a:pt x="1623" y="2820"/>
                  </a:lnTo>
                  <a:lnTo>
                    <a:pt x="1816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5" y="3630"/>
                  </a:lnTo>
                  <a:lnTo>
                    <a:pt x="2125" y="3901"/>
                  </a:lnTo>
                  <a:lnTo>
                    <a:pt x="2086" y="4094"/>
                  </a:lnTo>
                  <a:lnTo>
                    <a:pt x="2009" y="4325"/>
                  </a:lnTo>
                  <a:lnTo>
                    <a:pt x="1893" y="4519"/>
                  </a:lnTo>
                  <a:lnTo>
                    <a:pt x="1739" y="4712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5" y="4287"/>
                  </a:lnTo>
                  <a:lnTo>
                    <a:pt x="812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1" y="4094"/>
                  </a:lnTo>
                  <a:lnTo>
                    <a:pt x="1237" y="4017"/>
                  </a:lnTo>
                  <a:lnTo>
                    <a:pt x="1314" y="3901"/>
                  </a:lnTo>
                  <a:lnTo>
                    <a:pt x="1314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10" y="4094"/>
                  </a:lnTo>
                  <a:lnTo>
                    <a:pt x="233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2"/>
                  </a:lnTo>
                  <a:lnTo>
                    <a:pt x="1739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3" y="1970"/>
                  </a:lnTo>
                  <a:lnTo>
                    <a:pt x="1932" y="1816"/>
                  </a:lnTo>
                  <a:lnTo>
                    <a:pt x="2241" y="1622"/>
                  </a:lnTo>
                  <a:lnTo>
                    <a:pt x="2549" y="1391"/>
                  </a:lnTo>
                  <a:lnTo>
                    <a:pt x="2820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7"/>
            <p:cNvSpPr/>
            <p:nvPr/>
          </p:nvSpPr>
          <p:spPr>
            <a:xfrm>
              <a:off x="1994125" y="1698550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6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4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4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7"/>
            <p:cNvSpPr/>
            <p:nvPr/>
          </p:nvSpPr>
          <p:spPr>
            <a:xfrm>
              <a:off x="3947075" y="171690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3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8" y="579"/>
                  </a:lnTo>
                  <a:lnTo>
                    <a:pt x="425" y="772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7"/>
            <p:cNvSpPr/>
            <p:nvPr/>
          </p:nvSpPr>
          <p:spPr>
            <a:xfrm>
              <a:off x="2585900" y="1732325"/>
              <a:ext cx="305075" cy="236550"/>
            </a:xfrm>
            <a:custGeom>
              <a:avLst/>
              <a:gdLst/>
              <a:ahLst/>
              <a:cxnLst/>
              <a:rect l="l" t="t" r="r" b="b"/>
              <a:pathLst>
                <a:path w="12203" h="9462" extrusionOk="0">
                  <a:moveTo>
                    <a:pt x="5329" y="349"/>
                  </a:moveTo>
                  <a:lnTo>
                    <a:pt x="5522" y="426"/>
                  </a:lnTo>
                  <a:lnTo>
                    <a:pt x="5600" y="426"/>
                  </a:lnTo>
                  <a:lnTo>
                    <a:pt x="5831" y="657"/>
                  </a:lnTo>
                  <a:lnTo>
                    <a:pt x="5986" y="889"/>
                  </a:lnTo>
                  <a:lnTo>
                    <a:pt x="6063" y="1198"/>
                  </a:lnTo>
                  <a:lnTo>
                    <a:pt x="6102" y="1468"/>
                  </a:lnTo>
                  <a:lnTo>
                    <a:pt x="6140" y="1777"/>
                  </a:lnTo>
                  <a:lnTo>
                    <a:pt x="6102" y="2086"/>
                  </a:lnTo>
                  <a:lnTo>
                    <a:pt x="6024" y="2704"/>
                  </a:lnTo>
                  <a:lnTo>
                    <a:pt x="5715" y="4866"/>
                  </a:lnTo>
                  <a:lnTo>
                    <a:pt x="5715" y="4905"/>
                  </a:lnTo>
                  <a:lnTo>
                    <a:pt x="5561" y="4982"/>
                  </a:lnTo>
                  <a:lnTo>
                    <a:pt x="5291" y="4017"/>
                  </a:lnTo>
                  <a:lnTo>
                    <a:pt x="5020" y="3090"/>
                  </a:lnTo>
                  <a:lnTo>
                    <a:pt x="4750" y="1970"/>
                  </a:lnTo>
                  <a:lnTo>
                    <a:pt x="4673" y="1468"/>
                  </a:lnTo>
                  <a:lnTo>
                    <a:pt x="4673" y="1159"/>
                  </a:lnTo>
                  <a:lnTo>
                    <a:pt x="4673" y="851"/>
                  </a:lnTo>
                  <a:lnTo>
                    <a:pt x="4750" y="619"/>
                  </a:lnTo>
                  <a:lnTo>
                    <a:pt x="4827" y="503"/>
                  </a:lnTo>
                  <a:lnTo>
                    <a:pt x="4904" y="426"/>
                  </a:lnTo>
                  <a:lnTo>
                    <a:pt x="5020" y="349"/>
                  </a:lnTo>
                  <a:close/>
                  <a:moveTo>
                    <a:pt x="11199" y="3515"/>
                  </a:moveTo>
                  <a:lnTo>
                    <a:pt x="11315" y="3554"/>
                  </a:lnTo>
                  <a:lnTo>
                    <a:pt x="11392" y="3592"/>
                  </a:lnTo>
                  <a:lnTo>
                    <a:pt x="11508" y="3708"/>
                  </a:lnTo>
                  <a:lnTo>
                    <a:pt x="11585" y="3824"/>
                  </a:lnTo>
                  <a:lnTo>
                    <a:pt x="11701" y="4133"/>
                  </a:lnTo>
                  <a:lnTo>
                    <a:pt x="11585" y="4287"/>
                  </a:lnTo>
                  <a:lnTo>
                    <a:pt x="11430" y="4403"/>
                  </a:lnTo>
                  <a:lnTo>
                    <a:pt x="11237" y="4519"/>
                  </a:lnTo>
                  <a:lnTo>
                    <a:pt x="11044" y="4596"/>
                  </a:lnTo>
                  <a:lnTo>
                    <a:pt x="10581" y="4751"/>
                  </a:lnTo>
                  <a:lnTo>
                    <a:pt x="10195" y="4866"/>
                  </a:lnTo>
                  <a:lnTo>
                    <a:pt x="9422" y="5021"/>
                  </a:lnTo>
                  <a:lnTo>
                    <a:pt x="8650" y="5137"/>
                  </a:lnTo>
                  <a:lnTo>
                    <a:pt x="7994" y="5175"/>
                  </a:lnTo>
                  <a:lnTo>
                    <a:pt x="7376" y="5175"/>
                  </a:lnTo>
                  <a:lnTo>
                    <a:pt x="6102" y="5137"/>
                  </a:lnTo>
                  <a:lnTo>
                    <a:pt x="7260" y="4673"/>
                  </a:lnTo>
                  <a:lnTo>
                    <a:pt x="8418" y="4249"/>
                  </a:lnTo>
                  <a:lnTo>
                    <a:pt x="9075" y="4017"/>
                  </a:lnTo>
                  <a:lnTo>
                    <a:pt x="9770" y="3824"/>
                  </a:lnTo>
                  <a:lnTo>
                    <a:pt x="10465" y="3631"/>
                  </a:lnTo>
                  <a:lnTo>
                    <a:pt x="10928" y="3554"/>
                  </a:lnTo>
                  <a:lnTo>
                    <a:pt x="11083" y="3515"/>
                  </a:lnTo>
                  <a:close/>
                  <a:moveTo>
                    <a:pt x="5136" y="5909"/>
                  </a:moveTo>
                  <a:lnTo>
                    <a:pt x="4209" y="6797"/>
                  </a:lnTo>
                  <a:lnTo>
                    <a:pt x="3244" y="7685"/>
                  </a:lnTo>
                  <a:lnTo>
                    <a:pt x="2742" y="8110"/>
                  </a:lnTo>
                  <a:lnTo>
                    <a:pt x="2163" y="8535"/>
                  </a:lnTo>
                  <a:lnTo>
                    <a:pt x="1854" y="8728"/>
                  </a:lnTo>
                  <a:lnTo>
                    <a:pt x="1468" y="8921"/>
                  </a:lnTo>
                  <a:lnTo>
                    <a:pt x="1197" y="8998"/>
                  </a:lnTo>
                  <a:lnTo>
                    <a:pt x="1004" y="9037"/>
                  </a:lnTo>
                  <a:lnTo>
                    <a:pt x="888" y="8998"/>
                  </a:lnTo>
                  <a:lnTo>
                    <a:pt x="811" y="8960"/>
                  </a:lnTo>
                  <a:lnTo>
                    <a:pt x="734" y="8844"/>
                  </a:lnTo>
                  <a:lnTo>
                    <a:pt x="695" y="8689"/>
                  </a:lnTo>
                  <a:lnTo>
                    <a:pt x="657" y="8535"/>
                  </a:lnTo>
                  <a:lnTo>
                    <a:pt x="618" y="8419"/>
                  </a:lnTo>
                  <a:lnTo>
                    <a:pt x="657" y="8342"/>
                  </a:lnTo>
                  <a:lnTo>
                    <a:pt x="695" y="8265"/>
                  </a:lnTo>
                  <a:lnTo>
                    <a:pt x="850" y="8110"/>
                  </a:lnTo>
                  <a:lnTo>
                    <a:pt x="1120" y="7956"/>
                  </a:lnTo>
                  <a:lnTo>
                    <a:pt x="1699" y="7608"/>
                  </a:lnTo>
                  <a:lnTo>
                    <a:pt x="2472" y="7222"/>
                  </a:lnTo>
                  <a:lnTo>
                    <a:pt x="3244" y="6874"/>
                  </a:lnTo>
                  <a:lnTo>
                    <a:pt x="4209" y="6411"/>
                  </a:lnTo>
                  <a:lnTo>
                    <a:pt x="4673" y="6179"/>
                  </a:lnTo>
                  <a:lnTo>
                    <a:pt x="5136" y="5909"/>
                  </a:lnTo>
                  <a:close/>
                  <a:moveTo>
                    <a:pt x="5136" y="1"/>
                  </a:moveTo>
                  <a:lnTo>
                    <a:pt x="4943" y="78"/>
                  </a:lnTo>
                  <a:lnTo>
                    <a:pt x="4750" y="194"/>
                  </a:lnTo>
                  <a:lnTo>
                    <a:pt x="4596" y="387"/>
                  </a:lnTo>
                  <a:lnTo>
                    <a:pt x="4441" y="580"/>
                  </a:lnTo>
                  <a:lnTo>
                    <a:pt x="4364" y="812"/>
                  </a:lnTo>
                  <a:lnTo>
                    <a:pt x="4325" y="1044"/>
                  </a:lnTo>
                  <a:lnTo>
                    <a:pt x="4325" y="1507"/>
                  </a:lnTo>
                  <a:lnTo>
                    <a:pt x="4402" y="1970"/>
                  </a:lnTo>
                  <a:lnTo>
                    <a:pt x="4634" y="2897"/>
                  </a:lnTo>
                  <a:lnTo>
                    <a:pt x="4982" y="4017"/>
                  </a:lnTo>
                  <a:lnTo>
                    <a:pt x="5175" y="4558"/>
                  </a:lnTo>
                  <a:lnTo>
                    <a:pt x="5368" y="5098"/>
                  </a:lnTo>
                  <a:lnTo>
                    <a:pt x="5368" y="5214"/>
                  </a:lnTo>
                  <a:lnTo>
                    <a:pt x="5406" y="5330"/>
                  </a:lnTo>
                  <a:lnTo>
                    <a:pt x="4943" y="5600"/>
                  </a:lnTo>
                  <a:lnTo>
                    <a:pt x="4480" y="5870"/>
                  </a:lnTo>
                  <a:lnTo>
                    <a:pt x="3476" y="6334"/>
                  </a:lnTo>
                  <a:lnTo>
                    <a:pt x="2472" y="6797"/>
                  </a:lnTo>
                  <a:lnTo>
                    <a:pt x="1970" y="7029"/>
                  </a:lnTo>
                  <a:lnTo>
                    <a:pt x="1468" y="7299"/>
                  </a:lnTo>
                  <a:lnTo>
                    <a:pt x="966" y="7608"/>
                  </a:lnTo>
                  <a:lnTo>
                    <a:pt x="657" y="7801"/>
                  </a:lnTo>
                  <a:lnTo>
                    <a:pt x="348" y="8071"/>
                  </a:lnTo>
                  <a:lnTo>
                    <a:pt x="116" y="8342"/>
                  </a:lnTo>
                  <a:lnTo>
                    <a:pt x="39" y="8458"/>
                  </a:lnTo>
                  <a:lnTo>
                    <a:pt x="0" y="8612"/>
                  </a:lnTo>
                  <a:lnTo>
                    <a:pt x="0" y="8767"/>
                  </a:lnTo>
                  <a:lnTo>
                    <a:pt x="0" y="8921"/>
                  </a:lnTo>
                  <a:lnTo>
                    <a:pt x="78" y="9037"/>
                  </a:lnTo>
                  <a:lnTo>
                    <a:pt x="232" y="9191"/>
                  </a:lnTo>
                  <a:lnTo>
                    <a:pt x="348" y="9307"/>
                  </a:lnTo>
                  <a:lnTo>
                    <a:pt x="502" y="9384"/>
                  </a:lnTo>
                  <a:lnTo>
                    <a:pt x="618" y="9423"/>
                  </a:lnTo>
                  <a:lnTo>
                    <a:pt x="773" y="9462"/>
                  </a:lnTo>
                  <a:lnTo>
                    <a:pt x="1120" y="9462"/>
                  </a:lnTo>
                  <a:lnTo>
                    <a:pt x="1429" y="9384"/>
                  </a:lnTo>
                  <a:lnTo>
                    <a:pt x="1738" y="9230"/>
                  </a:lnTo>
                  <a:lnTo>
                    <a:pt x="2047" y="9075"/>
                  </a:lnTo>
                  <a:lnTo>
                    <a:pt x="2588" y="8767"/>
                  </a:lnTo>
                  <a:lnTo>
                    <a:pt x="3476" y="8071"/>
                  </a:lnTo>
                  <a:lnTo>
                    <a:pt x="4287" y="7338"/>
                  </a:lnTo>
                  <a:lnTo>
                    <a:pt x="5098" y="6565"/>
                  </a:lnTo>
                  <a:lnTo>
                    <a:pt x="5445" y="6141"/>
                  </a:lnTo>
                  <a:lnTo>
                    <a:pt x="5793" y="5677"/>
                  </a:lnTo>
                  <a:lnTo>
                    <a:pt x="5793" y="5716"/>
                  </a:lnTo>
                  <a:lnTo>
                    <a:pt x="6063" y="6064"/>
                  </a:lnTo>
                  <a:lnTo>
                    <a:pt x="6217" y="6218"/>
                  </a:lnTo>
                  <a:lnTo>
                    <a:pt x="6372" y="6334"/>
                  </a:lnTo>
                  <a:lnTo>
                    <a:pt x="6603" y="6179"/>
                  </a:lnTo>
                  <a:lnTo>
                    <a:pt x="6603" y="6141"/>
                  </a:lnTo>
                  <a:lnTo>
                    <a:pt x="6333" y="5870"/>
                  </a:lnTo>
                  <a:lnTo>
                    <a:pt x="6217" y="5716"/>
                  </a:lnTo>
                  <a:lnTo>
                    <a:pt x="6179" y="5523"/>
                  </a:lnTo>
                  <a:lnTo>
                    <a:pt x="6140" y="5484"/>
                  </a:lnTo>
                  <a:lnTo>
                    <a:pt x="7028" y="5562"/>
                  </a:lnTo>
                  <a:lnTo>
                    <a:pt x="7955" y="5562"/>
                  </a:lnTo>
                  <a:lnTo>
                    <a:pt x="8882" y="5484"/>
                  </a:lnTo>
                  <a:lnTo>
                    <a:pt x="9770" y="5330"/>
                  </a:lnTo>
                  <a:lnTo>
                    <a:pt x="10465" y="5175"/>
                  </a:lnTo>
                  <a:lnTo>
                    <a:pt x="10890" y="5060"/>
                  </a:lnTo>
                  <a:lnTo>
                    <a:pt x="11315" y="4905"/>
                  </a:lnTo>
                  <a:lnTo>
                    <a:pt x="11701" y="4673"/>
                  </a:lnTo>
                  <a:lnTo>
                    <a:pt x="11894" y="4558"/>
                  </a:lnTo>
                  <a:lnTo>
                    <a:pt x="12010" y="4403"/>
                  </a:lnTo>
                  <a:lnTo>
                    <a:pt x="12125" y="4249"/>
                  </a:lnTo>
                  <a:lnTo>
                    <a:pt x="12164" y="4094"/>
                  </a:lnTo>
                  <a:lnTo>
                    <a:pt x="12203" y="3901"/>
                  </a:lnTo>
                  <a:lnTo>
                    <a:pt x="12164" y="3708"/>
                  </a:lnTo>
                  <a:lnTo>
                    <a:pt x="12125" y="3554"/>
                  </a:lnTo>
                  <a:lnTo>
                    <a:pt x="12010" y="3438"/>
                  </a:lnTo>
                  <a:lnTo>
                    <a:pt x="11932" y="3322"/>
                  </a:lnTo>
                  <a:lnTo>
                    <a:pt x="11817" y="3245"/>
                  </a:lnTo>
                  <a:lnTo>
                    <a:pt x="11662" y="3167"/>
                  </a:lnTo>
                  <a:lnTo>
                    <a:pt x="11508" y="3167"/>
                  </a:lnTo>
                  <a:lnTo>
                    <a:pt x="11199" y="3129"/>
                  </a:lnTo>
                  <a:lnTo>
                    <a:pt x="10851" y="3167"/>
                  </a:lnTo>
                  <a:lnTo>
                    <a:pt x="10504" y="3245"/>
                  </a:lnTo>
                  <a:lnTo>
                    <a:pt x="9924" y="3360"/>
                  </a:lnTo>
                  <a:lnTo>
                    <a:pt x="8959" y="3669"/>
                  </a:lnTo>
                  <a:lnTo>
                    <a:pt x="7994" y="3978"/>
                  </a:lnTo>
                  <a:lnTo>
                    <a:pt x="7028" y="4326"/>
                  </a:lnTo>
                  <a:lnTo>
                    <a:pt x="6102" y="4751"/>
                  </a:lnTo>
                  <a:lnTo>
                    <a:pt x="6333" y="3283"/>
                  </a:lnTo>
                  <a:lnTo>
                    <a:pt x="6449" y="2550"/>
                  </a:lnTo>
                  <a:lnTo>
                    <a:pt x="6488" y="1816"/>
                  </a:lnTo>
                  <a:lnTo>
                    <a:pt x="6488" y="1546"/>
                  </a:lnTo>
                  <a:lnTo>
                    <a:pt x="6449" y="1275"/>
                  </a:lnTo>
                  <a:lnTo>
                    <a:pt x="6372" y="1044"/>
                  </a:lnTo>
                  <a:lnTo>
                    <a:pt x="6295" y="851"/>
                  </a:lnTo>
                  <a:lnTo>
                    <a:pt x="6179" y="619"/>
                  </a:lnTo>
                  <a:lnTo>
                    <a:pt x="6024" y="464"/>
                  </a:lnTo>
                  <a:lnTo>
                    <a:pt x="5831" y="310"/>
                  </a:lnTo>
                  <a:lnTo>
                    <a:pt x="5600" y="155"/>
                  </a:lnTo>
                  <a:lnTo>
                    <a:pt x="5484" y="78"/>
                  </a:lnTo>
                  <a:lnTo>
                    <a:pt x="5368" y="40"/>
                  </a:lnTo>
                  <a:lnTo>
                    <a:pt x="51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7"/>
            <p:cNvSpPr/>
            <p:nvPr/>
          </p:nvSpPr>
          <p:spPr>
            <a:xfrm>
              <a:off x="1851250" y="17671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2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0" y="5368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9"/>
                  </a:lnTo>
                  <a:lnTo>
                    <a:pt x="3978" y="888"/>
                  </a:lnTo>
                  <a:lnTo>
                    <a:pt x="4634" y="657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2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4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29" y="7376"/>
                  </a:lnTo>
                  <a:lnTo>
                    <a:pt x="13438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4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1" y="8611"/>
                  </a:lnTo>
                  <a:lnTo>
                    <a:pt x="18651" y="8534"/>
                  </a:lnTo>
                  <a:lnTo>
                    <a:pt x="18651" y="8457"/>
                  </a:lnTo>
                  <a:lnTo>
                    <a:pt x="18651" y="8380"/>
                  </a:lnTo>
                  <a:lnTo>
                    <a:pt x="18651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0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7"/>
            <p:cNvSpPr/>
            <p:nvPr/>
          </p:nvSpPr>
          <p:spPr>
            <a:xfrm>
              <a:off x="6591225" y="17699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8" y="542"/>
                  </a:lnTo>
                  <a:lnTo>
                    <a:pt x="12434" y="657"/>
                  </a:lnTo>
                  <a:lnTo>
                    <a:pt x="12628" y="735"/>
                  </a:lnTo>
                  <a:lnTo>
                    <a:pt x="12743" y="812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6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1"/>
                  </a:lnTo>
                  <a:lnTo>
                    <a:pt x="12241" y="2472"/>
                  </a:lnTo>
                  <a:lnTo>
                    <a:pt x="11817" y="2743"/>
                  </a:lnTo>
                  <a:lnTo>
                    <a:pt x="11392" y="2936"/>
                  </a:lnTo>
                  <a:lnTo>
                    <a:pt x="10658" y="3206"/>
                  </a:lnTo>
                  <a:lnTo>
                    <a:pt x="9924" y="3438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2"/>
                  </a:lnTo>
                  <a:lnTo>
                    <a:pt x="5020" y="4596"/>
                  </a:lnTo>
                  <a:lnTo>
                    <a:pt x="4132" y="4712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1"/>
                  </a:lnTo>
                  <a:lnTo>
                    <a:pt x="1506" y="4673"/>
                  </a:lnTo>
                  <a:lnTo>
                    <a:pt x="1198" y="4558"/>
                  </a:lnTo>
                  <a:lnTo>
                    <a:pt x="889" y="4442"/>
                  </a:lnTo>
                  <a:lnTo>
                    <a:pt x="580" y="4249"/>
                  </a:lnTo>
                  <a:lnTo>
                    <a:pt x="657" y="4171"/>
                  </a:lnTo>
                  <a:lnTo>
                    <a:pt x="696" y="4056"/>
                  </a:lnTo>
                  <a:lnTo>
                    <a:pt x="696" y="3940"/>
                  </a:lnTo>
                  <a:lnTo>
                    <a:pt x="734" y="3824"/>
                  </a:lnTo>
                  <a:lnTo>
                    <a:pt x="850" y="3631"/>
                  </a:lnTo>
                  <a:lnTo>
                    <a:pt x="1082" y="3438"/>
                  </a:lnTo>
                  <a:lnTo>
                    <a:pt x="1313" y="3245"/>
                  </a:lnTo>
                  <a:lnTo>
                    <a:pt x="1854" y="2936"/>
                  </a:lnTo>
                  <a:lnTo>
                    <a:pt x="2279" y="2704"/>
                  </a:lnTo>
                  <a:lnTo>
                    <a:pt x="3012" y="2356"/>
                  </a:lnTo>
                  <a:lnTo>
                    <a:pt x="3707" y="2009"/>
                  </a:lnTo>
                  <a:lnTo>
                    <a:pt x="4480" y="1700"/>
                  </a:lnTo>
                  <a:lnTo>
                    <a:pt x="5252" y="1430"/>
                  </a:lnTo>
                  <a:lnTo>
                    <a:pt x="6024" y="1198"/>
                  </a:lnTo>
                  <a:lnTo>
                    <a:pt x="6835" y="1005"/>
                  </a:lnTo>
                  <a:lnTo>
                    <a:pt x="7608" y="812"/>
                  </a:lnTo>
                  <a:lnTo>
                    <a:pt x="8418" y="696"/>
                  </a:lnTo>
                  <a:lnTo>
                    <a:pt x="9229" y="580"/>
                  </a:lnTo>
                  <a:lnTo>
                    <a:pt x="10040" y="542"/>
                  </a:lnTo>
                  <a:lnTo>
                    <a:pt x="10735" y="503"/>
                  </a:lnTo>
                  <a:lnTo>
                    <a:pt x="11160" y="464"/>
                  </a:lnTo>
                  <a:close/>
                  <a:moveTo>
                    <a:pt x="13477" y="1121"/>
                  </a:moveTo>
                  <a:lnTo>
                    <a:pt x="13631" y="1314"/>
                  </a:lnTo>
                  <a:lnTo>
                    <a:pt x="13709" y="1507"/>
                  </a:lnTo>
                  <a:lnTo>
                    <a:pt x="13747" y="1739"/>
                  </a:lnTo>
                  <a:lnTo>
                    <a:pt x="13709" y="2009"/>
                  </a:lnTo>
                  <a:lnTo>
                    <a:pt x="13631" y="2241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8"/>
                  </a:lnTo>
                  <a:lnTo>
                    <a:pt x="12048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1" y="4635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5" y="5948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9"/>
                  </a:lnTo>
                  <a:lnTo>
                    <a:pt x="696" y="5484"/>
                  </a:lnTo>
                  <a:lnTo>
                    <a:pt x="502" y="5253"/>
                  </a:lnTo>
                  <a:lnTo>
                    <a:pt x="348" y="5021"/>
                  </a:lnTo>
                  <a:lnTo>
                    <a:pt x="309" y="4866"/>
                  </a:lnTo>
                  <a:lnTo>
                    <a:pt x="309" y="4751"/>
                  </a:lnTo>
                  <a:lnTo>
                    <a:pt x="309" y="4596"/>
                  </a:lnTo>
                  <a:lnTo>
                    <a:pt x="348" y="4442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4"/>
                  </a:lnTo>
                  <a:lnTo>
                    <a:pt x="1931" y="5253"/>
                  </a:lnTo>
                  <a:lnTo>
                    <a:pt x="2588" y="5330"/>
                  </a:lnTo>
                  <a:lnTo>
                    <a:pt x="3244" y="5291"/>
                  </a:lnTo>
                  <a:lnTo>
                    <a:pt x="3939" y="5253"/>
                  </a:lnTo>
                  <a:lnTo>
                    <a:pt x="5136" y="5059"/>
                  </a:lnTo>
                  <a:lnTo>
                    <a:pt x="6913" y="4789"/>
                  </a:lnTo>
                  <a:lnTo>
                    <a:pt x="7839" y="4596"/>
                  </a:lnTo>
                  <a:lnTo>
                    <a:pt x="8727" y="4403"/>
                  </a:lnTo>
                  <a:lnTo>
                    <a:pt x="9616" y="4133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9"/>
                  </a:lnTo>
                  <a:lnTo>
                    <a:pt x="12434" y="2974"/>
                  </a:lnTo>
                  <a:lnTo>
                    <a:pt x="12705" y="2820"/>
                  </a:lnTo>
                  <a:lnTo>
                    <a:pt x="12936" y="2588"/>
                  </a:lnTo>
                  <a:lnTo>
                    <a:pt x="13129" y="2395"/>
                  </a:lnTo>
                  <a:lnTo>
                    <a:pt x="13323" y="2125"/>
                  </a:lnTo>
                  <a:lnTo>
                    <a:pt x="13438" y="1854"/>
                  </a:lnTo>
                  <a:lnTo>
                    <a:pt x="13516" y="1584"/>
                  </a:lnTo>
                  <a:lnTo>
                    <a:pt x="13516" y="1237"/>
                  </a:lnTo>
                  <a:lnTo>
                    <a:pt x="13477" y="1121"/>
                  </a:lnTo>
                  <a:close/>
                  <a:moveTo>
                    <a:pt x="10658" y="1"/>
                  </a:moveTo>
                  <a:lnTo>
                    <a:pt x="9886" y="40"/>
                  </a:lnTo>
                  <a:lnTo>
                    <a:pt x="9114" y="117"/>
                  </a:lnTo>
                  <a:lnTo>
                    <a:pt x="8303" y="233"/>
                  </a:lnTo>
                  <a:lnTo>
                    <a:pt x="7530" y="348"/>
                  </a:lnTo>
                  <a:lnTo>
                    <a:pt x="6719" y="542"/>
                  </a:lnTo>
                  <a:lnTo>
                    <a:pt x="5909" y="735"/>
                  </a:lnTo>
                  <a:lnTo>
                    <a:pt x="5020" y="1005"/>
                  </a:lnTo>
                  <a:lnTo>
                    <a:pt x="4132" y="1352"/>
                  </a:lnTo>
                  <a:lnTo>
                    <a:pt x="3244" y="1700"/>
                  </a:lnTo>
                  <a:lnTo>
                    <a:pt x="2395" y="2125"/>
                  </a:lnTo>
                  <a:lnTo>
                    <a:pt x="1777" y="2434"/>
                  </a:lnTo>
                  <a:lnTo>
                    <a:pt x="1391" y="2627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4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6"/>
                  </a:lnTo>
                  <a:lnTo>
                    <a:pt x="194" y="4133"/>
                  </a:lnTo>
                  <a:lnTo>
                    <a:pt x="194" y="4171"/>
                  </a:lnTo>
                  <a:lnTo>
                    <a:pt x="116" y="4326"/>
                  </a:lnTo>
                  <a:lnTo>
                    <a:pt x="39" y="4480"/>
                  </a:lnTo>
                  <a:lnTo>
                    <a:pt x="0" y="4635"/>
                  </a:lnTo>
                  <a:lnTo>
                    <a:pt x="0" y="4789"/>
                  </a:lnTo>
                  <a:lnTo>
                    <a:pt x="39" y="5137"/>
                  </a:lnTo>
                  <a:lnTo>
                    <a:pt x="194" y="5446"/>
                  </a:lnTo>
                  <a:lnTo>
                    <a:pt x="348" y="5639"/>
                  </a:lnTo>
                  <a:lnTo>
                    <a:pt x="502" y="5832"/>
                  </a:lnTo>
                  <a:lnTo>
                    <a:pt x="696" y="5948"/>
                  </a:lnTo>
                  <a:lnTo>
                    <a:pt x="927" y="6063"/>
                  </a:lnTo>
                  <a:lnTo>
                    <a:pt x="966" y="6257"/>
                  </a:lnTo>
                  <a:lnTo>
                    <a:pt x="1275" y="6179"/>
                  </a:lnTo>
                  <a:lnTo>
                    <a:pt x="1313" y="6218"/>
                  </a:lnTo>
                  <a:lnTo>
                    <a:pt x="1313" y="6257"/>
                  </a:lnTo>
                  <a:lnTo>
                    <a:pt x="1352" y="6295"/>
                  </a:lnTo>
                  <a:lnTo>
                    <a:pt x="1468" y="6257"/>
                  </a:lnTo>
                  <a:lnTo>
                    <a:pt x="1815" y="6295"/>
                  </a:lnTo>
                  <a:lnTo>
                    <a:pt x="2395" y="6334"/>
                  </a:lnTo>
                  <a:lnTo>
                    <a:pt x="3012" y="6372"/>
                  </a:lnTo>
                  <a:lnTo>
                    <a:pt x="3592" y="6334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2"/>
                  </a:lnTo>
                  <a:lnTo>
                    <a:pt x="7994" y="5523"/>
                  </a:lnTo>
                  <a:lnTo>
                    <a:pt x="9036" y="5253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3"/>
                  </a:lnTo>
                  <a:lnTo>
                    <a:pt x="12126" y="4249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4" y="3940"/>
                  </a:lnTo>
                  <a:lnTo>
                    <a:pt x="12898" y="3669"/>
                  </a:lnTo>
                  <a:lnTo>
                    <a:pt x="13361" y="3322"/>
                  </a:lnTo>
                  <a:lnTo>
                    <a:pt x="13631" y="3052"/>
                  </a:lnTo>
                  <a:lnTo>
                    <a:pt x="13825" y="2704"/>
                  </a:lnTo>
                  <a:lnTo>
                    <a:pt x="14133" y="2627"/>
                  </a:lnTo>
                  <a:lnTo>
                    <a:pt x="14018" y="2318"/>
                  </a:lnTo>
                  <a:lnTo>
                    <a:pt x="14095" y="2009"/>
                  </a:lnTo>
                  <a:lnTo>
                    <a:pt x="14133" y="1739"/>
                  </a:lnTo>
                  <a:lnTo>
                    <a:pt x="14095" y="1468"/>
                  </a:lnTo>
                  <a:lnTo>
                    <a:pt x="14018" y="1237"/>
                  </a:lnTo>
                  <a:lnTo>
                    <a:pt x="13902" y="1005"/>
                  </a:lnTo>
                  <a:lnTo>
                    <a:pt x="13747" y="812"/>
                  </a:lnTo>
                  <a:lnTo>
                    <a:pt x="13477" y="619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3" y="117"/>
                  </a:lnTo>
                  <a:lnTo>
                    <a:pt x="11817" y="40"/>
                  </a:lnTo>
                  <a:lnTo>
                    <a:pt x="1143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7"/>
            <p:cNvSpPr/>
            <p:nvPr/>
          </p:nvSpPr>
          <p:spPr>
            <a:xfrm>
              <a:off x="2687250" y="1806675"/>
              <a:ext cx="449900" cy="337900"/>
            </a:xfrm>
            <a:custGeom>
              <a:avLst/>
              <a:gdLst/>
              <a:ahLst/>
              <a:cxnLst/>
              <a:rect l="l" t="t" r="r" b="b"/>
              <a:pathLst>
                <a:path w="17996" h="13516" extrusionOk="0">
                  <a:moveTo>
                    <a:pt x="15794" y="386"/>
                  </a:moveTo>
                  <a:lnTo>
                    <a:pt x="15872" y="425"/>
                  </a:lnTo>
                  <a:lnTo>
                    <a:pt x="15949" y="464"/>
                  </a:lnTo>
                  <a:lnTo>
                    <a:pt x="16103" y="657"/>
                  </a:lnTo>
                  <a:lnTo>
                    <a:pt x="16181" y="850"/>
                  </a:lnTo>
                  <a:lnTo>
                    <a:pt x="16258" y="1043"/>
                  </a:lnTo>
                  <a:lnTo>
                    <a:pt x="16219" y="1236"/>
                  </a:lnTo>
                  <a:lnTo>
                    <a:pt x="16181" y="1468"/>
                  </a:lnTo>
                  <a:lnTo>
                    <a:pt x="15987" y="1892"/>
                  </a:lnTo>
                  <a:lnTo>
                    <a:pt x="15833" y="2163"/>
                  </a:lnTo>
                  <a:lnTo>
                    <a:pt x="15601" y="2433"/>
                  </a:lnTo>
                  <a:lnTo>
                    <a:pt x="15370" y="2665"/>
                  </a:lnTo>
                  <a:lnTo>
                    <a:pt x="15099" y="2896"/>
                  </a:lnTo>
                  <a:lnTo>
                    <a:pt x="14983" y="2279"/>
                  </a:lnTo>
                  <a:lnTo>
                    <a:pt x="14945" y="1970"/>
                  </a:lnTo>
                  <a:lnTo>
                    <a:pt x="14906" y="1699"/>
                  </a:lnTo>
                  <a:lnTo>
                    <a:pt x="14945" y="1390"/>
                  </a:lnTo>
                  <a:lnTo>
                    <a:pt x="15022" y="1120"/>
                  </a:lnTo>
                  <a:lnTo>
                    <a:pt x="15138" y="850"/>
                  </a:lnTo>
                  <a:lnTo>
                    <a:pt x="15331" y="618"/>
                  </a:lnTo>
                  <a:lnTo>
                    <a:pt x="15563" y="464"/>
                  </a:lnTo>
                  <a:lnTo>
                    <a:pt x="15679" y="386"/>
                  </a:lnTo>
                  <a:close/>
                  <a:moveTo>
                    <a:pt x="14481" y="3437"/>
                  </a:moveTo>
                  <a:lnTo>
                    <a:pt x="14443" y="3591"/>
                  </a:lnTo>
                  <a:lnTo>
                    <a:pt x="14134" y="3939"/>
                  </a:lnTo>
                  <a:lnTo>
                    <a:pt x="13786" y="4287"/>
                  </a:lnTo>
                  <a:lnTo>
                    <a:pt x="13593" y="4441"/>
                  </a:lnTo>
                  <a:lnTo>
                    <a:pt x="13362" y="4595"/>
                  </a:lnTo>
                  <a:lnTo>
                    <a:pt x="13091" y="4711"/>
                  </a:lnTo>
                  <a:lnTo>
                    <a:pt x="12782" y="4750"/>
                  </a:lnTo>
                  <a:lnTo>
                    <a:pt x="12667" y="4789"/>
                  </a:lnTo>
                  <a:lnTo>
                    <a:pt x="12589" y="4750"/>
                  </a:lnTo>
                  <a:lnTo>
                    <a:pt x="12551" y="4673"/>
                  </a:lnTo>
                  <a:lnTo>
                    <a:pt x="12512" y="4518"/>
                  </a:lnTo>
                  <a:lnTo>
                    <a:pt x="12474" y="4287"/>
                  </a:lnTo>
                  <a:lnTo>
                    <a:pt x="12512" y="4171"/>
                  </a:lnTo>
                  <a:lnTo>
                    <a:pt x="12628" y="4055"/>
                  </a:lnTo>
                  <a:lnTo>
                    <a:pt x="12821" y="3900"/>
                  </a:lnTo>
                  <a:lnTo>
                    <a:pt x="13091" y="3746"/>
                  </a:lnTo>
                  <a:lnTo>
                    <a:pt x="13362" y="3591"/>
                  </a:lnTo>
                  <a:lnTo>
                    <a:pt x="13632" y="3514"/>
                  </a:lnTo>
                  <a:lnTo>
                    <a:pt x="13941" y="3437"/>
                  </a:lnTo>
                  <a:close/>
                  <a:moveTo>
                    <a:pt x="15061" y="3514"/>
                  </a:moveTo>
                  <a:lnTo>
                    <a:pt x="15717" y="3553"/>
                  </a:lnTo>
                  <a:lnTo>
                    <a:pt x="16065" y="3591"/>
                  </a:lnTo>
                  <a:lnTo>
                    <a:pt x="16412" y="3630"/>
                  </a:lnTo>
                  <a:lnTo>
                    <a:pt x="16721" y="3707"/>
                  </a:lnTo>
                  <a:lnTo>
                    <a:pt x="17030" y="3823"/>
                  </a:lnTo>
                  <a:lnTo>
                    <a:pt x="17262" y="4016"/>
                  </a:lnTo>
                  <a:lnTo>
                    <a:pt x="17378" y="4171"/>
                  </a:lnTo>
                  <a:lnTo>
                    <a:pt x="17493" y="4287"/>
                  </a:lnTo>
                  <a:lnTo>
                    <a:pt x="17571" y="4480"/>
                  </a:lnTo>
                  <a:lnTo>
                    <a:pt x="17571" y="4634"/>
                  </a:lnTo>
                  <a:lnTo>
                    <a:pt x="17493" y="4789"/>
                  </a:lnTo>
                  <a:lnTo>
                    <a:pt x="17378" y="4904"/>
                  </a:lnTo>
                  <a:lnTo>
                    <a:pt x="17262" y="4982"/>
                  </a:lnTo>
                  <a:lnTo>
                    <a:pt x="17069" y="5020"/>
                  </a:lnTo>
                  <a:lnTo>
                    <a:pt x="16914" y="4982"/>
                  </a:lnTo>
                  <a:lnTo>
                    <a:pt x="16721" y="4943"/>
                  </a:lnTo>
                  <a:lnTo>
                    <a:pt x="16335" y="4750"/>
                  </a:lnTo>
                  <a:lnTo>
                    <a:pt x="15987" y="4518"/>
                  </a:lnTo>
                  <a:lnTo>
                    <a:pt x="15717" y="4287"/>
                  </a:lnTo>
                  <a:lnTo>
                    <a:pt x="15485" y="4055"/>
                  </a:lnTo>
                  <a:lnTo>
                    <a:pt x="15254" y="3785"/>
                  </a:lnTo>
                  <a:lnTo>
                    <a:pt x="15061" y="3514"/>
                  </a:lnTo>
                  <a:close/>
                  <a:moveTo>
                    <a:pt x="4866" y="3128"/>
                  </a:moveTo>
                  <a:lnTo>
                    <a:pt x="5484" y="3167"/>
                  </a:lnTo>
                  <a:lnTo>
                    <a:pt x="6102" y="3283"/>
                  </a:lnTo>
                  <a:lnTo>
                    <a:pt x="6681" y="3514"/>
                  </a:lnTo>
                  <a:lnTo>
                    <a:pt x="7145" y="3707"/>
                  </a:lnTo>
                  <a:lnTo>
                    <a:pt x="7569" y="3978"/>
                  </a:lnTo>
                  <a:lnTo>
                    <a:pt x="7994" y="4248"/>
                  </a:lnTo>
                  <a:lnTo>
                    <a:pt x="8380" y="4557"/>
                  </a:lnTo>
                  <a:lnTo>
                    <a:pt x="9153" y="5213"/>
                  </a:lnTo>
                  <a:lnTo>
                    <a:pt x="9925" y="5908"/>
                  </a:lnTo>
                  <a:lnTo>
                    <a:pt x="10234" y="6179"/>
                  </a:lnTo>
                  <a:lnTo>
                    <a:pt x="10581" y="6410"/>
                  </a:lnTo>
                  <a:lnTo>
                    <a:pt x="10968" y="6642"/>
                  </a:lnTo>
                  <a:lnTo>
                    <a:pt x="11354" y="6797"/>
                  </a:lnTo>
                  <a:lnTo>
                    <a:pt x="11740" y="6874"/>
                  </a:lnTo>
                  <a:lnTo>
                    <a:pt x="12165" y="6912"/>
                  </a:lnTo>
                  <a:lnTo>
                    <a:pt x="12589" y="6874"/>
                  </a:lnTo>
                  <a:lnTo>
                    <a:pt x="13014" y="6719"/>
                  </a:lnTo>
                  <a:lnTo>
                    <a:pt x="13323" y="6565"/>
                  </a:lnTo>
                  <a:lnTo>
                    <a:pt x="13593" y="6372"/>
                  </a:lnTo>
                  <a:lnTo>
                    <a:pt x="13825" y="6179"/>
                  </a:lnTo>
                  <a:lnTo>
                    <a:pt x="14018" y="5947"/>
                  </a:lnTo>
                  <a:lnTo>
                    <a:pt x="14211" y="5677"/>
                  </a:lnTo>
                  <a:lnTo>
                    <a:pt x="14366" y="5406"/>
                  </a:lnTo>
                  <a:lnTo>
                    <a:pt x="14520" y="5097"/>
                  </a:lnTo>
                  <a:lnTo>
                    <a:pt x="14636" y="4789"/>
                  </a:lnTo>
                  <a:lnTo>
                    <a:pt x="14559" y="5638"/>
                  </a:lnTo>
                  <a:lnTo>
                    <a:pt x="14404" y="6449"/>
                  </a:lnTo>
                  <a:lnTo>
                    <a:pt x="14211" y="7221"/>
                  </a:lnTo>
                  <a:lnTo>
                    <a:pt x="13941" y="7994"/>
                  </a:lnTo>
                  <a:lnTo>
                    <a:pt x="13593" y="8727"/>
                  </a:lnTo>
                  <a:lnTo>
                    <a:pt x="13169" y="9422"/>
                  </a:lnTo>
                  <a:lnTo>
                    <a:pt x="12667" y="10117"/>
                  </a:lnTo>
                  <a:lnTo>
                    <a:pt x="12087" y="10735"/>
                  </a:lnTo>
                  <a:lnTo>
                    <a:pt x="11624" y="11160"/>
                  </a:lnTo>
                  <a:lnTo>
                    <a:pt x="11199" y="11546"/>
                  </a:lnTo>
                  <a:lnTo>
                    <a:pt x="10697" y="11855"/>
                  </a:lnTo>
                  <a:lnTo>
                    <a:pt x="10195" y="12164"/>
                  </a:lnTo>
                  <a:lnTo>
                    <a:pt x="9693" y="12396"/>
                  </a:lnTo>
                  <a:lnTo>
                    <a:pt x="9153" y="12627"/>
                  </a:lnTo>
                  <a:lnTo>
                    <a:pt x="8612" y="12782"/>
                  </a:lnTo>
                  <a:lnTo>
                    <a:pt x="8071" y="12898"/>
                  </a:lnTo>
                  <a:lnTo>
                    <a:pt x="7531" y="12975"/>
                  </a:lnTo>
                  <a:lnTo>
                    <a:pt x="6990" y="13014"/>
                  </a:lnTo>
                  <a:lnTo>
                    <a:pt x="6411" y="12975"/>
                  </a:lnTo>
                  <a:lnTo>
                    <a:pt x="5870" y="12898"/>
                  </a:lnTo>
                  <a:lnTo>
                    <a:pt x="5291" y="12782"/>
                  </a:lnTo>
                  <a:lnTo>
                    <a:pt x="4751" y="12627"/>
                  </a:lnTo>
                  <a:lnTo>
                    <a:pt x="4171" y="12396"/>
                  </a:lnTo>
                  <a:lnTo>
                    <a:pt x="3631" y="12125"/>
                  </a:lnTo>
                  <a:lnTo>
                    <a:pt x="3090" y="11816"/>
                  </a:lnTo>
                  <a:lnTo>
                    <a:pt x="2588" y="11469"/>
                  </a:lnTo>
                  <a:lnTo>
                    <a:pt x="2125" y="11044"/>
                  </a:lnTo>
                  <a:lnTo>
                    <a:pt x="1700" y="10581"/>
                  </a:lnTo>
                  <a:lnTo>
                    <a:pt x="1314" y="10117"/>
                  </a:lnTo>
                  <a:lnTo>
                    <a:pt x="966" y="9577"/>
                  </a:lnTo>
                  <a:lnTo>
                    <a:pt x="696" y="8998"/>
                  </a:lnTo>
                  <a:lnTo>
                    <a:pt x="542" y="8418"/>
                  </a:lnTo>
                  <a:lnTo>
                    <a:pt x="426" y="7801"/>
                  </a:lnTo>
                  <a:lnTo>
                    <a:pt x="426" y="7221"/>
                  </a:lnTo>
                  <a:lnTo>
                    <a:pt x="503" y="6603"/>
                  </a:lnTo>
                  <a:lnTo>
                    <a:pt x="696" y="6024"/>
                  </a:lnTo>
                  <a:lnTo>
                    <a:pt x="928" y="5484"/>
                  </a:lnTo>
                  <a:lnTo>
                    <a:pt x="1237" y="4943"/>
                  </a:lnTo>
                  <a:lnTo>
                    <a:pt x="1623" y="4480"/>
                  </a:lnTo>
                  <a:lnTo>
                    <a:pt x="2048" y="4055"/>
                  </a:lnTo>
                  <a:lnTo>
                    <a:pt x="2588" y="3707"/>
                  </a:lnTo>
                  <a:lnTo>
                    <a:pt x="3129" y="3437"/>
                  </a:lnTo>
                  <a:lnTo>
                    <a:pt x="3708" y="3244"/>
                  </a:lnTo>
                  <a:lnTo>
                    <a:pt x="4287" y="3167"/>
                  </a:lnTo>
                  <a:lnTo>
                    <a:pt x="4866" y="3128"/>
                  </a:lnTo>
                  <a:close/>
                  <a:moveTo>
                    <a:pt x="15717" y="0"/>
                  </a:moveTo>
                  <a:lnTo>
                    <a:pt x="15524" y="39"/>
                  </a:lnTo>
                  <a:lnTo>
                    <a:pt x="15331" y="155"/>
                  </a:lnTo>
                  <a:lnTo>
                    <a:pt x="15138" y="271"/>
                  </a:lnTo>
                  <a:lnTo>
                    <a:pt x="14983" y="464"/>
                  </a:lnTo>
                  <a:lnTo>
                    <a:pt x="14829" y="618"/>
                  </a:lnTo>
                  <a:lnTo>
                    <a:pt x="14713" y="850"/>
                  </a:lnTo>
                  <a:lnTo>
                    <a:pt x="14636" y="1043"/>
                  </a:lnTo>
                  <a:lnTo>
                    <a:pt x="14597" y="1275"/>
                  </a:lnTo>
                  <a:lnTo>
                    <a:pt x="14559" y="1545"/>
                  </a:lnTo>
                  <a:lnTo>
                    <a:pt x="14520" y="2047"/>
                  </a:lnTo>
                  <a:lnTo>
                    <a:pt x="14597" y="2588"/>
                  </a:lnTo>
                  <a:lnTo>
                    <a:pt x="14752" y="3090"/>
                  </a:lnTo>
                  <a:lnTo>
                    <a:pt x="14713" y="3128"/>
                  </a:lnTo>
                  <a:lnTo>
                    <a:pt x="14675" y="3167"/>
                  </a:lnTo>
                  <a:lnTo>
                    <a:pt x="14636" y="3205"/>
                  </a:lnTo>
                  <a:lnTo>
                    <a:pt x="14173" y="3128"/>
                  </a:lnTo>
                  <a:lnTo>
                    <a:pt x="13709" y="3167"/>
                  </a:lnTo>
                  <a:lnTo>
                    <a:pt x="13246" y="3283"/>
                  </a:lnTo>
                  <a:lnTo>
                    <a:pt x="12821" y="3476"/>
                  </a:lnTo>
                  <a:lnTo>
                    <a:pt x="12512" y="3669"/>
                  </a:lnTo>
                  <a:lnTo>
                    <a:pt x="12358" y="3785"/>
                  </a:lnTo>
                  <a:lnTo>
                    <a:pt x="12203" y="3939"/>
                  </a:lnTo>
                  <a:lnTo>
                    <a:pt x="12049" y="4132"/>
                  </a:lnTo>
                  <a:lnTo>
                    <a:pt x="11972" y="4287"/>
                  </a:lnTo>
                  <a:lnTo>
                    <a:pt x="11933" y="4480"/>
                  </a:lnTo>
                  <a:lnTo>
                    <a:pt x="11933" y="4673"/>
                  </a:lnTo>
                  <a:lnTo>
                    <a:pt x="12010" y="4866"/>
                  </a:lnTo>
                  <a:lnTo>
                    <a:pt x="12126" y="5020"/>
                  </a:lnTo>
                  <a:lnTo>
                    <a:pt x="12280" y="5097"/>
                  </a:lnTo>
                  <a:lnTo>
                    <a:pt x="12435" y="5136"/>
                  </a:lnTo>
                  <a:lnTo>
                    <a:pt x="12628" y="5175"/>
                  </a:lnTo>
                  <a:lnTo>
                    <a:pt x="12821" y="5136"/>
                  </a:lnTo>
                  <a:lnTo>
                    <a:pt x="13207" y="5059"/>
                  </a:lnTo>
                  <a:lnTo>
                    <a:pt x="13516" y="4904"/>
                  </a:lnTo>
                  <a:lnTo>
                    <a:pt x="13825" y="4711"/>
                  </a:lnTo>
                  <a:lnTo>
                    <a:pt x="14095" y="4480"/>
                  </a:lnTo>
                  <a:lnTo>
                    <a:pt x="14366" y="4248"/>
                  </a:lnTo>
                  <a:lnTo>
                    <a:pt x="14211" y="4711"/>
                  </a:lnTo>
                  <a:lnTo>
                    <a:pt x="14018" y="5175"/>
                  </a:lnTo>
                  <a:lnTo>
                    <a:pt x="13864" y="5406"/>
                  </a:lnTo>
                  <a:lnTo>
                    <a:pt x="13709" y="5599"/>
                  </a:lnTo>
                  <a:lnTo>
                    <a:pt x="13555" y="5793"/>
                  </a:lnTo>
                  <a:lnTo>
                    <a:pt x="13362" y="5947"/>
                  </a:lnTo>
                  <a:lnTo>
                    <a:pt x="13053" y="6179"/>
                  </a:lnTo>
                  <a:lnTo>
                    <a:pt x="12705" y="6333"/>
                  </a:lnTo>
                  <a:lnTo>
                    <a:pt x="12358" y="6410"/>
                  </a:lnTo>
                  <a:lnTo>
                    <a:pt x="12010" y="6410"/>
                  </a:lnTo>
                  <a:lnTo>
                    <a:pt x="11663" y="6372"/>
                  </a:lnTo>
                  <a:lnTo>
                    <a:pt x="11315" y="6256"/>
                  </a:lnTo>
                  <a:lnTo>
                    <a:pt x="10968" y="6101"/>
                  </a:lnTo>
                  <a:lnTo>
                    <a:pt x="10659" y="5870"/>
                  </a:lnTo>
                  <a:lnTo>
                    <a:pt x="10234" y="5561"/>
                  </a:lnTo>
                  <a:lnTo>
                    <a:pt x="9809" y="5213"/>
                  </a:lnTo>
                  <a:lnTo>
                    <a:pt x="9037" y="4480"/>
                  </a:lnTo>
                  <a:lnTo>
                    <a:pt x="8651" y="4132"/>
                  </a:lnTo>
                  <a:lnTo>
                    <a:pt x="8226" y="3823"/>
                  </a:lnTo>
                  <a:lnTo>
                    <a:pt x="7801" y="3514"/>
                  </a:lnTo>
                  <a:lnTo>
                    <a:pt x="7299" y="3244"/>
                  </a:lnTo>
                  <a:lnTo>
                    <a:pt x="6720" y="3012"/>
                  </a:lnTo>
                  <a:lnTo>
                    <a:pt x="6102" y="2819"/>
                  </a:lnTo>
                  <a:lnTo>
                    <a:pt x="5523" y="2742"/>
                  </a:lnTo>
                  <a:lnTo>
                    <a:pt x="4905" y="2703"/>
                  </a:lnTo>
                  <a:lnTo>
                    <a:pt x="4287" y="2703"/>
                  </a:lnTo>
                  <a:lnTo>
                    <a:pt x="3708" y="2819"/>
                  </a:lnTo>
                  <a:lnTo>
                    <a:pt x="3129" y="2974"/>
                  </a:lnTo>
                  <a:lnTo>
                    <a:pt x="2549" y="3205"/>
                  </a:lnTo>
                  <a:lnTo>
                    <a:pt x="2318" y="3360"/>
                  </a:lnTo>
                  <a:lnTo>
                    <a:pt x="2009" y="3553"/>
                  </a:lnTo>
                  <a:lnTo>
                    <a:pt x="1700" y="3785"/>
                  </a:lnTo>
                  <a:lnTo>
                    <a:pt x="1430" y="4016"/>
                  </a:lnTo>
                  <a:lnTo>
                    <a:pt x="1159" y="4325"/>
                  </a:lnTo>
                  <a:lnTo>
                    <a:pt x="928" y="4595"/>
                  </a:lnTo>
                  <a:lnTo>
                    <a:pt x="696" y="4943"/>
                  </a:lnTo>
                  <a:lnTo>
                    <a:pt x="503" y="5291"/>
                  </a:lnTo>
                  <a:lnTo>
                    <a:pt x="348" y="5677"/>
                  </a:lnTo>
                  <a:lnTo>
                    <a:pt x="155" y="6217"/>
                  </a:lnTo>
                  <a:lnTo>
                    <a:pt x="40" y="6758"/>
                  </a:lnTo>
                  <a:lnTo>
                    <a:pt x="1" y="7299"/>
                  </a:lnTo>
                  <a:lnTo>
                    <a:pt x="1" y="7801"/>
                  </a:lnTo>
                  <a:lnTo>
                    <a:pt x="78" y="8303"/>
                  </a:lnTo>
                  <a:lnTo>
                    <a:pt x="194" y="8804"/>
                  </a:lnTo>
                  <a:lnTo>
                    <a:pt x="387" y="9306"/>
                  </a:lnTo>
                  <a:lnTo>
                    <a:pt x="580" y="9770"/>
                  </a:lnTo>
                  <a:lnTo>
                    <a:pt x="850" y="10195"/>
                  </a:lnTo>
                  <a:lnTo>
                    <a:pt x="1159" y="10658"/>
                  </a:lnTo>
                  <a:lnTo>
                    <a:pt x="1507" y="11044"/>
                  </a:lnTo>
                  <a:lnTo>
                    <a:pt x="1893" y="11430"/>
                  </a:lnTo>
                  <a:lnTo>
                    <a:pt x="2279" y="11778"/>
                  </a:lnTo>
                  <a:lnTo>
                    <a:pt x="2704" y="12125"/>
                  </a:lnTo>
                  <a:lnTo>
                    <a:pt x="3167" y="12396"/>
                  </a:lnTo>
                  <a:lnTo>
                    <a:pt x="3631" y="12666"/>
                  </a:lnTo>
                  <a:lnTo>
                    <a:pt x="4249" y="12975"/>
                  </a:lnTo>
                  <a:lnTo>
                    <a:pt x="4866" y="13168"/>
                  </a:lnTo>
                  <a:lnTo>
                    <a:pt x="5484" y="13361"/>
                  </a:lnTo>
                  <a:lnTo>
                    <a:pt x="6141" y="13438"/>
                  </a:lnTo>
                  <a:lnTo>
                    <a:pt x="6759" y="13515"/>
                  </a:lnTo>
                  <a:lnTo>
                    <a:pt x="7376" y="13477"/>
                  </a:lnTo>
                  <a:lnTo>
                    <a:pt x="7994" y="13438"/>
                  </a:lnTo>
                  <a:lnTo>
                    <a:pt x="8612" y="13284"/>
                  </a:lnTo>
                  <a:lnTo>
                    <a:pt x="8728" y="13438"/>
                  </a:lnTo>
                  <a:lnTo>
                    <a:pt x="8998" y="13207"/>
                  </a:lnTo>
                  <a:lnTo>
                    <a:pt x="9770" y="12898"/>
                  </a:lnTo>
                  <a:lnTo>
                    <a:pt x="10504" y="12550"/>
                  </a:lnTo>
                  <a:lnTo>
                    <a:pt x="11238" y="12087"/>
                  </a:lnTo>
                  <a:lnTo>
                    <a:pt x="11933" y="11546"/>
                  </a:lnTo>
                  <a:lnTo>
                    <a:pt x="12474" y="11044"/>
                  </a:lnTo>
                  <a:lnTo>
                    <a:pt x="13014" y="10426"/>
                  </a:lnTo>
                  <a:lnTo>
                    <a:pt x="13246" y="10195"/>
                  </a:lnTo>
                  <a:lnTo>
                    <a:pt x="13207" y="10156"/>
                  </a:lnTo>
                  <a:lnTo>
                    <a:pt x="13709" y="9461"/>
                  </a:lnTo>
                  <a:lnTo>
                    <a:pt x="14134" y="8727"/>
                  </a:lnTo>
                  <a:lnTo>
                    <a:pt x="14481" y="7955"/>
                  </a:lnTo>
                  <a:lnTo>
                    <a:pt x="14752" y="7183"/>
                  </a:lnTo>
                  <a:lnTo>
                    <a:pt x="14945" y="6333"/>
                  </a:lnTo>
                  <a:lnTo>
                    <a:pt x="15022" y="5947"/>
                  </a:lnTo>
                  <a:lnTo>
                    <a:pt x="15061" y="5522"/>
                  </a:lnTo>
                  <a:lnTo>
                    <a:pt x="15061" y="5097"/>
                  </a:lnTo>
                  <a:lnTo>
                    <a:pt x="15061" y="4673"/>
                  </a:lnTo>
                  <a:lnTo>
                    <a:pt x="15022" y="4248"/>
                  </a:lnTo>
                  <a:lnTo>
                    <a:pt x="14945" y="3862"/>
                  </a:lnTo>
                  <a:lnTo>
                    <a:pt x="15215" y="4248"/>
                  </a:lnTo>
                  <a:lnTo>
                    <a:pt x="15563" y="4595"/>
                  </a:lnTo>
                  <a:lnTo>
                    <a:pt x="15949" y="4943"/>
                  </a:lnTo>
                  <a:lnTo>
                    <a:pt x="16374" y="5213"/>
                  </a:lnTo>
                  <a:lnTo>
                    <a:pt x="16567" y="5291"/>
                  </a:lnTo>
                  <a:lnTo>
                    <a:pt x="16798" y="5368"/>
                  </a:lnTo>
                  <a:lnTo>
                    <a:pt x="17030" y="5445"/>
                  </a:lnTo>
                  <a:lnTo>
                    <a:pt x="17262" y="5445"/>
                  </a:lnTo>
                  <a:lnTo>
                    <a:pt x="17493" y="5406"/>
                  </a:lnTo>
                  <a:lnTo>
                    <a:pt x="17687" y="5329"/>
                  </a:lnTo>
                  <a:lnTo>
                    <a:pt x="17841" y="5175"/>
                  </a:lnTo>
                  <a:lnTo>
                    <a:pt x="17957" y="4982"/>
                  </a:lnTo>
                  <a:lnTo>
                    <a:pt x="17995" y="4750"/>
                  </a:lnTo>
                  <a:lnTo>
                    <a:pt x="17995" y="4557"/>
                  </a:lnTo>
                  <a:lnTo>
                    <a:pt x="17957" y="4325"/>
                  </a:lnTo>
                  <a:lnTo>
                    <a:pt x="17841" y="4132"/>
                  </a:lnTo>
                  <a:lnTo>
                    <a:pt x="17725" y="3978"/>
                  </a:lnTo>
                  <a:lnTo>
                    <a:pt x="17571" y="3785"/>
                  </a:lnTo>
                  <a:lnTo>
                    <a:pt x="17416" y="3669"/>
                  </a:lnTo>
                  <a:lnTo>
                    <a:pt x="17262" y="3553"/>
                  </a:lnTo>
                  <a:lnTo>
                    <a:pt x="17030" y="3437"/>
                  </a:lnTo>
                  <a:lnTo>
                    <a:pt x="16798" y="3321"/>
                  </a:lnTo>
                  <a:lnTo>
                    <a:pt x="16296" y="3205"/>
                  </a:lnTo>
                  <a:lnTo>
                    <a:pt x="15794" y="3128"/>
                  </a:lnTo>
                  <a:lnTo>
                    <a:pt x="15254" y="3128"/>
                  </a:lnTo>
                  <a:lnTo>
                    <a:pt x="15679" y="2858"/>
                  </a:lnTo>
                  <a:lnTo>
                    <a:pt x="16026" y="2510"/>
                  </a:lnTo>
                  <a:lnTo>
                    <a:pt x="16296" y="2124"/>
                  </a:lnTo>
                  <a:lnTo>
                    <a:pt x="16528" y="1661"/>
                  </a:lnTo>
                  <a:lnTo>
                    <a:pt x="16567" y="1429"/>
                  </a:lnTo>
                  <a:lnTo>
                    <a:pt x="16605" y="1197"/>
                  </a:lnTo>
                  <a:lnTo>
                    <a:pt x="16644" y="927"/>
                  </a:lnTo>
                  <a:lnTo>
                    <a:pt x="16605" y="657"/>
                  </a:lnTo>
                  <a:lnTo>
                    <a:pt x="16528" y="425"/>
                  </a:lnTo>
                  <a:lnTo>
                    <a:pt x="16412" y="232"/>
                  </a:lnTo>
                  <a:lnTo>
                    <a:pt x="16219" y="78"/>
                  </a:lnTo>
                  <a:lnTo>
                    <a:pt x="16103" y="39"/>
                  </a:lnTo>
                  <a:lnTo>
                    <a:pt x="1594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7"/>
            <p:cNvSpPr/>
            <p:nvPr/>
          </p:nvSpPr>
          <p:spPr>
            <a:xfrm>
              <a:off x="4737700" y="181247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1" y="463"/>
                  </a:moveTo>
                  <a:lnTo>
                    <a:pt x="11624" y="502"/>
                  </a:lnTo>
                  <a:lnTo>
                    <a:pt x="12049" y="541"/>
                  </a:lnTo>
                  <a:lnTo>
                    <a:pt x="12435" y="656"/>
                  </a:lnTo>
                  <a:lnTo>
                    <a:pt x="12628" y="734"/>
                  </a:lnTo>
                  <a:lnTo>
                    <a:pt x="12744" y="811"/>
                  </a:lnTo>
                  <a:lnTo>
                    <a:pt x="12860" y="965"/>
                  </a:lnTo>
                  <a:lnTo>
                    <a:pt x="12937" y="1081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7" y="1699"/>
                  </a:lnTo>
                  <a:lnTo>
                    <a:pt x="12821" y="1892"/>
                  </a:lnTo>
                  <a:lnTo>
                    <a:pt x="12705" y="2085"/>
                  </a:lnTo>
                  <a:lnTo>
                    <a:pt x="12589" y="2240"/>
                  </a:lnTo>
                  <a:lnTo>
                    <a:pt x="12242" y="2471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9" y="3205"/>
                  </a:lnTo>
                  <a:lnTo>
                    <a:pt x="9925" y="3437"/>
                  </a:lnTo>
                  <a:lnTo>
                    <a:pt x="9153" y="3707"/>
                  </a:lnTo>
                  <a:lnTo>
                    <a:pt x="8380" y="3900"/>
                  </a:lnTo>
                  <a:lnTo>
                    <a:pt x="7608" y="4093"/>
                  </a:lnTo>
                  <a:lnTo>
                    <a:pt x="6797" y="4286"/>
                  </a:lnTo>
                  <a:lnTo>
                    <a:pt x="5909" y="4441"/>
                  </a:lnTo>
                  <a:lnTo>
                    <a:pt x="5021" y="4595"/>
                  </a:lnTo>
                  <a:lnTo>
                    <a:pt x="4133" y="4711"/>
                  </a:lnTo>
                  <a:lnTo>
                    <a:pt x="3245" y="4788"/>
                  </a:lnTo>
                  <a:lnTo>
                    <a:pt x="2202" y="4788"/>
                  </a:lnTo>
                  <a:lnTo>
                    <a:pt x="1854" y="4750"/>
                  </a:lnTo>
                  <a:lnTo>
                    <a:pt x="1507" y="4672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0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5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3"/>
                  </a:lnTo>
                  <a:lnTo>
                    <a:pt x="3013" y="2356"/>
                  </a:lnTo>
                  <a:lnTo>
                    <a:pt x="3708" y="2008"/>
                  </a:lnTo>
                  <a:lnTo>
                    <a:pt x="4480" y="1699"/>
                  </a:lnTo>
                  <a:lnTo>
                    <a:pt x="5253" y="1429"/>
                  </a:lnTo>
                  <a:lnTo>
                    <a:pt x="6025" y="1197"/>
                  </a:lnTo>
                  <a:lnTo>
                    <a:pt x="6836" y="1004"/>
                  </a:lnTo>
                  <a:lnTo>
                    <a:pt x="7608" y="811"/>
                  </a:lnTo>
                  <a:lnTo>
                    <a:pt x="8419" y="695"/>
                  </a:lnTo>
                  <a:lnTo>
                    <a:pt x="9230" y="579"/>
                  </a:lnTo>
                  <a:lnTo>
                    <a:pt x="10041" y="541"/>
                  </a:lnTo>
                  <a:lnTo>
                    <a:pt x="10736" y="502"/>
                  </a:lnTo>
                  <a:lnTo>
                    <a:pt x="11161" y="463"/>
                  </a:lnTo>
                  <a:close/>
                  <a:moveTo>
                    <a:pt x="13477" y="1120"/>
                  </a:moveTo>
                  <a:lnTo>
                    <a:pt x="13632" y="1313"/>
                  </a:lnTo>
                  <a:lnTo>
                    <a:pt x="13709" y="1506"/>
                  </a:lnTo>
                  <a:lnTo>
                    <a:pt x="13748" y="1738"/>
                  </a:lnTo>
                  <a:lnTo>
                    <a:pt x="13709" y="2008"/>
                  </a:lnTo>
                  <a:lnTo>
                    <a:pt x="13632" y="2240"/>
                  </a:lnTo>
                  <a:lnTo>
                    <a:pt x="13516" y="2471"/>
                  </a:lnTo>
                  <a:lnTo>
                    <a:pt x="13400" y="2703"/>
                  </a:lnTo>
                  <a:lnTo>
                    <a:pt x="13207" y="2896"/>
                  </a:lnTo>
                  <a:lnTo>
                    <a:pt x="12860" y="3205"/>
                  </a:lnTo>
                  <a:lnTo>
                    <a:pt x="12473" y="3437"/>
                  </a:lnTo>
                  <a:lnTo>
                    <a:pt x="12049" y="3668"/>
                  </a:lnTo>
                  <a:lnTo>
                    <a:pt x="11624" y="3900"/>
                  </a:lnTo>
                  <a:lnTo>
                    <a:pt x="10659" y="4286"/>
                  </a:lnTo>
                  <a:lnTo>
                    <a:pt x="9732" y="4634"/>
                  </a:lnTo>
                  <a:lnTo>
                    <a:pt x="8766" y="4904"/>
                  </a:lnTo>
                  <a:lnTo>
                    <a:pt x="7762" y="5174"/>
                  </a:lnTo>
                  <a:lnTo>
                    <a:pt x="6758" y="5406"/>
                  </a:lnTo>
                  <a:lnTo>
                    <a:pt x="5755" y="5599"/>
                  </a:lnTo>
                  <a:lnTo>
                    <a:pt x="4712" y="5792"/>
                  </a:lnTo>
                  <a:lnTo>
                    <a:pt x="3708" y="5908"/>
                  </a:lnTo>
                  <a:lnTo>
                    <a:pt x="2781" y="5985"/>
                  </a:lnTo>
                  <a:lnTo>
                    <a:pt x="2279" y="5985"/>
                  </a:lnTo>
                  <a:lnTo>
                    <a:pt x="1816" y="5947"/>
                  </a:lnTo>
                  <a:lnTo>
                    <a:pt x="1545" y="5869"/>
                  </a:lnTo>
                  <a:lnTo>
                    <a:pt x="1237" y="5792"/>
                  </a:lnTo>
                  <a:lnTo>
                    <a:pt x="928" y="5638"/>
                  </a:lnTo>
                  <a:lnTo>
                    <a:pt x="696" y="5483"/>
                  </a:lnTo>
                  <a:lnTo>
                    <a:pt x="503" y="5252"/>
                  </a:lnTo>
                  <a:lnTo>
                    <a:pt x="348" y="5020"/>
                  </a:lnTo>
                  <a:lnTo>
                    <a:pt x="310" y="4865"/>
                  </a:lnTo>
                  <a:lnTo>
                    <a:pt x="310" y="4750"/>
                  </a:lnTo>
                  <a:lnTo>
                    <a:pt x="310" y="4595"/>
                  </a:lnTo>
                  <a:lnTo>
                    <a:pt x="348" y="4441"/>
                  </a:lnTo>
                  <a:lnTo>
                    <a:pt x="542" y="4672"/>
                  </a:lnTo>
                  <a:lnTo>
                    <a:pt x="812" y="4865"/>
                  </a:lnTo>
                  <a:lnTo>
                    <a:pt x="1043" y="4981"/>
                  </a:lnTo>
                  <a:lnTo>
                    <a:pt x="1352" y="5097"/>
                  </a:lnTo>
                  <a:lnTo>
                    <a:pt x="1623" y="5213"/>
                  </a:lnTo>
                  <a:lnTo>
                    <a:pt x="1932" y="5252"/>
                  </a:lnTo>
                  <a:lnTo>
                    <a:pt x="2588" y="5329"/>
                  </a:lnTo>
                  <a:lnTo>
                    <a:pt x="3245" y="5290"/>
                  </a:lnTo>
                  <a:lnTo>
                    <a:pt x="3940" y="5252"/>
                  </a:lnTo>
                  <a:lnTo>
                    <a:pt x="5137" y="5059"/>
                  </a:lnTo>
                  <a:lnTo>
                    <a:pt x="6913" y="4788"/>
                  </a:lnTo>
                  <a:lnTo>
                    <a:pt x="7840" y="4595"/>
                  </a:lnTo>
                  <a:lnTo>
                    <a:pt x="8728" y="4402"/>
                  </a:lnTo>
                  <a:lnTo>
                    <a:pt x="9616" y="4132"/>
                  </a:lnTo>
                  <a:lnTo>
                    <a:pt x="10504" y="3861"/>
                  </a:lnTo>
                  <a:lnTo>
                    <a:pt x="11354" y="3514"/>
                  </a:lnTo>
                  <a:lnTo>
                    <a:pt x="12165" y="3128"/>
                  </a:lnTo>
                  <a:lnTo>
                    <a:pt x="12435" y="2973"/>
                  </a:lnTo>
                  <a:lnTo>
                    <a:pt x="12705" y="2819"/>
                  </a:lnTo>
                  <a:lnTo>
                    <a:pt x="12937" y="2587"/>
                  </a:lnTo>
                  <a:lnTo>
                    <a:pt x="13130" y="2394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3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9" y="0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4"/>
                  </a:lnTo>
                  <a:lnTo>
                    <a:pt x="4133" y="1352"/>
                  </a:lnTo>
                  <a:lnTo>
                    <a:pt x="3245" y="1699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89"/>
                  </a:lnTo>
                  <a:lnTo>
                    <a:pt x="464" y="3398"/>
                  </a:lnTo>
                  <a:lnTo>
                    <a:pt x="348" y="3553"/>
                  </a:lnTo>
                  <a:lnTo>
                    <a:pt x="271" y="3707"/>
                  </a:lnTo>
                  <a:lnTo>
                    <a:pt x="233" y="3861"/>
                  </a:lnTo>
                  <a:lnTo>
                    <a:pt x="233" y="4055"/>
                  </a:lnTo>
                  <a:lnTo>
                    <a:pt x="194" y="4132"/>
                  </a:lnTo>
                  <a:lnTo>
                    <a:pt x="194" y="4170"/>
                  </a:lnTo>
                  <a:lnTo>
                    <a:pt x="117" y="4325"/>
                  </a:lnTo>
                  <a:lnTo>
                    <a:pt x="40" y="4479"/>
                  </a:lnTo>
                  <a:lnTo>
                    <a:pt x="1" y="4634"/>
                  </a:lnTo>
                  <a:lnTo>
                    <a:pt x="1" y="4788"/>
                  </a:lnTo>
                  <a:lnTo>
                    <a:pt x="40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8" y="6063"/>
                  </a:lnTo>
                  <a:lnTo>
                    <a:pt x="966" y="6256"/>
                  </a:lnTo>
                  <a:lnTo>
                    <a:pt x="1275" y="6178"/>
                  </a:lnTo>
                  <a:lnTo>
                    <a:pt x="1314" y="6217"/>
                  </a:lnTo>
                  <a:lnTo>
                    <a:pt x="1314" y="6256"/>
                  </a:lnTo>
                  <a:lnTo>
                    <a:pt x="1352" y="6294"/>
                  </a:lnTo>
                  <a:lnTo>
                    <a:pt x="1468" y="6256"/>
                  </a:lnTo>
                  <a:lnTo>
                    <a:pt x="1816" y="6294"/>
                  </a:lnTo>
                  <a:lnTo>
                    <a:pt x="2395" y="6333"/>
                  </a:lnTo>
                  <a:lnTo>
                    <a:pt x="3013" y="6371"/>
                  </a:lnTo>
                  <a:lnTo>
                    <a:pt x="3592" y="6333"/>
                  </a:lnTo>
                  <a:lnTo>
                    <a:pt x="4171" y="6294"/>
                  </a:lnTo>
                  <a:lnTo>
                    <a:pt x="5368" y="6101"/>
                  </a:lnTo>
                  <a:lnTo>
                    <a:pt x="6565" y="5869"/>
                  </a:lnTo>
                  <a:lnTo>
                    <a:pt x="6758" y="5831"/>
                  </a:lnTo>
                  <a:lnTo>
                    <a:pt x="7994" y="5522"/>
                  </a:lnTo>
                  <a:lnTo>
                    <a:pt x="9037" y="5252"/>
                  </a:lnTo>
                  <a:lnTo>
                    <a:pt x="10079" y="4981"/>
                  </a:lnTo>
                  <a:lnTo>
                    <a:pt x="11161" y="4595"/>
                  </a:lnTo>
                  <a:lnTo>
                    <a:pt x="11663" y="4363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6"/>
                  </a:lnTo>
                  <a:lnTo>
                    <a:pt x="12782" y="4711"/>
                  </a:lnTo>
                  <a:lnTo>
                    <a:pt x="13014" y="4518"/>
                  </a:lnTo>
                  <a:lnTo>
                    <a:pt x="12435" y="3939"/>
                  </a:lnTo>
                  <a:lnTo>
                    <a:pt x="12898" y="3668"/>
                  </a:lnTo>
                  <a:lnTo>
                    <a:pt x="13362" y="3321"/>
                  </a:lnTo>
                  <a:lnTo>
                    <a:pt x="13632" y="3051"/>
                  </a:lnTo>
                  <a:lnTo>
                    <a:pt x="13825" y="2703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8"/>
                  </a:lnTo>
                  <a:lnTo>
                    <a:pt x="14134" y="1738"/>
                  </a:lnTo>
                  <a:lnTo>
                    <a:pt x="14095" y="1467"/>
                  </a:lnTo>
                  <a:lnTo>
                    <a:pt x="14018" y="1236"/>
                  </a:lnTo>
                  <a:lnTo>
                    <a:pt x="13902" y="1004"/>
                  </a:lnTo>
                  <a:lnTo>
                    <a:pt x="13748" y="811"/>
                  </a:lnTo>
                  <a:lnTo>
                    <a:pt x="13477" y="618"/>
                  </a:lnTo>
                  <a:lnTo>
                    <a:pt x="13169" y="502"/>
                  </a:lnTo>
                  <a:lnTo>
                    <a:pt x="13091" y="502"/>
                  </a:lnTo>
                  <a:lnTo>
                    <a:pt x="12898" y="386"/>
                  </a:lnTo>
                  <a:lnTo>
                    <a:pt x="12667" y="270"/>
                  </a:lnTo>
                  <a:lnTo>
                    <a:pt x="12435" y="154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7"/>
            <p:cNvSpPr/>
            <p:nvPr/>
          </p:nvSpPr>
          <p:spPr>
            <a:xfrm>
              <a:off x="2291450" y="1821150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7" y="1"/>
                  </a:moveTo>
                  <a:lnTo>
                    <a:pt x="1893" y="78"/>
                  </a:lnTo>
                  <a:lnTo>
                    <a:pt x="1738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5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39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3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1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1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8" y="1005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2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1" y="2704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1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6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6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2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3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2" y="5793"/>
                  </a:lnTo>
                  <a:lnTo>
                    <a:pt x="4828" y="5638"/>
                  </a:lnTo>
                  <a:lnTo>
                    <a:pt x="4248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6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3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7"/>
            <p:cNvSpPr/>
            <p:nvPr/>
          </p:nvSpPr>
          <p:spPr>
            <a:xfrm>
              <a:off x="6650100" y="1835625"/>
              <a:ext cx="350475" cy="288675"/>
            </a:xfrm>
            <a:custGeom>
              <a:avLst/>
              <a:gdLst/>
              <a:ahLst/>
              <a:cxnLst/>
              <a:rect l="l" t="t" r="r" b="b"/>
              <a:pathLst>
                <a:path w="14019" h="11547" extrusionOk="0">
                  <a:moveTo>
                    <a:pt x="11778" y="1"/>
                  </a:moveTo>
                  <a:lnTo>
                    <a:pt x="11470" y="78"/>
                  </a:lnTo>
                  <a:lnTo>
                    <a:pt x="11856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9" y="1893"/>
                  </a:lnTo>
                  <a:lnTo>
                    <a:pt x="10427" y="2086"/>
                  </a:lnTo>
                  <a:lnTo>
                    <a:pt x="11470" y="3437"/>
                  </a:lnTo>
                  <a:lnTo>
                    <a:pt x="12551" y="4750"/>
                  </a:lnTo>
                  <a:lnTo>
                    <a:pt x="12860" y="5754"/>
                  </a:lnTo>
                  <a:lnTo>
                    <a:pt x="13169" y="5754"/>
                  </a:lnTo>
                  <a:lnTo>
                    <a:pt x="13207" y="5639"/>
                  </a:lnTo>
                  <a:lnTo>
                    <a:pt x="13169" y="5523"/>
                  </a:lnTo>
                  <a:lnTo>
                    <a:pt x="13439" y="5716"/>
                  </a:lnTo>
                  <a:lnTo>
                    <a:pt x="13593" y="5947"/>
                  </a:lnTo>
                  <a:lnTo>
                    <a:pt x="13671" y="6179"/>
                  </a:lnTo>
                  <a:lnTo>
                    <a:pt x="13709" y="6411"/>
                  </a:lnTo>
                  <a:lnTo>
                    <a:pt x="13632" y="6681"/>
                  </a:lnTo>
                  <a:lnTo>
                    <a:pt x="13516" y="6913"/>
                  </a:lnTo>
                  <a:lnTo>
                    <a:pt x="13362" y="7183"/>
                  </a:lnTo>
                  <a:lnTo>
                    <a:pt x="13169" y="7453"/>
                  </a:lnTo>
                  <a:lnTo>
                    <a:pt x="12744" y="7955"/>
                  </a:lnTo>
                  <a:lnTo>
                    <a:pt x="12203" y="8419"/>
                  </a:lnTo>
                  <a:lnTo>
                    <a:pt x="11740" y="8766"/>
                  </a:lnTo>
                  <a:lnTo>
                    <a:pt x="11354" y="9075"/>
                  </a:lnTo>
                  <a:lnTo>
                    <a:pt x="10543" y="9577"/>
                  </a:lnTo>
                  <a:lnTo>
                    <a:pt x="9655" y="10002"/>
                  </a:lnTo>
                  <a:lnTo>
                    <a:pt x="8767" y="10388"/>
                  </a:lnTo>
                  <a:lnTo>
                    <a:pt x="7878" y="10658"/>
                  </a:lnTo>
                  <a:lnTo>
                    <a:pt x="6952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1" y="11160"/>
                  </a:lnTo>
                  <a:lnTo>
                    <a:pt x="3013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2" y="10543"/>
                  </a:lnTo>
                  <a:lnTo>
                    <a:pt x="619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40" y="9654"/>
                  </a:lnTo>
                  <a:lnTo>
                    <a:pt x="1" y="9886"/>
                  </a:lnTo>
                  <a:lnTo>
                    <a:pt x="40" y="10118"/>
                  </a:lnTo>
                  <a:lnTo>
                    <a:pt x="78" y="10311"/>
                  </a:lnTo>
                  <a:lnTo>
                    <a:pt x="194" y="10465"/>
                  </a:lnTo>
                  <a:lnTo>
                    <a:pt x="348" y="10620"/>
                  </a:lnTo>
                  <a:lnTo>
                    <a:pt x="542" y="10774"/>
                  </a:lnTo>
                  <a:lnTo>
                    <a:pt x="773" y="10890"/>
                  </a:lnTo>
                  <a:lnTo>
                    <a:pt x="1237" y="11083"/>
                  </a:lnTo>
                  <a:lnTo>
                    <a:pt x="1739" y="11238"/>
                  </a:lnTo>
                  <a:lnTo>
                    <a:pt x="2202" y="11354"/>
                  </a:lnTo>
                  <a:lnTo>
                    <a:pt x="2627" y="11431"/>
                  </a:lnTo>
                  <a:lnTo>
                    <a:pt x="3322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9" y="11315"/>
                  </a:lnTo>
                  <a:lnTo>
                    <a:pt x="7415" y="11160"/>
                  </a:lnTo>
                  <a:lnTo>
                    <a:pt x="8071" y="11006"/>
                  </a:lnTo>
                  <a:lnTo>
                    <a:pt x="8728" y="10774"/>
                  </a:lnTo>
                  <a:lnTo>
                    <a:pt x="9346" y="10543"/>
                  </a:lnTo>
                  <a:lnTo>
                    <a:pt x="9964" y="10272"/>
                  </a:lnTo>
                  <a:lnTo>
                    <a:pt x="10543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9" y="8071"/>
                  </a:lnTo>
                  <a:lnTo>
                    <a:pt x="13555" y="7646"/>
                  </a:lnTo>
                  <a:lnTo>
                    <a:pt x="13748" y="7376"/>
                  </a:lnTo>
                  <a:lnTo>
                    <a:pt x="13864" y="7145"/>
                  </a:lnTo>
                  <a:lnTo>
                    <a:pt x="13980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1" y="5909"/>
                  </a:lnTo>
                  <a:lnTo>
                    <a:pt x="13864" y="5716"/>
                  </a:lnTo>
                  <a:lnTo>
                    <a:pt x="13748" y="5523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5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7"/>
            <p:cNvSpPr/>
            <p:nvPr/>
          </p:nvSpPr>
          <p:spPr>
            <a:xfrm>
              <a:off x="609775" y="18510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9" y="541"/>
                  </a:lnTo>
                  <a:lnTo>
                    <a:pt x="12435" y="657"/>
                  </a:lnTo>
                  <a:lnTo>
                    <a:pt x="12628" y="734"/>
                  </a:lnTo>
                  <a:lnTo>
                    <a:pt x="12744" y="812"/>
                  </a:lnTo>
                  <a:lnTo>
                    <a:pt x="12859" y="966"/>
                  </a:lnTo>
                  <a:lnTo>
                    <a:pt x="12937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7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0"/>
                  </a:lnTo>
                  <a:lnTo>
                    <a:pt x="12242" y="2472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8" y="3206"/>
                  </a:lnTo>
                  <a:lnTo>
                    <a:pt x="9925" y="3437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1"/>
                  </a:lnTo>
                  <a:lnTo>
                    <a:pt x="5021" y="4596"/>
                  </a:lnTo>
                  <a:lnTo>
                    <a:pt x="4133" y="4712"/>
                  </a:lnTo>
                  <a:lnTo>
                    <a:pt x="3244" y="4789"/>
                  </a:lnTo>
                  <a:lnTo>
                    <a:pt x="2202" y="4789"/>
                  </a:lnTo>
                  <a:lnTo>
                    <a:pt x="1854" y="4750"/>
                  </a:lnTo>
                  <a:lnTo>
                    <a:pt x="1507" y="4673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1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4"/>
                  </a:lnTo>
                  <a:lnTo>
                    <a:pt x="3013" y="2356"/>
                  </a:lnTo>
                  <a:lnTo>
                    <a:pt x="3708" y="2009"/>
                  </a:lnTo>
                  <a:lnTo>
                    <a:pt x="4480" y="1700"/>
                  </a:lnTo>
                  <a:lnTo>
                    <a:pt x="5252" y="1429"/>
                  </a:lnTo>
                  <a:lnTo>
                    <a:pt x="6025" y="1198"/>
                  </a:lnTo>
                  <a:lnTo>
                    <a:pt x="6836" y="1005"/>
                  </a:lnTo>
                  <a:lnTo>
                    <a:pt x="7608" y="812"/>
                  </a:lnTo>
                  <a:lnTo>
                    <a:pt x="8419" y="696"/>
                  </a:lnTo>
                  <a:lnTo>
                    <a:pt x="9230" y="580"/>
                  </a:lnTo>
                  <a:lnTo>
                    <a:pt x="10041" y="541"/>
                  </a:lnTo>
                  <a:lnTo>
                    <a:pt x="10736" y="503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2" y="1314"/>
                  </a:lnTo>
                  <a:lnTo>
                    <a:pt x="13709" y="1507"/>
                  </a:lnTo>
                  <a:lnTo>
                    <a:pt x="13748" y="1738"/>
                  </a:lnTo>
                  <a:lnTo>
                    <a:pt x="13709" y="2009"/>
                  </a:lnTo>
                  <a:lnTo>
                    <a:pt x="13632" y="2240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7"/>
                  </a:lnTo>
                  <a:lnTo>
                    <a:pt x="12049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2" y="4634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2" y="5793"/>
                  </a:lnTo>
                  <a:lnTo>
                    <a:pt x="3708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6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6" y="5484"/>
                  </a:lnTo>
                  <a:lnTo>
                    <a:pt x="503" y="5252"/>
                  </a:lnTo>
                  <a:lnTo>
                    <a:pt x="348" y="5021"/>
                  </a:lnTo>
                  <a:lnTo>
                    <a:pt x="310" y="4866"/>
                  </a:lnTo>
                  <a:lnTo>
                    <a:pt x="310" y="4750"/>
                  </a:lnTo>
                  <a:lnTo>
                    <a:pt x="310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2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3" y="5214"/>
                  </a:lnTo>
                  <a:lnTo>
                    <a:pt x="1931" y="5252"/>
                  </a:lnTo>
                  <a:lnTo>
                    <a:pt x="2588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7" y="5059"/>
                  </a:lnTo>
                  <a:lnTo>
                    <a:pt x="6913" y="4789"/>
                  </a:lnTo>
                  <a:lnTo>
                    <a:pt x="7840" y="4596"/>
                  </a:lnTo>
                  <a:lnTo>
                    <a:pt x="8728" y="4403"/>
                  </a:lnTo>
                  <a:lnTo>
                    <a:pt x="9616" y="4132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8"/>
                  </a:lnTo>
                  <a:lnTo>
                    <a:pt x="12435" y="2974"/>
                  </a:lnTo>
                  <a:lnTo>
                    <a:pt x="12705" y="2819"/>
                  </a:lnTo>
                  <a:lnTo>
                    <a:pt x="12937" y="2588"/>
                  </a:lnTo>
                  <a:lnTo>
                    <a:pt x="13130" y="2395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4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8" y="1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5"/>
                  </a:lnTo>
                  <a:lnTo>
                    <a:pt x="4133" y="1352"/>
                  </a:lnTo>
                  <a:lnTo>
                    <a:pt x="3244" y="1700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3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4" y="4132"/>
                  </a:lnTo>
                  <a:lnTo>
                    <a:pt x="194" y="4171"/>
                  </a:lnTo>
                  <a:lnTo>
                    <a:pt x="117" y="4325"/>
                  </a:lnTo>
                  <a:lnTo>
                    <a:pt x="39" y="4480"/>
                  </a:lnTo>
                  <a:lnTo>
                    <a:pt x="1" y="4634"/>
                  </a:lnTo>
                  <a:lnTo>
                    <a:pt x="1" y="4789"/>
                  </a:lnTo>
                  <a:lnTo>
                    <a:pt x="39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7" y="6063"/>
                  </a:lnTo>
                  <a:lnTo>
                    <a:pt x="966" y="6256"/>
                  </a:lnTo>
                  <a:lnTo>
                    <a:pt x="1275" y="6179"/>
                  </a:lnTo>
                  <a:lnTo>
                    <a:pt x="1314" y="6218"/>
                  </a:lnTo>
                  <a:lnTo>
                    <a:pt x="1314" y="6256"/>
                  </a:lnTo>
                  <a:lnTo>
                    <a:pt x="1352" y="6295"/>
                  </a:lnTo>
                  <a:lnTo>
                    <a:pt x="1468" y="6256"/>
                  </a:lnTo>
                  <a:lnTo>
                    <a:pt x="1816" y="6295"/>
                  </a:lnTo>
                  <a:lnTo>
                    <a:pt x="2395" y="6333"/>
                  </a:lnTo>
                  <a:lnTo>
                    <a:pt x="3013" y="6372"/>
                  </a:lnTo>
                  <a:lnTo>
                    <a:pt x="3592" y="6333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4" y="5523"/>
                  </a:lnTo>
                  <a:lnTo>
                    <a:pt x="9037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5" y="3939"/>
                  </a:lnTo>
                  <a:lnTo>
                    <a:pt x="12898" y="3669"/>
                  </a:lnTo>
                  <a:lnTo>
                    <a:pt x="13361" y="3321"/>
                  </a:lnTo>
                  <a:lnTo>
                    <a:pt x="13632" y="3051"/>
                  </a:lnTo>
                  <a:lnTo>
                    <a:pt x="13825" y="2704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9"/>
                  </a:lnTo>
                  <a:lnTo>
                    <a:pt x="14134" y="1738"/>
                  </a:lnTo>
                  <a:lnTo>
                    <a:pt x="14095" y="1468"/>
                  </a:lnTo>
                  <a:lnTo>
                    <a:pt x="14018" y="1236"/>
                  </a:lnTo>
                  <a:lnTo>
                    <a:pt x="13902" y="1005"/>
                  </a:lnTo>
                  <a:lnTo>
                    <a:pt x="13748" y="812"/>
                  </a:lnTo>
                  <a:lnTo>
                    <a:pt x="13477" y="618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5" y="155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7"/>
            <p:cNvSpPr/>
            <p:nvPr/>
          </p:nvSpPr>
          <p:spPr>
            <a:xfrm>
              <a:off x="6883725" y="1876175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6" y="1"/>
                  </a:moveTo>
                  <a:lnTo>
                    <a:pt x="348" y="889"/>
                  </a:lnTo>
                  <a:lnTo>
                    <a:pt x="232" y="1815"/>
                  </a:lnTo>
                  <a:lnTo>
                    <a:pt x="155" y="3630"/>
                  </a:lnTo>
                  <a:lnTo>
                    <a:pt x="1" y="7260"/>
                  </a:lnTo>
                  <a:lnTo>
                    <a:pt x="194" y="7260"/>
                  </a:lnTo>
                  <a:lnTo>
                    <a:pt x="426" y="5484"/>
                  </a:lnTo>
                  <a:lnTo>
                    <a:pt x="580" y="3669"/>
                  </a:lnTo>
                  <a:lnTo>
                    <a:pt x="696" y="1854"/>
                  </a:lnTo>
                  <a:lnTo>
                    <a:pt x="696" y="927"/>
                  </a:lnTo>
                  <a:lnTo>
                    <a:pt x="696" y="39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7"/>
            <p:cNvSpPr/>
            <p:nvPr/>
          </p:nvSpPr>
          <p:spPr>
            <a:xfrm>
              <a:off x="4796600" y="1878100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1"/>
                  </a:moveTo>
                  <a:lnTo>
                    <a:pt x="11469" y="78"/>
                  </a:lnTo>
                  <a:lnTo>
                    <a:pt x="11855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8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9"/>
                  </a:lnTo>
                  <a:lnTo>
                    <a:pt x="13168" y="5523"/>
                  </a:lnTo>
                  <a:lnTo>
                    <a:pt x="13438" y="5716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1"/>
                  </a:lnTo>
                  <a:lnTo>
                    <a:pt x="13631" y="6681"/>
                  </a:lnTo>
                  <a:lnTo>
                    <a:pt x="13516" y="6913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9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1" y="10543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39" y="9655"/>
                  </a:lnTo>
                  <a:lnTo>
                    <a:pt x="0" y="9886"/>
                  </a:lnTo>
                  <a:lnTo>
                    <a:pt x="39" y="10118"/>
                  </a:lnTo>
                  <a:lnTo>
                    <a:pt x="78" y="10311"/>
                  </a:lnTo>
                  <a:lnTo>
                    <a:pt x="193" y="10465"/>
                  </a:lnTo>
                  <a:lnTo>
                    <a:pt x="348" y="10620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8"/>
                  </a:lnTo>
                  <a:lnTo>
                    <a:pt x="2201" y="11354"/>
                  </a:lnTo>
                  <a:lnTo>
                    <a:pt x="2626" y="11431"/>
                  </a:lnTo>
                  <a:lnTo>
                    <a:pt x="3321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3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5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7"/>
                  </a:lnTo>
                  <a:lnTo>
                    <a:pt x="13747" y="7376"/>
                  </a:lnTo>
                  <a:lnTo>
                    <a:pt x="13863" y="7145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0" y="5909"/>
                  </a:lnTo>
                  <a:lnTo>
                    <a:pt x="13863" y="5716"/>
                  </a:lnTo>
                  <a:lnTo>
                    <a:pt x="13747" y="5523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4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7"/>
            <p:cNvSpPr/>
            <p:nvPr/>
          </p:nvSpPr>
          <p:spPr>
            <a:xfrm>
              <a:off x="6050625" y="1898375"/>
              <a:ext cx="329200" cy="241375"/>
            </a:xfrm>
            <a:custGeom>
              <a:avLst/>
              <a:gdLst/>
              <a:ahLst/>
              <a:cxnLst/>
              <a:rect l="l" t="t" r="r" b="b"/>
              <a:pathLst>
                <a:path w="13168" h="9655" extrusionOk="0">
                  <a:moveTo>
                    <a:pt x="5368" y="619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5"/>
                  </a:lnTo>
                  <a:lnTo>
                    <a:pt x="8109" y="2356"/>
                  </a:lnTo>
                  <a:lnTo>
                    <a:pt x="8264" y="2627"/>
                  </a:lnTo>
                  <a:lnTo>
                    <a:pt x="8380" y="2858"/>
                  </a:lnTo>
                  <a:lnTo>
                    <a:pt x="8495" y="3129"/>
                  </a:lnTo>
                  <a:lnTo>
                    <a:pt x="8573" y="3437"/>
                  </a:lnTo>
                  <a:lnTo>
                    <a:pt x="8611" y="3708"/>
                  </a:lnTo>
                  <a:lnTo>
                    <a:pt x="8573" y="3708"/>
                  </a:lnTo>
                  <a:lnTo>
                    <a:pt x="7723" y="3824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1"/>
                  </a:lnTo>
                  <a:lnTo>
                    <a:pt x="5792" y="3862"/>
                  </a:lnTo>
                  <a:lnTo>
                    <a:pt x="5638" y="3746"/>
                  </a:lnTo>
                  <a:lnTo>
                    <a:pt x="5561" y="3553"/>
                  </a:lnTo>
                  <a:lnTo>
                    <a:pt x="5483" y="3283"/>
                  </a:lnTo>
                  <a:lnTo>
                    <a:pt x="5406" y="2627"/>
                  </a:lnTo>
                  <a:lnTo>
                    <a:pt x="5368" y="1970"/>
                  </a:lnTo>
                  <a:lnTo>
                    <a:pt x="5368" y="619"/>
                  </a:lnTo>
                  <a:close/>
                  <a:moveTo>
                    <a:pt x="2742" y="889"/>
                  </a:moveTo>
                  <a:lnTo>
                    <a:pt x="2626" y="3090"/>
                  </a:lnTo>
                  <a:lnTo>
                    <a:pt x="2626" y="3515"/>
                  </a:lnTo>
                  <a:lnTo>
                    <a:pt x="2587" y="3708"/>
                  </a:lnTo>
                  <a:lnTo>
                    <a:pt x="2510" y="3862"/>
                  </a:lnTo>
                  <a:lnTo>
                    <a:pt x="2433" y="3978"/>
                  </a:lnTo>
                  <a:lnTo>
                    <a:pt x="2278" y="4094"/>
                  </a:lnTo>
                  <a:lnTo>
                    <a:pt x="2124" y="4210"/>
                  </a:lnTo>
                  <a:lnTo>
                    <a:pt x="1892" y="4248"/>
                  </a:lnTo>
                  <a:lnTo>
                    <a:pt x="1699" y="4287"/>
                  </a:lnTo>
                  <a:lnTo>
                    <a:pt x="1506" y="4287"/>
                  </a:lnTo>
                  <a:lnTo>
                    <a:pt x="1120" y="4210"/>
                  </a:lnTo>
                  <a:lnTo>
                    <a:pt x="734" y="4133"/>
                  </a:lnTo>
                  <a:lnTo>
                    <a:pt x="386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8" y="2549"/>
                  </a:lnTo>
                  <a:lnTo>
                    <a:pt x="1159" y="2125"/>
                  </a:lnTo>
                  <a:lnTo>
                    <a:pt x="1506" y="1738"/>
                  </a:lnTo>
                  <a:lnTo>
                    <a:pt x="1892" y="1391"/>
                  </a:lnTo>
                  <a:lnTo>
                    <a:pt x="2317" y="1121"/>
                  </a:lnTo>
                  <a:lnTo>
                    <a:pt x="2742" y="889"/>
                  </a:lnTo>
                  <a:close/>
                  <a:moveTo>
                    <a:pt x="10774" y="5368"/>
                  </a:moveTo>
                  <a:lnTo>
                    <a:pt x="11198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14" y="6179"/>
                  </a:lnTo>
                  <a:lnTo>
                    <a:pt x="11198" y="6256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32"/>
                  </a:lnTo>
                  <a:lnTo>
                    <a:pt x="10542" y="5716"/>
                  </a:lnTo>
                  <a:lnTo>
                    <a:pt x="10619" y="5523"/>
                  </a:lnTo>
                  <a:lnTo>
                    <a:pt x="10658" y="5407"/>
                  </a:lnTo>
                  <a:lnTo>
                    <a:pt x="10774" y="5368"/>
                  </a:lnTo>
                  <a:close/>
                  <a:moveTo>
                    <a:pt x="4402" y="1"/>
                  </a:moveTo>
                  <a:lnTo>
                    <a:pt x="3939" y="39"/>
                  </a:lnTo>
                  <a:lnTo>
                    <a:pt x="3514" y="117"/>
                  </a:lnTo>
                  <a:lnTo>
                    <a:pt x="3051" y="194"/>
                  </a:lnTo>
                  <a:lnTo>
                    <a:pt x="2626" y="348"/>
                  </a:lnTo>
                  <a:lnTo>
                    <a:pt x="2240" y="541"/>
                  </a:lnTo>
                  <a:lnTo>
                    <a:pt x="1854" y="773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9"/>
                  </a:lnTo>
                  <a:lnTo>
                    <a:pt x="386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31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57"/>
                  </a:lnTo>
                  <a:lnTo>
                    <a:pt x="348" y="4287"/>
                  </a:lnTo>
                  <a:lnTo>
                    <a:pt x="965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5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364"/>
                  </a:lnTo>
                  <a:lnTo>
                    <a:pt x="2858" y="4248"/>
                  </a:lnTo>
                  <a:lnTo>
                    <a:pt x="2896" y="4094"/>
                  </a:lnTo>
                  <a:lnTo>
                    <a:pt x="2973" y="3939"/>
                  </a:lnTo>
                  <a:lnTo>
                    <a:pt x="3012" y="3631"/>
                  </a:lnTo>
                  <a:lnTo>
                    <a:pt x="3012" y="2974"/>
                  </a:lnTo>
                  <a:lnTo>
                    <a:pt x="3089" y="734"/>
                  </a:lnTo>
                  <a:lnTo>
                    <a:pt x="3514" y="619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23"/>
                  </a:lnTo>
                  <a:lnTo>
                    <a:pt x="5059" y="2704"/>
                  </a:lnTo>
                  <a:lnTo>
                    <a:pt x="5097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0" y="4017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6"/>
                  </a:lnTo>
                  <a:lnTo>
                    <a:pt x="6217" y="4326"/>
                  </a:lnTo>
                  <a:lnTo>
                    <a:pt x="6565" y="4287"/>
                  </a:lnTo>
                  <a:lnTo>
                    <a:pt x="7607" y="4210"/>
                  </a:lnTo>
                  <a:lnTo>
                    <a:pt x="8650" y="4055"/>
                  </a:lnTo>
                  <a:lnTo>
                    <a:pt x="8650" y="4441"/>
                  </a:lnTo>
                  <a:lnTo>
                    <a:pt x="8611" y="4866"/>
                  </a:lnTo>
                  <a:lnTo>
                    <a:pt x="8611" y="4905"/>
                  </a:lnTo>
                  <a:lnTo>
                    <a:pt x="8611" y="5021"/>
                  </a:lnTo>
                  <a:lnTo>
                    <a:pt x="8650" y="5059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0" y="4905"/>
                  </a:lnTo>
                  <a:lnTo>
                    <a:pt x="9384" y="4905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03" y="5252"/>
                  </a:lnTo>
                  <a:lnTo>
                    <a:pt x="10426" y="5330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16"/>
                  </a:lnTo>
                  <a:lnTo>
                    <a:pt x="10233" y="5870"/>
                  </a:lnTo>
                  <a:lnTo>
                    <a:pt x="10233" y="6025"/>
                  </a:lnTo>
                  <a:lnTo>
                    <a:pt x="10272" y="6179"/>
                  </a:lnTo>
                  <a:lnTo>
                    <a:pt x="10349" y="6334"/>
                  </a:lnTo>
                  <a:lnTo>
                    <a:pt x="10503" y="6488"/>
                  </a:lnTo>
                  <a:lnTo>
                    <a:pt x="10696" y="6565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41" y="6913"/>
                  </a:lnTo>
                  <a:lnTo>
                    <a:pt x="12395" y="7222"/>
                  </a:lnTo>
                  <a:lnTo>
                    <a:pt x="12473" y="7569"/>
                  </a:lnTo>
                  <a:lnTo>
                    <a:pt x="12511" y="7917"/>
                  </a:lnTo>
                  <a:lnTo>
                    <a:pt x="12550" y="8264"/>
                  </a:lnTo>
                  <a:lnTo>
                    <a:pt x="12550" y="8998"/>
                  </a:lnTo>
                  <a:lnTo>
                    <a:pt x="12473" y="8998"/>
                  </a:lnTo>
                  <a:lnTo>
                    <a:pt x="12434" y="9037"/>
                  </a:lnTo>
                  <a:lnTo>
                    <a:pt x="12357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54"/>
                  </a:lnTo>
                  <a:lnTo>
                    <a:pt x="12125" y="9654"/>
                  </a:lnTo>
                  <a:lnTo>
                    <a:pt x="12820" y="9616"/>
                  </a:lnTo>
                  <a:lnTo>
                    <a:pt x="12936" y="9577"/>
                  </a:lnTo>
                  <a:lnTo>
                    <a:pt x="13013" y="9461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091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685"/>
                  </a:lnTo>
                  <a:lnTo>
                    <a:pt x="12936" y="7183"/>
                  </a:lnTo>
                  <a:lnTo>
                    <a:pt x="12704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276" y="5098"/>
                  </a:lnTo>
                  <a:lnTo>
                    <a:pt x="10967" y="4905"/>
                  </a:lnTo>
                  <a:lnTo>
                    <a:pt x="10619" y="4750"/>
                  </a:lnTo>
                  <a:lnTo>
                    <a:pt x="10233" y="4596"/>
                  </a:lnTo>
                  <a:lnTo>
                    <a:pt x="9886" y="4480"/>
                  </a:lnTo>
                  <a:lnTo>
                    <a:pt x="9499" y="4403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186" y="1584"/>
                  </a:lnTo>
                  <a:lnTo>
                    <a:pt x="7839" y="1275"/>
                  </a:lnTo>
                  <a:lnTo>
                    <a:pt x="7453" y="966"/>
                  </a:lnTo>
                  <a:lnTo>
                    <a:pt x="7067" y="734"/>
                  </a:lnTo>
                  <a:lnTo>
                    <a:pt x="6603" y="503"/>
                  </a:lnTo>
                  <a:lnTo>
                    <a:pt x="6178" y="348"/>
                  </a:lnTo>
                  <a:lnTo>
                    <a:pt x="5715" y="194"/>
                  </a:lnTo>
                  <a:lnTo>
                    <a:pt x="5290" y="78"/>
                  </a:lnTo>
                  <a:lnTo>
                    <a:pt x="482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7"/>
            <p:cNvSpPr/>
            <p:nvPr/>
          </p:nvSpPr>
          <p:spPr>
            <a:xfrm>
              <a:off x="1849325" y="1901275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7" y="1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6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1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7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0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4" y="7299"/>
                  </a:lnTo>
                  <a:lnTo>
                    <a:pt x="14712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3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3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9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4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6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7"/>
            <p:cNvSpPr/>
            <p:nvPr/>
          </p:nvSpPr>
          <p:spPr>
            <a:xfrm>
              <a:off x="1935225" y="191092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503" y="1"/>
                  </a:move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40" y="541"/>
                  </a:lnTo>
                  <a:lnTo>
                    <a:pt x="1" y="734"/>
                  </a:lnTo>
                  <a:lnTo>
                    <a:pt x="40" y="927"/>
                  </a:lnTo>
                  <a:lnTo>
                    <a:pt x="117" y="1082"/>
                  </a:lnTo>
                  <a:lnTo>
                    <a:pt x="194" y="1159"/>
                  </a:lnTo>
                  <a:lnTo>
                    <a:pt x="348" y="1159"/>
                  </a:lnTo>
                  <a:lnTo>
                    <a:pt x="426" y="1043"/>
                  </a:lnTo>
                  <a:lnTo>
                    <a:pt x="426" y="1005"/>
                  </a:lnTo>
                  <a:lnTo>
                    <a:pt x="387" y="927"/>
                  </a:lnTo>
                  <a:lnTo>
                    <a:pt x="387" y="850"/>
                  </a:lnTo>
                  <a:lnTo>
                    <a:pt x="348" y="773"/>
                  </a:lnTo>
                  <a:lnTo>
                    <a:pt x="426" y="580"/>
                  </a:lnTo>
                  <a:lnTo>
                    <a:pt x="542" y="425"/>
                  </a:lnTo>
                  <a:lnTo>
                    <a:pt x="619" y="387"/>
                  </a:lnTo>
                  <a:lnTo>
                    <a:pt x="773" y="387"/>
                  </a:lnTo>
                  <a:lnTo>
                    <a:pt x="850" y="425"/>
                  </a:lnTo>
                  <a:lnTo>
                    <a:pt x="966" y="580"/>
                  </a:lnTo>
                  <a:lnTo>
                    <a:pt x="1005" y="657"/>
                  </a:lnTo>
                  <a:lnTo>
                    <a:pt x="1005" y="734"/>
                  </a:lnTo>
                  <a:lnTo>
                    <a:pt x="966" y="927"/>
                  </a:lnTo>
                  <a:lnTo>
                    <a:pt x="966" y="1005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82" y="1159"/>
                  </a:lnTo>
                  <a:lnTo>
                    <a:pt x="1198" y="1159"/>
                  </a:lnTo>
                  <a:lnTo>
                    <a:pt x="1275" y="1121"/>
                  </a:lnTo>
                  <a:lnTo>
                    <a:pt x="1314" y="1082"/>
                  </a:lnTo>
                  <a:lnTo>
                    <a:pt x="1391" y="889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48"/>
                  </a:lnTo>
                  <a:lnTo>
                    <a:pt x="1198" y="194"/>
                  </a:lnTo>
                  <a:lnTo>
                    <a:pt x="1044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7"/>
            <p:cNvSpPr/>
            <p:nvPr/>
          </p:nvSpPr>
          <p:spPr>
            <a:xfrm>
              <a:off x="6081500" y="1911900"/>
              <a:ext cx="255850" cy="266475"/>
            </a:xfrm>
            <a:custGeom>
              <a:avLst/>
              <a:gdLst/>
              <a:ahLst/>
              <a:cxnLst/>
              <a:rect l="l" t="t" r="r" b="b"/>
              <a:pathLst>
                <a:path w="10234" h="10659" extrusionOk="0">
                  <a:moveTo>
                    <a:pt x="8303" y="7299"/>
                  </a:moveTo>
                  <a:lnTo>
                    <a:pt x="8535" y="7376"/>
                  </a:lnTo>
                  <a:lnTo>
                    <a:pt x="8766" y="7453"/>
                  </a:lnTo>
                  <a:lnTo>
                    <a:pt x="8998" y="7569"/>
                  </a:lnTo>
                  <a:lnTo>
                    <a:pt x="9191" y="7723"/>
                  </a:lnTo>
                  <a:lnTo>
                    <a:pt x="9384" y="7878"/>
                  </a:lnTo>
                  <a:lnTo>
                    <a:pt x="9539" y="8109"/>
                  </a:lnTo>
                  <a:lnTo>
                    <a:pt x="9655" y="8341"/>
                  </a:lnTo>
                  <a:lnTo>
                    <a:pt x="9693" y="8573"/>
                  </a:lnTo>
                  <a:lnTo>
                    <a:pt x="9732" y="8843"/>
                  </a:lnTo>
                  <a:lnTo>
                    <a:pt x="9693" y="9152"/>
                  </a:lnTo>
                  <a:lnTo>
                    <a:pt x="9577" y="9422"/>
                  </a:lnTo>
                  <a:lnTo>
                    <a:pt x="9423" y="9654"/>
                  </a:lnTo>
                  <a:lnTo>
                    <a:pt x="9230" y="9847"/>
                  </a:lnTo>
                  <a:lnTo>
                    <a:pt x="8959" y="10002"/>
                  </a:lnTo>
                  <a:lnTo>
                    <a:pt x="8728" y="10117"/>
                  </a:lnTo>
                  <a:lnTo>
                    <a:pt x="8419" y="10156"/>
                  </a:lnTo>
                  <a:lnTo>
                    <a:pt x="8149" y="10156"/>
                  </a:lnTo>
                  <a:lnTo>
                    <a:pt x="7878" y="10079"/>
                  </a:lnTo>
                  <a:lnTo>
                    <a:pt x="7647" y="9963"/>
                  </a:lnTo>
                  <a:lnTo>
                    <a:pt x="7415" y="9770"/>
                  </a:lnTo>
                  <a:lnTo>
                    <a:pt x="7222" y="9577"/>
                  </a:lnTo>
                  <a:lnTo>
                    <a:pt x="7067" y="9345"/>
                  </a:lnTo>
                  <a:lnTo>
                    <a:pt x="6990" y="9075"/>
                  </a:lnTo>
                  <a:lnTo>
                    <a:pt x="6951" y="8805"/>
                  </a:lnTo>
                  <a:lnTo>
                    <a:pt x="6990" y="8496"/>
                  </a:lnTo>
                  <a:lnTo>
                    <a:pt x="7067" y="8264"/>
                  </a:lnTo>
                  <a:lnTo>
                    <a:pt x="7183" y="8071"/>
                  </a:lnTo>
                  <a:lnTo>
                    <a:pt x="7338" y="7878"/>
                  </a:lnTo>
                  <a:lnTo>
                    <a:pt x="7531" y="7723"/>
                  </a:lnTo>
                  <a:lnTo>
                    <a:pt x="7762" y="7569"/>
                  </a:lnTo>
                  <a:lnTo>
                    <a:pt x="8187" y="7337"/>
                  </a:lnTo>
                  <a:lnTo>
                    <a:pt x="8264" y="7299"/>
                  </a:lnTo>
                  <a:close/>
                  <a:moveTo>
                    <a:pt x="2897" y="0"/>
                  </a:moveTo>
                  <a:lnTo>
                    <a:pt x="2704" y="39"/>
                  </a:lnTo>
                  <a:lnTo>
                    <a:pt x="2665" y="78"/>
                  </a:lnTo>
                  <a:lnTo>
                    <a:pt x="2665" y="1313"/>
                  </a:lnTo>
                  <a:lnTo>
                    <a:pt x="2665" y="2588"/>
                  </a:lnTo>
                  <a:lnTo>
                    <a:pt x="2704" y="3823"/>
                  </a:lnTo>
                  <a:lnTo>
                    <a:pt x="2742" y="5059"/>
                  </a:lnTo>
                  <a:lnTo>
                    <a:pt x="2936" y="7492"/>
                  </a:lnTo>
                  <a:lnTo>
                    <a:pt x="2936" y="8148"/>
                  </a:lnTo>
                  <a:lnTo>
                    <a:pt x="2974" y="8457"/>
                  </a:lnTo>
                  <a:lnTo>
                    <a:pt x="3013" y="8611"/>
                  </a:lnTo>
                  <a:lnTo>
                    <a:pt x="3090" y="8766"/>
                  </a:lnTo>
                  <a:lnTo>
                    <a:pt x="1584" y="8689"/>
                  </a:lnTo>
                  <a:lnTo>
                    <a:pt x="1" y="8689"/>
                  </a:lnTo>
                  <a:lnTo>
                    <a:pt x="39" y="8998"/>
                  </a:lnTo>
                  <a:lnTo>
                    <a:pt x="812" y="9113"/>
                  </a:lnTo>
                  <a:lnTo>
                    <a:pt x="1584" y="9152"/>
                  </a:lnTo>
                  <a:lnTo>
                    <a:pt x="3167" y="9229"/>
                  </a:lnTo>
                  <a:lnTo>
                    <a:pt x="4866" y="9306"/>
                  </a:lnTo>
                  <a:lnTo>
                    <a:pt x="5677" y="9306"/>
                  </a:lnTo>
                  <a:lnTo>
                    <a:pt x="6527" y="9229"/>
                  </a:lnTo>
                  <a:lnTo>
                    <a:pt x="6643" y="9538"/>
                  </a:lnTo>
                  <a:lnTo>
                    <a:pt x="6797" y="9847"/>
                  </a:lnTo>
                  <a:lnTo>
                    <a:pt x="6990" y="10079"/>
                  </a:lnTo>
                  <a:lnTo>
                    <a:pt x="7260" y="10310"/>
                  </a:lnTo>
                  <a:lnTo>
                    <a:pt x="7531" y="10465"/>
                  </a:lnTo>
                  <a:lnTo>
                    <a:pt x="7840" y="10581"/>
                  </a:lnTo>
                  <a:lnTo>
                    <a:pt x="8149" y="10658"/>
                  </a:lnTo>
                  <a:lnTo>
                    <a:pt x="8457" y="10658"/>
                  </a:lnTo>
                  <a:lnTo>
                    <a:pt x="8766" y="10619"/>
                  </a:lnTo>
                  <a:lnTo>
                    <a:pt x="9075" y="10504"/>
                  </a:lnTo>
                  <a:lnTo>
                    <a:pt x="9346" y="10388"/>
                  </a:lnTo>
                  <a:lnTo>
                    <a:pt x="9577" y="10195"/>
                  </a:lnTo>
                  <a:lnTo>
                    <a:pt x="9809" y="9963"/>
                  </a:lnTo>
                  <a:lnTo>
                    <a:pt x="9963" y="9693"/>
                  </a:lnTo>
                  <a:lnTo>
                    <a:pt x="10118" y="9422"/>
                  </a:lnTo>
                  <a:lnTo>
                    <a:pt x="10195" y="9113"/>
                  </a:lnTo>
                  <a:lnTo>
                    <a:pt x="10234" y="9113"/>
                  </a:lnTo>
                  <a:lnTo>
                    <a:pt x="10234" y="8766"/>
                  </a:lnTo>
                  <a:lnTo>
                    <a:pt x="10195" y="8380"/>
                  </a:lnTo>
                  <a:lnTo>
                    <a:pt x="10041" y="8071"/>
                  </a:lnTo>
                  <a:lnTo>
                    <a:pt x="9886" y="7762"/>
                  </a:lnTo>
                  <a:lnTo>
                    <a:pt x="9655" y="7492"/>
                  </a:lnTo>
                  <a:lnTo>
                    <a:pt x="9346" y="7260"/>
                  </a:lnTo>
                  <a:lnTo>
                    <a:pt x="9037" y="7105"/>
                  </a:lnTo>
                  <a:lnTo>
                    <a:pt x="8689" y="7028"/>
                  </a:lnTo>
                  <a:lnTo>
                    <a:pt x="8342" y="6990"/>
                  </a:lnTo>
                  <a:lnTo>
                    <a:pt x="8226" y="7067"/>
                  </a:lnTo>
                  <a:lnTo>
                    <a:pt x="8187" y="7028"/>
                  </a:lnTo>
                  <a:lnTo>
                    <a:pt x="8110" y="6990"/>
                  </a:lnTo>
                  <a:lnTo>
                    <a:pt x="7955" y="6990"/>
                  </a:lnTo>
                  <a:lnTo>
                    <a:pt x="7762" y="7028"/>
                  </a:lnTo>
                  <a:lnTo>
                    <a:pt x="7453" y="7144"/>
                  </a:lnTo>
                  <a:lnTo>
                    <a:pt x="7183" y="7337"/>
                  </a:lnTo>
                  <a:lnTo>
                    <a:pt x="6951" y="7569"/>
                  </a:lnTo>
                  <a:lnTo>
                    <a:pt x="6758" y="7878"/>
                  </a:lnTo>
                  <a:lnTo>
                    <a:pt x="6604" y="8187"/>
                  </a:lnTo>
                  <a:lnTo>
                    <a:pt x="6488" y="8496"/>
                  </a:lnTo>
                  <a:lnTo>
                    <a:pt x="6488" y="8843"/>
                  </a:lnTo>
                  <a:lnTo>
                    <a:pt x="5716" y="8766"/>
                  </a:lnTo>
                  <a:lnTo>
                    <a:pt x="3476" y="8766"/>
                  </a:lnTo>
                  <a:lnTo>
                    <a:pt x="3515" y="8689"/>
                  </a:lnTo>
                  <a:lnTo>
                    <a:pt x="3515" y="8650"/>
                  </a:lnTo>
                  <a:lnTo>
                    <a:pt x="3476" y="8573"/>
                  </a:lnTo>
                  <a:lnTo>
                    <a:pt x="3438" y="8496"/>
                  </a:lnTo>
                  <a:lnTo>
                    <a:pt x="3399" y="8457"/>
                  </a:lnTo>
                  <a:lnTo>
                    <a:pt x="3322" y="8457"/>
                  </a:lnTo>
                  <a:lnTo>
                    <a:pt x="3244" y="8496"/>
                  </a:lnTo>
                  <a:lnTo>
                    <a:pt x="3322" y="8380"/>
                  </a:lnTo>
                  <a:lnTo>
                    <a:pt x="3322" y="8225"/>
                  </a:lnTo>
                  <a:lnTo>
                    <a:pt x="3322" y="8071"/>
                  </a:lnTo>
                  <a:lnTo>
                    <a:pt x="3283" y="7955"/>
                  </a:lnTo>
                  <a:lnTo>
                    <a:pt x="3244" y="7337"/>
                  </a:lnTo>
                  <a:lnTo>
                    <a:pt x="3167" y="6410"/>
                  </a:lnTo>
                  <a:lnTo>
                    <a:pt x="3051" y="4325"/>
                  </a:lnTo>
                  <a:lnTo>
                    <a:pt x="2974" y="2201"/>
                  </a:lnTo>
                  <a:lnTo>
                    <a:pt x="2897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7"/>
            <p:cNvSpPr/>
            <p:nvPr/>
          </p:nvSpPr>
          <p:spPr>
            <a:xfrm>
              <a:off x="2715250" y="1912850"/>
              <a:ext cx="147725" cy="161250"/>
            </a:xfrm>
            <a:custGeom>
              <a:avLst/>
              <a:gdLst/>
              <a:ahLst/>
              <a:cxnLst/>
              <a:rect l="l" t="t" r="r" b="b"/>
              <a:pathLst>
                <a:path w="5909" h="6450" extrusionOk="0">
                  <a:moveTo>
                    <a:pt x="2781" y="503"/>
                  </a:moveTo>
                  <a:lnTo>
                    <a:pt x="3283" y="580"/>
                  </a:lnTo>
                  <a:lnTo>
                    <a:pt x="3746" y="735"/>
                  </a:lnTo>
                  <a:lnTo>
                    <a:pt x="4210" y="966"/>
                  </a:lnTo>
                  <a:lnTo>
                    <a:pt x="4403" y="1082"/>
                  </a:lnTo>
                  <a:lnTo>
                    <a:pt x="4596" y="1275"/>
                  </a:lnTo>
                  <a:lnTo>
                    <a:pt x="4750" y="1468"/>
                  </a:lnTo>
                  <a:lnTo>
                    <a:pt x="4943" y="1661"/>
                  </a:lnTo>
                  <a:lnTo>
                    <a:pt x="5059" y="1893"/>
                  </a:lnTo>
                  <a:lnTo>
                    <a:pt x="5175" y="2125"/>
                  </a:lnTo>
                  <a:lnTo>
                    <a:pt x="5330" y="2588"/>
                  </a:lnTo>
                  <a:lnTo>
                    <a:pt x="5407" y="3052"/>
                  </a:lnTo>
                  <a:lnTo>
                    <a:pt x="5407" y="3515"/>
                  </a:lnTo>
                  <a:lnTo>
                    <a:pt x="5368" y="4017"/>
                  </a:lnTo>
                  <a:lnTo>
                    <a:pt x="5214" y="4442"/>
                  </a:lnTo>
                  <a:lnTo>
                    <a:pt x="4982" y="4866"/>
                  </a:lnTo>
                  <a:lnTo>
                    <a:pt x="4828" y="5059"/>
                  </a:lnTo>
                  <a:lnTo>
                    <a:pt x="4673" y="5253"/>
                  </a:lnTo>
                  <a:lnTo>
                    <a:pt x="4480" y="5407"/>
                  </a:lnTo>
                  <a:lnTo>
                    <a:pt x="4287" y="5561"/>
                  </a:lnTo>
                  <a:lnTo>
                    <a:pt x="4017" y="5716"/>
                  </a:lnTo>
                  <a:lnTo>
                    <a:pt x="3746" y="5832"/>
                  </a:lnTo>
                  <a:lnTo>
                    <a:pt x="3515" y="5909"/>
                  </a:lnTo>
                  <a:lnTo>
                    <a:pt x="3244" y="5948"/>
                  </a:lnTo>
                  <a:lnTo>
                    <a:pt x="2742" y="5948"/>
                  </a:lnTo>
                  <a:lnTo>
                    <a:pt x="2511" y="5870"/>
                  </a:lnTo>
                  <a:lnTo>
                    <a:pt x="2279" y="5793"/>
                  </a:lnTo>
                  <a:lnTo>
                    <a:pt x="2047" y="5677"/>
                  </a:lnTo>
                  <a:lnTo>
                    <a:pt x="1816" y="5561"/>
                  </a:lnTo>
                  <a:lnTo>
                    <a:pt x="1623" y="5407"/>
                  </a:lnTo>
                  <a:lnTo>
                    <a:pt x="1429" y="5214"/>
                  </a:lnTo>
                  <a:lnTo>
                    <a:pt x="1082" y="4828"/>
                  </a:lnTo>
                  <a:lnTo>
                    <a:pt x="812" y="4364"/>
                  </a:lnTo>
                  <a:lnTo>
                    <a:pt x="619" y="3862"/>
                  </a:lnTo>
                  <a:lnTo>
                    <a:pt x="464" y="3322"/>
                  </a:lnTo>
                  <a:lnTo>
                    <a:pt x="426" y="2820"/>
                  </a:lnTo>
                  <a:lnTo>
                    <a:pt x="426" y="2550"/>
                  </a:lnTo>
                  <a:lnTo>
                    <a:pt x="464" y="2279"/>
                  </a:lnTo>
                  <a:lnTo>
                    <a:pt x="503" y="2048"/>
                  </a:lnTo>
                  <a:lnTo>
                    <a:pt x="619" y="1777"/>
                  </a:lnTo>
                  <a:lnTo>
                    <a:pt x="696" y="1584"/>
                  </a:lnTo>
                  <a:lnTo>
                    <a:pt x="850" y="1352"/>
                  </a:lnTo>
                  <a:lnTo>
                    <a:pt x="1005" y="1159"/>
                  </a:lnTo>
                  <a:lnTo>
                    <a:pt x="1198" y="966"/>
                  </a:lnTo>
                  <a:lnTo>
                    <a:pt x="1429" y="812"/>
                  </a:lnTo>
                  <a:lnTo>
                    <a:pt x="1700" y="657"/>
                  </a:lnTo>
                  <a:lnTo>
                    <a:pt x="1738" y="619"/>
                  </a:lnTo>
                  <a:lnTo>
                    <a:pt x="1738" y="580"/>
                  </a:lnTo>
                  <a:lnTo>
                    <a:pt x="2240" y="503"/>
                  </a:lnTo>
                  <a:close/>
                  <a:moveTo>
                    <a:pt x="2588" y="1"/>
                  </a:moveTo>
                  <a:lnTo>
                    <a:pt x="2279" y="40"/>
                  </a:lnTo>
                  <a:lnTo>
                    <a:pt x="1970" y="78"/>
                  </a:lnTo>
                  <a:lnTo>
                    <a:pt x="1661" y="155"/>
                  </a:lnTo>
                  <a:lnTo>
                    <a:pt x="1391" y="233"/>
                  </a:lnTo>
                  <a:lnTo>
                    <a:pt x="1314" y="310"/>
                  </a:lnTo>
                  <a:lnTo>
                    <a:pt x="1236" y="387"/>
                  </a:lnTo>
                  <a:lnTo>
                    <a:pt x="1236" y="464"/>
                  </a:lnTo>
                  <a:lnTo>
                    <a:pt x="1275" y="542"/>
                  </a:lnTo>
                  <a:lnTo>
                    <a:pt x="1005" y="657"/>
                  </a:lnTo>
                  <a:lnTo>
                    <a:pt x="773" y="850"/>
                  </a:lnTo>
                  <a:lnTo>
                    <a:pt x="580" y="1044"/>
                  </a:lnTo>
                  <a:lnTo>
                    <a:pt x="426" y="1237"/>
                  </a:lnTo>
                  <a:lnTo>
                    <a:pt x="271" y="1468"/>
                  </a:lnTo>
                  <a:lnTo>
                    <a:pt x="155" y="1700"/>
                  </a:lnTo>
                  <a:lnTo>
                    <a:pt x="78" y="1970"/>
                  </a:lnTo>
                  <a:lnTo>
                    <a:pt x="39" y="2241"/>
                  </a:lnTo>
                  <a:lnTo>
                    <a:pt x="1" y="2511"/>
                  </a:lnTo>
                  <a:lnTo>
                    <a:pt x="1" y="2781"/>
                  </a:lnTo>
                  <a:lnTo>
                    <a:pt x="39" y="3360"/>
                  </a:lnTo>
                  <a:lnTo>
                    <a:pt x="155" y="3901"/>
                  </a:lnTo>
                  <a:lnTo>
                    <a:pt x="387" y="4442"/>
                  </a:lnTo>
                  <a:lnTo>
                    <a:pt x="696" y="5021"/>
                  </a:lnTo>
                  <a:lnTo>
                    <a:pt x="889" y="5253"/>
                  </a:lnTo>
                  <a:lnTo>
                    <a:pt x="1082" y="5484"/>
                  </a:lnTo>
                  <a:lnTo>
                    <a:pt x="1275" y="5716"/>
                  </a:lnTo>
                  <a:lnTo>
                    <a:pt x="1507" y="5909"/>
                  </a:lnTo>
                  <a:lnTo>
                    <a:pt x="1738" y="6063"/>
                  </a:lnTo>
                  <a:lnTo>
                    <a:pt x="2009" y="6179"/>
                  </a:lnTo>
                  <a:lnTo>
                    <a:pt x="2240" y="6295"/>
                  </a:lnTo>
                  <a:lnTo>
                    <a:pt x="2511" y="6372"/>
                  </a:lnTo>
                  <a:lnTo>
                    <a:pt x="2820" y="6411"/>
                  </a:lnTo>
                  <a:lnTo>
                    <a:pt x="3090" y="6450"/>
                  </a:lnTo>
                  <a:lnTo>
                    <a:pt x="3399" y="6411"/>
                  </a:lnTo>
                  <a:lnTo>
                    <a:pt x="3669" y="6334"/>
                  </a:lnTo>
                  <a:lnTo>
                    <a:pt x="3978" y="6218"/>
                  </a:lnTo>
                  <a:lnTo>
                    <a:pt x="4326" y="6102"/>
                  </a:lnTo>
                  <a:lnTo>
                    <a:pt x="4557" y="5909"/>
                  </a:lnTo>
                  <a:lnTo>
                    <a:pt x="4828" y="5716"/>
                  </a:lnTo>
                  <a:lnTo>
                    <a:pt x="5021" y="5523"/>
                  </a:lnTo>
                  <a:lnTo>
                    <a:pt x="5214" y="5291"/>
                  </a:lnTo>
                  <a:lnTo>
                    <a:pt x="5407" y="5059"/>
                  </a:lnTo>
                  <a:lnTo>
                    <a:pt x="5561" y="4789"/>
                  </a:lnTo>
                  <a:lnTo>
                    <a:pt x="5677" y="4519"/>
                  </a:lnTo>
                  <a:lnTo>
                    <a:pt x="5754" y="4249"/>
                  </a:lnTo>
                  <a:lnTo>
                    <a:pt x="5832" y="3940"/>
                  </a:lnTo>
                  <a:lnTo>
                    <a:pt x="5870" y="3669"/>
                  </a:lnTo>
                  <a:lnTo>
                    <a:pt x="5909" y="3360"/>
                  </a:lnTo>
                  <a:lnTo>
                    <a:pt x="5870" y="3052"/>
                  </a:lnTo>
                  <a:lnTo>
                    <a:pt x="5832" y="2743"/>
                  </a:lnTo>
                  <a:lnTo>
                    <a:pt x="5793" y="2472"/>
                  </a:lnTo>
                  <a:lnTo>
                    <a:pt x="5716" y="2163"/>
                  </a:lnTo>
                  <a:lnTo>
                    <a:pt x="5600" y="1893"/>
                  </a:lnTo>
                  <a:lnTo>
                    <a:pt x="5445" y="1584"/>
                  </a:lnTo>
                  <a:lnTo>
                    <a:pt x="5252" y="1352"/>
                  </a:lnTo>
                  <a:lnTo>
                    <a:pt x="5059" y="1082"/>
                  </a:lnTo>
                  <a:lnTo>
                    <a:pt x="4828" y="889"/>
                  </a:lnTo>
                  <a:lnTo>
                    <a:pt x="4596" y="696"/>
                  </a:lnTo>
                  <a:lnTo>
                    <a:pt x="4364" y="503"/>
                  </a:lnTo>
                  <a:lnTo>
                    <a:pt x="4094" y="348"/>
                  </a:lnTo>
                  <a:lnTo>
                    <a:pt x="3785" y="233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40"/>
                  </a:lnTo>
                  <a:lnTo>
                    <a:pt x="25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7"/>
            <p:cNvSpPr/>
            <p:nvPr/>
          </p:nvSpPr>
          <p:spPr>
            <a:xfrm>
              <a:off x="1882150" y="19148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6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3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3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3" y="464"/>
                  </a:lnTo>
                  <a:lnTo>
                    <a:pt x="541" y="386"/>
                  </a:lnTo>
                  <a:lnTo>
                    <a:pt x="772" y="386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5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4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4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7"/>
            <p:cNvSpPr/>
            <p:nvPr/>
          </p:nvSpPr>
          <p:spPr>
            <a:xfrm>
              <a:off x="6734100" y="1914800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0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8"/>
                  </a:lnTo>
                  <a:lnTo>
                    <a:pt x="116" y="5059"/>
                  </a:lnTo>
                  <a:lnTo>
                    <a:pt x="0" y="6719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6" y="77"/>
                  </a:lnTo>
                  <a:lnTo>
                    <a:pt x="1236" y="39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7"/>
            <p:cNvSpPr/>
            <p:nvPr/>
          </p:nvSpPr>
          <p:spPr>
            <a:xfrm>
              <a:off x="668675" y="1916725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0"/>
                  </a:moveTo>
                  <a:lnTo>
                    <a:pt x="11469" y="78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7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438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1" y="6681"/>
                  </a:lnTo>
                  <a:lnTo>
                    <a:pt x="13515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8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3"/>
                  </a:lnTo>
                  <a:lnTo>
                    <a:pt x="1081" y="10697"/>
                  </a:lnTo>
                  <a:lnTo>
                    <a:pt x="811" y="10542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6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0" y="9886"/>
                  </a:lnTo>
                  <a:lnTo>
                    <a:pt x="39" y="10117"/>
                  </a:lnTo>
                  <a:lnTo>
                    <a:pt x="77" y="10311"/>
                  </a:lnTo>
                  <a:lnTo>
                    <a:pt x="193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1" y="11353"/>
                  </a:lnTo>
                  <a:lnTo>
                    <a:pt x="2626" y="11430"/>
                  </a:lnTo>
                  <a:lnTo>
                    <a:pt x="3321" y="11508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8"/>
                  </a:lnTo>
                  <a:lnTo>
                    <a:pt x="6063" y="11430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4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7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7" y="6565"/>
                  </a:lnTo>
                  <a:lnTo>
                    <a:pt x="14017" y="6333"/>
                  </a:lnTo>
                  <a:lnTo>
                    <a:pt x="14017" y="6140"/>
                  </a:lnTo>
                  <a:lnTo>
                    <a:pt x="13940" y="5908"/>
                  </a:lnTo>
                  <a:lnTo>
                    <a:pt x="13863" y="5715"/>
                  </a:lnTo>
                  <a:lnTo>
                    <a:pt x="13747" y="5522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6"/>
                  </a:lnTo>
                  <a:lnTo>
                    <a:pt x="13091" y="5136"/>
                  </a:lnTo>
                  <a:lnTo>
                    <a:pt x="12820" y="3823"/>
                  </a:lnTo>
                  <a:lnTo>
                    <a:pt x="12511" y="2549"/>
                  </a:lnTo>
                  <a:lnTo>
                    <a:pt x="12164" y="1275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7"/>
            <p:cNvSpPr/>
            <p:nvPr/>
          </p:nvSpPr>
          <p:spPr>
            <a:xfrm>
              <a:off x="6761125" y="19167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5" y="5098"/>
                  </a:lnTo>
                  <a:lnTo>
                    <a:pt x="4326" y="5445"/>
                  </a:lnTo>
                  <a:lnTo>
                    <a:pt x="4634" y="5793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3" y="4866"/>
                  </a:lnTo>
                  <a:lnTo>
                    <a:pt x="3862" y="4171"/>
                  </a:lnTo>
                  <a:lnTo>
                    <a:pt x="2704" y="2781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7"/>
            <p:cNvSpPr/>
            <p:nvPr/>
          </p:nvSpPr>
          <p:spPr>
            <a:xfrm>
              <a:off x="5030225" y="191865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7"/>
            <p:cNvSpPr/>
            <p:nvPr/>
          </p:nvSpPr>
          <p:spPr>
            <a:xfrm>
              <a:off x="6615350" y="1924450"/>
              <a:ext cx="61825" cy="160275"/>
            </a:xfrm>
            <a:custGeom>
              <a:avLst/>
              <a:gdLst/>
              <a:ahLst/>
              <a:cxnLst/>
              <a:rect l="l" t="t" r="r" b="b"/>
              <a:pathLst>
                <a:path w="2473" h="6411" extrusionOk="0">
                  <a:moveTo>
                    <a:pt x="310" y="0"/>
                  </a:moveTo>
                  <a:lnTo>
                    <a:pt x="1" y="78"/>
                  </a:lnTo>
                  <a:lnTo>
                    <a:pt x="194" y="927"/>
                  </a:lnTo>
                  <a:lnTo>
                    <a:pt x="426" y="1777"/>
                  </a:lnTo>
                  <a:lnTo>
                    <a:pt x="657" y="2626"/>
                  </a:lnTo>
                  <a:lnTo>
                    <a:pt x="928" y="3476"/>
                  </a:lnTo>
                  <a:lnTo>
                    <a:pt x="1507" y="5097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2" y="6140"/>
                  </a:lnTo>
                  <a:lnTo>
                    <a:pt x="2086" y="6333"/>
                  </a:lnTo>
                  <a:lnTo>
                    <a:pt x="2125" y="6410"/>
                  </a:lnTo>
                  <a:lnTo>
                    <a:pt x="2318" y="6410"/>
                  </a:lnTo>
                  <a:lnTo>
                    <a:pt x="2356" y="6333"/>
                  </a:lnTo>
                  <a:lnTo>
                    <a:pt x="2434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5" y="5599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7"/>
            <p:cNvSpPr/>
            <p:nvPr/>
          </p:nvSpPr>
          <p:spPr>
            <a:xfrm>
              <a:off x="3366875" y="19263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1" y="2317"/>
                  </a:lnTo>
                  <a:lnTo>
                    <a:pt x="6449" y="3901"/>
                  </a:lnTo>
                  <a:lnTo>
                    <a:pt x="6527" y="6990"/>
                  </a:lnTo>
                  <a:lnTo>
                    <a:pt x="3515" y="6758"/>
                  </a:lnTo>
                  <a:lnTo>
                    <a:pt x="2009" y="6642"/>
                  </a:lnTo>
                  <a:lnTo>
                    <a:pt x="503" y="6604"/>
                  </a:lnTo>
                  <a:lnTo>
                    <a:pt x="1352" y="5986"/>
                  </a:lnTo>
                  <a:lnTo>
                    <a:pt x="2202" y="5291"/>
                  </a:lnTo>
                  <a:lnTo>
                    <a:pt x="2974" y="4557"/>
                  </a:lnTo>
                  <a:lnTo>
                    <a:pt x="3708" y="3823"/>
                  </a:lnTo>
                  <a:lnTo>
                    <a:pt x="4441" y="3090"/>
                  </a:lnTo>
                  <a:lnTo>
                    <a:pt x="5137" y="2356"/>
                  </a:lnTo>
                  <a:lnTo>
                    <a:pt x="5793" y="1584"/>
                  </a:lnTo>
                  <a:lnTo>
                    <a:pt x="6449" y="773"/>
                  </a:lnTo>
                  <a:close/>
                  <a:moveTo>
                    <a:pt x="6720" y="1"/>
                  </a:moveTo>
                  <a:lnTo>
                    <a:pt x="6643" y="39"/>
                  </a:lnTo>
                  <a:lnTo>
                    <a:pt x="6565" y="39"/>
                  </a:lnTo>
                  <a:lnTo>
                    <a:pt x="6488" y="116"/>
                  </a:lnTo>
                  <a:lnTo>
                    <a:pt x="4982" y="1854"/>
                  </a:lnTo>
                  <a:lnTo>
                    <a:pt x="4210" y="2704"/>
                  </a:lnTo>
                  <a:lnTo>
                    <a:pt x="3438" y="3515"/>
                  </a:lnTo>
                  <a:lnTo>
                    <a:pt x="2588" y="4287"/>
                  </a:lnTo>
                  <a:lnTo>
                    <a:pt x="1738" y="5059"/>
                  </a:lnTo>
                  <a:lnTo>
                    <a:pt x="889" y="5793"/>
                  </a:lnTo>
                  <a:lnTo>
                    <a:pt x="39" y="6604"/>
                  </a:lnTo>
                  <a:lnTo>
                    <a:pt x="1" y="6642"/>
                  </a:lnTo>
                  <a:lnTo>
                    <a:pt x="1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1" y="6913"/>
                  </a:lnTo>
                  <a:lnTo>
                    <a:pt x="39" y="6990"/>
                  </a:lnTo>
                  <a:lnTo>
                    <a:pt x="117" y="7144"/>
                  </a:lnTo>
                  <a:lnTo>
                    <a:pt x="387" y="6990"/>
                  </a:lnTo>
                  <a:lnTo>
                    <a:pt x="1893" y="7144"/>
                  </a:lnTo>
                  <a:lnTo>
                    <a:pt x="3438" y="7299"/>
                  </a:lnTo>
                  <a:lnTo>
                    <a:pt x="6527" y="7453"/>
                  </a:lnTo>
                  <a:lnTo>
                    <a:pt x="6565" y="9307"/>
                  </a:lnTo>
                  <a:lnTo>
                    <a:pt x="6527" y="12628"/>
                  </a:lnTo>
                  <a:lnTo>
                    <a:pt x="6951" y="12628"/>
                  </a:lnTo>
                  <a:lnTo>
                    <a:pt x="6990" y="9461"/>
                  </a:lnTo>
                  <a:lnTo>
                    <a:pt x="6990" y="7492"/>
                  </a:lnTo>
                  <a:lnTo>
                    <a:pt x="8651" y="7569"/>
                  </a:lnTo>
                  <a:lnTo>
                    <a:pt x="10311" y="7646"/>
                  </a:lnTo>
                  <a:lnTo>
                    <a:pt x="10311" y="7183"/>
                  </a:lnTo>
                  <a:lnTo>
                    <a:pt x="8651" y="7106"/>
                  </a:lnTo>
                  <a:lnTo>
                    <a:pt x="6990" y="7028"/>
                  </a:lnTo>
                  <a:lnTo>
                    <a:pt x="7029" y="5368"/>
                  </a:lnTo>
                  <a:lnTo>
                    <a:pt x="6990" y="3708"/>
                  </a:lnTo>
                  <a:lnTo>
                    <a:pt x="6951" y="2047"/>
                  </a:lnTo>
                  <a:lnTo>
                    <a:pt x="6797" y="387"/>
                  </a:lnTo>
                  <a:lnTo>
                    <a:pt x="6990" y="194"/>
                  </a:lnTo>
                  <a:lnTo>
                    <a:pt x="6836" y="39"/>
                  </a:lnTo>
                  <a:lnTo>
                    <a:pt x="67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7"/>
            <p:cNvSpPr/>
            <p:nvPr/>
          </p:nvSpPr>
          <p:spPr>
            <a:xfrm>
              <a:off x="6625000" y="1926375"/>
              <a:ext cx="355300" cy="170900"/>
            </a:xfrm>
            <a:custGeom>
              <a:avLst/>
              <a:gdLst/>
              <a:ahLst/>
              <a:cxnLst/>
              <a:rect l="l" t="t" r="r" b="b"/>
              <a:pathLst>
                <a:path w="14212" h="6836" extrusionOk="0">
                  <a:moveTo>
                    <a:pt x="117" y="1"/>
                  </a:moveTo>
                  <a:lnTo>
                    <a:pt x="1" y="39"/>
                  </a:lnTo>
                  <a:lnTo>
                    <a:pt x="1970" y="3206"/>
                  </a:lnTo>
                  <a:lnTo>
                    <a:pt x="4056" y="6333"/>
                  </a:lnTo>
                  <a:lnTo>
                    <a:pt x="3554" y="6295"/>
                  </a:lnTo>
                  <a:lnTo>
                    <a:pt x="3052" y="6179"/>
                  </a:lnTo>
                  <a:lnTo>
                    <a:pt x="2588" y="6024"/>
                  </a:lnTo>
                  <a:lnTo>
                    <a:pt x="2125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8" y="6720"/>
                  </a:lnTo>
                  <a:lnTo>
                    <a:pt x="4133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9" y="6488"/>
                  </a:lnTo>
                  <a:lnTo>
                    <a:pt x="8960" y="6295"/>
                  </a:lnTo>
                  <a:lnTo>
                    <a:pt x="9771" y="6024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8" y="4673"/>
                  </a:lnTo>
                  <a:lnTo>
                    <a:pt x="12667" y="4403"/>
                  </a:lnTo>
                  <a:lnTo>
                    <a:pt x="12976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80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3" y="2163"/>
                  </a:lnTo>
                  <a:lnTo>
                    <a:pt x="14173" y="2124"/>
                  </a:lnTo>
                  <a:lnTo>
                    <a:pt x="13864" y="2124"/>
                  </a:lnTo>
                  <a:lnTo>
                    <a:pt x="13825" y="2163"/>
                  </a:lnTo>
                  <a:lnTo>
                    <a:pt x="13555" y="2704"/>
                  </a:lnTo>
                  <a:lnTo>
                    <a:pt x="13207" y="3167"/>
                  </a:lnTo>
                  <a:lnTo>
                    <a:pt x="12860" y="3630"/>
                  </a:lnTo>
                  <a:lnTo>
                    <a:pt x="12474" y="4016"/>
                  </a:lnTo>
                  <a:lnTo>
                    <a:pt x="12010" y="4364"/>
                  </a:lnTo>
                  <a:lnTo>
                    <a:pt x="11547" y="4712"/>
                  </a:lnTo>
                  <a:lnTo>
                    <a:pt x="11083" y="4982"/>
                  </a:lnTo>
                  <a:lnTo>
                    <a:pt x="10543" y="5252"/>
                  </a:lnTo>
                  <a:lnTo>
                    <a:pt x="10350" y="5252"/>
                  </a:lnTo>
                  <a:lnTo>
                    <a:pt x="10350" y="5368"/>
                  </a:lnTo>
                  <a:lnTo>
                    <a:pt x="10273" y="5368"/>
                  </a:lnTo>
                  <a:lnTo>
                    <a:pt x="10079" y="5407"/>
                  </a:lnTo>
                  <a:lnTo>
                    <a:pt x="10157" y="5445"/>
                  </a:lnTo>
                  <a:lnTo>
                    <a:pt x="9500" y="5677"/>
                  </a:lnTo>
                  <a:lnTo>
                    <a:pt x="8844" y="5870"/>
                  </a:lnTo>
                  <a:lnTo>
                    <a:pt x="7840" y="6102"/>
                  </a:lnTo>
                  <a:lnTo>
                    <a:pt x="6759" y="6295"/>
                  </a:lnTo>
                  <a:lnTo>
                    <a:pt x="6218" y="6333"/>
                  </a:lnTo>
                  <a:lnTo>
                    <a:pt x="5677" y="6411"/>
                  </a:lnTo>
                  <a:lnTo>
                    <a:pt x="4558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7"/>
            <p:cNvSpPr/>
            <p:nvPr/>
          </p:nvSpPr>
          <p:spPr>
            <a:xfrm>
              <a:off x="3536800" y="19312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3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6" y="7492"/>
                  </a:lnTo>
                  <a:lnTo>
                    <a:pt x="6371" y="7453"/>
                  </a:lnTo>
                  <a:lnTo>
                    <a:pt x="6371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59" y="12087"/>
                  </a:lnTo>
                  <a:lnTo>
                    <a:pt x="1583" y="14983"/>
                  </a:lnTo>
                  <a:lnTo>
                    <a:pt x="772" y="16451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8" y="16759"/>
                  </a:lnTo>
                  <a:lnTo>
                    <a:pt x="1969" y="15369"/>
                  </a:lnTo>
                  <a:lnTo>
                    <a:pt x="2780" y="13979"/>
                  </a:lnTo>
                  <a:lnTo>
                    <a:pt x="3591" y="12589"/>
                  </a:lnTo>
                  <a:lnTo>
                    <a:pt x="4441" y="11199"/>
                  </a:lnTo>
                  <a:lnTo>
                    <a:pt x="5290" y="9809"/>
                  </a:lnTo>
                  <a:lnTo>
                    <a:pt x="5715" y="9191"/>
                  </a:lnTo>
                  <a:lnTo>
                    <a:pt x="6178" y="8612"/>
                  </a:lnTo>
                  <a:lnTo>
                    <a:pt x="6603" y="8033"/>
                  </a:lnTo>
                  <a:lnTo>
                    <a:pt x="6989" y="7453"/>
                  </a:lnTo>
                  <a:lnTo>
                    <a:pt x="6989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89" y="7067"/>
                  </a:lnTo>
                  <a:lnTo>
                    <a:pt x="6873" y="7029"/>
                  </a:lnTo>
                  <a:lnTo>
                    <a:pt x="6835" y="7029"/>
                  </a:lnTo>
                  <a:lnTo>
                    <a:pt x="6101" y="6102"/>
                  </a:lnTo>
                  <a:lnTo>
                    <a:pt x="5290" y="5175"/>
                  </a:lnTo>
                  <a:lnTo>
                    <a:pt x="3668" y="3437"/>
                  </a:lnTo>
                  <a:lnTo>
                    <a:pt x="1969" y="1700"/>
                  </a:lnTo>
                  <a:lnTo>
                    <a:pt x="1081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7"/>
            <p:cNvSpPr/>
            <p:nvPr/>
          </p:nvSpPr>
          <p:spPr>
            <a:xfrm>
              <a:off x="902300" y="1957275"/>
              <a:ext cx="17400" cy="181500"/>
            </a:xfrm>
            <a:custGeom>
              <a:avLst/>
              <a:gdLst/>
              <a:ahLst/>
              <a:cxnLst/>
              <a:rect l="l" t="t" r="r" b="b"/>
              <a:pathLst>
                <a:path w="696" h="7260" extrusionOk="0">
                  <a:moveTo>
                    <a:pt x="425" y="0"/>
                  </a:moveTo>
                  <a:lnTo>
                    <a:pt x="348" y="888"/>
                  </a:lnTo>
                  <a:lnTo>
                    <a:pt x="232" y="1815"/>
                  </a:lnTo>
                  <a:lnTo>
                    <a:pt x="154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7"/>
            <p:cNvSpPr/>
            <p:nvPr/>
          </p:nvSpPr>
          <p:spPr>
            <a:xfrm>
              <a:off x="4880575" y="1957275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1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2" y="1738"/>
                  </a:lnTo>
                  <a:lnTo>
                    <a:pt x="310" y="3398"/>
                  </a:lnTo>
                  <a:lnTo>
                    <a:pt x="117" y="5059"/>
                  </a:lnTo>
                  <a:lnTo>
                    <a:pt x="1" y="6719"/>
                  </a:lnTo>
                  <a:lnTo>
                    <a:pt x="233" y="6758"/>
                  </a:lnTo>
                  <a:lnTo>
                    <a:pt x="503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7" y="77"/>
                  </a:lnTo>
                  <a:lnTo>
                    <a:pt x="1237" y="39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7"/>
            <p:cNvSpPr/>
            <p:nvPr/>
          </p:nvSpPr>
          <p:spPr>
            <a:xfrm>
              <a:off x="4907625" y="1959200"/>
              <a:ext cx="121650" cy="144825"/>
            </a:xfrm>
            <a:custGeom>
              <a:avLst/>
              <a:gdLst/>
              <a:ahLst/>
              <a:cxnLst/>
              <a:rect l="l" t="t" r="r" b="b"/>
              <a:pathLst>
                <a:path w="4866" h="5793" extrusionOk="0">
                  <a:moveTo>
                    <a:pt x="155" y="0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5"/>
                  </a:lnTo>
                  <a:lnTo>
                    <a:pt x="2896" y="3630"/>
                  </a:lnTo>
                  <a:lnTo>
                    <a:pt x="3475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7" y="1352"/>
                  </a:lnTo>
                  <a:lnTo>
                    <a:pt x="811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7"/>
            <p:cNvSpPr/>
            <p:nvPr/>
          </p:nvSpPr>
          <p:spPr>
            <a:xfrm>
              <a:off x="4761850" y="196692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0"/>
                  </a:moveTo>
                  <a:lnTo>
                    <a:pt x="0" y="78"/>
                  </a:lnTo>
                  <a:lnTo>
                    <a:pt x="193" y="927"/>
                  </a:lnTo>
                  <a:lnTo>
                    <a:pt x="425" y="1777"/>
                  </a:lnTo>
                  <a:lnTo>
                    <a:pt x="657" y="2626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1" y="6140"/>
                  </a:lnTo>
                  <a:lnTo>
                    <a:pt x="2085" y="6333"/>
                  </a:lnTo>
                  <a:lnTo>
                    <a:pt x="2124" y="6410"/>
                  </a:lnTo>
                  <a:lnTo>
                    <a:pt x="2317" y="6410"/>
                  </a:lnTo>
                  <a:lnTo>
                    <a:pt x="2356" y="6333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7" y="2935"/>
                  </a:lnTo>
                  <a:lnTo>
                    <a:pt x="734" y="1468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7"/>
            <p:cNvSpPr/>
            <p:nvPr/>
          </p:nvSpPr>
          <p:spPr>
            <a:xfrm>
              <a:off x="4771500" y="196885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0" y="39"/>
                  </a:lnTo>
                  <a:lnTo>
                    <a:pt x="1970" y="3206"/>
                  </a:lnTo>
                  <a:lnTo>
                    <a:pt x="4055" y="6333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2"/>
                  </a:lnTo>
                  <a:lnTo>
                    <a:pt x="3707" y="6720"/>
                  </a:lnTo>
                  <a:lnTo>
                    <a:pt x="4132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7" y="6333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7"/>
            <p:cNvSpPr/>
            <p:nvPr/>
          </p:nvSpPr>
          <p:spPr>
            <a:xfrm>
              <a:off x="5286050" y="19765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1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4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3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8"/>
                  </a:lnTo>
                  <a:lnTo>
                    <a:pt x="6951" y="12628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8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7"/>
            <p:cNvSpPr/>
            <p:nvPr/>
          </p:nvSpPr>
          <p:spPr>
            <a:xfrm>
              <a:off x="5455950" y="19814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7"/>
            <p:cNvSpPr/>
            <p:nvPr/>
          </p:nvSpPr>
          <p:spPr>
            <a:xfrm>
              <a:off x="752650" y="1995875"/>
              <a:ext cx="30925" cy="168975"/>
            </a:xfrm>
            <a:custGeom>
              <a:avLst/>
              <a:gdLst/>
              <a:ahLst/>
              <a:cxnLst/>
              <a:rect l="l" t="t" r="r" b="b"/>
              <a:pathLst>
                <a:path w="1237" h="6759" extrusionOk="0">
                  <a:moveTo>
                    <a:pt x="1121" y="1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7"/>
                  </a:lnTo>
                  <a:lnTo>
                    <a:pt x="541" y="1738"/>
                  </a:lnTo>
                  <a:lnTo>
                    <a:pt x="310" y="3399"/>
                  </a:lnTo>
                  <a:lnTo>
                    <a:pt x="117" y="5059"/>
                  </a:lnTo>
                  <a:lnTo>
                    <a:pt x="1" y="6720"/>
                  </a:lnTo>
                  <a:lnTo>
                    <a:pt x="232" y="6758"/>
                  </a:lnTo>
                  <a:lnTo>
                    <a:pt x="503" y="5137"/>
                  </a:lnTo>
                  <a:lnTo>
                    <a:pt x="773" y="3515"/>
                  </a:lnTo>
                  <a:lnTo>
                    <a:pt x="966" y="1854"/>
                  </a:lnTo>
                  <a:lnTo>
                    <a:pt x="1082" y="233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7"/>
            <p:cNvSpPr/>
            <p:nvPr/>
          </p:nvSpPr>
          <p:spPr>
            <a:xfrm>
              <a:off x="779675" y="19978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6" y="5097"/>
                  </a:lnTo>
                  <a:lnTo>
                    <a:pt x="4326" y="5445"/>
                  </a:lnTo>
                  <a:lnTo>
                    <a:pt x="4635" y="5792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5" y="5252"/>
                  </a:lnTo>
                  <a:lnTo>
                    <a:pt x="4403" y="4866"/>
                  </a:lnTo>
                  <a:lnTo>
                    <a:pt x="3862" y="4170"/>
                  </a:lnTo>
                  <a:lnTo>
                    <a:pt x="2704" y="2780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7"/>
            <p:cNvSpPr/>
            <p:nvPr/>
          </p:nvSpPr>
          <p:spPr>
            <a:xfrm>
              <a:off x="2839800" y="2000700"/>
              <a:ext cx="270325" cy="209525"/>
            </a:xfrm>
            <a:custGeom>
              <a:avLst/>
              <a:gdLst/>
              <a:ahLst/>
              <a:cxnLst/>
              <a:rect l="l" t="t" r="r" b="b"/>
              <a:pathLst>
                <a:path w="10813" h="8381" extrusionOk="0">
                  <a:moveTo>
                    <a:pt x="10233" y="1"/>
                  </a:moveTo>
                  <a:lnTo>
                    <a:pt x="10156" y="78"/>
                  </a:lnTo>
                  <a:lnTo>
                    <a:pt x="10117" y="155"/>
                  </a:lnTo>
                  <a:lnTo>
                    <a:pt x="10079" y="233"/>
                  </a:lnTo>
                  <a:lnTo>
                    <a:pt x="10079" y="348"/>
                  </a:lnTo>
                  <a:lnTo>
                    <a:pt x="10156" y="426"/>
                  </a:lnTo>
                  <a:lnTo>
                    <a:pt x="10272" y="580"/>
                  </a:lnTo>
                  <a:lnTo>
                    <a:pt x="10310" y="735"/>
                  </a:lnTo>
                  <a:lnTo>
                    <a:pt x="10349" y="928"/>
                  </a:lnTo>
                  <a:lnTo>
                    <a:pt x="10310" y="1121"/>
                  </a:lnTo>
                  <a:lnTo>
                    <a:pt x="10233" y="1275"/>
                  </a:lnTo>
                  <a:lnTo>
                    <a:pt x="10156" y="1468"/>
                  </a:lnTo>
                  <a:lnTo>
                    <a:pt x="9847" y="1854"/>
                  </a:lnTo>
                  <a:lnTo>
                    <a:pt x="9538" y="2202"/>
                  </a:lnTo>
                  <a:lnTo>
                    <a:pt x="9152" y="2511"/>
                  </a:lnTo>
                  <a:lnTo>
                    <a:pt x="8611" y="3013"/>
                  </a:lnTo>
                  <a:lnTo>
                    <a:pt x="8264" y="3283"/>
                  </a:lnTo>
                  <a:lnTo>
                    <a:pt x="8225" y="3206"/>
                  </a:lnTo>
                  <a:lnTo>
                    <a:pt x="8148" y="3129"/>
                  </a:lnTo>
                  <a:lnTo>
                    <a:pt x="7607" y="2820"/>
                  </a:lnTo>
                  <a:lnTo>
                    <a:pt x="7144" y="2434"/>
                  </a:lnTo>
                  <a:lnTo>
                    <a:pt x="6912" y="2665"/>
                  </a:lnTo>
                  <a:lnTo>
                    <a:pt x="7105" y="2936"/>
                  </a:lnTo>
                  <a:lnTo>
                    <a:pt x="7376" y="3167"/>
                  </a:lnTo>
                  <a:lnTo>
                    <a:pt x="7646" y="3399"/>
                  </a:lnTo>
                  <a:lnTo>
                    <a:pt x="7955" y="3553"/>
                  </a:lnTo>
                  <a:lnTo>
                    <a:pt x="7028" y="4287"/>
                  </a:lnTo>
                  <a:lnTo>
                    <a:pt x="6101" y="4982"/>
                  </a:lnTo>
                  <a:lnTo>
                    <a:pt x="4943" y="5793"/>
                  </a:lnTo>
                  <a:lnTo>
                    <a:pt x="3746" y="6527"/>
                  </a:lnTo>
                  <a:lnTo>
                    <a:pt x="3553" y="6681"/>
                  </a:lnTo>
                  <a:lnTo>
                    <a:pt x="3475" y="6334"/>
                  </a:lnTo>
                  <a:lnTo>
                    <a:pt x="3321" y="6025"/>
                  </a:lnTo>
                  <a:lnTo>
                    <a:pt x="3128" y="5716"/>
                  </a:lnTo>
                  <a:lnTo>
                    <a:pt x="2896" y="5446"/>
                  </a:lnTo>
                  <a:lnTo>
                    <a:pt x="2626" y="5677"/>
                  </a:lnTo>
                  <a:lnTo>
                    <a:pt x="2819" y="5909"/>
                  </a:lnTo>
                  <a:lnTo>
                    <a:pt x="2935" y="6179"/>
                  </a:lnTo>
                  <a:lnTo>
                    <a:pt x="3051" y="6565"/>
                  </a:lnTo>
                  <a:lnTo>
                    <a:pt x="3128" y="6952"/>
                  </a:lnTo>
                  <a:lnTo>
                    <a:pt x="2317" y="7376"/>
                  </a:lnTo>
                  <a:lnTo>
                    <a:pt x="1892" y="7608"/>
                  </a:lnTo>
                  <a:lnTo>
                    <a:pt x="1467" y="7762"/>
                  </a:lnTo>
                  <a:lnTo>
                    <a:pt x="1081" y="7878"/>
                  </a:lnTo>
                  <a:lnTo>
                    <a:pt x="927" y="7917"/>
                  </a:lnTo>
                  <a:lnTo>
                    <a:pt x="772" y="7917"/>
                  </a:lnTo>
                  <a:lnTo>
                    <a:pt x="618" y="7878"/>
                  </a:lnTo>
                  <a:lnTo>
                    <a:pt x="502" y="7840"/>
                  </a:lnTo>
                  <a:lnTo>
                    <a:pt x="386" y="7724"/>
                  </a:lnTo>
                  <a:lnTo>
                    <a:pt x="309" y="7608"/>
                  </a:lnTo>
                  <a:lnTo>
                    <a:pt x="270" y="7569"/>
                  </a:lnTo>
                  <a:lnTo>
                    <a:pt x="232" y="7531"/>
                  </a:lnTo>
                  <a:lnTo>
                    <a:pt x="116" y="7492"/>
                  </a:lnTo>
                  <a:lnTo>
                    <a:pt x="39" y="7569"/>
                  </a:lnTo>
                  <a:lnTo>
                    <a:pt x="0" y="7608"/>
                  </a:lnTo>
                  <a:lnTo>
                    <a:pt x="0" y="7685"/>
                  </a:lnTo>
                  <a:lnTo>
                    <a:pt x="39" y="7840"/>
                  </a:lnTo>
                  <a:lnTo>
                    <a:pt x="77" y="7994"/>
                  </a:lnTo>
                  <a:lnTo>
                    <a:pt x="155" y="8110"/>
                  </a:lnTo>
                  <a:lnTo>
                    <a:pt x="270" y="8226"/>
                  </a:lnTo>
                  <a:lnTo>
                    <a:pt x="348" y="8264"/>
                  </a:lnTo>
                  <a:lnTo>
                    <a:pt x="463" y="8342"/>
                  </a:lnTo>
                  <a:lnTo>
                    <a:pt x="734" y="8380"/>
                  </a:lnTo>
                  <a:lnTo>
                    <a:pt x="1004" y="8380"/>
                  </a:lnTo>
                  <a:lnTo>
                    <a:pt x="1274" y="8342"/>
                  </a:lnTo>
                  <a:lnTo>
                    <a:pt x="1545" y="8264"/>
                  </a:lnTo>
                  <a:lnTo>
                    <a:pt x="1815" y="8149"/>
                  </a:lnTo>
                  <a:lnTo>
                    <a:pt x="2935" y="7569"/>
                  </a:lnTo>
                  <a:lnTo>
                    <a:pt x="4055" y="6952"/>
                  </a:lnTo>
                  <a:lnTo>
                    <a:pt x="5097" y="6295"/>
                  </a:lnTo>
                  <a:lnTo>
                    <a:pt x="6140" y="5561"/>
                  </a:lnTo>
                  <a:lnTo>
                    <a:pt x="7067" y="4866"/>
                  </a:lnTo>
                  <a:lnTo>
                    <a:pt x="7993" y="4171"/>
                  </a:lnTo>
                  <a:lnTo>
                    <a:pt x="8881" y="3399"/>
                  </a:lnTo>
                  <a:lnTo>
                    <a:pt x="9731" y="2627"/>
                  </a:lnTo>
                  <a:lnTo>
                    <a:pt x="10001" y="2356"/>
                  </a:lnTo>
                  <a:lnTo>
                    <a:pt x="10272" y="2047"/>
                  </a:lnTo>
                  <a:lnTo>
                    <a:pt x="10503" y="1739"/>
                  </a:lnTo>
                  <a:lnTo>
                    <a:pt x="10696" y="1430"/>
                  </a:lnTo>
                  <a:lnTo>
                    <a:pt x="10812" y="1082"/>
                  </a:lnTo>
                  <a:lnTo>
                    <a:pt x="10812" y="928"/>
                  </a:lnTo>
                  <a:lnTo>
                    <a:pt x="10812" y="735"/>
                  </a:lnTo>
                  <a:lnTo>
                    <a:pt x="10774" y="580"/>
                  </a:lnTo>
                  <a:lnTo>
                    <a:pt x="10735" y="387"/>
                  </a:lnTo>
                  <a:lnTo>
                    <a:pt x="10619" y="233"/>
                  </a:lnTo>
                  <a:lnTo>
                    <a:pt x="10465" y="40"/>
                  </a:lnTo>
                  <a:lnTo>
                    <a:pt x="103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7"/>
            <p:cNvSpPr/>
            <p:nvPr/>
          </p:nvSpPr>
          <p:spPr>
            <a:xfrm>
              <a:off x="633925" y="2005525"/>
              <a:ext cx="61800" cy="160300"/>
            </a:xfrm>
            <a:custGeom>
              <a:avLst/>
              <a:gdLst/>
              <a:ahLst/>
              <a:cxnLst/>
              <a:rect l="l" t="t" r="r" b="b"/>
              <a:pathLst>
                <a:path w="2472" h="6412" extrusionOk="0">
                  <a:moveTo>
                    <a:pt x="309" y="1"/>
                  </a:moveTo>
                  <a:lnTo>
                    <a:pt x="0" y="78"/>
                  </a:lnTo>
                  <a:lnTo>
                    <a:pt x="193" y="928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5"/>
                  </a:lnTo>
                  <a:lnTo>
                    <a:pt x="1661" y="5716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6" y="5909"/>
                  </a:lnTo>
                  <a:lnTo>
                    <a:pt x="1931" y="6141"/>
                  </a:lnTo>
                  <a:lnTo>
                    <a:pt x="2085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1" y="6257"/>
                  </a:lnTo>
                  <a:lnTo>
                    <a:pt x="2356" y="5948"/>
                  </a:lnTo>
                  <a:lnTo>
                    <a:pt x="2278" y="5948"/>
                  </a:lnTo>
                  <a:lnTo>
                    <a:pt x="2124" y="5600"/>
                  </a:lnTo>
                  <a:lnTo>
                    <a:pt x="1969" y="5214"/>
                  </a:lnTo>
                  <a:lnTo>
                    <a:pt x="1738" y="4442"/>
                  </a:lnTo>
                  <a:lnTo>
                    <a:pt x="1197" y="2936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7"/>
            <p:cNvSpPr/>
            <p:nvPr/>
          </p:nvSpPr>
          <p:spPr>
            <a:xfrm>
              <a:off x="643575" y="2007475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0"/>
                  </a:moveTo>
                  <a:lnTo>
                    <a:pt x="0" y="39"/>
                  </a:lnTo>
                  <a:lnTo>
                    <a:pt x="1970" y="3205"/>
                  </a:lnTo>
                  <a:lnTo>
                    <a:pt x="4055" y="6333"/>
                  </a:lnTo>
                  <a:lnTo>
                    <a:pt x="3553" y="6294"/>
                  </a:lnTo>
                  <a:lnTo>
                    <a:pt x="3051" y="6179"/>
                  </a:lnTo>
                  <a:lnTo>
                    <a:pt x="2587" y="6024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5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7" y="6719"/>
                  </a:lnTo>
                  <a:lnTo>
                    <a:pt x="4132" y="6796"/>
                  </a:lnTo>
                  <a:lnTo>
                    <a:pt x="4595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8" y="6642"/>
                  </a:lnTo>
                  <a:lnTo>
                    <a:pt x="8148" y="6487"/>
                  </a:lnTo>
                  <a:lnTo>
                    <a:pt x="8959" y="6294"/>
                  </a:lnTo>
                  <a:lnTo>
                    <a:pt x="9770" y="6024"/>
                  </a:lnTo>
                  <a:lnTo>
                    <a:pt x="10581" y="5715"/>
                  </a:lnTo>
                  <a:lnTo>
                    <a:pt x="11314" y="5368"/>
                  </a:lnTo>
                  <a:lnTo>
                    <a:pt x="12009" y="4904"/>
                  </a:lnTo>
                  <a:lnTo>
                    <a:pt x="12357" y="4673"/>
                  </a:lnTo>
                  <a:lnTo>
                    <a:pt x="12666" y="4402"/>
                  </a:lnTo>
                  <a:lnTo>
                    <a:pt x="12975" y="4093"/>
                  </a:lnTo>
                  <a:lnTo>
                    <a:pt x="13284" y="3784"/>
                  </a:lnTo>
                  <a:lnTo>
                    <a:pt x="13515" y="3476"/>
                  </a:lnTo>
                  <a:lnTo>
                    <a:pt x="13786" y="3128"/>
                  </a:lnTo>
                  <a:lnTo>
                    <a:pt x="13979" y="2780"/>
                  </a:lnTo>
                  <a:lnTo>
                    <a:pt x="14211" y="2394"/>
                  </a:lnTo>
                  <a:lnTo>
                    <a:pt x="14211" y="2278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4" y="2163"/>
                  </a:lnTo>
                  <a:lnTo>
                    <a:pt x="13554" y="2703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6"/>
                  </a:lnTo>
                  <a:lnTo>
                    <a:pt x="12009" y="4364"/>
                  </a:lnTo>
                  <a:lnTo>
                    <a:pt x="11546" y="4711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6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1"/>
                  </a:lnTo>
                  <a:lnTo>
                    <a:pt x="6758" y="6294"/>
                  </a:lnTo>
                  <a:lnTo>
                    <a:pt x="6217" y="6333"/>
                  </a:lnTo>
                  <a:lnTo>
                    <a:pt x="5677" y="6410"/>
                  </a:lnTo>
                  <a:lnTo>
                    <a:pt x="4557" y="6410"/>
                  </a:lnTo>
                  <a:lnTo>
                    <a:pt x="4595" y="6294"/>
                  </a:lnTo>
                  <a:lnTo>
                    <a:pt x="4364" y="6256"/>
                  </a:lnTo>
                  <a:lnTo>
                    <a:pt x="3398" y="4634"/>
                  </a:lnTo>
                  <a:lnTo>
                    <a:pt x="2356" y="3012"/>
                  </a:lnTo>
                  <a:lnTo>
                    <a:pt x="1275" y="1468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7"/>
            <p:cNvSpPr/>
            <p:nvPr/>
          </p:nvSpPr>
          <p:spPr>
            <a:xfrm>
              <a:off x="5946350" y="2008425"/>
              <a:ext cx="112975" cy="132300"/>
            </a:xfrm>
            <a:custGeom>
              <a:avLst/>
              <a:gdLst/>
              <a:ahLst/>
              <a:cxnLst/>
              <a:rect l="l" t="t" r="r" b="b"/>
              <a:pathLst>
                <a:path w="4519" h="5292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55"/>
                  </a:lnTo>
                  <a:lnTo>
                    <a:pt x="2240" y="271"/>
                  </a:lnTo>
                  <a:lnTo>
                    <a:pt x="2009" y="426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082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08"/>
                  </a:lnTo>
                  <a:lnTo>
                    <a:pt x="1" y="4055"/>
                  </a:lnTo>
                  <a:lnTo>
                    <a:pt x="1" y="4364"/>
                  </a:lnTo>
                  <a:lnTo>
                    <a:pt x="39" y="4673"/>
                  </a:lnTo>
                  <a:lnTo>
                    <a:pt x="117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789"/>
                  </a:lnTo>
                  <a:lnTo>
                    <a:pt x="696" y="4712"/>
                  </a:lnTo>
                  <a:lnTo>
                    <a:pt x="580" y="4557"/>
                  </a:lnTo>
                  <a:lnTo>
                    <a:pt x="541" y="4442"/>
                  </a:lnTo>
                  <a:lnTo>
                    <a:pt x="503" y="4248"/>
                  </a:lnTo>
                  <a:lnTo>
                    <a:pt x="541" y="4055"/>
                  </a:lnTo>
                  <a:lnTo>
                    <a:pt x="580" y="3592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27" y="2318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16" y="1159"/>
                  </a:lnTo>
                  <a:lnTo>
                    <a:pt x="2202" y="889"/>
                  </a:lnTo>
                  <a:lnTo>
                    <a:pt x="2627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6" y="464"/>
                  </a:lnTo>
                  <a:lnTo>
                    <a:pt x="4441" y="464"/>
                  </a:lnTo>
                  <a:lnTo>
                    <a:pt x="4519" y="426"/>
                  </a:lnTo>
                  <a:lnTo>
                    <a:pt x="4519" y="348"/>
                  </a:lnTo>
                  <a:lnTo>
                    <a:pt x="4519" y="155"/>
                  </a:lnTo>
                  <a:lnTo>
                    <a:pt x="4210" y="155"/>
                  </a:lnTo>
                  <a:lnTo>
                    <a:pt x="3901" y="78"/>
                  </a:lnTo>
                  <a:lnTo>
                    <a:pt x="36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7"/>
            <p:cNvSpPr/>
            <p:nvPr/>
          </p:nvSpPr>
          <p:spPr>
            <a:xfrm>
              <a:off x="6195425" y="2043175"/>
              <a:ext cx="25125" cy="11625"/>
            </a:xfrm>
            <a:custGeom>
              <a:avLst/>
              <a:gdLst/>
              <a:ahLst/>
              <a:cxnLst/>
              <a:rect l="l" t="t" r="r" b="b"/>
              <a:pathLst>
                <a:path w="1005" h="465" extrusionOk="0">
                  <a:moveTo>
                    <a:pt x="773" y="1"/>
                  </a:moveTo>
                  <a:lnTo>
                    <a:pt x="541" y="40"/>
                  </a:lnTo>
                  <a:lnTo>
                    <a:pt x="309" y="78"/>
                  </a:lnTo>
                  <a:lnTo>
                    <a:pt x="78" y="155"/>
                  </a:lnTo>
                  <a:lnTo>
                    <a:pt x="39" y="194"/>
                  </a:lnTo>
                  <a:lnTo>
                    <a:pt x="0" y="271"/>
                  </a:lnTo>
                  <a:lnTo>
                    <a:pt x="0" y="348"/>
                  </a:lnTo>
                  <a:lnTo>
                    <a:pt x="78" y="426"/>
                  </a:lnTo>
                  <a:lnTo>
                    <a:pt x="116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580" y="348"/>
                  </a:lnTo>
                  <a:lnTo>
                    <a:pt x="773" y="387"/>
                  </a:lnTo>
                  <a:lnTo>
                    <a:pt x="850" y="348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04" y="233"/>
                  </a:lnTo>
                  <a:lnTo>
                    <a:pt x="1004" y="155"/>
                  </a:lnTo>
                  <a:lnTo>
                    <a:pt x="966" y="78"/>
                  </a:lnTo>
                  <a:lnTo>
                    <a:pt x="888" y="40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7"/>
            <p:cNvSpPr/>
            <p:nvPr/>
          </p:nvSpPr>
          <p:spPr>
            <a:xfrm>
              <a:off x="6096950" y="2048975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155" y="1"/>
                  </a:moveTo>
                  <a:lnTo>
                    <a:pt x="116" y="39"/>
                  </a:lnTo>
                  <a:lnTo>
                    <a:pt x="39" y="78"/>
                  </a:lnTo>
                  <a:lnTo>
                    <a:pt x="1" y="155"/>
                  </a:lnTo>
                  <a:lnTo>
                    <a:pt x="39" y="271"/>
                  </a:lnTo>
                  <a:lnTo>
                    <a:pt x="116" y="310"/>
                  </a:lnTo>
                  <a:lnTo>
                    <a:pt x="155" y="310"/>
                  </a:lnTo>
                  <a:lnTo>
                    <a:pt x="425" y="348"/>
                  </a:lnTo>
                  <a:lnTo>
                    <a:pt x="734" y="348"/>
                  </a:lnTo>
                  <a:lnTo>
                    <a:pt x="812" y="271"/>
                  </a:lnTo>
                  <a:lnTo>
                    <a:pt x="850" y="155"/>
                  </a:lnTo>
                  <a:lnTo>
                    <a:pt x="812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7"/>
            <p:cNvSpPr/>
            <p:nvPr/>
          </p:nvSpPr>
          <p:spPr>
            <a:xfrm>
              <a:off x="5988825" y="2089525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580"/>
                  </a:lnTo>
                  <a:lnTo>
                    <a:pt x="2549" y="696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59"/>
                  </a:lnTo>
                  <a:lnTo>
                    <a:pt x="3206" y="1429"/>
                  </a:lnTo>
                  <a:lnTo>
                    <a:pt x="3244" y="1661"/>
                  </a:lnTo>
                  <a:lnTo>
                    <a:pt x="3244" y="1931"/>
                  </a:lnTo>
                  <a:lnTo>
                    <a:pt x="3206" y="2201"/>
                  </a:lnTo>
                  <a:lnTo>
                    <a:pt x="3090" y="2433"/>
                  </a:lnTo>
                  <a:lnTo>
                    <a:pt x="2974" y="2665"/>
                  </a:lnTo>
                  <a:lnTo>
                    <a:pt x="2781" y="2858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47" y="3244"/>
                  </a:lnTo>
                  <a:lnTo>
                    <a:pt x="1777" y="3244"/>
                  </a:lnTo>
                  <a:lnTo>
                    <a:pt x="1468" y="3167"/>
                  </a:lnTo>
                  <a:lnTo>
                    <a:pt x="1198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24"/>
                  </a:lnTo>
                  <a:lnTo>
                    <a:pt x="464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8" y="889"/>
                  </a:lnTo>
                  <a:lnTo>
                    <a:pt x="1121" y="734"/>
                  </a:lnTo>
                  <a:lnTo>
                    <a:pt x="1352" y="580"/>
                  </a:lnTo>
                  <a:lnTo>
                    <a:pt x="1584" y="464"/>
                  </a:lnTo>
                  <a:close/>
                  <a:moveTo>
                    <a:pt x="1700" y="0"/>
                  </a:moveTo>
                  <a:lnTo>
                    <a:pt x="1545" y="78"/>
                  </a:lnTo>
                  <a:lnTo>
                    <a:pt x="1352" y="116"/>
                  </a:lnTo>
                  <a:lnTo>
                    <a:pt x="1314" y="155"/>
                  </a:lnTo>
                  <a:lnTo>
                    <a:pt x="1082" y="271"/>
                  </a:lnTo>
                  <a:lnTo>
                    <a:pt x="812" y="387"/>
                  </a:lnTo>
                  <a:lnTo>
                    <a:pt x="619" y="541"/>
                  </a:lnTo>
                  <a:lnTo>
                    <a:pt x="426" y="734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1" y="2086"/>
                  </a:lnTo>
                  <a:lnTo>
                    <a:pt x="39" y="2279"/>
                  </a:lnTo>
                  <a:lnTo>
                    <a:pt x="117" y="2472"/>
                  </a:lnTo>
                  <a:lnTo>
                    <a:pt x="310" y="2819"/>
                  </a:lnTo>
                  <a:lnTo>
                    <a:pt x="541" y="3128"/>
                  </a:lnTo>
                  <a:lnTo>
                    <a:pt x="850" y="3399"/>
                  </a:lnTo>
                  <a:lnTo>
                    <a:pt x="1198" y="3592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07"/>
                  </a:lnTo>
                  <a:lnTo>
                    <a:pt x="2356" y="3669"/>
                  </a:lnTo>
                  <a:lnTo>
                    <a:pt x="2627" y="3553"/>
                  </a:lnTo>
                  <a:lnTo>
                    <a:pt x="2897" y="3399"/>
                  </a:lnTo>
                  <a:lnTo>
                    <a:pt x="3129" y="3244"/>
                  </a:lnTo>
                  <a:lnTo>
                    <a:pt x="3322" y="3012"/>
                  </a:lnTo>
                  <a:lnTo>
                    <a:pt x="3476" y="2742"/>
                  </a:lnTo>
                  <a:lnTo>
                    <a:pt x="3631" y="2472"/>
                  </a:lnTo>
                  <a:lnTo>
                    <a:pt x="3708" y="2201"/>
                  </a:lnTo>
                  <a:lnTo>
                    <a:pt x="3746" y="1893"/>
                  </a:lnTo>
                  <a:lnTo>
                    <a:pt x="3708" y="1584"/>
                  </a:lnTo>
                  <a:lnTo>
                    <a:pt x="3669" y="1275"/>
                  </a:lnTo>
                  <a:lnTo>
                    <a:pt x="3515" y="966"/>
                  </a:lnTo>
                  <a:lnTo>
                    <a:pt x="3322" y="696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7"/>
            <p:cNvSpPr/>
            <p:nvPr/>
          </p:nvSpPr>
          <p:spPr>
            <a:xfrm>
              <a:off x="3369775" y="2101100"/>
              <a:ext cx="174750" cy="292550"/>
            </a:xfrm>
            <a:custGeom>
              <a:avLst/>
              <a:gdLst/>
              <a:ahLst/>
              <a:cxnLst/>
              <a:rect l="l" t="t" r="r" b="b"/>
              <a:pathLst>
                <a:path w="6990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3" y="6256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3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1" y="11508"/>
                  </a:lnTo>
                  <a:lnTo>
                    <a:pt x="6951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8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5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3" y="8573"/>
                  </a:lnTo>
                  <a:lnTo>
                    <a:pt x="6295" y="9500"/>
                  </a:lnTo>
                  <a:lnTo>
                    <a:pt x="6256" y="10427"/>
                  </a:lnTo>
                  <a:lnTo>
                    <a:pt x="5986" y="9886"/>
                  </a:lnTo>
                  <a:lnTo>
                    <a:pt x="5252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7"/>
            <p:cNvSpPr/>
            <p:nvPr/>
          </p:nvSpPr>
          <p:spPr>
            <a:xfrm>
              <a:off x="4221225" y="2127175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7"/>
            <p:cNvSpPr/>
            <p:nvPr/>
          </p:nvSpPr>
          <p:spPr>
            <a:xfrm>
              <a:off x="4086075" y="21291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7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6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2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69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7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5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5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8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4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4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8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7"/>
            <p:cNvSpPr/>
            <p:nvPr/>
          </p:nvSpPr>
          <p:spPr>
            <a:xfrm>
              <a:off x="5288925" y="2151300"/>
              <a:ext cx="174775" cy="292550"/>
            </a:xfrm>
            <a:custGeom>
              <a:avLst/>
              <a:gdLst/>
              <a:ahLst/>
              <a:cxnLst/>
              <a:rect l="l" t="t" r="r" b="b"/>
              <a:pathLst>
                <a:path w="6991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7"/>
            <p:cNvSpPr/>
            <p:nvPr/>
          </p:nvSpPr>
          <p:spPr>
            <a:xfrm>
              <a:off x="1498900" y="21899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7" y="618"/>
                  </a:moveTo>
                  <a:lnTo>
                    <a:pt x="5947" y="773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5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3" y="3900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0"/>
                  </a:lnTo>
                  <a:lnTo>
                    <a:pt x="5792" y="3862"/>
                  </a:lnTo>
                  <a:lnTo>
                    <a:pt x="5676" y="3746"/>
                  </a:lnTo>
                  <a:lnTo>
                    <a:pt x="5561" y="3553"/>
                  </a:lnTo>
                  <a:lnTo>
                    <a:pt x="5483" y="3321"/>
                  </a:lnTo>
                  <a:lnTo>
                    <a:pt x="5406" y="2626"/>
                  </a:lnTo>
                  <a:lnTo>
                    <a:pt x="5367" y="1970"/>
                  </a:lnTo>
                  <a:lnTo>
                    <a:pt x="5367" y="618"/>
                  </a:lnTo>
                  <a:close/>
                  <a:moveTo>
                    <a:pt x="2780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7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6" y="3012"/>
                  </a:lnTo>
                  <a:lnTo>
                    <a:pt x="888" y="2549"/>
                  </a:lnTo>
                  <a:lnTo>
                    <a:pt x="1158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0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2" y="6295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0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4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8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6" y="4287"/>
                  </a:lnTo>
                  <a:lnTo>
                    <a:pt x="965" y="4518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3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7" y="3398"/>
                  </a:lnTo>
                  <a:lnTo>
                    <a:pt x="5174" y="3746"/>
                  </a:lnTo>
                  <a:lnTo>
                    <a:pt x="5213" y="3900"/>
                  </a:lnTo>
                  <a:lnTo>
                    <a:pt x="5290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69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7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0" y="4904"/>
                  </a:lnTo>
                  <a:lnTo>
                    <a:pt x="9383" y="4904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3" y="6488"/>
                  </a:lnTo>
                  <a:lnTo>
                    <a:pt x="10696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6" y="6565"/>
                  </a:lnTo>
                  <a:lnTo>
                    <a:pt x="12280" y="6912"/>
                  </a:lnTo>
                  <a:lnTo>
                    <a:pt x="12395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8" y="8998"/>
                  </a:lnTo>
                  <a:lnTo>
                    <a:pt x="12511" y="8998"/>
                  </a:lnTo>
                  <a:lnTo>
                    <a:pt x="12434" y="9075"/>
                  </a:lnTo>
                  <a:lnTo>
                    <a:pt x="12395" y="9113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3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0" y="7723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7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4" y="5098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6"/>
                  </a:lnTo>
                  <a:lnTo>
                    <a:pt x="9885" y="4480"/>
                  </a:lnTo>
                  <a:lnTo>
                    <a:pt x="9538" y="4441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4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8" y="348"/>
                  </a:lnTo>
                  <a:lnTo>
                    <a:pt x="5715" y="193"/>
                  </a:lnTo>
                  <a:lnTo>
                    <a:pt x="5290" y="78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7"/>
            <p:cNvSpPr/>
            <p:nvPr/>
          </p:nvSpPr>
          <p:spPr>
            <a:xfrm>
              <a:off x="1530750" y="22034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7" y="7454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5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3"/>
                  </a:lnTo>
                  <a:lnTo>
                    <a:pt x="9538" y="9423"/>
                  </a:lnTo>
                  <a:lnTo>
                    <a:pt x="9384" y="9655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8" y="10195"/>
                  </a:lnTo>
                  <a:lnTo>
                    <a:pt x="8109" y="10157"/>
                  </a:lnTo>
                  <a:lnTo>
                    <a:pt x="7839" y="10079"/>
                  </a:lnTo>
                  <a:lnTo>
                    <a:pt x="7607" y="9964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8" y="9346"/>
                  </a:lnTo>
                  <a:lnTo>
                    <a:pt x="6951" y="9075"/>
                  </a:lnTo>
                  <a:lnTo>
                    <a:pt x="6912" y="8805"/>
                  </a:lnTo>
                  <a:lnTo>
                    <a:pt x="6951" y="8535"/>
                  </a:lnTo>
                  <a:lnTo>
                    <a:pt x="7028" y="8265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3" y="7569"/>
                  </a:lnTo>
                  <a:lnTo>
                    <a:pt x="8148" y="7338"/>
                  </a:lnTo>
                  <a:lnTo>
                    <a:pt x="8225" y="7299"/>
                  </a:lnTo>
                  <a:close/>
                  <a:moveTo>
                    <a:pt x="2858" y="1"/>
                  </a:moveTo>
                  <a:lnTo>
                    <a:pt x="2665" y="40"/>
                  </a:lnTo>
                  <a:lnTo>
                    <a:pt x="2665" y="78"/>
                  </a:lnTo>
                  <a:lnTo>
                    <a:pt x="2626" y="1353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3" y="5098"/>
                  </a:lnTo>
                  <a:lnTo>
                    <a:pt x="2896" y="7492"/>
                  </a:lnTo>
                  <a:lnTo>
                    <a:pt x="2896" y="8149"/>
                  </a:lnTo>
                  <a:lnTo>
                    <a:pt x="2935" y="8458"/>
                  </a:lnTo>
                  <a:lnTo>
                    <a:pt x="2974" y="8612"/>
                  </a:lnTo>
                  <a:lnTo>
                    <a:pt x="3051" y="8767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0" y="8689"/>
                  </a:lnTo>
                  <a:lnTo>
                    <a:pt x="0" y="9037"/>
                  </a:lnTo>
                  <a:lnTo>
                    <a:pt x="773" y="9114"/>
                  </a:lnTo>
                  <a:lnTo>
                    <a:pt x="1545" y="9153"/>
                  </a:lnTo>
                  <a:lnTo>
                    <a:pt x="3128" y="9230"/>
                  </a:lnTo>
                  <a:lnTo>
                    <a:pt x="4827" y="9307"/>
                  </a:lnTo>
                  <a:lnTo>
                    <a:pt x="5677" y="9307"/>
                  </a:lnTo>
                  <a:lnTo>
                    <a:pt x="6488" y="9269"/>
                  </a:lnTo>
                  <a:lnTo>
                    <a:pt x="6603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1" y="10311"/>
                  </a:lnTo>
                  <a:lnTo>
                    <a:pt x="7492" y="10466"/>
                  </a:lnTo>
                  <a:lnTo>
                    <a:pt x="7801" y="10581"/>
                  </a:lnTo>
                  <a:lnTo>
                    <a:pt x="8109" y="10659"/>
                  </a:lnTo>
                  <a:lnTo>
                    <a:pt x="8418" y="10697"/>
                  </a:lnTo>
                  <a:lnTo>
                    <a:pt x="8727" y="10620"/>
                  </a:lnTo>
                  <a:lnTo>
                    <a:pt x="9036" y="10543"/>
                  </a:lnTo>
                  <a:lnTo>
                    <a:pt x="9306" y="10388"/>
                  </a:lnTo>
                  <a:lnTo>
                    <a:pt x="9538" y="10195"/>
                  </a:lnTo>
                  <a:lnTo>
                    <a:pt x="9770" y="9964"/>
                  </a:lnTo>
                  <a:lnTo>
                    <a:pt x="9924" y="9693"/>
                  </a:lnTo>
                  <a:lnTo>
                    <a:pt x="10079" y="9423"/>
                  </a:lnTo>
                  <a:lnTo>
                    <a:pt x="10156" y="9153"/>
                  </a:lnTo>
                  <a:lnTo>
                    <a:pt x="10195" y="9153"/>
                  </a:lnTo>
                  <a:lnTo>
                    <a:pt x="10195" y="8767"/>
                  </a:lnTo>
                  <a:lnTo>
                    <a:pt x="10156" y="8419"/>
                  </a:lnTo>
                  <a:lnTo>
                    <a:pt x="10040" y="8071"/>
                  </a:lnTo>
                  <a:lnTo>
                    <a:pt x="9847" y="7763"/>
                  </a:lnTo>
                  <a:lnTo>
                    <a:pt x="9615" y="7492"/>
                  </a:lnTo>
                  <a:lnTo>
                    <a:pt x="9306" y="7261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6" y="6990"/>
                  </a:lnTo>
                  <a:lnTo>
                    <a:pt x="7723" y="7029"/>
                  </a:lnTo>
                  <a:lnTo>
                    <a:pt x="7414" y="7145"/>
                  </a:lnTo>
                  <a:lnTo>
                    <a:pt x="7144" y="7338"/>
                  </a:lnTo>
                  <a:lnTo>
                    <a:pt x="6912" y="7569"/>
                  </a:lnTo>
                  <a:lnTo>
                    <a:pt x="6719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5" y="8805"/>
                  </a:lnTo>
                  <a:lnTo>
                    <a:pt x="4943" y="8767"/>
                  </a:lnTo>
                  <a:lnTo>
                    <a:pt x="3476" y="8767"/>
                  </a:lnTo>
                  <a:lnTo>
                    <a:pt x="3476" y="8728"/>
                  </a:lnTo>
                  <a:lnTo>
                    <a:pt x="3476" y="8651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5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6"/>
                  </a:lnTo>
                  <a:lnTo>
                    <a:pt x="3205" y="7338"/>
                  </a:lnTo>
                  <a:lnTo>
                    <a:pt x="3128" y="6450"/>
                  </a:lnTo>
                  <a:lnTo>
                    <a:pt x="3012" y="4326"/>
                  </a:lnTo>
                  <a:lnTo>
                    <a:pt x="2935" y="2202"/>
                  </a:lnTo>
                  <a:lnTo>
                    <a:pt x="2896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7"/>
            <p:cNvSpPr/>
            <p:nvPr/>
          </p:nvSpPr>
          <p:spPr>
            <a:xfrm>
              <a:off x="4324525" y="22671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7"/>
            <p:cNvSpPr/>
            <p:nvPr/>
          </p:nvSpPr>
          <p:spPr>
            <a:xfrm>
              <a:off x="4273375" y="2268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7"/>
            <p:cNvSpPr/>
            <p:nvPr/>
          </p:nvSpPr>
          <p:spPr>
            <a:xfrm>
              <a:off x="1394625" y="22999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94"/>
                  </a:lnTo>
                  <a:lnTo>
                    <a:pt x="2240" y="309"/>
                  </a:lnTo>
                  <a:lnTo>
                    <a:pt x="2009" y="425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46"/>
                  </a:lnTo>
                  <a:lnTo>
                    <a:pt x="1" y="4055"/>
                  </a:lnTo>
                  <a:lnTo>
                    <a:pt x="1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4" y="4711"/>
                  </a:lnTo>
                  <a:lnTo>
                    <a:pt x="580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9"/>
                  </a:lnTo>
                  <a:lnTo>
                    <a:pt x="2626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4"/>
                  </a:lnTo>
                  <a:lnTo>
                    <a:pt x="4210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7"/>
            <p:cNvSpPr/>
            <p:nvPr/>
          </p:nvSpPr>
          <p:spPr>
            <a:xfrm>
              <a:off x="4211575" y="2315425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4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2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7"/>
            <p:cNvSpPr/>
            <p:nvPr/>
          </p:nvSpPr>
          <p:spPr>
            <a:xfrm>
              <a:off x="2413100" y="2319275"/>
              <a:ext cx="84975" cy="222075"/>
            </a:xfrm>
            <a:custGeom>
              <a:avLst/>
              <a:gdLst/>
              <a:ahLst/>
              <a:cxnLst/>
              <a:rect l="l" t="t" r="r" b="b"/>
              <a:pathLst>
                <a:path w="3399" h="8883" extrusionOk="0">
                  <a:moveTo>
                    <a:pt x="1043" y="7376"/>
                  </a:moveTo>
                  <a:lnTo>
                    <a:pt x="1197" y="7453"/>
                  </a:lnTo>
                  <a:lnTo>
                    <a:pt x="1352" y="7608"/>
                  </a:lnTo>
                  <a:lnTo>
                    <a:pt x="1429" y="7685"/>
                  </a:lnTo>
                  <a:lnTo>
                    <a:pt x="1468" y="7801"/>
                  </a:lnTo>
                  <a:lnTo>
                    <a:pt x="1468" y="8033"/>
                  </a:lnTo>
                  <a:lnTo>
                    <a:pt x="1390" y="8226"/>
                  </a:lnTo>
                  <a:lnTo>
                    <a:pt x="1313" y="8342"/>
                  </a:lnTo>
                  <a:lnTo>
                    <a:pt x="1236" y="8419"/>
                  </a:lnTo>
                  <a:lnTo>
                    <a:pt x="1159" y="8457"/>
                  </a:lnTo>
                  <a:lnTo>
                    <a:pt x="1043" y="8496"/>
                  </a:lnTo>
                  <a:lnTo>
                    <a:pt x="811" y="8496"/>
                  </a:lnTo>
                  <a:lnTo>
                    <a:pt x="618" y="8419"/>
                  </a:lnTo>
                  <a:lnTo>
                    <a:pt x="541" y="8342"/>
                  </a:lnTo>
                  <a:lnTo>
                    <a:pt x="464" y="8264"/>
                  </a:lnTo>
                  <a:lnTo>
                    <a:pt x="386" y="8148"/>
                  </a:lnTo>
                  <a:lnTo>
                    <a:pt x="386" y="8033"/>
                  </a:lnTo>
                  <a:lnTo>
                    <a:pt x="386" y="7917"/>
                  </a:lnTo>
                  <a:lnTo>
                    <a:pt x="386" y="7801"/>
                  </a:lnTo>
                  <a:lnTo>
                    <a:pt x="502" y="7569"/>
                  </a:lnTo>
                  <a:lnTo>
                    <a:pt x="695" y="7415"/>
                  </a:lnTo>
                  <a:lnTo>
                    <a:pt x="850" y="7376"/>
                  </a:lnTo>
                  <a:close/>
                  <a:moveTo>
                    <a:pt x="3128" y="1"/>
                  </a:moveTo>
                  <a:lnTo>
                    <a:pt x="3089" y="39"/>
                  </a:lnTo>
                  <a:lnTo>
                    <a:pt x="3051" y="78"/>
                  </a:lnTo>
                  <a:lnTo>
                    <a:pt x="2819" y="503"/>
                  </a:lnTo>
                  <a:lnTo>
                    <a:pt x="2665" y="889"/>
                  </a:lnTo>
                  <a:lnTo>
                    <a:pt x="2356" y="1777"/>
                  </a:lnTo>
                  <a:lnTo>
                    <a:pt x="2085" y="2665"/>
                  </a:lnTo>
                  <a:lnTo>
                    <a:pt x="1854" y="3515"/>
                  </a:lnTo>
                  <a:lnTo>
                    <a:pt x="1313" y="5252"/>
                  </a:lnTo>
                  <a:lnTo>
                    <a:pt x="1043" y="6102"/>
                  </a:lnTo>
                  <a:lnTo>
                    <a:pt x="811" y="6990"/>
                  </a:lnTo>
                  <a:lnTo>
                    <a:pt x="657" y="6990"/>
                  </a:lnTo>
                  <a:lnTo>
                    <a:pt x="541" y="7029"/>
                  </a:lnTo>
                  <a:lnTo>
                    <a:pt x="386" y="7106"/>
                  </a:lnTo>
                  <a:lnTo>
                    <a:pt x="309" y="7222"/>
                  </a:lnTo>
                  <a:lnTo>
                    <a:pt x="271" y="7299"/>
                  </a:lnTo>
                  <a:lnTo>
                    <a:pt x="271" y="7376"/>
                  </a:lnTo>
                  <a:lnTo>
                    <a:pt x="116" y="7608"/>
                  </a:lnTo>
                  <a:lnTo>
                    <a:pt x="0" y="7840"/>
                  </a:lnTo>
                  <a:lnTo>
                    <a:pt x="0" y="8110"/>
                  </a:lnTo>
                  <a:lnTo>
                    <a:pt x="39" y="8264"/>
                  </a:lnTo>
                  <a:lnTo>
                    <a:pt x="78" y="8419"/>
                  </a:lnTo>
                  <a:lnTo>
                    <a:pt x="193" y="8573"/>
                  </a:lnTo>
                  <a:lnTo>
                    <a:pt x="348" y="8689"/>
                  </a:lnTo>
                  <a:lnTo>
                    <a:pt x="502" y="8805"/>
                  </a:lnTo>
                  <a:lnTo>
                    <a:pt x="657" y="8882"/>
                  </a:lnTo>
                  <a:lnTo>
                    <a:pt x="1043" y="8882"/>
                  </a:lnTo>
                  <a:lnTo>
                    <a:pt x="1236" y="8844"/>
                  </a:lnTo>
                  <a:lnTo>
                    <a:pt x="1429" y="8766"/>
                  </a:lnTo>
                  <a:lnTo>
                    <a:pt x="1584" y="8650"/>
                  </a:lnTo>
                  <a:lnTo>
                    <a:pt x="1699" y="8496"/>
                  </a:lnTo>
                  <a:lnTo>
                    <a:pt x="1777" y="8342"/>
                  </a:lnTo>
                  <a:lnTo>
                    <a:pt x="1854" y="8148"/>
                  </a:lnTo>
                  <a:lnTo>
                    <a:pt x="1854" y="7955"/>
                  </a:lnTo>
                  <a:lnTo>
                    <a:pt x="1854" y="7762"/>
                  </a:lnTo>
                  <a:lnTo>
                    <a:pt x="1815" y="7608"/>
                  </a:lnTo>
                  <a:lnTo>
                    <a:pt x="1738" y="7415"/>
                  </a:lnTo>
                  <a:lnTo>
                    <a:pt x="1622" y="7299"/>
                  </a:lnTo>
                  <a:lnTo>
                    <a:pt x="1506" y="7183"/>
                  </a:lnTo>
                  <a:lnTo>
                    <a:pt x="1352" y="7106"/>
                  </a:lnTo>
                  <a:lnTo>
                    <a:pt x="1197" y="7029"/>
                  </a:lnTo>
                  <a:lnTo>
                    <a:pt x="1545" y="6179"/>
                  </a:lnTo>
                  <a:lnTo>
                    <a:pt x="1815" y="5330"/>
                  </a:lnTo>
                  <a:lnTo>
                    <a:pt x="2394" y="3592"/>
                  </a:lnTo>
                  <a:lnTo>
                    <a:pt x="2665" y="2781"/>
                  </a:lnTo>
                  <a:lnTo>
                    <a:pt x="2974" y="1932"/>
                  </a:lnTo>
                  <a:lnTo>
                    <a:pt x="3244" y="1082"/>
                  </a:lnTo>
                  <a:lnTo>
                    <a:pt x="3321" y="657"/>
                  </a:lnTo>
                  <a:lnTo>
                    <a:pt x="3398" y="232"/>
                  </a:lnTo>
                  <a:lnTo>
                    <a:pt x="3360" y="117"/>
                  </a:lnTo>
                  <a:lnTo>
                    <a:pt x="3244" y="39"/>
                  </a:lnTo>
                  <a:lnTo>
                    <a:pt x="312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7"/>
            <p:cNvSpPr/>
            <p:nvPr/>
          </p:nvSpPr>
          <p:spPr>
            <a:xfrm>
              <a:off x="4217375" y="2321200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0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2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7"/>
            <p:cNvSpPr/>
            <p:nvPr/>
          </p:nvSpPr>
          <p:spPr>
            <a:xfrm>
              <a:off x="1643700" y="2334725"/>
              <a:ext cx="26075" cy="11600"/>
            </a:xfrm>
            <a:custGeom>
              <a:avLst/>
              <a:gdLst/>
              <a:ahLst/>
              <a:cxnLst/>
              <a:rect l="l" t="t" r="r" b="b"/>
              <a:pathLst>
                <a:path w="1043" h="464" extrusionOk="0">
                  <a:moveTo>
                    <a:pt x="773" y="1"/>
                  </a:moveTo>
                  <a:lnTo>
                    <a:pt x="541" y="39"/>
                  </a:lnTo>
                  <a:lnTo>
                    <a:pt x="309" y="78"/>
                  </a:lnTo>
                  <a:lnTo>
                    <a:pt x="77" y="194"/>
                  </a:lnTo>
                  <a:lnTo>
                    <a:pt x="39" y="232"/>
                  </a:lnTo>
                  <a:lnTo>
                    <a:pt x="0" y="271"/>
                  </a:lnTo>
                  <a:lnTo>
                    <a:pt x="39" y="387"/>
                  </a:lnTo>
                  <a:lnTo>
                    <a:pt x="77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43" y="232"/>
                  </a:lnTo>
                  <a:lnTo>
                    <a:pt x="1004" y="155"/>
                  </a:lnTo>
                  <a:lnTo>
                    <a:pt x="966" y="116"/>
                  </a:lnTo>
                  <a:lnTo>
                    <a:pt x="888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7"/>
            <p:cNvSpPr/>
            <p:nvPr/>
          </p:nvSpPr>
          <p:spPr>
            <a:xfrm>
              <a:off x="5914500" y="2336650"/>
              <a:ext cx="309900" cy="605325"/>
            </a:xfrm>
            <a:custGeom>
              <a:avLst/>
              <a:gdLst/>
              <a:ahLst/>
              <a:cxnLst/>
              <a:rect l="l" t="t" r="r" b="b"/>
              <a:pathLst>
                <a:path w="12396" h="24213" extrusionOk="0">
                  <a:moveTo>
                    <a:pt x="7955" y="464"/>
                  </a:moveTo>
                  <a:lnTo>
                    <a:pt x="8496" y="503"/>
                  </a:lnTo>
                  <a:lnTo>
                    <a:pt x="9036" y="619"/>
                  </a:lnTo>
                  <a:lnTo>
                    <a:pt x="9500" y="812"/>
                  </a:lnTo>
                  <a:lnTo>
                    <a:pt x="9924" y="1043"/>
                  </a:lnTo>
                  <a:lnTo>
                    <a:pt x="10311" y="1352"/>
                  </a:lnTo>
                  <a:lnTo>
                    <a:pt x="10658" y="1700"/>
                  </a:lnTo>
                  <a:lnTo>
                    <a:pt x="10967" y="2086"/>
                  </a:lnTo>
                  <a:lnTo>
                    <a:pt x="11237" y="2511"/>
                  </a:lnTo>
                  <a:lnTo>
                    <a:pt x="11469" y="2974"/>
                  </a:lnTo>
                  <a:lnTo>
                    <a:pt x="11662" y="3438"/>
                  </a:lnTo>
                  <a:lnTo>
                    <a:pt x="11778" y="3940"/>
                  </a:lnTo>
                  <a:lnTo>
                    <a:pt x="11855" y="4442"/>
                  </a:lnTo>
                  <a:lnTo>
                    <a:pt x="11894" y="4982"/>
                  </a:lnTo>
                  <a:lnTo>
                    <a:pt x="11894" y="5484"/>
                  </a:lnTo>
                  <a:lnTo>
                    <a:pt x="11817" y="5986"/>
                  </a:lnTo>
                  <a:lnTo>
                    <a:pt x="11701" y="6488"/>
                  </a:lnTo>
                  <a:lnTo>
                    <a:pt x="11546" y="6990"/>
                  </a:lnTo>
                  <a:lnTo>
                    <a:pt x="11315" y="7453"/>
                  </a:lnTo>
                  <a:lnTo>
                    <a:pt x="11083" y="7917"/>
                  </a:lnTo>
                  <a:lnTo>
                    <a:pt x="10813" y="8342"/>
                  </a:lnTo>
                  <a:lnTo>
                    <a:pt x="10504" y="8766"/>
                  </a:lnTo>
                  <a:lnTo>
                    <a:pt x="10195" y="9153"/>
                  </a:lnTo>
                  <a:lnTo>
                    <a:pt x="9847" y="9500"/>
                  </a:lnTo>
                  <a:lnTo>
                    <a:pt x="9461" y="9848"/>
                  </a:lnTo>
                  <a:lnTo>
                    <a:pt x="9036" y="10157"/>
                  </a:lnTo>
                  <a:lnTo>
                    <a:pt x="8650" y="10465"/>
                  </a:lnTo>
                  <a:lnTo>
                    <a:pt x="8187" y="10736"/>
                  </a:lnTo>
                  <a:lnTo>
                    <a:pt x="7762" y="11006"/>
                  </a:lnTo>
                  <a:lnTo>
                    <a:pt x="6835" y="11469"/>
                  </a:lnTo>
                  <a:lnTo>
                    <a:pt x="5870" y="11856"/>
                  </a:lnTo>
                  <a:lnTo>
                    <a:pt x="5677" y="11856"/>
                  </a:lnTo>
                  <a:lnTo>
                    <a:pt x="5638" y="11933"/>
                  </a:lnTo>
                  <a:lnTo>
                    <a:pt x="5600" y="11933"/>
                  </a:lnTo>
                  <a:lnTo>
                    <a:pt x="4982" y="11276"/>
                  </a:lnTo>
                  <a:lnTo>
                    <a:pt x="4441" y="10543"/>
                  </a:lnTo>
                  <a:lnTo>
                    <a:pt x="3978" y="9809"/>
                  </a:lnTo>
                  <a:lnTo>
                    <a:pt x="3746" y="9384"/>
                  </a:lnTo>
                  <a:lnTo>
                    <a:pt x="3592" y="8998"/>
                  </a:lnTo>
                  <a:lnTo>
                    <a:pt x="3437" y="8612"/>
                  </a:lnTo>
                  <a:lnTo>
                    <a:pt x="3283" y="8187"/>
                  </a:lnTo>
                  <a:lnTo>
                    <a:pt x="3167" y="7762"/>
                  </a:lnTo>
                  <a:lnTo>
                    <a:pt x="3090" y="7299"/>
                  </a:lnTo>
                  <a:lnTo>
                    <a:pt x="3051" y="6874"/>
                  </a:lnTo>
                  <a:lnTo>
                    <a:pt x="3012" y="6411"/>
                  </a:lnTo>
                  <a:lnTo>
                    <a:pt x="3051" y="5948"/>
                  </a:lnTo>
                  <a:lnTo>
                    <a:pt x="3090" y="5484"/>
                  </a:lnTo>
                  <a:lnTo>
                    <a:pt x="3167" y="5021"/>
                  </a:lnTo>
                  <a:lnTo>
                    <a:pt x="3244" y="4557"/>
                  </a:lnTo>
                  <a:lnTo>
                    <a:pt x="3399" y="4094"/>
                  </a:lnTo>
                  <a:lnTo>
                    <a:pt x="3592" y="3669"/>
                  </a:lnTo>
                  <a:lnTo>
                    <a:pt x="3785" y="3206"/>
                  </a:lnTo>
                  <a:lnTo>
                    <a:pt x="4055" y="2820"/>
                  </a:lnTo>
                  <a:lnTo>
                    <a:pt x="4325" y="2395"/>
                  </a:lnTo>
                  <a:lnTo>
                    <a:pt x="4634" y="2047"/>
                  </a:lnTo>
                  <a:lnTo>
                    <a:pt x="4943" y="1700"/>
                  </a:lnTo>
                  <a:lnTo>
                    <a:pt x="5329" y="1391"/>
                  </a:lnTo>
                  <a:lnTo>
                    <a:pt x="5715" y="1082"/>
                  </a:lnTo>
                  <a:lnTo>
                    <a:pt x="6102" y="850"/>
                  </a:lnTo>
                  <a:lnTo>
                    <a:pt x="6526" y="696"/>
                  </a:lnTo>
                  <a:lnTo>
                    <a:pt x="6990" y="541"/>
                  </a:lnTo>
                  <a:lnTo>
                    <a:pt x="7453" y="464"/>
                  </a:lnTo>
                  <a:close/>
                  <a:moveTo>
                    <a:pt x="5561" y="12280"/>
                  </a:moveTo>
                  <a:lnTo>
                    <a:pt x="5600" y="12319"/>
                  </a:lnTo>
                  <a:lnTo>
                    <a:pt x="5677" y="12358"/>
                  </a:lnTo>
                  <a:lnTo>
                    <a:pt x="5793" y="12898"/>
                  </a:lnTo>
                  <a:lnTo>
                    <a:pt x="5098" y="12589"/>
                  </a:lnTo>
                  <a:lnTo>
                    <a:pt x="5561" y="12280"/>
                  </a:lnTo>
                  <a:close/>
                  <a:moveTo>
                    <a:pt x="3321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2" y="13979"/>
                  </a:lnTo>
                  <a:lnTo>
                    <a:pt x="2781" y="13941"/>
                  </a:lnTo>
                  <a:lnTo>
                    <a:pt x="2510" y="13825"/>
                  </a:lnTo>
                  <a:lnTo>
                    <a:pt x="2935" y="13400"/>
                  </a:lnTo>
                  <a:lnTo>
                    <a:pt x="3321" y="12975"/>
                  </a:lnTo>
                  <a:close/>
                  <a:moveTo>
                    <a:pt x="3939" y="14327"/>
                  </a:moveTo>
                  <a:lnTo>
                    <a:pt x="5098" y="14520"/>
                  </a:lnTo>
                  <a:lnTo>
                    <a:pt x="4441" y="15485"/>
                  </a:lnTo>
                  <a:lnTo>
                    <a:pt x="4287" y="15215"/>
                  </a:lnTo>
                  <a:lnTo>
                    <a:pt x="4171" y="14945"/>
                  </a:lnTo>
                  <a:lnTo>
                    <a:pt x="4055" y="14636"/>
                  </a:lnTo>
                  <a:lnTo>
                    <a:pt x="3978" y="14366"/>
                  </a:lnTo>
                  <a:lnTo>
                    <a:pt x="3939" y="14327"/>
                  </a:lnTo>
                  <a:close/>
                  <a:moveTo>
                    <a:pt x="3746" y="14597"/>
                  </a:moveTo>
                  <a:lnTo>
                    <a:pt x="3823" y="14945"/>
                  </a:lnTo>
                  <a:lnTo>
                    <a:pt x="3978" y="15292"/>
                  </a:lnTo>
                  <a:lnTo>
                    <a:pt x="4132" y="15601"/>
                  </a:lnTo>
                  <a:lnTo>
                    <a:pt x="4287" y="15910"/>
                  </a:lnTo>
                  <a:lnTo>
                    <a:pt x="4364" y="15987"/>
                  </a:lnTo>
                  <a:lnTo>
                    <a:pt x="4055" y="16412"/>
                  </a:lnTo>
                  <a:lnTo>
                    <a:pt x="3746" y="16875"/>
                  </a:lnTo>
                  <a:lnTo>
                    <a:pt x="3592" y="16412"/>
                  </a:lnTo>
                  <a:lnTo>
                    <a:pt x="3476" y="15949"/>
                  </a:lnTo>
                  <a:lnTo>
                    <a:pt x="3476" y="15717"/>
                  </a:lnTo>
                  <a:lnTo>
                    <a:pt x="3476" y="15447"/>
                  </a:lnTo>
                  <a:lnTo>
                    <a:pt x="3514" y="15215"/>
                  </a:lnTo>
                  <a:lnTo>
                    <a:pt x="3553" y="14983"/>
                  </a:lnTo>
                  <a:lnTo>
                    <a:pt x="3746" y="14597"/>
                  </a:lnTo>
                  <a:close/>
                  <a:moveTo>
                    <a:pt x="4480" y="16335"/>
                  </a:moveTo>
                  <a:lnTo>
                    <a:pt x="4673" y="16760"/>
                  </a:lnTo>
                  <a:lnTo>
                    <a:pt x="4789" y="17223"/>
                  </a:lnTo>
                  <a:lnTo>
                    <a:pt x="4364" y="17107"/>
                  </a:lnTo>
                  <a:lnTo>
                    <a:pt x="3939" y="17030"/>
                  </a:lnTo>
                  <a:lnTo>
                    <a:pt x="4480" y="16335"/>
                  </a:lnTo>
                  <a:close/>
                  <a:moveTo>
                    <a:pt x="2472" y="16875"/>
                  </a:moveTo>
                  <a:lnTo>
                    <a:pt x="3399" y="17107"/>
                  </a:lnTo>
                  <a:lnTo>
                    <a:pt x="3476" y="17262"/>
                  </a:lnTo>
                  <a:lnTo>
                    <a:pt x="3321" y="17377"/>
                  </a:lnTo>
                  <a:lnTo>
                    <a:pt x="3167" y="17571"/>
                  </a:lnTo>
                  <a:lnTo>
                    <a:pt x="2897" y="17918"/>
                  </a:lnTo>
                  <a:lnTo>
                    <a:pt x="2665" y="17416"/>
                  </a:lnTo>
                  <a:lnTo>
                    <a:pt x="2472" y="16875"/>
                  </a:lnTo>
                  <a:close/>
                  <a:moveTo>
                    <a:pt x="3360" y="19733"/>
                  </a:moveTo>
                  <a:lnTo>
                    <a:pt x="4055" y="20428"/>
                  </a:lnTo>
                  <a:lnTo>
                    <a:pt x="3553" y="20660"/>
                  </a:lnTo>
                  <a:lnTo>
                    <a:pt x="3012" y="20969"/>
                  </a:lnTo>
                  <a:lnTo>
                    <a:pt x="3012" y="20969"/>
                  </a:lnTo>
                  <a:lnTo>
                    <a:pt x="3167" y="20351"/>
                  </a:lnTo>
                  <a:lnTo>
                    <a:pt x="3360" y="19733"/>
                  </a:lnTo>
                  <a:close/>
                  <a:moveTo>
                    <a:pt x="5677" y="20119"/>
                  </a:moveTo>
                  <a:lnTo>
                    <a:pt x="5986" y="20196"/>
                  </a:lnTo>
                  <a:lnTo>
                    <a:pt x="5715" y="20891"/>
                  </a:lnTo>
                  <a:lnTo>
                    <a:pt x="5368" y="21548"/>
                  </a:lnTo>
                  <a:lnTo>
                    <a:pt x="4673" y="20583"/>
                  </a:lnTo>
                  <a:lnTo>
                    <a:pt x="4634" y="20544"/>
                  </a:lnTo>
                  <a:lnTo>
                    <a:pt x="4673" y="20235"/>
                  </a:lnTo>
                  <a:lnTo>
                    <a:pt x="5020" y="20158"/>
                  </a:lnTo>
                  <a:lnTo>
                    <a:pt x="5329" y="20119"/>
                  </a:lnTo>
                  <a:close/>
                  <a:moveTo>
                    <a:pt x="7453" y="1"/>
                  </a:moveTo>
                  <a:lnTo>
                    <a:pt x="7067" y="39"/>
                  </a:lnTo>
                  <a:lnTo>
                    <a:pt x="6719" y="155"/>
                  </a:lnTo>
                  <a:lnTo>
                    <a:pt x="6333" y="271"/>
                  </a:lnTo>
                  <a:lnTo>
                    <a:pt x="5986" y="426"/>
                  </a:lnTo>
                  <a:lnTo>
                    <a:pt x="5638" y="580"/>
                  </a:lnTo>
                  <a:lnTo>
                    <a:pt x="5291" y="812"/>
                  </a:lnTo>
                  <a:lnTo>
                    <a:pt x="4943" y="1043"/>
                  </a:lnTo>
                  <a:lnTo>
                    <a:pt x="4634" y="1314"/>
                  </a:lnTo>
                  <a:lnTo>
                    <a:pt x="4364" y="1623"/>
                  </a:lnTo>
                  <a:lnTo>
                    <a:pt x="4094" y="1893"/>
                  </a:lnTo>
                  <a:lnTo>
                    <a:pt x="3823" y="2240"/>
                  </a:lnTo>
                  <a:lnTo>
                    <a:pt x="3592" y="2549"/>
                  </a:lnTo>
                  <a:lnTo>
                    <a:pt x="3399" y="2897"/>
                  </a:lnTo>
                  <a:lnTo>
                    <a:pt x="3205" y="3283"/>
                  </a:lnTo>
                  <a:lnTo>
                    <a:pt x="3051" y="3631"/>
                  </a:lnTo>
                  <a:lnTo>
                    <a:pt x="2897" y="4017"/>
                  </a:lnTo>
                  <a:lnTo>
                    <a:pt x="2781" y="4403"/>
                  </a:lnTo>
                  <a:lnTo>
                    <a:pt x="2703" y="4789"/>
                  </a:lnTo>
                  <a:lnTo>
                    <a:pt x="2626" y="5175"/>
                  </a:lnTo>
                  <a:lnTo>
                    <a:pt x="2588" y="5600"/>
                  </a:lnTo>
                  <a:lnTo>
                    <a:pt x="2549" y="5986"/>
                  </a:lnTo>
                  <a:lnTo>
                    <a:pt x="2549" y="6411"/>
                  </a:lnTo>
                  <a:lnTo>
                    <a:pt x="2549" y="6836"/>
                  </a:lnTo>
                  <a:lnTo>
                    <a:pt x="2665" y="7724"/>
                  </a:lnTo>
                  <a:lnTo>
                    <a:pt x="2742" y="8149"/>
                  </a:lnTo>
                  <a:lnTo>
                    <a:pt x="2858" y="8573"/>
                  </a:lnTo>
                  <a:lnTo>
                    <a:pt x="3012" y="8998"/>
                  </a:lnTo>
                  <a:lnTo>
                    <a:pt x="3167" y="9384"/>
                  </a:lnTo>
                  <a:lnTo>
                    <a:pt x="3321" y="9809"/>
                  </a:lnTo>
                  <a:lnTo>
                    <a:pt x="3553" y="10195"/>
                  </a:lnTo>
                  <a:lnTo>
                    <a:pt x="3746" y="10543"/>
                  </a:lnTo>
                  <a:lnTo>
                    <a:pt x="4016" y="10929"/>
                  </a:lnTo>
                  <a:lnTo>
                    <a:pt x="4287" y="11238"/>
                  </a:lnTo>
                  <a:lnTo>
                    <a:pt x="4596" y="11547"/>
                  </a:lnTo>
                  <a:lnTo>
                    <a:pt x="4905" y="11856"/>
                  </a:lnTo>
                  <a:lnTo>
                    <a:pt x="5252" y="12087"/>
                  </a:lnTo>
                  <a:lnTo>
                    <a:pt x="4557" y="12473"/>
                  </a:lnTo>
                  <a:lnTo>
                    <a:pt x="4480" y="12551"/>
                  </a:lnTo>
                  <a:lnTo>
                    <a:pt x="4441" y="12666"/>
                  </a:lnTo>
                  <a:lnTo>
                    <a:pt x="4480" y="12782"/>
                  </a:lnTo>
                  <a:lnTo>
                    <a:pt x="4596" y="12860"/>
                  </a:lnTo>
                  <a:lnTo>
                    <a:pt x="5020" y="13014"/>
                  </a:lnTo>
                  <a:lnTo>
                    <a:pt x="4673" y="13168"/>
                  </a:lnTo>
                  <a:lnTo>
                    <a:pt x="4403" y="13362"/>
                  </a:lnTo>
                  <a:lnTo>
                    <a:pt x="4094" y="13555"/>
                  </a:lnTo>
                  <a:lnTo>
                    <a:pt x="3862" y="13786"/>
                  </a:lnTo>
                  <a:lnTo>
                    <a:pt x="3823" y="13477"/>
                  </a:lnTo>
                  <a:lnTo>
                    <a:pt x="3746" y="13168"/>
                  </a:lnTo>
                  <a:lnTo>
                    <a:pt x="3630" y="12860"/>
                  </a:lnTo>
                  <a:lnTo>
                    <a:pt x="3514" y="12551"/>
                  </a:lnTo>
                  <a:lnTo>
                    <a:pt x="3476" y="12473"/>
                  </a:lnTo>
                  <a:lnTo>
                    <a:pt x="3360" y="12435"/>
                  </a:lnTo>
                  <a:lnTo>
                    <a:pt x="3283" y="12473"/>
                  </a:lnTo>
                  <a:lnTo>
                    <a:pt x="3205" y="12512"/>
                  </a:lnTo>
                  <a:lnTo>
                    <a:pt x="2665" y="13168"/>
                  </a:lnTo>
                  <a:lnTo>
                    <a:pt x="2086" y="13748"/>
                  </a:lnTo>
                  <a:lnTo>
                    <a:pt x="2047" y="13825"/>
                  </a:lnTo>
                  <a:lnTo>
                    <a:pt x="2008" y="13902"/>
                  </a:lnTo>
                  <a:lnTo>
                    <a:pt x="2047" y="13979"/>
                  </a:lnTo>
                  <a:lnTo>
                    <a:pt x="2086" y="14057"/>
                  </a:lnTo>
                  <a:lnTo>
                    <a:pt x="2395" y="14211"/>
                  </a:lnTo>
                  <a:lnTo>
                    <a:pt x="2742" y="14288"/>
                  </a:lnTo>
                  <a:lnTo>
                    <a:pt x="3051" y="14366"/>
                  </a:lnTo>
                  <a:lnTo>
                    <a:pt x="3399" y="14366"/>
                  </a:lnTo>
                  <a:lnTo>
                    <a:pt x="3244" y="14636"/>
                  </a:lnTo>
                  <a:lnTo>
                    <a:pt x="3128" y="14945"/>
                  </a:lnTo>
                  <a:lnTo>
                    <a:pt x="3090" y="15176"/>
                  </a:lnTo>
                  <a:lnTo>
                    <a:pt x="3051" y="15408"/>
                  </a:lnTo>
                  <a:lnTo>
                    <a:pt x="3051" y="15872"/>
                  </a:lnTo>
                  <a:lnTo>
                    <a:pt x="3128" y="16296"/>
                  </a:lnTo>
                  <a:lnTo>
                    <a:pt x="3244" y="16760"/>
                  </a:lnTo>
                  <a:lnTo>
                    <a:pt x="2781" y="16567"/>
                  </a:lnTo>
                  <a:lnTo>
                    <a:pt x="2279" y="16412"/>
                  </a:lnTo>
                  <a:lnTo>
                    <a:pt x="2201" y="16412"/>
                  </a:lnTo>
                  <a:lnTo>
                    <a:pt x="2124" y="16451"/>
                  </a:lnTo>
                  <a:lnTo>
                    <a:pt x="2047" y="16528"/>
                  </a:lnTo>
                  <a:lnTo>
                    <a:pt x="2047" y="16644"/>
                  </a:lnTo>
                  <a:lnTo>
                    <a:pt x="2163" y="17107"/>
                  </a:lnTo>
                  <a:lnTo>
                    <a:pt x="2279" y="17532"/>
                  </a:lnTo>
                  <a:lnTo>
                    <a:pt x="2472" y="17957"/>
                  </a:lnTo>
                  <a:lnTo>
                    <a:pt x="2703" y="18381"/>
                  </a:lnTo>
                  <a:lnTo>
                    <a:pt x="2781" y="18459"/>
                  </a:lnTo>
                  <a:lnTo>
                    <a:pt x="2858" y="18497"/>
                  </a:lnTo>
                  <a:lnTo>
                    <a:pt x="2935" y="18459"/>
                  </a:lnTo>
                  <a:lnTo>
                    <a:pt x="3012" y="18381"/>
                  </a:lnTo>
                  <a:lnTo>
                    <a:pt x="3321" y="18034"/>
                  </a:lnTo>
                  <a:lnTo>
                    <a:pt x="3514" y="17802"/>
                  </a:lnTo>
                  <a:lnTo>
                    <a:pt x="3630" y="17609"/>
                  </a:lnTo>
                  <a:lnTo>
                    <a:pt x="3707" y="17764"/>
                  </a:lnTo>
                  <a:lnTo>
                    <a:pt x="3978" y="18343"/>
                  </a:lnTo>
                  <a:lnTo>
                    <a:pt x="4132" y="18961"/>
                  </a:lnTo>
                  <a:lnTo>
                    <a:pt x="4248" y="19540"/>
                  </a:lnTo>
                  <a:lnTo>
                    <a:pt x="4248" y="20158"/>
                  </a:lnTo>
                  <a:lnTo>
                    <a:pt x="3437" y="19308"/>
                  </a:lnTo>
                  <a:lnTo>
                    <a:pt x="3399" y="19270"/>
                  </a:lnTo>
                  <a:lnTo>
                    <a:pt x="3205" y="19270"/>
                  </a:lnTo>
                  <a:lnTo>
                    <a:pt x="3167" y="19347"/>
                  </a:lnTo>
                  <a:lnTo>
                    <a:pt x="2974" y="19810"/>
                  </a:lnTo>
                  <a:lnTo>
                    <a:pt x="2781" y="20274"/>
                  </a:lnTo>
                  <a:lnTo>
                    <a:pt x="2665" y="20776"/>
                  </a:lnTo>
                  <a:lnTo>
                    <a:pt x="2626" y="21316"/>
                  </a:lnTo>
                  <a:lnTo>
                    <a:pt x="2626" y="21393"/>
                  </a:lnTo>
                  <a:lnTo>
                    <a:pt x="2703" y="21471"/>
                  </a:lnTo>
                  <a:lnTo>
                    <a:pt x="2781" y="21509"/>
                  </a:lnTo>
                  <a:lnTo>
                    <a:pt x="2897" y="21471"/>
                  </a:lnTo>
                  <a:lnTo>
                    <a:pt x="3514" y="21162"/>
                  </a:lnTo>
                  <a:lnTo>
                    <a:pt x="4171" y="20776"/>
                  </a:lnTo>
                  <a:lnTo>
                    <a:pt x="4171" y="20776"/>
                  </a:lnTo>
                  <a:lnTo>
                    <a:pt x="4055" y="21162"/>
                  </a:lnTo>
                  <a:lnTo>
                    <a:pt x="3901" y="21548"/>
                  </a:lnTo>
                  <a:lnTo>
                    <a:pt x="3669" y="22050"/>
                  </a:lnTo>
                  <a:lnTo>
                    <a:pt x="3321" y="22552"/>
                  </a:lnTo>
                  <a:lnTo>
                    <a:pt x="2897" y="23015"/>
                  </a:lnTo>
                  <a:lnTo>
                    <a:pt x="2626" y="23247"/>
                  </a:lnTo>
                  <a:lnTo>
                    <a:pt x="2395" y="23401"/>
                  </a:lnTo>
                  <a:lnTo>
                    <a:pt x="2124" y="23594"/>
                  </a:lnTo>
                  <a:lnTo>
                    <a:pt x="1854" y="23710"/>
                  </a:lnTo>
                  <a:lnTo>
                    <a:pt x="1584" y="23788"/>
                  </a:lnTo>
                  <a:lnTo>
                    <a:pt x="1313" y="23788"/>
                  </a:lnTo>
                  <a:lnTo>
                    <a:pt x="1082" y="23749"/>
                  </a:lnTo>
                  <a:lnTo>
                    <a:pt x="811" y="23672"/>
                  </a:lnTo>
                  <a:lnTo>
                    <a:pt x="541" y="23517"/>
                  </a:lnTo>
                  <a:lnTo>
                    <a:pt x="309" y="23286"/>
                  </a:lnTo>
                  <a:lnTo>
                    <a:pt x="232" y="23247"/>
                  </a:lnTo>
                  <a:lnTo>
                    <a:pt x="78" y="23247"/>
                  </a:lnTo>
                  <a:lnTo>
                    <a:pt x="39" y="23363"/>
                  </a:lnTo>
                  <a:lnTo>
                    <a:pt x="0" y="23401"/>
                  </a:lnTo>
                  <a:lnTo>
                    <a:pt x="39" y="23479"/>
                  </a:lnTo>
                  <a:lnTo>
                    <a:pt x="155" y="23633"/>
                  </a:lnTo>
                  <a:lnTo>
                    <a:pt x="271" y="23788"/>
                  </a:lnTo>
                  <a:lnTo>
                    <a:pt x="387" y="23903"/>
                  </a:lnTo>
                  <a:lnTo>
                    <a:pt x="541" y="24019"/>
                  </a:lnTo>
                  <a:lnTo>
                    <a:pt x="695" y="24096"/>
                  </a:lnTo>
                  <a:lnTo>
                    <a:pt x="889" y="24135"/>
                  </a:lnTo>
                  <a:lnTo>
                    <a:pt x="1236" y="24212"/>
                  </a:lnTo>
                  <a:lnTo>
                    <a:pt x="1584" y="24174"/>
                  </a:lnTo>
                  <a:lnTo>
                    <a:pt x="1970" y="24096"/>
                  </a:lnTo>
                  <a:lnTo>
                    <a:pt x="2317" y="23942"/>
                  </a:lnTo>
                  <a:lnTo>
                    <a:pt x="2665" y="23749"/>
                  </a:lnTo>
                  <a:lnTo>
                    <a:pt x="3012" y="23479"/>
                  </a:lnTo>
                  <a:lnTo>
                    <a:pt x="3321" y="23208"/>
                  </a:lnTo>
                  <a:lnTo>
                    <a:pt x="3630" y="22861"/>
                  </a:lnTo>
                  <a:lnTo>
                    <a:pt x="3901" y="22513"/>
                  </a:lnTo>
                  <a:lnTo>
                    <a:pt x="4132" y="22127"/>
                  </a:lnTo>
                  <a:lnTo>
                    <a:pt x="4325" y="21702"/>
                  </a:lnTo>
                  <a:lnTo>
                    <a:pt x="4480" y="21316"/>
                  </a:lnTo>
                  <a:lnTo>
                    <a:pt x="4596" y="20853"/>
                  </a:lnTo>
                  <a:lnTo>
                    <a:pt x="5213" y="21973"/>
                  </a:lnTo>
                  <a:lnTo>
                    <a:pt x="5291" y="22050"/>
                  </a:lnTo>
                  <a:lnTo>
                    <a:pt x="5368" y="22088"/>
                  </a:lnTo>
                  <a:lnTo>
                    <a:pt x="5445" y="22050"/>
                  </a:lnTo>
                  <a:lnTo>
                    <a:pt x="5522" y="22011"/>
                  </a:lnTo>
                  <a:lnTo>
                    <a:pt x="5793" y="21548"/>
                  </a:lnTo>
                  <a:lnTo>
                    <a:pt x="6024" y="21084"/>
                  </a:lnTo>
                  <a:lnTo>
                    <a:pt x="6410" y="20119"/>
                  </a:lnTo>
                  <a:lnTo>
                    <a:pt x="6410" y="20042"/>
                  </a:lnTo>
                  <a:lnTo>
                    <a:pt x="6410" y="19965"/>
                  </a:lnTo>
                  <a:lnTo>
                    <a:pt x="6372" y="19926"/>
                  </a:lnTo>
                  <a:lnTo>
                    <a:pt x="6295" y="19887"/>
                  </a:lnTo>
                  <a:lnTo>
                    <a:pt x="5908" y="19772"/>
                  </a:lnTo>
                  <a:lnTo>
                    <a:pt x="5484" y="19733"/>
                  </a:lnTo>
                  <a:lnTo>
                    <a:pt x="5098" y="19733"/>
                  </a:lnTo>
                  <a:lnTo>
                    <a:pt x="4673" y="19849"/>
                  </a:lnTo>
                  <a:lnTo>
                    <a:pt x="4634" y="19231"/>
                  </a:lnTo>
                  <a:lnTo>
                    <a:pt x="4518" y="18652"/>
                  </a:lnTo>
                  <a:lnTo>
                    <a:pt x="4287" y="18034"/>
                  </a:lnTo>
                  <a:lnTo>
                    <a:pt x="4055" y="17455"/>
                  </a:lnTo>
                  <a:lnTo>
                    <a:pt x="4518" y="17532"/>
                  </a:lnTo>
                  <a:lnTo>
                    <a:pt x="4982" y="17609"/>
                  </a:lnTo>
                  <a:lnTo>
                    <a:pt x="5059" y="17609"/>
                  </a:lnTo>
                  <a:lnTo>
                    <a:pt x="5098" y="17532"/>
                  </a:lnTo>
                  <a:lnTo>
                    <a:pt x="5136" y="17493"/>
                  </a:lnTo>
                  <a:lnTo>
                    <a:pt x="5136" y="17377"/>
                  </a:lnTo>
                  <a:lnTo>
                    <a:pt x="5098" y="17030"/>
                  </a:lnTo>
                  <a:lnTo>
                    <a:pt x="4982" y="16644"/>
                  </a:lnTo>
                  <a:lnTo>
                    <a:pt x="4827" y="16296"/>
                  </a:lnTo>
                  <a:lnTo>
                    <a:pt x="4673" y="15987"/>
                  </a:lnTo>
                  <a:lnTo>
                    <a:pt x="4596" y="15910"/>
                  </a:lnTo>
                  <a:lnTo>
                    <a:pt x="4634" y="15910"/>
                  </a:lnTo>
                  <a:lnTo>
                    <a:pt x="5600" y="14481"/>
                  </a:lnTo>
                  <a:lnTo>
                    <a:pt x="5638" y="14366"/>
                  </a:lnTo>
                  <a:lnTo>
                    <a:pt x="5600" y="14288"/>
                  </a:lnTo>
                  <a:lnTo>
                    <a:pt x="5561" y="14211"/>
                  </a:lnTo>
                  <a:lnTo>
                    <a:pt x="5445" y="14172"/>
                  </a:lnTo>
                  <a:lnTo>
                    <a:pt x="4209" y="13979"/>
                  </a:lnTo>
                  <a:lnTo>
                    <a:pt x="4480" y="13748"/>
                  </a:lnTo>
                  <a:lnTo>
                    <a:pt x="4789" y="13555"/>
                  </a:lnTo>
                  <a:lnTo>
                    <a:pt x="5098" y="13362"/>
                  </a:lnTo>
                  <a:lnTo>
                    <a:pt x="5406" y="13168"/>
                  </a:lnTo>
                  <a:lnTo>
                    <a:pt x="6024" y="13400"/>
                  </a:lnTo>
                  <a:lnTo>
                    <a:pt x="6140" y="13439"/>
                  </a:lnTo>
                  <a:lnTo>
                    <a:pt x="6217" y="13362"/>
                  </a:lnTo>
                  <a:lnTo>
                    <a:pt x="6256" y="13284"/>
                  </a:lnTo>
                  <a:lnTo>
                    <a:pt x="6295" y="13168"/>
                  </a:lnTo>
                  <a:lnTo>
                    <a:pt x="6179" y="12705"/>
                  </a:lnTo>
                  <a:lnTo>
                    <a:pt x="6063" y="12242"/>
                  </a:lnTo>
                  <a:lnTo>
                    <a:pt x="6912" y="11933"/>
                  </a:lnTo>
                  <a:lnTo>
                    <a:pt x="7723" y="11585"/>
                  </a:lnTo>
                  <a:lnTo>
                    <a:pt x="8534" y="11122"/>
                  </a:lnTo>
                  <a:lnTo>
                    <a:pt x="9268" y="10620"/>
                  </a:lnTo>
                  <a:lnTo>
                    <a:pt x="9963" y="10079"/>
                  </a:lnTo>
                  <a:lnTo>
                    <a:pt x="10311" y="9770"/>
                  </a:lnTo>
                  <a:lnTo>
                    <a:pt x="10620" y="9423"/>
                  </a:lnTo>
                  <a:lnTo>
                    <a:pt x="10890" y="9075"/>
                  </a:lnTo>
                  <a:lnTo>
                    <a:pt x="11160" y="8728"/>
                  </a:lnTo>
                  <a:lnTo>
                    <a:pt x="11392" y="8342"/>
                  </a:lnTo>
                  <a:lnTo>
                    <a:pt x="11623" y="7955"/>
                  </a:lnTo>
                  <a:lnTo>
                    <a:pt x="11817" y="7569"/>
                  </a:lnTo>
                  <a:lnTo>
                    <a:pt x="11971" y="7183"/>
                  </a:lnTo>
                  <a:lnTo>
                    <a:pt x="12125" y="6758"/>
                  </a:lnTo>
                  <a:lnTo>
                    <a:pt x="12241" y="6334"/>
                  </a:lnTo>
                  <a:lnTo>
                    <a:pt x="12319" y="5948"/>
                  </a:lnTo>
                  <a:lnTo>
                    <a:pt x="12357" y="5523"/>
                  </a:lnTo>
                  <a:lnTo>
                    <a:pt x="12396" y="5098"/>
                  </a:lnTo>
                  <a:lnTo>
                    <a:pt x="12396" y="4673"/>
                  </a:lnTo>
                  <a:lnTo>
                    <a:pt x="12357" y="4248"/>
                  </a:lnTo>
                  <a:lnTo>
                    <a:pt x="12280" y="3824"/>
                  </a:lnTo>
                  <a:lnTo>
                    <a:pt x="12203" y="3438"/>
                  </a:lnTo>
                  <a:lnTo>
                    <a:pt x="12048" y="3051"/>
                  </a:lnTo>
                  <a:lnTo>
                    <a:pt x="11894" y="2665"/>
                  </a:lnTo>
                  <a:lnTo>
                    <a:pt x="11701" y="2279"/>
                  </a:lnTo>
                  <a:lnTo>
                    <a:pt x="11469" y="1893"/>
                  </a:lnTo>
                  <a:lnTo>
                    <a:pt x="11160" y="1545"/>
                  </a:lnTo>
                  <a:lnTo>
                    <a:pt x="10890" y="1275"/>
                  </a:lnTo>
                  <a:lnTo>
                    <a:pt x="10620" y="1005"/>
                  </a:lnTo>
                  <a:lnTo>
                    <a:pt x="10311" y="773"/>
                  </a:lnTo>
                  <a:lnTo>
                    <a:pt x="9963" y="580"/>
                  </a:lnTo>
                  <a:lnTo>
                    <a:pt x="9654" y="387"/>
                  </a:lnTo>
                  <a:lnTo>
                    <a:pt x="9307" y="233"/>
                  </a:lnTo>
                  <a:lnTo>
                    <a:pt x="8920" y="117"/>
                  </a:lnTo>
                  <a:lnTo>
                    <a:pt x="8573" y="39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7"/>
            <p:cNvSpPr/>
            <p:nvPr/>
          </p:nvSpPr>
          <p:spPr>
            <a:xfrm>
              <a:off x="1545225" y="23405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1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7"/>
            <p:cNvSpPr/>
            <p:nvPr/>
          </p:nvSpPr>
          <p:spPr>
            <a:xfrm>
              <a:off x="6777550" y="23482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9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1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7"/>
            <p:cNvSpPr/>
            <p:nvPr/>
          </p:nvSpPr>
          <p:spPr>
            <a:xfrm>
              <a:off x="6642400" y="2349200"/>
              <a:ext cx="437325" cy="301225"/>
            </a:xfrm>
            <a:custGeom>
              <a:avLst/>
              <a:gdLst/>
              <a:ahLst/>
              <a:cxnLst/>
              <a:rect l="l" t="t" r="r" b="b"/>
              <a:pathLst>
                <a:path w="17493" h="12049" extrusionOk="0">
                  <a:moveTo>
                    <a:pt x="12086" y="503"/>
                  </a:moveTo>
                  <a:lnTo>
                    <a:pt x="12202" y="580"/>
                  </a:lnTo>
                  <a:lnTo>
                    <a:pt x="12280" y="657"/>
                  </a:lnTo>
                  <a:lnTo>
                    <a:pt x="12627" y="850"/>
                  </a:lnTo>
                  <a:lnTo>
                    <a:pt x="12897" y="1159"/>
                  </a:lnTo>
                  <a:lnTo>
                    <a:pt x="13129" y="1507"/>
                  </a:lnTo>
                  <a:lnTo>
                    <a:pt x="13322" y="1854"/>
                  </a:lnTo>
                  <a:lnTo>
                    <a:pt x="13477" y="2240"/>
                  </a:lnTo>
                  <a:lnTo>
                    <a:pt x="13631" y="2665"/>
                  </a:lnTo>
                  <a:lnTo>
                    <a:pt x="13824" y="3438"/>
                  </a:lnTo>
                  <a:lnTo>
                    <a:pt x="13090" y="3013"/>
                  </a:lnTo>
                  <a:lnTo>
                    <a:pt x="12704" y="2781"/>
                  </a:lnTo>
                  <a:lnTo>
                    <a:pt x="12357" y="2472"/>
                  </a:lnTo>
                  <a:lnTo>
                    <a:pt x="12009" y="2125"/>
                  </a:lnTo>
                  <a:lnTo>
                    <a:pt x="11816" y="1932"/>
                  </a:lnTo>
                  <a:lnTo>
                    <a:pt x="11662" y="1700"/>
                  </a:lnTo>
                  <a:lnTo>
                    <a:pt x="11507" y="1391"/>
                  </a:lnTo>
                  <a:lnTo>
                    <a:pt x="11430" y="1043"/>
                  </a:lnTo>
                  <a:lnTo>
                    <a:pt x="11662" y="735"/>
                  </a:lnTo>
                  <a:lnTo>
                    <a:pt x="11739" y="619"/>
                  </a:lnTo>
                  <a:lnTo>
                    <a:pt x="11855" y="541"/>
                  </a:lnTo>
                  <a:lnTo>
                    <a:pt x="11971" y="503"/>
                  </a:lnTo>
                  <a:close/>
                  <a:moveTo>
                    <a:pt x="16218" y="1584"/>
                  </a:moveTo>
                  <a:lnTo>
                    <a:pt x="16296" y="1623"/>
                  </a:lnTo>
                  <a:lnTo>
                    <a:pt x="16411" y="1661"/>
                  </a:lnTo>
                  <a:lnTo>
                    <a:pt x="16489" y="1738"/>
                  </a:lnTo>
                  <a:lnTo>
                    <a:pt x="16566" y="1816"/>
                  </a:lnTo>
                  <a:lnTo>
                    <a:pt x="16604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4" y="2511"/>
                  </a:lnTo>
                  <a:lnTo>
                    <a:pt x="16527" y="2665"/>
                  </a:lnTo>
                  <a:lnTo>
                    <a:pt x="16411" y="2820"/>
                  </a:lnTo>
                  <a:lnTo>
                    <a:pt x="16296" y="2974"/>
                  </a:lnTo>
                  <a:lnTo>
                    <a:pt x="15948" y="3206"/>
                  </a:lnTo>
                  <a:lnTo>
                    <a:pt x="15562" y="3399"/>
                  </a:lnTo>
                  <a:lnTo>
                    <a:pt x="15137" y="3553"/>
                  </a:lnTo>
                  <a:lnTo>
                    <a:pt x="14712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7"/>
                  </a:lnTo>
                  <a:lnTo>
                    <a:pt x="15098" y="2279"/>
                  </a:lnTo>
                  <a:lnTo>
                    <a:pt x="15407" y="1970"/>
                  </a:lnTo>
                  <a:lnTo>
                    <a:pt x="15639" y="1816"/>
                  </a:lnTo>
                  <a:lnTo>
                    <a:pt x="15871" y="1661"/>
                  </a:lnTo>
                  <a:lnTo>
                    <a:pt x="16102" y="1623"/>
                  </a:lnTo>
                  <a:lnTo>
                    <a:pt x="16218" y="1584"/>
                  </a:lnTo>
                  <a:close/>
                  <a:moveTo>
                    <a:pt x="13824" y="4287"/>
                  </a:moveTo>
                  <a:lnTo>
                    <a:pt x="13670" y="4557"/>
                  </a:lnTo>
                  <a:lnTo>
                    <a:pt x="13477" y="4789"/>
                  </a:lnTo>
                  <a:lnTo>
                    <a:pt x="13245" y="5021"/>
                  </a:lnTo>
                  <a:lnTo>
                    <a:pt x="13013" y="5214"/>
                  </a:lnTo>
                  <a:lnTo>
                    <a:pt x="12666" y="5484"/>
                  </a:lnTo>
                  <a:lnTo>
                    <a:pt x="12164" y="5754"/>
                  </a:lnTo>
                  <a:lnTo>
                    <a:pt x="11893" y="5870"/>
                  </a:lnTo>
                  <a:lnTo>
                    <a:pt x="11623" y="5948"/>
                  </a:lnTo>
                  <a:lnTo>
                    <a:pt x="11391" y="5986"/>
                  </a:lnTo>
                  <a:lnTo>
                    <a:pt x="11198" y="5948"/>
                  </a:lnTo>
                  <a:lnTo>
                    <a:pt x="11044" y="5870"/>
                  </a:lnTo>
                  <a:lnTo>
                    <a:pt x="10967" y="5793"/>
                  </a:lnTo>
                  <a:lnTo>
                    <a:pt x="10928" y="5716"/>
                  </a:lnTo>
                  <a:lnTo>
                    <a:pt x="10889" y="5639"/>
                  </a:lnTo>
                  <a:lnTo>
                    <a:pt x="10889" y="5446"/>
                  </a:lnTo>
                  <a:lnTo>
                    <a:pt x="10967" y="5252"/>
                  </a:lnTo>
                  <a:lnTo>
                    <a:pt x="11121" y="5098"/>
                  </a:lnTo>
                  <a:lnTo>
                    <a:pt x="11276" y="4944"/>
                  </a:lnTo>
                  <a:lnTo>
                    <a:pt x="11546" y="4750"/>
                  </a:lnTo>
                  <a:lnTo>
                    <a:pt x="11816" y="4635"/>
                  </a:lnTo>
                  <a:lnTo>
                    <a:pt x="12086" y="4557"/>
                  </a:lnTo>
                  <a:lnTo>
                    <a:pt x="12627" y="4480"/>
                  </a:lnTo>
                  <a:lnTo>
                    <a:pt x="13245" y="4403"/>
                  </a:lnTo>
                  <a:lnTo>
                    <a:pt x="13554" y="4364"/>
                  </a:lnTo>
                  <a:lnTo>
                    <a:pt x="13824" y="4287"/>
                  </a:lnTo>
                  <a:close/>
                  <a:moveTo>
                    <a:pt x="14403" y="4248"/>
                  </a:moveTo>
                  <a:lnTo>
                    <a:pt x="15098" y="4596"/>
                  </a:lnTo>
                  <a:lnTo>
                    <a:pt x="15407" y="4789"/>
                  </a:lnTo>
                  <a:lnTo>
                    <a:pt x="15716" y="4982"/>
                  </a:lnTo>
                  <a:lnTo>
                    <a:pt x="15909" y="5137"/>
                  </a:lnTo>
                  <a:lnTo>
                    <a:pt x="16141" y="5368"/>
                  </a:lnTo>
                  <a:lnTo>
                    <a:pt x="16411" y="5677"/>
                  </a:lnTo>
                  <a:lnTo>
                    <a:pt x="16643" y="5986"/>
                  </a:lnTo>
                  <a:lnTo>
                    <a:pt x="16875" y="6334"/>
                  </a:lnTo>
                  <a:lnTo>
                    <a:pt x="16991" y="6681"/>
                  </a:lnTo>
                  <a:lnTo>
                    <a:pt x="16991" y="6836"/>
                  </a:lnTo>
                  <a:lnTo>
                    <a:pt x="16991" y="6990"/>
                  </a:lnTo>
                  <a:lnTo>
                    <a:pt x="16952" y="7106"/>
                  </a:lnTo>
                  <a:lnTo>
                    <a:pt x="16836" y="7222"/>
                  </a:lnTo>
                  <a:lnTo>
                    <a:pt x="16759" y="7299"/>
                  </a:lnTo>
                  <a:lnTo>
                    <a:pt x="16643" y="7338"/>
                  </a:lnTo>
                  <a:lnTo>
                    <a:pt x="16373" y="7338"/>
                  </a:lnTo>
                  <a:lnTo>
                    <a:pt x="16141" y="7222"/>
                  </a:lnTo>
                  <a:lnTo>
                    <a:pt x="15871" y="7029"/>
                  </a:lnTo>
                  <a:lnTo>
                    <a:pt x="15600" y="6797"/>
                  </a:lnTo>
                  <a:lnTo>
                    <a:pt x="15369" y="6565"/>
                  </a:lnTo>
                  <a:lnTo>
                    <a:pt x="15060" y="6141"/>
                  </a:lnTo>
                  <a:lnTo>
                    <a:pt x="14828" y="5716"/>
                  </a:lnTo>
                  <a:lnTo>
                    <a:pt x="14635" y="5252"/>
                  </a:lnTo>
                  <a:lnTo>
                    <a:pt x="14519" y="4750"/>
                  </a:lnTo>
                  <a:lnTo>
                    <a:pt x="14403" y="4248"/>
                  </a:lnTo>
                  <a:close/>
                  <a:moveTo>
                    <a:pt x="11855" y="1"/>
                  </a:moveTo>
                  <a:lnTo>
                    <a:pt x="11584" y="39"/>
                  </a:lnTo>
                  <a:lnTo>
                    <a:pt x="11469" y="117"/>
                  </a:lnTo>
                  <a:lnTo>
                    <a:pt x="11353" y="194"/>
                  </a:lnTo>
                  <a:lnTo>
                    <a:pt x="11160" y="387"/>
                  </a:lnTo>
                  <a:lnTo>
                    <a:pt x="11005" y="619"/>
                  </a:lnTo>
                  <a:lnTo>
                    <a:pt x="10928" y="812"/>
                  </a:lnTo>
                  <a:lnTo>
                    <a:pt x="10928" y="1005"/>
                  </a:lnTo>
                  <a:lnTo>
                    <a:pt x="10928" y="1236"/>
                  </a:lnTo>
                  <a:lnTo>
                    <a:pt x="11005" y="1468"/>
                  </a:lnTo>
                  <a:lnTo>
                    <a:pt x="11082" y="1661"/>
                  </a:lnTo>
                  <a:lnTo>
                    <a:pt x="11198" y="1893"/>
                  </a:lnTo>
                  <a:lnTo>
                    <a:pt x="11546" y="2318"/>
                  </a:lnTo>
                  <a:lnTo>
                    <a:pt x="11932" y="2742"/>
                  </a:lnTo>
                  <a:lnTo>
                    <a:pt x="12395" y="3090"/>
                  </a:lnTo>
                  <a:lnTo>
                    <a:pt x="12859" y="3399"/>
                  </a:lnTo>
                  <a:lnTo>
                    <a:pt x="12859" y="3399"/>
                  </a:lnTo>
                  <a:lnTo>
                    <a:pt x="12048" y="3283"/>
                  </a:lnTo>
                  <a:lnTo>
                    <a:pt x="11198" y="3283"/>
                  </a:lnTo>
                  <a:lnTo>
                    <a:pt x="10387" y="3322"/>
                  </a:lnTo>
                  <a:lnTo>
                    <a:pt x="9615" y="3476"/>
                  </a:lnTo>
                  <a:lnTo>
                    <a:pt x="9654" y="3013"/>
                  </a:lnTo>
                  <a:lnTo>
                    <a:pt x="9654" y="2511"/>
                  </a:lnTo>
                  <a:lnTo>
                    <a:pt x="9615" y="2009"/>
                  </a:lnTo>
                  <a:lnTo>
                    <a:pt x="9538" y="1507"/>
                  </a:lnTo>
                  <a:lnTo>
                    <a:pt x="9075" y="1623"/>
                  </a:lnTo>
                  <a:lnTo>
                    <a:pt x="9152" y="2086"/>
                  </a:lnTo>
                  <a:lnTo>
                    <a:pt x="9152" y="2588"/>
                  </a:lnTo>
                  <a:lnTo>
                    <a:pt x="9152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5" y="3901"/>
                  </a:lnTo>
                  <a:lnTo>
                    <a:pt x="7414" y="4287"/>
                  </a:lnTo>
                  <a:lnTo>
                    <a:pt x="6603" y="4712"/>
                  </a:lnTo>
                  <a:lnTo>
                    <a:pt x="5831" y="5214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5" y="6218"/>
                  </a:lnTo>
                  <a:lnTo>
                    <a:pt x="3823" y="6913"/>
                  </a:lnTo>
                  <a:lnTo>
                    <a:pt x="3089" y="7685"/>
                  </a:lnTo>
                  <a:lnTo>
                    <a:pt x="2394" y="8496"/>
                  </a:lnTo>
                  <a:lnTo>
                    <a:pt x="1738" y="9307"/>
                  </a:lnTo>
                  <a:lnTo>
                    <a:pt x="1081" y="10157"/>
                  </a:lnTo>
                  <a:lnTo>
                    <a:pt x="502" y="10967"/>
                  </a:lnTo>
                  <a:lnTo>
                    <a:pt x="0" y="11778"/>
                  </a:lnTo>
                  <a:lnTo>
                    <a:pt x="348" y="12049"/>
                  </a:lnTo>
                  <a:lnTo>
                    <a:pt x="1545" y="10504"/>
                  </a:lnTo>
                  <a:lnTo>
                    <a:pt x="2742" y="8959"/>
                  </a:lnTo>
                  <a:lnTo>
                    <a:pt x="3360" y="8226"/>
                  </a:lnTo>
                  <a:lnTo>
                    <a:pt x="4016" y="7492"/>
                  </a:lnTo>
                  <a:lnTo>
                    <a:pt x="4711" y="6797"/>
                  </a:lnTo>
                  <a:lnTo>
                    <a:pt x="5483" y="6179"/>
                  </a:lnTo>
                  <a:lnTo>
                    <a:pt x="6256" y="5561"/>
                  </a:lnTo>
                  <a:lnTo>
                    <a:pt x="7105" y="5059"/>
                  </a:lnTo>
                  <a:lnTo>
                    <a:pt x="7993" y="4596"/>
                  </a:lnTo>
                  <a:lnTo>
                    <a:pt x="8457" y="4442"/>
                  </a:lnTo>
                  <a:lnTo>
                    <a:pt x="8920" y="4248"/>
                  </a:lnTo>
                  <a:lnTo>
                    <a:pt x="9422" y="4133"/>
                  </a:lnTo>
                  <a:lnTo>
                    <a:pt x="9885" y="4017"/>
                  </a:lnTo>
                  <a:lnTo>
                    <a:pt x="10387" y="3901"/>
                  </a:lnTo>
                  <a:lnTo>
                    <a:pt x="10851" y="3862"/>
                  </a:lnTo>
                  <a:lnTo>
                    <a:pt x="11353" y="3824"/>
                  </a:lnTo>
                  <a:lnTo>
                    <a:pt x="11855" y="3824"/>
                  </a:lnTo>
                  <a:lnTo>
                    <a:pt x="12357" y="3862"/>
                  </a:lnTo>
                  <a:lnTo>
                    <a:pt x="12859" y="3901"/>
                  </a:lnTo>
                  <a:lnTo>
                    <a:pt x="12318" y="3978"/>
                  </a:lnTo>
                  <a:lnTo>
                    <a:pt x="11855" y="4094"/>
                  </a:lnTo>
                  <a:lnTo>
                    <a:pt x="11391" y="4287"/>
                  </a:lnTo>
                  <a:lnTo>
                    <a:pt x="11198" y="4403"/>
                  </a:lnTo>
                  <a:lnTo>
                    <a:pt x="11005" y="4557"/>
                  </a:lnTo>
                  <a:lnTo>
                    <a:pt x="10851" y="4673"/>
                  </a:lnTo>
                  <a:lnTo>
                    <a:pt x="10696" y="4866"/>
                  </a:lnTo>
                  <a:lnTo>
                    <a:pt x="10542" y="5059"/>
                  </a:lnTo>
                  <a:lnTo>
                    <a:pt x="10465" y="5291"/>
                  </a:lnTo>
                  <a:lnTo>
                    <a:pt x="10387" y="5523"/>
                  </a:lnTo>
                  <a:lnTo>
                    <a:pt x="10387" y="5754"/>
                  </a:lnTo>
                  <a:lnTo>
                    <a:pt x="10426" y="5948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4"/>
                  </a:lnTo>
                  <a:lnTo>
                    <a:pt x="11005" y="6411"/>
                  </a:lnTo>
                  <a:lnTo>
                    <a:pt x="11276" y="6449"/>
                  </a:lnTo>
                  <a:lnTo>
                    <a:pt x="11584" y="6411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3"/>
                  </a:lnTo>
                  <a:lnTo>
                    <a:pt x="13438" y="5484"/>
                  </a:lnTo>
                  <a:lnTo>
                    <a:pt x="13399" y="5523"/>
                  </a:lnTo>
                  <a:lnTo>
                    <a:pt x="13786" y="5716"/>
                  </a:lnTo>
                  <a:lnTo>
                    <a:pt x="14056" y="4866"/>
                  </a:lnTo>
                  <a:lnTo>
                    <a:pt x="14210" y="5407"/>
                  </a:lnTo>
                  <a:lnTo>
                    <a:pt x="14403" y="5909"/>
                  </a:lnTo>
                  <a:lnTo>
                    <a:pt x="14674" y="6411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7" y="7299"/>
                  </a:lnTo>
                  <a:lnTo>
                    <a:pt x="15678" y="7492"/>
                  </a:lnTo>
                  <a:lnTo>
                    <a:pt x="15987" y="7685"/>
                  </a:lnTo>
                  <a:lnTo>
                    <a:pt x="16296" y="7801"/>
                  </a:lnTo>
                  <a:lnTo>
                    <a:pt x="16604" y="7878"/>
                  </a:lnTo>
                  <a:lnTo>
                    <a:pt x="16759" y="7878"/>
                  </a:lnTo>
                  <a:lnTo>
                    <a:pt x="16875" y="7840"/>
                  </a:lnTo>
                  <a:lnTo>
                    <a:pt x="17029" y="7801"/>
                  </a:lnTo>
                  <a:lnTo>
                    <a:pt x="17184" y="7724"/>
                  </a:lnTo>
                  <a:lnTo>
                    <a:pt x="17299" y="7647"/>
                  </a:lnTo>
                  <a:lnTo>
                    <a:pt x="17377" y="7531"/>
                  </a:lnTo>
                  <a:lnTo>
                    <a:pt x="17415" y="7376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5" y="6604"/>
                  </a:lnTo>
                  <a:lnTo>
                    <a:pt x="17299" y="6295"/>
                  </a:lnTo>
                  <a:lnTo>
                    <a:pt x="17184" y="5986"/>
                  </a:lnTo>
                  <a:lnTo>
                    <a:pt x="17029" y="5716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1"/>
                  </a:lnTo>
                  <a:lnTo>
                    <a:pt x="16257" y="4789"/>
                  </a:lnTo>
                  <a:lnTo>
                    <a:pt x="16025" y="4596"/>
                  </a:lnTo>
                  <a:lnTo>
                    <a:pt x="15523" y="4287"/>
                  </a:lnTo>
                  <a:lnTo>
                    <a:pt x="14944" y="4017"/>
                  </a:lnTo>
                  <a:lnTo>
                    <a:pt x="15407" y="3901"/>
                  </a:lnTo>
                  <a:lnTo>
                    <a:pt x="15832" y="3746"/>
                  </a:lnTo>
                  <a:lnTo>
                    <a:pt x="16218" y="3515"/>
                  </a:lnTo>
                  <a:lnTo>
                    <a:pt x="16604" y="3244"/>
                  </a:lnTo>
                  <a:lnTo>
                    <a:pt x="16759" y="3051"/>
                  </a:lnTo>
                  <a:lnTo>
                    <a:pt x="16913" y="2858"/>
                  </a:lnTo>
                  <a:lnTo>
                    <a:pt x="17029" y="2665"/>
                  </a:lnTo>
                  <a:lnTo>
                    <a:pt x="17106" y="2434"/>
                  </a:lnTo>
                  <a:lnTo>
                    <a:pt x="17145" y="2163"/>
                  </a:lnTo>
                  <a:lnTo>
                    <a:pt x="17106" y="1932"/>
                  </a:lnTo>
                  <a:lnTo>
                    <a:pt x="17068" y="1700"/>
                  </a:lnTo>
                  <a:lnTo>
                    <a:pt x="16913" y="1468"/>
                  </a:lnTo>
                  <a:lnTo>
                    <a:pt x="16759" y="1314"/>
                  </a:lnTo>
                  <a:lnTo>
                    <a:pt x="16566" y="1198"/>
                  </a:lnTo>
                  <a:lnTo>
                    <a:pt x="16334" y="1159"/>
                  </a:lnTo>
                  <a:lnTo>
                    <a:pt x="16102" y="1159"/>
                  </a:lnTo>
                  <a:lnTo>
                    <a:pt x="15909" y="1198"/>
                  </a:lnTo>
                  <a:lnTo>
                    <a:pt x="15678" y="1236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5" y="1777"/>
                  </a:lnTo>
                  <a:lnTo>
                    <a:pt x="14596" y="2163"/>
                  </a:lnTo>
                  <a:lnTo>
                    <a:pt x="14326" y="2588"/>
                  </a:lnTo>
                  <a:lnTo>
                    <a:pt x="14094" y="3013"/>
                  </a:lnTo>
                  <a:lnTo>
                    <a:pt x="13940" y="2434"/>
                  </a:lnTo>
                  <a:lnTo>
                    <a:pt x="13747" y="1893"/>
                  </a:lnTo>
                  <a:lnTo>
                    <a:pt x="13515" y="1352"/>
                  </a:lnTo>
                  <a:lnTo>
                    <a:pt x="13168" y="850"/>
                  </a:lnTo>
                  <a:lnTo>
                    <a:pt x="13013" y="657"/>
                  </a:lnTo>
                  <a:lnTo>
                    <a:pt x="12820" y="464"/>
                  </a:lnTo>
                  <a:lnTo>
                    <a:pt x="12588" y="271"/>
                  </a:lnTo>
                  <a:lnTo>
                    <a:pt x="12357" y="117"/>
                  </a:lnTo>
                  <a:lnTo>
                    <a:pt x="12086" y="39"/>
                  </a:lnTo>
                  <a:lnTo>
                    <a:pt x="118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7"/>
            <p:cNvSpPr/>
            <p:nvPr/>
          </p:nvSpPr>
          <p:spPr>
            <a:xfrm>
              <a:off x="4161375" y="2367550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6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6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1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7"/>
            <p:cNvSpPr/>
            <p:nvPr/>
          </p:nvSpPr>
          <p:spPr>
            <a:xfrm>
              <a:off x="4673025" y="2378175"/>
              <a:ext cx="330175" cy="176675"/>
            </a:xfrm>
            <a:custGeom>
              <a:avLst/>
              <a:gdLst/>
              <a:ahLst/>
              <a:cxnLst/>
              <a:rect l="l" t="t" r="r" b="b"/>
              <a:pathLst>
                <a:path w="13207" h="7067" extrusionOk="0">
                  <a:moveTo>
                    <a:pt x="8110" y="309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79"/>
                  </a:lnTo>
                  <a:lnTo>
                    <a:pt x="8728" y="888"/>
                  </a:lnTo>
                  <a:lnTo>
                    <a:pt x="8766" y="1197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7"/>
                  </a:lnTo>
                  <a:lnTo>
                    <a:pt x="8033" y="2858"/>
                  </a:lnTo>
                  <a:lnTo>
                    <a:pt x="6836" y="4711"/>
                  </a:lnTo>
                  <a:lnTo>
                    <a:pt x="6681" y="4711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7"/>
                  </a:lnTo>
                  <a:lnTo>
                    <a:pt x="7453" y="888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09"/>
                  </a:lnTo>
                  <a:close/>
                  <a:moveTo>
                    <a:pt x="5909" y="5406"/>
                  </a:moveTo>
                  <a:lnTo>
                    <a:pt x="4673" y="5831"/>
                  </a:lnTo>
                  <a:lnTo>
                    <a:pt x="3437" y="6217"/>
                  </a:lnTo>
                  <a:lnTo>
                    <a:pt x="2781" y="6372"/>
                  </a:lnTo>
                  <a:lnTo>
                    <a:pt x="2125" y="6526"/>
                  </a:lnTo>
                  <a:lnTo>
                    <a:pt x="1700" y="6565"/>
                  </a:lnTo>
                  <a:lnTo>
                    <a:pt x="1314" y="6603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7"/>
                  </a:lnTo>
                  <a:lnTo>
                    <a:pt x="696" y="6063"/>
                  </a:lnTo>
                  <a:lnTo>
                    <a:pt x="696" y="5908"/>
                  </a:lnTo>
                  <a:lnTo>
                    <a:pt x="734" y="5792"/>
                  </a:lnTo>
                  <a:lnTo>
                    <a:pt x="812" y="5715"/>
                  </a:lnTo>
                  <a:lnTo>
                    <a:pt x="889" y="5677"/>
                  </a:lnTo>
                  <a:lnTo>
                    <a:pt x="1082" y="5599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6"/>
                  </a:lnTo>
                  <a:close/>
                  <a:moveTo>
                    <a:pt x="7067" y="5097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5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8"/>
                  </a:lnTo>
                  <a:lnTo>
                    <a:pt x="12589" y="6024"/>
                  </a:lnTo>
                  <a:lnTo>
                    <a:pt x="12628" y="6179"/>
                  </a:lnTo>
                  <a:lnTo>
                    <a:pt x="12589" y="6526"/>
                  </a:lnTo>
                  <a:lnTo>
                    <a:pt x="12435" y="6603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3"/>
                  </a:lnTo>
                  <a:lnTo>
                    <a:pt x="10929" y="6526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8"/>
                  </a:lnTo>
                  <a:lnTo>
                    <a:pt x="8226" y="5677"/>
                  </a:lnTo>
                  <a:lnTo>
                    <a:pt x="7067" y="5097"/>
                  </a:lnTo>
                  <a:close/>
                  <a:moveTo>
                    <a:pt x="8148" y="0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6"/>
                  </a:lnTo>
                  <a:lnTo>
                    <a:pt x="6681" y="2433"/>
                  </a:lnTo>
                  <a:lnTo>
                    <a:pt x="6527" y="3591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0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7"/>
                  </a:lnTo>
                  <a:lnTo>
                    <a:pt x="1391" y="5175"/>
                  </a:lnTo>
                  <a:lnTo>
                    <a:pt x="1005" y="5213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599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4"/>
                  </a:lnTo>
                  <a:lnTo>
                    <a:pt x="117" y="6449"/>
                  </a:lnTo>
                  <a:lnTo>
                    <a:pt x="232" y="6603"/>
                  </a:lnTo>
                  <a:lnTo>
                    <a:pt x="348" y="6681"/>
                  </a:lnTo>
                  <a:lnTo>
                    <a:pt x="464" y="6796"/>
                  </a:lnTo>
                  <a:lnTo>
                    <a:pt x="773" y="6912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2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5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8"/>
                  </a:lnTo>
                  <a:lnTo>
                    <a:pt x="6758" y="6101"/>
                  </a:lnTo>
                  <a:lnTo>
                    <a:pt x="6836" y="6294"/>
                  </a:lnTo>
                  <a:lnTo>
                    <a:pt x="7106" y="6256"/>
                  </a:lnTo>
                  <a:lnTo>
                    <a:pt x="7106" y="6217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6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6"/>
                  </a:lnTo>
                  <a:lnTo>
                    <a:pt x="11045" y="6951"/>
                  </a:lnTo>
                  <a:lnTo>
                    <a:pt x="11469" y="7028"/>
                  </a:lnTo>
                  <a:lnTo>
                    <a:pt x="11933" y="7067"/>
                  </a:lnTo>
                  <a:lnTo>
                    <a:pt x="12396" y="7028"/>
                  </a:lnTo>
                  <a:lnTo>
                    <a:pt x="12589" y="6990"/>
                  </a:lnTo>
                  <a:lnTo>
                    <a:pt x="12782" y="6912"/>
                  </a:lnTo>
                  <a:lnTo>
                    <a:pt x="12937" y="6796"/>
                  </a:lnTo>
                  <a:lnTo>
                    <a:pt x="13053" y="6681"/>
                  </a:lnTo>
                  <a:lnTo>
                    <a:pt x="13130" y="6526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4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6"/>
                  </a:lnTo>
                  <a:lnTo>
                    <a:pt x="12242" y="5290"/>
                  </a:lnTo>
                  <a:lnTo>
                    <a:pt x="11894" y="5213"/>
                  </a:lnTo>
                  <a:lnTo>
                    <a:pt x="11315" y="5097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1"/>
                  </a:lnTo>
                  <a:lnTo>
                    <a:pt x="8071" y="3514"/>
                  </a:lnTo>
                  <a:lnTo>
                    <a:pt x="8496" y="2858"/>
                  </a:lnTo>
                  <a:lnTo>
                    <a:pt x="8844" y="2201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6"/>
                  </a:lnTo>
                  <a:lnTo>
                    <a:pt x="9075" y="1275"/>
                  </a:lnTo>
                  <a:lnTo>
                    <a:pt x="9037" y="1004"/>
                  </a:lnTo>
                  <a:lnTo>
                    <a:pt x="8959" y="811"/>
                  </a:lnTo>
                  <a:lnTo>
                    <a:pt x="8882" y="579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7"/>
            <p:cNvSpPr/>
            <p:nvPr/>
          </p:nvSpPr>
          <p:spPr>
            <a:xfrm>
              <a:off x="1437100" y="2381075"/>
              <a:ext cx="93675" cy="93650"/>
            </a:xfrm>
            <a:custGeom>
              <a:avLst/>
              <a:gdLst/>
              <a:ahLst/>
              <a:cxnLst/>
              <a:rect l="l" t="t" r="r" b="b"/>
              <a:pathLst>
                <a:path w="3747" h="3746" extrusionOk="0">
                  <a:moveTo>
                    <a:pt x="1584" y="463"/>
                  </a:moveTo>
                  <a:lnTo>
                    <a:pt x="2086" y="541"/>
                  </a:lnTo>
                  <a:lnTo>
                    <a:pt x="2318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5"/>
                  </a:lnTo>
                  <a:lnTo>
                    <a:pt x="3090" y="1197"/>
                  </a:lnTo>
                  <a:lnTo>
                    <a:pt x="3206" y="1429"/>
                  </a:lnTo>
                  <a:lnTo>
                    <a:pt x="3244" y="1699"/>
                  </a:lnTo>
                  <a:lnTo>
                    <a:pt x="3244" y="1969"/>
                  </a:lnTo>
                  <a:lnTo>
                    <a:pt x="3206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7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3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3"/>
                  </a:lnTo>
                  <a:close/>
                  <a:moveTo>
                    <a:pt x="1893" y="0"/>
                  </a:moveTo>
                  <a:lnTo>
                    <a:pt x="1700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4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9" y="579"/>
                  </a:lnTo>
                  <a:lnTo>
                    <a:pt x="425" y="772"/>
                  </a:lnTo>
                  <a:lnTo>
                    <a:pt x="271" y="965"/>
                  </a:lnTo>
                  <a:lnTo>
                    <a:pt x="155" y="1236"/>
                  </a:lnTo>
                  <a:lnTo>
                    <a:pt x="78" y="1467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7" y="2510"/>
                  </a:lnTo>
                  <a:lnTo>
                    <a:pt x="310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8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7" y="3437"/>
                  </a:lnTo>
                  <a:lnTo>
                    <a:pt x="3128" y="3244"/>
                  </a:lnTo>
                  <a:lnTo>
                    <a:pt x="3322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8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5" y="1004"/>
                  </a:lnTo>
                  <a:lnTo>
                    <a:pt x="3322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7"/>
            <p:cNvSpPr/>
            <p:nvPr/>
          </p:nvSpPr>
          <p:spPr>
            <a:xfrm>
              <a:off x="3476925" y="23916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7" y="1159"/>
                  </a:lnTo>
                  <a:lnTo>
                    <a:pt x="1391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6" y="1816"/>
                  </a:lnTo>
                  <a:lnTo>
                    <a:pt x="387" y="1700"/>
                  </a:lnTo>
                  <a:lnTo>
                    <a:pt x="348" y="1584"/>
                  </a:lnTo>
                  <a:lnTo>
                    <a:pt x="387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2" y="1623"/>
                  </a:lnTo>
                  <a:lnTo>
                    <a:pt x="3669" y="1700"/>
                  </a:lnTo>
                  <a:lnTo>
                    <a:pt x="3747" y="1816"/>
                  </a:lnTo>
                  <a:lnTo>
                    <a:pt x="3747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9" y="2356"/>
                  </a:lnTo>
                  <a:lnTo>
                    <a:pt x="3206" y="2434"/>
                  </a:lnTo>
                  <a:lnTo>
                    <a:pt x="3013" y="2395"/>
                  </a:lnTo>
                  <a:lnTo>
                    <a:pt x="2820" y="2356"/>
                  </a:lnTo>
                  <a:lnTo>
                    <a:pt x="2627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1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90" y="1468"/>
                  </a:lnTo>
                  <a:close/>
                  <a:moveTo>
                    <a:pt x="3747" y="4750"/>
                  </a:moveTo>
                  <a:lnTo>
                    <a:pt x="3901" y="4789"/>
                  </a:lnTo>
                  <a:lnTo>
                    <a:pt x="4017" y="4828"/>
                  </a:lnTo>
                  <a:lnTo>
                    <a:pt x="4094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3" y="5368"/>
                  </a:lnTo>
                  <a:lnTo>
                    <a:pt x="4094" y="5484"/>
                  </a:lnTo>
                  <a:lnTo>
                    <a:pt x="3978" y="5600"/>
                  </a:lnTo>
                  <a:lnTo>
                    <a:pt x="3785" y="5754"/>
                  </a:lnTo>
                  <a:lnTo>
                    <a:pt x="3515" y="5870"/>
                  </a:lnTo>
                  <a:lnTo>
                    <a:pt x="3129" y="5870"/>
                  </a:lnTo>
                  <a:lnTo>
                    <a:pt x="2743" y="5793"/>
                  </a:lnTo>
                  <a:lnTo>
                    <a:pt x="2936" y="5368"/>
                  </a:lnTo>
                  <a:lnTo>
                    <a:pt x="3051" y="5214"/>
                  </a:lnTo>
                  <a:lnTo>
                    <a:pt x="3206" y="5021"/>
                  </a:lnTo>
                  <a:lnTo>
                    <a:pt x="3476" y="4866"/>
                  </a:lnTo>
                  <a:lnTo>
                    <a:pt x="3631" y="4789"/>
                  </a:lnTo>
                  <a:lnTo>
                    <a:pt x="3747" y="4750"/>
                  </a:lnTo>
                  <a:close/>
                  <a:moveTo>
                    <a:pt x="1121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3" y="6102"/>
                  </a:lnTo>
                  <a:lnTo>
                    <a:pt x="1430" y="6256"/>
                  </a:lnTo>
                  <a:lnTo>
                    <a:pt x="1237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6" y="6334"/>
                  </a:lnTo>
                  <a:lnTo>
                    <a:pt x="503" y="6179"/>
                  </a:lnTo>
                  <a:lnTo>
                    <a:pt x="426" y="6025"/>
                  </a:lnTo>
                  <a:lnTo>
                    <a:pt x="426" y="5909"/>
                  </a:lnTo>
                  <a:lnTo>
                    <a:pt x="464" y="5754"/>
                  </a:lnTo>
                  <a:lnTo>
                    <a:pt x="580" y="5677"/>
                  </a:lnTo>
                  <a:lnTo>
                    <a:pt x="696" y="5600"/>
                  </a:lnTo>
                  <a:lnTo>
                    <a:pt x="850" y="5523"/>
                  </a:lnTo>
                  <a:close/>
                  <a:moveTo>
                    <a:pt x="5716" y="6218"/>
                  </a:moveTo>
                  <a:lnTo>
                    <a:pt x="5870" y="6334"/>
                  </a:lnTo>
                  <a:lnTo>
                    <a:pt x="5948" y="6411"/>
                  </a:lnTo>
                  <a:lnTo>
                    <a:pt x="5986" y="6527"/>
                  </a:lnTo>
                  <a:lnTo>
                    <a:pt x="6025" y="6681"/>
                  </a:lnTo>
                  <a:lnTo>
                    <a:pt x="5986" y="6797"/>
                  </a:lnTo>
                  <a:lnTo>
                    <a:pt x="5909" y="7067"/>
                  </a:lnTo>
                  <a:lnTo>
                    <a:pt x="5793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1" y="7801"/>
                  </a:lnTo>
                  <a:lnTo>
                    <a:pt x="5059" y="7917"/>
                  </a:lnTo>
                  <a:lnTo>
                    <a:pt x="5098" y="7878"/>
                  </a:lnTo>
                  <a:lnTo>
                    <a:pt x="5021" y="7415"/>
                  </a:lnTo>
                  <a:lnTo>
                    <a:pt x="4982" y="7183"/>
                  </a:lnTo>
                  <a:lnTo>
                    <a:pt x="5021" y="6952"/>
                  </a:lnTo>
                  <a:lnTo>
                    <a:pt x="5137" y="6681"/>
                  </a:lnTo>
                  <a:lnTo>
                    <a:pt x="5214" y="6527"/>
                  </a:lnTo>
                  <a:lnTo>
                    <a:pt x="5330" y="6372"/>
                  </a:lnTo>
                  <a:lnTo>
                    <a:pt x="5446" y="6256"/>
                  </a:lnTo>
                  <a:lnTo>
                    <a:pt x="5600" y="6218"/>
                  </a:lnTo>
                  <a:close/>
                  <a:moveTo>
                    <a:pt x="8960" y="8071"/>
                  </a:moveTo>
                  <a:lnTo>
                    <a:pt x="9153" y="8110"/>
                  </a:lnTo>
                  <a:lnTo>
                    <a:pt x="9268" y="8187"/>
                  </a:lnTo>
                  <a:lnTo>
                    <a:pt x="9346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7" y="9153"/>
                  </a:lnTo>
                  <a:lnTo>
                    <a:pt x="8805" y="9346"/>
                  </a:lnTo>
                  <a:lnTo>
                    <a:pt x="8689" y="9384"/>
                  </a:lnTo>
                  <a:lnTo>
                    <a:pt x="8612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2" y="9346"/>
                  </a:lnTo>
                  <a:lnTo>
                    <a:pt x="8264" y="9346"/>
                  </a:lnTo>
                  <a:lnTo>
                    <a:pt x="8226" y="8960"/>
                  </a:lnTo>
                  <a:lnTo>
                    <a:pt x="8226" y="8766"/>
                  </a:lnTo>
                  <a:lnTo>
                    <a:pt x="8264" y="8573"/>
                  </a:lnTo>
                  <a:lnTo>
                    <a:pt x="8342" y="8342"/>
                  </a:lnTo>
                  <a:lnTo>
                    <a:pt x="8496" y="8187"/>
                  </a:lnTo>
                  <a:lnTo>
                    <a:pt x="8728" y="8110"/>
                  </a:lnTo>
                  <a:lnTo>
                    <a:pt x="8844" y="8071"/>
                  </a:lnTo>
                  <a:close/>
                  <a:moveTo>
                    <a:pt x="4944" y="8380"/>
                  </a:moveTo>
                  <a:lnTo>
                    <a:pt x="4944" y="8419"/>
                  </a:lnTo>
                  <a:lnTo>
                    <a:pt x="4751" y="8805"/>
                  </a:lnTo>
                  <a:lnTo>
                    <a:pt x="4596" y="8960"/>
                  </a:lnTo>
                  <a:lnTo>
                    <a:pt x="4442" y="9153"/>
                  </a:lnTo>
                  <a:lnTo>
                    <a:pt x="4210" y="9307"/>
                  </a:lnTo>
                  <a:lnTo>
                    <a:pt x="3940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9" y="9346"/>
                  </a:lnTo>
                  <a:lnTo>
                    <a:pt x="3322" y="9191"/>
                  </a:lnTo>
                  <a:lnTo>
                    <a:pt x="3322" y="9075"/>
                  </a:lnTo>
                  <a:lnTo>
                    <a:pt x="3322" y="8960"/>
                  </a:lnTo>
                  <a:lnTo>
                    <a:pt x="3399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5" y="8458"/>
                  </a:lnTo>
                  <a:lnTo>
                    <a:pt x="4055" y="8380"/>
                  </a:lnTo>
                  <a:lnTo>
                    <a:pt x="4326" y="8380"/>
                  </a:lnTo>
                  <a:lnTo>
                    <a:pt x="4905" y="8419"/>
                  </a:lnTo>
                  <a:lnTo>
                    <a:pt x="4944" y="8380"/>
                  </a:lnTo>
                  <a:close/>
                  <a:moveTo>
                    <a:pt x="7994" y="10002"/>
                  </a:moveTo>
                  <a:lnTo>
                    <a:pt x="7956" y="10195"/>
                  </a:lnTo>
                  <a:lnTo>
                    <a:pt x="7917" y="10350"/>
                  </a:lnTo>
                  <a:lnTo>
                    <a:pt x="7840" y="10543"/>
                  </a:lnTo>
                  <a:lnTo>
                    <a:pt x="7724" y="10697"/>
                  </a:lnTo>
                  <a:lnTo>
                    <a:pt x="7608" y="10813"/>
                  </a:lnTo>
                  <a:lnTo>
                    <a:pt x="7492" y="10929"/>
                  </a:lnTo>
                  <a:lnTo>
                    <a:pt x="7338" y="11045"/>
                  </a:lnTo>
                  <a:lnTo>
                    <a:pt x="7145" y="11083"/>
                  </a:lnTo>
                  <a:lnTo>
                    <a:pt x="6952" y="11122"/>
                  </a:lnTo>
                  <a:lnTo>
                    <a:pt x="6797" y="11083"/>
                  </a:lnTo>
                  <a:lnTo>
                    <a:pt x="6720" y="11045"/>
                  </a:lnTo>
                  <a:lnTo>
                    <a:pt x="6681" y="10967"/>
                  </a:lnTo>
                  <a:lnTo>
                    <a:pt x="6643" y="10890"/>
                  </a:lnTo>
                  <a:lnTo>
                    <a:pt x="6604" y="10813"/>
                  </a:lnTo>
                  <a:lnTo>
                    <a:pt x="6643" y="10620"/>
                  </a:lnTo>
                  <a:lnTo>
                    <a:pt x="6720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2" y="10157"/>
                  </a:lnTo>
                  <a:lnTo>
                    <a:pt x="7492" y="10079"/>
                  </a:lnTo>
                  <a:lnTo>
                    <a:pt x="7724" y="10041"/>
                  </a:lnTo>
                  <a:lnTo>
                    <a:pt x="7994" y="10002"/>
                  </a:lnTo>
                  <a:close/>
                  <a:moveTo>
                    <a:pt x="2202" y="1"/>
                  </a:moveTo>
                  <a:lnTo>
                    <a:pt x="2009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1" y="812"/>
                  </a:lnTo>
                  <a:lnTo>
                    <a:pt x="1237" y="773"/>
                  </a:lnTo>
                  <a:lnTo>
                    <a:pt x="1043" y="735"/>
                  </a:lnTo>
                  <a:lnTo>
                    <a:pt x="696" y="735"/>
                  </a:lnTo>
                  <a:lnTo>
                    <a:pt x="541" y="812"/>
                  </a:lnTo>
                  <a:lnTo>
                    <a:pt x="387" y="889"/>
                  </a:lnTo>
                  <a:lnTo>
                    <a:pt x="233" y="1005"/>
                  </a:lnTo>
                  <a:lnTo>
                    <a:pt x="117" y="1159"/>
                  </a:lnTo>
                  <a:lnTo>
                    <a:pt x="39" y="1314"/>
                  </a:lnTo>
                  <a:lnTo>
                    <a:pt x="1" y="1468"/>
                  </a:lnTo>
                  <a:lnTo>
                    <a:pt x="1" y="1623"/>
                  </a:lnTo>
                  <a:lnTo>
                    <a:pt x="1" y="1777"/>
                  </a:lnTo>
                  <a:lnTo>
                    <a:pt x="78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6" y="2279"/>
                  </a:lnTo>
                  <a:lnTo>
                    <a:pt x="580" y="2356"/>
                  </a:lnTo>
                  <a:lnTo>
                    <a:pt x="735" y="2395"/>
                  </a:lnTo>
                  <a:lnTo>
                    <a:pt x="1043" y="2434"/>
                  </a:lnTo>
                  <a:lnTo>
                    <a:pt x="1391" y="2395"/>
                  </a:lnTo>
                  <a:lnTo>
                    <a:pt x="1700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9" y="4635"/>
                  </a:lnTo>
                  <a:lnTo>
                    <a:pt x="1777" y="5021"/>
                  </a:lnTo>
                  <a:lnTo>
                    <a:pt x="1893" y="5368"/>
                  </a:lnTo>
                  <a:lnTo>
                    <a:pt x="1584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3" y="5252"/>
                  </a:lnTo>
                  <a:lnTo>
                    <a:pt x="387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8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8" y="6218"/>
                  </a:lnTo>
                  <a:lnTo>
                    <a:pt x="155" y="6334"/>
                  </a:lnTo>
                  <a:lnTo>
                    <a:pt x="233" y="6450"/>
                  </a:lnTo>
                  <a:lnTo>
                    <a:pt x="348" y="6565"/>
                  </a:lnTo>
                  <a:lnTo>
                    <a:pt x="503" y="6643"/>
                  </a:lnTo>
                  <a:lnTo>
                    <a:pt x="657" y="6720"/>
                  </a:lnTo>
                  <a:lnTo>
                    <a:pt x="812" y="6758"/>
                  </a:lnTo>
                  <a:lnTo>
                    <a:pt x="1121" y="6758"/>
                  </a:lnTo>
                  <a:lnTo>
                    <a:pt x="1430" y="6681"/>
                  </a:lnTo>
                  <a:lnTo>
                    <a:pt x="1700" y="6527"/>
                  </a:lnTo>
                  <a:lnTo>
                    <a:pt x="1932" y="6295"/>
                  </a:lnTo>
                  <a:lnTo>
                    <a:pt x="2125" y="6063"/>
                  </a:lnTo>
                  <a:lnTo>
                    <a:pt x="2395" y="6527"/>
                  </a:lnTo>
                  <a:lnTo>
                    <a:pt x="2743" y="6990"/>
                  </a:lnTo>
                  <a:lnTo>
                    <a:pt x="3129" y="7376"/>
                  </a:lnTo>
                  <a:lnTo>
                    <a:pt x="3592" y="7762"/>
                  </a:lnTo>
                  <a:lnTo>
                    <a:pt x="4017" y="7994"/>
                  </a:lnTo>
                  <a:lnTo>
                    <a:pt x="3824" y="8033"/>
                  </a:lnTo>
                  <a:lnTo>
                    <a:pt x="3631" y="8110"/>
                  </a:lnTo>
                  <a:lnTo>
                    <a:pt x="3438" y="8187"/>
                  </a:lnTo>
                  <a:lnTo>
                    <a:pt x="3283" y="8342"/>
                  </a:lnTo>
                  <a:lnTo>
                    <a:pt x="3167" y="8458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6" y="8882"/>
                  </a:lnTo>
                  <a:lnTo>
                    <a:pt x="2897" y="9075"/>
                  </a:lnTo>
                  <a:lnTo>
                    <a:pt x="2936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2" y="9770"/>
                  </a:lnTo>
                  <a:lnTo>
                    <a:pt x="3515" y="9848"/>
                  </a:lnTo>
                  <a:lnTo>
                    <a:pt x="3708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9" y="9770"/>
                  </a:lnTo>
                  <a:lnTo>
                    <a:pt x="4403" y="9693"/>
                  </a:lnTo>
                  <a:lnTo>
                    <a:pt x="4673" y="9461"/>
                  </a:lnTo>
                  <a:lnTo>
                    <a:pt x="4905" y="9153"/>
                  </a:lnTo>
                  <a:lnTo>
                    <a:pt x="5098" y="8844"/>
                  </a:lnTo>
                  <a:lnTo>
                    <a:pt x="5214" y="8496"/>
                  </a:lnTo>
                  <a:lnTo>
                    <a:pt x="6527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6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5" y="9809"/>
                  </a:lnTo>
                  <a:lnTo>
                    <a:pt x="6797" y="9963"/>
                  </a:lnTo>
                  <a:lnTo>
                    <a:pt x="6643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5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5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6" y="11508"/>
                  </a:lnTo>
                  <a:lnTo>
                    <a:pt x="7029" y="11508"/>
                  </a:lnTo>
                  <a:lnTo>
                    <a:pt x="7222" y="11469"/>
                  </a:lnTo>
                  <a:lnTo>
                    <a:pt x="7415" y="11392"/>
                  </a:lnTo>
                  <a:lnTo>
                    <a:pt x="7569" y="11315"/>
                  </a:lnTo>
                  <a:lnTo>
                    <a:pt x="7724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10" y="10697"/>
                  </a:lnTo>
                  <a:lnTo>
                    <a:pt x="8226" y="10465"/>
                  </a:lnTo>
                  <a:lnTo>
                    <a:pt x="8264" y="10234"/>
                  </a:lnTo>
                  <a:lnTo>
                    <a:pt x="8303" y="9963"/>
                  </a:lnTo>
                  <a:lnTo>
                    <a:pt x="8342" y="9925"/>
                  </a:lnTo>
                  <a:lnTo>
                    <a:pt x="8728" y="10272"/>
                  </a:lnTo>
                  <a:lnTo>
                    <a:pt x="9075" y="10659"/>
                  </a:lnTo>
                  <a:lnTo>
                    <a:pt x="9346" y="11122"/>
                  </a:lnTo>
                  <a:lnTo>
                    <a:pt x="9462" y="11354"/>
                  </a:lnTo>
                  <a:lnTo>
                    <a:pt x="9539" y="11585"/>
                  </a:lnTo>
                  <a:lnTo>
                    <a:pt x="9655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5" y="12937"/>
                  </a:lnTo>
                  <a:lnTo>
                    <a:pt x="9577" y="13284"/>
                  </a:lnTo>
                  <a:lnTo>
                    <a:pt x="9462" y="13593"/>
                  </a:lnTo>
                  <a:lnTo>
                    <a:pt x="9191" y="14211"/>
                  </a:lnTo>
                  <a:lnTo>
                    <a:pt x="9153" y="14288"/>
                  </a:lnTo>
                  <a:lnTo>
                    <a:pt x="9153" y="14327"/>
                  </a:lnTo>
                  <a:lnTo>
                    <a:pt x="9230" y="14404"/>
                  </a:lnTo>
                  <a:lnTo>
                    <a:pt x="9307" y="14443"/>
                  </a:lnTo>
                  <a:lnTo>
                    <a:pt x="9423" y="14404"/>
                  </a:lnTo>
                  <a:lnTo>
                    <a:pt x="9577" y="14250"/>
                  </a:lnTo>
                  <a:lnTo>
                    <a:pt x="9732" y="14057"/>
                  </a:lnTo>
                  <a:lnTo>
                    <a:pt x="9848" y="13902"/>
                  </a:lnTo>
                  <a:lnTo>
                    <a:pt x="9925" y="13671"/>
                  </a:lnTo>
                  <a:lnTo>
                    <a:pt x="10079" y="13246"/>
                  </a:lnTo>
                  <a:lnTo>
                    <a:pt x="10118" y="12782"/>
                  </a:lnTo>
                  <a:lnTo>
                    <a:pt x="10118" y="12319"/>
                  </a:lnTo>
                  <a:lnTo>
                    <a:pt x="10041" y="11856"/>
                  </a:lnTo>
                  <a:lnTo>
                    <a:pt x="9925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7" y="10272"/>
                  </a:lnTo>
                  <a:lnTo>
                    <a:pt x="9037" y="9963"/>
                  </a:lnTo>
                  <a:lnTo>
                    <a:pt x="8728" y="9693"/>
                  </a:lnTo>
                  <a:lnTo>
                    <a:pt x="8960" y="9577"/>
                  </a:lnTo>
                  <a:lnTo>
                    <a:pt x="9230" y="9423"/>
                  </a:lnTo>
                  <a:lnTo>
                    <a:pt x="9462" y="9191"/>
                  </a:lnTo>
                  <a:lnTo>
                    <a:pt x="9616" y="8921"/>
                  </a:lnTo>
                  <a:lnTo>
                    <a:pt x="9732" y="8612"/>
                  </a:lnTo>
                  <a:lnTo>
                    <a:pt x="9732" y="8496"/>
                  </a:lnTo>
                  <a:lnTo>
                    <a:pt x="9732" y="8342"/>
                  </a:lnTo>
                  <a:lnTo>
                    <a:pt x="9693" y="8187"/>
                  </a:lnTo>
                  <a:lnTo>
                    <a:pt x="9616" y="8071"/>
                  </a:lnTo>
                  <a:lnTo>
                    <a:pt x="9500" y="7956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7" y="7724"/>
                  </a:lnTo>
                  <a:lnTo>
                    <a:pt x="8689" y="7724"/>
                  </a:lnTo>
                  <a:lnTo>
                    <a:pt x="8535" y="7762"/>
                  </a:lnTo>
                  <a:lnTo>
                    <a:pt x="8380" y="7840"/>
                  </a:lnTo>
                  <a:lnTo>
                    <a:pt x="8226" y="7956"/>
                  </a:lnTo>
                  <a:lnTo>
                    <a:pt x="8110" y="8071"/>
                  </a:lnTo>
                  <a:lnTo>
                    <a:pt x="7956" y="8264"/>
                  </a:lnTo>
                  <a:lnTo>
                    <a:pt x="7878" y="8535"/>
                  </a:lnTo>
                  <a:lnTo>
                    <a:pt x="7840" y="8766"/>
                  </a:lnTo>
                  <a:lnTo>
                    <a:pt x="7840" y="9037"/>
                  </a:lnTo>
                  <a:lnTo>
                    <a:pt x="7222" y="8766"/>
                  </a:lnTo>
                  <a:lnTo>
                    <a:pt x="6643" y="8496"/>
                  </a:lnTo>
                  <a:lnTo>
                    <a:pt x="5368" y="8033"/>
                  </a:lnTo>
                  <a:lnTo>
                    <a:pt x="5639" y="7878"/>
                  </a:lnTo>
                  <a:lnTo>
                    <a:pt x="5870" y="7685"/>
                  </a:lnTo>
                  <a:lnTo>
                    <a:pt x="6063" y="7454"/>
                  </a:lnTo>
                  <a:lnTo>
                    <a:pt x="6218" y="7183"/>
                  </a:lnTo>
                  <a:lnTo>
                    <a:pt x="6334" y="6874"/>
                  </a:lnTo>
                  <a:lnTo>
                    <a:pt x="6334" y="6720"/>
                  </a:lnTo>
                  <a:lnTo>
                    <a:pt x="6334" y="6527"/>
                  </a:lnTo>
                  <a:lnTo>
                    <a:pt x="6334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5" y="5948"/>
                  </a:lnTo>
                  <a:lnTo>
                    <a:pt x="5870" y="5870"/>
                  </a:lnTo>
                  <a:lnTo>
                    <a:pt x="5716" y="5832"/>
                  </a:lnTo>
                  <a:lnTo>
                    <a:pt x="5561" y="5870"/>
                  </a:lnTo>
                  <a:lnTo>
                    <a:pt x="5407" y="5909"/>
                  </a:lnTo>
                  <a:lnTo>
                    <a:pt x="5253" y="5986"/>
                  </a:lnTo>
                  <a:lnTo>
                    <a:pt x="5137" y="6063"/>
                  </a:lnTo>
                  <a:lnTo>
                    <a:pt x="4905" y="6334"/>
                  </a:lnTo>
                  <a:lnTo>
                    <a:pt x="4751" y="6643"/>
                  </a:lnTo>
                  <a:lnTo>
                    <a:pt x="4635" y="7029"/>
                  </a:lnTo>
                  <a:lnTo>
                    <a:pt x="4635" y="7222"/>
                  </a:lnTo>
                  <a:lnTo>
                    <a:pt x="4635" y="7415"/>
                  </a:lnTo>
                  <a:lnTo>
                    <a:pt x="4635" y="7608"/>
                  </a:lnTo>
                  <a:lnTo>
                    <a:pt x="4712" y="7762"/>
                  </a:lnTo>
                  <a:lnTo>
                    <a:pt x="4094" y="7454"/>
                  </a:lnTo>
                  <a:lnTo>
                    <a:pt x="3824" y="7299"/>
                  </a:lnTo>
                  <a:lnTo>
                    <a:pt x="3553" y="7106"/>
                  </a:lnTo>
                  <a:lnTo>
                    <a:pt x="3322" y="6874"/>
                  </a:lnTo>
                  <a:lnTo>
                    <a:pt x="3090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2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3" y="5986"/>
                  </a:lnTo>
                  <a:lnTo>
                    <a:pt x="4249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9" y="5407"/>
                  </a:lnTo>
                  <a:lnTo>
                    <a:pt x="4557" y="5214"/>
                  </a:lnTo>
                  <a:lnTo>
                    <a:pt x="4519" y="5059"/>
                  </a:lnTo>
                  <a:lnTo>
                    <a:pt x="4480" y="4866"/>
                  </a:lnTo>
                  <a:lnTo>
                    <a:pt x="4403" y="4712"/>
                  </a:lnTo>
                  <a:lnTo>
                    <a:pt x="4287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1" y="4364"/>
                  </a:lnTo>
                  <a:lnTo>
                    <a:pt x="3708" y="4364"/>
                  </a:lnTo>
                  <a:lnTo>
                    <a:pt x="3553" y="4403"/>
                  </a:lnTo>
                  <a:lnTo>
                    <a:pt x="3399" y="4442"/>
                  </a:lnTo>
                  <a:lnTo>
                    <a:pt x="3245" y="4519"/>
                  </a:lnTo>
                  <a:lnTo>
                    <a:pt x="3090" y="4635"/>
                  </a:lnTo>
                  <a:lnTo>
                    <a:pt x="2820" y="4905"/>
                  </a:lnTo>
                  <a:lnTo>
                    <a:pt x="2588" y="5214"/>
                  </a:lnTo>
                  <a:lnTo>
                    <a:pt x="2434" y="5561"/>
                  </a:lnTo>
                  <a:lnTo>
                    <a:pt x="2395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6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5" y="2318"/>
                  </a:lnTo>
                  <a:lnTo>
                    <a:pt x="2356" y="2511"/>
                  </a:lnTo>
                  <a:lnTo>
                    <a:pt x="2588" y="2627"/>
                  </a:lnTo>
                  <a:lnTo>
                    <a:pt x="2820" y="2743"/>
                  </a:lnTo>
                  <a:lnTo>
                    <a:pt x="3129" y="2781"/>
                  </a:lnTo>
                  <a:lnTo>
                    <a:pt x="3283" y="2743"/>
                  </a:lnTo>
                  <a:lnTo>
                    <a:pt x="3476" y="2704"/>
                  </a:lnTo>
                  <a:lnTo>
                    <a:pt x="3631" y="2627"/>
                  </a:lnTo>
                  <a:lnTo>
                    <a:pt x="3785" y="2549"/>
                  </a:lnTo>
                  <a:lnTo>
                    <a:pt x="3901" y="2434"/>
                  </a:lnTo>
                  <a:lnTo>
                    <a:pt x="4017" y="2279"/>
                  </a:lnTo>
                  <a:lnTo>
                    <a:pt x="4094" y="2125"/>
                  </a:lnTo>
                  <a:lnTo>
                    <a:pt x="4133" y="1970"/>
                  </a:lnTo>
                  <a:lnTo>
                    <a:pt x="4094" y="1777"/>
                  </a:lnTo>
                  <a:lnTo>
                    <a:pt x="4055" y="1623"/>
                  </a:lnTo>
                  <a:lnTo>
                    <a:pt x="4017" y="1507"/>
                  </a:lnTo>
                  <a:lnTo>
                    <a:pt x="3901" y="1352"/>
                  </a:lnTo>
                  <a:lnTo>
                    <a:pt x="3785" y="1237"/>
                  </a:lnTo>
                  <a:lnTo>
                    <a:pt x="3631" y="1159"/>
                  </a:lnTo>
                  <a:lnTo>
                    <a:pt x="3515" y="1121"/>
                  </a:lnTo>
                  <a:lnTo>
                    <a:pt x="3322" y="1082"/>
                  </a:lnTo>
                  <a:lnTo>
                    <a:pt x="3167" y="1043"/>
                  </a:lnTo>
                  <a:lnTo>
                    <a:pt x="3013" y="1082"/>
                  </a:lnTo>
                  <a:lnTo>
                    <a:pt x="2743" y="1159"/>
                  </a:lnTo>
                  <a:lnTo>
                    <a:pt x="2472" y="1314"/>
                  </a:lnTo>
                  <a:lnTo>
                    <a:pt x="2241" y="1545"/>
                  </a:lnTo>
                  <a:lnTo>
                    <a:pt x="2511" y="78"/>
                  </a:lnTo>
                  <a:lnTo>
                    <a:pt x="220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7"/>
            <p:cNvSpPr/>
            <p:nvPr/>
          </p:nvSpPr>
          <p:spPr>
            <a:xfrm>
              <a:off x="3971200" y="23945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4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2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7"/>
            <p:cNvSpPr/>
            <p:nvPr/>
          </p:nvSpPr>
          <p:spPr>
            <a:xfrm>
              <a:off x="591450" y="23984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8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0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7"/>
            <p:cNvSpPr/>
            <p:nvPr/>
          </p:nvSpPr>
          <p:spPr>
            <a:xfrm>
              <a:off x="456275" y="23994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80"/>
                  </a:lnTo>
                  <a:lnTo>
                    <a:pt x="12280" y="657"/>
                  </a:lnTo>
                  <a:lnTo>
                    <a:pt x="12628" y="850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54"/>
                  </a:lnTo>
                  <a:lnTo>
                    <a:pt x="13478" y="2240"/>
                  </a:lnTo>
                  <a:lnTo>
                    <a:pt x="13632" y="2665"/>
                  </a:lnTo>
                  <a:lnTo>
                    <a:pt x="13825" y="3438"/>
                  </a:lnTo>
                  <a:lnTo>
                    <a:pt x="13825" y="3438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472"/>
                  </a:lnTo>
                  <a:lnTo>
                    <a:pt x="12010" y="2125"/>
                  </a:lnTo>
                  <a:lnTo>
                    <a:pt x="11817" y="1932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734"/>
                  </a:lnTo>
                  <a:lnTo>
                    <a:pt x="11740" y="619"/>
                  </a:lnTo>
                  <a:lnTo>
                    <a:pt x="11856" y="541"/>
                  </a:lnTo>
                  <a:lnTo>
                    <a:pt x="11972" y="503"/>
                  </a:lnTo>
                  <a:close/>
                  <a:moveTo>
                    <a:pt x="16219" y="1584"/>
                  </a:moveTo>
                  <a:lnTo>
                    <a:pt x="16296" y="1623"/>
                  </a:lnTo>
                  <a:lnTo>
                    <a:pt x="16412" y="1661"/>
                  </a:lnTo>
                  <a:lnTo>
                    <a:pt x="16490" y="1738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7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661"/>
                  </a:lnTo>
                  <a:lnTo>
                    <a:pt x="16103" y="1623"/>
                  </a:lnTo>
                  <a:lnTo>
                    <a:pt x="16219" y="1584"/>
                  </a:lnTo>
                  <a:close/>
                  <a:moveTo>
                    <a:pt x="13825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9"/>
                  </a:lnTo>
                  <a:lnTo>
                    <a:pt x="10890" y="5445"/>
                  </a:lnTo>
                  <a:lnTo>
                    <a:pt x="10968" y="5252"/>
                  </a:lnTo>
                  <a:lnTo>
                    <a:pt x="11122" y="5098"/>
                  </a:lnTo>
                  <a:lnTo>
                    <a:pt x="11277" y="4943"/>
                  </a:lnTo>
                  <a:lnTo>
                    <a:pt x="11547" y="4750"/>
                  </a:lnTo>
                  <a:lnTo>
                    <a:pt x="11817" y="4635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25" y="4287"/>
                  </a:lnTo>
                  <a:close/>
                  <a:moveTo>
                    <a:pt x="14404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7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44" y="5986"/>
                  </a:lnTo>
                  <a:lnTo>
                    <a:pt x="16876" y="6334"/>
                  </a:lnTo>
                  <a:lnTo>
                    <a:pt x="16992" y="6681"/>
                  </a:lnTo>
                  <a:lnTo>
                    <a:pt x="16992" y="6836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8"/>
                  </a:lnTo>
                  <a:lnTo>
                    <a:pt x="16374" y="7338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370" y="6565"/>
                  </a:lnTo>
                  <a:lnTo>
                    <a:pt x="15061" y="6141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06" y="619"/>
                  </a:lnTo>
                  <a:lnTo>
                    <a:pt x="10929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33" y="2742"/>
                  </a:lnTo>
                  <a:lnTo>
                    <a:pt x="12396" y="3090"/>
                  </a:lnTo>
                  <a:lnTo>
                    <a:pt x="12860" y="3399"/>
                  </a:lnTo>
                  <a:lnTo>
                    <a:pt x="12860" y="3399"/>
                  </a:lnTo>
                  <a:lnTo>
                    <a:pt x="12049" y="3283"/>
                  </a:lnTo>
                  <a:lnTo>
                    <a:pt x="11199" y="3283"/>
                  </a:lnTo>
                  <a:lnTo>
                    <a:pt x="10388" y="3322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623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082" y="10156"/>
                  </a:lnTo>
                  <a:lnTo>
                    <a:pt x="503" y="10967"/>
                  </a:lnTo>
                  <a:lnTo>
                    <a:pt x="1" y="11778"/>
                  </a:lnTo>
                  <a:lnTo>
                    <a:pt x="348" y="12049"/>
                  </a:lnTo>
                  <a:lnTo>
                    <a:pt x="1546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79"/>
                  </a:lnTo>
                  <a:lnTo>
                    <a:pt x="6257" y="5561"/>
                  </a:lnTo>
                  <a:lnTo>
                    <a:pt x="7106" y="5059"/>
                  </a:lnTo>
                  <a:lnTo>
                    <a:pt x="7994" y="4596"/>
                  </a:lnTo>
                  <a:lnTo>
                    <a:pt x="8458" y="4441"/>
                  </a:lnTo>
                  <a:lnTo>
                    <a:pt x="8921" y="4248"/>
                  </a:lnTo>
                  <a:lnTo>
                    <a:pt x="9423" y="4133"/>
                  </a:lnTo>
                  <a:lnTo>
                    <a:pt x="9886" y="4017"/>
                  </a:lnTo>
                  <a:lnTo>
                    <a:pt x="10388" y="3901"/>
                  </a:lnTo>
                  <a:lnTo>
                    <a:pt x="10852" y="3862"/>
                  </a:lnTo>
                  <a:lnTo>
                    <a:pt x="11354" y="3824"/>
                  </a:lnTo>
                  <a:lnTo>
                    <a:pt x="11856" y="3824"/>
                  </a:lnTo>
                  <a:lnTo>
                    <a:pt x="12358" y="3862"/>
                  </a:lnTo>
                  <a:lnTo>
                    <a:pt x="12860" y="3901"/>
                  </a:lnTo>
                  <a:lnTo>
                    <a:pt x="12319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47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4"/>
                  </a:lnTo>
                  <a:lnTo>
                    <a:pt x="11006" y="6411"/>
                  </a:lnTo>
                  <a:lnTo>
                    <a:pt x="11277" y="6449"/>
                  </a:lnTo>
                  <a:lnTo>
                    <a:pt x="11585" y="6411"/>
                  </a:lnTo>
                  <a:lnTo>
                    <a:pt x="11856" y="6372"/>
                  </a:lnTo>
                  <a:lnTo>
                    <a:pt x="12165" y="6256"/>
                  </a:lnTo>
                  <a:lnTo>
                    <a:pt x="12628" y="6063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760" y="7878"/>
                  </a:lnTo>
                  <a:lnTo>
                    <a:pt x="16876" y="7840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7"/>
                  </a:lnTo>
                  <a:lnTo>
                    <a:pt x="17378" y="7531"/>
                  </a:lnTo>
                  <a:lnTo>
                    <a:pt x="17416" y="7376"/>
                  </a:lnTo>
                  <a:lnTo>
                    <a:pt x="17455" y="7260"/>
                  </a:lnTo>
                  <a:lnTo>
                    <a:pt x="17493" y="6951"/>
                  </a:lnTo>
                  <a:lnTo>
                    <a:pt x="17416" y="6604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4"/>
                  </a:lnTo>
                  <a:lnTo>
                    <a:pt x="17146" y="2163"/>
                  </a:lnTo>
                  <a:lnTo>
                    <a:pt x="17107" y="1932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36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41" y="2434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7"/>
            <p:cNvSpPr/>
            <p:nvPr/>
          </p:nvSpPr>
          <p:spPr>
            <a:xfrm>
              <a:off x="5396100" y="24418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4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2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6" y="9153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3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7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5"/>
                  </a:lnTo>
                  <a:lnTo>
                    <a:pt x="695" y="735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4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50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3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9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6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8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2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4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7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7"/>
            <p:cNvSpPr/>
            <p:nvPr/>
          </p:nvSpPr>
          <p:spPr>
            <a:xfrm>
              <a:off x="4094775" y="2444775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4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5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7"/>
            <p:cNvSpPr/>
            <p:nvPr/>
          </p:nvSpPr>
          <p:spPr>
            <a:xfrm>
              <a:off x="6880825" y="24872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5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40" y="4943"/>
                  </a:lnTo>
                  <a:lnTo>
                    <a:pt x="155" y="4943"/>
                  </a:lnTo>
                  <a:lnTo>
                    <a:pt x="542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9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7"/>
            <p:cNvSpPr/>
            <p:nvPr/>
          </p:nvSpPr>
          <p:spPr>
            <a:xfrm>
              <a:off x="4037825" y="2489175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3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3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69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7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9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5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7"/>
            <p:cNvSpPr/>
            <p:nvPr/>
          </p:nvSpPr>
          <p:spPr>
            <a:xfrm>
              <a:off x="6829675" y="24891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580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9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9"/>
                  </a:lnTo>
                  <a:lnTo>
                    <a:pt x="78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8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4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6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7"/>
            <p:cNvSpPr/>
            <p:nvPr/>
          </p:nvSpPr>
          <p:spPr>
            <a:xfrm>
              <a:off x="2130250" y="2495950"/>
              <a:ext cx="246175" cy="107175"/>
            </a:xfrm>
            <a:custGeom>
              <a:avLst/>
              <a:gdLst/>
              <a:ahLst/>
              <a:cxnLst/>
              <a:rect l="l" t="t" r="r" b="b"/>
              <a:pathLst>
                <a:path w="9847" h="4287" extrusionOk="0">
                  <a:moveTo>
                    <a:pt x="8882" y="2742"/>
                  </a:moveTo>
                  <a:lnTo>
                    <a:pt x="9113" y="2819"/>
                  </a:lnTo>
                  <a:lnTo>
                    <a:pt x="9229" y="2896"/>
                  </a:lnTo>
                  <a:lnTo>
                    <a:pt x="9306" y="3012"/>
                  </a:lnTo>
                  <a:lnTo>
                    <a:pt x="9384" y="3089"/>
                  </a:lnTo>
                  <a:lnTo>
                    <a:pt x="9384" y="3205"/>
                  </a:lnTo>
                  <a:lnTo>
                    <a:pt x="9422" y="3321"/>
                  </a:lnTo>
                  <a:lnTo>
                    <a:pt x="9384" y="3437"/>
                  </a:lnTo>
                  <a:lnTo>
                    <a:pt x="9268" y="3630"/>
                  </a:lnTo>
                  <a:lnTo>
                    <a:pt x="9113" y="3785"/>
                  </a:lnTo>
                  <a:lnTo>
                    <a:pt x="8920" y="3862"/>
                  </a:lnTo>
                  <a:lnTo>
                    <a:pt x="8727" y="3862"/>
                  </a:lnTo>
                  <a:lnTo>
                    <a:pt x="8573" y="3785"/>
                  </a:lnTo>
                  <a:lnTo>
                    <a:pt x="8418" y="3630"/>
                  </a:lnTo>
                  <a:lnTo>
                    <a:pt x="8302" y="3437"/>
                  </a:lnTo>
                  <a:lnTo>
                    <a:pt x="8302" y="3244"/>
                  </a:lnTo>
                  <a:lnTo>
                    <a:pt x="8341" y="3051"/>
                  </a:lnTo>
                  <a:lnTo>
                    <a:pt x="8380" y="2858"/>
                  </a:lnTo>
                  <a:lnTo>
                    <a:pt x="8418" y="2819"/>
                  </a:lnTo>
                  <a:lnTo>
                    <a:pt x="8650" y="2742"/>
                  </a:lnTo>
                  <a:close/>
                  <a:moveTo>
                    <a:pt x="155" y="0"/>
                  </a:moveTo>
                  <a:lnTo>
                    <a:pt x="77" y="39"/>
                  </a:lnTo>
                  <a:lnTo>
                    <a:pt x="39" y="78"/>
                  </a:lnTo>
                  <a:lnTo>
                    <a:pt x="0" y="155"/>
                  </a:lnTo>
                  <a:lnTo>
                    <a:pt x="39" y="271"/>
                  </a:lnTo>
                  <a:lnTo>
                    <a:pt x="77" y="348"/>
                  </a:lnTo>
                  <a:lnTo>
                    <a:pt x="116" y="386"/>
                  </a:lnTo>
                  <a:lnTo>
                    <a:pt x="618" y="618"/>
                  </a:lnTo>
                  <a:lnTo>
                    <a:pt x="1120" y="773"/>
                  </a:lnTo>
                  <a:lnTo>
                    <a:pt x="2124" y="1081"/>
                  </a:lnTo>
                  <a:lnTo>
                    <a:pt x="4286" y="1738"/>
                  </a:lnTo>
                  <a:lnTo>
                    <a:pt x="6101" y="2317"/>
                  </a:lnTo>
                  <a:lnTo>
                    <a:pt x="7028" y="2587"/>
                  </a:lnTo>
                  <a:lnTo>
                    <a:pt x="7993" y="2819"/>
                  </a:lnTo>
                  <a:lnTo>
                    <a:pt x="7916" y="2974"/>
                  </a:lnTo>
                  <a:lnTo>
                    <a:pt x="7878" y="3089"/>
                  </a:lnTo>
                  <a:lnTo>
                    <a:pt x="7878" y="3398"/>
                  </a:lnTo>
                  <a:lnTo>
                    <a:pt x="7993" y="3707"/>
                  </a:lnTo>
                  <a:lnTo>
                    <a:pt x="8109" y="3939"/>
                  </a:lnTo>
                  <a:lnTo>
                    <a:pt x="8225" y="4093"/>
                  </a:lnTo>
                  <a:lnTo>
                    <a:pt x="8380" y="4171"/>
                  </a:lnTo>
                  <a:lnTo>
                    <a:pt x="8573" y="4248"/>
                  </a:lnTo>
                  <a:lnTo>
                    <a:pt x="8727" y="4287"/>
                  </a:lnTo>
                  <a:lnTo>
                    <a:pt x="8920" y="4287"/>
                  </a:lnTo>
                  <a:lnTo>
                    <a:pt x="9075" y="4248"/>
                  </a:lnTo>
                  <a:lnTo>
                    <a:pt x="9268" y="4209"/>
                  </a:lnTo>
                  <a:lnTo>
                    <a:pt x="9422" y="4093"/>
                  </a:lnTo>
                  <a:lnTo>
                    <a:pt x="9538" y="3978"/>
                  </a:lnTo>
                  <a:lnTo>
                    <a:pt x="9654" y="3823"/>
                  </a:lnTo>
                  <a:lnTo>
                    <a:pt x="9770" y="3669"/>
                  </a:lnTo>
                  <a:lnTo>
                    <a:pt x="9808" y="3514"/>
                  </a:lnTo>
                  <a:lnTo>
                    <a:pt x="9847" y="3321"/>
                  </a:lnTo>
                  <a:lnTo>
                    <a:pt x="9847" y="3128"/>
                  </a:lnTo>
                  <a:lnTo>
                    <a:pt x="9770" y="2974"/>
                  </a:lnTo>
                  <a:lnTo>
                    <a:pt x="9692" y="2781"/>
                  </a:lnTo>
                  <a:lnTo>
                    <a:pt x="9577" y="2665"/>
                  </a:lnTo>
                  <a:lnTo>
                    <a:pt x="9422" y="2549"/>
                  </a:lnTo>
                  <a:lnTo>
                    <a:pt x="9229" y="2433"/>
                  </a:lnTo>
                  <a:lnTo>
                    <a:pt x="9075" y="2394"/>
                  </a:lnTo>
                  <a:lnTo>
                    <a:pt x="8688" y="2394"/>
                  </a:lnTo>
                  <a:lnTo>
                    <a:pt x="8495" y="2472"/>
                  </a:lnTo>
                  <a:lnTo>
                    <a:pt x="8341" y="2549"/>
                  </a:lnTo>
                  <a:lnTo>
                    <a:pt x="7298" y="2163"/>
                  </a:lnTo>
                  <a:lnTo>
                    <a:pt x="6294" y="1815"/>
                  </a:lnTo>
                  <a:lnTo>
                    <a:pt x="4209" y="1159"/>
                  </a:lnTo>
                  <a:lnTo>
                    <a:pt x="3244" y="850"/>
                  </a:lnTo>
                  <a:lnTo>
                    <a:pt x="2240" y="502"/>
                  </a:lnTo>
                  <a:lnTo>
                    <a:pt x="1236" y="193"/>
                  </a:lnTo>
                  <a:lnTo>
                    <a:pt x="734" y="7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7"/>
            <p:cNvSpPr/>
            <p:nvPr/>
          </p:nvSpPr>
          <p:spPr>
            <a:xfrm>
              <a:off x="4737700" y="2534550"/>
              <a:ext cx="459550" cy="296400"/>
            </a:xfrm>
            <a:custGeom>
              <a:avLst/>
              <a:gdLst/>
              <a:ahLst/>
              <a:cxnLst/>
              <a:rect l="l" t="t" r="r" b="b"/>
              <a:pathLst>
                <a:path w="18382" h="11856" extrusionOk="0">
                  <a:moveTo>
                    <a:pt x="17648" y="2936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9"/>
                  </a:lnTo>
                  <a:lnTo>
                    <a:pt x="17880" y="3322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40"/>
                  </a:lnTo>
                  <a:lnTo>
                    <a:pt x="17648" y="4133"/>
                  </a:lnTo>
                  <a:lnTo>
                    <a:pt x="17300" y="4403"/>
                  </a:lnTo>
                  <a:lnTo>
                    <a:pt x="17030" y="4596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4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5"/>
                  </a:lnTo>
                  <a:lnTo>
                    <a:pt x="16528" y="3515"/>
                  </a:lnTo>
                  <a:lnTo>
                    <a:pt x="16721" y="3283"/>
                  </a:lnTo>
                  <a:lnTo>
                    <a:pt x="16953" y="3129"/>
                  </a:lnTo>
                  <a:lnTo>
                    <a:pt x="17223" y="2974"/>
                  </a:lnTo>
                  <a:lnTo>
                    <a:pt x="17493" y="2936"/>
                  </a:lnTo>
                  <a:close/>
                  <a:moveTo>
                    <a:pt x="14211" y="4866"/>
                  </a:moveTo>
                  <a:lnTo>
                    <a:pt x="14481" y="4905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30"/>
                  </a:lnTo>
                  <a:lnTo>
                    <a:pt x="14752" y="5523"/>
                  </a:lnTo>
                  <a:lnTo>
                    <a:pt x="14288" y="5677"/>
                  </a:lnTo>
                  <a:lnTo>
                    <a:pt x="14018" y="5716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600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7"/>
                  </a:lnTo>
                  <a:lnTo>
                    <a:pt x="13169" y="5021"/>
                  </a:lnTo>
                  <a:lnTo>
                    <a:pt x="13323" y="4944"/>
                  </a:lnTo>
                  <a:lnTo>
                    <a:pt x="13555" y="4905"/>
                  </a:lnTo>
                  <a:lnTo>
                    <a:pt x="13864" y="4866"/>
                  </a:lnTo>
                  <a:close/>
                  <a:moveTo>
                    <a:pt x="15756" y="5523"/>
                  </a:moveTo>
                  <a:lnTo>
                    <a:pt x="16374" y="5832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4"/>
                  </a:lnTo>
                  <a:lnTo>
                    <a:pt x="17571" y="6913"/>
                  </a:lnTo>
                  <a:lnTo>
                    <a:pt x="17609" y="7067"/>
                  </a:lnTo>
                  <a:lnTo>
                    <a:pt x="17609" y="7222"/>
                  </a:lnTo>
                  <a:lnTo>
                    <a:pt x="17609" y="7454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4"/>
                  </a:lnTo>
                  <a:lnTo>
                    <a:pt x="17146" y="7724"/>
                  </a:lnTo>
                  <a:lnTo>
                    <a:pt x="16953" y="7685"/>
                  </a:lnTo>
                  <a:lnTo>
                    <a:pt x="16798" y="7608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7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2"/>
                  </a:lnTo>
                  <a:lnTo>
                    <a:pt x="15756" y="5523"/>
                  </a:lnTo>
                  <a:close/>
                  <a:moveTo>
                    <a:pt x="4944" y="464"/>
                  </a:moveTo>
                  <a:lnTo>
                    <a:pt x="5561" y="503"/>
                  </a:lnTo>
                  <a:lnTo>
                    <a:pt x="6141" y="657"/>
                  </a:lnTo>
                  <a:lnTo>
                    <a:pt x="6681" y="889"/>
                  </a:lnTo>
                  <a:lnTo>
                    <a:pt x="7222" y="1198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5"/>
                  </a:lnTo>
                  <a:lnTo>
                    <a:pt x="8766" y="2781"/>
                  </a:lnTo>
                  <a:lnTo>
                    <a:pt x="9037" y="3206"/>
                  </a:lnTo>
                  <a:lnTo>
                    <a:pt x="9268" y="3669"/>
                  </a:lnTo>
                  <a:lnTo>
                    <a:pt x="9693" y="4596"/>
                  </a:lnTo>
                  <a:lnTo>
                    <a:pt x="10079" y="5523"/>
                  </a:lnTo>
                  <a:lnTo>
                    <a:pt x="10272" y="5909"/>
                  </a:lnTo>
                  <a:lnTo>
                    <a:pt x="10504" y="6295"/>
                  </a:lnTo>
                  <a:lnTo>
                    <a:pt x="10736" y="6643"/>
                  </a:lnTo>
                  <a:lnTo>
                    <a:pt x="11006" y="6913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1"/>
                  </a:lnTo>
                  <a:lnTo>
                    <a:pt x="13207" y="7492"/>
                  </a:lnTo>
                  <a:lnTo>
                    <a:pt x="13516" y="7415"/>
                  </a:lnTo>
                  <a:lnTo>
                    <a:pt x="13825" y="7260"/>
                  </a:lnTo>
                  <a:lnTo>
                    <a:pt x="14095" y="7106"/>
                  </a:lnTo>
                  <a:lnTo>
                    <a:pt x="14366" y="6952"/>
                  </a:lnTo>
                  <a:lnTo>
                    <a:pt x="14597" y="6720"/>
                  </a:lnTo>
                  <a:lnTo>
                    <a:pt x="14829" y="6488"/>
                  </a:lnTo>
                  <a:lnTo>
                    <a:pt x="14829" y="6488"/>
                  </a:lnTo>
                  <a:lnTo>
                    <a:pt x="14404" y="7222"/>
                  </a:lnTo>
                  <a:lnTo>
                    <a:pt x="13941" y="7878"/>
                  </a:lnTo>
                  <a:lnTo>
                    <a:pt x="13439" y="8535"/>
                  </a:lnTo>
                  <a:lnTo>
                    <a:pt x="12860" y="9114"/>
                  </a:lnTo>
                  <a:lnTo>
                    <a:pt x="12242" y="9616"/>
                  </a:lnTo>
                  <a:lnTo>
                    <a:pt x="11547" y="10079"/>
                  </a:lnTo>
                  <a:lnTo>
                    <a:pt x="10813" y="10504"/>
                  </a:lnTo>
                  <a:lnTo>
                    <a:pt x="10041" y="10813"/>
                  </a:lnTo>
                  <a:lnTo>
                    <a:pt x="9462" y="11006"/>
                  </a:lnTo>
                  <a:lnTo>
                    <a:pt x="8882" y="11161"/>
                  </a:lnTo>
                  <a:lnTo>
                    <a:pt x="8303" y="11276"/>
                  </a:lnTo>
                  <a:lnTo>
                    <a:pt x="7724" y="11315"/>
                  </a:lnTo>
                  <a:lnTo>
                    <a:pt x="7145" y="11354"/>
                  </a:lnTo>
                  <a:lnTo>
                    <a:pt x="6604" y="11315"/>
                  </a:lnTo>
                  <a:lnTo>
                    <a:pt x="6025" y="11238"/>
                  </a:lnTo>
                  <a:lnTo>
                    <a:pt x="5484" y="11122"/>
                  </a:lnTo>
                  <a:lnTo>
                    <a:pt x="4944" y="10967"/>
                  </a:lnTo>
                  <a:lnTo>
                    <a:pt x="4442" y="10736"/>
                  </a:lnTo>
                  <a:lnTo>
                    <a:pt x="3940" y="10504"/>
                  </a:lnTo>
                  <a:lnTo>
                    <a:pt x="3476" y="10195"/>
                  </a:lnTo>
                  <a:lnTo>
                    <a:pt x="3013" y="9848"/>
                  </a:lnTo>
                  <a:lnTo>
                    <a:pt x="2549" y="9461"/>
                  </a:lnTo>
                  <a:lnTo>
                    <a:pt x="2163" y="9037"/>
                  </a:lnTo>
                  <a:lnTo>
                    <a:pt x="1777" y="8573"/>
                  </a:lnTo>
                  <a:lnTo>
                    <a:pt x="1430" y="8033"/>
                  </a:lnTo>
                  <a:lnTo>
                    <a:pt x="1121" y="7492"/>
                  </a:lnTo>
                  <a:lnTo>
                    <a:pt x="850" y="6913"/>
                  </a:lnTo>
                  <a:lnTo>
                    <a:pt x="657" y="6334"/>
                  </a:lnTo>
                  <a:lnTo>
                    <a:pt x="503" y="5754"/>
                  </a:lnTo>
                  <a:lnTo>
                    <a:pt x="426" y="5137"/>
                  </a:lnTo>
                  <a:lnTo>
                    <a:pt x="426" y="4519"/>
                  </a:lnTo>
                  <a:lnTo>
                    <a:pt x="503" y="3862"/>
                  </a:lnTo>
                  <a:lnTo>
                    <a:pt x="696" y="3283"/>
                  </a:lnTo>
                  <a:lnTo>
                    <a:pt x="928" y="2743"/>
                  </a:lnTo>
                  <a:lnTo>
                    <a:pt x="1275" y="2241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80"/>
                  </a:lnTo>
                  <a:lnTo>
                    <a:pt x="4326" y="464"/>
                  </a:lnTo>
                  <a:close/>
                  <a:moveTo>
                    <a:pt x="4519" y="1"/>
                  </a:moveTo>
                  <a:lnTo>
                    <a:pt x="4249" y="39"/>
                  </a:lnTo>
                  <a:lnTo>
                    <a:pt x="3901" y="78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6"/>
                  </a:lnTo>
                  <a:lnTo>
                    <a:pt x="2472" y="580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4"/>
                  </a:lnTo>
                  <a:lnTo>
                    <a:pt x="1082" y="1700"/>
                  </a:lnTo>
                  <a:lnTo>
                    <a:pt x="773" y="2163"/>
                  </a:lnTo>
                  <a:lnTo>
                    <a:pt x="503" y="2627"/>
                  </a:lnTo>
                  <a:lnTo>
                    <a:pt x="310" y="3090"/>
                  </a:lnTo>
                  <a:lnTo>
                    <a:pt x="155" y="3592"/>
                  </a:lnTo>
                  <a:lnTo>
                    <a:pt x="40" y="4094"/>
                  </a:lnTo>
                  <a:lnTo>
                    <a:pt x="1" y="4596"/>
                  </a:lnTo>
                  <a:lnTo>
                    <a:pt x="1" y="5137"/>
                  </a:lnTo>
                  <a:lnTo>
                    <a:pt x="78" y="5639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9"/>
                  </a:lnTo>
                  <a:lnTo>
                    <a:pt x="1237" y="8612"/>
                  </a:lnTo>
                  <a:lnTo>
                    <a:pt x="1545" y="9037"/>
                  </a:lnTo>
                  <a:lnTo>
                    <a:pt x="2009" y="9577"/>
                  </a:lnTo>
                  <a:lnTo>
                    <a:pt x="2472" y="10041"/>
                  </a:lnTo>
                  <a:lnTo>
                    <a:pt x="2974" y="10427"/>
                  </a:lnTo>
                  <a:lnTo>
                    <a:pt x="3476" y="10813"/>
                  </a:lnTo>
                  <a:lnTo>
                    <a:pt x="4055" y="11083"/>
                  </a:lnTo>
                  <a:lnTo>
                    <a:pt x="4596" y="11354"/>
                  </a:lnTo>
                  <a:lnTo>
                    <a:pt x="5214" y="11547"/>
                  </a:lnTo>
                  <a:lnTo>
                    <a:pt x="5832" y="11701"/>
                  </a:lnTo>
                  <a:lnTo>
                    <a:pt x="5870" y="11856"/>
                  </a:lnTo>
                  <a:lnTo>
                    <a:pt x="6218" y="11778"/>
                  </a:lnTo>
                  <a:lnTo>
                    <a:pt x="7029" y="11817"/>
                  </a:lnTo>
                  <a:lnTo>
                    <a:pt x="7840" y="11817"/>
                  </a:lnTo>
                  <a:lnTo>
                    <a:pt x="8689" y="11701"/>
                  </a:lnTo>
                  <a:lnTo>
                    <a:pt x="9539" y="11508"/>
                  </a:lnTo>
                  <a:lnTo>
                    <a:pt x="10272" y="11238"/>
                  </a:lnTo>
                  <a:lnTo>
                    <a:pt x="11006" y="10929"/>
                  </a:lnTo>
                  <a:lnTo>
                    <a:pt x="11315" y="10813"/>
                  </a:lnTo>
                  <a:lnTo>
                    <a:pt x="11315" y="10774"/>
                  </a:lnTo>
                  <a:lnTo>
                    <a:pt x="12049" y="10350"/>
                  </a:lnTo>
                  <a:lnTo>
                    <a:pt x="12705" y="9848"/>
                  </a:lnTo>
                  <a:lnTo>
                    <a:pt x="13362" y="9307"/>
                  </a:lnTo>
                  <a:lnTo>
                    <a:pt x="13941" y="8689"/>
                  </a:lnTo>
                  <a:lnTo>
                    <a:pt x="14481" y="8033"/>
                  </a:lnTo>
                  <a:lnTo>
                    <a:pt x="14713" y="7685"/>
                  </a:lnTo>
                  <a:lnTo>
                    <a:pt x="14906" y="7299"/>
                  </a:lnTo>
                  <a:lnTo>
                    <a:pt x="15099" y="6952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20"/>
                  </a:lnTo>
                  <a:lnTo>
                    <a:pt x="15987" y="7145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7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3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4"/>
                  </a:lnTo>
                  <a:lnTo>
                    <a:pt x="18034" y="7260"/>
                  </a:lnTo>
                  <a:lnTo>
                    <a:pt x="17995" y="7029"/>
                  </a:lnTo>
                  <a:lnTo>
                    <a:pt x="17918" y="6836"/>
                  </a:lnTo>
                  <a:lnTo>
                    <a:pt x="17841" y="6643"/>
                  </a:lnTo>
                  <a:lnTo>
                    <a:pt x="17725" y="6450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6"/>
                  </a:lnTo>
                  <a:lnTo>
                    <a:pt x="16567" y="5446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2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4"/>
                  </a:lnTo>
                  <a:lnTo>
                    <a:pt x="18343" y="3553"/>
                  </a:lnTo>
                  <a:lnTo>
                    <a:pt x="18382" y="3322"/>
                  </a:lnTo>
                  <a:lnTo>
                    <a:pt x="18343" y="3090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4"/>
                  </a:lnTo>
                  <a:lnTo>
                    <a:pt x="17841" y="2588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8"/>
                  </a:lnTo>
                  <a:lnTo>
                    <a:pt x="16953" y="2704"/>
                  </a:lnTo>
                  <a:lnTo>
                    <a:pt x="16760" y="2781"/>
                  </a:lnTo>
                  <a:lnTo>
                    <a:pt x="16567" y="2936"/>
                  </a:lnTo>
                  <a:lnTo>
                    <a:pt x="16412" y="3090"/>
                  </a:lnTo>
                  <a:lnTo>
                    <a:pt x="16258" y="3283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1"/>
                  </a:lnTo>
                  <a:lnTo>
                    <a:pt x="15524" y="5021"/>
                  </a:lnTo>
                  <a:lnTo>
                    <a:pt x="15099" y="4789"/>
                  </a:lnTo>
                  <a:lnTo>
                    <a:pt x="14675" y="4635"/>
                  </a:lnTo>
                  <a:lnTo>
                    <a:pt x="14211" y="4519"/>
                  </a:lnTo>
                  <a:lnTo>
                    <a:pt x="13748" y="4519"/>
                  </a:lnTo>
                  <a:lnTo>
                    <a:pt x="13362" y="4596"/>
                  </a:lnTo>
                  <a:lnTo>
                    <a:pt x="13169" y="4635"/>
                  </a:lnTo>
                  <a:lnTo>
                    <a:pt x="12975" y="4712"/>
                  </a:lnTo>
                  <a:lnTo>
                    <a:pt x="12782" y="4789"/>
                  </a:lnTo>
                  <a:lnTo>
                    <a:pt x="12628" y="4944"/>
                  </a:lnTo>
                  <a:lnTo>
                    <a:pt x="12512" y="5098"/>
                  </a:lnTo>
                  <a:lnTo>
                    <a:pt x="12435" y="5252"/>
                  </a:lnTo>
                  <a:lnTo>
                    <a:pt x="12396" y="5446"/>
                  </a:lnTo>
                  <a:lnTo>
                    <a:pt x="12473" y="5639"/>
                  </a:lnTo>
                  <a:lnTo>
                    <a:pt x="12551" y="5793"/>
                  </a:lnTo>
                  <a:lnTo>
                    <a:pt x="12705" y="5909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1"/>
                  </a:lnTo>
                  <a:lnTo>
                    <a:pt x="13786" y="6141"/>
                  </a:lnTo>
                  <a:lnTo>
                    <a:pt x="14134" y="6102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20"/>
                  </a:lnTo>
                  <a:lnTo>
                    <a:pt x="13671" y="6836"/>
                  </a:lnTo>
                  <a:lnTo>
                    <a:pt x="13439" y="6952"/>
                  </a:lnTo>
                  <a:lnTo>
                    <a:pt x="13207" y="7029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1"/>
                  </a:lnTo>
                  <a:lnTo>
                    <a:pt x="10968" y="6141"/>
                  </a:lnTo>
                  <a:lnTo>
                    <a:pt x="10774" y="5793"/>
                  </a:lnTo>
                  <a:lnTo>
                    <a:pt x="10504" y="5330"/>
                  </a:lnTo>
                  <a:lnTo>
                    <a:pt x="10311" y="4828"/>
                  </a:lnTo>
                  <a:lnTo>
                    <a:pt x="9886" y="3862"/>
                  </a:lnTo>
                  <a:lnTo>
                    <a:pt x="9655" y="3399"/>
                  </a:lnTo>
                  <a:lnTo>
                    <a:pt x="9423" y="2936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2"/>
                  </a:lnTo>
                  <a:lnTo>
                    <a:pt x="6874" y="503"/>
                  </a:lnTo>
                  <a:lnTo>
                    <a:pt x="6295" y="271"/>
                  </a:lnTo>
                  <a:lnTo>
                    <a:pt x="5716" y="117"/>
                  </a:lnTo>
                  <a:lnTo>
                    <a:pt x="5137" y="39"/>
                  </a:lnTo>
                  <a:lnTo>
                    <a:pt x="451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7"/>
            <p:cNvSpPr/>
            <p:nvPr/>
          </p:nvSpPr>
          <p:spPr>
            <a:xfrm>
              <a:off x="6767875" y="25365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1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6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7"/>
            <p:cNvSpPr/>
            <p:nvPr/>
          </p:nvSpPr>
          <p:spPr>
            <a:xfrm>
              <a:off x="694725" y="25374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8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7"/>
            <p:cNvSpPr/>
            <p:nvPr/>
          </p:nvSpPr>
          <p:spPr>
            <a:xfrm>
              <a:off x="643575" y="25393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657" y="1468"/>
                  </a:lnTo>
                  <a:lnTo>
                    <a:pt x="579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3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5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7"/>
            <p:cNvSpPr/>
            <p:nvPr/>
          </p:nvSpPr>
          <p:spPr>
            <a:xfrm>
              <a:off x="2323325" y="2542275"/>
              <a:ext cx="309900" cy="249100"/>
            </a:xfrm>
            <a:custGeom>
              <a:avLst/>
              <a:gdLst/>
              <a:ahLst/>
              <a:cxnLst/>
              <a:rect l="l" t="t" r="r" b="b"/>
              <a:pathLst>
                <a:path w="12396" h="9964" extrusionOk="0">
                  <a:moveTo>
                    <a:pt x="10079" y="426"/>
                  </a:moveTo>
                  <a:lnTo>
                    <a:pt x="10272" y="464"/>
                  </a:lnTo>
                  <a:lnTo>
                    <a:pt x="10465" y="503"/>
                  </a:lnTo>
                  <a:lnTo>
                    <a:pt x="10581" y="541"/>
                  </a:lnTo>
                  <a:lnTo>
                    <a:pt x="10735" y="657"/>
                  </a:lnTo>
                  <a:lnTo>
                    <a:pt x="10851" y="850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28" y="1430"/>
                  </a:lnTo>
                  <a:lnTo>
                    <a:pt x="10890" y="1661"/>
                  </a:lnTo>
                  <a:lnTo>
                    <a:pt x="10812" y="1854"/>
                  </a:lnTo>
                  <a:lnTo>
                    <a:pt x="10619" y="2202"/>
                  </a:lnTo>
                  <a:lnTo>
                    <a:pt x="10310" y="2588"/>
                  </a:lnTo>
                  <a:lnTo>
                    <a:pt x="9963" y="2936"/>
                  </a:lnTo>
                  <a:lnTo>
                    <a:pt x="9422" y="3476"/>
                  </a:lnTo>
                  <a:lnTo>
                    <a:pt x="8843" y="3978"/>
                  </a:lnTo>
                  <a:lnTo>
                    <a:pt x="8186" y="4480"/>
                  </a:lnTo>
                  <a:lnTo>
                    <a:pt x="7569" y="4982"/>
                  </a:lnTo>
                  <a:lnTo>
                    <a:pt x="6912" y="5484"/>
                  </a:lnTo>
                  <a:lnTo>
                    <a:pt x="6256" y="5947"/>
                  </a:lnTo>
                  <a:lnTo>
                    <a:pt x="5483" y="6411"/>
                  </a:lnTo>
                  <a:lnTo>
                    <a:pt x="4711" y="6874"/>
                  </a:lnTo>
                  <a:lnTo>
                    <a:pt x="3939" y="7299"/>
                  </a:lnTo>
                  <a:lnTo>
                    <a:pt x="3128" y="7724"/>
                  </a:lnTo>
                  <a:lnTo>
                    <a:pt x="2471" y="7994"/>
                  </a:lnTo>
                  <a:lnTo>
                    <a:pt x="2163" y="8110"/>
                  </a:lnTo>
                  <a:lnTo>
                    <a:pt x="1815" y="8226"/>
                  </a:lnTo>
                  <a:lnTo>
                    <a:pt x="1506" y="8264"/>
                  </a:lnTo>
                  <a:lnTo>
                    <a:pt x="1159" y="8303"/>
                  </a:lnTo>
                  <a:lnTo>
                    <a:pt x="811" y="8303"/>
                  </a:lnTo>
                  <a:lnTo>
                    <a:pt x="463" y="8226"/>
                  </a:lnTo>
                  <a:lnTo>
                    <a:pt x="502" y="8148"/>
                  </a:lnTo>
                  <a:lnTo>
                    <a:pt x="463" y="8033"/>
                  </a:lnTo>
                  <a:lnTo>
                    <a:pt x="463" y="7917"/>
                  </a:lnTo>
                  <a:lnTo>
                    <a:pt x="463" y="7801"/>
                  </a:lnTo>
                  <a:lnTo>
                    <a:pt x="502" y="7569"/>
                  </a:lnTo>
                  <a:lnTo>
                    <a:pt x="618" y="7299"/>
                  </a:lnTo>
                  <a:lnTo>
                    <a:pt x="772" y="7029"/>
                  </a:lnTo>
                  <a:lnTo>
                    <a:pt x="1159" y="6565"/>
                  </a:lnTo>
                  <a:lnTo>
                    <a:pt x="1467" y="6179"/>
                  </a:lnTo>
                  <a:lnTo>
                    <a:pt x="2008" y="5561"/>
                  </a:lnTo>
                  <a:lnTo>
                    <a:pt x="2549" y="4982"/>
                  </a:lnTo>
                  <a:lnTo>
                    <a:pt x="3128" y="4441"/>
                  </a:lnTo>
                  <a:lnTo>
                    <a:pt x="3746" y="3862"/>
                  </a:lnTo>
                  <a:lnTo>
                    <a:pt x="4364" y="3360"/>
                  </a:lnTo>
                  <a:lnTo>
                    <a:pt x="5020" y="2858"/>
                  </a:lnTo>
                  <a:lnTo>
                    <a:pt x="5715" y="2434"/>
                  </a:lnTo>
                  <a:lnTo>
                    <a:pt x="6410" y="1970"/>
                  </a:lnTo>
                  <a:lnTo>
                    <a:pt x="7105" y="1584"/>
                  </a:lnTo>
                  <a:lnTo>
                    <a:pt x="7839" y="1236"/>
                  </a:lnTo>
                  <a:lnTo>
                    <a:pt x="8457" y="928"/>
                  </a:lnTo>
                  <a:lnTo>
                    <a:pt x="8843" y="734"/>
                  </a:lnTo>
                  <a:lnTo>
                    <a:pt x="9268" y="580"/>
                  </a:lnTo>
                  <a:lnTo>
                    <a:pt x="9692" y="464"/>
                  </a:lnTo>
                  <a:lnTo>
                    <a:pt x="10079" y="426"/>
                  </a:lnTo>
                  <a:close/>
                  <a:moveTo>
                    <a:pt x="11237" y="464"/>
                  </a:moveTo>
                  <a:lnTo>
                    <a:pt x="11430" y="580"/>
                  </a:lnTo>
                  <a:lnTo>
                    <a:pt x="11585" y="773"/>
                  </a:lnTo>
                  <a:lnTo>
                    <a:pt x="11700" y="966"/>
                  </a:lnTo>
                  <a:lnTo>
                    <a:pt x="11778" y="1236"/>
                  </a:lnTo>
                  <a:lnTo>
                    <a:pt x="11778" y="1468"/>
                  </a:lnTo>
                  <a:lnTo>
                    <a:pt x="11778" y="1738"/>
                  </a:lnTo>
                  <a:lnTo>
                    <a:pt x="11739" y="1970"/>
                  </a:lnTo>
                  <a:lnTo>
                    <a:pt x="11662" y="2240"/>
                  </a:lnTo>
                  <a:lnTo>
                    <a:pt x="11430" y="2627"/>
                  </a:lnTo>
                  <a:lnTo>
                    <a:pt x="11160" y="3013"/>
                  </a:lnTo>
                  <a:lnTo>
                    <a:pt x="10851" y="3399"/>
                  </a:lnTo>
                  <a:lnTo>
                    <a:pt x="10542" y="3746"/>
                  </a:lnTo>
                  <a:lnTo>
                    <a:pt x="9847" y="4480"/>
                  </a:lnTo>
                  <a:lnTo>
                    <a:pt x="9075" y="5137"/>
                  </a:lnTo>
                  <a:lnTo>
                    <a:pt x="8264" y="5793"/>
                  </a:lnTo>
                  <a:lnTo>
                    <a:pt x="7453" y="6372"/>
                  </a:lnTo>
                  <a:lnTo>
                    <a:pt x="6603" y="6990"/>
                  </a:lnTo>
                  <a:lnTo>
                    <a:pt x="5754" y="7569"/>
                  </a:lnTo>
                  <a:lnTo>
                    <a:pt x="4866" y="8110"/>
                  </a:lnTo>
                  <a:lnTo>
                    <a:pt x="3977" y="8612"/>
                  </a:lnTo>
                  <a:lnTo>
                    <a:pt x="3128" y="9037"/>
                  </a:lnTo>
                  <a:lnTo>
                    <a:pt x="2703" y="9191"/>
                  </a:lnTo>
                  <a:lnTo>
                    <a:pt x="2240" y="9346"/>
                  </a:lnTo>
                  <a:lnTo>
                    <a:pt x="1969" y="9384"/>
                  </a:lnTo>
                  <a:lnTo>
                    <a:pt x="1661" y="9423"/>
                  </a:lnTo>
                  <a:lnTo>
                    <a:pt x="1313" y="9384"/>
                  </a:lnTo>
                  <a:lnTo>
                    <a:pt x="1004" y="9346"/>
                  </a:lnTo>
                  <a:lnTo>
                    <a:pt x="734" y="9191"/>
                  </a:lnTo>
                  <a:lnTo>
                    <a:pt x="541" y="9037"/>
                  </a:lnTo>
                  <a:lnTo>
                    <a:pt x="463" y="8921"/>
                  </a:lnTo>
                  <a:lnTo>
                    <a:pt x="386" y="8805"/>
                  </a:lnTo>
                  <a:lnTo>
                    <a:pt x="348" y="8650"/>
                  </a:lnTo>
                  <a:lnTo>
                    <a:pt x="309" y="8496"/>
                  </a:lnTo>
                  <a:lnTo>
                    <a:pt x="579" y="8612"/>
                  </a:lnTo>
                  <a:lnTo>
                    <a:pt x="888" y="8728"/>
                  </a:lnTo>
                  <a:lnTo>
                    <a:pt x="1197" y="8766"/>
                  </a:lnTo>
                  <a:lnTo>
                    <a:pt x="1506" y="8766"/>
                  </a:lnTo>
                  <a:lnTo>
                    <a:pt x="1815" y="8728"/>
                  </a:lnTo>
                  <a:lnTo>
                    <a:pt x="2124" y="8650"/>
                  </a:lnTo>
                  <a:lnTo>
                    <a:pt x="2742" y="8457"/>
                  </a:lnTo>
                  <a:lnTo>
                    <a:pt x="3321" y="8187"/>
                  </a:lnTo>
                  <a:lnTo>
                    <a:pt x="3939" y="7917"/>
                  </a:lnTo>
                  <a:lnTo>
                    <a:pt x="4981" y="7299"/>
                  </a:lnTo>
                  <a:lnTo>
                    <a:pt x="6526" y="6372"/>
                  </a:lnTo>
                  <a:lnTo>
                    <a:pt x="7298" y="5832"/>
                  </a:lnTo>
                  <a:lnTo>
                    <a:pt x="8071" y="5291"/>
                  </a:lnTo>
                  <a:lnTo>
                    <a:pt x="8804" y="4750"/>
                  </a:lnTo>
                  <a:lnTo>
                    <a:pt x="9499" y="4133"/>
                  </a:lnTo>
                  <a:lnTo>
                    <a:pt x="10156" y="3515"/>
                  </a:lnTo>
                  <a:lnTo>
                    <a:pt x="10774" y="2820"/>
                  </a:lnTo>
                  <a:lnTo>
                    <a:pt x="10967" y="2588"/>
                  </a:lnTo>
                  <a:lnTo>
                    <a:pt x="11121" y="2356"/>
                  </a:lnTo>
                  <a:lnTo>
                    <a:pt x="11276" y="2047"/>
                  </a:lnTo>
                  <a:lnTo>
                    <a:pt x="11391" y="1777"/>
                  </a:lnTo>
                  <a:lnTo>
                    <a:pt x="11469" y="1468"/>
                  </a:lnTo>
                  <a:lnTo>
                    <a:pt x="11507" y="1159"/>
                  </a:lnTo>
                  <a:lnTo>
                    <a:pt x="11430" y="889"/>
                  </a:lnTo>
                  <a:lnTo>
                    <a:pt x="11314" y="580"/>
                  </a:lnTo>
                  <a:lnTo>
                    <a:pt x="11237" y="464"/>
                  </a:lnTo>
                  <a:close/>
                  <a:moveTo>
                    <a:pt x="9924" y="1"/>
                  </a:moveTo>
                  <a:lnTo>
                    <a:pt x="9654" y="39"/>
                  </a:lnTo>
                  <a:lnTo>
                    <a:pt x="9306" y="117"/>
                  </a:lnTo>
                  <a:lnTo>
                    <a:pt x="8920" y="194"/>
                  </a:lnTo>
                  <a:lnTo>
                    <a:pt x="8186" y="503"/>
                  </a:lnTo>
                  <a:lnTo>
                    <a:pt x="7491" y="850"/>
                  </a:lnTo>
                  <a:lnTo>
                    <a:pt x="6835" y="1198"/>
                  </a:lnTo>
                  <a:lnTo>
                    <a:pt x="6101" y="1584"/>
                  </a:lnTo>
                  <a:lnTo>
                    <a:pt x="5406" y="2009"/>
                  </a:lnTo>
                  <a:lnTo>
                    <a:pt x="4750" y="2472"/>
                  </a:lnTo>
                  <a:lnTo>
                    <a:pt x="4093" y="2974"/>
                  </a:lnTo>
                  <a:lnTo>
                    <a:pt x="3360" y="3553"/>
                  </a:lnTo>
                  <a:lnTo>
                    <a:pt x="2665" y="4210"/>
                  </a:lnTo>
                  <a:lnTo>
                    <a:pt x="1969" y="4866"/>
                  </a:lnTo>
                  <a:lnTo>
                    <a:pt x="1352" y="5600"/>
                  </a:lnTo>
                  <a:lnTo>
                    <a:pt x="888" y="6141"/>
                  </a:lnTo>
                  <a:lnTo>
                    <a:pt x="618" y="6449"/>
                  </a:lnTo>
                  <a:lnTo>
                    <a:pt x="348" y="6797"/>
                  </a:lnTo>
                  <a:lnTo>
                    <a:pt x="155" y="7145"/>
                  </a:lnTo>
                  <a:lnTo>
                    <a:pt x="0" y="7492"/>
                  </a:lnTo>
                  <a:lnTo>
                    <a:pt x="0" y="7685"/>
                  </a:lnTo>
                  <a:lnTo>
                    <a:pt x="0" y="7840"/>
                  </a:lnTo>
                  <a:lnTo>
                    <a:pt x="0" y="8033"/>
                  </a:lnTo>
                  <a:lnTo>
                    <a:pt x="77" y="8187"/>
                  </a:lnTo>
                  <a:lnTo>
                    <a:pt x="77" y="8264"/>
                  </a:lnTo>
                  <a:lnTo>
                    <a:pt x="77" y="8342"/>
                  </a:lnTo>
                  <a:lnTo>
                    <a:pt x="39" y="8496"/>
                  </a:lnTo>
                  <a:lnTo>
                    <a:pt x="39" y="8650"/>
                  </a:lnTo>
                  <a:lnTo>
                    <a:pt x="77" y="8805"/>
                  </a:lnTo>
                  <a:lnTo>
                    <a:pt x="116" y="8959"/>
                  </a:lnTo>
                  <a:lnTo>
                    <a:pt x="309" y="9230"/>
                  </a:lnTo>
                  <a:lnTo>
                    <a:pt x="541" y="9500"/>
                  </a:lnTo>
                  <a:lnTo>
                    <a:pt x="734" y="9616"/>
                  </a:lnTo>
                  <a:lnTo>
                    <a:pt x="965" y="9732"/>
                  </a:lnTo>
                  <a:lnTo>
                    <a:pt x="1236" y="9770"/>
                  </a:lnTo>
                  <a:lnTo>
                    <a:pt x="1467" y="9809"/>
                  </a:lnTo>
                  <a:lnTo>
                    <a:pt x="1583" y="9963"/>
                  </a:lnTo>
                  <a:lnTo>
                    <a:pt x="1815" y="9770"/>
                  </a:lnTo>
                  <a:lnTo>
                    <a:pt x="1892" y="9770"/>
                  </a:lnTo>
                  <a:lnTo>
                    <a:pt x="1892" y="9848"/>
                  </a:lnTo>
                  <a:lnTo>
                    <a:pt x="1931" y="9848"/>
                  </a:lnTo>
                  <a:lnTo>
                    <a:pt x="2008" y="9770"/>
                  </a:lnTo>
                  <a:lnTo>
                    <a:pt x="2394" y="9654"/>
                  </a:lnTo>
                  <a:lnTo>
                    <a:pt x="2935" y="9500"/>
                  </a:lnTo>
                  <a:lnTo>
                    <a:pt x="3514" y="9268"/>
                  </a:lnTo>
                  <a:lnTo>
                    <a:pt x="4055" y="9037"/>
                  </a:lnTo>
                  <a:lnTo>
                    <a:pt x="4557" y="8766"/>
                  </a:lnTo>
                  <a:lnTo>
                    <a:pt x="5599" y="8148"/>
                  </a:lnTo>
                  <a:lnTo>
                    <a:pt x="6603" y="7492"/>
                  </a:lnTo>
                  <a:lnTo>
                    <a:pt x="6758" y="7376"/>
                  </a:lnTo>
                  <a:lnTo>
                    <a:pt x="7839" y="6643"/>
                  </a:lnTo>
                  <a:lnTo>
                    <a:pt x="8688" y="5986"/>
                  </a:lnTo>
                  <a:lnTo>
                    <a:pt x="9538" y="5330"/>
                  </a:lnTo>
                  <a:lnTo>
                    <a:pt x="10388" y="4596"/>
                  </a:lnTo>
                  <a:lnTo>
                    <a:pt x="10774" y="4171"/>
                  </a:lnTo>
                  <a:lnTo>
                    <a:pt x="11121" y="3785"/>
                  </a:lnTo>
                  <a:lnTo>
                    <a:pt x="11160" y="3901"/>
                  </a:lnTo>
                  <a:lnTo>
                    <a:pt x="11430" y="3824"/>
                  </a:lnTo>
                  <a:lnTo>
                    <a:pt x="11932" y="4094"/>
                  </a:lnTo>
                  <a:lnTo>
                    <a:pt x="12087" y="3824"/>
                  </a:lnTo>
                  <a:lnTo>
                    <a:pt x="11353" y="3476"/>
                  </a:lnTo>
                  <a:lnTo>
                    <a:pt x="11662" y="3051"/>
                  </a:lnTo>
                  <a:lnTo>
                    <a:pt x="11932" y="2588"/>
                  </a:lnTo>
                  <a:lnTo>
                    <a:pt x="12087" y="2202"/>
                  </a:lnTo>
                  <a:lnTo>
                    <a:pt x="12164" y="1816"/>
                  </a:lnTo>
                  <a:lnTo>
                    <a:pt x="12395" y="1623"/>
                  </a:lnTo>
                  <a:lnTo>
                    <a:pt x="12164" y="1391"/>
                  </a:lnTo>
                  <a:lnTo>
                    <a:pt x="12125" y="1082"/>
                  </a:lnTo>
                  <a:lnTo>
                    <a:pt x="12048" y="812"/>
                  </a:lnTo>
                  <a:lnTo>
                    <a:pt x="11932" y="580"/>
                  </a:lnTo>
                  <a:lnTo>
                    <a:pt x="11778" y="387"/>
                  </a:lnTo>
                  <a:lnTo>
                    <a:pt x="11585" y="194"/>
                  </a:lnTo>
                  <a:lnTo>
                    <a:pt x="11353" y="78"/>
                  </a:lnTo>
                  <a:lnTo>
                    <a:pt x="11044" y="39"/>
                  </a:lnTo>
                  <a:lnTo>
                    <a:pt x="10735" y="39"/>
                  </a:lnTo>
                  <a:lnTo>
                    <a:pt x="10619" y="78"/>
                  </a:lnTo>
                  <a:lnTo>
                    <a:pt x="103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7"/>
            <p:cNvSpPr/>
            <p:nvPr/>
          </p:nvSpPr>
          <p:spPr>
            <a:xfrm>
              <a:off x="6773675" y="25422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4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52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2"/>
                  </a:lnTo>
                  <a:lnTo>
                    <a:pt x="2935" y="1430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4" y="1893"/>
                  </a:lnTo>
                  <a:lnTo>
                    <a:pt x="425" y="2434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6" y="11354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20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2"/>
                  </a:lnTo>
                  <a:lnTo>
                    <a:pt x="3669" y="10620"/>
                  </a:lnTo>
                  <a:lnTo>
                    <a:pt x="3824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6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3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6" y="2742"/>
                  </a:lnTo>
                  <a:lnTo>
                    <a:pt x="4287" y="2395"/>
                  </a:lnTo>
                  <a:lnTo>
                    <a:pt x="4210" y="1430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7"/>
            <p:cNvSpPr/>
            <p:nvPr/>
          </p:nvSpPr>
          <p:spPr>
            <a:xfrm>
              <a:off x="4769575" y="2562550"/>
              <a:ext cx="144825" cy="164150"/>
            </a:xfrm>
            <a:custGeom>
              <a:avLst/>
              <a:gdLst/>
              <a:ahLst/>
              <a:cxnLst/>
              <a:rect l="l" t="t" r="r" b="b"/>
              <a:pathLst>
                <a:path w="5793" h="6566" extrusionOk="0">
                  <a:moveTo>
                    <a:pt x="2858" y="464"/>
                  </a:moveTo>
                  <a:lnTo>
                    <a:pt x="3360" y="619"/>
                  </a:lnTo>
                  <a:lnTo>
                    <a:pt x="3823" y="812"/>
                  </a:lnTo>
                  <a:lnTo>
                    <a:pt x="4248" y="1082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9"/>
                  </a:lnTo>
                  <a:lnTo>
                    <a:pt x="5252" y="2511"/>
                  </a:lnTo>
                  <a:lnTo>
                    <a:pt x="5290" y="2781"/>
                  </a:lnTo>
                  <a:lnTo>
                    <a:pt x="5329" y="3051"/>
                  </a:lnTo>
                  <a:lnTo>
                    <a:pt x="5329" y="3322"/>
                  </a:lnTo>
                  <a:lnTo>
                    <a:pt x="5290" y="3785"/>
                  </a:lnTo>
                  <a:lnTo>
                    <a:pt x="5175" y="4248"/>
                  </a:lnTo>
                  <a:lnTo>
                    <a:pt x="4982" y="4712"/>
                  </a:lnTo>
                  <a:lnTo>
                    <a:pt x="4711" y="5098"/>
                  </a:lnTo>
                  <a:lnTo>
                    <a:pt x="4364" y="5445"/>
                  </a:lnTo>
                  <a:lnTo>
                    <a:pt x="4016" y="5716"/>
                  </a:lnTo>
                  <a:lnTo>
                    <a:pt x="3784" y="5832"/>
                  </a:lnTo>
                  <a:lnTo>
                    <a:pt x="3553" y="5947"/>
                  </a:lnTo>
                  <a:lnTo>
                    <a:pt x="3321" y="6025"/>
                  </a:lnTo>
                  <a:lnTo>
                    <a:pt x="3089" y="6063"/>
                  </a:lnTo>
                  <a:lnTo>
                    <a:pt x="2780" y="6102"/>
                  </a:lnTo>
                  <a:lnTo>
                    <a:pt x="2510" y="6102"/>
                  </a:lnTo>
                  <a:lnTo>
                    <a:pt x="2201" y="6063"/>
                  </a:lnTo>
                  <a:lnTo>
                    <a:pt x="1970" y="5986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600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1"/>
                  </a:lnTo>
                  <a:lnTo>
                    <a:pt x="734" y="4789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5"/>
                  </a:lnTo>
                  <a:lnTo>
                    <a:pt x="464" y="2974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700"/>
                  </a:lnTo>
                  <a:lnTo>
                    <a:pt x="966" y="1507"/>
                  </a:lnTo>
                  <a:lnTo>
                    <a:pt x="1120" y="1275"/>
                  </a:lnTo>
                  <a:lnTo>
                    <a:pt x="1313" y="1121"/>
                  </a:lnTo>
                  <a:lnTo>
                    <a:pt x="1506" y="927"/>
                  </a:lnTo>
                  <a:lnTo>
                    <a:pt x="1738" y="812"/>
                  </a:lnTo>
                  <a:lnTo>
                    <a:pt x="1970" y="696"/>
                  </a:lnTo>
                  <a:lnTo>
                    <a:pt x="2201" y="580"/>
                  </a:lnTo>
                  <a:lnTo>
                    <a:pt x="2472" y="541"/>
                  </a:lnTo>
                  <a:lnTo>
                    <a:pt x="2780" y="503"/>
                  </a:lnTo>
                  <a:lnTo>
                    <a:pt x="2819" y="503"/>
                  </a:lnTo>
                  <a:lnTo>
                    <a:pt x="2858" y="464"/>
                  </a:lnTo>
                  <a:close/>
                  <a:moveTo>
                    <a:pt x="2665" y="1"/>
                  </a:moveTo>
                  <a:lnTo>
                    <a:pt x="2587" y="39"/>
                  </a:lnTo>
                  <a:lnTo>
                    <a:pt x="2510" y="78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1"/>
                  </a:lnTo>
                  <a:lnTo>
                    <a:pt x="1854" y="310"/>
                  </a:lnTo>
                  <a:lnTo>
                    <a:pt x="1622" y="387"/>
                  </a:lnTo>
                  <a:lnTo>
                    <a:pt x="1390" y="503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7"/>
                  </a:lnTo>
                  <a:lnTo>
                    <a:pt x="348" y="1738"/>
                  </a:lnTo>
                  <a:lnTo>
                    <a:pt x="155" y="2279"/>
                  </a:lnTo>
                  <a:lnTo>
                    <a:pt x="39" y="2858"/>
                  </a:lnTo>
                  <a:lnTo>
                    <a:pt x="0" y="3399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3"/>
                  </a:lnTo>
                  <a:lnTo>
                    <a:pt x="309" y="4943"/>
                  </a:lnTo>
                  <a:lnTo>
                    <a:pt x="425" y="5214"/>
                  </a:lnTo>
                  <a:lnTo>
                    <a:pt x="579" y="5445"/>
                  </a:lnTo>
                  <a:lnTo>
                    <a:pt x="734" y="5677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8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7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7"/>
                  </a:lnTo>
                  <a:lnTo>
                    <a:pt x="3476" y="6449"/>
                  </a:lnTo>
                  <a:lnTo>
                    <a:pt x="3784" y="6334"/>
                  </a:lnTo>
                  <a:lnTo>
                    <a:pt x="4055" y="6218"/>
                  </a:lnTo>
                  <a:lnTo>
                    <a:pt x="4325" y="6063"/>
                  </a:lnTo>
                  <a:lnTo>
                    <a:pt x="4557" y="5909"/>
                  </a:lnTo>
                  <a:lnTo>
                    <a:pt x="4788" y="5716"/>
                  </a:lnTo>
                  <a:lnTo>
                    <a:pt x="4982" y="5484"/>
                  </a:lnTo>
                  <a:lnTo>
                    <a:pt x="5175" y="5252"/>
                  </a:lnTo>
                  <a:lnTo>
                    <a:pt x="5329" y="4982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1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8"/>
                  </a:lnTo>
                  <a:lnTo>
                    <a:pt x="5561" y="2047"/>
                  </a:lnTo>
                  <a:lnTo>
                    <a:pt x="5406" y="1777"/>
                  </a:lnTo>
                  <a:lnTo>
                    <a:pt x="5252" y="1507"/>
                  </a:lnTo>
                  <a:lnTo>
                    <a:pt x="5059" y="1275"/>
                  </a:lnTo>
                  <a:lnTo>
                    <a:pt x="4866" y="1043"/>
                  </a:lnTo>
                  <a:lnTo>
                    <a:pt x="4634" y="812"/>
                  </a:lnTo>
                  <a:lnTo>
                    <a:pt x="4402" y="619"/>
                  </a:lnTo>
                  <a:lnTo>
                    <a:pt x="4132" y="464"/>
                  </a:lnTo>
                  <a:lnTo>
                    <a:pt x="3862" y="310"/>
                  </a:lnTo>
                  <a:lnTo>
                    <a:pt x="3591" y="194"/>
                  </a:lnTo>
                  <a:lnTo>
                    <a:pt x="3282" y="117"/>
                  </a:lnTo>
                  <a:lnTo>
                    <a:pt x="2974" y="39"/>
                  </a:lnTo>
                  <a:lnTo>
                    <a:pt x="266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7"/>
            <p:cNvSpPr/>
            <p:nvPr/>
          </p:nvSpPr>
          <p:spPr>
            <a:xfrm>
              <a:off x="2452675" y="2582825"/>
              <a:ext cx="296400" cy="356250"/>
            </a:xfrm>
            <a:custGeom>
              <a:avLst/>
              <a:gdLst/>
              <a:ahLst/>
              <a:cxnLst/>
              <a:rect l="l" t="t" r="r" b="b"/>
              <a:pathLst>
                <a:path w="11856" h="14250" extrusionOk="0">
                  <a:moveTo>
                    <a:pt x="7221" y="1"/>
                  </a:moveTo>
                  <a:lnTo>
                    <a:pt x="6990" y="194"/>
                  </a:lnTo>
                  <a:lnTo>
                    <a:pt x="8032" y="1777"/>
                  </a:lnTo>
                  <a:lnTo>
                    <a:pt x="9114" y="3283"/>
                  </a:lnTo>
                  <a:lnTo>
                    <a:pt x="8032" y="2704"/>
                  </a:lnTo>
                  <a:lnTo>
                    <a:pt x="6913" y="2202"/>
                  </a:lnTo>
                  <a:lnTo>
                    <a:pt x="6758" y="2472"/>
                  </a:lnTo>
                  <a:lnTo>
                    <a:pt x="8225" y="3283"/>
                  </a:lnTo>
                  <a:lnTo>
                    <a:pt x="9731" y="4094"/>
                  </a:lnTo>
                  <a:lnTo>
                    <a:pt x="10388" y="4905"/>
                  </a:lnTo>
                  <a:lnTo>
                    <a:pt x="10388" y="4943"/>
                  </a:lnTo>
                  <a:lnTo>
                    <a:pt x="10697" y="4827"/>
                  </a:lnTo>
                  <a:lnTo>
                    <a:pt x="10658" y="4712"/>
                  </a:lnTo>
                  <a:lnTo>
                    <a:pt x="10620" y="4596"/>
                  </a:lnTo>
                  <a:lnTo>
                    <a:pt x="10620" y="4596"/>
                  </a:lnTo>
                  <a:lnTo>
                    <a:pt x="10929" y="4712"/>
                  </a:lnTo>
                  <a:lnTo>
                    <a:pt x="11160" y="4827"/>
                  </a:lnTo>
                  <a:lnTo>
                    <a:pt x="11315" y="5021"/>
                  </a:lnTo>
                  <a:lnTo>
                    <a:pt x="11431" y="5252"/>
                  </a:lnTo>
                  <a:lnTo>
                    <a:pt x="11469" y="5484"/>
                  </a:lnTo>
                  <a:lnTo>
                    <a:pt x="11469" y="5754"/>
                  </a:lnTo>
                  <a:lnTo>
                    <a:pt x="11431" y="6063"/>
                  </a:lnTo>
                  <a:lnTo>
                    <a:pt x="11353" y="6372"/>
                  </a:lnTo>
                  <a:lnTo>
                    <a:pt x="11083" y="7028"/>
                  </a:lnTo>
                  <a:lnTo>
                    <a:pt x="10813" y="7646"/>
                  </a:lnTo>
                  <a:lnTo>
                    <a:pt x="10504" y="8148"/>
                  </a:lnTo>
                  <a:lnTo>
                    <a:pt x="10233" y="8573"/>
                  </a:lnTo>
                  <a:lnTo>
                    <a:pt x="9654" y="9345"/>
                  </a:lnTo>
                  <a:lnTo>
                    <a:pt x="9036" y="10079"/>
                  </a:lnTo>
                  <a:lnTo>
                    <a:pt x="8380" y="10736"/>
                  </a:lnTo>
                  <a:lnTo>
                    <a:pt x="7646" y="11353"/>
                  </a:lnTo>
                  <a:lnTo>
                    <a:pt x="6874" y="11933"/>
                  </a:lnTo>
                  <a:lnTo>
                    <a:pt x="6024" y="12435"/>
                  </a:lnTo>
                  <a:lnTo>
                    <a:pt x="5175" y="12898"/>
                  </a:lnTo>
                  <a:lnTo>
                    <a:pt x="4287" y="13284"/>
                  </a:lnTo>
                  <a:lnTo>
                    <a:pt x="3862" y="13439"/>
                  </a:lnTo>
                  <a:lnTo>
                    <a:pt x="3283" y="13632"/>
                  </a:lnTo>
                  <a:lnTo>
                    <a:pt x="2665" y="13786"/>
                  </a:lnTo>
                  <a:lnTo>
                    <a:pt x="1970" y="13941"/>
                  </a:lnTo>
                  <a:lnTo>
                    <a:pt x="1043" y="13941"/>
                  </a:lnTo>
                  <a:lnTo>
                    <a:pt x="811" y="13863"/>
                  </a:lnTo>
                  <a:lnTo>
                    <a:pt x="580" y="13709"/>
                  </a:lnTo>
                  <a:lnTo>
                    <a:pt x="425" y="13554"/>
                  </a:lnTo>
                  <a:lnTo>
                    <a:pt x="309" y="13323"/>
                  </a:lnTo>
                  <a:lnTo>
                    <a:pt x="232" y="13052"/>
                  </a:lnTo>
                  <a:lnTo>
                    <a:pt x="1" y="13130"/>
                  </a:lnTo>
                  <a:lnTo>
                    <a:pt x="1" y="13400"/>
                  </a:lnTo>
                  <a:lnTo>
                    <a:pt x="39" y="13632"/>
                  </a:lnTo>
                  <a:lnTo>
                    <a:pt x="155" y="13825"/>
                  </a:lnTo>
                  <a:lnTo>
                    <a:pt x="271" y="13941"/>
                  </a:lnTo>
                  <a:lnTo>
                    <a:pt x="464" y="14056"/>
                  </a:lnTo>
                  <a:lnTo>
                    <a:pt x="657" y="14172"/>
                  </a:lnTo>
                  <a:lnTo>
                    <a:pt x="889" y="14211"/>
                  </a:lnTo>
                  <a:lnTo>
                    <a:pt x="1120" y="14249"/>
                  </a:lnTo>
                  <a:lnTo>
                    <a:pt x="1661" y="14249"/>
                  </a:lnTo>
                  <a:lnTo>
                    <a:pt x="2163" y="14211"/>
                  </a:lnTo>
                  <a:lnTo>
                    <a:pt x="2665" y="14134"/>
                  </a:lnTo>
                  <a:lnTo>
                    <a:pt x="3051" y="14056"/>
                  </a:lnTo>
                  <a:lnTo>
                    <a:pt x="3708" y="13863"/>
                  </a:lnTo>
                  <a:lnTo>
                    <a:pt x="4364" y="13632"/>
                  </a:lnTo>
                  <a:lnTo>
                    <a:pt x="5020" y="13361"/>
                  </a:lnTo>
                  <a:lnTo>
                    <a:pt x="5638" y="13091"/>
                  </a:lnTo>
                  <a:lnTo>
                    <a:pt x="6256" y="12743"/>
                  </a:lnTo>
                  <a:lnTo>
                    <a:pt x="6835" y="12396"/>
                  </a:lnTo>
                  <a:lnTo>
                    <a:pt x="7415" y="12010"/>
                  </a:lnTo>
                  <a:lnTo>
                    <a:pt x="7955" y="11585"/>
                  </a:lnTo>
                  <a:lnTo>
                    <a:pt x="8457" y="11160"/>
                  </a:lnTo>
                  <a:lnTo>
                    <a:pt x="8959" y="10697"/>
                  </a:lnTo>
                  <a:lnTo>
                    <a:pt x="9423" y="10234"/>
                  </a:lnTo>
                  <a:lnTo>
                    <a:pt x="9847" y="9732"/>
                  </a:lnTo>
                  <a:lnTo>
                    <a:pt x="10272" y="9191"/>
                  </a:lnTo>
                  <a:lnTo>
                    <a:pt x="10620" y="8650"/>
                  </a:lnTo>
                  <a:lnTo>
                    <a:pt x="11006" y="8071"/>
                  </a:lnTo>
                  <a:lnTo>
                    <a:pt x="11315" y="7492"/>
                  </a:lnTo>
                  <a:lnTo>
                    <a:pt x="11546" y="6951"/>
                  </a:lnTo>
                  <a:lnTo>
                    <a:pt x="11778" y="6411"/>
                  </a:lnTo>
                  <a:lnTo>
                    <a:pt x="11817" y="6102"/>
                  </a:lnTo>
                  <a:lnTo>
                    <a:pt x="11855" y="5831"/>
                  </a:lnTo>
                  <a:lnTo>
                    <a:pt x="11855" y="5523"/>
                  </a:lnTo>
                  <a:lnTo>
                    <a:pt x="11778" y="5252"/>
                  </a:lnTo>
                  <a:lnTo>
                    <a:pt x="11701" y="5021"/>
                  </a:lnTo>
                  <a:lnTo>
                    <a:pt x="11585" y="4866"/>
                  </a:lnTo>
                  <a:lnTo>
                    <a:pt x="11469" y="4673"/>
                  </a:lnTo>
                  <a:lnTo>
                    <a:pt x="11315" y="4519"/>
                  </a:lnTo>
                  <a:lnTo>
                    <a:pt x="11122" y="4403"/>
                  </a:lnTo>
                  <a:lnTo>
                    <a:pt x="10929" y="4325"/>
                  </a:lnTo>
                  <a:lnTo>
                    <a:pt x="10735" y="4248"/>
                  </a:lnTo>
                  <a:lnTo>
                    <a:pt x="10504" y="4210"/>
                  </a:lnTo>
                  <a:lnTo>
                    <a:pt x="10465" y="4248"/>
                  </a:lnTo>
                  <a:lnTo>
                    <a:pt x="10388" y="4248"/>
                  </a:lnTo>
                  <a:lnTo>
                    <a:pt x="9654" y="3167"/>
                  </a:lnTo>
                  <a:lnTo>
                    <a:pt x="8882" y="2086"/>
                  </a:lnTo>
                  <a:lnTo>
                    <a:pt x="8032" y="1043"/>
                  </a:lnTo>
                  <a:lnTo>
                    <a:pt x="72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7"/>
            <p:cNvSpPr/>
            <p:nvPr/>
          </p:nvSpPr>
          <p:spPr>
            <a:xfrm>
              <a:off x="581775" y="25867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0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5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7"/>
            <p:cNvSpPr/>
            <p:nvPr/>
          </p:nvSpPr>
          <p:spPr>
            <a:xfrm>
              <a:off x="6717675" y="2588625"/>
              <a:ext cx="42525" cy="41525"/>
            </a:xfrm>
            <a:custGeom>
              <a:avLst/>
              <a:gdLst/>
              <a:ahLst/>
              <a:cxnLst/>
              <a:rect l="l" t="t" r="r" b="b"/>
              <a:pathLst>
                <a:path w="1701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2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9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3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8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7"/>
            <p:cNvSpPr/>
            <p:nvPr/>
          </p:nvSpPr>
          <p:spPr>
            <a:xfrm>
              <a:off x="587575" y="25924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3" y="1893"/>
                  </a:lnTo>
                  <a:lnTo>
                    <a:pt x="425" y="2433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5" y="11353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1"/>
                  </a:lnTo>
                  <a:lnTo>
                    <a:pt x="3669" y="10620"/>
                  </a:lnTo>
                  <a:lnTo>
                    <a:pt x="3823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5" y="2742"/>
                  </a:lnTo>
                  <a:lnTo>
                    <a:pt x="4287" y="2395"/>
                  </a:lnTo>
                  <a:lnTo>
                    <a:pt x="4210" y="1429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7"/>
            <p:cNvSpPr/>
            <p:nvPr/>
          </p:nvSpPr>
          <p:spPr>
            <a:xfrm>
              <a:off x="6526550" y="26156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1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1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2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7"/>
            <p:cNvSpPr/>
            <p:nvPr/>
          </p:nvSpPr>
          <p:spPr>
            <a:xfrm>
              <a:off x="1725750" y="2629175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2"/>
                  </a:lnTo>
                  <a:lnTo>
                    <a:pt x="2008" y="965"/>
                  </a:lnTo>
                  <a:lnTo>
                    <a:pt x="2124" y="1120"/>
                  </a:lnTo>
                  <a:lnTo>
                    <a:pt x="2202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6" y="502"/>
                  </a:lnTo>
                  <a:lnTo>
                    <a:pt x="811" y="463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0"/>
                  </a:lnTo>
                  <a:lnTo>
                    <a:pt x="194" y="425"/>
                  </a:lnTo>
                  <a:lnTo>
                    <a:pt x="78" y="618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8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2" y="2973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3"/>
                  </a:lnTo>
                  <a:lnTo>
                    <a:pt x="2626" y="2896"/>
                  </a:lnTo>
                  <a:lnTo>
                    <a:pt x="2704" y="2317"/>
                  </a:lnTo>
                  <a:lnTo>
                    <a:pt x="2704" y="2008"/>
                  </a:lnTo>
                  <a:lnTo>
                    <a:pt x="2704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00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7"/>
            <p:cNvSpPr/>
            <p:nvPr/>
          </p:nvSpPr>
          <p:spPr>
            <a:xfrm>
              <a:off x="2602300" y="2637850"/>
              <a:ext cx="63750" cy="173800"/>
            </a:xfrm>
            <a:custGeom>
              <a:avLst/>
              <a:gdLst/>
              <a:ahLst/>
              <a:cxnLst/>
              <a:rect l="l" t="t" r="r" b="b"/>
              <a:pathLst>
                <a:path w="2550" h="6952" extrusionOk="0">
                  <a:moveTo>
                    <a:pt x="271" y="1"/>
                  </a:moveTo>
                  <a:lnTo>
                    <a:pt x="1" y="78"/>
                  </a:lnTo>
                  <a:lnTo>
                    <a:pt x="232" y="927"/>
                  </a:lnTo>
                  <a:lnTo>
                    <a:pt x="503" y="1816"/>
                  </a:lnTo>
                  <a:lnTo>
                    <a:pt x="1082" y="3515"/>
                  </a:lnTo>
                  <a:lnTo>
                    <a:pt x="2318" y="6951"/>
                  </a:lnTo>
                  <a:lnTo>
                    <a:pt x="2549" y="6874"/>
                  </a:lnTo>
                  <a:lnTo>
                    <a:pt x="2047" y="5136"/>
                  </a:lnTo>
                  <a:lnTo>
                    <a:pt x="1507" y="3399"/>
                  </a:lnTo>
                  <a:lnTo>
                    <a:pt x="928" y="1661"/>
                  </a:lnTo>
                  <a:lnTo>
                    <a:pt x="619" y="81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7"/>
            <p:cNvSpPr/>
            <p:nvPr/>
          </p:nvSpPr>
          <p:spPr>
            <a:xfrm>
              <a:off x="531575" y="26388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1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7"/>
            <p:cNvSpPr/>
            <p:nvPr/>
          </p:nvSpPr>
          <p:spPr>
            <a:xfrm>
              <a:off x="340450" y="26658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0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0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1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7"/>
            <p:cNvSpPr/>
            <p:nvPr/>
          </p:nvSpPr>
          <p:spPr>
            <a:xfrm>
              <a:off x="6651075" y="26658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1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7"/>
            <p:cNvSpPr/>
            <p:nvPr/>
          </p:nvSpPr>
          <p:spPr>
            <a:xfrm>
              <a:off x="1793325" y="26986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7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5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5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3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7"/>
            <p:cNvSpPr/>
            <p:nvPr/>
          </p:nvSpPr>
          <p:spPr>
            <a:xfrm>
              <a:off x="2371575" y="2703500"/>
              <a:ext cx="351425" cy="207575"/>
            </a:xfrm>
            <a:custGeom>
              <a:avLst/>
              <a:gdLst/>
              <a:ahLst/>
              <a:cxnLst/>
              <a:rect l="l" t="t" r="r" b="b"/>
              <a:pathLst>
                <a:path w="14057" h="8303" extrusionOk="0">
                  <a:moveTo>
                    <a:pt x="13941" y="0"/>
                  </a:moveTo>
                  <a:lnTo>
                    <a:pt x="13632" y="116"/>
                  </a:lnTo>
                  <a:lnTo>
                    <a:pt x="13632" y="155"/>
                  </a:lnTo>
                  <a:lnTo>
                    <a:pt x="13555" y="773"/>
                  </a:lnTo>
                  <a:lnTo>
                    <a:pt x="13439" y="1313"/>
                  </a:lnTo>
                  <a:lnTo>
                    <a:pt x="13284" y="1854"/>
                  </a:lnTo>
                  <a:lnTo>
                    <a:pt x="13053" y="2395"/>
                  </a:lnTo>
                  <a:lnTo>
                    <a:pt x="12782" y="2897"/>
                  </a:lnTo>
                  <a:lnTo>
                    <a:pt x="12473" y="3360"/>
                  </a:lnTo>
                  <a:lnTo>
                    <a:pt x="12126" y="3823"/>
                  </a:lnTo>
                  <a:lnTo>
                    <a:pt x="11778" y="4248"/>
                  </a:lnTo>
                  <a:lnTo>
                    <a:pt x="11547" y="4325"/>
                  </a:lnTo>
                  <a:lnTo>
                    <a:pt x="11585" y="4441"/>
                  </a:lnTo>
                  <a:lnTo>
                    <a:pt x="11547" y="4480"/>
                  </a:lnTo>
                  <a:lnTo>
                    <a:pt x="11392" y="4557"/>
                  </a:lnTo>
                  <a:lnTo>
                    <a:pt x="11469" y="4557"/>
                  </a:lnTo>
                  <a:lnTo>
                    <a:pt x="10967" y="5020"/>
                  </a:lnTo>
                  <a:lnTo>
                    <a:pt x="10427" y="5445"/>
                  </a:lnTo>
                  <a:lnTo>
                    <a:pt x="9539" y="6063"/>
                  </a:lnTo>
                  <a:lnTo>
                    <a:pt x="8612" y="6642"/>
                  </a:lnTo>
                  <a:lnTo>
                    <a:pt x="8149" y="6912"/>
                  </a:lnTo>
                  <a:lnTo>
                    <a:pt x="7647" y="7144"/>
                  </a:lnTo>
                  <a:lnTo>
                    <a:pt x="7145" y="7376"/>
                  </a:lnTo>
                  <a:lnTo>
                    <a:pt x="6643" y="7569"/>
                  </a:lnTo>
                  <a:lnTo>
                    <a:pt x="6604" y="7453"/>
                  </a:lnTo>
                  <a:lnTo>
                    <a:pt x="6411" y="7492"/>
                  </a:lnTo>
                  <a:lnTo>
                    <a:pt x="4905" y="6372"/>
                  </a:lnTo>
                  <a:lnTo>
                    <a:pt x="3322" y="5291"/>
                  </a:lnTo>
                  <a:lnTo>
                    <a:pt x="1739" y="4248"/>
                  </a:lnTo>
                  <a:lnTo>
                    <a:pt x="78" y="3321"/>
                  </a:lnTo>
                  <a:lnTo>
                    <a:pt x="1" y="3399"/>
                  </a:lnTo>
                  <a:lnTo>
                    <a:pt x="3051" y="5600"/>
                  </a:lnTo>
                  <a:lnTo>
                    <a:pt x="6141" y="7723"/>
                  </a:lnTo>
                  <a:lnTo>
                    <a:pt x="5639" y="7839"/>
                  </a:lnTo>
                  <a:lnTo>
                    <a:pt x="5175" y="7916"/>
                  </a:lnTo>
                  <a:lnTo>
                    <a:pt x="4673" y="7955"/>
                  </a:lnTo>
                  <a:lnTo>
                    <a:pt x="4210" y="7994"/>
                  </a:lnTo>
                  <a:lnTo>
                    <a:pt x="4094" y="7994"/>
                  </a:lnTo>
                  <a:lnTo>
                    <a:pt x="4055" y="8071"/>
                  </a:lnTo>
                  <a:lnTo>
                    <a:pt x="4248" y="8303"/>
                  </a:lnTo>
                  <a:lnTo>
                    <a:pt x="5098" y="8303"/>
                  </a:lnTo>
                  <a:lnTo>
                    <a:pt x="5523" y="8264"/>
                  </a:lnTo>
                  <a:lnTo>
                    <a:pt x="5948" y="8187"/>
                  </a:lnTo>
                  <a:lnTo>
                    <a:pt x="6372" y="8110"/>
                  </a:lnTo>
                  <a:lnTo>
                    <a:pt x="6797" y="7955"/>
                  </a:lnTo>
                  <a:lnTo>
                    <a:pt x="7647" y="7646"/>
                  </a:lnTo>
                  <a:lnTo>
                    <a:pt x="8458" y="7221"/>
                  </a:lnTo>
                  <a:lnTo>
                    <a:pt x="9230" y="6758"/>
                  </a:lnTo>
                  <a:lnTo>
                    <a:pt x="10002" y="6295"/>
                  </a:lnTo>
                  <a:lnTo>
                    <a:pt x="10659" y="5793"/>
                  </a:lnTo>
                  <a:lnTo>
                    <a:pt x="11315" y="5252"/>
                  </a:lnTo>
                  <a:lnTo>
                    <a:pt x="11933" y="4673"/>
                  </a:lnTo>
                  <a:lnTo>
                    <a:pt x="12512" y="4055"/>
                  </a:lnTo>
                  <a:lnTo>
                    <a:pt x="12975" y="3360"/>
                  </a:lnTo>
                  <a:lnTo>
                    <a:pt x="13207" y="3012"/>
                  </a:lnTo>
                  <a:lnTo>
                    <a:pt x="13400" y="2665"/>
                  </a:lnTo>
                  <a:lnTo>
                    <a:pt x="13555" y="2279"/>
                  </a:lnTo>
                  <a:lnTo>
                    <a:pt x="13709" y="1893"/>
                  </a:lnTo>
                  <a:lnTo>
                    <a:pt x="13864" y="1506"/>
                  </a:lnTo>
                  <a:lnTo>
                    <a:pt x="13941" y="1082"/>
                  </a:lnTo>
                  <a:lnTo>
                    <a:pt x="14018" y="657"/>
                  </a:lnTo>
                  <a:lnTo>
                    <a:pt x="14057" y="232"/>
                  </a:lnTo>
                  <a:lnTo>
                    <a:pt x="14018" y="116"/>
                  </a:lnTo>
                  <a:lnTo>
                    <a:pt x="13941" y="39"/>
                  </a:lnTo>
                  <a:lnTo>
                    <a:pt x="139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7"/>
            <p:cNvSpPr/>
            <p:nvPr/>
          </p:nvSpPr>
          <p:spPr>
            <a:xfrm>
              <a:off x="6594125" y="27093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8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7"/>
            <p:cNvSpPr/>
            <p:nvPr/>
          </p:nvSpPr>
          <p:spPr>
            <a:xfrm>
              <a:off x="464975" y="27160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0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7"/>
            <p:cNvSpPr/>
            <p:nvPr/>
          </p:nvSpPr>
          <p:spPr>
            <a:xfrm>
              <a:off x="2488400" y="2725700"/>
              <a:ext cx="48275" cy="165100"/>
            </a:xfrm>
            <a:custGeom>
              <a:avLst/>
              <a:gdLst/>
              <a:ahLst/>
              <a:cxnLst/>
              <a:rect l="l" t="t" r="r" b="b"/>
              <a:pathLst>
                <a:path w="1931" h="6604" extrusionOk="0">
                  <a:moveTo>
                    <a:pt x="271" y="1"/>
                  </a:moveTo>
                  <a:lnTo>
                    <a:pt x="193" y="39"/>
                  </a:lnTo>
                  <a:lnTo>
                    <a:pt x="155" y="39"/>
                  </a:lnTo>
                  <a:lnTo>
                    <a:pt x="0" y="155"/>
                  </a:lnTo>
                  <a:lnTo>
                    <a:pt x="0" y="194"/>
                  </a:lnTo>
                  <a:lnTo>
                    <a:pt x="348" y="1815"/>
                  </a:lnTo>
                  <a:lnTo>
                    <a:pt x="773" y="3437"/>
                  </a:lnTo>
                  <a:lnTo>
                    <a:pt x="1236" y="5021"/>
                  </a:lnTo>
                  <a:lnTo>
                    <a:pt x="1738" y="6604"/>
                  </a:lnTo>
                  <a:lnTo>
                    <a:pt x="1931" y="6565"/>
                  </a:lnTo>
                  <a:lnTo>
                    <a:pt x="1622" y="4982"/>
                  </a:lnTo>
                  <a:lnTo>
                    <a:pt x="1236" y="3360"/>
                  </a:lnTo>
                  <a:lnTo>
                    <a:pt x="773" y="1777"/>
                  </a:lnTo>
                  <a:lnTo>
                    <a:pt x="271" y="194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7"/>
            <p:cNvSpPr/>
            <p:nvPr/>
          </p:nvSpPr>
          <p:spPr>
            <a:xfrm>
              <a:off x="2495150" y="2725700"/>
              <a:ext cx="165100" cy="91725"/>
            </a:xfrm>
            <a:custGeom>
              <a:avLst/>
              <a:gdLst/>
              <a:ahLst/>
              <a:cxnLst/>
              <a:rect l="l" t="t" r="r" b="b"/>
              <a:pathLst>
                <a:path w="6604" h="3669" extrusionOk="0">
                  <a:moveTo>
                    <a:pt x="116" y="1"/>
                  </a:moveTo>
                  <a:lnTo>
                    <a:pt x="1" y="194"/>
                  </a:lnTo>
                  <a:lnTo>
                    <a:pt x="1622" y="1043"/>
                  </a:lnTo>
                  <a:lnTo>
                    <a:pt x="3244" y="1893"/>
                  </a:lnTo>
                  <a:lnTo>
                    <a:pt x="4017" y="2356"/>
                  </a:lnTo>
                  <a:lnTo>
                    <a:pt x="4827" y="2819"/>
                  </a:lnTo>
                  <a:lnTo>
                    <a:pt x="5638" y="3283"/>
                  </a:lnTo>
                  <a:lnTo>
                    <a:pt x="6024" y="3476"/>
                  </a:lnTo>
                  <a:lnTo>
                    <a:pt x="6449" y="3669"/>
                  </a:lnTo>
                  <a:lnTo>
                    <a:pt x="6604" y="3592"/>
                  </a:lnTo>
                  <a:lnTo>
                    <a:pt x="6604" y="3515"/>
                  </a:lnTo>
                  <a:lnTo>
                    <a:pt x="6565" y="3437"/>
                  </a:lnTo>
                  <a:lnTo>
                    <a:pt x="6218" y="3167"/>
                  </a:lnTo>
                  <a:lnTo>
                    <a:pt x="5870" y="2935"/>
                  </a:lnTo>
                  <a:lnTo>
                    <a:pt x="5098" y="2472"/>
                  </a:lnTo>
                  <a:lnTo>
                    <a:pt x="3515" y="1622"/>
                  </a:lnTo>
                  <a:lnTo>
                    <a:pt x="1815" y="773"/>
                  </a:lnTo>
                  <a:lnTo>
                    <a:pt x="966" y="387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7"/>
            <p:cNvSpPr/>
            <p:nvPr/>
          </p:nvSpPr>
          <p:spPr>
            <a:xfrm>
              <a:off x="4212550" y="2732450"/>
              <a:ext cx="315700" cy="477900"/>
            </a:xfrm>
            <a:custGeom>
              <a:avLst/>
              <a:gdLst/>
              <a:ahLst/>
              <a:cxnLst/>
              <a:rect l="l" t="t" r="r" b="b"/>
              <a:pathLst>
                <a:path w="12628" h="19116" extrusionOk="0">
                  <a:moveTo>
                    <a:pt x="1004" y="619"/>
                  </a:moveTo>
                  <a:lnTo>
                    <a:pt x="1661" y="850"/>
                  </a:lnTo>
                  <a:lnTo>
                    <a:pt x="2317" y="1121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5"/>
                  </a:lnTo>
                  <a:lnTo>
                    <a:pt x="3862" y="2472"/>
                  </a:lnTo>
                  <a:lnTo>
                    <a:pt x="4016" y="2820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8"/>
                  </a:lnTo>
                  <a:lnTo>
                    <a:pt x="9345" y="15138"/>
                  </a:lnTo>
                  <a:lnTo>
                    <a:pt x="8920" y="15370"/>
                  </a:lnTo>
                  <a:lnTo>
                    <a:pt x="7955" y="13516"/>
                  </a:lnTo>
                  <a:lnTo>
                    <a:pt x="6990" y="11663"/>
                  </a:lnTo>
                  <a:lnTo>
                    <a:pt x="5020" y="7956"/>
                  </a:lnTo>
                  <a:lnTo>
                    <a:pt x="3012" y="4287"/>
                  </a:lnTo>
                  <a:lnTo>
                    <a:pt x="1004" y="619"/>
                  </a:lnTo>
                  <a:close/>
                  <a:moveTo>
                    <a:pt x="657" y="503"/>
                  </a:moveTo>
                  <a:lnTo>
                    <a:pt x="657" y="541"/>
                  </a:lnTo>
                  <a:lnTo>
                    <a:pt x="4673" y="8033"/>
                  </a:lnTo>
                  <a:lnTo>
                    <a:pt x="6719" y="11740"/>
                  </a:lnTo>
                  <a:lnTo>
                    <a:pt x="7762" y="13593"/>
                  </a:lnTo>
                  <a:lnTo>
                    <a:pt x="8805" y="15447"/>
                  </a:lnTo>
                  <a:lnTo>
                    <a:pt x="8650" y="15524"/>
                  </a:lnTo>
                  <a:lnTo>
                    <a:pt x="7414" y="13748"/>
                  </a:lnTo>
                  <a:lnTo>
                    <a:pt x="6179" y="12010"/>
                  </a:lnTo>
                  <a:lnTo>
                    <a:pt x="3592" y="8535"/>
                  </a:lnTo>
                  <a:lnTo>
                    <a:pt x="2317" y="6758"/>
                  </a:lnTo>
                  <a:lnTo>
                    <a:pt x="1004" y="4944"/>
                  </a:lnTo>
                  <a:lnTo>
                    <a:pt x="850" y="4712"/>
                  </a:lnTo>
                  <a:lnTo>
                    <a:pt x="734" y="4480"/>
                  </a:lnTo>
                  <a:lnTo>
                    <a:pt x="618" y="4210"/>
                  </a:lnTo>
                  <a:lnTo>
                    <a:pt x="541" y="3940"/>
                  </a:lnTo>
                  <a:lnTo>
                    <a:pt x="464" y="3399"/>
                  </a:lnTo>
                  <a:lnTo>
                    <a:pt x="425" y="2820"/>
                  </a:lnTo>
                  <a:lnTo>
                    <a:pt x="464" y="2241"/>
                  </a:lnTo>
                  <a:lnTo>
                    <a:pt x="502" y="1661"/>
                  </a:lnTo>
                  <a:lnTo>
                    <a:pt x="657" y="503"/>
                  </a:lnTo>
                  <a:close/>
                  <a:moveTo>
                    <a:pt x="11508" y="12280"/>
                  </a:moveTo>
                  <a:lnTo>
                    <a:pt x="11662" y="12358"/>
                  </a:lnTo>
                  <a:lnTo>
                    <a:pt x="11817" y="12435"/>
                  </a:lnTo>
                  <a:lnTo>
                    <a:pt x="12164" y="12860"/>
                  </a:lnTo>
                  <a:lnTo>
                    <a:pt x="12241" y="13053"/>
                  </a:lnTo>
                  <a:lnTo>
                    <a:pt x="12280" y="13246"/>
                  </a:lnTo>
                  <a:lnTo>
                    <a:pt x="12241" y="13439"/>
                  </a:lnTo>
                  <a:lnTo>
                    <a:pt x="12203" y="13632"/>
                  </a:lnTo>
                  <a:lnTo>
                    <a:pt x="12048" y="14018"/>
                  </a:lnTo>
                  <a:lnTo>
                    <a:pt x="11855" y="14366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2"/>
                  </a:lnTo>
                  <a:lnTo>
                    <a:pt x="10156" y="15872"/>
                  </a:lnTo>
                  <a:lnTo>
                    <a:pt x="10118" y="15987"/>
                  </a:lnTo>
                  <a:lnTo>
                    <a:pt x="9770" y="16180"/>
                  </a:lnTo>
                  <a:lnTo>
                    <a:pt x="9114" y="16605"/>
                  </a:lnTo>
                  <a:lnTo>
                    <a:pt x="8457" y="16953"/>
                  </a:lnTo>
                  <a:lnTo>
                    <a:pt x="7723" y="17262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5" y="17648"/>
                  </a:lnTo>
                  <a:lnTo>
                    <a:pt x="5754" y="17648"/>
                  </a:lnTo>
                  <a:lnTo>
                    <a:pt x="5561" y="17571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8" y="17184"/>
                  </a:lnTo>
                  <a:lnTo>
                    <a:pt x="4982" y="16876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5"/>
                  </a:lnTo>
                  <a:lnTo>
                    <a:pt x="5175" y="15949"/>
                  </a:lnTo>
                  <a:lnTo>
                    <a:pt x="5291" y="15833"/>
                  </a:lnTo>
                  <a:lnTo>
                    <a:pt x="5406" y="15756"/>
                  </a:lnTo>
                  <a:lnTo>
                    <a:pt x="5522" y="15717"/>
                  </a:lnTo>
                  <a:lnTo>
                    <a:pt x="5638" y="15756"/>
                  </a:lnTo>
                  <a:lnTo>
                    <a:pt x="5793" y="15833"/>
                  </a:lnTo>
                  <a:lnTo>
                    <a:pt x="5947" y="15949"/>
                  </a:lnTo>
                  <a:lnTo>
                    <a:pt x="6063" y="16142"/>
                  </a:lnTo>
                  <a:lnTo>
                    <a:pt x="6256" y="16374"/>
                  </a:lnTo>
                  <a:lnTo>
                    <a:pt x="6102" y="16412"/>
                  </a:lnTo>
                  <a:lnTo>
                    <a:pt x="6024" y="16451"/>
                  </a:lnTo>
                  <a:lnTo>
                    <a:pt x="6024" y="16567"/>
                  </a:lnTo>
                  <a:lnTo>
                    <a:pt x="6063" y="16644"/>
                  </a:lnTo>
                  <a:lnTo>
                    <a:pt x="6140" y="16644"/>
                  </a:lnTo>
                  <a:lnTo>
                    <a:pt x="6912" y="16567"/>
                  </a:lnTo>
                  <a:lnTo>
                    <a:pt x="7685" y="16374"/>
                  </a:lnTo>
                  <a:lnTo>
                    <a:pt x="8496" y="16065"/>
                  </a:lnTo>
                  <a:lnTo>
                    <a:pt x="9229" y="15717"/>
                  </a:lnTo>
                  <a:lnTo>
                    <a:pt x="9616" y="15485"/>
                  </a:lnTo>
                  <a:lnTo>
                    <a:pt x="9963" y="15254"/>
                  </a:lnTo>
                  <a:lnTo>
                    <a:pt x="10272" y="15022"/>
                  </a:lnTo>
                  <a:lnTo>
                    <a:pt x="10581" y="14752"/>
                  </a:lnTo>
                  <a:lnTo>
                    <a:pt x="10890" y="14481"/>
                  </a:lnTo>
                  <a:lnTo>
                    <a:pt x="11121" y="14173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9"/>
                  </a:lnTo>
                  <a:lnTo>
                    <a:pt x="11546" y="13362"/>
                  </a:lnTo>
                  <a:lnTo>
                    <a:pt x="11508" y="13284"/>
                  </a:lnTo>
                  <a:lnTo>
                    <a:pt x="11430" y="13246"/>
                  </a:lnTo>
                  <a:lnTo>
                    <a:pt x="11237" y="13246"/>
                  </a:lnTo>
                  <a:lnTo>
                    <a:pt x="11160" y="13323"/>
                  </a:lnTo>
                  <a:lnTo>
                    <a:pt x="10967" y="13671"/>
                  </a:lnTo>
                  <a:lnTo>
                    <a:pt x="10774" y="13555"/>
                  </a:lnTo>
                  <a:lnTo>
                    <a:pt x="10658" y="13439"/>
                  </a:lnTo>
                  <a:lnTo>
                    <a:pt x="10619" y="13284"/>
                  </a:lnTo>
                  <a:lnTo>
                    <a:pt x="10581" y="13169"/>
                  </a:lnTo>
                  <a:lnTo>
                    <a:pt x="10619" y="13014"/>
                  </a:lnTo>
                  <a:lnTo>
                    <a:pt x="10658" y="12860"/>
                  </a:lnTo>
                  <a:lnTo>
                    <a:pt x="10851" y="12628"/>
                  </a:lnTo>
                  <a:lnTo>
                    <a:pt x="10928" y="12473"/>
                  </a:lnTo>
                  <a:lnTo>
                    <a:pt x="11044" y="12358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1"/>
                  </a:moveTo>
                  <a:lnTo>
                    <a:pt x="348" y="40"/>
                  </a:lnTo>
                  <a:lnTo>
                    <a:pt x="271" y="117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3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6"/>
                  </a:lnTo>
                  <a:lnTo>
                    <a:pt x="232" y="4519"/>
                  </a:lnTo>
                  <a:lnTo>
                    <a:pt x="348" y="4751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6"/>
                  </a:lnTo>
                  <a:lnTo>
                    <a:pt x="5445" y="11817"/>
                  </a:lnTo>
                  <a:lnTo>
                    <a:pt x="6874" y="13748"/>
                  </a:lnTo>
                  <a:lnTo>
                    <a:pt x="8341" y="15640"/>
                  </a:lnTo>
                  <a:lnTo>
                    <a:pt x="7492" y="15987"/>
                  </a:lnTo>
                  <a:lnTo>
                    <a:pt x="6642" y="16258"/>
                  </a:lnTo>
                  <a:lnTo>
                    <a:pt x="6681" y="16103"/>
                  </a:lnTo>
                  <a:lnTo>
                    <a:pt x="6681" y="15949"/>
                  </a:lnTo>
                  <a:lnTo>
                    <a:pt x="6642" y="15756"/>
                  </a:lnTo>
                  <a:lnTo>
                    <a:pt x="6565" y="15640"/>
                  </a:lnTo>
                  <a:lnTo>
                    <a:pt x="6488" y="15485"/>
                  </a:lnTo>
                  <a:lnTo>
                    <a:pt x="6333" y="15370"/>
                  </a:lnTo>
                  <a:lnTo>
                    <a:pt x="6179" y="15292"/>
                  </a:lnTo>
                  <a:lnTo>
                    <a:pt x="6024" y="15254"/>
                  </a:lnTo>
                  <a:lnTo>
                    <a:pt x="5715" y="15254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6" y="16296"/>
                  </a:lnTo>
                  <a:lnTo>
                    <a:pt x="4596" y="16567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8" y="17725"/>
                  </a:lnTo>
                  <a:lnTo>
                    <a:pt x="5368" y="17841"/>
                  </a:lnTo>
                  <a:lnTo>
                    <a:pt x="5677" y="17918"/>
                  </a:lnTo>
                  <a:lnTo>
                    <a:pt x="6024" y="17957"/>
                  </a:lnTo>
                  <a:lnTo>
                    <a:pt x="6372" y="17918"/>
                  </a:lnTo>
                  <a:lnTo>
                    <a:pt x="6719" y="17841"/>
                  </a:lnTo>
                  <a:lnTo>
                    <a:pt x="7106" y="17764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3"/>
                  </a:lnTo>
                  <a:lnTo>
                    <a:pt x="9229" y="16876"/>
                  </a:lnTo>
                  <a:lnTo>
                    <a:pt x="9461" y="16760"/>
                  </a:lnTo>
                  <a:lnTo>
                    <a:pt x="10233" y="16258"/>
                  </a:lnTo>
                  <a:lnTo>
                    <a:pt x="10813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4"/>
                  </a:lnTo>
                  <a:lnTo>
                    <a:pt x="11817" y="18150"/>
                  </a:lnTo>
                  <a:lnTo>
                    <a:pt x="11392" y="17455"/>
                  </a:lnTo>
                  <a:lnTo>
                    <a:pt x="10928" y="16760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4"/>
                  </a:lnTo>
                  <a:lnTo>
                    <a:pt x="11894" y="14790"/>
                  </a:lnTo>
                  <a:lnTo>
                    <a:pt x="12125" y="14559"/>
                  </a:lnTo>
                  <a:lnTo>
                    <a:pt x="12280" y="14288"/>
                  </a:lnTo>
                  <a:lnTo>
                    <a:pt x="12434" y="14057"/>
                  </a:lnTo>
                  <a:lnTo>
                    <a:pt x="12512" y="13786"/>
                  </a:lnTo>
                  <a:lnTo>
                    <a:pt x="12589" y="13555"/>
                  </a:lnTo>
                  <a:lnTo>
                    <a:pt x="12627" y="13284"/>
                  </a:lnTo>
                  <a:lnTo>
                    <a:pt x="12589" y="13053"/>
                  </a:lnTo>
                  <a:lnTo>
                    <a:pt x="12512" y="12821"/>
                  </a:lnTo>
                  <a:lnTo>
                    <a:pt x="12357" y="12589"/>
                  </a:lnTo>
                  <a:lnTo>
                    <a:pt x="12164" y="12358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9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1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2"/>
                  </a:lnTo>
                  <a:lnTo>
                    <a:pt x="10619" y="13786"/>
                  </a:lnTo>
                  <a:lnTo>
                    <a:pt x="10813" y="13902"/>
                  </a:lnTo>
                  <a:lnTo>
                    <a:pt x="10504" y="14250"/>
                  </a:lnTo>
                  <a:lnTo>
                    <a:pt x="10156" y="14597"/>
                  </a:lnTo>
                  <a:lnTo>
                    <a:pt x="9770" y="14868"/>
                  </a:lnTo>
                  <a:lnTo>
                    <a:pt x="9430" y="15084"/>
                  </a:lnTo>
                  <a:lnTo>
                    <a:pt x="9461" y="15022"/>
                  </a:lnTo>
                  <a:lnTo>
                    <a:pt x="9500" y="14945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9"/>
                  </a:lnTo>
                  <a:lnTo>
                    <a:pt x="3823" y="1545"/>
                  </a:lnTo>
                  <a:lnTo>
                    <a:pt x="3514" y="1237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1" y="233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7"/>
            <p:cNvSpPr/>
            <p:nvPr/>
          </p:nvSpPr>
          <p:spPr>
            <a:xfrm>
              <a:off x="3419975" y="2751775"/>
              <a:ext cx="68575" cy="77250"/>
            </a:xfrm>
            <a:custGeom>
              <a:avLst/>
              <a:gdLst/>
              <a:ahLst/>
              <a:cxnLst/>
              <a:rect l="l" t="t" r="r" b="b"/>
              <a:pathLst>
                <a:path w="2743" h="3090" extrusionOk="0">
                  <a:moveTo>
                    <a:pt x="1198" y="464"/>
                  </a:moveTo>
                  <a:lnTo>
                    <a:pt x="1429" y="502"/>
                  </a:lnTo>
                  <a:lnTo>
                    <a:pt x="1700" y="618"/>
                  </a:lnTo>
                  <a:lnTo>
                    <a:pt x="1893" y="772"/>
                  </a:lnTo>
                  <a:lnTo>
                    <a:pt x="2047" y="966"/>
                  </a:lnTo>
                  <a:lnTo>
                    <a:pt x="2163" y="1159"/>
                  </a:lnTo>
                  <a:lnTo>
                    <a:pt x="2240" y="1352"/>
                  </a:lnTo>
                  <a:lnTo>
                    <a:pt x="2356" y="1738"/>
                  </a:lnTo>
                  <a:lnTo>
                    <a:pt x="2395" y="2163"/>
                  </a:lnTo>
                  <a:lnTo>
                    <a:pt x="2395" y="2587"/>
                  </a:lnTo>
                  <a:lnTo>
                    <a:pt x="2240" y="2433"/>
                  </a:lnTo>
                  <a:lnTo>
                    <a:pt x="2047" y="2278"/>
                  </a:lnTo>
                  <a:lnTo>
                    <a:pt x="1661" y="2085"/>
                  </a:lnTo>
                  <a:lnTo>
                    <a:pt x="1275" y="1931"/>
                  </a:lnTo>
                  <a:lnTo>
                    <a:pt x="1043" y="1815"/>
                  </a:lnTo>
                  <a:lnTo>
                    <a:pt x="850" y="1699"/>
                  </a:lnTo>
                  <a:lnTo>
                    <a:pt x="657" y="1545"/>
                  </a:lnTo>
                  <a:lnTo>
                    <a:pt x="503" y="1390"/>
                  </a:lnTo>
                  <a:lnTo>
                    <a:pt x="425" y="1197"/>
                  </a:lnTo>
                  <a:lnTo>
                    <a:pt x="425" y="1081"/>
                  </a:lnTo>
                  <a:lnTo>
                    <a:pt x="425" y="966"/>
                  </a:lnTo>
                  <a:lnTo>
                    <a:pt x="503" y="811"/>
                  </a:lnTo>
                  <a:lnTo>
                    <a:pt x="541" y="695"/>
                  </a:lnTo>
                  <a:lnTo>
                    <a:pt x="618" y="618"/>
                  </a:lnTo>
                  <a:lnTo>
                    <a:pt x="734" y="541"/>
                  </a:lnTo>
                  <a:lnTo>
                    <a:pt x="850" y="464"/>
                  </a:lnTo>
                  <a:close/>
                  <a:moveTo>
                    <a:pt x="1043" y="0"/>
                  </a:moveTo>
                  <a:lnTo>
                    <a:pt x="812" y="77"/>
                  </a:lnTo>
                  <a:lnTo>
                    <a:pt x="580" y="155"/>
                  </a:lnTo>
                  <a:lnTo>
                    <a:pt x="387" y="309"/>
                  </a:lnTo>
                  <a:lnTo>
                    <a:pt x="232" y="464"/>
                  </a:lnTo>
                  <a:lnTo>
                    <a:pt x="116" y="618"/>
                  </a:lnTo>
                  <a:lnTo>
                    <a:pt x="39" y="811"/>
                  </a:lnTo>
                  <a:lnTo>
                    <a:pt x="1" y="1043"/>
                  </a:lnTo>
                  <a:lnTo>
                    <a:pt x="39" y="1236"/>
                  </a:lnTo>
                  <a:lnTo>
                    <a:pt x="78" y="1468"/>
                  </a:lnTo>
                  <a:lnTo>
                    <a:pt x="194" y="1661"/>
                  </a:lnTo>
                  <a:lnTo>
                    <a:pt x="387" y="1892"/>
                  </a:lnTo>
                  <a:lnTo>
                    <a:pt x="657" y="2085"/>
                  </a:lnTo>
                  <a:lnTo>
                    <a:pt x="927" y="2201"/>
                  </a:lnTo>
                  <a:lnTo>
                    <a:pt x="1236" y="2317"/>
                  </a:lnTo>
                  <a:lnTo>
                    <a:pt x="1507" y="2433"/>
                  </a:lnTo>
                  <a:lnTo>
                    <a:pt x="1777" y="2587"/>
                  </a:lnTo>
                  <a:lnTo>
                    <a:pt x="2009" y="2780"/>
                  </a:lnTo>
                  <a:lnTo>
                    <a:pt x="2240" y="3012"/>
                  </a:lnTo>
                  <a:lnTo>
                    <a:pt x="2317" y="3051"/>
                  </a:lnTo>
                  <a:lnTo>
                    <a:pt x="2395" y="3089"/>
                  </a:lnTo>
                  <a:lnTo>
                    <a:pt x="2472" y="3051"/>
                  </a:lnTo>
                  <a:lnTo>
                    <a:pt x="2549" y="3012"/>
                  </a:lnTo>
                  <a:lnTo>
                    <a:pt x="2588" y="3012"/>
                  </a:lnTo>
                  <a:lnTo>
                    <a:pt x="2626" y="2935"/>
                  </a:lnTo>
                  <a:lnTo>
                    <a:pt x="2704" y="2356"/>
                  </a:lnTo>
                  <a:lnTo>
                    <a:pt x="2742" y="2047"/>
                  </a:lnTo>
                  <a:lnTo>
                    <a:pt x="2704" y="1738"/>
                  </a:lnTo>
                  <a:lnTo>
                    <a:pt x="2665" y="1429"/>
                  </a:lnTo>
                  <a:lnTo>
                    <a:pt x="2588" y="1159"/>
                  </a:lnTo>
                  <a:lnTo>
                    <a:pt x="2472" y="888"/>
                  </a:lnTo>
                  <a:lnTo>
                    <a:pt x="2317" y="618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38" y="155"/>
                  </a:lnTo>
                  <a:lnTo>
                    <a:pt x="1507" y="77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7"/>
            <p:cNvSpPr/>
            <p:nvPr/>
          </p:nvSpPr>
          <p:spPr>
            <a:xfrm>
              <a:off x="408025" y="27595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7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79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1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7"/>
            <p:cNvSpPr/>
            <p:nvPr/>
          </p:nvSpPr>
          <p:spPr>
            <a:xfrm>
              <a:off x="1650450" y="2767225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1" y="5367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8"/>
                  </a:lnTo>
                  <a:lnTo>
                    <a:pt x="3978" y="888"/>
                  </a:lnTo>
                  <a:lnTo>
                    <a:pt x="4634" y="656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2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3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30" y="7375"/>
                  </a:lnTo>
                  <a:lnTo>
                    <a:pt x="13439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5"/>
                  </a:lnTo>
                  <a:lnTo>
                    <a:pt x="16721" y="9885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3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1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79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7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7"/>
            <p:cNvSpPr/>
            <p:nvPr/>
          </p:nvSpPr>
          <p:spPr>
            <a:xfrm>
              <a:off x="4802400" y="27817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0"/>
                  </a:moveTo>
                  <a:lnTo>
                    <a:pt x="12434" y="39"/>
                  </a:lnTo>
                  <a:lnTo>
                    <a:pt x="12357" y="77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8"/>
                  </a:lnTo>
                  <a:lnTo>
                    <a:pt x="12164" y="1043"/>
                  </a:lnTo>
                  <a:lnTo>
                    <a:pt x="12009" y="1197"/>
                  </a:lnTo>
                  <a:lnTo>
                    <a:pt x="11855" y="1313"/>
                  </a:lnTo>
                  <a:lnTo>
                    <a:pt x="11430" y="1545"/>
                  </a:lnTo>
                  <a:lnTo>
                    <a:pt x="11005" y="1699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4" y="2085"/>
                  </a:lnTo>
                  <a:lnTo>
                    <a:pt x="9345" y="2008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0"/>
                  </a:lnTo>
                  <a:lnTo>
                    <a:pt x="8611" y="1699"/>
                  </a:lnTo>
                  <a:lnTo>
                    <a:pt x="8804" y="2008"/>
                  </a:lnTo>
                  <a:lnTo>
                    <a:pt x="8997" y="2279"/>
                  </a:lnTo>
                  <a:lnTo>
                    <a:pt x="7839" y="2587"/>
                  </a:lnTo>
                  <a:lnTo>
                    <a:pt x="6719" y="2819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9" y="3282"/>
                  </a:lnTo>
                  <a:lnTo>
                    <a:pt x="3746" y="2935"/>
                  </a:lnTo>
                  <a:lnTo>
                    <a:pt x="3784" y="2587"/>
                  </a:lnTo>
                  <a:lnTo>
                    <a:pt x="3707" y="2240"/>
                  </a:lnTo>
                  <a:lnTo>
                    <a:pt x="3630" y="1892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7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8"/>
                  </a:lnTo>
                  <a:lnTo>
                    <a:pt x="1815" y="3437"/>
                  </a:lnTo>
                  <a:lnTo>
                    <a:pt x="1352" y="3398"/>
                  </a:lnTo>
                  <a:lnTo>
                    <a:pt x="965" y="3360"/>
                  </a:lnTo>
                  <a:lnTo>
                    <a:pt x="772" y="3282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3"/>
                  </a:lnTo>
                  <a:lnTo>
                    <a:pt x="309" y="2665"/>
                  </a:lnTo>
                  <a:lnTo>
                    <a:pt x="232" y="2587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3"/>
                  </a:lnTo>
                  <a:lnTo>
                    <a:pt x="0" y="2858"/>
                  </a:lnTo>
                  <a:lnTo>
                    <a:pt x="0" y="3012"/>
                  </a:lnTo>
                  <a:lnTo>
                    <a:pt x="0" y="3167"/>
                  </a:lnTo>
                  <a:lnTo>
                    <a:pt x="39" y="3282"/>
                  </a:lnTo>
                  <a:lnTo>
                    <a:pt x="116" y="3398"/>
                  </a:lnTo>
                  <a:lnTo>
                    <a:pt x="193" y="3514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0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0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2"/>
                  </a:lnTo>
                  <a:lnTo>
                    <a:pt x="12048" y="1699"/>
                  </a:lnTo>
                  <a:lnTo>
                    <a:pt x="12357" y="1506"/>
                  </a:lnTo>
                  <a:lnTo>
                    <a:pt x="12627" y="1236"/>
                  </a:lnTo>
                  <a:lnTo>
                    <a:pt x="12704" y="1081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79"/>
                  </a:lnTo>
                  <a:lnTo>
                    <a:pt x="12820" y="386"/>
                  </a:lnTo>
                  <a:lnTo>
                    <a:pt x="12743" y="155"/>
                  </a:lnTo>
                  <a:lnTo>
                    <a:pt x="12704" y="77"/>
                  </a:lnTo>
                  <a:lnTo>
                    <a:pt x="12627" y="39"/>
                  </a:lnTo>
                  <a:lnTo>
                    <a:pt x="125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7"/>
            <p:cNvSpPr/>
            <p:nvPr/>
          </p:nvSpPr>
          <p:spPr>
            <a:xfrm>
              <a:off x="2362900" y="2786525"/>
              <a:ext cx="114900" cy="130350"/>
            </a:xfrm>
            <a:custGeom>
              <a:avLst/>
              <a:gdLst/>
              <a:ahLst/>
              <a:cxnLst/>
              <a:rect l="l" t="t" r="r" b="b"/>
              <a:pathLst>
                <a:path w="4596" h="5214" extrusionOk="0">
                  <a:moveTo>
                    <a:pt x="232" y="0"/>
                  </a:moveTo>
                  <a:lnTo>
                    <a:pt x="0" y="193"/>
                  </a:lnTo>
                  <a:lnTo>
                    <a:pt x="502" y="888"/>
                  </a:lnTo>
                  <a:lnTo>
                    <a:pt x="1004" y="1622"/>
                  </a:lnTo>
                  <a:lnTo>
                    <a:pt x="1545" y="2279"/>
                  </a:lnTo>
                  <a:lnTo>
                    <a:pt x="2124" y="2974"/>
                  </a:lnTo>
                  <a:lnTo>
                    <a:pt x="3283" y="4248"/>
                  </a:lnTo>
                  <a:lnTo>
                    <a:pt x="3746" y="4789"/>
                  </a:lnTo>
                  <a:lnTo>
                    <a:pt x="3630" y="4789"/>
                  </a:lnTo>
                  <a:lnTo>
                    <a:pt x="3592" y="4866"/>
                  </a:lnTo>
                  <a:lnTo>
                    <a:pt x="3592" y="4982"/>
                  </a:lnTo>
                  <a:lnTo>
                    <a:pt x="3823" y="4904"/>
                  </a:lnTo>
                  <a:lnTo>
                    <a:pt x="4055" y="5059"/>
                  </a:lnTo>
                  <a:lnTo>
                    <a:pt x="4287" y="5213"/>
                  </a:lnTo>
                  <a:lnTo>
                    <a:pt x="4441" y="5213"/>
                  </a:lnTo>
                  <a:lnTo>
                    <a:pt x="4518" y="5175"/>
                  </a:lnTo>
                  <a:lnTo>
                    <a:pt x="4557" y="5097"/>
                  </a:lnTo>
                  <a:lnTo>
                    <a:pt x="4557" y="5059"/>
                  </a:lnTo>
                  <a:lnTo>
                    <a:pt x="4595" y="4982"/>
                  </a:lnTo>
                  <a:lnTo>
                    <a:pt x="4402" y="4750"/>
                  </a:lnTo>
                  <a:lnTo>
                    <a:pt x="4325" y="4750"/>
                  </a:lnTo>
                  <a:lnTo>
                    <a:pt x="4016" y="4480"/>
                  </a:lnTo>
                  <a:lnTo>
                    <a:pt x="3746" y="4171"/>
                  </a:lnTo>
                  <a:lnTo>
                    <a:pt x="3244" y="3553"/>
                  </a:lnTo>
                  <a:lnTo>
                    <a:pt x="2201" y="2394"/>
                  </a:lnTo>
                  <a:lnTo>
                    <a:pt x="1197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7"/>
            <p:cNvSpPr/>
            <p:nvPr/>
          </p:nvSpPr>
          <p:spPr>
            <a:xfrm>
              <a:off x="2090650" y="2821275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8" y="0"/>
                  </a:moveTo>
                  <a:lnTo>
                    <a:pt x="1893" y="78"/>
                  </a:lnTo>
                  <a:lnTo>
                    <a:pt x="1739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4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40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4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2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2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4" y="1622"/>
                  </a:lnTo>
                  <a:lnTo>
                    <a:pt x="1237" y="1313"/>
                  </a:lnTo>
                  <a:lnTo>
                    <a:pt x="1468" y="1004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2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3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2" y="2703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2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5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5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9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5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3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6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3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2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3" y="5793"/>
                  </a:lnTo>
                  <a:lnTo>
                    <a:pt x="4828" y="5638"/>
                  </a:lnTo>
                  <a:lnTo>
                    <a:pt x="4249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5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2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7"/>
            <p:cNvSpPr/>
            <p:nvPr/>
          </p:nvSpPr>
          <p:spPr>
            <a:xfrm>
              <a:off x="3488525" y="28212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120" y="387"/>
                  </a:moveTo>
                  <a:lnTo>
                    <a:pt x="1313" y="425"/>
                  </a:lnTo>
                  <a:lnTo>
                    <a:pt x="1506" y="464"/>
                  </a:lnTo>
                  <a:lnTo>
                    <a:pt x="1661" y="580"/>
                  </a:lnTo>
                  <a:lnTo>
                    <a:pt x="1738" y="734"/>
                  </a:lnTo>
                  <a:lnTo>
                    <a:pt x="1777" y="889"/>
                  </a:lnTo>
                  <a:lnTo>
                    <a:pt x="1738" y="966"/>
                  </a:lnTo>
                  <a:lnTo>
                    <a:pt x="1699" y="1004"/>
                  </a:lnTo>
                  <a:lnTo>
                    <a:pt x="1661" y="1082"/>
                  </a:lnTo>
                  <a:lnTo>
                    <a:pt x="1545" y="1120"/>
                  </a:lnTo>
                  <a:lnTo>
                    <a:pt x="1236" y="1159"/>
                  </a:lnTo>
                  <a:lnTo>
                    <a:pt x="927" y="1159"/>
                  </a:lnTo>
                  <a:lnTo>
                    <a:pt x="579" y="1198"/>
                  </a:lnTo>
                  <a:lnTo>
                    <a:pt x="464" y="1236"/>
                  </a:lnTo>
                  <a:lnTo>
                    <a:pt x="309" y="1313"/>
                  </a:lnTo>
                  <a:lnTo>
                    <a:pt x="309" y="1159"/>
                  </a:lnTo>
                  <a:lnTo>
                    <a:pt x="348" y="1004"/>
                  </a:lnTo>
                  <a:lnTo>
                    <a:pt x="386" y="850"/>
                  </a:lnTo>
                  <a:lnTo>
                    <a:pt x="464" y="734"/>
                  </a:lnTo>
                  <a:lnTo>
                    <a:pt x="541" y="618"/>
                  </a:lnTo>
                  <a:lnTo>
                    <a:pt x="657" y="541"/>
                  </a:lnTo>
                  <a:lnTo>
                    <a:pt x="811" y="464"/>
                  </a:lnTo>
                  <a:lnTo>
                    <a:pt x="927" y="425"/>
                  </a:lnTo>
                  <a:lnTo>
                    <a:pt x="1120" y="387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79" y="116"/>
                  </a:lnTo>
                  <a:lnTo>
                    <a:pt x="425" y="232"/>
                  </a:lnTo>
                  <a:lnTo>
                    <a:pt x="271" y="387"/>
                  </a:lnTo>
                  <a:lnTo>
                    <a:pt x="155" y="541"/>
                  </a:lnTo>
                  <a:lnTo>
                    <a:pt x="77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68"/>
                  </a:lnTo>
                  <a:lnTo>
                    <a:pt x="116" y="1661"/>
                  </a:lnTo>
                  <a:lnTo>
                    <a:pt x="155" y="1738"/>
                  </a:lnTo>
                  <a:lnTo>
                    <a:pt x="232" y="1815"/>
                  </a:lnTo>
                  <a:lnTo>
                    <a:pt x="309" y="1815"/>
                  </a:lnTo>
                  <a:lnTo>
                    <a:pt x="425" y="1777"/>
                  </a:lnTo>
                  <a:lnTo>
                    <a:pt x="541" y="1661"/>
                  </a:lnTo>
                  <a:lnTo>
                    <a:pt x="695" y="1584"/>
                  </a:lnTo>
                  <a:lnTo>
                    <a:pt x="850" y="1545"/>
                  </a:lnTo>
                  <a:lnTo>
                    <a:pt x="1043" y="1545"/>
                  </a:lnTo>
                  <a:lnTo>
                    <a:pt x="1390" y="1506"/>
                  </a:lnTo>
                  <a:lnTo>
                    <a:pt x="1583" y="1506"/>
                  </a:lnTo>
                  <a:lnTo>
                    <a:pt x="1738" y="1468"/>
                  </a:lnTo>
                  <a:lnTo>
                    <a:pt x="1931" y="1391"/>
                  </a:lnTo>
                  <a:lnTo>
                    <a:pt x="2047" y="1275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811"/>
                  </a:lnTo>
                  <a:lnTo>
                    <a:pt x="2124" y="657"/>
                  </a:lnTo>
                  <a:lnTo>
                    <a:pt x="2047" y="502"/>
                  </a:lnTo>
                  <a:lnTo>
                    <a:pt x="1970" y="348"/>
                  </a:lnTo>
                  <a:lnTo>
                    <a:pt x="1777" y="194"/>
                  </a:lnTo>
                  <a:lnTo>
                    <a:pt x="1622" y="116"/>
                  </a:lnTo>
                  <a:lnTo>
                    <a:pt x="1429" y="39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7"/>
            <p:cNvSpPr/>
            <p:nvPr/>
          </p:nvSpPr>
          <p:spPr>
            <a:xfrm>
              <a:off x="3345650" y="2889825"/>
              <a:ext cx="466300" cy="248125"/>
            </a:xfrm>
            <a:custGeom>
              <a:avLst/>
              <a:gdLst/>
              <a:ahLst/>
              <a:cxnLst/>
              <a:rect l="l" t="t" r="r" b="b"/>
              <a:pathLst>
                <a:path w="18652" h="9925" extrusionOk="0">
                  <a:moveTo>
                    <a:pt x="6140" y="0"/>
                  </a:moveTo>
                  <a:lnTo>
                    <a:pt x="5561" y="39"/>
                  </a:lnTo>
                  <a:lnTo>
                    <a:pt x="4982" y="155"/>
                  </a:lnTo>
                  <a:lnTo>
                    <a:pt x="4402" y="309"/>
                  </a:lnTo>
                  <a:lnTo>
                    <a:pt x="3862" y="502"/>
                  </a:lnTo>
                  <a:lnTo>
                    <a:pt x="3283" y="772"/>
                  </a:lnTo>
                  <a:lnTo>
                    <a:pt x="2781" y="1081"/>
                  </a:lnTo>
                  <a:lnTo>
                    <a:pt x="2279" y="1467"/>
                  </a:lnTo>
                  <a:lnTo>
                    <a:pt x="1815" y="1892"/>
                  </a:lnTo>
                  <a:lnTo>
                    <a:pt x="1390" y="2317"/>
                  </a:lnTo>
                  <a:lnTo>
                    <a:pt x="1043" y="2780"/>
                  </a:lnTo>
                  <a:lnTo>
                    <a:pt x="734" y="3244"/>
                  </a:lnTo>
                  <a:lnTo>
                    <a:pt x="464" y="3746"/>
                  </a:lnTo>
                  <a:lnTo>
                    <a:pt x="271" y="4286"/>
                  </a:lnTo>
                  <a:lnTo>
                    <a:pt x="116" y="4827"/>
                  </a:lnTo>
                  <a:lnTo>
                    <a:pt x="0" y="5368"/>
                  </a:lnTo>
                  <a:lnTo>
                    <a:pt x="348" y="5445"/>
                  </a:lnTo>
                  <a:lnTo>
                    <a:pt x="425" y="5020"/>
                  </a:lnTo>
                  <a:lnTo>
                    <a:pt x="541" y="4595"/>
                  </a:lnTo>
                  <a:lnTo>
                    <a:pt x="773" y="4016"/>
                  </a:lnTo>
                  <a:lnTo>
                    <a:pt x="1081" y="3437"/>
                  </a:lnTo>
                  <a:lnTo>
                    <a:pt x="1468" y="2896"/>
                  </a:lnTo>
                  <a:lnTo>
                    <a:pt x="1892" y="2394"/>
                  </a:lnTo>
                  <a:lnTo>
                    <a:pt x="2356" y="1931"/>
                  </a:lnTo>
                  <a:lnTo>
                    <a:pt x="2858" y="1545"/>
                  </a:lnTo>
                  <a:lnTo>
                    <a:pt x="3398" y="1197"/>
                  </a:lnTo>
                  <a:lnTo>
                    <a:pt x="3978" y="888"/>
                  </a:lnTo>
                  <a:lnTo>
                    <a:pt x="4595" y="657"/>
                  </a:lnTo>
                  <a:lnTo>
                    <a:pt x="5252" y="502"/>
                  </a:lnTo>
                  <a:lnTo>
                    <a:pt x="5908" y="425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39" y="618"/>
                  </a:lnTo>
                  <a:lnTo>
                    <a:pt x="8457" y="811"/>
                  </a:lnTo>
                  <a:lnTo>
                    <a:pt x="9075" y="1120"/>
                  </a:lnTo>
                  <a:lnTo>
                    <a:pt x="9422" y="1313"/>
                  </a:lnTo>
                  <a:lnTo>
                    <a:pt x="9731" y="1506"/>
                  </a:lnTo>
                  <a:lnTo>
                    <a:pt x="10002" y="1738"/>
                  </a:lnTo>
                  <a:lnTo>
                    <a:pt x="10272" y="1969"/>
                  </a:lnTo>
                  <a:lnTo>
                    <a:pt x="10774" y="2471"/>
                  </a:lnTo>
                  <a:lnTo>
                    <a:pt x="11199" y="3051"/>
                  </a:lnTo>
                  <a:lnTo>
                    <a:pt x="11546" y="3630"/>
                  </a:lnTo>
                  <a:lnTo>
                    <a:pt x="11855" y="4286"/>
                  </a:lnTo>
                  <a:lnTo>
                    <a:pt x="12164" y="4943"/>
                  </a:lnTo>
                  <a:lnTo>
                    <a:pt x="12396" y="5638"/>
                  </a:lnTo>
                  <a:lnTo>
                    <a:pt x="12627" y="6217"/>
                  </a:lnTo>
                  <a:lnTo>
                    <a:pt x="12859" y="6835"/>
                  </a:lnTo>
                  <a:lnTo>
                    <a:pt x="13129" y="7414"/>
                  </a:lnTo>
                  <a:lnTo>
                    <a:pt x="13438" y="7993"/>
                  </a:lnTo>
                  <a:lnTo>
                    <a:pt x="13786" y="8495"/>
                  </a:lnTo>
                  <a:lnTo>
                    <a:pt x="14211" y="8959"/>
                  </a:lnTo>
                  <a:lnTo>
                    <a:pt x="14442" y="9190"/>
                  </a:lnTo>
                  <a:lnTo>
                    <a:pt x="14713" y="9383"/>
                  </a:lnTo>
                  <a:lnTo>
                    <a:pt x="14983" y="9538"/>
                  </a:lnTo>
                  <a:lnTo>
                    <a:pt x="15253" y="9692"/>
                  </a:lnTo>
                  <a:lnTo>
                    <a:pt x="15717" y="9847"/>
                  </a:lnTo>
                  <a:lnTo>
                    <a:pt x="16219" y="9924"/>
                  </a:lnTo>
                  <a:lnTo>
                    <a:pt x="16682" y="9885"/>
                  </a:lnTo>
                  <a:lnTo>
                    <a:pt x="17145" y="9808"/>
                  </a:lnTo>
                  <a:lnTo>
                    <a:pt x="17609" y="9654"/>
                  </a:lnTo>
                  <a:lnTo>
                    <a:pt x="17802" y="9538"/>
                  </a:lnTo>
                  <a:lnTo>
                    <a:pt x="17995" y="9383"/>
                  </a:lnTo>
                  <a:lnTo>
                    <a:pt x="18188" y="9229"/>
                  </a:lnTo>
                  <a:lnTo>
                    <a:pt x="18342" y="9075"/>
                  </a:lnTo>
                  <a:lnTo>
                    <a:pt x="18497" y="8881"/>
                  </a:lnTo>
                  <a:lnTo>
                    <a:pt x="18613" y="8650"/>
                  </a:lnTo>
                  <a:lnTo>
                    <a:pt x="18651" y="8573"/>
                  </a:lnTo>
                  <a:lnTo>
                    <a:pt x="18613" y="8457"/>
                  </a:lnTo>
                  <a:lnTo>
                    <a:pt x="18651" y="8418"/>
                  </a:lnTo>
                  <a:lnTo>
                    <a:pt x="18613" y="8341"/>
                  </a:lnTo>
                  <a:lnTo>
                    <a:pt x="18304" y="8380"/>
                  </a:lnTo>
                  <a:lnTo>
                    <a:pt x="18265" y="8418"/>
                  </a:lnTo>
                  <a:lnTo>
                    <a:pt x="18033" y="8766"/>
                  </a:lnTo>
                  <a:lnTo>
                    <a:pt x="17802" y="8997"/>
                  </a:lnTo>
                  <a:lnTo>
                    <a:pt x="17493" y="9229"/>
                  </a:lnTo>
                  <a:lnTo>
                    <a:pt x="17184" y="9345"/>
                  </a:lnTo>
                  <a:lnTo>
                    <a:pt x="16798" y="9461"/>
                  </a:lnTo>
                  <a:lnTo>
                    <a:pt x="16064" y="9461"/>
                  </a:lnTo>
                  <a:lnTo>
                    <a:pt x="15717" y="9383"/>
                  </a:lnTo>
                  <a:lnTo>
                    <a:pt x="15330" y="9229"/>
                  </a:lnTo>
                  <a:lnTo>
                    <a:pt x="15021" y="9036"/>
                  </a:lnTo>
                  <a:lnTo>
                    <a:pt x="14674" y="8766"/>
                  </a:lnTo>
                  <a:lnTo>
                    <a:pt x="14404" y="8495"/>
                  </a:lnTo>
                  <a:lnTo>
                    <a:pt x="14133" y="8186"/>
                  </a:lnTo>
                  <a:lnTo>
                    <a:pt x="13902" y="7878"/>
                  </a:lnTo>
                  <a:lnTo>
                    <a:pt x="13709" y="7530"/>
                  </a:lnTo>
                  <a:lnTo>
                    <a:pt x="13515" y="7182"/>
                  </a:lnTo>
                  <a:lnTo>
                    <a:pt x="13207" y="6526"/>
                  </a:lnTo>
                  <a:lnTo>
                    <a:pt x="12936" y="5870"/>
                  </a:lnTo>
                  <a:lnTo>
                    <a:pt x="12434" y="4518"/>
                  </a:lnTo>
                  <a:lnTo>
                    <a:pt x="12164" y="3862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317"/>
                  </a:lnTo>
                  <a:lnTo>
                    <a:pt x="11005" y="2047"/>
                  </a:lnTo>
                  <a:lnTo>
                    <a:pt x="10542" y="1583"/>
                  </a:lnTo>
                  <a:lnTo>
                    <a:pt x="10040" y="1197"/>
                  </a:lnTo>
                  <a:lnTo>
                    <a:pt x="9538" y="888"/>
                  </a:lnTo>
                  <a:lnTo>
                    <a:pt x="9036" y="579"/>
                  </a:lnTo>
                  <a:lnTo>
                    <a:pt x="8457" y="386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7"/>
            <p:cNvSpPr/>
            <p:nvPr/>
          </p:nvSpPr>
          <p:spPr>
            <a:xfrm>
              <a:off x="6719625" y="2898500"/>
              <a:ext cx="625575" cy="344675"/>
            </a:xfrm>
            <a:custGeom>
              <a:avLst/>
              <a:gdLst/>
              <a:ahLst/>
              <a:cxnLst/>
              <a:rect l="l" t="t" r="r" b="b"/>
              <a:pathLst>
                <a:path w="25023" h="13787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9"/>
                  </a:lnTo>
                  <a:lnTo>
                    <a:pt x="23787" y="2163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6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5"/>
                  </a:lnTo>
                  <a:lnTo>
                    <a:pt x="23169" y="1120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2"/>
                  </a:lnTo>
                  <a:lnTo>
                    <a:pt x="23864" y="3515"/>
                  </a:lnTo>
                  <a:lnTo>
                    <a:pt x="23787" y="3399"/>
                  </a:lnTo>
                  <a:lnTo>
                    <a:pt x="23748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1"/>
                  </a:lnTo>
                  <a:lnTo>
                    <a:pt x="16566" y="5407"/>
                  </a:lnTo>
                  <a:lnTo>
                    <a:pt x="16296" y="5445"/>
                  </a:lnTo>
                  <a:lnTo>
                    <a:pt x="15639" y="5523"/>
                  </a:lnTo>
                  <a:lnTo>
                    <a:pt x="15639" y="5484"/>
                  </a:lnTo>
                  <a:lnTo>
                    <a:pt x="15678" y="5368"/>
                  </a:lnTo>
                  <a:lnTo>
                    <a:pt x="15716" y="5252"/>
                  </a:lnTo>
                  <a:lnTo>
                    <a:pt x="15755" y="5175"/>
                  </a:lnTo>
                  <a:lnTo>
                    <a:pt x="15832" y="5098"/>
                  </a:lnTo>
                  <a:lnTo>
                    <a:pt x="15948" y="5021"/>
                  </a:lnTo>
                  <a:lnTo>
                    <a:pt x="16064" y="4982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8"/>
                  </a:lnTo>
                  <a:lnTo>
                    <a:pt x="24250" y="5523"/>
                  </a:lnTo>
                  <a:lnTo>
                    <a:pt x="24057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1"/>
                  </a:lnTo>
                  <a:lnTo>
                    <a:pt x="18111" y="5214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523"/>
                  </a:lnTo>
                  <a:lnTo>
                    <a:pt x="17029" y="5445"/>
                  </a:lnTo>
                  <a:lnTo>
                    <a:pt x="17068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2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7"/>
                  </a:lnTo>
                  <a:lnTo>
                    <a:pt x="14558" y="5870"/>
                  </a:lnTo>
                  <a:lnTo>
                    <a:pt x="14056" y="6102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600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4"/>
                  </a:moveTo>
                  <a:lnTo>
                    <a:pt x="19115" y="5523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6" y="6179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7"/>
                  </a:lnTo>
                  <a:lnTo>
                    <a:pt x="18844" y="5523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0" y="6102"/>
                  </a:lnTo>
                  <a:lnTo>
                    <a:pt x="20466" y="6140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7"/>
                  </a:lnTo>
                  <a:lnTo>
                    <a:pt x="20814" y="6720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8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1" y="5986"/>
                  </a:lnTo>
                  <a:lnTo>
                    <a:pt x="24019" y="6025"/>
                  </a:lnTo>
                  <a:lnTo>
                    <a:pt x="24096" y="6025"/>
                  </a:lnTo>
                  <a:lnTo>
                    <a:pt x="23941" y="6295"/>
                  </a:lnTo>
                  <a:lnTo>
                    <a:pt x="23748" y="6565"/>
                  </a:lnTo>
                  <a:lnTo>
                    <a:pt x="23517" y="6797"/>
                  </a:lnTo>
                  <a:lnTo>
                    <a:pt x="23246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7"/>
                  </a:lnTo>
                  <a:lnTo>
                    <a:pt x="23015" y="6295"/>
                  </a:lnTo>
                  <a:lnTo>
                    <a:pt x="23053" y="6179"/>
                  </a:lnTo>
                  <a:lnTo>
                    <a:pt x="23131" y="6102"/>
                  </a:lnTo>
                  <a:lnTo>
                    <a:pt x="23208" y="6025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8" y="6333"/>
                  </a:lnTo>
                  <a:lnTo>
                    <a:pt x="13168" y="6720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7"/>
                  </a:lnTo>
                  <a:lnTo>
                    <a:pt x="12627" y="6681"/>
                  </a:lnTo>
                  <a:lnTo>
                    <a:pt x="12666" y="6527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218"/>
                  </a:lnTo>
                  <a:lnTo>
                    <a:pt x="13013" y="6140"/>
                  </a:lnTo>
                  <a:lnTo>
                    <a:pt x="13129" y="6102"/>
                  </a:lnTo>
                  <a:close/>
                  <a:moveTo>
                    <a:pt x="22165" y="6565"/>
                  </a:moveTo>
                  <a:lnTo>
                    <a:pt x="22281" y="6604"/>
                  </a:lnTo>
                  <a:lnTo>
                    <a:pt x="22474" y="6720"/>
                  </a:lnTo>
                  <a:lnTo>
                    <a:pt x="22629" y="6874"/>
                  </a:lnTo>
                  <a:lnTo>
                    <a:pt x="22783" y="7029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6"/>
                  </a:lnTo>
                  <a:lnTo>
                    <a:pt x="22937" y="7144"/>
                  </a:lnTo>
                  <a:lnTo>
                    <a:pt x="22551" y="7222"/>
                  </a:lnTo>
                  <a:lnTo>
                    <a:pt x="22165" y="7260"/>
                  </a:lnTo>
                  <a:lnTo>
                    <a:pt x="21779" y="7222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49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5" y="7994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4"/>
                  </a:lnTo>
                  <a:lnTo>
                    <a:pt x="11816" y="7608"/>
                  </a:lnTo>
                  <a:lnTo>
                    <a:pt x="11894" y="7531"/>
                  </a:lnTo>
                  <a:lnTo>
                    <a:pt x="12009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3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2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3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5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4" y="9770"/>
                  </a:moveTo>
                  <a:lnTo>
                    <a:pt x="3900" y="9809"/>
                  </a:lnTo>
                  <a:lnTo>
                    <a:pt x="4016" y="9886"/>
                  </a:lnTo>
                  <a:lnTo>
                    <a:pt x="4093" y="10002"/>
                  </a:lnTo>
                  <a:lnTo>
                    <a:pt x="4132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5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6"/>
                  </a:lnTo>
                  <a:lnTo>
                    <a:pt x="5097" y="10774"/>
                  </a:lnTo>
                  <a:lnTo>
                    <a:pt x="5136" y="10890"/>
                  </a:lnTo>
                  <a:lnTo>
                    <a:pt x="5175" y="11044"/>
                  </a:lnTo>
                  <a:lnTo>
                    <a:pt x="5136" y="11238"/>
                  </a:lnTo>
                  <a:lnTo>
                    <a:pt x="5097" y="11431"/>
                  </a:lnTo>
                  <a:lnTo>
                    <a:pt x="4402" y="10929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5" y="11740"/>
                  </a:lnTo>
                  <a:lnTo>
                    <a:pt x="10658" y="11701"/>
                  </a:lnTo>
                  <a:lnTo>
                    <a:pt x="10503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5" y="10697"/>
                  </a:lnTo>
                  <a:lnTo>
                    <a:pt x="10928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10"/>
                  </a:lnTo>
                  <a:lnTo>
                    <a:pt x="6410" y="12242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8" y="11508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1" y="12744"/>
                  </a:lnTo>
                  <a:lnTo>
                    <a:pt x="9770" y="12937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2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39" y="13207"/>
                  </a:lnTo>
                  <a:lnTo>
                    <a:pt x="7337" y="13014"/>
                  </a:lnTo>
                  <a:lnTo>
                    <a:pt x="6835" y="12744"/>
                  </a:lnTo>
                  <a:lnTo>
                    <a:pt x="6990" y="12628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3" y="12628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7"/>
                  </a:lnTo>
                  <a:lnTo>
                    <a:pt x="9229" y="13130"/>
                  </a:lnTo>
                  <a:lnTo>
                    <a:pt x="9268" y="13207"/>
                  </a:lnTo>
                  <a:lnTo>
                    <a:pt x="9036" y="13284"/>
                  </a:lnTo>
                  <a:lnTo>
                    <a:pt x="8804" y="13323"/>
                  </a:lnTo>
                  <a:lnTo>
                    <a:pt x="8573" y="13323"/>
                  </a:lnTo>
                  <a:lnTo>
                    <a:pt x="8302" y="13284"/>
                  </a:lnTo>
                  <a:lnTo>
                    <a:pt x="8302" y="13207"/>
                  </a:lnTo>
                  <a:lnTo>
                    <a:pt x="8341" y="13014"/>
                  </a:lnTo>
                  <a:lnTo>
                    <a:pt x="8418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8"/>
                  </a:lnTo>
                  <a:close/>
                  <a:moveTo>
                    <a:pt x="22976" y="1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10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3" y="966"/>
                  </a:lnTo>
                  <a:lnTo>
                    <a:pt x="22706" y="1120"/>
                  </a:lnTo>
                  <a:lnTo>
                    <a:pt x="22629" y="1314"/>
                  </a:lnTo>
                  <a:lnTo>
                    <a:pt x="22590" y="1507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0" y="2279"/>
                  </a:lnTo>
                  <a:lnTo>
                    <a:pt x="23053" y="2395"/>
                  </a:lnTo>
                  <a:lnTo>
                    <a:pt x="23246" y="2511"/>
                  </a:lnTo>
                  <a:lnTo>
                    <a:pt x="23478" y="2511"/>
                  </a:lnTo>
                  <a:lnTo>
                    <a:pt x="23401" y="2704"/>
                  </a:lnTo>
                  <a:lnTo>
                    <a:pt x="23362" y="2897"/>
                  </a:lnTo>
                  <a:lnTo>
                    <a:pt x="23324" y="3090"/>
                  </a:lnTo>
                  <a:lnTo>
                    <a:pt x="23362" y="3283"/>
                  </a:lnTo>
                  <a:lnTo>
                    <a:pt x="23439" y="3515"/>
                  </a:lnTo>
                  <a:lnTo>
                    <a:pt x="23555" y="3708"/>
                  </a:lnTo>
                  <a:lnTo>
                    <a:pt x="23748" y="3901"/>
                  </a:lnTo>
                  <a:lnTo>
                    <a:pt x="23980" y="4017"/>
                  </a:lnTo>
                  <a:lnTo>
                    <a:pt x="23748" y="4210"/>
                  </a:lnTo>
                  <a:lnTo>
                    <a:pt x="23555" y="4480"/>
                  </a:lnTo>
                  <a:lnTo>
                    <a:pt x="23478" y="4750"/>
                  </a:lnTo>
                  <a:lnTo>
                    <a:pt x="23439" y="4905"/>
                  </a:lnTo>
                  <a:lnTo>
                    <a:pt x="23439" y="5021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3"/>
                  </a:lnTo>
                  <a:lnTo>
                    <a:pt x="23169" y="5561"/>
                  </a:lnTo>
                  <a:lnTo>
                    <a:pt x="22976" y="5716"/>
                  </a:lnTo>
                  <a:lnTo>
                    <a:pt x="22783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4" y="6295"/>
                  </a:lnTo>
                  <a:lnTo>
                    <a:pt x="22320" y="6256"/>
                  </a:lnTo>
                  <a:lnTo>
                    <a:pt x="22165" y="6218"/>
                  </a:lnTo>
                  <a:lnTo>
                    <a:pt x="21972" y="6218"/>
                  </a:lnTo>
                  <a:lnTo>
                    <a:pt x="21740" y="6295"/>
                  </a:lnTo>
                  <a:lnTo>
                    <a:pt x="21509" y="6411"/>
                  </a:lnTo>
                  <a:lnTo>
                    <a:pt x="21354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5"/>
                  </a:lnTo>
                  <a:lnTo>
                    <a:pt x="20736" y="5909"/>
                  </a:lnTo>
                  <a:lnTo>
                    <a:pt x="20582" y="5831"/>
                  </a:lnTo>
                  <a:lnTo>
                    <a:pt x="20427" y="5754"/>
                  </a:lnTo>
                  <a:lnTo>
                    <a:pt x="20234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6"/>
                  </a:lnTo>
                  <a:lnTo>
                    <a:pt x="19617" y="5484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1"/>
                  </a:lnTo>
                  <a:lnTo>
                    <a:pt x="18497" y="5407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6"/>
                  </a:lnTo>
                  <a:lnTo>
                    <a:pt x="17802" y="4557"/>
                  </a:lnTo>
                  <a:lnTo>
                    <a:pt x="17647" y="4519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8"/>
                  </a:lnTo>
                  <a:lnTo>
                    <a:pt x="16759" y="4943"/>
                  </a:lnTo>
                  <a:lnTo>
                    <a:pt x="16605" y="4789"/>
                  </a:lnTo>
                  <a:lnTo>
                    <a:pt x="16450" y="4712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82"/>
                  </a:lnTo>
                  <a:lnTo>
                    <a:pt x="14288" y="5021"/>
                  </a:lnTo>
                  <a:lnTo>
                    <a:pt x="14133" y="5098"/>
                  </a:lnTo>
                  <a:lnTo>
                    <a:pt x="14056" y="5175"/>
                  </a:lnTo>
                  <a:lnTo>
                    <a:pt x="13940" y="5291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6"/>
                  </a:lnTo>
                  <a:lnTo>
                    <a:pt x="13168" y="5716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8"/>
                  </a:lnTo>
                  <a:lnTo>
                    <a:pt x="12357" y="6372"/>
                  </a:lnTo>
                  <a:lnTo>
                    <a:pt x="12357" y="6527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7029"/>
                  </a:lnTo>
                  <a:lnTo>
                    <a:pt x="11894" y="7106"/>
                  </a:lnTo>
                  <a:lnTo>
                    <a:pt x="11662" y="7222"/>
                  </a:lnTo>
                  <a:lnTo>
                    <a:pt x="11507" y="7415"/>
                  </a:lnTo>
                  <a:lnTo>
                    <a:pt x="11392" y="7531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276" y="7994"/>
                  </a:lnTo>
                  <a:lnTo>
                    <a:pt x="11314" y="8148"/>
                  </a:lnTo>
                  <a:lnTo>
                    <a:pt x="11353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30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4"/>
                  </a:lnTo>
                  <a:lnTo>
                    <a:pt x="10619" y="10311"/>
                  </a:lnTo>
                  <a:lnTo>
                    <a:pt x="10426" y="10427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6"/>
                  </a:lnTo>
                  <a:lnTo>
                    <a:pt x="10040" y="11238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4" y="11740"/>
                  </a:lnTo>
                  <a:lnTo>
                    <a:pt x="9693" y="11855"/>
                  </a:lnTo>
                  <a:lnTo>
                    <a:pt x="9499" y="12010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9"/>
                  </a:lnTo>
                  <a:lnTo>
                    <a:pt x="9306" y="12473"/>
                  </a:lnTo>
                  <a:lnTo>
                    <a:pt x="9191" y="12396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5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3" y="12435"/>
                  </a:lnTo>
                  <a:lnTo>
                    <a:pt x="7878" y="12319"/>
                  </a:lnTo>
                  <a:lnTo>
                    <a:pt x="7723" y="12242"/>
                  </a:lnTo>
                  <a:lnTo>
                    <a:pt x="7492" y="12164"/>
                  </a:lnTo>
                  <a:lnTo>
                    <a:pt x="7221" y="12203"/>
                  </a:lnTo>
                  <a:lnTo>
                    <a:pt x="6990" y="12280"/>
                  </a:lnTo>
                  <a:lnTo>
                    <a:pt x="6796" y="12435"/>
                  </a:lnTo>
                  <a:lnTo>
                    <a:pt x="6796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431"/>
                  </a:lnTo>
                  <a:lnTo>
                    <a:pt x="6372" y="11315"/>
                  </a:lnTo>
                  <a:lnTo>
                    <a:pt x="6217" y="11199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8"/>
                  </a:lnTo>
                  <a:lnTo>
                    <a:pt x="5522" y="10967"/>
                  </a:lnTo>
                  <a:lnTo>
                    <a:pt x="5445" y="10736"/>
                  </a:lnTo>
                  <a:lnTo>
                    <a:pt x="5329" y="10504"/>
                  </a:lnTo>
                  <a:lnTo>
                    <a:pt x="5213" y="10427"/>
                  </a:lnTo>
                  <a:lnTo>
                    <a:pt x="5097" y="10388"/>
                  </a:lnTo>
                  <a:lnTo>
                    <a:pt x="4943" y="10311"/>
                  </a:lnTo>
                  <a:lnTo>
                    <a:pt x="4827" y="10311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500"/>
                  </a:lnTo>
                  <a:lnTo>
                    <a:pt x="3900" y="9461"/>
                  </a:lnTo>
                  <a:lnTo>
                    <a:pt x="3746" y="9423"/>
                  </a:lnTo>
                  <a:lnTo>
                    <a:pt x="3591" y="9423"/>
                  </a:lnTo>
                  <a:lnTo>
                    <a:pt x="3398" y="9461"/>
                  </a:lnTo>
                  <a:lnTo>
                    <a:pt x="3282" y="9538"/>
                  </a:lnTo>
                  <a:lnTo>
                    <a:pt x="3128" y="9616"/>
                  </a:lnTo>
                  <a:lnTo>
                    <a:pt x="3012" y="9770"/>
                  </a:lnTo>
                  <a:lnTo>
                    <a:pt x="2974" y="9616"/>
                  </a:lnTo>
                  <a:lnTo>
                    <a:pt x="2896" y="9461"/>
                  </a:lnTo>
                  <a:lnTo>
                    <a:pt x="2780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2"/>
                  </a:lnTo>
                  <a:lnTo>
                    <a:pt x="1352" y="9925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1"/>
                  </a:lnTo>
                  <a:lnTo>
                    <a:pt x="386" y="10427"/>
                  </a:lnTo>
                  <a:lnTo>
                    <a:pt x="271" y="10581"/>
                  </a:lnTo>
                  <a:lnTo>
                    <a:pt x="116" y="10890"/>
                  </a:lnTo>
                  <a:lnTo>
                    <a:pt x="0" y="11238"/>
                  </a:lnTo>
                  <a:lnTo>
                    <a:pt x="0" y="11585"/>
                  </a:lnTo>
                  <a:lnTo>
                    <a:pt x="77" y="11933"/>
                  </a:lnTo>
                  <a:lnTo>
                    <a:pt x="193" y="12242"/>
                  </a:lnTo>
                  <a:lnTo>
                    <a:pt x="386" y="12550"/>
                  </a:lnTo>
                  <a:lnTo>
                    <a:pt x="618" y="12821"/>
                  </a:lnTo>
                  <a:lnTo>
                    <a:pt x="811" y="12937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30"/>
                  </a:lnTo>
                  <a:lnTo>
                    <a:pt x="1738" y="13168"/>
                  </a:lnTo>
                  <a:lnTo>
                    <a:pt x="2085" y="13130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2"/>
                  </a:lnTo>
                  <a:lnTo>
                    <a:pt x="3591" y="12010"/>
                  </a:lnTo>
                  <a:lnTo>
                    <a:pt x="3553" y="11933"/>
                  </a:lnTo>
                  <a:lnTo>
                    <a:pt x="3514" y="11817"/>
                  </a:lnTo>
                  <a:lnTo>
                    <a:pt x="3437" y="11778"/>
                  </a:lnTo>
                  <a:lnTo>
                    <a:pt x="3321" y="11740"/>
                  </a:lnTo>
                  <a:lnTo>
                    <a:pt x="3282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2"/>
                  </a:lnTo>
                  <a:lnTo>
                    <a:pt x="2587" y="12435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94"/>
                  </a:lnTo>
                  <a:lnTo>
                    <a:pt x="502" y="11740"/>
                  </a:lnTo>
                  <a:lnTo>
                    <a:pt x="502" y="11546"/>
                  </a:lnTo>
                  <a:lnTo>
                    <a:pt x="502" y="11392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8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7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9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5" y="13439"/>
                  </a:lnTo>
                  <a:lnTo>
                    <a:pt x="7530" y="13593"/>
                  </a:lnTo>
                  <a:lnTo>
                    <a:pt x="7993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9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6"/>
                  </a:lnTo>
                  <a:lnTo>
                    <a:pt x="11314" y="11740"/>
                  </a:lnTo>
                  <a:lnTo>
                    <a:pt x="11507" y="11238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5" y="9114"/>
                  </a:lnTo>
                  <a:lnTo>
                    <a:pt x="12357" y="8612"/>
                  </a:lnTo>
                  <a:lnTo>
                    <a:pt x="12589" y="8110"/>
                  </a:lnTo>
                  <a:lnTo>
                    <a:pt x="12936" y="7646"/>
                  </a:lnTo>
                  <a:lnTo>
                    <a:pt x="13284" y="7299"/>
                  </a:lnTo>
                  <a:lnTo>
                    <a:pt x="13631" y="6990"/>
                  </a:lnTo>
                  <a:lnTo>
                    <a:pt x="14017" y="6720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2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29" y="7492"/>
                  </a:lnTo>
                  <a:lnTo>
                    <a:pt x="21316" y="7646"/>
                  </a:lnTo>
                  <a:lnTo>
                    <a:pt x="21740" y="7724"/>
                  </a:lnTo>
                  <a:lnTo>
                    <a:pt x="22165" y="7762"/>
                  </a:lnTo>
                  <a:lnTo>
                    <a:pt x="22590" y="7724"/>
                  </a:lnTo>
                  <a:lnTo>
                    <a:pt x="22976" y="7646"/>
                  </a:lnTo>
                  <a:lnTo>
                    <a:pt x="23362" y="7531"/>
                  </a:lnTo>
                  <a:lnTo>
                    <a:pt x="23710" y="7299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5"/>
                  </a:lnTo>
                  <a:lnTo>
                    <a:pt x="24752" y="5909"/>
                  </a:lnTo>
                  <a:lnTo>
                    <a:pt x="24868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10"/>
                  </a:lnTo>
                  <a:lnTo>
                    <a:pt x="24945" y="3746"/>
                  </a:lnTo>
                  <a:lnTo>
                    <a:pt x="24868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3" y="1970"/>
                  </a:lnTo>
                  <a:lnTo>
                    <a:pt x="24250" y="1584"/>
                  </a:lnTo>
                  <a:lnTo>
                    <a:pt x="24057" y="1198"/>
                  </a:lnTo>
                  <a:lnTo>
                    <a:pt x="23787" y="812"/>
                  </a:lnTo>
                  <a:lnTo>
                    <a:pt x="23941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8"/>
                  </a:lnTo>
                  <a:lnTo>
                    <a:pt x="230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7"/>
            <p:cNvSpPr/>
            <p:nvPr/>
          </p:nvSpPr>
          <p:spPr>
            <a:xfrm>
              <a:off x="1648525" y="2901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5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8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5" y="7299"/>
                  </a:lnTo>
                  <a:lnTo>
                    <a:pt x="14713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4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4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5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7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7"/>
            <p:cNvSpPr/>
            <p:nvPr/>
          </p:nvSpPr>
          <p:spPr>
            <a:xfrm>
              <a:off x="7229325" y="290815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6"/>
                  </a:lnTo>
                  <a:lnTo>
                    <a:pt x="3785" y="619"/>
                  </a:lnTo>
                  <a:lnTo>
                    <a:pt x="4094" y="889"/>
                  </a:lnTo>
                  <a:lnTo>
                    <a:pt x="4364" y="1121"/>
                  </a:lnTo>
                  <a:lnTo>
                    <a:pt x="4635" y="1430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4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23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3" y="5214"/>
                  </a:lnTo>
                  <a:lnTo>
                    <a:pt x="5446" y="5600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7"/>
                  </a:lnTo>
                  <a:lnTo>
                    <a:pt x="4210" y="8033"/>
                  </a:lnTo>
                  <a:lnTo>
                    <a:pt x="3940" y="8380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9" y="10041"/>
                  </a:lnTo>
                  <a:lnTo>
                    <a:pt x="1314" y="10234"/>
                  </a:lnTo>
                  <a:lnTo>
                    <a:pt x="889" y="10388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5"/>
                  </a:lnTo>
                  <a:lnTo>
                    <a:pt x="4828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1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4" y="2434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4"/>
                  </a:lnTo>
                  <a:lnTo>
                    <a:pt x="4905" y="1005"/>
                  </a:lnTo>
                  <a:lnTo>
                    <a:pt x="4596" y="696"/>
                  </a:lnTo>
                  <a:lnTo>
                    <a:pt x="4287" y="426"/>
                  </a:lnTo>
                  <a:lnTo>
                    <a:pt x="3940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7"/>
            <p:cNvSpPr/>
            <p:nvPr/>
          </p:nvSpPr>
          <p:spPr>
            <a:xfrm>
              <a:off x="1734450" y="2911050"/>
              <a:ext cx="35725" cy="29000"/>
            </a:xfrm>
            <a:custGeom>
              <a:avLst/>
              <a:gdLst/>
              <a:ahLst/>
              <a:cxnLst/>
              <a:rect l="l" t="t" r="r" b="b"/>
              <a:pathLst>
                <a:path w="1429" h="1160" extrusionOk="0">
                  <a:moveTo>
                    <a:pt x="502" y="1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7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2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5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3"/>
                  </a:lnTo>
                  <a:lnTo>
                    <a:pt x="425" y="580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772" y="387"/>
                  </a:lnTo>
                  <a:lnTo>
                    <a:pt x="850" y="425"/>
                  </a:lnTo>
                  <a:lnTo>
                    <a:pt x="965" y="580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5" y="927"/>
                  </a:lnTo>
                  <a:lnTo>
                    <a:pt x="965" y="1005"/>
                  </a:lnTo>
                  <a:lnTo>
                    <a:pt x="965" y="1082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4" y="1120"/>
                  </a:lnTo>
                  <a:lnTo>
                    <a:pt x="1313" y="1082"/>
                  </a:lnTo>
                  <a:lnTo>
                    <a:pt x="1390" y="889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4"/>
                  </a:lnTo>
                  <a:lnTo>
                    <a:pt x="1043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7"/>
            <p:cNvSpPr/>
            <p:nvPr/>
          </p:nvSpPr>
          <p:spPr>
            <a:xfrm>
              <a:off x="6320925" y="2913950"/>
              <a:ext cx="315700" cy="477875"/>
            </a:xfrm>
            <a:custGeom>
              <a:avLst/>
              <a:gdLst/>
              <a:ahLst/>
              <a:cxnLst/>
              <a:rect l="l" t="t" r="r" b="b"/>
              <a:pathLst>
                <a:path w="12628" h="19115" extrusionOk="0">
                  <a:moveTo>
                    <a:pt x="1004" y="618"/>
                  </a:moveTo>
                  <a:lnTo>
                    <a:pt x="1661" y="850"/>
                  </a:lnTo>
                  <a:lnTo>
                    <a:pt x="2317" y="1120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2"/>
                  </a:lnTo>
                  <a:lnTo>
                    <a:pt x="4016" y="2819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7"/>
                  </a:lnTo>
                  <a:lnTo>
                    <a:pt x="9345" y="15137"/>
                  </a:lnTo>
                  <a:lnTo>
                    <a:pt x="8920" y="15369"/>
                  </a:lnTo>
                  <a:lnTo>
                    <a:pt x="7955" y="13516"/>
                  </a:lnTo>
                  <a:lnTo>
                    <a:pt x="6990" y="11662"/>
                  </a:lnTo>
                  <a:lnTo>
                    <a:pt x="5020" y="7955"/>
                  </a:lnTo>
                  <a:lnTo>
                    <a:pt x="3012" y="4287"/>
                  </a:lnTo>
                  <a:lnTo>
                    <a:pt x="1004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19" y="11739"/>
                  </a:lnTo>
                  <a:lnTo>
                    <a:pt x="7762" y="13593"/>
                  </a:lnTo>
                  <a:lnTo>
                    <a:pt x="8804" y="15446"/>
                  </a:lnTo>
                  <a:lnTo>
                    <a:pt x="8650" y="15524"/>
                  </a:lnTo>
                  <a:lnTo>
                    <a:pt x="7414" y="13747"/>
                  </a:lnTo>
                  <a:lnTo>
                    <a:pt x="6179" y="12010"/>
                  </a:lnTo>
                  <a:lnTo>
                    <a:pt x="3591" y="8534"/>
                  </a:lnTo>
                  <a:lnTo>
                    <a:pt x="2317" y="6758"/>
                  </a:lnTo>
                  <a:lnTo>
                    <a:pt x="1004" y="4943"/>
                  </a:lnTo>
                  <a:lnTo>
                    <a:pt x="850" y="4711"/>
                  </a:lnTo>
                  <a:lnTo>
                    <a:pt x="734" y="4480"/>
                  </a:lnTo>
                  <a:lnTo>
                    <a:pt x="618" y="4209"/>
                  </a:lnTo>
                  <a:lnTo>
                    <a:pt x="541" y="3939"/>
                  </a:lnTo>
                  <a:lnTo>
                    <a:pt x="464" y="3399"/>
                  </a:lnTo>
                  <a:lnTo>
                    <a:pt x="425" y="2819"/>
                  </a:lnTo>
                  <a:lnTo>
                    <a:pt x="464" y="2240"/>
                  </a:lnTo>
                  <a:lnTo>
                    <a:pt x="502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2" y="12357"/>
                  </a:lnTo>
                  <a:lnTo>
                    <a:pt x="11816" y="12434"/>
                  </a:lnTo>
                  <a:lnTo>
                    <a:pt x="12164" y="12859"/>
                  </a:lnTo>
                  <a:lnTo>
                    <a:pt x="12241" y="13052"/>
                  </a:lnTo>
                  <a:lnTo>
                    <a:pt x="12280" y="13245"/>
                  </a:lnTo>
                  <a:lnTo>
                    <a:pt x="12241" y="13438"/>
                  </a:lnTo>
                  <a:lnTo>
                    <a:pt x="12203" y="13631"/>
                  </a:lnTo>
                  <a:lnTo>
                    <a:pt x="12048" y="14018"/>
                  </a:lnTo>
                  <a:lnTo>
                    <a:pt x="11855" y="14365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1"/>
                  </a:lnTo>
                  <a:lnTo>
                    <a:pt x="10156" y="15871"/>
                  </a:lnTo>
                  <a:lnTo>
                    <a:pt x="10117" y="15987"/>
                  </a:lnTo>
                  <a:lnTo>
                    <a:pt x="9770" y="16180"/>
                  </a:lnTo>
                  <a:lnTo>
                    <a:pt x="9113" y="16605"/>
                  </a:lnTo>
                  <a:lnTo>
                    <a:pt x="8457" y="16952"/>
                  </a:lnTo>
                  <a:lnTo>
                    <a:pt x="7723" y="17261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4" y="17647"/>
                  </a:lnTo>
                  <a:lnTo>
                    <a:pt x="5754" y="17647"/>
                  </a:lnTo>
                  <a:lnTo>
                    <a:pt x="5561" y="17570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7" y="17184"/>
                  </a:lnTo>
                  <a:lnTo>
                    <a:pt x="4982" y="16875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4"/>
                  </a:lnTo>
                  <a:lnTo>
                    <a:pt x="5175" y="15948"/>
                  </a:lnTo>
                  <a:lnTo>
                    <a:pt x="5291" y="15833"/>
                  </a:lnTo>
                  <a:lnTo>
                    <a:pt x="5406" y="15755"/>
                  </a:lnTo>
                  <a:lnTo>
                    <a:pt x="5522" y="15717"/>
                  </a:lnTo>
                  <a:lnTo>
                    <a:pt x="5638" y="15755"/>
                  </a:lnTo>
                  <a:lnTo>
                    <a:pt x="5793" y="15833"/>
                  </a:lnTo>
                  <a:lnTo>
                    <a:pt x="5947" y="15948"/>
                  </a:lnTo>
                  <a:lnTo>
                    <a:pt x="6063" y="16141"/>
                  </a:lnTo>
                  <a:lnTo>
                    <a:pt x="6256" y="16373"/>
                  </a:lnTo>
                  <a:lnTo>
                    <a:pt x="6101" y="16412"/>
                  </a:lnTo>
                  <a:lnTo>
                    <a:pt x="6024" y="16450"/>
                  </a:lnTo>
                  <a:lnTo>
                    <a:pt x="6024" y="16566"/>
                  </a:lnTo>
                  <a:lnTo>
                    <a:pt x="6063" y="16643"/>
                  </a:lnTo>
                  <a:lnTo>
                    <a:pt x="6140" y="16643"/>
                  </a:lnTo>
                  <a:lnTo>
                    <a:pt x="6912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29" y="15717"/>
                  </a:lnTo>
                  <a:lnTo>
                    <a:pt x="9615" y="15485"/>
                  </a:lnTo>
                  <a:lnTo>
                    <a:pt x="9963" y="15253"/>
                  </a:lnTo>
                  <a:lnTo>
                    <a:pt x="10272" y="15022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1" y="14172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8"/>
                  </a:lnTo>
                  <a:lnTo>
                    <a:pt x="11546" y="13361"/>
                  </a:lnTo>
                  <a:lnTo>
                    <a:pt x="11508" y="13284"/>
                  </a:lnTo>
                  <a:lnTo>
                    <a:pt x="11430" y="13245"/>
                  </a:lnTo>
                  <a:lnTo>
                    <a:pt x="11237" y="13245"/>
                  </a:lnTo>
                  <a:lnTo>
                    <a:pt x="11160" y="13323"/>
                  </a:lnTo>
                  <a:lnTo>
                    <a:pt x="10967" y="13670"/>
                  </a:lnTo>
                  <a:lnTo>
                    <a:pt x="10774" y="13554"/>
                  </a:lnTo>
                  <a:lnTo>
                    <a:pt x="10658" y="13438"/>
                  </a:lnTo>
                  <a:lnTo>
                    <a:pt x="10619" y="13284"/>
                  </a:lnTo>
                  <a:lnTo>
                    <a:pt x="10581" y="13168"/>
                  </a:lnTo>
                  <a:lnTo>
                    <a:pt x="10619" y="13014"/>
                  </a:lnTo>
                  <a:lnTo>
                    <a:pt x="10658" y="12859"/>
                  </a:lnTo>
                  <a:lnTo>
                    <a:pt x="10851" y="12627"/>
                  </a:lnTo>
                  <a:lnTo>
                    <a:pt x="10928" y="12473"/>
                  </a:lnTo>
                  <a:lnTo>
                    <a:pt x="11044" y="12357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0"/>
                  </a:moveTo>
                  <a:lnTo>
                    <a:pt x="348" y="39"/>
                  </a:lnTo>
                  <a:lnTo>
                    <a:pt x="271" y="116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2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5"/>
                  </a:lnTo>
                  <a:lnTo>
                    <a:pt x="232" y="4518"/>
                  </a:lnTo>
                  <a:lnTo>
                    <a:pt x="348" y="4750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5"/>
                  </a:lnTo>
                  <a:lnTo>
                    <a:pt x="5445" y="11817"/>
                  </a:lnTo>
                  <a:lnTo>
                    <a:pt x="6874" y="13747"/>
                  </a:lnTo>
                  <a:lnTo>
                    <a:pt x="8341" y="15639"/>
                  </a:lnTo>
                  <a:lnTo>
                    <a:pt x="7492" y="15987"/>
                  </a:lnTo>
                  <a:lnTo>
                    <a:pt x="6642" y="16257"/>
                  </a:lnTo>
                  <a:lnTo>
                    <a:pt x="6642" y="16257"/>
                  </a:lnTo>
                  <a:lnTo>
                    <a:pt x="6681" y="16103"/>
                  </a:lnTo>
                  <a:lnTo>
                    <a:pt x="6681" y="15948"/>
                  </a:lnTo>
                  <a:lnTo>
                    <a:pt x="6642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3" y="15369"/>
                  </a:lnTo>
                  <a:lnTo>
                    <a:pt x="6179" y="15292"/>
                  </a:lnTo>
                  <a:lnTo>
                    <a:pt x="6024" y="15253"/>
                  </a:lnTo>
                  <a:lnTo>
                    <a:pt x="5715" y="15253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5" y="16296"/>
                  </a:lnTo>
                  <a:lnTo>
                    <a:pt x="4595" y="16566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7" y="17725"/>
                  </a:lnTo>
                  <a:lnTo>
                    <a:pt x="5368" y="17840"/>
                  </a:lnTo>
                  <a:lnTo>
                    <a:pt x="5677" y="17918"/>
                  </a:lnTo>
                  <a:lnTo>
                    <a:pt x="6024" y="17956"/>
                  </a:lnTo>
                  <a:lnTo>
                    <a:pt x="6372" y="17918"/>
                  </a:lnTo>
                  <a:lnTo>
                    <a:pt x="6719" y="17840"/>
                  </a:lnTo>
                  <a:lnTo>
                    <a:pt x="7105" y="17763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2"/>
                  </a:lnTo>
                  <a:lnTo>
                    <a:pt x="9229" y="16875"/>
                  </a:lnTo>
                  <a:lnTo>
                    <a:pt x="9461" y="16759"/>
                  </a:lnTo>
                  <a:lnTo>
                    <a:pt x="10233" y="16257"/>
                  </a:lnTo>
                  <a:lnTo>
                    <a:pt x="10812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3"/>
                  </a:lnTo>
                  <a:lnTo>
                    <a:pt x="11816" y="18149"/>
                  </a:lnTo>
                  <a:lnTo>
                    <a:pt x="11392" y="17454"/>
                  </a:lnTo>
                  <a:lnTo>
                    <a:pt x="10928" y="16759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3"/>
                  </a:lnTo>
                  <a:lnTo>
                    <a:pt x="11894" y="14790"/>
                  </a:lnTo>
                  <a:lnTo>
                    <a:pt x="12125" y="14558"/>
                  </a:lnTo>
                  <a:lnTo>
                    <a:pt x="12280" y="14288"/>
                  </a:lnTo>
                  <a:lnTo>
                    <a:pt x="12434" y="14056"/>
                  </a:lnTo>
                  <a:lnTo>
                    <a:pt x="12511" y="13786"/>
                  </a:lnTo>
                  <a:lnTo>
                    <a:pt x="12589" y="13554"/>
                  </a:lnTo>
                  <a:lnTo>
                    <a:pt x="12627" y="13284"/>
                  </a:lnTo>
                  <a:lnTo>
                    <a:pt x="12589" y="13052"/>
                  </a:lnTo>
                  <a:lnTo>
                    <a:pt x="12511" y="12821"/>
                  </a:lnTo>
                  <a:lnTo>
                    <a:pt x="12357" y="12589"/>
                  </a:lnTo>
                  <a:lnTo>
                    <a:pt x="12164" y="12357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8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0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0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19" y="13786"/>
                  </a:lnTo>
                  <a:lnTo>
                    <a:pt x="10812" y="13902"/>
                  </a:lnTo>
                  <a:lnTo>
                    <a:pt x="10504" y="14249"/>
                  </a:lnTo>
                  <a:lnTo>
                    <a:pt x="10156" y="14597"/>
                  </a:lnTo>
                  <a:lnTo>
                    <a:pt x="9770" y="14867"/>
                  </a:lnTo>
                  <a:lnTo>
                    <a:pt x="9430" y="15083"/>
                  </a:lnTo>
                  <a:lnTo>
                    <a:pt x="9461" y="15022"/>
                  </a:lnTo>
                  <a:lnTo>
                    <a:pt x="9500" y="14944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8"/>
                  </a:lnTo>
                  <a:lnTo>
                    <a:pt x="3823" y="1545"/>
                  </a:lnTo>
                  <a:lnTo>
                    <a:pt x="3514" y="1236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0" y="232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7"/>
            <p:cNvSpPr/>
            <p:nvPr/>
          </p:nvSpPr>
          <p:spPr>
            <a:xfrm>
              <a:off x="1681350" y="2914925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5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4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4" y="463"/>
                  </a:lnTo>
                  <a:lnTo>
                    <a:pt x="541" y="386"/>
                  </a:lnTo>
                  <a:lnTo>
                    <a:pt x="773" y="386"/>
                  </a:lnTo>
                  <a:lnTo>
                    <a:pt x="850" y="463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5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7"/>
            <p:cNvSpPr/>
            <p:nvPr/>
          </p:nvSpPr>
          <p:spPr>
            <a:xfrm>
              <a:off x="3785850" y="2943875"/>
              <a:ext cx="199850" cy="231725"/>
            </a:xfrm>
            <a:custGeom>
              <a:avLst/>
              <a:gdLst/>
              <a:ahLst/>
              <a:cxnLst/>
              <a:rect l="l" t="t" r="r" b="b"/>
              <a:pathLst>
                <a:path w="7994" h="9269" extrusionOk="0">
                  <a:moveTo>
                    <a:pt x="2163" y="1"/>
                  </a:moveTo>
                  <a:lnTo>
                    <a:pt x="2009" y="39"/>
                  </a:lnTo>
                  <a:lnTo>
                    <a:pt x="1854" y="78"/>
                  </a:lnTo>
                  <a:lnTo>
                    <a:pt x="1700" y="194"/>
                  </a:lnTo>
                  <a:lnTo>
                    <a:pt x="1429" y="425"/>
                  </a:lnTo>
                  <a:lnTo>
                    <a:pt x="1159" y="734"/>
                  </a:lnTo>
                  <a:lnTo>
                    <a:pt x="966" y="1005"/>
                  </a:lnTo>
                  <a:lnTo>
                    <a:pt x="696" y="1391"/>
                  </a:lnTo>
                  <a:lnTo>
                    <a:pt x="503" y="1777"/>
                  </a:lnTo>
                  <a:lnTo>
                    <a:pt x="310" y="2163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1" y="3514"/>
                  </a:lnTo>
                  <a:lnTo>
                    <a:pt x="1" y="3978"/>
                  </a:lnTo>
                  <a:lnTo>
                    <a:pt x="39" y="4441"/>
                  </a:lnTo>
                  <a:lnTo>
                    <a:pt x="155" y="4905"/>
                  </a:lnTo>
                  <a:lnTo>
                    <a:pt x="271" y="5368"/>
                  </a:lnTo>
                  <a:lnTo>
                    <a:pt x="464" y="5793"/>
                  </a:lnTo>
                  <a:lnTo>
                    <a:pt x="696" y="6218"/>
                  </a:lnTo>
                  <a:lnTo>
                    <a:pt x="1005" y="6179"/>
                  </a:lnTo>
                  <a:lnTo>
                    <a:pt x="850" y="5870"/>
                  </a:lnTo>
                  <a:lnTo>
                    <a:pt x="734" y="5522"/>
                  </a:lnTo>
                  <a:lnTo>
                    <a:pt x="618" y="5175"/>
                  </a:lnTo>
                  <a:lnTo>
                    <a:pt x="541" y="4789"/>
                  </a:lnTo>
                  <a:lnTo>
                    <a:pt x="503" y="4441"/>
                  </a:lnTo>
                  <a:lnTo>
                    <a:pt x="464" y="4055"/>
                  </a:lnTo>
                  <a:lnTo>
                    <a:pt x="464" y="3708"/>
                  </a:lnTo>
                  <a:lnTo>
                    <a:pt x="464" y="3360"/>
                  </a:lnTo>
                  <a:lnTo>
                    <a:pt x="503" y="2974"/>
                  </a:lnTo>
                  <a:lnTo>
                    <a:pt x="580" y="2626"/>
                  </a:lnTo>
                  <a:lnTo>
                    <a:pt x="696" y="2279"/>
                  </a:lnTo>
                  <a:lnTo>
                    <a:pt x="850" y="1931"/>
                  </a:lnTo>
                  <a:lnTo>
                    <a:pt x="1005" y="1622"/>
                  </a:lnTo>
                  <a:lnTo>
                    <a:pt x="1236" y="1313"/>
                  </a:lnTo>
                  <a:lnTo>
                    <a:pt x="1468" y="1043"/>
                  </a:lnTo>
                  <a:lnTo>
                    <a:pt x="1738" y="773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503"/>
                  </a:lnTo>
                  <a:lnTo>
                    <a:pt x="2279" y="618"/>
                  </a:lnTo>
                  <a:lnTo>
                    <a:pt x="2395" y="850"/>
                  </a:lnTo>
                  <a:lnTo>
                    <a:pt x="2588" y="1236"/>
                  </a:lnTo>
                  <a:lnTo>
                    <a:pt x="2742" y="1584"/>
                  </a:lnTo>
                  <a:lnTo>
                    <a:pt x="2858" y="1970"/>
                  </a:lnTo>
                  <a:lnTo>
                    <a:pt x="2974" y="2356"/>
                  </a:lnTo>
                  <a:lnTo>
                    <a:pt x="3051" y="2742"/>
                  </a:lnTo>
                  <a:lnTo>
                    <a:pt x="3090" y="3090"/>
                  </a:lnTo>
                  <a:lnTo>
                    <a:pt x="3090" y="3476"/>
                  </a:lnTo>
                  <a:lnTo>
                    <a:pt x="3051" y="3823"/>
                  </a:lnTo>
                  <a:lnTo>
                    <a:pt x="2974" y="4171"/>
                  </a:lnTo>
                  <a:lnTo>
                    <a:pt x="2897" y="4480"/>
                  </a:lnTo>
                  <a:lnTo>
                    <a:pt x="2742" y="4827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61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56" y="5793"/>
                  </a:lnTo>
                  <a:lnTo>
                    <a:pt x="2395" y="5831"/>
                  </a:lnTo>
                  <a:lnTo>
                    <a:pt x="2433" y="5793"/>
                  </a:lnTo>
                  <a:lnTo>
                    <a:pt x="2626" y="5754"/>
                  </a:lnTo>
                  <a:lnTo>
                    <a:pt x="2781" y="5716"/>
                  </a:lnTo>
                  <a:lnTo>
                    <a:pt x="3167" y="5677"/>
                  </a:lnTo>
                  <a:lnTo>
                    <a:pt x="3592" y="5716"/>
                  </a:lnTo>
                  <a:lnTo>
                    <a:pt x="4017" y="5831"/>
                  </a:lnTo>
                  <a:lnTo>
                    <a:pt x="4441" y="5947"/>
                  </a:lnTo>
                  <a:lnTo>
                    <a:pt x="4827" y="6102"/>
                  </a:lnTo>
                  <a:lnTo>
                    <a:pt x="5214" y="6295"/>
                  </a:lnTo>
                  <a:lnTo>
                    <a:pt x="5523" y="6449"/>
                  </a:lnTo>
                  <a:lnTo>
                    <a:pt x="5831" y="6642"/>
                  </a:lnTo>
                  <a:lnTo>
                    <a:pt x="6140" y="6874"/>
                  </a:lnTo>
                  <a:lnTo>
                    <a:pt x="6411" y="7106"/>
                  </a:lnTo>
                  <a:lnTo>
                    <a:pt x="6681" y="7337"/>
                  </a:lnTo>
                  <a:lnTo>
                    <a:pt x="6913" y="7646"/>
                  </a:lnTo>
                  <a:lnTo>
                    <a:pt x="7144" y="7917"/>
                  </a:lnTo>
                  <a:lnTo>
                    <a:pt x="7337" y="8225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56" y="8805"/>
                  </a:lnTo>
                  <a:lnTo>
                    <a:pt x="5870" y="8843"/>
                  </a:lnTo>
                  <a:lnTo>
                    <a:pt x="5445" y="8805"/>
                  </a:lnTo>
                  <a:lnTo>
                    <a:pt x="5059" y="8766"/>
                  </a:lnTo>
                  <a:lnTo>
                    <a:pt x="4634" y="8650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33" y="7106"/>
                  </a:lnTo>
                  <a:lnTo>
                    <a:pt x="1931" y="6604"/>
                  </a:lnTo>
                  <a:lnTo>
                    <a:pt x="1854" y="6526"/>
                  </a:lnTo>
                  <a:lnTo>
                    <a:pt x="1777" y="6526"/>
                  </a:lnTo>
                  <a:lnTo>
                    <a:pt x="1661" y="6565"/>
                  </a:lnTo>
                  <a:lnTo>
                    <a:pt x="1622" y="6565"/>
                  </a:lnTo>
                  <a:lnTo>
                    <a:pt x="1584" y="6604"/>
                  </a:lnTo>
                  <a:lnTo>
                    <a:pt x="1429" y="6874"/>
                  </a:lnTo>
                  <a:lnTo>
                    <a:pt x="1622" y="6913"/>
                  </a:lnTo>
                  <a:lnTo>
                    <a:pt x="2240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592" y="8573"/>
                  </a:lnTo>
                  <a:lnTo>
                    <a:pt x="3978" y="8805"/>
                  </a:lnTo>
                  <a:lnTo>
                    <a:pt x="4364" y="8998"/>
                  </a:lnTo>
                  <a:lnTo>
                    <a:pt x="4789" y="9152"/>
                  </a:lnTo>
                  <a:lnTo>
                    <a:pt x="5252" y="9229"/>
                  </a:lnTo>
                  <a:lnTo>
                    <a:pt x="5677" y="9268"/>
                  </a:lnTo>
                  <a:lnTo>
                    <a:pt x="6102" y="9229"/>
                  </a:lnTo>
                  <a:lnTo>
                    <a:pt x="6565" y="9191"/>
                  </a:lnTo>
                  <a:lnTo>
                    <a:pt x="6990" y="9114"/>
                  </a:lnTo>
                  <a:lnTo>
                    <a:pt x="7878" y="8882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7994" y="8650"/>
                  </a:lnTo>
                  <a:lnTo>
                    <a:pt x="7994" y="8573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183" y="7299"/>
                  </a:lnTo>
                  <a:lnTo>
                    <a:pt x="6874" y="6951"/>
                  </a:lnTo>
                  <a:lnTo>
                    <a:pt x="6488" y="6604"/>
                  </a:lnTo>
                  <a:lnTo>
                    <a:pt x="6102" y="6295"/>
                  </a:lnTo>
                  <a:lnTo>
                    <a:pt x="5677" y="6063"/>
                  </a:lnTo>
                  <a:lnTo>
                    <a:pt x="5252" y="5831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01" y="5368"/>
                  </a:lnTo>
                  <a:lnTo>
                    <a:pt x="3592" y="5329"/>
                  </a:lnTo>
                  <a:lnTo>
                    <a:pt x="3283" y="5291"/>
                  </a:lnTo>
                  <a:lnTo>
                    <a:pt x="2974" y="5291"/>
                  </a:lnTo>
                  <a:lnTo>
                    <a:pt x="3167" y="4982"/>
                  </a:lnTo>
                  <a:lnTo>
                    <a:pt x="3283" y="4673"/>
                  </a:lnTo>
                  <a:lnTo>
                    <a:pt x="3399" y="4325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44"/>
                  </a:lnTo>
                  <a:lnTo>
                    <a:pt x="3476" y="2858"/>
                  </a:lnTo>
                  <a:lnTo>
                    <a:pt x="3437" y="2510"/>
                  </a:lnTo>
                  <a:lnTo>
                    <a:pt x="3322" y="1970"/>
                  </a:lnTo>
                  <a:lnTo>
                    <a:pt x="3128" y="1468"/>
                  </a:lnTo>
                  <a:lnTo>
                    <a:pt x="2935" y="1005"/>
                  </a:lnTo>
                  <a:lnTo>
                    <a:pt x="2704" y="503"/>
                  </a:lnTo>
                  <a:lnTo>
                    <a:pt x="2588" y="309"/>
                  </a:lnTo>
                  <a:lnTo>
                    <a:pt x="2433" y="116"/>
                  </a:lnTo>
                  <a:lnTo>
                    <a:pt x="2356" y="78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7"/>
            <p:cNvSpPr/>
            <p:nvPr/>
          </p:nvSpPr>
          <p:spPr>
            <a:xfrm>
              <a:off x="1264300" y="2944850"/>
              <a:ext cx="455675" cy="657425"/>
            </a:xfrm>
            <a:custGeom>
              <a:avLst/>
              <a:gdLst/>
              <a:ahLst/>
              <a:cxnLst/>
              <a:rect l="l" t="t" r="r" b="b"/>
              <a:pathLst>
                <a:path w="18227" h="26297" extrusionOk="0">
                  <a:moveTo>
                    <a:pt x="310" y="348"/>
                  </a:moveTo>
                  <a:lnTo>
                    <a:pt x="425" y="386"/>
                  </a:lnTo>
                  <a:lnTo>
                    <a:pt x="1700" y="1429"/>
                  </a:lnTo>
                  <a:lnTo>
                    <a:pt x="2974" y="2510"/>
                  </a:lnTo>
                  <a:lnTo>
                    <a:pt x="4210" y="3591"/>
                  </a:lnTo>
                  <a:lnTo>
                    <a:pt x="5445" y="4673"/>
                  </a:lnTo>
                  <a:lnTo>
                    <a:pt x="5098" y="5290"/>
                  </a:lnTo>
                  <a:lnTo>
                    <a:pt x="4943" y="5599"/>
                  </a:lnTo>
                  <a:lnTo>
                    <a:pt x="4712" y="5831"/>
                  </a:lnTo>
                  <a:lnTo>
                    <a:pt x="4519" y="6101"/>
                  </a:lnTo>
                  <a:lnTo>
                    <a:pt x="4248" y="6294"/>
                  </a:lnTo>
                  <a:lnTo>
                    <a:pt x="3978" y="6526"/>
                  </a:lnTo>
                  <a:lnTo>
                    <a:pt x="3669" y="6680"/>
                  </a:lnTo>
                  <a:lnTo>
                    <a:pt x="3360" y="6835"/>
                  </a:lnTo>
                  <a:lnTo>
                    <a:pt x="3051" y="6989"/>
                  </a:lnTo>
                  <a:lnTo>
                    <a:pt x="2395" y="7182"/>
                  </a:lnTo>
                  <a:lnTo>
                    <a:pt x="1738" y="7298"/>
                  </a:lnTo>
                  <a:lnTo>
                    <a:pt x="1082" y="7414"/>
                  </a:lnTo>
                  <a:lnTo>
                    <a:pt x="889" y="6526"/>
                  </a:lnTo>
                  <a:lnTo>
                    <a:pt x="734" y="5677"/>
                  </a:lnTo>
                  <a:lnTo>
                    <a:pt x="580" y="4788"/>
                  </a:lnTo>
                  <a:lnTo>
                    <a:pt x="464" y="3900"/>
                  </a:lnTo>
                  <a:lnTo>
                    <a:pt x="387" y="3012"/>
                  </a:lnTo>
                  <a:lnTo>
                    <a:pt x="348" y="2124"/>
                  </a:lnTo>
                  <a:lnTo>
                    <a:pt x="310" y="1236"/>
                  </a:lnTo>
                  <a:lnTo>
                    <a:pt x="310" y="348"/>
                  </a:lnTo>
                  <a:close/>
                  <a:moveTo>
                    <a:pt x="12357" y="12318"/>
                  </a:moveTo>
                  <a:lnTo>
                    <a:pt x="13014" y="12473"/>
                  </a:lnTo>
                  <a:lnTo>
                    <a:pt x="13709" y="12550"/>
                  </a:lnTo>
                  <a:lnTo>
                    <a:pt x="14404" y="12589"/>
                  </a:lnTo>
                  <a:lnTo>
                    <a:pt x="15060" y="12550"/>
                  </a:lnTo>
                  <a:lnTo>
                    <a:pt x="15640" y="13901"/>
                  </a:lnTo>
                  <a:lnTo>
                    <a:pt x="16296" y="15214"/>
                  </a:lnTo>
                  <a:lnTo>
                    <a:pt x="17648" y="17840"/>
                  </a:lnTo>
                  <a:lnTo>
                    <a:pt x="16644" y="17686"/>
                  </a:lnTo>
                  <a:lnTo>
                    <a:pt x="15640" y="17647"/>
                  </a:lnTo>
                  <a:lnTo>
                    <a:pt x="15331" y="17608"/>
                  </a:lnTo>
                  <a:lnTo>
                    <a:pt x="15099" y="17531"/>
                  </a:lnTo>
                  <a:lnTo>
                    <a:pt x="14983" y="17493"/>
                  </a:lnTo>
                  <a:lnTo>
                    <a:pt x="14906" y="17415"/>
                  </a:lnTo>
                  <a:lnTo>
                    <a:pt x="14751" y="17106"/>
                  </a:lnTo>
                  <a:lnTo>
                    <a:pt x="14365" y="16489"/>
                  </a:lnTo>
                  <a:lnTo>
                    <a:pt x="13979" y="15832"/>
                  </a:lnTo>
                  <a:lnTo>
                    <a:pt x="13941" y="15794"/>
                  </a:lnTo>
                  <a:lnTo>
                    <a:pt x="13902" y="15755"/>
                  </a:lnTo>
                  <a:lnTo>
                    <a:pt x="13747" y="15755"/>
                  </a:lnTo>
                  <a:lnTo>
                    <a:pt x="13670" y="15214"/>
                  </a:lnTo>
                  <a:lnTo>
                    <a:pt x="13516" y="14712"/>
                  </a:lnTo>
                  <a:lnTo>
                    <a:pt x="13323" y="14172"/>
                  </a:lnTo>
                  <a:lnTo>
                    <a:pt x="13091" y="13670"/>
                  </a:lnTo>
                  <a:lnTo>
                    <a:pt x="12744" y="13013"/>
                  </a:lnTo>
                  <a:lnTo>
                    <a:pt x="12357" y="12318"/>
                  </a:lnTo>
                  <a:close/>
                  <a:moveTo>
                    <a:pt x="5677" y="4904"/>
                  </a:moveTo>
                  <a:lnTo>
                    <a:pt x="6720" y="5947"/>
                  </a:lnTo>
                  <a:lnTo>
                    <a:pt x="7762" y="6989"/>
                  </a:lnTo>
                  <a:lnTo>
                    <a:pt x="8612" y="7916"/>
                  </a:lnTo>
                  <a:lnTo>
                    <a:pt x="9423" y="8920"/>
                  </a:lnTo>
                  <a:lnTo>
                    <a:pt x="10234" y="9886"/>
                  </a:lnTo>
                  <a:lnTo>
                    <a:pt x="10967" y="10928"/>
                  </a:lnTo>
                  <a:lnTo>
                    <a:pt x="11701" y="12009"/>
                  </a:lnTo>
                  <a:lnTo>
                    <a:pt x="12087" y="12550"/>
                  </a:lnTo>
                  <a:lnTo>
                    <a:pt x="12396" y="13129"/>
                  </a:lnTo>
                  <a:lnTo>
                    <a:pt x="12705" y="13708"/>
                  </a:lnTo>
                  <a:lnTo>
                    <a:pt x="12975" y="14326"/>
                  </a:lnTo>
                  <a:lnTo>
                    <a:pt x="13207" y="14944"/>
                  </a:lnTo>
                  <a:lnTo>
                    <a:pt x="13361" y="15562"/>
                  </a:lnTo>
                  <a:lnTo>
                    <a:pt x="13439" y="16180"/>
                  </a:lnTo>
                  <a:lnTo>
                    <a:pt x="13400" y="16759"/>
                  </a:lnTo>
                  <a:lnTo>
                    <a:pt x="13361" y="17068"/>
                  </a:lnTo>
                  <a:lnTo>
                    <a:pt x="13284" y="17338"/>
                  </a:lnTo>
                  <a:lnTo>
                    <a:pt x="13207" y="17608"/>
                  </a:lnTo>
                  <a:lnTo>
                    <a:pt x="13091" y="17879"/>
                  </a:lnTo>
                  <a:lnTo>
                    <a:pt x="12975" y="18149"/>
                  </a:lnTo>
                  <a:lnTo>
                    <a:pt x="12821" y="18381"/>
                  </a:lnTo>
                  <a:lnTo>
                    <a:pt x="12628" y="18612"/>
                  </a:lnTo>
                  <a:lnTo>
                    <a:pt x="12435" y="18806"/>
                  </a:lnTo>
                  <a:lnTo>
                    <a:pt x="12203" y="18999"/>
                  </a:lnTo>
                  <a:lnTo>
                    <a:pt x="11971" y="19153"/>
                  </a:lnTo>
                  <a:lnTo>
                    <a:pt x="11662" y="19308"/>
                  </a:lnTo>
                  <a:lnTo>
                    <a:pt x="11392" y="19423"/>
                  </a:lnTo>
                  <a:lnTo>
                    <a:pt x="10813" y="19539"/>
                  </a:lnTo>
                  <a:lnTo>
                    <a:pt x="10234" y="19616"/>
                  </a:lnTo>
                  <a:lnTo>
                    <a:pt x="9693" y="19578"/>
                  </a:lnTo>
                  <a:lnTo>
                    <a:pt x="9114" y="19462"/>
                  </a:lnTo>
                  <a:lnTo>
                    <a:pt x="8573" y="19308"/>
                  </a:lnTo>
                  <a:lnTo>
                    <a:pt x="8032" y="19076"/>
                  </a:lnTo>
                  <a:lnTo>
                    <a:pt x="7531" y="18767"/>
                  </a:lnTo>
                  <a:lnTo>
                    <a:pt x="7067" y="18458"/>
                  </a:lnTo>
                  <a:lnTo>
                    <a:pt x="6642" y="18072"/>
                  </a:lnTo>
                  <a:lnTo>
                    <a:pt x="6256" y="17686"/>
                  </a:lnTo>
                  <a:lnTo>
                    <a:pt x="5870" y="17261"/>
                  </a:lnTo>
                  <a:lnTo>
                    <a:pt x="5484" y="16798"/>
                  </a:lnTo>
                  <a:lnTo>
                    <a:pt x="4827" y="15871"/>
                  </a:lnTo>
                  <a:lnTo>
                    <a:pt x="4210" y="14944"/>
                  </a:lnTo>
                  <a:lnTo>
                    <a:pt x="3592" y="13901"/>
                  </a:lnTo>
                  <a:lnTo>
                    <a:pt x="3051" y="12859"/>
                  </a:lnTo>
                  <a:lnTo>
                    <a:pt x="2549" y="11778"/>
                  </a:lnTo>
                  <a:lnTo>
                    <a:pt x="2086" y="10696"/>
                  </a:lnTo>
                  <a:lnTo>
                    <a:pt x="1816" y="9963"/>
                  </a:lnTo>
                  <a:lnTo>
                    <a:pt x="1584" y="9190"/>
                  </a:lnTo>
                  <a:lnTo>
                    <a:pt x="1352" y="8457"/>
                  </a:lnTo>
                  <a:lnTo>
                    <a:pt x="1159" y="7723"/>
                  </a:lnTo>
                  <a:lnTo>
                    <a:pt x="1816" y="7646"/>
                  </a:lnTo>
                  <a:lnTo>
                    <a:pt x="2549" y="7491"/>
                  </a:lnTo>
                  <a:lnTo>
                    <a:pt x="3244" y="7298"/>
                  </a:lnTo>
                  <a:lnTo>
                    <a:pt x="3592" y="7144"/>
                  </a:lnTo>
                  <a:lnTo>
                    <a:pt x="3901" y="6989"/>
                  </a:lnTo>
                  <a:lnTo>
                    <a:pt x="4248" y="6796"/>
                  </a:lnTo>
                  <a:lnTo>
                    <a:pt x="4519" y="6603"/>
                  </a:lnTo>
                  <a:lnTo>
                    <a:pt x="4789" y="6410"/>
                  </a:lnTo>
                  <a:lnTo>
                    <a:pt x="5059" y="6140"/>
                  </a:lnTo>
                  <a:lnTo>
                    <a:pt x="5252" y="5870"/>
                  </a:lnTo>
                  <a:lnTo>
                    <a:pt x="5445" y="5599"/>
                  </a:lnTo>
                  <a:lnTo>
                    <a:pt x="5561" y="5252"/>
                  </a:lnTo>
                  <a:lnTo>
                    <a:pt x="5677" y="4904"/>
                  </a:lnTo>
                  <a:close/>
                  <a:moveTo>
                    <a:pt x="13284" y="18381"/>
                  </a:moveTo>
                  <a:lnTo>
                    <a:pt x="13593" y="18612"/>
                  </a:lnTo>
                  <a:lnTo>
                    <a:pt x="13902" y="18844"/>
                  </a:lnTo>
                  <a:lnTo>
                    <a:pt x="13632" y="19230"/>
                  </a:lnTo>
                  <a:lnTo>
                    <a:pt x="13323" y="19578"/>
                  </a:lnTo>
                  <a:lnTo>
                    <a:pt x="12975" y="19887"/>
                  </a:lnTo>
                  <a:lnTo>
                    <a:pt x="12589" y="20157"/>
                  </a:lnTo>
                  <a:lnTo>
                    <a:pt x="12164" y="20350"/>
                  </a:lnTo>
                  <a:lnTo>
                    <a:pt x="11701" y="20505"/>
                  </a:lnTo>
                  <a:lnTo>
                    <a:pt x="11238" y="20582"/>
                  </a:lnTo>
                  <a:lnTo>
                    <a:pt x="10736" y="20620"/>
                  </a:lnTo>
                  <a:lnTo>
                    <a:pt x="10697" y="20620"/>
                  </a:lnTo>
                  <a:lnTo>
                    <a:pt x="10581" y="19964"/>
                  </a:lnTo>
                  <a:lnTo>
                    <a:pt x="10967" y="19887"/>
                  </a:lnTo>
                  <a:lnTo>
                    <a:pt x="11392" y="19810"/>
                  </a:lnTo>
                  <a:lnTo>
                    <a:pt x="11740" y="19694"/>
                  </a:lnTo>
                  <a:lnTo>
                    <a:pt x="12126" y="19501"/>
                  </a:lnTo>
                  <a:lnTo>
                    <a:pt x="12473" y="19308"/>
                  </a:lnTo>
                  <a:lnTo>
                    <a:pt x="12782" y="19037"/>
                  </a:lnTo>
                  <a:lnTo>
                    <a:pt x="13052" y="18728"/>
                  </a:lnTo>
                  <a:lnTo>
                    <a:pt x="13284" y="18381"/>
                  </a:lnTo>
                  <a:close/>
                  <a:moveTo>
                    <a:pt x="14172" y="18999"/>
                  </a:moveTo>
                  <a:lnTo>
                    <a:pt x="14636" y="19230"/>
                  </a:lnTo>
                  <a:lnTo>
                    <a:pt x="14327" y="19732"/>
                  </a:lnTo>
                  <a:lnTo>
                    <a:pt x="13941" y="20157"/>
                  </a:lnTo>
                  <a:lnTo>
                    <a:pt x="13516" y="20543"/>
                  </a:lnTo>
                  <a:lnTo>
                    <a:pt x="13091" y="20852"/>
                  </a:lnTo>
                  <a:lnTo>
                    <a:pt x="12589" y="21122"/>
                  </a:lnTo>
                  <a:lnTo>
                    <a:pt x="12087" y="21315"/>
                  </a:lnTo>
                  <a:lnTo>
                    <a:pt x="11508" y="21470"/>
                  </a:lnTo>
                  <a:lnTo>
                    <a:pt x="10929" y="21624"/>
                  </a:lnTo>
                  <a:lnTo>
                    <a:pt x="10929" y="21393"/>
                  </a:lnTo>
                  <a:lnTo>
                    <a:pt x="10851" y="21200"/>
                  </a:lnTo>
                  <a:lnTo>
                    <a:pt x="10736" y="20814"/>
                  </a:lnTo>
                  <a:lnTo>
                    <a:pt x="11276" y="20852"/>
                  </a:lnTo>
                  <a:lnTo>
                    <a:pt x="11778" y="20775"/>
                  </a:lnTo>
                  <a:lnTo>
                    <a:pt x="12280" y="20659"/>
                  </a:lnTo>
                  <a:lnTo>
                    <a:pt x="12744" y="20427"/>
                  </a:lnTo>
                  <a:lnTo>
                    <a:pt x="13168" y="20157"/>
                  </a:lnTo>
                  <a:lnTo>
                    <a:pt x="13554" y="19810"/>
                  </a:lnTo>
                  <a:lnTo>
                    <a:pt x="13863" y="19423"/>
                  </a:lnTo>
                  <a:lnTo>
                    <a:pt x="14172" y="18999"/>
                  </a:lnTo>
                  <a:close/>
                  <a:moveTo>
                    <a:pt x="14018" y="20659"/>
                  </a:moveTo>
                  <a:lnTo>
                    <a:pt x="14172" y="20852"/>
                  </a:lnTo>
                  <a:lnTo>
                    <a:pt x="14288" y="20968"/>
                  </a:lnTo>
                  <a:lnTo>
                    <a:pt x="14134" y="21007"/>
                  </a:lnTo>
                  <a:lnTo>
                    <a:pt x="14056" y="21045"/>
                  </a:lnTo>
                  <a:lnTo>
                    <a:pt x="14018" y="21122"/>
                  </a:lnTo>
                  <a:lnTo>
                    <a:pt x="13979" y="21200"/>
                  </a:lnTo>
                  <a:lnTo>
                    <a:pt x="14018" y="21277"/>
                  </a:lnTo>
                  <a:lnTo>
                    <a:pt x="14404" y="21663"/>
                  </a:lnTo>
                  <a:lnTo>
                    <a:pt x="14751" y="22049"/>
                  </a:lnTo>
                  <a:lnTo>
                    <a:pt x="15099" y="22435"/>
                  </a:lnTo>
                  <a:lnTo>
                    <a:pt x="15408" y="22860"/>
                  </a:lnTo>
                  <a:lnTo>
                    <a:pt x="15678" y="23285"/>
                  </a:lnTo>
                  <a:lnTo>
                    <a:pt x="15910" y="23748"/>
                  </a:lnTo>
                  <a:lnTo>
                    <a:pt x="16142" y="24250"/>
                  </a:lnTo>
                  <a:lnTo>
                    <a:pt x="16335" y="24714"/>
                  </a:lnTo>
                  <a:lnTo>
                    <a:pt x="15871" y="24636"/>
                  </a:lnTo>
                  <a:lnTo>
                    <a:pt x="15485" y="24521"/>
                  </a:lnTo>
                  <a:lnTo>
                    <a:pt x="15099" y="24327"/>
                  </a:lnTo>
                  <a:lnTo>
                    <a:pt x="14790" y="24096"/>
                  </a:lnTo>
                  <a:lnTo>
                    <a:pt x="14481" y="23825"/>
                  </a:lnTo>
                  <a:lnTo>
                    <a:pt x="14211" y="23517"/>
                  </a:lnTo>
                  <a:lnTo>
                    <a:pt x="13979" y="23169"/>
                  </a:lnTo>
                  <a:lnTo>
                    <a:pt x="13747" y="22744"/>
                  </a:lnTo>
                  <a:lnTo>
                    <a:pt x="13593" y="22397"/>
                  </a:lnTo>
                  <a:lnTo>
                    <a:pt x="13400" y="22126"/>
                  </a:lnTo>
                  <a:lnTo>
                    <a:pt x="13284" y="22011"/>
                  </a:lnTo>
                  <a:lnTo>
                    <a:pt x="13130" y="21895"/>
                  </a:lnTo>
                  <a:lnTo>
                    <a:pt x="12975" y="21856"/>
                  </a:lnTo>
                  <a:lnTo>
                    <a:pt x="12821" y="21895"/>
                  </a:lnTo>
                  <a:lnTo>
                    <a:pt x="12821" y="21702"/>
                  </a:lnTo>
                  <a:lnTo>
                    <a:pt x="12898" y="21470"/>
                  </a:lnTo>
                  <a:lnTo>
                    <a:pt x="13207" y="21315"/>
                  </a:lnTo>
                  <a:lnTo>
                    <a:pt x="13477" y="21122"/>
                  </a:lnTo>
                  <a:lnTo>
                    <a:pt x="13786" y="20891"/>
                  </a:lnTo>
                  <a:lnTo>
                    <a:pt x="14018" y="20659"/>
                  </a:lnTo>
                  <a:close/>
                  <a:moveTo>
                    <a:pt x="5291" y="17145"/>
                  </a:moveTo>
                  <a:lnTo>
                    <a:pt x="5677" y="17608"/>
                  </a:lnTo>
                  <a:lnTo>
                    <a:pt x="6102" y="18072"/>
                  </a:lnTo>
                  <a:lnTo>
                    <a:pt x="6565" y="18497"/>
                  </a:lnTo>
                  <a:lnTo>
                    <a:pt x="7029" y="18883"/>
                  </a:lnTo>
                  <a:lnTo>
                    <a:pt x="7531" y="19192"/>
                  </a:lnTo>
                  <a:lnTo>
                    <a:pt x="7531" y="19230"/>
                  </a:lnTo>
                  <a:lnTo>
                    <a:pt x="7917" y="19964"/>
                  </a:lnTo>
                  <a:lnTo>
                    <a:pt x="8380" y="20698"/>
                  </a:lnTo>
                  <a:lnTo>
                    <a:pt x="8573" y="20968"/>
                  </a:lnTo>
                  <a:lnTo>
                    <a:pt x="8805" y="21238"/>
                  </a:lnTo>
                  <a:lnTo>
                    <a:pt x="8998" y="21509"/>
                  </a:lnTo>
                  <a:lnTo>
                    <a:pt x="9036" y="21663"/>
                  </a:lnTo>
                  <a:lnTo>
                    <a:pt x="9075" y="21817"/>
                  </a:lnTo>
                  <a:lnTo>
                    <a:pt x="9075" y="22011"/>
                  </a:lnTo>
                  <a:lnTo>
                    <a:pt x="9036" y="22204"/>
                  </a:lnTo>
                  <a:lnTo>
                    <a:pt x="8882" y="22590"/>
                  </a:lnTo>
                  <a:lnTo>
                    <a:pt x="8496" y="23362"/>
                  </a:lnTo>
                  <a:lnTo>
                    <a:pt x="7955" y="24868"/>
                  </a:lnTo>
                  <a:lnTo>
                    <a:pt x="7608" y="24173"/>
                  </a:lnTo>
                  <a:lnTo>
                    <a:pt x="7260" y="23555"/>
                  </a:lnTo>
                  <a:lnTo>
                    <a:pt x="6874" y="22899"/>
                  </a:lnTo>
                  <a:lnTo>
                    <a:pt x="6488" y="22281"/>
                  </a:lnTo>
                  <a:lnTo>
                    <a:pt x="5716" y="21315"/>
                  </a:lnTo>
                  <a:lnTo>
                    <a:pt x="5214" y="20736"/>
                  </a:lnTo>
                  <a:lnTo>
                    <a:pt x="4982" y="20389"/>
                  </a:lnTo>
                  <a:lnTo>
                    <a:pt x="4789" y="20080"/>
                  </a:lnTo>
                  <a:lnTo>
                    <a:pt x="4827" y="20003"/>
                  </a:lnTo>
                  <a:lnTo>
                    <a:pt x="4827" y="19925"/>
                  </a:lnTo>
                  <a:lnTo>
                    <a:pt x="4827" y="19887"/>
                  </a:lnTo>
                  <a:lnTo>
                    <a:pt x="4750" y="19810"/>
                  </a:lnTo>
                  <a:lnTo>
                    <a:pt x="5021" y="18458"/>
                  </a:lnTo>
                  <a:lnTo>
                    <a:pt x="5291" y="17145"/>
                  </a:lnTo>
                  <a:close/>
                  <a:moveTo>
                    <a:pt x="14481" y="20157"/>
                  </a:moveTo>
                  <a:lnTo>
                    <a:pt x="15022" y="20273"/>
                  </a:lnTo>
                  <a:lnTo>
                    <a:pt x="15485" y="20466"/>
                  </a:lnTo>
                  <a:lnTo>
                    <a:pt x="15987" y="20659"/>
                  </a:lnTo>
                  <a:lnTo>
                    <a:pt x="16451" y="20891"/>
                  </a:lnTo>
                  <a:lnTo>
                    <a:pt x="16180" y="21007"/>
                  </a:lnTo>
                  <a:lnTo>
                    <a:pt x="15949" y="21007"/>
                  </a:lnTo>
                  <a:lnTo>
                    <a:pt x="15678" y="20968"/>
                  </a:lnTo>
                  <a:lnTo>
                    <a:pt x="15447" y="20891"/>
                  </a:lnTo>
                  <a:lnTo>
                    <a:pt x="15292" y="20891"/>
                  </a:lnTo>
                  <a:lnTo>
                    <a:pt x="15176" y="20968"/>
                  </a:lnTo>
                  <a:lnTo>
                    <a:pt x="15176" y="21045"/>
                  </a:lnTo>
                  <a:lnTo>
                    <a:pt x="15176" y="21084"/>
                  </a:lnTo>
                  <a:lnTo>
                    <a:pt x="15215" y="21161"/>
                  </a:lnTo>
                  <a:lnTo>
                    <a:pt x="15253" y="21200"/>
                  </a:lnTo>
                  <a:lnTo>
                    <a:pt x="15794" y="21547"/>
                  </a:lnTo>
                  <a:lnTo>
                    <a:pt x="16257" y="21972"/>
                  </a:lnTo>
                  <a:lnTo>
                    <a:pt x="16489" y="22204"/>
                  </a:lnTo>
                  <a:lnTo>
                    <a:pt x="16682" y="22435"/>
                  </a:lnTo>
                  <a:lnTo>
                    <a:pt x="16837" y="22706"/>
                  </a:lnTo>
                  <a:lnTo>
                    <a:pt x="16991" y="22976"/>
                  </a:lnTo>
                  <a:lnTo>
                    <a:pt x="17223" y="23517"/>
                  </a:lnTo>
                  <a:lnTo>
                    <a:pt x="17339" y="23825"/>
                  </a:lnTo>
                  <a:lnTo>
                    <a:pt x="17416" y="24173"/>
                  </a:lnTo>
                  <a:lnTo>
                    <a:pt x="17493" y="24482"/>
                  </a:lnTo>
                  <a:lnTo>
                    <a:pt x="17532" y="24791"/>
                  </a:lnTo>
                  <a:lnTo>
                    <a:pt x="17493" y="25100"/>
                  </a:lnTo>
                  <a:lnTo>
                    <a:pt x="17455" y="25409"/>
                  </a:lnTo>
                  <a:lnTo>
                    <a:pt x="17339" y="25602"/>
                  </a:lnTo>
                  <a:lnTo>
                    <a:pt x="17223" y="25756"/>
                  </a:lnTo>
                  <a:lnTo>
                    <a:pt x="17068" y="25833"/>
                  </a:lnTo>
                  <a:lnTo>
                    <a:pt x="16914" y="25872"/>
                  </a:lnTo>
                  <a:lnTo>
                    <a:pt x="16528" y="25872"/>
                  </a:lnTo>
                  <a:lnTo>
                    <a:pt x="16103" y="25756"/>
                  </a:lnTo>
                  <a:lnTo>
                    <a:pt x="15447" y="25563"/>
                  </a:lnTo>
                  <a:lnTo>
                    <a:pt x="15099" y="25409"/>
                  </a:lnTo>
                  <a:lnTo>
                    <a:pt x="14790" y="25254"/>
                  </a:lnTo>
                  <a:lnTo>
                    <a:pt x="14443" y="25061"/>
                  </a:lnTo>
                  <a:lnTo>
                    <a:pt x="14095" y="24829"/>
                  </a:lnTo>
                  <a:lnTo>
                    <a:pt x="13786" y="24559"/>
                  </a:lnTo>
                  <a:lnTo>
                    <a:pt x="13516" y="24250"/>
                  </a:lnTo>
                  <a:lnTo>
                    <a:pt x="13284" y="23903"/>
                  </a:lnTo>
                  <a:lnTo>
                    <a:pt x="13091" y="23555"/>
                  </a:lnTo>
                  <a:lnTo>
                    <a:pt x="12937" y="23208"/>
                  </a:lnTo>
                  <a:lnTo>
                    <a:pt x="12821" y="22783"/>
                  </a:lnTo>
                  <a:lnTo>
                    <a:pt x="12744" y="22706"/>
                  </a:lnTo>
                  <a:lnTo>
                    <a:pt x="12666" y="22667"/>
                  </a:lnTo>
                  <a:lnTo>
                    <a:pt x="12589" y="22706"/>
                  </a:lnTo>
                  <a:lnTo>
                    <a:pt x="12512" y="22744"/>
                  </a:lnTo>
                  <a:lnTo>
                    <a:pt x="12048" y="23439"/>
                  </a:lnTo>
                  <a:lnTo>
                    <a:pt x="11933" y="23053"/>
                  </a:lnTo>
                  <a:lnTo>
                    <a:pt x="11855" y="22628"/>
                  </a:lnTo>
                  <a:lnTo>
                    <a:pt x="11855" y="22242"/>
                  </a:lnTo>
                  <a:lnTo>
                    <a:pt x="11894" y="21817"/>
                  </a:lnTo>
                  <a:lnTo>
                    <a:pt x="12280" y="21740"/>
                  </a:lnTo>
                  <a:lnTo>
                    <a:pt x="12666" y="21586"/>
                  </a:lnTo>
                  <a:lnTo>
                    <a:pt x="12589" y="21817"/>
                  </a:lnTo>
                  <a:lnTo>
                    <a:pt x="12589" y="22049"/>
                  </a:lnTo>
                  <a:lnTo>
                    <a:pt x="12589" y="22126"/>
                  </a:lnTo>
                  <a:lnTo>
                    <a:pt x="12628" y="22165"/>
                  </a:lnTo>
                  <a:lnTo>
                    <a:pt x="12937" y="22165"/>
                  </a:lnTo>
                  <a:lnTo>
                    <a:pt x="13130" y="22319"/>
                  </a:lnTo>
                  <a:lnTo>
                    <a:pt x="13323" y="22551"/>
                  </a:lnTo>
                  <a:lnTo>
                    <a:pt x="13516" y="22821"/>
                  </a:lnTo>
                  <a:lnTo>
                    <a:pt x="13863" y="23439"/>
                  </a:lnTo>
                  <a:lnTo>
                    <a:pt x="14095" y="23825"/>
                  </a:lnTo>
                  <a:lnTo>
                    <a:pt x="14404" y="24173"/>
                  </a:lnTo>
                  <a:lnTo>
                    <a:pt x="14751" y="24482"/>
                  </a:lnTo>
                  <a:lnTo>
                    <a:pt x="15176" y="24752"/>
                  </a:lnTo>
                  <a:lnTo>
                    <a:pt x="15640" y="24907"/>
                  </a:lnTo>
                  <a:lnTo>
                    <a:pt x="15871" y="24945"/>
                  </a:lnTo>
                  <a:lnTo>
                    <a:pt x="16103" y="24984"/>
                  </a:lnTo>
                  <a:lnTo>
                    <a:pt x="16566" y="24984"/>
                  </a:lnTo>
                  <a:lnTo>
                    <a:pt x="16644" y="24945"/>
                  </a:lnTo>
                  <a:lnTo>
                    <a:pt x="16644" y="24907"/>
                  </a:lnTo>
                  <a:lnTo>
                    <a:pt x="16644" y="24829"/>
                  </a:lnTo>
                  <a:lnTo>
                    <a:pt x="16605" y="24791"/>
                  </a:lnTo>
                  <a:lnTo>
                    <a:pt x="16605" y="24752"/>
                  </a:lnTo>
                  <a:lnTo>
                    <a:pt x="16451" y="24250"/>
                  </a:lnTo>
                  <a:lnTo>
                    <a:pt x="16257" y="23748"/>
                  </a:lnTo>
                  <a:lnTo>
                    <a:pt x="16026" y="23285"/>
                  </a:lnTo>
                  <a:lnTo>
                    <a:pt x="15755" y="22821"/>
                  </a:lnTo>
                  <a:lnTo>
                    <a:pt x="15485" y="22397"/>
                  </a:lnTo>
                  <a:lnTo>
                    <a:pt x="15176" y="22011"/>
                  </a:lnTo>
                  <a:lnTo>
                    <a:pt x="14829" y="21586"/>
                  </a:lnTo>
                  <a:lnTo>
                    <a:pt x="14443" y="21238"/>
                  </a:lnTo>
                  <a:lnTo>
                    <a:pt x="14597" y="21161"/>
                  </a:lnTo>
                  <a:lnTo>
                    <a:pt x="14713" y="21045"/>
                  </a:lnTo>
                  <a:lnTo>
                    <a:pt x="14751" y="20968"/>
                  </a:lnTo>
                  <a:lnTo>
                    <a:pt x="14751" y="20929"/>
                  </a:lnTo>
                  <a:lnTo>
                    <a:pt x="14713" y="20852"/>
                  </a:lnTo>
                  <a:lnTo>
                    <a:pt x="14674" y="20814"/>
                  </a:lnTo>
                  <a:lnTo>
                    <a:pt x="14211" y="20505"/>
                  </a:lnTo>
                  <a:lnTo>
                    <a:pt x="14481" y="20157"/>
                  </a:lnTo>
                  <a:close/>
                  <a:moveTo>
                    <a:pt x="155" y="0"/>
                  </a:moveTo>
                  <a:lnTo>
                    <a:pt x="116" y="39"/>
                  </a:lnTo>
                  <a:lnTo>
                    <a:pt x="78" y="77"/>
                  </a:lnTo>
                  <a:lnTo>
                    <a:pt x="116" y="155"/>
                  </a:lnTo>
                  <a:lnTo>
                    <a:pt x="78" y="193"/>
                  </a:lnTo>
                  <a:lnTo>
                    <a:pt x="39" y="270"/>
                  </a:lnTo>
                  <a:lnTo>
                    <a:pt x="1" y="1583"/>
                  </a:lnTo>
                  <a:lnTo>
                    <a:pt x="39" y="2896"/>
                  </a:lnTo>
                  <a:lnTo>
                    <a:pt x="116" y="4171"/>
                  </a:lnTo>
                  <a:lnTo>
                    <a:pt x="310" y="5483"/>
                  </a:lnTo>
                  <a:lnTo>
                    <a:pt x="541" y="6758"/>
                  </a:lnTo>
                  <a:lnTo>
                    <a:pt x="850" y="8032"/>
                  </a:lnTo>
                  <a:lnTo>
                    <a:pt x="1198" y="9306"/>
                  </a:lnTo>
                  <a:lnTo>
                    <a:pt x="1622" y="10542"/>
                  </a:lnTo>
                  <a:lnTo>
                    <a:pt x="2124" y="11739"/>
                  </a:lnTo>
                  <a:lnTo>
                    <a:pt x="2665" y="12936"/>
                  </a:lnTo>
                  <a:lnTo>
                    <a:pt x="3283" y="14095"/>
                  </a:lnTo>
                  <a:lnTo>
                    <a:pt x="3978" y="15214"/>
                  </a:lnTo>
                  <a:lnTo>
                    <a:pt x="4519" y="16064"/>
                  </a:lnTo>
                  <a:lnTo>
                    <a:pt x="5098" y="16913"/>
                  </a:lnTo>
                  <a:lnTo>
                    <a:pt x="4827" y="17686"/>
                  </a:lnTo>
                  <a:lnTo>
                    <a:pt x="4596" y="18458"/>
                  </a:lnTo>
                  <a:lnTo>
                    <a:pt x="4441" y="19269"/>
                  </a:lnTo>
                  <a:lnTo>
                    <a:pt x="4325" y="20080"/>
                  </a:lnTo>
                  <a:lnTo>
                    <a:pt x="4325" y="20157"/>
                  </a:lnTo>
                  <a:lnTo>
                    <a:pt x="4364" y="20196"/>
                  </a:lnTo>
                  <a:lnTo>
                    <a:pt x="4480" y="20273"/>
                  </a:lnTo>
                  <a:lnTo>
                    <a:pt x="4596" y="20543"/>
                  </a:lnTo>
                  <a:lnTo>
                    <a:pt x="4712" y="20775"/>
                  </a:lnTo>
                  <a:lnTo>
                    <a:pt x="4905" y="21045"/>
                  </a:lnTo>
                  <a:lnTo>
                    <a:pt x="5059" y="21277"/>
                  </a:lnTo>
                  <a:lnTo>
                    <a:pt x="5484" y="21702"/>
                  </a:lnTo>
                  <a:lnTo>
                    <a:pt x="5831" y="22165"/>
                  </a:lnTo>
                  <a:lnTo>
                    <a:pt x="6333" y="22860"/>
                  </a:lnTo>
                  <a:lnTo>
                    <a:pt x="6835" y="23594"/>
                  </a:lnTo>
                  <a:lnTo>
                    <a:pt x="7260" y="24366"/>
                  </a:lnTo>
                  <a:lnTo>
                    <a:pt x="7646" y="25138"/>
                  </a:lnTo>
                  <a:lnTo>
                    <a:pt x="7724" y="25216"/>
                  </a:lnTo>
                  <a:lnTo>
                    <a:pt x="7878" y="25216"/>
                  </a:lnTo>
                  <a:lnTo>
                    <a:pt x="7917" y="25177"/>
                  </a:lnTo>
                  <a:lnTo>
                    <a:pt x="7994" y="25216"/>
                  </a:lnTo>
                  <a:lnTo>
                    <a:pt x="8110" y="25216"/>
                  </a:lnTo>
                  <a:lnTo>
                    <a:pt x="8187" y="25138"/>
                  </a:lnTo>
                  <a:lnTo>
                    <a:pt x="8534" y="24327"/>
                  </a:lnTo>
                  <a:lnTo>
                    <a:pt x="8921" y="23478"/>
                  </a:lnTo>
                  <a:lnTo>
                    <a:pt x="9577" y="21779"/>
                  </a:lnTo>
                  <a:lnTo>
                    <a:pt x="9577" y="21663"/>
                  </a:lnTo>
                  <a:lnTo>
                    <a:pt x="9538" y="21586"/>
                  </a:lnTo>
                  <a:lnTo>
                    <a:pt x="8766" y="20543"/>
                  </a:lnTo>
                  <a:lnTo>
                    <a:pt x="8071" y="19462"/>
                  </a:lnTo>
                  <a:lnTo>
                    <a:pt x="8612" y="19694"/>
                  </a:lnTo>
                  <a:lnTo>
                    <a:pt x="9152" y="19848"/>
                  </a:lnTo>
                  <a:lnTo>
                    <a:pt x="9732" y="19925"/>
                  </a:lnTo>
                  <a:lnTo>
                    <a:pt x="10311" y="19964"/>
                  </a:lnTo>
                  <a:lnTo>
                    <a:pt x="10311" y="20389"/>
                  </a:lnTo>
                  <a:lnTo>
                    <a:pt x="10349" y="20852"/>
                  </a:lnTo>
                  <a:lnTo>
                    <a:pt x="10465" y="21315"/>
                  </a:lnTo>
                  <a:lnTo>
                    <a:pt x="10542" y="21547"/>
                  </a:lnTo>
                  <a:lnTo>
                    <a:pt x="10697" y="21740"/>
                  </a:lnTo>
                  <a:lnTo>
                    <a:pt x="10736" y="21779"/>
                  </a:lnTo>
                  <a:lnTo>
                    <a:pt x="10813" y="21779"/>
                  </a:lnTo>
                  <a:lnTo>
                    <a:pt x="10851" y="21856"/>
                  </a:lnTo>
                  <a:lnTo>
                    <a:pt x="10929" y="21856"/>
                  </a:lnTo>
                  <a:lnTo>
                    <a:pt x="11315" y="21895"/>
                  </a:lnTo>
                  <a:lnTo>
                    <a:pt x="11662" y="21856"/>
                  </a:lnTo>
                  <a:lnTo>
                    <a:pt x="11624" y="22126"/>
                  </a:lnTo>
                  <a:lnTo>
                    <a:pt x="11585" y="22358"/>
                  </a:lnTo>
                  <a:lnTo>
                    <a:pt x="11546" y="22590"/>
                  </a:lnTo>
                  <a:lnTo>
                    <a:pt x="11585" y="22860"/>
                  </a:lnTo>
                  <a:lnTo>
                    <a:pt x="11624" y="23092"/>
                  </a:lnTo>
                  <a:lnTo>
                    <a:pt x="11662" y="23323"/>
                  </a:lnTo>
                  <a:lnTo>
                    <a:pt x="11778" y="23594"/>
                  </a:lnTo>
                  <a:lnTo>
                    <a:pt x="11894" y="23825"/>
                  </a:lnTo>
                  <a:lnTo>
                    <a:pt x="11933" y="23903"/>
                  </a:lnTo>
                  <a:lnTo>
                    <a:pt x="12010" y="23903"/>
                  </a:lnTo>
                  <a:lnTo>
                    <a:pt x="12087" y="23864"/>
                  </a:lnTo>
                  <a:lnTo>
                    <a:pt x="12164" y="23825"/>
                  </a:lnTo>
                  <a:lnTo>
                    <a:pt x="12589" y="23208"/>
                  </a:lnTo>
                  <a:lnTo>
                    <a:pt x="12744" y="23594"/>
                  </a:lnTo>
                  <a:lnTo>
                    <a:pt x="12937" y="23941"/>
                  </a:lnTo>
                  <a:lnTo>
                    <a:pt x="13168" y="24289"/>
                  </a:lnTo>
                  <a:lnTo>
                    <a:pt x="13439" y="24598"/>
                  </a:lnTo>
                  <a:lnTo>
                    <a:pt x="13709" y="24907"/>
                  </a:lnTo>
                  <a:lnTo>
                    <a:pt x="14018" y="25177"/>
                  </a:lnTo>
                  <a:lnTo>
                    <a:pt x="14365" y="25409"/>
                  </a:lnTo>
                  <a:lnTo>
                    <a:pt x="14713" y="25602"/>
                  </a:lnTo>
                  <a:lnTo>
                    <a:pt x="15331" y="25911"/>
                  </a:lnTo>
                  <a:lnTo>
                    <a:pt x="15717" y="26027"/>
                  </a:lnTo>
                  <a:lnTo>
                    <a:pt x="16142" y="26181"/>
                  </a:lnTo>
                  <a:lnTo>
                    <a:pt x="16566" y="26258"/>
                  </a:lnTo>
                  <a:lnTo>
                    <a:pt x="16953" y="26297"/>
                  </a:lnTo>
                  <a:lnTo>
                    <a:pt x="17146" y="26297"/>
                  </a:lnTo>
                  <a:lnTo>
                    <a:pt x="17300" y="26258"/>
                  </a:lnTo>
                  <a:lnTo>
                    <a:pt x="17416" y="26181"/>
                  </a:lnTo>
                  <a:lnTo>
                    <a:pt x="17570" y="26104"/>
                  </a:lnTo>
                  <a:lnTo>
                    <a:pt x="17648" y="25949"/>
                  </a:lnTo>
                  <a:lnTo>
                    <a:pt x="17725" y="25833"/>
                  </a:lnTo>
                  <a:lnTo>
                    <a:pt x="17841" y="25486"/>
                  </a:lnTo>
                  <a:lnTo>
                    <a:pt x="17879" y="25100"/>
                  </a:lnTo>
                  <a:lnTo>
                    <a:pt x="17841" y="24675"/>
                  </a:lnTo>
                  <a:lnTo>
                    <a:pt x="17802" y="24289"/>
                  </a:lnTo>
                  <a:lnTo>
                    <a:pt x="17686" y="23903"/>
                  </a:lnTo>
                  <a:lnTo>
                    <a:pt x="17493" y="23246"/>
                  </a:lnTo>
                  <a:lnTo>
                    <a:pt x="17223" y="22706"/>
                  </a:lnTo>
                  <a:lnTo>
                    <a:pt x="16914" y="22204"/>
                  </a:lnTo>
                  <a:lnTo>
                    <a:pt x="16528" y="21740"/>
                  </a:lnTo>
                  <a:lnTo>
                    <a:pt x="16103" y="21354"/>
                  </a:lnTo>
                  <a:lnTo>
                    <a:pt x="16296" y="21315"/>
                  </a:lnTo>
                  <a:lnTo>
                    <a:pt x="16489" y="21277"/>
                  </a:lnTo>
                  <a:lnTo>
                    <a:pt x="16682" y="21161"/>
                  </a:lnTo>
                  <a:lnTo>
                    <a:pt x="16875" y="21045"/>
                  </a:lnTo>
                  <a:lnTo>
                    <a:pt x="16914" y="21007"/>
                  </a:lnTo>
                  <a:lnTo>
                    <a:pt x="16953" y="20929"/>
                  </a:lnTo>
                  <a:lnTo>
                    <a:pt x="16914" y="20814"/>
                  </a:lnTo>
                  <a:lnTo>
                    <a:pt x="16875" y="20775"/>
                  </a:lnTo>
                  <a:lnTo>
                    <a:pt x="16335" y="20466"/>
                  </a:lnTo>
                  <a:lnTo>
                    <a:pt x="15833" y="20196"/>
                  </a:lnTo>
                  <a:lnTo>
                    <a:pt x="15292" y="20003"/>
                  </a:lnTo>
                  <a:lnTo>
                    <a:pt x="14713" y="19848"/>
                  </a:lnTo>
                  <a:lnTo>
                    <a:pt x="14983" y="19346"/>
                  </a:lnTo>
                  <a:lnTo>
                    <a:pt x="14983" y="19230"/>
                  </a:lnTo>
                  <a:lnTo>
                    <a:pt x="14983" y="19114"/>
                  </a:lnTo>
                  <a:lnTo>
                    <a:pt x="14983" y="19076"/>
                  </a:lnTo>
                  <a:lnTo>
                    <a:pt x="14945" y="19037"/>
                  </a:lnTo>
                  <a:lnTo>
                    <a:pt x="14172" y="18574"/>
                  </a:lnTo>
                  <a:lnTo>
                    <a:pt x="13825" y="18342"/>
                  </a:lnTo>
                  <a:lnTo>
                    <a:pt x="13477" y="18033"/>
                  </a:lnTo>
                  <a:lnTo>
                    <a:pt x="13554" y="17879"/>
                  </a:lnTo>
                  <a:lnTo>
                    <a:pt x="13670" y="17493"/>
                  </a:lnTo>
                  <a:lnTo>
                    <a:pt x="13747" y="17106"/>
                  </a:lnTo>
                  <a:lnTo>
                    <a:pt x="13786" y="16720"/>
                  </a:lnTo>
                  <a:lnTo>
                    <a:pt x="13825" y="16334"/>
                  </a:lnTo>
                  <a:lnTo>
                    <a:pt x="14249" y="17106"/>
                  </a:lnTo>
                  <a:lnTo>
                    <a:pt x="14674" y="17956"/>
                  </a:lnTo>
                  <a:lnTo>
                    <a:pt x="14751" y="18033"/>
                  </a:lnTo>
                  <a:lnTo>
                    <a:pt x="14867" y="18033"/>
                  </a:lnTo>
                  <a:lnTo>
                    <a:pt x="15640" y="18072"/>
                  </a:lnTo>
                  <a:lnTo>
                    <a:pt x="16412" y="18110"/>
                  </a:lnTo>
                  <a:lnTo>
                    <a:pt x="17184" y="18188"/>
                  </a:lnTo>
                  <a:lnTo>
                    <a:pt x="17957" y="18304"/>
                  </a:lnTo>
                  <a:lnTo>
                    <a:pt x="18111" y="18304"/>
                  </a:lnTo>
                  <a:lnTo>
                    <a:pt x="18188" y="18226"/>
                  </a:lnTo>
                  <a:lnTo>
                    <a:pt x="18227" y="18110"/>
                  </a:lnTo>
                  <a:lnTo>
                    <a:pt x="18188" y="17995"/>
                  </a:lnTo>
                  <a:lnTo>
                    <a:pt x="16798" y="15099"/>
                  </a:lnTo>
                  <a:lnTo>
                    <a:pt x="16064" y="13631"/>
                  </a:lnTo>
                  <a:lnTo>
                    <a:pt x="15678" y="12936"/>
                  </a:lnTo>
                  <a:lnTo>
                    <a:pt x="15253" y="12241"/>
                  </a:lnTo>
                  <a:lnTo>
                    <a:pt x="15176" y="12202"/>
                  </a:lnTo>
                  <a:lnTo>
                    <a:pt x="15099" y="12202"/>
                  </a:lnTo>
                  <a:lnTo>
                    <a:pt x="14713" y="12164"/>
                  </a:lnTo>
                  <a:lnTo>
                    <a:pt x="14288" y="12164"/>
                  </a:lnTo>
                  <a:lnTo>
                    <a:pt x="13516" y="12125"/>
                  </a:lnTo>
                  <a:lnTo>
                    <a:pt x="12164" y="12009"/>
                  </a:lnTo>
                  <a:lnTo>
                    <a:pt x="11662" y="11198"/>
                  </a:lnTo>
                  <a:lnTo>
                    <a:pt x="11122" y="10465"/>
                  </a:lnTo>
                  <a:lnTo>
                    <a:pt x="10542" y="9731"/>
                  </a:lnTo>
                  <a:lnTo>
                    <a:pt x="10002" y="8997"/>
                  </a:lnTo>
                  <a:lnTo>
                    <a:pt x="8959" y="7762"/>
                  </a:lnTo>
                  <a:lnTo>
                    <a:pt x="7839" y="6565"/>
                  </a:lnTo>
                  <a:lnTo>
                    <a:pt x="6720" y="5406"/>
                  </a:lnTo>
                  <a:lnTo>
                    <a:pt x="5561" y="4286"/>
                  </a:lnTo>
                  <a:lnTo>
                    <a:pt x="4325" y="3205"/>
                  </a:lnTo>
                  <a:lnTo>
                    <a:pt x="3128" y="2163"/>
                  </a:lnTo>
                  <a:lnTo>
                    <a:pt x="1854" y="1120"/>
                  </a:lnTo>
                  <a:lnTo>
                    <a:pt x="580" y="116"/>
                  </a:lnTo>
                  <a:lnTo>
                    <a:pt x="541" y="77"/>
                  </a:lnTo>
                  <a:lnTo>
                    <a:pt x="464" y="77"/>
                  </a:lnTo>
                  <a:lnTo>
                    <a:pt x="348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7"/>
            <p:cNvSpPr/>
            <p:nvPr/>
          </p:nvSpPr>
          <p:spPr>
            <a:xfrm>
              <a:off x="668675" y="2948700"/>
              <a:ext cx="256800" cy="152550"/>
            </a:xfrm>
            <a:custGeom>
              <a:avLst/>
              <a:gdLst/>
              <a:ahLst/>
              <a:cxnLst/>
              <a:rect l="l" t="t" r="r" b="b"/>
              <a:pathLst>
                <a:path w="10272" h="6102" extrusionOk="0">
                  <a:moveTo>
                    <a:pt x="541" y="1"/>
                  </a:moveTo>
                  <a:lnTo>
                    <a:pt x="425" y="39"/>
                  </a:lnTo>
                  <a:lnTo>
                    <a:pt x="348" y="116"/>
                  </a:lnTo>
                  <a:lnTo>
                    <a:pt x="232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889"/>
                  </a:lnTo>
                  <a:lnTo>
                    <a:pt x="0" y="1275"/>
                  </a:lnTo>
                  <a:lnTo>
                    <a:pt x="0" y="1622"/>
                  </a:lnTo>
                  <a:lnTo>
                    <a:pt x="0" y="2047"/>
                  </a:lnTo>
                  <a:lnTo>
                    <a:pt x="77" y="2511"/>
                  </a:lnTo>
                  <a:lnTo>
                    <a:pt x="155" y="2935"/>
                  </a:lnTo>
                  <a:lnTo>
                    <a:pt x="309" y="3321"/>
                  </a:lnTo>
                  <a:lnTo>
                    <a:pt x="502" y="3785"/>
                  </a:lnTo>
                  <a:lnTo>
                    <a:pt x="734" y="4171"/>
                  </a:lnTo>
                  <a:lnTo>
                    <a:pt x="1004" y="4557"/>
                  </a:lnTo>
                  <a:lnTo>
                    <a:pt x="1313" y="4905"/>
                  </a:lnTo>
                  <a:lnTo>
                    <a:pt x="1699" y="5214"/>
                  </a:lnTo>
                  <a:lnTo>
                    <a:pt x="2047" y="5523"/>
                  </a:lnTo>
                  <a:lnTo>
                    <a:pt x="2472" y="5754"/>
                  </a:lnTo>
                  <a:lnTo>
                    <a:pt x="2896" y="5947"/>
                  </a:lnTo>
                  <a:lnTo>
                    <a:pt x="3167" y="5716"/>
                  </a:lnTo>
                  <a:lnTo>
                    <a:pt x="2819" y="5561"/>
                  </a:lnTo>
                  <a:lnTo>
                    <a:pt x="2510" y="5368"/>
                  </a:lnTo>
                  <a:lnTo>
                    <a:pt x="2240" y="5136"/>
                  </a:lnTo>
                  <a:lnTo>
                    <a:pt x="1931" y="4905"/>
                  </a:lnTo>
                  <a:lnTo>
                    <a:pt x="1661" y="4634"/>
                  </a:lnTo>
                  <a:lnTo>
                    <a:pt x="1429" y="4364"/>
                  </a:lnTo>
                  <a:lnTo>
                    <a:pt x="1197" y="4094"/>
                  </a:lnTo>
                  <a:lnTo>
                    <a:pt x="1004" y="3785"/>
                  </a:lnTo>
                  <a:lnTo>
                    <a:pt x="811" y="3476"/>
                  </a:lnTo>
                  <a:lnTo>
                    <a:pt x="657" y="3128"/>
                  </a:lnTo>
                  <a:lnTo>
                    <a:pt x="541" y="2781"/>
                  </a:lnTo>
                  <a:lnTo>
                    <a:pt x="464" y="2433"/>
                  </a:lnTo>
                  <a:lnTo>
                    <a:pt x="425" y="2086"/>
                  </a:lnTo>
                  <a:lnTo>
                    <a:pt x="386" y="1700"/>
                  </a:lnTo>
                  <a:lnTo>
                    <a:pt x="425" y="1352"/>
                  </a:lnTo>
                  <a:lnTo>
                    <a:pt x="464" y="966"/>
                  </a:lnTo>
                  <a:lnTo>
                    <a:pt x="541" y="696"/>
                  </a:lnTo>
                  <a:lnTo>
                    <a:pt x="579" y="541"/>
                  </a:lnTo>
                  <a:lnTo>
                    <a:pt x="657" y="464"/>
                  </a:lnTo>
                  <a:lnTo>
                    <a:pt x="811" y="503"/>
                  </a:lnTo>
                  <a:lnTo>
                    <a:pt x="1043" y="618"/>
                  </a:lnTo>
                  <a:lnTo>
                    <a:pt x="1429" y="812"/>
                  </a:lnTo>
                  <a:lnTo>
                    <a:pt x="1738" y="1005"/>
                  </a:lnTo>
                  <a:lnTo>
                    <a:pt x="2085" y="1236"/>
                  </a:lnTo>
                  <a:lnTo>
                    <a:pt x="2394" y="1468"/>
                  </a:lnTo>
                  <a:lnTo>
                    <a:pt x="2665" y="1738"/>
                  </a:lnTo>
                  <a:lnTo>
                    <a:pt x="2935" y="2009"/>
                  </a:lnTo>
                  <a:lnTo>
                    <a:pt x="3167" y="2279"/>
                  </a:lnTo>
                  <a:lnTo>
                    <a:pt x="3360" y="2588"/>
                  </a:lnTo>
                  <a:lnTo>
                    <a:pt x="3514" y="2897"/>
                  </a:lnTo>
                  <a:lnTo>
                    <a:pt x="3630" y="3244"/>
                  </a:lnTo>
                  <a:lnTo>
                    <a:pt x="3707" y="3592"/>
                  </a:lnTo>
                  <a:lnTo>
                    <a:pt x="3784" y="3939"/>
                  </a:lnTo>
                  <a:lnTo>
                    <a:pt x="3784" y="4325"/>
                  </a:lnTo>
                  <a:lnTo>
                    <a:pt x="3823" y="4403"/>
                  </a:lnTo>
                  <a:lnTo>
                    <a:pt x="3939" y="4480"/>
                  </a:lnTo>
                  <a:lnTo>
                    <a:pt x="3939" y="4557"/>
                  </a:lnTo>
                  <a:lnTo>
                    <a:pt x="3978" y="4596"/>
                  </a:lnTo>
                  <a:lnTo>
                    <a:pt x="4016" y="4596"/>
                  </a:lnTo>
                  <a:lnTo>
                    <a:pt x="4055" y="4557"/>
                  </a:lnTo>
                  <a:lnTo>
                    <a:pt x="4171" y="4403"/>
                  </a:lnTo>
                  <a:lnTo>
                    <a:pt x="4286" y="4287"/>
                  </a:lnTo>
                  <a:lnTo>
                    <a:pt x="4595" y="4017"/>
                  </a:lnTo>
                  <a:lnTo>
                    <a:pt x="4943" y="3785"/>
                  </a:lnTo>
                  <a:lnTo>
                    <a:pt x="5329" y="3630"/>
                  </a:lnTo>
                  <a:lnTo>
                    <a:pt x="5754" y="3476"/>
                  </a:lnTo>
                  <a:lnTo>
                    <a:pt x="6179" y="3360"/>
                  </a:lnTo>
                  <a:lnTo>
                    <a:pt x="6565" y="3283"/>
                  </a:lnTo>
                  <a:lnTo>
                    <a:pt x="6912" y="3206"/>
                  </a:lnTo>
                  <a:lnTo>
                    <a:pt x="7260" y="3167"/>
                  </a:lnTo>
                  <a:lnTo>
                    <a:pt x="7646" y="3167"/>
                  </a:lnTo>
                  <a:lnTo>
                    <a:pt x="7994" y="3206"/>
                  </a:lnTo>
                  <a:lnTo>
                    <a:pt x="8380" y="3244"/>
                  </a:lnTo>
                  <a:lnTo>
                    <a:pt x="8727" y="3321"/>
                  </a:lnTo>
                  <a:lnTo>
                    <a:pt x="9075" y="3399"/>
                  </a:lnTo>
                  <a:lnTo>
                    <a:pt x="9422" y="3553"/>
                  </a:lnTo>
                  <a:lnTo>
                    <a:pt x="9770" y="3669"/>
                  </a:lnTo>
                  <a:lnTo>
                    <a:pt x="9499" y="4017"/>
                  </a:lnTo>
                  <a:lnTo>
                    <a:pt x="9229" y="4364"/>
                  </a:lnTo>
                  <a:lnTo>
                    <a:pt x="8920" y="4634"/>
                  </a:lnTo>
                  <a:lnTo>
                    <a:pt x="8611" y="4905"/>
                  </a:lnTo>
                  <a:lnTo>
                    <a:pt x="8264" y="5136"/>
                  </a:lnTo>
                  <a:lnTo>
                    <a:pt x="7916" y="5329"/>
                  </a:lnTo>
                  <a:lnTo>
                    <a:pt x="7530" y="5484"/>
                  </a:lnTo>
                  <a:lnTo>
                    <a:pt x="7105" y="5600"/>
                  </a:lnTo>
                  <a:lnTo>
                    <a:pt x="6719" y="5638"/>
                  </a:lnTo>
                  <a:lnTo>
                    <a:pt x="6333" y="5677"/>
                  </a:lnTo>
                  <a:lnTo>
                    <a:pt x="5599" y="5677"/>
                  </a:lnTo>
                  <a:lnTo>
                    <a:pt x="4866" y="5600"/>
                  </a:lnTo>
                  <a:lnTo>
                    <a:pt x="4093" y="5484"/>
                  </a:lnTo>
                  <a:lnTo>
                    <a:pt x="4016" y="5484"/>
                  </a:lnTo>
                  <a:lnTo>
                    <a:pt x="3978" y="5523"/>
                  </a:lnTo>
                  <a:lnTo>
                    <a:pt x="3900" y="5638"/>
                  </a:lnTo>
                  <a:lnTo>
                    <a:pt x="3862" y="5638"/>
                  </a:lnTo>
                  <a:lnTo>
                    <a:pt x="3862" y="5716"/>
                  </a:lnTo>
                  <a:lnTo>
                    <a:pt x="3900" y="6025"/>
                  </a:lnTo>
                  <a:lnTo>
                    <a:pt x="4093" y="5909"/>
                  </a:lnTo>
                  <a:lnTo>
                    <a:pt x="4943" y="6025"/>
                  </a:lnTo>
                  <a:lnTo>
                    <a:pt x="5792" y="6102"/>
                  </a:lnTo>
                  <a:lnTo>
                    <a:pt x="6217" y="6102"/>
                  </a:lnTo>
                  <a:lnTo>
                    <a:pt x="6642" y="6063"/>
                  </a:lnTo>
                  <a:lnTo>
                    <a:pt x="7105" y="6025"/>
                  </a:lnTo>
                  <a:lnTo>
                    <a:pt x="7530" y="5947"/>
                  </a:lnTo>
                  <a:lnTo>
                    <a:pt x="7955" y="5793"/>
                  </a:lnTo>
                  <a:lnTo>
                    <a:pt x="8341" y="5600"/>
                  </a:lnTo>
                  <a:lnTo>
                    <a:pt x="8727" y="5368"/>
                  </a:lnTo>
                  <a:lnTo>
                    <a:pt x="9075" y="5098"/>
                  </a:lnTo>
                  <a:lnTo>
                    <a:pt x="9384" y="4789"/>
                  </a:lnTo>
                  <a:lnTo>
                    <a:pt x="9654" y="4441"/>
                  </a:lnTo>
                  <a:lnTo>
                    <a:pt x="10233" y="3746"/>
                  </a:lnTo>
                  <a:lnTo>
                    <a:pt x="10272" y="3630"/>
                  </a:lnTo>
                  <a:lnTo>
                    <a:pt x="10272" y="3553"/>
                  </a:lnTo>
                  <a:lnTo>
                    <a:pt x="10233" y="3476"/>
                  </a:lnTo>
                  <a:lnTo>
                    <a:pt x="10156" y="3399"/>
                  </a:lnTo>
                  <a:lnTo>
                    <a:pt x="9693" y="3206"/>
                  </a:lnTo>
                  <a:lnTo>
                    <a:pt x="9229" y="3013"/>
                  </a:lnTo>
                  <a:lnTo>
                    <a:pt x="8766" y="2897"/>
                  </a:lnTo>
                  <a:lnTo>
                    <a:pt x="8264" y="2781"/>
                  </a:lnTo>
                  <a:lnTo>
                    <a:pt x="7800" y="2742"/>
                  </a:lnTo>
                  <a:lnTo>
                    <a:pt x="7298" y="2742"/>
                  </a:lnTo>
                  <a:lnTo>
                    <a:pt x="6796" y="2781"/>
                  </a:lnTo>
                  <a:lnTo>
                    <a:pt x="6294" y="2858"/>
                  </a:lnTo>
                  <a:lnTo>
                    <a:pt x="5870" y="3013"/>
                  </a:lnTo>
                  <a:lnTo>
                    <a:pt x="5290" y="3206"/>
                  </a:lnTo>
                  <a:lnTo>
                    <a:pt x="4982" y="3321"/>
                  </a:lnTo>
                  <a:lnTo>
                    <a:pt x="4673" y="3476"/>
                  </a:lnTo>
                  <a:lnTo>
                    <a:pt x="4402" y="3630"/>
                  </a:lnTo>
                  <a:lnTo>
                    <a:pt x="4209" y="3823"/>
                  </a:lnTo>
                  <a:lnTo>
                    <a:pt x="4132" y="3476"/>
                  </a:lnTo>
                  <a:lnTo>
                    <a:pt x="4055" y="3128"/>
                  </a:lnTo>
                  <a:lnTo>
                    <a:pt x="3939" y="2781"/>
                  </a:lnTo>
                  <a:lnTo>
                    <a:pt x="3784" y="2472"/>
                  </a:lnTo>
                  <a:lnTo>
                    <a:pt x="3591" y="2163"/>
                  </a:lnTo>
                  <a:lnTo>
                    <a:pt x="3360" y="1854"/>
                  </a:lnTo>
                  <a:lnTo>
                    <a:pt x="3128" y="1584"/>
                  </a:lnTo>
                  <a:lnTo>
                    <a:pt x="2858" y="1314"/>
                  </a:lnTo>
                  <a:lnTo>
                    <a:pt x="2472" y="966"/>
                  </a:lnTo>
                  <a:lnTo>
                    <a:pt x="2008" y="696"/>
                  </a:lnTo>
                  <a:lnTo>
                    <a:pt x="1545" y="425"/>
                  </a:lnTo>
                  <a:lnTo>
                    <a:pt x="1081" y="194"/>
                  </a:lnTo>
                  <a:lnTo>
                    <a:pt x="850" y="78"/>
                  </a:lnTo>
                  <a:lnTo>
                    <a:pt x="657" y="39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7"/>
            <p:cNvSpPr/>
            <p:nvPr/>
          </p:nvSpPr>
          <p:spPr>
            <a:xfrm>
              <a:off x="3343725" y="3024000"/>
              <a:ext cx="482700" cy="227850"/>
            </a:xfrm>
            <a:custGeom>
              <a:avLst/>
              <a:gdLst/>
              <a:ahLst/>
              <a:cxnLst/>
              <a:rect l="l" t="t" r="r" b="b"/>
              <a:pathLst>
                <a:path w="19308" h="9114" extrusionOk="0">
                  <a:moveTo>
                    <a:pt x="77" y="1"/>
                  </a:moveTo>
                  <a:lnTo>
                    <a:pt x="0" y="618"/>
                  </a:lnTo>
                  <a:lnTo>
                    <a:pt x="0" y="1236"/>
                  </a:lnTo>
                  <a:lnTo>
                    <a:pt x="39" y="1854"/>
                  </a:lnTo>
                  <a:lnTo>
                    <a:pt x="154" y="2472"/>
                  </a:lnTo>
                  <a:lnTo>
                    <a:pt x="309" y="3090"/>
                  </a:lnTo>
                  <a:lnTo>
                    <a:pt x="502" y="3669"/>
                  </a:lnTo>
                  <a:lnTo>
                    <a:pt x="772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69" y="5947"/>
                  </a:lnTo>
                  <a:lnTo>
                    <a:pt x="2433" y="6449"/>
                  </a:lnTo>
                  <a:lnTo>
                    <a:pt x="2935" y="6913"/>
                  </a:lnTo>
                  <a:lnTo>
                    <a:pt x="3514" y="7299"/>
                  </a:lnTo>
                  <a:lnTo>
                    <a:pt x="4093" y="7646"/>
                  </a:lnTo>
                  <a:lnTo>
                    <a:pt x="4672" y="7994"/>
                  </a:lnTo>
                  <a:lnTo>
                    <a:pt x="5329" y="8264"/>
                  </a:lnTo>
                  <a:lnTo>
                    <a:pt x="5947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98"/>
                  </a:lnTo>
                  <a:lnTo>
                    <a:pt x="8688" y="9075"/>
                  </a:lnTo>
                  <a:lnTo>
                    <a:pt x="9383" y="9114"/>
                  </a:lnTo>
                  <a:lnTo>
                    <a:pt x="10079" y="9114"/>
                  </a:lnTo>
                  <a:lnTo>
                    <a:pt x="10735" y="9075"/>
                  </a:lnTo>
                  <a:lnTo>
                    <a:pt x="11391" y="9036"/>
                  </a:lnTo>
                  <a:lnTo>
                    <a:pt x="12048" y="8921"/>
                  </a:lnTo>
                  <a:lnTo>
                    <a:pt x="12704" y="8805"/>
                  </a:lnTo>
                  <a:lnTo>
                    <a:pt x="13361" y="8612"/>
                  </a:lnTo>
                  <a:lnTo>
                    <a:pt x="14017" y="8419"/>
                  </a:lnTo>
                  <a:lnTo>
                    <a:pt x="14635" y="8187"/>
                  </a:lnTo>
                  <a:lnTo>
                    <a:pt x="15253" y="7917"/>
                  </a:lnTo>
                  <a:lnTo>
                    <a:pt x="15871" y="7569"/>
                  </a:lnTo>
                  <a:lnTo>
                    <a:pt x="16411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28" y="4905"/>
                  </a:lnTo>
                  <a:lnTo>
                    <a:pt x="19076" y="4325"/>
                  </a:lnTo>
                  <a:lnTo>
                    <a:pt x="19307" y="3708"/>
                  </a:lnTo>
                  <a:lnTo>
                    <a:pt x="19114" y="3669"/>
                  </a:lnTo>
                  <a:lnTo>
                    <a:pt x="18767" y="4171"/>
                  </a:lnTo>
                  <a:lnTo>
                    <a:pt x="18381" y="4673"/>
                  </a:lnTo>
                  <a:lnTo>
                    <a:pt x="17995" y="5136"/>
                  </a:lnTo>
                  <a:lnTo>
                    <a:pt x="17608" y="5561"/>
                  </a:lnTo>
                  <a:lnTo>
                    <a:pt x="17145" y="5986"/>
                  </a:lnTo>
                  <a:lnTo>
                    <a:pt x="16720" y="6372"/>
                  </a:lnTo>
                  <a:lnTo>
                    <a:pt x="16218" y="6720"/>
                  </a:lnTo>
                  <a:lnTo>
                    <a:pt x="15716" y="7028"/>
                  </a:lnTo>
                  <a:lnTo>
                    <a:pt x="15214" y="7337"/>
                  </a:lnTo>
                  <a:lnTo>
                    <a:pt x="14674" y="7608"/>
                  </a:lnTo>
                  <a:lnTo>
                    <a:pt x="14133" y="7839"/>
                  </a:lnTo>
                  <a:lnTo>
                    <a:pt x="13554" y="8032"/>
                  </a:lnTo>
                  <a:lnTo>
                    <a:pt x="12975" y="8225"/>
                  </a:lnTo>
                  <a:lnTo>
                    <a:pt x="12395" y="8380"/>
                  </a:lnTo>
                  <a:lnTo>
                    <a:pt x="11816" y="8496"/>
                  </a:lnTo>
                  <a:lnTo>
                    <a:pt x="11198" y="8573"/>
                  </a:lnTo>
                  <a:lnTo>
                    <a:pt x="10503" y="8612"/>
                  </a:lnTo>
                  <a:lnTo>
                    <a:pt x="9808" y="8650"/>
                  </a:lnTo>
                  <a:lnTo>
                    <a:pt x="9075" y="8612"/>
                  </a:lnTo>
                  <a:lnTo>
                    <a:pt x="8379" y="8573"/>
                  </a:lnTo>
                  <a:lnTo>
                    <a:pt x="7684" y="8457"/>
                  </a:lnTo>
                  <a:lnTo>
                    <a:pt x="6989" y="8303"/>
                  </a:lnTo>
                  <a:lnTo>
                    <a:pt x="6294" y="8110"/>
                  </a:lnTo>
                  <a:lnTo>
                    <a:pt x="5638" y="7878"/>
                  </a:lnTo>
                  <a:lnTo>
                    <a:pt x="4981" y="7608"/>
                  </a:lnTo>
                  <a:lnTo>
                    <a:pt x="4364" y="7299"/>
                  </a:lnTo>
                  <a:lnTo>
                    <a:pt x="3784" y="6951"/>
                  </a:lnTo>
                  <a:lnTo>
                    <a:pt x="3205" y="6526"/>
                  </a:lnTo>
                  <a:lnTo>
                    <a:pt x="2664" y="6063"/>
                  </a:lnTo>
                  <a:lnTo>
                    <a:pt x="2201" y="5561"/>
                  </a:lnTo>
                  <a:lnTo>
                    <a:pt x="1738" y="5020"/>
                  </a:lnTo>
                  <a:lnTo>
                    <a:pt x="1352" y="4403"/>
                  </a:lnTo>
                  <a:lnTo>
                    <a:pt x="1081" y="3901"/>
                  </a:lnTo>
                  <a:lnTo>
                    <a:pt x="850" y="3399"/>
                  </a:lnTo>
                  <a:lnTo>
                    <a:pt x="656" y="2858"/>
                  </a:lnTo>
                  <a:lnTo>
                    <a:pt x="502" y="2317"/>
                  </a:lnTo>
                  <a:lnTo>
                    <a:pt x="425" y="1777"/>
                  </a:lnTo>
                  <a:lnTo>
                    <a:pt x="348" y="1198"/>
                  </a:lnTo>
                  <a:lnTo>
                    <a:pt x="386" y="618"/>
                  </a:lnTo>
                  <a:lnTo>
                    <a:pt x="425" y="78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7"/>
            <p:cNvSpPr/>
            <p:nvPr/>
          </p:nvSpPr>
          <p:spPr>
            <a:xfrm>
              <a:off x="238125" y="3026900"/>
              <a:ext cx="84975" cy="55050"/>
            </a:xfrm>
            <a:custGeom>
              <a:avLst/>
              <a:gdLst/>
              <a:ahLst/>
              <a:cxnLst/>
              <a:rect l="l" t="t" r="r" b="b"/>
              <a:pathLst>
                <a:path w="3399" h="2202" extrusionOk="0">
                  <a:moveTo>
                    <a:pt x="1506" y="425"/>
                  </a:moveTo>
                  <a:lnTo>
                    <a:pt x="1738" y="502"/>
                  </a:lnTo>
                  <a:lnTo>
                    <a:pt x="1931" y="580"/>
                  </a:lnTo>
                  <a:lnTo>
                    <a:pt x="2124" y="657"/>
                  </a:lnTo>
                  <a:lnTo>
                    <a:pt x="2433" y="927"/>
                  </a:lnTo>
                  <a:lnTo>
                    <a:pt x="2742" y="1236"/>
                  </a:lnTo>
                  <a:lnTo>
                    <a:pt x="2973" y="1545"/>
                  </a:lnTo>
                  <a:lnTo>
                    <a:pt x="2549" y="1545"/>
                  </a:lnTo>
                  <a:lnTo>
                    <a:pt x="2085" y="1584"/>
                  </a:lnTo>
                  <a:lnTo>
                    <a:pt x="1699" y="1699"/>
                  </a:lnTo>
                  <a:lnTo>
                    <a:pt x="1467" y="1777"/>
                  </a:lnTo>
                  <a:lnTo>
                    <a:pt x="965" y="1777"/>
                  </a:lnTo>
                  <a:lnTo>
                    <a:pt x="772" y="1738"/>
                  </a:lnTo>
                  <a:lnTo>
                    <a:pt x="579" y="1622"/>
                  </a:lnTo>
                  <a:lnTo>
                    <a:pt x="502" y="1545"/>
                  </a:lnTo>
                  <a:lnTo>
                    <a:pt x="463" y="1429"/>
                  </a:lnTo>
                  <a:lnTo>
                    <a:pt x="386" y="1313"/>
                  </a:lnTo>
                  <a:lnTo>
                    <a:pt x="386" y="1159"/>
                  </a:lnTo>
                  <a:lnTo>
                    <a:pt x="386" y="1043"/>
                  </a:lnTo>
                  <a:lnTo>
                    <a:pt x="425" y="927"/>
                  </a:lnTo>
                  <a:lnTo>
                    <a:pt x="463" y="811"/>
                  </a:lnTo>
                  <a:lnTo>
                    <a:pt x="541" y="734"/>
                  </a:lnTo>
                  <a:lnTo>
                    <a:pt x="734" y="580"/>
                  </a:lnTo>
                  <a:lnTo>
                    <a:pt x="1004" y="502"/>
                  </a:lnTo>
                  <a:lnTo>
                    <a:pt x="1236" y="425"/>
                  </a:lnTo>
                  <a:close/>
                  <a:moveTo>
                    <a:pt x="1004" y="0"/>
                  </a:moveTo>
                  <a:lnTo>
                    <a:pt x="772" y="78"/>
                  </a:lnTo>
                  <a:lnTo>
                    <a:pt x="541" y="193"/>
                  </a:lnTo>
                  <a:lnTo>
                    <a:pt x="386" y="309"/>
                  </a:lnTo>
                  <a:lnTo>
                    <a:pt x="193" y="502"/>
                  </a:lnTo>
                  <a:lnTo>
                    <a:pt x="77" y="734"/>
                  </a:lnTo>
                  <a:lnTo>
                    <a:pt x="0" y="927"/>
                  </a:lnTo>
                  <a:lnTo>
                    <a:pt x="0" y="1159"/>
                  </a:lnTo>
                  <a:lnTo>
                    <a:pt x="0" y="1391"/>
                  </a:lnTo>
                  <a:lnTo>
                    <a:pt x="77" y="1584"/>
                  </a:lnTo>
                  <a:lnTo>
                    <a:pt x="154" y="1777"/>
                  </a:lnTo>
                  <a:lnTo>
                    <a:pt x="309" y="1931"/>
                  </a:lnTo>
                  <a:lnTo>
                    <a:pt x="463" y="2047"/>
                  </a:lnTo>
                  <a:lnTo>
                    <a:pt x="695" y="2163"/>
                  </a:lnTo>
                  <a:lnTo>
                    <a:pt x="1004" y="2201"/>
                  </a:lnTo>
                  <a:lnTo>
                    <a:pt x="1274" y="2201"/>
                  </a:lnTo>
                  <a:lnTo>
                    <a:pt x="1583" y="2163"/>
                  </a:lnTo>
                  <a:lnTo>
                    <a:pt x="1892" y="2086"/>
                  </a:lnTo>
                  <a:lnTo>
                    <a:pt x="2201" y="2008"/>
                  </a:lnTo>
                  <a:lnTo>
                    <a:pt x="2510" y="1931"/>
                  </a:lnTo>
                  <a:lnTo>
                    <a:pt x="2819" y="1931"/>
                  </a:lnTo>
                  <a:lnTo>
                    <a:pt x="3089" y="2008"/>
                  </a:lnTo>
                  <a:lnTo>
                    <a:pt x="3205" y="2008"/>
                  </a:lnTo>
                  <a:lnTo>
                    <a:pt x="3282" y="1970"/>
                  </a:lnTo>
                  <a:lnTo>
                    <a:pt x="3359" y="1893"/>
                  </a:lnTo>
                  <a:lnTo>
                    <a:pt x="3359" y="1815"/>
                  </a:lnTo>
                  <a:lnTo>
                    <a:pt x="3398" y="1777"/>
                  </a:lnTo>
                  <a:lnTo>
                    <a:pt x="3398" y="1699"/>
                  </a:lnTo>
                  <a:lnTo>
                    <a:pt x="3089" y="1159"/>
                  </a:lnTo>
                  <a:lnTo>
                    <a:pt x="2935" y="927"/>
                  </a:lnTo>
                  <a:lnTo>
                    <a:pt x="2742" y="695"/>
                  </a:lnTo>
                  <a:lnTo>
                    <a:pt x="2510" y="464"/>
                  </a:lnTo>
                  <a:lnTo>
                    <a:pt x="2278" y="309"/>
                  </a:lnTo>
                  <a:lnTo>
                    <a:pt x="2008" y="155"/>
                  </a:lnTo>
                  <a:lnTo>
                    <a:pt x="1738" y="3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7"/>
            <p:cNvSpPr/>
            <p:nvPr/>
          </p:nvSpPr>
          <p:spPr>
            <a:xfrm>
              <a:off x="3429625" y="3033650"/>
              <a:ext cx="35750" cy="29950"/>
            </a:xfrm>
            <a:custGeom>
              <a:avLst/>
              <a:gdLst/>
              <a:ahLst/>
              <a:cxnLst/>
              <a:rect l="l" t="t" r="r" b="b"/>
              <a:pathLst>
                <a:path w="1430" h="1198" extrusionOk="0">
                  <a:moveTo>
                    <a:pt x="657" y="1"/>
                  </a:moveTo>
                  <a:lnTo>
                    <a:pt x="464" y="39"/>
                  </a:ln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1" y="580"/>
                  </a:lnTo>
                  <a:lnTo>
                    <a:pt x="1" y="773"/>
                  </a:lnTo>
                  <a:lnTo>
                    <a:pt x="39" y="927"/>
                  </a:lnTo>
                  <a:lnTo>
                    <a:pt x="117" y="1121"/>
                  </a:lnTo>
                  <a:lnTo>
                    <a:pt x="155" y="1159"/>
                  </a:lnTo>
                  <a:lnTo>
                    <a:pt x="232" y="1198"/>
                  </a:lnTo>
                  <a:lnTo>
                    <a:pt x="348" y="1159"/>
                  </a:lnTo>
                  <a:lnTo>
                    <a:pt x="387" y="1082"/>
                  </a:lnTo>
                  <a:lnTo>
                    <a:pt x="426" y="1005"/>
                  </a:lnTo>
                  <a:lnTo>
                    <a:pt x="387" y="966"/>
                  </a:lnTo>
                  <a:lnTo>
                    <a:pt x="348" y="850"/>
                  </a:lnTo>
                  <a:lnTo>
                    <a:pt x="348" y="773"/>
                  </a:lnTo>
                  <a:lnTo>
                    <a:pt x="387" y="580"/>
                  </a:lnTo>
                  <a:lnTo>
                    <a:pt x="503" y="464"/>
                  </a:lnTo>
                  <a:lnTo>
                    <a:pt x="580" y="425"/>
                  </a:lnTo>
                  <a:lnTo>
                    <a:pt x="696" y="387"/>
                  </a:lnTo>
                  <a:lnTo>
                    <a:pt x="773" y="425"/>
                  </a:lnTo>
                  <a:lnTo>
                    <a:pt x="850" y="464"/>
                  </a:lnTo>
                  <a:lnTo>
                    <a:pt x="966" y="580"/>
                  </a:lnTo>
                  <a:lnTo>
                    <a:pt x="1005" y="696"/>
                  </a:lnTo>
                  <a:lnTo>
                    <a:pt x="1005" y="773"/>
                  </a:lnTo>
                  <a:lnTo>
                    <a:pt x="966" y="966"/>
                  </a:lnTo>
                  <a:lnTo>
                    <a:pt x="928" y="1043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43" y="1159"/>
                  </a:lnTo>
                  <a:lnTo>
                    <a:pt x="1236" y="1159"/>
                  </a:lnTo>
                  <a:lnTo>
                    <a:pt x="1314" y="1082"/>
                  </a:lnTo>
                  <a:lnTo>
                    <a:pt x="1391" y="927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87"/>
                  </a:lnTo>
                  <a:lnTo>
                    <a:pt x="1159" y="232"/>
                  </a:lnTo>
                  <a:lnTo>
                    <a:pt x="1005" y="117"/>
                  </a:lnTo>
                  <a:lnTo>
                    <a:pt x="850" y="39"/>
                  </a:lnTo>
                  <a:lnTo>
                    <a:pt x="65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7"/>
            <p:cNvSpPr/>
            <p:nvPr/>
          </p:nvSpPr>
          <p:spPr>
            <a:xfrm>
              <a:off x="3375575" y="3037525"/>
              <a:ext cx="34775" cy="29950"/>
            </a:xfrm>
            <a:custGeom>
              <a:avLst/>
              <a:gdLst/>
              <a:ahLst/>
              <a:cxnLst/>
              <a:rect l="l" t="t" r="r" b="b"/>
              <a:pathLst>
                <a:path w="1391" h="1198" extrusionOk="0">
                  <a:moveTo>
                    <a:pt x="657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0"/>
                  </a:lnTo>
                  <a:lnTo>
                    <a:pt x="39" y="425"/>
                  </a:lnTo>
                  <a:lnTo>
                    <a:pt x="0" y="618"/>
                  </a:lnTo>
                  <a:lnTo>
                    <a:pt x="39" y="811"/>
                  </a:lnTo>
                  <a:lnTo>
                    <a:pt x="116" y="1004"/>
                  </a:lnTo>
                  <a:lnTo>
                    <a:pt x="232" y="1120"/>
                  </a:lnTo>
                  <a:lnTo>
                    <a:pt x="425" y="1197"/>
                  </a:lnTo>
                  <a:lnTo>
                    <a:pt x="502" y="1197"/>
                  </a:lnTo>
                  <a:lnTo>
                    <a:pt x="541" y="1159"/>
                  </a:lnTo>
                  <a:lnTo>
                    <a:pt x="541" y="1081"/>
                  </a:lnTo>
                  <a:lnTo>
                    <a:pt x="502" y="1004"/>
                  </a:lnTo>
                  <a:lnTo>
                    <a:pt x="425" y="927"/>
                  </a:lnTo>
                  <a:lnTo>
                    <a:pt x="386" y="850"/>
                  </a:lnTo>
                  <a:lnTo>
                    <a:pt x="386" y="734"/>
                  </a:lnTo>
                  <a:lnTo>
                    <a:pt x="386" y="618"/>
                  </a:lnTo>
                  <a:lnTo>
                    <a:pt x="425" y="541"/>
                  </a:lnTo>
                  <a:lnTo>
                    <a:pt x="464" y="464"/>
                  </a:lnTo>
                  <a:lnTo>
                    <a:pt x="580" y="425"/>
                  </a:lnTo>
                  <a:lnTo>
                    <a:pt x="695" y="386"/>
                  </a:lnTo>
                  <a:lnTo>
                    <a:pt x="811" y="425"/>
                  </a:lnTo>
                  <a:lnTo>
                    <a:pt x="888" y="464"/>
                  </a:lnTo>
                  <a:lnTo>
                    <a:pt x="927" y="579"/>
                  </a:lnTo>
                  <a:lnTo>
                    <a:pt x="966" y="657"/>
                  </a:lnTo>
                  <a:lnTo>
                    <a:pt x="1043" y="888"/>
                  </a:lnTo>
                  <a:lnTo>
                    <a:pt x="1082" y="966"/>
                  </a:lnTo>
                  <a:lnTo>
                    <a:pt x="1120" y="1081"/>
                  </a:lnTo>
                  <a:lnTo>
                    <a:pt x="1159" y="1120"/>
                  </a:lnTo>
                  <a:lnTo>
                    <a:pt x="1236" y="1120"/>
                  </a:lnTo>
                  <a:lnTo>
                    <a:pt x="1313" y="1043"/>
                  </a:lnTo>
                  <a:lnTo>
                    <a:pt x="1352" y="966"/>
                  </a:lnTo>
                  <a:lnTo>
                    <a:pt x="1390" y="850"/>
                  </a:lnTo>
                  <a:lnTo>
                    <a:pt x="1352" y="618"/>
                  </a:lnTo>
                  <a:lnTo>
                    <a:pt x="1313" y="425"/>
                  </a:lnTo>
                  <a:lnTo>
                    <a:pt x="1197" y="232"/>
                  </a:lnTo>
                  <a:lnTo>
                    <a:pt x="1043" y="116"/>
                  </a:lnTo>
                  <a:lnTo>
                    <a:pt x="850" y="3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7"/>
            <p:cNvSpPr/>
            <p:nvPr/>
          </p:nvSpPr>
          <p:spPr>
            <a:xfrm>
              <a:off x="333675" y="3041375"/>
              <a:ext cx="49275" cy="56025"/>
            </a:xfrm>
            <a:custGeom>
              <a:avLst/>
              <a:gdLst/>
              <a:ahLst/>
              <a:cxnLst/>
              <a:rect l="l" t="t" r="r" b="b"/>
              <a:pathLst>
                <a:path w="1971" h="2241" extrusionOk="0">
                  <a:moveTo>
                    <a:pt x="1237" y="425"/>
                  </a:moveTo>
                  <a:lnTo>
                    <a:pt x="1391" y="464"/>
                  </a:lnTo>
                  <a:lnTo>
                    <a:pt x="1507" y="580"/>
                  </a:lnTo>
                  <a:lnTo>
                    <a:pt x="1545" y="657"/>
                  </a:lnTo>
                  <a:lnTo>
                    <a:pt x="1545" y="734"/>
                  </a:lnTo>
                  <a:lnTo>
                    <a:pt x="1507" y="812"/>
                  </a:lnTo>
                  <a:lnTo>
                    <a:pt x="1468" y="889"/>
                  </a:lnTo>
                  <a:lnTo>
                    <a:pt x="1275" y="1082"/>
                  </a:lnTo>
                  <a:lnTo>
                    <a:pt x="1005" y="1314"/>
                  </a:lnTo>
                  <a:lnTo>
                    <a:pt x="773" y="1507"/>
                  </a:lnTo>
                  <a:lnTo>
                    <a:pt x="657" y="1661"/>
                  </a:lnTo>
                  <a:lnTo>
                    <a:pt x="619" y="1777"/>
                  </a:lnTo>
                  <a:lnTo>
                    <a:pt x="503" y="1661"/>
                  </a:lnTo>
                  <a:lnTo>
                    <a:pt x="464" y="1545"/>
                  </a:lnTo>
                  <a:lnTo>
                    <a:pt x="387" y="1391"/>
                  </a:lnTo>
                  <a:lnTo>
                    <a:pt x="387" y="1236"/>
                  </a:lnTo>
                  <a:lnTo>
                    <a:pt x="387" y="1082"/>
                  </a:lnTo>
                  <a:lnTo>
                    <a:pt x="426" y="966"/>
                  </a:lnTo>
                  <a:lnTo>
                    <a:pt x="464" y="812"/>
                  </a:lnTo>
                  <a:lnTo>
                    <a:pt x="580" y="696"/>
                  </a:lnTo>
                  <a:lnTo>
                    <a:pt x="696" y="580"/>
                  </a:lnTo>
                  <a:lnTo>
                    <a:pt x="850" y="464"/>
                  </a:lnTo>
                  <a:lnTo>
                    <a:pt x="1043" y="425"/>
                  </a:lnTo>
                  <a:close/>
                  <a:moveTo>
                    <a:pt x="1121" y="1"/>
                  </a:moveTo>
                  <a:lnTo>
                    <a:pt x="928" y="39"/>
                  </a:lnTo>
                  <a:lnTo>
                    <a:pt x="735" y="116"/>
                  </a:lnTo>
                  <a:lnTo>
                    <a:pt x="541" y="232"/>
                  </a:lnTo>
                  <a:lnTo>
                    <a:pt x="348" y="348"/>
                  </a:lnTo>
                  <a:lnTo>
                    <a:pt x="233" y="503"/>
                  </a:lnTo>
                  <a:lnTo>
                    <a:pt x="117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68"/>
                  </a:lnTo>
                  <a:lnTo>
                    <a:pt x="117" y="1622"/>
                  </a:lnTo>
                  <a:lnTo>
                    <a:pt x="233" y="1816"/>
                  </a:lnTo>
                  <a:lnTo>
                    <a:pt x="348" y="1931"/>
                  </a:lnTo>
                  <a:lnTo>
                    <a:pt x="503" y="2086"/>
                  </a:lnTo>
                  <a:lnTo>
                    <a:pt x="657" y="2163"/>
                  </a:lnTo>
                  <a:lnTo>
                    <a:pt x="735" y="2240"/>
                  </a:lnTo>
                  <a:lnTo>
                    <a:pt x="850" y="2240"/>
                  </a:lnTo>
                  <a:lnTo>
                    <a:pt x="928" y="2202"/>
                  </a:lnTo>
                  <a:lnTo>
                    <a:pt x="966" y="2086"/>
                  </a:lnTo>
                  <a:lnTo>
                    <a:pt x="1005" y="1931"/>
                  </a:lnTo>
                  <a:lnTo>
                    <a:pt x="1082" y="1777"/>
                  </a:lnTo>
                  <a:lnTo>
                    <a:pt x="1198" y="1661"/>
                  </a:lnTo>
                  <a:lnTo>
                    <a:pt x="1314" y="1507"/>
                  </a:lnTo>
                  <a:lnTo>
                    <a:pt x="1623" y="1314"/>
                  </a:lnTo>
                  <a:lnTo>
                    <a:pt x="1739" y="1198"/>
                  </a:lnTo>
                  <a:lnTo>
                    <a:pt x="1854" y="1043"/>
                  </a:lnTo>
                  <a:lnTo>
                    <a:pt x="1932" y="889"/>
                  </a:lnTo>
                  <a:lnTo>
                    <a:pt x="1970" y="696"/>
                  </a:lnTo>
                  <a:lnTo>
                    <a:pt x="1932" y="541"/>
                  </a:lnTo>
                  <a:lnTo>
                    <a:pt x="1893" y="387"/>
                  </a:lnTo>
                  <a:lnTo>
                    <a:pt x="1777" y="271"/>
                  </a:lnTo>
                  <a:lnTo>
                    <a:pt x="1661" y="155"/>
                  </a:lnTo>
                  <a:lnTo>
                    <a:pt x="1507" y="78"/>
                  </a:lnTo>
                  <a:lnTo>
                    <a:pt x="1352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7"/>
            <p:cNvSpPr/>
            <p:nvPr/>
          </p:nvSpPr>
          <p:spPr>
            <a:xfrm>
              <a:off x="312450" y="3078050"/>
              <a:ext cx="440225" cy="234625"/>
            </a:xfrm>
            <a:custGeom>
              <a:avLst/>
              <a:gdLst/>
              <a:ahLst/>
              <a:cxnLst/>
              <a:rect l="l" t="t" r="r" b="b"/>
              <a:pathLst>
                <a:path w="17609" h="9385" extrusionOk="0">
                  <a:moveTo>
                    <a:pt x="6256" y="1"/>
                  </a:moveTo>
                  <a:lnTo>
                    <a:pt x="5638" y="40"/>
                  </a:lnTo>
                  <a:lnTo>
                    <a:pt x="5059" y="155"/>
                  </a:lnTo>
                  <a:lnTo>
                    <a:pt x="4480" y="271"/>
                  </a:lnTo>
                  <a:lnTo>
                    <a:pt x="3939" y="503"/>
                  </a:lnTo>
                  <a:lnTo>
                    <a:pt x="3398" y="735"/>
                  </a:lnTo>
                  <a:lnTo>
                    <a:pt x="2896" y="1044"/>
                  </a:lnTo>
                  <a:lnTo>
                    <a:pt x="2433" y="1391"/>
                  </a:lnTo>
                  <a:lnTo>
                    <a:pt x="1970" y="1777"/>
                  </a:lnTo>
                  <a:lnTo>
                    <a:pt x="1584" y="2202"/>
                  </a:lnTo>
                  <a:lnTo>
                    <a:pt x="1197" y="2665"/>
                  </a:lnTo>
                  <a:lnTo>
                    <a:pt x="888" y="3206"/>
                  </a:lnTo>
                  <a:lnTo>
                    <a:pt x="618" y="3747"/>
                  </a:lnTo>
                  <a:lnTo>
                    <a:pt x="386" y="4287"/>
                  </a:lnTo>
                  <a:lnTo>
                    <a:pt x="193" y="4905"/>
                  </a:lnTo>
                  <a:lnTo>
                    <a:pt x="78" y="5484"/>
                  </a:lnTo>
                  <a:lnTo>
                    <a:pt x="0" y="6102"/>
                  </a:lnTo>
                  <a:lnTo>
                    <a:pt x="0" y="6681"/>
                  </a:lnTo>
                  <a:lnTo>
                    <a:pt x="39" y="7261"/>
                  </a:lnTo>
                  <a:lnTo>
                    <a:pt x="155" y="7801"/>
                  </a:lnTo>
                  <a:lnTo>
                    <a:pt x="309" y="8342"/>
                  </a:lnTo>
                  <a:lnTo>
                    <a:pt x="502" y="8882"/>
                  </a:lnTo>
                  <a:lnTo>
                    <a:pt x="734" y="9384"/>
                  </a:lnTo>
                  <a:lnTo>
                    <a:pt x="1043" y="9230"/>
                  </a:lnTo>
                  <a:lnTo>
                    <a:pt x="888" y="8844"/>
                  </a:lnTo>
                  <a:lnTo>
                    <a:pt x="734" y="8458"/>
                  </a:lnTo>
                  <a:lnTo>
                    <a:pt x="541" y="7801"/>
                  </a:lnTo>
                  <a:lnTo>
                    <a:pt x="425" y="7183"/>
                  </a:lnTo>
                  <a:lnTo>
                    <a:pt x="425" y="6527"/>
                  </a:lnTo>
                  <a:lnTo>
                    <a:pt x="425" y="5870"/>
                  </a:lnTo>
                  <a:lnTo>
                    <a:pt x="541" y="5253"/>
                  </a:lnTo>
                  <a:lnTo>
                    <a:pt x="695" y="4596"/>
                  </a:lnTo>
                  <a:lnTo>
                    <a:pt x="927" y="3978"/>
                  </a:lnTo>
                  <a:lnTo>
                    <a:pt x="1236" y="3399"/>
                  </a:lnTo>
                  <a:lnTo>
                    <a:pt x="1584" y="2858"/>
                  </a:lnTo>
                  <a:lnTo>
                    <a:pt x="2008" y="2318"/>
                  </a:lnTo>
                  <a:lnTo>
                    <a:pt x="2472" y="1854"/>
                  </a:lnTo>
                  <a:lnTo>
                    <a:pt x="2974" y="1468"/>
                  </a:lnTo>
                  <a:lnTo>
                    <a:pt x="3553" y="1121"/>
                  </a:lnTo>
                  <a:lnTo>
                    <a:pt x="4132" y="851"/>
                  </a:lnTo>
                  <a:lnTo>
                    <a:pt x="4750" y="657"/>
                  </a:lnTo>
                  <a:lnTo>
                    <a:pt x="5406" y="503"/>
                  </a:lnTo>
                  <a:lnTo>
                    <a:pt x="5793" y="464"/>
                  </a:lnTo>
                  <a:lnTo>
                    <a:pt x="6912" y="464"/>
                  </a:lnTo>
                  <a:lnTo>
                    <a:pt x="7607" y="580"/>
                  </a:lnTo>
                  <a:lnTo>
                    <a:pt x="8264" y="773"/>
                  </a:lnTo>
                  <a:lnTo>
                    <a:pt x="8920" y="1044"/>
                  </a:lnTo>
                  <a:lnTo>
                    <a:pt x="9538" y="1352"/>
                  </a:lnTo>
                  <a:lnTo>
                    <a:pt x="10195" y="1739"/>
                  </a:lnTo>
                  <a:lnTo>
                    <a:pt x="10813" y="2125"/>
                  </a:lnTo>
                  <a:lnTo>
                    <a:pt x="11315" y="2472"/>
                  </a:lnTo>
                  <a:lnTo>
                    <a:pt x="11894" y="2781"/>
                  </a:lnTo>
                  <a:lnTo>
                    <a:pt x="12434" y="3090"/>
                  </a:lnTo>
                  <a:lnTo>
                    <a:pt x="13052" y="3360"/>
                  </a:lnTo>
                  <a:lnTo>
                    <a:pt x="13631" y="3554"/>
                  </a:lnTo>
                  <a:lnTo>
                    <a:pt x="14249" y="3708"/>
                  </a:lnTo>
                  <a:lnTo>
                    <a:pt x="14867" y="3708"/>
                  </a:lnTo>
                  <a:lnTo>
                    <a:pt x="15215" y="3669"/>
                  </a:lnTo>
                  <a:lnTo>
                    <a:pt x="15524" y="3631"/>
                  </a:lnTo>
                  <a:lnTo>
                    <a:pt x="15987" y="3476"/>
                  </a:lnTo>
                  <a:lnTo>
                    <a:pt x="16412" y="3245"/>
                  </a:lnTo>
                  <a:lnTo>
                    <a:pt x="16798" y="2936"/>
                  </a:lnTo>
                  <a:lnTo>
                    <a:pt x="17107" y="2588"/>
                  </a:lnTo>
                  <a:lnTo>
                    <a:pt x="17377" y="2202"/>
                  </a:lnTo>
                  <a:lnTo>
                    <a:pt x="17454" y="1970"/>
                  </a:lnTo>
                  <a:lnTo>
                    <a:pt x="17531" y="1739"/>
                  </a:lnTo>
                  <a:lnTo>
                    <a:pt x="17609" y="1507"/>
                  </a:lnTo>
                  <a:lnTo>
                    <a:pt x="17609" y="1275"/>
                  </a:lnTo>
                  <a:lnTo>
                    <a:pt x="17609" y="1044"/>
                  </a:lnTo>
                  <a:lnTo>
                    <a:pt x="17570" y="773"/>
                  </a:lnTo>
                  <a:lnTo>
                    <a:pt x="17531" y="696"/>
                  </a:lnTo>
                  <a:lnTo>
                    <a:pt x="17493" y="657"/>
                  </a:lnTo>
                  <a:lnTo>
                    <a:pt x="17454" y="580"/>
                  </a:lnTo>
                  <a:lnTo>
                    <a:pt x="17416" y="542"/>
                  </a:lnTo>
                  <a:lnTo>
                    <a:pt x="17145" y="773"/>
                  </a:lnTo>
                  <a:lnTo>
                    <a:pt x="17145" y="851"/>
                  </a:lnTo>
                  <a:lnTo>
                    <a:pt x="17184" y="1198"/>
                  </a:lnTo>
                  <a:lnTo>
                    <a:pt x="17145" y="1584"/>
                  </a:lnTo>
                  <a:lnTo>
                    <a:pt x="17030" y="1893"/>
                  </a:lnTo>
                  <a:lnTo>
                    <a:pt x="16836" y="2241"/>
                  </a:lnTo>
                  <a:lnTo>
                    <a:pt x="16605" y="2511"/>
                  </a:lnTo>
                  <a:lnTo>
                    <a:pt x="16334" y="2743"/>
                  </a:lnTo>
                  <a:lnTo>
                    <a:pt x="16026" y="2936"/>
                  </a:lnTo>
                  <a:lnTo>
                    <a:pt x="15678" y="3090"/>
                  </a:lnTo>
                  <a:lnTo>
                    <a:pt x="15292" y="3206"/>
                  </a:lnTo>
                  <a:lnTo>
                    <a:pt x="14906" y="3245"/>
                  </a:lnTo>
                  <a:lnTo>
                    <a:pt x="14520" y="3245"/>
                  </a:lnTo>
                  <a:lnTo>
                    <a:pt x="14133" y="3206"/>
                  </a:lnTo>
                  <a:lnTo>
                    <a:pt x="13747" y="3129"/>
                  </a:lnTo>
                  <a:lnTo>
                    <a:pt x="13361" y="3013"/>
                  </a:lnTo>
                  <a:lnTo>
                    <a:pt x="12975" y="2858"/>
                  </a:lnTo>
                  <a:lnTo>
                    <a:pt x="12627" y="2704"/>
                  </a:lnTo>
                  <a:lnTo>
                    <a:pt x="12010" y="2356"/>
                  </a:lnTo>
                  <a:lnTo>
                    <a:pt x="11353" y="1970"/>
                  </a:lnTo>
                  <a:lnTo>
                    <a:pt x="10156" y="1198"/>
                  </a:lnTo>
                  <a:lnTo>
                    <a:pt x="9538" y="851"/>
                  </a:lnTo>
                  <a:lnTo>
                    <a:pt x="8882" y="542"/>
                  </a:lnTo>
                  <a:lnTo>
                    <a:pt x="8225" y="271"/>
                  </a:lnTo>
                  <a:lnTo>
                    <a:pt x="7878" y="155"/>
                  </a:lnTo>
                  <a:lnTo>
                    <a:pt x="7492" y="78"/>
                  </a:lnTo>
                  <a:lnTo>
                    <a:pt x="687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7"/>
            <p:cNvSpPr/>
            <p:nvPr/>
          </p:nvSpPr>
          <p:spPr>
            <a:xfrm>
              <a:off x="330800" y="3096400"/>
              <a:ext cx="446975" cy="310875"/>
            </a:xfrm>
            <a:custGeom>
              <a:avLst/>
              <a:gdLst/>
              <a:ahLst/>
              <a:cxnLst/>
              <a:rect l="l" t="t" r="r" b="b"/>
              <a:pathLst>
                <a:path w="17879" h="12435" extrusionOk="0">
                  <a:moveTo>
                    <a:pt x="17608" y="1"/>
                  </a:moveTo>
                  <a:lnTo>
                    <a:pt x="17415" y="117"/>
                  </a:lnTo>
                  <a:lnTo>
                    <a:pt x="17454" y="734"/>
                  </a:lnTo>
                  <a:lnTo>
                    <a:pt x="17454" y="1352"/>
                  </a:lnTo>
                  <a:lnTo>
                    <a:pt x="17415" y="1931"/>
                  </a:lnTo>
                  <a:lnTo>
                    <a:pt x="17338" y="2549"/>
                  </a:lnTo>
                  <a:lnTo>
                    <a:pt x="17261" y="3128"/>
                  </a:lnTo>
                  <a:lnTo>
                    <a:pt x="17106" y="3708"/>
                  </a:lnTo>
                  <a:lnTo>
                    <a:pt x="16952" y="4287"/>
                  </a:lnTo>
                  <a:lnTo>
                    <a:pt x="16720" y="4828"/>
                  </a:lnTo>
                  <a:lnTo>
                    <a:pt x="16489" y="5368"/>
                  </a:lnTo>
                  <a:lnTo>
                    <a:pt x="16257" y="5909"/>
                  </a:lnTo>
                  <a:lnTo>
                    <a:pt x="15948" y="6449"/>
                  </a:lnTo>
                  <a:lnTo>
                    <a:pt x="15600" y="6951"/>
                  </a:lnTo>
                  <a:lnTo>
                    <a:pt x="15253" y="7415"/>
                  </a:lnTo>
                  <a:lnTo>
                    <a:pt x="14867" y="7917"/>
                  </a:lnTo>
                  <a:lnTo>
                    <a:pt x="14481" y="8341"/>
                  </a:lnTo>
                  <a:lnTo>
                    <a:pt x="14017" y="8805"/>
                  </a:lnTo>
                  <a:lnTo>
                    <a:pt x="13515" y="9268"/>
                  </a:lnTo>
                  <a:lnTo>
                    <a:pt x="12975" y="9693"/>
                  </a:lnTo>
                  <a:lnTo>
                    <a:pt x="12395" y="10118"/>
                  </a:lnTo>
                  <a:lnTo>
                    <a:pt x="11778" y="10465"/>
                  </a:lnTo>
                  <a:lnTo>
                    <a:pt x="11160" y="10813"/>
                  </a:lnTo>
                  <a:lnTo>
                    <a:pt x="10503" y="11122"/>
                  </a:lnTo>
                  <a:lnTo>
                    <a:pt x="9847" y="11392"/>
                  </a:lnTo>
                  <a:lnTo>
                    <a:pt x="9190" y="11585"/>
                  </a:lnTo>
                  <a:lnTo>
                    <a:pt x="8495" y="11778"/>
                  </a:lnTo>
                  <a:lnTo>
                    <a:pt x="7839" y="11894"/>
                  </a:lnTo>
                  <a:lnTo>
                    <a:pt x="7144" y="11971"/>
                  </a:lnTo>
                  <a:lnTo>
                    <a:pt x="6449" y="11971"/>
                  </a:lnTo>
                  <a:lnTo>
                    <a:pt x="5754" y="11933"/>
                  </a:lnTo>
                  <a:lnTo>
                    <a:pt x="5059" y="11817"/>
                  </a:lnTo>
                  <a:lnTo>
                    <a:pt x="4364" y="11624"/>
                  </a:lnTo>
                  <a:lnTo>
                    <a:pt x="3668" y="11392"/>
                  </a:lnTo>
                  <a:lnTo>
                    <a:pt x="3166" y="11160"/>
                  </a:lnTo>
                  <a:lnTo>
                    <a:pt x="2664" y="10890"/>
                  </a:lnTo>
                  <a:lnTo>
                    <a:pt x="2201" y="10581"/>
                  </a:lnTo>
                  <a:lnTo>
                    <a:pt x="1738" y="10234"/>
                  </a:lnTo>
                  <a:lnTo>
                    <a:pt x="1352" y="9847"/>
                  </a:lnTo>
                  <a:lnTo>
                    <a:pt x="965" y="9423"/>
                  </a:lnTo>
                  <a:lnTo>
                    <a:pt x="618" y="8959"/>
                  </a:lnTo>
                  <a:lnTo>
                    <a:pt x="309" y="8496"/>
                  </a:lnTo>
                  <a:lnTo>
                    <a:pt x="0" y="8650"/>
                  </a:lnTo>
                  <a:lnTo>
                    <a:pt x="309" y="9191"/>
                  </a:lnTo>
                  <a:lnTo>
                    <a:pt x="695" y="9693"/>
                  </a:lnTo>
                  <a:lnTo>
                    <a:pt x="1081" y="10156"/>
                  </a:lnTo>
                  <a:lnTo>
                    <a:pt x="1545" y="10581"/>
                  </a:lnTo>
                  <a:lnTo>
                    <a:pt x="2047" y="10967"/>
                  </a:lnTo>
                  <a:lnTo>
                    <a:pt x="2549" y="11315"/>
                  </a:lnTo>
                  <a:lnTo>
                    <a:pt x="3128" y="11624"/>
                  </a:lnTo>
                  <a:lnTo>
                    <a:pt x="3746" y="11894"/>
                  </a:lnTo>
                  <a:lnTo>
                    <a:pt x="4402" y="12126"/>
                  </a:lnTo>
                  <a:lnTo>
                    <a:pt x="5097" y="12280"/>
                  </a:lnTo>
                  <a:lnTo>
                    <a:pt x="5754" y="12357"/>
                  </a:lnTo>
                  <a:lnTo>
                    <a:pt x="6449" y="12435"/>
                  </a:lnTo>
                  <a:lnTo>
                    <a:pt x="7144" y="12396"/>
                  </a:lnTo>
                  <a:lnTo>
                    <a:pt x="7800" y="12357"/>
                  </a:lnTo>
                  <a:lnTo>
                    <a:pt x="8495" y="12242"/>
                  </a:lnTo>
                  <a:lnTo>
                    <a:pt x="9152" y="12087"/>
                  </a:lnTo>
                  <a:lnTo>
                    <a:pt x="9808" y="11894"/>
                  </a:lnTo>
                  <a:lnTo>
                    <a:pt x="10465" y="11662"/>
                  </a:lnTo>
                  <a:lnTo>
                    <a:pt x="11121" y="11353"/>
                  </a:lnTo>
                  <a:lnTo>
                    <a:pt x="11739" y="11044"/>
                  </a:lnTo>
                  <a:lnTo>
                    <a:pt x="12318" y="10697"/>
                  </a:lnTo>
                  <a:lnTo>
                    <a:pt x="12897" y="10311"/>
                  </a:lnTo>
                  <a:lnTo>
                    <a:pt x="13477" y="9925"/>
                  </a:lnTo>
                  <a:lnTo>
                    <a:pt x="13979" y="9461"/>
                  </a:lnTo>
                  <a:lnTo>
                    <a:pt x="14481" y="9037"/>
                  </a:lnTo>
                  <a:lnTo>
                    <a:pt x="14944" y="8573"/>
                  </a:lnTo>
                  <a:lnTo>
                    <a:pt x="15369" y="8071"/>
                  </a:lnTo>
                  <a:lnTo>
                    <a:pt x="15794" y="7531"/>
                  </a:lnTo>
                  <a:lnTo>
                    <a:pt x="16180" y="6990"/>
                  </a:lnTo>
                  <a:lnTo>
                    <a:pt x="16566" y="6411"/>
                  </a:lnTo>
                  <a:lnTo>
                    <a:pt x="16875" y="5793"/>
                  </a:lnTo>
                  <a:lnTo>
                    <a:pt x="17184" y="5214"/>
                  </a:lnTo>
                  <a:lnTo>
                    <a:pt x="17415" y="4557"/>
                  </a:lnTo>
                  <a:lnTo>
                    <a:pt x="17608" y="3939"/>
                  </a:lnTo>
                  <a:lnTo>
                    <a:pt x="17763" y="3283"/>
                  </a:lnTo>
                  <a:lnTo>
                    <a:pt x="17840" y="2626"/>
                  </a:lnTo>
                  <a:lnTo>
                    <a:pt x="17879" y="1970"/>
                  </a:lnTo>
                  <a:lnTo>
                    <a:pt x="17840" y="1314"/>
                  </a:lnTo>
                  <a:lnTo>
                    <a:pt x="17763" y="657"/>
                  </a:lnTo>
                  <a:lnTo>
                    <a:pt x="1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7"/>
            <p:cNvSpPr/>
            <p:nvPr/>
          </p:nvSpPr>
          <p:spPr>
            <a:xfrm>
              <a:off x="4441350" y="3154325"/>
              <a:ext cx="84975" cy="94625"/>
            </a:xfrm>
            <a:custGeom>
              <a:avLst/>
              <a:gdLst/>
              <a:ahLst/>
              <a:cxnLst/>
              <a:rect l="l" t="t" r="r" b="b"/>
              <a:pathLst>
                <a:path w="3399" h="3785" extrusionOk="0">
                  <a:moveTo>
                    <a:pt x="77" y="1"/>
                  </a:moveTo>
                  <a:lnTo>
                    <a:pt x="0" y="78"/>
                  </a:lnTo>
                  <a:lnTo>
                    <a:pt x="0" y="116"/>
                  </a:lnTo>
                  <a:lnTo>
                    <a:pt x="348" y="889"/>
                  </a:lnTo>
                  <a:lnTo>
                    <a:pt x="811" y="1661"/>
                  </a:lnTo>
                  <a:lnTo>
                    <a:pt x="1274" y="2395"/>
                  </a:lnTo>
                  <a:lnTo>
                    <a:pt x="1738" y="3090"/>
                  </a:lnTo>
                  <a:lnTo>
                    <a:pt x="2008" y="3437"/>
                  </a:lnTo>
                  <a:lnTo>
                    <a:pt x="2201" y="3553"/>
                  </a:lnTo>
                  <a:lnTo>
                    <a:pt x="2394" y="3669"/>
                  </a:lnTo>
                  <a:lnTo>
                    <a:pt x="2587" y="3746"/>
                  </a:lnTo>
                  <a:lnTo>
                    <a:pt x="2780" y="3785"/>
                  </a:lnTo>
                  <a:lnTo>
                    <a:pt x="3012" y="3708"/>
                  </a:lnTo>
                  <a:lnTo>
                    <a:pt x="3205" y="3592"/>
                  </a:lnTo>
                  <a:lnTo>
                    <a:pt x="3321" y="3437"/>
                  </a:lnTo>
                  <a:lnTo>
                    <a:pt x="3398" y="3244"/>
                  </a:lnTo>
                  <a:lnTo>
                    <a:pt x="3398" y="3090"/>
                  </a:lnTo>
                  <a:lnTo>
                    <a:pt x="3398" y="2897"/>
                  </a:lnTo>
                  <a:lnTo>
                    <a:pt x="3360" y="2704"/>
                  </a:lnTo>
                  <a:lnTo>
                    <a:pt x="3282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89" y="2742"/>
                  </a:lnTo>
                  <a:lnTo>
                    <a:pt x="3128" y="2858"/>
                  </a:lnTo>
                  <a:lnTo>
                    <a:pt x="2896" y="3012"/>
                  </a:lnTo>
                  <a:lnTo>
                    <a:pt x="2665" y="3128"/>
                  </a:lnTo>
                  <a:lnTo>
                    <a:pt x="2510" y="3206"/>
                  </a:lnTo>
                  <a:lnTo>
                    <a:pt x="2317" y="3206"/>
                  </a:lnTo>
                  <a:lnTo>
                    <a:pt x="2201" y="3167"/>
                  </a:lnTo>
                  <a:lnTo>
                    <a:pt x="2047" y="3090"/>
                  </a:lnTo>
                  <a:lnTo>
                    <a:pt x="1931" y="2935"/>
                  </a:lnTo>
                  <a:lnTo>
                    <a:pt x="1854" y="2742"/>
                  </a:lnTo>
                  <a:lnTo>
                    <a:pt x="1699" y="2511"/>
                  </a:lnTo>
                  <a:lnTo>
                    <a:pt x="1081" y="1507"/>
                  </a:lnTo>
                  <a:lnTo>
                    <a:pt x="618" y="773"/>
                  </a:lnTo>
                  <a:lnTo>
                    <a:pt x="386" y="387"/>
                  </a:lnTo>
                  <a:lnTo>
                    <a:pt x="116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7"/>
            <p:cNvSpPr/>
            <p:nvPr/>
          </p:nvSpPr>
          <p:spPr>
            <a:xfrm>
              <a:off x="7199400" y="3174600"/>
              <a:ext cx="61825" cy="89800"/>
            </a:xfrm>
            <a:custGeom>
              <a:avLst/>
              <a:gdLst/>
              <a:ahLst/>
              <a:cxnLst/>
              <a:rect l="l" t="t" r="r" b="b"/>
              <a:pathLst>
                <a:path w="2473" h="3592" extrusionOk="0">
                  <a:moveTo>
                    <a:pt x="1082" y="0"/>
                  </a:moveTo>
                  <a:lnTo>
                    <a:pt x="1005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32" y="2163"/>
                  </a:lnTo>
                  <a:lnTo>
                    <a:pt x="1932" y="2433"/>
                  </a:lnTo>
                  <a:lnTo>
                    <a:pt x="1816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1" y="3128"/>
                  </a:lnTo>
                  <a:lnTo>
                    <a:pt x="1198" y="3128"/>
                  </a:lnTo>
                  <a:lnTo>
                    <a:pt x="1043" y="3090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588"/>
                  </a:lnTo>
                  <a:lnTo>
                    <a:pt x="928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1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13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24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10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21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3"/>
                  </a:lnTo>
                  <a:lnTo>
                    <a:pt x="1700" y="3514"/>
                  </a:lnTo>
                  <a:lnTo>
                    <a:pt x="1854" y="3399"/>
                  </a:lnTo>
                  <a:lnTo>
                    <a:pt x="2047" y="3244"/>
                  </a:lnTo>
                  <a:lnTo>
                    <a:pt x="2202" y="3051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0"/>
                  </a:lnTo>
                  <a:lnTo>
                    <a:pt x="2434" y="2008"/>
                  </a:lnTo>
                  <a:lnTo>
                    <a:pt x="2395" y="1815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7"/>
            <p:cNvSpPr/>
            <p:nvPr/>
          </p:nvSpPr>
          <p:spPr>
            <a:xfrm>
              <a:off x="6803600" y="3198725"/>
              <a:ext cx="310875" cy="124575"/>
            </a:xfrm>
            <a:custGeom>
              <a:avLst/>
              <a:gdLst/>
              <a:ahLst/>
              <a:cxnLst/>
              <a:rect l="l" t="t" r="r" b="b"/>
              <a:pathLst>
                <a:path w="12435" h="4983" extrusionOk="0">
                  <a:moveTo>
                    <a:pt x="232" y="1"/>
                  </a:moveTo>
                  <a:lnTo>
                    <a:pt x="1" y="233"/>
                  </a:lnTo>
                  <a:lnTo>
                    <a:pt x="503" y="966"/>
                  </a:lnTo>
                  <a:lnTo>
                    <a:pt x="1043" y="1623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4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4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3"/>
                  </a:lnTo>
                  <a:lnTo>
                    <a:pt x="11855" y="3862"/>
                  </a:lnTo>
                  <a:lnTo>
                    <a:pt x="12242" y="3592"/>
                  </a:lnTo>
                  <a:lnTo>
                    <a:pt x="12319" y="3553"/>
                  </a:lnTo>
                  <a:lnTo>
                    <a:pt x="12435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9"/>
                  </a:lnTo>
                  <a:lnTo>
                    <a:pt x="12010" y="3129"/>
                  </a:lnTo>
                  <a:lnTo>
                    <a:pt x="11933" y="3206"/>
                  </a:lnTo>
                  <a:lnTo>
                    <a:pt x="11585" y="3438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7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2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2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7"/>
                  </a:lnTo>
                  <a:lnTo>
                    <a:pt x="4596" y="3708"/>
                  </a:lnTo>
                  <a:lnTo>
                    <a:pt x="3901" y="3283"/>
                  </a:lnTo>
                  <a:lnTo>
                    <a:pt x="3206" y="2820"/>
                  </a:lnTo>
                  <a:lnTo>
                    <a:pt x="2588" y="2318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7"/>
            <p:cNvSpPr/>
            <p:nvPr/>
          </p:nvSpPr>
          <p:spPr>
            <a:xfrm>
              <a:off x="7111550" y="320550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77"/>
                  </a:lnTo>
                  <a:lnTo>
                    <a:pt x="3013" y="270"/>
                  </a:lnTo>
                  <a:lnTo>
                    <a:pt x="2781" y="502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5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1"/>
                  </a:lnTo>
                  <a:lnTo>
                    <a:pt x="966" y="2510"/>
                  </a:lnTo>
                  <a:lnTo>
                    <a:pt x="1198" y="2587"/>
                  </a:lnTo>
                  <a:lnTo>
                    <a:pt x="1430" y="2703"/>
                  </a:lnTo>
                  <a:lnTo>
                    <a:pt x="1623" y="2819"/>
                  </a:lnTo>
                  <a:lnTo>
                    <a:pt x="1816" y="2973"/>
                  </a:lnTo>
                  <a:lnTo>
                    <a:pt x="1970" y="3167"/>
                  </a:lnTo>
                  <a:lnTo>
                    <a:pt x="2047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093"/>
                  </a:lnTo>
                  <a:lnTo>
                    <a:pt x="2009" y="4325"/>
                  </a:lnTo>
                  <a:lnTo>
                    <a:pt x="1893" y="4518"/>
                  </a:lnTo>
                  <a:lnTo>
                    <a:pt x="1739" y="4711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5"/>
                  </a:lnTo>
                  <a:lnTo>
                    <a:pt x="657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32"/>
                  </a:lnTo>
                  <a:lnTo>
                    <a:pt x="966" y="4093"/>
                  </a:lnTo>
                  <a:lnTo>
                    <a:pt x="1121" y="4093"/>
                  </a:lnTo>
                  <a:lnTo>
                    <a:pt x="1237" y="4016"/>
                  </a:lnTo>
                  <a:lnTo>
                    <a:pt x="1314" y="3900"/>
                  </a:lnTo>
                  <a:lnTo>
                    <a:pt x="1314" y="3784"/>
                  </a:lnTo>
                  <a:lnTo>
                    <a:pt x="1275" y="3707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862"/>
                  </a:lnTo>
                  <a:lnTo>
                    <a:pt x="387" y="3977"/>
                  </a:lnTo>
                  <a:lnTo>
                    <a:pt x="310" y="4093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866"/>
                  </a:lnTo>
                  <a:lnTo>
                    <a:pt x="387" y="5097"/>
                  </a:lnTo>
                  <a:lnTo>
                    <a:pt x="541" y="5252"/>
                  </a:lnTo>
                  <a:lnTo>
                    <a:pt x="735" y="5368"/>
                  </a:lnTo>
                  <a:lnTo>
                    <a:pt x="966" y="5406"/>
                  </a:lnTo>
                  <a:lnTo>
                    <a:pt x="1198" y="5406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20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1"/>
                  </a:lnTo>
                  <a:lnTo>
                    <a:pt x="1739" y="2356"/>
                  </a:lnTo>
                  <a:lnTo>
                    <a:pt x="1507" y="2201"/>
                  </a:lnTo>
                  <a:lnTo>
                    <a:pt x="1275" y="2124"/>
                  </a:lnTo>
                  <a:lnTo>
                    <a:pt x="1623" y="1969"/>
                  </a:lnTo>
                  <a:lnTo>
                    <a:pt x="1932" y="1815"/>
                  </a:lnTo>
                  <a:lnTo>
                    <a:pt x="2241" y="1622"/>
                  </a:lnTo>
                  <a:lnTo>
                    <a:pt x="2549" y="1390"/>
                  </a:lnTo>
                  <a:lnTo>
                    <a:pt x="2820" y="1197"/>
                  </a:lnTo>
                  <a:lnTo>
                    <a:pt x="3090" y="965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77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7"/>
            <p:cNvSpPr/>
            <p:nvPr/>
          </p:nvSpPr>
          <p:spPr>
            <a:xfrm>
              <a:off x="1402350" y="3219000"/>
              <a:ext cx="106225" cy="103325"/>
            </a:xfrm>
            <a:custGeom>
              <a:avLst/>
              <a:gdLst/>
              <a:ahLst/>
              <a:cxnLst/>
              <a:rect l="l" t="t" r="r" b="b"/>
              <a:pathLst>
                <a:path w="4249" h="4133" extrusionOk="0">
                  <a:moveTo>
                    <a:pt x="2317" y="387"/>
                  </a:moveTo>
                  <a:lnTo>
                    <a:pt x="2588" y="425"/>
                  </a:lnTo>
                  <a:lnTo>
                    <a:pt x="2858" y="503"/>
                  </a:lnTo>
                  <a:lnTo>
                    <a:pt x="3128" y="619"/>
                  </a:lnTo>
                  <a:lnTo>
                    <a:pt x="3321" y="812"/>
                  </a:lnTo>
                  <a:lnTo>
                    <a:pt x="3553" y="1043"/>
                  </a:lnTo>
                  <a:lnTo>
                    <a:pt x="3708" y="1352"/>
                  </a:lnTo>
                  <a:lnTo>
                    <a:pt x="3823" y="1700"/>
                  </a:lnTo>
                  <a:lnTo>
                    <a:pt x="3862" y="2047"/>
                  </a:lnTo>
                  <a:lnTo>
                    <a:pt x="3785" y="2395"/>
                  </a:lnTo>
                  <a:lnTo>
                    <a:pt x="3708" y="2742"/>
                  </a:lnTo>
                  <a:lnTo>
                    <a:pt x="3514" y="3051"/>
                  </a:lnTo>
                  <a:lnTo>
                    <a:pt x="3283" y="3322"/>
                  </a:lnTo>
                  <a:lnTo>
                    <a:pt x="3012" y="3515"/>
                  </a:lnTo>
                  <a:lnTo>
                    <a:pt x="2704" y="3669"/>
                  </a:lnTo>
                  <a:lnTo>
                    <a:pt x="2395" y="3746"/>
                  </a:lnTo>
                  <a:lnTo>
                    <a:pt x="2047" y="3785"/>
                  </a:lnTo>
                  <a:lnTo>
                    <a:pt x="1738" y="3746"/>
                  </a:lnTo>
                  <a:lnTo>
                    <a:pt x="1391" y="3631"/>
                  </a:lnTo>
                  <a:lnTo>
                    <a:pt x="1120" y="3476"/>
                  </a:lnTo>
                  <a:lnTo>
                    <a:pt x="850" y="3283"/>
                  </a:lnTo>
                  <a:lnTo>
                    <a:pt x="618" y="3013"/>
                  </a:lnTo>
                  <a:lnTo>
                    <a:pt x="464" y="2665"/>
                  </a:lnTo>
                  <a:lnTo>
                    <a:pt x="348" y="2318"/>
                  </a:lnTo>
                  <a:lnTo>
                    <a:pt x="348" y="1931"/>
                  </a:lnTo>
                  <a:lnTo>
                    <a:pt x="387" y="1545"/>
                  </a:lnTo>
                  <a:lnTo>
                    <a:pt x="541" y="1236"/>
                  </a:lnTo>
                  <a:lnTo>
                    <a:pt x="618" y="1082"/>
                  </a:lnTo>
                  <a:lnTo>
                    <a:pt x="734" y="927"/>
                  </a:lnTo>
                  <a:lnTo>
                    <a:pt x="889" y="812"/>
                  </a:lnTo>
                  <a:lnTo>
                    <a:pt x="1043" y="696"/>
                  </a:lnTo>
                  <a:lnTo>
                    <a:pt x="1236" y="619"/>
                  </a:lnTo>
                  <a:lnTo>
                    <a:pt x="1429" y="541"/>
                  </a:lnTo>
                  <a:lnTo>
                    <a:pt x="1468" y="503"/>
                  </a:lnTo>
                  <a:lnTo>
                    <a:pt x="1777" y="425"/>
                  </a:lnTo>
                  <a:lnTo>
                    <a:pt x="2047" y="387"/>
                  </a:lnTo>
                  <a:close/>
                  <a:moveTo>
                    <a:pt x="1931" y="1"/>
                  </a:moveTo>
                  <a:lnTo>
                    <a:pt x="1738" y="39"/>
                  </a:lnTo>
                  <a:lnTo>
                    <a:pt x="1507" y="117"/>
                  </a:lnTo>
                  <a:lnTo>
                    <a:pt x="1313" y="232"/>
                  </a:lnTo>
                  <a:lnTo>
                    <a:pt x="1159" y="348"/>
                  </a:lnTo>
                  <a:lnTo>
                    <a:pt x="1120" y="387"/>
                  </a:lnTo>
                  <a:lnTo>
                    <a:pt x="966" y="387"/>
                  </a:lnTo>
                  <a:lnTo>
                    <a:pt x="773" y="464"/>
                  </a:lnTo>
                  <a:lnTo>
                    <a:pt x="657" y="541"/>
                  </a:lnTo>
                  <a:lnTo>
                    <a:pt x="503" y="657"/>
                  </a:lnTo>
                  <a:lnTo>
                    <a:pt x="387" y="773"/>
                  </a:lnTo>
                  <a:lnTo>
                    <a:pt x="309" y="927"/>
                  </a:lnTo>
                  <a:lnTo>
                    <a:pt x="155" y="1236"/>
                  </a:lnTo>
                  <a:lnTo>
                    <a:pt x="39" y="1623"/>
                  </a:lnTo>
                  <a:lnTo>
                    <a:pt x="1" y="2009"/>
                  </a:lnTo>
                  <a:lnTo>
                    <a:pt x="39" y="2356"/>
                  </a:lnTo>
                  <a:lnTo>
                    <a:pt x="78" y="2704"/>
                  </a:lnTo>
                  <a:lnTo>
                    <a:pt x="155" y="2897"/>
                  </a:lnTo>
                  <a:lnTo>
                    <a:pt x="271" y="3090"/>
                  </a:lnTo>
                  <a:lnTo>
                    <a:pt x="387" y="3283"/>
                  </a:lnTo>
                  <a:lnTo>
                    <a:pt x="541" y="3437"/>
                  </a:lnTo>
                  <a:lnTo>
                    <a:pt x="850" y="3746"/>
                  </a:lnTo>
                  <a:lnTo>
                    <a:pt x="1236" y="3939"/>
                  </a:lnTo>
                  <a:lnTo>
                    <a:pt x="1661" y="4094"/>
                  </a:lnTo>
                  <a:lnTo>
                    <a:pt x="2086" y="4133"/>
                  </a:lnTo>
                  <a:lnTo>
                    <a:pt x="2510" y="4094"/>
                  </a:lnTo>
                  <a:lnTo>
                    <a:pt x="2742" y="4055"/>
                  </a:lnTo>
                  <a:lnTo>
                    <a:pt x="2974" y="3978"/>
                  </a:lnTo>
                  <a:lnTo>
                    <a:pt x="3321" y="3746"/>
                  </a:lnTo>
                  <a:lnTo>
                    <a:pt x="3630" y="3476"/>
                  </a:lnTo>
                  <a:lnTo>
                    <a:pt x="3862" y="3167"/>
                  </a:lnTo>
                  <a:lnTo>
                    <a:pt x="4055" y="2781"/>
                  </a:lnTo>
                  <a:lnTo>
                    <a:pt x="4171" y="2395"/>
                  </a:lnTo>
                  <a:lnTo>
                    <a:pt x="4248" y="2009"/>
                  </a:lnTo>
                  <a:lnTo>
                    <a:pt x="4210" y="1584"/>
                  </a:lnTo>
                  <a:lnTo>
                    <a:pt x="4094" y="1198"/>
                  </a:lnTo>
                  <a:lnTo>
                    <a:pt x="3978" y="1005"/>
                  </a:lnTo>
                  <a:lnTo>
                    <a:pt x="3862" y="812"/>
                  </a:lnTo>
                  <a:lnTo>
                    <a:pt x="3708" y="657"/>
                  </a:lnTo>
                  <a:lnTo>
                    <a:pt x="3553" y="503"/>
                  </a:lnTo>
                  <a:lnTo>
                    <a:pt x="3206" y="232"/>
                  </a:lnTo>
                  <a:lnTo>
                    <a:pt x="2781" y="78"/>
                  </a:lnTo>
                  <a:lnTo>
                    <a:pt x="23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7"/>
            <p:cNvSpPr/>
            <p:nvPr/>
          </p:nvSpPr>
          <p:spPr>
            <a:xfrm>
              <a:off x="4924025" y="3220925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6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5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5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0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7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7"/>
            <p:cNvSpPr/>
            <p:nvPr/>
          </p:nvSpPr>
          <p:spPr>
            <a:xfrm>
              <a:off x="2672775" y="3239275"/>
              <a:ext cx="330175" cy="176700"/>
            </a:xfrm>
            <a:custGeom>
              <a:avLst/>
              <a:gdLst/>
              <a:ahLst/>
              <a:cxnLst/>
              <a:rect l="l" t="t" r="r" b="b"/>
              <a:pathLst>
                <a:path w="13207" h="7068" extrusionOk="0">
                  <a:moveTo>
                    <a:pt x="8110" y="310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80"/>
                  </a:lnTo>
                  <a:lnTo>
                    <a:pt x="8728" y="889"/>
                  </a:lnTo>
                  <a:lnTo>
                    <a:pt x="8766" y="1198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8"/>
                  </a:lnTo>
                  <a:lnTo>
                    <a:pt x="8033" y="2858"/>
                  </a:lnTo>
                  <a:lnTo>
                    <a:pt x="6836" y="4712"/>
                  </a:lnTo>
                  <a:lnTo>
                    <a:pt x="6681" y="4712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8"/>
                  </a:lnTo>
                  <a:lnTo>
                    <a:pt x="7453" y="889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10"/>
                  </a:lnTo>
                  <a:close/>
                  <a:moveTo>
                    <a:pt x="5909" y="5407"/>
                  </a:moveTo>
                  <a:lnTo>
                    <a:pt x="4673" y="5831"/>
                  </a:lnTo>
                  <a:lnTo>
                    <a:pt x="3437" y="6218"/>
                  </a:lnTo>
                  <a:lnTo>
                    <a:pt x="2781" y="6372"/>
                  </a:lnTo>
                  <a:lnTo>
                    <a:pt x="2125" y="6527"/>
                  </a:lnTo>
                  <a:lnTo>
                    <a:pt x="1700" y="6565"/>
                  </a:lnTo>
                  <a:lnTo>
                    <a:pt x="1314" y="6604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8"/>
                  </a:lnTo>
                  <a:lnTo>
                    <a:pt x="696" y="6063"/>
                  </a:lnTo>
                  <a:lnTo>
                    <a:pt x="696" y="5909"/>
                  </a:lnTo>
                  <a:lnTo>
                    <a:pt x="734" y="5793"/>
                  </a:lnTo>
                  <a:lnTo>
                    <a:pt x="812" y="5716"/>
                  </a:lnTo>
                  <a:lnTo>
                    <a:pt x="889" y="5677"/>
                  </a:lnTo>
                  <a:lnTo>
                    <a:pt x="1082" y="5600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7"/>
                  </a:lnTo>
                  <a:close/>
                  <a:moveTo>
                    <a:pt x="7067" y="5098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6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9"/>
                  </a:lnTo>
                  <a:lnTo>
                    <a:pt x="12589" y="6025"/>
                  </a:lnTo>
                  <a:lnTo>
                    <a:pt x="12628" y="6179"/>
                  </a:lnTo>
                  <a:lnTo>
                    <a:pt x="12589" y="6527"/>
                  </a:lnTo>
                  <a:lnTo>
                    <a:pt x="12435" y="6604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4"/>
                  </a:lnTo>
                  <a:lnTo>
                    <a:pt x="10929" y="6527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9"/>
                  </a:lnTo>
                  <a:lnTo>
                    <a:pt x="8226" y="5677"/>
                  </a:lnTo>
                  <a:lnTo>
                    <a:pt x="7067" y="5098"/>
                  </a:lnTo>
                  <a:close/>
                  <a:moveTo>
                    <a:pt x="8148" y="1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7"/>
                  </a:lnTo>
                  <a:lnTo>
                    <a:pt x="6681" y="2433"/>
                  </a:lnTo>
                  <a:lnTo>
                    <a:pt x="6527" y="3592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1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8"/>
                  </a:lnTo>
                  <a:lnTo>
                    <a:pt x="1391" y="5175"/>
                  </a:lnTo>
                  <a:lnTo>
                    <a:pt x="1005" y="5214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600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5"/>
                  </a:lnTo>
                  <a:lnTo>
                    <a:pt x="117" y="6449"/>
                  </a:lnTo>
                  <a:lnTo>
                    <a:pt x="232" y="6604"/>
                  </a:lnTo>
                  <a:lnTo>
                    <a:pt x="348" y="6681"/>
                  </a:lnTo>
                  <a:lnTo>
                    <a:pt x="464" y="6797"/>
                  </a:lnTo>
                  <a:lnTo>
                    <a:pt x="773" y="6913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3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6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9"/>
                  </a:lnTo>
                  <a:lnTo>
                    <a:pt x="6758" y="6102"/>
                  </a:lnTo>
                  <a:lnTo>
                    <a:pt x="6836" y="6295"/>
                  </a:lnTo>
                  <a:lnTo>
                    <a:pt x="7106" y="6256"/>
                  </a:lnTo>
                  <a:lnTo>
                    <a:pt x="7106" y="6218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7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7"/>
                  </a:lnTo>
                  <a:lnTo>
                    <a:pt x="11045" y="6951"/>
                  </a:lnTo>
                  <a:lnTo>
                    <a:pt x="11469" y="7029"/>
                  </a:lnTo>
                  <a:lnTo>
                    <a:pt x="11933" y="7067"/>
                  </a:lnTo>
                  <a:lnTo>
                    <a:pt x="12396" y="7029"/>
                  </a:lnTo>
                  <a:lnTo>
                    <a:pt x="12589" y="6990"/>
                  </a:lnTo>
                  <a:lnTo>
                    <a:pt x="12782" y="6913"/>
                  </a:lnTo>
                  <a:lnTo>
                    <a:pt x="12937" y="6797"/>
                  </a:lnTo>
                  <a:lnTo>
                    <a:pt x="13053" y="6681"/>
                  </a:lnTo>
                  <a:lnTo>
                    <a:pt x="13130" y="6527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5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7"/>
                  </a:lnTo>
                  <a:lnTo>
                    <a:pt x="12242" y="5291"/>
                  </a:lnTo>
                  <a:lnTo>
                    <a:pt x="11894" y="5214"/>
                  </a:lnTo>
                  <a:lnTo>
                    <a:pt x="11315" y="5098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2"/>
                  </a:lnTo>
                  <a:lnTo>
                    <a:pt x="8071" y="3515"/>
                  </a:lnTo>
                  <a:lnTo>
                    <a:pt x="8496" y="2858"/>
                  </a:lnTo>
                  <a:lnTo>
                    <a:pt x="8843" y="2202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7"/>
                  </a:lnTo>
                  <a:lnTo>
                    <a:pt x="9075" y="1275"/>
                  </a:lnTo>
                  <a:lnTo>
                    <a:pt x="9037" y="1005"/>
                  </a:lnTo>
                  <a:lnTo>
                    <a:pt x="8959" y="812"/>
                  </a:lnTo>
                  <a:lnTo>
                    <a:pt x="8882" y="580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7"/>
            <p:cNvSpPr/>
            <p:nvPr/>
          </p:nvSpPr>
          <p:spPr>
            <a:xfrm>
              <a:off x="410925" y="3256650"/>
              <a:ext cx="35725" cy="33825"/>
            </a:xfrm>
            <a:custGeom>
              <a:avLst/>
              <a:gdLst/>
              <a:ahLst/>
              <a:cxnLst/>
              <a:rect l="l" t="t" r="r" b="b"/>
              <a:pathLst>
                <a:path w="1429" h="1353" extrusionOk="0">
                  <a:moveTo>
                    <a:pt x="579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71"/>
                  </a:lnTo>
                  <a:lnTo>
                    <a:pt x="39" y="425"/>
                  </a:lnTo>
                  <a:lnTo>
                    <a:pt x="0" y="619"/>
                  </a:lnTo>
                  <a:lnTo>
                    <a:pt x="0" y="812"/>
                  </a:lnTo>
                  <a:lnTo>
                    <a:pt x="77" y="966"/>
                  </a:lnTo>
                  <a:lnTo>
                    <a:pt x="155" y="1121"/>
                  </a:lnTo>
                  <a:lnTo>
                    <a:pt x="309" y="1275"/>
                  </a:lnTo>
                  <a:lnTo>
                    <a:pt x="463" y="1352"/>
                  </a:lnTo>
                  <a:lnTo>
                    <a:pt x="618" y="1352"/>
                  </a:lnTo>
                  <a:lnTo>
                    <a:pt x="695" y="1236"/>
                  </a:lnTo>
                  <a:lnTo>
                    <a:pt x="695" y="1121"/>
                  </a:lnTo>
                  <a:lnTo>
                    <a:pt x="657" y="1082"/>
                  </a:lnTo>
                  <a:lnTo>
                    <a:pt x="579" y="1043"/>
                  </a:lnTo>
                  <a:lnTo>
                    <a:pt x="502" y="1005"/>
                  </a:lnTo>
                  <a:lnTo>
                    <a:pt x="463" y="927"/>
                  </a:lnTo>
                  <a:lnTo>
                    <a:pt x="386" y="773"/>
                  </a:lnTo>
                  <a:lnTo>
                    <a:pt x="386" y="580"/>
                  </a:lnTo>
                  <a:lnTo>
                    <a:pt x="425" y="503"/>
                  </a:lnTo>
                  <a:lnTo>
                    <a:pt x="502" y="425"/>
                  </a:lnTo>
                  <a:lnTo>
                    <a:pt x="579" y="387"/>
                  </a:lnTo>
                  <a:lnTo>
                    <a:pt x="657" y="387"/>
                  </a:lnTo>
                  <a:lnTo>
                    <a:pt x="850" y="425"/>
                  </a:lnTo>
                  <a:lnTo>
                    <a:pt x="927" y="464"/>
                  </a:lnTo>
                  <a:lnTo>
                    <a:pt x="965" y="541"/>
                  </a:lnTo>
                  <a:lnTo>
                    <a:pt x="1043" y="696"/>
                  </a:lnTo>
                  <a:lnTo>
                    <a:pt x="1081" y="773"/>
                  </a:lnTo>
                  <a:lnTo>
                    <a:pt x="1120" y="812"/>
                  </a:lnTo>
                  <a:lnTo>
                    <a:pt x="1274" y="812"/>
                  </a:lnTo>
                  <a:lnTo>
                    <a:pt x="1352" y="734"/>
                  </a:lnTo>
                  <a:lnTo>
                    <a:pt x="1390" y="696"/>
                  </a:lnTo>
                  <a:lnTo>
                    <a:pt x="1429" y="619"/>
                  </a:lnTo>
                  <a:lnTo>
                    <a:pt x="1390" y="425"/>
                  </a:lnTo>
                  <a:lnTo>
                    <a:pt x="1274" y="271"/>
                  </a:lnTo>
                  <a:lnTo>
                    <a:pt x="1159" y="117"/>
                  </a:lnTo>
                  <a:lnTo>
                    <a:pt x="965" y="39"/>
                  </a:lnTo>
                  <a:lnTo>
                    <a:pt x="77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7"/>
            <p:cNvSpPr/>
            <p:nvPr/>
          </p:nvSpPr>
          <p:spPr>
            <a:xfrm>
              <a:off x="5445325" y="3267275"/>
              <a:ext cx="624625" cy="344650"/>
            </a:xfrm>
            <a:custGeom>
              <a:avLst/>
              <a:gdLst/>
              <a:ahLst/>
              <a:cxnLst/>
              <a:rect l="l" t="t" r="r" b="b"/>
              <a:pathLst>
                <a:path w="24985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03" y="2008"/>
                  </a:lnTo>
                  <a:lnTo>
                    <a:pt x="23787" y="2124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170" y="2086"/>
                  </a:lnTo>
                  <a:lnTo>
                    <a:pt x="23054" y="1970"/>
                  </a:lnTo>
                  <a:lnTo>
                    <a:pt x="22976" y="1815"/>
                  </a:lnTo>
                  <a:lnTo>
                    <a:pt x="22938" y="1622"/>
                  </a:lnTo>
                  <a:lnTo>
                    <a:pt x="22976" y="1429"/>
                  </a:lnTo>
                  <a:lnTo>
                    <a:pt x="23015" y="1236"/>
                  </a:lnTo>
                  <a:lnTo>
                    <a:pt x="23131" y="1082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42"/>
                  </a:lnTo>
                  <a:lnTo>
                    <a:pt x="24289" y="3090"/>
                  </a:lnTo>
                  <a:lnTo>
                    <a:pt x="24367" y="3437"/>
                  </a:lnTo>
                  <a:lnTo>
                    <a:pt x="24405" y="3785"/>
                  </a:lnTo>
                  <a:lnTo>
                    <a:pt x="24173" y="3707"/>
                  </a:lnTo>
                  <a:lnTo>
                    <a:pt x="23942" y="3592"/>
                  </a:lnTo>
                  <a:lnTo>
                    <a:pt x="23826" y="3514"/>
                  </a:lnTo>
                  <a:lnTo>
                    <a:pt x="23787" y="3399"/>
                  </a:lnTo>
                  <a:lnTo>
                    <a:pt x="23710" y="3283"/>
                  </a:lnTo>
                  <a:lnTo>
                    <a:pt x="23672" y="3128"/>
                  </a:lnTo>
                  <a:lnTo>
                    <a:pt x="23710" y="2897"/>
                  </a:lnTo>
                  <a:lnTo>
                    <a:pt x="23787" y="2704"/>
                  </a:lnTo>
                  <a:lnTo>
                    <a:pt x="23903" y="2549"/>
                  </a:lnTo>
                  <a:lnTo>
                    <a:pt x="24096" y="2433"/>
                  </a:lnTo>
                  <a:close/>
                  <a:moveTo>
                    <a:pt x="16142" y="4943"/>
                  </a:moveTo>
                  <a:lnTo>
                    <a:pt x="16257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28" y="5252"/>
                  </a:lnTo>
                  <a:lnTo>
                    <a:pt x="16566" y="5407"/>
                  </a:lnTo>
                  <a:lnTo>
                    <a:pt x="16296" y="5407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40" y="5368"/>
                  </a:lnTo>
                  <a:lnTo>
                    <a:pt x="15678" y="5252"/>
                  </a:lnTo>
                  <a:lnTo>
                    <a:pt x="15755" y="5136"/>
                  </a:lnTo>
                  <a:lnTo>
                    <a:pt x="15833" y="5059"/>
                  </a:lnTo>
                  <a:lnTo>
                    <a:pt x="15949" y="5020"/>
                  </a:lnTo>
                  <a:lnTo>
                    <a:pt x="16026" y="4982"/>
                  </a:lnTo>
                  <a:lnTo>
                    <a:pt x="16142" y="4943"/>
                  </a:lnTo>
                  <a:close/>
                  <a:moveTo>
                    <a:pt x="24444" y="4248"/>
                  </a:moveTo>
                  <a:lnTo>
                    <a:pt x="24405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07"/>
                  </a:lnTo>
                  <a:lnTo>
                    <a:pt x="23903" y="5252"/>
                  </a:lnTo>
                  <a:lnTo>
                    <a:pt x="23787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865" y="4596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763" y="4866"/>
                  </a:lnTo>
                  <a:lnTo>
                    <a:pt x="17879" y="4905"/>
                  </a:lnTo>
                  <a:lnTo>
                    <a:pt x="17957" y="4982"/>
                  </a:lnTo>
                  <a:lnTo>
                    <a:pt x="18072" y="5175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484"/>
                  </a:lnTo>
                  <a:lnTo>
                    <a:pt x="17030" y="5407"/>
                  </a:lnTo>
                  <a:lnTo>
                    <a:pt x="17030" y="5291"/>
                  </a:lnTo>
                  <a:lnTo>
                    <a:pt x="17107" y="5136"/>
                  </a:lnTo>
                  <a:lnTo>
                    <a:pt x="17184" y="5059"/>
                  </a:lnTo>
                  <a:lnTo>
                    <a:pt x="17261" y="4943"/>
                  </a:lnTo>
                  <a:lnTo>
                    <a:pt x="17377" y="4866"/>
                  </a:lnTo>
                  <a:lnTo>
                    <a:pt x="17493" y="4827"/>
                  </a:lnTo>
                  <a:close/>
                  <a:moveTo>
                    <a:pt x="14558" y="5291"/>
                  </a:moveTo>
                  <a:lnTo>
                    <a:pt x="14674" y="5329"/>
                  </a:lnTo>
                  <a:lnTo>
                    <a:pt x="14790" y="5368"/>
                  </a:lnTo>
                  <a:lnTo>
                    <a:pt x="14906" y="5445"/>
                  </a:lnTo>
                  <a:lnTo>
                    <a:pt x="14983" y="5522"/>
                  </a:lnTo>
                  <a:lnTo>
                    <a:pt x="15060" y="5677"/>
                  </a:lnTo>
                  <a:lnTo>
                    <a:pt x="14520" y="5870"/>
                  </a:lnTo>
                  <a:lnTo>
                    <a:pt x="14056" y="6102"/>
                  </a:lnTo>
                  <a:lnTo>
                    <a:pt x="14018" y="6024"/>
                  </a:lnTo>
                  <a:lnTo>
                    <a:pt x="14018" y="5793"/>
                  </a:lnTo>
                  <a:lnTo>
                    <a:pt x="14095" y="5600"/>
                  </a:lnTo>
                  <a:lnTo>
                    <a:pt x="14249" y="5445"/>
                  </a:lnTo>
                  <a:lnTo>
                    <a:pt x="14327" y="5368"/>
                  </a:lnTo>
                  <a:lnTo>
                    <a:pt x="14443" y="5329"/>
                  </a:lnTo>
                  <a:lnTo>
                    <a:pt x="14558" y="5291"/>
                  </a:lnTo>
                  <a:close/>
                  <a:moveTo>
                    <a:pt x="19076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47" y="5793"/>
                  </a:lnTo>
                  <a:lnTo>
                    <a:pt x="19385" y="5986"/>
                  </a:lnTo>
                  <a:lnTo>
                    <a:pt x="19347" y="6140"/>
                  </a:lnTo>
                  <a:lnTo>
                    <a:pt x="18574" y="5831"/>
                  </a:lnTo>
                  <a:lnTo>
                    <a:pt x="18613" y="5715"/>
                  </a:lnTo>
                  <a:lnTo>
                    <a:pt x="18652" y="5638"/>
                  </a:lnTo>
                  <a:lnTo>
                    <a:pt x="18806" y="5522"/>
                  </a:lnTo>
                  <a:lnTo>
                    <a:pt x="18999" y="5484"/>
                  </a:lnTo>
                  <a:close/>
                  <a:moveTo>
                    <a:pt x="20312" y="6063"/>
                  </a:moveTo>
                  <a:lnTo>
                    <a:pt x="20428" y="6102"/>
                  </a:lnTo>
                  <a:lnTo>
                    <a:pt x="20544" y="6179"/>
                  </a:lnTo>
                  <a:lnTo>
                    <a:pt x="20660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53" y="6913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10" y="6256"/>
                  </a:lnTo>
                  <a:lnTo>
                    <a:pt x="19887" y="6179"/>
                  </a:lnTo>
                  <a:lnTo>
                    <a:pt x="19964" y="6102"/>
                  </a:lnTo>
                  <a:lnTo>
                    <a:pt x="20080" y="6063"/>
                  </a:lnTo>
                  <a:close/>
                  <a:moveTo>
                    <a:pt x="23710" y="5870"/>
                  </a:moveTo>
                  <a:lnTo>
                    <a:pt x="23942" y="5986"/>
                  </a:lnTo>
                  <a:lnTo>
                    <a:pt x="24058" y="5986"/>
                  </a:lnTo>
                  <a:lnTo>
                    <a:pt x="23903" y="6295"/>
                  </a:lnTo>
                  <a:lnTo>
                    <a:pt x="23710" y="6565"/>
                  </a:lnTo>
                  <a:lnTo>
                    <a:pt x="23478" y="6797"/>
                  </a:lnTo>
                  <a:lnTo>
                    <a:pt x="23247" y="6990"/>
                  </a:lnTo>
                  <a:lnTo>
                    <a:pt x="23208" y="6913"/>
                  </a:lnTo>
                  <a:lnTo>
                    <a:pt x="23054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092" y="6063"/>
                  </a:lnTo>
                  <a:lnTo>
                    <a:pt x="23170" y="5986"/>
                  </a:lnTo>
                  <a:lnTo>
                    <a:pt x="23285" y="5947"/>
                  </a:lnTo>
                  <a:lnTo>
                    <a:pt x="23478" y="5870"/>
                  </a:lnTo>
                  <a:close/>
                  <a:moveTo>
                    <a:pt x="13207" y="6102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670" y="6333"/>
                  </a:lnTo>
                  <a:lnTo>
                    <a:pt x="13130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3"/>
                  </a:lnTo>
                  <a:lnTo>
                    <a:pt x="12628" y="6797"/>
                  </a:lnTo>
                  <a:lnTo>
                    <a:pt x="12628" y="6642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179"/>
                  </a:lnTo>
                  <a:lnTo>
                    <a:pt x="12975" y="6140"/>
                  </a:lnTo>
                  <a:lnTo>
                    <a:pt x="13091" y="6102"/>
                  </a:lnTo>
                  <a:close/>
                  <a:moveTo>
                    <a:pt x="22166" y="6565"/>
                  </a:moveTo>
                  <a:lnTo>
                    <a:pt x="22281" y="6604"/>
                  </a:lnTo>
                  <a:lnTo>
                    <a:pt x="22436" y="6681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1" y="7067"/>
                  </a:lnTo>
                  <a:lnTo>
                    <a:pt x="22899" y="7067"/>
                  </a:lnTo>
                  <a:lnTo>
                    <a:pt x="22976" y="7106"/>
                  </a:lnTo>
                  <a:lnTo>
                    <a:pt x="22938" y="7106"/>
                  </a:lnTo>
                  <a:lnTo>
                    <a:pt x="22552" y="7221"/>
                  </a:lnTo>
                  <a:lnTo>
                    <a:pt x="22166" y="7221"/>
                  </a:lnTo>
                  <a:lnTo>
                    <a:pt x="21779" y="7183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19"/>
                  </a:lnTo>
                  <a:lnTo>
                    <a:pt x="21779" y="6604"/>
                  </a:lnTo>
                  <a:lnTo>
                    <a:pt x="22011" y="6565"/>
                  </a:lnTo>
                  <a:close/>
                  <a:moveTo>
                    <a:pt x="12280" y="7376"/>
                  </a:moveTo>
                  <a:lnTo>
                    <a:pt x="12473" y="7415"/>
                  </a:lnTo>
                  <a:lnTo>
                    <a:pt x="12087" y="7955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24" y="8071"/>
                  </a:lnTo>
                  <a:lnTo>
                    <a:pt x="11624" y="7955"/>
                  </a:lnTo>
                  <a:lnTo>
                    <a:pt x="11662" y="7839"/>
                  </a:lnTo>
                  <a:lnTo>
                    <a:pt x="11701" y="7723"/>
                  </a:lnTo>
                  <a:lnTo>
                    <a:pt x="11778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26" y="7415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56" y="9422"/>
                  </a:lnTo>
                  <a:lnTo>
                    <a:pt x="2433" y="9461"/>
                  </a:lnTo>
                  <a:lnTo>
                    <a:pt x="2511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588" y="10002"/>
                  </a:lnTo>
                  <a:lnTo>
                    <a:pt x="2124" y="9886"/>
                  </a:lnTo>
                  <a:lnTo>
                    <a:pt x="1622" y="9886"/>
                  </a:lnTo>
                  <a:lnTo>
                    <a:pt x="1661" y="9731"/>
                  </a:lnTo>
                  <a:lnTo>
                    <a:pt x="1738" y="9616"/>
                  </a:lnTo>
                  <a:lnTo>
                    <a:pt x="1815" y="9538"/>
                  </a:lnTo>
                  <a:lnTo>
                    <a:pt x="1893" y="9461"/>
                  </a:lnTo>
                  <a:lnTo>
                    <a:pt x="2009" y="9384"/>
                  </a:lnTo>
                  <a:lnTo>
                    <a:pt x="2124" y="9345"/>
                  </a:lnTo>
                  <a:close/>
                  <a:moveTo>
                    <a:pt x="11624" y="8998"/>
                  </a:moveTo>
                  <a:lnTo>
                    <a:pt x="11469" y="9500"/>
                  </a:lnTo>
                  <a:lnTo>
                    <a:pt x="11315" y="10002"/>
                  </a:lnTo>
                  <a:lnTo>
                    <a:pt x="11238" y="10272"/>
                  </a:lnTo>
                  <a:lnTo>
                    <a:pt x="11044" y="10079"/>
                  </a:lnTo>
                  <a:lnTo>
                    <a:pt x="10967" y="9809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29" y="9422"/>
                  </a:lnTo>
                  <a:lnTo>
                    <a:pt x="11006" y="9307"/>
                  </a:lnTo>
                  <a:lnTo>
                    <a:pt x="11122" y="9152"/>
                  </a:lnTo>
                  <a:lnTo>
                    <a:pt x="11276" y="9036"/>
                  </a:lnTo>
                  <a:lnTo>
                    <a:pt x="11469" y="8998"/>
                  </a:lnTo>
                  <a:close/>
                  <a:moveTo>
                    <a:pt x="3746" y="9731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2" y="10118"/>
                  </a:lnTo>
                  <a:lnTo>
                    <a:pt x="4171" y="10233"/>
                  </a:lnTo>
                  <a:lnTo>
                    <a:pt x="4132" y="10388"/>
                  </a:lnTo>
                  <a:lnTo>
                    <a:pt x="4094" y="10504"/>
                  </a:lnTo>
                  <a:lnTo>
                    <a:pt x="4017" y="10620"/>
                  </a:lnTo>
                  <a:lnTo>
                    <a:pt x="3862" y="10542"/>
                  </a:lnTo>
                  <a:lnTo>
                    <a:pt x="3476" y="10311"/>
                  </a:lnTo>
                  <a:lnTo>
                    <a:pt x="3051" y="10156"/>
                  </a:lnTo>
                  <a:lnTo>
                    <a:pt x="3128" y="10002"/>
                  </a:lnTo>
                  <a:lnTo>
                    <a:pt x="3244" y="9924"/>
                  </a:lnTo>
                  <a:lnTo>
                    <a:pt x="3360" y="9809"/>
                  </a:lnTo>
                  <a:lnTo>
                    <a:pt x="3476" y="9770"/>
                  </a:lnTo>
                  <a:lnTo>
                    <a:pt x="3630" y="9731"/>
                  </a:lnTo>
                  <a:close/>
                  <a:moveTo>
                    <a:pt x="4827" y="10620"/>
                  </a:moveTo>
                  <a:lnTo>
                    <a:pt x="4905" y="10658"/>
                  </a:lnTo>
                  <a:lnTo>
                    <a:pt x="4982" y="10697"/>
                  </a:lnTo>
                  <a:lnTo>
                    <a:pt x="5059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59" y="11430"/>
                  </a:lnTo>
                  <a:lnTo>
                    <a:pt x="4403" y="10890"/>
                  </a:lnTo>
                  <a:lnTo>
                    <a:pt x="4441" y="10813"/>
                  </a:lnTo>
                  <a:lnTo>
                    <a:pt x="4480" y="10735"/>
                  </a:lnTo>
                  <a:lnTo>
                    <a:pt x="4634" y="10658"/>
                  </a:lnTo>
                  <a:lnTo>
                    <a:pt x="4827" y="10620"/>
                  </a:lnTo>
                  <a:close/>
                  <a:moveTo>
                    <a:pt x="11160" y="10620"/>
                  </a:moveTo>
                  <a:lnTo>
                    <a:pt x="10929" y="11199"/>
                  </a:lnTo>
                  <a:lnTo>
                    <a:pt x="10697" y="11739"/>
                  </a:lnTo>
                  <a:lnTo>
                    <a:pt x="10658" y="11701"/>
                  </a:lnTo>
                  <a:lnTo>
                    <a:pt x="10465" y="11508"/>
                  </a:lnTo>
                  <a:lnTo>
                    <a:pt x="10388" y="11315"/>
                  </a:lnTo>
                  <a:lnTo>
                    <a:pt x="10388" y="11122"/>
                  </a:lnTo>
                  <a:lnTo>
                    <a:pt x="10427" y="10967"/>
                  </a:lnTo>
                  <a:lnTo>
                    <a:pt x="10542" y="10774"/>
                  </a:lnTo>
                  <a:lnTo>
                    <a:pt x="10697" y="10658"/>
                  </a:lnTo>
                  <a:lnTo>
                    <a:pt x="10929" y="10620"/>
                  </a:lnTo>
                  <a:close/>
                  <a:moveTo>
                    <a:pt x="5947" y="11469"/>
                  </a:moveTo>
                  <a:lnTo>
                    <a:pt x="6063" y="11508"/>
                  </a:lnTo>
                  <a:lnTo>
                    <a:pt x="6140" y="11546"/>
                  </a:lnTo>
                  <a:lnTo>
                    <a:pt x="6218" y="11662"/>
                  </a:lnTo>
                  <a:lnTo>
                    <a:pt x="6295" y="11739"/>
                  </a:lnTo>
                  <a:lnTo>
                    <a:pt x="6372" y="11971"/>
                  </a:lnTo>
                  <a:lnTo>
                    <a:pt x="6411" y="12203"/>
                  </a:lnTo>
                  <a:lnTo>
                    <a:pt x="6372" y="12473"/>
                  </a:lnTo>
                  <a:lnTo>
                    <a:pt x="5870" y="12087"/>
                  </a:lnTo>
                  <a:lnTo>
                    <a:pt x="5407" y="11701"/>
                  </a:lnTo>
                  <a:lnTo>
                    <a:pt x="5445" y="11585"/>
                  </a:lnTo>
                  <a:lnTo>
                    <a:pt x="5523" y="11508"/>
                  </a:lnTo>
                  <a:lnTo>
                    <a:pt x="5638" y="11469"/>
                  </a:lnTo>
                  <a:close/>
                  <a:moveTo>
                    <a:pt x="10542" y="12048"/>
                  </a:moveTo>
                  <a:lnTo>
                    <a:pt x="10388" y="12280"/>
                  </a:lnTo>
                  <a:lnTo>
                    <a:pt x="10195" y="12550"/>
                  </a:lnTo>
                  <a:lnTo>
                    <a:pt x="9963" y="12743"/>
                  </a:lnTo>
                  <a:lnTo>
                    <a:pt x="9770" y="12936"/>
                  </a:lnTo>
                  <a:lnTo>
                    <a:pt x="9732" y="12859"/>
                  </a:lnTo>
                  <a:lnTo>
                    <a:pt x="9654" y="12666"/>
                  </a:lnTo>
                  <a:lnTo>
                    <a:pt x="9616" y="12473"/>
                  </a:lnTo>
                  <a:lnTo>
                    <a:pt x="9693" y="12319"/>
                  </a:lnTo>
                  <a:lnTo>
                    <a:pt x="9809" y="12203"/>
                  </a:lnTo>
                  <a:lnTo>
                    <a:pt x="9963" y="12126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37" y="12473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01" y="12821"/>
                  </a:lnTo>
                  <a:lnTo>
                    <a:pt x="7878" y="13014"/>
                  </a:lnTo>
                  <a:lnTo>
                    <a:pt x="7839" y="13207"/>
                  </a:lnTo>
                  <a:lnTo>
                    <a:pt x="7299" y="13014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44" y="12512"/>
                  </a:lnTo>
                  <a:lnTo>
                    <a:pt x="7337" y="12473"/>
                  </a:lnTo>
                  <a:close/>
                  <a:moveTo>
                    <a:pt x="8843" y="12628"/>
                  </a:moveTo>
                  <a:lnTo>
                    <a:pt x="8921" y="12666"/>
                  </a:lnTo>
                  <a:lnTo>
                    <a:pt x="9075" y="12743"/>
                  </a:lnTo>
                  <a:lnTo>
                    <a:pt x="9191" y="12936"/>
                  </a:lnTo>
                  <a:lnTo>
                    <a:pt x="9230" y="13130"/>
                  </a:lnTo>
                  <a:lnTo>
                    <a:pt x="9230" y="13207"/>
                  </a:lnTo>
                  <a:lnTo>
                    <a:pt x="9036" y="13245"/>
                  </a:lnTo>
                  <a:lnTo>
                    <a:pt x="8805" y="13284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03" y="13014"/>
                  </a:lnTo>
                  <a:lnTo>
                    <a:pt x="8419" y="12821"/>
                  </a:lnTo>
                  <a:lnTo>
                    <a:pt x="8534" y="12666"/>
                  </a:lnTo>
                  <a:lnTo>
                    <a:pt x="8650" y="12628"/>
                  </a:lnTo>
                  <a:close/>
                  <a:moveTo>
                    <a:pt x="22861" y="0"/>
                  </a:moveTo>
                  <a:lnTo>
                    <a:pt x="22822" y="78"/>
                  </a:lnTo>
                  <a:lnTo>
                    <a:pt x="22745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783" y="387"/>
                  </a:lnTo>
                  <a:lnTo>
                    <a:pt x="22822" y="387"/>
                  </a:lnTo>
                  <a:lnTo>
                    <a:pt x="22861" y="464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668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22" y="2240"/>
                  </a:lnTo>
                  <a:lnTo>
                    <a:pt x="23015" y="2395"/>
                  </a:lnTo>
                  <a:lnTo>
                    <a:pt x="23247" y="2472"/>
                  </a:lnTo>
                  <a:lnTo>
                    <a:pt x="23478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24" y="3244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862"/>
                  </a:lnTo>
                  <a:lnTo>
                    <a:pt x="23942" y="4016"/>
                  </a:lnTo>
                  <a:lnTo>
                    <a:pt x="23710" y="4209"/>
                  </a:lnTo>
                  <a:lnTo>
                    <a:pt x="23556" y="4480"/>
                  </a:lnTo>
                  <a:lnTo>
                    <a:pt x="23440" y="4750"/>
                  </a:lnTo>
                  <a:lnTo>
                    <a:pt x="23440" y="4866"/>
                  </a:lnTo>
                  <a:lnTo>
                    <a:pt x="23440" y="5020"/>
                  </a:lnTo>
                  <a:lnTo>
                    <a:pt x="23478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70" y="5561"/>
                  </a:lnTo>
                  <a:lnTo>
                    <a:pt x="22938" y="5677"/>
                  </a:lnTo>
                  <a:lnTo>
                    <a:pt x="22783" y="5870"/>
                  </a:lnTo>
                  <a:lnTo>
                    <a:pt x="22668" y="6102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1972" y="6217"/>
                  </a:lnTo>
                  <a:lnTo>
                    <a:pt x="21741" y="6256"/>
                  </a:lnTo>
                  <a:lnTo>
                    <a:pt x="21509" y="6411"/>
                  </a:lnTo>
                  <a:lnTo>
                    <a:pt x="21316" y="6565"/>
                  </a:lnTo>
                  <a:lnTo>
                    <a:pt x="21200" y="6758"/>
                  </a:lnTo>
                  <a:lnTo>
                    <a:pt x="21084" y="6449"/>
                  </a:lnTo>
                  <a:lnTo>
                    <a:pt x="20930" y="6140"/>
                  </a:lnTo>
                  <a:lnTo>
                    <a:pt x="20853" y="5986"/>
                  </a:lnTo>
                  <a:lnTo>
                    <a:pt x="20698" y="5870"/>
                  </a:lnTo>
                  <a:lnTo>
                    <a:pt x="20582" y="5793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42" y="5793"/>
                  </a:lnTo>
                  <a:lnTo>
                    <a:pt x="19887" y="5831"/>
                  </a:lnTo>
                  <a:lnTo>
                    <a:pt x="19733" y="5947"/>
                  </a:lnTo>
                  <a:lnTo>
                    <a:pt x="19694" y="5715"/>
                  </a:lnTo>
                  <a:lnTo>
                    <a:pt x="19617" y="5484"/>
                  </a:lnTo>
                  <a:lnTo>
                    <a:pt x="19462" y="5291"/>
                  </a:lnTo>
                  <a:lnTo>
                    <a:pt x="19347" y="5213"/>
                  </a:lnTo>
                  <a:lnTo>
                    <a:pt x="19231" y="5175"/>
                  </a:lnTo>
                  <a:lnTo>
                    <a:pt x="19038" y="5136"/>
                  </a:lnTo>
                  <a:lnTo>
                    <a:pt x="18806" y="5175"/>
                  </a:lnTo>
                  <a:lnTo>
                    <a:pt x="18613" y="5252"/>
                  </a:lnTo>
                  <a:lnTo>
                    <a:pt x="18458" y="5407"/>
                  </a:lnTo>
                  <a:lnTo>
                    <a:pt x="18458" y="5252"/>
                  </a:lnTo>
                  <a:lnTo>
                    <a:pt x="18420" y="5098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7" y="4557"/>
                  </a:lnTo>
                  <a:lnTo>
                    <a:pt x="17802" y="4518"/>
                  </a:lnTo>
                  <a:lnTo>
                    <a:pt x="17493" y="4518"/>
                  </a:lnTo>
                  <a:lnTo>
                    <a:pt x="17377" y="4557"/>
                  </a:lnTo>
                  <a:lnTo>
                    <a:pt x="17223" y="4634"/>
                  </a:lnTo>
                  <a:lnTo>
                    <a:pt x="17107" y="4711"/>
                  </a:lnTo>
                  <a:lnTo>
                    <a:pt x="17030" y="4827"/>
                  </a:lnTo>
                  <a:lnTo>
                    <a:pt x="16875" y="5059"/>
                  </a:lnTo>
                  <a:lnTo>
                    <a:pt x="16759" y="4905"/>
                  </a:lnTo>
                  <a:lnTo>
                    <a:pt x="16605" y="4789"/>
                  </a:lnTo>
                  <a:lnTo>
                    <a:pt x="16451" y="4673"/>
                  </a:lnTo>
                  <a:lnTo>
                    <a:pt x="16257" y="4634"/>
                  </a:lnTo>
                  <a:lnTo>
                    <a:pt x="16103" y="4634"/>
                  </a:lnTo>
                  <a:lnTo>
                    <a:pt x="15910" y="4673"/>
                  </a:lnTo>
                  <a:lnTo>
                    <a:pt x="15755" y="4750"/>
                  </a:lnTo>
                  <a:lnTo>
                    <a:pt x="15640" y="4827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291"/>
                  </a:lnTo>
                  <a:lnTo>
                    <a:pt x="15374" y="5460"/>
                  </a:lnTo>
                  <a:lnTo>
                    <a:pt x="15331" y="5329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597" y="4943"/>
                  </a:lnTo>
                  <a:lnTo>
                    <a:pt x="14404" y="4943"/>
                  </a:lnTo>
                  <a:lnTo>
                    <a:pt x="14249" y="5020"/>
                  </a:lnTo>
                  <a:lnTo>
                    <a:pt x="14134" y="5098"/>
                  </a:lnTo>
                  <a:lnTo>
                    <a:pt x="14018" y="5175"/>
                  </a:lnTo>
                  <a:lnTo>
                    <a:pt x="13941" y="5291"/>
                  </a:lnTo>
                  <a:lnTo>
                    <a:pt x="13825" y="5522"/>
                  </a:lnTo>
                  <a:lnTo>
                    <a:pt x="13747" y="5831"/>
                  </a:lnTo>
                  <a:lnTo>
                    <a:pt x="13593" y="5754"/>
                  </a:lnTo>
                  <a:lnTo>
                    <a:pt x="13361" y="5677"/>
                  </a:lnTo>
                  <a:lnTo>
                    <a:pt x="13130" y="5677"/>
                  </a:lnTo>
                  <a:lnTo>
                    <a:pt x="12937" y="5715"/>
                  </a:lnTo>
                  <a:lnTo>
                    <a:pt x="12705" y="5831"/>
                  </a:lnTo>
                  <a:lnTo>
                    <a:pt x="12589" y="5947"/>
                  </a:lnTo>
                  <a:lnTo>
                    <a:pt x="12473" y="6063"/>
                  </a:lnTo>
                  <a:lnTo>
                    <a:pt x="12396" y="6217"/>
                  </a:lnTo>
                  <a:lnTo>
                    <a:pt x="12357" y="6333"/>
                  </a:lnTo>
                  <a:lnTo>
                    <a:pt x="12319" y="6526"/>
                  </a:lnTo>
                  <a:lnTo>
                    <a:pt x="12319" y="6681"/>
                  </a:lnTo>
                  <a:lnTo>
                    <a:pt x="12357" y="6835"/>
                  </a:lnTo>
                  <a:lnTo>
                    <a:pt x="12396" y="6990"/>
                  </a:lnTo>
                  <a:lnTo>
                    <a:pt x="12126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469" y="7376"/>
                  </a:lnTo>
                  <a:lnTo>
                    <a:pt x="11392" y="7530"/>
                  </a:lnTo>
                  <a:lnTo>
                    <a:pt x="11315" y="7685"/>
                  </a:lnTo>
                  <a:lnTo>
                    <a:pt x="11276" y="7839"/>
                  </a:lnTo>
                  <a:lnTo>
                    <a:pt x="11276" y="7994"/>
                  </a:lnTo>
                  <a:lnTo>
                    <a:pt x="11276" y="8148"/>
                  </a:lnTo>
                  <a:lnTo>
                    <a:pt x="11315" y="8303"/>
                  </a:lnTo>
                  <a:lnTo>
                    <a:pt x="11392" y="8457"/>
                  </a:lnTo>
                  <a:lnTo>
                    <a:pt x="11469" y="8573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20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02"/>
                  </a:lnTo>
                  <a:lnTo>
                    <a:pt x="10851" y="10233"/>
                  </a:lnTo>
                  <a:lnTo>
                    <a:pt x="10620" y="10272"/>
                  </a:lnTo>
                  <a:lnTo>
                    <a:pt x="10388" y="10388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40" y="11006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56" y="11701"/>
                  </a:lnTo>
                  <a:lnTo>
                    <a:pt x="9925" y="11739"/>
                  </a:lnTo>
                  <a:lnTo>
                    <a:pt x="9693" y="11817"/>
                  </a:lnTo>
                  <a:lnTo>
                    <a:pt x="9500" y="11971"/>
                  </a:lnTo>
                  <a:lnTo>
                    <a:pt x="9423" y="12087"/>
                  </a:lnTo>
                  <a:lnTo>
                    <a:pt x="9345" y="12203"/>
                  </a:lnTo>
                  <a:lnTo>
                    <a:pt x="9307" y="12319"/>
                  </a:lnTo>
                  <a:lnTo>
                    <a:pt x="9307" y="12473"/>
                  </a:lnTo>
                  <a:lnTo>
                    <a:pt x="9152" y="12357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689" y="12280"/>
                  </a:lnTo>
                  <a:lnTo>
                    <a:pt x="8534" y="12319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48" y="12705"/>
                  </a:lnTo>
                  <a:lnTo>
                    <a:pt x="8071" y="12550"/>
                  </a:lnTo>
                  <a:lnTo>
                    <a:pt x="7994" y="12434"/>
                  </a:lnTo>
                  <a:lnTo>
                    <a:pt x="7839" y="12319"/>
                  </a:lnTo>
                  <a:lnTo>
                    <a:pt x="7724" y="12241"/>
                  </a:lnTo>
                  <a:lnTo>
                    <a:pt x="7453" y="12164"/>
                  </a:lnTo>
                  <a:lnTo>
                    <a:pt x="7222" y="12164"/>
                  </a:lnTo>
                  <a:lnTo>
                    <a:pt x="6990" y="12241"/>
                  </a:lnTo>
                  <a:lnTo>
                    <a:pt x="6758" y="12396"/>
                  </a:lnTo>
                  <a:lnTo>
                    <a:pt x="6758" y="12048"/>
                  </a:lnTo>
                  <a:lnTo>
                    <a:pt x="6720" y="11855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488" y="11392"/>
                  </a:lnTo>
                  <a:lnTo>
                    <a:pt x="6372" y="11276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870" y="11122"/>
                  </a:lnTo>
                  <a:lnTo>
                    <a:pt x="5677" y="11160"/>
                  </a:lnTo>
                  <a:lnTo>
                    <a:pt x="5523" y="11199"/>
                  </a:lnTo>
                  <a:lnTo>
                    <a:pt x="5523" y="10967"/>
                  </a:lnTo>
                  <a:lnTo>
                    <a:pt x="5445" y="10697"/>
                  </a:lnTo>
                  <a:lnTo>
                    <a:pt x="5291" y="10504"/>
                  </a:lnTo>
                  <a:lnTo>
                    <a:pt x="5214" y="10426"/>
                  </a:lnTo>
                  <a:lnTo>
                    <a:pt x="5098" y="10349"/>
                  </a:lnTo>
                  <a:lnTo>
                    <a:pt x="4943" y="10311"/>
                  </a:lnTo>
                  <a:lnTo>
                    <a:pt x="4673" y="10311"/>
                  </a:lnTo>
                  <a:lnTo>
                    <a:pt x="4519" y="10349"/>
                  </a:lnTo>
                  <a:lnTo>
                    <a:pt x="4519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22"/>
                  </a:lnTo>
                  <a:lnTo>
                    <a:pt x="3553" y="9422"/>
                  </a:lnTo>
                  <a:lnTo>
                    <a:pt x="3399" y="9461"/>
                  </a:lnTo>
                  <a:lnTo>
                    <a:pt x="3244" y="9538"/>
                  </a:lnTo>
                  <a:lnTo>
                    <a:pt x="3128" y="9616"/>
                  </a:lnTo>
                  <a:lnTo>
                    <a:pt x="2974" y="9731"/>
                  </a:lnTo>
                  <a:lnTo>
                    <a:pt x="2974" y="9616"/>
                  </a:lnTo>
                  <a:lnTo>
                    <a:pt x="2897" y="9422"/>
                  </a:lnTo>
                  <a:lnTo>
                    <a:pt x="2742" y="9268"/>
                  </a:lnTo>
                  <a:lnTo>
                    <a:pt x="2588" y="9114"/>
                  </a:lnTo>
                  <a:lnTo>
                    <a:pt x="2433" y="9036"/>
                  </a:lnTo>
                  <a:lnTo>
                    <a:pt x="2202" y="8998"/>
                  </a:lnTo>
                  <a:lnTo>
                    <a:pt x="2009" y="8998"/>
                  </a:lnTo>
                  <a:lnTo>
                    <a:pt x="1815" y="9075"/>
                  </a:lnTo>
                  <a:lnTo>
                    <a:pt x="1661" y="9191"/>
                  </a:lnTo>
                  <a:lnTo>
                    <a:pt x="1545" y="9345"/>
                  </a:lnTo>
                  <a:lnTo>
                    <a:pt x="1429" y="9500"/>
                  </a:lnTo>
                  <a:lnTo>
                    <a:pt x="1352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889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48" y="10426"/>
                  </a:lnTo>
                  <a:lnTo>
                    <a:pt x="232" y="10581"/>
                  </a:lnTo>
                  <a:lnTo>
                    <a:pt x="78" y="10890"/>
                  </a:lnTo>
                  <a:lnTo>
                    <a:pt x="1" y="11199"/>
                  </a:lnTo>
                  <a:lnTo>
                    <a:pt x="1" y="11546"/>
                  </a:lnTo>
                  <a:lnTo>
                    <a:pt x="39" y="11894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8" y="12782"/>
                  </a:lnTo>
                  <a:lnTo>
                    <a:pt x="773" y="12898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13" y="13130"/>
                  </a:lnTo>
                  <a:lnTo>
                    <a:pt x="1700" y="13168"/>
                  </a:lnTo>
                  <a:lnTo>
                    <a:pt x="2086" y="13091"/>
                  </a:lnTo>
                  <a:lnTo>
                    <a:pt x="2472" y="12975"/>
                  </a:lnTo>
                  <a:lnTo>
                    <a:pt x="2781" y="12782"/>
                  </a:lnTo>
                  <a:lnTo>
                    <a:pt x="3090" y="12512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15" y="11932"/>
                  </a:lnTo>
                  <a:lnTo>
                    <a:pt x="3515" y="11817"/>
                  </a:lnTo>
                  <a:lnTo>
                    <a:pt x="3437" y="11739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8" y="12434"/>
                  </a:lnTo>
                  <a:lnTo>
                    <a:pt x="2317" y="12550"/>
                  </a:lnTo>
                  <a:lnTo>
                    <a:pt x="2009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20" y="12550"/>
                  </a:lnTo>
                  <a:lnTo>
                    <a:pt x="966" y="12434"/>
                  </a:lnTo>
                  <a:lnTo>
                    <a:pt x="812" y="12319"/>
                  </a:lnTo>
                  <a:lnTo>
                    <a:pt x="696" y="12203"/>
                  </a:lnTo>
                  <a:lnTo>
                    <a:pt x="580" y="12048"/>
                  </a:lnTo>
                  <a:lnTo>
                    <a:pt x="541" y="11855"/>
                  </a:lnTo>
                  <a:lnTo>
                    <a:pt x="503" y="11701"/>
                  </a:lnTo>
                  <a:lnTo>
                    <a:pt x="464" y="11546"/>
                  </a:lnTo>
                  <a:lnTo>
                    <a:pt x="464" y="11353"/>
                  </a:lnTo>
                  <a:lnTo>
                    <a:pt x="503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889" y="10620"/>
                  </a:lnTo>
                  <a:lnTo>
                    <a:pt x="1043" y="10504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00" y="10349"/>
                  </a:lnTo>
                  <a:lnTo>
                    <a:pt x="2279" y="10349"/>
                  </a:lnTo>
                  <a:lnTo>
                    <a:pt x="2588" y="10426"/>
                  </a:lnTo>
                  <a:lnTo>
                    <a:pt x="2858" y="10504"/>
                  </a:lnTo>
                  <a:lnTo>
                    <a:pt x="3128" y="10620"/>
                  </a:lnTo>
                  <a:lnTo>
                    <a:pt x="3630" y="10928"/>
                  </a:lnTo>
                  <a:lnTo>
                    <a:pt x="4132" y="11276"/>
                  </a:lnTo>
                  <a:lnTo>
                    <a:pt x="4634" y="11662"/>
                  </a:lnTo>
                  <a:lnTo>
                    <a:pt x="5523" y="12396"/>
                  </a:lnTo>
                  <a:lnTo>
                    <a:pt x="5870" y="12666"/>
                  </a:lnTo>
                  <a:lnTo>
                    <a:pt x="6256" y="12936"/>
                  </a:lnTo>
                  <a:lnTo>
                    <a:pt x="6681" y="13207"/>
                  </a:lnTo>
                  <a:lnTo>
                    <a:pt x="7106" y="13400"/>
                  </a:lnTo>
                  <a:lnTo>
                    <a:pt x="7530" y="13593"/>
                  </a:lnTo>
                  <a:lnTo>
                    <a:pt x="7994" y="13709"/>
                  </a:lnTo>
                  <a:lnTo>
                    <a:pt x="8419" y="13786"/>
                  </a:lnTo>
                  <a:lnTo>
                    <a:pt x="8921" y="13786"/>
                  </a:lnTo>
                  <a:lnTo>
                    <a:pt x="9345" y="13670"/>
                  </a:lnTo>
                  <a:lnTo>
                    <a:pt x="9693" y="13554"/>
                  </a:lnTo>
                  <a:lnTo>
                    <a:pt x="10040" y="13323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890" y="12473"/>
                  </a:lnTo>
                  <a:lnTo>
                    <a:pt x="11122" y="12087"/>
                  </a:lnTo>
                  <a:lnTo>
                    <a:pt x="11315" y="11739"/>
                  </a:lnTo>
                  <a:lnTo>
                    <a:pt x="11508" y="11199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075"/>
                  </a:lnTo>
                  <a:lnTo>
                    <a:pt x="12319" y="8573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45" y="7299"/>
                  </a:lnTo>
                  <a:lnTo>
                    <a:pt x="13632" y="6951"/>
                  </a:lnTo>
                  <a:lnTo>
                    <a:pt x="14018" y="6681"/>
                  </a:lnTo>
                  <a:lnTo>
                    <a:pt x="14443" y="6449"/>
                  </a:lnTo>
                  <a:lnTo>
                    <a:pt x="14867" y="6256"/>
                  </a:lnTo>
                  <a:lnTo>
                    <a:pt x="15331" y="6102"/>
                  </a:lnTo>
                  <a:lnTo>
                    <a:pt x="15794" y="5986"/>
                  </a:lnTo>
                  <a:lnTo>
                    <a:pt x="16296" y="5909"/>
                  </a:lnTo>
                  <a:lnTo>
                    <a:pt x="16875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08"/>
                  </a:lnTo>
                  <a:lnTo>
                    <a:pt x="21741" y="7723"/>
                  </a:lnTo>
                  <a:lnTo>
                    <a:pt x="22127" y="7762"/>
                  </a:lnTo>
                  <a:lnTo>
                    <a:pt x="22552" y="7723"/>
                  </a:lnTo>
                  <a:lnTo>
                    <a:pt x="22976" y="7646"/>
                  </a:lnTo>
                  <a:lnTo>
                    <a:pt x="23363" y="7492"/>
                  </a:lnTo>
                  <a:lnTo>
                    <a:pt x="23710" y="7260"/>
                  </a:lnTo>
                  <a:lnTo>
                    <a:pt x="24058" y="6990"/>
                  </a:lnTo>
                  <a:lnTo>
                    <a:pt x="24328" y="6642"/>
                  </a:lnTo>
                  <a:lnTo>
                    <a:pt x="24560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46" y="5059"/>
                  </a:lnTo>
                  <a:lnTo>
                    <a:pt x="24984" y="4634"/>
                  </a:lnTo>
                  <a:lnTo>
                    <a:pt x="24984" y="4171"/>
                  </a:lnTo>
                  <a:lnTo>
                    <a:pt x="24946" y="3707"/>
                  </a:lnTo>
                  <a:lnTo>
                    <a:pt x="24869" y="3283"/>
                  </a:lnTo>
                  <a:lnTo>
                    <a:pt x="24753" y="2819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45"/>
                  </a:lnTo>
                  <a:lnTo>
                    <a:pt x="24019" y="1159"/>
                  </a:lnTo>
                  <a:lnTo>
                    <a:pt x="23787" y="811"/>
                  </a:lnTo>
                  <a:lnTo>
                    <a:pt x="23942" y="348"/>
                  </a:lnTo>
                  <a:lnTo>
                    <a:pt x="23556" y="232"/>
                  </a:lnTo>
                  <a:lnTo>
                    <a:pt x="23170" y="78"/>
                  </a:lnTo>
                  <a:lnTo>
                    <a:pt x="23131" y="39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7"/>
            <p:cNvSpPr/>
            <p:nvPr/>
          </p:nvSpPr>
          <p:spPr>
            <a:xfrm>
              <a:off x="5955050" y="3275975"/>
              <a:ext cx="152550" cy="277075"/>
            </a:xfrm>
            <a:custGeom>
              <a:avLst/>
              <a:gdLst/>
              <a:ahLst/>
              <a:cxnLst/>
              <a:rect l="l" t="t" r="r" b="b"/>
              <a:pathLst>
                <a:path w="6102" h="11083" extrusionOk="0">
                  <a:moveTo>
                    <a:pt x="3553" y="0"/>
                  </a:moveTo>
                  <a:lnTo>
                    <a:pt x="3398" y="463"/>
                  </a:lnTo>
                  <a:lnTo>
                    <a:pt x="3746" y="656"/>
                  </a:lnTo>
                  <a:lnTo>
                    <a:pt x="4093" y="888"/>
                  </a:lnTo>
                  <a:lnTo>
                    <a:pt x="4364" y="1158"/>
                  </a:lnTo>
                  <a:lnTo>
                    <a:pt x="4634" y="1467"/>
                  </a:lnTo>
                  <a:lnTo>
                    <a:pt x="4866" y="1776"/>
                  </a:lnTo>
                  <a:lnTo>
                    <a:pt x="5059" y="2124"/>
                  </a:lnTo>
                  <a:lnTo>
                    <a:pt x="5213" y="2471"/>
                  </a:lnTo>
                  <a:lnTo>
                    <a:pt x="5368" y="2819"/>
                  </a:lnTo>
                  <a:lnTo>
                    <a:pt x="5445" y="3205"/>
                  </a:lnTo>
                  <a:lnTo>
                    <a:pt x="5522" y="3630"/>
                  </a:lnTo>
                  <a:lnTo>
                    <a:pt x="5561" y="4016"/>
                  </a:lnTo>
                  <a:lnTo>
                    <a:pt x="5561" y="4441"/>
                  </a:lnTo>
                  <a:lnTo>
                    <a:pt x="5561" y="4827"/>
                  </a:lnTo>
                  <a:lnTo>
                    <a:pt x="5522" y="5252"/>
                  </a:lnTo>
                  <a:lnTo>
                    <a:pt x="5406" y="5638"/>
                  </a:lnTo>
                  <a:lnTo>
                    <a:pt x="5290" y="6024"/>
                  </a:lnTo>
                  <a:lnTo>
                    <a:pt x="5136" y="6449"/>
                  </a:lnTo>
                  <a:lnTo>
                    <a:pt x="4943" y="6873"/>
                  </a:lnTo>
                  <a:lnTo>
                    <a:pt x="4711" y="7298"/>
                  </a:lnTo>
                  <a:lnTo>
                    <a:pt x="4480" y="7684"/>
                  </a:lnTo>
                  <a:lnTo>
                    <a:pt x="4209" y="8070"/>
                  </a:lnTo>
                  <a:lnTo>
                    <a:pt x="3900" y="8418"/>
                  </a:lnTo>
                  <a:lnTo>
                    <a:pt x="3591" y="8727"/>
                  </a:lnTo>
                  <a:lnTo>
                    <a:pt x="3244" y="9036"/>
                  </a:lnTo>
                  <a:lnTo>
                    <a:pt x="2896" y="9345"/>
                  </a:lnTo>
                  <a:lnTo>
                    <a:pt x="2549" y="9615"/>
                  </a:lnTo>
                  <a:lnTo>
                    <a:pt x="2124" y="9847"/>
                  </a:lnTo>
                  <a:lnTo>
                    <a:pt x="1738" y="10078"/>
                  </a:lnTo>
                  <a:lnTo>
                    <a:pt x="1313" y="10272"/>
                  </a:lnTo>
                  <a:lnTo>
                    <a:pt x="888" y="10426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7" y="11082"/>
                  </a:lnTo>
                  <a:lnTo>
                    <a:pt x="579" y="10967"/>
                  </a:lnTo>
                  <a:lnTo>
                    <a:pt x="1081" y="10851"/>
                  </a:lnTo>
                  <a:lnTo>
                    <a:pt x="1583" y="10696"/>
                  </a:lnTo>
                  <a:lnTo>
                    <a:pt x="2047" y="10465"/>
                  </a:lnTo>
                  <a:lnTo>
                    <a:pt x="2510" y="10233"/>
                  </a:lnTo>
                  <a:lnTo>
                    <a:pt x="2935" y="9963"/>
                  </a:lnTo>
                  <a:lnTo>
                    <a:pt x="3360" y="9654"/>
                  </a:lnTo>
                  <a:lnTo>
                    <a:pt x="3784" y="9306"/>
                  </a:lnTo>
                  <a:lnTo>
                    <a:pt x="4132" y="8959"/>
                  </a:lnTo>
                  <a:lnTo>
                    <a:pt x="4480" y="8572"/>
                  </a:lnTo>
                  <a:lnTo>
                    <a:pt x="4788" y="8148"/>
                  </a:lnTo>
                  <a:lnTo>
                    <a:pt x="5097" y="7723"/>
                  </a:lnTo>
                  <a:lnTo>
                    <a:pt x="5329" y="7260"/>
                  </a:lnTo>
                  <a:lnTo>
                    <a:pt x="5561" y="6796"/>
                  </a:lnTo>
                  <a:lnTo>
                    <a:pt x="5754" y="6294"/>
                  </a:lnTo>
                  <a:lnTo>
                    <a:pt x="5908" y="5792"/>
                  </a:lnTo>
                  <a:lnTo>
                    <a:pt x="5986" y="5367"/>
                  </a:lnTo>
                  <a:lnTo>
                    <a:pt x="6063" y="4943"/>
                  </a:lnTo>
                  <a:lnTo>
                    <a:pt x="6101" y="4518"/>
                  </a:lnTo>
                  <a:lnTo>
                    <a:pt x="6063" y="4093"/>
                  </a:lnTo>
                  <a:lnTo>
                    <a:pt x="6024" y="3668"/>
                  </a:lnTo>
                  <a:lnTo>
                    <a:pt x="5986" y="3244"/>
                  </a:lnTo>
                  <a:lnTo>
                    <a:pt x="5870" y="2858"/>
                  </a:lnTo>
                  <a:lnTo>
                    <a:pt x="5715" y="2433"/>
                  </a:lnTo>
                  <a:lnTo>
                    <a:pt x="5561" y="2047"/>
                  </a:lnTo>
                  <a:lnTo>
                    <a:pt x="5368" y="1699"/>
                  </a:lnTo>
                  <a:lnTo>
                    <a:pt x="5136" y="1352"/>
                  </a:lnTo>
                  <a:lnTo>
                    <a:pt x="4866" y="1043"/>
                  </a:lnTo>
                  <a:lnTo>
                    <a:pt x="4595" y="734"/>
                  </a:lnTo>
                  <a:lnTo>
                    <a:pt x="4286" y="463"/>
                  </a:lnTo>
                  <a:lnTo>
                    <a:pt x="3939" y="232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7"/>
            <p:cNvSpPr/>
            <p:nvPr/>
          </p:nvSpPr>
          <p:spPr>
            <a:xfrm>
              <a:off x="369400" y="3292375"/>
              <a:ext cx="35750" cy="31875"/>
            </a:xfrm>
            <a:custGeom>
              <a:avLst/>
              <a:gdLst/>
              <a:ahLst/>
              <a:cxnLst/>
              <a:rect l="l" t="t" r="r" b="b"/>
              <a:pathLst>
                <a:path w="1430" h="1275" extrusionOk="0">
                  <a:moveTo>
                    <a:pt x="618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1"/>
                  </a:lnTo>
                  <a:lnTo>
                    <a:pt x="39" y="464"/>
                  </a:lnTo>
                  <a:lnTo>
                    <a:pt x="1" y="657"/>
                  </a:lnTo>
                  <a:lnTo>
                    <a:pt x="39" y="850"/>
                  </a:lnTo>
                  <a:lnTo>
                    <a:pt x="116" y="1004"/>
                  </a:lnTo>
                  <a:lnTo>
                    <a:pt x="271" y="1159"/>
                  </a:lnTo>
                  <a:lnTo>
                    <a:pt x="425" y="1236"/>
                  </a:lnTo>
                  <a:lnTo>
                    <a:pt x="618" y="1275"/>
                  </a:lnTo>
                  <a:lnTo>
                    <a:pt x="812" y="1236"/>
                  </a:lnTo>
                  <a:lnTo>
                    <a:pt x="850" y="1198"/>
                  </a:lnTo>
                  <a:lnTo>
                    <a:pt x="889" y="1120"/>
                  </a:lnTo>
                  <a:lnTo>
                    <a:pt x="812" y="1043"/>
                  </a:lnTo>
                  <a:lnTo>
                    <a:pt x="734" y="1004"/>
                  </a:lnTo>
                  <a:lnTo>
                    <a:pt x="657" y="1004"/>
                  </a:lnTo>
                  <a:lnTo>
                    <a:pt x="541" y="966"/>
                  </a:lnTo>
                  <a:lnTo>
                    <a:pt x="464" y="889"/>
                  </a:lnTo>
                  <a:lnTo>
                    <a:pt x="425" y="811"/>
                  </a:lnTo>
                  <a:lnTo>
                    <a:pt x="387" y="696"/>
                  </a:lnTo>
                  <a:lnTo>
                    <a:pt x="425" y="618"/>
                  </a:lnTo>
                  <a:lnTo>
                    <a:pt x="464" y="502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812" y="387"/>
                  </a:lnTo>
                  <a:lnTo>
                    <a:pt x="927" y="464"/>
                  </a:lnTo>
                  <a:lnTo>
                    <a:pt x="1082" y="618"/>
                  </a:lnTo>
                  <a:lnTo>
                    <a:pt x="1198" y="657"/>
                  </a:lnTo>
                  <a:lnTo>
                    <a:pt x="1275" y="696"/>
                  </a:lnTo>
                  <a:lnTo>
                    <a:pt x="1352" y="696"/>
                  </a:lnTo>
                  <a:lnTo>
                    <a:pt x="1391" y="657"/>
                  </a:lnTo>
                  <a:lnTo>
                    <a:pt x="1429" y="541"/>
                  </a:lnTo>
                  <a:lnTo>
                    <a:pt x="1391" y="464"/>
                  </a:lnTo>
                  <a:lnTo>
                    <a:pt x="1352" y="348"/>
                  </a:lnTo>
                  <a:lnTo>
                    <a:pt x="1198" y="194"/>
                  </a:lnTo>
                  <a:lnTo>
                    <a:pt x="1005" y="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7"/>
            <p:cNvSpPr/>
            <p:nvPr/>
          </p:nvSpPr>
          <p:spPr>
            <a:xfrm>
              <a:off x="6549700" y="3335825"/>
              <a:ext cx="85000" cy="94625"/>
            </a:xfrm>
            <a:custGeom>
              <a:avLst/>
              <a:gdLst/>
              <a:ahLst/>
              <a:cxnLst/>
              <a:rect l="l" t="t" r="r" b="b"/>
              <a:pathLst>
                <a:path w="3400" h="3785" extrusionOk="0">
                  <a:moveTo>
                    <a:pt x="78" y="0"/>
                  </a:moveTo>
                  <a:lnTo>
                    <a:pt x="1" y="77"/>
                  </a:lnTo>
                  <a:lnTo>
                    <a:pt x="1" y="116"/>
                  </a:lnTo>
                  <a:lnTo>
                    <a:pt x="349" y="888"/>
                  </a:lnTo>
                  <a:lnTo>
                    <a:pt x="812" y="1661"/>
                  </a:lnTo>
                  <a:lnTo>
                    <a:pt x="1275" y="2394"/>
                  </a:lnTo>
                  <a:lnTo>
                    <a:pt x="1739" y="3089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4"/>
                  </a:lnTo>
                  <a:lnTo>
                    <a:pt x="3013" y="3707"/>
                  </a:lnTo>
                  <a:lnTo>
                    <a:pt x="3206" y="3591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89"/>
                  </a:lnTo>
                  <a:lnTo>
                    <a:pt x="3399" y="2896"/>
                  </a:lnTo>
                  <a:lnTo>
                    <a:pt x="3360" y="2703"/>
                  </a:lnTo>
                  <a:lnTo>
                    <a:pt x="3283" y="2510"/>
                  </a:lnTo>
                  <a:lnTo>
                    <a:pt x="3129" y="2163"/>
                  </a:lnTo>
                  <a:lnTo>
                    <a:pt x="2936" y="2240"/>
                  </a:lnTo>
                  <a:lnTo>
                    <a:pt x="3052" y="2587"/>
                  </a:lnTo>
                  <a:lnTo>
                    <a:pt x="3090" y="2742"/>
                  </a:lnTo>
                  <a:lnTo>
                    <a:pt x="3129" y="2858"/>
                  </a:lnTo>
                  <a:lnTo>
                    <a:pt x="2897" y="3012"/>
                  </a:lnTo>
                  <a:lnTo>
                    <a:pt x="2665" y="3128"/>
                  </a:lnTo>
                  <a:lnTo>
                    <a:pt x="2511" y="3205"/>
                  </a:lnTo>
                  <a:lnTo>
                    <a:pt x="2318" y="3205"/>
                  </a:lnTo>
                  <a:lnTo>
                    <a:pt x="2202" y="3167"/>
                  </a:lnTo>
                  <a:lnTo>
                    <a:pt x="2048" y="3089"/>
                  </a:lnTo>
                  <a:lnTo>
                    <a:pt x="1932" y="2935"/>
                  </a:lnTo>
                  <a:lnTo>
                    <a:pt x="1855" y="2742"/>
                  </a:lnTo>
                  <a:lnTo>
                    <a:pt x="1700" y="2510"/>
                  </a:lnTo>
                  <a:lnTo>
                    <a:pt x="1082" y="1506"/>
                  </a:lnTo>
                  <a:lnTo>
                    <a:pt x="619" y="772"/>
                  </a:lnTo>
                  <a:lnTo>
                    <a:pt x="387" y="386"/>
                  </a:lnTo>
                  <a:lnTo>
                    <a:pt x="117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7"/>
            <p:cNvSpPr/>
            <p:nvPr/>
          </p:nvSpPr>
          <p:spPr>
            <a:xfrm>
              <a:off x="2268300" y="338120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70"/>
                  </a:lnTo>
                  <a:lnTo>
                    <a:pt x="1120" y="463"/>
                  </a:lnTo>
                  <a:lnTo>
                    <a:pt x="850" y="656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64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90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68"/>
                  </a:lnTo>
                  <a:lnTo>
                    <a:pt x="502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815"/>
                  </a:lnTo>
                  <a:lnTo>
                    <a:pt x="888" y="1583"/>
                  </a:lnTo>
                  <a:lnTo>
                    <a:pt x="1043" y="1352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92" y="656"/>
                  </a:lnTo>
                  <a:lnTo>
                    <a:pt x="2124" y="579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5"/>
                  </a:lnTo>
                  <a:lnTo>
                    <a:pt x="3514" y="1158"/>
                  </a:lnTo>
                  <a:lnTo>
                    <a:pt x="3591" y="1390"/>
                  </a:lnTo>
                  <a:lnTo>
                    <a:pt x="3668" y="1660"/>
                  </a:lnTo>
                  <a:lnTo>
                    <a:pt x="4132" y="1583"/>
                  </a:lnTo>
                  <a:lnTo>
                    <a:pt x="4016" y="1197"/>
                  </a:lnTo>
                  <a:lnTo>
                    <a:pt x="3823" y="811"/>
                  </a:lnTo>
                  <a:lnTo>
                    <a:pt x="3630" y="541"/>
                  </a:lnTo>
                  <a:lnTo>
                    <a:pt x="3398" y="270"/>
                  </a:lnTo>
                  <a:lnTo>
                    <a:pt x="3244" y="193"/>
                  </a:lnTo>
                  <a:lnTo>
                    <a:pt x="3089" y="116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7"/>
            <p:cNvSpPr/>
            <p:nvPr/>
          </p:nvSpPr>
          <p:spPr>
            <a:xfrm>
              <a:off x="2133125" y="3382150"/>
              <a:ext cx="437350" cy="302200"/>
            </a:xfrm>
            <a:custGeom>
              <a:avLst/>
              <a:gdLst/>
              <a:ahLst/>
              <a:cxnLst/>
              <a:rect l="l" t="t" r="r" b="b"/>
              <a:pathLst>
                <a:path w="17494" h="12088" extrusionOk="0">
                  <a:moveTo>
                    <a:pt x="12087" y="541"/>
                  </a:moveTo>
                  <a:lnTo>
                    <a:pt x="12203" y="580"/>
                  </a:lnTo>
                  <a:lnTo>
                    <a:pt x="12319" y="657"/>
                  </a:lnTo>
                  <a:lnTo>
                    <a:pt x="12628" y="889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93"/>
                  </a:lnTo>
                  <a:lnTo>
                    <a:pt x="13478" y="2279"/>
                  </a:lnTo>
                  <a:lnTo>
                    <a:pt x="13632" y="2665"/>
                  </a:lnTo>
                  <a:lnTo>
                    <a:pt x="13825" y="3476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511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3" y="1738"/>
                  </a:lnTo>
                  <a:lnTo>
                    <a:pt x="11508" y="1429"/>
                  </a:lnTo>
                  <a:lnTo>
                    <a:pt x="11431" y="1082"/>
                  </a:lnTo>
                  <a:lnTo>
                    <a:pt x="11663" y="734"/>
                  </a:lnTo>
                  <a:lnTo>
                    <a:pt x="11779" y="618"/>
                  </a:lnTo>
                  <a:lnTo>
                    <a:pt x="11856" y="541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90" y="1738"/>
                  </a:lnTo>
                  <a:lnTo>
                    <a:pt x="16567" y="1854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704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6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700"/>
                  </a:lnTo>
                  <a:lnTo>
                    <a:pt x="16103" y="1622"/>
                  </a:lnTo>
                  <a:close/>
                  <a:moveTo>
                    <a:pt x="13864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52"/>
                  </a:lnTo>
                  <a:lnTo>
                    <a:pt x="12667" y="5484"/>
                  </a:lnTo>
                  <a:lnTo>
                    <a:pt x="12165" y="5793"/>
                  </a:lnTo>
                  <a:lnTo>
                    <a:pt x="11894" y="5909"/>
                  </a:lnTo>
                  <a:lnTo>
                    <a:pt x="11624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8" y="5291"/>
                  </a:lnTo>
                  <a:lnTo>
                    <a:pt x="11122" y="5098"/>
                  </a:lnTo>
                  <a:lnTo>
                    <a:pt x="11277" y="4982"/>
                  </a:lnTo>
                  <a:lnTo>
                    <a:pt x="11547" y="4750"/>
                  </a:lnTo>
                  <a:lnTo>
                    <a:pt x="11817" y="4673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2" y="5407"/>
                  </a:lnTo>
                  <a:lnTo>
                    <a:pt x="16412" y="5677"/>
                  </a:lnTo>
                  <a:lnTo>
                    <a:pt x="16644" y="6025"/>
                  </a:lnTo>
                  <a:lnTo>
                    <a:pt x="16876" y="6333"/>
                  </a:lnTo>
                  <a:lnTo>
                    <a:pt x="16992" y="6681"/>
                  </a:lnTo>
                  <a:lnTo>
                    <a:pt x="16992" y="6835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374" y="7337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835"/>
                  </a:lnTo>
                  <a:lnTo>
                    <a:pt x="15370" y="6565"/>
                  </a:lnTo>
                  <a:lnTo>
                    <a:pt x="15061" y="6179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78"/>
                  </a:lnTo>
                  <a:lnTo>
                    <a:pt x="11470" y="116"/>
                  </a:lnTo>
                  <a:lnTo>
                    <a:pt x="11354" y="232"/>
                  </a:lnTo>
                  <a:lnTo>
                    <a:pt x="11161" y="425"/>
                  </a:lnTo>
                  <a:lnTo>
                    <a:pt x="11006" y="618"/>
                  </a:lnTo>
                  <a:lnTo>
                    <a:pt x="10929" y="812"/>
                  </a:lnTo>
                  <a:lnTo>
                    <a:pt x="10929" y="1043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700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2" y="2742"/>
                  </a:lnTo>
                  <a:lnTo>
                    <a:pt x="12396" y="3090"/>
                  </a:lnTo>
                  <a:lnTo>
                    <a:pt x="12860" y="3437"/>
                  </a:lnTo>
                  <a:lnTo>
                    <a:pt x="12860" y="3437"/>
                  </a:lnTo>
                  <a:lnTo>
                    <a:pt x="12049" y="3322"/>
                  </a:lnTo>
                  <a:lnTo>
                    <a:pt x="11199" y="3283"/>
                  </a:lnTo>
                  <a:lnTo>
                    <a:pt x="10388" y="3360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45"/>
                  </a:lnTo>
                  <a:lnTo>
                    <a:pt x="9075" y="1622"/>
                  </a:lnTo>
                  <a:lnTo>
                    <a:pt x="9153" y="2124"/>
                  </a:lnTo>
                  <a:lnTo>
                    <a:pt x="9153" y="2626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630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50"/>
                  </a:lnTo>
                  <a:lnTo>
                    <a:pt x="5832" y="5252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51"/>
                  </a:lnTo>
                  <a:lnTo>
                    <a:pt x="3090" y="7724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56"/>
                  </a:lnTo>
                  <a:lnTo>
                    <a:pt x="542" y="10967"/>
                  </a:lnTo>
                  <a:lnTo>
                    <a:pt x="1" y="11817"/>
                  </a:lnTo>
                  <a:lnTo>
                    <a:pt x="349" y="12087"/>
                  </a:lnTo>
                  <a:lnTo>
                    <a:pt x="1546" y="10542"/>
                  </a:lnTo>
                  <a:lnTo>
                    <a:pt x="2743" y="8998"/>
                  </a:lnTo>
                  <a:lnTo>
                    <a:pt x="3360" y="8226"/>
                  </a:lnTo>
                  <a:lnTo>
                    <a:pt x="4017" y="7531"/>
                  </a:lnTo>
                  <a:lnTo>
                    <a:pt x="4712" y="6835"/>
                  </a:lnTo>
                  <a:lnTo>
                    <a:pt x="5484" y="6179"/>
                  </a:lnTo>
                  <a:lnTo>
                    <a:pt x="6257" y="5600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8" y="4441"/>
                  </a:lnTo>
                  <a:lnTo>
                    <a:pt x="8921" y="4287"/>
                  </a:lnTo>
                  <a:lnTo>
                    <a:pt x="9423" y="4132"/>
                  </a:lnTo>
                  <a:lnTo>
                    <a:pt x="9886" y="4017"/>
                  </a:lnTo>
                  <a:lnTo>
                    <a:pt x="10388" y="3939"/>
                  </a:lnTo>
                  <a:lnTo>
                    <a:pt x="10852" y="3862"/>
                  </a:lnTo>
                  <a:lnTo>
                    <a:pt x="11354" y="3823"/>
                  </a:lnTo>
                  <a:lnTo>
                    <a:pt x="11856" y="3823"/>
                  </a:lnTo>
                  <a:lnTo>
                    <a:pt x="12358" y="3862"/>
                  </a:lnTo>
                  <a:lnTo>
                    <a:pt x="12860" y="3939"/>
                  </a:lnTo>
                  <a:lnTo>
                    <a:pt x="12358" y="4017"/>
                  </a:lnTo>
                  <a:lnTo>
                    <a:pt x="11856" y="4132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712"/>
                  </a:lnTo>
                  <a:lnTo>
                    <a:pt x="10697" y="4866"/>
                  </a:lnTo>
                  <a:lnTo>
                    <a:pt x="10543" y="5098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86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3"/>
                  </a:lnTo>
                  <a:lnTo>
                    <a:pt x="11006" y="6449"/>
                  </a:lnTo>
                  <a:lnTo>
                    <a:pt x="11585" y="6449"/>
                  </a:lnTo>
                  <a:lnTo>
                    <a:pt x="11894" y="6372"/>
                  </a:lnTo>
                  <a:lnTo>
                    <a:pt x="12165" y="6295"/>
                  </a:lnTo>
                  <a:lnTo>
                    <a:pt x="12628" y="6063"/>
                  </a:lnTo>
                  <a:lnTo>
                    <a:pt x="13053" y="5831"/>
                  </a:lnTo>
                  <a:lnTo>
                    <a:pt x="13439" y="5523"/>
                  </a:lnTo>
                  <a:lnTo>
                    <a:pt x="13400" y="5561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47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876" y="7878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6"/>
                  </a:lnTo>
                  <a:lnTo>
                    <a:pt x="17378" y="7531"/>
                  </a:lnTo>
                  <a:lnTo>
                    <a:pt x="17416" y="7415"/>
                  </a:lnTo>
                  <a:lnTo>
                    <a:pt x="17455" y="7260"/>
                  </a:lnTo>
                  <a:lnTo>
                    <a:pt x="17494" y="6951"/>
                  </a:lnTo>
                  <a:lnTo>
                    <a:pt x="17416" y="6642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827"/>
                  </a:lnTo>
                  <a:lnTo>
                    <a:pt x="16026" y="4634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39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90"/>
                  </a:lnTo>
                  <a:lnTo>
                    <a:pt x="16914" y="2897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6" y="2202"/>
                  </a:lnTo>
                  <a:lnTo>
                    <a:pt x="17107" y="1931"/>
                  </a:lnTo>
                  <a:lnTo>
                    <a:pt x="17069" y="1700"/>
                  </a:lnTo>
                  <a:lnTo>
                    <a:pt x="16914" y="1507"/>
                  </a:lnTo>
                  <a:lnTo>
                    <a:pt x="16760" y="1352"/>
                  </a:lnTo>
                  <a:lnTo>
                    <a:pt x="16567" y="1236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75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80" y="2472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89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55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7"/>
            <p:cNvSpPr/>
            <p:nvPr/>
          </p:nvSpPr>
          <p:spPr>
            <a:xfrm>
              <a:off x="2737450" y="3395675"/>
              <a:ext cx="459550" cy="296375"/>
            </a:xfrm>
            <a:custGeom>
              <a:avLst/>
              <a:gdLst/>
              <a:ahLst/>
              <a:cxnLst/>
              <a:rect l="l" t="t" r="r" b="b"/>
              <a:pathLst>
                <a:path w="18382" h="11855" extrusionOk="0">
                  <a:moveTo>
                    <a:pt x="17648" y="2935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8"/>
                  </a:lnTo>
                  <a:lnTo>
                    <a:pt x="17880" y="3321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39"/>
                  </a:lnTo>
                  <a:lnTo>
                    <a:pt x="17648" y="4132"/>
                  </a:lnTo>
                  <a:lnTo>
                    <a:pt x="17300" y="4402"/>
                  </a:lnTo>
                  <a:lnTo>
                    <a:pt x="17030" y="4595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3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4"/>
                  </a:lnTo>
                  <a:lnTo>
                    <a:pt x="16528" y="3514"/>
                  </a:lnTo>
                  <a:lnTo>
                    <a:pt x="16721" y="3282"/>
                  </a:lnTo>
                  <a:lnTo>
                    <a:pt x="16953" y="3128"/>
                  </a:lnTo>
                  <a:lnTo>
                    <a:pt x="17223" y="2974"/>
                  </a:lnTo>
                  <a:lnTo>
                    <a:pt x="17493" y="2935"/>
                  </a:lnTo>
                  <a:close/>
                  <a:moveTo>
                    <a:pt x="14211" y="4866"/>
                  </a:moveTo>
                  <a:lnTo>
                    <a:pt x="14481" y="4904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29"/>
                  </a:lnTo>
                  <a:lnTo>
                    <a:pt x="14752" y="5522"/>
                  </a:lnTo>
                  <a:lnTo>
                    <a:pt x="14288" y="5677"/>
                  </a:lnTo>
                  <a:lnTo>
                    <a:pt x="14018" y="5715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599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6"/>
                  </a:lnTo>
                  <a:lnTo>
                    <a:pt x="13169" y="5020"/>
                  </a:lnTo>
                  <a:lnTo>
                    <a:pt x="13323" y="4943"/>
                  </a:lnTo>
                  <a:lnTo>
                    <a:pt x="13555" y="4904"/>
                  </a:lnTo>
                  <a:lnTo>
                    <a:pt x="13864" y="4866"/>
                  </a:lnTo>
                  <a:close/>
                  <a:moveTo>
                    <a:pt x="15756" y="5522"/>
                  </a:moveTo>
                  <a:lnTo>
                    <a:pt x="16374" y="5831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3"/>
                  </a:lnTo>
                  <a:lnTo>
                    <a:pt x="17571" y="6912"/>
                  </a:lnTo>
                  <a:lnTo>
                    <a:pt x="17609" y="7067"/>
                  </a:lnTo>
                  <a:lnTo>
                    <a:pt x="17609" y="7221"/>
                  </a:lnTo>
                  <a:lnTo>
                    <a:pt x="17609" y="7453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3"/>
                  </a:lnTo>
                  <a:lnTo>
                    <a:pt x="17146" y="7723"/>
                  </a:lnTo>
                  <a:lnTo>
                    <a:pt x="16953" y="7685"/>
                  </a:lnTo>
                  <a:lnTo>
                    <a:pt x="16798" y="7607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6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1"/>
                  </a:lnTo>
                  <a:lnTo>
                    <a:pt x="15756" y="5522"/>
                  </a:lnTo>
                  <a:close/>
                  <a:moveTo>
                    <a:pt x="4944" y="464"/>
                  </a:moveTo>
                  <a:lnTo>
                    <a:pt x="5561" y="502"/>
                  </a:lnTo>
                  <a:lnTo>
                    <a:pt x="6141" y="657"/>
                  </a:lnTo>
                  <a:lnTo>
                    <a:pt x="6681" y="888"/>
                  </a:lnTo>
                  <a:lnTo>
                    <a:pt x="7222" y="1197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4"/>
                  </a:lnTo>
                  <a:lnTo>
                    <a:pt x="8766" y="2781"/>
                  </a:lnTo>
                  <a:lnTo>
                    <a:pt x="9037" y="3205"/>
                  </a:lnTo>
                  <a:lnTo>
                    <a:pt x="9268" y="3669"/>
                  </a:lnTo>
                  <a:lnTo>
                    <a:pt x="9693" y="4595"/>
                  </a:lnTo>
                  <a:lnTo>
                    <a:pt x="10079" y="5522"/>
                  </a:lnTo>
                  <a:lnTo>
                    <a:pt x="10272" y="5908"/>
                  </a:lnTo>
                  <a:lnTo>
                    <a:pt x="10504" y="6294"/>
                  </a:lnTo>
                  <a:lnTo>
                    <a:pt x="10736" y="6642"/>
                  </a:lnTo>
                  <a:lnTo>
                    <a:pt x="11006" y="6912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0"/>
                  </a:lnTo>
                  <a:lnTo>
                    <a:pt x="13207" y="7492"/>
                  </a:lnTo>
                  <a:lnTo>
                    <a:pt x="13516" y="7414"/>
                  </a:lnTo>
                  <a:lnTo>
                    <a:pt x="13825" y="7260"/>
                  </a:lnTo>
                  <a:lnTo>
                    <a:pt x="14095" y="7105"/>
                  </a:lnTo>
                  <a:lnTo>
                    <a:pt x="14366" y="6951"/>
                  </a:lnTo>
                  <a:lnTo>
                    <a:pt x="14597" y="6719"/>
                  </a:lnTo>
                  <a:lnTo>
                    <a:pt x="14829" y="6488"/>
                  </a:lnTo>
                  <a:lnTo>
                    <a:pt x="14404" y="7221"/>
                  </a:lnTo>
                  <a:lnTo>
                    <a:pt x="13941" y="7878"/>
                  </a:lnTo>
                  <a:lnTo>
                    <a:pt x="13439" y="8534"/>
                  </a:lnTo>
                  <a:lnTo>
                    <a:pt x="12860" y="9113"/>
                  </a:lnTo>
                  <a:lnTo>
                    <a:pt x="12242" y="9615"/>
                  </a:lnTo>
                  <a:lnTo>
                    <a:pt x="11547" y="10079"/>
                  </a:lnTo>
                  <a:lnTo>
                    <a:pt x="10813" y="10503"/>
                  </a:lnTo>
                  <a:lnTo>
                    <a:pt x="10041" y="10812"/>
                  </a:lnTo>
                  <a:lnTo>
                    <a:pt x="9462" y="11005"/>
                  </a:lnTo>
                  <a:lnTo>
                    <a:pt x="8882" y="11160"/>
                  </a:lnTo>
                  <a:lnTo>
                    <a:pt x="8303" y="11276"/>
                  </a:lnTo>
                  <a:lnTo>
                    <a:pt x="7724" y="11314"/>
                  </a:lnTo>
                  <a:lnTo>
                    <a:pt x="7145" y="11353"/>
                  </a:lnTo>
                  <a:lnTo>
                    <a:pt x="6604" y="11314"/>
                  </a:lnTo>
                  <a:lnTo>
                    <a:pt x="6025" y="11237"/>
                  </a:lnTo>
                  <a:lnTo>
                    <a:pt x="5484" y="11121"/>
                  </a:lnTo>
                  <a:lnTo>
                    <a:pt x="4944" y="10967"/>
                  </a:lnTo>
                  <a:lnTo>
                    <a:pt x="4442" y="10735"/>
                  </a:lnTo>
                  <a:lnTo>
                    <a:pt x="3940" y="10503"/>
                  </a:lnTo>
                  <a:lnTo>
                    <a:pt x="3476" y="10195"/>
                  </a:lnTo>
                  <a:lnTo>
                    <a:pt x="3013" y="9847"/>
                  </a:lnTo>
                  <a:lnTo>
                    <a:pt x="2549" y="9461"/>
                  </a:lnTo>
                  <a:lnTo>
                    <a:pt x="2163" y="9036"/>
                  </a:lnTo>
                  <a:lnTo>
                    <a:pt x="1777" y="8573"/>
                  </a:lnTo>
                  <a:lnTo>
                    <a:pt x="1430" y="8032"/>
                  </a:lnTo>
                  <a:lnTo>
                    <a:pt x="1121" y="7492"/>
                  </a:lnTo>
                  <a:lnTo>
                    <a:pt x="850" y="6912"/>
                  </a:lnTo>
                  <a:lnTo>
                    <a:pt x="657" y="6333"/>
                  </a:lnTo>
                  <a:lnTo>
                    <a:pt x="503" y="5754"/>
                  </a:lnTo>
                  <a:lnTo>
                    <a:pt x="426" y="5136"/>
                  </a:lnTo>
                  <a:lnTo>
                    <a:pt x="426" y="4518"/>
                  </a:lnTo>
                  <a:lnTo>
                    <a:pt x="503" y="3862"/>
                  </a:lnTo>
                  <a:lnTo>
                    <a:pt x="696" y="3282"/>
                  </a:lnTo>
                  <a:lnTo>
                    <a:pt x="928" y="2742"/>
                  </a:lnTo>
                  <a:lnTo>
                    <a:pt x="1275" y="2240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79"/>
                  </a:lnTo>
                  <a:lnTo>
                    <a:pt x="4326" y="464"/>
                  </a:lnTo>
                  <a:close/>
                  <a:moveTo>
                    <a:pt x="4519" y="0"/>
                  </a:moveTo>
                  <a:lnTo>
                    <a:pt x="4249" y="39"/>
                  </a:lnTo>
                  <a:lnTo>
                    <a:pt x="3901" y="77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5"/>
                  </a:lnTo>
                  <a:lnTo>
                    <a:pt x="2472" y="579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3"/>
                  </a:lnTo>
                  <a:lnTo>
                    <a:pt x="1082" y="1699"/>
                  </a:lnTo>
                  <a:lnTo>
                    <a:pt x="773" y="2163"/>
                  </a:lnTo>
                  <a:lnTo>
                    <a:pt x="503" y="2626"/>
                  </a:lnTo>
                  <a:lnTo>
                    <a:pt x="310" y="3089"/>
                  </a:lnTo>
                  <a:lnTo>
                    <a:pt x="155" y="3591"/>
                  </a:lnTo>
                  <a:lnTo>
                    <a:pt x="40" y="4093"/>
                  </a:lnTo>
                  <a:lnTo>
                    <a:pt x="1" y="4595"/>
                  </a:lnTo>
                  <a:lnTo>
                    <a:pt x="1" y="5136"/>
                  </a:lnTo>
                  <a:lnTo>
                    <a:pt x="78" y="5638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8"/>
                  </a:lnTo>
                  <a:lnTo>
                    <a:pt x="1237" y="8611"/>
                  </a:lnTo>
                  <a:lnTo>
                    <a:pt x="1545" y="9036"/>
                  </a:lnTo>
                  <a:lnTo>
                    <a:pt x="2009" y="9577"/>
                  </a:lnTo>
                  <a:lnTo>
                    <a:pt x="2472" y="10040"/>
                  </a:lnTo>
                  <a:lnTo>
                    <a:pt x="2974" y="10426"/>
                  </a:lnTo>
                  <a:lnTo>
                    <a:pt x="3476" y="10812"/>
                  </a:lnTo>
                  <a:lnTo>
                    <a:pt x="4055" y="11083"/>
                  </a:lnTo>
                  <a:lnTo>
                    <a:pt x="4596" y="11353"/>
                  </a:lnTo>
                  <a:lnTo>
                    <a:pt x="5214" y="11546"/>
                  </a:lnTo>
                  <a:lnTo>
                    <a:pt x="5832" y="11701"/>
                  </a:lnTo>
                  <a:lnTo>
                    <a:pt x="5870" y="11855"/>
                  </a:lnTo>
                  <a:lnTo>
                    <a:pt x="6218" y="11778"/>
                  </a:lnTo>
                  <a:lnTo>
                    <a:pt x="7029" y="11816"/>
                  </a:lnTo>
                  <a:lnTo>
                    <a:pt x="7840" y="11816"/>
                  </a:lnTo>
                  <a:lnTo>
                    <a:pt x="8689" y="11701"/>
                  </a:lnTo>
                  <a:lnTo>
                    <a:pt x="9539" y="11507"/>
                  </a:lnTo>
                  <a:lnTo>
                    <a:pt x="10272" y="11237"/>
                  </a:lnTo>
                  <a:lnTo>
                    <a:pt x="11006" y="10928"/>
                  </a:lnTo>
                  <a:lnTo>
                    <a:pt x="11315" y="10812"/>
                  </a:lnTo>
                  <a:lnTo>
                    <a:pt x="11315" y="10774"/>
                  </a:lnTo>
                  <a:lnTo>
                    <a:pt x="12049" y="10349"/>
                  </a:lnTo>
                  <a:lnTo>
                    <a:pt x="12705" y="9847"/>
                  </a:lnTo>
                  <a:lnTo>
                    <a:pt x="13362" y="9306"/>
                  </a:lnTo>
                  <a:lnTo>
                    <a:pt x="13941" y="8689"/>
                  </a:lnTo>
                  <a:lnTo>
                    <a:pt x="14481" y="8032"/>
                  </a:lnTo>
                  <a:lnTo>
                    <a:pt x="14713" y="7685"/>
                  </a:lnTo>
                  <a:lnTo>
                    <a:pt x="14906" y="7298"/>
                  </a:lnTo>
                  <a:lnTo>
                    <a:pt x="15099" y="6951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19"/>
                  </a:lnTo>
                  <a:lnTo>
                    <a:pt x="15987" y="7144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6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2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3"/>
                  </a:lnTo>
                  <a:lnTo>
                    <a:pt x="18034" y="7260"/>
                  </a:lnTo>
                  <a:lnTo>
                    <a:pt x="17995" y="7028"/>
                  </a:lnTo>
                  <a:lnTo>
                    <a:pt x="17918" y="6835"/>
                  </a:lnTo>
                  <a:lnTo>
                    <a:pt x="17841" y="6642"/>
                  </a:lnTo>
                  <a:lnTo>
                    <a:pt x="17725" y="6449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5"/>
                  </a:lnTo>
                  <a:lnTo>
                    <a:pt x="16567" y="5445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1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3"/>
                  </a:lnTo>
                  <a:lnTo>
                    <a:pt x="18343" y="3553"/>
                  </a:lnTo>
                  <a:lnTo>
                    <a:pt x="18382" y="3321"/>
                  </a:lnTo>
                  <a:lnTo>
                    <a:pt x="18343" y="3089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3"/>
                  </a:lnTo>
                  <a:lnTo>
                    <a:pt x="17841" y="2587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7"/>
                  </a:lnTo>
                  <a:lnTo>
                    <a:pt x="16953" y="2703"/>
                  </a:lnTo>
                  <a:lnTo>
                    <a:pt x="16760" y="2781"/>
                  </a:lnTo>
                  <a:lnTo>
                    <a:pt x="16567" y="2935"/>
                  </a:lnTo>
                  <a:lnTo>
                    <a:pt x="16412" y="3089"/>
                  </a:lnTo>
                  <a:lnTo>
                    <a:pt x="16258" y="3282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0"/>
                  </a:lnTo>
                  <a:lnTo>
                    <a:pt x="15524" y="5020"/>
                  </a:lnTo>
                  <a:lnTo>
                    <a:pt x="15099" y="4788"/>
                  </a:lnTo>
                  <a:lnTo>
                    <a:pt x="14675" y="4634"/>
                  </a:lnTo>
                  <a:lnTo>
                    <a:pt x="14211" y="4518"/>
                  </a:lnTo>
                  <a:lnTo>
                    <a:pt x="13748" y="4518"/>
                  </a:lnTo>
                  <a:lnTo>
                    <a:pt x="13362" y="4595"/>
                  </a:lnTo>
                  <a:lnTo>
                    <a:pt x="13169" y="4634"/>
                  </a:lnTo>
                  <a:lnTo>
                    <a:pt x="12975" y="4711"/>
                  </a:lnTo>
                  <a:lnTo>
                    <a:pt x="12782" y="4788"/>
                  </a:lnTo>
                  <a:lnTo>
                    <a:pt x="12628" y="4943"/>
                  </a:lnTo>
                  <a:lnTo>
                    <a:pt x="12512" y="5097"/>
                  </a:lnTo>
                  <a:lnTo>
                    <a:pt x="12435" y="5252"/>
                  </a:lnTo>
                  <a:lnTo>
                    <a:pt x="12396" y="5445"/>
                  </a:lnTo>
                  <a:lnTo>
                    <a:pt x="12473" y="5638"/>
                  </a:lnTo>
                  <a:lnTo>
                    <a:pt x="12551" y="5792"/>
                  </a:lnTo>
                  <a:lnTo>
                    <a:pt x="12705" y="5908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0"/>
                  </a:lnTo>
                  <a:lnTo>
                    <a:pt x="13786" y="6140"/>
                  </a:lnTo>
                  <a:lnTo>
                    <a:pt x="14134" y="6101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19"/>
                  </a:lnTo>
                  <a:lnTo>
                    <a:pt x="13671" y="6835"/>
                  </a:lnTo>
                  <a:lnTo>
                    <a:pt x="13439" y="6951"/>
                  </a:lnTo>
                  <a:lnTo>
                    <a:pt x="13207" y="7028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0"/>
                  </a:lnTo>
                  <a:lnTo>
                    <a:pt x="10968" y="6140"/>
                  </a:lnTo>
                  <a:lnTo>
                    <a:pt x="10774" y="5792"/>
                  </a:lnTo>
                  <a:lnTo>
                    <a:pt x="10504" y="5329"/>
                  </a:lnTo>
                  <a:lnTo>
                    <a:pt x="10311" y="4827"/>
                  </a:lnTo>
                  <a:lnTo>
                    <a:pt x="9886" y="3862"/>
                  </a:lnTo>
                  <a:lnTo>
                    <a:pt x="9655" y="3398"/>
                  </a:lnTo>
                  <a:lnTo>
                    <a:pt x="9423" y="2935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1"/>
                  </a:lnTo>
                  <a:lnTo>
                    <a:pt x="6874" y="502"/>
                  </a:lnTo>
                  <a:lnTo>
                    <a:pt x="6295" y="271"/>
                  </a:lnTo>
                  <a:lnTo>
                    <a:pt x="5716" y="116"/>
                  </a:lnTo>
                  <a:lnTo>
                    <a:pt x="5137" y="39"/>
                  </a:lnTo>
                  <a:lnTo>
                    <a:pt x="451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7"/>
            <p:cNvSpPr/>
            <p:nvPr/>
          </p:nvSpPr>
          <p:spPr>
            <a:xfrm>
              <a:off x="2769325" y="3423675"/>
              <a:ext cx="144825" cy="164125"/>
            </a:xfrm>
            <a:custGeom>
              <a:avLst/>
              <a:gdLst/>
              <a:ahLst/>
              <a:cxnLst/>
              <a:rect l="l" t="t" r="r" b="b"/>
              <a:pathLst>
                <a:path w="5793" h="6565" extrusionOk="0">
                  <a:moveTo>
                    <a:pt x="2858" y="463"/>
                  </a:moveTo>
                  <a:lnTo>
                    <a:pt x="3360" y="618"/>
                  </a:lnTo>
                  <a:lnTo>
                    <a:pt x="3823" y="811"/>
                  </a:lnTo>
                  <a:lnTo>
                    <a:pt x="4248" y="1081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8"/>
                  </a:lnTo>
                  <a:lnTo>
                    <a:pt x="5252" y="2510"/>
                  </a:lnTo>
                  <a:lnTo>
                    <a:pt x="5290" y="2780"/>
                  </a:lnTo>
                  <a:lnTo>
                    <a:pt x="5329" y="3051"/>
                  </a:lnTo>
                  <a:lnTo>
                    <a:pt x="5329" y="3321"/>
                  </a:lnTo>
                  <a:lnTo>
                    <a:pt x="5290" y="3784"/>
                  </a:lnTo>
                  <a:lnTo>
                    <a:pt x="5175" y="4248"/>
                  </a:lnTo>
                  <a:lnTo>
                    <a:pt x="4981" y="4711"/>
                  </a:lnTo>
                  <a:lnTo>
                    <a:pt x="4711" y="5097"/>
                  </a:lnTo>
                  <a:lnTo>
                    <a:pt x="4364" y="5445"/>
                  </a:lnTo>
                  <a:lnTo>
                    <a:pt x="4016" y="5715"/>
                  </a:lnTo>
                  <a:lnTo>
                    <a:pt x="3784" y="5831"/>
                  </a:lnTo>
                  <a:lnTo>
                    <a:pt x="3553" y="5947"/>
                  </a:lnTo>
                  <a:lnTo>
                    <a:pt x="3321" y="6024"/>
                  </a:lnTo>
                  <a:lnTo>
                    <a:pt x="3089" y="6063"/>
                  </a:lnTo>
                  <a:lnTo>
                    <a:pt x="2780" y="6101"/>
                  </a:lnTo>
                  <a:lnTo>
                    <a:pt x="2510" y="6101"/>
                  </a:lnTo>
                  <a:lnTo>
                    <a:pt x="2201" y="6063"/>
                  </a:lnTo>
                  <a:lnTo>
                    <a:pt x="1970" y="5985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599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0"/>
                  </a:lnTo>
                  <a:lnTo>
                    <a:pt x="734" y="4788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4"/>
                  </a:lnTo>
                  <a:lnTo>
                    <a:pt x="464" y="2973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699"/>
                  </a:lnTo>
                  <a:lnTo>
                    <a:pt x="966" y="1506"/>
                  </a:lnTo>
                  <a:lnTo>
                    <a:pt x="1120" y="1274"/>
                  </a:lnTo>
                  <a:lnTo>
                    <a:pt x="1313" y="1120"/>
                  </a:lnTo>
                  <a:lnTo>
                    <a:pt x="1506" y="927"/>
                  </a:lnTo>
                  <a:lnTo>
                    <a:pt x="1738" y="811"/>
                  </a:lnTo>
                  <a:lnTo>
                    <a:pt x="1970" y="695"/>
                  </a:lnTo>
                  <a:lnTo>
                    <a:pt x="2201" y="579"/>
                  </a:lnTo>
                  <a:lnTo>
                    <a:pt x="2472" y="541"/>
                  </a:lnTo>
                  <a:lnTo>
                    <a:pt x="2780" y="502"/>
                  </a:lnTo>
                  <a:lnTo>
                    <a:pt x="2819" y="502"/>
                  </a:lnTo>
                  <a:lnTo>
                    <a:pt x="2858" y="463"/>
                  </a:lnTo>
                  <a:close/>
                  <a:moveTo>
                    <a:pt x="2665" y="0"/>
                  </a:moveTo>
                  <a:lnTo>
                    <a:pt x="2587" y="39"/>
                  </a:lnTo>
                  <a:lnTo>
                    <a:pt x="2510" y="77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0"/>
                  </a:lnTo>
                  <a:lnTo>
                    <a:pt x="1854" y="309"/>
                  </a:lnTo>
                  <a:lnTo>
                    <a:pt x="1622" y="386"/>
                  </a:lnTo>
                  <a:lnTo>
                    <a:pt x="1390" y="502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6"/>
                  </a:lnTo>
                  <a:lnTo>
                    <a:pt x="348" y="1738"/>
                  </a:lnTo>
                  <a:lnTo>
                    <a:pt x="155" y="2278"/>
                  </a:lnTo>
                  <a:lnTo>
                    <a:pt x="39" y="2858"/>
                  </a:lnTo>
                  <a:lnTo>
                    <a:pt x="0" y="3398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2"/>
                  </a:lnTo>
                  <a:lnTo>
                    <a:pt x="309" y="4943"/>
                  </a:lnTo>
                  <a:lnTo>
                    <a:pt x="425" y="5213"/>
                  </a:lnTo>
                  <a:lnTo>
                    <a:pt x="579" y="5445"/>
                  </a:lnTo>
                  <a:lnTo>
                    <a:pt x="734" y="5676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7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6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6"/>
                  </a:lnTo>
                  <a:lnTo>
                    <a:pt x="3476" y="6449"/>
                  </a:lnTo>
                  <a:lnTo>
                    <a:pt x="3784" y="6333"/>
                  </a:lnTo>
                  <a:lnTo>
                    <a:pt x="4055" y="6217"/>
                  </a:lnTo>
                  <a:lnTo>
                    <a:pt x="4325" y="6063"/>
                  </a:lnTo>
                  <a:lnTo>
                    <a:pt x="4557" y="5908"/>
                  </a:lnTo>
                  <a:lnTo>
                    <a:pt x="4788" y="5715"/>
                  </a:lnTo>
                  <a:lnTo>
                    <a:pt x="4981" y="5483"/>
                  </a:lnTo>
                  <a:lnTo>
                    <a:pt x="5175" y="5252"/>
                  </a:lnTo>
                  <a:lnTo>
                    <a:pt x="5329" y="4981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0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7"/>
                  </a:lnTo>
                  <a:lnTo>
                    <a:pt x="5561" y="2047"/>
                  </a:lnTo>
                  <a:lnTo>
                    <a:pt x="5406" y="1776"/>
                  </a:lnTo>
                  <a:lnTo>
                    <a:pt x="5252" y="1506"/>
                  </a:lnTo>
                  <a:lnTo>
                    <a:pt x="5059" y="1274"/>
                  </a:lnTo>
                  <a:lnTo>
                    <a:pt x="4866" y="1043"/>
                  </a:lnTo>
                  <a:lnTo>
                    <a:pt x="4634" y="811"/>
                  </a:lnTo>
                  <a:lnTo>
                    <a:pt x="4402" y="618"/>
                  </a:lnTo>
                  <a:lnTo>
                    <a:pt x="4132" y="463"/>
                  </a:lnTo>
                  <a:lnTo>
                    <a:pt x="3862" y="309"/>
                  </a:lnTo>
                  <a:lnTo>
                    <a:pt x="3591" y="193"/>
                  </a:lnTo>
                  <a:lnTo>
                    <a:pt x="3282" y="116"/>
                  </a:lnTo>
                  <a:lnTo>
                    <a:pt x="2974" y="39"/>
                  </a:lnTo>
                  <a:lnTo>
                    <a:pt x="266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7"/>
            <p:cNvSpPr/>
            <p:nvPr/>
          </p:nvSpPr>
          <p:spPr>
            <a:xfrm>
              <a:off x="3889150" y="34449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3" y="3823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0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4" y="5986"/>
                  </a:lnTo>
                  <a:lnTo>
                    <a:pt x="11430" y="6140"/>
                  </a:lnTo>
                  <a:lnTo>
                    <a:pt x="11353" y="6218"/>
                  </a:lnTo>
                  <a:lnTo>
                    <a:pt x="11237" y="6256"/>
                  </a:lnTo>
                  <a:lnTo>
                    <a:pt x="11083" y="6295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0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9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4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1" y="9616"/>
                  </a:lnTo>
                  <a:lnTo>
                    <a:pt x="12936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5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7"/>
            <p:cNvSpPr/>
            <p:nvPr/>
          </p:nvSpPr>
          <p:spPr>
            <a:xfrm>
              <a:off x="4428800" y="3447800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0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3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2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7"/>
                  </a:lnTo>
                  <a:lnTo>
                    <a:pt x="6951" y="12627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7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7"/>
            <p:cNvSpPr/>
            <p:nvPr/>
          </p:nvSpPr>
          <p:spPr>
            <a:xfrm>
              <a:off x="4598700" y="3452625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49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1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7"/>
            <p:cNvSpPr/>
            <p:nvPr/>
          </p:nvSpPr>
          <p:spPr>
            <a:xfrm>
              <a:off x="3921000" y="34584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59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1" y="9075"/>
                  </a:lnTo>
                  <a:lnTo>
                    <a:pt x="6913" y="8804"/>
                  </a:lnTo>
                  <a:lnTo>
                    <a:pt x="6951" y="8534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8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0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8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4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4"/>
                  </a:lnTo>
                  <a:lnTo>
                    <a:pt x="6449" y="8843"/>
                  </a:lnTo>
                  <a:lnTo>
                    <a:pt x="5716" y="8804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5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7"/>
            <p:cNvSpPr/>
            <p:nvPr/>
          </p:nvSpPr>
          <p:spPr>
            <a:xfrm>
              <a:off x="1220850" y="3492200"/>
              <a:ext cx="274200" cy="516500"/>
            </a:xfrm>
            <a:custGeom>
              <a:avLst/>
              <a:gdLst/>
              <a:ahLst/>
              <a:cxnLst/>
              <a:rect l="l" t="t" r="r" b="b"/>
              <a:pathLst>
                <a:path w="10968" h="20660" extrusionOk="0">
                  <a:moveTo>
                    <a:pt x="1468" y="657"/>
                  </a:moveTo>
                  <a:lnTo>
                    <a:pt x="2086" y="1005"/>
                  </a:lnTo>
                  <a:lnTo>
                    <a:pt x="2665" y="1391"/>
                  </a:lnTo>
                  <a:lnTo>
                    <a:pt x="3052" y="1661"/>
                  </a:lnTo>
                  <a:lnTo>
                    <a:pt x="3438" y="1970"/>
                  </a:lnTo>
                  <a:lnTo>
                    <a:pt x="3592" y="2125"/>
                  </a:lnTo>
                  <a:lnTo>
                    <a:pt x="3708" y="2279"/>
                  </a:lnTo>
                  <a:lnTo>
                    <a:pt x="3862" y="2588"/>
                  </a:lnTo>
                  <a:lnTo>
                    <a:pt x="3978" y="2935"/>
                  </a:lnTo>
                  <a:lnTo>
                    <a:pt x="4055" y="3322"/>
                  </a:lnTo>
                  <a:lnTo>
                    <a:pt x="5098" y="7492"/>
                  </a:lnTo>
                  <a:lnTo>
                    <a:pt x="7222" y="16180"/>
                  </a:lnTo>
                  <a:lnTo>
                    <a:pt x="7261" y="16258"/>
                  </a:lnTo>
                  <a:lnTo>
                    <a:pt x="7299" y="16296"/>
                  </a:lnTo>
                  <a:lnTo>
                    <a:pt x="7369" y="16331"/>
                  </a:lnTo>
                  <a:lnTo>
                    <a:pt x="7369" y="16331"/>
                  </a:lnTo>
                  <a:lnTo>
                    <a:pt x="6990" y="16489"/>
                  </a:lnTo>
                  <a:lnTo>
                    <a:pt x="6334" y="14481"/>
                  </a:lnTo>
                  <a:lnTo>
                    <a:pt x="5677" y="12512"/>
                  </a:lnTo>
                  <a:lnTo>
                    <a:pt x="4287" y="8573"/>
                  </a:lnTo>
                  <a:lnTo>
                    <a:pt x="2858" y="4634"/>
                  </a:lnTo>
                  <a:lnTo>
                    <a:pt x="1468" y="657"/>
                  </a:lnTo>
                  <a:close/>
                  <a:moveTo>
                    <a:pt x="1121" y="503"/>
                  </a:moveTo>
                  <a:lnTo>
                    <a:pt x="1121" y="580"/>
                  </a:lnTo>
                  <a:lnTo>
                    <a:pt x="3940" y="8573"/>
                  </a:lnTo>
                  <a:lnTo>
                    <a:pt x="5368" y="12551"/>
                  </a:lnTo>
                  <a:lnTo>
                    <a:pt x="6102" y="14558"/>
                  </a:lnTo>
                  <a:lnTo>
                    <a:pt x="6874" y="16528"/>
                  </a:lnTo>
                  <a:lnTo>
                    <a:pt x="6681" y="16566"/>
                  </a:lnTo>
                  <a:lnTo>
                    <a:pt x="5755" y="14636"/>
                  </a:lnTo>
                  <a:lnTo>
                    <a:pt x="4789" y="12705"/>
                  </a:lnTo>
                  <a:lnTo>
                    <a:pt x="2820" y="8882"/>
                  </a:lnTo>
                  <a:lnTo>
                    <a:pt x="1777" y="6951"/>
                  </a:lnTo>
                  <a:lnTo>
                    <a:pt x="773" y="4982"/>
                  </a:lnTo>
                  <a:lnTo>
                    <a:pt x="657" y="4712"/>
                  </a:lnTo>
                  <a:lnTo>
                    <a:pt x="580" y="4441"/>
                  </a:lnTo>
                  <a:lnTo>
                    <a:pt x="542" y="4171"/>
                  </a:lnTo>
                  <a:lnTo>
                    <a:pt x="503" y="3901"/>
                  </a:lnTo>
                  <a:lnTo>
                    <a:pt x="503" y="3322"/>
                  </a:lnTo>
                  <a:lnTo>
                    <a:pt x="542" y="2781"/>
                  </a:lnTo>
                  <a:lnTo>
                    <a:pt x="657" y="2202"/>
                  </a:lnTo>
                  <a:lnTo>
                    <a:pt x="812" y="1623"/>
                  </a:lnTo>
                  <a:lnTo>
                    <a:pt x="1121" y="503"/>
                  </a:lnTo>
                  <a:close/>
                  <a:moveTo>
                    <a:pt x="9886" y="13786"/>
                  </a:moveTo>
                  <a:lnTo>
                    <a:pt x="10041" y="13825"/>
                  </a:lnTo>
                  <a:lnTo>
                    <a:pt x="10157" y="13902"/>
                  </a:lnTo>
                  <a:lnTo>
                    <a:pt x="10311" y="14018"/>
                  </a:lnTo>
                  <a:lnTo>
                    <a:pt x="10581" y="14481"/>
                  </a:lnTo>
                  <a:lnTo>
                    <a:pt x="10620" y="14674"/>
                  </a:lnTo>
                  <a:lnTo>
                    <a:pt x="10620" y="14906"/>
                  </a:lnTo>
                  <a:lnTo>
                    <a:pt x="10581" y="15099"/>
                  </a:lnTo>
                  <a:lnTo>
                    <a:pt x="10504" y="15254"/>
                  </a:lnTo>
                  <a:lnTo>
                    <a:pt x="10311" y="15640"/>
                  </a:lnTo>
                  <a:lnTo>
                    <a:pt x="10041" y="15910"/>
                  </a:lnTo>
                  <a:lnTo>
                    <a:pt x="9655" y="16296"/>
                  </a:lnTo>
                  <a:lnTo>
                    <a:pt x="9191" y="16605"/>
                  </a:lnTo>
                  <a:lnTo>
                    <a:pt x="8728" y="16914"/>
                  </a:lnTo>
                  <a:lnTo>
                    <a:pt x="8265" y="17184"/>
                  </a:lnTo>
                  <a:lnTo>
                    <a:pt x="8149" y="17184"/>
                  </a:lnTo>
                  <a:lnTo>
                    <a:pt x="8071" y="17262"/>
                  </a:lnTo>
                  <a:lnTo>
                    <a:pt x="7724" y="17416"/>
                  </a:lnTo>
                  <a:lnTo>
                    <a:pt x="7029" y="17725"/>
                  </a:lnTo>
                  <a:lnTo>
                    <a:pt x="6295" y="17995"/>
                  </a:lnTo>
                  <a:lnTo>
                    <a:pt x="5523" y="18150"/>
                  </a:lnTo>
                  <a:lnTo>
                    <a:pt x="4789" y="18304"/>
                  </a:lnTo>
                  <a:lnTo>
                    <a:pt x="4403" y="18343"/>
                  </a:lnTo>
                  <a:lnTo>
                    <a:pt x="4055" y="18343"/>
                  </a:lnTo>
                  <a:lnTo>
                    <a:pt x="3669" y="18266"/>
                  </a:lnTo>
                  <a:lnTo>
                    <a:pt x="3515" y="18227"/>
                  </a:lnTo>
                  <a:lnTo>
                    <a:pt x="3360" y="18150"/>
                  </a:lnTo>
                  <a:lnTo>
                    <a:pt x="3245" y="18034"/>
                  </a:lnTo>
                  <a:lnTo>
                    <a:pt x="3129" y="17957"/>
                  </a:lnTo>
                  <a:lnTo>
                    <a:pt x="2974" y="17686"/>
                  </a:lnTo>
                  <a:lnTo>
                    <a:pt x="2858" y="17377"/>
                  </a:lnTo>
                  <a:lnTo>
                    <a:pt x="2858" y="17068"/>
                  </a:lnTo>
                  <a:lnTo>
                    <a:pt x="2897" y="16875"/>
                  </a:lnTo>
                  <a:lnTo>
                    <a:pt x="2974" y="16721"/>
                  </a:lnTo>
                  <a:lnTo>
                    <a:pt x="3090" y="16566"/>
                  </a:lnTo>
                  <a:lnTo>
                    <a:pt x="3206" y="16451"/>
                  </a:lnTo>
                  <a:lnTo>
                    <a:pt x="3322" y="16373"/>
                  </a:lnTo>
                  <a:lnTo>
                    <a:pt x="3476" y="16296"/>
                  </a:lnTo>
                  <a:lnTo>
                    <a:pt x="3592" y="16296"/>
                  </a:lnTo>
                  <a:lnTo>
                    <a:pt x="3708" y="16335"/>
                  </a:lnTo>
                  <a:lnTo>
                    <a:pt x="3824" y="16451"/>
                  </a:lnTo>
                  <a:lnTo>
                    <a:pt x="3940" y="16605"/>
                  </a:lnTo>
                  <a:lnTo>
                    <a:pt x="4094" y="16798"/>
                  </a:lnTo>
                  <a:lnTo>
                    <a:pt x="4210" y="17068"/>
                  </a:lnTo>
                  <a:lnTo>
                    <a:pt x="4055" y="17068"/>
                  </a:lnTo>
                  <a:lnTo>
                    <a:pt x="3978" y="17107"/>
                  </a:lnTo>
                  <a:lnTo>
                    <a:pt x="3940" y="17184"/>
                  </a:lnTo>
                  <a:lnTo>
                    <a:pt x="3978" y="17300"/>
                  </a:lnTo>
                  <a:lnTo>
                    <a:pt x="4055" y="17339"/>
                  </a:lnTo>
                  <a:lnTo>
                    <a:pt x="4828" y="17339"/>
                  </a:lnTo>
                  <a:lnTo>
                    <a:pt x="5639" y="17262"/>
                  </a:lnTo>
                  <a:lnTo>
                    <a:pt x="6450" y="17107"/>
                  </a:lnTo>
                  <a:lnTo>
                    <a:pt x="7261" y="16875"/>
                  </a:lnTo>
                  <a:lnTo>
                    <a:pt x="7647" y="16721"/>
                  </a:lnTo>
                  <a:lnTo>
                    <a:pt x="8033" y="16528"/>
                  </a:lnTo>
                  <a:lnTo>
                    <a:pt x="8419" y="16335"/>
                  </a:lnTo>
                  <a:lnTo>
                    <a:pt x="8728" y="16103"/>
                  </a:lnTo>
                  <a:lnTo>
                    <a:pt x="9075" y="15871"/>
                  </a:lnTo>
                  <a:lnTo>
                    <a:pt x="9384" y="15601"/>
                  </a:lnTo>
                  <a:lnTo>
                    <a:pt x="9616" y="15331"/>
                  </a:lnTo>
                  <a:lnTo>
                    <a:pt x="9886" y="15022"/>
                  </a:lnTo>
                  <a:lnTo>
                    <a:pt x="9886" y="14945"/>
                  </a:lnTo>
                  <a:lnTo>
                    <a:pt x="9886" y="14906"/>
                  </a:lnTo>
                  <a:lnTo>
                    <a:pt x="9848" y="14829"/>
                  </a:lnTo>
                  <a:lnTo>
                    <a:pt x="9809" y="14790"/>
                  </a:lnTo>
                  <a:lnTo>
                    <a:pt x="9732" y="14752"/>
                  </a:lnTo>
                  <a:lnTo>
                    <a:pt x="9616" y="14752"/>
                  </a:lnTo>
                  <a:lnTo>
                    <a:pt x="9539" y="14790"/>
                  </a:lnTo>
                  <a:lnTo>
                    <a:pt x="9307" y="15099"/>
                  </a:lnTo>
                  <a:lnTo>
                    <a:pt x="9114" y="14945"/>
                  </a:lnTo>
                  <a:lnTo>
                    <a:pt x="9037" y="14829"/>
                  </a:lnTo>
                  <a:lnTo>
                    <a:pt x="8998" y="14674"/>
                  </a:lnTo>
                  <a:lnTo>
                    <a:pt x="8998" y="14558"/>
                  </a:lnTo>
                  <a:lnTo>
                    <a:pt x="9037" y="14404"/>
                  </a:lnTo>
                  <a:lnTo>
                    <a:pt x="9114" y="14288"/>
                  </a:lnTo>
                  <a:lnTo>
                    <a:pt x="9346" y="14056"/>
                  </a:lnTo>
                  <a:lnTo>
                    <a:pt x="9462" y="13941"/>
                  </a:lnTo>
                  <a:lnTo>
                    <a:pt x="9539" y="13825"/>
                  </a:lnTo>
                  <a:lnTo>
                    <a:pt x="9655" y="13786"/>
                  </a:lnTo>
                  <a:close/>
                  <a:moveTo>
                    <a:pt x="889" y="1"/>
                  </a:moveTo>
                  <a:lnTo>
                    <a:pt x="812" y="78"/>
                  </a:lnTo>
                  <a:lnTo>
                    <a:pt x="773" y="155"/>
                  </a:lnTo>
                  <a:lnTo>
                    <a:pt x="194" y="2511"/>
                  </a:lnTo>
                  <a:lnTo>
                    <a:pt x="117" y="2897"/>
                  </a:lnTo>
                  <a:lnTo>
                    <a:pt x="40" y="3322"/>
                  </a:lnTo>
                  <a:lnTo>
                    <a:pt x="1" y="3746"/>
                  </a:lnTo>
                  <a:lnTo>
                    <a:pt x="1" y="4210"/>
                  </a:lnTo>
                  <a:lnTo>
                    <a:pt x="78" y="4441"/>
                  </a:lnTo>
                  <a:lnTo>
                    <a:pt x="155" y="4673"/>
                  </a:lnTo>
                  <a:lnTo>
                    <a:pt x="348" y="5136"/>
                  </a:lnTo>
                  <a:lnTo>
                    <a:pt x="850" y="6025"/>
                  </a:lnTo>
                  <a:lnTo>
                    <a:pt x="1970" y="8187"/>
                  </a:lnTo>
                  <a:lnTo>
                    <a:pt x="4133" y="12435"/>
                  </a:lnTo>
                  <a:lnTo>
                    <a:pt x="5253" y="14558"/>
                  </a:lnTo>
                  <a:lnTo>
                    <a:pt x="6411" y="16682"/>
                  </a:lnTo>
                  <a:lnTo>
                    <a:pt x="5484" y="16875"/>
                  </a:lnTo>
                  <a:lnTo>
                    <a:pt x="4596" y="16991"/>
                  </a:lnTo>
                  <a:lnTo>
                    <a:pt x="4596" y="16991"/>
                  </a:lnTo>
                  <a:lnTo>
                    <a:pt x="4673" y="16837"/>
                  </a:lnTo>
                  <a:lnTo>
                    <a:pt x="4712" y="16682"/>
                  </a:lnTo>
                  <a:lnTo>
                    <a:pt x="4712" y="16528"/>
                  </a:lnTo>
                  <a:lnTo>
                    <a:pt x="4635" y="16373"/>
                  </a:lnTo>
                  <a:lnTo>
                    <a:pt x="4557" y="16219"/>
                  </a:lnTo>
                  <a:lnTo>
                    <a:pt x="4442" y="16103"/>
                  </a:lnTo>
                  <a:lnTo>
                    <a:pt x="4326" y="15987"/>
                  </a:lnTo>
                  <a:lnTo>
                    <a:pt x="4133" y="15910"/>
                  </a:lnTo>
                  <a:lnTo>
                    <a:pt x="3862" y="15871"/>
                  </a:lnTo>
                  <a:lnTo>
                    <a:pt x="3592" y="15871"/>
                  </a:lnTo>
                  <a:lnTo>
                    <a:pt x="3322" y="15949"/>
                  </a:lnTo>
                  <a:lnTo>
                    <a:pt x="3090" y="16103"/>
                  </a:lnTo>
                  <a:lnTo>
                    <a:pt x="2897" y="16258"/>
                  </a:lnTo>
                  <a:lnTo>
                    <a:pt x="2743" y="16489"/>
                  </a:lnTo>
                  <a:lnTo>
                    <a:pt x="2588" y="16721"/>
                  </a:lnTo>
                  <a:lnTo>
                    <a:pt x="2550" y="16991"/>
                  </a:lnTo>
                  <a:lnTo>
                    <a:pt x="2511" y="17416"/>
                  </a:lnTo>
                  <a:lnTo>
                    <a:pt x="2550" y="17725"/>
                  </a:lnTo>
                  <a:lnTo>
                    <a:pt x="2704" y="17995"/>
                  </a:lnTo>
                  <a:lnTo>
                    <a:pt x="2858" y="18227"/>
                  </a:lnTo>
                  <a:lnTo>
                    <a:pt x="3129" y="18381"/>
                  </a:lnTo>
                  <a:lnTo>
                    <a:pt x="3399" y="18497"/>
                  </a:lnTo>
                  <a:lnTo>
                    <a:pt x="3747" y="18574"/>
                  </a:lnTo>
                  <a:lnTo>
                    <a:pt x="4094" y="18613"/>
                  </a:lnTo>
                  <a:lnTo>
                    <a:pt x="4442" y="18613"/>
                  </a:lnTo>
                  <a:lnTo>
                    <a:pt x="4828" y="18574"/>
                  </a:lnTo>
                  <a:lnTo>
                    <a:pt x="5639" y="18420"/>
                  </a:lnTo>
                  <a:lnTo>
                    <a:pt x="6334" y="18266"/>
                  </a:lnTo>
                  <a:lnTo>
                    <a:pt x="6952" y="18072"/>
                  </a:lnTo>
                  <a:lnTo>
                    <a:pt x="7067" y="18034"/>
                  </a:lnTo>
                  <a:lnTo>
                    <a:pt x="7299" y="17957"/>
                  </a:lnTo>
                  <a:lnTo>
                    <a:pt x="8149" y="17570"/>
                  </a:lnTo>
                  <a:lnTo>
                    <a:pt x="8612" y="18497"/>
                  </a:lnTo>
                  <a:lnTo>
                    <a:pt x="9037" y="19463"/>
                  </a:lnTo>
                  <a:lnTo>
                    <a:pt x="9269" y="20003"/>
                  </a:lnTo>
                  <a:lnTo>
                    <a:pt x="9423" y="20351"/>
                  </a:lnTo>
                  <a:lnTo>
                    <a:pt x="9539" y="20660"/>
                  </a:lnTo>
                  <a:lnTo>
                    <a:pt x="9770" y="20621"/>
                  </a:lnTo>
                  <a:lnTo>
                    <a:pt x="9693" y="20428"/>
                  </a:lnTo>
                  <a:lnTo>
                    <a:pt x="9423" y="19656"/>
                  </a:lnTo>
                  <a:lnTo>
                    <a:pt x="9114" y="18922"/>
                  </a:lnTo>
                  <a:lnTo>
                    <a:pt x="8767" y="18150"/>
                  </a:lnTo>
                  <a:lnTo>
                    <a:pt x="8419" y="17416"/>
                  </a:lnTo>
                  <a:lnTo>
                    <a:pt x="8960" y="17107"/>
                  </a:lnTo>
                  <a:lnTo>
                    <a:pt x="9539" y="16760"/>
                  </a:lnTo>
                  <a:lnTo>
                    <a:pt x="10041" y="16373"/>
                  </a:lnTo>
                  <a:lnTo>
                    <a:pt x="10272" y="16180"/>
                  </a:lnTo>
                  <a:lnTo>
                    <a:pt x="10466" y="15949"/>
                  </a:lnTo>
                  <a:lnTo>
                    <a:pt x="10659" y="15717"/>
                  </a:lnTo>
                  <a:lnTo>
                    <a:pt x="10813" y="15485"/>
                  </a:lnTo>
                  <a:lnTo>
                    <a:pt x="10929" y="15254"/>
                  </a:lnTo>
                  <a:lnTo>
                    <a:pt x="10968" y="14983"/>
                  </a:lnTo>
                  <a:lnTo>
                    <a:pt x="10968" y="14752"/>
                  </a:lnTo>
                  <a:lnTo>
                    <a:pt x="10929" y="14520"/>
                  </a:lnTo>
                  <a:lnTo>
                    <a:pt x="10852" y="14250"/>
                  </a:lnTo>
                  <a:lnTo>
                    <a:pt x="10659" y="13979"/>
                  </a:lnTo>
                  <a:lnTo>
                    <a:pt x="10504" y="13825"/>
                  </a:lnTo>
                  <a:lnTo>
                    <a:pt x="10272" y="13670"/>
                  </a:lnTo>
                  <a:lnTo>
                    <a:pt x="10041" y="13555"/>
                  </a:lnTo>
                  <a:lnTo>
                    <a:pt x="9809" y="13516"/>
                  </a:lnTo>
                  <a:lnTo>
                    <a:pt x="9539" y="13516"/>
                  </a:lnTo>
                  <a:lnTo>
                    <a:pt x="9307" y="13555"/>
                  </a:lnTo>
                  <a:lnTo>
                    <a:pt x="9075" y="13670"/>
                  </a:lnTo>
                  <a:lnTo>
                    <a:pt x="8882" y="13863"/>
                  </a:lnTo>
                  <a:lnTo>
                    <a:pt x="8767" y="14056"/>
                  </a:lnTo>
                  <a:lnTo>
                    <a:pt x="8728" y="14250"/>
                  </a:lnTo>
                  <a:lnTo>
                    <a:pt x="8689" y="14443"/>
                  </a:lnTo>
                  <a:lnTo>
                    <a:pt x="8689" y="14636"/>
                  </a:lnTo>
                  <a:lnTo>
                    <a:pt x="8728" y="14829"/>
                  </a:lnTo>
                  <a:lnTo>
                    <a:pt x="8805" y="15022"/>
                  </a:lnTo>
                  <a:lnTo>
                    <a:pt x="8921" y="15176"/>
                  </a:lnTo>
                  <a:lnTo>
                    <a:pt x="9075" y="15331"/>
                  </a:lnTo>
                  <a:lnTo>
                    <a:pt x="8728" y="15640"/>
                  </a:lnTo>
                  <a:lnTo>
                    <a:pt x="8342" y="15871"/>
                  </a:lnTo>
                  <a:lnTo>
                    <a:pt x="7917" y="16103"/>
                  </a:lnTo>
                  <a:lnTo>
                    <a:pt x="7454" y="16296"/>
                  </a:lnTo>
                  <a:lnTo>
                    <a:pt x="7531" y="16258"/>
                  </a:lnTo>
                  <a:lnTo>
                    <a:pt x="7608" y="16219"/>
                  </a:lnTo>
                  <a:lnTo>
                    <a:pt x="7608" y="16142"/>
                  </a:lnTo>
                  <a:lnTo>
                    <a:pt x="7608" y="16026"/>
                  </a:lnTo>
                  <a:lnTo>
                    <a:pt x="5330" y="6488"/>
                  </a:lnTo>
                  <a:lnTo>
                    <a:pt x="4712" y="4094"/>
                  </a:lnTo>
                  <a:lnTo>
                    <a:pt x="4480" y="3013"/>
                  </a:lnTo>
                  <a:lnTo>
                    <a:pt x="4326" y="2511"/>
                  </a:lnTo>
                  <a:lnTo>
                    <a:pt x="4249" y="2240"/>
                  </a:lnTo>
                  <a:lnTo>
                    <a:pt x="4094" y="2009"/>
                  </a:lnTo>
                  <a:lnTo>
                    <a:pt x="3824" y="1700"/>
                  </a:lnTo>
                  <a:lnTo>
                    <a:pt x="3515" y="1352"/>
                  </a:lnTo>
                  <a:lnTo>
                    <a:pt x="3129" y="1082"/>
                  </a:lnTo>
                  <a:lnTo>
                    <a:pt x="2704" y="812"/>
                  </a:lnTo>
                  <a:lnTo>
                    <a:pt x="2318" y="580"/>
                  </a:lnTo>
                  <a:lnTo>
                    <a:pt x="1854" y="387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7"/>
            <p:cNvSpPr/>
            <p:nvPr/>
          </p:nvSpPr>
          <p:spPr>
            <a:xfrm>
              <a:off x="319200" y="3515375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8" y="309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2"/>
                  </a:lnTo>
                  <a:lnTo>
                    <a:pt x="7299" y="502"/>
                  </a:lnTo>
                  <a:lnTo>
                    <a:pt x="7453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3"/>
                  </a:lnTo>
                  <a:lnTo>
                    <a:pt x="6295" y="4943"/>
                  </a:lnTo>
                  <a:lnTo>
                    <a:pt x="6218" y="3978"/>
                  </a:lnTo>
                  <a:lnTo>
                    <a:pt x="6140" y="2974"/>
                  </a:lnTo>
                  <a:lnTo>
                    <a:pt x="6140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4"/>
                  </a:lnTo>
                  <a:lnTo>
                    <a:pt x="6449" y="502"/>
                  </a:lnTo>
                  <a:lnTo>
                    <a:pt x="6527" y="425"/>
                  </a:lnTo>
                  <a:lnTo>
                    <a:pt x="6642" y="348"/>
                  </a:lnTo>
                  <a:lnTo>
                    <a:pt x="6758" y="309"/>
                  </a:lnTo>
                  <a:close/>
                  <a:moveTo>
                    <a:pt x="11971" y="4711"/>
                  </a:moveTo>
                  <a:lnTo>
                    <a:pt x="12087" y="4750"/>
                  </a:lnTo>
                  <a:lnTo>
                    <a:pt x="12164" y="4827"/>
                  </a:lnTo>
                  <a:lnTo>
                    <a:pt x="12280" y="4905"/>
                  </a:lnTo>
                  <a:lnTo>
                    <a:pt x="12319" y="4982"/>
                  </a:lnTo>
                  <a:lnTo>
                    <a:pt x="12396" y="5136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1"/>
                  </a:lnTo>
                  <a:lnTo>
                    <a:pt x="10041" y="5831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8" y="5252"/>
                  </a:lnTo>
                  <a:lnTo>
                    <a:pt x="7955" y="5020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8" y="4750"/>
                  </a:lnTo>
                  <a:lnTo>
                    <a:pt x="11353" y="4711"/>
                  </a:lnTo>
                  <a:close/>
                  <a:moveTo>
                    <a:pt x="5638" y="5754"/>
                  </a:moveTo>
                  <a:lnTo>
                    <a:pt x="4557" y="6449"/>
                  </a:lnTo>
                  <a:lnTo>
                    <a:pt x="3437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29" y="7917"/>
                  </a:lnTo>
                  <a:lnTo>
                    <a:pt x="1120" y="7955"/>
                  </a:lnTo>
                  <a:lnTo>
                    <a:pt x="927" y="7917"/>
                  </a:lnTo>
                  <a:lnTo>
                    <a:pt x="850" y="7878"/>
                  </a:lnTo>
                  <a:lnTo>
                    <a:pt x="773" y="7801"/>
                  </a:lnTo>
                  <a:lnTo>
                    <a:pt x="734" y="7685"/>
                  </a:lnTo>
                  <a:lnTo>
                    <a:pt x="696" y="7530"/>
                  </a:lnTo>
                  <a:lnTo>
                    <a:pt x="696" y="7376"/>
                  </a:lnTo>
                  <a:lnTo>
                    <a:pt x="696" y="7221"/>
                  </a:lnTo>
                  <a:lnTo>
                    <a:pt x="734" y="7144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2"/>
                  </a:lnTo>
                  <a:lnTo>
                    <a:pt x="2742" y="6449"/>
                  </a:lnTo>
                  <a:lnTo>
                    <a:pt x="3592" y="6295"/>
                  </a:lnTo>
                  <a:lnTo>
                    <a:pt x="4634" y="6063"/>
                  </a:lnTo>
                  <a:lnTo>
                    <a:pt x="5136" y="5909"/>
                  </a:lnTo>
                  <a:lnTo>
                    <a:pt x="5638" y="5754"/>
                  </a:lnTo>
                  <a:close/>
                  <a:moveTo>
                    <a:pt x="6951" y="0"/>
                  </a:moveTo>
                  <a:lnTo>
                    <a:pt x="6720" y="39"/>
                  </a:lnTo>
                  <a:lnTo>
                    <a:pt x="6527" y="116"/>
                  </a:lnTo>
                  <a:lnTo>
                    <a:pt x="6333" y="232"/>
                  </a:lnTo>
                  <a:lnTo>
                    <a:pt x="6140" y="425"/>
                  </a:lnTo>
                  <a:lnTo>
                    <a:pt x="5986" y="618"/>
                  </a:lnTo>
                  <a:lnTo>
                    <a:pt x="5909" y="811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1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3" y="5020"/>
                  </a:lnTo>
                  <a:lnTo>
                    <a:pt x="6025" y="5136"/>
                  </a:lnTo>
                  <a:lnTo>
                    <a:pt x="6063" y="5252"/>
                  </a:lnTo>
                  <a:lnTo>
                    <a:pt x="5523" y="5445"/>
                  </a:lnTo>
                  <a:lnTo>
                    <a:pt x="4982" y="5561"/>
                  </a:lnTo>
                  <a:lnTo>
                    <a:pt x="3939" y="5831"/>
                  </a:lnTo>
                  <a:lnTo>
                    <a:pt x="2858" y="6024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0" y="6642"/>
                  </a:lnTo>
                  <a:lnTo>
                    <a:pt x="503" y="6835"/>
                  </a:lnTo>
                  <a:lnTo>
                    <a:pt x="232" y="7028"/>
                  </a:lnTo>
                  <a:lnTo>
                    <a:pt x="116" y="7144"/>
                  </a:lnTo>
                  <a:lnTo>
                    <a:pt x="39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39" y="7723"/>
                  </a:lnTo>
                  <a:lnTo>
                    <a:pt x="116" y="7917"/>
                  </a:lnTo>
                  <a:lnTo>
                    <a:pt x="232" y="8032"/>
                  </a:lnTo>
                  <a:lnTo>
                    <a:pt x="348" y="8148"/>
                  </a:lnTo>
                  <a:lnTo>
                    <a:pt x="503" y="8225"/>
                  </a:lnTo>
                  <a:lnTo>
                    <a:pt x="618" y="8264"/>
                  </a:lnTo>
                  <a:lnTo>
                    <a:pt x="927" y="8341"/>
                  </a:lnTo>
                  <a:lnTo>
                    <a:pt x="1275" y="8341"/>
                  </a:lnTo>
                  <a:lnTo>
                    <a:pt x="1622" y="8303"/>
                  </a:lnTo>
                  <a:lnTo>
                    <a:pt x="1931" y="8187"/>
                  </a:lnTo>
                  <a:lnTo>
                    <a:pt x="2549" y="7994"/>
                  </a:lnTo>
                  <a:lnTo>
                    <a:pt x="3553" y="7530"/>
                  </a:lnTo>
                  <a:lnTo>
                    <a:pt x="4519" y="6990"/>
                  </a:lnTo>
                  <a:lnTo>
                    <a:pt x="5445" y="6372"/>
                  </a:lnTo>
                  <a:lnTo>
                    <a:pt x="5909" y="6063"/>
                  </a:lnTo>
                  <a:lnTo>
                    <a:pt x="6333" y="5715"/>
                  </a:lnTo>
                  <a:lnTo>
                    <a:pt x="6527" y="6102"/>
                  </a:lnTo>
                  <a:lnTo>
                    <a:pt x="6642" y="6295"/>
                  </a:lnTo>
                  <a:lnTo>
                    <a:pt x="6758" y="6449"/>
                  </a:lnTo>
                  <a:lnTo>
                    <a:pt x="7029" y="6372"/>
                  </a:lnTo>
                  <a:lnTo>
                    <a:pt x="7029" y="6333"/>
                  </a:lnTo>
                  <a:lnTo>
                    <a:pt x="6835" y="5986"/>
                  </a:lnTo>
                  <a:lnTo>
                    <a:pt x="6758" y="5831"/>
                  </a:lnTo>
                  <a:lnTo>
                    <a:pt x="6720" y="5638"/>
                  </a:lnTo>
                  <a:lnTo>
                    <a:pt x="6720" y="5561"/>
                  </a:lnTo>
                  <a:lnTo>
                    <a:pt x="7569" y="5831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7"/>
                  </a:lnTo>
                  <a:lnTo>
                    <a:pt x="11006" y="6217"/>
                  </a:lnTo>
                  <a:lnTo>
                    <a:pt x="11469" y="6179"/>
                  </a:lnTo>
                  <a:lnTo>
                    <a:pt x="11933" y="6140"/>
                  </a:lnTo>
                  <a:lnTo>
                    <a:pt x="12357" y="5986"/>
                  </a:lnTo>
                  <a:lnTo>
                    <a:pt x="12512" y="5909"/>
                  </a:lnTo>
                  <a:lnTo>
                    <a:pt x="12666" y="5793"/>
                  </a:lnTo>
                  <a:lnTo>
                    <a:pt x="12821" y="5677"/>
                  </a:lnTo>
                  <a:lnTo>
                    <a:pt x="12898" y="5522"/>
                  </a:lnTo>
                  <a:lnTo>
                    <a:pt x="12975" y="5368"/>
                  </a:lnTo>
                  <a:lnTo>
                    <a:pt x="12975" y="5175"/>
                  </a:lnTo>
                  <a:lnTo>
                    <a:pt x="12975" y="4982"/>
                  </a:lnTo>
                  <a:lnTo>
                    <a:pt x="12898" y="4827"/>
                  </a:lnTo>
                  <a:lnTo>
                    <a:pt x="12821" y="4711"/>
                  </a:lnTo>
                  <a:lnTo>
                    <a:pt x="12744" y="4634"/>
                  </a:lnTo>
                  <a:lnTo>
                    <a:pt x="12628" y="4518"/>
                  </a:lnTo>
                  <a:lnTo>
                    <a:pt x="12473" y="4480"/>
                  </a:lnTo>
                  <a:lnTo>
                    <a:pt x="12164" y="4364"/>
                  </a:lnTo>
                  <a:lnTo>
                    <a:pt x="11817" y="4325"/>
                  </a:lnTo>
                  <a:lnTo>
                    <a:pt x="11469" y="4325"/>
                  </a:lnTo>
                  <a:lnTo>
                    <a:pt x="10890" y="4364"/>
                  </a:lnTo>
                  <a:lnTo>
                    <a:pt x="9847" y="4403"/>
                  </a:lnTo>
                  <a:lnTo>
                    <a:pt x="8843" y="4480"/>
                  </a:lnTo>
                  <a:lnTo>
                    <a:pt x="7839" y="4634"/>
                  </a:lnTo>
                  <a:lnTo>
                    <a:pt x="6835" y="4827"/>
                  </a:lnTo>
                  <a:lnTo>
                    <a:pt x="7376" y="3476"/>
                  </a:lnTo>
                  <a:lnTo>
                    <a:pt x="7646" y="2742"/>
                  </a:lnTo>
                  <a:lnTo>
                    <a:pt x="7839" y="2047"/>
                  </a:lnTo>
                  <a:lnTo>
                    <a:pt x="7917" y="1815"/>
                  </a:lnTo>
                  <a:lnTo>
                    <a:pt x="7917" y="1545"/>
                  </a:lnTo>
                  <a:lnTo>
                    <a:pt x="7917" y="1313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8"/>
                  </a:lnTo>
                  <a:lnTo>
                    <a:pt x="7531" y="425"/>
                  </a:lnTo>
                  <a:lnTo>
                    <a:pt x="7337" y="271"/>
                  </a:lnTo>
                  <a:lnTo>
                    <a:pt x="7260" y="155"/>
                  </a:lnTo>
                  <a:lnTo>
                    <a:pt x="7144" y="78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7"/>
            <p:cNvSpPr/>
            <p:nvPr/>
          </p:nvSpPr>
          <p:spPr>
            <a:xfrm>
              <a:off x="2371575" y="3521175"/>
              <a:ext cx="106225" cy="123575"/>
            </a:xfrm>
            <a:custGeom>
              <a:avLst/>
              <a:gdLst/>
              <a:ahLst/>
              <a:cxnLst/>
              <a:rect l="l" t="t" r="r" b="b"/>
              <a:pathLst>
                <a:path w="4249" h="4943" extrusionOk="0">
                  <a:moveTo>
                    <a:pt x="3862" y="0"/>
                  </a:moveTo>
                  <a:lnTo>
                    <a:pt x="3592" y="541"/>
                  </a:lnTo>
                  <a:lnTo>
                    <a:pt x="3245" y="1120"/>
                  </a:lnTo>
                  <a:lnTo>
                    <a:pt x="2897" y="1661"/>
                  </a:lnTo>
                  <a:lnTo>
                    <a:pt x="2511" y="2163"/>
                  </a:lnTo>
                  <a:lnTo>
                    <a:pt x="1932" y="2858"/>
                  </a:lnTo>
                  <a:lnTo>
                    <a:pt x="1314" y="3475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48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50"/>
                  </a:lnTo>
                  <a:lnTo>
                    <a:pt x="966" y="4518"/>
                  </a:lnTo>
                  <a:lnTo>
                    <a:pt x="1314" y="4209"/>
                  </a:lnTo>
                  <a:lnTo>
                    <a:pt x="1700" y="3900"/>
                  </a:lnTo>
                  <a:lnTo>
                    <a:pt x="2009" y="3553"/>
                  </a:lnTo>
                  <a:lnTo>
                    <a:pt x="2356" y="3167"/>
                  </a:lnTo>
                  <a:lnTo>
                    <a:pt x="2897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2"/>
                  </a:lnTo>
                  <a:lnTo>
                    <a:pt x="4248" y="155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7"/>
            <p:cNvSpPr/>
            <p:nvPr/>
          </p:nvSpPr>
          <p:spPr>
            <a:xfrm>
              <a:off x="2320425" y="3522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1"/>
                  </a:moveTo>
                  <a:lnTo>
                    <a:pt x="1004" y="310"/>
                  </a:ln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314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507"/>
                  </a:lnTo>
                  <a:lnTo>
                    <a:pt x="579" y="1430"/>
                  </a:lnTo>
                  <a:lnTo>
                    <a:pt x="502" y="1314"/>
                  </a:lnTo>
                  <a:lnTo>
                    <a:pt x="464" y="1236"/>
                  </a:lnTo>
                  <a:lnTo>
                    <a:pt x="425" y="1005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426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1"/>
                  </a:moveTo>
                  <a:lnTo>
                    <a:pt x="850" y="39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117"/>
                  </a:lnTo>
                  <a:lnTo>
                    <a:pt x="271" y="232"/>
                  </a:lnTo>
                  <a:lnTo>
                    <a:pt x="155" y="348"/>
                  </a:lnTo>
                  <a:lnTo>
                    <a:pt x="77" y="541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68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932"/>
                  </a:lnTo>
                  <a:lnTo>
                    <a:pt x="1622" y="1816"/>
                  </a:lnTo>
                  <a:lnTo>
                    <a:pt x="1777" y="1700"/>
                  </a:lnTo>
                  <a:lnTo>
                    <a:pt x="1892" y="1545"/>
                  </a:lnTo>
                  <a:lnTo>
                    <a:pt x="1970" y="1352"/>
                  </a:lnTo>
                  <a:lnTo>
                    <a:pt x="2047" y="1198"/>
                  </a:lnTo>
                  <a:lnTo>
                    <a:pt x="2085" y="1005"/>
                  </a:lnTo>
                  <a:lnTo>
                    <a:pt x="2047" y="812"/>
                  </a:lnTo>
                  <a:lnTo>
                    <a:pt x="1970" y="619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78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7"/>
            <p:cNvSpPr/>
            <p:nvPr/>
          </p:nvSpPr>
          <p:spPr>
            <a:xfrm>
              <a:off x="5925125" y="3542400"/>
              <a:ext cx="60825" cy="90775"/>
            </a:xfrm>
            <a:custGeom>
              <a:avLst/>
              <a:gdLst/>
              <a:ahLst/>
              <a:cxnLst/>
              <a:rect l="l" t="t" r="r" b="b"/>
              <a:pathLst>
                <a:path w="2433" h="3631" extrusionOk="0">
                  <a:moveTo>
                    <a:pt x="1197" y="1"/>
                  </a:moveTo>
                  <a:lnTo>
                    <a:pt x="1081" y="39"/>
                  </a:lnTo>
                  <a:lnTo>
                    <a:pt x="1004" y="78"/>
                  </a:lnTo>
                  <a:lnTo>
                    <a:pt x="966" y="117"/>
                  </a:lnTo>
                  <a:lnTo>
                    <a:pt x="927" y="194"/>
                  </a:lnTo>
                  <a:lnTo>
                    <a:pt x="927" y="271"/>
                  </a:lnTo>
                  <a:lnTo>
                    <a:pt x="850" y="271"/>
                  </a:lnTo>
                  <a:lnTo>
                    <a:pt x="772" y="310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41"/>
                  </a:lnTo>
                  <a:lnTo>
                    <a:pt x="695" y="619"/>
                  </a:lnTo>
                  <a:lnTo>
                    <a:pt x="772" y="696"/>
                  </a:lnTo>
                  <a:lnTo>
                    <a:pt x="850" y="734"/>
                  </a:lnTo>
                  <a:lnTo>
                    <a:pt x="1081" y="812"/>
                  </a:lnTo>
                  <a:lnTo>
                    <a:pt x="1274" y="966"/>
                  </a:lnTo>
                  <a:lnTo>
                    <a:pt x="1468" y="1121"/>
                  </a:lnTo>
                  <a:lnTo>
                    <a:pt x="1622" y="1275"/>
                  </a:lnTo>
                  <a:lnTo>
                    <a:pt x="1738" y="1507"/>
                  </a:lnTo>
                  <a:lnTo>
                    <a:pt x="1854" y="1700"/>
                  </a:lnTo>
                  <a:lnTo>
                    <a:pt x="1892" y="1931"/>
                  </a:lnTo>
                  <a:lnTo>
                    <a:pt x="1931" y="2163"/>
                  </a:lnTo>
                  <a:lnTo>
                    <a:pt x="1892" y="2472"/>
                  </a:lnTo>
                  <a:lnTo>
                    <a:pt x="1815" y="2742"/>
                  </a:lnTo>
                  <a:lnTo>
                    <a:pt x="1738" y="2897"/>
                  </a:lnTo>
                  <a:lnTo>
                    <a:pt x="1622" y="2974"/>
                  </a:lnTo>
                  <a:lnTo>
                    <a:pt x="1506" y="3090"/>
                  </a:lnTo>
                  <a:lnTo>
                    <a:pt x="1390" y="3128"/>
                  </a:lnTo>
                  <a:lnTo>
                    <a:pt x="1197" y="3167"/>
                  </a:lnTo>
                  <a:lnTo>
                    <a:pt x="1043" y="3128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81"/>
                  </a:lnTo>
                  <a:lnTo>
                    <a:pt x="811" y="2626"/>
                  </a:lnTo>
                  <a:lnTo>
                    <a:pt x="888" y="2472"/>
                  </a:lnTo>
                  <a:lnTo>
                    <a:pt x="1043" y="2356"/>
                  </a:lnTo>
                  <a:lnTo>
                    <a:pt x="1120" y="2279"/>
                  </a:lnTo>
                  <a:lnTo>
                    <a:pt x="1159" y="2163"/>
                  </a:lnTo>
                  <a:lnTo>
                    <a:pt x="1120" y="2047"/>
                  </a:lnTo>
                  <a:lnTo>
                    <a:pt x="1043" y="1970"/>
                  </a:lnTo>
                  <a:lnTo>
                    <a:pt x="618" y="1623"/>
                  </a:lnTo>
                  <a:lnTo>
                    <a:pt x="425" y="1468"/>
                  </a:lnTo>
                  <a:lnTo>
                    <a:pt x="193" y="1352"/>
                  </a:lnTo>
                  <a:lnTo>
                    <a:pt x="0" y="1623"/>
                  </a:lnTo>
                  <a:lnTo>
                    <a:pt x="270" y="1893"/>
                  </a:lnTo>
                  <a:lnTo>
                    <a:pt x="541" y="2163"/>
                  </a:lnTo>
                  <a:lnTo>
                    <a:pt x="386" y="2395"/>
                  </a:lnTo>
                  <a:lnTo>
                    <a:pt x="309" y="2626"/>
                  </a:lnTo>
                  <a:lnTo>
                    <a:pt x="309" y="2935"/>
                  </a:lnTo>
                  <a:lnTo>
                    <a:pt x="348" y="3051"/>
                  </a:lnTo>
                  <a:lnTo>
                    <a:pt x="425" y="3206"/>
                  </a:lnTo>
                  <a:lnTo>
                    <a:pt x="541" y="3360"/>
                  </a:lnTo>
                  <a:lnTo>
                    <a:pt x="695" y="3476"/>
                  </a:lnTo>
                  <a:lnTo>
                    <a:pt x="850" y="3592"/>
                  </a:lnTo>
                  <a:lnTo>
                    <a:pt x="1081" y="3630"/>
                  </a:lnTo>
                  <a:lnTo>
                    <a:pt x="1274" y="3630"/>
                  </a:lnTo>
                  <a:lnTo>
                    <a:pt x="1468" y="3592"/>
                  </a:lnTo>
                  <a:lnTo>
                    <a:pt x="1661" y="3515"/>
                  </a:lnTo>
                  <a:lnTo>
                    <a:pt x="1854" y="3437"/>
                  </a:lnTo>
                  <a:lnTo>
                    <a:pt x="2047" y="3283"/>
                  </a:lnTo>
                  <a:lnTo>
                    <a:pt x="2201" y="3090"/>
                  </a:lnTo>
                  <a:lnTo>
                    <a:pt x="2317" y="2897"/>
                  </a:lnTo>
                  <a:lnTo>
                    <a:pt x="2394" y="2704"/>
                  </a:lnTo>
                  <a:lnTo>
                    <a:pt x="2433" y="2472"/>
                  </a:lnTo>
                  <a:lnTo>
                    <a:pt x="2433" y="2279"/>
                  </a:lnTo>
                  <a:lnTo>
                    <a:pt x="2433" y="2047"/>
                  </a:lnTo>
                  <a:lnTo>
                    <a:pt x="2356" y="1816"/>
                  </a:lnTo>
                  <a:lnTo>
                    <a:pt x="2317" y="1623"/>
                  </a:lnTo>
                  <a:lnTo>
                    <a:pt x="2201" y="1391"/>
                  </a:lnTo>
                  <a:lnTo>
                    <a:pt x="1931" y="1005"/>
                  </a:lnTo>
                  <a:lnTo>
                    <a:pt x="1622" y="657"/>
                  </a:lnTo>
                  <a:lnTo>
                    <a:pt x="1274" y="425"/>
                  </a:lnTo>
                  <a:lnTo>
                    <a:pt x="11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7"/>
            <p:cNvSpPr/>
            <p:nvPr/>
          </p:nvSpPr>
          <p:spPr>
            <a:xfrm>
              <a:off x="5032150" y="354530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7"/>
            <p:cNvSpPr/>
            <p:nvPr/>
          </p:nvSpPr>
          <p:spPr>
            <a:xfrm>
              <a:off x="3784900" y="3554950"/>
              <a:ext cx="112950" cy="132275"/>
            </a:xfrm>
            <a:custGeom>
              <a:avLst/>
              <a:gdLst/>
              <a:ahLst/>
              <a:cxnLst/>
              <a:rect l="l" t="t" r="r" b="b"/>
              <a:pathLst>
                <a:path w="4518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3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5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8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6" y="3167"/>
                  </a:lnTo>
                  <a:lnTo>
                    <a:pt x="772" y="2742"/>
                  </a:lnTo>
                  <a:lnTo>
                    <a:pt x="965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79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7"/>
            <p:cNvSpPr/>
            <p:nvPr/>
          </p:nvSpPr>
          <p:spPr>
            <a:xfrm>
              <a:off x="5529325" y="35675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463" y="927"/>
                  </a:lnTo>
                  <a:lnTo>
                    <a:pt x="1043" y="1622"/>
                  </a:lnTo>
                  <a:lnTo>
                    <a:pt x="1661" y="2279"/>
                  </a:lnTo>
                  <a:lnTo>
                    <a:pt x="2356" y="2858"/>
                  </a:lnTo>
                  <a:lnTo>
                    <a:pt x="3089" y="3360"/>
                  </a:lnTo>
                  <a:lnTo>
                    <a:pt x="3862" y="3824"/>
                  </a:lnTo>
                  <a:lnTo>
                    <a:pt x="4672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21" y="4905"/>
                  </a:lnTo>
                  <a:lnTo>
                    <a:pt x="7684" y="4943"/>
                  </a:lnTo>
                  <a:lnTo>
                    <a:pt x="8109" y="4982"/>
                  </a:lnTo>
                  <a:lnTo>
                    <a:pt x="8534" y="4943"/>
                  </a:lnTo>
                  <a:lnTo>
                    <a:pt x="8959" y="4905"/>
                  </a:lnTo>
                  <a:lnTo>
                    <a:pt x="9383" y="4866"/>
                  </a:lnTo>
                  <a:lnTo>
                    <a:pt x="9808" y="4750"/>
                  </a:lnTo>
                  <a:lnTo>
                    <a:pt x="10233" y="4634"/>
                  </a:lnTo>
                  <a:lnTo>
                    <a:pt x="10658" y="4480"/>
                  </a:lnTo>
                  <a:lnTo>
                    <a:pt x="11044" y="4326"/>
                  </a:lnTo>
                  <a:lnTo>
                    <a:pt x="11469" y="4094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280" y="3553"/>
                  </a:lnTo>
                  <a:lnTo>
                    <a:pt x="12434" y="3167"/>
                  </a:lnTo>
                  <a:lnTo>
                    <a:pt x="12241" y="3167"/>
                  </a:lnTo>
                  <a:lnTo>
                    <a:pt x="12202" y="3128"/>
                  </a:lnTo>
                  <a:lnTo>
                    <a:pt x="12009" y="3128"/>
                  </a:lnTo>
                  <a:lnTo>
                    <a:pt x="11893" y="3167"/>
                  </a:lnTo>
                  <a:lnTo>
                    <a:pt x="11546" y="3437"/>
                  </a:lnTo>
                  <a:lnTo>
                    <a:pt x="11198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01" y="4171"/>
                  </a:lnTo>
                  <a:lnTo>
                    <a:pt x="9615" y="4287"/>
                  </a:lnTo>
                  <a:lnTo>
                    <a:pt x="9190" y="4364"/>
                  </a:lnTo>
                  <a:lnTo>
                    <a:pt x="8766" y="4403"/>
                  </a:lnTo>
                  <a:lnTo>
                    <a:pt x="8341" y="4441"/>
                  </a:lnTo>
                  <a:lnTo>
                    <a:pt x="7916" y="4480"/>
                  </a:lnTo>
                  <a:lnTo>
                    <a:pt x="7453" y="4441"/>
                  </a:lnTo>
                  <a:lnTo>
                    <a:pt x="7028" y="4403"/>
                  </a:lnTo>
                  <a:lnTo>
                    <a:pt x="6603" y="4326"/>
                  </a:lnTo>
                  <a:lnTo>
                    <a:pt x="6178" y="4248"/>
                  </a:lnTo>
                  <a:lnTo>
                    <a:pt x="5792" y="4132"/>
                  </a:lnTo>
                  <a:lnTo>
                    <a:pt x="5368" y="4017"/>
                  </a:lnTo>
                  <a:lnTo>
                    <a:pt x="4595" y="3669"/>
                  </a:lnTo>
                  <a:lnTo>
                    <a:pt x="3862" y="3283"/>
                  </a:lnTo>
                  <a:lnTo>
                    <a:pt x="3205" y="2820"/>
                  </a:lnTo>
                  <a:lnTo>
                    <a:pt x="2549" y="2318"/>
                  </a:lnTo>
                  <a:lnTo>
                    <a:pt x="1969" y="1777"/>
                  </a:lnTo>
                  <a:lnTo>
                    <a:pt x="1352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7"/>
            <p:cNvSpPr/>
            <p:nvPr/>
          </p:nvSpPr>
          <p:spPr>
            <a:xfrm>
              <a:off x="2258625" y="3569425"/>
              <a:ext cx="44450" cy="43475"/>
            </a:xfrm>
            <a:custGeom>
              <a:avLst/>
              <a:gdLst/>
              <a:ahLst/>
              <a:cxnLst/>
              <a:rect l="l" t="t" r="r" b="b"/>
              <a:pathLst>
                <a:path w="1778" h="1739" extrusionOk="0">
                  <a:moveTo>
                    <a:pt x="773" y="310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9"/>
                  </a:lnTo>
                  <a:lnTo>
                    <a:pt x="1391" y="773"/>
                  </a:lnTo>
                  <a:lnTo>
                    <a:pt x="1391" y="966"/>
                  </a:lnTo>
                  <a:lnTo>
                    <a:pt x="1352" y="1044"/>
                  </a:lnTo>
                  <a:lnTo>
                    <a:pt x="1275" y="1159"/>
                  </a:lnTo>
                  <a:lnTo>
                    <a:pt x="1198" y="1237"/>
                  </a:lnTo>
                  <a:lnTo>
                    <a:pt x="1082" y="1314"/>
                  </a:lnTo>
                  <a:lnTo>
                    <a:pt x="889" y="1352"/>
                  </a:lnTo>
                  <a:lnTo>
                    <a:pt x="696" y="1352"/>
                  </a:lnTo>
                  <a:lnTo>
                    <a:pt x="542" y="1237"/>
                  </a:lnTo>
                  <a:lnTo>
                    <a:pt x="426" y="1082"/>
                  </a:lnTo>
                  <a:lnTo>
                    <a:pt x="387" y="889"/>
                  </a:lnTo>
                  <a:lnTo>
                    <a:pt x="387" y="735"/>
                  </a:lnTo>
                  <a:lnTo>
                    <a:pt x="464" y="580"/>
                  </a:lnTo>
                  <a:lnTo>
                    <a:pt x="542" y="387"/>
                  </a:lnTo>
                  <a:lnTo>
                    <a:pt x="542" y="348"/>
                  </a:lnTo>
                  <a:lnTo>
                    <a:pt x="773" y="310"/>
                  </a:lnTo>
                  <a:close/>
                  <a:moveTo>
                    <a:pt x="773" y="1"/>
                  </a:moveTo>
                  <a:lnTo>
                    <a:pt x="619" y="40"/>
                  </a:lnTo>
                  <a:lnTo>
                    <a:pt x="464" y="117"/>
                  </a:lnTo>
                  <a:lnTo>
                    <a:pt x="426" y="155"/>
                  </a:lnTo>
                  <a:lnTo>
                    <a:pt x="348" y="194"/>
                  </a:lnTo>
                  <a:lnTo>
                    <a:pt x="233" y="271"/>
                  </a:lnTo>
                  <a:lnTo>
                    <a:pt x="117" y="387"/>
                  </a:lnTo>
                  <a:lnTo>
                    <a:pt x="40" y="503"/>
                  </a:lnTo>
                  <a:lnTo>
                    <a:pt x="1" y="657"/>
                  </a:lnTo>
                  <a:lnTo>
                    <a:pt x="1" y="850"/>
                  </a:lnTo>
                  <a:lnTo>
                    <a:pt x="1" y="1005"/>
                  </a:lnTo>
                  <a:lnTo>
                    <a:pt x="40" y="1159"/>
                  </a:lnTo>
                  <a:lnTo>
                    <a:pt x="117" y="1314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9" y="1739"/>
                  </a:lnTo>
                  <a:lnTo>
                    <a:pt x="966" y="1739"/>
                  </a:lnTo>
                  <a:lnTo>
                    <a:pt x="1121" y="1700"/>
                  </a:lnTo>
                  <a:lnTo>
                    <a:pt x="1275" y="1623"/>
                  </a:lnTo>
                  <a:lnTo>
                    <a:pt x="1430" y="1545"/>
                  </a:lnTo>
                  <a:lnTo>
                    <a:pt x="1584" y="1430"/>
                  </a:lnTo>
                  <a:lnTo>
                    <a:pt x="1661" y="1275"/>
                  </a:lnTo>
                  <a:lnTo>
                    <a:pt x="1739" y="1121"/>
                  </a:lnTo>
                  <a:lnTo>
                    <a:pt x="1777" y="928"/>
                  </a:lnTo>
                  <a:lnTo>
                    <a:pt x="1777" y="773"/>
                  </a:lnTo>
                  <a:lnTo>
                    <a:pt x="1739" y="580"/>
                  </a:lnTo>
                  <a:lnTo>
                    <a:pt x="1661" y="426"/>
                  </a:lnTo>
                  <a:lnTo>
                    <a:pt x="1546" y="271"/>
                  </a:lnTo>
                  <a:lnTo>
                    <a:pt x="1430" y="155"/>
                  </a:lnTo>
                  <a:lnTo>
                    <a:pt x="1275" y="78"/>
                  </a:lnTo>
                  <a:lnTo>
                    <a:pt x="1121" y="40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7"/>
            <p:cNvSpPr/>
            <p:nvPr/>
          </p:nvSpPr>
          <p:spPr>
            <a:xfrm>
              <a:off x="5836300" y="3573300"/>
              <a:ext cx="93675" cy="136150"/>
            </a:xfrm>
            <a:custGeom>
              <a:avLst/>
              <a:gdLst/>
              <a:ahLst/>
              <a:cxnLst/>
              <a:rect l="l" t="t" r="r" b="b"/>
              <a:pathLst>
                <a:path w="3747" h="5446" extrusionOk="0">
                  <a:moveTo>
                    <a:pt x="3515" y="0"/>
                  </a:moveTo>
                  <a:lnTo>
                    <a:pt x="3437" y="39"/>
                  </a:lnTo>
                  <a:lnTo>
                    <a:pt x="3360" y="78"/>
                  </a:lnTo>
                  <a:lnTo>
                    <a:pt x="3283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88" y="773"/>
                  </a:lnTo>
                  <a:lnTo>
                    <a:pt x="2356" y="1004"/>
                  </a:lnTo>
                  <a:lnTo>
                    <a:pt x="2086" y="1236"/>
                  </a:lnTo>
                  <a:lnTo>
                    <a:pt x="1777" y="1468"/>
                  </a:lnTo>
                  <a:lnTo>
                    <a:pt x="1159" y="1815"/>
                  </a:lnTo>
                  <a:lnTo>
                    <a:pt x="1120" y="1892"/>
                  </a:lnTo>
                  <a:lnTo>
                    <a:pt x="1082" y="1970"/>
                  </a:lnTo>
                  <a:lnTo>
                    <a:pt x="1082" y="2047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927" y="2124"/>
                  </a:lnTo>
                  <a:lnTo>
                    <a:pt x="850" y="2201"/>
                  </a:lnTo>
                  <a:lnTo>
                    <a:pt x="812" y="2279"/>
                  </a:lnTo>
                  <a:lnTo>
                    <a:pt x="812" y="2356"/>
                  </a:lnTo>
                  <a:lnTo>
                    <a:pt x="850" y="2433"/>
                  </a:lnTo>
                  <a:lnTo>
                    <a:pt x="889" y="2510"/>
                  </a:lnTo>
                  <a:lnTo>
                    <a:pt x="1005" y="2549"/>
                  </a:lnTo>
                  <a:lnTo>
                    <a:pt x="1236" y="2626"/>
                  </a:lnTo>
                  <a:lnTo>
                    <a:pt x="1468" y="2703"/>
                  </a:lnTo>
                  <a:lnTo>
                    <a:pt x="1661" y="2858"/>
                  </a:lnTo>
                  <a:lnTo>
                    <a:pt x="1854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63" y="3669"/>
                  </a:lnTo>
                  <a:lnTo>
                    <a:pt x="2163" y="3900"/>
                  </a:lnTo>
                  <a:lnTo>
                    <a:pt x="2124" y="4132"/>
                  </a:lnTo>
                  <a:lnTo>
                    <a:pt x="2047" y="4364"/>
                  </a:lnTo>
                  <a:lnTo>
                    <a:pt x="1931" y="4557"/>
                  </a:lnTo>
                  <a:lnTo>
                    <a:pt x="1777" y="4711"/>
                  </a:lnTo>
                  <a:lnTo>
                    <a:pt x="1584" y="4866"/>
                  </a:lnTo>
                  <a:lnTo>
                    <a:pt x="1352" y="4943"/>
                  </a:lnTo>
                  <a:lnTo>
                    <a:pt x="1236" y="4982"/>
                  </a:lnTo>
                  <a:lnTo>
                    <a:pt x="1120" y="4982"/>
                  </a:lnTo>
                  <a:lnTo>
                    <a:pt x="927" y="4904"/>
                  </a:lnTo>
                  <a:lnTo>
                    <a:pt x="773" y="4789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73" y="4287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1005" y="4132"/>
                  </a:lnTo>
                  <a:lnTo>
                    <a:pt x="1120" y="4094"/>
                  </a:lnTo>
                  <a:lnTo>
                    <a:pt x="1275" y="4055"/>
                  </a:lnTo>
                  <a:lnTo>
                    <a:pt x="1352" y="3939"/>
                  </a:lnTo>
                  <a:lnTo>
                    <a:pt x="1314" y="3823"/>
                  </a:lnTo>
                  <a:lnTo>
                    <a:pt x="1314" y="3746"/>
                  </a:lnTo>
                  <a:lnTo>
                    <a:pt x="1236" y="3669"/>
                  </a:lnTo>
                  <a:lnTo>
                    <a:pt x="155" y="2935"/>
                  </a:lnTo>
                  <a:lnTo>
                    <a:pt x="1" y="3321"/>
                  </a:lnTo>
                  <a:lnTo>
                    <a:pt x="657" y="3785"/>
                  </a:lnTo>
                  <a:lnTo>
                    <a:pt x="541" y="3900"/>
                  </a:lnTo>
                  <a:lnTo>
                    <a:pt x="425" y="4016"/>
                  </a:lnTo>
                  <a:lnTo>
                    <a:pt x="310" y="4132"/>
                  </a:lnTo>
                  <a:lnTo>
                    <a:pt x="271" y="4248"/>
                  </a:lnTo>
                  <a:lnTo>
                    <a:pt x="232" y="4402"/>
                  </a:lnTo>
                  <a:lnTo>
                    <a:pt x="194" y="4557"/>
                  </a:lnTo>
                  <a:lnTo>
                    <a:pt x="232" y="4750"/>
                  </a:lnTo>
                  <a:lnTo>
                    <a:pt x="271" y="4904"/>
                  </a:lnTo>
                  <a:lnTo>
                    <a:pt x="425" y="5136"/>
                  </a:lnTo>
                  <a:lnTo>
                    <a:pt x="580" y="5291"/>
                  </a:lnTo>
                  <a:lnTo>
                    <a:pt x="773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29" y="5406"/>
                  </a:lnTo>
                  <a:lnTo>
                    <a:pt x="1661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79" y="4866"/>
                  </a:lnTo>
                  <a:lnTo>
                    <a:pt x="2433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626" y="3978"/>
                  </a:lnTo>
                  <a:lnTo>
                    <a:pt x="2626" y="3746"/>
                  </a:lnTo>
                  <a:lnTo>
                    <a:pt x="2588" y="3514"/>
                  </a:lnTo>
                  <a:lnTo>
                    <a:pt x="2511" y="3283"/>
                  </a:lnTo>
                  <a:lnTo>
                    <a:pt x="2395" y="3090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70" y="2510"/>
                  </a:lnTo>
                  <a:lnTo>
                    <a:pt x="1777" y="2356"/>
                  </a:lnTo>
                  <a:lnTo>
                    <a:pt x="1545" y="2240"/>
                  </a:lnTo>
                  <a:lnTo>
                    <a:pt x="1314" y="2124"/>
                  </a:lnTo>
                  <a:lnTo>
                    <a:pt x="1661" y="2008"/>
                  </a:lnTo>
                  <a:lnTo>
                    <a:pt x="1970" y="1854"/>
                  </a:lnTo>
                  <a:lnTo>
                    <a:pt x="2279" y="1661"/>
                  </a:lnTo>
                  <a:lnTo>
                    <a:pt x="2588" y="1429"/>
                  </a:lnTo>
                  <a:lnTo>
                    <a:pt x="2858" y="1236"/>
                  </a:lnTo>
                  <a:lnTo>
                    <a:pt x="3128" y="966"/>
                  </a:lnTo>
                  <a:lnTo>
                    <a:pt x="3360" y="695"/>
                  </a:lnTo>
                  <a:lnTo>
                    <a:pt x="3476" y="541"/>
                  </a:lnTo>
                  <a:lnTo>
                    <a:pt x="3553" y="387"/>
                  </a:lnTo>
                  <a:lnTo>
                    <a:pt x="3746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7"/>
            <p:cNvSpPr/>
            <p:nvPr/>
          </p:nvSpPr>
          <p:spPr>
            <a:xfrm>
              <a:off x="2264425" y="357522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8"/>
                  </a:lnTo>
                  <a:lnTo>
                    <a:pt x="3939" y="4248"/>
                  </a:lnTo>
                  <a:lnTo>
                    <a:pt x="4017" y="5407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917"/>
                  </a:lnTo>
                  <a:lnTo>
                    <a:pt x="3901" y="8534"/>
                  </a:lnTo>
                  <a:lnTo>
                    <a:pt x="3746" y="9152"/>
                  </a:lnTo>
                  <a:lnTo>
                    <a:pt x="3515" y="9732"/>
                  </a:lnTo>
                  <a:lnTo>
                    <a:pt x="3244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93"/>
                  </a:lnTo>
                  <a:lnTo>
                    <a:pt x="773" y="9384"/>
                  </a:lnTo>
                  <a:lnTo>
                    <a:pt x="696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618" y="2742"/>
                  </a:lnTo>
                  <a:lnTo>
                    <a:pt x="1391" y="2395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39"/>
                  </a:lnTo>
                  <a:lnTo>
                    <a:pt x="3476" y="310"/>
                  </a:lnTo>
                  <a:lnTo>
                    <a:pt x="3051" y="657"/>
                  </a:lnTo>
                  <a:lnTo>
                    <a:pt x="2626" y="966"/>
                  </a:lnTo>
                  <a:lnTo>
                    <a:pt x="2202" y="1313"/>
                  </a:lnTo>
                  <a:lnTo>
                    <a:pt x="1314" y="1893"/>
                  </a:lnTo>
                  <a:lnTo>
                    <a:pt x="425" y="2472"/>
                  </a:lnTo>
                  <a:lnTo>
                    <a:pt x="348" y="2549"/>
                  </a:lnTo>
                  <a:lnTo>
                    <a:pt x="348" y="2626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3"/>
                  </a:lnTo>
                  <a:lnTo>
                    <a:pt x="155" y="4866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4"/>
                  </a:lnTo>
                  <a:lnTo>
                    <a:pt x="1391" y="11199"/>
                  </a:lnTo>
                  <a:lnTo>
                    <a:pt x="1622" y="11315"/>
                  </a:lnTo>
                  <a:lnTo>
                    <a:pt x="1816" y="11392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53"/>
                  </a:lnTo>
                  <a:lnTo>
                    <a:pt x="3051" y="11237"/>
                  </a:lnTo>
                  <a:lnTo>
                    <a:pt x="3283" y="11044"/>
                  </a:lnTo>
                  <a:lnTo>
                    <a:pt x="3476" y="10890"/>
                  </a:lnTo>
                  <a:lnTo>
                    <a:pt x="3669" y="10658"/>
                  </a:lnTo>
                  <a:lnTo>
                    <a:pt x="3823" y="10388"/>
                  </a:lnTo>
                  <a:lnTo>
                    <a:pt x="3978" y="10156"/>
                  </a:lnTo>
                  <a:lnTo>
                    <a:pt x="4171" y="9538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222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57" y="4982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1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39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7"/>
            <p:cNvSpPr/>
            <p:nvPr/>
          </p:nvSpPr>
          <p:spPr>
            <a:xfrm>
              <a:off x="4033950" y="35897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7"/>
            <p:cNvSpPr/>
            <p:nvPr/>
          </p:nvSpPr>
          <p:spPr>
            <a:xfrm>
              <a:off x="3935475" y="3595500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426" y="1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40" y="78"/>
                  </a:lnTo>
                  <a:lnTo>
                    <a:pt x="1" y="194"/>
                  </a:lnTo>
                  <a:lnTo>
                    <a:pt x="40" y="271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1"/>
                  </a:lnTo>
                  <a:lnTo>
                    <a:pt x="850" y="194"/>
                  </a:lnTo>
                  <a:lnTo>
                    <a:pt x="812" y="78"/>
                  </a:lnTo>
                  <a:lnTo>
                    <a:pt x="73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7"/>
            <p:cNvSpPr/>
            <p:nvPr/>
          </p:nvSpPr>
          <p:spPr>
            <a:xfrm>
              <a:off x="6924275" y="3599350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4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4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1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6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7"/>
            <p:cNvSpPr/>
            <p:nvPr/>
          </p:nvSpPr>
          <p:spPr>
            <a:xfrm>
              <a:off x="2208425" y="362157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4" y="386"/>
                  </a:moveTo>
                  <a:lnTo>
                    <a:pt x="1121" y="425"/>
                  </a:lnTo>
                  <a:lnTo>
                    <a:pt x="1198" y="463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9" y="1274"/>
                  </a:lnTo>
                  <a:lnTo>
                    <a:pt x="696" y="1236"/>
                  </a:lnTo>
                  <a:lnTo>
                    <a:pt x="542" y="1159"/>
                  </a:lnTo>
                  <a:lnTo>
                    <a:pt x="464" y="1081"/>
                  </a:lnTo>
                  <a:lnTo>
                    <a:pt x="426" y="965"/>
                  </a:lnTo>
                  <a:lnTo>
                    <a:pt x="387" y="888"/>
                  </a:lnTo>
                  <a:lnTo>
                    <a:pt x="387" y="772"/>
                  </a:lnTo>
                  <a:lnTo>
                    <a:pt x="426" y="579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850" y="0"/>
                  </a:moveTo>
                  <a:lnTo>
                    <a:pt x="735" y="39"/>
                  </a:lnTo>
                  <a:lnTo>
                    <a:pt x="619" y="77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79"/>
                  </a:lnTo>
                  <a:lnTo>
                    <a:pt x="40" y="734"/>
                  </a:lnTo>
                  <a:lnTo>
                    <a:pt x="1" y="888"/>
                  </a:lnTo>
                  <a:lnTo>
                    <a:pt x="40" y="1043"/>
                  </a:lnTo>
                  <a:lnTo>
                    <a:pt x="78" y="1197"/>
                  </a:lnTo>
                  <a:lnTo>
                    <a:pt x="194" y="1352"/>
                  </a:lnTo>
                  <a:lnTo>
                    <a:pt x="310" y="1467"/>
                  </a:lnTo>
                  <a:lnTo>
                    <a:pt x="464" y="1583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7"/>
            <p:cNvSpPr/>
            <p:nvPr/>
          </p:nvSpPr>
          <p:spPr>
            <a:xfrm>
              <a:off x="4431675" y="3622525"/>
              <a:ext cx="174775" cy="292525"/>
            </a:xfrm>
            <a:custGeom>
              <a:avLst/>
              <a:gdLst/>
              <a:ahLst/>
              <a:cxnLst/>
              <a:rect l="l" t="t" r="r" b="b"/>
              <a:pathLst>
                <a:path w="6991" h="11701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5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3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8"/>
                  </a:lnTo>
                  <a:lnTo>
                    <a:pt x="6411" y="5638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2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7"/>
            <p:cNvSpPr/>
            <p:nvPr/>
          </p:nvSpPr>
          <p:spPr>
            <a:xfrm>
              <a:off x="3827375" y="36360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3" y="2665"/>
                  </a:lnTo>
                  <a:lnTo>
                    <a:pt x="2780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6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5" y="2896"/>
                  </a:lnTo>
                  <a:lnTo>
                    <a:pt x="772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0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3" y="3707"/>
                  </a:lnTo>
                  <a:lnTo>
                    <a:pt x="1969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5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8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7"/>
            <p:cNvSpPr/>
            <p:nvPr/>
          </p:nvSpPr>
          <p:spPr>
            <a:xfrm>
              <a:off x="2802150" y="36428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1"/>
                  </a:moveTo>
                  <a:lnTo>
                    <a:pt x="12434" y="39"/>
                  </a:lnTo>
                  <a:lnTo>
                    <a:pt x="12357" y="78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9"/>
                  </a:lnTo>
                  <a:lnTo>
                    <a:pt x="12164" y="1043"/>
                  </a:lnTo>
                  <a:lnTo>
                    <a:pt x="12009" y="1198"/>
                  </a:lnTo>
                  <a:lnTo>
                    <a:pt x="11855" y="1314"/>
                  </a:lnTo>
                  <a:lnTo>
                    <a:pt x="11430" y="1545"/>
                  </a:lnTo>
                  <a:lnTo>
                    <a:pt x="11005" y="1700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3" y="2086"/>
                  </a:lnTo>
                  <a:lnTo>
                    <a:pt x="9345" y="2009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1"/>
                  </a:lnTo>
                  <a:lnTo>
                    <a:pt x="8611" y="1700"/>
                  </a:lnTo>
                  <a:lnTo>
                    <a:pt x="8804" y="2009"/>
                  </a:lnTo>
                  <a:lnTo>
                    <a:pt x="8997" y="2279"/>
                  </a:lnTo>
                  <a:lnTo>
                    <a:pt x="7839" y="2588"/>
                  </a:lnTo>
                  <a:lnTo>
                    <a:pt x="6719" y="2820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8" y="3283"/>
                  </a:lnTo>
                  <a:lnTo>
                    <a:pt x="3746" y="2935"/>
                  </a:lnTo>
                  <a:lnTo>
                    <a:pt x="3784" y="2588"/>
                  </a:lnTo>
                  <a:lnTo>
                    <a:pt x="3707" y="2240"/>
                  </a:lnTo>
                  <a:lnTo>
                    <a:pt x="3630" y="1893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8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9"/>
                  </a:lnTo>
                  <a:lnTo>
                    <a:pt x="1815" y="3437"/>
                  </a:lnTo>
                  <a:lnTo>
                    <a:pt x="1352" y="3399"/>
                  </a:lnTo>
                  <a:lnTo>
                    <a:pt x="965" y="3360"/>
                  </a:lnTo>
                  <a:lnTo>
                    <a:pt x="772" y="3283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4"/>
                  </a:lnTo>
                  <a:lnTo>
                    <a:pt x="309" y="2665"/>
                  </a:lnTo>
                  <a:lnTo>
                    <a:pt x="232" y="2588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4"/>
                  </a:lnTo>
                  <a:lnTo>
                    <a:pt x="0" y="2858"/>
                  </a:lnTo>
                  <a:lnTo>
                    <a:pt x="0" y="3013"/>
                  </a:lnTo>
                  <a:lnTo>
                    <a:pt x="0" y="3167"/>
                  </a:lnTo>
                  <a:lnTo>
                    <a:pt x="39" y="3283"/>
                  </a:lnTo>
                  <a:lnTo>
                    <a:pt x="116" y="3399"/>
                  </a:lnTo>
                  <a:lnTo>
                    <a:pt x="193" y="3515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1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1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3"/>
                  </a:lnTo>
                  <a:lnTo>
                    <a:pt x="12048" y="1700"/>
                  </a:lnTo>
                  <a:lnTo>
                    <a:pt x="12357" y="1507"/>
                  </a:lnTo>
                  <a:lnTo>
                    <a:pt x="12627" y="1236"/>
                  </a:lnTo>
                  <a:lnTo>
                    <a:pt x="12704" y="1082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80"/>
                  </a:lnTo>
                  <a:lnTo>
                    <a:pt x="12820" y="387"/>
                  </a:lnTo>
                  <a:lnTo>
                    <a:pt x="12743" y="155"/>
                  </a:lnTo>
                  <a:lnTo>
                    <a:pt x="12704" y="78"/>
                  </a:lnTo>
                  <a:lnTo>
                    <a:pt x="12627" y="39"/>
                  </a:lnTo>
                  <a:lnTo>
                    <a:pt x="125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7"/>
            <p:cNvSpPr/>
            <p:nvPr/>
          </p:nvSpPr>
          <p:spPr>
            <a:xfrm>
              <a:off x="2017300" y="364860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271" y="0"/>
                  </a:moveTo>
                  <a:lnTo>
                    <a:pt x="155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39" y="386"/>
                  </a:lnTo>
                  <a:lnTo>
                    <a:pt x="348" y="888"/>
                  </a:lnTo>
                  <a:lnTo>
                    <a:pt x="657" y="1390"/>
                  </a:lnTo>
                  <a:lnTo>
                    <a:pt x="1043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205"/>
                  </a:lnTo>
                  <a:lnTo>
                    <a:pt x="2703" y="3553"/>
                  </a:lnTo>
                  <a:lnTo>
                    <a:pt x="3205" y="3900"/>
                  </a:lnTo>
                  <a:lnTo>
                    <a:pt x="3553" y="3746"/>
                  </a:lnTo>
                  <a:lnTo>
                    <a:pt x="2780" y="3012"/>
                  </a:lnTo>
                  <a:lnTo>
                    <a:pt x="2047" y="2240"/>
                  </a:lnTo>
                  <a:lnTo>
                    <a:pt x="1352" y="1429"/>
                  </a:lnTo>
                  <a:lnTo>
                    <a:pt x="1043" y="1004"/>
                  </a:lnTo>
                  <a:lnTo>
                    <a:pt x="734" y="541"/>
                  </a:lnTo>
                  <a:lnTo>
                    <a:pt x="1622" y="695"/>
                  </a:lnTo>
                  <a:lnTo>
                    <a:pt x="2510" y="888"/>
                  </a:lnTo>
                  <a:lnTo>
                    <a:pt x="3012" y="1043"/>
                  </a:lnTo>
                  <a:lnTo>
                    <a:pt x="3514" y="1197"/>
                  </a:lnTo>
                  <a:lnTo>
                    <a:pt x="4016" y="1390"/>
                  </a:lnTo>
                  <a:lnTo>
                    <a:pt x="4518" y="1506"/>
                  </a:lnTo>
                  <a:lnTo>
                    <a:pt x="4595" y="1506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84"/>
                  </a:lnTo>
                  <a:lnTo>
                    <a:pt x="4904" y="1506"/>
                  </a:lnTo>
                  <a:lnTo>
                    <a:pt x="4982" y="1429"/>
                  </a:lnTo>
                  <a:lnTo>
                    <a:pt x="4634" y="1159"/>
                  </a:lnTo>
                  <a:lnTo>
                    <a:pt x="4171" y="888"/>
                  </a:lnTo>
                  <a:lnTo>
                    <a:pt x="3630" y="657"/>
                  </a:lnTo>
                  <a:lnTo>
                    <a:pt x="3089" y="464"/>
                  </a:lnTo>
                  <a:lnTo>
                    <a:pt x="2510" y="309"/>
                  </a:lnTo>
                  <a:lnTo>
                    <a:pt x="1931" y="193"/>
                  </a:lnTo>
                  <a:lnTo>
                    <a:pt x="1352" y="116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7"/>
            <p:cNvSpPr/>
            <p:nvPr/>
          </p:nvSpPr>
          <p:spPr>
            <a:xfrm>
              <a:off x="1564525" y="3658250"/>
              <a:ext cx="248125" cy="295425"/>
            </a:xfrm>
            <a:custGeom>
              <a:avLst/>
              <a:gdLst/>
              <a:ahLst/>
              <a:cxnLst/>
              <a:rect l="l" t="t" r="r" b="b"/>
              <a:pathLst>
                <a:path w="9925" h="11817" extrusionOk="0">
                  <a:moveTo>
                    <a:pt x="3785" y="850"/>
                  </a:moveTo>
                  <a:lnTo>
                    <a:pt x="4326" y="2279"/>
                  </a:lnTo>
                  <a:lnTo>
                    <a:pt x="4944" y="3746"/>
                  </a:lnTo>
                  <a:lnTo>
                    <a:pt x="6179" y="6565"/>
                  </a:lnTo>
                  <a:lnTo>
                    <a:pt x="3322" y="7492"/>
                  </a:lnTo>
                  <a:lnTo>
                    <a:pt x="1893" y="7955"/>
                  </a:lnTo>
                  <a:lnTo>
                    <a:pt x="464" y="8457"/>
                  </a:lnTo>
                  <a:lnTo>
                    <a:pt x="464" y="8457"/>
                  </a:lnTo>
                  <a:lnTo>
                    <a:pt x="1043" y="7569"/>
                  </a:lnTo>
                  <a:lnTo>
                    <a:pt x="1507" y="6604"/>
                  </a:lnTo>
                  <a:lnTo>
                    <a:pt x="1970" y="5638"/>
                  </a:lnTo>
                  <a:lnTo>
                    <a:pt x="2395" y="4673"/>
                  </a:lnTo>
                  <a:lnTo>
                    <a:pt x="2781" y="3746"/>
                  </a:lnTo>
                  <a:lnTo>
                    <a:pt x="3167" y="2781"/>
                  </a:lnTo>
                  <a:lnTo>
                    <a:pt x="3476" y="1815"/>
                  </a:lnTo>
                  <a:lnTo>
                    <a:pt x="3785" y="850"/>
                  </a:lnTo>
                  <a:close/>
                  <a:moveTo>
                    <a:pt x="3824" y="0"/>
                  </a:moveTo>
                  <a:lnTo>
                    <a:pt x="3746" y="39"/>
                  </a:lnTo>
                  <a:lnTo>
                    <a:pt x="3708" y="78"/>
                  </a:lnTo>
                  <a:lnTo>
                    <a:pt x="3592" y="116"/>
                  </a:lnTo>
                  <a:lnTo>
                    <a:pt x="3553" y="194"/>
                  </a:lnTo>
                  <a:lnTo>
                    <a:pt x="2820" y="2395"/>
                  </a:lnTo>
                  <a:lnTo>
                    <a:pt x="2434" y="3476"/>
                  </a:lnTo>
                  <a:lnTo>
                    <a:pt x="2009" y="4518"/>
                  </a:lnTo>
                  <a:lnTo>
                    <a:pt x="1545" y="5561"/>
                  </a:lnTo>
                  <a:lnTo>
                    <a:pt x="1043" y="6604"/>
                  </a:lnTo>
                  <a:lnTo>
                    <a:pt x="503" y="7608"/>
                  </a:lnTo>
                  <a:lnTo>
                    <a:pt x="39" y="8650"/>
                  </a:lnTo>
                  <a:lnTo>
                    <a:pt x="1" y="8689"/>
                  </a:lnTo>
                  <a:lnTo>
                    <a:pt x="39" y="8766"/>
                  </a:lnTo>
                  <a:lnTo>
                    <a:pt x="117" y="8805"/>
                  </a:lnTo>
                  <a:lnTo>
                    <a:pt x="117" y="8843"/>
                  </a:lnTo>
                  <a:lnTo>
                    <a:pt x="117" y="8920"/>
                  </a:lnTo>
                  <a:lnTo>
                    <a:pt x="155" y="8998"/>
                  </a:lnTo>
                  <a:lnTo>
                    <a:pt x="310" y="9114"/>
                  </a:lnTo>
                  <a:lnTo>
                    <a:pt x="464" y="8882"/>
                  </a:lnTo>
                  <a:lnTo>
                    <a:pt x="1970" y="8457"/>
                  </a:lnTo>
                  <a:lnTo>
                    <a:pt x="3438" y="7994"/>
                  </a:lnTo>
                  <a:lnTo>
                    <a:pt x="6372" y="7028"/>
                  </a:lnTo>
                  <a:lnTo>
                    <a:pt x="7106" y="8689"/>
                  </a:lnTo>
                  <a:lnTo>
                    <a:pt x="8303" y="11817"/>
                  </a:lnTo>
                  <a:lnTo>
                    <a:pt x="8689" y="11662"/>
                  </a:lnTo>
                  <a:lnTo>
                    <a:pt x="7531" y="8689"/>
                  </a:lnTo>
                  <a:lnTo>
                    <a:pt x="6797" y="6874"/>
                  </a:lnTo>
                  <a:lnTo>
                    <a:pt x="8380" y="6333"/>
                  </a:lnTo>
                  <a:lnTo>
                    <a:pt x="9925" y="5754"/>
                  </a:lnTo>
                  <a:lnTo>
                    <a:pt x="9770" y="5329"/>
                  </a:lnTo>
                  <a:lnTo>
                    <a:pt x="8187" y="5909"/>
                  </a:lnTo>
                  <a:lnTo>
                    <a:pt x="6643" y="6449"/>
                  </a:lnTo>
                  <a:lnTo>
                    <a:pt x="6025" y="4905"/>
                  </a:lnTo>
                  <a:lnTo>
                    <a:pt x="5407" y="3360"/>
                  </a:lnTo>
                  <a:lnTo>
                    <a:pt x="4712" y="1854"/>
                  </a:lnTo>
                  <a:lnTo>
                    <a:pt x="3978" y="348"/>
                  </a:lnTo>
                  <a:lnTo>
                    <a:pt x="4055" y="78"/>
                  </a:lnTo>
                  <a:lnTo>
                    <a:pt x="3862" y="39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7"/>
            <p:cNvSpPr/>
            <p:nvPr/>
          </p:nvSpPr>
          <p:spPr>
            <a:xfrm>
              <a:off x="1663975" y="3660175"/>
              <a:ext cx="229775" cy="419975"/>
            </a:xfrm>
            <a:custGeom>
              <a:avLst/>
              <a:gdLst/>
              <a:ahLst/>
              <a:cxnLst/>
              <a:rect l="l" t="t" r="r" b="b"/>
              <a:pathLst>
                <a:path w="9191" h="16799" extrusionOk="0">
                  <a:moveTo>
                    <a:pt x="77" y="1"/>
                  </a:moveTo>
                  <a:lnTo>
                    <a:pt x="0" y="271"/>
                  </a:lnTo>
                  <a:lnTo>
                    <a:pt x="2124" y="1275"/>
                  </a:lnTo>
                  <a:lnTo>
                    <a:pt x="4286" y="2240"/>
                  </a:lnTo>
                  <a:lnTo>
                    <a:pt x="5290" y="2742"/>
                  </a:lnTo>
                  <a:lnTo>
                    <a:pt x="6294" y="3244"/>
                  </a:lnTo>
                  <a:lnTo>
                    <a:pt x="7298" y="3746"/>
                  </a:lnTo>
                  <a:lnTo>
                    <a:pt x="8302" y="4248"/>
                  </a:lnTo>
                  <a:lnTo>
                    <a:pt x="7028" y="4750"/>
                  </a:lnTo>
                  <a:lnTo>
                    <a:pt x="5792" y="5252"/>
                  </a:lnTo>
                  <a:lnTo>
                    <a:pt x="5947" y="5677"/>
                  </a:lnTo>
                  <a:lnTo>
                    <a:pt x="7298" y="5175"/>
                  </a:lnTo>
                  <a:lnTo>
                    <a:pt x="7955" y="4905"/>
                  </a:lnTo>
                  <a:lnTo>
                    <a:pt x="8611" y="4596"/>
                  </a:lnTo>
                  <a:lnTo>
                    <a:pt x="8457" y="5136"/>
                  </a:lnTo>
                  <a:lnTo>
                    <a:pt x="8341" y="5638"/>
                  </a:lnTo>
                  <a:lnTo>
                    <a:pt x="8148" y="6681"/>
                  </a:lnTo>
                  <a:lnTo>
                    <a:pt x="7839" y="8380"/>
                  </a:lnTo>
                  <a:lnTo>
                    <a:pt x="7569" y="10041"/>
                  </a:lnTo>
                  <a:lnTo>
                    <a:pt x="7028" y="13361"/>
                  </a:lnTo>
                  <a:lnTo>
                    <a:pt x="6796" y="15060"/>
                  </a:lnTo>
                  <a:lnTo>
                    <a:pt x="6681" y="15871"/>
                  </a:lnTo>
                  <a:lnTo>
                    <a:pt x="6642" y="16721"/>
                  </a:lnTo>
                  <a:lnTo>
                    <a:pt x="6989" y="16798"/>
                  </a:lnTo>
                  <a:lnTo>
                    <a:pt x="7298" y="15215"/>
                  </a:lnTo>
                  <a:lnTo>
                    <a:pt x="7530" y="13593"/>
                  </a:lnTo>
                  <a:lnTo>
                    <a:pt x="7723" y="12010"/>
                  </a:lnTo>
                  <a:lnTo>
                    <a:pt x="7955" y="10427"/>
                  </a:lnTo>
                  <a:lnTo>
                    <a:pt x="8225" y="8805"/>
                  </a:lnTo>
                  <a:lnTo>
                    <a:pt x="8495" y="7183"/>
                  </a:lnTo>
                  <a:lnTo>
                    <a:pt x="8689" y="6488"/>
                  </a:lnTo>
                  <a:lnTo>
                    <a:pt x="8882" y="5793"/>
                  </a:lnTo>
                  <a:lnTo>
                    <a:pt x="9036" y="5059"/>
                  </a:lnTo>
                  <a:lnTo>
                    <a:pt x="9152" y="4364"/>
                  </a:lnTo>
                  <a:lnTo>
                    <a:pt x="9152" y="4287"/>
                  </a:lnTo>
                  <a:lnTo>
                    <a:pt x="9190" y="4210"/>
                  </a:lnTo>
                  <a:lnTo>
                    <a:pt x="9113" y="4094"/>
                  </a:lnTo>
                  <a:lnTo>
                    <a:pt x="9036" y="4017"/>
                  </a:lnTo>
                  <a:lnTo>
                    <a:pt x="8920" y="4017"/>
                  </a:lnTo>
                  <a:lnTo>
                    <a:pt x="8882" y="4055"/>
                  </a:lnTo>
                  <a:lnTo>
                    <a:pt x="7839" y="3437"/>
                  </a:lnTo>
                  <a:lnTo>
                    <a:pt x="6758" y="2897"/>
                  </a:lnTo>
                  <a:lnTo>
                    <a:pt x="4595" y="1893"/>
                  </a:lnTo>
                  <a:lnTo>
                    <a:pt x="2356" y="927"/>
                  </a:lnTo>
                  <a:lnTo>
                    <a:pt x="1236" y="464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7"/>
            <p:cNvSpPr/>
            <p:nvPr/>
          </p:nvSpPr>
          <p:spPr>
            <a:xfrm>
              <a:off x="406075" y="3667900"/>
              <a:ext cx="458600" cy="289650"/>
            </a:xfrm>
            <a:custGeom>
              <a:avLst/>
              <a:gdLst/>
              <a:ahLst/>
              <a:cxnLst/>
              <a:rect l="l" t="t" r="r" b="b"/>
              <a:pathLst>
                <a:path w="18344" h="11586" extrusionOk="0">
                  <a:moveTo>
                    <a:pt x="17069" y="387"/>
                  </a:moveTo>
                  <a:lnTo>
                    <a:pt x="17146" y="425"/>
                  </a:lnTo>
                  <a:lnTo>
                    <a:pt x="17223" y="503"/>
                  </a:lnTo>
                  <a:lnTo>
                    <a:pt x="17300" y="734"/>
                  </a:lnTo>
                  <a:lnTo>
                    <a:pt x="17378" y="927"/>
                  </a:lnTo>
                  <a:lnTo>
                    <a:pt x="17378" y="1120"/>
                  </a:lnTo>
                  <a:lnTo>
                    <a:pt x="17339" y="1314"/>
                  </a:lnTo>
                  <a:lnTo>
                    <a:pt x="17223" y="1545"/>
                  </a:lnTo>
                  <a:lnTo>
                    <a:pt x="16953" y="1893"/>
                  </a:lnTo>
                  <a:lnTo>
                    <a:pt x="16721" y="2124"/>
                  </a:lnTo>
                  <a:lnTo>
                    <a:pt x="16451" y="2356"/>
                  </a:lnTo>
                  <a:lnTo>
                    <a:pt x="16181" y="2549"/>
                  </a:lnTo>
                  <a:lnTo>
                    <a:pt x="15872" y="2665"/>
                  </a:lnTo>
                  <a:lnTo>
                    <a:pt x="15872" y="2086"/>
                  </a:lnTo>
                  <a:lnTo>
                    <a:pt x="15910" y="1777"/>
                  </a:lnTo>
                  <a:lnTo>
                    <a:pt x="15949" y="1468"/>
                  </a:lnTo>
                  <a:lnTo>
                    <a:pt x="16026" y="1198"/>
                  </a:lnTo>
                  <a:lnTo>
                    <a:pt x="16181" y="927"/>
                  </a:lnTo>
                  <a:lnTo>
                    <a:pt x="16335" y="696"/>
                  </a:lnTo>
                  <a:lnTo>
                    <a:pt x="16605" y="503"/>
                  </a:lnTo>
                  <a:lnTo>
                    <a:pt x="16837" y="425"/>
                  </a:lnTo>
                  <a:lnTo>
                    <a:pt x="16992" y="387"/>
                  </a:lnTo>
                  <a:close/>
                  <a:moveTo>
                    <a:pt x="14597" y="2974"/>
                  </a:moveTo>
                  <a:lnTo>
                    <a:pt x="14868" y="3013"/>
                  </a:lnTo>
                  <a:lnTo>
                    <a:pt x="15138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6"/>
                  </a:lnTo>
                  <a:lnTo>
                    <a:pt x="14057" y="3862"/>
                  </a:lnTo>
                  <a:lnTo>
                    <a:pt x="13786" y="3939"/>
                  </a:lnTo>
                  <a:lnTo>
                    <a:pt x="13478" y="4017"/>
                  </a:lnTo>
                  <a:lnTo>
                    <a:pt x="13053" y="4017"/>
                  </a:lnTo>
                  <a:lnTo>
                    <a:pt x="12976" y="3939"/>
                  </a:lnTo>
                  <a:lnTo>
                    <a:pt x="12976" y="3862"/>
                  </a:lnTo>
                  <a:lnTo>
                    <a:pt x="12976" y="3708"/>
                  </a:lnTo>
                  <a:lnTo>
                    <a:pt x="13014" y="3476"/>
                  </a:lnTo>
                  <a:lnTo>
                    <a:pt x="13053" y="3360"/>
                  </a:lnTo>
                  <a:lnTo>
                    <a:pt x="13207" y="3244"/>
                  </a:lnTo>
                  <a:lnTo>
                    <a:pt x="13400" y="3167"/>
                  </a:lnTo>
                  <a:lnTo>
                    <a:pt x="13709" y="3051"/>
                  </a:lnTo>
                  <a:lnTo>
                    <a:pt x="14018" y="3013"/>
                  </a:lnTo>
                  <a:lnTo>
                    <a:pt x="14327" y="2974"/>
                  </a:lnTo>
                  <a:close/>
                  <a:moveTo>
                    <a:pt x="15679" y="3283"/>
                  </a:moveTo>
                  <a:lnTo>
                    <a:pt x="16335" y="3476"/>
                  </a:lnTo>
                  <a:lnTo>
                    <a:pt x="16644" y="3553"/>
                  </a:lnTo>
                  <a:lnTo>
                    <a:pt x="16992" y="3669"/>
                  </a:lnTo>
                  <a:lnTo>
                    <a:pt x="17262" y="3823"/>
                  </a:lnTo>
                  <a:lnTo>
                    <a:pt x="17532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80" y="4596"/>
                  </a:lnTo>
                  <a:lnTo>
                    <a:pt x="17918" y="4789"/>
                  </a:lnTo>
                  <a:lnTo>
                    <a:pt x="17880" y="4943"/>
                  </a:lnTo>
                  <a:lnTo>
                    <a:pt x="17802" y="5059"/>
                  </a:lnTo>
                  <a:lnTo>
                    <a:pt x="17648" y="5136"/>
                  </a:lnTo>
                  <a:lnTo>
                    <a:pt x="17494" y="5175"/>
                  </a:lnTo>
                  <a:lnTo>
                    <a:pt x="17339" y="5175"/>
                  </a:lnTo>
                  <a:lnTo>
                    <a:pt x="17146" y="5136"/>
                  </a:lnTo>
                  <a:lnTo>
                    <a:pt x="16992" y="5059"/>
                  </a:lnTo>
                  <a:lnTo>
                    <a:pt x="16644" y="4789"/>
                  </a:lnTo>
                  <a:lnTo>
                    <a:pt x="16374" y="4480"/>
                  </a:lnTo>
                  <a:lnTo>
                    <a:pt x="16181" y="4210"/>
                  </a:lnTo>
                  <a:lnTo>
                    <a:pt x="15988" y="3901"/>
                  </a:lnTo>
                  <a:lnTo>
                    <a:pt x="15833" y="3592"/>
                  </a:lnTo>
                  <a:lnTo>
                    <a:pt x="15679" y="3283"/>
                  </a:lnTo>
                  <a:close/>
                  <a:moveTo>
                    <a:pt x="4635" y="541"/>
                  </a:moveTo>
                  <a:lnTo>
                    <a:pt x="5253" y="580"/>
                  </a:lnTo>
                  <a:lnTo>
                    <a:pt x="5832" y="696"/>
                  </a:lnTo>
                  <a:lnTo>
                    <a:pt x="6411" y="850"/>
                  </a:lnTo>
                  <a:lnTo>
                    <a:pt x="6990" y="1120"/>
                  </a:lnTo>
                  <a:lnTo>
                    <a:pt x="7492" y="1429"/>
                  </a:lnTo>
                  <a:lnTo>
                    <a:pt x="7917" y="1738"/>
                  </a:lnTo>
                  <a:lnTo>
                    <a:pt x="8303" y="2086"/>
                  </a:lnTo>
                  <a:lnTo>
                    <a:pt x="8651" y="2472"/>
                  </a:lnTo>
                  <a:lnTo>
                    <a:pt x="8960" y="2858"/>
                  </a:lnTo>
                  <a:lnTo>
                    <a:pt x="9539" y="3669"/>
                  </a:lnTo>
                  <a:lnTo>
                    <a:pt x="10157" y="4480"/>
                  </a:lnTo>
                  <a:lnTo>
                    <a:pt x="10388" y="4827"/>
                  </a:lnTo>
                  <a:lnTo>
                    <a:pt x="10697" y="5136"/>
                  </a:lnTo>
                  <a:lnTo>
                    <a:pt x="11006" y="5445"/>
                  </a:lnTo>
                  <a:lnTo>
                    <a:pt x="11354" y="5677"/>
                  </a:lnTo>
                  <a:lnTo>
                    <a:pt x="11701" y="5870"/>
                  </a:lnTo>
                  <a:lnTo>
                    <a:pt x="12126" y="5986"/>
                  </a:lnTo>
                  <a:lnTo>
                    <a:pt x="12512" y="6025"/>
                  </a:lnTo>
                  <a:lnTo>
                    <a:pt x="12976" y="5986"/>
                  </a:lnTo>
                  <a:lnTo>
                    <a:pt x="13323" y="5870"/>
                  </a:lnTo>
                  <a:lnTo>
                    <a:pt x="13632" y="5754"/>
                  </a:lnTo>
                  <a:lnTo>
                    <a:pt x="13902" y="5600"/>
                  </a:lnTo>
                  <a:lnTo>
                    <a:pt x="14173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9" y="4712"/>
                  </a:lnTo>
                  <a:lnTo>
                    <a:pt x="14984" y="4441"/>
                  </a:lnTo>
                  <a:lnTo>
                    <a:pt x="14752" y="5252"/>
                  </a:lnTo>
                  <a:lnTo>
                    <a:pt x="14443" y="5986"/>
                  </a:lnTo>
                  <a:lnTo>
                    <a:pt x="14057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0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7" y="10272"/>
                  </a:lnTo>
                  <a:lnTo>
                    <a:pt x="9616" y="10465"/>
                  </a:lnTo>
                  <a:lnTo>
                    <a:pt x="9075" y="10658"/>
                  </a:lnTo>
                  <a:lnTo>
                    <a:pt x="8496" y="10774"/>
                  </a:lnTo>
                  <a:lnTo>
                    <a:pt x="7956" y="10890"/>
                  </a:lnTo>
                  <a:lnTo>
                    <a:pt x="7376" y="10929"/>
                  </a:lnTo>
                  <a:lnTo>
                    <a:pt x="6836" y="10929"/>
                  </a:lnTo>
                  <a:lnTo>
                    <a:pt x="6257" y="10890"/>
                  </a:lnTo>
                  <a:lnTo>
                    <a:pt x="5716" y="10774"/>
                  </a:lnTo>
                  <a:lnTo>
                    <a:pt x="5175" y="10620"/>
                  </a:lnTo>
                  <a:lnTo>
                    <a:pt x="4635" y="10465"/>
                  </a:lnTo>
                  <a:lnTo>
                    <a:pt x="4133" y="10195"/>
                  </a:lnTo>
                  <a:lnTo>
                    <a:pt x="3631" y="9925"/>
                  </a:lnTo>
                  <a:lnTo>
                    <a:pt x="3129" y="9577"/>
                  </a:lnTo>
                  <a:lnTo>
                    <a:pt x="2665" y="9191"/>
                  </a:lnTo>
                  <a:lnTo>
                    <a:pt x="2202" y="8766"/>
                  </a:lnTo>
                  <a:lnTo>
                    <a:pt x="1777" y="8303"/>
                  </a:lnTo>
                  <a:lnTo>
                    <a:pt x="1430" y="7801"/>
                  </a:lnTo>
                  <a:lnTo>
                    <a:pt x="1082" y="7260"/>
                  </a:lnTo>
                  <a:lnTo>
                    <a:pt x="812" y="6720"/>
                  </a:lnTo>
                  <a:lnTo>
                    <a:pt x="619" y="6140"/>
                  </a:lnTo>
                  <a:lnTo>
                    <a:pt x="464" y="5523"/>
                  </a:lnTo>
                  <a:lnTo>
                    <a:pt x="426" y="4905"/>
                  </a:lnTo>
                  <a:lnTo>
                    <a:pt x="464" y="4287"/>
                  </a:lnTo>
                  <a:lnTo>
                    <a:pt x="619" y="3708"/>
                  </a:lnTo>
                  <a:lnTo>
                    <a:pt x="812" y="3128"/>
                  </a:lnTo>
                  <a:lnTo>
                    <a:pt x="1121" y="2588"/>
                  </a:lnTo>
                  <a:lnTo>
                    <a:pt x="1468" y="2086"/>
                  </a:lnTo>
                  <a:lnTo>
                    <a:pt x="1893" y="1661"/>
                  </a:lnTo>
                  <a:lnTo>
                    <a:pt x="2356" y="1275"/>
                  </a:lnTo>
                  <a:lnTo>
                    <a:pt x="2897" y="1005"/>
                  </a:lnTo>
                  <a:lnTo>
                    <a:pt x="3476" y="773"/>
                  </a:lnTo>
                  <a:lnTo>
                    <a:pt x="4056" y="618"/>
                  </a:lnTo>
                  <a:lnTo>
                    <a:pt x="4635" y="541"/>
                  </a:lnTo>
                  <a:close/>
                  <a:moveTo>
                    <a:pt x="16876" y="1"/>
                  </a:moveTo>
                  <a:lnTo>
                    <a:pt x="16683" y="39"/>
                  </a:lnTo>
                  <a:lnTo>
                    <a:pt x="16451" y="155"/>
                  </a:lnTo>
                  <a:lnTo>
                    <a:pt x="16258" y="271"/>
                  </a:lnTo>
                  <a:lnTo>
                    <a:pt x="16103" y="425"/>
                  </a:lnTo>
                  <a:lnTo>
                    <a:pt x="15949" y="580"/>
                  </a:lnTo>
                  <a:lnTo>
                    <a:pt x="15833" y="773"/>
                  </a:lnTo>
                  <a:lnTo>
                    <a:pt x="15717" y="1005"/>
                  </a:lnTo>
                  <a:lnTo>
                    <a:pt x="15601" y="1236"/>
                  </a:lnTo>
                  <a:lnTo>
                    <a:pt x="15486" y="1738"/>
                  </a:lnTo>
                  <a:lnTo>
                    <a:pt x="15447" y="2279"/>
                  </a:lnTo>
                  <a:lnTo>
                    <a:pt x="15486" y="2819"/>
                  </a:lnTo>
                  <a:lnTo>
                    <a:pt x="15370" y="2819"/>
                  </a:lnTo>
                  <a:lnTo>
                    <a:pt x="15331" y="2858"/>
                  </a:lnTo>
                  <a:lnTo>
                    <a:pt x="14906" y="2742"/>
                  </a:lnTo>
                  <a:lnTo>
                    <a:pt x="14443" y="2665"/>
                  </a:lnTo>
                  <a:lnTo>
                    <a:pt x="13980" y="2665"/>
                  </a:lnTo>
                  <a:lnTo>
                    <a:pt x="13516" y="2742"/>
                  </a:lnTo>
                  <a:lnTo>
                    <a:pt x="13169" y="2858"/>
                  </a:lnTo>
                  <a:lnTo>
                    <a:pt x="12976" y="2974"/>
                  </a:lnTo>
                  <a:lnTo>
                    <a:pt x="12783" y="3090"/>
                  </a:lnTo>
                  <a:lnTo>
                    <a:pt x="12628" y="3206"/>
                  </a:lnTo>
                  <a:lnTo>
                    <a:pt x="12512" y="3360"/>
                  </a:lnTo>
                  <a:lnTo>
                    <a:pt x="12396" y="3553"/>
                  </a:lnTo>
                  <a:lnTo>
                    <a:pt x="12396" y="3746"/>
                  </a:lnTo>
                  <a:lnTo>
                    <a:pt x="12396" y="3939"/>
                  </a:lnTo>
                  <a:lnTo>
                    <a:pt x="12474" y="4094"/>
                  </a:lnTo>
                  <a:lnTo>
                    <a:pt x="12628" y="4210"/>
                  </a:lnTo>
                  <a:lnTo>
                    <a:pt x="12783" y="4287"/>
                  </a:lnTo>
                  <a:lnTo>
                    <a:pt x="12976" y="4364"/>
                  </a:lnTo>
                  <a:lnTo>
                    <a:pt x="13169" y="4403"/>
                  </a:lnTo>
                  <a:lnTo>
                    <a:pt x="13516" y="4364"/>
                  </a:lnTo>
                  <a:lnTo>
                    <a:pt x="13864" y="4325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9" y="3823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4" y="4866"/>
                  </a:lnTo>
                  <a:lnTo>
                    <a:pt x="13941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30" y="5445"/>
                  </a:lnTo>
                  <a:lnTo>
                    <a:pt x="12744" y="5523"/>
                  </a:lnTo>
                  <a:lnTo>
                    <a:pt x="12396" y="5523"/>
                  </a:lnTo>
                  <a:lnTo>
                    <a:pt x="12049" y="5445"/>
                  </a:lnTo>
                  <a:lnTo>
                    <a:pt x="11740" y="5329"/>
                  </a:lnTo>
                  <a:lnTo>
                    <a:pt x="11431" y="5136"/>
                  </a:lnTo>
                  <a:lnTo>
                    <a:pt x="11122" y="4905"/>
                  </a:lnTo>
                  <a:lnTo>
                    <a:pt x="10852" y="4634"/>
                  </a:lnTo>
                  <a:lnTo>
                    <a:pt x="10543" y="4210"/>
                  </a:lnTo>
                  <a:lnTo>
                    <a:pt x="10195" y="3785"/>
                  </a:lnTo>
                  <a:lnTo>
                    <a:pt x="9616" y="2935"/>
                  </a:lnTo>
                  <a:lnTo>
                    <a:pt x="9307" y="2511"/>
                  </a:lnTo>
                  <a:lnTo>
                    <a:pt x="8960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7" y="966"/>
                  </a:lnTo>
                  <a:lnTo>
                    <a:pt x="7106" y="657"/>
                  </a:lnTo>
                  <a:lnTo>
                    <a:pt x="6527" y="425"/>
                  </a:lnTo>
                  <a:lnTo>
                    <a:pt x="5948" y="271"/>
                  </a:lnTo>
                  <a:lnTo>
                    <a:pt x="5330" y="155"/>
                  </a:lnTo>
                  <a:lnTo>
                    <a:pt x="4751" y="116"/>
                  </a:lnTo>
                  <a:lnTo>
                    <a:pt x="4133" y="155"/>
                  </a:lnTo>
                  <a:lnTo>
                    <a:pt x="3554" y="271"/>
                  </a:lnTo>
                  <a:lnTo>
                    <a:pt x="3283" y="348"/>
                  </a:lnTo>
                  <a:lnTo>
                    <a:pt x="2936" y="464"/>
                  </a:lnTo>
                  <a:lnTo>
                    <a:pt x="2588" y="618"/>
                  </a:lnTo>
                  <a:lnTo>
                    <a:pt x="2279" y="812"/>
                  </a:lnTo>
                  <a:lnTo>
                    <a:pt x="1932" y="1005"/>
                  </a:lnTo>
                  <a:lnTo>
                    <a:pt x="1661" y="1275"/>
                  </a:lnTo>
                  <a:lnTo>
                    <a:pt x="1353" y="1545"/>
                  </a:lnTo>
                  <a:lnTo>
                    <a:pt x="1082" y="1854"/>
                  </a:lnTo>
                  <a:lnTo>
                    <a:pt x="851" y="2163"/>
                  </a:lnTo>
                  <a:lnTo>
                    <a:pt x="542" y="2665"/>
                  </a:lnTo>
                  <a:lnTo>
                    <a:pt x="310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1" y="4712"/>
                  </a:lnTo>
                  <a:lnTo>
                    <a:pt x="40" y="5214"/>
                  </a:lnTo>
                  <a:lnTo>
                    <a:pt x="78" y="5716"/>
                  </a:lnTo>
                  <a:lnTo>
                    <a:pt x="194" y="6218"/>
                  </a:lnTo>
                  <a:lnTo>
                    <a:pt x="387" y="6720"/>
                  </a:lnTo>
                  <a:lnTo>
                    <a:pt x="580" y="7222"/>
                  </a:lnTo>
                  <a:lnTo>
                    <a:pt x="812" y="7685"/>
                  </a:lnTo>
                  <a:lnTo>
                    <a:pt x="1082" y="8110"/>
                  </a:lnTo>
                  <a:lnTo>
                    <a:pt x="1430" y="8573"/>
                  </a:lnTo>
                  <a:lnTo>
                    <a:pt x="1777" y="8959"/>
                  </a:lnTo>
                  <a:lnTo>
                    <a:pt x="2125" y="9384"/>
                  </a:lnTo>
                  <a:lnTo>
                    <a:pt x="2550" y="9732"/>
                  </a:lnTo>
                  <a:lnTo>
                    <a:pt x="3090" y="10156"/>
                  </a:lnTo>
                  <a:lnTo>
                    <a:pt x="3631" y="10504"/>
                  </a:lnTo>
                  <a:lnTo>
                    <a:pt x="4210" y="10774"/>
                  </a:lnTo>
                  <a:lnTo>
                    <a:pt x="4789" y="11044"/>
                  </a:lnTo>
                  <a:lnTo>
                    <a:pt x="5407" y="11199"/>
                  </a:lnTo>
                  <a:lnTo>
                    <a:pt x="6025" y="11353"/>
                  </a:lnTo>
                  <a:lnTo>
                    <a:pt x="6643" y="11392"/>
                  </a:lnTo>
                  <a:lnTo>
                    <a:pt x="7261" y="11431"/>
                  </a:lnTo>
                  <a:lnTo>
                    <a:pt x="7338" y="11585"/>
                  </a:lnTo>
                  <a:lnTo>
                    <a:pt x="7647" y="11392"/>
                  </a:lnTo>
                  <a:lnTo>
                    <a:pt x="8458" y="11315"/>
                  </a:lnTo>
                  <a:lnTo>
                    <a:pt x="9269" y="11122"/>
                  </a:lnTo>
                  <a:lnTo>
                    <a:pt x="10079" y="10813"/>
                  </a:lnTo>
                  <a:lnTo>
                    <a:pt x="10852" y="10465"/>
                  </a:lnTo>
                  <a:lnTo>
                    <a:pt x="11547" y="10040"/>
                  </a:lnTo>
                  <a:lnTo>
                    <a:pt x="12165" y="9577"/>
                  </a:lnTo>
                  <a:lnTo>
                    <a:pt x="12435" y="9384"/>
                  </a:lnTo>
                  <a:lnTo>
                    <a:pt x="13053" y="8805"/>
                  </a:lnTo>
                  <a:lnTo>
                    <a:pt x="13632" y="8187"/>
                  </a:lnTo>
                  <a:lnTo>
                    <a:pt x="14134" y="7492"/>
                  </a:lnTo>
                  <a:lnTo>
                    <a:pt x="14597" y="6797"/>
                  </a:lnTo>
                  <a:lnTo>
                    <a:pt x="14945" y="6025"/>
                  </a:lnTo>
                  <a:lnTo>
                    <a:pt x="15099" y="5638"/>
                  </a:lnTo>
                  <a:lnTo>
                    <a:pt x="15254" y="5214"/>
                  </a:lnTo>
                  <a:lnTo>
                    <a:pt x="15331" y="4827"/>
                  </a:lnTo>
                  <a:lnTo>
                    <a:pt x="15408" y="4403"/>
                  </a:lnTo>
                  <a:lnTo>
                    <a:pt x="15486" y="4017"/>
                  </a:lnTo>
                  <a:lnTo>
                    <a:pt x="15486" y="3592"/>
                  </a:lnTo>
                  <a:lnTo>
                    <a:pt x="15679" y="4055"/>
                  </a:lnTo>
                  <a:lnTo>
                    <a:pt x="15949" y="4480"/>
                  </a:lnTo>
                  <a:lnTo>
                    <a:pt x="16258" y="4866"/>
                  </a:lnTo>
                  <a:lnTo>
                    <a:pt x="16605" y="5214"/>
                  </a:lnTo>
                  <a:lnTo>
                    <a:pt x="16760" y="5368"/>
                  </a:lnTo>
                  <a:lnTo>
                    <a:pt x="16992" y="5484"/>
                  </a:lnTo>
                  <a:lnTo>
                    <a:pt x="17185" y="5561"/>
                  </a:lnTo>
                  <a:lnTo>
                    <a:pt x="17416" y="5638"/>
                  </a:lnTo>
                  <a:lnTo>
                    <a:pt x="17609" y="5677"/>
                  </a:lnTo>
                  <a:lnTo>
                    <a:pt x="17841" y="5638"/>
                  </a:lnTo>
                  <a:lnTo>
                    <a:pt x="18034" y="5523"/>
                  </a:lnTo>
                  <a:lnTo>
                    <a:pt x="18189" y="5329"/>
                  </a:lnTo>
                  <a:lnTo>
                    <a:pt x="18304" y="5136"/>
                  </a:lnTo>
                  <a:lnTo>
                    <a:pt x="18343" y="4943"/>
                  </a:lnTo>
                  <a:lnTo>
                    <a:pt x="18304" y="4712"/>
                  </a:lnTo>
                  <a:lnTo>
                    <a:pt x="18266" y="4519"/>
                  </a:lnTo>
                  <a:lnTo>
                    <a:pt x="18189" y="4287"/>
                  </a:lnTo>
                  <a:lnTo>
                    <a:pt x="18073" y="4132"/>
                  </a:lnTo>
                  <a:lnTo>
                    <a:pt x="17957" y="3939"/>
                  </a:lnTo>
                  <a:lnTo>
                    <a:pt x="17802" y="3785"/>
                  </a:lnTo>
                  <a:lnTo>
                    <a:pt x="17648" y="3630"/>
                  </a:lnTo>
                  <a:lnTo>
                    <a:pt x="17416" y="3476"/>
                  </a:lnTo>
                  <a:lnTo>
                    <a:pt x="16953" y="3244"/>
                  </a:lnTo>
                  <a:lnTo>
                    <a:pt x="16490" y="3051"/>
                  </a:lnTo>
                  <a:lnTo>
                    <a:pt x="15988" y="2935"/>
                  </a:lnTo>
                  <a:lnTo>
                    <a:pt x="16412" y="2781"/>
                  </a:lnTo>
                  <a:lnTo>
                    <a:pt x="16837" y="2511"/>
                  </a:lnTo>
                  <a:lnTo>
                    <a:pt x="17185" y="2202"/>
                  </a:lnTo>
                  <a:lnTo>
                    <a:pt x="17494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4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1" y="194"/>
                  </a:lnTo>
                  <a:lnTo>
                    <a:pt x="17455" y="116"/>
                  </a:lnTo>
                  <a:lnTo>
                    <a:pt x="17339" y="39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7"/>
            <p:cNvSpPr/>
            <p:nvPr/>
          </p:nvSpPr>
          <p:spPr>
            <a:xfrm>
              <a:off x="2141825" y="3698800"/>
              <a:ext cx="126500" cy="70500"/>
            </a:xfrm>
            <a:custGeom>
              <a:avLst/>
              <a:gdLst/>
              <a:ahLst/>
              <a:cxnLst/>
              <a:rect l="l" t="t" r="r" b="b"/>
              <a:pathLst>
                <a:path w="5060" h="2820" extrusionOk="0">
                  <a:moveTo>
                    <a:pt x="4905" y="0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3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0"/>
                  </a:lnTo>
                  <a:lnTo>
                    <a:pt x="1" y="2587"/>
                  </a:lnTo>
                  <a:lnTo>
                    <a:pt x="39" y="2703"/>
                  </a:lnTo>
                  <a:lnTo>
                    <a:pt x="116" y="2781"/>
                  </a:lnTo>
                  <a:lnTo>
                    <a:pt x="387" y="2819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1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7"/>
            <p:cNvSpPr/>
            <p:nvPr/>
          </p:nvSpPr>
          <p:spPr>
            <a:xfrm>
              <a:off x="436975" y="3704575"/>
              <a:ext cx="144825" cy="162225"/>
            </a:xfrm>
            <a:custGeom>
              <a:avLst/>
              <a:gdLst/>
              <a:ahLst/>
              <a:cxnLst/>
              <a:rect l="l" t="t" r="r" b="b"/>
              <a:pathLst>
                <a:path w="5793" h="6489" extrusionOk="0">
                  <a:moveTo>
                    <a:pt x="2240" y="426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6" y="735"/>
                  </a:lnTo>
                  <a:lnTo>
                    <a:pt x="4171" y="1005"/>
                  </a:lnTo>
                  <a:lnTo>
                    <a:pt x="4557" y="1314"/>
                  </a:lnTo>
                  <a:lnTo>
                    <a:pt x="4750" y="1507"/>
                  </a:lnTo>
                  <a:lnTo>
                    <a:pt x="4905" y="1739"/>
                  </a:lnTo>
                  <a:lnTo>
                    <a:pt x="5021" y="1932"/>
                  </a:lnTo>
                  <a:lnTo>
                    <a:pt x="5136" y="2163"/>
                  </a:lnTo>
                  <a:lnTo>
                    <a:pt x="5214" y="2434"/>
                  </a:lnTo>
                  <a:lnTo>
                    <a:pt x="5291" y="2704"/>
                  </a:lnTo>
                  <a:lnTo>
                    <a:pt x="5330" y="3167"/>
                  </a:lnTo>
                  <a:lnTo>
                    <a:pt x="5330" y="3631"/>
                  </a:lnTo>
                  <a:lnTo>
                    <a:pt x="5214" y="4133"/>
                  </a:lnTo>
                  <a:lnTo>
                    <a:pt x="5021" y="4558"/>
                  </a:lnTo>
                  <a:lnTo>
                    <a:pt x="4789" y="4982"/>
                  </a:lnTo>
                  <a:lnTo>
                    <a:pt x="4480" y="5330"/>
                  </a:lnTo>
                  <a:lnTo>
                    <a:pt x="4287" y="5484"/>
                  </a:lnTo>
                  <a:lnTo>
                    <a:pt x="4094" y="5639"/>
                  </a:lnTo>
                  <a:lnTo>
                    <a:pt x="3901" y="5755"/>
                  </a:lnTo>
                  <a:lnTo>
                    <a:pt x="3669" y="5832"/>
                  </a:lnTo>
                  <a:lnTo>
                    <a:pt x="3360" y="5948"/>
                  </a:lnTo>
                  <a:lnTo>
                    <a:pt x="3090" y="5986"/>
                  </a:lnTo>
                  <a:lnTo>
                    <a:pt x="2820" y="6025"/>
                  </a:lnTo>
                  <a:lnTo>
                    <a:pt x="2549" y="5986"/>
                  </a:lnTo>
                  <a:lnTo>
                    <a:pt x="2279" y="5948"/>
                  </a:lnTo>
                  <a:lnTo>
                    <a:pt x="2047" y="5870"/>
                  </a:lnTo>
                  <a:lnTo>
                    <a:pt x="1854" y="5755"/>
                  </a:lnTo>
                  <a:lnTo>
                    <a:pt x="1622" y="5639"/>
                  </a:lnTo>
                  <a:lnTo>
                    <a:pt x="1429" y="5484"/>
                  </a:lnTo>
                  <a:lnTo>
                    <a:pt x="1275" y="5291"/>
                  </a:lnTo>
                  <a:lnTo>
                    <a:pt x="1082" y="5098"/>
                  </a:lnTo>
                  <a:lnTo>
                    <a:pt x="966" y="4905"/>
                  </a:lnTo>
                  <a:lnTo>
                    <a:pt x="696" y="4442"/>
                  </a:lnTo>
                  <a:lnTo>
                    <a:pt x="541" y="3901"/>
                  </a:lnTo>
                  <a:lnTo>
                    <a:pt x="425" y="3399"/>
                  </a:lnTo>
                  <a:lnTo>
                    <a:pt x="425" y="2858"/>
                  </a:lnTo>
                  <a:lnTo>
                    <a:pt x="503" y="2318"/>
                  </a:lnTo>
                  <a:lnTo>
                    <a:pt x="541" y="2048"/>
                  </a:lnTo>
                  <a:lnTo>
                    <a:pt x="657" y="1816"/>
                  </a:lnTo>
                  <a:lnTo>
                    <a:pt x="734" y="1584"/>
                  </a:lnTo>
                  <a:lnTo>
                    <a:pt x="889" y="1352"/>
                  </a:lnTo>
                  <a:lnTo>
                    <a:pt x="1043" y="1159"/>
                  </a:lnTo>
                  <a:lnTo>
                    <a:pt x="1236" y="1005"/>
                  </a:lnTo>
                  <a:lnTo>
                    <a:pt x="1429" y="812"/>
                  </a:lnTo>
                  <a:lnTo>
                    <a:pt x="1661" y="696"/>
                  </a:lnTo>
                  <a:lnTo>
                    <a:pt x="1893" y="580"/>
                  </a:lnTo>
                  <a:lnTo>
                    <a:pt x="2202" y="503"/>
                  </a:lnTo>
                  <a:lnTo>
                    <a:pt x="2240" y="464"/>
                  </a:lnTo>
                  <a:lnTo>
                    <a:pt x="2240" y="426"/>
                  </a:lnTo>
                  <a:close/>
                  <a:moveTo>
                    <a:pt x="2279" y="1"/>
                  </a:moveTo>
                  <a:lnTo>
                    <a:pt x="1970" y="40"/>
                  </a:lnTo>
                  <a:lnTo>
                    <a:pt x="1893" y="78"/>
                  </a:lnTo>
                  <a:lnTo>
                    <a:pt x="1816" y="117"/>
                  </a:lnTo>
                  <a:lnTo>
                    <a:pt x="1816" y="194"/>
                  </a:lnTo>
                  <a:lnTo>
                    <a:pt x="1816" y="271"/>
                  </a:lnTo>
                  <a:lnTo>
                    <a:pt x="1507" y="349"/>
                  </a:lnTo>
                  <a:lnTo>
                    <a:pt x="1275" y="464"/>
                  </a:lnTo>
                  <a:lnTo>
                    <a:pt x="1043" y="619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8"/>
                  </a:lnTo>
                  <a:lnTo>
                    <a:pt x="348" y="1430"/>
                  </a:lnTo>
                  <a:lnTo>
                    <a:pt x="232" y="1661"/>
                  </a:lnTo>
                  <a:lnTo>
                    <a:pt x="117" y="1932"/>
                  </a:lnTo>
                  <a:lnTo>
                    <a:pt x="78" y="2202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1"/>
                  </a:lnTo>
                  <a:lnTo>
                    <a:pt x="271" y="4519"/>
                  </a:lnTo>
                  <a:lnTo>
                    <a:pt x="387" y="4828"/>
                  </a:lnTo>
                  <a:lnTo>
                    <a:pt x="541" y="5098"/>
                  </a:lnTo>
                  <a:lnTo>
                    <a:pt x="696" y="5330"/>
                  </a:lnTo>
                  <a:lnTo>
                    <a:pt x="850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1"/>
                  </a:lnTo>
                  <a:lnTo>
                    <a:pt x="1738" y="6257"/>
                  </a:lnTo>
                  <a:lnTo>
                    <a:pt x="2009" y="6372"/>
                  </a:lnTo>
                  <a:lnTo>
                    <a:pt x="2279" y="6450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50"/>
                  </a:lnTo>
                  <a:lnTo>
                    <a:pt x="3553" y="6372"/>
                  </a:lnTo>
                  <a:lnTo>
                    <a:pt x="3862" y="6257"/>
                  </a:lnTo>
                  <a:lnTo>
                    <a:pt x="4132" y="6141"/>
                  </a:lnTo>
                  <a:lnTo>
                    <a:pt x="4403" y="5986"/>
                  </a:lnTo>
                  <a:lnTo>
                    <a:pt x="4634" y="5793"/>
                  </a:lnTo>
                  <a:lnTo>
                    <a:pt x="4866" y="5600"/>
                  </a:lnTo>
                  <a:lnTo>
                    <a:pt x="5059" y="5368"/>
                  </a:lnTo>
                  <a:lnTo>
                    <a:pt x="5214" y="5137"/>
                  </a:lnTo>
                  <a:lnTo>
                    <a:pt x="5368" y="4866"/>
                  </a:lnTo>
                  <a:lnTo>
                    <a:pt x="5523" y="4635"/>
                  </a:lnTo>
                  <a:lnTo>
                    <a:pt x="5638" y="4326"/>
                  </a:lnTo>
                  <a:lnTo>
                    <a:pt x="5716" y="4056"/>
                  </a:lnTo>
                  <a:lnTo>
                    <a:pt x="5754" y="3747"/>
                  </a:lnTo>
                  <a:lnTo>
                    <a:pt x="5793" y="3438"/>
                  </a:lnTo>
                  <a:lnTo>
                    <a:pt x="5793" y="3129"/>
                  </a:lnTo>
                  <a:lnTo>
                    <a:pt x="5793" y="2858"/>
                  </a:lnTo>
                  <a:lnTo>
                    <a:pt x="5716" y="2550"/>
                  </a:lnTo>
                  <a:lnTo>
                    <a:pt x="5638" y="2241"/>
                  </a:lnTo>
                  <a:lnTo>
                    <a:pt x="5523" y="1932"/>
                  </a:lnTo>
                  <a:lnTo>
                    <a:pt x="5368" y="1661"/>
                  </a:lnTo>
                  <a:lnTo>
                    <a:pt x="5214" y="1391"/>
                  </a:lnTo>
                  <a:lnTo>
                    <a:pt x="5021" y="1159"/>
                  </a:lnTo>
                  <a:lnTo>
                    <a:pt x="4828" y="928"/>
                  </a:lnTo>
                  <a:lnTo>
                    <a:pt x="4596" y="735"/>
                  </a:lnTo>
                  <a:lnTo>
                    <a:pt x="4326" y="542"/>
                  </a:lnTo>
                  <a:lnTo>
                    <a:pt x="4094" y="387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7"/>
            <p:cNvSpPr/>
            <p:nvPr/>
          </p:nvSpPr>
          <p:spPr>
            <a:xfrm>
              <a:off x="6171275" y="3733550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3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7"/>
            <p:cNvSpPr/>
            <p:nvPr/>
          </p:nvSpPr>
          <p:spPr>
            <a:xfrm>
              <a:off x="6036125" y="3735475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8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5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3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6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8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6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9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5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9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6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7"/>
            <p:cNvSpPr/>
            <p:nvPr/>
          </p:nvSpPr>
          <p:spPr>
            <a:xfrm>
              <a:off x="2084875" y="3742225"/>
              <a:ext cx="66625" cy="99475"/>
            </a:xfrm>
            <a:custGeom>
              <a:avLst/>
              <a:gdLst/>
              <a:ahLst/>
              <a:cxnLst/>
              <a:rect l="l" t="t" r="r" b="b"/>
              <a:pathLst>
                <a:path w="2665" h="3979" extrusionOk="0">
                  <a:moveTo>
                    <a:pt x="850" y="1"/>
                  </a:moveTo>
                  <a:lnTo>
                    <a:pt x="502" y="155"/>
                  </a:lnTo>
                  <a:lnTo>
                    <a:pt x="618" y="233"/>
                  </a:lnTo>
                  <a:lnTo>
                    <a:pt x="464" y="619"/>
                  </a:lnTo>
                  <a:lnTo>
                    <a:pt x="271" y="1082"/>
                  </a:lnTo>
                  <a:lnTo>
                    <a:pt x="116" y="1623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74"/>
                  </a:lnTo>
                  <a:lnTo>
                    <a:pt x="77" y="3206"/>
                  </a:lnTo>
                  <a:lnTo>
                    <a:pt x="155" y="3399"/>
                  </a:lnTo>
                  <a:lnTo>
                    <a:pt x="309" y="3592"/>
                  </a:lnTo>
                  <a:lnTo>
                    <a:pt x="464" y="3747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78"/>
                  </a:lnTo>
                  <a:lnTo>
                    <a:pt x="1313" y="3940"/>
                  </a:lnTo>
                  <a:lnTo>
                    <a:pt x="1506" y="3824"/>
                  </a:lnTo>
                  <a:lnTo>
                    <a:pt x="1661" y="3708"/>
                  </a:lnTo>
                  <a:lnTo>
                    <a:pt x="1815" y="3515"/>
                  </a:lnTo>
                  <a:lnTo>
                    <a:pt x="1970" y="3322"/>
                  </a:lnTo>
                  <a:lnTo>
                    <a:pt x="2085" y="3090"/>
                  </a:lnTo>
                  <a:lnTo>
                    <a:pt x="2317" y="2550"/>
                  </a:lnTo>
                  <a:lnTo>
                    <a:pt x="2510" y="2009"/>
                  </a:lnTo>
                  <a:lnTo>
                    <a:pt x="2626" y="1507"/>
                  </a:lnTo>
                  <a:lnTo>
                    <a:pt x="2665" y="1082"/>
                  </a:lnTo>
                  <a:lnTo>
                    <a:pt x="2394" y="1044"/>
                  </a:lnTo>
                  <a:lnTo>
                    <a:pt x="2008" y="2048"/>
                  </a:lnTo>
                  <a:lnTo>
                    <a:pt x="1738" y="2704"/>
                  </a:lnTo>
                  <a:lnTo>
                    <a:pt x="1545" y="3052"/>
                  </a:lnTo>
                  <a:lnTo>
                    <a:pt x="1468" y="3206"/>
                  </a:lnTo>
                  <a:lnTo>
                    <a:pt x="1313" y="3322"/>
                  </a:lnTo>
                  <a:lnTo>
                    <a:pt x="1159" y="3322"/>
                  </a:lnTo>
                  <a:lnTo>
                    <a:pt x="966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936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79" y="2086"/>
                  </a:lnTo>
                  <a:lnTo>
                    <a:pt x="618" y="1623"/>
                  </a:lnTo>
                  <a:lnTo>
                    <a:pt x="734" y="1198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7"/>
            <p:cNvSpPr/>
            <p:nvPr/>
          </p:nvSpPr>
          <p:spPr>
            <a:xfrm>
              <a:off x="3315725" y="3754775"/>
              <a:ext cx="374575" cy="387150"/>
            </a:xfrm>
            <a:custGeom>
              <a:avLst/>
              <a:gdLst/>
              <a:ahLst/>
              <a:cxnLst/>
              <a:rect l="l" t="t" r="r" b="b"/>
              <a:pathLst>
                <a:path w="14983" h="15486" extrusionOk="0">
                  <a:moveTo>
                    <a:pt x="7453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44"/>
                  </a:lnTo>
                  <a:lnTo>
                    <a:pt x="10697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40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80" y="9230"/>
                  </a:lnTo>
                  <a:lnTo>
                    <a:pt x="4171" y="10041"/>
                  </a:lnTo>
                  <a:lnTo>
                    <a:pt x="3978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53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9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53" y="503"/>
                  </a:lnTo>
                  <a:close/>
                  <a:moveTo>
                    <a:pt x="11932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13" y="3206"/>
                  </a:lnTo>
                  <a:lnTo>
                    <a:pt x="13322" y="3669"/>
                  </a:lnTo>
                  <a:lnTo>
                    <a:pt x="13593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2"/>
                  </a:lnTo>
                  <a:lnTo>
                    <a:pt x="11392" y="7145"/>
                  </a:lnTo>
                  <a:lnTo>
                    <a:pt x="10658" y="7415"/>
                  </a:lnTo>
                  <a:lnTo>
                    <a:pt x="9924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8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8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2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1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7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30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42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19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1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286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39"/>
                  </a:lnTo>
                  <a:lnTo>
                    <a:pt x="3051" y="13477"/>
                  </a:lnTo>
                  <a:lnTo>
                    <a:pt x="2974" y="13516"/>
                  </a:lnTo>
                  <a:lnTo>
                    <a:pt x="3051" y="13362"/>
                  </a:lnTo>
                  <a:lnTo>
                    <a:pt x="3167" y="13207"/>
                  </a:lnTo>
                  <a:lnTo>
                    <a:pt x="3321" y="13130"/>
                  </a:lnTo>
                  <a:lnTo>
                    <a:pt x="3476" y="13014"/>
                  </a:lnTo>
                  <a:lnTo>
                    <a:pt x="3669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1" y="13362"/>
                  </a:lnTo>
                  <a:lnTo>
                    <a:pt x="11894" y="13477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11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7" y="12860"/>
                  </a:lnTo>
                  <a:close/>
                  <a:moveTo>
                    <a:pt x="7569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46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6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4" y="14520"/>
                  </a:lnTo>
                  <a:lnTo>
                    <a:pt x="4093" y="14597"/>
                  </a:lnTo>
                  <a:lnTo>
                    <a:pt x="4518" y="14829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60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9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2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4" y="233"/>
                  </a:lnTo>
                  <a:lnTo>
                    <a:pt x="8766" y="117"/>
                  </a:lnTo>
                  <a:lnTo>
                    <a:pt x="8187" y="40"/>
                  </a:lnTo>
                  <a:lnTo>
                    <a:pt x="756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7"/>
            <p:cNvSpPr/>
            <p:nvPr/>
          </p:nvSpPr>
          <p:spPr>
            <a:xfrm>
              <a:off x="514200" y="3860000"/>
              <a:ext cx="302200" cy="155450"/>
            </a:xfrm>
            <a:custGeom>
              <a:avLst/>
              <a:gdLst/>
              <a:ahLst/>
              <a:cxnLst/>
              <a:rect l="l" t="t" r="r" b="b"/>
              <a:pathLst>
                <a:path w="12088" h="6218" extrusionOk="0">
                  <a:moveTo>
                    <a:pt x="11740" y="1"/>
                  </a:moveTo>
                  <a:lnTo>
                    <a:pt x="11663" y="40"/>
                  </a:lnTo>
                  <a:lnTo>
                    <a:pt x="11585" y="78"/>
                  </a:lnTo>
                  <a:lnTo>
                    <a:pt x="11508" y="117"/>
                  </a:lnTo>
                  <a:lnTo>
                    <a:pt x="11469" y="233"/>
                  </a:lnTo>
                  <a:lnTo>
                    <a:pt x="11469" y="310"/>
                  </a:lnTo>
                  <a:lnTo>
                    <a:pt x="11508" y="426"/>
                  </a:lnTo>
                  <a:lnTo>
                    <a:pt x="11585" y="580"/>
                  </a:lnTo>
                  <a:lnTo>
                    <a:pt x="11624" y="773"/>
                  </a:lnTo>
                  <a:lnTo>
                    <a:pt x="11585" y="966"/>
                  </a:lnTo>
                  <a:lnTo>
                    <a:pt x="11508" y="1121"/>
                  </a:lnTo>
                  <a:lnTo>
                    <a:pt x="11392" y="1275"/>
                  </a:lnTo>
                  <a:lnTo>
                    <a:pt x="11276" y="1430"/>
                  </a:lnTo>
                  <a:lnTo>
                    <a:pt x="10929" y="1739"/>
                  </a:lnTo>
                  <a:lnTo>
                    <a:pt x="10504" y="2009"/>
                  </a:lnTo>
                  <a:lnTo>
                    <a:pt x="10079" y="2241"/>
                  </a:lnTo>
                  <a:lnTo>
                    <a:pt x="9423" y="2588"/>
                  </a:lnTo>
                  <a:lnTo>
                    <a:pt x="9037" y="2781"/>
                  </a:lnTo>
                  <a:lnTo>
                    <a:pt x="9037" y="2704"/>
                  </a:lnTo>
                  <a:lnTo>
                    <a:pt x="8960" y="2627"/>
                  </a:lnTo>
                  <a:lnTo>
                    <a:pt x="8496" y="2202"/>
                  </a:lnTo>
                  <a:lnTo>
                    <a:pt x="8110" y="1700"/>
                  </a:lnTo>
                  <a:lnTo>
                    <a:pt x="7840" y="1893"/>
                  </a:lnTo>
                  <a:lnTo>
                    <a:pt x="7994" y="2202"/>
                  </a:lnTo>
                  <a:lnTo>
                    <a:pt x="8187" y="2511"/>
                  </a:lnTo>
                  <a:lnTo>
                    <a:pt x="8419" y="2781"/>
                  </a:lnTo>
                  <a:lnTo>
                    <a:pt x="8651" y="2974"/>
                  </a:lnTo>
                  <a:lnTo>
                    <a:pt x="7608" y="3515"/>
                  </a:lnTo>
                  <a:lnTo>
                    <a:pt x="6565" y="3978"/>
                  </a:lnTo>
                  <a:lnTo>
                    <a:pt x="5252" y="4519"/>
                  </a:lnTo>
                  <a:lnTo>
                    <a:pt x="3940" y="4982"/>
                  </a:lnTo>
                  <a:lnTo>
                    <a:pt x="3669" y="5059"/>
                  </a:lnTo>
                  <a:lnTo>
                    <a:pt x="3708" y="4712"/>
                  </a:lnTo>
                  <a:lnTo>
                    <a:pt x="3631" y="4364"/>
                  </a:lnTo>
                  <a:lnTo>
                    <a:pt x="3515" y="4055"/>
                  </a:lnTo>
                  <a:lnTo>
                    <a:pt x="3322" y="3708"/>
                  </a:lnTo>
                  <a:lnTo>
                    <a:pt x="3013" y="3901"/>
                  </a:lnTo>
                  <a:lnTo>
                    <a:pt x="3129" y="4171"/>
                  </a:lnTo>
                  <a:lnTo>
                    <a:pt x="3206" y="4442"/>
                  </a:lnTo>
                  <a:lnTo>
                    <a:pt x="3245" y="4866"/>
                  </a:lnTo>
                  <a:lnTo>
                    <a:pt x="3245" y="5253"/>
                  </a:lnTo>
                  <a:lnTo>
                    <a:pt x="2356" y="5523"/>
                  </a:lnTo>
                  <a:lnTo>
                    <a:pt x="1893" y="5639"/>
                  </a:lnTo>
                  <a:lnTo>
                    <a:pt x="1430" y="5677"/>
                  </a:lnTo>
                  <a:lnTo>
                    <a:pt x="1043" y="5716"/>
                  </a:lnTo>
                  <a:lnTo>
                    <a:pt x="850" y="5716"/>
                  </a:lnTo>
                  <a:lnTo>
                    <a:pt x="696" y="5677"/>
                  </a:lnTo>
                  <a:lnTo>
                    <a:pt x="580" y="5600"/>
                  </a:lnTo>
                  <a:lnTo>
                    <a:pt x="464" y="5523"/>
                  </a:lnTo>
                  <a:lnTo>
                    <a:pt x="387" y="5407"/>
                  </a:lnTo>
                  <a:lnTo>
                    <a:pt x="348" y="5291"/>
                  </a:lnTo>
                  <a:lnTo>
                    <a:pt x="310" y="5214"/>
                  </a:lnTo>
                  <a:lnTo>
                    <a:pt x="271" y="5175"/>
                  </a:lnTo>
                  <a:lnTo>
                    <a:pt x="155" y="5137"/>
                  </a:lnTo>
                  <a:lnTo>
                    <a:pt x="78" y="5175"/>
                  </a:lnTo>
                  <a:lnTo>
                    <a:pt x="39" y="5214"/>
                  </a:lnTo>
                  <a:lnTo>
                    <a:pt x="1" y="5291"/>
                  </a:lnTo>
                  <a:lnTo>
                    <a:pt x="1" y="5446"/>
                  </a:lnTo>
                  <a:lnTo>
                    <a:pt x="39" y="5600"/>
                  </a:lnTo>
                  <a:lnTo>
                    <a:pt x="78" y="5755"/>
                  </a:lnTo>
                  <a:lnTo>
                    <a:pt x="155" y="5870"/>
                  </a:lnTo>
                  <a:lnTo>
                    <a:pt x="233" y="5948"/>
                  </a:lnTo>
                  <a:lnTo>
                    <a:pt x="310" y="6025"/>
                  </a:lnTo>
                  <a:lnTo>
                    <a:pt x="541" y="6141"/>
                  </a:lnTo>
                  <a:lnTo>
                    <a:pt x="812" y="6179"/>
                  </a:lnTo>
                  <a:lnTo>
                    <a:pt x="1121" y="6218"/>
                  </a:lnTo>
                  <a:lnTo>
                    <a:pt x="1430" y="6179"/>
                  </a:lnTo>
                  <a:lnTo>
                    <a:pt x="1700" y="6141"/>
                  </a:lnTo>
                  <a:lnTo>
                    <a:pt x="2897" y="5832"/>
                  </a:lnTo>
                  <a:lnTo>
                    <a:pt x="4094" y="5446"/>
                  </a:lnTo>
                  <a:lnTo>
                    <a:pt x="5291" y="5021"/>
                  </a:lnTo>
                  <a:lnTo>
                    <a:pt x="6450" y="4557"/>
                  </a:lnTo>
                  <a:lnTo>
                    <a:pt x="7531" y="4094"/>
                  </a:lnTo>
                  <a:lnTo>
                    <a:pt x="8573" y="3592"/>
                  </a:lnTo>
                  <a:lnTo>
                    <a:pt x="9616" y="3052"/>
                  </a:lnTo>
                  <a:lnTo>
                    <a:pt x="10620" y="2472"/>
                  </a:lnTo>
                  <a:lnTo>
                    <a:pt x="10929" y="2279"/>
                  </a:lnTo>
                  <a:lnTo>
                    <a:pt x="11276" y="2048"/>
                  </a:lnTo>
                  <a:lnTo>
                    <a:pt x="11547" y="1777"/>
                  </a:lnTo>
                  <a:lnTo>
                    <a:pt x="11817" y="1507"/>
                  </a:lnTo>
                  <a:lnTo>
                    <a:pt x="12010" y="1198"/>
                  </a:lnTo>
                  <a:lnTo>
                    <a:pt x="12049" y="1044"/>
                  </a:lnTo>
                  <a:lnTo>
                    <a:pt x="12087" y="889"/>
                  </a:lnTo>
                  <a:lnTo>
                    <a:pt x="12087" y="696"/>
                  </a:lnTo>
                  <a:lnTo>
                    <a:pt x="12049" y="503"/>
                  </a:lnTo>
                  <a:lnTo>
                    <a:pt x="12010" y="310"/>
                  </a:lnTo>
                  <a:lnTo>
                    <a:pt x="11894" y="117"/>
                  </a:lnTo>
                  <a:lnTo>
                    <a:pt x="11817" y="40"/>
                  </a:lnTo>
                  <a:lnTo>
                    <a:pt x="1174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7"/>
            <p:cNvSpPr/>
            <p:nvPr/>
          </p:nvSpPr>
          <p:spPr>
            <a:xfrm>
              <a:off x="6274575" y="3873525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7"/>
            <p:cNvSpPr/>
            <p:nvPr/>
          </p:nvSpPr>
          <p:spPr>
            <a:xfrm>
              <a:off x="6223425" y="3874500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7"/>
            <p:cNvSpPr/>
            <p:nvPr/>
          </p:nvSpPr>
          <p:spPr>
            <a:xfrm>
              <a:off x="1572250" y="3880275"/>
              <a:ext cx="267450" cy="210475"/>
            </a:xfrm>
            <a:custGeom>
              <a:avLst/>
              <a:gdLst/>
              <a:ahLst/>
              <a:cxnLst/>
              <a:rect l="l" t="t" r="r" b="b"/>
              <a:pathLst>
                <a:path w="10698" h="8419" extrusionOk="0">
                  <a:moveTo>
                    <a:pt x="155" y="1"/>
                  </a:moveTo>
                  <a:lnTo>
                    <a:pt x="1" y="233"/>
                  </a:lnTo>
                  <a:lnTo>
                    <a:pt x="1391" y="1314"/>
                  </a:lnTo>
                  <a:lnTo>
                    <a:pt x="2781" y="2395"/>
                  </a:lnTo>
                  <a:lnTo>
                    <a:pt x="4210" y="3476"/>
                  </a:lnTo>
                  <a:lnTo>
                    <a:pt x="5600" y="4596"/>
                  </a:lnTo>
                  <a:lnTo>
                    <a:pt x="6951" y="5677"/>
                  </a:lnTo>
                  <a:lnTo>
                    <a:pt x="8303" y="6797"/>
                  </a:lnTo>
                  <a:lnTo>
                    <a:pt x="9616" y="7917"/>
                  </a:lnTo>
                  <a:lnTo>
                    <a:pt x="9963" y="8226"/>
                  </a:lnTo>
                  <a:lnTo>
                    <a:pt x="10118" y="8342"/>
                  </a:lnTo>
                  <a:lnTo>
                    <a:pt x="10311" y="8419"/>
                  </a:lnTo>
                  <a:lnTo>
                    <a:pt x="10658" y="8380"/>
                  </a:lnTo>
                  <a:lnTo>
                    <a:pt x="10697" y="8264"/>
                  </a:lnTo>
                  <a:lnTo>
                    <a:pt x="10697" y="8149"/>
                  </a:lnTo>
                  <a:lnTo>
                    <a:pt x="10658" y="8033"/>
                  </a:lnTo>
                  <a:lnTo>
                    <a:pt x="10658" y="7994"/>
                  </a:lnTo>
                  <a:lnTo>
                    <a:pt x="10311" y="7917"/>
                  </a:lnTo>
                  <a:lnTo>
                    <a:pt x="10002" y="6952"/>
                  </a:lnTo>
                  <a:lnTo>
                    <a:pt x="9654" y="5986"/>
                  </a:lnTo>
                  <a:lnTo>
                    <a:pt x="8882" y="4094"/>
                  </a:lnTo>
                  <a:lnTo>
                    <a:pt x="8380" y="2781"/>
                  </a:lnTo>
                  <a:lnTo>
                    <a:pt x="7994" y="2936"/>
                  </a:lnTo>
                  <a:lnTo>
                    <a:pt x="8419" y="3940"/>
                  </a:lnTo>
                  <a:lnTo>
                    <a:pt x="9037" y="5677"/>
                  </a:lnTo>
                  <a:lnTo>
                    <a:pt x="9346" y="6565"/>
                  </a:lnTo>
                  <a:lnTo>
                    <a:pt x="9654" y="7415"/>
                  </a:lnTo>
                  <a:lnTo>
                    <a:pt x="9230" y="7029"/>
                  </a:lnTo>
                  <a:lnTo>
                    <a:pt x="7994" y="5986"/>
                  </a:lnTo>
                  <a:lnTo>
                    <a:pt x="6720" y="4905"/>
                  </a:lnTo>
                  <a:lnTo>
                    <a:pt x="5407" y="3862"/>
                  </a:lnTo>
                  <a:lnTo>
                    <a:pt x="4133" y="2858"/>
                  </a:lnTo>
                  <a:lnTo>
                    <a:pt x="2820" y="1854"/>
                  </a:lnTo>
                  <a:lnTo>
                    <a:pt x="1507" y="928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7"/>
            <p:cNvSpPr/>
            <p:nvPr/>
          </p:nvSpPr>
          <p:spPr>
            <a:xfrm>
              <a:off x="4538850" y="3913100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3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3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6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1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0"/>
                  </a:lnTo>
                  <a:lnTo>
                    <a:pt x="9268" y="8921"/>
                  </a:lnTo>
                  <a:lnTo>
                    <a:pt x="9036" y="9152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2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6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4"/>
                  </a:lnTo>
                  <a:lnTo>
                    <a:pt x="695" y="734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1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3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5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49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2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4"/>
                  </a:lnTo>
                  <a:lnTo>
                    <a:pt x="7762" y="9654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8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5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7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1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39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3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6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7"/>
            <p:cNvSpPr/>
            <p:nvPr/>
          </p:nvSpPr>
          <p:spPr>
            <a:xfrm>
              <a:off x="6161625" y="3921800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5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3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3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7"/>
            <p:cNvSpPr/>
            <p:nvPr/>
          </p:nvSpPr>
          <p:spPr>
            <a:xfrm>
              <a:off x="7032400" y="3923725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6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8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6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7"/>
            <p:cNvSpPr/>
            <p:nvPr/>
          </p:nvSpPr>
          <p:spPr>
            <a:xfrm>
              <a:off x="6167425" y="3927575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1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7"/>
            <p:cNvSpPr/>
            <p:nvPr/>
          </p:nvSpPr>
          <p:spPr>
            <a:xfrm>
              <a:off x="1394625" y="3943025"/>
              <a:ext cx="74350" cy="103325"/>
            </a:xfrm>
            <a:custGeom>
              <a:avLst/>
              <a:gdLst/>
              <a:ahLst/>
              <a:cxnLst/>
              <a:rect l="l" t="t" r="r" b="b"/>
              <a:pathLst>
                <a:path w="2974" h="4133" extrusionOk="0">
                  <a:moveTo>
                    <a:pt x="116" y="1"/>
                  </a:moveTo>
                  <a:lnTo>
                    <a:pt x="1" y="39"/>
                  </a:lnTo>
                  <a:lnTo>
                    <a:pt x="1" y="78"/>
                  </a:lnTo>
                  <a:lnTo>
                    <a:pt x="271" y="928"/>
                  </a:lnTo>
                  <a:lnTo>
                    <a:pt x="580" y="1738"/>
                  </a:lnTo>
                  <a:lnTo>
                    <a:pt x="927" y="2549"/>
                  </a:lnTo>
                  <a:lnTo>
                    <a:pt x="1275" y="3283"/>
                  </a:lnTo>
                  <a:lnTo>
                    <a:pt x="1507" y="3669"/>
                  </a:lnTo>
                  <a:lnTo>
                    <a:pt x="1661" y="3824"/>
                  </a:lnTo>
                  <a:lnTo>
                    <a:pt x="1854" y="3978"/>
                  </a:lnTo>
                  <a:lnTo>
                    <a:pt x="2009" y="4055"/>
                  </a:lnTo>
                  <a:lnTo>
                    <a:pt x="2240" y="4133"/>
                  </a:lnTo>
                  <a:lnTo>
                    <a:pt x="2433" y="4094"/>
                  </a:lnTo>
                  <a:lnTo>
                    <a:pt x="2665" y="4017"/>
                  </a:lnTo>
                  <a:lnTo>
                    <a:pt x="2781" y="3862"/>
                  </a:lnTo>
                  <a:lnTo>
                    <a:pt x="2897" y="3708"/>
                  </a:lnTo>
                  <a:lnTo>
                    <a:pt x="2935" y="3515"/>
                  </a:lnTo>
                  <a:lnTo>
                    <a:pt x="2974" y="3360"/>
                  </a:lnTo>
                  <a:lnTo>
                    <a:pt x="2935" y="3129"/>
                  </a:lnTo>
                  <a:lnTo>
                    <a:pt x="2897" y="2936"/>
                  </a:lnTo>
                  <a:lnTo>
                    <a:pt x="2819" y="2588"/>
                  </a:lnTo>
                  <a:lnTo>
                    <a:pt x="2588" y="2627"/>
                  </a:lnTo>
                  <a:lnTo>
                    <a:pt x="2665" y="2974"/>
                  </a:lnTo>
                  <a:lnTo>
                    <a:pt x="2704" y="3129"/>
                  </a:lnTo>
                  <a:lnTo>
                    <a:pt x="2665" y="3283"/>
                  </a:lnTo>
                  <a:lnTo>
                    <a:pt x="2433" y="3399"/>
                  </a:lnTo>
                  <a:lnTo>
                    <a:pt x="2202" y="3476"/>
                  </a:lnTo>
                  <a:lnTo>
                    <a:pt x="2009" y="3515"/>
                  </a:lnTo>
                  <a:lnTo>
                    <a:pt x="1854" y="3476"/>
                  </a:lnTo>
                  <a:lnTo>
                    <a:pt x="1700" y="3438"/>
                  </a:lnTo>
                  <a:lnTo>
                    <a:pt x="1584" y="3322"/>
                  </a:lnTo>
                  <a:lnTo>
                    <a:pt x="1507" y="3167"/>
                  </a:lnTo>
                  <a:lnTo>
                    <a:pt x="1468" y="2974"/>
                  </a:lnTo>
                  <a:lnTo>
                    <a:pt x="1352" y="2704"/>
                  </a:lnTo>
                  <a:lnTo>
                    <a:pt x="889" y="1623"/>
                  </a:lnTo>
                  <a:lnTo>
                    <a:pt x="541" y="812"/>
                  </a:lnTo>
                  <a:lnTo>
                    <a:pt x="348" y="426"/>
                  </a:lnTo>
                  <a:lnTo>
                    <a:pt x="155" y="39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7"/>
            <p:cNvSpPr/>
            <p:nvPr/>
          </p:nvSpPr>
          <p:spPr>
            <a:xfrm>
              <a:off x="2923775" y="3946900"/>
              <a:ext cx="335975" cy="782925"/>
            </a:xfrm>
            <a:custGeom>
              <a:avLst/>
              <a:gdLst/>
              <a:ahLst/>
              <a:cxnLst/>
              <a:rect l="l" t="t" r="r" b="b"/>
              <a:pathLst>
                <a:path w="13439" h="31317" extrusionOk="0">
                  <a:moveTo>
                    <a:pt x="6488" y="386"/>
                  </a:moveTo>
                  <a:lnTo>
                    <a:pt x="6526" y="464"/>
                  </a:lnTo>
                  <a:lnTo>
                    <a:pt x="7144" y="2008"/>
                  </a:lnTo>
                  <a:lnTo>
                    <a:pt x="7685" y="3553"/>
                  </a:lnTo>
                  <a:lnTo>
                    <a:pt x="8226" y="5136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1"/>
                  </a:lnTo>
                  <a:lnTo>
                    <a:pt x="7530" y="7337"/>
                  </a:lnTo>
                  <a:lnTo>
                    <a:pt x="7222" y="7453"/>
                  </a:lnTo>
                  <a:lnTo>
                    <a:pt x="6913" y="7530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0"/>
                  </a:lnTo>
                  <a:lnTo>
                    <a:pt x="5522" y="7492"/>
                  </a:lnTo>
                  <a:lnTo>
                    <a:pt x="4866" y="7337"/>
                  </a:lnTo>
                  <a:lnTo>
                    <a:pt x="4210" y="7105"/>
                  </a:lnTo>
                  <a:lnTo>
                    <a:pt x="3592" y="6874"/>
                  </a:lnTo>
                  <a:lnTo>
                    <a:pt x="3862" y="6024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3"/>
                  </a:lnTo>
                  <a:lnTo>
                    <a:pt x="5214" y="2742"/>
                  </a:lnTo>
                  <a:lnTo>
                    <a:pt x="5600" y="1931"/>
                  </a:lnTo>
                  <a:lnTo>
                    <a:pt x="6024" y="1159"/>
                  </a:lnTo>
                  <a:lnTo>
                    <a:pt x="6488" y="386"/>
                  </a:lnTo>
                  <a:close/>
                  <a:moveTo>
                    <a:pt x="8805" y="7028"/>
                  </a:moveTo>
                  <a:lnTo>
                    <a:pt x="9230" y="8418"/>
                  </a:lnTo>
                  <a:lnTo>
                    <a:pt x="9577" y="9847"/>
                  </a:lnTo>
                  <a:lnTo>
                    <a:pt x="9847" y="11083"/>
                  </a:lnTo>
                  <a:lnTo>
                    <a:pt x="10079" y="12357"/>
                  </a:lnTo>
                  <a:lnTo>
                    <a:pt x="10233" y="13631"/>
                  </a:lnTo>
                  <a:lnTo>
                    <a:pt x="10388" y="14906"/>
                  </a:lnTo>
                  <a:lnTo>
                    <a:pt x="10465" y="16180"/>
                  </a:lnTo>
                  <a:lnTo>
                    <a:pt x="10504" y="16836"/>
                  </a:lnTo>
                  <a:lnTo>
                    <a:pt x="10504" y="17493"/>
                  </a:lnTo>
                  <a:lnTo>
                    <a:pt x="10504" y="18188"/>
                  </a:lnTo>
                  <a:lnTo>
                    <a:pt x="10427" y="18844"/>
                  </a:lnTo>
                  <a:lnTo>
                    <a:pt x="10311" y="19462"/>
                  </a:lnTo>
                  <a:lnTo>
                    <a:pt x="10118" y="20080"/>
                  </a:lnTo>
                  <a:lnTo>
                    <a:pt x="9886" y="20659"/>
                  </a:lnTo>
                  <a:lnTo>
                    <a:pt x="9538" y="21161"/>
                  </a:lnTo>
                  <a:lnTo>
                    <a:pt x="9384" y="21393"/>
                  </a:lnTo>
                  <a:lnTo>
                    <a:pt x="9152" y="21586"/>
                  </a:lnTo>
                  <a:lnTo>
                    <a:pt x="8959" y="21779"/>
                  </a:lnTo>
                  <a:lnTo>
                    <a:pt x="8728" y="21972"/>
                  </a:lnTo>
                  <a:lnTo>
                    <a:pt x="8496" y="22127"/>
                  </a:lnTo>
                  <a:lnTo>
                    <a:pt x="8226" y="22242"/>
                  </a:lnTo>
                  <a:lnTo>
                    <a:pt x="7955" y="22358"/>
                  </a:lnTo>
                  <a:lnTo>
                    <a:pt x="7685" y="22435"/>
                  </a:lnTo>
                  <a:lnTo>
                    <a:pt x="7415" y="22474"/>
                  </a:lnTo>
                  <a:lnTo>
                    <a:pt x="6797" y="22474"/>
                  </a:lnTo>
                  <a:lnTo>
                    <a:pt x="6488" y="22435"/>
                  </a:lnTo>
                  <a:lnTo>
                    <a:pt x="5909" y="22281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4"/>
                  </a:lnTo>
                  <a:lnTo>
                    <a:pt x="4094" y="20929"/>
                  </a:lnTo>
                  <a:lnTo>
                    <a:pt x="3785" y="20466"/>
                  </a:lnTo>
                  <a:lnTo>
                    <a:pt x="3476" y="19964"/>
                  </a:lnTo>
                  <a:lnTo>
                    <a:pt x="3244" y="19424"/>
                  </a:lnTo>
                  <a:lnTo>
                    <a:pt x="3051" y="18883"/>
                  </a:lnTo>
                  <a:lnTo>
                    <a:pt x="2897" y="18342"/>
                  </a:lnTo>
                  <a:lnTo>
                    <a:pt x="2781" y="17802"/>
                  </a:lnTo>
                  <a:lnTo>
                    <a:pt x="2704" y="17222"/>
                  </a:lnTo>
                  <a:lnTo>
                    <a:pt x="2588" y="16103"/>
                  </a:lnTo>
                  <a:lnTo>
                    <a:pt x="2511" y="14944"/>
                  </a:lnTo>
                  <a:lnTo>
                    <a:pt x="2511" y="13747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2"/>
                  </a:lnTo>
                  <a:lnTo>
                    <a:pt x="3128" y="8689"/>
                  </a:lnTo>
                  <a:lnTo>
                    <a:pt x="3283" y="7916"/>
                  </a:lnTo>
                  <a:lnTo>
                    <a:pt x="3515" y="7183"/>
                  </a:lnTo>
                  <a:lnTo>
                    <a:pt x="4132" y="7453"/>
                  </a:lnTo>
                  <a:lnTo>
                    <a:pt x="4827" y="7685"/>
                  </a:lnTo>
                  <a:lnTo>
                    <a:pt x="5522" y="7839"/>
                  </a:lnTo>
                  <a:lnTo>
                    <a:pt x="5909" y="7916"/>
                  </a:lnTo>
                  <a:lnTo>
                    <a:pt x="6256" y="7916"/>
                  </a:lnTo>
                  <a:lnTo>
                    <a:pt x="6604" y="7955"/>
                  </a:lnTo>
                  <a:lnTo>
                    <a:pt x="6990" y="7916"/>
                  </a:lnTo>
                  <a:lnTo>
                    <a:pt x="7299" y="7878"/>
                  </a:lnTo>
                  <a:lnTo>
                    <a:pt x="7646" y="7762"/>
                  </a:lnTo>
                  <a:lnTo>
                    <a:pt x="7955" y="7646"/>
                  </a:lnTo>
                  <a:lnTo>
                    <a:pt x="8264" y="7492"/>
                  </a:lnTo>
                  <a:lnTo>
                    <a:pt x="8573" y="7260"/>
                  </a:lnTo>
                  <a:lnTo>
                    <a:pt x="8805" y="7028"/>
                  </a:lnTo>
                  <a:close/>
                  <a:moveTo>
                    <a:pt x="8650" y="22474"/>
                  </a:moveTo>
                  <a:lnTo>
                    <a:pt x="8766" y="22822"/>
                  </a:lnTo>
                  <a:lnTo>
                    <a:pt x="8921" y="23169"/>
                  </a:lnTo>
                  <a:lnTo>
                    <a:pt x="8496" y="23401"/>
                  </a:lnTo>
                  <a:lnTo>
                    <a:pt x="8071" y="23555"/>
                  </a:lnTo>
                  <a:lnTo>
                    <a:pt x="7608" y="23633"/>
                  </a:lnTo>
                  <a:lnTo>
                    <a:pt x="7144" y="23671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2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4"/>
                  </a:lnTo>
                  <a:lnTo>
                    <a:pt x="5870" y="22629"/>
                  </a:lnTo>
                  <a:lnTo>
                    <a:pt x="6256" y="22783"/>
                  </a:lnTo>
                  <a:lnTo>
                    <a:pt x="6681" y="22860"/>
                  </a:lnTo>
                  <a:lnTo>
                    <a:pt x="7067" y="22899"/>
                  </a:lnTo>
                  <a:lnTo>
                    <a:pt x="7453" y="22860"/>
                  </a:lnTo>
                  <a:lnTo>
                    <a:pt x="7878" y="22822"/>
                  </a:lnTo>
                  <a:lnTo>
                    <a:pt x="8264" y="22667"/>
                  </a:lnTo>
                  <a:lnTo>
                    <a:pt x="8650" y="22474"/>
                  </a:lnTo>
                  <a:close/>
                  <a:moveTo>
                    <a:pt x="10890" y="16798"/>
                  </a:moveTo>
                  <a:lnTo>
                    <a:pt x="11392" y="17261"/>
                  </a:lnTo>
                  <a:lnTo>
                    <a:pt x="11933" y="17647"/>
                  </a:lnTo>
                  <a:lnTo>
                    <a:pt x="12512" y="18033"/>
                  </a:lnTo>
                  <a:lnTo>
                    <a:pt x="13091" y="18342"/>
                  </a:lnTo>
                  <a:lnTo>
                    <a:pt x="12937" y="19771"/>
                  </a:lnTo>
                  <a:lnTo>
                    <a:pt x="12821" y="21238"/>
                  </a:lnTo>
                  <a:lnTo>
                    <a:pt x="12705" y="24212"/>
                  </a:lnTo>
                  <a:lnTo>
                    <a:pt x="11894" y="23594"/>
                  </a:lnTo>
                  <a:lnTo>
                    <a:pt x="11044" y="23015"/>
                  </a:lnTo>
                  <a:lnTo>
                    <a:pt x="10813" y="22860"/>
                  </a:lnTo>
                  <a:lnTo>
                    <a:pt x="10620" y="22667"/>
                  </a:lnTo>
                  <a:lnTo>
                    <a:pt x="10581" y="22590"/>
                  </a:lnTo>
                  <a:lnTo>
                    <a:pt x="10542" y="22435"/>
                  </a:lnTo>
                  <a:lnTo>
                    <a:pt x="10542" y="22127"/>
                  </a:lnTo>
                  <a:lnTo>
                    <a:pt x="10542" y="21393"/>
                  </a:lnTo>
                  <a:lnTo>
                    <a:pt x="10504" y="20659"/>
                  </a:lnTo>
                  <a:lnTo>
                    <a:pt x="10504" y="20582"/>
                  </a:lnTo>
                  <a:lnTo>
                    <a:pt x="10465" y="20543"/>
                  </a:lnTo>
                  <a:lnTo>
                    <a:pt x="10388" y="20466"/>
                  </a:lnTo>
                  <a:lnTo>
                    <a:pt x="10542" y="19964"/>
                  </a:lnTo>
                  <a:lnTo>
                    <a:pt x="10697" y="19424"/>
                  </a:lnTo>
                  <a:lnTo>
                    <a:pt x="10774" y="18883"/>
                  </a:lnTo>
                  <a:lnTo>
                    <a:pt x="10851" y="18304"/>
                  </a:lnTo>
                  <a:lnTo>
                    <a:pt x="10890" y="17570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4"/>
                  </a:lnTo>
                  <a:lnTo>
                    <a:pt x="6140" y="23826"/>
                  </a:lnTo>
                  <a:lnTo>
                    <a:pt x="6642" y="23941"/>
                  </a:lnTo>
                  <a:lnTo>
                    <a:pt x="7144" y="23980"/>
                  </a:lnTo>
                  <a:lnTo>
                    <a:pt x="7646" y="23980"/>
                  </a:lnTo>
                  <a:lnTo>
                    <a:pt x="8148" y="23864"/>
                  </a:lnTo>
                  <a:lnTo>
                    <a:pt x="8612" y="23710"/>
                  </a:lnTo>
                  <a:lnTo>
                    <a:pt x="9075" y="23439"/>
                  </a:lnTo>
                  <a:lnTo>
                    <a:pt x="9384" y="23903"/>
                  </a:lnTo>
                  <a:lnTo>
                    <a:pt x="8843" y="24173"/>
                  </a:lnTo>
                  <a:lnTo>
                    <a:pt x="8303" y="24366"/>
                  </a:lnTo>
                  <a:lnTo>
                    <a:pt x="7762" y="24482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3"/>
                  </a:lnTo>
                  <a:lnTo>
                    <a:pt x="5561" y="24289"/>
                  </a:lnTo>
                  <a:lnTo>
                    <a:pt x="4982" y="24096"/>
                  </a:lnTo>
                  <a:lnTo>
                    <a:pt x="5059" y="23903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7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2"/>
                  </a:lnTo>
                  <a:lnTo>
                    <a:pt x="2974" y="19771"/>
                  </a:lnTo>
                  <a:lnTo>
                    <a:pt x="3244" y="20312"/>
                  </a:lnTo>
                  <a:lnTo>
                    <a:pt x="3244" y="20350"/>
                  </a:lnTo>
                  <a:lnTo>
                    <a:pt x="3206" y="21200"/>
                  </a:lnTo>
                  <a:lnTo>
                    <a:pt x="3244" y="22049"/>
                  </a:lnTo>
                  <a:lnTo>
                    <a:pt x="3283" y="22358"/>
                  </a:lnTo>
                  <a:lnTo>
                    <a:pt x="3321" y="22706"/>
                  </a:lnTo>
                  <a:lnTo>
                    <a:pt x="3321" y="23053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8"/>
                  </a:lnTo>
                  <a:lnTo>
                    <a:pt x="3051" y="23633"/>
                  </a:lnTo>
                  <a:lnTo>
                    <a:pt x="2704" y="23903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5"/>
                  </a:lnTo>
                  <a:lnTo>
                    <a:pt x="850" y="23941"/>
                  </a:lnTo>
                  <a:lnTo>
                    <a:pt x="811" y="23169"/>
                  </a:lnTo>
                  <a:lnTo>
                    <a:pt x="773" y="22435"/>
                  </a:lnTo>
                  <a:lnTo>
                    <a:pt x="657" y="21238"/>
                  </a:lnTo>
                  <a:lnTo>
                    <a:pt x="503" y="20466"/>
                  </a:lnTo>
                  <a:lnTo>
                    <a:pt x="425" y="20080"/>
                  </a:lnTo>
                  <a:lnTo>
                    <a:pt x="464" y="19694"/>
                  </a:lnTo>
                  <a:lnTo>
                    <a:pt x="503" y="19655"/>
                  </a:lnTo>
                  <a:lnTo>
                    <a:pt x="541" y="19578"/>
                  </a:lnTo>
                  <a:lnTo>
                    <a:pt x="541" y="19539"/>
                  </a:lnTo>
                  <a:lnTo>
                    <a:pt x="541" y="19462"/>
                  </a:lnTo>
                  <a:lnTo>
                    <a:pt x="1429" y="18420"/>
                  </a:lnTo>
                  <a:lnTo>
                    <a:pt x="2356" y="17377"/>
                  </a:lnTo>
                  <a:close/>
                  <a:moveTo>
                    <a:pt x="8148" y="24830"/>
                  </a:moveTo>
                  <a:lnTo>
                    <a:pt x="8148" y="25061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7"/>
                  </a:lnTo>
                  <a:lnTo>
                    <a:pt x="7878" y="25216"/>
                  </a:lnTo>
                  <a:lnTo>
                    <a:pt x="7839" y="25293"/>
                  </a:lnTo>
                  <a:lnTo>
                    <a:pt x="7839" y="25370"/>
                  </a:lnTo>
                  <a:lnTo>
                    <a:pt x="7994" y="25872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59"/>
                  </a:lnTo>
                  <a:lnTo>
                    <a:pt x="8148" y="28961"/>
                  </a:lnTo>
                  <a:lnTo>
                    <a:pt x="8071" y="29502"/>
                  </a:lnTo>
                  <a:lnTo>
                    <a:pt x="7762" y="29193"/>
                  </a:lnTo>
                  <a:lnTo>
                    <a:pt x="7453" y="28884"/>
                  </a:lnTo>
                  <a:lnTo>
                    <a:pt x="7260" y="28537"/>
                  </a:lnTo>
                  <a:lnTo>
                    <a:pt x="7067" y="28189"/>
                  </a:lnTo>
                  <a:lnTo>
                    <a:pt x="6951" y="27803"/>
                  </a:lnTo>
                  <a:lnTo>
                    <a:pt x="6874" y="27417"/>
                  </a:lnTo>
                  <a:lnTo>
                    <a:pt x="6835" y="26953"/>
                  </a:lnTo>
                  <a:lnTo>
                    <a:pt x="6835" y="26490"/>
                  </a:lnTo>
                  <a:lnTo>
                    <a:pt x="6874" y="26104"/>
                  </a:lnTo>
                  <a:lnTo>
                    <a:pt x="6874" y="25756"/>
                  </a:lnTo>
                  <a:lnTo>
                    <a:pt x="6835" y="25602"/>
                  </a:lnTo>
                  <a:lnTo>
                    <a:pt x="6758" y="25486"/>
                  </a:lnTo>
                  <a:lnTo>
                    <a:pt x="6642" y="25370"/>
                  </a:lnTo>
                  <a:lnTo>
                    <a:pt x="6488" y="25293"/>
                  </a:lnTo>
                  <a:lnTo>
                    <a:pt x="6604" y="25100"/>
                  </a:lnTo>
                  <a:lnTo>
                    <a:pt x="6720" y="24984"/>
                  </a:lnTo>
                  <a:lnTo>
                    <a:pt x="7106" y="24984"/>
                  </a:lnTo>
                  <a:lnTo>
                    <a:pt x="7453" y="24945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4"/>
                  </a:lnTo>
                  <a:lnTo>
                    <a:pt x="9500" y="25409"/>
                  </a:lnTo>
                  <a:lnTo>
                    <a:pt x="9809" y="25795"/>
                  </a:lnTo>
                  <a:lnTo>
                    <a:pt x="10118" y="26258"/>
                  </a:lnTo>
                  <a:lnTo>
                    <a:pt x="9847" y="26220"/>
                  </a:lnTo>
                  <a:lnTo>
                    <a:pt x="9616" y="26104"/>
                  </a:lnTo>
                  <a:lnTo>
                    <a:pt x="9423" y="25949"/>
                  </a:lnTo>
                  <a:lnTo>
                    <a:pt x="9230" y="25756"/>
                  </a:lnTo>
                  <a:lnTo>
                    <a:pt x="9191" y="25679"/>
                  </a:lnTo>
                  <a:lnTo>
                    <a:pt x="8998" y="25679"/>
                  </a:lnTo>
                  <a:lnTo>
                    <a:pt x="8959" y="25718"/>
                  </a:lnTo>
                  <a:lnTo>
                    <a:pt x="8921" y="25795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0"/>
                  </a:lnTo>
                  <a:lnTo>
                    <a:pt x="9423" y="27069"/>
                  </a:lnTo>
                  <a:lnTo>
                    <a:pt x="9500" y="27378"/>
                  </a:lnTo>
                  <a:lnTo>
                    <a:pt x="9538" y="27687"/>
                  </a:lnTo>
                  <a:lnTo>
                    <a:pt x="9538" y="27996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79"/>
                  </a:lnTo>
                  <a:lnTo>
                    <a:pt x="9230" y="29888"/>
                  </a:lnTo>
                  <a:lnTo>
                    <a:pt x="9075" y="30158"/>
                  </a:lnTo>
                  <a:lnTo>
                    <a:pt x="8921" y="30429"/>
                  </a:lnTo>
                  <a:lnTo>
                    <a:pt x="8728" y="30660"/>
                  </a:lnTo>
                  <a:lnTo>
                    <a:pt x="8534" y="30776"/>
                  </a:lnTo>
                  <a:lnTo>
                    <a:pt x="8341" y="30853"/>
                  </a:lnTo>
                  <a:lnTo>
                    <a:pt x="8187" y="30853"/>
                  </a:lnTo>
                  <a:lnTo>
                    <a:pt x="7994" y="30776"/>
                  </a:lnTo>
                  <a:lnTo>
                    <a:pt x="7839" y="30699"/>
                  </a:lnTo>
                  <a:lnTo>
                    <a:pt x="7685" y="30583"/>
                  </a:lnTo>
                  <a:lnTo>
                    <a:pt x="7376" y="30274"/>
                  </a:lnTo>
                  <a:lnTo>
                    <a:pt x="6874" y="29772"/>
                  </a:lnTo>
                  <a:lnTo>
                    <a:pt x="6681" y="29502"/>
                  </a:lnTo>
                  <a:lnTo>
                    <a:pt x="6488" y="29193"/>
                  </a:lnTo>
                  <a:lnTo>
                    <a:pt x="6295" y="28846"/>
                  </a:lnTo>
                  <a:lnTo>
                    <a:pt x="6102" y="28459"/>
                  </a:lnTo>
                  <a:lnTo>
                    <a:pt x="5986" y="28073"/>
                  </a:lnTo>
                  <a:lnTo>
                    <a:pt x="5909" y="27687"/>
                  </a:lnTo>
                  <a:lnTo>
                    <a:pt x="5870" y="27262"/>
                  </a:lnTo>
                  <a:lnTo>
                    <a:pt x="5870" y="26876"/>
                  </a:lnTo>
                  <a:lnTo>
                    <a:pt x="5909" y="26490"/>
                  </a:lnTo>
                  <a:lnTo>
                    <a:pt x="6024" y="26065"/>
                  </a:lnTo>
                  <a:lnTo>
                    <a:pt x="6024" y="25949"/>
                  </a:lnTo>
                  <a:lnTo>
                    <a:pt x="5947" y="25911"/>
                  </a:lnTo>
                  <a:lnTo>
                    <a:pt x="5870" y="25872"/>
                  </a:lnTo>
                  <a:lnTo>
                    <a:pt x="5793" y="25872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7"/>
                  </a:lnTo>
                  <a:lnTo>
                    <a:pt x="5445" y="25100"/>
                  </a:lnTo>
                  <a:lnTo>
                    <a:pt x="5716" y="24752"/>
                  </a:lnTo>
                  <a:lnTo>
                    <a:pt x="6102" y="24868"/>
                  </a:lnTo>
                  <a:lnTo>
                    <a:pt x="6488" y="24945"/>
                  </a:lnTo>
                  <a:lnTo>
                    <a:pt x="6333" y="25100"/>
                  </a:lnTo>
                  <a:lnTo>
                    <a:pt x="6179" y="25293"/>
                  </a:lnTo>
                  <a:lnTo>
                    <a:pt x="6179" y="25370"/>
                  </a:lnTo>
                  <a:lnTo>
                    <a:pt x="6179" y="25447"/>
                  </a:lnTo>
                  <a:lnTo>
                    <a:pt x="6256" y="25486"/>
                  </a:lnTo>
                  <a:lnTo>
                    <a:pt x="6295" y="25486"/>
                  </a:lnTo>
                  <a:lnTo>
                    <a:pt x="6372" y="25525"/>
                  </a:lnTo>
                  <a:lnTo>
                    <a:pt x="6449" y="25602"/>
                  </a:lnTo>
                  <a:lnTo>
                    <a:pt x="6526" y="25795"/>
                  </a:lnTo>
                  <a:lnTo>
                    <a:pt x="6565" y="26104"/>
                  </a:lnTo>
                  <a:lnTo>
                    <a:pt x="6604" y="26451"/>
                  </a:lnTo>
                  <a:lnTo>
                    <a:pt x="6604" y="27146"/>
                  </a:lnTo>
                  <a:lnTo>
                    <a:pt x="6604" y="27610"/>
                  </a:lnTo>
                  <a:lnTo>
                    <a:pt x="6681" y="28073"/>
                  </a:lnTo>
                  <a:lnTo>
                    <a:pt x="6835" y="28498"/>
                  </a:lnTo>
                  <a:lnTo>
                    <a:pt x="7067" y="28923"/>
                  </a:lnTo>
                  <a:lnTo>
                    <a:pt x="7376" y="29309"/>
                  </a:lnTo>
                  <a:lnTo>
                    <a:pt x="7569" y="29463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49"/>
                  </a:lnTo>
                  <a:lnTo>
                    <a:pt x="8264" y="29849"/>
                  </a:lnTo>
                  <a:lnTo>
                    <a:pt x="8303" y="29811"/>
                  </a:lnTo>
                  <a:lnTo>
                    <a:pt x="8303" y="29734"/>
                  </a:lnTo>
                  <a:lnTo>
                    <a:pt x="8303" y="29695"/>
                  </a:lnTo>
                  <a:lnTo>
                    <a:pt x="8303" y="29656"/>
                  </a:lnTo>
                  <a:lnTo>
                    <a:pt x="8419" y="29154"/>
                  </a:lnTo>
                  <a:lnTo>
                    <a:pt x="8496" y="28614"/>
                  </a:lnTo>
                  <a:lnTo>
                    <a:pt x="8534" y="28112"/>
                  </a:lnTo>
                  <a:lnTo>
                    <a:pt x="8534" y="27571"/>
                  </a:lnTo>
                  <a:lnTo>
                    <a:pt x="8534" y="27069"/>
                  </a:lnTo>
                  <a:lnTo>
                    <a:pt x="8457" y="26567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6"/>
                  </a:lnTo>
                  <a:lnTo>
                    <a:pt x="8650" y="25409"/>
                  </a:lnTo>
                  <a:lnTo>
                    <a:pt x="8650" y="25370"/>
                  </a:lnTo>
                  <a:lnTo>
                    <a:pt x="8612" y="25293"/>
                  </a:lnTo>
                  <a:lnTo>
                    <a:pt x="8380" y="24791"/>
                  </a:lnTo>
                  <a:lnTo>
                    <a:pt x="8805" y="24637"/>
                  </a:lnTo>
                  <a:close/>
                  <a:moveTo>
                    <a:pt x="6449" y="0"/>
                  </a:moveTo>
                  <a:lnTo>
                    <a:pt x="6411" y="39"/>
                  </a:lnTo>
                  <a:lnTo>
                    <a:pt x="6411" y="116"/>
                  </a:lnTo>
                  <a:lnTo>
                    <a:pt x="6333" y="116"/>
                  </a:lnTo>
                  <a:lnTo>
                    <a:pt x="6295" y="193"/>
                  </a:lnTo>
                  <a:lnTo>
                    <a:pt x="5600" y="1275"/>
                  </a:lnTo>
                  <a:lnTo>
                    <a:pt x="4943" y="2433"/>
                  </a:lnTo>
                  <a:lnTo>
                    <a:pt x="4403" y="3591"/>
                  </a:lnTo>
                  <a:lnTo>
                    <a:pt x="3901" y="4827"/>
                  </a:lnTo>
                  <a:lnTo>
                    <a:pt x="3437" y="6063"/>
                  </a:lnTo>
                  <a:lnTo>
                    <a:pt x="3090" y="7298"/>
                  </a:lnTo>
                  <a:lnTo>
                    <a:pt x="2742" y="8573"/>
                  </a:lnTo>
                  <a:lnTo>
                    <a:pt x="2511" y="9847"/>
                  </a:lnTo>
                  <a:lnTo>
                    <a:pt x="2317" y="11160"/>
                  </a:lnTo>
                  <a:lnTo>
                    <a:pt x="2202" y="12473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8"/>
                  </a:lnTo>
                  <a:lnTo>
                    <a:pt x="541" y="18806"/>
                  </a:lnTo>
                  <a:lnTo>
                    <a:pt x="39" y="19462"/>
                  </a:lnTo>
                  <a:lnTo>
                    <a:pt x="1" y="19501"/>
                  </a:lnTo>
                  <a:lnTo>
                    <a:pt x="1" y="19578"/>
                  </a:lnTo>
                  <a:lnTo>
                    <a:pt x="78" y="19694"/>
                  </a:lnTo>
                  <a:lnTo>
                    <a:pt x="39" y="19964"/>
                  </a:lnTo>
                  <a:lnTo>
                    <a:pt x="39" y="20273"/>
                  </a:lnTo>
                  <a:lnTo>
                    <a:pt x="39" y="20543"/>
                  </a:lnTo>
                  <a:lnTo>
                    <a:pt x="78" y="20852"/>
                  </a:lnTo>
                  <a:lnTo>
                    <a:pt x="194" y="21431"/>
                  </a:lnTo>
                  <a:lnTo>
                    <a:pt x="309" y="22011"/>
                  </a:lnTo>
                  <a:lnTo>
                    <a:pt x="387" y="22899"/>
                  </a:lnTo>
                  <a:lnTo>
                    <a:pt x="425" y="23748"/>
                  </a:lnTo>
                  <a:lnTo>
                    <a:pt x="425" y="24637"/>
                  </a:lnTo>
                  <a:lnTo>
                    <a:pt x="387" y="25486"/>
                  </a:lnTo>
                  <a:lnTo>
                    <a:pt x="387" y="25602"/>
                  </a:lnTo>
                  <a:lnTo>
                    <a:pt x="464" y="25640"/>
                  </a:lnTo>
                  <a:lnTo>
                    <a:pt x="503" y="25679"/>
                  </a:lnTo>
                  <a:lnTo>
                    <a:pt x="580" y="25679"/>
                  </a:lnTo>
                  <a:lnTo>
                    <a:pt x="618" y="25756"/>
                  </a:lnTo>
                  <a:lnTo>
                    <a:pt x="696" y="25795"/>
                  </a:lnTo>
                  <a:lnTo>
                    <a:pt x="811" y="25795"/>
                  </a:lnTo>
                  <a:lnTo>
                    <a:pt x="1584" y="25254"/>
                  </a:lnTo>
                  <a:lnTo>
                    <a:pt x="2279" y="24714"/>
                  </a:lnTo>
                  <a:lnTo>
                    <a:pt x="3746" y="23594"/>
                  </a:lnTo>
                  <a:lnTo>
                    <a:pt x="3785" y="23478"/>
                  </a:lnTo>
                  <a:lnTo>
                    <a:pt x="3785" y="23362"/>
                  </a:lnTo>
                  <a:lnTo>
                    <a:pt x="3630" y="22088"/>
                  </a:lnTo>
                  <a:lnTo>
                    <a:pt x="3592" y="20814"/>
                  </a:lnTo>
                  <a:lnTo>
                    <a:pt x="3939" y="21277"/>
                  </a:lnTo>
                  <a:lnTo>
                    <a:pt x="4364" y="21663"/>
                  </a:lnTo>
                  <a:lnTo>
                    <a:pt x="4789" y="22049"/>
                  </a:lnTo>
                  <a:lnTo>
                    <a:pt x="5252" y="22358"/>
                  </a:lnTo>
                  <a:lnTo>
                    <a:pt x="5059" y="22744"/>
                  </a:lnTo>
                  <a:lnTo>
                    <a:pt x="4866" y="23169"/>
                  </a:lnTo>
                  <a:lnTo>
                    <a:pt x="4712" y="23633"/>
                  </a:lnTo>
                  <a:lnTo>
                    <a:pt x="4673" y="23864"/>
                  </a:lnTo>
                  <a:lnTo>
                    <a:pt x="4712" y="24096"/>
                  </a:lnTo>
                  <a:lnTo>
                    <a:pt x="4750" y="24173"/>
                  </a:lnTo>
                  <a:lnTo>
                    <a:pt x="4789" y="24212"/>
                  </a:lnTo>
                  <a:lnTo>
                    <a:pt x="4827" y="24250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5"/>
                  </a:lnTo>
                  <a:lnTo>
                    <a:pt x="5329" y="24868"/>
                  </a:lnTo>
                  <a:lnTo>
                    <a:pt x="5175" y="25061"/>
                  </a:lnTo>
                  <a:lnTo>
                    <a:pt x="5020" y="25254"/>
                  </a:lnTo>
                  <a:lnTo>
                    <a:pt x="4905" y="25486"/>
                  </a:lnTo>
                  <a:lnTo>
                    <a:pt x="4827" y="25718"/>
                  </a:lnTo>
                  <a:lnTo>
                    <a:pt x="4750" y="25949"/>
                  </a:lnTo>
                  <a:lnTo>
                    <a:pt x="4712" y="26220"/>
                  </a:lnTo>
                  <a:lnTo>
                    <a:pt x="4712" y="26490"/>
                  </a:lnTo>
                  <a:lnTo>
                    <a:pt x="4712" y="26567"/>
                  </a:lnTo>
                  <a:lnTo>
                    <a:pt x="4789" y="26644"/>
                  </a:lnTo>
                  <a:lnTo>
                    <a:pt x="4943" y="26644"/>
                  </a:lnTo>
                  <a:lnTo>
                    <a:pt x="5638" y="26297"/>
                  </a:lnTo>
                  <a:lnTo>
                    <a:pt x="5638" y="26297"/>
                  </a:lnTo>
                  <a:lnTo>
                    <a:pt x="5561" y="26722"/>
                  </a:lnTo>
                  <a:lnTo>
                    <a:pt x="5561" y="27146"/>
                  </a:lnTo>
                  <a:lnTo>
                    <a:pt x="5561" y="27533"/>
                  </a:lnTo>
                  <a:lnTo>
                    <a:pt x="5638" y="27957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3"/>
                  </a:lnTo>
                  <a:lnTo>
                    <a:pt x="6642" y="30004"/>
                  </a:lnTo>
                  <a:lnTo>
                    <a:pt x="6913" y="30351"/>
                  </a:lnTo>
                  <a:lnTo>
                    <a:pt x="7183" y="30660"/>
                  </a:lnTo>
                  <a:lnTo>
                    <a:pt x="7530" y="30969"/>
                  </a:lnTo>
                  <a:lnTo>
                    <a:pt x="7839" y="31162"/>
                  </a:lnTo>
                  <a:lnTo>
                    <a:pt x="7994" y="31240"/>
                  </a:lnTo>
                  <a:lnTo>
                    <a:pt x="8148" y="31317"/>
                  </a:lnTo>
                  <a:lnTo>
                    <a:pt x="8303" y="31317"/>
                  </a:lnTo>
                  <a:lnTo>
                    <a:pt x="8457" y="31278"/>
                  </a:lnTo>
                  <a:lnTo>
                    <a:pt x="8612" y="31240"/>
                  </a:lnTo>
                  <a:lnTo>
                    <a:pt x="8766" y="31162"/>
                  </a:lnTo>
                  <a:lnTo>
                    <a:pt x="8998" y="30892"/>
                  </a:lnTo>
                  <a:lnTo>
                    <a:pt x="9230" y="30583"/>
                  </a:lnTo>
                  <a:lnTo>
                    <a:pt x="9423" y="30236"/>
                  </a:lnTo>
                  <a:lnTo>
                    <a:pt x="9577" y="29849"/>
                  </a:lnTo>
                  <a:lnTo>
                    <a:pt x="9693" y="29463"/>
                  </a:lnTo>
                  <a:lnTo>
                    <a:pt x="9847" y="28807"/>
                  </a:lnTo>
                  <a:lnTo>
                    <a:pt x="9886" y="28228"/>
                  </a:lnTo>
                  <a:lnTo>
                    <a:pt x="9847" y="27610"/>
                  </a:lnTo>
                  <a:lnTo>
                    <a:pt x="9770" y="27031"/>
                  </a:lnTo>
                  <a:lnTo>
                    <a:pt x="9577" y="26490"/>
                  </a:lnTo>
                  <a:lnTo>
                    <a:pt x="9770" y="26529"/>
                  </a:lnTo>
                  <a:lnTo>
                    <a:pt x="9963" y="26567"/>
                  </a:lnTo>
                  <a:lnTo>
                    <a:pt x="10156" y="26606"/>
                  </a:lnTo>
                  <a:lnTo>
                    <a:pt x="10388" y="26606"/>
                  </a:lnTo>
                  <a:lnTo>
                    <a:pt x="10465" y="26567"/>
                  </a:lnTo>
                  <a:lnTo>
                    <a:pt x="10542" y="26529"/>
                  </a:lnTo>
                  <a:lnTo>
                    <a:pt x="10542" y="26451"/>
                  </a:lnTo>
                  <a:lnTo>
                    <a:pt x="10542" y="26336"/>
                  </a:lnTo>
                  <a:lnTo>
                    <a:pt x="10233" y="25834"/>
                  </a:lnTo>
                  <a:lnTo>
                    <a:pt x="9925" y="25332"/>
                  </a:lnTo>
                  <a:lnTo>
                    <a:pt x="9538" y="24868"/>
                  </a:lnTo>
                  <a:lnTo>
                    <a:pt x="9114" y="24482"/>
                  </a:lnTo>
                  <a:lnTo>
                    <a:pt x="9616" y="24135"/>
                  </a:lnTo>
                  <a:lnTo>
                    <a:pt x="9693" y="24057"/>
                  </a:lnTo>
                  <a:lnTo>
                    <a:pt x="9732" y="23980"/>
                  </a:lnTo>
                  <a:lnTo>
                    <a:pt x="9770" y="23941"/>
                  </a:lnTo>
                  <a:lnTo>
                    <a:pt x="9732" y="23864"/>
                  </a:lnTo>
                  <a:lnTo>
                    <a:pt x="9307" y="23092"/>
                  </a:lnTo>
                  <a:lnTo>
                    <a:pt x="9114" y="22706"/>
                  </a:lnTo>
                  <a:lnTo>
                    <a:pt x="8959" y="22281"/>
                  </a:lnTo>
                  <a:lnTo>
                    <a:pt x="9114" y="22204"/>
                  </a:lnTo>
                  <a:lnTo>
                    <a:pt x="9423" y="21933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8"/>
                  </a:lnTo>
                  <a:lnTo>
                    <a:pt x="10118" y="21895"/>
                  </a:lnTo>
                  <a:lnTo>
                    <a:pt x="10040" y="22822"/>
                  </a:lnTo>
                  <a:lnTo>
                    <a:pt x="10079" y="22899"/>
                  </a:lnTo>
                  <a:lnTo>
                    <a:pt x="10156" y="22976"/>
                  </a:lnTo>
                  <a:lnTo>
                    <a:pt x="10813" y="23401"/>
                  </a:lnTo>
                  <a:lnTo>
                    <a:pt x="11469" y="23826"/>
                  </a:lnTo>
                  <a:lnTo>
                    <a:pt x="12126" y="24289"/>
                  </a:lnTo>
                  <a:lnTo>
                    <a:pt x="12743" y="24752"/>
                  </a:lnTo>
                  <a:lnTo>
                    <a:pt x="12859" y="24830"/>
                  </a:lnTo>
                  <a:lnTo>
                    <a:pt x="12975" y="24791"/>
                  </a:lnTo>
                  <a:lnTo>
                    <a:pt x="13052" y="24752"/>
                  </a:lnTo>
                  <a:lnTo>
                    <a:pt x="13091" y="24637"/>
                  </a:lnTo>
                  <a:lnTo>
                    <a:pt x="13323" y="21393"/>
                  </a:lnTo>
                  <a:lnTo>
                    <a:pt x="13400" y="19771"/>
                  </a:lnTo>
                  <a:lnTo>
                    <a:pt x="13439" y="18960"/>
                  </a:lnTo>
                  <a:lnTo>
                    <a:pt x="13400" y="18188"/>
                  </a:lnTo>
                  <a:lnTo>
                    <a:pt x="13361" y="18072"/>
                  </a:lnTo>
                  <a:lnTo>
                    <a:pt x="13323" y="18033"/>
                  </a:lnTo>
                  <a:lnTo>
                    <a:pt x="13284" y="18033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4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8"/>
                  </a:lnTo>
                  <a:lnTo>
                    <a:pt x="10620" y="13631"/>
                  </a:lnTo>
                  <a:lnTo>
                    <a:pt x="10504" y="12705"/>
                  </a:lnTo>
                  <a:lnTo>
                    <a:pt x="10233" y="11121"/>
                  </a:lnTo>
                  <a:lnTo>
                    <a:pt x="9886" y="9538"/>
                  </a:lnTo>
                  <a:lnTo>
                    <a:pt x="9500" y="7955"/>
                  </a:lnTo>
                  <a:lnTo>
                    <a:pt x="9036" y="6410"/>
                  </a:lnTo>
                  <a:lnTo>
                    <a:pt x="8534" y="4866"/>
                  </a:lnTo>
                  <a:lnTo>
                    <a:pt x="7994" y="3321"/>
                  </a:lnTo>
                  <a:lnTo>
                    <a:pt x="7415" y="1815"/>
                  </a:lnTo>
                  <a:lnTo>
                    <a:pt x="6835" y="309"/>
                  </a:lnTo>
                  <a:lnTo>
                    <a:pt x="6797" y="232"/>
                  </a:lnTo>
                  <a:lnTo>
                    <a:pt x="6720" y="193"/>
                  </a:lnTo>
                  <a:lnTo>
                    <a:pt x="6642" y="155"/>
                  </a:lnTo>
                  <a:lnTo>
                    <a:pt x="6604" y="39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7"/>
            <p:cNvSpPr/>
            <p:nvPr/>
          </p:nvSpPr>
          <p:spPr>
            <a:xfrm>
              <a:off x="6111425" y="39739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0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7"/>
            <p:cNvSpPr/>
            <p:nvPr/>
          </p:nvSpPr>
          <p:spPr>
            <a:xfrm>
              <a:off x="5921250" y="4000950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5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3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7"/>
            <p:cNvSpPr/>
            <p:nvPr/>
          </p:nvSpPr>
          <p:spPr>
            <a:xfrm>
              <a:off x="6044825" y="4051150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5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7"/>
            <p:cNvSpPr/>
            <p:nvPr/>
          </p:nvSpPr>
          <p:spPr>
            <a:xfrm>
              <a:off x="1792350" y="4089775"/>
              <a:ext cx="345650" cy="269350"/>
            </a:xfrm>
            <a:custGeom>
              <a:avLst/>
              <a:gdLst/>
              <a:ahLst/>
              <a:cxnLst/>
              <a:rect l="l" t="t" r="r" b="b"/>
              <a:pathLst>
                <a:path w="13826" h="10774" extrusionOk="0">
                  <a:moveTo>
                    <a:pt x="3438" y="1004"/>
                  </a:moveTo>
                  <a:lnTo>
                    <a:pt x="3515" y="1081"/>
                  </a:lnTo>
                  <a:lnTo>
                    <a:pt x="3631" y="1159"/>
                  </a:lnTo>
                  <a:lnTo>
                    <a:pt x="3669" y="1275"/>
                  </a:lnTo>
                  <a:lnTo>
                    <a:pt x="3669" y="1429"/>
                  </a:lnTo>
                  <a:lnTo>
                    <a:pt x="3592" y="1661"/>
                  </a:lnTo>
                  <a:lnTo>
                    <a:pt x="3515" y="1815"/>
                  </a:lnTo>
                  <a:lnTo>
                    <a:pt x="3360" y="1931"/>
                  </a:lnTo>
                  <a:lnTo>
                    <a:pt x="3167" y="1970"/>
                  </a:lnTo>
                  <a:lnTo>
                    <a:pt x="2974" y="2008"/>
                  </a:lnTo>
                  <a:lnTo>
                    <a:pt x="2781" y="2008"/>
                  </a:lnTo>
                  <a:lnTo>
                    <a:pt x="2356" y="1931"/>
                  </a:lnTo>
                  <a:lnTo>
                    <a:pt x="2395" y="1892"/>
                  </a:lnTo>
                  <a:lnTo>
                    <a:pt x="2472" y="1661"/>
                  </a:lnTo>
                  <a:lnTo>
                    <a:pt x="2588" y="1429"/>
                  </a:lnTo>
                  <a:lnTo>
                    <a:pt x="2704" y="1236"/>
                  </a:lnTo>
                  <a:lnTo>
                    <a:pt x="2897" y="1081"/>
                  </a:lnTo>
                  <a:lnTo>
                    <a:pt x="3013" y="1004"/>
                  </a:lnTo>
                  <a:close/>
                  <a:moveTo>
                    <a:pt x="1044" y="1468"/>
                  </a:moveTo>
                  <a:lnTo>
                    <a:pt x="1237" y="1545"/>
                  </a:lnTo>
                  <a:lnTo>
                    <a:pt x="1430" y="1622"/>
                  </a:lnTo>
                  <a:lnTo>
                    <a:pt x="1623" y="1777"/>
                  </a:lnTo>
                  <a:lnTo>
                    <a:pt x="1816" y="1892"/>
                  </a:lnTo>
                  <a:lnTo>
                    <a:pt x="1507" y="2201"/>
                  </a:lnTo>
                  <a:lnTo>
                    <a:pt x="1314" y="2356"/>
                  </a:lnTo>
                  <a:lnTo>
                    <a:pt x="1121" y="2433"/>
                  </a:lnTo>
                  <a:lnTo>
                    <a:pt x="966" y="2472"/>
                  </a:lnTo>
                  <a:lnTo>
                    <a:pt x="812" y="2472"/>
                  </a:lnTo>
                  <a:lnTo>
                    <a:pt x="696" y="2433"/>
                  </a:lnTo>
                  <a:lnTo>
                    <a:pt x="580" y="2394"/>
                  </a:lnTo>
                  <a:lnTo>
                    <a:pt x="464" y="2317"/>
                  </a:lnTo>
                  <a:lnTo>
                    <a:pt x="387" y="2201"/>
                  </a:lnTo>
                  <a:lnTo>
                    <a:pt x="387" y="2085"/>
                  </a:lnTo>
                  <a:lnTo>
                    <a:pt x="426" y="1892"/>
                  </a:lnTo>
                  <a:lnTo>
                    <a:pt x="503" y="1699"/>
                  </a:lnTo>
                  <a:lnTo>
                    <a:pt x="657" y="1545"/>
                  </a:lnTo>
                  <a:lnTo>
                    <a:pt x="850" y="1468"/>
                  </a:lnTo>
                  <a:close/>
                  <a:moveTo>
                    <a:pt x="4866" y="3823"/>
                  </a:moveTo>
                  <a:lnTo>
                    <a:pt x="5021" y="3862"/>
                  </a:lnTo>
                  <a:lnTo>
                    <a:pt x="5137" y="3939"/>
                  </a:lnTo>
                  <a:lnTo>
                    <a:pt x="5253" y="4055"/>
                  </a:lnTo>
                  <a:lnTo>
                    <a:pt x="5330" y="4171"/>
                  </a:lnTo>
                  <a:lnTo>
                    <a:pt x="5330" y="4325"/>
                  </a:lnTo>
                  <a:lnTo>
                    <a:pt x="5330" y="4441"/>
                  </a:lnTo>
                  <a:lnTo>
                    <a:pt x="5291" y="4557"/>
                  </a:lnTo>
                  <a:lnTo>
                    <a:pt x="5137" y="4788"/>
                  </a:lnTo>
                  <a:lnTo>
                    <a:pt x="4944" y="4982"/>
                  </a:lnTo>
                  <a:lnTo>
                    <a:pt x="4751" y="5097"/>
                  </a:lnTo>
                  <a:lnTo>
                    <a:pt x="4557" y="5136"/>
                  </a:lnTo>
                  <a:lnTo>
                    <a:pt x="4171" y="5213"/>
                  </a:lnTo>
                  <a:lnTo>
                    <a:pt x="4171" y="5213"/>
                  </a:lnTo>
                  <a:lnTo>
                    <a:pt x="4210" y="4750"/>
                  </a:lnTo>
                  <a:lnTo>
                    <a:pt x="4287" y="4557"/>
                  </a:lnTo>
                  <a:lnTo>
                    <a:pt x="4364" y="4325"/>
                  </a:lnTo>
                  <a:lnTo>
                    <a:pt x="4519" y="4055"/>
                  </a:lnTo>
                  <a:lnTo>
                    <a:pt x="4635" y="3978"/>
                  </a:lnTo>
                  <a:lnTo>
                    <a:pt x="4751" y="3900"/>
                  </a:lnTo>
                  <a:lnTo>
                    <a:pt x="4866" y="3823"/>
                  </a:lnTo>
                  <a:close/>
                  <a:moveTo>
                    <a:pt x="7299" y="4518"/>
                  </a:moveTo>
                  <a:lnTo>
                    <a:pt x="7415" y="4595"/>
                  </a:lnTo>
                  <a:lnTo>
                    <a:pt x="7492" y="4673"/>
                  </a:lnTo>
                  <a:lnTo>
                    <a:pt x="7531" y="4788"/>
                  </a:lnTo>
                  <a:lnTo>
                    <a:pt x="7569" y="4943"/>
                  </a:lnTo>
                  <a:lnTo>
                    <a:pt x="7608" y="5175"/>
                  </a:lnTo>
                  <a:lnTo>
                    <a:pt x="7569" y="5445"/>
                  </a:lnTo>
                  <a:lnTo>
                    <a:pt x="7531" y="5677"/>
                  </a:lnTo>
                  <a:lnTo>
                    <a:pt x="7454" y="5908"/>
                  </a:lnTo>
                  <a:lnTo>
                    <a:pt x="7299" y="6101"/>
                  </a:lnTo>
                  <a:lnTo>
                    <a:pt x="7145" y="6294"/>
                  </a:lnTo>
                  <a:lnTo>
                    <a:pt x="6913" y="5870"/>
                  </a:lnTo>
                  <a:lnTo>
                    <a:pt x="6797" y="5677"/>
                  </a:lnTo>
                  <a:lnTo>
                    <a:pt x="6759" y="5445"/>
                  </a:lnTo>
                  <a:lnTo>
                    <a:pt x="6720" y="5136"/>
                  </a:lnTo>
                  <a:lnTo>
                    <a:pt x="6759" y="4943"/>
                  </a:lnTo>
                  <a:lnTo>
                    <a:pt x="6797" y="4788"/>
                  </a:lnTo>
                  <a:lnTo>
                    <a:pt x="6874" y="4634"/>
                  </a:lnTo>
                  <a:lnTo>
                    <a:pt x="6990" y="4557"/>
                  </a:lnTo>
                  <a:lnTo>
                    <a:pt x="7106" y="4518"/>
                  </a:lnTo>
                  <a:close/>
                  <a:moveTo>
                    <a:pt x="11161" y="4982"/>
                  </a:moveTo>
                  <a:lnTo>
                    <a:pt x="11276" y="5059"/>
                  </a:lnTo>
                  <a:lnTo>
                    <a:pt x="11354" y="5136"/>
                  </a:lnTo>
                  <a:lnTo>
                    <a:pt x="11392" y="5252"/>
                  </a:lnTo>
                  <a:lnTo>
                    <a:pt x="11431" y="5368"/>
                  </a:lnTo>
                  <a:lnTo>
                    <a:pt x="11392" y="5677"/>
                  </a:lnTo>
                  <a:lnTo>
                    <a:pt x="11315" y="5986"/>
                  </a:lnTo>
                  <a:lnTo>
                    <a:pt x="11161" y="6217"/>
                  </a:lnTo>
                  <a:lnTo>
                    <a:pt x="11083" y="6333"/>
                  </a:lnTo>
                  <a:lnTo>
                    <a:pt x="10968" y="6372"/>
                  </a:lnTo>
                  <a:lnTo>
                    <a:pt x="10890" y="6410"/>
                  </a:lnTo>
                  <a:lnTo>
                    <a:pt x="10736" y="6410"/>
                  </a:lnTo>
                  <a:lnTo>
                    <a:pt x="10697" y="6449"/>
                  </a:lnTo>
                  <a:lnTo>
                    <a:pt x="10659" y="6449"/>
                  </a:lnTo>
                  <a:lnTo>
                    <a:pt x="10466" y="6101"/>
                  </a:lnTo>
                  <a:lnTo>
                    <a:pt x="10388" y="5947"/>
                  </a:lnTo>
                  <a:lnTo>
                    <a:pt x="10350" y="5715"/>
                  </a:lnTo>
                  <a:lnTo>
                    <a:pt x="10350" y="5484"/>
                  </a:lnTo>
                  <a:lnTo>
                    <a:pt x="10427" y="5252"/>
                  </a:lnTo>
                  <a:lnTo>
                    <a:pt x="10581" y="5097"/>
                  </a:lnTo>
                  <a:lnTo>
                    <a:pt x="10697" y="5059"/>
                  </a:lnTo>
                  <a:lnTo>
                    <a:pt x="10813" y="4982"/>
                  </a:lnTo>
                  <a:close/>
                  <a:moveTo>
                    <a:pt x="3052" y="5522"/>
                  </a:moveTo>
                  <a:lnTo>
                    <a:pt x="3476" y="5561"/>
                  </a:lnTo>
                  <a:lnTo>
                    <a:pt x="3283" y="5947"/>
                  </a:lnTo>
                  <a:lnTo>
                    <a:pt x="3167" y="6140"/>
                  </a:lnTo>
                  <a:lnTo>
                    <a:pt x="3013" y="6294"/>
                  </a:lnTo>
                  <a:lnTo>
                    <a:pt x="2858" y="6410"/>
                  </a:lnTo>
                  <a:lnTo>
                    <a:pt x="2704" y="6488"/>
                  </a:lnTo>
                  <a:lnTo>
                    <a:pt x="2472" y="6488"/>
                  </a:lnTo>
                  <a:lnTo>
                    <a:pt x="2279" y="6410"/>
                  </a:lnTo>
                  <a:lnTo>
                    <a:pt x="2125" y="6294"/>
                  </a:lnTo>
                  <a:lnTo>
                    <a:pt x="2086" y="6179"/>
                  </a:lnTo>
                  <a:lnTo>
                    <a:pt x="2086" y="6063"/>
                  </a:lnTo>
                  <a:lnTo>
                    <a:pt x="2125" y="5908"/>
                  </a:lnTo>
                  <a:lnTo>
                    <a:pt x="2241" y="5792"/>
                  </a:lnTo>
                  <a:lnTo>
                    <a:pt x="2356" y="5677"/>
                  </a:lnTo>
                  <a:lnTo>
                    <a:pt x="2472" y="5599"/>
                  </a:lnTo>
                  <a:lnTo>
                    <a:pt x="2588" y="5561"/>
                  </a:lnTo>
                  <a:lnTo>
                    <a:pt x="2820" y="5522"/>
                  </a:lnTo>
                  <a:close/>
                  <a:moveTo>
                    <a:pt x="7222" y="6796"/>
                  </a:moveTo>
                  <a:lnTo>
                    <a:pt x="7183" y="7260"/>
                  </a:lnTo>
                  <a:lnTo>
                    <a:pt x="7106" y="7453"/>
                  </a:lnTo>
                  <a:lnTo>
                    <a:pt x="7029" y="7685"/>
                  </a:lnTo>
                  <a:lnTo>
                    <a:pt x="6874" y="7916"/>
                  </a:lnTo>
                  <a:lnTo>
                    <a:pt x="6681" y="8148"/>
                  </a:lnTo>
                  <a:lnTo>
                    <a:pt x="6565" y="8225"/>
                  </a:lnTo>
                  <a:lnTo>
                    <a:pt x="6450" y="8264"/>
                  </a:lnTo>
                  <a:lnTo>
                    <a:pt x="6295" y="8302"/>
                  </a:lnTo>
                  <a:lnTo>
                    <a:pt x="6141" y="8225"/>
                  </a:lnTo>
                  <a:lnTo>
                    <a:pt x="6025" y="8148"/>
                  </a:lnTo>
                  <a:lnTo>
                    <a:pt x="5948" y="8032"/>
                  </a:lnTo>
                  <a:lnTo>
                    <a:pt x="5909" y="7916"/>
                  </a:lnTo>
                  <a:lnTo>
                    <a:pt x="5909" y="7800"/>
                  </a:lnTo>
                  <a:lnTo>
                    <a:pt x="5948" y="7646"/>
                  </a:lnTo>
                  <a:lnTo>
                    <a:pt x="6025" y="7530"/>
                  </a:lnTo>
                  <a:lnTo>
                    <a:pt x="6179" y="7298"/>
                  </a:lnTo>
                  <a:lnTo>
                    <a:pt x="6411" y="7144"/>
                  </a:lnTo>
                  <a:lnTo>
                    <a:pt x="6643" y="7028"/>
                  </a:lnTo>
                  <a:lnTo>
                    <a:pt x="7183" y="6835"/>
                  </a:lnTo>
                  <a:lnTo>
                    <a:pt x="7183" y="6796"/>
                  </a:lnTo>
                  <a:close/>
                  <a:moveTo>
                    <a:pt x="10620" y="7144"/>
                  </a:moveTo>
                  <a:lnTo>
                    <a:pt x="10659" y="7337"/>
                  </a:lnTo>
                  <a:lnTo>
                    <a:pt x="10697" y="7530"/>
                  </a:lnTo>
                  <a:lnTo>
                    <a:pt x="10697" y="7685"/>
                  </a:lnTo>
                  <a:lnTo>
                    <a:pt x="10659" y="7878"/>
                  </a:lnTo>
                  <a:lnTo>
                    <a:pt x="10620" y="8032"/>
                  </a:lnTo>
                  <a:lnTo>
                    <a:pt x="10504" y="8187"/>
                  </a:lnTo>
                  <a:lnTo>
                    <a:pt x="10427" y="8341"/>
                  </a:lnTo>
                  <a:lnTo>
                    <a:pt x="10272" y="8457"/>
                  </a:lnTo>
                  <a:lnTo>
                    <a:pt x="10118" y="8573"/>
                  </a:lnTo>
                  <a:lnTo>
                    <a:pt x="9925" y="8611"/>
                  </a:lnTo>
                  <a:lnTo>
                    <a:pt x="9848" y="8573"/>
                  </a:lnTo>
                  <a:lnTo>
                    <a:pt x="9770" y="8573"/>
                  </a:lnTo>
                  <a:lnTo>
                    <a:pt x="9732" y="8496"/>
                  </a:lnTo>
                  <a:lnTo>
                    <a:pt x="9655" y="8418"/>
                  </a:lnTo>
                  <a:lnTo>
                    <a:pt x="9616" y="8225"/>
                  </a:lnTo>
                  <a:lnTo>
                    <a:pt x="9655" y="8071"/>
                  </a:lnTo>
                  <a:lnTo>
                    <a:pt x="9732" y="7916"/>
                  </a:lnTo>
                  <a:lnTo>
                    <a:pt x="9809" y="7762"/>
                  </a:lnTo>
                  <a:lnTo>
                    <a:pt x="10002" y="7569"/>
                  </a:lnTo>
                  <a:lnTo>
                    <a:pt x="10195" y="7414"/>
                  </a:lnTo>
                  <a:lnTo>
                    <a:pt x="10388" y="7260"/>
                  </a:lnTo>
                  <a:lnTo>
                    <a:pt x="10620" y="7144"/>
                  </a:lnTo>
                  <a:close/>
                  <a:moveTo>
                    <a:pt x="1854" y="0"/>
                  </a:moveTo>
                  <a:lnTo>
                    <a:pt x="1507" y="39"/>
                  </a:lnTo>
                  <a:lnTo>
                    <a:pt x="1584" y="734"/>
                  </a:lnTo>
                  <a:lnTo>
                    <a:pt x="1700" y="1429"/>
                  </a:lnTo>
                  <a:lnTo>
                    <a:pt x="1584" y="1313"/>
                  </a:lnTo>
                  <a:lnTo>
                    <a:pt x="1430" y="1236"/>
                  </a:lnTo>
                  <a:lnTo>
                    <a:pt x="1275" y="1159"/>
                  </a:lnTo>
                  <a:lnTo>
                    <a:pt x="1082" y="1120"/>
                  </a:lnTo>
                  <a:lnTo>
                    <a:pt x="889" y="1120"/>
                  </a:lnTo>
                  <a:lnTo>
                    <a:pt x="735" y="1159"/>
                  </a:lnTo>
                  <a:lnTo>
                    <a:pt x="542" y="1236"/>
                  </a:lnTo>
                  <a:lnTo>
                    <a:pt x="387" y="1313"/>
                  </a:lnTo>
                  <a:lnTo>
                    <a:pt x="271" y="1429"/>
                  </a:lnTo>
                  <a:lnTo>
                    <a:pt x="155" y="1545"/>
                  </a:lnTo>
                  <a:lnTo>
                    <a:pt x="78" y="1738"/>
                  </a:lnTo>
                  <a:lnTo>
                    <a:pt x="40" y="1892"/>
                  </a:lnTo>
                  <a:lnTo>
                    <a:pt x="1" y="2085"/>
                  </a:lnTo>
                  <a:lnTo>
                    <a:pt x="40" y="2240"/>
                  </a:lnTo>
                  <a:lnTo>
                    <a:pt x="78" y="2394"/>
                  </a:lnTo>
                  <a:lnTo>
                    <a:pt x="155" y="2549"/>
                  </a:lnTo>
                  <a:lnTo>
                    <a:pt x="271" y="2665"/>
                  </a:lnTo>
                  <a:lnTo>
                    <a:pt x="387" y="2742"/>
                  </a:lnTo>
                  <a:lnTo>
                    <a:pt x="542" y="2819"/>
                  </a:lnTo>
                  <a:lnTo>
                    <a:pt x="735" y="2858"/>
                  </a:lnTo>
                  <a:lnTo>
                    <a:pt x="1044" y="2858"/>
                  </a:lnTo>
                  <a:lnTo>
                    <a:pt x="1352" y="2742"/>
                  </a:lnTo>
                  <a:lnTo>
                    <a:pt x="1661" y="2587"/>
                  </a:lnTo>
                  <a:lnTo>
                    <a:pt x="1932" y="2356"/>
                  </a:lnTo>
                  <a:lnTo>
                    <a:pt x="2163" y="3089"/>
                  </a:lnTo>
                  <a:lnTo>
                    <a:pt x="2434" y="3823"/>
                  </a:lnTo>
                  <a:lnTo>
                    <a:pt x="2820" y="4518"/>
                  </a:lnTo>
                  <a:lnTo>
                    <a:pt x="3013" y="4827"/>
                  </a:lnTo>
                  <a:lnTo>
                    <a:pt x="3245" y="5136"/>
                  </a:lnTo>
                  <a:lnTo>
                    <a:pt x="2936" y="5136"/>
                  </a:lnTo>
                  <a:lnTo>
                    <a:pt x="2588" y="5175"/>
                  </a:lnTo>
                  <a:lnTo>
                    <a:pt x="2318" y="5252"/>
                  </a:lnTo>
                  <a:lnTo>
                    <a:pt x="2048" y="5445"/>
                  </a:lnTo>
                  <a:lnTo>
                    <a:pt x="1932" y="5561"/>
                  </a:lnTo>
                  <a:lnTo>
                    <a:pt x="1854" y="5677"/>
                  </a:lnTo>
                  <a:lnTo>
                    <a:pt x="1777" y="5831"/>
                  </a:lnTo>
                  <a:lnTo>
                    <a:pt x="1739" y="5986"/>
                  </a:lnTo>
                  <a:lnTo>
                    <a:pt x="1700" y="6140"/>
                  </a:lnTo>
                  <a:lnTo>
                    <a:pt x="1739" y="6294"/>
                  </a:lnTo>
                  <a:lnTo>
                    <a:pt x="1777" y="6449"/>
                  </a:lnTo>
                  <a:lnTo>
                    <a:pt x="1893" y="6603"/>
                  </a:lnTo>
                  <a:lnTo>
                    <a:pt x="2009" y="6681"/>
                  </a:lnTo>
                  <a:lnTo>
                    <a:pt x="2125" y="6758"/>
                  </a:lnTo>
                  <a:lnTo>
                    <a:pt x="2279" y="6835"/>
                  </a:lnTo>
                  <a:lnTo>
                    <a:pt x="2434" y="6874"/>
                  </a:lnTo>
                  <a:lnTo>
                    <a:pt x="2588" y="6874"/>
                  </a:lnTo>
                  <a:lnTo>
                    <a:pt x="2743" y="6835"/>
                  </a:lnTo>
                  <a:lnTo>
                    <a:pt x="2897" y="6796"/>
                  </a:lnTo>
                  <a:lnTo>
                    <a:pt x="3052" y="6719"/>
                  </a:lnTo>
                  <a:lnTo>
                    <a:pt x="3283" y="6526"/>
                  </a:lnTo>
                  <a:lnTo>
                    <a:pt x="3476" y="6294"/>
                  </a:lnTo>
                  <a:lnTo>
                    <a:pt x="3631" y="5986"/>
                  </a:lnTo>
                  <a:lnTo>
                    <a:pt x="3747" y="5677"/>
                  </a:lnTo>
                  <a:lnTo>
                    <a:pt x="4171" y="6024"/>
                  </a:lnTo>
                  <a:lnTo>
                    <a:pt x="4635" y="6333"/>
                  </a:lnTo>
                  <a:lnTo>
                    <a:pt x="5137" y="6565"/>
                  </a:lnTo>
                  <a:lnTo>
                    <a:pt x="5716" y="6719"/>
                  </a:lnTo>
                  <a:lnTo>
                    <a:pt x="6218" y="6796"/>
                  </a:lnTo>
                  <a:lnTo>
                    <a:pt x="6025" y="6912"/>
                  </a:lnTo>
                  <a:lnTo>
                    <a:pt x="5870" y="7028"/>
                  </a:lnTo>
                  <a:lnTo>
                    <a:pt x="5755" y="7183"/>
                  </a:lnTo>
                  <a:lnTo>
                    <a:pt x="5639" y="7376"/>
                  </a:lnTo>
                  <a:lnTo>
                    <a:pt x="5561" y="7530"/>
                  </a:lnTo>
                  <a:lnTo>
                    <a:pt x="5523" y="7685"/>
                  </a:lnTo>
                  <a:lnTo>
                    <a:pt x="5523" y="7878"/>
                  </a:lnTo>
                  <a:lnTo>
                    <a:pt x="5523" y="8032"/>
                  </a:lnTo>
                  <a:lnTo>
                    <a:pt x="5561" y="8187"/>
                  </a:lnTo>
                  <a:lnTo>
                    <a:pt x="5639" y="8341"/>
                  </a:lnTo>
                  <a:lnTo>
                    <a:pt x="5755" y="8457"/>
                  </a:lnTo>
                  <a:lnTo>
                    <a:pt x="5909" y="8573"/>
                  </a:lnTo>
                  <a:lnTo>
                    <a:pt x="6063" y="8650"/>
                  </a:lnTo>
                  <a:lnTo>
                    <a:pt x="6257" y="8689"/>
                  </a:lnTo>
                  <a:lnTo>
                    <a:pt x="6411" y="8689"/>
                  </a:lnTo>
                  <a:lnTo>
                    <a:pt x="6604" y="8650"/>
                  </a:lnTo>
                  <a:lnTo>
                    <a:pt x="6759" y="8573"/>
                  </a:lnTo>
                  <a:lnTo>
                    <a:pt x="6952" y="8457"/>
                  </a:lnTo>
                  <a:lnTo>
                    <a:pt x="7067" y="8341"/>
                  </a:lnTo>
                  <a:lnTo>
                    <a:pt x="7183" y="8187"/>
                  </a:lnTo>
                  <a:lnTo>
                    <a:pt x="7376" y="7878"/>
                  </a:lnTo>
                  <a:lnTo>
                    <a:pt x="7492" y="7530"/>
                  </a:lnTo>
                  <a:lnTo>
                    <a:pt x="7531" y="7183"/>
                  </a:lnTo>
                  <a:lnTo>
                    <a:pt x="7531" y="6796"/>
                  </a:lnTo>
                  <a:lnTo>
                    <a:pt x="8882" y="6719"/>
                  </a:lnTo>
                  <a:lnTo>
                    <a:pt x="9577" y="6719"/>
                  </a:lnTo>
                  <a:lnTo>
                    <a:pt x="10272" y="6796"/>
                  </a:lnTo>
                  <a:lnTo>
                    <a:pt x="10466" y="6835"/>
                  </a:lnTo>
                  <a:lnTo>
                    <a:pt x="10311" y="6912"/>
                  </a:lnTo>
                  <a:lnTo>
                    <a:pt x="10118" y="7028"/>
                  </a:lnTo>
                  <a:lnTo>
                    <a:pt x="9809" y="7260"/>
                  </a:lnTo>
                  <a:lnTo>
                    <a:pt x="9539" y="7569"/>
                  </a:lnTo>
                  <a:lnTo>
                    <a:pt x="9423" y="7723"/>
                  </a:lnTo>
                  <a:lnTo>
                    <a:pt x="9346" y="7916"/>
                  </a:lnTo>
                  <a:lnTo>
                    <a:pt x="9307" y="8109"/>
                  </a:lnTo>
                  <a:lnTo>
                    <a:pt x="9269" y="8264"/>
                  </a:lnTo>
                  <a:lnTo>
                    <a:pt x="9307" y="8457"/>
                  </a:lnTo>
                  <a:lnTo>
                    <a:pt x="9384" y="8611"/>
                  </a:lnTo>
                  <a:lnTo>
                    <a:pt x="9462" y="8766"/>
                  </a:lnTo>
                  <a:lnTo>
                    <a:pt x="9616" y="8882"/>
                  </a:lnTo>
                  <a:lnTo>
                    <a:pt x="9770" y="8959"/>
                  </a:lnTo>
                  <a:lnTo>
                    <a:pt x="9964" y="8998"/>
                  </a:lnTo>
                  <a:lnTo>
                    <a:pt x="10157" y="8959"/>
                  </a:lnTo>
                  <a:lnTo>
                    <a:pt x="10311" y="8882"/>
                  </a:lnTo>
                  <a:lnTo>
                    <a:pt x="10466" y="8804"/>
                  </a:lnTo>
                  <a:lnTo>
                    <a:pt x="10620" y="8650"/>
                  </a:lnTo>
                  <a:lnTo>
                    <a:pt x="10736" y="8534"/>
                  </a:lnTo>
                  <a:lnTo>
                    <a:pt x="10852" y="8341"/>
                  </a:lnTo>
                  <a:lnTo>
                    <a:pt x="10929" y="8187"/>
                  </a:lnTo>
                  <a:lnTo>
                    <a:pt x="11006" y="7994"/>
                  </a:lnTo>
                  <a:lnTo>
                    <a:pt x="11045" y="7762"/>
                  </a:lnTo>
                  <a:lnTo>
                    <a:pt x="11045" y="7492"/>
                  </a:lnTo>
                  <a:lnTo>
                    <a:pt x="10968" y="7221"/>
                  </a:lnTo>
                  <a:lnTo>
                    <a:pt x="10890" y="6990"/>
                  </a:lnTo>
                  <a:lnTo>
                    <a:pt x="10929" y="6951"/>
                  </a:lnTo>
                  <a:lnTo>
                    <a:pt x="11431" y="7105"/>
                  </a:lnTo>
                  <a:lnTo>
                    <a:pt x="11894" y="7376"/>
                  </a:lnTo>
                  <a:lnTo>
                    <a:pt x="12319" y="7685"/>
                  </a:lnTo>
                  <a:lnTo>
                    <a:pt x="12512" y="7839"/>
                  </a:lnTo>
                  <a:lnTo>
                    <a:pt x="12705" y="8032"/>
                  </a:lnTo>
                  <a:lnTo>
                    <a:pt x="12898" y="8341"/>
                  </a:lnTo>
                  <a:lnTo>
                    <a:pt x="13091" y="8650"/>
                  </a:lnTo>
                  <a:lnTo>
                    <a:pt x="13207" y="8920"/>
                  </a:lnTo>
                  <a:lnTo>
                    <a:pt x="13284" y="9268"/>
                  </a:lnTo>
                  <a:lnTo>
                    <a:pt x="13323" y="9577"/>
                  </a:lnTo>
                  <a:lnTo>
                    <a:pt x="13362" y="9924"/>
                  </a:lnTo>
                  <a:lnTo>
                    <a:pt x="13323" y="10619"/>
                  </a:lnTo>
                  <a:lnTo>
                    <a:pt x="13323" y="10658"/>
                  </a:lnTo>
                  <a:lnTo>
                    <a:pt x="13362" y="10735"/>
                  </a:lnTo>
                  <a:lnTo>
                    <a:pt x="13439" y="10774"/>
                  </a:lnTo>
                  <a:lnTo>
                    <a:pt x="13555" y="10774"/>
                  </a:lnTo>
                  <a:lnTo>
                    <a:pt x="13632" y="10697"/>
                  </a:lnTo>
                  <a:lnTo>
                    <a:pt x="13709" y="10465"/>
                  </a:lnTo>
                  <a:lnTo>
                    <a:pt x="13786" y="10272"/>
                  </a:lnTo>
                  <a:lnTo>
                    <a:pt x="13825" y="10040"/>
                  </a:lnTo>
                  <a:lnTo>
                    <a:pt x="13825" y="9808"/>
                  </a:lnTo>
                  <a:lnTo>
                    <a:pt x="13786" y="9384"/>
                  </a:lnTo>
                  <a:lnTo>
                    <a:pt x="13671" y="8920"/>
                  </a:lnTo>
                  <a:lnTo>
                    <a:pt x="13478" y="8496"/>
                  </a:lnTo>
                  <a:lnTo>
                    <a:pt x="13246" y="8109"/>
                  </a:lnTo>
                  <a:lnTo>
                    <a:pt x="12976" y="7723"/>
                  </a:lnTo>
                  <a:lnTo>
                    <a:pt x="12667" y="7414"/>
                  </a:lnTo>
                  <a:lnTo>
                    <a:pt x="12319" y="7144"/>
                  </a:lnTo>
                  <a:lnTo>
                    <a:pt x="11972" y="6912"/>
                  </a:lnTo>
                  <a:lnTo>
                    <a:pt x="11585" y="6719"/>
                  </a:lnTo>
                  <a:lnTo>
                    <a:pt x="11199" y="6565"/>
                  </a:lnTo>
                  <a:lnTo>
                    <a:pt x="11392" y="6410"/>
                  </a:lnTo>
                  <a:lnTo>
                    <a:pt x="11585" y="6140"/>
                  </a:lnTo>
                  <a:lnTo>
                    <a:pt x="11701" y="5831"/>
                  </a:lnTo>
                  <a:lnTo>
                    <a:pt x="11740" y="5522"/>
                  </a:lnTo>
                  <a:lnTo>
                    <a:pt x="11740" y="5213"/>
                  </a:lnTo>
                  <a:lnTo>
                    <a:pt x="11701" y="5059"/>
                  </a:lnTo>
                  <a:lnTo>
                    <a:pt x="11624" y="4943"/>
                  </a:lnTo>
                  <a:lnTo>
                    <a:pt x="11547" y="4827"/>
                  </a:lnTo>
                  <a:lnTo>
                    <a:pt x="11431" y="4750"/>
                  </a:lnTo>
                  <a:lnTo>
                    <a:pt x="11276" y="4673"/>
                  </a:lnTo>
                  <a:lnTo>
                    <a:pt x="11122" y="4634"/>
                  </a:lnTo>
                  <a:lnTo>
                    <a:pt x="10774" y="4634"/>
                  </a:lnTo>
                  <a:lnTo>
                    <a:pt x="10581" y="4711"/>
                  </a:lnTo>
                  <a:lnTo>
                    <a:pt x="10427" y="4788"/>
                  </a:lnTo>
                  <a:lnTo>
                    <a:pt x="10311" y="4866"/>
                  </a:lnTo>
                  <a:lnTo>
                    <a:pt x="10195" y="5020"/>
                  </a:lnTo>
                  <a:lnTo>
                    <a:pt x="10079" y="5136"/>
                  </a:lnTo>
                  <a:lnTo>
                    <a:pt x="10002" y="5329"/>
                  </a:lnTo>
                  <a:lnTo>
                    <a:pt x="9964" y="5561"/>
                  </a:lnTo>
                  <a:lnTo>
                    <a:pt x="9964" y="5831"/>
                  </a:lnTo>
                  <a:lnTo>
                    <a:pt x="10041" y="6063"/>
                  </a:lnTo>
                  <a:lnTo>
                    <a:pt x="10118" y="6333"/>
                  </a:lnTo>
                  <a:lnTo>
                    <a:pt x="9462" y="6256"/>
                  </a:lnTo>
                  <a:lnTo>
                    <a:pt x="8805" y="6256"/>
                  </a:lnTo>
                  <a:lnTo>
                    <a:pt x="7492" y="6333"/>
                  </a:lnTo>
                  <a:lnTo>
                    <a:pt x="7685" y="6063"/>
                  </a:lnTo>
                  <a:lnTo>
                    <a:pt x="7801" y="5792"/>
                  </a:lnTo>
                  <a:lnTo>
                    <a:pt x="7878" y="5522"/>
                  </a:lnTo>
                  <a:lnTo>
                    <a:pt x="7956" y="5213"/>
                  </a:lnTo>
                  <a:lnTo>
                    <a:pt x="7917" y="4866"/>
                  </a:lnTo>
                  <a:lnTo>
                    <a:pt x="7878" y="4711"/>
                  </a:lnTo>
                  <a:lnTo>
                    <a:pt x="7801" y="4557"/>
                  </a:lnTo>
                  <a:lnTo>
                    <a:pt x="7724" y="4402"/>
                  </a:lnTo>
                  <a:lnTo>
                    <a:pt x="7608" y="4287"/>
                  </a:lnTo>
                  <a:lnTo>
                    <a:pt x="7492" y="4209"/>
                  </a:lnTo>
                  <a:lnTo>
                    <a:pt x="7299" y="4132"/>
                  </a:lnTo>
                  <a:lnTo>
                    <a:pt x="6990" y="4132"/>
                  </a:lnTo>
                  <a:lnTo>
                    <a:pt x="6836" y="4209"/>
                  </a:lnTo>
                  <a:lnTo>
                    <a:pt x="6720" y="4325"/>
                  </a:lnTo>
                  <a:lnTo>
                    <a:pt x="6604" y="4441"/>
                  </a:lnTo>
                  <a:lnTo>
                    <a:pt x="6527" y="4595"/>
                  </a:lnTo>
                  <a:lnTo>
                    <a:pt x="6411" y="4904"/>
                  </a:lnTo>
                  <a:lnTo>
                    <a:pt x="6372" y="5252"/>
                  </a:lnTo>
                  <a:lnTo>
                    <a:pt x="6411" y="5638"/>
                  </a:lnTo>
                  <a:lnTo>
                    <a:pt x="6450" y="5831"/>
                  </a:lnTo>
                  <a:lnTo>
                    <a:pt x="6527" y="6024"/>
                  </a:lnTo>
                  <a:lnTo>
                    <a:pt x="6643" y="6179"/>
                  </a:lnTo>
                  <a:lnTo>
                    <a:pt x="6759" y="6333"/>
                  </a:lnTo>
                  <a:lnTo>
                    <a:pt x="6102" y="6256"/>
                  </a:lnTo>
                  <a:lnTo>
                    <a:pt x="5755" y="6217"/>
                  </a:lnTo>
                  <a:lnTo>
                    <a:pt x="5446" y="6140"/>
                  </a:lnTo>
                  <a:lnTo>
                    <a:pt x="5137" y="6024"/>
                  </a:lnTo>
                  <a:lnTo>
                    <a:pt x="4828" y="5870"/>
                  </a:lnTo>
                  <a:lnTo>
                    <a:pt x="4519" y="5715"/>
                  </a:lnTo>
                  <a:lnTo>
                    <a:pt x="4210" y="5522"/>
                  </a:lnTo>
                  <a:lnTo>
                    <a:pt x="4557" y="5484"/>
                  </a:lnTo>
                  <a:lnTo>
                    <a:pt x="4905" y="5406"/>
                  </a:lnTo>
                  <a:lnTo>
                    <a:pt x="5175" y="5252"/>
                  </a:lnTo>
                  <a:lnTo>
                    <a:pt x="5446" y="5020"/>
                  </a:lnTo>
                  <a:lnTo>
                    <a:pt x="5561" y="4866"/>
                  </a:lnTo>
                  <a:lnTo>
                    <a:pt x="5639" y="4711"/>
                  </a:lnTo>
                  <a:lnTo>
                    <a:pt x="5677" y="4518"/>
                  </a:lnTo>
                  <a:lnTo>
                    <a:pt x="5716" y="4364"/>
                  </a:lnTo>
                  <a:lnTo>
                    <a:pt x="5716" y="4171"/>
                  </a:lnTo>
                  <a:lnTo>
                    <a:pt x="5639" y="4016"/>
                  </a:lnTo>
                  <a:lnTo>
                    <a:pt x="5561" y="3862"/>
                  </a:lnTo>
                  <a:lnTo>
                    <a:pt x="5446" y="3707"/>
                  </a:lnTo>
                  <a:lnTo>
                    <a:pt x="5330" y="3591"/>
                  </a:lnTo>
                  <a:lnTo>
                    <a:pt x="5175" y="3514"/>
                  </a:lnTo>
                  <a:lnTo>
                    <a:pt x="5021" y="3476"/>
                  </a:lnTo>
                  <a:lnTo>
                    <a:pt x="4866" y="3437"/>
                  </a:lnTo>
                  <a:lnTo>
                    <a:pt x="4712" y="3476"/>
                  </a:lnTo>
                  <a:lnTo>
                    <a:pt x="4557" y="3514"/>
                  </a:lnTo>
                  <a:lnTo>
                    <a:pt x="4442" y="3630"/>
                  </a:lnTo>
                  <a:lnTo>
                    <a:pt x="4287" y="3707"/>
                  </a:lnTo>
                  <a:lnTo>
                    <a:pt x="4171" y="3862"/>
                  </a:lnTo>
                  <a:lnTo>
                    <a:pt x="4055" y="4016"/>
                  </a:lnTo>
                  <a:lnTo>
                    <a:pt x="3940" y="4364"/>
                  </a:lnTo>
                  <a:lnTo>
                    <a:pt x="3824" y="4750"/>
                  </a:lnTo>
                  <a:lnTo>
                    <a:pt x="3785" y="5097"/>
                  </a:lnTo>
                  <a:lnTo>
                    <a:pt x="3515" y="4788"/>
                  </a:lnTo>
                  <a:lnTo>
                    <a:pt x="3283" y="4441"/>
                  </a:lnTo>
                  <a:lnTo>
                    <a:pt x="3052" y="4093"/>
                  </a:lnTo>
                  <a:lnTo>
                    <a:pt x="2858" y="3746"/>
                  </a:lnTo>
                  <a:lnTo>
                    <a:pt x="2704" y="3398"/>
                  </a:lnTo>
                  <a:lnTo>
                    <a:pt x="2550" y="3012"/>
                  </a:lnTo>
                  <a:lnTo>
                    <a:pt x="2318" y="2240"/>
                  </a:lnTo>
                  <a:lnTo>
                    <a:pt x="2318" y="2240"/>
                  </a:lnTo>
                  <a:lnTo>
                    <a:pt x="2588" y="2317"/>
                  </a:lnTo>
                  <a:lnTo>
                    <a:pt x="2858" y="2356"/>
                  </a:lnTo>
                  <a:lnTo>
                    <a:pt x="3129" y="2356"/>
                  </a:lnTo>
                  <a:lnTo>
                    <a:pt x="3399" y="2279"/>
                  </a:lnTo>
                  <a:lnTo>
                    <a:pt x="3554" y="2201"/>
                  </a:lnTo>
                  <a:lnTo>
                    <a:pt x="3708" y="2085"/>
                  </a:lnTo>
                  <a:lnTo>
                    <a:pt x="3824" y="1970"/>
                  </a:lnTo>
                  <a:lnTo>
                    <a:pt x="3940" y="1815"/>
                  </a:lnTo>
                  <a:lnTo>
                    <a:pt x="4017" y="1661"/>
                  </a:lnTo>
                  <a:lnTo>
                    <a:pt x="4055" y="1506"/>
                  </a:lnTo>
                  <a:lnTo>
                    <a:pt x="4055" y="1313"/>
                  </a:lnTo>
                  <a:lnTo>
                    <a:pt x="4017" y="1159"/>
                  </a:lnTo>
                  <a:lnTo>
                    <a:pt x="3978" y="1004"/>
                  </a:lnTo>
                  <a:lnTo>
                    <a:pt x="3862" y="850"/>
                  </a:lnTo>
                  <a:lnTo>
                    <a:pt x="3747" y="773"/>
                  </a:lnTo>
                  <a:lnTo>
                    <a:pt x="3592" y="695"/>
                  </a:lnTo>
                  <a:lnTo>
                    <a:pt x="3438" y="618"/>
                  </a:lnTo>
                  <a:lnTo>
                    <a:pt x="3283" y="579"/>
                  </a:lnTo>
                  <a:lnTo>
                    <a:pt x="3129" y="579"/>
                  </a:lnTo>
                  <a:lnTo>
                    <a:pt x="2974" y="618"/>
                  </a:lnTo>
                  <a:lnTo>
                    <a:pt x="2820" y="657"/>
                  </a:lnTo>
                  <a:lnTo>
                    <a:pt x="2665" y="734"/>
                  </a:lnTo>
                  <a:lnTo>
                    <a:pt x="2434" y="927"/>
                  </a:lnTo>
                  <a:lnTo>
                    <a:pt x="2241" y="1159"/>
                  </a:lnTo>
                  <a:lnTo>
                    <a:pt x="2125" y="146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7"/>
            <p:cNvSpPr/>
            <p:nvPr/>
          </p:nvSpPr>
          <p:spPr>
            <a:xfrm>
              <a:off x="5987875" y="4095550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4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4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70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8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7"/>
            <p:cNvSpPr/>
            <p:nvPr/>
          </p:nvSpPr>
          <p:spPr>
            <a:xfrm>
              <a:off x="4079325" y="419112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9"/>
                  </a:moveTo>
                  <a:lnTo>
                    <a:pt x="1082" y="5986"/>
                  </a:lnTo>
                  <a:lnTo>
                    <a:pt x="1236" y="6025"/>
                  </a:lnTo>
                  <a:lnTo>
                    <a:pt x="1391" y="6179"/>
                  </a:lnTo>
                  <a:lnTo>
                    <a:pt x="1468" y="6334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6" y="6951"/>
                  </a:lnTo>
                  <a:lnTo>
                    <a:pt x="1159" y="7029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6"/>
                  </a:lnTo>
                  <a:lnTo>
                    <a:pt x="425" y="6720"/>
                  </a:lnTo>
                  <a:lnTo>
                    <a:pt x="387" y="6643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5" y="6256"/>
                  </a:lnTo>
                  <a:lnTo>
                    <a:pt x="503" y="6179"/>
                  </a:lnTo>
                  <a:lnTo>
                    <a:pt x="696" y="6025"/>
                  </a:lnTo>
                  <a:lnTo>
                    <a:pt x="889" y="5909"/>
                  </a:lnTo>
                  <a:close/>
                  <a:moveTo>
                    <a:pt x="5909" y="1"/>
                  </a:moveTo>
                  <a:lnTo>
                    <a:pt x="5831" y="39"/>
                  </a:lnTo>
                  <a:lnTo>
                    <a:pt x="5522" y="310"/>
                  </a:lnTo>
                  <a:lnTo>
                    <a:pt x="5175" y="619"/>
                  </a:lnTo>
                  <a:lnTo>
                    <a:pt x="4596" y="1314"/>
                  </a:lnTo>
                  <a:lnTo>
                    <a:pt x="4017" y="2047"/>
                  </a:lnTo>
                  <a:lnTo>
                    <a:pt x="3437" y="2781"/>
                  </a:lnTo>
                  <a:lnTo>
                    <a:pt x="2279" y="4133"/>
                  </a:lnTo>
                  <a:lnTo>
                    <a:pt x="1738" y="4866"/>
                  </a:lnTo>
                  <a:lnTo>
                    <a:pt x="1198" y="5561"/>
                  </a:lnTo>
                  <a:lnTo>
                    <a:pt x="1043" y="5523"/>
                  </a:lnTo>
                  <a:lnTo>
                    <a:pt x="889" y="5523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1" y="6334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4" y="7145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3" y="6527"/>
                  </a:lnTo>
                  <a:lnTo>
                    <a:pt x="1854" y="6334"/>
                  </a:lnTo>
                  <a:lnTo>
                    <a:pt x="1815" y="6179"/>
                  </a:lnTo>
                  <a:lnTo>
                    <a:pt x="1738" y="6025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3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9" y="657"/>
                  </a:lnTo>
                  <a:lnTo>
                    <a:pt x="6102" y="310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7"/>
            <p:cNvSpPr/>
            <p:nvPr/>
          </p:nvSpPr>
          <p:spPr>
            <a:xfrm>
              <a:off x="3825425" y="421912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8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2"/>
                  </a:lnTo>
                  <a:lnTo>
                    <a:pt x="6643" y="5909"/>
                  </a:lnTo>
                  <a:lnTo>
                    <a:pt x="6797" y="5754"/>
                  </a:lnTo>
                  <a:close/>
                  <a:moveTo>
                    <a:pt x="233" y="1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10"/>
                  </a:lnTo>
                  <a:lnTo>
                    <a:pt x="39" y="387"/>
                  </a:lnTo>
                  <a:lnTo>
                    <a:pt x="426" y="773"/>
                  </a:lnTo>
                  <a:lnTo>
                    <a:pt x="812" y="1120"/>
                  </a:lnTo>
                  <a:lnTo>
                    <a:pt x="1623" y="1777"/>
                  </a:lnTo>
                  <a:lnTo>
                    <a:pt x="3399" y="3206"/>
                  </a:lnTo>
                  <a:lnTo>
                    <a:pt x="4866" y="4441"/>
                  </a:lnTo>
                  <a:lnTo>
                    <a:pt x="5639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2"/>
                  </a:lnTo>
                  <a:lnTo>
                    <a:pt x="6720" y="7299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9"/>
                  </a:lnTo>
                  <a:lnTo>
                    <a:pt x="7454" y="7260"/>
                  </a:lnTo>
                  <a:lnTo>
                    <a:pt x="7608" y="7144"/>
                  </a:lnTo>
                  <a:lnTo>
                    <a:pt x="7724" y="7029"/>
                  </a:lnTo>
                  <a:lnTo>
                    <a:pt x="7840" y="6913"/>
                  </a:lnTo>
                  <a:lnTo>
                    <a:pt x="7956" y="6758"/>
                  </a:lnTo>
                  <a:lnTo>
                    <a:pt x="7994" y="6565"/>
                  </a:lnTo>
                  <a:lnTo>
                    <a:pt x="8033" y="6411"/>
                  </a:lnTo>
                  <a:lnTo>
                    <a:pt x="8033" y="6218"/>
                  </a:lnTo>
                  <a:lnTo>
                    <a:pt x="7956" y="6025"/>
                  </a:lnTo>
                  <a:lnTo>
                    <a:pt x="7840" y="5870"/>
                  </a:lnTo>
                  <a:lnTo>
                    <a:pt x="7724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6" y="5484"/>
                  </a:lnTo>
                  <a:lnTo>
                    <a:pt x="6025" y="4712"/>
                  </a:lnTo>
                  <a:lnTo>
                    <a:pt x="5214" y="4017"/>
                  </a:lnTo>
                  <a:lnTo>
                    <a:pt x="3515" y="2626"/>
                  </a:lnTo>
                  <a:lnTo>
                    <a:pt x="2743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5" y="310"/>
                  </a:lnTo>
                  <a:lnTo>
                    <a:pt x="310" y="39"/>
                  </a:lnTo>
                  <a:lnTo>
                    <a:pt x="23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7"/>
            <p:cNvSpPr/>
            <p:nvPr/>
          </p:nvSpPr>
          <p:spPr>
            <a:xfrm>
              <a:off x="3401625" y="4223000"/>
              <a:ext cx="240425" cy="634250"/>
            </a:xfrm>
            <a:custGeom>
              <a:avLst/>
              <a:gdLst/>
              <a:ahLst/>
              <a:cxnLst/>
              <a:rect l="l" t="t" r="r" b="b"/>
              <a:pathLst>
                <a:path w="9617" h="25370" extrusionOk="0">
                  <a:moveTo>
                    <a:pt x="4751" y="463"/>
                  </a:moveTo>
                  <a:lnTo>
                    <a:pt x="5291" y="502"/>
                  </a:lnTo>
                  <a:lnTo>
                    <a:pt x="5755" y="579"/>
                  </a:lnTo>
                  <a:lnTo>
                    <a:pt x="6218" y="772"/>
                  </a:lnTo>
                  <a:lnTo>
                    <a:pt x="6681" y="965"/>
                  </a:lnTo>
                  <a:lnTo>
                    <a:pt x="7067" y="1236"/>
                  </a:lnTo>
                  <a:lnTo>
                    <a:pt x="7454" y="1583"/>
                  </a:lnTo>
                  <a:lnTo>
                    <a:pt x="7801" y="1931"/>
                  </a:lnTo>
                  <a:lnTo>
                    <a:pt x="8149" y="2356"/>
                  </a:lnTo>
                  <a:lnTo>
                    <a:pt x="8419" y="2780"/>
                  </a:lnTo>
                  <a:lnTo>
                    <a:pt x="8651" y="3244"/>
                  </a:lnTo>
                  <a:lnTo>
                    <a:pt x="8844" y="3707"/>
                  </a:lnTo>
                  <a:lnTo>
                    <a:pt x="8998" y="4209"/>
                  </a:lnTo>
                  <a:lnTo>
                    <a:pt x="9075" y="4711"/>
                  </a:lnTo>
                  <a:lnTo>
                    <a:pt x="9114" y="5213"/>
                  </a:lnTo>
                  <a:lnTo>
                    <a:pt x="9114" y="5754"/>
                  </a:lnTo>
                  <a:lnTo>
                    <a:pt x="9075" y="6256"/>
                  </a:lnTo>
                  <a:lnTo>
                    <a:pt x="8998" y="6758"/>
                  </a:lnTo>
                  <a:lnTo>
                    <a:pt x="8882" y="7260"/>
                  </a:lnTo>
                  <a:lnTo>
                    <a:pt x="8689" y="7723"/>
                  </a:lnTo>
                  <a:lnTo>
                    <a:pt x="8496" y="8225"/>
                  </a:lnTo>
                  <a:lnTo>
                    <a:pt x="8303" y="8650"/>
                  </a:lnTo>
                  <a:lnTo>
                    <a:pt x="8033" y="9113"/>
                  </a:lnTo>
                  <a:lnTo>
                    <a:pt x="7763" y="9538"/>
                  </a:lnTo>
                  <a:lnTo>
                    <a:pt x="7454" y="9924"/>
                  </a:lnTo>
                  <a:lnTo>
                    <a:pt x="7106" y="10349"/>
                  </a:lnTo>
                  <a:lnTo>
                    <a:pt x="6759" y="10735"/>
                  </a:lnTo>
                  <a:lnTo>
                    <a:pt x="6025" y="11469"/>
                  </a:lnTo>
                  <a:lnTo>
                    <a:pt x="5253" y="12125"/>
                  </a:lnTo>
                  <a:lnTo>
                    <a:pt x="5098" y="12125"/>
                  </a:lnTo>
                  <a:lnTo>
                    <a:pt x="5059" y="12202"/>
                  </a:lnTo>
                  <a:lnTo>
                    <a:pt x="5021" y="12241"/>
                  </a:lnTo>
                  <a:lnTo>
                    <a:pt x="5021" y="12280"/>
                  </a:lnTo>
                  <a:lnTo>
                    <a:pt x="4210" y="11816"/>
                  </a:lnTo>
                  <a:lnTo>
                    <a:pt x="3476" y="11314"/>
                  </a:lnTo>
                  <a:lnTo>
                    <a:pt x="2781" y="10735"/>
                  </a:lnTo>
                  <a:lnTo>
                    <a:pt x="2472" y="10426"/>
                  </a:lnTo>
                  <a:lnTo>
                    <a:pt x="2163" y="10117"/>
                  </a:lnTo>
                  <a:lnTo>
                    <a:pt x="1893" y="9770"/>
                  </a:lnTo>
                  <a:lnTo>
                    <a:pt x="1661" y="9422"/>
                  </a:lnTo>
                  <a:lnTo>
                    <a:pt x="1430" y="9036"/>
                  </a:lnTo>
                  <a:lnTo>
                    <a:pt x="1198" y="8650"/>
                  </a:lnTo>
                  <a:lnTo>
                    <a:pt x="1005" y="8264"/>
                  </a:lnTo>
                  <a:lnTo>
                    <a:pt x="850" y="7839"/>
                  </a:lnTo>
                  <a:lnTo>
                    <a:pt x="735" y="7376"/>
                  </a:lnTo>
                  <a:lnTo>
                    <a:pt x="619" y="6912"/>
                  </a:lnTo>
                  <a:lnTo>
                    <a:pt x="542" y="6449"/>
                  </a:lnTo>
                  <a:lnTo>
                    <a:pt x="503" y="5985"/>
                  </a:lnTo>
                  <a:lnTo>
                    <a:pt x="503" y="5522"/>
                  </a:lnTo>
                  <a:lnTo>
                    <a:pt x="542" y="5020"/>
                  </a:lnTo>
                  <a:lnTo>
                    <a:pt x="619" y="4557"/>
                  </a:lnTo>
                  <a:lnTo>
                    <a:pt x="696" y="4055"/>
                  </a:lnTo>
                  <a:lnTo>
                    <a:pt x="850" y="3591"/>
                  </a:lnTo>
                  <a:lnTo>
                    <a:pt x="1005" y="3167"/>
                  </a:lnTo>
                  <a:lnTo>
                    <a:pt x="1237" y="2742"/>
                  </a:lnTo>
                  <a:lnTo>
                    <a:pt x="1468" y="2317"/>
                  </a:lnTo>
                  <a:lnTo>
                    <a:pt x="1739" y="1931"/>
                  </a:lnTo>
                  <a:lnTo>
                    <a:pt x="2086" y="1583"/>
                  </a:lnTo>
                  <a:lnTo>
                    <a:pt x="2434" y="1274"/>
                  </a:lnTo>
                  <a:lnTo>
                    <a:pt x="2820" y="1004"/>
                  </a:lnTo>
                  <a:lnTo>
                    <a:pt x="3245" y="811"/>
                  </a:lnTo>
                  <a:lnTo>
                    <a:pt x="3708" y="618"/>
                  </a:lnTo>
                  <a:lnTo>
                    <a:pt x="4249" y="502"/>
                  </a:lnTo>
                  <a:lnTo>
                    <a:pt x="4751" y="463"/>
                  </a:lnTo>
                  <a:close/>
                  <a:moveTo>
                    <a:pt x="5137" y="12627"/>
                  </a:moveTo>
                  <a:lnTo>
                    <a:pt x="5214" y="12666"/>
                  </a:lnTo>
                  <a:lnTo>
                    <a:pt x="5484" y="13129"/>
                  </a:lnTo>
                  <a:lnTo>
                    <a:pt x="4751" y="13052"/>
                  </a:lnTo>
                  <a:lnTo>
                    <a:pt x="5059" y="12627"/>
                  </a:lnTo>
                  <a:close/>
                  <a:moveTo>
                    <a:pt x="3167" y="13979"/>
                  </a:moveTo>
                  <a:lnTo>
                    <a:pt x="3476" y="14403"/>
                  </a:lnTo>
                  <a:lnTo>
                    <a:pt x="3708" y="14828"/>
                  </a:lnTo>
                  <a:lnTo>
                    <a:pt x="3669" y="14867"/>
                  </a:lnTo>
                  <a:lnTo>
                    <a:pt x="3438" y="14944"/>
                  </a:lnTo>
                  <a:lnTo>
                    <a:pt x="3167" y="15021"/>
                  </a:lnTo>
                  <a:lnTo>
                    <a:pt x="2936" y="15060"/>
                  </a:lnTo>
                  <a:lnTo>
                    <a:pt x="2665" y="15021"/>
                  </a:lnTo>
                  <a:lnTo>
                    <a:pt x="2936" y="14519"/>
                  </a:lnTo>
                  <a:lnTo>
                    <a:pt x="3167" y="13979"/>
                  </a:lnTo>
                  <a:close/>
                  <a:moveTo>
                    <a:pt x="5330" y="14867"/>
                  </a:moveTo>
                  <a:lnTo>
                    <a:pt x="5021" y="15987"/>
                  </a:lnTo>
                  <a:lnTo>
                    <a:pt x="4789" y="15794"/>
                  </a:lnTo>
                  <a:lnTo>
                    <a:pt x="4557" y="15562"/>
                  </a:lnTo>
                  <a:lnTo>
                    <a:pt x="4364" y="15330"/>
                  </a:lnTo>
                  <a:lnTo>
                    <a:pt x="4210" y="15098"/>
                  </a:lnTo>
                  <a:lnTo>
                    <a:pt x="4171" y="15060"/>
                  </a:lnTo>
                  <a:lnTo>
                    <a:pt x="5330" y="14867"/>
                  </a:lnTo>
                  <a:close/>
                  <a:moveTo>
                    <a:pt x="4055" y="15407"/>
                  </a:moveTo>
                  <a:lnTo>
                    <a:pt x="4249" y="15678"/>
                  </a:lnTo>
                  <a:lnTo>
                    <a:pt x="4480" y="15948"/>
                  </a:lnTo>
                  <a:lnTo>
                    <a:pt x="4712" y="16218"/>
                  </a:lnTo>
                  <a:lnTo>
                    <a:pt x="4982" y="16450"/>
                  </a:lnTo>
                  <a:lnTo>
                    <a:pt x="5098" y="16489"/>
                  </a:lnTo>
                  <a:lnTo>
                    <a:pt x="4905" y="16991"/>
                  </a:lnTo>
                  <a:lnTo>
                    <a:pt x="4789" y="17531"/>
                  </a:lnTo>
                  <a:lnTo>
                    <a:pt x="4480" y="17145"/>
                  </a:lnTo>
                  <a:lnTo>
                    <a:pt x="4249" y="16759"/>
                  </a:lnTo>
                  <a:lnTo>
                    <a:pt x="4133" y="16527"/>
                  </a:lnTo>
                  <a:lnTo>
                    <a:pt x="4055" y="16296"/>
                  </a:lnTo>
                  <a:lnTo>
                    <a:pt x="4017" y="16064"/>
                  </a:lnTo>
                  <a:lnTo>
                    <a:pt x="4017" y="15794"/>
                  </a:lnTo>
                  <a:lnTo>
                    <a:pt x="4055" y="15407"/>
                  </a:lnTo>
                  <a:close/>
                  <a:moveTo>
                    <a:pt x="5291" y="16798"/>
                  </a:moveTo>
                  <a:lnTo>
                    <a:pt x="5600" y="17145"/>
                  </a:lnTo>
                  <a:lnTo>
                    <a:pt x="5870" y="17531"/>
                  </a:lnTo>
                  <a:lnTo>
                    <a:pt x="5446" y="17570"/>
                  </a:lnTo>
                  <a:lnTo>
                    <a:pt x="5021" y="17647"/>
                  </a:lnTo>
                  <a:lnTo>
                    <a:pt x="5291" y="16798"/>
                  </a:lnTo>
                  <a:close/>
                  <a:moveTo>
                    <a:pt x="4557" y="17879"/>
                  </a:moveTo>
                  <a:lnTo>
                    <a:pt x="4635" y="17995"/>
                  </a:lnTo>
                  <a:lnTo>
                    <a:pt x="4519" y="18149"/>
                  </a:lnTo>
                  <a:lnTo>
                    <a:pt x="4403" y="18381"/>
                  </a:lnTo>
                  <a:lnTo>
                    <a:pt x="4287" y="18805"/>
                  </a:lnTo>
                  <a:lnTo>
                    <a:pt x="3901" y="18381"/>
                  </a:lnTo>
                  <a:lnTo>
                    <a:pt x="3553" y="17917"/>
                  </a:lnTo>
                  <a:lnTo>
                    <a:pt x="4557" y="17879"/>
                  </a:lnTo>
                  <a:close/>
                  <a:moveTo>
                    <a:pt x="7917" y="20003"/>
                  </a:moveTo>
                  <a:lnTo>
                    <a:pt x="7878" y="20736"/>
                  </a:lnTo>
                  <a:lnTo>
                    <a:pt x="7763" y="21509"/>
                  </a:lnTo>
                  <a:lnTo>
                    <a:pt x="6797" y="20775"/>
                  </a:lnTo>
                  <a:lnTo>
                    <a:pt x="6759" y="20736"/>
                  </a:lnTo>
                  <a:lnTo>
                    <a:pt x="6681" y="20466"/>
                  </a:lnTo>
                  <a:lnTo>
                    <a:pt x="6990" y="20273"/>
                  </a:lnTo>
                  <a:lnTo>
                    <a:pt x="7299" y="20118"/>
                  </a:lnTo>
                  <a:lnTo>
                    <a:pt x="7608" y="20041"/>
                  </a:lnTo>
                  <a:lnTo>
                    <a:pt x="7917" y="20003"/>
                  </a:lnTo>
                  <a:close/>
                  <a:moveTo>
                    <a:pt x="5330" y="20389"/>
                  </a:moveTo>
                  <a:lnTo>
                    <a:pt x="6179" y="20813"/>
                  </a:lnTo>
                  <a:lnTo>
                    <a:pt x="5755" y="21200"/>
                  </a:lnTo>
                  <a:lnTo>
                    <a:pt x="5368" y="21663"/>
                  </a:lnTo>
                  <a:lnTo>
                    <a:pt x="5291" y="21007"/>
                  </a:lnTo>
                  <a:lnTo>
                    <a:pt x="5330" y="20389"/>
                  </a:lnTo>
                  <a:close/>
                  <a:moveTo>
                    <a:pt x="4905" y="0"/>
                  </a:moveTo>
                  <a:lnTo>
                    <a:pt x="4519" y="39"/>
                  </a:lnTo>
                  <a:lnTo>
                    <a:pt x="4171" y="39"/>
                  </a:lnTo>
                  <a:lnTo>
                    <a:pt x="3785" y="116"/>
                  </a:lnTo>
                  <a:lnTo>
                    <a:pt x="3438" y="232"/>
                  </a:lnTo>
                  <a:lnTo>
                    <a:pt x="3090" y="348"/>
                  </a:lnTo>
                  <a:lnTo>
                    <a:pt x="2743" y="502"/>
                  </a:lnTo>
                  <a:lnTo>
                    <a:pt x="2434" y="695"/>
                  </a:lnTo>
                  <a:lnTo>
                    <a:pt x="2086" y="927"/>
                  </a:lnTo>
                  <a:lnTo>
                    <a:pt x="1816" y="1197"/>
                  </a:lnTo>
                  <a:lnTo>
                    <a:pt x="1507" y="1506"/>
                  </a:lnTo>
                  <a:lnTo>
                    <a:pt x="1275" y="1815"/>
                  </a:lnTo>
                  <a:lnTo>
                    <a:pt x="1044" y="2124"/>
                  </a:lnTo>
                  <a:lnTo>
                    <a:pt x="812" y="2471"/>
                  </a:lnTo>
                  <a:lnTo>
                    <a:pt x="619" y="2858"/>
                  </a:lnTo>
                  <a:lnTo>
                    <a:pt x="464" y="3205"/>
                  </a:lnTo>
                  <a:lnTo>
                    <a:pt x="310" y="3591"/>
                  </a:lnTo>
                  <a:lnTo>
                    <a:pt x="233" y="3977"/>
                  </a:lnTo>
                  <a:lnTo>
                    <a:pt x="117" y="4364"/>
                  </a:lnTo>
                  <a:lnTo>
                    <a:pt x="78" y="4750"/>
                  </a:lnTo>
                  <a:lnTo>
                    <a:pt x="1" y="5174"/>
                  </a:lnTo>
                  <a:lnTo>
                    <a:pt x="1" y="5561"/>
                  </a:lnTo>
                  <a:lnTo>
                    <a:pt x="1" y="5985"/>
                  </a:lnTo>
                  <a:lnTo>
                    <a:pt x="40" y="6372"/>
                  </a:lnTo>
                  <a:lnTo>
                    <a:pt x="78" y="6796"/>
                  </a:lnTo>
                  <a:lnTo>
                    <a:pt x="155" y="7182"/>
                  </a:lnTo>
                  <a:lnTo>
                    <a:pt x="271" y="7569"/>
                  </a:lnTo>
                  <a:lnTo>
                    <a:pt x="387" y="7993"/>
                  </a:lnTo>
                  <a:lnTo>
                    <a:pt x="542" y="8380"/>
                  </a:lnTo>
                  <a:lnTo>
                    <a:pt x="928" y="9152"/>
                  </a:lnTo>
                  <a:lnTo>
                    <a:pt x="1121" y="9538"/>
                  </a:lnTo>
                  <a:lnTo>
                    <a:pt x="1352" y="9924"/>
                  </a:lnTo>
                  <a:lnTo>
                    <a:pt x="1623" y="10272"/>
                  </a:lnTo>
                  <a:lnTo>
                    <a:pt x="1893" y="10619"/>
                  </a:lnTo>
                  <a:lnTo>
                    <a:pt x="2202" y="10928"/>
                  </a:lnTo>
                  <a:lnTo>
                    <a:pt x="2511" y="11237"/>
                  </a:lnTo>
                  <a:lnTo>
                    <a:pt x="2820" y="11546"/>
                  </a:lnTo>
                  <a:lnTo>
                    <a:pt x="3167" y="11778"/>
                  </a:lnTo>
                  <a:lnTo>
                    <a:pt x="3553" y="12009"/>
                  </a:lnTo>
                  <a:lnTo>
                    <a:pt x="3940" y="12241"/>
                  </a:lnTo>
                  <a:lnTo>
                    <a:pt x="4326" y="12395"/>
                  </a:lnTo>
                  <a:lnTo>
                    <a:pt x="4712" y="12550"/>
                  </a:lnTo>
                  <a:lnTo>
                    <a:pt x="4171" y="13091"/>
                  </a:lnTo>
                  <a:lnTo>
                    <a:pt x="4133" y="13206"/>
                  </a:lnTo>
                  <a:lnTo>
                    <a:pt x="4133" y="13322"/>
                  </a:lnTo>
                  <a:lnTo>
                    <a:pt x="4210" y="13399"/>
                  </a:lnTo>
                  <a:lnTo>
                    <a:pt x="4326" y="13438"/>
                  </a:lnTo>
                  <a:lnTo>
                    <a:pt x="4789" y="13477"/>
                  </a:lnTo>
                  <a:lnTo>
                    <a:pt x="4519" y="13747"/>
                  </a:lnTo>
                  <a:lnTo>
                    <a:pt x="4287" y="13979"/>
                  </a:lnTo>
                  <a:lnTo>
                    <a:pt x="4094" y="14288"/>
                  </a:lnTo>
                  <a:lnTo>
                    <a:pt x="3940" y="14596"/>
                  </a:lnTo>
                  <a:lnTo>
                    <a:pt x="3785" y="14288"/>
                  </a:lnTo>
                  <a:lnTo>
                    <a:pt x="3631" y="14017"/>
                  </a:lnTo>
                  <a:lnTo>
                    <a:pt x="3438" y="13747"/>
                  </a:lnTo>
                  <a:lnTo>
                    <a:pt x="3206" y="13477"/>
                  </a:lnTo>
                  <a:lnTo>
                    <a:pt x="3129" y="13438"/>
                  </a:lnTo>
                  <a:lnTo>
                    <a:pt x="3051" y="13438"/>
                  </a:lnTo>
                  <a:lnTo>
                    <a:pt x="2974" y="13477"/>
                  </a:lnTo>
                  <a:lnTo>
                    <a:pt x="2897" y="13593"/>
                  </a:lnTo>
                  <a:lnTo>
                    <a:pt x="2588" y="14326"/>
                  </a:lnTo>
                  <a:lnTo>
                    <a:pt x="2241" y="15098"/>
                  </a:lnTo>
                  <a:lnTo>
                    <a:pt x="2202" y="15176"/>
                  </a:lnTo>
                  <a:lnTo>
                    <a:pt x="2202" y="15253"/>
                  </a:lnTo>
                  <a:lnTo>
                    <a:pt x="2241" y="15330"/>
                  </a:lnTo>
                  <a:lnTo>
                    <a:pt x="2318" y="15369"/>
                  </a:lnTo>
                  <a:lnTo>
                    <a:pt x="2665" y="15407"/>
                  </a:lnTo>
                  <a:lnTo>
                    <a:pt x="3013" y="15407"/>
                  </a:lnTo>
                  <a:lnTo>
                    <a:pt x="3360" y="15369"/>
                  </a:lnTo>
                  <a:lnTo>
                    <a:pt x="3669" y="15253"/>
                  </a:lnTo>
                  <a:lnTo>
                    <a:pt x="3669" y="15253"/>
                  </a:lnTo>
                  <a:lnTo>
                    <a:pt x="3631" y="15562"/>
                  </a:lnTo>
                  <a:lnTo>
                    <a:pt x="3592" y="15909"/>
                  </a:lnTo>
                  <a:lnTo>
                    <a:pt x="3631" y="16141"/>
                  </a:lnTo>
                  <a:lnTo>
                    <a:pt x="3669" y="16373"/>
                  </a:lnTo>
                  <a:lnTo>
                    <a:pt x="3785" y="16798"/>
                  </a:lnTo>
                  <a:lnTo>
                    <a:pt x="4017" y="17184"/>
                  </a:lnTo>
                  <a:lnTo>
                    <a:pt x="4287" y="17570"/>
                  </a:lnTo>
                  <a:lnTo>
                    <a:pt x="3245" y="17570"/>
                  </a:lnTo>
                  <a:lnTo>
                    <a:pt x="3167" y="17608"/>
                  </a:lnTo>
                  <a:lnTo>
                    <a:pt x="3090" y="17647"/>
                  </a:lnTo>
                  <a:lnTo>
                    <a:pt x="3051" y="17763"/>
                  </a:lnTo>
                  <a:lnTo>
                    <a:pt x="3090" y="17840"/>
                  </a:lnTo>
                  <a:lnTo>
                    <a:pt x="3322" y="18265"/>
                  </a:lnTo>
                  <a:lnTo>
                    <a:pt x="3592" y="18612"/>
                  </a:lnTo>
                  <a:lnTo>
                    <a:pt x="3901" y="18960"/>
                  </a:lnTo>
                  <a:lnTo>
                    <a:pt x="4249" y="19307"/>
                  </a:lnTo>
                  <a:lnTo>
                    <a:pt x="4326" y="19346"/>
                  </a:lnTo>
                  <a:lnTo>
                    <a:pt x="4442" y="19346"/>
                  </a:lnTo>
                  <a:lnTo>
                    <a:pt x="4519" y="19307"/>
                  </a:lnTo>
                  <a:lnTo>
                    <a:pt x="4557" y="19230"/>
                  </a:lnTo>
                  <a:lnTo>
                    <a:pt x="4751" y="18767"/>
                  </a:lnTo>
                  <a:lnTo>
                    <a:pt x="4828" y="18497"/>
                  </a:lnTo>
                  <a:lnTo>
                    <a:pt x="4905" y="18265"/>
                  </a:lnTo>
                  <a:lnTo>
                    <a:pt x="5021" y="18381"/>
                  </a:lnTo>
                  <a:lnTo>
                    <a:pt x="5446" y="18883"/>
                  </a:lnTo>
                  <a:lnTo>
                    <a:pt x="5793" y="19385"/>
                  </a:lnTo>
                  <a:lnTo>
                    <a:pt x="6063" y="19964"/>
                  </a:lnTo>
                  <a:lnTo>
                    <a:pt x="6257" y="20543"/>
                  </a:lnTo>
                  <a:lnTo>
                    <a:pt x="5253" y="19964"/>
                  </a:lnTo>
                  <a:lnTo>
                    <a:pt x="5175" y="19925"/>
                  </a:lnTo>
                  <a:lnTo>
                    <a:pt x="5098" y="19925"/>
                  </a:lnTo>
                  <a:lnTo>
                    <a:pt x="5021" y="20003"/>
                  </a:lnTo>
                  <a:lnTo>
                    <a:pt x="4982" y="20041"/>
                  </a:lnTo>
                  <a:lnTo>
                    <a:pt x="4944" y="20582"/>
                  </a:lnTo>
                  <a:lnTo>
                    <a:pt x="4944" y="21084"/>
                  </a:lnTo>
                  <a:lnTo>
                    <a:pt x="4982" y="21586"/>
                  </a:lnTo>
                  <a:lnTo>
                    <a:pt x="5059" y="22088"/>
                  </a:lnTo>
                  <a:lnTo>
                    <a:pt x="5098" y="22204"/>
                  </a:lnTo>
                  <a:lnTo>
                    <a:pt x="5214" y="22242"/>
                  </a:lnTo>
                  <a:lnTo>
                    <a:pt x="5291" y="22242"/>
                  </a:lnTo>
                  <a:lnTo>
                    <a:pt x="5368" y="22165"/>
                  </a:lnTo>
                  <a:lnTo>
                    <a:pt x="5870" y="21663"/>
                  </a:lnTo>
                  <a:lnTo>
                    <a:pt x="6372" y="21161"/>
                  </a:lnTo>
                  <a:lnTo>
                    <a:pt x="6411" y="21547"/>
                  </a:lnTo>
                  <a:lnTo>
                    <a:pt x="6372" y="21933"/>
                  </a:lnTo>
                  <a:lnTo>
                    <a:pt x="6295" y="22474"/>
                  </a:lnTo>
                  <a:lnTo>
                    <a:pt x="6102" y="23053"/>
                  </a:lnTo>
                  <a:lnTo>
                    <a:pt x="5870" y="23671"/>
                  </a:lnTo>
                  <a:lnTo>
                    <a:pt x="5677" y="23941"/>
                  </a:lnTo>
                  <a:lnTo>
                    <a:pt x="5523" y="24173"/>
                  </a:lnTo>
                  <a:lnTo>
                    <a:pt x="5330" y="24405"/>
                  </a:lnTo>
                  <a:lnTo>
                    <a:pt x="5098" y="24598"/>
                  </a:lnTo>
                  <a:lnTo>
                    <a:pt x="4866" y="24752"/>
                  </a:lnTo>
                  <a:lnTo>
                    <a:pt x="4635" y="24868"/>
                  </a:lnTo>
                  <a:lnTo>
                    <a:pt x="4364" y="24945"/>
                  </a:lnTo>
                  <a:lnTo>
                    <a:pt x="4094" y="24907"/>
                  </a:lnTo>
                  <a:lnTo>
                    <a:pt x="3785" y="24868"/>
                  </a:lnTo>
                  <a:lnTo>
                    <a:pt x="3476" y="24714"/>
                  </a:lnTo>
                  <a:lnTo>
                    <a:pt x="3399" y="24675"/>
                  </a:lnTo>
                  <a:lnTo>
                    <a:pt x="3360" y="24675"/>
                  </a:lnTo>
                  <a:lnTo>
                    <a:pt x="3283" y="24752"/>
                  </a:lnTo>
                  <a:lnTo>
                    <a:pt x="3245" y="24868"/>
                  </a:lnTo>
                  <a:lnTo>
                    <a:pt x="3245" y="24907"/>
                  </a:lnTo>
                  <a:lnTo>
                    <a:pt x="3283" y="24945"/>
                  </a:lnTo>
                  <a:lnTo>
                    <a:pt x="3438" y="25100"/>
                  </a:lnTo>
                  <a:lnTo>
                    <a:pt x="3592" y="25216"/>
                  </a:lnTo>
                  <a:lnTo>
                    <a:pt x="3785" y="25293"/>
                  </a:lnTo>
                  <a:lnTo>
                    <a:pt x="3940" y="25331"/>
                  </a:lnTo>
                  <a:lnTo>
                    <a:pt x="4133" y="25370"/>
                  </a:lnTo>
                  <a:lnTo>
                    <a:pt x="4287" y="25370"/>
                  </a:lnTo>
                  <a:lnTo>
                    <a:pt x="4635" y="25293"/>
                  </a:lnTo>
                  <a:lnTo>
                    <a:pt x="4982" y="25138"/>
                  </a:lnTo>
                  <a:lnTo>
                    <a:pt x="5330" y="24945"/>
                  </a:lnTo>
                  <a:lnTo>
                    <a:pt x="5600" y="24714"/>
                  </a:lnTo>
                  <a:lnTo>
                    <a:pt x="5870" y="24443"/>
                  </a:lnTo>
                  <a:lnTo>
                    <a:pt x="6141" y="24057"/>
                  </a:lnTo>
                  <a:lnTo>
                    <a:pt x="6334" y="23671"/>
                  </a:lnTo>
                  <a:lnTo>
                    <a:pt x="6527" y="23285"/>
                  </a:lnTo>
                  <a:lnTo>
                    <a:pt x="6643" y="22860"/>
                  </a:lnTo>
                  <a:lnTo>
                    <a:pt x="6759" y="22435"/>
                  </a:lnTo>
                  <a:lnTo>
                    <a:pt x="6797" y="21972"/>
                  </a:lnTo>
                  <a:lnTo>
                    <a:pt x="6836" y="21547"/>
                  </a:lnTo>
                  <a:lnTo>
                    <a:pt x="6797" y="21084"/>
                  </a:lnTo>
                  <a:lnTo>
                    <a:pt x="7763" y="21933"/>
                  </a:lnTo>
                  <a:lnTo>
                    <a:pt x="7840" y="21972"/>
                  </a:lnTo>
                  <a:lnTo>
                    <a:pt x="7917" y="21972"/>
                  </a:lnTo>
                  <a:lnTo>
                    <a:pt x="7994" y="21933"/>
                  </a:lnTo>
                  <a:lnTo>
                    <a:pt x="8071" y="21856"/>
                  </a:lnTo>
                  <a:lnTo>
                    <a:pt x="8149" y="21354"/>
                  </a:lnTo>
                  <a:lnTo>
                    <a:pt x="8226" y="20852"/>
                  </a:lnTo>
                  <a:lnTo>
                    <a:pt x="8303" y="19809"/>
                  </a:lnTo>
                  <a:lnTo>
                    <a:pt x="8303" y="19732"/>
                  </a:lnTo>
                  <a:lnTo>
                    <a:pt x="8265" y="19694"/>
                  </a:lnTo>
                  <a:lnTo>
                    <a:pt x="8187" y="19655"/>
                  </a:lnTo>
                  <a:lnTo>
                    <a:pt x="8149" y="19616"/>
                  </a:lnTo>
                  <a:lnTo>
                    <a:pt x="7724" y="19655"/>
                  </a:lnTo>
                  <a:lnTo>
                    <a:pt x="7299" y="19732"/>
                  </a:lnTo>
                  <a:lnTo>
                    <a:pt x="6952" y="19848"/>
                  </a:lnTo>
                  <a:lnTo>
                    <a:pt x="6604" y="20080"/>
                  </a:lnTo>
                  <a:lnTo>
                    <a:pt x="6334" y="19539"/>
                  </a:lnTo>
                  <a:lnTo>
                    <a:pt x="6025" y="18999"/>
                  </a:lnTo>
                  <a:lnTo>
                    <a:pt x="5677" y="18497"/>
                  </a:lnTo>
                  <a:lnTo>
                    <a:pt x="5253" y="18033"/>
                  </a:lnTo>
                  <a:lnTo>
                    <a:pt x="5214" y="17995"/>
                  </a:lnTo>
                  <a:lnTo>
                    <a:pt x="5716" y="17956"/>
                  </a:lnTo>
                  <a:lnTo>
                    <a:pt x="6179" y="17879"/>
                  </a:lnTo>
                  <a:lnTo>
                    <a:pt x="6257" y="17840"/>
                  </a:lnTo>
                  <a:lnTo>
                    <a:pt x="6295" y="17763"/>
                  </a:lnTo>
                  <a:lnTo>
                    <a:pt x="6295" y="17686"/>
                  </a:lnTo>
                  <a:lnTo>
                    <a:pt x="6257" y="17608"/>
                  </a:lnTo>
                  <a:lnTo>
                    <a:pt x="6102" y="17261"/>
                  </a:lnTo>
                  <a:lnTo>
                    <a:pt x="5870" y="16952"/>
                  </a:lnTo>
                  <a:lnTo>
                    <a:pt x="5639" y="16682"/>
                  </a:lnTo>
                  <a:lnTo>
                    <a:pt x="5368" y="16411"/>
                  </a:lnTo>
                  <a:lnTo>
                    <a:pt x="5291" y="16373"/>
                  </a:lnTo>
                  <a:lnTo>
                    <a:pt x="5793" y="14674"/>
                  </a:lnTo>
                  <a:lnTo>
                    <a:pt x="5793" y="14558"/>
                  </a:lnTo>
                  <a:lnTo>
                    <a:pt x="5755" y="14481"/>
                  </a:lnTo>
                  <a:lnTo>
                    <a:pt x="5677" y="14442"/>
                  </a:lnTo>
                  <a:lnTo>
                    <a:pt x="5561" y="14442"/>
                  </a:lnTo>
                  <a:lnTo>
                    <a:pt x="4326" y="14674"/>
                  </a:lnTo>
                  <a:lnTo>
                    <a:pt x="4326" y="14674"/>
                  </a:lnTo>
                  <a:lnTo>
                    <a:pt x="4519" y="14326"/>
                  </a:lnTo>
                  <a:lnTo>
                    <a:pt x="4751" y="14056"/>
                  </a:lnTo>
                  <a:lnTo>
                    <a:pt x="4982" y="13786"/>
                  </a:lnTo>
                  <a:lnTo>
                    <a:pt x="5214" y="13515"/>
                  </a:lnTo>
                  <a:lnTo>
                    <a:pt x="5870" y="13554"/>
                  </a:lnTo>
                  <a:lnTo>
                    <a:pt x="5986" y="13515"/>
                  </a:lnTo>
                  <a:lnTo>
                    <a:pt x="6025" y="13438"/>
                  </a:lnTo>
                  <a:lnTo>
                    <a:pt x="6063" y="13361"/>
                  </a:lnTo>
                  <a:lnTo>
                    <a:pt x="6025" y="13245"/>
                  </a:lnTo>
                  <a:lnTo>
                    <a:pt x="5832" y="12820"/>
                  </a:lnTo>
                  <a:lnTo>
                    <a:pt x="5561" y="12434"/>
                  </a:lnTo>
                  <a:lnTo>
                    <a:pt x="6257" y="11893"/>
                  </a:lnTo>
                  <a:lnTo>
                    <a:pt x="6913" y="11276"/>
                  </a:lnTo>
                  <a:lnTo>
                    <a:pt x="7531" y="10619"/>
                  </a:lnTo>
                  <a:lnTo>
                    <a:pt x="8110" y="9885"/>
                  </a:lnTo>
                  <a:lnTo>
                    <a:pt x="8573" y="9152"/>
                  </a:lnTo>
                  <a:lnTo>
                    <a:pt x="8805" y="8766"/>
                  </a:lnTo>
                  <a:lnTo>
                    <a:pt x="8998" y="8341"/>
                  </a:lnTo>
                  <a:lnTo>
                    <a:pt x="9153" y="7916"/>
                  </a:lnTo>
                  <a:lnTo>
                    <a:pt x="9307" y="7491"/>
                  </a:lnTo>
                  <a:lnTo>
                    <a:pt x="9423" y="7067"/>
                  </a:lnTo>
                  <a:lnTo>
                    <a:pt x="9500" y="6642"/>
                  </a:lnTo>
                  <a:lnTo>
                    <a:pt x="9577" y="6217"/>
                  </a:lnTo>
                  <a:lnTo>
                    <a:pt x="9616" y="5754"/>
                  </a:lnTo>
                  <a:lnTo>
                    <a:pt x="9616" y="5329"/>
                  </a:lnTo>
                  <a:lnTo>
                    <a:pt x="9577" y="4904"/>
                  </a:lnTo>
                  <a:lnTo>
                    <a:pt x="9539" y="4479"/>
                  </a:lnTo>
                  <a:lnTo>
                    <a:pt x="9462" y="4093"/>
                  </a:lnTo>
                  <a:lnTo>
                    <a:pt x="9346" y="3669"/>
                  </a:lnTo>
                  <a:lnTo>
                    <a:pt x="9230" y="3282"/>
                  </a:lnTo>
                  <a:lnTo>
                    <a:pt x="9037" y="2896"/>
                  </a:lnTo>
                  <a:lnTo>
                    <a:pt x="8882" y="2510"/>
                  </a:lnTo>
                  <a:lnTo>
                    <a:pt x="8651" y="2163"/>
                  </a:lnTo>
                  <a:lnTo>
                    <a:pt x="8380" y="1815"/>
                  </a:lnTo>
                  <a:lnTo>
                    <a:pt x="8110" y="1506"/>
                  </a:lnTo>
                  <a:lnTo>
                    <a:pt x="7801" y="1197"/>
                  </a:lnTo>
                  <a:lnTo>
                    <a:pt x="7492" y="927"/>
                  </a:lnTo>
                  <a:lnTo>
                    <a:pt x="7106" y="695"/>
                  </a:lnTo>
                  <a:lnTo>
                    <a:pt x="6759" y="502"/>
                  </a:lnTo>
                  <a:lnTo>
                    <a:pt x="6411" y="348"/>
                  </a:lnTo>
                  <a:lnTo>
                    <a:pt x="6025" y="193"/>
                  </a:lnTo>
                  <a:lnTo>
                    <a:pt x="5639" y="116"/>
                  </a:lnTo>
                  <a:lnTo>
                    <a:pt x="5291" y="3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7"/>
            <p:cNvSpPr/>
            <p:nvPr/>
          </p:nvSpPr>
          <p:spPr>
            <a:xfrm>
              <a:off x="3031900" y="427125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4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8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1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9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5"/>
                  </a:lnTo>
                  <a:lnTo>
                    <a:pt x="1159" y="541"/>
                  </a:lnTo>
                  <a:lnTo>
                    <a:pt x="1352" y="426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9"/>
                  </a:lnTo>
                  <a:lnTo>
                    <a:pt x="309" y="928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6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3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4"/>
                  </a:lnTo>
                  <a:lnTo>
                    <a:pt x="1468" y="4017"/>
                  </a:lnTo>
                  <a:lnTo>
                    <a:pt x="1661" y="4094"/>
                  </a:lnTo>
                  <a:lnTo>
                    <a:pt x="1893" y="4133"/>
                  </a:lnTo>
                  <a:lnTo>
                    <a:pt x="2317" y="4133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3"/>
                  </a:lnTo>
                  <a:lnTo>
                    <a:pt x="4171" y="1430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7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7"/>
            <p:cNvSpPr/>
            <p:nvPr/>
          </p:nvSpPr>
          <p:spPr>
            <a:xfrm>
              <a:off x="5567925" y="4274150"/>
              <a:ext cx="67600" cy="76300"/>
            </a:xfrm>
            <a:custGeom>
              <a:avLst/>
              <a:gdLst/>
              <a:ahLst/>
              <a:cxnLst/>
              <a:rect l="l" t="t" r="r" b="b"/>
              <a:pathLst>
                <a:path w="2704" h="3052" extrusionOk="0">
                  <a:moveTo>
                    <a:pt x="1159" y="425"/>
                  </a:moveTo>
                  <a:lnTo>
                    <a:pt x="1429" y="503"/>
                  </a:lnTo>
                  <a:lnTo>
                    <a:pt x="1661" y="619"/>
                  </a:lnTo>
                  <a:lnTo>
                    <a:pt x="1854" y="773"/>
                  </a:lnTo>
                  <a:lnTo>
                    <a:pt x="2009" y="966"/>
                  </a:lnTo>
                  <a:lnTo>
                    <a:pt x="2124" y="1121"/>
                  </a:lnTo>
                  <a:lnTo>
                    <a:pt x="2202" y="1314"/>
                  </a:lnTo>
                  <a:lnTo>
                    <a:pt x="2318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5"/>
                  </a:lnTo>
                  <a:lnTo>
                    <a:pt x="2047" y="2279"/>
                  </a:lnTo>
                  <a:lnTo>
                    <a:pt x="1623" y="2047"/>
                  </a:lnTo>
                  <a:lnTo>
                    <a:pt x="1236" y="1893"/>
                  </a:lnTo>
                  <a:lnTo>
                    <a:pt x="1005" y="1777"/>
                  </a:lnTo>
                  <a:lnTo>
                    <a:pt x="812" y="1661"/>
                  </a:lnTo>
                  <a:lnTo>
                    <a:pt x="619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2"/>
                  </a:lnTo>
                  <a:lnTo>
                    <a:pt x="541" y="657"/>
                  </a:lnTo>
                  <a:lnTo>
                    <a:pt x="619" y="580"/>
                  </a:lnTo>
                  <a:lnTo>
                    <a:pt x="696" y="503"/>
                  </a:lnTo>
                  <a:lnTo>
                    <a:pt x="812" y="464"/>
                  </a:lnTo>
                  <a:lnTo>
                    <a:pt x="927" y="425"/>
                  </a:lnTo>
                  <a:close/>
                  <a:moveTo>
                    <a:pt x="1005" y="1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4" y="425"/>
                  </a:lnTo>
                  <a:lnTo>
                    <a:pt x="78" y="619"/>
                  </a:lnTo>
                  <a:lnTo>
                    <a:pt x="1" y="812"/>
                  </a:lnTo>
                  <a:lnTo>
                    <a:pt x="1" y="1005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3"/>
                  </a:lnTo>
                  <a:lnTo>
                    <a:pt x="387" y="1854"/>
                  </a:lnTo>
                  <a:lnTo>
                    <a:pt x="619" y="2047"/>
                  </a:lnTo>
                  <a:lnTo>
                    <a:pt x="889" y="2202"/>
                  </a:lnTo>
                  <a:lnTo>
                    <a:pt x="1198" y="2318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9" y="2742"/>
                  </a:lnTo>
                  <a:lnTo>
                    <a:pt x="2202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1" y="3013"/>
                  </a:lnTo>
                  <a:lnTo>
                    <a:pt x="2588" y="2974"/>
                  </a:lnTo>
                  <a:lnTo>
                    <a:pt x="2626" y="2897"/>
                  </a:lnTo>
                  <a:lnTo>
                    <a:pt x="2704" y="2318"/>
                  </a:lnTo>
                  <a:lnTo>
                    <a:pt x="2704" y="2009"/>
                  </a:lnTo>
                  <a:lnTo>
                    <a:pt x="2704" y="1700"/>
                  </a:lnTo>
                  <a:lnTo>
                    <a:pt x="2626" y="1429"/>
                  </a:lnTo>
                  <a:lnTo>
                    <a:pt x="2549" y="1121"/>
                  </a:lnTo>
                  <a:lnTo>
                    <a:pt x="2433" y="850"/>
                  </a:lnTo>
                  <a:lnTo>
                    <a:pt x="2279" y="580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700" y="117"/>
                  </a:lnTo>
                  <a:lnTo>
                    <a:pt x="1507" y="39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7"/>
            <p:cNvSpPr/>
            <p:nvPr/>
          </p:nvSpPr>
          <p:spPr>
            <a:xfrm>
              <a:off x="2254775" y="4312775"/>
              <a:ext cx="326325" cy="190200"/>
            </a:xfrm>
            <a:custGeom>
              <a:avLst/>
              <a:gdLst/>
              <a:ahLst/>
              <a:cxnLst/>
              <a:rect l="l" t="t" r="r" b="b"/>
              <a:pathLst>
                <a:path w="13053" h="7608" extrusionOk="0">
                  <a:moveTo>
                    <a:pt x="8920" y="271"/>
                  </a:moveTo>
                  <a:lnTo>
                    <a:pt x="9036" y="348"/>
                  </a:lnTo>
                  <a:lnTo>
                    <a:pt x="9191" y="464"/>
                  </a:lnTo>
                  <a:lnTo>
                    <a:pt x="9307" y="618"/>
                  </a:lnTo>
                  <a:lnTo>
                    <a:pt x="9384" y="657"/>
                  </a:lnTo>
                  <a:lnTo>
                    <a:pt x="9422" y="966"/>
                  </a:lnTo>
                  <a:lnTo>
                    <a:pt x="9422" y="1275"/>
                  </a:lnTo>
                  <a:lnTo>
                    <a:pt x="9345" y="1545"/>
                  </a:lnTo>
                  <a:lnTo>
                    <a:pt x="9229" y="1815"/>
                  </a:lnTo>
                  <a:lnTo>
                    <a:pt x="9036" y="2085"/>
                  </a:lnTo>
                  <a:lnTo>
                    <a:pt x="8882" y="2317"/>
                  </a:lnTo>
                  <a:lnTo>
                    <a:pt x="8457" y="2781"/>
                  </a:lnTo>
                  <a:lnTo>
                    <a:pt x="6990" y="4441"/>
                  </a:lnTo>
                  <a:lnTo>
                    <a:pt x="6835" y="4441"/>
                  </a:lnTo>
                  <a:lnTo>
                    <a:pt x="7106" y="3476"/>
                  </a:lnTo>
                  <a:lnTo>
                    <a:pt x="7415" y="2549"/>
                  </a:lnTo>
                  <a:lnTo>
                    <a:pt x="7801" y="1506"/>
                  </a:lnTo>
                  <a:lnTo>
                    <a:pt x="8032" y="1043"/>
                  </a:lnTo>
                  <a:lnTo>
                    <a:pt x="8187" y="773"/>
                  </a:lnTo>
                  <a:lnTo>
                    <a:pt x="8380" y="502"/>
                  </a:lnTo>
                  <a:lnTo>
                    <a:pt x="8573" y="348"/>
                  </a:lnTo>
                  <a:lnTo>
                    <a:pt x="8689" y="271"/>
                  </a:lnTo>
                  <a:close/>
                  <a:moveTo>
                    <a:pt x="2124" y="4441"/>
                  </a:moveTo>
                  <a:lnTo>
                    <a:pt x="2974" y="4557"/>
                  </a:lnTo>
                  <a:lnTo>
                    <a:pt x="3823" y="4711"/>
                  </a:lnTo>
                  <a:lnTo>
                    <a:pt x="4905" y="4866"/>
                  </a:lnTo>
                  <a:lnTo>
                    <a:pt x="5407" y="4943"/>
                  </a:lnTo>
                  <a:lnTo>
                    <a:pt x="5947" y="4982"/>
                  </a:lnTo>
                  <a:lnTo>
                    <a:pt x="4673" y="5213"/>
                  </a:lnTo>
                  <a:lnTo>
                    <a:pt x="3399" y="5406"/>
                  </a:lnTo>
                  <a:lnTo>
                    <a:pt x="2703" y="5484"/>
                  </a:lnTo>
                  <a:lnTo>
                    <a:pt x="1622" y="5484"/>
                  </a:lnTo>
                  <a:lnTo>
                    <a:pt x="1236" y="5445"/>
                  </a:lnTo>
                  <a:lnTo>
                    <a:pt x="966" y="5368"/>
                  </a:lnTo>
                  <a:lnTo>
                    <a:pt x="773" y="5291"/>
                  </a:lnTo>
                  <a:lnTo>
                    <a:pt x="696" y="5213"/>
                  </a:lnTo>
                  <a:lnTo>
                    <a:pt x="657" y="5097"/>
                  </a:lnTo>
                  <a:lnTo>
                    <a:pt x="657" y="4982"/>
                  </a:lnTo>
                  <a:lnTo>
                    <a:pt x="696" y="4827"/>
                  </a:lnTo>
                  <a:lnTo>
                    <a:pt x="734" y="4673"/>
                  </a:lnTo>
                  <a:lnTo>
                    <a:pt x="811" y="4557"/>
                  </a:lnTo>
                  <a:lnTo>
                    <a:pt x="889" y="4480"/>
                  </a:lnTo>
                  <a:lnTo>
                    <a:pt x="966" y="4441"/>
                  </a:lnTo>
                  <a:close/>
                  <a:moveTo>
                    <a:pt x="7183" y="4866"/>
                  </a:moveTo>
                  <a:lnTo>
                    <a:pt x="8380" y="5097"/>
                  </a:lnTo>
                  <a:lnTo>
                    <a:pt x="9616" y="5406"/>
                  </a:lnTo>
                  <a:lnTo>
                    <a:pt x="10272" y="5599"/>
                  </a:lnTo>
                  <a:lnTo>
                    <a:pt x="10967" y="5792"/>
                  </a:lnTo>
                  <a:lnTo>
                    <a:pt x="11662" y="6024"/>
                  </a:lnTo>
                  <a:lnTo>
                    <a:pt x="12087" y="6217"/>
                  </a:lnTo>
                  <a:lnTo>
                    <a:pt x="12203" y="6256"/>
                  </a:lnTo>
                  <a:lnTo>
                    <a:pt x="12319" y="6333"/>
                  </a:lnTo>
                  <a:lnTo>
                    <a:pt x="12396" y="6410"/>
                  </a:lnTo>
                  <a:lnTo>
                    <a:pt x="12434" y="6526"/>
                  </a:lnTo>
                  <a:lnTo>
                    <a:pt x="12473" y="6642"/>
                  </a:lnTo>
                  <a:lnTo>
                    <a:pt x="12473" y="6796"/>
                  </a:lnTo>
                  <a:lnTo>
                    <a:pt x="12396" y="7144"/>
                  </a:lnTo>
                  <a:lnTo>
                    <a:pt x="12241" y="7183"/>
                  </a:lnTo>
                  <a:lnTo>
                    <a:pt x="12010" y="7221"/>
                  </a:lnTo>
                  <a:lnTo>
                    <a:pt x="11817" y="7183"/>
                  </a:lnTo>
                  <a:lnTo>
                    <a:pt x="11585" y="7144"/>
                  </a:lnTo>
                  <a:lnTo>
                    <a:pt x="11122" y="7028"/>
                  </a:lnTo>
                  <a:lnTo>
                    <a:pt x="10735" y="6874"/>
                  </a:lnTo>
                  <a:lnTo>
                    <a:pt x="10002" y="6603"/>
                  </a:lnTo>
                  <a:lnTo>
                    <a:pt x="9307" y="6256"/>
                  </a:lnTo>
                  <a:lnTo>
                    <a:pt x="8766" y="5947"/>
                  </a:lnTo>
                  <a:lnTo>
                    <a:pt x="8225" y="5599"/>
                  </a:lnTo>
                  <a:lnTo>
                    <a:pt x="7183" y="4866"/>
                  </a:lnTo>
                  <a:close/>
                  <a:moveTo>
                    <a:pt x="8805" y="0"/>
                  </a:moveTo>
                  <a:lnTo>
                    <a:pt x="8573" y="39"/>
                  </a:lnTo>
                  <a:lnTo>
                    <a:pt x="8341" y="155"/>
                  </a:lnTo>
                  <a:lnTo>
                    <a:pt x="8110" y="271"/>
                  </a:lnTo>
                  <a:lnTo>
                    <a:pt x="7955" y="464"/>
                  </a:lnTo>
                  <a:lnTo>
                    <a:pt x="7723" y="850"/>
                  </a:lnTo>
                  <a:lnTo>
                    <a:pt x="7492" y="1275"/>
                  </a:lnTo>
                  <a:lnTo>
                    <a:pt x="7183" y="2201"/>
                  </a:lnTo>
                  <a:lnTo>
                    <a:pt x="6835" y="3321"/>
                  </a:lnTo>
                  <a:lnTo>
                    <a:pt x="6719" y="3862"/>
                  </a:lnTo>
                  <a:lnTo>
                    <a:pt x="6604" y="4441"/>
                  </a:lnTo>
                  <a:lnTo>
                    <a:pt x="6526" y="4518"/>
                  </a:lnTo>
                  <a:lnTo>
                    <a:pt x="6526" y="4634"/>
                  </a:lnTo>
                  <a:lnTo>
                    <a:pt x="5947" y="4595"/>
                  </a:lnTo>
                  <a:lnTo>
                    <a:pt x="5407" y="4557"/>
                  </a:lnTo>
                  <a:lnTo>
                    <a:pt x="4325" y="4402"/>
                  </a:lnTo>
                  <a:lnTo>
                    <a:pt x="3244" y="4209"/>
                  </a:lnTo>
                  <a:lnTo>
                    <a:pt x="2703" y="4132"/>
                  </a:lnTo>
                  <a:lnTo>
                    <a:pt x="2124" y="4093"/>
                  </a:lnTo>
                  <a:lnTo>
                    <a:pt x="1545" y="4055"/>
                  </a:lnTo>
                  <a:lnTo>
                    <a:pt x="1159" y="4055"/>
                  </a:lnTo>
                  <a:lnTo>
                    <a:pt x="773" y="4093"/>
                  </a:lnTo>
                  <a:lnTo>
                    <a:pt x="425" y="4209"/>
                  </a:lnTo>
                  <a:lnTo>
                    <a:pt x="271" y="4287"/>
                  </a:lnTo>
                  <a:lnTo>
                    <a:pt x="155" y="4364"/>
                  </a:lnTo>
                  <a:lnTo>
                    <a:pt x="78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4982"/>
                  </a:lnTo>
                  <a:lnTo>
                    <a:pt x="78" y="5136"/>
                  </a:lnTo>
                  <a:lnTo>
                    <a:pt x="155" y="5252"/>
                  </a:lnTo>
                  <a:lnTo>
                    <a:pt x="232" y="5406"/>
                  </a:lnTo>
                  <a:lnTo>
                    <a:pt x="348" y="5522"/>
                  </a:lnTo>
                  <a:lnTo>
                    <a:pt x="618" y="5677"/>
                  </a:lnTo>
                  <a:lnTo>
                    <a:pt x="927" y="5792"/>
                  </a:lnTo>
                  <a:lnTo>
                    <a:pt x="1275" y="5870"/>
                  </a:lnTo>
                  <a:lnTo>
                    <a:pt x="1622" y="5908"/>
                  </a:lnTo>
                  <a:lnTo>
                    <a:pt x="2240" y="5908"/>
                  </a:lnTo>
                  <a:lnTo>
                    <a:pt x="3360" y="5831"/>
                  </a:lnTo>
                  <a:lnTo>
                    <a:pt x="4441" y="5715"/>
                  </a:lnTo>
                  <a:lnTo>
                    <a:pt x="5561" y="5484"/>
                  </a:lnTo>
                  <a:lnTo>
                    <a:pt x="6102" y="5329"/>
                  </a:lnTo>
                  <a:lnTo>
                    <a:pt x="6604" y="5136"/>
                  </a:lnTo>
                  <a:lnTo>
                    <a:pt x="6604" y="5175"/>
                  </a:lnTo>
                  <a:lnTo>
                    <a:pt x="6642" y="5599"/>
                  </a:lnTo>
                  <a:lnTo>
                    <a:pt x="6681" y="5792"/>
                  </a:lnTo>
                  <a:lnTo>
                    <a:pt x="6758" y="5986"/>
                  </a:lnTo>
                  <a:lnTo>
                    <a:pt x="7028" y="6024"/>
                  </a:lnTo>
                  <a:lnTo>
                    <a:pt x="7028" y="5986"/>
                  </a:lnTo>
                  <a:lnTo>
                    <a:pt x="6951" y="5599"/>
                  </a:lnTo>
                  <a:lnTo>
                    <a:pt x="6951" y="5406"/>
                  </a:lnTo>
                  <a:lnTo>
                    <a:pt x="6990" y="5213"/>
                  </a:lnTo>
                  <a:lnTo>
                    <a:pt x="7028" y="5175"/>
                  </a:lnTo>
                  <a:lnTo>
                    <a:pt x="7723" y="5754"/>
                  </a:lnTo>
                  <a:lnTo>
                    <a:pt x="8496" y="6256"/>
                  </a:lnTo>
                  <a:lnTo>
                    <a:pt x="9307" y="6681"/>
                  </a:lnTo>
                  <a:lnTo>
                    <a:pt x="10118" y="7067"/>
                  </a:lnTo>
                  <a:lnTo>
                    <a:pt x="10774" y="7337"/>
                  </a:lnTo>
                  <a:lnTo>
                    <a:pt x="11237" y="7453"/>
                  </a:lnTo>
                  <a:lnTo>
                    <a:pt x="11662" y="7569"/>
                  </a:lnTo>
                  <a:lnTo>
                    <a:pt x="12126" y="7607"/>
                  </a:lnTo>
                  <a:lnTo>
                    <a:pt x="12319" y="7569"/>
                  </a:lnTo>
                  <a:lnTo>
                    <a:pt x="12512" y="7530"/>
                  </a:lnTo>
                  <a:lnTo>
                    <a:pt x="12666" y="7453"/>
                  </a:lnTo>
                  <a:lnTo>
                    <a:pt x="12821" y="7376"/>
                  </a:lnTo>
                  <a:lnTo>
                    <a:pt x="12936" y="7221"/>
                  </a:lnTo>
                  <a:lnTo>
                    <a:pt x="13014" y="7028"/>
                  </a:lnTo>
                  <a:lnTo>
                    <a:pt x="13052" y="6874"/>
                  </a:lnTo>
                  <a:lnTo>
                    <a:pt x="13052" y="6719"/>
                  </a:lnTo>
                  <a:lnTo>
                    <a:pt x="13014" y="6565"/>
                  </a:lnTo>
                  <a:lnTo>
                    <a:pt x="12975" y="6449"/>
                  </a:lnTo>
                  <a:lnTo>
                    <a:pt x="12898" y="6333"/>
                  </a:lnTo>
                  <a:lnTo>
                    <a:pt x="12782" y="6217"/>
                  </a:lnTo>
                  <a:lnTo>
                    <a:pt x="12512" y="6024"/>
                  </a:lnTo>
                  <a:lnTo>
                    <a:pt x="12241" y="5870"/>
                  </a:lnTo>
                  <a:lnTo>
                    <a:pt x="11894" y="5715"/>
                  </a:lnTo>
                  <a:lnTo>
                    <a:pt x="11353" y="5522"/>
                  </a:lnTo>
                  <a:lnTo>
                    <a:pt x="10388" y="5213"/>
                  </a:lnTo>
                  <a:lnTo>
                    <a:pt x="9384" y="4943"/>
                  </a:lnTo>
                  <a:lnTo>
                    <a:pt x="8380" y="4711"/>
                  </a:lnTo>
                  <a:lnTo>
                    <a:pt x="7376" y="4518"/>
                  </a:lnTo>
                  <a:lnTo>
                    <a:pt x="8418" y="3437"/>
                  </a:lnTo>
                  <a:lnTo>
                    <a:pt x="8882" y="2896"/>
                  </a:lnTo>
                  <a:lnTo>
                    <a:pt x="9345" y="2279"/>
                  </a:lnTo>
                  <a:lnTo>
                    <a:pt x="9461" y="2085"/>
                  </a:lnTo>
                  <a:lnTo>
                    <a:pt x="9577" y="1854"/>
                  </a:lnTo>
                  <a:lnTo>
                    <a:pt x="9654" y="1622"/>
                  </a:lnTo>
                  <a:lnTo>
                    <a:pt x="9731" y="1390"/>
                  </a:lnTo>
                  <a:lnTo>
                    <a:pt x="9731" y="1159"/>
                  </a:lnTo>
                  <a:lnTo>
                    <a:pt x="9693" y="927"/>
                  </a:lnTo>
                  <a:lnTo>
                    <a:pt x="9654" y="657"/>
                  </a:lnTo>
                  <a:lnTo>
                    <a:pt x="9500" y="464"/>
                  </a:lnTo>
                  <a:lnTo>
                    <a:pt x="9461" y="309"/>
                  </a:lnTo>
                  <a:lnTo>
                    <a:pt x="9384" y="232"/>
                  </a:lnTo>
                  <a:lnTo>
                    <a:pt x="9229" y="78"/>
                  </a:lnTo>
                  <a:lnTo>
                    <a:pt x="90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7"/>
            <p:cNvSpPr/>
            <p:nvPr/>
          </p:nvSpPr>
          <p:spPr>
            <a:xfrm>
              <a:off x="1058675" y="4315675"/>
              <a:ext cx="594700" cy="534825"/>
            </a:xfrm>
            <a:custGeom>
              <a:avLst/>
              <a:gdLst/>
              <a:ahLst/>
              <a:cxnLst/>
              <a:rect l="l" t="t" r="r" b="b"/>
              <a:pathLst>
                <a:path w="23788" h="21393" extrusionOk="0">
                  <a:moveTo>
                    <a:pt x="23478" y="270"/>
                  </a:moveTo>
                  <a:lnTo>
                    <a:pt x="23401" y="386"/>
                  </a:lnTo>
                  <a:lnTo>
                    <a:pt x="22590" y="1815"/>
                  </a:lnTo>
                  <a:lnTo>
                    <a:pt x="21741" y="3205"/>
                  </a:lnTo>
                  <a:lnTo>
                    <a:pt x="20853" y="4595"/>
                  </a:lnTo>
                  <a:lnTo>
                    <a:pt x="19926" y="5985"/>
                  </a:lnTo>
                  <a:lnTo>
                    <a:pt x="19269" y="5754"/>
                  </a:lnTo>
                  <a:lnTo>
                    <a:pt x="18999" y="5638"/>
                  </a:lnTo>
                  <a:lnTo>
                    <a:pt x="18690" y="5483"/>
                  </a:lnTo>
                  <a:lnTo>
                    <a:pt x="18420" y="5290"/>
                  </a:lnTo>
                  <a:lnTo>
                    <a:pt x="18150" y="5059"/>
                  </a:lnTo>
                  <a:lnTo>
                    <a:pt x="17918" y="4827"/>
                  </a:lnTo>
                  <a:lnTo>
                    <a:pt x="17686" y="4557"/>
                  </a:lnTo>
                  <a:lnTo>
                    <a:pt x="17493" y="4286"/>
                  </a:lnTo>
                  <a:lnTo>
                    <a:pt x="17339" y="3977"/>
                  </a:lnTo>
                  <a:lnTo>
                    <a:pt x="17030" y="3360"/>
                  </a:lnTo>
                  <a:lnTo>
                    <a:pt x="16798" y="2742"/>
                  </a:lnTo>
                  <a:lnTo>
                    <a:pt x="16605" y="2085"/>
                  </a:lnTo>
                  <a:lnTo>
                    <a:pt x="17416" y="1776"/>
                  </a:lnTo>
                  <a:lnTo>
                    <a:pt x="18265" y="1467"/>
                  </a:lnTo>
                  <a:lnTo>
                    <a:pt x="19115" y="1197"/>
                  </a:lnTo>
                  <a:lnTo>
                    <a:pt x="19965" y="965"/>
                  </a:lnTo>
                  <a:lnTo>
                    <a:pt x="20853" y="772"/>
                  </a:lnTo>
                  <a:lnTo>
                    <a:pt x="21702" y="579"/>
                  </a:lnTo>
                  <a:lnTo>
                    <a:pt x="22590" y="425"/>
                  </a:lnTo>
                  <a:lnTo>
                    <a:pt x="23478" y="270"/>
                  </a:lnTo>
                  <a:close/>
                  <a:moveTo>
                    <a:pt x="4866" y="7607"/>
                  </a:moveTo>
                  <a:lnTo>
                    <a:pt x="6256" y="7646"/>
                  </a:lnTo>
                  <a:lnTo>
                    <a:pt x="7608" y="7723"/>
                  </a:lnTo>
                  <a:lnTo>
                    <a:pt x="7222" y="8186"/>
                  </a:lnTo>
                  <a:lnTo>
                    <a:pt x="6835" y="8650"/>
                  </a:lnTo>
                  <a:lnTo>
                    <a:pt x="6488" y="9190"/>
                  </a:lnTo>
                  <a:lnTo>
                    <a:pt x="6140" y="9692"/>
                  </a:lnTo>
                  <a:lnTo>
                    <a:pt x="5909" y="10233"/>
                  </a:lnTo>
                  <a:lnTo>
                    <a:pt x="5870" y="10272"/>
                  </a:lnTo>
                  <a:lnTo>
                    <a:pt x="5214" y="10774"/>
                  </a:lnTo>
                  <a:lnTo>
                    <a:pt x="4557" y="11314"/>
                  </a:lnTo>
                  <a:lnTo>
                    <a:pt x="4326" y="11546"/>
                  </a:lnTo>
                  <a:lnTo>
                    <a:pt x="4094" y="11816"/>
                  </a:lnTo>
                  <a:lnTo>
                    <a:pt x="3824" y="12048"/>
                  </a:lnTo>
                  <a:lnTo>
                    <a:pt x="3708" y="12125"/>
                  </a:lnTo>
                  <a:lnTo>
                    <a:pt x="3553" y="12164"/>
                  </a:lnTo>
                  <a:lnTo>
                    <a:pt x="3399" y="12202"/>
                  </a:lnTo>
                  <a:lnTo>
                    <a:pt x="3206" y="12164"/>
                  </a:lnTo>
                  <a:lnTo>
                    <a:pt x="2742" y="12087"/>
                  </a:lnTo>
                  <a:lnTo>
                    <a:pt x="1970" y="11855"/>
                  </a:lnTo>
                  <a:lnTo>
                    <a:pt x="387" y="11507"/>
                  </a:lnTo>
                  <a:lnTo>
                    <a:pt x="1005" y="11083"/>
                  </a:lnTo>
                  <a:lnTo>
                    <a:pt x="1584" y="10658"/>
                  </a:lnTo>
                  <a:lnTo>
                    <a:pt x="2163" y="10156"/>
                  </a:lnTo>
                  <a:lnTo>
                    <a:pt x="2704" y="9654"/>
                  </a:lnTo>
                  <a:lnTo>
                    <a:pt x="3553" y="8804"/>
                  </a:lnTo>
                  <a:lnTo>
                    <a:pt x="4055" y="8186"/>
                  </a:lnTo>
                  <a:lnTo>
                    <a:pt x="4326" y="7916"/>
                  </a:lnTo>
                  <a:lnTo>
                    <a:pt x="4634" y="7684"/>
                  </a:lnTo>
                  <a:lnTo>
                    <a:pt x="4789" y="7684"/>
                  </a:lnTo>
                  <a:lnTo>
                    <a:pt x="4827" y="7646"/>
                  </a:lnTo>
                  <a:lnTo>
                    <a:pt x="4866" y="7607"/>
                  </a:lnTo>
                  <a:close/>
                  <a:moveTo>
                    <a:pt x="16296" y="2201"/>
                  </a:moveTo>
                  <a:lnTo>
                    <a:pt x="16489" y="2858"/>
                  </a:lnTo>
                  <a:lnTo>
                    <a:pt x="16721" y="3553"/>
                  </a:lnTo>
                  <a:lnTo>
                    <a:pt x="17030" y="4209"/>
                  </a:lnTo>
                  <a:lnTo>
                    <a:pt x="17223" y="4518"/>
                  </a:lnTo>
                  <a:lnTo>
                    <a:pt x="17455" y="4827"/>
                  </a:lnTo>
                  <a:lnTo>
                    <a:pt x="17648" y="5136"/>
                  </a:lnTo>
                  <a:lnTo>
                    <a:pt x="17879" y="5368"/>
                  </a:lnTo>
                  <a:lnTo>
                    <a:pt x="18150" y="5599"/>
                  </a:lnTo>
                  <a:lnTo>
                    <a:pt x="18420" y="5831"/>
                  </a:lnTo>
                  <a:lnTo>
                    <a:pt x="18729" y="5985"/>
                  </a:lnTo>
                  <a:lnTo>
                    <a:pt x="19038" y="6140"/>
                  </a:lnTo>
                  <a:lnTo>
                    <a:pt x="19385" y="6217"/>
                  </a:lnTo>
                  <a:lnTo>
                    <a:pt x="19771" y="6256"/>
                  </a:lnTo>
                  <a:lnTo>
                    <a:pt x="18922" y="7453"/>
                  </a:lnTo>
                  <a:lnTo>
                    <a:pt x="18034" y="8611"/>
                  </a:lnTo>
                  <a:lnTo>
                    <a:pt x="17223" y="9615"/>
                  </a:lnTo>
                  <a:lnTo>
                    <a:pt x="16373" y="10581"/>
                  </a:lnTo>
                  <a:lnTo>
                    <a:pt x="15524" y="11507"/>
                  </a:lnTo>
                  <a:lnTo>
                    <a:pt x="14597" y="12395"/>
                  </a:lnTo>
                  <a:lnTo>
                    <a:pt x="13670" y="13284"/>
                  </a:lnTo>
                  <a:lnTo>
                    <a:pt x="13168" y="13747"/>
                  </a:lnTo>
                  <a:lnTo>
                    <a:pt x="12628" y="14172"/>
                  </a:lnTo>
                  <a:lnTo>
                    <a:pt x="12126" y="14558"/>
                  </a:lnTo>
                  <a:lnTo>
                    <a:pt x="11546" y="14905"/>
                  </a:lnTo>
                  <a:lnTo>
                    <a:pt x="10967" y="15214"/>
                  </a:lnTo>
                  <a:lnTo>
                    <a:pt x="10388" y="15446"/>
                  </a:lnTo>
                  <a:lnTo>
                    <a:pt x="9809" y="15600"/>
                  </a:lnTo>
                  <a:lnTo>
                    <a:pt x="9191" y="15678"/>
                  </a:lnTo>
                  <a:lnTo>
                    <a:pt x="8612" y="15678"/>
                  </a:lnTo>
                  <a:lnTo>
                    <a:pt x="8341" y="15639"/>
                  </a:lnTo>
                  <a:lnTo>
                    <a:pt x="8033" y="15562"/>
                  </a:lnTo>
                  <a:lnTo>
                    <a:pt x="7762" y="15446"/>
                  </a:lnTo>
                  <a:lnTo>
                    <a:pt x="7531" y="15330"/>
                  </a:lnTo>
                  <a:lnTo>
                    <a:pt x="7260" y="15214"/>
                  </a:lnTo>
                  <a:lnTo>
                    <a:pt x="7029" y="15021"/>
                  </a:lnTo>
                  <a:lnTo>
                    <a:pt x="6835" y="14828"/>
                  </a:lnTo>
                  <a:lnTo>
                    <a:pt x="6642" y="14597"/>
                  </a:lnTo>
                  <a:lnTo>
                    <a:pt x="6449" y="14365"/>
                  </a:lnTo>
                  <a:lnTo>
                    <a:pt x="6295" y="14095"/>
                  </a:lnTo>
                  <a:lnTo>
                    <a:pt x="6063" y="13554"/>
                  </a:lnTo>
                  <a:lnTo>
                    <a:pt x="5909" y="13013"/>
                  </a:lnTo>
                  <a:lnTo>
                    <a:pt x="5870" y="12434"/>
                  </a:lnTo>
                  <a:lnTo>
                    <a:pt x="5870" y="11855"/>
                  </a:lnTo>
                  <a:lnTo>
                    <a:pt x="5986" y="11314"/>
                  </a:lnTo>
                  <a:lnTo>
                    <a:pt x="6140" y="10735"/>
                  </a:lnTo>
                  <a:lnTo>
                    <a:pt x="6333" y="10194"/>
                  </a:lnTo>
                  <a:lnTo>
                    <a:pt x="6604" y="9692"/>
                  </a:lnTo>
                  <a:lnTo>
                    <a:pt x="6913" y="9229"/>
                  </a:lnTo>
                  <a:lnTo>
                    <a:pt x="7222" y="8766"/>
                  </a:lnTo>
                  <a:lnTo>
                    <a:pt x="7569" y="8302"/>
                  </a:lnTo>
                  <a:lnTo>
                    <a:pt x="7955" y="7878"/>
                  </a:lnTo>
                  <a:lnTo>
                    <a:pt x="8766" y="7067"/>
                  </a:lnTo>
                  <a:lnTo>
                    <a:pt x="9616" y="6333"/>
                  </a:lnTo>
                  <a:lnTo>
                    <a:pt x="10542" y="5561"/>
                  </a:lnTo>
                  <a:lnTo>
                    <a:pt x="11508" y="4866"/>
                  </a:lnTo>
                  <a:lnTo>
                    <a:pt x="12473" y="4209"/>
                  </a:lnTo>
                  <a:lnTo>
                    <a:pt x="13516" y="3591"/>
                  </a:lnTo>
                  <a:lnTo>
                    <a:pt x="14211" y="3205"/>
                  </a:lnTo>
                  <a:lnTo>
                    <a:pt x="14906" y="2858"/>
                  </a:lnTo>
                  <a:lnTo>
                    <a:pt x="15601" y="2510"/>
                  </a:lnTo>
                  <a:lnTo>
                    <a:pt x="16296" y="2201"/>
                  </a:lnTo>
                  <a:close/>
                  <a:moveTo>
                    <a:pt x="5638" y="13361"/>
                  </a:moveTo>
                  <a:lnTo>
                    <a:pt x="5754" y="13747"/>
                  </a:lnTo>
                  <a:lnTo>
                    <a:pt x="5870" y="14133"/>
                  </a:lnTo>
                  <a:lnTo>
                    <a:pt x="6063" y="14519"/>
                  </a:lnTo>
                  <a:lnTo>
                    <a:pt x="6295" y="14828"/>
                  </a:lnTo>
                  <a:lnTo>
                    <a:pt x="6565" y="15137"/>
                  </a:lnTo>
                  <a:lnTo>
                    <a:pt x="6874" y="15407"/>
                  </a:lnTo>
                  <a:lnTo>
                    <a:pt x="7222" y="15639"/>
                  </a:lnTo>
                  <a:lnTo>
                    <a:pt x="7608" y="15832"/>
                  </a:lnTo>
                  <a:lnTo>
                    <a:pt x="7415" y="16141"/>
                  </a:lnTo>
                  <a:lnTo>
                    <a:pt x="7260" y="16489"/>
                  </a:lnTo>
                  <a:lnTo>
                    <a:pt x="6797" y="16296"/>
                  </a:lnTo>
                  <a:lnTo>
                    <a:pt x="6411" y="16025"/>
                  </a:lnTo>
                  <a:lnTo>
                    <a:pt x="6025" y="15716"/>
                  </a:lnTo>
                  <a:lnTo>
                    <a:pt x="5716" y="15369"/>
                  </a:lnTo>
                  <a:lnTo>
                    <a:pt x="5484" y="14983"/>
                  </a:lnTo>
                  <a:lnTo>
                    <a:pt x="5252" y="14558"/>
                  </a:lnTo>
                  <a:lnTo>
                    <a:pt x="5098" y="14133"/>
                  </a:lnTo>
                  <a:lnTo>
                    <a:pt x="5021" y="13631"/>
                  </a:lnTo>
                  <a:lnTo>
                    <a:pt x="4982" y="13593"/>
                  </a:lnTo>
                  <a:lnTo>
                    <a:pt x="5638" y="13361"/>
                  </a:lnTo>
                  <a:close/>
                  <a:moveTo>
                    <a:pt x="4827" y="13670"/>
                  </a:moveTo>
                  <a:lnTo>
                    <a:pt x="4866" y="14210"/>
                  </a:lnTo>
                  <a:lnTo>
                    <a:pt x="4982" y="14712"/>
                  </a:lnTo>
                  <a:lnTo>
                    <a:pt x="5214" y="15176"/>
                  </a:lnTo>
                  <a:lnTo>
                    <a:pt x="5484" y="15600"/>
                  </a:lnTo>
                  <a:lnTo>
                    <a:pt x="5831" y="15948"/>
                  </a:lnTo>
                  <a:lnTo>
                    <a:pt x="6218" y="16296"/>
                  </a:lnTo>
                  <a:lnTo>
                    <a:pt x="6642" y="16566"/>
                  </a:lnTo>
                  <a:lnTo>
                    <a:pt x="7106" y="16759"/>
                  </a:lnTo>
                  <a:lnTo>
                    <a:pt x="6951" y="17300"/>
                  </a:lnTo>
                  <a:lnTo>
                    <a:pt x="6411" y="17029"/>
                  </a:lnTo>
                  <a:lnTo>
                    <a:pt x="5909" y="16720"/>
                  </a:lnTo>
                  <a:lnTo>
                    <a:pt x="5484" y="16373"/>
                  </a:lnTo>
                  <a:lnTo>
                    <a:pt x="5098" y="15987"/>
                  </a:lnTo>
                  <a:lnTo>
                    <a:pt x="4789" y="15562"/>
                  </a:lnTo>
                  <a:lnTo>
                    <a:pt x="4480" y="15060"/>
                  </a:lnTo>
                  <a:lnTo>
                    <a:pt x="4248" y="14558"/>
                  </a:lnTo>
                  <a:lnTo>
                    <a:pt x="4055" y="13979"/>
                  </a:lnTo>
                  <a:lnTo>
                    <a:pt x="4248" y="13940"/>
                  </a:lnTo>
                  <a:lnTo>
                    <a:pt x="4441" y="13863"/>
                  </a:lnTo>
                  <a:lnTo>
                    <a:pt x="4827" y="13670"/>
                  </a:lnTo>
                  <a:close/>
                  <a:moveTo>
                    <a:pt x="4441" y="15871"/>
                  </a:moveTo>
                  <a:lnTo>
                    <a:pt x="4673" y="16180"/>
                  </a:lnTo>
                  <a:lnTo>
                    <a:pt x="4905" y="16450"/>
                  </a:lnTo>
                  <a:lnTo>
                    <a:pt x="5175" y="16682"/>
                  </a:lnTo>
                  <a:lnTo>
                    <a:pt x="5445" y="16913"/>
                  </a:lnTo>
                  <a:lnTo>
                    <a:pt x="5291" y="17029"/>
                  </a:lnTo>
                  <a:lnTo>
                    <a:pt x="5214" y="17222"/>
                  </a:lnTo>
                  <a:lnTo>
                    <a:pt x="5098" y="17068"/>
                  </a:lnTo>
                  <a:lnTo>
                    <a:pt x="5059" y="16991"/>
                  </a:lnTo>
                  <a:lnTo>
                    <a:pt x="4982" y="16952"/>
                  </a:lnTo>
                  <a:lnTo>
                    <a:pt x="4905" y="16952"/>
                  </a:lnTo>
                  <a:lnTo>
                    <a:pt x="4827" y="16991"/>
                  </a:lnTo>
                  <a:lnTo>
                    <a:pt x="4519" y="17415"/>
                  </a:lnTo>
                  <a:lnTo>
                    <a:pt x="4210" y="17840"/>
                  </a:lnTo>
                  <a:lnTo>
                    <a:pt x="3862" y="18226"/>
                  </a:lnTo>
                  <a:lnTo>
                    <a:pt x="3476" y="18574"/>
                  </a:lnTo>
                  <a:lnTo>
                    <a:pt x="3090" y="18921"/>
                  </a:lnTo>
                  <a:lnTo>
                    <a:pt x="2665" y="19230"/>
                  </a:lnTo>
                  <a:lnTo>
                    <a:pt x="2240" y="19501"/>
                  </a:lnTo>
                  <a:lnTo>
                    <a:pt x="1777" y="19771"/>
                  </a:lnTo>
                  <a:lnTo>
                    <a:pt x="1777" y="19771"/>
                  </a:lnTo>
                  <a:lnTo>
                    <a:pt x="1816" y="19346"/>
                  </a:lnTo>
                  <a:lnTo>
                    <a:pt x="1854" y="18921"/>
                  </a:lnTo>
                  <a:lnTo>
                    <a:pt x="2009" y="18535"/>
                  </a:lnTo>
                  <a:lnTo>
                    <a:pt x="2163" y="18188"/>
                  </a:lnTo>
                  <a:lnTo>
                    <a:pt x="2395" y="17840"/>
                  </a:lnTo>
                  <a:lnTo>
                    <a:pt x="2665" y="17531"/>
                  </a:lnTo>
                  <a:lnTo>
                    <a:pt x="2974" y="17222"/>
                  </a:lnTo>
                  <a:lnTo>
                    <a:pt x="3360" y="16913"/>
                  </a:lnTo>
                  <a:lnTo>
                    <a:pt x="3669" y="16720"/>
                  </a:lnTo>
                  <a:lnTo>
                    <a:pt x="3939" y="16489"/>
                  </a:lnTo>
                  <a:lnTo>
                    <a:pt x="4017" y="16334"/>
                  </a:lnTo>
                  <a:lnTo>
                    <a:pt x="4094" y="16218"/>
                  </a:lnTo>
                  <a:lnTo>
                    <a:pt x="4094" y="16064"/>
                  </a:lnTo>
                  <a:lnTo>
                    <a:pt x="4055" y="15871"/>
                  </a:lnTo>
                  <a:close/>
                  <a:moveTo>
                    <a:pt x="13439" y="13979"/>
                  </a:moveTo>
                  <a:lnTo>
                    <a:pt x="13400" y="14674"/>
                  </a:lnTo>
                  <a:lnTo>
                    <a:pt x="13400" y="15369"/>
                  </a:lnTo>
                  <a:lnTo>
                    <a:pt x="13477" y="16025"/>
                  </a:lnTo>
                  <a:lnTo>
                    <a:pt x="13632" y="16682"/>
                  </a:lnTo>
                  <a:lnTo>
                    <a:pt x="12396" y="17454"/>
                  </a:lnTo>
                  <a:lnTo>
                    <a:pt x="11160" y="18304"/>
                  </a:lnTo>
                  <a:lnTo>
                    <a:pt x="8805" y="20041"/>
                  </a:lnTo>
                  <a:lnTo>
                    <a:pt x="8766" y="19037"/>
                  </a:lnTo>
                  <a:lnTo>
                    <a:pt x="8689" y="18033"/>
                  </a:lnTo>
                  <a:lnTo>
                    <a:pt x="8650" y="17724"/>
                  </a:lnTo>
                  <a:lnTo>
                    <a:pt x="8689" y="17493"/>
                  </a:lnTo>
                  <a:lnTo>
                    <a:pt x="8728" y="17377"/>
                  </a:lnTo>
                  <a:lnTo>
                    <a:pt x="8805" y="17261"/>
                  </a:lnTo>
                  <a:lnTo>
                    <a:pt x="9037" y="17068"/>
                  </a:lnTo>
                  <a:lnTo>
                    <a:pt x="9654" y="16604"/>
                  </a:lnTo>
                  <a:lnTo>
                    <a:pt x="10195" y="16141"/>
                  </a:lnTo>
                  <a:lnTo>
                    <a:pt x="10234" y="16064"/>
                  </a:lnTo>
                  <a:lnTo>
                    <a:pt x="10272" y="16025"/>
                  </a:lnTo>
                  <a:lnTo>
                    <a:pt x="10234" y="15909"/>
                  </a:lnTo>
                  <a:lnTo>
                    <a:pt x="10774" y="15716"/>
                  </a:lnTo>
                  <a:lnTo>
                    <a:pt x="11276" y="15485"/>
                  </a:lnTo>
                  <a:lnTo>
                    <a:pt x="11740" y="15214"/>
                  </a:lnTo>
                  <a:lnTo>
                    <a:pt x="12203" y="14905"/>
                  </a:lnTo>
                  <a:lnTo>
                    <a:pt x="12821" y="14481"/>
                  </a:lnTo>
                  <a:lnTo>
                    <a:pt x="13439" y="13979"/>
                  </a:lnTo>
                  <a:close/>
                  <a:moveTo>
                    <a:pt x="3978" y="14944"/>
                  </a:moveTo>
                  <a:lnTo>
                    <a:pt x="4132" y="15330"/>
                  </a:lnTo>
                  <a:lnTo>
                    <a:pt x="4326" y="15678"/>
                  </a:lnTo>
                  <a:lnTo>
                    <a:pt x="3862" y="15678"/>
                  </a:lnTo>
                  <a:lnTo>
                    <a:pt x="3785" y="15716"/>
                  </a:lnTo>
                  <a:lnTo>
                    <a:pt x="3746" y="15755"/>
                  </a:lnTo>
                  <a:lnTo>
                    <a:pt x="3746" y="15832"/>
                  </a:lnTo>
                  <a:lnTo>
                    <a:pt x="3785" y="15871"/>
                  </a:lnTo>
                  <a:lnTo>
                    <a:pt x="3785" y="15948"/>
                  </a:lnTo>
                  <a:lnTo>
                    <a:pt x="3785" y="16064"/>
                  </a:lnTo>
                  <a:lnTo>
                    <a:pt x="3669" y="16257"/>
                  </a:lnTo>
                  <a:lnTo>
                    <a:pt x="3476" y="16489"/>
                  </a:lnTo>
                  <a:lnTo>
                    <a:pt x="3206" y="16720"/>
                  </a:lnTo>
                  <a:lnTo>
                    <a:pt x="2665" y="17145"/>
                  </a:lnTo>
                  <a:lnTo>
                    <a:pt x="2318" y="17415"/>
                  </a:lnTo>
                  <a:lnTo>
                    <a:pt x="2009" y="17802"/>
                  </a:lnTo>
                  <a:lnTo>
                    <a:pt x="1777" y="18188"/>
                  </a:lnTo>
                  <a:lnTo>
                    <a:pt x="1584" y="18651"/>
                  </a:lnTo>
                  <a:lnTo>
                    <a:pt x="1507" y="19114"/>
                  </a:lnTo>
                  <a:lnTo>
                    <a:pt x="1468" y="19346"/>
                  </a:lnTo>
                  <a:lnTo>
                    <a:pt x="1468" y="19578"/>
                  </a:lnTo>
                  <a:lnTo>
                    <a:pt x="1507" y="19848"/>
                  </a:lnTo>
                  <a:lnTo>
                    <a:pt x="1545" y="20080"/>
                  </a:lnTo>
                  <a:lnTo>
                    <a:pt x="1622" y="20118"/>
                  </a:lnTo>
                  <a:lnTo>
                    <a:pt x="1738" y="20118"/>
                  </a:lnTo>
                  <a:lnTo>
                    <a:pt x="1777" y="20041"/>
                  </a:lnTo>
                  <a:lnTo>
                    <a:pt x="2279" y="19809"/>
                  </a:lnTo>
                  <a:lnTo>
                    <a:pt x="2742" y="19578"/>
                  </a:lnTo>
                  <a:lnTo>
                    <a:pt x="3167" y="19269"/>
                  </a:lnTo>
                  <a:lnTo>
                    <a:pt x="3553" y="18960"/>
                  </a:lnTo>
                  <a:lnTo>
                    <a:pt x="3939" y="18612"/>
                  </a:lnTo>
                  <a:lnTo>
                    <a:pt x="4287" y="18226"/>
                  </a:lnTo>
                  <a:lnTo>
                    <a:pt x="4634" y="17802"/>
                  </a:lnTo>
                  <a:lnTo>
                    <a:pt x="4943" y="17377"/>
                  </a:lnTo>
                  <a:lnTo>
                    <a:pt x="5059" y="17531"/>
                  </a:lnTo>
                  <a:lnTo>
                    <a:pt x="5175" y="17647"/>
                  </a:lnTo>
                  <a:lnTo>
                    <a:pt x="5291" y="17647"/>
                  </a:lnTo>
                  <a:lnTo>
                    <a:pt x="5368" y="17608"/>
                  </a:lnTo>
                  <a:lnTo>
                    <a:pt x="5368" y="17531"/>
                  </a:lnTo>
                  <a:lnTo>
                    <a:pt x="5638" y="17068"/>
                  </a:lnTo>
                  <a:lnTo>
                    <a:pt x="6025" y="17300"/>
                  </a:lnTo>
                  <a:lnTo>
                    <a:pt x="5986" y="17802"/>
                  </a:lnTo>
                  <a:lnTo>
                    <a:pt x="5870" y="18304"/>
                  </a:lnTo>
                  <a:lnTo>
                    <a:pt x="5754" y="18806"/>
                  </a:lnTo>
                  <a:lnTo>
                    <a:pt x="5561" y="19308"/>
                  </a:lnTo>
                  <a:lnTo>
                    <a:pt x="5445" y="19076"/>
                  </a:lnTo>
                  <a:lnTo>
                    <a:pt x="5407" y="18844"/>
                  </a:lnTo>
                  <a:lnTo>
                    <a:pt x="5368" y="18574"/>
                  </a:lnTo>
                  <a:lnTo>
                    <a:pt x="5407" y="18304"/>
                  </a:lnTo>
                  <a:lnTo>
                    <a:pt x="5445" y="18226"/>
                  </a:lnTo>
                  <a:lnTo>
                    <a:pt x="5407" y="18188"/>
                  </a:lnTo>
                  <a:lnTo>
                    <a:pt x="5329" y="18110"/>
                  </a:lnTo>
                  <a:lnTo>
                    <a:pt x="5252" y="18072"/>
                  </a:lnTo>
                  <a:lnTo>
                    <a:pt x="5214" y="18110"/>
                  </a:lnTo>
                  <a:lnTo>
                    <a:pt x="5136" y="18110"/>
                  </a:lnTo>
                  <a:lnTo>
                    <a:pt x="5098" y="18188"/>
                  </a:lnTo>
                  <a:lnTo>
                    <a:pt x="4827" y="18767"/>
                  </a:lnTo>
                  <a:lnTo>
                    <a:pt x="4519" y="19308"/>
                  </a:lnTo>
                  <a:lnTo>
                    <a:pt x="4326" y="19539"/>
                  </a:lnTo>
                  <a:lnTo>
                    <a:pt x="4094" y="19771"/>
                  </a:lnTo>
                  <a:lnTo>
                    <a:pt x="3862" y="19964"/>
                  </a:lnTo>
                  <a:lnTo>
                    <a:pt x="3592" y="20196"/>
                  </a:lnTo>
                  <a:lnTo>
                    <a:pt x="3090" y="20505"/>
                  </a:lnTo>
                  <a:lnTo>
                    <a:pt x="2820" y="20659"/>
                  </a:lnTo>
                  <a:lnTo>
                    <a:pt x="2511" y="20775"/>
                  </a:lnTo>
                  <a:lnTo>
                    <a:pt x="2202" y="20891"/>
                  </a:lnTo>
                  <a:lnTo>
                    <a:pt x="1893" y="20968"/>
                  </a:lnTo>
                  <a:lnTo>
                    <a:pt x="1584" y="21007"/>
                  </a:lnTo>
                  <a:lnTo>
                    <a:pt x="1275" y="20968"/>
                  </a:lnTo>
                  <a:lnTo>
                    <a:pt x="1043" y="20929"/>
                  </a:lnTo>
                  <a:lnTo>
                    <a:pt x="889" y="20813"/>
                  </a:lnTo>
                  <a:lnTo>
                    <a:pt x="773" y="20698"/>
                  </a:lnTo>
                  <a:lnTo>
                    <a:pt x="734" y="20543"/>
                  </a:lnTo>
                  <a:lnTo>
                    <a:pt x="696" y="20350"/>
                  </a:lnTo>
                  <a:lnTo>
                    <a:pt x="696" y="20157"/>
                  </a:lnTo>
                  <a:lnTo>
                    <a:pt x="734" y="19732"/>
                  </a:lnTo>
                  <a:lnTo>
                    <a:pt x="812" y="19037"/>
                  </a:lnTo>
                  <a:lnTo>
                    <a:pt x="889" y="18690"/>
                  </a:lnTo>
                  <a:lnTo>
                    <a:pt x="1005" y="18342"/>
                  </a:lnTo>
                  <a:lnTo>
                    <a:pt x="1159" y="17956"/>
                  </a:lnTo>
                  <a:lnTo>
                    <a:pt x="1352" y="17608"/>
                  </a:lnTo>
                  <a:lnTo>
                    <a:pt x="1584" y="17261"/>
                  </a:lnTo>
                  <a:lnTo>
                    <a:pt x="1854" y="16952"/>
                  </a:lnTo>
                  <a:lnTo>
                    <a:pt x="2124" y="16682"/>
                  </a:lnTo>
                  <a:lnTo>
                    <a:pt x="2433" y="16411"/>
                  </a:lnTo>
                  <a:lnTo>
                    <a:pt x="2781" y="16180"/>
                  </a:lnTo>
                  <a:lnTo>
                    <a:pt x="3167" y="16025"/>
                  </a:lnTo>
                  <a:lnTo>
                    <a:pt x="3244" y="15948"/>
                  </a:lnTo>
                  <a:lnTo>
                    <a:pt x="3244" y="15871"/>
                  </a:lnTo>
                  <a:lnTo>
                    <a:pt x="3206" y="15794"/>
                  </a:lnTo>
                  <a:lnTo>
                    <a:pt x="3167" y="15716"/>
                  </a:lnTo>
                  <a:lnTo>
                    <a:pt x="2433" y="15369"/>
                  </a:lnTo>
                  <a:lnTo>
                    <a:pt x="2781" y="15176"/>
                  </a:lnTo>
                  <a:lnTo>
                    <a:pt x="3167" y="15021"/>
                  </a:lnTo>
                  <a:lnTo>
                    <a:pt x="3553" y="14983"/>
                  </a:lnTo>
                  <a:lnTo>
                    <a:pt x="3978" y="14944"/>
                  </a:lnTo>
                  <a:close/>
                  <a:moveTo>
                    <a:pt x="23478" y="0"/>
                  </a:moveTo>
                  <a:lnTo>
                    <a:pt x="22204" y="155"/>
                  </a:lnTo>
                  <a:lnTo>
                    <a:pt x="20891" y="386"/>
                  </a:lnTo>
                  <a:lnTo>
                    <a:pt x="19617" y="657"/>
                  </a:lnTo>
                  <a:lnTo>
                    <a:pt x="18381" y="1043"/>
                  </a:lnTo>
                  <a:lnTo>
                    <a:pt x="17146" y="1467"/>
                  </a:lnTo>
                  <a:lnTo>
                    <a:pt x="15949" y="1969"/>
                  </a:lnTo>
                  <a:lnTo>
                    <a:pt x="14752" y="2510"/>
                  </a:lnTo>
                  <a:lnTo>
                    <a:pt x="13593" y="3128"/>
                  </a:lnTo>
                  <a:lnTo>
                    <a:pt x="12473" y="3784"/>
                  </a:lnTo>
                  <a:lnTo>
                    <a:pt x="11353" y="4518"/>
                  </a:lnTo>
                  <a:lnTo>
                    <a:pt x="10311" y="5290"/>
                  </a:lnTo>
                  <a:lnTo>
                    <a:pt x="9307" y="6140"/>
                  </a:lnTo>
                  <a:lnTo>
                    <a:pt x="8535" y="6796"/>
                  </a:lnTo>
                  <a:lnTo>
                    <a:pt x="7801" y="7491"/>
                  </a:lnTo>
                  <a:lnTo>
                    <a:pt x="7029" y="7337"/>
                  </a:lnTo>
                  <a:lnTo>
                    <a:pt x="6218" y="7221"/>
                  </a:lnTo>
                  <a:lnTo>
                    <a:pt x="5407" y="7182"/>
                  </a:lnTo>
                  <a:lnTo>
                    <a:pt x="4557" y="7221"/>
                  </a:lnTo>
                  <a:lnTo>
                    <a:pt x="4519" y="7221"/>
                  </a:lnTo>
                  <a:lnTo>
                    <a:pt x="4441" y="7260"/>
                  </a:lnTo>
                  <a:lnTo>
                    <a:pt x="4403" y="7414"/>
                  </a:lnTo>
                  <a:lnTo>
                    <a:pt x="4171" y="7530"/>
                  </a:lnTo>
                  <a:lnTo>
                    <a:pt x="3939" y="7723"/>
                  </a:lnTo>
                  <a:lnTo>
                    <a:pt x="3708" y="7916"/>
                  </a:lnTo>
                  <a:lnTo>
                    <a:pt x="3515" y="8148"/>
                  </a:lnTo>
                  <a:lnTo>
                    <a:pt x="3128" y="8611"/>
                  </a:lnTo>
                  <a:lnTo>
                    <a:pt x="2742" y="9036"/>
                  </a:lnTo>
                  <a:lnTo>
                    <a:pt x="2124" y="9654"/>
                  </a:lnTo>
                  <a:lnTo>
                    <a:pt x="1468" y="10194"/>
                  </a:lnTo>
                  <a:lnTo>
                    <a:pt x="773" y="10774"/>
                  </a:lnTo>
                  <a:lnTo>
                    <a:pt x="78" y="11276"/>
                  </a:lnTo>
                  <a:lnTo>
                    <a:pt x="1" y="11353"/>
                  </a:lnTo>
                  <a:lnTo>
                    <a:pt x="1" y="11430"/>
                  </a:lnTo>
                  <a:lnTo>
                    <a:pt x="1" y="11507"/>
                  </a:lnTo>
                  <a:lnTo>
                    <a:pt x="39" y="11546"/>
                  </a:lnTo>
                  <a:lnTo>
                    <a:pt x="39" y="11623"/>
                  </a:lnTo>
                  <a:lnTo>
                    <a:pt x="39" y="11700"/>
                  </a:lnTo>
                  <a:lnTo>
                    <a:pt x="78" y="11739"/>
                  </a:lnTo>
                  <a:lnTo>
                    <a:pt x="116" y="11778"/>
                  </a:lnTo>
                  <a:lnTo>
                    <a:pt x="1005" y="12048"/>
                  </a:lnTo>
                  <a:lnTo>
                    <a:pt x="1893" y="12280"/>
                  </a:lnTo>
                  <a:lnTo>
                    <a:pt x="3669" y="12666"/>
                  </a:lnTo>
                  <a:lnTo>
                    <a:pt x="3785" y="12666"/>
                  </a:lnTo>
                  <a:lnTo>
                    <a:pt x="3862" y="12589"/>
                  </a:lnTo>
                  <a:lnTo>
                    <a:pt x="4750" y="11700"/>
                  </a:lnTo>
                  <a:lnTo>
                    <a:pt x="5716" y="10851"/>
                  </a:lnTo>
                  <a:lnTo>
                    <a:pt x="5600" y="11391"/>
                  </a:lnTo>
                  <a:lnTo>
                    <a:pt x="5523" y="11971"/>
                  </a:lnTo>
                  <a:lnTo>
                    <a:pt x="5523" y="12550"/>
                  </a:lnTo>
                  <a:lnTo>
                    <a:pt x="5600" y="13091"/>
                  </a:lnTo>
                  <a:lnTo>
                    <a:pt x="5136" y="13168"/>
                  </a:lnTo>
                  <a:lnTo>
                    <a:pt x="4712" y="13284"/>
                  </a:lnTo>
                  <a:lnTo>
                    <a:pt x="4248" y="13477"/>
                  </a:lnTo>
                  <a:lnTo>
                    <a:pt x="4017" y="13593"/>
                  </a:lnTo>
                  <a:lnTo>
                    <a:pt x="3862" y="13747"/>
                  </a:lnTo>
                  <a:lnTo>
                    <a:pt x="3824" y="13824"/>
                  </a:lnTo>
                  <a:lnTo>
                    <a:pt x="3862" y="13901"/>
                  </a:lnTo>
                  <a:lnTo>
                    <a:pt x="3824" y="13940"/>
                  </a:lnTo>
                  <a:lnTo>
                    <a:pt x="3785" y="14017"/>
                  </a:lnTo>
                  <a:lnTo>
                    <a:pt x="3824" y="14403"/>
                  </a:lnTo>
                  <a:lnTo>
                    <a:pt x="3901" y="14751"/>
                  </a:lnTo>
                  <a:lnTo>
                    <a:pt x="3669" y="14712"/>
                  </a:lnTo>
                  <a:lnTo>
                    <a:pt x="3399" y="14712"/>
                  </a:lnTo>
                  <a:lnTo>
                    <a:pt x="3167" y="14751"/>
                  </a:lnTo>
                  <a:lnTo>
                    <a:pt x="2935" y="14790"/>
                  </a:lnTo>
                  <a:lnTo>
                    <a:pt x="2665" y="14867"/>
                  </a:lnTo>
                  <a:lnTo>
                    <a:pt x="2433" y="14983"/>
                  </a:lnTo>
                  <a:lnTo>
                    <a:pt x="2240" y="15098"/>
                  </a:lnTo>
                  <a:lnTo>
                    <a:pt x="2009" y="15253"/>
                  </a:lnTo>
                  <a:lnTo>
                    <a:pt x="1931" y="15330"/>
                  </a:lnTo>
                  <a:lnTo>
                    <a:pt x="1931" y="15407"/>
                  </a:lnTo>
                  <a:lnTo>
                    <a:pt x="1970" y="15485"/>
                  </a:lnTo>
                  <a:lnTo>
                    <a:pt x="2047" y="15523"/>
                  </a:lnTo>
                  <a:lnTo>
                    <a:pt x="2704" y="15871"/>
                  </a:lnTo>
                  <a:lnTo>
                    <a:pt x="2356" y="16064"/>
                  </a:lnTo>
                  <a:lnTo>
                    <a:pt x="2047" y="16334"/>
                  </a:lnTo>
                  <a:lnTo>
                    <a:pt x="1738" y="16604"/>
                  </a:lnTo>
                  <a:lnTo>
                    <a:pt x="1468" y="16875"/>
                  </a:lnTo>
                  <a:lnTo>
                    <a:pt x="1198" y="17222"/>
                  </a:lnTo>
                  <a:lnTo>
                    <a:pt x="1005" y="17570"/>
                  </a:lnTo>
                  <a:lnTo>
                    <a:pt x="812" y="17956"/>
                  </a:lnTo>
                  <a:lnTo>
                    <a:pt x="657" y="18342"/>
                  </a:lnTo>
                  <a:lnTo>
                    <a:pt x="464" y="18960"/>
                  </a:lnTo>
                  <a:lnTo>
                    <a:pt x="387" y="19385"/>
                  </a:lnTo>
                  <a:lnTo>
                    <a:pt x="310" y="19809"/>
                  </a:lnTo>
                  <a:lnTo>
                    <a:pt x="271" y="20234"/>
                  </a:lnTo>
                  <a:lnTo>
                    <a:pt x="310" y="20659"/>
                  </a:lnTo>
                  <a:lnTo>
                    <a:pt x="348" y="20813"/>
                  </a:lnTo>
                  <a:lnTo>
                    <a:pt x="425" y="20968"/>
                  </a:lnTo>
                  <a:lnTo>
                    <a:pt x="503" y="21084"/>
                  </a:lnTo>
                  <a:lnTo>
                    <a:pt x="618" y="21200"/>
                  </a:lnTo>
                  <a:lnTo>
                    <a:pt x="773" y="21277"/>
                  </a:lnTo>
                  <a:lnTo>
                    <a:pt x="927" y="21315"/>
                  </a:lnTo>
                  <a:lnTo>
                    <a:pt x="1275" y="21393"/>
                  </a:lnTo>
                  <a:lnTo>
                    <a:pt x="1661" y="21354"/>
                  </a:lnTo>
                  <a:lnTo>
                    <a:pt x="2047" y="21277"/>
                  </a:lnTo>
                  <a:lnTo>
                    <a:pt x="2433" y="21161"/>
                  </a:lnTo>
                  <a:lnTo>
                    <a:pt x="2820" y="21007"/>
                  </a:lnTo>
                  <a:lnTo>
                    <a:pt x="3437" y="20698"/>
                  </a:lnTo>
                  <a:lnTo>
                    <a:pt x="3901" y="20389"/>
                  </a:lnTo>
                  <a:lnTo>
                    <a:pt x="4364" y="20003"/>
                  </a:lnTo>
                  <a:lnTo>
                    <a:pt x="4750" y="19539"/>
                  </a:lnTo>
                  <a:lnTo>
                    <a:pt x="5098" y="19037"/>
                  </a:lnTo>
                  <a:lnTo>
                    <a:pt x="5136" y="19230"/>
                  </a:lnTo>
                  <a:lnTo>
                    <a:pt x="5214" y="19423"/>
                  </a:lnTo>
                  <a:lnTo>
                    <a:pt x="5329" y="19578"/>
                  </a:lnTo>
                  <a:lnTo>
                    <a:pt x="5484" y="19771"/>
                  </a:lnTo>
                  <a:lnTo>
                    <a:pt x="5561" y="19809"/>
                  </a:lnTo>
                  <a:lnTo>
                    <a:pt x="5638" y="19809"/>
                  </a:lnTo>
                  <a:lnTo>
                    <a:pt x="5716" y="19771"/>
                  </a:lnTo>
                  <a:lnTo>
                    <a:pt x="5793" y="19694"/>
                  </a:lnTo>
                  <a:lnTo>
                    <a:pt x="5986" y="19153"/>
                  </a:lnTo>
                  <a:lnTo>
                    <a:pt x="6179" y="18612"/>
                  </a:lnTo>
                  <a:lnTo>
                    <a:pt x="6295" y="18033"/>
                  </a:lnTo>
                  <a:lnTo>
                    <a:pt x="6372" y="17454"/>
                  </a:lnTo>
                  <a:lnTo>
                    <a:pt x="6913" y="17608"/>
                  </a:lnTo>
                  <a:lnTo>
                    <a:pt x="7183" y="17608"/>
                  </a:lnTo>
                  <a:lnTo>
                    <a:pt x="7183" y="17531"/>
                  </a:lnTo>
                  <a:lnTo>
                    <a:pt x="7531" y="16720"/>
                  </a:lnTo>
                  <a:lnTo>
                    <a:pt x="7724" y="16334"/>
                  </a:lnTo>
                  <a:lnTo>
                    <a:pt x="7955" y="15948"/>
                  </a:lnTo>
                  <a:lnTo>
                    <a:pt x="8110" y="15987"/>
                  </a:lnTo>
                  <a:lnTo>
                    <a:pt x="8535" y="16064"/>
                  </a:lnTo>
                  <a:lnTo>
                    <a:pt x="8921" y="16102"/>
                  </a:lnTo>
                  <a:lnTo>
                    <a:pt x="9307" y="16064"/>
                  </a:lnTo>
                  <a:lnTo>
                    <a:pt x="9693" y="16025"/>
                  </a:lnTo>
                  <a:lnTo>
                    <a:pt x="9693" y="16025"/>
                  </a:lnTo>
                  <a:lnTo>
                    <a:pt x="8998" y="16604"/>
                  </a:lnTo>
                  <a:lnTo>
                    <a:pt x="8226" y="17106"/>
                  </a:lnTo>
                  <a:lnTo>
                    <a:pt x="8148" y="17222"/>
                  </a:lnTo>
                  <a:lnTo>
                    <a:pt x="8148" y="17300"/>
                  </a:lnTo>
                  <a:lnTo>
                    <a:pt x="8264" y="18110"/>
                  </a:lnTo>
                  <a:lnTo>
                    <a:pt x="8341" y="18883"/>
                  </a:lnTo>
                  <a:lnTo>
                    <a:pt x="8380" y="19655"/>
                  </a:lnTo>
                  <a:lnTo>
                    <a:pt x="8380" y="20427"/>
                  </a:lnTo>
                  <a:lnTo>
                    <a:pt x="8419" y="20543"/>
                  </a:lnTo>
                  <a:lnTo>
                    <a:pt x="8496" y="20620"/>
                  </a:lnTo>
                  <a:lnTo>
                    <a:pt x="8612" y="20659"/>
                  </a:lnTo>
                  <a:lnTo>
                    <a:pt x="8728" y="20620"/>
                  </a:lnTo>
                  <a:lnTo>
                    <a:pt x="11392" y="18806"/>
                  </a:lnTo>
                  <a:lnTo>
                    <a:pt x="12705" y="17840"/>
                  </a:lnTo>
                  <a:lnTo>
                    <a:pt x="13323" y="17338"/>
                  </a:lnTo>
                  <a:lnTo>
                    <a:pt x="13941" y="16836"/>
                  </a:lnTo>
                  <a:lnTo>
                    <a:pt x="13979" y="16759"/>
                  </a:lnTo>
                  <a:lnTo>
                    <a:pt x="13979" y="16682"/>
                  </a:lnTo>
                  <a:lnTo>
                    <a:pt x="13979" y="16643"/>
                  </a:lnTo>
                  <a:lnTo>
                    <a:pt x="13941" y="16257"/>
                  </a:lnTo>
                  <a:lnTo>
                    <a:pt x="13902" y="15871"/>
                  </a:lnTo>
                  <a:lnTo>
                    <a:pt x="13825" y="15098"/>
                  </a:lnTo>
                  <a:lnTo>
                    <a:pt x="13748" y="13747"/>
                  </a:lnTo>
                  <a:lnTo>
                    <a:pt x="14443" y="13129"/>
                  </a:lnTo>
                  <a:lnTo>
                    <a:pt x="15099" y="12473"/>
                  </a:lnTo>
                  <a:lnTo>
                    <a:pt x="15756" y="11816"/>
                  </a:lnTo>
                  <a:lnTo>
                    <a:pt x="16373" y="11121"/>
                  </a:lnTo>
                  <a:lnTo>
                    <a:pt x="17455" y="9924"/>
                  </a:lnTo>
                  <a:lnTo>
                    <a:pt x="18459" y="8650"/>
                  </a:lnTo>
                  <a:lnTo>
                    <a:pt x="19424" y="7376"/>
                  </a:lnTo>
                  <a:lnTo>
                    <a:pt x="20351" y="6024"/>
                  </a:lnTo>
                  <a:lnTo>
                    <a:pt x="21239" y="4673"/>
                  </a:lnTo>
                  <a:lnTo>
                    <a:pt x="22088" y="3321"/>
                  </a:lnTo>
                  <a:lnTo>
                    <a:pt x="22938" y="1931"/>
                  </a:lnTo>
                  <a:lnTo>
                    <a:pt x="23749" y="502"/>
                  </a:lnTo>
                  <a:lnTo>
                    <a:pt x="23749" y="425"/>
                  </a:lnTo>
                  <a:lnTo>
                    <a:pt x="23749" y="348"/>
                  </a:lnTo>
                  <a:lnTo>
                    <a:pt x="23749" y="270"/>
                  </a:lnTo>
                  <a:lnTo>
                    <a:pt x="23787" y="155"/>
                  </a:lnTo>
                  <a:lnTo>
                    <a:pt x="23787" y="77"/>
                  </a:lnTo>
                  <a:lnTo>
                    <a:pt x="23749" y="39"/>
                  </a:lnTo>
                  <a:lnTo>
                    <a:pt x="23672" y="0"/>
                  </a:lnTo>
                  <a:lnTo>
                    <a:pt x="23633" y="39"/>
                  </a:lnTo>
                  <a:lnTo>
                    <a:pt x="23633" y="77"/>
                  </a:lnTo>
                  <a:lnTo>
                    <a:pt x="235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7"/>
            <p:cNvSpPr/>
            <p:nvPr/>
          </p:nvSpPr>
          <p:spPr>
            <a:xfrm>
              <a:off x="5635500" y="4343650"/>
              <a:ext cx="54100" cy="45400"/>
            </a:xfrm>
            <a:custGeom>
              <a:avLst/>
              <a:gdLst/>
              <a:ahLst/>
              <a:cxnLst/>
              <a:rect l="l" t="t" r="r" b="b"/>
              <a:pathLst>
                <a:path w="2164" h="1816" extrusionOk="0">
                  <a:moveTo>
                    <a:pt x="1314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5"/>
                  </a:lnTo>
                  <a:lnTo>
                    <a:pt x="1777" y="889"/>
                  </a:lnTo>
                  <a:lnTo>
                    <a:pt x="1777" y="928"/>
                  </a:lnTo>
                  <a:lnTo>
                    <a:pt x="1738" y="1005"/>
                  </a:lnTo>
                  <a:lnTo>
                    <a:pt x="1661" y="1044"/>
                  </a:lnTo>
                  <a:lnTo>
                    <a:pt x="1584" y="1082"/>
                  </a:lnTo>
                  <a:lnTo>
                    <a:pt x="1275" y="1121"/>
                  </a:lnTo>
                  <a:lnTo>
                    <a:pt x="927" y="1121"/>
                  </a:lnTo>
                  <a:lnTo>
                    <a:pt x="619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1"/>
                  </a:lnTo>
                  <a:lnTo>
                    <a:pt x="348" y="1005"/>
                  </a:lnTo>
                  <a:lnTo>
                    <a:pt x="387" y="850"/>
                  </a:lnTo>
                  <a:lnTo>
                    <a:pt x="464" y="735"/>
                  </a:lnTo>
                  <a:lnTo>
                    <a:pt x="580" y="619"/>
                  </a:lnTo>
                  <a:lnTo>
                    <a:pt x="657" y="503"/>
                  </a:lnTo>
                  <a:lnTo>
                    <a:pt x="812" y="426"/>
                  </a:lnTo>
                  <a:lnTo>
                    <a:pt x="966" y="387"/>
                  </a:lnTo>
                  <a:close/>
                  <a:moveTo>
                    <a:pt x="1005" y="1"/>
                  </a:moveTo>
                  <a:lnTo>
                    <a:pt x="812" y="40"/>
                  </a:lnTo>
                  <a:lnTo>
                    <a:pt x="619" y="117"/>
                  </a:lnTo>
                  <a:lnTo>
                    <a:pt x="425" y="233"/>
                  </a:lnTo>
                  <a:lnTo>
                    <a:pt x="271" y="348"/>
                  </a:lnTo>
                  <a:lnTo>
                    <a:pt x="155" y="503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30"/>
                  </a:lnTo>
                  <a:lnTo>
                    <a:pt x="117" y="1623"/>
                  </a:lnTo>
                  <a:lnTo>
                    <a:pt x="155" y="1739"/>
                  </a:lnTo>
                  <a:lnTo>
                    <a:pt x="232" y="1777"/>
                  </a:lnTo>
                  <a:lnTo>
                    <a:pt x="348" y="1816"/>
                  </a:lnTo>
                  <a:lnTo>
                    <a:pt x="425" y="1739"/>
                  </a:lnTo>
                  <a:lnTo>
                    <a:pt x="580" y="1623"/>
                  </a:lnTo>
                  <a:lnTo>
                    <a:pt x="696" y="1546"/>
                  </a:lnTo>
                  <a:lnTo>
                    <a:pt x="889" y="1507"/>
                  </a:lnTo>
                  <a:lnTo>
                    <a:pt x="1429" y="1507"/>
                  </a:lnTo>
                  <a:lnTo>
                    <a:pt x="1584" y="1468"/>
                  </a:lnTo>
                  <a:lnTo>
                    <a:pt x="1777" y="1430"/>
                  </a:lnTo>
                  <a:lnTo>
                    <a:pt x="1931" y="1352"/>
                  </a:lnTo>
                  <a:lnTo>
                    <a:pt x="2047" y="1237"/>
                  </a:lnTo>
                  <a:lnTo>
                    <a:pt x="2125" y="1121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9"/>
                  </a:lnTo>
                  <a:lnTo>
                    <a:pt x="2086" y="464"/>
                  </a:lnTo>
                  <a:lnTo>
                    <a:pt x="1970" y="310"/>
                  </a:lnTo>
                  <a:lnTo>
                    <a:pt x="1816" y="194"/>
                  </a:lnTo>
                  <a:lnTo>
                    <a:pt x="1623" y="78"/>
                  </a:lnTo>
                  <a:lnTo>
                    <a:pt x="142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7"/>
            <p:cNvSpPr/>
            <p:nvPr/>
          </p:nvSpPr>
          <p:spPr>
            <a:xfrm>
              <a:off x="4572625" y="43774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2"/>
                  </a:lnTo>
                  <a:lnTo>
                    <a:pt x="23479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5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2"/>
                  </a:lnTo>
                  <a:lnTo>
                    <a:pt x="23865" y="3514"/>
                  </a:lnTo>
                  <a:lnTo>
                    <a:pt x="23788" y="3399"/>
                  </a:lnTo>
                  <a:lnTo>
                    <a:pt x="23749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1"/>
                  </a:lnTo>
                  <a:lnTo>
                    <a:pt x="16567" y="5407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8"/>
                  </a:lnTo>
                  <a:lnTo>
                    <a:pt x="15949" y="5020"/>
                  </a:lnTo>
                  <a:lnTo>
                    <a:pt x="16065" y="4982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8" y="4982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7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2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600"/>
                  </a:lnTo>
                  <a:lnTo>
                    <a:pt x="14250" y="5445"/>
                  </a:lnTo>
                  <a:lnTo>
                    <a:pt x="14365" y="5368"/>
                  </a:lnTo>
                  <a:lnTo>
                    <a:pt x="14443" y="5329"/>
                  </a:lnTo>
                  <a:close/>
                  <a:moveTo>
                    <a:pt x="18999" y="5484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0" y="5677"/>
                  </a:lnTo>
                  <a:lnTo>
                    <a:pt x="18845" y="5522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1" y="6102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8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891" y="6951"/>
                  </a:lnTo>
                  <a:lnTo>
                    <a:pt x="20467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9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2" y="5986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2" y="6295"/>
                  </a:lnTo>
                  <a:lnTo>
                    <a:pt x="23749" y="6565"/>
                  </a:lnTo>
                  <a:lnTo>
                    <a:pt x="23517" y="6797"/>
                  </a:lnTo>
                  <a:lnTo>
                    <a:pt x="23247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131" y="6102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8" y="6797"/>
                  </a:lnTo>
                  <a:lnTo>
                    <a:pt x="12628" y="6681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2"/>
                  </a:lnTo>
                  <a:close/>
                  <a:moveTo>
                    <a:pt x="22166" y="6565"/>
                  </a:moveTo>
                  <a:lnTo>
                    <a:pt x="22282" y="6604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6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3" y="7106"/>
                  </a:lnTo>
                  <a:lnTo>
                    <a:pt x="21471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50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6" y="7994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40" y="7723"/>
                  </a:lnTo>
                  <a:lnTo>
                    <a:pt x="11817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2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8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5" y="9770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3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3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6" y="11739"/>
                  </a:lnTo>
                  <a:lnTo>
                    <a:pt x="10658" y="11701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6" y="10697"/>
                  </a:lnTo>
                  <a:lnTo>
                    <a:pt x="10929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4" y="11778"/>
                  </a:lnTo>
                  <a:lnTo>
                    <a:pt x="6372" y="12010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9" y="11508"/>
                  </a:lnTo>
                  <a:lnTo>
                    <a:pt x="5754" y="11469"/>
                  </a:lnTo>
                  <a:close/>
                  <a:moveTo>
                    <a:pt x="10543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3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40" y="13207"/>
                  </a:lnTo>
                  <a:lnTo>
                    <a:pt x="7338" y="13014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4" y="12627"/>
                  </a:moveTo>
                  <a:lnTo>
                    <a:pt x="8959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8" y="13207"/>
                  </a:lnTo>
                  <a:lnTo>
                    <a:pt x="9037" y="13284"/>
                  </a:lnTo>
                  <a:lnTo>
                    <a:pt x="8805" y="13323"/>
                  </a:lnTo>
                  <a:lnTo>
                    <a:pt x="8573" y="13323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42" y="13014"/>
                  </a:lnTo>
                  <a:lnTo>
                    <a:pt x="8419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7" y="0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1" y="2279"/>
                  </a:lnTo>
                  <a:lnTo>
                    <a:pt x="23054" y="2395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63" y="3283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1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80"/>
                  </a:lnTo>
                  <a:lnTo>
                    <a:pt x="23479" y="4750"/>
                  </a:lnTo>
                  <a:lnTo>
                    <a:pt x="23440" y="4905"/>
                  </a:lnTo>
                  <a:lnTo>
                    <a:pt x="23440" y="5020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5" y="6295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5"/>
                  </a:lnTo>
                  <a:lnTo>
                    <a:pt x="21509" y="6411"/>
                  </a:lnTo>
                  <a:lnTo>
                    <a:pt x="21355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9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4"/>
                  </a:lnTo>
                  <a:lnTo>
                    <a:pt x="19463" y="5329"/>
                  </a:lnTo>
                  <a:lnTo>
                    <a:pt x="19385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1"/>
                  </a:lnTo>
                  <a:lnTo>
                    <a:pt x="18497" y="5407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3" y="4673"/>
                  </a:lnTo>
                  <a:lnTo>
                    <a:pt x="17957" y="4596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5" y="5098"/>
                  </a:lnTo>
                  <a:lnTo>
                    <a:pt x="16760" y="4943"/>
                  </a:lnTo>
                  <a:lnTo>
                    <a:pt x="16605" y="4789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636" y="4943"/>
                  </a:lnTo>
                  <a:lnTo>
                    <a:pt x="14443" y="4982"/>
                  </a:lnTo>
                  <a:lnTo>
                    <a:pt x="14288" y="5020"/>
                  </a:lnTo>
                  <a:lnTo>
                    <a:pt x="14134" y="5098"/>
                  </a:lnTo>
                  <a:lnTo>
                    <a:pt x="14057" y="5175"/>
                  </a:lnTo>
                  <a:lnTo>
                    <a:pt x="13941" y="5291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90"/>
                  </a:lnTo>
                  <a:lnTo>
                    <a:pt x="12164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508" y="7415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4"/>
                  </a:lnTo>
                  <a:lnTo>
                    <a:pt x="11315" y="8148"/>
                  </a:lnTo>
                  <a:lnTo>
                    <a:pt x="11354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1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6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10"/>
                  </a:lnTo>
                  <a:lnTo>
                    <a:pt x="9423" y="12087"/>
                  </a:lnTo>
                  <a:lnTo>
                    <a:pt x="9384" y="12203"/>
                  </a:lnTo>
                  <a:lnTo>
                    <a:pt x="9346" y="12319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9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9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3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5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5" y="10735"/>
                  </a:lnTo>
                  <a:lnTo>
                    <a:pt x="5330" y="10504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3" y="10311"/>
                  </a:lnTo>
                  <a:lnTo>
                    <a:pt x="4828" y="10311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61"/>
                  </a:lnTo>
                  <a:lnTo>
                    <a:pt x="3746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6"/>
                  </a:lnTo>
                  <a:lnTo>
                    <a:pt x="3013" y="9770"/>
                  </a:lnTo>
                  <a:lnTo>
                    <a:pt x="2974" y="9616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700" y="9191"/>
                  </a:lnTo>
                  <a:lnTo>
                    <a:pt x="1545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1"/>
                  </a:lnTo>
                  <a:lnTo>
                    <a:pt x="812" y="12936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53" y="11932"/>
                  </a:lnTo>
                  <a:lnTo>
                    <a:pt x="3515" y="11817"/>
                  </a:lnTo>
                  <a:lnTo>
                    <a:pt x="3437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3"/>
                  </a:lnTo>
                  <a:lnTo>
                    <a:pt x="619" y="12048"/>
                  </a:lnTo>
                  <a:lnTo>
                    <a:pt x="541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1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30" y="10388"/>
                  </a:lnTo>
                  <a:lnTo>
                    <a:pt x="1738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1" y="13786"/>
                  </a:lnTo>
                  <a:lnTo>
                    <a:pt x="9346" y="13709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9" y="12473"/>
                  </a:lnTo>
                  <a:lnTo>
                    <a:pt x="11122" y="12126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114"/>
                  </a:lnTo>
                  <a:lnTo>
                    <a:pt x="12358" y="8612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84" y="7299"/>
                  </a:lnTo>
                  <a:lnTo>
                    <a:pt x="13632" y="6990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3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0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9"/>
                  </a:lnTo>
                  <a:lnTo>
                    <a:pt x="24058" y="6990"/>
                  </a:lnTo>
                  <a:lnTo>
                    <a:pt x="24367" y="6642"/>
                  </a:lnTo>
                  <a:lnTo>
                    <a:pt x="24598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84"/>
                  </a:lnTo>
                  <a:lnTo>
                    <a:pt x="24058" y="1198"/>
                  </a:lnTo>
                  <a:lnTo>
                    <a:pt x="23788" y="811"/>
                  </a:lnTo>
                  <a:lnTo>
                    <a:pt x="23942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70" y="78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7"/>
            <p:cNvSpPr/>
            <p:nvPr/>
          </p:nvSpPr>
          <p:spPr>
            <a:xfrm>
              <a:off x="5082350" y="43871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9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3" y="2433"/>
                  </a:lnTo>
                  <a:lnTo>
                    <a:pt x="5368" y="2819"/>
                  </a:lnTo>
                  <a:lnTo>
                    <a:pt x="5484" y="3206"/>
                  </a:lnTo>
                  <a:lnTo>
                    <a:pt x="5522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2" y="5214"/>
                  </a:lnTo>
                  <a:lnTo>
                    <a:pt x="5445" y="5600"/>
                  </a:lnTo>
                  <a:lnTo>
                    <a:pt x="5329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09" y="8032"/>
                  </a:lnTo>
                  <a:lnTo>
                    <a:pt x="3939" y="8380"/>
                  </a:lnTo>
                  <a:lnTo>
                    <a:pt x="3630" y="8728"/>
                  </a:lnTo>
                  <a:lnTo>
                    <a:pt x="3283" y="9036"/>
                  </a:lnTo>
                  <a:lnTo>
                    <a:pt x="2935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8" y="10040"/>
                  </a:lnTo>
                  <a:lnTo>
                    <a:pt x="1313" y="10234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0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4"/>
                  </a:lnTo>
                  <a:lnTo>
                    <a:pt x="4827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8" y="5793"/>
                  </a:lnTo>
                  <a:lnTo>
                    <a:pt x="6024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4"/>
                  </a:lnTo>
                  <a:lnTo>
                    <a:pt x="4904" y="1005"/>
                  </a:lnTo>
                  <a:lnTo>
                    <a:pt x="4596" y="696"/>
                  </a:lnTo>
                  <a:lnTo>
                    <a:pt x="4287" y="425"/>
                  </a:lnTo>
                  <a:lnTo>
                    <a:pt x="3939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7"/>
            <p:cNvSpPr/>
            <p:nvPr/>
          </p:nvSpPr>
          <p:spPr>
            <a:xfrm>
              <a:off x="5492625" y="44122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1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1"/>
                  </a:lnTo>
                  <a:lnTo>
                    <a:pt x="3862" y="503"/>
                  </a:lnTo>
                  <a:lnTo>
                    <a:pt x="3322" y="773"/>
                  </a:lnTo>
                  <a:lnTo>
                    <a:pt x="2781" y="1082"/>
                  </a:lnTo>
                  <a:lnTo>
                    <a:pt x="2279" y="1429"/>
                  </a:lnTo>
                  <a:lnTo>
                    <a:pt x="1816" y="1854"/>
                  </a:lnTo>
                  <a:lnTo>
                    <a:pt x="1429" y="2279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7" y="4789"/>
                  </a:lnTo>
                  <a:lnTo>
                    <a:pt x="1" y="5368"/>
                  </a:lnTo>
                  <a:lnTo>
                    <a:pt x="348" y="5407"/>
                  </a:lnTo>
                  <a:lnTo>
                    <a:pt x="464" y="4982"/>
                  </a:lnTo>
                  <a:lnTo>
                    <a:pt x="580" y="4596"/>
                  </a:lnTo>
                  <a:lnTo>
                    <a:pt x="812" y="3978"/>
                  </a:lnTo>
                  <a:lnTo>
                    <a:pt x="1121" y="3399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7"/>
                  </a:lnTo>
                  <a:lnTo>
                    <a:pt x="3399" y="1159"/>
                  </a:lnTo>
                  <a:lnTo>
                    <a:pt x="3978" y="889"/>
                  </a:lnTo>
                  <a:lnTo>
                    <a:pt x="4635" y="657"/>
                  </a:lnTo>
                  <a:lnTo>
                    <a:pt x="5252" y="464"/>
                  </a:lnTo>
                  <a:lnTo>
                    <a:pt x="5909" y="387"/>
                  </a:lnTo>
                  <a:lnTo>
                    <a:pt x="6565" y="387"/>
                  </a:lnTo>
                  <a:lnTo>
                    <a:pt x="7222" y="464"/>
                  </a:lnTo>
                  <a:lnTo>
                    <a:pt x="7878" y="580"/>
                  </a:lnTo>
                  <a:lnTo>
                    <a:pt x="8496" y="812"/>
                  </a:lnTo>
                  <a:lnTo>
                    <a:pt x="9114" y="1082"/>
                  </a:lnTo>
                  <a:lnTo>
                    <a:pt x="9423" y="1275"/>
                  </a:lnTo>
                  <a:lnTo>
                    <a:pt x="9732" y="1507"/>
                  </a:lnTo>
                  <a:lnTo>
                    <a:pt x="10041" y="1700"/>
                  </a:lnTo>
                  <a:lnTo>
                    <a:pt x="10311" y="1931"/>
                  </a:lnTo>
                  <a:lnTo>
                    <a:pt x="10774" y="2472"/>
                  </a:lnTo>
                  <a:lnTo>
                    <a:pt x="11199" y="3013"/>
                  </a:lnTo>
                  <a:lnTo>
                    <a:pt x="11547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8"/>
                  </a:lnTo>
                  <a:lnTo>
                    <a:pt x="12859" y="6797"/>
                  </a:lnTo>
                  <a:lnTo>
                    <a:pt x="13130" y="7376"/>
                  </a:lnTo>
                  <a:lnTo>
                    <a:pt x="13439" y="7955"/>
                  </a:lnTo>
                  <a:lnTo>
                    <a:pt x="13825" y="8496"/>
                  </a:lnTo>
                  <a:lnTo>
                    <a:pt x="14250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500"/>
                  </a:lnTo>
                  <a:lnTo>
                    <a:pt x="15292" y="9654"/>
                  </a:lnTo>
                  <a:lnTo>
                    <a:pt x="15756" y="9809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9"/>
                  </a:lnTo>
                  <a:lnTo>
                    <a:pt x="17609" y="9616"/>
                  </a:lnTo>
                  <a:lnTo>
                    <a:pt x="17841" y="9500"/>
                  </a:lnTo>
                  <a:lnTo>
                    <a:pt x="18034" y="9384"/>
                  </a:lnTo>
                  <a:lnTo>
                    <a:pt x="18188" y="9230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2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80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6" y="8419"/>
                  </a:lnTo>
                  <a:lnTo>
                    <a:pt x="18072" y="8728"/>
                  </a:lnTo>
                  <a:lnTo>
                    <a:pt x="17802" y="8998"/>
                  </a:lnTo>
                  <a:lnTo>
                    <a:pt x="17493" y="9191"/>
                  </a:lnTo>
                  <a:lnTo>
                    <a:pt x="17184" y="9345"/>
                  </a:lnTo>
                  <a:lnTo>
                    <a:pt x="16837" y="9423"/>
                  </a:lnTo>
                  <a:lnTo>
                    <a:pt x="16451" y="9461"/>
                  </a:lnTo>
                  <a:lnTo>
                    <a:pt x="16103" y="9423"/>
                  </a:lnTo>
                  <a:lnTo>
                    <a:pt x="15717" y="9345"/>
                  </a:lnTo>
                  <a:lnTo>
                    <a:pt x="15369" y="9191"/>
                  </a:lnTo>
                  <a:lnTo>
                    <a:pt x="15022" y="8998"/>
                  </a:lnTo>
                  <a:lnTo>
                    <a:pt x="14713" y="8766"/>
                  </a:lnTo>
                  <a:lnTo>
                    <a:pt x="14404" y="8496"/>
                  </a:lnTo>
                  <a:lnTo>
                    <a:pt x="14172" y="8187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5" y="7183"/>
                  </a:lnTo>
                  <a:lnTo>
                    <a:pt x="13246" y="6526"/>
                  </a:lnTo>
                  <a:lnTo>
                    <a:pt x="12975" y="5831"/>
                  </a:lnTo>
                  <a:lnTo>
                    <a:pt x="12473" y="4480"/>
                  </a:lnTo>
                  <a:lnTo>
                    <a:pt x="12164" y="3823"/>
                  </a:lnTo>
                  <a:lnTo>
                    <a:pt x="11855" y="3206"/>
                  </a:lnTo>
                  <a:lnTo>
                    <a:pt x="11469" y="2588"/>
                  </a:lnTo>
                  <a:lnTo>
                    <a:pt x="11238" y="2279"/>
                  </a:lnTo>
                  <a:lnTo>
                    <a:pt x="11006" y="2009"/>
                  </a:lnTo>
                  <a:lnTo>
                    <a:pt x="10543" y="1584"/>
                  </a:lnTo>
                  <a:lnTo>
                    <a:pt x="10079" y="1198"/>
                  </a:lnTo>
                  <a:lnTo>
                    <a:pt x="9577" y="850"/>
                  </a:lnTo>
                  <a:lnTo>
                    <a:pt x="9037" y="580"/>
                  </a:lnTo>
                  <a:lnTo>
                    <a:pt x="8496" y="348"/>
                  </a:lnTo>
                  <a:lnTo>
                    <a:pt x="7917" y="194"/>
                  </a:lnTo>
                  <a:lnTo>
                    <a:pt x="7338" y="78"/>
                  </a:lnTo>
                  <a:lnTo>
                    <a:pt x="67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7"/>
            <p:cNvSpPr/>
            <p:nvPr/>
          </p:nvSpPr>
          <p:spPr>
            <a:xfrm>
              <a:off x="3907500" y="442282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0" y="464"/>
                  </a:moveTo>
                  <a:lnTo>
                    <a:pt x="11623" y="502"/>
                  </a:lnTo>
                  <a:lnTo>
                    <a:pt x="12048" y="541"/>
                  </a:lnTo>
                  <a:lnTo>
                    <a:pt x="12434" y="657"/>
                  </a:lnTo>
                  <a:lnTo>
                    <a:pt x="12627" y="734"/>
                  </a:lnTo>
                  <a:lnTo>
                    <a:pt x="12743" y="811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6" y="1699"/>
                  </a:lnTo>
                  <a:lnTo>
                    <a:pt x="12820" y="1892"/>
                  </a:lnTo>
                  <a:lnTo>
                    <a:pt x="12704" y="2086"/>
                  </a:lnTo>
                  <a:lnTo>
                    <a:pt x="12589" y="2240"/>
                  </a:lnTo>
                  <a:lnTo>
                    <a:pt x="12241" y="2472"/>
                  </a:lnTo>
                  <a:lnTo>
                    <a:pt x="11816" y="2742"/>
                  </a:lnTo>
                  <a:lnTo>
                    <a:pt x="11391" y="2935"/>
                  </a:lnTo>
                  <a:lnTo>
                    <a:pt x="10658" y="3205"/>
                  </a:lnTo>
                  <a:lnTo>
                    <a:pt x="9924" y="3437"/>
                  </a:lnTo>
                  <a:lnTo>
                    <a:pt x="9152" y="3707"/>
                  </a:lnTo>
                  <a:lnTo>
                    <a:pt x="8380" y="3900"/>
                  </a:lnTo>
                  <a:lnTo>
                    <a:pt x="7607" y="4094"/>
                  </a:lnTo>
                  <a:lnTo>
                    <a:pt x="6796" y="4287"/>
                  </a:lnTo>
                  <a:lnTo>
                    <a:pt x="5908" y="4441"/>
                  </a:lnTo>
                  <a:lnTo>
                    <a:pt x="5020" y="4596"/>
                  </a:lnTo>
                  <a:lnTo>
                    <a:pt x="4132" y="4711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0"/>
                  </a:lnTo>
                  <a:lnTo>
                    <a:pt x="1506" y="4673"/>
                  </a:lnTo>
                  <a:lnTo>
                    <a:pt x="1197" y="4557"/>
                  </a:lnTo>
                  <a:lnTo>
                    <a:pt x="888" y="4441"/>
                  </a:lnTo>
                  <a:lnTo>
                    <a:pt x="579" y="4248"/>
                  </a:lnTo>
                  <a:lnTo>
                    <a:pt x="657" y="4171"/>
                  </a:lnTo>
                  <a:lnTo>
                    <a:pt x="695" y="4055"/>
                  </a:lnTo>
                  <a:lnTo>
                    <a:pt x="695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1" y="3437"/>
                  </a:lnTo>
                  <a:lnTo>
                    <a:pt x="1313" y="3244"/>
                  </a:lnTo>
                  <a:lnTo>
                    <a:pt x="1854" y="2935"/>
                  </a:lnTo>
                  <a:lnTo>
                    <a:pt x="2278" y="2703"/>
                  </a:lnTo>
                  <a:lnTo>
                    <a:pt x="3012" y="2356"/>
                  </a:lnTo>
                  <a:lnTo>
                    <a:pt x="3707" y="2008"/>
                  </a:lnTo>
                  <a:lnTo>
                    <a:pt x="4479" y="1699"/>
                  </a:lnTo>
                  <a:lnTo>
                    <a:pt x="5252" y="1429"/>
                  </a:lnTo>
                  <a:lnTo>
                    <a:pt x="6024" y="1197"/>
                  </a:lnTo>
                  <a:lnTo>
                    <a:pt x="6835" y="1004"/>
                  </a:lnTo>
                  <a:lnTo>
                    <a:pt x="7607" y="811"/>
                  </a:lnTo>
                  <a:lnTo>
                    <a:pt x="8418" y="695"/>
                  </a:lnTo>
                  <a:lnTo>
                    <a:pt x="9229" y="580"/>
                  </a:lnTo>
                  <a:lnTo>
                    <a:pt x="10040" y="541"/>
                  </a:lnTo>
                  <a:lnTo>
                    <a:pt x="10735" y="502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1" y="1313"/>
                  </a:lnTo>
                  <a:lnTo>
                    <a:pt x="13708" y="1506"/>
                  </a:lnTo>
                  <a:lnTo>
                    <a:pt x="13747" y="1738"/>
                  </a:lnTo>
                  <a:lnTo>
                    <a:pt x="13708" y="2008"/>
                  </a:lnTo>
                  <a:lnTo>
                    <a:pt x="13631" y="2240"/>
                  </a:lnTo>
                  <a:lnTo>
                    <a:pt x="13515" y="2472"/>
                  </a:lnTo>
                  <a:lnTo>
                    <a:pt x="13399" y="2703"/>
                  </a:lnTo>
                  <a:lnTo>
                    <a:pt x="13206" y="2896"/>
                  </a:lnTo>
                  <a:lnTo>
                    <a:pt x="12859" y="3205"/>
                  </a:lnTo>
                  <a:lnTo>
                    <a:pt x="12473" y="3437"/>
                  </a:lnTo>
                  <a:lnTo>
                    <a:pt x="12048" y="3669"/>
                  </a:lnTo>
                  <a:lnTo>
                    <a:pt x="11623" y="3900"/>
                  </a:lnTo>
                  <a:lnTo>
                    <a:pt x="10658" y="4287"/>
                  </a:lnTo>
                  <a:lnTo>
                    <a:pt x="9731" y="4634"/>
                  </a:lnTo>
                  <a:lnTo>
                    <a:pt x="8766" y="4904"/>
                  </a:lnTo>
                  <a:lnTo>
                    <a:pt x="7762" y="5175"/>
                  </a:lnTo>
                  <a:lnTo>
                    <a:pt x="6758" y="5406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8"/>
                  </a:lnTo>
                  <a:lnTo>
                    <a:pt x="2780" y="5986"/>
                  </a:lnTo>
                  <a:lnTo>
                    <a:pt x="2278" y="5986"/>
                  </a:lnTo>
                  <a:lnTo>
                    <a:pt x="1815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5" y="5484"/>
                  </a:lnTo>
                  <a:lnTo>
                    <a:pt x="502" y="5252"/>
                  </a:lnTo>
                  <a:lnTo>
                    <a:pt x="348" y="5020"/>
                  </a:lnTo>
                  <a:lnTo>
                    <a:pt x="309" y="4866"/>
                  </a:lnTo>
                  <a:lnTo>
                    <a:pt x="309" y="4750"/>
                  </a:lnTo>
                  <a:lnTo>
                    <a:pt x="309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3"/>
                  </a:lnTo>
                  <a:lnTo>
                    <a:pt x="1931" y="5252"/>
                  </a:lnTo>
                  <a:lnTo>
                    <a:pt x="2587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6" y="5059"/>
                  </a:lnTo>
                  <a:lnTo>
                    <a:pt x="6912" y="4789"/>
                  </a:lnTo>
                  <a:lnTo>
                    <a:pt x="7839" y="4596"/>
                  </a:lnTo>
                  <a:lnTo>
                    <a:pt x="8727" y="4402"/>
                  </a:lnTo>
                  <a:lnTo>
                    <a:pt x="9615" y="4132"/>
                  </a:lnTo>
                  <a:lnTo>
                    <a:pt x="10503" y="3862"/>
                  </a:lnTo>
                  <a:lnTo>
                    <a:pt x="11353" y="3514"/>
                  </a:lnTo>
                  <a:lnTo>
                    <a:pt x="12164" y="3128"/>
                  </a:lnTo>
                  <a:lnTo>
                    <a:pt x="12434" y="2974"/>
                  </a:lnTo>
                  <a:lnTo>
                    <a:pt x="12704" y="2819"/>
                  </a:lnTo>
                  <a:lnTo>
                    <a:pt x="12936" y="2588"/>
                  </a:lnTo>
                  <a:lnTo>
                    <a:pt x="13129" y="2394"/>
                  </a:lnTo>
                  <a:lnTo>
                    <a:pt x="13322" y="2124"/>
                  </a:lnTo>
                  <a:lnTo>
                    <a:pt x="13438" y="1854"/>
                  </a:lnTo>
                  <a:lnTo>
                    <a:pt x="13515" y="1584"/>
                  </a:lnTo>
                  <a:lnTo>
                    <a:pt x="13515" y="1236"/>
                  </a:lnTo>
                  <a:lnTo>
                    <a:pt x="13477" y="1120"/>
                  </a:lnTo>
                  <a:close/>
                  <a:moveTo>
                    <a:pt x="10658" y="0"/>
                  </a:moveTo>
                  <a:lnTo>
                    <a:pt x="9886" y="39"/>
                  </a:lnTo>
                  <a:lnTo>
                    <a:pt x="9113" y="116"/>
                  </a:lnTo>
                  <a:lnTo>
                    <a:pt x="8302" y="232"/>
                  </a:lnTo>
                  <a:lnTo>
                    <a:pt x="7530" y="348"/>
                  </a:lnTo>
                  <a:lnTo>
                    <a:pt x="6719" y="541"/>
                  </a:lnTo>
                  <a:lnTo>
                    <a:pt x="5908" y="734"/>
                  </a:lnTo>
                  <a:lnTo>
                    <a:pt x="5020" y="1004"/>
                  </a:lnTo>
                  <a:lnTo>
                    <a:pt x="4132" y="1352"/>
                  </a:lnTo>
                  <a:lnTo>
                    <a:pt x="3244" y="1699"/>
                  </a:lnTo>
                  <a:lnTo>
                    <a:pt x="2394" y="2124"/>
                  </a:lnTo>
                  <a:lnTo>
                    <a:pt x="1776" y="2433"/>
                  </a:lnTo>
                  <a:lnTo>
                    <a:pt x="1390" y="2626"/>
                  </a:lnTo>
                  <a:lnTo>
                    <a:pt x="1043" y="2858"/>
                  </a:lnTo>
                  <a:lnTo>
                    <a:pt x="695" y="3090"/>
                  </a:lnTo>
                  <a:lnTo>
                    <a:pt x="463" y="3398"/>
                  </a:lnTo>
                  <a:lnTo>
                    <a:pt x="348" y="3553"/>
                  </a:lnTo>
                  <a:lnTo>
                    <a:pt x="270" y="3707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3" y="4132"/>
                  </a:lnTo>
                  <a:lnTo>
                    <a:pt x="193" y="4171"/>
                  </a:lnTo>
                  <a:lnTo>
                    <a:pt x="116" y="4325"/>
                  </a:lnTo>
                  <a:lnTo>
                    <a:pt x="39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5136"/>
                  </a:lnTo>
                  <a:lnTo>
                    <a:pt x="193" y="5445"/>
                  </a:lnTo>
                  <a:lnTo>
                    <a:pt x="348" y="5638"/>
                  </a:lnTo>
                  <a:lnTo>
                    <a:pt x="502" y="5831"/>
                  </a:lnTo>
                  <a:lnTo>
                    <a:pt x="695" y="5947"/>
                  </a:lnTo>
                  <a:lnTo>
                    <a:pt x="927" y="6063"/>
                  </a:lnTo>
                  <a:lnTo>
                    <a:pt x="965" y="6256"/>
                  </a:lnTo>
                  <a:lnTo>
                    <a:pt x="1274" y="6179"/>
                  </a:lnTo>
                  <a:lnTo>
                    <a:pt x="1313" y="6217"/>
                  </a:lnTo>
                  <a:lnTo>
                    <a:pt x="1313" y="6256"/>
                  </a:lnTo>
                  <a:lnTo>
                    <a:pt x="1352" y="6295"/>
                  </a:lnTo>
                  <a:lnTo>
                    <a:pt x="1467" y="6256"/>
                  </a:lnTo>
                  <a:lnTo>
                    <a:pt x="1815" y="6295"/>
                  </a:lnTo>
                  <a:lnTo>
                    <a:pt x="2394" y="6333"/>
                  </a:lnTo>
                  <a:lnTo>
                    <a:pt x="3012" y="6372"/>
                  </a:lnTo>
                  <a:lnTo>
                    <a:pt x="3591" y="6333"/>
                  </a:lnTo>
                  <a:lnTo>
                    <a:pt x="4171" y="6295"/>
                  </a:lnTo>
                  <a:lnTo>
                    <a:pt x="5368" y="6101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3" y="5522"/>
                  </a:lnTo>
                  <a:lnTo>
                    <a:pt x="9036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5" y="4132"/>
                  </a:lnTo>
                  <a:lnTo>
                    <a:pt x="12125" y="4248"/>
                  </a:lnTo>
                  <a:lnTo>
                    <a:pt x="12395" y="4287"/>
                  </a:lnTo>
                  <a:lnTo>
                    <a:pt x="12782" y="4711"/>
                  </a:lnTo>
                  <a:lnTo>
                    <a:pt x="13013" y="4518"/>
                  </a:lnTo>
                  <a:lnTo>
                    <a:pt x="12434" y="3939"/>
                  </a:lnTo>
                  <a:lnTo>
                    <a:pt x="12897" y="3669"/>
                  </a:lnTo>
                  <a:lnTo>
                    <a:pt x="13361" y="3321"/>
                  </a:lnTo>
                  <a:lnTo>
                    <a:pt x="13631" y="3051"/>
                  </a:lnTo>
                  <a:lnTo>
                    <a:pt x="13824" y="2703"/>
                  </a:lnTo>
                  <a:lnTo>
                    <a:pt x="14133" y="2626"/>
                  </a:lnTo>
                  <a:lnTo>
                    <a:pt x="14017" y="2317"/>
                  </a:lnTo>
                  <a:lnTo>
                    <a:pt x="14095" y="2008"/>
                  </a:lnTo>
                  <a:lnTo>
                    <a:pt x="14133" y="1738"/>
                  </a:lnTo>
                  <a:lnTo>
                    <a:pt x="14095" y="1468"/>
                  </a:lnTo>
                  <a:lnTo>
                    <a:pt x="14017" y="1236"/>
                  </a:lnTo>
                  <a:lnTo>
                    <a:pt x="13901" y="1004"/>
                  </a:lnTo>
                  <a:lnTo>
                    <a:pt x="13747" y="811"/>
                  </a:lnTo>
                  <a:lnTo>
                    <a:pt x="13477" y="618"/>
                  </a:lnTo>
                  <a:lnTo>
                    <a:pt x="13168" y="502"/>
                  </a:lnTo>
                  <a:lnTo>
                    <a:pt x="13091" y="502"/>
                  </a:lnTo>
                  <a:lnTo>
                    <a:pt x="12897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2" y="116"/>
                  </a:lnTo>
                  <a:lnTo>
                    <a:pt x="11816" y="3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7"/>
            <p:cNvSpPr/>
            <p:nvPr/>
          </p:nvSpPr>
          <p:spPr>
            <a:xfrm>
              <a:off x="299900" y="4449850"/>
              <a:ext cx="375550" cy="386175"/>
            </a:xfrm>
            <a:custGeom>
              <a:avLst/>
              <a:gdLst/>
              <a:ahLst/>
              <a:cxnLst/>
              <a:rect l="l" t="t" r="r" b="b"/>
              <a:pathLst>
                <a:path w="15022" h="15447" extrusionOk="0">
                  <a:moveTo>
                    <a:pt x="8032" y="503"/>
                  </a:move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05"/>
                  </a:lnTo>
                  <a:lnTo>
                    <a:pt x="10697" y="1236"/>
                  </a:lnTo>
                  <a:lnTo>
                    <a:pt x="11160" y="1507"/>
                  </a:lnTo>
                  <a:lnTo>
                    <a:pt x="11623" y="1815"/>
                  </a:lnTo>
                  <a:lnTo>
                    <a:pt x="10813" y="2163"/>
                  </a:lnTo>
                  <a:lnTo>
                    <a:pt x="10079" y="2588"/>
                  </a:lnTo>
                  <a:lnTo>
                    <a:pt x="9307" y="3090"/>
                  </a:lnTo>
                  <a:lnTo>
                    <a:pt x="8611" y="3592"/>
                  </a:lnTo>
                  <a:lnTo>
                    <a:pt x="7955" y="4171"/>
                  </a:lnTo>
                  <a:lnTo>
                    <a:pt x="7299" y="4789"/>
                  </a:lnTo>
                  <a:lnTo>
                    <a:pt x="6719" y="5445"/>
                  </a:lnTo>
                  <a:lnTo>
                    <a:pt x="6140" y="6140"/>
                  </a:lnTo>
                  <a:lnTo>
                    <a:pt x="5638" y="6835"/>
                  </a:lnTo>
                  <a:lnTo>
                    <a:pt x="5213" y="7608"/>
                  </a:lnTo>
                  <a:lnTo>
                    <a:pt x="4789" y="8380"/>
                  </a:lnTo>
                  <a:lnTo>
                    <a:pt x="4480" y="9191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3" y="11739"/>
                  </a:lnTo>
                  <a:lnTo>
                    <a:pt x="3746" y="12628"/>
                  </a:lnTo>
                  <a:lnTo>
                    <a:pt x="3592" y="12666"/>
                  </a:lnTo>
                  <a:lnTo>
                    <a:pt x="3283" y="11817"/>
                  </a:lnTo>
                  <a:lnTo>
                    <a:pt x="3051" y="11006"/>
                  </a:lnTo>
                  <a:lnTo>
                    <a:pt x="2858" y="10195"/>
                  </a:lnTo>
                  <a:lnTo>
                    <a:pt x="2703" y="9345"/>
                  </a:lnTo>
                  <a:lnTo>
                    <a:pt x="2588" y="8496"/>
                  </a:lnTo>
                  <a:lnTo>
                    <a:pt x="2549" y="7646"/>
                  </a:lnTo>
                  <a:lnTo>
                    <a:pt x="2588" y="6797"/>
                  </a:lnTo>
                  <a:lnTo>
                    <a:pt x="2703" y="5909"/>
                  </a:lnTo>
                  <a:lnTo>
                    <a:pt x="2858" y="5214"/>
                  </a:lnTo>
                  <a:lnTo>
                    <a:pt x="3051" y="4480"/>
                  </a:lnTo>
                  <a:lnTo>
                    <a:pt x="3321" y="3823"/>
                  </a:lnTo>
                  <a:lnTo>
                    <a:pt x="3669" y="3167"/>
                  </a:lnTo>
                  <a:lnTo>
                    <a:pt x="4016" y="2549"/>
                  </a:lnTo>
                  <a:lnTo>
                    <a:pt x="4441" y="1970"/>
                  </a:lnTo>
                  <a:lnTo>
                    <a:pt x="4904" y="1391"/>
                  </a:lnTo>
                  <a:lnTo>
                    <a:pt x="5406" y="850"/>
                  </a:lnTo>
                  <a:lnTo>
                    <a:pt x="5908" y="696"/>
                  </a:lnTo>
                  <a:lnTo>
                    <a:pt x="6410" y="618"/>
                  </a:lnTo>
                  <a:lnTo>
                    <a:pt x="6951" y="541"/>
                  </a:lnTo>
                  <a:lnTo>
                    <a:pt x="7492" y="503"/>
                  </a:lnTo>
                  <a:close/>
                  <a:moveTo>
                    <a:pt x="11971" y="2086"/>
                  </a:moveTo>
                  <a:lnTo>
                    <a:pt x="12357" y="2433"/>
                  </a:lnTo>
                  <a:lnTo>
                    <a:pt x="12705" y="2781"/>
                  </a:lnTo>
                  <a:lnTo>
                    <a:pt x="13052" y="3206"/>
                  </a:lnTo>
                  <a:lnTo>
                    <a:pt x="13322" y="3630"/>
                  </a:lnTo>
                  <a:lnTo>
                    <a:pt x="13593" y="4094"/>
                  </a:lnTo>
                  <a:lnTo>
                    <a:pt x="13863" y="4557"/>
                  </a:lnTo>
                  <a:lnTo>
                    <a:pt x="14056" y="5059"/>
                  </a:lnTo>
                  <a:lnTo>
                    <a:pt x="14211" y="5600"/>
                  </a:lnTo>
                  <a:lnTo>
                    <a:pt x="14326" y="6102"/>
                  </a:lnTo>
                  <a:lnTo>
                    <a:pt x="14442" y="6604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1"/>
                  </a:lnTo>
                  <a:lnTo>
                    <a:pt x="11392" y="7144"/>
                  </a:lnTo>
                  <a:lnTo>
                    <a:pt x="10658" y="7376"/>
                  </a:lnTo>
                  <a:lnTo>
                    <a:pt x="9963" y="7685"/>
                  </a:lnTo>
                  <a:lnTo>
                    <a:pt x="9229" y="8032"/>
                  </a:lnTo>
                  <a:lnTo>
                    <a:pt x="8534" y="8419"/>
                  </a:lnTo>
                  <a:lnTo>
                    <a:pt x="7878" y="8843"/>
                  </a:lnTo>
                  <a:lnTo>
                    <a:pt x="7260" y="9268"/>
                  </a:lnTo>
                  <a:lnTo>
                    <a:pt x="6642" y="9770"/>
                  </a:lnTo>
                  <a:lnTo>
                    <a:pt x="6102" y="10311"/>
                  </a:lnTo>
                  <a:lnTo>
                    <a:pt x="5561" y="10890"/>
                  </a:lnTo>
                  <a:lnTo>
                    <a:pt x="5098" y="11469"/>
                  </a:lnTo>
                  <a:lnTo>
                    <a:pt x="4634" y="12126"/>
                  </a:lnTo>
                  <a:lnTo>
                    <a:pt x="4248" y="12782"/>
                  </a:lnTo>
                  <a:lnTo>
                    <a:pt x="4132" y="12705"/>
                  </a:lnTo>
                  <a:lnTo>
                    <a:pt x="3978" y="12666"/>
                  </a:lnTo>
                  <a:lnTo>
                    <a:pt x="4094" y="11778"/>
                  </a:lnTo>
                  <a:lnTo>
                    <a:pt x="4325" y="10929"/>
                  </a:lnTo>
                  <a:lnTo>
                    <a:pt x="4557" y="10079"/>
                  </a:lnTo>
                  <a:lnTo>
                    <a:pt x="4866" y="9268"/>
                  </a:lnTo>
                  <a:lnTo>
                    <a:pt x="5213" y="8496"/>
                  </a:lnTo>
                  <a:lnTo>
                    <a:pt x="5600" y="7724"/>
                  </a:lnTo>
                  <a:lnTo>
                    <a:pt x="6024" y="6990"/>
                  </a:lnTo>
                  <a:lnTo>
                    <a:pt x="6526" y="6256"/>
                  </a:lnTo>
                  <a:lnTo>
                    <a:pt x="7067" y="5600"/>
                  </a:lnTo>
                  <a:lnTo>
                    <a:pt x="7607" y="4943"/>
                  </a:lnTo>
                  <a:lnTo>
                    <a:pt x="8225" y="4364"/>
                  </a:lnTo>
                  <a:lnTo>
                    <a:pt x="8920" y="3823"/>
                  </a:lnTo>
                  <a:lnTo>
                    <a:pt x="9615" y="3321"/>
                  </a:lnTo>
                  <a:lnTo>
                    <a:pt x="10349" y="2858"/>
                  </a:lnTo>
                  <a:lnTo>
                    <a:pt x="11121" y="2433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39"/>
                  </a:lnTo>
                  <a:lnTo>
                    <a:pt x="14442" y="8689"/>
                  </a:lnTo>
                  <a:lnTo>
                    <a:pt x="14288" y="9538"/>
                  </a:lnTo>
                  <a:lnTo>
                    <a:pt x="14172" y="9925"/>
                  </a:lnTo>
                  <a:lnTo>
                    <a:pt x="14056" y="10349"/>
                  </a:lnTo>
                  <a:lnTo>
                    <a:pt x="13902" y="10735"/>
                  </a:lnTo>
                  <a:lnTo>
                    <a:pt x="13709" y="11122"/>
                  </a:lnTo>
                  <a:lnTo>
                    <a:pt x="13516" y="11508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50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1" y="13014"/>
                  </a:lnTo>
                  <a:lnTo>
                    <a:pt x="11701" y="12898"/>
                  </a:lnTo>
                  <a:lnTo>
                    <a:pt x="11121" y="12743"/>
                  </a:lnTo>
                  <a:lnTo>
                    <a:pt x="10542" y="12628"/>
                  </a:lnTo>
                  <a:lnTo>
                    <a:pt x="10002" y="12550"/>
                  </a:lnTo>
                  <a:lnTo>
                    <a:pt x="9422" y="12473"/>
                  </a:lnTo>
                  <a:lnTo>
                    <a:pt x="8843" y="12435"/>
                  </a:lnTo>
                  <a:lnTo>
                    <a:pt x="8303" y="12435"/>
                  </a:lnTo>
                  <a:lnTo>
                    <a:pt x="7762" y="12473"/>
                  </a:lnTo>
                  <a:lnTo>
                    <a:pt x="7221" y="12550"/>
                  </a:lnTo>
                  <a:lnTo>
                    <a:pt x="6719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23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01"/>
                  </a:lnTo>
                  <a:lnTo>
                    <a:pt x="5870" y="11160"/>
                  </a:lnTo>
                  <a:lnTo>
                    <a:pt x="6410" y="10620"/>
                  </a:lnTo>
                  <a:lnTo>
                    <a:pt x="6990" y="10118"/>
                  </a:lnTo>
                  <a:lnTo>
                    <a:pt x="7569" y="9616"/>
                  </a:lnTo>
                  <a:lnTo>
                    <a:pt x="8148" y="9191"/>
                  </a:lnTo>
                  <a:lnTo>
                    <a:pt x="8766" y="8805"/>
                  </a:lnTo>
                  <a:lnTo>
                    <a:pt x="9422" y="8419"/>
                  </a:lnTo>
                  <a:lnTo>
                    <a:pt x="10079" y="8110"/>
                  </a:lnTo>
                  <a:lnTo>
                    <a:pt x="10735" y="7801"/>
                  </a:lnTo>
                  <a:lnTo>
                    <a:pt x="11469" y="7569"/>
                  </a:lnTo>
                  <a:lnTo>
                    <a:pt x="12164" y="7337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6"/>
                  </a:moveTo>
                  <a:lnTo>
                    <a:pt x="4055" y="1815"/>
                  </a:lnTo>
                  <a:lnTo>
                    <a:pt x="3630" y="2433"/>
                  </a:lnTo>
                  <a:lnTo>
                    <a:pt x="3244" y="3090"/>
                  </a:lnTo>
                  <a:lnTo>
                    <a:pt x="2935" y="3785"/>
                  </a:lnTo>
                  <a:lnTo>
                    <a:pt x="2665" y="4519"/>
                  </a:lnTo>
                  <a:lnTo>
                    <a:pt x="2472" y="5252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4"/>
                  </a:lnTo>
                  <a:lnTo>
                    <a:pt x="2394" y="9847"/>
                  </a:lnTo>
                  <a:lnTo>
                    <a:pt x="2549" y="10620"/>
                  </a:lnTo>
                  <a:lnTo>
                    <a:pt x="2781" y="11353"/>
                  </a:lnTo>
                  <a:lnTo>
                    <a:pt x="3012" y="12048"/>
                  </a:lnTo>
                  <a:lnTo>
                    <a:pt x="3321" y="12743"/>
                  </a:lnTo>
                  <a:lnTo>
                    <a:pt x="3128" y="12859"/>
                  </a:lnTo>
                  <a:lnTo>
                    <a:pt x="2935" y="13014"/>
                  </a:lnTo>
                  <a:lnTo>
                    <a:pt x="2819" y="13207"/>
                  </a:lnTo>
                  <a:lnTo>
                    <a:pt x="2742" y="13439"/>
                  </a:lnTo>
                  <a:lnTo>
                    <a:pt x="2394" y="12975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6" y="11585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075"/>
                  </a:lnTo>
                  <a:lnTo>
                    <a:pt x="541" y="8534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1"/>
                  </a:lnTo>
                  <a:lnTo>
                    <a:pt x="773" y="5870"/>
                  </a:lnTo>
                  <a:lnTo>
                    <a:pt x="927" y="5291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1970"/>
                  </a:lnTo>
                  <a:lnTo>
                    <a:pt x="3939" y="1584"/>
                  </a:lnTo>
                  <a:lnTo>
                    <a:pt x="4518" y="1236"/>
                  </a:lnTo>
                  <a:close/>
                  <a:moveTo>
                    <a:pt x="3862" y="12975"/>
                  </a:moveTo>
                  <a:lnTo>
                    <a:pt x="4016" y="13014"/>
                  </a:lnTo>
                  <a:lnTo>
                    <a:pt x="4171" y="13130"/>
                  </a:lnTo>
                  <a:lnTo>
                    <a:pt x="4287" y="13284"/>
                  </a:lnTo>
                  <a:lnTo>
                    <a:pt x="4325" y="13439"/>
                  </a:lnTo>
                  <a:lnTo>
                    <a:pt x="4364" y="13593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5" y="13786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00"/>
                  </a:lnTo>
                  <a:lnTo>
                    <a:pt x="3051" y="13439"/>
                  </a:lnTo>
                  <a:lnTo>
                    <a:pt x="2974" y="13516"/>
                  </a:lnTo>
                  <a:lnTo>
                    <a:pt x="3051" y="13361"/>
                  </a:lnTo>
                  <a:lnTo>
                    <a:pt x="3167" y="13207"/>
                  </a:lnTo>
                  <a:lnTo>
                    <a:pt x="3321" y="13091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8187" y="12821"/>
                  </a:moveTo>
                  <a:lnTo>
                    <a:pt x="9152" y="12859"/>
                  </a:lnTo>
                  <a:lnTo>
                    <a:pt x="9615" y="12898"/>
                  </a:lnTo>
                  <a:lnTo>
                    <a:pt x="10117" y="12937"/>
                  </a:lnTo>
                  <a:lnTo>
                    <a:pt x="10504" y="13014"/>
                  </a:lnTo>
                  <a:lnTo>
                    <a:pt x="11006" y="13091"/>
                  </a:lnTo>
                  <a:lnTo>
                    <a:pt x="11508" y="13245"/>
                  </a:lnTo>
                  <a:lnTo>
                    <a:pt x="11701" y="13323"/>
                  </a:lnTo>
                  <a:lnTo>
                    <a:pt x="11894" y="13439"/>
                  </a:lnTo>
                  <a:lnTo>
                    <a:pt x="11508" y="13747"/>
                  </a:lnTo>
                  <a:lnTo>
                    <a:pt x="11083" y="14018"/>
                  </a:lnTo>
                  <a:lnTo>
                    <a:pt x="10658" y="14249"/>
                  </a:lnTo>
                  <a:lnTo>
                    <a:pt x="10233" y="14442"/>
                  </a:lnTo>
                  <a:lnTo>
                    <a:pt x="9770" y="14597"/>
                  </a:lnTo>
                  <a:lnTo>
                    <a:pt x="9307" y="14751"/>
                  </a:lnTo>
                  <a:lnTo>
                    <a:pt x="8843" y="14829"/>
                  </a:lnTo>
                  <a:lnTo>
                    <a:pt x="8341" y="14906"/>
                  </a:lnTo>
                  <a:lnTo>
                    <a:pt x="7878" y="14944"/>
                  </a:lnTo>
                  <a:lnTo>
                    <a:pt x="7376" y="14944"/>
                  </a:lnTo>
                  <a:lnTo>
                    <a:pt x="6912" y="14906"/>
                  </a:lnTo>
                  <a:lnTo>
                    <a:pt x="6410" y="14867"/>
                  </a:lnTo>
                  <a:lnTo>
                    <a:pt x="5947" y="14751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6" y="14288"/>
                  </a:lnTo>
                  <a:lnTo>
                    <a:pt x="4711" y="14018"/>
                  </a:lnTo>
                  <a:lnTo>
                    <a:pt x="4750" y="13709"/>
                  </a:lnTo>
                  <a:lnTo>
                    <a:pt x="4711" y="13593"/>
                  </a:lnTo>
                  <a:lnTo>
                    <a:pt x="5561" y="13284"/>
                  </a:lnTo>
                  <a:lnTo>
                    <a:pt x="6410" y="13091"/>
                  </a:lnTo>
                  <a:lnTo>
                    <a:pt x="7299" y="12937"/>
                  </a:lnTo>
                  <a:lnTo>
                    <a:pt x="8187" y="12821"/>
                  </a:lnTo>
                  <a:close/>
                  <a:moveTo>
                    <a:pt x="6990" y="1"/>
                  </a:moveTo>
                  <a:lnTo>
                    <a:pt x="6449" y="78"/>
                  </a:lnTo>
                  <a:lnTo>
                    <a:pt x="5870" y="194"/>
                  </a:lnTo>
                  <a:lnTo>
                    <a:pt x="5329" y="348"/>
                  </a:lnTo>
                  <a:lnTo>
                    <a:pt x="4789" y="580"/>
                  </a:lnTo>
                  <a:lnTo>
                    <a:pt x="4248" y="811"/>
                  </a:lnTo>
                  <a:lnTo>
                    <a:pt x="3785" y="1082"/>
                  </a:lnTo>
                  <a:lnTo>
                    <a:pt x="3283" y="1391"/>
                  </a:lnTo>
                  <a:lnTo>
                    <a:pt x="2819" y="1738"/>
                  </a:lnTo>
                  <a:lnTo>
                    <a:pt x="2394" y="2124"/>
                  </a:lnTo>
                  <a:lnTo>
                    <a:pt x="2008" y="2549"/>
                  </a:lnTo>
                  <a:lnTo>
                    <a:pt x="1622" y="3013"/>
                  </a:lnTo>
                  <a:lnTo>
                    <a:pt x="1275" y="3476"/>
                  </a:lnTo>
                  <a:lnTo>
                    <a:pt x="966" y="3978"/>
                  </a:lnTo>
                  <a:lnTo>
                    <a:pt x="695" y="4596"/>
                  </a:lnTo>
                  <a:lnTo>
                    <a:pt x="425" y="5214"/>
                  </a:lnTo>
                  <a:lnTo>
                    <a:pt x="232" y="5870"/>
                  </a:lnTo>
                  <a:lnTo>
                    <a:pt x="116" y="6526"/>
                  </a:lnTo>
                  <a:lnTo>
                    <a:pt x="39" y="7222"/>
                  </a:lnTo>
                  <a:lnTo>
                    <a:pt x="0" y="7878"/>
                  </a:lnTo>
                  <a:lnTo>
                    <a:pt x="39" y="8573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199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1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481"/>
                  </a:lnTo>
                  <a:lnTo>
                    <a:pt x="4132" y="14597"/>
                  </a:lnTo>
                  <a:lnTo>
                    <a:pt x="4557" y="14790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53"/>
                  </a:lnTo>
                  <a:lnTo>
                    <a:pt x="6333" y="15369"/>
                  </a:lnTo>
                  <a:lnTo>
                    <a:pt x="6797" y="15408"/>
                  </a:lnTo>
                  <a:lnTo>
                    <a:pt x="7299" y="15446"/>
                  </a:lnTo>
                  <a:lnTo>
                    <a:pt x="8225" y="15446"/>
                  </a:lnTo>
                  <a:lnTo>
                    <a:pt x="8689" y="15369"/>
                  </a:lnTo>
                  <a:lnTo>
                    <a:pt x="9152" y="15292"/>
                  </a:lnTo>
                  <a:lnTo>
                    <a:pt x="9615" y="15176"/>
                  </a:lnTo>
                  <a:lnTo>
                    <a:pt x="10079" y="15022"/>
                  </a:lnTo>
                  <a:lnTo>
                    <a:pt x="10542" y="14867"/>
                  </a:lnTo>
                  <a:lnTo>
                    <a:pt x="10967" y="14674"/>
                  </a:lnTo>
                  <a:lnTo>
                    <a:pt x="11392" y="14442"/>
                  </a:lnTo>
                  <a:lnTo>
                    <a:pt x="11855" y="14134"/>
                  </a:lnTo>
                  <a:lnTo>
                    <a:pt x="12318" y="13747"/>
                  </a:lnTo>
                  <a:lnTo>
                    <a:pt x="12743" y="13361"/>
                  </a:lnTo>
                  <a:lnTo>
                    <a:pt x="13129" y="12975"/>
                  </a:lnTo>
                  <a:lnTo>
                    <a:pt x="13477" y="12512"/>
                  </a:lnTo>
                  <a:lnTo>
                    <a:pt x="13786" y="12048"/>
                  </a:lnTo>
                  <a:lnTo>
                    <a:pt x="14056" y="11546"/>
                  </a:lnTo>
                  <a:lnTo>
                    <a:pt x="14288" y="11044"/>
                  </a:lnTo>
                  <a:lnTo>
                    <a:pt x="14520" y="10504"/>
                  </a:lnTo>
                  <a:lnTo>
                    <a:pt x="14674" y="9963"/>
                  </a:lnTo>
                  <a:lnTo>
                    <a:pt x="14828" y="9423"/>
                  </a:lnTo>
                  <a:lnTo>
                    <a:pt x="14906" y="8843"/>
                  </a:lnTo>
                  <a:lnTo>
                    <a:pt x="14983" y="8264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4" y="6565"/>
                  </a:lnTo>
                  <a:lnTo>
                    <a:pt x="14828" y="5986"/>
                  </a:lnTo>
                  <a:lnTo>
                    <a:pt x="14674" y="5368"/>
                  </a:lnTo>
                  <a:lnTo>
                    <a:pt x="14481" y="4789"/>
                  </a:lnTo>
                  <a:lnTo>
                    <a:pt x="14249" y="4248"/>
                  </a:lnTo>
                  <a:lnTo>
                    <a:pt x="13979" y="3708"/>
                  </a:lnTo>
                  <a:lnTo>
                    <a:pt x="13670" y="3206"/>
                  </a:lnTo>
                  <a:lnTo>
                    <a:pt x="13322" y="2742"/>
                  </a:lnTo>
                  <a:lnTo>
                    <a:pt x="12936" y="2279"/>
                  </a:lnTo>
                  <a:lnTo>
                    <a:pt x="12512" y="1893"/>
                  </a:lnTo>
                  <a:lnTo>
                    <a:pt x="12048" y="1507"/>
                  </a:lnTo>
                  <a:lnTo>
                    <a:pt x="11585" y="1159"/>
                  </a:lnTo>
                  <a:lnTo>
                    <a:pt x="11083" y="850"/>
                  </a:lnTo>
                  <a:lnTo>
                    <a:pt x="10542" y="580"/>
                  </a:lnTo>
                  <a:lnTo>
                    <a:pt x="9963" y="387"/>
                  </a:lnTo>
                  <a:lnTo>
                    <a:pt x="9384" y="194"/>
                  </a:lnTo>
                  <a:lnTo>
                    <a:pt x="8766" y="78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7"/>
            <p:cNvSpPr/>
            <p:nvPr/>
          </p:nvSpPr>
          <p:spPr>
            <a:xfrm>
              <a:off x="2298225" y="4462400"/>
              <a:ext cx="461475" cy="306050"/>
            </a:xfrm>
            <a:custGeom>
              <a:avLst/>
              <a:gdLst/>
              <a:ahLst/>
              <a:cxnLst/>
              <a:rect l="l" t="t" r="r" b="b"/>
              <a:pathLst>
                <a:path w="18459" h="12242" extrusionOk="0">
                  <a:moveTo>
                    <a:pt x="17609" y="4943"/>
                  </a:moveTo>
                  <a:lnTo>
                    <a:pt x="17763" y="4982"/>
                  </a:lnTo>
                  <a:lnTo>
                    <a:pt x="17879" y="5020"/>
                  </a:lnTo>
                  <a:lnTo>
                    <a:pt x="17917" y="5098"/>
                  </a:lnTo>
                  <a:lnTo>
                    <a:pt x="17956" y="5175"/>
                  </a:lnTo>
                  <a:lnTo>
                    <a:pt x="17956" y="5407"/>
                  </a:lnTo>
                  <a:lnTo>
                    <a:pt x="17956" y="5638"/>
                  </a:lnTo>
                  <a:lnTo>
                    <a:pt x="17879" y="5793"/>
                  </a:lnTo>
                  <a:lnTo>
                    <a:pt x="17763" y="5986"/>
                  </a:lnTo>
                  <a:lnTo>
                    <a:pt x="17570" y="6140"/>
                  </a:lnTo>
                  <a:lnTo>
                    <a:pt x="17222" y="6372"/>
                  </a:lnTo>
                  <a:lnTo>
                    <a:pt x="16913" y="6526"/>
                  </a:lnTo>
                  <a:lnTo>
                    <a:pt x="16566" y="6642"/>
                  </a:lnTo>
                  <a:lnTo>
                    <a:pt x="16257" y="6681"/>
                  </a:lnTo>
                  <a:lnTo>
                    <a:pt x="15909" y="6720"/>
                  </a:lnTo>
                  <a:lnTo>
                    <a:pt x="16141" y="6140"/>
                  </a:lnTo>
                  <a:lnTo>
                    <a:pt x="16257" y="5870"/>
                  </a:lnTo>
                  <a:lnTo>
                    <a:pt x="16411" y="5600"/>
                  </a:lnTo>
                  <a:lnTo>
                    <a:pt x="16605" y="5368"/>
                  </a:lnTo>
                  <a:lnTo>
                    <a:pt x="16798" y="5175"/>
                  </a:lnTo>
                  <a:lnTo>
                    <a:pt x="17068" y="5059"/>
                  </a:lnTo>
                  <a:lnTo>
                    <a:pt x="17377" y="4943"/>
                  </a:lnTo>
                  <a:close/>
                  <a:moveTo>
                    <a:pt x="13747" y="6295"/>
                  </a:moveTo>
                  <a:lnTo>
                    <a:pt x="14056" y="6333"/>
                  </a:lnTo>
                  <a:lnTo>
                    <a:pt x="14365" y="6411"/>
                  </a:lnTo>
                  <a:lnTo>
                    <a:pt x="14597" y="6526"/>
                  </a:lnTo>
                  <a:lnTo>
                    <a:pt x="14828" y="6681"/>
                  </a:lnTo>
                  <a:lnTo>
                    <a:pt x="15060" y="6835"/>
                  </a:lnTo>
                  <a:lnTo>
                    <a:pt x="14983" y="6951"/>
                  </a:lnTo>
                  <a:lnTo>
                    <a:pt x="14519" y="7067"/>
                  </a:lnTo>
                  <a:lnTo>
                    <a:pt x="14056" y="7144"/>
                  </a:lnTo>
                  <a:lnTo>
                    <a:pt x="13515" y="7144"/>
                  </a:lnTo>
                  <a:lnTo>
                    <a:pt x="13206" y="7106"/>
                  </a:lnTo>
                  <a:lnTo>
                    <a:pt x="12936" y="6990"/>
                  </a:lnTo>
                  <a:lnTo>
                    <a:pt x="12820" y="6951"/>
                  </a:lnTo>
                  <a:lnTo>
                    <a:pt x="12782" y="6874"/>
                  </a:lnTo>
                  <a:lnTo>
                    <a:pt x="12782" y="6758"/>
                  </a:lnTo>
                  <a:lnTo>
                    <a:pt x="12859" y="6642"/>
                  </a:lnTo>
                  <a:lnTo>
                    <a:pt x="12936" y="6449"/>
                  </a:lnTo>
                  <a:lnTo>
                    <a:pt x="13052" y="6333"/>
                  </a:lnTo>
                  <a:lnTo>
                    <a:pt x="13206" y="6295"/>
                  </a:lnTo>
                  <a:close/>
                  <a:moveTo>
                    <a:pt x="15523" y="7222"/>
                  </a:moveTo>
                  <a:lnTo>
                    <a:pt x="16064" y="7608"/>
                  </a:lnTo>
                  <a:lnTo>
                    <a:pt x="16334" y="7839"/>
                  </a:lnTo>
                  <a:lnTo>
                    <a:pt x="16566" y="8071"/>
                  </a:lnTo>
                  <a:lnTo>
                    <a:pt x="16798" y="8303"/>
                  </a:lnTo>
                  <a:lnTo>
                    <a:pt x="16991" y="8573"/>
                  </a:lnTo>
                  <a:lnTo>
                    <a:pt x="17068" y="8882"/>
                  </a:lnTo>
                  <a:lnTo>
                    <a:pt x="17107" y="9036"/>
                  </a:lnTo>
                  <a:lnTo>
                    <a:pt x="17107" y="9229"/>
                  </a:lnTo>
                  <a:lnTo>
                    <a:pt x="17068" y="9423"/>
                  </a:lnTo>
                  <a:lnTo>
                    <a:pt x="16952" y="9538"/>
                  </a:lnTo>
                  <a:lnTo>
                    <a:pt x="16836" y="9616"/>
                  </a:lnTo>
                  <a:lnTo>
                    <a:pt x="16682" y="9654"/>
                  </a:lnTo>
                  <a:lnTo>
                    <a:pt x="16527" y="9654"/>
                  </a:lnTo>
                  <a:lnTo>
                    <a:pt x="16373" y="9577"/>
                  </a:lnTo>
                  <a:lnTo>
                    <a:pt x="16218" y="9461"/>
                  </a:lnTo>
                  <a:lnTo>
                    <a:pt x="16103" y="9307"/>
                  </a:lnTo>
                  <a:lnTo>
                    <a:pt x="15909" y="8959"/>
                  </a:lnTo>
                  <a:lnTo>
                    <a:pt x="15716" y="8573"/>
                  </a:lnTo>
                  <a:lnTo>
                    <a:pt x="15639" y="8226"/>
                  </a:lnTo>
                  <a:lnTo>
                    <a:pt x="15562" y="7917"/>
                  </a:lnTo>
                  <a:lnTo>
                    <a:pt x="15523" y="7569"/>
                  </a:lnTo>
                  <a:lnTo>
                    <a:pt x="15523" y="7222"/>
                  </a:lnTo>
                  <a:close/>
                  <a:moveTo>
                    <a:pt x="5020" y="464"/>
                  </a:moveTo>
                  <a:lnTo>
                    <a:pt x="5638" y="541"/>
                  </a:lnTo>
                  <a:lnTo>
                    <a:pt x="6217" y="696"/>
                  </a:lnTo>
                  <a:lnTo>
                    <a:pt x="6758" y="927"/>
                  </a:lnTo>
                  <a:lnTo>
                    <a:pt x="7260" y="1236"/>
                  </a:lnTo>
                  <a:lnTo>
                    <a:pt x="7723" y="1622"/>
                  </a:lnTo>
                  <a:lnTo>
                    <a:pt x="8186" y="2047"/>
                  </a:lnTo>
                  <a:lnTo>
                    <a:pt x="8534" y="2549"/>
                  </a:lnTo>
                  <a:lnTo>
                    <a:pt x="8804" y="3013"/>
                  </a:lnTo>
                  <a:lnTo>
                    <a:pt x="9036" y="3437"/>
                  </a:lnTo>
                  <a:lnTo>
                    <a:pt x="9229" y="3901"/>
                  </a:lnTo>
                  <a:lnTo>
                    <a:pt x="9384" y="4403"/>
                  </a:lnTo>
                  <a:lnTo>
                    <a:pt x="9654" y="5368"/>
                  </a:lnTo>
                  <a:lnTo>
                    <a:pt x="9924" y="6333"/>
                  </a:lnTo>
                  <a:lnTo>
                    <a:pt x="10040" y="6758"/>
                  </a:lnTo>
                  <a:lnTo>
                    <a:pt x="10194" y="7144"/>
                  </a:lnTo>
                  <a:lnTo>
                    <a:pt x="10388" y="7530"/>
                  </a:lnTo>
                  <a:lnTo>
                    <a:pt x="10619" y="7878"/>
                  </a:lnTo>
                  <a:lnTo>
                    <a:pt x="10890" y="8187"/>
                  </a:lnTo>
                  <a:lnTo>
                    <a:pt x="11198" y="8419"/>
                  </a:lnTo>
                  <a:lnTo>
                    <a:pt x="11585" y="8612"/>
                  </a:lnTo>
                  <a:lnTo>
                    <a:pt x="12009" y="8766"/>
                  </a:lnTo>
                  <a:lnTo>
                    <a:pt x="12357" y="8805"/>
                  </a:lnTo>
                  <a:lnTo>
                    <a:pt x="12704" y="8766"/>
                  </a:lnTo>
                  <a:lnTo>
                    <a:pt x="13013" y="8728"/>
                  </a:lnTo>
                  <a:lnTo>
                    <a:pt x="13322" y="8650"/>
                  </a:lnTo>
                  <a:lnTo>
                    <a:pt x="13631" y="8534"/>
                  </a:lnTo>
                  <a:lnTo>
                    <a:pt x="13901" y="8419"/>
                  </a:lnTo>
                  <a:lnTo>
                    <a:pt x="14172" y="8226"/>
                  </a:lnTo>
                  <a:lnTo>
                    <a:pt x="14442" y="8071"/>
                  </a:lnTo>
                  <a:lnTo>
                    <a:pt x="13940" y="8689"/>
                  </a:lnTo>
                  <a:lnTo>
                    <a:pt x="13361" y="9307"/>
                  </a:lnTo>
                  <a:lnTo>
                    <a:pt x="12743" y="9847"/>
                  </a:lnTo>
                  <a:lnTo>
                    <a:pt x="12087" y="10311"/>
                  </a:lnTo>
                  <a:lnTo>
                    <a:pt x="11392" y="10735"/>
                  </a:lnTo>
                  <a:lnTo>
                    <a:pt x="10658" y="11083"/>
                  </a:lnTo>
                  <a:lnTo>
                    <a:pt x="9847" y="11353"/>
                  </a:lnTo>
                  <a:lnTo>
                    <a:pt x="9036" y="11585"/>
                  </a:lnTo>
                  <a:lnTo>
                    <a:pt x="8418" y="11662"/>
                  </a:lnTo>
                  <a:lnTo>
                    <a:pt x="7839" y="11739"/>
                  </a:lnTo>
                  <a:lnTo>
                    <a:pt x="7260" y="11739"/>
                  </a:lnTo>
                  <a:lnTo>
                    <a:pt x="6680" y="11701"/>
                  </a:lnTo>
                  <a:lnTo>
                    <a:pt x="6101" y="11624"/>
                  </a:lnTo>
                  <a:lnTo>
                    <a:pt x="5561" y="11508"/>
                  </a:lnTo>
                  <a:lnTo>
                    <a:pt x="5020" y="11353"/>
                  </a:lnTo>
                  <a:lnTo>
                    <a:pt x="4518" y="11160"/>
                  </a:lnTo>
                  <a:lnTo>
                    <a:pt x="4016" y="10929"/>
                  </a:lnTo>
                  <a:lnTo>
                    <a:pt x="3514" y="10620"/>
                  </a:lnTo>
                  <a:lnTo>
                    <a:pt x="3089" y="10311"/>
                  </a:lnTo>
                  <a:lnTo>
                    <a:pt x="2626" y="9925"/>
                  </a:lnTo>
                  <a:lnTo>
                    <a:pt x="2240" y="9538"/>
                  </a:lnTo>
                  <a:lnTo>
                    <a:pt x="1854" y="9075"/>
                  </a:lnTo>
                  <a:lnTo>
                    <a:pt x="1545" y="8573"/>
                  </a:lnTo>
                  <a:lnTo>
                    <a:pt x="1236" y="8071"/>
                  </a:lnTo>
                  <a:lnTo>
                    <a:pt x="965" y="7492"/>
                  </a:lnTo>
                  <a:lnTo>
                    <a:pt x="734" y="6913"/>
                  </a:lnTo>
                  <a:lnTo>
                    <a:pt x="579" y="6295"/>
                  </a:lnTo>
                  <a:lnTo>
                    <a:pt x="464" y="5677"/>
                  </a:lnTo>
                  <a:lnTo>
                    <a:pt x="425" y="5059"/>
                  </a:lnTo>
                  <a:lnTo>
                    <a:pt x="425" y="4441"/>
                  </a:lnTo>
                  <a:lnTo>
                    <a:pt x="541" y="3823"/>
                  </a:lnTo>
                  <a:lnTo>
                    <a:pt x="695" y="3244"/>
                  </a:lnTo>
                  <a:lnTo>
                    <a:pt x="965" y="2704"/>
                  </a:lnTo>
                  <a:lnTo>
                    <a:pt x="1313" y="2163"/>
                  </a:lnTo>
                  <a:lnTo>
                    <a:pt x="1699" y="1738"/>
                  </a:lnTo>
                  <a:lnTo>
                    <a:pt x="2163" y="1313"/>
                  </a:lnTo>
                  <a:lnTo>
                    <a:pt x="2665" y="1005"/>
                  </a:lnTo>
                  <a:lnTo>
                    <a:pt x="3205" y="734"/>
                  </a:lnTo>
                  <a:lnTo>
                    <a:pt x="3784" y="580"/>
                  </a:lnTo>
                  <a:lnTo>
                    <a:pt x="4402" y="464"/>
                  </a:lnTo>
                  <a:close/>
                  <a:moveTo>
                    <a:pt x="4634" y="1"/>
                  </a:moveTo>
                  <a:lnTo>
                    <a:pt x="4248" y="39"/>
                  </a:lnTo>
                  <a:lnTo>
                    <a:pt x="3900" y="78"/>
                  </a:lnTo>
                  <a:lnTo>
                    <a:pt x="3514" y="155"/>
                  </a:lnTo>
                  <a:lnTo>
                    <a:pt x="3128" y="271"/>
                  </a:lnTo>
                  <a:lnTo>
                    <a:pt x="2780" y="425"/>
                  </a:lnTo>
                  <a:lnTo>
                    <a:pt x="2433" y="618"/>
                  </a:lnTo>
                  <a:lnTo>
                    <a:pt x="2085" y="850"/>
                  </a:lnTo>
                  <a:lnTo>
                    <a:pt x="1622" y="1198"/>
                  </a:lnTo>
                  <a:lnTo>
                    <a:pt x="1236" y="1584"/>
                  </a:lnTo>
                  <a:lnTo>
                    <a:pt x="888" y="2009"/>
                  </a:lnTo>
                  <a:lnTo>
                    <a:pt x="618" y="2433"/>
                  </a:lnTo>
                  <a:lnTo>
                    <a:pt x="386" y="2897"/>
                  </a:lnTo>
                  <a:lnTo>
                    <a:pt x="232" y="3399"/>
                  </a:lnTo>
                  <a:lnTo>
                    <a:pt x="77" y="3901"/>
                  </a:lnTo>
                  <a:lnTo>
                    <a:pt x="0" y="4403"/>
                  </a:lnTo>
                  <a:lnTo>
                    <a:pt x="0" y="4905"/>
                  </a:lnTo>
                  <a:lnTo>
                    <a:pt x="0" y="5445"/>
                  </a:lnTo>
                  <a:lnTo>
                    <a:pt x="77" y="5986"/>
                  </a:lnTo>
                  <a:lnTo>
                    <a:pt x="155" y="6488"/>
                  </a:lnTo>
                  <a:lnTo>
                    <a:pt x="309" y="7028"/>
                  </a:lnTo>
                  <a:lnTo>
                    <a:pt x="464" y="7530"/>
                  </a:lnTo>
                  <a:lnTo>
                    <a:pt x="695" y="8032"/>
                  </a:lnTo>
                  <a:lnTo>
                    <a:pt x="927" y="8496"/>
                  </a:lnTo>
                  <a:lnTo>
                    <a:pt x="1274" y="9075"/>
                  </a:lnTo>
                  <a:lnTo>
                    <a:pt x="1661" y="9616"/>
                  </a:lnTo>
                  <a:lnTo>
                    <a:pt x="2124" y="10079"/>
                  </a:lnTo>
                  <a:lnTo>
                    <a:pt x="2587" y="10542"/>
                  </a:lnTo>
                  <a:lnTo>
                    <a:pt x="3089" y="10929"/>
                  </a:lnTo>
                  <a:lnTo>
                    <a:pt x="3591" y="11276"/>
                  </a:lnTo>
                  <a:lnTo>
                    <a:pt x="4171" y="11546"/>
                  </a:lnTo>
                  <a:lnTo>
                    <a:pt x="4750" y="11778"/>
                  </a:lnTo>
                  <a:lnTo>
                    <a:pt x="4750" y="11933"/>
                  </a:lnTo>
                  <a:lnTo>
                    <a:pt x="5097" y="11894"/>
                  </a:lnTo>
                  <a:lnTo>
                    <a:pt x="5908" y="12087"/>
                  </a:lnTo>
                  <a:lnTo>
                    <a:pt x="6719" y="12203"/>
                  </a:lnTo>
                  <a:lnTo>
                    <a:pt x="7569" y="12241"/>
                  </a:lnTo>
                  <a:lnTo>
                    <a:pt x="8418" y="12164"/>
                  </a:lnTo>
                  <a:lnTo>
                    <a:pt x="9190" y="12048"/>
                  </a:lnTo>
                  <a:lnTo>
                    <a:pt x="9963" y="11855"/>
                  </a:lnTo>
                  <a:lnTo>
                    <a:pt x="10310" y="11739"/>
                  </a:lnTo>
                  <a:lnTo>
                    <a:pt x="10272" y="11739"/>
                  </a:lnTo>
                  <a:lnTo>
                    <a:pt x="11083" y="11431"/>
                  </a:lnTo>
                  <a:lnTo>
                    <a:pt x="11855" y="11044"/>
                  </a:lnTo>
                  <a:lnTo>
                    <a:pt x="12550" y="10581"/>
                  </a:lnTo>
                  <a:lnTo>
                    <a:pt x="13245" y="10079"/>
                  </a:lnTo>
                  <a:lnTo>
                    <a:pt x="13863" y="9500"/>
                  </a:lnTo>
                  <a:lnTo>
                    <a:pt x="14133" y="9191"/>
                  </a:lnTo>
                  <a:lnTo>
                    <a:pt x="14403" y="8882"/>
                  </a:lnTo>
                  <a:lnTo>
                    <a:pt x="14635" y="8534"/>
                  </a:lnTo>
                  <a:lnTo>
                    <a:pt x="14867" y="8187"/>
                  </a:lnTo>
                  <a:lnTo>
                    <a:pt x="15060" y="7801"/>
                  </a:lnTo>
                  <a:lnTo>
                    <a:pt x="15253" y="7415"/>
                  </a:lnTo>
                  <a:lnTo>
                    <a:pt x="15253" y="7917"/>
                  </a:lnTo>
                  <a:lnTo>
                    <a:pt x="15330" y="8419"/>
                  </a:lnTo>
                  <a:lnTo>
                    <a:pt x="15485" y="8882"/>
                  </a:lnTo>
                  <a:lnTo>
                    <a:pt x="15678" y="9345"/>
                  </a:lnTo>
                  <a:lnTo>
                    <a:pt x="15794" y="9538"/>
                  </a:lnTo>
                  <a:lnTo>
                    <a:pt x="15948" y="9731"/>
                  </a:lnTo>
                  <a:lnTo>
                    <a:pt x="16103" y="9886"/>
                  </a:lnTo>
                  <a:lnTo>
                    <a:pt x="16257" y="10040"/>
                  </a:lnTo>
                  <a:lnTo>
                    <a:pt x="16489" y="10156"/>
                  </a:lnTo>
                  <a:lnTo>
                    <a:pt x="16682" y="10195"/>
                  </a:lnTo>
                  <a:lnTo>
                    <a:pt x="16913" y="10156"/>
                  </a:lnTo>
                  <a:lnTo>
                    <a:pt x="17107" y="10040"/>
                  </a:lnTo>
                  <a:lnTo>
                    <a:pt x="17300" y="9886"/>
                  </a:lnTo>
                  <a:lnTo>
                    <a:pt x="17377" y="9693"/>
                  </a:lnTo>
                  <a:lnTo>
                    <a:pt x="17454" y="9500"/>
                  </a:lnTo>
                  <a:lnTo>
                    <a:pt x="17493" y="9268"/>
                  </a:lnTo>
                  <a:lnTo>
                    <a:pt x="17493" y="9075"/>
                  </a:lnTo>
                  <a:lnTo>
                    <a:pt x="17454" y="8843"/>
                  </a:lnTo>
                  <a:lnTo>
                    <a:pt x="17415" y="8650"/>
                  </a:lnTo>
                  <a:lnTo>
                    <a:pt x="17338" y="8457"/>
                  </a:lnTo>
                  <a:lnTo>
                    <a:pt x="17222" y="8226"/>
                  </a:lnTo>
                  <a:lnTo>
                    <a:pt x="17068" y="8032"/>
                  </a:lnTo>
                  <a:lnTo>
                    <a:pt x="16720" y="7646"/>
                  </a:lnTo>
                  <a:lnTo>
                    <a:pt x="16334" y="7299"/>
                  </a:lnTo>
                  <a:lnTo>
                    <a:pt x="15909" y="6990"/>
                  </a:lnTo>
                  <a:lnTo>
                    <a:pt x="16373" y="6990"/>
                  </a:lnTo>
                  <a:lnTo>
                    <a:pt x="16875" y="6913"/>
                  </a:lnTo>
                  <a:lnTo>
                    <a:pt x="17338" y="6720"/>
                  </a:lnTo>
                  <a:lnTo>
                    <a:pt x="17763" y="6488"/>
                  </a:lnTo>
                  <a:lnTo>
                    <a:pt x="17917" y="6333"/>
                  </a:lnTo>
                  <a:lnTo>
                    <a:pt x="18110" y="6140"/>
                  </a:lnTo>
                  <a:lnTo>
                    <a:pt x="18265" y="5947"/>
                  </a:lnTo>
                  <a:lnTo>
                    <a:pt x="18381" y="5716"/>
                  </a:lnTo>
                  <a:lnTo>
                    <a:pt x="18458" y="5484"/>
                  </a:lnTo>
                  <a:lnTo>
                    <a:pt x="18458" y="5214"/>
                  </a:lnTo>
                  <a:lnTo>
                    <a:pt x="18381" y="4982"/>
                  </a:lnTo>
                  <a:lnTo>
                    <a:pt x="18304" y="4905"/>
                  </a:lnTo>
                  <a:lnTo>
                    <a:pt x="18226" y="4789"/>
                  </a:lnTo>
                  <a:lnTo>
                    <a:pt x="18033" y="4673"/>
                  </a:lnTo>
                  <a:lnTo>
                    <a:pt x="17802" y="4596"/>
                  </a:lnTo>
                  <a:lnTo>
                    <a:pt x="17609" y="4557"/>
                  </a:lnTo>
                  <a:lnTo>
                    <a:pt x="17377" y="4557"/>
                  </a:lnTo>
                  <a:lnTo>
                    <a:pt x="17145" y="4634"/>
                  </a:lnTo>
                  <a:lnTo>
                    <a:pt x="16913" y="4712"/>
                  </a:lnTo>
                  <a:lnTo>
                    <a:pt x="16720" y="4789"/>
                  </a:lnTo>
                  <a:lnTo>
                    <a:pt x="16566" y="4905"/>
                  </a:lnTo>
                  <a:lnTo>
                    <a:pt x="16373" y="5098"/>
                  </a:lnTo>
                  <a:lnTo>
                    <a:pt x="16180" y="5291"/>
                  </a:lnTo>
                  <a:lnTo>
                    <a:pt x="15871" y="5716"/>
                  </a:lnTo>
                  <a:lnTo>
                    <a:pt x="15639" y="6179"/>
                  </a:lnTo>
                  <a:lnTo>
                    <a:pt x="15485" y="6681"/>
                  </a:lnTo>
                  <a:lnTo>
                    <a:pt x="15407" y="6681"/>
                  </a:lnTo>
                  <a:lnTo>
                    <a:pt x="15330" y="6720"/>
                  </a:lnTo>
                  <a:lnTo>
                    <a:pt x="14983" y="6411"/>
                  </a:lnTo>
                  <a:lnTo>
                    <a:pt x="14597" y="6179"/>
                  </a:lnTo>
                  <a:lnTo>
                    <a:pt x="14172" y="6024"/>
                  </a:lnTo>
                  <a:lnTo>
                    <a:pt x="13708" y="5947"/>
                  </a:lnTo>
                  <a:lnTo>
                    <a:pt x="13322" y="5909"/>
                  </a:lnTo>
                  <a:lnTo>
                    <a:pt x="13091" y="5947"/>
                  </a:lnTo>
                  <a:lnTo>
                    <a:pt x="12897" y="5986"/>
                  </a:lnTo>
                  <a:lnTo>
                    <a:pt x="12704" y="6063"/>
                  </a:lnTo>
                  <a:lnTo>
                    <a:pt x="12511" y="6140"/>
                  </a:lnTo>
                  <a:lnTo>
                    <a:pt x="12357" y="6295"/>
                  </a:lnTo>
                  <a:lnTo>
                    <a:pt x="12280" y="6449"/>
                  </a:lnTo>
                  <a:lnTo>
                    <a:pt x="12202" y="6642"/>
                  </a:lnTo>
                  <a:lnTo>
                    <a:pt x="12241" y="6835"/>
                  </a:lnTo>
                  <a:lnTo>
                    <a:pt x="12318" y="6990"/>
                  </a:lnTo>
                  <a:lnTo>
                    <a:pt x="12434" y="7106"/>
                  </a:lnTo>
                  <a:lnTo>
                    <a:pt x="12589" y="7260"/>
                  </a:lnTo>
                  <a:lnTo>
                    <a:pt x="12782" y="7337"/>
                  </a:lnTo>
                  <a:lnTo>
                    <a:pt x="13129" y="7453"/>
                  </a:lnTo>
                  <a:lnTo>
                    <a:pt x="13477" y="7530"/>
                  </a:lnTo>
                  <a:lnTo>
                    <a:pt x="13824" y="7530"/>
                  </a:lnTo>
                  <a:lnTo>
                    <a:pt x="14172" y="7492"/>
                  </a:lnTo>
                  <a:lnTo>
                    <a:pt x="14519" y="7415"/>
                  </a:lnTo>
                  <a:lnTo>
                    <a:pt x="14133" y="7762"/>
                  </a:lnTo>
                  <a:lnTo>
                    <a:pt x="13708" y="8032"/>
                  </a:lnTo>
                  <a:lnTo>
                    <a:pt x="13477" y="8110"/>
                  </a:lnTo>
                  <a:lnTo>
                    <a:pt x="13245" y="8226"/>
                  </a:lnTo>
                  <a:lnTo>
                    <a:pt x="13013" y="8264"/>
                  </a:lnTo>
                  <a:lnTo>
                    <a:pt x="12743" y="8303"/>
                  </a:lnTo>
                  <a:lnTo>
                    <a:pt x="12357" y="8303"/>
                  </a:lnTo>
                  <a:lnTo>
                    <a:pt x="11971" y="8264"/>
                  </a:lnTo>
                  <a:lnTo>
                    <a:pt x="11662" y="8110"/>
                  </a:lnTo>
                  <a:lnTo>
                    <a:pt x="11353" y="7955"/>
                  </a:lnTo>
                  <a:lnTo>
                    <a:pt x="11083" y="7685"/>
                  </a:lnTo>
                  <a:lnTo>
                    <a:pt x="10890" y="7415"/>
                  </a:lnTo>
                  <a:lnTo>
                    <a:pt x="10696" y="7106"/>
                  </a:lnTo>
                  <a:lnTo>
                    <a:pt x="10542" y="6720"/>
                  </a:lnTo>
                  <a:lnTo>
                    <a:pt x="10388" y="6218"/>
                  </a:lnTo>
                  <a:lnTo>
                    <a:pt x="10233" y="5716"/>
                  </a:lnTo>
                  <a:lnTo>
                    <a:pt x="9963" y="4673"/>
                  </a:lnTo>
                  <a:lnTo>
                    <a:pt x="9847" y="4171"/>
                  </a:lnTo>
                  <a:lnTo>
                    <a:pt x="9654" y="3669"/>
                  </a:lnTo>
                  <a:lnTo>
                    <a:pt x="9461" y="3167"/>
                  </a:lnTo>
                  <a:lnTo>
                    <a:pt x="9229" y="2704"/>
                  </a:lnTo>
                  <a:lnTo>
                    <a:pt x="8843" y="2163"/>
                  </a:lnTo>
                  <a:lnTo>
                    <a:pt x="8457" y="1700"/>
                  </a:lnTo>
                  <a:lnTo>
                    <a:pt x="7993" y="1275"/>
                  </a:lnTo>
                  <a:lnTo>
                    <a:pt x="7530" y="889"/>
                  </a:lnTo>
                  <a:lnTo>
                    <a:pt x="6989" y="580"/>
                  </a:lnTo>
                  <a:lnTo>
                    <a:pt x="6449" y="348"/>
                  </a:lnTo>
                  <a:lnTo>
                    <a:pt x="5870" y="155"/>
                  </a:lnTo>
                  <a:lnTo>
                    <a:pt x="5290" y="39"/>
                  </a:lnTo>
                  <a:lnTo>
                    <a:pt x="50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7"/>
            <p:cNvSpPr/>
            <p:nvPr/>
          </p:nvSpPr>
          <p:spPr>
            <a:xfrm>
              <a:off x="5932850" y="4466275"/>
              <a:ext cx="200800" cy="230725"/>
            </a:xfrm>
            <a:custGeom>
              <a:avLst/>
              <a:gdLst/>
              <a:ahLst/>
              <a:cxnLst/>
              <a:rect l="l" t="t" r="r" b="b"/>
              <a:pathLst>
                <a:path w="8032" h="9229" extrusionOk="0">
                  <a:moveTo>
                    <a:pt x="2047" y="0"/>
                  </a:moveTo>
                  <a:lnTo>
                    <a:pt x="1892" y="77"/>
                  </a:lnTo>
                  <a:lnTo>
                    <a:pt x="1738" y="154"/>
                  </a:lnTo>
                  <a:lnTo>
                    <a:pt x="1429" y="425"/>
                  </a:lnTo>
                  <a:lnTo>
                    <a:pt x="1197" y="734"/>
                  </a:lnTo>
                  <a:lnTo>
                    <a:pt x="965" y="1004"/>
                  </a:lnTo>
                  <a:lnTo>
                    <a:pt x="734" y="1352"/>
                  </a:lnTo>
                  <a:lnTo>
                    <a:pt x="502" y="1738"/>
                  </a:lnTo>
                  <a:lnTo>
                    <a:pt x="348" y="2124"/>
                  </a:lnTo>
                  <a:lnTo>
                    <a:pt x="193" y="2549"/>
                  </a:lnTo>
                  <a:lnTo>
                    <a:pt x="77" y="3012"/>
                  </a:lnTo>
                  <a:lnTo>
                    <a:pt x="39" y="3475"/>
                  </a:lnTo>
                  <a:lnTo>
                    <a:pt x="0" y="3939"/>
                  </a:lnTo>
                  <a:lnTo>
                    <a:pt x="77" y="4441"/>
                  </a:lnTo>
                  <a:lnTo>
                    <a:pt x="155" y="4904"/>
                  </a:lnTo>
                  <a:lnTo>
                    <a:pt x="270" y="5329"/>
                  </a:lnTo>
                  <a:lnTo>
                    <a:pt x="463" y="5792"/>
                  </a:lnTo>
                  <a:lnTo>
                    <a:pt x="695" y="6178"/>
                  </a:lnTo>
                  <a:lnTo>
                    <a:pt x="1043" y="6178"/>
                  </a:lnTo>
                  <a:lnTo>
                    <a:pt x="888" y="5831"/>
                  </a:lnTo>
                  <a:lnTo>
                    <a:pt x="734" y="5483"/>
                  </a:lnTo>
                  <a:lnTo>
                    <a:pt x="657" y="5136"/>
                  </a:lnTo>
                  <a:lnTo>
                    <a:pt x="541" y="4788"/>
                  </a:lnTo>
                  <a:lnTo>
                    <a:pt x="502" y="4402"/>
                  </a:lnTo>
                  <a:lnTo>
                    <a:pt x="463" y="4055"/>
                  </a:lnTo>
                  <a:lnTo>
                    <a:pt x="463" y="3668"/>
                  </a:lnTo>
                  <a:lnTo>
                    <a:pt x="463" y="3321"/>
                  </a:lnTo>
                  <a:lnTo>
                    <a:pt x="541" y="2973"/>
                  </a:lnTo>
                  <a:lnTo>
                    <a:pt x="618" y="2626"/>
                  </a:lnTo>
                  <a:lnTo>
                    <a:pt x="734" y="2278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7" y="1004"/>
                  </a:lnTo>
                  <a:lnTo>
                    <a:pt x="1776" y="734"/>
                  </a:lnTo>
                  <a:lnTo>
                    <a:pt x="1969" y="579"/>
                  </a:lnTo>
                  <a:lnTo>
                    <a:pt x="2085" y="502"/>
                  </a:lnTo>
                  <a:lnTo>
                    <a:pt x="2201" y="463"/>
                  </a:lnTo>
                  <a:lnTo>
                    <a:pt x="2317" y="579"/>
                  </a:lnTo>
                  <a:lnTo>
                    <a:pt x="2433" y="811"/>
                  </a:lnTo>
                  <a:lnTo>
                    <a:pt x="2587" y="1197"/>
                  </a:lnTo>
                  <a:lnTo>
                    <a:pt x="2742" y="1583"/>
                  </a:lnTo>
                  <a:lnTo>
                    <a:pt x="2858" y="1931"/>
                  </a:lnTo>
                  <a:lnTo>
                    <a:pt x="2973" y="2317"/>
                  </a:lnTo>
                  <a:lnTo>
                    <a:pt x="3051" y="2703"/>
                  </a:lnTo>
                  <a:lnTo>
                    <a:pt x="3089" y="3089"/>
                  </a:lnTo>
                  <a:lnTo>
                    <a:pt x="3089" y="3437"/>
                  </a:lnTo>
                  <a:lnTo>
                    <a:pt x="3051" y="3784"/>
                  </a:lnTo>
                  <a:lnTo>
                    <a:pt x="3012" y="4132"/>
                  </a:lnTo>
                  <a:lnTo>
                    <a:pt x="2896" y="4479"/>
                  </a:lnTo>
                  <a:lnTo>
                    <a:pt x="2780" y="4788"/>
                  </a:lnTo>
                  <a:lnTo>
                    <a:pt x="2587" y="5136"/>
                  </a:lnTo>
                  <a:lnTo>
                    <a:pt x="2394" y="5445"/>
                  </a:lnTo>
                  <a:lnTo>
                    <a:pt x="2356" y="5522"/>
                  </a:lnTo>
                  <a:lnTo>
                    <a:pt x="2394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4" y="5792"/>
                  </a:lnTo>
                  <a:lnTo>
                    <a:pt x="2471" y="5792"/>
                  </a:lnTo>
                  <a:lnTo>
                    <a:pt x="2626" y="5715"/>
                  </a:lnTo>
                  <a:lnTo>
                    <a:pt x="2819" y="5676"/>
                  </a:lnTo>
                  <a:lnTo>
                    <a:pt x="3205" y="5676"/>
                  </a:lnTo>
                  <a:lnTo>
                    <a:pt x="3630" y="5715"/>
                  </a:lnTo>
                  <a:lnTo>
                    <a:pt x="4055" y="5792"/>
                  </a:lnTo>
                  <a:lnTo>
                    <a:pt x="4441" y="5947"/>
                  </a:lnTo>
                  <a:lnTo>
                    <a:pt x="4866" y="6101"/>
                  </a:lnTo>
                  <a:lnTo>
                    <a:pt x="5213" y="6256"/>
                  </a:lnTo>
                  <a:lnTo>
                    <a:pt x="5522" y="6449"/>
                  </a:lnTo>
                  <a:lnTo>
                    <a:pt x="5831" y="6642"/>
                  </a:lnTo>
                  <a:lnTo>
                    <a:pt x="6140" y="6835"/>
                  </a:lnTo>
                  <a:lnTo>
                    <a:pt x="6410" y="7067"/>
                  </a:lnTo>
                  <a:lnTo>
                    <a:pt x="6680" y="7337"/>
                  </a:lnTo>
                  <a:lnTo>
                    <a:pt x="6912" y="7607"/>
                  </a:lnTo>
                  <a:lnTo>
                    <a:pt x="7144" y="7877"/>
                  </a:lnTo>
                  <a:lnTo>
                    <a:pt x="7337" y="8186"/>
                  </a:lnTo>
                  <a:lnTo>
                    <a:pt x="7530" y="8534"/>
                  </a:lnTo>
                  <a:lnTo>
                    <a:pt x="7105" y="8650"/>
                  </a:lnTo>
                  <a:lnTo>
                    <a:pt x="6680" y="8727"/>
                  </a:lnTo>
                  <a:lnTo>
                    <a:pt x="6294" y="8766"/>
                  </a:lnTo>
                  <a:lnTo>
                    <a:pt x="5870" y="8804"/>
                  </a:lnTo>
                  <a:lnTo>
                    <a:pt x="5483" y="8804"/>
                  </a:lnTo>
                  <a:lnTo>
                    <a:pt x="5059" y="8727"/>
                  </a:lnTo>
                  <a:lnTo>
                    <a:pt x="4672" y="8611"/>
                  </a:lnTo>
                  <a:lnTo>
                    <a:pt x="4248" y="8457"/>
                  </a:lnTo>
                  <a:lnTo>
                    <a:pt x="3900" y="8264"/>
                  </a:lnTo>
                  <a:lnTo>
                    <a:pt x="3591" y="8071"/>
                  </a:lnTo>
                  <a:lnTo>
                    <a:pt x="3012" y="7607"/>
                  </a:lnTo>
                  <a:lnTo>
                    <a:pt x="2471" y="7105"/>
                  </a:lnTo>
                  <a:lnTo>
                    <a:pt x="1931" y="6565"/>
                  </a:lnTo>
                  <a:lnTo>
                    <a:pt x="1854" y="6526"/>
                  </a:lnTo>
                  <a:lnTo>
                    <a:pt x="1815" y="6487"/>
                  </a:lnTo>
                  <a:lnTo>
                    <a:pt x="1661" y="6526"/>
                  </a:lnTo>
                  <a:lnTo>
                    <a:pt x="1622" y="6526"/>
                  </a:lnTo>
                  <a:lnTo>
                    <a:pt x="1583" y="6565"/>
                  </a:lnTo>
                  <a:lnTo>
                    <a:pt x="1429" y="6835"/>
                  </a:lnTo>
                  <a:lnTo>
                    <a:pt x="1661" y="6873"/>
                  </a:lnTo>
                  <a:lnTo>
                    <a:pt x="2278" y="7491"/>
                  </a:lnTo>
                  <a:lnTo>
                    <a:pt x="2896" y="8071"/>
                  </a:lnTo>
                  <a:lnTo>
                    <a:pt x="3244" y="8341"/>
                  </a:lnTo>
                  <a:lnTo>
                    <a:pt x="3630" y="8573"/>
                  </a:lnTo>
                  <a:lnTo>
                    <a:pt x="3977" y="8766"/>
                  </a:lnTo>
                  <a:lnTo>
                    <a:pt x="4364" y="8959"/>
                  </a:lnTo>
                  <a:lnTo>
                    <a:pt x="4827" y="9113"/>
                  </a:lnTo>
                  <a:lnTo>
                    <a:pt x="5252" y="9190"/>
                  </a:lnTo>
                  <a:lnTo>
                    <a:pt x="5676" y="9229"/>
                  </a:lnTo>
                  <a:lnTo>
                    <a:pt x="6140" y="9229"/>
                  </a:lnTo>
                  <a:lnTo>
                    <a:pt x="6565" y="9152"/>
                  </a:lnTo>
                  <a:lnTo>
                    <a:pt x="6989" y="9074"/>
                  </a:lnTo>
                  <a:lnTo>
                    <a:pt x="7878" y="8843"/>
                  </a:lnTo>
                  <a:lnTo>
                    <a:pt x="7955" y="8804"/>
                  </a:lnTo>
                  <a:lnTo>
                    <a:pt x="7993" y="8727"/>
                  </a:lnTo>
                  <a:lnTo>
                    <a:pt x="8032" y="8650"/>
                  </a:lnTo>
                  <a:lnTo>
                    <a:pt x="7993" y="8534"/>
                  </a:lnTo>
                  <a:lnTo>
                    <a:pt x="7762" y="8109"/>
                  </a:lnTo>
                  <a:lnTo>
                    <a:pt x="7491" y="7684"/>
                  </a:lnTo>
                  <a:lnTo>
                    <a:pt x="7221" y="7298"/>
                  </a:lnTo>
                  <a:lnTo>
                    <a:pt x="6874" y="6912"/>
                  </a:lnTo>
                  <a:lnTo>
                    <a:pt x="6526" y="6603"/>
                  </a:lnTo>
                  <a:lnTo>
                    <a:pt x="6140" y="6294"/>
                  </a:lnTo>
                  <a:lnTo>
                    <a:pt x="5715" y="6024"/>
                  </a:lnTo>
                  <a:lnTo>
                    <a:pt x="5252" y="5792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39" y="5367"/>
                  </a:lnTo>
                  <a:lnTo>
                    <a:pt x="3591" y="5290"/>
                  </a:lnTo>
                  <a:lnTo>
                    <a:pt x="3012" y="5290"/>
                  </a:lnTo>
                  <a:lnTo>
                    <a:pt x="3167" y="4981"/>
                  </a:lnTo>
                  <a:lnTo>
                    <a:pt x="3321" y="4634"/>
                  </a:lnTo>
                  <a:lnTo>
                    <a:pt x="3398" y="4286"/>
                  </a:lnTo>
                  <a:lnTo>
                    <a:pt x="3475" y="3939"/>
                  </a:lnTo>
                  <a:lnTo>
                    <a:pt x="3514" y="3591"/>
                  </a:lnTo>
                  <a:lnTo>
                    <a:pt x="3514" y="3205"/>
                  </a:lnTo>
                  <a:lnTo>
                    <a:pt x="3514" y="2858"/>
                  </a:lnTo>
                  <a:lnTo>
                    <a:pt x="3437" y="2471"/>
                  </a:lnTo>
                  <a:lnTo>
                    <a:pt x="3321" y="1969"/>
                  </a:lnTo>
                  <a:lnTo>
                    <a:pt x="3167" y="1467"/>
                  </a:lnTo>
                  <a:lnTo>
                    <a:pt x="2935" y="965"/>
                  </a:lnTo>
                  <a:lnTo>
                    <a:pt x="2703" y="502"/>
                  </a:lnTo>
                  <a:lnTo>
                    <a:pt x="2587" y="270"/>
                  </a:lnTo>
                  <a:lnTo>
                    <a:pt x="2471" y="116"/>
                  </a:lnTo>
                  <a:lnTo>
                    <a:pt x="2356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7"/>
            <p:cNvSpPr/>
            <p:nvPr/>
          </p:nvSpPr>
          <p:spPr>
            <a:xfrm>
              <a:off x="2331050" y="4488475"/>
              <a:ext cx="145775" cy="163175"/>
            </a:xfrm>
            <a:custGeom>
              <a:avLst/>
              <a:gdLst/>
              <a:ahLst/>
              <a:cxnLst/>
              <a:rect l="l" t="t" r="r" b="b"/>
              <a:pathLst>
                <a:path w="5831" h="6527" extrusionOk="0">
                  <a:moveTo>
                    <a:pt x="3321" y="502"/>
                  </a:moveTo>
                  <a:lnTo>
                    <a:pt x="3784" y="695"/>
                  </a:lnTo>
                  <a:lnTo>
                    <a:pt x="4248" y="1004"/>
                  </a:lnTo>
                  <a:lnTo>
                    <a:pt x="4595" y="1313"/>
                  </a:lnTo>
                  <a:lnTo>
                    <a:pt x="4904" y="1738"/>
                  </a:lnTo>
                  <a:lnTo>
                    <a:pt x="5174" y="2163"/>
                  </a:lnTo>
                  <a:lnTo>
                    <a:pt x="5252" y="2394"/>
                  </a:lnTo>
                  <a:lnTo>
                    <a:pt x="5329" y="2665"/>
                  </a:lnTo>
                  <a:lnTo>
                    <a:pt x="5367" y="2896"/>
                  </a:lnTo>
                  <a:lnTo>
                    <a:pt x="5367" y="3167"/>
                  </a:lnTo>
                  <a:lnTo>
                    <a:pt x="5367" y="3437"/>
                  </a:lnTo>
                  <a:lnTo>
                    <a:pt x="5329" y="3707"/>
                  </a:lnTo>
                  <a:lnTo>
                    <a:pt x="5213" y="4171"/>
                  </a:lnTo>
                  <a:lnTo>
                    <a:pt x="5020" y="4595"/>
                  </a:lnTo>
                  <a:lnTo>
                    <a:pt x="4750" y="4981"/>
                  </a:lnTo>
                  <a:lnTo>
                    <a:pt x="4441" y="5368"/>
                  </a:lnTo>
                  <a:lnTo>
                    <a:pt x="4055" y="5638"/>
                  </a:lnTo>
                  <a:lnTo>
                    <a:pt x="3630" y="5870"/>
                  </a:lnTo>
                  <a:lnTo>
                    <a:pt x="3398" y="5947"/>
                  </a:lnTo>
                  <a:lnTo>
                    <a:pt x="3166" y="6024"/>
                  </a:lnTo>
                  <a:lnTo>
                    <a:pt x="2935" y="6024"/>
                  </a:lnTo>
                  <a:lnTo>
                    <a:pt x="2703" y="6063"/>
                  </a:lnTo>
                  <a:lnTo>
                    <a:pt x="2394" y="6024"/>
                  </a:lnTo>
                  <a:lnTo>
                    <a:pt x="2085" y="5985"/>
                  </a:lnTo>
                  <a:lnTo>
                    <a:pt x="1815" y="5908"/>
                  </a:lnTo>
                  <a:lnTo>
                    <a:pt x="1583" y="5792"/>
                  </a:lnTo>
                  <a:lnTo>
                    <a:pt x="1390" y="5677"/>
                  </a:lnTo>
                  <a:lnTo>
                    <a:pt x="1197" y="5522"/>
                  </a:lnTo>
                  <a:lnTo>
                    <a:pt x="1004" y="5329"/>
                  </a:lnTo>
                  <a:lnTo>
                    <a:pt x="850" y="5136"/>
                  </a:lnTo>
                  <a:lnTo>
                    <a:pt x="734" y="4904"/>
                  </a:lnTo>
                  <a:lnTo>
                    <a:pt x="656" y="4673"/>
                  </a:lnTo>
                  <a:lnTo>
                    <a:pt x="541" y="4441"/>
                  </a:lnTo>
                  <a:lnTo>
                    <a:pt x="502" y="4209"/>
                  </a:lnTo>
                  <a:lnTo>
                    <a:pt x="425" y="3669"/>
                  </a:lnTo>
                  <a:lnTo>
                    <a:pt x="463" y="3128"/>
                  </a:lnTo>
                  <a:lnTo>
                    <a:pt x="579" y="2587"/>
                  </a:lnTo>
                  <a:lnTo>
                    <a:pt x="734" y="2085"/>
                  </a:lnTo>
                  <a:lnTo>
                    <a:pt x="1004" y="1622"/>
                  </a:lnTo>
                  <a:lnTo>
                    <a:pt x="1158" y="1390"/>
                  </a:lnTo>
                  <a:lnTo>
                    <a:pt x="1313" y="1197"/>
                  </a:lnTo>
                  <a:lnTo>
                    <a:pt x="1506" y="1043"/>
                  </a:lnTo>
                  <a:lnTo>
                    <a:pt x="1699" y="888"/>
                  </a:lnTo>
                  <a:lnTo>
                    <a:pt x="1931" y="734"/>
                  </a:lnTo>
                  <a:lnTo>
                    <a:pt x="2162" y="657"/>
                  </a:lnTo>
                  <a:lnTo>
                    <a:pt x="2394" y="579"/>
                  </a:lnTo>
                  <a:lnTo>
                    <a:pt x="2664" y="502"/>
                  </a:lnTo>
                  <a:lnTo>
                    <a:pt x="2935" y="502"/>
                  </a:lnTo>
                  <a:lnTo>
                    <a:pt x="3244" y="541"/>
                  </a:lnTo>
                  <a:lnTo>
                    <a:pt x="3282" y="502"/>
                  </a:lnTo>
                  <a:close/>
                  <a:moveTo>
                    <a:pt x="3128" y="0"/>
                  </a:moveTo>
                  <a:lnTo>
                    <a:pt x="3051" y="39"/>
                  </a:lnTo>
                  <a:lnTo>
                    <a:pt x="2973" y="116"/>
                  </a:lnTo>
                  <a:lnTo>
                    <a:pt x="2973" y="193"/>
                  </a:lnTo>
                  <a:lnTo>
                    <a:pt x="2664" y="155"/>
                  </a:lnTo>
                  <a:lnTo>
                    <a:pt x="2394" y="193"/>
                  </a:lnTo>
                  <a:lnTo>
                    <a:pt x="2124" y="232"/>
                  </a:lnTo>
                  <a:lnTo>
                    <a:pt x="1854" y="309"/>
                  </a:lnTo>
                  <a:lnTo>
                    <a:pt x="1622" y="425"/>
                  </a:lnTo>
                  <a:lnTo>
                    <a:pt x="1390" y="579"/>
                  </a:lnTo>
                  <a:lnTo>
                    <a:pt x="1197" y="734"/>
                  </a:lnTo>
                  <a:lnTo>
                    <a:pt x="965" y="927"/>
                  </a:lnTo>
                  <a:lnTo>
                    <a:pt x="811" y="1120"/>
                  </a:lnTo>
                  <a:lnTo>
                    <a:pt x="656" y="1352"/>
                  </a:lnTo>
                  <a:lnTo>
                    <a:pt x="386" y="1854"/>
                  </a:lnTo>
                  <a:lnTo>
                    <a:pt x="154" y="2394"/>
                  </a:lnTo>
                  <a:lnTo>
                    <a:pt x="39" y="2974"/>
                  </a:lnTo>
                  <a:lnTo>
                    <a:pt x="0" y="3591"/>
                  </a:lnTo>
                  <a:lnTo>
                    <a:pt x="0" y="3900"/>
                  </a:lnTo>
                  <a:lnTo>
                    <a:pt x="39" y="4209"/>
                  </a:lnTo>
                  <a:lnTo>
                    <a:pt x="116" y="4518"/>
                  </a:lnTo>
                  <a:lnTo>
                    <a:pt x="193" y="4788"/>
                  </a:lnTo>
                  <a:lnTo>
                    <a:pt x="270" y="5059"/>
                  </a:lnTo>
                  <a:lnTo>
                    <a:pt x="425" y="5329"/>
                  </a:lnTo>
                  <a:lnTo>
                    <a:pt x="579" y="5561"/>
                  </a:lnTo>
                  <a:lnTo>
                    <a:pt x="772" y="5754"/>
                  </a:lnTo>
                  <a:lnTo>
                    <a:pt x="965" y="5947"/>
                  </a:lnTo>
                  <a:lnTo>
                    <a:pt x="1197" y="6101"/>
                  </a:lnTo>
                  <a:lnTo>
                    <a:pt x="1467" y="6256"/>
                  </a:lnTo>
                  <a:lnTo>
                    <a:pt x="1738" y="6372"/>
                  </a:lnTo>
                  <a:lnTo>
                    <a:pt x="2085" y="6449"/>
                  </a:lnTo>
                  <a:lnTo>
                    <a:pt x="2394" y="6487"/>
                  </a:lnTo>
                  <a:lnTo>
                    <a:pt x="2742" y="6526"/>
                  </a:lnTo>
                  <a:lnTo>
                    <a:pt x="3012" y="6487"/>
                  </a:lnTo>
                  <a:lnTo>
                    <a:pt x="3321" y="6449"/>
                  </a:lnTo>
                  <a:lnTo>
                    <a:pt x="3630" y="6372"/>
                  </a:lnTo>
                  <a:lnTo>
                    <a:pt x="3900" y="6256"/>
                  </a:lnTo>
                  <a:lnTo>
                    <a:pt x="4170" y="6101"/>
                  </a:lnTo>
                  <a:lnTo>
                    <a:pt x="4402" y="5947"/>
                  </a:lnTo>
                  <a:lnTo>
                    <a:pt x="4634" y="5792"/>
                  </a:lnTo>
                  <a:lnTo>
                    <a:pt x="4866" y="5561"/>
                  </a:lnTo>
                  <a:lnTo>
                    <a:pt x="5059" y="5368"/>
                  </a:lnTo>
                  <a:lnTo>
                    <a:pt x="5252" y="5097"/>
                  </a:lnTo>
                  <a:lnTo>
                    <a:pt x="5406" y="4866"/>
                  </a:lnTo>
                  <a:lnTo>
                    <a:pt x="5522" y="4595"/>
                  </a:lnTo>
                  <a:lnTo>
                    <a:pt x="5638" y="4286"/>
                  </a:lnTo>
                  <a:lnTo>
                    <a:pt x="5754" y="4016"/>
                  </a:lnTo>
                  <a:lnTo>
                    <a:pt x="5792" y="3707"/>
                  </a:lnTo>
                  <a:lnTo>
                    <a:pt x="5831" y="3398"/>
                  </a:lnTo>
                  <a:lnTo>
                    <a:pt x="5831" y="3089"/>
                  </a:lnTo>
                  <a:lnTo>
                    <a:pt x="5792" y="2780"/>
                  </a:lnTo>
                  <a:lnTo>
                    <a:pt x="5754" y="2472"/>
                  </a:lnTo>
                  <a:lnTo>
                    <a:pt x="5638" y="2163"/>
                  </a:lnTo>
                  <a:lnTo>
                    <a:pt x="5522" y="1892"/>
                  </a:lnTo>
                  <a:lnTo>
                    <a:pt x="5406" y="1622"/>
                  </a:lnTo>
                  <a:lnTo>
                    <a:pt x="5213" y="1352"/>
                  </a:lnTo>
                  <a:lnTo>
                    <a:pt x="5020" y="1120"/>
                  </a:lnTo>
                  <a:lnTo>
                    <a:pt x="4827" y="888"/>
                  </a:lnTo>
                  <a:lnTo>
                    <a:pt x="4595" y="695"/>
                  </a:lnTo>
                  <a:lnTo>
                    <a:pt x="4364" y="502"/>
                  </a:lnTo>
                  <a:lnTo>
                    <a:pt x="4093" y="348"/>
                  </a:lnTo>
                  <a:lnTo>
                    <a:pt x="3823" y="193"/>
                  </a:lnTo>
                  <a:lnTo>
                    <a:pt x="3514" y="116"/>
                  </a:lnTo>
                  <a:lnTo>
                    <a:pt x="32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7"/>
            <p:cNvSpPr/>
            <p:nvPr/>
          </p:nvSpPr>
          <p:spPr>
            <a:xfrm>
              <a:off x="3966375" y="4488475"/>
              <a:ext cx="350450" cy="288650"/>
            </a:xfrm>
            <a:custGeom>
              <a:avLst/>
              <a:gdLst/>
              <a:ahLst/>
              <a:cxnLst/>
              <a:rect l="l" t="t" r="r" b="b"/>
              <a:pathLst>
                <a:path w="14018" h="11546" extrusionOk="0">
                  <a:moveTo>
                    <a:pt x="11778" y="0"/>
                  </a:moveTo>
                  <a:lnTo>
                    <a:pt x="11469" y="77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8" y="2780"/>
                  </a:lnTo>
                  <a:lnTo>
                    <a:pt x="10658" y="1892"/>
                  </a:lnTo>
                  <a:lnTo>
                    <a:pt x="10427" y="2085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168" y="5522"/>
                  </a:lnTo>
                  <a:lnTo>
                    <a:pt x="13439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2" y="6681"/>
                  </a:lnTo>
                  <a:lnTo>
                    <a:pt x="13516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4" y="7955"/>
                  </a:lnTo>
                  <a:lnTo>
                    <a:pt x="12203" y="8418"/>
                  </a:lnTo>
                  <a:lnTo>
                    <a:pt x="11740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1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0" y="11160"/>
                  </a:lnTo>
                  <a:lnTo>
                    <a:pt x="3013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2"/>
                  </a:lnTo>
                  <a:lnTo>
                    <a:pt x="1082" y="10696"/>
                  </a:lnTo>
                  <a:lnTo>
                    <a:pt x="812" y="10542"/>
                  </a:lnTo>
                  <a:lnTo>
                    <a:pt x="618" y="10388"/>
                  </a:lnTo>
                  <a:lnTo>
                    <a:pt x="464" y="10194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7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1" y="9886"/>
                  </a:lnTo>
                  <a:lnTo>
                    <a:pt x="39" y="10117"/>
                  </a:lnTo>
                  <a:lnTo>
                    <a:pt x="78" y="10310"/>
                  </a:lnTo>
                  <a:lnTo>
                    <a:pt x="194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2" y="11353"/>
                  </a:lnTo>
                  <a:lnTo>
                    <a:pt x="2626" y="11430"/>
                  </a:lnTo>
                  <a:lnTo>
                    <a:pt x="3321" y="11507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7"/>
                  </a:lnTo>
                  <a:lnTo>
                    <a:pt x="6063" y="11430"/>
                  </a:lnTo>
                  <a:lnTo>
                    <a:pt x="6758" y="11314"/>
                  </a:lnTo>
                  <a:lnTo>
                    <a:pt x="7415" y="11160"/>
                  </a:lnTo>
                  <a:lnTo>
                    <a:pt x="8071" y="11005"/>
                  </a:lnTo>
                  <a:lnTo>
                    <a:pt x="8728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8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3"/>
                  </a:lnTo>
                  <a:lnTo>
                    <a:pt x="14018" y="6140"/>
                  </a:lnTo>
                  <a:lnTo>
                    <a:pt x="13941" y="5908"/>
                  </a:lnTo>
                  <a:lnTo>
                    <a:pt x="13863" y="5715"/>
                  </a:lnTo>
                  <a:lnTo>
                    <a:pt x="13748" y="5522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6"/>
                  </a:lnTo>
                  <a:lnTo>
                    <a:pt x="13091" y="5136"/>
                  </a:lnTo>
                  <a:lnTo>
                    <a:pt x="12821" y="3823"/>
                  </a:lnTo>
                  <a:lnTo>
                    <a:pt x="12512" y="2549"/>
                  </a:lnTo>
                  <a:lnTo>
                    <a:pt x="12164" y="1274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7"/>
            <p:cNvSpPr/>
            <p:nvPr/>
          </p:nvSpPr>
          <p:spPr>
            <a:xfrm>
              <a:off x="1307750" y="4498125"/>
              <a:ext cx="103325" cy="105250"/>
            </a:xfrm>
            <a:custGeom>
              <a:avLst/>
              <a:gdLst/>
              <a:ahLst/>
              <a:cxnLst/>
              <a:rect l="l" t="t" r="r" b="b"/>
              <a:pathLst>
                <a:path w="4133" h="4210" extrusionOk="0">
                  <a:moveTo>
                    <a:pt x="2317" y="348"/>
                  </a:moveTo>
                  <a:lnTo>
                    <a:pt x="2665" y="425"/>
                  </a:lnTo>
                  <a:lnTo>
                    <a:pt x="2819" y="502"/>
                  </a:lnTo>
                  <a:lnTo>
                    <a:pt x="2974" y="618"/>
                  </a:lnTo>
                  <a:lnTo>
                    <a:pt x="3128" y="734"/>
                  </a:lnTo>
                  <a:lnTo>
                    <a:pt x="3244" y="850"/>
                  </a:lnTo>
                  <a:lnTo>
                    <a:pt x="3360" y="1043"/>
                  </a:lnTo>
                  <a:lnTo>
                    <a:pt x="3476" y="1197"/>
                  </a:lnTo>
                  <a:lnTo>
                    <a:pt x="3514" y="1236"/>
                  </a:lnTo>
                  <a:lnTo>
                    <a:pt x="3630" y="1545"/>
                  </a:lnTo>
                  <a:lnTo>
                    <a:pt x="3707" y="1815"/>
                  </a:lnTo>
                  <a:lnTo>
                    <a:pt x="3746" y="2086"/>
                  </a:lnTo>
                  <a:lnTo>
                    <a:pt x="3746" y="2356"/>
                  </a:lnTo>
                  <a:lnTo>
                    <a:pt x="3707" y="2626"/>
                  </a:lnTo>
                  <a:lnTo>
                    <a:pt x="3630" y="2896"/>
                  </a:lnTo>
                  <a:lnTo>
                    <a:pt x="3514" y="3128"/>
                  </a:lnTo>
                  <a:lnTo>
                    <a:pt x="3283" y="3398"/>
                  </a:lnTo>
                  <a:lnTo>
                    <a:pt x="3012" y="3591"/>
                  </a:lnTo>
                  <a:lnTo>
                    <a:pt x="2703" y="3746"/>
                  </a:lnTo>
                  <a:lnTo>
                    <a:pt x="2356" y="3823"/>
                  </a:lnTo>
                  <a:lnTo>
                    <a:pt x="2008" y="3862"/>
                  </a:lnTo>
                  <a:lnTo>
                    <a:pt x="1661" y="3785"/>
                  </a:lnTo>
                  <a:lnTo>
                    <a:pt x="1313" y="3669"/>
                  </a:lnTo>
                  <a:lnTo>
                    <a:pt x="1004" y="3476"/>
                  </a:lnTo>
                  <a:lnTo>
                    <a:pt x="734" y="3244"/>
                  </a:lnTo>
                  <a:lnTo>
                    <a:pt x="579" y="2935"/>
                  </a:lnTo>
                  <a:lnTo>
                    <a:pt x="425" y="2665"/>
                  </a:lnTo>
                  <a:lnTo>
                    <a:pt x="386" y="2317"/>
                  </a:lnTo>
                  <a:lnTo>
                    <a:pt x="348" y="2008"/>
                  </a:lnTo>
                  <a:lnTo>
                    <a:pt x="386" y="1661"/>
                  </a:lnTo>
                  <a:lnTo>
                    <a:pt x="502" y="1352"/>
                  </a:lnTo>
                  <a:lnTo>
                    <a:pt x="657" y="1043"/>
                  </a:lnTo>
                  <a:lnTo>
                    <a:pt x="888" y="811"/>
                  </a:lnTo>
                  <a:lnTo>
                    <a:pt x="1197" y="580"/>
                  </a:lnTo>
                  <a:lnTo>
                    <a:pt x="1545" y="425"/>
                  </a:lnTo>
                  <a:lnTo>
                    <a:pt x="1931" y="348"/>
                  </a:lnTo>
                  <a:close/>
                  <a:moveTo>
                    <a:pt x="2201" y="0"/>
                  </a:moveTo>
                  <a:lnTo>
                    <a:pt x="1815" y="39"/>
                  </a:lnTo>
                  <a:lnTo>
                    <a:pt x="1468" y="116"/>
                  </a:lnTo>
                  <a:lnTo>
                    <a:pt x="1120" y="232"/>
                  </a:lnTo>
                  <a:lnTo>
                    <a:pt x="927" y="348"/>
                  </a:lnTo>
                  <a:lnTo>
                    <a:pt x="773" y="464"/>
                  </a:lnTo>
                  <a:lnTo>
                    <a:pt x="579" y="618"/>
                  </a:lnTo>
                  <a:lnTo>
                    <a:pt x="464" y="773"/>
                  </a:lnTo>
                  <a:lnTo>
                    <a:pt x="232" y="1159"/>
                  </a:lnTo>
                  <a:lnTo>
                    <a:pt x="78" y="1545"/>
                  </a:lnTo>
                  <a:lnTo>
                    <a:pt x="0" y="1970"/>
                  </a:lnTo>
                  <a:lnTo>
                    <a:pt x="0" y="2394"/>
                  </a:lnTo>
                  <a:lnTo>
                    <a:pt x="116" y="2858"/>
                  </a:lnTo>
                  <a:lnTo>
                    <a:pt x="193" y="3051"/>
                  </a:lnTo>
                  <a:lnTo>
                    <a:pt x="309" y="3244"/>
                  </a:lnTo>
                  <a:lnTo>
                    <a:pt x="579" y="3553"/>
                  </a:lnTo>
                  <a:lnTo>
                    <a:pt x="888" y="3823"/>
                  </a:lnTo>
                  <a:lnTo>
                    <a:pt x="1236" y="4016"/>
                  </a:lnTo>
                  <a:lnTo>
                    <a:pt x="1622" y="4171"/>
                  </a:lnTo>
                  <a:lnTo>
                    <a:pt x="2047" y="4209"/>
                  </a:lnTo>
                  <a:lnTo>
                    <a:pt x="2472" y="4209"/>
                  </a:lnTo>
                  <a:lnTo>
                    <a:pt x="2858" y="4093"/>
                  </a:lnTo>
                  <a:lnTo>
                    <a:pt x="3244" y="3939"/>
                  </a:lnTo>
                  <a:lnTo>
                    <a:pt x="3398" y="3823"/>
                  </a:lnTo>
                  <a:lnTo>
                    <a:pt x="3553" y="3669"/>
                  </a:lnTo>
                  <a:lnTo>
                    <a:pt x="3707" y="3514"/>
                  </a:lnTo>
                  <a:lnTo>
                    <a:pt x="3823" y="3321"/>
                  </a:lnTo>
                  <a:lnTo>
                    <a:pt x="4016" y="2935"/>
                  </a:lnTo>
                  <a:lnTo>
                    <a:pt x="4132" y="2510"/>
                  </a:lnTo>
                  <a:lnTo>
                    <a:pt x="4132" y="2047"/>
                  </a:lnTo>
                  <a:lnTo>
                    <a:pt x="4132" y="1854"/>
                  </a:lnTo>
                  <a:lnTo>
                    <a:pt x="4055" y="1622"/>
                  </a:lnTo>
                  <a:lnTo>
                    <a:pt x="4016" y="1429"/>
                  </a:lnTo>
                  <a:lnTo>
                    <a:pt x="3900" y="1236"/>
                  </a:lnTo>
                  <a:lnTo>
                    <a:pt x="3785" y="1082"/>
                  </a:lnTo>
                  <a:lnTo>
                    <a:pt x="3630" y="927"/>
                  </a:lnTo>
                  <a:lnTo>
                    <a:pt x="3591" y="888"/>
                  </a:lnTo>
                  <a:lnTo>
                    <a:pt x="3553" y="734"/>
                  </a:lnTo>
                  <a:lnTo>
                    <a:pt x="3437" y="580"/>
                  </a:lnTo>
                  <a:lnTo>
                    <a:pt x="3360" y="425"/>
                  </a:lnTo>
                  <a:lnTo>
                    <a:pt x="3244" y="348"/>
                  </a:lnTo>
                  <a:lnTo>
                    <a:pt x="3089" y="232"/>
                  </a:lnTo>
                  <a:lnTo>
                    <a:pt x="2935" y="155"/>
                  </a:lnTo>
                  <a:lnTo>
                    <a:pt x="2587" y="39"/>
                  </a:lnTo>
                  <a:lnTo>
                    <a:pt x="220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7"/>
            <p:cNvSpPr/>
            <p:nvPr/>
          </p:nvSpPr>
          <p:spPr>
            <a:xfrm>
              <a:off x="6468625" y="45261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8" y="618"/>
                  </a:moveTo>
                  <a:lnTo>
                    <a:pt x="5947" y="772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2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4" y="3900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0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6" y="2626"/>
                  </a:lnTo>
                  <a:lnTo>
                    <a:pt x="5368" y="1969"/>
                  </a:lnTo>
                  <a:lnTo>
                    <a:pt x="5368" y="618"/>
                  </a:lnTo>
                  <a:close/>
                  <a:moveTo>
                    <a:pt x="2781" y="888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6"/>
                  </a:lnTo>
                  <a:lnTo>
                    <a:pt x="1545" y="4286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7" y="3012"/>
                  </a:lnTo>
                  <a:lnTo>
                    <a:pt x="888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1" y="888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5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3" y="6294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6"/>
                  </a:lnTo>
                  <a:lnTo>
                    <a:pt x="2240" y="579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4"/>
                  </a:lnTo>
                  <a:lnTo>
                    <a:pt x="232" y="2780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3"/>
                  </a:lnTo>
                  <a:lnTo>
                    <a:pt x="39" y="4557"/>
                  </a:lnTo>
                  <a:lnTo>
                    <a:pt x="348" y="4595"/>
                  </a:lnTo>
                  <a:lnTo>
                    <a:pt x="386" y="4286"/>
                  </a:lnTo>
                  <a:lnTo>
                    <a:pt x="966" y="4518"/>
                  </a:lnTo>
                  <a:lnTo>
                    <a:pt x="1313" y="4595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79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4" y="3977"/>
                  </a:lnTo>
                  <a:lnTo>
                    <a:pt x="3012" y="3630"/>
                  </a:lnTo>
                  <a:lnTo>
                    <a:pt x="3012" y="2973"/>
                  </a:lnTo>
                  <a:lnTo>
                    <a:pt x="3128" y="772"/>
                  </a:lnTo>
                  <a:lnTo>
                    <a:pt x="3514" y="657"/>
                  </a:lnTo>
                  <a:lnTo>
                    <a:pt x="3939" y="579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8" y="579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8" y="3398"/>
                  </a:lnTo>
                  <a:lnTo>
                    <a:pt x="5175" y="3746"/>
                  </a:lnTo>
                  <a:lnTo>
                    <a:pt x="5213" y="3900"/>
                  </a:lnTo>
                  <a:lnTo>
                    <a:pt x="5291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6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6"/>
                  </a:lnTo>
                  <a:lnTo>
                    <a:pt x="7607" y="4209"/>
                  </a:lnTo>
                  <a:lnTo>
                    <a:pt x="8650" y="4093"/>
                  </a:lnTo>
                  <a:lnTo>
                    <a:pt x="8650" y="4479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7"/>
                  </a:lnTo>
                  <a:lnTo>
                    <a:pt x="8766" y="5097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1" y="4904"/>
                  </a:lnTo>
                  <a:lnTo>
                    <a:pt x="9384" y="4904"/>
                  </a:lnTo>
                  <a:lnTo>
                    <a:pt x="9809" y="4981"/>
                  </a:lnTo>
                  <a:lnTo>
                    <a:pt x="10195" y="5097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599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7"/>
                  </a:lnTo>
                  <a:lnTo>
                    <a:pt x="10697" y="6603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3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9" y="8997"/>
                  </a:lnTo>
                  <a:lnTo>
                    <a:pt x="12512" y="8997"/>
                  </a:lnTo>
                  <a:lnTo>
                    <a:pt x="12434" y="9075"/>
                  </a:lnTo>
                  <a:lnTo>
                    <a:pt x="12396" y="9113"/>
                  </a:lnTo>
                  <a:lnTo>
                    <a:pt x="12357" y="9190"/>
                  </a:lnTo>
                  <a:lnTo>
                    <a:pt x="11469" y="9306"/>
                  </a:lnTo>
                  <a:lnTo>
                    <a:pt x="11469" y="9692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4" y="9499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7"/>
                  </a:lnTo>
                  <a:lnTo>
                    <a:pt x="13168" y="8766"/>
                  </a:lnTo>
                  <a:lnTo>
                    <a:pt x="13168" y="8495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6" y="7182"/>
                  </a:lnTo>
                  <a:lnTo>
                    <a:pt x="12743" y="6680"/>
                  </a:lnTo>
                  <a:lnTo>
                    <a:pt x="12434" y="6217"/>
                  </a:lnTo>
                  <a:lnTo>
                    <a:pt x="12125" y="5792"/>
                  </a:lnTo>
                  <a:lnTo>
                    <a:pt x="11778" y="5445"/>
                  </a:lnTo>
                  <a:lnTo>
                    <a:pt x="11315" y="5097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5"/>
                  </a:lnTo>
                  <a:lnTo>
                    <a:pt x="9886" y="4479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7"/>
                  </a:lnTo>
                  <a:lnTo>
                    <a:pt x="9229" y="3514"/>
                  </a:lnTo>
                  <a:lnTo>
                    <a:pt x="9152" y="3089"/>
                  </a:lnTo>
                  <a:lnTo>
                    <a:pt x="8998" y="2665"/>
                  </a:lnTo>
                  <a:lnTo>
                    <a:pt x="8805" y="2278"/>
                  </a:lnTo>
                  <a:lnTo>
                    <a:pt x="8534" y="1931"/>
                  </a:lnTo>
                  <a:lnTo>
                    <a:pt x="8225" y="1583"/>
                  </a:lnTo>
                  <a:lnTo>
                    <a:pt x="7839" y="1274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5" y="193"/>
                  </a:lnTo>
                  <a:lnTo>
                    <a:pt x="5291" y="77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7"/>
            <p:cNvSpPr/>
            <p:nvPr/>
          </p:nvSpPr>
          <p:spPr>
            <a:xfrm>
              <a:off x="4200000" y="452900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1"/>
                  </a:lnTo>
                  <a:lnTo>
                    <a:pt x="0" y="7261"/>
                  </a:lnTo>
                  <a:lnTo>
                    <a:pt x="193" y="7261"/>
                  </a:lnTo>
                  <a:lnTo>
                    <a:pt x="425" y="5484"/>
                  </a:lnTo>
                  <a:lnTo>
                    <a:pt x="580" y="3669"/>
                  </a:lnTo>
                  <a:lnTo>
                    <a:pt x="695" y="1854"/>
                  </a:lnTo>
                  <a:lnTo>
                    <a:pt x="695" y="928"/>
                  </a:lnTo>
                  <a:lnTo>
                    <a:pt x="695" y="40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7"/>
            <p:cNvSpPr/>
            <p:nvPr/>
          </p:nvSpPr>
          <p:spPr>
            <a:xfrm>
              <a:off x="6500475" y="45396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6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3"/>
                  </a:lnTo>
                  <a:lnTo>
                    <a:pt x="9384" y="9654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39" y="10079"/>
                  </a:lnTo>
                  <a:lnTo>
                    <a:pt x="7608" y="9963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9" y="9346"/>
                  </a:lnTo>
                  <a:lnTo>
                    <a:pt x="6951" y="9075"/>
                  </a:lnTo>
                  <a:lnTo>
                    <a:pt x="6913" y="8805"/>
                  </a:lnTo>
                  <a:lnTo>
                    <a:pt x="6951" y="8535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4" y="7569"/>
                  </a:lnTo>
                  <a:lnTo>
                    <a:pt x="8148" y="7338"/>
                  </a:lnTo>
                  <a:lnTo>
                    <a:pt x="8226" y="7299"/>
                  </a:lnTo>
                  <a:close/>
                  <a:moveTo>
                    <a:pt x="2858" y="1"/>
                  </a:moveTo>
                  <a:lnTo>
                    <a:pt x="2665" y="39"/>
                  </a:lnTo>
                  <a:lnTo>
                    <a:pt x="2665" y="78"/>
                  </a:lnTo>
                  <a:lnTo>
                    <a:pt x="2626" y="1352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4" y="5098"/>
                  </a:lnTo>
                  <a:lnTo>
                    <a:pt x="2897" y="7492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2"/>
                  </a:lnTo>
                  <a:lnTo>
                    <a:pt x="3051" y="8766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7"/>
                  </a:lnTo>
                  <a:lnTo>
                    <a:pt x="773" y="9114"/>
                  </a:lnTo>
                  <a:lnTo>
                    <a:pt x="1545" y="9152"/>
                  </a:lnTo>
                  <a:lnTo>
                    <a:pt x="3128" y="9230"/>
                  </a:lnTo>
                  <a:lnTo>
                    <a:pt x="4828" y="9307"/>
                  </a:lnTo>
                  <a:lnTo>
                    <a:pt x="5677" y="9307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2" y="10311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20"/>
                  </a:lnTo>
                  <a:lnTo>
                    <a:pt x="9037" y="10543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3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9"/>
                  </a:lnTo>
                  <a:lnTo>
                    <a:pt x="10041" y="8071"/>
                  </a:lnTo>
                  <a:lnTo>
                    <a:pt x="9847" y="7762"/>
                  </a:lnTo>
                  <a:lnTo>
                    <a:pt x="9616" y="7492"/>
                  </a:lnTo>
                  <a:lnTo>
                    <a:pt x="9307" y="7260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7" y="6990"/>
                  </a:lnTo>
                  <a:lnTo>
                    <a:pt x="7724" y="7029"/>
                  </a:lnTo>
                  <a:lnTo>
                    <a:pt x="7415" y="7144"/>
                  </a:lnTo>
                  <a:lnTo>
                    <a:pt x="7144" y="7338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6" y="8805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8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6" y="8535"/>
                  </a:lnTo>
                  <a:lnTo>
                    <a:pt x="3206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5"/>
                  </a:lnTo>
                  <a:lnTo>
                    <a:pt x="3206" y="7338"/>
                  </a:lnTo>
                  <a:lnTo>
                    <a:pt x="3128" y="6449"/>
                  </a:lnTo>
                  <a:lnTo>
                    <a:pt x="3013" y="4326"/>
                  </a:lnTo>
                  <a:lnTo>
                    <a:pt x="2935" y="2202"/>
                  </a:lnTo>
                  <a:lnTo>
                    <a:pt x="2897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7"/>
            <p:cNvSpPr/>
            <p:nvPr/>
          </p:nvSpPr>
          <p:spPr>
            <a:xfrm>
              <a:off x="5490700" y="4546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79"/>
                  </a:lnTo>
                  <a:lnTo>
                    <a:pt x="0" y="1197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8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6"/>
                  </a:lnTo>
                  <a:lnTo>
                    <a:pt x="1970" y="5947"/>
                  </a:lnTo>
                  <a:lnTo>
                    <a:pt x="2433" y="6410"/>
                  </a:lnTo>
                  <a:lnTo>
                    <a:pt x="2974" y="6873"/>
                  </a:lnTo>
                  <a:lnTo>
                    <a:pt x="3514" y="7260"/>
                  </a:lnTo>
                  <a:lnTo>
                    <a:pt x="4094" y="7646"/>
                  </a:lnTo>
                  <a:lnTo>
                    <a:pt x="4712" y="7955"/>
                  </a:lnTo>
                  <a:lnTo>
                    <a:pt x="5329" y="8225"/>
                  </a:lnTo>
                  <a:lnTo>
                    <a:pt x="5986" y="8495"/>
                  </a:lnTo>
                  <a:lnTo>
                    <a:pt x="6642" y="8688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3"/>
                  </a:lnTo>
                  <a:lnTo>
                    <a:pt x="10774" y="9075"/>
                  </a:lnTo>
                  <a:lnTo>
                    <a:pt x="11392" y="8997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1"/>
                  </a:lnTo>
                  <a:lnTo>
                    <a:pt x="14018" y="8379"/>
                  </a:lnTo>
                  <a:lnTo>
                    <a:pt x="14636" y="8148"/>
                  </a:lnTo>
                  <a:lnTo>
                    <a:pt x="15253" y="7877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0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4"/>
                  </a:lnTo>
                  <a:lnTo>
                    <a:pt x="19076" y="4286"/>
                  </a:lnTo>
                  <a:lnTo>
                    <a:pt x="19347" y="3668"/>
                  </a:lnTo>
                  <a:lnTo>
                    <a:pt x="19115" y="3630"/>
                  </a:lnTo>
                  <a:lnTo>
                    <a:pt x="18767" y="4170"/>
                  </a:lnTo>
                  <a:lnTo>
                    <a:pt x="18420" y="4634"/>
                  </a:lnTo>
                  <a:lnTo>
                    <a:pt x="18034" y="5097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0"/>
                  </a:lnTo>
                  <a:lnTo>
                    <a:pt x="15755" y="7028"/>
                  </a:lnTo>
                  <a:lnTo>
                    <a:pt x="15215" y="7298"/>
                  </a:lnTo>
                  <a:lnTo>
                    <a:pt x="14713" y="7569"/>
                  </a:lnTo>
                  <a:lnTo>
                    <a:pt x="14134" y="7800"/>
                  </a:lnTo>
                  <a:lnTo>
                    <a:pt x="13593" y="8032"/>
                  </a:lnTo>
                  <a:lnTo>
                    <a:pt x="13014" y="8186"/>
                  </a:lnTo>
                  <a:lnTo>
                    <a:pt x="12434" y="8341"/>
                  </a:lnTo>
                  <a:lnTo>
                    <a:pt x="11817" y="8457"/>
                  </a:lnTo>
                  <a:lnTo>
                    <a:pt x="11199" y="8534"/>
                  </a:lnTo>
                  <a:lnTo>
                    <a:pt x="10504" y="8611"/>
                  </a:lnTo>
                  <a:lnTo>
                    <a:pt x="9114" y="8611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2"/>
                  </a:lnTo>
                  <a:lnTo>
                    <a:pt x="6333" y="8109"/>
                  </a:lnTo>
                  <a:lnTo>
                    <a:pt x="5638" y="7877"/>
                  </a:lnTo>
                  <a:lnTo>
                    <a:pt x="5020" y="7607"/>
                  </a:lnTo>
                  <a:lnTo>
                    <a:pt x="4364" y="7260"/>
                  </a:lnTo>
                  <a:lnTo>
                    <a:pt x="3785" y="6912"/>
                  </a:lnTo>
                  <a:lnTo>
                    <a:pt x="3206" y="6487"/>
                  </a:lnTo>
                  <a:lnTo>
                    <a:pt x="2704" y="6063"/>
                  </a:lnTo>
                  <a:lnTo>
                    <a:pt x="2202" y="5561"/>
                  </a:lnTo>
                  <a:lnTo>
                    <a:pt x="1777" y="4981"/>
                  </a:lnTo>
                  <a:lnTo>
                    <a:pt x="1391" y="4402"/>
                  </a:lnTo>
                  <a:lnTo>
                    <a:pt x="1120" y="3900"/>
                  </a:lnTo>
                  <a:lnTo>
                    <a:pt x="850" y="3360"/>
                  </a:lnTo>
                  <a:lnTo>
                    <a:pt x="696" y="2858"/>
                  </a:lnTo>
                  <a:lnTo>
                    <a:pt x="541" y="2278"/>
                  </a:lnTo>
                  <a:lnTo>
                    <a:pt x="425" y="1738"/>
                  </a:lnTo>
                  <a:lnTo>
                    <a:pt x="387" y="1158"/>
                  </a:lnTo>
                  <a:lnTo>
                    <a:pt x="387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7"/>
            <p:cNvSpPr/>
            <p:nvPr/>
          </p:nvSpPr>
          <p:spPr>
            <a:xfrm>
              <a:off x="5576625" y="4556050"/>
              <a:ext cx="35725" cy="28975"/>
            </a:xfrm>
            <a:custGeom>
              <a:avLst/>
              <a:gdLst/>
              <a:ahLst/>
              <a:cxnLst/>
              <a:rect l="l" t="t" r="r" b="b"/>
              <a:pathLst>
                <a:path w="1429" h="1159" extrusionOk="0">
                  <a:moveTo>
                    <a:pt x="502" y="0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6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1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4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2"/>
                  </a:lnTo>
                  <a:lnTo>
                    <a:pt x="425" y="579"/>
                  </a:lnTo>
                  <a:lnTo>
                    <a:pt x="541" y="425"/>
                  </a:lnTo>
                  <a:lnTo>
                    <a:pt x="618" y="386"/>
                  </a:lnTo>
                  <a:lnTo>
                    <a:pt x="773" y="386"/>
                  </a:lnTo>
                  <a:lnTo>
                    <a:pt x="850" y="425"/>
                  </a:lnTo>
                  <a:lnTo>
                    <a:pt x="966" y="579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6" y="927"/>
                  </a:lnTo>
                  <a:lnTo>
                    <a:pt x="966" y="1004"/>
                  </a:lnTo>
                  <a:lnTo>
                    <a:pt x="966" y="1081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5" y="1120"/>
                  </a:lnTo>
                  <a:lnTo>
                    <a:pt x="1313" y="1081"/>
                  </a:lnTo>
                  <a:lnTo>
                    <a:pt x="1390" y="888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3"/>
                  </a:lnTo>
                  <a:lnTo>
                    <a:pt x="1043" y="77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7"/>
            <p:cNvSpPr/>
            <p:nvPr/>
          </p:nvSpPr>
          <p:spPr>
            <a:xfrm>
              <a:off x="5523525" y="45599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2"/>
                  </a:lnTo>
                  <a:lnTo>
                    <a:pt x="78" y="966"/>
                  </a:lnTo>
                  <a:lnTo>
                    <a:pt x="232" y="1082"/>
                  </a:lnTo>
                  <a:lnTo>
                    <a:pt x="387" y="1198"/>
                  </a:lnTo>
                  <a:lnTo>
                    <a:pt x="464" y="1198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5"/>
                  </a:lnTo>
                  <a:lnTo>
                    <a:pt x="387" y="927"/>
                  </a:lnTo>
                  <a:lnTo>
                    <a:pt x="348" y="812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7" y="503"/>
                  </a:lnTo>
                  <a:lnTo>
                    <a:pt x="464" y="464"/>
                  </a:lnTo>
                  <a:lnTo>
                    <a:pt x="541" y="387"/>
                  </a:lnTo>
                  <a:lnTo>
                    <a:pt x="773" y="387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2" y="1043"/>
                  </a:lnTo>
                  <a:lnTo>
                    <a:pt x="1159" y="1082"/>
                  </a:lnTo>
                  <a:lnTo>
                    <a:pt x="1197" y="1082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7"/>
                  </a:lnTo>
                  <a:lnTo>
                    <a:pt x="1159" y="232"/>
                  </a:lnTo>
                  <a:lnTo>
                    <a:pt x="1004" y="78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7"/>
            <p:cNvSpPr/>
            <p:nvPr/>
          </p:nvSpPr>
          <p:spPr>
            <a:xfrm>
              <a:off x="4050375" y="4567625"/>
              <a:ext cx="30900" cy="168975"/>
            </a:xfrm>
            <a:custGeom>
              <a:avLst/>
              <a:gdLst/>
              <a:ahLst/>
              <a:cxnLst/>
              <a:rect l="l" t="t" r="r" b="b"/>
              <a:pathLst>
                <a:path w="1236" h="6759" extrusionOk="0">
                  <a:moveTo>
                    <a:pt x="1120" y="1"/>
                  </a:moveTo>
                  <a:lnTo>
                    <a:pt x="1081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9"/>
                  </a:lnTo>
                  <a:lnTo>
                    <a:pt x="116" y="5059"/>
                  </a:lnTo>
                  <a:lnTo>
                    <a:pt x="0" y="6720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2" y="3515"/>
                  </a:lnTo>
                  <a:lnTo>
                    <a:pt x="965" y="1854"/>
                  </a:lnTo>
                  <a:lnTo>
                    <a:pt x="1081" y="232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7"/>
            <p:cNvSpPr/>
            <p:nvPr/>
          </p:nvSpPr>
          <p:spPr>
            <a:xfrm>
              <a:off x="4077400" y="4569550"/>
              <a:ext cx="121650" cy="144850"/>
            </a:xfrm>
            <a:custGeom>
              <a:avLst/>
              <a:gdLst/>
              <a:ahLst/>
              <a:cxnLst/>
              <a:rect l="l" t="t" r="r" b="b"/>
              <a:pathLst>
                <a:path w="4866" h="5794" extrusionOk="0">
                  <a:moveTo>
                    <a:pt x="155" y="1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6"/>
                  </a:lnTo>
                  <a:lnTo>
                    <a:pt x="2896" y="3631"/>
                  </a:lnTo>
                  <a:lnTo>
                    <a:pt x="3476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6"/>
                  </a:lnTo>
                  <a:lnTo>
                    <a:pt x="4866" y="5639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8" y="1352"/>
                  </a:lnTo>
                  <a:lnTo>
                    <a:pt x="811" y="65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7"/>
            <p:cNvSpPr/>
            <p:nvPr/>
          </p:nvSpPr>
          <p:spPr>
            <a:xfrm>
              <a:off x="3931625" y="457727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1"/>
                  </a:moveTo>
                  <a:lnTo>
                    <a:pt x="0" y="78"/>
                  </a:lnTo>
                  <a:lnTo>
                    <a:pt x="194" y="927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6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9"/>
                  </a:lnTo>
                  <a:lnTo>
                    <a:pt x="1931" y="6140"/>
                  </a:lnTo>
                  <a:lnTo>
                    <a:pt x="2086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4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7"/>
            <p:cNvSpPr/>
            <p:nvPr/>
          </p:nvSpPr>
          <p:spPr>
            <a:xfrm>
              <a:off x="3941275" y="457920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1" y="40"/>
                  </a:lnTo>
                  <a:lnTo>
                    <a:pt x="1970" y="3206"/>
                  </a:lnTo>
                  <a:lnTo>
                    <a:pt x="4055" y="6334"/>
                  </a:lnTo>
                  <a:lnTo>
                    <a:pt x="4055" y="6334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3"/>
                  </a:lnTo>
                  <a:lnTo>
                    <a:pt x="3708" y="6720"/>
                  </a:lnTo>
                  <a:lnTo>
                    <a:pt x="4132" y="6797"/>
                  </a:lnTo>
                  <a:lnTo>
                    <a:pt x="4596" y="6836"/>
                  </a:lnTo>
                  <a:lnTo>
                    <a:pt x="5484" y="6836"/>
                  </a:lnTo>
                  <a:lnTo>
                    <a:pt x="6372" y="6759"/>
                  </a:lnTo>
                  <a:lnTo>
                    <a:pt x="7299" y="6643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9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5"/>
                  </a:lnTo>
                  <a:lnTo>
                    <a:pt x="13863" y="2125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1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3"/>
                  </a:lnTo>
                  <a:lnTo>
                    <a:pt x="10349" y="5253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6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8" y="6334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7"/>
                  </a:lnTo>
                  <a:lnTo>
                    <a:pt x="3399" y="4635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7"/>
            <p:cNvSpPr/>
            <p:nvPr/>
          </p:nvSpPr>
          <p:spPr>
            <a:xfrm>
              <a:off x="6364350" y="46361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2" y="39"/>
                  </a:lnTo>
                  <a:lnTo>
                    <a:pt x="2781" y="77"/>
                  </a:lnTo>
                  <a:lnTo>
                    <a:pt x="2511" y="193"/>
                  </a:lnTo>
                  <a:lnTo>
                    <a:pt x="2241" y="309"/>
                  </a:lnTo>
                  <a:lnTo>
                    <a:pt x="2009" y="425"/>
                  </a:lnTo>
                  <a:lnTo>
                    <a:pt x="1739" y="579"/>
                  </a:lnTo>
                  <a:lnTo>
                    <a:pt x="1507" y="773"/>
                  </a:lnTo>
                  <a:lnTo>
                    <a:pt x="1121" y="1197"/>
                  </a:lnTo>
                  <a:lnTo>
                    <a:pt x="735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8"/>
                  </a:lnTo>
                  <a:lnTo>
                    <a:pt x="40" y="3746"/>
                  </a:lnTo>
                  <a:lnTo>
                    <a:pt x="1" y="4055"/>
                  </a:lnTo>
                  <a:lnTo>
                    <a:pt x="1" y="4402"/>
                  </a:lnTo>
                  <a:lnTo>
                    <a:pt x="40" y="4673"/>
                  </a:lnTo>
                  <a:lnTo>
                    <a:pt x="117" y="4904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5" y="5252"/>
                  </a:lnTo>
                  <a:lnTo>
                    <a:pt x="966" y="5290"/>
                  </a:lnTo>
                  <a:lnTo>
                    <a:pt x="1700" y="5290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5" y="4711"/>
                  </a:lnTo>
                  <a:lnTo>
                    <a:pt x="580" y="4595"/>
                  </a:lnTo>
                  <a:lnTo>
                    <a:pt x="542" y="4441"/>
                  </a:lnTo>
                  <a:lnTo>
                    <a:pt x="542" y="4248"/>
                  </a:lnTo>
                  <a:lnTo>
                    <a:pt x="542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8"/>
                  </a:lnTo>
                  <a:lnTo>
                    <a:pt x="2627" y="695"/>
                  </a:lnTo>
                  <a:lnTo>
                    <a:pt x="3090" y="579"/>
                  </a:lnTo>
                  <a:lnTo>
                    <a:pt x="3592" y="541"/>
                  </a:lnTo>
                  <a:lnTo>
                    <a:pt x="4094" y="579"/>
                  </a:lnTo>
                  <a:lnTo>
                    <a:pt x="4249" y="541"/>
                  </a:lnTo>
                  <a:lnTo>
                    <a:pt x="4326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3"/>
                  </a:lnTo>
                  <a:lnTo>
                    <a:pt x="4210" y="155"/>
                  </a:lnTo>
                  <a:lnTo>
                    <a:pt x="3940" y="77"/>
                  </a:lnTo>
                  <a:lnTo>
                    <a:pt x="3631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7"/>
            <p:cNvSpPr/>
            <p:nvPr/>
          </p:nvSpPr>
          <p:spPr>
            <a:xfrm>
              <a:off x="5052425" y="4653550"/>
              <a:ext cx="61800" cy="89800"/>
            </a:xfrm>
            <a:custGeom>
              <a:avLst/>
              <a:gdLst/>
              <a:ahLst/>
              <a:cxnLst/>
              <a:rect l="l" t="t" r="r" b="b"/>
              <a:pathLst>
                <a:path w="2472" h="3592" extrusionOk="0">
                  <a:moveTo>
                    <a:pt x="1082" y="0"/>
                  </a:moveTo>
                  <a:lnTo>
                    <a:pt x="1004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5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699"/>
                  </a:lnTo>
                  <a:lnTo>
                    <a:pt x="1931" y="1931"/>
                  </a:lnTo>
                  <a:lnTo>
                    <a:pt x="1931" y="2163"/>
                  </a:lnTo>
                  <a:lnTo>
                    <a:pt x="1931" y="2433"/>
                  </a:lnTo>
                  <a:lnTo>
                    <a:pt x="1815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0" y="3128"/>
                  </a:lnTo>
                  <a:lnTo>
                    <a:pt x="1197" y="3128"/>
                  </a:lnTo>
                  <a:lnTo>
                    <a:pt x="1043" y="3089"/>
                  </a:lnTo>
                  <a:lnTo>
                    <a:pt x="927" y="3012"/>
                  </a:lnTo>
                  <a:lnTo>
                    <a:pt x="850" y="2896"/>
                  </a:lnTo>
                  <a:lnTo>
                    <a:pt x="811" y="2742"/>
                  </a:lnTo>
                  <a:lnTo>
                    <a:pt x="850" y="2587"/>
                  </a:lnTo>
                  <a:lnTo>
                    <a:pt x="927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0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5" y="1468"/>
                  </a:lnTo>
                  <a:lnTo>
                    <a:pt x="193" y="1313"/>
                  </a:lnTo>
                  <a:lnTo>
                    <a:pt x="0" y="1622"/>
                  </a:lnTo>
                  <a:lnTo>
                    <a:pt x="271" y="1892"/>
                  </a:lnTo>
                  <a:lnTo>
                    <a:pt x="580" y="2124"/>
                  </a:lnTo>
                  <a:lnTo>
                    <a:pt x="425" y="2356"/>
                  </a:lnTo>
                  <a:lnTo>
                    <a:pt x="348" y="2626"/>
                  </a:lnTo>
                  <a:lnTo>
                    <a:pt x="309" y="2896"/>
                  </a:lnTo>
                  <a:lnTo>
                    <a:pt x="348" y="3051"/>
                  </a:lnTo>
                  <a:lnTo>
                    <a:pt x="425" y="3167"/>
                  </a:lnTo>
                  <a:lnTo>
                    <a:pt x="541" y="3321"/>
                  </a:lnTo>
                  <a:lnTo>
                    <a:pt x="695" y="3476"/>
                  </a:lnTo>
                  <a:lnTo>
                    <a:pt x="888" y="3553"/>
                  </a:lnTo>
                  <a:lnTo>
                    <a:pt x="1082" y="3591"/>
                  </a:lnTo>
                  <a:lnTo>
                    <a:pt x="1275" y="3591"/>
                  </a:lnTo>
                  <a:lnTo>
                    <a:pt x="1506" y="3553"/>
                  </a:lnTo>
                  <a:lnTo>
                    <a:pt x="1699" y="3514"/>
                  </a:lnTo>
                  <a:lnTo>
                    <a:pt x="1854" y="3398"/>
                  </a:lnTo>
                  <a:lnTo>
                    <a:pt x="2047" y="3244"/>
                  </a:lnTo>
                  <a:lnTo>
                    <a:pt x="2201" y="3051"/>
                  </a:lnTo>
                  <a:lnTo>
                    <a:pt x="2317" y="2858"/>
                  </a:lnTo>
                  <a:lnTo>
                    <a:pt x="2394" y="2665"/>
                  </a:lnTo>
                  <a:lnTo>
                    <a:pt x="2433" y="2472"/>
                  </a:lnTo>
                  <a:lnTo>
                    <a:pt x="2472" y="2240"/>
                  </a:lnTo>
                  <a:lnTo>
                    <a:pt x="2433" y="2008"/>
                  </a:lnTo>
                  <a:lnTo>
                    <a:pt x="2394" y="1815"/>
                  </a:lnTo>
                  <a:lnTo>
                    <a:pt x="2317" y="1583"/>
                  </a:lnTo>
                  <a:lnTo>
                    <a:pt x="2201" y="1390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6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7"/>
            <p:cNvSpPr/>
            <p:nvPr/>
          </p:nvSpPr>
          <p:spPr>
            <a:xfrm>
              <a:off x="6613425" y="4670925"/>
              <a:ext cx="26100" cy="11600"/>
            </a:xfrm>
            <a:custGeom>
              <a:avLst/>
              <a:gdLst/>
              <a:ahLst/>
              <a:cxnLst/>
              <a:rect l="l" t="t" r="r" b="b"/>
              <a:pathLst>
                <a:path w="1044" h="464" extrusionOk="0">
                  <a:moveTo>
                    <a:pt x="773" y="0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3"/>
                  </a:lnTo>
                  <a:lnTo>
                    <a:pt x="39" y="232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7"/>
            <p:cNvSpPr/>
            <p:nvPr/>
          </p:nvSpPr>
          <p:spPr>
            <a:xfrm>
              <a:off x="6514950" y="46767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6" y="0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39" y="77"/>
                  </a:lnTo>
                  <a:lnTo>
                    <a:pt x="1" y="193"/>
                  </a:lnTo>
                  <a:lnTo>
                    <a:pt x="39" y="270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0"/>
                  </a:lnTo>
                  <a:lnTo>
                    <a:pt x="850" y="193"/>
                  </a:lnTo>
                  <a:lnTo>
                    <a:pt x="812" y="77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7"/>
            <p:cNvSpPr/>
            <p:nvPr/>
          </p:nvSpPr>
          <p:spPr>
            <a:xfrm>
              <a:off x="4656625" y="46776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89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8" y="3553"/>
                  </a:lnTo>
                  <a:lnTo>
                    <a:pt x="12434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8"/>
                  </a:lnTo>
                  <a:lnTo>
                    <a:pt x="12009" y="3128"/>
                  </a:lnTo>
                  <a:lnTo>
                    <a:pt x="11932" y="3206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40" y="4171"/>
                  </a:lnTo>
                  <a:lnTo>
                    <a:pt x="9615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2" y="4171"/>
                  </a:lnTo>
                  <a:lnTo>
                    <a:pt x="5368" y="4017"/>
                  </a:lnTo>
                  <a:lnTo>
                    <a:pt x="4595" y="3708"/>
                  </a:lnTo>
                  <a:lnTo>
                    <a:pt x="3900" y="3283"/>
                  </a:lnTo>
                  <a:lnTo>
                    <a:pt x="3205" y="2820"/>
                  </a:lnTo>
                  <a:lnTo>
                    <a:pt x="2587" y="2318"/>
                  </a:lnTo>
                  <a:lnTo>
                    <a:pt x="1970" y="1777"/>
                  </a:lnTo>
                  <a:lnTo>
                    <a:pt x="1390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7"/>
            <p:cNvSpPr/>
            <p:nvPr/>
          </p:nvSpPr>
          <p:spPr>
            <a:xfrm>
              <a:off x="4964575" y="4684425"/>
              <a:ext cx="92700" cy="135200"/>
            </a:xfrm>
            <a:custGeom>
              <a:avLst/>
              <a:gdLst/>
              <a:ahLst/>
              <a:cxnLst/>
              <a:rect l="l" t="t" r="r" b="b"/>
              <a:pathLst>
                <a:path w="3708" h="5408" extrusionOk="0">
                  <a:moveTo>
                    <a:pt x="3398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2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7"/>
                  </a:lnTo>
                  <a:lnTo>
                    <a:pt x="1777" y="1430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2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4" y="2086"/>
                  </a:lnTo>
                  <a:lnTo>
                    <a:pt x="889" y="2125"/>
                  </a:lnTo>
                  <a:lnTo>
                    <a:pt x="850" y="2163"/>
                  </a:lnTo>
                  <a:lnTo>
                    <a:pt x="811" y="2241"/>
                  </a:lnTo>
                  <a:lnTo>
                    <a:pt x="811" y="2356"/>
                  </a:lnTo>
                  <a:lnTo>
                    <a:pt x="811" y="2434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7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1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8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4"/>
                  </a:lnTo>
                  <a:lnTo>
                    <a:pt x="1082" y="4944"/>
                  </a:lnTo>
                  <a:lnTo>
                    <a:pt x="889" y="4866"/>
                  </a:lnTo>
                  <a:lnTo>
                    <a:pt x="773" y="4751"/>
                  </a:lnTo>
                  <a:lnTo>
                    <a:pt x="695" y="4596"/>
                  </a:lnTo>
                  <a:lnTo>
                    <a:pt x="657" y="4442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3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7" y="3669"/>
                  </a:lnTo>
                  <a:lnTo>
                    <a:pt x="116" y="2936"/>
                  </a:lnTo>
                  <a:lnTo>
                    <a:pt x="0" y="3283"/>
                  </a:lnTo>
                  <a:lnTo>
                    <a:pt x="657" y="3785"/>
                  </a:lnTo>
                  <a:lnTo>
                    <a:pt x="502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9"/>
                  </a:lnTo>
                  <a:lnTo>
                    <a:pt x="193" y="4403"/>
                  </a:lnTo>
                  <a:lnTo>
                    <a:pt x="193" y="4558"/>
                  </a:lnTo>
                  <a:lnTo>
                    <a:pt x="193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3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7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5"/>
                  </a:lnTo>
                  <a:lnTo>
                    <a:pt x="2510" y="4442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7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2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6" y="2202"/>
                  </a:lnTo>
                  <a:lnTo>
                    <a:pt x="1275" y="2125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3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2"/>
                  </a:lnTo>
                  <a:lnTo>
                    <a:pt x="3514" y="387"/>
                  </a:lnTo>
                  <a:lnTo>
                    <a:pt x="3707" y="78"/>
                  </a:lnTo>
                  <a:lnTo>
                    <a:pt x="351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7"/>
            <p:cNvSpPr/>
            <p:nvPr/>
          </p:nvSpPr>
          <p:spPr>
            <a:xfrm>
              <a:off x="6406825" y="4717250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619"/>
                  </a:lnTo>
                  <a:lnTo>
                    <a:pt x="2550" y="696"/>
                  </a:lnTo>
                  <a:lnTo>
                    <a:pt x="2743" y="812"/>
                  </a:lnTo>
                  <a:lnTo>
                    <a:pt x="2936" y="966"/>
                  </a:lnTo>
                  <a:lnTo>
                    <a:pt x="3090" y="1198"/>
                  </a:lnTo>
                  <a:lnTo>
                    <a:pt x="3206" y="1430"/>
                  </a:lnTo>
                  <a:lnTo>
                    <a:pt x="3245" y="1700"/>
                  </a:lnTo>
                  <a:lnTo>
                    <a:pt x="3245" y="1970"/>
                  </a:lnTo>
                  <a:lnTo>
                    <a:pt x="3206" y="2202"/>
                  </a:lnTo>
                  <a:lnTo>
                    <a:pt x="3090" y="2472"/>
                  </a:lnTo>
                  <a:lnTo>
                    <a:pt x="2974" y="2665"/>
                  </a:lnTo>
                  <a:lnTo>
                    <a:pt x="2781" y="2897"/>
                  </a:lnTo>
                  <a:lnTo>
                    <a:pt x="2588" y="3051"/>
                  </a:lnTo>
                  <a:lnTo>
                    <a:pt x="2357" y="3167"/>
                  </a:lnTo>
                  <a:lnTo>
                    <a:pt x="2086" y="3245"/>
                  </a:lnTo>
                  <a:lnTo>
                    <a:pt x="1777" y="3245"/>
                  </a:lnTo>
                  <a:lnTo>
                    <a:pt x="1507" y="3167"/>
                  </a:lnTo>
                  <a:lnTo>
                    <a:pt x="1237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4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5" y="1121"/>
                  </a:lnTo>
                  <a:lnTo>
                    <a:pt x="928" y="928"/>
                  </a:lnTo>
                  <a:lnTo>
                    <a:pt x="1121" y="735"/>
                  </a:lnTo>
                  <a:lnTo>
                    <a:pt x="1353" y="580"/>
                  </a:lnTo>
                  <a:lnTo>
                    <a:pt x="1584" y="464"/>
                  </a:lnTo>
                  <a:close/>
                  <a:moveTo>
                    <a:pt x="1893" y="1"/>
                  </a:moveTo>
                  <a:lnTo>
                    <a:pt x="1700" y="39"/>
                  </a:lnTo>
                  <a:lnTo>
                    <a:pt x="1546" y="78"/>
                  </a:lnTo>
                  <a:lnTo>
                    <a:pt x="1353" y="155"/>
                  </a:lnTo>
                  <a:lnTo>
                    <a:pt x="1314" y="194"/>
                  </a:lnTo>
                  <a:lnTo>
                    <a:pt x="1082" y="271"/>
                  </a:lnTo>
                  <a:lnTo>
                    <a:pt x="851" y="387"/>
                  </a:lnTo>
                  <a:lnTo>
                    <a:pt x="619" y="580"/>
                  </a:lnTo>
                  <a:lnTo>
                    <a:pt x="426" y="773"/>
                  </a:lnTo>
                  <a:lnTo>
                    <a:pt x="271" y="966"/>
                  </a:lnTo>
                  <a:lnTo>
                    <a:pt x="155" y="1237"/>
                  </a:lnTo>
                  <a:lnTo>
                    <a:pt x="78" y="1468"/>
                  </a:lnTo>
                  <a:lnTo>
                    <a:pt x="1" y="1739"/>
                  </a:lnTo>
                  <a:lnTo>
                    <a:pt x="1" y="2047"/>
                  </a:lnTo>
                  <a:lnTo>
                    <a:pt x="40" y="2125"/>
                  </a:lnTo>
                  <a:lnTo>
                    <a:pt x="40" y="2318"/>
                  </a:lnTo>
                  <a:lnTo>
                    <a:pt x="117" y="2511"/>
                  </a:lnTo>
                  <a:lnTo>
                    <a:pt x="310" y="2858"/>
                  </a:lnTo>
                  <a:lnTo>
                    <a:pt x="542" y="3167"/>
                  </a:lnTo>
                  <a:lnTo>
                    <a:pt x="851" y="3399"/>
                  </a:lnTo>
                  <a:lnTo>
                    <a:pt x="1198" y="3592"/>
                  </a:lnTo>
                  <a:lnTo>
                    <a:pt x="1584" y="3708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7" y="3669"/>
                  </a:lnTo>
                  <a:lnTo>
                    <a:pt x="2627" y="3592"/>
                  </a:lnTo>
                  <a:lnTo>
                    <a:pt x="2897" y="3438"/>
                  </a:lnTo>
                  <a:lnTo>
                    <a:pt x="3129" y="3245"/>
                  </a:lnTo>
                  <a:lnTo>
                    <a:pt x="3322" y="3013"/>
                  </a:lnTo>
                  <a:lnTo>
                    <a:pt x="3476" y="2781"/>
                  </a:lnTo>
                  <a:lnTo>
                    <a:pt x="3631" y="2511"/>
                  </a:lnTo>
                  <a:lnTo>
                    <a:pt x="3708" y="2202"/>
                  </a:lnTo>
                  <a:lnTo>
                    <a:pt x="3747" y="1932"/>
                  </a:lnTo>
                  <a:lnTo>
                    <a:pt x="3747" y="1584"/>
                  </a:lnTo>
                  <a:lnTo>
                    <a:pt x="3669" y="1314"/>
                  </a:lnTo>
                  <a:lnTo>
                    <a:pt x="3515" y="1005"/>
                  </a:lnTo>
                  <a:lnTo>
                    <a:pt x="3322" y="696"/>
                  </a:lnTo>
                  <a:lnTo>
                    <a:pt x="3052" y="426"/>
                  </a:lnTo>
                  <a:lnTo>
                    <a:pt x="2743" y="233"/>
                  </a:lnTo>
                  <a:lnTo>
                    <a:pt x="2395" y="7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7"/>
            <p:cNvSpPr/>
            <p:nvPr/>
          </p:nvSpPr>
          <p:spPr>
            <a:xfrm>
              <a:off x="2332000" y="4749125"/>
              <a:ext cx="326325" cy="58900"/>
            </a:xfrm>
            <a:custGeom>
              <a:avLst/>
              <a:gdLst/>
              <a:ahLst/>
              <a:cxnLst/>
              <a:rect l="l" t="t" r="r" b="b"/>
              <a:pathLst>
                <a:path w="13053" h="2356" extrusionOk="0">
                  <a:moveTo>
                    <a:pt x="12782" y="0"/>
                  </a:moveTo>
                  <a:lnTo>
                    <a:pt x="12705" y="39"/>
                  </a:lnTo>
                  <a:lnTo>
                    <a:pt x="12628" y="116"/>
                  </a:lnTo>
                  <a:lnTo>
                    <a:pt x="12589" y="193"/>
                  </a:lnTo>
                  <a:lnTo>
                    <a:pt x="12589" y="309"/>
                  </a:lnTo>
                  <a:lnTo>
                    <a:pt x="12589" y="502"/>
                  </a:lnTo>
                  <a:lnTo>
                    <a:pt x="12550" y="657"/>
                  </a:lnTo>
                  <a:lnTo>
                    <a:pt x="12435" y="811"/>
                  </a:lnTo>
                  <a:lnTo>
                    <a:pt x="12319" y="966"/>
                  </a:lnTo>
                  <a:lnTo>
                    <a:pt x="12164" y="1081"/>
                  </a:lnTo>
                  <a:lnTo>
                    <a:pt x="11971" y="1159"/>
                  </a:lnTo>
                  <a:lnTo>
                    <a:pt x="11546" y="1313"/>
                  </a:lnTo>
                  <a:lnTo>
                    <a:pt x="11083" y="1429"/>
                  </a:lnTo>
                  <a:lnTo>
                    <a:pt x="10581" y="1506"/>
                  </a:lnTo>
                  <a:lnTo>
                    <a:pt x="9847" y="1583"/>
                  </a:lnTo>
                  <a:lnTo>
                    <a:pt x="9423" y="1622"/>
                  </a:lnTo>
                  <a:lnTo>
                    <a:pt x="9423" y="1545"/>
                  </a:lnTo>
                  <a:lnTo>
                    <a:pt x="9423" y="1468"/>
                  </a:lnTo>
                  <a:lnTo>
                    <a:pt x="9152" y="888"/>
                  </a:lnTo>
                  <a:lnTo>
                    <a:pt x="8959" y="270"/>
                  </a:lnTo>
                  <a:lnTo>
                    <a:pt x="8612" y="386"/>
                  </a:lnTo>
                  <a:lnTo>
                    <a:pt x="8650" y="695"/>
                  </a:lnTo>
                  <a:lnTo>
                    <a:pt x="8728" y="1043"/>
                  </a:lnTo>
                  <a:lnTo>
                    <a:pt x="8843" y="1390"/>
                  </a:lnTo>
                  <a:lnTo>
                    <a:pt x="8998" y="1661"/>
                  </a:lnTo>
                  <a:lnTo>
                    <a:pt x="7839" y="1776"/>
                  </a:lnTo>
                  <a:lnTo>
                    <a:pt x="6681" y="1854"/>
                  </a:lnTo>
                  <a:lnTo>
                    <a:pt x="5252" y="1892"/>
                  </a:lnTo>
                  <a:lnTo>
                    <a:pt x="3862" y="1854"/>
                  </a:lnTo>
                  <a:lnTo>
                    <a:pt x="3592" y="1815"/>
                  </a:lnTo>
                  <a:lnTo>
                    <a:pt x="3746" y="1506"/>
                  </a:lnTo>
                  <a:lnTo>
                    <a:pt x="3785" y="1159"/>
                  </a:lnTo>
                  <a:lnTo>
                    <a:pt x="3785" y="811"/>
                  </a:lnTo>
                  <a:lnTo>
                    <a:pt x="3746" y="425"/>
                  </a:lnTo>
                  <a:lnTo>
                    <a:pt x="3399" y="464"/>
                  </a:lnTo>
                  <a:lnTo>
                    <a:pt x="3399" y="772"/>
                  </a:lnTo>
                  <a:lnTo>
                    <a:pt x="3360" y="1081"/>
                  </a:lnTo>
                  <a:lnTo>
                    <a:pt x="3244" y="1468"/>
                  </a:lnTo>
                  <a:lnTo>
                    <a:pt x="3128" y="1815"/>
                  </a:lnTo>
                  <a:lnTo>
                    <a:pt x="2202" y="1738"/>
                  </a:lnTo>
                  <a:lnTo>
                    <a:pt x="1738" y="1699"/>
                  </a:lnTo>
                  <a:lnTo>
                    <a:pt x="1275" y="1622"/>
                  </a:lnTo>
                  <a:lnTo>
                    <a:pt x="889" y="1468"/>
                  </a:lnTo>
                  <a:lnTo>
                    <a:pt x="734" y="1390"/>
                  </a:lnTo>
                  <a:lnTo>
                    <a:pt x="618" y="1313"/>
                  </a:lnTo>
                  <a:lnTo>
                    <a:pt x="503" y="1197"/>
                  </a:lnTo>
                  <a:lnTo>
                    <a:pt x="425" y="1081"/>
                  </a:lnTo>
                  <a:lnTo>
                    <a:pt x="387" y="966"/>
                  </a:lnTo>
                  <a:lnTo>
                    <a:pt x="387" y="811"/>
                  </a:lnTo>
                  <a:lnTo>
                    <a:pt x="387" y="772"/>
                  </a:lnTo>
                  <a:lnTo>
                    <a:pt x="387" y="695"/>
                  </a:lnTo>
                  <a:lnTo>
                    <a:pt x="310" y="618"/>
                  </a:lnTo>
                  <a:lnTo>
                    <a:pt x="194" y="618"/>
                  </a:lnTo>
                  <a:lnTo>
                    <a:pt x="155" y="657"/>
                  </a:lnTo>
                  <a:lnTo>
                    <a:pt x="116" y="695"/>
                  </a:lnTo>
                  <a:lnTo>
                    <a:pt x="39" y="850"/>
                  </a:lnTo>
                  <a:lnTo>
                    <a:pt x="1" y="1004"/>
                  </a:lnTo>
                  <a:lnTo>
                    <a:pt x="1" y="1159"/>
                  </a:lnTo>
                  <a:lnTo>
                    <a:pt x="1" y="1274"/>
                  </a:lnTo>
                  <a:lnTo>
                    <a:pt x="39" y="1390"/>
                  </a:lnTo>
                  <a:lnTo>
                    <a:pt x="116" y="1506"/>
                  </a:lnTo>
                  <a:lnTo>
                    <a:pt x="310" y="1699"/>
                  </a:lnTo>
                  <a:lnTo>
                    <a:pt x="541" y="1854"/>
                  </a:lnTo>
                  <a:lnTo>
                    <a:pt x="812" y="1970"/>
                  </a:lnTo>
                  <a:lnTo>
                    <a:pt x="1082" y="2047"/>
                  </a:lnTo>
                  <a:lnTo>
                    <a:pt x="1352" y="2085"/>
                  </a:lnTo>
                  <a:lnTo>
                    <a:pt x="2626" y="2240"/>
                  </a:lnTo>
                  <a:lnTo>
                    <a:pt x="3862" y="2317"/>
                  </a:lnTo>
                  <a:lnTo>
                    <a:pt x="5136" y="2356"/>
                  </a:lnTo>
                  <a:lnTo>
                    <a:pt x="6372" y="2356"/>
                  </a:lnTo>
                  <a:lnTo>
                    <a:pt x="7531" y="2278"/>
                  </a:lnTo>
                  <a:lnTo>
                    <a:pt x="8689" y="2201"/>
                  </a:lnTo>
                  <a:lnTo>
                    <a:pt x="9847" y="2047"/>
                  </a:lnTo>
                  <a:lnTo>
                    <a:pt x="11006" y="1892"/>
                  </a:lnTo>
                  <a:lnTo>
                    <a:pt x="11392" y="1815"/>
                  </a:lnTo>
                  <a:lnTo>
                    <a:pt x="11740" y="1738"/>
                  </a:lnTo>
                  <a:lnTo>
                    <a:pt x="12126" y="1583"/>
                  </a:lnTo>
                  <a:lnTo>
                    <a:pt x="12473" y="1429"/>
                  </a:lnTo>
                  <a:lnTo>
                    <a:pt x="12744" y="1236"/>
                  </a:lnTo>
                  <a:lnTo>
                    <a:pt x="12859" y="1081"/>
                  </a:lnTo>
                  <a:lnTo>
                    <a:pt x="12937" y="927"/>
                  </a:lnTo>
                  <a:lnTo>
                    <a:pt x="13014" y="772"/>
                  </a:lnTo>
                  <a:lnTo>
                    <a:pt x="13052" y="579"/>
                  </a:lnTo>
                  <a:lnTo>
                    <a:pt x="13052" y="386"/>
                  </a:lnTo>
                  <a:lnTo>
                    <a:pt x="13052" y="155"/>
                  </a:lnTo>
                  <a:lnTo>
                    <a:pt x="13014" y="77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34" name="Google Shape;1734;p7"/>
          <p:cNvSpPr txBox="1">
            <a:spLocks noGrp="1"/>
          </p:cNvSpPr>
          <p:nvPr>
            <p:ph type="body" idx="1"/>
          </p:nvPr>
        </p:nvSpPr>
        <p:spPr>
          <a:xfrm>
            <a:off x="882619" y="1669800"/>
            <a:ext cx="4295100" cy="219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Nunito Light"/>
              <a:buChar char="●"/>
              <a:defRPr/>
            </a:lvl1pPr>
            <a:lvl2pPr marL="914400" lvl="1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marL="1371600" lvl="2" indent="-32385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marL="1828800" lvl="3" indent="-32385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marL="2286000" lvl="4" indent="-32385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○"/>
              <a:defRPr/>
            </a:lvl5pPr>
            <a:lvl6pPr marL="2743200" lvl="5" indent="-32385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6pPr>
            <a:lvl7pPr marL="3200400" lvl="6" indent="-31115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marL="3657600" lvl="7" indent="-31115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marL="4114800" lvl="8" indent="-323850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500"/>
              <a:buFont typeface="Nunito Light"/>
              <a:buChar char="■"/>
              <a:defRPr/>
            </a:lvl9pPr>
          </a:lstStyle>
          <a:p>
            <a:endParaRPr/>
          </a:p>
        </p:txBody>
      </p:sp>
      <p:sp>
        <p:nvSpPr>
          <p:cNvPr id="1735" name="Google Shape;1735;p7"/>
          <p:cNvSpPr txBox="1">
            <a:spLocks noGrp="1"/>
          </p:cNvSpPr>
          <p:nvPr>
            <p:ph type="title"/>
          </p:nvPr>
        </p:nvSpPr>
        <p:spPr>
          <a:xfrm>
            <a:off x="720000" y="539500"/>
            <a:ext cx="7704000" cy="457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736" name="Google Shape;1736;p7"/>
          <p:cNvGrpSpPr/>
          <p:nvPr/>
        </p:nvGrpSpPr>
        <p:grpSpPr>
          <a:xfrm>
            <a:off x="8558400" y="-75750"/>
            <a:ext cx="260625" cy="1230500"/>
            <a:chOff x="6815325" y="0"/>
            <a:chExt cx="260625" cy="1230500"/>
          </a:xfrm>
        </p:grpSpPr>
        <p:sp>
          <p:nvSpPr>
            <p:cNvPr id="1737" name="Google Shape;1737;p7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extrusionOk="0">
                  <a:moveTo>
                    <a:pt x="1" y="36662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7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fill="none" extrusionOk="0">
                  <a:moveTo>
                    <a:pt x="1" y="36662"/>
                  </a:moveTo>
                  <a:lnTo>
                    <a:pt x="1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7"/>
            <p:cNvSpPr/>
            <p:nvPr/>
          </p:nvSpPr>
          <p:spPr>
            <a:xfrm>
              <a:off x="6933275" y="0"/>
              <a:ext cx="19675" cy="916575"/>
            </a:xfrm>
            <a:custGeom>
              <a:avLst/>
              <a:gdLst/>
              <a:ahLst/>
              <a:cxnLst/>
              <a:rect l="l" t="t" r="r" b="b"/>
              <a:pathLst>
                <a:path w="787" h="36663" extrusionOk="0">
                  <a:moveTo>
                    <a:pt x="0" y="0"/>
                  </a:moveTo>
                  <a:lnTo>
                    <a:pt x="0" y="36662"/>
                  </a:lnTo>
                  <a:lnTo>
                    <a:pt x="787" y="366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7"/>
            <p:cNvSpPr/>
            <p:nvPr/>
          </p:nvSpPr>
          <p:spPr>
            <a:xfrm>
              <a:off x="6815325" y="847475"/>
              <a:ext cx="260625" cy="383025"/>
            </a:xfrm>
            <a:custGeom>
              <a:avLst/>
              <a:gdLst/>
              <a:ahLst/>
              <a:cxnLst/>
              <a:rect l="l" t="t" r="r" b="b"/>
              <a:pathLst>
                <a:path w="10425" h="15321" extrusionOk="0">
                  <a:moveTo>
                    <a:pt x="7077" y="0"/>
                  </a:moveTo>
                  <a:lnTo>
                    <a:pt x="6718" y="23"/>
                  </a:lnTo>
                  <a:lnTo>
                    <a:pt x="6358" y="45"/>
                  </a:lnTo>
                  <a:lnTo>
                    <a:pt x="5999" y="90"/>
                  </a:lnTo>
                  <a:lnTo>
                    <a:pt x="5662" y="157"/>
                  </a:lnTo>
                  <a:lnTo>
                    <a:pt x="5303" y="247"/>
                  </a:lnTo>
                  <a:lnTo>
                    <a:pt x="4966" y="360"/>
                  </a:lnTo>
                  <a:lnTo>
                    <a:pt x="4651" y="472"/>
                  </a:lnTo>
                  <a:lnTo>
                    <a:pt x="4314" y="607"/>
                  </a:lnTo>
                  <a:lnTo>
                    <a:pt x="4000" y="764"/>
                  </a:lnTo>
                  <a:lnTo>
                    <a:pt x="3708" y="944"/>
                  </a:lnTo>
                  <a:lnTo>
                    <a:pt x="3416" y="1123"/>
                  </a:lnTo>
                  <a:lnTo>
                    <a:pt x="3123" y="1326"/>
                  </a:lnTo>
                  <a:lnTo>
                    <a:pt x="2831" y="1528"/>
                  </a:lnTo>
                  <a:lnTo>
                    <a:pt x="2584" y="1752"/>
                  </a:lnTo>
                  <a:lnTo>
                    <a:pt x="2315" y="1999"/>
                  </a:lnTo>
                  <a:lnTo>
                    <a:pt x="2068" y="2247"/>
                  </a:lnTo>
                  <a:lnTo>
                    <a:pt x="1843" y="2516"/>
                  </a:lnTo>
                  <a:lnTo>
                    <a:pt x="1618" y="2808"/>
                  </a:lnTo>
                  <a:lnTo>
                    <a:pt x="1394" y="3078"/>
                  </a:lnTo>
                  <a:lnTo>
                    <a:pt x="1214" y="3392"/>
                  </a:lnTo>
                  <a:lnTo>
                    <a:pt x="1012" y="3707"/>
                  </a:lnTo>
                  <a:lnTo>
                    <a:pt x="855" y="4021"/>
                  </a:lnTo>
                  <a:lnTo>
                    <a:pt x="697" y="4336"/>
                  </a:lnTo>
                  <a:lnTo>
                    <a:pt x="563" y="4695"/>
                  </a:lnTo>
                  <a:lnTo>
                    <a:pt x="428" y="5032"/>
                  </a:lnTo>
                  <a:lnTo>
                    <a:pt x="315" y="5392"/>
                  </a:lnTo>
                  <a:lnTo>
                    <a:pt x="226" y="5751"/>
                  </a:lnTo>
                  <a:lnTo>
                    <a:pt x="136" y="6110"/>
                  </a:lnTo>
                  <a:lnTo>
                    <a:pt x="68" y="6492"/>
                  </a:lnTo>
                  <a:lnTo>
                    <a:pt x="23" y="6874"/>
                  </a:lnTo>
                  <a:lnTo>
                    <a:pt x="1" y="7256"/>
                  </a:lnTo>
                  <a:lnTo>
                    <a:pt x="1" y="7661"/>
                  </a:lnTo>
                  <a:lnTo>
                    <a:pt x="1" y="8042"/>
                  </a:lnTo>
                  <a:lnTo>
                    <a:pt x="23" y="8447"/>
                  </a:lnTo>
                  <a:lnTo>
                    <a:pt x="68" y="8829"/>
                  </a:lnTo>
                  <a:lnTo>
                    <a:pt x="136" y="9211"/>
                  </a:lnTo>
                  <a:lnTo>
                    <a:pt x="226" y="9570"/>
                  </a:lnTo>
                  <a:lnTo>
                    <a:pt x="315" y="9929"/>
                  </a:lnTo>
                  <a:lnTo>
                    <a:pt x="428" y="10289"/>
                  </a:lnTo>
                  <a:lnTo>
                    <a:pt x="563" y="10648"/>
                  </a:lnTo>
                  <a:lnTo>
                    <a:pt x="697" y="10985"/>
                  </a:lnTo>
                  <a:lnTo>
                    <a:pt x="855" y="11322"/>
                  </a:lnTo>
                  <a:lnTo>
                    <a:pt x="1012" y="11637"/>
                  </a:lnTo>
                  <a:lnTo>
                    <a:pt x="1214" y="11951"/>
                  </a:lnTo>
                  <a:lnTo>
                    <a:pt x="1394" y="12243"/>
                  </a:lnTo>
                  <a:lnTo>
                    <a:pt x="1618" y="12535"/>
                  </a:lnTo>
                  <a:lnTo>
                    <a:pt x="1843" y="12805"/>
                  </a:lnTo>
                  <a:lnTo>
                    <a:pt x="2068" y="13075"/>
                  </a:lnTo>
                  <a:lnTo>
                    <a:pt x="2315" y="13344"/>
                  </a:lnTo>
                  <a:lnTo>
                    <a:pt x="2584" y="13569"/>
                  </a:lnTo>
                  <a:lnTo>
                    <a:pt x="2831" y="13793"/>
                  </a:lnTo>
                  <a:lnTo>
                    <a:pt x="3123" y="14018"/>
                  </a:lnTo>
                  <a:lnTo>
                    <a:pt x="3416" y="14220"/>
                  </a:lnTo>
                  <a:lnTo>
                    <a:pt x="3708" y="14400"/>
                  </a:lnTo>
                  <a:lnTo>
                    <a:pt x="4000" y="14580"/>
                  </a:lnTo>
                  <a:lnTo>
                    <a:pt x="4314" y="14714"/>
                  </a:lnTo>
                  <a:lnTo>
                    <a:pt x="4651" y="14872"/>
                  </a:lnTo>
                  <a:lnTo>
                    <a:pt x="4966" y="14984"/>
                  </a:lnTo>
                  <a:lnTo>
                    <a:pt x="5303" y="15074"/>
                  </a:lnTo>
                  <a:lnTo>
                    <a:pt x="5662" y="15164"/>
                  </a:lnTo>
                  <a:lnTo>
                    <a:pt x="5999" y="15231"/>
                  </a:lnTo>
                  <a:lnTo>
                    <a:pt x="6358" y="15276"/>
                  </a:lnTo>
                  <a:lnTo>
                    <a:pt x="6718" y="15321"/>
                  </a:lnTo>
                  <a:lnTo>
                    <a:pt x="7504" y="15321"/>
                  </a:lnTo>
                  <a:lnTo>
                    <a:pt x="7931" y="15276"/>
                  </a:lnTo>
                  <a:lnTo>
                    <a:pt x="8335" y="15209"/>
                  </a:lnTo>
                  <a:lnTo>
                    <a:pt x="8762" y="15119"/>
                  </a:lnTo>
                  <a:lnTo>
                    <a:pt x="9144" y="14984"/>
                  </a:lnTo>
                  <a:lnTo>
                    <a:pt x="9548" y="14849"/>
                  </a:lnTo>
                  <a:lnTo>
                    <a:pt x="9908" y="14692"/>
                  </a:lnTo>
                  <a:lnTo>
                    <a:pt x="10267" y="14512"/>
                  </a:lnTo>
                  <a:lnTo>
                    <a:pt x="9863" y="14243"/>
                  </a:lnTo>
                  <a:lnTo>
                    <a:pt x="9481" y="13951"/>
                  </a:lnTo>
                  <a:lnTo>
                    <a:pt x="9122" y="13636"/>
                  </a:lnTo>
                  <a:lnTo>
                    <a:pt x="8762" y="13299"/>
                  </a:lnTo>
                  <a:lnTo>
                    <a:pt x="8425" y="12940"/>
                  </a:lnTo>
                  <a:lnTo>
                    <a:pt x="8133" y="12558"/>
                  </a:lnTo>
                  <a:lnTo>
                    <a:pt x="7841" y="12153"/>
                  </a:lnTo>
                  <a:lnTo>
                    <a:pt x="7594" y="11727"/>
                  </a:lnTo>
                  <a:lnTo>
                    <a:pt x="7347" y="11300"/>
                  </a:lnTo>
                  <a:lnTo>
                    <a:pt x="7145" y="10828"/>
                  </a:lnTo>
                  <a:lnTo>
                    <a:pt x="6987" y="10356"/>
                  </a:lnTo>
                  <a:lnTo>
                    <a:pt x="6830" y="9862"/>
                  </a:lnTo>
                  <a:lnTo>
                    <a:pt x="6718" y="9345"/>
                  </a:lnTo>
                  <a:lnTo>
                    <a:pt x="6628" y="8829"/>
                  </a:lnTo>
                  <a:lnTo>
                    <a:pt x="6583" y="8290"/>
                  </a:lnTo>
                  <a:lnTo>
                    <a:pt x="6561" y="7750"/>
                  </a:lnTo>
                  <a:lnTo>
                    <a:pt x="6583" y="7211"/>
                  </a:lnTo>
                  <a:lnTo>
                    <a:pt x="6628" y="6650"/>
                  </a:lnTo>
                  <a:lnTo>
                    <a:pt x="6718" y="6133"/>
                  </a:lnTo>
                  <a:lnTo>
                    <a:pt x="6830" y="5616"/>
                  </a:lnTo>
                  <a:lnTo>
                    <a:pt x="6987" y="5100"/>
                  </a:lnTo>
                  <a:lnTo>
                    <a:pt x="7167" y="4605"/>
                  </a:lnTo>
                  <a:lnTo>
                    <a:pt x="7392" y="4134"/>
                  </a:lnTo>
                  <a:lnTo>
                    <a:pt x="7639" y="3684"/>
                  </a:lnTo>
                  <a:lnTo>
                    <a:pt x="7908" y="3257"/>
                  </a:lnTo>
                  <a:lnTo>
                    <a:pt x="8200" y="2853"/>
                  </a:lnTo>
                  <a:lnTo>
                    <a:pt x="8515" y="2449"/>
                  </a:lnTo>
                  <a:lnTo>
                    <a:pt x="8852" y="2089"/>
                  </a:lnTo>
                  <a:lnTo>
                    <a:pt x="9211" y="1752"/>
                  </a:lnTo>
                  <a:lnTo>
                    <a:pt x="9616" y="1438"/>
                  </a:lnTo>
                  <a:lnTo>
                    <a:pt x="10020" y="1168"/>
                  </a:lnTo>
                  <a:lnTo>
                    <a:pt x="10424" y="921"/>
                  </a:lnTo>
                  <a:lnTo>
                    <a:pt x="10065" y="719"/>
                  </a:lnTo>
                  <a:lnTo>
                    <a:pt x="9661" y="517"/>
                  </a:lnTo>
                  <a:lnTo>
                    <a:pt x="9256" y="382"/>
                  </a:lnTo>
                  <a:lnTo>
                    <a:pt x="8852" y="247"/>
                  </a:lnTo>
                  <a:lnTo>
                    <a:pt x="8425" y="135"/>
                  </a:lnTo>
                  <a:lnTo>
                    <a:pt x="7976" y="68"/>
                  </a:lnTo>
                  <a:lnTo>
                    <a:pt x="7527" y="23"/>
                  </a:lnTo>
                  <a:lnTo>
                    <a:pt x="707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1" name="Google Shape;1741;p7"/>
          <p:cNvGrpSpPr/>
          <p:nvPr/>
        </p:nvGrpSpPr>
        <p:grpSpPr>
          <a:xfrm>
            <a:off x="310050" y="-77375"/>
            <a:ext cx="599250" cy="1418100"/>
            <a:chOff x="310050" y="-1175"/>
            <a:chExt cx="599250" cy="1418100"/>
          </a:xfrm>
        </p:grpSpPr>
        <p:grpSp>
          <p:nvGrpSpPr>
            <p:cNvPr id="1742" name="Google Shape;1742;p7"/>
            <p:cNvGrpSpPr/>
            <p:nvPr/>
          </p:nvGrpSpPr>
          <p:grpSpPr>
            <a:xfrm>
              <a:off x="310050" y="-1175"/>
              <a:ext cx="599250" cy="1418100"/>
              <a:chOff x="310050" y="0"/>
              <a:chExt cx="599250" cy="1418100"/>
            </a:xfrm>
          </p:grpSpPr>
          <p:sp>
            <p:nvSpPr>
              <p:cNvPr id="1743" name="Google Shape;1743;p7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extrusionOk="0">
                    <a:moveTo>
                      <a:pt x="1" y="36662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" name="Google Shape;1744;p7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fill="none" extrusionOk="0">
                    <a:moveTo>
                      <a:pt x="1" y="36662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" name="Google Shape;1745;p7"/>
              <p:cNvSpPr/>
              <p:nvPr/>
            </p:nvSpPr>
            <p:spPr>
              <a:xfrm>
                <a:off x="598700" y="0"/>
                <a:ext cx="19700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6663" extrusionOk="0">
                    <a:moveTo>
                      <a:pt x="1" y="0"/>
                    </a:moveTo>
                    <a:lnTo>
                      <a:pt x="1" y="36662"/>
                    </a:lnTo>
                    <a:lnTo>
                      <a:pt x="787" y="3666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" name="Google Shape;1746;p7"/>
              <p:cNvSpPr/>
              <p:nvPr/>
            </p:nvSpPr>
            <p:spPr>
              <a:xfrm>
                <a:off x="310050" y="847475"/>
                <a:ext cx="599250" cy="570625"/>
              </a:xfrm>
              <a:custGeom>
                <a:avLst/>
                <a:gdLst/>
                <a:ahLst/>
                <a:cxnLst/>
                <a:rect l="l" t="t" r="r" b="b"/>
                <a:pathLst>
                  <a:path w="23970" h="22825" extrusionOk="0">
                    <a:moveTo>
                      <a:pt x="11996" y="0"/>
                    </a:moveTo>
                    <a:lnTo>
                      <a:pt x="7503" y="6425"/>
                    </a:lnTo>
                    <a:lnTo>
                      <a:pt x="0" y="8716"/>
                    </a:lnTo>
                    <a:lnTo>
                      <a:pt x="4718" y="14984"/>
                    </a:lnTo>
                    <a:lnTo>
                      <a:pt x="4560" y="22824"/>
                    </a:lnTo>
                    <a:lnTo>
                      <a:pt x="11996" y="20286"/>
                    </a:lnTo>
                    <a:lnTo>
                      <a:pt x="19409" y="22824"/>
                    </a:lnTo>
                    <a:lnTo>
                      <a:pt x="19252" y="14984"/>
                    </a:lnTo>
                    <a:lnTo>
                      <a:pt x="23970" y="8716"/>
                    </a:lnTo>
                    <a:lnTo>
                      <a:pt x="16489" y="6425"/>
                    </a:lnTo>
                    <a:lnTo>
                      <a:pt x="1199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747" name="Google Shape;1747;p7"/>
            <p:cNvSpPr/>
            <p:nvPr/>
          </p:nvSpPr>
          <p:spPr>
            <a:xfrm>
              <a:off x="445600" y="979650"/>
              <a:ext cx="328149" cy="312474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Rezervirano mjesto sadržaja 2">
            <a:extLst>
              <a:ext uri="{FF2B5EF4-FFF2-40B4-BE49-F238E27FC236}">
                <a16:creationId xmlns:a16="http://schemas.microsoft.com/office/drawing/2014/main" id="{953CE663-A430-01AF-5E07-932C668090DE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783012" y="4566187"/>
            <a:ext cx="1577975" cy="425450"/>
          </a:xfrm>
        </p:spPr>
        <p:txBody>
          <a:bodyPr/>
          <a:lstStyle/>
          <a:p>
            <a:pPr lvl="0"/>
            <a:r>
              <a:rPr lang="hr-HR"/>
              <a:t>Kliknite da biste uredili matrice</a:t>
            </a:r>
          </a:p>
          <a:p>
            <a:pPr lvl="1"/>
            <a:r>
              <a:rPr lang="hr-HR"/>
              <a:t>Druga razina</a:t>
            </a:r>
          </a:p>
          <a:p>
            <a:pPr lvl="2"/>
            <a:r>
              <a:rPr lang="hr-HR"/>
              <a:t>Treća razina</a:t>
            </a:r>
          </a:p>
          <a:p>
            <a:pPr lvl="3"/>
            <a:r>
              <a:rPr lang="hr-HR"/>
              <a:t>Četvrta razina</a:t>
            </a:r>
          </a:p>
          <a:p>
            <a:pPr lvl="4"/>
            <a:r>
              <a:rPr lang="hr-HR"/>
              <a:t>Peta razina stilove teksta</a:t>
            </a:r>
            <a:endParaRPr 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 userDrawn="1">
  <p:cSld name="MAIN_POINT">
    <p:spTree>
      <p:nvGrpSpPr>
        <p:cNvPr id="1" name="Shape 1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9" name="Google Shape;1749;p8"/>
          <p:cNvGrpSpPr/>
          <p:nvPr/>
        </p:nvGrpSpPr>
        <p:grpSpPr>
          <a:xfrm>
            <a:off x="162878" y="103243"/>
            <a:ext cx="8818245" cy="4937014"/>
            <a:chOff x="238125" y="857725"/>
            <a:chExt cx="7143750" cy="3999525"/>
          </a:xfrm>
        </p:grpSpPr>
        <p:sp>
          <p:nvSpPr>
            <p:cNvPr id="1750" name="Google Shape;1750;p8"/>
            <p:cNvSpPr/>
            <p:nvPr/>
          </p:nvSpPr>
          <p:spPr>
            <a:xfrm>
              <a:off x="3447000" y="857725"/>
              <a:ext cx="309925" cy="605300"/>
            </a:xfrm>
            <a:custGeom>
              <a:avLst/>
              <a:gdLst/>
              <a:ahLst/>
              <a:cxnLst/>
              <a:rect l="l" t="t" r="r" b="b"/>
              <a:pathLst>
                <a:path w="12397" h="24212" extrusionOk="0">
                  <a:moveTo>
                    <a:pt x="7955" y="463"/>
                  </a:moveTo>
                  <a:lnTo>
                    <a:pt x="8496" y="502"/>
                  </a:lnTo>
                  <a:lnTo>
                    <a:pt x="9037" y="618"/>
                  </a:lnTo>
                  <a:lnTo>
                    <a:pt x="9500" y="811"/>
                  </a:lnTo>
                  <a:lnTo>
                    <a:pt x="9925" y="1043"/>
                  </a:lnTo>
                  <a:lnTo>
                    <a:pt x="10311" y="1352"/>
                  </a:lnTo>
                  <a:lnTo>
                    <a:pt x="10659" y="1699"/>
                  </a:lnTo>
                  <a:lnTo>
                    <a:pt x="10967" y="2085"/>
                  </a:lnTo>
                  <a:lnTo>
                    <a:pt x="11238" y="2510"/>
                  </a:lnTo>
                  <a:lnTo>
                    <a:pt x="11469" y="2973"/>
                  </a:lnTo>
                  <a:lnTo>
                    <a:pt x="11663" y="3437"/>
                  </a:lnTo>
                  <a:lnTo>
                    <a:pt x="11778" y="3939"/>
                  </a:lnTo>
                  <a:lnTo>
                    <a:pt x="11856" y="4441"/>
                  </a:lnTo>
                  <a:lnTo>
                    <a:pt x="11894" y="4981"/>
                  </a:lnTo>
                  <a:lnTo>
                    <a:pt x="11894" y="5483"/>
                  </a:lnTo>
                  <a:lnTo>
                    <a:pt x="11817" y="5985"/>
                  </a:lnTo>
                  <a:lnTo>
                    <a:pt x="11701" y="6487"/>
                  </a:lnTo>
                  <a:lnTo>
                    <a:pt x="11547" y="6989"/>
                  </a:lnTo>
                  <a:lnTo>
                    <a:pt x="11315" y="7453"/>
                  </a:lnTo>
                  <a:lnTo>
                    <a:pt x="11083" y="7916"/>
                  </a:lnTo>
                  <a:lnTo>
                    <a:pt x="10813" y="8341"/>
                  </a:lnTo>
                  <a:lnTo>
                    <a:pt x="10504" y="8766"/>
                  </a:lnTo>
                  <a:lnTo>
                    <a:pt x="10195" y="9152"/>
                  </a:lnTo>
                  <a:lnTo>
                    <a:pt x="9848" y="9499"/>
                  </a:lnTo>
                  <a:lnTo>
                    <a:pt x="9461" y="9847"/>
                  </a:lnTo>
                  <a:lnTo>
                    <a:pt x="9037" y="10156"/>
                  </a:lnTo>
                  <a:lnTo>
                    <a:pt x="8651" y="10465"/>
                  </a:lnTo>
                  <a:lnTo>
                    <a:pt x="8187" y="10735"/>
                  </a:lnTo>
                  <a:lnTo>
                    <a:pt x="7762" y="11005"/>
                  </a:lnTo>
                  <a:lnTo>
                    <a:pt x="6836" y="11469"/>
                  </a:lnTo>
                  <a:lnTo>
                    <a:pt x="5870" y="11855"/>
                  </a:lnTo>
                  <a:lnTo>
                    <a:pt x="5677" y="11855"/>
                  </a:lnTo>
                  <a:lnTo>
                    <a:pt x="5639" y="11932"/>
                  </a:lnTo>
                  <a:lnTo>
                    <a:pt x="5600" y="11932"/>
                  </a:lnTo>
                  <a:lnTo>
                    <a:pt x="4982" y="11276"/>
                  </a:lnTo>
                  <a:lnTo>
                    <a:pt x="4442" y="10542"/>
                  </a:lnTo>
                  <a:lnTo>
                    <a:pt x="3978" y="9808"/>
                  </a:lnTo>
                  <a:lnTo>
                    <a:pt x="3746" y="9383"/>
                  </a:lnTo>
                  <a:lnTo>
                    <a:pt x="3592" y="8997"/>
                  </a:lnTo>
                  <a:lnTo>
                    <a:pt x="3438" y="8611"/>
                  </a:lnTo>
                  <a:lnTo>
                    <a:pt x="3283" y="8186"/>
                  </a:lnTo>
                  <a:lnTo>
                    <a:pt x="3167" y="7762"/>
                  </a:lnTo>
                  <a:lnTo>
                    <a:pt x="3090" y="7298"/>
                  </a:lnTo>
                  <a:lnTo>
                    <a:pt x="3051" y="6873"/>
                  </a:lnTo>
                  <a:lnTo>
                    <a:pt x="3013" y="6410"/>
                  </a:lnTo>
                  <a:lnTo>
                    <a:pt x="3051" y="5947"/>
                  </a:lnTo>
                  <a:lnTo>
                    <a:pt x="3090" y="5483"/>
                  </a:lnTo>
                  <a:lnTo>
                    <a:pt x="3167" y="5020"/>
                  </a:lnTo>
                  <a:lnTo>
                    <a:pt x="3244" y="4557"/>
                  </a:lnTo>
                  <a:lnTo>
                    <a:pt x="3399" y="4093"/>
                  </a:lnTo>
                  <a:lnTo>
                    <a:pt x="3592" y="3668"/>
                  </a:lnTo>
                  <a:lnTo>
                    <a:pt x="3785" y="3205"/>
                  </a:lnTo>
                  <a:lnTo>
                    <a:pt x="4055" y="2819"/>
                  </a:lnTo>
                  <a:lnTo>
                    <a:pt x="4326" y="2394"/>
                  </a:lnTo>
                  <a:lnTo>
                    <a:pt x="4635" y="2047"/>
                  </a:lnTo>
                  <a:lnTo>
                    <a:pt x="4944" y="1699"/>
                  </a:lnTo>
                  <a:lnTo>
                    <a:pt x="5330" y="1390"/>
                  </a:lnTo>
                  <a:lnTo>
                    <a:pt x="5716" y="1081"/>
                  </a:lnTo>
                  <a:lnTo>
                    <a:pt x="6102" y="850"/>
                  </a:lnTo>
                  <a:lnTo>
                    <a:pt x="6527" y="695"/>
                  </a:lnTo>
                  <a:lnTo>
                    <a:pt x="6990" y="541"/>
                  </a:lnTo>
                  <a:lnTo>
                    <a:pt x="7453" y="463"/>
                  </a:lnTo>
                  <a:close/>
                  <a:moveTo>
                    <a:pt x="5561" y="12279"/>
                  </a:moveTo>
                  <a:lnTo>
                    <a:pt x="5600" y="12318"/>
                  </a:lnTo>
                  <a:lnTo>
                    <a:pt x="5677" y="12357"/>
                  </a:lnTo>
                  <a:lnTo>
                    <a:pt x="5793" y="12897"/>
                  </a:lnTo>
                  <a:lnTo>
                    <a:pt x="5793" y="12897"/>
                  </a:lnTo>
                  <a:lnTo>
                    <a:pt x="5098" y="12588"/>
                  </a:lnTo>
                  <a:lnTo>
                    <a:pt x="5561" y="12279"/>
                  </a:lnTo>
                  <a:close/>
                  <a:moveTo>
                    <a:pt x="3322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3" y="13979"/>
                  </a:lnTo>
                  <a:lnTo>
                    <a:pt x="2781" y="13940"/>
                  </a:lnTo>
                  <a:lnTo>
                    <a:pt x="2511" y="13824"/>
                  </a:lnTo>
                  <a:lnTo>
                    <a:pt x="2936" y="13399"/>
                  </a:lnTo>
                  <a:lnTo>
                    <a:pt x="3322" y="12975"/>
                  </a:lnTo>
                  <a:close/>
                  <a:moveTo>
                    <a:pt x="3940" y="14326"/>
                  </a:moveTo>
                  <a:lnTo>
                    <a:pt x="5098" y="14519"/>
                  </a:lnTo>
                  <a:lnTo>
                    <a:pt x="4442" y="15485"/>
                  </a:lnTo>
                  <a:lnTo>
                    <a:pt x="4287" y="15214"/>
                  </a:lnTo>
                  <a:lnTo>
                    <a:pt x="4171" y="14944"/>
                  </a:lnTo>
                  <a:lnTo>
                    <a:pt x="4055" y="14635"/>
                  </a:lnTo>
                  <a:lnTo>
                    <a:pt x="3978" y="14365"/>
                  </a:lnTo>
                  <a:lnTo>
                    <a:pt x="3940" y="14326"/>
                  </a:lnTo>
                  <a:close/>
                  <a:moveTo>
                    <a:pt x="3746" y="14596"/>
                  </a:moveTo>
                  <a:lnTo>
                    <a:pt x="3824" y="14944"/>
                  </a:lnTo>
                  <a:lnTo>
                    <a:pt x="3978" y="15291"/>
                  </a:lnTo>
                  <a:lnTo>
                    <a:pt x="4133" y="15600"/>
                  </a:lnTo>
                  <a:lnTo>
                    <a:pt x="4287" y="15909"/>
                  </a:lnTo>
                  <a:lnTo>
                    <a:pt x="4364" y="15987"/>
                  </a:lnTo>
                  <a:lnTo>
                    <a:pt x="4055" y="16411"/>
                  </a:lnTo>
                  <a:lnTo>
                    <a:pt x="3746" y="16875"/>
                  </a:lnTo>
                  <a:lnTo>
                    <a:pt x="3592" y="16411"/>
                  </a:lnTo>
                  <a:lnTo>
                    <a:pt x="3476" y="15948"/>
                  </a:lnTo>
                  <a:lnTo>
                    <a:pt x="3476" y="15716"/>
                  </a:lnTo>
                  <a:lnTo>
                    <a:pt x="3476" y="15446"/>
                  </a:lnTo>
                  <a:lnTo>
                    <a:pt x="3515" y="15214"/>
                  </a:lnTo>
                  <a:lnTo>
                    <a:pt x="3553" y="14983"/>
                  </a:lnTo>
                  <a:lnTo>
                    <a:pt x="3746" y="14596"/>
                  </a:lnTo>
                  <a:close/>
                  <a:moveTo>
                    <a:pt x="4480" y="16334"/>
                  </a:moveTo>
                  <a:lnTo>
                    <a:pt x="4673" y="16759"/>
                  </a:lnTo>
                  <a:lnTo>
                    <a:pt x="4789" y="17222"/>
                  </a:lnTo>
                  <a:lnTo>
                    <a:pt x="4789" y="17222"/>
                  </a:lnTo>
                  <a:lnTo>
                    <a:pt x="4364" y="17106"/>
                  </a:lnTo>
                  <a:lnTo>
                    <a:pt x="3940" y="17029"/>
                  </a:lnTo>
                  <a:lnTo>
                    <a:pt x="4480" y="16334"/>
                  </a:lnTo>
                  <a:close/>
                  <a:moveTo>
                    <a:pt x="2472" y="16875"/>
                  </a:moveTo>
                  <a:lnTo>
                    <a:pt x="3399" y="17106"/>
                  </a:lnTo>
                  <a:lnTo>
                    <a:pt x="3476" y="17261"/>
                  </a:lnTo>
                  <a:lnTo>
                    <a:pt x="3322" y="17377"/>
                  </a:lnTo>
                  <a:lnTo>
                    <a:pt x="3167" y="17570"/>
                  </a:lnTo>
                  <a:lnTo>
                    <a:pt x="2897" y="17917"/>
                  </a:lnTo>
                  <a:lnTo>
                    <a:pt x="2665" y="17415"/>
                  </a:lnTo>
                  <a:lnTo>
                    <a:pt x="2472" y="16875"/>
                  </a:lnTo>
                  <a:close/>
                  <a:moveTo>
                    <a:pt x="3360" y="19732"/>
                  </a:moveTo>
                  <a:lnTo>
                    <a:pt x="4055" y="20427"/>
                  </a:lnTo>
                  <a:lnTo>
                    <a:pt x="3553" y="20659"/>
                  </a:lnTo>
                  <a:lnTo>
                    <a:pt x="3013" y="20968"/>
                  </a:lnTo>
                  <a:lnTo>
                    <a:pt x="3167" y="20350"/>
                  </a:lnTo>
                  <a:lnTo>
                    <a:pt x="3360" y="19732"/>
                  </a:lnTo>
                  <a:close/>
                  <a:moveTo>
                    <a:pt x="5677" y="20118"/>
                  </a:moveTo>
                  <a:lnTo>
                    <a:pt x="5986" y="20196"/>
                  </a:lnTo>
                  <a:lnTo>
                    <a:pt x="5716" y="20891"/>
                  </a:lnTo>
                  <a:lnTo>
                    <a:pt x="5368" y="21547"/>
                  </a:lnTo>
                  <a:lnTo>
                    <a:pt x="4673" y="20582"/>
                  </a:lnTo>
                  <a:lnTo>
                    <a:pt x="4635" y="20543"/>
                  </a:lnTo>
                  <a:lnTo>
                    <a:pt x="4673" y="20234"/>
                  </a:lnTo>
                  <a:lnTo>
                    <a:pt x="5021" y="20157"/>
                  </a:lnTo>
                  <a:lnTo>
                    <a:pt x="5330" y="20118"/>
                  </a:lnTo>
                  <a:close/>
                  <a:moveTo>
                    <a:pt x="7453" y="0"/>
                  </a:moveTo>
                  <a:lnTo>
                    <a:pt x="7067" y="39"/>
                  </a:lnTo>
                  <a:lnTo>
                    <a:pt x="6720" y="154"/>
                  </a:lnTo>
                  <a:lnTo>
                    <a:pt x="6334" y="270"/>
                  </a:lnTo>
                  <a:lnTo>
                    <a:pt x="5986" y="425"/>
                  </a:lnTo>
                  <a:lnTo>
                    <a:pt x="5639" y="579"/>
                  </a:lnTo>
                  <a:lnTo>
                    <a:pt x="5291" y="811"/>
                  </a:lnTo>
                  <a:lnTo>
                    <a:pt x="4944" y="1043"/>
                  </a:lnTo>
                  <a:lnTo>
                    <a:pt x="4635" y="1313"/>
                  </a:lnTo>
                  <a:lnTo>
                    <a:pt x="4364" y="1622"/>
                  </a:lnTo>
                  <a:lnTo>
                    <a:pt x="4094" y="1892"/>
                  </a:lnTo>
                  <a:lnTo>
                    <a:pt x="3824" y="2240"/>
                  </a:lnTo>
                  <a:lnTo>
                    <a:pt x="3592" y="2549"/>
                  </a:lnTo>
                  <a:lnTo>
                    <a:pt x="3399" y="2896"/>
                  </a:lnTo>
                  <a:lnTo>
                    <a:pt x="3206" y="3282"/>
                  </a:lnTo>
                  <a:lnTo>
                    <a:pt x="3051" y="3630"/>
                  </a:lnTo>
                  <a:lnTo>
                    <a:pt x="2897" y="4016"/>
                  </a:lnTo>
                  <a:lnTo>
                    <a:pt x="2781" y="4402"/>
                  </a:lnTo>
                  <a:lnTo>
                    <a:pt x="2704" y="4788"/>
                  </a:lnTo>
                  <a:lnTo>
                    <a:pt x="2627" y="5174"/>
                  </a:lnTo>
                  <a:lnTo>
                    <a:pt x="2588" y="5599"/>
                  </a:lnTo>
                  <a:lnTo>
                    <a:pt x="2549" y="5985"/>
                  </a:lnTo>
                  <a:lnTo>
                    <a:pt x="2549" y="6410"/>
                  </a:lnTo>
                  <a:lnTo>
                    <a:pt x="2549" y="6835"/>
                  </a:lnTo>
                  <a:lnTo>
                    <a:pt x="2665" y="7723"/>
                  </a:lnTo>
                  <a:lnTo>
                    <a:pt x="2742" y="8148"/>
                  </a:lnTo>
                  <a:lnTo>
                    <a:pt x="2858" y="8572"/>
                  </a:lnTo>
                  <a:lnTo>
                    <a:pt x="3013" y="8997"/>
                  </a:lnTo>
                  <a:lnTo>
                    <a:pt x="3167" y="9383"/>
                  </a:lnTo>
                  <a:lnTo>
                    <a:pt x="3322" y="9808"/>
                  </a:lnTo>
                  <a:lnTo>
                    <a:pt x="3553" y="10194"/>
                  </a:lnTo>
                  <a:lnTo>
                    <a:pt x="3746" y="10542"/>
                  </a:lnTo>
                  <a:lnTo>
                    <a:pt x="4017" y="10928"/>
                  </a:lnTo>
                  <a:lnTo>
                    <a:pt x="4287" y="11237"/>
                  </a:lnTo>
                  <a:lnTo>
                    <a:pt x="4596" y="11546"/>
                  </a:lnTo>
                  <a:lnTo>
                    <a:pt x="4905" y="11855"/>
                  </a:lnTo>
                  <a:lnTo>
                    <a:pt x="5252" y="12086"/>
                  </a:lnTo>
                  <a:lnTo>
                    <a:pt x="4557" y="12473"/>
                  </a:lnTo>
                  <a:lnTo>
                    <a:pt x="4480" y="12550"/>
                  </a:lnTo>
                  <a:lnTo>
                    <a:pt x="4442" y="12666"/>
                  </a:lnTo>
                  <a:lnTo>
                    <a:pt x="4480" y="12781"/>
                  </a:lnTo>
                  <a:lnTo>
                    <a:pt x="4596" y="12859"/>
                  </a:lnTo>
                  <a:lnTo>
                    <a:pt x="5021" y="13013"/>
                  </a:lnTo>
                  <a:lnTo>
                    <a:pt x="4673" y="13168"/>
                  </a:lnTo>
                  <a:lnTo>
                    <a:pt x="4403" y="13361"/>
                  </a:lnTo>
                  <a:lnTo>
                    <a:pt x="4094" y="13554"/>
                  </a:lnTo>
                  <a:lnTo>
                    <a:pt x="3862" y="13785"/>
                  </a:lnTo>
                  <a:lnTo>
                    <a:pt x="3824" y="13477"/>
                  </a:lnTo>
                  <a:lnTo>
                    <a:pt x="3746" y="13168"/>
                  </a:lnTo>
                  <a:lnTo>
                    <a:pt x="3631" y="12859"/>
                  </a:lnTo>
                  <a:lnTo>
                    <a:pt x="3515" y="12550"/>
                  </a:lnTo>
                  <a:lnTo>
                    <a:pt x="3476" y="12473"/>
                  </a:lnTo>
                  <a:lnTo>
                    <a:pt x="3360" y="12434"/>
                  </a:lnTo>
                  <a:lnTo>
                    <a:pt x="3283" y="12473"/>
                  </a:lnTo>
                  <a:lnTo>
                    <a:pt x="3206" y="12511"/>
                  </a:lnTo>
                  <a:lnTo>
                    <a:pt x="2665" y="13168"/>
                  </a:lnTo>
                  <a:lnTo>
                    <a:pt x="2086" y="13747"/>
                  </a:lnTo>
                  <a:lnTo>
                    <a:pt x="2047" y="13824"/>
                  </a:lnTo>
                  <a:lnTo>
                    <a:pt x="2009" y="13901"/>
                  </a:lnTo>
                  <a:lnTo>
                    <a:pt x="2047" y="13979"/>
                  </a:lnTo>
                  <a:lnTo>
                    <a:pt x="2086" y="14056"/>
                  </a:lnTo>
                  <a:lnTo>
                    <a:pt x="2395" y="14210"/>
                  </a:lnTo>
                  <a:lnTo>
                    <a:pt x="2742" y="14287"/>
                  </a:lnTo>
                  <a:lnTo>
                    <a:pt x="3051" y="14365"/>
                  </a:lnTo>
                  <a:lnTo>
                    <a:pt x="3399" y="14365"/>
                  </a:lnTo>
                  <a:lnTo>
                    <a:pt x="3244" y="14635"/>
                  </a:lnTo>
                  <a:lnTo>
                    <a:pt x="3129" y="14944"/>
                  </a:lnTo>
                  <a:lnTo>
                    <a:pt x="3090" y="15176"/>
                  </a:lnTo>
                  <a:lnTo>
                    <a:pt x="3051" y="15407"/>
                  </a:lnTo>
                  <a:lnTo>
                    <a:pt x="3051" y="15871"/>
                  </a:lnTo>
                  <a:lnTo>
                    <a:pt x="3129" y="16295"/>
                  </a:lnTo>
                  <a:lnTo>
                    <a:pt x="3244" y="16759"/>
                  </a:lnTo>
                  <a:lnTo>
                    <a:pt x="2781" y="16566"/>
                  </a:lnTo>
                  <a:lnTo>
                    <a:pt x="2279" y="16411"/>
                  </a:lnTo>
                  <a:lnTo>
                    <a:pt x="2202" y="16411"/>
                  </a:lnTo>
                  <a:lnTo>
                    <a:pt x="2125" y="16450"/>
                  </a:lnTo>
                  <a:lnTo>
                    <a:pt x="2047" y="16527"/>
                  </a:lnTo>
                  <a:lnTo>
                    <a:pt x="2047" y="16643"/>
                  </a:lnTo>
                  <a:lnTo>
                    <a:pt x="2163" y="17106"/>
                  </a:lnTo>
                  <a:lnTo>
                    <a:pt x="2279" y="17531"/>
                  </a:lnTo>
                  <a:lnTo>
                    <a:pt x="2472" y="17956"/>
                  </a:lnTo>
                  <a:lnTo>
                    <a:pt x="2704" y="18381"/>
                  </a:lnTo>
                  <a:lnTo>
                    <a:pt x="2781" y="18458"/>
                  </a:lnTo>
                  <a:lnTo>
                    <a:pt x="2858" y="18496"/>
                  </a:lnTo>
                  <a:lnTo>
                    <a:pt x="2936" y="18458"/>
                  </a:lnTo>
                  <a:lnTo>
                    <a:pt x="3013" y="18381"/>
                  </a:lnTo>
                  <a:lnTo>
                    <a:pt x="3322" y="18033"/>
                  </a:lnTo>
                  <a:lnTo>
                    <a:pt x="3515" y="17801"/>
                  </a:lnTo>
                  <a:lnTo>
                    <a:pt x="3631" y="17608"/>
                  </a:lnTo>
                  <a:lnTo>
                    <a:pt x="3708" y="17763"/>
                  </a:lnTo>
                  <a:lnTo>
                    <a:pt x="3978" y="18342"/>
                  </a:lnTo>
                  <a:lnTo>
                    <a:pt x="4133" y="18960"/>
                  </a:lnTo>
                  <a:lnTo>
                    <a:pt x="4248" y="19539"/>
                  </a:lnTo>
                  <a:lnTo>
                    <a:pt x="4248" y="20157"/>
                  </a:lnTo>
                  <a:lnTo>
                    <a:pt x="3438" y="19307"/>
                  </a:lnTo>
                  <a:lnTo>
                    <a:pt x="3399" y="19269"/>
                  </a:lnTo>
                  <a:lnTo>
                    <a:pt x="3206" y="19269"/>
                  </a:lnTo>
                  <a:lnTo>
                    <a:pt x="3167" y="19346"/>
                  </a:lnTo>
                  <a:lnTo>
                    <a:pt x="2974" y="19809"/>
                  </a:lnTo>
                  <a:lnTo>
                    <a:pt x="2781" y="20273"/>
                  </a:lnTo>
                  <a:lnTo>
                    <a:pt x="2665" y="20775"/>
                  </a:lnTo>
                  <a:lnTo>
                    <a:pt x="2627" y="21315"/>
                  </a:lnTo>
                  <a:lnTo>
                    <a:pt x="2627" y="21393"/>
                  </a:lnTo>
                  <a:lnTo>
                    <a:pt x="2704" y="21470"/>
                  </a:lnTo>
                  <a:lnTo>
                    <a:pt x="2781" y="21508"/>
                  </a:lnTo>
                  <a:lnTo>
                    <a:pt x="2897" y="21470"/>
                  </a:lnTo>
                  <a:lnTo>
                    <a:pt x="3515" y="21161"/>
                  </a:lnTo>
                  <a:lnTo>
                    <a:pt x="4171" y="20775"/>
                  </a:lnTo>
                  <a:lnTo>
                    <a:pt x="4055" y="21161"/>
                  </a:lnTo>
                  <a:lnTo>
                    <a:pt x="3901" y="21547"/>
                  </a:lnTo>
                  <a:lnTo>
                    <a:pt x="3669" y="22049"/>
                  </a:lnTo>
                  <a:lnTo>
                    <a:pt x="3322" y="22551"/>
                  </a:lnTo>
                  <a:lnTo>
                    <a:pt x="2897" y="23014"/>
                  </a:lnTo>
                  <a:lnTo>
                    <a:pt x="2627" y="23246"/>
                  </a:lnTo>
                  <a:lnTo>
                    <a:pt x="2395" y="23401"/>
                  </a:lnTo>
                  <a:lnTo>
                    <a:pt x="2125" y="23594"/>
                  </a:lnTo>
                  <a:lnTo>
                    <a:pt x="1854" y="23709"/>
                  </a:lnTo>
                  <a:lnTo>
                    <a:pt x="1584" y="23787"/>
                  </a:lnTo>
                  <a:lnTo>
                    <a:pt x="1314" y="23787"/>
                  </a:lnTo>
                  <a:lnTo>
                    <a:pt x="1082" y="23748"/>
                  </a:lnTo>
                  <a:lnTo>
                    <a:pt x="812" y="23671"/>
                  </a:lnTo>
                  <a:lnTo>
                    <a:pt x="541" y="23516"/>
                  </a:lnTo>
                  <a:lnTo>
                    <a:pt x="310" y="23285"/>
                  </a:lnTo>
                  <a:lnTo>
                    <a:pt x="233" y="23246"/>
                  </a:lnTo>
                  <a:lnTo>
                    <a:pt x="78" y="23246"/>
                  </a:lnTo>
                  <a:lnTo>
                    <a:pt x="39" y="23362"/>
                  </a:lnTo>
                  <a:lnTo>
                    <a:pt x="1" y="23401"/>
                  </a:lnTo>
                  <a:lnTo>
                    <a:pt x="39" y="23478"/>
                  </a:lnTo>
                  <a:lnTo>
                    <a:pt x="155" y="23632"/>
                  </a:lnTo>
                  <a:lnTo>
                    <a:pt x="271" y="23787"/>
                  </a:lnTo>
                  <a:lnTo>
                    <a:pt x="387" y="23903"/>
                  </a:lnTo>
                  <a:lnTo>
                    <a:pt x="541" y="24018"/>
                  </a:lnTo>
                  <a:lnTo>
                    <a:pt x="696" y="24096"/>
                  </a:lnTo>
                  <a:lnTo>
                    <a:pt x="889" y="24134"/>
                  </a:lnTo>
                  <a:lnTo>
                    <a:pt x="1236" y="24211"/>
                  </a:lnTo>
                  <a:lnTo>
                    <a:pt x="1584" y="24173"/>
                  </a:lnTo>
                  <a:lnTo>
                    <a:pt x="1970" y="24096"/>
                  </a:lnTo>
                  <a:lnTo>
                    <a:pt x="2318" y="23941"/>
                  </a:lnTo>
                  <a:lnTo>
                    <a:pt x="2665" y="23748"/>
                  </a:lnTo>
                  <a:lnTo>
                    <a:pt x="3013" y="23478"/>
                  </a:lnTo>
                  <a:lnTo>
                    <a:pt x="3322" y="23207"/>
                  </a:lnTo>
                  <a:lnTo>
                    <a:pt x="3631" y="22860"/>
                  </a:lnTo>
                  <a:lnTo>
                    <a:pt x="3901" y="22512"/>
                  </a:lnTo>
                  <a:lnTo>
                    <a:pt x="4133" y="22126"/>
                  </a:lnTo>
                  <a:lnTo>
                    <a:pt x="4326" y="21702"/>
                  </a:lnTo>
                  <a:lnTo>
                    <a:pt x="4480" y="21315"/>
                  </a:lnTo>
                  <a:lnTo>
                    <a:pt x="4596" y="20852"/>
                  </a:lnTo>
                  <a:lnTo>
                    <a:pt x="5214" y="21972"/>
                  </a:lnTo>
                  <a:lnTo>
                    <a:pt x="5291" y="22049"/>
                  </a:lnTo>
                  <a:lnTo>
                    <a:pt x="5368" y="22088"/>
                  </a:lnTo>
                  <a:lnTo>
                    <a:pt x="5446" y="22049"/>
                  </a:lnTo>
                  <a:lnTo>
                    <a:pt x="5523" y="22010"/>
                  </a:lnTo>
                  <a:lnTo>
                    <a:pt x="5793" y="21547"/>
                  </a:lnTo>
                  <a:lnTo>
                    <a:pt x="6025" y="21084"/>
                  </a:lnTo>
                  <a:lnTo>
                    <a:pt x="6411" y="20118"/>
                  </a:lnTo>
                  <a:lnTo>
                    <a:pt x="6411" y="20041"/>
                  </a:lnTo>
                  <a:lnTo>
                    <a:pt x="6411" y="19964"/>
                  </a:lnTo>
                  <a:lnTo>
                    <a:pt x="6372" y="19925"/>
                  </a:lnTo>
                  <a:lnTo>
                    <a:pt x="6295" y="19887"/>
                  </a:lnTo>
                  <a:lnTo>
                    <a:pt x="5909" y="19771"/>
                  </a:lnTo>
                  <a:lnTo>
                    <a:pt x="5484" y="19732"/>
                  </a:lnTo>
                  <a:lnTo>
                    <a:pt x="5098" y="19732"/>
                  </a:lnTo>
                  <a:lnTo>
                    <a:pt x="4673" y="19848"/>
                  </a:lnTo>
                  <a:lnTo>
                    <a:pt x="4635" y="19230"/>
                  </a:lnTo>
                  <a:lnTo>
                    <a:pt x="4519" y="18651"/>
                  </a:lnTo>
                  <a:lnTo>
                    <a:pt x="4287" y="18033"/>
                  </a:lnTo>
                  <a:lnTo>
                    <a:pt x="4055" y="17454"/>
                  </a:lnTo>
                  <a:lnTo>
                    <a:pt x="4055" y="17454"/>
                  </a:lnTo>
                  <a:lnTo>
                    <a:pt x="4519" y="17531"/>
                  </a:lnTo>
                  <a:lnTo>
                    <a:pt x="4982" y="17608"/>
                  </a:lnTo>
                  <a:lnTo>
                    <a:pt x="5059" y="17608"/>
                  </a:lnTo>
                  <a:lnTo>
                    <a:pt x="5098" y="17531"/>
                  </a:lnTo>
                  <a:lnTo>
                    <a:pt x="5137" y="17492"/>
                  </a:lnTo>
                  <a:lnTo>
                    <a:pt x="5137" y="17377"/>
                  </a:lnTo>
                  <a:lnTo>
                    <a:pt x="5098" y="17029"/>
                  </a:lnTo>
                  <a:lnTo>
                    <a:pt x="4982" y="16643"/>
                  </a:lnTo>
                  <a:lnTo>
                    <a:pt x="4828" y="16295"/>
                  </a:lnTo>
                  <a:lnTo>
                    <a:pt x="4673" y="15987"/>
                  </a:lnTo>
                  <a:lnTo>
                    <a:pt x="4596" y="15909"/>
                  </a:lnTo>
                  <a:lnTo>
                    <a:pt x="4635" y="15909"/>
                  </a:lnTo>
                  <a:lnTo>
                    <a:pt x="5600" y="14481"/>
                  </a:lnTo>
                  <a:lnTo>
                    <a:pt x="5639" y="14365"/>
                  </a:lnTo>
                  <a:lnTo>
                    <a:pt x="5600" y="14287"/>
                  </a:lnTo>
                  <a:lnTo>
                    <a:pt x="5561" y="14210"/>
                  </a:lnTo>
                  <a:lnTo>
                    <a:pt x="5446" y="14172"/>
                  </a:lnTo>
                  <a:lnTo>
                    <a:pt x="4210" y="13979"/>
                  </a:lnTo>
                  <a:lnTo>
                    <a:pt x="4480" y="13747"/>
                  </a:lnTo>
                  <a:lnTo>
                    <a:pt x="4789" y="13554"/>
                  </a:lnTo>
                  <a:lnTo>
                    <a:pt x="5098" y="13361"/>
                  </a:lnTo>
                  <a:lnTo>
                    <a:pt x="5407" y="13168"/>
                  </a:lnTo>
                  <a:lnTo>
                    <a:pt x="6025" y="13399"/>
                  </a:lnTo>
                  <a:lnTo>
                    <a:pt x="6141" y="13438"/>
                  </a:lnTo>
                  <a:lnTo>
                    <a:pt x="6218" y="13361"/>
                  </a:lnTo>
                  <a:lnTo>
                    <a:pt x="6256" y="13283"/>
                  </a:lnTo>
                  <a:lnTo>
                    <a:pt x="6295" y="13168"/>
                  </a:lnTo>
                  <a:lnTo>
                    <a:pt x="6179" y="12704"/>
                  </a:lnTo>
                  <a:lnTo>
                    <a:pt x="6063" y="12241"/>
                  </a:lnTo>
                  <a:lnTo>
                    <a:pt x="6913" y="11932"/>
                  </a:lnTo>
                  <a:lnTo>
                    <a:pt x="7724" y="11584"/>
                  </a:lnTo>
                  <a:lnTo>
                    <a:pt x="8535" y="11121"/>
                  </a:lnTo>
                  <a:lnTo>
                    <a:pt x="9268" y="10619"/>
                  </a:lnTo>
                  <a:lnTo>
                    <a:pt x="9963" y="10078"/>
                  </a:lnTo>
                  <a:lnTo>
                    <a:pt x="10311" y="9770"/>
                  </a:lnTo>
                  <a:lnTo>
                    <a:pt x="10620" y="9422"/>
                  </a:lnTo>
                  <a:lnTo>
                    <a:pt x="10890" y="9074"/>
                  </a:lnTo>
                  <a:lnTo>
                    <a:pt x="11161" y="8727"/>
                  </a:lnTo>
                  <a:lnTo>
                    <a:pt x="11392" y="8341"/>
                  </a:lnTo>
                  <a:lnTo>
                    <a:pt x="11624" y="7955"/>
                  </a:lnTo>
                  <a:lnTo>
                    <a:pt x="11817" y="7568"/>
                  </a:lnTo>
                  <a:lnTo>
                    <a:pt x="11971" y="7182"/>
                  </a:lnTo>
                  <a:lnTo>
                    <a:pt x="12126" y="6758"/>
                  </a:lnTo>
                  <a:lnTo>
                    <a:pt x="12242" y="6333"/>
                  </a:lnTo>
                  <a:lnTo>
                    <a:pt x="12319" y="5947"/>
                  </a:lnTo>
                  <a:lnTo>
                    <a:pt x="12358" y="5522"/>
                  </a:lnTo>
                  <a:lnTo>
                    <a:pt x="12396" y="5097"/>
                  </a:lnTo>
                  <a:lnTo>
                    <a:pt x="12396" y="4672"/>
                  </a:lnTo>
                  <a:lnTo>
                    <a:pt x="12358" y="4248"/>
                  </a:lnTo>
                  <a:lnTo>
                    <a:pt x="12280" y="3823"/>
                  </a:lnTo>
                  <a:lnTo>
                    <a:pt x="12203" y="3437"/>
                  </a:lnTo>
                  <a:lnTo>
                    <a:pt x="12049" y="3051"/>
                  </a:lnTo>
                  <a:lnTo>
                    <a:pt x="11894" y="2664"/>
                  </a:lnTo>
                  <a:lnTo>
                    <a:pt x="11701" y="2278"/>
                  </a:lnTo>
                  <a:lnTo>
                    <a:pt x="11469" y="1892"/>
                  </a:lnTo>
                  <a:lnTo>
                    <a:pt x="11161" y="1545"/>
                  </a:lnTo>
                  <a:lnTo>
                    <a:pt x="10890" y="1274"/>
                  </a:lnTo>
                  <a:lnTo>
                    <a:pt x="10620" y="1004"/>
                  </a:lnTo>
                  <a:lnTo>
                    <a:pt x="10311" y="772"/>
                  </a:lnTo>
                  <a:lnTo>
                    <a:pt x="9963" y="579"/>
                  </a:lnTo>
                  <a:lnTo>
                    <a:pt x="9655" y="386"/>
                  </a:lnTo>
                  <a:lnTo>
                    <a:pt x="9307" y="232"/>
                  </a:lnTo>
                  <a:lnTo>
                    <a:pt x="8921" y="116"/>
                  </a:lnTo>
                  <a:lnTo>
                    <a:pt x="8573" y="39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8"/>
            <p:cNvSpPr/>
            <p:nvPr/>
          </p:nvSpPr>
          <p:spPr>
            <a:xfrm>
              <a:off x="5860425" y="885700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9" y="310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3"/>
                  </a:lnTo>
                  <a:lnTo>
                    <a:pt x="7299" y="503"/>
                  </a:lnTo>
                  <a:lnTo>
                    <a:pt x="7454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4"/>
                  </a:lnTo>
                  <a:lnTo>
                    <a:pt x="6295" y="4944"/>
                  </a:lnTo>
                  <a:lnTo>
                    <a:pt x="6218" y="3978"/>
                  </a:lnTo>
                  <a:lnTo>
                    <a:pt x="6141" y="2974"/>
                  </a:lnTo>
                  <a:lnTo>
                    <a:pt x="6141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5"/>
                  </a:lnTo>
                  <a:lnTo>
                    <a:pt x="6450" y="503"/>
                  </a:lnTo>
                  <a:lnTo>
                    <a:pt x="6527" y="426"/>
                  </a:lnTo>
                  <a:lnTo>
                    <a:pt x="6643" y="348"/>
                  </a:lnTo>
                  <a:lnTo>
                    <a:pt x="6759" y="310"/>
                  </a:lnTo>
                  <a:close/>
                  <a:moveTo>
                    <a:pt x="11972" y="4712"/>
                  </a:moveTo>
                  <a:lnTo>
                    <a:pt x="12087" y="4750"/>
                  </a:lnTo>
                  <a:lnTo>
                    <a:pt x="12165" y="4828"/>
                  </a:lnTo>
                  <a:lnTo>
                    <a:pt x="12281" y="4905"/>
                  </a:lnTo>
                  <a:lnTo>
                    <a:pt x="12319" y="4982"/>
                  </a:lnTo>
                  <a:lnTo>
                    <a:pt x="12396" y="5137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2"/>
                  </a:lnTo>
                  <a:lnTo>
                    <a:pt x="10041" y="5832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9" y="5252"/>
                  </a:lnTo>
                  <a:lnTo>
                    <a:pt x="7956" y="5021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9" y="4750"/>
                  </a:lnTo>
                  <a:lnTo>
                    <a:pt x="11354" y="4712"/>
                  </a:lnTo>
                  <a:close/>
                  <a:moveTo>
                    <a:pt x="5639" y="5754"/>
                  </a:moveTo>
                  <a:lnTo>
                    <a:pt x="4558" y="6449"/>
                  </a:lnTo>
                  <a:lnTo>
                    <a:pt x="3438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30" y="7917"/>
                  </a:lnTo>
                  <a:lnTo>
                    <a:pt x="1121" y="7955"/>
                  </a:lnTo>
                  <a:lnTo>
                    <a:pt x="928" y="7917"/>
                  </a:lnTo>
                  <a:lnTo>
                    <a:pt x="851" y="7878"/>
                  </a:lnTo>
                  <a:lnTo>
                    <a:pt x="773" y="7801"/>
                  </a:lnTo>
                  <a:lnTo>
                    <a:pt x="735" y="7685"/>
                  </a:lnTo>
                  <a:lnTo>
                    <a:pt x="696" y="7531"/>
                  </a:lnTo>
                  <a:lnTo>
                    <a:pt x="696" y="7376"/>
                  </a:lnTo>
                  <a:lnTo>
                    <a:pt x="696" y="7222"/>
                  </a:lnTo>
                  <a:lnTo>
                    <a:pt x="735" y="7145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3"/>
                  </a:lnTo>
                  <a:lnTo>
                    <a:pt x="2743" y="6449"/>
                  </a:lnTo>
                  <a:lnTo>
                    <a:pt x="3592" y="6295"/>
                  </a:lnTo>
                  <a:lnTo>
                    <a:pt x="4635" y="6063"/>
                  </a:lnTo>
                  <a:lnTo>
                    <a:pt x="5137" y="5909"/>
                  </a:lnTo>
                  <a:lnTo>
                    <a:pt x="5639" y="5754"/>
                  </a:lnTo>
                  <a:close/>
                  <a:moveTo>
                    <a:pt x="6952" y="1"/>
                  </a:moveTo>
                  <a:lnTo>
                    <a:pt x="6720" y="39"/>
                  </a:lnTo>
                  <a:lnTo>
                    <a:pt x="6527" y="117"/>
                  </a:lnTo>
                  <a:lnTo>
                    <a:pt x="6334" y="233"/>
                  </a:lnTo>
                  <a:lnTo>
                    <a:pt x="6141" y="426"/>
                  </a:lnTo>
                  <a:lnTo>
                    <a:pt x="5986" y="619"/>
                  </a:lnTo>
                  <a:lnTo>
                    <a:pt x="5909" y="812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2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4" y="5021"/>
                  </a:lnTo>
                  <a:lnTo>
                    <a:pt x="6025" y="5137"/>
                  </a:lnTo>
                  <a:lnTo>
                    <a:pt x="6064" y="5252"/>
                  </a:lnTo>
                  <a:lnTo>
                    <a:pt x="5523" y="5446"/>
                  </a:lnTo>
                  <a:lnTo>
                    <a:pt x="4982" y="5561"/>
                  </a:lnTo>
                  <a:lnTo>
                    <a:pt x="3940" y="5832"/>
                  </a:lnTo>
                  <a:lnTo>
                    <a:pt x="2858" y="6025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1" y="6643"/>
                  </a:lnTo>
                  <a:lnTo>
                    <a:pt x="503" y="6836"/>
                  </a:lnTo>
                  <a:lnTo>
                    <a:pt x="233" y="7029"/>
                  </a:lnTo>
                  <a:lnTo>
                    <a:pt x="117" y="7145"/>
                  </a:lnTo>
                  <a:lnTo>
                    <a:pt x="40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40" y="7724"/>
                  </a:lnTo>
                  <a:lnTo>
                    <a:pt x="117" y="7917"/>
                  </a:lnTo>
                  <a:lnTo>
                    <a:pt x="233" y="8033"/>
                  </a:lnTo>
                  <a:lnTo>
                    <a:pt x="349" y="8149"/>
                  </a:lnTo>
                  <a:lnTo>
                    <a:pt x="503" y="8226"/>
                  </a:lnTo>
                  <a:lnTo>
                    <a:pt x="619" y="8264"/>
                  </a:lnTo>
                  <a:lnTo>
                    <a:pt x="928" y="8342"/>
                  </a:lnTo>
                  <a:lnTo>
                    <a:pt x="1275" y="8342"/>
                  </a:lnTo>
                  <a:lnTo>
                    <a:pt x="1623" y="8303"/>
                  </a:lnTo>
                  <a:lnTo>
                    <a:pt x="1932" y="8187"/>
                  </a:lnTo>
                  <a:lnTo>
                    <a:pt x="2550" y="7994"/>
                  </a:lnTo>
                  <a:lnTo>
                    <a:pt x="3554" y="7531"/>
                  </a:lnTo>
                  <a:lnTo>
                    <a:pt x="4519" y="6990"/>
                  </a:lnTo>
                  <a:lnTo>
                    <a:pt x="5446" y="6372"/>
                  </a:lnTo>
                  <a:lnTo>
                    <a:pt x="5909" y="6063"/>
                  </a:lnTo>
                  <a:lnTo>
                    <a:pt x="6334" y="5716"/>
                  </a:lnTo>
                  <a:lnTo>
                    <a:pt x="6527" y="6102"/>
                  </a:lnTo>
                  <a:lnTo>
                    <a:pt x="6643" y="6295"/>
                  </a:lnTo>
                  <a:lnTo>
                    <a:pt x="6759" y="6449"/>
                  </a:lnTo>
                  <a:lnTo>
                    <a:pt x="7029" y="6372"/>
                  </a:lnTo>
                  <a:lnTo>
                    <a:pt x="7029" y="6334"/>
                  </a:lnTo>
                  <a:lnTo>
                    <a:pt x="6836" y="5986"/>
                  </a:lnTo>
                  <a:lnTo>
                    <a:pt x="6759" y="5832"/>
                  </a:lnTo>
                  <a:lnTo>
                    <a:pt x="6720" y="5639"/>
                  </a:lnTo>
                  <a:lnTo>
                    <a:pt x="6720" y="5561"/>
                  </a:lnTo>
                  <a:lnTo>
                    <a:pt x="7569" y="5832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8"/>
                  </a:lnTo>
                  <a:lnTo>
                    <a:pt x="11006" y="6218"/>
                  </a:lnTo>
                  <a:lnTo>
                    <a:pt x="11470" y="6179"/>
                  </a:lnTo>
                  <a:lnTo>
                    <a:pt x="11933" y="6141"/>
                  </a:lnTo>
                  <a:lnTo>
                    <a:pt x="12358" y="5986"/>
                  </a:lnTo>
                  <a:lnTo>
                    <a:pt x="12512" y="5909"/>
                  </a:lnTo>
                  <a:lnTo>
                    <a:pt x="12667" y="5793"/>
                  </a:lnTo>
                  <a:lnTo>
                    <a:pt x="12821" y="5677"/>
                  </a:lnTo>
                  <a:lnTo>
                    <a:pt x="12898" y="5523"/>
                  </a:lnTo>
                  <a:lnTo>
                    <a:pt x="12976" y="5368"/>
                  </a:lnTo>
                  <a:lnTo>
                    <a:pt x="12976" y="5175"/>
                  </a:lnTo>
                  <a:lnTo>
                    <a:pt x="12976" y="4982"/>
                  </a:lnTo>
                  <a:lnTo>
                    <a:pt x="12898" y="4828"/>
                  </a:lnTo>
                  <a:lnTo>
                    <a:pt x="12821" y="4712"/>
                  </a:lnTo>
                  <a:lnTo>
                    <a:pt x="12744" y="4635"/>
                  </a:lnTo>
                  <a:lnTo>
                    <a:pt x="12628" y="4519"/>
                  </a:lnTo>
                  <a:lnTo>
                    <a:pt x="12474" y="4480"/>
                  </a:lnTo>
                  <a:lnTo>
                    <a:pt x="12165" y="4364"/>
                  </a:lnTo>
                  <a:lnTo>
                    <a:pt x="11817" y="4326"/>
                  </a:lnTo>
                  <a:lnTo>
                    <a:pt x="11470" y="4326"/>
                  </a:lnTo>
                  <a:lnTo>
                    <a:pt x="10890" y="4364"/>
                  </a:lnTo>
                  <a:lnTo>
                    <a:pt x="9848" y="4403"/>
                  </a:lnTo>
                  <a:lnTo>
                    <a:pt x="8844" y="4480"/>
                  </a:lnTo>
                  <a:lnTo>
                    <a:pt x="7840" y="4635"/>
                  </a:lnTo>
                  <a:lnTo>
                    <a:pt x="6836" y="4828"/>
                  </a:lnTo>
                  <a:lnTo>
                    <a:pt x="7376" y="3476"/>
                  </a:lnTo>
                  <a:lnTo>
                    <a:pt x="7647" y="2742"/>
                  </a:lnTo>
                  <a:lnTo>
                    <a:pt x="7840" y="2047"/>
                  </a:lnTo>
                  <a:lnTo>
                    <a:pt x="7917" y="1816"/>
                  </a:lnTo>
                  <a:lnTo>
                    <a:pt x="7917" y="1545"/>
                  </a:lnTo>
                  <a:lnTo>
                    <a:pt x="7917" y="1314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9"/>
                  </a:lnTo>
                  <a:lnTo>
                    <a:pt x="7531" y="426"/>
                  </a:lnTo>
                  <a:lnTo>
                    <a:pt x="7338" y="271"/>
                  </a:lnTo>
                  <a:lnTo>
                    <a:pt x="7261" y="155"/>
                  </a:lnTo>
                  <a:lnTo>
                    <a:pt x="7145" y="78"/>
                  </a:lnTo>
                  <a:lnTo>
                    <a:pt x="695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8"/>
            <p:cNvSpPr/>
            <p:nvPr/>
          </p:nvSpPr>
          <p:spPr>
            <a:xfrm>
              <a:off x="6760175" y="920450"/>
              <a:ext cx="375550" cy="387150"/>
            </a:xfrm>
            <a:custGeom>
              <a:avLst/>
              <a:gdLst/>
              <a:ahLst/>
              <a:cxnLst/>
              <a:rect l="l" t="t" r="r" b="b"/>
              <a:pathLst>
                <a:path w="15022" h="15486" extrusionOk="0">
                  <a:moveTo>
                    <a:pt x="7491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2" y="850"/>
                  </a:lnTo>
                  <a:lnTo>
                    <a:pt x="10194" y="1044"/>
                  </a:lnTo>
                  <a:lnTo>
                    <a:pt x="10696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79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79" y="9230"/>
                  </a:lnTo>
                  <a:lnTo>
                    <a:pt x="4170" y="10041"/>
                  </a:lnTo>
                  <a:lnTo>
                    <a:pt x="3977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91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8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91" y="503"/>
                  </a:lnTo>
                  <a:close/>
                  <a:moveTo>
                    <a:pt x="11971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52" y="3206"/>
                  </a:lnTo>
                  <a:lnTo>
                    <a:pt x="13322" y="3669"/>
                  </a:lnTo>
                  <a:lnTo>
                    <a:pt x="13592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7" y="6797"/>
                  </a:lnTo>
                  <a:lnTo>
                    <a:pt x="12164" y="6952"/>
                  </a:lnTo>
                  <a:lnTo>
                    <a:pt x="11391" y="7145"/>
                  </a:lnTo>
                  <a:lnTo>
                    <a:pt x="10658" y="7415"/>
                  </a:lnTo>
                  <a:lnTo>
                    <a:pt x="9963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7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7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1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0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719" y="12667"/>
                  </a:lnTo>
                  <a:lnTo>
                    <a:pt x="6178" y="12782"/>
                  </a:lnTo>
                  <a:lnTo>
                    <a:pt x="5676" y="12937"/>
                  </a:lnTo>
                  <a:lnTo>
                    <a:pt x="5174" y="13130"/>
                  </a:lnTo>
                  <a:lnTo>
                    <a:pt x="4672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69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4" y="4519"/>
                  </a:lnTo>
                  <a:lnTo>
                    <a:pt x="2471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80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6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58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0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8"/>
                  </a:lnTo>
                  <a:lnTo>
                    <a:pt x="3244" y="13439"/>
                  </a:lnTo>
                  <a:lnTo>
                    <a:pt x="3166" y="13439"/>
                  </a:lnTo>
                  <a:lnTo>
                    <a:pt x="3051" y="13478"/>
                  </a:lnTo>
                  <a:lnTo>
                    <a:pt x="2973" y="13516"/>
                  </a:lnTo>
                  <a:lnTo>
                    <a:pt x="3051" y="13362"/>
                  </a:lnTo>
                  <a:lnTo>
                    <a:pt x="3166" y="13207"/>
                  </a:lnTo>
                  <a:lnTo>
                    <a:pt x="3321" y="13130"/>
                  </a:lnTo>
                  <a:lnTo>
                    <a:pt x="3475" y="13014"/>
                  </a:lnTo>
                  <a:lnTo>
                    <a:pt x="3668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0" y="13362"/>
                  </a:lnTo>
                  <a:lnTo>
                    <a:pt x="11893" y="13478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7" y="14983"/>
                  </a:lnTo>
                  <a:lnTo>
                    <a:pt x="7375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3" y="14636"/>
                  </a:lnTo>
                  <a:lnTo>
                    <a:pt x="5020" y="14482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50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6" y="12860"/>
                  </a:lnTo>
                  <a:close/>
                  <a:moveTo>
                    <a:pt x="7607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84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5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9"/>
                  </a:lnTo>
                  <a:lnTo>
                    <a:pt x="270" y="9925"/>
                  </a:lnTo>
                  <a:lnTo>
                    <a:pt x="463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6" y="14134"/>
                  </a:lnTo>
                  <a:lnTo>
                    <a:pt x="3475" y="14327"/>
                  </a:lnTo>
                  <a:lnTo>
                    <a:pt x="3784" y="14520"/>
                  </a:lnTo>
                  <a:lnTo>
                    <a:pt x="4132" y="14597"/>
                  </a:lnTo>
                  <a:lnTo>
                    <a:pt x="4557" y="14829"/>
                  </a:lnTo>
                  <a:lnTo>
                    <a:pt x="4981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98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8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1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5" y="8882"/>
                  </a:lnTo>
                  <a:lnTo>
                    <a:pt x="14983" y="8303"/>
                  </a:lnTo>
                  <a:lnTo>
                    <a:pt x="15021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3" y="233"/>
                  </a:lnTo>
                  <a:lnTo>
                    <a:pt x="8766" y="117"/>
                  </a:lnTo>
                  <a:lnTo>
                    <a:pt x="8186" y="40"/>
                  </a:lnTo>
                  <a:lnTo>
                    <a:pt x="76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8"/>
            <p:cNvSpPr/>
            <p:nvPr/>
          </p:nvSpPr>
          <p:spPr>
            <a:xfrm>
              <a:off x="1177425" y="95232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8"/>
                  </a:lnTo>
                  <a:lnTo>
                    <a:pt x="23787" y="2124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47"/>
                  </a:lnTo>
                  <a:lnTo>
                    <a:pt x="23092" y="1931"/>
                  </a:lnTo>
                  <a:lnTo>
                    <a:pt x="23015" y="1815"/>
                  </a:lnTo>
                  <a:lnTo>
                    <a:pt x="22976" y="1622"/>
                  </a:lnTo>
                  <a:lnTo>
                    <a:pt x="22976" y="1429"/>
                  </a:lnTo>
                  <a:lnTo>
                    <a:pt x="23053" y="1236"/>
                  </a:lnTo>
                  <a:lnTo>
                    <a:pt x="23169" y="1081"/>
                  </a:lnTo>
                  <a:lnTo>
                    <a:pt x="23285" y="966"/>
                  </a:lnTo>
                  <a:close/>
                  <a:moveTo>
                    <a:pt x="24096" y="2394"/>
                  </a:moveTo>
                  <a:lnTo>
                    <a:pt x="24212" y="2742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784"/>
                  </a:lnTo>
                  <a:lnTo>
                    <a:pt x="24173" y="3707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3"/>
                  </a:lnTo>
                  <a:lnTo>
                    <a:pt x="23710" y="3128"/>
                  </a:lnTo>
                  <a:lnTo>
                    <a:pt x="23710" y="2896"/>
                  </a:lnTo>
                  <a:lnTo>
                    <a:pt x="23787" y="2703"/>
                  </a:lnTo>
                  <a:lnTo>
                    <a:pt x="23941" y="2549"/>
                  </a:lnTo>
                  <a:lnTo>
                    <a:pt x="24096" y="2394"/>
                  </a:lnTo>
                  <a:close/>
                  <a:moveTo>
                    <a:pt x="16180" y="4943"/>
                  </a:moveTo>
                  <a:lnTo>
                    <a:pt x="16296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66" y="5252"/>
                  </a:lnTo>
                  <a:lnTo>
                    <a:pt x="16566" y="5406"/>
                  </a:lnTo>
                  <a:lnTo>
                    <a:pt x="16296" y="5406"/>
                  </a:lnTo>
                  <a:lnTo>
                    <a:pt x="15678" y="5479"/>
                  </a:lnTo>
                  <a:lnTo>
                    <a:pt x="15678" y="5479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94" y="5136"/>
                  </a:lnTo>
                  <a:lnTo>
                    <a:pt x="15871" y="5059"/>
                  </a:lnTo>
                  <a:lnTo>
                    <a:pt x="15948" y="5020"/>
                  </a:lnTo>
                  <a:lnTo>
                    <a:pt x="16064" y="4943"/>
                  </a:lnTo>
                  <a:close/>
                  <a:moveTo>
                    <a:pt x="24443" y="4209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484"/>
                  </a:lnTo>
                  <a:lnTo>
                    <a:pt x="24057" y="5406"/>
                  </a:lnTo>
                  <a:lnTo>
                    <a:pt x="23903" y="5252"/>
                  </a:lnTo>
                  <a:lnTo>
                    <a:pt x="23826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903" y="4595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09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04"/>
                  </a:lnTo>
                  <a:lnTo>
                    <a:pt x="17995" y="4982"/>
                  </a:lnTo>
                  <a:lnTo>
                    <a:pt x="18111" y="5175"/>
                  </a:lnTo>
                  <a:lnTo>
                    <a:pt x="18149" y="5406"/>
                  </a:lnTo>
                  <a:lnTo>
                    <a:pt x="18072" y="5599"/>
                  </a:lnTo>
                  <a:lnTo>
                    <a:pt x="17570" y="5484"/>
                  </a:lnTo>
                  <a:lnTo>
                    <a:pt x="17029" y="5406"/>
                  </a:lnTo>
                  <a:lnTo>
                    <a:pt x="17068" y="5290"/>
                  </a:lnTo>
                  <a:lnTo>
                    <a:pt x="17107" y="5136"/>
                  </a:lnTo>
                  <a:lnTo>
                    <a:pt x="17184" y="5020"/>
                  </a:lnTo>
                  <a:lnTo>
                    <a:pt x="17300" y="4943"/>
                  </a:lnTo>
                  <a:lnTo>
                    <a:pt x="17416" y="4866"/>
                  </a:lnTo>
                  <a:lnTo>
                    <a:pt x="17531" y="4827"/>
                  </a:lnTo>
                  <a:close/>
                  <a:moveTo>
                    <a:pt x="14597" y="5290"/>
                  </a:moveTo>
                  <a:lnTo>
                    <a:pt x="14713" y="5329"/>
                  </a:lnTo>
                  <a:lnTo>
                    <a:pt x="14828" y="5368"/>
                  </a:lnTo>
                  <a:lnTo>
                    <a:pt x="14944" y="5445"/>
                  </a:lnTo>
                  <a:lnTo>
                    <a:pt x="15021" y="5522"/>
                  </a:lnTo>
                  <a:lnTo>
                    <a:pt x="15060" y="5638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24"/>
                  </a:lnTo>
                  <a:lnTo>
                    <a:pt x="14056" y="5792"/>
                  </a:lnTo>
                  <a:lnTo>
                    <a:pt x="14133" y="5599"/>
                  </a:lnTo>
                  <a:lnTo>
                    <a:pt x="14249" y="5406"/>
                  </a:lnTo>
                  <a:lnTo>
                    <a:pt x="14365" y="5368"/>
                  </a:lnTo>
                  <a:lnTo>
                    <a:pt x="14481" y="5329"/>
                  </a:lnTo>
                  <a:lnTo>
                    <a:pt x="14597" y="5290"/>
                  </a:lnTo>
                  <a:close/>
                  <a:moveTo>
                    <a:pt x="19115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85" y="5792"/>
                  </a:lnTo>
                  <a:lnTo>
                    <a:pt x="19385" y="5986"/>
                  </a:lnTo>
                  <a:lnTo>
                    <a:pt x="19346" y="6140"/>
                  </a:lnTo>
                  <a:lnTo>
                    <a:pt x="18613" y="5792"/>
                  </a:lnTo>
                  <a:lnTo>
                    <a:pt x="18651" y="5715"/>
                  </a:lnTo>
                  <a:lnTo>
                    <a:pt x="18690" y="5638"/>
                  </a:lnTo>
                  <a:lnTo>
                    <a:pt x="18844" y="5522"/>
                  </a:lnTo>
                  <a:lnTo>
                    <a:pt x="18999" y="5484"/>
                  </a:lnTo>
                  <a:close/>
                  <a:moveTo>
                    <a:pt x="20350" y="6063"/>
                  </a:moveTo>
                  <a:lnTo>
                    <a:pt x="20466" y="6101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52" y="6719"/>
                  </a:lnTo>
                  <a:lnTo>
                    <a:pt x="20891" y="6912"/>
                  </a:lnTo>
                  <a:lnTo>
                    <a:pt x="20891" y="6912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48" y="6256"/>
                  </a:lnTo>
                  <a:lnTo>
                    <a:pt x="19887" y="6179"/>
                  </a:lnTo>
                  <a:lnTo>
                    <a:pt x="20003" y="6101"/>
                  </a:lnTo>
                  <a:lnTo>
                    <a:pt x="20080" y="6063"/>
                  </a:lnTo>
                  <a:close/>
                  <a:moveTo>
                    <a:pt x="23748" y="5870"/>
                  </a:moveTo>
                  <a:lnTo>
                    <a:pt x="23941" y="5947"/>
                  </a:lnTo>
                  <a:lnTo>
                    <a:pt x="24019" y="5986"/>
                  </a:lnTo>
                  <a:lnTo>
                    <a:pt x="24096" y="5986"/>
                  </a:lnTo>
                  <a:lnTo>
                    <a:pt x="23941" y="6294"/>
                  </a:lnTo>
                  <a:lnTo>
                    <a:pt x="23748" y="6526"/>
                  </a:lnTo>
                  <a:lnTo>
                    <a:pt x="23517" y="6758"/>
                  </a:lnTo>
                  <a:lnTo>
                    <a:pt x="23246" y="6951"/>
                  </a:lnTo>
                  <a:lnTo>
                    <a:pt x="23208" y="6912"/>
                  </a:lnTo>
                  <a:lnTo>
                    <a:pt x="23092" y="6719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9"/>
                  </a:lnTo>
                  <a:lnTo>
                    <a:pt x="23131" y="6063"/>
                  </a:lnTo>
                  <a:lnTo>
                    <a:pt x="23208" y="5986"/>
                  </a:lnTo>
                  <a:lnTo>
                    <a:pt x="23285" y="5908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2"/>
                  </a:lnTo>
                  <a:lnTo>
                    <a:pt x="12627" y="6796"/>
                  </a:lnTo>
                  <a:lnTo>
                    <a:pt x="12627" y="6642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98" y="6179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681"/>
                  </a:lnTo>
                  <a:lnTo>
                    <a:pt x="22629" y="6835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05"/>
                  </a:lnTo>
                  <a:lnTo>
                    <a:pt x="22551" y="7221"/>
                  </a:lnTo>
                  <a:lnTo>
                    <a:pt x="22165" y="7221"/>
                  </a:lnTo>
                  <a:lnTo>
                    <a:pt x="21779" y="7183"/>
                  </a:lnTo>
                  <a:lnTo>
                    <a:pt x="21393" y="7105"/>
                  </a:lnTo>
                  <a:lnTo>
                    <a:pt x="21509" y="6912"/>
                  </a:lnTo>
                  <a:lnTo>
                    <a:pt x="21625" y="6719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376"/>
                  </a:moveTo>
                  <a:lnTo>
                    <a:pt x="12473" y="7414"/>
                  </a:lnTo>
                  <a:lnTo>
                    <a:pt x="12125" y="7955"/>
                  </a:lnTo>
                  <a:lnTo>
                    <a:pt x="11816" y="8534"/>
                  </a:lnTo>
                  <a:lnTo>
                    <a:pt x="11701" y="8341"/>
                  </a:lnTo>
                  <a:lnTo>
                    <a:pt x="11662" y="8071"/>
                  </a:lnTo>
                  <a:lnTo>
                    <a:pt x="11662" y="7955"/>
                  </a:lnTo>
                  <a:lnTo>
                    <a:pt x="11701" y="7800"/>
                  </a:lnTo>
                  <a:lnTo>
                    <a:pt x="11739" y="7685"/>
                  </a:lnTo>
                  <a:lnTo>
                    <a:pt x="11816" y="7607"/>
                  </a:lnTo>
                  <a:lnTo>
                    <a:pt x="11932" y="7492"/>
                  </a:lnTo>
                  <a:lnTo>
                    <a:pt x="12048" y="7453"/>
                  </a:lnTo>
                  <a:lnTo>
                    <a:pt x="12164" y="7414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94" y="9384"/>
                  </a:lnTo>
                  <a:lnTo>
                    <a:pt x="2472" y="9461"/>
                  </a:lnTo>
                  <a:lnTo>
                    <a:pt x="2549" y="9538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9963"/>
                  </a:lnTo>
                  <a:lnTo>
                    <a:pt x="2124" y="9886"/>
                  </a:lnTo>
                  <a:lnTo>
                    <a:pt x="1661" y="9847"/>
                  </a:lnTo>
                  <a:lnTo>
                    <a:pt x="1699" y="9731"/>
                  </a:lnTo>
                  <a:lnTo>
                    <a:pt x="1738" y="9615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lnTo>
                    <a:pt x="2124" y="9345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01"/>
                  </a:lnTo>
                  <a:lnTo>
                    <a:pt x="11276" y="10272"/>
                  </a:lnTo>
                  <a:lnTo>
                    <a:pt x="11237" y="10233"/>
                  </a:lnTo>
                  <a:lnTo>
                    <a:pt x="11083" y="10040"/>
                  </a:lnTo>
                  <a:lnTo>
                    <a:pt x="10967" y="9808"/>
                  </a:lnTo>
                  <a:lnTo>
                    <a:pt x="10928" y="9693"/>
                  </a:lnTo>
                  <a:lnTo>
                    <a:pt x="10928" y="9538"/>
                  </a:lnTo>
                  <a:lnTo>
                    <a:pt x="10967" y="9422"/>
                  </a:lnTo>
                  <a:lnTo>
                    <a:pt x="11006" y="9306"/>
                  </a:lnTo>
                  <a:lnTo>
                    <a:pt x="11121" y="9152"/>
                  </a:lnTo>
                  <a:lnTo>
                    <a:pt x="11276" y="9036"/>
                  </a:lnTo>
                  <a:lnTo>
                    <a:pt x="11469" y="8997"/>
                  </a:lnTo>
                  <a:close/>
                  <a:moveTo>
                    <a:pt x="3785" y="9731"/>
                  </a:moveTo>
                  <a:lnTo>
                    <a:pt x="3900" y="9770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71" y="10117"/>
                  </a:lnTo>
                  <a:lnTo>
                    <a:pt x="4171" y="10233"/>
                  </a:lnTo>
                  <a:lnTo>
                    <a:pt x="4171" y="10388"/>
                  </a:lnTo>
                  <a:lnTo>
                    <a:pt x="4132" y="10503"/>
                  </a:lnTo>
                  <a:lnTo>
                    <a:pt x="4055" y="10619"/>
                  </a:lnTo>
                  <a:lnTo>
                    <a:pt x="3900" y="10542"/>
                  </a:lnTo>
                  <a:lnTo>
                    <a:pt x="3514" y="10310"/>
                  </a:lnTo>
                  <a:lnTo>
                    <a:pt x="3089" y="10117"/>
                  </a:lnTo>
                  <a:lnTo>
                    <a:pt x="3167" y="10001"/>
                  </a:lnTo>
                  <a:lnTo>
                    <a:pt x="3244" y="9886"/>
                  </a:lnTo>
                  <a:lnTo>
                    <a:pt x="3360" y="9808"/>
                  </a:lnTo>
                  <a:lnTo>
                    <a:pt x="3514" y="9770"/>
                  </a:lnTo>
                  <a:lnTo>
                    <a:pt x="3630" y="9731"/>
                  </a:lnTo>
                  <a:close/>
                  <a:moveTo>
                    <a:pt x="4827" y="10619"/>
                  </a:moveTo>
                  <a:lnTo>
                    <a:pt x="4943" y="10658"/>
                  </a:lnTo>
                  <a:lnTo>
                    <a:pt x="5020" y="10697"/>
                  </a:lnTo>
                  <a:lnTo>
                    <a:pt x="5097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890"/>
                  </a:lnTo>
                  <a:lnTo>
                    <a:pt x="4441" y="10812"/>
                  </a:lnTo>
                  <a:lnTo>
                    <a:pt x="4518" y="10735"/>
                  </a:lnTo>
                  <a:lnTo>
                    <a:pt x="4673" y="10658"/>
                  </a:lnTo>
                  <a:lnTo>
                    <a:pt x="4827" y="10619"/>
                  </a:lnTo>
                  <a:close/>
                  <a:moveTo>
                    <a:pt x="11160" y="10619"/>
                  </a:moveTo>
                  <a:lnTo>
                    <a:pt x="10967" y="11199"/>
                  </a:lnTo>
                  <a:lnTo>
                    <a:pt x="10735" y="11739"/>
                  </a:lnTo>
                  <a:lnTo>
                    <a:pt x="10697" y="11662"/>
                  </a:lnTo>
                  <a:lnTo>
                    <a:pt x="10504" y="11507"/>
                  </a:lnTo>
                  <a:lnTo>
                    <a:pt x="10426" y="11314"/>
                  </a:lnTo>
                  <a:lnTo>
                    <a:pt x="10388" y="11121"/>
                  </a:lnTo>
                  <a:lnTo>
                    <a:pt x="10465" y="10928"/>
                  </a:lnTo>
                  <a:lnTo>
                    <a:pt x="10581" y="10774"/>
                  </a:lnTo>
                  <a:lnTo>
                    <a:pt x="10735" y="10658"/>
                  </a:lnTo>
                  <a:lnTo>
                    <a:pt x="10928" y="10619"/>
                  </a:lnTo>
                  <a:close/>
                  <a:moveTo>
                    <a:pt x="5754" y="11430"/>
                  </a:moveTo>
                  <a:lnTo>
                    <a:pt x="5986" y="11469"/>
                  </a:lnTo>
                  <a:lnTo>
                    <a:pt x="6063" y="11507"/>
                  </a:lnTo>
                  <a:lnTo>
                    <a:pt x="6179" y="11546"/>
                  </a:lnTo>
                  <a:lnTo>
                    <a:pt x="6256" y="11662"/>
                  </a:lnTo>
                  <a:lnTo>
                    <a:pt x="6333" y="11739"/>
                  </a:lnTo>
                  <a:lnTo>
                    <a:pt x="6410" y="11971"/>
                  </a:lnTo>
                  <a:lnTo>
                    <a:pt x="6410" y="12203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84" y="11585"/>
                  </a:lnTo>
                  <a:lnTo>
                    <a:pt x="5561" y="11507"/>
                  </a:lnTo>
                  <a:lnTo>
                    <a:pt x="5638" y="11469"/>
                  </a:lnTo>
                  <a:lnTo>
                    <a:pt x="5754" y="11430"/>
                  </a:lnTo>
                  <a:close/>
                  <a:moveTo>
                    <a:pt x="10542" y="12009"/>
                  </a:moveTo>
                  <a:lnTo>
                    <a:pt x="10388" y="12280"/>
                  </a:lnTo>
                  <a:lnTo>
                    <a:pt x="10195" y="12511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27"/>
                  </a:lnTo>
                  <a:lnTo>
                    <a:pt x="9654" y="12473"/>
                  </a:lnTo>
                  <a:lnTo>
                    <a:pt x="9693" y="12318"/>
                  </a:lnTo>
                  <a:lnTo>
                    <a:pt x="9808" y="12203"/>
                  </a:lnTo>
                  <a:lnTo>
                    <a:pt x="9963" y="12125"/>
                  </a:lnTo>
                  <a:lnTo>
                    <a:pt x="10156" y="12087"/>
                  </a:lnTo>
                  <a:lnTo>
                    <a:pt x="10542" y="12009"/>
                  </a:lnTo>
                  <a:close/>
                  <a:moveTo>
                    <a:pt x="7376" y="12473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168"/>
                  </a:lnTo>
                  <a:lnTo>
                    <a:pt x="7337" y="12975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83" y="12511"/>
                  </a:lnTo>
                  <a:lnTo>
                    <a:pt x="7376" y="12473"/>
                  </a:lnTo>
                  <a:close/>
                  <a:moveTo>
                    <a:pt x="8959" y="12627"/>
                  </a:moveTo>
                  <a:lnTo>
                    <a:pt x="9113" y="12743"/>
                  </a:lnTo>
                  <a:lnTo>
                    <a:pt x="9229" y="12936"/>
                  </a:lnTo>
                  <a:lnTo>
                    <a:pt x="9268" y="13091"/>
                  </a:lnTo>
                  <a:lnTo>
                    <a:pt x="9268" y="13207"/>
                  </a:lnTo>
                  <a:lnTo>
                    <a:pt x="9036" y="13245"/>
                  </a:lnTo>
                  <a:lnTo>
                    <a:pt x="8804" y="13284"/>
                  </a:lnTo>
                  <a:lnTo>
                    <a:pt x="8302" y="13284"/>
                  </a:lnTo>
                  <a:lnTo>
                    <a:pt x="8341" y="13207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666"/>
                  </a:lnTo>
                  <a:lnTo>
                    <a:pt x="8650" y="12627"/>
                  </a:lnTo>
                  <a:close/>
                  <a:moveTo>
                    <a:pt x="22899" y="0"/>
                  </a:moveTo>
                  <a:lnTo>
                    <a:pt x="22822" y="77"/>
                  </a:lnTo>
                  <a:lnTo>
                    <a:pt x="22783" y="116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386"/>
                  </a:lnTo>
                  <a:lnTo>
                    <a:pt x="22860" y="425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629" y="1506"/>
                  </a:lnTo>
                  <a:lnTo>
                    <a:pt x="22629" y="1699"/>
                  </a:lnTo>
                  <a:lnTo>
                    <a:pt x="22629" y="1854"/>
                  </a:lnTo>
                  <a:lnTo>
                    <a:pt x="22706" y="2047"/>
                  </a:lnTo>
                  <a:lnTo>
                    <a:pt x="22860" y="2240"/>
                  </a:lnTo>
                  <a:lnTo>
                    <a:pt x="23053" y="2394"/>
                  </a:lnTo>
                  <a:lnTo>
                    <a:pt x="23285" y="2472"/>
                  </a:lnTo>
                  <a:lnTo>
                    <a:pt x="23517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44"/>
                  </a:lnTo>
                  <a:lnTo>
                    <a:pt x="23439" y="3476"/>
                  </a:lnTo>
                  <a:lnTo>
                    <a:pt x="23594" y="3707"/>
                  </a:lnTo>
                  <a:lnTo>
                    <a:pt x="23748" y="3862"/>
                  </a:lnTo>
                  <a:lnTo>
                    <a:pt x="23980" y="3978"/>
                  </a:lnTo>
                  <a:lnTo>
                    <a:pt x="23748" y="4209"/>
                  </a:lnTo>
                  <a:lnTo>
                    <a:pt x="23555" y="4441"/>
                  </a:lnTo>
                  <a:lnTo>
                    <a:pt x="23478" y="4750"/>
                  </a:lnTo>
                  <a:lnTo>
                    <a:pt x="23439" y="4866"/>
                  </a:lnTo>
                  <a:lnTo>
                    <a:pt x="23439" y="5020"/>
                  </a:lnTo>
                  <a:lnTo>
                    <a:pt x="23517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69" y="5561"/>
                  </a:lnTo>
                  <a:lnTo>
                    <a:pt x="22976" y="5677"/>
                  </a:lnTo>
                  <a:lnTo>
                    <a:pt x="22822" y="5870"/>
                  </a:lnTo>
                  <a:lnTo>
                    <a:pt x="22706" y="6101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2165" y="6179"/>
                  </a:lnTo>
                  <a:lnTo>
                    <a:pt x="21972" y="6217"/>
                  </a:lnTo>
                  <a:lnTo>
                    <a:pt x="21740" y="6256"/>
                  </a:lnTo>
                  <a:lnTo>
                    <a:pt x="21547" y="6372"/>
                  </a:lnTo>
                  <a:lnTo>
                    <a:pt x="21354" y="6565"/>
                  </a:lnTo>
                  <a:lnTo>
                    <a:pt x="21200" y="6758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5986"/>
                  </a:lnTo>
                  <a:lnTo>
                    <a:pt x="20736" y="5870"/>
                  </a:lnTo>
                  <a:lnTo>
                    <a:pt x="20582" y="5792"/>
                  </a:lnTo>
                  <a:lnTo>
                    <a:pt x="20428" y="5754"/>
                  </a:lnTo>
                  <a:lnTo>
                    <a:pt x="20080" y="5754"/>
                  </a:lnTo>
                  <a:lnTo>
                    <a:pt x="19887" y="5831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4"/>
                  </a:lnTo>
                  <a:lnTo>
                    <a:pt x="19462" y="5290"/>
                  </a:lnTo>
                  <a:lnTo>
                    <a:pt x="19385" y="5213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52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58" y="5097"/>
                  </a:lnTo>
                  <a:lnTo>
                    <a:pt x="18381" y="4982"/>
                  </a:lnTo>
                  <a:lnTo>
                    <a:pt x="18304" y="4827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6" y="4557"/>
                  </a:lnTo>
                  <a:lnTo>
                    <a:pt x="17802" y="4518"/>
                  </a:lnTo>
                  <a:lnTo>
                    <a:pt x="17531" y="4518"/>
                  </a:lnTo>
                  <a:lnTo>
                    <a:pt x="17377" y="4557"/>
                  </a:lnTo>
                  <a:lnTo>
                    <a:pt x="17261" y="4634"/>
                  </a:lnTo>
                  <a:lnTo>
                    <a:pt x="17145" y="4711"/>
                  </a:lnTo>
                  <a:lnTo>
                    <a:pt x="17029" y="4827"/>
                  </a:lnTo>
                  <a:lnTo>
                    <a:pt x="16875" y="5059"/>
                  </a:lnTo>
                  <a:lnTo>
                    <a:pt x="16759" y="4904"/>
                  </a:lnTo>
                  <a:lnTo>
                    <a:pt x="16605" y="4788"/>
                  </a:lnTo>
                  <a:lnTo>
                    <a:pt x="16450" y="4673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27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290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29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43"/>
                  </a:lnTo>
                  <a:lnTo>
                    <a:pt x="14288" y="5020"/>
                  </a:lnTo>
                  <a:lnTo>
                    <a:pt x="14172" y="5059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22"/>
                  </a:lnTo>
                  <a:lnTo>
                    <a:pt x="13786" y="5831"/>
                  </a:lnTo>
                  <a:lnTo>
                    <a:pt x="13593" y="5715"/>
                  </a:lnTo>
                  <a:lnTo>
                    <a:pt x="13361" y="5677"/>
                  </a:lnTo>
                  <a:lnTo>
                    <a:pt x="13168" y="5677"/>
                  </a:lnTo>
                  <a:lnTo>
                    <a:pt x="12936" y="5715"/>
                  </a:lnTo>
                  <a:lnTo>
                    <a:pt x="12743" y="5831"/>
                  </a:lnTo>
                  <a:lnTo>
                    <a:pt x="12627" y="5908"/>
                  </a:lnTo>
                  <a:lnTo>
                    <a:pt x="12511" y="6063"/>
                  </a:lnTo>
                  <a:lnTo>
                    <a:pt x="12434" y="6179"/>
                  </a:lnTo>
                  <a:lnTo>
                    <a:pt x="12357" y="6333"/>
                  </a:lnTo>
                  <a:lnTo>
                    <a:pt x="12357" y="6488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6990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376"/>
                  </a:lnTo>
                  <a:lnTo>
                    <a:pt x="11430" y="7530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314" y="7994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18"/>
                  </a:lnTo>
                  <a:lnTo>
                    <a:pt x="11507" y="8573"/>
                  </a:lnTo>
                  <a:lnTo>
                    <a:pt x="11237" y="8650"/>
                  </a:lnTo>
                  <a:lnTo>
                    <a:pt x="10967" y="8766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619" y="9770"/>
                  </a:lnTo>
                  <a:lnTo>
                    <a:pt x="10697" y="10001"/>
                  </a:lnTo>
                  <a:lnTo>
                    <a:pt x="10851" y="10233"/>
                  </a:lnTo>
                  <a:lnTo>
                    <a:pt x="10619" y="10272"/>
                  </a:lnTo>
                  <a:lnTo>
                    <a:pt x="10426" y="10388"/>
                  </a:lnTo>
                  <a:lnTo>
                    <a:pt x="10272" y="10581"/>
                  </a:lnTo>
                  <a:lnTo>
                    <a:pt x="10117" y="10774"/>
                  </a:lnTo>
                  <a:lnTo>
                    <a:pt x="10079" y="10967"/>
                  </a:lnTo>
                  <a:lnTo>
                    <a:pt x="10040" y="11199"/>
                  </a:lnTo>
                  <a:lnTo>
                    <a:pt x="10079" y="11469"/>
                  </a:lnTo>
                  <a:lnTo>
                    <a:pt x="10195" y="11662"/>
                  </a:lnTo>
                  <a:lnTo>
                    <a:pt x="9924" y="11739"/>
                  </a:lnTo>
                  <a:lnTo>
                    <a:pt x="9693" y="11816"/>
                  </a:lnTo>
                  <a:lnTo>
                    <a:pt x="9500" y="11971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57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18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164"/>
                  </a:lnTo>
                  <a:lnTo>
                    <a:pt x="6990" y="12241"/>
                  </a:lnTo>
                  <a:lnTo>
                    <a:pt x="6796" y="12396"/>
                  </a:lnTo>
                  <a:lnTo>
                    <a:pt x="6796" y="12048"/>
                  </a:lnTo>
                  <a:lnTo>
                    <a:pt x="6758" y="11855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392"/>
                  </a:lnTo>
                  <a:lnTo>
                    <a:pt x="6410" y="11276"/>
                  </a:lnTo>
                  <a:lnTo>
                    <a:pt x="6256" y="11199"/>
                  </a:lnTo>
                  <a:lnTo>
                    <a:pt x="6063" y="11160"/>
                  </a:lnTo>
                  <a:lnTo>
                    <a:pt x="5870" y="11121"/>
                  </a:lnTo>
                  <a:lnTo>
                    <a:pt x="5715" y="11160"/>
                  </a:lnTo>
                  <a:lnTo>
                    <a:pt x="5522" y="11199"/>
                  </a:lnTo>
                  <a:lnTo>
                    <a:pt x="5522" y="10928"/>
                  </a:lnTo>
                  <a:lnTo>
                    <a:pt x="5445" y="10697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49"/>
                  </a:lnTo>
                  <a:lnTo>
                    <a:pt x="4943" y="10310"/>
                  </a:lnTo>
                  <a:lnTo>
                    <a:pt x="4673" y="10310"/>
                  </a:lnTo>
                  <a:lnTo>
                    <a:pt x="4557" y="10349"/>
                  </a:lnTo>
                  <a:lnTo>
                    <a:pt x="4518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09" y="9577"/>
                  </a:lnTo>
                  <a:lnTo>
                    <a:pt x="4093" y="9461"/>
                  </a:lnTo>
                  <a:lnTo>
                    <a:pt x="3900" y="9422"/>
                  </a:lnTo>
                  <a:lnTo>
                    <a:pt x="3746" y="9384"/>
                  </a:lnTo>
                  <a:lnTo>
                    <a:pt x="3591" y="9422"/>
                  </a:lnTo>
                  <a:lnTo>
                    <a:pt x="3437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31"/>
                  </a:lnTo>
                  <a:lnTo>
                    <a:pt x="2974" y="9615"/>
                  </a:lnTo>
                  <a:lnTo>
                    <a:pt x="2896" y="9422"/>
                  </a:lnTo>
                  <a:lnTo>
                    <a:pt x="2781" y="9268"/>
                  </a:lnTo>
                  <a:lnTo>
                    <a:pt x="2626" y="9113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8997"/>
                  </a:lnTo>
                  <a:lnTo>
                    <a:pt x="1854" y="9075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499"/>
                  </a:lnTo>
                  <a:lnTo>
                    <a:pt x="1390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272"/>
                  </a:lnTo>
                  <a:lnTo>
                    <a:pt x="386" y="10426"/>
                  </a:lnTo>
                  <a:lnTo>
                    <a:pt x="271" y="10542"/>
                  </a:lnTo>
                  <a:lnTo>
                    <a:pt x="116" y="10851"/>
                  </a:lnTo>
                  <a:lnTo>
                    <a:pt x="39" y="11199"/>
                  </a:lnTo>
                  <a:lnTo>
                    <a:pt x="0" y="11546"/>
                  </a:lnTo>
                  <a:lnTo>
                    <a:pt x="77" y="11894"/>
                  </a:lnTo>
                  <a:lnTo>
                    <a:pt x="193" y="12241"/>
                  </a:lnTo>
                  <a:lnTo>
                    <a:pt x="386" y="12511"/>
                  </a:lnTo>
                  <a:lnTo>
                    <a:pt x="618" y="12782"/>
                  </a:lnTo>
                  <a:lnTo>
                    <a:pt x="811" y="12898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124" y="13091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11"/>
                  </a:lnTo>
                  <a:lnTo>
                    <a:pt x="3360" y="12203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39"/>
                  </a:lnTo>
                  <a:lnTo>
                    <a:pt x="3283" y="11739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50"/>
                  </a:lnTo>
                  <a:lnTo>
                    <a:pt x="2047" y="12666"/>
                  </a:lnTo>
                  <a:lnTo>
                    <a:pt x="1429" y="12666"/>
                  </a:lnTo>
                  <a:lnTo>
                    <a:pt x="1159" y="12550"/>
                  </a:lnTo>
                  <a:lnTo>
                    <a:pt x="966" y="12434"/>
                  </a:lnTo>
                  <a:lnTo>
                    <a:pt x="811" y="12318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55"/>
                  </a:lnTo>
                  <a:lnTo>
                    <a:pt x="502" y="11701"/>
                  </a:lnTo>
                  <a:lnTo>
                    <a:pt x="502" y="11546"/>
                  </a:lnTo>
                  <a:lnTo>
                    <a:pt x="502" y="11353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927" y="10619"/>
                  </a:lnTo>
                  <a:lnTo>
                    <a:pt x="1043" y="10503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317" y="10349"/>
                  </a:lnTo>
                  <a:lnTo>
                    <a:pt x="2587" y="10426"/>
                  </a:lnTo>
                  <a:lnTo>
                    <a:pt x="2858" y="10503"/>
                  </a:lnTo>
                  <a:lnTo>
                    <a:pt x="3128" y="10619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908" y="12666"/>
                  </a:lnTo>
                  <a:lnTo>
                    <a:pt x="6294" y="12936"/>
                  </a:lnTo>
                  <a:lnTo>
                    <a:pt x="6681" y="13207"/>
                  </a:lnTo>
                  <a:lnTo>
                    <a:pt x="7105" y="13400"/>
                  </a:lnTo>
                  <a:lnTo>
                    <a:pt x="7530" y="13593"/>
                  </a:lnTo>
                  <a:lnTo>
                    <a:pt x="7994" y="13708"/>
                  </a:lnTo>
                  <a:lnTo>
                    <a:pt x="8457" y="13786"/>
                  </a:lnTo>
                  <a:lnTo>
                    <a:pt x="8920" y="13747"/>
                  </a:lnTo>
                  <a:lnTo>
                    <a:pt x="9345" y="13670"/>
                  </a:lnTo>
                  <a:lnTo>
                    <a:pt x="9731" y="13515"/>
                  </a:lnTo>
                  <a:lnTo>
                    <a:pt x="10079" y="13322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34"/>
                  </a:lnTo>
                  <a:lnTo>
                    <a:pt x="11121" y="12087"/>
                  </a:lnTo>
                  <a:lnTo>
                    <a:pt x="11314" y="11739"/>
                  </a:lnTo>
                  <a:lnTo>
                    <a:pt x="11507" y="11199"/>
                  </a:lnTo>
                  <a:lnTo>
                    <a:pt x="11662" y="10658"/>
                  </a:lnTo>
                  <a:lnTo>
                    <a:pt x="11971" y="9615"/>
                  </a:lnTo>
                  <a:lnTo>
                    <a:pt x="12164" y="9075"/>
                  </a:lnTo>
                  <a:lnTo>
                    <a:pt x="12357" y="8573"/>
                  </a:lnTo>
                  <a:lnTo>
                    <a:pt x="12627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51"/>
                  </a:lnTo>
                  <a:lnTo>
                    <a:pt x="14017" y="6681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6"/>
                  </a:lnTo>
                  <a:lnTo>
                    <a:pt x="16296" y="5908"/>
                  </a:lnTo>
                  <a:lnTo>
                    <a:pt x="16914" y="5908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2"/>
                  </a:lnTo>
                  <a:lnTo>
                    <a:pt x="21316" y="7607"/>
                  </a:lnTo>
                  <a:lnTo>
                    <a:pt x="21740" y="7685"/>
                  </a:lnTo>
                  <a:lnTo>
                    <a:pt x="22165" y="7723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492"/>
                  </a:lnTo>
                  <a:lnTo>
                    <a:pt x="23748" y="7260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870"/>
                  </a:lnTo>
                  <a:lnTo>
                    <a:pt x="24907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171"/>
                  </a:lnTo>
                  <a:lnTo>
                    <a:pt x="24984" y="3707"/>
                  </a:lnTo>
                  <a:lnTo>
                    <a:pt x="24907" y="3283"/>
                  </a:lnTo>
                  <a:lnTo>
                    <a:pt x="24791" y="2819"/>
                  </a:lnTo>
                  <a:lnTo>
                    <a:pt x="24637" y="2394"/>
                  </a:lnTo>
                  <a:lnTo>
                    <a:pt x="24482" y="1970"/>
                  </a:lnTo>
                  <a:lnTo>
                    <a:pt x="24250" y="1545"/>
                  </a:lnTo>
                  <a:lnTo>
                    <a:pt x="24057" y="1159"/>
                  </a:lnTo>
                  <a:lnTo>
                    <a:pt x="23826" y="811"/>
                  </a:lnTo>
                  <a:lnTo>
                    <a:pt x="23941" y="348"/>
                  </a:lnTo>
                  <a:lnTo>
                    <a:pt x="23594" y="193"/>
                  </a:lnTo>
                  <a:lnTo>
                    <a:pt x="23208" y="77"/>
                  </a:lnTo>
                  <a:lnTo>
                    <a:pt x="23169" y="39"/>
                  </a:lnTo>
                  <a:lnTo>
                    <a:pt x="2309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8"/>
            <p:cNvSpPr/>
            <p:nvPr/>
          </p:nvSpPr>
          <p:spPr>
            <a:xfrm>
              <a:off x="3792600" y="9600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1"/>
                  </a:lnTo>
                  <a:lnTo>
                    <a:pt x="23479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3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4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7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1"/>
                  </a:lnTo>
                  <a:lnTo>
                    <a:pt x="23865" y="3514"/>
                  </a:lnTo>
                  <a:lnTo>
                    <a:pt x="23788" y="3398"/>
                  </a:lnTo>
                  <a:lnTo>
                    <a:pt x="23749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7"/>
                  </a:lnTo>
                  <a:lnTo>
                    <a:pt x="24097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0"/>
                  </a:lnTo>
                  <a:lnTo>
                    <a:pt x="16567" y="5406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3"/>
                  </a:lnTo>
                  <a:lnTo>
                    <a:pt x="15679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7"/>
                  </a:lnTo>
                  <a:lnTo>
                    <a:pt x="15949" y="5020"/>
                  </a:lnTo>
                  <a:lnTo>
                    <a:pt x="16065" y="4981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7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4" y="5290"/>
                  </a:lnTo>
                  <a:lnTo>
                    <a:pt x="23826" y="5097"/>
                  </a:lnTo>
                  <a:lnTo>
                    <a:pt x="23788" y="4981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0"/>
                  </a:lnTo>
                  <a:lnTo>
                    <a:pt x="17107" y="5175"/>
                  </a:lnTo>
                  <a:lnTo>
                    <a:pt x="17185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1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599"/>
                  </a:lnTo>
                  <a:lnTo>
                    <a:pt x="14250" y="5445"/>
                  </a:lnTo>
                  <a:lnTo>
                    <a:pt x="14366" y="5368"/>
                  </a:lnTo>
                  <a:lnTo>
                    <a:pt x="14443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3" y="5561"/>
                  </a:lnTo>
                  <a:lnTo>
                    <a:pt x="19308" y="5677"/>
                  </a:lnTo>
                  <a:lnTo>
                    <a:pt x="19386" y="5831"/>
                  </a:lnTo>
                  <a:lnTo>
                    <a:pt x="19386" y="5985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1" y="5677"/>
                  </a:lnTo>
                  <a:lnTo>
                    <a:pt x="18845" y="5522"/>
                  </a:lnTo>
                  <a:lnTo>
                    <a:pt x="18999" y="5483"/>
                  </a:lnTo>
                  <a:close/>
                  <a:moveTo>
                    <a:pt x="20197" y="6063"/>
                  </a:moveTo>
                  <a:lnTo>
                    <a:pt x="20351" y="6101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9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2" y="6951"/>
                  </a:lnTo>
                  <a:lnTo>
                    <a:pt x="20467" y="6758"/>
                  </a:lnTo>
                  <a:lnTo>
                    <a:pt x="20081" y="6565"/>
                  </a:lnTo>
                  <a:lnTo>
                    <a:pt x="19810" y="6410"/>
                  </a:lnTo>
                  <a:lnTo>
                    <a:pt x="19849" y="6294"/>
                  </a:lnTo>
                  <a:lnTo>
                    <a:pt x="19888" y="6179"/>
                  </a:lnTo>
                  <a:lnTo>
                    <a:pt x="20003" y="6140"/>
                  </a:lnTo>
                  <a:lnTo>
                    <a:pt x="20081" y="6101"/>
                  </a:lnTo>
                  <a:lnTo>
                    <a:pt x="20197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2" y="5985"/>
                  </a:lnTo>
                  <a:lnTo>
                    <a:pt x="24019" y="6024"/>
                  </a:lnTo>
                  <a:lnTo>
                    <a:pt x="24097" y="6024"/>
                  </a:lnTo>
                  <a:lnTo>
                    <a:pt x="23942" y="6294"/>
                  </a:lnTo>
                  <a:lnTo>
                    <a:pt x="23749" y="6565"/>
                  </a:lnTo>
                  <a:lnTo>
                    <a:pt x="23517" y="6796"/>
                  </a:lnTo>
                  <a:lnTo>
                    <a:pt x="23247" y="6989"/>
                  </a:lnTo>
                  <a:lnTo>
                    <a:pt x="23208" y="6951"/>
                  </a:lnTo>
                  <a:lnTo>
                    <a:pt x="23093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4" y="6179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1"/>
                  </a:moveTo>
                  <a:lnTo>
                    <a:pt x="13478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9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7" y="6951"/>
                  </a:lnTo>
                  <a:lnTo>
                    <a:pt x="12628" y="6796"/>
                  </a:lnTo>
                  <a:lnTo>
                    <a:pt x="12628" y="6681"/>
                  </a:lnTo>
                  <a:lnTo>
                    <a:pt x="12667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1"/>
                  </a:lnTo>
                  <a:close/>
                  <a:moveTo>
                    <a:pt x="22166" y="6565"/>
                  </a:moveTo>
                  <a:lnTo>
                    <a:pt x="22282" y="6603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5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4" y="7105"/>
                  </a:lnTo>
                  <a:lnTo>
                    <a:pt x="21471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50" y="6565"/>
                  </a:lnTo>
                  <a:close/>
                  <a:moveTo>
                    <a:pt x="12280" y="7414"/>
                  </a:moveTo>
                  <a:lnTo>
                    <a:pt x="12474" y="7453"/>
                  </a:lnTo>
                  <a:lnTo>
                    <a:pt x="12126" y="7993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3" y="8109"/>
                  </a:lnTo>
                  <a:lnTo>
                    <a:pt x="11663" y="7955"/>
                  </a:lnTo>
                  <a:lnTo>
                    <a:pt x="11663" y="7839"/>
                  </a:lnTo>
                  <a:lnTo>
                    <a:pt x="11740" y="7723"/>
                  </a:lnTo>
                  <a:lnTo>
                    <a:pt x="11817" y="7607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5" y="7414"/>
                  </a:lnTo>
                  <a:close/>
                  <a:moveTo>
                    <a:pt x="2241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50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1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9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3" y="8997"/>
                  </a:moveTo>
                  <a:lnTo>
                    <a:pt x="11470" y="9499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8" y="9847"/>
                  </a:lnTo>
                  <a:lnTo>
                    <a:pt x="10929" y="9692"/>
                  </a:lnTo>
                  <a:lnTo>
                    <a:pt x="10929" y="9577"/>
                  </a:lnTo>
                  <a:lnTo>
                    <a:pt x="10968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70" y="8997"/>
                  </a:lnTo>
                  <a:close/>
                  <a:moveTo>
                    <a:pt x="3785" y="9770"/>
                  </a:moveTo>
                  <a:lnTo>
                    <a:pt x="3901" y="9808"/>
                  </a:lnTo>
                  <a:lnTo>
                    <a:pt x="4017" y="9886"/>
                  </a:lnTo>
                  <a:lnTo>
                    <a:pt x="4094" y="10001"/>
                  </a:lnTo>
                  <a:lnTo>
                    <a:pt x="4133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5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4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2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1" y="10619"/>
                  </a:moveTo>
                  <a:lnTo>
                    <a:pt x="10968" y="11198"/>
                  </a:lnTo>
                  <a:lnTo>
                    <a:pt x="10736" y="11739"/>
                  </a:lnTo>
                  <a:lnTo>
                    <a:pt x="10659" y="11700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6" y="10967"/>
                  </a:lnTo>
                  <a:lnTo>
                    <a:pt x="10581" y="10812"/>
                  </a:lnTo>
                  <a:lnTo>
                    <a:pt x="10736" y="10696"/>
                  </a:lnTo>
                  <a:lnTo>
                    <a:pt x="10929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7" y="11662"/>
                  </a:lnTo>
                  <a:lnTo>
                    <a:pt x="6334" y="11778"/>
                  </a:lnTo>
                  <a:lnTo>
                    <a:pt x="6372" y="12009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0"/>
                  </a:lnTo>
                  <a:lnTo>
                    <a:pt x="5446" y="11623"/>
                  </a:lnTo>
                  <a:lnTo>
                    <a:pt x="5561" y="11546"/>
                  </a:lnTo>
                  <a:lnTo>
                    <a:pt x="5639" y="11507"/>
                  </a:lnTo>
                  <a:lnTo>
                    <a:pt x="5755" y="11469"/>
                  </a:lnTo>
                  <a:close/>
                  <a:moveTo>
                    <a:pt x="10543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1" y="12936"/>
                  </a:lnTo>
                  <a:lnTo>
                    <a:pt x="9771" y="12859"/>
                  </a:lnTo>
                  <a:lnTo>
                    <a:pt x="9655" y="12666"/>
                  </a:lnTo>
                  <a:lnTo>
                    <a:pt x="9655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4" y="12164"/>
                  </a:lnTo>
                  <a:lnTo>
                    <a:pt x="10157" y="12087"/>
                  </a:lnTo>
                  <a:lnTo>
                    <a:pt x="10543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40" y="13206"/>
                  </a:lnTo>
                  <a:lnTo>
                    <a:pt x="7338" y="13013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4" y="12627"/>
                  </a:moveTo>
                  <a:lnTo>
                    <a:pt x="8960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9" y="13206"/>
                  </a:lnTo>
                  <a:lnTo>
                    <a:pt x="9037" y="13284"/>
                  </a:lnTo>
                  <a:lnTo>
                    <a:pt x="8805" y="13322"/>
                  </a:lnTo>
                  <a:lnTo>
                    <a:pt x="8573" y="13322"/>
                  </a:lnTo>
                  <a:lnTo>
                    <a:pt x="8303" y="13284"/>
                  </a:lnTo>
                  <a:lnTo>
                    <a:pt x="8303" y="13206"/>
                  </a:lnTo>
                  <a:lnTo>
                    <a:pt x="8342" y="13013"/>
                  </a:lnTo>
                  <a:lnTo>
                    <a:pt x="8419" y="12820"/>
                  </a:lnTo>
                  <a:lnTo>
                    <a:pt x="8573" y="12704"/>
                  </a:lnTo>
                  <a:lnTo>
                    <a:pt x="8651" y="12666"/>
                  </a:lnTo>
                  <a:lnTo>
                    <a:pt x="8767" y="12627"/>
                  </a:lnTo>
                  <a:close/>
                  <a:moveTo>
                    <a:pt x="22977" y="0"/>
                  </a:moveTo>
                  <a:lnTo>
                    <a:pt x="22900" y="39"/>
                  </a:lnTo>
                  <a:lnTo>
                    <a:pt x="22822" y="77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900" y="772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1" y="1506"/>
                  </a:lnTo>
                  <a:lnTo>
                    <a:pt x="22591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1" y="2278"/>
                  </a:lnTo>
                  <a:lnTo>
                    <a:pt x="23054" y="2394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2" y="2703"/>
                  </a:lnTo>
                  <a:lnTo>
                    <a:pt x="23363" y="2896"/>
                  </a:lnTo>
                  <a:lnTo>
                    <a:pt x="23324" y="3089"/>
                  </a:lnTo>
                  <a:lnTo>
                    <a:pt x="23363" y="3282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0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79"/>
                  </a:lnTo>
                  <a:lnTo>
                    <a:pt x="23479" y="4750"/>
                  </a:lnTo>
                  <a:lnTo>
                    <a:pt x="23440" y="4904"/>
                  </a:lnTo>
                  <a:lnTo>
                    <a:pt x="23440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2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5" y="6294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4"/>
                  </a:lnTo>
                  <a:lnTo>
                    <a:pt x="21509" y="6410"/>
                  </a:lnTo>
                  <a:lnTo>
                    <a:pt x="21355" y="6565"/>
                  </a:lnTo>
                  <a:lnTo>
                    <a:pt x="21201" y="6796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8"/>
                  </a:lnTo>
                  <a:lnTo>
                    <a:pt x="20583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1" y="5792"/>
                  </a:lnTo>
                  <a:lnTo>
                    <a:pt x="19888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3"/>
                  </a:lnTo>
                  <a:lnTo>
                    <a:pt x="19463" y="5329"/>
                  </a:lnTo>
                  <a:lnTo>
                    <a:pt x="19386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0"/>
                  </a:lnTo>
                  <a:lnTo>
                    <a:pt x="18497" y="5406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2" y="4981"/>
                  </a:lnTo>
                  <a:lnTo>
                    <a:pt x="18304" y="4866"/>
                  </a:lnTo>
                  <a:lnTo>
                    <a:pt x="18189" y="4750"/>
                  </a:lnTo>
                  <a:lnTo>
                    <a:pt x="18073" y="4673"/>
                  </a:lnTo>
                  <a:lnTo>
                    <a:pt x="17957" y="4595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8" y="4595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6" y="5097"/>
                  </a:lnTo>
                  <a:lnTo>
                    <a:pt x="16760" y="4943"/>
                  </a:lnTo>
                  <a:lnTo>
                    <a:pt x="16605" y="4788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1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7" y="5175"/>
                  </a:lnTo>
                  <a:lnTo>
                    <a:pt x="15022" y="5059"/>
                  </a:lnTo>
                  <a:lnTo>
                    <a:pt x="14829" y="4981"/>
                  </a:lnTo>
                  <a:lnTo>
                    <a:pt x="14636" y="4943"/>
                  </a:lnTo>
                  <a:lnTo>
                    <a:pt x="14443" y="4981"/>
                  </a:lnTo>
                  <a:lnTo>
                    <a:pt x="14288" y="5020"/>
                  </a:lnTo>
                  <a:lnTo>
                    <a:pt x="14134" y="5097"/>
                  </a:lnTo>
                  <a:lnTo>
                    <a:pt x="14057" y="5175"/>
                  </a:lnTo>
                  <a:lnTo>
                    <a:pt x="13941" y="5290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2" y="5715"/>
                  </a:lnTo>
                  <a:lnTo>
                    <a:pt x="13169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89"/>
                  </a:lnTo>
                  <a:lnTo>
                    <a:pt x="12165" y="7028"/>
                  </a:lnTo>
                  <a:lnTo>
                    <a:pt x="11894" y="7105"/>
                  </a:lnTo>
                  <a:lnTo>
                    <a:pt x="11663" y="7221"/>
                  </a:lnTo>
                  <a:lnTo>
                    <a:pt x="11508" y="7414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3"/>
                  </a:lnTo>
                  <a:lnTo>
                    <a:pt x="11315" y="8148"/>
                  </a:lnTo>
                  <a:lnTo>
                    <a:pt x="11354" y="8302"/>
                  </a:lnTo>
                  <a:lnTo>
                    <a:pt x="11392" y="8457"/>
                  </a:lnTo>
                  <a:lnTo>
                    <a:pt x="11470" y="8611"/>
                  </a:lnTo>
                  <a:lnTo>
                    <a:pt x="11199" y="8650"/>
                  </a:lnTo>
                  <a:lnTo>
                    <a:pt x="10968" y="8804"/>
                  </a:lnTo>
                  <a:lnTo>
                    <a:pt x="10774" y="8997"/>
                  </a:lnTo>
                  <a:lnTo>
                    <a:pt x="10659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0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5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3" y="12087"/>
                  </a:lnTo>
                  <a:lnTo>
                    <a:pt x="9384" y="12202"/>
                  </a:lnTo>
                  <a:lnTo>
                    <a:pt x="9346" y="12318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8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5" y="12550"/>
                  </a:lnTo>
                  <a:lnTo>
                    <a:pt x="8187" y="12704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2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9" y="11894"/>
                  </a:lnTo>
                  <a:lnTo>
                    <a:pt x="6681" y="11700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4"/>
                  </a:lnTo>
                  <a:lnTo>
                    <a:pt x="6218" y="11198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6" y="10735"/>
                  </a:lnTo>
                  <a:lnTo>
                    <a:pt x="5330" y="10503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4" y="10310"/>
                  </a:lnTo>
                  <a:lnTo>
                    <a:pt x="4828" y="10310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6" y="9499"/>
                  </a:lnTo>
                  <a:lnTo>
                    <a:pt x="3901" y="9461"/>
                  </a:lnTo>
                  <a:lnTo>
                    <a:pt x="3747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5"/>
                  </a:lnTo>
                  <a:lnTo>
                    <a:pt x="3013" y="9770"/>
                  </a:lnTo>
                  <a:lnTo>
                    <a:pt x="2974" y="9615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4" y="9036"/>
                  </a:lnTo>
                  <a:lnTo>
                    <a:pt x="2241" y="8997"/>
                  </a:lnTo>
                  <a:lnTo>
                    <a:pt x="2048" y="9036"/>
                  </a:lnTo>
                  <a:lnTo>
                    <a:pt x="1854" y="9113"/>
                  </a:lnTo>
                  <a:lnTo>
                    <a:pt x="1700" y="9190"/>
                  </a:lnTo>
                  <a:lnTo>
                    <a:pt x="1546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0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0"/>
                  </a:lnTo>
                  <a:lnTo>
                    <a:pt x="812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9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09"/>
                  </a:lnTo>
                  <a:lnTo>
                    <a:pt x="3554" y="11932"/>
                  </a:lnTo>
                  <a:lnTo>
                    <a:pt x="3515" y="11816"/>
                  </a:lnTo>
                  <a:lnTo>
                    <a:pt x="3438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5" y="11816"/>
                  </a:lnTo>
                  <a:lnTo>
                    <a:pt x="3052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8" y="12666"/>
                  </a:lnTo>
                  <a:lnTo>
                    <a:pt x="1739" y="12704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2"/>
                  </a:lnTo>
                  <a:lnTo>
                    <a:pt x="619" y="12048"/>
                  </a:lnTo>
                  <a:lnTo>
                    <a:pt x="542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2" y="11198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19"/>
                  </a:lnTo>
                  <a:lnTo>
                    <a:pt x="1044" y="10542"/>
                  </a:lnTo>
                  <a:lnTo>
                    <a:pt x="1237" y="10465"/>
                  </a:lnTo>
                  <a:lnTo>
                    <a:pt x="1430" y="10388"/>
                  </a:lnTo>
                  <a:lnTo>
                    <a:pt x="1739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4"/>
                  </a:lnTo>
                  <a:lnTo>
                    <a:pt x="6257" y="12975"/>
                  </a:lnTo>
                  <a:lnTo>
                    <a:pt x="6681" y="13206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8" y="13786"/>
                  </a:lnTo>
                  <a:lnTo>
                    <a:pt x="8921" y="13786"/>
                  </a:lnTo>
                  <a:lnTo>
                    <a:pt x="9346" y="13708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9" y="12782"/>
                  </a:lnTo>
                  <a:lnTo>
                    <a:pt x="10929" y="12473"/>
                  </a:lnTo>
                  <a:lnTo>
                    <a:pt x="11122" y="12125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3" y="10696"/>
                  </a:lnTo>
                  <a:lnTo>
                    <a:pt x="11972" y="9615"/>
                  </a:lnTo>
                  <a:lnTo>
                    <a:pt x="12126" y="9113"/>
                  </a:lnTo>
                  <a:lnTo>
                    <a:pt x="12358" y="8611"/>
                  </a:lnTo>
                  <a:lnTo>
                    <a:pt x="12589" y="8109"/>
                  </a:lnTo>
                  <a:lnTo>
                    <a:pt x="12937" y="7646"/>
                  </a:lnTo>
                  <a:lnTo>
                    <a:pt x="13284" y="7298"/>
                  </a:lnTo>
                  <a:lnTo>
                    <a:pt x="13632" y="6989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70" y="6101"/>
                  </a:lnTo>
                  <a:lnTo>
                    <a:pt x="15833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5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1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8"/>
                  </a:lnTo>
                  <a:lnTo>
                    <a:pt x="24058" y="6989"/>
                  </a:lnTo>
                  <a:lnTo>
                    <a:pt x="24367" y="6642"/>
                  </a:lnTo>
                  <a:lnTo>
                    <a:pt x="24599" y="6294"/>
                  </a:lnTo>
                  <a:lnTo>
                    <a:pt x="24753" y="5908"/>
                  </a:lnTo>
                  <a:lnTo>
                    <a:pt x="24869" y="5483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2"/>
                  </a:lnTo>
                  <a:lnTo>
                    <a:pt x="24792" y="2858"/>
                  </a:lnTo>
                  <a:lnTo>
                    <a:pt x="24637" y="2394"/>
                  </a:lnTo>
                  <a:lnTo>
                    <a:pt x="24444" y="1970"/>
                  </a:lnTo>
                  <a:lnTo>
                    <a:pt x="24251" y="1583"/>
                  </a:lnTo>
                  <a:lnTo>
                    <a:pt x="24058" y="1197"/>
                  </a:lnTo>
                  <a:lnTo>
                    <a:pt x="23788" y="811"/>
                  </a:lnTo>
                  <a:lnTo>
                    <a:pt x="23942" y="386"/>
                  </a:lnTo>
                  <a:lnTo>
                    <a:pt x="23595" y="232"/>
                  </a:lnTo>
                  <a:lnTo>
                    <a:pt x="23208" y="116"/>
                  </a:lnTo>
                  <a:lnTo>
                    <a:pt x="23170" y="77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8"/>
            <p:cNvSpPr/>
            <p:nvPr/>
          </p:nvSpPr>
          <p:spPr>
            <a:xfrm>
              <a:off x="1687125" y="961000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1"/>
                  </a:moveTo>
                  <a:lnTo>
                    <a:pt x="3438" y="464"/>
                  </a:lnTo>
                  <a:lnTo>
                    <a:pt x="3785" y="657"/>
                  </a:lnTo>
                  <a:lnTo>
                    <a:pt x="4094" y="889"/>
                  </a:lnTo>
                  <a:lnTo>
                    <a:pt x="4364" y="1159"/>
                  </a:lnTo>
                  <a:lnTo>
                    <a:pt x="4635" y="1468"/>
                  </a:lnTo>
                  <a:lnTo>
                    <a:pt x="4866" y="1777"/>
                  </a:lnTo>
                  <a:lnTo>
                    <a:pt x="5059" y="2086"/>
                  </a:lnTo>
                  <a:lnTo>
                    <a:pt x="5253" y="2472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61" y="3592"/>
                  </a:lnTo>
                  <a:lnTo>
                    <a:pt x="5600" y="4017"/>
                  </a:lnTo>
                  <a:lnTo>
                    <a:pt x="5600" y="4403"/>
                  </a:lnTo>
                  <a:lnTo>
                    <a:pt x="5561" y="4828"/>
                  </a:lnTo>
                  <a:lnTo>
                    <a:pt x="5523" y="5214"/>
                  </a:lnTo>
                  <a:lnTo>
                    <a:pt x="5446" y="5639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99"/>
                  </a:lnTo>
                  <a:lnTo>
                    <a:pt x="4519" y="7685"/>
                  </a:lnTo>
                  <a:lnTo>
                    <a:pt x="4249" y="8033"/>
                  </a:lnTo>
                  <a:lnTo>
                    <a:pt x="3940" y="8419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46"/>
                  </a:lnTo>
                  <a:lnTo>
                    <a:pt x="2549" y="9616"/>
                  </a:lnTo>
                  <a:lnTo>
                    <a:pt x="2163" y="9848"/>
                  </a:lnTo>
                  <a:lnTo>
                    <a:pt x="1739" y="10041"/>
                  </a:lnTo>
                  <a:lnTo>
                    <a:pt x="1352" y="10234"/>
                  </a:lnTo>
                  <a:lnTo>
                    <a:pt x="889" y="10427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5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49" y="10234"/>
                  </a:lnTo>
                  <a:lnTo>
                    <a:pt x="2974" y="9963"/>
                  </a:lnTo>
                  <a:lnTo>
                    <a:pt x="3399" y="9654"/>
                  </a:lnTo>
                  <a:lnTo>
                    <a:pt x="3785" y="9307"/>
                  </a:lnTo>
                  <a:lnTo>
                    <a:pt x="4171" y="8921"/>
                  </a:lnTo>
                  <a:lnTo>
                    <a:pt x="4519" y="8535"/>
                  </a:lnTo>
                  <a:lnTo>
                    <a:pt x="4828" y="8148"/>
                  </a:lnTo>
                  <a:lnTo>
                    <a:pt x="5098" y="7685"/>
                  </a:lnTo>
                  <a:lnTo>
                    <a:pt x="5368" y="7260"/>
                  </a:lnTo>
                  <a:lnTo>
                    <a:pt x="5600" y="6797"/>
                  </a:lnTo>
                  <a:lnTo>
                    <a:pt x="5793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94"/>
                  </a:lnTo>
                  <a:lnTo>
                    <a:pt x="6063" y="3669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5" y="2434"/>
                  </a:lnTo>
                  <a:lnTo>
                    <a:pt x="5561" y="2047"/>
                  </a:lnTo>
                  <a:lnTo>
                    <a:pt x="5368" y="1700"/>
                  </a:lnTo>
                  <a:lnTo>
                    <a:pt x="5137" y="1352"/>
                  </a:lnTo>
                  <a:lnTo>
                    <a:pt x="4905" y="1005"/>
                  </a:lnTo>
                  <a:lnTo>
                    <a:pt x="4596" y="734"/>
                  </a:lnTo>
                  <a:lnTo>
                    <a:pt x="4287" y="464"/>
                  </a:lnTo>
                  <a:lnTo>
                    <a:pt x="3940" y="232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8"/>
            <p:cNvSpPr/>
            <p:nvPr/>
          </p:nvSpPr>
          <p:spPr>
            <a:xfrm>
              <a:off x="4302325" y="9697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5" y="5599"/>
                  </a:lnTo>
                  <a:lnTo>
                    <a:pt x="5329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39" y="8380"/>
                  </a:lnTo>
                  <a:lnTo>
                    <a:pt x="3630" y="8727"/>
                  </a:lnTo>
                  <a:lnTo>
                    <a:pt x="3283" y="9036"/>
                  </a:lnTo>
                  <a:lnTo>
                    <a:pt x="2935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8" y="10040"/>
                  </a:lnTo>
                  <a:lnTo>
                    <a:pt x="1313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7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39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8"/>
            <p:cNvSpPr/>
            <p:nvPr/>
          </p:nvSpPr>
          <p:spPr>
            <a:xfrm>
              <a:off x="5445325" y="9890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1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3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8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9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40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7" y="7183"/>
                  </a:lnTo>
                  <a:lnTo>
                    <a:pt x="12743" y="6681"/>
                  </a:lnTo>
                  <a:lnTo>
                    <a:pt x="12435" y="6218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6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8"/>
            <p:cNvSpPr/>
            <p:nvPr/>
          </p:nvSpPr>
          <p:spPr>
            <a:xfrm>
              <a:off x="4674950" y="1001550"/>
              <a:ext cx="375575" cy="387150"/>
            </a:xfrm>
            <a:custGeom>
              <a:avLst/>
              <a:gdLst/>
              <a:ahLst/>
              <a:cxnLst/>
              <a:rect l="l" t="t" r="r" b="b"/>
              <a:pathLst>
                <a:path w="15023" h="15486" extrusionOk="0">
                  <a:moveTo>
                    <a:pt x="7492" y="503"/>
                  </a:moveTo>
                  <a:lnTo>
                    <a:pt x="8033" y="541"/>
                  </a:lnTo>
                  <a:lnTo>
                    <a:pt x="8612" y="580"/>
                  </a:lnTo>
                  <a:lnTo>
                    <a:pt x="9153" y="696"/>
                  </a:lnTo>
                  <a:lnTo>
                    <a:pt x="9693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1" y="1545"/>
                  </a:lnTo>
                  <a:lnTo>
                    <a:pt x="11624" y="1815"/>
                  </a:lnTo>
                  <a:lnTo>
                    <a:pt x="10813" y="2202"/>
                  </a:lnTo>
                  <a:lnTo>
                    <a:pt x="10079" y="2626"/>
                  </a:lnTo>
                  <a:lnTo>
                    <a:pt x="9307" y="3090"/>
                  </a:lnTo>
                  <a:lnTo>
                    <a:pt x="8612" y="3630"/>
                  </a:lnTo>
                  <a:lnTo>
                    <a:pt x="7956" y="4171"/>
                  </a:lnTo>
                  <a:lnTo>
                    <a:pt x="7299" y="4789"/>
                  </a:lnTo>
                  <a:lnTo>
                    <a:pt x="6720" y="5445"/>
                  </a:lnTo>
                  <a:lnTo>
                    <a:pt x="6141" y="6140"/>
                  </a:lnTo>
                  <a:lnTo>
                    <a:pt x="5639" y="6874"/>
                  </a:lnTo>
                  <a:lnTo>
                    <a:pt x="5214" y="7646"/>
                  </a:lnTo>
                  <a:lnTo>
                    <a:pt x="4789" y="8419"/>
                  </a:lnTo>
                  <a:lnTo>
                    <a:pt x="4480" y="9230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4" y="11778"/>
                  </a:lnTo>
                  <a:lnTo>
                    <a:pt x="3747" y="12666"/>
                  </a:lnTo>
                  <a:lnTo>
                    <a:pt x="3592" y="12666"/>
                  </a:lnTo>
                  <a:lnTo>
                    <a:pt x="3283" y="11855"/>
                  </a:lnTo>
                  <a:lnTo>
                    <a:pt x="3052" y="11044"/>
                  </a:lnTo>
                  <a:lnTo>
                    <a:pt x="2858" y="10195"/>
                  </a:lnTo>
                  <a:lnTo>
                    <a:pt x="2704" y="9345"/>
                  </a:lnTo>
                  <a:lnTo>
                    <a:pt x="2588" y="8534"/>
                  </a:lnTo>
                  <a:lnTo>
                    <a:pt x="2550" y="7685"/>
                  </a:lnTo>
                  <a:lnTo>
                    <a:pt x="2588" y="6797"/>
                  </a:lnTo>
                  <a:lnTo>
                    <a:pt x="2704" y="5947"/>
                  </a:lnTo>
                  <a:lnTo>
                    <a:pt x="2858" y="5214"/>
                  </a:lnTo>
                  <a:lnTo>
                    <a:pt x="3052" y="4519"/>
                  </a:lnTo>
                  <a:lnTo>
                    <a:pt x="3322" y="3823"/>
                  </a:lnTo>
                  <a:lnTo>
                    <a:pt x="3669" y="3206"/>
                  </a:lnTo>
                  <a:lnTo>
                    <a:pt x="4017" y="2588"/>
                  </a:lnTo>
                  <a:lnTo>
                    <a:pt x="4442" y="1970"/>
                  </a:lnTo>
                  <a:lnTo>
                    <a:pt x="4905" y="1429"/>
                  </a:lnTo>
                  <a:lnTo>
                    <a:pt x="5407" y="889"/>
                  </a:lnTo>
                  <a:lnTo>
                    <a:pt x="5909" y="734"/>
                  </a:lnTo>
                  <a:lnTo>
                    <a:pt x="6411" y="618"/>
                  </a:lnTo>
                  <a:lnTo>
                    <a:pt x="6952" y="541"/>
                  </a:lnTo>
                  <a:lnTo>
                    <a:pt x="7492" y="503"/>
                  </a:lnTo>
                  <a:close/>
                  <a:moveTo>
                    <a:pt x="11972" y="2086"/>
                  </a:moveTo>
                  <a:lnTo>
                    <a:pt x="12358" y="2433"/>
                  </a:lnTo>
                  <a:lnTo>
                    <a:pt x="12705" y="2819"/>
                  </a:lnTo>
                  <a:lnTo>
                    <a:pt x="13053" y="3206"/>
                  </a:lnTo>
                  <a:lnTo>
                    <a:pt x="13323" y="3669"/>
                  </a:lnTo>
                  <a:lnTo>
                    <a:pt x="13593" y="4094"/>
                  </a:lnTo>
                  <a:lnTo>
                    <a:pt x="13864" y="4596"/>
                  </a:lnTo>
                  <a:lnTo>
                    <a:pt x="14057" y="5098"/>
                  </a:lnTo>
                  <a:lnTo>
                    <a:pt x="14211" y="5600"/>
                  </a:lnTo>
                  <a:lnTo>
                    <a:pt x="14327" y="6102"/>
                  </a:lnTo>
                  <a:lnTo>
                    <a:pt x="14443" y="6642"/>
                  </a:lnTo>
                  <a:lnTo>
                    <a:pt x="13671" y="6681"/>
                  </a:lnTo>
                  <a:lnTo>
                    <a:pt x="12898" y="6797"/>
                  </a:lnTo>
                  <a:lnTo>
                    <a:pt x="12165" y="6951"/>
                  </a:lnTo>
                  <a:lnTo>
                    <a:pt x="11392" y="7144"/>
                  </a:lnTo>
                  <a:lnTo>
                    <a:pt x="10659" y="7415"/>
                  </a:lnTo>
                  <a:lnTo>
                    <a:pt x="9964" y="7724"/>
                  </a:lnTo>
                  <a:lnTo>
                    <a:pt x="9230" y="8032"/>
                  </a:lnTo>
                  <a:lnTo>
                    <a:pt x="8535" y="8419"/>
                  </a:lnTo>
                  <a:lnTo>
                    <a:pt x="7878" y="8843"/>
                  </a:lnTo>
                  <a:lnTo>
                    <a:pt x="7261" y="9307"/>
                  </a:lnTo>
                  <a:lnTo>
                    <a:pt x="6643" y="9809"/>
                  </a:lnTo>
                  <a:lnTo>
                    <a:pt x="6102" y="10349"/>
                  </a:lnTo>
                  <a:lnTo>
                    <a:pt x="5561" y="10890"/>
                  </a:lnTo>
                  <a:lnTo>
                    <a:pt x="5098" y="11508"/>
                  </a:lnTo>
                  <a:lnTo>
                    <a:pt x="4635" y="12126"/>
                  </a:lnTo>
                  <a:lnTo>
                    <a:pt x="4249" y="12821"/>
                  </a:lnTo>
                  <a:lnTo>
                    <a:pt x="4133" y="12743"/>
                  </a:lnTo>
                  <a:lnTo>
                    <a:pt x="3978" y="12666"/>
                  </a:lnTo>
                  <a:lnTo>
                    <a:pt x="4094" y="11817"/>
                  </a:lnTo>
                  <a:lnTo>
                    <a:pt x="4326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4" y="8496"/>
                  </a:lnTo>
                  <a:lnTo>
                    <a:pt x="5600" y="7724"/>
                  </a:lnTo>
                  <a:lnTo>
                    <a:pt x="6025" y="6990"/>
                  </a:lnTo>
                  <a:lnTo>
                    <a:pt x="6527" y="6295"/>
                  </a:lnTo>
                  <a:lnTo>
                    <a:pt x="7067" y="5600"/>
                  </a:lnTo>
                  <a:lnTo>
                    <a:pt x="7608" y="4982"/>
                  </a:lnTo>
                  <a:lnTo>
                    <a:pt x="8226" y="4403"/>
                  </a:lnTo>
                  <a:lnTo>
                    <a:pt x="8921" y="3823"/>
                  </a:lnTo>
                  <a:lnTo>
                    <a:pt x="9616" y="3321"/>
                  </a:lnTo>
                  <a:lnTo>
                    <a:pt x="10350" y="2858"/>
                  </a:lnTo>
                  <a:lnTo>
                    <a:pt x="11122" y="2472"/>
                  </a:lnTo>
                  <a:lnTo>
                    <a:pt x="11972" y="2086"/>
                  </a:lnTo>
                  <a:close/>
                  <a:moveTo>
                    <a:pt x="14482" y="6990"/>
                  </a:moveTo>
                  <a:lnTo>
                    <a:pt x="14482" y="7839"/>
                  </a:lnTo>
                  <a:lnTo>
                    <a:pt x="14443" y="8689"/>
                  </a:lnTo>
                  <a:lnTo>
                    <a:pt x="14288" y="9538"/>
                  </a:lnTo>
                  <a:lnTo>
                    <a:pt x="14173" y="9963"/>
                  </a:lnTo>
                  <a:lnTo>
                    <a:pt x="14057" y="10349"/>
                  </a:lnTo>
                  <a:lnTo>
                    <a:pt x="13902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3" y="12241"/>
                  </a:lnTo>
                  <a:lnTo>
                    <a:pt x="12782" y="12589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2" y="13052"/>
                  </a:lnTo>
                  <a:lnTo>
                    <a:pt x="11701" y="12937"/>
                  </a:lnTo>
                  <a:lnTo>
                    <a:pt x="11122" y="12782"/>
                  </a:lnTo>
                  <a:lnTo>
                    <a:pt x="10543" y="12628"/>
                  </a:lnTo>
                  <a:lnTo>
                    <a:pt x="10002" y="12550"/>
                  </a:lnTo>
                  <a:lnTo>
                    <a:pt x="9423" y="12512"/>
                  </a:lnTo>
                  <a:lnTo>
                    <a:pt x="8844" y="12473"/>
                  </a:lnTo>
                  <a:lnTo>
                    <a:pt x="8303" y="12473"/>
                  </a:lnTo>
                  <a:lnTo>
                    <a:pt x="7763" y="12512"/>
                  </a:lnTo>
                  <a:lnTo>
                    <a:pt x="7222" y="12589"/>
                  </a:lnTo>
                  <a:lnTo>
                    <a:pt x="6720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1"/>
                  </a:lnTo>
                  <a:lnTo>
                    <a:pt x="4557" y="13130"/>
                  </a:lnTo>
                  <a:lnTo>
                    <a:pt x="4442" y="12937"/>
                  </a:lnTo>
                  <a:lnTo>
                    <a:pt x="4905" y="12319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1" y="10620"/>
                  </a:lnTo>
                  <a:lnTo>
                    <a:pt x="6990" y="10118"/>
                  </a:lnTo>
                  <a:lnTo>
                    <a:pt x="7569" y="9654"/>
                  </a:lnTo>
                  <a:lnTo>
                    <a:pt x="8149" y="9230"/>
                  </a:lnTo>
                  <a:lnTo>
                    <a:pt x="8767" y="8805"/>
                  </a:lnTo>
                  <a:lnTo>
                    <a:pt x="9423" y="8457"/>
                  </a:lnTo>
                  <a:lnTo>
                    <a:pt x="10079" y="8110"/>
                  </a:lnTo>
                  <a:lnTo>
                    <a:pt x="10736" y="7839"/>
                  </a:lnTo>
                  <a:lnTo>
                    <a:pt x="11470" y="7569"/>
                  </a:lnTo>
                  <a:lnTo>
                    <a:pt x="12165" y="7376"/>
                  </a:lnTo>
                  <a:lnTo>
                    <a:pt x="12937" y="7183"/>
                  </a:lnTo>
                  <a:lnTo>
                    <a:pt x="13671" y="7067"/>
                  </a:lnTo>
                  <a:lnTo>
                    <a:pt x="14482" y="6990"/>
                  </a:lnTo>
                  <a:close/>
                  <a:moveTo>
                    <a:pt x="4519" y="1236"/>
                  </a:moveTo>
                  <a:lnTo>
                    <a:pt x="4055" y="1854"/>
                  </a:lnTo>
                  <a:lnTo>
                    <a:pt x="3631" y="2472"/>
                  </a:lnTo>
                  <a:lnTo>
                    <a:pt x="3245" y="3128"/>
                  </a:lnTo>
                  <a:lnTo>
                    <a:pt x="2936" y="3823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8" y="6025"/>
                  </a:lnTo>
                  <a:lnTo>
                    <a:pt x="2241" y="6797"/>
                  </a:lnTo>
                  <a:lnTo>
                    <a:pt x="2202" y="7569"/>
                  </a:lnTo>
                  <a:lnTo>
                    <a:pt x="2202" y="8341"/>
                  </a:lnTo>
                  <a:lnTo>
                    <a:pt x="2279" y="9114"/>
                  </a:lnTo>
                  <a:lnTo>
                    <a:pt x="2395" y="9886"/>
                  </a:lnTo>
                  <a:lnTo>
                    <a:pt x="2550" y="10620"/>
                  </a:lnTo>
                  <a:lnTo>
                    <a:pt x="2781" y="11353"/>
                  </a:lnTo>
                  <a:lnTo>
                    <a:pt x="3013" y="12087"/>
                  </a:lnTo>
                  <a:lnTo>
                    <a:pt x="3322" y="12743"/>
                  </a:lnTo>
                  <a:lnTo>
                    <a:pt x="3129" y="12898"/>
                  </a:lnTo>
                  <a:lnTo>
                    <a:pt x="2936" y="13052"/>
                  </a:lnTo>
                  <a:lnTo>
                    <a:pt x="2820" y="13245"/>
                  </a:lnTo>
                  <a:lnTo>
                    <a:pt x="2743" y="13439"/>
                  </a:lnTo>
                  <a:lnTo>
                    <a:pt x="2395" y="13014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7" y="11624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9" y="10118"/>
                  </a:lnTo>
                  <a:lnTo>
                    <a:pt x="735" y="9616"/>
                  </a:lnTo>
                  <a:lnTo>
                    <a:pt x="619" y="9114"/>
                  </a:lnTo>
                  <a:lnTo>
                    <a:pt x="542" y="8573"/>
                  </a:lnTo>
                  <a:lnTo>
                    <a:pt x="503" y="8032"/>
                  </a:lnTo>
                  <a:lnTo>
                    <a:pt x="503" y="7492"/>
                  </a:lnTo>
                  <a:lnTo>
                    <a:pt x="542" y="6951"/>
                  </a:lnTo>
                  <a:lnTo>
                    <a:pt x="619" y="6411"/>
                  </a:lnTo>
                  <a:lnTo>
                    <a:pt x="773" y="5870"/>
                  </a:lnTo>
                  <a:lnTo>
                    <a:pt x="928" y="5329"/>
                  </a:lnTo>
                  <a:lnTo>
                    <a:pt x="1198" y="4673"/>
                  </a:lnTo>
                  <a:lnTo>
                    <a:pt x="1546" y="4055"/>
                  </a:lnTo>
                  <a:lnTo>
                    <a:pt x="1932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2009"/>
                  </a:lnTo>
                  <a:lnTo>
                    <a:pt x="3940" y="1584"/>
                  </a:lnTo>
                  <a:lnTo>
                    <a:pt x="4519" y="1236"/>
                  </a:lnTo>
                  <a:close/>
                  <a:moveTo>
                    <a:pt x="3862" y="12975"/>
                  </a:moveTo>
                  <a:lnTo>
                    <a:pt x="4017" y="13052"/>
                  </a:lnTo>
                  <a:lnTo>
                    <a:pt x="4171" y="13168"/>
                  </a:lnTo>
                  <a:lnTo>
                    <a:pt x="4287" y="13284"/>
                  </a:lnTo>
                  <a:lnTo>
                    <a:pt x="4326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6" y="13941"/>
                  </a:lnTo>
                  <a:lnTo>
                    <a:pt x="4210" y="14095"/>
                  </a:lnTo>
                  <a:lnTo>
                    <a:pt x="3785" y="13825"/>
                  </a:lnTo>
                  <a:lnTo>
                    <a:pt x="3360" y="13477"/>
                  </a:lnTo>
                  <a:lnTo>
                    <a:pt x="3245" y="13439"/>
                  </a:lnTo>
                  <a:lnTo>
                    <a:pt x="3167" y="13439"/>
                  </a:lnTo>
                  <a:lnTo>
                    <a:pt x="3052" y="13477"/>
                  </a:lnTo>
                  <a:lnTo>
                    <a:pt x="2974" y="13516"/>
                  </a:lnTo>
                  <a:lnTo>
                    <a:pt x="3052" y="13361"/>
                  </a:lnTo>
                  <a:lnTo>
                    <a:pt x="3167" y="13207"/>
                  </a:lnTo>
                  <a:lnTo>
                    <a:pt x="3322" y="13130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53" y="12859"/>
                  </a:moveTo>
                  <a:lnTo>
                    <a:pt x="9616" y="12898"/>
                  </a:lnTo>
                  <a:lnTo>
                    <a:pt x="10118" y="12975"/>
                  </a:lnTo>
                  <a:lnTo>
                    <a:pt x="10504" y="13014"/>
                  </a:lnTo>
                  <a:lnTo>
                    <a:pt x="11006" y="13130"/>
                  </a:lnTo>
                  <a:lnTo>
                    <a:pt x="11508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8"/>
                  </a:lnTo>
                  <a:lnTo>
                    <a:pt x="10659" y="14249"/>
                  </a:lnTo>
                  <a:lnTo>
                    <a:pt x="10234" y="14443"/>
                  </a:lnTo>
                  <a:lnTo>
                    <a:pt x="9770" y="14636"/>
                  </a:lnTo>
                  <a:lnTo>
                    <a:pt x="9307" y="14751"/>
                  </a:lnTo>
                  <a:lnTo>
                    <a:pt x="8844" y="14867"/>
                  </a:lnTo>
                  <a:lnTo>
                    <a:pt x="8342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3" y="14945"/>
                  </a:lnTo>
                  <a:lnTo>
                    <a:pt x="6411" y="14867"/>
                  </a:lnTo>
                  <a:lnTo>
                    <a:pt x="5948" y="14790"/>
                  </a:lnTo>
                  <a:lnTo>
                    <a:pt x="5484" y="14636"/>
                  </a:lnTo>
                  <a:lnTo>
                    <a:pt x="5021" y="14481"/>
                  </a:lnTo>
                  <a:lnTo>
                    <a:pt x="4596" y="14288"/>
                  </a:lnTo>
                  <a:lnTo>
                    <a:pt x="4712" y="14018"/>
                  </a:lnTo>
                  <a:lnTo>
                    <a:pt x="4751" y="13747"/>
                  </a:lnTo>
                  <a:lnTo>
                    <a:pt x="4712" y="13593"/>
                  </a:lnTo>
                  <a:lnTo>
                    <a:pt x="5561" y="13323"/>
                  </a:lnTo>
                  <a:lnTo>
                    <a:pt x="6411" y="13091"/>
                  </a:lnTo>
                  <a:lnTo>
                    <a:pt x="7299" y="12937"/>
                  </a:lnTo>
                  <a:lnTo>
                    <a:pt x="8187" y="12859"/>
                  </a:lnTo>
                  <a:close/>
                  <a:moveTo>
                    <a:pt x="7608" y="1"/>
                  </a:moveTo>
                  <a:lnTo>
                    <a:pt x="6990" y="39"/>
                  </a:lnTo>
                  <a:lnTo>
                    <a:pt x="6450" y="116"/>
                  </a:lnTo>
                  <a:lnTo>
                    <a:pt x="5870" y="232"/>
                  </a:lnTo>
                  <a:lnTo>
                    <a:pt x="5330" y="387"/>
                  </a:lnTo>
                  <a:lnTo>
                    <a:pt x="4789" y="580"/>
                  </a:lnTo>
                  <a:lnTo>
                    <a:pt x="4249" y="812"/>
                  </a:lnTo>
                  <a:lnTo>
                    <a:pt x="3785" y="1120"/>
                  </a:lnTo>
                  <a:lnTo>
                    <a:pt x="3283" y="1429"/>
                  </a:lnTo>
                  <a:lnTo>
                    <a:pt x="2820" y="1777"/>
                  </a:lnTo>
                  <a:lnTo>
                    <a:pt x="2395" y="2163"/>
                  </a:lnTo>
                  <a:lnTo>
                    <a:pt x="2009" y="2588"/>
                  </a:lnTo>
                  <a:lnTo>
                    <a:pt x="1623" y="3013"/>
                  </a:lnTo>
                  <a:lnTo>
                    <a:pt x="1275" y="3515"/>
                  </a:lnTo>
                  <a:lnTo>
                    <a:pt x="966" y="4017"/>
                  </a:lnTo>
                  <a:lnTo>
                    <a:pt x="696" y="4596"/>
                  </a:lnTo>
                  <a:lnTo>
                    <a:pt x="426" y="5252"/>
                  </a:lnTo>
                  <a:lnTo>
                    <a:pt x="233" y="5909"/>
                  </a:lnTo>
                  <a:lnTo>
                    <a:pt x="117" y="6565"/>
                  </a:lnTo>
                  <a:lnTo>
                    <a:pt x="40" y="7222"/>
                  </a:lnTo>
                  <a:lnTo>
                    <a:pt x="1" y="7917"/>
                  </a:lnTo>
                  <a:lnTo>
                    <a:pt x="40" y="8612"/>
                  </a:lnTo>
                  <a:lnTo>
                    <a:pt x="117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6" y="11238"/>
                  </a:lnTo>
                  <a:lnTo>
                    <a:pt x="1005" y="11817"/>
                  </a:lnTo>
                  <a:lnTo>
                    <a:pt x="1352" y="12396"/>
                  </a:lnTo>
                  <a:lnTo>
                    <a:pt x="1739" y="12937"/>
                  </a:lnTo>
                  <a:lnTo>
                    <a:pt x="2202" y="13439"/>
                  </a:lnTo>
                  <a:lnTo>
                    <a:pt x="2704" y="13902"/>
                  </a:lnTo>
                  <a:lnTo>
                    <a:pt x="2781" y="13941"/>
                  </a:lnTo>
                  <a:lnTo>
                    <a:pt x="2820" y="13941"/>
                  </a:lnTo>
                  <a:lnTo>
                    <a:pt x="2936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520"/>
                  </a:lnTo>
                  <a:lnTo>
                    <a:pt x="4133" y="14597"/>
                  </a:lnTo>
                  <a:lnTo>
                    <a:pt x="4557" y="14829"/>
                  </a:lnTo>
                  <a:lnTo>
                    <a:pt x="4982" y="14983"/>
                  </a:lnTo>
                  <a:lnTo>
                    <a:pt x="5407" y="15138"/>
                  </a:lnTo>
                  <a:lnTo>
                    <a:pt x="5870" y="15292"/>
                  </a:lnTo>
                  <a:lnTo>
                    <a:pt x="6334" y="15369"/>
                  </a:lnTo>
                  <a:lnTo>
                    <a:pt x="6797" y="15447"/>
                  </a:lnTo>
                  <a:lnTo>
                    <a:pt x="7299" y="15485"/>
                  </a:lnTo>
                  <a:lnTo>
                    <a:pt x="7763" y="15485"/>
                  </a:lnTo>
                  <a:lnTo>
                    <a:pt x="8226" y="15447"/>
                  </a:lnTo>
                  <a:lnTo>
                    <a:pt x="8689" y="15408"/>
                  </a:lnTo>
                  <a:lnTo>
                    <a:pt x="9153" y="15331"/>
                  </a:lnTo>
                  <a:lnTo>
                    <a:pt x="9616" y="15215"/>
                  </a:lnTo>
                  <a:lnTo>
                    <a:pt x="10079" y="15060"/>
                  </a:lnTo>
                  <a:lnTo>
                    <a:pt x="10543" y="14867"/>
                  </a:lnTo>
                  <a:lnTo>
                    <a:pt x="10968" y="14674"/>
                  </a:lnTo>
                  <a:lnTo>
                    <a:pt x="11392" y="14443"/>
                  </a:lnTo>
                  <a:lnTo>
                    <a:pt x="11856" y="14134"/>
                  </a:lnTo>
                  <a:lnTo>
                    <a:pt x="12319" y="13786"/>
                  </a:lnTo>
                  <a:lnTo>
                    <a:pt x="12744" y="13400"/>
                  </a:lnTo>
                  <a:lnTo>
                    <a:pt x="13130" y="12975"/>
                  </a:lnTo>
                  <a:lnTo>
                    <a:pt x="13478" y="12550"/>
                  </a:lnTo>
                  <a:lnTo>
                    <a:pt x="13786" y="12048"/>
                  </a:lnTo>
                  <a:lnTo>
                    <a:pt x="14057" y="11585"/>
                  </a:lnTo>
                  <a:lnTo>
                    <a:pt x="14288" y="11044"/>
                  </a:lnTo>
                  <a:lnTo>
                    <a:pt x="14520" y="10542"/>
                  </a:lnTo>
                  <a:lnTo>
                    <a:pt x="14675" y="10002"/>
                  </a:lnTo>
                  <a:lnTo>
                    <a:pt x="14829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5" y="6604"/>
                  </a:lnTo>
                  <a:lnTo>
                    <a:pt x="14829" y="5986"/>
                  </a:lnTo>
                  <a:lnTo>
                    <a:pt x="14675" y="5407"/>
                  </a:lnTo>
                  <a:lnTo>
                    <a:pt x="14482" y="4827"/>
                  </a:lnTo>
                  <a:lnTo>
                    <a:pt x="14250" y="4287"/>
                  </a:lnTo>
                  <a:lnTo>
                    <a:pt x="13980" y="3746"/>
                  </a:lnTo>
                  <a:lnTo>
                    <a:pt x="13671" y="3244"/>
                  </a:lnTo>
                  <a:lnTo>
                    <a:pt x="13323" y="2742"/>
                  </a:lnTo>
                  <a:lnTo>
                    <a:pt x="12937" y="2317"/>
                  </a:lnTo>
                  <a:lnTo>
                    <a:pt x="12512" y="1893"/>
                  </a:lnTo>
                  <a:lnTo>
                    <a:pt x="12049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3" y="618"/>
                  </a:lnTo>
                  <a:lnTo>
                    <a:pt x="9964" y="387"/>
                  </a:lnTo>
                  <a:lnTo>
                    <a:pt x="9384" y="232"/>
                  </a:lnTo>
                  <a:lnTo>
                    <a:pt x="8767" y="116"/>
                  </a:lnTo>
                  <a:lnTo>
                    <a:pt x="8187" y="39"/>
                  </a:lnTo>
                  <a:lnTo>
                    <a:pt x="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8"/>
            <p:cNvSpPr/>
            <p:nvPr/>
          </p:nvSpPr>
          <p:spPr>
            <a:xfrm>
              <a:off x="5477175" y="10025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2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8"/>
            <p:cNvSpPr/>
            <p:nvPr/>
          </p:nvSpPr>
          <p:spPr>
            <a:xfrm>
              <a:off x="2850400" y="1030525"/>
              <a:ext cx="475950" cy="686400"/>
            </a:xfrm>
            <a:custGeom>
              <a:avLst/>
              <a:gdLst/>
              <a:ahLst/>
              <a:cxnLst/>
              <a:rect l="l" t="t" r="r" b="b"/>
              <a:pathLst>
                <a:path w="19038" h="27456" extrusionOk="0">
                  <a:moveTo>
                    <a:pt x="18690" y="309"/>
                  </a:moveTo>
                  <a:lnTo>
                    <a:pt x="18690" y="463"/>
                  </a:lnTo>
                  <a:lnTo>
                    <a:pt x="18382" y="2047"/>
                  </a:lnTo>
                  <a:lnTo>
                    <a:pt x="17995" y="3668"/>
                  </a:lnTo>
                  <a:lnTo>
                    <a:pt x="17609" y="5252"/>
                  </a:lnTo>
                  <a:lnTo>
                    <a:pt x="17184" y="6873"/>
                  </a:lnTo>
                  <a:lnTo>
                    <a:pt x="16489" y="6873"/>
                  </a:lnTo>
                  <a:lnTo>
                    <a:pt x="16180" y="6835"/>
                  </a:lnTo>
                  <a:lnTo>
                    <a:pt x="15833" y="6758"/>
                  </a:lnTo>
                  <a:lnTo>
                    <a:pt x="15524" y="6680"/>
                  </a:lnTo>
                  <a:lnTo>
                    <a:pt x="15215" y="6565"/>
                  </a:lnTo>
                  <a:lnTo>
                    <a:pt x="14906" y="6410"/>
                  </a:lnTo>
                  <a:lnTo>
                    <a:pt x="14597" y="6217"/>
                  </a:lnTo>
                  <a:lnTo>
                    <a:pt x="14327" y="6024"/>
                  </a:lnTo>
                  <a:lnTo>
                    <a:pt x="14057" y="5792"/>
                  </a:lnTo>
                  <a:lnTo>
                    <a:pt x="13593" y="5329"/>
                  </a:lnTo>
                  <a:lnTo>
                    <a:pt x="13168" y="4788"/>
                  </a:lnTo>
                  <a:lnTo>
                    <a:pt x="12782" y="4248"/>
                  </a:lnTo>
                  <a:lnTo>
                    <a:pt x="13477" y="3668"/>
                  </a:lnTo>
                  <a:lnTo>
                    <a:pt x="14172" y="3128"/>
                  </a:lnTo>
                  <a:lnTo>
                    <a:pt x="14868" y="2587"/>
                  </a:lnTo>
                  <a:lnTo>
                    <a:pt x="15601" y="2085"/>
                  </a:lnTo>
                  <a:lnTo>
                    <a:pt x="16374" y="1622"/>
                  </a:lnTo>
                  <a:lnTo>
                    <a:pt x="17146" y="1158"/>
                  </a:lnTo>
                  <a:lnTo>
                    <a:pt x="17918" y="734"/>
                  </a:lnTo>
                  <a:lnTo>
                    <a:pt x="18690" y="309"/>
                  </a:lnTo>
                  <a:close/>
                  <a:moveTo>
                    <a:pt x="6063" y="12434"/>
                  </a:moveTo>
                  <a:lnTo>
                    <a:pt x="5793" y="13013"/>
                  </a:lnTo>
                  <a:lnTo>
                    <a:pt x="5600" y="13592"/>
                  </a:lnTo>
                  <a:lnTo>
                    <a:pt x="5446" y="14172"/>
                  </a:lnTo>
                  <a:lnTo>
                    <a:pt x="5291" y="14790"/>
                  </a:lnTo>
                  <a:lnTo>
                    <a:pt x="5252" y="15369"/>
                  </a:lnTo>
                  <a:lnTo>
                    <a:pt x="5214" y="15407"/>
                  </a:lnTo>
                  <a:lnTo>
                    <a:pt x="4750" y="16102"/>
                  </a:lnTo>
                  <a:lnTo>
                    <a:pt x="4287" y="16797"/>
                  </a:lnTo>
                  <a:lnTo>
                    <a:pt x="4171" y="17106"/>
                  </a:lnTo>
                  <a:lnTo>
                    <a:pt x="4017" y="17415"/>
                  </a:lnTo>
                  <a:lnTo>
                    <a:pt x="3824" y="17724"/>
                  </a:lnTo>
                  <a:lnTo>
                    <a:pt x="3746" y="17840"/>
                  </a:lnTo>
                  <a:lnTo>
                    <a:pt x="3631" y="17956"/>
                  </a:lnTo>
                  <a:lnTo>
                    <a:pt x="3476" y="18033"/>
                  </a:lnTo>
                  <a:lnTo>
                    <a:pt x="3283" y="18072"/>
                  </a:lnTo>
                  <a:lnTo>
                    <a:pt x="2858" y="18110"/>
                  </a:lnTo>
                  <a:lnTo>
                    <a:pt x="2009" y="18149"/>
                  </a:lnTo>
                  <a:lnTo>
                    <a:pt x="426" y="18342"/>
                  </a:lnTo>
                  <a:lnTo>
                    <a:pt x="426" y="18342"/>
                  </a:lnTo>
                  <a:lnTo>
                    <a:pt x="850" y="17724"/>
                  </a:lnTo>
                  <a:lnTo>
                    <a:pt x="1275" y="17106"/>
                  </a:lnTo>
                  <a:lnTo>
                    <a:pt x="1661" y="16489"/>
                  </a:lnTo>
                  <a:lnTo>
                    <a:pt x="2009" y="15832"/>
                  </a:lnTo>
                  <a:lnTo>
                    <a:pt x="2549" y="14751"/>
                  </a:lnTo>
                  <a:lnTo>
                    <a:pt x="2820" y="14017"/>
                  </a:lnTo>
                  <a:lnTo>
                    <a:pt x="3013" y="13670"/>
                  </a:lnTo>
                  <a:lnTo>
                    <a:pt x="3206" y="13322"/>
                  </a:lnTo>
                  <a:lnTo>
                    <a:pt x="3360" y="13322"/>
                  </a:lnTo>
                  <a:lnTo>
                    <a:pt x="3399" y="13245"/>
                  </a:lnTo>
                  <a:lnTo>
                    <a:pt x="3438" y="13206"/>
                  </a:lnTo>
                  <a:lnTo>
                    <a:pt x="4750" y="12782"/>
                  </a:lnTo>
                  <a:lnTo>
                    <a:pt x="6063" y="12434"/>
                  </a:lnTo>
                  <a:close/>
                  <a:moveTo>
                    <a:pt x="12551" y="4441"/>
                  </a:moveTo>
                  <a:lnTo>
                    <a:pt x="12898" y="5020"/>
                  </a:lnTo>
                  <a:lnTo>
                    <a:pt x="13362" y="5561"/>
                  </a:lnTo>
                  <a:lnTo>
                    <a:pt x="13864" y="6101"/>
                  </a:lnTo>
                  <a:lnTo>
                    <a:pt x="14172" y="6333"/>
                  </a:lnTo>
                  <a:lnTo>
                    <a:pt x="14443" y="6565"/>
                  </a:lnTo>
                  <a:lnTo>
                    <a:pt x="14752" y="6758"/>
                  </a:lnTo>
                  <a:lnTo>
                    <a:pt x="15061" y="6951"/>
                  </a:lnTo>
                  <a:lnTo>
                    <a:pt x="15370" y="7067"/>
                  </a:lnTo>
                  <a:lnTo>
                    <a:pt x="15717" y="7182"/>
                  </a:lnTo>
                  <a:lnTo>
                    <a:pt x="16026" y="7260"/>
                  </a:lnTo>
                  <a:lnTo>
                    <a:pt x="16721" y="7260"/>
                  </a:lnTo>
                  <a:lnTo>
                    <a:pt x="17107" y="7182"/>
                  </a:lnTo>
                  <a:lnTo>
                    <a:pt x="16682" y="8573"/>
                  </a:lnTo>
                  <a:lnTo>
                    <a:pt x="16180" y="9963"/>
                  </a:lnTo>
                  <a:lnTo>
                    <a:pt x="15756" y="11160"/>
                  </a:lnTo>
                  <a:lnTo>
                    <a:pt x="15254" y="12357"/>
                  </a:lnTo>
                  <a:lnTo>
                    <a:pt x="14752" y="13515"/>
                  </a:lnTo>
                  <a:lnTo>
                    <a:pt x="14172" y="14635"/>
                  </a:lnTo>
                  <a:lnTo>
                    <a:pt x="13555" y="15793"/>
                  </a:lnTo>
                  <a:lnTo>
                    <a:pt x="13207" y="16373"/>
                  </a:lnTo>
                  <a:lnTo>
                    <a:pt x="12860" y="16952"/>
                  </a:lnTo>
                  <a:lnTo>
                    <a:pt x="12473" y="17493"/>
                  </a:lnTo>
                  <a:lnTo>
                    <a:pt x="12087" y="17995"/>
                  </a:lnTo>
                  <a:lnTo>
                    <a:pt x="11624" y="18458"/>
                  </a:lnTo>
                  <a:lnTo>
                    <a:pt x="11161" y="18883"/>
                  </a:lnTo>
                  <a:lnTo>
                    <a:pt x="10620" y="19230"/>
                  </a:lnTo>
                  <a:lnTo>
                    <a:pt x="10079" y="19462"/>
                  </a:lnTo>
                  <a:lnTo>
                    <a:pt x="9809" y="19578"/>
                  </a:lnTo>
                  <a:lnTo>
                    <a:pt x="9539" y="19655"/>
                  </a:lnTo>
                  <a:lnTo>
                    <a:pt x="9230" y="19694"/>
                  </a:lnTo>
                  <a:lnTo>
                    <a:pt x="8959" y="19732"/>
                  </a:lnTo>
                  <a:lnTo>
                    <a:pt x="8689" y="19732"/>
                  </a:lnTo>
                  <a:lnTo>
                    <a:pt x="8380" y="19694"/>
                  </a:lnTo>
                  <a:lnTo>
                    <a:pt x="8110" y="19616"/>
                  </a:lnTo>
                  <a:lnTo>
                    <a:pt x="7840" y="19539"/>
                  </a:lnTo>
                  <a:lnTo>
                    <a:pt x="7569" y="19423"/>
                  </a:lnTo>
                  <a:lnTo>
                    <a:pt x="7299" y="19269"/>
                  </a:lnTo>
                  <a:lnTo>
                    <a:pt x="7067" y="19114"/>
                  </a:lnTo>
                  <a:lnTo>
                    <a:pt x="6836" y="18883"/>
                  </a:lnTo>
                  <a:lnTo>
                    <a:pt x="6450" y="18458"/>
                  </a:lnTo>
                  <a:lnTo>
                    <a:pt x="6141" y="17956"/>
                  </a:lnTo>
                  <a:lnTo>
                    <a:pt x="5870" y="17454"/>
                  </a:lnTo>
                  <a:lnTo>
                    <a:pt x="5716" y="16913"/>
                  </a:lnTo>
                  <a:lnTo>
                    <a:pt x="5639" y="16334"/>
                  </a:lnTo>
                  <a:lnTo>
                    <a:pt x="5600" y="15755"/>
                  </a:lnTo>
                  <a:lnTo>
                    <a:pt x="5639" y="15214"/>
                  </a:lnTo>
                  <a:lnTo>
                    <a:pt x="5716" y="14635"/>
                  </a:lnTo>
                  <a:lnTo>
                    <a:pt x="5832" y="14056"/>
                  </a:lnTo>
                  <a:lnTo>
                    <a:pt x="6025" y="13515"/>
                  </a:lnTo>
                  <a:lnTo>
                    <a:pt x="6218" y="13013"/>
                  </a:lnTo>
                  <a:lnTo>
                    <a:pt x="6450" y="12473"/>
                  </a:lnTo>
                  <a:lnTo>
                    <a:pt x="6952" y="11469"/>
                  </a:lnTo>
                  <a:lnTo>
                    <a:pt x="7531" y="10465"/>
                  </a:lnTo>
                  <a:lnTo>
                    <a:pt x="8149" y="9461"/>
                  </a:lnTo>
                  <a:lnTo>
                    <a:pt x="8844" y="8495"/>
                  </a:lnTo>
                  <a:lnTo>
                    <a:pt x="9539" y="7530"/>
                  </a:lnTo>
                  <a:lnTo>
                    <a:pt x="10311" y="6642"/>
                  </a:lnTo>
                  <a:lnTo>
                    <a:pt x="10852" y="6063"/>
                  </a:lnTo>
                  <a:lnTo>
                    <a:pt x="11392" y="5522"/>
                  </a:lnTo>
                  <a:lnTo>
                    <a:pt x="11971" y="4981"/>
                  </a:lnTo>
                  <a:lnTo>
                    <a:pt x="12551" y="4441"/>
                  </a:lnTo>
                  <a:close/>
                  <a:moveTo>
                    <a:pt x="5986" y="18419"/>
                  </a:moveTo>
                  <a:lnTo>
                    <a:pt x="6218" y="18767"/>
                  </a:lnTo>
                  <a:lnTo>
                    <a:pt x="6450" y="19076"/>
                  </a:lnTo>
                  <a:lnTo>
                    <a:pt x="6758" y="19346"/>
                  </a:lnTo>
                  <a:lnTo>
                    <a:pt x="7067" y="19616"/>
                  </a:lnTo>
                  <a:lnTo>
                    <a:pt x="7415" y="19809"/>
                  </a:lnTo>
                  <a:lnTo>
                    <a:pt x="7801" y="19964"/>
                  </a:lnTo>
                  <a:lnTo>
                    <a:pt x="8187" y="20080"/>
                  </a:lnTo>
                  <a:lnTo>
                    <a:pt x="8612" y="20118"/>
                  </a:lnTo>
                  <a:lnTo>
                    <a:pt x="8535" y="20466"/>
                  </a:lnTo>
                  <a:lnTo>
                    <a:pt x="8496" y="20852"/>
                  </a:lnTo>
                  <a:lnTo>
                    <a:pt x="7994" y="20813"/>
                  </a:lnTo>
                  <a:lnTo>
                    <a:pt x="7531" y="20698"/>
                  </a:lnTo>
                  <a:lnTo>
                    <a:pt x="7106" y="20504"/>
                  </a:lnTo>
                  <a:lnTo>
                    <a:pt x="6720" y="20273"/>
                  </a:lnTo>
                  <a:lnTo>
                    <a:pt x="6334" y="20002"/>
                  </a:lnTo>
                  <a:lnTo>
                    <a:pt x="6025" y="19655"/>
                  </a:lnTo>
                  <a:lnTo>
                    <a:pt x="5716" y="19307"/>
                  </a:lnTo>
                  <a:lnTo>
                    <a:pt x="5446" y="18883"/>
                  </a:lnTo>
                  <a:lnTo>
                    <a:pt x="5446" y="18844"/>
                  </a:lnTo>
                  <a:lnTo>
                    <a:pt x="5986" y="18419"/>
                  </a:lnTo>
                  <a:close/>
                  <a:moveTo>
                    <a:pt x="5291" y="18960"/>
                  </a:moveTo>
                  <a:lnTo>
                    <a:pt x="5523" y="19462"/>
                  </a:lnTo>
                  <a:lnTo>
                    <a:pt x="5793" y="19887"/>
                  </a:lnTo>
                  <a:lnTo>
                    <a:pt x="6141" y="20234"/>
                  </a:lnTo>
                  <a:lnTo>
                    <a:pt x="6527" y="20582"/>
                  </a:lnTo>
                  <a:lnTo>
                    <a:pt x="6952" y="20813"/>
                  </a:lnTo>
                  <a:lnTo>
                    <a:pt x="7453" y="21006"/>
                  </a:lnTo>
                  <a:lnTo>
                    <a:pt x="7955" y="21122"/>
                  </a:lnTo>
                  <a:lnTo>
                    <a:pt x="8457" y="21161"/>
                  </a:lnTo>
                  <a:lnTo>
                    <a:pt x="8496" y="21702"/>
                  </a:lnTo>
                  <a:lnTo>
                    <a:pt x="7878" y="21624"/>
                  </a:lnTo>
                  <a:lnTo>
                    <a:pt x="7299" y="21508"/>
                  </a:lnTo>
                  <a:lnTo>
                    <a:pt x="6797" y="21315"/>
                  </a:lnTo>
                  <a:lnTo>
                    <a:pt x="6295" y="21084"/>
                  </a:lnTo>
                  <a:lnTo>
                    <a:pt x="5870" y="20775"/>
                  </a:lnTo>
                  <a:lnTo>
                    <a:pt x="5446" y="20389"/>
                  </a:lnTo>
                  <a:lnTo>
                    <a:pt x="5021" y="19964"/>
                  </a:lnTo>
                  <a:lnTo>
                    <a:pt x="4673" y="19501"/>
                  </a:lnTo>
                  <a:lnTo>
                    <a:pt x="4828" y="19385"/>
                  </a:lnTo>
                  <a:lnTo>
                    <a:pt x="4982" y="19269"/>
                  </a:lnTo>
                  <a:lnTo>
                    <a:pt x="5291" y="18960"/>
                  </a:lnTo>
                  <a:close/>
                  <a:moveTo>
                    <a:pt x="13555" y="16527"/>
                  </a:moveTo>
                  <a:lnTo>
                    <a:pt x="13748" y="17184"/>
                  </a:lnTo>
                  <a:lnTo>
                    <a:pt x="13979" y="17840"/>
                  </a:lnTo>
                  <a:lnTo>
                    <a:pt x="14250" y="18458"/>
                  </a:lnTo>
                  <a:lnTo>
                    <a:pt x="14597" y="19037"/>
                  </a:lnTo>
                  <a:lnTo>
                    <a:pt x="13670" y="20157"/>
                  </a:lnTo>
                  <a:lnTo>
                    <a:pt x="12782" y="21315"/>
                  </a:lnTo>
                  <a:lnTo>
                    <a:pt x="11083" y="23748"/>
                  </a:lnTo>
                  <a:lnTo>
                    <a:pt x="10736" y="22783"/>
                  </a:lnTo>
                  <a:lnTo>
                    <a:pt x="10350" y="21856"/>
                  </a:lnTo>
                  <a:lnTo>
                    <a:pt x="10234" y="21586"/>
                  </a:lnTo>
                  <a:lnTo>
                    <a:pt x="10195" y="21354"/>
                  </a:lnTo>
                  <a:lnTo>
                    <a:pt x="10195" y="21238"/>
                  </a:lnTo>
                  <a:lnTo>
                    <a:pt x="10234" y="21122"/>
                  </a:lnTo>
                  <a:lnTo>
                    <a:pt x="10388" y="20813"/>
                  </a:lnTo>
                  <a:lnTo>
                    <a:pt x="10813" y="20234"/>
                  </a:lnTo>
                  <a:lnTo>
                    <a:pt x="11199" y="19578"/>
                  </a:lnTo>
                  <a:lnTo>
                    <a:pt x="11199" y="19501"/>
                  </a:lnTo>
                  <a:lnTo>
                    <a:pt x="11199" y="19462"/>
                  </a:lnTo>
                  <a:lnTo>
                    <a:pt x="11161" y="19346"/>
                  </a:lnTo>
                  <a:lnTo>
                    <a:pt x="11585" y="18999"/>
                  </a:lnTo>
                  <a:lnTo>
                    <a:pt x="11971" y="18612"/>
                  </a:lnTo>
                  <a:lnTo>
                    <a:pt x="12358" y="18226"/>
                  </a:lnTo>
                  <a:lnTo>
                    <a:pt x="12705" y="17801"/>
                  </a:lnTo>
                  <a:lnTo>
                    <a:pt x="13130" y="17184"/>
                  </a:lnTo>
                  <a:lnTo>
                    <a:pt x="13555" y="16527"/>
                  </a:lnTo>
                  <a:close/>
                  <a:moveTo>
                    <a:pt x="5677" y="21161"/>
                  </a:moveTo>
                  <a:lnTo>
                    <a:pt x="5948" y="21393"/>
                  </a:lnTo>
                  <a:lnTo>
                    <a:pt x="6256" y="21547"/>
                  </a:lnTo>
                  <a:lnTo>
                    <a:pt x="6565" y="21702"/>
                  </a:lnTo>
                  <a:lnTo>
                    <a:pt x="6913" y="21817"/>
                  </a:lnTo>
                  <a:lnTo>
                    <a:pt x="6836" y="22010"/>
                  </a:lnTo>
                  <a:lnTo>
                    <a:pt x="6797" y="22204"/>
                  </a:lnTo>
                  <a:lnTo>
                    <a:pt x="6643" y="22088"/>
                  </a:lnTo>
                  <a:lnTo>
                    <a:pt x="6604" y="22010"/>
                  </a:lnTo>
                  <a:lnTo>
                    <a:pt x="6411" y="22010"/>
                  </a:lnTo>
                  <a:lnTo>
                    <a:pt x="6372" y="22088"/>
                  </a:lnTo>
                  <a:lnTo>
                    <a:pt x="6218" y="22628"/>
                  </a:lnTo>
                  <a:lnTo>
                    <a:pt x="6025" y="23092"/>
                  </a:lnTo>
                  <a:lnTo>
                    <a:pt x="5832" y="23594"/>
                  </a:lnTo>
                  <a:lnTo>
                    <a:pt x="5600" y="24057"/>
                  </a:lnTo>
                  <a:lnTo>
                    <a:pt x="5330" y="24482"/>
                  </a:lnTo>
                  <a:lnTo>
                    <a:pt x="5021" y="24907"/>
                  </a:lnTo>
                  <a:lnTo>
                    <a:pt x="4712" y="25331"/>
                  </a:lnTo>
                  <a:lnTo>
                    <a:pt x="4364" y="25717"/>
                  </a:lnTo>
                  <a:lnTo>
                    <a:pt x="4248" y="25293"/>
                  </a:lnTo>
                  <a:lnTo>
                    <a:pt x="4171" y="24868"/>
                  </a:lnTo>
                  <a:lnTo>
                    <a:pt x="4171" y="24482"/>
                  </a:lnTo>
                  <a:lnTo>
                    <a:pt x="4210" y="24057"/>
                  </a:lnTo>
                  <a:lnTo>
                    <a:pt x="4326" y="23671"/>
                  </a:lnTo>
                  <a:lnTo>
                    <a:pt x="4480" y="23285"/>
                  </a:lnTo>
                  <a:lnTo>
                    <a:pt x="4673" y="22899"/>
                  </a:lnTo>
                  <a:lnTo>
                    <a:pt x="4944" y="22512"/>
                  </a:lnTo>
                  <a:lnTo>
                    <a:pt x="5175" y="22204"/>
                  </a:lnTo>
                  <a:lnTo>
                    <a:pt x="5330" y="21895"/>
                  </a:lnTo>
                  <a:lnTo>
                    <a:pt x="5407" y="21740"/>
                  </a:lnTo>
                  <a:lnTo>
                    <a:pt x="5407" y="21586"/>
                  </a:lnTo>
                  <a:lnTo>
                    <a:pt x="5368" y="21470"/>
                  </a:lnTo>
                  <a:lnTo>
                    <a:pt x="5291" y="21315"/>
                  </a:lnTo>
                  <a:lnTo>
                    <a:pt x="5446" y="21238"/>
                  </a:lnTo>
                  <a:lnTo>
                    <a:pt x="5677" y="21161"/>
                  </a:lnTo>
                  <a:close/>
                  <a:moveTo>
                    <a:pt x="4905" y="20466"/>
                  </a:moveTo>
                  <a:lnTo>
                    <a:pt x="5175" y="20736"/>
                  </a:lnTo>
                  <a:lnTo>
                    <a:pt x="5484" y="21006"/>
                  </a:lnTo>
                  <a:lnTo>
                    <a:pt x="5252" y="21084"/>
                  </a:lnTo>
                  <a:lnTo>
                    <a:pt x="5021" y="21161"/>
                  </a:lnTo>
                  <a:lnTo>
                    <a:pt x="4982" y="21200"/>
                  </a:lnTo>
                  <a:lnTo>
                    <a:pt x="4944" y="21277"/>
                  </a:lnTo>
                  <a:lnTo>
                    <a:pt x="4982" y="21354"/>
                  </a:lnTo>
                  <a:lnTo>
                    <a:pt x="5021" y="21393"/>
                  </a:lnTo>
                  <a:lnTo>
                    <a:pt x="5059" y="21470"/>
                  </a:lnTo>
                  <a:lnTo>
                    <a:pt x="5098" y="21547"/>
                  </a:lnTo>
                  <a:lnTo>
                    <a:pt x="5059" y="21779"/>
                  </a:lnTo>
                  <a:lnTo>
                    <a:pt x="4905" y="22049"/>
                  </a:lnTo>
                  <a:lnTo>
                    <a:pt x="4750" y="22358"/>
                  </a:lnTo>
                  <a:lnTo>
                    <a:pt x="4364" y="22937"/>
                  </a:lnTo>
                  <a:lnTo>
                    <a:pt x="4133" y="23323"/>
                  </a:lnTo>
                  <a:lnTo>
                    <a:pt x="3940" y="23748"/>
                  </a:lnTo>
                  <a:lnTo>
                    <a:pt x="3862" y="24212"/>
                  </a:lnTo>
                  <a:lnTo>
                    <a:pt x="3824" y="24714"/>
                  </a:lnTo>
                  <a:lnTo>
                    <a:pt x="3862" y="25177"/>
                  </a:lnTo>
                  <a:lnTo>
                    <a:pt x="3940" y="25409"/>
                  </a:lnTo>
                  <a:lnTo>
                    <a:pt x="4017" y="25640"/>
                  </a:lnTo>
                  <a:lnTo>
                    <a:pt x="4133" y="25872"/>
                  </a:lnTo>
                  <a:lnTo>
                    <a:pt x="4248" y="26065"/>
                  </a:lnTo>
                  <a:lnTo>
                    <a:pt x="4287" y="26104"/>
                  </a:lnTo>
                  <a:lnTo>
                    <a:pt x="4364" y="26104"/>
                  </a:lnTo>
                  <a:lnTo>
                    <a:pt x="4403" y="26065"/>
                  </a:lnTo>
                  <a:lnTo>
                    <a:pt x="4442" y="25988"/>
                  </a:lnTo>
                  <a:lnTo>
                    <a:pt x="4480" y="25988"/>
                  </a:lnTo>
                  <a:lnTo>
                    <a:pt x="4828" y="25602"/>
                  </a:lnTo>
                  <a:lnTo>
                    <a:pt x="5175" y="25215"/>
                  </a:lnTo>
                  <a:lnTo>
                    <a:pt x="5484" y="24791"/>
                  </a:lnTo>
                  <a:lnTo>
                    <a:pt x="5793" y="24366"/>
                  </a:lnTo>
                  <a:lnTo>
                    <a:pt x="6025" y="23903"/>
                  </a:lnTo>
                  <a:lnTo>
                    <a:pt x="6256" y="23439"/>
                  </a:lnTo>
                  <a:lnTo>
                    <a:pt x="6450" y="22937"/>
                  </a:lnTo>
                  <a:lnTo>
                    <a:pt x="6604" y="22435"/>
                  </a:lnTo>
                  <a:lnTo>
                    <a:pt x="6720" y="22551"/>
                  </a:lnTo>
                  <a:lnTo>
                    <a:pt x="6913" y="22590"/>
                  </a:lnTo>
                  <a:lnTo>
                    <a:pt x="6952" y="22628"/>
                  </a:lnTo>
                  <a:lnTo>
                    <a:pt x="7029" y="22590"/>
                  </a:lnTo>
                  <a:lnTo>
                    <a:pt x="7067" y="22512"/>
                  </a:lnTo>
                  <a:lnTo>
                    <a:pt x="7067" y="22474"/>
                  </a:lnTo>
                  <a:lnTo>
                    <a:pt x="7145" y="21895"/>
                  </a:lnTo>
                  <a:lnTo>
                    <a:pt x="7608" y="22010"/>
                  </a:lnTo>
                  <a:lnTo>
                    <a:pt x="7724" y="22512"/>
                  </a:lnTo>
                  <a:lnTo>
                    <a:pt x="7762" y="23014"/>
                  </a:lnTo>
                  <a:lnTo>
                    <a:pt x="7801" y="23555"/>
                  </a:lnTo>
                  <a:lnTo>
                    <a:pt x="7801" y="24057"/>
                  </a:lnTo>
                  <a:lnTo>
                    <a:pt x="7608" y="23903"/>
                  </a:lnTo>
                  <a:lnTo>
                    <a:pt x="7492" y="23671"/>
                  </a:lnTo>
                  <a:lnTo>
                    <a:pt x="7376" y="23439"/>
                  </a:lnTo>
                  <a:lnTo>
                    <a:pt x="7338" y="23169"/>
                  </a:lnTo>
                  <a:lnTo>
                    <a:pt x="7338" y="23092"/>
                  </a:lnTo>
                  <a:lnTo>
                    <a:pt x="7299" y="23053"/>
                  </a:lnTo>
                  <a:lnTo>
                    <a:pt x="7183" y="23014"/>
                  </a:lnTo>
                  <a:lnTo>
                    <a:pt x="7106" y="23014"/>
                  </a:lnTo>
                  <a:lnTo>
                    <a:pt x="7067" y="23053"/>
                  </a:lnTo>
                  <a:lnTo>
                    <a:pt x="7029" y="23092"/>
                  </a:lnTo>
                  <a:lnTo>
                    <a:pt x="6990" y="23169"/>
                  </a:lnTo>
                  <a:lnTo>
                    <a:pt x="6952" y="23787"/>
                  </a:lnTo>
                  <a:lnTo>
                    <a:pt x="6797" y="24405"/>
                  </a:lnTo>
                  <a:lnTo>
                    <a:pt x="6681" y="24675"/>
                  </a:lnTo>
                  <a:lnTo>
                    <a:pt x="6565" y="24984"/>
                  </a:lnTo>
                  <a:lnTo>
                    <a:pt x="6411" y="25254"/>
                  </a:lnTo>
                  <a:lnTo>
                    <a:pt x="6218" y="25524"/>
                  </a:lnTo>
                  <a:lnTo>
                    <a:pt x="5832" y="25988"/>
                  </a:lnTo>
                  <a:lnTo>
                    <a:pt x="5600" y="26219"/>
                  </a:lnTo>
                  <a:lnTo>
                    <a:pt x="5368" y="26451"/>
                  </a:lnTo>
                  <a:lnTo>
                    <a:pt x="5098" y="26644"/>
                  </a:lnTo>
                  <a:lnTo>
                    <a:pt x="4828" y="26799"/>
                  </a:lnTo>
                  <a:lnTo>
                    <a:pt x="4557" y="26953"/>
                  </a:lnTo>
                  <a:lnTo>
                    <a:pt x="4248" y="27030"/>
                  </a:lnTo>
                  <a:lnTo>
                    <a:pt x="4017" y="27030"/>
                  </a:lnTo>
                  <a:lnTo>
                    <a:pt x="3862" y="26992"/>
                  </a:lnTo>
                  <a:lnTo>
                    <a:pt x="3708" y="26915"/>
                  </a:lnTo>
                  <a:lnTo>
                    <a:pt x="3592" y="26760"/>
                  </a:lnTo>
                  <a:lnTo>
                    <a:pt x="3515" y="26606"/>
                  </a:lnTo>
                  <a:lnTo>
                    <a:pt x="3438" y="26413"/>
                  </a:lnTo>
                  <a:lnTo>
                    <a:pt x="3322" y="25988"/>
                  </a:lnTo>
                  <a:lnTo>
                    <a:pt x="3206" y="25293"/>
                  </a:lnTo>
                  <a:lnTo>
                    <a:pt x="3167" y="24945"/>
                  </a:lnTo>
                  <a:lnTo>
                    <a:pt x="3167" y="24598"/>
                  </a:lnTo>
                  <a:lnTo>
                    <a:pt x="3206" y="24173"/>
                  </a:lnTo>
                  <a:lnTo>
                    <a:pt x="3283" y="23787"/>
                  </a:lnTo>
                  <a:lnTo>
                    <a:pt x="3360" y="23401"/>
                  </a:lnTo>
                  <a:lnTo>
                    <a:pt x="3515" y="23014"/>
                  </a:lnTo>
                  <a:lnTo>
                    <a:pt x="3708" y="22667"/>
                  </a:lnTo>
                  <a:lnTo>
                    <a:pt x="3901" y="22319"/>
                  </a:lnTo>
                  <a:lnTo>
                    <a:pt x="4171" y="22010"/>
                  </a:lnTo>
                  <a:lnTo>
                    <a:pt x="4480" y="21702"/>
                  </a:lnTo>
                  <a:lnTo>
                    <a:pt x="4519" y="21624"/>
                  </a:lnTo>
                  <a:lnTo>
                    <a:pt x="4519" y="21547"/>
                  </a:lnTo>
                  <a:lnTo>
                    <a:pt x="4442" y="21470"/>
                  </a:lnTo>
                  <a:lnTo>
                    <a:pt x="4364" y="21431"/>
                  </a:lnTo>
                  <a:lnTo>
                    <a:pt x="3553" y="21315"/>
                  </a:lnTo>
                  <a:lnTo>
                    <a:pt x="3862" y="21045"/>
                  </a:lnTo>
                  <a:lnTo>
                    <a:pt x="4171" y="20775"/>
                  </a:lnTo>
                  <a:lnTo>
                    <a:pt x="4519" y="20582"/>
                  </a:lnTo>
                  <a:lnTo>
                    <a:pt x="4905" y="20466"/>
                  </a:lnTo>
                  <a:close/>
                  <a:moveTo>
                    <a:pt x="18845" y="0"/>
                  </a:moveTo>
                  <a:lnTo>
                    <a:pt x="18806" y="77"/>
                  </a:lnTo>
                  <a:lnTo>
                    <a:pt x="18729" y="39"/>
                  </a:lnTo>
                  <a:lnTo>
                    <a:pt x="18652" y="39"/>
                  </a:lnTo>
                  <a:lnTo>
                    <a:pt x="17455" y="618"/>
                  </a:lnTo>
                  <a:lnTo>
                    <a:pt x="16296" y="1236"/>
                  </a:lnTo>
                  <a:lnTo>
                    <a:pt x="15215" y="1931"/>
                  </a:lnTo>
                  <a:lnTo>
                    <a:pt x="14134" y="2664"/>
                  </a:lnTo>
                  <a:lnTo>
                    <a:pt x="13091" y="3475"/>
                  </a:lnTo>
                  <a:lnTo>
                    <a:pt x="12087" y="4325"/>
                  </a:lnTo>
                  <a:lnTo>
                    <a:pt x="11161" y="5213"/>
                  </a:lnTo>
                  <a:lnTo>
                    <a:pt x="10272" y="6178"/>
                  </a:lnTo>
                  <a:lnTo>
                    <a:pt x="9384" y="7144"/>
                  </a:lnTo>
                  <a:lnTo>
                    <a:pt x="8573" y="8186"/>
                  </a:lnTo>
                  <a:lnTo>
                    <a:pt x="7840" y="9268"/>
                  </a:lnTo>
                  <a:lnTo>
                    <a:pt x="7145" y="10387"/>
                  </a:lnTo>
                  <a:lnTo>
                    <a:pt x="6643" y="11276"/>
                  </a:lnTo>
                  <a:lnTo>
                    <a:pt x="6179" y="12164"/>
                  </a:lnTo>
                  <a:lnTo>
                    <a:pt x="5368" y="12241"/>
                  </a:lnTo>
                  <a:lnTo>
                    <a:pt x="4557" y="12395"/>
                  </a:lnTo>
                  <a:lnTo>
                    <a:pt x="3785" y="12627"/>
                  </a:lnTo>
                  <a:lnTo>
                    <a:pt x="3013" y="12936"/>
                  </a:lnTo>
                  <a:lnTo>
                    <a:pt x="2936" y="12975"/>
                  </a:lnTo>
                  <a:lnTo>
                    <a:pt x="2897" y="13013"/>
                  </a:lnTo>
                  <a:lnTo>
                    <a:pt x="2897" y="13168"/>
                  </a:lnTo>
                  <a:lnTo>
                    <a:pt x="2704" y="13361"/>
                  </a:lnTo>
                  <a:lnTo>
                    <a:pt x="2549" y="13592"/>
                  </a:lnTo>
                  <a:lnTo>
                    <a:pt x="2395" y="13863"/>
                  </a:lnTo>
                  <a:lnTo>
                    <a:pt x="2279" y="14133"/>
                  </a:lnTo>
                  <a:lnTo>
                    <a:pt x="2086" y="14712"/>
                  </a:lnTo>
                  <a:lnTo>
                    <a:pt x="1854" y="15214"/>
                  </a:lnTo>
                  <a:lnTo>
                    <a:pt x="1430" y="15987"/>
                  </a:lnTo>
                  <a:lnTo>
                    <a:pt x="1005" y="16759"/>
                  </a:lnTo>
                  <a:lnTo>
                    <a:pt x="541" y="17493"/>
                  </a:lnTo>
                  <a:lnTo>
                    <a:pt x="39" y="18226"/>
                  </a:lnTo>
                  <a:lnTo>
                    <a:pt x="1" y="18303"/>
                  </a:lnTo>
                  <a:lnTo>
                    <a:pt x="1" y="18381"/>
                  </a:lnTo>
                  <a:lnTo>
                    <a:pt x="39" y="18419"/>
                  </a:lnTo>
                  <a:lnTo>
                    <a:pt x="117" y="18458"/>
                  </a:lnTo>
                  <a:lnTo>
                    <a:pt x="117" y="18535"/>
                  </a:lnTo>
                  <a:lnTo>
                    <a:pt x="117" y="18612"/>
                  </a:lnTo>
                  <a:lnTo>
                    <a:pt x="155" y="18651"/>
                  </a:lnTo>
                  <a:lnTo>
                    <a:pt x="233" y="18690"/>
                  </a:lnTo>
                  <a:lnTo>
                    <a:pt x="1159" y="18612"/>
                  </a:lnTo>
                  <a:lnTo>
                    <a:pt x="2086" y="18574"/>
                  </a:lnTo>
                  <a:lnTo>
                    <a:pt x="3901" y="18381"/>
                  </a:lnTo>
                  <a:lnTo>
                    <a:pt x="3978" y="18342"/>
                  </a:lnTo>
                  <a:lnTo>
                    <a:pt x="4055" y="18265"/>
                  </a:lnTo>
                  <a:lnTo>
                    <a:pt x="4596" y="17106"/>
                  </a:lnTo>
                  <a:lnTo>
                    <a:pt x="5252" y="15987"/>
                  </a:lnTo>
                  <a:lnTo>
                    <a:pt x="5291" y="16566"/>
                  </a:lnTo>
                  <a:lnTo>
                    <a:pt x="5446" y="17106"/>
                  </a:lnTo>
                  <a:lnTo>
                    <a:pt x="5600" y="17647"/>
                  </a:lnTo>
                  <a:lnTo>
                    <a:pt x="5832" y="18188"/>
                  </a:lnTo>
                  <a:lnTo>
                    <a:pt x="5446" y="18381"/>
                  </a:lnTo>
                  <a:lnTo>
                    <a:pt x="5059" y="18651"/>
                  </a:lnTo>
                  <a:lnTo>
                    <a:pt x="4673" y="18960"/>
                  </a:lnTo>
                  <a:lnTo>
                    <a:pt x="4519" y="19153"/>
                  </a:lnTo>
                  <a:lnTo>
                    <a:pt x="4403" y="19346"/>
                  </a:lnTo>
                  <a:lnTo>
                    <a:pt x="4403" y="19423"/>
                  </a:lnTo>
                  <a:lnTo>
                    <a:pt x="4442" y="19501"/>
                  </a:lnTo>
                  <a:lnTo>
                    <a:pt x="4442" y="19539"/>
                  </a:lnTo>
                  <a:lnTo>
                    <a:pt x="4442" y="19616"/>
                  </a:lnTo>
                  <a:lnTo>
                    <a:pt x="4596" y="19964"/>
                  </a:lnTo>
                  <a:lnTo>
                    <a:pt x="4789" y="20273"/>
                  </a:lnTo>
                  <a:lnTo>
                    <a:pt x="4519" y="20311"/>
                  </a:lnTo>
                  <a:lnTo>
                    <a:pt x="4287" y="20389"/>
                  </a:lnTo>
                  <a:lnTo>
                    <a:pt x="4055" y="20504"/>
                  </a:lnTo>
                  <a:lnTo>
                    <a:pt x="3862" y="20620"/>
                  </a:lnTo>
                  <a:lnTo>
                    <a:pt x="3669" y="20775"/>
                  </a:lnTo>
                  <a:lnTo>
                    <a:pt x="3476" y="20968"/>
                  </a:lnTo>
                  <a:lnTo>
                    <a:pt x="3283" y="21161"/>
                  </a:lnTo>
                  <a:lnTo>
                    <a:pt x="3129" y="21354"/>
                  </a:lnTo>
                  <a:lnTo>
                    <a:pt x="3090" y="21431"/>
                  </a:lnTo>
                  <a:lnTo>
                    <a:pt x="3129" y="21508"/>
                  </a:lnTo>
                  <a:lnTo>
                    <a:pt x="3167" y="21586"/>
                  </a:lnTo>
                  <a:lnTo>
                    <a:pt x="3244" y="21624"/>
                  </a:lnTo>
                  <a:lnTo>
                    <a:pt x="4017" y="21702"/>
                  </a:lnTo>
                  <a:lnTo>
                    <a:pt x="3746" y="22010"/>
                  </a:lnTo>
                  <a:lnTo>
                    <a:pt x="3476" y="22358"/>
                  </a:lnTo>
                  <a:lnTo>
                    <a:pt x="3283" y="22706"/>
                  </a:lnTo>
                  <a:lnTo>
                    <a:pt x="3129" y="23092"/>
                  </a:lnTo>
                  <a:lnTo>
                    <a:pt x="3013" y="23478"/>
                  </a:lnTo>
                  <a:lnTo>
                    <a:pt x="2897" y="23864"/>
                  </a:lnTo>
                  <a:lnTo>
                    <a:pt x="2858" y="24289"/>
                  </a:lnTo>
                  <a:lnTo>
                    <a:pt x="2858" y="24714"/>
                  </a:lnTo>
                  <a:lnTo>
                    <a:pt x="2858" y="25370"/>
                  </a:lnTo>
                  <a:lnTo>
                    <a:pt x="2897" y="25795"/>
                  </a:lnTo>
                  <a:lnTo>
                    <a:pt x="2974" y="26219"/>
                  </a:lnTo>
                  <a:lnTo>
                    <a:pt x="3090" y="26644"/>
                  </a:lnTo>
                  <a:lnTo>
                    <a:pt x="3244" y="26992"/>
                  </a:lnTo>
                  <a:lnTo>
                    <a:pt x="3360" y="27146"/>
                  </a:lnTo>
                  <a:lnTo>
                    <a:pt x="3438" y="27262"/>
                  </a:lnTo>
                  <a:lnTo>
                    <a:pt x="3553" y="27378"/>
                  </a:lnTo>
                  <a:lnTo>
                    <a:pt x="3708" y="27417"/>
                  </a:lnTo>
                  <a:lnTo>
                    <a:pt x="3862" y="27455"/>
                  </a:lnTo>
                  <a:lnTo>
                    <a:pt x="4017" y="27455"/>
                  </a:lnTo>
                  <a:lnTo>
                    <a:pt x="4364" y="27417"/>
                  </a:lnTo>
                  <a:lnTo>
                    <a:pt x="4750" y="27262"/>
                  </a:lnTo>
                  <a:lnTo>
                    <a:pt x="5098" y="27069"/>
                  </a:lnTo>
                  <a:lnTo>
                    <a:pt x="5407" y="26837"/>
                  </a:lnTo>
                  <a:lnTo>
                    <a:pt x="5716" y="26567"/>
                  </a:lnTo>
                  <a:lnTo>
                    <a:pt x="6218" y="26065"/>
                  </a:lnTo>
                  <a:lnTo>
                    <a:pt x="6565" y="25602"/>
                  </a:lnTo>
                  <a:lnTo>
                    <a:pt x="6874" y="25100"/>
                  </a:lnTo>
                  <a:lnTo>
                    <a:pt x="7106" y="24559"/>
                  </a:lnTo>
                  <a:lnTo>
                    <a:pt x="7260" y="23980"/>
                  </a:lnTo>
                  <a:lnTo>
                    <a:pt x="7376" y="24134"/>
                  </a:lnTo>
                  <a:lnTo>
                    <a:pt x="7531" y="24289"/>
                  </a:lnTo>
                  <a:lnTo>
                    <a:pt x="7685" y="24405"/>
                  </a:lnTo>
                  <a:lnTo>
                    <a:pt x="7878" y="24520"/>
                  </a:lnTo>
                  <a:lnTo>
                    <a:pt x="7955" y="24559"/>
                  </a:lnTo>
                  <a:lnTo>
                    <a:pt x="8033" y="24520"/>
                  </a:lnTo>
                  <a:lnTo>
                    <a:pt x="8110" y="24482"/>
                  </a:lnTo>
                  <a:lnTo>
                    <a:pt x="8110" y="24366"/>
                  </a:lnTo>
                  <a:lnTo>
                    <a:pt x="8149" y="23787"/>
                  </a:lnTo>
                  <a:lnTo>
                    <a:pt x="8149" y="23208"/>
                  </a:lnTo>
                  <a:lnTo>
                    <a:pt x="8071" y="22628"/>
                  </a:lnTo>
                  <a:lnTo>
                    <a:pt x="7955" y="22049"/>
                  </a:lnTo>
                  <a:lnTo>
                    <a:pt x="8535" y="22049"/>
                  </a:lnTo>
                  <a:lnTo>
                    <a:pt x="8651" y="22010"/>
                  </a:lnTo>
                  <a:lnTo>
                    <a:pt x="8728" y="21972"/>
                  </a:lnTo>
                  <a:lnTo>
                    <a:pt x="8766" y="21933"/>
                  </a:lnTo>
                  <a:lnTo>
                    <a:pt x="8766" y="21895"/>
                  </a:lnTo>
                  <a:lnTo>
                    <a:pt x="8844" y="21006"/>
                  </a:lnTo>
                  <a:lnTo>
                    <a:pt x="8921" y="20543"/>
                  </a:lnTo>
                  <a:lnTo>
                    <a:pt x="8998" y="20118"/>
                  </a:lnTo>
                  <a:lnTo>
                    <a:pt x="9153" y="20118"/>
                  </a:lnTo>
                  <a:lnTo>
                    <a:pt x="9577" y="20041"/>
                  </a:lnTo>
                  <a:lnTo>
                    <a:pt x="9963" y="19964"/>
                  </a:lnTo>
                  <a:lnTo>
                    <a:pt x="10311" y="19809"/>
                  </a:lnTo>
                  <a:lnTo>
                    <a:pt x="10659" y="19655"/>
                  </a:lnTo>
                  <a:lnTo>
                    <a:pt x="10157" y="20389"/>
                  </a:lnTo>
                  <a:lnTo>
                    <a:pt x="9616" y="21161"/>
                  </a:lnTo>
                  <a:lnTo>
                    <a:pt x="9577" y="21238"/>
                  </a:lnTo>
                  <a:lnTo>
                    <a:pt x="9616" y="21354"/>
                  </a:lnTo>
                  <a:lnTo>
                    <a:pt x="9963" y="22049"/>
                  </a:lnTo>
                  <a:lnTo>
                    <a:pt x="10272" y="22783"/>
                  </a:lnTo>
                  <a:lnTo>
                    <a:pt x="10581" y="23516"/>
                  </a:lnTo>
                  <a:lnTo>
                    <a:pt x="10813" y="24250"/>
                  </a:lnTo>
                  <a:lnTo>
                    <a:pt x="10890" y="24327"/>
                  </a:lnTo>
                  <a:lnTo>
                    <a:pt x="11006" y="24405"/>
                  </a:lnTo>
                  <a:lnTo>
                    <a:pt x="11122" y="24405"/>
                  </a:lnTo>
                  <a:lnTo>
                    <a:pt x="11199" y="24289"/>
                  </a:lnTo>
                  <a:lnTo>
                    <a:pt x="13130" y="21740"/>
                  </a:lnTo>
                  <a:lnTo>
                    <a:pt x="14095" y="20389"/>
                  </a:lnTo>
                  <a:lnTo>
                    <a:pt x="14520" y="19732"/>
                  </a:lnTo>
                  <a:lnTo>
                    <a:pt x="14945" y="19037"/>
                  </a:lnTo>
                  <a:lnTo>
                    <a:pt x="14983" y="18960"/>
                  </a:lnTo>
                  <a:lnTo>
                    <a:pt x="14945" y="18883"/>
                  </a:lnTo>
                  <a:lnTo>
                    <a:pt x="14790" y="18535"/>
                  </a:lnTo>
                  <a:lnTo>
                    <a:pt x="14597" y="18149"/>
                  </a:lnTo>
                  <a:lnTo>
                    <a:pt x="14288" y="17454"/>
                  </a:lnTo>
                  <a:lnTo>
                    <a:pt x="13786" y="16180"/>
                  </a:lnTo>
                  <a:lnTo>
                    <a:pt x="14211" y="15369"/>
                  </a:lnTo>
                  <a:lnTo>
                    <a:pt x="14674" y="14558"/>
                  </a:lnTo>
                  <a:lnTo>
                    <a:pt x="15061" y="13708"/>
                  </a:lnTo>
                  <a:lnTo>
                    <a:pt x="15447" y="12897"/>
                  </a:lnTo>
                  <a:lnTo>
                    <a:pt x="16065" y="11391"/>
                  </a:lnTo>
                  <a:lnTo>
                    <a:pt x="16644" y="9885"/>
                  </a:lnTo>
                  <a:lnTo>
                    <a:pt x="17146" y="8341"/>
                  </a:lnTo>
                  <a:lnTo>
                    <a:pt x="17609" y="6796"/>
                  </a:lnTo>
                  <a:lnTo>
                    <a:pt x="17995" y="5213"/>
                  </a:lnTo>
                  <a:lnTo>
                    <a:pt x="18382" y="3630"/>
                  </a:lnTo>
                  <a:lnTo>
                    <a:pt x="18729" y="2047"/>
                  </a:lnTo>
                  <a:lnTo>
                    <a:pt x="19038" y="463"/>
                  </a:lnTo>
                  <a:lnTo>
                    <a:pt x="19038" y="386"/>
                  </a:lnTo>
                  <a:lnTo>
                    <a:pt x="18999" y="309"/>
                  </a:lnTo>
                  <a:lnTo>
                    <a:pt x="18999" y="232"/>
                  </a:lnTo>
                  <a:lnTo>
                    <a:pt x="18999" y="77"/>
                  </a:lnTo>
                  <a:lnTo>
                    <a:pt x="18961" y="39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8"/>
            <p:cNvSpPr/>
            <p:nvPr/>
          </p:nvSpPr>
          <p:spPr>
            <a:xfrm>
              <a:off x="5947325" y="1038225"/>
              <a:ext cx="458575" cy="289650"/>
            </a:xfrm>
            <a:custGeom>
              <a:avLst/>
              <a:gdLst/>
              <a:ahLst/>
              <a:cxnLst/>
              <a:rect l="l" t="t" r="r" b="b"/>
              <a:pathLst>
                <a:path w="18343" h="11586" extrusionOk="0">
                  <a:moveTo>
                    <a:pt x="17068" y="387"/>
                  </a:moveTo>
                  <a:lnTo>
                    <a:pt x="17145" y="426"/>
                  </a:lnTo>
                  <a:lnTo>
                    <a:pt x="17223" y="503"/>
                  </a:lnTo>
                  <a:lnTo>
                    <a:pt x="17300" y="735"/>
                  </a:lnTo>
                  <a:lnTo>
                    <a:pt x="17377" y="928"/>
                  </a:lnTo>
                  <a:lnTo>
                    <a:pt x="17377" y="1121"/>
                  </a:lnTo>
                  <a:lnTo>
                    <a:pt x="17338" y="1314"/>
                  </a:lnTo>
                  <a:lnTo>
                    <a:pt x="17223" y="1546"/>
                  </a:lnTo>
                  <a:lnTo>
                    <a:pt x="16952" y="1893"/>
                  </a:lnTo>
                  <a:lnTo>
                    <a:pt x="16721" y="2125"/>
                  </a:lnTo>
                  <a:lnTo>
                    <a:pt x="16450" y="2356"/>
                  </a:lnTo>
                  <a:lnTo>
                    <a:pt x="16180" y="2550"/>
                  </a:lnTo>
                  <a:lnTo>
                    <a:pt x="15871" y="2665"/>
                  </a:lnTo>
                  <a:lnTo>
                    <a:pt x="15871" y="2086"/>
                  </a:lnTo>
                  <a:lnTo>
                    <a:pt x="15910" y="1777"/>
                  </a:lnTo>
                  <a:lnTo>
                    <a:pt x="15948" y="1468"/>
                  </a:lnTo>
                  <a:lnTo>
                    <a:pt x="16025" y="1198"/>
                  </a:lnTo>
                  <a:lnTo>
                    <a:pt x="16180" y="928"/>
                  </a:lnTo>
                  <a:lnTo>
                    <a:pt x="16334" y="696"/>
                  </a:lnTo>
                  <a:lnTo>
                    <a:pt x="16605" y="503"/>
                  </a:lnTo>
                  <a:lnTo>
                    <a:pt x="16836" y="426"/>
                  </a:lnTo>
                  <a:lnTo>
                    <a:pt x="16991" y="387"/>
                  </a:lnTo>
                  <a:close/>
                  <a:moveTo>
                    <a:pt x="14597" y="2974"/>
                  </a:moveTo>
                  <a:lnTo>
                    <a:pt x="14867" y="3013"/>
                  </a:lnTo>
                  <a:lnTo>
                    <a:pt x="15137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7"/>
                  </a:lnTo>
                  <a:lnTo>
                    <a:pt x="14056" y="3862"/>
                  </a:lnTo>
                  <a:lnTo>
                    <a:pt x="13786" y="3940"/>
                  </a:lnTo>
                  <a:lnTo>
                    <a:pt x="13477" y="4017"/>
                  </a:lnTo>
                  <a:lnTo>
                    <a:pt x="13052" y="4017"/>
                  </a:lnTo>
                  <a:lnTo>
                    <a:pt x="12975" y="3940"/>
                  </a:lnTo>
                  <a:lnTo>
                    <a:pt x="12975" y="3862"/>
                  </a:lnTo>
                  <a:lnTo>
                    <a:pt x="12975" y="3708"/>
                  </a:lnTo>
                  <a:lnTo>
                    <a:pt x="13014" y="3476"/>
                  </a:lnTo>
                  <a:lnTo>
                    <a:pt x="13052" y="3360"/>
                  </a:lnTo>
                  <a:lnTo>
                    <a:pt x="13207" y="3245"/>
                  </a:lnTo>
                  <a:lnTo>
                    <a:pt x="13400" y="3167"/>
                  </a:lnTo>
                  <a:lnTo>
                    <a:pt x="13709" y="3052"/>
                  </a:lnTo>
                  <a:lnTo>
                    <a:pt x="14018" y="3013"/>
                  </a:lnTo>
                  <a:lnTo>
                    <a:pt x="14326" y="2974"/>
                  </a:lnTo>
                  <a:close/>
                  <a:moveTo>
                    <a:pt x="15678" y="3283"/>
                  </a:moveTo>
                  <a:lnTo>
                    <a:pt x="16334" y="3476"/>
                  </a:lnTo>
                  <a:lnTo>
                    <a:pt x="16643" y="3554"/>
                  </a:lnTo>
                  <a:lnTo>
                    <a:pt x="16991" y="3669"/>
                  </a:lnTo>
                  <a:lnTo>
                    <a:pt x="17261" y="3824"/>
                  </a:lnTo>
                  <a:lnTo>
                    <a:pt x="17531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79" y="4596"/>
                  </a:lnTo>
                  <a:lnTo>
                    <a:pt x="17918" y="4789"/>
                  </a:lnTo>
                  <a:lnTo>
                    <a:pt x="17879" y="4944"/>
                  </a:lnTo>
                  <a:lnTo>
                    <a:pt x="17802" y="5059"/>
                  </a:lnTo>
                  <a:lnTo>
                    <a:pt x="17647" y="5137"/>
                  </a:lnTo>
                  <a:lnTo>
                    <a:pt x="17493" y="5175"/>
                  </a:lnTo>
                  <a:lnTo>
                    <a:pt x="17338" y="5175"/>
                  </a:lnTo>
                  <a:lnTo>
                    <a:pt x="17145" y="5137"/>
                  </a:lnTo>
                  <a:lnTo>
                    <a:pt x="16991" y="5059"/>
                  </a:lnTo>
                  <a:lnTo>
                    <a:pt x="16643" y="4789"/>
                  </a:lnTo>
                  <a:lnTo>
                    <a:pt x="16373" y="4480"/>
                  </a:lnTo>
                  <a:lnTo>
                    <a:pt x="16180" y="4210"/>
                  </a:lnTo>
                  <a:lnTo>
                    <a:pt x="15987" y="3901"/>
                  </a:lnTo>
                  <a:lnTo>
                    <a:pt x="15832" y="3592"/>
                  </a:lnTo>
                  <a:lnTo>
                    <a:pt x="15678" y="3283"/>
                  </a:lnTo>
                  <a:close/>
                  <a:moveTo>
                    <a:pt x="4634" y="542"/>
                  </a:moveTo>
                  <a:lnTo>
                    <a:pt x="5252" y="580"/>
                  </a:lnTo>
                  <a:lnTo>
                    <a:pt x="5831" y="696"/>
                  </a:lnTo>
                  <a:lnTo>
                    <a:pt x="6410" y="850"/>
                  </a:lnTo>
                  <a:lnTo>
                    <a:pt x="6990" y="1121"/>
                  </a:lnTo>
                  <a:lnTo>
                    <a:pt x="7492" y="1430"/>
                  </a:lnTo>
                  <a:lnTo>
                    <a:pt x="7916" y="1739"/>
                  </a:lnTo>
                  <a:lnTo>
                    <a:pt x="8303" y="2086"/>
                  </a:lnTo>
                  <a:lnTo>
                    <a:pt x="8650" y="2472"/>
                  </a:lnTo>
                  <a:lnTo>
                    <a:pt x="8959" y="2858"/>
                  </a:lnTo>
                  <a:lnTo>
                    <a:pt x="9538" y="3669"/>
                  </a:lnTo>
                  <a:lnTo>
                    <a:pt x="10156" y="4480"/>
                  </a:lnTo>
                  <a:lnTo>
                    <a:pt x="10388" y="4828"/>
                  </a:lnTo>
                  <a:lnTo>
                    <a:pt x="10697" y="5137"/>
                  </a:lnTo>
                  <a:lnTo>
                    <a:pt x="11006" y="5446"/>
                  </a:lnTo>
                  <a:lnTo>
                    <a:pt x="11353" y="5677"/>
                  </a:lnTo>
                  <a:lnTo>
                    <a:pt x="11701" y="5870"/>
                  </a:lnTo>
                  <a:lnTo>
                    <a:pt x="12125" y="5986"/>
                  </a:lnTo>
                  <a:lnTo>
                    <a:pt x="12512" y="6025"/>
                  </a:lnTo>
                  <a:lnTo>
                    <a:pt x="12975" y="5986"/>
                  </a:lnTo>
                  <a:lnTo>
                    <a:pt x="13322" y="5870"/>
                  </a:lnTo>
                  <a:lnTo>
                    <a:pt x="13631" y="5755"/>
                  </a:lnTo>
                  <a:lnTo>
                    <a:pt x="13902" y="5600"/>
                  </a:lnTo>
                  <a:lnTo>
                    <a:pt x="14172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8" y="4712"/>
                  </a:lnTo>
                  <a:lnTo>
                    <a:pt x="14983" y="4442"/>
                  </a:lnTo>
                  <a:lnTo>
                    <a:pt x="14751" y="5253"/>
                  </a:lnTo>
                  <a:lnTo>
                    <a:pt x="14442" y="5986"/>
                  </a:lnTo>
                  <a:lnTo>
                    <a:pt x="14056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1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6" y="10272"/>
                  </a:lnTo>
                  <a:lnTo>
                    <a:pt x="9615" y="10466"/>
                  </a:lnTo>
                  <a:lnTo>
                    <a:pt x="9075" y="10659"/>
                  </a:lnTo>
                  <a:lnTo>
                    <a:pt x="8496" y="10774"/>
                  </a:lnTo>
                  <a:lnTo>
                    <a:pt x="7955" y="10890"/>
                  </a:lnTo>
                  <a:lnTo>
                    <a:pt x="7376" y="10929"/>
                  </a:lnTo>
                  <a:lnTo>
                    <a:pt x="6835" y="10929"/>
                  </a:lnTo>
                  <a:lnTo>
                    <a:pt x="6256" y="10890"/>
                  </a:lnTo>
                  <a:lnTo>
                    <a:pt x="5715" y="10774"/>
                  </a:lnTo>
                  <a:lnTo>
                    <a:pt x="5175" y="10620"/>
                  </a:lnTo>
                  <a:lnTo>
                    <a:pt x="4634" y="10466"/>
                  </a:lnTo>
                  <a:lnTo>
                    <a:pt x="4132" y="10195"/>
                  </a:lnTo>
                  <a:lnTo>
                    <a:pt x="3630" y="9925"/>
                  </a:lnTo>
                  <a:lnTo>
                    <a:pt x="3128" y="9577"/>
                  </a:lnTo>
                  <a:lnTo>
                    <a:pt x="2665" y="9191"/>
                  </a:lnTo>
                  <a:lnTo>
                    <a:pt x="2201" y="8767"/>
                  </a:lnTo>
                  <a:lnTo>
                    <a:pt x="1777" y="8303"/>
                  </a:lnTo>
                  <a:lnTo>
                    <a:pt x="1429" y="7801"/>
                  </a:lnTo>
                  <a:lnTo>
                    <a:pt x="1082" y="7261"/>
                  </a:lnTo>
                  <a:lnTo>
                    <a:pt x="811" y="6720"/>
                  </a:lnTo>
                  <a:lnTo>
                    <a:pt x="618" y="6141"/>
                  </a:lnTo>
                  <a:lnTo>
                    <a:pt x="464" y="5523"/>
                  </a:lnTo>
                  <a:lnTo>
                    <a:pt x="425" y="4905"/>
                  </a:lnTo>
                  <a:lnTo>
                    <a:pt x="464" y="4287"/>
                  </a:lnTo>
                  <a:lnTo>
                    <a:pt x="618" y="3708"/>
                  </a:lnTo>
                  <a:lnTo>
                    <a:pt x="811" y="3129"/>
                  </a:lnTo>
                  <a:lnTo>
                    <a:pt x="1120" y="2588"/>
                  </a:lnTo>
                  <a:lnTo>
                    <a:pt x="1468" y="2086"/>
                  </a:lnTo>
                  <a:lnTo>
                    <a:pt x="1892" y="1661"/>
                  </a:lnTo>
                  <a:lnTo>
                    <a:pt x="2356" y="1275"/>
                  </a:lnTo>
                  <a:lnTo>
                    <a:pt x="2896" y="1005"/>
                  </a:lnTo>
                  <a:lnTo>
                    <a:pt x="3476" y="773"/>
                  </a:lnTo>
                  <a:lnTo>
                    <a:pt x="4055" y="619"/>
                  </a:lnTo>
                  <a:lnTo>
                    <a:pt x="4634" y="542"/>
                  </a:lnTo>
                  <a:close/>
                  <a:moveTo>
                    <a:pt x="16875" y="1"/>
                  </a:moveTo>
                  <a:lnTo>
                    <a:pt x="16682" y="40"/>
                  </a:lnTo>
                  <a:lnTo>
                    <a:pt x="16450" y="155"/>
                  </a:lnTo>
                  <a:lnTo>
                    <a:pt x="16257" y="271"/>
                  </a:lnTo>
                  <a:lnTo>
                    <a:pt x="16103" y="426"/>
                  </a:lnTo>
                  <a:lnTo>
                    <a:pt x="15948" y="580"/>
                  </a:lnTo>
                  <a:lnTo>
                    <a:pt x="15832" y="773"/>
                  </a:lnTo>
                  <a:lnTo>
                    <a:pt x="15717" y="1005"/>
                  </a:lnTo>
                  <a:lnTo>
                    <a:pt x="15601" y="1237"/>
                  </a:lnTo>
                  <a:lnTo>
                    <a:pt x="15485" y="1739"/>
                  </a:lnTo>
                  <a:lnTo>
                    <a:pt x="15446" y="2279"/>
                  </a:lnTo>
                  <a:lnTo>
                    <a:pt x="15485" y="2820"/>
                  </a:lnTo>
                  <a:lnTo>
                    <a:pt x="15369" y="2820"/>
                  </a:lnTo>
                  <a:lnTo>
                    <a:pt x="15330" y="2858"/>
                  </a:lnTo>
                  <a:lnTo>
                    <a:pt x="14906" y="2743"/>
                  </a:lnTo>
                  <a:lnTo>
                    <a:pt x="14442" y="2665"/>
                  </a:lnTo>
                  <a:lnTo>
                    <a:pt x="13979" y="2665"/>
                  </a:lnTo>
                  <a:lnTo>
                    <a:pt x="13516" y="2743"/>
                  </a:lnTo>
                  <a:lnTo>
                    <a:pt x="13168" y="2858"/>
                  </a:lnTo>
                  <a:lnTo>
                    <a:pt x="12975" y="2974"/>
                  </a:lnTo>
                  <a:lnTo>
                    <a:pt x="12782" y="3090"/>
                  </a:lnTo>
                  <a:lnTo>
                    <a:pt x="12627" y="3206"/>
                  </a:lnTo>
                  <a:lnTo>
                    <a:pt x="12512" y="3360"/>
                  </a:lnTo>
                  <a:lnTo>
                    <a:pt x="12396" y="3554"/>
                  </a:lnTo>
                  <a:lnTo>
                    <a:pt x="12396" y="3747"/>
                  </a:lnTo>
                  <a:lnTo>
                    <a:pt x="12396" y="3940"/>
                  </a:lnTo>
                  <a:lnTo>
                    <a:pt x="12473" y="4094"/>
                  </a:lnTo>
                  <a:lnTo>
                    <a:pt x="12627" y="4210"/>
                  </a:lnTo>
                  <a:lnTo>
                    <a:pt x="12782" y="4287"/>
                  </a:lnTo>
                  <a:lnTo>
                    <a:pt x="12975" y="4364"/>
                  </a:lnTo>
                  <a:lnTo>
                    <a:pt x="13168" y="4403"/>
                  </a:lnTo>
                  <a:lnTo>
                    <a:pt x="13516" y="4364"/>
                  </a:lnTo>
                  <a:lnTo>
                    <a:pt x="13863" y="4326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8" y="3824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3" y="4866"/>
                  </a:lnTo>
                  <a:lnTo>
                    <a:pt x="13940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29" y="5446"/>
                  </a:lnTo>
                  <a:lnTo>
                    <a:pt x="12743" y="5523"/>
                  </a:lnTo>
                  <a:lnTo>
                    <a:pt x="12396" y="5523"/>
                  </a:lnTo>
                  <a:lnTo>
                    <a:pt x="12048" y="5446"/>
                  </a:lnTo>
                  <a:lnTo>
                    <a:pt x="11739" y="5330"/>
                  </a:lnTo>
                  <a:lnTo>
                    <a:pt x="11430" y="5137"/>
                  </a:lnTo>
                  <a:lnTo>
                    <a:pt x="11121" y="4905"/>
                  </a:lnTo>
                  <a:lnTo>
                    <a:pt x="10851" y="4635"/>
                  </a:lnTo>
                  <a:lnTo>
                    <a:pt x="10542" y="4210"/>
                  </a:lnTo>
                  <a:lnTo>
                    <a:pt x="10195" y="3785"/>
                  </a:lnTo>
                  <a:lnTo>
                    <a:pt x="9615" y="2936"/>
                  </a:lnTo>
                  <a:lnTo>
                    <a:pt x="9307" y="2511"/>
                  </a:lnTo>
                  <a:lnTo>
                    <a:pt x="8959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6" y="966"/>
                  </a:lnTo>
                  <a:lnTo>
                    <a:pt x="7105" y="657"/>
                  </a:lnTo>
                  <a:lnTo>
                    <a:pt x="6526" y="426"/>
                  </a:lnTo>
                  <a:lnTo>
                    <a:pt x="5947" y="271"/>
                  </a:lnTo>
                  <a:lnTo>
                    <a:pt x="5329" y="155"/>
                  </a:lnTo>
                  <a:lnTo>
                    <a:pt x="4750" y="117"/>
                  </a:lnTo>
                  <a:lnTo>
                    <a:pt x="4132" y="155"/>
                  </a:lnTo>
                  <a:lnTo>
                    <a:pt x="3553" y="271"/>
                  </a:lnTo>
                  <a:lnTo>
                    <a:pt x="3283" y="348"/>
                  </a:lnTo>
                  <a:lnTo>
                    <a:pt x="2935" y="464"/>
                  </a:lnTo>
                  <a:lnTo>
                    <a:pt x="2588" y="619"/>
                  </a:lnTo>
                  <a:lnTo>
                    <a:pt x="2279" y="812"/>
                  </a:lnTo>
                  <a:lnTo>
                    <a:pt x="1931" y="1005"/>
                  </a:lnTo>
                  <a:lnTo>
                    <a:pt x="1661" y="1275"/>
                  </a:lnTo>
                  <a:lnTo>
                    <a:pt x="1352" y="1546"/>
                  </a:lnTo>
                  <a:lnTo>
                    <a:pt x="1082" y="1854"/>
                  </a:lnTo>
                  <a:lnTo>
                    <a:pt x="850" y="2163"/>
                  </a:lnTo>
                  <a:lnTo>
                    <a:pt x="541" y="2665"/>
                  </a:lnTo>
                  <a:lnTo>
                    <a:pt x="309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0" y="4712"/>
                  </a:lnTo>
                  <a:lnTo>
                    <a:pt x="39" y="5214"/>
                  </a:lnTo>
                  <a:lnTo>
                    <a:pt x="78" y="5716"/>
                  </a:lnTo>
                  <a:lnTo>
                    <a:pt x="193" y="6218"/>
                  </a:lnTo>
                  <a:lnTo>
                    <a:pt x="386" y="6720"/>
                  </a:lnTo>
                  <a:lnTo>
                    <a:pt x="580" y="7222"/>
                  </a:lnTo>
                  <a:lnTo>
                    <a:pt x="811" y="7685"/>
                  </a:lnTo>
                  <a:lnTo>
                    <a:pt x="1082" y="8110"/>
                  </a:lnTo>
                  <a:lnTo>
                    <a:pt x="1429" y="8573"/>
                  </a:lnTo>
                  <a:lnTo>
                    <a:pt x="1777" y="8960"/>
                  </a:lnTo>
                  <a:lnTo>
                    <a:pt x="2124" y="9384"/>
                  </a:lnTo>
                  <a:lnTo>
                    <a:pt x="2549" y="9732"/>
                  </a:lnTo>
                  <a:lnTo>
                    <a:pt x="3090" y="10157"/>
                  </a:lnTo>
                  <a:lnTo>
                    <a:pt x="3630" y="10504"/>
                  </a:lnTo>
                  <a:lnTo>
                    <a:pt x="4209" y="10774"/>
                  </a:lnTo>
                  <a:lnTo>
                    <a:pt x="4789" y="11045"/>
                  </a:lnTo>
                  <a:lnTo>
                    <a:pt x="5406" y="11199"/>
                  </a:lnTo>
                  <a:lnTo>
                    <a:pt x="6024" y="11354"/>
                  </a:lnTo>
                  <a:lnTo>
                    <a:pt x="6642" y="11392"/>
                  </a:lnTo>
                  <a:lnTo>
                    <a:pt x="7260" y="11431"/>
                  </a:lnTo>
                  <a:lnTo>
                    <a:pt x="7337" y="11585"/>
                  </a:lnTo>
                  <a:lnTo>
                    <a:pt x="7646" y="11392"/>
                  </a:lnTo>
                  <a:lnTo>
                    <a:pt x="8457" y="11315"/>
                  </a:lnTo>
                  <a:lnTo>
                    <a:pt x="9268" y="11122"/>
                  </a:lnTo>
                  <a:lnTo>
                    <a:pt x="10079" y="10813"/>
                  </a:lnTo>
                  <a:lnTo>
                    <a:pt x="10851" y="10466"/>
                  </a:lnTo>
                  <a:lnTo>
                    <a:pt x="11546" y="10041"/>
                  </a:lnTo>
                  <a:lnTo>
                    <a:pt x="12164" y="9577"/>
                  </a:lnTo>
                  <a:lnTo>
                    <a:pt x="12434" y="9384"/>
                  </a:lnTo>
                  <a:lnTo>
                    <a:pt x="13052" y="8805"/>
                  </a:lnTo>
                  <a:lnTo>
                    <a:pt x="13631" y="8187"/>
                  </a:lnTo>
                  <a:lnTo>
                    <a:pt x="14133" y="7492"/>
                  </a:lnTo>
                  <a:lnTo>
                    <a:pt x="14597" y="6797"/>
                  </a:lnTo>
                  <a:lnTo>
                    <a:pt x="14944" y="6025"/>
                  </a:lnTo>
                  <a:lnTo>
                    <a:pt x="15099" y="5639"/>
                  </a:lnTo>
                  <a:lnTo>
                    <a:pt x="15253" y="5214"/>
                  </a:lnTo>
                  <a:lnTo>
                    <a:pt x="15330" y="4828"/>
                  </a:lnTo>
                  <a:lnTo>
                    <a:pt x="15408" y="4403"/>
                  </a:lnTo>
                  <a:lnTo>
                    <a:pt x="15485" y="4017"/>
                  </a:lnTo>
                  <a:lnTo>
                    <a:pt x="15485" y="3592"/>
                  </a:lnTo>
                  <a:lnTo>
                    <a:pt x="15678" y="4056"/>
                  </a:lnTo>
                  <a:lnTo>
                    <a:pt x="15948" y="4480"/>
                  </a:lnTo>
                  <a:lnTo>
                    <a:pt x="16257" y="4866"/>
                  </a:lnTo>
                  <a:lnTo>
                    <a:pt x="16605" y="5214"/>
                  </a:lnTo>
                  <a:lnTo>
                    <a:pt x="16759" y="5368"/>
                  </a:lnTo>
                  <a:lnTo>
                    <a:pt x="16991" y="5484"/>
                  </a:lnTo>
                  <a:lnTo>
                    <a:pt x="17184" y="5561"/>
                  </a:lnTo>
                  <a:lnTo>
                    <a:pt x="17416" y="5639"/>
                  </a:lnTo>
                  <a:lnTo>
                    <a:pt x="17609" y="5677"/>
                  </a:lnTo>
                  <a:lnTo>
                    <a:pt x="17840" y="5639"/>
                  </a:lnTo>
                  <a:lnTo>
                    <a:pt x="18033" y="5523"/>
                  </a:lnTo>
                  <a:lnTo>
                    <a:pt x="18188" y="5330"/>
                  </a:lnTo>
                  <a:lnTo>
                    <a:pt x="18304" y="5137"/>
                  </a:lnTo>
                  <a:lnTo>
                    <a:pt x="18342" y="4944"/>
                  </a:lnTo>
                  <a:lnTo>
                    <a:pt x="18304" y="4712"/>
                  </a:lnTo>
                  <a:lnTo>
                    <a:pt x="18265" y="4519"/>
                  </a:lnTo>
                  <a:lnTo>
                    <a:pt x="18188" y="4287"/>
                  </a:lnTo>
                  <a:lnTo>
                    <a:pt x="18072" y="4133"/>
                  </a:lnTo>
                  <a:lnTo>
                    <a:pt x="17956" y="3940"/>
                  </a:lnTo>
                  <a:lnTo>
                    <a:pt x="17802" y="3785"/>
                  </a:lnTo>
                  <a:lnTo>
                    <a:pt x="17647" y="3631"/>
                  </a:lnTo>
                  <a:lnTo>
                    <a:pt x="17416" y="3476"/>
                  </a:lnTo>
                  <a:lnTo>
                    <a:pt x="16952" y="3245"/>
                  </a:lnTo>
                  <a:lnTo>
                    <a:pt x="16489" y="3052"/>
                  </a:lnTo>
                  <a:lnTo>
                    <a:pt x="15987" y="2936"/>
                  </a:lnTo>
                  <a:lnTo>
                    <a:pt x="16412" y="2781"/>
                  </a:lnTo>
                  <a:lnTo>
                    <a:pt x="16836" y="2511"/>
                  </a:lnTo>
                  <a:lnTo>
                    <a:pt x="17184" y="2202"/>
                  </a:lnTo>
                  <a:lnTo>
                    <a:pt x="17493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3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0" y="194"/>
                  </a:lnTo>
                  <a:lnTo>
                    <a:pt x="17454" y="117"/>
                  </a:lnTo>
                  <a:lnTo>
                    <a:pt x="17338" y="40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8"/>
            <p:cNvSpPr/>
            <p:nvPr/>
          </p:nvSpPr>
          <p:spPr>
            <a:xfrm>
              <a:off x="5978200" y="1074925"/>
              <a:ext cx="144850" cy="162200"/>
            </a:xfrm>
            <a:custGeom>
              <a:avLst/>
              <a:gdLst/>
              <a:ahLst/>
              <a:cxnLst/>
              <a:rect l="l" t="t" r="r" b="b"/>
              <a:pathLst>
                <a:path w="5794" h="6488" extrusionOk="0">
                  <a:moveTo>
                    <a:pt x="2241" y="425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7" y="734"/>
                  </a:lnTo>
                  <a:lnTo>
                    <a:pt x="4171" y="1004"/>
                  </a:lnTo>
                  <a:lnTo>
                    <a:pt x="4558" y="1313"/>
                  </a:lnTo>
                  <a:lnTo>
                    <a:pt x="4751" y="1506"/>
                  </a:lnTo>
                  <a:lnTo>
                    <a:pt x="4905" y="1738"/>
                  </a:lnTo>
                  <a:lnTo>
                    <a:pt x="5021" y="1931"/>
                  </a:lnTo>
                  <a:lnTo>
                    <a:pt x="5137" y="2163"/>
                  </a:lnTo>
                  <a:lnTo>
                    <a:pt x="5214" y="2433"/>
                  </a:lnTo>
                  <a:lnTo>
                    <a:pt x="5291" y="2703"/>
                  </a:lnTo>
                  <a:lnTo>
                    <a:pt x="5330" y="3167"/>
                  </a:lnTo>
                  <a:lnTo>
                    <a:pt x="5330" y="3630"/>
                  </a:lnTo>
                  <a:lnTo>
                    <a:pt x="5214" y="4132"/>
                  </a:lnTo>
                  <a:lnTo>
                    <a:pt x="5021" y="4557"/>
                  </a:lnTo>
                  <a:lnTo>
                    <a:pt x="4789" y="4982"/>
                  </a:lnTo>
                  <a:lnTo>
                    <a:pt x="4480" y="5329"/>
                  </a:lnTo>
                  <a:lnTo>
                    <a:pt x="4287" y="5484"/>
                  </a:lnTo>
                  <a:lnTo>
                    <a:pt x="4094" y="5638"/>
                  </a:lnTo>
                  <a:lnTo>
                    <a:pt x="3901" y="5754"/>
                  </a:lnTo>
                  <a:lnTo>
                    <a:pt x="3669" y="5831"/>
                  </a:lnTo>
                  <a:lnTo>
                    <a:pt x="3360" y="5947"/>
                  </a:lnTo>
                  <a:lnTo>
                    <a:pt x="3090" y="5986"/>
                  </a:lnTo>
                  <a:lnTo>
                    <a:pt x="2820" y="6024"/>
                  </a:lnTo>
                  <a:lnTo>
                    <a:pt x="2550" y="5986"/>
                  </a:lnTo>
                  <a:lnTo>
                    <a:pt x="2279" y="5947"/>
                  </a:lnTo>
                  <a:lnTo>
                    <a:pt x="2048" y="5870"/>
                  </a:lnTo>
                  <a:lnTo>
                    <a:pt x="1855" y="5754"/>
                  </a:lnTo>
                  <a:lnTo>
                    <a:pt x="1623" y="5638"/>
                  </a:lnTo>
                  <a:lnTo>
                    <a:pt x="1430" y="5484"/>
                  </a:lnTo>
                  <a:lnTo>
                    <a:pt x="1275" y="5291"/>
                  </a:lnTo>
                  <a:lnTo>
                    <a:pt x="1082" y="5097"/>
                  </a:lnTo>
                  <a:lnTo>
                    <a:pt x="966" y="4904"/>
                  </a:lnTo>
                  <a:lnTo>
                    <a:pt x="696" y="4441"/>
                  </a:lnTo>
                  <a:lnTo>
                    <a:pt x="542" y="3900"/>
                  </a:lnTo>
                  <a:lnTo>
                    <a:pt x="426" y="3398"/>
                  </a:lnTo>
                  <a:lnTo>
                    <a:pt x="426" y="2858"/>
                  </a:lnTo>
                  <a:lnTo>
                    <a:pt x="503" y="2317"/>
                  </a:lnTo>
                  <a:lnTo>
                    <a:pt x="542" y="2047"/>
                  </a:lnTo>
                  <a:lnTo>
                    <a:pt x="657" y="1815"/>
                  </a:lnTo>
                  <a:lnTo>
                    <a:pt x="735" y="1584"/>
                  </a:lnTo>
                  <a:lnTo>
                    <a:pt x="889" y="1352"/>
                  </a:lnTo>
                  <a:lnTo>
                    <a:pt x="1044" y="1159"/>
                  </a:lnTo>
                  <a:lnTo>
                    <a:pt x="1237" y="1004"/>
                  </a:lnTo>
                  <a:lnTo>
                    <a:pt x="1430" y="811"/>
                  </a:lnTo>
                  <a:lnTo>
                    <a:pt x="1661" y="695"/>
                  </a:lnTo>
                  <a:lnTo>
                    <a:pt x="1893" y="580"/>
                  </a:lnTo>
                  <a:lnTo>
                    <a:pt x="2202" y="502"/>
                  </a:lnTo>
                  <a:lnTo>
                    <a:pt x="2241" y="464"/>
                  </a:lnTo>
                  <a:lnTo>
                    <a:pt x="2241" y="425"/>
                  </a:lnTo>
                  <a:close/>
                  <a:moveTo>
                    <a:pt x="2279" y="0"/>
                  </a:moveTo>
                  <a:lnTo>
                    <a:pt x="1970" y="39"/>
                  </a:lnTo>
                  <a:lnTo>
                    <a:pt x="1893" y="78"/>
                  </a:lnTo>
                  <a:lnTo>
                    <a:pt x="1816" y="116"/>
                  </a:lnTo>
                  <a:lnTo>
                    <a:pt x="1816" y="193"/>
                  </a:lnTo>
                  <a:lnTo>
                    <a:pt x="1816" y="271"/>
                  </a:lnTo>
                  <a:lnTo>
                    <a:pt x="1507" y="348"/>
                  </a:lnTo>
                  <a:lnTo>
                    <a:pt x="1275" y="464"/>
                  </a:lnTo>
                  <a:lnTo>
                    <a:pt x="1044" y="618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7"/>
                  </a:lnTo>
                  <a:lnTo>
                    <a:pt x="349" y="1429"/>
                  </a:lnTo>
                  <a:lnTo>
                    <a:pt x="233" y="1661"/>
                  </a:lnTo>
                  <a:lnTo>
                    <a:pt x="117" y="1931"/>
                  </a:lnTo>
                  <a:lnTo>
                    <a:pt x="78" y="2201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0"/>
                  </a:lnTo>
                  <a:lnTo>
                    <a:pt x="271" y="4518"/>
                  </a:lnTo>
                  <a:lnTo>
                    <a:pt x="387" y="4827"/>
                  </a:lnTo>
                  <a:lnTo>
                    <a:pt x="542" y="5097"/>
                  </a:lnTo>
                  <a:lnTo>
                    <a:pt x="696" y="5329"/>
                  </a:lnTo>
                  <a:lnTo>
                    <a:pt x="851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0"/>
                  </a:lnTo>
                  <a:lnTo>
                    <a:pt x="1739" y="6256"/>
                  </a:lnTo>
                  <a:lnTo>
                    <a:pt x="2009" y="6372"/>
                  </a:lnTo>
                  <a:lnTo>
                    <a:pt x="2279" y="6449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49"/>
                  </a:lnTo>
                  <a:lnTo>
                    <a:pt x="3554" y="6372"/>
                  </a:lnTo>
                  <a:lnTo>
                    <a:pt x="3862" y="6256"/>
                  </a:lnTo>
                  <a:lnTo>
                    <a:pt x="4133" y="6140"/>
                  </a:lnTo>
                  <a:lnTo>
                    <a:pt x="4403" y="5986"/>
                  </a:lnTo>
                  <a:lnTo>
                    <a:pt x="4635" y="5793"/>
                  </a:lnTo>
                  <a:lnTo>
                    <a:pt x="4866" y="5599"/>
                  </a:lnTo>
                  <a:lnTo>
                    <a:pt x="5060" y="5368"/>
                  </a:lnTo>
                  <a:lnTo>
                    <a:pt x="5214" y="5136"/>
                  </a:lnTo>
                  <a:lnTo>
                    <a:pt x="5368" y="4866"/>
                  </a:lnTo>
                  <a:lnTo>
                    <a:pt x="5523" y="4634"/>
                  </a:lnTo>
                  <a:lnTo>
                    <a:pt x="5639" y="4325"/>
                  </a:lnTo>
                  <a:lnTo>
                    <a:pt x="5716" y="4055"/>
                  </a:lnTo>
                  <a:lnTo>
                    <a:pt x="5755" y="3746"/>
                  </a:lnTo>
                  <a:lnTo>
                    <a:pt x="5793" y="3437"/>
                  </a:lnTo>
                  <a:lnTo>
                    <a:pt x="5793" y="3128"/>
                  </a:lnTo>
                  <a:lnTo>
                    <a:pt x="5793" y="2858"/>
                  </a:lnTo>
                  <a:lnTo>
                    <a:pt x="5716" y="2549"/>
                  </a:lnTo>
                  <a:lnTo>
                    <a:pt x="5639" y="2240"/>
                  </a:lnTo>
                  <a:lnTo>
                    <a:pt x="5523" y="1931"/>
                  </a:lnTo>
                  <a:lnTo>
                    <a:pt x="5368" y="1661"/>
                  </a:lnTo>
                  <a:lnTo>
                    <a:pt x="5214" y="1390"/>
                  </a:lnTo>
                  <a:lnTo>
                    <a:pt x="5021" y="1159"/>
                  </a:lnTo>
                  <a:lnTo>
                    <a:pt x="4828" y="927"/>
                  </a:lnTo>
                  <a:lnTo>
                    <a:pt x="4596" y="734"/>
                  </a:lnTo>
                  <a:lnTo>
                    <a:pt x="4326" y="541"/>
                  </a:lnTo>
                  <a:lnTo>
                    <a:pt x="4094" y="386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8"/>
            <p:cNvSpPr/>
            <p:nvPr/>
          </p:nvSpPr>
          <p:spPr>
            <a:xfrm>
              <a:off x="5341075" y="109905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2" y="2742"/>
                  </a:lnTo>
                  <a:lnTo>
                    <a:pt x="966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8"/>
            <p:cNvSpPr/>
            <p:nvPr/>
          </p:nvSpPr>
          <p:spPr>
            <a:xfrm>
              <a:off x="695700" y="1106775"/>
              <a:ext cx="102350" cy="132275"/>
            </a:xfrm>
            <a:custGeom>
              <a:avLst/>
              <a:gdLst/>
              <a:ahLst/>
              <a:cxnLst/>
              <a:rect l="l" t="t" r="r" b="b"/>
              <a:pathLst>
                <a:path w="4094" h="5291" extrusionOk="0">
                  <a:moveTo>
                    <a:pt x="2279" y="1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4" y="1893"/>
                  </a:lnTo>
                  <a:lnTo>
                    <a:pt x="116" y="2279"/>
                  </a:lnTo>
                  <a:lnTo>
                    <a:pt x="39" y="2665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1"/>
                  </a:lnTo>
                  <a:lnTo>
                    <a:pt x="425" y="5291"/>
                  </a:lnTo>
                  <a:lnTo>
                    <a:pt x="464" y="4750"/>
                  </a:lnTo>
                  <a:lnTo>
                    <a:pt x="464" y="4210"/>
                  </a:lnTo>
                  <a:lnTo>
                    <a:pt x="464" y="3630"/>
                  </a:lnTo>
                  <a:lnTo>
                    <a:pt x="464" y="3090"/>
                  </a:lnTo>
                  <a:lnTo>
                    <a:pt x="541" y="2549"/>
                  </a:lnTo>
                  <a:lnTo>
                    <a:pt x="657" y="2047"/>
                  </a:lnTo>
                  <a:lnTo>
                    <a:pt x="773" y="1816"/>
                  </a:lnTo>
                  <a:lnTo>
                    <a:pt x="889" y="1545"/>
                  </a:lnTo>
                  <a:lnTo>
                    <a:pt x="1043" y="1352"/>
                  </a:lnTo>
                  <a:lnTo>
                    <a:pt x="1198" y="1120"/>
                  </a:lnTo>
                  <a:lnTo>
                    <a:pt x="1391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80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4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2" y="1391"/>
                  </a:lnTo>
                  <a:lnTo>
                    <a:pt x="3669" y="1661"/>
                  </a:lnTo>
                  <a:lnTo>
                    <a:pt x="4094" y="1545"/>
                  </a:lnTo>
                  <a:lnTo>
                    <a:pt x="3978" y="1159"/>
                  </a:lnTo>
                  <a:lnTo>
                    <a:pt x="3823" y="812"/>
                  </a:lnTo>
                  <a:lnTo>
                    <a:pt x="3630" y="503"/>
                  </a:lnTo>
                  <a:lnTo>
                    <a:pt x="3399" y="271"/>
                  </a:lnTo>
                  <a:lnTo>
                    <a:pt x="3244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8"/>
            <p:cNvSpPr/>
            <p:nvPr/>
          </p:nvSpPr>
          <p:spPr>
            <a:xfrm>
              <a:off x="560550" y="1107750"/>
              <a:ext cx="437325" cy="302175"/>
            </a:xfrm>
            <a:custGeom>
              <a:avLst/>
              <a:gdLst/>
              <a:ahLst/>
              <a:cxnLst/>
              <a:rect l="l" t="t" r="r" b="b"/>
              <a:pathLst>
                <a:path w="17493" h="12087" extrusionOk="0">
                  <a:moveTo>
                    <a:pt x="11971" y="502"/>
                  </a:moveTo>
                  <a:lnTo>
                    <a:pt x="12087" y="541"/>
                  </a:lnTo>
                  <a:lnTo>
                    <a:pt x="12203" y="579"/>
                  </a:lnTo>
                  <a:lnTo>
                    <a:pt x="12280" y="657"/>
                  </a:lnTo>
                  <a:lnTo>
                    <a:pt x="12627" y="888"/>
                  </a:lnTo>
                  <a:lnTo>
                    <a:pt x="12898" y="1159"/>
                  </a:lnTo>
                  <a:lnTo>
                    <a:pt x="13129" y="1506"/>
                  </a:lnTo>
                  <a:lnTo>
                    <a:pt x="13322" y="1854"/>
                  </a:lnTo>
                  <a:lnTo>
                    <a:pt x="13477" y="2278"/>
                  </a:lnTo>
                  <a:lnTo>
                    <a:pt x="13593" y="2665"/>
                  </a:lnTo>
                  <a:lnTo>
                    <a:pt x="13824" y="3437"/>
                  </a:lnTo>
                  <a:lnTo>
                    <a:pt x="13824" y="3437"/>
                  </a:lnTo>
                  <a:lnTo>
                    <a:pt x="13091" y="3012"/>
                  </a:lnTo>
                  <a:lnTo>
                    <a:pt x="12705" y="2780"/>
                  </a:lnTo>
                  <a:lnTo>
                    <a:pt x="12357" y="2510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2" y="1738"/>
                  </a:lnTo>
                  <a:lnTo>
                    <a:pt x="11508" y="1429"/>
                  </a:lnTo>
                  <a:lnTo>
                    <a:pt x="11430" y="1081"/>
                  </a:lnTo>
                  <a:lnTo>
                    <a:pt x="11662" y="734"/>
                  </a:lnTo>
                  <a:lnTo>
                    <a:pt x="11739" y="618"/>
                  </a:lnTo>
                  <a:lnTo>
                    <a:pt x="11855" y="541"/>
                  </a:lnTo>
                  <a:lnTo>
                    <a:pt x="11971" y="502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89" y="1738"/>
                  </a:lnTo>
                  <a:lnTo>
                    <a:pt x="16566" y="1854"/>
                  </a:lnTo>
                  <a:lnTo>
                    <a:pt x="16605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5" y="2510"/>
                  </a:lnTo>
                  <a:lnTo>
                    <a:pt x="16528" y="2665"/>
                  </a:lnTo>
                  <a:lnTo>
                    <a:pt x="16412" y="2819"/>
                  </a:lnTo>
                  <a:lnTo>
                    <a:pt x="16296" y="2974"/>
                  </a:lnTo>
                  <a:lnTo>
                    <a:pt x="15948" y="3205"/>
                  </a:lnTo>
                  <a:lnTo>
                    <a:pt x="15524" y="3398"/>
                  </a:lnTo>
                  <a:lnTo>
                    <a:pt x="15137" y="3553"/>
                  </a:lnTo>
                  <a:lnTo>
                    <a:pt x="14713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6"/>
                  </a:lnTo>
                  <a:lnTo>
                    <a:pt x="15060" y="2278"/>
                  </a:lnTo>
                  <a:lnTo>
                    <a:pt x="15408" y="1970"/>
                  </a:lnTo>
                  <a:lnTo>
                    <a:pt x="15639" y="1815"/>
                  </a:lnTo>
                  <a:lnTo>
                    <a:pt x="15871" y="1699"/>
                  </a:lnTo>
                  <a:lnTo>
                    <a:pt x="16103" y="1622"/>
                  </a:lnTo>
                  <a:close/>
                  <a:moveTo>
                    <a:pt x="13824" y="4286"/>
                  </a:moveTo>
                  <a:lnTo>
                    <a:pt x="13670" y="4557"/>
                  </a:lnTo>
                  <a:lnTo>
                    <a:pt x="13477" y="4788"/>
                  </a:lnTo>
                  <a:lnTo>
                    <a:pt x="13245" y="5020"/>
                  </a:lnTo>
                  <a:lnTo>
                    <a:pt x="13014" y="5252"/>
                  </a:lnTo>
                  <a:lnTo>
                    <a:pt x="12666" y="5484"/>
                  </a:lnTo>
                  <a:lnTo>
                    <a:pt x="12125" y="5792"/>
                  </a:lnTo>
                  <a:lnTo>
                    <a:pt x="11855" y="5908"/>
                  </a:lnTo>
                  <a:lnTo>
                    <a:pt x="11623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4" y="5870"/>
                  </a:lnTo>
                  <a:lnTo>
                    <a:pt x="10967" y="5792"/>
                  </a:lnTo>
                  <a:lnTo>
                    <a:pt x="10928" y="5715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7" y="5290"/>
                  </a:lnTo>
                  <a:lnTo>
                    <a:pt x="11121" y="5097"/>
                  </a:lnTo>
                  <a:lnTo>
                    <a:pt x="11276" y="4943"/>
                  </a:lnTo>
                  <a:lnTo>
                    <a:pt x="11546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7" y="4480"/>
                  </a:lnTo>
                  <a:lnTo>
                    <a:pt x="13245" y="4402"/>
                  </a:lnTo>
                  <a:lnTo>
                    <a:pt x="13554" y="4364"/>
                  </a:lnTo>
                  <a:lnTo>
                    <a:pt x="13824" y="4286"/>
                  </a:lnTo>
                  <a:close/>
                  <a:moveTo>
                    <a:pt x="14404" y="4248"/>
                  </a:moveTo>
                  <a:lnTo>
                    <a:pt x="15060" y="4595"/>
                  </a:lnTo>
                  <a:lnTo>
                    <a:pt x="15408" y="4788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1" y="5368"/>
                  </a:lnTo>
                  <a:lnTo>
                    <a:pt x="16412" y="5677"/>
                  </a:lnTo>
                  <a:lnTo>
                    <a:pt x="16643" y="6024"/>
                  </a:lnTo>
                  <a:lnTo>
                    <a:pt x="16875" y="6333"/>
                  </a:lnTo>
                  <a:lnTo>
                    <a:pt x="16991" y="6681"/>
                  </a:lnTo>
                  <a:lnTo>
                    <a:pt x="16991" y="6835"/>
                  </a:lnTo>
                  <a:lnTo>
                    <a:pt x="16991" y="6990"/>
                  </a:lnTo>
                  <a:lnTo>
                    <a:pt x="16952" y="7105"/>
                  </a:lnTo>
                  <a:lnTo>
                    <a:pt x="16836" y="7221"/>
                  </a:lnTo>
                  <a:lnTo>
                    <a:pt x="16759" y="7298"/>
                  </a:lnTo>
                  <a:lnTo>
                    <a:pt x="16643" y="7337"/>
                  </a:lnTo>
                  <a:lnTo>
                    <a:pt x="16373" y="7337"/>
                  </a:lnTo>
                  <a:lnTo>
                    <a:pt x="16141" y="7221"/>
                  </a:lnTo>
                  <a:lnTo>
                    <a:pt x="15871" y="7028"/>
                  </a:lnTo>
                  <a:lnTo>
                    <a:pt x="15601" y="6835"/>
                  </a:lnTo>
                  <a:lnTo>
                    <a:pt x="15369" y="6565"/>
                  </a:lnTo>
                  <a:lnTo>
                    <a:pt x="15060" y="6179"/>
                  </a:lnTo>
                  <a:lnTo>
                    <a:pt x="14828" y="5715"/>
                  </a:lnTo>
                  <a:lnTo>
                    <a:pt x="14635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5" y="0"/>
                  </a:moveTo>
                  <a:lnTo>
                    <a:pt x="11585" y="77"/>
                  </a:lnTo>
                  <a:lnTo>
                    <a:pt x="11469" y="116"/>
                  </a:lnTo>
                  <a:lnTo>
                    <a:pt x="11353" y="232"/>
                  </a:lnTo>
                  <a:lnTo>
                    <a:pt x="11160" y="425"/>
                  </a:lnTo>
                  <a:lnTo>
                    <a:pt x="11006" y="618"/>
                  </a:lnTo>
                  <a:lnTo>
                    <a:pt x="10928" y="811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67" y="1468"/>
                  </a:lnTo>
                  <a:lnTo>
                    <a:pt x="11083" y="1699"/>
                  </a:lnTo>
                  <a:lnTo>
                    <a:pt x="11199" y="1892"/>
                  </a:lnTo>
                  <a:lnTo>
                    <a:pt x="11546" y="2317"/>
                  </a:lnTo>
                  <a:lnTo>
                    <a:pt x="11932" y="2742"/>
                  </a:lnTo>
                  <a:lnTo>
                    <a:pt x="12396" y="3089"/>
                  </a:lnTo>
                  <a:lnTo>
                    <a:pt x="12859" y="3437"/>
                  </a:lnTo>
                  <a:lnTo>
                    <a:pt x="12048" y="3321"/>
                  </a:lnTo>
                  <a:lnTo>
                    <a:pt x="11199" y="3282"/>
                  </a:lnTo>
                  <a:lnTo>
                    <a:pt x="10388" y="3360"/>
                  </a:lnTo>
                  <a:lnTo>
                    <a:pt x="9615" y="3476"/>
                  </a:lnTo>
                  <a:lnTo>
                    <a:pt x="9654" y="3012"/>
                  </a:lnTo>
                  <a:lnTo>
                    <a:pt x="9654" y="2510"/>
                  </a:lnTo>
                  <a:lnTo>
                    <a:pt x="9615" y="2008"/>
                  </a:lnTo>
                  <a:lnTo>
                    <a:pt x="9500" y="1506"/>
                  </a:lnTo>
                  <a:lnTo>
                    <a:pt x="9075" y="1622"/>
                  </a:lnTo>
                  <a:lnTo>
                    <a:pt x="9152" y="2085"/>
                  </a:lnTo>
                  <a:lnTo>
                    <a:pt x="9152" y="2587"/>
                  </a:lnTo>
                  <a:lnTo>
                    <a:pt x="9113" y="3089"/>
                  </a:lnTo>
                  <a:lnTo>
                    <a:pt x="9075" y="3514"/>
                  </a:lnTo>
                  <a:lnTo>
                    <a:pt x="9075" y="3630"/>
                  </a:lnTo>
                  <a:lnTo>
                    <a:pt x="8225" y="3900"/>
                  </a:lnTo>
                  <a:lnTo>
                    <a:pt x="7414" y="4286"/>
                  </a:lnTo>
                  <a:lnTo>
                    <a:pt x="6604" y="4711"/>
                  </a:lnTo>
                  <a:lnTo>
                    <a:pt x="5831" y="5252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6" y="6217"/>
                  </a:lnTo>
                  <a:lnTo>
                    <a:pt x="3823" y="6951"/>
                  </a:lnTo>
                  <a:lnTo>
                    <a:pt x="3090" y="7685"/>
                  </a:lnTo>
                  <a:lnTo>
                    <a:pt x="2394" y="8495"/>
                  </a:lnTo>
                  <a:lnTo>
                    <a:pt x="1738" y="9306"/>
                  </a:lnTo>
                  <a:lnTo>
                    <a:pt x="1082" y="10156"/>
                  </a:lnTo>
                  <a:lnTo>
                    <a:pt x="502" y="10967"/>
                  </a:lnTo>
                  <a:lnTo>
                    <a:pt x="0" y="11816"/>
                  </a:lnTo>
                  <a:lnTo>
                    <a:pt x="309" y="12087"/>
                  </a:lnTo>
                  <a:lnTo>
                    <a:pt x="1545" y="10503"/>
                  </a:lnTo>
                  <a:lnTo>
                    <a:pt x="2742" y="8959"/>
                  </a:lnTo>
                  <a:lnTo>
                    <a:pt x="3360" y="8225"/>
                  </a:lnTo>
                  <a:lnTo>
                    <a:pt x="4016" y="7491"/>
                  </a:lnTo>
                  <a:lnTo>
                    <a:pt x="4711" y="6835"/>
                  </a:lnTo>
                  <a:lnTo>
                    <a:pt x="5484" y="6179"/>
                  </a:lnTo>
                  <a:lnTo>
                    <a:pt x="6256" y="5599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7" y="4441"/>
                  </a:lnTo>
                  <a:lnTo>
                    <a:pt x="8920" y="4248"/>
                  </a:lnTo>
                  <a:lnTo>
                    <a:pt x="9422" y="4132"/>
                  </a:lnTo>
                  <a:lnTo>
                    <a:pt x="9886" y="4016"/>
                  </a:lnTo>
                  <a:lnTo>
                    <a:pt x="10388" y="3939"/>
                  </a:lnTo>
                  <a:lnTo>
                    <a:pt x="10851" y="3862"/>
                  </a:lnTo>
                  <a:lnTo>
                    <a:pt x="11353" y="3823"/>
                  </a:lnTo>
                  <a:lnTo>
                    <a:pt x="11855" y="3823"/>
                  </a:lnTo>
                  <a:lnTo>
                    <a:pt x="12357" y="3862"/>
                  </a:lnTo>
                  <a:lnTo>
                    <a:pt x="12821" y="3939"/>
                  </a:lnTo>
                  <a:lnTo>
                    <a:pt x="12319" y="4016"/>
                  </a:lnTo>
                  <a:lnTo>
                    <a:pt x="11855" y="4132"/>
                  </a:lnTo>
                  <a:lnTo>
                    <a:pt x="11392" y="4286"/>
                  </a:lnTo>
                  <a:lnTo>
                    <a:pt x="11199" y="4402"/>
                  </a:lnTo>
                  <a:lnTo>
                    <a:pt x="11006" y="4557"/>
                  </a:lnTo>
                  <a:lnTo>
                    <a:pt x="10813" y="4711"/>
                  </a:lnTo>
                  <a:lnTo>
                    <a:pt x="10697" y="4866"/>
                  </a:lnTo>
                  <a:lnTo>
                    <a:pt x="10542" y="5059"/>
                  </a:lnTo>
                  <a:lnTo>
                    <a:pt x="10465" y="5290"/>
                  </a:lnTo>
                  <a:lnTo>
                    <a:pt x="10388" y="5522"/>
                  </a:lnTo>
                  <a:lnTo>
                    <a:pt x="10388" y="5754"/>
                  </a:lnTo>
                  <a:lnTo>
                    <a:pt x="10426" y="5947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3"/>
                  </a:lnTo>
                  <a:lnTo>
                    <a:pt x="11006" y="6410"/>
                  </a:lnTo>
                  <a:lnTo>
                    <a:pt x="11276" y="6449"/>
                  </a:lnTo>
                  <a:lnTo>
                    <a:pt x="11585" y="6410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2"/>
                  </a:lnTo>
                  <a:lnTo>
                    <a:pt x="13422" y="5533"/>
                  </a:lnTo>
                  <a:lnTo>
                    <a:pt x="13422" y="5533"/>
                  </a:lnTo>
                  <a:lnTo>
                    <a:pt x="13786" y="5715"/>
                  </a:lnTo>
                  <a:lnTo>
                    <a:pt x="14056" y="4866"/>
                  </a:lnTo>
                  <a:lnTo>
                    <a:pt x="14211" y="5406"/>
                  </a:lnTo>
                  <a:lnTo>
                    <a:pt x="14404" y="5908"/>
                  </a:lnTo>
                  <a:lnTo>
                    <a:pt x="14674" y="6410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8" y="7298"/>
                  </a:lnTo>
                  <a:lnTo>
                    <a:pt x="15678" y="7491"/>
                  </a:lnTo>
                  <a:lnTo>
                    <a:pt x="15987" y="7685"/>
                  </a:lnTo>
                  <a:lnTo>
                    <a:pt x="16296" y="7800"/>
                  </a:lnTo>
                  <a:lnTo>
                    <a:pt x="16605" y="7878"/>
                  </a:lnTo>
                  <a:lnTo>
                    <a:pt x="16875" y="7878"/>
                  </a:lnTo>
                  <a:lnTo>
                    <a:pt x="17030" y="7800"/>
                  </a:lnTo>
                  <a:lnTo>
                    <a:pt x="17184" y="7723"/>
                  </a:lnTo>
                  <a:lnTo>
                    <a:pt x="17300" y="7646"/>
                  </a:lnTo>
                  <a:lnTo>
                    <a:pt x="17377" y="7530"/>
                  </a:lnTo>
                  <a:lnTo>
                    <a:pt x="17416" y="7414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6" y="6603"/>
                  </a:lnTo>
                  <a:lnTo>
                    <a:pt x="17300" y="6294"/>
                  </a:lnTo>
                  <a:lnTo>
                    <a:pt x="17184" y="5986"/>
                  </a:lnTo>
                  <a:lnTo>
                    <a:pt x="17030" y="5715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0"/>
                  </a:lnTo>
                  <a:lnTo>
                    <a:pt x="16257" y="4788"/>
                  </a:lnTo>
                  <a:lnTo>
                    <a:pt x="16026" y="4634"/>
                  </a:lnTo>
                  <a:lnTo>
                    <a:pt x="15524" y="4286"/>
                  </a:lnTo>
                  <a:lnTo>
                    <a:pt x="14944" y="4016"/>
                  </a:lnTo>
                  <a:lnTo>
                    <a:pt x="15408" y="3900"/>
                  </a:lnTo>
                  <a:lnTo>
                    <a:pt x="15832" y="3746"/>
                  </a:lnTo>
                  <a:lnTo>
                    <a:pt x="16219" y="3514"/>
                  </a:lnTo>
                  <a:lnTo>
                    <a:pt x="16605" y="3244"/>
                  </a:lnTo>
                  <a:lnTo>
                    <a:pt x="16759" y="3089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5" y="2201"/>
                  </a:lnTo>
                  <a:lnTo>
                    <a:pt x="17107" y="1931"/>
                  </a:lnTo>
                  <a:lnTo>
                    <a:pt x="17068" y="1699"/>
                  </a:lnTo>
                  <a:lnTo>
                    <a:pt x="16914" y="1506"/>
                  </a:lnTo>
                  <a:lnTo>
                    <a:pt x="16759" y="1313"/>
                  </a:lnTo>
                  <a:lnTo>
                    <a:pt x="16528" y="1236"/>
                  </a:lnTo>
                  <a:lnTo>
                    <a:pt x="16334" y="1159"/>
                  </a:lnTo>
                  <a:lnTo>
                    <a:pt x="16103" y="1159"/>
                  </a:lnTo>
                  <a:lnTo>
                    <a:pt x="15910" y="1197"/>
                  </a:lnTo>
                  <a:lnTo>
                    <a:pt x="15678" y="1275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6" y="2587"/>
                  </a:lnTo>
                  <a:lnTo>
                    <a:pt x="14095" y="3012"/>
                  </a:lnTo>
                  <a:lnTo>
                    <a:pt x="13940" y="2433"/>
                  </a:lnTo>
                  <a:lnTo>
                    <a:pt x="13747" y="1892"/>
                  </a:lnTo>
                  <a:lnTo>
                    <a:pt x="13516" y="1352"/>
                  </a:lnTo>
                  <a:lnTo>
                    <a:pt x="13168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7" y="155"/>
                  </a:lnTo>
                  <a:lnTo>
                    <a:pt x="12087" y="39"/>
                  </a:lnTo>
                  <a:lnTo>
                    <a:pt x="118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8"/>
            <p:cNvSpPr/>
            <p:nvPr/>
          </p:nvSpPr>
          <p:spPr>
            <a:xfrm>
              <a:off x="5590125" y="11338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8"/>
            <p:cNvSpPr/>
            <p:nvPr/>
          </p:nvSpPr>
          <p:spPr>
            <a:xfrm>
              <a:off x="5491675" y="1139600"/>
              <a:ext cx="21250" cy="8725"/>
            </a:xfrm>
            <a:custGeom>
              <a:avLst/>
              <a:gdLst/>
              <a:ahLst/>
              <a:cxnLst/>
              <a:rect l="l" t="t" r="r" b="b"/>
              <a:pathLst>
                <a:path w="850" h="349" extrusionOk="0">
                  <a:moveTo>
                    <a:pt x="425" y="1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4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4"/>
                  </a:lnTo>
                  <a:lnTo>
                    <a:pt x="811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8"/>
            <p:cNvSpPr/>
            <p:nvPr/>
          </p:nvSpPr>
          <p:spPr>
            <a:xfrm>
              <a:off x="2443975" y="1153125"/>
              <a:ext cx="315725" cy="477875"/>
            </a:xfrm>
            <a:custGeom>
              <a:avLst/>
              <a:gdLst/>
              <a:ahLst/>
              <a:cxnLst/>
              <a:rect l="l" t="t" r="r" b="b"/>
              <a:pathLst>
                <a:path w="12629" h="19115" extrusionOk="0">
                  <a:moveTo>
                    <a:pt x="1005" y="618"/>
                  </a:moveTo>
                  <a:lnTo>
                    <a:pt x="1661" y="850"/>
                  </a:lnTo>
                  <a:lnTo>
                    <a:pt x="2318" y="1120"/>
                  </a:lnTo>
                  <a:lnTo>
                    <a:pt x="2743" y="1352"/>
                  </a:lnTo>
                  <a:lnTo>
                    <a:pt x="3167" y="1583"/>
                  </a:lnTo>
                  <a:lnTo>
                    <a:pt x="3322" y="1699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1"/>
                  </a:lnTo>
                  <a:lnTo>
                    <a:pt x="4017" y="2819"/>
                  </a:lnTo>
                  <a:lnTo>
                    <a:pt x="5677" y="6796"/>
                  </a:lnTo>
                  <a:lnTo>
                    <a:pt x="9075" y="15021"/>
                  </a:lnTo>
                  <a:lnTo>
                    <a:pt x="9153" y="15098"/>
                  </a:lnTo>
                  <a:lnTo>
                    <a:pt x="9191" y="15137"/>
                  </a:lnTo>
                  <a:lnTo>
                    <a:pt x="9346" y="15137"/>
                  </a:lnTo>
                  <a:lnTo>
                    <a:pt x="8921" y="15369"/>
                  </a:lnTo>
                  <a:lnTo>
                    <a:pt x="7956" y="13515"/>
                  </a:lnTo>
                  <a:lnTo>
                    <a:pt x="6990" y="11662"/>
                  </a:lnTo>
                  <a:lnTo>
                    <a:pt x="5021" y="7955"/>
                  </a:lnTo>
                  <a:lnTo>
                    <a:pt x="3013" y="4286"/>
                  </a:lnTo>
                  <a:lnTo>
                    <a:pt x="1005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20" y="11739"/>
                  </a:lnTo>
                  <a:lnTo>
                    <a:pt x="7763" y="13593"/>
                  </a:lnTo>
                  <a:lnTo>
                    <a:pt x="8805" y="15446"/>
                  </a:lnTo>
                  <a:lnTo>
                    <a:pt x="8651" y="15523"/>
                  </a:lnTo>
                  <a:lnTo>
                    <a:pt x="7415" y="13747"/>
                  </a:lnTo>
                  <a:lnTo>
                    <a:pt x="6179" y="12009"/>
                  </a:lnTo>
                  <a:lnTo>
                    <a:pt x="3592" y="8534"/>
                  </a:lnTo>
                  <a:lnTo>
                    <a:pt x="2318" y="6758"/>
                  </a:lnTo>
                  <a:lnTo>
                    <a:pt x="1005" y="4943"/>
                  </a:lnTo>
                  <a:lnTo>
                    <a:pt x="850" y="4711"/>
                  </a:lnTo>
                  <a:lnTo>
                    <a:pt x="735" y="4479"/>
                  </a:lnTo>
                  <a:lnTo>
                    <a:pt x="619" y="4209"/>
                  </a:lnTo>
                  <a:lnTo>
                    <a:pt x="542" y="3939"/>
                  </a:lnTo>
                  <a:lnTo>
                    <a:pt x="464" y="3398"/>
                  </a:lnTo>
                  <a:lnTo>
                    <a:pt x="426" y="2819"/>
                  </a:lnTo>
                  <a:lnTo>
                    <a:pt x="464" y="2240"/>
                  </a:lnTo>
                  <a:lnTo>
                    <a:pt x="503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3" y="12357"/>
                  </a:lnTo>
                  <a:lnTo>
                    <a:pt x="11817" y="12434"/>
                  </a:lnTo>
                  <a:lnTo>
                    <a:pt x="12165" y="12859"/>
                  </a:lnTo>
                  <a:lnTo>
                    <a:pt x="12242" y="13052"/>
                  </a:lnTo>
                  <a:lnTo>
                    <a:pt x="12280" y="13245"/>
                  </a:lnTo>
                  <a:lnTo>
                    <a:pt x="12242" y="13438"/>
                  </a:lnTo>
                  <a:lnTo>
                    <a:pt x="12203" y="13631"/>
                  </a:lnTo>
                  <a:lnTo>
                    <a:pt x="12049" y="14017"/>
                  </a:lnTo>
                  <a:lnTo>
                    <a:pt x="11856" y="14365"/>
                  </a:lnTo>
                  <a:lnTo>
                    <a:pt x="11508" y="14790"/>
                  </a:lnTo>
                  <a:lnTo>
                    <a:pt x="11122" y="15176"/>
                  </a:lnTo>
                  <a:lnTo>
                    <a:pt x="10697" y="15523"/>
                  </a:lnTo>
                  <a:lnTo>
                    <a:pt x="10273" y="15871"/>
                  </a:lnTo>
                  <a:lnTo>
                    <a:pt x="10157" y="15871"/>
                  </a:lnTo>
                  <a:lnTo>
                    <a:pt x="10118" y="15987"/>
                  </a:lnTo>
                  <a:lnTo>
                    <a:pt x="9771" y="16180"/>
                  </a:lnTo>
                  <a:lnTo>
                    <a:pt x="9114" y="16604"/>
                  </a:lnTo>
                  <a:lnTo>
                    <a:pt x="8458" y="16952"/>
                  </a:lnTo>
                  <a:lnTo>
                    <a:pt x="7724" y="17261"/>
                  </a:lnTo>
                  <a:lnTo>
                    <a:pt x="6990" y="17493"/>
                  </a:lnTo>
                  <a:lnTo>
                    <a:pt x="6643" y="17608"/>
                  </a:lnTo>
                  <a:lnTo>
                    <a:pt x="6295" y="17647"/>
                  </a:lnTo>
                  <a:lnTo>
                    <a:pt x="5755" y="17647"/>
                  </a:lnTo>
                  <a:lnTo>
                    <a:pt x="5562" y="17570"/>
                  </a:lnTo>
                  <a:lnTo>
                    <a:pt x="5446" y="17493"/>
                  </a:lnTo>
                  <a:lnTo>
                    <a:pt x="5330" y="17415"/>
                  </a:lnTo>
                  <a:lnTo>
                    <a:pt x="5098" y="17184"/>
                  </a:lnTo>
                  <a:lnTo>
                    <a:pt x="4982" y="16875"/>
                  </a:lnTo>
                  <a:lnTo>
                    <a:pt x="4905" y="16604"/>
                  </a:lnTo>
                  <a:lnTo>
                    <a:pt x="4944" y="16411"/>
                  </a:lnTo>
                  <a:lnTo>
                    <a:pt x="4982" y="16218"/>
                  </a:lnTo>
                  <a:lnTo>
                    <a:pt x="5060" y="16064"/>
                  </a:lnTo>
                  <a:lnTo>
                    <a:pt x="5175" y="15948"/>
                  </a:lnTo>
                  <a:lnTo>
                    <a:pt x="5291" y="15832"/>
                  </a:lnTo>
                  <a:lnTo>
                    <a:pt x="5407" y="15755"/>
                  </a:lnTo>
                  <a:lnTo>
                    <a:pt x="5523" y="15716"/>
                  </a:lnTo>
                  <a:lnTo>
                    <a:pt x="5639" y="15755"/>
                  </a:lnTo>
                  <a:lnTo>
                    <a:pt x="5793" y="15832"/>
                  </a:lnTo>
                  <a:lnTo>
                    <a:pt x="5948" y="15948"/>
                  </a:lnTo>
                  <a:lnTo>
                    <a:pt x="6064" y="16141"/>
                  </a:lnTo>
                  <a:lnTo>
                    <a:pt x="6257" y="16373"/>
                  </a:lnTo>
                  <a:lnTo>
                    <a:pt x="6102" y="16411"/>
                  </a:lnTo>
                  <a:lnTo>
                    <a:pt x="6025" y="16450"/>
                  </a:lnTo>
                  <a:lnTo>
                    <a:pt x="6025" y="16566"/>
                  </a:lnTo>
                  <a:lnTo>
                    <a:pt x="6064" y="16643"/>
                  </a:lnTo>
                  <a:lnTo>
                    <a:pt x="6141" y="16643"/>
                  </a:lnTo>
                  <a:lnTo>
                    <a:pt x="6913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30" y="15716"/>
                  </a:lnTo>
                  <a:lnTo>
                    <a:pt x="9616" y="15485"/>
                  </a:lnTo>
                  <a:lnTo>
                    <a:pt x="9964" y="15253"/>
                  </a:lnTo>
                  <a:lnTo>
                    <a:pt x="10273" y="15021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2" y="14172"/>
                  </a:lnTo>
                  <a:lnTo>
                    <a:pt x="11354" y="13824"/>
                  </a:lnTo>
                  <a:lnTo>
                    <a:pt x="11547" y="13515"/>
                  </a:lnTo>
                  <a:lnTo>
                    <a:pt x="11547" y="13438"/>
                  </a:lnTo>
                  <a:lnTo>
                    <a:pt x="11547" y="13361"/>
                  </a:lnTo>
                  <a:lnTo>
                    <a:pt x="11508" y="13284"/>
                  </a:lnTo>
                  <a:lnTo>
                    <a:pt x="11431" y="13245"/>
                  </a:lnTo>
                  <a:lnTo>
                    <a:pt x="11238" y="13245"/>
                  </a:lnTo>
                  <a:lnTo>
                    <a:pt x="11161" y="13322"/>
                  </a:lnTo>
                  <a:lnTo>
                    <a:pt x="10968" y="13670"/>
                  </a:lnTo>
                  <a:lnTo>
                    <a:pt x="10775" y="13554"/>
                  </a:lnTo>
                  <a:lnTo>
                    <a:pt x="10659" y="13438"/>
                  </a:lnTo>
                  <a:lnTo>
                    <a:pt x="10620" y="13284"/>
                  </a:lnTo>
                  <a:lnTo>
                    <a:pt x="10581" y="13168"/>
                  </a:lnTo>
                  <a:lnTo>
                    <a:pt x="10620" y="13013"/>
                  </a:lnTo>
                  <a:lnTo>
                    <a:pt x="10659" y="12859"/>
                  </a:lnTo>
                  <a:lnTo>
                    <a:pt x="10852" y="12627"/>
                  </a:lnTo>
                  <a:lnTo>
                    <a:pt x="10929" y="12473"/>
                  </a:lnTo>
                  <a:lnTo>
                    <a:pt x="11045" y="12357"/>
                  </a:lnTo>
                  <a:lnTo>
                    <a:pt x="11122" y="12318"/>
                  </a:lnTo>
                  <a:lnTo>
                    <a:pt x="11238" y="12280"/>
                  </a:lnTo>
                  <a:close/>
                  <a:moveTo>
                    <a:pt x="426" y="0"/>
                  </a:moveTo>
                  <a:lnTo>
                    <a:pt x="349" y="39"/>
                  </a:lnTo>
                  <a:lnTo>
                    <a:pt x="271" y="116"/>
                  </a:lnTo>
                  <a:lnTo>
                    <a:pt x="233" y="193"/>
                  </a:lnTo>
                  <a:lnTo>
                    <a:pt x="78" y="2587"/>
                  </a:lnTo>
                  <a:lnTo>
                    <a:pt x="40" y="3012"/>
                  </a:lnTo>
                  <a:lnTo>
                    <a:pt x="1" y="3475"/>
                  </a:lnTo>
                  <a:lnTo>
                    <a:pt x="40" y="3900"/>
                  </a:lnTo>
                  <a:lnTo>
                    <a:pt x="117" y="4325"/>
                  </a:lnTo>
                  <a:lnTo>
                    <a:pt x="233" y="4518"/>
                  </a:lnTo>
                  <a:lnTo>
                    <a:pt x="349" y="4750"/>
                  </a:lnTo>
                  <a:lnTo>
                    <a:pt x="619" y="5175"/>
                  </a:lnTo>
                  <a:lnTo>
                    <a:pt x="1237" y="5985"/>
                  </a:lnTo>
                  <a:lnTo>
                    <a:pt x="2665" y="7955"/>
                  </a:lnTo>
                  <a:lnTo>
                    <a:pt x="5446" y="11816"/>
                  </a:lnTo>
                  <a:lnTo>
                    <a:pt x="6874" y="13747"/>
                  </a:lnTo>
                  <a:lnTo>
                    <a:pt x="8342" y="15639"/>
                  </a:lnTo>
                  <a:lnTo>
                    <a:pt x="7492" y="15987"/>
                  </a:lnTo>
                  <a:lnTo>
                    <a:pt x="6643" y="16257"/>
                  </a:lnTo>
                  <a:lnTo>
                    <a:pt x="6643" y="16257"/>
                  </a:lnTo>
                  <a:lnTo>
                    <a:pt x="6681" y="16102"/>
                  </a:lnTo>
                  <a:lnTo>
                    <a:pt x="6681" y="15948"/>
                  </a:lnTo>
                  <a:lnTo>
                    <a:pt x="6643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4" y="15369"/>
                  </a:lnTo>
                  <a:lnTo>
                    <a:pt x="6179" y="15292"/>
                  </a:lnTo>
                  <a:lnTo>
                    <a:pt x="6025" y="15253"/>
                  </a:lnTo>
                  <a:lnTo>
                    <a:pt x="5716" y="15253"/>
                  </a:lnTo>
                  <a:lnTo>
                    <a:pt x="5484" y="15292"/>
                  </a:lnTo>
                  <a:lnTo>
                    <a:pt x="5214" y="15407"/>
                  </a:lnTo>
                  <a:lnTo>
                    <a:pt x="5021" y="15600"/>
                  </a:lnTo>
                  <a:lnTo>
                    <a:pt x="4828" y="15794"/>
                  </a:lnTo>
                  <a:lnTo>
                    <a:pt x="4712" y="16025"/>
                  </a:lnTo>
                  <a:lnTo>
                    <a:pt x="4596" y="16296"/>
                  </a:lnTo>
                  <a:lnTo>
                    <a:pt x="4596" y="16566"/>
                  </a:lnTo>
                  <a:lnTo>
                    <a:pt x="4635" y="16991"/>
                  </a:lnTo>
                  <a:lnTo>
                    <a:pt x="4751" y="17300"/>
                  </a:lnTo>
                  <a:lnTo>
                    <a:pt x="4905" y="17531"/>
                  </a:lnTo>
                  <a:lnTo>
                    <a:pt x="5098" y="17724"/>
                  </a:lnTo>
                  <a:lnTo>
                    <a:pt x="5368" y="17840"/>
                  </a:lnTo>
                  <a:lnTo>
                    <a:pt x="5677" y="17917"/>
                  </a:lnTo>
                  <a:lnTo>
                    <a:pt x="6025" y="17956"/>
                  </a:lnTo>
                  <a:lnTo>
                    <a:pt x="6372" y="17917"/>
                  </a:lnTo>
                  <a:lnTo>
                    <a:pt x="6720" y="17840"/>
                  </a:lnTo>
                  <a:lnTo>
                    <a:pt x="7106" y="17763"/>
                  </a:lnTo>
                  <a:lnTo>
                    <a:pt x="7878" y="17531"/>
                  </a:lnTo>
                  <a:lnTo>
                    <a:pt x="8573" y="17222"/>
                  </a:lnTo>
                  <a:lnTo>
                    <a:pt x="9153" y="16952"/>
                  </a:lnTo>
                  <a:lnTo>
                    <a:pt x="9230" y="16875"/>
                  </a:lnTo>
                  <a:lnTo>
                    <a:pt x="9462" y="16759"/>
                  </a:lnTo>
                  <a:lnTo>
                    <a:pt x="10234" y="16257"/>
                  </a:lnTo>
                  <a:lnTo>
                    <a:pt x="10813" y="17106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4"/>
                  </a:lnTo>
                  <a:lnTo>
                    <a:pt x="12280" y="19037"/>
                  </a:lnTo>
                  <a:lnTo>
                    <a:pt x="12203" y="18883"/>
                  </a:lnTo>
                  <a:lnTo>
                    <a:pt x="11817" y="18149"/>
                  </a:lnTo>
                  <a:lnTo>
                    <a:pt x="11392" y="17454"/>
                  </a:lnTo>
                  <a:lnTo>
                    <a:pt x="10929" y="16759"/>
                  </a:lnTo>
                  <a:lnTo>
                    <a:pt x="10466" y="16102"/>
                  </a:lnTo>
                  <a:lnTo>
                    <a:pt x="10968" y="15716"/>
                  </a:lnTo>
                  <a:lnTo>
                    <a:pt x="11470" y="15253"/>
                  </a:lnTo>
                  <a:lnTo>
                    <a:pt x="11894" y="14790"/>
                  </a:lnTo>
                  <a:lnTo>
                    <a:pt x="12126" y="14558"/>
                  </a:lnTo>
                  <a:lnTo>
                    <a:pt x="12280" y="14288"/>
                  </a:lnTo>
                  <a:lnTo>
                    <a:pt x="12435" y="14056"/>
                  </a:lnTo>
                  <a:lnTo>
                    <a:pt x="12512" y="13786"/>
                  </a:lnTo>
                  <a:lnTo>
                    <a:pt x="12589" y="13554"/>
                  </a:lnTo>
                  <a:lnTo>
                    <a:pt x="12628" y="13284"/>
                  </a:lnTo>
                  <a:lnTo>
                    <a:pt x="12589" y="13052"/>
                  </a:lnTo>
                  <a:lnTo>
                    <a:pt x="12512" y="12820"/>
                  </a:lnTo>
                  <a:lnTo>
                    <a:pt x="12358" y="12589"/>
                  </a:lnTo>
                  <a:lnTo>
                    <a:pt x="12165" y="12357"/>
                  </a:lnTo>
                  <a:lnTo>
                    <a:pt x="11972" y="12202"/>
                  </a:lnTo>
                  <a:lnTo>
                    <a:pt x="11740" y="12087"/>
                  </a:lnTo>
                  <a:lnTo>
                    <a:pt x="11470" y="12009"/>
                  </a:lnTo>
                  <a:lnTo>
                    <a:pt x="11238" y="12009"/>
                  </a:lnTo>
                  <a:lnTo>
                    <a:pt x="10968" y="12048"/>
                  </a:lnTo>
                  <a:lnTo>
                    <a:pt x="10736" y="12125"/>
                  </a:lnTo>
                  <a:lnTo>
                    <a:pt x="10543" y="12280"/>
                  </a:lnTo>
                  <a:lnTo>
                    <a:pt x="10388" y="12511"/>
                  </a:lnTo>
                  <a:lnTo>
                    <a:pt x="10311" y="12704"/>
                  </a:lnTo>
                  <a:lnTo>
                    <a:pt x="10273" y="12897"/>
                  </a:lnTo>
                  <a:lnTo>
                    <a:pt x="10273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20" y="13786"/>
                  </a:lnTo>
                  <a:lnTo>
                    <a:pt x="10813" y="13901"/>
                  </a:lnTo>
                  <a:lnTo>
                    <a:pt x="10504" y="14249"/>
                  </a:lnTo>
                  <a:lnTo>
                    <a:pt x="10157" y="14597"/>
                  </a:lnTo>
                  <a:lnTo>
                    <a:pt x="9771" y="14867"/>
                  </a:lnTo>
                  <a:lnTo>
                    <a:pt x="9431" y="15083"/>
                  </a:lnTo>
                  <a:lnTo>
                    <a:pt x="9431" y="15083"/>
                  </a:lnTo>
                  <a:lnTo>
                    <a:pt x="9462" y="15021"/>
                  </a:lnTo>
                  <a:lnTo>
                    <a:pt x="9500" y="14944"/>
                  </a:lnTo>
                  <a:lnTo>
                    <a:pt x="9462" y="14828"/>
                  </a:lnTo>
                  <a:lnTo>
                    <a:pt x="5716" y="5754"/>
                  </a:lnTo>
                  <a:lnTo>
                    <a:pt x="4789" y="3475"/>
                  </a:lnTo>
                  <a:lnTo>
                    <a:pt x="4364" y="2471"/>
                  </a:lnTo>
                  <a:lnTo>
                    <a:pt x="4133" y="1969"/>
                  </a:lnTo>
                  <a:lnTo>
                    <a:pt x="3978" y="1738"/>
                  </a:lnTo>
                  <a:lnTo>
                    <a:pt x="3824" y="1545"/>
                  </a:lnTo>
                  <a:lnTo>
                    <a:pt x="3515" y="1236"/>
                  </a:lnTo>
                  <a:lnTo>
                    <a:pt x="3129" y="965"/>
                  </a:lnTo>
                  <a:lnTo>
                    <a:pt x="2743" y="772"/>
                  </a:lnTo>
                  <a:lnTo>
                    <a:pt x="2279" y="541"/>
                  </a:lnTo>
                  <a:lnTo>
                    <a:pt x="1816" y="386"/>
                  </a:lnTo>
                  <a:lnTo>
                    <a:pt x="1391" y="232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8"/>
            <p:cNvSpPr/>
            <p:nvPr/>
          </p:nvSpPr>
          <p:spPr>
            <a:xfrm>
              <a:off x="5383550" y="11801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2"/>
                  </a:lnTo>
                  <a:lnTo>
                    <a:pt x="1583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2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8"/>
            <p:cNvSpPr/>
            <p:nvPr/>
          </p:nvSpPr>
          <p:spPr>
            <a:xfrm>
              <a:off x="1657200" y="1227450"/>
              <a:ext cx="61825" cy="90775"/>
            </a:xfrm>
            <a:custGeom>
              <a:avLst/>
              <a:gdLst/>
              <a:ahLst/>
              <a:cxnLst/>
              <a:rect l="l" t="t" r="r" b="b"/>
              <a:pathLst>
                <a:path w="2473" h="3631" extrusionOk="0">
                  <a:moveTo>
                    <a:pt x="1198" y="0"/>
                  </a:moveTo>
                  <a:lnTo>
                    <a:pt x="1082" y="39"/>
                  </a:lnTo>
                  <a:lnTo>
                    <a:pt x="1005" y="39"/>
                  </a:lnTo>
                  <a:lnTo>
                    <a:pt x="966" y="116"/>
                  </a:lnTo>
                  <a:lnTo>
                    <a:pt x="966" y="194"/>
                  </a:lnTo>
                  <a:lnTo>
                    <a:pt x="966" y="232"/>
                  </a:lnTo>
                  <a:lnTo>
                    <a:pt x="850" y="271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5" y="618"/>
                  </a:lnTo>
                  <a:lnTo>
                    <a:pt x="773" y="657"/>
                  </a:lnTo>
                  <a:lnTo>
                    <a:pt x="850" y="734"/>
                  </a:lnTo>
                  <a:lnTo>
                    <a:pt x="1082" y="811"/>
                  </a:lnTo>
                  <a:lnTo>
                    <a:pt x="1275" y="966"/>
                  </a:lnTo>
                  <a:lnTo>
                    <a:pt x="1468" y="1120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70" y="2163"/>
                  </a:lnTo>
                  <a:lnTo>
                    <a:pt x="1932" y="2472"/>
                  </a:lnTo>
                  <a:lnTo>
                    <a:pt x="1816" y="2742"/>
                  </a:lnTo>
                  <a:lnTo>
                    <a:pt x="1739" y="2897"/>
                  </a:lnTo>
                  <a:lnTo>
                    <a:pt x="1661" y="2974"/>
                  </a:lnTo>
                  <a:lnTo>
                    <a:pt x="1545" y="3090"/>
                  </a:lnTo>
                  <a:lnTo>
                    <a:pt x="1391" y="3128"/>
                  </a:lnTo>
                  <a:lnTo>
                    <a:pt x="1237" y="3167"/>
                  </a:lnTo>
                  <a:lnTo>
                    <a:pt x="1043" y="3128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626"/>
                  </a:lnTo>
                  <a:lnTo>
                    <a:pt x="928" y="2472"/>
                  </a:lnTo>
                  <a:lnTo>
                    <a:pt x="1082" y="2356"/>
                  </a:lnTo>
                  <a:lnTo>
                    <a:pt x="1159" y="2279"/>
                  </a:lnTo>
                  <a:lnTo>
                    <a:pt x="1159" y="2163"/>
                  </a:lnTo>
                  <a:lnTo>
                    <a:pt x="1159" y="2047"/>
                  </a:lnTo>
                  <a:lnTo>
                    <a:pt x="1082" y="1970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52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63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48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60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630"/>
                  </a:lnTo>
                  <a:lnTo>
                    <a:pt x="1275" y="3630"/>
                  </a:lnTo>
                  <a:lnTo>
                    <a:pt x="1507" y="3592"/>
                  </a:lnTo>
                  <a:lnTo>
                    <a:pt x="1700" y="3514"/>
                  </a:lnTo>
                  <a:lnTo>
                    <a:pt x="1854" y="3437"/>
                  </a:lnTo>
                  <a:lnTo>
                    <a:pt x="2047" y="3244"/>
                  </a:lnTo>
                  <a:lnTo>
                    <a:pt x="2202" y="3090"/>
                  </a:lnTo>
                  <a:lnTo>
                    <a:pt x="2318" y="2897"/>
                  </a:lnTo>
                  <a:lnTo>
                    <a:pt x="2395" y="2703"/>
                  </a:lnTo>
                  <a:lnTo>
                    <a:pt x="2434" y="2472"/>
                  </a:lnTo>
                  <a:lnTo>
                    <a:pt x="2472" y="2279"/>
                  </a:lnTo>
                  <a:lnTo>
                    <a:pt x="2434" y="2047"/>
                  </a:lnTo>
                  <a:lnTo>
                    <a:pt x="2395" y="1815"/>
                  </a:lnTo>
                  <a:lnTo>
                    <a:pt x="2318" y="1622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8"/>
            <p:cNvSpPr/>
            <p:nvPr/>
          </p:nvSpPr>
          <p:spPr>
            <a:xfrm>
              <a:off x="6055450" y="1230350"/>
              <a:ext cx="302175" cy="155450"/>
            </a:xfrm>
            <a:custGeom>
              <a:avLst/>
              <a:gdLst/>
              <a:ahLst/>
              <a:cxnLst/>
              <a:rect l="l" t="t" r="r" b="b"/>
              <a:pathLst>
                <a:path w="12087" h="6218" extrusionOk="0">
                  <a:moveTo>
                    <a:pt x="11739" y="0"/>
                  </a:moveTo>
                  <a:lnTo>
                    <a:pt x="11662" y="39"/>
                  </a:lnTo>
                  <a:lnTo>
                    <a:pt x="11585" y="78"/>
                  </a:lnTo>
                  <a:lnTo>
                    <a:pt x="11507" y="116"/>
                  </a:lnTo>
                  <a:lnTo>
                    <a:pt x="11469" y="232"/>
                  </a:lnTo>
                  <a:lnTo>
                    <a:pt x="11469" y="309"/>
                  </a:lnTo>
                  <a:lnTo>
                    <a:pt x="11507" y="425"/>
                  </a:lnTo>
                  <a:lnTo>
                    <a:pt x="11585" y="580"/>
                  </a:lnTo>
                  <a:lnTo>
                    <a:pt x="11623" y="773"/>
                  </a:lnTo>
                  <a:lnTo>
                    <a:pt x="11585" y="966"/>
                  </a:lnTo>
                  <a:lnTo>
                    <a:pt x="11507" y="1120"/>
                  </a:lnTo>
                  <a:lnTo>
                    <a:pt x="11392" y="1275"/>
                  </a:lnTo>
                  <a:lnTo>
                    <a:pt x="11276" y="1429"/>
                  </a:lnTo>
                  <a:lnTo>
                    <a:pt x="10928" y="1738"/>
                  </a:lnTo>
                  <a:lnTo>
                    <a:pt x="10503" y="2008"/>
                  </a:lnTo>
                  <a:lnTo>
                    <a:pt x="10079" y="2240"/>
                  </a:lnTo>
                  <a:lnTo>
                    <a:pt x="9422" y="2587"/>
                  </a:lnTo>
                  <a:lnTo>
                    <a:pt x="9036" y="2781"/>
                  </a:lnTo>
                  <a:lnTo>
                    <a:pt x="9036" y="2703"/>
                  </a:lnTo>
                  <a:lnTo>
                    <a:pt x="8959" y="2626"/>
                  </a:lnTo>
                  <a:lnTo>
                    <a:pt x="8495" y="2201"/>
                  </a:lnTo>
                  <a:lnTo>
                    <a:pt x="8109" y="1699"/>
                  </a:lnTo>
                  <a:lnTo>
                    <a:pt x="7839" y="1892"/>
                  </a:lnTo>
                  <a:lnTo>
                    <a:pt x="7993" y="2201"/>
                  </a:lnTo>
                  <a:lnTo>
                    <a:pt x="8187" y="2510"/>
                  </a:lnTo>
                  <a:lnTo>
                    <a:pt x="8418" y="2781"/>
                  </a:lnTo>
                  <a:lnTo>
                    <a:pt x="8650" y="2974"/>
                  </a:lnTo>
                  <a:lnTo>
                    <a:pt x="7607" y="3514"/>
                  </a:lnTo>
                  <a:lnTo>
                    <a:pt x="6565" y="3978"/>
                  </a:lnTo>
                  <a:lnTo>
                    <a:pt x="5252" y="4518"/>
                  </a:lnTo>
                  <a:lnTo>
                    <a:pt x="3939" y="4982"/>
                  </a:lnTo>
                  <a:lnTo>
                    <a:pt x="3669" y="5059"/>
                  </a:lnTo>
                  <a:lnTo>
                    <a:pt x="3707" y="4711"/>
                  </a:lnTo>
                  <a:lnTo>
                    <a:pt x="3630" y="4364"/>
                  </a:lnTo>
                  <a:lnTo>
                    <a:pt x="3514" y="4055"/>
                  </a:lnTo>
                  <a:lnTo>
                    <a:pt x="3321" y="3707"/>
                  </a:lnTo>
                  <a:lnTo>
                    <a:pt x="3012" y="3900"/>
                  </a:lnTo>
                  <a:lnTo>
                    <a:pt x="3128" y="4171"/>
                  </a:lnTo>
                  <a:lnTo>
                    <a:pt x="3205" y="4441"/>
                  </a:lnTo>
                  <a:lnTo>
                    <a:pt x="3244" y="4866"/>
                  </a:lnTo>
                  <a:lnTo>
                    <a:pt x="3244" y="5252"/>
                  </a:lnTo>
                  <a:lnTo>
                    <a:pt x="2356" y="5522"/>
                  </a:lnTo>
                  <a:lnTo>
                    <a:pt x="1892" y="5638"/>
                  </a:lnTo>
                  <a:lnTo>
                    <a:pt x="1429" y="5677"/>
                  </a:lnTo>
                  <a:lnTo>
                    <a:pt x="1043" y="5715"/>
                  </a:lnTo>
                  <a:lnTo>
                    <a:pt x="850" y="5715"/>
                  </a:lnTo>
                  <a:lnTo>
                    <a:pt x="695" y="5677"/>
                  </a:lnTo>
                  <a:lnTo>
                    <a:pt x="579" y="5599"/>
                  </a:lnTo>
                  <a:lnTo>
                    <a:pt x="464" y="5522"/>
                  </a:lnTo>
                  <a:lnTo>
                    <a:pt x="386" y="5406"/>
                  </a:lnTo>
                  <a:lnTo>
                    <a:pt x="348" y="5291"/>
                  </a:lnTo>
                  <a:lnTo>
                    <a:pt x="309" y="5213"/>
                  </a:lnTo>
                  <a:lnTo>
                    <a:pt x="270" y="5175"/>
                  </a:lnTo>
                  <a:lnTo>
                    <a:pt x="155" y="5136"/>
                  </a:lnTo>
                  <a:lnTo>
                    <a:pt x="77" y="5175"/>
                  </a:lnTo>
                  <a:lnTo>
                    <a:pt x="39" y="5213"/>
                  </a:lnTo>
                  <a:lnTo>
                    <a:pt x="0" y="5291"/>
                  </a:lnTo>
                  <a:lnTo>
                    <a:pt x="0" y="5445"/>
                  </a:lnTo>
                  <a:lnTo>
                    <a:pt x="39" y="5599"/>
                  </a:lnTo>
                  <a:lnTo>
                    <a:pt x="77" y="5754"/>
                  </a:lnTo>
                  <a:lnTo>
                    <a:pt x="155" y="5870"/>
                  </a:lnTo>
                  <a:lnTo>
                    <a:pt x="232" y="5947"/>
                  </a:lnTo>
                  <a:lnTo>
                    <a:pt x="309" y="6024"/>
                  </a:lnTo>
                  <a:lnTo>
                    <a:pt x="541" y="6140"/>
                  </a:lnTo>
                  <a:lnTo>
                    <a:pt x="811" y="6179"/>
                  </a:lnTo>
                  <a:lnTo>
                    <a:pt x="1120" y="6217"/>
                  </a:lnTo>
                  <a:lnTo>
                    <a:pt x="1429" y="6179"/>
                  </a:lnTo>
                  <a:lnTo>
                    <a:pt x="1699" y="6140"/>
                  </a:lnTo>
                  <a:lnTo>
                    <a:pt x="2896" y="5831"/>
                  </a:lnTo>
                  <a:lnTo>
                    <a:pt x="4093" y="5445"/>
                  </a:lnTo>
                  <a:lnTo>
                    <a:pt x="5290" y="5020"/>
                  </a:lnTo>
                  <a:lnTo>
                    <a:pt x="6449" y="4557"/>
                  </a:lnTo>
                  <a:lnTo>
                    <a:pt x="7530" y="4093"/>
                  </a:lnTo>
                  <a:lnTo>
                    <a:pt x="8573" y="3591"/>
                  </a:lnTo>
                  <a:lnTo>
                    <a:pt x="9615" y="3051"/>
                  </a:lnTo>
                  <a:lnTo>
                    <a:pt x="10619" y="2472"/>
                  </a:lnTo>
                  <a:lnTo>
                    <a:pt x="10928" y="2279"/>
                  </a:lnTo>
                  <a:lnTo>
                    <a:pt x="11276" y="2047"/>
                  </a:lnTo>
                  <a:lnTo>
                    <a:pt x="11546" y="1777"/>
                  </a:lnTo>
                  <a:lnTo>
                    <a:pt x="11816" y="1506"/>
                  </a:lnTo>
                  <a:lnTo>
                    <a:pt x="12009" y="1197"/>
                  </a:lnTo>
                  <a:lnTo>
                    <a:pt x="12048" y="1043"/>
                  </a:lnTo>
                  <a:lnTo>
                    <a:pt x="12087" y="888"/>
                  </a:lnTo>
                  <a:lnTo>
                    <a:pt x="12087" y="695"/>
                  </a:lnTo>
                  <a:lnTo>
                    <a:pt x="12048" y="502"/>
                  </a:lnTo>
                  <a:lnTo>
                    <a:pt x="12009" y="309"/>
                  </a:lnTo>
                  <a:lnTo>
                    <a:pt x="11894" y="116"/>
                  </a:lnTo>
                  <a:lnTo>
                    <a:pt x="11816" y="39"/>
                  </a:lnTo>
                  <a:lnTo>
                    <a:pt x="1173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8"/>
            <p:cNvSpPr/>
            <p:nvPr/>
          </p:nvSpPr>
          <p:spPr>
            <a:xfrm>
              <a:off x="4272400" y="1236125"/>
              <a:ext cx="61800" cy="89825"/>
            </a:xfrm>
            <a:custGeom>
              <a:avLst/>
              <a:gdLst/>
              <a:ahLst/>
              <a:cxnLst/>
              <a:rect l="l" t="t" r="r" b="b"/>
              <a:pathLst>
                <a:path w="2472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4" y="349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1" y="1932"/>
                  </a:lnTo>
                  <a:lnTo>
                    <a:pt x="1931" y="2163"/>
                  </a:lnTo>
                  <a:lnTo>
                    <a:pt x="1931" y="2434"/>
                  </a:lnTo>
                  <a:lnTo>
                    <a:pt x="1815" y="2743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43"/>
                  </a:lnTo>
                  <a:lnTo>
                    <a:pt x="850" y="2588"/>
                  </a:lnTo>
                  <a:lnTo>
                    <a:pt x="927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0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5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5" y="2356"/>
                  </a:lnTo>
                  <a:lnTo>
                    <a:pt x="348" y="2627"/>
                  </a:lnTo>
                  <a:lnTo>
                    <a:pt x="309" y="2897"/>
                  </a:lnTo>
                  <a:lnTo>
                    <a:pt x="348" y="3052"/>
                  </a:lnTo>
                  <a:lnTo>
                    <a:pt x="425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7" y="2858"/>
                  </a:lnTo>
                  <a:lnTo>
                    <a:pt x="2395" y="2665"/>
                  </a:lnTo>
                  <a:lnTo>
                    <a:pt x="2433" y="2472"/>
                  </a:lnTo>
                  <a:lnTo>
                    <a:pt x="2472" y="2241"/>
                  </a:lnTo>
                  <a:lnTo>
                    <a:pt x="2433" y="2009"/>
                  </a:lnTo>
                  <a:lnTo>
                    <a:pt x="2395" y="1816"/>
                  </a:lnTo>
                  <a:lnTo>
                    <a:pt x="2317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8"/>
            <p:cNvSpPr/>
            <p:nvPr/>
          </p:nvSpPr>
          <p:spPr>
            <a:xfrm>
              <a:off x="799000" y="1245800"/>
              <a:ext cx="106200" cy="124550"/>
            </a:xfrm>
            <a:custGeom>
              <a:avLst/>
              <a:gdLst/>
              <a:ahLst/>
              <a:cxnLst/>
              <a:rect l="l" t="t" r="r" b="b"/>
              <a:pathLst>
                <a:path w="4248" h="4982" extrusionOk="0">
                  <a:moveTo>
                    <a:pt x="3862" y="0"/>
                  </a:moveTo>
                  <a:lnTo>
                    <a:pt x="3591" y="579"/>
                  </a:lnTo>
                  <a:lnTo>
                    <a:pt x="3244" y="1159"/>
                  </a:lnTo>
                  <a:lnTo>
                    <a:pt x="2896" y="1699"/>
                  </a:lnTo>
                  <a:lnTo>
                    <a:pt x="2510" y="2201"/>
                  </a:lnTo>
                  <a:lnTo>
                    <a:pt x="1931" y="2858"/>
                  </a:lnTo>
                  <a:lnTo>
                    <a:pt x="1313" y="3475"/>
                  </a:lnTo>
                  <a:lnTo>
                    <a:pt x="1004" y="3784"/>
                  </a:lnTo>
                  <a:lnTo>
                    <a:pt x="657" y="4016"/>
                  </a:lnTo>
                  <a:lnTo>
                    <a:pt x="309" y="4286"/>
                  </a:lnTo>
                  <a:lnTo>
                    <a:pt x="0" y="4595"/>
                  </a:lnTo>
                  <a:lnTo>
                    <a:pt x="39" y="4981"/>
                  </a:lnTo>
                  <a:lnTo>
                    <a:pt x="155" y="4981"/>
                  </a:lnTo>
                  <a:lnTo>
                    <a:pt x="541" y="4788"/>
                  </a:lnTo>
                  <a:lnTo>
                    <a:pt x="927" y="4557"/>
                  </a:lnTo>
                  <a:lnTo>
                    <a:pt x="1313" y="4248"/>
                  </a:lnTo>
                  <a:lnTo>
                    <a:pt x="1699" y="3939"/>
                  </a:lnTo>
                  <a:lnTo>
                    <a:pt x="2008" y="3591"/>
                  </a:lnTo>
                  <a:lnTo>
                    <a:pt x="2356" y="3205"/>
                  </a:lnTo>
                  <a:lnTo>
                    <a:pt x="2896" y="2510"/>
                  </a:lnTo>
                  <a:lnTo>
                    <a:pt x="3321" y="1969"/>
                  </a:lnTo>
                  <a:lnTo>
                    <a:pt x="3669" y="1390"/>
                  </a:lnTo>
                  <a:lnTo>
                    <a:pt x="3978" y="811"/>
                  </a:lnTo>
                  <a:lnTo>
                    <a:pt x="4248" y="193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8"/>
            <p:cNvSpPr/>
            <p:nvPr/>
          </p:nvSpPr>
          <p:spPr>
            <a:xfrm>
              <a:off x="747825" y="12477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5" y="271"/>
                  </a:move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7"/>
                  </a:lnTo>
                  <a:lnTo>
                    <a:pt x="1545" y="1313"/>
                  </a:lnTo>
                  <a:lnTo>
                    <a:pt x="1429" y="1391"/>
                  </a:lnTo>
                  <a:lnTo>
                    <a:pt x="1352" y="1468"/>
                  </a:lnTo>
                  <a:lnTo>
                    <a:pt x="1198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468"/>
                  </a:lnTo>
                  <a:lnTo>
                    <a:pt x="580" y="1429"/>
                  </a:lnTo>
                  <a:lnTo>
                    <a:pt x="503" y="1313"/>
                  </a:lnTo>
                  <a:lnTo>
                    <a:pt x="464" y="1197"/>
                  </a:lnTo>
                  <a:lnTo>
                    <a:pt x="425" y="1004"/>
                  </a:lnTo>
                  <a:lnTo>
                    <a:pt x="425" y="773"/>
                  </a:lnTo>
                  <a:lnTo>
                    <a:pt x="541" y="580"/>
                  </a:lnTo>
                  <a:lnTo>
                    <a:pt x="696" y="425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78"/>
                  </a:lnTo>
                  <a:lnTo>
                    <a:pt x="657" y="116"/>
                  </a:lnTo>
                  <a:lnTo>
                    <a:pt x="541" y="78"/>
                  </a:lnTo>
                  <a:lnTo>
                    <a:pt x="425" y="116"/>
                  </a:lnTo>
                  <a:lnTo>
                    <a:pt x="271" y="193"/>
                  </a:lnTo>
                  <a:lnTo>
                    <a:pt x="155" y="348"/>
                  </a:lnTo>
                  <a:lnTo>
                    <a:pt x="78" y="502"/>
                  </a:lnTo>
                  <a:lnTo>
                    <a:pt x="1" y="695"/>
                  </a:lnTo>
                  <a:lnTo>
                    <a:pt x="1" y="889"/>
                  </a:lnTo>
                  <a:lnTo>
                    <a:pt x="1" y="1082"/>
                  </a:lnTo>
                  <a:lnTo>
                    <a:pt x="39" y="1275"/>
                  </a:lnTo>
                  <a:lnTo>
                    <a:pt x="78" y="1429"/>
                  </a:lnTo>
                  <a:lnTo>
                    <a:pt x="194" y="1622"/>
                  </a:lnTo>
                  <a:lnTo>
                    <a:pt x="310" y="1777"/>
                  </a:lnTo>
                  <a:lnTo>
                    <a:pt x="464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043" y="2008"/>
                  </a:lnTo>
                  <a:lnTo>
                    <a:pt x="1236" y="1970"/>
                  </a:lnTo>
                  <a:lnTo>
                    <a:pt x="1429" y="1892"/>
                  </a:lnTo>
                  <a:lnTo>
                    <a:pt x="1584" y="1815"/>
                  </a:lnTo>
                  <a:lnTo>
                    <a:pt x="1738" y="1699"/>
                  </a:lnTo>
                  <a:lnTo>
                    <a:pt x="1893" y="1545"/>
                  </a:lnTo>
                  <a:lnTo>
                    <a:pt x="1970" y="1352"/>
                  </a:lnTo>
                  <a:lnTo>
                    <a:pt x="2047" y="1197"/>
                  </a:lnTo>
                  <a:lnTo>
                    <a:pt x="2086" y="1004"/>
                  </a:lnTo>
                  <a:lnTo>
                    <a:pt x="2047" y="811"/>
                  </a:lnTo>
                  <a:lnTo>
                    <a:pt x="1970" y="580"/>
                  </a:lnTo>
                  <a:lnTo>
                    <a:pt x="1893" y="425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78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8"/>
            <p:cNvSpPr/>
            <p:nvPr/>
          </p:nvSpPr>
          <p:spPr>
            <a:xfrm>
              <a:off x="1261400" y="125255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194"/>
                  </a:lnTo>
                  <a:lnTo>
                    <a:pt x="503" y="927"/>
                  </a:lnTo>
                  <a:lnTo>
                    <a:pt x="1043" y="1622"/>
                  </a:lnTo>
                  <a:lnTo>
                    <a:pt x="1700" y="2240"/>
                  </a:lnTo>
                  <a:lnTo>
                    <a:pt x="2356" y="2858"/>
                  </a:lnTo>
                  <a:lnTo>
                    <a:pt x="3090" y="3360"/>
                  </a:lnTo>
                  <a:lnTo>
                    <a:pt x="3901" y="3823"/>
                  </a:lnTo>
                  <a:lnTo>
                    <a:pt x="4673" y="4209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05"/>
                  </a:lnTo>
                  <a:lnTo>
                    <a:pt x="7685" y="4943"/>
                  </a:lnTo>
                  <a:lnTo>
                    <a:pt x="8110" y="4982"/>
                  </a:lnTo>
                  <a:lnTo>
                    <a:pt x="8535" y="4943"/>
                  </a:lnTo>
                  <a:lnTo>
                    <a:pt x="8998" y="4905"/>
                  </a:lnTo>
                  <a:lnTo>
                    <a:pt x="9423" y="4866"/>
                  </a:lnTo>
                  <a:lnTo>
                    <a:pt x="9848" y="4750"/>
                  </a:lnTo>
                  <a:lnTo>
                    <a:pt x="10272" y="4634"/>
                  </a:lnTo>
                  <a:lnTo>
                    <a:pt x="10658" y="4480"/>
                  </a:lnTo>
                  <a:lnTo>
                    <a:pt x="11083" y="4325"/>
                  </a:lnTo>
                  <a:lnTo>
                    <a:pt x="11469" y="4094"/>
                  </a:lnTo>
                  <a:lnTo>
                    <a:pt x="11856" y="3862"/>
                  </a:lnTo>
                  <a:lnTo>
                    <a:pt x="12242" y="3592"/>
                  </a:lnTo>
                  <a:lnTo>
                    <a:pt x="12319" y="3514"/>
                  </a:lnTo>
                  <a:lnTo>
                    <a:pt x="12435" y="3167"/>
                  </a:lnTo>
                  <a:lnTo>
                    <a:pt x="12280" y="3167"/>
                  </a:lnTo>
                  <a:lnTo>
                    <a:pt x="12203" y="3128"/>
                  </a:lnTo>
                  <a:lnTo>
                    <a:pt x="12126" y="3090"/>
                  </a:lnTo>
                  <a:lnTo>
                    <a:pt x="12010" y="3128"/>
                  </a:lnTo>
                  <a:lnTo>
                    <a:pt x="11933" y="3167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03"/>
                  </a:lnTo>
                  <a:lnTo>
                    <a:pt x="8342" y="4441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3" y="4325"/>
                  </a:lnTo>
                  <a:lnTo>
                    <a:pt x="6218" y="4248"/>
                  </a:lnTo>
                  <a:lnTo>
                    <a:pt x="5793" y="4132"/>
                  </a:lnTo>
                  <a:lnTo>
                    <a:pt x="5407" y="4016"/>
                  </a:lnTo>
                  <a:lnTo>
                    <a:pt x="4596" y="3669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8"/>
            <p:cNvSpPr/>
            <p:nvPr/>
          </p:nvSpPr>
          <p:spPr>
            <a:xfrm>
              <a:off x="1569350" y="1258350"/>
              <a:ext cx="92700" cy="136125"/>
            </a:xfrm>
            <a:custGeom>
              <a:avLst/>
              <a:gdLst/>
              <a:ahLst/>
              <a:cxnLst/>
              <a:rect l="l" t="t" r="r" b="b"/>
              <a:pathLst>
                <a:path w="3708" h="5445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67"/>
                  </a:lnTo>
                  <a:lnTo>
                    <a:pt x="1159" y="1815"/>
                  </a:lnTo>
                  <a:lnTo>
                    <a:pt x="1082" y="1892"/>
                  </a:lnTo>
                  <a:lnTo>
                    <a:pt x="1082" y="1969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201"/>
                  </a:lnTo>
                  <a:lnTo>
                    <a:pt x="812" y="2278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510"/>
                  </a:lnTo>
                  <a:lnTo>
                    <a:pt x="966" y="2549"/>
                  </a:lnTo>
                  <a:lnTo>
                    <a:pt x="1198" y="2626"/>
                  </a:lnTo>
                  <a:lnTo>
                    <a:pt x="1430" y="2703"/>
                  </a:lnTo>
                  <a:lnTo>
                    <a:pt x="1623" y="2858"/>
                  </a:lnTo>
                  <a:lnTo>
                    <a:pt x="1816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132"/>
                  </a:lnTo>
                  <a:lnTo>
                    <a:pt x="2009" y="4364"/>
                  </a:lnTo>
                  <a:lnTo>
                    <a:pt x="1893" y="4557"/>
                  </a:lnTo>
                  <a:lnTo>
                    <a:pt x="1739" y="4711"/>
                  </a:lnTo>
                  <a:lnTo>
                    <a:pt x="1545" y="4866"/>
                  </a:lnTo>
                  <a:lnTo>
                    <a:pt x="1314" y="4943"/>
                  </a:lnTo>
                  <a:lnTo>
                    <a:pt x="1198" y="4981"/>
                  </a:lnTo>
                  <a:lnTo>
                    <a:pt x="1082" y="4981"/>
                  </a:lnTo>
                  <a:lnTo>
                    <a:pt x="889" y="4904"/>
                  </a:lnTo>
                  <a:lnTo>
                    <a:pt x="773" y="4788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966" y="4132"/>
                  </a:lnTo>
                  <a:lnTo>
                    <a:pt x="1121" y="4093"/>
                  </a:lnTo>
                  <a:lnTo>
                    <a:pt x="1237" y="4055"/>
                  </a:lnTo>
                  <a:lnTo>
                    <a:pt x="1314" y="3939"/>
                  </a:lnTo>
                  <a:lnTo>
                    <a:pt x="1314" y="3784"/>
                  </a:lnTo>
                  <a:lnTo>
                    <a:pt x="1275" y="3746"/>
                  </a:lnTo>
                  <a:lnTo>
                    <a:pt x="1237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900"/>
                  </a:lnTo>
                  <a:lnTo>
                    <a:pt x="387" y="3977"/>
                  </a:lnTo>
                  <a:lnTo>
                    <a:pt x="310" y="4132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904"/>
                  </a:lnTo>
                  <a:lnTo>
                    <a:pt x="387" y="5097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30" y="5406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41" y="4866"/>
                  </a:lnTo>
                  <a:lnTo>
                    <a:pt x="2395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89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510"/>
                  </a:lnTo>
                  <a:lnTo>
                    <a:pt x="1739" y="2356"/>
                  </a:lnTo>
                  <a:lnTo>
                    <a:pt x="1507" y="2240"/>
                  </a:lnTo>
                  <a:lnTo>
                    <a:pt x="1275" y="2124"/>
                  </a:lnTo>
                  <a:lnTo>
                    <a:pt x="1623" y="2008"/>
                  </a:lnTo>
                  <a:lnTo>
                    <a:pt x="1932" y="1815"/>
                  </a:lnTo>
                  <a:lnTo>
                    <a:pt x="2279" y="1661"/>
                  </a:lnTo>
                  <a:lnTo>
                    <a:pt x="2549" y="1429"/>
                  </a:lnTo>
                  <a:lnTo>
                    <a:pt x="2820" y="1197"/>
                  </a:lnTo>
                  <a:lnTo>
                    <a:pt x="3129" y="966"/>
                  </a:lnTo>
                  <a:lnTo>
                    <a:pt x="3360" y="695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8"/>
            <p:cNvSpPr/>
            <p:nvPr/>
          </p:nvSpPr>
          <p:spPr>
            <a:xfrm>
              <a:off x="3876600" y="12602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9" y="3553"/>
                  </a:lnTo>
                  <a:lnTo>
                    <a:pt x="12434" y="3205"/>
                  </a:lnTo>
                  <a:lnTo>
                    <a:pt x="12357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2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6" y="4016"/>
                  </a:lnTo>
                  <a:lnTo>
                    <a:pt x="10040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5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8"/>
            <p:cNvSpPr/>
            <p:nvPr/>
          </p:nvSpPr>
          <p:spPr>
            <a:xfrm>
              <a:off x="4184550" y="1267025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1" y="2240"/>
                  </a:lnTo>
                  <a:lnTo>
                    <a:pt x="811" y="2356"/>
                  </a:lnTo>
                  <a:lnTo>
                    <a:pt x="811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0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9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6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2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2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8"/>
            <p:cNvSpPr/>
            <p:nvPr/>
          </p:nvSpPr>
          <p:spPr>
            <a:xfrm>
              <a:off x="3067625" y="1293100"/>
              <a:ext cx="105250" cy="105250"/>
            </a:xfrm>
            <a:custGeom>
              <a:avLst/>
              <a:gdLst/>
              <a:ahLst/>
              <a:cxnLst/>
              <a:rect l="l" t="t" r="r" b="b"/>
              <a:pathLst>
                <a:path w="4210" h="4210" extrusionOk="0">
                  <a:moveTo>
                    <a:pt x="2317" y="348"/>
                  </a:moveTo>
                  <a:lnTo>
                    <a:pt x="2472" y="425"/>
                  </a:lnTo>
                  <a:lnTo>
                    <a:pt x="2665" y="464"/>
                  </a:lnTo>
                  <a:lnTo>
                    <a:pt x="2819" y="579"/>
                  </a:lnTo>
                  <a:lnTo>
                    <a:pt x="2974" y="695"/>
                  </a:lnTo>
                  <a:lnTo>
                    <a:pt x="3128" y="811"/>
                  </a:lnTo>
                  <a:lnTo>
                    <a:pt x="3205" y="850"/>
                  </a:lnTo>
                  <a:lnTo>
                    <a:pt x="3360" y="1081"/>
                  </a:lnTo>
                  <a:lnTo>
                    <a:pt x="3553" y="1313"/>
                  </a:lnTo>
                  <a:lnTo>
                    <a:pt x="3669" y="1545"/>
                  </a:lnTo>
                  <a:lnTo>
                    <a:pt x="3784" y="1815"/>
                  </a:lnTo>
                  <a:lnTo>
                    <a:pt x="3823" y="2085"/>
                  </a:lnTo>
                  <a:lnTo>
                    <a:pt x="3823" y="2356"/>
                  </a:lnTo>
                  <a:lnTo>
                    <a:pt x="3784" y="2665"/>
                  </a:lnTo>
                  <a:lnTo>
                    <a:pt x="3669" y="2935"/>
                  </a:lnTo>
                  <a:lnTo>
                    <a:pt x="3476" y="3244"/>
                  </a:lnTo>
                  <a:lnTo>
                    <a:pt x="3205" y="3476"/>
                  </a:lnTo>
                  <a:lnTo>
                    <a:pt x="2896" y="3669"/>
                  </a:lnTo>
                  <a:lnTo>
                    <a:pt x="2587" y="3785"/>
                  </a:lnTo>
                  <a:lnTo>
                    <a:pt x="2201" y="3862"/>
                  </a:lnTo>
                  <a:lnTo>
                    <a:pt x="1854" y="3823"/>
                  </a:lnTo>
                  <a:lnTo>
                    <a:pt x="1506" y="3746"/>
                  </a:lnTo>
                  <a:lnTo>
                    <a:pt x="1197" y="3591"/>
                  </a:lnTo>
                  <a:lnTo>
                    <a:pt x="927" y="3398"/>
                  </a:lnTo>
                  <a:lnTo>
                    <a:pt x="695" y="3167"/>
                  </a:lnTo>
                  <a:lnTo>
                    <a:pt x="541" y="2858"/>
                  </a:lnTo>
                  <a:lnTo>
                    <a:pt x="425" y="2549"/>
                  </a:lnTo>
                  <a:lnTo>
                    <a:pt x="348" y="2240"/>
                  </a:lnTo>
                  <a:lnTo>
                    <a:pt x="348" y="1892"/>
                  </a:lnTo>
                  <a:lnTo>
                    <a:pt x="425" y="1583"/>
                  </a:lnTo>
                  <a:lnTo>
                    <a:pt x="541" y="1275"/>
                  </a:lnTo>
                  <a:lnTo>
                    <a:pt x="772" y="966"/>
                  </a:lnTo>
                  <a:lnTo>
                    <a:pt x="1081" y="695"/>
                  </a:lnTo>
                  <a:lnTo>
                    <a:pt x="1390" y="502"/>
                  </a:lnTo>
                  <a:lnTo>
                    <a:pt x="1738" y="386"/>
                  </a:lnTo>
                  <a:lnTo>
                    <a:pt x="2124" y="348"/>
                  </a:lnTo>
                  <a:close/>
                  <a:moveTo>
                    <a:pt x="1892" y="0"/>
                  </a:moveTo>
                  <a:lnTo>
                    <a:pt x="1545" y="77"/>
                  </a:lnTo>
                  <a:lnTo>
                    <a:pt x="1197" y="232"/>
                  </a:lnTo>
                  <a:lnTo>
                    <a:pt x="850" y="425"/>
                  </a:lnTo>
                  <a:lnTo>
                    <a:pt x="618" y="618"/>
                  </a:lnTo>
                  <a:lnTo>
                    <a:pt x="464" y="811"/>
                  </a:lnTo>
                  <a:lnTo>
                    <a:pt x="309" y="966"/>
                  </a:lnTo>
                  <a:lnTo>
                    <a:pt x="232" y="1159"/>
                  </a:lnTo>
                  <a:lnTo>
                    <a:pt x="116" y="1390"/>
                  </a:lnTo>
                  <a:lnTo>
                    <a:pt x="39" y="1815"/>
                  </a:lnTo>
                  <a:lnTo>
                    <a:pt x="0" y="2240"/>
                  </a:lnTo>
                  <a:lnTo>
                    <a:pt x="77" y="2665"/>
                  </a:lnTo>
                  <a:lnTo>
                    <a:pt x="232" y="3051"/>
                  </a:lnTo>
                  <a:lnTo>
                    <a:pt x="464" y="3437"/>
                  </a:lnTo>
                  <a:lnTo>
                    <a:pt x="618" y="3591"/>
                  </a:lnTo>
                  <a:lnTo>
                    <a:pt x="772" y="3746"/>
                  </a:lnTo>
                  <a:lnTo>
                    <a:pt x="1120" y="3978"/>
                  </a:lnTo>
                  <a:lnTo>
                    <a:pt x="1506" y="4132"/>
                  </a:lnTo>
                  <a:lnTo>
                    <a:pt x="1931" y="4209"/>
                  </a:lnTo>
                  <a:lnTo>
                    <a:pt x="2317" y="4209"/>
                  </a:lnTo>
                  <a:lnTo>
                    <a:pt x="2742" y="4132"/>
                  </a:lnTo>
                  <a:lnTo>
                    <a:pt x="3128" y="3978"/>
                  </a:lnTo>
                  <a:lnTo>
                    <a:pt x="3476" y="3785"/>
                  </a:lnTo>
                  <a:lnTo>
                    <a:pt x="3784" y="3476"/>
                  </a:lnTo>
                  <a:lnTo>
                    <a:pt x="3900" y="3321"/>
                  </a:lnTo>
                  <a:lnTo>
                    <a:pt x="4016" y="3128"/>
                  </a:lnTo>
                  <a:lnTo>
                    <a:pt x="4093" y="2935"/>
                  </a:lnTo>
                  <a:lnTo>
                    <a:pt x="4132" y="2703"/>
                  </a:lnTo>
                  <a:lnTo>
                    <a:pt x="4209" y="2279"/>
                  </a:lnTo>
                  <a:lnTo>
                    <a:pt x="4171" y="1854"/>
                  </a:lnTo>
                  <a:lnTo>
                    <a:pt x="4055" y="1429"/>
                  </a:lnTo>
                  <a:lnTo>
                    <a:pt x="3939" y="1236"/>
                  </a:lnTo>
                  <a:lnTo>
                    <a:pt x="3823" y="1043"/>
                  </a:lnTo>
                  <a:lnTo>
                    <a:pt x="3707" y="888"/>
                  </a:lnTo>
                  <a:lnTo>
                    <a:pt x="3553" y="734"/>
                  </a:lnTo>
                  <a:lnTo>
                    <a:pt x="3360" y="579"/>
                  </a:lnTo>
                  <a:lnTo>
                    <a:pt x="3167" y="502"/>
                  </a:lnTo>
                  <a:lnTo>
                    <a:pt x="3128" y="502"/>
                  </a:lnTo>
                  <a:lnTo>
                    <a:pt x="3051" y="348"/>
                  </a:lnTo>
                  <a:lnTo>
                    <a:pt x="2896" y="232"/>
                  </a:lnTo>
                  <a:lnTo>
                    <a:pt x="2780" y="116"/>
                  </a:lnTo>
                  <a:lnTo>
                    <a:pt x="2626" y="77"/>
                  </a:lnTo>
                  <a:lnTo>
                    <a:pt x="2433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8"/>
            <p:cNvSpPr/>
            <p:nvPr/>
          </p:nvSpPr>
          <p:spPr>
            <a:xfrm>
              <a:off x="686050" y="1295025"/>
              <a:ext cx="44425" cy="43475"/>
            </a:xfrm>
            <a:custGeom>
              <a:avLst/>
              <a:gdLst/>
              <a:ahLst/>
              <a:cxnLst/>
              <a:rect l="l" t="t" r="r" b="b"/>
              <a:pathLst>
                <a:path w="1777" h="1739" extrusionOk="0">
                  <a:moveTo>
                    <a:pt x="773" y="309"/>
                  </a:moveTo>
                  <a:lnTo>
                    <a:pt x="966" y="348"/>
                  </a:lnTo>
                  <a:lnTo>
                    <a:pt x="1159" y="464"/>
                  </a:lnTo>
                  <a:lnTo>
                    <a:pt x="1313" y="580"/>
                  </a:lnTo>
                  <a:lnTo>
                    <a:pt x="1390" y="773"/>
                  </a:lnTo>
                  <a:lnTo>
                    <a:pt x="1390" y="966"/>
                  </a:lnTo>
                  <a:lnTo>
                    <a:pt x="1352" y="1043"/>
                  </a:lnTo>
                  <a:lnTo>
                    <a:pt x="1275" y="1159"/>
                  </a:lnTo>
                  <a:lnTo>
                    <a:pt x="1197" y="1236"/>
                  </a:lnTo>
                  <a:lnTo>
                    <a:pt x="1082" y="1275"/>
                  </a:lnTo>
                  <a:lnTo>
                    <a:pt x="888" y="1352"/>
                  </a:lnTo>
                  <a:lnTo>
                    <a:pt x="695" y="1352"/>
                  </a:lnTo>
                  <a:lnTo>
                    <a:pt x="541" y="1236"/>
                  </a:lnTo>
                  <a:lnTo>
                    <a:pt x="425" y="1082"/>
                  </a:lnTo>
                  <a:lnTo>
                    <a:pt x="386" y="889"/>
                  </a:lnTo>
                  <a:lnTo>
                    <a:pt x="386" y="734"/>
                  </a:lnTo>
                  <a:lnTo>
                    <a:pt x="464" y="541"/>
                  </a:lnTo>
                  <a:lnTo>
                    <a:pt x="541" y="387"/>
                  </a:lnTo>
                  <a:lnTo>
                    <a:pt x="541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8" y="39"/>
                  </a:lnTo>
                  <a:lnTo>
                    <a:pt x="464" y="116"/>
                  </a:lnTo>
                  <a:lnTo>
                    <a:pt x="425" y="155"/>
                  </a:lnTo>
                  <a:lnTo>
                    <a:pt x="348" y="155"/>
                  </a:lnTo>
                  <a:lnTo>
                    <a:pt x="232" y="271"/>
                  </a:lnTo>
                  <a:lnTo>
                    <a:pt x="116" y="387"/>
                  </a:lnTo>
                  <a:lnTo>
                    <a:pt x="39" y="502"/>
                  </a:lnTo>
                  <a:lnTo>
                    <a:pt x="0" y="657"/>
                  </a:lnTo>
                  <a:lnTo>
                    <a:pt x="0" y="850"/>
                  </a:lnTo>
                  <a:lnTo>
                    <a:pt x="0" y="1004"/>
                  </a:lnTo>
                  <a:lnTo>
                    <a:pt x="39" y="1159"/>
                  </a:lnTo>
                  <a:lnTo>
                    <a:pt x="116" y="1313"/>
                  </a:lnTo>
                  <a:lnTo>
                    <a:pt x="193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8" y="1738"/>
                  </a:lnTo>
                  <a:lnTo>
                    <a:pt x="966" y="1738"/>
                  </a:lnTo>
                  <a:lnTo>
                    <a:pt x="1120" y="1700"/>
                  </a:lnTo>
                  <a:lnTo>
                    <a:pt x="1275" y="1622"/>
                  </a:lnTo>
                  <a:lnTo>
                    <a:pt x="1429" y="1545"/>
                  </a:lnTo>
                  <a:lnTo>
                    <a:pt x="1584" y="1391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27"/>
                  </a:lnTo>
                  <a:lnTo>
                    <a:pt x="1777" y="773"/>
                  </a:lnTo>
                  <a:lnTo>
                    <a:pt x="1738" y="580"/>
                  </a:lnTo>
                  <a:lnTo>
                    <a:pt x="1661" y="425"/>
                  </a:lnTo>
                  <a:lnTo>
                    <a:pt x="1545" y="271"/>
                  </a:lnTo>
                  <a:lnTo>
                    <a:pt x="1429" y="155"/>
                  </a:lnTo>
                  <a:lnTo>
                    <a:pt x="1275" y="78"/>
                  </a:lnTo>
                  <a:lnTo>
                    <a:pt x="1120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8"/>
            <p:cNvSpPr/>
            <p:nvPr/>
          </p:nvSpPr>
          <p:spPr>
            <a:xfrm>
              <a:off x="691825" y="1300825"/>
              <a:ext cx="114925" cy="285775"/>
            </a:xfrm>
            <a:custGeom>
              <a:avLst/>
              <a:gdLst/>
              <a:ahLst/>
              <a:cxnLst/>
              <a:rect l="l" t="t" r="r" b="b"/>
              <a:pathLst>
                <a:path w="4597" h="11431" extrusionOk="0">
                  <a:moveTo>
                    <a:pt x="3631" y="888"/>
                  </a:moveTo>
                  <a:lnTo>
                    <a:pt x="3708" y="2008"/>
                  </a:lnTo>
                  <a:lnTo>
                    <a:pt x="3824" y="3128"/>
                  </a:lnTo>
                  <a:lnTo>
                    <a:pt x="3940" y="4248"/>
                  </a:lnTo>
                  <a:lnTo>
                    <a:pt x="4017" y="5406"/>
                  </a:lnTo>
                  <a:lnTo>
                    <a:pt x="4056" y="6603"/>
                  </a:lnTo>
                  <a:lnTo>
                    <a:pt x="4056" y="7260"/>
                  </a:lnTo>
                  <a:lnTo>
                    <a:pt x="3978" y="7878"/>
                  </a:lnTo>
                  <a:lnTo>
                    <a:pt x="3901" y="8534"/>
                  </a:lnTo>
                  <a:lnTo>
                    <a:pt x="3747" y="9152"/>
                  </a:lnTo>
                  <a:lnTo>
                    <a:pt x="3515" y="9731"/>
                  </a:lnTo>
                  <a:lnTo>
                    <a:pt x="3245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2"/>
                  </a:lnTo>
                  <a:lnTo>
                    <a:pt x="1623" y="10696"/>
                  </a:lnTo>
                  <a:lnTo>
                    <a:pt x="1353" y="10503"/>
                  </a:lnTo>
                  <a:lnTo>
                    <a:pt x="1121" y="10233"/>
                  </a:lnTo>
                  <a:lnTo>
                    <a:pt x="966" y="9963"/>
                  </a:lnTo>
                  <a:lnTo>
                    <a:pt x="851" y="9692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95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9" y="4055"/>
                  </a:lnTo>
                  <a:lnTo>
                    <a:pt x="580" y="2780"/>
                  </a:lnTo>
                  <a:lnTo>
                    <a:pt x="542" y="2742"/>
                  </a:lnTo>
                  <a:lnTo>
                    <a:pt x="580" y="2742"/>
                  </a:lnTo>
                  <a:lnTo>
                    <a:pt x="1353" y="2356"/>
                  </a:lnTo>
                  <a:lnTo>
                    <a:pt x="2163" y="1931"/>
                  </a:lnTo>
                  <a:lnTo>
                    <a:pt x="2936" y="1429"/>
                  </a:lnTo>
                  <a:lnTo>
                    <a:pt x="3283" y="1159"/>
                  </a:lnTo>
                  <a:lnTo>
                    <a:pt x="3631" y="888"/>
                  </a:lnTo>
                  <a:close/>
                  <a:moveTo>
                    <a:pt x="3978" y="0"/>
                  </a:moveTo>
                  <a:lnTo>
                    <a:pt x="3901" y="39"/>
                  </a:lnTo>
                  <a:lnTo>
                    <a:pt x="3476" y="309"/>
                  </a:lnTo>
                  <a:lnTo>
                    <a:pt x="3052" y="657"/>
                  </a:lnTo>
                  <a:lnTo>
                    <a:pt x="2627" y="966"/>
                  </a:lnTo>
                  <a:lnTo>
                    <a:pt x="2202" y="1313"/>
                  </a:lnTo>
                  <a:lnTo>
                    <a:pt x="1314" y="1892"/>
                  </a:lnTo>
                  <a:lnTo>
                    <a:pt x="426" y="2472"/>
                  </a:lnTo>
                  <a:lnTo>
                    <a:pt x="349" y="2549"/>
                  </a:lnTo>
                  <a:lnTo>
                    <a:pt x="349" y="2626"/>
                  </a:lnTo>
                  <a:lnTo>
                    <a:pt x="271" y="2665"/>
                  </a:lnTo>
                  <a:lnTo>
                    <a:pt x="233" y="2780"/>
                  </a:lnTo>
                  <a:lnTo>
                    <a:pt x="194" y="3823"/>
                  </a:lnTo>
                  <a:lnTo>
                    <a:pt x="155" y="4827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7"/>
                  </a:lnTo>
                  <a:lnTo>
                    <a:pt x="155" y="7685"/>
                  </a:lnTo>
                  <a:lnTo>
                    <a:pt x="155" y="8418"/>
                  </a:lnTo>
                  <a:lnTo>
                    <a:pt x="233" y="9152"/>
                  </a:lnTo>
                  <a:lnTo>
                    <a:pt x="310" y="9615"/>
                  </a:lnTo>
                  <a:lnTo>
                    <a:pt x="503" y="10079"/>
                  </a:lnTo>
                  <a:lnTo>
                    <a:pt x="735" y="10503"/>
                  </a:lnTo>
                  <a:lnTo>
                    <a:pt x="1044" y="10890"/>
                  </a:lnTo>
                  <a:lnTo>
                    <a:pt x="1198" y="11044"/>
                  </a:lnTo>
                  <a:lnTo>
                    <a:pt x="1391" y="11198"/>
                  </a:lnTo>
                  <a:lnTo>
                    <a:pt x="1623" y="11314"/>
                  </a:lnTo>
                  <a:lnTo>
                    <a:pt x="1816" y="11392"/>
                  </a:lnTo>
                  <a:lnTo>
                    <a:pt x="2048" y="11430"/>
                  </a:lnTo>
                  <a:lnTo>
                    <a:pt x="2279" y="11430"/>
                  </a:lnTo>
                  <a:lnTo>
                    <a:pt x="2550" y="11392"/>
                  </a:lnTo>
                  <a:lnTo>
                    <a:pt x="2820" y="11314"/>
                  </a:lnTo>
                  <a:lnTo>
                    <a:pt x="3052" y="11198"/>
                  </a:lnTo>
                  <a:lnTo>
                    <a:pt x="3283" y="11044"/>
                  </a:lnTo>
                  <a:lnTo>
                    <a:pt x="3476" y="10851"/>
                  </a:lnTo>
                  <a:lnTo>
                    <a:pt x="3669" y="10658"/>
                  </a:lnTo>
                  <a:lnTo>
                    <a:pt x="3824" y="10388"/>
                  </a:lnTo>
                  <a:lnTo>
                    <a:pt x="3978" y="10117"/>
                  </a:lnTo>
                  <a:lnTo>
                    <a:pt x="4171" y="9538"/>
                  </a:lnTo>
                  <a:lnTo>
                    <a:pt x="4326" y="8920"/>
                  </a:lnTo>
                  <a:lnTo>
                    <a:pt x="4442" y="8302"/>
                  </a:lnTo>
                  <a:lnTo>
                    <a:pt x="4519" y="7723"/>
                  </a:lnTo>
                  <a:lnTo>
                    <a:pt x="4558" y="7221"/>
                  </a:lnTo>
                  <a:lnTo>
                    <a:pt x="4596" y="6642"/>
                  </a:lnTo>
                  <a:lnTo>
                    <a:pt x="4596" y="6101"/>
                  </a:lnTo>
                  <a:lnTo>
                    <a:pt x="4519" y="4981"/>
                  </a:lnTo>
                  <a:lnTo>
                    <a:pt x="4442" y="3862"/>
                  </a:lnTo>
                  <a:lnTo>
                    <a:pt x="4326" y="2780"/>
                  </a:lnTo>
                  <a:lnTo>
                    <a:pt x="4287" y="2394"/>
                  </a:lnTo>
                  <a:lnTo>
                    <a:pt x="4210" y="1468"/>
                  </a:lnTo>
                  <a:lnTo>
                    <a:pt x="4133" y="541"/>
                  </a:lnTo>
                  <a:lnTo>
                    <a:pt x="4094" y="386"/>
                  </a:lnTo>
                  <a:lnTo>
                    <a:pt x="4133" y="348"/>
                  </a:lnTo>
                  <a:lnTo>
                    <a:pt x="4171" y="270"/>
                  </a:lnTo>
                  <a:lnTo>
                    <a:pt x="4210" y="193"/>
                  </a:lnTo>
                  <a:lnTo>
                    <a:pt x="4171" y="77"/>
                  </a:lnTo>
                  <a:lnTo>
                    <a:pt x="4094" y="39"/>
                  </a:lnTo>
                  <a:lnTo>
                    <a:pt x="40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8"/>
            <p:cNvSpPr/>
            <p:nvPr/>
          </p:nvSpPr>
          <p:spPr>
            <a:xfrm>
              <a:off x="635850" y="1347150"/>
              <a:ext cx="42500" cy="41550"/>
            </a:xfrm>
            <a:custGeom>
              <a:avLst/>
              <a:gdLst/>
              <a:ahLst/>
              <a:cxnLst/>
              <a:rect l="l" t="t" r="r" b="b"/>
              <a:pathLst>
                <a:path w="1700" h="1662" extrusionOk="0">
                  <a:moveTo>
                    <a:pt x="1004" y="387"/>
                  </a:moveTo>
                  <a:lnTo>
                    <a:pt x="1120" y="425"/>
                  </a:lnTo>
                  <a:lnTo>
                    <a:pt x="1159" y="464"/>
                  </a:lnTo>
                  <a:lnTo>
                    <a:pt x="1236" y="541"/>
                  </a:lnTo>
                  <a:lnTo>
                    <a:pt x="1313" y="734"/>
                  </a:lnTo>
                  <a:lnTo>
                    <a:pt x="1313" y="927"/>
                  </a:lnTo>
                  <a:lnTo>
                    <a:pt x="1236" y="1082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8" y="1275"/>
                  </a:lnTo>
                  <a:lnTo>
                    <a:pt x="695" y="1236"/>
                  </a:lnTo>
                  <a:lnTo>
                    <a:pt x="541" y="1121"/>
                  </a:lnTo>
                  <a:lnTo>
                    <a:pt x="464" y="1082"/>
                  </a:lnTo>
                  <a:lnTo>
                    <a:pt x="425" y="966"/>
                  </a:lnTo>
                  <a:lnTo>
                    <a:pt x="386" y="889"/>
                  </a:lnTo>
                  <a:lnTo>
                    <a:pt x="386" y="773"/>
                  </a:lnTo>
                  <a:lnTo>
                    <a:pt x="425" y="541"/>
                  </a:lnTo>
                  <a:lnTo>
                    <a:pt x="541" y="580"/>
                  </a:lnTo>
                  <a:lnTo>
                    <a:pt x="618" y="541"/>
                  </a:lnTo>
                  <a:lnTo>
                    <a:pt x="773" y="425"/>
                  </a:lnTo>
                  <a:lnTo>
                    <a:pt x="927" y="387"/>
                  </a:lnTo>
                  <a:close/>
                  <a:moveTo>
                    <a:pt x="734" y="1"/>
                  </a:moveTo>
                  <a:lnTo>
                    <a:pt x="618" y="39"/>
                  </a:lnTo>
                  <a:lnTo>
                    <a:pt x="502" y="117"/>
                  </a:lnTo>
                  <a:lnTo>
                    <a:pt x="348" y="194"/>
                  </a:lnTo>
                  <a:lnTo>
                    <a:pt x="232" y="310"/>
                  </a:lnTo>
                  <a:lnTo>
                    <a:pt x="155" y="425"/>
                  </a:lnTo>
                  <a:lnTo>
                    <a:pt x="78" y="580"/>
                  </a:lnTo>
                  <a:lnTo>
                    <a:pt x="39" y="696"/>
                  </a:lnTo>
                  <a:lnTo>
                    <a:pt x="0" y="850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3" y="1352"/>
                  </a:lnTo>
                  <a:lnTo>
                    <a:pt x="309" y="1468"/>
                  </a:lnTo>
                  <a:lnTo>
                    <a:pt x="464" y="1584"/>
                  </a:lnTo>
                  <a:lnTo>
                    <a:pt x="657" y="1623"/>
                  </a:lnTo>
                  <a:lnTo>
                    <a:pt x="811" y="1661"/>
                  </a:lnTo>
                  <a:lnTo>
                    <a:pt x="1004" y="1661"/>
                  </a:lnTo>
                  <a:lnTo>
                    <a:pt x="1197" y="1584"/>
                  </a:lnTo>
                  <a:lnTo>
                    <a:pt x="1352" y="1507"/>
                  </a:lnTo>
                  <a:lnTo>
                    <a:pt x="1468" y="1391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699" y="927"/>
                  </a:lnTo>
                  <a:lnTo>
                    <a:pt x="1699" y="734"/>
                  </a:lnTo>
                  <a:lnTo>
                    <a:pt x="1661" y="541"/>
                  </a:lnTo>
                  <a:lnTo>
                    <a:pt x="1584" y="387"/>
                  </a:lnTo>
                  <a:lnTo>
                    <a:pt x="1506" y="232"/>
                  </a:lnTo>
                  <a:lnTo>
                    <a:pt x="1390" y="155"/>
                  </a:lnTo>
                  <a:lnTo>
                    <a:pt x="1275" y="78"/>
                  </a:lnTo>
                  <a:lnTo>
                    <a:pt x="10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8"/>
            <p:cNvSpPr/>
            <p:nvPr/>
          </p:nvSpPr>
          <p:spPr>
            <a:xfrm>
              <a:off x="444700" y="13741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71" y="1"/>
                  </a:moveTo>
                  <a:lnTo>
                    <a:pt x="116" y="40"/>
                  </a:lnTo>
                  <a:lnTo>
                    <a:pt x="39" y="117"/>
                  </a:lnTo>
                  <a:lnTo>
                    <a:pt x="1" y="233"/>
                  </a:lnTo>
                  <a:lnTo>
                    <a:pt x="39" y="387"/>
                  </a:lnTo>
                  <a:lnTo>
                    <a:pt x="348" y="889"/>
                  </a:lnTo>
                  <a:lnTo>
                    <a:pt x="657" y="1391"/>
                  </a:lnTo>
                  <a:lnTo>
                    <a:pt x="1005" y="1854"/>
                  </a:lnTo>
                  <a:lnTo>
                    <a:pt x="1391" y="2318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4" y="3553"/>
                  </a:lnTo>
                  <a:lnTo>
                    <a:pt x="3167" y="3901"/>
                  </a:lnTo>
                  <a:lnTo>
                    <a:pt x="3553" y="3747"/>
                  </a:lnTo>
                  <a:lnTo>
                    <a:pt x="2781" y="3013"/>
                  </a:lnTo>
                  <a:lnTo>
                    <a:pt x="2047" y="2241"/>
                  </a:lnTo>
                  <a:lnTo>
                    <a:pt x="1352" y="1430"/>
                  </a:lnTo>
                  <a:lnTo>
                    <a:pt x="1043" y="1005"/>
                  </a:lnTo>
                  <a:lnTo>
                    <a:pt x="734" y="542"/>
                  </a:lnTo>
                  <a:lnTo>
                    <a:pt x="1622" y="696"/>
                  </a:lnTo>
                  <a:lnTo>
                    <a:pt x="2511" y="889"/>
                  </a:lnTo>
                  <a:lnTo>
                    <a:pt x="3013" y="1044"/>
                  </a:lnTo>
                  <a:lnTo>
                    <a:pt x="3515" y="1198"/>
                  </a:lnTo>
                  <a:lnTo>
                    <a:pt x="4017" y="1352"/>
                  </a:lnTo>
                  <a:lnTo>
                    <a:pt x="4480" y="1507"/>
                  </a:lnTo>
                  <a:lnTo>
                    <a:pt x="4596" y="1507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5" y="1507"/>
                  </a:lnTo>
                  <a:lnTo>
                    <a:pt x="4943" y="1430"/>
                  </a:lnTo>
                  <a:lnTo>
                    <a:pt x="4634" y="1159"/>
                  </a:lnTo>
                  <a:lnTo>
                    <a:pt x="4171" y="850"/>
                  </a:lnTo>
                  <a:lnTo>
                    <a:pt x="3630" y="619"/>
                  </a:lnTo>
                  <a:lnTo>
                    <a:pt x="3090" y="464"/>
                  </a:lnTo>
                  <a:lnTo>
                    <a:pt x="2511" y="310"/>
                  </a:lnTo>
                  <a:lnTo>
                    <a:pt x="1931" y="194"/>
                  </a:lnTo>
                  <a:lnTo>
                    <a:pt x="1352" y="117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8"/>
            <p:cNvSpPr/>
            <p:nvPr/>
          </p:nvSpPr>
          <p:spPr>
            <a:xfrm>
              <a:off x="5333350" y="138867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5"/>
                  </a:moveTo>
                  <a:lnTo>
                    <a:pt x="23633" y="1467"/>
                  </a:lnTo>
                  <a:lnTo>
                    <a:pt x="23941" y="2008"/>
                  </a:lnTo>
                  <a:lnTo>
                    <a:pt x="23787" y="2163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2" y="1969"/>
                  </a:lnTo>
                  <a:lnTo>
                    <a:pt x="23015" y="1815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4"/>
                  </a:lnTo>
                  <a:lnTo>
                    <a:pt x="23169" y="1120"/>
                  </a:lnTo>
                  <a:lnTo>
                    <a:pt x="23285" y="965"/>
                  </a:lnTo>
                  <a:close/>
                  <a:moveTo>
                    <a:pt x="24096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7"/>
                  </a:lnTo>
                  <a:lnTo>
                    <a:pt x="24096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0"/>
                  </a:lnTo>
                  <a:lnTo>
                    <a:pt x="16566" y="5406"/>
                  </a:lnTo>
                  <a:lnTo>
                    <a:pt x="16296" y="5445"/>
                  </a:lnTo>
                  <a:lnTo>
                    <a:pt x="15639" y="5522"/>
                  </a:lnTo>
                  <a:lnTo>
                    <a:pt x="15639" y="5483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5" y="5175"/>
                  </a:lnTo>
                  <a:lnTo>
                    <a:pt x="15832" y="5097"/>
                  </a:lnTo>
                  <a:lnTo>
                    <a:pt x="15948" y="5020"/>
                  </a:lnTo>
                  <a:lnTo>
                    <a:pt x="16064" y="4981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522"/>
                  </a:lnTo>
                  <a:lnTo>
                    <a:pt x="24057" y="5445"/>
                  </a:lnTo>
                  <a:lnTo>
                    <a:pt x="23903" y="5290"/>
                  </a:lnTo>
                  <a:lnTo>
                    <a:pt x="23826" y="5097"/>
                  </a:lnTo>
                  <a:lnTo>
                    <a:pt x="23787" y="4981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2" y="5638"/>
                  </a:lnTo>
                  <a:lnTo>
                    <a:pt x="17570" y="5522"/>
                  </a:lnTo>
                  <a:lnTo>
                    <a:pt x="17029" y="5445"/>
                  </a:lnTo>
                  <a:lnTo>
                    <a:pt x="17068" y="5290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3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6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599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6"/>
                  </a:lnTo>
                  <a:lnTo>
                    <a:pt x="19385" y="5831"/>
                  </a:lnTo>
                  <a:lnTo>
                    <a:pt x="19385" y="5985"/>
                  </a:lnTo>
                  <a:lnTo>
                    <a:pt x="19346" y="6178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6"/>
                  </a:lnTo>
                  <a:lnTo>
                    <a:pt x="18844" y="5522"/>
                  </a:lnTo>
                  <a:lnTo>
                    <a:pt x="18999" y="5483"/>
                  </a:lnTo>
                  <a:close/>
                  <a:moveTo>
                    <a:pt x="20196" y="6063"/>
                  </a:moveTo>
                  <a:lnTo>
                    <a:pt x="20350" y="6101"/>
                  </a:lnTo>
                  <a:lnTo>
                    <a:pt x="20466" y="6140"/>
                  </a:lnTo>
                  <a:lnTo>
                    <a:pt x="20543" y="6178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0"/>
                  </a:lnTo>
                  <a:lnTo>
                    <a:pt x="19848" y="6294"/>
                  </a:lnTo>
                  <a:lnTo>
                    <a:pt x="19887" y="6178"/>
                  </a:lnTo>
                  <a:lnTo>
                    <a:pt x="20003" y="6140"/>
                  </a:lnTo>
                  <a:lnTo>
                    <a:pt x="20080" y="6101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1" y="5985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1" y="6294"/>
                  </a:lnTo>
                  <a:lnTo>
                    <a:pt x="23748" y="6565"/>
                  </a:lnTo>
                  <a:lnTo>
                    <a:pt x="23517" y="6796"/>
                  </a:lnTo>
                  <a:lnTo>
                    <a:pt x="23246" y="6989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8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78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6"/>
                  </a:lnTo>
                  <a:lnTo>
                    <a:pt x="12627" y="6680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59" y="6217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719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44"/>
                  </a:lnTo>
                  <a:lnTo>
                    <a:pt x="22551" y="7221"/>
                  </a:lnTo>
                  <a:lnTo>
                    <a:pt x="22165" y="7260"/>
                  </a:lnTo>
                  <a:lnTo>
                    <a:pt x="21779" y="7221"/>
                  </a:lnTo>
                  <a:lnTo>
                    <a:pt x="21393" y="7105"/>
                  </a:lnTo>
                  <a:lnTo>
                    <a:pt x="21470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414"/>
                  </a:moveTo>
                  <a:lnTo>
                    <a:pt x="12473" y="7453"/>
                  </a:lnTo>
                  <a:lnTo>
                    <a:pt x="12125" y="7993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09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3"/>
                  </a:lnTo>
                  <a:lnTo>
                    <a:pt x="11816" y="7607"/>
                  </a:lnTo>
                  <a:lnTo>
                    <a:pt x="11894" y="7530"/>
                  </a:lnTo>
                  <a:lnTo>
                    <a:pt x="12009" y="7453"/>
                  </a:lnTo>
                  <a:lnTo>
                    <a:pt x="12164" y="7414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1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2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7"/>
                  </a:lnTo>
                  <a:close/>
                  <a:moveTo>
                    <a:pt x="3785" y="9770"/>
                  </a:moveTo>
                  <a:lnTo>
                    <a:pt x="3900" y="9808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32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5"/>
                  </a:lnTo>
                  <a:lnTo>
                    <a:pt x="5097" y="10774"/>
                  </a:lnTo>
                  <a:lnTo>
                    <a:pt x="5136" y="10889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928"/>
                  </a:lnTo>
                  <a:lnTo>
                    <a:pt x="4441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19"/>
                  </a:moveTo>
                  <a:lnTo>
                    <a:pt x="10967" y="11198"/>
                  </a:lnTo>
                  <a:lnTo>
                    <a:pt x="10735" y="11739"/>
                  </a:lnTo>
                  <a:lnTo>
                    <a:pt x="10658" y="11700"/>
                  </a:lnTo>
                  <a:lnTo>
                    <a:pt x="10504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2"/>
                  </a:lnTo>
                  <a:lnTo>
                    <a:pt x="10735" y="10696"/>
                  </a:lnTo>
                  <a:lnTo>
                    <a:pt x="10928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09"/>
                  </a:lnTo>
                  <a:lnTo>
                    <a:pt x="6410" y="12241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0"/>
                  </a:lnTo>
                  <a:lnTo>
                    <a:pt x="5445" y="11623"/>
                  </a:lnTo>
                  <a:lnTo>
                    <a:pt x="5561" y="11546"/>
                  </a:lnTo>
                  <a:lnTo>
                    <a:pt x="5638" y="11507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39" y="13206"/>
                  </a:lnTo>
                  <a:lnTo>
                    <a:pt x="7337" y="13013"/>
                  </a:lnTo>
                  <a:lnTo>
                    <a:pt x="6835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3" y="12627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6"/>
                  </a:lnTo>
                  <a:lnTo>
                    <a:pt x="9229" y="13129"/>
                  </a:lnTo>
                  <a:lnTo>
                    <a:pt x="9268" y="13206"/>
                  </a:lnTo>
                  <a:lnTo>
                    <a:pt x="9036" y="13284"/>
                  </a:lnTo>
                  <a:lnTo>
                    <a:pt x="8804" y="13322"/>
                  </a:lnTo>
                  <a:lnTo>
                    <a:pt x="8573" y="13322"/>
                  </a:lnTo>
                  <a:lnTo>
                    <a:pt x="8302" y="13284"/>
                  </a:lnTo>
                  <a:lnTo>
                    <a:pt x="8302" y="13206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704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6" y="0"/>
                  </a:moveTo>
                  <a:lnTo>
                    <a:pt x="22899" y="39"/>
                  </a:lnTo>
                  <a:lnTo>
                    <a:pt x="22822" y="77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2"/>
                  </a:lnTo>
                  <a:lnTo>
                    <a:pt x="22783" y="965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0" y="2278"/>
                  </a:lnTo>
                  <a:lnTo>
                    <a:pt x="23053" y="2394"/>
                  </a:lnTo>
                  <a:lnTo>
                    <a:pt x="23246" y="2510"/>
                  </a:lnTo>
                  <a:lnTo>
                    <a:pt x="23478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82"/>
                  </a:lnTo>
                  <a:lnTo>
                    <a:pt x="23439" y="3514"/>
                  </a:lnTo>
                  <a:lnTo>
                    <a:pt x="23555" y="3707"/>
                  </a:lnTo>
                  <a:lnTo>
                    <a:pt x="23748" y="3900"/>
                  </a:lnTo>
                  <a:lnTo>
                    <a:pt x="23980" y="4016"/>
                  </a:lnTo>
                  <a:lnTo>
                    <a:pt x="23748" y="4209"/>
                  </a:lnTo>
                  <a:lnTo>
                    <a:pt x="23555" y="4479"/>
                  </a:lnTo>
                  <a:lnTo>
                    <a:pt x="23478" y="4750"/>
                  </a:lnTo>
                  <a:lnTo>
                    <a:pt x="23439" y="4904"/>
                  </a:lnTo>
                  <a:lnTo>
                    <a:pt x="23439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1" y="5522"/>
                  </a:lnTo>
                  <a:lnTo>
                    <a:pt x="23169" y="5561"/>
                  </a:lnTo>
                  <a:lnTo>
                    <a:pt x="22976" y="5715"/>
                  </a:lnTo>
                  <a:lnTo>
                    <a:pt x="22783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4" y="6294"/>
                  </a:lnTo>
                  <a:lnTo>
                    <a:pt x="22320" y="6256"/>
                  </a:lnTo>
                  <a:lnTo>
                    <a:pt x="22165" y="6217"/>
                  </a:lnTo>
                  <a:lnTo>
                    <a:pt x="21972" y="6217"/>
                  </a:lnTo>
                  <a:lnTo>
                    <a:pt x="21740" y="6294"/>
                  </a:lnTo>
                  <a:lnTo>
                    <a:pt x="21509" y="6410"/>
                  </a:lnTo>
                  <a:lnTo>
                    <a:pt x="21354" y="6565"/>
                  </a:lnTo>
                  <a:lnTo>
                    <a:pt x="21200" y="6796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4"/>
                  </a:lnTo>
                  <a:lnTo>
                    <a:pt x="20736" y="5908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4" y="5754"/>
                  </a:lnTo>
                  <a:lnTo>
                    <a:pt x="20080" y="5792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3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0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1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5"/>
                  </a:lnTo>
                  <a:lnTo>
                    <a:pt x="17802" y="4557"/>
                  </a:lnTo>
                  <a:lnTo>
                    <a:pt x="17647" y="4518"/>
                  </a:lnTo>
                  <a:lnTo>
                    <a:pt x="17493" y="4557"/>
                  </a:lnTo>
                  <a:lnTo>
                    <a:pt x="17377" y="4595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7"/>
                  </a:lnTo>
                  <a:lnTo>
                    <a:pt x="16759" y="4943"/>
                  </a:lnTo>
                  <a:lnTo>
                    <a:pt x="16605" y="4788"/>
                  </a:lnTo>
                  <a:lnTo>
                    <a:pt x="16450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1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1"/>
                  </a:lnTo>
                  <a:lnTo>
                    <a:pt x="14635" y="4943"/>
                  </a:lnTo>
                  <a:lnTo>
                    <a:pt x="14442" y="4981"/>
                  </a:lnTo>
                  <a:lnTo>
                    <a:pt x="14288" y="5020"/>
                  </a:lnTo>
                  <a:lnTo>
                    <a:pt x="14133" y="5097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7"/>
                  </a:lnTo>
                  <a:lnTo>
                    <a:pt x="12357" y="6372"/>
                  </a:lnTo>
                  <a:lnTo>
                    <a:pt x="12357" y="6526"/>
                  </a:lnTo>
                  <a:lnTo>
                    <a:pt x="12357" y="6680"/>
                  </a:lnTo>
                  <a:lnTo>
                    <a:pt x="12357" y="6835"/>
                  </a:lnTo>
                  <a:lnTo>
                    <a:pt x="12434" y="6989"/>
                  </a:lnTo>
                  <a:lnTo>
                    <a:pt x="12164" y="7028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414"/>
                  </a:lnTo>
                  <a:lnTo>
                    <a:pt x="11392" y="7530"/>
                  </a:lnTo>
                  <a:lnTo>
                    <a:pt x="11353" y="7684"/>
                  </a:lnTo>
                  <a:lnTo>
                    <a:pt x="11314" y="7839"/>
                  </a:lnTo>
                  <a:lnTo>
                    <a:pt x="11276" y="7993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57"/>
                  </a:lnTo>
                  <a:lnTo>
                    <a:pt x="11469" y="8611"/>
                  </a:lnTo>
                  <a:lnTo>
                    <a:pt x="11199" y="8650"/>
                  </a:lnTo>
                  <a:lnTo>
                    <a:pt x="10967" y="8804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3"/>
                  </a:lnTo>
                  <a:lnTo>
                    <a:pt x="10619" y="10310"/>
                  </a:lnTo>
                  <a:lnTo>
                    <a:pt x="10426" y="10426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5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4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2" y="12087"/>
                  </a:lnTo>
                  <a:lnTo>
                    <a:pt x="9384" y="12202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95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4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202"/>
                  </a:lnTo>
                  <a:lnTo>
                    <a:pt x="6990" y="12280"/>
                  </a:lnTo>
                  <a:lnTo>
                    <a:pt x="6796" y="12434"/>
                  </a:lnTo>
                  <a:lnTo>
                    <a:pt x="6796" y="12048"/>
                  </a:lnTo>
                  <a:lnTo>
                    <a:pt x="6758" y="11893"/>
                  </a:lnTo>
                  <a:lnTo>
                    <a:pt x="6681" y="11700"/>
                  </a:lnTo>
                  <a:lnTo>
                    <a:pt x="6603" y="11546"/>
                  </a:lnTo>
                  <a:lnTo>
                    <a:pt x="6526" y="11430"/>
                  </a:lnTo>
                  <a:lnTo>
                    <a:pt x="6372" y="11314"/>
                  </a:lnTo>
                  <a:lnTo>
                    <a:pt x="6217" y="11198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7"/>
                  </a:lnTo>
                  <a:lnTo>
                    <a:pt x="5522" y="10967"/>
                  </a:lnTo>
                  <a:lnTo>
                    <a:pt x="5445" y="10735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88"/>
                  </a:lnTo>
                  <a:lnTo>
                    <a:pt x="4943" y="10310"/>
                  </a:lnTo>
                  <a:lnTo>
                    <a:pt x="4827" y="10310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499"/>
                  </a:lnTo>
                  <a:lnTo>
                    <a:pt x="3900" y="9461"/>
                  </a:lnTo>
                  <a:lnTo>
                    <a:pt x="3746" y="9422"/>
                  </a:lnTo>
                  <a:lnTo>
                    <a:pt x="3591" y="9422"/>
                  </a:lnTo>
                  <a:lnTo>
                    <a:pt x="3398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70"/>
                  </a:lnTo>
                  <a:lnTo>
                    <a:pt x="2974" y="9615"/>
                  </a:lnTo>
                  <a:lnTo>
                    <a:pt x="2896" y="9461"/>
                  </a:lnTo>
                  <a:lnTo>
                    <a:pt x="2781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9036"/>
                  </a:lnTo>
                  <a:lnTo>
                    <a:pt x="1854" y="9113"/>
                  </a:lnTo>
                  <a:lnTo>
                    <a:pt x="1699" y="9190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1"/>
                  </a:lnTo>
                  <a:lnTo>
                    <a:pt x="1352" y="9924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0"/>
                  </a:lnTo>
                  <a:lnTo>
                    <a:pt x="386" y="10426"/>
                  </a:lnTo>
                  <a:lnTo>
                    <a:pt x="271" y="10581"/>
                  </a:lnTo>
                  <a:lnTo>
                    <a:pt x="116" y="10889"/>
                  </a:lnTo>
                  <a:lnTo>
                    <a:pt x="0" y="11237"/>
                  </a:lnTo>
                  <a:lnTo>
                    <a:pt x="0" y="11585"/>
                  </a:lnTo>
                  <a:lnTo>
                    <a:pt x="77" y="11932"/>
                  </a:lnTo>
                  <a:lnTo>
                    <a:pt x="193" y="12241"/>
                  </a:lnTo>
                  <a:lnTo>
                    <a:pt x="386" y="12550"/>
                  </a:lnTo>
                  <a:lnTo>
                    <a:pt x="618" y="12820"/>
                  </a:lnTo>
                  <a:lnTo>
                    <a:pt x="811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5" y="13129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1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78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4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2"/>
                  </a:lnTo>
                  <a:lnTo>
                    <a:pt x="618" y="12048"/>
                  </a:lnTo>
                  <a:lnTo>
                    <a:pt x="541" y="11893"/>
                  </a:lnTo>
                  <a:lnTo>
                    <a:pt x="502" y="11739"/>
                  </a:lnTo>
                  <a:lnTo>
                    <a:pt x="502" y="11546"/>
                  </a:lnTo>
                  <a:lnTo>
                    <a:pt x="502" y="11391"/>
                  </a:lnTo>
                  <a:lnTo>
                    <a:pt x="541" y="11198"/>
                  </a:lnTo>
                  <a:lnTo>
                    <a:pt x="579" y="11044"/>
                  </a:lnTo>
                  <a:lnTo>
                    <a:pt x="657" y="10889"/>
                  </a:lnTo>
                  <a:lnTo>
                    <a:pt x="773" y="10774"/>
                  </a:lnTo>
                  <a:lnTo>
                    <a:pt x="888" y="10619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6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5"/>
                  </a:lnTo>
                  <a:lnTo>
                    <a:pt x="5870" y="12704"/>
                  </a:lnTo>
                  <a:lnTo>
                    <a:pt x="6256" y="12975"/>
                  </a:lnTo>
                  <a:lnTo>
                    <a:pt x="6681" y="13206"/>
                  </a:lnTo>
                  <a:lnTo>
                    <a:pt x="7105" y="13438"/>
                  </a:lnTo>
                  <a:lnTo>
                    <a:pt x="7530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8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5"/>
                  </a:lnTo>
                  <a:lnTo>
                    <a:pt x="11314" y="11739"/>
                  </a:lnTo>
                  <a:lnTo>
                    <a:pt x="11507" y="11237"/>
                  </a:lnTo>
                  <a:lnTo>
                    <a:pt x="11662" y="10696"/>
                  </a:lnTo>
                  <a:lnTo>
                    <a:pt x="11971" y="9615"/>
                  </a:lnTo>
                  <a:lnTo>
                    <a:pt x="12125" y="9113"/>
                  </a:lnTo>
                  <a:lnTo>
                    <a:pt x="12357" y="8611"/>
                  </a:lnTo>
                  <a:lnTo>
                    <a:pt x="12589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89"/>
                  </a:lnTo>
                  <a:lnTo>
                    <a:pt x="14017" y="6719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4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0" y="7723"/>
                  </a:lnTo>
                  <a:lnTo>
                    <a:pt x="22165" y="7762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530"/>
                  </a:lnTo>
                  <a:lnTo>
                    <a:pt x="23710" y="7298"/>
                  </a:lnTo>
                  <a:lnTo>
                    <a:pt x="24057" y="6989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908"/>
                  </a:lnTo>
                  <a:lnTo>
                    <a:pt x="24868" y="5483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5" y="3746"/>
                  </a:lnTo>
                  <a:lnTo>
                    <a:pt x="24868" y="3282"/>
                  </a:lnTo>
                  <a:lnTo>
                    <a:pt x="24791" y="2858"/>
                  </a:lnTo>
                  <a:lnTo>
                    <a:pt x="24637" y="2394"/>
                  </a:lnTo>
                  <a:lnTo>
                    <a:pt x="24443" y="1969"/>
                  </a:lnTo>
                  <a:lnTo>
                    <a:pt x="24250" y="1583"/>
                  </a:lnTo>
                  <a:lnTo>
                    <a:pt x="24057" y="1197"/>
                  </a:lnTo>
                  <a:lnTo>
                    <a:pt x="23787" y="811"/>
                  </a:lnTo>
                  <a:lnTo>
                    <a:pt x="23941" y="386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7"/>
                  </a:lnTo>
                  <a:lnTo>
                    <a:pt x="230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8"/>
            <p:cNvSpPr/>
            <p:nvPr/>
          </p:nvSpPr>
          <p:spPr>
            <a:xfrm>
              <a:off x="5843050" y="1398325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5" y="1429"/>
                  </a:lnTo>
                  <a:lnTo>
                    <a:pt x="4866" y="1738"/>
                  </a:lnTo>
                  <a:lnTo>
                    <a:pt x="5059" y="2085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6" y="5599"/>
                  </a:lnTo>
                  <a:lnTo>
                    <a:pt x="5330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40" y="8380"/>
                  </a:lnTo>
                  <a:lnTo>
                    <a:pt x="3631" y="8727"/>
                  </a:lnTo>
                  <a:lnTo>
                    <a:pt x="3283" y="9036"/>
                  </a:lnTo>
                  <a:lnTo>
                    <a:pt x="2936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9" y="10040"/>
                  </a:lnTo>
                  <a:lnTo>
                    <a:pt x="1314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9" y="10967"/>
                  </a:lnTo>
                  <a:lnTo>
                    <a:pt x="1121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8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5" y="6294"/>
                  </a:lnTo>
                  <a:lnTo>
                    <a:pt x="5909" y="5792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5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40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8"/>
            <p:cNvSpPr/>
            <p:nvPr/>
          </p:nvSpPr>
          <p:spPr>
            <a:xfrm>
              <a:off x="569225" y="1424375"/>
              <a:ext cx="126500" cy="69550"/>
            </a:xfrm>
            <a:custGeom>
              <a:avLst/>
              <a:gdLst/>
              <a:ahLst/>
              <a:cxnLst/>
              <a:rect l="l" t="t" r="r" b="b"/>
              <a:pathLst>
                <a:path w="5060" h="2782" extrusionOk="0">
                  <a:moveTo>
                    <a:pt x="4905" y="1"/>
                  </a:moveTo>
                  <a:lnTo>
                    <a:pt x="3824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30" y="1854"/>
                  </a:lnTo>
                  <a:lnTo>
                    <a:pt x="773" y="2125"/>
                  </a:lnTo>
                  <a:lnTo>
                    <a:pt x="117" y="2395"/>
                  </a:lnTo>
                  <a:lnTo>
                    <a:pt x="40" y="2472"/>
                  </a:lnTo>
                  <a:lnTo>
                    <a:pt x="1" y="2588"/>
                  </a:lnTo>
                  <a:lnTo>
                    <a:pt x="40" y="2665"/>
                  </a:lnTo>
                  <a:lnTo>
                    <a:pt x="117" y="2781"/>
                  </a:lnTo>
                  <a:lnTo>
                    <a:pt x="387" y="2781"/>
                  </a:lnTo>
                  <a:lnTo>
                    <a:pt x="1082" y="2627"/>
                  </a:lnTo>
                  <a:lnTo>
                    <a:pt x="1739" y="2356"/>
                  </a:lnTo>
                  <a:lnTo>
                    <a:pt x="2356" y="2047"/>
                  </a:lnTo>
                  <a:lnTo>
                    <a:pt x="2974" y="1739"/>
                  </a:lnTo>
                  <a:lnTo>
                    <a:pt x="3553" y="1430"/>
                  </a:lnTo>
                  <a:lnTo>
                    <a:pt x="4094" y="1082"/>
                  </a:lnTo>
                  <a:lnTo>
                    <a:pt x="4596" y="735"/>
                  </a:lnTo>
                  <a:lnTo>
                    <a:pt x="5059" y="310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8"/>
            <p:cNvSpPr/>
            <p:nvPr/>
          </p:nvSpPr>
          <p:spPr>
            <a:xfrm>
              <a:off x="512275" y="1467825"/>
              <a:ext cx="66650" cy="99450"/>
            </a:xfrm>
            <a:custGeom>
              <a:avLst/>
              <a:gdLst/>
              <a:ahLst/>
              <a:cxnLst/>
              <a:rect l="l" t="t" r="r" b="b"/>
              <a:pathLst>
                <a:path w="2666" h="3978" extrusionOk="0">
                  <a:moveTo>
                    <a:pt x="850" y="1"/>
                  </a:moveTo>
                  <a:lnTo>
                    <a:pt x="464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2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1" y="2704"/>
                  </a:lnTo>
                  <a:lnTo>
                    <a:pt x="39" y="2974"/>
                  </a:lnTo>
                  <a:lnTo>
                    <a:pt x="78" y="3206"/>
                  </a:lnTo>
                  <a:lnTo>
                    <a:pt x="155" y="3399"/>
                  </a:lnTo>
                  <a:lnTo>
                    <a:pt x="271" y="3592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9" y="3939"/>
                  </a:lnTo>
                  <a:lnTo>
                    <a:pt x="1082" y="3978"/>
                  </a:lnTo>
                  <a:lnTo>
                    <a:pt x="1314" y="3939"/>
                  </a:lnTo>
                  <a:lnTo>
                    <a:pt x="1507" y="3823"/>
                  </a:lnTo>
                  <a:lnTo>
                    <a:pt x="1661" y="3708"/>
                  </a:lnTo>
                  <a:lnTo>
                    <a:pt x="1816" y="3514"/>
                  </a:lnTo>
                  <a:lnTo>
                    <a:pt x="1970" y="3321"/>
                  </a:lnTo>
                  <a:lnTo>
                    <a:pt x="2086" y="3090"/>
                  </a:lnTo>
                  <a:lnTo>
                    <a:pt x="2318" y="2549"/>
                  </a:lnTo>
                  <a:lnTo>
                    <a:pt x="2472" y="2009"/>
                  </a:lnTo>
                  <a:lnTo>
                    <a:pt x="2626" y="1507"/>
                  </a:lnTo>
                  <a:lnTo>
                    <a:pt x="2665" y="1043"/>
                  </a:lnTo>
                  <a:lnTo>
                    <a:pt x="2395" y="1043"/>
                  </a:lnTo>
                  <a:lnTo>
                    <a:pt x="2009" y="2009"/>
                  </a:lnTo>
                  <a:lnTo>
                    <a:pt x="1738" y="2665"/>
                  </a:lnTo>
                  <a:lnTo>
                    <a:pt x="1545" y="3051"/>
                  </a:lnTo>
                  <a:lnTo>
                    <a:pt x="1468" y="3206"/>
                  </a:lnTo>
                  <a:lnTo>
                    <a:pt x="1314" y="3283"/>
                  </a:lnTo>
                  <a:lnTo>
                    <a:pt x="1159" y="3283"/>
                  </a:lnTo>
                  <a:lnTo>
                    <a:pt x="966" y="3206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8"/>
                  </a:lnTo>
                  <a:lnTo>
                    <a:pt x="889" y="773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8"/>
            <p:cNvSpPr/>
            <p:nvPr/>
          </p:nvSpPr>
          <p:spPr>
            <a:xfrm>
              <a:off x="4008850" y="152575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4"/>
                  </a:lnTo>
                  <a:lnTo>
                    <a:pt x="7029" y="1313"/>
                  </a:lnTo>
                  <a:lnTo>
                    <a:pt x="7531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7"/>
                  </a:lnTo>
                  <a:lnTo>
                    <a:pt x="8573" y="3707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1" y="3862"/>
                  </a:lnTo>
                  <a:lnTo>
                    <a:pt x="2433" y="4016"/>
                  </a:lnTo>
                  <a:lnTo>
                    <a:pt x="2318" y="4132"/>
                  </a:lnTo>
                  <a:lnTo>
                    <a:pt x="2124" y="4209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1" y="4248"/>
                  </a:lnTo>
                  <a:lnTo>
                    <a:pt x="734" y="4132"/>
                  </a:lnTo>
                  <a:lnTo>
                    <a:pt x="387" y="4016"/>
                  </a:lnTo>
                  <a:lnTo>
                    <a:pt x="503" y="3514"/>
                  </a:lnTo>
                  <a:lnTo>
                    <a:pt x="657" y="3012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8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7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3" y="5947"/>
                  </a:lnTo>
                  <a:lnTo>
                    <a:pt x="10543" y="5870"/>
                  </a:lnTo>
                  <a:lnTo>
                    <a:pt x="10543" y="5754"/>
                  </a:lnTo>
                  <a:lnTo>
                    <a:pt x="10620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0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9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7" y="3205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8"/>
                  </a:lnTo>
                  <a:lnTo>
                    <a:pt x="1314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3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7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3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8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7" y="6526"/>
                  </a:lnTo>
                  <a:lnTo>
                    <a:pt x="11740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1" y="7916"/>
                  </a:lnTo>
                  <a:lnTo>
                    <a:pt x="12551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7" y="7183"/>
                  </a:lnTo>
                  <a:lnTo>
                    <a:pt x="12744" y="6681"/>
                  </a:lnTo>
                  <a:lnTo>
                    <a:pt x="12435" y="6217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9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4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5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6" y="193"/>
                  </a:lnTo>
                  <a:lnTo>
                    <a:pt x="5291" y="78"/>
                  </a:lnTo>
                  <a:lnTo>
                    <a:pt x="4828" y="39"/>
                  </a:lnTo>
                  <a:lnTo>
                    <a:pt x="44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8"/>
            <p:cNvSpPr/>
            <p:nvPr/>
          </p:nvSpPr>
          <p:spPr>
            <a:xfrm>
              <a:off x="6763050" y="1538300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8"/>
                  </a:moveTo>
                  <a:lnTo>
                    <a:pt x="1082" y="5986"/>
                  </a:lnTo>
                  <a:lnTo>
                    <a:pt x="1237" y="6024"/>
                  </a:lnTo>
                  <a:lnTo>
                    <a:pt x="1391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7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9" y="6990"/>
                  </a:lnTo>
                  <a:lnTo>
                    <a:pt x="464" y="6835"/>
                  </a:lnTo>
                  <a:lnTo>
                    <a:pt x="426" y="6719"/>
                  </a:lnTo>
                  <a:lnTo>
                    <a:pt x="387" y="6642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6" y="6256"/>
                  </a:lnTo>
                  <a:lnTo>
                    <a:pt x="503" y="6179"/>
                  </a:lnTo>
                  <a:lnTo>
                    <a:pt x="696" y="6024"/>
                  </a:lnTo>
                  <a:lnTo>
                    <a:pt x="889" y="5908"/>
                  </a:lnTo>
                  <a:close/>
                  <a:moveTo>
                    <a:pt x="5909" y="0"/>
                  </a:moveTo>
                  <a:lnTo>
                    <a:pt x="5832" y="39"/>
                  </a:lnTo>
                  <a:lnTo>
                    <a:pt x="5523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7" y="2047"/>
                  </a:lnTo>
                  <a:lnTo>
                    <a:pt x="3438" y="2781"/>
                  </a:lnTo>
                  <a:lnTo>
                    <a:pt x="2279" y="4132"/>
                  </a:lnTo>
                  <a:lnTo>
                    <a:pt x="1739" y="4866"/>
                  </a:lnTo>
                  <a:lnTo>
                    <a:pt x="1198" y="5561"/>
                  </a:lnTo>
                  <a:lnTo>
                    <a:pt x="1043" y="5522"/>
                  </a:lnTo>
                  <a:lnTo>
                    <a:pt x="889" y="5522"/>
                  </a:lnTo>
                  <a:lnTo>
                    <a:pt x="773" y="5561"/>
                  </a:lnTo>
                  <a:lnTo>
                    <a:pt x="619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10" y="5870"/>
                  </a:lnTo>
                  <a:lnTo>
                    <a:pt x="117" y="6063"/>
                  </a:lnTo>
                  <a:lnTo>
                    <a:pt x="1" y="6333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40" y="6797"/>
                  </a:lnTo>
                  <a:lnTo>
                    <a:pt x="117" y="6990"/>
                  </a:lnTo>
                  <a:lnTo>
                    <a:pt x="194" y="7144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4"/>
                  </a:lnTo>
                  <a:lnTo>
                    <a:pt x="1430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6" y="6874"/>
                  </a:lnTo>
                  <a:lnTo>
                    <a:pt x="1854" y="6681"/>
                  </a:lnTo>
                  <a:lnTo>
                    <a:pt x="1893" y="6526"/>
                  </a:lnTo>
                  <a:lnTo>
                    <a:pt x="1854" y="6333"/>
                  </a:lnTo>
                  <a:lnTo>
                    <a:pt x="1816" y="6179"/>
                  </a:lnTo>
                  <a:lnTo>
                    <a:pt x="1739" y="6024"/>
                  </a:lnTo>
                  <a:lnTo>
                    <a:pt x="1661" y="5908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3" y="4403"/>
                  </a:lnTo>
                  <a:lnTo>
                    <a:pt x="3940" y="3012"/>
                  </a:lnTo>
                  <a:lnTo>
                    <a:pt x="4480" y="2395"/>
                  </a:lnTo>
                  <a:lnTo>
                    <a:pt x="5098" y="1699"/>
                  </a:lnTo>
                  <a:lnTo>
                    <a:pt x="5639" y="1043"/>
                  </a:lnTo>
                  <a:lnTo>
                    <a:pt x="5909" y="657"/>
                  </a:lnTo>
                  <a:lnTo>
                    <a:pt x="6102" y="309"/>
                  </a:lnTo>
                  <a:lnTo>
                    <a:pt x="6141" y="193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8"/>
            <p:cNvSpPr/>
            <p:nvPr/>
          </p:nvSpPr>
          <p:spPr>
            <a:xfrm>
              <a:off x="4040700" y="153927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5" y="7298"/>
                  </a:moveTo>
                  <a:lnTo>
                    <a:pt x="8496" y="7375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1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4"/>
                  </a:lnTo>
                  <a:lnTo>
                    <a:pt x="8110" y="10156"/>
                  </a:lnTo>
                  <a:lnTo>
                    <a:pt x="7840" y="10078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6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7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2" y="8766"/>
                  </a:lnTo>
                  <a:lnTo>
                    <a:pt x="1546" y="8727"/>
                  </a:lnTo>
                  <a:lnTo>
                    <a:pt x="40" y="8688"/>
                  </a:lnTo>
                  <a:lnTo>
                    <a:pt x="1" y="8688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6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6"/>
                  </a:lnTo>
                  <a:lnTo>
                    <a:pt x="6759" y="9847"/>
                  </a:lnTo>
                  <a:lnTo>
                    <a:pt x="6990" y="10078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0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7"/>
                  </a:lnTo>
                  <a:lnTo>
                    <a:pt x="9539" y="10194"/>
                  </a:lnTo>
                  <a:lnTo>
                    <a:pt x="9771" y="9963"/>
                  </a:lnTo>
                  <a:lnTo>
                    <a:pt x="9925" y="9692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7"/>
                  </a:lnTo>
                  <a:lnTo>
                    <a:pt x="6565" y="8186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79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8"/>
            <p:cNvSpPr/>
            <p:nvPr/>
          </p:nvSpPr>
          <p:spPr>
            <a:xfrm>
              <a:off x="1387875" y="1558575"/>
              <a:ext cx="374575" cy="387125"/>
            </a:xfrm>
            <a:custGeom>
              <a:avLst/>
              <a:gdLst/>
              <a:ahLst/>
              <a:cxnLst/>
              <a:rect l="l" t="t" r="r" b="b"/>
              <a:pathLst>
                <a:path w="14983" h="15485" extrusionOk="0">
                  <a:moveTo>
                    <a:pt x="7453" y="502"/>
                  </a:moveTo>
                  <a:lnTo>
                    <a:pt x="8032" y="541"/>
                  </a:lnTo>
                  <a:lnTo>
                    <a:pt x="8573" y="580"/>
                  </a:lnTo>
                  <a:lnTo>
                    <a:pt x="9152" y="695"/>
                  </a:lnTo>
                  <a:lnTo>
                    <a:pt x="9654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0" y="1545"/>
                  </a:lnTo>
                  <a:lnTo>
                    <a:pt x="11585" y="1854"/>
                  </a:lnTo>
                  <a:lnTo>
                    <a:pt x="10812" y="2201"/>
                  </a:lnTo>
                  <a:lnTo>
                    <a:pt x="10040" y="2626"/>
                  </a:lnTo>
                  <a:lnTo>
                    <a:pt x="9306" y="3090"/>
                  </a:lnTo>
                  <a:lnTo>
                    <a:pt x="8611" y="3630"/>
                  </a:lnTo>
                  <a:lnTo>
                    <a:pt x="7916" y="4171"/>
                  </a:lnTo>
                  <a:lnTo>
                    <a:pt x="7299" y="4789"/>
                  </a:lnTo>
                  <a:lnTo>
                    <a:pt x="6681" y="5445"/>
                  </a:lnTo>
                  <a:lnTo>
                    <a:pt x="6140" y="6140"/>
                  </a:lnTo>
                  <a:lnTo>
                    <a:pt x="5638" y="6874"/>
                  </a:lnTo>
                  <a:lnTo>
                    <a:pt x="5175" y="7646"/>
                  </a:lnTo>
                  <a:lnTo>
                    <a:pt x="4789" y="8418"/>
                  </a:lnTo>
                  <a:lnTo>
                    <a:pt x="4441" y="9229"/>
                  </a:lnTo>
                  <a:lnTo>
                    <a:pt x="4171" y="10040"/>
                  </a:lnTo>
                  <a:lnTo>
                    <a:pt x="3939" y="10890"/>
                  </a:lnTo>
                  <a:lnTo>
                    <a:pt x="3823" y="11778"/>
                  </a:lnTo>
                  <a:lnTo>
                    <a:pt x="3746" y="12666"/>
                  </a:lnTo>
                  <a:lnTo>
                    <a:pt x="3553" y="12666"/>
                  </a:lnTo>
                  <a:lnTo>
                    <a:pt x="3283" y="11855"/>
                  </a:lnTo>
                  <a:lnTo>
                    <a:pt x="3051" y="11044"/>
                  </a:lnTo>
                  <a:lnTo>
                    <a:pt x="2819" y="10195"/>
                  </a:lnTo>
                  <a:lnTo>
                    <a:pt x="2665" y="9384"/>
                  </a:lnTo>
                  <a:lnTo>
                    <a:pt x="2588" y="8534"/>
                  </a:lnTo>
                  <a:lnTo>
                    <a:pt x="2549" y="7685"/>
                  </a:lnTo>
                  <a:lnTo>
                    <a:pt x="2588" y="6797"/>
                  </a:lnTo>
                  <a:lnTo>
                    <a:pt x="2665" y="5947"/>
                  </a:lnTo>
                  <a:lnTo>
                    <a:pt x="2858" y="5213"/>
                  </a:lnTo>
                  <a:lnTo>
                    <a:pt x="3051" y="4518"/>
                  </a:lnTo>
                  <a:lnTo>
                    <a:pt x="3321" y="3823"/>
                  </a:lnTo>
                  <a:lnTo>
                    <a:pt x="3630" y="3205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29"/>
                  </a:lnTo>
                  <a:lnTo>
                    <a:pt x="5406" y="888"/>
                  </a:lnTo>
                  <a:lnTo>
                    <a:pt x="5908" y="734"/>
                  </a:lnTo>
                  <a:lnTo>
                    <a:pt x="6410" y="618"/>
                  </a:lnTo>
                  <a:lnTo>
                    <a:pt x="6912" y="541"/>
                  </a:lnTo>
                  <a:lnTo>
                    <a:pt x="7453" y="502"/>
                  </a:lnTo>
                  <a:close/>
                  <a:moveTo>
                    <a:pt x="11932" y="2086"/>
                  </a:moveTo>
                  <a:lnTo>
                    <a:pt x="12318" y="2433"/>
                  </a:lnTo>
                  <a:lnTo>
                    <a:pt x="12666" y="2819"/>
                  </a:lnTo>
                  <a:lnTo>
                    <a:pt x="13014" y="3205"/>
                  </a:lnTo>
                  <a:lnTo>
                    <a:pt x="13322" y="3669"/>
                  </a:lnTo>
                  <a:lnTo>
                    <a:pt x="13593" y="4093"/>
                  </a:lnTo>
                  <a:lnTo>
                    <a:pt x="13824" y="4595"/>
                  </a:lnTo>
                  <a:lnTo>
                    <a:pt x="14018" y="5097"/>
                  </a:lnTo>
                  <a:lnTo>
                    <a:pt x="14211" y="5599"/>
                  </a:lnTo>
                  <a:lnTo>
                    <a:pt x="14326" y="6101"/>
                  </a:lnTo>
                  <a:lnTo>
                    <a:pt x="14404" y="6642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25" y="6951"/>
                  </a:lnTo>
                  <a:lnTo>
                    <a:pt x="11392" y="7144"/>
                  </a:lnTo>
                  <a:lnTo>
                    <a:pt x="10658" y="7414"/>
                  </a:lnTo>
                  <a:lnTo>
                    <a:pt x="9924" y="7723"/>
                  </a:lnTo>
                  <a:lnTo>
                    <a:pt x="9229" y="8032"/>
                  </a:lnTo>
                  <a:lnTo>
                    <a:pt x="8534" y="8418"/>
                  </a:lnTo>
                  <a:lnTo>
                    <a:pt x="7878" y="8843"/>
                  </a:lnTo>
                  <a:lnTo>
                    <a:pt x="7221" y="9306"/>
                  </a:lnTo>
                  <a:lnTo>
                    <a:pt x="6642" y="9808"/>
                  </a:lnTo>
                  <a:lnTo>
                    <a:pt x="6063" y="10349"/>
                  </a:lnTo>
                  <a:lnTo>
                    <a:pt x="5561" y="10890"/>
                  </a:lnTo>
                  <a:lnTo>
                    <a:pt x="5059" y="11508"/>
                  </a:lnTo>
                  <a:lnTo>
                    <a:pt x="4634" y="12125"/>
                  </a:lnTo>
                  <a:lnTo>
                    <a:pt x="4248" y="12820"/>
                  </a:lnTo>
                  <a:lnTo>
                    <a:pt x="4093" y="12743"/>
                  </a:lnTo>
                  <a:lnTo>
                    <a:pt x="3939" y="12666"/>
                  </a:lnTo>
                  <a:lnTo>
                    <a:pt x="4093" y="11816"/>
                  </a:lnTo>
                  <a:lnTo>
                    <a:pt x="4287" y="10928"/>
                  </a:lnTo>
                  <a:lnTo>
                    <a:pt x="4557" y="10117"/>
                  </a:lnTo>
                  <a:lnTo>
                    <a:pt x="4827" y="9306"/>
                  </a:lnTo>
                  <a:lnTo>
                    <a:pt x="5175" y="8496"/>
                  </a:lnTo>
                  <a:lnTo>
                    <a:pt x="5561" y="7723"/>
                  </a:lnTo>
                  <a:lnTo>
                    <a:pt x="6024" y="6990"/>
                  </a:lnTo>
                  <a:lnTo>
                    <a:pt x="6488" y="6295"/>
                  </a:lnTo>
                  <a:lnTo>
                    <a:pt x="7028" y="5599"/>
                  </a:lnTo>
                  <a:lnTo>
                    <a:pt x="7607" y="4982"/>
                  </a:lnTo>
                  <a:lnTo>
                    <a:pt x="8225" y="4402"/>
                  </a:lnTo>
                  <a:lnTo>
                    <a:pt x="8882" y="3823"/>
                  </a:lnTo>
                  <a:lnTo>
                    <a:pt x="9577" y="3321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42" y="6990"/>
                  </a:moveTo>
                  <a:lnTo>
                    <a:pt x="14481" y="7839"/>
                  </a:lnTo>
                  <a:lnTo>
                    <a:pt x="14404" y="8689"/>
                  </a:lnTo>
                  <a:lnTo>
                    <a:pt x="14249" y="9538"/>
                  </a:lnTo>
                  <a:lnTo>
                    <a:pt x="14172" y="9963"/>
                  </a:lnTo>
                  <a:lnTo>
                    <a:pt x="14018" y="10388"/>
                  </a:lnTo>
                  <a:lnTo>
                    <a:pt x="13863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89"/>
                  </a:lnTo>
                  <a:lnTo>
                    <a:pt x="12473" y="12898"/>
                  </a:lnTo>
                  <a:lnTo>
                    <a:pt x="12203" y="13207"/>
                  </a:lnTo>
                  <a:lnTo>
                    <a:pt x="11932" y="13052"/>
                  </a:lnTo>
                  <a:lnTo>
                    <a:pt x="11662" y="12936"/>
                  </a:lnTo>
                  <a:lnTo>
                    <a:pt x="11083" y="12782"/>
                  </a:lnTo>
                  <a:lnTo>
                    <a:pt x="10542" y="12627"/>
                  </a:lnTo>
                  <a:lnTo>
                    <a:pt x="9963" y="12550"/>
                  </a:lnTo>
                  <a:lnTo>
                    <a:pt x="9384" y="12512"/>
                  </a:lnTo>
                  <a:lnTo>
                    <a:pt x="8843" y="12473"/>
                  </a:lnTo>
                  <a:lnTo>
                    <a:pt x="8303" y="12473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6"/>
                  </a:lnTo>
                  <a:lnTo>
                    <a:pt x="6179" y="12782"/>
                  </a:lnTo>
                  <a:lnTo>
                    <a:pt x="5638" y="12975"/>
                  </a:lnTo>
                  <a:lnTo>
                    <a:pt x="5136" y="13129"/>
                  </a:lnTo>
                  <a:lnTo>
                    <a:pt x="4673" y="13361"/>
                  </a:lnTo>
                  <a:lnTo>
                    <a:pt x="4557" y="13129"/>
                  </a:lnTo>
                  <a:lnTo>
                    <a:pt x="4402" y="12936"/>
                  </a:lnTo>
                  <a:lnTo>
                    <a:pt x="4866" y="12318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0" y="10619"/>
                  </a:lnTo>
                  <a:lnTo>
                    <a:pt x="6951" y="10117"/>
                  </a:lnTo>
                  <a:lnTo>
                    <a:pt x="7530" y="9654"/>
                  </a:lnTo>
                  <a:lnTo>
                    <a:pt x="8148" y="9229"/>
                  </a:lnTo>
                  <a:lnTo>
                    <a:pt x="8766" y="8804"/>
                  </a:lnTo>
                  <a:lnTo>
                    <a:pt x="9384" y="8457"/>
                  </a:lnTo>
                  <a:lnTo>
                    <a:pt x="10040" y="8109"/>
                  </a:lnTo>
                  <a:lnTo>
                    <a:pt x="10735" y="7839"/>
                  </a:lnTo>
                  <a:lnTo>
                    <a:pt x="11430" y="7569"/>
                  </a:lnTo>
                  <a:lnTo>
                    <a:pt x="12164" y="7376"/>
                  </a:lnTo>
                  <a:lnTo>
                    <a:pt x="12898" y="7183"/>
                  </a:lnTo>
                  <a:lnTo>
                    <a:pt x="13670" y="7067"/>
                  </a:lnTo>
                  <a:lnTo>
                    <a:pt x="14442" y="6990"/>
                  </a:lnTo>
                  <a:close/>
                  <a:moveTo>
                    <a:pt x="4518" y="1275"/>
                  </a:moveTo>
                  <a:lnTo>
                    <a:pt x="4016" y="1854"/>
                  </a:lnTo>
                  <a:lnTo>
                    <a:pt x="3591" y="2472"/>
                  </a:lnTo>
                  <a:lnTo>
                    <a:pt x="3244" y="3128"/>
                  </a:lnTo>
                  <a:lnTo>
                    <a:pt x="2935" y="3823"/>
                  </a:lnTo>
                  <a:lnTo>
                    <a:pt x="2665" y="4518"/>
                  </a:lnTo>
                  <a:lnTo>
                    <a:pt x="2472" y="5291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3"/>
                  </a:lnTo>
                  <a:lnTo>
                    <a:pt x="2356" y="9886"/>
                  </a:lnTo>
                  <a:lnTo>
                    <a:pt x="2549" y="10619"/>
                  </a:lnTo>
                  <a:lnTo>
                    <a:pt x="2742" y="11353"/>
                  </a:lnTo>
                  <a:lnTo>
                    <a:pt x="3012" y="12087"/>
                  </a:lnTo>
                  <a:lnTo>
                    <a:pt x="3283" y="12782"/>
                  </a:lnTo>
                  <a:lnTo>
                    <a:pt x="3089" y="12898"/>
                  </a:lnTo>
                  <a:lnTo>
                    <a:pt x="2935" y="13052"/>
                  </a:lnTo>
                  <a:lnTo>
                    <a:pt x="2819" y="13245"/>
                  </a:lnTo>
                  <a:lnTo>
                    <a:pt x="2703" y="13438"/>
                  </a:lnTo>
                  <a:lnTo>
                    <a:pt x="2394" y="13014"/>
                  </a:lnTo>
                  <a:lnTo>
                    <a:pt x="2047" y="12550"/>
                  </a:lnTo>
                  <a:lnTo>
                    <a:pt x="1777" y="12087"/>
                  </a:lnTo>
                  <a:lnTo>
                    <a:pt x="1506" y="11623"/>
                  </a:lnTo>
                  <a:lnTo>
                    <a:pt x="1275" y="11121"/>
                  </a:lnTo>
                  <a:lnTo>
                    <a:pt x="1043" y="10619"/>
                  </a:lnTo>
                  <a:lnTo>
                    <a:pt x="850" y="10117"/>
                  </a:lnTo>
                  <a:lnTo>
                    <a:pt x="734" y="9615"/>
                  </a:lnTo>
                  <a:lnTo>
                    <a:pt x="618" y="9113"/>
                  </a:lnTo>
                  <a:lnTo>
                    <a:pt x="541" y="8573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0"/>
                  </a:lnTo>
                  <a:lnTo>
                    <a:pt x="734" y="5870"/>
                  </a:lnTo>
                  <a:lnTo>
                    <a:pt x="927" y="5329"/>
                  </a:lnTo>
                  <a:lnTo>
                    <a:pt x="1197" y="4673"/>
                  </a:lnTo>
                  <a:lnTo>
                    <a:pt x="1506" y="4055"/>
                  </a:lnTo>
                  <a:lnTo>
                    <a:pt x="1892" y="3476"/>
                  </a:lnTo>
                  <a:lnTo>
                    <a:pt x="2356" y="2935"/>
                  </a:lnTo>
                  <a:lnTo>
                    <a:pt x="2819" y="2433"/>
                  </a:lnTo>
                  <a:lnTo>
                    <a:pt x="3360" y="2008"/>
                  </a:lnTo>
                  <a:lnTo>
                    <a:pt x="3900" y="1584"/>
                  </a:lnTo>
                  <a:lnTo>
                    <a:pt x="4518" y="1275"/>
                  </a:lnTo>
                  <a:close/>
                  <a:moveTo>
                    <a:pt x="3823" y="12975"/>
                  </a:moveTo>
                  <a:lnTo>
                    <a:pt x="4016" y="13052"/>
                  </a:lnTo>
                  <a:lnTo>
                    <a:pt x="4132" y="13168"/>
                  </a:lnTo>
                  <a:lnTo>
                    <a:pt x="4248" y="13284"/>
                  </a:lnTo>
                  <a:lnTo>
                    <a:pt x="4325" y="13438"/>
                  </a:lnTo>
                  <a:lnTo>
                    <a:pt x="4364" y="13631"/>
                  </a:lnTo>
                  <a:lnTo>
                    <a:pt x="4325" y="13786"/>
                  </a:lnTo>
                  <a:lnTo>
                    <a:pt x="4287" y="13940"/>
                  </a:lnTo>
                  <a:lnTo>
                    <a:pt x="4209" y="14095"/>
                  </a:lnTo>
                  <a:lnTo>
                    <a:pt x="3746" y="13824"/>
                  </a:lnTo>
                  <a:lnTo>
                    <a:pt x="3321" y="13477"/>
                  </a:lnTo>
                  <a:lnTo>
                    <a:pt x="3244" y="13438"/>
                  </a:lnTo>
                  <a:lnTo>
                    <a:pt x="3128" y="13438"/>
                  </a:lnTo>
                  <a:lnTo>
                    <a:pt x="3051" y="13477"/>
                  </a:lnTo>
                  <a:lnTo>
                    <a:pt x="2974" y="13515"/>
                  </a:lnTo>
                  <a:lnTo>
                    <a:pt x="3051" y="13361"/>
                  </a:lnTo>
                  <a:lnTo>
                    <a:pt x="3167" y="13245"/>
                  </a:lnTo>
                  <a:lnTo>
                    <a:pt x="3321" y="13129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13" y="12859"/>
                  </a:moveTo>
                  <a:lnTo>
                    <a:pt x="9615" y="12898"/>
                  </a:lnTo>
                  <a:lnTo>
                    <a:pt x="10079" y="12975"/>
                  </a:lnTo>
                  <a:lnTo>
                    <a:pt x="10504" y="13014"/>
                  </a:lnTo>
                  <a:lnTo>
                    <a:pt x="11006" y="13129"/>
                  </a:lnTo>
                  <a:lnTo>
                    <a:pt x="11469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7"/>
                  </a:lnTo>
                  <a:lnTo>
                    <a:pt x="10658" y="14249"/>
                  </a:lnTo>
                  <a:lnTo>
                    <a:pt x="10195" y="14442"/>
                  </a:lnTo>
                  <a:lnTo>
                    <a:pt x="9770" y="14635"/>
                  </a:lnTo>
                  <a:lnTo>
                    <a:pt x="9306" y="14751"/>
                  </a:lnTo>
                  <a:lnTo>
                    <a:pt x="8804" y="14867"/>
                  </a:lnTo>
                  <a:lnTo>
                    <a:pt x="8341" y="14944"/>
                  </a:lnTo>
                  <a:lnTo>
                    <a:pt x="7839" y="14983"/>
                  </a:lnTo>
                  <a:lnTo>
                    <a:pt x="7376" y="14983"/>
                  </a:lnTo>
                  <a:lnTo>
                    <a:pt x="6874" y="14944"/>
                  </a:lnTo>
                  <a:lnTo>
                    <a:pt x="6410" y="14867"/>
                  </a:lnTo>
                  <a:lnTo>
                    <a:pt x="5947" y="14790"/>
                  </a:lnTo>
                  <a:lnTo>
                    <a:pt x="5484" y="14674"/>
                  </a:lnTo>
                  <a:lnTo>
                    <a:pt x="5020" y="14481"/>
                  </a:lnTo>
                  <a:lnTo>
                    <a:pt x="4557" y="14288"/>
                  </a:lnTo>
                  <a:lnTo>
                    <a:pt x="4673" y="14017"/>
                  </a:lnTo>
                  <a:lnTo>
                    <a:pt x="4711" y="13747"/>
                  </a:lnTo>
                  <a:lnTo>
                    <a:pt x="4711" y="13593"/>
                  </a:lnTo>
                  <a:lnTo>
                    <a:pt x="5561" y="13322"/>
                  </a:lnTo>
                  <a:lnTo>
                    <a:pt x="6410" y="13091"/>
                  </a:lnTo>
                  <a:lnTo>
                    <a:pt x="7260" y="12936"/>
                  </a:lnTo>
                  <a:lnTo>
                    <a:pt x="8148" y="12859"/>
                  </a:lnTo>
                  <a:close/>
                  <a:moveTo>
                    <a:pt x="7569" y="0"/>
                  </a:moveTo>
                  <a:lnTo>
                    <a:pt x="6990" y="39"/>
                  </a:lnTo>
                  <a:lnTo>
                    <a:pt x="6410" y="116"/>
                  </a:lnTo>
                  <a:lnTo>
                    <a:pt x="5870" y="232"/>
                  </a:lnTo>
                  <a:lnTo>
                    <a:pt x="5291" y="386"/>
                  </a:lnTo>
                  <a:lnTo>
                    <a:pt x="4750" y="580"/>
                  </a:lnTo>
                  <a:lnTo>
                    <a:pt x="4248" y="811"/>
                  </a:lnTo>
                  <a:lnTo>
                    <a:pt x="3746" y="1120"/>
                  </a:lnTo>
                  <a:lnTo>
                    <a:pt x="3283" y="1429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1970" y="2588"/>
                  </a:lnTo>
                  <a:lnTo>
                    <a:pt x="1622" y="3012"/>
                  </a:lnTo>
                  <a:lnTo>
                    <a:pt x="1275" y="3514"/>
                  </a:lnTo>
                  <a:lnTo>
                    <a:pt x="966" y="4016"/>
                  </a:lnTo>
                  <a:lnTo>
                    <a:pt x="657" y="4595"/>
                  </a:lnTo>
                  <a:lnTo>
                    <a:pt x="425" y="5252"/>
                  </a:lnTo>
                  <a:lnTo>
                    <a:pt x="232" y="5908"/>
                  </a:lnTo>
                  <a:lnTo>
                    <a:pt x="116" y="6565"/>
                  </a:lnTo>
                  <a:lnTo>
                    <a:pt x="0" y="7221"/>
                  </a:lnTo>
                  <a:lnTo>
                    <a:pt x="0" y="7916"/>
                  </a:lnTo>
                  <a:lnTo>
                    <a:pt x="39" y="8611"/>
                  </a:lnTo>
                  <a:lnTo>
                    <a:pt x="116" y="9268"/>
                  </a:lnTo>
                  <a:lnTo>
                    <a:pt x="232" y="9924"/>
                  </a:lnTo>
                  <a:lnTo>
                    <a:pt x="425" y="10581"/>
                  </a:lnTo>
                  <a:lnTo>
                    <a:pt x="695" y="11237"/>
                  </a:lnTo>
                  <a:lnTo>
                    <a:pt x="966" y="11855"/>
                  </a:lnTo>
                  <a:lnTo>
                    <a:pt x="1313" y="12396"/>
                  </a:lnTo>
                  <a:lnTo>
                    <a:pt x="1738" y="12975"/>
                  </a:lnTo>
                  <a:lnTo>
                    <a:pt x="2201" y="13477"/>
                  </a:lnTo>
                  <a:lnTo>
                    <a:pt x="2703" y="13902"/>
                  </a:lnTo>
                  <a:lnTo>
                    <a:pt x="2742" y="13940"/>
                  </a:lnTo>
                  <a:lnTo>
                    <a:pt x="2819" y="13940"/>
                  </a:lnTo>
                  <a:lnTo>
                    <a:pt x="2896" y="13902"/>
                  </a:lnTo>
                  <a:lnTo>
                    <a:pt x="3167" y="14133"/>
                  </a:lnTo>
                  <a:lnTo>
                    <a:pt x="3437" y="14326"/>
                  </a:lnTo>
                  <a:lnTo>
                    <a:pt x="3785" y="14519"/>
                  </a:lnTo>
                  <a:lnTo>
                    <a:pt x="4093" y="14597"/>
                  </a:lnTo>
                  <a:lnTo>
                    <a:pt x="4518" y="14828"/>
                  </a:lnTo>
                  <a:lnTo>
                    <a:pt x="4943" y="14983"/>
                  </a:lnTo>
                  <a:lnTo>
                    <a:pt x="5406" y="15137"/>
                  </a:lnTo>
                  <a:lnTo>
                    <a:pt x="5870" y="15292"/>
                  </a:lnTo>
                  <a:lnTo>
                    <a:pt x="6333" y="15369"/>
                  </a:lnTo>
                  <a:lnTo>
                    <a:pt x="6797" y="15446"/>
                  </a:lnTo>
                  <a:lnTo>
                    <a:pt x="7260" y="15485"/>
                  </a:lnTo>
                  <a:lnTo>
                    <a:pt x="7723" y="15485"/>
                  </a:lnTo>
                  <a:lnTo>
                    <a:pt x="8225" y="15446"/>
                  </a:lnTo>
                  <a:lnTo>
                    <a:pt x="8689" y="15408"/>
                  </a:lnTo>
                  <a:lnTo>
                    <a:pt x="9152" y="15330"/>
                  </a:lnTo>
                  <a:lnTo>
                    <a:pt x="9615" y="15215"/>
                  </a:lnTo>
                  <a:lnTo>
                    <a:pt x="10079" y="15060"/>
                  </a:lnTo>
                  <a:lnTo>
                    <a:pt x="10504" y="14906"/>
                  </a:lnTo>
                  <a:lnTo>
                    <a:pt x="10928" y="14674"/>
                  </a:lnTo>
                  <a:lnTo>
                    <a:pt x="11353" y="14442"/>
                  </a:lnTo>
                  <a:lnTo>
                    <a:pt x="11855" y="14133"/>
                  </a:lnTo>
                  <a:lnTo>
                    <a:pt x="12318" y="13786"/>
                  </a:lnTo>
                  <a:lnTo>
                    <a:pt x="12705" y="13400"/>
                  </a:lnTo>
                  <a:lnTo>
                    <a:pt x="13091" y="12975"/>
                  </a:lnTo>
                  <a:lnTo>
                    <a:pt x="13438" y="12550"/>
                  </a:lnTo>
                  <a:lnTo>
                    <a:pt x="13747" y="12048"/>
                  </a:lnTo>
                  <a:lnTo>
                    <a:pt x="14056" y="11585"/>
                  </a:lnTo>
                  <a:lnTo>
                    <a:pt x="14288" y="11044"/>
                  </a:lnTo>
                  <a:lnTo>
                    <a:pt x="14481" y="10542"/>
                  </a:lnTo>
                  <a:lnTo>
                    <a:pt x="14674" y="10002"/>
                  </a:lnTo>
                  <a:lnTo>
                    <a:pt x="14790" y="9422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3"/>
                  </a:lnTo>
                  <a:lnTo>
                    <a:pt x="14983" y="7144"/>
                  </a:lnTo>
                  <a:lnTo>
                    <a:pt x="14906" y="6603"/>
                  </a:lnTo>
                  <a:lnTo>
                    <a:pt x="14828" y="5986"/>
                  </a:lnTo>
                  <a:lnTo>
                    <a:pt x="14674" y="5406"/>
                  </a:lnTo>
                  <a:lnTo>
                    <a:pt x="14481" y="4827"/>
                  </a:lnTo>
                  <a:lnTo>
                    <a:pt x="14249" y="4287"/>
                  </a:lnTo>
                  <a:lnTo>
                    <a:pt x="13979" y="3746"/>
                  </a:lnTo>
                  <a:lnTo>
                    <a:pt x="13631" y="3244"/>
                  </a:lnTo>
                  <a:lnTo>
                    <a:pt x="13284" y="2742"/>
                  </a:lnTo>
                  <a:lnTo>
                    <a:pt x="12898" y="2317"/>
                  </a:lnTo>
                  <a:lnTo>
                    <a:pt x="12512" y="1892"/>
                  </a:lnTo>
                  <a:lnTo>
                    <a:pt x="12048" y="1506"/>
                  </a:lnTo>
                  <a:lnTo>
                    <a:pt x="11546" y="1197"/>
                  </a:lnTo>
                  <a:lnTo>
                    <a:pt x="11044" y="888"/>
                  </a:lnTo>
                  <a:lnTo>
                    <a:pt x="10504" y="618"/>
                  </a:lnTo>
                  <a:lnTo>
                    <a:pt x="9963" y="386"/>
                  </a:lnTo>
                  <a:lnTo>
                    <a:pt x="9345" y="232"/>
                  </a:lnTo>
                  <a:lnTo>
                    <a:pt x="8766" y="116"/>
                  </a:lnTo>
                  <a:lnTo>
                    <a:pt x="8148" y="39"/>
                  </a:lnTo>
                  <a:lnTo>
                    <a:pt x="756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8"/>
            <p:cNvSpPr/>
            <p:nvPr/>
          </p:nvSpPr>
          <p:spPr>
            <a:xfrm>
              <a:off x="6509175" y="1566300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8" y="5870"/>
                  </a:lnTo>
                  <a:lnTo>
                    <a:pt x="7491" y="6024"/>
                  </a:lnTo>
                  <a:lnTo>
                    <a:pt x="7530" y="6140"/>
                  </a:lnTo>
                  <a:lnTo>
                    <a:pt x="7569" y="6256"/>
                  </a:lnTo>
                  <a:lnTo>
                    <a:pt x="7607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1" y="6681"/>
                  </a:lnTo>
                  <a:lnTo>
                    <a:pt x="7337" y="6796"/>
                  </a:lnTo>
                  <a:lnTo>
                    <a:pt x="7105" y="6912"/>
                  </a:lnTo>
                  <a:lnTo>
                    <a:pt x="6912" y="6912"/>
                  </a:lnTo>
                  <a:lnTo>
                    <a:pt x="6719" y="6835"/>
                  </a:lnTo>
                  <a:lnTo>
                    <a:pt x="6565" y="6681"/>
                  </a:lnTo>
                  <a:lnTo>
                    <a:pt x="6487" y="6488"/>
                  </a:lnTo>
                  <a:lnTo>
                    <a:pt x="6487" y="6294"/>
                  </a:lnTo>
                  <a:lnTo>
                    <a:pt x="6526" y="6101"/>
                  </a:lnTo>
                  <a:lnTo>
                    <a:pt x="6642" y="5908"/>
                  </a:lnTo>
                  <a:lnTo>
                    <a:pt x="6796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7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0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1" y="1120"/>
                  </a:lnTo>
                  <a:lnTo>
                    <a:pt x="1622" y="1777"/>
                  </a:lnTo>
                  <a:lnTo>
                    <a:pt x="3398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0" y="5599"/>
                  </a:lnTo>
                  <a:lnTo>
                    <a:pt x="6294" y="5677"/>
                  </a:lnTo>
                  <a:lnTo>
                    <a:pt x="6217" y="5792"/>
                  </a:lnTo>
                  <a:lnTo>
                    <a:pt x="6101" y="6101"/>
                  </a:lnTo>
                  <a:lnTo>
                    <a:pt x="6063" y="6410"/>
                  </a:lnTo>
                  <a:lnTo>
                    <a:pt x="6101" y="6681"/>
                  </a:lnTo>
                  <a:lnTo>
                    <a:pt x="6179" y="6835"/>
                  </a:lnTo>
                  <a:lnTo>
                    <a:pt x="6294" y="6990"/>
                  </a:lnTo>
                  <a:lnTo>
                    <a:pt x="6410" y="7144"/>
                  </a:lnTo>
                  <a:lnTo>
                    <a:pt x="6565" y="7221"/>
                  </a:lnTo>
                  <a:lnTo>
                    <a:pt x="6719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7" y="7144"/>
                  </a:lnTo>
                  <a:lnTo>
                    <a:pt x="7723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3" y="6565"/>
                  </a:lnTo>
                  <a:lnTo>
                    <a:pt x="8032" y="6410"/>
                  </a:lnTo>
                  <a:lnTo>
                    <a:pt x="8032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3" y="5715"/>
                  </a:lnTo>
                  <a:lnTo>
                    <a:pt x="7569" y="5599"/>
                  </a:lnTo>
                  <a:lnTo>
                    <a:pt x="7414" y="5522"/>
                  </a:lnTo>
                  <a:lnTo>
                    <a:pt x="7221" y="5445"/>
                  </a:lnTo>
                  <a:lnTo>
                    <a:pt x="7028" y="5445"/>
                  </a:lnTo>
                  <a:lnTo>
                    <a:pt x="6835" y="5484"/>
                  </a:lnTo>
                  <a:lnTo>
                    <a:pt x="6024" y="4711"/>
                  </a:lnTo>
                  <a:lnTo>
                    <a:pt x="5213" y="4016"/>
                  </a:lnTo>
                  <a:lnTo>
                    <a:pt x="3514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09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8"/>
            <p:cNvSpPr/>
            <p:nvPr/>
          </p:nvSpPr>
          <p:spPr>
            <a:xfrm>
              <a:off x="2672775" y="1574975"/>
              <a:ext cx="84975" cy="94650"/>
            </a:xfrm>
            <a:custGeom>
              <a:avLst/>
              <a:gdLst/>
              <a:ahLst/>
              <a:cxnLst/>
              <a:rect l="l" t="t" r="r" b="b"/>
              <a:pathLst>
                <a:path w="3399" h="3786" extrusionOk="0">
                  <a:moveTo>
                    <a:pt x="78" y="1"/>
                  </a:moveTo>
                  <a:lnTo>
                    <a:pt x="1" y="78"/>
                  </a:lnTo>
                  <a:lnTo>
                    <a:pt x="1" y="117"/>
                  </a:lnTo>
                  <a:lnTo>
                    <a:pt x="348" y="889"/>
                  </a:lnTo>
                  <a:lnTo>
                    <a:pt x="812" y="1661"/>
                  </a:lnTo>
                  <a:lnTo>
                    <a:pt x="1275" y="2395"/>
                  </a:lnTo>
                  <a:lnTo>
                    <a:pt x="1738" y="3090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5"/>
                  </a:lnTo>
                  <a:lnTo>
                    <a:pt x="3013" y="3708"/>
                  </a:lnTo>
                  <a:lnTo>
                    <a:pt x="3206" y="3592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90"/>
                  </a:lnTo>
                  <a:lnTo>
                    <a:pt x="3399" y="2897"/>
                  </a:lnTo>
                  <a:lnTo>
                    <a:pt x="3360" y="2704"/>
                  </a:lnTo>
                  <a:lnTo>
                    <a:pt x="3283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90" y="2742"/>
                  </a:lnTo>
                  <a:lnTo>
                    <a:pt x="3128" y="2858"/>
                  </a:lnTo>
                  <a:lnTo>
                    <a:pt x="2897" y="3013"/>
                  </a:lnTo>
                  <a:lnTo>
                    <a:pt x="2665" y="3129"/>
                  </a:lnTo>
                  <a:lnTo>
                    <a:pt x="2511" y="3206"/>
                  </a:lnTo>
                  <a:lnTo>
                    <a:pt x="2318" y="3206"/>
                  </a:lnTo>
                  <a:lnTo>
                    <a:pt x="2202" y="3167"/>
                  </a:lnTo>
                  <a:lnTo>
                    <a:pt x="2047" y="3090"/>
                  </a:lnTo>
                  <a:lnTo>
                    <a:pt x="1931" y="2936"/>
                  </a:lnTo>
                  <a:lnTo>
                    <a:pt x="1854" y="2742"/>
                  </a:lnTo>
                  <a:lnTo>
                    <a:pt x="1700" y="2511"/>
                  </a:lnTo>
                  <a:lnTo>
                    <a:pt x="1082" y="1507"/>
                  </a:lnTo>
                  <a:lnTo>
                    <a:pt x="619" y="773"/>
                  </a:lnTo>
                  <a:lnTo>
                    <a:pt x="387" y="387"/>
                  </a:lnTo>
                  <a:lnTo>
                    <a:pt x="117" y="39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8"/>
            <p:cNvSpPr/>
            <p:nvPr/>
          </p:nvSpPr>
          <p:spPr>
            <a:xfrm>
              <a:off x="4909550" y="158077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8" y="5909"/>
                  </a:moveTo>
                  <a:lnTo>
                    <a:pt x="1082" y="5986"/>
                  </a:lnTo>
                  <a:lnTo>
                    <a:pt x="1236" y="6024"/>
                  </a:lnTo>
                  <a:lnTo>
                    <a:pt x="1390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7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8"/>
                  </a:lnTo>
                  <a:lnTo>
                    <a:pt x="386" y="6372"/>
                  </a:lnTo>
                  <a:lnTo>
                    <a:pt x="425" y="6256"/>
                  </a:lnTo>
                  <a:lnTo>
                    <a:pt x="502" y="6179"/>
                  </a:lnTo>
                  <a:lnTo>
                    <a:pt x="695" y="6024"/>
                  </a:lnTo>
                  <a:lnTo>
                    <a:pt x="888" y="5909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6" y="2047"/>
                  </a:lnTo>
                  <a:lnTo>
                    <a:pt x="3437" y="2781"/>
                  </a:lnTo>
                  <a:lnTo>
                    <a:pt x="2279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8"/>
                  </a:lnTo>
                  <a:lnTo>
                    <a:pt x="0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6"/>
                  </a:lnTo>
                  <a:lnTo>
                    <a:pt x="695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699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9"/>
                  </a:lnTo>
                  <a:lnTo>
                    <a:pt x="1738" y="6024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2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8"/>
            <p:cNvSpPr/>
            <p:nvPr/>
          </p:nvSpPr>
          <p:spPr>
            <a:xfrm>
              <a:off x="4655650" y="16087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4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7" y="6796"/>
                  </a:lnTo>
                  <a:lnTo>
                    <a:pt x="7106" y="6912"/>
                  </a:lnTo>
                  <a:lnTo>
                    <a:pt x="6913" y="6912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1"/>
                  </a:lnTo>
                  <a:lnTo>
                    <a:pt x="6642" y="5908"/>
                  </a:lnTo>
                  <a:lnTo>
                    <a:pt x="6797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2" y="1120"/>
                  </a:lnTo>
                  <a:lnTo>
                    <a:pt x="1622" y="1777"/>
                  </a:lnTo>
                  <a:lnTo>
                    <a:pt x="3399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1" y="5599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1"/>
                  </a:lnTo>
                  <a:lnTo>
                    <a:pt x="6063" y="6410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1"/>
                  </a:lnTo>
                  <a:lnTo>
                    <a:pt x="6720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8" y="7144"/>
                  </a:lnTo>
                  <a:lnTo>
                    <a:pt x="7724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3" y="6410"/>
                  </a:lnTo>
                  <a:lnTo>
                    <a:pt x="8033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4" y="5715"/>
                  </a:lnTo>
                  <a:lnTo>
                    <a:pt x="7569" y="5599"/>
                  </a:lnTo>
                  <a:lnTo>
                    <a:pt x="7415" y="5522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5" y="5484"/>
                  </a:lnTo>
                  <a:lnTo>
                    <a:pt x="6025" y="4711"/>
                  </a:lnTo>
                  <a:lnTo>
                    <a:pt x="5214" y="4016"/>
                  </a:lnTo>
                  <a:lnTo>
                    <a:pt x="3515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10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8"/>
            <p:cNvSpPr/>
            <p:nvPr/>
          </p:nvSpPr>
          <p:spPr>
            <a:xfrm>
              <a:off x="781625" y="1619400"/>
              <a:ext cx="153500" cy="186325"/>
            </a:xfrm>
            <a:custGeom>
              <a:avLst/>
              <a:gdLst/>
              <a:ahLst/>
              <a:cxnLst/>
              <a:rect l="l" t="t" r="r" b="b"/>
              <a:pathLst>
                <a:path w="6140" h="7453" extrusionOk="0">
                  <a:moveTo>
                    <a:pt x="888" y="5908"/>
                  </a:moveTo>
                  <a:lnTo>
                    <a:pt x="1081" y="5985"/>
                  </a:lnTo>
                  <a:lnTo>
                    <a:pt x="1236" y="6024"/>
                  </a:lnTo>
                  <a:lnTo>
                    <a:pt x="1390" y="6178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6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89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7"/>
                  </a:lnTo>
                  <a:lnTo>
                    <a:pt x="386" y="6371"/>
                  </a:lnTo>
                  <a:lnTo>
                    <a:pt x="425" y="6256"/>
                  </a:lnTo>
                  <a:lnTo>
                    <a:pt x="502" y="6178"/>
                  </a:lnTo>
                  <a:lnTo>
                    <a:pt x="695" y="6024"/>
                  </a:lnTo>
                  <a:lnTo>
                    <a:pt x="888" y="5908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5" y="1313"/>
                  </a:lnTo>
                  <a:lnTo>
                    <a:pt x="4016" y="2047"/>
                  </a:lnTo>
                  <a:lnTo>
                    <a:pt x="3437" y="2780"/>
                  </a:lnTo>
                  <a:lnTo>
                    <a:pt x="2278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2" y="5561"/>
                  </a:lnTo>
                  <a:lnTo>
                    <a:pt x="618" y="5599"/>
                  </a:lnTo>
                  <a:lnTo>
                    <a:pt x="541" y="5676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7"/>
                  </a:lnTo>
                  <a:lnTo>
                    <a:pt x="0" y="6603"/>
                  </a:lnTo>
                  <a:lnTo>
                    <a:pt x="39" y="6796"/>
                  </a:lnTo>
                  <a:lnTo>
                    <a:pt x="116" y="6989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5"/>
                  </a:lnTo>
                  <a:lnTo>
                    <a:pt x="695" y="7453"/>
                  </a:lnTo>
                  <a:lnTo>
                    <a:pt x="1081" y="7453"/>
                  </a:lnTo>
                  <a:lnTo>
                    <a:pt x="1274" y="7414"/>
                  </a:lnTo>
                  <a:lnTo>
                    <a:pt x="1429" y="7298"/>
                  </a:lnTo>
                  <a:lnTo>
                    <a:pt x="1583" y="7182"/>
                  </a:lnTo>
                  <a:lnTo>
                    <a:pt x="1699" y="7067"/>
                  </a:lnTo>
                  <a:lnTo>
                    <a:pt x="1815" y="6873"/>
                  </a:lnTo>
                  <a:lnTo>
                    <a:pt x="1854" y="6680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8"/>
                  </a:lnTo>
                  <a:lnTo>
                    <a:pt x="1738" y="6024"/>
                  </a:lnTo>
                  <a:lnTo>
                    <a:pt x="1661" y="5908"/>
                  </a:lnTo>
                  <a:lnTo>
                    <a:pt x="1545" y="5792"/>
                  </a:lnTo>
                  <a:lnTo>
                    <a:pt x="2163" y="5097"/>
                  </a:lnTo>
                  <a:lnTo>
                    <a:pt x="2742" y="4402"/>
                  </a:lnTo>
                  <a:lnTo>
                    <a:pt x="3939" y="3012"/>
                  </a:lnTo>
                  <a:lnTo>
                    <a:pt x="4479" y="2394"/>
                  </a:lnTo>
                  <a:lnTo>
                    <a:pt x="5097" y="1699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3"/>
                  </a:lnTo>
                  <a:lnTo>
                    <a:pt x="6063" y="77"/>
                  </a:lnTo>
                  <a:lnTo>
                    <a:pt x="598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8"/>
            <p:cNvSpPr/>
            <p:nvPr/>
          </p:nvSpPr>
          <p:spPr>
            <a:xfrm>
              <a:off x="1926550" y="1629050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3"/>
                  </a:lnTo>
                  <a:lnTo>
                    <a:pt x="2008" y="966"/>
                  </a:lnTo>
                  <a:lnTo>
                    <a:pt x="2124" y="1120"/>
                  </a:lnTo>
                  <a:lnTo>
                    <a:pt x="2201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1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5" y="502"/>
                  </a:lnTo>
                  <a:lnTo>
                    <a:pt x="811" y="464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3" y="425"/>
                  </a:lnTo>
                  <a:lnTo>
                    <a:pt x="78" y="618"/>
                  </a:lnTo>
                  <a:lnTo>
                    <a:pt x="0" y="811"/>
                  </a:lnTo>
                  <a:lnTo>
                    <a:pt x="0" y="1004"/>
                  </a:lnTo>
                  <a:lnTo>
                    <a:pt x="0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7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1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4"/>
                  </a:lnTo>
                  <a:lnTo>
                    <a:pt x="2626" y="2896"/>
                  </a:lnTo>
                  <a:lnTo>
                    <a:pt x="2703" y="2317"/>
                  </a:lnTo>
                  <a:lnTo>
                    <a:pt x="2703" y="2008"/>
                  </a:lnTo>
                  <a:lnTo>
                    <a:pt x="2703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699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8"/>
            <p:cNvSpPr/>
            <p:nvPr/>
          </p:nvSpPr>
          <p:spPr>
            <a:xfrm>
              <a:off x="3904600" y="163580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0" y="194"/>
                  </a:lnTo>
                  <a:lnTo>
                    <a:pt x="2240" y="309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7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8"/>
            <p:cNvSpPr/>
            <p:nvPr/>
          </p:nvSpPr>
          <p:spPr>
            <a:xfrm>
              <a:off x="527725" y="16473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0" y="6141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2" y="6681"/>
                  </a:lnTo>
                  <a:lnTo>
                    <a:pt x="7337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19" y="6836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6" y="6102"/>
                  </a:lnTo>
                  <a:lnTo>
                    <a:pt x="6642" y="5909"/>
                  </a:lnTo>
                  <a:lnTo>
                    <a:pt x="6797" y="5754"/>
                  </a:lnTo>
                  <a:close/>
                  <a:moveTo>
                    <a:pt x="232" y="1"/>
                  </a:moveTo>
                  <a:lnTo>
                    <a:pt x="155" y="40"/>
                  </a:lnTo>
                  <a:lnTo>
                    <a:pt x="78" y="40"/>
                  </a:lnTo>
                  <a:lnTo>
                    <a:pt x="39" y="117"/>
                  </a:lnTo>
                  <a:lnTo>
                    <a:pt x="0" y="233"/>
                  </a:lnTo>
                  <a:lnTo>
                    <a:pt x="0" y="310"/>
                  </a:lnTo>
                  <a:lnTo>
                    <a:pt x="39" y="387"/>
                  </a:lnTo>
                  <a:lnTo>
                    <a:pt x="425" y="773"/>
                  </a:lnTo>
                  <a:lnTo>
                    <a:pt x="811" y="1121"/>
                  </a:lnTo>
                  <a:lnTo>
                    <a:pt x="1622" y="1777"/>
                  </a:lnTo>
                  <a:lnTo>
                    <a:pt x="3399" y="3206"/>
                  </a:lnTo>
                  <a:lnTo>
                    <a:pt x="4866" y="4442"/>
                  </a:lnTo>
                  <a:lnTo>
                    <a:pt x="5638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7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6"/>
                  </a:lnTo>
                  <a:lnTo>
                    <a:pt x="6295" y="6990"/>
                  </a:lnTo>
                  <a:lnTo>
                    <a:pt x="6411" y="7145"/>
                  </a:lnTo>
                  <a:lnTo>
                    <a:pt x="6565" y="7222"/>
                  </a:lnTo>
                  <a:lnTo>
                    <a:pt x="6719" y="7299"/>
                  </a:lnTo>
                  <a:lnTo>
                    <a:pt x="6874" y="7338"/>
                  </a:lnTo>
                  <a:lnTo>
                    <a:pt x="7067" y="7338"/>
                  </a:lnTo>
                  <a:lnTo>
                    <a:pt x="7260" y="7299"/>
                  </a:lnTo>
                  <a:lnTo>
                    <a:pt x="7453" y="7260"/>
                  </a:lnTo>
                  <a:lnTo>
                    <a:pt x="7608" y="7145"/>
                  </a:lnTo>
                  <a:lnTo>
                    <a:pt x="7723" y="7029"/>
                  </a:lnTo>
                  <a:lnTo>
                    <a:pt x="7839" y="6913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2" y="6411"/>
                  </a:lnTo>
                  <a:lnTo>
                    <a:pt x="8032" y="6218"/>
                  </a:lnTo>
                  <a:lnTo>
                    <a:pt x="7955" y="6025"/>
                  </a:lnTo>
                  <a:lnTo>
                    <a:pt x="7839" y="5870"/>
                  </a:lnTo>
                  <a:lnTo>
                    <a:pt x="7723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1" y="5446"/>
                  </a:lnTo>
                  <a:lnTo>
                    <a:pt x="7028" y="5446"/>
                  </a:lnTo>
                  <a:lnTo>
                    <a:pt x="6835" y="5484"/>
                  </a:lnTo>
                  <a:lnTo>
                    <a:pt x="6024" y="4712"/>
                  </a:lnTo>
                  <a:lnTo>
                    <a:pt x="5213" y="4017"/>
                  </a:lnTo>
                  <a:lnTo>
                    <a:pt x="3514" y="2627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9"/>
                  </a:lnTo>
                  <a:lnTo>
                    <a:pt x="734" y="310"/>
                  </a:lnTo>
                  <a:lnTo>
                    <a:pt x="309" y="40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8"/>
            <p:cNvSpPr/>
            <p:nvPr/>
          </p:nvSpPr>
          <p:spPr>
            <a:xfrm>
              <a:off x="5813125" y="1664750"/>
              <a:ext cx="61825" cy="89825"/>
            </a:xfrm>
            <a:custGeom>
              <a:avLst/>
              <a:gdLst/>
              <a:ahLst/>
              <a:cxnLst/>
              <a:rect l="l" t="t" r="r" b="b"/>
              <a:pathLst>
                <a:path w="2473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5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2"/>
                  </a:lnTo>
                  <a:lnTo>
                    <a:pt x="1932" y="2163"/>
                  </a:lnTo>
                  <a:lnTo>
                    <a:pt x="1932" y="2434"/>
                  </a:lnTo>
                  <a:lnTo>
                    <a:pt x="1816" y="2743"/>
                  </a:lnTo>
                  <a:lnTo>
                    <a:pt x="1739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8" y="3013"/>
                  </a:lnTo>
                  <a:lnTo>
                    <a:pt x="850" y="2897"/>
                  </a:lnTo>
                  <a:lnTo>
                    <a:pt x="812" y="2743"/>
                  </a:lnTo>
                  <a:lnTo>
                    <a:pt x="850" y="2588"/>
                  </a:lnTo>
                  <a:lnTo>
                    <a:pt x="928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1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6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6" y="2356"/>
                  </a:lnTo>
                  <a:lnTo>
                    <a:pt x="348" y="2627"/>
                  </a:lnTo>
                  <a:lnTo>
                    <a:pt x="310" y="2897"/>
                  </a:lnTo>
                  <a:lnTo>
                    <a:pt x="348" y="3052"/>
                  </a:lnTo>
                  <a:lnTo>
                    <a:pt x="426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1"/>
                  </a:lnTo>
                  <a:lnTo>
                    <a:pt x="2434" y="2009"/>
                  </a:lnTo>
                  <a:lnTo>
                    <a:pt x="2395" y="1816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8"/>
            <p:cNvSpPr/>
            <p:nvPr/>
          </p:nvSpPr>
          <p:spPr>
            <a:xfrm>
              <a:off x="4153650" y="167055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2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40" y="232"/>
                  </a:lnTo>
                  <a:lnTo>
                    <a:pt x="1" y="271"/>
                  </a:lnTo>
                  <a:lnTo>
                    <a:pt x="40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4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8"/>
            <p:cNvSpPr/>
            <p:nvPr/>
          </p:nvSpPr>
          <p:spPr>
            <a:xfrm>
              <a:off x="4055200" y="1676350"/>
              <a:ext cx="21250" cy="8700"/>
            </a:xfrm>
            <a:custGeom>
              <a:avLst/>
              <a:gdLst/>
              <a:ahLst/>
              <a:cxnLst/>
              <a:rect l="l" t="t" r="r" b="b"/>
              <a:pathLst>
                <a:path w="850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8"/>
            <p:cNvSpPr/>
            <p:nvPr/>
          </p:nvSpPr>
          <p:spPr>
            <a:xfrm>
              <a:off x="5417325" y="16889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232"/>
                  </a:lnTo>
                  <a:lnTo>
                    <a:pt x="503" y="966"/>
                  </a:lnTo>
                  <a:lnTo>
                    <a:pt x="1043" y="1622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3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6" y="3862"/>
                  </a:lnTo>
                  <a:lnTo>
                    <a:pt x="12242" y="3591"/>
                  </a:lnTo>
                  <a:lnTo>
                    <a:pt x="12319" y="3553"/>
                  </a:lnTo>
                  <a:lnTo>
                    <a:pt x="12435" y="3205"/>
                  </a:lnTo>
                  <a:lnTo>
                    <a:pt x="12358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3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3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8"/>
            <p:cNvSpPr/>
            <p:nvPr/>
          </p:nvSpPr>
          <p:spPr>
            <a:xfrm>
              <a:off x="5725275" y="169565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5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4" y="1931"/>
                  </a:lnTo>
                  <a:lnTo>
                    <a:pt x="1082" y="2009"/>
                  </a:lnTo>
                  <a:lnTo>
                    <a:pt x="1121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30" y="2704"/>
                  </a:lnTo>
                  <a:lnTo>
                    <a:pt x="1623" y="2820"/>
                  </a:lnTo>
                  <a:lnTo>
                    <a:pt x="1816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5" y="3630"/>
                  </a:lnTo>
                  <a:lnTo>
                    <a:pt x="2125" y="3901"/>
                  </a:lnTo>
                  <a:lnTo>
                    <a:pt x="2086" y="4094"/>
                  </a:lnTo>
                  <a:lnTo>
                    <a:pt x="2009" y="4325"/>
                  </a:lnTo>
                  <a:lnTo>
                    <a:pt x="1893" y="4519"/>
                  </a:lnTo>
                  <a:lnTo>
                    <a:pt x="1739" y="4712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5" y="4287"/>
                  </a:lnTo>
                  <a:lnTo>
                    <a:pt x="812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1" y="4094"/>
                  </a:lnTo>
                  <a:lnTo>
                    <a:pt x="1237" y="4017"/>
                  </a:lnTo>
                  <a:lnTo>
                    <a:pt x="1314" y="3901"/>
                  </a:lnTo>
                  <a:lnTo>
                    <a:pt x="1314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10" y="4094"/>
                  </a:lnTo>
                  <a:lnTo>
                    <a:pt x="233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2"/>
                  </a:lnTo>
                  <a:lnTo>
                    <a:pt x="1739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3" y="1970"/>
                  </a:lnTo>
                  <a:lnTo>
                    <a:pt x="1932" y="1816"/>
                  </a:lnTo>
                  <a:lnTo>
                    <a:pt x="2241" y="1622"/>
                  </a:lnTo>
                  <a:lnTo>
                    <a:pt x="2549" y="1391"/>
                  </a:lnTo>
                  <a:lnTo>
                    <a:pt x="2820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8"/>
            <p:cNvSpPr/>
            <p:nvPr/>
          </p:nvSpPr>
          <p:spPr>
            <a:xfrm>
              <a:off x="1994125" y="1698550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6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4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4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8"/>
            <p:cNvSpPr/>
            <p:nvPr/>
          </p:nvSpPr>
          <p:spPr>
            <a:xfrm>
              <a:off x="3947075" y="171690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3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8" y="579"/>
                  </a:lnTo>
                  <a:lnTo>
                    <a:pt x="425" y="772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8"/>
            <p:cNvSpPr/>
            <p:nvPr/>
          </p:nvSpPr>
          <p:spPr>
            <a:xfrm>
              <a:off x="2585900" y="1732325"/>
              <a:ext cx="305075" cy="236550"/>
            </a:xfrm>
            <a:custGeom>
              <a:avLst/>
              <a:gdLst/>
              <a:ahLst/>
              <a:cxnLst/>
              <a:rect l="l" t="t" r="r" b="b"/>
              <a:pathLst>
                <a:path w="12203" h="9462" extrusionOk="0">
                  <a:moveTo>
                    <a:pt x="5329" y="349"/>
                  </a:moveTo>
                  <a:lnTo>
                    <a:pt x="5522" y="426"/>
                  </a:lnTo>
                  <a:lnTo>
                    <a:pt x="5600" y="426"/>
                  </a:lnTo>
                  <a:lnTo>
                    <a:pt x="5831" y="657"/>
                  </a:lnTo>
                  <a:lnTo>
                    <a:pt x="5986" y="889"/>
                  </a:lnTo>
                  <a:lnTo>
                    <a:pt x="6063" y="1198"/>
                  </a:lnTo>
                  <a:lnTo>
                    <a:pt x="6102" y="1468"/>
                  </a:lnTo>
                  <a:lnTo>
                    <a:pt x="6140" y="1777"/>
                  </a:lnTo>
                  <a:lnTo>
                    <a:pt x="6102" y="2086"/>
                  </a:lnTo>
                  <a:lnTo>
                    <a:pt x="6024" y="2704"/>
                  </a:lnTo>
                  <a:lnTo>
                    <a:pt x="5715" y="4866"/>
                  </a:lnTo>
                  <a:lnTo>
                    <a:pt x="5715" y="4905"/>
                  </a:lnTo>
                  <a:lnTo>
                    <a:pt x="5561" y="4982"/>
                  </a:lnTo>
                  <a:lnTo>
                    <a:pt x="5291" y="4017"/>
                  </a:lnTo>
                  <a:lnTo>
                    <a:pt x="5020" y="3090"/>
                  </a:lnTo>
                  <a:lnTo>
                    <a:pt x="4750" y="1970"/>
                  </a:lnTo>
                  <a:lnTo>
                    <a:pt x="4673" y="1468"/>
                  </a:lnTo>
                  <a:lnTo>
                    <a:pt x="4673" y="1159"/>
                  </a:lnTo>
                  <a:lnTo>
                    <a:pt x="4673" y="851"/>
                  </a:lnTo>
                  <a:lnTo>
                    <a:pt x="4750" y="619"/>
                  </a:lnTo>
                  <a:lnTo>
                    <a:pt x="4827" y="503"/>
                  </a:lnTo>
                  <a:lnTo>
                    <a:pt x="4904" y="426"/>
                  </a:lnTo>
                  <a:lnTo>
                    <a:pt x="5020" y="349"/>
                  </a:lnTo>
                  <a:close/>
                  <a:moveTo>
                    <a:pt x="11199" y="3515"/>
                  </a:moveTo>
                  <a:lnTo>
                    <a:pt x="11315" y="3554"/>
                  </a:lnTo>
                  <a:lnTo>
                    <a:pt x="11392" y="3592"/>
                  </a:lnTo>
                  <a:lnTo>
                    <a:pt x="11508" y="3708"/>
                  </a:lnTo>
                  <a:lnTo>
                    <a:pt x="11585" y="3824"/>
                  </a:lnTo>
                  <a:lnTo>
                    <a:pt x="11701" y="4133"/>
                  </a:lnTo>
                  <a:lnTo>
                    <a:pt x="11585" y="4287"/>
                  </a:lnTo>
                  <a:lnTo>
                    <a:pt x="11430" y="4403"/>
                  </a:lnTo>
                  <a:lnTo>
                    <a:pt x="11237" y="4519"/>
                  </a:lnTo>
                  <a:lnTo>
                    <a:pt x="11044" y="4596"/>
                  </a:lnTo>
                  <a:lnTo>
                    <a:pt x="10581" y="4751"/>
                  </a:lnTo>
                  <a:lnTo>
                    <a:pt x="10195" y="4866"/>
                  </a:lnTo>
                  <a:lnTo>
                    <a:pt x="9422" y="5021"/>
                  </a:lnTo>
                  <a:lnTo>
                    <a:pt x="8650" y="5137"/>
                  </a:lnTo>
                  <a:lnTo>
                    <a:pt x="7994" y="5175"/>
                  </a:lnTo>
                  <a:lnTo>
                    <a:pt x="7376" y="5175"/>
                  </a:lnTo>
                  <a:lnTo>
                    <a:pt x="6102" y="5137"/>
                  </a:lnTo>
                  <a:lnTo>
                    <a:pt x="7260" y="4673"/>
                  </a:lnTo>
                  <a:lnTo>
                    <a:pt x="8418" y="4249"/>
                  </a:lnTo>
                  <a:lnTo>
                    <a:pt x="9075" y="4017"/>
                  </a:lnTo>
                  <a:lnTo>
                    <a:pt x="9770" y="3824"/>
                  </a:lnTo>
                  <a:lnTo>
                    <a:pt x="10465" y="3631"/>
                  </a:lnTo>
                  <a:lnTo>
                    <a:pt x="10928" y="3554"/>
                  </a:lnTo>
                  <a:lnTo>
                    <a:pt x="11083" y="3515"/>
                  </a:lnTo>
                  <a:close/>
                  <a:moveTo>
                    <a:pt x="5136" y="5909"/>
                  </a:moveTo>
                  <a:lnTo>
                    <a:pt x="4209" y="6797"/>
                  </a:lnTo>
                  <a:lnTo>
                    <a:pt x="3244" y="7685"/>
                  </a:lnTo>
                  <a:lnTo>
                    <a:pt x="2742" y="8110"/>
                  </a:lnTo>
                  <a:lnTo>
                    <a:pt x="2163" y="8535"/>
                  </a:lnTo>
                  <a:lnTo>
                    <a:pt x="1854" y="8728"/>
                  </a:lnTo>
                  <a:lnTo>
                    <a:pt x="1468" y="8921"/>
                  </a:lnTo>
                  <a:lnTo>
                    <a:pt x="1197" y="8998"/>
                  </a:lnTo>
                  <a:lnTo>
                    <a:pt x="1004" y="9037"/>
                  </a:lnTo>
                  <a:lnTo>
                    <a:pt x="888" y="8998"/>
                  </a:lnTo>
                  <a:lnTo>
                    <a:pt x="811" y="8960"/>
                  </a:lnTo>
                  <a:lnTo>
                    <a:pt x="734" y="8844"/>
                  </a:lnTo>
                  <a:lnTo>
                    <a:pt x="695" y="8689"/>
                  </a:lnTo>
                  <a:lnTo>
                    <a:pt x="657" y="8535"/>
                  </a:lnTo>
                  <a:lnTo>
                    <a:pt x="618" y="8419"/>
                  </a:lnTo>
                  <a:lnTo>
                    <a:pt x="657" y="8342"/>
                  </a:lnTo>
                  <a:lnTo>
                    <a:pt x="695" y="8265"/>
                  </a:lnTo>
                  <a:lnTo>
                    <a:pt x="850" y="8110"/>
                  </a:lnTo>
                  <a:lnTo>
                    <a:pt x="1120" y="7956"/>
                  </a:lnTo>
                  <a:lnTo>
                    <a:pt x="1699" y="7608"/>
                  </a:lnTo>
                  <a:lnTo>
                    <a:pt x="2472" y="7222"/>
                  </a:lnTo>
                  <a:lnTo>
                    <a:pt x="3244" y="6874"/>
                  </a:lnTo>
                  <a:lnTo>
                    <a:pt x="4209" y="6411"/>
                  </a:lnTo>
                  <a:lnTo>
                    <a:pt x="4673" y="6179"/>
                  </a:lnTo>
                  <a:lnTo>
                    <a:pt x="5136" y="5909"/>
                  </a:lnTo>
                  <a:close/>
                  <a:moveTo>
                    <a:pt x="5136" y="1"/>
                  </a:moveTo>
                  <a:lnTo>
                    <a:pt x="4943" y="78"/>
                  </a:lnTo>
                  <a:lnTo>
                    <a:pt x="4750" y="194"/>
                  </a:lnTo>
                  <a:lnTo>
                    <a:pt x="4596" y="387"/>
                  </a:lnTo>
                  <a:lnTo>
                    <a:pt x="4441" y="580"/>
                  </a:lnTo>
                  <a:lnTo>
                    <a:pt x="4364" y="812"/>
                  </a:lnTo>
                  <a:lnTo>
                    <a:pt x="4325" y="1044"/>
                  </a:lnTo>
                  <a:lnTo>
                    <a:pt x="4325" y="1507"/>
                  </a:lnTo>
                  <a:lnTo>
                    <a:pt x="4402" y="1970"/>
                  </a:lnTo>
                  <a:lnTo>
                    <a:pt x="4634" y="2897"/>
                  </a:lnTo>
                  <a:lnTo>
                    <a:pt x="4982" y="4017"/>
                  </a:lnTo>
                  <a:lnTo>
                    <a:pt x="5175" y="4558"/>
                  </a:lnTo>
                  <a:lnTo>
                    <a:pt x="5368" y="5098"/>
                  </a:lnTo>
                  <a:lnTo>
                    <a:pt x="5368" y="5214"/>
                  </a:lnTo>
                  <a:lnTo>
                    <a:pt x="5406" y="5330"/>
                  </a:lnTo>
                  <a:lnTo>
                    <a:pt x="4943" y="5600"/>
                  </a:lnTo>
                  <a:lnTo>
                    <a:pt x="4480" y="5870"/>
                  </a:lnTo>
                  <a:lnTo>
                    <a:pt x="3476" y="6334"/>
                  </a:lnTo>
                  <a:lnTo>
                    <a:pt x="2472" y="6797"/>
                  </a:lnTo>
                  <a:lnTo>
                    <a:pt x="1970" y="7029"/>
                  </a:lnTo>
                  <a:lnTo>
                    <a:pt x="1468" y="7299"/>
                  </a:lnTo>
                  <a:lnTo>
                    <a:pt x="966" y="7608"/>
                  </a:lnTo>
                  <a:lnTo>
                    <a:pt x="657" y="7801"/>
                  </a:lnTo>
                  <a:lnTo>
                    <a:pt x="348" y="8071"/>
                  </a:lnTo>
                  <a:lnTo>
                    <a:pt x="116" y="8342"/>
                  </a:lnTo>
                  <a:lnTo>
                    <a:pt x="39" y="8458"/>
                  </a:lnTo>
                  <a:lnTo>
                    <a:pt x="0" y="8612"/>
                  </a:lnTo>
                  <a:lnTo>
                    <a:pt x="0" y="8767"/>
                  </a:lnTo>
                  <a:lnTo>
                    <a:pt x="0" y="8921"/>
                  </a:lnTo>
                  <a:lnTo>
                    <a:pt x="78" y="9037"/>
                  </a:lnTo>
                  <a:lnTo>
                    <a:pt x="232" y="9191"/>
                  </a:lnTo>
                  <a:lnTo>
                    <a:pt x="348" y="9307"/>
                  </a:lnTo>
                  <a:lnTo>
                    <a:pt x="502" y="9384"/>
                  </a:lnTo>
                  <a:lnTo>
                    <a:pt x="618" y="9423"/>
                  </a:lnTo>
                  <a:lnTo>
                    <a:pt x="773" y="9462"/>
                  </a:lnTo>
                  <a:lnTo>
                    <a:pt x="1120" y="9462"/>
                  </a:lnTo>
                  <a:lnTo>
                    <a:pt x="1429" y="9384"/>
                  </a:lnTo>
                  <a:lnTo>
                    <a:pt x="1738" y="9230"/>
                  </a:lnTo>
                  <a:lnTo>
                    <a:pt x="2047" y="9075"/>
                  </a:lnTo>
                  <a:lnTo>
                    <a:pt x="2588" y="8767"/>
                  </a:lnTo>
                  <a:lnTo>
                    <a:pt x="3476" y="8071"/>
                  </a:lnTo>
                  <a:lnTo>
                    <a:pt x="4287" y="7338"/>
                  </a:lnTo>
                  <a:lnTo>
                    <a:pt x="5098" y="6565"/>
                  </a:lnTo>
                  <a:lnTo>
                    <a:pt x="5445" y="6141"/>
                  </a:lnTo>
                  <a:lnTo>
                    <a:pt x="5793" y="5677"/>
                  </a:lnTo>
                  <a:lnTo>
                    <a:pt x="5793" y="5716"/>
                  </a:lnTo>
                  <a:lnTo>
                    <a:pt x="6063" y="6064"/>
                  </a:lnTo>
                  <a:lnTo>
                    <a:pt x="6217" y="6218"/>
                  </a:lnTo>
                  <a:lnTo>
                    <a:pt x="6372" y="6334"/>
                  </a:lnTo>
                  <a:lnTo>
                    <a:pt x="6603" y="6179"/>
                  </a:lnTo>
                  <a:lnTo>
                    <a:pt x="6603" y="6141"/>
                  </a:lnTo>
                  <a:lnTo>
                    <a:pt x="6333" y="5870"/>
                  </a:lnTo>
                  <a:lnTo>
                    <a:pt x="6217" y="5716"/>
                  </a:lnTo>
                  <a:lnTo>
                    <a:pt x="6179" y="5523"/>
                  </a:lnTo>
                  <a:lnTo>
                    <a:pt x="6140" y="5484"/>
                  </a:lnTo>
                  <a:lnTo>
                    <a:pt x="7028" y="5562"/>
                  </a:lnTo>
                  <a:lnTo>
                    <a:pt x="7955" y="5562"/>
                  </a:lnTo>
                  <a:lnTo>
                    <a:pt x="8882" y="5484"/>
                  </a:lnTo>
                  <a:lnTo>
                    <a:pt x="9770" y="5330"/>
                  </a:lnTo>
                  <a:lnTo>
                    <a:pt x="10465" y="5175"/>
                  </a:lnTo>
                  <a:lnTo>
                    <a:pt x="10890" y="5060"/>
                  </a:lnTo>
                  <a:lnTo>
                    <a:pt x="11315" y="4905"/>
                  </a:lnTo>
                  <a:lnTo>
                    <a:pt x="11701" y="4673"/>
                  </a:lnTo>
                  <a:lnTo>
                    <a:pt x="11894" y="4558"/>
                  </a:lnTo>
                  <a:lnTo>
                    <a:pt x="12010" y="4403"/>
                  </a:lnTo>
                  <a:lnTo>
                    <a:pt x="12125" y="4249"/>
                  </a:lnTo>
                  <a:lnTo>
                    <a:pt x="12164" y="4094"/>
                  </a:lnTo>
                  <a:lnTo>
                    <a:pt x="12203" y="3901"/>
                  </a:lnTo>
                  <a:lnTo>
                    <a:pt x="12164" y="3708"/>
                  </a:lnTo>
                  <a:lnTo>
                    <a:pt x="12125" y="3554"/>
                  </a:lnTo>
                  <a:lnTo>
                    <a:pt x="12010" y="3438"/>
                  </a:lnTo>
                  <a:lnTo>
                    <a:pt x="11932" y="3322"/>
                  </a:lnTo>
                  <a:lnTo>
                    <a:pt x="11817" y="3245"/>
                  </a:lnTo>
                  <a:lnTo>
                    <a:pt x="11662" y="3167"/>
                  </a:lnTo>
                  <a:lnTo>
                    <a:pt x="11508" y="3167"/>
                  </a:lnTo>
                  <a:lnTo>
                    <a:pt x="11199" y="3129"/>
                  </a:lnTo>
                  <a:lnTo>
                    <a:pt x="10851" y="3167"/>
                  </a:lnTo>
                  <a:lnTo>
                    <a:pt x="10504" y="3245"/>
                  </a:lnTo>
                  <a:lnTo>
                    <a:pt x="9924" y="3360"/>
                  </a:lnTo>
                  <a:lnTo>
                    <a:pt x="8959" y="3669"/>
                  </a:lnTo>
                  <a:lnTo>
                    <a:pt x="7994" y="3978"/>
                  </a:lnTo>
                  <a:lnTo>
                    <a:pt x="7028" y="4326"/>
                  </a:lnTo>
                  <a:lnTo>
                    <a:pt x="6102" y="4751"/>
                  </a:lnTo>
                  <a:lnTo>
                    <a:pt x="6333" y="3283"/>
                  </a:lnTo>
                  <a:lnTo>
                    <a:pt x="6449" y="2550"/>
                  </a:lnTo>
                  <a:lnTo>
                    <a:pt x="6488" y="1816"/>
                  </a:lnTo>
                  <a:lnTo>
                    <a:pt x="6488" y="1546"/>
                  </a:lnTo>
                  <a:lnTo>
                    <a:pt x="6449" y="1275"/>
                  </a:lnTo>
                  <a:lnTo>
                    <a:pt x="6372" y="1044"/>
                  </a:lnTo>
                  <a:lnTo>
                    <a:pt x="6295" y="851"/>
                  </a:lnTo>
                  <a:lnTo>
                    <a:pt x="6179" y="619"/>
                  </a:lnTo>
                  <a:lnTo>
                    <a:pt x="6024" y="464"/>
                  </a:lnTo>
                  <a:lnTo>
                    <a:pt x="5831" y="310"/>
                  </a:lnTo>
                  <a:lnTo>
                    <a:pt x="5600" y="155"/>
                  </a:lnTo>
                  <a:lnTo>
                    <a:pt x="5484" y="78"/>
                  </a:lnTo>
                  <a:lnTo>
                    <a:pt x="5368" y="40"/>
                  </a:lnTo>
                  <a:lnTo>
                    <a:pt x="51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8"/>
            <p:cNvSpPr/>
            <p:nvPr/>
          </p:nvSpPr>
          <p:spPr>
            <a:xfrm>
              <a:off x="1851250" y="17671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2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0" y="5368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9"/>
                  </a:lnTo>
                  <a:lnTo>
                    <a:pt x="3978" y="888"/>
                  </a:lnTo>
                  <a:lnTo>
                    <a:pt x="4634" y="657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2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4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29" y="7376"/>
                  </a:lnTo>
                  <a:lnTo>
                    <a:pt x="13438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4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1" y="8611"/>
                  </a:lnTo>
                  <a:lnTo>
                    <a:pt x="18651" y="8534"/>
                  </a:lnTo>
                  <a:lnTo>
                    <a:pt x="18651" y="8457"/>
                  </a:lnTo>
                  <a:lnTo>
                    <a:pt x="18651" y="8380"/>
                  </a:lnTo>
                  <a:lnTo>
                    <a:pt x="18651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0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8"/>
            <p:cNvSpPr/>
            <p:nvPr/>
          </p:nvSpPr>
          <p:spPr>
            <a:xfrm>
              <a:off x="6591225" y="17699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8" y="542"/>
                  </a:lnTo>
                  <a:lnTo>
                    <a:pt x="12434" y="657"/>
                  </a:lnTo>
                  <a:lnTo>
                    <a:pt x="12628" y="735"/>
                  </a:lnTo>
                  <a:lnTo>
                    <a:pt x="12743" y="812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6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1"/>
                  </a:lnTo>
                  <a:lnTo>
                    <a:pt x="12241" y="2472"/>
                  </a:lnTo>
                  <a:lnTo>
                    <a:pt x="11817" y="2743"/>
                  </a:lnTo>
                  <a:lnTo>
                    <a:pt x="11392" y="2936"/>
                  </a:lnTo>
                  <a:lnTo>
                    <a:pt x="10658" y="3206"/>
                  </a:lnTo>
                  <a:lnTo>
                    <a:pt x="9924" y="3438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2"/>
                  </a:lnTo>
                  <a:lnTo>
                    <a:pt x="5020" y="4596"/>
                  </a:lnTo>
                  <a:lnTo>
                    <a:pt x="4132" y="4712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1"/>
                  </a:lnTo>
                  <a:lnTo>
                    <a:pt x="1506" y="4673"/>
                  </a:lnTo>
                  <a:lnTo>
                    <a:pt x="1198" y="4558"/>
                  </a:lnTo>
                  <a:lnTo>
                    <a:pt x="889" y="4442"/>
                  </a:lnTo>
                  <a:lnTo>
                    <a:pt x="580" y="4249"/>
                  </a:lnTo>
                  <a:lnTo>
                    <a:pt x="657" y="4171"/>
                  </a:lnTo>
                  <a:lnTo>
                    <a:pt x="696" y="4056"/>
                  </a:lnTo>
                  <a:lnTo>
                    <a:pt x="696" y="3940"/>
                  </a:lnTo>
                  <a:lnTo>
                    <a:pt x="734" y="3824"/>
                  </a:lnTo>
                  <a:lnTo>
                    <a:pt x="850" y="3631"/>
                  </a:lnTo>
                  <a:lnTo>
                    <a:pt x="1082" y="3438"/>
                  </a:lnTo>
                  <a:lnTo>
                    <a:pt x="1313" y="3245"/>
                  </a:lnTo>
                  <a:lnTo>
                    <a:pt x="1854" y="2936"/>
                  </a:lnTo>
                  <a:lnTo>
                    <a:pt x="2279" y="2704"/>
                  </a:lnTo>
                  <a:lnTo>
                    <a:pt x="3012" y="2356"/>
                  </a:lnTo>
                  <a:lnTo>
                    <a:pt x="3707" y="2009"/>
                  </a:lnTo>
                  <a:lnTo>
                    <a:pt x="4480" y="1700"/>
                  </a:lnTo>
                  <a:lnTo>
                    <a:pt x="5252" y="1430"/>
                  </a:lnTo>
                  <a:lnTo>
                    <a:pt x="6024" y="1198"/>
                  </a:lnTo>
                  <a:lnTo>
                    <a:pt x="6835" y="1005"/>
                  </a:lnTo>
                  <a:lnTo>
                    <a:pt x="7608" y="812"/>
                  </a:lnTo>
                  <a:lnTo>
                    <a:pt x="8418" y="696"/>
                  </a:lnTo>
                  <a:lnTo>
                    <a:pt x="9229" y="580"/>
                  </a:lnTo>
                  <a:lnTo>
                    <a:pt x="10040" y="542"/>
                  </a:lnTo>
                  <a:lnTo>
                    <a:pt x="10735" y="503"/>
                  </a:lnTo>
                  <a:lnTo>
                    <a:pt x="11160" y="464"/>
                  </a:lnTo>
                  <a:close/>
                  <a:moveTo>
                    <a:pt x="13477" y="1121"/>
                  </a:moveTo>
                  <a:lnTo>
                    <a:pt x="13631" y="1314"/>
                  </a:lnTo>
                  <a:lnTo>
                    <a:pt x="13709" y="1507"/>
                  </a:lnTo>
                  <a:lnTo>
                    <a:pt x="13747" y="1739"/>
                  </a:lnTo>
                  <a:lnTo>
                    <a:pt x="13709" y="2009"/>
                  </a:lnTo>
                  <a:lnTo>
                    <a:pt x="13631" y="2241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8"/>
                  </a:lnTo>
                  <a:lnTo>
                    <a:pt x="12048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1" y="4635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5" y="5948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9"/>
                  </a:lnTo>
                  <a:lnTo>
                    <a:pt x="696" y="5484"/>
                  </a:lnTo>
                  <a:lnTo>
                    <a:pt x="502" y="5253"/>
                  </a:lnTo>
                  <a:lnTo>
                    <a:pt x="348" y="5021"/>
                  </a:lnTo>
                  <a:lnTo>
                    <a:pt x="309" y="4866"/>
                  </a:lnTo>
                  <a:lnTo>
                    <a:pt x="309" y="4751"/>
                  </a:lnTo>
                  <a:lnTo>
                    <a:pt x="309" y="4596"/>
                  </a:lnTo>
                  <a:lnTo>
                    <a:pt x="348" y="4442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4"/>
                  </a:lnTo>
                  <a:lnTo>
                    <a:pt x="1931" y="5253"/>
                  </a:lnTo>
                  <a:lnTo>
                    <a:pt x="2588" y="5330"/>
                  </a:lnTo>
                  <a:lnTo>
                    <a:pt x="3244" y="5291"/>
                  </a:lnTo>
                  <a:lnTo>
                    <a:pt x="3939" y="5253"/>
                  </a:lnTo>
                  <a:lnTo>
                    <a:pt x="5136" y="5059"/>
                  </a:lnTo>
                  <a:lnTo>
                    <a:pt x="6913" y="4789"/>
                  </a:lnTo>
                  <a:lnTo>
                    <a:pt x="7839" y="4596"/>
                  </a:lnTo>
                  <a:lnTo>
                    <a:pt x="8727" y="4403"/>
                  </a:lnTo>
                  <a:lnTo>
                    <a:pt x="9616" y="4133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9"/>
                  </a:lnTo>
                  <a:lnTo>
                    <a:pt x="12434" y="2974"/>
                  </a:lnTo>
                  <a:lnTo>
                    <a:pt x="12705" y="2820"/>
                  </a:lnTo>
                  <a:lnTo>
                    <a:pt x="12936" y="2588"/>
                  </a:lnTo>
                  <a:lnTo>
                    <a:pt x="13129" y="2395"/>
                  </a:lnTo>
                  <a:lnTo>
                    <a:pt x="13323" y="2125"/>
                  </a:lnTo>
                  <a:lnTo>
                    <a:pt x="13438" y="1854"/>
                  </a:lnTo>
                  <a:lnTo>
                    <a:pt x="13516" y="1584"/>
                  </a:lnTo>
                  <a:lnTo>
                    <a:pt x="13516" y="1237"/>
                  </a:lnTo>
                  <a:lnTo>
                    <a:pt x="13477" y="1121"/>
                  </a:lnTo>
                  <a:close/>
                  <a:moveTo>
                    <a:pt x="10658" y="1"/>
                  </a:moveTo>
                  <a:lnTo>
                    <a:pt x="9886" y="40"/>
                  </a:lnTo>
                  <a:lnTo>
                    <a:pt x="9114" y="117"/>
                  </a:lnTo>
                  <a:lnTo>
                    <a:pt x="8303" y="233"/>
                  </a:lnTo>
                  <a:lnTo>
                    <a:pt x="7530" y="348"/>
                  </a:lnTo>
                  <a:lnTo>
                    <a:pt x="6719" y="542"/>
                  </a:lnTo>
                  <a:lnTo>
                    <a:pt x="5909" y="735"/>
                  </a:lnTo>
                  <a:lnTo>
                    <a:pt x="5020" y="1005"/>
                  </a:lnTo>
                  <a:lnTo>
                    <a:pt x="4132" y="1352"/>
                  </a:lnTo>
                  <a:lnTo>
                    <a:pt x="3244" y="1700"/>
                  </a:lnTo>
                  <a:lnTo>
                    <a:pt x="2395" y="2125"/>
                  </a:lnTo>
                  <a:lnTo>
                    <a:pt x="1777" y="2434"/>
                  </a:lnTo>
                  <a:lnTo>
                    <a:pt x="1391" y="2627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4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6"/>
                  </a:lnTo>
                  <a:lnTo>
                    <a:pt x="194" y="4133"/>
                  </a:lnTo>
                  <a:lnTo>
                    <a:pt x="194" y="4171"/>
                  </a:lnTo>
                  <a:lnTo>
                    <a:pt x="116" y="4326"/>
                  </a:lnTo>
                  <a:lnTo>
                    <a:pt x="39" y="4480"/>
                  </a:lnTo>
                  <a:lnTo>
                    <a:pt x="0" y="4635"/>
                  </a:lnTo>
                  <a:lnTo>
                    <a:pt x="0" y="4789"/>
                  </a:lnTo>
                  <a:lnTo>
                    <a:pt x="39" y="5137"/>
                  </a:lnTo>
                  <a:lnTo>
                    <a:pt x="194" y="5446"/>
                  </a:lnTo>
                  <a:lnTo>
                    <a:pt x="348" y="5639"/>
                  </a:lnTo>
                  <a:lnTo>
                    <a:pt x="502" y="5832"/>
                  </a:lnTo>
                  <a:lnTo>
                    <a:pt x="696" y="5948"/>
                  </a:lnTo>
                  <a:lnTo>
                    <a:pt x="927" y="6063"/>
                  </a:lnTo>
                  <a:lnTo>
                    <a:pt x="966" y="6257"/>
                  </a:lnTo>
                  <a:lnTo>
                    <a:pt x="1275" y="6179"/>
                  </a:lnTo>
                  <a:lnTo>
                    <a:pt x="1313" y="6218"/>
                  </a:lnTo>
                  <a:lnTo>
                    <a:pt x="1313" y="6257"/>
                  </a:lnTo>
                  <a:lnTo>
                    <a:pt x="1352" y="6295"/>
                  </a:lnTo>
                  <a:lnTo>
                    <a:pt x="1468" y="6257"/>
                  </a:lnTo>
                  <a:lnTo>
                    <a:pt x="1815" y="6295"/>
                  </a:lnTo>
                  <a:lnTo>
                    <a:pt x="2395" y="6334"/>
                  </a:lnTo>
                  <a:lnTo>
                    <a:pt x="3012" y="6372"/>
                  </a:lnTo>
                  <a:lnTo>
                    <a:pt x="3592" y="6334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2"/>
                  </a:lnTo>
                  <a:lnTo>
                    <a:pt x="7994" y="5523"/>
                  </a:lnTo>
                  <a:lnTo>
                    <a:pt x="9036" y="5253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3"/>
                  </a:lnTo>
                  <a:lnTo>
                    <a:pt x="12126" y="4249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4" y="3940"/>
                  </a:lnTo>
                  <a:lnTo>
                    <a:pt x="12898" y="3669"/>
                  </a:lnTo>
                  <a:lnTo>
                    <a:pt x="13361" y="3322"/>
                  </a:lnTo>
                  <a:lnTo>
                    <a:pt x="13631" y="3052"/>
                  </a:lnTo>
                  <a:lnTo>
                    <a:pt x="13825" y="2704"/>
                  </a:lnTo>
                  <a:lnTo>
                    <a:pt x="14133" y="2627"/>
                  </a:lnTo>
                  <a:lnTo>
                    <a:pt x="14018" y="2318"/>
                  </a:lnTo>
                  <a:lnTo>
                    <a:pt x="14095" y="2009"/>
                  </a:lnTo>
                  <a:lnTo>
                    <a:pt x="14133" y="1739"/>
                  </a:lnTo>
                  <a:lnTo>
                    <a:pt x="14095" y="1468"/>
                  </a:lnTo>
                  <a:lnTo>
                    <a:pt x="14018" y="1237"/>
                  </a:lnTo>
                  <a:lnTo>
                    <a:pt x="13902" y="1005"/>
                  </a:lnTo>
                  <a:lnTo>
                    <a:pt x="13747" y="812"/>
                  </a:lnTo>
                  <a:lnTo>
                    <a:pt x="13477" y="619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3" y="117"/>
                  </a:lnTo>
                  <a:lnTo>
                    <a:pt x="11817" y="40"/>
                  </a:lnTo>
                  <a:lnTo>
                    <a:pt x="1143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8"/>
            <p:cNvSpPr/>
            <p:nvPr/>
          </p:nvSpPr>
          <p:spPr>
            <a:xfrm>
              <a:off x="2687250" y="1806675"/>
              <a:ext cx="449900" cy="337900"/>
            </a:xfrm>
            <a:custGeom>
              <a:avLst/>
              <a:gdLst/>
              <a:ahLst/>
              <a:cxnLst/>
              <a:rect l="l" t="t" r="r" b="b"/>
              <a:pathLst>
                <a:path w="17996" h="13516" extrusionOk="0">
                  <a:moveTo>
                    <a:pt x="15794" y="386"/>
                  </a:moveTo>
                  <a:lnTo>
                    <a:pt x="15872" y="425"/>
                  </a:lnTo>
                  <a:lnTo>
                    <a:pt x="15949" y="464"/>
                  </a:lnTo>
                  <a:lnTo>
                    <a:pt x="16103" y="657"/>
                  </a:lnTo>
                  <a:lnTo>
                    <a:pt x="16181" y="850"/>
                  </a:lnTo>
                  <a:lnTo>
                    <a:pt x="16258" y="1043"/>
                  </a:lnTo>
                  <a:lnTo>
                    <a:pt x="16219" y="1236"/>
                  </a:lnTo>
                  <a:lnTo>
                    <a:pt x="16181" y="1468"/>
                  </a:lnTo>
                  <a:lnTo>
                    <a:pt x="15987" y="1892"/>
                  </a:lnTo>
                  <a:lnTo>
                    <a:pt x="15833" y="2163"/>
                  </a:lnTo>
                  <a:lnTo>
                    <a:pt x="15601" y="2433"/>
                  </a:lnTo>
                  <a:lnTo>
                    <a:pt x="15370" y="2665"/>
                  </a:lnTo>
                  <a:lnTo>
                    <a:pt x="15099" y="2896"/>
                  </a:lnTo>
                  <a:lnTo>
                    <a:pt x="14983" y="2279"/>
                  </a:lnTo>
                  <a:lnTo>
                    <a:pt x="14945" y="1970"/>
                  </a:lnTo>
                  <a:lnTo>
                    <a:pt x="14906" y="1699"/>
                  </a:lnTo>
                  <a:lnTo>
                    <a:pt x="14945" y="1390"/>
                  </a:lnTo>
                  <a:lnTo>
                    <a:pt x="15022" y="1120"/>
                  </a:lnTo>
                  <a:lnTo>
                    <a:pt x="15138" y="850"/>
                  </a:lnTo>
                  <a:lnTo>
                    <a:pt x="15331" y="618"/>
                  </a:lnTo>
                  <a:lnTo>
                    <a:pt x="15563" y="464"/>
                  </a:lnTo>
                  <a:lnTo>
                    <a:pt x="15679" y="386"/>
                  </a:lnTo>
                  <a:close/>
                  <a:moveTo>
                    <a:pt x="14481" y="3437"/>
                  </a:moveTo>
                  <a:lnTo>
                    <a:pt x="14443" y="3591"/>
                  </a:lnTo>
                  <a:lnTo>
                    <a:pt x="14134" y="3939"/>
                  </a:lnTo>
                  <a:lnTo>
                    <a:pt x="13786" y="4287"/>
                  </a:lnTo>
                  <a:lnTo>
                    <a:pt x="13593" y="4441"/>
                  </a:lnTo>
                  <a:lnTo>
                    <a:pt x="13362" y="4595"/>
                  </a:lnTo>
                  <a:lnTo>
                    <a:pt x="13091" y="4711"/>
                  </a:lnTo>
                  <a:lnTo>
                    <a:pt x="12782" y="4750"/>
                  </a:lnTo>
                  <a:lnTo>
                    <a:pt x="12667" y="4789"/>
                  </a:lnTo>
                  <a:lnTo>
                    <a:pt x="12589" y="4750"/>
                  </a:lnTo>
                  <a:lnTo>
                    <a:pt x="12551" y="4673"/>
                  </a:lnTo>
                  <a:lnTo>
                    <a:pt x="12512" y="4518"/>
                  </a:lnTo>
                  <a:lnTo>
                    <a:pt x="12474" y="4287"/>
                  </a:lnTo>
                  <a:lnTo>
                    <a:pt x="12512" y="4171"/>
                  </a:lnTo>
                  <a:lnTo>
                    <a:pt x="12628" y="4055"/>
                  </a:lnTo>
                  <a:lnTo>
                    <a:pt x="12821" y="3900"/>
                  </a:lnTo>
                  <a:lnTo>
                    <a:pt x="13091" y="3746"/>
                  </a:lnTo>
                  <a:lnTo>
                    <a:pt x="13362" y="3591"/>
                  </a:lnTo>
                  <a:lnTo>
                    <a:pt x="13632" y="3514"/>
                  </a:lnTo>
                  <a:lnTo>
                    <a:pt x="13941" y="3437"/>
                  </a:lnTo>
                  <a:close/>
                  <a:moveTo>
                    <a:pt x="15061" y="3514"/>
                  </a:moveTo>
                  <a:lnTo>
                    <a:pt x="15717" y="3553"/>
                  </a:lnTo>
                  <a:lnTo>
                    <a:pt x="16065" y="3591"/>
                  </a:lnTo>
                  <a:lnTo>
                    <a:pt x="16412" y="3630"/>
                  </a:lnTo>
                  <a:lnTo>
                    <a:pt x="16721" y="3707"/>
                  </a:lnTo>
                  <a:lnTo>
                    <a:pt x="17030" y="3823"/>
                  </a:lnTo>
                  <a:lnTo>
                    <a:pt x="17262" y="4016"/>
                  </a:lnTo>
                  <a:lnTo>
                    <a:pt x="17378" y="4171"/>
                  </a:lnTo>
                  <a:lnTo>
                    <a:pt x="17493" y="4287"/>
                  </a:lnTo>
                  <a:lnTo>
                    <a:pt x="17571" y="4480"/>
                  </a:lnTo>
                  <a:lnTo>
                    <a:pt x="17571" y="4634"/>
                  </a:lnTo>
                  <a:lnTo>
                    <a:pt x="17493" y="4789"/>
                  </a:lnTo>
                  <a:lnTo>
                    <a:pt x="17378" y="4904"/>
                  </a:lnTo>
                  <a:lnTo>
                    <a:pt x="17262" y="4982"/>
                  </a:lnTo>
                  <a:lnTo>
                    <a:pt x="17069" y="5020"/>
                  </a:lnTo>
                  <a:lnTo>
                    <a:pt x="16914" y="4982"/>
                  </a:lnTo>
                  <a:lnTo>
                    <a:pt x="16721" y="4943"/>
                  </a:lnTo>
                  <a:lnTo>
                    <a:pt x="16335" y="4750"/>
                  </a:lnTo>
                  <a:lnTo>
                    <a:pt x="15987" y="4518"/>
                  </a:lnTo>
                  <a:lnTo>
                    <a:pt x="15717" y="4287"/>
                  </a:lnTo>
                  <a:lnTo>
                    <a:pt x="15485" y="4055"/>
                  </a:lnTo>
                  <a:lnTo>
                    <a:pt x="15254" y="3785"/>
                  </a:lnTo>
                  <a:lnTo>
                    <a:pt x="15061" y="3514"/>
                  </a:lnTo>
                  <a:close/>
                  <a:moveTo>
                    <a:pt x="4866" y="3128"/>
                  </a:moveTo>
                  <a:lnTo>
                    <a:pt x="5484" y="3167"/>
                  </a:lnTo>
                  <a:lnTo>
                    <a:pt x="6102" y="3283"/>
                  </a:lnTo>
                  <a:lnTo>
                    <a:pt x="6681" y="3514"/>
                  </a:lnTo>
                  <a:lnTo>
                    <a:pt x="7145" y="3707"/>
                  </a:lnTo>
                  <a:lnTo>
                    <a:pt x="7569" y="3978"/>
                  </a:lnTo>
                  <a:lnTo>
                    <a:pt x="7994" y="4248"/>
                  </a:lnTo>
                  <a:lnTo>
                    <a:pt x="8380" y="4557"/>
                  </a:lnTo>
                  <a:lnTo>
                    <a:pt x="9153" y="5213"/>
                  </a:lnTo>
                  <a:lnTo>
                    <a:pt x="9925" y="5908"/>
                  </a:lnTo>
                  <a:lnTo>
                    <a:pt x="10234" y="6179"/>
                  </a:lnTo>
                  <a:lnTo>
                    <a:pt x="10581" y="6410"/>
                  </a:lnTo>
                  <a:lnTo>
                    <a:pt x="10968" y="6642"/>
                  </a:lnTo>
                  <a:lnTo>
                    <a:pt x="11354" y="6797"/>
                  </a:lnTo>
                  <a:lnTo>
                    <a:pt x="11740" y="6874"/>
                  </a:lnTo>
                  <a:lnTo>
                    <a:pt x="12165" y="6912"/>
                  </a:lnTo>
                  <a:lnTo>
                    <a:pt x="12589" y="6874"/>
                  </a:lnTo>
                  <a:lnTo>
                    <a:pt x="13014" y="6719"/>
                  </a:lnTo>
                  <a:lnTo>
                    <a:pt x="13323" y="6565"/>
                  </a:lnTo>
                  <a:lnTo>
                    <a:pt x="13593" y="6372"/>
                  </a:lnTo>
                  <a:lnTo>
                    <a:pt x="13825" y="6179"/>
                  </a:lnTo>
                  <a:lnTo>
                    <a:pt x="14018" y="5947"/>
                  </a:lnTo>
                  <a:lnTo>
                    <a:pt x="14211" y="5677"/>
                  </a:lnTo>
                  <a:lnTo>
                    <a:pt x="14366" y="5406"/>
                  </a:lnTo>
                  <a:lnTo>
                    <a:pt x="14520" y="5097"/>
                  </a:lnTo>
                  <a:lnTo>
                    <a:pt x="14636" y="4789"/>
                  </a:lnTo>
                  <a:lnTo>
                    <a:pt x="14559" y="5638"/>
                  </a:lnTo>
                  <a:lnTo>
                    <a:pt x="14404" y="6449"/>
                  </a:lnTo>
                  <a:lnTo>
                    <a:pt x="14211" y="7221"/>
                  </a:lnTo>
                  <a:lnTo>
                    <a:pt x="13941" y="7994"/>
                  </a:lnTo>
                  <a:lnTo>
                    <a:pt x="13593" y="8727"/>
                  </a:lnTo>
                  <a:lnTo>
                    <a:pt x="13169" y="9422"/>
                  </a:lnTo>
                  <a:lnTo>
                    <a:pt x="12667" y="10117"/>
                  </a:lnTo>
                  <a:lnTo>
                    <a:pt x="12087" y="10735"/>
                  </a:lnTo>
                  <a:lnTo>
                    <a:pt x="11624" y="11160"/>
                  </a:lnTo>
                  <a:lnTo>
                    <a:pt x="11199" y="11546"/>
                  </a:lnTo>
                  <a:lnTo>
                    <a:pt x="10697" y="11855"/>
                  </a:lnTo>
                  <a:lnTo>
                    <a:pt x="10195" y="12164"/>
                  </a:lnTo>
                  <a:lnTo>
                    <a:pt x="9693" y="12396"/>
                  </a:lnTo>
                  <a:lnTo>
                    <a:pt x="9153" y="12627"/>
                  </a:lnTo>
                  <a:lnTo>
                    <a:pt x="8612" y="12782"/>
                  </a:lnTo>
                  <a:lnTo>
                    <a:pt x="8071" y="12898"/>
                  </a:lnTo>
                  <a:lnTo>
                    <a:pt x="7531" y="12975"/>
                  </a:lnTo>
                  <a:lnTo>
                    <a:pt x="6990" y="13014"/>
                  </a:lnTo>
                  <a:lnTo>
                    <a:pt x="6411" y="12975"/>
                  </a:lnTo>
                  <a:lnTo>
                    <a:pt x="5870" y="12898"/>
                  </a:lnTo>
                  <a:lnTo>
                    <a:pt x="5291" y="12782"/>
                  </a:lnTo>
                  <a:lnTo>
                    <a:pt x="4751" y="12627"/>
                  </a:lnTo>
                  <a:lnTo>
                    <a:pt x="4171" y="12396"/>
                  </a:lnTo>
                  <a:lnTo>
                    <a:pt x="3631" y="12125"/>
                  </a:lnTo>
                  <a:lnTo>
                    <a:pt x="3090" y="11816"/>
                  </a:lnTo>
                  <a:lnTo>
                    <a:pt x="2588" y="11469"/>
                  </a:lnTo>
                  <a:lnTo>
                    <a:pt x="2125" y="11044"/>
                  </a:lnTo>
                  <a:lnTo>
                    <a:pt x="1700" y="10581"/>
                  </a:lnTo>
                  <a:lnTo>
                    <a:pt x="1314" y="10117"/>
                  </a:lnTo>
                  <a:lnTo>
                    <a:pt x="966" y="9577"/>
                  </a:lnTo>
                  <a:lnTo>
                    <a:pt x="696" y="8998"/>
                  </a:lnTo>
                  <a:lnTo>
                    <a:pt x="542" y="8418"/>
                  </a:lnTo>
                  <a:lnTo>
                    <a:pt x="426" y="7801"/>
                  </a:lnTo>
                  <a:lnTo>
                    <a:pt x="426" y="7221"/>
                  </a:lnTo>
                  <a:lnTo>
                    <a:pt x="503" y="6603"/>
                  </a:lnTo>
                  <a:lnTo>
                    <a:pt x="696" y="6024"/>
                  </a:lnTo>
                  <a:lnTo>
                    <a:pt x="928" y="5484"/>
                  </a:lnTo>
                  <a:lnTo>
                    <a:pt x="1237" y="4943"/>
                  </a:lnTo>
                  <a:lnTo>
                    <a:pt x="1623" y="4480"/>
                  </a:lnTo>
                  <a:lnTo>
                    <a:pt x="2048" y="4055"/>
                  </a:lnTo>
                  <a:lnTo>
                    <a:pt x="2588" y="3707"/>
                  </a:lnTo>
                  <a:lnTo>
                    <a:pt x="3129" y="3437"/>
                  </a:lnTo>
                  <a:lnTo>
                    <a:pt x="3708" y="3244"/>
                  </a:lnTo>
                  <a:lnTo>
                    <a:pt x="4287" y="3167"/>
                  </a:lnTo>
                  <a:lnTo>
                    <a:pt x="4866" y="3128"/>
                  </a:lnTo>
                  <a:close/>
                  <a:moveTo>
                    <a:pt x="15717" y="0"/>
                  </a:moveTo>
                  <a:lnTo>
                    <a:pt x="15524" y="39"/>
                  </a:lnTo>
                  <a:lnTo>
                    <a:pt x="15331" y="155"/>
                  </a:lnTo>
                  <a:lnTo>
                    <a:pt x="15138" y="271"/>
                  </a:lnTo>
                  <a:lnTo>
                    <a:pt x="14983" y="464"/>
                  </a:lnTo>
                  <a:lnTo>
                    <a:pt x="14829" y="618"/>
                  </a:lnTo>
                  <a:lnTo>
                    <a:pt x="14713" y="850"/>
                  </a:lnTo>
                  <a:lnTo>
                    <a:pt x="14636" y="1043"/>
                  </a:lnTo>
                  <a:lnTo>
                    <a:pt x="14597" y="1275"/>
                  </a:lnTo>
                  <a:lnTo>
                    <a:pt x="14559" y="1545"/>
                  </a:lnTo>
                  <a:lnTo>
                    <a:pt x="14520" y="2047"/>
                  </a:lnTo>
                  <a:lnTo>
                    <a:pt x="14597" y="2588"/>
                  </a:lnTo>
                  <a:lnTo>
                    <a:pt x="14752" y="3090"/>
                  </a:lnTo>
                  <a:lnTo>
                    <a:pt x="14713" y="3128"/>
                  </a:lnTo>
                  <a:lnTo>
                    <a:pt x="14675" y="3167"/>
                  </a:lnTo>
                  <a:lnTo>
                    <a:pt x="14636" y="3205"/>
                  </a:lnTo>
                  <a:lnTo>
                    <a:pt x="14173" y="3128"/>
                  </a:lnTo>
                  <a:lnTo>
                    <a:pt x="13709" y="3167"/>
                  </a:lnTo>
                  <a:lnTo>
                    <a:pt x="13246" y="3283"/>
                  </a:lnTo>
                  <a:lnTo>
                    <a:pt x="12821" y="3476"/>
                  </a:lnTo>
                  <a:lnTo>
                    <a:pt x="12512" y="3669"/>
                  </a:lnTo>
                  <a:lnTo>
                    <a:pt x="12358" y="3785"/>
                  </a:lnTo>
                  <a:lnTo>
                    <a:pt x="12203" y="3939"/>
                  </a:lnTo>
                  <a:lnTo>
                    <a:pt x="12049" y="4132"/>
                  </a:lnTo>
                  <a:lnTo>
                    <a:pt x="11972" y="4287"/>
                  </a:lnTo>
                  <a:lnTo>
                    <a:pt x="11933" y="4480"/>
                  </a:lnTo>
                  <a:lnTo>
                    <a:pt x="11933" y="4673"/>
                  </a:lnTo>
                  <a:lnTo>
                    <a:pt x="12010" y="4866"/>
                  </a:lnTo>
                  <a:lnTo>
                    <a:pt x="12126" y="5020"/>
                  </a:lnTo>
                  <a:lnTo>
                    <a:pt x="12280" y="5097"/>
                  </a:lnTo>
                  <a:lnTo>
                    <a:pt x="12435" y="5136"/>
                  </a:lnTo>
                  <a:lnTo>
                    <a:pt x="12628" y="5175"/>
                  </a:lnTo>
                  <a:lnTo>
                    <a:pt x="12821" y="5136"/>
                  </a:lnTo>
                  <a:lnTo>
                    <a:pt x="13207" y="5059"/>
                  </a:lnTo>
                  <a:lnTo>
                    <a:pt x="13516" y="4904"/>
                  </a:lnTo>
                  <a:lnTo>
                    <a:pt x="13825" y="4711"/>
                  </a:lnTo>
                  <a:lnTo>
                    <a:pt x="14095" y="4480"/>
                  </a:lnTo>
                  <a:lnTo>
                    <a:pt x="14366" y="4248"/>
                  </a:lnTo>
                  <a:lnTo>
                    <a:pt x="14211" y="4711"/>
                  </a:lnTo>
                  <a:lnTo>
                    <a:pt x="14018" y="5175"/>
                  </a:lnTo>
                  <a:lnTo>
                    <a:pt x="13864" y="5406"/>
                  </a:lnTo>
                  <a:lnTo>
                    <a:pt x="13709" y="5599"/>
                  </a:lnTo>
                  <a:lnTo>
                    <a:pt x="13555" y="5793"/>
                  </a:lnTo>
                  <a:lnTo>
                    <a:pt x="13362" y="5947"/>
                  </a:lnTo>
                  <a:lnTo>
                    <a:pt x="13053" y="6179"/>
                  </a:lnTo>
                  <a:lnTo>
                    <a:pt x="12705" y="6333"/>
                  </a:lnTo>
                  <a:lnTo>
                    <a:pt x="12358" y="6410"/>
                  </a:lnTo>
                  <a:lnTo>
                    <a:pt x="12010" y="6410"/>
                  </a:lnTo>
                  <a:lnTo>
                    <a:pt x="11663" y="6372"/>
                  </a:lnTo>
                  <a:lnTo>
                    <a:pt x="11315" y="6256"/>
                  </a:lnTo>
                  <a:lnTo>
                    <a:pt x="10968" y="6101"/>
                  </a:lnTo>
                  <a:lnTo>
                    <a:pt x="10659" y="5870"/>
                  </a:lnTo>
                  <a:lnTo>
                    <a:pt x="10234" y="5561"/>
                  </a:lnTo>
                  <a:lnTo>
                    <a:pt x="9809" y="5213"/>
                  </a:lnTo>
                  <a:lnTo>
                    <a:pt x="9037" y="4480"/>
                  </a:lnTo>
                  <a:lnTo>
                    <a:pt x="8651" y="4132"/>
                  </a:lnTo>
                  <a:lnTo>
                    <a:pt x="8226" y="3823"/>
                  </a:lnTo>
                  <a:lnTo>
                    <a:pt x="7801" y="3514"/>
                  </a:lnTo>
                  <a:lnTo>
                    <a:pt x="7299" y="3244"/>
                  </a:lnTo>
                  <a:lnTo>
                    <a:pt x="6720" y="3012"/>
                  </a:lnTo>
                  <a:lnTo>
                    <a:pt x="6102" y="2819"/>
                  </a:lnTo>
                  <a:lnTo>
                    <a:pt x="5523" y="2742"/>
                  </a:lnTo>
                  <a:lnTo>
                    <a:pt x="4905" y="2703"/>
                  </a:lnTo>
                  <a:lnTo>
                    <a:pt x="4287" y="2703"/>
                  </a:lnTo>
                  <a:lnTo>
                    <a:pt x="3708" y="2819"/>
                  </a:lnTo>
                  <a:lnTo>
                    <a:pt x="3129" y="2974"/>
                  </a:lnTo>
                  <a:lnTo>
                    <a:pt x="2549" y="3205"/>
                  </a:lnTo>
                  <a:lnTo>
                    <a:pt x="2318" y="3360"/>
                  </a:lnTo>
                  <a:lnTo>
                    <a:pt x="2009" y="3553"/>
                  </a:lnTo>
                  <a:lnTo>
                    <a:pt x="1700" y="3785"/>
                  </a:lnTo>
                  <a:lnTo>
                    <a:pt x="1430" y="4016"/>
                  </a:lnTo>
                  <a:lnTo>
                    <a:pt x="1159" y="4325"/>
                  </a:lnTo>
                  <a:lnTo>
                    <a:pt x="928" y="4595"/>
                  </a:lnTo>
                  <a:lnTo>
                    <a:pt x="696" y="4943"/>
                  </a:lnTo>
                  <a:lnTo>
                    <a:pt x="503" y="5291"/>
                  </a:lnTo>
                  <a:lnTo>
                    <a:pt x="348" y="5677"/>
                  </a:lnTo>
                  <a:lnTo>
                    <a:pt x="155" y="6217"/>
                  </a:lnTo>
                  <a:lnTo>
                    <a:pt x="40" y="6758"/>
                  </a:lnTo>
                  <a:lnTo>
                    <a:pt x="1" y="7299"/>
                  </a:lnTo>
                  <a:lnTo>
                    <a:pt x="1" y="7801"/>
                  </a:lnTo>
                  <a:lnTo>
                    <a:pt x="78" y="8303"/>
                  </a:lnTo>
                  <a:lnTo>
                    <a:pt x="194" y="8804"/>
                  </a:lnTo>
                  <a:lnTo>
                    <a:pt x="387" y="9306"/>
                  </a:lnTo>
                  <a:lnTo>
                    <a:pt x="580" y="9770"/>
                  </a:lnTo>
                  <a:lnTo>
                    <a:pt x="850" y="10195"/>
                  </a:lnTo>
                  <a:lnTo>
                    <a:pt x="1159" y="10658"/>
                  </a:lnTo>
                  <a:lnTo>
                    <a:pt x="1507" y="11044"/>
                  </a:lnTo>
                  <a:lnTo>
                    <a:pt x="1893" y="11430"/>
                  </a:lnTo>
                  <a:lnTo>
                    <a:pt x="2279" y="11778"/>
                  </a:lnTo>
                  <a:lnTo>
                    <a:pt x="2704" y="12125"/>
                  </a:lnTo>
                  <a:lnTo>
                    <a:pt x="3167" y="12396"/>
                  </a:lnTo>
                  <a:lnTo>
                    <a:pt x="3631" y="12666"/>
                  </a:lnTo>
                  <a:lnTo>
                    <a:pt x="4249" y="12975"/>
                  </a:lnTo>
                  <a:lnTo>
                    <a:pt x="4866" y="13168"/>
                  </a:lnTo>
                  <a:lnTo>
                    <a:pt x="5484" y="13361"/>
                  </a:lnTo>
                  <a:lnTo>
                    <a:pt x="6141" y="13438"/>
                  </a:lnTo>
                  <a:lnTo>
                    <a:pt x="6759" y="13515"/>
                  </a:lnTo>
                  <a:lnTo>
                    <a:pt x="7376" y="13477"/>
                  </a:lnTo>
                  <a:lnTo>
                    <a:pt x="7994" y="13438"/>
                  </a:lnTo>
                  <a:lnTo>
                    <a:pt x="8612" y="13284"/>
                  </a:lnTo>
                  <a:lnTo>
                    <a:pt x="8728" y="13438"/>
                  </a:lnTo>
                  <a:lnTo>
                    <a:pt x="8998" y="13207"/>
                  </a:lnTo>
                  <a:lnTo>
                    <a:pt x="9770" y="12898"/>
                  </a:lnTo>
                  <a:lnTo>
                    <a:pt x="10504" y="12550"/>
                  </a:lnTo>
                  <a:lnTo>
                    <a:pt x="11238" y="12087"/>
                  </a:lnTo>
                  <a:lnTo>
                    <a:pt x="11933" y="11546"/>
                  </a:lnTo>
                  <a:lnTo>
                    <a:pt x="12474" y="11044"/>
                  </a:lnTo>
                  <a:lnTo>
                    <a:pt x="13014" y="10426"/>
                  </a:lnTo>
                  <a:lnTo>
                    <a:pt x="13246" y="10195"/>
                  </a:lnTo>
                  <a:lnTo>
                    <a:pt x="13207" y="10156"/>
                  </a:lnTo>
                  <a:lnTo>
                    <a:pt x="13709" y="9461"/>
                  </a:lnTo>
                  <a:lnTo>
                    <a:pt x="14134" y="8727"/>
                  </a:lnTo>
                  <a:lnTo>
                    <a:pt x="14481" y="7955"/>
                  </a:lnTo>
                  <a:lnTo>
                    <a:pt x="14752" y="7183"/>
                  </a:lnTo>
                  <a:lnTo>
                    <a:pt x="14945" y="6333"/>
                  </a:lnTo>
                  <a:lnTo>
                    <a:pt x="15022" y="5947"/>
                  </a:lnTo>
                  <a:lnTo>
                    <a:pt x="15061" y="5522"/>
                  </a:lnTo>
                  <a:lnTo>
                    <a:pt x="15061" y="5097"/>
                  </a:lnTo>
                  <a:lnTo>
                    <a:pt x="15061" y="4673"/>
                  </a:lnTo>
                  <a:lnTo>
                    <a:pt x="15022" y="4248"/>
                  </a:lnTo>
                  <a:lnTo>
                    <a:pt x="14945" y="3862"/>
                  </a:lnTo>
                  <a:lnTo>
                    <a:pt x="15215" y="4248"/>
                  </a:lnTo>
                  <a:lnTo>
                    <a:pt x="15563" y="4595"/>
                  </a:lnTo>
                  <a:lnTo>
                    <a:pt x="15949" y="4943"/>
                  </a:lnTo>
                  <a:lnTo>
                    <a:pt x="16374" y="5213"/>
                  </a:lnTo>
                  <a:lnTo>
                    <a:pt x="16567" y="5291"/>
                  </a:lnTo>
                  <a:lnTo>
                    <a:pt x="16798" y="5368"/>
                  </a:lnTo>
                  <a:lnTo>
                    <a:pt x="17030" y="5445"/>
                  </a:lnTo>
                  <a:lnTo>
                    <a:pt x="17262" y="5445"/>
                  </a:lnTo>
                  <a:lnTo>
                    <a:pt x="17493" y="5406"/>
                  </a:lnTo>
                  <a:lnTo>
                    <a:pt x="17687" y="5329"/>
                  </a:lnTo>
                  <a:lnTo>
                    <a:pt x="17841" y="5175"/>
                  </a:lnTo>
                  <a:lnTo>
                    <a:pt x="17957" y="4982"/>
                  </a:lnTo>
                  <a:lnTo>
                    <a:pt x="17995" y="4750"/>
                  </a:lnTo>
                  <a:lnTo>
                    <a:pt x="17995" y="4557"/>
                  </a:lnTo>
                  <a:lnTo>
                    <a:pt x="17957" y="4325"/>
                  </a:lnTo>
                  <a:lnTo>
                    <a:pt x="17841" y="4132"/>
                  </a:lnTo>
                  <a:lnTo>
                    <a:pt x="17725" y="3978"/>
                  </a:lnTo>
                  <a:lnTo>
                    <a:pt x="17571" y="3785"/>
                  </a:lnTo>
                  <a:lnTo>
                    <a:pt x="17416" y="3669"/>
                  </a:lnTo>
                  <a:lnTo>
                    <a:pt x="17262" y="3553"/>
                  </a:lnTo>
                  <a:lnTo>
                    <a:pt x="17030" y="3437"/>
                  </a:lnTo>
                  <a:lnTo>
                    <a:pt x="16798" y="3321"/>
                  </a:lnTo>
                  <a:lnTo>
                    <a:pt x="16296" y="3205"/>
                  </a:lnTo>
                  <a:lnTo>
                    <a:pt x="15794" y="3128"/>
                  </a:lnTo>
                  <a:lnTo>
                    <a:pt x="15254" y="3128"/>
                  </a:lnTo>
                  <a:lnTo>
                    <a:pt x="15679" y="2858"/>
                  </a:lnTo>
                  <a:lnTo>
                    <a:pt x="16026" y="2510"/>
                  </a:lnTo>
                  <a:lnTo>
                    <a:pt x="16296" y="2124"/>
                  </a:lnTo>
                  <a:lnTo>
                    <a:pt x="16528" y="1661"/>
                  </a:lnTo>
                  <a:lnTo>
                    <a:pt x="16567" y="1429"/>
                  </a:lnTo>
                  <a:lnTo>
                    <a:pt x="16605" y="1197"/>
                  </a:lnTo>
                  <a:lnTo>
                    <a:pt x="16644" y="927"/>
                  </a:lnTo>
                  <a:lnTo>
                    <a:pt x="16605" y="657"/>
                  </a:lnTo>
                  <a:lnTo>
                    <a:pt x="16528" y="425"/>
                  </a:lnTo>
                  <a:lnTo>
                    <a:pt x="16412" y="232"/>
                  </a:lnTo>
                  <a:lnTo>
                    <a:pt x="16219" y="78"/>
                  </a:lnTo>
                  <a:lnTo>
                    <a:pt x="16103" y="39"/>
                  </a:lnTo>
                  <a:lnTo>
                    <a:pt x="1594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8"/>
            <p:cNvSpPr/>
            <p:nvPr/>
          </p:nvSpPr>
          <p:spPr>
            <a:xfrm>
              <a:off x="4737700" y="181247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1" y="463"/>
                  </a:moveTo>
                  <a:lnTo>
                    <a:pt x="11624" y="502"/>
                  </a:lnTo>
                  <a:lnTo>
                    <a:pt x="12049" y="541"/>
                  </a:lnTo>
                  <a:lnTo>
                    <a:pt x="12435" y="656"/>
                  </a:lnTo>
                  <a:lnTo>
                    <a:pt x="12628" y="734"/>
                  </a:lnTo>
                  <a:lnTo>
                    <a:pt x="12744" y="811"/>
                  </a:lnTo>
                  <a:lnTo>
                    <a:pt x="12860" y="965"/>
                  </a:lnTo>
                  <a:lnTo>
                    <a:pt x="12937" y="1081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7" y="1699"/>
                  </a:lnTo>
                  <a:lnTo>
                    <a:pt x="12821" y="1892"/>
                  </a:lnTo>
                  <a:lnTo>
                    <a:pt x="12705" y="2085"/>
                  </a:lnTo>
                  <a:lnTo>
                    <a:pt x="12589" y="2240"/>
                  </a:lnTo>
                  <a:lnTo>
                    <a:pt x="12242" y="2471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9" y="3205"/>
                  </a:lnTo>
                  <a:lnTo>
                    <a:pt x="9925" y="3437"/>
                  </a:lnTo>
                  <a:lnTo>
                    <a:pt x="9153" y="3707"/>
                  </a:lnTo>
                  <a:lnTo>
                    <a:pt x="8380" y="3900"/>
                  </a:lnTo>
                  <a:lnTo>
                    <a:pt x="7608" y="4093"/>
                  </a:lnTo>
                  <a:lnTo>
                    <a:pt x="6797" y="4286"/>
                  </a:lnTo>
                  <a:lnTo>
                    <a:pt x="5909" y="4441"/>
                  </a:lnTo>
                  <a:lnTo>
                    <a:pt x="5021" y="4595"/>
                  </a:lnTo>
                  <a:lnTo>
                    <a:pt x="4133" y="4711"/>
                  </a:lnTo>
                  <a:lnTo>
                    <a:pt x="3245" y="4788"/>
                  </a:lnTo>
                  <a:lnTo>
                    <a:pt x="2202" y="4788"/>
                  </a:lnTo>
                  <a:lnTo>
                    <a:pt x="1854" y="4750"/>
                  </a:lnTo>
                  <a:lnTo>
                    <a:pt x="1507" y="4672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0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5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3"/>
                  </a:lnTo>
                  <a:lnTo>
                    <a:pt x="3013" y="2356"/>
                  </a:lnTo>
                  <a:lnTo>
                    <a:pt x="3708" y="2008"/>
                  </a:lnTo>
                  <a:lnTo>
                    <a:pt x="4480" y="1699"/>
                  </a:lnTo>
                  <a:lnTo>
                    <a:pt x="5253" y="1429"/>
                  </a:lnTo>
                  <a:lnTo>
                    <a:pt x="6025" y="1197"/>
                  </a:lnTo>
                  <a:lnTo>
                    <a:pt x="6836" y="1004"/>
                  </a:lnTo>
                  <a:lnTo>
                    <a:pt x="7608" y="811"/>
                  </a:lnTo>
                  <a:lnTo>
                    <a:pt x="8419" y="695"/>
                  </a:lnTo>
                  <a:lnTo>
                    <a:pt x="9230" y="579"/>
                  </a:lnTo>
                  <a:lnTo>
                    <a:pt x="10041" y="541"/>
                  </a:lnTo>
                  <a:lnTo>
                    <a:pt x="10736" y="502"/>
                  </a:lnTo>
                  <a:lnTo>
                    <a:pt x="11161" y="463"/>
                  </a:lnTo>
                  <a:close/>
                  <a:moveTo>
                    <a:pt x="13477" y="1120"/>
                  </a:moveTo>
                  <a:lnTo>
                    <a:pt x="13632" y="1313"/>
                  </a:lnTo>
                  <a:lnTo>
                    <a:pt x="13709" y="1506"/>
                  </a:lnTo>
                  <a:lnTo>
                    <a:pt x="13748" y="1738"/>
                  </a:lnTo>
                  <a:lnTo>
                    <a:pt x="13709" y="2008"/>
                  </a:lnTo>
                  <a:lnTo>
                    <a:pt x="13632" y="2240"/>
                  </a:lnTo>
                  <a:lnTo>
                    <a:pt x="13516" y="2471"/>
                  </a:lnTo>
                  <a:lnTo>
                    <a:pt x="13400" y="2703"/>
                  </a:lnTo>
                  <a:lnTo>
                    <a:pt x="13207" y="2896"/>
                  </a:lnTo>
                  <a:lnTo>
                    <a:pt x="12860" y="3205"/>
                  </a:lnTo>
                  <a:lnTo>
                    <a:pt x="12473" y="3437"/>
                  </a:lnTo>
                  <a:lnTo>
                    <a:pt x="12049" y="3668"/>
                  </a:lnTo>
                  <a:lnTo>
                    <a:pt x="11624" y="3900"/>
                  </a:lnTo>
                  <a:lnTo>
                    <a:pt x="10659" y="4286"/>
                  </a:lnTo>
                  <a:lnTo>
                    <a:pt x="9732" y="4634"/>
                  </a:lnTo>
                  <a:lnTo>
                    <a:pt x="8766" y="4904"/>
                  </a:lnTo>
                  <a:lnTo>
                    <a:pt x="7762" y="5174"/>
                  </a:lnTo>
                  <a:lnTo>
                    <a:pt x="6758" y="5406"/>
                  </a:lnTo>
                  <a:lnTo>
                    <a:pt x="5755" y="5599"/>
                  </a:lnTo>
                  <a:lnTo>
                    <a:pt x="4712" y="5792"/>
                  </a:lnTo>
                  <a:lnTo>
                    <a:pt x="3708" y="5908"/>
                  </a:lnTo>
                  <a:lnTo>
                    <a:pt x="2781" y="5985"/>
                  </a:lnTo>
                  <a:lnTo>
                    <a:pt x="2279" y="5985"/>
                  </a:lnTo>
                  <a:lnTo>
                    <a:pt x="1816" y="5947"/>
                  </a:lnTo>
                  <a:lnTo>
                    <a:pt x="1545" y="5869"/>
                  </a:lnTo>
                  <a:lnTo>
                    <a:pt x="1237" y="5792"/>
                  </a:lnTo>
                  <a:lnTo>
                    <a:pt x="928" y="5638"/>
                  </a:lnTo>
                  <a:lnTo>
                    <a:pt x="696" y="5483"/>
                  </a:lnTo>
                  <a:lnTo>
                    <a:pt x="503" y="5252"/>
                  </a:lnTo>
                  <a:lnTo>
                    <a:pt x="348" y="5020"/>
                  </a:lnTo>
                  <a:lnTo>
                    <a:pt x="310" y="4865"/>
                  </a:lnTo>
                  <a:lnTo>
                    <a:pt x="310" y="4750"/>
                  </a:lnTo>
                  <a:lnTo>
                    <a:pt x="310" y="4595"/>
                  </a:lnTo>
                  <a:lnTo>
                    <a:pt x="348" y="4441"/>
                  </a:lnTo>
                  <a:lnTo>
                    <a:pt x="542" y="4672"/>
                  </a:lnTo>
                  <a:lnTo>
                    <a:pt x="812" y="4865"/>
                  </a:lnTo>
                  <a:lnTo>
                    <a:pt x="1043" y="4981"/>
                  </a:lnTo>
                  <a:lnTo>
                    <a:pt x="1352" y="5097"/>
                  </a:lnTo>
                  <a:lnTo>
                    <a:pt x="1623" y="5213"/>
                  </a:lnTo>
                  <a:lnTo>
                    <a:pt x="1932" y="5252"/>
                  </a:lnTo>
                  <a:lnTo>
                    <a:pt x="2588" y="5329"/>
                  </a:lnTo>
                  <a:lnTo>
                    <a:pt x="3245" y="5290"/>
                  </a:lnTo>
                  <a:lnTo>
                    <a:pt x="3940" y="5252"/>
                  </a:lnTo>
                  <a:lnTo>
                    <a:pt x="5137" y="5059"/>
                  </a:lnTo>
                  <a:lnTo>
                    <a:pt x="6913" y="4788"/>
                  </a:lnTo>
                  <a:lnTo>
                    <a:pt x="7840" y="4595"/>
                  </a:lnTo>
                  <a:lnTo>
                    <a:pt x="8728" y="4402"/>
                  </a:lnTo>
                  <a:lnTo>
                    <a:pt x="9616" y="4132"/>
                  </a:lnTo>
                  <a:lnTo>
                    <a:pt x="10504" y="3861"/>
                  </a:lnTo>
                  <a:lnTo>
                    <a:pt x="11354" y="3514"/>
                  </a:lnTo>
                  <a:lnTo>
                    <a:pt x="12165" y="3128"/>
                  </a:lnTo>
                  <a:lnTo>
                    <a:pt x="12435" y="2973"/>
                  </a:lnTo>
                  <a:lnTo>
                    <a:pt x="12705" y="2819"/>
                  </a:lnTo>
                  <a:lnTo>
                    <a:pt x="12937" y="2587"/>
                  </a:lnTo>
                  <a:lnTo>
                    <a:pt x="13130" y="2394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3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9" y="0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4"/>
                  </a:lnTo>
                  <a:lnTo>
                    <a:pt x="4133" y="1352"/>
                  </a:lnTo>
                  <a:lnTo>
                    <a:pt x="3245" y="1699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89"/>
                  </a:lnTo>
                  <a:lnTo>
                    <a:pt x="464" y="3398"/>
                  </a:lnTo>
                  <a:lnTo>
                    <a:pt x="348" y="3553"/>
                  </a:lnTo>
                  <a:lnTo>
                    <a:pt x="271" y="3707"/>
                  </a:lnTo>
                  <a:lnTo>
                    <a:pt x="233" y="3861"/>
                  </a:lnTo>
                  <a:lnTo>
                    <a:pt x="233" y="4055"/>
                  </a:lnTo>
                  <a:lnTo>
                    <a:pt x="194" y="4132"/>
                  </a:lnTo>
                  <a:lnTo>
                    <a:pt x="194" y="4170"/>
                  </a:lnTo>
                  <a:lnTo>
                    <a:pt x="117" y="4325"/>
                  </a:lnTo>
                  <a:lnTo>
                    <a:pt x="40" y="4479"/>
                  </a:lnTo>
                  <a:lnTo>
                    <a:pt x="1" y="4634"/>
                  </a:lnTo>
                  <a:lnTo>
                    <a:pt x="1" y="4788"/>
                  </a:lnTo>
                  <a:lnTo>
                    <a:pt x="40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8" y="6063"/>
                  </a:lnTo>
                  <a:lnTo>
                    <a:pt x="966" y="6256"/>
                  </a:lnTo>
                  <a:lnTo>
                    <a:pt x="1275" y="6178"/>
                  </a:lnTo>
                  <a:lnTo>
                    <a:pt x="1314" y="6217"/>
                  </a:lnTo>
                  <a:lnTo>
                    <a:pt x="1314" y="6256"/>
                  </a:lnTo>
                  <a:lnTo>
                    <a:pt x="1352" y="6294"/>
                  </a:lnTo>
                  <a:lnTo>
                    <a:pt x="1468" y="6256"/>
                  </a:lnTo>
                  <a:lnTo>
                    <a:pt x="1816" y="6294"/>
                  </a:lnTo>
                  <a:lnTo>
                    <a:pt x="2395" y="6333"/>
                  </a:lnTo>
                  <a:lnTo>
                    <a:pt x="3013" y="6371"/>
                  </a:lnTo>
                  <a:lnTo>
                    <a:pt x="3592" y="6333"/>
                  </a:lnTo>
                  <a:lnTo>
                    <a:pt x="4171" y="6294"/>
                  </a:lnTo>
                  <a:lnTo>
                    <a:pt x="5368" y="6101"/>
                  </a:lnTo>
                  <a:lnTo>
                    <a:pt x="6565" y="5869"/>
                  </a:lnTo>
                  <a:lnTo>
                    <a:pt x="6758" y="5831"/>
                  </a:lnTo>
                  <a:lnTo>
                    <a:pt x="7994" y="5522"/>
                  </a:lnTo>
                  <a:lnTo>
                    <a:pt x="9037" y="5252"/>
                  </a:lnTo>
                  <a:lnTo>
                    <a:pt x="10079" y="4981"/>
                  </a:lnTo>
                  <a:lnTo>
                    <a:pt x="11161" y="4595"/>
                  </a:lnTo>
                  <a:lnTo>
                    <a:pt x="11663" y="4363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6"/>
                  </a:lnTo>
                  <a:lnTo>
                    <a:pt x="12782" y="4711"/>
                  </a:lnTo>
                  <a:lnTo>
                    <a:pt x="13014" y="4518"/>
                  </a:lnTo>
                  <a:lnTo>
                    <a:pt x="12435" y="3939"/>
                  </a:lnTo>
                  <a:lnTo>
                    <a:pt x="12898" y="3668"/>
                  </a:lnTo>
                  <a:lnTo>
                    <a:pt x="13362" y="3321"/>
                  </a:lnTo>
                  <a:lnTo>
                    <a:pt x="13632" y="3051"/>
                  </a:lnTo>
                  <a:lnTo>
                    <a:pt x="13825" y="2703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8"/>
                  </a:lnTo>
                  <a:lnTo>
                    <a:pt x="14134" y="1738"/>
                  </a:lnTo>
                  <a:lnTo>
                    <a:pt x="14095" y="1467"/>
                  </a:lnTo>
                  <a:lnTo>
                    <a:pt x="14018" y="1236"/>
                  </a:lnTo>
                  <a:lnTo>
                    <a:pt x="13902" y="1004"/>
                  </a:lnTo>
                  <a:lnTo>
                    <a:pt x="13748" y="811"/>
                  </a:lnTo>
                  <a:lnTo>
                    <a:pt x="13477" y="618"/>
                  </a:lnTo>
                  <a:lnTo>
                    <a:pt x="13169" y="502"/>
                  </a:lnTo>
                  <a:lnTo>
                    <a:pt x="13091" y="502"/>
                  </a:lnTo>
                  <a:lnTo>
                    <a:pt x="12898" y="386"/>
                  </a:lnTo>
                  <a:lnTo>
                    <a:pt x="12667" y="270"/>
                  </a:lnTo>
                  <a:lnTo>
                    <a:pt x="12435" y="154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8"/>
            <p:cNvSpPr/>
            <p:nvPr/>
          </p:nvSpPr>
          <p:spPr>
            <a:xfrm>
              <a:off x="2291450" y="1821150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7" y="1"/>
                  </a:moveTo>
                  <a:lnTo>
                    <a:pt x="1893" y="78"/>
                  </a:lnTo>
                  <a:lnTo>
                    <a:pt x="1738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5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39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3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1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1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8" y="1005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2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1" y="2704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1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6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6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2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3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2" y="5793"/>
                  </a:lnTo>
                  <a:lnTo>
                    <a:pt x="4828" y="5638"/>
                  </a:lnTo>
                  <a:lnTo>
                    <a:pt x="4248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6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3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8"/>
            <p:cNvSpPr/>
            <p:nvPr/>
          </p:nvSpPr>
          <p:spPr>
            <a:xfrm>
              <a:off x="6650100" y="1835625"/>
              <a:ext cx="350475" cy="288675"/>
            </a:xfrm>
            <a:custGeom>
              <a:avLst/>
              <a:gdLst/>
              <a:ahLst/>
              <a:cxnLst/>
              <a:rect l="l" t="t" r="r" b="b"/>
              <a:pathLst>
                <a:path w="14019" h="11547" extrusionOk="0">
                  <a:moveTo>
                    <a:pt x="11778" y="1"/>
                  </a:moveTo>
                  <a:lnTo>
                    <a:pt x="11470" y="78"/>
                  </a:lnTo>
                  <a:lnTo>
                    <a:pt x="11856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9" y="1893"/>
                  </a:lnTo>
                  <a:lnTo>
                    <a:pt x="10427" y="2086"/>
                  </a:lnTo>
                  <a:lnTo>
                    <a:pt x="11470" y="3437"/>
                  </a:lnTo>
                  <a:lnTo>
                    <a:pt x="12551" y="4750"/>
                  </a:lnTo>
                  <a:lnTo>
                    <a:pt x="12860" y="5754"/>
                  </a:lnTo>
                  <a:lnTo>
                    <a:pt x="13169" y="5754"/>
                  </a:lnTo>
                  <a:lnTo>
                    <a:pt x="13207" y="5639"/>
                  </a:lnTo>
                  <a:lnTo>
                    <a:pt x="13169" y="5523"/>
                  </a:lnTo>
                  <a:lnTo>
                    <a:pt x="13439" y="5716"/>
                  </a:lnTo>
                  <a:lnTo>
                    <a:pt x="13593" y="5947"/>
                  </a:lnTo>
                  <a:lnTo>
                    <a:pt x="13671" y="6179"/>
                  </a:lnTo>
                  <a:lnTo>
                    <a:pt x="13709" y="6411"/>
                  </a:lnTo>
                  <a:lnTo>
                    <a:pt x="13632" y="6681"/>
                  </a:lnTo>
                  <a:lnTo>
                    <a:pt x="13516" y="6913"/>
                  </a:lnTo>
                  <a:lnTo>
                    <a:pt x="13362" y="7183"/>
                  </a:lnTo>
                  <a:lnTo>
                    <a:pt x="13169" y="7453"/>
                  </a:lnTo>
                  <a:lnTo>
                    <a:pt x="12744" y="7955"/>
                  </a:lnTo>
                  <a:lnTo>
                    <a:pt x="12203" y="8419"/>
                  </a:lnTo>
                  <a:lnTo>
                    <a:pt x="11740" y="8766"/>
                  </a:lnTo>
                  <a:lnTo>
                    <a:pt x="11354" y="9075"/>
                  </a:lnTo>
                  <a:lnTo>
                    <a:pt x="10543" y="9577"/>
                  </a:lnTo>
                  <a:lnTo>
                    <a:pt x="9655" y="10002"/>
                  </a:lnTo>
                  <a:lnTo>
                    <a:pt x="8767" y="10388"/>
                  </a:lnTo>
                  <a:lnTo>
                    <a:pt x="7878" y="10658"/>
                  </a:lnTo>
                  <a:lnTo>
                    <a:pt x="6952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1" y="11160"/>
                  </a:lnTo>
                  <a:lnTo>
                    <a:pt x="3013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2" y="10543"/>
                  </a:lnTo>
                  <a:lnTo>
                    <a:pt x="619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40" y="9654"/>
                  </a:lnTo>
                  <a:lnTo>
                    <a:pt x="1" y="9886"/>
                  </a:lnTo>
                  <a:lnTo>
                    <a:pt x="40" y="10118"/>
                  </a:lnTo>
                  <a:lnTo>
                    <a:pt x="78" y="10311"/>
                  </a:lnTo>
                  <a:lnTo>
                    <a:pt x="194" y="10465"/>
                  </a:lnTo>
                  <a:lnTo>
                    <a:pt x="348" y="10620"/>
                  </a:lnTo>
                  <a:lnTo>
                    <a:pt x="542" y="10774"/>
                  </a:lnTo>
                  <a:lnTo>
                    <a:pt x="773" y="10890"/>
                  </a:lnTo>
                  <a:lnTo>
                    <a:pt x="1237" y="11083"/>
                  </a:lnTo>
                  <a:lnTo>
                    <a:pt x="1739" y="11238"/>
                  </a:lnTo>
                  <a:lnTo>
                    <a:pt x="2202" y="11354"/>
                  </a:lnTo>
                  <a:lnTo>
                    <a:pt x="2627" y="11431"/>
                  </a:lnTo>
                  <a:lnTo>
                    <a:pt x="3322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9" y="11315"/>
                  </a:lnTo>
                  <a:lnTo>
                    <a:pt x="7415" y="11160"/>
                  </a:lnTo>
                  <a:lnTo>
                    <a:pt x="8071" y="11006"/>
                  </a:lnTo>
                  <a:lnTo>
                    <a:pt x="8728" y="10774"/>
                  </a:lnTo>
                  <a:lnTo>
                    <a:pt x="9346" y="10543"/>
                  </a:lnTo>
                  <a:lnTo>
                    <a:pt x="9964" y="10272"/>
                  </a:lnTo>
                  <a:lnTo>
                    <a:pt x="10543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9" y="8071"/>
                  </a:lnTo>
                  <a:lnTo>
                    <a:pt x="13555" y="7646"/>
                  </a:lnTo>
                  <a:lnTo>
                    <a:pt x="13748" y="7376"/>
                  </a:lnTo>
                  <a:lnTo>
                    <a:pt x="13864" y="7145"/>
                  </a:lnTo>
                  <a:lnTo>
                    <a:pt x="13980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1" y="5909"/>
                  </a:lnTo>
                  <a:lnTo>
                    <a:pt x="13864" y="5716"/>
                  </a:lnTo>
                  <a:lnTo>
                    <a:pt x="13748" y="5523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5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8"/>
            <p:cNvSpPr/>
            <p:nvPr/>
          </p:nvSpPr>
          <p:spPr>
            <a:xfrm>
              <a:off x="609775" y="18510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9" y="541"/>
                  </a:lnTo>
                  <a:lnTo>
                    <a:pt x="12435" y="657"/>
                  </a:lnTo>
                  <a:lnTo>
                    <a:pt x="12628" y="734"/>
                  </a:lnTo>
                  <a:lnTo>
                    <a:pt x="12744" y="812"/>
                  </a:lnTo>
                  <a:lnTo>
                    <a:pt x="12859" y="966"/>
                  </a:lnTo>
                  <a:lnTo>
                    <a:pt x="12937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7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0"/>
                  </a:lnTo>
                  <a:lnTo>
                    <a:pt x="12242" y="2472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8" y="3206"/>
                  </a:lnTo>
                  <a:lnTo>
                    <a:pt x="9925" y="3437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1"/>
                  </a:lnTo>
                  <a:lnTo>
                    <a:pt x="5021" y="4596"/>
                  </a:lnTo>
                  <a:lnTo>
                    <a:pt x="4133" y="4712"/>
                  </a:lnTo>
                  <a:lnTo>
                    <a:pt x="3244" y="4789"/>
                  </a:lnTo>
                  <a:lnTo>
                    <a:pt x="2202" y="4789"/>
                  </a:lnTo>
                  <a:lnTo>
                    <a:pt x="1854" y="4750"/>
                  </a:lnTo>
                  <a:lnTo>
                    <a:pt x="1507" y="4673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1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4"/>
                  </a:lnTo>
                  <a:lnTo>
                    <a:pt x="3013" y="2356"/>
                  </a:lnTo>
                  <a:lnTo>
                    <a:pt x="3708" y="2009"/>
                  </a:lnTo>
                  <a:lnTo>
                    <a:pt x="4480" y="1700"/>
                  </a:lnTo>
                  <a:lnTo>
                    <a:pt x="5252" y="1429"/>
                  </a:lnTo>
                  <a:lnTo>
                    <a:pt x="6025" y="1198"/>
                  </a:lnTo>
                  <a:lnTo>
                    <a:pt x="6836" y="1005"/>
                  </a:lnTo>
                  <a:lnTo>
                    <a:pt x="7608" y="812"/>
                  </a:lnTo>
                  <a:lnTo>
                    <a:pt x="8419" y="696"/>
                  </a:lnTo>
                  <a:lnTo>
                    <a:pt x="9230" y="580"/>
                  </a:lnTo>
                  <a:lnTo>
                    <a:pt x="10041" y="541"/>
                  </a:lnTo>
                  <a:lnTo>
                    <a:pt x="10736" y="503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2" y="1314"/>
                  </a:lnTo>
                  <a:lnTo>
                    <a:pt x="13709" y="1507"/>
                  </a:lnTo>
                  <a:lnTo>
                    <a:pt x="13748" y="1738"/>
                  </a:lnTo>
                  <a:lnTo>
                    <a:pt x="13709" y="2009"/>
                  </a:lnTo>
                  <a:lnTo>
                    <a:pt x="13632" y="2240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7"/>
                  </a:lnTo>
                  <a:lnTo>
                    <a:pt x="12049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2" y="4634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2" y="5793"/>
                  </a:lnTo>
                  <a:lnTo>
                    <a:pt x="3708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6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6" y="5484"/>
                  </a:lnTo>
                  <a:lnTo>
                    <a:pt x="503" y="5252"/>
                  </a:lnTo>
                  <a:lnTo>
                    <a:pt x="348" y="5021"/>
                  </a:lnTo>
                  <a:lnTo>
                    <a:pt x="310" y="4866"/>
                  </a:lnTo>
                  <a:lnTo>
                    <a:pt x="310" y="4750"/>
                  </a:lnTo>
                  <a:lnTo>
                    <a:pt x="310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2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3" y="5214"/>
                  </a:lnTo>
                  <a:lnTo>
                    <a:pt x="1931" y="5252"/>
                  </a:lnTo>
                  <a:lnTo>
                    <a:pt x="2588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7" y="5059"/>
                  </a:lnTo>
                  <a:lnTo>
                    <a:pt x="6913" y="4789"/>
                  </a:lnTo>
                  <a:lnTo>
                    <a:pt x="7840" y="4596"/>
                  </a:lnTo>
                  <a:lnTo>
                    <a:pt x="8728" y="4403"/>
                  </a:lnTo>
                  <a:lnTo>
                    <a:pt x="9616" y="4132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8"/>
                  </a:lnTo>
                  <a:lnTo>
                    <a:pt x="12435" y="2974"/>
                  </a:lnTo>
                  <a:lnTo>
                    <a:pt x="12705" y="2819"/>
                  </a:lnTo>
                  <a:lnTo>
                    <a:pt x="12937" y="2588"/>
                  </a:lnTo>
                  <a:lnTo>
                    <a:pt x="13130" y="2395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4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8" y="1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5"/>
                  </a:lnTo>
                  <a:lnTo>
                    <a:pt x="4133" y="1352"/>
                  </a:lnTo>
                  <a:lnTo>
                    <a:pt x="3244" y="1700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3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4" y="4132"/>
                  </a:lnTo>
                  <a:lnTo>
                    <a:pt x="194" y="4171"/>
                  </a:lnTo>
                  <a:lnTo>
                    <a:pt x="117" y="4325"/>
                  </a:lnTo>
                  <a:lnTo>
                    <a:pt x="39" y="4480"/>
                  </a:lnTo>
                  <a:lnTo>
                    <a:pt x="1" y="4634"/>
                  </a:lnTo>
                  <a:lnTo>
                    <a:pt x="1" y="4789"/>
                  </a:lnTo>
                  <a:lnTo>
                    <a:pt x="39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7" y="6063"/>
                  </a:lnTo>
                  <a:lnTo>
                    <a:pt x="966" y="6256"/>
                  </a:lnTo>
                  <a:lnTo>
                    <a:pt x="1275" y="6179"/>
                  </a:lnTo>
                  <a:lnTo>
                    <a:pt x="1314" y="6218"/>
                  </a:lnTo>
                  <a:lnTo>
                    <a:pt x="1314" y="6256"/>
                  </a:lnTo>
                  <a:lnTo>
                    <a:pt x="1352" y="6295"/>
                  </a:lnTo>
                  <a:lnTo>
                    <a:pt x="1468" y="6256"/>
                  </a:lnTo>
                  <a:lnTo>
                    <a:pt x="1816" y="6295"/>
                  </a:lnTo>
                  <a:lnTo>
                    <a:pt x="2395" y="6333"/>
                  </a:lnTo>
                  <a:lnTo>
                    <a:pt x="3013" y="6372"/>
                  </a:lnTo>
                  <a:lnTo>
                    <a:pt x="3592" y="6333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4" y="5523"/>
                  </a:lnTo>
                  <a:lnTo>
                    <a:pt x="9037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5" y="3939"/>
                  </a:lnTo>
                  <a:lnTo>
                    <a:pt x="12898" y="3669"/>
                  </a:lnTo>
                  <a:lnTo>
                    <a:pt x="13361" y="3321"/>
                  </a:lnTo>
                  <a:lnTo>
                    <a:pt x="13632" y="3051"/>
                  </a:lnTo>
                  <a:lnTo>
                    <a:pt x="13825" y="2704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9"/>
                  </a:lnTo>
                  <a:lnTo>
                    <a:pt x="14134" y="1738"/>
                  </a:lnTo>
                  <a:lnTo>
                    <a:pt x="14095" y="1468"/>
                  </a:lnTo>
                  <a:lnTo>
                    <a:pt x="14018" y="1236"/>
                  </a:lnTo>
                  <a:lnTo>
                    <a:pt x="13902" y="1005"/>
                  </a:lnTo>
                  <a:lnTo>
                    <a:pt x="13748" y="812"/>
                  </a:lnTo>
                  <a:lnTo>
                    <a:pt x="13477" y="618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5" y="155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8"/>
            <p:cNvSpPr/>
            <p:nvPr/>
          </p:nvSpPr>
          <p:spPr>
            <a:xfrm>
              <a:off x="6883725" y="1876175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6" y="1"/>
                  </a:moveTo>
                  <a:lnTo>
                    <a:pt x="348" y="889"/>
                  </a:lnTo>
                  <a:lnTo>
                    <a:pt x="232" y="1815"/>
                  </a:lnTo>
                  <a:lnTo>
                    <a:pt x="155" y="3630"/>
                  </a:lnTo>
                  <a:lnTo>
                    <a:pt x="1" y="7260"/>
                  </a:lnTo>
                  <a:lnTo>
                    <a:pt x="194" y="7260"/>
                  </a:lnTo>
                  <a:lnTo>
                    <a:pt x="426" y="5484"/>
                  </a:lnTo>
                  <a:lnTo>
                    <a:pt x="580" y="3669"/>
                  </a:lnTo>
                  <a:lnTo>
                    <a:pt x="696" y="1854"/>
                  </a:lnTo>
                  <a:lnTo>
                    <a:pt x="696" y="927"/>
                  </a:lnTo>
                  <a:lnTo>
                    <a:pt x="696" y="39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8"/>
            <p:cNvSpPr/>
            <p:nvPr/>
          </p:nvSpPr>
          <p:spPr>
            <a:xfrm>
              <a:off x="4796600" y="1878100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1"/>
                  </a:moveTo>
                  <a:lnTo>
                    <a:pt x="11469" y="78"/>
                  </a:lnTo>
                  <a:lnTo>
                    <a:pt x="11855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8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9"/>
                  </a:lnTo>
                  <a:lnTo>
                    <a:pt x="13168" y="5523"/>
                  </a:lnTo>
                  <a:lnTo>
                    <a:pt x="13438" y="5716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1"/>
                  </a:lnTo>
                  <a:lnTo>
                    <a:pt x="13631" y="6681"/>
                  </a:lnTo>
                  <a:lnTo>
                    <a:pt x="13516" y="6913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9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1" y="10543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39" y="9655"/>
                  </a:lnTo>
                  <a:lnTo>
                    <a:pt x="0" y="9886"/>
                  </a:lnTo>
                  <a:lnTo>
                    <a:pt x="39" y="10118"/>
                  </a:lnTo>
                  <a:lnTo>
                    <a:pt x="78" y="10311"/>
                  </a:lnTo>
                  <a:lnTo>
                    <a:pt x="193" y="10465"/>
                  </a:lnTo>
                  <a:lnTo>
                    <a:pt x="348" y="10620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8"/>
                  </a:lnTo>
                  <a:lnTo>
                    <a:pt x="2201" y="11354"/>
                  </a:lnTo>
                  <a:lnTo>
                    <a:pt x="2626" y="11431"/>
                  </a:lnTo>
                  <a:lnTo>
                    <a:pt x="3321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3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5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7"/>
                  </a:lnTo>
                  <a:lnTo>
                    <a:pt x="13747" y="7376"/>
                  </a:lnTo>
                  <a:lnTo>
                    <a:pt x="13863" y="7145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0" y="5909"/>
                  </a:lnTo>
                  <a:lnTo>
                    <a:pt x="13863" y="5716"/>
                  </a:lnTo>
                  <a:lnTo>
                    <a:pt x="13747" y="5523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4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8"/>
            <p:cNvSpPr/>
            <p:nvPr/>
          </p:nvSpPr>
          <p:spPr>
            <a:xfrm>
              <a:off x="6050625" y="1898375"/>
              <a:ext cx="329200" cy="241375"/>
            </a:xfrm>
            <a:custGeom>
              <a:avLst/>
              <a:gdLst/>
              <a:ahLst/>
              <a:cxnLst/>
              <a:rect l="l" t="t" r="r" b="b"/>
              <a:pathLst>
                <a:path w="13168" h="9655" extrusionOk="0">
                  <a:moveTo>
                    <a:pt x="5368" y="619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5"/>
                  </a:lnTo>
                  <a:lnTo>
                    <a:pt x="8109" y="2356"/>
                  </a:lnTo>
                  <a:lnTo>
                    <a:pt x="8264" y="2627"/>
                  </a:lnTo>
                  <a:lnTo>
                    <a:pt x="8380" y="2858"/>
                  </a:lnTo>
                  <a:lnTo>
                    <a:pt x="8495" y="3129"/>
                  </a:lnTo>
                  <a:lnTo>
                    <a:pt x="8573" y="3437"/>
                  </a:lnTo>
                  <a:lnTo>
                    <a:pt x="8611" y="3708"/>
                  </a:lnTo>
                  <a:lnTo>
                    <a:pt x="8573" y="3708"/>
                  </a:lnTo>
                  <a:lnTo>
                    <a:pt x="7723" y="3824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1"/>
                  </a:lnTo>
                  <a:lnTo>
                    <a:pt x="5792" y="3862"/>
                  </a:lnTo>
                  <a:lnTo>
                    <a:pt x="5638" y="3746"/>
                  </a:lnTo>
                  <a:lnTo>
                    <a:pt x="5561" y="3553"/>
                  </a:lnTo>
                  <a:lnTo>
                    <a:pt x="5483" y="3283"/>
                  </a:lnTo>
                  <a:lnTo>
                    <a:pt x="5406" y="2627"/>
                  </a:lnTo>
                  <a:lnTo>
                    <a:pt x="5368" y="1970"/>
                  </a:lnTo>
                  <a:lnTo>
                    <a:pt x="5368" y="619"/>
                  </a:lnTo>
                  <a:close/>
                  <a:moveTo>
                    <a:pt x="2742" y="889"/>
                  </a:moveTo>
                  <a:lnTo>
                    <a:pt x="2626" y="3090"/>
                  </a:lnTo>
                  <a:lnTo>
                    <a:pt x="2626" y="3515"/>
                  </a:lnTo>
                  <a:lnTo>
                    <a:pt x="2587" y="3708"/>
                  </a:lnTo>
                  <a:lnTo>
                    <a:pt x="2510" y="3862"/>
                  </a:lnTo>
                  <a:lnTo>
                    <a:pt x="2433" y="3978"/>
                  </a:lnTo>
                  <a:lnTo>
                    <a:pt x="2278" y="4094"/>
                  </a:lnTo>
                  <a:lnTo>
                    <a:pt x="2124" y="4210"/>
                  </a:lnTo>
                  <a:lnTo>
                    <a:pt x="1892" y="4248"/>
                  </a:lnTo>
                  <a:lnTo>
                    <a:pt x="1699" y="4287"/>
                  </a:lnTo>
                  <a:lnTo>
                    <a:pt x="1506" y="4287"/>
                  </a:lnTo>
                  <a:lnTo>
                    <a:pt x="1120" y="4210"/>
                  </a:lnTo>
                  <a:lnTo>
                    <a:pt x="734" y="4133"/>
                  </a:lnTo>
                  <a:lnTo>
                    <a:pt x="386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8" y="2549"/>
                  </a:lnTo>
                  <a:lnTo>
                    <a:pt x="1159" y="2125"/>
                  </a:lnTo>
                  <a:lnTo>
                    <a:pt x="1506" y="1738"/>
                  </a:lnTo>
                  <a:lnTo>
                    <a:pt x="1892" y="1391"/>
                  </a:lnTo>
                  <a:lnTo>
                    <a:pt x="2317" y="1121"/>
                  </a:lnTo>
                  <a:lnTo>
                    <a:pt x="2742" y="889"/>
                  </a:lnTo>
                  <a:close/>
                  <a:moveTo>
                    <a:pt x="10774" y="5368"/>
                  </a:moveTo>
                  <a:lnTo>
                    <a:pt x="11198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14" y="6179"/>
                  </a:lnTo>
                  <a:lnTo>
                    <a:pt x="11198" y="6256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32"/>
                  </a:lnTo>
                  <a:lnTo>
                    <a:pt x="10542" y="5716"/>
                  </a:lnTo>
                  <a:lnTo>
                    <a:pt x="10619" y="5523"/>
                  </a:lnTo>
                  <a:lnTo>
                    <a:pt x="10658" y="5407"/>
                  </a:lnTo>
                  <a:lnTo>
                    <a:pt x="10774" y="5368"/>
                  </a:lnTo>
                  <a:close/>
                  <a:moveTo>
                    <a:pt x="4402" y="1"/>
                  </a:moveTo>
                  <a:lnTo>
                    <a:pt x="3939" y="39"/>
                  </a:lnTo>
                  <a:lnTo>
                    <a:pt x="3514" y="117"/>
                  </a:lnTo>
                  <a:lnTo>
                    <a:pt x="3051" y="194"/>
                  </a:lnTo>
                  <a:lnTo>
                    <a:pt x="2626" y="348"/>
                  </a:lnTo>
                  <a:lnTo>
                    <a:pt x="2240" y="541"/>
                  </a:lnTo>
                  <a:lnTo>
                    <a:pt x="1854" y="773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9"/>
                  </a:lnTo>
                  <a:lnTo>
                    <a:pt x="386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31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57"/>
                  </a:lnTo>
                  <a:lnTo>
                    <a:pt x="348" y="4287"/>
                  </a:lnTo>
                  <a:lnTo>
                    <a:pt x="965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5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364"/>
                  </a:lnTo>
                  <a:lnTo>
                    <a:pt x="2858" y="4248"/>
                  </a:lnTo>
                  <a:lnTo>
                    <a:pt x="2896" y="4094"/>
                  </a:lnTo>
                  <a:lnTo>
                    <a:pt x="2973" y="3939"/>
                  </a:lnTo>
                  <a:lnTo>
                    <a:pt x="3012" y="3631"/>
                  </a:lnTo>
                  <a:lnTo>
                    <a:pt x="3012" y="2974"/>
                  </a:lnTo>
                  <a:lnTo>
                    <a:pt x="3089" y="734"/>
                  </a:lnTo>
                  <a:lnTo>
                    <a:pt x="3514" y="619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23"/>
                  </a:lnTo>
                  <a:lnTo>
                    <a:pt x="5059" y="2704"/>
                  </a:lnTo>
                  <a:lnTo>
                    <a:pt x="5097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0" y="4017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6"/>
                  </a:lnTo>
                  <a:lnTo>
                    <a:pt x="6217" y="4326"/>
                  </a:lnTo>
                  <a:lnTo>
                    <a:pt x="6565" y="4287"/>
                  </a:lnTo>
                  <a:lnTo>
                    <a:pt x="7607" y="4210"/>
                  </a:lnTo>
                  <a:lnTo>
                    <a:pt x="8650" y="4055"/>
                  </a:lnTo>
                  <a:lnTo>
                    <a:pt x="8650" y="4441"/>
                  </a:lnTo>
                  <a:lnTo>
                    <a:pt x="8611" y="4866"/>
                  </a:lnTo>
                  <a:lnTo>
                    <a:pt x="8611" y="4905"/>
                  </a:lnTo>
                  <a:lnTo>
                    <a:pt x="8611" y="5021"/>
                  </a:lnTo>
                  <a:lnTo>
                    <a:pt x="8650" y="5059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0" y="4905"/>
                  </a:lnTo>
                  <a:lnTo>
                    <a:pt x="9384" y="4905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03" y="5252"/>
                  </a:lnTo>
                  <a:lnTo>
                    <a:pt x="10426" y="5330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16"/>
                  </a:lnTo>
                  <a:lnTo>
                    <a:pt x="10233" y="5870"/>
                  </a:lnTo>
                  <a:lnTo>
                    <a:pt x="10233" y="6025"/>
                  </a:lnTo>
                  <a:lnTo>
                    <a:pt x="10272" y="6179"/>
                  </a:lnTo>
                  <a:lnTo>
                    <a:pt x="10349" y="6334"/>
                  </a:lnTo>
                  <a:lnTo>
                    <a:pt x="10503" y="6488"/>
                  </a:lnTo>
                  <a:lnTo>
                    <a:pt x="10696" y="6565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41" y="6913"/>
                  </a:lnTo>
                  <a:lnTo>
                    <a:pt x="12395" y="7222"/>
                  </a:lnTo>
                  <a:lnTo>
                    <a:pt x="12473" y="7569"/>
                  </a:lnTo>
                  <a:lnTo>
                    <a:pt x="12511" y="7917"/>
                  </a:lnTo>
                  <a:lnTo>
                    <a:pt x="12550" y="8264"/>
                  </a:lnTo>
                  <a:lnTo>
                    <a:pt x="12550" y="8998"/>
                  </a:lnTo>
                  <a:lnTo>
                    <a:pt x="12473" y="8998"/>
                  </a:lnTo>
                  <a:lnTo>
                    <a:pt x="12434" y="9037"/>
                  </a:lnTo>
                  <a:lnTo>
                    <a:pt x="12357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54"/>
                  </a:lnTo>
                  <a:lnTo>
                    <a:pt x="12125" y="9654"/>
                  </a:lnTo>
                  <a:lnTo>
                    <a:pt x="12820" y="9616"/>
                  </a:lnTo>
                  <a:lnTo>
                    <a:pt x="12936" y="9577"/>
                  </a:lnTo>
                  <a:lnTo>
                    <a:pt x="13013" y="9461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091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685"/>
                  </a:lnTo>
                  <a:lnTo>
                    <a:pt x="12936" y="7183"/>
                  </a:lnTo>
                  <a:lnTo>
                    <a:pt x="12704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276" y="5098"/>
                  </a:lnTo>
                  <a:lnTo>
                    <a:pt x="10967" y="4905"/>
                  </a:lnTo>
                  <a:lnTo>
                    <a:pt x="10619" y="4750"/>
                  </a:lnTo>
                  <a:lnTo>
                    <a:pt x="10233" y="4596"/>
                  </a:lnTo>
                  <a:lnTo>
                    <a:pt x="9886" y="4480"/>
                  </a:lnTo>
                  <a:lnTo>
                    <a:pt x="9499" y="4403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186" y="1584"/>
                  </a:lnTo>
                  <a:lnTo>
                    <a:pt x="7839" y="1275"/>
                  </a:lnTo>
                  <a:lnTo>
                    <a:pt x="7453" y="966"/>
                  </a:lnTo>
                  <a:lnTo>
                    <a:pt x="7067" y="734"/>
                  </a:lnTo>
                  <a:lnTo>
                    <a:pt x="6603" y="503"/>
                  </a:lnTo>
                  <a:lnTo>
                    <a:pt x="6178" y="348"/>
                  </a:lnTo>
                  <a:lnTo>
                    <a:pt x="5715" y="194"/>
                  </a:lnTo>
                  <a:lnTo>
                    <a:pt x="5290" y="78"/>
                  </a:lnTo>
                  <a:lnTo>
                    <a:pt x="482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8"/>
            <p:cNvSpPr/>
            <p:nvPr/>
          </p:nvSpPr>
          <p:spPr>
            <a:xfrm>
              <a:off x="1849325" y="1901275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7" y="1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6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1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7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0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4" y="7299"/>
                  </a:lnTo>
                  <a:lnTo>
                    <a:pt x="14712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3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3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9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4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6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8"/>
            <p:cNvSpPr/>
            <p:nvPr/>
          </p:nvSpPr>
          <p:spPr>
            <a:xfrm>
              <a:off x="1935225" y="191092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503" y="1"/>
                  </a:move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40" y="541"/>
                  </a:lnTo>
                  <a:lnTo>
                    <a:pt x="1" y="734"/>
                  </a:lnTo>
                  <a:lnTo>
                    <a:pt x="40" y="927"/>
                  </a:lnTo>
                  <a:lnTo>
                    <a:pt x="117" y="1082"/>
                  </a:lnTo>
                  <a:lnTo>
                    <a:pt x="194" y="1159"/>
                  </a:lnTo>
                  <a:lnTo>
                    <a:pt x="348" y="1159"/>
                  </a:lnTo>
                  <a:lnTo>
                    <a:pt x="426" y="1043"/>
                  </a:lnTo>
                  <a:lnTo>
                    <a:pt x="426" y="1005"/>
                  </a:lnTo>
                  <a:lnTo>
                    <a:pt x="387" y="927"/>
                  </a:lnTo>
                  <a:lnTo>
                    <a:pt x="387" y="850"/>
                  </a:lnTo>
                  <a:lnTo>
                    <a:pt x="348" y="773"/>
                  </a:lnTo>
                  <a:lnTo>
                    <a:pt x="426" y="580"/>
                  </a:lnTo>
                  <a:lnTo>
                    <a:pt x="542" y="425"/>
                  </a:lnTo>
                  <a:lnTo>
                    <a:pt x="619" y="387"/>
                  </a:lnTo>
                  <a:lnTo>
                    <a:pt x="773" y="387"/>
                  </a:lnTo>
                  <a:lnTo>
                    <a:pt x="850" y="425"/>
                  </a:lnTo>
                  <a:lnTo>
                    <a:pt x="966" y="580"/>
                  </a:lnTo>
                  <a:lnTo>
                    <a:pt x="1005" y="657"/>
                  </a:lnTo>
                  <a:lnTo>
                    <a:pt x="1005" y="734"/>
                  </a:lnTo>
                  <a:lnTo>
                    <a:pt x="966" y="927"/>
                  </a:lnTo>
                  <a:lnTo>
                    <a:pt x="966" y="1005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82" y="1159"/>
                  </a:lnTo>
                  <a:lnTo>
                    <a:pt x="1198" y="1159"/>
                  </a:lnTo>
                  <a:lnTo>
                    <a:pt x="1275" y="1121"/>
                  </a:lnTo>
                  <a:lnTo>
                    <a:pt x="1314" y="1082"/>
                  </a:lnTo>
                  <a:lnTo>
                    <a:pt x="1391" y="889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48"/>
                  </a:lnTo>
                  <a:lnTo>
                    <a:pt x="1198" y="194"/>
                  </a:lnTo>
                  <a:lnTo>
                    <a:pt x="1044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8"/>
            <p:cNvSpPr/>
            <p:nvPr/>
          </p:nvSpPr>
          <p:spPr>
            <a:xfrm>
              <a:off x="6081500" y="1911900"/>
              <a:ext cx="255850" cy="266475"/>
            </a:xfrm>
            <a:custGeom>
              <a:avLst/>
              <a:gdLst/>
              <a:ahLst/>
              <a:cxnLst/>
              <a:rect l="l" t="t" r="r" b="b"/>
              <a:pathLst>
                <a:path w="10234" h="10659" extrusionOk="0">
                  <a:moveTo>
                    <a:pt x="8303" y="7299"/>
                  </a:moveTo>
                  <a:lnTo>
                    <a:pt x="8535" y="7376"/>
                  </a:lnTo>
                  <a:lnTo>
                    <a:pt x="8766" y="7453"/>
                  </a:lnTo>
                  <a:lnTo>
                    <a:pt x="8998" y="7569"/>
                  </a:lnTo>
                  <a:lnTo>
                    <a:pt x="9191" y="7723"/>
                  </a:lnTo>
                  <a:lnTo>
                    <a:pt x="9384" y="7878"/>
                  </a:lnTo>
                  <a:lnTo>
                    <a:pt x="9539" y="8109"/>
                  </a:lnTo>
                  <a:lnTo>
                    <a:pt x="9655" y="8341"/>
                  </a:lnTo>
                  <a:lnTo>
                    <a:pt x="9693" y="8573"/>
                  </a:lnTo>
                  <a:lnTo>
                    <a:pt x="9732" y="8843"/>
                  </a:lnTo>
                  <a:lnTo>
                    <a:pt x="9693" y="9152"/>
                  </a:lnTo>
                  <a:lnTo>
                    <a:pt x="9577" y="9422"/>
                  </a:lnTo>
                  <a:lnTo>
                    <a:pt x="9423" y="9654"/>
                  </a:lnTo>
                  <a:lnTo>
                    <a:pt x="9230" y="9847"/>
                  </a:lnTo>
                  <a:lnTo>
                    <a:pt x="8959" y="10002"/>
                  </a:lnTo>
                  <a:lnTo>
                    <a:pt x="8728" y="10117"/>
                  </a:lnTo>
                  <a:lnTo>
                    <a:pt x="8419" y="10156"/>
                  </a:lnTo>
                  <a:lnTo>
                    <a:pt x="8149" y="10156"/>
                  </a:lnTo>
                  <a:lnTo>
                    <a:pt x="7878" y="10079"/>
                  </a:lnTo>
                  <a:lnTo>
                    <a:pt x="7647" y="9963"/>
                  </a:lnTo>
                  <a:lnTo>
                    <a:pt x="7415" y="9770"/>
                  </a:lnTo>
                  <a:lnTo>
                    <a:pt x="7222" y="9577"/>
                  </a:lnTo>
                  <a:lnTo>
                    <a:pt x="7067" y="9345"/>
                  </a:lnTo>
                  <a:lnTo>
                    <a:pt x="6990" y="9075"/>
                  </a:lnTo>
                  <a:lnTo>
                    <a:pt x="6951" y="8805"/>
                  </a:lnTo>
                  <a:lnTo>
                    <a:pt x="6990" y="8496"/>
                  </a:lnTo>
                  <a:lnTo>
                    <a:pt x="7067" y="8264"/>
                  </a:lnTo>
                  <a:lnTo>
                    <a:pt x="7183" y="8071"/>
                  </a:lnTo>
                  <a:lnTo>
                    <a:pt x="7338" y="7878"/>
                  </a:lnTo>
                  <a:lnTo>
                    <a:pt x="7531" y="7723"/>
                  </a:lnTo>
                  <a:lnTo>
                    <a:pt x="7762" y="7569"/>
                  </a:lnTo>
                  <a:lnTo>
                    <a:pt x="8187" y="7337"/>
                  </a:lnTo>
                  <a:lnTo>
                    <a:pt x="8264" y="7299"/>
                  </a:lnTo>
                  <a:close/>
                  <a:moveTo>
                    <a:pt x="2897" y="0"/>
                  </a:moveTo>
                  <a:lnTo>
                    <a:pt x="2704" y="39"/>
                  </a:lnTo>
                  <a:lnTo>
                    <a:pt x="2665" y="78"/>
                  </a:lnTo>
                  <a:lnTo>
                    <a:pt x="2665" y="1313"/>
                  </a:lnTo>
                  <a:lnTo>
                    <a:pt x="2665" y="2588"/>
                  </a:lnTo>
                  <a:lnTo>
                    <a:pt x="2704" y="3823"/>
                  </a:lnTo>
                  <a:lnTo>
                    <a:pt x="2742" y="5059"/>
                  </a:lnTo>
                  <a:lnTo>
                    <a:pt x="2936" y="7492"/>
                  </a:lnTo>
                  <a:lnTo>
                    <a:pt x="2936" y="8148"/>
                  </a:lnTo>
                  <a:lnTo>
                    <a:pt x="2974" y="8457"/>
                  </a:lnTo>
                  <a:lnTo>
                    <a:pt x="3013" y="8611"/>
                  </a:lnTo>
                  <a:lnTo>
                    <a:pt x="3090" y="8766"/>
                  </a:lnTo>
                  <a:lnTo>
                    <a:pt x="1584" y="8689"/>
                  </a:lnTo>
                  <a:lnTo>
                    <a:pt x="1" y="8689"/>
                  </a:lnTo>
                  <a:lnTo>
                    <a:pt x="39" y="8998"/>
                  </a:lnTo>
                  <a:lnTo>
                    <a:pt x="812" y="9113"/>
                  </a:lnTo>
                  <a:lnTo>
                    <a:pt x="1584" y="9152"/>
                  </a:lnTo>
                  <a:lnTo>
                    <a:pt x="3167" y="9229"/>
                  </a:lnTo>
                  <a:lnTo>
                    <a:pt x="4866" y="9306"/>
                  </a:lnTo>
                  <a:lnTo>
                    <a:pt x="5677" y="9306"/>
                  </a:lnTo>
                  <a:lnTo>
                    <a:pt x="6527" y="9229"/>
                  </a:lnTo>
                  <a:lnTo>
                    <a:pt x="6643" y="9538"/>
                  </a:lnTo>
                  <a:lnTo>
                    <a:pt x="6797" y="9847"/>
                  </a:lnTo>
                  <a:lnTo>
                    <a:pt x="6990" y="10079"/>
                  </a:lnTo>
                  <a:lnTo>
                    <a:pt x="7260" y="10310"/>
                  </a:lnTo>
                  <a:lnTo>
                    <a:pt x="7531" y="10465"/>
                  </a:lnTo>
                  <a:lnTo>
                    <a:pt x="7840" y="10581"/>
                  </a:lnTo>
                  <a:lnTo>
                    <a:pt x="8149" y="10658"/>
                  </a:lnTo>
                  <a:lnTo>
                    <a:pt x="8457" y="10658"/>
                  </a:lnTo>
                  <a:lnTo>
                    <a:pt x="8766" y="10619"/>
                  </a:lnTo>
                  <a:lnTo>
                    <a:pt x="9075" y="10504"/>
                  </a:lnTo>
                  <a:lnTo>
                    <a:pt x="9346" y="10388"/>
                  </a:lnTo>
                  <a:lnTo>
                    <a:pt x="9577" y="10195"/>
                  </a:lnTo>
                  <a:lnTo>
                    <a:pt x="9809" y="9963"/>
                  </a:lnTo>
                  <a:lnTo>
                    <a:pt x="9963" y="9693"/>
                  </a:lnTo>
                  <a:lnTo>
                    <a:pt x="10118" y="9422"/>
                  </a:lnTo>
                  <a:lnTo>
                    <a:pt x="10195" y="9113"/>
                  </a:lnTo>
                  <a:lnTo>
                    <a:pt x="10234" y="9113"/>
                  </a:lnTo>
                  <a:lnTo>
                    <a:pt x="10234" y="8766"/>
                  </a:lnTo>
                  <a:lnTo>
                    <a:pt x="10195" y="8380"/>
                  </a:lnTo>
                  <a:lnTo>
                    <a:pt x="10041" y="8071"/>
                  </a:lnTo>
                  <a:lnTo>
                    <a:pt x="9886" y="7762"/>
                  </a:lnTo>
                  <a:lnTo>
                    <a:pt x="9655" y="7492"/>
                  </a:lnTo>
                  <a:lnTo>
                    <a:pt x="9346" y="7260"/>
                  </a:lnTo>
                  <a:lnTo>
                    <a:pt x="9037" y="7105"/>
                  </a:lnTo>
                  <a:lnTo>
                    <a:pt x="8689" y="7028"/>
                  </a:lnTo>
                  <a:lnTo>
                    <a:pt x="8342" y="6990"/>
                  </a:lnTo>
                  <a:lnTo>
                    <a:pt x="8226" y="7067"/>
                  </a:lnTo>
                  <a:lnTo>
                    <a:pt x="8187" y="7028"/>
                  </a:lnTo>
                  <a:lnTo>
                    <a:pt x="8110" y="6990"/>
                  </a:lnTo>
                  <a:lnTo>
                    <a:pt x="7955" y="6990"/>
                  </a:lnTo>
                  <a:lnTo>
                    <a:pt x="7762" y="7028"/>
                  </a:lnTo>
                  <a:lnTo>
                    <a:pt x="7453" y="7144"/>
                  </a:lnTo>
                  <a:lnTo>
                    <a:pt x="7183" y="7337"/>
                  </a:lnTo>
                  <a:lnTo>
                    <a:pt x="6951" y="7569"/>
                  </a:lnTo>
                  <a:lnTo>
                    <a:pt x="6758" y="7878"/>
                  </a:lnTo>
                  <a:lnTo>
                    <a:pt x="6604" y="8187"/>
                  </a:lnTo>
                  <a:lnTo>
                    <a:pt x="6488" y="8496"/>
                  </a:lnTo>
                  <a:lnTo>
                    <a:pt x="6488" y="8843"/>
                  </a:lnTo>
                  <a:lnTo>
                    <a:pt x="5716" y="8766"/>
                  </a:lnTo>
                  <a:lnTo>
                    <a:pt x="3476" y="8766"/>
                  </a:lnTo>
                  <a:lnTo>
                    <a:pt x="3515" y="8689"/>
                  </a:lnTo>
                  <a:lnTo>
                    <a:pt x="3515" y="8650"/>
                  </a:lnTo>
                  <a:lnTo>
                    <a:pt x="3476" y="8573"/>
                  </a:lnTo>
                  <a:lnTo>
                    <a:pt x="3438" y="8496"/>
                  </a:lnTo>
                  <a:lnTo>
                    <a:pt x="3399" y="8457"/>
                  </a:lnTo>
                  <a:lnTo>
                    <a:pt x="3322" y="8457"/>
                  </a:lnTo>
                  <a:lnTo>
                    <a:pt x="3244" y="8496"/>
                  </a:lnTo>
                  <a:lnTo>
                    <a:pt x="3322" y="8380"/>
                  </a:lnTo>
                  <a:lnTo>
                    <a:pt x="3322" y="8225"/>
                  </a:lnTo>
                  <a:lnTo>
                    <a:pt x="3322" y="8071"/>
                  </a:lnTo>
                  <a:lnTo>
                    <a:pt x="3283" y="7955"/>
                  </a:lnTo>
                  <a:lnTo>
                    <a:pt x="3244" y="7337"/>
                  </a:lnTo>
                  <a:lnTo>
                    <a:pt x="3167" y="6410"/>
                  </a:lnTo>
                  <a:lnTo>
                    <a:pt x="3051" y="4325"/>
                  </a:lnTo>
                  <a:lnTo>
                    <a:pt x="2974" y="2201"/>
                  </a:lnTo>
                  <a:lnTo>
                    <a:pt x="2897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8"/>
            <p:cNvSpPr/>
            <p:nvPr/>
          </p:nvSpPr>
          <p:spPr>
            <a:xfrm>
              <a:off x="2715250" y="1912850"/>
              <a:ext cx="147725" cy="161250"/>
            </a:xfrm>
            <a:custGeom>
              <a:avLst/>
              <a:gdLst/>
              <a:ahLst/>
              <a:cxnLst/>
              <a:rect l="l" t="t" r="r" b="b"/>
              <a:pathLst>
                <a:path w="5909" h="6450" extrusionOk="0">
                  <a:moveTo>
                    <a:pt x="2781" y="503"/>
                  </a:moveTo>
                  <a:lnTo>
                    <a:pt x="3283" y="580"/>
                  </a:lnTo>
                  <a:lnTo>
                    <a:pt x="3746" y="735"/>
                  </a:lnTo>
                  <a:lnTo>
                    <a:pt x="4210" y="966"/>
                  </a:lnTo>
                  <a:lnTo>
                    <a:pt x="4403" y="1082"/>
                  </a:lnTo>
                  <a:lnTo>
                    <a:pt x="4596" y="1275"/>
                  </a:lnTo>
                  <a:lnTo>
                    <a:pt x="4750" y="1468"/>
                  </a:lnTo>
                  <a:lnTo>
                    <a:pt x="4943" y="1661"/>
                  </a:lnTo>
                  <a:lnTo>
                    <a:pt x="5059" y="1893"/>
                  </a:lnTo>
                  <a:lnTo>
                    <a:pt x="5175" y="2125"/>
                  </a:lnTo>
                  <a:lnTo>
                    <a:pt x="5330" y="2588"/>
                  </a:lnTo>
                  <a:lnTo>
                    <a:pt x="5407" y="3052"/>
                  </a:lnTo>
                  <a:lnTo>
                    <a:pt x="5407" y="3515"/>
                  </a:lnTo>
                  <a:lnTo>
                    <a:pt x="5368" y="4017"/>
                  </a:lnTo>
                  <a:lnTo>
                    <a:pt x="5214" y="4442"/>
                  </a:lnTo>
                  <a:lnTo>
                    <a:pt x="4982" y="4866"/>
                  </a:lnTo>
                  <a:lnTo>
                    <a:pt x="4828" y="5059"/>
                  </a:lnTo>
                  <a:lnTo>
                    <a:pt x="4673" y="5253"/>
                  </a:lnTo>
                  <a:lnTo>
                    <a:pt x="4480" y="5407"/>
                  </a:lnTo>
                  <a:lnTo>
                    <a:pt x="4287" y="5561"/>
                  </a:lnTo>
                  <a:lnTo>
                    <a:pt x="4017" y="5716"/>
                  </a:lnTo>
                  <a:lnTo>
                    <a:pt x="3746" y="5832"/>
                  </a:lnTo>
                  <a:lnTo>
                    <a:pt x="3515" y="5909"/>
                  </a:lnTo>
                  <a:lnTo>
                    <a:pt x="3244" y="5948"/>
                  </a:lnTo>
                  <a:lnTo>
                    <a:pt x="2742" y="5948"/>
                  </a:lnTo>
                  <a:lnTo>
                    <a:pt x="2511" y="5870"/>
                  </a:lnTo>
                  <a:lnTo>
                    <a:pt x="2279" y="5793"/>
                  </a:lnTo>
                  <a:lnTo>
                    <a:pt x="2047" y="5677"/>
                  </a:lnTo>
                  <a:lnTo>
                    <a:pt x="1816" y="5561"/>
                  </a:lnTo>
                  <a:lnTo>
                    <a:pt x="1623" y="5407"/>
                  </a:lnTo>
                  <a:lnTo>
                    <a:pt x="1429" y="5214"/>
                  </a:lnTo>
                  <a:lnTo>
                    <a:pt x="1082" y="4828"/>
                  </a:lnTo>
                  <a:lnTo>
                    <a:pt x="812" y="4364"/>
                  </a:lnTo>
                  <a:lnTo>
                    <a:pt x="619" y="3862"/>
                  </a:lnTo>
                  <a:lnTo>
                    <a:pt x="464" y="3322"/>
                  </a:lnTo>
                  <a:lnTo>
                    <a:pt x="426" y="2820"/>
                  </a:lnTo>
                  <a:lnTo>
                    <a:pt x="426" y="2550"/>
                  </a:lnTo>
                  <a:lnTo>
                    <a:pt x="464" y="2279"/>
                  </a:lnTo>
                  <a:lnTo>
                    <a:pt x="503" y="2048"/>
                  </a:lnTo>
                  <a:lnTo>
                    <a:pt x="619" y="1777"/>
                  </a:lnTo>
                  <a:lnTo>
                    <a:pt x="696" y="1584"/>
                  </a:lnTo>
                  <a:lnTo>
                    <a:pt x="850" y="1352"/>
                  </a:lnTo>
                  <a:lnTo>
                    <a:pt x="1005" y="1159"/>
                  </a:lnTo>
                  <a:lnTo>
                    <a:pt x="1198" y="966"/>
                  </a:lnTo>
                  <a:lnTo>
                    <a:pt x="1429" y="812"/>
                  </a:lnTo>
                  <a:lnTo>
                    <a:pt x="1700" y="657"/>
                  </a:lnTo>
                  <a:lnTo>
                    <a:pt x="1738" y="619"/>
                  </a:lnTo>
                  <a:lnTo>
                    <a:pt x="1738" y="580"/>
                  </a:lnTo>
                  <a:lnTo>
                    <a:pt x="2240" y="503"/>
                  </a:lnTo>
                  <a:close/>
                  <a:moveTo>
                    <a:pt x="2588" y="1"/>
                  </a:moveTo>
                  <a:lnTo>
                    <a:pt x="2279" y="40"/>
                  </a:lnTo>
                  <a:lnTo>
                    <a:pt x="1970" y="78"/>
                  </a:lnTo>
                  <a:lnTo>
                    <a:pt x="1661" y="155"/>
                  </a:lnTo>
                  <a:lnTo>
                    <a:pt x="1391" y="233"/>
                  </a:lnTo>
                  <a:lnTo>
                    <a:pt x="1314" y="310"/>
                  </a:lnTo>
                  <a:lnTo>
                    <a:pt x="1236" y="387"/>
                  </a:lnTo>
                  <a:lnTo>
                    <a:pt x="1236" y="464"/>
                  </a:lnTo>
                  <a:lnTo>
                    <a:pt x="1275" y="542"/>
                  </a:lnTo>
                  <a:lnTo>
                    <a:pt x="1005" y="657"/>
                  </a:lnTo>
                  <a:lnTo>
                    <a:pt x="773" y="850"/>
                  </a:lnTo>
                  <a:lnTo>
                    <a:pt x="580" y="1044"/>
                  </a:lnTo>
                  <a:lnTo>
                    <a:pt x="426" y="1237"/>
                  </a:lnTo>
                  <a:lnTo>
                    <a:pt x="271" y="1468"/>
                  </a:lnTo>
                  <a:lnTo>
                    <a:pt x="155" y="1700"/>
                  </a:lnTo>
                  <a:lnTo>
                    <a:pt x="78" y="1970"/>
                  </a:lnTo>
                  <a:lnTo>
                    <a:pt x="39" y="2241"/>
                  </a:lnTo>
                  <a:lnTo>
                    <a:pt x="1" y="2511"/>
                  </a:lnTo>
                  <a:lnTo>
                    <a:pt x="1" y="2781"/>
                  </a:lnTo>
                  <a:lnTo>
                    <a:pt x="39" y="3360"/>
                  </a:lnTo>
                  <a:lnTo>
                    <a:pt x="155" y="3901"/>
                  </a:lnTo>
                  <a:lnTo>
                    <a:pt x="387" y="4442"/>
                  </a:lnTo>
                  <a:lnTo>
                    <a:pt x="696" y="5021"/>
                  </a:lnTo>
                  <a:lnTo>
                    <a:pt x="889" y="5253"/>
                  </a:lnTo>
                  <a:lnTo>
                    <a:pt x="1082" y="5484"/>
                  </a:lnTo>
                  <a:lnTo>
                    <a:pt x="1275" y="5716"/>
                  </a:lnTo>
                  <a:lnTo>
                    <a:pt x="1507" y="5909"/>
                  </a:lnTo>
                  <a:lnTo>
                    <a:pt x="1738" y="6063"/>
                  </a:lnTo>
                  <a:lnTo>
                    <a:pt x="2009" y="6179"/>
                  </a:lnTo>
                  <a:lnTo>
                    <a:pt x="2240" y="6295"/>
                  </a:lnTo>
                  <a:lnTo>
                    <a:pt x="2511" y="6372"/>
                  </a:lnTo>
                  <a:lnTo>
                    <a:pt x="2820" y="6411"/>
                  </a:lnTo>
                  <a:lnTo>
                    <a:pt x="3090" y="6450"/>
                  </a:lnTo>
                  <a:lnTo>
                    <a:pt x="3399" y="6411"/>
                  </a:lnTo>
                  <a:lnTo>
                    <a:pt x="3669" y="6334"/>
                  </a:lnTo>
                  <a:lnTo>
                    <a:pt x="3978" y="6218"/>
                  </a:lnTo>
                  <a:lnTo>
                    <a:pt x="4326" y="6102"/>
                  </a:lnTo>
                  <a:lnTo>
                    <a:pt x="4557" y="5909"/>
                  </a:lnTo>
                  <a:lnTo>
                    <a:pt x="4828" y="5716"/>
                  </a:lnTo>
                  <a:lnTo>
                    <a:pt x="5021" y="5523"/>
                  </a:lnTo>
                  <a:lnTo>
                    <a:pt x="5214" y="5291"/>
                  </a:lnTo>
                  <a:lnTo>
                    <a:pt x="5407" y="5059"/>
                  </a:lnTo>
                  <a:lnTo>
                    <a:pt x="5561" y="4789"/>
                  </a:lnTo>
                  <a:lnTo>
                    <a:pt x="5677" y="4519"/>
                  </a:lnTo>
                  <a:lnTo>
                    <a:pt x="5754" y="4249"/>
                  </a:lnTo>
                  <a:lnTo>
                    <a:pt x="5832" y="3940"/>
                  </a:lnTo>
                  <a:lnTo>
                    <a:pt x="5870" y="3669"/>
                  </a:lnTo>
                  <a:lnTo>
                    <a:pt x="5909" y="3360"/>
                  </a:lnTo>
                  <a:lnTo>
                    <a:pt x="5870" y="3052"/>
                  </a:lnTo>
                  <a:lnTo>
                    <a:pt x="5832" y="2743"/>
                  </a:lnTo>
                  <a:lnTo>
                    <a:pt x="5793" y="2472"/>
                  </a:lnTo>
                  <a:lnTo>
                    <a:pt x="5716" y="2163"/>
                  </a:lnTo>
                  <a:lnTo>
                    <a:pt x="5600" y="1893"/>
                  </a:lnTo>
                  <a:lnTo>
                    <a:pt x="5445" y="1584"/>
                  </a:lnTo>
                  <a:lnTo>
                    <a:pt x="5252" y="1352"/>
                  </a:lnTo>
                  <a:lnTo>
                    <a:pt x="5059" y="1082"/>
                  </a:lnTo>
                  <a:lnTo>
                    <a:pt x="4828" y="889"/>
                  </a:lnTo>
                  <a:lnTo>
                    <a:pt x="4596" y="696"/>
                  </a:lnTo>
                  <a:lnTo>
                    <a:pt x="4364" y="503"/>
                  </a:lnTo>
                  <a:lnTo>
                    <a:pt x="4094" y="348"/>
                  </a:lnTo>
                  <a:lnTo>
                    <a:pt x="3785" y="233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40"/>
                  </a:lnTo>
                  <a:lnTo>
                    <a:pt x="25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8"/>
            <p:cNvSpPr/>
            <p:nvPr/>
          </p:nvSpPr>
          <p:spPr>
            <a:xfrm>
              <a:off x="1882150" y="19148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6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3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3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3" y="464"/>
                  </a:lnTo>
                  <a:lnTo>
                    <a:pt x="541" y="386"/>
                  </a:lnTo>
                  <a:lnTo>
                    <a:pt x="772" y="386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5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4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4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8"/>
            <p:cNvSpPr/>
            <p:nvPr/>
          </p:nvSpPr>
          <p:spPr>
            <a:xfrm>
              <a:off x="6734100" y="1914800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0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8"/>
                  </a:lnTo>
                  <a:lnTo>
                    <a:pt x="116" y="5059"/>
                  </a:lnTo>
                  <a:lnTo>
                    <a:pt x="0" y="6719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6" y="77"/>
                  </a:lnTo>
                  <a:lnTo>
                    <a:pt x="1236" y="39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8"/>
            <p:cNvSpPr/>
            <p:nvPr/>
          </p:nvSpPr>
          <p:spPr>
            <a:xfrm>
              <a:off x="668675" y="1916725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0"/>
                  </a:moveTo>
                  <a:lnTo>
                    <a:pt x="11469" y="78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7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438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1" y="6681"/>
                  </a:lnTo>
                  <a:lnTo>
                    <a:pt x="13515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8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3"/>
                  </a:lnTo>
                  <a:lnTo>
                    <a:pt x="1081" y="10697"/>
                  </a:lnTo>
                  <a:lnTo>
                    <a:pt x="811" y="10542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6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0" y="9886"/>
                  </a:lnTo>
                  <a:lnTo>
                    <a:pt x="39" y="10117"/>
                  </a:lnTo>
                  <a:lnTo>
                    <a:pt x="77" y="10311"/>
                  </a:lnTo>
                  <a:lnTo>
                    <a:pt x="193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1" y="11353"/>
                  </a:lnTo>
                  <a:lnTo>
                    <a:pt x="2626" y="11430"/>
                  </a:lnTo>
                  <a:lnTo>
                    <a:pt x="3321" y="11508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8"/>
                  </a:lnTo>
                  <a:lnTo>
                    <a:pt x="6063" y="11430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4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7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7" y="6565"/>
                  </a:lnTo>
                  <a:lnTo>
                    <a:pt x="14017" y="6333"/>
                  </a:lnTo>
                  <a:lnTo>
                    <a:pt x="14017" y="6140"/>
                  </a:lnTo>
                  <a:lnTo>
                    <a:pt x="13940" y="5908"/>
                  </a:lnTo>
                  <a:lnTo>
                    <a:pt x="13863" y="5715"/>
                  </a:lnTo>
                  <a:lnTo>
                    <a:pt x="13747" y="5522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6"/>
                  </a:lnTo>
                  <a:lnTo>
                    <a:pt x="13091" y="5136"/>
                  </a:lnTo>
                  <a:lnTo>
                    <a:pt x="12820" y="3823"/>
                  </a:lnTo>
                  <a:lnTo>
                    <a:pt x="12511" y="2549"/>
                  </a:lnTo>
                  <a:lnTo>
                    <a:pt x="12164" y="1275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8"/>
            <p:cNvSpPr/>
            <p:nvPr/>
          </p:nvSpPr>
          <p:spPr>
            <a:xfrm>
              <a:off x="6761125" y="19167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5" y="5098"/>
                  </a:lnTo>
                  <a:lnTo>
                    <a:pt x="4326" y="5445"/>
                  </a:lnTo>
                  <a:lnTo>
                    <a:pt x="4634" y="5793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3" y="4866"/>
                  </a:lnTo>
                  <a:lnTo>
                    <a:pt x="3862" y="4171"/>
                  </a:lnTo>
                  <a:lnTo>
                    <a:pt x="2704" y="2781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8"/>
            <p:cNvSpPr/>
            <p:nvPr/>
          </p:nvSpPr>
          <p:spPr>
            <a:xfrm>
              <a:off x="5030225" y="191865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8"/>
            <p:cNvSpPr/>
            <p:nvPr/>
          </p:nvSpPr>
          <p:spPr>
            <a:xfrm>
              <a:off x="6615350" y="1924450"/>
              <a:ext cx="61825" cy="160275"/>
            </a:xfrm>
            <a:custGeom>
              <a:avLst/>
              <a:gdLst/>
              <a:ahLst/>
              <a:cxnLst/>
              <a:rect l="l" t="t" r="r" b="b"/>
              <a:pathLst>
                <a:path w="2473" h="6411" extrusionOk="0">
                  <a:moveTo>
                    <a:pt x="310" y="0"/>
                  </a:moveTo>
                  <a:lnTo>
                    <a:pt x="1" y="78"/>
                  </a:lnTo>
                  <a:lnTo>
                    <a:pt x="194" y="927"/>
                  </a:lnTo>
                  <a:lnTo>
                    <a:pt x="426" y="1777"/>
                  </a:lnTo>
                  <a:lnTo>
                    <a:pt x="657" y="2626"/>
                  </a:lnTo>
                  <a:lnTo>
                    <a:pt x="928" y="3476"/>
                  </a:lnTo>
                  <a:lnTo>
                    <a:pt x="1507" y="5097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2" y="6140"/>
                  </a:lnTo>
                  <a:lnTo>
                    <a:pt x="2086" y="6333"/>
                  </a:lnTo>
                  <a:lnTo>
                    <a:pt x="2125" y="6410"/>
                  </a:lnTo>
                  <a:lnTo>
                    <a:pt x="2318" y="6410"/>
                  </a:lnTo>
                  <a:lnTo>
                    <a:pt x="2356" y="6333"/>
                  </a:lnTo>
                  <a:lnTo>
                    <a:pt x="2434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5" y="5599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8"/>
            <p:cNvSpPr/>
            <p:nvPr/>
          </p:nvSpPr>
          <p:spPr>
            <a:xfrm>
              <a:off x="3366875" y="19263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1" y="2317"/>
                  </a:lnTo>
                  <a:lnTo>
                    <a:pt x="6449" y="3901"/>
                  </a:lnTo>
                  <a:lnTo>
                    <a:pt x="6527" y="6990"/>
                  </a:lnTo>
                  <a:lnTo>
                    <a:pt x="3515" y="6758"/>
                  </a:lnTo>
                  <a:lnTo>
                    <a:pt x="2009" y="6642"/>
                  </a:lnTo>
                  <a:lnTo>
                    <a:pt x="503" y="6604"/>
                  </a:lnTo>
                  <a:lnTo>
                    <a:pt x="1352" y="5986"/>
                  </a:lnTo>
                  <a:lnTo>
                    <a:pt x="2202" y="5291"/>
                  </a:lnTo>
                  <a:lnTo>
                    <a:pt x="2974" y="4557"/>
                  </a:lnTo>
                  <a:lnTo>
                    <a:pt x="3708" y="3823"/>
                  </a:lnTo>
                  <a:lnTo>
                    <a:pt x="4441" y="3090"/>
                  </a:lnTo>
                  <a:lnTo>
                    <a:pt x="5137" y="2356"/>
                  </a:lnTo>
                  <a:lnTo>
                    <a:pt x="5793" y="1584"/>
                  </a:lnTo>
                  <a:lnTo>
                    <a:pt x="6449" y="773"/>
                  </a:lnTo>
                  <a:close/>
                  <a:moveTo>
                    <a:pt x="6720" y="1"/>
                  </a:moveTo>
                  <a:lnTo>
                    <a:pt x="6643" y="39"/>
                  </a:lnTo>
                  <a:lnTo>
                    <a:pt x="6565" y="39"/>
                  </a:lnTo>
                  <a:lnTo>
                    <a:pt x="6488" y="116"/>
                  </a:lnTo>
                  <a:lnTo>
                    <a:pt x="4982" y="1854"/>
                  </a:lnTo>
                  <a:lnTo>
                    <a:pt x="4210" y="2704"/>
                  </a:lnTo>
                  <a:lnTo>
                    <a:pt x="3438" y="3515"/>
                  </a:lnTo>
                  <a:lnTo>
                    <a:pt x="2588" y="4287"/>
                  </a:lnTo>
                  <a:lnTo>
                    <a:pt x="1738" y="5059"/>
                  </a:lnTo>
                  <a:lnTo>
                    <a:pt x="889" y="5793"/>
                  </a:lnTo>
                  <a:lnTo>
                    <a:pt x="39" y="6604"/>
                  </a:lnTo>
                  <a:lnTo>
                    <a:pt x="1" y="6642"/>
                  </a:lnTo>
                  <a:lnTo>
                    <a:pt x="1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1" y="6913"/>
                  </a:lnTo>
                  <a:lnTo>
                    <a:pt x="39" y="6990"/>
                  </a:lnTo>
                  <a:lnTo>
                    <a:pt x="117" y="7144"/>
                  </a:lnTo>
                  <a:lnTo>
                    <a:pt x="387" y="6990"/>
                  </a:lnTo>
                  <a:lnTo>
                    <a:pt x="1893" y="7144"/>
                  </a:lnTo>
                  <a:lnTo>
                    <a:pt x="3438" y="7299"/>
                  </a:lnTo>
                  <a:lnTo>
                    <a:pt x="6527" y="7453"/>
                  </a:lnTo>
                  <a:lnTo>
                    <a:pt x="6565" y="9307"/>
                  </a:lnTo>
                  <a:lnTo>
                    <a:pt x="6527" y="12628"/>
                  </a:lnTo>
                  <a:lnTo>
                    <a:pt x="6951" y="12628"/>
                  </a:lnTo>
                  <a:lnTo>
                    <a:pt x="6990" y="9461"/>
                  </a:lnTo>
                  <a:lnTo>
                    <a:pt x="6990" y="7492"/>
                  </a:lnTo>
                  <a:lnTo>
                    <a:pt x="8651" y="7569"/>
                  </a:lnTo>
                  <a:lnTo>
                    <a:pt x="10311" y="7646"/>
                  </a:lnTo>
                  <a:lnTo>
                    <a:pt x="10311" y="7183"/>
                  </a:lnTo>
                  <a:lnTo>
                    <a:pt x="8651" y="7106"/>
                  </a:lnTo>
                  <a:lnTo>
                    <a:pt x="6990" y="7028"/>
                  </a:lnTo>
                  <a:lnTo>
                    <a:pt x="7029" y="5368"/>
                  </a:lnTo>
                  <a:lnTo>
                    <a:pt x="6990" y="3708"/>
                  </a:lnTo>
                  <a:lnTo>
                    <a:pt x="6951" y="2047"/>
                  </a:lnTo>
                  <a:lnTo>
                    <a:pt x="6797" y="387"/>
                  </a:lnTo>
                  <a:lnTo>
                    <a:pt x="6990" y="194"/>
                  </a:lnTo>
                  <a:lnTo>
                    <a:pt x="6836" y="39"/>
                  </a:lnTo>
                  <a:lnTo>
                    <a:pt x="67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8"/>
            <p:cNvSpPr/>
            <p:nvPr/>
          </p:nvSpPr>
          <p:spPr>
            <a:xfrm>
              <a:off x="6625000" y="1926375"/>
              <a:ext cx="355300" cy="170900"/>
            </a:xfrm>
            <a:custGeom>
              <a:avLst/>
              <a:gdLst/>
              <a:ahLst/>
              <a:cxnLst/>
              <a:rect l="l" t="t" r="r" b="b"/>
              <a:pathLst>
                <a:path w="14212" h="6836" extrusionOk="0">
                  <a:moveTo>
                    <a:pt x="117" y="1"/>
                  </a:moveTo>
                  <a:lnTo>
                    <a:pt x="1" y="39"/>
                  </a:lnTo>
                  <a:lnTo>
                    <a:pt x="1970" y="3206"/>
                  </a:lnTo>
                  <a:lnTo>
                    <a:pt x="4056" y="6333"/>
                  </a:lnTo>
                  <a:lnTo>
                    <a:pt x="3554" y="6295"/>
                  </a:lnTo>
                  <a:lnTo>
                    <a:pt x="3052" y="6179"/>
                  </a:lnTo>
                  <a:lnTo>
                    <a:pt x="2588" y="6024"/>
                  </a:lnTo>
                  <a:lnTo>
                    <a:pt x="2125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8" y="6720"/>
                  </a:lnTo>
                  <a:lnTo>
                    <a:pt x="4133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9" y="6488"/>
                  </a:lnTo>
                  <a:lnTo>
                    <a:pt x="8960" y="6295"/>
                  </a:lnTo>
                  <a:lnTo>
                    <a:pt x="9771" y="6024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8" y="4673"/>
                  </a:lnTo>
                  <a:lnTo>
                    <a:pt x="12667" y="4403"/>
                  </a:lnTo>
                  <a:lnTo>
                    <a:pt x="12976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80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3" y="2163"/>
                  </a:lnTo>
                  <a:lnTo>
                    <a:pt x="14173" y="2124"/>
                  </a:lnTo>
                  <a:lnTo>
                    <a:pt x="13864" y="2124"/>
                  </a:lnTo>
                  <a:lnTo>
                    <a:pt x="13825" y="2163"/>
                  </a:lnTo>
                  <a:lnTo>
                    <a:pt x="13555" y="2704"/>
                  </a:lnTo>
                  <a:lnTo>
                    <a:pt x="13207" y="3167"/>
                  </a:lnTo>
                  <a:lnTo>
                    <a:pt x="12860" y="3630"/>
                  </a:lnTo>
                  <a:lnTo>
                    <a:pt x="12474" y="4016"/>
                  </a:lnTo>
                  <a:lnTo>
                    <a:pt x="12010" y="4364"/>
                  </a:lnTo>
                  <a:lnTo>
                    <a:pt x="11547" y="4712"/>
                  </a:lnTo>
                  <a:lnTo>
                    <a:pt x="11083" y="4982"/>
                  </a:lnTo>
                  <a:lnTo>
                    <a:pt x="10543" y="5252"/>
                  </a:lnTo>
                  <a:lnTo>
                    <a:pt x="10350" y="5252"/>
                  </a:lnTo>
                  <a:lnTo>
                    <a:pt x="10350" y="5368"/>
                  </a:lnTo>
                  <a:lnTo>
                    <a:pt x="10273" y="5368"/>
                  </a:lnTo>
                  <a:lnTo>
                    <a:pt x="10079" y="5407"/>
                  </a:lnTo>
                  <a:lnTo>
                    <a:pt x="10157" y="5445"/>
                  </a:lnTo>
                  <a:lnTo>
                    <a:pt x="9500" y="5677"/>
                  </a:lnTo>
                  <a:lnTo>
                    <a:pt x="8844" y="5870"/>
                  </a:lnTo>
                  <a:lnTo>
                    <a:pt x="7840" y="6102"/>
                  </a:lnTo>
                  <a:lnTo>
                    <a:pt x="6759" y="6295"/>
                  </a:lnTo>
                  <a:lnTo>
                    <a:pt x="6218" y="6333"/>
                  </a:lnTo>
                  <a:lnTo>
                    <a:pt x="5677" y="6411"/>
                  </a:lnTo>
                  <a:lnTo>
                    <a:pt x="4558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8"/>
            <p:cNvSpPr/>
            <p:nvPr/>
          </p:nvSpPr>
          <p:spPr>
            <a:xfrm>
              <a:off x="3536800" y="19312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3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6" y="7492"/>
                  </a:lnTo>
                  <a:lnTo>
                    <a:pt x="6371" y="7453"/>
                  </a:lnTo>
                  <a:lnTo>
                    <a:pt x="6371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59" y="12087"/>
                  </a:lnTo>
                  <a:lnTo>
                    <a:pt x="1583" y="14983"/>
                  </a:lnTo>
                  <a:lnTo>
                    <a:pt x="772" y="16451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8" y="16759"/>
                  </a:lnTo>
                  <a:lnTo>
                    <a:pt x="1969" y="15369"/>
                  </a:lnTo>
                  <a:lnTo>
                    <a:pt x="2780" y="13979"/>
                  </a:lnTo>
                  <a:lnTo>
                    <a:pt x="3591" y="12589"/>
                  </a:lnTo>
                  <a:lnTo>
                    <a:pt x="4441" y="11199"/>
                  </a:lnTo>
                  <a:lnTo>
                    <a:pt x="5290" y="9809"/>
                  </a:lnTo>
                  <a:lnTo>
                    <a:pt x="5715" y="9191"/>
                  </a:lnTo>
                  <a:lnTo>
                    <a:pt x="6178" y="8612"/>
                  </a:lnTo>
                  <a:lnTo>
                    <a:pt x="6603" y="8033"/>
                  </a:lnTo>
                  <a:lnTo>
                    <a:pt x="6989" y="7453"/>
                  </a:lnTo>
                  <a:lnTo>
                    <a:pt x="6989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89" y="7067"/>
                  </a:lnTo>
                  <a:lnTo>
                    <a:pt x="6873" y="7029"/>
                  </a:lnTo>
                  <a:lnTo>
                    <a:pt x="6835" y="7029"/>
                  </a:lnTo>
                  <a:lnTo>
                    <a:pt x="6101" y="6102"/>
                  </a:lnTo>
                  <a:lnTo>
                    <a:pt x="5290" y="5175"/>
                  </a:lnTo>
                  <a:lnTo>
                    <a:pt x="3668" y="3437"/>
                  </a:lnTo>
                  <a:lnTo>
                    <a:pt x="1969" y="1700"/>
                  </a:lnTo>
                  <a:lnTo>
                    <a:pt x="1081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8"/>
            <p:cNvSpPr/>
            <p:nvPr/>
          </p:nvSpPr>
          <p:spPr>
            <a:xfrm>
              <a:off x="902300" y="1957275"/>
              <a:ext cx="17400" cy="181500"/>
            </a:xfrm>
            <a:custGeom>
              <a:avLst/>
              <a:gdLst/>
              <a:ahLst/>
              <a:cxnLst/>
              <a:rect l="l" t="t" r="r" b="b"/>
              <a:pathLst>
                <a:path w="696" h="7260" extrusionOk="0">
                  <a:moveTo>
                    <a:pt x="425" y="0"/>
                  </a:moveTo>
                  <a:lnTo>
                    <a:pt x="348" y="888"/>
                  </a:lnTo>
                  <a:lnTo>
                    <a:pt x="232" y="1815"/>
                  </a:lnTo>
                  <a:lnTo>
                    <a:pt x="154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8"/>
            <p:cNvSpPr/>
            <p:nvPr/>
          </p:nvSpPr>
          <p:spPr>
            <a:xfrm>
              <a:off x="4880575" y="1957275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1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2" y="1738"/>
                  </a:lnTo>
                  <a:lnTo>
                    <a:pt x="310" y="3398"/>
                  </a:lnTo>
                  <a:lnTo>
                    <a:pt x="117" y="5059"/>
                  </a:lnTo>
                  <a:lnTo>
                    <a:pt x="1" y="6719"/>
                  </a:lnTo>
                  <a:lnTo>
                    <a:pt x="233" y="6758"/>
                  </a:lnTo>
                  <a:lnTo>
                    <a:pt x="503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7" y="77"/>
                  </a:lnTo>
                  <a:lnTo>
                    <a:pt x="1237" y="39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8"/>
            <p:cNvSpPr/>
            <p:nvPr/>
          </p:nvSpPr>
          <p:spPr>
            <a:xfrm>
              <a:off x="4907625" y="1959200"/>
              <a:ext cx="121650" cy="144825"/>
            </a:xfrm>
            <a:custGeom>
              <a:avLst/>
              <a:gdLst/>
              <a:ahLst/>
              <a:cxnLst/>
              <a:rect l="l" t="t" r="r" b="b"/>
              <a:pathLst>
                <a:path w="4866" h="5793" extrusionOk="0">
                  <a:moveTo>
                    <a:pt x="155" y="0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5"/>
                  </a:lnTo>
                  <a:lnTo>
                    <a:pt x="2896" y="3630"/>
                  </a:lnTo>
                  <a:lnTo>
                    <a:pt x="3475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7" y="1352"/>
                  </a:lnTo>
                  <a:lnTo>
                    <a:pt x="811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8"/>
            <p:cNvSpPr/>
            <p:nvPr/>
          </p:nvSpPr>
          <p:spPr>
            <a:xfrm>
              <a:off x="4761850" y="196692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0"/>
                  </a:moveTo>
                  <a:lnTo>
                    <a:pt x="0" y="78"/>
                  </a:lnTo>
                  <a:lnTo>
                    <a:pt x="193" y="927"/>
                  </a:lnTo>
                  <a:lnTo>
                    <a:pt x="425" y="1777"/>
                  </a:lnTo>
                  <a:lnTo>
                    <a:pt x="657" y="2626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1" y="6140"/>
                  </a:lnTo>
                  <a:lnTo>
                    <a:pt x="2085" y="6333"/>
                  </a:lnTo>
                  <a:lnTo>
                    <a:pt x="2124" y="6410"/>
                  </a:lnTo>
                  <a:lnTo>
                    <a:pt x="2317" y="6410"/>
                  </a:lnTo>
                  <a:lnTo>
                    <a:pt x="2356" y="6333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7" y="2935"/>
                  </a:lnTo>
                  <a:lnTo>
                    <a:pt x="734" y="1468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8"/>
            <p:cNvSpPr/>
            <p:nvPr/>
          </p:nvSpPr>
          <p:spPr>
            <a:xfrm>
              <a:off x="4771500" y="196885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0" y="39"/>
                  </a:lnTo>
                  <a:lnTo>
                    <a:pt x="1970" y="3206"/>
                  </a:lnTo>
                  <a:lnTo>
                    <a:pt x="4055" y="6333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2"/>
                  </a:lnTo>
                  <a:lnTo>
                    <a:pt x="3707" y="6720"/>
                  </a:lnTo>
                  <a:lnTo>
                    <a:pt x="4132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7" y="6333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8"/>
            <p:cNvSpPr/>
            <p:nvPr/>
          </p:nvSpPr>
          <p:spPr>
            <a:xfrm>
              <a:off x="5286050" y="19765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1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4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3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8"/>
                  </a:lnTo>
                  <a:lnTo>
                    <a:pt x="6951" y="12628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8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8"/>
            <p:cNvSpPr/>
            <p:nvPr/>
          </p:nvSpPr>
          <p:spPr>
            <a:xfrm>
              <a:off x="5455950" y="19814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8"/>
            <p:cNvSpPr/>
            <p:nvPr/>
          </p:nvSpPr>
          <p:spPr>
            <a:xfrm>
              <a:off x="752650" y="1995875"/>
              <a:ext cx="30925" cy="168975"/>
            </a:xfrm>
            <a:custGeom>
              <a:avLst/>
              <a:gdLst/>
              <a:ahLst/>
              <a:cxnLst/>
              <a:rect l="l" t="t" r="r" b="b"/>
              <a:pathLst>
                <a:path w="1237" h="6759" extrusionOk="0">
                  <a:moveTo>
                    <a:pt x="1121" y="1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7"/>
                  </a:lnTo>
                  <a:lnTo>
                    <a:pt x="541" y="1738"/>
                  </a:lnTo>
                  <a:lnTo>
                    <a:pt x="310" y="3399"/>
                  </a:lnTo>
                  <a:lnTo>
                    <a:pt x="117" y="5059"/>
                  </a:lnTo>
                  <a:lnTo>
                    <a:pt x="1" y="6720"/>
                  </a:lnTo>
                  <a:lnTo>
                    <a:pt x="232" y="6758"/>
                  </a:lnTo>
                  <a:lnTo>
                    <a:pt x="503" y="5137"/>
                  </a:lnTo>
                  <a:lnTo>
                    <a:pt x="773" y="3515"/>
                  </a:lnTo>
                  <a:lnTo>
                    <a:pt x="966" y="1854"/>
                  </a:lnTo>
                  <a:lnTo>
                    <a:pt x="1082" y="233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8"/>
            <p:cNvSpPr/>
            <p:nvPr/>
          </p:nvSpPr>
          <p:spPr>
            <a:xfrm>
              <a:off x="779675" y="19978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6" y="5097"/>
                  </a:lnTo>
                  <a:lnTo>
                    <a:pt x="4326" y="5445"/>
                  </a:lnTo>
                  <a:lnTo>
                    <a:pt x="4635" y="5792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5" y="5252"/>
                  </a:lnTo>
                  <a:lnTo>
                    <a:pt x="4403" y="4866"/>
                  </a:lnTo>
                  <a:lnTo>
                    <a:pt x="3862" y="4170"/>
                  </a:lnTo>
                  <a:lnTo>
                    <a:pt x="2704" y="2780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8"/>
            <p:cNvSpPr/>
            <p:nvPr/>
          </p:nvSpPr>
          <p:spPr>
            <a:xfrm>
              <a:off x="2839800" y="2000700"/>
              <a:ext cx="270325" cy="209525"/>
            </a:xfrm>
            <a:custGeom>
              <a:avLst/>
              <a:gdLst/>
              <a:ahLst/>
              <a:cxnLst/>
              <a:rect l="l" t="t" r="r" b="b"/>
              <a:pathLst>
                <a:path w="10813" h="8381" extrusionOk="0">
                  <a:moveTo>
                    <a:pt x="10233" y="1"/>
                  </a:moveTo>
                  <a:lnTo>
                    <a:pt x="10156" y="78"/>
                  </a:lnTo>
                  <a:lnTo>
                    <a:pt x="10117" y="155"/>
                  </a:lnTo>
                  <a:lnTo>
                    <a:pt x="10079" y="233"/>
                  </a:lnTo>
                  <a:lnTo>
                    <a:pt x="10079" y="348"/>
                  </a:lnTo>
                  <a:lnTo>
                    <a:pt x="10156" y="426"/>
                  </a:lnTo>
                  <a:lnTo>
                    <a:pt x="10272" y="580"/>
                  </a:lnTo>
                  <a:lnTo>
                    <a:pt x="10310" y="735"/>
                  </a:lnTo>
                  <a:lnTo>
                    <a:pt x="10349" y="928"/>
                  </a:lnTo>
                  <a:lnTo>
                    <a:pt x="10310" y="1121"/>
                  </a:lnTo>
                  <a:lnTo>
                    <a:pt x="10233" y="1275"/>
                  </a:lnTo>
                  <a:lnTo>
                    <a:pt x="10156" y="1468"/>
                  </a:lnTo>
                  <a:lnTo>
                    <a:pt x="9847" y="1854"/>
                  </a:lnTo>
                  <a:lnTo>
                    <a:pt x="9538" y="2202"/>
                  </a:lnTo>
                  <a:lnTo>
                    <a:pt x="9152" y="2511"/>
                  </a:lnTo>
                  <a:lnTo>
                    <a:pt x="8611" y="3013"/>
                  </a:lnTo>
                  <a:lnTo>
                    <a:pt x="8264" y="3283"/>
                  </a:lnTo>
                  <a:lnTo>
                    <a:pt x="8225" y="3206"/>
                  </a:lnTo>
                  <a:lnTo>
                    <a:pt x="8148" y="3129"/>
                  </a:lnTo>
                  <a:lnTo>
                    <a:pt x="7607" y="2820"/>
                  </a:lnTo>
                  <a:lnTo>
                    <a:pt x="7144" y="2434"/>
                  </a:lnTo>
                  <a:lnTo>
                    <a:pt x="6912" y="2665"/>
                  </a:lnTo>
                  <a:lnTo>
                    <a:pt x="7105" y="2936"/>
                  </a:lnTo>
                  <a:lnTo>
                    <a:pt x="7376" y="3167"/>
                  </a:lnTo>
                  <a:lnTo>
                    <a:pt x="7646" y="3399"/>
                  </a:lnTo>
                  <a:lnTo>
                    <a:pt x="7955" y="3553"/>
                  </a:lnTo>
                  <a:lnTo>
                    <a:pt x="7028" y="4287"/>
                  </a:lnTo>
                  <a:lnTo>
                    <a:pt x="6101" y="4982"/>
                  </a:lnTo>
                  <a:lnTo>
                    <a:pt x="4943" y="5793"/>
                  </a:lnTo>
                  <a:lnTo>
                    <a:pt x="3746" y="6527"/>
                  </a:lnTo>
                  <a:lnTo>
                    <a:pt x="3553" y="6681"/>
                  </a:lnTo>
                  <a:lnTo>
                    <a:pt x="3475" y="6334"/>
                  </a:lnTo>
                  <a:lnTo>
                    <a:pt x="3321" y="6025"/>
                  </a:lnTo>
                  <a:lnTo>
                    <a:pt x="3128" y="5716"/>
                  </a:lnTo>
                  <a:lnTo>
                    <a:pt x="2896" y="5446"/>
                  </a:lnTo>
                  <a:lnTo>
                    <a:pt x="2626" y="5677"/>
                  </a:lnTo>
                  <a:lnTo>
                    <a:pt x="2819" y="5909"/>
                  </a:lnTo>
                  <a:lnTo>
                    <a:pt x="2935" y="6179"/>
                  </a:lnTo>
                  <a:lnTo>
                    <a:pt x="3051" y="6565"/>
                  </a:lnTo>
                  <a:lnTo>
                    <a:pt x="3128" y="6952"/>
                  </a:lnTo>
                  <a:lnTo>
                    <a:pt x="2317" y="7376"/>
                  </a:lnTo>
                  <a:lnTo>
                    <a:pt x="1892" y="7608"/>
                  </a:lnTo>
                  <a:lnTo>
                    <a:pt x="1467" y="7762"/>
                  </a:lnTo>
                  <a:lnTo>
                    <a:pt x="1081" y="7878"/>
                  </a:lnTo>
                  <a:lnTo>
                    <a:pt x="927" y="7917"/>
                  </a:lnTo>
                  <a:lnTo>
                    <a:pt x="772" y="7917"/>
                  </a:lnTo>
                  <a:lnTo>
                    <a:pt x="618" y="7878"/>
                  </a:lnTo>
                  <a:lnTo>
                    <a:pt x="502" y="7840"/>
                  </a:lnTo>
                  <a:lnTo>
                    <a:pt x="386" y="7724"/>
                  </a:lnTo>
                  <a:lnTo>
                    <a:pt x="309" y="7608"/>
                  </a:lnTo>
                  <a:lnTo>
                    <a:pt x="270" y="7569"/>
                  </a:lnTo>
                  <a:lnTo>
                    <a:pt x="232" y="7531"/>
                  </a:lnTo>
                  <a:lnTo>
                    <a:pt x="116" y="7492"/>
                  </a:lnTo>
                  <a:lnTo>
                    <a:pt x="39" y="7569"/>
                  </a:lnTo>
                  <a:lnTo>
                    <a:pt x="0" y="7608"/>
                  </a:lnTo>
                  <a:lnTo>
                    <a:pt x="0" y="7685"/>
                  </a:lnTo>
                  <a:lnTo>
                    <a:pt x="39" y="7840"/>
                  </a:lnTo>
                  <a:lnTo>
                    <a:pt x="77" y="7994"/>
                  </a:lnTo>
                  <a:lnTo>
                    <a:pt x="155" y="8110"/>
                  </a:lnTo>
                  <a:lnTo>
                    <a:pt x="270" y="8226"/>
                  </a:lnTo>
                  <a:lnTo>
                    <a:pt x="348" y="8264"/>
                  </a:lnTo>
                  <a:lnTo>
                    <a:pt x="463" y="8342"/>
                  </a:lnTo>
                  <a:lnTo>
                    <a:pt x="734" y="8380"/>
                  </a:lnTo>
                  <a:lnTo>
                    <a:pt x="1004" y="8380"/>
                  </a:lnTo>
                  <a:lnTo>
                    <a:pt x="1274" y="8342"/>
                  </a:lnTo>
                  <a:lnTo>
                    <a:pt x="1545" y="8264"/>
                  </a:lnTo>
                  <a:lnTo>
                    <a:pt x="1815" y="8149"/>
                  </a:lnTo>
                  <a:lnTo>
                    <a:pt x="2935" y="7569"/>
                  </a:lnTo>
                  <a:lnTo>
                    <a:pt x="4055" y="6952"/>
                  </a:lnTo>
                  <a:lnTo>
                    <a:pt x="5097" y="6295"/>
                  </a:lnTo>
                  <a:lnTo>
                    <a:pt x="6140" y="5561"/>
                  </a:lnTo>
                  <a:lnTo>
                    <a:pt x="7067" y="4866"/>
                  </a:lnTo>
                  <a:lnTo>
                    <a:pt x="7993" y="4171"/>
                  </a:lnTo>
                  <a:lnTo>
                    <a:pt x="8881" y="3399"/>
                  </a:lnTo>
                  <a:lnTo>
                    <a:pt x="9731" y="2627"/>
                  </a:lnTo>
                  <a:lnTo>
                    <a:pt x="10001" y="2356"/>
                  </a:lnTo>
                  <a:lnTo>
                    <a:pt x="10272" y="2047"/>
                  </a:lnTo>
                  <a:lnTo>
                    <a:pt x="10503" y="1739"/>
                  </a:lnTo>
                  <a:lnTo>
                    <a:pt x="10696" y="1430"/>
                  </a:lnTo>
                  <a:lnTo>
                    <a:pt x="10812" y="1082"/>
                  </a:lnTo>
                  <a:lnTo>
                    <a:pt x="10812" y="928"/>
                  </a:lnTo>
                  <a:lnTo>
                    <a:pt x="10812" y="735"/>
                  </a:lnTo>
                  <a:lnTo>
                    <a:pt x="10774" y="580"/>
                  </a:lnTo>
                  <a:lnTo>
                    <a:pt x="10735" y="387"/>
                  </a:lnTo>
                  <a:lnTo>
                    <a:pt x="10619" y="233"/>
                  </a:lnTo>
                  <a:lnTo>
                    <a:pt x="10465" y="40"/>
                  </a:lnTo>
                  <a:lnTo>
                    <a:pt x="103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8"/>
            <p:cNvSpPr/>
            <p:nvPr/>
          </p:nvSpPr>
          <p:spPr>
            <a:xfrm>
              <a:off x="633925" y="2005525"/>
              <a:ext cx="61800" cy="160300"/>
            </a:xfrm>
            <a:custGeom>
              <a:avLst/>
              <a:gdLst/>
              <a:ahLst/>
              <a:cxnLst/>
              <a:rect l="l" t="t" r="r" b="b"/>
              <a:pathLst>
                <a:path w="2472" h="6412" extrusionOk="0">
                  <a:moveTo>
                    <a:pt x="309" y="1"/>
                  </a:moveTo>
                  <a:lnTo>
                    <a:pt x="0" y="78"/>
                  </a:lnTo>
                  <a:lnTo>
                    <a:pt x="193" y="928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5"/>
                  </a:lnTo>
                  <a:lnTo>
                    <a:pt x="1661" y="5716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6" y="5909"/>
                  </a:lnTo>
                  <a:lnTo>
                    <a:pt x="1931" y="6141"/>
                  </a:lnTo>
                  <a:lnTo>
                    <a:pt x="2085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1" y="6257"/>
                  </a:lnTo>
                  <a:lnTo>
                    <a:pt x="2356" y="5948"/>
                  </a:lnTo>
                  <a:lnTo>
                    <a:pt x="2278" y="5948"/>
                  </a:lnTo>
                  <a:lnTo>
                    <a:pt x="2124" y="5600"/>
                  </a:lnTo>
                  <a:lnTo>
                    <a:pt x="1969" y="5214"/>
                  </a:lnTo>
                  <a:lnTo>
                    <a:pt x="1738" y="4442"/>
                  </a:lnTo>
                  <a:lnTo>
                    <a:pt x="1197" y="2936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8"/>
            <p:cNvSpPr/>
            <p:nvPr/>
          </p:nvSpPr>
          <p:spPr>
            <a:xfrm>
              <a:off x="643575" y="2007475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0"/>
                  </a:moveTo>
                  <a:lnTo>
                    <a:pt x="0" y="39"/>
                  </a:lnTo>
                  <a:lnTo>
                    <a:pt x="1970" y="3205"/>
                  </a:lnTo>
                  <a:lnTo>
                    <a:pt x="4055" y="6333"/>
                  </a:lnTo>
                  <a:lnTo>
                    <a:pt x="3553" y="6294"/>
                  </a:lnTo>
                  <a:lnTo>
                    <a:pt x="3051" y="6179"/>
                  </a:lnTo>
                  <a:lnTo>
                    <a:pt x="2587" y="6024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5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7" y="6719"/>
                  </a:lnTo>
                  <a:lnTo>
                    <a:pt x="4132" y="6796"/>
                  </a:lnTo>
                  <a:lnTo>
                    <a:pt x="4595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8" y="6642"/>
                  </a:lnTo>
                  <a:lnTo>
                    <a:pt x="8148" y="6487"/>
                  </a:lnTo>
                  <a:lnTo>
                    <a:pt x="8959" y="6294"/>
                  </a:lnTo>
                  <a:lnTo>
                    <a:pt x="9770" y="6024"/>
                  </a:lnTo>
                  <a:lnTo>
                    <a:pt x="10581" y="5715"/>
                  </a:lnTo>
                  <a:lnTo>
                    <a:pt x="11314" y="5368"/>
                  </a:lnTo>
                  <a:lnTo>
                    <a:pt x="12009" y="4904"/>
                  </a:lnTo>
                  <a:lnTo>
                    <a:pt x="12357" y="4673"/>
                  </a:lnTo>
                  <a:lnTo>
                    <a:pt x="12666" y="4402"/>
                  </a:lnTo>
                  <a:lnTo>
                    <a:pt x="12975" y="4093"/>
                  </a:lnTo>
                  <a:lnTo>
                    <a:pt x="13284" y="3784"/>
                  </a:lnTo>
                  <a:lnTo>
                    <a:pt x="13515" y="3476"/>
                  </a:lnTo>
                  <a:lnTo>
                    <a:pt x="13786" y="3128"/>
                  </a:lnTo>
                  <a:lnTo>
                    <a:pt x="13979" y="2780"/>
                  </a:lnTo>
                  <a:lnTo>
                    <a:pt x="14211" y="2394"/>
                  </a:lnTo>
                  <a:lnTo>
                    <a:pt x="14211" y="2278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4" y="2163"/>
                  </a:lnTo>
                  <a:lnTo>
                    <a:pt x="13554" y="2703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6"/>
                  </a:lnTo>
                  <a:lnTo>
                    <a:pt x="12009" y="4364"/>
                  </a:lnTo>
                  <a:lnTo>
                    <a:pt x="11546" y="4711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6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1"/>
                  </a:lnTo>
                  <a:lnTo>
                    <a:pt x="6758" y="6294"/>
                  </a:lnTo>
                  <a:lnTo>
                    <a:pt x="6217" y="6333"/>
                  </a:lnTo>
                  <a:lnTo>
                    <a:pt x="5677" y="6410"/>
                  </a:lnTo>
                  <a:lnTo>
                    <a:pt x="4557" y="6410"/>
                  </a:lnTo>
                  <a:lnTo>
                    <a:pt x="4595" y="6294"/>
                  </a:lnTo>
                  <a:lnTo>
                    <a:pt x="4364" y="6256"/>
                  </a:lnTo>
                  <a:lnTo>
                    <a:pt x="3398" y="4634"/>
                  </a:lnTo>
                  <a:lnTo>
                    <a:pt x="2356" y="3012"/>
                  </a:lnTo>
                  <a:lnTo>
                    <a:pt x="1275" y="1468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8"/>
            <p:cNvSpPr/>
            <p:nvPr/>
          </p:nvSpPr>
          <p:spPr>
            <a:xfrm>
              <a:off x="5946350" y="2008425"/>
              <a:ext cx="112975" cy="132300"/>
            </a:xfrm>
            <a:custGeom>
              <a:avLst/>
              <a:gdLst/>
              <a:ahLst/>
              <a:cxnLst/>
              <a:rect l="l" t="t" r="r" b="b"/>
              <a:pathLst>
                <a:path w="4519" h="5292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55"/>
                  </a:lnTo>
                  <a:lnTo>
                    <a:pt x="2240" y="271"/>
                  </a:lnTo>
                  <a:lnTo>
                    <a:pt x="2009" y="426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082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08"/>
                  </a:lnTo>
                  <a:lnTo>
                    <a:pt x="1" y="4055"/>
                  </a:lnTo>
                  <a:lnTo>
                    <a:pt x="1" y="4364"/>
                  </a:lnTo>
                  <a:lnTo>
                    <a:pt x="39" y="4673"/>
                  </a:lnTo>
                  <a:lnTo>
                    <a:pt x="117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789"/>
                  </a:lnTo>
                  <a:lnTo>
                    <a:pt x="696" y="4712"/>
                  </a:lnTo>
                  <a:lnTo>
                    <a:pt x="580" y="4557"/>
                  </a:lnTo>
                  <a:lnTo>
                    <a:pt x="541" y="4442"/>
                  </a:lnTo>
                  <a:lnTo>
                    <a:pt x="503" y="4248"/>
                  </a:lnTo>
                  <a:lnTo>
                    <a:pt x="541" y="4055"/>
                  </a:lnTo>
                  <a:lnTo>
                    <a:pt x="580" y="3592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27" y="2318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16" y="1159"/>
                  </a:lnTo>
                  <a:lnTo>
                    <a:pt x="2202" y="889"/>
                  </a:lnTo>
                  <a:lnTo>
                    <a:pt x="2627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6" y="464"/>
                  </a:lnTo>
                  <a:lnTo>
                    <a:pt x="4441" y="464"/>
                  </a:lnTo>
                  <a:lnTo>
                    <a:pt x="4519" y="426"/>
                  </a:lnTo>
                  <a:lnTo>
                    <a:pt x="4519" y="348"/>
                  </a:lnTo>
                  <a:lnTo>
                    <a:pt x="4519" y="155"/>
                  </a:lnTo>
                  <a:lnTo>
                    <a:pt x="4210" y="155"/>
                  </a:lnTo>
                  <a:lnTo>
                    <a:pt x="3901" y="78"/>
                  </a:lnTo>
                  <a:lnTo>
                    <a:pt x="36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8"/>
            <p:cNvSpPr/>
            <p:nvPr/>
          </p:nvSpPr>
          <p:spPr>
            <a:xfrm>
              <a:off x="6195425" y="2043175"/>
              <a:ext cx="25125" cy="11625"/>
            </a:xfrm>
            <a:custGeom>
              <a:avLst/>
              <a:gdLst/>
              <a:ahLst/>
              <a:cxnLst/>
              <a:rect l="l" t="t" r="r" b="b"/>
              <a:pathLst>
                <a:path w="1005" h="465" extrusionOk="0">
                  <a:moveTo>
                    <a:pt x="773" y="1"/>
                  </a:moveTo>
                  <a:lnTo>
                    <a:pt x="541" y="40"/>
                  </a:lnTo>
                  <a:lnTo>
                    <a:pt x="309" y="78"/>
                  </a:lnTo>
                  <a:lnTo>
                    <a:pt x="78" y="155"/>
                  </a:lnTo>
                  <a:lnTo>
                    <a:pt x="39" y="194"/>
                  </a:lnTo>
                  <a:lnTo>
                    <a:pt x="0" y="271"/>
                  </a:lnTo>
                  <a:lnTo>
                    <a:pt x="0" y="348"/>
                  </a:lnTo>
                  <a:lnTo>
                    <a:pt x="78" y="426"/>
                  </a:lnTo>
                  <a:lnTo>
                    <a:pt x="116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580" y="348"/>
                  </a:lnTo>
                  <a:lnTo>
                    <a:pt x="773" y="387"/>
                  </a:lnTo>
                  <a:lnTo>
                    <a:pt x="850" y="348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04" y="233"/>
                  </a:lnTo>
                  <a:lnTo>
                    <a:pt x="1004" y="155"/>
                  </a:lnTo>
                  <a:lnTo>
                    <a:pt x="966" y="78"/>
                  </a:lnTo>
                  <a:lnTo>
                    <a:pt x="888" y="40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8"/>
            <p:cNvSpPr/>
            <p:nvPr/>
          </p:nvSpPr>
          <p:spPr>
            <a:xfrm>
              <a:off x="6096950" y="2048975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155" y="1"/>
                  </a:moveTo>
                  <a:lnTo>
                    <a:pt x="116" y="39"/>
                  </a:lnTo>
                  <a:lnTo>
                    <a:pt x="39" y="78"/>
                  </a:lnTo>
                  <a:lnTo>
                    <a:pt x="1" y="155"/>
                  </a:lnTo>
                  <a:lnTo>
                    <a:pt x="39" y="271"/>
                  </a:lnTo>
                  <a:lnTo>
                    <a:pt x="116" y="310"/>
                  </a:lnTo>
                  <a:lnTo>
                    <a:pt x="155" y="310"/>
                  </a:lnTo>
                  <a:lnTo>
                    <a:pt x="425" y="348"/>
                  </a:lnTo>
                  <a:lnTo>
                    <a:pt x="734" y="348"/>
                  </a:lnTo>
                  <a:lnTo>
                    <a:pt x="812" y="271"/>
                  </a:lnTo>
                  <a:lnTo>
                    <a:pt x="850" y="155"/>
                  </a:lnTo>
                  <a:lnTo>
                    <a:pt x="812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8"/>
            <p:cNvSpPr/>
            <p:nvPr/>
          </p:nvSpPr>
          <p:spPr>
            <a:xfrm>
              <a:off x="5988825" y="2089525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580"/>
                  </a:lnTo>
                  <a:lnTo>
                    <a:pt x="2549" y="696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59"/>
                  </a:lnTo>
                  <a:lnTo>
                    <a:pt x="3206" y="1429"/>
                  </a:lnTo>
                  <a:lnTo>
                    <a:pt x="3244" y="1661"/>
                  </a:lnTo>
                  <a:lnTo>
                    <a:pt x="3244" y="1931"/>
                  </a:lnTo>
                  <a:lnTo>
                    <a:pt x="3206" y="2201"/>
                  </a:lnTo>
                  <a:lnTo>
                    <a:pt x="3090" y="2433"/>
                  </a:lnTo>
                  <a:lnTo>
                    <a:pt x="2974" y="2665"/>
                  </a:lnTo>
                  <a:lnTo>
                    <a:pt x="2781" y="2858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47" y="3244"/>
                  </a:lnTo>
                  <a:lnTo>
                    <a:pt x="1777" y="3244"/>
                  </a:lnTo>
                  <a:lnTo>
                    <a:pt x="1468" y="3167"/>
                  </a:lnTo>
                  <a:lnTo>
                    <a:pt x="1198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24"/>
                  </a:lnTo>
                  <a:lnTo>
                    <a:pt x="464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8" y="889"/>
                  </a:lnTo>
                  <a:lnTo>
                    <a:pt x="1121" y="734"/>
                  </a:lnTo>
                  <a:lnTo>
                    <a:pt x="1352" y="580"/>
                  </a:lnTo>
                  <a:lnTo>
                    <a:pt x="1584" y="464"/>
                  </a:lnTo>
                  <a:close/>
                  <a:moveTo>
                    <a:pt x="1700" y="0"/>
                  </a:moveTo>
                  <a:lnTo>
                    <a:pt x="1545" y="78"/>
                  </a:lnTo>
                  <a:lnTo>
                    <a:pt x="1352" y="116"/>
                  </a:lnTo>
                  <a:lnTo>
                    <a:pt x="1314" y="155"/>
                  </a:lnTo>
                  <a:lnTo>
                    <a:pt x="1082" y="271"/>
                  </a:lnTo>
                  <a:lnTo>
                    <a:pt x="812" y="387"/>
                  </a:lnTo>
                  <a:lnTo>
                    <a:pt x="619" y="541"/>
                  </a:lnTo>
                  <a:lnTo>
                    <a:pt x="426" y="734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1" y="2086"/>
                  </a:lnTo>
                  <a:lnTo>
                    <a:pt x="39" y="2279"/>
                  </a:lnTo>
                  <a:lnTo>
                    <a:pt x="117" y="2472"/>
                  </a:lnTo>
                  <a:lnTo>
                    <a:pt x="310" y="2819"/>
                  </a:lnTo>
                  <a:lnTo>
                    <a:pt x="541" y="3128"/>
                  </a:lnTo>
                  <a:lnTo>
                    <a:pt x="850" y="3399"/>
                  </a:lnTo>
                  <a:lnTo>
                    <a:pt x="1198" y="3592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07"/>
                  </a:lnTo>
                  <a:lnTo>
                    <a:pt x="2356" y="3669"/>
                  </a:lnTo>
                  <a:lnTo>
                    <a:pt x="2627" y="3553"/>
                  </a:lnTo>
                  <a:lnTo>
                    <a:pt x="2897" y="3399"/>
                  </a:lnTo>
                  <a:lnTo>
                    <a:pt x="3129" y="3244"/>
                  </a:lnTo>
                  <a:lnTo>
                    <a:pt x="3322" y="3012"/>
                  </a:lnTo>
                  <a:lnTo>
                    <a:pt x="3476" y="2742"/>
                  </a:lnTo>
                  <a:lnTo>
                    <a:pt x="3631" y="2472"/>
                  </a:lnTo>
                  <a:lnTo>
                    <a:pt x="3708" y="2201"/>
                  </a:lnTo>
                  <a:lnTo>
                    <a:pt x="3746" y="1893"/>
                  </a:lnTo>
                  <a:lnTo>
                    <a:pt x="3708" y="1584"/>
                  </a:lnTo>
                  <a:lnTo>
                    <a:pt x="3669" y="1275"/>
                  </a:lnTo>
                  <a:lnTo>
                    <a:pt x="3515" y="966"/>
                  </a:lnTo>
                  <a:lnTo>
                    <a:pt x="3322" y="696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8"/>
            <p:cNvSpPr/>
            <p:nvPr/>
          </p:nvSpPr>
          <p:spPr>
            <a:xfrm>
              <a:off x="3369775" y="2101100"/>
              <a:ext cx="174750" cy="292550"/>
            </a:xfrm>
            <a:custGeom>
              <a:avLst/>
              <a:gdLst/>
              <a:ahLst/>
              <a:cxnLst/>
              <a:rect l="l" t="t" r="r" b="b"/>
              <a:pathLst>
                <a:path w="6990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3" y="6256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3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1" y="11508"/>
                  </a:lnTo>
                  <a:lnTo>
                    <a:pt x="6951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8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5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3" y="8573"/>
                  </a:lnTo>
                  <a:lnTo>
                    <a:pt x="6295" y="9500"/>
                  </a:lnTo>
                  <a:lnTo>
                    <a:pt x="6256" y="10427"/>
                  </a:lnTo>
                  <a:lnTo>
                    <a:pt x="5986" y="9886"/>
                  </a:lnTo>
                  <a:lnTo>
                    <a:pt x="5252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8"/>
            <p:cNvSpPr/>
            <p:nvPr/>
          </p:nvSpPr>
          <p:spPr>
            <a:xfrm>
              <a:off x="4221225" y="2127175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8"/>
            <p:cNvSpPr/>
            <p:nvPr/>
          </p:nvSpPr>
          <p:spPr>
            <a:xfrm>
              <a:off x="4086075" y="21291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7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6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2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69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7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5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5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8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4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4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8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8"/>
            <p:cNvSpPr/>
            <p:nvPr/>
          </p:nvSpPr>
          <p:spPr>
            <a:xfrm>
              <a:off x="5288925" y="2151300"/>
              <a:ext cx="174775" cy="292550"/>
            </a:xfrm>
            <a:custGeom>
              <a:avLst/>
              <a:gdLst/>
              <a:ahLst/>
              <a:cxnLst/>
              <a:rect l="l" t="t" r="r" b="b"/>
              <a:pathLst>
                <a:path w="6991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8"/>
            <p:cNvSpPr/>
            <p:nvPr/>
          </p:nvSpPr>
          <p:spPr>
            <a:xfrm>
              <a:off x="1498900" y="21899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7" y="618"/>
                  </a:moveTo>
                  <a:lnTo>
                    <a:pt x="5947" y="773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5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3" y="3900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0"/>
                  </a:lnTo>
                  <a:lnTo>
                    <a:pt x="5792" y="3862"/>
                  </a:lnTo>
                  <a:lnTo>
                    <a:pt x="5676" y="3746"/>
                  </a:lnTo>
                  <a:lnTo>
                    <a:pt x="5561" y="3553"/>
                  </a:lnTo>
                  <a:lnTo>
                    <a:pt x="5483" y="3321"/>
                  </a:lnTo>
                  <a:lnTo>
                    <a:pt x="5406" y="2626"/>
                  </a:lnTo>
                  <a:lnTo>
                    <a:pt x="5367" y="1970"/>
                  </a:lnTo>
                  <a:lnTo>
                    <a:pt x="5367" y="618"/>
                  </a:lnTo>
                  <a:close/>
                  <a:moveTo>
                    <a:pt x="2780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7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6" y="3012"/>
                  </a:lnTo>
                  <a:lnTo>
                    <a:pt x="888" y="2549"/>
                  </a:lnTo>
                  <a:lnTo>
                    <a:pt x="1158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0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2" y="6295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0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4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8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6" y="4287"/>
                  </a:lnTo>
                  <a:lnTo>
                    <a:pt x="965" y="4518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3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7" y="3398"/>
                  </a:lnTo>
                  <a:lnTo>
                    <a:pt x="5174" y="3746"/>
                  </a:lnTo>
                  <a:lnTo>
                    <a:pt x="5213" y="3900"/>
                  </a:lnTo>
                  <a:lnTo>
                    <a:pt x="5290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69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7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0" y="4904"/>
                  </a:lnTo>
                  <a:lnTo>
                    <a:pt x="9383" y="4904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3" y="6488"/>
                  </a:lnTo>
                  <a:lnTo>
                    <a:pt x="10696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6" y="6565"/>
                  </a:lnTo>
                  <a:lnTo>
                    <a:pt x="12280" y="6912"/>
                  </a:lnTo>
                  <a:lnTo>
                    <a:pt x="12395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8" y="8998"/>
                  </a:lnTo>
                  <a:lnTo>
                    <a:pt x="12511" y="8998"/>
                  </a:lnTo>
                  <a:lnTo>
                    <a:pt x="12434" y="9075"/>
                  </a:lnTo>
                  <a:lnTo>
                    <a:pt x="12395" y="9113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3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0" y="7723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7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4" y="5098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6"/>
                  </a:lnTo>
                  <a:lnTo>
                    <a:pt x="9885" y="4480"/>
                  </a:lnTo>
                  <a:lnTo>
                    <a:pt x="9538" y="4441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4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8" y="348"/>
                  </a:lnTo>
                  <a:lnTo>
                    <a:pt x="5715" y="193"/>
                  </a:lnTo>
                  <a:lnTo>
                    <a:pt x="5290" y="78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8"/>
            <p:cNvSpPr/>
            <p:nvPr/>
          </p:nvSpPr>
          <p:spPr>
            <a:xfrm>
              <a:off x="1530750" y="22034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7" y="7454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5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3"/>
                  </a:lnTo>
                  <a:lnTo>
                    <a:pt x="9538" y="9423"/>
                  </a:lnTo>
                  <a:lnTo>
                    <a:pt x="9384" y="9655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8" y="10195"/>
                  </a:lnTo>
                  <a:lnTo>
                    <a:pt x="8109" y="10157"/>
                  </a:lnTo>
                  <a:lnTo>
                    <a:pt x="7839" y="10079"/>
                  </a:lnTo>
                  <a:lnTo>
                    <a:pt x="7607" y="9964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8" y="9346"/>
                  </a:lnTo>
                  <a:lnTo>
                    <a:pt x="6951" y="9075"/>
                  </a:lnTo>
                  <a:lnTo>
                    <a:pt x="6912" y="8805"/>
                  </a:lnTo>
                  <a:lnTo>
                    <a:pt x="6951" y="8535"/>
                  </a:lnTo>
                  <a:lnTo>
                    <a:pt x="7028" y="8265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3" y="7569"/>
                  </a:lnTo>
                  <a:lnTo>
                    <a:pt x="8148" y="7338"/>
                  </a:lnTo>
                  <a:lnTo>
                    <a:pt x="8225" y="7299"/>
                  </a:lnTo>
                  <a:close/>
                  <a:moveTo>
                    <a:pt x="2858" y="1"/>
                  </a:moveTo>
                  <a:lnTo>
                    <a:pt x="2665" y="40"/>
                  </a:lnTo>
                  <a:lnTo>
                    <a:pt x="2665" y="78"/>
                  </a:lnTo>
                  <a:lnTo>
                    <a:pt x="2626" y="1353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3" y="5098"/>
                  </a:lnTo>
                  <a:lnTo>
                    <a:pt x="2896" y="7492"/>
                  </a:lnTo>
                  <a:lnTo>
                    <a:pt x="2896" y="8149"/>
                  </a:lnTo>
                  <a:lnTo>
                    <a:pt x="2935" y="8458"/>
                  </a:lnTo>
                  <a:lnTo>
                    <a:pt x="2974" y="8612"/>
                  </a:lnTo>
                  <a:lnTo>
                    <a:pt x="3051" y="8767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0" y="8689"/>
                  </a:lnTo>
                  <a:lnTo>
                    <a:pt x="0" y="9037"/>
                  </a:lnTo>
                  <a:lnTo>
                    <a:pt x="773" y="9114"/>
                  </a:lnTo>
                  <a:lnTo>
                    <a:pt x="1545" y="9153"/>
                  </a:lnTo>
                  <a:lnTo>
                    <a:pt x="3128" y="9230"/>
                  </a:lnTo>
                  <a:lnTo>
                    <a:pt x="4827" y="9307"/>
                  </a:lnTo>
                  <a:lnTo>
                    <a:pt x="5677" y="9307"/>
                  </a:lnTo>
                  <a:lnTo>
                    <a:pt x="6488" y="9269"/>
                  </a:lnTo>
                  <a:lnTo>
                    <a:pt x="6603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1" y="10311"/>
                  </a:lnTo>
                  <a:lnTo>
                    <a:pt x="7492" y="10466"/>
                  </a:lnTo>
                  <a:lnTo>
                    <a:pt x="7801" y="10581"/>
                  </a:lnTo>
                  <a:lnTo>
                    <a:pt x="8109" y="10659"/>
                  </a:lnTo>
                  <a:lnTo>
                    <a:pt x="8418" y="10697"/>
                  </a:lnTo>
                  <a:lnTo>
                    <a:pt x="8727" y="10620"/>
                  </a:lnTo>
                  <a:lnTo>
                    <a:pt x="9036" y="10543"/>
                  </a:lnTo>
                  <a:lnTo>
                    <a:pt x="9306" y="10388"/>
                  </a:lnTo>
                  <a:lnTo>
                    <a:pt x="9538" y="10195"/>
                  </a:lnTo>
                  <a:lnTo>
                    <a:pt x="9770" y="9964"/>
                  </a:lnTo>
                  <a:lnTo>
                    <a:pt x="9924" y="9693"/>
                  </a:lnTo>
                  <a:lnTo>
                    <a:pt x="10079" y="9423"/>
                  </a:lnTo>
                  <a:lnTo>
                    <a:pt x="10156" y="9153"/>
                  </a:lnTo>
                  <a:lnTo>
                    <a:pt x="10195" y="9153"/>
                  </a:lnTo>
                  <a:lnTo>
                    <a:pt x="10195" y="8767"/>
                  </a:lnTo>
                  <a:lnTo>
                    <a:pt x="10156" y="8419"/>
                  </a:lnTo>
                  <a:lnTo>
                    <a:pt x="10040" y="8071"/>
                  </a:lnTo>
                  <a:lnTo>
                    <a:pt x="9847" y="7763"/>
                  </a:lnTo>
                  <a:lnTo>
                    <a:pt x="9615" y="7492"/>
                  </a:lnTo>
                  <a:lnTo>
                    <a:pt x="9306" y="7261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6" y="6990"/>
                  </a:lnTo>
                  <a:lnTo>
                    <a:pt x="7723" y="7029"/>
                  </a:lnTo>
                  <a:lnTo>
                    <a:pt x="7414" y="7145"/>
                  </a:lnTo>
                  <a:lnTo>
                    <a:pt x="7144" y="7338"/>
                  </a:lnTo>
                  <a:lnTo>
                    <a:pt x="6912" y="7569"/>
                  </a:lnTo>
                  <a:lnTo>
                    <a:pt x="6719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5" y="8805"/>
                  </a:lnTo>
                  <a:lnTo>
                    <a:pt x="4943" y="8767"/>
                  </a:lnTo>
                  <a:lnTo>
                    <a:pt x="3476" y="8767"/>
                  </a:lnTo>
                  <a:lnTo>
                    <a:pt x="3476" y="8728"/>
                  </a:lnTo>
                  <a:lnTo>
                    <a:pt x="3476" y="8651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5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6"/>
                  </a:lnTo>
                  <a:lnTo>
                    <a:pt x="3205" y="7338"/>
                  </a:lnTo>
                  <a:lnTo>
                    <a:pt x="3128" y="6450"/>
                  </a:lnTo>
                  <a:lnTo>
                    <a:pt x="3012" y="4326"/>
                  </a:lnTo>
                  <a:lnTo>
                    <a:pt x="2935" y="2202"/>
                  </a:lnTo>
                  <a:lnTo>
                    <a:pt x="2896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8"/>
            <p:cNvSpPr/>
            <p:nvPr/>
          </p:nvSpPr>
          <p:spPr>
            <a:xfrm>
              <a:off x="4324525" y="22671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8"/>
            <p:cNvSpPr/>
            <p:nvPr/>
          </p:nvSpPr>
          <p:spPr>
            <a:xfrm>
              <a:off x="4273375" y="2268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8"/>
            <p:cNvSpPr/>
            <p:nvPr/>
          </p:nvSpPr>
          <p:spPr>
            <a:xfrm>
              <a:off x="1394625" y="22999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94"/>
                  </a:lnTo>
                  <a:lnTo>
                    <a:pt x="2240" y="309"/>
                  </a:lnTo>
                  <a:lnTo>
                    <a:pt x="2009" y="425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46"/>
                  </a:lnTo>
                  <a:lnTo>
                    <a:pt x="1" y="4055"/>
                  </a:lnTo>
                  <a:lnTo>
                    <a:pt x="1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4" y="4711"/>
                  </a:lnTo>
                  <a:lnTo>
                    <a:pt x="580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9"/>
                  </a:lnTo>
                  <a:lnTo>
                    <a:pt x="2626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4"/>
                  </a:lnTo>
                  <a:lnTo>
                    <a:pt x="4210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8"/>
            <p:cNvSpPr/>
            <p:nvPr/>
          </p:nvSpPr>
          <p:spPr>
            <a:xfrm>
              <a:off x="4211575" y="2315425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4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2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8"/>
            <p:cNvSpPr/>
            <p:nvPr/>
          </p:nvSpPr>
          <p:spPr>
            <a:xfrm>
              <a:off x="2413100" y="2319275"/>
              <a:ext cx="84975" cy="222075"/>
            </a:xfrm>
            <a:custGeom>
              <a:avLst/>
              <a:gdLst/>
              <a:ahLst/>
              <a:cxnLst/>
              <a:rect l="l" t="t" r="r" b="b"/>
              <a:pathLst>
                <a:path w="3399" h="8883" extrusionOk="0">
                  <a:moveTo>
                    <a:pt x="1043" y="7376"/>
                  </a:moveTo>
                  <a:lnTo>
                    <a:pt x="1197" y="7453"/>
                  </a:lnTo>
                  <a:lnTo>
                    <a:pt x="1352" y="7608"/>
                  </a:lnTo>
                  <a:lnTo>
                    <a:pt x="1429" y="7685"/>
                  </a:lnTo>
                  <a:lnTo>
                    <a:pt x="1468" y="7801"/>
                  </a:lnTo>
                  <a:lnTo>
                    <a:pt x="1468" y="8033"/>
                  </a:lnTo>
                  <a:lnTo>
                    <a:pt x="1390" y="8226"/>
                  </a:lnTo>
                  <a:lnTo>
                    <a:pt x="1313" y="8342"/>
                  </a:lnTo>
                  <a:lnTo>
                    <a:pt x="1236" y="8419"/>
                  </a:lnTo>
                  <a:lnTo>
                    <a:pt x="1159" y="8457"/>
                  </a:lnTo>
                  <a:lnTo>
                    <a:pt x="1043" y="8496"/>
                  </a:lnTo>
                  <a:lnTo>
                    <a:pt x="811" y="8496"/>
                  </a:lnTo>
                  <a:lnTo>
                    <a:pt x="618" y="8419"/>
                  </a:lnTo>
                  <a:lnTo>
                    <a:pt x="541" y="8342"/>
                  </a:lnTo>
                  <a:lnTo>
                    <a:pt x="464" y="8264"/>
                  </a:lnTo>
                  <a:lnTo>
                    <a:pt x="386" y="8148"/>
                  </a:lnTo>
                  <a:lnTo>
                    <a:pt x="386" y="8033"/>
                  </a:lnTo>
                  <a:lnTo>
                    <a:pt x="386" y="7917"/>
                  </a:lnTo>
                  <a:lnTo>
                    <a:pt x="386" y="7801"/>
                  </a:lnTo>
                  <a:lnTo>
                    <a:pt x="502" y="7569"/>
                  </a:lnTo>
                  <a:lnTo>
                    <a:pt x="695" y="7415"/>
                  </a:lnTo>
                  <a:lnTo>
                    <a:pt x="850" y="7376"/>
                  </a:lnTo>
                  <a:close/>
                  <a:moveTo>
                    <a:pt x="3128" y="1"/>
                  </a:moveTo>
                  <a:lnTo>
                    <a:pt x="3089" y="39"/>
                  </a:lnTo>
                  <a:lnTo>
                    <a:pt x="3051" y="78"/>
                  </a:lnTo>
                  <a:lnTo>
                    <a:pt x="2819" y="503"/>
                  </a:lnTo>
                  <a:lnTo>
                    <a:pt x="2665" y="889"/>
                  </a:lnTo>
                  <a:lnTo>
                    <a:pt x="2356" y="1777"/>
                  </a:lnTo>
                  <a:lnTo>
                    <a:pt x="2085" y="2665"/>
                  </a:lnTo>
                  <a:lnTo>
                    <a:pt x="1854" y="3515"/>
                  </a:lnTo>
                  <a:lnTo>
                    <a:pt x="1313" y="5252"/>
                  </a:lnTo>
                  <a:lnTo>
                    <a:pt x="1043" y="6102"/>
                  </a:lnTo>
                  <a:lnTo>
                    <a:pt x="811" y="6990"/>
                  </a:lnTo>
                  <a:lnTo>
                    <a:pt x="657" y="6990"/>
                  </a:lnTo>
                  <a:lnTo>
                    <a:pt x="541" y="7029"/>
                  </a:lnTo>
                  <a:lnTo>
                    <a:pt x="386" y="7106"/>
                  </a:lnTo>
                  <a:lnTo>
                    <a:pt x="309" y="7222"/>
                  </a:lnTo>
                  <a:lnTo>
                    <a:pt x="271" y="7299"/>
                  </a:lnTo>
                  <a:lnTo>
                    <a:pt x="271" y="7376"/>
                  </a:lnTo>
                  <a:lnTo>
                    <a:pt x="116" y="7608"/>
                  </a:lnTo>
                  <a:lnTo>
                    <a:pt x="0" y="7840"/>
                  </a:lnTo>
                  <a:lnTo>
                    <a:pt x="0" y="8110"/>
                  </a:lnTo>
                  <a:lnTo>
                    <a:pt x="39" y="8264"/>
                  </a:lnTo>
                  <a:lnTo>
                    <a:pt x="78" y="8419"/>
                  </a:lnTo>
                  <a:lnTo>
                    <a:pt x="193" y="8573"/>
                  </a:lnTo>
                  <a:lnTo>
                    <a:pt x="348" y="8689"/>
                  </a:lnTo>
                  <a:lnTo>
                    <a:pt x="502" y="8805"/>
                  </a:lnTo>
                  <a:lnTo>
                    <a:pt x="657" y="8882"/>
                  </a:lnTo>
                  <a:lnTo>
                    <a:pt x="1043" y="8882"/>
                  </a:lnTo>
                  <a:lnTo>
                    <a:pt x="1236" y="8844"/>
                  </a:lnTo>
                  <a:lnTo>
                    <a:pt x="1429" y="8766"/>
                  </a:lnTo>
                  <a:lnTo>
                    <a:pt x="1584" y="8650"/>
                  </a:lnTo>
                  <a:lnTo>
                    <a:pt x="1699" y="8496"/>
                  </a:lnTo>
                  <a:lnTo>
                    <a:pt x="1777" y="8342"/>
                  </a:lnTo>
                  <a:lnTo>
                    <a:pt x="1854" y="8148"/>
                  </a:lnTo>
                  <a:lnTo>
                    <a:pt x="1854" y="7955"/>
                  </a:lnTo>
                  <a:lnTo>
                    <a:pt x="1854" y="7762"/>
                  </a:lnTo>
                  <a:lnTo>
                    <a:pt x="1815" y="7608"/>
                  </a:lnTo>
                  <a:lnTo>
                    <a:pt x="1738" y="7415"/>
                  </a:lnTo>
                  <a:lnTo>
                    <a:pt x="1622" y="7299"/>
                  </a:lnTo>
                  <a:lnTo>
                    <a:pt x="1506" y="7183"/>
                  </a:lnTo>
                  <a:lnTo>
                    <a:pt x="1352" y="7106"/>
                  </a:lnTo>
                  <a:lnTo>
                    <a:pt x="1197" y="7029"/>
                  </a:lnTo>
                  <a:lnTo>
                    <a:pt x="1545" y="6179"/>
                  </a:lnTo>
                  <a:lnTo>
                    <a:pt x="1815" y="5330"/>
                  </a:lnTo>
                  <a:lnTo>
                    <a:pt x="2394" y="3592"/>
                  </a:lnTo>
                  <a:lnTo>
                    <a:pt x="2665" y="2781"/>
                  </a:lnTo>
                  <a:lnTo>
                    <a:pt x="2974" y="1932"/>
                  </a:lnTo>
                  <a:lnTo>
                    <a:pt x="3244" y="1082"/>
                  </a:lnTo>
                  <a:lnTo>
                    <a:pt x="3321" y="657"/>
                  </a:lnTo>
                  <a:lnTo>
                    <a:pt x="3398" y="232"/>
                  </a:lnTo>
                  <a:lnTo>
                    <a:pt x="3360" y="117"/>
                  </a:lnTo>
                  <a:lnTo>
                    <a:pt x="3244" y="39"/>
                  </a:lnTo>
                  <a:lnTo>
                    <a:pt x="312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8"/>
            <p:cNvSpPr/>
            <p:nvPr/>
          </p:nvSpPr>
          <p:spPr>
            <a:xfrm>
              <a:off x="4217375" y="2321200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0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2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8"/>
            <p:cNvSpPr/>
            <p:nvPr/>
          </p:nvSpPr>
          <p:spPr>
            <a:xfrm>
              <a:off x="1643700" y="2334725"/>
              <a:ext cx="26075" cy="11600"/>
            </a:xfrm>
            <a:custGeom>
              <a:avLst/>
              <a:gdLst/>
              <a:ahLst/>
              <a:cxnLst/>
              <a:rect l="l" t="t" r="r" b="b"/>
              <a:pathLst>
                <a:path w="1043" h="464" extrusionOk="0">
                  <a:moveTo>
                    <a:pt x="773" y="1"/>
                  </a:moveTo>
                  <a:lnTo>
                    <a:pt x="541" y="39"/>
                  </a:lnTo>
                  <a:lnTo>
                    <a:pt x="309" y="78"/>
                  </a:lnTo>
                  <a:lnTo>
                    <a:pt x="77" y="194"/>
                  </a:lnTo>
                  <a:lnTo>
                    <a:pt x="39" y="232"/>
                  </a:lnTo>
                  <a:lnTo>
                    <a:pt x="0" y="271"/>
                  </a:lnTo>
                  <a:lnTo>
                    <a:pt x="39" y="387"/>
                  </a:lnTo>
                  <a:lnTo>
                    <a:pt x="77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43" y="232"/>
                  </a:lnTo>
                  <a:lnTo>
                    <a:pt x="1004" y="155"/>
                  </a:lnTo>
                  <a:lnTo>
                    <a:pt x="966" y="116"/>
                  </a:lnTo>
                  <a:lnTo>
                    <a:pt x="888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8"/>
            <p:cNvSpPr/>
            <p:nvPr/>
          </p:nvSpPr>
          <p:spPr>
            <a:xfrm>
              <a:off x="5914500" y="2336650"/>
              <a:ext cx="309900" cy="605325"/>
            </a:xfrm>
            <a:custGeom>
              <a:avLst/>
              <a:gdLst/>
              <a:ahLst/>
              <a:cxnLst/>
              <a:rect l="l" t="t" r="r" b="b"/>
              <a:pathLst>
                <a:path w="12396" h="24213" extrusionOk="0">
                  <a:moveTo>
                    <a:pt x="7955" y="464"/>
                  </a:moveTo>
                  <a:lnTo>
                    <a:pt x="8496" y="503"/>
                  </a:lnTo>
                  <a:lnTo>
                    <a:pt x="9036" y="619"/>
                  </a:lnTo>
                  <a:lnTo>
                    <a:pt x="9500" y="812"/>
                  </a:lnTo>
                  <a:lnTo>
                    <a:pt x="9924" y="1043"/>
                  </a:lnTo>
                  <a:lnTo>
                    <a:pt x="10311" y="1352"/>
                  </a:lnTo>
                  <a:lnTo>
                    <a:pt x="10658" y="1700"/>
                  </a:lnTo>
                  <a:lnTo>
                    <a:pt x="10967" y="2086"/>
                  </a:lnTo>
                  <a:lnTo>
                    <a:pt x="11237" y="2511"/>
                  </a:lnTo>
                  <a:lnTo>
                    <a:pt x="11469" y="2974"/>
                  </a:lnTo>
                  <a:lnTo>
                    <a:pt x="11662" y="3438"/>
                  </a:lnTo>
                  <a:lnTo>
                    <a:pt x="11778" y="3940"/>
                  </a:lnTo>
                  <a:lnTo>
                    <a:pt x="11855" y="4442"/>
                  </a:lnTo>
                  <a:lnTo>
                    <a:pt x="11894" y="4982"/>
                  </a:lnTo>
                  <a:lnTo>
                    <a:pt x="11894" y="5484"/>
                  </a:lnTo>
                  <a:lnTo>
                    <a:pt x="11817" y="5986"/>
                  </a:lnTo>
                  <a:lnTo>
                    <a:pt x="11701" y="6488"/>
                  </a:lnTo>
                  <a:lnTo>
                    <a:pt x="11546" y="6990"/>
                  </a:lnTo>
                  <a:lnTo>
                    <a:pt x="11315" y="7453"/>
                  </a:lnTo>
                  <a:lnTo>
                    <a:pt x="11083" y="7917"/>
                  </a:lnTo>
                  <a:lnTo>
                    <a:pt x="10813" y="8342"/>
                  </a:lnTo>
                  <a:lnTo>
                    <a:pt x="10504" y="8766"/>
                  </a:lnTo>
                  <a:lnTo>
                    <a:pt x="10195" y="9153"/>
                  </a:lnTo>
                  <a:lnTo>
                    <a:pt x="9847" y="9500"/>
                  </a:lnTo>
                  <a:lnTo>
                    <a:pt x="9461" y="9848"/>
                  </a:lnTo>
                  <a:lnTo>
                    <a:pt x="9036" y="10157"/>
                  </a:lnTo>
                  <a:lnTo>
                    <a:pt x="8650" y="10465"/>
                  </a:lnTo>
                  <a:lnTo>
                    <a:pt x="8187" y="10736"/>
                  </a:lnTo>
                  <a:lnTo>
                    <a:pt x="7762" y="11006"/>
                  </a:lnTo>
                  <a:lnTo>
                    <a:pt x="6835" y="11469"/>
                  </a:lnTo>
                  <a:lnTo>
                    <a:pt x="5870" y="11856"/>
                  </a:lnTo>
                  <a:lnTo>
                    <a:pt x="5677" y="11856"/>
                  </a:lnTo>
                  <a:lnTo>
                    <a:pt x="5638" y="11933"/>
                  </a:lnTo>
                  <a:lnTo>
                    <a:pt x="5600" y="11933"/>
                  </a:lnTo>
                  <a:lnTo>
                    <a:pt x="4982" y="11276"/>
                  </a:lnTo>
                  <a:lnTo>
                    <a:pt x="4441" y="10543"/>
                  </a:lnTo>
                  <a:lnTo>
                    <a:pt x="3978" y="9809"/>
                  </a:lnTo>
                  <a:lnTo>
                    <a:pt x="3746" y="9384"/>
                  </a:lnTo>
                  <a:lnTo>
                    <a:pt x="3592" y="8998"/>
                  </a:lnTo>
                  <a:lnTo>
                    <a:pt x="3437" y="8612"/>
                  </a:lnTo>
                  <a:lnTo>
                    <a:pt x="3283" y="8187"/>
                  </a:lnTo>
                  <a:lnTo>
                    <a:pt x="3167" y="7762"/>
                  </a:lnTo>
                  <a:lnTo>
                    <a:pt x="3090" y="7299"/>
                  </a:lnTo>
                  <a:lnTo>
                    <a:pt x="3051" y="6874"/>
                  </a:lnTo>
                  <a:lnTo>
                    <a:pt x="3012" y="6411"/>
                  </a:lnTo>
                  <a:lnTo>
                    <a:pt x="3051" y="5948"/>
                  </a:lnTo>
                  <a:lnTo>
                    <a:pt x="3090" y="5484"/>
                  </a:lnTo>
                  <a:lnTo>
                    <a:pt x="3167" y="5021"/>
                  </a:lnTo>
                  <a:lnTo>
                    <a:pt x="3244" y="4557"/>
                  </a:lnTo>
                  <a:lnTo>
                    <a:pt x="3399" y="4094"/>
                  </a:lnTo>
                  <a:lnTo>
                    <a:pt x="3592" y="3669"/>
                  </a:lnTo>
                  <a:lnTo>
                    <a:pt x="3785" y="3206"/>
                  </a:lnTo>
                  <a:lnTo>
                    <a:pt x="4055" y="2820"/>
                  </a:lnTo>
                  <a:lnTo>
                    <a:pt x="4325" y="2395"/>
                  </a:lnTo>
                  <a:lnTo>
                    <a:pt x="4634" y="2047"/>
                  </a:lnTo>
                  <a:lnTo>
                    <a:pt x="4943" y="1700"/>
                  </a:lnTo>
                  <a:lnTo>
                    <a:pt x="5329" y="1391"/>
                  </a:lnTo>
                  <a:lnTo>
                    <a:pt x="5715" y="1082"/>
                  </a:lnTo>
                  <a:lnTo>
                    <a:pt x="6102" y="850"/>
                  </a:lnTo>
                  <a:lnTo>
                    <a:pt x="6526" y="696"/>
                  </a:lnTo>
                  <a:lnTo>
                    <a:pt x="6990" y="541"/>
                  </a:lnTo>
                  <a:lnTo>
                    <a:pt x="7453" y="464"/>
                  </a:lnTo>
                  <a:close/>
                  <a:moveTo>
                    <a:pt x="5561" y="12280"/>
                  </a:moveTo>
                  <a:lnTo>
                    <a:pt x="5600" y="12319"/>
                  </a:lnTo>
                  <a:lnTo>
                    <a:pt x="5677" y="12358"/>
                  </a:lnTo>
                  <a:lnTo>
                    <a:pt x="5793" y="12898"/>
                  </a:lnTo>
                  <a:lnTo>
                    <a:pt x="5098" y="12589"/>
                  </a:lnTo>
                  <a:lnTo>
                    <a:pt x="5561" y="12280"/>
                  </a:lnTo>
                  <a:close/>
                  <a:moveTo>
                    <a:pt x="3321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2" y="13979"/>
                  </a:lnTo>
                  <a:lnTo>
                    <a:pt x="2781" y="13941"/>
                  </a:lnTo>
                  <a:lnTo>
                    <a:pt x="2510" y="13825"/>
                  </a:lnTo>
                  <a:lnTo>
                    <a:pt x="2935" y="13400"/>
                  </a:lnTo>
                  <a:lnTo>
                    <a:pt x="3321" y="12975"/>
                  </a:lnTo>
                  <a:close/>
                  <a:moveTo>
                    <a:pt x="3939" y="14327"/>
                  </a:moveTo>
                  <a:lnTo>
                    <a:pt x="5098" y="14520"/>
                  </a:lnTo>
                  <a:lnTo>
                    <a:pt x="4441" y="15485"/>
                  </a:lnTo>
                  <a:lnTo>
                    <a:pt x="4287" y="15215"/>
                  </a:lnTo>
                  <a:lnTo>
                    <a:pt x="4171" y="14945"/>
                  </a:lnTo>
                  <a:lnTo>
                    <a:pt x="4055" y="14636"/>
                  </a:lnTo>
                  <a:lnTo>
                    <a:pt x="3978" y="14366"/>
                  </a:lnTo>
                  <a:lnTo>
                    <a:pt x="3939" y="14327"/>
                  </a:lnTo>
                  <a:close/>
                  <a:moveTo>
                    <a:pt x="3746" y="14597"/>
                  </a:moveTo>
                  <a:lnTo>
                    <a:pt x="3823" y="14945"/>
                  </a:lnTo>
                  <a:lnTo>
                    <a:pt x="3978" y="15292"/>
                  </a:lnTo>
                  <a:lnTo>
                    <a:pt x="4132" y="15601"/>
                  </a:lnTo>
                  <a:lnTo>
                    <a:pt x="4287" y="15910"/>
                  </a:lnTo>
                  <a:lnTo>
                    <a:pt x="4364" y="15987"/>
                  </a:lnTo>
                  <a:lnTo>
                    <a:pt x="4055" y="16412"/>
                  </a:lnTo>
                  <a:lnTo>
                    <a:pt x="3746" y="16875"/>
                  </a:lnTo>
                  <a:lnTo>
                    <a:pt x="3592" y="16412"/>
                  </a:lnTo>
                  <a:lnTo>
                    <a:pt x="3476" y="15949"/>
                  </a:lnTo>
                  <a:lnTo>
                    <a:pt x="3476" y="15717"/>
                  </a:lnTo>
                  <a:lnTo>
                    <a:pt x="3476" y="15447"/>
                  </a:lnTo>
                  <a:lnTo>
                    <a:pt x="3514" y="15215"/>
                  </a:lnTo>
                  <a:lnTo>
                    <a:pt x="3553" y="14983"/>
                  </a:lnTo>
                  <a:lnTo>
                    <a:pt x="3746" y="14597"/>
                  </a:lnTo>
                  <a:close/>
                  <a:moveTo>
                    <a:pt x="4480" y="16335"/>
                  </a:moveTo>
                  <a:lnTo>
                    <a:pt x="4673" y="16760"/>
                  </a:lnTo>
                  <a:lnTo>
                    <a:pt x="4789" y="17223"/>
                  </a:lnTo>
                  <a:lnTo>
                    <a:pt x="4364" y="17107"/>
                  </a:lnTo>
                  <a:lnTo>
                    <a:pt x="3939" y="17030"/>
                  </a:lnTo>
                  <a:lnTo>
                    <a:pt x="4480" y="16335"/>
                  </a:lnTo>
                  <a:close/>
                  <a:moveTo>
                    <a:pt x="2472" y="16875"/>
                  </a:moveTo>
                  <a:lnTo>
                    <a:pt x="3399" y="17107"/>
                  </a:lnTo>
                  <a:lnTo>
                    <a:pt x="3476" y="17262"/>
                  </a:lnTo>
                  <a:lnTo>
                    <a:pt x="3321" y="17377"/>
                  </a:lnTo>
                  <a:lnTo>
                    <a:pt x="3167" y="17571"/>
                  </a:lnTo>
                  <a:lnTo>
                    <a:pt x="2897" y="17918"/>
                  </a:lnTo>
                  <a:lnTo>
                    <a:pt x="2665" y="17416"/>
                  </a:lnTo>
                  <a:lnTo>
                    <a:pt x="2472" y="16875"/>
                  </a:lnTo>
                  <a:close/>
                  <a:moveTo>
                    <a:pt x="3360" y="19733"/>
                  </a:moveTo>
                  <a:lnTo>
                    <a:pt x="4055" y="20428"/>
                  </a:lnTo>
                  <a:lnTo>
                    <a:pt x="3553" y="20660"/>
                  </a:lnTo>
                  <a:lnTo>
                    <a:pt x="3012" y="20969"/>
                  </a:lnTo>
                  <a:lnTo>
                    <a:pt x="3012" y="20969"/>
                  </a:lnTo>
                  <a:lnTo>
                    <a:pt x="3167" y="20351"/>
                  </a:lnTo>
                  <a:lnTo>
                    <a:pt x="3360" y="19733"/>
                  </a:lnTo>
                  <a:close/>
                  <a:moveTo>
                    <a:pt x="5677" y="20119"/>
                  </a:moveTo>
                  <a:lnTo>
                    <a:pt x="5986" y="20196"/>
                  </a:lnTo>
                  <a:lnTo>
                    <a:pt x="5715" y="20891"/>
                  </a:lnTo>
                  <a:lnTo>
                    <a:pt x="5368" y="21548"/>
                  </a:lnTo>
                  <a:lnTo>
                    <a:pt x="4673" y="20583"/>
                  </a:lnTo>
                  <a:lnTo>
                    <a:pt x="4634" y="20544"/>
                  </a:lnTo>
                  <a:lnTo>
                    <a:pt x="4673" y="20235"/>
                  </a:lnTo>
                  <a:lnTo>
                    <a:pt x="5020" y="20158"/>
                  </a:lnTo>
                  <a:lnTo>
                    <a:pt x="5329" y="20119"/>
                  </a:lnTo>
                  <a:close/>
                  <a:moveTo>
                    <a:pt x="7453" y="1"/>
                  </a:moveTo>
                  <a:lnTo>
                    <a:pt x="7067" y="39"/>
                  </a:lnTo>
                  <a:lnTo>
                    <a:pt x="6719" y="155"/>
                  </a:lnTo>
                  <a:lnTo>
                    <a:pt x="6333" y="271"/>
                  </a:lnTo>
                  <a:lnTo>
                    <a:pt x="5986" y="426"/>
                  </a:lnTo>
                  <a:lnTo>
                    <a:pt x="5638" y="580"/>
                  </a:lnTo>
                  <a:lnTo>
                    <a:pt x="5291" y="812"/>
                  </a:lnTo>
                  <a:lnTo>
                    <a:pt x="4943" y="1043"/>
                  </a:lnTo>
                  <a:lnTo>
                    <a:pt x="4634" y="1314"/>
                  </a:lnTo>
                  <a:lnTo>
                    <a:pt x="4364" y="1623"/>
                  </a:lnTo>
                  <a:lnTo>
                    <a:pt x="4094" y="1893"/>
                  </a:lnTo>
                  <a:lnTo>
                    <a:pt x="3823" y="2240"/>
                  </a:lnTo>
                  <a:lnTo>
                    <a:pt x="3592" y="2549"/>
                  </a:lnTo>
                  <a:lnTo>
                    <a:pt x="3399" y="2897"/>
                  </a:lnTo>
                  <a:lnTo>
                    <a:pt x="3205" y="3283"/>
                  </a:lnTo>
                  <a:lnTo>
                    <a:pt x="3051" y="3631"/>
                  </a:lnTo>
                  <a:lnTo>
                    <a:pt x="2897" y="4017"/>
                  </a:lnTo>
                  <a:lnTo>
                    <a:pt x="2781" y="4403"/>
                  </a:lnTo>
                  <a:lnTo>
                    <a:pt x="2703" y="4789"/>
                  </a:lnTo>
                  <a:lnTo>
                    <a:pt x="2626" y="5175"/>
                  </a:lnTo>
                  <a:lnTo>
                    <a:pt x="2588" y="5600"/>
                  </a:lnTo>
                  <a:lnTo>
                    <a:pt x="2549" y="5986"/>
                  </a:lnTo>
                  <a:lnTo>
                    <a:pt x="2549" y="6411"/>
                  </a:lnTo>
                  <a:lnTo>
                    <a:pt x="2549" y="6836"/>
                  </a:lnTo>
                  <a:lnTo>
                    <a:pt x="2665" y="7724"/>
                  </a:lnTo>
                  <a:lnTo>
                    <a:pt x="2742" y="8149"/>
                  </a:lnTo>
                  <a:lnTo>
                    <a:pt x="2858" y="8573"/>
                  </a:lnTo>
                  <a:lnTo>
                    <a:pt x="3012" y="8998"/>
                  </a:lnTo>
                  <a:lnTo>
                    <a:pt x="3167" y="9384"/>
                  </a:lnTo>
                  <a:lnTo>
                    <a:pt x="3321" y="9809"/>
                  </a:lnTo>
                  <a:lnTo>
                    <a:pt x="3553" y="10195"/>
                  </a:lnTo>
                  <a:lnTo>
                    <a:pt x="3746" y="10543"/>
                  </a:lnTo>
                  <a:lnTo>
                    <a:pt x="4016" y="10929"/>
                  </a:lnTo>
                  <a:lnTo>
                    <a:pt x="4287" y="11238"/>
                  </a:lnTo>
                  <a:lnTo>
                    <a:pt x="4596" y="11547"/>
                  </a:lnTo>
                  <a:lnTo>
                    <a:pt x="4905" y="11856"/>
                  </a:lnTo>
                  <a:lnTo>
                    <a:pt x="5252" y="12087"/>
                  </a:lnTo>
                  <a:lnTo>
                    <a:pt x="4557" y="12473"/>
                  </a:lnTo>
                  <a:lnTo>
                    <a:pt x="4480" y="12551"/>
                  </a:lnTo>
                  <a:lnTo>
                    <a:pt x="4441" y="12666"/>
                  </a:lnTo>
                  <a:lnTo>
                    <a:pt x="4480" y="12782"/>
                  </a:lnTo>
                  <a:lnTo>
                    <a:pt x="4596" y="12860"/>
                  </a:lnTo>
                  <a:lnTo>
                    <a:pt x="5020" y="13014"/>
                  </a:lnTo>
                  <a:lnTo>
                    <a:pt x="4673" y="13168"/>
                  </a:lnTo>
                  <a:lnTo>
                    <a:pt x="4403" y="13362"/>
                  </a:lnTo>
                  <a:lnTo>
                    <a:pt x="4094" y="13555"/>
                  </a:lnTo>
                  <a:lnTo>
                    <a:pt x="3862" y="13786"/>
                  </a:lnTo>
                  <a:lnTo>
                    <a:pt x="3823" y="13477"/>
                  </a:lnTo>
                  <a:lnTo>
                    <a:pt x="3746" y="13168"/>
                  </a:lnTo>
                  <a:lnTo>
                    <a:pt x="3630" y="12860"/>
                  </a:lnTo>
                  <a:lnTo>
                    <a:pt x="3514" y="12551"/>
                  </a:lnTo>
                  <a:lnTo>
                    <a:pt x="3476" y="12473"/>
                  </a:lnTo>
                  <a:lnTo>
                    <a:pt x="3360" y="12435"/>
                  </a:lnTo>
                  <a:lnTo>
                    <a:pt x="3283" y="12473"/>
                  </a:lnTo>
                  <a:lnTo>
                    <a:pt x="3205" y="12512"/>
                  </a:lnTo>
                  <a:lnTo>
                    <a:pt x="2665" y="13168"/>
                  </a:lnTo>
                  <a:lnTo>
                    <a:pt x="2086" y="13748"/>
                  </a:lnTo>
                  <a:lnTo>
                    <a:pt x="2047" y="13825"/>
                  </a:lnTo>
                  <a:lnTo>
                    <a:pt x="2008" y="13902"/>
                  </a:lnTo>
                  <a:lnTo>
                    <a:pt x="2047" y="13979"/>
                  </a:lnTo>
                  <a:lnTo>
                    <a:pt x="2086" y="14057"/>
                  </a:lnTo>
                  <a:lnTo>
                    <a:pt x="2395" y="14211"/>
                  </a:lnTo>
                  <a:lnTo>
                    <a:pt x="2742" y="14288"/>
                  </a:lnTo>
                  <a:lnTo>
                    <a:pt x="3051" y="14366"/>
                  </a:lnTo>
                  <a:lnTo>
                    <a:pt x="3399" y="14366"/>
                  </a:lnTo>
                  <a:lnTo>
                    <a:pt x="3244" y="14636"/>
                  </a:lnTo>
                  <a:lnTo>
                    <a:pt x="3128" y="14945"/>
                  </a:lnTo>
                  <a:lnTo>
                    <a:pt x="3090" y="15176"/>
                  </a:lnTo>
                  <a:lnTo>
                    <a:pt x="3051" y="15408"/>
                  </a:lnTo>
                  <a:lnTo>
                    <a:pt x="3051" y="15872"/>
                  </a:lnTo>
                  <a:lnTo>
                    <a:pt x="3128" y="16296"/>
                  </a:lnTo>
                  <a:lnTo>
                    <a:pt x="3244" y="16760"/>
                  </a:lnTo>
                  <a:lnTo>
                    <a:pt x="2781" y="16567"/>
                  </a:lnTo>
                  <a:lnTo>
                    <a:pt x="2279" y="16412"/>
                  </a:lnTo>
                  <a:lnTo>
                    <a:pt x="2201" y="16412"/>
                  </a:lnTo>
                  <a:lnTo>
                    <a:pt x="2124" y="16451"/>
                  </a:lnTo>
                  <a:lnTo>
                    <a:pt x="2047" y="16528"/>
                  </a:lnTo>
                  <a:lnTo>
                    <a:pt x="2047" y="16644"/>
                  </a:lnTo>
                  <a:lnTo>
                    <a:pt x="2163" y="17107"/>
                  </a:lnTo>
                  <a:lnTo>
                    <a:pt x="2279" y="17532"/>
                  </a:lnTo>
                  <a:lnTo>
                    <a:pt x="2472" y="17957"/>
                  </a:lnTo>
                  <a:lnTo>
                    <a:pt x="2703" y="18381"/>
                  </a:lnTo>
                  <a:lnTo>
                    <a:pt x="2781" y="18459"/>
                  </a:lnTo>
                  <a:lnTo>
                    <a:pt x="2858" y="18497"/>
                  </a:lnTo>
                  <a:lnTo>
                    <a:pt x="2935" y="18459"/>
                  </a:lnTo>
                  <a:lnTo>
                    <a:pt x="3012" y="18381"/>
                  </a:lnTo>
                  <a:lnTo>
                    <a:pt x="3321" y="18034"/>
                  </a:lnTo>
                  <a:lnTo>
                    <a:pt x="3514" y="17802"/>
                  </a:lnTo>
                  <a:lnTo>
                    <a:pt x="3630" y="17609"/>
                  </a:lnTo>
                  <a:lnTo>
                    <a:pt x="3707" y="17764"/>
                  </a:lnTo>
                  <a:lnTo>
                    <a:pt x="3978" y="18343"/>
                  </a:lnTo>
                  <a:lnTo>
                    <a:pt x="4132" y="18961"/>
                  </a:lnTo>
                  <a:lnTo>
                    <a:pt x="4248" y="19540"/>
                  </a:lnTo>
                  <a:lnTo>
                    <a:pt x="4248" y="20158"/>
                  </a:lnTo>
                  <a:lnTo>
                    <a:pt x="3437" y="19308"/>
                  </a:lnTo>
                  <a:lnTo>
                    <a:pt x="3399" y="19270"/>
                  </a:lnTo>
                  <a:lnTo>
                    <a:pt x="3205" y="19270"/>
                  </a:lnTo>
                  <a:lnTo>
                    <a:pt x="3167" y="19347"/>
                  </a:lnTo>
                  <a:lnTo>
                    <a:pt x="2974" y="19810"/>
                  </a:lnTo>
                  <a:lnTo>
                    <a:pt x="2781" y="20274"/>
                  </a:lnTo>
                  <a:lnTo>
                    <a:pt x="2665" y="20776"/>
                  </a:lnTo>
                  <a:lnTo>
                    <a:pt x="2626" y="21316"/>
                  </a:lnTo>
                  <a:lnTo>
                    <a:pt x="2626" y="21393"/>
                  </a:lnTo>
                  <a:lnTo>
                    <a:pt x="2703" y="21471"/>
                  </a:lnTo>
                  <a:lnTo>
                    <a:pt x="2781" y="21509"/>
                  </a:lnTo>
                  <a:lnTo>
                    <a:pt x="2897" y="21471"/>
                  </a:lnTo>
                  <a:lnTo>
                    <a:pt x="3514" y="21162"/>
                  </a:lnTo>
                  <a:lnTo>
                    <a:pt x="4171" y="20776"/>
                  </a:lnTo>
                  <a:lnTo>
                    <a:pt x="4171" y="20776"/>
                  </a:lnTo>
                  <a:lnTo>
                    <a:pt x="4055" y="21162"/>
                  </a:lnTo>
                  <a:lnTo>
                    <a:pt x="3901" y="21548"/>
                  </a:lnTo>
                  <a:lnTo>
                    <a:pt x="3669" y="22050"/>
                  </a:lnTo>
                  <a:lnTo>
                    <a:pt x="3321" y="22552"/>
                  </a:lnTo>
                  <a:lnTo>
                    <a:pt x="2897" y="23015"/>
                  </a:lnTo>
                  <a:lnTo>
                    <a:pt x="2626" y="23247"/>
                  </a:lnTo>
                  <a:lnTo>
                    <a:pt x="2395" y="23401"/>
                  </a:lnTo>
                  <a:lnTo>
                    <a:pt x="2124" y="23594"/>
                  </a:lnTo>
                  <a:lnTo>
                    <a:pt x="1854" y="23710"/>
                  </a:lnTo>
                  <a:lnTo>
                    <a:pt x="1584" y="23788"/>
                  </a:lnTo>
                  <a:lnTo>
                    <a:pt x="1313" y="23788"/>
                  </a:lnTo>
                  <a:lnTo>
                    <a:pt x="1082" y="23749"/>
                  </a:lnTo>
                  <a:lnTo>
                    <a:pt x="811" y="23672"/>
                  </a:lnTo>
                  <a:lnTo>
                    <a:pt x="541" y="23517"/>
                  </a:lnTo>
                  <a:lnTo>
                    <a:pt x="309" y="23286"/>
                  </a:lnTo>
                  <a:lnTo>
                    <a:pt x="232" y="23247"/>
                  </a:lnTo>
                  <a:lnTo>
                    <a:pt x="78" y="23247"/>
                  </a:lnTo>
                  <a:lnTo>
                    <a:pt x="39" y="23363"/>
                  </a:lnTo>
                  <a:lnTo>
                    <a:pt x="0" y="23401"/>
                  </a:lnTo>
                  <a:lnTo>
                    <a:pt x="39" y="23479"/>
                  </a:lnTo>
                  <a:lnTo>
                    <a:pt x="155" y="23633"/>
                  </a:lnTo>
                  <a:lnTo>
                    <a:pt x="271" y="23788"/>
                  </a:lnTo>
                  <a:lnTo>
                    <a:pt x="387" y="23903"/>
                  </a:lnTo>
                  <a:lnTo>
                    <a:pt x="541" y="24019"/>
                  </a:lnTo>
                  <a:lnTo>
                    <a:pt x="695" y="24096"/>
                  </a:lnTo>
                  <a:lnTo>
                    <a:pt x="889" y="24135"/>
                  </a:lnTo>
                  <a:lnTo>
                    <a:pt x="1236" y="24212"/>
                  </a:lnTo>
                  <a:lnTo>
                    <a:pt x="1584" y="24174"/>
                  </a:lnTo>
                  <a:lnTo>
                    <a:pt x="1970" y="24096"/>
                  </a:lnTo>
                  <a:lnTo>
                    <a:pt x="2317" y="23942"/>
                  </a:lnTo>
                  <a:lnTo>
                    <a:pt x="2665" y="23749"/>
                  </a:lnTo>
                  <a:lnTo>
                    <a:pt x="3012" y="23479"/>
                  </a:lnTo>
                  <a:lnTo>
                    <a:pt x="3321" y="23208"/>
                  </a:lnTo>
                  <a:lnTo>
                    <a:pt x="3630" y="22861"/>
                  </a:lnTo>
                  <a:lnTo>
                    <a:pt x="3901" y="22513"/>
                  </a:lnTo>
                  <a:lnTo>
                    <a:pt x="4132" y="22127"/>
                  </a:lnTo>
                  <a:lnTo>
                    <a:pt x="4325" y="21702"/>
                  </a:lnTo>
                  <a:lnTo>
                    <a:pt x="4480" y="21316"/>
                  </a:lnTo>
                  <a:lnTo>
                    <a:pt x="4596" y="20853"/>
                  </a:lnTo>
                  <a:lnTo>
                    <a:pt x="5213" y="21973"/>
                  </a:lnTo>
                  <a:lnTo>
                    <a:pt x="5291" y="22050"/>
                  </a:lnTo>
                  <a:lnTo>
                    <a:pt x="5368" y="22088"/>
                  </a:lnTo>
                  <a:lnTo>
                    <a:pt x="5445" y="22050"/>
                  </a:lnTo>
                  <a:lnTo>
                    <a:pt x="5522" y="22011"/>
                  </a:lnTo>
                  <a:lnTo>
                    <a:pt x="5793" y="21548"/>
                  </a:lnTo>
                  <a:lnTo>
                    <a:pt x="6024" y="21084"/>
                  </a:lnTo>
                  <a:lnTo>
                    <a:pt x="6410" y="20119"/>
                  </a:lnTo>
                  <a:lnTo>
                    <a:pt x="6410" y="20042"/>
                  </a:lnTo>
                  <a:lnTo>
                    <a:pt x="6410" y="19965"/>
                  </a:lnTo>
                  <a:lnTo>
                    <a:pt x="6372" y="19926"/>
                  </a:lnTo>
                  <a:lnTo>
                    <a:pt x="6295" y="19887"/>
                  </a:lnTo>
                  <a:lnTo>
                    <a:pt x="5908" y="19772"/>
                  </a:lnTo>
                  <a:lnTo>
                    <a:pt x="5484" y="19733"/>
                  </a:lnTo>
                  <a:lnTo>
                    <a:pt x="5098" y="19733"/>
                  </a:lnTo>
                  <a:lnTo>
                    <a:pt x="4673" y="19849"/>
                  </a:lnTo>
                  <a:lnTo>
                    <a:pt x="4634" y="19231"/>
                  </a:lnTo>
                  <a:lnTo>
                    <a:pt x="4518" y="18652"/>
                  </a:lnTo>
                  <a:lnTo>
                    <a:pt x="4287" y="18034"/>
                  </a:lnTo>
                  <a:lnTo>
                    <a:pt x="4055" y="17455"/>
                  </a:lnTo>
                  <a:lnTo>
                    <a:pt x="4518" y="17532"/>
                  </a:lnTo>
                  <a:lnTo>
                    <a:pt x="4982" y="17609"/>
                  </a:lnTo>
                  <a:lnTo>
                    <a:pt x="5059" y="17609"/>
                  </a:lnTo>
                  <a:lnTo>
                    <a:pt x="5098" y="17532"/>
                  </a:lnTo>
                  <a:lnTo>
                    <a:pt x="5136" y="17493"/>
                  </a:lnTo>
                  <a:lnTo>
                    <a:pt x="5136" y="17377"/>
                  </a:lnTo>
                  <a:lnTo>
                    <a:pt x="5098" y="17030"/>
                  </a:lnTo>
                  <a:lnTo>
                    <a:pt x="4982" y="16644"/>
                  </a:lnTo>
                  <a:lnTo>
                    <a:pt x="4827" y="16296"/>
                  </a:lnTo>
                  <a:lnTo>
                    <a:pt x="4673" y="15987"/>
                  </a:lnTo>
                  <a:lnTo>
                    <a:pt x="4596" y="15910"/>
                  </a:lnTo>
                  <a:lnTo>
                    <a:pt x="4634" y="15910"/>
                  </a:lnTo>
                  <a:lnTo>
                    <a:pt x="5600" y="14481"/>
                  </a:lnTo>
                  <a:lnTo>
                    <a:pt x="5638" y="14366"/>
                  </a:lnTo>
                  <a:lnTo>
                    <a:pt x="5600" y="14288"/>
                  </a:lnTo>
                  <a:lnTo>
                    <a:pt x="5561" y="14211"/>
                  </a:lnTo>
                  <a:lnTo>
                    <a:pt x="5445" y="14172"/>
                  </a:lnTo>
                  <a:lnTo>
                    <a:pt x="4209" y="13979"/>
                  </a:lnTo>
                  <a:lnTo>
                    <a:pt x="4480" y="13748"/>
                  </a:lnTo>
                  <a:lnTo>
                    <a:pt x="4789" y="13555"/>
                  </a:lnTo>
                  <a:lnTo>
                    <a:pt x="5098" y="13362"/>
                  </a:lnTo>
                  <a:lnTo>
                    <a:pt x="5406" y="13168"/>
                  </a:lnTo>
                  <a:lnTo>
                    <a:pt x="6024" y="13400"/>
                  </a:lnTo>
                  <a:lnTo>
                    <a:pt x="6140" y="13439"/>
                  </a:lnTo>
                  <a:lnTo>
                    <a:pt x="6217" y="13362"/>
                  </a:lnTo>
                  <a:lnTo>
                    <a:pt x="6256" y="13284"/>
                  </a:lnTo>
                  <a:lnTo>
                    <a:pt x="6295" y="13168"/>
                  </a:lnTo>
                  <a:lnTo>
                    <a:pt x="6179" y="12705"/>
                  </a:lnTo>
                  <a:lnTo>
                    <a:pt x="6063" y="12242"/>
                  </a:lnTo>
                  <a:lnTo>
                    <a:pt x="6912" y="11933"/>
                  </a:lnTo>
                  <a:lnTo>
                    <a:pt x="7723" y="11585"/>
                  </a:lnTo>
                  <a:lnTo>
                    <a:pt x="8534" y="11122"/>
                  </a:lnTo>
                  <a:lnTo>
                    <a:pt x="9268" y="10620"/>
                  </a:lnTo>
                  <a:lnTo>
                    <a:pt x="9963" y="10079"/>
                  </a:lnTo>
                  <a:lnTo>
                    <a:pt x="10311" y="9770"/>
                  </a:lnTo>
                  <a:lnTo>
                    <a:pt x="10620" y="9423"/>
                  </a:lnTo>
                  <a:lnTo>
                    <a:pt x="10890" y="9075"/>
                  </a:lnTo>
                  <a:lnTo>
                    <a:pt x="11160" y="8728"/>
                  </a:lnTo>
                  <a:lnTo>
                    <a:pt x="11392" y="8342"/>
                  </a:lnTo>
                  <a:lnTo>
                    <a:pt x="11623" y="7955"/>
                  </a:lnTo>
                  <a:lnTo>
                    <a:pt x="11817" y="7569"/>
                  </a:lnTo>
                  <a:lnTo>
                    <a:pt x="11971" y="7183"/>
                  </a:lnTo>
                  <a:lnTo>
                    <a:pt x="12125" y="6758"/>
                  </a:lnTo>
                  <a:lnTo>
                    <a:pt x="12241" y="6334"/>
                  </a:lnTo>
                  <a:lnTo>
                    <a:pt x="12319" y="5948"/>
                  </a:lnTo>
                  <a:lnTo>
                    <a:pt x="12357" y="5523"/>
                  </a:lnTo>
                  <a:lnTo>
                    <a:pt x="12396" y="5098"/>
                  </a:lnTo>
                  <a:lnTo>
                    <a:pt x="12396" y="4673"/>
                  </a:lnTo>
                  <a:lnTo>
                    <a:pt x="12357" y="4248"/>
                  </a:lnTo>
                  <a:lnTo>
                    <a:pt x="12280" y="3824"/>
                  </a:lnTo>
                  <a:lnTo>
                    <a:pt x="12203" y="3438"/>
                  </a:lnTo>
                  <a:lnTo>
                    <a:pt x="12048" y="3051"/>
                  </a:lnTo>
                  <a:lnTo>
                    <a:pt x="11894" y="2665"/>
                  </a:lnTo>
                  <a:lnTo>
                    <a:pt x="11701" y="2279"/>
                  </a:lnTo>
                  <a:lnTo>
                    <a:pt x="11469" y="1893"/>
                  </a:lnTo>
                  <a:lnTo>
                    <a:pt x="11160" y="1545"/>
                  </a:lnTo>
                  <a:lnTo>
                    <a:pt x="10890" y="1275"/>
                  </a:lnTo>
                  <a:lnTo>
                    <a:pt x="10620" y="1005"/>
                  </a:lnTo>
                  <a:lnTo>
                    <a:pt x="10311" y="773"/>
                  </a:lnTo>
                  <a:lnTo>
                    <a:pt x="9963" y="580"/>
                  </a:lnTo>
                  <a:lnTo>
                    <a:pt x="9654" y="387"/>
                  </a:lnTo>
                  <a:lnTo>
                    <a:pt x="9307" y="233"/>
                  </a:lnTo>
                  <a:lnTo>
                    <a:pt x="8920" y="117"/>
                  </a:lnTo>
                  <a:lnTo>
                    <a:pt x="8573" y="39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8"/>
            <p:cNvSpPr/>
            <p:nvPr/>
          </p:nvSpPr>
          <p:spPr>
            <a:xfrm>
              <a:off x="1545225" y="23405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1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8"/>
            <p:cNvSpPr/>
            <p:nvPr/>
          </p:nvSpPr>
          <p:spPr>
            <a:xfrm>
              <a:off x="6777550" y="23482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9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1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8"/>
            <p:cNvSpPr/>
            <p:nvPr/>
          </p:nvSpPr>
          <p:spPr>
            <a:xfrm>
              <a:off x="6642400" y="2349200"/>
              <a:ext cx="437325" cy="301225"/>
            </a:xfrm>
            <a:custGeom>
              <a:avLst/>
              <a:gdLst/>
              <a:ahLst/>
              <a:cxnLst/>
              <a:rect l="l" t="t" r="r" b="b"/>
              <a:pathLst>
                <a:path w="17493" h="12049" extrusionOk="0">
                  <a:moveTo>
                    <a:pt x="12086" y="503"/>
                  </a:moveTo>
                  <a:lnTo>
                    <a:pt x="12202" y="580"/>
                  </a:lnTo>
                  <a:lnTo>
                    <a:pt x="12280" y="657"/>
                  </a:lnTo>
                  <a:lnTo>
                    <a:pt x="12627" y="850"/>
                  </a:lnTo>
                  <a:lnTo>
                    <a:pt x="12897" y="1159"/>
                  </a:lnTo>
                  <a:lnTo>
                    <a:pt x="13129" y="1507"/>
                  </a:lnTo>
                  <a:lnTo>
                    <a:pt x="13322" y="1854"/>
                  </a:lnTo>
                  <a:lnTo>
                    <a:pt x="13477" y="2240"/>
                  </a:lnTo>
                  <a:lnTo>
                    <a:pt x="13631" y="2665"/>
                  </a:lnTo>
                  <a:lnTo>
                    <a:pt x="13824" y="3438"/>
                  </a:lnTo>
                  <a:lnTo>
                    <a:pt x="13090" y="3013"/>
                  </a:lnTo>
                  <a:lnTo>
                    <a:pt x="12704" y="2781"/>
                  </a:lnTo>
                  <a:lnTo>
                    <a:pt x="12357" y="2472"/>
                  </a:lnTo>
                  <a:lnTo>
                    <a:pt x="12009" y="2125"/>
                  </a:lnTo>
                  <a:lnTo>
                    <a:pt x="11816" y="1932"/>
                  </a:lnTo>
                  <a:lnTo>
                    <a:pt x="11662" y="1700"/>
                  </a:lnTo>
                  <a:lnTo>
                    <a:pt x="11507" y="1391"/>
                  </a:lnTo>
                  <a:lnTo>
                    <a:pt x="11430" y="1043"/>
                  </a:lnTo>
                  <a:lnTo>
                    <a:pt x="11662" y="735"/>
                  </a:lnTo>
                  <a:lnTo>
                    <a:pt x="11739" y="619"/>
                  </a:lnTo>
                  <a:lnTo>
                    <a:pt x="11855" y="541"/>
                  </a:lnTo>
                  <a:lnTo>
                    <a:pt x="11971" y="503"/>
                  </a:lnTo>
                  <a:close/>
                  <a:moveTo>
                    <a:pt x="16218" y="1584"/>
                  </a:moveTo>
                  <a:lnTo>
                    <a:pt x="16296" y="1623"/>
                  </a:lnTo>
                  <a:lnTo>
                    <a:pt x="16411" y="1661"/>
                  </a:lnTo>
                  <a:lnTo>
                    <a:pt x="16489" y="1738"/>
                  </a:lnTo>
                  <a:lnTo>
                    <a:pt x="16566" y="1816"/>
                  </a:lnTo>
                  <a:lnTo>
                    <a:pt x="16604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4" y="2511"/>
                  </a:lnTo>
                  <a:lnTo>
                    <a:pt x="16527" y="2665"/>
                  </a:lnTo>
                  <a:lnTo>
                    <a:pt x="16411" y="2820"/>
                  </a:lnTo>
                  <a:lnTo>
                    <a:pt x="16296" y="2974"/>
                  </a:lnTo>
                  <a:lnTo>
                    <a:pt x="15948" y="3206"/>
                  </a:lnTo>
                  <a:lnTo>
                    <a:pt x="15562" y="3399"/>
                  </a:lnTo>
                  <a:lnTo>
                    <a:pt x="15137" y="3553"/>
                  </a:lnTo>
                  <a:lnTo>
                    <a:pt x="14712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7"/>
                  </a:lnTo>
                  <a:lnTo>
                    <a:pt x="15098" y="2279"/>
                  </a:lnTo>
                  <a:lnTo>
                    <a:pt x="15407" y="1970"/>
                  </a:lnTo>
                  <a:lnTo>
                    <a:pt x="15639" y="1816"/>
                  </a:lnTo>
                  <a:lnTo>
                    <a:pt x="15871" y="1661"/>
                  </a:lnTo>
                  <a:lnTo>
                    <a:pt x="16102" y="1623"/>
                  </a:lnTo>
                  <a:lnTo>
                    <a:pt x="16218" y="1584"/>
                  </a:lnTo>
                  <a:close/>
                  <a:moveTo>
                    <a:pt x="13824" y="4287"/>
                  </a:moveTo>
                  <a:lnTo>
                    <a:pt x="13670" y="4557"/>
                  </a:lnTo>
                  <a:lnTo>
                    <a:pt x="13477" y="4789"/>
                  </a:lnTo>
                  <a:lnTo>
                    <a:pt x="13245" y="5021"/>
                  </a:lnTo>
                  <a:lnTo>
                    <a:pt x="13013" y="5214"/>
                  </a:lnTo>
                  <a:lnTo>
                    <a:pt x="12666" y="5484"/>
                  </a:lnTo>
                  <a:lnTo>
                    <a:pt x="12164" y="5754"/>
                  </a:lnTo>
                  <a:lnTo>
                    <a:pt x="11893" y="5870"/>
                  </a:lnTo>
                  <a:lnTo>
                    <a:pt x="11623" y="5948"/>
                  </a:lnTo>
                  <a:lnTo>
                    <a:pt x="11391" y="5986"/>
                  </a:lnTo>
                  <a:lnTo>
                    <a:pt x="11198" y="5948"/>
                  </a:lnTo>
                  <a:lnTo>
                    <a:pt x="11044" y="5870"/>
                  </a:lnTo>
                  <a:lnTo>
                    <a:pt x="10967" y="5793"/>
                  </a:lnTo>
                  <a:lnTo>
                    <a:pt x="10928" y="5716"/>
                  </a:lnTo>
                  <a:lnTo>
                    <a:pt x="10889" y="5639"/>
                  </a:lnTo>
                  <a:lnTo>
                    <a:pt x="10889" y="5446"/>
                  </a:lnTo>
                  <a:lnTo>
                    <a:pt x="10967" y="5252"/>
                  </a:lnTo>
                  <a:lnTo>
                    <a:pt x="11121" y="5098"/>
                  </a:lnTo>
                  <a:lnTo>
                    <a:pt x="11276" y="4944"/>
                  </a:lnTo>
                  <a:lnTo>
                    <a:pt x="11546" y="4750"/>
                  </a:lnTo>
                  <a:lnTo>
                    <a:pt x="11816" y="4635"/>
                  </a:lnTo>
                  <a:lnTo>
                    <a:pt x="12086" y="4557"/>
                  </a:lnTo>
                  <a:lnTo>
                    <a:pt x="12627" y="4480"/>
                  </a:lnTo>
                  <a:lnTo>
                    <a:pt x="13245" y="4403"/>
                  </a:lnTo>
                  <a:lnTo>
                    <a:pt x="13554" y="4364"/>
                  </a:lnTo>
                  <a:lnTo>
                    <a:pt x="13824" y="4287"/>
                  </a:lnTo>
                  <a:close/>
                  <a:moveTo>
                    <a:pt x="14403" y="4248"/>
                  </a:moveTo>
                  <a:lnTo>
                    <a:pt x="15098" y="4596"/>
                  </a:lnTo>
                  <a:lnTo>
                    <a:pt x="15407" y="4789"/>
                  </a:lnTo>
                  <a:lnTo>
                    <a:pt x="15716" y="4982"/>
                  </a:lnTo>
                  <a:lnTo>
                    <a:pt x="15909" y="5137"/>
                  </a:lnTo>
                  <a:lnTo>
                    <a:pt x="16141" y="5368"/>
                  </a:lnTo>
                  <a:lnTo>
                    <a:pt x="16411" y="5677"/>
                  </a:lnTo>
                  <a:lnTo>
                    <a:pt x="16643" y="5986"/>
                  </a:lnTo>
                  <a:lnTo>
                    <a:pt x="16875" y="6334"/>
                  </a:lnTo>
                  <a:lnTo>
                    <a:pt x="16991" y="6681"/>
                  </a:lnTo>
                  <a:lnTo>
                    <a:pt x="16991" y="6836"/>
                  </a:lnTo>
                  <a:lnTo>
                    <a:pt x="16991" y="6990"/>
                  </a:lnTo>
                  <a:lnTo>
                    <a:pt x="16952" y="7106"/>
                  </a:lnTo>
                  <a:lnTo>
                    <a:pt x="16836" y="7222"/>
                  </a:lnTo>
                  <a:lnTo>
                    <a:pt x="16759" y="7299"/>
                  </a:lnTo>
                  <a:lnTo>
                    <a:pt x="16643" y="7338"/>
                  </a:lnTo>
                  <a:lnTo>
                    <a:pt x="16373" y="7338"/>
                  </a:lnTo>
                  <a:lnTo>
                    <a:pt x="16141" y="7222"/>
                  </a:lnTo>
                  <a:lnTo>
                    <a:pt x="15871" y="7029"/>
                  </a:lnTo>
                  <a:lnTo>
                    <a:pt x="15600" y="6797"/>
                  </a:lnTo>
                  <a:lnTo>
                    <a:pt x="15369" y="6565"/>
                  </a:lnTo>
                  <a:lnTo>
                    <a:pt x="15060" y="6141"/>
                  </a:lnTo>
                  <a:lnTo>
                    <a:pt x="14828" y="5716"/>
                  </a:lnTo>
                  <a:lnTo>
                    <a:pt x="14635" y="5252"/>
                  </a:lnTo>
                  <a:lnTo>
                    <a:pt x="14519" y="4750"/>
                  </a:lnTo>
                  <a:lnTo>
                    <a:pt x="14403" y="4248"/>
                  </a:lnTo>
                  <a:close/>
                  <a:moveTo>
                    <a:pt x="11855" y="1"/>
                  </a:moveTo>
                  <a:lnTo>
                    <a:pt x="11584" y="39"/>
                  </a:lnTo>
                  <a:lnTo>
                    <a:pt x="11469" y="117"/>
                  </a:lnTo>
                  <a:lnTo>
                    <a:pt x="11353" y="194"/>
                  </a:lnTo>
                  <a:lnTo>
                    <a:pt x="11160" y="387"/>
                  </a:lnTo>
                  <a:lnTo>
                    <a:pt x="11005" y="619"/>
                  </a:lnTo>
                  <a:lnTo>
                    <a:pt x="10928" y="812"/>
                  </a:lnTo>
                  <a:lnTo>
                    <a:pt x="10928" y="1005"/>
                  </a:lnTo>
                  <a:lnTo>
                    <a:pt x="10928" y="1236"/>
                  </a:lnTo>
                  <a:lnTo>
                    <a:pt x="11005" y="1468"/>
                  </a:lnTo>
                  <a:lnTo>
                    <a:pt x="11082" y="1661"/>
                  </a:lnTo>
                  <a:lnTo>
                    <a:pt x="11198" y="1893"/>
                  </a:lnTo>
                  <a:lnTo>
                    <a:pt x="11546" y="2318"/>
                  </a:lnTo>
                  <a:lnTo>
                    <a:pt x="11932" y="2742"/>
                  </a:lnTo>
                  <a:lnTo>
                    <a:pt x="12395" y="3090"/>
                  </a:lnTo>
                  <a:lnTo>
                    <a:pt x="12859" y="3399"/>
                  </a:lnTo>
                  <a:lnTo>
                    <a:pt x="12859" y="3399"/>
                  </a:lnTo>
                  <a:lnTo>
                    <a:pt x="12048" y="3283"/>
                  </a:lnTo>
                  <a:lnTo>
                    <a:pt x="11198" y="3283"/>
                  </a:lnTo>
                  <a:lnTo>
                    <a:pt x="10387" y="3322"/>
                  </a:lnTo>
                  <a:lnTo>
                    <a:pt x="9615" y="3476"/>
                  </a:lnTo>
                  <a:lnTo>
                    <a:pt x="9654" y="3013"/>
                  </a:lnTo>
                  <a:lnTo>
                    <a:pt x="9654" y="2511"/>
                  </a:lnTo>
                  <a:lnTo>
                    <a:pt x="9615" y="2009"/>
                  </a:lnTo>
                  <a:lnTo>
                    <a:pt x="9538" y="1507"/>
                  </a:lnTo>
                  <a:lnTo>
                    <a:pt x="9075" y="1623"/>
                  </a:lnTo>
                  <a:lnTo>
                    <a:pt x="9152" y="2086"/>
                  </a:lnTo>
                  <a:lnTo>
                    <a:pt x="9152" y="2588"/>
                  </a:lnTo>
                  <a:lnTo>
                    <a:pt x="9152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5" y="3901"/>
                  </a:lnTo>
                  <a:lnTo>
                    <a:pt x="7414" y="4287"/>
                  </a:lnTo>
                  <a:lnTo>
                    <a:pt x="6603" y="4712"/>
                  </a:lnTo>
                  <a:lnTo>
                    <a:pt x="5831" y="5214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5" y="6218"/>
                  </a:lnTo>
                  <a:lnTo>
                    <a:pt x="3823" y="6913"/>
                  </a:lnTo>
                  <a:lnTo>
                    <a:pt x="3089" y="7685"/>
                  </a:lnTo>
                  <a:lnTo>
                    <a:pt x="2394" y="8496"/>
                  </a:lnTo>
                  <a:lnTo>
                    <a:pt x="1738" y="9307"/>
                  </a:lnTo>
                  <a:lnTo>
                    <a:pt x="1081" y="10157"/>
                  </a:lnTo>
                  <a:lnTo>
                    <a:pt x="502" y="10967"/>
                  </a:lnTo>
                  <a:lnTo>
                    <a:pt x="0" y="11778"/>
                  </a:lnTo>
                  <a:lnTo>
                    <a:pt x="348" y="12049"/>
                  </a:lnTo>
                  <a:lnTo>
                    <a:pt x="1545" y="10504"/>
                  </a:lnTo>
                  <a:lnTo>
                    <a:pt x="2742" y="8959"/>
                  </a:lnTo>
                  <a:lnTo>
                    <a:pt x="3360" y="8226"/>
                  </a:lnTo>
                  <a:lnTo>
                    <a:pt x="4016" y="7492"/>
                  </a:lnTo>
                  <a:lnTo>
                    <a:pt x="4711" y="6797"/>
                  </a:lnTo>
                  <a:lnTo>
                    <a:pt x="5483" y="6179"/>
                  </a:lnTo>
                  <a:lnTo>
                    <a:pt x="6256" y="5561"/>
                  </a:lnTo>
                  <a:lnTo>
                    <a:pt x="7105" y="5059"/>
                  </a:lnTo>
                  <a:lnTo>
                    <a:pt x="7993" y="4596"/>
                  </a:lnTo>
                  <a:lnTo>
                    <a:pt x="8457" y="4442"/>
                  </a:lnTo>
                  <a:lnTo>
                    <a:pt x="8920" y="4248"/>
                  </a:lnTo>
                  <a:lnTo>
                    <a:pt x="9422" y="4133"/>
                  </a:lnTo>
                  <a:lnTo>
                    <a:pt x="9885" y="4017"/>
                  </a:lnTo>
                  <a:lnTo>
                    <a:pt x="10387" y="3901"/>
                  </a:lnTo>
                  <a:lnTo>
                    <a:pt x="10851" y="3862"/>
                  </a:lnTo>
                  <a:lnTo>
                    <a:pt x="11353" y="3824"/>
                  </a:lnTo>
                  <a:lnTo>
                    <a:pt x="11855" y="3824"/>
                  </a:lnTo>
                  <a:lnTo>
                    <a:pt x="12357" y="3862"/>
                  </a:lnTo>
                  <a:lnTo>
                    <a:pt x="12859" y="3901"/>
                  </a:lnTo>
                  <a:lnTo>
                    <a:pt x="12318" y="3978"/>
                  </a:lnTo>
                  <a:lnTo>
                    <a:pt x="11855" y="4094"/>
                  </a:lnTo>
                  <a:lnTo>
                    <a:pt x="11391" y="4287"/>
                  </a:lnTo>
                  <a:lnTo>
                    <a:pt x="11198" y="4403"/>
                  </a:lnTo>
                  <a:lnTo>
                    <a:pt x="11005" y="4557"/>
                  </a:lnTo>
                  <a:lnTo>
                    <a:pt x="10851" y="4673"/>
                  </a:lnTo>
                  <a:lnTo>
                    <a:pt x="10696" y="4866"/>
                  </a:lnTo>
                  <a:lnTo>
                    <a:pt x="10542" y="5059"/>
                  </a:lnTo>
                  <a:lnTo>
                    <a:pt x="10465" y="5291"/>
                  </a:lnTo>
                  <a:lnTo>
                    <a:pt x="10387" y="5523"/>
                  </a:lnTo>
                  <a:lnTo>
                    <a:pt x="10387" y="5754"/>
                  </a:lnTo>
                  <a:lnTo>
                    <a:pt x="10426" y="5948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4"/>
                  </a:lnTo>
                  <a:lnTo>
                    <a:pt x="11005" y="6411"/>
                  </a:lnTo>
                  <a:lnTo>
                    <a:pt x="11276" y="6449"/>
                  </a:lnTo>
                  <a:lnTo>
                    <a:pt x="11584" y="6411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3"/>
                  </a:lnTo>
                  <a:lnTo>
                    <a:pt x="13438" y="5484"/>
                  </a:lnTo>
                  <a:lnTo>
                    <a:pt x="13399" y="5523"/>
                  </a:lnTo>
                  <a:lnTo>
                    <a:pt x="13786" y="5716"/>
                  </a:lnTo>
                  <a:lnTo>
                    <a:pt x="14056" y="4866"/>
                  </a:lnTo>
                  <a:lnTo>
                    <a:pt x="14210" y="5407"/>
                  </a:lnTo>
                  <a:lnTo>
                    <a:pt x="14403" y="5909"/>
                  </a:lnTo>
                  <a:lnTo>
                    <a:pt x="14674" y="6411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7" y="7299"/>
                  </a:lnTo>
                  <a:lnTo>
                    <a:pt x="15678" y="7492"/>
                  </a:lnTo>
                  <a:lnTo>
                    <a:pt x="15987" y="7685"/>
                  </a:lnTo>
                  <a:lnTo>
                    <a:pt x="16296" y="7801"/>
                  </a:lnTo>
                  <a:lnTo>
                    <a:pt x="16604" y="7878"/>
                  </a:lnTo>
                  <a:lnTo>
                    <a:pt x="16759" y="7878"/>
                  </a:lnTo>
                  <a:lnTo>
                    <a:pt x="16875" y="7840"/>
                  </a:lnTo>
                  <a:lnTo>
                    <a:pt x="17029" y="7801"/>
                  </a:lnTo>
                  <a:lnTo>
                    <a:pt x="17184" y="7724"/>
                  </a:lnTo>
                  <a:lnTo>
                    <a:pt x="17299" y="7647"/>
                  </a:lnTo>
                  <a:lnTo>
                    <a:pt x="17377" y="7531"/>
                  </a:lnTo>
                  <a:lnTo>
                    <a:pt x="17415" y="7376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5" y="6604"/>
                  </a:lnTo>
                  <a:lnTo>
                    <a:pt x="17299" y="6295"/>
                  </a:lnTo>
                  <a:lnTo>
                    <a:pt x="17184" y="5986"/>
                  </a:lnTo>
                  <a:lnTo>
                    <a:pt x="17029" y="5716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1"/>
                  </a:lnTo>
                  <a:lnTo>
                    <a:pt x="16257" y="4789"/>
                  </a:lnTo>
                  <a:lnTo>
                    <a:pt x="16025" y="4596"/>
                  </a:lnTo>
                  <a:lnTo>
                    <a:pt x="15523" y="4287"/>
                  </a:lnTo>
                  <a:lnTo>
                    <a:pt x="14944" y="4017"/>
                  </a:lnTo>
                  <a:lnTo>
                    <a:pt x="15407" y="3901"/>
                  </a:lnTo>
                  <a:lnTo>
                    <a:pt x="15832" y="3746"/>
                  </a:lnTo>
                  <a:lnTo>
                    <a:pt x="16218" y="3515"/>
                  </a:lnTo>
                  <a:lnTo>
                    <a:pt x="16604" y="3244"/>
                  </a:lnTo>
                  <a:lnTo>
                    <a:pt x="16759" y="3051"/>
                  </a:lnTo>
                  <a:lnTo>
                    <a:pt x="16913" y="2858"/>
                  </a:lnTo>
                  <a:lnTo>
                    <a:pt x="17029" y="2665"/>
                  </a:lnTo>
                  <a:lnTo>
                    <a:pt x="17106" y="2434"/>
                  </a:lnTo>
                  <a:lnTo>
                    <a:pt x="17145" y="2163"/>
                  </a:lnTo>
                  <a:lnTo>
                    <a:pt x="17106" y="1932"/>
                  </a:lnTo>
                  <a:lnTo>
                    <a:pt x="17068" y="1700"/>
                  </a:lnTo>
                  <a:lnTo>
                    <a:pt x="16913" y="1468"/>
                  </a:lnTo>
                  <a:lnTo>
                    <a:pt x="16759" y="1314"/>
                  </a:lnTo>
                  <a:lnTo>
                    <a:pt x="16566" y="1198"/>
                  </a:lnTo>
                  <a:lnTo>
                    <a:pt x="16334" y="1159"/>
                  </a:lnTo>
                  <a:lnTo>
                    <a:pt x="16102" y="1159"/>
                  </a:lnTo>
                  <a:lnTo>
                    <a:pt x="15909" y="1198"/>
                  </a:lnTo>
                  <a:lnTo>
                    <a:pt x="15678" y="1236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5" y="1777"/>
                  </a:lnTo>
                  <a:lnTo>
                    <a:pt x="14596" y="2163"/>
                  </a:lnTo>
                  <a:lnTo>
                    <a:pt x="14326" y="2588"/>
                  </a:lnTo>
                  <a:lnTo>
                    <a:pt x="14094" y="3013"/>
                  </a:lnTo>
                  <a:lnTo>
                    <a:pt x="13940" y="2434"/>
                  </a:lnTo>
                  <a:lnTo>
                    <a:pt x="13747" y="1893"/>
                  </a:lnTo>
                  <a:lnTo>
                    <a:pt x="13515" y="1352"/>
                  </a:lnTo>
                  <a:lnTo>
                    <a:pt x="13168" y="850"/>
                  </a:lnTo>
                  <a:lnTo>
                    <a:pt x="13013" y="657"/>
                  </a:lnTo>
                  <a:lnTo>
                    <a:pt x="12820" y="464"/>
                  </a:lnTo>
                  <a:lnTo>
                    <a:pt x="12588" y="271"/>
                  </a:lnTo>
                  <a:lnTo>
                    <a:pt x="12357" y="117"/>
                  </a:lnTo>
                  <a:lnTo>
                    <a:pt x="12086" y="39"/>
                  </a:lnTo>
                  <a:lnTo>
                    <a:pt x="118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8"/>
            <p:cNvSpPr/>
            <p:nvPr/>
          </p:nvSpPr>
          <p:spPr>
            <a:xfrm>
              <a:off x="4161375" y="2367550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6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6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1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8"/>
            <p:cNvSpPr/>
            <p:nvPr/>
          </p:nvSpPr>
          <p:spPr>
            <a:xfrm>
              <a:off x="4673025" y="2378175"/>
              <a:ext cx="330175" cy="176675"/>
            </a:xfrm>
            <a:custGeom>
              <a:avLst/>
              <a:gdLst/>
              <a:ahLst/>
              <a:cxnLst/>
              <a:rect l="l" t="t" r="r" b="b"/>
              <a:pathLst>
                <a:path w="13207" h="7067" extrusionOk="0">
                  <a:moveTo>
                    <a:pt x="8110" y="309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79"/>
                  </a:lnTo>
                  <a:lnTo>
                    <a:pt x="8728" y="888"/>
                  </a:lnTo>
                  <a:lnTo>
                    <a:pt x="8766" y="1197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7"/>
                  </a:lnTo>
                  <a:lnTo>
                    <a:pt x="8033" y="2858"/>
                  </a:lnTo>
                  <a:lnTo>
                    <a:pt x="6836" y="4711"/>
                  </a:lnTo>
                  <a:lnTo>
                    <a:pt x="6681" y="4711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7"/>
                  </a:lnTo>
                  <a:lnTo>
                    <a:pt x="7453" y="888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09"/>
                  </a:lnTo>
                  <a:close/>
                  <a:moveTo>
                    <a:pt x="5909" y="5406"/>
                  </a:moveTo>
                  <a:lnTo>
                    <a:pt x="4673" y="5831"/>
                  </a:lnTo>
                  <a:lnTo>
                    <a:pt x="3437" y="6217"/>
                  </a:lnTo>
                  <a:lnTo>
                    <a:pt x="2781" y="6372"/>
                  </a:lnTo>
                  <a:lnTo>
                    <a:pt x="2125" y="6526"/>
                  </a:lnTo>
                  <a:lnTo>
                    <a:pt x="1700" y="6565"/>
                  </a:lnTo>
                  <a:lnTo>
                    <a:pt x="1314" y="6603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7"/>
                  </a:lnTo>
                  <a:lnTo>
                    <a:pt x="696" y="6063"/>
                  </a:lnTo>
                  <a:lnTo>
                    <a:pt x="696" y="5908"/>
                  </a:lnTo>
                  <a:lnTo>
                    <a:pt x="734" y="5792"/>
                  </a:lnTo>
                  <a:lnTo>
                    <a:pt x="812" y="5715"/>
                  </a:lnTo>
                  <a:lnTo>
                    <a:pt x="889" y="5677"/>
                  </a:lnTo>
                  <a:lnTo>
                    <a:pt x="1082" y="5599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6"/>
                  </a:lnTo>
                  <a:close/>
                  <a:moveTo>
                    <a:pt x="7067" y="5097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5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8"/>
                  </a:lnTo>
                  <a:lnTo>
                    <a:pt x="12589" y="6024"/>
                  </a:lnTo>
                  <a:lnTo>
                    <a:pt x="12628" y="6179"/>
                  </a:lnTo>
                  <a:lnTo>
                    <a:pt x="12589" y="6526"/>
                  </a:lnTo>
                  <a:lnTo>
                    <a:pt x="12435" y="6603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3"/>
                  </a:lnTo>
                  <a:lnTo>
                    <a:pt x="10929" y="6526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8"/>
                  </a:lnTo>
                  <a:lnTo>
                    <a:pt x="8226" y="5677"/>
                  </a:lnTo>
                  <a:lnTo>
                    <a:pt x="7067" y="5097"/>
                  </a:lnTo>
                  <a:close/>
                  <a:moveTo>
                    <a:pt x="8148" y="0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6"/>
                  </a:lnTo>
                  <a:lnTo>
                    <a:pt x="6681" y="2433"/>
                  </a:lnTo>
                  <a:lnTo>
                    <a:pt x="6527" y="3591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0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7"/>
                  </a:lnTo>
                  <a:lnTo>
                    <a:pt x="1391" y="5175"/>
                  </a:lnTo>
                  <a:lnTo>
                    <a:pt x="1005" y="5213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599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4"/>
                  </a:lnTo>
                  <a:lnTo>
                    <a:pt x="117" y="6449"/>
                  </a:lnTo>
                  <a:lnTo>
                    <a:pt x="232" y="6603"/>
                  </a:lnTo>
                  <a:lnTo>
                    <a:pt x="348" y="6681"/>
                  </a:lnTo>
                  <a:lnTo>
                    <a:pt x="464" y="6796"/>
                  </a:lnTo>
                  <a:lnTo>
                    <a:pt x="773" y="6912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2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5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8"/>
                  </a:lnTo>
                  <a:lnTo>
                    <a:pt x="6758" y="6101"/>
                  </a:lnTo>
                  <a:lnTo>
                    <a:pt x="6836" y="6294"/>
                  </a:lnTo>
                  <a:lnTo>
                    <a:pt x="7106" y="6256"/>
                  </a:lnTo>
                  <a:lnTo>
                    <a:pt x="7106" y="6217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6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6"/>
                  </a:lnTo>
                  <a:lnTo>
                    <a:pt x="11045" y="6951"/>
                  </a:lnTo>
                  <a:lnTo>
                    <a:pt x="11469" y="7028"/>
                  </a:lnTo>
                  <a:lnTo>
                    <a:pt x="11933" y="7067"/>
                  </a:lnTo>
                  <a:lnTo>
                    <a:pt x="12396" y="7028"/>
                  </a:lnTo>
                  <a:lnTo>
                    <a:pt x="12589" y="6990"/>
                  </a:lnTo>
                  <a:lnTo>
                    <a:pt x="12782" y="6912"/>
                  </a:lnTo>
                  <a:lnTo>
                    <a:pt x="12937" y="6796"/>
                  </a:lnTo>
                  <a:lnTo>
                    <a:pt x="13053" y="6681"/>
                  </a:lnTo>
                  <a:lnTo>
                    <a:pt x="13130" y="6526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4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6"/>
                  </a:lnTo>
                  <a:lnTo>
                    <a:pt x="12242" y="5290"/>
                  </a:lnTo>
                  <a:lnTo>
                    <a:pt x="11894" y="5213"/>
                  </a:lnTo>
                  <a:lnTo>
                    <a:pt x="11315" y="5097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1"/>
                  </a:lnTo>
                  <a:lnTo>
                    <a:pt x="8071" y="3514"/>
                  </a:lnTo>
                  <a:lnTo>
                    <a:pt x="8496" y="2858"/>
                  </a:lnTo>
                  <a:lnTo>
                    <a:pt x="8844" y="2201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6"/>
                  </a:lnTo>
                  <a:lnTo>
                    <a:pt x="9075" y="1275"/>
                  </a:lnTo>
                  <a:lnTo>
                    <a:pt x="9037" y="1004"/>
                  </a:lnTo>
                  <a:lnTo>
                    <a:pt x="8959" y="811"/>
                  </a:lnTo>
                  <a:lnTo>
                    <a:pt x="8882" y="579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8"/>
            <p:cNvSpPr/>
            <p:nvPr/>
          </p:nvSpPr>
          <p:spPr>
            <a:xfrm>
              <a:off x="1437100" y="2381075"/>
              <a:ext cx="93675" cy="93650"/>
            </a:xfrm>
            <a:custGeom>
              <a:avLst/>
              <a:gdLst/>
              <a:ahLst/>
              <a:cxnLst/>
              <a:rect l="l" t="t" r="r" b="b"/>
              <a:pathLst>
                <a:path w="3747" h="3746" extrusionOk="0">
                  <a:moveTo>
                    <a:pt x="1584" y="463"/>
                  </a:moveTo>
                  <a:lnTo>
                    <a:pt x="2086" y="541"/>
                  </a:lnTo>
                  <a:lnTo>
                    <a:pt x="2318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5"/>
                  </a:lnTo>
                  <a:lnTo>
                    <a:pt x="3090" y="1197"/>
                  </a:lnTo>
                  <a:lnTo>
                    <a:pt x="3206" y="1429"/>
                  </a:lnTo>
                  <a:lnTo>
                    <a:pt x="3244" y="1699"/>
                  </a:lnTo>
                  <a:lnTo>
                    <a:pt x="3244" y="1969"/>
                  </a:lnTo>
                  <a:lnTo>
                    <a:pt x="3206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7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3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3"/>
                  </a:lnTo>
                  <a:close/>
                  <a:moveTo>
                    <a:pt x="1893" y="0"/>
                  </a:moveTo>
                  <a:lnTo>
                    <a:pt x="1700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4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9" y="579"/>
                  </a:lnTo>
                  <a:lnTo>
                    <a:pt x="425" y="772"/>
                  </a:lnTo>
                  <a:lnTo>
                    <a:pt x="271" y="965"/>
                  </a:lnTo>
                  <a:lnTo>
                    <a:pt x="155" y="1236"/>
                  </a:lnTo>
                  <a:lnTo>
                    <a:pt x="78" y="1467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7" y="2510"/>
                  </a:lnTo>
                  <a:lnTo>
                    <a:pt x="310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8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7" y="3437"/>
                  </a:lnTo>
                  <a:lnTo>
                    <a:pt x="3128" y="3244"/>
                  </a:lnTo>
                  <a:lnTo>
                    <a:pt x="3322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8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5" y="1004"/>
                  </a:lnTo>
                  <a:lnTo>
                    <a:pt x="3322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8"/>
            <p:cNvSpPr/>
            <p:nvPr/>
          </p:nvSpPr>
          <p:spPr>
            <a:xfrm>
              <a:off x="3476925" y="23916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7" y="1159"/>
                  </a:lnTo>
                  <a:lnTo>
                    <a:pt x="1391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6" y="1816"/>
                  </a:lnTo>
                  <a:lnTo>
                    <a:pt x="387" y="1700"/>
                  </a:lnTo>
                  <a:lnTo>
                    <a:pt x="348" y="1584"/>
                  </a:lnTo>
                  <a:lnTo>
                    <a:pt x="387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2" y="1623"/>
                  </a:lnTo>
                  <a:lnTo>
                    <a:pt x="3669" y="1700"/>
                  </a:lnTo>
                  <a:lnTo>
                    <a:pt x="3747" y="1816"/>
                  </a:lnTo>
                  <a:lnTo>
                    <a:pt x="3747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9" y="2356"/>
                  </a:lnTo>
                  <a:lnTo>
                    <a:pt x="3206" y="2434"/>
                  </a:lnTo>
                  <a:lnTo>
                    <a:pt x="3013" y="2395"/>
                  </a:lnTo>
                  <a:lnTo>
                    <a:pt x="2820" y="2356"/>
                  </a:lnTo>
                  <a:lnTo>
                    <a:pt x="2627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1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90" y="1468"/>
                  </a:lnTo>
                  <a:close/>
                  <a:moveTo>
                    <a:pt x="3747" y="4750"/>
                  </a:moveTo>
                  <a:lnTo>
                    <a:pt x="3901" y="4789"/>
                  </a:lnTo>
                  <a:lnTo>
                    <a:pt x="4017" y="4828"/>
                  </a:lnTo>
                  <a:lnTo>
                    <a:pt x="4094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3" y="5368"/>
                  </a:lnTo>
                  <a:lnTo>
                    <a:pt x="4094" y="5484"/>
                  </a:lnTo>
                  <a:lnTo>
                    <a:pt x="3978" y="5600"/>
                  </a:lnTo>
                  <a:lnTo>
                    <a:pt x="3785" y="5754"/>
                  </a:lnTo>
                  <a:lnTo>
                    <a:pt x="3515" y="5870"/>
                  </a:lnTo>
                  <a:lnTo>
                    <a:pt x="3129" y="5870"/>
                  </a:lnTo>
                  <a:lnTo>
                    <a:pt x="2743" y="5793"/>
                  </a:lnTo>
                  <a:lnTo>
                    <a:pt x="2936" y="5368"/>
                  </a:lnTo>
                  <a:lnTo>
                    <a:pt x="3051" y="5214"/>
                  </a:lnTo>
                  <a:lnTo>
                    <a:pt x="3206" y="5021"/>
                  </a:lnTo>
                  <a:lnTo>
                    <a:pt x="3476" y="4866"/>
                  </a:lnTo>
                  <a:lnTo>
                    <a:pt x="3631" y="4789"/>
                  </a:lnTo>
                  <a:lnTo>
                    <a:pt x="3747" y="4750"/>
                  </a:lnTo>
                  <a:close/>
                  <a:moveTo>
                    <a:pt x="1121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3" y="6102"/>
                  </a:lnTo>
                  <a:lnTo>
                    <a:pt x="1430" y="6256"/>
                  </a:lnTo>
                  <a:lnTo>
                    <a:pt x="1237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6" y="6334"/>
                  </a:lnTo>
                  <a:lnTo>
                    <a:pt x="503" y="6179"/>
                  </a:lnTo>
                  <a:lnTo>
                    <a:pt x="426" y="6025"/>
                  </a:lnTo>
                  <a:lnTo>
                    <a:pt x="426" y="5909"/>
                  </a:lnTo>
                  <a:lnTo>
                    <a:pt x="464" y="5754"/>
                  </a:lnTo>
                  <a:lnTo>
                    <a:pt x="580" y="5677"/>
                  </a:lnTo>
                  <a:lnTo>
                    <a:pt x="696" y="5600"/>
                  </a:lnTo>
                  <a:lnTo>
                    <a:pt x="850" y="5523"/>
                  </a:lnTo>
                  <a:close/>
                  <a:moveTo>
                    <a:pt x="5716" y="6218"/>
                  </a:moveTo>
                  <a:lnTo>
                    <a:pt x="5870" y="6334"/>
                  </a:lnTo>
                  <a:lnTo>
                    <a:pt x="5948" y="6411"/>
                  </a:lnTo>
                  <a:lnTo>
                    <a:pt x="5986" y="6527"/>
                  </a:lnTo>
                  <a:lnTo>
                    <a:pt x="6025" y="6681"/>
                  </a:lnTo>
                  <a:lnTo>
                    <a:pt x="5986" y="6797"/>
                  </a:lnTo>
                  <a:lnTo>
                    <a:pt x="5909" y="7067"/>
                  </a:lnTo>
                  <a:lnTo>
                    <a:pt x="5793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1" y="7801"/>
                  </a:lnTo>
                  <a:lnTo>
                    <a:pt x="5059" y="7917"/>
                  </a:lnTo>
                  <a:lnTo>
                    <a:pt x="5098" y="7878"/>
                  </a:lnTo>
                  <a:lnTo>
                    <a:pt x="5021" y="7415"/>
                  </a:lnTo>
                  <a:lnTo>
                    <a:pt x="4982" y="7183"/>
                  </a:lnTo>
                  <a:lnTo>
                    <a:pt x="5021" y="6952"/>
                  </a:lnTo>
                  <a:lnTo>
                    <a:pt x="5137" y="6681"/>
                  </a:lnTo>
                  <a:lnTo>
                    <a:pt x="5214" y="6527"/>
                  </a:lnTo>
                  <a:lnTo>
                    <a:pt x="5330" y="6372"/>
                  </a:lnTo>
                  <a:lnTo>
                    <a:pt x="5446" y="6256"/>
                  </a:lnTo>
                  <a:lnTo>
                    <a:pt x="5600" y="6218"/>
                  </a:lnTo>
                  <a:close/>
                  <a:moveTo>
                    <a:pt x="8960" y="8071"/>
                  </a:moveTo>
                  <a:lnTo>
                    <a:pt x="9153" y="8110"/>
                  </a:lnTo>
                  <a:lnTo>
                    <a:pt x="9268" y="8187"/>
                  </a:lnTo>
                  <a:lnTo>
                    <a:pt x="9346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7" y="9153"/>
                  </a:lnTo>
                  <a:lnTo>
                    <a:pt x="8805" y="9346"/>
                  </a:lnTo>
                  <a:lnTo>
                    <a:pt x="8689" y="9384"/>
                  </a:lnTo>
                  <a:lnTo>
                    <a:pt x="8612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2" y="9346"/>
                  </a:lnTo>
                  <a:lnTo>
                    <a:pt x="8264" y="9346"/>
                  </a:lnTo>
                  <a:lnTo>
                    <a:pt x="8226" y="8960"/>
                  </a:lnTo>
                  <a:lnTo>
                    <a:pt x="8226" y="8766"/>
                  </a:lnTo>
                  <a:lnTo>
                    <a:pt x="8264" y="8573"/>
                  </a:lnTo>
                  <a:lnTo>
                    <a:pt x="8342" y="8342"/>
                  </a:lnTo>
                  <a:lnTo>
                    <a:pt x="8496" y="8187"/>
                  </a:lnTo>
                  <a:lnTo>
                    <a:pt x="8728" y="8110"/>
                  </a:lnTo>
                  <a:lnTo>
                    <a:pt x="8844" y="8071"/>
                  </a:lnTo>
                  <a:close/>
                  <a:moveTo>
                    <a:pt x="4944" y="8380"/>
                  </a:moveTo>
                  <a:lnTo>
                    <a:pt x="4944" y="8419"/>
                  </a:lnTo>
                  <a:lnTo>
                    <a:pt x="4751" y="8805"/>
                  </a:lnTo>
                  <a:lnTo>
                    <a:pt x="4596" y="8960"/>
                  </a:lnTo>
                  <a:lnTo>
                    <a:pt x="4442" y="9153"/>
                  </a:lnTo>
                  <a:lnTo>
                    <a:pt x="4210" y="9307"/>
                  </a:lnTo>
                  <a:lnTo>
                    <a:pt x="3940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9" y="9346"/>
                  </a:lnTo>
                  <a:lnTo>
                    <a:pt x="3322" y="9191"/>
                  </a:lnTo>
                  <a:lnTo>
                    <a:pt x="3322" y="9075"/>
                  </a:lnTo>
                  <a:lnTo>
                    <a:pt x="3322" y="8960"/>
                  </a:lnTo>
                  <a:lnTo>
                    <a:pt x="3399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5" y="8458"/>
                  </a:lnTo>
                  <a:lnTo>
                    <a:pt x="4055" y="8380"/>
                  </a:lnTo>
                  <a:lnTo>
                    <a:pt x="4326" y="8380"/>
                  </a:lnTo>
                  <a:lnTo>
                    <a:pt x="4905" y="8419"/>
                  </a:lnTo>
                  <a:lnTo>
                    <a:pt x="4944" y="8380"/>
                  </a:lnTo>
                  <a:close/>
                  <a:moveTo>
                    <a:pt x="7994" y="10002"/>
                  </a:moveTo>
                  <a:lnTo>
                    <a:pt x="7956" y="10195"/>
                  </a:lnTo>
                  <a:lnTo>
                    <a:pt x="7917" y="10350"/>
                  </a:lnTo>
                  <a:lnTo>
                    <a:pt x="7840" y="10543"/>
                  </a:lnTo>
                  <a:lnTo>
                    <a:pt x="7724" y="10697"/>
                  </a:lnTo>
                  <a:lnTo>
                    <a:pt x="7608" y="10813"/>
                  </a:lnTo>
                  <a:lnTo>
                    <a:pt x="7492" y="10929"/>
                  </a:lnTo>
                  <a:lnTo>
                    <a:pt x="7338" y="11045"/>
                  </a:lnTo>
                  <a:lnTo>
                    <a:pt x="7145" y="11083"/>
                  </a:lnTo>
                  <a:lnTo>
                    <a:pt x="6952" y="11122"/>
                  </a:lnTo>
                  <a:lnTo>
                    <a:pt x="6797" y="11083"/>
                  </a:lnTo>
                  <a:lnTo>
                    <a:pt x="6720" y="11045"/>
                  </a:lnTo>
                  <a:lnTo>
                    <a:pt x="6681" y="10967"/>
                  </a:lnTo>
                  <a:lnTo>
                    <a:pt x="6643" y="10890"/>
                  </a:lnTo>
                  <a:lnTo>
                    <a:pt x="6604" y="10813"/>
                  </a:lnTo>
                  <a:lnTo>
                    <a:pt x="6643" y="10620"/>
                  </a:lnTo>
                  <a:lnTo>
                    <a:pt x="6720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2" y="10157"/>
                  </a:lnTo>
                  <a:lnTo>
                    <a:pt x="7492" y="10079"/>
                  </a:lnTo>
                  <a:lnTo>
                    <a:pt x="7724" y="10041"/>
                  </a:lnTo>
                  <a:lnTo>
                    <a:pt x="7994" y="10002"/>
                  </a:lnTo>
                  <a:close/>
                  <a:moveTo>
                    <a:pt x="2202" y="1"/>
                  </a:moveTo>
                  <a:lnTo>
                    <a:pt x="2009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1" y="812"/>
                  </a:lnTo>
                  <a:lnTo>
                    <a:pt x="1237" y="773"/>
                  </a:lnTo>
                  <a:lnTo>
                    <a:pt x="1043" y="735"/>
                  </a:lnTo>
                  <a:lnTo>
                    <a:pt x="696" y="735"/>
                  </a:lnTo>
                  <a:lnTo>
                    <a:pt x="541" y="812"/>
                  </a:lnTo>
                  <a:lnTo>
                    <a:pt x="387" y="889"/>
                  </a:lnTo>
                  <a:lnTo>
                    <a:pt x="233" y="1005"/>
                  </a:lnTo>
                  <a:lnTo>
                    <a:pt x="117" y="1159"/>
                  </a:lnTo>
                  <a:lnTo>
                    <a:pt x="39" y="1314"/>
                  </a:lnTo>
                  <a:lnTo>
                    <a:pt x="1" y="1468"/>
                  </a:lnTo>
                  <a:lnTo>
                    <a:pt x="1" y="1623"/>
                  </a:lnTo>
                  <a:lnTo>
                    <a:pt x="1" y="1777"/>
                  </a:lnTo>
                  <a:lnTo>
                    <a:pt x="78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6" y="2279"/>
                  </a:lnTo>
                  <a:lnTo>
                    <a:pt x="580" y="2356"/>
                  </a:lnTo>
                  <a:lnTo>
                    <a:pt x="735" y="2395"/>
                  </a:lnTo>
                  <a:lnTo>
                    <a:pt x="1043" y="2434"/>
                  </a:lnTo>
                  <a:lnTo>
                    <a:pt x="1391" y="2395"/>
                  </a:lnTo>
                  <a:lnTo>
                    <a:pt x="1700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9" y="4635"/>
                  </a:lnTo>
                  <a:lnTo>
                    <a:pt x="1777" y="5021"/>
                  </a:lnTo>
                  <a:lnTo>
                    <a:pt x="1893" y="5368"/>
                  </a:lnTo>
                  <a:lnTo>
                    <a:pt x="1584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3" y="5252"/>
                  </a:lnTo>
                  <a:lnTo>
                    <a:pt x="387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8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8" y="6218"/>
                  </a:lnTo>
                  <a:lnTo>
                    <a:pt x="155" y="6334"/>
                  </a:lnTo>
                  <a:lnTo>
                    <a:pt x="233" y="6450"/>
                  </a:lnTo>
                  <a:lnTo>
                    <a:pt x="348" y="6565"/>
                  </a:lnTo>
                  <a:lnTo>
                    <a:pt x="503" y="6643"/>
                  </a:lnTo>
                  <a:lnTo>
                    <a:pt x="657" y="6720"/>
                  </a:lnTo>
                  <a:lnTo>
                    <a:pt x="812" y="6758"/>
                  </a:lnTo>
                  <a:lnTo>
                    <a:pt x="1121" y="6758"/>
                  </a:lnTo>
                  <a:lnTo>
                    <a:pt x="1430" y="6681"/>
                  </a:lnTo>
                  <a:lnTo>
                    <a:pt x="1700" y="6527"/>
                  </a:lnTo>
                  <a:lnTo>
                    <a:pt x="1932" y="6295"/>
                  </a:lnTo>
                  <a:lnTo>
                    <a:pt x="2125" y="6063"/>
                  </a:lnTo>
                  <a:lnTo>
                    <a:pt x="2395" y="6527"/>
                  </a:lnTo>
                  <a:lnTo>
                    <a:pt x="2743" y="6990"/>
                  </a:lnTo>
                  <a:lnTo>
                    <a:pt x="3129" y="7376"/>
                  </a:lnTo>
                  <a:lnTo>
                    <a:pt x="3592" y="7762"/>
                  </a:lnTo>
                  <a:lnTo>
                    <a:pt x="4017" y="7994"/>
                  </a:lnTo>
                  <a:lnTo>
                    <a:pt x="3824" y="8033"/>
                  </a:lnTo>
                  <a:lnTo>
                    <a:pt x="3631" y="8110"/>
                  </a:lnTo>
                  <a:lnTo>
                    <a:pt x="3438" y="8187"/>
                  </a:lnTo>
                  <a:lnTo>
                    <a:pt x="3283" y="8342"/>
                  </a:lnTo>
                  <a:lnTo>
                    <a:pt x="3167" y="8458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6" y="8882"/>
                  </a:lnTo>
                  <a:lnTo>
                    <a:pt x="2897" y="9075"/>
                  </a:lnTo>
                  <a:lnTo>
                    <a:pt x="2936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2" y="9770"/>
                  </a:lnTo>
                  <a:lnTo>
                    <a:pt x="3515" y="9848"/>
                  </a:lnTo>
                  <a:lnTo>
                    <a:pt x="3708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9" y="9770"/>
                  </a:lnTo>
                  <a:lnTo>
                    <a:pt x="4403" y="9693"/>
                  </a:lnTo>
                  <a:lnTo>
                    <a:pt x="4673" y="9461"/>
                  </a:lnTo>
                  <a:lnTo>
                    <a:pt x="4905" y="9153"/>
                  </a:lnTo>
                  <a:lnTo>
                    <a:pt x="5098" y="8844"/>
                  </a:lnTo>
                  <a:lnTo>
                    <a:pt x="5214" y="8496"/>
                  </a:lnTo>
                  <a:lnTo>
                    <a:pt x="6527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6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5" y="9809"/>
                  </a:lnTo>
                  <a:lnTo>
                    <a:pt x="6797" y="9963"/>
                  </a:lnTo>
                  <a:lnTo>
                    <a:pt x="6643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5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5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6" y="11508"/>
                  </a:lnTo>
                  <a:lnTo>
                    <a:pt x="7029" y="11508"/>
                  </a:lnTo>
                  <a:lnTo>
                    <a:pt x="7222" y="11469"/>
                  </a:lnTo>
                  <a:lnTo>
                    <a:pt x="7415" y="11392"/>
                  </a:lnTo>
                  <a:lnTo>
                    <a:pt x="7569" y="11315"/>
                  </a:lnTo>
                  <a:lnTo>
                    <a:pt x="7724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10" y="10697"/>
                  </a:lnTo>
                  <a:lnTo>
                    <a:pt x="8226" y="10465"/>
                  </a:lnTo>
                  <a:lnTo>
                    <a:pt x="8264" y="10234"/>
                  </a:lnTo>
                  <a:lnTo>
                    <a:pt x="8303" y="9963"/>
                  </a:lnTo>
                  <a:lnTo>
                    <a:pt x="8342" y="9925"/>
                  </a:lnTo>
                  <a:lnTo>
                    <a:pt x="8728" y="10272"/>
                  </a:lnTo>
                  <a:lnTo>
                    <a:pt x="9075" y="10659"/>
                  </a:lnTo>
                  <a:lnTo>
                    <a:pt x="9346" y="11122"/>
                  </a:lnTo>
                  <a:lnTo>
                    <a:pt x="9462" y="11354"/>
                  </a:lnTo>
                  <a:lnTo>
                    <a:pt x="9539" y="11585"/>
                  </a:lnTo>
                  <a:lnTo>
                    <a:pt x="9655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5" y="12937"/>
                  </a:lnTo>
                  <a:lnTo>
                    <a:pt x="9577" y="13284"/>
                  </a:lnTo>
                  <a:lnTo>
                    <a:pt x="9462" y="13593"/>
                  </a:lnTo>
                  <a:lnTo>
                    <a:pt x="9191" y="14211"/>
                  </a:lnTo>
                  <a:lnTo>
                    <a:pt x="9153" y="14288"/>
                  </a:lnTo>
                  <a:lnTo>
                    <a:pt x="9153" y="14327"/>
                  </a:lnTo>
                  <a:lnTo>
                    <a:pt x="9230" y="14404"/>
                  </a:lnTo>
                  <a:lnTo>
                    <a:pt x="9307" y="14443"/>
                  </a:lnTo>
                  <a:lnTo>
                    <a:pt x="9423" y="14404"/>
                  </a:lnTo>
                  <a:lnTo>
                    <a:pt x="9577" y="14250"/>
                  </a:lnTo>
                  <a:lnTo>
                    <a:pt x="9732" y="14057"/>
                  </a:lnTo>
                  <a:lnTo>
                    <a:pt x="9848" y="13902"/>
                  </a:lnTo>
                  <a:lnTo>
                    <a:pt x="9925" y="13671"/>
                  </a:lnTo>
                  <a:lnTo>
                    <a:pt x="10079" y="13246"/>
                  </a:lnTo>
                  <a:lnTo>
                    <a:pt x="10118" y="12782"/>
                  </a:lnTo>
                  <a:lnTo>
                    <a:pt x="10118" y="12319"/>
                  </a:lnTo>
                  <a:lnTo>
                    <a:pt x="10041" y="11856"/>
                  </a:lnTo>
                  <a:lnTo>
                    <a:pt x="9925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7" y="10272"/>
                  </a:lnTo>
                  <a:lnTo>
                    <a:pt x="9037" y="9963"/>
                  </a:lnTo>
                  <a:lnTo>
                    <a:pt x="8728" y="9693"/>
                  </a:lnTo>
                  <a:lnTo>
                    <a:pt x="8960" y="9577"/>
                  </a:lnTo>
                  <a:lnTo>
                    <a:pt x="9230" y="9423"/>
                  </a:lnTo>
                  <a:lnTo>
                    <a:pt x="9462" y="9191"/>
                  </a:lnTo>
                  <a:lnTo>
                    <a:pt x="9616" y="8921"/>
                  </a:lnTo>
                  <a:lnTo>
                    <a:pt x="9732" y="8612"/>
                  </a:lnTo>
                  <a:lnTo>
                    <a:pt x="9732" y="8496"/>
                  </a:lnTo>
                  <a:lnTo>
                    <a:pt x="9732" y="8342"/>
                  </a:lnTo>
                  <a:lnTo>
                    <a:pt x="9693" y="8187"/>
                  </a:lnTo>
                  <a:lnTo>
                    <a:pt x="9616" y="8071"/>
                  </a:lnTo>
                  <a:lnTo>
                    <a:pt x="9500" y="7956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7" y="7724"/>
                  </a:lnTo>
                  <a:lnTo>
                    <a:pt x="8689" y="7724"/>
                  </a:lnTo>
                  <a:lnTo>
                    <a:pt x="8535" y="7762"/>
                  </a:lnTo>
                  <a:lnTo>
                    <a:pt x="8380" y="7840"/>
                  </a:lnTo>
                  <a:lnTo>
                    <a:pt x="8226" y="7956"/>
                  </a:lnTo>
                  <a:lnTo>
                    <a:pt x="8110" y="8071"/>
                  </a:lnTo>
                  <a:lnTo>
                    <a:pt x="7956" y="8264"/>
                  </a:lnTo>
                  <a:lnTo>
                    <a:pt x="7878" y="8535"/>
                  </a:lnTo>
                  <a:lnTo>
                    <a:pt x="7840" y="8766"/>
                  </a:lnTo>
                  <a:lnTo>
                    <a:pt x="7840" y="9037"/>
                  </a:lnTo>
                  <a:lnTo>
                    <a:pt x="7222" y="8766"/>
                  </a:lnTo>
                  <a:lnTo>
                    <a:pt x="6643" y="8496"/>
                  </a:lnTo>
                  <a:lnTo>
                    <a:pt x="5368" y="8033"/>
                  </a:lnTo>
                  <a:lnTo>
                    <a:pt x="5639" y="7878"/>
                  </a:lnTo>
                  <a:lnTo>
                    <a:pt x="5870" y="7685"/>
                  </a:lnTo>
                  <a:lnTo>
                    <a:pt x="6063" y="7454"/>
                  </a:lnTo>
                  <a:lnTo>
                    <a:pt x="6218" y="7183"/>
                  </a:lnTo>
                  <a:lnTo>
                    <a:pt x="6334" y="6874"/>
                  </a:lnTo>
                  <a:lnTo>
                    <a:pt x="6334" y="6720"/>
                  </a:lnTo>
                  <a:lnTo>
                    <a:pt x="6334" y="6527"/>
                  </a:lnTo>
                  <a:lnTo>
                    <a:pt x="6334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5" y="5948"/>
                  </a:lnTo>
                  <a:lnTo>
                    <a:pt x="5870" y="5870"/>
                  </a:lnTo>
                  <a:lnTo>
                    <a:pt x="5716" y="5832"/>
                  </a:lnTo>
                  <a:lnTo>
                    <a:pt x="5561" y="5870"/>
                  </a:lnTo>
                  <a:lnTo>
                    <a:pt x="5407" y="5909"/>
                  </a:lnTo>
                  <a:lnTo>
                    <a:pt x="5253" y="5986"/>
                  </a:lnTo>
                  <a:lnTo>
                    <a:pt x="5137" y="6063"/>
                  </a:lnTo>
                  <a:lnTo>
                    <a:pt x="4905" y="6334"/>
                  </a:lnTo>
                  <a:lnTo>
                    <a:pt x="4751" y="6643"/>
                  </a:lnTo>
                  <a:lnTo>
                    <a:pt x="4635" y="7029"/>
                  </a:lnTo>
                  <a:lnTo>
                    <a:pt x="4635" y="7222"/>
                  </a:lnTo>
                  <a:lnTo>
                    <a:pt x="4635" y="7415"/>
                  </a:lnTo>
                  <a:lnTo>
                    <a:pt x="4635" y="7608"/>
                  </a:lnTo>
                  <a:lnTo>
                    <a:pt x="4712" y="7762"/>
                  </a:lnTo>
                  <a:lnTo>
                    <a:pt x="4094" y="7454"/>
                  </a:lnTo>
                  <a:lnTo>
                    <a:pt x="3824" y="7299"/>
                  </a:lnTo>
                  <a:lnTo>
                    <a:pt x="3553" y="7106"/>
                  </a:lnTo>
                  <a:lnTo>
                    <a:pt x="3322" y="6874"/>
                  </a:lnTo>
                  <a:lnTo>
                    <a:pt x="3090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2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3" y="5986"/>
                  </a:lnTo>
                  <a:lnTo>
                    <a:pt x="4249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9" y="5407"/>
                  </a:lnTo>
                  <a:lnTo>
                    <a:pt x="4557" y="5214"/>
                  </a:lnTo>
                  <a:lnTo>
                    <a:pt x="4519" y="5059"/>
                  </a:lnTo>
                  <a:lnTo>
                    <a:pt x="4480" y="4866"/>
                  </a:lnTo>
                  <a:lnTo>
                    <a:pt x="4403" y="4712"/>
                  </a:lnTo>
                  <a:lnTo>
                    <a:pt x="4287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1" y="4364"/>
                  </a:lnTo>
                  <a:lnTo>
                    <a:pt x="3708" y="4364"/>
                  </a:lnTo>
                  <a:lnTo>
                    <a:pt x="3553" y="4403"/>
                  </a:lnTo>
                  <a:lnTo>
                    <a:pt x="3399" y="4442"/>
                  </a:lnTo>
                  <a:lnTo>
                    <a:pt x="3245" y="4519"/>
                  </a:lnTo>
                  <a:lnTo>
                    <a:pt x="3090" y="4635"/>
                  </a:lnTo>
                  <a:lnTo>
                    <a:pt x="2820" y="4905"/>
                  </a:lnTo>
                  <a:lnTo>
                    <a:pt x="2588" y="5214"/>
                  </a:lnTo>
                  <a:lnTo>
                    <a:pt x="2434" y="5561"/>
                  </a:lnTo>
                  <a:lnTo>
                    <a:pt x="2395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6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5" y="2318"/>
                  </a:lnTo>
                  <a:lnTo>
                    <a:pt x="2356" y="2511"/>
                  </a:lnTo>
                  <a:lnTo>
                    <a:pt x="2588" y="2627"/>
                  </a:lnTo>
                  <a:lnTo>
                    <a:pt x="2820" y="2743"/>
                  </a:lnTo>
                  <a:lnTo>
                    <a:pt x="3129" y="2781"/>
                  </a:lnTo>
                  <a:lnTo>
                    <a:pt x="3283" y="2743"/>
                  </a:lnTo>
                  <a:lnTo>
                    <a:pt x="3476" y="2704"/>
                  </a:lnTo>
                  <a:lnTo>
                    <a:pt x="3631" y="2627"/>
                  </a:lnTo>
                  <a:lnTo>
                    <a:pt x="3785" y="2549"/>
                  </a:lnTo>
                  <a:lnTo>
                    <a:pt x="3901" y="2434"/>
                  </a:lnTo>
                  <a:lnTo>
                    <a:pt x="4017" y="2279"/>
                  </a:lnTo>
                  <a:lnTo>
                    <a:pt x="4094" y="2125"/>
                  </a:lnTo>
                  <a:lnTo>
                    <a:pt x="4133" y="1970"/>
                  </a:lnTo>
                  <a:lnTo>
                    <a:pt x="4094" y="1777"/>
                  </a:lnTo>
                  <a:lnTo>
                    <a:pt x="4055" y="1623"/>
                  </a:lnTo>
                  <a:lnTo>
                    <a:pt x="4017" y="1507"/>
                  </a:lnTo>
                  <a:lnTo>
                    <a:pt x="3901" y="1352"/>
                  </a:lnTo>
                  <a:lnTo>
                    <a:pt x="3785" y="1237"/>
                  </a:lnTo>
                  <a:lnTo>
                    <a:pt x="3631" y="1159"/>
                  </a:lnTo>
                  <a:lnTo>
                    <a:pt x="3515" y="1121"/>
                  </a:lnTo>
                  <a:lnTo>
                    <a:pt x="3322" y="1082"/>
                  </a:lnTo>
                  <a:lnTo>
                    <a:pt x="3167" y="1043"/>
                  </a:lnTo>
                  <a:lnTo>
                    <a:pt x="3013" y="1082"/>
                  </a:lnTo>
                  <a:lnTo>
                    <a:pt x="2743" y="1159"/>
                  </a:lnTo>
                  <a:lnTo>
                    <a:pt x="2472" y="1314"/>
                  </a:lnTo>
                  <a:lnTo>
                    <a:pt x="2241" y="1545"/>
                  </a:lnTo>
                  <a:lnTo>
                    <a:pt x="2511" y="78"/>
                  </a:lnTo>
                  <a:lnTo>
                    <a:pt x="220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8"/>
            <p:cNvSpPr/>
            <p:nvPr/>
          </p:nvSpPr>
          <p:spPr>
            <a:xfrm>
              <a:off x="3971200" y="23945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4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2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8"/>
            <p:cNvSpPr/>
            <p:nvPr/>
          </p:nvSpPr>
          <p:spPr>
            <a:xfrm>
              <a:off x="591450" y="23984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8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0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8"/>
            <p:cNvSpPr/>
            <p:nvPr/>
          </p:nvSpPr>
          <p:spPr>
            <a:xfrm>
              <a:off x="456275" y="23994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80"/>
                  </a:lnTo>
                  <a:lnTo>
                    <a:pt x="12280" y="657"/>
                  </a:lnTo>
                  <a:lnTo>
                    <a:pt x="12628" y="850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54"/>
                  </a:lnTo>
                  <a:lnTo>
                    <a:pt x="13478" y="2240"/>
                  </a:lnTo>
                  <a:lnTo>
                    <a:pt x="13632" y="2665"/>
                  </a:lnTo>
                  <a:lnTo>
                    <a:pt x="13825" y="3438"/>
                  </a:lnTo>
                  <a:lnTo>
                    <a:pt x="13825" y="3438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472"/>
                  </a:lnTo>
                  <a:lnTo>
                    <a:pt x="12010" y="2125"/>
                  </a:lnTo>
                  <a:lnTo>
                    <a:pt x="11817" y="1932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734"/>
                  </a:lnTo>
                  <a:lnTo>
                    <a:pt x="11740" y="619"/>
                  </a:lnTo>
                  <a:lnTo>
                    <a:pt x="11856" y="541"/>
                  </a:lnTo>
                  <a:lnTo>
                    <a:pt x="11972" y="503"/>
                  </a:lnTo>
                  <a:close/>
                  <a:moveTo>
                    <a:pt x="16219" y="1584"/>
                  </a:moveTo>
                  <a:lnTo>
                    <a:pt x="16296" y="1623"/>
                  </a:lnTo>
                  <a:lnTo>
                    <a:pt x="16412" y="1661"/>
                  </a:lnTo>
                  <a:lnTo>
                    <a:pt x="16490" y="1738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7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661"/>
                  </a:lnTo>
                  <a:lnTo>
                    <a:pt x="16103" y="1623"/>
                  </a:lnTo>
                  <a:lnTo>
                    <a:pt x="16219" y="1584"/>
                  </a:lnTo>
                  <a:close/>
                  <a:moveTo>
                    <a:pt x="13825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9"/>
                  </a:lnTo>
                  <a:lnTo>
                    <a:pt x="10890" y="5445"/>
                  </a:lnTo>
                  <a:lnTo>
                    <a:pt x="10968" y="5252"/>
                  </a:lnTo>
                  <a:lnTo>
                    <a:pt x="11122" y="5098"/>
                  </a:lnTo>
                  <a:lnTo>
                    <a:pt x="11277" y="4943"/>
                  </a:lnTo>
                  <a:lnTo>
                    <a:pt x="11547" y="4750"/>
                  </a:lnTo>
                  <a:lnTo>
                    <a:pt x="11817" y="4635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25" y="4287"/>
                  </a:lnTo>
                  <a:close/>
                  <a:moveTo>
                    <a:pt x="14404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7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44" y="5986"/>
                  </a:lnTo>
                  <a:lnTo>
                    <a:pt x="16876" y="6334"/>
                  </a:lnTo>
                  <a:lnTo>
                    <a:pt x="16992" y="6681"/>
                  </a:lnTo>
                  <a:lnTo>
                    <a:pt x="16992" y="6836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8"/>
                  </a:lnTo>
                  <a:lnTo>
                    <a:pt x="16374" y="7338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370" y="6565"/>
                  </a:lnTo>
                  <a:lnTo>
                    <a:pt x="15061" y="6141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06" y="619"/>
                  </a:lnTo>
                  <a:lnTo>
                    <a:pt x="10929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33" y="2742"/>
                  </a:lnTo>
                  <a:lnTo>
                    <a:pt x="12396" y="3090"/>
                  </a:lnTo>
                  <a:lnTo>
                    <a:pt x="12860" y="3399"/>
                  </a:lnTo>
                  <a:lnTo>
                    <a:pt x="12860" y="3399"/>
                  </a:lnTo>
                  <a:lnTo>
                    <a:pt x="12049" y="3283"/>
                  </a:lnTo>
                  <a:lnTo>
                    <a:pt x="11199" y="3283"/>
                  </a:lnTo>
                  <a:lnTo>
                    <a:pt x="10388" y="3322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623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082" y="10156"/>
                  </a:lnTo>
                  <a:lnTo>
                    <a:pt x="503" y="10967"/>
                  </a:lnTo>
                  <a:lnTo>
                    <a:pt x="1" y="11778"/>
                  </a:lnTo>
                  <a:lnTo>
                    <a:pt x="348" y="12049"/>
                  </a:lnTo>
                  <a:lnTo>
                    <a:pt x="1546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79"/>
                  </a:lnTo>
                  <a:lnTo>
                    <a:pt x="6257" y="5561"/>
                  </a:lnTo>
                  <a:lnTo>
                    <a:pt x="7106" y="5059"/>
                  </a:lnTo>
                  <a:lnTo>
                    <a:pt x="7994" y="4596"/>
                  </a:lnTo>
                  <a:lnTo>
                    <a:pt x="8458" y="4441"/>
                  </a:lnTo>
                  <a:lnTo>
                    <a:pt x="8921" y="4248"/>
                  </a:lnTo>
                  <a:lnTo>
                    <a:pt x="9423" y="4133"/>
                  </a:lnTo>
                  <a:lnTo>
                    <a:pt x="9886" y="4017"/>
                  </a:lnTo>
                  <a:lnTo>
                    <a:pt x="10388" y="3901"/>
                  </a:lnTo>
                  <a:lnTo>
                    <a:pt x="10852" y="3862"/>
                  </a:lnTo>
                  <a:lnTo>
                    <a:pt x="11354" y="3824"/>
                  </a:lnTo>
                  <a:lnTo>
                    <a:pt x="11856" y="3824"/>
                  </a:lnTo>
                  <a:lnTo>
                    <a:pt x="12358" y="3862"/>
                  </a:lnTo>
                  <a:lnTo>
                    <a:pt x="12860" y="3901"/>
                  </a:lnTo>
                  <a:lnTo>
                    <a:pt x="12319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47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4"/>
                  </a:lnTo>
                  <a:lnTo>
                    <a:pt x="11006" y="6411"/>
                  </a:lnTo>
                  <a:lnTo>
                    <a:pt x="11277" y="6449"/>
                  </a:lnTo>
                  <a:lnTo>
                    <a:pt x="11585" y="6411"/>
                  </a:lnTo>
                  <a:lnTo>
                    <a:pt x="11856" y="6372"/>
                  </a:lnTo>
                  <a:lnTo>
                    <a:pt x="12165" y="6256"/>
                  </a:lnTo>
                  <a:lnTo>
                    <a:pt x="12628" y="6063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760" y="7878"/>
                  </a:lnTo>
                  <a:lnTo>
                    <a:pt x="16876" y="7840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7"/>
                  </a:lnTo>
                  <a:lnTo>
                    <a:pt x="17378" y="7531"/>
                  </a:lnTo>
                  <a:lnTo>
                    <a:pt x="17416" y="7376"/>
                  </a:lnTo>
                  <a:lnTo>
                    <a:pt x="17455" y="7260"/>
                  </a:lnTo>
                  <a:lnTo>
                    <a:pt x="17493" y="6951"/>
                  </a:lnTo>
                  <a:lnTo>
                    <a:pt x="17416" y="6604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4"/>
                  </a:lnTo>
                  <a:lnTo>
                    <a:pt x="17146" y="2163"/>
                  </a:lnTo>
                  <a:lnTo>
                    <a:pt x="17107" y="1932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36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41" y="2434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8"/>
            <p:cNvSpPr/>
            <p:nvPr/>
          </p:nvSpPr>
          <p:spPr>
            <a:xfrm>
              <a:off x="5396100" y="24418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4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2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6" y="9153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3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7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5"/>
                  </a:lnTo>
                  <a:lnTo>
                    <a:pt x="695" y="735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4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50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3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9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6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8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2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4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7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8"/>
            <p:cNvSpPr/>
            <p:nvPr/>
          </p:nvSpPr>
          <p:spPr>
            <a:xfrm>
              <a:off x="4094775" y="2444775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4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5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8"/>
            <p:cNvSpPr/>
            <p:nvPr/>
          </p:nvSpPr>
          <p:spPr>
            <a:xfrm>
              <a:off x="6880825" y="24872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5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40" y="4943"/>
                  </a:lnTo>
                  <a:lnTo>
                    <a:pt x="155" y="4943"/>
                  </a:lnTo>
                  <a:lnTo>
                    <a:pt x="542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9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8"/>
            <p:cNvSpPr/>
            <p:nvPr/>
          </p:nvSpPr>
          <p:spPr>
            <a:xfrm>
              <a:off x="4037825" y="2489175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3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3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69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7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9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5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8"/>
            <p:cNvSpPr/>
            <p:nvPr/>
          </p:nvSpPr>
          <p:spPr>
            <a:xfrm>
              <a:off x="6829675" y="24891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580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9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9"/>
                  </a:lnTo>
                  <a:lnTo>
                    <a:pt x="78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8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4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6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8"/>
            <p:cNvSpPr/>
            <p:nvPr/>
          </p:nvSpPr>
          <p:spPr>
            <a:xfrm>
              <a:off x="2130250" y="2495950"/>
              <a:ext cx="246175" cy="107175"/>
            </a:xfrm>
            <a:custGeom>
              <a:avLst/>
              <a:gdLst/>
              <a:ahLst/>
              <a:cxnLst/>
              <a:rect l="l" t="t" r="r" b="b"/>
              <a:pathLst>
                <a:path w="9847" h="4287" extrusionOk="0">
                  <a:moveTo>
                    <a:pt x="8882" y="2742"/>
                  </a:moveTo>
                  <a:lnTo>
                    <a:pt x="9113" y="2819"/>
                  </a:lnTo>
                  <a:lnTo>
                    <a:pt x="9229" y="2896"/>
                  </a:lnTo>
                  <a:lnTo>
                    <a:pt x="9306" y="3012"/>
                  </a:lnTo>
                  <a:lnTo>
                    <a:pt x="9384" y="3089"/>
                  </a:lnTo>
                  <a:lnTo>
                    <a:pt x="9384" y="3205"/>
                  </a:lnTo>
                  <a:lnTo>
                    <a:pt x="9422" y="3321"/>
                  </a:lnTo>
                  <a:lnTo>
                    <a:pt x="9384" y="3437"/>
                  </a:lnTo>
                  <a:lnTo>
                    <a:pt x="9268" y="3630"/>
                  </a:lnTo>
                  <a:lnTo>
                    <a:pt x="9113" y="3785"/>
                  </a:lnTo>
                  <a:lnTo>
                    <a:pt x="8920" y="3862"/>
                  </a:lnTo>
                  <a:lnTo>
                    <a:pt x="8727" y="3862"/>
                  </a:lnTo>
                  <a:lnTo>
                    <a:pt x="8573" y="3785"/>
                  </a:lnTo>
                  <a:lnTo>
                    <a:pt x="8418" y="3630"/>
                  </a:lnTo>
                  <a:lnTo>
                    <a:pt x="8302" y="3437"/>
                  </a:lnTo>
                  <a:lnTo>
                    <a:pt x="8302" y="3244"/>
                  </a:lnTo>
                  <a:lnTo>
                    <a:pt x="8341" y="3051"/>
                  </a:lnTo>
                  <a:lnTo>
                    <a:pt x="8380" y="2858"/>
                  </a:lnTo>
                  <a:lnTo>
                    <a:pt x="8418" y="2819"/>
                  </a:lnTo>
                  <a:lnTo>
                    <a:pt x="8650" y="2742"/>
                  </a:lnTo>
                  <a:close/>
                  <a:moveTo>
                    <a:pt x="155" y="0"/>
                  </a:moveTo>
                  <a:lnTo>
                    <a:pt x="77" y="39"/>
                  </a:lnTo>
                  <a:lnTo>
                    <a:pt x="39" y="78"/>
                  </a:lnTo>
                  <a:lnTo>
                    <a:pt x="0" y="155"/>
                  </a:lnTo>
                  <a:lnTo>
                    <a:pt x="39" y="271"/>
                  </a:lnTo>
                  <a:lnTo>
                    <a:pt x="77" y="348"/>
                  </a:lnTo>
                  <a:lnTo>
                    <a:pt x="116" y="386"/>
                  </a:lnTo>
                  <a:lnTo>
                    <a:pt x="618" y="618"/>
                  </a:lnTo>
                  <a:lnTo>
                    <a:pt x="1120" y="773"/>
                  </a:lnTo>
                  <a:lnTo>
                    <a:pt x="2124" y="1081"/>
                  </a:lnTo>
                  <a:lnTo>
                    <a:pt x="4286" y="1738"/>
                  </a:lnTo>
                  <a:lnTo>
                    <a:pt x="6101" y="2317"/>
                  </a:lnTo>
                  <a:lnTo>
                    <a:pt x="7028" y="2587"/>
                  </a:lnTo>
                  <a:lnTo>
                    <a:pt x="7993" y="2819"/>
                  </a:lnTo>
                  <a:lnTo>
                    <a:pt x="7916" y="2974"/>
                  </a:lnTo>
                  <a:lnTo>
                    <a:pt x="7878" y="3089"/>
                  </a:lnTo>
                  <a:lnTo>
                    <a:pt x="7878" y="3398"/>
                  </a:lnTo>
                  <a:lnTo>
                    <a:pt x="7993" y="3707"/>
                  </a:lnTo>
                  <a:lnTo>
                    <a:pt x="8109" y="3939"/>
                  </a:lnTo>
                  <a:lnTo>
                    <a:pt x="8225" y="4093"/>
                  </a:lnTo>
                  <a:lnTo>
                    <a:pt x="8380" y="4171"/>
                  </a:lnTo>
                  <a:lnTo>
                    <a:pt x="8573" y="4248"/>
                  </a:lnTo>
                  <a:lnTo>
                    <a:pt x="8727" y="4287"/>
                  </a:lnTo>
                  <a:lnTo>
                    <a:pt x="8920" y="4287"/>
                  </a:lnTo>
                  <a:lnTo>
                    <a:pt x="9075" y="4248"/>
                  </a:lnTo>
                  <a:lnTo>
                    <a:pt x="9268" y="4209"/>
                  </a:lnTo>
                  <a:lnTo>
                    <a:pt x="9422" y="4093"/>
                  </a:lnTo>
                  <a:lnTo>
                    <a:pt x="9538" y="3978"/>
                  </a:lnTo>
                  <a:lnTo>
                    <a:pt x="9654" y="3823"/>
                  </a:lnTo>
                  <a:lnTo>
                    <a:pt x="9770" y="3669"/>
                  </a:lnTo>
                  <a:lnTo>
                    <a:pt x="9808" y="3514"/>
                  </a:lnTo>
                  <a:lnTo>
                    <a:pt x="9847" y="3321"/>
                  </a:lnTo>
                  <a:lnTo>
                    <a:pt x="9847" y="3128"/>
                  </a:lnTo>
                  <a:lnTo>
                    <a:pt x="9770" y="2974"/>
                  </a:lnTo>
                  <a:lnTo>
                    <a:pt x="9692" y="2781"/>
                  </a:lnTo>
                  <a:lnTo>
                    <a:pt x="9577" y="2665"/>
                  </a:lnTo>
                  <a:lnTo>
                    <a:pt x="9422" y="2549"/>
                  </a:lnTo>
                  <a:lnTo>
                    <a:pt x="9229" y="2433"/>
                  </a:lnTo>
                  <a:lnTo>
                    <a:pt x="9075" y="2394"/>
                  </a:lnTo>
                  <a:lnTo>
                    <a:pt x="8688" y="2394"/>
                  </a:lnTo>
                  <a:lnTo>
                    <a:pt x="8495" y="2472"/>
                  </a:lnTo>
                  <a:lnTo>
                    <a:pt x="8341" y="2549"/>
                  </a:lnTo>
                  <a:lnTo>
                    <a:pt x="7298" y="2163"/>
                  </a:lnTo>
                  <a:lnTo>
                    <a:pt x="6294" y="1815"/>
                  </a:lnTo>
                  <a:lnTo>
                    <a:pt x="4209" y="1159"/>
                  </a:lnTo>
                  <a:lnTo>
                    <a:pt x="3244" y="850"/>
                  </a:lnTo>
                  <a:lnTo>
                    <a:pt x="2240" y="502"/>
                  </a:lnTo>
                  <a:lnTo>
                    <a:pt x="1236" y="193"/>
                  </a:lnTo>
                  <a:lnTo>
                    <a:pt x="734" y="7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8"/>
            <p:cNvSpPr/>
            <p:nvPr/>
          </p:nvSpPr>
          <p:spPr>
            <a:xfrm>
              <a:off x="4737700" y="2534550"/>
              <a:ext cx="459550" cy="296400"/>
            </a:xfrm>
            <a:custGeom>
              <a:avLst/>
              <a:gdLst/>
              <a:ahLst/>
              <a:cxnLst/>
              <a:rect l="l" t="t" r="r" b="b"/>
              <a:pathLst>
                <a:path w="18382" h="11856" extrusionOk="0">
                  <a:moveTo>
                    <a:pt x="17648" y="2936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9"/>
                  </a:lnTo>
                  <a:lnTo>
                    <a:pt x="17880" y="3322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40"/>
                  </a:lnTo>
                  <a:lnTo>
                    <a:pt x="17648" y="4133"/>
                  </a:lnTo>
                  <a:lnTo>
                    <a:pt x="17300" y="4403"/>
                  </a:lnTo>
                  <a:lnTo>
                    <a:pt x="17030" y="4596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4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5"/>
                  </a:lnTo>
                  <a:lnTo>
                    <a:pt x="16528" y="3515"/>
                  </a:lnTo>
                  <a:lnTo>
                    <a:pt x="16721" y="3283"/>
                  </a:lnTo>
                  <a:lnTo>
                    <a:pt x="16953" y="3129"/>
                  </a:lnTo>
                  <a:lnTo>
                    <a:pt x="17223" y="2974"/>
                  </a:lnTo>
                  <a:lnTo>
                    <a:pt x="17493" y="2936"/>
                  </a:lnTo>
                  <a:close/>
                  <a:moveTo>
                    <a:pt x="14211" y="4866"/>
                  </a:moveTo>
                  <a:lnTo>
                    <a:pt x="14481" y="4905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30"/>
                  </a:lnTo>
                  <a:lnTo>
                    <a:pt x="14752" y="5523"/>
                  </a:lnTo>
                  <a:lnTo>
                    <a:pt x="14288" y="5677"/>
                  </a:lnTo>
                  <a:lnTo>
                    <a:pt x="14018" y="5716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600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7"/>
                  </a:lnTo>
                  <a:lnTo>
                    <a:pt x="13169" y="5021"/>
                  </a:lnTo>
                  <a:lnTo>
                    <a:pt x="13323" y="4944"/>
                  </a:lnTo>
                  <a:lnTo>
                    <a:pt x="13555" y="4905"/>
                  </a:lnTo>
                  <a:lnTo>
                    <a:pt x="13864" y="4866"/>
                  </a:lnTo>
                  <a:close/>
                  <a:moveTo>
                    <a:pt x="15756" y="5523"/>
                  </a:moveTo>
                  <a:lnTo>
                    <a:pt x="16374" y="5832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4"/>
                  </a:lnTo>
                  <a:lnTo>
                    <a:pt x="17571" y="6913"/>
                  </a:lnTo>
                  <a:lnTo>
                    <a:pt x="17609" y="7067"/>
                  </a:lnTo>
                  <a:lnTo>
                    <a:pt x="17609" y="7222"/>
                  </a:lnTo>
                  <a:lnTo>
                    <a:pt x="17609" y="7454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4"/>
                  </a:lnTo>
                  <a:lnTo>
                    <a:pt x="17146" y="7724"/>
                  </a:lnTo>
                  <a:lnTo>
                    <a:pt x="16953" y="7685"/>
                  </a:lnTo>
                  <a:lnTo>
                    <a:pt x="16798" y="7608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7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2"/>
                  </a:lnTo>
                  <a:lnTo>
                    <a:pt x="15756" y="5523"/>
                  </a:lnTo>
                  <a:close/>
                  <a:moveTo>
                    <a:pt x="4944" y="464"/>
                  </a:moveTo>
                  <a:lnTo>
                    <a:pt x="5561" y="503"/>
                  </a:lnTo>
                  <a:lnTo>
                    <a:pt x="6141" y="657"/>
                  </a:lnTo>
                  <a:lnTo>
                    <a:pt x="6681" y="889"/>
                  </a:lnTo>
                  <a:lnTo>
                    <a:pt x="7222" y="1198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5"/>
                  </a:lnTo>
                  <a:lnTo>
                    <a:pt x="8766" y="2781"/>
                  </a:lnTo>
                  <a:lnTo>
                    <a:pt x="9037" y="3206"/>
                  </a:lnTo>
                  <a:lnTo>
                    <a:pt x="9268" y="3669"/>
                  </a:lnTo>
                  <a:lnTo>
                    <a:pt x="9693" y="4596"/>
                  </a:lnTo>
                  <a:lnTo>
                    <a:pt x="10079" y="5523"/>
                  </a:lnTo>
                  <a:lnTo>
                    <a:pt x="10272" y="5909"/>
                  </a:lnTo>
                  <a:lnTo>
                    <a:pt x="10504" y="6295"/>
                  </a:lnTo>
                  <a:lnTo>
                    <a:pt x="10736" y="6643"/>
                  </a:lnTo>
                  <a:lnTo>
                    <a:pt x="11006" y="6913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1"/>
                  </a:lnTo>
                  <a:lnTo>
                    <a:pt x="13207" y="7492"/>
                  </a:lnTo>
                  <a:lnTo>
                    <a:pt x="13516" y="7415"/>
                  </a:lnTo>
                  <a:lnTo>
                    <a:pt x="13825" y="7260"/>
                  </a:lnTo>
                  <a:lnTo>
                    <a:pt x="14095" y="7106"/>
                  </a:lnTo>
                  <a:lnTo>
                    <a:pt x="14366" y="6952"/>
                  </a:lnTo>
                  <a:lnTo>
                    <a:pt x="14597" y="6720"/>
                  </a:lnTo>
                  <a:lnTo>
                    <a:pt x="14829" y="6488"/>
                  </a:lnTo>
                  <a:lnTo>
                    <a:pt x="14829" y="6488"/>
                  </a:lnTo>
                  <a:lnTo>
                    <a:pt x="14404" y="7222"/>
                  </a:lnTo>
                  <a:lnTo>
                    <a:pt x="13941" y="7878"/>
                  </a:lnTo>
                  <a:lnTo>
                    <a:pt x="13439" y="8535"/>
                  </a:lnTo>
                  <a:lnTo>
                    <a:pt x="12860" y="9114"/>
                  </a:lnTo>
                  <a:lnTo>
                    <a:pt x="12242" y="9616"/>
                  </a:lnTo>
                  <a:lnTo>
                    <a:pt x="11547" y="10079"/>
                  </a:lnTo>
                  <a:lnTo>
                    <a:pt x="10813" y="10504"/>
                  </a:lnTo>
                  <a:lnTo>
                    <a:pt x="10041" y="10813"/>
                  </a:lnTo>
                  <a:lnTo>
                    <a:pt x="9462" y="11006"/>
                  </a:lnTo>
                  <a:lnTo>
                    <a:pt x="8882" y="11161"/>
                  </a:lnTo>
                  <a:lnTo>
                    <a:pt x="8303" y="11276"/>
                  </a:lnTo>
                  <a:lnTo>
                    <a:pt x="7724" y="11315"/>
                  </a:lnTo>
                  <a:lnTo>
                    <a:pt x="7145" y="11354"/>
                  </a:lnTo>
                  <a:lnTo>
                    <a:pt x="6604" y="11315"/>
                  </a:lnTo>
                  <a:lnTo>
                    <a:pt x="6025" y="11238"/>
                  </a:lnTo>
                  <a:lnTo>
                    <a:pt x="5484" y="11122"/>
                  </a:lnTo>
                  <a:lnTo>
                    <a:pt x="4944" y="10967"/>
                  </a:lnTo>
                  <a:lnTo>
                    <a:pt x="4442" y="10736"/>
                  </a:lnTo>
                  <a:lnTo>
                    <a:pt x="3940" y="10504"/>
                  </a:lnTo>
                  <a:lnTo>
                    <a:pt x="3476" y="10195"/>
                  </a:lnTo>
                  <a:lnTo>
                    <a:pt x="3013" y="9848"/>
                  </a:lnTo>
                  <a:lnTo>
                    <a:pt x="2549" y="9461"/>
                  </a:lnTo>
                  <a:lnTo>
                    <a:pt x="2163" y="9037"/>
                  </a:lnTo>
                  <a:lnTo>
                    <a:pt x="1777" y="8573"/>
                  </a:lnTo>
                  <a:lnTo>
                    <a:pt x="1430" y="8033"/>
                  </a:lnTo>
                  <a:lnTo>
                    <a:pt x="1121" y="7492"/>
                  </a:lnTo>
                  <a:lnTo>
                    <a:pt x="850" y="6913"/>
                  </a:lnTo>
                  <a:lnTo>
                    <a:pt x="657" y="6334"/>
                  </a:lnTo>
                  <a:lnTo>
                    <a:pt x="503" y="5754"/>
                  </a:lnTo>
                  <a:lnTo>
                    <a:pt x="426" y="5137"/>
                  </a:lnTo>
                  <a:lnTo>
                    <a:pt x="426" y="4519"/>
                  </a:lnTo>
                  <a:lnTo>
                    <a:pt x="503" y="3862"/>
                  </a:lnTo>
                  <a:lnTo>
                    <a:pt x="696" y="3283"/>
                  </a:lnTo>
                  <a:lnTo>
                    <a:pt x="928" y="2743"/>
                  </a:lnTo>
                  <a:lnTo>
                    <a:pt x="1275" y="2241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80"/>
                  </a:lnTo>
                  <a:lnTo>
                    <a:pt x="4326" y="464"/>
                  </a:lnTo>
                  <a:close/>
                  <a:moveTo>
                    <a:pt x="4519" y="1"/>
                  </a:moveTo>
                  <a:lnTo>
                    <a:pt x="4249" y="39"/>
                  </a:lnTo>
                  <a:lnTo>
                    <a:pt x="3901" y="78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6"/>
                  </a:lnTo>
                  <a:lnTo>
                    <a:pt x="2472" y="580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4"/>
                  </a:lnTo>
                  <a:lnTo>
                    <a:pt x="1082" y="1700"/>
                  </a:lnTo>
                  <a:lnTo>
                    <a:pt x="773" y="2163"/>
                  </a:lnTo>
                  <a:lnTo>
                    <a:pt x="503" y="2627"/>
                  </a:lnTo>
                  <a:lnTo>
                    <a:pt x="310" y="3090"/>
                  </a:lnTo>
                  <a:lnTo>
                    <a:pt x="155" y="3592"/>
                  </a:lnTo>
                  <a:lnTo>
                    <a:pt x="40" y="4094"/>
                  </a:lnTo>
                  <a:lnTo>
                    <a:pt x="1" y="4596"/>
                  </a:lnTo>
                  <a:lnTo>
                    <a:pt x="1" y="5137"/>
                  </a:lnTo>
                  <a:lnTo>
                    <a:pt x="78" y="5639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9"/>
                  </a:lnTo>
                  <a:lnTo>
                    <a:pt x="1237" y="8612"/>
                  </a:lnTo>
                  <a:lnTo>
                    <a:pt x="1545" y="9037"/>
                  </a:lnTo>
                  <a:lnTo>
                    <a:pt x="2009" y="9577"/>
                  </a:lnTo>
                  <a:lnTo>
                    <a:pt x="2472" y="10041"/>
                  </a:lnTo>
                  <a:lnTo>
                    <a:pt x="2974" y="10427"/>
                  </a:lnTo>
                  <a:lnTo>
                    <a:pt x="3476" y="10813"/>
                  </a:lnTo>
                  <a:lnTo>
                    <a:pt x="4055" y="11083"/>
                  </a:lnTo>
                  <a:lnTo>
                    <a:pt x="4596" y="11354"/>
                  </a:lnTo>
                  <a:lnTo>
                    <a:pt x="5214" y="11547"/>
                  </a:lnTo>
                  <a:lnTo>
                    <a:pt x="5832" y="11701"/>
                  </a:lnTo>
                  <a:lnTo>
                    <a:pt x="5870" y="11856"/>
                  </a:lnTo>
                  <a:lnTo>
                    <a:pt x="6218" y="11778"/>
                  </a:lnTo>
                  <a:lnTo>
                    <a:pt x="7029" y="11817"/>
                  </a:lnTo>
                  <a:lnTo>
                    <a:pt x="7840" y="11817"/>
                  </a:lnTo>
                  <a:lnTo>
                    <a:pt x="8689" y="11701"/>
                  </a:lnTo>
                  <a:lnTo>
                    <a:pt x="9539" y="11508"/>
                  </a:lnTo>
                  <a:lnTo>
                    <a:pt x="10272" y="11238"/>
                  </a:lnTo>
                  <a:lnTo>
                    <a:pt x="11006" y="10929"/>
                  </a:lnTo>
                  <a:lnTo>
                    <a:pt x="11315" y="10813"/>
                  </a:lnTo>
                  <a:lnTo>
                    <a:pt x="11315" y="10774"/>
                  </a:lnTo>
                  <a:lnTo>
                    <a:pt x="12049" y="10350"/>
                  </a:lnTo>
                  <a:lnTo>
                    <a:pt x="12705" y="9848"/>
                  </a:lnTo>
                  <a:lnTo>
                    <a:pt x="13362" y="9307"/>
                  </a:lnTo>
                  <a:lnTo>
                    <a:pt x="13941" y="8689"/>
                  </a:lnTo>
                  <a:lnTo>
                    <a:pt x="14481" y="8033"/>
                  </a:lnTo>
                  <a:lnTo>
                    <a:pt x="14713" y="7685"/>
                  </a:lnTo>
                  <a:lnTo>
                    <a:pt x="14906" y="7299"/>
                  </a:lnTo>
                  <a:lnTo>
                    <a:pt x="15099" y="6952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20"/>
                  </a:lnTo>
                  <a:lnTo>
                    <a:pt x="15987" y="7145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7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3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4"/>
                  </a:lnTo>
                  <a:lnTo>
                    <a:pt x="18034" y="7260"/>
                  </a:lnTo>
                  <a:lnTo>
                    <a:pt x="17995" y="7029"/>
                  </a:lnTo>
                  <a:lnTo>
                    <a:pt x="17918" y="6836"/>
                  </a:lnTo>
                  <a:lnTo>
                    <a:pt x="17841" y="6643"/>
                  </a:lnTo>
                  <a:lnTo>
                    <a:pt x="17725" y="6450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6"/>
                  </a:lnTo>
                  <a:lnTo>
                    <a:pt x="16567" y="5446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2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4"/>
                  </a:lnTo>
                  <a:lnTo>
                    <a:pt x="18343" y="3553"/>
                  </a:lnTo>
                  <a:lnTo>
                    <a:pt x="18382" y="3322"/>
                  </a:lnTo>
                  <a:lnTo>
                    <a:pt x="18343" y="3090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4"/>
                  </a:lnTo>
                  <a:lnTo>
                    <a:pt x="17841" y="2588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8"/>
                  </a:lnTo>
                  <a:lnTo>
                    <a:pt x="16953" y="2704"/>
                  </a:lnTo>
                  <a:lnTo>
                    <a:pt x="16760" y="2781"/>
                  </a:lnTo>
                  <a:lnTo>
                    <a:pt x="16567" y="2936"/>
                  </a:lnTo>
                  <a:lnTo>
                    <a:pt x="16412" y="3090"/>
                  </a:lnTo>
                  <a:lnTo>
                    <a:pt x="16258" y="3283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1"/>
                  </a:lnTo>
                  <a:lnTo>
                    <a:pt x="15524" y="5021"/>
                  </a:lnTo>
                  <a:lnTo>
                    <a:pt x="15099" y="4789"/>
                  </a:lnTo>
                  <a:lnTo>
                    <a:pt x="14675" y="4635"/>
                  </a:lnTo>
                  <a:lnTo>
                    <a:pt x="14211" y="4519"/>
                  </a:lnTo>
                  <a:lnTo>
                    <a:pt x="13748" y="4519"/>
                  </a:lnTo>
                  <a:lnTo>
                    <a:pt x="13362" y="4596"/>
                  </a:lnTo>
                  <a:lnTo>
                    <a:pt x="13169" y="4635"/>
                  </a:lnTo>
                  <a:lnTo>
                    <a:pt x="12975" y="4712"/>
                  </a:lnTo>
                  <a:lnTo>
                    <a:pt x="12782" y="4789"/>
                  </a:lnTo>
                  <a:lnTo>
                    <a:pt x="12628" y="4944"/>
                  </a:lnTo>
                  <a:lnTo>
                    <a:pt x="12512" y="5098"/>
                  </a:lnTo>
                  <a:lnTo>
                    <a:pt x="12435" y="5252"/>
                  </a:lnTo>
                  <a:lnTo>
                    <a:pt x="12396" y="5446"/>
                  </a:lnTo>
                  <a:lnTo>
                    <a:pt x="12473" y="5639"/>
                  </a:lnTo>
                  <a:lnTo>
                    <a:pt x="12551" y="5793"/>
                  </a:lnTo>
                  <a:lnTo>
                    <a:pt x="12705" y="5909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1"/>
                  </a:lnTo>
                  <a:lnTo>
                    <a:pt x="13786" y="6141"/>
                  </a:lnTo>
                  <a:lnTo>
                    <a:pt x="14134" y="6102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20"/>
                  </a:lnTo>
                  <a:lnTo>
                    <a:pt x="13671" y="6836"/>
                  </a:lnTo>
                  <a:lnTo>
                    <a:pt x="13439" y="6952"/>
                  </a:lnTo>
                  <a:lnTo>
                    <a:pt x="13207" y="7029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1"/>
                  </a:lnTo>
                  <a:lnTo>
                    <a:pt x="10968" y="6141"/>
                  </a:lnTo>
                  <a:lnTo>
                    <a:pt x="10774" y="5793"/>
                  </a:lnTo>
                  <a:lnTo>
                    <a:pt x="10504" y="5330"/>
                  </a:lnTo>
                  <a:lnTo>
                    <a:pt x="10311" y="4828"/>
                  </a:lnTo>
                  <a:lnTo>
                    <a:pt x="9886" y="3862"/>
                  </a:lnTo>
                  <a:lnTo>
                    <a:pt x="9655" y="3399"/>
                  </a:lnTo>
                  <a:lnTo>
                    <a:pt x="9423" y="2936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2"/>
                  </a:lnTo>
                  <a:lnTo>
                    <a:pt x="6874" y="503"/>
                  </a:lnTo>
                  <a:lnTo>
                    <a:pt x="6295" y="271"/>
                  </a:lnTo>
                  <a:lnTo>
                    <a:pt x="5716" y="117"/>
                  </a:lnTo>
                  <a:lnTo>
                    <a:pt x="5137" y="39"/>
                  </a:lnTo>
                  <a:lnTo>
                    <a:pt x="451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8"/>
            <p:cNvSpPr/>
            <p:nvPr/>
          </p:nvSpPr>
          <p:spPr>
            <a:xfrm>
              <a:off x="6767875" y="25365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1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6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8"/>
            <p:cNvSpPr/>
            <p:nvPr/>
          </p:nvSpPr>
          <p:spPr>
            <a:xfrm>
              <a:off x="694725" y="25374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8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8"/>
            <p:cNvSpPr/>
            <p:nvPr/>
          </p:nvSpPr>
          <p:spPr>
            <a:xfrm>
              <a:off x="643575" y="25393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657" y="1468"/>
                  </a:lnTo>
                  <a:lnTo>
                    <a:pt x="579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3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5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8"/>
            <p:cNvSpPr/>
            <p:nvPr/>
          </p:nvSpPr>
          <p:spPr>
            <a:xfrm>
              <a:off x="2323325" y="2542275"/>
              <a:ext cx="309900" cy="249100"/>
            </a:xfrm>
            <a:custGeom>
              <a:avLst/>
              <a:gdLst/>
              <a:ahLst/>
              <a:cxnLst/>
              <a:rect l="l" t="t" r="r" b="b"/>
              <a:pathLst>
                <a:path w="12396" h="9964" extrusionOk="0">
                  <a:moveTo>
                    <a:pt x="10079" y="426"/>
                  </a:moveTo>
                  <a:lnTo>
                    <a:pt x="10272" y="464"/>
                  </a:lnTo>
                  <a:lnTo>
                    <a:pt x="10465" y="503"/>
                  </a:lnTo>
                  <a:lnTo>
                    <a:pt x="10581" y="541"/>
                  </a:lnTo>
                  <a:lnTo>
                    <a:pt x="10735" y="657"/>
                  </a:lnTo>
                  <a:lnTo>
                    <a:pt x="10851" y="850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28" y="1430"/>
                  </a:lnTo>
                  <a:lnTo>
                    <a:pt x="10890" y="1661"/>
                  </a:lnTo>
                  <a:lnTo>
                    <a:pt x="10812" y="1854"/>
                  </a:lnTo>
                  <a:lnTo>
                    <a:pt x="10619" y="2202"/>
                  </a:lnTo>
                  <a:lnTo>
                    <a:pt x="10310" y="2588"/>
                  </a:lnTo>
                  <a:lnTo>
                    <a:pt x="9963" y="2936"/>
                  </a:lnTo>
                  <a:lnTo>
                    <a:pt x="9422" y="3476"/>
                  </a:lnTo>
                  <a:lnTo>
                    <a:pt x="8843" y="3978"/>
                  </a:lnTo>
                  <a:lnTo>
                    <a:pt x="8186" y="4480"/>
                  </a:lnTo>
                  <a:lnTo>
                    <a:pt x="7569" y="4982"/>
                  </a:lnTo>
                  <a:lnTo>
                    <a:pt x="6912" y="5484"/>
                  </a:lnTo>
                  <a:lnTo>
                    <a:pt x="6256" y="5947"/>
                  </a:lnTo>
                  <a:lnTo>
                    <a:pt x="5483" y="6411"/>
                  </a:lnTo>
                  <a:lnTo>
                    <a:pt x="4711" y="6874"/>
                  </a:lnTo>
                  <a:lnTo>
                    <a:pt x="3939" y="7299"/>
                  </a:lnTo>
                  <a:lnTo>
                    <a:pt x="3128" y="7724"/>
                  </a:lnTo>
                  <a:lnTo>
                    <a:pt x="2471" y="7994"/>
                  </a:lnTo>
                  <a:lnTo>
                    <a:pt x="2163" y="8110"/>
                  </a:lnTo>
                  <a:lnTo>
                    <a:pt x="1815" y="8226"/>
                  </a:lnTo>
                  <a:lnTo>
                    <a:pt x="1506" y="8264"/>
                  </a:lnTo>
                  <a:lnTo>
                    <a:pt x="1159" y="8303"/>
                  </a:lnTo>
                  <a:lnTo>
                    <a:pt x="811" y="8303"/>
                  </a:lnTo>
                  <a:lnTo>
                    <a:pt x="463" y="8226"/>
                  </a:lnTo>
                  <a:lnTo>
                    <a:pt x="502" y="8148"/>
                  </a:lnTo>
                  <a:lnTo>
                    <a:pt x="463" y="8033"/>
                  </a:lnTo>
                  <a:lnTo>
                    <a:pt x="463" y="7917"/>
                  </a:lnTo>
                  <a:lnTo>
                    <a:pt x="463" y="7801"/>
                  </a:lnTo>
                  <a:lnTo>
                    <a:pt x="502" y="7569"/>
                  </a:lnTo>
                  <a:lnTo>
                    <a:pt x="618" y="7299"/>
                  </a:lnTo>
                  <a:lnTo>
                    <a:pt x="772" y="7029"/>
                  </a:lnTo>
                  <a:lnTo>
                    <a:pt x="1159" y="6565"/>
                  </a:lnTo>
                  <a:lnTo>
                    <a:pt x="1467" y="6179"/>
                  </a:lnTo>
                  <a:lnTo>
                    <a:pt x="2008" y="5561"/>
                  </a:lnTo>
                  <a:lnTo>
                    <a:pt x="2549" y="4982"/>
                  </a:lnTo>
                  <a:lnTo>
                    <a:pt x="3128" y="4441"/>
                  </a:lnTo>
                  <a:lnTo>
                    <a:pt x="3746" y="3862"/>
                  </a:lnTo>
                  <a:lnTo>
                    <a:pt x="4364" y="3360"/>
                  </a:lnTo>
                  <a:lnTo>
                    <a:pt x="5020" y="2858"/>
                  </a:lnTo>
                  <a:lnTo>
                    <a:pt x="5715" y="2434"/>
                  </a:lnTo>
                  <a:lnTo>
                    <a:pt x="6410" y="1970"/>
                  </a:lnTo>
                  <a:lnTo>
                    <a:pt x="7105" y="1584"/>
                  </a:lnTo>
                  <a:lnTo>
                    <a:pt x="7839" y="1236"/>
                  </a:lnTo>
                  <a:lnTo>
                    <a:pt x="8457" y="928"/>
                  </a:lnTo>
                  <a:lnTo>
                    <a:pt x="8843" y="734"/>
                  </a:lnTo>
                  <a:lnTo>
                    <a:pt x="9268" y="580"/>
                  </a:lnTo>
                  <a:lnTo>
                    <a:pt x="9692" y="464"/>
                  </a:lnTo>
                  <a:lnTo>
                    <a:pt x="10079" y="426"/>
                  </a:lnTo>
                  <a:close/>
                  <a:moveTo>
                    <a:pt x="11237" y="464"/>
                  </a:moveTo>
                  <a:lnTo>
                    <a:pt x="11430" y="580"/>
                  </a:lnTo>
                  <a:lnTo>
                    <a:pt x="11585" y="773"/>
                  </a:lnTo>
                  <a:lnTo>
                    <a:pt x="11700" y="966"/>
                  </a:lnTo>
                  <a:lnTo>
                    <a:pt x="11778" y="1236"/>
                  </a:lnTo>
                  <a:lnTo>
                    <a:pt x="11778" y="1468"/>
                  </a:lnTo>
                  <a:lnTo>
                    <a:pt x="11778" y="1738"/>
                  </a:lnTo>
                  <a:lnTo>
                    <a:pt x="11739" y="1970"/>
                  </a:lnTo>
                  <a:lnTo>
                    <a:pt x="11662" y="2240"/>
                  </a:lnTo>
                  <a:lnTo>
                    <a:pt x="11430" y="2627"/>
                  </a:lnTo>
                  <a:lnTo>
                    <a:pt x="11160" y="3013"/>
                  </a:lnTo>
                  <a:lnTo>
                    <a:pt x="10851" y="3399"/>
                  </a:lnTo>
                  <a:lnTo>
                    <a:pt x="10542" y="3746"/>
                  </a:lnTo>
                  <a:lnTo>
                    <a:pt x="9847" y="4480"/>
                  </a:lnTo>
                  <a:lnTo>
                    <a:pt x="9075" y="5137"/>
                  </a:lnTo>
                  <a:lnTo>
                    <a:pt x="8264" y="5793"/>
                  </a:lnTo>
                  <a:lnTo>
                    <a:pt x="7453" y="6372"/>
                  </a:lnTo>
                  <a:lnTo>
                    <a:pt x="6603" y="6990"/>
                  </a:lnTo>
                  <a:lnTo>
                    <a:pt x="5754" y="7569"/>
                  </a:lnTo>
                  <a:lnTo>
                    <a:pt x="4866" y="8110"/>
                  </a:lnTo>
                  <a:lnTo>
                    <a:pt x="3977" y="8612"/>
                  </a:lnTo>
                  <a:lnTo>
                    <a:pt x="3128" y="9037"/>
                  </a:lnTo>
                  <a:lnTo>
                    <a:pt x="2703" y="9191"/>
                  </a:lnTo>
                  <a:lnTo>
                    <a:pt x="2240" y="9346"/>
                  </a:lnTo>
                  <a:lnTo>
                    <a:pt x="1969" y="9384"/>
                  </a:lnTo>
                  <a:lnTo>
                    <a:pt x="1661" y="9423"/>
                  </a:lnTo>
                  <a:lnTo>
                    <a:pt x="1313" y="9384"/>
                  </a:lnTo>
                  <a:lnTo>
                    <a:pt x="1004" y="9346"/>
                  </a:lnTo>
                  <a:lnTo>
                    <a:pt x="734" y="9191"/>
                  </a:lnTo>
                  <a:lnTo>
                    <a:pt x="541" y="9037"/>
                  </a:lnTo>
                  <a:lnTo>
                    <a:pt x="463" y="8921"/>
                  </a:lnTo>
                  <a:lnTo>
                    <a:pt x="386" y="8805"/>
                  </a:lnTo>
                  <a:lnTo>
                    <a:pt x="348" y="8650"/>
                  </a:lnTo>
                  <a:lnTo>
                    <a:pt x="309" y="8496"/>
                  </a:lnTo>
                  <a:lnTo>
                    <a:pt x="579" y="8612"/>
                  </a:lnTo>
                  <a:lnTo>
                    <a:pt x="888" y="8728"/>
                  </a:lnTo>
                  <a:lnTo>
                    <a:pt x="1197" y="8766"/>
                  </a:lnTo>
                  <a:lnTo>
                    <a:pt x="1506" y="8766"/>
                  </a:lnTo>
                  <a:lnTo>
                    <a:pt x="1815" y="8728"/>
                  </a:lnTo>
                  <a:lnTo>
                    <a:pt x="2124" y="8650"/>
                  </a:lnTo>
                  <a:lnTo>
                    <a:pt x="2742" y="8457"/>
                  </a:lnTo>
                  <a:lnTo>
                    <a:pt x="3321" y="8187"/>
                  </a:lnTo>
                  <a:lnTo>
                    <a:pt x="3939" y="7917"/>
                  </a:lnTo>
                  <a:lnTo>
                    <a:pt x="4981" y="7299"/>
                  </a:lnTo>
                  <a:lnTo>
                    <a:pt x="6526" y="6372"/>
                  </a:lnTo>
                  <a:lnTo>
                    <a:pt x="7298" y="5832"/>
                  </a:lnTo>
                  <a:lnTo>
                    <a:pt x="8071" y="5291"/>
                  </a:lnTo>
                  <a:lnTo>
                    <a:pt x="8804" y="4750"/>
                  </a:lnTo>
                  <a:lnTo>
                    <a:pt x="9499" y="4133"/>
                  </a:lnTo>
                  <a:lnTo>
                    <a:pt x="10156" y="3515"/>
                  </a:lnTo>
                  <a:lnTo>
                    <a:pt x="10774" y="2820"/>
                  </a:lnTo>
                  <a:lnTo>
                    <a:pt x="10967" y="2588"/>
                  </a:lnTo>
                  <a:lnTo>
                    <a:pt x="11121" y="2356"/>
                  </a:lnTo>
                  <a:lnTo>
                    <a:pt x="11276" y="2047"/>
                  </a:lnTo>
                  <a:lnTo>
                    <a:pt x="11391" y="1777"/>
                  </a:lnTo>
                  <a:lnTo>
                    <a:pt x="11469" y="1468"/>
                  </a:lnTo>
                  <a:lnTo>
                    <a:pt x="11507" y="1159"/>
                  </a:lnTo>
                  <a:lnTo>
                    <a:pt x="11430" y="889"/>
                  </a:lnTo>
                  <a:lnTo>
                    <a:pt x="11314" y="580"/>
                  </a:lnTo>
                  <a:lnTo>
                    <a:pt x="11237" y="464"/>
                  </a:lnTo>
                  <a:close/>
                  <a:moveTo>
                    <a:pt x="9924" y="1"/>
                  </a:moveTo>
                  <a:lnTo>
                    <a:pt x="9654" y="39"/>
                  </a:lnTo>
                  <a:lnTo>
                    <a:pt x="9306" y="117"/>
                  </a:lnTo>
                  <a:lnTo>
                    <a:pt x="8920" y="194"/>
                  </a:lnTo>
                  <a:lnTo>
                    <a:pt x="8186" y="503"/>
                  </a:lnTo>
                  <a:lnTo>
                    <a:pt x="7491" y="850"/>
                  </a:lnTo>
                  <a:lnTo>
                    <a:pt x="6835" y="1198"/>
                  </a:lnTo>
                  <a:lnTo>
                    <a:pt x="6101" y="1584"/>
                  </a:lnTo>
                  <a:lnTo>
                    <a:pt x="5406" y="2009"/>
                  </a:lnTo>
                  <a:lnTo>
                    <a:pt x="4750" y="2472"/>
                  </a:lnTo>
                  <a:lnTo>
                    <a:pt x="4093" y="2974"/>
                  </a:lnTo>
                  <a:lnTo>
                    <a:pt x="3360" y="3553"/>
                  </a:lnTo>
                  <a:lnTo>
                    <a:pt x="2665" y="4210"/>
                  </a:lnTo>
                  <a:lnTo>
                    <a:pt x="1969" y="4866"/>
                  </a:lnTo>
                  <a:lnTo>
                    <a:pt x="1352" y="5600"/>
                  </a:lnTo>
                  <a:lnTo>
                    <a:pt x="888" y="6141"/>
                  </a:lnTo>
                  <a:lnTo>
                    <a:pt x="618" y="6449"/>
                  </a:lnTo>
                  <a:lnTo>
                    <a:pt x="348" y="6797"/>
                  </a:lnTo>
                  <a:lnTo>
                    <a:pt x="155" y="7145"/>
                  </a:lnTo>
                  <a:lnTo>
                    <a:pt x="0" y="7492"/>
                  </a:lnTo>
                  <a:lnTo>
                    <a:pt x="0" y="7685"/>
                  </a:lnTo>
                  <a:lnTo>
                    <a:pt x="0" y="7840"/>
                  </a:lnTo>
                  <a:lnTo>
                    <a:pt x="0" y="8033"/>
                  </a:lnTo>
                  <a:lnTo>
                    <a:pt x="77" y="8187"/>
                  </a:lnTo>
                  <a:lnTo>
                    <a:pt x="77" y="8264"/>
                  </a:lnTo>
                  <a:lnTo>
                    <a:pt x="77" y="8342"/>
                  </a:lnTo>
                  <a:lnTo>
                    <a:pt x="39" y="8496"/>
                  </a:lnTo>
                  <a:lnTo>
                    <a:pt x="39" y="8650"/>
                  </a:lnTo>
                  <a:lnTo>
                    <a:pt x="77" y="8805"/>
                  </a:lnTo>
                  <a:lnTo>
                    <a:pt x="116" y="8959"/>
                  </a:lnTo>
                  <a:lnTo>
                    <a:pt x="309" y="9230"/>
                  </a:lnTo>
                  <a:lnTo>
                    <a:pt x="541" y="9500"/>
                  </a:lnTo>
                  <a:lnTo>
                    <a:pt x="734" y="9616"/>
                  </a:lnTo>
                  <a:lnTo>
                    <a:pt x="965" y="9732"/>
                  </a:lnTo>
                  <a:lnTo>
                    <a:pt x="1236" y="9770"/>
                  </a:lnTo>
                  <a:lnTo>
                    <a:pt x="1467" y="9809"/>
                  </a:lnTo>
                  <a:lnTo>
                    <a:pt x="1583" y="9963"/>
                  </a:lnTo>
                  <a:lnTo>
                    <a:pt x="1815" y="9770"/>
                  </a:lnTo>
                  <a:lnTo>
                    <a:pt x="1892" y="9770"/>
                  </a:lnTo>
                  <a:lnTo>
                    <a:pt x="1892" y="9848"/>
                  </a:lnTo>
                  <a:lnTo>
                    <a:pt x="1931" y="9848"/>
                  </a:lnTo>
                  <a:lnTo>
                    <a:pt x="2008" y="9770"/>
                  </a:lnTo>
                  <a:lnTo>
                    <a:pt x="2394" y="9654"/>
                  </a:lnTo>
                  <a:lnTo>
                    <a:pt x="2935" y="9500"/>
                  </a:lnTo>
                  <a:lnTo>
                    <a:pt x="3514" y="9268"/>
                  </a:lnTo>
                  <a:lnTo>
                    <a:pt x="4055" y="9037"/>
                  </a:lnTo>
                  <a:lnTo>
                    <a:pt x="4557" y="8766"/>
                  </a:lnTo>
                  <a:lnTo>
                    <a:pt x="5599" y="8148"/>
                  </a:lnTo>
                  <a:lnTo>
                    <a:pt x="6603" y="7492"/>
                  </a:lnTo>
                  <a:lnTo>
                    <a:pt x="6758" y="7376"/>
                  </a:lnTo>
                  <a:lnTo>
                    <a:pt x="7839" y="6643"/>
                  </a:lnTo>
                  <a:lnTo>
                    <a:pt x="8688" y="5986"/>
                  </a:lnTo>
                  <a:lnTo>
                    <a:pt x="9538" y="5330"/>
                  </a:lnTo>
                  <a:lnTo>
                    <a:pt x="10388" y="4596"/>
                  </a:lnTo>
                  <a:lnTo>
                    <a:pt x="10774" y="4171"/>
                  </a:lnTo>
                  <a:lnTo>
                    <a:pt x="11121" y="3785"/>
                  </a:lnTo>
                  <a:lnTo>
                    <a:pt x="11160" y="3901"/>
                  </a:lnTo>
                  <a:lnTo>
                    <a:pt x="11430" y="3824"/>
                  </a:lnTo>
                  <a:lnTo>
                    <a:pt x="11932" y="4094"/>
                  </a:lnTo>
                  <a:lnTo>
                    <a:pt x="12087" y="3824"/>
                  </a:lnTo>
                  <a:lnTo>
                    <a:pt x="11353" y="3476"/>
                  </a:lnTo>
                  <a:lnTo>
                    <a:pt x="11662" y="3051"/>
                  </a:lnTo>
                  <a:lnTo>
                    <a:pt x="11932" y="2588"/>
                  </a:lnTo>
                  <a:lnTo>
                    <a:pt x="12087" y="2202"/>
                  </a:lnTo>
                  <a:lnTo>
                    <a:pt x="12164" y="1816"/>
                  </a:lnTo>
                  <a:lnTo>
                    <a:pt x="12395" y="1623"/>
                  </a:lnTo>
                  <a:lnTo>
                    <a:pt x="12164" y="1391"/>
                  </a:lnTo>
                  <a:lnTo>
                    <a:pt x="12125" y="1082"/>
                  </a:lnTo>
                  <a:lnTo>
                    <a:pt x="12048" y="812"/>
                  </a:lnTo>
                  <a:lnTo>
                    <a:pt x="11932" y="580"/>
                  </a:lnTo>
                  <a:lnTo>
                    <a:pt x="11778" y="387"/>
                  </a:lnTo>
                  <a:lnTo>
                    <a:pt x="11585" y="194"/>
                  </a:lnTo>
                  <a:lnTo>
                    <a:pt x="11353" y="78"/>
                  </a:lnTo>
                  <a:lnTo>
                    <a:pt x="11044" y="39"/>
                  </a:lnTo>
                  <a:lnTo>
                    <a:pt x="10735" y="39"/>
                  </a:lnTo>
                  <a:lnTo>
                    <a:pt x="10619" y="78"/>
                  </a:lnTo>
                  <a:lnTo>
                    <a:pt x="103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8"/>
            <p:cNvSpPr/>
            <p:nvPr/>
          </p:nvSpPr>
          <p:spPr>
            <a:xfrm>
              <a:off x="6773675" y="25422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4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52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2"/>
                  </a:lnTo>
                  <a:lnTo>
                    <a:pt x="2935" y="1430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4" y="1893"/>
                  </a:lnTo>
                  <a:lnTo>
                    <a:pt x="425" y="2434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6" y="11354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20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2"/>
                  </a:lnTo>
                  <a:lnTo>
                    <a:pt x="3669" y="10620"/>
                  </a:lnTo>
                  <a:lnTo>
                    <a:pt x="3824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6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3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6" y="2742"/>
                  </a:lnTo>
                  <a:lnTo>
                    <a:pt x="4287" y="2395"/>
                  </a:lnTo>
                  <a:lnTo>
                    <a:pt x="4210" y="1430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8"/>
            <p:cNvSpPr/>
            <p:nvPr/>
          </p:nvSpPr>
          <p:spPr>
            <a:xfrm>
              <a:off x="4769575" y="2562550"/>
              <a:ext cx="144825" cy="164150"/>
            </a:xfrm>
            <a:custGeom>
              <a:avLst/>
              <a:gdLst/>
              <a:ahLst/>
              <a:cxnLst/>
              <a:rect l="l" t="t" r="r" b="b"/>
              <a:pathLst>
                <a:path w="5793" h="6566" extrusionOk="0">
                  <a:moveTo>
                    <a:pt x="2858" y="464"/>
                  </a:moveTo>
                  <a:lnTo>
                    <a:pt x="3360" y="619"/>
                  </a:lnTo>
                  <a:lnTo>
                    <a:pt x="3823" y="812"/>
                  </a:lnTo>
                  <a:lnTo>
                    <a:pt x="4248" y="1082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9"/>
                  </a:lnTo>
                  <a:lnTo>
                    <a:pt x="5252" y="2511"/>
                  </a:lnTo>
                  <a:lnTo>
                    <a:pt x="5290" y="2781"/>
                  </a:lnTo>
                  <a:lnTo>
                    <a:pt x="5329" y="3051"/>
                  </a:lnTo>
                  <a:lnTo>
                    <a:pt x="5329" y="3322"/>
                  </a:lnTo>
                  <a:lnTo>
                    <a:pt x="5290" y="3785"/>
                  </a:lnTo>
                  <a:lnTo>
                    <a:pt x="5175" y="4248"/>
                  </a:lnTo>
                  <a:lnTo>
                    <a:pt x="4982" y="4712"/>
                  </a:lnTo>
                  <a:lnTo>
                    <a:pt x="4711" y="5098"/>
                  </a:lnTo>
                  <a:lnTo>
                    <a:pt x="4364" y="5445"/>
                  </a:lnTo>
                  <a:lnTo>
                    <a:pt x="4016" y="5716"/>
                  </a:lnTo>
                  <a:lnTo>
                    <a:pt x="3784" y="5832"/>
                  </a:lnTo>
                  <a:lnTo>
                    <a:pt x="3553" y="5947"/>
                  </a:lnTo>
                  <a:lnTo>
                    <a:pt x="3321" y="6025"/>
                  </a:lnTo>
                  <a:lnTo>
                    <a:pt x="3089" y="6063"/>
                  </a:lnTo>
                  <a:lnTo>
                    <a:pt x="2780" y="6102"/>
                  </a:lnTo>
                  <a:lnTo>
                    <a:pt x="2510" y="6102"/>
                  </a:lnTo>
                  <a:lnTo>
                    <a:pt x="2201" y="6063"/>
                  </a:lnTo>
                  <a:lnTo>
                    <a:pt x="1970" y="5986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600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1"/>
                  </a:lnTo>
                  <a:lnTo>
                    <a:pt x="734" y="4789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5"/>
                  </a:lnTo>
                  <a:lnTo>
                    <a:pt x="464" y="2974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700"/>
                  </a:lnTo>
                  <a:lnTo>
                    <a:pt x="966" y="1507"/>
                  </a:lnTo>
                  <a:lnTo>
                    <a:pt x="1120" y="1275"/>
                  </a:lnTo>
                  <a:lnTo>
                    <a:pt x="1313" y="1121"/>
                  </a:lnTo>
                  <a:lnTo>
                    <a:pt x="1506" y="927"/>
                  </a:lnTo>
                  <a:lnTo>
                    <a:pt x="1738" y="812"/>
                  </a:lnTo>
                  <a:lnTo>
                    <a:pt x="1970" y="696"/>
                  </a:lnTo>
                  <a:lnTo>
                    <a:pt x="2201" y="580"/>
                  </a:lnTo>
                  <a:lnTo>
                    <a:pt x="2472" y="541"/>
                  </a:lnTo>
                  <a:lnTo>
                    <a:pt x="2780" y="503"/>
                  </a:lnTo>
                  <a:lnTo>
                    <a:pt x="2819" y="503"/>
                  </a:lnTo>
                  <a:lnTo>
                    <a:pt x="2858" y="464"/>
                  </a:lnTo>
                  <a:close/>
                  <a:moveTo>
                    <a:pt x="2665" y="1"/>
                  </a:moveTo>
                  <a:lnTo>
                    <a:pt x="2587" y="39"/>
                  </a:lnTo>
                  <a:lnTo>
                    <a:pt x="2510" y="78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1"/>
                  </a:lnTo>
                  <a:lnTo>
                    <a:pt x="1854" y="310"/>
                  </a:lnTo>
                  <a:lnTo>
                    <a:pt x="1622" y="387"/>
                  </a:lnTo>
                  <a:lnTo>
                    <a:pt x="1390" y="503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7"/>
                  </a:lnTo>
                  <a:lnTo>
                    <a:pt x="348" y="1738"/>
                  </a:lnTo>
                  <a:lnTo>
                    <a:pt x="155" y="2279"/>
                  </a:lnTo>
                  <a:lnTo>
                    <a:pt x="39" y="2858"/>
                  </a:lnTo>
                  <a:lnTo>
                    <a:pt x="0" y="3399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3"/>
                  </a:lnTo>
                  <a:lnTo>
                    <a:pt x="309" y="4943"/>
                  </a:lnTo>
                  <a:lnTo>
                    <a:pt x="425" y="5214"/>
                  </a:lnTo>
                  <a:lnTo>
                    <a:pt x="579" y="5445"/>
                  </a:lnTo>
                  <a:lnTo>
                    <a:pt x="734" y="5677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8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7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7"/>
                  </a:lnTo>
                  <a:lnTo>
                    <a:pt x="3476" y="6449"/>
                  </a:lnTo>
                  <a:lnTo>
                    <a:pt x="3784" y="6334"/>
                  </a:lnTo>
                  <a:lnTo>
                    <a:pt x="4055" y="6218"/>
                  </a:lnTo>
                  <a:lnTo>
                    <a:pt x="4325" y="6063"/>
                  </a:lnTo>
                  <a:lnTo>
                    <a:pt x="4557" y="5909"/>
                  </a:lnTo>
                  <a:lnTo>
                    <a:pt x="4788" y="5716"/>
                  </a:lnTo>
                  <a:lnTo>
                    <a:pt x="4982" y="5484"/>
                  </a:lnTo>
                  <a:lnTo>
                    <a:pt x="5175" y="5252"/>
                  </a:lnTo>
                  <a:lnTo>
                    <a:pt x="5329" y="4982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1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8"/>
                  </a:lnTo>
                  <a:lnTo>
                    <a:pt x="5561" y="2047"/>
                  </a:lnTo>
                  <a:lnTo>
                    <a:pt x="5406" y="1777"/>
                  </a:lnTo>
                  <a:lnTo>
                    <a:pt x="5252" y="1507"/>
                  </a:lnTo>
                  <a:lnTo>
                    <a:pt x="5059" y="1275"/>
                  </a:lnTo>
                  <a:lnTo>
                    <a:pt x="4866" y="1043"/>
                  </a:lnTo>
                  <a:lnTo>
                    <a:pt x="4634" y="812"/>
                  </a:lnTo>
                  <a:lnTo>
                    <a:pt x="4402" y="619"/>
                  </a:lnTo>
                  <a:lnTo>
                    <a:pt x="4132" y="464"/>
                  </a:lnTo>
                  <a:lnTo>
                    <a:pt x="3862" y="310"/>
                  </a:lnTo>
                  <a:lnTo>
                    <a:pt x="3591" y="194"/>
                  </a:lnTo>
                  <a:lnTo>
                    <a:pt x="3282" y="117"/>
                  </a:lnTo>
                  <a:lnTo>
                    <a:pt x="2974" y="39"/>
                  </a:lnTo>
                  <a:lnTo>
                    <a:pt x="266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8"/>
            <p:cNvSpPr/>
            <p:nvPr/>
          </p:nvSpPr>
          <p:spPr>
            <a:xfrm>
              <a:off x="2452675" y="2582825"/>
              <a:ext cx="296400" cy="356250"/>
            </a:xfrm>
            <a:custGeom>
              <a:avLst/>
              <a:gdLst/>
              <a:ahLst/>
              <a:cxnLst/>
              <a:rect l="l" t="t" r="r" b="b"/>
              <a:pathLst>
                <a:path w="11856" h="14250" extrusionOk="0">
                  <a:moveTo>
                    <a:pt x="7221" y="1"/>
                  </a:moveTo>
                  <a:lnTo>
                    <a:pt x="6990" y="194"/>
                  </a:lnTo>
                  <a:lnTo>
                    <a:pt x="8032" y="1777"/>
                  </a:lnTo>
                  <a:lnTo>
                    <a:pt x="9114" y="3283"/>
                  </a:lnTo>
                  <a:lnTo>
                    <a:pt x="8032" y="2704"/>
                  </a:lnTo>
                  <a:lnTo>
                    <a:pt x="6913" y="2202"/>
                  </a:lnTo>
                  <a:lnTo>
                    <a:pt x="6758" y="2472"/>
                  </a:lnTo>
                  <a:lnTo>
                    <a:pt x="8225" y="3283"/>
                  </a:lnTo>
                  <a:lnTo>
                    <a:pt x="9731" y="4094"/>
                  </a:lnTo>
                  <a:lnTo>
                    <a:pt x="10388" y="4905"/>
                  </a:lnTo>
                  <a:lnTo>
                    <a:pt x="10388" y="4943"/>
                  </a:lnTo>
                  <a:lnTo>
                    <a:pt x="10697" y="4827"/>
                  </a:lnTo>
                  <a:lnTo>
                    <a:pt x="10658" y="4712"/>
                  </a:lnTo>
                  <a:lnTo>
                    <a:pt x="10620" y="4596"/>
                  </a:lnTo>
                  <a:lnTo>
                    <a:pt x="10620" y="4596"/>
                  </a:lnTo>
                  <a:lnTo>
                    <a:pt x="10929" y="4712"/>
                  </a:lnTo>
                  <a:lnTo>
                    <a:pt x="11160" y="4827"/>
                  </a:lnTo>
                  <a:lnTo>
                    <a:pt x="11315" y="5021"/>
                  </a:lnTo>
                  <a:lnTo>
                    <a:pt x="11431" y="5252"/>
                  </a:lnTo>
                  <a:lnTo>
                    <a:pt x="11469" y="5484"/>
                  </a:lnTo>
                  <a:lnTo>
                    <a:pt x="11469" y="5754"/>
                  </a:lnTo>
                  <a:lnTo>
                    <a:pt x="11431" y="6063"/>
                  </a:lnTo>
                  <a:lnTo>
                    <a:pt x="11353" y="6372"/>
                  </a:lnTo>
                  <a:lnTo>
                    <a:pt x="11083" y="7028"/>
                  </a:lnTo>
                  <a:lnTo>
                    <a:pt x="10813" y="7646"/>
                  </a:lnTo>
                  <a:lnTo>
                    <a:pt x="10504" y="8148"/>
                  </a:lnTo>
                  <a:lnTo>
                    <a:pt x="10233" y="8573"/>
                  </a:lnTo>
                  <a:lnTo>
                    <a:pt x="9654" y="9345"/>
                  </a:lnTo>
                  <a:lnTo>
                    <a:pt x="9036" y="10079"/>
                  </a:lnTo>
                  <a:lnTo>
                    <a:pt x="8380" y="10736"/>
                  </a:lnTo>
                  <a:lnTo>
                    <a:pt x="7646" y="11353"/>
                  </a:lnTo>
                  <a:lnTo>
                    <a:pt x="6874" y="11933"/>
                  </a:lnTo>
                  <a:lnTo>
                    <a:pt x="6024" y="12435"/>
                  </a:lnTo>
                  <a:lnTo>
                    <a:pt x="5175" y="12898"/>
                  </a:lnTo>
                  <a:lnTo>
                    <a:pt x="4287" y="13284"/>
                  </a:lnTo>
                  <a:lnTo>
                    <a:pt x="3862" y="13439"/>
                  </a:lnTo>
                  <a:lnTo>
                    <a:pt x="3283" y="13632"/>
                  </a:lnTo>
                  <a:lnTo>
                    <a:pt x="2665" y="13786"/>
                  </a:lnTo>
                  <a:lnTo>
                    <a:pt x="1970" y="13941"/>
                  </a:lnTo>
                  <a:lnTo>
                    <a:pt x="1043" y="13941"/>
                  </a:lnTo>
                  <a:lnTo>
                    <a:pt x="811" y="13863"/>
                  </a:lnTo>
                  <a:lnTo>
                    <a:pt x="580" y="13709"/>
                  </a:lnTo>
                  <a:lnTo>
                    <a:pt x="425" y="13554"/>
                  </a:lnTo>
                  <a:lnTo>
                    <a:pt x="309" y="13323"/>
                  </a:lnTo>
                  <a:lnTo>
                    <a:pt x="232" y="13052"/>
                  </a:lnTo>
                  <a:lnTo>
                    <a:pt x="1" y="13130"/>
                  </a:lnTo>
                  <a:lnTo>
                    <a:pt x="1" y="13400"/>
                  </a:lnTo>
                  <a:lnTo>
                    <a:pt x="39" y="13632"/>
                  </a:lnTo>
                  <a:lnTo>
                    <a:pt x="155" y="13825"/>
                  </a:lnTo>
                  <a:lnTo>
                    <a:pt x="271" y="13941"/>
                  </a:lnTo>
                  <a:lnTo>
                    <a:pt x="464" y="14056"/>
                  </a:lnTo>
                  <a:lnTo>
                    <a:pt x="657" y="14172"/>
                  </a:lnTo>
                  <a:lnTo>
                    <a:pt x="889" y="14211"/>
                  </a:lnTo>
                  <a:lnTo>
                    <a:pt x="1120" y="14249"/>
                  </a:lnTo>
                  <a:lnTo>
                    <a:pt x="1661" y="14249"/>
                  </a:lnTo>
                  <a:lnTo>
                    <a:pt x="2163" y="14211"/>
                  </a:lnTo>
                  <a:lnTo>
                    <a:pt x="2665" y="14134"/>
                  </a:lnTo>
                  <a:lnTo>
                    <a:pt x="3051" y="14056"/>
                  </a:lnTo>
                  <a:lnTo>
                    <a:pt x="3708" y="13863"/>
                  </a:lnTo>
                  <a:lnTo>
                    <a:pt x="4364" y="13632"/>
                  </a:lnTo>
                  <a:lnTo>
                    <a:pt x="5020" y="13361"/>
                  </a:lnTo>
                  <a:lnTo>
                    <a:pt x="5638" y="13091"/>
                  </a:lnTo>
                  <a:lnTo>
                    <a:pt x="6256" y="12743"/>
                  </a:lnTo>
                  <a:lnTo>
                    <a:pt x="6835" y="12396"/>
                  </a:lnTo>
                  <a:lnTo>
                    <a:pt x="7415" y="12010"/>
                  </a:lnTo>
                  <a:lnTo>
                    <a:pt x="7955" y="11585"/>
                  </a:lnTo>
                  <a:lnTo>
                    <a:pt x="8457" y="11160"/>
                  </a:lnTo>
                  <a:lnTo>
                    <a:pt x="8959" y="10697"/>
                  </a:lnTo>
                  <a:lnTo>
                    <a:pt x="9423" y="10234"/>
                  </a:lnTo>
                  <a:lnTo>
                    <a:pt x="9847" y="9732"/>
                  </a:lnTo>
                  <a:lnTo>
                    <a:pt x="10272" y="9191"/>
                  </a:lnTo>
                  <a:lnTo>
                    <a:pt x="10620" y="8650"/>
                  </a:lnTo>
                  <a:lnTo>
                    <a:pt x="11006" y="8071"/>
                  </a:lnTo>
                  <a:lnTo>
                    <a:pt x="11315" y="7492"/>
                  </a:lnTo>
                  <a:lnTo>
                    <a:pt x="11546" y="6951"/>
                  </a:lnTo>
                  <a:lnTo>
                    <a:pt x="11778" y="6411"/>
                  </a:lnTo>
                  <a:lnTo>
                    <a:pt x="11817" y="6102"/>
                  </a:lnTo>
                  <a:lnTo>
                    <a:pt x="11855" y="5831"/>
                  </a:lnTo>
                  <a:lnTo>
                    <a:pt x="11855" y="5523"/>
                  </a:lnTo>
                  <a:lnTo>
                    <a:pt x="11778" y="5252"/>
                  </a:lnTo>
                  <a:lnTo>
                    <a:pt x="11701" y="5021"/>
                  </a:lnTo>
                  <a:lnTo>
                    <a:pt x="11585" y="4866"/>
                  </a:lnTo>
                  <a:lnTo>
                    <a:pt x="11469" y="4673"/>
                  </a:lnTo>
                  <a:lnTo>
                    <a:pt x="11315" y="4519"/>
                  </a:lnTo>
                  <a:lnTo>
                    <a:pt x="11122" y="4403"/>
                  </a:lnTo>
                  <a:lnTo>
                    <a:pt x="10929" y="4325"/>
                  </a:lnTo>
                  <a:lnTo>
                    <a:pt x="10735" y="4248"/>
                  </a:lnTo>
                  <a:lnTo>
                    <a:pt x="10504" y="4210"/>
                  </a:lnTo>
                  <a:lnTo>
                    <a:pt x="10465" y="4248"/>
                  </a:lnTo>
                  <a:lnTo>
                    <a:pt x="10388" y="4248"/>
                  </a:lnTo>
                  <a:lnTo>
                    <a:pt x="9654" y="3167"/>
                  </a:lnTo>
                  <a:lnTo>
                    <a:pt x="8882" y="2086"/>
                  </a:lnTo>
                  <a:lnTo>
                    <a:pt x="8032" y="1043"/>
                  </a:lnTo>
                  <a:lnTo>
                    <a:pt x="72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8"/>
            <p:cNvSpPr/>
            <p:nvPr/>
          </p:nvSpPr>
          <p:spPr>
            <a:xfrm>
              <a:off x="581775" y="25867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0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5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8"/>
            <p:cNvSpPr/>
            <p:nvPr/>
          </p:nvSpPr>
          <p:spPr>
            <a:xfrm>
              <a:off x="6717675" y="2588625"/>
              <a:ext cx="42525" cy="41525"/>
            </a:xfrm>
            <a:custGeom>
              <a:avLst/>
              <a:gdLst/>
              <a:ahLst/>
              <a:cxnLst/>
              <a:rect l="l" t="t" r="r" b="b"/>
              <a:pathLst>
                <a:path w="1701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2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9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3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8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8"/>
            <p:cNvSpPr/>
            <p:nvPr/>
          </p:nvSpPr>
          <p:spPr>
            <a:xfrm>
              <a:off x="587575" y="25924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3" y="1893"/>
                  </a:lnTo>
                  <a:lnTo>
                    <a:pt x="425" y="2433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5" y="11353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1"/>
                  </a:lnTo>
                  <a:lnTo>
                    <a:pt x="3669" y="10620"/>
                  </a:lnTo>
                  <a:lnTo>
                    <a:pt x="3823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5" y="2742"/>
                  </a:lnTo>
                  <a:lnTo>
                    <a:pt x="4287" y="2395"/>
                  </a:lnTo>
                  <a:lnTo>
                    <a:pt x="4210" y="1429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8"/>
            <p:cNvSpPr/>
            <p:nvPr/>
          </p:nvSpPr>
          <p:spPr>
            <a:xfrm>
              <a:off x="6526550" y="26156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1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1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2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8"/>
            <p:cNvSpPr/>
            <p:nvPr/>
          </p:nvSpPr>
          <p:spPr>
            <a:xfrm>
              <a:off x="1725750" y="2629175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2"/>
                  </a:lnTo>
                  <a:lnTo>
                    <a:pt x="2008" y="965"/>
                  </a:lnTo>
                  <a:lnTo>
                    <a:pt x="2124" y="1120"/>
                  </a:lnTo>
                  <a:lnTo>
                    <a:pt x="2202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6" y="502"/>
                  </a:lnTo>
                  <a:lnTo>
                    <a:pt x="811" y="463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0"/>
                  </a:lnTo>
                  <a:lnTo>
                    <a:pt x="194" y="425"/>
                  </a:lnTo>
                  <a:lnTo>
                    <a:pt x="78" y="618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8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2" y="2973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3"/>
                  </a:lnTo>
                  <a:lnTo>
                    <a:pt x="2626" y="2896"/>
                  </a:lnTo>
                  <a:lnTo>
                    <a:pt x="2704" y="2317"/>
                  </a:lnTo>
                  <a:lnTo>
                    <a:pt x="2704" y="2008"/>
                  </a:lnTo>
                  <a:lnTo>
                    <a:pt x="2704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00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8"/>
            <p:cNvSpPr/>
            <p:nvPr/>
          </p:nvSpPr>
          <p:spPr>
            <a:xfrm>
              <a:off x="2602300" y="2637850"/>
              <a:ext cx="63750" cy="173800"/>
            </a:xfrm>
            <a:custGeom>
              <a:avLst/>
              <a:gdLst/>
              <a:ahLst/>
              <a:cxnLst/>
              <a:rect l="l" t="t" r="r" b="b"/>
              <a:pathLst>
                <a:path w="2550" h="6952" extrusionOk="0">
                  <a:moveTo>
                    <a:pt x="271" y="1"/>
                  </a:moveTo>
                  <a:lnTo>
                    <a:pt x="1" y="78"/>
                  </a:lnTo>
                  <a:lnTo>
                    <a:pt x="232" y="927"/>
                  </a:lnTo>
                  <a:lnTo>
                    <a:pt x="503" y="1816"/>
                  </a:lnTo>
                  <a:lnTo>
                    <a:pt x="1082" y="3515"/>
                  </a:lnTo>
                  <a:lnTo>
                    <a:pt x="2318" y="6951"/>
                  </a:lnTo>
                  <a:lnTo>
                    <a:pt x="2549" y="6874"/>
                  </a:lnTo>
                  <a:lnTo>
                    <a:pt x="2047" y="5136"/>
                  </a:lnTo>
                  <a:lnTo>
                    <a:pt x="1507" y="3399"/>
                  </a:lnTo>
                  <a:lnTo>
                    <a:pt x="928" y="1661"/>
                  </a:lnTo>
                  <a:lnTo>
                    <a:pt x="619" y="81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8"/>
            <p:cNvSpPr/>
            <p:nvPr/>
          </p:nvSpPr>
          <p:spPr>
            <a:xfrm>
              <a:off x="531575" y="26388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1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8"/>
            <p:cNvSpPr/>
            <p:nvPr/>
          </p:nvSpPr>
          <p:spPr>
            <a:xfrm>
              <a:off x="340450" y="26658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0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0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1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8"/>
            <p:cNvSpPr/>
            <p:nvPr/>
          </p:nvSpPr>
          <p:spPr>
            <a:xfrm>
              <a:off x="6651075" y="26658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1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8"/>
            <p:cNvSpPr/>
            <p:nvPr/>
          </p:nvSpPr>
          <p:spPr>
            <a:xfrm>
              <a:off x="1793325" y="26986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7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5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5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3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8"/>
            <p:cNvSpPr/>
            <p:nvPr/>
          </p:nvSpPr>
          <p:spPr>
            <a:xfrm>
              <a:off x="2371575" y="2703500"/>
              <a:ext cx="351425" cy="207575"/>
            </a:xfrm>
            <a:custGeom>
              <a:avLst/>
              <a:gdLst/>
              <a:ahLst/>
              <a:cxnLst/>
              <a:rect l="l" t="t" r="r" b="b"/>
              <a:pathLst>
                <a:path w="14057" h="8303" extrusionOk="0">
                  <a:moveTo>
                    <a:pt x="13941" y="0"/>
                  </a:moveTo>
                  <a:lnTo>
                    <a:pt x="13632" y="116"/>
                  </a:lnTo>
                  <a:lnTo>
                    <a:pt x="13632" y="155"/>
                  </a:lnTo>
                  <a:lnTo>
                    <a:pt x="13555" y="773"/>
                  </a:lnTo>
                  <a:lnTo>
                    <a:pt x="13439" y="1313"/>
                  </a:lnTo>
                  <a:lnTo>
                    <a:pt x="13284" y="1854"/>
                  </a:lnTo>
                  <a:lnTo>
                    <a:pt x="13053" y="2395"/>
                  </a:lnTo>
                  <a:lnTo>
                    <a:pt x="12782" y="2897"/>
                  </a:lnTo>
                  <a:lnTo>
                    <a:pt x="12473" y="3360"/>
                  </a:lnTo>
                  <a:lnTo>
                    <a:pt x="12126" y="3823"/>
                  </a:lnTo>
                  <a:lnTo>
                    <a:pt x="11778" y="4248"/>
                  </a:lnTo>
                  <a:lnTo>
                    <a:pt x="11547" y="4325"/>
                  </a:lnTo>
                  <a:lnTo>
                    <a:pt x="11585" y="4441"/>
                  </a:lnTo>
                  <a:lnTo>
                    <a:pt x="11547" y="4480"/>
                  </a:lnTo>
                  <a:lnTo>
                    <a:pt x="11392" y="4557"/>
                  </a:lnTo>
                  <a:lnTo>
                    <a:pt x="11469" y="4557"/>
                  </a:lnTo>
                  <a:lnTo>
                    <a:pt x="10967" y="5020"/>
                  </a:lnTo>
                  <a:lnTo>
                    <a:pt x="10427" y="5445"/>
                  </a:lnTo>
                  <a:lnTo>
                    <a:pt x="9539" y="6063"/>
                  </a:lnTo>
                  <a:lnTo>
                    <a:pt x="8612" y="6642"/>
                  </a:lnTo>
                  <a:lnTo>
                    <a:pt x="8149" y="6912"/>
                  </a:lnTo>
                  <a:lnTo>
                    <a:pt x="7647" y="7144"/>
                  </a:lnTo>
                  <a:lnTo>
                    <a:pt x="7145" y="7376"/>
                  </a:lnTo>
                  <a:lnTo>
                    <a:pt x="6643" y="7569"/>
                  </a:lnTo>
                  <a:lnTo>
                    <a:pt x="6604" y="7453"/>
                  </a:lnTo>
                  <a:lnTo>
                    <a:pt x="6411" y="7492"/>
                  </a:lnTo>
                  <a:lnTo>
                    <a:pt x="4905" y="6372"/>
                  </a:lnTo>
                  <a:lnTo>
                    <a:pt x="3322" y="5291"/>
                  </a:lnTo>
                  <a:lnTo>
                    <a:pt x="1739" y="4248"/>
                  </a:lnTo>
                  <a:lnTo>
                    <a:pt x="78" y="3321"/>
                  </a:lnTo>
                  <a:lnTo>
                    <a:pt x="1" y="3399"/>
                  </a:lnTo>
                  <a:lnTo>
                    <a:pt x="3051" y="5600"/>
                  </a:lnTo>
                  <a:lnTo>
                    <a:pt x="6141" y="7723"/>
                  </a:lnTo>
                  <a:lnTo>
                    <a:pt x="5639" y="7839"/>
                  </a:lnTo>
                  <a:lnTo>
                    <a:pt x="5175" y="7916"/>
                  </a:lnTo>
                  <a:lnTo>
                    <a:pt x="4673" y="7955"/>
                  </a:lnTo>
                  <a:lnTo>
                    <a:pt x="4210" y="7994"/>
                  </a:lnTo>
                  <a:lnTo>
                    <a:pt x="4094" y="7994"/>
                  </a:lnTo>
                  <a:lnTo>
                    <a:pt x="4055" y="8071"/>
                  </a:lnTo>
                  <a:lnTo>
                    <a:pt x="4248" y="8303"/>
                  </a:lnTo>
                  <a:lnTo>
                    <a:pt x="5098" y="8303"/>
                  </a:lnTo>
                  <a:lnTo>
                    <a:pt x="5523" y="8264"/>
                  </a:lnTo>
                  <a:lnTo>
                    <a:pt x="5948" y="8187"/>
                  </a:lnTo>
                  <a:lnTo>
                    <a:pt x="6372" y="8110"/>
                  </a:lnTo>
                  <a:lnTo>
                    <a:pt x="6797" y="7955"/>
                  </a:lnTo>
                  <a:lnTo>
                    <a:pt x="7647" y="7646"/>
                  </a:lnTo>
                  <a:lnTo>
                    <a:pt x="8458" y="7221"/>
                  </a:lnTo>
                  <a:lnTo>
                    <a:pt x="9230" y="6758"/>
                  </a:lnTo>
                  <a:lnTo>
                    <a:pt x="10002" y="6295"/>
                  </a:lnTo>
                  <a:lnTo>
                    <a:pt x="10659" y="5793"/>
                  </a:lnTo>
                  <a:lnTo>
                    <a:pt x="11315" y="5252"/>
                  </a:lnTo>
                  <a:lnTo>
                    <a:pt x="11933" y="4673"/>
                  </a:lnTo>
                  <a:lnTo>
                    <a:pt x="12512" y="4055"/>
                  </a:lnTo>
                  <a:lnTo>
                    <a:pt x="12975" y="3360"/>
                  </a:lnTo>
                  <a:lnTo>
                    <a:pt x="13207" y="3012"/>
                  </a:lnTo>
                  <a:lnTo>
                    <a:pt x="13400" y="2665"/>
                  </a:lnTo>
                  <a:lnTo>
                    <a:pt x="13555" y="2279"/>
                  </a:lnTo>
                  <a:lnTo>
                    <a:pt x="13709" y="1893"/>
                  </a:lnTo>
                  <a:lnTo>
                    <a:pt x="13864" y="1506"/>
                  </a:lnTo>
                  <a:lnTo>
                    <a:pt x="13941" y="1082"/>
                  </a:lnTo>
                  <a:lnTo>
                    <a:pt x="14018" y="657"/>
                  </a:lnTo>
                  <a:lnTo>
                    <a:pt x="14057" y="232"/>
                  </a:lnTo>
                  <a:lnTo>
                    <a:pt x="14018" y="116"/>
                  </a:lnTo>
                  <a:lnTo>
                    <a:pt x="13941" y="39"/>
                  </a:lnTo>
                  <a:lnTo>
                    <a:pt x="139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8"/>
            <p:cNvSpPr/>
            <p:nvPr/>
          </p:nvSpPr>
          <p:spPr>
            <a:xfrm>
              <a:off x="6594125" y="27093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8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8"/>
            <p:cNvSpPr/>
            <p:nvPr/>
          </p:nvSpPr>
          <p:spPr>
            <a:xfrm>
              <a:off x="464975" y="27160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0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8"/>
            <p:cNvSpPr/>
            <p:nvPr/>
          </p:nvSpPr>
          <p:spPr>
            <a:xfrm>
              <a:off x="2488400" y="2725700"/>
              <a:ext cx="48275" cy="165100"/>
            </a:xfrm>
            <a:custGeom>
              <a:avLst/>
              <a:gdLst/>
              <a:ahLst/>
              <a:cxnLst/>
              <a:rect l="l" t="t" r="r" b="b"/>
              <a:pathLst>
                <a:path w="1931" h="6604" extrusionOk="0">
                  <a:moveTo>
                    <a:pt x="271" y="1"/>
                  </a:moveTo>
                  <a:lnTo>
                    <a:pt x="193" y="39"/>
                  </a:lnTo>
                  <a:lnTo>
                    <a:pt x="155" y="39"/>
                  </a:lnTo>
                  <a:lnTo>
                    <a:pt x="0" y="155"/>
                  </a:lnTo>
                  <a:lnTo>
                    <a:pt x="0" y="194"/>
                  </a:lnTo>
                  <a:lnTo>
                    <a:pt x="348" y="1815"/>
                  </a:lnTo>
                  <a:lnTo>
                    <a:pt x="773" y="3437"/>
                  </a:lnTo>
                  <a:lnTo>
                    <a:pt x="1236" y="5021"/>
                  </a:lnTo>
                  <a:lnTo>
                    <a:pt x="1738" y="6604"/>
                  </a:lnTo>
                  <a:lnTo>
                    <a:pt x="1931" y="6565"/>
                  </a:lnTo>
                  <a:lnTo>
                    <a:pt x="1622" y="4982"/>
                  </a:lnTo>
                  <a:lnTo>
                    <a:pt x="1236" y="3360"/>
                  </a:lnTo>
                  <a:lnTo>
                    <a:pt x="773" y="1777"/>
                  </a:lnTo>
                  <a:lnTo>
                    <a:pt x="271" y="194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8"/>
            <p:cNvSpPr/>
            <p:nvPr/>
          </p:nvSpPr>
          <p:spPr>
            <a:xfrm>
              <a:off x="2495150" y="2725700"/>
              <a:ext cx="165100" cy="91725"/>
            </a:xfrm>
            <a:custGeom>
              <a:avLst/>
              <a:gdLst/>
              <a:ahLst/>
              <a:cxnLst/>
              <a:rect l="l" t="t" r="r" b="b"/>
              <a:pathLst>
                <a:path w="6604" h="3669" extrusionOk="0">
                  <a:moveTo>
                    <a:pt x="116" y="1"/>
                  </a:moveTo>
                  <a:lnTo>
                    <a:pt x="1" y="194"/>
                  </a:lnTo>
                  <a:lnTo>
                    <a:pt x="1622" y="1043"/>
                  </a:lnTo>
                  <a:lnTo>
                    <a:pt x="3244" y="1893"/>
                  </a:lnTo>
                  <a:lnTo>
                    <a:pt x="4017" y="2356"/>
                  </a:lnTo>
                  <a:lnTo>
                    <a:pt x="4827" y="2819"/>
                  </a:lnTo>
                  <a:lnTo>
                    <a:pt x="5638" y="3283"/>
                  </a:lnTo>
                  <a:lnTo>
                    <a:pt x="6024" y="3476"/>
                  </a:lnTo>
                  <a:lnTo>
                    <a:pt x="6449" y="3669"/>
                  </a:lnTo>
                  <a:lnTo>
                    <a:pt x="6604" y="3592"/>
                  </a:lnTo>
                  <a:lnTo>
                    <a:pt x="6604" y="3515"/>
                  </a:lnTo>
                  <a:lnTo>
                    <a:pt x="6565" y="3437"/>
                  </a:lnTo>
                  <a:lnTo>
                    <a:pt x="6218" y="3167"/>
                  </a:lnTo>
                  <a:lnTo>
                    <a:pt x="5870" y="2935"/>
                  </a:lnTo>
                  <a:lnTo>
                    <a:pt x="5098" y="2472"/>
                  </a:lnTo>
                  <a:lnTo>
                    <a:pt x="3515" y="1622"/>
                  </a:lnTo>
                  <a:lnTo>
                    <a:pt x="1815" y="773"/>
                  </a:lnTo>
                  <a:lnTo>
                    <a:pt x="966" y="387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8"/>
            <p:cNvSpPr/>
            <p:nvPr/>
          </p:nvSpPr>
          <p:spPr>
            <a:xfrm>
              <a:off x="4212550" y="2732450"/>
              <a:ext cx="315700" cy="477900"/>
            </a:xfrm>
            <a:custGeom>
              <a:avLst/>
              <a:gdLst/>
              <a:ahLst/>
              <a:cxnLst/>
              <a:rect l="l" t="t" r="r" b="b"/>
              <a:pathLst>
                <a:path w="12628" h="19116" extrusionOk="0">
                  <a:moveTo>
                    <a:pt x="1004" y="619"/>
                  </a:moveTo>
                  <a:lnTo>
                    <a:pt x="1661" y="850"/>
                  </a:lnTo>
                  <a:lnTo>
                    <a:pt x="2317" y="1121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5"/>
                  </a:lnTo>
                  <a:lnTo>
                    <a:pt x="3862" y="2472"/>
                  </a:lnTo>
                  <a:lnTo>
                    <a:pt x="4016" y="2820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8"/>
                  </a:lnTo>
                  <a:lnTo>
                    <a:pt x="9345" y="15138"/>
                  </a:lnTo>
                  <a:lnTo>
                    <a:pt x="8920" y="15370"/>
                  </a:lnTo>
                  <a:lnTo>
                    <a:pt x="7955" y="13516"/>
                  </a:lnTo>
                  <a:lnTo>
                    <a:pt x="6990" y="11663"/>
                  </a:lnTo>
                  <a:lnTo>
                    <a:pt x="5020" y="7956"/>
                  </a:lnTo>
                  <a:lnTo>
                    <a:pt x="3012" y="4287"/>
                  </a:lnTo>
                  <a:lnTo>
                    <a:pt x="1004" y="619"/>
                  </a:lnTo>
                  <a:close/>
                  <a:moveTo>
                    <a:pt x="657" y="503"/>
                  </a:moveTo>
                  <a:lnTo>
                    <a:pt x="657" y="541"/>
                  </a:lnTo>
                  <a:lnTo>
                    <a:pt x="4673" y="8033"/>
                  </a:lnTo>
                  <a:lnTo>
                    <a:pt x="6719" y="11740"/>
                  </a:lnTo>
                  <a:lnTo>
                    <a:pt x="7762" y="13593"/>
                  </a:lnTo>
                  <a:lnTo>
                    <a:pt x="8805" y="15447"/>
                  </a:lnTo>
                  <a:lnTo>
                    <a:pt x="8650" y="15524"/>
                  </a:lnTo>
                  <a:lnTo>
                    <a:pt x="7414" y="13748"/>
                  </a:lnTo>
                  <a:lnTo>
                    <a:pt x="6179" y="12010"/>
                  </a:lnTo>
                  <a:lnTo>
                    <a:pt x="3592" y="8535"/>
                  </a:lnTo>
                  <a:lnTo>
                    <a:pt x="2317" y="6758"/>
                  </a:lnTo>
                  <a:lnTo>
                    <a:pt x="1004" y="4944"/>
                  </a:lnTo>
                  <a:lnTo>
                    <a:pt x="850" y="4712"/>
                  </a:lnTo>
                  <a:lnTo>
                    <a:pt x="734" y="4480"/>
                  </a:lnTo>
                  <a:lnTo>
                    <a:pt x="618" y="4210"/>
                  </a:lnTo>
                  <a:lnTo>
                    <a:pt x="541" y="3940"/>
                  </a:lnTo>
                  <a:lnTo>
                    <a:pt x="464" y="3399"/>
                  </a:lnTo>
                  <a:lnTo>
                    <a:pt x="425" y="2820"/>
                  </a:lnTo>
                  <a:lnTo>
                    <a:pt x="464" y="2241"/>
                  </a:lnTo>
                  <a:lnTo>
                    <a:pt x="502" y="1661"/>
                  </a:lnTo>
                  <a:lnTo>
                    <a:pt x="657" y="503"/>
                  </a:lnTo>
                  <a:close/>
                  <a:moveTo>
                    <a:pt x="11508" y="12280"/>
                  </a:moveTo>
                  <a:lnTo>
                    <a:pt x="11662" y="12358"/>
                  </a:lnTo>
                  <a:lnTo>
                    <a:pt x="11817" y="12435"/>
                  </a:lnTo>
                  <a:lnTo>
                    <a:pt x="12164" y="12860"/>
                  </a:lnTo>
                  <a:lnTo>
                    <a:pt x="12241" y="13053"/>
                  </a:lnTo>
                  <a:lnTo>
                    <a:pt x="12280" y="13246"/>
                  </a:lnTo>
                  <a:lnTo>
                    <a:pt x="12241" y="13439"/>
                  </a:lnTo>
                  <a:lnTo>
                    <a:pt x="12203" y="13632"/>
                  </a:lnTo>
                  <a:lnTo>
                    <a:pt x="12048" y="14018"/>
                  </a:lnTo>
                  <a:lnTo>
                    <a:pt x="11855" y="14366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2"/>
                  </a:lnTo>
                  <a:lnTo>
                    <a:pt x="10156" y="15872"/>
                  </a:lnTo>
                  <a:lnTo>
                    <a:pt x="10118" y="15987"/>
                  </a:lnTo>
                  <a:lnTo>
                    <a:pt x="9770" y="16180"/>
                  </a:lnTo>
                  <a:lnTo>
                    <a:pt x="9114" y="16605"/>
                  </a:lnTo>
                  <a:lnTo>
                    <a:pt x="8457" y="16953"/>
                  </a:lnTo>
                  <a:lnTo>
                    <a:pt x="7723" y="17262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5" y="17648"/>
                  </a:lnTo>
                  <a:lnTo>
                    <a:pt x="5754" y="17648"/>
                  </a:lnTo>
                  <a:lnTo>
                    <a:pt x="5561" y="17571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8" y="17184"/>
                  </a:lnTo>
                  <a:lnTo>
                    <a:pt x="4982" y="16876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5"/>
                  </a:lnTo>
                  <a:lnTo>
                    <a:pt x="5175" y="15949"/>
                  </a:lnTo>
                  <a:lnTo>
                    <a:pt x="5291" y="15833"/>
                  </a:lnTo>
                  <a:lnTo>
                    <a:pt x="5406" y="15756"/>
                  </a:lnTo>
                  <a:lnTo>
                    <a:pt x="5522" y="15717"/>
                  </a:lnTo>
                  <a:lnTo>
                    <a:pt x="5638" y="15756"/>
                  </a:lnTo>
                  <a:lnTo>
                    <a:pt x="5793" y="15833"/>
                  </a:lnTo>
                  <a:lnTo>
                    <a:pt x="5947" y="15949"/>
                  </a:lnTo>
                  <a:lnTo>
                    <a:pt x="6063" y="16142"/>
                  </a:lnTo>
                  <a:lnTo>
                    <a:pt x="6256" y="16374"/>
                  </a:lnTo>
                  <a:lnTo>
                    <a:pt x="6102" y="16412"/>
                  </a:lnTo>
                  <a:lnTo>
                    <a:pt x="6024" y="16451"/>
                  </a:lnTo>
                  <a:lnTo>
                    <a:pt x="6024" y="16567"/>
                  </a:lnTo>
                  <a:lnTo>
                    <a:pt x="6063" y="16644"/>
                  </a:lnTo>
                  <a:lnTo>
                    <a:pt x="6140" y="16644"/>
                  </a:lnTo>
                  <a:lnTo>
                    <a:pt x="6912" y="16567"/>
                  </a:lnTo>
                  <a:lnTo>
                    <a:pt x="7685" y="16374"/>
                  </a:lnTo>
                  <a:lnTo>
                    <a:pt x="8496" y="16065"/>
                  </a:lnTo>
                  <a:lnTo>
                    <a:pt x="9229" y="15717"/>
                  </a:lnTo>
                  <a:lnTo>
                    <a:pt x="9616" y="15485"/>
                  </a:lnTo>
                  <a:lnTo>
                    <a:pt x="9963" y="15254"/>
                  </a:lnTo>
                  <a:lnTo>
                    <a:pt x="10272" y="15022"/>
                  </a:lnTo>
                  <a:lnTo>
                    <a:pt x="10581" y="14752"/>
                  </a:lnTo>
                  <a:lnTo>
                    <a:pt x="10890" y="14481"/>
                  </a:lnTo>
                  <a:lnTo>
                    <a:pt x="11121" y="14173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9"/>
                  </a:lnTo>
                  <a:lnTo>
                    <a:pt x="11546" y="13362"/>
                  </a:lnTo>
                  <a:lnTo>
                    <a:pt x="11508" y="13284"/>
                  </a:lnTo>
                  <a:lnTo>
                    <a:pt x="11430" y="13246"/>
                  </a:lnTo>
                  <a:lnTo>
                    <a:pt x="11237" y="13246"/>
                  </a:lnTo>
                  <a:lnTo>
                    <a:pt x="11160" y="13323"/>
                  </a:lnTo>
                  <a:lnTo>
                    <a:pt x="10967" y="13671"/>
                  </a:lnTo>
                  <a:lnTo>
                    <a:pt x="10774" y="13555"/>
                  </a:lnTo>
                  <a:lnTo>
                    <a:pt x="10658" y="13439"/>
                  </a:lnTo>
                  <a:lnTo>
                    <a:pt x="10619" y="13284"/>
                  </a:lnTo>
                  <a:lnTo>
                    <a:pt x="10581" y="13169"/>
                  </a:lnTo>
                  <a:lnTo>
                    <a:pt x="10619" y="13014"/>
                  </a:lnTo>
                  <a:lnTo>
                    <a:pt x="10658" y="12860"/>
                  </a:lnTo>
                  <a:lnTo>
                    <a:pt x="10851" y="12628"/>
                  </a:lnTo>
                  <a:lnTo>
                    <a:pt x="10928" y="12473"/>
                  </a:lnTo>
                  <a:lnTo>
                    <a:pt x="11044" y="12358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1"/>
                  </a:moveTo>
                  <a:lnTo>
                    <a:pt x="348" y="40"/>
                  </a:lnTo>
                  <a:lnTo>
                    <a:pt x="271" y="117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3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6"/>
                  </a:lnTo>
                  <a:lnTo>
                    <a:pt x="232" y="4519"/>
                  </a:lnTo>
                  <a:lnTo>
                    <a:pt x="348" y="4751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6"/>
                  </a:lnTo>
                  <a:lnTo>
                    <a:pt x="5445" y="11817"/>
                  </a:lnTo>
                  <a:lnTo>
                    <a:pt x="6874" y="13748"/>
                  </a:lnTo>
                  <a:lnTo>
                    <a:pt x="8341" y="15640"/>
                  </a:lnTo>
                  <a:lnTo>
                    <a:pt x="7492" y="15987"/>
                  </a:lnTo>
                  <a:lnTo>
                    <a:pt x="6642" y="16258"/>
                  </a:lnTo>
                  <a:lnTo>
                    <a:pt x="6681" y="16103"/>
                  </a:lnTo>
                  <a:lnTo>
                    <a:pt x="6681" y="15949"/>
                  </a:lnTo>
                  <a:lnTo>
                    <a:pt x="6642" y="15756"/>
                  </a:lnTo>
                  <a:lnTo>
                    <a:pt x="6565" y="15640"/>
                  </a:lnTo>
                  <a:lnTo>
                    <a:pt x="6488" y="15485"/>
                  </a:lnTo>
                  <a:lnTo>
                    <a:pt x="6333" y="15370"/>
                  </a:lnTo>
                  <a:lnTo>
                    <a:pt x="6179" y="15292"/>
                  </a:lnTo>
                  <a:lnTo>
                    <a:pt x="6024" y="15254"/>
                  </a:lnTo>
                  <a:lnTo>
                    <a:pt x="5715" y="15254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6" y="16296"/>
                  </a:lnTo>
                  <a:lnTo>
                    <a:pt x="4596" y="16567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8" y="17725"/>
                  </a:lnTo>
                  <a:lnTo>
                    <a:pt x="5368" y="17841"/>
                  </a:lnTo>
                  <a:lnTo>
                    <a:pt x="5677" y="17918"/>
                  </a:lnTo>
                  <a:lnTo>
                    <a:pt x="6024" y="17957"/>
                  </a:lnTo>
                  <a:lnTo>
                    <a:pt x="6372" y="17918"/>
                  </a:lnTo>
                  <a:lnTo>
                    <a:pt x="6719" y="17841"/>
                  </a:lnTo>
                  <a:lnTo>
                    <a:pt x="7106" y="17764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3"/>
                  </a:lnTo>
                  <a:lnTo>
                    <a:pt x="9229" y="16876"/>
                  </a:lnTo>
                  <a:lnTo>
                    <a:pt x="9461" y="16760"/>
                  </a:lnTo>
                  <a:lnTo>
                    <a:pt x="10233" y="16258"/>
                  </a:lnTo>
                  <a:lnTo>
                    <a:pt x="10813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4"/>
                  </a:lnTo>
                  <a:lnTo>
                    <a:pt x="11817" y="18150"/>
                  </a:lnTo>
                  <a:lnTo>
                    <a:pt x="11392" y="17455"/>
                  </a:lnTo>
                  <a:lnTo>
                    <a:pt x="10928" y="16760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4"/>
                  </a:lnTo>
                  <a:lnTo>
                    <a:pt x="11894" y="14790"/>
                  </a:lnTo>
                  <a:lnTo>
                    <a:pt x="12125" y="14559"/>
                  </a:lnTo>
                  <a:lnTo>
                    <a:pt x="12280" y="14288"/>
                  </a:lnTo>
                  <a:lnTo>
                    <a:pt x="12434" y="14057"/>
                  </a:lnTo>
                  <a:lnTo>
                    <a:pt x="12512" y="13786"/>
                  </a:lnTo>
                  <a:lnTo>
                    <a:pt x="12589" y="13555"/>
                  </a:lnTo>
                  <a:lnTo>
                    <a:pt x="12627" y="13284"/>
                  </a:lnTo>
                  <a:lnTo>
                    <a:pt x="12589" y="13053"/>
                  </a:lnTo>
                  <a:lnTo>
                    <a:pt x="12512" y="12821"/>
                  </a:lnTo>
                  <a:lnTo>
                    <a:pt x="12357" y="12589"/>
                  </a:lnTo>
                  <a:lnTo>
                    <a:pt x="12164" y="12358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9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1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2"/>
                  </a:lnTo>
                  <a:lnTo>
                    <a:pt x="10619" y="13786"/>
                  </a:lnTo>
                  <a:lnTo>
                    <a:pt x="10813" y="13902"/>
                  </a:lnTo>
                  <a:lnTo>
                    <a:pt x="10504" y="14250"/>
                  </a:lnTo>
                  <a:lnTo>
                    <a:pt x="10156" y="14597"/>
                  </a:lnTo>
                  <a:lnTo>
                    <a:pt x="9770" y="14868"/>
                  </a:lnTo>
                  <a:lnTo>
                    <a:pt x="9430" y="15084"/>
                  </a:lnTo>
                  <a:lnTo>
                    <a:pt x="9461" y="15022"/>
                  </a:lnTo>
                  <a:lnTo>
                    <a:pt x="9500" y="14945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9"/>
                  </a:lnTo>
                  <a:lnTo>
                    <a:pt x="3823" y="1545"/>
                  </a:lnTo>
                  <a:lnTo>
                    <a:pt x="3514" y="1237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1" y="233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8"/>
            <p:cNvSpPr/>
            <p:nvPr/>
          </p:nvSpPr>
          <p:spPr>
            <a:xfrm>
              <a:off x="3419975" y="2751775"/>
              <a:ext cx="68575" cy="77250"/>
            </a:xfrm>
            <a:custGeom>
              <a:avLst/>
              <a:gdLst/>
              <a:ahLst/>
              <a:cxnLst/>
              <a:rect l="l" t="t" r="r" b="b"/>
              <a:pathLst>
                <a:path w="2743" h="3090" extrusionOk="0">
                  <a:moveTo>
                    <a:pt x="1198" y="464"/>
                  </a:moveTo>
                  <a:lnTo>
                    <a:pt x="1429" y="502"/>
                  </a:lnTo>
                  <a:lnTo>
                    <a:pt x="1700" y="618"/>
                  </a:lnTo>
                  <a:lnTo>
                    <a:pt x="1893" y="772"/>
                  </a:lnTo>
                  <a:lnTo>
                    <a:pt x="2047" y="966"/>
                  </a:lnTo>
                  <a:lnTo>
                    <a:pt x="2163" y="1159"/>
                  </a:lnTo>
                  <a:lnTo>
                    <a:pt x="2240" y="1352"/>
                  </a:lnTo>
                  <a:lnTo>
                    <a:pt x="2356" y="1738"/>
                  </a:lnTo>
                  <a:lnTo>
                    <a:pt x="2395" y="2163"/>
                  </a:lnTo>
                  <a:lnTo>
                    <a:pt x="2395" y="2587"/>
                  </a:lnTo>
                  <a:lnTo>
                    <a:pt x="2240" y="2433"/>
                  </a:lnTo>
                  <a:lnTo>
                    <a:pt x="2047" y="2278"/>
                  </a:lnTo>
                  <a:lnTo>
                    <a:pt x="1661" y="2085"/>
                  </a:lnTo>
                  <a:lnTo>
                    <a:pt x="1275" y="1931"/>
                  </a:lnTo>
                  <a:lnTo>
                    <a:pt x="1043" y="1815"/>
                  </a:lnTo>
                  <a:lnTo>
                    <a:pt x="850" y="1699"/>
                  </a:lnTo>
                  <a:lnTo>
                    <a:pt x="657" y="1545"/>
                  </a:lnTo>
                  <a:lnTo>
                    <a:pt x="503" y="1390"/>
                  </a:lnTo>
                  <a:lnTo>
                    <a:pt x="425" y="1197"/>
                  </a:lnTo>
                  <a:lnTo>
                    <a:pt x="425" y="1081"/>
                  </a:lnTo>
                  <a:lnTo>
                    <a:pt x="425" y="966"/>
                  </a:lnTo>
                  <a:lnTo>
                    <a:pt x="503" y="811"/>
                  </a:lnTo>
                  <a:lnTo>
                    <a:pt x="541" y="695"/>
                  </a:lnTo>
                  <a:lnTo>
                    <a:pt x="618" y="618"/>
                  </a:lnTo>
                  <a:lnTo>
                    <a:pt x="734" y="541"/>
                  </a:lnTo>
                  <a:lnTo>
                    <a:pt x="850" y="464"/>
                  </a:lnTo>
                  <a:close/>
                  <a:moveTo>
                    <a:pt x="1043" y="0"/>
                  </a:moveTo>
                  <a:lnTo>
                    <a:pt x="812" y="77"/>
                  </a:lnTo>
                  <a:lnTo>
                    <a:pt x="580" y="155"/>
                  </a:lnTo>
                  <a:lnTo>
                    <a:pt x="387" y="309"/>
                  </a:lnTo>
                  <a:lnTo>
                    <a:pt x="232" y="464"/>
                  </a:lnTo>
                  <a:lnTo>
                    <a:pt x="116" y="618"/>
                  </a:lnTo>
                  <a:lnTo>
                    <a:pt x="39" y="811"/>
                  </a:lnTo>
                  <a:lnTo>
                    <a:pt x="1" y="1043"/>
                  </a:lnTo>
                  <a:lnTo>
                    <a:pt x="39" y="1236"/>
                  </a:lnTo>
                  <a:lnTo>
                    <a:pt x="78" y="1468"/>
                  </a:lnTo>
                  <a:lnTo>
                    <a:pt x="194" y="1661"/>
                  </a:lnTo>
                  <a:lnTo>
                    <a:pt x="387" y="1892"/>
                  </a:lnTo>
                  <a:lnTo>
                    <a:pt x="657" y="2085"/>
                  </a:lnTo>
                  <a:lnTo>
                    <a:pt x="927" y="2201"/>
                  </a:lnTo>
                  <a:lnTo>
                    <a:pt x="1236" y="2317"/>
                  </a:lnTo>
                  <a:lnTo>
                    <a:pt x="1507" y="2433"/>
                  </a:lnTo>
                  <a:lnTo>
                    <a:pt x="1777" y="2587"/>
                  </a:lnTo>
                  <a:lnTo>
                    <a:pt x="2009" y="2780"/>
                  </a:lnTo>
                  <a:lnTo>
                    <a:pt x="2240" y="3012"/>
                  </a:lnTo>
                  <a:lnTo>
                    <a:pt x="2317" y="3051"/>
                  </a:lnTo>
                  <a:lnTo>
                    <a:pt x="2395" y="3089"/>
                  </a:lnTo>
                  <a:lnTo>
                    <a:pt x="2472" y="3051"/>
                  </a:lnTo>
                  <a:lnTo>
                    <a:pt x="2549" y="3012"/>
                  </a:lnTo>
                  <a:lnTo>
                    <a:pt x="2588" y="3012"/>
                  </a:lnTo>
                  <a:lnTo>
                    <a:pt x="2626" y="2935"/>
                  </a:lnTo>
                  <a:lnTo>
                    <a:pt x="2704" y="2356"/>
                  </a:lnTo>
                  <a:lnTo>
                    <a:pt x="2742" y="2047"/>
                  </a:lnTo>
                  <a:lnTo>
                    <a:pt x="2704" y="1738"/>
                  </a:lnTo>
                  <a:lnTo>
                    <a:pt x="2665" y="1429"/>
                  </a:lnTo>
                  <a:lnTo>
                    <a:pt x="2588" y="1159"/>
                  </a:lnTo>
                  <a:lnTo>
                    <a:pt x="2472" y="888"/>
                  </a:lnTo>
                  <a:lnTo>
                    <a:pt x="2317" y="618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38" y="155"/>
                  </a:lnTo>
                  <a:lnTo>
                    <a:pt x="1507" y="77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8"/>
            <p:cNvSpPr/>
            <p:nvPr/>
          </p:nvSpPr>
          <p:spPr>
            <a:xfrm>
              <a:off x="408025" y="27595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7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79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1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8"/>
            <p:cNvSpPr/>
            <p:nvPr/>
          </p:nvSpPr>
          <p:spPr>
            <a:xfrm>
              <a:off x="1650450" y="2767225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1" y="5367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8"/>
                  </a:lnTo>
                  <a:lnTo>
                    <a:pt x="3978" y="888"/>
                  </a:lnTo>
                  <a:lnTo>
                    <a:pt x="4634" y="656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2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3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30" y="7375"/>
                  </a:lnTo>
                  <a:lnTo>
                    <a:pt x="13439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5"/>
                  </a:lnTo>
                  <a:lnTo>
                    <a:pt x="16721" y="9885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3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1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79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7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8"/>
            <p:cNvSpPr/>
            <p:nvPr/>
          </p:nvSpPr>
          <p:spPr>
            <a:xfrm>
              <a:off x="4802400" y="27817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0"/>
                  </a:moveTo>
                  <a:lnTo>
                    <a:pt x="12434" y="39"/>
                  </a:lnTo>
                  <a:lnTo>
                    <a:pt x="12357" y="77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8"/>
                  </a:lnTo>
                  <a:lnTo>
                    <a:pt x="12164" y="1043"/>
                  </a:lnTo>
                  <a:lnTo>
                    <a:pt x="12009" y="1197"/>
                  </a:lnTo>
                  <a:lnTo>
                    <a:pt x="11855" y="1313"/>
                  </a:lnTo>
                  <a:lnTo>
                    <a:pt x="11430" y="1545"/>
                  </a:lnTo>
                  <a:lnTo>
                    <a:pt x="11005" y="1699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4" y="2085"/>
                  </a:lnTo>
                  <a:lnTo>
                    <a:pt x="9345" y="2008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0"/>
                  </a:lnTo>
                  <a:lnTo>
                    <a:pt x="8611" y="1699"/>
                  </a:lnTo>
                  <a:lnTo>
                    <a:pt x="8804" y="2008"/>
                  </a:lnTo>
                  <a:lnTo>
                    <a:pt x="8997" y="2279"/>
                  </a:lnTo>
                  <a:lnTo>
                    <a:pt x="7839" y="2587"/>
                  </a:lnTo>
                  <a:lnTo>
                    <a:pt x="6719" y="2819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9" y="3282"/>
                  </a:lnTo>
                  <a:lnTo>
                    <a:pt x="3746" y="2935"/>
                  </a:lnTo>
                  <a:lnTo>
                    <a:pt x="3784" y="2587"/>
                  </a:lnTo>
                  <a:lnTo>
                    <a:pt x="3707" y="2240"/>
                  </a:lnTo>
                  <a:lnTo>
                    <a:pt x="3630" y="1892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7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8"/>
                  </a:lnTo>
                  <a:lnTo>
                    <a:pt x="1815" y="3437"/>
                  </a:lnTo>
                  <a:lnTo>
                    <a:pt x="1352" y="3398"/>
                  </a:lnTo>
                  <a:lnTo>
                    <a:pt x="965" y="3360"/>
                  </a:lnTo>
                  <a:lnTo>
                    <a:pt x="772" y="3282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3"/>
                  </a:lnTo>
                  <a:lnTo>
                    <a:pt x="309" y="2665"/>
                  </a:lnTo>
                  <a:lnTo>
                    <a:pt x="232" y="2587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3"/>
                  </a:lnTo>
                  <a:lnTo>
                    <a:pt x="0" y="2858"/>
                  </a:lnTo>
                  <a:lnTo>
                    <a:pt x="0" y="3012"/>
                  </a:lnTo>
                  <a:lnTo>
                    <a:pt x="0" y="3167"/>
                  </a:lnTo>
                  <a:lnTo>
                    <a:pt x="39" y="3282"/>
                  </a:lnTo>
                  <a:lnTo>
                    <a:pt x="116" y="3398"/>
                  </a:lnTo>
                  <a:lnTo>
                    <a:pt x="193" y="3514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0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0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2"/>
                  </a:lnTo>
                  <a:lnTo>
                    <a:pt x="12048" y="1699"/>
                  </a:lnTo>
                  <a:lnTo>
                    <a:pt x="12357" y="1506"/>
                  </a:lnTo>
                  <a:lnTo>
                    <a:pt x="12627" y="1236"/>
                  </a:lnTo>
                  <a:lnTo>
                    <a:pt x="12704" y="1081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79"/>
                  </a:lnTo>
                  <a:lnTo>
                    <a:pt x="12820" y="386"/>
                  </a:lnTo>
                  <a:lnTo>
                    <a:pt x="12743" y="155"/>
                  </a:lnTo>
                  <a:lnTo>
                    <a:pt x="12704" y="77"/>
                  </a:lnTo>
                  <a:lnTo>
                    <a:pt x="12627" y="39"/>
                  </a:lnTo>
                  <a:lnTo>
                    <a:pt x="125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8"/>
            <p:cNvSpPr/>
            <p:nvPr/>
          </p:nvSpPr>
          <p:spPr>
            <a:xfrm>
              <a:off x="2362900" y="2786525"/>
              <a:ext cx="114900" cy="130350"/>
            </a:xfrm>
            <a:custGeom>
              <a:avLst/>
              <a:gdLst/>
              <a:ahLst/>
              <a:cxnLst/>
              <a:rect l="l" t="t" r="r" b="b"/>
              <a:pathLst>
                <a:path w="4596" h="5214" extrusionOk="0">
                  <a:moveTo>
                    <a:pt x="232" y="0"/>
                  </a:moveTo>
                  <a:lnTo>
                    <a:pt x="0" y="193"/>
                  </a:lnTo>
                  <a:lnTo>
                    <a:pt x="502" y="888"/>
                  </a:lnTo>
                  <a:lnTo>
                    <a:pt x="1004" y="1622"/>
                  </a:lnTo>
                  <a:lnTo>
                    <a:pt x="1545" y="2279"/>
                  </a:lnTo>
                  <a:lnTo>
                    <a:pt x="2124" y="2974"/>
                  </a:lnTo>
                  <a:lnTo>
                    <a:pt x="3283" y="4248"/>
                  </a:lnTo>
                  <a:lnTo>
                    <a:pt x="3746" y="4789"/>
                  </a:lnTo>
                  <a:lnTo>
                    <a:pt x="3630" y="4789"/>
                  </a:lnTo>
                  <a:lnTo>
                    <a:pt x="3592" y="4866"/>
                  </a:lnTo>
                  <a:lnTo>
                    <a:pt x="3592" y="4982"/>
                  </a:lnTo>
                  <a:lnTo>
                    <a:pt x="3823" y="4904"/>
                  </a:lnTo>
                  <a:lnTo>
                    <a:pt x="4055" y="5059"/>
                  </a:lnTo>
                  <a:lnTo>
                    <a:pt x="4287" y="5213"/>
                  </a:lnTo>
                  <a:lnTo>
                    <a:pt x="4441" y="5213"/>
                  </a:lnTo>
                  <a:lnTo>
                    <a:pt x="4518" y="5175"/>
                  </a:lnTo>
                  <a:lnTo>
                    <a:pt x="4557" y="5097"/>
                  </a:lnTo>
                  <a:lnTo>
                    <a:pt x="4557" y="5059"/>
                  </a:lnTo>
                  <a:lnTo>
                    <a:pt x="4595" y="4982"/>
                  </a:lnTo>
                  <a:lnTo>
                    <a:pt x="4402" y="4750"/>
                  </a:lnTo>
                  <a:lnTo>
                    <a:pt x="4325" y="4750"/>
                  </a:lnTo>
                  <a:lnTo>
                    <a:pt x="4016" y="4480"/>
                  </a:lnTo>
                  <a:lnTo>
                    <a:pt x="3746" y="4171"/>
                  </a:lnTo>
                  <a:lnTo>
                    <a:pt x="3244" y="3553"/>
                  </a:lnTo>
                  <a:lnTo>
                    <a:pt x="2201" y="2394"/>
                  </a:lnTo>
                  <a:lnTo>
                    <a:pt x="1197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8"/>
            <p:cNvSpPr/>
            <p:nvPr/>
          </p:nvSpPr>
          <p:spPr>
            <a:xfrm>
              <a:off x="2090650" y="2821275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8" y="0"/>
                  </a:moveTo>
                  <a:lnTo>
                    <a:pt x="1893" y="78"/>
                  </a:lnTo>
                  <a:lnTo>
                    <a:pt x="1739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4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40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4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2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2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4" y="1622"/>
                  </a:lnTo>
                  <a:lnTo>
                    <a:pt x="1237" y="1313"/>
                  </a:lnTo>
                  <a:lnTo>
                    <a:pt x="1468" y="1004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2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3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2" y="2703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2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5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5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9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5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3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6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3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2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3" y="5793"/>
                  </a:lnTo>
                  <a:lnTo>
                    <a:pt x="4828" y="5638"/>
                  </a:lnTo>
                  <a:lnTo>
                    <a:pt x="4249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5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2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8"/>
            <p:cNvSpPr/>
            <p:nvPr/>
          </p:nvSpPr>
          <p:spPr>
            <a:xfrm>
              <a:off x="3488525" y="28212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120" y="387"/>
                  </a:moveTo>
                  <a:lnTo>
                    <a:pt x="1313" y="425"/>
                  </a:lnTo>
                  <a:lnTo>
                    <a:pt x="1506" y="464"/>
                  </a:lnTo>
                  <a:lnTo>
                    <a:pt x="1661" y="580"/>
                  </a:lnTo>
                  <a:lnTo>
                    <a:pt x="1738" y="734"/>
                  </a:lnTo>
                  <a:lnTo>
                    <a:pt x="1777" y="889"/>
                  </a:lnTo>
                  <a:lnTo>
                    <a:pt x="1738" y="966"/>
                  </a:lnTo>
                  <a:lnTo>
                    <a:pt x="1699" y="1004"/>
                  </a:lnTo>
                  <a:lnTo>
                    <a:pt x="1661" y="1082"/>
                  </a:lnTo>
                  <a:lnTo>
                    <a:pt x="1545" y="1120"/>
                  </a:lnTo>
                  <a:lnTo>
                    <a:pt x="1236" y="1159"/>
                  </a:lnTo>
                  <a:lnTo>
                    <a:pt x="927" y="1159"/>
                  </a:lnTo>
                  <a:lnTo>
                    <a:pt x="579" y="1198"/>
                  </a:lnTo>
                  <a:lnTo>
                    <a:pt x="464" y="1236"/>
                  </a:lnTo>
                  <a:lnTo>
                    <a:pt x="309" y="1313"/>
                  </a:lnTo>
                  <a:lnTo>
                    <a:pt x="309" y="1159"/>
                  </a:lnTo>
                  <a:lnTo>
                    <a:pt x="348" y="1004"/>
                  </a:lnTo>
                  <a:lnTo>
                    <a:pt x="386" y="850"/>
                  </a:lnTo>
                  <a:lnTo>
                    <a:pt x="464" y="734"/>
                  </a:lnTo>
                  <a:lnTo>
                    <a:pt x="541" y="618"/>
                  </a:lnTo>
                  <a:lnTo>
                    <a:pt x="657" y="541"/>
                  </a:lnTo>
                  <a:lnTo>
                    <a:pt x="811" y="464"/>
                  </a:lnTo>
                  <a:lnTo>
                    <a:pt x="927" y="425"/>
                  </a:lnTo>
                  <a:lnTo>
                    <a:pt x="1120" y="387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79" y="116"/>
                  </a:lnTo>
                  <a:lnTo>
                    <a:pt x="425" y="232"/>
                  </a:lnTo>
                  <a:lnTo>
                    <a:pt x="271" y="387"/>
                  </a:lnTo>
                  <a:lnTo>
                    <a:pt x="155" y="541"/>
                  </a:lnTo>
                  <a:lnTo>
                    <a:pt x="77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68"/>
                  </a:lnTo>
                  <a:lnTo>
                    <a:pt x="116" y="1661"/>
                  </a:lnTo>
                  <a:lnTo>
                    <a:pt x="155" y="1738"/>
                  </a:lnTo>
                  <a:lnTo>
                    <a:pt x="232" y="1815"/>
                  </a:lnTo>
                  <a:lnTo>
                    <a:pt x="309" y="1815"/>
                  </a:lnTo>
                  <a:lnTo>
                    <a:pt x="425" y="1777"/>
                  </a:lnTo>
                  <a:lnTo>
                    <a:pt x="541" y="1661"/>
                  </a:lnTo>
                  <a:lnTo>
                    <a:pt x="695" y="1584"/>
                  </a:lnTo>
                  <a:lnTo>
                    <a:pt x="850" y="1545"/>
                  </a:lnTo>
                  <a:lnTo>
                    <a:pt x="1043" y="1545"/>
                  </a:lnTo>
                  <a:lnTo>
                    <a:pt x="1390" y="1506"/>
                  </a:lnTo>
                  <a:lnTo>
                    <a:pt x="1583" y="1506"/>
                  </a:lnTo>
                  <a:lnTo>
                    <a:pt x="1738" y="1468"/>
                  </a:lnTo>
                  <a:lnTo>
                    <a:pt x="1931" y="1391"/>
                  </a:lnTo>
                  <a:lnTo>
                    <a:pt x="2047" y="1275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811"/>
                  </a:lnTo>
                  <a:lnTo>
                    <a:pt x="2124" y="657"/>
                  </a:lnTo>
                  <a:lnTo>
                    <a:pt x="2047" y="502"/>
                  </a:lnTo>
                  <a:lnTo>
                    <a:pt x="1970" y="348"/>
                  </a:lnTo>
                  <a:lnTo>
                    <a:pt x="1777" y="194"/>
                  </a:lnTo>
                  <a:lnTo>
                    <a:pt x="1622" y="116"/>
                  </a:lnTo>
                  <a:lnTo>
                    <a:pt x="1429" y="39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8"/>
            <p:cNvSpPr/>
            <p:nvPr/>
          </p:nvSpPr>
          <p:spPr>
            <a:xfrm>
              <a:off x="3345650" y="2889825"/>
              <a:ext cx="466300" cy="248125"/>
            </a:xfrm>
            <a:custGeom>
              <a:avLst/>
              <a:gdLst/>
              <a:ahLst/>
              <a:cxnLst/>
              <a:rect l="l" t="t" r="r" b="b"/>
              <a:pathLst>
                <a:path w="18652" h="9925" extrusionOk="0">
                  <a:moveTo>
                    <a:pt x="6140" y="0"/>
                  </a:moveTo>
                  <a:lnTo>
                    <a:pt x="5561" y="39"/>
                  </a:lnTo>
                  <a:lnTo>
                    <a:pt x="4982" y="155"/>
                  </a:lnTo>
                  <a:lnTo>
                    <a:pt x="4402" y="309"/>
                  </a:lnTo>
                  <a:lnTo>
                    <a:pt x="3862" y="502"/>
                  </a:lnTo>
                  <a:lnTo>
                    <a:pt x="3283" y="772"/>
                  </a:lnTo>
                  <a:lnTo>
                    <a:pt x="2781" y="1081"/>
                  </a:lnTo>
                  <a:lnTo>
                    <a:pt x="2279" y="1467"/>
                  </a:lnTo>
                  <a:lnTo>
                    <a:pt x="1815" y="1892"/>
                  </a:lnTo>
                  <a:lnTo>
                    <a:pt x="1390" y="2317"/>
                  </a:lnTo>
                  <a:lnTo>
                    <a:pt x="1043" y="2780"/>
                  </a:lnTo>
                  <a:lnTo>
                    <a:pt x="734" y="3244"/>
                  </a:lnTo>
                  <a:lnTo>
                    <a:pt x="464" y="3746"/>
                  </a:lnTo>
                  <a:lnTo>
                    <a:pt x="271" y="4286"/>
                  </a:lnTo>
                  <a:lnTo>
                    <a:pt x="116" y="4827"/>
                  </a:lnTo>
                  <a:lnTo>
                    <a:pt x="0" y="5368"/>
                  </a:lnTo>
                  <a:lnTo>
                    <a:pt x="348" y="5445"/>
                  </a:lnTo>
                  <a:lnTo>
                    <a:pt x="425" y="5020"/>
                  </a:lnTo>
                  <a:lnTo>
                    <a:pt x="541" y="4595"/>
                  </a:lnTo>
                  <a:lnTo>
                    <a:pt x="773" y="4016"/>
                  </a:lnTo>
                  <a:lnTo>
                    <a:pt x="1081" y="3437"/>
                  </a:lnTo>
                  <a:lnTo>
                    <a:pt x="1468" y="2896"/>
                  </a:lnTo>
                  <a:lnTo>
                    <a:pt x="1892" y="2394"/>
                  </a:lnTo>
                  <a:lnTo>
                    <a:pt x="2356" y="1931"/>
                  </a:lnTo>
                  <a:lnTo>
                    <a:pt x="2858" y="1545"/>
                  </a:lnTo>
                  <a:lnTo>
                    <a:pt x="3398" y="1197"/>
                  </a:lnTo>
                  <a:lnTo>
                    <a:pt x="3978" y="888"/>
                  </a:lnTo>
                  <a:lnTo>
                    <a:pt x="4595" y="657"/>
                  </a:lnTo>
                  <a:lnTo>
                    <a:pt x="5252" y="502"/>
                  </a:lnTo>
                  <a:lnTo>
                    <a:pt x="5908" y="425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39" y="618"/>
                  </a:lnTo>
                  <a:lnTo>
                    <a:pt x="8457" y="811"/>
                  </a:lnTo>
                  <a:lnTo>
                    <a:pt x="9075" y="1120"/>
                  </a:lnTo>
                  <a:lnTo>
                    <a:pt x="9422" y="1313"/>
                  </a:lnTo>
                  <a:lnTo>
                    <a:pt x="9731" y="1506"/>
                  </a:lnTo>
                  <a:lnTo>
                    <a:pt x="10002" y="1738"/>
                  </a:lnTo>
                  <a:lnTo>
                    <a:pt x="10272" y="1969"/>
                  </a:lnTo>
                  <a:lnTo>
                    <a:pt x="10774" y="2471"/>
                  </a:lnTo>
                  <a:lnTo>
                    <a:pt x="11199" y="3051"/>
                  </a:lnTo>
                  <a:lnTo>
                    <a:pt x="11546" y="3630"/>
                  </a:lnTo>
                  <a:lnTo>
                    <a:pt x="11855" y="4286"/>
                  </a:lnTo>
                  <a:lnTo>
                    <a:pt x="12164" y="4943"/>
                  </a:lnTo>
                  <a:lnTo>
                    <a:pt x="12396" y="5638"/>
                  </a:lnTo>
                  <a:lnTo>
                    <a:pt x="12627" y="6217"/>
                  </a:lnTo>
                  <a:lnTo>
                    <a:pt x="12859" y="6835"/>
                  </a:lnTo>
                  <a:lnTo>
                    <a:pt x="13129" y="7414"/>
                  </a:lnTo>
                  <a:lnTo>
                    <a:pt x="13438" y="7993"/>
                  </a:lnTo>
                  <a:lnTo>
                    <a:pt x="13786" y="8495"/>
                  </a:lnTo>
                  <a:lnTo>
                    <a:pt x="14211" y="8959"/>
                  </a:lnTo>
                  <a:lnTo>
                    <a:pt x="14442" y="9190"/>
                  </a:lnTo>
                  <a:lnTo>
                    <a:pt x="14713" y="9383"/>
                  </a:lnTo>
                  <a:lnTo>
                    <a:pt x="14983" y="9538"/>
                  </a:lnTo>
                  <a:lnTo>
                    <a:pt x="15253" y="9692"/>
                  </a:lnTo>
                  <a:lnTo>
                    <a:pt x="15717" y="9847"/>
                  </a:lnTo>
                  <a:lnTo>
                    <a:pt x="16219" y="9924"/>
                  </a:lnTo>
                  <a:lnTo>
                    <a:pt x="16682" y="9885"/>
                  </a:lnTo>
                  <a:lnTo>
                    <a:pt x="17145" y="9808"/>
                  </a:lnTo>
                  <a:lnTo>
                    <a:pt x="17609" y="9654"/>
                  </a:lnTo>
                  <a:lnTo>
                    <a:pt x="17802" y="9538"/>
                  </a:lnTo>
                  <a:lnTo>
                    <a:pt x="17995" y="9383"/>
                  </a:lnTo>
                  <a:lnTo>
                    <a:pt x="18188" y="9229"/>
                  </a:lnTo>
                  <a:lnTo>
                    <a:pt x="18342" y="9075"/>
                  </a:lnTo>
                  <a:lnTo>
                    <a:pt x="18497" y="8881"/>
                  </a:lnTo>
                  <a:lnTo>
                    <a:pt x="18613" y="8650"/>
                  </a:lnTo>
                  <a:lnTo>
                    <a:pt x="18651" y="8573"/>
                  </a:lnTo>
                  <a:lnTo>
                    <a:pt x="18613" y="8457"/>
                  </a:lnTo>
                  <a:lnTo>
                    <a:pt x="18651" y="8418"/>
                  </a:lnTo>
                  <a:lnTo>
                    <a:pt x="18613" y="8341"/>
                  </a:lnTo>
                  <a:lnTo>
                    <a:pt x="18304" y="8380"/>
                  </a:lnTo>
                  <a:lnTo>
                    <a:pt x="18265" y="8418"/>
                  </a:lnTo>
                  <a:lnTo>
                    <a:pt x="18033" y="8766"/>
                  </a:lnTo>
                  <a:lnTo>
                    <a:pt x="17802" y="8997"/>
                  </a:lnTo>
                  <a:lnTo>
                    <a:pt x="17493" y="9229"/>
                  </a:lnTo>
                  <a:lnTo>
                    <a:pt x="17184" y="9345"/>
                  </a:lnTo>
                  <a:lnTo>
                    <a:pt x="16798" y="9461"/>
                  </a:lnTo>
                  <a:lnTo>
                    <a:pt x="16064" y="9461"/>
                  </a:lnTo>
                  <a:lnTo>
                    <a:pt x="15717" y="9383"/>
                  </a:lnTo>
                  <a:lnTo>
                    <a:pt x="15330" y="9229"/>
                  </a:lnTo>
                  <a:lnTo>
                    <a:pt x="15021" y="9036"/>
                  </a:lnTo>
                  <a:lnTo>
                    <a:pt x="14674" y="8766"/>
                  </a:lnTo>
                  <a:lnTo>
                    <a:pt x="14404" y="8495"/>
                  </a:lnTo>
                  <a:lnTo>
                    <a:pt x="14133" y="8186"/>
                  </a:lnTo>
                  <a:lnTo>
                    <a:pt x="13902" y="7878"/>
                  </a:lnTo>
                  <a:lnTo>
                    <a:pt x="13709" y="7530"/>
                  </a:lnTo>
                  <a:lnTo>
                    <a:pt x="13515" y="7182"/>
                  </a:lnTo>
                  <a:lnTo>
                    <a:pt x="13207" y="6526"/>
                  </a:lnTo>
                  <a:lnTo>
                    <a:pt x="12936" y="5870"/>
                  </a:lnTo>
                  <a:lnTo>
                    <a:pt x="12434" y="4518"/>
                  </a:lnTo>
                  <a:lnTo>
                    <a:pt x="12164" y="3862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317"/>
                  </a:lnTo>
                  <a:lnTo>
                    <a:pt x="11005" y="2047"/>
                  </a:lnTo>
                  <a:lnTo>
                    <a:pt x="10542" y="1583"/>
                  </a:lnTo>
                  <a:lnTo>
                    <a:pt x="10040" y="1197"/>
                  </a:lnTo>
                  <a:lnTo>
                    <a:pt x="9538" y="888"/>
                  </a:lnTo>
                  <a:lnTo>
                    <a:pt x="9036" y="579"/>
                  </a:lnTo>
                  <a:lnTo>
                    <a:pt x="8457" y="386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8"/>
            <p:cNvSpPr/>
            <p:nvPr/>
          </p:nvSpPr>
          <p:spPr>
            <a:xfrm>
              <a:off x="6719625" y="2898500"/>
              <a:ext cx="625575" cy="344675"/>
            </a:xfrm>
            <a:custGeom>
              <a:avLst/>
              <a:gdLst/>
              <a:ahLst/>
              <a:cxnLst/>
              <a:rect l="l" t="t" r="r" b="b"/>
              <a:pathLst>
                <a:path w="25023" h="13787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9"/>
                  </a:lnTo>
                  <a:lnTo>
                    <a:pt x="23787" y="2163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6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5"/>
                  </a:lnTo>
                  <a:lnTo>
                    <a:pt x="23169" y="1120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2"/>
                  </a:lnTo>
                  <a:lnTo>
                    <a:pt x="23864" y="3515"/>
                  </a:lnTo>
                  <a:lnTo>
                    <a:pt x="23787" y="3399"/>
                  </a:lnTo>
                  <a:lnTo>
                    <a:pt x="23748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1"/>
                  </a:lnTo>
                  <a:lnTo>
                    <a:pt x="16566" y="5407"/>
                  </a:lnTo>
                  <a:lnTo>
                    <a:pt x="16296" y="5445"/>
                  </a:lnTo>
                  <a:lnTo>
                    <a:pt x="15639" y="5523"/>
                  </a:lnTo>
                  <a:lnTo>
                    <a:pt x="15639" y="5484"/>
                  </a:lnTo>
                  <a:lnTo>
                    <a:pt x="15678" y="5368"/>
                  </a:lnTo>
                  <a:lnTo>
                    <a:pt x="15716" y="5252"/>
                  </a:lnTo>
                  <a:lnTo>
                    <a:pt x="15755" y="5175"/>
                  </a:lnTo>
                  <a:lnTo>
                    <a:pt x="15832" y="5098"/>
                  </a:lnTo>
                  <a:lnTo>
                    <a:pt x="15948" y="5021"/>
                  </a:lnTo>
                  <a:lnTo>
                    <a:pt x="16064" y="4982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8"/>
                  </a:lnTo>
                  <a:lnTo>
                    <a:pt x="24250" y="5523"/>
                  </a:lnTo>
                  <a:lnTo>
                    <a:pt x="24057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1"/>
                  </a:lnTo>
                  <a:lnTo>
                    <a:pt x="18111" y="5214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523"/>
                  </a:lnTo>
                  <a:lnTo>
                    <a:pt x="17029" y="5445"/>
                  </a:lnTo>
                  <a:lnTo>
                    <a:pt x="17068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2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7"/>
                  </a:lnTo>
                  <a:lnTo>
                    <a:pt x="14558" y="5870"/>
                  </a:lnTo>
                  <a:lnTo>
                    <a:pt x="14056" y="6102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600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4"/>
                  </a:moveTo>
                  <a:lnTo>
                    <a:pt x="19115" y="5523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6" y="6179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7"/>
                  </a:lnTo>
                  <a:lnTo>
                    <a:pt x="18844" y="5523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0" y="6102"/>
                  </a:lnTo>
                  <a:lnTo>
                    <a:pt x="20466" y="6140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7"/>
                  </a:lnTo>
                  <a:lnTo>
                    <a:pt x="20814" y="6720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8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1" y="5986"/>
                  </a:lnTo>
                  <a:lnTo>
                    <a:pt x="24019" y="6025"/>
                  </a:lnTo>
                  <a:lnTo>
                    <a:pt x="24096" y="6025"/>
                  </a:lnTo>
                  <a:lnTo>
                    <a:pt x="23941" y="6295"/>
                  </a:lnTo>
                  <a:lnTo>
                    <a:pt x="23748" y="6565"/>
                  </a:lnTo>
                  <a:lnTo>
                    <a:pt x="23517" y="6797"/>
                  </a:lnTo>
                  <a:lnTo>
                    <a:pt x="23246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7"/>
                  </a:lnTo>
                  <a:lnTo>
                    <a:pt x="23015" y="6295"/>
                  </a:lnTo>
                  <a:lnTo>
                    <a:pt x="23053" y="6179"/>
                  </a:lnTo>
                  <a:lnTo>
                    <a:pt x="23131" y="6102"/>
                  </a:lnTo>
                  <a:lnTo>
                    <a:pt x="23208" y="6025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8" y="6333"/>
                  </a:lnTo>
                  <a:lnTo>
                    <a:pt x="13168" y="6720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7"/>
                  </a:lnTo>
                  <a:lnTo>
                    <a:pt x="12627" y="6681"/>
                  </a:lnTo>
                  <a:lnTo>
                    <a:pt x="12666" y="6527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218"/>
                  </a:lnTo>
                  <a:lnTo>
                    <a:pt x="13013" y="6140"/>
                  </a:lnTo>
                  <a:lnTo>
                    <a:pt x="13129" y="6102"/>
                  </a:lnTo>
                  <a:close/>
                  <a:moveTo>
                    <a:pt x="22165" y="6565"/>
                  </a:moveTo>
                  <a:lnTo>
                    <a:pt x="22281" y="6604"/>
                  </a:lnTo>
                  <a:lnTo>
                    <a:pt x="22474" y="6720"/>
                  </a:lnTo>
                  <a:lnTo>
                    <a:pt x="22629" y="6874"/>
                  </a:lnTo>
                  <a:lnTo>
                    <a:pt x="22783" y="7029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6"/>
                  </a:lnTo>
                  <a:lnTo>
                    <a:pt x="22937" y="7144"/>
                  </a:lnTo>
                  <a:lnTo>
                    <a:pt x="22551" y="7222"/>
                  </a:lnTo>
                  <a:lnTo>
                    <a:pt x="22165" y="7260"/>
                  </a:lnTo>
                  <a:lnTo>
                    <a:pt x="21779" y="7222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49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5" y="7994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4"/>
                  </a:lnTo>
                  <a:lnTo>
                    <a:pt x="11816" y="7608"/>
                  </a:lnTo>
                  <a:lnTo>
                    <a:pt x="11894" y="7531"/>
                  </a:lnTo>
                  <a:lnTo>
                    <a:pt x="12009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3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2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3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5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4" y="9770"/>
                  </a:moveTo>
                  <a:lnTo>
                    <a:pt x="3900" y="9809"/>
                  </a:lnTo>
                  <a:lnTo>
                    <a:pt x="4016" y="9886"/>
                  </a:lnTo>
                  <a:lnTo>
                    <a:pt x="4093" y="10002"/>
                  </a:lnTo>
                  <a:lnTo>
                    <a:pt x="4132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5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6"/>
                  </a:lnTo>
                  <a:lnTo>
                    <a:pt x="5097" y="10774"/>
                  </a:lnTo>
                  <a:lnTo>
                    <a:pt x="5136" y="10890"/>
                  </a:lnTo>
                  <a:lnTo>
                    <a:pt x="5175" y="11044"/>
                  </a:lnTo>
                  <a:lnTo>
                    <a:pt x="5136" y="11238"/>
                  </a:lnTo>
                  <a:lnTo>
                    <a:pt x="5097" y="11431"/>
                  </a:lnTo>
                  <a:lnTo>
                    <a:pt x="4402" y="10929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5" y="11740"/>
                  </a:lnTo>
                  <a:lnTo>
                    <a:pt x="10658" y="11701"/>
                  </a:lnTo>
                  <a:lnTo>
                    <a:pt x="10503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5" y="10697"/>
                  </a:lnTo>
                  <a:lnTo>
                    <a:pt x="10928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10"/>
                  </a:lnTo>
                  <a:lnTo>
                    <a:pt x="6410" y="12242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8" y="11508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1" y="12744"/>
                  </a:lnTo>
                  <a:lnTo>
                    <a:pt x="9770" y="12937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2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39" y="13207"/>
                  </a:lnTo>
                  <a:lnTo>
                    <a:pt x="7337" y="13014"/>
                  </a:lnTo>
                  <a:lnTo>
                    <a:pt x="6835" y="12744"/>
                  </a:lnTo>
                  <a:lnTo>
                    <a:pt x="6990" y="12628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3" y="12628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7"/>
                  </a:lnTo>
                  <a:lnTo>
                    <a:pt x="9229" y="13130"/>
                  </a:lnTo>
                  <a:lnTo>
                    <a:pt x="9268" y="13207"/>
                  </a:lnTo>
                  <a:lnTo>
                    <a:pt x="9036" y="13284"/>
                  </a:lnTo>
                  <a:lnTo>
                    <a:pt x="8804" y="13323"/>
                  </a:lnTo>
                  <a:lnTo>
                    <a:pt x="8573" y="13323"/>
                  </a:lnTo>
                  <a:lnTo>
                    <a:pt x="8302" y="13284"/>
                  </a:lnTo>
                  <a:lnTo>
                    <a:pt x="8302" y="13207"/>
                  </a:lnTo>
                  <a:lnTo>
                    <a:pt x="8341" y="13014"/>
                  </a:lnTo>
                  <a:lnTo>
                    <a:pt x="8418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8"/>
                  </a:lnTo>
                  <a:close/>
                  <a:moveTo>
                    <a:pt x="22976" y="1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10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3" y="966"/>
                  </a:lnTo>
                  <a:lnTo>
                    <a:pt x="22706" y="1120"/>
                  </a:lnTo>
                  <a:lnTo>
                    <a:pt x="22629" y="1314"/>
                  </a:lnTo>
                  <a:lnTo>
                    <a:pt x="22590" y="1507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0" y="2279"/>
                  </a:lnTo>
                  <a:lnTo>
                    <a:pt x="23053" y="2395"/>
                  </a:lnTo>
                  <a:lnTo>
                    <a:pt x="23246" y="2511"/>
                  </a:lnTo>
                  <a:lnTo>
                    <a:pt x="23478" y="2511"/>
                  </a:lnTo>
                  <a:lnTo>
                    <a:pt x="23401" y="2704"/>
                  </a:lnTo>
                  <a:lnTo>
                    <a:pt x="23362" y="2897"/>
                  </a:lnTo>
                  <a:lnTo>
                    <a:pt x="23324" y="3090"/>
                  </a:lnTo>
                  <a:lnTo>
                    <a:pt x="23362" y="3283"/>
                  </a:lnTo>
                  <a:lnTo>
                    <a:pt x="23439" y="3515"/>
                  </a:lnTo>
                  <a:lnTo>
                    <a:pt x="23555" y="3708"/>
                  </a:lnTo>
                  <a:lnTo>
                    <a:pt x="23748" y="3901"/>
                  </a:lnTo>
                  <a:lnTo>
                    <a:pt x="23980" y="4017"/>
                  </a:lnTo>
                  <a:lnTo>
                    <a:pt x="23748" y="4210"/>
                  </a:lnTo>
                  <a:lnTo>
                    <a:pt x="23555" y="4480"/>
                  </a:lnTo>
                  <a:lnTo>
                    <a:pt x="23478" y="4750"/>
                  </a:lnTo>
                  <a:lnTo>
                    <a:pt x="23439" y="4905"/>
                  </a:lnTo>
                  <a:lnTo>
                    <a:pt x="23439" y="5021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3"/>
                  </a:lnTo>
                  <a:lnTo>
                    <a:pt x="23169" y="5561"/>
                  </a:lnTo>
                  <a:lnTo>
                    <a:pt x="22976" y="5716"/>
                  </a:lnTo>
                  <a:lnTo>
                    <a:pt x="22783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4" y="6295"/>
                  </a:lnTo>
                  <a:lnTo>
                    <a:pt x="22320" y="6256"/>
                  </a:lnTo>
                  <a:lnTo>
                    <a:pt x="22165" y="6218"/>
                  </a:lnTo>
                  <a:lnTo>
                    <a:pt x="21972" y="6218"/>
                  </a:lnTo>
                  <a:lnTo>
                    <a:pt x="21740" y="6295"/>
                  </a:lnTo>
                  <a:lnTo>
                    <a:pt x="21509" y="6411"/>
                  </a:lnTo>
                  <a:lnTo>
                    <a:pt x="21354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5"/>
                  </a:lnTo>
                  <a:lnTo>
                    <a:pt x="20736" y="5909"/>
                  </a:lnTo>
                  <a:lnTo>
                    <a:pt x="20582" y="5831"/>
                  </a:lnTo>
                  <a:lnTo>
                    <a:pt x="20427" y="5754"/>
                  </a:lnTo>
                  <a:lnTo>
                    <a:pt x="20234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6"/>
                  </a:lnTo>
                  <a:lnTo>
                    <a:pt x="19617" y="5484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1"/>
                  </a:lnTo>
                  <a:lnTo>
                    <a:pt x="18497" y="5407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6"/>
                  </a:lnTo>
                  <a:lnTo>
                    <a:pt x="17802" y="4557"/>
                  </a:lnTo>
                  <a:lnTo>
                    <a:pt x="17647" y="4519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8"/>
                  </a:lnTo>
                  <a:lnTo>
                    <a:pt x="16759" y="4943"/>
                  </a:lnTo>
                  <a:lnTo>
                    <a:pt x="16605" y="4789"/>
                  </a:lnTo>
                  <a:lnTo>
                    <a:pt x="16450" y="4712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82"/>
                  </a:lnTo>
                  <a:lnTo>
                    <a:pt x="14288" y="5021"/>
                  </a:lnTo>
                  <a:lnTo>
                    <a:pt x="14133" y="5098"/>
                  </a:lnTo>
                  <a:lnTo>
                    <a:pt x="14056" y="5175"/>
                  </a:lnTo>
                  <a:lnTo>
                    <a:pt x="13940" y="5291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6"/>
                  </a:lnTo>
                  <a:lnTo>
                    <a:pt x="13168" y="5716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8"/>
                  </a:lnTo>
                  <a:lnTo>
                    <a:pt x="12357" y="6372"/>
                  </a:lnTo>
                  <a:lnTo>
                    <a:pt x="12357" y="6527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7029"/>
                  </a:lnTo>
                  <a:lnTo>
                    <a:pt x="11894" y="7106"/>
                  </a:lnTo>
                  <a:lnTo>
                    <a:pt x="11662" y="7222"/>
                  </a:lnTo>
                  <a:lnTo>
                    <a:pt x="11507" y="7415"/>
                  </a:lnTo>
                  <a:lnTo>
                    <a:pt x="11392" y="7531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276" y="7994"/>
                  </a:lnTo>
                  <a:lnTo>
                    <a:pt x="11314" y="8148"/>
                  </a:lnTo>
                  <a:lnTo>
                    <a:pt x="11353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30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4"/>
                  </a:lnTo>
                  <a:lnTo>
                    <a:pt x="10619" y="10311"/>
                  </a:lnTo>
                  <a:lnTo>
                    <a:pt x="10426" y="10427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6"/>
                  </a:lnTo>
                  <a:lnTo>
                    <a:pt x="10040" y="11238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4" y="11740"/>
                  </a:lnTo>
                  <a:lnTo>
                    <a:pt x="9693" y="11855"/>
                  </a:lnTo>
                  <a:lnTo>
                    <a:pt x="9499" y="12010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9"/>
                  </a:lnTo>
                  <a:lnTo>
                    <a:pt x="9306" y="12473"/>
                  </a:lnTo>
                  <a:lnTo>
                    <a:pt x="9191" y="12396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5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3" y="12435"/>
                  </a:lnTo>
                  <a:lnTo>
                    <a:pt x="7878" y="12319"/>
                  </a:lnTo>
                  <a:lnTo>
                    <a:pt x="7723" y="12242"/>
                  </a:lnTo>
                  <a:lnTo>
                    <a:pt x="7492" y="12164"/>
                  </a:lnTo>
                  <a:lnTo>
                    <a:pt x="7221" y="12203"/>
                  </a:lnTo>
                  <a:lnTo>
                    <a:pt x="6990" y="12280"/>
                  </a:lnTo>
                  <a:lnTo>
                    <a:pt x="6796" y="12435"/>
                  </a:lnTo>
                  <a:lnTo>
                    <a:pt x="6796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431"/>
                  </a:lnTo>
                  <a:lnTo>
                    <a:pt x="6372" y="11315"/>
                  </a:lnTo>
                  <a:lnTo>
                    <a:pt x="6217" y="11199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8"/>
                  </a:lnTo>
                  <a:lnTo>
                    <a:pt x="5522" y="10967"/>
                  </a:lnTo>
                  <a:lnTo>
                    <a:pt x="5445" y="10736"/>
                  </a:lnTo>
                  <a:lnTo>
                    <a:pt x="5329" y="10504"/>
                  </a:lnTo>
                  <a:lnTo>
                    <a:pt x="5213" y="10427"/>
                  </a:lnTo>
                  <a:lnTo>
                    <a:pt x="5097" y="10388"/>
                  </a:lnTo>
                  <a:lnTo>
                    <a:pt x="4943" y="10311"/>
                  </a:lnTo>
                  <a:lnTo>
                    <a:pt x="4827" y="10311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500"/>
                  </a:lnTo>
                  <a:lnTo>
                    <a:pt x="3900" y="9461"/>
                  </a:lnTo>
                  <a:lnTo>
                    <a:pt x="3746" y="9423"/>
                  </a:lnTo>
                  <a:lnTo>
                    <a:pt x="3591" y="9423"/>
                  </a:lnTo>
                  <a:lnTo>
                    <a:pt x="3398" y="9461"/>
                  </a:lnTo>
                  <a:lnTo>
                    <a:pt x="3282" y="9538"/>
                  </a:lnTo>
                  <a:lnTo>
                    <a:pt x="3128" y="9616"/>
                  </a:lnTo>
                  <a:lnTo>
                    <a:pt x="3012" y="9770"/>
                  </a:lnTo>
                  <a:lnTo>
                    <a:pt x="2974" y="9616"/>
                  </a:lnTo>
                  <a:lnTo>
                    <a:pt x="2896" y="9461"/>
                  </a:lnTo>
                  <a:lnTo>
                    <a:pt x="2780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2"/>
                  </a:lnTo>
                  <a:lnTo>
                    <a:pt x="1352" y="9925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1"/>
                  </a:lnTo>
                  <a:lnTo>
                    <a:pt x="386" y="10427"/>
                  </a:lnTo>
                  <a:lnTo>
                    <a:pt x="271" y="10581"/>
                  </a:lnTo>
                  <a:lnTo>
                    <a:pt x="116" y="10890"/>
                  </a:lnTo>
                  <a:lnTo>
                    <a:pt x="0" y="11238"/>
                  </a:lnTo>
                  <a:lnTo>
                    <a:pt x="0" y="11585"/>
                  </a:lnTo>
                  <a:lnTo>
                    <a:pt x="77" y="11933"/>
                  </a:lnTo>
                  <a:lnTo>
                    <a:pt x="193" y="12242"/>
                  </a:lnTo>
                  <a:lnTo>
                    <a:pt x="386" y="12550"/>
                  </a:lnTo>
                  <a:lnTo>
                    <a:pt x="618" y="12821"/>
                  </a:lnTo>
                  <a:lnTo>
                    <a:pt x="811" y="12937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30"/>
                  </a:lnTo>
                  <a:lnTo>
                    <a:pt x="1738" y="13168"/>
                  </a:lnTo>
                  <a:lnTo>
                    <a:pt x="2085" y="13130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2"/>
                  </a:lnTo>
                  <a:lnTo>
                    <a:pt x="3591" y="12010"/>
                  </a:lnTo>
                  <a:lnTo>
                    <a:pt x="3553" y="11933"/>
                  </a:lnTo>
                  <a:lnTo>
                    <a:pt x="3514" y="11817"/>
                  </a:lnTo>
                  <a:lnTo>
                    <a:pt x="3437" y="11778"/>
                  </a:lnTo>
                  <a:lnTo>
                    <a:pt x="3321" y="11740"/>
                  </a:lnTo>
                  <a:lnTo>
                    <a:pt x="3282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2"/>
                  </a:lnTo>
                  <a:lnTo>
                    <a:pt x="2587" y="12435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94"/>
                  </a:lnTo>
                  <a:lnTo>
                    <a:pt x="502" y="11740"/>
                  </a:lnTo>
                  <a:lnTo>
                    <a:pt x="502" y="11546"/>
                  </a:lnTo>
                  <a:lnTo>
                    <a:pt x="502" y="11392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8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7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9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5" y="13439"/>
                  </a:lnTo>
                  <a:lnTo>
                    <a:pt x="7530" y="13593"/>
                  </a:lnTo>
                  <a:lnTo>
                    <a:pt x="7993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9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6"/>
                  </a:lnTo>
                  <a:lnTo>
                    <a:pt x="11314" y="11740"/>
                  </a:lnTo>
                  <a:lnTo>
                    <a:pt x="11507" y="11238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5" y="9114"/>
                  </a:lnTo>
                  <a:lnTo>
                    <a:pt x="12357" y="8612"/>
                  </a:lnTo>
                  <a:lnTo>
                    <a:pt x="12589" y="8110"/>
                  </a:lnTo>
                  <a:lnTo>
                    <a:pt x="12936" y="7646"/>
                  </a:lnTo>
                  <a:lnTo>
                    <a:pt x="13284" y="7299"/>
                  </a:lnTo>
                  <a:lnTo>
                    <a:pt x="13631" y="6990"/>
                  </a:lnTo>
                  <a:lnTo>
                    <a:pt x="14017" y="6720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2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29" y="7492"/>
                  </a:lnTo>
                  <a:lnTo>
                    <a:pt x="21316" y="7646"/>
                  </a:lnTo>
                  <a:lnTo>
                    <a:pt x="21740" y="7724"/>
                  </a:lnTo>
                  <a:lnTo>
                    <a:pt x="22165" y="7762"/>
                  </a:lnTo>
                  <a:lnTo>
                    <a:pt x="22590" y="7724"/>
                  </a:lnTo>
                  <a:lnTo>
                    <a:pt x="22976" y="7646"/>
                  </a:lnTo>
                  <a:lnTo>
                    <a:pt x="23362" y="7531"/>
                  </a:lnTo>
                  <a:lnTo>
                    <a:pt x="23710" y="7299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5"/>
                  </a:lnTo>
                  <a:lnTo>
                    <a:pt x="24752" y="5909"/>
                  </a:lnTo>
                  <a:lnTo>
                    <a:pt x="24868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10"/>
                  </a:lnTo>
                  <a:lnTo>
                    <a:pt x="24945" y="3746"/>
                  </a:lnTo>
                  <a:lnTo>
                    <a:pt x="24868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3" y="1970"/>
                  </a:lnTo>
                  <a:lnTo>
                    <a:pt x="24250" y="1584"/>
                  </a:lnTo>
                  <a:lnTo>
                    <a:pt x="24057" y="1198"/>
                  </a:lnTo>
                  <a:lnTo>
                    <a:pt x="23787" y="812"/>
                  </a:lnTo>
                  <a:lnTo>
                    <a:pt x="23941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8"/>
                  </a:lnTo>
                  <a:lnTo>
                    <a:pt x="230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8"/>
            <p:cNvSpPr/>
            <p:nvPr/>
          </p:nvSpPr>
          <p:spPr>
            <a:xfrm>
              <a:off x="1648525" y="2901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5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8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5" y="7299"/>
                  </a:lnTo>
                  <a:lnTo>
                    <a:pt x="14713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4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4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5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7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8"/>
            <p:cNvSpPr/>
            <p:nvPr/>
          </p:nvSpPr>
          <p:spPr>
            <a:xfrm>
              <a:off x="7229325" y="290815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6"/>
                  </a:lnTo>
                  <a:lnTo>
                    <a:pt x="3785" y="619"/>
                  </a:lnTo>
                  <a:lnTo>
                    <a:pt x="4094" y="889"/>
                  </a:lnTo>
                  <a:lnTo>
                    <a:pt x="4364" y="1121"/>
                  </a:lnTo>
                  <a:lnTo>
                    <a:pt x="4635" y="1430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4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23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3" y="5214"/>
                  </a:lnTo>
                  <a:lnTo>
                    <a:pt x="5446" y="5600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7"/>
                  </a:lnTo>
                  <a:lnTo>
                    <a:pt x="4210" y="8033"/>
                  </a:lnTo>
                  <a:lnTo>
                    <a:pt x="3940" y="8380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9" y="10041"/>
                  </a:lnTo>
                  <a:lnTo>
                    <a:pt x="1314" y="10234"/>
                  </a:lnTo>
                  <a:lnTo>
                    <a:pt x="889" y="10388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5"/>
                  </a:lnTo>
                  <a:lnTo>
                    <a:pt x="4828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1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4" y="2434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4"/>
                  </a:lnTo>
                  <a:lnTo>
                    <a:pt x="4905" y="1005"/>
                  </a:lnTo>
                  <a:lnTo>
                    <a:pt x="4596" y="696"/>
                  </a:lnTo>
                  <a:lnTo>
                    <a:pt x="4287" y="426"/>
                  </a:lnTo>
                  <a:lnTo>
                    <a:pt x="3940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8"/>
            <p:cNvSpPr/>
            <p:nvPr/>
          </p:nvSpPr>
          <p:spPr>
            <a:xfrm>
              <a:off x="1734450" y="2911050"/>
              <a:ext cx="35725" cy="29000"/>
            </a:xfrm>
            <a:custGeom>
              <a:avLst/>
              <a:gdLst/>
              <a:ahLst/>
              <a:cxnLst/>
              <a:rect l="l" t="t" r="r" b="b"/>
              <a:pathLst>
                <a:path w="1429" h="1160" extrusionOk="0">
                  <a:moveTo>
                    <a:pt x="502" y="1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7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2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5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3"/>
                  </a:lnTo>
                  <a:lnTo>
                    <a:pt x="425" y="580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772" y="387"/>
                  </a:lnTo>
                  <a:lnTo>
                    <a:pt x="850" y="425"/>
                  </a:lnTo>
                  <a:lnTo>
                    <a:pt x="965" y="580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5" y="927"/>
                  </a:lnTo>
                  <a:lnTo>
                    <a:pt x="965" y="1005"/>
                  </a:lnTo>
                  <a:lnTo>
                    <a:pt x="965" y="1082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4" y="1120"/>
                  </a:lnTo>
                  <a:lnTo>
                    <a:pt x="1313" y="1082"/>
                  </a:lnTo>
                  <a:lnTo>
                    <a:pt x="1390" y="889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4"/>
                  </a:lnTo>
                  <a:lnTo>
                    <a:pt x="1043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8"/>
            <p:cNvSpPr/>
            <p:nvPr/>
          </p:nvSpPr>
          <p:spPr>
            <a:xfrm>
              <a:off x="6320925" y="2913950"/>
              <a:ext cx="315700" cy="477875"/>
            </a:xfrm>
            <a:custGeom>
              <a:avLst/>
              <a:gdLst/>
              <a:ahLst/>
              <a:cxnLst/>
              <a:rect l="l" t="t" r="r" b="b"/>
              <a:pathLst>
                <a:path w="12628" h="19115" extrusionOk="0">
                  <a:moveTo>
                    <a:pt x="1004" y="618"/>
                  </a:moveTo>
                  <a:lnTo>
                    <a:pt x="1661" y="850"/>
                  </a:lnTo>
                  <a:lnTo>
                    <a:pt x="2317" y="1120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2"/>
                  </a:lnTo>
                  <a:lnTo>
                    <a:pt x="4016" y="2819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7"/>
                  </a:lnTo>
                  <a:lnTo>
                    <a:pt x="9345" y="15137"/>
                  </a:lnTo>
                  <a:lnTo>
                    <a:pt x="8920" y="15369"/>
                  </a:lnTo>
                  <a:lnTo>
                    <a:pt x="7955" y="13516"/>
                  </a:lnTo>
                  <a:lnTo>
                    <a:pt x="6990" y="11662"/>
                  </a:lnTo>
                  <a:lnTo>
                    <a:pt x="5020" y="7955"/>
                  </a:lnTo>
                  <a:lnTo>
                    <a:pt x="3012" y="4287"/>
                  </a:lnTo>
                  <a:lnTo>
                    <a:pt x="1004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19" y="11739"/>
                  </a:lnTo>
                  <a:lnTo>
                    <a:pt x="7762" y="13593"/>
                  </a:lnTo>
                  <a:lnTo>
                    <a:pt x="8804" y="15446"/>
                  </a:lnTo>
                  <a:lnTo>
                    <a:pt x="8650" y="15524"/>
                  </a:lnTo>
                  <a:lnTo>
                    <a:pt x="7414" y="13747"/>
                  </a:lnTo>
                  <a:lnTo>
                    <a:pt x="6179" y="12010"/>
                  </a:lnTo>
                  <a:lnTo>
                    <a:pt x="3591" y="8534"/>
                  </a:lnTo>
                  <a:lnTo>
                    <a:pt x="2317" y="6758"/>
                  </a:lnTo>
                  <a:lnTo>
                    <a:pt x="1004" y="4943"/>
                  </a:lnTo>
                  <a:lnTo>
                    <a:pt x="850" y="4711"/>
                  </a:lnTo>
                  <a:lnTo>
                    <a:pt x="734" y="4480"/>
                  </a:lnTo>
                  <a:lnTo>
                    <a:pt x="618" y="4209"/>
                  </a:lnTo>
                  <a:lnTo>
                    <a:pt x="541" y="3939"/>
                  </a:lnTo>
                  <a:lnTo>
                    <a:pt x="464" y="3399"/>
                  </a:lnTo>
                  <a:lnTo>
                    <a:pt x="425" y="2819"/>
                  </a:lnTo>
                  <a:lnTo>
                    <a:pt x="464" y="2240"/>
                  </a:lnTo>
                  <a:lnTo>
                    <a:pt x="502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2" y="12357"/>
                  </a:lnTo>
                  <a:lnTo>
                    <a:pt x="11816" y="12434"/>
                  </a:lnTo>
                  <a:lnTo>
                    <a:pt x="12164" y="12859"/>
                  </a:lnTo>
                  <a:lnTo>
                    <a:pt x="12241" y="13052"/>
                  </a:lnTo>
                  <a:lnTo>
                    <a:pt x="12280" y="13245"/>
                  </a:lnTo>
                  <a:lnTo>
                    <a:pt x="12241" y="13438"/>
                  </a:lnTo>
                  <a:lnTo>
                    <a:pt x="12203" y="13631"/>
                  </a:lnTo>
                  <a:lnTo>
                    <a:pt x="12048" y="14018"/>
                  </a:lnTo>
                  <a:lnTo>
                    <a:pt x="11855" y="14365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1"/>
                  </a:lnTo>
                  <a:lnTo>
                    <a:pt x="10156" y="15871"/>
                  </a:lnTo>
                  <a:lnTo>
                    <a:pt x="10117" y="15987"/>
                  </a:lnTo>
                  <a:lnTo>
                    <a:pt x="9770" y="16180"/>
                  </a:lnTo>
                  <a:lnTo>
                    <a:pt x="9113" y="16605"/>
                  </a:lnTo>
                  <a:lnTo>
                    <a:pt x="8457" y="16952"/>
                  </a:lnTo>
                  <a:lnTo>
                    <a:pt x="7723" y="17261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4" y="17647"/>
                  </a:lnTo>
                  <a:lnTo>
                    <a:pt x="5754" y="17647"/>
                  </a:lnTo>
                  <a:lnTo>
                    <a:pt x="5561" y="17570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7" y="17184"/>
                  </a:lnTo>
                  <a:lnTo>
                    <a:pt x="4982" y="16875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4"/>
                  </a:lnTo>
                  <a:lnTo>
                    <a:pt x="5175" y="15948"/>
                  </a:lnTo>
                  <a:lnTo>
                    <a:pt x="5291" y="15833"/>
                  </a:lnTo>
                  <a:lnTo>
                    <a:pt x="5406" y="15755"/>
                  </a:lnTo>
                  <a:lnTo>
                    <a:pt x="5522" y="15717"/>
                  </a:lnTo>
                  <a:lnTo>
                    <a:pt x="5638" y="15755"/>
                  </a:lnTo>
                  <a:lnTo>
                    <a:pt x="5793" y="15833"/>
                  </a:lnTo>
                  <a:lnTo>
                    <a:pt x="5947" y="15948"/>
                  </a:lnTo>
                  <a:lnTo>
                    <a:pt x="6063" y="16141"/>
                  </a:lnTo>
                  <a:lnTo>
                    <a:pt x="6256" y="16373"/>
                  </a:lnTo>
                  <a:lnTo>
                    <a:pt x="6101" y="16412"/>
                  </a:lnTo>
                  <a:lnTo>
                    <a:pt x="6024" y="16450"/>
                  </a:lnTo>
                  <a:lnTo>
                    <a:pt x="6024" y="16566"/>
                  </a:lnTo>
                  <a:lnTo>
                    <a:pt x="6063" y="16643"/>
                  </a:lnTo>
                  <a:lnTo>
                    <a:pt x="6140" y="16643"/>
                  </a:lnTo>
                  <a:lnTo>
                    <a:pt x="6912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29" y="15717"/>
                  </a:lnTo>
                  <a:lnTo>
                    <a:pt x="9615" y="15485"/>
                  </a:lnTo>
                  <a:lnTo>
                    <a:pt x="9963" y="15253"/>
                  </a:lnTo>
                  <a:lnTo>
                    <a:pt x="10272" y="15022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1" y="14172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8"/>
                  </a:lnTo>
                  <a:lnTo>
                    <a:pt x="11546" y="13361"/>
                  </a:lnTo>
                  <a:lnTo>
                    <a:pt x="11508" y="13284"/>
                  </a:lnTo>
                  <a:lnTo>
                    <a:pt x="11430" y="13245"/>
                  </a:lnTo>
                  <a:lnTo>
                    <a:pt x="11237" y="13245"/>
                  </a:lnTo>
                  <a:lnTo>
                    <a:pt x="11160" y="13323"/>
                  </a:lnTo>
                  <a:lnTo>
                    <a:pt x="10967" y="13670"/>
                  </a:lnTo>
                  <a:lnTo>
                    <a:pt x="10774" y="13554"/>
                  </a:lnTo>
                  <a:lnTo>
                    <a:pt x="10658" y="13438"/>
                  </a:lnTo>
                  <a:lnTo>
                    <a:pt x="10619" y="13284"/>
                  </a:lnTo>
                  <a:lnTo>
                    <a:pt x="10581" y="13168"/>
                  </a:lnTo>
                  <a:lnTo>
                    <a:pt x="10619" y="13014"/>
                  </a:lnTo>
                  <a:lnTo>
                    <a:pt x="10658" y="12859"/>
                  </a:lnTo>
                  <a:lnTo>
                    <a:pt x="10851" y="12627"/>
                  </a:lnTo>
                  <a:lnTo>
                    <a:pt x="10928" y="12473"/>
                  </a:lnTo>
                  <a:lnTo>
                    <a:pt x="11044" y="12357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0"/>
                  </a:moveTo>
                  <a:lnTo>
                    <a:pt x="348" y="39"/>
                  </a:lnTo>
                  <a:lnTo>
                    <a:pt x="271" y="116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2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5"/>
                  </a:lnTo>
                  <a:lnTo>
                    <a:pt x="232" y="4518"/>
                  </a:lnTo>
                  <a:lnTo>
                    <a:pt x="348" y="4750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5"/>
                  </a:lnTo>
                  <a:lnTo>
                    <a:pt x="5445" y="11817"/>
                  </a:lnTo>
                  <a:lnTo>
                    <a:pt x="6874" y="13747"/>
                  </a:lnTo>
                  <a:lnTo>
                    <a:pt x="8341" y="15639"/>
                  </a:lnTo>
                  <a:lnTo>
                    <a:pt x="7492" y="15987"/>
                  </a:lnTo>
                  <a:lnTo>
                    <a:pt x="6642" y="16257"/>
                  </a:lnTo>
                  <a:lnTo>
                    <a:pt x="6642" y="16257"/>
                  </a:lnTo>
                  <a:lnTo>
                    <a:pt x="6681" y="16103"/>
                  </a:lnTo>
                  <a:lnTo>
                    <a:pt x="6681" y="15948"/>
                  </a:lnTo>
                  <a:lnTo>
                    <a:pt x="6642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3" y="15369"/>
                  </a:lnTo>
                  <a:lnTo>
                    <a:pt x="6179" y="15292"/>
                  </a:lnTo>
                  <a:lnTo>
                    <a:pt x="6024" y="15253"/>
                  </a:lnTo>
                  <a:lnTo>
                    <a:pt x="5715" y="15253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5" y="16296"/>
                  </a:lnTo>
                  <a:lnTo>
                    <a:pt x="4595" y="16566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7" y="17725"/>
                  </a:lnTo>
                  <a:lnTo>
                    <a:pt x="5368" y="17840"/>
                  </a:lnTo>
                  <a:lnTo>
                    <a:pt x="5677" y="17918"/>
                  </a:lnTo>
                  <a:lnTo>
                    <a:pt x="6024" y="17956"/>
                  </a:lnTo>
                  <a:lnTo>
                    <a:pt x="6372" y="17918"/>
                  </a:lnTo>
                  <a:lnTo>
                    <a:pt x="6719" y="17840"/>
                  </a:lnTo>
                  <a:lnTo>
                    <a:pt x="7105" y="17763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2"/>
                  </a:lnTo>
                  <a:lnTo>
                    <a:pt x="9229" y="16875"/>
                  </a:lnTo>
                  <a:lnTo>
                    <a:pt x="9461" y="16759"/>
                  </a:lnTo>
                  <a:lnTo>
                    <a:pt x="10233" y="16257"/>
                  </a:lnTo>
                  <a:lnTo>
                    <a:pt x="10812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3"/>
                  </a:lnTo>
                  <a:lnTo>
                    <a:pt x="11816" y="18149"/>
                  </a:lnTo>
                  <a:lnTo>
                    <a:pt x="11392" y="17454"/>
                  </a:lnTo>
                  <a:lnTo>
                    <a:pt x="10928" y="16759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3"/>
                  </a:lnTo>
                  <a:lnTo>
                    <a:pt x="11894" y="14790"/>
                  </a:lnTo>
                  <a:lnTo>
                    <a:pt x="12125" y="14558"/>
                  </a:lnTo>
                  <a:lnTo>
                    <a:pt x="12280" y="14288"/>
                  </a:lnTo>
                  <a:lnTo>
                    <a:pt x="12434" y="14056"/>
                  </a:lnTo>
                  <a:lnTo>
                    <a:pt x="12511" y="13786"/>
                  </a:lnTo>
                  <a:lnTo>
                    <a:pt x="12589" y="13554"/>
                  </a:lnTo>
                  <a:lnTo>
                    <a:pt x="12627" y="13284"/>
                  </a:lnTo>
                  <a:lnTo>
                    <a:pt x="12589" y="13052"/>
                  </a:lnTo>
                  <a:lnTo>
                    <a:pt x="12511" y="12821"/>
                  </a:lnTo>
                  <a:lnTo>
                    <a:pt x="12357" y="12589"/>
                  </a:lnTo>
                  <a:lnTo>
                    <a:pt x="12164" y="12357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8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0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0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19" y="13786"/>
                  </a:lnTo>
                  <a:lnTo>
                    <a:pt x="10812" y="13902"/>
                  </a:lnTo>
                  <a:lnTo>
                    <a:pt x="10504" y="14249"/>
                  </a:lnTo>
                  <a:lnTo>
                    <a:pt x="10156" y="14597"/>
                  </a:lnTo>
                  <a:lnTo>
                    <a:pt x="9770" y="14867"/>
                  </a:lnTo>
                  <a:lnTo>
                    <a:pt x="9430" y="15083"/>
                  </a:lnTo>
                  <a:lnTo>
                    <a:pt x="9461" y="15022"/>
                  </a:lnTo>
                  <a:lnTo>
                    <a:pt x="9500" y="14944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8"/>
                  </a:lnTo>
                  <a:lnTo>
                    <a:pt x="3823" y="1545"/>
                  </a:lnTo>
                  <a:lnTo>
                    <a:pt x="3514" y="1236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0" y="232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8"/>
            <p:cNvSpPr/>
            <p:nvPr/>
          </p:nvSpPr>
          <p:spPr>
            <a:xfrm>
              <a:off x="1681350" y="2914925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5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4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4" y="463"/>
                  </a:lnTo>
                  <a:lnTo>
                    <a:pt x="541" y="386"/>
                  </a:lnTo>
                  <a:lnTo>
                    <a:pt x="773" y="386"/>
                  </a:lnTo>
                  <a:lnTo>
                    <a:pt x="850" y="463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5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8"/>
            <p:cNvSpPr/>
            <p:nvPr/>
          </p:nvSpPr>
          <p:spPr>
            <a:xfrm>
              <a:off x="3785850" y="2943875"/>
              <a:ext cx="199850" cy="231725"/>
            </a:xfrm>
            <a:custGeom>
              <a:avLst/>
              <a:gdLst/>
              <a:ahLst/>
              <a:cxnLst/>
              <a:rect l="l" t="t" r="r" b="b"/>
              <a:pathLst>
                <a:path w="7994" h="9269" extrusionOk="0">
                  <a:moveTo>
                    <a:pt x="2163" y="1"/>
                  </a:moveTo>
                  <a:lnTo>
                    <a:pt x="2009" y="39"/>
                  </a:lnTo>
                  <a:lnTo>
                    <a:pt x="1854" y="78"/>
                  </a:lnTo>
                  <a:lnTo>
                    <a:pt x="1700" y="194"/>
                  </a:lnTo>
                  <a:lnTo>
                    <a:pt x="1429" y="425"/>
                  </a:lnTo>
                  <a:lnTo>
                    <a:pt x="1159" y="734"/>
                  </a:lnTo>
                  <a:lnTo>
                    <a:pt x="966" y="1005"/>
                  </a:lnTo>
                  <a:lnTo>
                    <a:pt x="696" y="1391"/>
                  </a:lnTo>
                  <a:lnTo>
                    <a:pt x="503" y="1777"/>
                  </a:lnTo>
                  <a:lnTo>
                    <a:pt x="310" y="2163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1" y="3514"/>
                  </a:lnTo>
                  <a:lnTo>
                    <a:pt x="1" y="3978"/>
                  </a:lnTo>
                  <a:lnTo>
                    <a:pt x="39" y="4441"/>
                  </a:lnTo>
                  <a:lnTo>
                    <a:pt x="155" y="4905"/>
                  </a:lnTo>
                  <a:lnTo>
                    <a:pt x="271" y="5368"/>
                  </a:lnTo>
                  <a:lnTo>
                    <a:pt x="464" y="5793"/>
                  </a:lnTo>
                  <a:lnTo>
                    <a:pt x="696" y="6218"/>
                  </a:lnTo>
                  <a:lnTo>
                    <a:pt x="1005" y="6179"/>
                  </a:lnTo>
                  <a:lnTo>
                    <a:pt x="850" y="5870"/>
                  </a:lnTo>
                  <a:lnTo>
                    <a:pt x="734" y="5522"/>
                  </a:lnTo>
                  <a:lnTo>
                    <a:pt x="618" y="5175"/>
                  </a:lnTo>
                  <a:lnTo>
                    <a:pt x="541" y="4789"/>
                  </a:lnTo>
                  <a:lnTo>
                    <a:pt x="503" y="4441"/>
                  </a:lnTo>
                  <a:lnTo>
                    <a:pt x="464" y="4055"/>
                  </a:lnTo>
                  <a:lnTo>
                    <a:pt x="464" y="3708"/>
                  </a:lnTo>
                  <a:lnTo>
                    <a:pt x="464" y="3360"/>
                  </a:lnTo>
                  <a:lnTo>
                    <a:pt x="503" y="2974"/>
                  </a:lnTo>
                  <a:lnTo>
                    <a:pt x="580" y="2626"/>
                  </a:lnTo>
                  <a:lnTo>
                    <a:pt x="696" y="2279"/>
                  </a:lnTo>
                  <a:lnTo>
                    <a:pt x="850" y="1931"/>
                  </a:lnTo>
                  <a:lnTo>
                    <a:pt x="1005" y="1622"/>
                  </a:lnTo>
                  <a:lnTo>
                    <a:pt x="1236" y="1313"/>
                  </a:lnTo>
                  <a:lnTo>
                    <a:pt x="1468" y="1043"/>
                  </a:lnTo>
                  <a:lnTo>
                    <a:pt x="1738" y="773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503"/>
                  </a:lnTo>
                  <a:lnTo>
                    <a:pt x="2279" y="618"/>
                  </a:lnTo>
                  <a:lnTo>
                    <a:pt x="2395" y="850"/>
                  </a:lnTo>
                  <a:lnTo>
                    <a:pt x="2588" y="1236"/>
                  </a:lnTo>
                  <a:lnTo>
                    <a:pt x="2742" y="1584"/>
                  </a:lnTo>
                  <a:lnTo>
                    <a:pt x="2858" y="1970"/>
                  </a:lnTo>
                  <a:lnTo>
                    <a:pt x="2974" y="2356"/>
                  </a:lnTo>
                  <a:lnTo>
                    <a:pt x="3051" y="2742"/>
                  </a:lnTo>
                  <a:lnTo>
                    <a:pt x="3090" y="3090"/>
                  </a:lnTo>
                  <a:lnTo>
                    <a:pt x="3090" y="3476"/>
                  </a:lnTo>
                  <a:lnTo>
                    <a:pt x="3051" y="3823"/>
                  </a:lnTo>
                  <a:lnTo>
                    <a:pt x="2974" y="4171"/>
                  </a:lnTo>
                  <a:lnTo>
                    <a:pt x="2897" y="4480"/>
                  </a:lnTo>
                  <a:lnTo>
                    <a:pt x="2742" y="4827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61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56" y="5793"/>
                  </a:lnTo>
                  <a:lnTo>
                    <a:pt x="2395" y="5831"/>
                  </a:lnTo>
                  <a:lnTo>
                    <a:pt x="2433" y="5793"/>
                  </a:lnTo>
                  <a:lnTo>
                    <a:pt x="2626" y="5754"/>
                  </a:lnTo>
                  <a:lnTo>
                    <a:pt x="2781" y="5716"/>
                  </a:lnTo>
                  <a:lnTo>
                    <a:pt x="3167" y="5677"/>
                  </a:lnTo>
                  <a:lnTo>
                    <a:pt x="3592" y="5716"/>
                  </a:lnTo>
                  <a:lnTo>
                    <a:pt x="4017" y="5831"/>
                  </a:lnTo>
                  <a:lnTo>
                    <a:pt x="4441" y="5947"/>
                  </a:lnTo>
                  <a:lnTo>
                    <a:pt x="4827" y="6102"/>
                  </a:lnTo>
                  <a:lnTo>
                    <a:pt x="5214" y="6295"/>
                  </a:lnTo>
                  <a:lnTo>
                    <a:pt x="5523" y="6449"/>
                  </a:lnTo>
                  <a:lnTo>
                    <a:pt x="5831" y="6642"/>
                  </a:lnTo>
                  <a:lnTo>
                    <a:pt x="6140" y="6874"/>
                  </a:lnTo>
                  <a:lnTo>
                    <a:pt x="6411" y="7106"/>
                  </a:lnTo>
                  <a:lnTo>
                    <a:pt x="6681" y="7337"/>
                  </a:lnTo>
                  <a:lnTo>
                    <a:pt x="6913" y="7646"/>
                  </a:lnTo>
                  <a:lnTo>
                    <a:pt x="7144" y="7917"/>
                  </a:lnTo>
                  <a:lnTo>
                    <a:pt x="7337" y="8225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56" y="8805"/>
                  </a:lnTo>
                  <a:lnTo>
                    <a:pt x="5870" y="8843"/>
                  </a:lnTo>
                  <a:lnTo>
                    <a:pt x="5445" y="8805"/>
                  </a:lnTo>
                  <a:lnTo>
                    <a:pt x="5059" y="8766"/>
                  </a:lnTo>
                  <a:lnTo>
                    <a:pt x="4634" y="8650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33" y="7106"/>
                  </a:lnTo>
                  <a:lnTo>
                    <a:pt x="1931" y="6604"/>
                  </a:lnTo>
                  <a:lnTo>
                    <a:pt x="1854" y="6526"/>
                  </a:lnTo>
                  <a:lnTo>
                    <a:pt x="1777" y="6526"/>
                  </a:lnTo>
                  <a:lnTo>
                    <a:pt x="1661" y="6565"/>
                  </a:lnTo>
                  <a:lnTo>
                    <a:pt x="1622" y="6565"/>
                  </a:lnTo>
                  <a:lnTo>
                    <a:pt x="1584" y="6604"/>
                  </a:lnTo>
                  <a:lnTo>
                    <a:pt x="1429" y="6874"/>
                  </a:lnTo>
                  <a:lnTo>
                    <a:pt x="1622" y="6913"/>
                  </a:lnTo>
                  <a:lnTo>
                    <a:pt x="2240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592" y="8573"/>
                  </a:lnTo>
                  <a:lnTo>
                    <a:pt x="3978" y="8805"/>
                  </a:lnTo>
                  <a:lnTo>
                    <a:pt x="4364" y="8998"/>
                  </a:lnTo>
                  <a:lnTo>
                    <a:pt x="4789" y="9152"/>
                  </a:lnTo>
                  <a:lnTo>
                    <a:pt x="5252" y="9229"/>
                  </a:lnTo>
                  <a:lnTo>
                    <a:pt x="5677" y="9268"/>
                  </a:lnTo>
                  <a:lnTo>
                    <a:pt x="6102" y="9229"/>
                  </a:lnTo>
                  <a:lnTo>
                    <a:pt x="6565" y="9191"/>
                  </a:lnTo>
                  <a:lnTo>
                    <a:pt x="6990" y="9114"/>
                  </a:lnTo>
                  <a:lnTo>
                    <a:pt x="7878" y="8882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7994" y="8650"/>
                  </a:lnTo>
                  <a:lnTo>
                    <a:pt x="7994" y="8573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183" y="7299"/>
                  </a:lnTo>
                  <a:lnTo>
                    <a:pt x="6874" y="6951"/>
                  </a:lnTo>
                  <a:lnTo>
                    <a:pt x="6488" y="6604"/>
                  </a:lnTo>
                  <a:lnTo>
                    <a:pt x="6102" y="6295"/>
                  </a:lnTo>
                  <a:lnTo>
                    <a:pt x="5677" y="6063"/>
                  </a:lnTo>
                  <a:lnTo>
                    <a:pt x="5252" y="5831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01" y="5368"/>
                  </a:lnTo>
                  <a:lnTo>
                    <a:pt x="3592" y="5329"/>
                  </a:lnTo>
                  <a:lnTo>
                    <a:pt x="3283" y="5291"/>
                  </a:lnTo>
                  <a:lnTo>
                    <a:pt x="2974" y="5291"/>
                  </a:lnTo>
                  <a:lnTo>
                    <a:pt x="3167" y="4982"/>
                  </a:lnTo>
                  <a:lnTo>
                    <a:pt x="3283" y="4673"/>
                  </a:lnTo>
                  <a:lnTo>
                    <a:pt x="3399" y="4325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44"/>
                  </a:lnTo>
                  <a:lnTo>
                    <a:pt x="3476" y="2858"/>
                  </a:lnTo>
                  <a:lnTo>
                    <a:pt x="3437" y="2510"/>
                  </a:lnTo>
                  <a:lnTo>
                    <a:pt x="3322" y="1970"/>
                  </a:lnTo>
                  <a:lnTo>
                    <a:pt x="3128" y="1468"/>
                  </a:lnTo>
                  <a:lnTo>
                    <a:pt x="2935" y="1005"/>
                  </a:lnTo>
                  <a:lnTo>
                    <a:pt x="2704" y="503"/>
                  </a:lnTo>
                  <a:lnTo>
                    <a:pt x="2588" y="309"/>
                  </a:lnTo>
                  <a:lnTo>
                    <a:pt x="2433" y="116"/>
                  </a:lnTo>
                  <a:lnTo>
                    <a:pt x="2356" y="78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8"/>
            <p:cNvSpPr/>
            <p:nvPr/>
          </p:nvSpPr>
          <p:spPr>
            <a:xfrm>
              <a:off x="1264300" y="2944850"/>
              <a:ext cx="455675" cy="657425"/>
            </a:xfrm>
            <a:custGeom>
              <a:avLst/>
              <a:gdLst/>
              <a:ahLst/>
              <a:cxnLst/>
              <a:rect l="l" t="t" r="r" b="b"/>
              <a:pathLst>
                <a:path w="18227" h="26297" extrusionOk="0">
                  <a:moveTo>
                    <a:pt x="310" y="348"/>
                  </a:moveTo>
                  <a:lnTo>
                    <a:pt x="425" y="386"/>
                  </a:lnTo>
                  <a:lnTo>
                    <a:pt x="1700" y="1429"/>
                  </a:lnTo>
                  <a:lnTo>
                    <a:pt x="2974" y="2510"/>
                  </a:lnTo>
                  <a:lnTo>
                    <a:pt x="4210" y="3591"/>
                  </a:lnTo>
                  <a:lnTo>
                    <a:pt x="5445" y="4673"/>
                  </a:lnTo>
                  <a:lnTo>
                    <a:pt x="5098" y="5290"/>
                  </a:lnTo>
                  <a:lnTo>
                    <a:pt x="4943" y="5599"/>
                  </a:lnTo>
                  <a:lnTo>
                    <a:pt x="4712" y="5831"/>
                  </a:lnTo>
                  <a:lnTo>
                    <a:pt x="4519" y="6101"/>
                  </a:lnTo>
                  <a:lnTo>
                    <a:pt x="4248" y="6294"/>
                  </a:lnTo>
                  <a:lnTo>
                    <a:pt x="3978" y="6526"/>
                  </a:lnTo>
                  <a:lnTo>
                    <a:pt x="3669" y="6680"/>
                  </a:lnTo>
                  <a:lnTo>
                    <a:pt x="3360" y="6835"/>
                  </a:lnTo>
                  <a:lnTo>
                    <a:pt x="3051" y="6989"/>
                  </a:lnTo>
                  <a:lnTo>
                    <a:pt x="2395" y="7182"/>
                  </a:lnTo>
                  <a:lnTo>
                    <a:pt x="1738" y="7298"/>
                  </a:lnTo>
                  <a:lnTo>
                    <a:pt x="1082" y="7414"/>
                  </a:lnTo>
                  <a:lnTo>
                    <a:pt x="889" y="6526"/>
                  </a:lnTo>
                  <a:lnTo>
                    <a:pt x="734" y="5677"/>
                  </a:lnTo>
                  <a:lnTo>
                    <a:pt x="580" y="4788"/>
                  </a:lnTo>
                  <a:lnTo>
                    <a:pt x="464" y="3900"/>
                  </a:lnTo>
                  <a:lnTo>
                    <a:pt x="387" y="3012"/>
                  </a:lnTo>
                  <a:lnTo>
                    <a:pt x="348" y="2124"/>
                  </a:lnTo>
                  <a:lnTo>
                    <a:pt x="310" y="1236"/>
                  </a:lnTo>
                  <a:lnTo>
                    <a:pt x="310" y="348"/>
                  </a:lnTo>
                  <a:close/>
                  <a:moveTo>
                    <a:pt x="12357" y="12318"/>
                  </a:moveTo>
                  <a:lnTo>
                    <a:pt x="13014" y="12473"/>
                  </a:lnTo>
                  <a:lnTo>
                    <a:pt x="13709" y="12550"/>
                  </a:lnTo>
                  <a:lnTo>
                    <a:pt x="14404" y="12589"/>
                  </a:lnTo>
                  <a:lnTo>
                    <a:pt x="15060" y="12550"/>
                  </a:lnTo>
                  <a:lnTo>
                    <a:pt x="15640" y="13901"/>
                  </a:lnTo>
                  <a:lnTo>
                    <a:pt x="16296" y="15214"/>
                  </a:lnTo>
                  <a:lnTo>
                    <a:pt x="17648" y="17840"/>
                  </a:lnTo>
                  <a:lnTo>
                    <a:pt x="16644" y="17686"/>
                  </a:lnTo>
                  <a:lnTo>
                    <a:pt x="15640" y="17647"/>
                  </a:lnTo>
                  <a:lnTo>
                    <a:pt x="15331" y="17608"/>
                  </a:lnTo>
                  <a:lnTo>
                    <a:pt x="15099" y="17531"/>
                  </a:lnTo>
                  <a:lnTo>
                    <a:pt x="14983" y="17493"/>
                  </a:lnTo>
                  <a:lnTo>
                    <a:pt x="14906" y="17415"/>
                  </a:lnTo>
                  <a:lnTo>
                    <a:pt x="14751" y="17106"/>
                  </a:lnTo>
                  <a:lnTo>
                    <a:pt x="14365" y="16489"/>
                  </a:lnTo>
                  <a:lnTo>
                    <a:pt x="13979" y="15832"/>
                  </a:lnTo>
                  <a:lnTo>
                    <a:pt x="13941" y="15794"/>
                  </a:lnTo>
                  <a:lnTo>
                    <a:pt x="13902" y="15755"/>
                  </a:lnTo>
                  <a:lnTo>
                    <a:pt x="13747" y="15755"/>
                  </a:lnTo>
                  <a:lnTo>
                    <a:pt x="13670" y="15214"/>
                  </a:lnTo>
                  <a:lnTo>
                    <a:pt x="13516" y="14712"/>
                  </a:lnTo>
                  <a:lnTo>
                    <a:pt x="13323" y="14172"/>
                  </a:lnTo>
                  <a:lnTo>
                    <a:pt x="13091" y="13670"/>
                  </a:lnTo>
                  <a:lnTo>
                    <a:pt x="12744" y="13013"/>
                  </a:lnTo>
                  <a:lnTo>
                    <a:pt x="12357" y="12318"/>
                  </a:lnTo>
                  <a:close/>
                  <a:moveTo>
                    <a:pt x="5677" y="4904"/>
                  </a:moveTo>
                  <a:lnTo>
                    <a:pt x="6720" y="5947"/>
                  </a:lnTo>
                  <a:lnTo>
                    <a:pt x="7762" y="6989"/>
                  </a:lnTo>
                  <a:lnTo>
                    <a:pt x="8612" y="7916"/>
                  </a:lnTo>
                  <a:lnTo>
                    <a:pt x="9423" y="8920"/>
                  </a:lnTo>
                  <a:lnTo>
                    <a:pt x="10234" y="9886"/>
                  </a:lnTo>
                  <a:lnTo>
                    <a:pt x="10967" y="10928"/>
                  </a:lnTo>
                  <a:lnTo>
                    <a:pt x="11701" y="12009"/>
                  </a:lnTo>
                  <a:lnTo>
                    <a:pt x="12087" y="12550"/>
                  </a:lnTo>
                  <a:lnTo>
                    <a:pt x="12396" y="13129"/>
                  </a:lnTo>
                  <a:lnTo>
                    <a:pt x="12705" y="13708"/>
                  </a:lnTo>
                  <a:lnTo>
                    <a:pt x="12975" y="14326"/>
                  </a:lnTo>
                  <a:lnTo>
                    <a:pt x="13207" y="14944"/>
                  </a:lnTo>
                  <a:lnTo>
                    <a:pt x="13361" y="15562"/>
                  </a:lnTo>
                  <a:lnTo>
                    <a:pt x="13439" y="16180"/>
                  </a:lnTo>
                  <a:lnTo>
                    <a:pt x="13400" y="16759"/>
                  </a:lnTo>
                  <a:lnTo>
                    <a:pt x="13361" y="17068"/>
                  </a:lnTo>
                  <a:lnTo>
                    <a:pt x="13284" y="17338"/>
                  </a:lnTo>
                  <a:lnTo>
                    <a:pt x="13207" y="17608"/>
                  </a:lnTo>
                  <a:lnTo>
                    <a:pt x="13091" y="17879"/>
                  </a:lnTo>
                  <a:lnTo>
                    <a:pt x="12975" y="18149"/>
                  </a:lnTo>
                  <a:lnTo>
                    <a:pt x="12821" y="18381"/>
                  </a:lnTo>
                  <a:lnTo>
                    <a:pt x="12628" y="18612"/>
                  </a:lnTo>
                  <a:lnTo>
                    <a:pt x="12435" y="18806"/>
                  </a:lnTo>
                  <a:lnTo>
                    <a:pt x="12203" y="18999"/>
                  </a:lnTo>
                  <a:lnTo>
                    <a:pt x="11971" y="19153"/>
                  </a:lnTo>
                  <a:lnTo>
                    <a:pt x="11662" y="19308"/>
                  </a:lnTo>
                  <a:lnTo>
                    <a:pt x="11392" y="19423"/>
                  </a:lnTo>
                  <a:lnTo>
                    <a:pt x="10813" y="19539"/>
                  </a:lnTo>
                  <a:lnTo>
                    <a:pt x="10234" y="19616"/>
                  </a:lnTo>
                  <a:lnTo>
                    <a:pt x="9693" y="19578"/>
                  </a:lnTo>
                  <a:lnTo>
                    <a:pt x="9114" y="19462"/>
                  </a:lnTo>
                  <a:lnTo>
                    <a:pt x="8573" y="19308"/>
                  </a:lnTo>
                  <a:lnTo>
                    <a:pt x="8032" y="19076"/>
                  </a:lnTo>
                  <a:lnTo>
                    <a:pt x="7531" y="18767"/>
                  </a:lnTo>
                  <a:lnTo>
                    <a:pt x="7067" y="18458"/>
                  </a:lnTo>
                  <a:lnTo>
                    <a:pt x="6642" y="18072"/>
                  </a:lnTo>
                  <a:lnTo>
                    <a:pt x="6256" y="17686"/>
                  </a:lnTo>
                  <a:lnTo>
                    <a:pt x="5870" y="17261"/>
                  </a:lnTo>
                  <a:lnTo>
                    <a:pt x="5484" y="16798"/>
                  </a:lnTo>
                  <a:lnTo>
                    <a:pt x="4827" y="15871"/>
                  </a:lnTo>
                  <a:lnTo>
                    <a:pt x="4210" y="14944"/>
                  </a:lnTo>
                  <a:lnTo>
                    <a:pt x="3592" y="13901"/>
                  </a:lnTo>
                  <a:lnTo>
                    <a:pt x="3051" y="12859"/>
                  </a:lnTo>
                  <a:lnTo>
                    <a:pt x="2549" y="11778"/>
                  </a:lnTo>
                  <a:lnTo>
                    <a:pt x="2086" y="10696"/>
                  </a:lnTo>
                  <a:lnTo>
                    <a:pt x="1816" y="9963"/>
                  </a:lnTo>
                  <a:lnTo>
                    <a:pt x="1584" y="9190"/>
                  </a:lnTo>
                  <a:lnTo>
                    <a:pt x="1352" y="8457"/>
                  </a:lnTo>
                  <a:lnTo>
                    <a:pt x="1159" y="7723"/>
                  </a:lnTo>
                  <a:lnTo>
                    <a:pt x="1816" y="7646"/>
                  </a:lnTo>
                  <a:lnTo>
                    <a:pt x="2549" y="7491"/>
                  </a:lnTo>
                  <a:lnTo>
                    <a:pt x="3244" y="7298"/>
                  </a:lnTo>
                  <a:lnTo>
                    <a:pt x="3592" y="7144"/>
                  </a:lnTo>
                  <a:lnTo>
                    <a:pt x="3901" y="6989"/>
                  </a:lnTo>
                  <a:lnTo>
                    <a:pt x="4248" y="6796"/>
                  </a:lnTo>
                  <a:lnTo>
                    <a:pt x="4519" y="6603"/>
                  </a:lnTo>
                  <a:lnTo>
                    <a:pt x="4789" y="6410"/>
                  </a:lnTo>
                  <a:lnTo>
                    <a:pt x="5059" y="6140"/>
                  </a:lnTo>
                  <a:lnTo>
                    <a:pt x="5252" y="5870"/>
                  </a:lnTo>
                  <a:lnTo>
                    <a:pt x="5445" y="5599"/>
                  </a:lnTo>
                  <a:lnTo>
                    <a:pt x="5561" y="5252"/>
                  </a:lnTo>
                  <a:lnTo>
                    <a:pt x="5677" y="4904"/>
                  </a:lnTo>
                  <a:close/>
                  <a:moveTo>
                    <a:pt x="13284" y="18381"/>
                  </a:moveTo>
                  <a:lnTo>
                    <a:pt x="13593" y="18612"/>
                  </a:lnTo>
                  <a:lnTo>
                    <a:pt x="13902" y="18844"/>
                  </a:lnTo>
                  <a:lnTo>
                    <a:pt x="13632" y="19230"/>
                  </a:lnTo>
                  <a:lnTo>
                    <a:pt x="13323" y="19578"/>
                  </a:lnTo>
                  <a:lnTo>
                    <a:pt x="12975" y="19887"/>
                  </a:lnTo>
                  <a:lnTo>
                    <a:pt x="12589" y="20157"/>
                  </a:lnTo>
                  <a:lnTo>
                    <a:pt x="12164" y="20350"/>
                  </a:lnTo>
                  <a:lnTo>
                    <a:pt x="11701" y="20505"/>
                  </a:lnTo>
                  <a:lnTo>
                    <a:pt x="11238" y="20582"/>
                  </a:lnTo>
                  <a:lnTo>
                    <a:pt x="10736" y="20620"/>
                  </a:lnTo>
                  <a:lnTo>
                    <a:pt x="10697" y="20620"/>
                  </a:lnTo>
                  <a:lnTo>
                    <a:pt x="10581" y="19964"/>
                  </a:lnTo>
                  <a:lnTo>
                    <a:pt x="10967" y="19887"/>
                  </a:lnTo>
                  <a:lnTo>
                    <a:pt x="11392" y="19810"/>
                  </a:lnTo>
                  <a:lnTo>
                    <a:pt x="11740" y="19694"/>
                  </a:lnTo>
                  <a:lnTo>
                    <a:pt x="12126" y="19501"/>
                  </a:lnTo>
                  <a:lnTo>
                    <a:pt x="12473" y="19308"/>
                  </a:lnTo>
                  <a:lnTo>
                    <a:pt x="12782" y="19037"/>
                  </a:lnTo>
                  <a:lnTo>
                    <a:pt x="13052" y="18728"/>
                  </a:lnTo>
                  <a:lnTo>
                    <a:pt x="13284" y="18381"/>
                  </a:lnTo>
                  <a:close/>
                  <a:moveTo>
                    <a:pt x="14172" y="18999"/>
                  </a:moveTo>
                  <a:lnTo>
                    <a:pt x="14636" y="19230"/>
                  </a:lnTo>
                  <a:lnTo>
                    <a:pt x="14327" y="19732"/>
                  </a:lnTo>
                  <a:lnTo>
                    <a:pt x="13941" y="20157"/>
                  </a:lnTo>
                  <a:lnTo>
                    <a:pt x="13516" y="20543"/>
                  </a:lnTo>
                  <a:lnTo>
                    <a:pt x="13091" y="20852"/>
                  </a:lnTo>
                  <a:lnTo>
                    <a:pt x="12589" y="21122"/>
                  </a:lnTo>
                  <a:lnTo>
                    <a:pt x="12087" y="21315"/>
                  </a:lnTo>
                  <a:lnTo>
                    <a:pt x="11508" y="21470"/>
                  </a:lnTo>
                  <a:lnTo>
                    <a:pt x="10929" y="21624"/>
                  </a:lnTo>
                  <a:lnTo>
                    <a:pt x="10929" y="21393"/>
                  </a:lnTo>
                  <a:lnTo>
                    <a:pt x="10851" y="21200"/>
                  </a:lnTo>
                  <a:lnTo>
                    <a:pt x="10736" y="20814"/>
                  </a:lnTo>
                  <a:lnTo>
                    <a:pt x="11276" y="20852"/>
                  </a:lnTo>
                  <a:lnTo>
                    <a:pt x="11778" y="20775"/>
                  </a:lnTo>
                  <a:lnTo>
                    <a:pt x="12280" y="20659"/>
                  </a:lnTo>
                  <a:lnTo>
                    <a:pt x="12744" y="20427"/>
                  </a:lnTo>
                  <a:lnTo>
                    <a:pt x="13168" y="20157"/>
                  </a:lnTo>
                  <a:lnTo>
                    <a:pt x="13554" y="19810"/>
                  </a:lnTo>
                  <a:lnTo>
                    <a:pt x="13863" y="19423"/>
                  </a:lnTo>
                  <a:lnTo>
                    <a:pt x="14172" y="18999"/>
                  </a:lnTo>
                  <a:close/>
                  <a:moveTo>
                    <a:pt x="14018" y="20659"/>
                  </a:moveTo>
                  <a:lnTo>
                    <a:pt x="14172" y="20852"/>
                  </a:lnTo>
                  <a:lnTo>
                    <a:pt x="14288" y="20968"/>
                  </a:lnTo>
                  <a:lnTo>
                    <a:pt x="14134" y="21007"/>
                  </a:lnTo>
                  <a:lnTo>
                    <a:pt x="14056" y="21045"/>
                  </a:lnTo>
                  <a:lnTo>
                    <a:pt x="14018" y="21122"/>
                  </a:lnTo>
                  <a:lnTo>
                    <a:pt x="13979" y="21200"/>
                  </a:lnTo>
                  <a:lnTo>
                    <a:pt x="14018" y="21277"/>
                  </a:lnTo>
                  <a:lnTo>
                    <a:pt x="14404" y="21663"/>
                  </a:lnTo>
                  <a:lnTo>
                    <a:pt x="14751" y="22049"/>
                  </a:lnTo>
                  <a:lnTo>
                    <a:pt x="15099" y="22435"/>
                  </a:lnTo>
                  <a:lnTo>
                    <a:pt x="15408" y="22860"/>
                  </a:lnTo>
                  <a:lnTo>
                    <a:pt x="15678" y="23285"/>
                  </a:lnTo>
                  <a:lnTo>
                    <a:pt x="15910" y="23748"/>
                  </a:lnTo>
                  <a:lnTo>
                    <a:pt x="16142" y="24250"/>
                  </a:lnTo>
                  <a:lnTo>
                    <a:pt x="16335" y="24714"/>
                  </a:lnTo>
                  <a:lnTo>
                    <a:pt x="15871" y="24636"/>
                  </a:lnTo>
                  <a:lnTo>
                    <a:pt x="15485" y="24521"/>
                  </a:lnTo>
                  <a:lnTo>
                    <a:pt x="15099" y="24327"/>
                  </a:lnTo>
                  <a:lnTo>
                    <a:pt x="14790" y="24096"/>
                  </a:lnTo>
                  <a:lnTo>
                    <a:pt x="14481" y="23825"/>
                  </a:lnTo>
                  <a:lnTo>
                    <a:pt x="14211" y="23517"/>
                  </a:lnTo>
                  <a:lnTo>
                    <a:pt x="13979" y="23169"/>
                  </a:lnTo>
                  <a:lnTo>
                    <a:pt x="13747" y="22744"/>
                  </a:lnTo>
                  <a:lnTo>
                    <a:pt x="13593" y="22397"/>
                  </a:lnTo>
                  <a:lnTo>
                    <a:pt x="13400" y="22126"/>
                  </a:lnTo>
                  <a:lnTo>
                    <a:pt x="13284" y="22011"/>
                  </a:lnTo>
                  <a:lnTo>
                    <a:pt x="13130" y="21895"/>
                  </a:lnTo>
                  <a:lnTo>
                    <a:pt x="12975" y="21856"/>
                  </a:lnTo>
                  <a:lnTo>
                    <a:pt x="12821" y="21895"/>
                  </a:lnTo>
                  <a:lnTo>
                    <a:pt x="12821" y="21702"/>
                  </a:lnTo>
                  <a:lnTo>
                    <a:pt x="12898" y="21470"/>
                  </a:lnTo>
                  <a:lnTo>
                    <a:pt x="13207" y="21315"/>
                  </a:lnTo>
                  <a:lnTo>
                    <a:pt x="13477" y="21122"/>
                  </a:lnTo>
                  <a:lnTo>
                    <a:pt x="13786" y="20891"/>
                  </a:lnTo>
                  <a:lnTo>
                    <a:pt x="14018" y="20659"/>
                  </a:lnTo>
                  <a:close/>
                  <a:moveTo>
                    <a:pt x="5291" y="17145"/>
                  </a:moveTo>
                  <a:lnTo>
                    <a:pt x="5677" y="17608"/>
                  </a:lnTo>
                  <a:lnTo>
                    <a:pt x="6102" y="18072"/>
                  </a:lnTo>
                  <a:lnTo>
                    <a:pt x="6565" y="18497"/>
                  </a:lnTo>
                  <a:lnTo>
                    <a:pt x="7029" y="18883"/>
                  </a:lnTo>
                  <a:lnTo>
                    <a:pt x="7531" y="19192"/>
                  </a:lnTo>
                  <a:lnTo>
                    <a:pt x="7531" y="19230"/>
                  </a:lnTo>
                  <a:lnTo>
                    <a:pt x="7917" y="19964"/>
                  </a:lnTo>
                  <a:lnTo>
                    <a:pt x="8380" y="20698"/>
                  </a:lnTo>
                  <a:lnTo>
                    <a:pt x="8573" y="20968"/>
                  </a:lnTo>
                  <a:lnTo>
                    <a:pt x="8805" y="21238"/>
                  </a:lnTo>
                  <a:lnTo>
                    <a:pt x="8998" y="21509"/>
                  </a:lnTo>
                  <a:lnTo>
                    <a:pt x="9036" y="21663"/>
                  </a:lnTo>
                  <a:lnTo>
                    <a:pt x="9075" y="21817"/>
                  </a:lnTo>
                  <a:lnTo>
                    <a:pt x="9075" y="22011"/>
                  </a:lnTo>
                  <a:lnTo>
                    <a:pt x="9036" y="22204"/>
                  </a:lnTo>
                  <a:lnTo>
                    <a:pt x="8882" y="22590"/>
                  </a:lnTo>
                  <a:lnTo>
                    <a:pt x="8496" y="23362"/>
                  </a:lnTo>
                  <a:lnTo>
                    <a:pt x="7955" y="24868"/>
                  </a:lnTo>
                  <a:lnTo>
                    <a:pt x="7608" y="24173"/>
                  </a:lnTo>
                  <a:lnTo>
                    <a:pt x="7260" y="23555"/>
                  </a:lnTo>
                  <a:lnTo>
                    <a:pt x="6874" y="22899"/>
                  </a:lnTo>
                  <a:lnTo>
                    <a:pt x="6488" y="22281"/>
                  </a:lnTo>
                  <a:lnTo>
                    <a:pt x="5716" y="21315"/>
                  </a:lnTo>
                  <a:lnTo>
                    <a:pt x="5214" y="20736"/>
                  </a:lnTo>
                  <a:lnTo>
                    <a:pt x="4982" y="20389"/>
                  </a:lnTo>
                  <a:lnTo>
                    <a:pt x="4789" y="20080"/>
                  </a:lnTo>
                  <a:lnTo>
                    <a:pt x="4827" y="20003"/>
                  </a:lnTo>
                  <a:lnTo>
                    <a:pt x="4827" y="19925"/>
                  </a:lnTo>
                  <a:lnTo>
                    <a:pt x="4827" y="19887"/>
                  </a:lnTo>
                  <a:lnTo>
                    <a:pt x="4750" y="19810"/>
                  </a:lnTo>
                  <a:lnTo>
                    <a:pt x="5021" y="18458"/>
                  </a:lnTo>
                  <a:lnTo>
                    <a:pt x="5291" y="17145"/>
                  </a:lnTo>
                  <a:close/>
                  <a:moveTo>
                    <a:pt x="14481" y="20157"/>
                  </a:moveTo>
                  <a:lnTo>
                    <a:pt x="15022" y="20273"/>
                  </a:lnTo>
                  <a:lnTo>
                    <a:pt x="15485" y="20466"/>
                  </a:lnTo>
                  <a:lnTo>
                    <a:pt x="15987" y="20659"/>
                  </a:lnTo>
                  <a:lnTo>
                    <a:pt x="16451" y="20891"/>
                  </a:lnTo>
                  <a:lnTo>
                    <a:pt x="16180" y="21007"/>
                  </a:lnTo>
                  <a:lnTo>
                    <a:pt x="15949" y="21007"/>
                  </a:lnTo>
                  <a:lnTo>
                    <a:pt x="15678" y="20968"/>
                  </a:lnTo>
                  <a:lnTo>
                    <a:pt x="15447" y="20891"/>
                  </a:lnTo>
                  <a:lnTo>
                    <a:pt x="15292" y="20891"/>
                  </a:lnTo>
                  <a:lnTo>
                    <a:pt x="15176" y="20968"/>
                  </a:lnTo>
                  <a:lnTo>
                    <a:pt x="15176" y="21045"/>
                  </a:lnTo>
                  <a:lnTo>
                    <a:pt x="15176" y="21084"/>
                  </a:lnTo>
                  <a:lnTo>
                    <a:pt x="15215" y="21161"/>
                  </a:lnTo>
                  <a:lnTo>
                    <a:pt x="15253" y="21200"/>
                  </a:lnTo>
                  <a:lnTo>
                    <a:pt x="15794" y="21547"/>
                  </a:lnTo>
                  <a:lnTo>
                    <a:pt x="16257" y="21972"/>
                  </a:lnTo>
                  <a:lnTo>
                    <a:pt x="16489" y="22204"/>
                  </a:lnTo>
                  <a:lnTo>
                    <a:pt x="16682" y="22435"/>
                  </a:lnTo>
                  <a:lnTo>
                    <a:pt x="16837" y="22706"/>
                  </a:lnTo>
                  <a:lnTo>
                    <a:pt x="16991" y="22976"/>
                  </a:lnTo>
                  <a:lnTo>
                    <a:pt x="17223" y="23517"/>
                  </a:lnTo>
                  <a:lnTo>
                    <a:pt x="17339" y="23825"/>
                  </a:lnTo>
                  <a:lnTo>
                    <a:pt x="17416" y="24173"/>
                  </a:lnTo>
                  <a:lnTo>
                    <a:pt x="17493" y="24482"/>
                  </a:lnTo>
                  <a:lnTo>
                    <a:pt x="17532" y="24791"/>
                  </a:lnTo>
                  <a:lnTo>
                    <a:pt x="17493" y="25100"/>
                  </a:lnTo>
                  <a:lnTo>
                    <a:pt x="17455" y="25409"/>
                  </a:lnTo>
                  <a:lnTo>
                    <a:pt x="17339" y="25602"/>
                  </a:lnTo>
                  <a:lnTo>
                    <a:pt x="17223" y="25756"/>
                  </a:lnTo>
                  <a:lnTo>
                    <a:pt x="17068" y="25833"/>
                  </a:lnTo>
                  <a:lnTo>
                    <a:pt x="16914" y="25872"/>
                  </a:lnTo>
                  <a:lnTo>
                    <a:pt x="16528" y="25872"/>
                  </a:lnTo>
                  <a:lnTo>
                    <a:pt x="16103" y="25756"/>
                  </a:lnTo>
                  <a:lnTo>
                    <a:pt x="15447" y="25563"/>
                  </a:lnTo>
                  <a:lnTo>
                    <a:pt x="15099" y="25409"/>
                  </a:lnTo>
                  <a:lnTo>
                    <a:pt x="14790" y="25254"/>
                  </a:lnTo>
                  <a:lnTo>
                    <a:pt x="14443" y="25061"/>
                  </a:lnTo>
                  <a:lnTo>
                    <a:pt x="14095" y="24829"/>
                  </a:lnTo>
                  <a:lnTo>
                    <a:pt x="13786" y="24559"/>
                  </a:lnTo>
                  <a:lnTo>
                    <a:pt x="13516" y="24250"/>
                  </a:lnTo>
                  <a:lnTo>
                    <a:pt x="13284" y="23903"/>
                  </a:lnTo>
                  <a:lnTo>
                    <a:pt x="13091" y="23555"/>
                  </a:lnTo>
                  <a:lnTo>
                    <a:pt x="12937" y="23208"/>
                  </a:lnTo>
                  <a:lnTo>
                    <a:pt x="12821" y="22783"/>
                  </a:lnTo>
                  <a:lnTo>
                    <a:pt x="12744" y="22706"/>
                  </a:lnTo>
                  <a:lnTo>
                    <a:pt x="12666" y="22667"/>
                  </a:lnTo>
                  <a:lnTo>
                    <a:pt x="12589" y="22706"/>
                  </a:lnTo>
                  <a:lnTo>
                    <a:pt x="12512" y="22744"/>
                  </a:lnTo>
                  <a:lnTo>
                    <a:pt x="12048" y="23439"/>
                  </a:lnTo>
                  <a:lnTo>
                    <a:pt x="11933" y="23053"/>
                  </a:lnTo>
                  <a:lnTo>
                    <a:pt x="11855" y="22628"/>
                  </a:lnTo>
                  <a:lnTo>
                    <a:pt x="11855" y="22242"/>
                  </a:lnTo>
                  <a:lnTo>
                    <a:pt x="11894" y="21817"/>
                  </a:lnTo>
                  <a:lnTo>
                    <a:pt x="12280" y="21740"/>
                  </a:lnTo>
                  <a:lnTo>
                    <a:pt x="12666" y="21586"/>
                  </a:lnTo>
                  <a:lnTo>
                    <a:pt x="12589" y="21817"/>
                  </a:lnTo>
                  <a:lnTo>
                    <a:pt x="12589" y="22049"/>
                  </a:lnTo>
                  <a:lnTo>
                    <a:pt x="12589" y="22126"/>
                  </a:lnTo>
                  <a:lnTo>
                    <a:pt x="12628" y="22165"/>
                  </a:lnTo>
                  <a:lnTo>
                    <a:pt x="12937" y="22165"/>
                  </a:lnTo>
                  <a:lnTo>
                    <a:pt x="13130" y="22319"/>
                  </a:lnTo>
                  <a:lnTo>
                    <a:pt x="13323" y="22551"/>
                  </a:lnTo>
                  <a:lnTo>
                    <a:pt x="13516" y="22821"/>
                  </a:lnTo>
                  <a:lnTo>
                    <a:pt x="13863" y="23439"/>
                  </a:lnTo>
                  <a:lnTo>
                    <a:pt x="14095" y="23825"/>
                  </a:lnTo>
                  <a:lnTo>
                    <a:pt x="14404" y="24173"/>
                  </a:lnTo>
                  <a:lnTo>
                    <a:pt x="14751" y="24482"/>
                  </a:lnTo>
                  <a:lnTo>
                    <a:pt x="15176" y="24752"/>
                  </a:lnTo>
                  <a:lnTo>
                    <a:pt x="15640" y="24907"/>
                  </a:lnTo>
                  <a:lnTo>
                    <a:pt x="15871" y="24945"/>
                  </a:lnTo>
                  <a:lnTo>
                    <a:pt x="16103" y="24984"/>
                  </a:lnTo>
                  <a:lnTo>
                    <a:pt x="16566" y="24984"/>
                  </a:lnTo>
                  <a:lnTo>
                    <a:pt x="16644" y="24945"/>
                  </a:lnTo>
                  <a:lnTo>
                    <a:pt x="16644" y="24907"/>
                  </a:lnTo>
                  <a:lnTo>
                    <a:pt x="16644" y="24829"/>
                  </a:lnTo>
                  <a:lnTo>
                    <a:pt x="16605" y="24791"/>
                  </a:lnTo>
                  <a:lnTo>
                    <a:pt x="16605" y="24752"/>
                  </a:lnTo>
                  <a:lnTo>
                    <a:pt x="16451" y="24250"/>
                  </a:lnTo>
                  <a:lnTo>
                    <a:pt x="16257" y="23748"/>
                  </a:lnTo>
                  <a:lnTo>
                    <a:pt x="16026" y="23285"/>
                  </a:lnTo>
                  <a:lnTo>
                    <a:pt x="15755" y="22821"/>
                  </a:lnTo>
                  <a:lnTo>
                    <a:pt x="15485" y="22397"/>
                  </a:lnTo>
                  <a:lnTo>
                    <a:pt x="15176" y="22011"/>
                  </a:lnTo>
                  <a:lnTo>
                    <a:pt x="14829" y="21586"/>
                  </a:lnTo>
                  <a:lnTo>
                    <a:pt x="14443" y="21238"/>
                  </a:lnTo>
                  <a:lnTo>
                    <a:pt x="14597" y="21161"/>
                  </a:lnTo>
                  <a:lnTo>
                    <a:pt x="14713" y="21045"/>
                  </a:lnTo>
                  <a:lnTo>
                    <a:pt x="14751" y="20968"/>
                  </a:lnTo>
                  <a:lnTo>
                    <a:pt x="14751" y="20929"/>
                  </a:lnTo>
                  <a:lnTo>
                    <a:pt x="14713" y="20852"/>
                  </a:lnTo>
                  <a:lnTo>
                    <a:pt x="14674" y="20814"/>
                  </a:lnTo>
                  <a:lnTo>
                    <a:pt x="14211" y="20505"/>
                  </a:lnTo>
                  <a:lnTo>
                    <a:pt x="14481" y="20157"/>
                  </a:lnTo>
                  <a:close/>
                  <a:moveTo>
                    <a:pt x="155" y="0"/>
                  </a:moveTo>
                  <a:lnTo>
                    <a:pt x="116" y="39"/>
                  </a:lnTo>
                  <a:lnTo>
                    <a:pt x="78" y="77"/>
                  </a:lnTo>
                  <a:lnTo>
                    <a:pt x="116" y="155"/>
                  </a:lnTo>
                  <a:lnTo>
                    <a:pt x="78" y="193"/>
                  </a:lnTo>
                  <a:lnTo>
                    <a:pt x="39" y="270"/>
                  </a:lnTo>
                  <a:lnTo>
                    <a:pt x="1" y="1583"/>
                  </a:lnTo>
                  <a:lnTo>
                    <a:pt x="39" y="2896"/>
                  </a:lnTo>
                  <a:lnTo>
                    <a:pt x="116" y="4171"/>
                  </a:lnTo>
                  <a:lnTo>
                    <a:pt x="310" y="5483"/>
                  </a:lnTo>
                  <a:lnTo>
                    <a:pt x="541" y="6758"/>
                  </a:lnTo>
                  <a:lnTo>
                    <a:pt x="850" y="8032"/>
                  </a:lnTo>
                  <a:lnTo>
                    <a:pt x="1198" y="9306"/>
                  </a:lnTo>
                  <a:lnTo>
                    <a:pt x="1622" y="10542"/>
                  </a:lnTo>
                  <a:lnTo>
                    <a:pt x="2124" y="11739"/>
                  </a:lnTo>
                  <a:lnTo>
                    <a:pt x="2665" y="12936"/>
                  </a:lnTo>
                  <a:lnTo>
                    <a:pt x="3283" y="14095"/>
                  </a:lnTo>
                  <a:lnTo>
                    <a:pt x="3978" y="15214"/>
                  </a:lnTo>
                  <a:lnTo>
                    <a:pt x="4519" y="16064"/>
                  </a:lnTo>
                  <a:lnTo>
                    <a:pt x="5098" y="16913"/>
                  </a:lnTo>
                  <a:lnTo>
                    <a:pt x="4827" y="17686"/>
                  </a:lnTo>
                  <a:lnTo>
                    <a:pt x="4596" y="18458"/>
                  </a:lnTo>
                  <a:lnTo>
                    <a:pt x="4441" y="19269"/>
                  </a:lnTo>
                  <a:lnTo>
                    <a:pt x="4325" y="20080"/>
                  </a:lnTo>
                  <a:lnTo>
                    <a:pt x="4325" y="20157"/>
                  </a:lnTo>
                  <a:lnTo>
                    <a:pt x="4364" y="20196"/>
                  </a:lnTo>
                  <a:lnTo>
                    <a:pt x="4480" y="20273"/>
                  </a:lnTo>
                  <a:lnTo>
                    <a:pt x="4596" y="20543"/>
                  </a:lnTo>
                  <a:lnTo>
                    <a:pt x="4712" y="20775"/>
                  </a:lnTo>
                  <a:lnTo>
                    <a:pt x="4905" y="21045"/>
                  </a:lnTo>
                  <a:lnTo>
                    <a:pt x="5059" y="21277"/>
                  </a:lnTo>
                  <a:lnTo>
                    <a:pt x="5484" y="21702"/>
                  </a:lnTo>
                  <a:lnTo>
                    <a:pt x="5831" y="22165"/>
                  </a:lnTo>
                  <a:lnTo>
                    <a:pt x="6333" y="22860"/>
                  </a:lnTo>
                  <a:lnTo>
                    <a:pt x="6835" y="23594"/>
                  </a:lnTo>
                  <a:lnTo>
                    <a:pt x="7260" y="24366"/>
                  </a:lnTo>
                  <a:lnTo>
                    <a:pt x="7646" y="25138"/>
                  </a:lnTo>
                  <a:lnTo>
                    <a:pt x="7724" y="25216"/>
                  </a:lnTo>
                  <a:lnTo>
                    <a:pt x="7878" y="25216"/>
                  </a:lnTo>
                  <a:lnTo>
                    <a:pt x="7917" y="25177"/>
                  </a:lnTo>
                  <a:lnTo>
                    <a:pt x="7994" y="25216"/>
                  </a:lnTo>
                  <a:lnTo>
                    <a:pt x="8110" y="25216"/>
                  </a:lnTo>
                  <a:lnTo>
                    <a:pt x="8187" y="25138"/>
                  </a:lnTo>
                  <a:lnTo>
                    <a:pt x="8534" y="24327"/>
                  </a:lnTo>
                  <a:lnTo>
                    <a:pt x="8921" y="23478"/>
                  </a:lnTo>
                  <a:lnTo>
                    <a:pt x="9577" y="21779"/>
                  </a:lnTo>
                  <a:lnTo>
                    <a:pt x="9577" y="21663"/>
                  </a:lnTo>
                  <a:lnTo>
                    <a:pt x="9538" y="21586"/>
                  </a:lnTo>
                  <a:lnTo>
                    <a:pt x="8766" y="20543"/>
                  </a:lnTo>
                  <a:lnTo>
                    <a:pt x="8071" y="19462"/>
                  </a:lnTo>
                  <a:lnTo>
                    <a:pt x="8612" y="19694"/>
                  </a:lnTo>
                  <a:lnTo>
                    <a:pt x="9152" y="19848"/>
                  </a:lnTo>
                  <a:lnTo>
                    <a:pt x="9732" y="19925"/>
                  </a:lnTo>
                  <a:lnTo>
                    <a:pt x="10311" y="19964"/>
                  </a:lnTo>
                  <a:lnTo>
                    <a:pt x="10311" y="20389"/>
                  </a:lnTo>
                  <a:lnTo>
                    <a:pt x="10349" y="20852"/>
                  </a:lnTo>
                  <a:lnTo>
                    <a:pt x="10465" y="21315"/>
                  </a:lnTo>
                  <a:lnTo>
                    <a:pt x="10542" y="21547"/>
                  </a:lnTo>
                  <a:lnTo>
                    <a:pt x="10697" y="21740"/>
                  </a:lnTo>
                  <a:lnTo>
                    <a:pt x="10736" y="21779"/>
                  </a:lnTo>
                  <a:lnTo>
                    <a:pt x="10813" y="21779"/>
                  </a:lnTo>
                  <a:lnTo>
                    <a:pt x="10851" y="21856"/>
                  </a:lnTo>
                  <a:lnTo>
                    <a:pt x="10929" y="21856"/>
                  </a:lnTo>
                  <a:lnTo>
                    <a:pt x="11315" y="21895"/>
                  </a:lnTo>
                  <a:lnTo>
                    <a:pt x="11662" y="21856"/>
                  </a:lnTo>
                  <a:lnTo>
                    <a:pt x="11624" y="22126"/>
                  </a:lnTo>
                  <a:lnTo>
                    <a:pt x="11585" y="22358"/>
                  </a:lnTo>
                  <a:lnTo>
                    <a:pt x="11546" y="22590"/>
                  </a:lnTo>
                  <a:lnTo>
                    <a:pt x="11585" y="22860"/>
                  </a:lnTo>
                  <a:lnTo>
                    <a:pt x="11624" y="23092"/>
                  </a:lnTo>
                  <a:lnTo>
                    <a:pt x="11662" y="23323"/>
                  </a:lnTo>
                  <a:lnTo>
                    <a:pt x="11778" y="23594"/>
                  </a:lnTo>
                  <a:lnTo>
                    <a:pt x="11894" y="23825"/>
                  </a:lnTo>
                  <a:lnTo>
                    <a:pt x="11933" y="23903"/>
                  </a:lnTo>
                  <a:lnTo>
                    <a:pt x="12010" y="23903"/>
                  </a:lnTo>
                  <a:lnTo>
                    <a:pt x="12087" y="23864"/>
                  </a:lnTo>
                  <a:lnTo>
                    <a:pt x="12164" y="23825"/>
                  </a:lnTo>
                  <a:lnTo>
                    <a:pt x="12589" y="23208"/>
                  </a:lnTo>
                  <a:lnTo>
                    <a:pt x="12744" y="23594"/>
                  </a:lnTo>
                  <a:lnTo>
                    <a:pt x="12937" y="23941"/>
                  </a:lnTo>
                  <a:lnTo>
                    <a:pt x="13168" y="24289"/>
                  </a:lnTo>
                  <a:lnTo>
                    <a:pt x="13439" y="24598"/>
                  </a:lnTo>
                  <a:lnTo>
                    <a:pt x="13709" y="24907"/>
                  </a:lnTo>
                  <a:lnTo>
                    <a:pt x="14018" y="25177"/>
                  </a:lnTo>
                  <a:lnTo>
                    <a:pt x="14365" y="25409"/>
                  </a:lnTo>
                  <a:lnTo>
                    <a:pt x="14713" y="25602"/>
                  </a:lnTo>
                  <a:lnTo>
                    <a:pt x="15331" y="25911"/>
                  </a:lnTo>
                  <a:lnTo>
                    <a:pt x="15717" y="26027"/>
                  </a:lnTo>
                  <a:lnTo>
                    <a:pt x="16142" y="26181"/>
                  </a:lnTo>
                  <a:lnTo>
                    <a:pt x="16566" y="26258"/>
                  </a:lnTo>
                  <a:lnTo>
                    <a:pt x="16953" y="26297"/>
                  </a:lnTo>
                  <a:lnTo>
                    <a:pt x="17146" y="26297"/>
                  </a:lnTo>
                  <a:lnTo>
                    <a:pt x="17300" y="26258"/>
                  </a:lnTo>
                  <a:lnTo>
                    <a:pt x="17416" y="26181"/>
                  </a:lnTo>
                  <a:lnTo>
                    <a:pt x="17570" y="26104"/>
                  </a:lnTo>
                  <a:lnTo>
                    <a:pt x="17648" y="25949"/>
                  </a:lnTo>
                  <a:lnTo>
                    <a:pt x="17725" y="25833"/>
                  </a:lnTo>
                  <a:lnTo>
                    <a:pt x="17841" y="25486"/>
                  </a:lnTo>
                  <a:lnTo>
                    <a:pt x="17879" y="25100"/>
                  </a:lnTo>
                  <a:lnTo>
                    <a:pt x="17841" y="24675"/>
                  </a:lnTo>
                  <a:lnTo>
                    <a:pt x="17802" y="24289"/>
                  </a:lnTo>
                  <a:lnTo>
                    <a:pt x="17686" y="23903"/>
                  </a:lnTo>
                  <a:lnTo>
                    <a:pt x="17493" y="23246"/>
                  </a:lnTo>
                  <a:lnTo>
                    <a:pt x="17223" y="22706"/>
                  </a:lnTo>
                  <a:lnTo>
                    <a:pt x="16914" y="22204"/>
                  </a:lnTo>
                  <a:lnTo>
                    <a:pt x="16528" y="21740"/>
                  </a:lnTo>
                  <a:lnTo>
                    <a:pt x="16103" y="21354"/>
                  </a:lnTo>
                  <a:lnTo>
                    <a:pt x="16296" y="21315"/>
                  </a:lnTo>
                  <a:lnTo>
                    <a:pt x="16489" y="21277"/>
                  </a:lnTo>
                  <a:lnTo>
                    <a:pt x="16682" y="21161"/>
                  </a:lnTo>
                  <a:lnTo>
                    <a:pt x="16875" y="21045"/>
                  </a:lnTo>
                  <a:lnTo>
                    <a:pt x="16914" y="21007"/>
                  </a:lnTo>
                  <a:lnTo>
                    <a:pt x="16953" y="20929"/>
                  </a:lnTo>
                  <a:lnTo>
                    <a:pt x="16914" y="20814"/>
                  </a:lnTo>
                  <a:lnTo>
                    <a:pt x="16875" y="20775"/>
                  </a:lnTo>
                  <a:lnTo>
                    <a:pt x="16335" y="20466"/>
                  </a:lnTo>
                  <a:lnTo>
                    <a:pt x="15833" y="20196"/>
                  </a:lnTo>
                  <a:lnTo>
                    <a:pt x="15292" y="20003"/>
                  </a:lnTo>
                  <a:lnTo>
                    <a:pt x="14713" y="19848"/>
                  </a:lnTo>
                  <a:lnTo>
                    <a:pt x="14983" y="19346"/>
                  </a:lnTo>
                  <a:lnTo>
                    <a:pt x="14983" y="19230"/>
                  </a:lnTo>
                  <a:lnTo>
                    <a:pt x="14983" y="19114"/>
                  </a:lnTo>
                  <a:lnTo>
                    <a:pt x="14983" y="19076"/>
                  </a:lnTo>
                  <a:lnTo>
                    <a:pt x="14945" y="19037"/>
                  </a:lnTo>
                  <a:lnTo>
                    <a:pt x="14172" y="18574"/>
                  </a:lnTo>
                  <a:lnTo>
                    <a:pt x="13825" y="18342"/>
                  </a:lnTo>
                  <a:lnTo>
                    <a:pt x="13477" y="18033"/>
                  </a:lnTo>
                  <a:lnTo>
                    <a:pt x="13554" y="17879"/>
                  </a:lnTo>
                  <a:lnTo>
                    <a:pt x="13670" y="17493"/>
                  </a:lnTo>
                  <a:lnTo>
                    <a:pt x="13747" y="17106"/>
                  </a:lnTo>
                  <a:lnTo>
                    <a:pt x="13786" y="16720"/>
                  </a:lnTo>
                  <a:lnTo>
                    <a:pt x="13825" y="16334"/>
                  </a:lnTo>
                  <a:lnTo>
                    <a:pt x="14249" y="17106"/>
                  </a:lnTo>
                  <a:lnTo>
                    <a:pt x="14674" y="17956"/>
                  </a:lnTo>
                  <a:lnTo>
                    <a:pt x="14751" y="18033"/>
                  </a:lnTo>
                  <a:lnTo>
                    <a:pt x="14867" y="18033"/>
                  </a:lnTo>
                  <a:lnTo>
                    <a:pt x="15640" y="18072"/>
                  </a:lnTo>
                  <a:lnTo>
                    <a:pt x="16412" y="18110"/>
                  </a:lnTo>
                  <a:lnTo>
                    <a:pt x="17184" y="18188"/>
                  </a:lnTo>
                  <a:lnTo>
                    <a:pt x="17957" y="18304"/>
                  </a:lnTo>
                  <a:lnTo>
                    <a:pt x="18111" y="18304"/>
                  </a:lnTo>
                  <a:lnTo>
                    <a:pt x="18188" y="18226"/>
                  </a:lnTo>
                  <a:lnTo>
                    <a:pt x="18227" y="18110"/>
                  </a:lnTo>
                  <a:lnTo>
                    <a:pt x="18188" y="17995"/>
                  </a:lnTo>
                  <a:lnTo>
                    <a:pt x="16798" y="15099"/>
                  </a:lnTo>
                  <a:lnTo>
                    <a:pt x="16064" y="13631"/>
                  </a:lnTo>
                  <a:lnTo>
                    <a:pt x="15678" y="12936"/>
                  </a:lnTo>
                  <a:lnTo>
                    <a:pt x="15253" y="12241"/>
                  </a:lnTo>
                  <a:lnTo>
                    <a:pt x="15176" y="12202"/>
                  </a:lnTo>
                  <a:lnTo>
                    <a:pt x="15099" y="12202"/>
                  </a:lnTo>
                  <a:lnTo>
                    <a:pt x="14713" y="12164"/>
                  </a:lnTo>
                  <a:lnTo>
                    <a:pt x="14288" y="12164"/>
                  </a:lnTo>
                  <a:lnTo>
                    <a:pt x="13516" y="12125"/>
                  </a:lnTo>
                  <a:lnTo>
                    <a:pt x="12164" y="12009"/>
                  </a:lnTo>
                  <a:lnTo>
                    <a:pt x="11662" y="11198"/>
                  </a:lnTo>
                  <a:lnTo>
                    <a:pt x="11122" y="10465"/>
                  </a:lnTo>
                  <a:lnTo>
                    <a:pt x="10542" y="9731"/>
                  </a:lnTo>
                  <a:lnTo>
                    <a:pt x="10002" y="8997"/>
                  </a:lnTo>
                  <a:lnTo>
                    <a:pt x="8959" y="7762"/>
                  </a:lnTo>
                  <a:lnTo>
                    <a:pt x="7839" y="6565"/>
                  </a:lnTo>
                  <a:lnTo>
                    <a:pt x="6720" y="5406"/>
                  </a:lnTo>
                  <a:lnTo>
                    <a:pt x="5561" y="4286"/>
                  </a:lnTo>
                  <a:lnTo>
                    <a:pt x="4325" y="3205"/>
                  </a:lnTo>
                  <a:lnTo>
                    <a:pt x="3128" y="2163"/>
                  </a:lnTo>
                  <a:lnTo>
                    <a:pt x="1854" y="1120"/>
                  </a:lnTo>
                  <a:lnTo>
                    <a:pt x="580" y="116"/>
                  </a:lnTo>
                  <a:lnTo>
                    <a:pt x="541" y="77"/>
                  </a:lnTo>
                  <a:lnTo>
                    <a:pt x="464" y="77"/>
                  </a:lnTo>
                  <a:lnTo>
                    <a:pt x="348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8"/>
            <p:cNvSpPr/>
            <p:nvPr/>
          </p:nvSpPr>
          <p:spPr>
            <a:xfrm>
              <a:off x="668675" y="2948700"/>
              <a:ext cx="256800" cy="152550"/>
            </a:xfrm>
            <a:custGeom>
              <a:avLst/>
              <a:gdLst/>
              <a:ahLst/>
              <a:cxnLst/>
              <a:rect l="l" t="t" r="r" b="b"/>
              <a:pathLst>
                <a:path w="10272" h="6102" extrusionOk="0">
                  <a:moveTo>
                    <a:pt x="541" y="1"/>
                  </a:moveTo>
                  <a:lnTo>
                    <a:pt x="425" y="39"/>
                  </a:lnTo>
                  <a:lnTo>
                    <a:pt x="348" y="116"/>
                  </a:lnTo>
                  <a:lnTo>
                    <a:pt x="232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889"/>
                  </a:lnTo>
                  <a:lnTo>
                    <a:pt x="0" y="1275"/>
                  </a:lnTo>
                  <a:lnTo>
                    <a:pt x="0" y="1622"/>
                  </a:lnTo>
                  <a:lnTo>
                    <a:pt x="0" y="2047"/>
                  </a:lnTo>
                  <a:lnTo>
                    <a:pt x="77" y="2511"/>
                  </a:lnTo>
                  <a:lnTo>
                    <a:pt x="155" y="2935"/>
                  </a:lnTo>
                  <a:lnTo>
                    <a:pt x="309" y="3321"/>
                  </a:lnTo>
                  <a:lnTo>
                    <a:pt x="502" y="3785"/>
                  </a:lnTo>
                  <a:lnTo>
                    <a:pt x="734" y="4171"/>
                  </a:lnTo>
                  <a:lnTo>
                    <a:pt x="1004" y="4557"/>
                  </a:lnTo>
                  <a:lnTo>
                    <a:pt x="1313" y="4905"/>
                  </a:lnTo>
                  <a:lnTo>
                    <a:pt x="1699" y="5214"/>
                  </a:lnTo>
                  <a:lnTo>
                    <a:pt x="2047" y="5523"/>
                  </a:lnTo>
                  <a:lnTo>
                    <a:pt x="2472" y="5754"/>
                  </a:lnTo>
                  <a:lnTo>
                    <a:pt x="2896" y="5947"/>
                  </a:lnTo>
                  <a:lnTo>
                    <a:pt x="3167" y="5716"/>
                  </a:lnTo>
                  <a:lnTo>
                    <a:pt x="2819" y="5561"/>
                  </a:lnTo>
                  <a:lnTo>
                    <a:pt x="2510" y="5368"/>
                  </a:lnTo>
                  <a:lnTo>
                    <a:pt x="2240" y="5136"/>
                  </a:lnTo>
                  <a:lnTo>
                    <a:pt x="1931" y="4905"/>
                  </a:lnTo>
                  <a:lnTo>
                    <a:pt x="1661" y="4634"/>
                  </a:lnTo>
                  <a:lnTo>
                    <a:pt x="1429" y="4364"/>
                  </a:lnTo>
                  <a:lnTo>
                    <a:pt x="1197" y="4094"/>
                  </a:lnTo>
                  <a:lnTo>
                    <a:pt x="1004" y="3785"/>
                  </a:lnTo>
                  <a:lnTo>
                    <a:pt x="811" y="3476"/>
                  </a:lnTo>
                  <a:lnTo>
                    <a:pt x="657" y="3128"/>
                  </a:lnTo>
                  <a:lnTo>
                    <a:pt x="541" y="2781"/>
                  </a:lnTo>
                  <a:lnTo>
                    <a:pt x="464" y="2433"/>
                  </a:lnTo>
                  <a:lnTo>
                    <a:pt x="425" y="2086"/>
                  </a:lnTo>
                  <a:lnTo>
                    <a:pt x="386" y="1700"/>
                  </a:lnTo>
                  <a:lnTo>
                    <a:pt x="425" y="1352"/>
                  </a:lnTo>
                  <a:lnTo>
                    <a:pt x="464" y="966"/>
                  </a:lnTo>
                  <a:lnTo>
                    <a:pt x="541" y="696"/>
                  </a:lnTo>
                  <a:lnTo>
                    <a:pt x="579" y="541"/>
                  </a:lnTo>
                  <a:lnTo>
                    <a:pt x="657" y="464"/>
                  </a:lnTo>
                  <a:lnTo>
                    <a:pt x="811" y="503"/>
                  </a:lnTo>
                  <a:lnTo>
                    <a:pt x="1043" y="618"/>
                  </a:lnTo>
                  <a:lnTo>
                    <a:pt x="1429" y="812"/>
                  </a:lnTo>
                  <a:lnTo>
                    <a:pt x="1738" y="1005"/>
                  </a:lnTo>
                  <a:lnTo>
                    <a:pt x="2085" y="1236"/>
                  </a:lnTo>
                  <a:lnTo>
                    <a:pt x="2394" y="1468"/>
                  </a:lnTo>
                  <a:lnTo>
                    <a:pt x="2665" y="1738"/>
                  </a:lnTo>
                  <a:lnTo>
                    <a:pt x="2935" y="2009"/>
                  </a:lnTo>
                  <a:lnTo>
                    <a:pt x="3167" y="2279"/>
                  </a:lnTo>
                  <a:lnTo>
                    <a:pt x="3360" y="2588"/>
                  </a:lnTo>
                  <a:lnTo>
                    <a:pt x="3514" y="2897"/>
                  </a:lnTo>
                  <a:lnTo>
                    <a:pt x="3630" y="3244"/>
                  </a:lnTo>
                  <a:lnTo>
                    <a:pt x="3707" y="3592"/>
                  </a:lnTo>
                  <a:lnTo>
                    <a:pt x="3784" y="3939"/>
                  </a:lnTo>
                  <a:lnTo>
                    <a:pt x="3784" y="4325"/>
                  </a:lnTo>
                  <a:lnTo>
                    <a:pt x="3823" y="4403"/>
                  </a:lnTo>
                  <a:lnTo>
                    <a:pt x="3939" y="4480"/>
                  </a:lnTo>
                  <a:lnTo>
                    <a:pt x="3939" y="4557"/>
                  </a:lnTo>
                  <a:lnTo>
                    <a:pt x="3978" y="4596"/>
                  </a:lnTo>
                  <a:lnTo>
                    <a:pt x="4016" y="4596"/>
                  </a:lnTo>
                  <a:lnTo>
                    <a:pt x="4055" y="4557"/>
                  </a:lnTo>
                  <a:lnTo>
                    <a:pt x="4171" y="4403"/>
                  </a:lnTo>
                  <a:lnTo>
                    <a:pt x="4286" y="4287"/>
                  </a:lnTo>
                  <a:lnTo>
                    <a:pt x="4595" y="4017"/>
                  </a:lnTo>
                  <a:lnTo>
                    <a:pt x="4943" y="3785"/>
                  </a:lnTo>
                  <a:lnTo>
                    <a:pt x="5329" y="3630"/>
                  </a:lnTo>
                  <a:lnTo>
                    <a:pt x="5754" y="3476"/>
                  </a:lnTo>
                  <a:lnTo>
                    <a:pt x="6179" y="3360"/>
                  </a:lnTo>
                  <a:lnTo>
                    <a:pt x="6565" y="3283"/>
                  </a:lnTo>
                  <a:lnTo>
                    <a:pt x="6912" y="3206"/>
                  </a:lnTo>
                  <a:lnTo>
                    <a:pt x="7260" y="3167"/>
                  </a:lnTo>
                  <a:lnTo>
                    <a:pt x="7646" y="3167"/>
                  </a:lnTo>
                  <a:lnTo>
                    <a:pt x="7994" y="3206"/>
                  </a:lnTo>
                  <a:lnTo>
                    <a:pt x="8380" y="3244"/>
                  </a:lnTo>
                  <a:lnTo>
                    <a:pt x="8727" y="3321"/>
                  </a:lnTo>
                  <a:lnTo>
                    <a:pt x="9075" y="3399"/>
                  </a:lnTo>
                  <a:lnTo>
                    <a:pt x="9422" y="3553"/>
                  </a:lnTo>
                  <a:lnTo>
                    <a:pt x="9770" y="3669"/>
                  </a:lnTo>
                  <a:lnTo>
                    <a:pt x="9499" y="4017"/>
                  </a:lnTo>
                  <a:lnTo>
                    <a:pt x="9229" y="4364"/>
                  </a:lnTo>
                  <a:lnTo>
                    <a:pt x="8920" y="4634"/>
                  </a:lnTo>
                  <a:lnTo>
                    <a:pt x="8611" y="4905"/>
                  </a:lnTo>
                  <a:lnTo>
                    <a:pt x="8264" y="5136"/>
                  </a:lnTo>
                  <a:lnTo>
                    <a:pt x="7916" y="5329"/>
                  </a:lnTo>
                  <a:lnTo>
                    <a:pt x="7530" y="5484"/>
                  </a:lnTo>
                  <a:lnTo>
                    <a:pt x="7105" y="5600"/>
                  </a:lnTo>
                  <a:lnTo>
                    <a:pt x="6719" y="5638"/>
                  </a:lnTo>
                  <a:lnTo>
                    <a:pt x="6333" y="5677"/>
                  </a:lnTo>
                  <a:lnTo>
                    <a:pt x="5599" y="5677"/>
                  </a:lnTo>
                  <a:lnTo>
                    <a:pt x="4866" y="5600"/>
                  </a:lnTo>
                  <a:lnTo>
                    <a:pt x="4093" y="5484"/>
                  </a:lnTo>
                  <a:lnTo>
                    <a:pt x="4016" y="5484"/>
                  </a:lnTo>
                  <a:lnTo>
                    <a:pt x="3978" y="5523"/>
                  </a:lnTo>
                  <a:lnTo>
                    <a:pt x="3900" y="5638"/>
                  </a:lnTo>
                  <a:lnTo>
                    <a:pt x="3862" y="5638"/>
                  </a:lnTo>
                  <a:lnTo>
                    <a:pt x="3862" y="5716"/>
                  </a:lnTo>
                  <a:lnTo>
                    <a:pt x="3900" y="6025"/>
                  </a:lnTo>
                  <a:lnTo>
                    <a:pt x="4093" y="5909"/>
                  </a:lnTo>
                  <a:lnTo>
                    <a:pt x="4943" y="6025"/>
                  </a:lnTo>
                  <a:lnTo>
                    <a:pt x="5792" y="6102"/>
                  </a:lnTo>
                  <a:lnTo>
                    <a:pt x="6217" y="6102"/>
                  </a:lnTo>
                  <a:lnTo>
                    <a:pt x="6642" y="6063"/>
                  </a:lnTo>
                  <a:lnTo>
                    <a:pt x="7105" y="6025"/>
                  </a:lnTo>
                  <a:lnTo>
                    <a:pt x="7530" y="5947"/>
                  </a:lnTo>
                  <a:lnTo>
                    <a:pt x="7955" y="5793"/>
                  </a:lnTo>
                  <a:lnTo>
                    <a:pt x="8341" y="5600"/>
                  </a:lnTo>
                  <a:lnTo>
                    <a:pt x="8727" y="5368"/>
                  </a:lnTo>
                  <a:lnTo>
                    <a:pt x="9075" y="5098"/>
                  </a:lnTo>
                  <a:lnTo>
                    <a:pt x="9384" y="4789"/>
                  </a:lnTo>
                  <a:lnTo>
                    <a:pt x="9654" y="4441"/>
                  </a:lnTo>
                  <a:lnTo>
                    <a:pt x="10233" y="3746"/>
                  </a:lnTo>
                  <a:lnTo>
                    <a:pt x="10272" y="3630"/>
                  </a:lnTo>
                  <a:lnTo>
                    <a:pt x="10272" y="3553"/>
                  </a:lnTo>
                  <a:lnTo>
                    <a:pt x="10233" y="3476"/>
                  </a:lnTo>
                  <a:lnTo>
                    <a:pt x="10156" y="3399"/>
                  </a:lnTo>
                  <a:lnTo>
                    <a:pt x="9693" y="3206"/>
                  </a:lnTo>
                  <a:lnTo>
                    <a:pt x="9229" y="3013"/>
                  </a:lnTo>
                  <a:lnTo>
                    <a:pt x="8766" y="2897"/>
                  </a:lnTo>
                  <a:lnTo>
                    <a:pt x="8264" y="2781"/>
                  </a:lnTo>
                  <a:lnTo>
                    <a:pt x="7800" y="2742"/>
                  </a:lnTo>
                  <a:lnTo>
                    <a:pt x="7298" y="2742"/>
                  </a:lnTo>
                  <a:lnTo>
                    <a:pt x="6796" y="2781"/>
                  </a:lnTo>
                  <a:lnTo>
                    <a:pt x="6294" y="2858"/>
                  </a:lnTo>
                  <a:lnTo>
                    <a:pt x="5870" y="3013"/>
                  </a:lnTo>
                  <a:lnTo>
                    <a:pt x="5290" y="3206"/>
                  </a:lnTo>
                  <a:lnTo>
                    <a:pt x="4982" y="3321"/>
                  </a:lnTo>
                  <a:lnTo>
                    <a:pt x="4673" y="3476"/>
                  </a:lnTo>
                  <a:lnTo>
                    <a:pt x="4402" y="3630"/>
                  </a:lnTo>
                  <a:lnTo>
                    <a:pt x="4209" y="3823"/>
                  </a:lnTo>
                  <a:lnTo>
                    <a:pt x="4132" y="3476"/>
                  </a:lnTo>
                  <a:lnTo>
                    <a:pt x="4055" y="3128"/>
                  </a:lnTo>
                  <a:lnTo>
                    <a:pt x="3939" y="2781"/>
                  </a:lnTo>
                  <a:lnTo>
                    <a:pt x="3784" y="2472"/>
                  </a:lnTo>
                  <a:lnTo>
                    <a:pt x="3591" y="2163"/>
                  </a:lnTo>
                  <a:lnTo>
                    <a:pt x="3360" y="1854"/>
                  </a:lnTo>
                  <a:lnTo>
                    <a:pt x="3128" y="1584"/>
                  </a:lnTo>
                  <a:lnTo>
                    <a:pt x="2858" y="1314"/>
                  </a:lnTo>
                  <a:lnTo>
                    <a:pt x="2472" y="966"/>
                  </a:lnTo>
                  <a:lnTo>
                    <a:pt x="2008" y="696"/>
                  </a:lnTo>
                  <a:lnTo>
                    <a:pt x="1545" y="425"/>
                  </a:lnTo>
                  <a:lnTo>
                    <a:pt x="1081" y="194"/>
                  </a:lnTo>
                  <a:lnTo>
                    <a:pt x="850" y="78"/>
                  </a:lnTo>
                  <a:lnTo>
                    <a:pt x="657" y="39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8"/>
            <p:cNvSpPr/>
            <p:nvPr/>
          </p:nvSpPr>
          <p:spPr>
            <a:xfrm>
              <a:off x="3343725" y="3024000"/>
              <a:ext cx="482700" cy="227850"/>
            </a:xfrm>
            <a:custGeom>
              <a:avLst/>
              <a:gdLst/>
              <a:ahLst/>
              <a:cxnLst/>
              <a:rect l="l" t="t" r="r" b="b"/>
              <a:pathLst>
                <a:path w="19308" h="9114" extrusionOk="0">
                  <a:moveTo>
                    <a:pt x="77" y="1"/>
                  </a:moveTo>
                  <a:lnTo>
                    <a:pt x="0" y="618"/>
                  </a:lnTo>
                  <a:lnTo>
                    <a:pt x="0" y="1236"/>
                  </a:lnTo>
                  <a:lnTo>
                    <a:pt x="39" y="1854"/>
                  </a:lnTo>
                  <a:lnTo>
                    <a:pt x="154" y="2472"/>
                  </a:lnTo>
                  <a:lnTo>
                    <a:pt x="309" y="3090"/>
                  </a:lnTo>
                  <a:lnTo>
                    <a:pt x="502" y="3669"/>
                  </a:lnTo>
                  <a:lnTo>
                    <a:pt x="772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69" y="5947"/>
                  </a:lnTo>
                  <a:lnTo>
                    <a:pt x="2433" y="6449"/>
                  </a:lnTo>
                  <a:lnTo>
                    <a:pt x="2935" y="6913"/>
                  </a:lnTo>
                  <a:lnTo>
                    <a:pt x="3514" y="7299"/>
                  </a:lnTo>
                  <a:lnTo>
                    <a:pt x="4093" y="7646"/>
                  </a:lnTo>
                  <a:lnTo>
                    <a:pt x="4672" y="7994"/>
                  </a:lnTo>
                  <a:lnTo>
                    <a:pt x="5329" y="8264"/>
                  </a:lnTo>
                  <a:lnTo>
                    <a:pt x="5947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98"/>
                  </a:lnTo>
                  <a:lnTo>
                    <a:pt x="8688" y="9075"/>
                  </a:lnTo>
                  <a:lnTo>
                    <a:pt x="9383" y="9114"/>
                  </a:lnTo>
                  <a:lnTo>
                    <a:pt x="10079" y="9114"/>
                  </a:lnTo>
                  <a:lnTo>
                    <a:pt x="10735" y="9075"/>
                  </a:lnTo>
                  <a:lnTo>
                    <a:pt x="11391" y="9036"/>
                  </a:lnTo>
                  <a:lnTo>
                    <a:pt x="12048" y="8921"/>
                  </a:lnTo>
                  <a:lnTo>
                    <a:pt x="12704" y="8805"/>
                  </a:lnTo>
                  <a:lnTo>
                    <a:pt x="13361" y="8612"/>
                  </a:lnTo>
                  <a:lnTo>
                    <a:pt x="14017" y="8419"/>
                  </a:lnTo>
                  <a:lnTo>
                    <a:pt x="14635" y="8187"/>
                  </a:lnTo>
                  <a:lnTo>
                    <a:pt x="15253" y="7917"/>
                  </a:lnTo>
                  <a:lnTo>
                    <a:pt x="15871" y="7569"/>
                  </a:lnTo>
                  <a:lnTo>
                    <a:pt x="16411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28" y="4905"/>
                  </a:lnTo>
                  <a:lnTo>
                    <a:pt x="19076" y="4325"/>
                  </a:lnTo>
                  <a:lnTo>
                    <a:pt x="19307" y="3708"/>
                  </a:lnTo>
                  <a:lnTo>
                    <a:pt x="19114" y="3669"/>
                  </a:lnTo>
                  <a:lnTo>
                    <a:pt x="18767" y="4171"/>
                  </a:lnTo>
                  <a:lnTo>
                    <a:pt x="18381" y="4673"/>
                  </a:lnTo>
                  <a:lnTo>
                    <a:pt x="17995" y="5136"/>
                  </a:lnTo>
                  <a:lnTo>
                    <a:pt x="17608" y="5561"/>
                  </a:lnTo>
                  <a:lnTo>
                    <a:pt x="17145" y="5986"/>
                  </a:lnTo>
                  <a:lnTo>
                    <a:pt x="16720" y="6372"/>
                  </a:lnTo>
                  <a:lnTo>
                    <a:pt x="16218" y="6720"/>
                  </a:lnTo>
                  <a:lnTo>
                    <a:pt x="15716" y="7028"/>
                  </a:lnTo>
                  <a:lnTo>
                    <a:pt x="15214" y="7337"/>
                  </a:lnTo>
                  <a:lnTo>
                    <a:pt x="14674" y="7608"/>
                  </a:lnTo>
                  <a:lnTo>
                    <a:pt x="14133" y="7839"/>
                  </a:lnTo>
                  <a:lnTo>
                    <a:pt x="13554" y="8032"/>
                  </a:lnTo>
                  <a:lnTo>
                    <a:pt x="12975" y="8225"/>
                  </a:lnTo>
                  <a:lnTo>
                    <a:pt x="12395" y="8380"/>
                  </a:lnTo>
                  <a:lnTo>
                    <a:pt x="11816" y="8496"/>
                  </a:lnTo>
                  <a:lnTo>
                    <a:pt x="11198" y="8573"/>
                  </a:lnTo>
                  <a:lnTo>
                    <a:pt x="10503" y="8612"/>
                  </a:lnTo>
                  <a:lnTo>
                    <a:pt x="9808" y="8650"/>
                  </a:lnTo>
                  <a:lnTo>
                    <a:pt x="9075" y="8612"/>
                  </a:lnTo>
                  <a:lnTo>
                    <a:pt x="8379" y="8573"/>
                  </a:lnTo>
                  <a:lnTo>
                    <a:pt x="7684" y="8457"/>
                  </a:lnTo>
                  <a:lnTo>
                    <a:pt x="6989" y="8303"/>
                  </a:lnTo>
                  <a:lnTo>
                    <a:pt x="6294" y="8110"/>
                  </a:lnTo>
                  <a:lnTo>
                    <a:pt x="5638" y="7878"/>
                  </a:lnTo>
                  <a:lnTo>
                    <a:pt x="4981" y="7608"/>
                  </a:lnTo>
                  <a:lnTo>
                    <a:pt x="4364" y="7299"/>
                  </a:lnTo>
                  <a:lnTo>
                    <a:pt x="3784" y="6951"/>
                  </a:lnTo>
                  <a:lnTo>
                    <a:pt x="3205" y="6526"/>
                  </a:lnTo>
                  <a:lnTo>
                    <a:pt x="2664" y="6063"/>
                  </a:lnTo>
                  <a:lnTo>
                    <a:pt x="2201" y="5561"/>
                  </a:lnTo>
                  <a:lnTo>
                    <a:pt x="1738" y="5020"/>
                  </a:lnTo>
                  <a:lnTo>
                    <a:pt x="1352" y="4403"/>
                  </a:lnTo>
                  <a:lnTo>
                    <a:pt x="1081" y="3901"/>
                  </a:lnTo>
                  <a:lnTo>
                    <a:pt x="850" y="3399"/>
                  </a:lnTo>
                  <a:lnTo>
                    <a:pt x="656" y="2858"/>
                  </a:lnTo>
                  <a:lnTo>
                    <a:pt x="502" y="2317"/>
                  </a:lnTo>
                  <a:lnTo>
                    <a:pt x="425" y="1777"/>
                  </a:lnTo>
                  <a:lnTo>
                    <a:pt x="348" y="1198"/>
                  </a:lnTo>
                  <a:lnTo>
                    <a:pt x="386" y="618"/>
                  </a:lnTo>
                  <a:lnTo>
                    <a:pt x="425" y="78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8"/>
            <p:cNvSpPr/>
            <p:nvPr/>
          </p:nvSpPr>
          <p:spPr>
            <a:xfrm>
              <a:off x="238125" y="3026900"/>
              <a:ext cx="84975" cy="55050"/>
            </a:xfrm>
            <a:custGeom>
              <a:avLst/>
              <a:gdLst/>
              <a:ahLst/>
              <a:cxnLst/>
              <a:rect l="l" t="t" r="r" b="b"/>
              <a:pathLst>
                <a:path w="3399" h="2202" extrusionOk="0">
                  <a:moveTo>
                    <a:pt x="1506" y="425"/>
                  </a:moveTo>
                  <a:lnTo>
                    <a:pt x="1738" y="502"/>
                  </a:lnTo>
                  <a:lnTo>
                    <a:pt x="1931" y="580"/>
                  </a:lnTo>
                  <a:lnTo>
                    <a:pt x="2124" y="657"/>
                  </a:lnTo>
                  <a:lnTo>
                    <a:pt x="2433" y="927"/>
                  </a:lnTo>
                  <a:lnTo>
                    <a:pt x="2742" y="1236"/>
                  </a:lnTo>
                  <a:lnTo>
                    <a:pt x="2973" y="1545"/>
                  </a:lnTo>
                  <a:lnTo>
                    <a:pt x="2549" y="1545"/>
                  </a:lnTo>
                  <a:lnTo>
                    <a:pt x="2085" y="1584"/>
                  </a:lnTo>
                  <a:lnTo>
                    <a:pt x="1699" y="1699"/>
                  </a:lnTo>
                  <a:lnTo>
                    <a:pt x="1467" y="1777"/>
                  </a:lnTo>
                  <a:lnTo>
                    <a:pt x="965" y="1777"/>
                  </a:lnTo>
                  <a:lnTo>
                    <a:pt x="772" y="1738"/>
                  </a:lnTo>
                  <a:lnTo>
                    <a:pt x="579" y="1622"/>
                  </a:lnTo>
                  <a:lnTo>
                    <a:pt x="502" y="1545"/>
                  </a:lnTo>
                  <a:lnTo>
                    <a:pt x="463" y="1429"/>
                  </a:lnTo>
                  <a:lnTo>
                    <a:pt x="386" y="1313"/>
                  </a:lnTo>
                  <a:lnTo>
                    <a:pt x="386" y="1159"/>
                  </a:lnTo>
                  <a:lnTo>
                    <a:pt x="386" y="1043"/>
                  </a:lnTo>
                  <a:lnTo>
                    <a:pt x="425" y="927"/>
                  </a:lnTo>
                  <a:lnTo>
                    <a:pt x="463" y="811"/>
                  </a:lnTo>
                  <a:lnTo>
                    <a:pt x="541" y="734"/>
                  </a:lnTo>
                  <a:lnTo>
                    <a:pt x="734" y="580"/>
                  </a:lnTo>
                  <a:lnTo>
                    <a:pt x="1004" y="502"/>
                  </a:lnTo>
                  <a:lnTo>
                    <a:pt x="1236" y="425"/>
                  </a:lnTo>
                  <a:close/>
                  <a:moveTo>
                    <a:pt x="1004" y="0"/>
                  </a:moveTo>
                  <a:lnTo>
                    <a:pt x="772" y="78"/>
                  </a:lnTo>
                  <a:lnTo>
                    <a:pt x="541" y="193"/>
                  </a:lnTo>
                  <a:lnTo>
                    <a:pt x="386" y="309"/>
                  </a:lnTo>
                  <a:lnTo>
                    <a:pt x="193" y="502"/>
                  </a:lnTo>
                  <a:lnTo>
                    <a:pt x="77" y="734"/>
                  </a:lnTo>
                  <a:lnTo>
                    <a:pt x="0" y="927"/>
                  </a:lnTo>
                  <a:lnTo>
                    <a:pt x="0" y="1159"/>
                  </a:lnTo>
                  <a:lnTo>
                    <a:pt x="0" y="1391"/>
                  </a:lnTo>
                  <a:lnTo>
                    <a:pt x="77" y="1584"/>
                  </a:lnTo>
                  <a:lnTo>
                    <a:pt x="154" y="1777"/>
                  </a:lnTo>
                  <a:lnTo>
                    <a:pt x="309" y="1931"/>
                  </a:lnTo>
                  <a:lnTo>
                    <a:pt x="463" y="2047"/>
                  </a:lnTo>
                  <a:lnTo>
                    <a:pt x="695" y="2163"/>
                  </a:lnTo>
                  <a:lnTo>
                    <a:pt x="1004" y="2201"/>
                  </a:lnTo>
                  <a:lnTo>
                    <a:pt x="1274" y="2201"/>
                  </a:lnTo>
                  <a:lnTo>
                    <a:pt x="1583" y="2163"/>
                  </a:lnTo>
                  <a:lnTo>
                    <a:pt x="1892" y="2086"/>
                  </a:lnTo>
                  <a:lnTo>
                    <a:pt x="2201" y="2008"/>
                  </a:lnTo>
                  <a:lnTo>
                    <a:pt x="2510" y="1931"/>
                  </a:lnTo>
                  <a:lnTo>
                    <a:pt x="2819" y="1931"/>
                  </a:lnTo>
                  <a:lnTo>
                    <a:pt x="3089" y="2008"/>
                  </a:lnTo>
                  <a:lnTo>
                    <a:pt x="3205" y="2008"/>
                  </a:lnTo>
                  <a:lnTo>
                    <a:pt x="3282" y="1970"/>
                  </a:lnTo>
                  <a:lnTo>
                    <a:pt x="3359" y="1893"/>
                  </a:lnTo>
                  <a:lnTo>
                    <a:pt x="3359" y="1815"/>
                  </a:lnTo>
                  <a:lnTo>
                    <a:pt x="3398" y="1777"/>
                  </a:lnTo>
                  <a:lnTo>
                    <a:pt x="3398" y="1699"/>
                  </a:lnTo>
                  <a:lnTo>
                    <a:pt x="3089" y="1159"/>
                  </a:lnTo>
                  <a:lnTo>
                    <a:pt x="2935" y="927"/>
                  </a:lnTo>
                  <a:lnTo>
                    <a:pt x="2742" y="695"/>
                  </a:lnTo>
                  <a:lnTo>
                    <a:pt x="2510" y="464"/>
                  </a:lnTo>
                  <a:lnTo>
                    <a:pt x="2278" y="309"/>
                  </a:lnTo>
                  <a:lnTo>
                    <a:pt x="2008" y="155"/>
                  </a:lnTo>
                  <a:lnTo>
                    <a:pt x="1738" y="3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8"/>
            <p:cNvSpPr/>
            <p:nvPr/>
          </p:nvSpPr>
          <p:spPr>
            <a:xfrm>
              <a:off x="3429625" y="3033650"/>
              <a:ext cx="35750" cy="29950"/>
            </a:xfrm>
            <a:custGeom>
              <a:avLst/>
              <a:gdLst/>
              <a:ahLst/>
              <a:cxnLst/>
              <a:rect l="l" t="t" r="r" b="b"/>
              <a:pathLst>
                <a:path w="1430" h="1198" extrusionOk="0">
                  <a:moveTo>
                    <a:pt x="657" y="1"/>
                  </a:moveTo>
                  <a:lnTo>
                    <a:pt x="464" y="39"/>
                  </a:ln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1" y="580"/>
                  </a:lnTo>
                  <a:lnTo>
                    <a:pt x="1" y="773"/>
                  </a:lnTo>
                  <a:lnTo>
                    <a:pt x="39" y="927"/>
                  </a:lnTo>
                  <a:lnTo>
                    <a:pt x="117" y="1121"/>
                  </a:lnTo>
                  <a:lnTo>
                    <a:pt x="155" y="1159"/>
                  </a:lnTo>
                  <a:lnTo>
                    <a:pt x="232" y="1198"/>
                  </a:lnTo>
                  <a:lnTo>
                    <a:pt x="348" y="1159"/>
                  </a:lnTo>
                  <a:lnTo>
                    <a:pt x="387" y="1082"/>
                  </a:lnTo>
                  <a:lnTo>
                    <a:pt x="426" y="1005"/>
                  </a:lnTo>
                  <a:lnTo>
                    <a:pt x="387" y="966"/>
                  </a:lnTo>
                  <a:lnTo>
                    <a:pt x="348" y="850"/>
                  </a:lnTo>
                  <a:lnTo>
                    <a:pt x="348" y="773"/>
                  </a:lnTo>
                  <a:lnTo>
                    <a:pt x="387" y="580"/>
                  </a:lnTo>
                  <a:lnTo>
                    <a:pt x="503" y="464"/>
                  </a:lnTo>
                  <a:lnTo>
                    <a:pt x="580" y="425"/>
                  </a:lnTo>
                  <a:lnTo>
                    <a:pt x="696" y="387"/>
                  </a:lnTo>
                  <a:lnTo>
                    <a:pt x="773" y="425"/>
                  </a:lnTo>
                  <a:lnTo>
                    <a:pt x="850" y="464"/>
                  </a:lnTo>
                  <a:lnTo>
                    <a:pt x="966" y="580"/>
                  </a:lnTo>
                  <a:lnTo>
                    <a:pt x="1005" y="696"/>
                  </a:lnTo>
                  <a:lnTo>
                    <a:pt x="1005" y="773"/>
                  </a:lnTo>
                  <a:lnTo>
                    <a:pt x="966" y="966"/>
                  </a:lnTo>
                  <a:lnTo>
                    <a:pt x="928" y="1043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43" y="1159"/>
                  </a:lnTo>
                  <a:lnTo>
                    <a:pt x="1236" y="1159"/>
                  </a:lnTo>
                  <a:lnTo>
                    <a:pt x="1314" y="1082"/>
                  </a:lnTo>
                  <a:lnTo>
                    <a:pt x="1391" y="927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87"/>
                  </a:lnTo>
                  <a:lnTo>
                    <a:pt x="1159" y="232"/>
                  </a:lnTo>
                  <a:lnTo>
                    <a:pt x="1005" y="117"/>
                  </a:lnTo>
                  <a:lnTo>
                    <a:pt x="850" y="39"/>
                  </a:lnTo>
                  <a:lnTo>
                    <a:pt x="65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8"/>
            <p:cNvSpPr/>
            <p:nvPr/>
          </p:nvSpPr>
          <p:spPr>
            <a:xfrm>
              <a:off x="3375575" y="3037525"/>
              <a:ext cx="34775" cy="29950"/>
            </a:xfrm>
            <a:custGeom>
              <a:avLst/>
              <a:gdLst/>
              <a:ahLst/>
              <a:cxnLst/>
              <a:rect l="l" t="t" r="r" b="b"/>
              <a:pathLst>
                <a:path w="1391" h="1198" extrusionOk="0">
                  <a:moveTo>
                    <a:pt x="657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0"/>
                  </a:lnTo>
                  <a:lnTo>
                    <a:pt x="39" y="425"/>
                  </a:lnTo>
                  <a:lnTo>
                    <a:pt x="0" y="618"/>
                  </a:lnTo>
                  <a:lnTo>
                    <a:pt x="39" y="811"/>
                  </a:lnTo>
                  <a:lnTo>
                    <a:pt x="116" y="1004"/>
                  </a:lnTo>
                  <a:lnTo>
                    <a:pt x="232" y="1120"/>
                  </a:lnTo>
                  <a:lnTo>
                    <a:pt x="425" y="1197"/>
                  </a:lnTo>
                  <a:lnTo>
                    <a:pt x="502" y="1197"/>
                  </a:lnTo>
                  <a:lnTo>
                    <a:pt x="541" y="1159"/>
                  </a:lnTo>
                  <a:lnTo>
                    <a:pt x="541" y="1081"/>
                  </a:lnTo>
                  <a:lnTo>
                    <a:pt x="502" y="1004"/>
                  </a:lnTo>
                  <a:lnTo>
                    <a:pt x="425" y="927"/>
                  </a:lnTo>
                  <a:lnTo>
                    <a:pt x="386" y="850"/>
                  </a:lnTo>
                  <a:lnTo>
                    <a:pt x="386" y="734"/>
                  </a:lnTo>
                  <a:lnTo>
                    <a:pt x="386" y="618"/>
                  </a:lnTo>
                  <a:lnTo>
                    <a:pt x="425" y="541"/>
                  </a:lnTo>
                  <a:lnTo>
                    <a:pt x="464" y="464"/>
                  </a:lnTo>
                  <a:lnTo>
                    <a:pt x="580" y="425"/>
                  </a:lnTo>
                  <a:lnTo>
                    <a:pt x="695" y="386"/>
                  </a:lnTo>
                  <a:lnTo>
                    <a:pt x="811" y="425"/>
                  </a:lnTo>
                  <a:lnTo>
                    <a:pt x="888" y="464"/>
                  </a:lnTo>
                  <a:lnTo>
                    <a:pt x="927" y="579"/>
                  </a:lnTo>
                  <a:lnTo>
                    <a:pt x="966" y="657"/>
                  </a:lnTo>
                  <a:lnTo>
                    <a:pt x="1043" y="888"/>
                  </a:lnTo>
                  <a:lnTo>
                    <a:pt x="1082" y="966"/>
                  </a:lnTo>
                  <a:lnTo>
                    <a:pt x="1120" y="1081"/>
                  </a:lnTo>
                  <a:lnTo>
                    <a:pt x="1159" y="1120"/>
                  </a:lnTo>
                  <a:lnTo>
                    <a:pt x="1236" y="1120"/>
                  </a:lnTo>
                  <a:lnTo>
                    <a:pt x="1313" y="1043"/>
                  </a:lnTo>
                  <a:lnTo>
                    <a:pt x="1352" y="966"/>
                  </a:lnTo>
                  <a:lnTo>
                    <a:pt x="1390" y="850"/>
                  </a:lnTo>
                  <a:lnTo>
                    <a:pt x="1352" y="618"/>
                  </a:lnTo>
                  <a:lnTo>
                    <a:pt x="1313" y="425"/>
                  </a:lnTo>
                  <a:lnTo>
                    <a:pt x="1197" y="232"/>
                  </a:lnTo>
                  <a:lnTo>
                    <a:pt x="1043" y="116"/>
                  </a:lnTo>
                  <a:lnTo>
                    <a:pt x="850" y="3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8"/>
            <p:cNvSpPr/>
            <p:nvPr/>
          </p:nvSpPr>
          <p:spPr>
            <a:xfrm>
              <a:off x="333675" y="3041375"/>
              <a:ext cx="49275" cy="56025"/>
            </a:xfrm>
            <a:custGeom>
              <a:avLst/>
              <a:gdLst/>
              <a:ahLst/>
              <a:cxnLst/>
              <a:rect l="l" t="t" r="r" b="b"/>
              <a:pathLst>
                <a:path w="1971" h="2241" extrusionOk="0">
                  <a:moveTo>
                    <a:pt x="1237" y="425"/>
                  </a:moveTo>
                  <a:lnTo>
                    <a:pt x="1391" y="464"/>
                  </a:lnTo>
                  <a:lnTo>
                    <a:pt x="1507" y="580"/>
                  </a:lnTo>
                  <a:lnTo>
                    <a:pt x="1545" y="657"/>
                  </a:lnTo>
                  <a:lnTo>
                    <a:pt x="1545" y="734"/>
                  </a:lnTo>
                  <a:lnTo>
                    <a:pt x="1507" y="812"/>
                  </a:lnTo>
                  <a:lnTo>
                    <a:pt x="1468" y="889"/>
                  </a:lnTo>
                  <a:lnTo>
                    <a:pt x="1275" y="1082"/>
                  </a:lnTo>
                  <a:lnTo>
                    <a:pt x="1005" y="1314"/>
                  </a:lnTo>
                  <a:lnTo>
                    <a:pt x="773" y="1507"/>
                  </a:lnTo>
                  <a:lnTo>
                    <a:pt x="657" y="1661"/>
                  </a:lnTo>
                  <a:lnTo>
                    <a:pt x="619" y="1777"/>
                  </a:lnTo>
                  <a:lnTo>
                    <a:pt x="503" y="1661"/>
                  </a:lnTo>
                  <a:lnTo>
                    <a:pt x="464" y="1545"/>
                  </a:lnTo>
                  <a:lnTo>
                    <a:pt x="387" y="1391"/>
                  </a:lnTo>
                  <a:lnTo>
                    <a:pt x="387" y="1236"/>
                  </a:lnTo>
                  <a:lnTo>
                    <a:pt x="387" y="1082"/>
                  </a:lnTo>
                  <a:lnTo>
                    <a:pt x="426" y="966"/>
                  </a:lnTo>
                  <a:lnTo>
                    <a:pt x="464" y="812"/>
                  </a:lnTo>
                  <a:lnTo>
                    <a:pt x="580" y="696"/>
                  </a:lnTo>
                  <a:lnTo>
                    <a:pt x="696" y="580"/>
                  </a:lnTo>
                  <a:lnTo>
                    <a:pt x="850" y="464"/>
                  </a:lnTo>
                  <a:lnTo>
                    <a:pt x="1043" y="425"/>
                  </a:lnTo>
                  <a:close/>
                  <a:moveTo>
                    <a:pt x="1121" y="1"/>
                  </a:moveTo>
                  <a:lnTo>
                    <a:pt x="928" y="39"/>
                  </a:lnTo>
                  <a:lnTo>
                    <a:pt x="735" y="116"/>
                  </a:lnTo>
                  <a:lnTo>
                    <a:pt x="541" y="232"/>
                  </a:lnTo>
                  <a:lnTo>
                    <a:pt x="348" y="348"/>
                  </a:lnTo>
                  <a:lnTo>
                    <a:pt x="233" y="503"/>
                  </a:lnTo>
                  <a:lnTo>
                    <a:pt x="117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68"/>
                  </a:lnTo>
                  <a:lnTo>
                    <a:pt x="117" y="1622"/>
                  </a:lnTo>
                  <a:lnTo>
                    <a:pt x="233" y="1816"/>
                  </a:lnTo>
                  <a:lnTo>
                    <a:pt x="348" y="1931"/>
                  </a:lnTo>
                  <a:lnTo>
                    <a:pt x="503" y="2086"/>
                  </a:lnTo>
                  <a:lnTo>
                    <a:pt x="657" y="2163"/>
                  </a:lnTo>
                  <a:lnTo>
                    <a:pt x="735" y="2240"/>
                  </a:lnTo>
                  <a:lnTo>
                    <a:pt x="850" y="2240"/>
                  </a:lnTo>
                  <a:lnTo>
                    <a:pt x="928" y="2202"/>
                  </a:lnTo>
                  <a:lnTo>
                    <a:pt x="966" y="2086"/>
                  </a:lnTo>
                  <a:lnTo>
                    <a:pt x="1005" y="1931"/>
                  </a:lnTo>
                  <a:lnTo>
                    <a:pt x="1082" y="1777"/>
                  </a:lnTo>
                  <a:lnTo>
                    <a:pt x="1198" y="1661"/>
                  </a:lnTo>
                  <a:lnTo>
                    <a:pt x="1314" y="1507"/>
                  </a:lnTo>
                  <a:lnTo>
                    <a:pt x="1623" y="1314"/>
                  </a:lnTo>
                  <a:lnTo>
                    <a:pt x="1739" y="1198"/>
                  </a:lnTo>
                  <a:lnTo>
                    <a:pt x="1854" y="1043"/>
                  </a:lnTo>
                  <a:lnTo>
                    <a:pt x="1932" y="889"/>
                  </a:lnTo>
                  <a:lnTo>
                    <a:pt x="1970" y="696"/>
                  </a:lnTo>
                  <a:lnTo>
                    <a:pt x="1932" y="541"/>
                  </a:lnTo>
                  <a:lnTo>
                    <a:pt x="1893" y="387"/>
                  </a:lnTo>
                  <a:lnTo>
                    <a:pt x="1777" y="271"/>
                  </a:lnTo>
                  <a:lnTo>
                    <a:pt x="1661" y="155"/>
                  </a:lnTo>
                  <a:lnTo>
                    <a:pt x="1507" y="78"/>
                  </a:lnTo>
                  <a:lnTo>
                    <a:pt x="1352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8"/>
            <p:cNvSpPr/>
            <p:nvPr/>
          </p:nvSpPr>
          <p:spPr>
            <a:xfrm>
              <a:off x="312450" y="3078050"/>
              <a:ext cx="440225" cy="234625"/>
            </a:xfrm>
            <a:custGeom>
              <a:avLst/>
              <a:gdLst/>
              <a:ahLst/>
              <a:cxnLst/>
              <a:rect l="l" t="t" r="r" b="b"/>
              <a:pathLst>
                <a:path w="17609" h="9385" extrusionOk="0">
                  <a:moveTo>
                    <a:pt x="6256" y="1"/>
                  </a:moveTo>
                  <a:lnTo>
                    <a:pt x="5638" y="40"/>
                  </a:lnTo>
                  <a:lnTo>
                    <a:pt x="5059" y="155"/>
                  </a:lnTo>
                  <a:lnTo>
                    <a:pt x="4480" y="271"/>
                  </a:lnTo>
                  <a:lnTo>
                    <a:pt x="3939" y="503"/>
                  </a:lnTo>
                  <a:lnTo>
                    <a:pt x="3398" y="735"/>
                  </a:lnTo>
                  <a:lnTo>
                    <a:pt x="2896" y="1044"/>
                  </a:lnTo>
                  <a:lnTo>
                    <a:pt x="2433" y="1391"/>
                  </a:lnTo>
                  <a:lnTo>
                    <a:pt x="1970" y="1777"/>
                  </a:lnTo>
                  <a:lnTo>
                    <a:pt x="1584" y="2202"/>
                  </a:lnTo>
                  <a:lnTo>
                    <a:pt x="1197" y="2665"/>
                  </a:lnTo>
                  <a:lnTo>
                    <a:pt x="888" y="3206"/>
                  </a:lnTo>
                  <a:lnTo>
                    <a:pt x="618" y="3747"/>
                  </a:lnTo>
                  <a:lnTo>
                    <a:pt x="386" y="4287"/>
                  </a:lnTo>
                  <a:lnTo>
                    <a:pt x="193" y="4905"/>
                  </a:lnTo>
                  <a:lnTo>
                    <a:pt x="78" y="5484"/>
                  </a:lnTo>
                  <a:lnTo>
                    <a:pt x="0" y="6102"/>
                  </a:lnTo>
                  <a:lnTo>
                    <a:pt x="0" y="6681"/>
                  </a:lnTo>
                  <a:lnTo>
                    <a:pt x="39" y="7261"/>
                  </a:lnTo>
                  <a:lnTo>
                    <a:pt x="155" y="7801"/>
                  </a:lnTo>
                  <a:lnTo>
                    <a:pt x="309" y="8342"/>
                  </a:lnTo>
                  <a:lnTo>
                    <a:pt x="502" y="8882"/>
                  </a:lnTo>
                  <a:lnTo>
                    <a:pt x="734" y="9384"/>
                  </a:lnTo>
                  <a:lnTo>
                    <a:pt x="1043" y="9230"/>
                  </a:lnTo>
                  <a:lnTo>
                    <a:pt x="888" y="8844"/>
                  </a:lnTo>
                  <a:lnTo>
                    <a:pt x="734" y="8458"/>
                  </a:lnTo>
                  <a:lnTo>
                    <a:pt x="541" y="7801"/>
                  </a:lnTo>
                  <a:lnTo>
                    <a:pt x="425" y="7183"/>
                  </a:lnTo>
                  <a:lnTo>
                    <a:pt x="425" y="6527"/>
                  </a:lnTo>
                  <a:lnTo>
                    <a:pt x="425" y="5870"/>
                  </a:lnTo>
                  <a:lnTo>
                    <a:pt x="541" y="5253"/>
                  </a:lnTo>
                  <a:lnTo>
                    <a:pt x="695" y="4596"/>
                  </a:lnTo>
                  <a:lnTo>
                    <a:pt x="927" y="3978"/>
                  </a:lnTo>
                  <a:lnTo>
                    <a:pt x="1236" y="3399"/>
                  </a:lnTo>
                  <a:lnTo>
                    <a:pt x="1584" y="2858"/>
                  </a:lnTo>
                  <a:lnTo>
                    <a:pt x="2008" y="2318"/>
                  </a:lnTo>
                  <a:lnTo>
                    <a:pt x="2472" y="1854"/>
                  </a:lnTo>
                  <a:lnTo>
                    <a:pt x="2974" y="1468"/>
                  </a:lnTo>
                  <a:lnTo>
                    <a:pt x="3553" y="1121"/>
                  </a:lnTo>
                  <a:lnTo>
                    <a:pt x="4132" y="851"/>
                  </a:lnTo>
                  <a:lnTo>
                    <a:pt x="4750" y="657"/>
                  </a:lnTo>
                  <a:lnTo>
                    <a:pt x="5406" y="503"/>
                  </a:lnTo>
                  <a:lnTo>
                    <a:pt x="5793" y="464"/>
                  </a:lnTo>
                  <a:lnTo>
                    <a:pt x="6912" y="464"/>
                  </a:lnTo>
                  <a:lnTo>
                    <a:pt x="7607" y="580"/>
                  </a:lnTo>
                  <a:lnTo>
                    <a:pt x="8264" y="773"/>
                  </a:lnTo>
                  <a:lnTo>
                    <a:pt x="8920" y="1044"/>
                  </a:lnTo>
                  <a:lnTo>
                    <a:pt x="9538" y="1352"/>
                  </a:lnTo>
                  <a:lnTo>
                    <a:pt x="10195" y="1739"/>
                  </a:lnTo>
                  <a:lnTo>
                    <a:pt x="10813" y="2125"/>
                  </a:lnTo>
                  <a:lnTo>
                    <a:pt x="11315" y="2472"/>
                  </a:lnTo>
                  <a:lnTo>
                    <a:pt x="11894" y="2781"/>
                  </a:lnTo>
                  <a:lnTo>
                    <a:pt x="12434" y="3090"/>
                  </a:lnTo>
                  <a:lnTo>
                    <a:pt x="13052" y="3360"/>
                  </a:lnTo>
                  <a:lnTo>
                    <a:pt x="13631" y="3554"/>
                  </a:lnTo>
                  <a:lnTo>
                    <a:pt x="14249" y="3708"/>
                  </a:lnTo>
                  <a:lnTo>
                    <a:pt x="14867" y="3708"/>
                  </a:lnTo>
                  <a:lnTo>
                    <a:pt x="15215" y="3669"/>
                  </a:lnTo>
                  <a:lnTo>
                    <a:pt x="15524" y="3631"/>
                  </a:lnTo>
                  <a:lnTo>
                    <a:pt x="15987" y="3476"/>
                  </a:lnTo>
                  <a:lnTo>
                    <a:pt x="16412" y="3245"/>
                  </a:lnTo>
                  <a:lnTo>
                    <a:pt x="16798" y="2936"/>
                  </a:lnTo>
                  <a:lnTo>
                    <a:pt x="17107" y="2588"/>
                  </a:lnTo>
                  <a:lnTo>
                    <a:pt x="17377" y="2202"/>
                  </a:lnTo>
                  <a:lnTo>
                    <a:pt x="17454" y="1970"/>
                  </a:lnTo>
                  <a:lnTo>
                    <a:pt x="17531" y="1739"/>
                  </a:lnTo>
                  <a:lnTo>
                    <a:pt x="17609" y="1507"/>
                  </a:lnTo>
                  <a:lnTo>
                    <a:pt x="17609" y="1275"/>
                  </a:lnTo>
                  <a:lnTo>
                    <a:pt x="17609" y="1044"/>
                  </a:lnTo>
                  <a:lnTo>
                    <a:pt x="17570" y="773"/>
                  </a:lnTo>
                  <a:lnTo>
                    <a:pt x="17531" y="696"/>
                  </a:lnTo>
                  <a:lnTo>
                    <a:pt x="17493" y="657"/>
                  </a:lnTo>
                  <a:lnTo>
                    <a:pt x="17454" y="580"/>
                  </a:lnTo>
                  <a:lnTo>
                    <a:pt x="17416" y="542"/>
                  </a:lnTo>
                  <a:lnTo>
                    <a:pt x="17145" y="773"/>
                  </a:lnTo>
                  <a:lnTo>
                    <a:pt x="17145" y="851"/>
                  </a:lnTo>
                  <a:lnTo>
                    <a:pt x="17184" y="1198"/>
                  </a:lnTo>
                  <a:lnTo>
                    <a:pt x="17145" y="1584"/>
                  </a:lnTo>
                  <a:lnTo>
                    <a:pt x="17030" y="1893"/>
                  </a:lnTo>
                  <a:lnTo>
                    <a:pt x="16836" y="2241"/>
                  </a:lnTo>
                  <a:lnTo>
                    <a:pt x="16605" y="2511"/>
                  </a:lnTo>
                  <a:lnTo>
                    <a:pt x="16334" y="2743"/>
                  </a:lnTo>
                  <a:lnTo>
                    <a:pt x="16026" y="2936"/>
                  </a:lnTo>
                  <a:lnTo>
                    <a:pt x="15678" y="3090"/>
                  </a:lnTo>
                  <a:lnTo>
                    <a:pt x="15292" y="3206"/>
                  </a:lnTo>
                  <a:lnTo>
                    <a:pt x="14906" y="3245"/>
                  </a:lnTo>
                  <a:lnTo>
                    <a:pt x="14520" y="3245"/>
                  </a:lnTo>
                  <a:lnTo>
                    <a:pt x="14133" y="3206"/>
                  </a:lnTo>
                  <a:lnTo>
                    <a:pt x="13747" y="3129"/>
                  </a:lnTo>
                  <a:lnTo>
                    <a:pt x="13361" y="3013"/>
                  </a:lnTo>
                  <a:lnTo>
                    <a:pt x="12975" y="2858"/>
                  </a:lnTo>
                  <a:lnTo>
                    <a:pt x="12627" y="2704"/>
                  </a:lnTo>
                  <a:lnTo>
                    <a:pt x="12010" y="2356"/>
                  </a:lnTo>
                  <a:lnTo>
                    <a:pt x="11353" y="1970"/>
                  </a:lnTo>
                  <a:lnTo>
                    <a:pt x="10156" y="1198"/>
                  </a:lnTo>
                  <a:lnTo>
                    <a:pt x="9538" y="851"/>
                  </a:lnTo>
                  <a:lnTo>
                    <a:pt x="8882" y="542"/>
                  </a:lnTo>
                  <a:lnTo>
                    <a:pt x="8225" y="271"/>
                  </a:lnTo>
                  <a:lnTo>
                    <a:pt x="7878" y="155"/>
                  </a:lnTo>
                  <a:lnTo>
                    <a:pt x="7492" y="78"/>
                  </a:lnTo>
                  <a:lnTo>
                    <a:pt x="687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8"/>
            <p:cNvSpPr/>
            <p:nvPr/>
          </p:nvSpPr>
          <p:spPr>
            <a:xfrm>
              <a:off x="330800" y="3096400"/>
              <a:ext cx="446975" cy="310875"/>
            </a:xfrm>
            <a:custGeom>
              <a:avLst/>
              <a:gdLst/>
              <a:ahLst/>
              <a:cxnLst/>
              <a:rect l="l" t="t" r="r" b="b"/>
              <a:pathLst>
                <a:path w="17879" h="12435" extrusionOk="0">
                  <a:moveTo>
                    <a:pt x="17608" y="1"/>
                  </a:moveTo>
                  <a:lnTo>
                    <a:pt x="17415" y="117"/>
                  </a:lnTo>
                  <a:lnTo>
                    <a:pt x="17454" y="734"/>
                  </a:lnTo>
                  <a:lnTo>
                    <a:pt x="17454" y="1352"/>
                  </a:lnTo>
                  <a:lnTo>
                    <a:pt x="17415" y="1931"/>
                  </a:lnTo>
                  <a:lnTo>
                    <a:pt x="17338" y="2549"/>
                  </a:lnTo>
                  <a:lnTo>
                    <a:pt x="17261" y="3128"/>
                  </a:lnTo>
                  <a:lnTo>
                    <a:pt x="17106" y="3708"/>
                  </a:lnTo>
                  <a:lnTo>
                    <a:pt x="16952" y="4287"/>
                  </a:lnTo>
                  <a:lnTo>
                    <a:pt x="16720" y="4828"/>
                  </a:lnTo>
                  <a:lnTo>
                    <a:pt x="16489" y="5368"/>
                  </a:lnTo>
                  <a:lnTo>
                    <a:pt x="16257" y="5909"/>
                  </a:lnTo>
                  <a:lnTo>
                    <a:pt x="15948" y="6449"/>
                  </a:lnTo>
                  <a:lnTo>
                    <a:pt x="15600" y="6951"/>
                  </a:lnTo>
                  <a:lnTo>
                    <a:pt x="15253" y="7415"/>
                  </a:lnTo>
                  <a:lnTo>
                    <a:pt x="14867" y="7917"/>
                  </a:lnTo>
                  <a:lnTo>
                    <a:pt x="14481" y="8341"/>
                  </a:lnTo>
                  <a:lnTo>
                    <a:pt x="14017" y="8805"/>
                  </a:lnTo>
                  <a:lnTo>
                    <a:pt x="13515" y="9268"/>
                  </a:lnTo>
                  <a:lnTo>
                    <a:pt x="12975" y="9693"/>
                  </a:lnTo>
                  <a:lnTo>
                    <a:pt x="12395" y="10118"/>
                  </a:lnTo>
                  <a:lnTo>
                    <a:pt x="11778" y="10465"/>
                  </a:lnTo>
                  <a:lnTo>
                    <a:pt x="11160" y="10813"/>
                  </a:lnTo>
                  <a:lnTo>
                    <a:pt x="10503" y="11122"/>
                  </a:lnTo>
                  <a:lnTo>
                    <a:pt x="9847" y="11392"/>
                  </a:lnTo>
                  <a:lnTo>
                    <a:pt x="9190" y="11585"/>
                  </a:lnTo>
                  <a:lnTo>
                    <a:pt x="8495" y="11778"/>
                  </a:lnTo>
                  <a:lnTo>
                    <a:pt x="7839" y="11894"/>
                  </a:lnTo>
                  <a:lnTo>
                    <a:pt x="7144" y="11971"/>
                  </a:lnTo>
                  <a:lnTo>
                    <a:pt x="6449" y="11971"/>
                  </a:lnTo>
                  <a:lnTo>
                    <a:pt x="5754" y="11933"/>
                  </a:lnTo>
                  <a:lnTo>
                    <a:pt x="5059" y="11817"/>
                  </a:lnTo>
                  <a:lnTo>
                    <a:pt x="4364" y="11624"/>
                  </a:lnTo>
                  <a:lnTo>
                    <a:pt x="3668" y="11392"/>
                  </a:lnTo>
                  <a:lnTo>
                    <a:pt x="3166" y="11160"/>
                  </a:lnTo>
                  <a:lnTo>
                    <a:pt x="2664" y="10890"/>
                  </a:lnTo>
                  <a:lnTo>
                    <a:pt x="2201" y="10581"/>
                  </a:lnTo>
                  <a:lnTo>
                    <a:pt x="1738" y="10234"/>
                  </a:lnTo>
                  <a:lnTo>
                    <a:pt x="1352" y="9847"/>
                  </a:lnTo>
                  <a:lnTo>
                    <a:pt x="965" y="9423"/>
                  </a:lnTo>
                  <a:lnTo>
                    <a:pt x="618" y="8959"/>
                  </a:lnTo>
                  <a:lnTo>
                    <a:pt x="309" y="8496"/>
                  </a:lnTo>
                  <a:lnTo>
                    <a:pt x="0" y="8650"/>
                  </a:lnTo>
                  <a:lnTo>
                    <a:pt x="309" y="9191"/>
                  </a:lnTo>
                  <a:lnTo>
                    <a:pt x="695" y="9693"/>
                  </a:lnTo>
                  <a:lnTo>
                    <a:pt x="1081" y="10156"/>
                  </a:lnTo>
                  <a:lnTo>
                    <a:pt x="1545" y="10581"/>
                  </a:lnTo>
                  <a:lnTo>
                    <a:pt x="2047" y="10967"/>
                  </a:lnTo>
                  <a:lnTo>
                    <a:pt x="2549" y="11315"/>
                  </a:lnTo>
                  <a:lnTo>
                    <a:pt x="3128" y="11624"/>
                  </a:lnTo>
                  <a:lnTo>
                    <a:pt x="3746" y="11894"/>
                  </a:lnTo>
                  <a:lnTo>
                    <a:pt x="4402" y="12126"/>
                  </a:lnTo>
                  <a:lnTo>
                    <a:pt x="5097" y="12280"/>
                  </a:lnTo>
                  <a:lnTo>
                    <a:pt x="5754" y="12357"/>
                  </a:lnTo>
                  <a:lnTo>
                    <a:pt x="6449" y="12435"/>
                  </a:lnTo>
                  <a:lnTo>
                    <a:pt x="7144" y="12396"/>
                  </a:lnTo>
                  <a:lnTo>
                    <a:pt x="7800" y="12357"/>
                  </a:lnTo>
                  <a:lnTo>
                    <a:pt x="8495" y="12242"/>
                  </a:lnTo>
                  <a:lnTo>
                    <a:pt x="9152" y="12087"/>
                  </a:lnTo>
                  <a:lnTo>
                    <a:pt x="9808" y="11894"/>
                  </a:lnTo>
                  <a:lnTo>
                    <a:pt x="10465" y="11662"/>
                  </a:lnTo>
                  <a:lnTo>
                    <a:pt x="11121" y="11353"/>
                  </a:lnTo>
                  <a:lnTo>
                    <a:pt x="11739" y="11044"/>
                  </a:lnTo>
                  <a:lnTo>
                    <a:pt x="12318" y="10697"/>
                  </a:lnTo>
                  <a:lnTo>
                    <a:pt x="12897" y="10311"/>
                  </a:lnTo>
                  <a:lnTo>
                    <a:pt x="13477" y="9925"/>
                  </a:lnTo>
                  <a:lnTo>
                    <a:pt x="13979" y="9461"/>
                  </a:lnTo>
                  <a:lnTo>
                    <a:pt x="14481" y="9037"/>
                  </a:lnTo>
                  <a:lnTo>
                    <a:pt x="14944" y="8573"/>
                  </a:lnTo>
                  <a:lnTo>
                    <a:pt x="15369" y="8071"/>
                  </a:lnTo>
                  <a:lnTo>
                    <a:pt x="15794" y="7531"/>
                  </a:lnTo>
                  <a:lnTo>
                    <a:pt x="16180" y="6990"/>
                  </a:lnTo>
                  <a:lnTo>
                    <a:pt x="16566" y="6411"/>
                  </a:lnTo>
                  <a:lnTo>
                    <a:pt x="16875" y="5793"/>
                  </a:lnTo>
                  <a:lnTo>
                    <a:pt x="17184" y="5214"/>
                  </a:lnTo>
                  <a:lnTo>
                    <a:pt x="17415" y="4557"/>
                  </a:lnTo>
                  <a:lnTo>
                    <a:pt x="17608" y="3939"/>
                  </a:lnTo>
                  <a:lnTo>
                    <a:pt x="17763" y="3283"/>
                  </a:lnTo>
                  <a:lnTo>
                    <a:pt x="17840" y="2626"/>
                  </a:lnTo>
                  <a:lnTo>
                    <a:pt x="17879" y="1970"/>
                  </a:lnTo>
                  <a:lnTo>
                    <a:pt x="17840" y="1314"/>
                  </a:lnTo>
                  <a:lnTo>
                    <a:pt x="17763" y="657"/>
                  </a:lnTo>
                  <a:lnTo>
                    <a:pt x="1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8"/>
            <p:cNvSpPr/>
            <p:nvPr/>
          </p:nvSpPr>
          <p:spPr>
            <a:xfrm>
              <a:off x="4441350" y="3154325"/>
              <a:ext cx="84975" cy="94625"/>
            </a:xfrm>
            <a:custGeom>
              <a:avLst/>
              <a:gdLst/>
              <a:ahLst/>
              <a:cxnLst/>
              <a:rect l="l" t="t" r="r" b="b"/>
              <a:pathLst>
                <a:path w="3399" h="3785" extrusionOk="0">
                  <a:moveTo>
                    <a:pt x="77" y="1"/>
                  </a:moveTo>
                  <a:lnTo>
                    <a:pt x="0" y="78"/>
                  </a:lnTo>
                  <a:lnTo>
                    <a:pt x="0" y="116"/>
                  </a:lnTo>
                  <a:lnTo>
                    <a:pt x="348" y="889"/>
                  </a:lnTo>
                  <a:lnTo>
                    <a:pt x="811" y="1661"/>
                  </a:lnTo>
                  <a:lnTo>
                    <a:pt x="1274" y="2395"/>
                  </a:lnTo>
                  <a:lnTo>
                    <a:pt x="1738" y="3090"/>
                  </a:lnTo>
                  <a:lnTo>
                    <a:pt x="2008" y="3437"/>
                  </a:lnTo>
                  <a:lnTo>
                    <a:pt x="2201" y="3553"/>
                  </a:lnTo>
                  <a:lnTo>
                    <a:pt x="2394" y="3669"/>
                  </a:lnTo>
                  <a:lnTo>
                    <a:pt x="2587" y="3746"/>
                  </a:lnTo>
                  <a:lnTo>
                    <a:pt x="2780" y="3785"/>
                  </a:lnTo>
                  <a:lnTo>
                    <a:pt x="3012" y="3708"/>
                  </a:lnTo>
                  <a:lnTo>
                    <a:pt x="3205" y="3592"/>
                  </a:lnTo>
                  <a:lnTo>
                    <a:pt x="3321" y="3437"/>
                  </a:lnTo>
                  <a:lnTo>
                    <a:pt x="3398" y="3244"/>
                  </a:lnTo>
                  <a:lnTo>
                    <a:pt x="3398" y="3090"/>
                  </a:lnTo>
                  <a:lnTo>
                    <a:pt x="3398" y="2897"/>
                  </a:lnTo>
                  <a:lnTo>
                    <a:pt x="3360" y="2704"/>
                  </a:lnTo>
                  <a:lnTo>
                    <a:pt x="3282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89" y="2742"/>
                  </a:lnTo>
                  <a:lnTo>
                    <a:pt x="3128" y="2858"/>
                  </a:lnTo>
                  <a:lnTo>
                    <a:pt x="2896" y="3012"/>
                  </a:lnTo>
                  <a:lnTo>
                    <a:pt x="2665" y="3128"/>
                  </a:lnTo>
                  <a:lnTo>
                    <a:pt x="2510" y="3206"/>
                  </a:lnTo>
                  <a:lnTo>
                    <a:pt x="2317" y="3206"/>
                  </a:lnTo>
                  <a:lnTo>
                    <a:pt x="2201" y="3167"/>
                  </a:lnTo>
                  <a:lnTo>
                    <a:pt x="2047" y="3090"/>
                  </a:lnTo>
                  <a:lnTo>
                    <a:pt x="1931" y="2935"/>
                  </a:lnTo>
                  <a:lnTo>
                    <a:pt x="1854" y="2742"/>
                  </a:lnTo>
                  <a:lnTo>
                    <a:pt x="1699" y="2511"/>
                  </a:lnTo>
                  <a:lnTo>
                    <a:pt x="1081" y="1507"/>
                  </a:lnTo>
                  <a:lnTo>
                    <a:pt x="618" y="773"/>
                  </a:lnTo>
                  <a:lnTo>
                    <a:pt x="386" y="387"/>
                  </a:lnTo>
                  <a:lnTo>
                    <a:pt x="116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8"/>
            <p:cNvSpPr/>
            <p:nvPr/>
          </p:nvSpPr>
          <p:spPr>
            <a:xfrm>
              <a:off x="7199400" y="3174600"/>
              <a:ext cx="61825" cy="89800"/>
            </a:xfrm>
            <a:custGeom>
              <a:avLst/>
              <a:gdLst/>
              <a:ahLst/>
              <a:cxnLst/>
              <a:rect l="l" t="t" r="r" b="b"/>
              <a:pathLst>
                <a:path w="2473" h="3592" extrusionOk="0">
                  <a:moveTo>
                    <a:pt x="1082" y="0"/>
                  </a:moveTo>
                  <a:lnTo>
                    <a:pt x="1005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32" y="2163"/>
                  </a:lnTo>
                  <a:lnTo>
                    <a:pt x="1932" y="2433"/>
                  </a:lnTo>
                  <a:lnTo>
                    <a:pt x="1816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1" y="3128"/>
                  </a:lnTo>
                  <a:lnTo>
                    <a:pt x="1198" y="3128"/>
                  </a:lnTo>
                  <a:lnTo>
                    <a:pt x="1043" y="3090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588"/>
                  </a:lnTo>
                  <a:lnTo>
                    <a:pt x="928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1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13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24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10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21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3"/>
                  </a:lnTo>
                  <a:lnTo>
                    <a:pt x="1700" y="3514"/>
                  </a:lnTo>
                  <a:lnTo>
                    <a:pt x="1854" y="3399"/>
                  </a:lnTo>
                  <a:lnTo>
                    <a:pt x="2047" y="3244"/>
                  </a:lnTo>
                  <a:lnTo>
                    <a:pt x="2202" y="3051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0"/>
                  </a:lnTo>
                  <a:lnTo>
                    <a:pt x="2434" y="2008"/>
                  </a:lnTo>
                  <a:lnTo>
                    <a:pt x="2395" y="1815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8"/>
            <p:cNvSpPr/>
            <p:nvPr/>
          </p:nvSpPr>
          <p:spPr>
            <a:xfrm>
              <a:off x="6803600" y="3198725"/>
              <a:ext cx="310875" cy="124575"/>
            </a:xfrm>
            <a:custGeom>
              <a:avLst/>
              <a:gdLst/>
              <a:ahLst/>
              <a:cxnLst/>
              <a:rect l="l" t="t" r="r" b="b"/>
              <a:pathLst>
                <a:path w="12435" h="4983" extrusionOk="0">
                  <a:moveTo>
                    <a:pt x="232" y="1"/>
                  </a:moveTo>
                  <a:lnTo>
                    <a:pt x="1" y="233"/>
                  </a:lnTo>
                  <a:lnTo>
                    <a:pt x="503" y="966"/>
                  </a:lnTo>
                  <a:lnTo>
                    <a:pt x="1043" y="1623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4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4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3"/>
                  </a:lnTo>
                  <a:lnTo>
                    <a:pt x="11855" y="3862"/>
                  </a:lnTo>
                  <a:lnTo>
                    <a:pt x="12242" y="3592"/>
                  </a:lnTo>
                  <a:lnTo>
                    <a:pt x="12319" y="3553"/>
                  </a:lnTo>
                  <a:lnTo>
                    <a:pt x="12435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9"/>
                  </a:lnTo>
                  <a:lnTo>
                    <a:pt x="12010" y="3129"/>
                  </a:lnTo>
                  <a:lnTo>
                    <a:pt x="11933" y="3206"/>
                  </a:lnTo>
                  <a:lnTo>
                    <a:pt x="11585" y="3438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7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2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2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7"/>
                  </a:lnTo>
                  <a:lnTo>
                    <a:pt x="4596" y="3708"/>
                  </a:lnTo>
                  <a:lnTo>
                    <a:pt x="3901" y="3283"/>
                  </a:lnTo>
                  <a:lnTo>
                    <a:pt x="3206" y="2820"/>
                  </a:lnTo>
                  <a:lnTo>
                    <a:pt x="2588" y="2318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8"/>
            <p:cNvSpPr/>
            <p:nvPr/>
          </p:nvSpPr>
          <p:spPr>
            <a:xfrm>
              <a:off x="7111550" y="320550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77"/>
                  </a:lnTo>
                  <a:lnTo>
                    <a:pt x="3013" y="270"/>
                  </a:lnTo>
                  <a:lnTo>
                    <a:pt x="2781" y="502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5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1"/>
                  </a:lnTo>
                  <a:lnTo>
                    <a:pt x="966" y="2510"/>
                  </a:lnTo>
                  <a:lnTo>
                    <a:pt x="1198" y="2587"/>
                  </a:lnTo>
                  <a:lnTo>
                    <a:pt x="1430" y="2703"/>
                  </a:lnTo>
                  <a:lnTo>
                    <a:pt x="1623" y="2819"/>
                  </a:lnTo>
                  <a:lnTo>
                    <a:pt x="1816" y="2973"/>
                  </a:lnTo>
                  <a:lnTo>
                    <a:pt x="1970" y="3167"/>
                  </a:lnTo>
                  <a:lnTo>
                    <a:pt x="2047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093"/>
                  </a:lnTo>
                  <a:lnTo>
                    <a:pt x="2009" y="4325"/>
                  </a:lnTo>
                  <a:lnTo>
                    <a:pt x="1893" y="4518"/>
                  </a:lnTo>
                  <a:lnTo>
                    <a:pt x="1739" y="4711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5"/>
                  </a:lnTo>
                  <a:lnTo>
                    <a:pt x="657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32"/>
                  </a:lnTo>
                  <a:lnTo>
                    <a:pt x="966" y="4093"/>
                  </a:lnTo>
                  <a:lnTo>
                    <a:pt x="1121" y="4093"/>
                  </a:lnTo>
                  <a:lnTo>
                    <a:pt x="1237" y="4016"/>
                  </a:lnTo>
                  <a:lnTo>
                    <a:pt x="1314" y="3900"/>
                  </a:lnTo>
                  <a:lnTo>
                    <a:pt x="1314" y="3784"/>
                  </a:lnTo>
                  <a:lnTo>
                    <a:pt x="1275" y="3707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862"/>
                  </a:lnTo>
                  <a:lnTo>
                    <a:pt x="387" y="3977"/>
                  </a:lnTo>
                  <a:lnTo>
                    <a:pt x="310" y="4093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866"/>
                  </a:lnTo>
                  <a:lnTo>
                    <a:pt x="387" y="5097"/>
                  </a:lnTo>
                  <a:lnTo>
                    <a:pt x="541" y="5252"/>
                  </a:lnTo>
                  <a:lnTo>
                    <a:pt x="735" y="5368"/>
                  </a:lnTo>
                  <a:lnTo>
                    <a:pt x="966" y="5406"/>
                  </a:lnTo>
                  <a:lnTo>
                    <a:pt x="1198" y="5406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20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1"/>
                  </a:lnTo>
                  <a:lnTo>
                    <a:pt x="1739" y="2356"/>
                  </a:lnTo>
                  <a:lnTo>
                    <a:pt x="1507" y="2201"/>
                  </a:lnTo>
                  <a:lnTo>
                    <a:pt x="1275" y="2124"/>
                  </a:lnTo>
                  <a:lnTo>
                    <a:pt x="1623" y="1969"/>
                  </a:lnTo>
                  <a:lnTo>
                    <a:pt x="1932" y="1815"/>
                  </a:lnTo>
                  <a:lnTo>
                    <a:pt x="2241" y="1622"/>
                  </a:lnTo>
                  <a:lnTo>
                    <a:pt x="2549" y="1390"/>
                  </a:lnTo>
                  <a:lnTo>
                    <a:pt x="2820" y="1197"/>
                  </a:lnTo>
                  <a:lnTo>
                    <a:pt x="3090" y="965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77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8"/>
            <p:cNvSpPr/>
            <p:nvPr/>
          </p:nvSpPr>
          <p:spPr>
            <a:xfrm>
              <a:off x="1402350" y="3219000"/>
              <a:ext cx="106225" cy="103325"/>
            </a:xfrm>
            <a:custGeom>
              <a:avLst/>
              <a:gdLst/>
              <a:ahLst/>
              <a:cxnLst/>
              <a:rect l="l" t="t" r="r" b="b"/>
              <a:pathLst>
                <a:path w="4249" h="4133" extrusionOk="0">
                  <a:moveTo>
                    <a:pt x="2317" y="387"/>
                  </a:moveTo>
                  <a:lnTo>
                    <a:pt x="2588" y="425"/>
                  </a:lnTo>
                  <a:lnTo>
                    <a:pt x="2858" y="503"/>
                  </a:lnTo>
                  <a:lnTo>
                    <a:pt x="3128" y="619"/>
                  </a:lnTo>
                  <a:lnTo>
                    <a:pt x="3321" y="812"/>
                  </a:lnTo>
                  <a:lnTo>
                    <a:pt x="3553" y="1043"/>
                  </a:lnTo>
                  <a:lnTo>
                    <a:pt x="3708" y="1352"/>
                  </a:lnTo>
                  <a:lnTo>
                    <a:pt x="3823" y="1700"/>
                  </a:lnTo>
                  <a:lnTo>
                    <a:pt x="3862" y="2047"/>
                  </a:lnTo>
                  <a:lnTo>
                    <a:pt x="3785" y="2395"/>
                  </a:lnTo>
                  <a:lnTo>
                    <a:pt x="3708" y="2742"/>
                  </a:lnTo>
                  <a:lnTo>
                    <a:pt x="3514" y="3051"/>
                  </a:lnTo>
                  <a:lnTo>
                    <a:pt x="3283" y="3322"/>
                  </a:lnTo>
                  <a:lnTo>
                    <a:pt x="3012" y="3515"/>
                  </a:lnTo>
                  <a:lnTo>
                    <a:pt x="2704" y="3669"/>
                  </a:lnTo>
                  <a:lnTo>
                    <a:pt x="2395" y="3746"/>
                  </a:lnTo>
                  <a:lnTo>
                    <a:pt x="2047" y="3785"/>
                  </a:lnTo>
                  <a:lnTo>
                    <a:pt x="1738" y="3746"/>
                  </a:lnTo>
                  <a:lnTo>
                    <a:pt x="1391" y="3631"/>
                  </a:lnTo>
                  <a:lnTo>
                    <a:pt x="1120" y="3476"/>
                  </a:lnTo>
                  <a:lnTo>
                    <a:pt x="850" y="3283"/>
                  </a:lnTo>
                  <a:lnTo>
                    <a:pt x="618" y="3013"/>
                  </a:lnTo>
                  <a:lnTo>
                    <a:pt x="464" y="2665"/>
                  </a:lnTo>
                  <a:lnTo>
                    <a:pt x="348" y="2318"/>
                  </a:lnTo>
                  <a:lnTo>
                    <a:pt x="348" y="1931"/>
                  </a:lnTo>
                  <a:lnTo>
                    <a:pt x="387" y="1545"/>
                  </a:lnTo>
                  <a:lnTo>
                    <a:pt x="541" y="1236"/>
                  </a:lnTo>
                  <a:lnTo>
                    <a:pt x="618" y="1082"/>
                  </a:lnTo>
                  <a:lnTo>
                    <a:pt x="734" y="927"/>
                  </a:lnTo>
                  <a:lnTo>
                    <a:pt x="889" y="812"/>
                  </a:lnTo>
                  <a:lnTo>
                    <a:pt x="1043" y="696"/>
                  </a:lnTo>
                  <a:lnTo>
                    <a:pt x="1236" y="619"/>
                  </a:lnTo>
                  <a:lnTo>
                    <a:pt x="1429" y="541"/>
                  </a:lnTo>
                  <a:lnTo>
                    <a:pt x="1468" y="503"/>
                  </a:lnTo>
                  <a:lnTo>
                    <a:pt x="1777" y="425"/>
                  </a:lnTo>
                  <a:lnTo>
                    <a:pt x="2047" y="387"/>
                  </a:lnTo>
                  <a:close/>
                  <a:moveTo>
                    <a:pt x="1931" y="1"/>
                  </a:moveTo>
                  <a:lnTo>
                    <a:pt x="1738" y="39"/>
                  </a:lnTo>
                  <a:lnTo>
                    <a:pt x="1507" y="117"/>
                  </a:lnTo>
                  <a:lnTo>
                    <a:pt x="1313" y="232"/>
                  </a:lnTo>
                  <a:lnTo>
                    <a:pt x="1159" y="348"/>
                  </a:lnTo>
                  <a:lnTo>
                    <a:pt x="1120" y="387"/>
                  </a:lnTo>
                  <a:lnTo>
                    <a:pt x="966" y="387"/>
                  </a:lnTo>
                  <a:lnTo>
                    <a:pt x="773" y="464"/>
                  </a:lnTo>
                  <a:lnTo>
                    <a:pt x="657" y="541"/>
                  </a:lnTo>
                  <a:lnTo>
                    <a:pt x="503" y="657"/>
                  </a:lnTo>
                  <a:lnTo>
                    <a:pt x="387" y="773"/>
                  </a:lnTo>
                  <a:lnTo>
                    <a:pt x="309" y="927"/>
                  </a:lnTo>
                  <a:lnTo>
                    <a:pt x="155" y="1236"/>
                  </a:lnTo>
                  <a:lnTo>
                    <a:pt x="39" y="1623"/>
                  </a:lnTo>
                  <a:lnTo>
                    <a:pt x="1" y="2009"/>
                  </a:lnTo>
                  <a:lnTo>
                    <a:pt x="39" y="2356"/>
                  </a:lnTo>
                  <a:lnTo>
                    <a:pt x="78" y="2704"/>
                  </a:lnTo>
                  <a:lnTo>
                    <a:pt x="155" y="2897"/>
                  </a:lnTo>
                  <a:lnTo>
                    <a:pt x="271" y="3090"/>
                  </a:lnTo>
                  <a:lnTo>
                    <a:pt x="387" y="3283"/>
                  </a:lnTo>
                  <a:lnTo>
                    <a:pt x="541" y="3437"/>
                  </a:lnTo>
                  <a:lnTo>
                    <a:pt x="850" y="3746"/>
                  </a:lnTo>
                  <a:lnTo>
                    <a:pt x="1236" y="3939"/>
                  </a:lnTo>
                  <a:lnTo>
                    <a:pt x="1661" y="4094"/>
                  </a:lnTo>
                  <a:lnTo>
                    <a:pt x="2086" y="4133"/>
                  </a:lnTo>
                  <a:lnTo>
                    <a:pt x="2510" y="4094"/>
                  </a:lnTo>
                  <a:lnTo>
                    <a:pt x="2742" y="4055"/>
                  </a:lnTo>
                  <a:lnTo>
                    <a:pt x="2974" y="3978"/>
                  </a:lnTo>
                  <a:lnTo>
                    <a:pt x="3321" y="3746"/>
                  </a:lnTo>
                  <a:lnTo>
                    <a:pt x="3630" y="3476"/>
                  </a:lnTo>
                  <a:lnTo>
                    <a:pt x="3862" y="3167"/>
                  </a:lnTo>
                  <a:lnTo>
                    <a:pt x="4055" y="2781"/>
                  </a:lnTo>
                  <a:lnTo>
                    <a:pt x="4171" y="2395"/>
                  </a:lnTo>
                  <a:lnTo>
                    <a:pt x="4248" y="2009"/>
                  </a:lnTo>
                  <a:lnTo>
                    <a:pt x="4210" y="1584"/>
                  </a:lnTo>
                  <a:lnTo>
                    <a:pt x="4094" y="1198"/>
                  </a:lnTo>
                  <a:lnTo>
                    <a:pt x="3978" y="1005"/>
                  </a:lnTo>
                  <a:lnTo>
                    <a:pt x="3862" y="812"/>
                  </a:lnTo>
                  <a:lnTo>
                    <a:pt x="3708" y="657"/>
                  </a:lnTo>
                  <a:lnTo>
                    <a:pt x="3553" y="503"/>
                  </a:lnTo>
                  <a:lnTo>
                    <a:pt x="3206" y="232"/>
                  </a:lnTo>
                  <a:lnTo>
                    <a:pt x="2781" y="78"/>
                  </a:lnTo>
                  <a:lnTo>
                    <a:pt x="23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8"/>
            <p:cNvSpPr/>
            <p:nvPr/>
          </p:nvSpPr>
          <p:spPr>
            <a:xfrm>
              <a:off x="4924025" y="3220925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6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5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5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0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7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8"/>
            <p:cNvSpPr/>
            <p:nvPr/>
          </p:nvSpPr>
          <p:spPr>
            <a:xfrm>
              <a:off x="2672775" y="3239275"/>
              <a:ext cx="330175" cy="176700"/>
            </a:xfrm>
            <a:custGeom>
              <a:avLst/>
              <a:gdLst/>
              <a:ahLst/>
              <a:cxnLst/>
              <a:rect l="l" t="t" r="r" b="b"/>
              <a:pathLst>
                <a:path w="13207" h="7068" extrusionOk="0">
                  <a:moveTo>
                    <a:pt x="8110" y="310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80"/>
                  </a:lnTo>
                  <a:lnTo>
                    <a:pt x="8728" y="889"/>
                  </a:lnTo>
                  <a:lnTo>
                    <a:pt x="8766" y="1198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8"/>
                  </a:lnTo>
                  <a:lnTo>
                    <a:pt x="8033" y="2858"/>
                  </a:lnTo>
                  <a:lnTo>
                    <a:pt x="6836" y="4712"/>
                  </a:lnTo>
                  <a:lnTo>
                    <a:pt x="6681" y="4712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8"/>
                  </a:lnTo>
                  <a:lnTo>
                    <a:pt x="7453" y="889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10"/>
                  </a:lnTo>
                  <a:close/>
                  <a:moveTo>
                    <a:pt x="5909" y="5407"/>
                  </a:moveTo>
                  <a:lnTo>
                    <a:pt x="4673" y="5831"/>
                  </a:lnTo>
                  <a:lnTo>
                    <a:pt x="3437" y="6218"/>
                  </a:lnTo>
                  <a:lnTo>
                    <a:pt x="2781" y="6372"/>
                  </a:lnTo>
                  <a:lnTo>
                    <a:pt x="2125" y="6527"/>
                  </a:lnTo>
                  <a:lnTo>
                    <a:pt x="1700" y="6565"/>
                  </a:lnTo>
                  <a:lnTo>
                    <a:pt x="1314" y="6604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8"/>
                  </a:lnTo>
                  <a:lnTo>
                    <a:pt x="696" y="6063"/>
                  </a:lnTo>
                  <a:lnTo>
                    <a:pt x="696" y="5909"/>
                  </a:lnTo>
                  <a:lnTo>
                    <a:pt x="734" y="5793"/>
                  </a:lnTo>
                  <a:lnTo>
                    <a:pt x="812" y="5716"/>
                  </a:lnTo>
                  <a:lnTo>
                    <a:pt x="889" y="5677"/>
                  </a:lnTo>
                  <a:lnTo>
                    <a:pt x="1082" y="5600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7"/>
                  </a:lnTo>
                  <a:close/>
                  <a:moveTo>
                    <a:pt x="7067" y="5098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6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9"/>
                  </a:lnTo>
                  <a:lnTo>
                    <a:pt x="12589" y="6025"/>
                  </a:lnTo>
                  <a:lnTo>
                    <a:pt x="12628" y="6179"/>
                  </a:lnTo>
                  <a:lnTo>
                    <a:pt x="12589" y="6527"/>
                  </a:lnTo>
                  <a:lnTo>
                    <a:pt x="12435" y="6604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4"/>
                  </a:lnTo>
                  <a:lnTo>
                    <a:pt x="10929" y="6527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9"/>
                  </a:lnTo>
                  <a:lnTo>
                    <a:pt x="8226" y="5677"/>
                  </a:lnTo>
                  <a:lnTo>
                    <a:pt x="7067" y="5098"/>
                  </a:lnTo>
                  <a:close/>
                  <a:moveTo>
                    <a:pt x="8148" y="1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7"/>
                  </a:lnTo>
                  <a:lnTo>
                    <a:pt x="6681" y="2433"/>
                  </a:lnTo>
                  <a:lnTo>
                    <a:pt x="6527" y="3592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1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8"/>
                  </a:lnTo>
                  <a:lnTo>
                    <a:pt x="1391" y="5175"/>
                  </a:lnTo>
                  <a:lnTo>
                    <a:pt x="1005" y="5214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600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5"/>
                  </a:lnTo>
                  <a:lnTo>
                    <a:pt x="117" y="6449"/>
                  </a:lnTo>
                  <a:lnTo>
                    <a:pt x="232" y="6604"/>
                  </a:lnTo>
                  <a:lnTo>
                    <a:pt x="348" y="6681"/>
                  </a:lnTo>
                  <a:lnTo>
                    <a:pt x="464" y="6797"/>
                  </a:lnTo>
                  <a:lnTo>
                    <a:pt x="773" y="6913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3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6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9"/>
                  </a:lnTo>
                  <a:lnTo>
                    <a:pt x="6758" y="6102"/>
                  </a:lnTo>
                  <a:lnTo>
                    <a:pt x="6836" y="6295"/>
                  </a:lnTo>
                  <a:lnTo>
                    <a:pt x="7106" y="6256"/>
                  </a:lnTo>
                  <a:lnTo>
                    <a:pt x="7106" y="6218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7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7"/>
                  </a:lnTo>
                  <a:lnTo>
                    <a:pt x="11045" y="6951"/>
                  </a:lnTo>
                  <a:lnTo>
                    <a:pt x="11469" y="7029"/>
                  </a:lnTo>
                  <a:lnTo>
                    <a:pt x="11933" y="7067"/>
                  </a:lnTo>
                  <a:lnTo>
                    <a:pt x="12396" y="7029"/>
                  </a:lnTo>
                  <a:lnTo>
                    <a:pt x="12589" y="6990"/>
                  </a:lnTo>
                  <a:lnTo>
                    <a:pt x="12782" y="6913"/>
                  </a:lnTo>
                  <a:lnTo>
                    <a:pt x="12937" y="6797"/>
                  </a:lnTo>
                  <a:lnTo>
                    <a:pt x="13053" y="6681"/>
                  </a:lnTo>
                  <a:lnTo>
                    <a:pt x="13130" y="6527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5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7"/>
                  </a:lnTo>
                  <a:lnTo>
                    <a:pt x="12242" y="5291"/>
                  </a:lnTo>
                  <a:lnTo>
                    <a:pt x="11894" y="5214"/>
                  </a:lnTo>
                  <a:lnTo>
                    <a:pt x="11315" y="5098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2"/>
                  </a:lnTo>
                  <a:lnTo>
                    <a:pt x="8071" y="3515"/>
                  </a:lnTo>
                  <a:lnTo>
                    <a:pt x="8496" y="2858"/>
                  </a:lnTo>
                  <a:lnTo>
                    <a:pt x="8843" y="2202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7"/>
                  </a:lnTo>
                  <a:lnTo>
                    <a:pt x="9075" y="1275"/>
                  </a:lnTo>
                  <a:lnTo>
                    <a:pt x="9037" y="1005"/>
                  </a:lnTo>
                  <a:lnTo>
                    <a:pt x="8959" y="812"/>
                  </a:lnTo>
                  <a:lnTo>
                    <a:pt x="8882" y="580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8"/>
            <p:cNvSpPr/>
            <p:nvPr/>
          </p:nvSpPr>
          <p:spPr>
            <a:xfrm>
              <a:off x="410925" y="3256650"/>
              <a:ext cx="35725" cy="33825"/>
            </a:xfrm>
            <a:custGeom>
              <a:avLst/>
              <a:gdLst/>
              <a:ahLst/>
              <a:cxnLst/>
              <a:rect l="l" t="t" r="r" b="b"/>
              <a:pathLst>
                <a:path w="1429" h="1353" extrusionOk="0">
                  <a:moveTo>
                    <a:pt x="579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71"/>
                  </a:lnTo>
                  <a:lnTo>
                    <a:pt x="39" y="425"/>
                  </a:lnTo>
                  <a:lnTo>
                    <a:pt x="0" y="619"/>
                  </a:lnTo>
                  <a:lnTo>
                    <a:pt x="0" y="812"/>
                  </a:lnTo>
                  <a:lnTo>
                    <a:pt x="77" y="966"/>
                  </a:lnTo>
                  <a:lnTo>
                    <a:pt x="155" y="1121"/>
                  </a:lnTo>
                  <a:lnTo>
                    <a:pt x="309" y="1275"/>
                  </a:lnTo>
                  <a:lnTo>
                    <a:pt x="463" y="1352"/>
                  </a:lnTo>
                  <a:lnTo>
                    <a:pt x="618" y="1352"/>
                  </a:lnTo>
                  <a:lnTo>
                    <a:pt x="695" y="1236"/>
                  </a:lnTo>
                  <a:lnTo>
                    <a:pt x="695" y="1121"/>
                  </a:lnTo>
                  <a:lnTo>
                    <a:pt x="657" y="1082"/>
                  </a:lnTo>
                  <a:lnTo>
                    <a:pt x="579" y="1043"/>
                  </a:lnTo>
                  <a:lnTo>
                    <a:pt x="502" y="1005"/>
                  </a:lnTo>
                  <a:lnTo>
                    <a:pt x="463" y="927"/>
                  </a:lnTo>
                  <a:lnTo>
                    <a:pt x="386" y="773"/>
                  </a:lnTo>
                  <a:lnTo>
                    <a:pt x="386" y="580"/>
                  </a:lnTo>
                  <a:lnTo>
                    <a:pt x="425" y="503"/>
                  </a:lnTo>
                  <a:lnTo>
                    <a:pt x="502" y="425"/>
                  </a:lnTo>
                  <a:lnTo>
                    <a:pt x="579" y="387"/>
                  </a:lnTo>
                  <a:lnTo>
                    <a:pt x="657" y="387"/>
                  </a:lnTo>
                  <a:lnTo>
                    <a:pt x="850" y="425"/>
                  </a:lnTo>
                  <a:lnTo>
                    <a:pt x="927" y="464"/>
                  </a:lnTo>
                  <a:lnTo>
                    <a:pt x="965" y="541"/>
                  </a:lnTo>
                  <a:lnTo>
                    <a:pt x="1043" y="696"/>
                  </a:lnTo>
                  <a:lnTo>
                    <a:pt x="1081" y="773"/>
                  </a:lnTo>
                  <a:lnTo>
                    <a:pt x="1120" y="812"/>
                  </a:lnTo>
                  <a:lnTo>
                    <a:pt x="1274" y="812"/>
                  </a:lnTo>
                  <a:lnTo>
                    <a:pt x="1352" y="734"/>
                  </a:lnTo>
                  <a:lnTo>
                    <a:pt x="1390" y="696"/>
                  </a:lnTo>
                  <a:lnTo>
                    <a:pt x="1429" y="619"/>
                  </a:lnTo>
                  <a:lnTo>
                    <a:pt x="1390" y="425"/>
                  </a:lnTo>
                  <a:lnTo>
                    <a:pt x="1274" y="271"/>
                  </a:lnTo>
                  <a:lnTo>
                    <a:pt x="1159" y="117"/>
                  </a:lnTo>
                  <a:lnTo>
                    <a:pt x="965" y="39"/>
                  </a:lnTo>
                  <a:lnTo>
                    <a:pt x="77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8"/>
            <p:cNvSpPr/>
            <p:nvPr/>
          </p:nvSpPr>
          <p:spPr>
            <a:xfrm>
              <a:off x="5445325" y="3267275"/>
              <a:ext cx="624625" cy="344650"/>
            </a:xfrm>
            <a:custGeom>
              <a:avLst/>
              <a:gdLst/>
              <a:ahLst/>
              <a:cxnLst/>
              <a:rect l="l" t="t" r="r" b="b"/>
              <a:pathLst>
                <a:path w="24985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03" y="2008"/>
                  </a:lnTo>
                  <a:lnTo>
                    <a:pt x="23787" y="2124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170" y="2086"/>
                  </a:lnTo>
                  <a:lnTo>
                    <a:pt x="23054" y="1970"/>
                  </a:lnTo>
                  <a:lnTo>
                    <a:pt x="22976" y="1815"/>
                  </a:lnTo>
                  <a:lnTo>
                    <a:pt x="22938" y="1622"/>
                  </a:lnTo>
                  <a:lnTo>
                    <a:pt x="22976" y="1429"/>
                  </a:lnTo>
                  <a:lnTo>
                    <a:pt x="23015" y="1236"/>
                  </a:lnTo>
                  <a:lnTo>
                    <a:pt x="23131" y="1082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42"/>
                  </a:lnTo>
                  <a:lnTo>
                    <a:pt x="24289" y="3090"/>
                  </a:lnTo>
                  <a:lnTo>
                    <a:pt x="24367" y="3437"/>
                  </a:lnTo>
                  <a:lnTo>
                    <a:pt x="24405" y="3785"/>
                  </a:lnTo>
                  <a:lnTo>
                    <a:pt x="24173" y="3707"/>
                  </a:lnTo>
                  <a:lnTo>
                    <a:pt x="23942" y="3592"/>
                  </a:lnTo>
                  <a:lnTo>
                    <a:pt x="23826" y="3514"/>
                  </a:lnTo>
                  <a:lnTo>
                    <a:pt x="23787" y="3399"/>
                  </a:lnTo>
                  <a:lnTo>
                    <a:pt x="23710" y="3283"/>
                  </a:lnTo>
                  <a:lnTo>
                    <a:pt x="23672" y="3128"/>
                  </a:lnTo>
                  <a:lnTo>
                    <a:pt x="23710" y="2897"/>
                  </a:lnTo>
                  <a:lnTo>
                    <a:pt x="23787" y="2704"/>
                  </a:lnTo>
                  <a:lnTo>
                    <a:pt x="23903" y="2549"/>
                  </a:lnTo>
                  <a:lnTo>
                    <a:pt x="24096" y="2433"/>
                  </a:lnTo>
                  <a:close/>
                  <a:moveTo>
                    <a:pt x="16142" y="4943"/>
                  </a:moveTo>
                  <a:lnTo>
                    <a:pt x="16257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28" y="5252"/>
                  </a:lnTo>
                  <a:lnTo>
                    <a:pt x="16566" y="5407"/>
                  </a:lnTo>
                  <a:lnTo>
                    <a:pt x="16296" y="5407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40" y="5368"/>
                  </a:lnTo>
                  <a:lnTo>
                    <a:pt x="15678" y="5252"/>
                  </a:lnTo>
                  <a:lnTo>
                    <a:pt x="15755" y="5136"/>
                  </a:lnTo>
                  <a:lnTo>
                    <a:pt x="15833" y="5059"/>
                  </a:lnTo>
                  <a:lnTo>
                    <a:pt x="15949" y="5020"/>
                  </a:lnTo>
                  <a:lnTo>
                    <a:pt x="16026" y="4982"/>
                  </a:lnTo>
                  <a:lnTo>
                    <a:pt x="16142" y="4943"/>
                  </a:lnTo>
                  <a:close/>
                  <a:moveTo>
                    <a:pt x="24444" y="4248"/>
                  </a:moveTo>
                  <a:lnTo>
                    <a:pt x="24405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07"/>
                  </a:lnTo>
                  <a:lnTo>
                    <a:pt x="23903" y="5252"/>
                  </a:lnTo>
                  <a:lnTo>
                    <a:pt x="23787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865" y="4596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763" y="4866"/>
                  </a:lnTo>
                  <a:lnTo>
                    <a:pt x="17879" y="4905"/>
                  </a:lnTo>
                  <a:lnTo>
                    <a:pt x="17957" y="4982"/>
                  </a:lnTo>
                  <a:lnTo>
                    <a:pt x="18072" y="5175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484"/>
                  </a:lnTo>
                  <a:lnTo>
                    <a:pt x="17030" y="5407"/>
                  </a:lnTo>
                  <a:lnTo>
                    <a:pt x="17030" y="5291"/>
                  </a:lnTo>
                  <a:lnTo>
                    <a:pt x="17107" y="5136"/>
                  </a:lnTo>
                  <a:lnTo>
                    <a:pt x="17184" y="5059"/>
                  </a:lnTo>
                  <a:lnTo>
                    <a:pt x="17261" y="4943"/>
                  </a:lnTo>
                  <a:lnTo>
                    <a:pt x="17377" y="4866"/>
                  </a:lnTo>
                  <a:lnTo>
                    <a:pt x="17493" y="4827"/>
                  </a:lnTo>
                  <a:close/>
                  <a:moveTo>
                    <a:pt x="14558" y="5291"/>
                  </a:moveTo>
                  <a:lnTo>
                    <a:pt x="14674" y="5329"/>
                  </a:lnTo>
                  <a:lnTo>
                    <a:pt x="14790" y="5368"/>
                  </a:lnTo>
                  <a:lnTo>
                    <a:pt x="14906" y="5445"/>
                  </a:lnTo>
                  <a:lnTo>
                    <a:pt x="14983" y="5522"/>
                  </a:lnTo>
                  <a:lnTo>
                    <a:pt x="15060" y="5677"/>
                  </a:lnTo>
                  <a:lnTo>
                    <a:pt x="14520" y="5870"/>
                  </a:lnTo>
                  <a:lnTo>
                    <a:pt x="14056" y="6102"/>
                  </a:lnTo>
                  <a:lnTo>
                    <a:pt x="14018" y="6024"/>
                  </a:lnTo>
                  <a:lnTo>
                    <a:pt x="14018" y="5793"/>
                  </a:lnTo>
                  <a:lnTo>
                    <a:pt x="14095" y="5600"/>
                  </a:lnTo>
                  <a:lnTo>
                    <a:pt x="14249" y="5445"/>
                  </a:lnTo>
                  <a:lnTo>
                    <a:pt x="14327" y="5368"/>
                  </a:lnTo>
                  <a:lnTo>
                    <a:pt x="14443" y="5329"/>
                  </a:lnTo>
                  <a:lnTo>
                    <a:pt x="14558" y="5291"/>
                  </a:lnTo>
                  <a:close/>
                  <a:moveTo>
                    <a:pt x="19076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47" y="5793"/>
                  </a:lnTo>
                  <a:lnTo>
                    <a:pt x="19385" y="5986"/>
                  </a:lnTo>
                  <a:lnTo>
                    <a:pt x="19347" y="6140"/>
                  </a:lnTo>
                  <a:lnTo>
                    <a:pt x="18574" y="5831"/>
                  </a:lnTo>
                  <a:lnTo>
                    <a:pt x="18613" y="5715"/>
                  </a:lnTo>
                  <a:lnTo>
                    <a:pt x="18652" y="5638"/>
                  </a:lnTo>
                  <a:lnTo>
                    <a:pt x="18806" y="5522"/>
                  </a:lnTo>
                  <a:lnTo>
                    <a:pt x="18999" y="5484"/>
                  </a:lnTo>
                  <a:close/>
                  <a:moveTo>
                    <a:pt x="20312" y="6063"/>
                  </a:moveTo>
                  <a:lnTo>
                    <a:pt x="20428" y="6102"/>
                  </a:lnTo>
                  <a:lnTo>
                    <a:pt x="20544" y="6179"/>
                  </a:lnTo>
                  <a:lnTo>
                    <a:pt x="20660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53" y="6913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10" y="6256"/>
                  </a:lnTo>
                  <a:lnTo>
                    <a:pt x="19887" y="6179"/>
                  </a:lnTo>
                  <a:lnTo>
                    <a:pt x="19964" y="6102"/>
                  </a:lnTo>
                  <a:lnTo>
                    <a:pt x="20080" y="6063"/>
                  </a:lnTo>
                  <a:close/>
                  <a:moveTo>
                    <a:pt x="23710" y="5870"/>
                  </a:moveTo>
                  <a:lnTo>
                    <a:pt x="23942" y="5986"/>
                  </a:lnTo>
                  <a:lnTo>
                    <a:pt x="24058" y="5986"/>
                  </a:lnTo>
                  <a:lnTo>
                    <a:pt x="23903" y="6295"/>
                  </a:lnTo>
                  <a:lnTo>
                    <a:pt x="23710" y="6565"/>
                  </a:lnTo>
                  <a:lnTo>
                    <a:pt x="23478" y="6797"/>
                  </a:lnTo>
                  <a:lnTo>
                    <a:pt x="23247" y="6990"/>
                  </a:lnTo>
                  <a:lnTo>
                    <a:pt x="23208" y="6913"/>
                  </a:lnTo>
                  <a:lnTo>
                    <a:pt x="23054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092" y="6063"/>
                  </a:lnTo>
                  <a:lnTo>
                    <a:pt x="23170" y="5986"/>
                  </a:lnTo>
                  <a:lnTo>
                    <a:pt x="23285" y="5947"/>
                  </a:lnTo>
                  <a:lnTo>
                    <a:pt x="23478" y="5870"/>
                  </a:lnTo>
                  <a:close/>
                  <a:moveTo>
                    <a:pt x="13207" y="6102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670" y="6333"/>
                  </a:lnTo>
                  <a:lnTo>
                    <a:pt x="13130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3"/>
                  </a:lnTo>
                  <a:lnTo>
                    <a:pt x="12628" y="6797"/>
                  </a:lnTo>
                  <a:lnTo>
                    <a:pt x="12628" y="6642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179"/>
                  </a:lnTo>
                  <a:lnTo>
                    <a:pt x="12975" y="6140"/>
                  </a:lnTo>
                  <a:lnTo>
                    <a:pt x="13091" y="6102"/>
                  </a:lnTo>
                  <a:close/>
                  <a:moveTo>
                    <a:pt x="22166" y="6565"/>
                  </a:moveTo>
                  <a:lnTo>
                    <a:pt x="22281" y="6604"/>
                  </a:lnTo>
                  <a:lnTo>
                    <a:pt x="22436" y="6681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1" y="7067"/>
                  </a:lnTo>
                  <a:lnTo>
                    <a:pt x="22899" y="7067"/>
                  </a:lnTo>
                  <a:lnTo>
                    <a:pt x="22976" y="7106"/>
                  </a:lnTo>
                  <a:lnTo>
                    <a:pt x="22938" y="7106"/>
                  </a:lnTo>
                  <a:lnTo>
                    <a:pt x="22552" y="7221"/>
                  </a:lnTo>
                  <a:lnTo>
                    <a:pt x="22166" y="7221"/>
                  </a:lnTo>
                  <a:lnTo>
                    <a:pt x="21779" y="7183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19"/>
                  </a:lnTo>
                  <a:lnTo>
                    <a:pt x="21779" y="6604"/>
                  </a:lnTo>
                  <a:lnTo>
                    <a:pt x="22011" y="6565"/>
                  </a:lnTo>
                  <a:close/>
                  <a:moveTo>
                    <a:pt x="12280" y="7376"/>
                  </a:moveTo>
                  <a:lnTo>
                    <a:pt x="12473" y="7415"/>
                  </a:lnTo>
                  <a:lnTo>
                    <a:pt x="12087" y="7955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24" y="8071"/>
                  </a:lnTo>
                  <a:lnTo>
                    <a:pt x="11624" y="7955"/>
                  </a:lnTo>
                  <a:lnTo>
                    <a:pt x="11662" y="7839"/>
                  </a:lnTo>
                  <a:lnTo>
                    <a:pt x="11701" y="7723"/>
                  </a:lnTo>
                  <a:lnTo>
                    <a:pt x="11778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26" y="7415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56" y="9422"/>
                  </a:lnTo>
                  <a:lnTo>
                    <a:pt x="2433" y="9461"/>
                  </a:lnTo>
                  <a:lnTo>
                    <a:pt x="2511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588" y="10002"/>
                  </a:lnTo>
                  <a:lnTo>
                    <a:pt x="2124" y="9886"/>
                  </a:lnTo>
                  <a:lnTo>
                    <a:pt x="1622" y="9886"/>
                  </a:lnTo>
                  <a:lnTo>
                    <a:pt x="1661" y="9731"/>
                  </a:lnTo>
                  <a:lnTo>
                    <a:pt x="1738" y="9616"/>
                  </a:lnTo>
                  <a:lnTo>
                    <a:pt x="1815" y="9538"/>
                  </a:lnTo>
                  <a:lnTo>
                    <a:pt x="1893" y="9461"/>
                  </a:lnTo>
                  <a:lnTo>
                    <a:pt x="2009" y="9384"/>
                  </a:lnTo>
                  <a:lnTo>
                    <a:pt x="2124" y="9345"/>
                  </a:lnTo>
                  <a:close/>
                  <a:moveTo>
                    <a:pt x="11624" y="8998"/>
                  </a:moveTo>
                  <a:lnTo>
                    <a:pt x="11469" y="9500"/>
                  </a:lnTo>
                  <a:lnTo>
                    <a:pt x="11315" y="10002"/>
                  </a:lnTo>
                  <a:lnTo>
                    <a:pt x="11238" y="10272"/>
                  </a:lnTo>
                  <a:lnTo>
                    <a:pt x="11044" y="10079"/>
                  </a:lnTo>
                  <a:lnTo>
                    <a:pt x="10967" y="9809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29" y="9422"/>
                  </a:lnTo>
                  <a:lnTo>
                    <a:pt x="11006" y="9307"/>
                  </a:lnTo>
                  <a:lnTo>
                    <a:pt x="11122" y="9152"/>
                  </a:lnTo>
                  <a:lnTo>
                    <a:pt x="11276" y="9036"/>
                  </a:lnTo>
                  <a:lnTo>
                    <a:pt x="11469" y="8998"/>
                  </a:lnTo>
                  <a:close/>
                  <a:moveTo>
                    <a:pt x="3746" y="9731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2" y="10118"/>
                  </a:lnTo>
                  <a:lnTo>
                    <a:pt x="4171" y="10233"/>
                  </a:lnTo>
                  <a:lnTo>
                    <a:pt x="4132" y="10388"/>
                  </a:lnTo>
                  <a:lnTo>
                    <a:pt x="4094" y="10504"/>
                  </a:lnTo>
                  <a:lnTo>
                    <a:pt x="4017" y="10620"/>
                  </a:lnTo>
                  <a:lnTo>
                    <a:pt x="3862" y="10542"/>
                  </a:lnTo>
                  <a:lnTo>
                    <a:pt x="3476" y="10311"/>
                  </a:lnTo>
                  <a:lnTo>
                    <a:pt x="3051" y="10156"/>
                  </a:lnTo>
                  <a:lnTo>
                    <a:pt x="3128" y="10002"/>
                  </a:lnTo>
                  <a:lnTo>
                    <a:pt x="3244" y="9924"/>
                  </a:lnTo>
                  <a:lnTo>
                    <a:pt x="3360" y="9809"/>
                  </a:lnTo>
                  <a:lnTo>
                    <a:pt x="3476" y="9770"/>
                  </a:lnTo>
                  <a:lnTo>
                    <a:pt x="3630" y="9731"/>
                  </a:lnTo>
                  <a:close/>
                  <a:moveTo>
                    <a:pt x="4827" y="10620"/>
                  </a:moveTo>
                  <a:lnTo>
                    <a:pt x="4905" y="10658"/>
                  </a:lnTo>
                  <a:lnTo>
                    <a:pt x="4982" y="10697"/>
                  </a:lnTo>
                  <a:lnTo>
                    <a:pt x="5059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59" y="11430"/>
                  </a:lnTo>
                  <a:lnTo>
                    <a:pt x="4403" y="10890"/>
                  </a:lnTo>
                  <a:lnTo>
                    <a:pt x="4441" y="10813"/>
                  </a:lnTo>
                  <a:lnTo>
                    <a:pt x="4480" y="10735"/>
                  </a:lnTo>
                  <a:lnTo>
                    <a:pt x="4634" y="10658"/>
                  </a:lnTo>
                  <a:lnTo>
                    <a:pt x="4827" y="10620"/>
                  </a:lnTo>
                  <a:close/>
                  <a:moveTo>
                    <a:pt x="11160" y="10620"/>
                  </a:moveTo>
                  <a:lnTo>
                    <a:pt x="10929" y="11199"/>
                  </a:lnTo>
                  <a:lnTo>
                    <a:pt x="10697" y="11739"/>
                  </a:lnTo>
                  <a:lnTo>
                    <a:pt x="10658" y="11701"/>
                  </a:lnTo>
                  <a:lnTo>
                    <a:pt x="10465" y="11508"/>
                  </a:lnTo>
                  <a:lnTo>
                    <a:pt x="10388" y="11315"/>
                  </a:lnTo>
                  <a:lnTo>
                    <a:pt x="10388" y="11122"/>
                  </a:lnTo>
                  <a:lnTo>
                    <a:pt x="10427" y="10967"/>
                  </a:lnTo>
                  <a:lnTo>
                    <a:pt x="10542" y="10774"/>
                  </a:lnTo>
                  <a:lnTo>
                    <a:pt x="10697" y="10658"/>
                  </a:lnTo>
                  <a:lnTo>
                    <a:pt x="10929" y="10620"/>
                  </a:lnTo>
                  <a:close/>
                  <a:moveTo>
                    <a:pt x="5947" y="11469"/>
                  </a:moveTo>
                  <a:lnTo>
                    <a:pt x="6063" y="11508"/>
                  </a:lnTo>
                  <a:lnTo>
                    <a:pt x="6140" y="11546"/>
                  </a:lnTo>
                  <a:lnTo>
                    <a:pt x="6218" y="11662"/>
                  </a:lnTo>
                  <a:lnTo>
                    <a:pt x="6295" y="11739"/>
                  </a:lnTo>
                  <a:lnTo>
                    <a:pt x="6372" y="11971"/>
                  </a:lnTo>
                  <a:lnTo>
                    <a:pt x="6411" y="12203"/>
                  </a:lnTo>
                  <a:lnTo>
                    <a:pt x="6372" y="12473"/>
                  </a:lnTo>
                  <a:lnTo>
                    <a:pt x="5870" y="12087"/>
                  </a:lnTo>
                  <a:lnTo>
                    <a:pt x="5407" y="11701"/>
                  </a:lnTo>
                  <a:lnTo>
                    <a:pt x="5445" y="11585"/>
                  </a:lnTo>
                  <a:lnTo>
                    <a:pt x="5523" y="11508"/>
                  </a:lnTo>
                  <a:lnTo>
                    <a:pt x="5638" y="11469"/>
                  </a:lnTo>
                  <a:close/>
                  <a:moveTo>
                    <a:pt x="10542" y="12048"/>
                  </a:moveTo>
                  <a:lnTo>
                    <a:pt x="10388" y="12280"/>
                  </a:lnTo>
                  <a:lnTo>
                    <a:pt x="10195" y="12550"/>
                  </a:lnTo>
                  <a:lnTo>
                    <a:pt x="9963" y="12743"/>
                  </a:lnTo>
                  <a:lnTo>
                    <a:pt x="9770" y="12936"/>
                  </a:lnTo>
                  <a:lnTo>
                    <a:pt x="9732" y="12859"/>
                  </a:lnTo>
                  <a:lnTo>
                    <a:pt x="9654" y="12666"/>
                  </a:lnTo>
                  <a:lnTo>
                    <a:pt x="9616" y="12473"/>
                  </a:lnTo>
                  <a:lnTo>
                    <a:pt x="9693" y="12319"/>
                  </a:lnTo>
                  <a:lnTo>
                    <a:pt x="9809" y="12203"/>
                  </a:lnTo>
                  <a:lnTo>
                    <a:pt x="9963" y="12126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37" y="12473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01" y="12821"/>
                  </a:lnTo>
                  <a:lnTo>
                    <a:pt x="7878" y="13014"/>
                  </a:lnTo>
                  <a:lnTo>
                    <a:pt x="7839" y="13207"/>
                  </a:lnTo>
                  <a:lnTo>
                    <a:pt x="7299" y="13014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44" y="12512"/>
                  </a:lnTo>
                  <a:lnTo>
                    <a:pt x="7337" y="12473"/>
                  </a:lnTo>
                  <a:close/>
                  <a:moveTo>
                    <a:pt x="8843" y="12628"/>
                  </a:moveTo>
                  <a:lnTo>
                    <a:pt x="8921" y="12666"/>
                  </a:lnTo>
                  <a:lnTo>
                    <a:pt x="9075" y="12743"/>
                  </a:lnTo>
                  <a:lnTo>
                    <a:pt x="9191" y="12936"/>
                  </a:lnTo>
                  <a:lnTo>
                    <a:pt x="9230" y="13130"/>
                  </a:lnTo>
                  <a:lnTo>
                    <a:pt x="9230" y="13207"/>
                  </a:lnTo>
                  <a:lnTo>
                    <a:pt x="9036" y="13245"/>
                  </a:lnTo>
                  <a:lnTo>
                    <a:pt x="8805" y="13284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03" y="13014"/>
                  </a:lnTo>
                  <a:lnTo>
                    <a:pt x="8419" y="12821"/>
                  </a:lnTo>
                  <a:lnTo>
                    <a:pt x="8534" y="12666"/>
                  </a:lnTo>
                  <a:lnTo>
                    <a:pt x="8650" y="12628"/>
                  </a:lnTo>
                  <a:close/>
                  <a:moveTo>
                    <a:pt x="22861" y="0"/>
                  </a:moveTo>
                  <a:lnTo>
                    <a:pt x="22822" y="78"/>
                  </a:lnTo>
                  <a:lnTo>
                    <a:pt x="22745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783" y="387"/>
                  </a:lnTo>
                  <a:lnTo>
                    <a:pt x="22822" y="387"/>
                  </a:lnTo>
                  <a:lnTo>
                    <a:pt x="22861" y="464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668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22" y="2240"/>
                  </a:lnTo>
                  <a:lnTo>
                    <a:pt x="23015" y="2395"/>
                  </a:lnTo>
                  <a:lnTo>
                    <a:pt x="23247" y="2472"/>
                  </a:lnTo>
                  <a:lnTo>
                    <a:pt x="23478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24" y="3244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862"/>
                  </a:lnTo>
                  <a:lnTo>
                    <a:pt x="23942" y="4016"/>
                  </a:lnTo>
                  <a:lnTo>
                    <a:pt x="23710" y="4209"/>
                  </a:lnTo>
                  <a:lnTo>
                    <a:pt x="23556" y="4480"/>
                  </a:lnTo>
                  <a:lnTo>
                    <a:pt x="23440" y="4750"/>
                  </a:lnTo>
                  <a:lnTo>
                    <a:pt x="23440" y="4866"/>
                  </a:lnTo>
                  <a:lnTo>
                    <a:pt x="23440" y="5020"/>
                  </a:lnTo>
                  <a:lnTo>
                    <a:pt x="23478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70" y="5561"/>
                  </a:lnTo>
                  <a:lnTo>
                    <a:pt x="22938" y="5677"/>
                  </a:lnTo>
                  <a:lnTo>
                    <a:pt x="22783" y="5870"/>
                  </a:lnTo>
                  <a:lnTo>
                    <a:pt x="22668" y="6102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1972" y="6217"/>
                  </a:lnTo>
                  <a:lnTo>
                    <a:pt x="21741" y="6256"/>
                  </a:lnTo>
                  <a:lnTo>
                    <a:pt x="21509" y="6411"/>
                  </a:lnTo>
                  <a:lnTo>
                    <a:pt x="21316" y="6565"/>
                  </a:lnTo>
                  <a:lnTo>
                    <a:pt x="21200" y="6758"/>
                  </a:lnTo>
                  <a:lnTo>
                    <a:pt x="21084" y="6449"/>
                  </a:lnTo>
                  <a:lnTo>
                    <a:pt x="20930" y="6140"/>
                  </a:lnTo>
                  <a:lnTo>
                    <a:pt x="20853" y="5986"/>
                  </a:lnTo>
                  <a:lnTo>
                    <a:pt x="20698" y="5870"/>
                  </a:lnTo>
                  <a:lnTo>
                    <a:pt x="20582" y="5793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42" y="5793"/>
                  </a:lnTo>
                  <a:lnTo>
                    <a:pt x="19887" y="5831"/>
                  </a:lnTo>
                  <a:lnTo>
                    <a:pt x="19733" y="5947"/>
                  </a:lnTo>
                  <a:lnTo>
                    <a:pt x="19694" y="5715"/>
                  </a:lnTo>
                  <a:lnTo>
                    <a:pt x="19617" y="5484"/>
                  </a:lnTo>
                  <a:lnTo>
                    <a:pt x="19462" y="5291"/>
                  </a:lnTo>
                  <a:lnTo>
                    <a:pt x="19347" y="5213"/>
                  </a:lnTo>
                  <a:lnTo>
                    <a:pt x="19231" y="5175"/>
                  </a:lnTo>
                  <a:lnTo>
                    <a:pt x="19038" y="5136"/>
                  </a:lnTo>
                  <a:lnTo>
                    <a:pt x="18806" y="5175"/>
                  </a:lnTo>
                  <a:lnTo>
                    <a:pt x="18613" y="5252"/>
                  </a:lnTo>
                  <a:lnTo>
                    <a:pt x="18458" y="5407"/>
                  </a:lnTo>
                  <a:lnTo>
                    <a:pt x="18458" y="5252"/>
                  </a:lnTo>
                  <a:lnTo>
                    <a:pt x="18420" y="5098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7" y="4557"/>
                  </a:lnTo>
                  <a:lnTo>
                    <a:pt x="17802" y="4518"/>
                  </a:lnTo>
                  <a:lnTo>
                    <a:pt x="17493" y="4518"/>
                  </a:lnTo>
                  <a:lnTo>
                    <a:pt x="17377" y="4557"/>
                  </a:lnTo>
                  <a:lnTo>
                    <a:pt x="17223" y="4634"/>
                  </a:lnTo>
                  <a:lnTo>
                    <a:pt x="17107" y="4711"/>
                  </a:lnTo>
                  <a:lnTo>
                    <a:pt x="17030" y="4827"/>
                  </a:lnTo>
                  <a:lnTo>
                    <a:pt x="16875" y="5059"/>
                  </a:lnTo>
                  <a:lnTo>
                    <a:pt x="16759" y="4905"/>
                  </a:lnTo>
                  <a:lnTo>
                    <a:pt x="16605" y="4789"/>
                  </a:lnTo>
                  <a:lnTo>
                    <a:pt x="16451" y="4673"/>
                  </a:lnTo>
                  <a:lnTo>
                    <a:pt x="16257" y="4634"/>
                  </a:lnTo>
                  <a:lnTo>
                    <a:pt x="16103" y="4634"/>
                  </a:lnTo>
                  <a:lnTo>
                    <a:pt x="15910" y="4673"/>
                  </a:lnTo>
                  <a:lnTo>
                    <a:pt x="15755" y="4750"/>
                  </a:lnTo>
                  <a:lnTo>
                    <a:pt x="15640" y="4827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291"/>
                  </a:lnTo>
                  <a:lnTo>
                    <a:pt x="15374" y="5460"/>
                  </a:lnTo>
                  <a:lnTo>
                    <a:pt x="15331" y="5329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597" y="4943"/>
                  </a:lnTo>
                  <a:lnTo>
                    <a:pt x="14404" y="4943"/>
                  </a:lnTo>
                  <a:lnTo>
                    <a:pt x="14249" y="5020"/>
                  </a:lnTo>
                  <a:lnTo>
                    <a:pt x="14134" y="5098"/>
                  </a:lnTo>
                  <a:lnTo>
                    <a:pt x="14018" y="5175"/>
                  </a:lnTo>
                  <a:lnTo>
                    <a:pt x="13941" y="5291"/>
                  </a:lnTo>
                  <a:lnTo>
                    <a:pt x="13825" y="5522"/>
                  </a:lnTo>
                  <a:lnTo>
                    <a:pt x="13747" y="5831"/>
                  </a:lnTo>
                  <a:lnTo>
                    <a:pt x="13593" y="5754"/>
                  </a:lnTo>
                  <a:lnTo>
                    <a:pt x="13361" y="5677"/>
                  </a:lnTo>
                  <a:lnTo>
                    <a:pt x="13130" y="5677"/>
                  </a:lnTo>
                  <a:lnTo>
                    <a:pt x="12937" y="5715"/>
                  </a:lnTo>
                  <a:lnTo>
                    <a:pt x="12705" y="5831"/>
                  </a:lnTo>
                  <a:lnTo>
                    <a:pt x="12589" y="5947"/>
                  </a:lnTo>
                  <a:lnTo>
                    <a:pt x="12473" y="6063"/>
                  </a:lnTo>
                  <a:lnTo>
                    <a:pt x="12396" y="6217"/>
                  </a:lnTo>
                  <a:lnTo>
                    <a:pt x="12357" y="6333"/>
                  </a:lnTo>
                  <a:lnTo>
                    <a:pt x="12319" y="6526"/>
                  </a:lnTo>
                  <a:lnTo>
                    <a:pt x="12319" y="6681"/>
                  </a:lnTo>
                  <a:lnTo>
                    <a:pt x="12357" y="6835"/>
                  </a:lnTo>
                  <a:lnTo>
                    <a:pt x="12396" y="6990"/>
                  </a:lnTo>
                  <a:lnTo>
                    <a:pt x="12126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469" y="7376"/>
                  </a:lnTo>
                  <a:lnTo>
                    <a:pt x="11392" y="7530"/>
                  </a:lnTo>
                  <a:lnTo>
                    <a:pt x="11315" y="7685"/>
                  </a:lnTo>
                  <a:lnTo>
                    <a:pt x="11276" y="7839"/>
                  </a:lnTo>
                  <a:lnTo>
                    <a:pt x="11276" y="7994"/>
                  </a:lnTo>
                  <a:lnTo>
                    <a:pt x="11276" y="8148"/>
                  </a:lnTo>
                  <a:lnTo>
                    <a:pt x="11315" y="8303"/>
                  </a:lnTo>
                  <a:lnTo>
                    <a:pt x="11392" y="8457"/>
                  </a:lnTo>
                  <a:lnTo>
                    <a:pt x="11469" y="8573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20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02"/>
                  </a:lnTo>
                  <a:lnTo>
                    <a:pt x="10851" y="10233"/>
                  </a:lnTo>
                  <a:lnTo>
                    <a:pt x="10620" y="10272"/>
                  </a:lnTo>
                  <a:lnTo>
                    <a:pt x="10388" y="10388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40" y="11006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56" y="11701"/>
                  </a:lnTo>
                  <a:lnTo>
                    <a:pt x="9925" y="11739"/>
                  </a:lnTo>
                  <a:lnTo>
                    <a:pt x="9693" y="11817"/>
                  </a:lnTo>
                  <a:lnTo>
                    <a:pt x="9500" y="11971"/>
                  </a:lnTo>
                  <a:lnTo>
                    <a:pt x="9423" y="12087"/>
                  </a:lnTo>
                  <a:lnTo>
                    <a:pt x="9345" y="12203"/>
                  </a:lnTo>
                  <a:lnTo>
                    <a:pt x="9307" y="12319"/>
                  </a:lnTo>
                  <a:lnTo>
                    <a:pt x="9307" y="12473"/>
                  </a:lnTo>
                  <a:lnTo>
                    <a:pt x="9152" y="12357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689" y="12280"/>
                  </a:lnTo>
                  <a:lnTo>
                    <a:pt x="8534" y="12319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48" y="12705"/>
                  </a:lnTo>
                  <a:lnTo>
                    <a:pt x="8071" y="12550"/>
                  </a:lnTo>
                  <a:lnTo>
                    <a:pt x="7994" y="12434"/>
                  </a:lnTo>
                  <a:lnTo>
                    <a:pt x="7839" y="12319"/>
                  </a:lnTo>
                  <a:lnTo>
                    <a:pt x="7724" y="12241"/>
                  </a:lnTo>
                  <a:lnTo>
                    <a:pt x="7453" y="12164"/>
                  </a:lnTo>
                  <a:lnTo>
                    <a:pt x="7222" y="12164"/>
                  </a:lnTo>
                  <a:lnTo>
                    <a:pt x="6990" y="12241"/>
                  </a:lnTo>
                  <a:lnTo>
                    <a:pt x="6758" y="12396"/>
                  </a:lnTo>
                  <a:lnTo>
                    <a:pt x="6758" y="12048"/>
                  </a:lnTo>
                  <a:lnTo>
                    <a:pt x="6720" y="11855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488" y="11392"/>
                  </a:lnTo>
                  <a:lnTo>
                    <a:pt x="6372" y="11276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870" y="11122"/>
                  </a:lnTo>
                  <a:lnTo>
                    <a:pt x="5677" y="11160"/>
                  </a:lnTo>
                  <a:lnTo>
                    <a:pt x="5523" y="11199"/>
                  </a:lnTo>
                  <a:lnTo>
                    <a:pt x="5523" y="10967"/>
                  </a:lnTo>
                  <a:lnTo>
                    <a:pt x="5445" y="10697"/>
                  </a:lnTo>
                  <a:lnTo>
                    <a:pt x="5291" y="10504"/>
                  </a:lnTo>
                  <a:lnTo>
                    <a:pt x="5214" y="10426"/>
                  </a:lnTo>
                  <a:lnTo>
                    <a:pt x="5098" y="10349"/>
                  </a:lnTo>
                  <a:lnTo>
                    <a:pt x="4943" y="10311"/>
                  </a:lnTo>
                  <a:lnTo>
                    <a:pt x="4673" y="10311"/>
                  </a:lnTo>
                  <a:lnTo>
                    <a:pt x="4519" y="10349"/>
                  </a:lnTo>
                  <a:lnTo>
                    <a:pt x="4519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22"/>
                  </a:lnTo>
                  <a:lnTo>
                    <a:pt x="3553" y="9422"/>
                  </a:lnTo>
                  <a:lnTo>
                    <a:pt x="3399" y="9461"/>
                  </a:lnTo>
                  <a:lnTo>
                    <a:pt x="3244" y="9538"/>
                  </a:lnTo>
                  <a:lnTo>
                    <a:pt x="3128" y="9616"/>
                  </a:lnTo>
                  <a:lnTo>
                    <a:pt x="2974" y="9731"/>
                  </a:lnTo>
                  <a:lnTo>
                    <a:pt x="2974" y="9616"/>
                  </a:lnTo>
                  <a:lnTo>
                    <a:pt x="2897" y="9422"/>
                  </a:lnTo>
                  <a:lnTo>
                    <a:pt x="2742" y="9268"/>
                  </a:lnTo>
                  <a:lnTo>
                    <a:pt x="2588" y="9114"/>
                  </a:lnTo>
                  <a:lnTo>
                    <a:pt x="2433" y="9036"/>
                  </a:lnTo>
                  <a:lnTo>
                    <a:pt x="2202" y="8998"/>
                  </a:lnTo>
                  <a:lnTo>
                    <a:pt x="2009" y="8998"/>
                  </a:lnTo>
                  <a:lnTo>
                    <a:pt x="1815" y="9075"/>
                  </a:lnTo>
                  <a:lnTo>
                    <a:pt x="1661" y="9191"/>
                  </a:lnTo>
                  <a:lnTo>
                    <a:pt x="1545" y="9345"/>
                  </a:lnTo>
                  <a:lnTo>
                    <a:pt x="1429" y="9500"/>
                  </a:lnTo>
                  <a:lnTo>
                    <a:pt x="1352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889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48" y="10426"/>
                  </a:lnTo>
                  <a:lnTo>
                    <a:pt x="232" y="10581"/>
                  </a:lnTo>
                  <a:lnTo>
                    <a:pt x="78" y="10890"/>
                  </a:lnTo>
                  <a:lnTo>
                    <a:pt x="1" y="11199"/>
                  </a:lnTo>
                  <a:lnTo>
                    <a:pt x="1" y="11546"/>
                  </a:lnTo>
                  <a:lnTo>
                    <a:pt x="39" y="11894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8" y="12782"/>
                  </a:lnTo>
                  <a:lnTo>
                    <a:pt x="773" y="12898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13" y="13130"/>
                  </a:lnTo>
                  <a:lnTo>
                    <a:pt x="1700" y="13168"/>
                  </a:lnTo>
                  <a:lnTo>
                    <a:pt x="2086" y="13091"/>
                  </a:lnTo>
                  <a:lnTo>
                    <a:pt x="2472" y="12975"/>
                  </a:lnTo>
                  <a:lnTo>
                    <a:pt x="2781" y="12782"/>
                  </a:lnTo>
                  <a:lnTo>
                    <a:pt x="3090" y="12512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15" y="11932"/>
                  </a:lnTo>
                  <a:lnTo>
                    <a:pt x="3515" y="11817"/>
                  </a:lnTo>
                  <a:lnTo>
                    <a:pt x="3437" y="11739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8" y="12434"/>
                  </a:lnTo>
                  <a:lnTo>
                    <a:pt x="2317" y="12550"/>
                  </a:lnTo>
                  <a:lnTo>
                    <a:pt x="2009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20" y="12550"/>
                  </a:lnTo>
                  <a:lnTo>
                    <a:pt x="966" y="12434"/>
                  </a:lnTo>
                  <a:lnTo>
                    <a:pt x="812" y="12319"/>
                  </a:lnTo>
                  <a:lnTo>
                    <a:pt x="696" y="12203"/>
                  </a:lnTo>
                  <a:lnTo>
                    <a:pt x="580" y="12048"/>
                  </a:lnTo>
                  <a:lnTo>
                    <a:pt x="541" y="11855"/>
                  </a:lnTo>
                  <a:lnTo>
                    <a:pt x="503" y="11701"/>
                  </a:lnTo>
                  <a:lnTo>
                    <a:pt x="464" y="11546"/>
                  </a:lnTo>
                  <a:lnTo>
                    <a:pt x="464" y="11353"/>
                  </a:lnTo>
                  <a:lnTo>
                    <a:pt x="503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889" y="10620"/>
                  </a:lnTo>
                  <a:lnTo>
                    <a:pt x="1043" y="10504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00" y="10349"/>
                  </a:lnTo>
                  <a:lnTo>
                    <a:pt x="2279" y="10349"/>
                  </a:lnTo>
                  <a:lnTo>
                    <a:pt x="2588" y="10426"/>
                  </a:lnTo>
                  <a:lnTo>
                    <a:pt x="2858" y="10504"/>
                  </a:lnTo>
                  <a:lnTo>
                    <a:pt x="3128" y="10620"/>
                  </a:lnTo>
                  <a:lnTo>
                    <a:pt x="3630" y="10928"/>
                  </a:lnTo>
                  <a:lnTo>
                    <a:pt x="4132" y="11276"/>
                  </a:lnTo>
                  <a:lnTo>
                    <a:pt x="4634" y="11662"/>
                  </a:lnTo>
                  <a:lnTo>
                    <a:pt x="5523" y="12396"/>
                  </a:lnTo>
                  <a:lnTo>
                    <a:pt x="5870" y="12666"/>
                  </a:lnTo>
                  <a:lnTo>
                    <a:pt x="6256" y="12936"/>
                  </a:lnTo>
                  <a:lnTo>
                    <a:pt x="6681" y="13207"/>
                  </a:lnTo>
                  <a:lnTo>
                    <a:pt x="7106" y="13400"/>
                  </a:lnTo>
                  <a:lnTo>
                    <a:pt x="7530" y="13593"/>
                  </a:lnTo>
                  <a:lnTo>
                    <a:pt x="7994" y="13709"/>
                  </a:lnTo>
                  <a:lnTo>
                    <a:pt x="8419" y="13786"/>
                  </a:lnTo>
                  <a:lnTo>
                    <a:pt x="8921" y="13786"/>
                  </a:lnTo>
                  <a:lnTo>
                    <a:pt x="9345" y="13670"/>
                  </a:lnTo>
                  <a:lnTo>
                    <a:pt x="9693" y="13554"/>
                  </a:lnTo>
                  <a:lnTo>
                    <a:pt x="10040" y="13323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890" y="12473"/>
                  </a:lnTo>
                  <a:lnTo>
                    <a:pt x="11122" y="12087"/>
                  </a:lnTo>
                  <a:lnTo>
                    <a:pt x="11315" y="11739"/>
                  </a:lnTo>
                  <a:lnTo>
                    <a:pt x="11508" y="11199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075"/>
                  </a:lnTo>
                  <a:lnTo>
                    <a:pt x="12319" y="8573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45" y="7299"/>
                  </a:lnTo>
                  <a:lnTo>
                    <a:pt x="13632" y="6951"/>
                  </a:lnTo>
                  <a:lnTo>
                    <a:pt x="14018" y="6681"/>
                  </a:lnTo>
                  <a:lnTo>
                    <a:pt x="14443" y="6449"/>
                  </a:lnTo>
                  <a:lnTo>
                    <a:pt x="14867" y="6256"/>
                  </a:lnTo>
                  <a:lnTo>
                    <a:pt x="15331" y="6102"/>
                  </a:lnTo>
                  <a:lnTo>
                    <a:pt x="15794" y="5986"/>
                  </a:lnTo>
                  <a:lnTo>
                    <a:pt x="16296" y="5909"/>
                  </a:lnTo>
                  <a:lnTo>
                    <a:pt x="16875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08"/>
                  </a:lnTo>
                  <a:lnTo>
                    <a:pt x="21741" y="7723"/>
                  </a:lnTo>
                  <a:lnTo>
                    <a:pt x="22127" y="7762"/>
                  </a:lnTo>
                  <a:lnTo>
                    <a:pt x="22552" y="7723"/>
                  </a:lnTo>
                  <a:lnTo>
                    <a:pt x="22976" y="7646"/>
                  </a:lnTo>
                  <a:lnTo>
                    <a:pt x="23363" y="7492"/>
                  </a:lnTo>
                  <a:lnTo>
                    <a:pt x="23710" y="7260"/>
                  </a:lnTo>
                  <a:lnTo>
                    <a:pt x="24058" y="6990"/>
                  </a:lnTo>
                  <a:lnTo>
                    <a:pt x="24328" y="6642"/>
                  </a:lnTo>
                  <a:lnTo>
                    <a:pt x="24560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46" y="5059"/>
                  </a:lnTo>
                  <a:lnTo>
                    <a:pt x="24984" y="4634"/>
                  </a:lnTo>
                  <a:lnTo>
                    <a:pt x="24984" y="4171"/>
                  </a:lnTo>
                  <a:lnTo>
                    <a:pt x="24946" y="3707"/>
                  </a:lnTo>
                  <a:lnTo>
                    <a:pt x="24869" y="3283"/>
                  </a:lnTo>
                  <a:lnTo>
                    <a:pt x="24753" y="2819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45"/>
                  </a:lnTo>
                  <a:lnTo>
                    <a:pt x="24019" y="1159"/>
                  </a:lnTo>
                  <a:lnTo>
                    <a:pt x="23787" y="811"/>
                  </a:lnTo>
                  <a:lnTo>
                    <a:pt x="23942" y="348"/>
                  </a:lnTo>
                  <a:lnTo>
                    <a:pt x="23556" y="232"/>
                  </a:lnTo>
                  <a:lnTo>
                    <a:pt x="23170" y="78"/>
                  </a:lnTo>
                  <a:lnTo>
                    <a:pt x="23131" y="39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8"/>
            <p:cNvSpPr/>
            <p:nvPr/>
          </p:nvSpPr>
          <p:spPr>
            <a:xfrm>
              <a:off x="5955050" y="3275975"/>
              <a:ext cx="152550" cy="277075"/>
            </a:xfrm>
            <a:custGeom>
              <a:avLst/>
              <a:gdLst/>
              <a:ahLst/>
              <a:cxnLst/>
              <a:rect l="l" t="t" r="r" b="b"/>
              <a:pathLst>
                <a:path w="6102" h="11083" extrusionOk="0">
                  <a:moveTo>
                    <a:pt x="3553" y="0"/>
                  </a:moveTo>
                  <a:lnTo>
                    <a:pt x="3398" y="463"/>
                  </a:lnTo>
                  <a:lnTo>
                    <a:pt x="3746" y="656"/>
                  </a:lnTo>
                  <a:lnTo>
                    <a:pt x="4093" y="888"/>
                  </a:lnTo>
                  <a:lnTo>
                    <a:pt x="4364" y="1158"/>
                  </a:lnTo>
                  <a:lnTo>
                    <a:pt x="4634" y="1467"/>
                  </a:lnTo>
                  <a:lnTo>
                    <a:pt x="4866" y="1776"/>
                  </a:lnTo>
                  <a:lnTo>
                    <a:pt x="5059" y="2124"/>
                  </a:lnTo>
                  <a:lnTo>
                    <a:pt x="5213" y="2471"/>
                  </a:lnTo>
                  <a:lnTo>
                    <a:pt x="5368" y="2819"/>
                  </a:lnTo>
                  <a:lnTo>
                    <a:pt x="5445" y="3205"/>
                  </a:lnTo>
                  <a:lnTo>
                    <a:pt x="5522" y="3630"/>
                  </a:lnTo>
                  <a:lnTo>
                    <a:pt x="5561" y="4016"/>
                  </a:lnTo>
                  <a:lnTo>
                    <a:pt x="5561" y="4441"/>
                  </a:lnTo>
                  <a:lnTo>
                    <a:pt x="5561" y="4827"/>
                  </a:lnTo>
                  <a:lnTo>
                    <a:pt x="5522" y="5252"/>
                  </a:lnTo>
                  <a:lnTo>
                    <a:pt x="5406" y="5638"/>
                  </a:lnTo>
                  <a:lnTo>
                    <a:pt x="5290" y="6024"/>
                  </a:lnTo>
                  <a:lnTo>
                    <a:pt x="5136" y="6449"/>
                  </a:lnTo>
                  <a:lnTo>
                    <a:pt x="4943" y="6873"/>
                  </a:lnTo>
                  <a:lnTo>
                    <a:pt x="4711" y="7298"/>
                  </a:lnTo>
                  <a:lnTo>
                    <a:pt x="4480" y="7684"/>
                  </a:lnTo>
                  <a:lnTo>
                    <a:pt x="4209" y="8070"/>
                  </a:lnTo>
                  <a:lnTo>
                    <a:pt x="3900" y="8418"/>
                  </a:lnTo>
                  <a:lnTo>
                    <a:pt x="3591" y="8727"/>
                  </a:lnTo>
                  <a:lnTo>
                    <a:pt x="3244" y="9036"/>
                  </a:lnTo>
                  <a:lnTo>
                    <a:pt x="2896" y="9345"/>
                  </a:lnTo>
                  <a:lnTo>
                    <a:pt x="2549" y="9615"/>
                  </a:lnTo>
                  <a:lnTo>
                    <a:pt x="2124" y="9847"/>
                  </a:lnTo>
                  <a:lnTo>
                    <a:pt x="1738" y="10078"/>
                  </a:lnTo>
                  <a:lnTo>
                    <a:pt x="1313" y="10272"/>
                  </a:lnTo>
                  <a:lnTo>
                    <a:pt x="888" y="10426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7" y="11082"/>
                  </a:lnTo>
                  <a:lnTo>
                    <a:pt x="579" y="10967"/>
                  </a:lnTo>
                  <a:lnTo>
                    <a:pt x="1081" y="10851"/>
                  </a:lnTo>
                  <a:lnTo>
                    <a:pt x="1583" y="10696"/>
                  </a:lnTo>
                  <a:lnTo>
                    <a:pt x="2047" y="10465"/>
                  </a:lnTo>
                  <a:lnTo>
                    <a:pt x="2510" y="10233"/>
                  </a:lnTo>
                  <a:lnTo>
                    <a:pt x="2935" y="9963"/>
                  </a:lnTo>
                  <a:lnTo>
                    <a:pt x="3360" y="9654"/>
                  </a:lnTo>
                  <a:lnTo>
                    <a:pt x="3784" y="9306"/>
                  </a:lnTo>
                  <a:lnTo>
                    <a:pt x="4132" y="8959"/>
                  </a:lnTo>
                  <a:lnTo>
                    <a:pt x="4480" y="8572"/>
                  </a:lnTo>
                  <a:lnTo>
                    <a:pt x="4788" y="8148"/>
                  </a:lnTo>
                  <a:lnTo>
                    <a:pt x="5097" y="7723"/>
                  </a:lnTo>
                  <a:lnTo>
                    <a:pt x="5329" y="7260"/>
                  </a:lnTo>
                  <a:lnTo>
                    <a:pt x="5561" y="6796"/>
                  </a:lnTo>
                  <a:lnTo>
                    <a:pt x="5754" y="6294"/>
                  </a:lnTo>
                  <a:lnTo>
                    <a:pt x="5908" y="5792"/>
                  </a:lnTo>
                  <a:lnTo>
                    <a:pt x="5986" y="5367"/>
                  </a:lnTo>
                  <a:lnTo>
                    <a:pt x="6063" y="4943"/>
                  </a:lnTo>
                  <a:lnTo>
                    <a:pt x="6101" y="4518"/>
                  </a:lnTo>
                  <a:lnTo>
                    <a:pt x="6063" y="4093"/>
                  </a:lnTo>
                  <a:lnTo>
                    <a:pt x="6024" y="3668"/>
                  </a:lnTo>
                  <a:lnTo>
                    <a:pt x="5986" y="3244"/>
                  </a:lnTo>
                  <a:lnTo>
                    <a:pt x="5870" y="2858"/>
                  </a:lnTo>
                  <a:lnTo>
                    <a:pt x="5715" y="2433"/>
                  </a:lnTo>
                  <a:lnTo>
                    <a:pt x="5561" y="2047"/>
                  </a:lnTo>
                  <a:lnTo>
                    <a:pt x="5368" y="1699"/>
                  </a:lnTo>
                  <a:lnTo>
                    <a:pt x="5136" y="1352"/>
                  </a:lnTo>
                  <a:lnTo>
                    <a:pt x="4866" y="1043"/>
                  </a:lnTo>
                  <a:lnTo>
                    <a:pt x="4595" y="734"/>
                  </a:lnTo>
                  <a:lnTo>
                    <a:pt x="4286" y="463"/>
                  </a:lnTo>
                  <a:lnTo>
                    <a:pt x="3939" y="232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8"/>
            <p:cNvSpPr/>
            <p:nvPr/>
          </p:nvSpPr>
          <p:spPr>
            <a:xfrm>
              <a:off x="369400" y="3292375"/>
              <a:ext cx="35750" cy="31875"/>
            </a:xfrm>
            <a:custGeom>
              <a:avLst/>
              <a:gdLst/>
              <a:ahLst/>
              <a:cxnLst/>
              <a:rect l="l" t="t" r="r" b="b"/>
              <a:pathLst>
                <a:path w="1430" h="1275" extrusionOk="0">
                  <a:moveTo>
                    <a:pt x="618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1"/>
                  </a:lnTo>
                  <a:lnTo>
                    <a:pt x="39" y="464"/>
                  </a:lnTo>
                  <a:lnTo>
                    <a:pt x="1" y="657"/>
                  </a:lnTo>
                  <a:lnTo>
                    <a:pt x="39" y="850"/>
                  </a:lnTo>
                  <a:lnTo>
                    <a:pt x="116" y="1004"/>
                  </a:lnTo>
                  <a:lnTo>
                    <a:pt x="271" y="1159"/>
                  </a:lnTo>
                  <a:lnTo>
                    <a:pt x="425" y="1236"/>
                  </a:lnTo>
                  <a:lnTo>
                    <a:pt x="618" y="1275"/>
                  </a:lnTo>
                  <a:lnTo>
                    <a:pt x="812" y="1236"/>
                  </a:lnTo>
                  <a:lnTo>
                    <a:pt x="850" y="1198"/>
                  </a:lnTo>
                  <a:lnTo>
                    <a:pt x="889" y="1120"/>
                  </a:lnTo>
                  <a:lnTo>
                    <a:pt x="812" y="1043"/>
                  </a:lnTo>
                  <a:lnTo>
                    <a:pt x="734" y="1004"/>
                  </a:lnTo>
                  <a:lnTo>
                    <a:pt x="657" y="1004"/>
                  </a:lnTo>
                  <a:lnTo>
                    <a:pt x="541" y="966"/>
                  </a:lnTo>
                  <a:lnTo>
                    <a:pt x="464" y="889"/>
                  </a:lnTo>
                  <a:lnTo>
                    <a:pt x="425" y="811"/>
                  </a:lnTo>
                  <a:lnTo>
                    <a:pt x="387" y="696"/>
                  </a:lnTo>
                  <a:lnTo>
                    <a:pt x="425" y="618"/>
                  </a:lnTo>
                  <a:lnTo>
                    <a:pt x="464" y="502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812" y="387"/>
                  </a:lnTo>
                  <a:lnTo>
                    <a:pt x="927" y="464"/>
                  </a:lnTo>
                  <a:lnTo>
                    <a:pt x="1082" y="618"/>
                  </a:lnTo>
                  <a:lnTo>
                    <a:pt x="1198" y="657"/>
                  </a:lnTo>
                  <a:lnTo>
                    <a:pt x="1275" y="696"/>
                  </a:lnTo>
                  <a:lnTo>
                    <a:pt x="1352" y="696"/>
                  </a:lnTo>
                  <a:lnTo>
                    <a:pt x="1391" y="657"/>
                  </a:lnTo>
                  <a:lnTo>
                    <a:pt x="1429" y="541"/>
                  </a:lnTo>
                  <a:lnTo>
                    <a:pt x="1391" y="464"/>
                  </a:lnTo>
                  <a:lnTo>
                    <a:pt x="1352" y="348"/>
                  </a:lnTo>
                  <a:lnTo>
                    <a:pt x="1198" y="194"/>
                  </a:lnTo>
                  <a:lnTo>
                    <a:pt x="1005" y="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8"/>
            <p:cNvSpPr/>
            <p:nvPr/>
          </p:nvSpPr>
          <p:spPr>
            <a:xfrm>
              <a:off x="6549700" y="3335825"/>
              <a:ext cx="85000" cy="94625"/>
            </a:xfrm>
            <a:custGeom>
              <a:avLst/>
              <a:gdLst/>
              <a:ahLst/>
              <a:cxnLst/>
              <a:rect l="l" t="t" r="r" b="b"/>
              <a:pathLst>
                <a:path w="3400" h="3785" extrusionOk="0">
                  <a:moveTo>
                    <a:pt x="78" y="0"/>
                  </a:moveTo>
                  <a:lnTo>
                    <a:pt x="1" y="77"/>
                  </a:lnTo>
                  <a:lnTo>
                    <a:pt x="1" y="116"/>
                  </a:lnTo>
                  <a:lnTo>
                    <a:pt x="349" y="888"/>
                  </a:lnTo>
                  <a:lnTo>
                    <a:pt x="812" y="1661"/>
                  </a:lnTo>
                  <a:lnTo>
                    <a:pt x="1275" y="2394"/>
                  </a:lnTo>
                  <a:lnTo>
                    <a:pt x="1739" y="3089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4"/>
                  </a:lnTo>
                  <a:lnTo>
                    <a:pt x="3013" y="3707"/>
                  </a:lnTo>
                  <a:lnTo>
                    <a:pt x="3206" y="3591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89"/>
                  </a:lnTo>
                  <a:lnTo>
                    <a:pt x="3399" y="2896"/>
                  </a:lnTo>
                  <a:lnTo>
                    <a:pt x="3360" y="2703"/>
                  </a:lnTo>
                  <a:lnTo>
                    <a:pt x="3283" y="2510"/>
                  </a:lnTo>
                  <a:lnTo>
                    <a:pt x="3129" y="2163"/>
                  </a:lnTo>
                  <a:lnTo>
                    <a:pt x="2936" y="2240"/>
                  </a:lnTo>
                  <a:lnTo>
                    <a:pt x="3052" y="2587"/>
                  </a:lnTo>
                  <a:lnTo>
                    <a:pt x="3090" y="2742"/>
                  </a:lnTo>
                  <a:lnTo>
                    <a:pt x="3129" y="2858"/>
                  </a:lnTo>
                  <a:lnTo>
                    <a:pt x="2897" y="3012"/>
                  </a:lnTo>
                  <a:lnTo>
                    <a:pt x="2665" y="3128"/>
                  </a:lnTo>
                  <a:lnTo>
                    <a:pt x="2511" y="3205"/>
                  </a:lnTo>
                  <a:lnTo>
                    <a:pt x="2318" y="3205"/>
                  </a:lnTo>
                  <a:lnTo>
                    <a:pt x="2202" y="3167"/>
                  </a:lnTo>
                  <a:lnTo>
                    <a:pt x="2048" y="3089"/>
                  </a:lnTo>
                  <a:lnTo>
                    <a:pt x="1932" y="2935"/>
                  </a:lnTo>
                  <a:lnTo>
                    <a:pt x="1855" y="2742"/>
                  </a:lnTo>
                  <a:lnTo>
                    <a:pt x="1700" y="2510"/>
                  </a:lnTo>
                  <a:lnTo>
                    <a:pt x="1082" y="1506"/>
                  </a:lnTo>
                  <a:lnTo>
                    <a:pt x="619" y="772"/>
                  </a:lnTo>
                  <a:lnTo>
                    <a:pt x="387" y="386"/>
                  </a:lnTo>
                  <a:lnTo>
                    <a:pt x="117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8"/>
            <p:cNvSpPr/>
            <p:nvPr/>
          </p:nvSpPr>
          <p:spPr>
            <a:xfrm>
              <a:off x="2268300" y="338120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70"/>
                  </a:lnTo>
                  <a:lnTo>
                    <a:pt x="1120" y="463"/>
                  </a:lnTo>
                  <a:lnTo>
                    <a:pt x="850" y="656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64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90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68"/>
                  </a:lnTo>
                  <a:lnTo>
                    <a:pt x="502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815"/>
                  </a:lnTo>
                  <a:lnTo>
                    <a:pt x="888" y="1583"/>
                  </a:lnTo>
                  <a:lnTo>
                    <a:pt x="1043" y="1352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92" y="656"/>
                  </a:lnTo>
                  <a:lnTo>
                    <a:pt x="2124" y="579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5"/>
                  </a:lnTo>
                  <a:lnTo>
                    <a:pt x="3514" y="1158"/>
                  </a:lnTo>
                  <a:lnTo>
                    <a:pt x="3591" y="1390"/>
                  </a:lnTo>
                  <a:lnTo>
                    <a:pt x="3668" y="1660"/>
                  </a:lnTo>
                  <a:lnTo>
                    <a:pt x="4132" y="1583"/>
                  </a:lnTo>
                  <a:lnTo>
                    <a:pt x="4016" y="1197"/>
                  </a:lnTo>
                  <a:lnTo>
                    <a:pt x="3823" y="811"/>
                  </a:lnTo>
                  <a:lnTo>
                    <a:pt x="3630" y="541"/>
                  </a:lnTo>
                  <a:lnTo>
                    <a:pt x="3398" y="270"/>
                  </a:lnTo>
                  <a:lnTo>
                    <a:pt x="3244" y="193"/>
                  </a:lnTo>
                  <a:lnTo>
                    <a:pt x="3089" y="116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8"/>
            <p:cNvSpPr/>
            <p:nvPr/>
          </p:nvSpPr>
          <p:spPr>
            <a:xfrm>
              <a:off x="2133125" y="3382150"/>
              <a:ext cx="437350" cy="302200"/>
            </a:xfrm>
            <a:custGeom>
              <a:avLst/>
              <a:gdLst/>
              <a:ahLst/>
              <a:cxnLst/>
              <a:rect l="l" t="t" r="r" b="b"/>
              <a:pathLst>
                <a:path w="17494" h="12088" extrusionOk="0">
                  <a:moveTo>
                    <a:pt x="12087" y="541"/>
                  </a:moveTo>
                  <a:lnTo>
                    <a:pt x="12203" y="580"/>
                  </a:lnTo>
                  <a:lnTo>
                    <a:pt x="12319" y="657"/>
                  </a:lnTo>
                  <a:lnTo>
                    <a:pt x="12628" y="889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93"/>
                  </a:lnTo>
                  <a:lnTo>
                    <a:pt x="13478" y="2279"/>
                  </a:lnTo>
                  <a:lnTo>
                    <a:pt x="13632" y="2665"/>
                  </a:lnTo>
                  <a:lnTo>
                    <a:pt x="13825" y="3476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511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3" y="1738"/>
                  </a:lnTo>
                  <a:lnTo>
                    <a:pt x="11508" y="1429"/>
                  </a:lnTo>
                  <a:lnTo>
                    <a:pt x="11431" y="1082"/>
                  </a:lnTo>
                  <a:lnTo>
                    <a:pt x="11663" y="734"/>
                  </a:lnTo>
                  <a:lnTo>
                    <a:pt x="11779" y="618"/>
                  </a:lnTo>
                  <a:lnTo>
                    <a:pt x="11856" y="541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90" y="1738"/>
                  </a:lnTo>
                  <a:lnTo>
                    <a:pt x="16567" y="1854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704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6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700"/>
                  </a:lnTo>
                  <a:lnTo>
                    <a:pt x="16103" y="1622"/>
                  </a:lnTo>
                  <a:close/>
                  <a:moveTo>
                    <a:pt x="13864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52"/>
                  </a:lnTo>
                  <a:lnTo>
                    <a:pt x="12667" y="5484"/>
                  </a:lnTo>
                  <a:lnTo>
                    <a:pt x="12165" y="5793"/>
                  </a:lnTo>
                  <a:lnTo>
                    <a:pt x="11894" y="5909"/>
                  </a:lnTo>
                  <a:lnTo>
                    <a:pt x="11624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8" y="5291"/>
                  </a:lnTo>
                  <a:lnTo>
                    <a:pt x="11122" y="5098"/>
                  </a:lnTo>
                  <a:lnTo>
                    <a:pt x="11277" y="4982"/>
                  </a:lnTo>
                  <a:lnTo>
                    <a:pt x="11547" y="4750"/>
                  </a:lnTo>
                  <a:lnTo>
                    <a:pt x="11817" y="4673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2" y="5407"/>
                  </a:lnTo>
                  <a:lnTo>
                    <a:pt x="16412" y="5677"/>
                  </a:lnTo>
                  <a:lnTo>
                    <a:pt x="16644" y="6025"/>
                  </a:lnTo>
                  <a:lnTo>
                    <a:pt x="16876" y="6333"/>
                  </a:lnTo>
                  <a:lnTo>
                    <a:pt x="16992" y="6681"/>
                  </a:lnTo>
                  <a:lnTo>
                    <a:pt x="16992" y="6835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374" y="7337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835"/>
                  </a:lnTo>
                  <a:lnTo>
                    <a:pt x="15370" y="6565"/>
                  </a:lnTo>
                  <a:lnTo>
                    <a:pt x="15061" y="6179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78"/>
                  </a:lnTo>
                  <a:lnTo>
                    <a:pt x="11470" y="116"/>
                  </a:lnTo>
                  <a:lnTo>
                    <a:pt x="11354" y="232"/>
                  </a:lnTo>
                  <a:lnTo>
                    <a:pt x="11161" y="425"/>
                  </a:lnTo>
                  <a:lnTo>
                    <a:pt x="11006" y="618"/>
                  </a:lnTo>
                  <a:lnTo>
                    <a:pt x="10929" y="812"/>
                  </a:lnTo>
                  <a:lnTo>
                    <a:pt x="10929" y="1043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700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2" y="2742"/>
                  </a:lnTo>
                  <a:lnTo>
                    <a:pt x="12396" y="3090"/>
                  </a:lnTo>
                  <a:lnTo>
                    <a:pt x="12860" y="3437"/>
                  </a:lnTo>
                  <a:lnTo>
                    <a:pt x="12860" y="3437"/>
                  </a:lnTo>
                  <a:lnTo>
                    <a:pt x="12049" y="3322"/>
                  </a:lnTo>
                  <a:lnTo>
                    <a:pt x="11199" y="3283"/>
                  </a:lnTo>
                  <a:lnTo>
                    <a:pt x="10388" y="3360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45"/>
                  </a:lnTo>
                  <a:lnTo>
                    <a:pt x="9075" y="1622"/>
                  </a:lnTo>
                  <a:lnTo>
                    <a:pt x="9153" y="2124"/>
                  </a:lnTo>
                  <a:lnTo>
                    <a:pt x="9153" y="2626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630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50"/>
                  </a:lnTo>
                  <a:lnTo>
                    <a:pt x="5832" y="5252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51"/>
                  </a:lnTo>
                  <a:lnTo>
                    <a:pt x="3090" y="7724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56"/>
                  </a:lnTo>
                  <a:lnTo>
                    <a:pt x="542" y="10967"/>
                  </a:lnTo>
                  <a:lnTo>
                    <a:pt x="1" y="11817"/>
                  </a:lnTo>
                  <a:lnTo>
                    <a:pt x="349" y="12087"/>
                  </a:lnTo>
                  <a:lnTo>
                    <a:pt x="1546" y="10542"/>
                  </a:lnTo>
                  <a:lnTo>
                    <a:pt x="2743" y="8998"/>
                  </a:lnTo>
                  <a:lnTo>
                    <a:pt x="3360" y="8226"/>
                  </a:lnTo>
                  <a:lnTo>
                    <a:pt x="4017" y="7531"/>
                  </a:lnTo>
                  <a:lnTo>
                    <a:pt x="4712" y="6835"/>
                  </a:lnTo>
                  <a:lnTo>
                    <a:pt x="5484" y="6179"/>
                  </a:lnTo>
                  <a:lnTo>
                    <a:pt x="6257" y="5600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8" y="4441"/>
                  </a:lnTo>
                  <a:lnTo>
                    <a:pt x="8921" y="4287"/>
                  </a:lnTo>
                  <a:lnTo>
                    <a:pt x="9423" y="4132"/>
                  </a:lnTo>
                  <a:lnTo>
                    <a:pt x="9886" y="4017"/>
                  </a:lnTo>
                  <a:lnTo>
                    <a:pt x="10388" y="3939"/>
                  </a:lnTo>
                  <a:lnTo>
                    <a:pt x="10852" y="3862"/>
                  </a:lnTo>
                  <a:lnTo>
                    <a:pt x="11354" y="3823"/>
                  </a:lnTo>
                  <a:lnTo>
                    <a:pt x="11856" y="3823"/>
                  </a:lnTo>
                  <a:lnTo>
                    <a:pt x="12358" y="3862"/>
                  </a:lnTo>
                  <a:lnTo>
                    <a:pt x="12860" y="3939"/>
                  </a:lnTo>
                  <a:lnTo>
                    <a:pt x="12358" y="4017"/>
                  </a:lnTo>
                  <a:lnTo>
                    <a:pt x="11856" y="4132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712"/>
                  </a:lnTo>
                  <a:lnTo>
                    <a:pt x="10697" y="4866"/>
                  </a:lnTo>
                  <a:lnTo>
                    <a:pt x="10543" y="5098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86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3"/>
                  </a:lnTo>
                  <a:lnTo>
                    <a:pt x="11006" y="6449"/>
                  </a:lnTo>
                  <a:lnTo>
                    <a:pt x="11585" y="6449"/>
                  </a:lnTo>
                  <a:lnTo>
                    <a:pt x="11894" y="6372"/>
                  </a:lnTo>
                  <a:lnTo>
                    <a:pt x="12165" y="6295"/>
                  </a:lnTo>
                  <a:lnTo>
                    <a:pt x="12628" y="6063"/>
                  </a:lnTo>
                  <a:lnTo>
                    <a:pt x="13053" y="5831"/>
                  </a:lnTo>
                  <a:lnTo>
                    <a:pt x="13439" y="5523"/>
                  </a:lnTo>
                  <a:lnTo>
                    <a:pt x="13400" y="5561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47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876" y="7878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6"/>
                  </a:lnTo>
                  <a:lnTo>
                    <a:pt x="17378" y="7531"/>
                  </a:lnTo>
                  <a:lnTo>
                    <a:pt x="17416" y="7415"/>
                  </a:lnTo>
                  <a:lnTo>
                    <a:pt x="17455" y="7260"/>
                  </a:lnTo>
                  <a:lnTo>
                    <a:pt x="17494" y="6951"/>
                  </a:lnTo>
                  <a:lnTo>
                    <a:pt x="17416" y="6642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827"/>
                  </a:lnTo>
                  <a:lnTo>
                    <a:pt x="16026" y="4634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39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90"/>
                  </a:lnTo>
                  <a:lnTo>
                    <a:pt x="16914" y="2897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6" y="2202"/>
                  </a:lnTo>
                  <a:lnTo>
                    <a:pt x="17107" y="1931"/>
                  </a:lnTo>
                  <a:lnTo>
                    <a:pt x="17069" y="1700"/>
                  </a:lnTo>
                  <a:lnTo>
                    <a:pt x="16914" y="1507"/>
                  </a:lnTo>
                  <a:lnTo>
                    <a:pt x="16760" y="1352"/>
                  </a:lnTo>
                  <a:lnTo>
                    <a:pt x="16567" y="1236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75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80" y="2472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89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55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8"/>
            <p:cNvSpPr/>
            <p:nvPr/>
          </p:nvSpPr>
          <p:spPr>
            <a:xfrm>
              <a:off x="2737450" y="3395675"/>
              <a:ext cx="459550" cy="296375"/>
            </a:xfrm>
            <a:custGeom>
              <a:avLst/>
              <a:gdLst/>
              <a:ahLst/>
              <a:cxnLst/>
              <a:rect l="l" t="t" r="r" b="b"/>
              <a:pathLst>
                <a:path w="18382" h="11855" extrusionOk="0">
                  <a:moveTo>
                    <a:pt x="17648" y="2935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8"/>
                  </a:lnTo>
                  <a:lnTo>
                    <a:pt x="17880" y="3321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39"/>
                  </a:lnTo>
                  <a:lnTo>
                    <a:pt x="17648" y="4132"/>
                  </a:lnTo>
                  <a:lnTo>
                    <a:pt x="17300" y="4402"/>
                  </a:lnTo>
                  <a:lnTo>
                    <a:pt x="17030" y="4595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3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4"/>
                  </a:lnTo>
                  <a:lnTo>
                    <a:pt x="16528" y="3514"/>
                  </a:lnTo>
                  <a:lnTo>
                    <a:pt x="16721" y="3282"/>
                  </a:lnTo>
                  <a:lnTo>
                    <a:pt x="16953" y="3128"/>
                  </a:lnTo>
                  <a:lnTo>
                    <a:pt x="17223" y="2974"/>
                  </a:lnTo>
                  <a:lnTo>
                    <a:pt x="17493" y="2935"/>
                  </a:lnTo>
                  <a:close/>
                  <a:moveTo>
                    <a:pt x="14211" y="4866"/>
                  </a:moveTo>
                  <a:lnTo>
                    <a:pt x="14481" y="4904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29"/>
                  </a:lnTo>
                  <a:lnTo>
                    <a:pt x="14752" y="5522"/>
                  </a:lnTo>
                  <a:lnTo>
                    <a:pt x="14288" y="5677"/>
                  </a:lnTo>
                  <a:lnTo>
                    <a:pt x="14018" y="5715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599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6"/>
                  </a:lnTo>
                  <a:lnTo>
                    <a:pt x="13169" y="5020"/>
                  </a:lnTo>
                  <a:lnTo>
                    <a:pt x="13323" y="4943"/>
                  </a:lnTo>
                  <a:lnTo>
                    <a:pt x="13555" y="4904"/>
                  </a:lnTo>
                  <a:lnTo>
                    <a:pt x="13864" y="4866"/>
                  </a:lnTo>
                  <a:close/>
                  <a:moveTo>
                    <a:pt x="15756" y="5522"/>
                  </a:moveTo>
                  <a:lnTo>
                    <a:pt x="16374" y="5831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3"/>
                  </a:lnTo>
                  <a:lnTo>
                    <a:pt x="17571" y="6912"/>
                  </a:lnTo>
                  <a:lnTo>
                    <a:pt x="17609" y="7067"/>
                  </a:lnTo>
                  <a:lnTo>
                    <a:pt x="17609" y="7221"/>
                  </a:lnTo>
                  <a:lnTo>
                    <a:pt x="17609" y="7453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3"/>
                  </a:lnTo>
                  <a:lnTo>
                    <a:pt x="17146" y="7723"/>
                  </a:lnTo>
                  <a:lnTo>
                    <a:pt x="16953" y="7685"/>
                  </a:lnTo>
                  <a:lnTo>
                    <a:pt x="16798" y="7607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6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1"/>
                  </a:lnTo>
                  <a:lnTo>
                    <a:pt x="15756" y="5522"/>
                  </a:lnTo>
                  <a:close/>
                  <a:moveTo>
                    <a:pt x="4944" y="464"/>
                  </a:moveTo>
                  <a:lnTo>
                    <a:pt x="5561" y="502"/>
                  </a:lnTo>
                  <a:lnTo>
                    <a:pt x="6141" y="657"/>
                  </a:lnTo>
                  <a:lnTo>
                    <a:pt x="6681" y="888"/>
                  </a:lnTo>
                  <a:lnTo>
                    <a:pt x="7222" y="1197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4"/>
                  </a:lnTo>
                  <a:lnTo>
                    <a:pt x="8766" y="2781"/>
                  </a:lnTo>
                  <a:lnTo>
                    <a:pt x="9037" y="3205"/>
                  </a:lnTo>
                  <a:lnTo>
                    <a:pt x="9268" y="3669"/>
                  </a:lnTo>
                  <a:lnTo>
                    <a:pt x="9693" y="4595"/>
                  </a:lnTo>
                  <a:lnTo>
                    <a:pt x="10079" y="5522"/>
                  </a:lnTo>
                  <a:lnTo>
                    <a:pt x="10272" y="5908"/>
                  </a:lnTo>
                  <a:lnTo>
                    <a:pt x="10504" y="6294"/>
                  </a:lnTo>
                  <a:lnTo>
                    <a:pt x="10736" y="6642"/>
                  </a:lnTo>
                  <a:lnTo>
                    <a:pt x="11006" y="6912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0"/>
                  </a:lnTo>
                  <a:lnTo>
                    <a:pt x="13207" y="7492"/>
                  </a:lnTo>
                  <a:lnTo>
                    <a:pt x="13516" y="7414"/>
                  </a:lnTo>
                  <a:lnTo>
                    <a:pt x="13825" y="7260"/>
                  </a:lnTo>
                  <a:lnTo>
                    <a:pt x="14095" y="7105"/>
                  </a:lnTo>
                  <a:lnTo>
                    <a:pt x="14366" y="6951"/>
                  </a:lnTo>
                  <a:lnTo>
                    <a:pt x="14597" y="6719"/>
                  </a:lnTo>
                  <a:lnTo>
                    <a:pt x="14829" y="6488"/>
                  </a:lnTo>
                  <a:lnTo>
                    <a:pt x="14404" y="7221"/>
                  </a:lnTo>
                  <a:lnTo>
                    <a:pt x="13941" y="7878"/>
                  </a:lnTo>
                  <a:lnTo>
                    <a:pt x="13439" y="8534"/>
                  </a:lnTo>
                  <a:lnTo>
                    <a:pt x="12860" y="9113"/>
                  </a:lnTo>
                  <a:lnTo>
                    <a:pt x="12242" y="9615"/>
                  </a:lnTo>
                  <a:lnTo>
                    <a:pt x="11547" y="10079"/>
                  </a:lnTo>
                  <a:lnTo>
                    <a:pt x="10813" y="10503"/>
                  </a:lnTo>
                  <a:lnTo>
                    <a:pt x="10041" y="10812"/>
                  </a:lnTo>
                  <a:lnTo>
                    <a:pt x="9462" y="11005"/>
                  </a:lnTo>
                  <a:lnTo>
                    <a:pt x="8882" y="11160"/>
                  </a:lnTo>
                  <a:lnTo>
                    <a:pt x="8303" y="11276"/>
                  </a:lnTo>
                  <a:lnTo>
                    <a:pt x="7724" y="11314"/>
                  </a:lnTo>
                  <a:lnTo>
                    <a:pt x="7145" y="11353"/>
                  </a:lnTo>
                  <a:lnTo>
                    <a:pt x="6604" y="11314"/>
                  </a:lnTo>
                  <a:lnTo>
                    <a:pt x="6025" y="11237"/>
                  </a:lnTo>
                  <a:lnTo>
                    <a:pt x="5484" y="11121"/>
                  </a:lnTo>
                  <a:lnTo>
                    <a:pt x="4944" y="10967"/>
                  </a:lnTo>
                  <a:lnTo>
                    <a:pt x="4442" y="10735"/>
                  </a:lnTo>
                  <a:lnTo>
                    <a:pt x="3940" y="10503"/>
                  </a:lnTo>
                  <a:lnTo>
                    <a:pt x="3476" y="10195"/>
                  </a:lnTo>
                  <a:lnTo>
                    <a:pt x="3013" y="9847"/>
                  </a:lnTo>
                  <a:lnTo>
                    <a:pt x="2549" y="9461"/>
                  </a:lnTo>
                  <a:lnTo>
                    <a:pt x="2163" y="9036"/>
                  </a:lnTo>
                  <a:lnTo>
                    <a:pt x="1777" y="8573"/>
                  </a:lnTo>
                  <a:lnTo>
                    <a:pt x="1430" y="8032"/>
                  </a:lnTo>
                  <a:lnTo>
                    <a:pt x="1121" y="7492"/>
                  </a:lnTo>
                  <a:lnTo>
                    <a:pt x="850" y="6912"/>
                  </a:lnTo>
                  <a:lnTo>
                    <a:pt x="657" y="6333"/>
                  </a:lnTo>
                  <a:lnTo>
                    <a:pt x="503" y="5754"/>
                  </a:lnTo>
                  <a:lnTo>
                    <a:pt x="426" y="5136"/>
                  </a:lnTo>
                  <a:lnTo>
                    <a:pt x="426" y="4518"/>
                  </a:lnTo>
                  <a:lnTo>
                    <a:pt x="503" y="3862"/>
                  </a:lnTo>
                  <a:lnTo>
                    <a:pt x="696" y="3282"/>
                  </a:lnTo>
                  <a:lnTo>
                    <a:pt x="928" y="2742"/>
                  </a:lnTo>
                  <a:lnTo>
                    <a:pt x="1275" y="2240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79"/>
                  </a:lnTo>
                  <a:lnTo>
                    <a:pt x="4326" y="464"/>
                  </a:lnTo>
                  <a:close/>
                  <a:moveTo>
                    <a:pt x="4519" y="0"/>
                  </a:moveTo>
                  <a:lnTo>
                    <a:pt x="4249" y="39"/>
                  </a:lnTo>
                  <a:lnTo>
                    <a:pt x="3901" y="77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5"/>
                  </a:lnTo>
                  <a:lnTo>
                    <a:pt x="2472" y="579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3"/>
                  </a:lnTo>
                  <a:lnTo>
                    <a:pt x="1082" y="1699"/>
                  </a:lnTo>
                  <a:lnTo>
                    <a:pt x="773" y="2163"/>
                  </a:lnTo>
                  <a:lnTo>
                    <a:pt x="503" y="2626"/>
                  </a:lnTo>
                  <a:lnTo>
                    <a:pt x="310" y="3089"/>
                  </a:lnTo>
                  <a:lnTo>
                    <a:pt x="155" y="3591"/>
                  </a:lnTo>
                  <a:lnTo>
                    <a:pt x="40" y="4093"/>
                  </a:lnTo>
                  <a:lnTo>
                    <a:pt x="1" y="4595"/>
                  </a:lnTo>
                  <a:lnTo>
                    <a:pt x="1" y="5136"/>
                  </a:lnTo>
                  <a:lnTo>
                    <a:pt x="78" y="5638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8"/>
                  </a:lnTo>
                  <a:lnTo>
                    <a:pt x="1237" y="8611"/>
                  </a:lnTo>
                  <a:lnTo>
                    <a:pt x="1545" y="9036"/>
                  </a:lnTo>
                  <a:lnTo>
                    <a:pt x="2009" y="9577"/>
                  </a:lnTo>
                  <a:lnTo>
                    <a:pt x="2472" y="10040"/>
                  </a:lnTo>
                  <a:lnTo>
                    <a:pt x="2974" y="10426"/>
                  </a:lnTo>
                  <a:lnTo>
                    <a:pt x="3476" y="10812"/>
                  </a:lnTo>
                  <a:lnTo>
                    <a:pt x="4055" y="11083"/>
                  </a:lnTo>
                  <a:lnTo>
                    <a:pt x="4596" y="11353"/>
                  </a:lnTo>
                  <a:lnTo>
                    <a:pt x="5214" y="11546"/>
                  </a:lnTo>
                  <a:lnTo>
                    <a:pt x="5832" y="11701"/>
                  </a:lnTo>
                  <a:lnTo>
                    <a:pt x="5870" y="11855"/>
                  </a:lnTo>
                  <a:lnTo>
                    <a:pt x="6218" y="11778"/>
                  </a:lnTo>
                  <a:lnTo>
                    <a:pt x="7029" y="11816"/>
                  </a:lnTo>
                  <a:lnTo>
                    <a:pt x="7840" y="11816"/>
                  </a:lnTo>
                  <a:lnTo>
                    <a:pt x="8689" y="11701"/>
                  </a:lnTo>
                  <a:lnTo>
                    <a:pt x="9539" y="11507"/>
                  </a:lnTo>
                  <a:lnTo>
                    <a:pt x="10272" y="11237"/>
                  </a:lnTo>
                  <a:lnTo>
                    <a:pt x="11006" y="10928"/>
                  </a:lnTo>
                  <a:lnTo>
                    <a:pt x="11315" y="10812"/>
                  </a:lnTo>
                  <a:lnTo>
                    <a:pt x="11315" y="10774"/>
                  </a:lnTo>
                  <a:lnTo>
                    <a:pt x="12049" y="10349"/>
                  </a:lnTo>
                  <a:lnTo>
                    <a:pt x="12705" y="9847"/>
                  </a:lnTo>
                  <a:lnTo>
                    <a:pt x="13362" y="9306"/>
                  </a:lnTo>
                  <a:lnTo>
                    <a:pt x="13941" y="8689"/>
                  </a:lnTo>
                  <a:lnTo>
                    <a:pt x="14481" y="8032"/>
                  </a:lnTo>
                  <a:lnTo>
                    <a:pt x="14713" y="7685"/>
                  </a:lnTo>
                  <a:lnTo>
                    <a:pt x="14906" y="7298"/>
                  </a:lnTo>
                  <a:lnTo>
                    <a:pt x="15099" y="6951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19"/>
                  </a:lnTo>
                  <a:lnTo>
                    <a:pt x="15987" y="7144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6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2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3"/>
                  </a:lnTo>
                  <a:lnTo>
                    <a:pt x="18034" y="7260"/>
                  </a:lnTo>
                  <a:lnTo>
                    <a:pt x="17995" y="7028"/>
                  </a:lnTo>
                  <a:lnTo>
                    <a:pt x="17918" y="6835"/>
                  </a:lnTo>
                  <a:lnTo>
                    <a:pt x="17841" y="6642"/>
                  </a:lnTo>
                  <a:lnTo>
                    <a:pt x="17725" y="6449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5"/>
                  </a:lnTo>
                  <a:lnTo>
                    <a:pt x="16567" y="5445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1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3"/>
                  </a:lnTo>
                  <a:lnTo>
                    <a:pt x="18343" y="3553"/>
                  </a:lnTo>
                  <a:lnTo>
                    <a:pt x="18382" y="3321"/>
                  </a:lnTo>
                  <a:lnTo>
                    <a:pt x="18343" y="3089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3"/>
                  </a:lnTo>
                  <a:lnTo>
                    <a:pt x="17841" y="2587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7"/>
                  </a:lnTo>
                  <a:lnTo>
                    <a:pt x="16953" y="2703"/>
                  </a:lnTo>
                  <a:lnTo>
                    <a:pt x="16760" y="2781"/>
                  </a:lnTo>
                  <a:lnTo>
                    <a:pt x="16567" y="2935"/>
                  </a:lnTo>
                  <a:lnTo>
                    <a:pt x="16412" y="3089"/>
                  </a:lnTo>
                  <a:lnTo>
                    <a:pt x="16258" y="3282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0"/>
                  </a:lnTo>
                  <a:lnTo>
                    <a:pt x="15524" y="5020"/>
                  </a:lnTo>
                  <a:lnTo>
                    <a:pt x="15099" y="4788"/>
                  </a:lnTo>
                  <a:lnTo>
                    <a:pt x="14675" y="4634"/>
                  </a:lnTo>
                  <a:lnTo>
                    <a:pt x="14211" y="4518"/>
                  </a:lnTo>
                  <a:lnTo>
                    <a:pt x="13748" y="4518"/>
                  </a:lnTo>
                  <a:lnTo>
                    <a:pt x="13362" y="4595"/>
                  </a:lnTo>
                  <a:lnTo>
                    <a:pt x="13169" y="4634"/>
                  </a:lnTo>
                  <a:lnTo>
                    <a:pt x="12975" y="4711"/>
                  </a:lnTo>
                  <a:lnTo>
                    <a:pt x="12782" y="4788"/>
                  </a:lnTo>
                  <a:lnTo>
                    <a:pt x="12628" y="4943"/>
                  </a:lnTo>
                  <a:lnTo>
                    <a:pt x="12512" y="5097"/>
                  </a:lnTo>
                  <a:lnTo>
                    <a:pt x="12435" y="5252"/>
                  </a:lnTo>
                  <a:lnTo>
                    <a:pt x="12396" y="5445"/>
                  </a:lnTo>
                  <a:lnTo>
                    <a:pt x="12473" y="5638"/>
                  </a:lnTo>
                  <a:lnTo>
                    <a:pt x="12551" y="5792"/>
                  </a:lnTo>
                  <a:lnTo>
                    <a:pt x="12705" y="5908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0"/>
                  </a:lnTo>
                  <a:lnTo>
                    <a:pt x="13786" y="6140"/>
                  </a:lnTo>
                  <a:lnTo>
                    <a:pt x="14134" y="6101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19"/>
                  </a:lnTo>
                  <a:lnTo>
                    <a:pt x="13671" y="6835"/>
                  </a:lnTo>
                  <a:lnTo>
                    <a:pt x="13439" y="6951"/>
                  </a:lnTo>
                  <a:lnTo>
                    <a:pt x="13207" y="7028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0"/>
                  </a:lnTo>
                  <a:lnTo>
                    <a:pt x="10968" y="6140"/>
                  </a:lnTo>
                  <a:lnTo>
                    <a:pt x="10774" y="5792"/>
                  </a:lnTo>
                  <a:lnTo>
                    <a:pt x="10504" y="5329"/>
                  </a:lnTo>
                  <a:lnTo>
                    <a:pt x="10311" y="4827"/>
                  </a:lnTo>
                  <a:lnTo>
                    <a:pt x="9886" y="3862"/>
                  </a:lnTo>
                  <a:lnTo>
                    <a:pt x="9655" y="3398"/>
                  </a:lnTo>
                  <a:lnTo>
                    <a:pt x="9423" y="2935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1"/>
                  </a:lnTo>
                  <a:lnTo>
                    <a:pt x="6874" y="502"/>
                  </a:lnTo>
                  <a:lnTo>
                    <a:pt x="6295" y="271"/>
                  </a:lnTo>
                  <a:lnTo>
                    <a:pt x="5716" y="116"/>
                  </a:lnTo>
                  <a:lnTo>
                    <a:pt x="5137" y="39"/>
                  </a:lnTo>
                  <a:lnTo>
                    <a:pt x="451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8"/>
            <p:cNvSpPr/>
            <p:nvPr/>
          </p:nvSpPr>
          <p:spPr>
            <a:xfrm>
              <a:off x="2769325" y="3423675"/>
              <a:ext cx="144825" cy="164125"/>
            </a:xfrm>
            <a:custGeom>
              <a:avLst/>
              <a:gdLst/>
              <a:ahLst/>
              <a:cxnLst/>
              <a:rect l="l" t="t" r="r" b="b"/>
              <a:pathLst>
                <a:path w="5793" h="6565" extrusionOk="0">
                  <a:moveTo>
                    <a:pt x="2858" y="463"/>
                  </a:moveTo>
                  <a:lnTo>
                    <a:pt x="3360" y="618"/>
                  </a:lnTo>
                  <a:lnTo>
                    <a:pt x="3823" y="811"/>
                  </a:lnTo>
                  <a:lnTo>
                    <a:pt x="4248" y="1081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8"/>
                  </a:lnTo>
                  <a:lnTo>
                    <a:pt x="5252" y="2510"/>
                  </a:lnTo>
                  <a:lnTo>
                    <a:pt x="5290" y="2780"/>
                  </a:lnTo>
                  <a:lnTo>
                    <a:pt x="5329" y="3051"/>
                  </a:lnTo>
                  <a:lnTo>
                    <a:pt x="5329" y="3321"/>
                  </a:lnTo>
                  <a:lnTo>
                    <a:pt x="5290" y="3784"/>
                  </a:lnTo>
                  <a:lnTo>
                    <a:pt x="5175" y="4248"/>
                  </a:lnTo>
                  <a:lnTo>
                    <a:pt x="4981" y="4711"/>
                  </a:lnTo>
                  <a:lnTo>
                    <a:pt x="4711" y="5097"/>
                  </a:lnTo>
                  <a:lnTo>
                    <a:pt x="4364" y="5445"/>
                  </a:lnTo>
                  <a:lnTo>
                    <a:pt x="4016" y="5715"/>
                  </a:lnTo>
                  <a:lnTo>
                    <a:pt x="3784" y="5831"/>
                  </a:lnTo>
                  <a:lnTo>
                    <a:pt x="3553" y="5947"/>
                  </a:lnTo>
                  <a:lnTo>
                    <a:pt x="3321" y="6024"/>
                  </a:lnTo>
                  <a:lnTo>
                    <a:pt x="3089" y="6063"/>
                  </a:lnTo>
                  <a:lnTo>
                    <a:pt x="2780" y="6101"/>
                  </a:lnTo>
                  <a:lnTo>
                    <a:pt x="2510" y="6101"/>
                  </a:lnTo>
                  <a:lnTo>
                    <a:pt x="2201" y="6063"/>
                  </a:lnTo>
                  <a:lnTo>
                    <a:pt x="1970" y="5985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599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0"/>
                  </a:lnTo>
                  <a:lnTo>
                    <a:pt x="734" y="4788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4"/>
                  </a:lnTo>
                  <a:lnTo>
                    <a:pt x="464" y="2973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699"/>
                  </a:lnTo>
                  <a:lnTo>
                    <a:pt x="966" y="1506"/>
                  </a:lnTo>
                  <a:lnTo>
                    <a:pt x="1120" y="1274"/>
                  </a:lnTo>
                  <a:lnTo>
                    <a:pt x="1313" y="1120"/>
                  </a:lnTo>
                  <a:lnTo>
                    <a:pt x="1506" y="927"/>
                  </a:lnTo>
                  <a:lnTo>
                    <a:pt x="1738" y="811"/>
                  </a:lnTo>
                  <a:lnTo>
                    <a:pt x="1970" y="695"/>
                  </a:lnTo>
                  <a:lnTo>
                    <a:pt x="2201" y="579"/>
                  </a:lnTo>
                  <a:lnTo>
                    <a:pt x="2472" y="541"/>
                  </a:lnTo>
                  <a:lnTo>
                    <a:pt x="2780" y="502"/>
                  </a:lnTo>
                  <a:lnTo>
                    <a:pt x="2819" y="502"/>
                  </a:lnTo>
                  <a:lnTo>
                    <a:pt x="2858" y="463"/>
                  </a:lnTo>
                  <a:close/>
                  <a:moveTo>
                    <a:pt x="2665" y="0"/>
                  </a:moveTo>
                  <a:lnTo>
                    <a:pt x="2587" y="39"/>
                  </a:lnTo>
                  <a:lnTo>
                    <a:pt x="2510" y="77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0"/>
                  </a:lnTo>
                  <a:lnTo>
                    <a:pt x="1854" y="309"/>
                  </a:lnTo>
                  <a:lnTo>
                    <a:pt x="1622" y="386"/>
                  </a:lnTo>
                  <a:lnTo>
                    <a:pt x="1390" y="502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6"/>
                  </a:lnTo>
                  <a:lnTo>
                    <a:pt x="348" y="1738"/>
                  </a:lnTo>
                  <a:lnTo>
                    <a:pt x="155" y="2278"/>
                  </a:lnTo>
                  <a:lnTo>
                    <a:pt x="39" y="2858"/>
                  </a:lnTo>
                  <a:lnTo>
                    <a:pt x="0" y="3398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2"/>
                  </a:lnTo>
                  <a:lnTo>
                    <a:pt x="309" y="4943"/>
                  </a:lnTo>
                  <a:lnTo>
                    <a:pt x="425" y="5213"/>
                  </a:lnTo>
                  <a:lnTo>
                    <a:pt x="579" y="5445"/>
                  </a:lnTo>
                  <a:lnTo>
                    <a:pt x="734" y="5676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7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6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6"/>
                  </a:lnTo>
                  <a:lnTo>
                    <a:pt x="3476" y="6449"/>
                  </a:lnTo>
                  <a:lnTo>
                    <a:pt x="3784" y="6333"/>
                  </a:lnTo>
                  <a:lnTo>
                    <a:pt x="4055" y="6217"/>
                  </a:lnTo>
                  <a:lnTo>
                    <a:pt x="4325" y="6063"/>
                  </a:lnTo>
                  <a:lnTo>
                    <a:pt x="4557" y="5908"/>
                  </a:lnTo>
                  <a:lnTo>
                    <a:pt x="4788" y="5715"/>
                  </a:lnTo>
                  <a:lnTo>
                    <a:pt x="4981" y="5483"/>
                  </a:lnTo>
                  <a:lnTo>
                    <a:pt x="5175" y="5252"/>
                  </a:lnTo>
                  <a:lnTo>
                    <a:pt x="5329" y="4981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0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7"/>
                  </a:lnTo>
                  <a:lnTo>
                    <a:pt x="5561" y="2047"/>
                  </a:lnTo>
                  <a:lnTo>
                    <a:pt x="5406" y="1776"/>
                  </a:lnTo>
                  <a:lnTo>
                    <a:pt x="5252" y="1506"/>
                  </a:lnTo>
                  <a:lnTo>
                    <a:pt x="5059" y="1274"/>
                  </a:lnTo>
                  <a:lnTo>
                    <a:pt x="4866" y="1043"/>
                  </a:lnTo>
                  <a:lnTo>
                    <a:pt x="4634" y="811"/>
                  </a:lnTo>
                  <a:lnTo>
                    <a:pt x="4402" y="618"/>
                  </a:lnTo>
                  <a:lnTo>
                    <a:pt x="4132" y="463"/>
                  </a:lnTo>
                  <a:lnTo>
                    <a:pt x="3862" y="309"/>
                  </a:lnTo>
                  <a:lnTo>
                    <a:pt x="3591" y="193"/>
                  </a:lnTo>
                  <a:lnTo>
                    <a:pt x="3282" y="116"/>
                  </a:lnTo>
                  <a:lnTo>
                    <a:pt x="2974" y="39"/>
                  </a:lnTo>
                  <a:lnTo>
                    <a:pt x="266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8"/>
            <p:cNvSpPr/>
            <p:nvPr/>
          </p:nvSpPr>
          <p:spPr>
            <a:xfrm>
              <a:off x="3889150" y="34449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3" y="3823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0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4" y="5986"/>
                  </a:lnTo>
                  <a:lnTo>
                    <a:pt x="11430" y="6140"/>
                  </a:lnTo>
                  <a:lnTo>
                    <a:pt x="11353" y="6218"/>
                  </a:lnTo>
                  <a:lnTo>
                    <a:pt x="11237" y="6256"/>
                  </a:lnTo>
                  <a:lnTo>
                    <a:pt x="11083" y="6295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0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9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4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1" y="9616"/>
                  </a:lnTo>
                  <a:lnTo>
                    <a:pt x="12936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5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8"/>
            <p:cNvSpPr/>
            <p:nvPr/>
          </p:nvSpPr>
          <p:spPr>
            <a:xfrm>
              <a:off x="4428800" y="3447800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0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3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2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7"/>
                  </a:lnTo>
                  <a:lnTo>
                    <a:pt x="6951" y="12627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7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8"/>
            <p:cNvSpPr/>
            <p:nvPr/>
          </p:nvSpPr>
          <p:spPr>
            <a:xfrm>
              <a:off x="4598700" y="3452625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49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1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8"/>
            <p:cNvSpPr/>
            <p:nvPr/>
          </p:nvSpPr>
          <p:spPr>
            <a:xfrm>
              <a:off x="3921000" y="34584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59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1" y="9075"/>
                  </a:lnTo>
                  <a:lnTo>
                    <a:pt x="6913" y="8804"/>
                  </a:lnTo>
                  <a:lnTo>
                    <a:pt x="6951" y="8534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8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0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8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4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4"/>
                  </a:lnTo>
                  <a:lnTo>
                    <a:pt x="6449" y="8843"/>
                  </a:lnTo>
                  <a:lnTo>
                    <a:pt x="5716" y="8804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5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8"/>
            <p:cNvSpPr/>
            <p:nvPr/>
          </p:nvSpPr>
          <p:spPr>
            <a:xfrm>
              <a:off x="1220850" y="3492200"/>
              <a:ext cx="274200" cy="516500"/>
            </a:xfrm>
            <a:custGeom>
              <a:avLst/>
              <a:gdLst/>
              <a:ahLst/>
              <a:cxnLst/>
              <a:rect l="l" t="t" r="r" b="b"/>
              <a:pathLst>
                <a:path w="10968" h="20660" extrusionOk="0">
                  <a:moveTo>
                    <a:pt x="1468" y="657"/>
                  </a:moveTo>
                  <a:lnTo>
                    <a:pt x="2086" y="1005"/>
                  </a:lnTo>
                  <a:lnTo>
                    <a:pt x="2665" y="1391"/>
                  </a:lnTo>
                  <a:lnTo>
                    <a:pt x="3052" y="1661"/>
                  </a:lnTo>
                  <a:lnTo>
                    <a:pt x="3438" y="1970"/>
                  </a:lnTo>
                  <a:lnTo>
                    <a:pt x="3592" y="2125"/>
                  </a:lnTo>
                  <a:lnTo>
                    <a:pt x="3708" y="2279"/>
                  </a:lnTo>
                  <a:lnTo>
                    <a:pt x="3862" y="2588"/>
                  </a:lnTo>
                  <a:lnTo>
                    <a:pt x="3978" y="2935"/>
                  </a:lnTo>
                  <a:lnTo>
                    <a:pt x="4055" y="3322"/>
                  </a:lnTo>
                  <a:lnTo>
                    <a:pt x="5098" y="7492"/>
                  </a:lnTo>
                  <a:lnTo>
                    <a:pt x="7222" y="16180"/>
                  </a:lnTo>
                  <a:lnTo>
                    <a:pt x="7261" y="16258"/>
                  </a:lnTo>
                  <a:lnTo>
                    <a:pt x="7299" y="16296"/>
                  </a:lnTo>
                  <a:lnTo>
                    <a:pt x="7369" y="16331"/>
                  </a:lnTo>
                  <a:lnTo>
                    <a:pt x="7369" y="16331"/>
                  </a:lnTo>
                  <a:lnTo>
                    <a:pt x="6990" y="16489"/>
                  </a:lnTo>
                  <a:lnTo>
                    <a:pt x="6334" y="14481"/>
                  </a:lnTo>
                  <a:lnTo>
                    <a:pt x="5677" y="12512"/>
                  </a:lnTo>
                  <a:lnTo>
                    <a:pt x="4287" y="8573"/>
                  </a:lnTo>
                  <a:lnTo>
                    <a:pt x="2858" y="4634"/>
                  </a:lnTo>
                  <a:lnTo>
                    <a:pt x="1468" y="657"/>
                  </a:lnTo>
                  <a:close/>
                  <a:moveTo>
                    <a:pt x="1121" y="503"/>
                  </a:moveTo>
                  <a:lnTo>
                    <a:pt x="1121" y="580"/>
                  </a:lnTo>
                  <a:lnTo>
                    <a:pt x="3940" y="8573"/>
                  </a:lnTo>
                  <a:lnTo>
                    <a:pt x="5368" y="12551"/>
                  </a:lnTo>
                  <a:lnTo>
                    <a:pt x="6102" y="14558"/>
                  </a:lnTo>
                  <a:lnTo>
                    <a:pt x="6874" y="16528"/>
                  </a:lnTo>
                  <a:lnTo>
                    <a:pt x="6681" y="16566"/>
                  </a:lnTo>
                  <a:lnTo>
                    <a:pt x="5755" y="14636"/>
                  </a:lnTo>
                  <a:lnTo>
                    <a:pt x="4789" y="12705"/>
                  </a:lnTo>
                  <a:lnTo>
                    <a:pt x="2820" y="8882"/>
                  </a:lnTo>
                  <a:lnTo>
                    <a:pt x="1777" y="6951"/>
                  </a:lnTo>
                  <a:lnTo>
                    <a:pt x="773" y="4982"/>
                  </a:lnTo>
                  <a:lnTo>
                    <a:pt x="657" y="4712"/>
                  </a:lnTo>
                  <a:lnTo>
                    <a:pt x="580" y="4441"/>
                  </a:lnTo>
                  <a:lnTo>
                    <a:pt x="542" y="4171"/>
                  </a:lnTo>
                  <a:lnTo>
                    <a:pt x="503" y="3901"/>
                  </a:lnTo>
                  <a:lnTo>
                    <a:pt x="503" y="3322"/>
                  </a:lnTo>
                  <a:lnTo>
                    <a:pt x="542" y="2781"/>
                  </a:lnTo>
                  <a:lnTo>
                    <a:pt x="657" y="2202"/>
                  </a:lnTo>
                  <a:lnTo>
                    <a:pt x="812" y="1623"/>
                  </a:lnTo>
                  <a:lnTo>
                    <a:pt x="1121" y="503"/>
                  </a:lnTo>
                  <a:close/>
                  <a:moveTo>
                    <a:pt x="9886" y="13786"/>
                  </a:moveTo>
                  <a:lnTo>
                    <a:pt x="10041" y="13825"/>
                  </a:lnTo>
                  <a:lnTo>
                    <a:pt x="10157" y="13902"/>
                  </a:lnTo>
                  <a:lnTo>
                    <a:pt x="10311" y="14018"/>
                  </a:lnTo>
                  <a:lnTo>
                    <a:pt x="10581" y="14481"/>
                  </a:lnTo>
                  <a:lnTo>
                    <a:pt x="10620" y="14674"/>
                  </a:lnTo>
                  <a:lnTo>
                    <a:pt x="10620" y="14906"/>
                  </a:lnTo>
                  <a:lnTo>
                    <a:pt x="10581" y="15099"/>
                  </a:lnTo>
                  <a:lnTo>
                    <a:pt x="10504" y="15254"/>
                  </a:lnTo>
                  <a:lnTo>
                    <a:pt x="10311" y="15640"/>
                  </a:lnTo>
                  <a:lnTo>
                    <a:pt x="10041" y="15910"/>
                  </a:lnTo>
                  <a:lnTo>
                    <a:pt x="9655" y="16296"/>
                  </a:lnTo>
                  <a:lnTo>
                    <a:pt x="9191" y="16605"/>
                  </a:lnTo>
                  <a:lnTo>
                    <a:pt x="8728" y="16914"/>
                  </a:lnTo>
                  <a:lnTo>
                    <a:pt x="8265" y="17184"/>
                  </a:lnTo>
                  <a:lnTo>
                    <a:pt x="8149" y="17184"/>
                  </a:lnTo>
                  <a:lnTo>
                    <a:pt x="8071" y="17262"/>
                  </a:lnTo>
                  <a:lnTo>
                    <a:pt x="7724" y="17416"/>
                  </a:lnTo>
                  <a:lnTo>
                    <a:pt x="7029" y="17725"/>
                  </a:lnTo>
                  <a:lnTo>
                    <a:pt x="6295" y="17995"/>
                  </a:lnTo>
                  <a:lnTo>
                    <a:pt x="5523" y="18150"/>
                  </a:lnTo>
                  <a:lnTo>
                    <a:pt x="4789" y="18304"/>
                  </a:lnTo>
                  <a:lnTo>
                    <a:pt x="4403" y="18343"/>
                  </a:lnTo>
                  <a:lnTo>
                    <a:pt x="4055" y="18343"/>
                  </a:lnTo>
                  <a:lnTo>
                    <a:pt x="3669" y="18266"/>
                  </a:lnTo>
                  <a:lnTo>
                    <a:pt x="3515" y="18227"/>
                  </a:lnTo>
                  <a:lnTo>
                    <a:pt x="3360" y="18150"/>
                  </a:lnTo>
                  <a:lnTo>
                    <a:pt x="3245" y="18034"/>
                  </a:lnTo>
                  <a:lnTo>
                    <a:pt x="3129" y="17957"/>
                  </a:lnTo>
                  <a:lnTo>
                    <a:pt x="2974" y="17686"/>
                  </a:lnTo>
                  <a:lnTo>
                    <a:pt x="2858" y="17377"/>
                  </a:lnTo>
                  <a:lnTo>
                    <a:pt x="2858" y="17068"/>
                  </a:lnTo>
                  <a:lnTo>
                    <a:pt x="2897" y="16875"/>
                  </a:lnTo>
                  <a:lnTo>
                    <a:pt x="2974" y="16721"/>
                  </a:lnTo>
                  <a:lnTo>
                    <a:pt x="3090" y="16566"/>
                  </a:lnTo>
                  <a:lnTo>
                    <a:pt x="3206" y="16451"/>
                  </a:lnTo>
                  <a:lnTo>
                    <a:pt x="3322" y="16373"/>
                  </a:lnTo>
                  <a:lnTo>
                    <a:pt x="3476" y="16296"/>
                  </a:lnTo>
                  <a:lnTo>
                    <a:pt x="3592" y="16296"/>
                  </a:lnTo>
                  <a:lnTo>
                    <a:pt x="3708" y="16335"/>
                  </a:lnTo>
                  <a:lnTo>
                    <a:pt x="3824" y="16451"/>
                  </a:lnTo>
                  <a:lnTo>
                    <a:pt x="3940" y="16605"/>
                  </a:lnTo>
                  <a:lnTo>
                    <a:pt x="4094" y="16798"/>
                  </a:lnTo>
                  <a:lnTo>
                    <a:pt x="4210" y="17068"/>
                  </a:lnTo>
                  <a:lnTo>
                    <a:pt x="4055" y="17068"/>
                  </a:lnTo>
                  <a:lnTo>
                    <a:pt x="3978" y="17107"/>
                  </a:lnTo>
                  <a:lnTo>
                    <a:pt x="3940" y="17184"/>
                  </a:lnTo>
                  <a:lnTo>
                    <a:pt x="3978" y="17300"/>
                  </a:lnTo>
                  <a:lnTo>
                    <a:pt x="4055" y="17339"/>
                  </a:lnTo>
                  <a:lnTo>
                    <a:pt x="4828" y="17339"/>
                  </a:lnTo>
                  <a:lnTo>
                    <a:pt x="5639" y="17262"/>
                  </a:lnTo>
                  <a:lnTo>
                    <a:pt x="6450" y="17107"/>
                  </a:lnTo>
                  <a:lnTo>
                    <a:pt x="7261" y="16875"/>
                  </a:lnTo>
                  <a:lnTo>
                    <a:pt x="7647" y="16721"/>
                  </a:lnTo>
                  <a:lnTo>
                    <a:pt x="8033" y="16528"/>
                  </a:lnTo>
                  <a:lnTo>
                    <a:pt x="8419" y="16335"/>
                  </a:lnTo>
                  <a:lnTo>
                    <a:pt x="8728" y="16103"/>
                  </a:lnTo>
                  <a:lnTo>
                    <a:pt x="9075" y="15871"/>
                  </a:lnTo>
                  <a:lnTo>
                    <a:pt x="9384" y="15601"/>
                  </a:lnTo>
                  <a:lnTo>
                    <a:pt x="9616" y="15331"/>
                  </a:lnTo>
                  <a:lnTo>
                    <a:pt x="9886" y="15022"/>
                  </a:lnTo>
                  <a:lnTo>
                    <a:pt x="9886" y="14945"/>
                  </a:lnTo>
                  <a:lnTo>
                    <a:pt x="9886" y="14906"/>
                  </a:lnTo>
                  <a:lnTo>
                    <a:pt x="9848" y="14829"/>
                  </a:lnTo>
                  <a:lnTo>
                    <a:pt x="9809" y="14790"/>
                  </a:lnTo>
                  <a:lnTo>
                    <a:pt x="9732" y="14752"/>
                  </a:lnTo>
                  <a:lnTo>
                    <a:pt x="9616" y="14752"/>
                  </a:lnTo>
                  <a:lnTo>
                    <a:pt x="9539" y="14790"/>
                  </a:lnTo>
                  <a:lnTo>
                    <a:pt x="9307" y="15099"/>
                  </a:lnTo>
                  <a:lnTo>
                    <a:pt x="9114" y="14945"/>
                  </a:lnTo>
                  <a:lnTo>
                    <a:pt x="9037" y="14829"/>
                  </a:lnTo>
                  <a:lnTo>
                    <a:pt x="8998" y="14674"/>
                  </a:lnTo>
                  <a:lnTo>
                    <a:pt x="8998" y="14558"/>
                  </a:lnTo>
                  <a:lnTo>
                    <a:pt x="9037" y="14404"/>
                  </a:lnTo>
                  <a:lnTo>
                    <a:pt x="9114" y="14288"/>
                  </a:lnTo>
                  <a:lnTo>
                    <a:pt x="9346" y="14056"/>
                  </a:lnTo>
                  <a:lnTo>
                    <a:pt x="9462" y="13941"/>
                  </a:lnTo>
                  <a:lnTo>
                    <a:pt x="9539" y="13825"/>
                  </a:lnTo>
                  <a:lnTo>
                    <a:pt x="9655" y="13786"/>
                  </a:lnTo>
                  <a:close/>
                  <a:moveTo>
                    <a:pt x="889" y="1"/>
                  </a:moveTo>
                  <a:lnTo>
                    <a:pt x="812" y="78"/>
                  </a:lnTo>
                  <a:lnTo>
                    <a:pt x="773" y="155"/>
                  </a:lnTo>
                  <a:lnTo>
                    <a:pt x="194" y="2511"/>
                  </a:lnTo>
                  <a:lnTo>
                    <a:pt x="117" y="2897"/>
                  </a:lnTo>
                  <a:lnTo>
                    <a:pt x="40" y="3322"/>
                  </a:lnTo>
                  <a:lnTo>
                    <a:pt x="1" y="3746"/>
                  </a:lnTo>
                  <a:lnTo>
                    <a:pt x="1" y="4210"/>
                  </a:lnTo>
                  <a:lnTo>
                    <a:pt x="78" y="4441"/>
                  </a:lnTo>
                  <a:lnTo>
                    <a:pt x="155" y="4673"/>
                  </a:lnTo>
                  <a:lnTo>
                    <a:pt x="348" y="5136"/>
                  </a:lnTo>
                  <a:lnTo>
                    <a:pt x="850" y="6025"/>
                  </a:lnTo>
                  <a:lnTo>
                    <a:pt x="1970" y="8187"/>
                  </a:lnTo>
                  <a:lnTo>
                    <a:pt x="4133" y="12435"/>
                  </a:lnTo>
                  <a:lnTo>
                    <a:pt x="5253" y="14558"/>
                  </a:lnTo>
                  <a:lnTo>
                    <a:pt x="6411" y="16682"/>
                  </a:lnTo>
                  <a:lnTo>
                    <a:pt x="5484" y="16875"/>
                  </a:lnTo>
                  <a:lnTo>
                    <a:pt x="4596" y="16991"/>
                  </a:lnTo>
                  <a:lnTo>
                    <a:pt x="4596" y="16991"/>
                  </a:lnTo>
                  <a:lnTo>
                    <a:pt x="4673" y="16837"/>
                  </a:lnTo>
                  <a:lnTo>
                    <a:pt x="4712" y="16682"/>
                  </a:lnTo>
                  <a:lnTo>
                    <a:pt x="4712" y="16528"/>
                  </a:lnTo>
                  <a:lnTo>
                    <a:pt x="4635" y="16373"/>
                  </a:lnTo>
                  <a:lnTo>
                    <a:pt x="4557" y="16219"/>
                  </a:lnTo>
                  <a:lnTo>
                    <a:pt x="4442" y="16103"/>
                  </a:lnTo>
                  <a:lnTo>
                    <a:pt x="4326" y="15987"/>
                  </a:lnTo>
                  <a:lnTo>
                    <a:pt x="4133" y="15910"/>
                  </a:lnTo>
                  <a:lnTo>
                    <a:pt x="3862" y="15871"/>
                  </a:lnTo>
                  <a:lnTo>
                    <a:pt x="3592" y="15871"/>
                  </a:lnTo>
                  <a:lnTo>
                    <a:pt x="3322" y="15949"/>
                  </a:lnTo>
                  <a:lnTo>
                    <a:pt x="3090" y="16103"/>
                  </a:lnTo>
                  <a:lnTo>
                    <a:pt x="2897" y="16258"/>
                  </a:lnTo>
                  <a:lnTo>
                    <a:pt x="2743" y="16489"/>
                  </a:lnTo>
                  <a:lnTo>
                    <a:pt x="2588" y="16721"/>
                  </a:lnTo>
                  <a:lnTo>
                    <a:pt x="2550" y="16991"/>
                  </a:lnTo>
                  <a:lnTo>
                    <a:pt x="2511" y="17416"/>
                  </a:lnTo>
                  <a:lnTo>
                    <a:pt x="2550" y="17725"/>
                  </a:lnTo>
                  <a:lnTo>
                    <a:pt x="2704" y="17995"/>
                  </a:lnTo>
                  <a:lnTo>
                    <a:pt x="2858" y="18227"/>
                  </a:lnTo>
                  <a:lnTo>
                    <a:pt x="3129" y="18381"/>
                  </a:lnTo>
                  <a:lnTo>
                    <a:pt x="3399" y="18497"/>
                  </a:lnTo>
                  <a:lnTo>
                    <a:pt x="3747" y="18574"/>
                  </a:lnTo>
                  <a:lnTo>
                    <a:pt x="4094" y="18613"/>
                  </a:lnTo>
                  <a:lnTo>
                    <a:pt x="4442" y="18613"/>
                  </a:lnTo>
                  <a:lnTo>
                    <a:pt x="4828" y="18574"/>
                  </a:lnTo>
                  <a:lnTo>
                    <a:pt x="5639" y="18420"/>
                  </a:lnTo>
                  <a:lnTo>
                    <a:pt x="6334" y="18266"/>
                  </a:lnTo>
                  <a:lnTo>
                    <a:pt x="6952" y="18072"/>
                  </a:lnTo>
                  <a:lnTo>
                    <a:pt x="7067" y="18034"/>
                  </a:lnTo>
                  <a:lnTo>
                    <a:pt x="7299" y="17957"/>
                  </a:lnTo>
                  <a:lnTo>
                    <a:pt x="8149" y="17570"/>
                  </a:lnTo>
                  <a:lnTo>
                    <a:pt x="8612" y="18497"/>
                  </a:lnTo>
                  <a:lnTo>
                    <a:pt x="9037" y="19463"/>
                  </a:lnTo>
                  <a:lnTo>
                    <a:pt x="9269" y="20003"/>
                  </a:lnTo>
                  <a:lnTo>
                    <a:pt x="9423" y="20351"/>
                  </a:lnTo>
                  <a:lnTo>
                    <a:pt x="9539" y="20660"/>
                  </a:lnTo>
                  <a:lnTo>
                    <a:pt x="9770" y="20621"/>
                  </a:lnTo>
                  <a:lnTo>
                    <a:pt x="9693" y="20428"/>
                  </a:lnTo>
                  <a:lnTo>
                    <a:pt x="9423" y="19656"/>
                  </a:lnTo>
                  <a:lnTo>
                    <a:pt x="9114" y="18922"/>
                  </a:lnTo>
                  <a:lnTo>
                    <a:pt x="8767" y="18150"/>
                  </a:lnTo>
                  <a:lnTo>
                    <a:pt x="8419" y="17416"/>
                  </a:lnTo>
                  <a:lnTo>
                    <a:pt x="8960" y="17107"/>
                  </a:lnTo>
                  <a:lnTo>
                    <a:pt x="9539" y="16760"/>
                  </a:lnTo>
                  <a:lnTo>
                    <a:pt x="10041" y="16373"/>
                  </a:lnTo>
                  <a:lnTo>
                    <a:pt x="10272" y="16180"/>
                  </a:lnTo>
                  <a:lnTo>
                    <a:pt x="10466" y="15949"/>
                  </a:lnTo>
                  <a:lnTo>
                    <a:pt x="10659" y="15717"/>
                  </a:lnTo>
                  <a:lnTo>
                    <a:pt x="10813" y="15485"/>
                  </a:lnTo>
                  <a:lnTo>
                    <a:pt x="10929" y="15254"/>
                  </a:lnTo>
                  <a:lnTo>
                    <a:pt x="10968" y="14983"/>
                  </a:lnTo>
                  <a:lnTo>
                    <a:pt x="10968" y="14752"/>
                  </a:lnTo>
                  <a:lnTo>
                    <a:pt x="10929" y="14520"/>
                  </a:lnTo>
                  <a:lnTo>
                    <a:pt x="10852" y="14250"/>
                  </a:lnTo>
                  <a:lnTo>
                    <a:pt x="10659" y="13979"/>
                  </a:lnTo>
                  <a:lnTo>
                    <a:pt x="10504" y="13825"/>
                  </a:lnTo>
                  <a:lnTo>
                    <a:pt x="10272" y="13670"/>
                  </a:lnTo>
                  <a:lnTo>
                    <a:pt x="10041" y="13555"/>
                  </a:lnTo>
                  <a:lnTo>
                    <a:pt x="9809" y="13516"/>
                  </a:lnTo>
                  <a:lnTo>
                    <a:pt x="9539" y="13516"/>
                  </a:lnTo>
                  <a:lnTo>
                    <a:pt x="9307" y="13555"/>
                  </a:lnTo>
                  <a:lnTo>
                    <a:pt x="9075" y="13670"/>
                  </a:lnTo>
                  <a:lnTo>
                    <a:pt x="8882" y="13863"/>
                  </a:lnTo>
                  <a:lnTo>
                    <a:pt x="8767" y="14056"/>
                  </a:lnTo>
                  <a:lnTo>
                    <a:pt x="8728" y="14250"/>
                  </a:lnTo>
                  <a:lnTo>
                    <a:pt x="8689" y="14443"/>
                  </a:lnTo>
                  <a:lnTo>
                    <a:pt x="8689" y="14636"/>
                  </a:lnTo>
                  <a:lnTo>
                    <a:pt x="8728" y="14829"/>
                  </a:lnTo>
                  <a:lnTo>
                    <a:pt x="8805" y="15022"/>
                  </a:lnTo>
                  <a:lnTo>
                    <a:pt x="8921" y="15176"/>
                  </a:lnTo>
                  <a:lnTo>
                    <a:pt x="9075" y="15331"/>
                  </a:lnTo>
                  <a:lnTo>
                    <a:pt x="8728" y="15640"/>
                  </a:lnTo>
                  <a:lnTo>
                    <a:pt x="8342" y="15871"/>
                  </a:lnTo>
                  <a:lnTo>
                    <a:pt x="7917" y="16103"/>
                  </a:lnTo>
                  <a:lnTo>
                    <a:pt x="7454" y="16296"/>
                  </a:lnTo>
                  <a:lnTo>
                    <a:pt x="7531" y="16258"/>
                  </a:lnTo>
                  <a:lnTo>
                    <a:pt x="7608" y="16219"/>
                  </a:lnTo>
                  <a:lnTo>
                    <a:pt x="7608" y="16142"/>
                  </a:lnTo>
                  <a:lnTo>
                    <a:pt x="7608" y="16026"/>
                  </a:lnTo>
                  <a:lnTo>
                    <a:pt x="5330" y="6488"/>
                  </a:lnTo>
                  <a:lnTo>
                    <a:pt x="4712" y="4094"/>
                  </a:lnTo>
                  <a:lnTo>
                    <a:pt x="4480" y="3013"/>
                  </a:lnTo>
                  <a:lnTo>
                    <a:pt x="4326" y="2511"/>
                  </a:lnTo>
                  <a:lnTo>
                    <a:pt x="4249" y="2240"/>
                  </a:lnTo>
                  <a:lnTo>
                    <a:pt x="4094" y="2009"/>
                  </a:lnTo>
                  <a:lnTo>
                    <a:pt x="3824" y="1700"/>
                  </a:lnTo>
                  <a:lnTo>
                    <a:pt x="3515" y="1352"/>
                  </a:lnTo>
                  <a:lnTo>
                    <a:pt x="3129" y="1082"/>
                  </a:lnTo>
                  <a:lnTo>
                    <a:pt x="2704" y="812"/>
                  </a:lnTo>
                  <a:lnTo>
                    <a:pt x="2318" y="580"/>
                  </a:lnTo>
                  <a:lnTo>
                    <a:pt x="1854" y="387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8"/>
            <p:cNvSpPr/>
            <p:nvPr/>
          </p:nvSpPr>
          <p:spPr>
            <a:xfrm>
              <a:off x="319200" y="3515375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8" y="309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2"/>
                  </a:lnTo>
                  <a:lnTo>
                    <a:pt x="7299" y="502"/>
                  </a:lnTo>
                  <a:lnTo>
                    <a:pt x="7453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3"/>
                  </a:lnTo>
                  <a:lnTo>
                    <a:pt x="6295" y="4943"/>
                  </a:lnTo>
                  <a:lnTo>
                    <a:pt x="6218" y="3978"/>
                  </a:lnTo>
                  <a:lnTo>
                    <a:pt x="6140" y="2974"/>
                  </a:lnTo>
                  <a:lnTo>
                    <a:pt x="6140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4"/>
                  </a:lnTo>
                  <a:lnTo>
                    <a:pt x="6449" y="502"/>
                  </a:lnTo>
                  <a:lnTo>
                    <a:pt x="6527" y="425"/>
                  </a:lnTo>
                  <a:lnTo>
                    <a:pt x="6642" y="348"/>
                  </a:lnTo>
                  <a:lnTo>
                    <a:pt x="6758" y="309"/>
                  </a:lnTo>
                  <a:close/>
                  <a:moveTo>
                    <a:pt x="11971" y="4711"/>
                  </a:moveTo>
                  <a:lnTo>
                    <a:pt x="12087" y="4750"/>
                  </a:lnTo>
                  <a:lnTo>
                    <a:pt x="12164" y="4827"/>
                  </a:lnTo>
                  <a:lnTo>
                    <a:pt x="12280" y="4905"/>
                  </a:lnTo>
                  <a:lnTo>
                    <a:pt x="12319" y="4982"/>
                  </a:lnTo>
                  <a:lnTo>
                    <a:pt x="12396" y="5136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1"/>
                  </a:lnTo>
                  <a:lnTo>
                    <a:pt x="10041" y="5831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8" y="5252"/>
                  </a:lnTo>
                  <a:lnTo>
                    <a:pt x="7955" y="5020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8" y="4750"/>
                  </a:lnTo>
                  <a:lnTo>
                    <a:pt x="11353" y="4711"/>
                  </a:lnTo>
                  <a:close/>
                  <a:moveTo>
                    <a:pt x="5638" y="5754"/>
                  </a:moveTo>
                  <a:lnTo>
                    <a:pt x="4557" y="6449"/>
                  </a:lnTo>
                  <a:lnTo>
                    <a:pt x="3437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29" y="7917"/>
                  </a:lnTo>
                  <a:lnTo>
                    <a:pt x="1120" y="7955"/>
                  </a:lnTo>
                  <a:lnTo>
                    <a:pt x="927" y="7917"/>
                  </a:lnTo>
                  <a:lnTo>
                    <a:pt x="850" y="7878"/>
                  </a:lnTo>
                  <a:lnTo>
                    <a:pt x="773" y="7801"/>
                  </a:lnTo>
                  <a:lnTo>
                    <a:pt x="734" y="7685"/>
                  </a:lnTo>
                  <a:lnTo>
                    <a:pt x="696" y="7530"/>
                  </a:lnTo>
                  <a:lnTo>
                    <a:pt x="696" y="7376"/>
                  </a:lnTo>
                  <a:lnTo>
                    <a:pt x="696" y="7221"/>
                  </a:lnTo>
                  <a:lnTo>
                    <a:pt x="734" y="7144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2"/>
                  </a:lnTo>
                  <a:lnTo>
                    <a:pt x="2742" y="6449"/>
                  </a:lnTo>
                  <a:lnTo>
                    <a:pt x="3592" y="6295"/>
                  </a:lnTo>
                  <a:lnTo>
                    <a:pt x="4634" y="6063"/>
                  </a:lnTo>
                  <a:lnTo>
                    <a:pt x="5136" y="5909"/>
                  </a:lnTo>
                  <a:lnTo>
                    <a:pt x="5638" y="5754"/>
                  </a:lnTo>
                  <a:close/>
                  <a:moveTo>
                    <a:pt x="6951" y="0"/>
                  </a:moveTo>
                  <a:lnTo>
                    <a:pt x="6720" y="39"/>
                  </a:lnTo>
                  <a:lnTo>
                    <a:pt x="6527" y="116"/>
                  </a:lnTo>
                  <a:lnTo>
                    <a:pt x="6333" y="232"/>
                  </a:lnTo>
                  <a:lnTo>
                    <a:pt x="6140" y="425"/>
                  </a:lnTo>
                  <a:lnTo>
                    <a:pt x="5986" y="618"/>
                  </a:lnTo>
                  <a:lnTo>
                    <a:pt x="5909" y="811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1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3" y="5020"/>
                  </a:lnTo>
                  <a:lnTo>
                    <a:pt x="6025" y="5136"/>
                  </a:lnTo>
                  <a:lnTo>
                    <a:pt x="6063" y="5252"/>
                  </a:lnTo>
                  <a:lnTo>
                    <a:pt x="5523" y="5445"/>
                  </a:lnTo>
                  <a:lnTo>
                    <a:pt x="4982" y="5561"/>
                  </a:lnTo>
                  <a:lnTo>
                    <a:pt x="3939" y="5831"/>
                  </a:lnTo>
                  <a:lnTo>
                    <a:pt x="2858" y="6024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0" y="6642"/>
                  </a:lnTo>
                  <a:lnTo>
                    <a:pt x="503" y="6835"/>
                  </a:lnTo>
                  <a:lnTo>
                    <a:pt x="232" y="7028"/>
                  </a:lnTo>
                  <a:lnTo>
                    <a:pt x="116" y="7144"/>
                  </a:lnTo>
                  <a:lnTo>
                    <a:pt x="39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39" y="7723"/>
                  </a:lnTo>
                  <a:lnTo>
                    <a:pt x="116" y="7917"/>
                  </a:lnTo>
                  <a:lnTo>
                    <a:pt x="232" y="8032"/>
                  </a:lnTo>
                  <a:lnTo>
                    <a:pt x="348" y="8148"/>
                  </a:lnTo>
                  <a:lnTo>
                    <a:pt x="503" y="8225"/>
                  </a:lnTo>
                  <a:lnTo>
                    <a:pt x="618" y="8264"/>
                  </a:lnTo>
                  <a:lnTo>
                    <a:pt x="927" y="8341"/>
                  </a:lnTo>
                  <a:lnTo>
                    <a:pt x="1275" y="8341"/>
                  </a:lnTo>
                  <a:lnTo>
                    <a:pt x="1622" y="8303"/>
                  </a:lnTo>
                  <a:lnTo>
                    <a:pt x="1931" y="8187"/>
                  </a:lnTo>
                  <a:lnTo>
                    <a:pt x="2549" y="7994"/>
                  </a:lnTo>
                  <a:lnTo>
                    <a:pt x="3553" y="7530"/>
                  </a:lnTo>
                  <a:lnTo>
                    <a:pt x="4519" y="6990"/>
                  </a:lnTo>
                  <a:lnTo>
                    <a:pt x="5445" y="6372"/>
                  </a:lnTo>
                  <a:lnTo>
                    <a:pt x="5909" y="6063"/>
                  </a:lnTo>
                  <a:lnTo>
                    <a:pt x="6333" y="5715"/>
                  </a:lnTo>
                  <a:lnTo>
                    <a:pt x="6527" y="6102"/>
                  </a:lnTo>
                  <a:lnTo>
                    <a:pt x="6642" y="6295"/>
                  </a:lnTo>
                  <a:lnTo>
                    <a:pt x="6758" y="6449"/>
                  </a:lnTo>
                  <a:lnTo>
                    <a:pt x="7029" y="6372"/>
                  </a:lnTo>
                  <a:lnTo>
                    <a:pt x="7029" y="6333"/>
                  </a:lnTo>
                  <a:lnTo>
                    <a:pt x="6835" y="5986"/>
                  </a:lnTo>
                  <a:lnTo>
                    <a:pt x="6758" y="5831"/>
                  </a:lnTo>
                  <a:lnTo>
                    <a:pt x="6720" y="5638"/>
                  </a:lnTo>
                  <a:lnTo>
                    <a:pt x="6720" y="5561"/>
                  </a:lnTo>
                  <a:lnTo>
                    <a:pt x="7569" y="5831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7"/>
                  </a:lnTo>
                  <a:lnTo>
                    <a:pt x="11006" y="6217"/>
                  </a:lnTo>
                  <a:lnTo>
                    <a:pt x="11469" y="6179"/>
                  </a:lnTo>
                  <a:lnTo>
                    <a:pt x="11933" y="6140"/>
                  </a:lnTo>
                  <a:lnTo>
                    <a:pt x="12357" y="5986"/>
                  </a:lnTo>
                  <a:lnTo>
                    <a:pt x="12512" y="5909"/>
                  </a:lnTo>
                  <a:lnTo>
                    <a:pt x="12666" y="5793"/>
                  </a:lnTo>
                  <a:lnTo>
                    <a:pt x="12821" y="5677"/>
                  </a:lnTo>
                  <a:lnTo>
                    <a:pt x="12898" y="5522"/>
                  </a:lnTo>
                  <a:lnTo>
                    <a:pt x="12975" y="5368"/>
                  </a:lnTo>
                  <a:lnTo>
                    <a:pt x="12975" y="5175"/>
                  </a:lnTo>
                  <a:lnTo>
                    <a:pt x="12975" y="4982"/>
                  </a:lnTo>
                  <a:lnTo>
                    <a:pt x="12898" y="4827"/>
                  </a:lnTo>
                  <a:lnTo>
                    <a:pt x="12821" y="4711"/>
                  </a:lnTo>
                  <a:lnTo>
                    <a:pt x="12744" y="4634"/>
                  </a:lnTo>
                  <a:lnTo>
                    <a:pt x="12628" y="4518"/>
                  </a:lnTo>
                  <a:lnTo>
                    <a:pt x="12473" y="4480"/>
                  </a:lnTo>
                  <a:lnTo>
                    <a:pt x="12164" y="4364"/>
                  </a:lnTo>
                  <a:lnTo>
                    <a:pt x="11817" y="4325"/>
                  </a:lnTo>
                  <a:lnTo>
                    <a:pt x="11469" y="4325"/>
                  </a:lnTo>
                  <a:lnTo>
                    <a:pt x="10890" y="4364"/>
                  </a:lnTo>
                  <a:lnTo>
                    <a:pt x="9847" y="4403"/>
                  </a:lnTo>
                  <a:lnTo>
                    <a:pt x="8843" y="4480"/>
                  </a:lnTo>
                  <a:lnTo>
                    <a:pt x="7839" y="4634"/>
                  </a:lnTo>
                  <a:lnTo>
                    <a:pt x="6835" y="4827"/>
                  </a:lnTo>
                  <a:lnTo>
                    <a:pt x="7376" y="3476"/>
                  </a:lnTo>
                  <a:lnTo>
                    <a:pt x="7646" y="2742"/>
                  </a:lnTo>
                  <a:lnTo>
                    <a:pt x="7839" y="2047"/>
                  </a:lnTo>
                  <a:lnTo>
                    <a:pt x="7917" y="1815"/>
                  </a:lnTo>
                  <a:lnTo>
                    <a:pt x="7917" y="1545"/>
                  </a:lnTo>
                  <a:lnTo>
                    <a:pt x="7917" y="1313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8"/>
                  </a:lnTo>
                  <a:lnTo>
                    <a:pt x="7531" y="425"/>
                  </a:lnTo>
                  <a:lnTo>
                    <a:pt x="7337" y="271"/>
                  </a:lnTo>
                  <a:lnTo>
                    <a:pt x="7260" y="155"/>
                  </a:lnTo>
                  <a:lnTo>
                    <a:pt x="7144" y="78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8"/>
            <p:cNvSpPr/>
            <p:nvPr/>
          </p:nvSpPr>
          <p:spPr>
            <a:xfrm>
              <a:off x="2371575" y="3521175"/>
              <a:ext cx="106225" cy="123575"/>
            </a:xfrm>
            <a:custGeom>
              <a:avLst/>
              <a:gdLst/>
              <a:ahLst/>
              <a:cxnLst/>
              <a:rect l="l" t="t" r="r" b="b"/>
              <a:pathLst>
                <a:path w="4249" h="4943" extrusionOk="0">
                  <a:moveTo>
                    <a:pt x="3862" y="0"/>
                  </a:moveTo>
                  <a:lnTo>
                    <a:pt x="3592" y="541"/>
                  </a:lnTo>
                  <a:lnTo>
                    <a:pt x="3245" y="1120"/>
                  </a:lnTo>
                  <a:lnTo>
                    <a:pt x="2897" y="1661"/>
                  </a:lnTo>
                  <a:lnTo>
                    <a:pt x="2511" y="2163"/>
                  </a:lnTo>
                  <a:lnTo>
                    <a:pt x="1932" y="2858"/>
                  </a:lnTo>
                  <a:lnTo>
                    <a:pt x="1314" y="3475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48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50"/>
                  </a:lnTo>
                  <a:lnTo>
                    <a:pt x="966" y="4518"/>
                  </a:lnTo>
                  <a:lnTo>
                    <a:pt x="1314" y="4209"/>
                  </a:lnTo>
                  <a:lnTo>
                    <a:pt x="1700" y="3900"/>
                  </a:lnTo>
                  <a:lnTo>
                    <a:pt x="2009" y="3553"/>
                  </a:lnTo>
                  <a:lnTo>
                    <a:pt x="2356" y="3167"/>
                  </a:lnTo>
                  <a:lnTo>
                    <a:pt x="2897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2"/>
                  </a:lnTo>
                  <a:lnTo>
                    <a:pt x="4248" y="155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8"/>
            <p:cNvSpPr/>
            <p:nvPr/>
          </p:nvSpPr>
          <p:spPr>
            <a:xfrm>
              <a:off x="2320425" y="3522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1"/>
                  </a:moveTo>
                  <a:lnTo>
                    <a:pt x="1004" y="310"/>
                  </a:ln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314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507"/>
                  </a:lnTo>
                  <a:lnTo>
                    <a:pt x="579" y="1430"/>
                  </a:lnTo>
                  <a:lnTo>
                    <a:pt x="502" y="1314"/>
                  </a:lnTo>
                  <a:lnTo>
                    <a:pt x="464" y="1236"/>
                  </a:lnTo>
                  <a:lnTo>
                    <a:pt x="425" y="1005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426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1"/>
                  </a:moveTo>
                  <a:lnTo>
                    <a:pt x="850" y="39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117"/>
                  </a:lnTo>
                  <a:lnTo>
                    <a:pt x="271" y="232"/>
                  </a:lnTo>
                  <a:lnTo>
                    <a:pt x="155" y="348"/>
                  </a:lnTo>
                  <a:lnTo>
                    <a:pt x="77" y="541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68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932"/>
                  </a:lnTo>
                  <a:lnTo>
                    <a:pt x="1622" y="1816"/>
                  </a:lnTo>
                  <a:lnTo>
                    <a:pt x="1777" y="1700"/>
                  </a:lnTo>
                  <a:lnTo>
                    <a:pt x="1892" y="1545"/>
                  </a:lnTo>
                  <a:lnTo>
                    <a:pt x="1970" y="1352"/>
                  </a:lnTo>
                  <a:lnTo>
                    <a:pt x="2047" y="1198"/>
                  </a:lnTo>
                  <a:lnTo>
                    <a:pt x="2085" y="1005"/>
                  </a:lnTo>
                  <a:lnTo>
                    <a:pt x="2047" y="812"/>
                  </a:lnTo>
                  <a:lnTo>
                    <a:pt x="1970" y="619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78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8"/>
            <p:cNvSpPr/>
            <p:nvPr/>
          </p:nvSpPr>
          <p:spPr>
            <a:xfrm>
              <a:off x="5925125" y="3542400"/>
              <a:ext cx="60825" cy="90775"/>
            </a:xfrm>
            <a:custGeom>
              <a:avLst/>
              <a:gdLst/>
              <a:ahLst/>
              <a:cxnLst/>
              <a:rect l="l" t="t" r="r" b="b"/>
              <a:pathLst>
                <a:path w="2433" h="3631" extrusionOk="0">
                  <a:moveTo>
                    <a:pt x="1197" y="1"/>
                  </a:moveTo>
                  <a:lnTo>
                    <a:pt x="1081" y="39"/>
                  </a:lnTo>
                  <a:lnTo>
                    <a:pt x="1004" y="78"/>
                  </a:lnTo>
                  <a:lnTo>
                    <a:pt x="966" y="117"/>
                  </a:lnTo>
                  <a:lnTo>
                    <a:pt x="927" y="194"/>
                  </a:lnTo>
                  <a:lnTo>
                    <a:pt x="927" y="271"/>
                  </a:lnTo>
                  <a:lnTo>
                    <a:pt x="850" y="271"/>
                  </a:lnTo>
                  <a:lnTo>
                    <a:pt x="772" y="310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41"/>
                  </a:lnTo>
                  <a:lnTo>
                    <a:pt x="695" y="619"/>
                  </a:lnTo>
                  <a:lnTo>
                    <a:pt x="772" y="696"/>
                  </a:lnTo>
                  <a:lnTo>
                    <a:pt x="850" y="734"/>
                  </a:lnTo>
                  <a:lnTo>
                    <a:pt x="1081" y="812"/>
                  </a:lnTo>
                  <a:lnTo>
                    <a:pt x="1274" y="966"/>
                  </a:lnTo>
                  <a:lnTo>
                    <a:pt x="1468" y="1121"/>
                  </a:lnTo>
                  <a:lnTo>
                    <a:pt x="1622" y="1275"/>
                  </a:lnTo>
                  <a:lnTo>
                    <a:pt x="1738" y="1507"/>
                  </a:lnTo>
                  <a:lnTo>
                    <a:pt x="1854" y="1700"/>
                  </a:lnTo>
                  <a:lnTo>
                    <a:pt x="1892" y="1931"/>
                  </a:lnTo>
                  <a:lnTo>
                    <a:pt x="1931" y="2163"/>
                  </a:lnTo>
                  <a:lnTo>
                    <a:pt x="1892" y="2472"/>
                  </a:lnTo>
                  <a:lnTo>
                    <a:pt x="1815" y="2742"/>
                  </a:lnTo>
                  <a:lnTo>
                    <a:pt x="1738" y="2897"/>
                  </a:lnTo>
                  <a:lnTo>
                    <a:pt x="1622" y="2974"/>
                  </a:lnTo>
                  <a:lnTo>
                    <a:pt x="1506" y="3090"/>
                  </a:lnTo>
                  <a:lnTo>
                    <a:pt x="1390" y="3128"/>
                  </a:lnTo>
                  <a:lnTo>
                    <a:pt x="1197" y="3167"/>
                  </a:lnTo>
                  <a:lnTo>
                    <a:pt x="1043" y="3128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81"/>
                  </a:lnTo>
                  <a:lnTo>
                    <a:pt x="811" y="2626"/>
                  </a:lnTo>
                  <a:lnTo>
                    <a:pt x="888" y="2472"/>
                  </a:lnTo>
                  <a:lnTo>
                    <a:pt x="1043" y="2356"/>
                  </a:lnTo>
                  <a:lnTo>
                    <a:pt x="1120" y="2279"/>
                  </a:lnTo>
                  <a:lnTo>
                    <a:pt x="1159" y="2163"/>
                  </a:lnTo>
                  <a:lnTo>
                    <a:pt x="1120" y="2047"/>
                  </a:lnTo>
                  <a:lnTo>
                    <a:pt x="1043" y="1970"/>
                  </a:lnTo>
                  <a:lnTo>
                    <a:pt x="618" y="1623"/>
                  </a:lnTo>
                  <a:lnTo>
                    <a:pt x="425" y="1468"/>
                  </a:lnTo>
                  <a:lnTo>
                    <a:pt x="193" y="1352"/>
                  </a:lnTo>
                  <a:lnTo>
                    <a:pt x="0" y="1623"/>
                  </a:lnTo>
                  <a:lnTo>
                    <a:pt x="270" y="1893"/>
                  </a:lnTo>
                  <a:lnTo>
                    <a:pt x="541" y="2163"/>
                  </a:lnTo>
                  <a:lnTo>
                    <a:pt x="386" y="2395"/>
                  </a:lnTo>
                  <a:lnTo>
                    <a:pt x="309" y="2626"/>
                  </a:lnTo>
                  <a:lnTo>
                    <a:pt x="309" y="2935"/>
                  </a:lnTo>
                  <a:lnTo>
                    <a:pt x="348" y="3051"/>
                  </a:lnTo>
                  <a:lnTo>
                    <a:pt x="425" y="3206"/>
                  </a:lnTo>
                  <a:lnTo>
                    <a:pt x="541" y="3360"/>
                  </a:lnTo>
                  <a:lnTo>
                    <a:pt x="695" y="3476"/>
                  </a:lnTo>
                  <a:lnTo>
                    <a:pt x="850" y="3592"/>
                  </a:lnTo>
                  <a:lnTo>
                    <a:pt x="1081" y="3630"/>
                  </a:lnTo>
                  <a:lnTo>
                    <a:pt x="1274" y="3630"/>
                  </a:lnTo>
                  <a:lnTo>
                    <a:pt x="1468" y="3592"/>
                  </a:lnTo>
                  <a:lnTo>
                    <a:pt x="1661" y="3515"/>
                  </a:lnTo>
                  <a:lnTo>
                    <a:pt x="1854" y="3437"/>
                  </a:lnTo>
                  <a:lnTo>
                    <a:pt x="2047" y="3283"/>
                  </a:lnTo>
                  <a:lnTo>
                    <a:pt x="2201" y="3090"/>
                  </a:lnTo>
                  <a:lnTo>
                    <a:pt x="2317" y="2897"/>
                  </a:lnTo>
                  <a:lnTo>
                    <a:pt x="2394" y="2704"/>
                  </a:lnTo>
                  <a:lnTo>
                    <a:pt x="2433" y="2472"/>
                  </a:lnTo>
                  <a:lnTo>
                    <a:pt x="2433" y="2279"/>
                  </a:lnTo>
                  <a:lnTo>
                    <a:pt x="2433" y="2047"/>
                  </a:lnTo>
                  <a:lnTo>
                    <a:pt x="2356" y="1816"/>
                  </a:lnTo>
                  <a:lnTo>
                    <a:pt x="2317" y="1623"/>
                  </a:lnTo>
                  <a:lnTo>
                    <a:pt x="2201" y="1391"/>
                  </a:lnTo>
                  <a:lnTo>
                    <a:pt x="1931" y="1005"/>
                  </a:lnTo>
                  <a:lnTo>
                    <a:pt x="1622" y="657"/>
                  </a:lnTo>
                  <a:lnTo>
                    <a:pt x="1274" y="425"/>
                  </a:lnTo>
                  <a:lnTo>
                    <a:pt x="11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8"/>
            <p:cNvSpPr/>
            <p:nvPr/>
          </p:nvSpPr>
          <p:spPr>
            <a:xfrm>
              <a:off x="5032150" y="354530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8"/>
            <p:cNvSpPr/>
            <p:nvPr/>
          </p:nvSpPr>
          <p:spPr>
            <a:xfrm>
              <a:off x="3784900" y="3554950"/>
              <a:ext cx="112950" cy="132275"/>
            </a:xfrm>
            <a:custGeom>
              <a:avLst/>
              <a:gdLst/>
              <a:ahLst/>
              <a:cxnLst/>
              <a:rect l="l" t="t" r="r" b="b"/>
              <a:pathLst>
                <a:path w="4518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3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5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8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6" y="3167"/>
                  </a:lnTo>
                  <a:lnTo>
                    <a:pt x="772" y="2742"/>
                  </a:lnTo>
                  <a:lnTo>
                    <a:pt x="965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79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8"/>
            <p:cNvSpPr/>
            <p:nvPr/>
          </p:nvSpPr>
          <p:spPr>
            <a:xfrm>
              <a:off x="5529325" y="35675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463" y="927"/>
                  </a:lnTo>
                  <a:lnTo>
                    <a:pt x="1043" y="1622"/>
                  </a:lnTo>
                  <a:lnTo>
                    <a:pt x="1661" y="2279"/>
                  </a:lnTo>
                  <a:lnTo>
                    <a:pt x="2356" y="2858"/>
                  </a:lnTo>
                  <a:lnTo>
                    <a:pt x="3089" y="3360"/>
                  </a:lnTo>
                  <a:lnTo>
                    <a:pt x="3862" y="3824"/>
                  </a:lnTo>
                  <a:lnTo>
                    <a:pt x="4672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21" y="4905"/>
                  </a:lnTo>
                  <a:lnTo>
                    <a:pt x="7684" y="4943"/>
                  </a:lnTo>
                  <a:lnTo>
                    <a:pt x="8109" y="4982"/>
                  </a:lnTo>
                  <a:lnTo>
                    <a:pt x="8534" y="4943"/>
                  </a:lnTo>
                  <a:lnTo>
                    <a:pt x="8959" y="4905"/>
                  </a:lnTo>
                  <a:lnTo>
                    <a:pt x="9383" y="4866"/>
                  </a:lnTo>
                  <a:lnTo>
                    <a:pt x="9808" y="4750"/>
                  </a:lnTo>
                  <a:lnTo>
                    <a:pt x="10233" y="4634"/>
                  </a:lnTo>
                  <a:lnTo>
                    <a:pt x="10658" y="4480"/>
                  </a:lnTo>
                  <a:lnTo>
                    <a:pt x="11044" y="4326"/>
                  </a:lnTo>
                  <a:lnTo>
                    <a:pt x="11469" y="4094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280" y="3553"/>
                  </a:lnTo>
                  <a:lnTo>
                    <a:pt x="12434" y="3167"/>
                  </a:lnTo>
                  <a:lnTo>
                    <a:pt x="12241" y="3167"/>
                  </a:lnTo>
                  <a:lnTo>
                    <a:pt x="12202" y="3128"/>
                  </a:lnTo>
                  <a:lnTo>
                    <a:pt x="12009" y="3128"/>
                  </a:lnTo>
                  <a:lnTo>
                    <a:pt x="11893" y="3167"/>
                  </a:lnTo>
                  <a:lnTo>
                    <a:pt x="11546" y="3437"/>
                  </a:lnTo>
                  <a:lnTo>
                    <a:pt x="11198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01" y="4171"/>
                  </a:lnTo>
                  <a:lnTo>
                    <a:pt x="9615" y="4287"/>
                  </a:lnTo>
                  <a:lnTo>
                    <a:pt x="9190" y="4364"/>
                  </a:lnTo>
                  <a:lnTo>
                    <a:pt x="8766" y="4403"/>
                  </a:lnTo>
                  <a:lnTo>
                    <a:pt x="8341" y="4441"/>
                  </a:lnTo>
                  <a:lnTo>
                    <a:pt x="7916" y="4480"/>
                  </a:lnTo>
                  <a:lnTo>
                    <a:pt x="7453" y="4441"/>
                  </a:lnTo>
                  <a:lnTo>
                    <a:pt x="7028" y="4403"/>
                  </a:lnTo>
                  <a:lnTo>
                    <a:pt x="6603" y="4326"/>
                  </a:lnTo>
                  <a:lnTo>
                    <a:pt x="6178" y="4248"/>
                  </a:lnTo>
                  <a:lnTo>
                    <a:pt x="5792" y="4132"/>
                  </a:lnTo>
                  <a:lnTo>
                    <a:pt x="5368" y="4017"/>
                  </a:lnTo>
                  <a:lnTo>
                    <a:pt x="4595" y="3669"/>
                  </a:lnTo>
                  <a:lnTo>
                    <a:pt x="3862" y="3283"/>
                  </a:lnTo>
                  <a:lnTo>
                    <a:pt x="3205" y="2820"/>
                  </a:lnTo>
                  <a:lnTo>
                    <a:pt x="2549" y="2318"/>
                  </a:lnTo>
                  <a:lnTo>
                    <a:pt x="1969" y="1777"/>
                  </a:lnTo>
                  <a:lnTo>
                    <a:pt x="1352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8"/>
            <p:cNvSpPr/>
            <p:nvPr/>
          </p:nvSpPr>
          <p:spPr>
            <a:xfrm>
              <a:off x="2258625" y="3569425"/>
              <a:ext cx="44450" cy="43475"/>
            </a:xfrm>
            <a:custGeom>
              <a:avLst/>
              <a:gdLst/>
              <a:ahLst/>
              <a:cxnLst/>
              <a:rect l="l" t="t" r="r" b="b"/>
              <a:pathLst>
                <a:path w="1778" h="1739" extrusionOk="0">
                  <a:moveTo>
                    <a:pt x="773" y="310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9"/>
                  </a:lnTo>
                  <a:lnTo>
                    <a:pt x="1391" y="773"/>
                  </a:lnTo>
                  <a:lnTo>
                    <a:pt x="1391" y="966"/>
                  </a:lnTo>
                  <a:lnTo>
                    <a:pt x="1352" y="1044"/>
                  </a:lnTo>
                  <a:lnTo>
                    <a:pt x="1275" y="1159"/>
                  </a:lnTo>
                  <a:lnTo>
                    <a:pt x="1198" y="1237"/>
                  </a:lnTo>
                  <a:lnTo>
                    <a:pt x="1082" y="1314"/>
                  </a:lnTo>
                  <a:lnTo>
                    <a:pt x="889" y="1352"/>
                  </a:lnTo>
                  <a:lnTo>
                    <a:pt x="696" y="1352"/>
                  </a:lnTo>
                  <a:lnTo>
                    <a:pt x="542" y="1237"/>
                  </a:lnTo>
                  <a:lnTo>
                    <a:pt x="426" y="1082"/>
                  </a:lnTo>
                  <a:lnTo>
                    <a:pt x="387" y="889"/>
                  </a:lnTo>
                  <a:lnTo>
                    <a:pt x="387" y="735"/>
                  </a:lnTo>
                  <a:lnTo>
                    <a:pt x="464" y="580"/>
                  </a:lnTo>
                  <a:lnTo>
                    <a:pt x="542" y="387"/>
                  </a:lnTo>
                  <a:lnTo>
                    <a:pt x="542" y="348"/>
                  </a:lnTo>
                  <a:lnTo>
                    <a:pt x="773" y="310"/>
                  </a:lnTo>
                  <a:close/>
                  <a:moveTo>
                    <a:pt x="773" y="1"/>
                  </a:moveTo>
                  <a:lnTo>
                    <a:pt x="619" y="40"/>
                  </a:lnTo>
                  <a:lnTo>
                    <a:pt x="464" y="117"/>
                  </a:lnTo>
                  <a:lnTo>
                    <a:pt x="426" y="155"/>
                  </a:lnTo>
                  <a:lnTo>
                    <a:pt x="348" y="194"/>
                  </a:lnTo>
                  <a:lnTo>
                    <a:pt x="233" y="271"/>
                  </a:lnTo>
                  <a:lnTo>
                    <a:pt x="117" y="387"/>
                  </a:lnTo>
                  <a:lnTo>
                    <a:pt x="40" y="503"/>
                  </a:lnTo>
                  <a:lnTo>
                    <a:pt x="1" y="657"/>
                  </a:lnTo>
                  <a:lnTo>
                    <a:pt x="1" y="850"/>
                  </a:lnTo>
                  <a:lnTo>
                    <a:pt x="1" y="1005"/>
                  </a:lnTo>
                  <a:lnTo>
                    <a:pt x="40" y="1159"/>
                  </a:lnTo>
                  <a:lnTo>
                    <a:pt x="117" y="1314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9" y="1739"/>
                  </a:lnTo>
                  <a:lnTo>
                    <a:pt x="966" y="1739"/>
                  </a:lnTo>
                  <a:lnTo>
                    <a:pt x="1121" y="1700"/>
                  </a:lnTo>
                  <a:lnTo>
                    <a:pt x="1275" y="1623"/>
                  </a:lnTo>
                  <a:lnTo>
                    <a:pt x="1430" y="1545"/>
                  </a:lnTo>
                  <a:lnTo>
                    <a:pt x="1584" y="1430"/>
                  </a:lnTo>
                  <a:lnTo>
                    <a:pt x="1661" y="1275"/>
                  </a:lnTo>
                  <a:lnTo>
                    <a:pt x="1739" y="1121"/>
                  </a:lnTo>
                  <a:lnTo>
                    <a:pt x="1777" y="928"/>
                  </a:lnTo>
                  <a:lnTo>
                    <a:pt x="1777" y="773"/>
                  </a:lnTo>
                  <a:lnTo>
                    <a:pt x="1739" y="580"/>
                  </a:lnTo>
                  <a:lnTo>
                    <a:pt x="1661" y="426"/>
                  </a:lnTo>
                  <a:lnTo>
                    <a:pt x="1546" y="271"/>
                  </a:lnTo>
                  <a:lnTo>
                    <a:pt x="1430" y="155"/>
                  </a:lnTo>
                  <a:lnTo>
                    <a:pt x="1275" y="78"/>
                  </a:lnTo>
                  <a:lnTo>
                    <a:pt x="1121" y="40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8"/>
            <p:cNvSpPr/>
            <p:nvPr/>
          </p:nvSpPr>
          <p:spPr>
            <a:xfrm>
              <a:off x="5836300" y="3573300"/>
              <a:ext cx="93675" cy="136150"/>
            </a:xfrm>
            <a:custGeom>
              <a:avLst/>
              <a:gdLst/>
              <a:ahLst/>
              <a:cxnLst/>
              <a:rect l="l" t="t" r="r" b="b"/>
              <a:pathLst>
                <a:path w="3747" h="5446" extrusionOk="0">
                  <a:moveTo>
                    <a:pt x="3515" y="0"/>
                  </a:moveTo>
                  <a:lnTo>
                    <a:pt x="3437" y="39"/>
                  </a:lnTo>
                  <a:lnTo>
                    <a:pt x="3360" y="78"/>
                  </a:lnTo>
                  <a:lnTo>
                    <a:pt x="3283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88" y="773"/>
                  </a:lnTo>
                  <a:lnTo>
                    <a:pt x="2356" y="1004"/>
                  </a:lnTo>
                  <a:lnTo>
                    <a:pt x="2086" y="1236"/>
                  </a:lnTo>
                  <a:lnTo>
                    <a:pt x="1777" y="1468"/>
                  </a:lnTo>
                  <a:lnTo>
                    <a:pt x="1159" y="1815"/>
                  </a:lnTo>
                  <a:lnTo>
                    <a:pt x="1120" y="1892"/>
                  </a:lnTo>
                  <a:lnTo>
                    <a:pt x="1082" y="1970"/>
                  </a:lnTo>
                  <a:lnTo>
                    <a:pt x="1082" y="2047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927" y="2124"/>
                  </a:lnTo>
                  <a:lnTo>
                    <a:pt x="850" y="2201"/>
                  </a:lnTo>
                  <a:lnTo>
                    <a:pt x="812" y="2279"/>
                  </a:lnTo>
                  <a:lnTo>
                    <a:pt x="812" y="2356"/>
                  </a:lnTo>
                  <a:lnTo>
                    <a:pt x="850" y="2433"/>
                  </a:lnTo>
                  <a:lnTo>
                    <a:pt x="889" y="2510"/>
                  </a:lnTo>
                  <a:lnTo>
                    <a:pt x="1005" y="2549"/>
                  </a:lnTo>
                  <a:lnTo>
                    <a:pt x="1236" y="2626"/>
                  </a:lnTo>
                  <a:lnTo>
                    <a:pt x="1468" y="2703"/>
                  </a:lnTo>
                  <a:lnTo>
                    <a:pt x="1661" y="2858"/>
                  </a:lnTo>
                  <a:lnTo>
                    <a:pt x="1854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63" y="3669"/>
                  </a:lnTo>
                  <a:lnTo>
                    <a:pt x="2163" y="3900"/>
                  </a:lnTo>
                  <a:lnTo>
                    <a:pt x="2124" y="4132"/>
                  </a:lnTo>
                  <a:lnTo>
                    <a:pt x="2047" y="4364"/>
                  </a:lnTo>
                  <a:lnTo>
                    <a:pt x="1931" y="4557"/>
                  </a:lnTo>
                  <a:lnTo>
                    <a:pt x="1777" y="4711"/>
                  </a:lnTo>
                  <a:lnTo>
                    <a:pt x="1584" y="4866"/>
                  </a:lnTo>
                  <a:lnTo>
                    <a:pt x="1352" y="4943"/>
                  </a:lnTo>
                  <a:lnTo>
                    <a:pt x="1236" y="4982"/>
                  </a:lnTo>
                  <a:lnTo>
                    <a:pt x="1120" y="4982"/>
                  </a:lnTo>
                  <a:lnTo>
                    <a:pt x="927" y="4904"/>
                  </a:lnTo>
                  <a:lnTo>
                    <a:pt x="773" y="4789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73" y="4287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1005" y="4132"/>
                  </a:lnTo>
                  <a:lnTo>
                    <a:pt x="1120" y="4094"/>
                  </a:lnTo>
                  <a:lnTo>
                    <a:pt x="1275" y="4055"/>
                  </a:lnTo>
                  <a:lnTo>
                    <a:pt x="1352" y="3939"/>
                  </a:lnTo>
                  <a:lnTo>
                    <a:pt x="1314" y="3823"/>
                  </a:lnTo>
                  <a:lnTo>
                    <a:pt x="1314" y="3746"/>
                  </a:lnTo>
                  <a:lnTo>
                    <a:pt x="1236" y="3669"/>
                  </a:lnTo>
                  <a:lnTo>
                    <a:pt x="155" y="2935"/>
                  </a:lnTo>
                  <a:lnTo>
                    <a:pt x="1" y="3321"/>
                  </a:lnTo>
                  <a:lnTo>
                    <a:pt x="657" y="3785"/>
                  </a:lnTo>
                  <a:lnTo>
                    <a:pt x="541" y="3900"/>
                  </a:lnTo>
                  <a:lnTo>
                    <a:pt x="425" y="4016"/>
                  </a:lnTo>
                  <a:lnTo>
                    <a:pt x="310" y="4132"/>
                  </a:lnTo>
                  <a:lnTo>
                    <a:pt x="271" y="4248"/>
                  </a:lnTo>
                  <a:lnTo>
                    <a:pt x="232" y="4402"/>
                  </a:lnTo>
                  <a:lnTo>
                    <a:pt x="194" y="4557"/>
                  </a:lnTo>
                  <a:lnTo>
                    <a:pt x="232" y="4750"/>
                  </a:lnTo>
                  <a:lnTo>
                    <a:pt x="271" y="4904"/>
                  </a:lnTo>
                  <a:lnTo>
                    <a:pt x="425" y="5136"/>
                  </a:lnTo>
                  <a:lnTo>
                    <a:pt x="580" y="5291"/>
                  </a:lnTo>
                  <a:lnTo>
                    <a:pt x="773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29" y="5406"/>
                  </a:lnTo>
                  <a:lnTo>
                    <a:pt x="1661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79" y="4866"/>
                  </a:lnTo>
                  <a:lnTo>
                    <a:pt x="2433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626" y="3978"/>
                  </a:lnTo>
                  <a:lnTo>
                    <a:pt x="2626" y="3746"/>
                  </a:lnTo>
                  <a:lnTo>
                    <a:pt x="2588" y="3514"/>
                  </a:lnTo>
                  <a:lnTo>
                    <a:pt x="2511" y="3283"/>
                  </a:lnTo>
                  <a:lnTo>
                    <a:pt x="2395" y="3090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70" y="2510"/>
                  </a:lnTo>
                  <a:lnTo>
                    <a:pt x="1777" y="2356"/>
                  </a:lnTo>
                  <a:lnTo>
                    <a:pt x="1545" y="2240"/>
                  </a:lnTo>
                  <a:lnTo>
                    <a:pt x="1314" y="2124"/>
                  </a:lnTo>
                  <a:lnTo>
                    <a:pt x="1661" y="2008"/>
                  </a:lnTo>
                  <a:lnTo>
                    <a:pt x="1970" y="1854"/>
                  </a:lnTo>
                  <a:lnTo>
                    <a:pt x="2279" y="1661"/>
                  </a:lnTo>
                  <a:lnTo>
                    <a:pt x="2588" y="1429"/>
                  </a:lnTo>
                  <a:lnTo>
                    <a:pt x="2858" y="1236"/>
                  </a:lnTo>
                  <a:lnTo>
                    <a:pt x="3128" y="966"/>
                  </a:lnTo>
                  <a:lnTo>
                    <a:pt x="3360" y="695"/>
                  </a:lnTo>
                  <a:lnTo>
                    <a:pt x="3476" y="541"/>
                  </a:lnTo>
                  <a:lnTo>
                    <a:pt x="3553" y="387"/>
                  </a:lnTo>
                  <a:lnTo>
                    <a:pt x="3746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8"/>
            <p:cNvSpPr/>
            <p:nvPr/>
          </p:nvSpPr>
          <p:spPr>
            <a:xfrm>
              <a:off x="2264425" y="357522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8"/>
                  </a:lnTo>
                  <a:lnTo>
                    <a:pt x="3939" y="4248"/>
                  </a:lnTo>
                  <a:lnTo>
                    <a:pt x="4017" y="5407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917"/>
                  </a:lnTo>
                  <a:lnTo>
                    <a:pt x="3901" y="8534"/>
                  </a:lnTo>
                  <a:lnTo>
                    <a:pt x="3746" y="9152"/>
                  </a:lnTo>
                  <a:lnTo>
                    <a:pt x="3515" y="9732"/>
                  </a:lnTo>
                  <a:lnTo>
                    <a:pt x="3244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93"/>
                  </a:lnTo>
                  <a:lnTo>
                    <a:pt x="773" y="9384"/>
                  </a:lnTo>
                  <a:lnTo>
                    <a:pt x="696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618" y="2742"/>
                  </a:lnTo>
                  <a:lnTo>
                    <a:pt x="1391" y="2395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39"/>
                  </a:lnTo>
                  <a:lnTo>
                    <a:pt x="3476" y="310"/>
                  </a:lnTo>
                  <a:lnTo>
                    <a:pt x="3051" y="657"/>
                  </a:lnTo>
                  <a:lnTo>
                    <a:pt x="2626" y="966"/>
                  </a:lnTo>
                  <a:lnTo>
                    <a:pt x="2202" y="1313"/>
                  </a:lnTo>
                  <a:lnTo>
                    <a:pt x="1314" y="1893"/>
                  </a:lnTo>
                  <a:lnTo>
                    <a:pt x="425" y="2472"/>
                  </a:lnTo>
                  <a:lnTo>
                    <a:pt x="348" y="2549"/>
                  </a:lnTo>
                  <a:lnTo>
                    <a:pt x="348" y="2626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3"/>
                  </a:lnTo>
                  <a:lnTo>
                    <a:pt x="155" y="4866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4"/>
                  </a:lnTo>
                  <a:lnTo>
                    <a:pt x="1391" y="11199"/>
                  </a:lnTo>
                  <a:lnTo>
                    <a:pt x="1622" y="11315"/>
                  </a:lnTo>
                  <a:lnTo>
                    <a:pt x="1816" y="11392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53"/>
                  </a:lnTo>
                  <a:lnTo>
                    <a:pt x="3051" y="11237"/>
                  </a:lnTo>
                  <a:lnTo>
                    <a:pt x="3283" y="11044"/>
                  </a:lnTo>
                  <a:lnTo>
                    <a:pt x="3476" y="10890"/>
                  </a:lnTo>
                  <a:lnTo>
                    <a:pt x="3669" y="10658"/>
                  </a:lnTo>
                  <a:lnTo>
                    <a:pt x="3823" y="10388"/>
                  </a:lnTo>
                  <a:lnTo>
                    <a:pt x="3978" y="10156"/>
                  </a:lnTo>
                  <a:lnTo>
                    <a:pt x="4171" y="9538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222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57" y="4982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1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39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8"/>
            <p:cNvSpPr/>
            <p:nvPr/>
          </p:nvSpPr>
          <p:spPr>
            <a:xfrm>
              <a:off x="4033950" y="35897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8"/>
            <p:cNvSpPr/>
            <p:nvPr/>
          </p:nvSpPr>
          <p:spPr>
            <a:xfrm>
              <a:off x="3935475" y="3595500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426" y="1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40" y="78"/>
                  </a:lnTo>
                  <a:lnTo>
                    <a:pt x="1" y="194"/>
                  </a:lnTo>
                  <a:lnTo>
                    <a:pt x="40" y="271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1"/>
                  </a:lnTo>
                  <a:lnTo>
                    <a:pt x="850" y="194"/>
                  </a:lnTo>
                  <a:lnTo>
                    <a:pt x="812" y="78"/>
                  </a:lnTo>
                  <a:lnTo>
                    <a:pt x="73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8"/>
            <p:cNvSpPr/>
            <p:nvPr/>
          </p:nvSpPr>
          <p:spPr>
            <a:xfrm>
              <a:off x="6924275" y="3599350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4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4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1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6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8"/>
            <p:cNvSpPr/>
            <p:nvPr/>
          </p:nvSpPr>
          <p:spPr>
            <a:xfrm>
              <a:off x="2208425" y="362157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4" y="386"/>
                  </a:moveTo>
                  <a:lnTo>
                    <a:pt x="1121" y="425"/>
                  </a:lnTo>
                  <a:lnTo>
                    <a:pt x="1198" y="463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9" y="1274"/>
                  </a:lnTo>
                  <a:lnTo>
                    <a:pt x="696" y="1236"/>
                  </a:lnTo>
                  <a:lnTo>
                    <a:pt x="542" y="1159"/>
                  </a:lnTo>
                  <a:lnTo>
                    <a:pt x="464" y="1081"/>
                  </a:lnTo>
                  <a:lnTo>
                    <a:pt x="426" y="965"/>
                  </a:lnTo>
                  <a:lnTo>
                    <a:pt x="387" y="888"/>
                  </a:lnTo>
                  <a:lnTo>
                    <a:pt x="387" y="772"/>
                  </a:lnTo>
                  <a:lnTo>
                    <a:pt x="426" y="579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850" y="0"/>
                  </a:moveTo>
                  <a:lnTo>
                    <a:pt x="735" y="39"/>
                  </a:lnTo>
                  <a:lnTo>
                    <a:pt x="619" y="77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79"/>
                  </a:lnTo>
                  <a:lnTo>
                    <a:pt x="40" y="734"/>
                  </a:lnTo>
                  <a:lnTo>
                    <a:pt x="1" y="888"/>
                  </a:lnTo>
                  <a:lnTo>
                    <a:pt x="40" y="1043"/>
                  </a:lnTo>
                  <a:lnTo>
                    <a:pt x="78" y="1197"/>
                  </a:lnTo>
                  <a:lnTo>
                    <a:pt x="194" y="1352"/>
                  </a:lnTo>
                  <a:lnTo>
                    <a:pt x="310" y="1467"/>
                  </a:lnTo>
                  <a:lnTo>
                    <a:pt x="464" y="1583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8"/>
            <p:cNvSpPr/>
            <p:nvPr/>
          </p:nvSpPr>
          <p:spPr>
            <a:xfrm>
              <a:off x="4431675" y="3622525"/>
              <a:ext cx="174775" cy="292525"/>
            </a:xfrm>
            <a:custGeom>
              <a:avLst/>
              <a:gdLst/>
              <a:ahLst/>
              <a:cxnLst/>
              <a:rect l="l" t="t" r="r" b="b"/>
              <a:pathLst>
                <a:path w="6991" h="11701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5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3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8"/>
                  </a:lnTo>
                  <a:lnTo>
                    <a:pt x="6411" y="5638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2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8"/>
            <p:cNvSpPr/>
            <p:nvPr/>
          </p:nvSpPr>
          <p:spPr>
            <a:xfrm>
              <a:off x="3827375" y="36360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3" y="2665"/>
                  </a:lnTo>
                  <a:lnTo>
                    <a:pt x="2780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6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5" y="2896"/>
                  </a:lnTo>
                  <a:lnTo>
                    <a:pt x="772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0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3" y="3707"/>
                  </a:lnTo>
                  <a:lnTo>
                    <a:pt x="1969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5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8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8"/>
            <p:cNvSpPr/>
            <p:nvPr/>
          </p:nvSpPr>
          <p:spPr>
            <a:xfrm>
              <a:off x="2802150" y="36428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1"/>
                  </a:moveTo>
                  <a:lnTo>
                    <a:pt x="12434" y="39"/>
                  </a:lnTo>
                  <a:lnTo>
                    <a:pt x="12357" y="78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9"/>
                  </a:lnTo>
                  <a:lnTo>
                    <a:pt x="12164" y="1043"/>
                  </a:lnTo>
                  <a:lnTo>
                    <a:pt x="12009" y="1198"/>
                  </a:lnTo>
                  <a:lnTo>
                    <a:pt x="11855" y="1314"/>
                  </a:lnTo>
                  <a:lnTo>
                    <a:pt x="11430" y="1545"/>
                  </a:lnTo>
                  <a:lnTo>
                    <a:pt x="11005" y="1700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3" y="2086"/>
                  </a:lnTo>
                  <a:lnTo>
                    <a:pt x="9345" y="2009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1"/>
                  </a:lnTo>
                  <a:lnTo>
                    <a:pt x="8611" y="1700"/>
                  </a:lnTo>
                  <a:lnTo>
                    <a:pt x="8804" y="2009"/>
                  </a:lnTo>
                  <a:lnTo>
                    <a:pt x="8997" y="2279"/>
                  </a:lnTo>
                  <a:lnTo>
                    <a:pt x="7839" y="2588"/>
                  </a:lnTo>
                  <a:lnTo>
                    <a:pt x="6719" y="2820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8" y="3283"/>
                  </a:lnTo>
                  <a:lnTo>
                    <a:pt x="3746" y="2935"/>
                  </a:lnTo>
                  <a:lnTo>
                    <a:pt x="3784" y="2588"/>
                  </a:lnTo>
                  <a:lnTo>
                    <a:pt x="3707" y="2240"/>
                  </a:lnTo>
                  <a:lnTo>
                    <a:pt x="3630" y="1893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8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9"/>
                  </a:lnTo>
                  <a:lnTo>
                    <a:pt x="1815" y="3437"/>
                  </a:lnTo>
                  <a:lnTo>
                    <a:pt x="1352" y="3399"/>
                  </a:lnTo>
                  <a:lnTo>
                    <a:pt x="965" y="3360"/>
                  </a:lnTo>
                  <a:lnTo>
                    <a:pt x="772" y="3283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4"/>
                  </a:lnTo>
                  <a:lnTo>
                    <a:pt x="309" y="2665"/>
                  </a:lnTo>
                  <a:lnTo>
                    <a:pt x="232" y="2588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4"/>
                  </a:lnTo>
                  <a:lnTo>
                    <a:pt x="0" y="2858"/>
                  </a:lnTo>
                  <a:lnTo>
                    <a:pt x="0" y="3013"/>
                  </a:lnTo>
                  <a:lnTo>
                    <a:pt x="0" y="3167"/>
                  </a:lnTo>
                  <a:lnTo>
                    <a:pt x="39" y="3283"/>
                  </a:lnTo>
                  <a:lnTo>
                    <a:pt x="116" y="3399"/>
                  </a:lnTo>
                  <a:lnTo>
                    <a:pt x="193" y="3515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1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1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3"/>
                  </a:lnTo>
                  <a:lnTo>
                    <a:pt x="12048" y="1700"/>
                  </a:lnTo>
                  <a:lnTo>
                    <a:pt x="12357" y="1507"/>
                  </a:lnTo>
                  <a:lnTo>
                    <a:pt x="12627" y="1236"/>
                  </a:lnTo>
                  <a:lnTo>
                    <a:pt x="12704" y="1082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80"/>
                  </a:lnTo>
                  <a:lnTo>
                    <a:pt x="12820" y="387"/>
                  </a:lnTo>
                  <a:lnTo>
                    <a:pt x="12743" y="155"/>
                  </a:lnTo>
                  <a:lnTo>
                    <a:pt x="12704" y="78"/>
                  </a:lnTo>
                  <a:lnTo>
                    <a:pt x="12627" y="39"/>
                  </a:lnTo>
                  <a:lnTo>
                    <a:pt x="125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8"/>
            <p:cNvSpPr/>
            <p:nvPr/>
          </p:nvSpPr>
          <p:spPr>
            <a:xfrm>
              <a:off x="2017300" y="364860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271" y="0"/>
                  </a:moveTo>
                  <a:lnTo>
                    <a:pt x="155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39" y="386"/>
                  </a:lnTo>
                  <a:lnTo>
                    <a:pt x="348" y="888"/>
                  </a:lnTo>
                  <a:lnTo>
                    <a:pt x="657" y="1390"/>
                  </a:lnTo>
                  <a:lnTo>
                    <a:pt x="1043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205"/>
                  </a:lnTo>
                  <a:lnTo>
                    <a:pt x="2703" y="3553"/>
                  </a:lnTo>
                  <a:lnTo>
                    <a:pt x="3205" y="3900"/>
                  </a:lnTo>
                  <a:lnTo>
                    <a:pt x="3553" y="3746"/>
                  </a:lnTo>
                  <a:lnTo>
                    <a:pt x="2780" y="3012"/>
                  </a:lnTo>
                  <a:lnTo>
                    <a:pt x="2047" y="2240"/>
                  </a:lnTo>
                  <a:lnTo>
                    <a:pt x="1352" y="1429"/>
                  </a:lnTo>
                  <a:lnTo>
                    <a:pt x="1043" y="1004"/>
                  </a:lnTo>
                  <a:lnTo>
                    <a:pt x="734" y="541"/>
                  </a:lnTo>
                  <a:lnTo>
                    <a:pt x="1622" y="695"/>
                  </a:lnTo>
                  <a:lnTo>
                    <a:pt x="2510" y="888"/>
                  </a:lnTo>
                  <a:lnTo>
                    <a:pt x="3012" y="1043"/>
                  </a:lnTo>
                  <a:lnTo>
                    <a:pt x="3514" y="1197"/>
                  </a:lnTo>
                  <a:lnTo>
                    <a:pt x="4016" y="1390"/>
                  </a:lnTo>
                  <a:lnTo>
                    <a:pt x="4518" y="1506"/>
                  </a:lnTo>
                  <a:lnTo>
                    <a:pt x="4595" y="1506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84"/>
                  </a:lnTo>
                  <a:lnTo>
                    <a:pt x="4904" y="1506"/>
                  </a:lnTo>
                  <a:lnTo>
                    <a:pt x="4982" y="1429"/>
                  </a:lnTo>
                  <a:lnTo>
                    <a:pt x="4634" y="1159"/>
                  </a:lnTo>
                  <a:lnTo>
                    <a:pt x="4171" y="888"/>
                  </a:lnTo>
                  <a:lnTo>
                    <a:pt x="3630" y="657"/>
                  </a:lnTo>
                  <a:lnTo>
                    <a:pt x="3089" y="464"/>
                  </a:lnTo>
                  <a:lnTo>
                    <a:pt x="2510" y="309"/>
                  </a:lnTo>
                  <a:lnTo>
                    <a:pt x="1931" y="193"/>
                  </a:lnTo>
                  <a:lnTo>
                    <a:pt x="1352" y="116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8"/>
            <p:cNvSpPr/>
            <p:nvPr/>
          </p:nvSpPr>
          <p:spPr>
            <a:xfrm>
              <a:off x="1564525" y="3658250"/>
              <a:ext cx="248125" cy="295425"/>
            </a:xfrm>
            <a:custGeom>
              <a:avLst/>
              <a:gdLst/>
              <a:ahLst/>
              <a:cxnLst/>
              <a:rect l="l" t="t" r="r" b="b"/>
              <a:pathLst>
                <a:path w="9925" h="11817" extrusionOk="0">
                  <a:moveTo>
                    <a:pt x="3785" y="850"/>
                  </a:moveTo>
                  <a:lnTo>
                    <a:pt x="4326" y="2279"/>
                  </a:lnTo>
                  <a:lnTo>
                    <a:pt x="4944" y="3746"/>
                  </a:lnTo>
                  <a:lnTo>
                    <a:pt x="6179" y="6565"/>
                  </a:lnTo>
                  <a:lnTo>
                    <a:pt x="3322" y="7492"/>
                  </a:lnTo>
                  <a:lnTo>
                    <a:pt x="1893" y="7955"/>
                  </a:lnTo>
                  <a:lnTo>
                    <a:pt x="464" y="8457"/>
                  </a:lnTo>
                  <a:lnTo>
                    <a:pt x="464" y="8457"/>
                  </a:lnTo>
                  <a:lnTo>
                    <a:pt x="1043" y="7569"/>
                  </a:lnTo>
                  <a:lnTo>
                    <a:pt x="1507" y="6604"/>
                  </a:lnTo>
                  <a:lnTo>
                    <a:pt x="1970" y="5638"/>
                  </a:lnTo>
                  <a:lnTo>
                    <a:pt x="2395" y="4673"/>
                  </a:lnTo>
                  <a:lnTo>
                    <a:pt x="2781" y="3746"/>
                  </a:lnTo>
                  <a:lnTo>
                    <a:pt x="3167" y="2781"/>
                  </a:lnTo>
                  <a:lnTo>
                    <a:pt x="3476" y="1815"/>
                  </a:lnTo>
                  <a:lnTo>
                    <a:pt x="3785" y="850"/>
                  </a:lnTo>
                  <a:close/>
                  <a:moveTo>
                    <a:pt x="3824" y="0"/>
                  </a:moveTo>
                  <a:lnTo>
                    <a:pt x="3746" y="39"/>
                  </a:lnTo>
                  <a:lnTo>
                    <a:pt x="3708" y="78"/>
                  </a:lnTo>
                  <a:lnTo>
                    <a:pt x="3592" y="116"/>
                  </a:lnTo>
                  <a:lnTo>
                    <a:pt x="3553" y="194"/>
                  </a:lnTo>
                  <a:lnTo>
                    <a:pt x="2820" y="2395"/>
                  </a:lnTo>
                  <a:lnTo>
                    <a:pt x="2434" y="3476"/>
                  </a:lnTo>
                  <a:lnTo>
                    <a:pt x="2009" y="4518"/>
                  </a:lnTo>
                  <a:lnTo>
                    <a:pt x="1545" y="5561"/>
                  </a:lnTo>
                  <a:lnTo>
                    <a:pt x="1043" y="6604"/>
                  </a:lnTo>
                  <a:lnTo>
                    <a:pt x="503" y="7608"/>
                  </a:lnTo>
                  <a:lnTo>
                    <a:pt x="39" y="8650"/>
                  </a:lnTo>
                  <a:lnTo>
                    <a:pt x="1" y="8689"/>
                  </a:lnTo>
                  <a:lnTo>
                    <a:pt x="39" y="8766"/>
                  </a:lnTo>
                  <a:lnTo>
                    <a:pt x="117" y="8805"/>
                  </a:lnTo>
                  <a:lnTo>
                    <a:pt x="117" y="8843"/>
                  </a:lnTo>
                  <a:lnTo>
                    <a:pt x="117" y="8920"/>
                  </a:lnTo>
                  <a:lnTo>
                    <a:pt x="155" y="8998"/>
                  </a:lnTo>
                  <a:lnTo>
                    <a:pt x="310" y="9114"/>
                  </a:lnTo>
                  <a:lnTo>
                    <a:pt x="464" y="8882"/>
                  </a:lnTo>
                  <a:lnTo>
                    <a:pt x="1970" y="8457"/>
                  </a:lnTo>
                  <a:lnTo>
                    <a:pt x="3438" y="7994"/>
                  </a:lnTo>
                  <a:lnTo>
                    <a:pt x="6372" y="7028"/>
                  </a:lnTo>
                  <a:lnTo>
                    <a:pt x="7106" y="8689"/>
                  </a:lnTo>
                  <a:lnTo>
                    <a:pt x="8303" y="11817"/>
                  </a:lnTo>
                  <a:lnTo>
                    <a:pt x="8689" y="11662"/>
                  </a:lnTo>
                  <a:lnTo>
                    <a:pt x="7531" y="8689"/>
                  </a:lnTo>
                  <a:lnTo>
                    <a:pt x="6797" y="6874"/>
                  </a:lnTo>
                  <a:lnTo>
                    <a:pt x="8380" y="6333"/>
                  </a:lnTo>
                  <a:lnTo>
                    <a:pt x="9925" y="5754"/>
                  </a:lnTo>
                  <a:lnTo>
                    <a:pt x="9770" y="5329"/>
                  </a:lnTo>
                  <a:lnTo>
                    <a:pt x="8187" y="5909"/>
                  </a:lnTo>
                  <a:lnTo>
                    <a:pt x="6643" y="6449"/>
                  </a:lnTo>
                  <a:lnTo>
                    <a:pt x="6025" y="4905"/>
                  </a:lnTo>
                  <a:lnTo>
                    <a:pt x="5407" y="3360"/>
                  </a:lnTo>
                  <a:lnTo>
                    <a:pt x="4712" y="1854"/>
                  </a:lnTo>
                  <a:lnTo>
                    <a:pt x="3978" y="348"/>
                  </a:lnTo>
                  <a:lnTo>
                    <a:pt x="4055" y="78"/>
                  </a:lnTo>
                  <a:lnTo>
                    <a:pt x="3862" y="39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8"/>
            <p:cNvSpPr/>
            <p:nvPr/>
          </p:nvSpPr>
          <p:spPr>
            <a:xfrm>
              <a:off x="1663975" y="3660175"/>
              <a:ext cx="229775" cy="419975"/>
            </a:xfrm>
            <a:custGeom>
              <a:avLst/>
              <a:gdLst/>
              <a:ahLst/>
              <a:cxnLst/>
              <a:rect l="l" t="t" r="r" b="b"/>
              <a:pathLst>
                <a:path w="9191" h="16799" extrusionOk="0">
                  <a:moveTo>
                    <a:pt x="77" y="1"/>
                  </a:moveTo>
                  <a:lnTo>
                    <a:pt x="0" y="271"/>
                  </a:lnTo>
                  <a:lnTo>
                    <a:pt x="2124" y="1275"/>
                  </a:lnTo>
                  <a:lnTo>
                    <a:pt x="4286" y="2240"/>
                  </a:lnTo>
                  <a:lnTo>
                    <a:pt x="5290" y="2742"/>
                  </a:lnTo>
                  <a:lnTo>
                    <a:pt x="6294" y="3244"/>
                  </a:lnTo>
                  <a:lnTo>
                    <a:pt x="7298" y="3746"/>
                  </a:lnTo>
                  <a:lnTo>
                    <a:pt x="8302" y="4248"/>
                  </a:lnTo>
                  <a:lnTo>
                    <a:pt x="7028" y="4750"/>
                  </a:lnTo>
                  <a:lnTo>
                    <a:pt x="5792" y="5252"/>
                  </a:lnTo>
                  <a:lnTo>
                    <a:pt x="5947" y="5677"/>
                  </a:lnTo>
                  <a:lnTo>
                    <a:pt x="7298" y="5175"/>
                  </a:lnTo>
                  <a:lnTo>
                    <a:pt x="7955" y="4905"/>
                  </a:lnTo>
                  <a:lnTo>
                    <a:pt x="8611" y="4596"/>
                  </a:lnTo>
                  <a:lnTo>
                    <a:pt x="8457" y="5136"/>
                  </a:lnTo>
                  <a:lnTo>
                    <a:pt x="8341" y="5638"/>
                  </a:lnTo>
                  <a:lnTo>
                    <a:pt x="8148" y="6681"/>
                  </a:lnTo>
                  <a:lnTo>
                    <a:pt x="7839" y="8380"/>
                  </a:lnTo>
                  <a:lnTo>
                    <a:pt x="7569" y="10041"/>
                  </a:lnTo>
                  <a:lnTo>
                    <a:pt x="7028" y="13361"/>
                  </a:lnTo>
                  <a:lnTo>
                    <a:pt x="6796" y="15060"/>
                  </a:lnTo>
                  <a:lnTo>
                    <a:pt x="6681" y="15871"/>
                  </a:lnTo>
                  <a:lnTo>
                    <a:pt x="6642" y="16721"/>
                  </a:lnTo>
                  <a:lnTo>
                    <a:pt x="6989" y="16798"/>
                  </a:lnTo>
                  <a:lnTo>
                    <a:pt x="7298" y="15215"/>
                  </a:lnTo>
                  <a:lnTo>
                    <a:pt x="7530" y="13593"/>
                  </a:lnTo>
                  <a:lnTo>
                    <a:pt x="7723" y="12010"/>
                  </a:lnTo>
                  <a:lnTo>
                    <a:pt x="7955" y="10427"/>
                  </a:lnTo>
                  <a:lnTo>
                    <a:pt x="8225" y="8805"/>
                  </a:lnTo>
                  <a:lnTo>
                    <a:pt x="8495" y="7183"/>
                  </a:lnTo>
                  <a:lnTo>
                    <a:pt x="8689" y="6488"/>
                  </a:lnTo>
                  <a:lnTo>
                    <a:pt x="8882" y="5793"/>
                  </a:lnTo>
                  <a:lnTo>
                    <a:pt x="9036" y="5059"/>
                  </a:lnTo>
                  <a:lnTo>
                    <a:pt x="9152" y="4364"/>
                  </a:lnTo>
                  <a:lnTo>
                    <a:pt x="9152" y="4287"/>
                  </a:lnTo>
                  <a:lnTo>
                    <a:pt x="9190" y="4210"/>
                  </a:lnTo>
                  <a:lnTo>
                    <a:pt x="9113" y="4094"/>
                  </a:lnTo>
                  <a:lnTo>
                    <a:pt x="9036" y="4017"/>
                  </a:lnTo>
                  <a:lnTo>
                    <a:pt x="8920" y="4017"/>
                  </a:lnTo>
                  <a:lnTo>
                    <a:pt x="8882" y="4055"/>
                  </a:lnTo>
                  <a:lnTo>
                    <a:pt x="7839" y="3437"/>
                  </a:lnTo>
                  <a:lnTo>
                    <a:pt x="6758" y="2897"/>
                  </a:lnTo>
                  <a:lnTo>
                    <a:pt x="4595" y="1893"/>
                  </a:lnTo>
                  <a:lnTo>
                    <a:pt x="2356" y="927"/>
                  </a:lnTo>
                  <a:lnTo>
                    <a:pt x="1236" y="464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8"/>
            <p:cNvSpPr/>
            <p:nvPr/>
          </p:nvSpPr>
          <p:spPr>
            <a:xfrm>
              <a:off x="406075" y="3667900"/>
              <a:ext cx="458600" cy="289650"/>
            </a:xfrm>
            <a:custGeom>
              <a:avLst/>
              <a:gdLst/>
              <a:ahLst/>
              <a:cxnLst/>
              <a:rect l="l" t="t" r="r" b="b"/>
              <a:pathLst>
                <a:path w="18344" h="11586" extrusionOk="0">
                  <a:moveTo>
                    <a:pt x="17069" y="387"/>
                  </a:moveTo>
                  <a:lnTo>
                    <a:pt x="17146" y="425"/>
                  </a:lnTo>
                  <a:lnTo>
                    <a:pt x="17223" y="503"/>
                  </a:lnTo>
                  <a:lnTo>
                    <a:pt x="17300" y="734"/>
                  </a:lnTo>
                  <a:lnTo>
                    <a:pt x="17378" y="927"/>
                  </a:lnTo>
                  <a:lnTo>
                    <a:pt x="17378" y="1120"/>
                  </a:lnTo>
                  <a:lnTo>
                    <a:pt x="17339" y="1314"/>
                  </a:lnTo>
                  <a:lnTo>
                    <a:pt x="17223" y="1545"/>
                  </a:lnTo>
                  <a:lnTo>
                    <a:pt x="16953" y="1893"/>
                  </a:lnTo>
                  <a:lnTo>
                    <a:pt x="16721" y="2124"/>
                  </a:lnTo>
                  <a:lnTo>
                    <a:pt x="16451" y="2356"/>
                  </a:lnTo>
                  <a:lnTo>
                    <a:pt x="16181" y="2549"/>
                  </a:lnTo>
                  <a:lnTo>
                    <a:pt x="15872" y="2665"/>
                  </a:lnTo>
                  <a:lnTo>
                    <a:pt x="15872" y="2086"/>
                  </a:lnTo>
                  <a:lnTo>
                    <a:pt x="15910" y="1777"/>
                  </a:lnTo>
                  <a:lnTo>
                    <a:pt x="15949" y="1468"/>
                  </a:lnTo>
                  <a:lnTo>
                    <a:pt x="16026" y="1198"/>
                  </a:lnTo>
                  <a:lnTo>
                    <a:pt x="16181" y="927"/>
                  </a:lnTo>
                  <a:lnTo>
                    <a:pt x="16335" y="696"/>
                  </a:lnTo>
                  <a:lnTo>
                    <a:pt x="16605" y="503"/>
                  </a:lnTo>
                  <a:lnTo>
                    <a:pt x="16837" y="425"/>
                  </a:lnTo>
                  <a:lnTo>
                    <a:pt x="16992" y="387"/>
                  </a:lnTo>
                  <a:close/>
                  <a:moveTo>
                    <a:pt x="14597" y="2974"/>
                  </a:moveTo>
                  <a:lnTo>
                    <a:pt x="14868" y="3013"/>
                  </a:lnTo>
                  <a:lnTo>
                    <a:pt x="15138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6"/>
                  </a:lnTo>
                  <a:lnTo>
                    <a:pt x="14057" y="3862"/>
                  </a:lnTo>
                  <a:lnTo>
                    <a:pt x="13786" y="3939"/>
                  </a:lnTo>
                  <a:lnTo>
                    <a:pt x="13478" y="4017"/>
                  </a:lnTo>
                  <a:lnTo>
                    <a:pt x="13053" y="4017"/>
                  </a:lnTo>
                  <a:lnTo>
                    <a:pt x="12976" y="3939"/>
                  </a:lnTo>
                  <a:lnTo>
                    <a:pt x="12976" y="3862"/>
                  </a:lnTo>
                  <a:lnTo>
                    <a:pt x="12976" y="3708"/>
                  </a:lnTo>
                  <a:lnTo>
                    <a:pt x="13014" y="3476"/>
                  </a:lnTo>
                  <a:lnTo>
                    <a:pt x="13053" y="3360"/>
                  </a:lnTo>
                  <a:lnTo>
                    <a:pt x="13207" y="3244"/>
                  </a:lnTo>
                  <a:lnTo>
                    <a:pt x="13400" y="3167"/>
                  </a:lnTo>
                  <a:lnTo>
                    <a:pt x="13709" y="3051"/>
                  </a:lnTo>
                  <a:lnTo>
                    <a:pt x="14018" y="3013"/>
                  </a:lnTo>
                  <a:lnTo>
                    <a:pt x="14327" y="2974"/>
                  </a:lnTo>
                  <a:close/>
                  <a:moveTo>
                    <a:pt x="15679" y="3283"/>
                  </a:moveTo>
                  <a:lnTo>
                    <a:pt x="16335" y="3476"/>
                  </a:lnTo>
                  <a:lnTo>
                    <a:pt x="16644" y="3553"/>
                  </a:lnTo>
                  <a:lnTo>
                    <a:pt x="16992" y="3669"/>
                  </a:lnTo>
                  <a:lnTo>
                    <a:pt x="17262" y="3823"/>
                  </a:lnTo>
                  <a:lnTo>
                    <a:pt x="17532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80" y="4596"/>
                  </a:lnTo>
                  <a:lnTo>
                    <a:pt x="17918" y="4789"/>
                  </a:lnTo>
                  <a:lnTo>
                    <a:pt x="17880" y="4943"/>
                  </a:lnTo>
                  <a:lnTo>
                    <a:pt x="17802" y="5059"/>
                  </a:lnTo>
                  <a:lnTo>
                    <a:pt x="17648" y="5136"/>
                  </a:lnTo>
                  <a:lnTo>
                    <a:pt x="17494" y="5175"/>
                  </a:lnTo>
                  <a:lnTo>
                    <a:pt x="17339" y="5175"/>
                  </a:lnTo>
                  <a:lnTo>
                    <a:pt x="17146" y="5136"/>
                  </a:lnTo>
                  <a:lnTo>
                    <a:pt x="16992" y="5059"/>
                  </a:lnTo>
                  <a:lnTo>
                    <a:pt x="16644" y="4789"/>
                  </a:lnTo>
                  <a:lnTo>
                    <a:pt x="16374" y="4480"/>
                  </a:lnTo>
                  <a:lnTo>
                    <a:pt x="16181" y="4210"/>
                  </a:lnTo>
                  <a:lnTo>
                    <a:pt x="15988" y="3901"/>
                  </a:lnTo>
                  <a:lnTo>
                    <a:pt x="15833" y="3592"/>
                  </a:lnTo>
                  <a:lnTo>
                    <a:pt x="15679" y="3283"/>
                  </a:lnTo>
                  <a:close/>
                  <a:moveTo>
                    <a:pt x="4635" y="541"/>
                  </a:moveTo>
                  <a:lnTo>
                    <a:pt x="5253" y="580"/>
                  </a:lnTo>
                  <a:lnTo>
                    <a:pt x="5832" y="696"/>
                  </a:lnTo>
                  <a:lnTo>
                    <a:pt x="6411" y="850"/>
                  </a:lnTo>
                  <a:lnTo>
                    <a:pt x="6990" y="1120"/>
                  </a:lnTo>
                  <a:lnTo>
                    <a:pt x="7492" y="1429"/>
                  </a:lnTo>
                  <a:lnTo>
                    <a:pt x="7917" y="1738"/>
                  </a:lnTo>
                  <a:lnTo>
                    <a:pt x="8303" y="2086"/>
                  </a:lnTo>
                  <a:lnTo>
                    <a:pt x="8651" y="2472"/>
                  </a:lnTo>
                  <a:lnTo>
                    <a:pt x="8960" y="2858"/>
                  </a:lnTo>
                  <a:lnTo>
                    <a:pt x="9539" y="3669"/>
                  </a:lnTo>
                  <a:lnTo>
                    <a:pt x="10157" y="4480"/>
                  </a:lnTo>
                  <a:lnTo>
                    <a:pt x="10388" y="4827"/>
                  </a:lnTo>
                  <a:lnTo>
                    <a:pt x="10697" y="5136"/>
                  </a:lnTo>
                  <a:lnTo>
                    <a:pt x="11006" y="5445"/>
                  </a:lnTo>
                  <a:lnTo>
                    <a:pt x="11354" y="5677"/>
                  </a:lnTo>
                  <a:lnTo>
                    <a:pt x="11701" y="5870"/>
                  </a:lnTo>
                  <a:lnTo>
                    <a:pt x="12126" y="5986"/>
                  </a:lnTo>
                  <a:lnTo>
                    <a:pt x="12512" y="6025"/>
                  </a:lnTo>
                  <a:lnTo>
                    <a:pt x="12976" y="5986"/>
                  </a:lnTo>
                  <a:lnTo>
                    <a:pt x="13323" y="5870"/>
                  </a:lnTo>
                  <a:lnTo>
                    <a:pt x="13632" y="5754"/>
                  </a:lnTo>
                  <a:lnTo>
                    <a:pt x="13902" y="5600"/>
                  </a:lnTo>
                  <a:lnTo>
                    <a:pt x="14173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9" y="4712"/>
                  </a:lnTo>
                  <a:lnTo>
                    <a:pt x="14984" y="4441"/>
                  </a:lnTo>
                  <a:lnTo>
                    <a:pt x="14752" y="5252"/>
                  </a:lnTo>
                  <a:lnTo>
                    <a:pt x="14443" y="5986"/>
                  </a:lnTo>
                  <a:lnTo>
                    <a:pt x="14057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0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7" y="10272"/>
                  </a:lnTo>
                  <a:lnTo>
                    <a:pt x="9616" y="10465"/>
                  </a:lnTo>
                  <a:lnTo>
                    <a:pt x="9075" y="10658"/>
                  </a:lnTo>
                  <a:lnTo>
                    <a:pt x="8496" y="10774"/>
                  </a:lnTo>
                  <a:lnTo>
                    <a:pt x="7956" y="10890"/>
                  </a:lnTo>
                  <a:lnTo>
                    <a:pt x="7376" y="10929"/>
                  </a:lnTo>
                  <a:lnTo>
                    <a:pt x="6836" y="10929"/>
                  </a:lnTo>
                  <a:lnTo>
                    <a:pt x="6257" y="10890"/>
                  </a:lnTo>
                  <a:lnTo>
                    <a:pt x="5716" y="10774"/>
                  </a:lnTo>
                  <a:lnTo>
                    <a:pt x="5175" y="10620"/>
                  </a:lnTo>
                  <a:lnTo>
                    <a:pt x="4635" y="10465"/>
                  </a:lnTo>
                  <a:lnTo>
                    <a:pt x="4133" y="10195"/>
                  </a:lnTo>
                  <a:lnTo>
                    <a:pt x="3631" y="9925"/>
                  </a:lnTo>
                  <a:lnTo>
                    <a:pt x="3129" y="9577"/>
                  </a:lnTo>
                  <a:lnTo>
                    <a:pt x="2665" y="9191"/>
                  </a:lnTo>
                  <a:lnTo>
                    <a:pt x="2202" y="8766"/>
                  </a:lnTo>
                  <a:lnTo>
                    <a:pt x="1777" y="8303"/>
                  </a:lnTo>
                  <a:lnTo>
                    <a:pt x="1430" y="7801"/>
                  </a:lnTo>
                  <a:lnTo>
                    <a:pt x="1082" y="7260"/>
                  </a:lnTo>
                  <a:lnTo>
                    <a:pt x="812" y="6720"/>
                  </a:lnTo>
                  <a:lnTo>
                    <a:pt x="619" y="6140"/>
                  </a:lnTo>
                  <a:lnTo>
                    <a:pt x="464" y="5523"/>
                  </a:lnTo>
                  <a:lnTo>
                    <a:pt x="426" y="4905"/>
                  </a:lnTo>
                  <a:lnTo>
                    <a:pt x="464" y="4287"/>
                  </a:lnTo>
                  <a:lnTo>
                    <a:pt x="619" y="3708"/>
                  </a:lnTo>
                  <a:lnTo>
                    <a:pt x="812" y="3128"/>
                  </a:lnTo>
                  <a:lnTo>
                    <a:pt x="1121" y="2588"/>
                  </a:lnTo>
                  <a:lnTo>
                    <a:pt x="1468" y="2086"/>
                  </a:lnTo>
                  <a:lnTo>
                    <a:pt x="1893" y="1661"/>
                  </a:lnTo>
                  <a:lnTo>
                    <a:pt x="2356" y="1275"/>
                  </a:lnTo>
                  <a:lnTo>
                    <a:pt x="2897" y="1005"/>
                  </a:lnTo>
                  <a:lnTo>
                    <a:pt x="3476" y="773"/>
                  </a:lnTo>
                  <a:lnTo>
                    <a:pt x="4056" y="618"/>
                  </a:lnTo>
                  <a:lnTo>
                    <a:pt x="4635" y="541"/>
                  </a:lnTo>
                  <a:close/>
                  <a:moveTo>
                    <a:pt x="16876" y="1"/>
                  </a:moveTo>
                  <a:lnTo>
                    <a:pt x="16683" y="39"/>
                  </a:lnTo>
                  <a:lnTo>
                    <a:pt x="16451" y="155"/>
                  </a:lnTo>
                  <a:lnTo>
                    <a:pt x="16258" y="271"/>
                  </a:lnTo>
                  <a:lnTo>
                    <a:pt x="16103" y="425"/>
                  </a:lnTo>
                  <a:lnTo>
                    <a:pt x="15949" y="580"/>
                  </a:lnTo>
                  <a:lnTo>
                    <a:pt x="15833" y="773"/>
                  </a:lnTo>
                  <a:lnTo>
                    <a:pt x="15717" y="1005"/>
                  </a:lnTo>
                  <a:lnTo>
                    <a:pt x="15601" y="1236"/>
                  </a:lnTo>
                  <a:lnTo>
                    <a:pt x="15486" y="1738"/>
                  </a:lnTo>
                  <a:lnTo>
                    <a:pt x="15447" y="2279"/>
                  </a:lnTo>
                  <a:lnTo>
                    <a:pt x="15486" y="2819"/>
                  </a:lnTo>
                  <a:lnTo>
                    <a:pt x="15370" y="2819"/>
                  </a:lnTo>
                  <a:lnTo>
                    <a:pt x="15331" y="2858"/>
                  </a:lnTo>
                  <a:lnTo>
                    <a:pt x="14906" y="2742"/>
                  </a:lnTo>
                  <a:lnTo>
                    <a:pt x="14443" y="2665"/>
                  </a:lnTo>
                  <a:lnTo>
                    <a:pt x="13980" y="2665"/>
                  </a:lnTo>
                  <a:lnTo>
                    <a:pt x="13516" y="2742"/>
                  </a:lnTo>
                  <a:lnTo>
                    <a:pt x="13169" y="2858"/>
                  </a:lnTo>
                  <a:lnTo>
                    <a:pt x="12976" y="2974"/>
                  </a:lnTo>
                  <a:lnTo>
                    <a:pt x="12783" y="3090"/>
                  </a:lnTo>
                  <a:lnTo>
                    <a:pt x="12628" y="3206"/>
                  </a:lnTo>
                  <a:lnTo>
                    <a:pt x="12512" y="3360"/>
                  </a:lnTo>
                  <a:lnTo>
                    <a:pt x="12396" y="3553"/>
                  </a:lnTo>
                  <a:lnTo>
                    <a:pt x="12396" y="3746"/>
                  </a:lnTo>
                  <a:lnTo>
                    <a:pt x="12396" y="3939"/>
                  </a:lnTo>
                  <a:lnTo>
                    <a:pt x="12474" y="4094"/>
                  </a:lnTo>
                  <a:lnTo>
                    <a:pt x="12628" y="4210"/>
                  </a:lnTo>
                  <a:lnTo>
                    <a:pt x="12783" y="4287"/>
                  </a:lnTo>
                  <a:lnTo>
                    <a:pt x="12976" y="4364"/>
                  </a:lnTo>
                  <a:lnTo>
                    <a:pt x="13169" y="4403"/>
                  </a:lnTo>
                  <a:lnTo>
                    <a:pt x="13516" y="4364"/>
                  </a:lnTo>
                  <a:lnTo>
                    <a:pt x="13864" y="4325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9" y="3823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4" y="4866"/>
                  </a:lnTo>
                  <a:lnTo>
                    <a:pt x="13941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30" y="5445"/>
                  </a:lnTo>
                  <a:lnTo>
                    <a:pt x="12744" y="5523"/>
                  </a:lnTo>
                  <a:lnTo>
                    <a:pt x="12396" y="5523"/>
                  </a:lnTo>
                  <a:lnTo>
                    <a:pt x="12049" y="5445"/>
                  </a:lnTo>
                  <a:lnTo>
                    <a:pt x="11740" y="5329"/>
                  </a:lnTo>
                  <a:lnTo>
                    <a:pt x="11431" y="5136"/>
                  </a:lnTo>
                  <a:lnTo>
                    <a:pt x="11122" y="4905"/>
                  </a:lnTo>
                  <a:lnTo>
                    <a:pt x="10852" y="4634"/>
                  </a:lnTo>
                  <a:lnTo>
                    <a:pt x="10543" y="4210"/>
                  </a:lnTo>
                  <a:lnTo>
                    <a:pt x="10195" y="3785"/>
                  </a:lnTo>
                  <a:lnTo>
                    <a:pt x="9616" y="2935"/>
                  </a:lnTo>
                  <a:lnTo>
                    <a:pt x="9307" y="2511"/>
                  </a:lnTo>
                  <a:lnTo>
                    <a:pt x="8960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7" y="966"/>
                  </a:lnTo>
                  <a:lnTo>
                    <a:pt x="7106" y="657"/>
                  </a:lnTo>
                  <a:lnTo>
                    <a:pt x="6527" y="425"/>
                  </a:lnTo>
                  <a:lnTo>
                    <a:pt x="5948" y="271"/>
                  </a:lnTo>
                  <a:lnTo>
                    <a:pt x="5330" y="155"/>
                  </a:lnTo>
                  <a:lnTo>
                    <a:pt x="4751" y="116"/>
                  </a:lnTo>
                  <a:lnTo>
                    <a:pt x="4133" y="155"/>
                  </a:lnTo>
                  <a:lnTo>
                    <a:pt x="3554" y="271"/>
                  </a:lnTo>
                  <a:lnTo>
                    <a:pt x="3283" y="348"/>
                  </a:lnTo>
                  <a:lnTo>
                    <a:pt x="2936" y="464"/>
                  </a:lnTo>
                  <a:lnTo>
                    <a:pt x="2588" y="618"/>
                  </a:lnTo>
                  <a:lnTo>
                    <a:pt x="2279" y="812"/>
                  </a:lnTo>
                  <a:lnTo>
                    <a:pt x="1932" y="1005"/>
                  </a:lnTo>
                  <a:lnTo>
                    <a:pt x="1661" y="1275"/>
                  </a:lnTo>
                  <a:lnTo>
                    <a:pt x="1353" y="1545"/>
                  </a:lnTo>
                  <a:lnTo>
                    <a:pt x="1082" y="1854"/>
                  </a:lnTo>
                  <a:lnTo>
                    <a:pt x="851" y="2163"/>
                  </a:lnTo>
                  <a:lnTo>
                    <a:pt x="542" y="2665"/>
                  </a:lnTo>
                  <a:lnTo>
                    <a:pt x="310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1" y="4712"/>
                  </a:lnTo>
                  <a:lnTo>
                    <a:pt x="40" y="5214"/>
                  </a:lnTo>
                  <a:lnTo>
                    <a:pt x="78" y="5716"/>
                  </a:lnTo>
                  <a:lnTo>
                    <a:pt x="194" y="6218"/>
                  </a:lnTo>
                  <a:lnTo>
                    <a:pt x="387" y="6720"/>
                  </a:lnTo>
                  <a:lnTo>
                    <a:pt x="580" y="7222"/>
                  </a:lnTo>
                  <a:lnTo>
                    <a:pt x="812" y="7685"/>
                  </a:lnTo>
                  <a:lnTo>
                    <a:pt x="1082" y="8110"/>
                  </a:lnTo>
                  <a:lnTo>
                    <a:pt x="1430" y="8573"/>
                  </a:lnTo>
                  <a:lnTo>
                    <a:pt x="1777" y="8959"/>
                  </a:lnTo>
                  <a:lnTo>
                    <a:pt x="2125" y="9384"/>
                  </a:lnTo>
                  <a:lnTo>
                    <a:pt x="2550" y="9732"/>
                  </a:lnTo>
                  <a:lnTo>
                    <a:pt x="3090" y="10156"/>
                  </a:lnTo>
                  <a:lnTo>
                    <a:pt x="3631" y="10504"/>
                  </a:lnTo>
                  <a:lnTo>
                    <a:pt x="4210" y="10774"/>
                  </a:lnTo>
                  <a:lnTo>
                    <a:pt x="4789" y="11044"/>
                  </a:lnTo>
                  <a:lnTo>
                    <a:pt x="5407" y="11199"/>
                  </a:lnTo>
                  <a:lnTo>
                    <a:pt x="6025" y="11353"/>
                  </a:lnTo>
                  <a:lnTo>
                    <a:pt x="6643" y="11392"/>
                  </a:lnTo>
                  <a:lnTo>
                    <a:pt x="7261" y="11431"/>
                  </a:lnTo>
                  <a:lnTo>
                    <a:pt x="7338" y="11585"/>
                  </a:lnTo>
                  <a:lnTo>
                    <a:pt x="7647" y="11392"/>
                  </a:lnTo>
                  <a:lnTo>
                    <a:pt x="8458" y="11315"/>
                  </a:lnTo>
                  <a:lnTo>
                    <a:pt x="9269" y="11122"/>
                  </a:lnTo>
                  <a:lnTo>
                    <a:pt x="10079" y="10813"/>
                  </a:lnTo>
                  <a:lnTo>
                    <a:pt x="10852" y="10465"/>
                  </a:lnTo>
                  <a:lnTo>
                    <a:pt x="11547" y="10040"/>
                  </a:lnTo>
                  <a:lnTo>
                    <a:pt x="12165" y="9577"/>
                  </a:lnTo>
                  <a:lnTo>
                    <a:pt x="12435" y="9384"/>
                  </a:lnTo>
                  <a:lnTo>
                    <a:pt x="13053" y="8805"/>
                  </a:lnTo>
                  <a:lnTo>
                    <a:pt x="13632" y="8187"/>
                  </a:lnTo>
                  <a:lnTo>
                    <a:pt x="14134" y="7492"/>
                  </a:lnTo>
                  <a:lnTo>
                    <a:pt x="14597" y="6797"/>
                  </a:lnTo>
                  <a:lnTo>
                    <a:pt x="14945" y="6025"/>
                  </a:lnTo>
                  <a:lnTo>
                    <a:pt x="15099" y="5638"/>
                  </a:lnTo>
                  <a:lnTo>
                    <a:pt x="15254" y="5214"/>
                  </a:lnTo>
                  <a:lnTo>
                    <a:pt x="15331" y="4827"/>
                  </a:lnTo>
                  <a:lnTo>
                    <a:pt x="15408" y="4403"/>
                  </a:lnTo>
                  <a:lnTo>
                    <a:pt x="15486" y="4017"/>
                  </a:lnTo>
                  <a:lnTo>
                    <a:pt x="15486" y="3592"/>
                  </a:lnTo>
                  <a:lnTo>
                    <a:pt x="15679" y="4055"/>
                  </a:lnTo>
                  <a:lnTo>
                    <a:pt x="15949" y="4480"/>
                  </a:lnTo>
                  <a:lnTo>
                    <a:pt x="16258" y="4866"/>
                  </a:lnTo>
                  <a:lnTo>
                    <a:pt x="16605" y="5214"/>
                  </a:lnTo>
                  <a:lnTo>
                    <a:pt x="16760" y="5368"/>
                  </a:lnTo>
                  <a:lnTo>
                    <a:pt x="16992" y="5484"/>
                  </a:lnTo>
                  <a:lnTo>
                    <a:pt x="17185" y="5561"/>
                  </a:lnTo>
                  <a:lnTo>
                    <a:pt x="17416" y="5638"/>
                  </a:lnTo>
                  <a:lnTo>
                    <a:pt x="17609" y="5677"/>
                  </a:lnTo>
                  <a:lnTo>
                    <a:pt x="17841" y="5638"/>
                  </a:lnTo>
                  <a:lnTo>
                    <a:pt x="18034" y="5523"/>
                  </a:lnTo>
                  <a:lnTo>
                    <a:pt x="18189" y="5329"/>
                  </a:lnTo>
                  <a:lnTo>
                    <a:pt x="18304" y="5136"/>
                  </a:lnTo>
                  <a:lnTo>
                    <a:pt x="18343" y="4943"/>
                  </a:lnTo>
                  <a:lnTo>
                    <a:pt x="18304" y="4712"/>
                  </a:lnTo>
                  <a:lnTo>
                    <a:pt x="18266" y="4519"/>
                  </a:lnTo>
                  <a:lnTo>
                    <a:pt x="18189" y="4287"/>
                  </a:lnTo>
                  <a:lnTo>
                    <a:pt x="18073" y="4132"/>
                  </a:lnTo>
                  <a:lnTo>
                    <a:pt x="17957" y="3939"/>
                  </a:lnTo>
                  <a:lnTo>
                    <a:pt x="17802" y="3785"/>
                  </a:lnTo>
                  <a:lnTo>
                    <a:pt x="17648" y="3630"/>
                  </a:lnTo>
                  <a:lnTo>
                    <a:pt x="17416" y="3476"/>
                  </a:lnTo>
                  <a:lnTo>
                    <a:pt x="16953" y="3244"/>
                  </a:lnTo>
                  <a:lnTo>
                    <a:pt x="16490" y="3051"/>
                  </a:lnTo>
                  <a:lnTo>
                    <a:pt x="15988" y="2935"/>
                  </a:lnTo>
                  <a:lnTo>
                    <a:pt x="16412" y="2781"/>
                  </a:lnTo>
                  <a:lnTo>
                    <a:pt x="16837" y="2511"/>
                  </a:lnTo>
                  <a:lnTo>
                    <a:pt x="17185" y="2202"/>
                  </a:lnTo>
                  <a:lnTo>
                    <a:pt x="17494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4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1" y="194"/>
                  </a:lnTo>
                  <a:lnTo>
                    <a:pt x="17455" y="116"/>
                  </a:lnTo>
                  <a:lnTo>
                    <a:pt x="17339" y="39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8"/>
            <p:cNvSpPr/>
            <p:nvPr/>
          </p:nvSpPr>
          <p:spPr>
            <a:xfrm>
              <a:off x="2141825" y="3698800"/>
              <a:ext cx="126500" cy="70500"/>
            </a:xfrm>
            <a:custGeom>
              <a:avLst/>
              <a:gdLst/>
              <a:ahLst/>
              <a:cxnLst/>
              <a:rect l="l" t="t" r="r" b="b"/>
              <a:pathLst>
                <a:path w="5060" h="2820" extrusionOk="0">
                  <a:moveTo>
                    <a:pt x="4905" y="0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3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0"/>
                  </a:lnTo>
                  <a:lnTo>
                    <a:pt x="1" y="2587"/>
                  </a:lnTo>
                  <a:lnTo>
                    <a:pt x="39" y="2703"/>
                  </a:lnTo>
                  <a:lnTo>
                    <a:pt x="116" y="2781"/>
                  </a:lnTo>
                  <a:lnTo>
                    <a:pt x="387" y="2819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1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8"/>
            <p:cNvSpPr/>
            <p:nvPr/>
          </p:nvSpPr>
          <p:spPr>
            <a:xfrm>
              <a:off x="436975" y="3704575"/>
              <a:ext cx="144825" cy="162225"/>
            </a:xfrm>
            <a:custGeom>
              <a:avLst/>
              <a:gdLst/>
              <a:ahLst/>
              <a:cxnLst/>
              <a:rect l="l" t="t" r="r" b="b"/>
              <a:pathLst>
                <a:path w="5793" h="6489" extrusionOk="0">
                  <a:moveTo>
                    <a:pt x="2240" y="426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6" y="735"/>
                  </a:lnTo>
                  <a:lnTo>
                    <a:pt x="4171" y="1005"/>
                  </a:lnTo>
                  <a:lnTo>
                    <a:pt x="4557" y="1314"/>
                  </a:lnTo>
                  <a:lnTo>
                    <a:pt x="4750" y="1507"/>
                  </a:lnTo>
                  <a:lnTo>
                    <a:pt x="4905" y="1739"/>
                  </a:lnTo>
                  <a:lnTo>
                    <a:pt x="5021" y="1932"/>
                  </a:lnTo>
                  <a:lnTo>
                    <a:pt x="5136" y="2163"/>
                  </a:lnTo>
                  <a:lnTo>
                    <a:pt x="5214" y="2434"/>
                  </a:lnTo>
                  <a:lnTo>
                    <a:pt x="5291" y="2704"/>
                  </a:lnTo>
                  <a:lnTo>
                    <a:pt x="5330" y="3167"/>
                  </a:lnTo>
                  <a:lnTo>
                    <a:pt x="5330" y="3631"/>
                  </a:lnTo>
                  <a:lnTo>
                    <a:pt x="5214" y="4133"/>
                  </a:lnTo>
                  <a:lnTo>
                    <a:pt x="5021" y="4558"/>
                  </a:lnTo>
                  <a:lnTo>
                    <a:pt x="4789" y="4982"/>
                  </a:lnTo>
                  <a:lnTo>
                    <a:pt x="4480" y="5330"/>
                  </a:lnTo>
                  <a:lnTo>
                    <a:pt x="4287" y="5484"/>
                  </a:lnTo>
                  <a:lnTo>
                    <a:pt x="4094" y="5639"/>
                  </a:lnTo>
                  <a:lnTo>
                    <a:pt x="3901" y="5755"/>
                  </a:lnTo>
                  <a:lnTo>
                    <a:pt x="3669" y="5832"/>
                  </a:lnTo>
                  <a:lnTo>
                    <a:pt x="3360" y="5948"/>
                  </a:lnTo>
                  <a:lnTo>
                    <a:pt x="3090" y="5986"/>
                  </a:lnTo>
                  <a:lnTo>
                    <a:pt x="2820" y="6025"/>
                  </a:lnTo>
                  <a:lnTo>
                    <a:pt x="2549" y="5986"/>
                  </a:lnTo>
                  <a:lnTo>
                    <a:pt x="2279" y="5948"/>
                  </a:lnTo>
                  <a:lnTo>
                    <a:pt x="2047" y="5870"/>
                  </a:lnTo>
                  <a:lnTo>
                    <a:pt x="1854" y="5755"/>
                  </a:lnTo>
                  <a:lnTo>
                    <a:pt x="1622" y="5639"/>
                  </a:lnTo>
                  <a:lnTo>
                    <a:pt x="1429" y="5484"/>
                  </a:lnTo>
                  <a:lnTo>
                    <a:pt x="1275" y="5291"/>
                  </a:lnTo>
                  <a:lnTo>
                    <a:pt x="1082" y="5098"/>
                  </a:lnTo>
                  <a:lnTo>
                    <a:pt x="966" y="4905"/>
                  </a:lnTo>
                  <a:lnTo>
                    <a:pt x="696" y="4442"/>
                  </a:lnTo>
                  <a:lnTo>
                    <a:pt x="541" y="3901"/>
                  </a:lnTo>
                  <a:lnTo>
                    <a:pt x="425" y="3399"/>
                  </a:lnTo>
                  <a:lnTo>
                    <a:pt x="425" y="2858"/>
                  </a:lnTo>
                  <a:lnTo>
                    <a:pt x="503" y="2318"/>
                  </a:lnTo>
                  <a:lnTo>
                    <a:pt x="541" y="2048"/>
                  </a:lnTo>
                  <a:lnTo>
                    <a:pt x="657" y="1816"/>
                  </a:lnTo>
                  <a:lnTo>
                    <a:pt x="734" y="1584"/>
                  </a:lnTo>
                  <a:lnTo>
                    <a:pt x="889" y="1352"/>
                  </a:lnTo>
                  <a:lnTo>
                    <a:pt x="1043" y="1159"/>
                  </a:lnTo>
                  <a:lnTo>
                    <a:pt x="1236" y="1005"/>
                  </a:lnTo>
                  <a:lnTo>
                    <a:pt x="1429" y="812"/>
                  </a:lnTo>
                  <a:lnTo>
                    <a:pt x="1661" y="696"/>
                  </a:lnTo>
                  <a:lnTo>
                    <a:pt x="1893" y="580"/>
                  </a:lnTo>
                  <a:lnTo>
                    <a:pt x="2202" y="503"/>
                  </a:lnTo>
                  <a:lnTo>
                    <a:pt x="2240" y="464"/>
                  </a:lnTo>
                  <a:lnTo>
                    <a:pt x="2240" y="426"/>
                  </a:lnTo>
                  <a:close/>
                  <a:moveTo>
                    <a:pt x="2279" y="1"/>
                  </a:moveTo>
                  <a:lnTo>
                    <a:pt x="1970" y="40"/>
                  </a:lnTo>
                  <a:lnTo>
                    <a:pt x="1893" y="78"/>
                  </a:lnTo>
                  <a:lnTo>
                    <a:pt x="1816" y="117"/>
                  </a:lnTo>
                  <a:lnTo>
                    <a:pt x="1816" y="194"/>
                  </a:lnTo>
                  <a:lnTo>
                    <a:pt x="1816" y="271"/>
                  </a:lnTo>
                  <a:lnTo>
                    <a:pt x="1507" y="349"/>
                  </a:lnTo>
                  <a:lnTo>
                    <a:pt x="1275" y="464"/>
                  </a:lnTo>
                  <a:lnTo>
                    <a:pt x="1043" y="619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8"/>
                  </a:lnTo>
                  <a:lnTo>
                    <a:pt x="348" y="1430"/>
                  </a:lnTo>
                  <a:lnTo>
                    <a:pt x="232" y="1661"/>
                  </a:lnTo>
                  <a:lnTo>
                    <a:pt x="117" y="1932"/>
                  </a:lnTo>
                  <a:lnTo>
                    <a:pt x="78" y="2202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1"/>
                  </a:lnTo>
                  <a:lnTo>
                    <a:pt x="271" y="4519"/>
                  </a:lnTo>
                  <a:lnTo>
                    <a:pt x="387" y="4828"/>
                  </a:lnTo>
                  <a:lnTo>
                    <a:pt x="541" y="5098"/>
                  </a:lnTo>
                  <a:lnTo>
                    <a:pt x="696" y="5330"/>
                  </a:lnTo>
                  <a:lnTo>
                    <a:pt x="850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1"/>
                  </a:lnTo>
                  <a:lnTo>
                    <a:pt x="1738" y="6257"/>
                  </a:lnTo>
                  <a:lnTo>
                    <a:pt x="2009" y="6372"/>
                  </a:lnTo>
                  <a:lnTo>
                    <a:pt x="2279" y="6450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50"/>
                  </a:lnTo>
                  <a:lnTo>
                    <a:pt x="3553" y="6372"/>
                  </a:lnTo>
                  <a:lnTo>
                    <a:pt x="3862" y="6257"/>
                  </a:lnTo>
                  <a:lnTo>
                    <a:pt x="4132" y="6141"/>
                  </a:lnTo>
                  <a:lnTo>
                    <a:pt x="4403" y="5986"/>
                  </a:lnTo>
                  <a:lnTo>
                    <a:pt x="4634" y="5793"/>
                  </a:lnTo>
                  <a:lnTo>
                    <a:pt x="4866" y="5600"/>
                  </a:lnTo>
                  <a:lnTo>
                    <a:pt x="5059" y="5368"/>
                  </a:lnTo>
                  <a:lnTo>
                    <a:pt x="5214" y="5137"/>
                  </a:lnTo>
                  <a:lnTo>
                    <a:pt x="5368" y="4866"/>
                  </a:lnTo>
                  <a:lnTo>
                    <a:pt x="5523" y="4635"/>
                  </a:lnTo>
                  <a:lnTo>
                    <a:pt x="5638" y="4326"/>
                  </a:lnTo>
                  <a:lnTo>
                    <a:pt x="5716" y="4056"/>
                  </a:lnTo>
                  <a:lnTo>
                    <a:pt x="5754" y="3747"/>
                  </a:lnTo>
                  <a:lnTo>
                    <a:pt x="5793" y="3438"/>
                  </a:lnTo>
                  <a:lnTo>
                    <a:pt x="5793" y="3129"/>
                  </a:lnTo>
                  <a:lnTo>
                    <a:pt x="5793" y="2858"/>
                  </a:lnTo>
                  <a:lnTo>
                    <a:pt x="5716" y="2550"/>
                  </a:lnTo>
                  <a:lnTo>
                    <a:pt x="5638" y="2241"/>
                  </a:lnTo>
                  <a:lnTo>
                    <a:pt x="5523" y="1932"/>
                  </a:lnTo>
                  <a:lnTo>
                    <a:pt x="5368" y="1661"/>
                  </a:lnTo>
                  <a:lnTo>
                    <a:pt x="5214" y="1391"/>
                  </a:lnTo>
                  <a:lnTo>
                    <a:pt x="5021" y="1159"/>
                  </a:lnTo>
                  <a:lnTo>
                    <a:pt x="4828" y="928"/>
                  </a:lnTo>
                  <a:lnTo>
                    <a:pt x="4596" y="735"/>
                  </a:lnTo>
                  <a:lnTo>
                    <a:pt x="4326" y="542"/>
                  </a:lnTo>
                  <a:lnTo>
                    <a:pt x="4094" y="387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8"/>
            <p:cNvSpPr/>
            <p:nvPr/>
          </p:nvSpPr>
          <p:spPr>
            <a:xfrm>
              <a:off x="6171275" y="3733550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3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8"/>
            <p:cNvSpPr/>
            <p:nvPr/>
          </p:nvSpPr>
          <p:spPr>
            <a:xfrm>
              <a:off x="6036125" y="3735475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8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5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3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6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8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6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9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5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9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6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8"/>
            <p:cNvSpPr/>
            <p:nvPr/>
          </p:nvSpPr>
          <p:spPr>
            <a:xfrm>
              <a:off x="2084875" y="3742225"/>
              <a:ext cx="66625" cy="99475"/>
            </a:xfrm>
            <a:custGeom>
              <a:avLst/>
              <a:gdLst/>
              <a:ahLst/>
              <a:cxnLst/>
              <a:rect l="l" t="t" r="r" b="b"/>
              <a:pathLst>
                <a:path w="2665" h="3979" extrusionOk="0">
                  <a:moveTo>
                    <a:pt x="850" y="1"/>
                  </a:moveTo>
                  <a:lnTo>
                    <a:pt x="502" y="155"/>
                  </a:lnTo>
                  <a:lnTo>
                    <a:pt x="618" y="233"/>
                  </a:lnTo>
                  <a:lnTo>
                    <a:pt x="464" y="619"/>
                  </a:lnTo>
                  <a:lnTo>
                    <a:pt x="271" y="1082"/>
                  </a:lnTo>
                  <a:lnTo>
                    <a:pt x="116" y="1623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74"/>
                  </a:lnTo>
                  <a:lnTo>
                    <a:pt x="77" y="3206"/>
                  </a:lnTo>
                  <a:lnTo>
                    <a:pt x="155" y="3399"/>
                  </a:lnTo>
                  <a:lnTo>
                    <a:pt x="309" y="3592"/>
                  </a:lnTo>
                  <a:lnTo>
                    <a:pt x="464" y="3747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78"/>
                  </a:lnTo>
                  <a:lnTo>
                    <a:pt x="1313" y="3940"/>
                  </a:lnTo>
                  <a:lnTo>
                    <a:pt x="1506" y="3824"/>
                  </a:lnTo>
                  <a:lnTo>
                    <a:pt x="1661" y="3708"/>
                  </a:lnTo>
                  <a:lnTo>
                    <a:pt x="1815" y="3515"/>
                  </a:lnTo>
                  <a:lnTo>
                    <a:pt x="1970" y="3322"/>
                  </a:lnTo>
                  <a:lnTo>
                    <a:pt x="2085" y="3090"/>
                  </a:lnTo>
                  <a:lnTo>
                    <a:pt x="2317" y="2550"/>
                  </a:lnTo>
                  <a:lnTo>
                    <a:pt x="2510" y="2009"/>
                  </a:lnTo>
                  <a:lnTo>
                    <a:pt x="2626" y="1507"/>
                  </a:lnTo>
                  <a:lnTo>
                    <a:pt x="2665" y="1082"/>
                  </a:lnTo>
                  <a:lnTo>
                    <a:pt x="2394" y="1044"/>
                  </a:lnTo>
                  <a:lnTo>
                    <a:pt x="2008" y="2048"/>
                  </a:lnTo>
                  <a:lnTo>
                    <a:pt x="1738" y="2704"/>
                  </a:lnTo>
                  <a:lnTo>
                    <a:pt x="1545" y="3052"/>
                  </a:lnTo>
                  <a:lnTo>
                    <a:pt x="1468" y="3206"/>
                  </a:lnTo>
                  <a:lnTo>
                    <a:pt x="1313" y="3322"/>
                  </a:lnTo>
                  <a:lnTo>
                    <a:pt x="1159" y="3322"/>
                  </a:lnTo>
                  <a:lnTo>
                    <a:pt x="966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936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79" y="2086"/>
                  </a:lnTo>
                  <a:lnTo>
                    <a:pt x="618" y="1623"/>
                  </a:lnTo>
                  <a:lnTo>
                    <a:pt x="734" y="1198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8"/>
            <p:cNvSpPr/>
            <p:nvPr/>
          </p:nvSpPr>
          <p:spPr>
            <a:xfrm>
              <a:off x="3315725" y="3754775"/>
              <a:ext cx="374575" cy="387150"/>
            </a:xfrm>
            <a:custGeom>
              <a:avLst/>
              <a:gdLst/>
              <a:ahLst/>
              <a:cxnLst/>
              <a:rect l="l" t="t" r="r" b="b"/>
              <a:pathLst>
                <a:path w="14983" h="15486" extrusionOk="0">
                  <a:moveTo>
                    <a:pt x="7453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44"/>
                  </a:lnTo>
                  <a:lnTo>
                    <a:pt x="10697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40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80" y="9230"/>
                  </a:lnTo>
                  <a:lnTo>
                    <a:pt x="4171" y="10041"/>
                  </a:lnTo>
                  <a:lnTo>
                    <a:pt x="3978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53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9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53" y="503"/>
                  </a:lnTo>
                  <a:close/>
                  <a:moveTo>
                    <a:pt x="11932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13" y="3206"/>
                  </a:lnTo>
                  <a:lnTo>
                    <a:pt x="13322" y="3669"/>
                  </a:lnTo>
                  <a:lnTo>
                    <a:pt x="13593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2"/>
                  </a:lnTo>
                  <a:lnTo>
                    <a:pt x="11392" y="7145"/>
                  </a:lnTo>
                  <a:lnTo>
                    <a:pt x="10658" y="7415"/>
                  </a:lnTo>
                  <a:lnTo>
                    <a:pt x="9924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8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8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2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1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7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30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42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19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1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286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39"/>
                  </a:lnTo>
                  <a:lnTo>
                    <a:pt x="3051" y="13477"/>
                  </a:lnTo>
                  <a:lnTo>
                    <a:pt x="2974" y="13516"/>
                  </a:lnTo>
                  <a:lnTo>
                    <a:pt x="3051" y="13362"/>
                  </a:lnTo>
                  <a:lnTo>
                    <a:pt x="3167" y="13207"/>
                  </a:lnTo>
                  <a:lnTo>
                    <a:pt x="3321" y="13130"/>
                  </a:lnTo>
                  <a:lnTo>
                    <a:pt x="3476" y="13014"/>
                  </a:lnTo>
                  <a:lnTo>
                    <a:pt x="3669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1" y="13362"/>
                  </a:lnTo>
                  <a:lnTo>
                    <a:pt x="11894" y="13477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11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7" y="12860"/>
                  </a:lnTo>
                  <a:close/>
                  <a:moveTo>
                    <a:pt x="7569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46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6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4" y="14520"/>
                  </a:lnTo>
                  <a:lnTo>
                    <a:pt x="4093" y="14597"/>
                  </a:lnTo>
                  <a:lnTo>
                    <a:pt x="4518" y="14829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60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9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2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4" y="233"/>
                  </a:lnTo>
                  <a:lnTo>
                    <a:pt x="8766" y="117"/>
                  </a:lnTo>
                  <a:lnTo>
                    <a:pt x="8187" y="40"/>
                  </a:lnTo>
                  <a:lnTo>
                    <a:pt x="756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8"/>
            <p:cNvSpPr/>
            <p:nvPr/>
          </p:nvSpPr>
          <p:spPr>
            <a:xfrm>
              <a:off x="514200" y="3860000"/>
              <a:ext cx="302200" cy="155450"/>
            </a:xfrm>
            <a:custGeom>
              <a:avLst/>
              <a:gdLst/>
              <a:ahLst/>
              <a:cxnLst/>
              <a:rect l="l" t="t" r="r" b="b"/>
              <a:pathLst>
                <a:path w="12088" h="6218" extrusionOk="0">
                  <a:moveTo>
                    <a:pt x="11740" y="1"/>
                  </a:moveTo>
                  <a:lnTo>
                    <a:pt x="11663" y="40"/>
                  </a:lnTo>
                  <a:lnTo>
                    <a:pt x="11585" y="78"/>
                  </a:lnTo>
                  <a:lnTo>
                    <a:pt x="11508" y="117"/>
                  </a:lnTo>
                  <a:lnTo>
                    <a:pt x="11469" y="233"/>
                  </a:lnTo>
                  <a:lnTo>
                    <a:pt x="11469" y="310"/>
                  </a:lnTo>
                  <a:lnTo>
                    <a:pt x="11508" y="426"/>
                  </a:lnTo>
                  <a:lnTo>
                    <a:pt x="11585" y="580"/>
                  </a:lnTo>
                  <a:lnTo>
                    <a:pt x="11624" y="773"/>
                  </a:lnTo>
                  <a:lnTo>
                    <a:pt x="11585" y="966"/>
                  </a:lnTo>
                  <a:lnTo>
                    <a:pt x="11508" y="1121"/>
                  </a:lnTo>
                  <a:lnTo>
                    <a:pt x="11392" y="1275"/>
                  </a:lnTo>
                  <a:lnTo>
                    <a:pt x="11276" y="1430"/>
                  </a:lnTo>
                  <a:lnTo>
                    <a:pt x="10929" y="1739"/>
                  </a:lnTo>
                  <a:lnTo>
                    <a:pt x="10504" y="2009"/>
                  </a:lnTo>
                  <a:lnTo>
                    <a:pt x="10079" y="2241"/>
                  </a:lnTo>
                  <a:lnTo>
                    <a:pt x="9423" y="2588"/>
                  </a:lnTo>
                  <a:lnTo>
                    <a:pt x="9037" y="2781"/>
                  </a:lnTo>
                  <a:lnTo>
                    <a:pt x="9037" y="2704"/>
                  </a:lnTo>
                  <a:lnTo>
                    <a:pt x="8960" y="2627"/>
                  </a:lnTo>
                  <a:lnTo>
                    <a:pt x="8496" y="2202"/>
                  </a:lnTo>
                  <a:lnTo>
                    <a:pt x="8110" y="1700"/>
                  </a:lnTo>
                  <a:lnTo>
                    <a:pt x="7840" y="1893"/>
                  </a:lnTo>
                  <a:lnTo>
                    <a:pt x="7994" y="2202"/>
                  </a:lnTo>
                  <a:lnTo>
                    <a:pt x="8187" y="2511"/>
                  </a:lnTo>
                  <a:lnTo>
                    <a:pt x="8419" y="2781"/>
                  </a:lnTo>
                  <a:lnTo>
                    <a:pt x="8651" y="2974"/>
                  </a:lnTo>
                  <a:lnTo>
                    <a:pt x="7608" y="3515"/>
                  </a:lnTo>
                  <a:lnTo>
                    <a:pt x="6565" y="3978"/>
                  </a:lnTo>
                  <a:lnTo>
                    <a:pt x="5252" y="4519"/>
                  </a:lnTo>
                  <a:lnTo>
                    <a:pt x="3940" y="4982"/>
                  </a:lnTo>
                  <a:lnTo>
                    <a:pt x="3669" y="5059"/>
                  </a:lnTo>
                  <a:lnTo>
                    <a:pt x="3708" y="4712"/>
                  </a:lnTo>
                  <a:lnTo>
                    <a:pt x="3631" y="4364"/>
                  </a:lnTo>
                  <a:lnTo>
                    <a:pt x="3515" y="4055"/>
                  </a:lnTo>
                  <a:lnTo>
                    <a:pt x="3322" y="3708"/>
                  </a:lnTo>
                  <a:lnTo>
                    <a:pt x="3013" y="3901"/>
                  </a:lnTo>
                  <a:lnTo>
                    <a:pt x="3129" y="4171"/>
                  </a:lnTo>
                  <a:lnTo>
                    <a:pt x="3206" y="4442"/>
                  </a:lnTo>
                  <a:lnTo>
                    <a:pt x="3245" y="4866"/>
                  </a:lnTo>
                  <a:lnTo>
                    <a:pt x="3245" y="5253"/>
                  </a:lnTo>
                  <a:lnTo>
                    <a:pt x="2356" y="5523"/>
                  </a:lnTo>
                  <a:lnTo>
                    <a:pt x="1893" y="5639"/>
                  </a:lnTo>
                  <a:lnTo>
                    <a:pt x="1430" y="5677"/>
                  </a:lnTo>
                  <a:lnTo>
                    <a:pt x="1043" y="5716"/>
                  </a:lnTo>
                  <a:lnTo>
                    <a:pt x="850" y="5716"/>
                  </a:lnTo>
                  <a:lnTo>
                    <a:pt x="696" y="5677"/>
                  </a:lnTo>
                  <a:lnTo>
                    <a:pt x="580" y="5600"/>
                  </a:lnTo>
                  <a:lnTo>
                    <a:pt x="464" y="5523"/>
                  </a:lnTo>
                  <a:lnTo>
                    <a:pt x="387" y="5407"/>
                  </a:lnTo>
                  <a:lnTo>
                    <a:pt x="348" y="5291"/>
                  </a:lnTo>
                  <a:lnTo>
                    <a:pt x="310" y="5214"/>
                  </a:lnTo>
                  <a:lnTo>
                    <a:pt x="271" y="5175"/>
                  </a:lnTo>
                  <a:lnTo>
                    <a:pt x="155" y="5137"/>
                  </a:lnTo>
                  <a:lnTo>
                    <a:pt x="78" y="5175"/>
                  </a:lnTo>
                  <a:lnTo>
                    <a:pt x="39" y="5214"/>
                  </a:lnTo>
                  <a:lnTo>
                    <a:pt x="1" y="5291"/>
                  </a:lnTo>
                  <a:lnTo>
                    <a:pt x="1" y="5446"/>
                  </a:lnTo>
                  <a:lnTo>
                    <a:pt x="39" y="5600"/>
                  </a:lnTo>
                  <a:lnTo>
                    <a:pt x="78" y="5755"/>
                  </a:lnTo>
                  <a:lnTo>
                    <a:pt x="155" y="5870"/>
                  </a:lnTo>
                  <a:lnTo>
                    <a:pt x="233" y="5948"/>
                  </a:lnTo>
                  <a:lnTo>
                    <a:pt x="310" y="6025"/>
                  </a:lnTo>
                  <a:lnTo>
                    <a:pt x="541" y="6141"/>
                  </a:lnTo>
                  <a:lnTo>
                    <a:pt x="812" y="6179"/>
                  </a:lnTo>
                  <a:lnTo>
                    <a:pt x="1121" y="6218"/>
                  </a:lnTo>
                  <a:lnTo>
                    <a:pt x="1430" y="6179"/>
                  </a:lnTo>
                  <a:lnTo>
                    <a:pt x="1700" y="6141"/>
                  </a:lnTo>
                  <a:lnTo>
                    <a:pt x="2897" y="5832"/>
                  </a:lnTo>
                  <a:lnTo>
                    <a:pt x="4094" y="5446"/>
                  </a:lnTo>
                  <a:lnTo>
                    <a:pt x="5291" y="5021"/>
                  </a:lnTo>
                  <a:lnTo>
                    <a:pt x="6450" y="4557"/>
                  </a:lnTo>
                  <a:lnTo>
                    <a:pt x="7531" y="4094"/>
                  </a:lnTo>
                  <a:lnTo>
                    <a:pt x="8573" y="3592"/>
                  </a:lnTo>
                  <a:lnTo>
                    <a:pt x="9616" y="3052"/>
                  </a:lnTo>
                  <a:lnTo>
                    <a:pt x="10620" y="2472"/>
                  </a:lnTo>
                  <a:lnTo>
                    <a:pt x="10929" y="2279"/>
                  </a:lnTo>
                  <a:lnTo>
                    <a:pt x="11276" y="2048"/>
                  </a:lnTo>
                  <a:lnTo>
                    <a:pt x="11547" y="1777"/>
                  </a:lnTo>
                  <a:lnTo>
                    <a:pt x="11817" y="1507"/>
                  </a:lnTo>
                  <a:lnTo>
                    <a:pt x="12010" y="1198"/>
                  </a:lnTo>
                  <a:lnTo>
                    <a:pt x="12049" y="1044"/>
                  </a:lnTo>
                  <a:lnTo>
                    <a:pt x="12087" y="889"/>
                  </a:lnTo>
                  <a:lnTo>
                    <a:pt x="12087" y="696"/>
                  </a:lnTo>
                  <a:lnTo>
                    <a:pt x="12049" y="503"/>
                  </a:lnTo>
                  <a:lnTo>
                    <a:pt x="12010" y="310"/>
                  </a:lnTo>
                  <a:lnTo>
                    <a:pt x="11894" y="117"/>
                  </a:lnTo>
                  <a:lnTo>
                    <a:pt x="11817" y="40"/>
                  </a:lnTo>
                  <a:lnTo>
                    <a:pt x="1174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8"/>
            <p:cNvSpPr/>
            <p:nvPr/>
          </p:nvSpPr>
          <p:spPr>
            <a:xfrm>
              <a:off x="6274575" y="3873525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8"/>
            <p:cNvSpPr/>
            <p:nvPr/>
          </p:nvSpPr>
          <p:spPr>
            <a:xfrm>
              <a:off x="6223425" y="3874500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8"/>
            <p:cNvSpPr/>
            <p:nvPr/>
          </p:nvSpPr>
          <p:spPr>
            <a:xfrm>
              <a:off x="1572250" y="3880275"/>
              <a:ext cx="267450" cy="210475"/>
            </a:xfrm>
            <a:custGeom>
              <a:avLst/>
              <a:gdLst/>
              <a:ahLst/>
              <a:cxnLst/>
              <a:rect l="l" t="t" r="r" b="b"/>
              <a:pathLst>
                <a:path w="10698" h="8419" extrusionOk="0">
                  <a:moveTo>
                    <a:pt x="155" y="1"/>
                  </a:moveTo>
                  <a:lnTo>
                    <a:pt x="1" y="233"/>
                  </a:lnTo>
                  <a:lnTo>
                    <a:pt x="1391" y="1314"/>
                  </a:lnTo>
                  <a:lnTo>
                    <a:pt x="2781" y="2395"/>
                  </a:lnTo>
                  <a:lnTo>
                    <a:pt x="4210" y="3476"/>
                  </a:lnTo>
                  <a:lnTo>
                    <a:pt x="5600" y="4596"/>
                  </a:lnTo>
                  <a:lnTo>
                    <a:pt x="6951" y="5677"/>
                  </a:lnTo>
                  <a:lnTo>
                    <a:pt x="8303" y="6797"/>
                  </a:lnTo>
                  <a:lnTo>
                    <a:pt x="9616" y="7917"/>
                  </a:lnTo>
                  <a:lnTo>
                    <a:pt x="9963" y="8226"/>
                  </a:lnTo>
                  <a:lnTo>
                    <a:pt x="10118" y="8342"/>
                  </a:lnTo>
                  <a:lnTo>
                    <a:pt x="10311" y="8419"/>
                  </a:lnTo>
                  <a:lnTo>
                    <a:pt x="10658" y="8380"/>
                  </a:lnTo>
                  <a:lnTo>
                    <a:pt x="10697" y="8264"/>
                  </a:lnTo>
                  <a:lnTo>
                    <a:pt x="10697" y="8149"/>
                  </a:lnTo>
                  <a:lnTo>
                    <a:pt x="10658" y="8033"/>
                  </a:lnTo>
                  <a:lnTo>
                    <a:pt x="10658" y="7994"/>
                  </a:lnTo>
                  <a:lnTo>
                    <a:pt x="10311" y="7917"/>
                  </a:lnTo>
                  <a:lnTo>
                    <a:pt x="10002" y="6952"/>
                  </a:lnTo>
                  <a:lnTo>
                    <a:pt x="9654" y="5986"/>
                  </a:lnTo>
                  <a:lnTo>
                    <a:pt x="8882" y="4094"/>
                  </a:lnTo>
                  <a:lnTo>
                    <a:pt x="8380" y="2781"/>
                  </a:lnTo>
                  <a:lnTo>
                    <a:pt x="7994" y="2936"/>
                  </a:lnTo>
                  <a:lnTo>
                    <a:pt x="8419" y="3940"/>
                  </a:lnTo>
                  <a:lnTo>
                    <a:pt x="9037" y="5677"/>
                  </a:lnTo>
                  <a:lnTo>
                    <a:pt x="9346" y="6565"/>
                  </a:lnTo>
                  <a:lnTo>
                    <a:pt x="9654" y="7415"/>
                  </a:lnTo>
                  <a:lnTo>
                    <a:pt x="9230" y="7029"/>
                  </a:lnTo>
                  <a:lnTo>
                    <a:pt x="7994" y="5986"/>
                  </a:lnTo>
                  <a:lnTo>
                    <a:pt x="6720" y="4905"/>
                  </a:lnTo>
                  <a:lnTo>
                    <a:pt x="5407" y="3862"/>
                  </a:lnTo>
                  <a:lnTo>
                    <a:pt x="4133" y="2858"/>
                  </a:lnTo>
                  <a:lnTo>
                    <a:pt x="2820" y="1854"/>
                  </a:lnTo>
                  <a:lnTo>
                    <a:pt x="1507" y="928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8"/>
            <p:cNvSpPr/>
            <p:nvPr/>
          </p:nvSpPr>
          <p:spPr>
            <a:xfrm>
              <a:off x="4538850" y="3913100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3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3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6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1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0"/>
                  </a:lnTo>
                  <a:lnTo>
                    <a:pt x="9268" y="8921"/>
                  </a:lnTo>
                  <a:lnTo>
                    <a:pt x="9036" y="9152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2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6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4"/>
                  </a:lnTo>
                  <a:lnTo>
                    <a:pt x="695" y="734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1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3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5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49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2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4"/>
                  </a:lnTo>
                  <a:lnTo>
                    <a:pt x="7762" y="9654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8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5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7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1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39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3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6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8"/>
            <p:cNvSpPr/>
            <p:nvPr/>
          </p:nvSpPr>
          <p:spPr>
            <a:xfrm>
              <a:off x="6161625" y="3921800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5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3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3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8"/>
            <p:cNvSpPr/>
            <p:nvPr/>
          </p:nvSpPr>
          <p:spPr>
            <a:xfrm>
              <a:off x="7032400" y="3923725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6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8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6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8"/>
            <p:cNvSpPr/>
            <p:nvPr/>
          </p:nvSpPr>
          <p:spPr>
            <a:xfrm>
              <a:off x="6167425" y="3927575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1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8"/>
            <p:cNvSpPr/>
            <p:nvPr/>
          </p:nvSpPr>
          <p:spPr>
            <a:xfrm>
              <a:off x="1394625" y="3943025"/>
              <a:ext cx="74350" cy="103325"/>
            </a:xfrm>
            <a:custGeom>
              <a:avLst/>
              <a:gdLst/>
              <a:ahLst/>
              <a:cxnLst/>
              <a:rect l="l" t="t" r="r" b="b"/>
              <a:pathLst>
                <a:path w="2974" h="4133" extrusionOk="0">
                  <a:moveTo>
                    <a:pt x="116" y="1"/>
                  </a:moveTo>
                  <a:lnTo>
                    <a:pt x="1" y="39"/>
                  </a:lnTo>
                  <a:lnTo>
                    <a:pt x="1" y="78"/>
                  </a:lnTo>
                  <a:lnTo>
                    <a:pt x="271" y="928"/>
                  </a:lnTo>
                  <a:lnTo>
                    <a:pt x="580" y="1738"/>
                  </a:lnTo>
                  <a:lnTo>
                    <a:pt x="927" y="2549"/>
                  </a:lnTo>
                  <a:lnTo>
                    <a:pt x="1275" y="3283"/>
                  </a:lnTo>
                  <a:lnTo>
                    <a:pt x="1507" y="3669"/>
                  </a:lnTo>
                  <a:lnTo>
                    <a:pt x="1661" y="3824"/>
                  </a:lnTo>
                  <a:lnTo>
                    <a:pt x="1854" y="3978"/>
                  </a:lnTo>
                  <a:lnTo>
                    <a:pt x="2009" y="4055"/>
                  </a:lnTo>
                  <a:lnTo>
                    <a:pt x="2240" y="4133"/>
                  </a:lnTo>
                  <a:lnTo>
                    <a:pt x="2433" y="4094"/>
                  </a:lnTo>
                  <a:lnTo>
                    <a:pt x="2665" y="4017"/>
                  </a:lnTo>
                  <a:lnTo>
                    <a:pt x="2781" y="3862"/>
                  </a:lnTo>
                  <a:lnTo>
                    <a:pt x="2897" y="3708"/>
                  </a:lnTo>
                  <a:lnTo>
                    <a:pt x="2935" y="3515"/>
                  </a:lnTo>
                  <a:lnTo>
                    <a:pt x="2974" y="3360"/>
                  </a:lnTo>
                  <a:lnTo>
                    <a:pt x="2935" y="3129"/>
                  </a:lnTo>
                  <a:lnTo>
                    <a:pt x="2897" y="2936"/>
                  </a:lnTo>
                  <a:lnTo>
                    <a:pt x="2819" y="2588"/>
                  </a:lnTo>
                  <a:lnTo>
                    <a:pt x="2588" y="2627"/>
                  </a:lnTo>
                  <a:lnTo>
                    <a:pt x="2665" y="2974"/>
                  </a:lnTo>
                  <a:lnTo>
                    <a:pt x="2704" y="3129"/>
                  </a:lnTo>
                  <a:lnTo>
                    <a:pt x="2665" y="3283"/>
                  </a:lnTo>
                  <a:lnTo>
                    <a:pt x="2433" y="3399"/>
                  </a:lnTo>
                  <a:lnTo>
                    <a:pt x="2202" y="3476"/>
                  </a:lnTo>
                  <a:lnTo>
                    <a:pt x="2009" y="3515"/>
                  </a:lnTo>
                  <a:lnTo>
                    <a:pt x="1854" y="3476"/>
                  </a:lnTo>
                  <a:lnTo>
                    <a:pt x="1700" y="3438"/>
                  </a:lnTo>
                  <a:lnTo>
                    <a:pt x="1584" y="3322"/>
                  </a:lnTo>
                  <a:lnTo>
                    <a:pt x="1507" y="3167"/>
                  </a:lnTo>
                  <a:lnTo>
                    <a:pt x="1468" y="2974"/>
                  </a:lnTo>
                  <a:lnTo>
                    <a:pt x="1352" y="2704"/>
                  </a:lnTo>
                  <a:lnTo>
                    <a:pt x="889" y="1623"/>
                  </a:lnTo>
                  <a:lnTo>
                    <a:pt x="541" y="812"/>
                  </a:lnTo>
                  <a:lnTo>
                    <a:pt x="348" y="426"/>
                  </a:lnTo>
                  <a:lnTo>
                    <a:pt x="155" y="39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8"/>
            <p:cNvSpPr/>
            <p:nvPr/>
          </p:nvSpPr>
          <p:spPr>
            <a:xfrm>
              <a:off x="2923775" y="3946900"/>
              <a:ext cx="335975" cy="782925"/>
            </a:xfrm>
            <a:custGeom>
              <a:avLst/>
              <a:gdLst/>
              <a:ahLst/>
              <a:cxnLst/>
              <a:rect l="l" t="t" r="r" b="b"/>
              <a:pathLst>
                <a:path w="13439" h="31317" extrusionOk="0">
                  <a:moveTo>
                    <a:pt x="6488" y="386"/>
                  </a:moveTo>
                  <a:lnTo>
                    <a:pt x="6526" y="464"/>
                  </a:lnTo>
                  <a:lnTo>
                    <a:pt x="7144" y="2008"/>
                  </a:lnTo>
                  <a:lnTo>
                    <a:pt x="7685" y="3553"/>
                  </a:lnTo>
                  <a:lnTo>
                    <a:pt x="8226" y="5136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1"/>
                  </a:lnTo>
                  <a:lnTo>
                    <a:pt x="7530" y="7337"/>
                  </a:lnTo>
                  <a:lnTo>
                    <a:pt x="7222" y="7453"/>
                  </a:lnTo>
                  <a:lnTo>
                    <a:pt x="6913" y="7530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0"/>
                  </a:lnTo>
                  <a:lnTo>
                    <a:pt x="5522" y="7492"/>
                  </a:lnTo>
                  <a:lnTo>
                    <a:pt x="4866" y="7337"/>
                  </a:lnTo>
                  <a:lnTo>
                    <a:pt x="4210" y="7105"/>
                  </a:lnTo>
                  <a:lnTo>
                    <a:pt x="3592" y="6874"/>
                  </a:lnTo>
                  <a:lnTo>
                    <a:pt x="3862" y="6024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3"/>
                  </a:lnTo>
                  <a:lnTo>
                    <a:pt x="5214" y="2742"/>
                  </a:lnTo>
                  <a:lnTo>
                    <a:pt x="5600" y="1931"/>
                  </a:lnTo>
                  <a:lnTo>
                    <a:pt x="6024" y="1159"/>
                  </a:lnTo>
                  <a:lnTo>
                    <a:pt x="6488" y="386"/>
                  </a:lnTo>
                  <a:close/>
                  <a:moveTo>
                    <a:pt x="8805" y="7028"/>
                  </a:moveTo>
                  <a:lnTo>
                    <a:pt x="9230" y="8418"/>
                  </a:lnTo>
                  <a:lnTo>
                    <a:pt x="9577" y="9847"/>
                  </a:lnTo>
                  <a:lnTo>
                    <a:pt x="9847" y="11083"/>
                  </a:lnTo>
                  <a:lnTo>
                    <a:pt x="10079" y="12357"/>
                  </a:lnTo>
                  <a:lnTo>
                    <a:pt x="10233" y="13631"/>
                  </a:lnTo>
                  <a:lnTo>
                    <a:pt x="10388" y="14906"/>
                  </a:lnTo>
                  <a:lnTo>
                    <a:pt x="10465" y="16180"/>
                  </a:lnTo>
                  <a:lnTo>
                    <a:pt x="10504" y="16836"/>
                  </a:lnTo>
                  <a:lnTo>
                    <a:pt x="10504" y="17493"/>
                  </a:lnTo>
                  <a:lnTo>
                    <a:pt x="10504" y="18188"/>
                  </a:lnTo>
                  <a:lnTo>
                    <a:pt x="10427" y="18844"/>
                  </a:lnTo>
                  <a:lnTo>
                    <a:pt x="10311" y="19462"/>
                  </a:lnTo>
                  <a:lnTo>
                    <a:pt x="10118" y="20080"/>
                  </a:lnTo>
                  <a:lnTo>
                    <a:pt x="9886" y="20659"/>
                  </a:lnTo>
                  <a:lnTo>
                    <a:pt x="9538" y="21161"/>
                  </a:lnTo>
                  <a:lnTo>
                    <a:pt x="9384" y="21393"/>
                  </a:lnTo>
                  <a:lnTo>
                    <a:pt x="9152" y="21586"/>
                  </a:lnTo>
                  <a:lnTo>
                    <a:pt x="8959" y="21779"/>
                  </a:lnTo>
                  <a:lnTo>
                    <a:pt x="8728" y="21972"/>
                  </a:lnTo>
                  <a:lnTo>
                    <a:pt x="8496" y="22127"/>
                  </a:lnTo>
                  <a:lnTo>
                    <a:pt x="8226" y="22242"/>
                  </a:lnTo>
                  <a:lnTo>
                    <a:pt x="7955" y="22358"/>
                  </a:lnTo>
                  <a:lnTo>
                    <a:pt x="7685" y="22435"/>
                  </a:lnTo>
                  <a:lnTo>
                    <a:pt x="7415" y="22474"/>
                  </a:lnTo>
                  <a:lnTo>
                    <a:pt x="6797" y="22474"/>
                  </a:lnTo>
                  <a:lnTo>
                    <a:pt x="6488" y="22435"/>
                  </a:lnTo>
                  <a:lnTo>
                    <a:pt x="5909" y="22281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4"/>
                  </a:lnTo>
                  <a:lnTo>
                    <a:pt x="4094" y="20929"/>
                  </a:lnTo>
                  <a:lnTo>
                    <a:pt x="3785" y="20466"/>
                  </a:lnTo>
                  <a:lnTo>
                    <a:pt x="3476" y="19964"/>
                  </a:lnTo>
                  <a:lnTo>
                    <a:pt x="3244" y="19424"/>
                  </a:lnTo>
                  <a:lnTo>
                    <a:pt x="3051" y="18883"/>
                  </a:lnTo>
                  <a:lnTo>
                    <a:pt x="2897" y="18342"/>
                  </a:lnTo>
                  <a:lnTo>
                    <a:pt x="2781" y="17802"/>
                  </a:lnTo>
                  <a:lnTo>
                    <a:pt x="2704" y="17222"/>
                  </a:lnTo>
                  <a:lnTo>
                    <a:pt x="2588" y="16103"/>
                  </a:lnTo>
                  <a:lnTo>
                    <a:pt x="2511" y="14944"/>
                  </a:lnTo>
                  <a:lnTo>
                    <a:pt x="2511" y="13747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2"/>
                  </a:lnTo>
                  <a:lnTo>
                    <a:pt x="3128" y="8689"/>
                  </a:lnTo>
                  <a:lnTo>
                    <a:pt x="3283" y="7916"/>
                  </a:lnTo>
                  <a:lnTo>
                    <a:pt x="3515" y="7183"/>
                  </a:lnTo>
                  <a:lnTo>
                    <a:pt x="4132" y="7453"/>
                  </a:lnTo>
                  <a:lnTo>
                    <a:pt x="4827" y="7685"/>
                  </a:lnTo>
                  <a:lnTo>
                    <a:pt x="5522" y="7839"/>
                  </a:lnTo>
                  <a:lnTo>
                    <a:pt x="5909" y="7916"/>
                  </a:lnTo>
                  <a:lnTo>
                    <a:pt x="6256" y="7916"/>
                  </a:lnTo>
                  <a:lnTo>
                    <a:pt x="6604" y="7955"/>
                  </a:lnTo>
                  <a:lnTo>
                    <a:pt x="6990" y="7916"/>
                  </a:lnTo>
                  <a:lnTo>
                    <a:pt x="7299" y="7878"/>
                  </a:lnTo>
                  <a:lnTo>
                    <a:pt x="7646" y="7762"/>
                  </a:lnTo>
                  <a:lnTo>
                    <a:pt x="7955" y="7646"/>
                  </a:lnTo>
                  <a:lnTo>
                    <a:pt x="8264" y="7492"/>
                  </a:lnTo>
                  <a:lnTo>
                    <a:pt x="8573" y="7260"/>
                  </a:lnTo>
                  <a:lnTo>
                    <a:pt x="8805" y="7028"/>
                  </a:lnTo>
                  <a:close/>
                  <a:moveTo>
                    <a:pt x="8650" y="22474"/>
                  </a:moveTo>
                  <a:lnTo>
                    <a:pt x="8766" y="22822"/>
                  </a:lnTo>
                  <a:lnTo>
                    <a:pt x="8921" y="23169"/>
                  </a:lnTo>
                  <a:lnTo>
                    <a:pt x="8496" y="23401"/>
                  </a:lnTo>
                  <a:lnTo>
                    <a:pt x="8071" y="23555"/>
                  </a:lnTo>
                  <a:lnTo>
                    <a:pt x="7608" y="23633"/>
                  </a:lnTo>
                  <a:lnTo>
                    <a:pt x="7144" y="23671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2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4"/>
                  </a:lnTo>
                  <a:lnTo>
                    <a:pt x="5870" y="22629"/>
                  </a:lnTo>
                  <a:lnTo>
                    <a:pt x="6256" y="22783"/>
                  </a:lnTo>
                  <a:lnTo>
                    <a:pt x="6681" y="22860"/>
                  </a:lnTo>
                  <a:lnTo>
                    <a:pt x="7067" y="22899"/>
                  </a:lnTo>
                  <a:lnTo>
                    <a:pt x="7453" y="22860"/>
                  </a:lnTo>
                  <a:lnTo>
                    <a:pt x="7878" y="22822"/>
                  </a:lnTo>
                  <a:lnTo>
                    <a:pt x="8264" y="22667"/>
                  </a:lnTo>
                  <a:lnTo>
                    <a:pt x="8650" y="22474"/>
                  </a:lnTo>
                  <a:close/>
                  <a:moveTo>
                    <a:pt x="10890" y="16798"/>
                  </a:moveTo>
                  <a:lnTo>
                    <a:pt x="11392" y="17261"/>
                  </a:lnTo>
                  <a:lnTo>
                    <a:pt x="11933" y="17647"/>
                  </a:lnTo>
                  <a:lnTo>
                    <a:pt x="12512" y="18033"/>
                  </a:lnTo>
                  <a:lnTo>
                    <a:pt x="13091" y="18342"/>
                  </a:lnTo>
                  <a:lnTo>
                    <a:pt x="12937" y="19771"/>
                  </a:lnTo>
                  <a:lnTo>
                    <a:pt x="12821" y="21238"/>
                  </a:lnTo>
                  <a:lnTo>
                    <a:pt x="12705" y="24212"/>
                  </a:lnTo>
                  <a:lnTo>
                    <a:pt x="11894" y="23594"/>
                  </a:lnTo>
                  <a:lnTo>
                    <a:pt x="11044" y="23015"/>
                  </a:lnTo>
                  <a:lnTo>
                    <a:pt x="10813" y="22860"/>
                  </a:lnTo>
                  <a:lnTo>
                    <a:pt x="10620" y="22667"/>
                  </a:lnTo>
                  <a:lnTo>
                    <a:pt x="10581" y="22590"/>
                  </a:lnTo>
                  <a:lnTo>
                    <a:pt x="10542" y="22435"/>
                  </a:lnTo>
                  <a:lnTo>
                    <a:pt x="10542" y="22127"/>
                  </a:lnTo>
                  <a:lnTo>
                    <a:pt x="10542" y="21393"/>
                  </a:lnTo>
                  <a:lnTo>
                    <a:pt x="10504" y="20659"/>
                  </a:lnTo>
                  <a:lnTo>
                    <a:pt x="10504" y="20582"/>
                  </a:lnTo>
                  <a:lnTo>
                    <a:pt x="10465" y="20543"/>
                  </a:lnTo>
                  <a:lnTo>
                    <a:pt x="10388" y="20466"/>
                  </a:lnTo>
                  <a:lnTo>
                    <a:pt x="10542" y="19964"/>
                  </a:lnTo>
                  <a:lnTo>
                    <a:pt x="10697" y="19424"/>
                  </a:lnTo>
                  <a:lnTo>
                    <a:pt x="10774" y="18883"/>
                  </a:lnTo>
                  <a:lnTo>
                    <a:pt x="10851" y="18304"/>
                  </a:lnTo>
                  <a:lnTo>
                    <a:pt x="10890" y="17570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4"/>
                  </a:lnTo>
                  <a:lnTo>
                    <a:pt x="6140" y="23826"/>
                  </a:lnTo>
                  <a:lnTo>
                    <a:pt x="6642" y="23941"/>
                  </a:lnTo>
                  <a:lnTo>
                    <a:pt x="7144" y="23980"/>
                  </a:lnTo>
                  <a:lnTo>
                    <a:pt x="7646" y="23980"/>
                  </a:lnTo>
                  <a:lnTo>
                    <a:pt x="8148" y="23864"/>
                  </a:lnTo>
                  <a:lnTo>
                    <a:pt x="8612" y="23710"/>
                  </a:lnTo>
                  <a:lnTo>
                    <a:pt x="9075" y="23439"/>
                  </a:lnTo>
                  <a:lnTo>
                    <a:pt x="9384" y="23903"/>
                  </a:lnTo>
                  <a:lnTo>
                    <a:pt x="8843" y="24173"/>
                  </a:lnTo>
                  <a:lnTo>
                    <a:pt x="8303" y="24366"/>
                  </a:lnTo>
                  <a:lnTo>
                    <a:pt x="7762" y="24482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3"/>
                  </a:lnTo>
                  <a:lnTo>
                    <a:pt x="5561" y="24289"/>
                  </a:lnTo>
                  <a:lnTo>
                    <a:pt x="4982" y="24096"/>
                  </a:lnTo>
                  <a:lnTo>
                    <a:pt x="5059" y="23903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7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2"/>
                  </a:lnTo>
                  <a:lnTo>
                    <a:pt x="2974" y="19771"/>
                  </a:lnTo>
                  <a:lnTo>
                    <a:pt x="3244" y="20312"/>
                  </a:lnTo>
                  <a:lnTo>
                    <a:pt x="3244" y="20350"/>
                  </a:lnTo>
                  <a:lnTo>
                    <a:pt x="3206" y="21200"/>
                  </a:lnTo>
                  <a:lnTo>
                    <a:pt x="3244" y="22049"/>
                  </a:lnTo>
                  <a:lnTo>
                    <a:pt x="3283" y="22358"/>
                  </a:lnTo>
                  <a:lnTo>
                    <a:pt x="3321" y="22706"/>
                  </a:lnTo>
                  <a:lnTo>
                    <a:pt x="3321" y="23053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8"/>
                  </a:lnTo>
                  <a:lnTo>
                    <a:pt x="3051" y="23633"/>
                  </a:lnTo>
                  <a:lnTo>
                    <a:pt x="2704" y="23903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5"/>
                  </a:lnTo>
                  <a:lnTo>
                    <a:pt x="850" y="23941"/>
                  </a:lnTo>
                  <a:lnTo>
                    <a:pt x="811" y="23169"/>
                  </a:lnTo>
                  <a:lnTo>
                    <a:pt x="773" y="22435"/>
                  </a:lnTo>
                  <a:lnTo>
                    <a:pt x="657" y="21238"/>
                  </a:lnTo>
                  <a:lnTo>
                    <a:pt x="503" y="20466"/>
                  </a:lnTo>
                  <a:lnTo>
                    <a:pt x="425" y="20080"/>
                  </a:lnTo>
                  <a:lnTo>
                    <a:pt x="464" y="19694"/>
                  </a:lnTo>
                  <a:lnTo>
                    <a:pt x="503" y="19655"/>
                  </a:lnTo>
                  <a:lnTo>
                    <a:pt x="541" y="19578"/>
                  </a:lnTo>
                  <a:lnTo>
                    <a:pt x="541" y="19539"/>
                  </a:lnTo>
                  <a:lnTo>
                    <a:pt x="541" y="19462"/>
                  </a:lnTo>
                  <a:lnTo>
                    <a:pt x="1429" y="18420"/>
                  </a:lnTo>
                  <a:lnTo>
                    <a:pt x="2356" y="17377"/>
                  </a:lnTo>
                  <a:close/>
                  <a:moveTo>
                    <a:pt x="8148" y="24830"/>
                  </a:moveTo>
                  <a:lnTo>
                    <a:pt x="8148" y="25061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7"/>
                  </a:lnTo>
                  <a:lnTo>
                    <a:pt x="7878" y="25216"/>
                  </a:lnTo>
                  <a:lnTo>
                    <a:pt x="7839" y="25293"/>
                  </a:lnTo>
                  <a:lnTo>
                    <a:pt x="7839" y="25370"/>
                  </a:lnTo>
                  <a:lnTo>
                    <a:pt x="7994" y="25872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59"/>
                  </a:lnTo>
                  <a:lnTo>
                    <a:pt x="8148" y="28961"/>
                  </a:lnTo>
                  <a:lnTo>
                    <a:pt x="8071" y="29502"/>
                  </a:lnTo>
                  <a:lnTo>
                    <a:pt x="7762" y="29193"/>
                  </a:lnTo>
                  <a:lnTo>
                    <a:pt x="7453" y="28884"/>
                  </a:lnTo>
                  <a:lnTo>
                    <a:pt x="7260" y="28537"/>
                  </a:lnTo>
                  <a:lnTo>
                    <a:pt x="7067" y="28189"/>
                  </a:lnTo>
                  <a:lnTo>
                    <a:pt x="6951" y="27803"/>
                  </a:lnTo>
                  <a:lnTo>
                    <a:pt x="6874" y="27417"/>
                  </a:lnTo>
                  <a:lnTo>
                    <a:pt x="6835" y="26953"/>
                  </a:lnTo>
                  <a:lnTo>
                    <a:pt x="6835" y="26490"/>
                  </a:lnTo>
                  <a:lnTo>
                    <a:pt x="6874" y="26104"/>
                  </a:lnTo>
                  <a:lnTo>
                    <a:pt x="6874" y="25756"/>
                  </a:lnTo>
                  <a:lnTo>
                    <a:pt x="6835" y="25602"/>
                  </a:lnTo>
                  <a:lnTo>
                    <a:pt x="6758" y="25486"/>
                  </a:lnTo>
                  <a:lnTo>
                    <a:pt x="6642" y="25370"/>
                  </a:lnTo>
                  <a:lnTo>
                    <a:pt x="6488" y="25293"/>
                  </a:lnTo>
                  <a:lnTo>
                    <a:pt x="6604" y="25100"/>
                  </a:lnTo>
                  <a:lnTo>
                    <a:pt x="6720" y="24984"/>
                  </a:lnTo>
                  <a:lnTo>
                    <a:pt x="7106" y="24984"/>
                  </a:lnTo>
                  <a:lnTo>
                    <a:pt x="7453" y="24945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4"/>
                  </a:lnTo>
                  <a:lnTo>
                    <a:pt x="9500" y="25409"/>
                  </a:lnTo>
                  <a:lnTo>
                    <a:pt x="9809" y="25795"/>
                  </a:lnTo>
                  <a:lnTo>
                    <a:pt x="10118" y="26258"/>
                  </a:lnTo>
                  <a:lnTo>
                    <a:pt x="9847" y="26220"/>
                  </a:lnTo>
                  <a:lnTo>
                    <a:pt x="9616" y="26104"/>
                  </a:lnTo>
                  <a:lnTo>
                    <a:pt x="9423" y="25949"/>
                  </a:lnTo>
                  <a:lnTo>
                    <a:pt x="9230" y="25756"/>
                  </a:lnTo>
                  <a:lnTo>
                    <a:pt x="9191" y="25679"/>
                  </a:lnTo>
                  <a:lnTo>
                    <a:pt x="8998" y="25679"/>
                  </a:lnTo>
                  <a:lnTo>
                    <a:pt x="8959" y="25718"/>
                  </a:lnTo>
                  <a:lnTo>
                    <a:pt x="8921" y="25795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0"/>
                  </a:lnTo>
                  <a:lnTo>
                    <a:pt x="9423" y="27069"/>
                  </a:lnTo>
                  <a:lnTo>
                    <a:pt x="9500" y="27378"/>
                  </a:lnTo>
                  <a:lnTo>
                    <a:pt x="9538" y="27687"/>
                  </a:lnTo>
                  <a:lnTo>
                    <a:pt x="9538" y="27996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79"/>
                  </a:lnTo>
                  <a:lnTo>
                    <a:pt x="9230" y="29888"/>
                  </a:lnTo>
                  <a:lnTo>
                    <a:pt x="9075" y="30158"/>
                  </a:lnTo>
                  <a:lnTo>
                    <a:pt x="8921" y="30429"/>
                  </a:lnTo>
                  <a:lnTo>
                    <a:pt x="8728" y="30660"/>
                  </a:lnTo>
                  <a:lnTo>
                    <a:pt x="8534" y="30776"/>
                  </a:lnTo>
                  <a:lnTo>
                    <a:pt x="8341" y="30853"/>
                  </a:lnTo>
                  <a:lnTo>
                    <a:pt x="8187" y="30853"/>
                  </a:lnTo>
                  <a:lnTo>
                    <a:pt x="7994" y="30776"/>
                  </a:lnTo>
                  <a:lnTo>
                    <a:pt x="7839" y="30699"/>
                  </a:lnTo>
                  <a:lnTo>
                    <a:pt x="7685" y="30583"/>
                  </a:lnTo>
                  <a:lnTo>
                    <a:pt x="7376" y="30274"/>
                  </a:lnTo>
                  <a:lnTo>
                    <a:pt x="6874" y="29772"/>
                  </a:lnTo>
                  <a:lnTo>
                    <a:pt x="6681" y="29502"/>
                  </a:lnTo>
                  <a:lnTo>
                    <a:pt x="6488" y="29193"/>
                  </a:lnTo>
                  <a:lnTo>
                    <a:pt x="6295" y="28846"/>
                  </a:lnTo>
                  <a:lnTo>
                    <a:pt x="6102" y="28459"/>
                  </a:lnTo>
                  <a:lnTo>
                    <a:pt x="5986" y="28073"/>
                  </a:lnTo>
                  <a:lnTo>
                    <a:pt x="5909" y="27687"/>
                  </a:lnTo>
                  <a:lnTo>
                    <a:pt x="5870" y="27262"/>
                  </a:lnTo>
                  <a:lnTo>
                    <a:pt x="5870" y="26876"/>
                  </a:lnTo>
                  <a:lnTo>
                    <a:pt x="5909" y="26490"/>
                  </a:lnTo>
                  <a:lnTo>
                    <a:pt x="6024" y="26065"/>
                  </a:lnTo>
                  <a:lnTo>
                    <a:pt x="6024" y="25949"/>
                  </a:lnTo>
                  <a:lnTo>
                    <a:pt x="5947" y="25911"/>
                  </a:lnTo>
                  <a:lnTo>
                    <a:pt x="5870" y="25872"/>
                  </a:lnTo>
                  <a:lnTo>
                    <a:pt x="5793" y="25872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7"/>
                  </a:lnTo>
                  <a:lnTo>
                    <a:pt x="5445" y="25100"/>
                  </a:lnTo>
                  <a:lnTo>
                    <a:pt x="5716" y="24752"/>
                  </a:lnTo>
                  <a:lnTo>
                    <a:pt x="6102" y="24868"/>
                  </a:lnTo>
                  <a:lnTo>
                    <a:pt x="6488" y="24945"/>
                  </a:lnTo>
                  <a:lnTo>
                    <a:pt x="6333" y="25100"/>
                  </a:lnTo>
                  <a:lnTo>
                    <a:pt x="6179" y="25293"/>
                  </a:lnTo>
                  <a:lnTo>
                    <a:pt x="6179" y="25370"/>
                  </a:lnTo>
                  <a:lnTo>
                    <a:pt x="6179" y="25447"/>
                  </a:lnTo>
                  <a:lnTo>
                    <a:pt x="6256" y="25486"/>
                  </a:lnTo>
                  <a:lnTo>
                    <a:pt x="6295" y="25486"/>
                  </a:lnTo>
                  <a:lnTo>
                    <a:pt x="6372" y="25525"/>
                  </a:lnTo>
                  <a:lnTo>
                    <a:pt x="6449" y="25602"/>
                  </a:lnTo>
                  <a:lnTo>
                    <a:pt x="6526" y="25795"/>
                  </a:lnTo>
                  <a:lnTo>
                    <a:pt x="6565" y="26104"/>
                  </a:lnTo>
                  <a:lnTo>
                    <a:pt x="6604" y="26451"/>
                  </a:lnTo>
                  <a:lnTo>
                    <a:pt x="6604" y="27146"/>
                  </a:lnTo>
                  <a:lnTo>
                    <a:pt x="6604" y="27610"/>
                  </a:lnTo>
                  <a:lnTo>
                    <a:pt x="6681" y="28073"/>
                  </a:lnTo>
                  <a:lnTo>
                    <a:pt x="6835" y="28498"/>
                  </a:lnTo>
                  <a:lnTo>
                    <a:pt x="7067" y="28923"/>
                  </a:lnTo>
                  <a:lnTo>
                    <a:pt x="7376" y="29309"/>
                  </a:lnTo>
                  <a:lnTo>
                    <a:pt x="7569" y="29463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49"/>
                  </a:lnTo>
                  <a:lnTo>
                    <a:pt x="8264" y="29849"/>
                  </a:lnTo>
                  <a:lnTo>
                    <a:pt x="8303" y="29811"/>
                  </a:lnTo>
                  <a:lnTo>
                    <a:pt x="8303" y="29734"/>
                  </a:lnTo>
                  <a:lnTo>
                    <a:pt x="8303" y="29695"/>
                  </a:lnTo>
                  <a:lnTo>
                    <a:pt x="8303" y="29656"/>
                  </a:lnTo>
                  <a:lnTo>
                    <a:pt x="8419" y="29154"/>
                  </a:lnTo>
                  <a:lnTo>
                    <a:pt x="8496" y="28614"/>
                  </a:lnTo>
                  <a:lnTo>
                    <a:pt x="8534" y="28112"/>
                  </a:lnTo>
                  <a:lnTo>
                    <a:pt x="8534" y="27571"/>
                  </a:lnTo>
                  <a:lnTo>
                    <a:pt x="8534" y="27069"/>
                  </a:lnTo>
                  <a:lnTo>
                    <a:pt x="8457" y="26567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6"/>
                  </a:lnTo>
                  <a:lnTo>
                    <a:pt x="8650" y="25409"/>
                  </a:lnTo>
                  <a:lnTo>
                    <a:pt x="8650" y="25370"/>
                  </a:lnTo>
                  <a:lnTo>
                    <a:pt x="8612" y="25293"/>
                  </a:lnTo>
                  <a:lnTo>
                    <a:pt x="8380" y="24791"/>
                  </a:lnTo>
                  <a:lnTo>
                    <a:pt x="8805" y="24637"/>
                  </a:lnTo>
                  <a:close/>
                  <a:moveTo>
                    <a:pt x="6449" y="0"/>
                  </a:moveTo>
                  <a:lnTo>
                    <a:pt x="6411" y="39"/>
                  </a:lnTo>
                  <a:lnTo>
                    <a:pt x="6411" y="116"/>
                  </a:lnTo>
                  <a:lnTo>
                    <a:pt x="6333" y="116"/>
                  </a:lnTo>
                  <a:lnTo>
                    <a:pt x="6295" y="193"/>
                  </a:lnTo>
                  <a:lnTo>
                    <a:pt x="5600" y="1275"/>
                  </a:lnTo>
                  <a:lnTo>
                    <a:pt x="4943" y="2433"/>
                  </a:lnTo>
                  <a:lnTo>
                    <a:pt x="4403" y="3591"/>
                  </a:lnTo>
                  <a:lnTo>
                    <a:pt x="3901" y="4827"/>
                  </a:lnTo>
                  <a:lnTo>
                    <a:pt x="3437" y="6063"/>
                  </a:lnTo>
                  <a:lnTo>
                    <a:pt x="3090" y="7298"/>
                  </a:lnTo>
                  <a:lnTo>
                    <a:pt x="2742" y="8573"/>
                  </a:lnTo>
                  <a:lnTo>
                    <a:pt x="2511" y="9847"/>
                  </a:lnTo>
                  <a:lnTo>
                    <a:pt x="2317" y="11160"/>
                  </a:lnTo>
                  <a:lnTo>
                    <a:pt x="2202" y="12473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8"/>
                  </a:lnTo>
                  <a:lnTo>
                    <a:pt x="541" y="18806"/>
                  </a:lnTo>
                  <a:lnTo>
                    <a:pt x="39" y="19462"/>
                  </a:lnTo>
                  <a:lnTo>
                    <a:pt x="1" y="19501"/>
                  </a:lnTo>
                  <a:lnTo>
                    <a:pt x="1" y="19578"/>
                  </a:lnTo>
                  <a:lnTo>
                    <a:pt x="78" y="19694"/>
                  </a:lnTo>
                  <a:lnTo>
                    <a:pt x="39" y="19964"/>
                  </a:lnTo>
                  <a:lnTo>
                    <a:pt x="39" y="20273"/>
                  </a:lnTo>
                  <a:lnTo>
                    <a:pt x="39" y="20543"/>
                  </a:lnTo>
                  <a:lnTo>
                    <a:pt x="78" y="20852"/>
                  </a:lnTo>
                  <a:lnTo>
                    <a:pt x="194" y="21431"/>
                  </a:lnTo>
                  <a:lnTo>
                    <a:pt x="309" y="22011"/>
                  </a:lnTo>
                  <a:lnTo>
                    <a:pt x="387" y="22899"/>
                  </a:lnTo>
                  <a:lnTo>
                    <a:pt x="425" y="23748"/>
                  </a:lnTo>
                  <a:lnTo>
                    <a:pt x="425" y="24637"/>
                  </a:lnTo>
                  <a:lnTo>
                    <a:pt x="387" y="25486"/>
                  </a:lnTo>
                  <a:lnTo>
                    <a:pt x="387" y="25602"/>
                  </a:lnTo>
                  <a:lnTo>
                    <a:pt x="464" y="25640"/>
                  </a:lnTo>
                  <a:lnTo>
                    <a:pt x="503" y="25679"/>
                  </a:lnTo>
                  <a:lnTo>
                    <a:pt x="580" y="25679"/>
                  </a:lnTo>
                  <a:lnTo>
                    <a:pt x="618" y="25756"/>
                  </a:lnTo>
                  <a:lnTo>
                    <a:pt x="696" y="25795"/>
                  </a:lnTo>
                  <a:lnTo>
                    <a:pt x="811" y="25795"/>
                  </a:lnTo>
                  <a:lnTo>
                    <a:pt x="1584" y="25254"/>
                  </a:lnTo>
                  <a:lnTo>
                    <a:pt x="2279" y="24714"/>
                  </a:lnTo>
                  <a:lnTo>
                    <a:pt x="3746" y="23594"/>
                  </a:lnTo>
                  <a:lnTo>
                    <a:pt x="3785" y="23478"/>
                  </a:lnTo>
                  <a:lnTo>
                    <a:pt x="3785" y="23362"/>
                  </a:lnTo>
                  <a:lnTo>
                    <a:pt x="3630" y="22088"/>
                  </a:lnTo>
                  <a:lnTo>
                    <a:pt x="3592" y="20814"/>
                  </a:lnTo>
                  <a:lnTo>
                    <a:pt x="3939" y="21277"/>
                  </a:lnTo>
                  <a:lnTo>
                    <a:pt x="4364" y="21663"/>
                  </a:lnTo>
                  <a:lnTo>
                    <a:pt x="4789" y="22049"/>
                  </a:lnTo>
                  <a:lnTo>
                    <a:pt x="5252" y="22358"/>
                  </a:lnTo>
                  <a:lnTo>
                    <a:pt x="5059" y="22744"/>
                  </a:lnTo>
                  <a:lnTo>
                    <a:pt x="4866" y="23169"/>
                  </a:lnTo>
                  <a:lnTo>
                    <a:pt x="4712" y="23633"/>
                  </a:lnTo>
                  <a:lnTo>
                    <a:pt x="4673" y="23864"/>
                  </a:lnTo>
                  <a:lnTo>
                    <a:pt x="4712" y="24096"/>
                  </a:lnTo>
                  <a:lnTo>
                    <a:pt x="4750" y="24173"/>
                  </a:lnTo>
                  <a:lnTo>
                    <a:pt x="4789" y="24212"/>
                  </a:lnTo>
                  <a:lnTo>
                    <a:pt x="4827" y="24250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5"/>
                  </a:lnTo>
                  <a:lnTo>
                    <a:pt x="5329" y="24868"/>
                  </a:lnTo>
                  <a:lnTo>
                    <a:pt x="5175" y="25061"/>
                  </a:lnTo>
                  <a:lnTo>
                    <a:pt x="5020" y="25254"/>
                  </a:lnTo>
                  <a:lnTo>
                    <a:pt x="4905" y="25486"/>
                  </a:lnTo>
                  <a:lnTo>
                    <a:pt x="4827" y="25718"/>
                  </a:lnTo>
                  <a:lnTo>
                    <a:pt x="4750" y="25949"/>
                  </a:lnTo>
                  <a:lnTo>
                    <a:pt x="4712" y="26220"/>
                  </a:lnTo>
                  <a:lnTo>
                    <a:pt x="4712" y="26490"/>
                  </a:lnTo>
                  <a:lnTo>
                    <a:pt x="4712" y="26567"/>
                  </a:lnTo>
                  <a:lnTo>
                    <a:pt x="4789" y="26644"/>
                  </a:lnTo>
                  <a:lnTo>
                    <a:pt x="4943" y="26644"/>
                  </a:lnTo>
                  <a:lnTo>
                    <a:pt x="5638" y="26297"/>
                  </a:lnTo>
                  <a:lnTo>
                    <a:pt x="5638" y="26297"/>
                  </a:lnTo>
                  <a:lnTo>
                    <a:pt x="5561" y="26722"/>
                  </a:lnTo>
                  <a:lnTo>
                    <a:pt x="5561" y="27146"/>
                  </a:lnTo>
                  <a:lnTo>
                    <a:pt x="5561" y="27533"/>
                  </a:lnTo>
                  <a:lnTo>
                    <a:pt x="5638" y="27957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3"/>
                  </a:lnTo>
                  <a:lnTo>
                    <a:pt x="6642" y="30004"/>
                  </a:lnTo>
                  <a:lnTo>
                    <a:pt x="6913" y="30351"/>
                  </a:lnTo>
                  <a:lnTo>
                    <a:pt x="7183" y="30660"/>
                  </a:lnTo>
                  <a:lnTo>
                    <a:pt x="7530" y="30969"/>
                  </a:lnTo>
                  <a:lnTo>
                    <a:pt x="7839" y="31162"/>
                  </a:lnTo>
                  <a:lnTo>
                    <a:pt x="7994" y="31240"/>
                  </a:lnTo>
                  <a:lnTo>
                    <a:pt x="8148" y="31317"/>
                  </a:lnTo>
                  <a:lnTo>
                    <a:pt x="8303" y="31317"/>
                  </a:lnTo>
                  <a:lnTo>
                    <a:pt x="8457" y="31278"/>
                  </a:lnTo>
                  <a:lnTo>
                    <a:pt x="8612" y="31240"/>
                  </a:lnTo>
                  <a:lnTo>
                    <a:pt x="8766" y="31162"/>
                  </a:lnTo>
                  <a:lnTo>
                    <a:pt x="8998" y="30892"/>
                  </a:lnTo>
                  <a:lnTo>
                    <a:pt x="9230" y="30583"/>
                  </a:lnTo>
                  <a:lnTo>
                    <a:pt x="9423" y="30236"/>
                  </a:lnTo>
                  <a:lnTo>
                    <a:pt x="9577" y="29849"/>
                  </a:lnTo>
                  <a:lnTo>
                    <a:pt x="9693" y="29463"/>
                  </a:lnTo>
                  <a:lnTo>
                    <a:pt x="9847" y="28807"/>
                  </a:lnTo>
                  <a:lnTo>
                    <a:pt x="9886" y="28228"/>
                  </a:lnTo>
                  <a:lnTo>
                    <a:pt x="9847" y="27610"/>
                  </a:lnTo>
                  <a:lnTo>
                    <a:pt x="9770" y="27031"/>
                  </a:lnTo>
                  <a:lnTo>
                    <a:pt x="9577" y="26490"/>
                  </a:lnTo>
                  <a:lnTo>
                    <a:pt x="9770" y="26529"/>
                  </a:lnTo>
                  <a:lnTo>
                    <a:pt x="9963" y="26567"/>
                  </a:lnTo>
                  <a:lnTo>
                    <a:pt x="10156" y="26606"/>
                  </a:lnTo>
                  <a:lnTo>
                    <a:pt x="10388" y="26606"/>
                  </a:lnTo>
                  <a:lnTo>
                    <a:pt x="10465" y="26567"/>
                  </a:lnTo>
                  <a:lnTo>
                    <a:pt x="10542" y="26529"/>
                  </a:lnTo>
                  <a:lnTo>
                    <a:pt x="10542" y="26451"/>
                  </a:lnTo>
                  <a:lnTo>
                    <a:pt x="10542" y="26336"/>
                  </a:lnTo>
                  <a:lnTo>
                    <a:pt x="10233" y="25834"/>
                  </a:lnTo>
                  <a:lnTo>
                    <a:pt x="9925" y="25332"/>
                  </a:lnTo>
                  <a:lnTo>
                    <a:pt x="9538" y="24868"/>
                  </a:lnTo>
                  <a:lnTo>
                    <a:pt x="9114" y="24482"/>
                  </a:lnTo>
                  <a:lnTo>
                    <a:pt x="9616" y="24135"/>
                  </a:lnTo>
                  <a:lnTo>
                    <a:pt x="9693" y="24057"/>
                  </a:lnTo>
                  <a:lnTo>
                    <a:pt x="9732" y="23980"/>
                  </a:lnTo>
                  <a:lnTo>
                    <a:pt x="9770" y="23941"/>
                  </a:lnTo>
                  <a:lnTo>
                    <a:pt x="9732" y="23864"/>
                  </a:lnTo>
                  <a:lnTo>
                    <a:pt x="9307" y="23092"/>
                  </a:lnTo>
                  <a:lnTo>
                    <a:pt x="9114" y="22706"/>
                  </a:lnTo>
                  <a:lnTo>
                    <a:pt x="8959" y="22281"/>
                  </a:lnTo>
                  <a:lnTo>
                    <a:pt x="9114" y="22204"/>
                  </a:lnTo>
                  <a:lnTo>
                    <a:pt x="9423" y="21933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8"/>
                  </a:lnTo>
                  <a:lnTo>
                    <a:pt x="10118" y="21895"/>
                  </a:lnTo>
                  <a:lnTo>
                    <a:pt x="10040" y="22822"/>
                  </a:lnTo>
                  <a:lnTo>
                    <a:pt x="10079" y="22899"/>
                  </a:lnTo>
                  <a:lnTo>
                    <a:pt x="10156" y="22976"/>
                  </a:lnTo>
                  <a:lnTo>
                    <a:pt x="10813" y="23401"/>
                  </a:lnTo>
                  <a:lnTo>
                    <a:pt x="11469" y="23826"/>
                  </a:lnTo>
                  <a:lnTo>
                    <a:pt x="12126" y="24289"/>
                  </a:lnTo>
                  <a:lnTo>
                    <a:pt x="12743" y="24752"/>
                  </a:lnTo>
                  <a:lnTo>
                    <a:pt x="12859" y="24830"/>
                  </a:lnTo>
                  <a:lnTo>
                    <a:pt x="12975" y="24791"/>
                  </a:lnTo>
                  <a:lnTo>
                    <a:pt x="13052" y="24752"/>
                  </a:lnTo>
                  <a:lnTo>
                    <a:pt x="13091" y="24637"/>
                  </a:lnTo>
                  <a:lnTo>
                    <a:pt x="13323" y="21393"/>
                  </a:lnTo>
                  <a:lnTo>
                    <a:pt x="13400" y="19771"/>
                  </a:lnTo>
                  <a:lnTo>
                    <a:pt x="13439" y="18960"/>
                  </a:lnTo>
                  <a:lnTo>
                    <a:pt x="13400" y="18188"/>
                  </a:lnTo>
                  <a:lnTo>
                    <a:pt x="13361" y="18072"/>
                  </a:lnTo>
                  <a:lnTo>
                    <a:pt x="13323" y="18033"/>
                  </a:lnTo>
                  <a:lnTo>
                    <a:pt x="13284" y="18033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4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8"/>
                  </a:lnTo>
                  <a:lnTo>
                    <a:pt x="10620" y="13631"/>
                  </a:lnTo>
                  <a:lnTo>
                    <a:pt x="10504" y="12705"/>
                  </a:lnTo>
                  <a:lnTo>
                    <a:pt x="10233" y="11121"/>
                  </a:lnTo>
                  <a:lnTo>
                    <a:pt x="9886" y="9538"/>
                  </a:lnTo>
                  <a:lnTo>
                    <a:pt x="9500" y="7955"/>
                  </a:lnTo>
                  <a:lnTo>
                    <a:pt x="9036" y="6410"/>
                  </a:lnTo>
                  <a:lnTo>
                    <a:pt x="8534" y="4866"/>
                  </a:lnTo>
                  <a:lnTo>
                    <a:pt x="7994" y="3321"/>
                  </a:lnTo>
                  <a:lnTo>
                    <a:pt x="7415" y="1815"/>
                  </a:lnTo>
                  <a:lnTo>
                    <a:pt x="6835" y="309"/>
                  </a:lnTo>
                  <a:lnTo>
                    <a:pt x="6797" y="232"/>
                  </a:lnTo>
                  <a:lnTo>
                    <a:pt x="6720" y="193"/>
                  </a:lnTo>
                  <a:lnTo>
                    <a:pt x="6642" y="155"/>
                  </a:lnTo>
                  <a:lnTo>
                    <a:pt x="6604" y="39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8"/>
            <p:cNvSpPr/>
            <p:nvPr/>
          </p:nvSpPr>
          <p:spPr>
            <a:xfrm>
              <a:off x="6111425" y="39739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0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8"/>
            <p:cNvSpPr/>
            <p:nvPr/>
          </p:nvSpPr>
          <p:spPr>
            <a:xfrm>
              <a:off x="5921250" y="4000950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5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3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8"/>
            <p:cNvSpPr/>
            <p:nvPr/>
          </p:nvSpPr>
          <p:spPr>
            <a:xfrm>
              <a:off x="6044825" y="4051150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5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8"/>
            <p:cNvSpPr/>
            <p:nvPr/>
          </p:nvSpPr>
          <p:spPr>
            <a:xfrm>
              <a:off x="1792350" y="4089775"/>
              <a:ext cx="345650" cy="269350"/>
            </a:xfrm>
            <a:custGeom>
              <a:avLst/>
              <a:gdLst/>
              <a:ahLst/>
              <a:cxnLst/>
              <a:rect l="l" t="t" r="r" b="b"/>
              <a:pathLst>
                <a:path w="13826" h="10774" extrusionOk="0">
                  <a:moveTo>
                    <a:pt x="3438" y="1004"/>
                  </a:moveTo>
                  <a:lnTo>
                    <a:pt x="3515" y="1081"/>
                  </a:lnTo>
                  <a:lnTo>
                    <a:pt x="3631" y="1159"/>
                  </a:lnTo>
                  <a:lnTo>
                    <a:pt x="3669" y="1275"/>
                  </a:lnTo>
                  <a:lnTo>
                    <a:pt x="3669" y="1429"/>
                  </a:lnTo>
                  <a:lnTo>
                    <a:pt x="3592" y="1661"/>
                  </a:lnTo>
                  <a:lnTo>
                    <a:pt x="3515" y="1815"/>
                  </a:lnTo>
                  <a:lnTo>
                    <a:pt x="3360" y="1931"/>
                  </a:lnTo>
                  <a:lnTo>
                    <a:pt x="3167" y="1970"/>
                  </a:lnTo>
                  <a:lnTo>
                    <a:pt x="2974" y="2008"/>
                  </a:lnTo>
                  <a:lnTo>
                    <a:pt x="2781" y="2008"/>
                  </a:lnTo>
                  <a:lnTo>
                    <a:pt x="2356" y="1931"/>
                  </a:lnTo>
                  <a:lnTo>
                    <a:pt x="2395" y="1892"/>
                  </a:lnTo>
                  <a:lnTo>
                    <a:pt x="2472" y="1661"/>
                  </a:lnTo>
                  <a:lnTo>
                    <a:pt x="2588" y="1429"/>
                  </a:lnTo>
                  <a:lnTo>
                    <a:pt x="2704" y="1236"/>
                  </a:lnTo>
                  <a:lnTo>
                    <a:pt x="2897" y="1081"/>
                  </a:lnTo>
                  <a:lnTo>
                    <a:pt x="3013" y="1004"/>
                  </a:lnTo>
                  <a:close/>
                  <a:moveTo>
                    <a:pt x="1044" y="1468"/>
                  </a:moveTo>
                  <a:lnTo>
                    <a:pt x="1237" y="1545"/>
                  </a:lnTo>
                  <a:lnTo>
                    <a:pt x="1430" y="1622"/>
                  </a:lnTo>
                  <a:lnTo>
                    <a:pt x="1623" y="1777"/>
                  </a:lnTo>
                  <a:lnTo>
                    <a:pt x="1816" y="1892"/>
                  </a:lnTo>
                  <a:lnTo>
                    <a:pt x="1507" y="2201"/>
                  </a:lnTo>
                  <a:lnTo>
                    <a:pt x="1314" y="2356"/>
                  </a:lnTo>
                  <a:lnTo>
                    <a:pt x="1121" y="2433"/>
                  </a:lnTo>
                  <a:lnTo>
                    <a:pt x="966" y="2472"/>
                  </a:lnTo>
                  <a:lnTo>
                    <a:pt x="812" y="2472"/>
                  </a:lnTo>
                  <a:lnTo>
                    <a:pt x="696" y="2433"/>
                  </a:lnTo>
                  <a:lnTo>
                    <a:pt x="580" y="2394"/>
                  </a:lnTo>
                  <a:lnTo>
                    <a:pt x="464" y="2317"/>
                  </a:lnTo>
                  <a:lnTo>
                    <a:pt x="387" y="2201"/>
                  </a:lnTo>
                  <a:lnTo>
                    <a:pt x="387" y="2085"/>
                  </a:lnTo>
                  <a:lnTo>
                    <a:pt x="426" y="1892"/>
                  </a:lnTo>
                  <a:lnTo>
                    <a:pt x="503" y="1699"/>
                  </a:lnTo>
                  <a:lnTo>
                    <a:pt x="657" y="1545"/>
                  </a:lnTo>
                  <a:lnTo>
                    <a:pt x="850" y="1468"/>
                  </a:lnTo>
                  <a:close/>
                  <a:moveTo>
                    <a:pt x="4866" y="3823"/>
                  </a:moveTo>
                  <a:lnTo>
                    <a:pt x="5021" y="3862"/>
                  </a:lnTo>
                  <a:lnTo>
                    <a:pt x="5137" y="3939"/>
                  </a:lnTo>
                  <a:lnTo>
                    <a:pt x="5253" y="4055"/>
                  </a:lnTo>
                  <a:lnTo>
                    <a:pt x="5330" y="4171"/>
                  </a:lnTo>
                  <a:lnTo>
                    <a:pt x="5330" y="4325"/>
                  </a:lnTo>
                  <a:lnTo>
                    <a:pt x="5330" y="4441"/>
                  </a:lnTo>
                  <a:lnTo>
                    <a:pt x="5291" y="4557"/>
                  </a:lnTo>
                  <a:lnTo>
                    <a:pt x="5137" y="4788"/>
                  </a:lnTo>
                  <a:lnTo>
                    <a:pt x="4944" y="4982"/>
                  </a:lnTo>
                  <a:lnTo>
                    <a:pt x="4751" y="5097"/>
                  </a:lnTo>
                  <a:lnTo>
                    <a:pt x="4557" y="5136"/>
                  </a:lnTo>
                  <a:lnTo>
                    <a:pt x="4171" y="5213"/>
                  </a:lnTo>
                  <a:lnTo>
                    <a:pt x="4171" y="5213"/>
                  </a:lnTo>
                  <a:lnTo>
                    <a:pt x="4210" y="4750"/>
                  </a:lnTo>
                  <a:lnTo>
                    <a:pt x="4287" y="4557"/>
                  </a:lnTo>
                  <a:lnTo>
                    <a:pt x="4364" y="4325"/>
                  </a:lnTo>
                  <a:lnTo>
                    <a:pt x="4519" y="4055"/>
                  </a:lnTo>
                  <a:lnTo>
                    <a:pt x="4635" y="3978"/>
                  </a:lnTo>
                  <a:lnTo>
                    <a:pt x="4751" y="3900"/>
                  </a:lnTo>
                  <a:lnTo>
                    <a:pt x="4866" y="3823"/>
                  </a:lnTo>
                  <a:close/>
                  <a:moveTo>
                    <a:pt x="7299" y="4518"/>
                  </a:moveTo>
                  <a:lnTo>
                    <a:pt x="7415" y="4595"/>
                  </a:lnTo>
                  <a:lnTo>
                    <a:pt x="7492" y="4673"/>
                  </a:lnTo>
                  <a:lnTo>
                    <a:pt x="7531" y="4788"/>
                  </a:lnTo>
                  <a:lnTo>
                    <a:pt x="7569" y="4943"/>
                  </a:lnTo>
                  <a:lnTo>
                    <a:pt x="7608" y="5175"/>
                  </a:lnTo>
                  <a:lnTo>
                    <a:pt x="7569" y="5445"/>
                  </a:lnTo>
                  <a:lnTo>
                    <a:pt x="7531" y="5677"/>
                  </a:lnTo>
                  <a:lnTo>
                    <a:pt x="7454" y="5908"/>
                  </a:lnTo>
                  <a:lnTo>
                    <a:pt x="7299" y="6101"/>
                  </a:lnTo>
                  <a:lnTo>
                    <a:pt x="7145" y="6294"/>
                  </a:lnTo>
                  <a:lnTo>
                    <a:pt x="6913" y="5870"/>
                  </a:lnTo>
                  <a:lnTo>
                    <a:pt x="6797" y="5677"/>
                  </a:lnTo>
                  <a:lnTo>
                    <a:pt x="6759" y="5445"/>
                  </a:lnTo>
                  <a:lnTo>
                    <a:pt x="6720" y="5136"/>
                  </a:lnTo>
                  <a:lnTo>
                    <a:pt x="6759" y="4943"/>
                  </a:lnTo>
                  <a:lnTo>
                    <a:pt x="6797" y="4788"/>
                  </a:lnTo>
                  <a:lnTo>
                    <a:pt x="6874" y="4634"/>
                  </a:lnTo>
                  <a:lnTo>
                    <a:pt x="6990" y="4557"/>
                  </a:lnTo>
                  <a:lnTo>
                    <a:pt x="7106" y="4518"/>
                  </a:lnTo>
                  <a:close/>
                  <a:moveTo>
                    <a:pt x="11161" y="4982"/>
                  </a:moveTo>
                  <a:lnTo>
                    <a:pt x="11276" y="5059"/>
                  </a:lnTo>
                  <a:lnTo>
                    <a:pt x="11354" y="5136"/>
                  </a:lnTo>
                  <a:lnTo>
                    <a:pt x="11392" y="5252"/>
                  </a:lnTo>
                  <a:lnTo>
                    <a:pt x="11431" y="5368"/>
                  </a:lnTo>
                  <a:lnTo>
                    <a:pt x="11392" y="5677"/>
                  </a:lnTo>
                  <a:lnTo>
                    <a:pt x="11315" y="5986"/>
                  </a:lnTo>
                  <a:lnTo>
                    <a:pt x="11161" y="6217"/>
                  </a:lnTo>
                  <a:lnTo>
                    <a:pt x="11083" y="6333"/>
                  </a:lnTo>
                  <a:lnTo>
                    <a:pt x="10968" y="6372"/>
                  </a:lnTo>
                  <a:lnTo>
                    <a:pt x="10890" y="6410"/>
                  </a:lnTo>
                  <a:lnTo>
                    <a:pt x="10736" y="6410"/>
                  </a:lnTo>
                  <a:lnTo>
                    <a:pt x="10697" y="6449"/>
                  </a:lnTo>
                  <a:lnTo>
                    <a:pt x="10659" y="6449"/>
                  </a:lnTo>
                  <a:lnTo>
                    <a:pt x="10466" y="6101"/>
                  </a:lnTo>
                  <a:lnTo>
                    <a:pt x="10388" y="5947"/>
                  </a:lnTo>
                  <a:lnTo>
                    <a:pt x="10350" y="5715"/>
                  </a:lnTo>
                  <a:lnTo>
                    <a:pt x="10350" y="5484"/>
                  </a:lnTo>
                  <a:lnTo>
                    <a:pt x="10427" y="5252"/>
                  </a:lnTo>
                  <a:lnTo>
                    <a:pt x="10581" y="5097"/>
                  </a:lnTo>
                  <a:lnTo>
                    <a:pt x="10697" y="5059"/>
                  </a:lnTo>
                  <a:lnTo>
                    <a:pt x="10813" y="4982"/>
                  </a:lnTo>
                  <a:close/>
                  <a:moveTo>
                    <a:pt x="3052" y="5522"/>
                  </a:moveTo>
                  <a:lnTo>
                    <a:pt x="3476" y="5561"/>
                  </a:lnTo>
                  <a:lnTo>
                    <a:pt x="3283" y="5947"/>
                  </a:lnTo>
                  <a:lnTo>
                    <a:pt x="3167" y="6140"/>
                  </a:lnTo>
                  <a:lnTo>
                    <a:pt x="3013" y="6294"/>
                  </a:lnTo>
                  <a:lnTo>
                    <a:pt x="2858" y="6410"/>
                  </a:lnTo>
                  <a:lnTo>
                    <a:pt x="2704" y="6488"/>
                  </a:lnTo>
                  <a:lnTo>
                    <a:pt x="2472" y="6488"/>
                  </a:lnTo>
                  <a:lnTo>
                    <a:pt x="2279" y="6410"/>
                  </a:lnTo>
                  <a:lnTo>
                    <a:pt x="2125" y="6294"/>
                  </a:lnTo>
                  <a:lnTo>
                    <a:pt x="2086" y="6179"/>
                  </a:lnTo>
                  <a:lnTo>
                    <a:pt x="2086" y="6063"/>
                  </a:lnTo>
                  <a:lnTo>
                    <a:pt x="2125" y="5908"/>
                  </a:lnTo>
                  <a:lnTo>
                    <a:pt x="2241" y="5792"/>
                  </a:lnTo>
                  <a:lnTo>
                    <a:pt x="2356" y="5677"/>
                  </a:lnTo>
                  <a:lnTo>
                    <a:pt x="2472" y="5599"/>
                  </a:lnTo>
                  <a:lnTo>
                    <a:pt x="2588" y="5561"/>
                  </a:lnTo>
                  <a:lnTo>
                    <a:pt x="2820" y="5522"/>
                  </a:lnTo>
                  <a:close/>
                  <a:moveTo>
                    <a:pt x="7222" y="6796"/>
                  </a:moveTo>
                  <a:lnTo>
                    <a:pt x="7183" y="7260"/>
                  </a:lnTo>
                  <a:lnTo>
                    <a:pt x="7106" y="7453"/>
                  </a:lnTo>
                  <a:lnTo>
                    <a:pt x="7029" y="7685"/>
                  </a:lnTo>
                  <a:lnTo>
                    <a:pt x="6874" y="7916"/>
                  </a:lnTo>
                  <a:lnTo>
                    <a:pt x="6681" y="8148"/>
                  </a:lnTo>
                  <a:lnTo>
                    <a:pt x="6565" y="8225"/>
                  </a:lnTo>
                  <a:lnTo>
                    <a:pt x="6450" y="8264"/>
                  </a:lnTo>
                  <a:lnTo>
                    <a:pt x="6295" y="8302"/>
                  </a:lnTo>
                  <a:lnTo>
                    <a:pt x="6141" y="8225"/>
                  </a:lnTo>
                  <a:lnTo>
                    <a:pt x="6025" y="8148"/>
                  </a:lnTo>
                  <a:lnTo>
                    <a:pt x="5948" y="8032"/>
                  </a:lnTo>
                  <a:lnTo>
                    <a:pt x="5909" y="7916"/>
                  </a:lnTo>
                  <a:lnTo>
                    <a:pt x="5909" y="7800"/>
                  </a:lnTo>
                  <a:lnTo>
                    <a:pt x="5948" y="7646"/>
                  </a:lnTo>
                  <a:lnTo>
                    <a:pt x="6025" y="7530"/>
                  </a:lnTo>
                  <a:lnTo>
                    <a:pt x="6179" y="7298"/>
                  </a:lnTo>
                  <a:lnTo>
                    <a:pt x="6411" y="7144"/>
                  </a:lnTo>
                  <a:lnTo>
                    <a:pt x="6643" y="7028"/>
                  </a:lnTo>
                  <a:lnTo>
                    <a:pt x="7183" y="6835"/>
                  </a:lnTo>
                  <a:lnTo>
                    <a:pt x="7183" y="6796"/>
                  </a:lnTo>
                  <a:close/>
                  <a:moveTo>
                    <a:pt x="10620" y="7144"/>
                  </a:moveTo>
                  <a:lnTo>
                    <a:pt x="10659" y="7337"/>
                  </a:lnTo>
                  <a:lnTo>
                    <a:pt x="10697" y="7530"/>
                  </a:lnTo>
                  <a:lnTo>
                    <a:pt x="10697" y="7685"/>
                  </a:lnTo>
                  <a:lnTo>
                    <a:pt x="10659" y="7878"/>
                  </a:lnTo>
                  <a:lnTo>
                    <a:pt x="10620" y="8032"/>
                  </a:lnTo>
                  <a:lnTo>
                    <a:pt x="10504" y="8187"/>
                  </a:lnTo>
                  <a:lnTo>
                    <a:pt x="10427" y="8341"/>
                  </a:lnTo>
                  <a:lnTo>
                    <a:pt x="10272" y="8457"/>
                  </a:lnTo>
                  <a:lnTo>
                    <a:pt x="10118" y="8573"/>
                  </a:lnTo>
                  <a:lnTo>
                    <a:pt x="9925" y="8611"/>
                  </a:lnTo>
                  <a:lnTo>
                    <a:pt x="9848" y="8573"/>
                  </a:lnTo>
                  <a:lnTo>
                    <a:pt x="9770" y="8573"/>
                  </a:lnTo>
                  <a:lnTo>
                    <a:pt x="9732" y="8496"/>
                  </a:lnTo>
                  <a:lnTo>
                    <a:pt x="9655" y="8418"/>
                  </a:lnTo>
                  <a:lnTo>
                    <a:pt x="9616" y="8225"/>
                  </a:lnTo>
                  <a:lnTo>
                    <a:pt x="9655" y="8071"/>
                  </a:lnTo>
                  <a:lnTo>
                    <a:pt x="9732" y="7916"/>
                  </a:lnTo>
                  <a:lnTo>
                    <a:pt x="9809" y="7762"/>
                  </a:lnTo>
                  <a:lnTo>
                    <a:pt x="10002" y="7569"/>
                  </a:lnTo>
                  <a:lnTo>
                    <a:pt x="10195" y="7414"/>
                  </a:lnTo>
                  <a:lnTo>
                    <a:pt x="10388" y="7260"/>
                  </a:lnTo>
                  <a:lnTo>
                    <a:pt x="10620" y="7144"/>
                  </a:lnTo>
                  <a:close/>
                  <a:moveTo>
                    <a:pt x="1854" y="0"/>
                  </a:moveTo>
                  <a:lnTo>
                    <a:pt x="1507" y="39"/>
                  </a:lnTo>
                  <a:lnTo>
                    <a:pt x="1584" y="734"/>
                  </a:lnTo>
                  <a:lnTo>
                    <a:pt x="1700" y="1429"/>
                  </a:lnTo>
                  <a:lnTo>
                    <a:pt x="1584" y="1313"/>
                  </a:lnTo>
                  <a:lnTo>
                    <a:pt x="1430" y="1236"/>
                  </a:lnTo>
                  <a:lnTo>
                    <a:pt x="1275" y="1159"/>
                  </a:lnTo>
                  <a:lnTo>
                    <a:pt x="1082" y="1120"/>
                  </a:lnTo>
                  <a:lnTo>
                    <a:pt x="889" y="1120"/>
                  </a:lnTo>
                  <a:lnTo>
                    <a:pt x="735" y="1159"/>
                  </a:lnTo>
                  <a:lnTo>
                    <a:pt x="542" y="1236"/>
                  </a:lnTo>
                  <a:lnTo>
                    <a:pt x="387" y="1313"/>
                  </a:lnTo>
                  <a:lnTo>
                    <a:pt x="271" y="1429"/>
                  </a:lnTo>
                  <a:lnTo>
                    <a:pt x="155" y="1545"/>
                  </a:lnTo>
                  <a:lnTo>
                    <a:pt x="78" y="1738"/>
                  </a:lnTo>
                  <a:lnTo>
                    <a:pt x="40" y="1892"/>
                  </a:lnTo>
                  <a:lnTo>
                    <a:pt x="1" y="2085"/>
                  </a:lnTo>
                  <a:lnTo>
                    <a:pt x="40" y="2240"/>
                  </a:lnTo>
                  <a:lnTo>
                    <a:pt x="78" y="2394"/>
                  </a:lnTo>
                  <a:lnTo>
                    <a:pt x="155" y="2549"/>
                  </a:lnTo>
                  <a:lnTo>
                    <a:pt x="271" y="2665"/>
                  </a:lnTo>
                  <a:lnTo>
                    <a:pt x="387" y="2742"/>
                  </a:lnTo>
                  <a:lnTo>
                    <a:pt x="542" y="2819"/>
                  </a:lnTo>
                  <a:lnTo>
                    <a:pt x="735" y="2858"/>
                  </a:lnTo>
                  <a:lnTo>
                    <a:pt x="1044" y="2858"/>
                  </a:lnTo>
                  <a:lnTo>
                    <a:pt x="1352" y="2742"/>
                  </a:lnTo>
                  <a:lnTo>
                    <a:pt x="1661" y="2587"/>
                  </a:lnTo>
                  <a:lnTo>
                    <a:pt x="1932" y="2356"/>
                  </a:lnTo>
                  <a:lnTo>
                    <a:pt x="2163" y="3089"/>
                  </a:lnTo>
                  <a:lnTo>
                    <a:pt x="2434" y="3823"/>
                  </a:lnTo>
                  <a:lnTo>
                    <a:pt x="2820" y="4518"/>
                  </a:lnTo>
                  <a:lnTo>
                    <a:pt x="3013" y="4827"/>
                  </a:lnTo>
                  <a:lnTo>
                    <a:pt x="3245" y="5136"/>
                  </a:lnTo>
                  <a:lnTo>
                    <a:pt x="2936" y="5136"/>
                  </a:lnTo>
                  <a:lnTo>
                    <a:pt x="2588" y="5175"/>
                  </a:lnTo>
                  <a:lnTo>
                    <a:pt x="2318" y="5252"/>
                  </a:lnTo>
                  <a:lnTo>
                    <a:pt x="2048" y="5445"/>
                  </a:lnTo>
                  <a:lnTo>
                    <a:pt x="1932" y="5561"/>
                  </a:lnTo>
                  <a:lnTo>
                    <a:pt x="1854" y="5677"/>
                  </a:lnTo>
                  <a:lnTo>
                    <a:pt x="1777" y="5831"/>
                  </a:lnTo>
                  <a:lnTo>
                    <a:pt x="1739" y="5986"/>
                  </a:lnTo>
                  <a:lnTo>
                    <a:pt x="1700" y="6140"/>
                  </a:lnTo>
                  <a:lnTo>
                    <a:pt x="1739" y="6294"/>
                  </a:lnTo>
                  <a:lnTo>
                    <a:pt x="1777" y="6449"/>
                  </a:lnTo>
                  <a:lnTo>
                    <a:pt x="1893" y="6603"/>
                  </a:lnTo>
                  <a:lnTo>
                    <a:pt x="2009" y="6681"/>
                  </a:lnTo>
                  <a:lnTo>
                    <a:pt x="2125" y="6758"/>
                  </a:lnTo>
                  <a:lnTo>
                    <a:pt x="2279" y="6835"/>
                  </a:lnTo>
                  <a:lnTo>
                    <a:pt x="2434" y="6874"/>
                  </a:lnTo>
                  <a:lnTo>
                    <a:pt x="2588" y="6874"/>
                  </a:lnTo>
                  <a:lnTo>
                    <a:pt x="2743" y="6835"/>
                  </a:lnTo>
                  <a:lnTo>
                    <a:pt x="2897" y="6796"/>
                  </a:lnTo>
                  <a:lnTo>
                    <a:pt x="3052" y="6719"/>
                  </a:lnTo>
                  <a:lnTo>
                    <a:pt x="3283" y="6526"/>
                  </a:lnTo>
                  <a:lnTo>
                    <a:pt x="3476" y="6294"/>
                  </a:lnTo>
                  <a:lnTo>
                    <a:pt x="3631" y="5986"/>
                  </a:lnTo>
                  <a:lnTo>
                    <a:pt x="3747" y="5677"/>
                  </a:lnTo>
                  <a:lnTo>
                    <a:pt x="4171" y="6024"/>
                  </a:lnTo>
                  <a:lnTo>
                    <a:pt x="4635" y="6333"/>
                  </a:lnTo>
                  <a:lnTo>
                    <a:pt x="5137" y="6565"/>
                  </a:lnTo>
                  <a:lnTo>
                    <a:pt x="5716" y="6719"/>
                  </a:lnTo>
                  <a:lnTo>
                    <a:pt x="6218" y="6796"/>
                  </a:lnTo>
                  <a:lnTo>
                    <a:pt x="6025" y="6912"/>
                  </a:lnTo>
                  <a:lnTo>
                    <a:pt x="5870" y="7028"/>
                  </a:lnTo>
                  <a:lnTo>
                    <a:pt x="5755" y="7183"/>
                  </a:lnTo>
                  <a:lnTo>
                    <a:pt x="5639" y="7376"/>
                  </a:lnTo>
                  <a:lnTo>
                    <a:pt x="5561" y="7530"/>
                  </a:lnTo>
                  <a:lnTo>
                    <a:pt x="5523" y="7685"/>
                  </a:lnTo>
                  <a:lnTo>
                    <a:pt x="5523" y="7878"/>
                  </a:lnTo>
                  <a:lnTo>
                    <a:pt x="5523" y="8032"/>
                  </a:lnTo>
                  <a:lnTo>
                    <a:pt x="5561" y="8187"/>
                  </a:lnTo>
                  <a:lnTo>
                    <a:pt x="5639" y="8341"/>
                  </a:lnTo>
                  <a:lnTo>
                    <a:pt x="5755" y="8457"/>
                  </a:lnTo>
                  <a:lnTo>
                    <a:pt x="5909" y="8573"/>
                  </a:lnTo>
                  <a:lnTo>
                    <a:pt x="6063" y="8650"/>
                  </a:lnTo>
                  <a:lnTo>
                    <a:pt x="6257" y="8689"/>
                  </a:lnTo>
                  <a:lnTo>
                    <a:pt x="6411" y="8689"/>
                  </a:lnTo>
                  <a:lnTo>
                    <a:pt x="6604" y="8650"/>
                  </a:lnTo>
                  <a:lnTo>
                    <a:pt x="6759" y="8573"/>
                  </a:lnTo>
                  <a:lnTo>
                    <a:pt x="6952" y="8457"/>
                  </a:lnTo>
                  <a:lnTo>
                    <a:pt x="7067" y="8341"/>
                  </a:lnTo>
                  <a:lnTo>
                    <a:pt x="7183" y="8187"/>
                  </a:lnTo>
                  <a:lnTo>
                    <a:pt x="7376" y="7878"/>
                  </a:lnTo>
                  <a:lnTo>
                    <a:pt x="7492" y="7530"/>
                  </a:lnTo>
                  <a:lnTo>
                    <a:pt x="7531" y="7183"/>
                  </a:lnTo>
                  <a:lnTo>
                    <a:pt x="7531" y="6796"/>
                  </a:lnTo>
                  <a:lnTo>
                    <a:pt x="8882" y="6719"/>
                  </a:lnTo>
                  <a:lnTo>
                    <a:pt x="9577" y="6719"/>
                  </a:lnTo>
                  <a:lnTo>
                    <a:pt x="10272" y="6796"/>
                  </a:lnTo>
                  <a:lnTo>
                    <a:pt x="10466" y="6835"/>
                  </a:lnTo>
                  <a:lnTo>
                    <a:pt x="10311" y="6912"/>
                  </a:lnTo>
                  <a:lnTo>
                    <a:pt x="10118" y="7028"/>
                  </a:lnTo>
                  <a:lnTo>
                    <a:pt x="9809" y="7260"/>
                  </a:lnTo>
                  <a:lnTo>
                    <a:pt x="9539" y="7569"/>
                  </a:lnTo>
                  <a:lnTo>
                    <a:pt x="9423" y="7723"/>
                  </a:lnTo>
                  <a:lnTo>
                    <a:pt x="9346" y="7916"/>
                  </a:lnTo>
                  <a:lnTo>
                    <a:pt x="9307" y="8109"/>
                  </a:lnTo>
                  <a:lnTo>
                    <a:pt x="9269" y="8264"/>
                  </a:lnTo>
                  <a:lnTo>
                    <a:pt x="9307" y="8457"/>
                  </a:lnTo>
                  <a:lnTo>
                    <a:pt x="9384" y="8611"/>
                  </a:lnTo>
                  <a:lnTo>
                    <a:pt x="9462" y="8766"/>
                  </a:lnTo>
                  <a:lnTo>
                    <a:pt x="9616" y="8882"/>
                  </a:lnTo>
                  <a:lnTo>
                    <a:pt x="9770" y="8959"/>
                  </a:lnTo>
                  <a:lnTo>
                    <a:pt x="9964" y="8998"/>
                  </a:lnTo>
                  <a:lnTo>
                    <a:pt x="10157" y="8959"/>
                  </a:lnTo>
                  <a:lnTo>
                    <a:pt x="10311" y="8882"/>
                  </a:lnTo>
                  <a:lnTo>
                    <a:pt x="10466" y="8804"/>
                  </a:lnTo>
                  <a:lnTo>
                    <a:pt x="10620" y="8650"/>
                  </a:lnTo>
                  <a:lnTo>
                    <a:pt x="10736" y="8534"/>
                  </a:lnTo>
                  <a:lnTo>
                    <a:pt x="10852" y="8341"/>
                  </a:lnTo>
                  <a:lnTo>
                    <a:pt x="10929" y="8187"/>
                  </a:lnTo>
                  <a:lnTo>
                    <a:pt x="11006" y="7994"/>
                  </a:lnTo>
                  <a:lnTo>
                    <a:pt x="11045" y="7762"/>
                  </a:lnTo>
                  <a:lnTo>
                    <a:pt x="11045" y="7492"/>
                  </a:lnTo>
                  <a:lnTo>
                    <a:pt x="10968" y="7221"/>
                  </a:lnTo>
                  <a:lnTo>
                    <a:pt x="10890" y="6990"/>
                  </a:lnTo>
                  <a:lnTo>
                    <a:pt x="10929" y="6951"/>
                  </a:lnTo>
                  <a:lnTo>
                    <a:pt x="11431" y="7105"/>
                  </a:lnTo>
                  <a:lnTo>
                    <a:pt x="11894" y="7376"/>
                  </a:lnTo>
                  <a:lnTo>
                    <a:pt x="12319" y="7685"/>
                  </a:lnTo>
                  <a:lnTo>
                    <a:pt x="12512" y="7839"/>
                  </a:lnTo>
                  <a:lnTo>
                    <a:pt x="12705" y="8032"/>
                  </a:lnTo>
                  <a:lnTo>
                    <a:pt x="12898" y="8341"/>
                  </a:lnTo>
                  <a:lnTo>
                    <a:pt x="13091" y="8650"/>
                  </a:lnTo>
                  <a:lnTo>
                    <a:pt x="13207" y="8920"/>
                  </a:lnTo>
                  <a:lnTo>
                    <a:pt x="13284" y="9268"/>
                  </a:lnTo>
                  <a:lnTo>
                    <a:pt x="13323" y="9577"/>
                  </a:lnTo>
                  <a:lnTo>
                    <a:pt x="13362" y="9924"/>
                  </a:lnTo>
                  <a:lnTo>
                    <a:pt x="13323" y="10619"/>
                  </a:lnTo>
                  <a:lnTo>
                    <a:pt x="13323" y="10658"/>
                  </a:lnTo>
                  <a:lnTo>
                    <a:pt x="13362" y="10735"/>
                  </a:lnTo>
                  <a:lnTo>
                    <a:pt x="13439" y="10774"/>
                  </a:lnTo>
                  <a:lnTo>
                    <a:pt x="13555" y="10774"/>
                  </a:lnTo>
                  <a:lnTo>
                    <a:pt x="13632" y="10697"/>
                  </a:lnTo>
                  <a:lnTo>
                    <a:pt x="13709" y="10465"/>
                  </a:lnTo>
                  <a:lnTo>
                    <a:pt x="13786" y="10272"/>
                  </a:lnTo>
                  <a:lnTo>
                    <a:pt x="13825" y="10040"/>
                  </a:lnTo>
                  <a:lnTo>
                    <a:pt x="13825" y="9808"/>
                  </a:lnTo>
                  <a:lnTo>
                    <a:pt x="13786" y="9384"/>
                  </a:lnTo>
                  <a:lnTo>
                    <a:pt x="13671" y="8920"/>
                  </a:lnTo>
                  <a:lnTo>
                    <a:pt x="13478" y="8496"/>
                  </a:lnTo>
                  <a:lnTo>
                    <a:pt x="13246" y="8109"/>
                  </a:lnTo>
                  <a:lnTo>
                    <a:pt x="12976" y="7723"/>
                  </a:lnTo>
                  <a:lnTo>
                    <a:pt x="12667" y="7414"/>
                  </a:lnTo>
                  <a:lnTo>
                    <a:pt x="12319" y="7144"/>
                  </a:lnTo>
                  <a:lnTo>
                    <a:pt x="11972" y="6912"/>
                  </a:lnTo>
                  <a:lnTo>
                    <a:pt x="11585" y="6719"/>
                  </a:lnTo>
                  <a:lnTo>
                    <a:pt x="11199" y="6565"/>
                  </a:lnTo>
                  <a:lnTo>
                    <a:pt x="11392" y="6410"/>
                  </a:lnTo>
                  <a:lnTo>
                    <a:pt x="11585" y="6140"/>
                  </a:lnTo>
                  <a:lnTo>
                    <a:pt x="11701" y="5831"/>
                  </a:lnTo>
                  <a:lnTo>
                    <a:pt x="11740" y="5522"/>
                  </a:lnTo>
                  <a:lnTo>
                    <a:pt x="11740" y="5213"/>
                  </a:lnTo>
                  <a:lnTo>
                    <a:pt x="11701" y="5059"/>
                  </a:lnTo>
                  <a:lnTo>
                    <a:pt x="11624" y="4943"/>
                  </a:lnTo>
                  <a:lnTo>
                    <a:pt x="11547" y="4827"/>
                  </a:lnTo>
                  <a:lnTo>
                    <a:pt x="11431" y="4750"/>
                  </a:lnTo>
                  <a:lnTo>
                    <a:pt x="11276" y="4673"/>
                  </a:lnTo>
                  <a:lnTo>
                    <a:pt x="11122" y="4634"/>
                  </a:lnTo>
                  <a:lnTo>
                    <a:pt x="10774" y="4634"/>
                  </a:lnTo>
                  <a:lnTo>
                    <a:pt x="10581" y="4711"/>
                  </a:lnTo>
                  <a:lnTo>
                    <a:pt x="10427" y="4788"/>
                  </a:lnTo>
                  <a:lnTo>
                    <a:pt x="10311" y="4866"/>
                  </a:lnTo>
                  <a:lnTo>
                    <a:pt x="10195" y="5020"/>
                  </a:lnTo>
                  <a:lnTo>
                    <a:pt x="10079" y="5136"/>
                  </a:lnTo>
                  <a:lnTo>
                    <a:pt x="10002" y="5329"/>
                  </a:lnTo>
                  <a:lnTo>
                    <a:pt x="9964" y="5561"/>
                  </a:lnTo>
                  <a:lnTo>
                    <a:pt x="9964" y="5831"/>
                  </a:lnTo>
                  <a:lnTo>
                    <a:pt x="10041" y="6063"/>
                  </a:lnTo>
                  <a:lnTo>
                    <a:pt x="10118" y="6333"/>
                  </a:lnTo>
                  <a:lnTo>
                    <a:pt x="9462" y="6256"/>
                  </a:lnTo>
                  <a:lnTo>
                    <a:pt x="8805" y="6256"/>
                  </a:lnTo>
                  <a:lnTo>
                    <a:pt x="7492" y="6333"/>
                  </a:lnTo>
                  <a:lnTo>
                    <a:pt x="7685" y="6063"/>
                  </a:lnTo>
                  <a:lnTo>
                    <a:pt x="7801" y="5792"/>
                  </a:lnTo>
                  <a:lnTo>
                    <a:pt x="7878" y="5522"/>
                  </a:lnTo>
                  <a:lnTo>
                    <a:pt x="7956" y="5213"/>
                  </a:lnTo>
                  <a:lnTo>
                    <a:pt x="7917" y="4866"/>
                  </a:lnTo>
                  <a:lnTo>
                    <a:pt x="7878" y="4711"/>
                  </a:lnTo>
                  <a:lnTo>
                    <a:pt x="7801" y="4557"/>
                  </a:lnTo>
                  <a:lnTo>
                    <a:pt x="7724" y="4402"/>
                  </a:lnTo>
                  <a:lnTo>
                    <a:pt x="7608" y="4287"/>
                  </a:lnTo>
                  <a:lnTo>
                    <a:pt x="7492" y="4209"/>
                  </a:lnTo>
                  <a:lnTo>
                    <a:pt x="7299" y="4132"/>
                  </a:lnTo>
                  <a:lnTo>
                    <a:pt x="6990" y="4132"/>
                  </a:lnTo>
                  <a:lnTo>
                    <a:pt x="6836" y="4209"/>
                  </a:lnTo>
                  <a:lnTo>
                    <a:pt x="6720" y="4325"/>
                  </a:lnTo>
                  <a:lnTo>
                    <a:pt x="6604" y="4441"/>
                  </a:lnTo>
                  <a:lnTo>
                    <a:pt x="6527" y="4595"/>
                  </a:lnTo>
                  <a:lnTo>
                    <a:pt x="6411" y="4904"/>
                  </a:lnTo>
                  <a:lnTo>
                    <a:pt x="6372" y="5252"/>
                  </a:lnTo>
                  <a:lnTo>
                    <a:pt x="6411" y="5638"/>
                  </a:lnTo>
                  <a:lnTo>
                    <a:pt x="6450" y="5831"/>
                  </a:lnTo>
                  <a:lnTo>
                    <a:pt x="6527" y="6024"/>
                  </a:lnTo>
                  <a:lnTo>
                    <a:pt x="6643" y="6179"/>
                  </a:lnTo>
                  <a:lnTo>
                    <a:pt x="6759" y="6333"/>
                  </a:lnTo>
                  <a:lnTo>
                    <a:pt x="6102" y="6256"/>
                  </a:lnTo>
                  <a:lnTo>
                    <a:pt x="5755" y="6217"/>
                  </a:lnTo>
                  <a:lnTo>
                    <a:pt x="5446" y="6140"/>
                  </a:lnTo>
                  <a:lnTo>
                    <a:pt x="5137" y="6024"/>
                  </a:lnTo>
                  <a:lnTo>
                    <a:pt x="4828" y="5870"/>
                  </a:lnTo>
                  <a:lnTo>
                    <a:pt x="4519" y="5715"/>
                  </a:lnTo>
                  <a:lnTo>
                    <a:pt x="4210" y="5522"/>
                  </a:lnTo>
                  <a:lnTo>
                    <a:pt x="4557" y="5484"/>
                  </a:lnTo>
                  <a:lnTo>
                    <a:pt x="4905" y="5406"/>
                  </a:lnTo>
                  <a:lnTo>
                    <a:pt x="5175" y="5252"/>
                  </a:lnTo>
                  <a:lnTo>
                    <a:pt x="5446" y="5020"/>
                  </a:lnTo>
                  <a:lnTo>
                    <a:pt x="5561" y="4866"/>
                  </a:lnTo>
                  <a:lnTo>
                    <a:pt x="5639" y="4711"/>
                  </a:lnTo>
                  <a:lnTo>
                    <a:pt x="5677" y="4518"/>
                  </a:lnTo>
                  <a:lnTo>
                    <a:pt x="5716" y="4364"/>
                  </a:lnTo>
                  <a:lnTo>
                    <a:pt x="5716" y="4171"/>
                  </a:lnTo>
                  <a:lnTo>
                    <a:pt x="5639" y="4016"/>
                  </a:lnTo>
                  <a:lnTo>
                    <a:pt x="5561" y="3862"/>
                  </a:lnTo>
                  <a:lnTo>
                    <a:pt x="5446" y="3707"/>
                  </a:lnTo>
                  <a:lnTo>
                    <a:pt x="5330" y="3591"/>
                  </a:lnTo>
                  <a:lnTo>
                    <a:pt x="5175" y="3514"/>
                  </a:lnTo>
                  <a:lnTo>
                    <a:pt x="5021" y="3476"/>
                  </a:lnTo>
                  <a:lnTo>
                    <a:pt x="4866" y="3437"/>
                  </a:lnTo>
                  <a:lnTo>
                    <a:pt x="4712" y="3476"/>
                  </a:lnTo>
                  <a:lnTo>
                    <a:pt x="4557" y="3514"/>
                  </a:lnTo>
                  <a:lnTo>
                    <a:pt x="4442" y="3630"/>
                  </a:lnTo>
                  <a:lnTo>
                    <a:pt x="4287" y="3707"/>
                  </a:lnTo>
                  <a:lnTo>
                    <a:pt x="4171" y="3862"/>
                  </a:lnTo>
                  <a:lnTo>
                    <a:pt x="4055" y="4016"/>
                  </a:lnTo>
                  <a:lnTo>
                    <a:pt x="3940" y="4364"/>
                  </a:lnTo>
                  <a:lnTo>
                    <a:pt x="3824" y="4750"/>
                  </a:lnTo>
                  <a:lnTo>
                    <a:pt x="3785" y="5097"/>
                  </a:lnTo>
                  <a:lnTo>
                    <a:pt x="3515" y="4788"/>
                  </a:lnTo>
                  <a:lnTo>
                    <a:pt x="3283" y="4441"/>
                  </a:lnTo>
                  <a:lnTo>
                    <a:pt x="3052" y="4093"/>
                  </a:lnTo>
                  <a:lnTo>
                    <a:pt x="2858" y="3746"/>
                  </a:lnTo>
                  <a:lnTo>
                    <a:pt x="2704" y="3398"/>
                  </a:lnTo>
                  <a:lnTo>
                    <a:pt x="2550" y="3012"/>
                  </a:lnTo>
                  <a:lnTo>
                    <a:pt x="2318" y="2240"/>
                  </a:lnTo>
                  <a:lnTo>
                    <a:pt x="2318" y="2240"/>
                  </a:lnTo>
                  <a:lnTo>
                    <a:pt x="2588" y="2317"/>
                  </a:lnTo>
                  <a:lnTo>
                    <a:pt x="2858" y="2356"/>
                  </a:lnTo>
                  <a:lnTo>
                    <a:pt x="3129" y="2356"/>
                  </a:lnTo>
                  <a:lnTo>
                    <a:pt x="3399" y="2279"/>
                  </a:lnTo>
                  <a:lnTo>
                    <a:pt x="3554" y="2201"/>
                  </a:lnTo>
                  <a:lnTo>
                    <a:pt x="3708" y="2085"/>
                  </a:lnTo>
                  <a:lnTo>
                    <a:pt x="3824" y="1970"/>
                  </a:lnTo>
                  <a:lnTo>
                    <a:pt x="3940" y="1815"/>
                  </a:lnTo>
                  <a:lnTo>
                    <a:pt x="4017" y="1661"/>
                  </a:lnTo>
                  <a:lnTo>
                    <a:pt x="4055" y="1506"/>
                  </a:lnTo>
                  <a:lnTo>
                    <a:pt x="4055" y="1313"/>
                  </a:lnTo>
                  <a:lnTo>
                    <a:pt x="4017" y="1159"/>
                  </a:lnTo>
                  <a:lnTo>
                    <a:pt x="3978" y="1004"/>
                  </a:lnTo>
                  <a:lnTo>
                    <a:pt x="3862" y="850"/>
                  </a:lnTo>
                  <a:lnTo>
                    <a:pt x="3747" y="773"/>
                  </a:lnTo>
                  <a:lnTo>
                    <a:pt x="3592" y="695"/>
                  </a:lnTo>
                  <a:lnTo>
                    <a:pt x="3438" y="618"/>
                  </a:lnTo>
                  <a:lnTo>
                    <a:pt x="3283" y="579"/>
                  </a:lnTo>
                  <a:lnTo>
                    <a:pt x="3129" y="579"/>
                  </a:lnTo>
                  <a:lnTo>
                    <a:pt x="2974" y="618"/>
                  </a:lnTo>
                  <a:lnTo>
                    <a:pt x="2820" y="657"/>
                  </a:lnTo>
                  <a:lnTo>
                    <a:pt x="2665" y="734"/>
                  </a:lnTo>
                  <a:lnTo>
                    <a:pt x="2434" y="927"/>
                  </a:lnTo>
                  <a:lnTo>
                    <a:pt x="2241" y="1159"/>
                  </a:lnTo>
                  <a:lnTo>
                    <a:pt x="2125" y="146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8"/>
            <p:cNvSpPr/>
            <p:nvPr/>
          </p:nvSpPr>
          <p:spPr>
            <a:xfrm>
              <a:off x="5987875" y="4095550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4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4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70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8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8"/>
            <p:cNvSpPr/>
            <p:nvPr/>
          </p:nvSpPr>
          <p:spPr>
            <a:xfrm>
              <a:off x="4079325" y="419112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9"/>
                  </a:moveTo>
                  <a:lnTo>
                    <a:pt x="1082" y="5986"/>
                  </a:lnTo>
                  <a:lnTo>
                    <a:pt x="1236" y="6025"/>
                  </a:lnTo>
                  <a:lnTo>
                    <a:pt x="1391" y="6179"/>
                  </a:lnTo>
                  <a:lnTo>
                    <a:pt x="1468" y="6334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6" y="6951"/>
                  </a:lnTo>
                  <a:lnTo>
                    <a:pt x="1159" y="7029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6"/>
                  </a:lnTo>
                  <a:lnTo>
                    <a:pt x="425" y="6720"/>
                  </a:lnTo>
                  <a:lnTo>
                    <a:pt x="387" y="6643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5" y="6256"/>
                  </a:lnTo>
                  <a:lnTo>
                    <a:pt x="503" y="6179"/>
                  </a:lnTo>
                  <a:lnTo>
                    <a:pt x="696" y="6025"/>
                  </a:lnTo>
                  <a:lnTo>
                    <a:pt x="889" y="5909"/>
                  </a:lnTo>
                  <a:close/>
                  <a:moveTo>
                    <a:pt x="5909" y="1"/>
                  </a:moveTo>
                  <a:lnTo>
                    <a:pt x="5831" y="39"/>
                  </a:lnTo>
                  <a:lnTo>
                    <a:pt x="5522" y="310"/>
                  </a:lnTo>
                  <a:lnTo>
                    <a:pt x="5175" y="619"/>
                  </a:lnTo>
                  <a:lnTo>
                    <a:pt x="4596" y="1314"/>
                  </a:lnTo>
                  <a:lnTo>
                    <a:pt x="4017" y="2047"/>
                  </a:lnTo>
                  <a:lnTo>
                    <a:pt x="3437" y="2781"/>
                  </a:lnTo>
                  <a:lnTo>
                    <a:pt x="2279" y="4133"/>
                  </a:lnTo>
                  <a:lnTo>
                    <a:pt x="1738" y="4866"/>
                  </a:lnTo>
                  <a:lnTo>
                    <a:pt x="1198" y="5561"/>
                  </a:lnTo>
                  <a:lnTo>
                    <a:pt x="1043" y="5523"/>
                  </a:lnTo>
                  <a:lnTo>
                    <a:pt x="889" y="5523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1" y="6334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4" y="7145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3" y="6527"/>
                  </a:lnTo>
                  <a:lnTo>
                    <a:pt x="1854" y="6334"/>
                  </a:lnTo>
                  <a:lnTo>
                    <a:pt x="1815" y="6179"/>
                  </a:lnTo>
                  <a:lnTo>
                    <a:pt x="1738" y="6025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3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9" y="657"/>
                  </a:lnTo>
                  <a:lnTo>
                    <a:pt x="6102" y="310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8"/>
            <p:cNvSpPr/>
            <p:nvPr/>
          </p:nvSpPr>
          <p:spPr>
            <a:xfrm>
              <a:off x="3825425" y="421912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8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2"/>
                  </a:lnTo>
                  <a:lnTo>
                    <a:pt x="6643" y="5909"/>
                  </a:lnTo>
                  <a:lnTo>
                    <a:pt x="6797" y="5754"/>
                  </a:lnTo>
                  <a:close/>
                  <a:moveTo>
                    <a:pt x="233" y="1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10"/>
                  </a:lnTo>
                  <a:lnTo>
                    <a:pt x="39" y="387"/>
                  </a:lnTo>
                  <a:lnTo>
                    <a:pt x="426" y="773"/>
                  </a:lnTo>
                  <a:lnTo>
                    <a:pt x="812" y="1120"/>
                  </a:lnTo>
                  <a:lnTo>
                    <a:pt x="1623" y="1777"/>
                  </a:lnTo>
                  <a:lnTo>
                    <a:pt x="3399" y="3206"/>
                  </a:lnTo>
                  <a:lnTo>
                    <a:pt x="4866" y="4441"/>
                  </a:lnTo>
                  <a:lnTo>
                    <a:pt x="5639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2"/>
                  </a:lnTo>
                  <a:lnTo>
                    <a:pt x="6720" y="7299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9"/>
                  </a:lnTo>
                  <a:lnTo>
                    <a:pt x="7454" y="7260"/>
                  </a:lnTo>
                  <a:lnTo>
                    <a:pt x="7608" y="7144"/>
                  </a:lnTo>
                  <a:lnTo>
                    <a:pt x="7724" y="7029"/>
                  </a:lnTo>
                  <a:lnTo>
                    <a:pt x="7840" y="6913"/>
                  </a:lnTo>
                  <a:lnTo>
                    <a:pt x="7956" y="6758"/>
                  </a:lnTo>
                  <a:lnTo>
                    <a:pt x="7994" y="6565"/>
                  </a:lnTo>
                  <a:lnTo>
                    <a:pt x="8033" y="6411"/>
                  </a:lnTo>
                  <a:lnTo>
                    <a:pt x="8033" y="6218"/>
                  </a:lnTo>
                  <a:lnTo>
                    <a:pt x="7956" y="6025"/>
                  </a:lnTo>
                  <a:lnTo>
                    <a:pt x="7840" y="5870"/>
                  </a:lnTo>
                  <a:lnTo>
                    <a:pt x="7724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6" y="5484"/>
                  </a:lnTo>
                  <a:lnTo>
                    <a:pt x="6025" y="4712"/>
                  </a:lnTo>
                  <a:lnTo>
                    <a:pt x="5214" y="4017"/>
                  </a:lnTo>
                  <a:lnTo>
                    <a:pt x="3515" y="2626"/>
                  </a:lnTo>
                  <a:lnTo>
                    <a:pt x="2743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5" y="310"/>
                  </a:lnTo>
                  <a:lnTo>
                    <a:pt x="310" y="39"/>
                  </a:lnTo>
                  <a:lnTo>
                    <a:pt x="23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8"/>
            <p:cNvSpPr/>
            <p:nvPr/>
          </p:nvSpPr>
          <p:spPr>
            <a:xfrm>
              <a:off x="3401625" y="4223000"/>
              <a:ext cx="240425" cy="634250"/>
            </a:xfrm>
            <a:custGeom>
              <a:avLst/>
              <a:gdLst/>
              <a:ahLst/>
              <a:cxnLst/>
              <a:rect l="l" t="t" r="r" b="b"/>
              <a:pathLst>
                <a:path w="9617" h="25370" extrusionOk="0">
                  <a:moveTo>
                    <a:pt x="4751" y="463"/>
                  </a:moveTo>
                  <a:lnTo>
                    <a:pt x="5291" y="502"/>
                  </a:lnTo>
                  <a:lnTo>
                    <a:pt x="5755" y="579"/>
                  </a:lnTo>
                  <a:lnTo>
                    <a:pt x="6218" y="772"/>
                  </a:lnTo>
                  <a:lnTo>
                    <a:pt x="6681" y="965"/>
                  </a:lnTo>
                  <a:lnTo>
                    <a:pt x="7067" y="1236"/>
                  </a:lnTo>
                  <a:lnTo>
                    <a:pt x="7454" y="1583"/>
                  </a:lnTo>
                  <a:lnTo>
                    <a:pt x="7801" y="1931"/>
                  </a:lnTo>
                  <a:lnTo>
                    <a:pt x="8149" y="2356"/>
                  </a:lnTo>
                  <a:lnTo>
                    <a:pt x="8419" y="2780"/>
                  </a:lnTo>
                  <a:lnTo>
                    <a:pt x="8651" y="3244"/>
                  </a:lnTo>
                  <a:lnTo>
                    <a:pt x="8844" y="3707"/>
                  </a:lnTo>
                  <a:lnTo>
                    <a:pt x="8998" y="4209"/>
                  </a:lnTo>
                  <a:lnTo>
                    <a:pt x="9075" y="4711"/>
                  </a:lnTo>
                  <a:lnTo>
                    <a:pt x="9114" y="5213"/>
                  </a:lnTo>
                  <a:lnTo>
                    <a:pt x="9114" y="5754"/>
                  </a:lnTo>
                  <a:lnTo>
                    <a:pt x="9075" y="6256"/>
                  </a:lnTo>
                  <a:lnTo>
                    <a:pt x="8998" y="6758"/>
                  </a:lnTo>
                  <a:lnTo>
                    <a:pt x="8882" y="7260"/>
                  </a:lnTo>
                  <a:lnTo>
                    <a:pt x="8689" y="7723"/>
                  </a:lnTo>
                  <a:lnTo>
                    <a:pt x="8496" y="8225"/>
                  </a:lnTo>
                  <a:lnTo>
                    <a:pt x="8303" y="8650"/>
                  </a:lnTo>
                  <a:lnTo>
                    <a:pt x="8033" y="9113"/>
                  </a:lnTo>
                  <a:lnTo>
                    <a:pt x="7763" y="9538"/>
                  </a:lnTo>
                  <a:lnTo>
                    <a:pt x="7454" y="9924"/>
                  </a:lnTo>
                  <a:lnTo>
                    <a:pt x="7106" y="10349"/>
                  </a:lnTo>
                  <a:lnTo>
                    <a:pt x="6759" y="10735"/>
                  </a:lnTo>
                  <a:lnTo>
                    <a:pt x="6025" y="11469"/>
                  </a:lnTo>
                  <a:lnTo>
                    <a:pt x="5253" y="12125"/>
                  </a:lnTo>
                  <a:lnTo>
                    <a:pt x="5098" y="12125"/>
                  </a:lnTo>
                  <a:lnTo>
                    <a:pt x="5059" y="12202"/>
                  </a:lnTo>
                  <a:lnTo>
                    <a:pt x="5021" y="12241"/>
                  </a:lnTo>
                  <a:lnTo>
                    <a:pt x="5021" y="12280"/>
                  </a:lnTo>
                  <a:lnTo>
                    <a:pt x="4210" y="11816"/>
                  </a:lnTo>
                  <a:lnTo>
                    <a:pt x="3476" y="11314"/>
                  </a:lnTo>
                  <a:lnTo>
                    <a:pt x="2781" y="10735"/>
                  </a:lnTo>
                  <a:lnTo>
                    <a:pt x="2472" y="10426"/>
                  </a:lnTo>
                  <a:lnTo>
                    <a:pt x="2163" y="10117"/>
                  </a:lnTo>
                  <a:lnTo>
                    <a:pt x="1893" y="9770"/>
                  </a:lnTo>
                  <a:lnTo>
                    <a:pt x="1661" y="9422"/>
                  </a:lnTo>
                  <a:lnTo>
                    <a:pt x="1430" y="9036"/>
                  </a:lnTo>
                  <a:lnTo>
                    <a:pt x="1198" y="8650"/>
                  </a:lnTo>
                  <a:lnTo>
                    <a:pt x="1005" y="8264"/>
                  </a:lnTo>
                  <a:lnTo>
                    <a:pt x="850" y="7839"/>
                  </a:lnTo>
                  <a:lnTo>
                    <a:pt x="735" y="7376"/>
                  </a:lnTo>
                  <a:lnTo>
                    <a:pt x="619" y="6912"/>
                  </a:lnTo>
                  <a:lnTo>
                    <a:pt x="542" y="6449"/>
                  </a:lnTo>
                  <a:lnTo>
                    <a:pt x="503" y="5985"/>
                  </a:lnTo>
                  <a:lnTo>
                    <a:pt x="503" y="5522"/>
                  </a:lnTo>
                  <a:lnTo>
                    <a:pt x="542" y="5020"/>
                  </a:lnTo>
                  <a:lnTo>
                    <a:pt x="619" y="4557"/>
                  </a:lnTo>
                  <a:lnTo>
                    <a:pt x="696" y="4055"/>
                  </a:lnTo>
                  <a:lnTo>
                    <a:pt x="850" y="3591"/>
                  </a:lnTo>
                  <a:lnTo>
                    <a:pt x="1005" y="3167"/>
                  </a:lnTo>
                  <a:lnTo>
                    <a:pt x="1237" y="2742"/>
                  </a:lnTo>
                  <a:lnTo>
                    <a:pt x="1468" y="2317"/>
                  </a:lnTo>
                  <a:lnTo>
                    <a:pt x="1739" y="1931"/>
                  </a:lnTo>
                  <a:lnTo>
                    <a:pt x="2086" y="1583"/>
                  </a:lnTo>
                  <a:lnTo>
                    <a:pt x="2434" y="1274"/>
                  </a:lnTo>
                  <a:lnTo>
                    <a:pt x="2820" y="1004"/>
                  </a:lnTo>
                  <a:lnTo>
                    <a:pt x="3245" y="811"/>
                  </a:lnTo>
                  <a:lnTo>
                    <a:pt x="3708" y="618"/>
                  </a:lnTo>
                  <a:lnTo>
                    <a:pt x="4249" y="502"/>
                  </a:lnTo>
                  <a:lnTo>
                    <a:pt x="4751" y="463"/>
                  </a:lnTo>
                  <a:close/>
                  <a:moveTo>
                    <a:pt x="5137" y="12627"/>
                  </a:moveTo>
                  <a:lnTo>
                    <a:pt x="5214" y="12666"/>
                  </a:lnTo>
                  <a:lnTo>
                    <a:pt x="5484" y="13129"/>
                  </a:lnTo>
                  <a:lnTo>
                    <a:pt x="4751" y="13052"/>
                  </a:lnTo>
                  <a:lnTo>
                    <a:pt x="5059" y="12627"/>
                  </a:lnTo>
                  <a:close/>
                  <a:moveTo>
                    <a:pt x="3167" y="13979"/>
                  </a:moveTo>
                  <a:lnTo>
                    <a:pt x="3476" y="14403"/>
                  </a:lnTo>
                  <a:lnTo>
                    <a:pt x="3708" y="14828"/>
                  </a:lnTo>
                  <a:lnTo>
                    <a:pt x="3669" y="14867"/>
                  </a:lnTo>
                  <a:lnTo>
                    <a:pt x="3438" y="14944"/>
                  </a:lnTo>
                  <a:lnTo>
                    <a:pt x="3167" y="15021"/>
                  </a:lnTo>
                  <a:lnTo>
                    <a:pt x="2936" y="15060"/>
                  </a:lnTo>
                  <a:lnTo>
                    <a:pt x="2665" y="15021"/>
                  </a:lnTo>
                  <a:lnTo>
                    <a:pt x="2936" y="14519"/>
                  </a:lnTo>
                  <a:lnTo>
                    <a:pt x="3167" y="13979"/>
                  </a:lnTo>
                  <a:close/>
                  <a:moveTo>
                    <a:pt x="5330" y="14867"/>
                  </a:moveTo>
                  <a:lnTo>
                    <a:pt x="5021" y="15987"/>
                  </a:lnTo>
                  <a:lnTo>
                    <a:pt x="4789" y="15794"/>
                  </a:lnTo>
                  <a:lnTo>
                    <a:pt x="4557" y="15562"/>
                  </a:lnTo>
                  <a:lnTo>
                    <a:pt x="4364" y="15330"/>
                  </a:lnTo>
                  <a:lnTo>
                    <a:pt x="4210" y="15098"/>
                  </a:lnTo>
                  <a:lnTo>
                    <a:pt x="4171" y="15060"/>
                  </a:lnTo>
                  <a:lnTo>
                    <a:pt x="5330" y="14867"/>
                  </a:lnTo>
                  <a:close/>
                  <a:moveTo>
                    <a:pt x="4055" y="15407"/>
                  </a:moveTo>
                  <a:lnTo>
                    <a:pt x="4249" y="15678"/>
                  </a:lnTo>
                  <a:lnTo>
                    <a:pt x="4480" y="15948"/>
                  </a:lnTo>
                  <a:lnTo>
                    <a:pt x="4712" y="16218"/>
                  </a:lnTo>
                  <a:lnTo>
                    <a:pt x="4982" y="16450"/>
                  </a:lnTo>
                  <a:lnTo>
                    <a:pt x="5098" y="16489"/>
                  </a:lnTo>
                  <a:lnTo>
                    <a:pt x="4905" y="16991"/>
                  </a:lnTo>
                  <a:lnTo>
                    <a:pt x="4789" y="17531"/>
                  </a:lnTo>
                  <a:lnTo>
                    <a:pt x="4480" y="17145"/>
                  </a:lnTo>
                  <a:lnTo>
                    <a:pt x="4249" y="16759"/>
                  </a:lnTo>
                  <a:lnTo>
                    <a:pt x="4133" y="16527"/>
                  </a:lnTo>
                  <a:lnTo>
                    <a:pt x="4055" y="16296"/>
                  </a:lnTo>
                  <a:lnTo>
                    <a:pt x="4017" y="16064"/>
                  </a:lnTo>
                  <a:lnTo>
                    <a:pt x="4017" y="15794"/>
                  </a:lnTo>
                  <a:lnTo>
                    <a:pt x="4055" y="15407"/>
                  </a:lnTo>
                  <a:close/>
                  <a:moveTo>
                    <a:pt x="5291" y="16798"/>
                  </a:moveTo>
                  <a:lnTo>
                    <a:pt x="5600" y="17145"/>
                  </a:lnTo>
                  <a:lnTo>
                    <a:pt x="5870" y="17531"/>
                  </a:lnTo>
                  <a:lnTo>
                    <a:pt x="5446" y="17570"/>
                  </a:lnTo>
                  <a:lnTo>
                    <a:pt x="5021" y="17647"/>
                  </a:lnTo>
                  <a:lnTo>
                    <a:pt x="5291" y="16798"/>
                  </a:lnTo>
                  <a:close/>
                  <a:moveTo>
                    <a:pt x="4557" y="17879"/>
                  </a:moveTo>
                  <a:lnTo>
                    <a:pt x="4635" y="17995"/>
                  </a:lnTo>
                  <a:lnTo>
                    <a:pt x="4519" y="18149"/>
                  </a:lnTo>
                  <a:lnTo>
                    <a:pt x="4403" y="18381"/>
                  </a:lnTo>
                  <a:lnTo>
                    <a:pt x="4287" y="18805"/>
                  </a:lnTo>
                  <a:lnTo>
                    <a:pt x="3901" y="18381"/>
                  </a:lnTo>
                  <a:lnTo>
                    <a:pt x="3553" y="17917"/>
                  </a:lnTo>
                  <a:lnTo>
                    <a:pt x="4557" y="17879"/>
                  </a:lnTo>
                  <a:close/>
                  <a:moveTo>
                    <a:pt x="7917" y="20003"/>
                  </a:moveTo>
                  <a:lnTo>
                    <a:pt x="7878" y="20736"/>
                  </a:lnTo>
                  <a:lnTo>
                    <a:pt x="7763" y="21509"/>
                  </a:lnTo>
                  <a:lnTo>
                    <a:pt x="6797" y="20775"/>
                  </a:lnTo>
                  <a:lnTo>
                    <a:pt x="6759" y="20736"/>
                  </a:lnTo>
                  <a:lnTo>
                    <a:pt x="6681" y="20466"/>
                  </a:lnTo>
                  <a:lnTo>
                    <a:pt x="6990" y="20273"/>
                  </a:lnTo>
                  <a:lnTo>
                    <a:pt x="7299" y="20118"/>
                  </a:lnTo>
                  <a:lnTo>
                    <a:pt x="7608" y="20041"/>
                  </a:lnTo>
                  <a:lnTo>
                    <a:pt x="7917" y="20003"/>
                  </a:lnTo>
                  <a:close/>
                  <a:moveTo>
                    <a:pt x="5330" y="20389"/>
                  </a:moveTo>
                  <a:lnTo>
                    <a:pt x="6179" y="20813"/>
                  </a:lnTo>
                  <a:lnTo>
                    <a:pt x="5755" y="21200"/>
                  </a:lnTo>
                  <a:lnTo>
                    <a:pt x="5368" y="21663"/>
                  </a:lnTo>
                  <a:lnTo>
                    <a:pt x="5291" y="21007"/>
                  </a:lnTo>
                  <a:lnTo>
                    <a:pt x="5330" y="20389"/>
                  </a:lnTo>
                  <a:close/>
                  <a:moveTo>
                    <a:pt x="4905" y="0"/>
                  </a:moveTo>
                  <a:lnTo>
                    <a:pt x="4519" y="39"/>
                  </a:lnTo>
                  <a:lnTo>
                    <a:pt x="4171" y="39"/>
                  </a:lnTo>
                  <a:lnTo>
                    <a:pt x="3785" y="116"/>
                  </a:lnTo>
                  <a:lnTo>
                    <a:pt x="3438" y="232"/>
                  </a:lnTo>
                  <a:lnTo>
                    <a:pt x="3090" y="348"/>
                  </a:lnTo>
                  <a:lnTo>
                    <a:pt x="2743" y="502"/>
                  </a:lnTo>
                  <a:lnTo>
                    <a:pt x="2434" y="695"/>
                  </a:lnTo>
                  <a:lnTo>
                    <a:pt x="2086" y="927"/>
                  </a:lnTo>
                  <a:lnTo>
                    <a:pt x="1816" y="1197"/>
                  </a:lnTo>
                  <a:lnTo>
                    <a:pt x="1507" y="1506"/>
                  </a:lnTo>
                  <a:lnTo>
                    <a:pt x="1275" y="1815"/>
                  </a:lnTo>
                  <a:lnTo>
                    <a:pt x="1044" y="2124"/>
                  </a:lnTo>
                  <a:lnTo>
                    <a:pt x="812" y="2471"/>
                  </a:lnTo>
                  <a:lnTo>
                    <a:pt x="619" y="2858"/>
                  </a:lnTo>
                  <a:lnTo>
                    <a:pt x="464" y="3205"/>
                  </a:lnTo>
                  <a:lnTo>
                    <a:pt x="310" y="3591"/>
                  </a:lnTo>
                  <a:lnTo>
                    <a:pt x="233" y="3977"/>
                  </a:lnTo>
                  <a:lnTo>
                    <a:pt x="117" y="4364"/>
                  </a:lnTo>
                  <a:lnTo>
                    <a:pt x="78" y="4750"/>
                  </a:lnTo>
                  <a:lnTo>
                    <a:pt x="1" y="5174"/>
                  </a:lnTo>
                  <a:lnTo>
                    <a:pt x="1" y="5561"/>
                  </a:lnTo>
                  <a:lnTo>
                    <a:pt x="1" y="5985"/>
                  </a:lnTo>
                  <a:lnTo>
                    <a:pt x="40" y="6372"/>
                  </a:lnTo>
                  <a:lnTo>
                    <a:pt x="78" y="6796"/>
                  </a:lnTo>
                  <a:lnTo>
                    <a:pt x="155" y="7182"/>
                  </a:lnTo>
                  <a:lnTo>
                    <a:pt x="271" y="7569"/>
                  </a:lnTo>
                  <a:lnTo>
                    <a:pt x="387" y="7993"/>
                  </a:lnTo>
                  <a:lnTo>
                    <a:pt x="542" y="8380"/>
                  </a:lnTo>
                  <a:lnTo>
                    <a:pt x="928" y="9152"/>
                  </a:lnTo>
                  <a:lnTo>
                    <a:pt x="1121" y="9538"/>
                  </a:lnTo>
                  <a:lnTo>
                    <a:pt x="1352" y="9924"/>
                  </a:lnTo>
                  <a:lnTo>
                    <a:pt x="1623" y="10272"/>
                  </a:lnTo>
                  <a:lnTo>
                    <a:pt x="1893" y="10619"/>
                  </a:lnTo>
                  <a:lnTo>
                    <a:pt x="2202" y="10928"/>
                  </a:lnTo>
                  <a:lnTo>
                    <a:pt x="2511" y="11237"/>
                  </a:lnTo>
                  <a:lnTo>
                    <a:pt x="2820" y="11546"/>
                  </a:lnTo>
                  <a:lnTo>
                    <a:pt x="3167" y="11778"/>
                  </a:lnTo>
                  <a:lnTo>
                    <a:pt x="3553" y="12009"/>
                  </a:lnTo>
                  <a:lnTo>
                    <a:pt x="3940" y="12241"/>
                  </a:lnTo>
                  <a:lnTo>
                    <a:pt x="4326" y="12395"/>
                  </a:lnTo>
                  <a:lnTo>
                    <a:pt x="4712" y="12550"/>
                  </a:lnTo>
                  <a:lnTo>
                    <a:pt x="4171" y="13091"/>
                  </a:lnTo>
                  <a:lnTo>
                    <a:pt x="4133" y="13206"/>
                  </a:lnTo>
                  <a:lnTo>
                    <a:pt x="4133" y="13322"/>
                  </a:lnTo>
                  <a:lnTo>
                    <a:pt x="4210" y="13399"/>
                  </a:lnTo>
                  <a:lnTo>
                    <a:pt x="4326" y="13438"/>
                  </a:lnTo>
                  <a:lnTo>
                    <a:pt x="4789" y="13477"/>
                  </a:lnTo>
                  <a:lnTo>
                    <a:pt x="4519" y="13747"/>
                  </a:lnTo>
                  <a:lnTo>
                    <a:pt x="4287" y="13979"/>
                  </a:lnTo>
                  <a:lnTo>
                    <a:pt x="4094" y="14288"/>
                  </a:lnTo>
                  <a:lnTo>
                    <a:pt x="3940" y="14596"/>
                  </a:lnTo>
                  <a:lnTo>
                    <a:pt x="3785" y="14288"/>
                  </a:lnTo>
                  <a:lnTo>
                    <a:pt x="3631" y="14017"/>
                  </a:lnTo>
                  <a:lnTo>
                    <a:pt x="3438" y="13747"/>
                  </a:lnTo>
                  <a:lnTo>
                    <a:pt x="3206" y="13477"/>
                  </a:lnTo>
                  <a:lnTo>
                    <a:pt x="3129" y="13438"/>
                  </a:lnTo>
                  <a:lnTo>
                    <a:pt x="3051" y="13438"/>
                  </a:lnTo>
                  <a:lnTo>
                    <a:pt x="2974" y="13477"/>
                  </a:lnTo>
                  <a:lnTo>
                    <a:pt x="2897" y="13593"/>
                  </a:lnTo>
                  <a:lnTo>
                    <a:pt x="2588" y="14326"/>
                  </a:lnTo>
                  <a:lnTo>
                    <a:pt x="2241" y="15098"/>
                  </a:lnTo>
                  <a:lnTo>
                    <a:pt x="2202" y="15176"/>
                  </a:lnTo>
                  <a:lnTo>
                    <a:pt x="2202" y="15253"/>
                  </a:lnTo>
                  <a:lnTo>
                    <a:pt x="2241" y="15330"/>
                  </a:lnTo>
                  <a:lnTo>
                    <a:pt x="2318" y="15369"/>
                  </a:lnTo>
                  <a:lnTo>
                    <a:pt x="2665" y="15407"/>
                  </a:lnTo>
                  <a:lnTo>
                    <a:pt x="3013" y="15407"/>
                  </a:lnTo>
                  <a:lnTo>
                    <a:pt x="3360" y="15369"/>
                  </a:lnTo>
                  <a:lnTo>
                    <a:pt x="3669" y="15253"/>
                  </a:lnTo>
                  <a:lnTo>
                    <a:pt x="3669" y="15253"/>
                  </a:lnTo>
                  <a:lnTo>
                    <a:pt x="3631" y="15562"/>
                  </a:lnTo>
                  <a:lnTo>
                    <a:pt x="3592" y="15909"/>
                  </a:lnTo>
                  <a:lnTo>
                    <a:pt x="3631" y="16141"/>
                  </a:lnTo>
                  <a:lnTo>
                    <a:pt x="3669" y="16373"/>
                  </a:lnTo>
                  <a:lnTo>
                    <a:pt x="3785" y="16798"/>
                  </a:lnTo>
                  <a:lnTo>
                    <a:pt x="4017" y="17184"/>
                  </a:lnTo>
                  <a:lnTo>
                    <a:pt x="4287" y="17570"/>
                  </a:lnTo>
                  <a:lnTo>
                    <a:pt x="3245" y="17570"/>
                  </a:lnTo>
                  <a:lnTo>
                    <a:pt x="3167" y="17608"/>
                  </a:lnTo>
                  <a:lnTo>
                    <a:pt x="3090" y="17647"/>
                  </a:lnTo>
                  <a:lnTo>
                    <a:pt x="3051" y="17763"/>
                  </a:lnTo>
                  <a:lnTo>
                    <a:pt x="3090" y="17840"/>
                  </a:lnTo>
                  <a:lnTo>
                    <a:pt x="3322" y="18265"/>
                  </a:lnTo>
                  <a:lnTo>
                    <a:pt x="3592" y="18612"/>
                  </a:lnTo>
                  <a:lnTo>
                    <a:pt x="3901" y="18960"/>
                  </a:lnTo>
                  <a:lnTo>
                    <a:pt x="4249" y="19307"/>
                  </a:lnTo>
                  <a:lnTo>
                    <a:pt x="4326" y="19346"/>
                  </a:lnTo>
                  <a:lnTo>
                    <a:pt x="4442" y="19346"/>
                  </a:lnTo>
                  <a:lnTo>
                    <a:pt x="4519" y="19307"/>
                  </a:lnTo>
                  <a:lnTo>
                    <a:pt x="4557" y="19230"/>
                  </a:lnTo>
                  <a:lnTo>
                    <a:pt x="4751" y="18767"/>
                  </a:lnTo>
                  <a:lnTo>
                    <a:pt x="4828" y="18497"/>
                  </a:lnTo>
                  <a:lnTo>
                    <a:pt x="4905" y="18265"/>
                  </a:lnTo>
                  <a:lnTo>
                    <a:pt x="5021" y="18381"/>
                  </a:lnTo>
                  <a:lnTo>
                    <a:pt x="5446" y="18883"/>
                  </a:lnTo>
                  <a:lnTo>
                    <a:pt x="5793" y="19385"/>
                  </a:lnTo>
                  <a:lnTo>
                    <a:pt x="6063" y="19964"/>
                  </a:lnTo>
                  <a:lnTo>
                    <a:pt x="6257" y="20543"/>
                  </a:lnTo>
                  <a:lnTo>
                    <a:pt x="5253" y="19964"/>
                  </a:lnTo>
                  <a:lnTo>
                    <a:pt x="5175" y="19925"/>
                  </a:lnTo>
                  <a:lnTo>
                    <a:pt x="5098" y="19925"/>
                  </a:lnTo>
                  <a:lnTo>
                    <a:pt x="5021" y="20003"/>
                  </a:lnTo>
                  <a:lnTo>
                    <a:pt x="4982" y="20041"/>
                  </a:lnTo>
                  <a:lnTo>
                    <a:pt x="4944" y="20582"/>
                  </a:lnTo>
                  <a:lnTo>
                    <a:pt x="4944" y="21084"/>
                  </a:lnTo>
                  <a:lnTo>
                    <a:pt x="4982" y="21586"/>
                  </a:lnTo>
                  <a:lnTo>
                    <a:pt x="5059" y="22088"/>
                  </a:lnTo>
                  <a:lnTo>
                    <a:pt x="5098" y="22204"/>
                  </a:lnTo>
                  <a:lnTo>
                    <a:pt x="5214" y="22242"/>
                  </a:lnTo>
                  <a:lnTo>
                    <a:pt x="5291" y="22242"/>
                  </a:lnTo>
                  <a:lnTo>
                    <a:pt x="5368" y="22165"/>
                  </a:lnTo>
                  <a:lnTo>
                    <a:pt x="5870" y="21663"/>
                  </a:lnTo>
                  <a:lnTo>
                    <a:pt x="6372" y="21161"/>
                  </a:lnTo>
                  <a:lnTo>
                    <a:pt x="6411" y="21547"/>
                  </a:lnTo>
                  <a:lnTo>
                    <a:pt x="6372" y="21933"/>
                  </a:lnTo>
                  <a:lnTo>
                    <a:pt x="6295" y="22474"/>
                  </a:lnTo>
                  <a:lnTo>
                    <a:pt x="6102" y="23053"/>
                  </a:lnTo>
                  <a:lnTo>
                    <a:pt x="5870" y="23671"/>
                  </a:lnTo>
                  <a:lnTo>
                    <a:pt x="5677" y="23941"/>
                  </a:lnTo>
                  <a:lnTo>
                    <a:pt x="5523" y="24173"/>
                  </a:lnTo>
                  <a:lnTo>
                    <a:pt x="5330" y="24405"/>
                  </a:lnTo>
                  <a:lnTo>
                    <a:pt x="5098" y="24598"/>
                  </a:lnTo>
                  <a:lnTo>
                    <a:pt x="4866" y="24752"/>
                  </a:lnTo>
                  <a:lnTo>
                    <a:pt x="4635" y="24868"/>
                  </a:lnTo>
                  <a:lnTo>
                    <a:pt x="4364" y="24945"/>
                  </a:lnTo>
                  <a:lnTo>
                    <a:pt x="4094" y="24907"/>
                  </a:lnTo>
                  <a:lnTo>
                    <a:pt x="3785" y="24868"/>
                  </a:lnTo>
                  <a:lnTo>
                    <a:pt x="3476" y="24714"/>
                  </a:lnTo>
                  <a:lnTo>
                    <a:pt x="3399" y="24675"/>
                  </a:lnTo>
                  <a:lnTo>
                    <a:pt x="3360" y="24675"/>
                  </a:lnTo>
                  <a:lnTo>
                    <a:pt x="3283" y="24752"/>
                  </a:lnTo>
                  <a:lnTo>
                    <a:pt x="3245" y="24868"/>
                  </a:lnTo>
                  <a:lnTo>
                    <a:pt x="3245" y="24907"/>
                  </a:lnTo>
                  <a:lnTo>
                    <a:pt x="3283" y="24945"/>
                  </a:lnTo>
                  <a:lnTo>
                    <a:pt x="3438" y="25100"/>
                  </a:lnTo>
                  <a:lnTo>
                    <a:pt x="3592" y="25216"/>
                  </a:lnTo>
                  <a:lnTo>
                    <a:pt x="3785" y="25293"/>
                  </a:lnTo>
                  <a:lnTo>
                    <a:pt x="3940" y="25331"/>
                  </a:lnTo>
                  <a:lnTo>
                    <a:pt x="4133" y="25370"/>
                  </a:lnTo>
                  <a:lnTo>
                    <a:pt x="4287" y="25370"/>
                  </a:lnTo>
                  <a:lnTo>
                    <a:pt x="4635" y="25293"/>
                  </a:lnTo>
                  <a:lnTo>
                    <a:pt x="4982" y="25138"/>
                  </a:lnTo>
                  <a:lnTo>
                    <a:pt x="5330" y="24945"/>
                  </a:lnTo>
                  <a:lnTo>
                    <a:pt x="5600" y="24714"/>
                  </a:lnTo>
                  <a:lnTo>
                    <a:pt x="5870" y="24443"/>
                  </a:lnTo>
                  <a:lnTo>
                    <a:pt x="6141" y="24057"/>
                  </a:lnTo>
                  <a:lnTo>
                    <a:pt x="6334" y="23671"/>
                  </a:lnTo>
                  <a:lnTo>
                    <a:pt x="6527" y="23285"/>
                  </a:lnTo>
                  <a:lnTo>
                    <a:pt x="6643" y="22860"/>
                  </a:lnTo>
                  <a:lnTo>
                    <a:pt x="6759" y="22435"/>
                  </a:lnTo>
                  <a:lnTo>
                    <a:pt x="6797" y="21972"/>
                  </a:lnTo>
                  <a:lnTo>
                    <a:pt x="6836" y="21547"/>
                  </a:lnTo>
                  <a:lnTo>
                    <a:pt x="6797" y="21084"/>
                  </a:lnTo>
                  <a:lnTo>
                    <a:pt x="7763" y="21933"/>
                  </a:lnTo>
                  <a:lnTo>
                    <a:pt x="7840" y="21972"/>
                  </a:lnTo>
                  <a:lnTo>
                    <a:pt x="7917" y="21972"/>
                  </a:lnTo>
                  <a:lnTo>
                    <a:pt x="7994" y="21933"/>
                  </a:lnTo>
                  <a:lnTo>
                    <a:pt x="8071" y="21856"/>
                  </a:lnTo>
                  <a:lnTo>
                    <a:pt x="8149" y="21354"/>
                  </a:lnTo>
                  <a:lnTo>
                    <a:pt x="8226" y="20852"/>
                  </a:lnTo>
                  <a:lnTo>
                    <a:pt x="8303" y="19809"/>
                  </a:lnTo>
                  <a:lnTo>
                    <a:pt x="8303" y="19732"/>
                  </a:lnTo>
                  <a:lnTo>
                    <a:pt x="8265" y="19694"/>
                  </a:lnTo>
                  <a:lnTo>
                    <a:pt x="8187" y="19655"/>
                  </a:lnTo>
                  <a:lnTo>
                    <a:pt x="8149" y="19616"/>
                  </a:lnTo>
                  <a:lnTo>
                    <a:pt x="7724" y="19655"/>
                  </a:lnTo>
                  <a:lnTo>
                    <a:pt x="7299" y="19732"/>
                  </a:lnTo>
                  <a:lnTo>
                    <a:pt x="6952" y="19848"/>
                  </a:lnTo>
                  <a:lnTo>
                    <a:pt x="6604" y="20080"/>
                  </a:lnTo>
                  <a:lnTo>
                    <a:pt x="6334" y="19539"/>
                  </a:lnTo>
                  <a:lnTo>
                    <a:pt x="6025" y="18999"/>
                  </a:lnTo>
                  <a:lnTo>
                    <a:pt x="5677" y="18497"/>
                  </a:lnTo>
                  <a:lnTo>
                    <a:pt x="5253" y="18033"/>
                  </a:lnTo>
                  <a:lnTo>
                    <a:pt x="5214" y="17995"/>
                  </a:lnTo>
                  <a:lnTo>
                    <a:pt x="5716" y="17956"/>
                  </a:lnTo>
                  <a:lnTo>
                    <a:pt x="6179" y="17879"/>
                  </a:lnTo>
                  <a:lnTo>
                    <a:pt x="6257" y="17840"/>
                  </a:lnTo>
                  <a:lnTo>
                    <a:pt x="6295" y="17763"/>
                  </a:lnTo>
                  <a:lnTo>
                    <a:pt x="6295" y="17686"/>
                  </a:lnTo>
                  <a:lnTo>
                    <a:pt x="6257" y="17608"/>
                  </a:lnTo>
                  <a:lnTo>
                    <a:pt x="6102" y="17261"/>
                  </a:lnTo>
                  <a:lnTo>
                    <a:pt x="5870" y="16952"/>
                  </a:lnTo>
                  <a:lnTo>
                    <a:pt x="5639" y="16682"/>
                  </a:lnTo>
                  <a:lnTo>
                    <a:pt x="5368" y="16411"/>
                  </a:lnTo>
                  <a:lnTo>
                    <a:pt x="5291" y="16373"/>
                  </a:lnTo>
                  <a:lnTo>
                    <a:pt x="5793" y="14674"/>
                  </a:lnTo>
                  <a:lnTo>
                    <a:pt x="5793" y="14558"/>
                  </a:lnTo>
                  <a:lnTo>
                    <a:pt x="5755" y="14481"/>
                  </a:lnTo>
                  <a:lnTo>
                    <a:pt x="5677" y="14442"/>
                  </a:lnTo>
                  <a:lnTo>
                    <a:pt x="5561" y="14442"/>
                  </a:lnTo>
                  <a:lnTo>
                    <a:pt x="4326" y="14674"/>
                  </a:lnTo>
                  <a:lnTo>
                    <a:pt x="4326" y="14674"/>
                  </a:lnTo>
                  <a:lnTo>
                    <a:pt x="4519" y="14326"/>
                  </a:lnTo>
                  <a:lnTo>
                    <a:pt x="4751" y="14056"/>
                  </a:lnTo>
                  <a:lnTo>
                    <a:pt x="4982" y="13786"/>
                  </a:lnTo>
                  <a:lnTo>
                    <a:pt x="5214" y="13515"/>
                  </a:lnTo>
                  <a:lnTo>
                    <a:pt x="5870" y="13554"/>
                  </a:lnTo>
                  <a:lnTo>
                    <a:pt x="5986" y="13515"/>
                  </a:lnTo>
                  <a:lnTo>
                    <a:pt x="6025" y="13438"/>
                  </a:lnTo>
                  <a:lnTo>
                    <a:pt x="6063" y="13361"/>
                  </a:lnTo>
                  <a:lnTo>
                    <a:pt x="6025" y="13245"/>
                  </a:lnTo>
                  <a:lnTo>
                    <a:pt x="5832" y="12820"/>
                  </a:lnTo>
                  <a:lnTo>
                    <a:pt x="5561" y="12434"/>
                  </a:lnTo>
                  <a:lnTo>
                    <a:pt x="6257" y="11893"/>
                  </a:lnTo>
                  <a:lnTo>
                    <a:pt x="6913" y="11276"/>
                  </a:lnTo>
                  <a:lnTo>
                    <a:pt x="7531" y="10619"/>
                  </a:lnTo>
                  <a:lnTo>
                    <a:pt x="8110" y="9885"/>
                  </a:lnTo>
                  <a:lnTo>
                    <a:pt x="8573" y="9152"/>
                  </a:lnTo>
                  <a:lnTo>
                    <a:pt x="8805" y="8766"/>
                  </a:lnTo>
                  <a:lnTo>
                    <a:pt x="8998" y="8341"/>
                  </a:lnTo>
                  <a:lnTo>
                    <a:pt x="9153" y="7916"/>
                  </a:lnTo>
                  <a:lnTo>
                    <a:pt x="9307" y="7491"/>
                  </a:lnTo>
                  <a:lnTo>
                    <a:pt x="9423" y="7067"/>
                  </a:lnTo>
                  <a:lnTo>
                    <a:pt x="9500" y="6642"/>
                  </a:lnTo>
                  <a:lnTo>
                    <a:pt x="9577" y="6217"/>
                  </a:lnTo>
                  <a:lnTo>
                    <a:pt x="9616" y="5754"/>
                  </a:lnTo>
                  <a:lnTo>
                    <a:pt x="9616" y="5329"/>
                  </a:lnTo>
                  <a:lnTo>
                    <a:pt x="9577" y="4904"/>
                  </a:lnTo>
                  <a:lnTo>
                    <a:pt x="9539" y="4479"/>
                  </a:lnTo>
                  <a:lnTo>
                    <a:pt x="9462" y="4093"/>
                  </a:lnTo>
                  <a:lnTo>
                    <a:pt x="9346" y="3669"/>
                  </a:lnTo>
                  <a:lnTo>
                    <a:pt x="9230" y="3282"/>
                  </a:lnTo>
                  <a:lnTo>
                    <a:pt x="9037" y="2896"/>
                  </a:lnTo>
                  <a:lnTo>
                    <a:pt x="8882" y="2510"/>
                  </a:lnTo>
                  <a:lnTo>
                    <a:pt x="8651" y="2163"/>
                  </a:lnTo>
                  <a:lnTo>
                    <a:pt x="8380" y="1815"/>
                  </a:lnTo>
                  <a:lnTo>
                    <a:pt x="8110" y="1506"/>
                  </a:lnTo>
                  <a:lnTo>
                    <a:pt x="7801" y="1197"/>
                  </a:lnTo>
                  <a:lnTo>
                    <a:pt x="7492" y="927"/>
                  </a:lnTo>
                  <a:lnTo>
                    <a:pt x="7106" y="695"/>
                  </a:lnTo>
                  <a:lnTo>
                    <a:pt x="6759" y="502"/>
                  </a:lnTo>
                  <a:lnTo>
                    <a:pt x="6411" y="348"/>
                  </a:lnTo>
                  <a:lnTo>
                    <a:pt x="6025" y="193"/>
                  </a:lnTo>
                  <a:lnTo>
                    <a:pt x="5639" y="116"/>
                  </a:lnTo>
                  <a:lnTo>
                    <a:pt x="5291" y="3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8"/>
            <p:cNvSpPr/>
            <p:nvPr/>
          </p:nvSpPr>
          <p:spPr>
            <a:xfrm>
              <a:off x="3031900" y="427125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4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8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1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9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5"/>
                  </a:lnTo>
                  <a:lnTo>
                    <a:pt x="1159" y="541"/>
                  </a:lnTo>
                  <a:lnTo>
                    <a:pt x="1352" y="426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9"/>
                  </a:lnTo>
                  <a:lnTo>
                    <a:pt x="309" y="928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6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3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4"/>
                  </a:lnTo>
                  <a:lnTo>
                    <a:pt x="1468" y="4017"/>
                  </a:lnTo>
                  <a:lnTo>
                    <a:pt x="1661" y="4094"/>
                  </a:lnTo>
                  <a:lnTo>
                    <a:pt x="1893" y="4133"/>
                  </a:lnTo>
                  <a:lnTo>
                    <a:pt x="2317" y="4133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3"/>
                  </a:lnTo>
                  <a:lnTo>
                    <a:pt x="4171" y="1430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7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8"/>
            <p:cNvSpPr/>
            <p:nvPr/>
          </p:nvSpPr>
          <p:spPr>
            <a:xfrm>
              <a:off x="5567925" y="4274150"/>
              <a:ext cx="67600" cy="76300"/>
            </a:xfrm>
            <a:custGeom>
              <a:avLst/>
              <a:gdLst/>
              <a:ahLst/>
              <a:cxnLst/>
              <a:rect l="l" t="t" r="r" b="b"/>
              <a:pathLst>
                <a:path w="2704" h="3052" extrusionOk="0">
                  <a:moveTo>
                    <a:pt x="1159" y="425"/>
                  </a:moveTo>
                  <a:lnTo>
                    <a:pt x="1429" y="503"/>
                  </a:lnTo>
                  <a:lnTo>
                    <a:pt x="1661" y="619"/>
                  </a:lnTo>
                  <a:lnTo>
                    <a:pt x="1854" y="773"/>
                  </a:lnTo>
                  <a:lnTo>
                    <a:pt x="2009" y="966"/>
                  </a:lnTo>
                  <a:lnTo>
                    <a:pt x="2124" y="1121"/>
                  </a:lnTo>
                  <a:lnTo>
                    <a:pt x="2202" y="1314"/>
                  </a:lnTo>
                  <a:lnTo>
                    <a:pt x="2318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5"/>
                  </a:lnTo>
                  <a:lnTo>
                    <a:pt x="2047" y="2279"/>
                  </a:lnTo>
                  <a:lnTo>
                    <a:pt x="1623" y="2047"/>
                  </a:lnTo>
                  <a:lnTo>
                    <a:pt x="1236" y="1893"/>
                  </a:lnTo>
                  <a:lnTo>
                    <a:pt x="1005" y="1777"/>
                  </a:lnTo>
                  <a:lnTo>
                    <a:pt x="812" y="1661"/>
                  </a:lnTo>
                  <a:lnTo>
                    <a:pt x="619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2"/>
                  </a:lnTo>
                  <a:lnTo>
                    <a:pt x="541" y="657"/>
                  </a:lnTo>
                  <a:lnTo>
                    <a:pt x="619" y="580"/>
                  </a:lnTo>
                  <a:lnTo>
                    <a:pt x="696" y="503"/>
                  </a:lnTo>
                  <a:lnTo>
                    <a:pt x="812" y="464"/>
                  </a:lnTo>
                  <a:lnTo>
                    <a:pt x="927" y="425"/>
                  </a:lnTo>
                  <a:close/>
                  <a:moveTo>
                    <a:pt x="1005" y="1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4" y="425"/>
                  </a:lnTo>
                  <a:lnTo>
                    <a:pt x="78" y="619"/>
                  </a:lnTo>
                  <a:lnTo>
                    <a:pt x="1" y="812"/>
                  </a:lnTo>
                  <a:lnTo>
                    <a:pt x="1" y="1005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3"/>
                  </a:lnTo>
                  <a:lnTo>
                    <a:pt x="387" y="1854"/>
                  </a:lnTo>
                  <a:lnTo>
                    <a:pt x="619" y="2047"/>
                  </a:lnTo>
                  <a:lnTo>
                    <a:pt x="889" y="2202"/>
                  </a:lnTo>
                  <a:lnTo>
                    <a:pt x="1198" y="2318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9" y="2742"/>
                  </a:lnTo>
                  <a:lnTo>
                    <a:pt x="2202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1" y="3013"/>
                  </a:lnTo>
                  <a:lnTo>
                    <a:pt x="2588" y="2974"/>
                  </a:lnTo>
                  <a:lnTo>
                    <a:pt x="2626" y="2897"/>
                  </a:lnTo>
                  <a:lnTo>
                    <a:pt x="2704" y="2318"/>
                  </a:lnTo>
                  <a:lnTo>
                    <a:pt x="2704" y="2009"/>
                  </a:lnTo>
                  <a:lnTo>
                    <a:pt x="2704" y="1700"/>
                  </a:lnTo>
                  <a:lnTo>
                    <a:pt x="2626" y="1429"/>
                  </a:lnTo>
                  <a:lnTo>
                    <a:pt x="2549" y="1121"/>
                  </a:lnTo>
                  <a:lnTo>
                    <a:pt x="2433" y="850"/>
                  </a:lnTo>
                  <a:lnTo>
                    <a:pt x="2279" y="580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700" y="117"/>
                  </a:lnTo>
                  <a:lnTo>
                    <a:pt x="1507" y="39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8"/>
            <p:cNvSpPr/>
            <p:nvPr/>
          </p:nvSpPr>
          <p:spPr>
            <a:xfrm>
              <a:off x="2254775" y="4312775"/>
              <a:ext cx="326325" cy="190200"/>
            </a:xfrm>
            <a:custGeom>
              <a:avLst/>
              <a:gdLst/>
              <a:ahLst/>
              <a:cxnLst/>
              <a:rect l="l" t="t" r="r" b="b"/>
              <a:pathLst>
                <a:path w="13053" h="7608" extrusionOk="0">
                  <a:moveTo>
                    <a:pt x="8920" y="271"/>
                  </a:moveTo>
                  <a:lnTo>
                    <a:pt x="9036" y="348"/>
                  </a:lnTo>
                  <a:lnTo>
                    <a:pt x="9191" y="464"/>
                  </a:lnTo>
                  <a:lnTo>
                    <a:pt x="9307" y="618"/>
                  </a:lnTo>
                  <a:lnTo>
                    <a:pt x="9384" y="657"/>
                  </a:lnTo>
                  <a:lnTo>
                    <a:pt x="9422" y="966"/>
                  </a:lnTo>
                  <a:lnTo>
                    <a:pt x="9422" y="1275"/>
                  </a:lnTo>
                  <a:lnTo>
                    <a:pt x="9345" y="1545"/>
                  </a:lnTo>
                  <a:lnTo>
                    <a:pt x="9229" y="1815"/>
                  </a:lnTo>
                  <a:lnTo>
                    <a:pt x="9036" y="2085"/>
                  </a:lnTo>
                  <a:lnTo>
                    <a:pt x="8882" y="2317"/>
                  </a:lnTo>
                  <a:lnTo>
                    <a:pt x="8457" y="2781"/>
                  </a:lnTo>
                  <a:lnTo>
                    <a:pt x="6990" y="4441"/>
                  </a:lnTo>
                  <a:lnTo>
                    <a:pt x="6835" y="4441"/>
                  </a:lnTo>
                  <a:lnTo>
                    <a:pt x="7106" y="3476"/>
                  </a:lnTo>
                  <a:lnTo>
                    <a:pt x="7415" y="2549"/>
                  </a:lnTo>
                  <a:lnTo>
                    <a:pt x="7801" y="1506"/>
                  </a:lnTo>
                  <a:lnTo>
                    <a:pt x="8032" y="1043"/>
                  </a:lnTo>
                  <a:lnTo>
                    <a:pt x="8187" y="773"/>
                  </a:lnTo>
                  <a:lnTo>
                    <a:pt x="8380" y="502"/>
                  </a:lnTo>
                  <a:lnTo>
                    <a:pt x="8573" y="348"/>
                  </a:lnTo>
                  <a:lnTo>
                    <a:pt x="8689" y="271"/>
                  </a:lnTo>
                  <a:close/>
                  <a:moveTo>
                    <a:pt x="2124" y="4441"/>
                  </a:moveTo>
                  <a:lnTo>
                    <a:pt x="2974" y="4557"/>
                  </a:lnTo>
                  <a:lnTo>
                    <a:pt x="3823" y="4711"/>
                  </a:lnTo>
                  <a:lnTo>
                    <a:pt x="4905" y="4866"/>
                  </a:lnTo>
                  <a:lnTo>
                    <a:pt x="5407" y="4943"/>
                  </a:lnTo>
                  <a:lnTo>
                    <a:pt x="5947" y="4982"/>
                  </a:lnTo>
                  <a:lnTo>
                    <a:pt x="4673" y="5213"/>
                  </a:lnTo>
                  <a:lnTo>
                    <a:pt x="3399" y="5406"/>
                  </a:lnTo>
                  <a:lnTo>
                    <a:pt x="2703" y="5484"/>
                  </a:lnTo>
                  <a:lnTo>
                    <a:pt x="1622" y="5484"/>
                  </a:lnTo>
                  <a:lnTo>
                    <a:pt x="1236" y="5445"/>
                  </a:lnTo>
                  <a:lnTo>
                    <a:pt x="966" y="5368"/>
                  </a:lnTo>
                  <a:lnTo>
                    <a:pt x="773" y="5291"/>
                  </a:lnTo>
                  <a:lnTo>
                    <a:pt x="696" y="5213"/>
                  </a:lnTo>
                  <a:lnTo>
                    <a:pt x="657" y="5097"/>
                  </a:lnTo>
                  <a:lnTo>
                    <a:pt x="657" y="4982"/>
                  </a:lnTo>
                  <a:lnTo>
                    <a:pt x="696" y="4827"/>
                  </a:lnTo>
                  <a:lnTo>
                    <a:pt x="734" y="4673"/>
                  </a:lnTo>
                  <a:lnTo>
                    <a:pt x="811" y="4557"/>
                  </a:lnTo>
                  <a:lnTo>
                    <a:pt x="889" y="4480"/>
                  </a:lnTo>
                  <a:lnTo>
                    <a:pt x="966" y="4441"/>
                  </a:lnTo>
                  <a:close/>
                  <a:moveTo>
                    <a:pt x="7183" y="4866"/>
                  </a:moveTo>
                  <a:lnTo>
                    <a:pt x="8380" y="5097"/>
                  </a:lnTo>
                  <a:lnTo>
                    <a:pt x="9616" y="5406"/>
                  </a:lnTo>
                  <a:lnTo>
                    <a:pt x="10272" y="5599"/>
                  </a:lnTo>
                  <a:lnTo>
                    <a:pt x="10967" y="5792"/>
                  </a:lnTo>
                  <a:lnTo>
                    <a:pt x="11662" y="6024"/>
                  </a:lnTo>
                  <a:lnTo>
                    <a:pt x="12087" y="6217"/>
                  </a:lnTo>
                  <a:lnTo>
                    <a:pt x="12203" y="6256"/>
                  </a:lnTo>
                  <a:lnTo>
                    <a:pt x="12319" y="6333"/>
                  </a:lnTo>
                  <a:lnTo>
                    <a:pt x="12396" y="6410"/>
                  </a:lnTo>
                  <a:lnTo>
                    <a:pt x="12434" y="6526"/>
                  </a:lnTo>
                  <a:lnTo>
                    <a:pt x="12473" y="6642"/>
                  </a:lnTo>
                  <a:lnTo>
                    <a:pt x="12473" y="6796"/>
                  </a:lnTo>
                  <a:lnTo>
                    <a:pt x="12396" y="7144"/>
                  </a:lnTo>
                  <a:lnTo>
                    <a:pt x="12241" y="7183"/>
                  </a:lnTo>
                  <a:lnTo>
                    <a:pt x="12010" y="7221"/>
                  </a:lnTo>
                  <a:lnTo>
                    <a:pt x="11817" y="7183"/>
                  </a:lnTo>
                  <a:lnTo>
                    <a:pt x="11585" y="7144"/>
                  </a:lnTo>
                  <a:lnTo>
                    <a:pt x="11122" y="7028"/>
                  </a:lnTo>
                  <a:lnTo>
                    <a:pt x="10735" y="6874"/>
                  </a:lnTo>
                  <a:lnTo>
                    <a:pt x="10002" y="6603"/>
                  </a:lnTo>
                  <a:lnTo>
                    <a:pt x="9307" y="6256"/>
                  </a:lnTo>
                  <a:lnTo>
                    <a:pt x="8766" y="5947"/>
                  </a:lnTo>
                  <a:lnTo>
                    <a:pt x="8225" y="5599"/>
                  </a:lnTo>
                  <a:lnTo>
                    <a:pt x="7183" y="4866"/>
                  </a:lnTo>
                  <a:close/>
                  <a:moveTo>
                    <a:pt x="8805" y="0"/>
                  </a:moveTo>
                  <a:lnTo>
                    <a:pt x="8573" y="39"/>
                  </a:lnTo>
                  <a:lnTo>
                    <a:pt x="8341" y="155"/>
                  </a:lnTo>
                  <a:lnTo>
                    <a:pt x="8110" y="271"/>
                  </a:lnTo>
                  <a:lnTo>
                    <a:pt x="7955" y="464"/>
                  </a:lnTo>
                  <a:lnTo>
                    <a:pt x="7723" y="850"/>
                  </a:lnTo>
                  <a:lnTo>
                    <a:pt x="7492" y="1275"/>
                  </a:lnTo>
                  <a:lnTo>
                    <a:pt x="7183" y="2201"/>
                  </a:lnTo>
                  <a:lnTo>
                    <a:pt x="6835" y="3321"/>
                  </a:lnTo>
                  <a:lnTo>
                    <a:pt x="6719" y="3862"/>
                  </a:lnTo>
                  <a:lnTo>
                    <a:pt x="6604" y="4441"/>
                  </a:lnTo>
                  <a:lnTo>
                    <a:pt x="6526" y="4518"/>
                  </a:lnTo>
                  <a:lnTo>
                    <a:pt x="6526" y="4634"/>
                  </a:lnTo>
                  <a:lnTo>
                    <a:pt x="5947" y="4595"/>
                  </a:lnTo>
                  <a:lnTo>
                    <a:pt x="5407" y="4557"/>
                  </a:lnTo>
                  <a:lnTo>
                    <a:pt x="4325" y="4402"/>
                  </a:lnTo>
                  <a:lnTo>
                    <a:pt x="3244" y="4209"/>
                  </a:lnTo>
                  <a:lnTo>
                    <a:pt x="2703" y="4132"/>
                  </a:lnTo>
                  <a:lnTo>
                    <a:pt x="2124" y="4093"/>
                  </a:lnTo>
                  <a:lnTo>
                    <a:pt x="1545" y="4055"/>
                  </a:lnTo>
                  <a:lnTo>
                    <a:pt x="1159" y="4055"/>
                  </a:lnTo>
                  <a:lnTo>
                    <a:pt x="773" y="4093"/>
                  </a:lnTo>
                  <a:lnTo>
                    <a:pt x="425" y="4209"/>
                  </a:lnTo>
                  <a:lnTo>
                    <a:pt x="271" y="4287"/>
                  </a:lnTo>
                  <a:lnTo>
                    <a:pt x="155" y="4364"/>
                  </a:lnTo>
                  <a:lnTo>
                    <a:pt x="78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4982"/>
                  </a:lnTo>
                  <a:lnTo>
                    <a:pt x="78" y="5136"/>
                  </a:lnTo>
                  <a:lnTo>
                    <a:pt x="155" y="5252"/>
                  </a:lnTo>
                  <a:lnTo>
                    <a:pt x="232" y="5406"/>
                  </a:lnTo>
                  <a:lnTo>
                    <a:pt x="348" y="5522"/>
                  </a:lnTo>
                  <a:lnTo>
                    <a:pt x="618" y="5677"/>
                  </a:lnTo>
                  <a:lnTo>
                    <a:pt x="927" y="5792"/>
                  </a:lnTo>
                  <a:lnTo>
                    <a:pt x="1275" y="5870"/>
                  </a:lnTo>
                  <a:lnTo>
                    <a:pt x="1622" y="5908"/>
                  </a:lnTo>
                  <a:lnTo>
                    <a:pt x="2240" y="5908"/>
                  </a:lnTo>
                  <a:lnTo>
                    <a:pt x="3360" y="5831"/>
                  </a:lnTo>
                  <a:lnTo>
                    <a:pt x="4441" y="5715"/>
                  </a:lnTo>
                  <a:lnTo>
                    <a:pt x="5561" y="5484"/>
                  </a:lnTo>
                  <a:lnTo>
                    <a:pt x="6102" y="5329"/>
                  </a:lnTo>
                  <a:lnTo>
                    <a:pt x="6604" y="5136"/>
                  </a:lnTo>
                  <a:lnTo>
                    <a:pt x="6604" y="5175"/>
                  </a:lnTo>
                  <a:lnTo>
                    <a:pt x="6642" y="5599"/>
                  </a:lnTo>
                  <a:lnTo>
                    <a:pt x="6681" y="5792"/>
                  </a:lnTo>
                  <a:lnTo>
                    <a:pt x="6758" y="5986"/>
                  </a:lnTo>
                  <a:lnTo>
                    <a:pt x="7028" y="6024"/>
                  </a:lnTo>
                  <a:lnTo>
                    <a:pt x="7028" y="5986"/>
                  </a:lnTo>
                  <a:lnTo>
                    <a:pt x="6951" y="5599"/>
                  </a:lnTo>
                  <a:lnTo>
                    <a:pt x="6951" y="5406"/>
                  </a:lnTo>
                  <a:lnTo>
                    <a:pt x="6990" y="5213"/>
                  </a:lnTo>
                  <a:lnTo>
                    <a:pt x="7028" y="5175"/>
                  </a:lnTo>
                  <a:lnTo>
                    <a:pt x="7723" y="5754"/>
                  </a:lnTo>
                  <a:lnTo>
                    <a:pt x="8496" y="6256"/>
                  </a:lnTo>
                  <a:lnTo>
                    <a:pt x="9307" y="6681"/>
                  </a:lnTo>
                  <a:lnTo>
                    <a:pt x="10118" y="7067"/>
                  </a:lnTo>
                  <a:lnTo>
                    <a:pt x="10774" y="7337"/>
                  </a:lnTo>
                  <a:lnTo>
                    <a:pt x="11237" y="7453"/>
                  </a:lnTo>
                  <a:lnTo>
                    <a:pt x="11662" y="7569"/>
                  </a:lnTo>
                  <a:lnTo>
                    <a:pt x="12126" y="7607"/>
                  </a:lnTo>
                  <a:lnTo>
                    <a:pt x="12319" y="7569"/>
                  </a:lnTo>
                  <a:lnTo>
                    <a:pt x="12512" y="7530"/>
                  </a:lnTo>
                  <a:lnTo>
                    <a:pt x="12666" y="7453"/>
                  </a:lnTo>
                  <a:lnTo>
                    <a:pt x="12821" y="7376"/>
                  </a:lnTo>
                  <a:lnTo>
                    <a:pt x="12936" y="7221"/>
                  </a:lnTo>
                  <a:lnTo>
                    <a:pt x="13014" y="7028"/>
                  </a:lnTo>
                  <a:lnTo>
                    <a:pt x="13052" y="6874"/>
                  </a:lnTo>
                  <a:lnTo>
                    <a:pt x="13052" y="6719"/>
                  </a:lnTo>
                  <a:lnTo>
                    <a:pt x="13014" y="6565"/>
                  </a:lnTo>
                  <a:lnTo>
                    <a:pt x="12975" y="6449"/>
                  </a:lnTo>
                  <a:lnTo>
                    <a:pt x="12898" y="6333"/>
                  </a:lnTo>
                  <a:lnTo>
                    <a:pt x="12782" y="6217"/>
                  </a:lnTo>
                  <a:lnTo>
                    <a:pt x="12512" y="6024"/>
                  </a:lnTo>
                  <a:lnTo>
                    <a:pt x="12241" y="5870"/>
                  </a:lnTo>
                  <a:lnTo>
                    <a:pt x="11894" y="5715"/>
                  </a:lnTo>
                  <a:lnTo>
                    <a:pt x="11353" y="5522"/>
                  </a:lnTo>
                  <a:lnTo>
                    <a:pt x="10388" y="5213"/>
                  </a:lnTo>
                  <a:lnTo>
                    <a:pt x="9384" y="4943"/>
                  </a:lnTo>
                  <a:lnTo>
                    <a:pt x="8380" y="4711"/>
                  </a:lnTo>
                  <a:lnTo>
                    <a:pt x="7376" y="4518"/>
                  </a:lnTo>
                  <a:lnTo>
                    <a:pt x="8418" y="3437"/>
                  </a:lnTo>
                  <a:lnTo>
                    <a:pt x="8882" y="2896"/>
                  </a:lnTo>
                  <a:lnTo>
                    <a:pt x="9345" y="2279"/>
                  </a:lnTo>
                  <a:lnTo>
                    <a:pt x="9461" y="2085"/>
                  </a:lnTo>
                  <a:lnTo>
                    <a:pt x="9577" y="1854"/>
                  </a:lnTo>
                  <a:lnTo>
                    <a:pt x="9654" y="1622"/>
                  </a:lnTo>
                  <a:lnTo>
                    <a:pt x="9731" y="1390"/>
                  </a:lnTo>
                  <a:lnTo>
                    <a:pt x="9731" y="1159"/>
                  </a:lnTo>
                  <a:lnTo>
                    <a:pt x="9693" y="927"/>
                  </a:lnTo>
                  <a:lnTo>
                    <a:pt x="9654" y="657"/>
                  </a:lnTo>
                  <a:lnTo>
                    <a:pt x="9500" y="464"/>
                  </a:lnTo>
                  <a:lnTo>
                    <a:pt x="9461" y="309"/>
                  </a:lnTo>
                  <a:lnTo>
                    <a:pt x="9384" y="232"/>
                  </a:lnTo>
                  <a:lnTo>
                    <a:pt x="9229" y="78"/>
                  </a:lnTo>
                  <a:lnTo>
                    <a:pt x="90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8"/>
            <p:cNvSpPr/>
            <p:nvPr/>
          </p:nvSpPr>
          <p:spPr>
            <a:xfrm>
              <a:off x="1058675" y="4315675"/>
              <a:ext cx="594700" cy="534825"/>
            </a:xfrm>
            <a:custGeom>
              <a:avLst/>
              <a:gdLst/>
              <a:ahLst/>
              <a:cxnLst/>
              <a:rect l="l" t="t" r="r" b="b"/>
              <a:pathLst>
                <a:path w="23788" h="21393" extrusionOk="0">
                  <a:moveTo>
                    <a:pt x="23478" y="270"/>
                  </a:moveTo>
                  <a:lnTo>
                    <a:pt x="23401" y="386"/>
                  </a:lnTo>
                  <a:lnTo>
                    <a:pt x="22590" y="1815"/>
                  </a:lnTo>
                  <a:lnTo>
                    <a:pt x="21741" y="3205"/>
                  </a:lnTo>
                  <a:lnTo>
                    <a:pt x="20853" y="4595"/>
                  </a:lnTo>
                  <a:lnTo>
                    <a:pt x="19926" y="5985"/>
                  </a:lnTo>
                  <a:lnTo>
                    <a:pt x="19269" y="5754"/>
                  </a:lnTo>
                  <a:lnTo>
                    <a:pt x="18999" y="5638"/>
                  </a:lnTo>
                  <a:lnTo>
                    <a:pt x="18690" y="5483"/>
                  </a:lnTo>
                  <a:lnTo>
                    <a:pt x="18420" y="5290"/>
                  </a:lnTo>
                  <a:lnTo>
                    <a:pt x="18150" y="5059"/>
                  </a:lnTo>
                  <a:lnTo>
                    <a:pt x="17918" y="4827"/>
                  </a:lnTo>
                  <a:lnTo>
                    <a:pt x="17686" y="4557"/>
                  </a:lnTo>
                  <a:lnTo>
                    <a:pt x="17493" y="4286"/>
                  </a:lnTo>
                  <a:lnTo>
                    <a:pt x="17339" y="3977"/>
                  </a:lnTo>
                  <a:lnTo>
                    <a:pt x="17030" y="3360"/>
                  </a:lnTo>
                  <a:lnTo>
                    <a:pt x="16798" y="2742"/>
                  </a:lnTo>
                  <a:lnTo>
                    <a:pt x="16605" y="2085"/>
                  </a:lnTo>
                  <a:lnTo>
                    <a:pt x="17416" y="1776"/>
                  </a:lnTo>
                  <a:lnTo>
                    <a:pt x="18265" y="1467"/>
                  </a:lnTo>
                  <a:lnTo>
                    <a:pt x="19115" y="1197"/>
                  </a:lnTo>
                  <a:lnTo>
                    <a:pt x="19965" y="965"/>
                  </a:lnTo>
                  <a:lnTo>
                    <a:pt x="20853" y="772"/>
                  </a:lnTo>
                  <a:lnTo>
                    <a:pt x="21702" y="579"/>
                  </a:lnTo>
                  <a:lnTo>
                    <a:pt x="22590" y="425"/>
                  </a:lnTo>
                  <a:lnTo>
                    <a:pt x="23478" y="270"/>
                  </a:lnTo>
                  <a:close/>
                  <a:moveTo>
                    <a:pt x="4866" y="7607"/>
                  </a:moveTo>
                  <a:lnTo>
                    <a:pt x="6256" y="7646"/>
                  </a:lnTo>
                  <a:lnTo>
                    <a:pt x="7608" y="7723"/>
                  </a:lnTo>
                  <a:lnTo>
                    <a:pt x="7222" y="8186"/>
                  </a:lnTo>
                  <a:lnTo>
                    <a:pt x="6835" y="8650"/>
                  </a:lnTo>
                  <a:lnTo>
                    <a:pt x="6488" y="9190"/>
                  </a:lnTo>
                  <a:lnTo>
                    <a:pt x="6140" y="9692"/>
                  </a:lnTo>
                  <a:lnTo>
                    <a:pt x="5909" y="10233"/>
                  </a:lnTo>
                  <a:lnTo>
                    <a:pt x="5870" y="10272"/>
                  </a:lnTo>
                  <a:lnTo>
                    <a:pt x="5214" y="10774"/>
                  </a:lnTo>
                  <a:lnTo>
                    <a:pt x="4557" y="11314"/>
                  </a:lnTo>
                  <a:lnTo>
                    <a:pt x="4326" y="11546"/>
                  </a:lnTo>
                  <a:lnTo>
                    <a:pt x="4094" y="11816"/>
                  </a:lnTo>
                  <a:lnTo>
                    <a:pt x="3824" y="12048"/>
                  </a:lnTo>
                  <a:lnTo>
                    <a:pt x="3708" y="12125"/>
                  </a:lnTo>
                  <a:lnTo>
                    <a:pt x="3553" y="12164"/>
                  </a:lnTo>
                  <a:lnTo>
                    <a:pt x="3399" y="12202"/>
                  </a:lnTo>
                  <a:lnTo>
                    <a:pt x="3206" y="12164"/>
                  </a:lnTo>
                  <a:lnTo>
                    <a:pt x="2742" y="12087"/>
                  </a:lnTo>
                  <a:lnTo>
                    <a:pt x="1970" y="11855"/>
                  </a:lnTo>
                  <a:lnTo>
                    <a:pt x="387" y="11507"/>
                  </a:lnTo>
                  <a:lnTo>
                    <a:pt x="1005" y="11083"/>
                  </a:lnTo>
                  <a:lnTo>
                    <a:pt x="1584" y="10658"/>
                  </a:lnTo>
                  <a:lnTo>
                    <a:pt x="2163" y="10156"/>
                  </a:lnTo>
                  <a:lnTo>
                    <a:pt x="2704" y="9654"/>
                  </a:lnTo>
                  <a:lnTo>
                    <a:pt x="3553" y="8804"/>
                  </a:lnTo>
                  <a:lnTo>
                    <a:pt x="4055" y="8186"/>
                  </a:lnTo>
                  <a:lnTo>
                    <a:pt x="4326" y="7916"/>
                  </a:lnTo>
                  <a:lnTo>
                    <a:pt x="4634" y="7684"/>
                  </a:lnTo>
                  <a:lnTo>
                    <a:pt x="4789" y="7684"/>
                  </a:lnTo>
                  <a:lnTo>
                    <a:pt x="4827" y="7646"/>
                  </a:lnTo>
                  <a:lnTo>
                    <a:pt x="4866" y="7607"/>
                  </a:lnTo>
                  <a:close/>
                  <a:moveTo>
                    <a:pt x="16296" y="2201"/>
                  </a:moveTo>
                  <a:lnTo>
                    <a:pt x="16489" y="2858"/>
                  </a:lnTo>
                  <a:lnTo>
                    <a:pt x="16721" y="3553"/>
                  </a:lnTo>
                  <a:lnTo>
                    <a:pt x="17030" y="4209"/>
                  </a:lnTo>
                  <a:lnTo>
                    <a:pt x="17223" y="4518"/>
                  </a:lnTo>
                  <a:lnTo>
                    <a:pt x="17455" y="4827"/>
                  </a:lnTo>
                  <a:lnTo>
                    <a:pt x="17648" y="5136"/>
                  </a:lnTo>
                  <a:lnTo>
                    <a:pt x="17879" y="5368"/>
                  </a:lnTo>
                  <a:lnTo>
                    <a:pt x="18150" y="5599"/>
                  </a:lnTo>
                  <a:lnTo>
                    <a:pt x="18420" y="5831"/>
                  </a:lnTo>
                  <a:lnTo>
                    <a:pt x="18729" y="5985"/>
                  </a:lnTo>
                  <a:lnTo>
                    <a:pt x="19038" y="6140"/>
                  </a:lnTo>
                  <a:lnTo>
                    <a:pt x="19385" y="6217"/>
                  </a:lnTo>
                  <a:lnTo>
                    <a:pt x="19771" y="6256"/>
                  </a:lnTo>
                  <a:lnTo>
                    <a:pt x="18922" y="7453"/>
                  </a:lnTo>
                  <a:lnTo>
                    <a:pt x="18034" y="8611"/>
                  </a:lnTo>
                  <a:lnTo>
                    <a:pt x="17223" y="9615"/>
                  </a:lnTo>
                  <a:lnTo>
                    <a:pt x="16373" y="10581"/>
                  </a:lnTo>
                  <a:lnTo>
                    <a:pt x="15524" y="11507"/>
                  </a:lnTo>
                  <a:lnTo>
                    <a:pt x="14597" y="12395"/>
                  </a:lnTo>
                  <a:lnTo>
                    <a:pt x="13670" y="13284"/>
                  </a:lnTo>
                  <a:lnTo>
                    <a:pt x="13168" y="13747"/>
                  </a:lnTo>
                  <a:lnTo>
                    <a:pt x="12628" y="14172"/>
                  </a:lnTo>
                  <a:lnTo>
                    <a:pt x="12126" y="14558"/>
                  </a:lnTo>
                  <a:lnTo>
                    <a:pt x="11546" y="14905"/>
                  </a:lnTo>
                  <a:lnTo>
                    <a:pt x="10967" y="15214"/>
                  </a:lnTo>
                  <a:lnTo>
                    <a:pt x="10388" y="15446"/>
                  </a:lnTo>
                  <a:lnTo>
                    <a:pt x="9809" y="15600"/>
                  </a:lnTo>
                  <a:lnTo>
                    <a:pt x="9191" y="15678"/>
                  </a:lnTo>
                  <a:lnTo>
                    <a:pt x="8612" y="15678"/>
                  </a:lnTo>
                  <a:lnTo>
                    <a:pt x="8341" y="15639"/>
                  </a:lnTo>
                  <a:lnTo>
                    <a:pt x="8033" y="15562"/>
                  </a:lnTo>
                  <a:lnTo>
                    <a:pt x="7762" y="15446"/>
                  </a:lnTo>
                  <a:lnTo>
                    <a:pt x="7531" y="15330"/>
                  </a:lnTo>
                  <a:lnTo>
                    <a:pt x="7260" y="15214"/>
                  </a:lnTo>
                  <a:lnTo>
                    <a:pt x="7029" y="15021"/>
                  </a:lnTo>
                  <a:lnTo>
                    <a:pt x="6835" y="14828"/>
                  </a:lnTo>
                  <a:lnTo>
                    <a:pt x="6642" y="14597"/>
                  </a:lnTo>
                  <a:lnTo>
                    <a:pt x="6449" y="14365"/>
                  </a:lnTo>
                  <a:lnTo>
                    <a:pt x="6295" y="14095"/>
                  </a:lnTo>
                  <a:lnTo>
                    <a:pt x="6063" y="13554"/>
                  </a:lnTo>
                  <a:lnTo>
                    <a:pt x="5909" y="13013"/>
                  </a:lnTo>
                  <a:lnTo>
                    <a:pt x="5870" y="12434"/>
                  </a:lnTo>
                  <a:lnTo>
                    <a:pt x="5870" y="11855"/>
                  </a:lnTo>
                  <a:lnTo>
                    <a:pt x="5986" y="11314"/>
                  </a:lnTo>
                  <a:lnTo>
                    <a:pt x="6140" y="10735"/>
                  </a:lnTo>
                  <a:lnTo>
                    <a:pt x="6333" y="10194"/>
                  </a:lnTo>
                  <a:lnTo>
                    <a:pt x="6604" y="9692"/>
                  </a:lnTo>
                  <a:lnTo>
                    <a:pt x="6913" y="9229"/>
                  </a:lnTo>
                  <a:lnTo>
                    <a:pt x="7222" y="8766"/>
                  </a:lnTo>
                  <a:lnTo>
                    <a:pt x="7569" y="8302"/>
                  </a:lnTo>
                  <a:lnTo>
                    <a:pt x="7955" y="7878"/>
                  </a:lnTo>
                  <a:lnTo>
                    <a:pt x="8766" y="7067"/>
                  </a:lnTo>
                  <a:lnTo>
                    <a:pt x="9616" y="6333"/>
                  </a:lnTo>
                  <a:lnTo>
                    <a:pt x="10542" y="5561"/>
                  </a:lnTo>
                  <a:lnTo>
                    <a:pt x="11508" y="4866"/>
                  </a:lnTo>
                  <a:lnTo>
                    <a:pt x="12473" y="4209"/>
                  </a:lnTo>
                  <a:lnTo>
                    <a:pt x="13516" y="3591"/>
                  </a:lnTo>
                  <a:lnTo>
                    <a:pt x="14211" y="3205"/>
                  </a:lnTo>
                  <a:lnTo>
                    <a:pt x="14906" y="2858"/>
                  </a:lnTo>
                  <a:lnTo>
                    <a:pt x="15601" y="2510"/>
                  </a:lnTo>
                  <a:lnTo>
                    <a:pt x="16296" y="2201"/>
                  </a:lnTo>
                  <a:close/>
                  <a:moveTo>
                    <a:pt x="5638" y="13361"/>
                  </a:moveTo>
                  <a:lnTo>
                    <a:pt x="5754" y="13747"/>
                  </a:lnTo>
                  <a:lnTo>
                    <a:pt x="5870" y="14133"/>
                  </a:lnTo>
                  <a:lnTo>
                    <a:pt x="6063" y="14519"/>
                  </a:lnTo>
                  <a:lnTo>
                    <a:pt x="6295" y="14828"/>
                  </a:lnTo>
                  <a:lnTo>
                    <a:pt x="6565" y="15137"/>
                  </a:lnTo>
                  <a:lnTo>
                    <a:pt x="6874" y="15407"/>
                  </a:lnTo>
                  <a:lnTo>
                    <a:pt x="7222" y="15639"/>
                  </a:lnTo>
                  <a:lnTo>
                    <a:pt x="7608" y="15832"/>
                  </a:lnTo>
                  <a:lnTo>
                    <a:pt x="7415" y="16141"/>
                  </a:lnTo>
                  <a:lnTo>
                    <a:pt x="7260" y="16489"/>
                  </a:lnTo>
                  <a:lnTo>
                    <a:pt x="6797" y="16296"/>
                  </a:lnTo>
                  <a:lnTo>
                    <a:pt x="6411" y="16025"/>
                  </a:lnTo>
                  <a:lnTo>
                    <a:pt x="6025" y="15716"/>
                  </a:lnTo>
                  <a:lnTo>
                    <a:pt x="5716" y="15369"/>
                  </a:lnTo>
                  <a:lnTo>
                    <a:pt x="5484" y="14983"/>
                  </a:lnTo>
                  <a:lnTo>
                    <a:pt x="5252" y="14558"/>
                  </a:lnTo>
                  <a:lnTo>
                    <a:pt x="5098" y="14133"/>
                  </a:lnTo>
                  <a:lnTo>
                    <a:pt x="5021" y="13631"/>
                  </a:lnTo>
                  <a:lnTo>
                    <a:pt x="4982" y="13593"/>
                  </a:lnTo>
                  <a:lnTo>
                    <a:pt x="5638" y="13361"/>
                  </a:lnTo>
                  <a:close/>
                  <a:moveTo>
                    <a:pt x="4827" y="13670"/>
                  </a:moveTo>
                  <a:lnTo>
                    <a:pt x="4866" y="14210"/>
                  </a:lnTo>
                  <a:lnTo>
                    <a:pt x="4982" y="14712"/>
                  </a:lnTo>
                  <a:lnTo>
                    <a:pt x="5214" y="15176"/>
                  </a:lnTo>
                  <a:lnTo>
                    <a:pt x="5484" y="15600"/>
                  </a:lnTo>
                  <a:lnTo>
                    <a:pt x="5831" y="15948"/>
                  </a:lnTo>
                  <a:lnTo>
                    <a:pt x="6218" y="16296"/>
                  </a:lnTo>
                  <a:lnTo>
                    <a:pt x="6642" y="16566"/>
                  </a:lnTo>
                  <a:lnTo>
                    <a:pt x="7106" y="16759"/>
                  </a:lnTo>
                  <a:lnTo>
                    <a:pt x="6951" y="17300"/>
                  </a:lnTo>
                  <a:lnTo>
                    <a:pt x="6411" y="17029"/>
                  </a:lnTo>
                  <a:lnTo>
                    <a:pt x="5909" y="16720"/>
                  </a:lnTo>
                  <a:lnTo>
                    <a:pt x="5484" y="16373"/>
                  </a:lnTo>
                  <a:lnTo>
                    <a:pt x="5098" y="15987"/>
                  </a:lnTo>
                  <a:lnTo>
                    <a:pt x="4789" y="15562"/>
                  </a:lnTo>
                  <a:lnTo>
                    <a:pt x="4480" y="15060"/>
                  </a:lnTo>
                  <a:lnTo>
                    <a:pt x="4248" y="14558"/>
                  </a:lnTo>
                  <a:lnTo>
                    <a:pt x="4055" y="13979"/>
                  </a:lnTo>
                  <a:lnTo>
                    <a:pt x="4248" y="13940"/>
                  </a:lnTo>
                  <a:lnTo>
                    <a:pt x="4441" y="13863"/>
                  </a:lnTo>
                  <a:lnTo>
                    <a:pt x="4827" y="13670"/>
                  </a:lnTo>
                  <a:close/>
                  <a:moveTo>
                    <a:pt x="4441" y="15871"/>
                  </a:moveTo>
                  <a:lnTo>
                    <a:pt x="4673" y="16180"/>
                  </a:lnTo>
                  <a:lnTo>
                    <a:pt x="4905" y="16450"/>
                  </a:lnTo>
                  <a:lnTo>
                    <a:pt x="5175" y="16682"/>
                  </a:lnTo>
                  <a:lnTo>
                    <a:pt x="5445" y="16913"/>
                  </a:lnTo>
                  <a:lnTo>
                    <a:pt x="5291" y="17029"/>
                  </a:lnTo>
                  <a:lnTo>
                    <a:pt x="5214" y="17222"/>
                  </a:lnTo>
                  <a:lnTo>
                    <a:pt x="5098" y="17068"/>
                  </a:lnTo>
                  <a:lnTo>
                    <a:pt x="5059" y="16991"/>
                  </a:lnTo>
                  <a:lnTo>
                    <a:pt x="4982" y="16952"/>
                  </a:lnTo>
                  <a:lnTo>
                    <a:pt x="4905" y="16952"/>
                  </a:lnTo>
                  <a:lnTo>
                    <a:pt x="4827" y="16991"/>
                  </a:lnTo>
                  <a:lnTo>
                    <a:pt x="4519" y="17415"/>
                  </a:lnTo>
                  <a:lnTo>
                    <a:pt x="4210" y="17840"/>
                  </a:lnTo>
                  <a:lnTo>
                    <a:pt x="3862" y="18226"/>
                  </a:lnTo>
                  <a:lnTo>
                    <a:pt x="3476" y="18574"/>
                  </a:lnTo>
                  <a:lnTo>
                    <a:pt x="3090" y="18921"/>
                  </a:lnTo>
                  <a:lnTo>
                    <a:pt x="2665" y="19230"/>
                  </a:lnTo>
                  <a:lnTo>
                    <a:pt x="2240" y="19501"/>
                  </a:lnTo>
                  <a:lnTo>
                    <a:pt x="1777" y="19771"/>
                  </a:lnTo>
                  <a:lnTo>
                    <a:pt x="1777" y="19771"/>
                  </a:lnTo>
                  <a:lnTo>
                    <a:pt x="1816" y="19346"/>
                  </a:lnTo>
                  <a:lnTo>
                    <a:pt x="1854" y="18921"/>
                  </a:lnTo>
                  <a:lnTo>
                    <a:pt x="2009" y="18535"/>
                  </a:lnTo>
                  <a:lnTo>
                    <a:pt x="2163" y="18188"/>
                  </a:lnTo>
                  <a:lnTo>
                    <a:pt x="2395" y="17840"/>
                  </a:lnTo>
                  <a:lnTo>
                    <a:pt x="2665" y="17531"/>
                  </a:lnTo>
                  <a:lnTo>
                    <a:pt x="2974" y="17222"/>
                  </a:lnTo>
                  <a:lnTo>
                    <a:pt x="3360" y="16913"/>
                  </a:lnTo>
                  <a:lnTo>
                    <a:pt x="3669" y="16720"/>
                  </a:lnTo>
                  <a:lnTo>
                    <a:pt x="3939" y="16489"/>
                  </a:lnTo>
                  <a:lnTo>
                    <a:pt x="4017" y="16334"/>
                  </a:lnTo>
                  <a:lnTo>
                    <a:pt x="4094" y="16218"/>
                  </a:lnTo>
                  <a:lnTo>
                    <a:pt x="4094" y="16064"/>
                  </a:lnTo>
                  <a:lnTo>
                    <a:pt x="4055" y="15871"/>
                  </a:lnTo>
                  <a:close/>
                  <a:moveTo>
                    <a:pt x="13439" y="13979"/>
                  </a:moveTo>
                  <a:lnTo>
                    <a:pt x="13400" y="14674"/>
                  </a:lnTo>
                  <a:lnTo>
                    <a:pt x="13400" y="15369"/>
                  </a:lnTo>
                  <a:lnTo>
                    <a:pt x="13477" y="16025"/>
                  </a:lnTo>
                  <a:lnTo>
                    <a:pt x="13632" y="16682"/>
                  </a:lnTo>
                  <a:lnTo>
                    <a:pt x="12396" y="17454"/>
                  </a:lnTo>
                  <a:lnTo>
                    <a:pt x="11160" y="18304"/>
                  </a:lnTo>
                  <a:lnTo>
                    <a:pt x="8805" y="20041"/>
                  </a:lnTo>
                  <a:lnTo>
                    <a:pt x="8766" y="19037"/>
                  </a:lnTo>
                  <a:lnTo>
                    <a:pt x="8689" y="18033"/>
                  </a:lnTo>
                  <a:lnTo>
                    <a:pt x="8650" y="17724"/>
                  </a:lnTo>
                  <a:lnTo>
                    <a:pt x="8689" y="17493"/>
                  </a:lnTo>
                  <a:lnTo>
                    <a:pt x="8728" y="17377"/>
                  </a:lnTo>
                  <a:lnTo>
                    <a:pt x="8805" y="17261"/>
                  </a:lnTo>
                  <a:lnTo>
                    <a:pt x="9037" y="17068"/>
                  </a:lnTo>
                  <a:lnTo>
                    <a:pt x="9654" y="16604"/>
                  </a:lnTo>
                  <a:lnTo>
                    <a:pt x="10195" y="16141"/>
                  </a:lnTo>
                  <a:lnTo>
                    <a:pt x="10234" y="16064"/>
                  </a:lnTo>
                  <a:lnTo>
                    <a:pt x="10272" y="16025"/>
                  </a:lnTo>
                  <a:lnTo>
                    <a:pt x="10234" y="15909"/>
                  </a:lnTo>
                  <a:lnTo>
                    <a:pt x="10774" y="15716"/>
                  </a:lnTo>
                  <a:lnTo>
                    <a:pt x="11276" y="15485"/>
                  </a:lnTo>
                  <a:lnTo>
                    <a:pt x="11740" y="15214"/>
                  </a:lnTo>
                  <a:lnTo>
                    <a:pt x="12203" y="14905"/>
                  </a:lnTo>
                  <a:lnTo>
                    <a:pt x="12821" y="14481"/>
                  </a:lnTo>
                  <a:lnTo>
                    <a:pt x="13439" y="13979"/>
                  </a:lnTo>
                  <a:close/>
                  <a:moveTo>
                    <a:pt x="3978" y="14944"/>
                  </a:moveTo>
                  <a:lnTo>
                    <a:pt x="4132" y="15330"/>
                  </a:lnTo>
                  <a:lnTo>
                    <a:pt x="4326" y="15678"/>
                  </a:lnTo>
                  <a:lnTo>
                    <a:pt x="3862" y="15678"/>
                  </a:lnTo>
                  <a:lnTo>
                    <a:pt x="3785" y="15716"/>
                  </a:lnTo>
                  <a:lnTo>
                    <a:pt x="3746" y="15755"/>
                  </a:lnTo>
                  <a:lnTo>
                    <a:pt x="3746" y="15832"/>
                  </a:lnTo>
                  <a:lnTo>
                    <a:pt x="3785" y="15871"/>
                  </a:lnTo>
                  <a:lnTo>
                    <a:pt x="3785" y="15948"/>
                  </a:lnTo>
                  <a:lnTo>
                    <a:pt x="3785" y="16064"/>
                  </a:lnTo>
                  <a:lnTo>
                    <a:pt x="3669" y="16257"/>
                  </a:lnTo>
                  <a:lnTo>
                    <a:pt x="3476" y="16489"/>
                  </a:lnTo>
                  <a:lnTo>
                    <a:pt x="3206" y="16720"/>
                  </a:lnTo>
                  <a:lnTo>
                    <a:pt x="2665" y="17145"/>
                  </a:lnTo>
                  <a:lnTo>
                    <a:pt x="2318" y="17415"/>
                  </a:lnTo>
                  <a:lnTo>
                    <a:pt x="2009" y="17802"/>
                  </a:lnTo>
                  <a:lnTo>
                    <a:pt x="1777" y="18188"/>
                  </a:lnTo>
                  <a:lnTo>
                    <a:pt x="1584" y="18651"/>
                  </a:lnTo>
                  <a:lnTo>
                    <a:pt x="1507" y="19114"/>
                  </a:lnTo>
                  <a:lnTo>
                    <a:pt x="1468" y="19346"/>
                  </a:lnTo>
                  <a:lnTo>
                    <a:pt x="1468" y="19578"/>
                  </a:lnTo>
                  <a:lnTo>
                    <a:pt x="1507" y="19848"/>
                  </a:lnTo>
                  <a:lnTo>
                    <a:pt x="1545" y="20080"/>
                  </a:lnTo>
                  <a:lnTo>
                    <a:pt x="1622" y="20118"/>
                  </a:lnTo>
                  <a:lnTo>
                    <a:pt x="1738" y="20118"/>
                  </a:lnTo>
                  <a:lnTo>
                    <a:pt x="1777" y="20041"/>
                  </a:lnTo>
                  <a:lnTo>
                    <a:pt x="2279" y="19809"/>
                  </a:lnTo>
                  <a:lnTo>
                    <a:pt x="2742" y="19578"/>
                  </a:lnTo>
                  <a:lnTo>
                    <a:pt x="3167" y="19269"/>
                  </a:lnTo>
                  <a:lnTo>
                    <a:pt x="3553" y="18960"/>
                  </a:lnTo>
                  <a:lnTo>
                    <a:pt x="3939" y="18612"/>
                  </a:lnTo>
                  <a:lnTo>
                    <a:pt x="4287" y="18226"/>
                  </a:lnTo>
                  <a:lnTo>
                    <a:pt x="4634" y="17802"/>
                  </a:lnTo>
                  <a:lnTo>
                    <a:pt x="4943" y="17377"/>
                  </a:lnTo>
                  <a:lnTo>
                    <a:pt x="5059" y="17531"/>
                  </a:lnTo>
                  <a:lnTo>
                    <a:pt x="5175" y="17647"/>
                  </a:lnTo>
                  <a:lnTo>
                    <a:pt x="5291" y="17647"/>
                  </a:lnTo>
                  <a:lnTo>
                    <a:pt x="5368" y="17608"/>
                  </a:lnTo>
                  <a:lnTo>
                    <a:pt x="5368" y="17531"/>
                  </a:lnTo>
                  <a:lnTo>
                    <a:pt x="5638" y="17068"/>
                  </a:lnTo>
                  <a:lnTo>
                    <a:pt x="6025" y="17300"/>
                  </a:lnTo>
                  <a:lnTo>
                    <a:pt x="5986" y="17802"/>
                  </a:lnTo>
                  <a:lnTo>
                    <a:pt x="5870" y="18304"/>
                  </a:lnTo>
                  <a:lnTo>
                    <a:pt x="5754" y="18806"/>
                  </a:lnTo>
                  <a:lnTo>
                    <a:pt x="5561" y="19308"/>
                  </a:lnTo>
                  <a:lnTo>
                    <a:pt x="5445" y="19076"/>
                  </a:lnTo>
                  <a:lnTo>
                    <a:pt x="5407" y="18844"/>
                  </a:lnTo>
                  <a:lnTo>
                    <a:pt x="5368" y="18574"/>
                  </a:lnTo>
                  <a:lnTo>
                    <a:pt x="5407" y="18304"/>
                  </a:lnTo>
                  <a:lnTo>
                    <a:pt x="5445" y="18226"/>
                  </a:lnTo>
                  <a:lnTo>
                    <a:pt x="5407" y="18188"/>
                  </a:lnTo>
                  <a:lnTo>
                    <a:pt x="5329" y="18110"/>
                  </a:lnTo>
                  <a:lnTo>
                    <a:pt x="5252" y="18072"/>
                  </a:lnTo>
                  <a:lnTo>
                    <a:pt x="5214" y="18110"/>
                  </a:lnTo>
                  <a:lnTo>
                    <a:pt x="5136" y="18110"/>
                  </a:lnTo>
                  <a:lnTo>
                    <a:pt x="5098" y="18188"/>
                  </a:lnTo>
                  <a:lnTo>
                    <a:pt x="4827" y="18767"/>
                  </a:lnTo>
                  <a:lnTo>
                    <a:pt x="4519" y="19308"/>
                  </a:lnTo>
                  <a:lnTo>
                    <a:pt x="4326" y="19539"/>
                  </a:lnTo>
                  <a:lnTo>
                    <a:pt x="4094" y="19771"/>
                  </a:lnTo>
                  <a:lnTo>
                    <a:pt x="3862" y="19964"/>
                  </a:lnTo>
                  <a:lnTo>
                    <a:pt x="3592" y="20196"/>
                  </a:lnTo>
                  <a:lnTo>
                    <a:pt x="3090" y="20505"/>
                  </a:lnTo>
                  <a:lnTo>
                    <a:pt x="2820" y="20659"/>
                  </a:lnTo>
                  <a:lnTo>
                    <a:pt x="2511" y="20775"/>
                  </a:lnTo>
                  <a:lnTo>
                    <a:pt x="2202" y="20891"/>
                  </a:lnTo>
                  <a:lnTo>
                    <a:pt x="1893" y="20968"/>
                  </a:lnTo>
                  <a:lnTo>
                    <a:pt x="1584" y="21007"/>
                  </a:lnTo>
                  <a:lnTo>
                    <a:pt x="1275" y="20968"/>
                  </a:lnTo>
                  <a:lnTo>
                    <a:pt x="1043" y="20929"/>
                  </a:lnTo>
                  <a:lnTo>
                    <a:pt x="889" y="20813"/>
                  </a:lnTo>
                  <a:lnTo>
                    <a:pt x="773" y="20698"/>
                  </a:lnTo>
                  <a:lnTo>
                    <a:pt x="734" y="20543"/>
                  </a:lnTo>
                  <a:lnTo>
                    <a:pt x="696" y="20350"/>
                  </a:lnTo>
                  <a:lnTo>
                    <a:pt x="696" y="20157"/>
                  </a:lnTo>
                  <a:lnTo>
                    <a:pt x="734" y="19732"/>
                  </a:lnTo>
                  <a:lnTo>
                    <a:pt x="812" y="19037"/>
                  </a:lnTo>
                  <a:lnTo>
                    <a:pt x="889" y="18690"/>
                  </a:lnTo>
                  <a:lnTo>
                    <a:pt x="1005" y="18342"/>
                  </a:lnTo>
                  <a:lnTo>
                    <a:pt x="1159" y="17956"/>
                  </a:lnTo>
                  <a:lnTo>
                    <a:pt x="1352" y="17608"/>
                  </a:lnTo>
                  <a:lnTo>
                    <a:pt x="1584" y="17261"/>
                  </a:lnTo>
                  <a:lnTo>
                    <a:pt x="1854" y="16952"/>
                  </a:lnTo>
                  <a:lnTo>
                    <a:pt x="2124" y="16682"/>
                  </a:lnTo>
                  <a:lnTo>
                    <a:pt x="2433" y="16411"/>
                  </a:lnTo>
                  <a:lnTo>
                    <a:pt x="2781" y="16180"/>
                  </a:lnTo>
                  <a:lnTo>
                    <a:pt x="3167" y="16025"/>
                  </a:lnTo>
                  <a:lnTo>
                    <a:pt x="3244" y="15948"/>
                  </a:lnTo>
                  <a:lnTo>
                    <a:pt x="3244" y="15871"/>
                  </a:lnTo>
                  <a:lnTo>
                    <a:pt x="3206" y="15794"/>
                  </a:lnTo>
                  <a:lnTo>
                    <a:pt x="3167" y="15716"/>
                  </a:lnTo>
                  <a:lnTo>
                    <a:pt x="2433" y="15369"/>
                  </a:lnTo>
                  <a:lnTo>
                    <a:pt x="2781" y="15176"/>
                  </a:lnTo>
                  <a:lnTo>
                    <a:pt x="3167" y="15021"/>
                  </a:lnTo>
                  <a:lnTo>
                    <a:pt x="3553" y="14983"/>
                  </a:lnTo>
                  <a:lnTo>
                    <a:pt x="3978" y="14944"/>
                  </a:lnTo>
                  <a:close/>
                  <a:moveTo>
                    <a:pt x="23478" y="0"/>
                  </a:moveTo>
                  <a:lnTo>
                    <a:pt x="22204" y="155"/>
                  </a:lnTo>
                  <a:lnTo>
                    <a:pt x="20891" y="386"/>
                  </a:lnTo>
                  <a:lnTo>
                    <a:pt x="19617" y="657"/>
                  </a:lnTo>
                  <a:lnTo>
                    <a:pt x="18381" y="1043"/>
                  </a:lnTo>
                  <a:lnTo>
                    <a:pt x="17146" y="1467"/>
                  </a:lnTo>
                  <a:lnTo>
                    <a:pt x="15949" y="1969"/>
                  </a:lnTo>
                  <a:lnTo>
                    <a:pt x="14752" y="2510"/>
                  </a:lnTo>
                  <a:lnTo>
                    <a:pt x="13593" y="3128"/>
                  </a:lnTo>
                  <a:lnTo>
                    <a:pt x="12473" y="3784"/>
                  </a:lnTo>
                  <a:lnTo>
                    <a:pt x="11353" y="4518"/>
                  </a:lnTo>
                  <a:lnTo>
                    <a:pt x="10311" y="5290"/>
                  </a:lnTo>
                  <a:lnTo>
                    <a:pt x="9307" y="6140"/>
                  </a:lnTo>
                  <a:lnTo>
                    <a:pt x="8535" y="6796"/>
                  </a:lnTo>
                  <a:lnTo>
                    <a:pt x="7801" y="7491"/>
                  </a:lnTo>
                  <a:lnTo>
                    <a:pt x="7029" y="7337"/>
                  </a:lnTo>
                  <a:lnTo>
                    <a:pt x="6218" y="7221"/>
                  </a:lnTo>
                  <a:lnTo>
                    <a:pt x="5407" y="7182"/>
                  </a:lnTo>
                  <a:lnTo>
                    <a:pt x="4557" y="7221"/>
                  </a:lnTo>
                  <a:lnTo>
                    <a:pt x="4519" y="7221"/>
                  </a:lnTo>
                  <a:lnTo>
                    <a:pt x="4441" y="7260"/>
                  </a:lnTo>
                  <a:lnTo>
                    <a:pt x="4403" y="7414"/>
                  </a:lnTo>
                  <a:lnTo>
                    <a:pt x="4171" y="7530"/>
                  </a:lnTo>
                  <a:lnTo>
                    <a:pt x="3939" y="7723"/>
                  </a:lnTo>
                  <a:lnTo>
                    <a:pt x="3708" y="7916"/>
                  </a:lnTo>
                  <a:lnTo>
                    <a:pt x="3515" y="8148"/>
                  </a:lnTo>
                  <a:lnTo>
                    <a:pt x="3128" y="8611"/>
                  </a:lnTo>
                  <a:lnTo>
                    <a:pt x="2742" y="9036"/>
                  </a:lnTo>
                  <a:lnTo>
                    <a:pt x="2124" y="9654"/>
                  </a:lnTo>
                  <a:lnTo>
                    <a:pt x="1468" y="10194"/>
                  </a:lnTo>
                  <a:lnTo>
                    <a:pt x="773" y="10774"/>
                  </a:lnTo>
                  <a:lnTo>
                    <a:pt x="78" y="11276"/>
                  </a:lnTo>
                  <a:lnTo>
                    <a:pt x="1" y="11353"/>
                  </a:lnTo>
                  <a:lnTo>
                    <a:pt x="1" y="11430"/>
                  </a:lnTo>
                  <a:lnTo>
                    <a:pt x="1" y="11507"/>
                  </a:lnTo>
                  <a:lnTo>
                    <a:pt x="39" y="11546"/>
                  </a:lnTo>
                  <a:lnTo>
                    <a:pt x="39" y="11623"/>
                  </a:lnTo>
                  <a:lnTo>
                    <a:pt x="39" y="11700"/>
                  </a:lnTo>
                  <a:lnTo>
                    <a:pt x="78" y="11739"/>
                  </a:lnTo>
                  <a:lnTo>
                    <a:pt x="116" y="11778"/>
                  </a:lnTo>
                  <a:lnTo>
                    <a:pt x="1005" y="12048"/>
                  </a:lnTo>
                  <a:lnTo>
                    <a:pt x="1893" y="12280"/>
                  </a:lnTo>
                  <a:lnTo>
                    <a:pt x="3669" y="12666"/>
                  </a:lnTo>
                  <a:lnTo>
                    <a:pt x="3785" y="12666"/>
                  </a:lnTo>
                  <a:lnTo>
                    <a:pt x="3862" y="12589"/>
                  </a:lnTo>
                  <a:lnTo>
                    <a:pt x="4750" y="11700"/>
                  </a:lnTo>
                  <a:lnTo>
                    <a:pt x="5716" y="10851"/>
                  </a:lnTo>
                  <a:lnTo>
                    <a:pt x="5600" y="11391"/>
                  </a:lnTo>
                  <a:lnTo>
                    <a:pt x="5523" y="11971"/>
                  </a:lnTo>
                  <a:lnTo>
                    <a:pt x="5523" y="12550"/>
                  </a:lnTo>
                  <a:lnTo>
                    <a:pt x="5600" y="13091"/>
                  </a:lnTo>
                  <a:lnTo>
                    <a:pt x="5136" y="13168"/>
                  </a:lnTo>
                  <a:lnTo>
                    <a:pt x="4712" y="13284"/>
                  </a:lnTo>
                  <a:lnTo>
                    <a:pt x="4248" y="13477"/>
                  </a:lnTo>
                  <a:lnTo>
                    <a:pt x="4017" y="13593"/>
                  </a:lnTo>
                  <a:lnTo>
                    <a:pt x="3862" y="13747"/>
                  </a:lnTo>
                  <a:lnTo>
                    <a:pt x="3824" y="13824"/>
                  </a:lnTo>
                  <a:lnTo>
                    <a:pt x="3862" y="13901"/>
                  </a:lnTo>
                  <a:lnTo>
                    <a:pt x="3824" y="13940"/>
                  </a:lnTo>
                  <a:lnTo>
                    <a:pt x="3785" y="14017"/>
                  </a:lnTo>
                  <a:lnTo>
                    <a:pt x="3824" y="14403"/>
                  </a:lnTo>
                  <a:lnTo>
                    <a:pt x="3901" y="14751"/>
                  </a:lnTo>
                  <a:lnTo>
                    <a:pt x="3669" y="14712"/>
                  </a:lnTo>
                  <a:lnTo>
                    <a:pt x="3399" y="14712"/>
                  </a:lnTo>
                  <a:lnTo>
                    <a:pt x="3167" y="14751"/>
                  </a:lnTo>
                  <a:lnTo>
                    <a:pt x="2935" y="14790"/>
                  </a:lnTo>
                  <a:lnTo>
                    <a:pt x="2665" y="14867"/>
                  </a:lnTo>
                  <a:lnTo>
                    <a:pt x="2433" y="14983"/>
                  </a:lnTo>
                  <a:lnTo>
                    <a:pt x="2240" y="15098"/>
                  </a:lnTo>
                  <a:lnTo>
                    <a:pt x="2009" y="15253"/>
                  </a:lnTo>
                  <a:lnTo>
                    <a:pt x="1931" y="15330"/>
                  </a:lnTo>
                  <a:lnTo>
                    <a:pt x="1931" y="15407"/>
                  </a:lnTo>
                  <a:lnTo>
                    <a:pt x="1970" y="15485"/>
                  </a:lnTo>
                  <a:lnTo>
                    <a:pt x="2047" y="15523"/>
                  </a:lnTo>
                  <a:lnTo>
                    <a:pt x="2704" y="15871"/>
                  </a:lnTo>
                  <a:lnTo>
                    <a:pt x="2356" y="16064"/>
                  </a:lnTo>
                  <a:lnTo>
                    <a:pt x="2047" y="16334"/>
                  </a:lnTo>
                  <a:lnTo>
                    <a:pt x="1738" y="16604"/>
                  </a:lnTo>
                  <a:lnTo>
                    <a:pt x="1468" y="16875"/>
                  </a:lnTo>
                  <a:lnTo>
                    <a:pt x="1198" y="17222"/>
                  </a:lnTo>
                  <a:lnTo>
                    <a:pt x="1005" y="17570"/>
                  </a:lnTo>
                  <a:lnTo>
                    <a:pt x="812" y="17956"/>
                  </a:lnTo>
                  <a:lnTo>
                    <a:pt x="657" y="18342"/>
                  </a:lnTo>
                  <a:lnTo>
                    <a:pt x="464" y="18960"/>
                  </a:lnTo>
                  <a:lnTo>
                    <a:pt x="387" y="19385"/>
                  </a:lnTo>
                  <a:lnTo>
                    <a:pt x="310" y="19809"/>
                  </a:lnTo>
                  <a:lnTo>
                    <a:pt x="271" y="20234"/>
                  </a:lnTo>
                  <a:lnTo>
                    <a:pt x="310" y="20659"/>
                  </a:lnTo>
                  <a:lnTo>
                    <a:pt x="348" y="20813"/>
                  </a:lnTo>
                  <a:lnTo>
                    <a:pt x="425" y="20968"/>
                  </a:lnTo>
                  <a:lnTo>
                    <a:pt x="503" y="21084"/>
                  </a:lnTo>
                  <a:lnTo>
                    <a:pt x="618" y="21200"/>
                  </a:lnTo>
                  <a:lnTo>
                    <a:pt x="773" y="21277"/>
                  </a:lnTo>
                  <a:lnTo>
                    <a:pt x="927" y="21315"/>
                  </a:lnTo>
                  <a:lnTo>
                    <a:pt x="1275" y="21393"/>
                  </a:lnTo>
                  <a:lnTo>
                    <a:pt x="1661" y="21354"/>
                  </a:lnTo>
                  <a:lnTo>
                    <a:pt x="2047" y="21277"/>
                  </a:lnTo>
                  <a:lnTo>
                    <a:pt x="2433" y="21161"/>
                  </a:lnTo>
                  <a:lnTo>
                    <a:pt x="2820" y="21007"/>
                  </a:lnTo>
                  <a:lnTo>
                    <a:pt x="3437" y="20698"/>
                  </a:lnTo>
                  <a:lnTo>
                    <a:pt x="3901" y="20389"/>
                  </a:lnTo>
                  <a:lnTo>
                    <a:pt x="4364" y="20003"/>
                  </a:lnTo>
                  <a:lnTo>
                    <a:pt x="4750" y="19539"/>
                  </a:lnTo>
                  <a:lnTo>
                    <a:pt x="5098" y="19037"/>
                  </a:lnTo>
                  <a:lnTo>
                    <a:pt x="5136" y="19230"/>
                  </a:lnTo>
                  <a:lnTo>
                    <a:pt x="5214" y="19423"/>
                  </a:lnTo>
                  <a:lnTo>
                    <a:pt x="5329" y="19578"/>
                  </a:lnTo>
                  <a:lnTo>
                    <a:pt x="5484" y="19771"/>
                  </a:lnTo>
                  <a:lnTo>
                    <a:pt x="5561" y="19809"/>
                  </a:lnTo>
                  <a:lnTo>
                    <a:pt x="5638" y="19809"/>
                  </a:lnTo>
                  <a:lnTo>
                    <a:pt x="5716" y="19771"/>
                  </a:lnTo>
                  <a:lnTo>
                    <a:pt x="5793" y="19694"/>
                  </a:lnTo>
                  <a:lnTo>
                    <a:pt x="5986" y="19153"/>
                  </a:lnTo>
                  <a:lnTo>
                    <a:pt x="6179" y="18612"/>
                  </a:lnTo>
                  <a:lnTo>
                    <a:pt x="6295" y="18033"/>
                  </a:lnTo>
                  <a:lnTo>
                    <a:pt x="6372" y="17454"/>
                  </a:lnTo>
                  <a:lnTo>
                    <a:pt x="6913" y="17608"/>
                  </a:lnTo>
                  <a:lnTo>
                    <a:pt x="7183" y="17608"/>
                  </a:lnTo>
                  <a:lnTo>
                    <a:pt x="7183" y="17531"/>
                  </a:lnTo>
                  <a:lnTo>
                    <a:pt x="7531" y="16720"/>
                  </a:lnTo>
                  <a:lnTo>
                    <a:pt x="7724" y="16334"/>
                  </a:lnTo>
                  <a:lnTo>
                    <a:pt x="7955" y="15948"/>
                  </a:lnTo>
                  <a:lnTo>
                    <a:pt x="8110" y="15987"/>
                  </a:lnTo>
                  <a:lnTo>
                    <a:pt x="8535" y="16064"/>
                  </a:lnTo>
                  <a:lnTo>
                    <a:pt x="8921" y="16102"/>
                  </a:lnTo>
                  <a:lnTo>
                    <a:pt x="9307" y="16064"/>
                  </a:lnTo>
                  <a:lnTo>
                    <a:pt x="9693" y="16025"/>
                  </a:lnTo>
                  <a:lnTo>
                    <a:pt x="9693" y="16025"/>
                  </a:lnTo>
                  <a:lnTo>
                    <a:pt x="8998" y="16604"/>
                  </a:lnTo>
                  <a:lnTo>
                    <a:pt x="8226" y="17106"/>
                  </a:lnTo>
                  <a:lnTo>
                    <a:pt x="8148" y="17222"/>
                  </a:lnTo>
                  <a:lnTo>
                    <a:pt x="8148" y="17300"/>
                  </a:lnTo>
                  <a:lnTo>
                    <a:pt x="8264" y="18110"/>
                  </a:lnTo>
                  <a:lnTo>
                    <a:pt x="8341" y="18883"/>
                  </a:lnTo>
                  <a:lnTo>
                    <a:pt x="8380" y="19655"/>
                  </a:lnTo>
                  <a:lnTo>
                    <a:pt x="8380" y="20427"/>
                  </a:lnTo>
                  <a:lnTo>
                    <a:pt x="8419" y="20543"/>
                  </a:lnTo>
                  <a:lnTo>
                    <a:pt x="8496" y="20620"/>
                  </a:lnTo>
                  <a:lnTo>
                    <a:pt x="8612" y="20659"/>
                  </a:lnTo>
                  <a:lnTo>
                    <a:pt x="8728" y="20620"/>
                  </a:lnTo>
                  <a:lnTo>
                    <a:pt x="11392" y="18806"/>
                  </a:lnTo>
                  <a:lnTo>
                    <a:pt x="12705" y="17840"/>
                  </a:lnTo>
                  <a:lnTo>
                    <a:pt x="13323" y="17338"/>
                  </a:lnTo>
                  <a:lnTo>
                    <a:pt x="13941" y="16836"/>
                  </a:lnTo>
                  <a:lnTo>
                    <a:pt x="13979" y="16759"/>
                  </a:lnTo>
                  <a:lnTo>
                    <a:pt x="13979" y="16682"/>
                  </a:lnTo>
                  <a:lnTo>
                    <a:pt x="13979" y="16643"/>
                  </a:lnTo>
                  <a:lnTo>
                    <a:pt x="13941" y="16257"/>
                  </a:lnTo>
                  <a:lnTo>
                    <a:pt x="13902" y="15871"/>
                  </a:lnTo>
                  <a:lnTo>
                    <a:pt x="13825" y="15098"/>
                  </a:lnTo>
                  <a:lnTo>
                    <a:pt x="13748" y="13747"/>
                  </a:lnTo>
                  <a:lnTo>
                    <a:pt x="14443" y="13129"/>
                  </a:lnTo>
                  <a:lnTo>
                    <a:pt x="15099" y="12473"/>
                  </a:lnTo>
                  <a:lnTo>
                    <a:pt x="15756" y="11816"/>
                  </a:lnTo>
                  <a:lnTo>
                    <a:pt x="16373" y="11121"/>
                  </a:lnTo>
                  <a:lnTo>
                    <a:pt x="17455" y="9924"/>
                  </a:lnTo>
                  <a:lnTo>
                    <a:pt x="18459" y="8650"/>
                  </a:lnTo>
                  <a:lnTo>
                    <a:pt x="19424" y="7376"/>
                  </a:lnTo>
                  <a:lnTo>
                    <a:pt x="20351" y="6024"/>
                  </a:lnTo>
                  <a:lnTo>
                    <a:pt x="21239" y="4673"/>
                  </a:lnTo>
                  <a:lnTo>
                    <a:pt x="22088" y="3321"/>
                  </a:lnTo>
                  <a:lnTo>
                    <a:pt x="22938" y="1931"/>
                  </a:lnTo>
                  <a:lnTo>
                    <a:pt x="23749" y="502"/>
                  </a:lnTo>
                  <a:lnTo>
                    <a:pt x="23749" y="425"/>
                  </a:lnTo>
                  <a:lnTo>
                    <a:pt x="23749" y="348"/>
                  </a:lnTo>
                  <a:lnTo>
                    <a:pt x="23749" y="270"/>
                  </a:lnTo>
                  <a:lnTo>
                    <a:pt x="23787" y="155"/>
                  </a:lnTo>
                  <a:lnTo>
                    <a:pt x="23787" y="77"/>
                  </a:lnTo>
                  <a:lnTo>
                    <a:pt x="23749" y="39"/>
                  </a:lnTo>
                  <a:lnTo>
                    <a:pt x="23672" y="0"/>
                  </a:lnTo>
                  <a:lnTo>
                    <a:pt x="23633" y="39"/>
                  </a:lnTo>
                  <a:lnTo>
                    <a:pt x="23633" y="77"/>
                  </a:lnTo>
                  <a:lnTo>
                    <a:pt x="235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8"/>
            <p:cNvSpPr/>
            <p:nvPr/>
          </p:nvSpPr>
          <p:spPr>
            <a:xfrm>
              <a:off x="5635500" y="4343650"/>
              <a:ext cx="54100" cy="45400"/>
            </a:xfrm>
            <a:custGeom>
              <a:avLst/>
              <a:gdLst/>
              <a:ahLst/>
              <a:cxnLst/>
              <a:rect l="l" t="t" r="r" b="b"/>
              <a:pathLst>
                <a:path w="2164" h="1816" extrusionOk="0">
                  <a:moveTo>
                    <a:pt x="1314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5"/>
                  </a:lnTo>
                  <a:lnTo>
                    <a:pt x="1777" y="889"/>
                  </a:lnTo>
                  <a:lnTo>
                    <a:pt x="1777" y="928"/>
                  </a:lnTo>
                  <a:lnTo>
                    <a:pt x="1738" y="1005"/>
                  </a:lnTo>
                  <a:lnTo>
                    <a:pt x="1661" y="1044"/>
                  </a:lnTo>
                  <a:lnTo>
                    <a:pt x="1584" y="1082"/>
                  </a:lnTo>
                  <a:lnTo>
                    <a:pt x="1275" y="1121"/>
                  </a:lnTo>
                  <a:lnTo>
                    <a:pt x="927" y="1121"/>
                  </a:lnTo>
                  <a:lnTo>
                    <a:pt x="619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1"/>
                  </a:lnTo>
                  <a:lnTo>
                    <a:pt x="348" y="1005"/>
                  </a:lnTo>
                  <a:lnTo>
                    <a:pt x="387" y="850"/>
                  </a:lnTo>
                  <a:lnTo>
                    <a:pt x="464" y="735"/>
                  </a:lnTo>
                  <a:lnTo>
                    <a:pt x="580" y="619"/>
                  </a:lnTo>
                  <a:lnTo>
                    <a:pt x="657" y="503"/>
                  </a:lnTo>
                  <a:lnTo>
                    <a:pt x="812" y="426"/>
                  </a:lnTo>
                  <a:lnTo>
                    <a:pt x="966" y="387"/>
                  </a:lnTo>
                  <a:close/>
                  <a:moveTo>
                    <a:pt x="1005" y="1"/>
                  </a:moveTo>
                  <a:lnTo>
                    <a:pt x="812" y="40"/>
                  </a:lnTo>
                  <a:lnTo>
                    <a:pt x="619" y="117"/>
                  </a:lnTo>
                  <a:lnTo>
                    <a:pt x="425" y="233"/>
                  </a:lnTo>
                  <a:lnTo>
                    <a:pt x="271" y="348"/>
                  </a:lnTo>
                  <a:lnTo>
                    <a:pt x="155" y="503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30"/>
                  </a:lnTo>
                  <a:lnTo>
                    <a:pt x="117" y="1623"/>
                  </a:lnTo>
                  <a:lnTo>
                    <a:pt x="155" y="1739"/>
                  </a:lnTo>
                  <a:lnTo>
                    <a:pt x="232" y="1777"/>
                  </a:lnTo>
                  <a:lnTo>
                    <a:pt x="348" y="1816"/>
                  </a:lnTo>
                  <a:lnTo>
                    <a:pt x="425" y="1739"/>
                  </a:lnTo>
                  <a:lnTo>
                    <a:pt x="580" y="1623"/>
                  </a:lnTo>
                  <a:lnTo>
                    <a:pt x="696" y="1546"/>
                  </a:lnTo>
                  <a:lnTo>
                    <a:pt x="889" y="1507"/>
                  </a:lnTo>
                  <a:lnTo>
                    <a:pt x="1429" y="1507"/>
                  </a:lnTo>
                  <a:lnTo>
                    <a:pt x="1584" y="1468"/>
                  </a:lnTo>
                  <a:lnTo>
                    <a:pt x="1777" y="1430"/>
                  </a:lnTo>
                  <a:lnTo>
                    <a:pt x="1931" y="1352"/>
                  </a:lnTo>
                  <a:lnTo>
                    <a:pt x="2047" y="1237"/>
                  </a:lnTo>
                  <a:lnTo>
                    <a:pt x="2125" y="1121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9"/>
                  </a:lnTo>
                  <a:lnTo>
                    <a:pt x="2086" y="464"/>
                  </a:lnTo>
                  <a:lnTo>
                    <a:pt x="1970" y="310"/>
                  </a:lnTo>
                  <a:lnTo>
                    <a:pt x="1816" y="194"/>
                  </a:lnTo>
                  <a:lnTo>
                    <a:pt x="1623" y="78"/>
                  </a:lnTo>
                  <a:lnTo>
                    <a:pt x="142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8"/>
            <p:cNvSpPr/>
            <p:nvPr/>
          </p:nvSpPr>
          <p:spPr>
            <a:xfrm>
              <a:off x="4572625" y="43774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2"/>
                  </a:lnTo>
                  <a:lnTo>
                    <a:pt x="23479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5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2"/>
                  </a:lnTo>
                  <a:lnTo>
                    <a:pt x="23865" y="3514"/>
                  </a:lnTo>
                  <a:lnTo>
                    <a:pt x="23788" y="3399"/>
                  </a:lnTo>
                  <a:lnTo>
                    <a:pt x="23749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1"/>
                  </a:lnTo>
                  <a:lnTo>
                    <a:pt x="16567" y="5407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8"/>
                  </a:lnTo>
                  <a:lnTo>
                    <a:pt x="15949" y="5020"/>
                  </a:lnTo>
                  <a:lnTo>
                    <a:pt x="16065" y="4982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8" y="4982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7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2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600"/>
                  </a:lnTo>
                  <a:lnTo>
                    <a:pt x="14250" y="5445"/>
                  </a:lnTo>
                  <a:lnTo>
                    <a:pt x="14365" y="5368"/>
                  </a:lnTo>
                  <a:lnTo>
                    <a:pt x="14443" y="5329"/>
                  </a:lnTo>
                  <a:close/>
                  <a:moveTo>
                    <a:pt x="18999" y="5484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0" y="5677"/>
                  </a:lnTo>
                  <a:lnTo>
                    <a:pt x="18845" y="5522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1" y="6102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8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891" y="6951"/>
                  </a:lnTo>
                  <a:lnTo>
                    <a:pt x="20467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9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2" y="5986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2" y="6295"/>
                  </a:lnTo>
                  <a:lnTo>
                    <a:pt x="23749" y="6565"/>
                  </a:lnTo>
                  <a:lnTo>
                    <a:pt x="23517" y="6797"/>
                  </a:lnTo>
                  <a:lnTo>
                    <a:pt x="23247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131" y="6102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8" y="6797"/>
                  </a:lnTo>
                  <a:lnTo>
                    <a:pt x="12628" y="6681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2"/>
                  </a:lnTo>
                  <a:close/>
                  <a:moveTo>
                    <a:pt x="22166" y="6565"/>
                  </a:moveTo>
                  <a:lnTo>
                    <a:pt x="22282" y="6604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6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3" y="7106"/>
                  </a:lnTo>
                  <a:lnTo>
                    <a:pt x="21471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50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6" y="7994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40" y="7723"/>
                  </a:lnTo>
                  <a:lnTo>
                    <a:pt x="11817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2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8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5" y="9770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3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3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6" y="11739"/>
                  </a:lnTo>
                  <a:lnTo>
                    <a:pt x="10658" y="11701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6" y="10697"/>
                  </a:lnTo>
                  <a:lnTo>
                    <a:pt x="10929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4" y="11778"/>
                  </a:lnTo>
                  <a:lnTo>
                    <a:pt x="6372" y="12010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9" y="11508"/>
                  </a:lnTo>
                  <a:lnTo>
                    <a:pt x="5754" y="11469"/>
                  </a:lnTo>
                  <a:close/>
                  <a:moveTo>
                    <a:pt x="10543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3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40" y="13207"/>
                  </a:lnTo>
                  <a:lnTo>
                    <a:pt x="7338" y="13014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4" y="12627"/>
                  </a:moveTo>
                  <a:lnTo>
                    <a:pt x="8959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8" y="13207"/>
                  </a:lnTo>
                  <a:lnTo>
                    <a:pt x="9037" y="13284"/>
                  </a:lnTo>
                  <a:lnTo>
                    <a:pt x="8805" y="13323"/>
                  </a:lnTo>
                  <a:lnTo>
                    <a:pt x="8573" y="13323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42" y="13014"/>
                  </a:lnTo>
                  <a:lnTo>
                    <a:pt x="8419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7" y="0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1" y="2279"/>
                  </a:lnTo>
                  <a:lnTo>
                    <a:pt x="23054" y="2395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63" y="3283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1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80"/>
                  </a:lnTo>
                  <a:lnTo>
                    <a:pt x="23479" y="4750"/>
                  </a:lnTo>
                  <a:lnTo>
                    <a:pt x="23440" y="4905"/>
                  </a:lnTo>
                  <a:lnTo>
                    <a:pt x="23440" y="5020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5" y="6295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5"/>
                  </a:lnTo>
                  <a:lnTo>
                    <a:pt x="21509" y="6411"/>
                  </a:lnTo>
                  <a:lnTo>
                    <a:pt x="21355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9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4"/>
                  </a:lnTo>
                  <a:lnTo>
                    <a:pt x="19463" y="5329"/>
                  </a:lnTo>
                  <a:lnTo>
                    <a:pt x="19385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1"/>
                  </a:lnTo>
                  <a:lnTo>
                    <a:pt x="18497" y="5407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3" y="4673"/>
                  </a:lnTo>
                  <a:lnTo>
                    <a:pt x="17957" y="4596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5" y="5098"/>
                  </a:lnTo>
                  <a:lnTo>
                    <a:pt x="16760" y="4943"/>
                  </a:lnTo>
                  <a:lnTo>
                    <a:pt x="16605" y="4789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636" y="4943"/>
                  </a:lnTo>
                  <a:lnTo>
                    <a:pt x="14443" y="4982"/>
                  </a:lnTo>
                  <a:lnTo>
                    <a:pt x="14288" y="5020"/>
                  </a:lnTo>
                  <a:lnTo>
                    <a:pt x="14134" y="5098"/>
                  </a:lnTo>
                  <a:lnTo>
                    <a:pt x="14057" y="5175"/>
                  </a:lnTo>
                  <a:lnTo>
                    <a:pt x="13941" y="5291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90"/>
                  </a:lnTo>
                  <a:lnTo>
                    <a:pt x="12164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508" y="7415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4"/>
                  </a:lnTo>
                  <a:lnTo>
                    <a:pt x="11315" y="8148"/>
                  </a:lnTo>
                  <a:lnTo>
                    <a:pt x="11354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1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6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10"/>
                  </a:lnTo>
                  <a:lnTo>
                    <a:pt x="9423" y="12087"/>
                  </a:lnTo>
                  <a:lnTo>
                    <a:pt x="9384" y="12203"/>
                  </a:lnTo>
                  <a:lnTo>
                    <a:pt x="9346" y="12319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9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9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3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5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5" y="10735"/>
                  </a:lnTo>
                  <a:lnTo>
                    <a:pt x="5330" y="10504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3" y="10311"/>
                  </a:lnTo>
                  <a:lnTo>
                    <a:pt x="4828" y="10311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61"/>
                  </a:lnTo>
                  <a:lnTo>
                    <a:pt x="3746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6"/>
                  </a:lnTo>
                  <a:lnTo>
                    <a:pt x="3013" y="9770"/>
                  </a:lnTo>
                  <a:lnTo>
                    <a:pt x="2974" y="9616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700" y="9191"/>
                  </a:lnTo>
                  <a:lnTo>
                    <a:pt x="1545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1"/>
                  </a:lnTo>
                  <a:lnTo>
                    <a:pt x="812" y="12936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53" y="11932"/>
                  </a:lnTo>
                  <a:lnTo>
                    <a:pt x="3515" y="11817"/>
                  </a:lnTo>
                  <a:lnTo>
                    <a:pt x="3437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3"/>
                  </a:lnTo>
                  <a:lnTo>
                    <a:pt x="619" y="12048"/>
                  </a:lnTo>
                  <a:lnTo>
                    <a:pt x="541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1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30" y="10388"/>
                  </a:lnTo>
                  <a:lnTo>
                    <a:pt x="1738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1" y="13786"/>
                  </a:lnTo>
                  <a:lnTo>
                    <a:pt x="9346" y="13709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9" y="12473"/>
                  </a:lnTo>
                  <a:lnTo>
                    <a:pt x="11122" y="12126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114"/>
                  </a:lnTo>
                  <a:lnTo>
                    <a:pt x="12358" y="8612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84" y="7299"/>
                  </a:lnTo>
                  <a:lnTo>
                    <a:pt x="13632" y="6990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3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0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9"/>
                  </a:lnTo>
                  <a:lnTo>
                    <a:pt x="24058" y="6990"/>
                  </a:lnTo>
                  <a:lnTo>
                    <a:pt x="24367" y="6642"/>
                  </a:lnTo>
                  <a:lnTo>
                    <a:pt x="24598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84"/>
                  </a:lnTo>
                  <a:lnTo>
                    <a:pt x="24058" y="1198"/>
                  </a:lnTo>
                  <a:lnTo>
                    <a:pt x="23788" y="811"/>
                  </a:lnTo>
                  <a:lnTo>
                    <a:pt x="23942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70" y="78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8"/>
            <p:cNvSpPr/>
            <p:nvPr/>
          </p:nvSpPr>
          <p:spPr>
            <a:xfrm>
              <a:off x="5082350" y="43871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9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3" y="2433"/>
                  </a:lnTo>
                  <a:lnTo>
                    <a:pt x="5368" y="2819"/>
                  </a:lnTo>
                  <a:lnTo>
                    <a:pt x="5484" y="3206"/>
                  </a:lnTo>
                  <a:lnTo>
                    <a:pt x="5522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2" y="5214"/>
                  </a:lnTo>
                  <a:lnTo>
                    <a:pt x="5445" y="5600"/>
                  </a:lnTo>
                  <a:lnTo>
                    <a:pt x="5329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09" y="8032"/>
                  </a:lnTo>
                  <a:lnTo>
                    <a:pt x="3939" y="8380"/>
                  </a:lnTo>
                  <a:lnTo>
                    <a:pt x="3630" y="8728"/>
                  </a:lnTo>
                  <a:lnTo>
                    <a:pt x="3283" y="9036"/>
                  </a:lnTo>
                  <a:lnTo>
                    <a:pt x="2935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8" y="10040"/>
                  </a:lnTo>
                  <a:lnTo>
                    <a:pt x="1313" y="10234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0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4"/>
                  </a:lnTo>
                  <a:lnTo>
                    <a:pt x="4827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8" y="5793"/>
                  </a:lnTo>
                  <a:lnTo>
                    <a:pt x="6024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4"/>
                  </a:lnTo>
                  <a:lnTo>
                    <a:pt x="4904" y="1005"/>
                  </a:lnTo>
                  <a:lnTo>
                    <a:pt x="4596" y="696"/>
                  </a:lnTo>
                  <a:lnTo>
                    <a:pt x="4287" y="425"/>
                  </a:lnTo>
                  <a:lnTo>
                    <a:pt x="3939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8"/>
            <p:cNvSpPr/>
            <p:nvPr/>
          </p:nvSpPr>
          <p:spPr>
            <a:xfrm>
              <a:off x="5492625" y="44122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1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1"/>
                  </a:lnTo>
                  <a:lnTo>
                    <a:pt x="3862" y="503"/>
                  </a:lnTo>
                  <a:lnTo>
                    <a:pt x="3322" y="773"/>
                  </a:lnTo>
                  <a:lnTo>
                    <a:pt x="2781" y="1082"/>
                  </a:lnTo>
                  <a:lnTo>
                    <a:pt x="2279" y="1429"/>
                  </a:lnTo>
                  <a:lnTo>
                    <a:pt x="1816" y="1854"/>
                  </a:lnTo>
                  <a:lnTo>
                    <a:pt x="1429" y="2279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7" y="4789"/>
                  </a:lnTo>
                  <a:lnTo>
                    <a:pt x="1" y="5368"/>
                  </a:lnTo>
                  <a:lnTo>
                    <a:pt x="348" y="5407"/>
                  </a:lnTo>
                  <a:lnTo>
                    <a:pt x="464" y="4982"/>
                  </a:lnTo>
                  <a:lnTo>
                    <a:pt x="580" y="4596"/>
                  </a:lnTo>
                  <a:lnTo>
                    <a:pt x="812" y="3978"/>
                  </a:lnTo>
                  <a:lnTo>
                    <a:pt x="1121" y="3399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7"/>
                  </a:lnTo>
                  <a:lnTo>
                    <a:pt x="3399" y="1159"/>
                  </a:lnTo>
                  <a:lnTo>
                    <a:pt x="3978" y="889"/>
                  </a:lnTo>
                  <a:lnTo>
                    <a:pt x="4635" y="657"/>
                  </a:lnTo>
                  <a:lnTo>
                    <a:pt x="5252" y="464"/>
                  </a:lnTo>
                  <a:lnTo>
                    <a:pt x="5909" y="387"/>
                  </a:lnTo>
                  <a:lnTo>
                    <a:pt x="6565" y="387"/>
                  </a:lnTo>
                  <a:lnTo>
                    <a:pt x="7222" y="464"/>
                  </a:lnTo>
                  <a:lnTo>
                    <a:pt x="7878" y="580"/>
                  </a:lnTo>
                  <a:lnTo>
                    <a:pt x="8496" y="812"/>
                  </a:lnTo>
                  <a:lnTo>
                    <a:pt x="9114" y="1082"/>
                  </a:lnTo>
                  <a:lnTo>
                    <a:pt x="9423" y="1275"/>
                  </a:lnTo>
                  <a:lnTo>
                    <a:pt x="9732" y="1507"/>
                  </a:lnTo>
                  <a:lnTo>
                    <a:pt x="10041" y="1700"/>
                  </a:lnTo>
                  <a:lnTo>
                    <a:pt x="10311" y="1931"/>
                  </a:lnTo>
                  <a:lnTo>
                    <a:pt x="10774" y="2472"/>
                  </a:lnTo>
                  <a:lnTo>
                    <a:pt x="11199" y="3013"/>
                  </a:lnTo>
                  <a:lnTo>
                    <a:pt x="11547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8"/>
                  </a:lnTo>
                  <a:lnTo>
                    <a:pt x="12859" y="6797"/>
                  </a:lnTo>
                  <a:lnTo>
                    <a:pt x="13130" y="7376"/>
                  </a:lnTo>
                  <a:lnTo>
                    <a:pt x="13439" y="7955"/>
                  </a:lnTo>
                  <a:lnTo>
                    <a:pt x="13825" y="8496"/>
                  </a:lnTo>
                  <a:lnTo>
                    <a:pt x="14250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500"/>
                  </a:lnTo>
                  <a:lnTo>
                    <a:pt x="15292" y="9654"/>
                  </a:lnTo>
                  <a:lnTo>
                    <a:pt x="15756" y="9809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9"/>
                  </a:lnTo>
                  <a:lnTo>
                    <a:pt x="17609" y="9616"/>
                  </a:lnTo>
                  <a:lnTo>
                    <a:pt x="17841" y="9500"/>
                  </a:lnTo>
                  <a:lnTo>
                    <a:pt x="18034" y="9384"/>
                  </a:lnTo>
                  <a:lnTo>
                    <a:pt x="18188" y="9230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2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80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6" y="8419"/>
                  </a:lnTo>
                  <a:lnTo>
                    <a:pt x="18072" y="8728"/>
                  </a:lnTo>
                  <a:lnTo>
                    <a:pt x="17802" y="8998"/>
                  </a:lnTo>
                  <a:lnTo>
                    <a:pt x="17493" y="9191"/>
                  </a:lnTo>
                  <a:lnTo>
                    <a:pt x="17184" y="9345"/>
                  </a:lnTo>
                  <a:lnTo>
                    <a:pt x="16837" y="9423"/>
                  </a:lnTo>
                  <a:lnTo>
                    <a:pt x="16451" y="9461"/>
                  </a:lnTo>
                  <a:lnTo>
                    <a:pt x="16103" y="9423"/>
                  </a:lnTo>
                  <a:lnTo>
                    <a:pt x="15717" y="9345"/>
                  </a:lnTo>
                  <a:lnTo>
                    <a:pt x="15369" y="9191"/>
                  </a:lnTo>
                  <a:lnTo>
                    <a:pt x="15022" y="8998"/>
                  </a:lnTo>
                  <a:lnTo>
                    <a:pt x="14713" y="8766"/>
                  </a:lnTo>
                  <a:lnTo>
                    <a:pt x="14404" y="8496"/>
                  </a:lnTo>
                  <a:lnTo>
                    <a:pt x="14172" y="8187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5" y="7183"/>
                  </a:lnTo>
                  <a:lnTo>
                    <a:pt x="13246" y="6526"/>
                  </a:lnTo>
                  <a:lnTo>
                    <a:pt x="12975" y="5831"/>
                  </a:lnTo>
                  <a:lnTo>
                    <a:pt x="12473" y="4480"/>
                  </a:lnTo>
                  <a:lnTo>
                    <a:pt x="12164" y="3823"/>
                  </a:lnTo>
                  <a:lnTo>
                    <a:pt x="11855" y="3206"/>
                  </a:lnTo>
                  <a:lnTo>
                    <a:pt x="11469" y="2588"/>
                  </a:lnTo>
                  <a:lnTo>
                    <a:pt x="11238" y="2279"/>
                  </a:lnTo>
                  <a:lnTo>
                    <a:pt x="11006" y="2009"/>
                  </a:lnTo>
                  <a:lnTo>
                    <a:pt x="10543" y="1584"/>
                  </a:lnTo>
                  <a:lnTo>
                    <a:pt x="10079" y="1198"/>
                  </a:lnTo>
                  <a:lnTo>
                    <a:pt x="9577" y="850"/>
                  </a:lnTo>
                  <a:lnTo>
                    <a:pt x="9037" y="580"/>
                  </a:lnTo>
                  <a:lnTo>
                    <a:pt x="8496" y="348"/>
                  </a:lnTo>
                  <a:lnTo>
                    <a:pt x="7917" y="194"/>
                  </a:lnTo>
                  <a:lnTo>
                    <a:pt x="7338" y="78"/>
                  </a:lnTo>
                  <a:lnTo>
                    <a:pt x="67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8"/>
            <p:cNvSpPr/>
            <p:nvPr/>
          </p:nvSpPr>
          <p:spPr>
            <a:xfrm>
              <a:off x="3907500" y="442282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0" y="464"/>
                  </a:moveTo>
                  <a:lnTo>
                    <a:pt x="11623" y="502"/>
                  </a:lnTo>
                  <a:lnTo>
                    <a:pt x="12048" y="541"/>
                  </a:lnTo>
                  <a:lnTo>
                    <a:pt x="12434" y="657"/>
                  </a:lnTo>
                  <a:lnTo>
                    <a:pt x="12627" y="734"/>
                  </a:lnTo>
                  <a:lnTo>
                    <a:pt x="12743" y="811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6" y="1699"/>
                  </a:lnTo>
                  <a:lnTo>
                    <a:pt x="12820" y="1892"/>
                  </a:lnTo>
                  <a:lnTo>
                    <a:pt x="12704" y="2086"/>
                  </a:lnTo>
                  <a:lnTo>
                    <a:pt x="12589" y="2240"/>
                  </a:lnTo>
                  <a:lnTo>
                    <a:pt x="12241" y="2472"/>
                  </a:lnTo>
                  <a:lnTo>
                    <a:pt x="11816" y="2742"/>
                  </a:lnTo>
                  <a:lnTo>
                    <a:pt x="11391" y="2935"/>
                  </a:lnTo>
                  <a:lnTo>
                    <a:pt x="10658" y="3205"/>
                  </a:lnTo>
                  <a:lnTo>
                    <a:pt x="9924" y="3437"/>
                  </a:lnTo>
                  <a:lnTo>
                    <a:pt x="9152" y="3707"/>
                  </a:lnTo>
                  <a:lnTo>
                    <a:pt x="8380" y="3900"/>
                  </a:lnTo>
                  <a:lnTo>
                    <a:pt x="7607" y="4094"/>
                  </a:lnTo>
                  <a:lnTo>
                    <a:pt x="6796" y="4287"/>
                  </a:lnTo>
                  <a:lnTo>
                    <a:pt x="5908" y="4441"/>
                  </a:lnTo>
                  <a:lnTo>
                    <a:pt x="5020" y="4596"/>
                  </a:lnTo>
                  <a:lnTo>
                    <a:pt x="4132" y="4711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0"/>
                  </a:lnTo>
                  <a:lnTo>
                    <a:pt x="1506" y="4673"/>
                  </a:lnTo>
                  <a:lnTo>
                    <a:pt x="1197" y="4557"/>
                  </a:lnTo>
                  <a:lnTo>
                    <a:pt x="888" y="4441"/>
                  </a:lnTo>
                  <a:lnTo>
                    <a:pt x="579" y="4248"/>
                  </a:lnTo>
                  <a:lnTo>
                    <a:pt x="657" y="4171"/>
                  </a:lnTo>
                  <a:lnTo>
                    <a:pt x="695" y="4055"/>
                  </a:lnTo>
                  <a:lnTo>
                    <a:pt x="695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1" y="3437"/>
                  </a:lnTo>
                  <a:lnTo>
                    <a:pt x="1313" y="3244"/>
                  </a:lnTo>
                  <a:lnTo>
                    <a:pt x="1854" y="2935"/>
                  </a:lnTo>
                  <a:lnTo>
                    <a:pt x="2278" y="2703"/>
                  </a:lnTo>
                  <a:lnTo>
                    <a:pt x="3012" y="2356"/>
                  </a:lnTo>
                  <a:lnTo>
                    <a:pt x="3707" y="2008"/>
                  </a:lnTo>
                  <a:lnTo>
                    <a:pt x="4479" y="1699"/>
                  </a:lnTo>
                  <a:lnTo>
                    <a:pt x="5252" y="1429"/>
                  </a:lnTo>
                  <a:lnTo>
                    <a:pt x="6024" y="1197"/>
                  </a:lnTo>
                  <a:lnTo>
                    <a:pt x="6835" y="1004"/>
                  </a:lnTo>
                  <a:lnTo>
                    <a:pt x="7607" y="811"/>
                  </a:lnTo>
                  <a:lnTo>
                    <a:pt x="8418" y="695"/>
                  </a:lnTo>
                  <a:lnTo>
                    <a:pt x="9229" y="580"/>
                  </a:lnTo>
                  <a:lnTo>
                    <a:pt x="10040" y="541"/>
                  </a:lnTo>
                  <a:lnTo>
                    <a:pt x="10735" y="502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1" y="1313"/>
                  </a:lnTo>
                  <a:lnTo>
                    <a:pt x="13708" y="1506"/>
                  </a:lnTo>
                  <a:lnTo>
                    <a:pt x="13747" y="1738"/>
                  </a:lnTo>
                  <a:lnTo>
                    <a:pt x="13708" y="2008"/>
                  </a:lnTo>
                  <a:lnTo>
                    <a:pt x="13631" y="2240"/>
                  </a:lnTo>
                  <a:lnTo>
                    <a:pt x="13515" y="2472"/>
                  </a:lnTo>
                  <a:lnTo>
                    <a:pt x="13399" y="2703"/>
                  </a:lnTo>
                  <a:lnTo>
                    <a:pt x="13206" y="2896"/>
                  </a:lnTo>
                  <a:lnTo>
                    <a:pt x="12859" y="3205"/>
                  </a:lnTo>
                  <a:lnTo>
                    <a:pt x="12473" y="3437"/>
                  </a:lnTo>
                  <a:lnTo>
                    <a:pt x="12048" y="3669"/>
                  </a:lnTo>
                  <a:lnTo>
                    <a:pt x="11623" y="3900"/>
                  </a:lnTo>
                  <a:lnTo>
                    <a:pt x="10658" y="4287"/>
                  </a:lnTo>
                  <a:lnTo>
                    <a:pt x="9731" y="4634"/>
                  </a:lnTo>
                  <a:lnTo>
                    <a:pt x="8766" y="4904"/>
                  </a:lnTo>
                  <a:lnTo>
                    <a:pt x="7762" y="5175"/>
                  </a:lnTo>
                  <a:lnTo>
                    <a:pt x="6758" y="5406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8"/>
                  </a:lnTo>
                  <a:lnTo>
                    <a:pt x="2780" y="5986"/>
                  </a:lnTo>
                  <a:lnTo>
                    <a:pt x="2278" y="5986"/>
                  </a:lnTo>
                  <a:lnTo>
                    <a:pt x="1815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5" y="5484"/>
                  </a:lnTo>
                  <a:lnTo>
                    <a:pt x="502" y="5252"/>
                  </a:lnTo>
                  <a:lnTo>
                    <a:pt x="348" y="5020"/>
                  </a:lnTo>
                  <a:lnTo>
                    <a:pt x="309" y="4866"/>
                  </a:lnTo>
                  <a:lnTo>
                    <a:pt x="309" y="4750"/>
                  </a:lnTo>
                  <a:lnTo>
                    <a:pt x="309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3"/>
                  </a:lnTo>
                  <a:lnTo>
                    <a:pt x="1931" y="5252"/>
                  </a:lnTo>
                  <a:lnTo>
                    <a:pt x="2587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6" y="5059"/>
                  </a:lnTo>
                  <a:lnTo>
                    <a:pt x="6912" y="4789"/>
                  </a:lnTo>
                  <a:lnTo>
                    <a:pt x="7839" y="4596"/>
                  </a:lnTo>
                  <a:lnTo>
                    <a:pt x="8727" y="4402"/>
                  </a:lnTo>
                  <a:lnTo>
                    <a:pt x="9615" y="4132"/>
                  </a:lnTo>
                  <a:lnTo>
                    <a:pt x="10503" y="3862"/>
                  </a:lnTo>
                  <a:lnTo>
                    <a:pt x="11353" y="3514"/>
                  </a:lnTo>
                  <a:lnTo>
                    <a:pt x="12164" y="3128"/>
                  </a:lnTo>
                  <a:lnTo>
                    <a:pt x="12434" y="2974"/>
                  </a:lnTo>
                  <a:lnTo>
                    <a:pt x="12704" y="2819"/>
                  </a:lnTo>
                  <a:lnTo>
                    <a:pt x="12936" y="2588"/>
                  </a:lnTo>
                  <a:lnTo>
                    <a:pt x="13129" y="2394"/>
                  </a:lnTo>
                  <a:lnTo>
                    <a:pt x="13322" y="2124"/>
                  </a:lnTo>
                  <a:lnTo>
                    <a:pt x="13438" y="1854"/>
                  </a:lnTo>
                  <a:lnTo>
                    <a:pt x="13515" y="1584"/>
                  </a:lnTo>
                  <a:lnTo>
                    <a:pt x="13515" y="1236"/>
                  </a:lnTo>
                  <a:lnTo>
                    <a:pt x="13477" y="1120"/>
                  </a:lnTo>
                  <a:close/>
                  <a:moveTo>
                    <a:pt x="10658" y="0"/>
                  </a:moveTo>
                  <a:lnTo>
                    <a:pt x="9886" y="39"/>
                  </a:lnTo>
                  <a:lnTo>
                    <a:pt x="9113" y="116"/>
                  </a:lnTo>
                  <a:lnTo>
                    <a:pt x="8302" y="232"/>
                  </a:lnTo>
                  <a:lnTo>
                    <a:pt x="7530" y="348"/>
                  </a:lnTo>
                  <a:lnTo>
                    <a:pt x="6719" y="541"/>
                  </a:lnTo>
                  <a:lnTo>
                    <a:pt x="5908" y="734"/>
                  </a:lnTo>
                  <a:lnTo>
                    <a:pt x="5020" y="1004"/>
                  </a:lnTo>
                  <a:lnTo>
                    <a:pt x="4132" y="1352"/>
                  </a:lnTo>
                  <a:lnTo>
                    <a:pt x="3244" y="1699"/>
                  </a:lnTo>
                  <a:lnTo>
                    <a:pt x="2394" y="2124"/>
                  </a:lnTo>
                  <a:lnTo>
                    <a:pt x="1776" y="2433"/>
                  </a:lnTo>
                  <a:lnTo>
                    <a:pt x="1390" y="2626"/>
                  </a:lnTo>
                  <a:lnTo>
                    <a:pt x="1043" y="2858"/>
                  </a:lnTo>
                  <a:lnTo>
                    <a:pt x="695" y="3090"/>
                  </a:lnTo>
                  <a:lnTo>
                    <a:pt x="463" y="3398"/>
                  </a:lnTo>
                  <a:lnTo>
                    <a:pt x="348" y="3553"/>
                  </a:lnTo>
                  <a:lnTo>
                    <a:pt x="270" y="3707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3" y="4132"/>
                  </a:lnTo>
                  <a:lnTo>
                    <a:pt x="193" y="4171"/>
                  </a:lnTo>
                  <a:lnTo>
                    <a:pt x="116" y="4325"/>
                  </a:lnTo>
                  <a:lnTo>
                    <a:pt x="39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5136"/>
                  </a:lnTo>
                  <a:lnTo>
                    <a:pt x="193" y="5445"/>
                  </a:lnTo>
                  <a:lnTo>
                    <a:pt x="348" y="5638"/>
                  </a:lnTo>
                  <a:lnTo>
                    <a:pt x="502" y="5831"/>
                  </a:lnTo>
                  <a:lnTo>
                    <a:pt x="695" y="5947"/>
                  </a:lnTo>
                  <a:lnTo>
                    <a:pt x="927" y="6063"/>
                  </a:lnTo>
                  <a:lnTo>
                    <a:pt x="965" y="6256"/>
                  </a:lnTo>
                  <a:lnTo>
                    <a:pt x="1274" y="6179"/>
                  </a:lnTo>
                  <a:lnTo>
                    <a:pt x="1313" y="6217"/>
                  </a:lnTo>
                  <a:lnTo>
                    <a:pt x="1313" y="6256"/>
                  </a:lnTo>
                  <a:lnTo>
                    <a:pt x="1352" y="6295"/>
                  </a:lnTo>
                  <a:lnTo>
                    <a:pt x="1467" y="6256"/>
                  </a:lnTo>
                  <a:lnTo>
                    <a:pt x="1815" y="6295"/>
                  </a:lnTo>
                  <a:lnTo>
                    <a:pt x="2394" y="6333"/>
                  </a:lnTo>
                  <a:lnTo>
                    <a:pt x="3012" y="6372"/>
                  </a:lnTo>
                  <a:lnTo>
                    <a:pt x="3591" y="6333"/>
                  </a:lnTo>
                  <a:lnTo>
                    <a:pt x="4171" y="6295"/>
                  </a:lnTo>
                  <a:lnTo>
                    <a:pt x="5368" y="6101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3" y="5522"/>
                  </a:lnTo>
                  <a:lnTo>
                    <a:pt x="9036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5" y="4132"/>
                  </a:lnTo>
                  <a:lnTo>
                    <a:pt x="12125" y="4248"/>
                  </a:lnTo>
                  <a:lnTo>
                    <a:pt x="12395" y="4287"/>
                  </a:lnTo>
                  <a:lnTo>
                    <a:pt x="12782" y="4711"/>
                  </a:lnTo>
                  <a:lnTo>
                    <a:pt x="13013" y="4518"/>
                  </a:lnTo>
                  <a:lnTo>
                    <a:pt x="12434" y="3939"/>
                  </a:lnTo>
                  <a:lnTo>
                    <a:pt x="12897" y="3669"/>
                  </a:lnTo>
                  <a:lnTo>
                    <a:pt x="13361" y="3321"/>
                  </a:lnTo>
                  <a:lnTo>
                    <a:pt x="13631" y="3051"/>
                  </a:lnTo>
                  <a:lnTo>
                    <a:pt x="13824" y="2703"/>
                  </a:lnTo>
                  <a:lnTo>
                    <a:pt x="14133" y="2626"/>
                  </a:lnTo>
                  <a:lnTo>
                    <a:pt x="14017" y="2317"/>
                  </a:lnTo>
                  <a:lnTo>
                    <a:pt x="14095" y="2008"/>
                  </a:lnTo>
                  <a:lnTo>
                    <a:pt x="14133" y="1738"/>
                  </a:lnTo>
                  <a:lnTo>
                    <a:pt x="14095" y="1468"/>
                  </a:lnTo>
                  <a:lnTo>
                    <a:pt x="14017" y="1236"/>
                  </a:lnTo>
                  <a:lnTo>
                    <a:pt x="13901" y="1004"/>
                  </a:lnTo>
                  <a:lnTo>
                    <a:pt x="13747" y="811"/>
                  </a:lnTo>
                  <a:lnTo>
                    <a:pt x="13477" y="618"/>
                  </a:lnTo>
                  <a:lnTo>
                    <a:pt x="13168" y="502"/>
                  </a:lnTo>
                  <a:lnTo>
                    <a:pt x="13091" y="502"/>
                  </a:lnTo>
                  <a:lnTo>
                    <a:pt x="12897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2" y="116"/>
                  </a:lnTo>
                  <a:lnTo>
                    <a:pt x="11816" y="3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8"/>
            <p:cNvSpPr/>
            <p:nvPr/>
          </p:nvSpPr>
          <p:spPr>
            <a:xfrm>
              <a:off x="299900" y="4449850"/>
              <a:ext cx="375550" cy="386175"/>
            </a:xfrm>
            <a:custGeom>
              <a:avLst/>
              <a:gdLst/>
              <a:ahLst/>
              <a:cxnLst/>
              <a:rect l="l" t="t" r="r" b="b"/>
              <a:pathLst>
                <a:path w="15022" h="15447" extrusionOk="0">
                  <a:moveTo>
                    <a:pt x="8032" y="503"/>
                  </a:move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05"/>
                  </a:lnTo>
                  <a:lnTo>
                    <a:pt x="10697" y="1236"/>
                  </a:lnTo>
                  <a:lnTo>
                    <a:pt x="11160" y="1507"/>
                  </a:lnTo>
                  <a:lnTo>
                    <a:pt x="11623" y="1815"/>
                  </a:lnTo>
                  <a:lnTo>
                    <a:pt x="10813" y="2163"/>
                  </a:lnTo>
                  <a:lnTo>
                    <a:pt x="10079" y="2588"/>
                  </a:lnTo>
                  <a:lnTo>
                    <a:pt x="9307" y="3090"/>
                  </a:lnTo>
                  <a:lnTo>
                    <a:pt x="8611" y="3592"/>
                  </a:lnTo>
                  <a:lnTo>
                    <a:pt x="7955" y="4171"/>
                  </a:lnTo>
                  <a:lnTo>
                    <a:pt x="7299" y="4789"/>
                  </a:lnTo>
                  <a:lnTo>
                    <a:pt x="6719" y="5445"/>
                  </a:lnTo>
                  <a:lnTo>
                    <a:pt x="6140" y="6140"/>
                  </a:lnTo>
                  <a:lnTo>
                    <a:pt x="5638" y="6835"/>
                  </a:lnTo>
                  <a:lnTo>
                    <a:pt x="5213" y="7608"/>
                  </a:lnTo>
                  <a:lnTo>
                    <a:pt x="4789" y="8380"/>
                  </a:lnTo>
                  <a:lnTo>
                    <a:pt x="4480" y="9191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3" y="11739"/>
                  </a:lnTo>
                  <a:lnTo>
                    <a:pt x="3746" y="12628"/>
                  </a:lnTo>
                  <a:lnTo>
                    <a:pt x="3592" y="12666"/>
                  </a:lnTo>
                  <a:lnTo>
                    <a:pt x="3283" y="11817"/>
                  </a:lnTo>
                  <a:lnTo>
                    <a:pt x="3051" y="11006"/>
                  </a:lnTo>
                  <a:lnTo>
                    <a:pt x="2858" y="10195"/>
                  </a:lnTo>
                  <a:lnTo>
                    <a:pt x="2703" y="9345"/>
                  </a:lnTo>
                  <a:lnTo>
                    <a:pt x="2588" y="8496"/>
                  </a:lnTo>
                  <a:lnTo>
                    <a:pt x="2549" y="7646"/>
                  </a:lnTo>
                  <a:lnTo>
                    <a:pt x="2588" y="6797"/>
                  </a:lnTo>
                  <a:lnTo>
                    <a:pt x="2703" y="5909"/>
                  </a:lnTo>
                  <a:lnTo>
                    <a:pt x="2858" y="5214"/>
                  </a:lnTo>
                  <a:lnTo>
                    <a:pt x="3051" y="4480"/>
                  </a:lnTo>
                  <a:lnTo>
                    <a:pt x="3321" y="3823"/>
                  </a:lnTo>
                  <a:lnTo>
                    <a:pt x="3669" y="3167"/>
                  </a:lnTo>
                  <a:lnTo>
                    <a:pt x="4016" y="2549"/>
                  </a:lnTo>
                  <a:lnTo>
                    <a:pt x="4441" y="1970"/>
                  </a:lnTo>
                  <a:lnTo>
                    <a:pt x="4904" y="1391"/>
                  </a:lnTo>
                  <a:lnTo>
                    <a:pt x="5406" y="850"/>
                  </a:lnTo>
                  <a:lnTo>
                    <a:pt x="5908" y="696"/>
                  </a:lnTo>
                  <a:lnTo>
                    <a:pt x="6410" y="618"/>
                  </a:lnTo>
                  <a:lnTo>
                    <a:pt x="6951" y="541"/>
                  </a:lnTo>
                  <a:lnTo>
                    <a:pt x="7492" y="503"/>
                  </a:lnTo>
                  <a:close/>
                  <a:moveTo>
                    <a:pt x="11971" y="2086"/>
                  </a:moveTo>
                  <a:lnTo>
                    <a:pt x="12357" y="2433"/>
                  </a:lnTo>
                  <a:lnTo>
                    <a:pt x="12705" y="2781"/>
                  </a:lnTo>
                  <a:lnTo>
                    <a:pt x="13052" y="3206"/>
                  </a:lnTo>
                  <a:lnTo>
                    <a:pt x="13322" y="3630"/>
                  </a:lnTo>
                  <a:lnTo>
                    <a:pt x="13593" y="4094"/>
                  </a:lnTo>
                  <a:lnTo>
                    <a:pt x="13863" y="4557"/>
                  </a:lnTo>
                  <a:lnTo>
                    <a:pt x="14056" y="5059"/>
                  </a:lnTo>
                  <a:lnTo>
                    <a:pt x="14211" y="5600"/>
                  </a:lnTo>
                  <a:lnTo>
                    <a:pt x="14326" y="6102"/>
                  </a:lnTo>
                  <a:lnTo>
                    <a:pt x="14442" y="6604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1"/>
                  </a:lnTo>
                  <a:lnTo>
                    <a:pt x="11392" y="7144"/>
                  </a:lnTo>
                  <a:lnTo>
                    <a:pt x="10658" y="7376"/>
                  </a:lnTo>
                  <a:lnTo>
                    <a:pt x="9963" y="7685"/>
                  </a:lnTo>
                  <a:lnTo>
                    <a:pt x="9229" y="8032"/>
                  </a:lnTo>
                  <a:lnTo>
                    <a:pt x="8534" y="8419"/>
                  </a:lnTo>
                  <a:lnTo>
                    <a:pt x="7878" y="8843"/>
                  </a:lnTo>
                  <a:lnTo>
                    <a:pt x="7260" y="9268"/>
                  </a:lnTo>
                  <a:lnTo>
                    <a:pt x="6642" y="9770"/>
                  </a:lnTo>
                  <a:lnTo>
                    <a:pt x="6102" y="10311"/>
                  </a:lnTo>
                  <a:lnTo>
                    <a:pt x="5561" y="10890"/>
                  </a:lnTo>
                  <a:lnTo>
                    <a:pt x="5098" y="11469"/>
                  </a:lnTo>
                  <a:lnTo>
                    <a:pt x="4634" y="12126"/>
                  </a:lnTo>
                  <a:lnTo>
                    <a:pt x="4248" y="12782"/>
                  </a:lnTo>
                  <a:lnTo>
                    <a:pt x="4132" y="12705"/>
                  </a:lnTo>
                  <a:lnTo>
                    <a:pt x="3978" y="12666"/>
                  </a:lnTo>
                  <a:lnTo>
                    <a:pt x="4094" y="11778"/>
                  </a:lnTo>
                  <a:lnTo>
                    <a:pt x="4325" y="10929"/>
                  </a:lnTo>
                  <a:lnTo>
                    <a:pt x="4557" y="10079"/>
                  </a:lnTo>
                  <a:lnTo>
                    <a:pt x="4866" y="9268"/>
                  </a:lnTo>
                  <a:lnTo>
                    <a:pt x="5213" y="8496"/>
                  </a:lnTo>
                  <a:lnTo>
                    <a:pt x="5600" y="7724"/>
                  </a:lnTo>
                  <a:lnTo>
                    <a:pt x="6024" y="6990"/>
                  </a:lnTo>
                  <a:lnTo>
                    <a:pt x="6526" y="6256"/>
                  </a:lnTo>
                  <a:lnTo>
                    <a:pt x="7067" y="5600"/>
                  </a:lnTo>
                  <a:lnTo>
                    <a:pt x="7607" y="4943"/>
                  </a:lnTo>
                  <a:lnTo>
                    <a:pt x="8225" y="4364"/>
                  </a:lnTo>
                  <a:lnTo>
                    <a:pt x="8920" y="3823"/>
                  </a:lnTo>
                  <a:lnTo>
                    <a:pt x="9615" y="3321"/>
                  </a:lnTo>
                  <a:lnTo>
                    <a:pt x="10349" y="2858"/>
                  </a:lnTo>
                  <a:lnTo>
                    <a:pt x="11121" y="2433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39"/>
                  </a:lnTo>
                  <a:lnTo>
                    <a:pt x="14442" y="8689"/>
                  </a:lnTo>
                  <a:lnTo>
                    <a:pt x="14288" y="9538"/>
                  </a:lnTo>
                  <a:lnTo>
                    <a:pt x="14172" y="9925"/>
                  </a:lnTo>
                  <a:lnTo>
                    <a:pt x="14056" y="10349"/>
                  </a:lnTo>
                  <a:lnTo>
                    <a:pt x="13902" y="10735"/>
                  </a:lnTo>
                  <a:lnTo>
                    <a:pt x="13709" y="11122"/>
                  </a:lnTo>
                  <a:lnTo>
                    <a:pt x="13516" y="11508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50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1" y="13014"/>
                  </a:lnTo>
                  <a:lnTo>
                    <a:pt x="11701" y="12898"/>
                  </a:lnTo>
                  <a:lnTo>
                    <a:pt x="11121" y="12743"/>
                  </a:lnTo>
                  <a:lnTo>
                    <a:pt x="10542" y="12628"/>
                  </a:lnTo>
                  <a:lnTo>
                    <a:pt x="10002" y="12550"/>
                  </a:lnTo>
                  <a:lnTo>
                    <a:pt x="9422" y="12473"/>
                  </a:lnTo>
                  <a:lnTo>
                    <a:pt x="8843" y="12435"/>
                  </a:lnTo>
                  <a:lnTo>
                    <a:pt x="8303" y="12435"/>
                  </a:lnTo>
                  <a:lnTo>
                    <a:pt x="7762" y="12473"/>
                  </a:lnTo>
                  <a:lnTo>
                    <a:pt x="7221" y="12550"/>
                  </a:lnTo>
                  <a:lnTo>
                    <a:pt x="6719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23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01"/>
                  </a:lnTo>
                  <a:lnTo>
                    <a:pt x="5870" y="11160"/>
                  </a:lnTo>
                  <a:lnTo>
                    <a:pt x="6410" y="10620"/>
                  </a:lnTo>
                  <a:lnTo>
                    <a:pt x="6990" y="10118"/>
                  </a:lnTo>
                  <a:lnTo>
                    <a:pt x="7569" y="9616"/>
                  </a:lnTo>
                  <a:lnTo>
                    <a:pt x="8148" y="9191"/>
                  </a:lnTo>
                  <a:lnTo>
                    <a:pt x="8766" y="8805"/>
                  </a:lnTo>
                  <a:lnTo>
                    <a:pt x="9422" y="8419"/>
                  </a:lnTo>
                  <a:lnTo>
                    <a:pt x="10079" y="8110"/>
                  </a:lnTo>
                  <a:lnTo>
                    <a:pt x="10735" y="7801"/>
                  </a:lnTo>
                  <a:lnTo>
                    <a:pt x="11469" y="7569"/>
                  </a:lnTo>
                  <a:lnTo>
                    <a:pt x="12164" y="7337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6"/>
                  </a:moveTo>
                  <a:lnTo>
                    <a:pt x="4055" y="1815"/>
                  </a:lnTo>
                  <a:lnTo>
                    <a:pt x="3630" y="2433"/>
                  </a:lnTo>
                  <a:lnTo>
                    <a:pt x="3244" y="3090"/>
                  </a:lnTo>
                  <a:lnTo>
                    <a:pt x="2935" y="3785"/>
                  </a:lnTo>
                  <a:lnTo>
                    <a:pt x="2665" y="4519"/>
                  </a:lnTo>
                  <a:lnTo>
                    <a:pt x="2472" y="5252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4"/>
                  </a:lnTo>
                  <a:lnTo>
                    <a:pt x="2394" y="9847"/>
                  </a:lnTo>
                  <a:lnTo>
                    <a:pt x="2549" y="10620"/>
                  </a:lnTo>
                  <a:lnTo>
                    <a:pt x="2781" y="11353"/>
                  </a:lnTo>
                  <a:lnTo>
                    <a:pt x="3012" y="12048"/>
                  </a:lnTo>
                  <a:lnTo>
                    <a:pt x="3321" y="12743"/>
                  </a:lnTo>
                  <a:lnTo>
                    <a:pt x="3128" y="12859"/>
                  </a:lnTo>
                  <a:lnTo>
                    <a:pt x="2935" y="13014"/>
                  </a:lnTo>
                  <a:lnTo>
                    <a:pt x="2819" y="13207"/>
                  </a:lnTo>
                  <a:lnTo>
                    <a:pt x="2742" y="13439"/>
                  </a:lnTo>
                  <a:lnTo>
                    <a:pt x="2394" y="12975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6" y="11585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075"/>
                  </a:lnTo>
                  <a:lnTo>
                    <a:pt x="541" y="8534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1"/>
                  </a:lnTo>
                  <a:lnTo>
                    <a:pt x="773" y="5870"/>
                  </a:lnTo>
                  <a:lnTo>
                    <a:pt x="927" y="5291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1970"/>
                  </a:lnTo>
                  <a:lnTo>
                    <a:pt x="3939" y="1584"/>
                  </a:lnTo>
                  <a:lnTo>
                    <a:pt x="4518" y="1236"/>
                  </a:lnTo>
                  <a:close/>
                  <a:moveTo>
                    <a:pt x="3862" y="12975"/>
                  </a:moveTo>
                  <a:lnTo>
                    <a:pt x="4016" y="13014"/>
                  </a:lnTo>
                  <a:lnTo>
                    <a:pt x="4171" y="13130"/>
                  </a:lnTo>
                  <a:lnTo>
                    <a:pt x="4287" y="13284"/>
                  </a:lnTo>
                  <a:lnTo>
                    <a:pt x="4325" y="13439"/>
                  </a:lnTo>
                  <a:lnTo>
                    <a:pt x="4364" y="13593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5" y="13786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00"/>
                  </a:lnTo>
                  <a:lnTo>
                    <a:pt x="3051" y="13439"/>
                  </a:lnTo>
                  <a:lnTo>
                    <a:pt x="2974" y="13516"/>
                  </a:lnTo>
                  <a:lnTo>
                    <a:pt x="3051" y="13361"/>
                  </a:lnTo>
                  <a:lnTo>
                    <a:pt x="3167" y="13207"/>
                  </a:lnTo>
                  <a:lnTo>
                    <a:pt x="3321" y="13091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8187" y="12821"/>
                  </a:moveTo>
                  <a:lnTo>
                    <a:pt x="9152" y="12859"/>
                  </a:lnTo>
                  <a:lnTo>
                    <a:pt x="9615" y="12898"/>
                  </a:lnTo>
                  <a:lnTo>
                    <a:pt x="10117" y="12937"/>
                  </a:lnTo>
                  <a:lnTo>
                    <a:pt x="10504" y="13014"/>
                  </a:lnTo>
                  <a:lnTo>
                    <a:pt x="11006" y="13091"/>
                  </a:lnTo>
                  <a:lnTo>
                    <a:pt x="11508" y="13245"/>
                  </a:lnTo>
                  <a:lnTo>
                    <a:pt x="11701" y="13323"/>
                  </a:lnTo>
                  <a:lnTo>
                    <a:pt x="11894" y="13439"/>
                  </a:lnTo>
                  <a:lnTo>
                    <a:pt x="11508" y="13747"/>
                  </a:lnTo>
                  <a:lnTo>
                    <a:pt x="11083" y="14018"/>
                  </a:lnTo>
                  <a:lnTo>
                    <a:pt x="10658" y="14249"/>
                  </a:lnTo>
                  <a:lnTo>
                    <a:pt x="10233" y="14442"/>
                  </a:lnTo>
                  <a:lnTo>
                    <a:pt x="9770" y="14597"/>
                  </a:lnTo>
                  <a:lnTo>
                    <a:pt x="9307" y="14751"/>
                  </a:lnTo>
                  <a:lnTo>
                    <a:pt x="8843" y="14829"/>
                  </a:lnTo>
                  <a:lnTo>
                    <a:pt x="8341" y="14906"/>
                  </a:lnTo>
                  <a:lnTo>
                    <a:pt x="7878" y="14944"/>
                  </a:lnTo>
                  <a:lnTo>
                    <a:pt x="7376" y="14944"/>
                  </a:lnTo>
                  <a:lnTo>
                    <a:pt x="6912" y="14906"/>
                  </a:lnTo>
                  <a:lnTo>
                    <a:pt x="6410" y="14867"/>
                  </a:lnTo>
                  <a:lnTo>
                    <a:pt x="5947" y="14751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6" y="14288"/>
                  </a:lnTo>
                  <a:lnTo>
                    <a:pt x="4711" y="14018"/>
                  </a:lnTo>
                  <a:lnTo>
                    <a:pt x="4750" y="13709"/>
                  </a:lnTo>
                  <a:lnTo>
                    <a:pt x="4711" y="13593"/>
                  </a:lnTo>
                  <a:lnTo>
                    <a:pt x="5561" y="13284"/>
                  </a:lnTo>
                  <a:lnTo>
                    <a:pt x="6410" y="13091"/>
                  </a:lnTo>
                  <a:lnTo>
                    <a:pt x="7299" y="12937"/>
                  </a:lnTo>
                  <a:lnTo>
                    <a:pt x="8187" y="12821"/>
                  </a:lnTo>
                  <a:close/>
                  <a:moveTo>
                    <a:pt x="6990" y="1"/>
                  </a:moveTo>
                  <a:lnTo>
                    <a:pt x="6449" y="78"/>
                  </a:lnTo>
                  <a:lnTo>
                    <a:pt x="5870" y="194"/>
                  </a:lnTo>
                  <a:lnTo>
                    <a:pt x="5329" y="348"/>
                  </a:lnTo>
                  <a:lnTo>
                    <a:pt x="4789" y="580"/>
                  </a:lnTo>
                  <a:lnTo>
                    <a:pt x="4248" y="811"/>
                  </a:lnTo>
                  <a:lnTo>
                    <a:pt x="3785" y="1082"/>
                  </a:lnTo>
                  <a:lnTo>
                    <a:pt x="3283" y="1391"/>
                  </a:lnTo>
                  <a:lnTo>
                    <a:pt x="2819" y="1738"/>
                  </a:lnTo>
                  <a:lnTo>
                    <a:pt x="2394" y="2124"/>
                  </a:lnTo>
                  <a:lnTo>
                    <a:pt x="2008" y="2549"/>
                  </a:lnTo>
                  <a:lnTo>
                    <a:pt x="1622" y="3013"/>
                  </a:lnTo>
                  <a:lnTo>
                    <a:pt x="1275" y="3476"/>
                  </a:lnTo>
                  <a:lnTo>
                    <a:pt x="966" y="3978"/>
                  </a:lnTo>
                  <a:lnTo>
                    <a:pt x="695" y="4596"/>
                  </a:lnTo>
                  <a:lnTo>
                    <a:pt x="425" y="5214"/>
                  </a:lnTo>
                  <a:lnTo>
                    <a:pt x="232" y="5870"/>
                  </a:lnTo>
                  <a:lnTo>
                    <a:pt x="116" y="6526"/>
                  </a:lnTo>
                  <a:lnTo>
                    <a:pt x="39" y="7222"/>
                  </a:lnTo>
                  <a:lnTo>
                    <a:pt x="0" y="7878"/>
                  </a:lnTo>
                  <a:lnTo>
                    <a:pt x="39" y="8573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199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1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481"/>
                  </a:lnTo>
                  <a:lnTo>
                    <a:pt x="4132" y="14597"/>
                  </a:lnTo>
                  <a:lnTo>
                    <a:pt x="4557" y="14790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53"/>
                  </a:lnTo>
                  <a:lnTo>
                    <a:pt x="6333" y="15369"/>
                  </a:lnTo>
                  <a:lnTo>
                    <a:pt x="6797" y="15408"/>
                  </a:lnTo>
                  <a:lnTo>
                    <a:pt x="7299" y="15446"/>
                  </a:lnTo>
                  <a:lnTo>
                    <a:pt x="8225" y="15446"/>
                  </a:lnTo>
                  <a:lnTo>
                    <a:pt x="8689" y="15369"/>
                  </a:lnTo>
                  <a:lnTo>
                    <a:pt x="9152" y="15292"/>
                  </a:lnTo>
                  <a:lnTo>
                    <a:pt x="9615" y="15176"/>
                  </a:lnTo>
                  <a:lnTo>
                    <a:pt x="10079" y="15022"/>
                  </a:lnTo>
                  <a:lnTo>
                    <a:pt x="10542" y="14867"/>
                  </a:lnTo>
                  <a:lnTo>
                    <a:pt x="10967" y="14674"/>
                  </a:lnTo>
                  <a:lnTo>
                    <a:pt x="11392" y="14442"/>
                  </a:lnTo>
                  <a:lnTo>
                    <a:pt x="11855" y="14134"/>
                  </a:lnTo>
                  <a:lnTo>
                    <a:pt x="12318" y="13747"/>
                  </a:lnTo>
                  <a:lnTo>
                    <a:pt x="12743" y="13361"/>
                  </a:lnTo>
                  <a:lnTo>
                    <a:pt x="13129" y="12975"/>
                  </a:lnTo>
                  <a:lnTo>
                    <a:pt x="13477" y="12512"/>
                  </a:lnTo>
                  <a:lnTo>
                    <a:pt x="13786" y="12048"/>
                  </a:lnTo>
                  <a:lnTo>
                    <a:pt x="14056" y="11546"/>
                  </a:lnTo>
                  <a:lnTo>
                    <a:pt x="14288" y="11044"/>
                  </a:lnTo>
                  <a:lnTo>
                    <a:pt x="14520" y="10504"/>
                  </a:lnTo>
                  <a:lnTo>
                    <a:pt x="14674" y="9963"/>
                  </a:lnTo>
                  <a:lnTo>
                    <a:pt x="14828" y="9423"/>
                  </a:lnTo>
                  <a:lnTo>
                    <a:pt x="14906" y="8843"/>
                  </a:lnTo>
                  <a:lnTo>
                    <a:pt x="14983" y="8264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4" y="6565"/>
                  </a:lnTo>
                  <a:lnTo>
                    <a:pt x="14828" y="5986"/>
                  </a:lnTo>
                  <a:lnTo>
                    <a:pt x="14674" y="5368"/>
                  </a:lnTo>
                  <a:lnTo>
                    <a:pt x="14481" y="4789"/>
                  </a:lnTo>
                  <a:lnTo>
                    <a:pt x="14249" y="4248"/>
                  </a:lnTo>
                  <a:lnTo>
                    <a:pt x="13979" y="3708"/>
                  </a:lnTo>
                  <a:lnTo>
                    <a:pt x="13670" y="3206"/>
                  </a:lnTo>
                  <a:lnTo>
                    <a:pt x="13322" y="2742"/>
                  </a:lnTo>
                  <a:lnTo>
                    <a:pt x="12936" y="2279"/>
                  </a:lnTo>
                  <a:lnTo>
                    <a:pt x="12512" y="1893"/>
                  </a:lnTo>
                  <a:lnTo>
                    <a:pt x="12048" y="1507"/>
                  </a:lnTo>
                  <a:lnTo>
                    <a:pt x="11585" y="1159"/>
                  </a:lnTo>
                  <a:lnTo>
                    <a:pt x="11083" y="850"/>
                  </a:lnTo>
                  <a:lnTo>
                    <a:pt x="10542" y="580"/>
                  </a:lnTo>
                  <a:lnTo>
                    <a:pt x="9963" y="387"/>
                  </a:lnTo>
                  <a:lnTo>
                    <a:pt x="9384" y="194"/>
                  </a:lnTo>
                  <a:lnTo>
                    <a:pt x="8766" y="78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8"/>
            <p:cNvSpPr/>
            <p:nvPr/>
          </p:nvSpPr>
          <p:spPr>
            <a:xfrm>
              <a:off x="2298225" y="4462400"/>
              <a:ext cx="461475" cy="306050"/>
            </a:xfrm>
            <a:custGeom>
              <a:avLst/>
              <a:gdLst/>
              <a:ahLst/>
              <a:cxnLst/>
              <a:rect l="l" t="t" r="r" b="b"/>
              <a:pathLst>
                <a:path w="18459" h="12242" extrusionOk="0">
                  <a:moveTo>
                    <a:pt x="17609" y="4943"/>
                  </a:moveTo>
                  <a:lnTo>
                    <a:pt x="17763" y="4982"/>
                  </a:lnTo>
                  <a:lnTo>
                    <a:pt x="17879" y="5020"/>
                  </a:lnTo>
                  <a:lnTo>
                    <a:pt x="17917" y="5098"/>
                  </a:lnTo>
                  <a:lnTo>
                    <a:pt x="17956" y="5175"/>
                  </a:lnTo>
                  <a:lnTo>
                    <a:pt x="17956" y="5407"/>
                  </a:lnTo>
                  <a:lnTo>
                    <a:pt x="17956" y="5638"/>
                  </a:lnTo>
                  <a:lnTo>
                    <a:pt x="17879" y="5793"/>
                  </a:lnTo>
                  <a:lnTo>
                    <a:pt x="17763" y="5986"/>
                  </a:lnTo>
                  <a:lnTo>
                    <a:pt x="17570" y="6140"/>
                  </a:lnTo>
                  <a:lnTo>
                    <a:pt x="17222" y="6372"/>
                  </a:lnTo>
                  <a:lnTo>
                    <a:pt x="16913" y="6526"/>
                  </a:lnTo>
                  <a:lnTo>
                    <a:pt x="16566" y="6642"/>
                  </a:lnTo>
                  <a:lnTo>
                    <a:pt x="16257" y="6681"/>
                  </a:lnTo>
                  <a:lnTo>
                    <a:pt x="15909" y="6720"/>
                  </a:lnTo>
                  <a:lnTo>
                    <a:pt x="16141" y="6140"/>
                  </a:lnTo>
                  <a:lnTo>
                    <a:pt x="16257" y="5870"/>
                  </a:lnTo>
                  <a:lnTo>
                    <a:pt x="16411" y="5600"/>
                  </a:lnTo>
                  <a:lnTo>
                    <a:pt x="16605" y="5368"/>
                  </a:lnTo>
                  <a:lnTo>
                    <a:pt x="16798" y="5175"/>
                  </a:lnTo>
                  <a:lnTo>
                    <a:pt x="17068" y="5059"/>
                  </a:lnTo>
                  <a:lnTo>
                    <a:pt x="17377" y="4943"/>
                  </a:lnTo>
                  <a:close/>
                  <a:moveTo>
                    <a:pt x="13747" y="6295"/>
                  </a:moveTo>
                  <a:lnTo>
                    <a:pt x="14056" y="6333"/>
                  </a:lnTo>
                  <a:lnTo>
                    <a:pt x="14365" y="6411"/>
                  </a:lnTo>
                  <a:lnTo>
                    <a:pt x="14597" y="6526"/>
                  </a:lnTo>
                  <a:lnTo>
                    <a:pt x="14828" y="6681"/>
                  </a:lnTo>
                  <a:lnTo>
                    <a:pt x="15060" y="6835"/>
                  </a:lnTo>
                  <a:lnTo>
                    <a:pt x="14983" y="6951"/>
                  </a:lnTo>
                  <a:lnTo>
                    <a:pt x="14519" y="7067"/>
                  </a:lnTo>
                  <a:lnTo>
                    <a:pt x="14056" y="7144"/>
                  </a:lnTo>
                  <a:lnTo>
                    <a:pt x="13515" y="7144"/>
                  </a:lnTo>
                  <a:lnTo>
                    <a:pt x="13206" y="7106"/>
                  </a:lnTo>
                  <a:lnTo>
                    <a:pt x="12936" y="6990"/>
                  </a:lnTo>
                  <a:lnTo>
                    <a:pt x="12820" y="6951"/>
                  </a:lnTo>
                  <a:lnTo>
                    <a:pt x="12782" y="6874"/>
                  </a:lnTo>
                  <a:lnTo>
                    <a:pt x="12782" y="6758"/>
                  </a:lnTo>
                  <a:lnTo>
                    <a:pt x="12859" y="6642"/>
                  </a:lnTo>
                  <a:lnTo>
                    <a:pt x="12936" y="6449"/>
                  </a:lnTo>
                  <a:lnTo>
                    <a:pt x="13052" y="6333"/>
                  </a:lnTo>
                  <a:lnTo>
                    <a:pt x="13206" y="6295"/>
                  </a:lnTo>
                  <a:close/>
                  <a:moveTo>
                    <a:pt x="15523" y="7222"/>
                  </a:moveTo>
                  <a:lnTo>
                    <a:pt x="16064" y="7608"/>
                  </a:lnTo>
                  <a:lnTo>
                    <a:pt x="16334" y="7839"/>
                  </a:lnTo>
                  <a:lnTo>
                    <a:pt x="16566" y="8071"/>
                  </a:lnTo>
                  <a:lnTo>
                    <a:pt x="16798" y="8303"/>
                  </a:lnTo>
                  <a:lnTo>
                    <a:pt x="16991" y="8573"/>
                  </a:lnTo>
                  <a:lnTo>
                    <a:pt x="17068" y="8882"/>
                  </a:lnTo>
                  <a:lnTo>
                    <a:pt x="17107" y="9036"/>
                  </a:lnTo>
                  <a:lnTo>
                    <a:pt x="17107" y="9229"/>
                  </a:lnTo>
                  <a:lnTo>
                    <a:pt x="17068" y="9423"/>
                  </a:lnTo>
                  <a:lnTo>
                    <a:pt x="16952" y="9538"/>
                  </a:lnTo>
                  <a:lnTo>
                    <a:pt x="16836" y="9616"/>
                  </a:lnTo>
                  <a:lnTo>
                    <a:pt x="16682" y="9654"/>
                  </a:lnTo>
                  <a:lnTo>
                    <a:pt x="16527" y="9654"/>
                  </a:lnTo>
                  <a:lnTo>
                    <a:pt x="16373" y="9577"/>
                  </a:lnTo>
                  <a:lnTo>
                    <a:pt x="16218" y="9461"/>
                  </a:lnTo>
                  <a:lnTo>
                    <a:pt x="16103" y="9307"/>
                  </a:lnTo>
                  <a:lnTo>
                    <a:pt x="15909" y="8959"/>
                  </a:lnTo>
                  <a:lnTo>
                    <a:pt x="15716" y="8573"/>
                  </a:lnTo>
                  <a:lnTo>
                    <a:pt x="15639" y="8226"/>
                  </a:lnTo>
                  <a:lnTo>
                    <a:pt x="15562" y="7917"/>
                  </a:lnTo>
                  <a:lnTo>
                    <a:pt x="15523" y="7569"/>
                  </a:lnTo>
                  <a:lnTo>
                    <a:pt x="15523" y="7222"/>
                  </a:lnTo>
                  <a:close/>
                  <a:moveTo>
                    <a:pt x="5020" y="464"/>
                  </a:moveTo>
                  <a:lnTo>
                    <a:pt x="5638" y="541"/>
                  </a:lnTo>
                  <a:lnTo>
                    <a:pt x="6217" y="696"/>
                  </a:lnTo>
                  <a:lnTo>
                    <a:pt x="6758" y="927"/>
                  </a:lnTo>
                  <a:lnTo>
                    <a:pt x="7260" y="1236"/>
                  </a:lnTo>
                  <a:lnTo>
                    <a:pt x="7723" y="1622"/>
                  </a:lnTo>
                  <a:lnTo>
                    <a:pt x="8186" y="2047"/>
                  </a:lnTo>
                  <a:lnTo>
                    <a:pt x="8534" y="2549"/>
                  </a:lnTo>
                  <a:lnTo>
                    <a:pt x="8804" y="3013"/>
                  </a:lnTo>
                  <a:lnTo>
                    <a:pt x="9036" y="3437"/>
                  </a:lnTo>
                  <a:lnTo>
                    <a:pt x="9229" y="3901"/>
                  </a:lnTo>
                  <a:lnTo>
                    <a:pt x="9384" y="4403"/>
                  </a:lnTo>
                  <a:lnTo>
                    <a:pt x="9654" y="5368"/>
                  </a:lnTo>
                  <a:lnTo>
                    <a:pt x="9924" y="6333"/>
                  </a:lnTo>
                  <a:lnTo>
                    <a:pt x="10040" y="6758"/>
                  </a:lnTo>
                  <a:lnTo>
                    <a:pt x="10194" y="7144"/>
                  </a:lnTo>
                  <a:lnTo>
                    <a:pt x="10388" y="7530"/>
                  </a:lnTo>
                  <a:lnTo>
                    <a:pt x="10619" y="7878"/>
                  </a:lnTo>
                  <a:lnTo>
                    <a:pt x="10890" y="8187"/>
                  </a:lnTo>
                  <a:lnTo>
                    <a:pt x="11198" y="8419"/>
                  </a:lnTo>
                  <a:lnTo>
                    <a:pt x="11585" y="8612"/>
                  </a:lnTo>
                  <a:lnTo>
                    <a:pt x="12009" y="8766"/>
                  </a:lnTo>
                  <a:lnTo>
                    <a:pt x="12357" y="8805"/>
                  </a:lnTo>
                  <a:lnTo>
                    <a:pt x="12704" y="8766"/>
                  </a:lnTo>
                  <a:lnTo>
                    <a:pt x="13013" y="8728"/>
                  </a:lnTo>
                  <a:lnTo>
                    <a:pt x="13322" y="8650"/>
                  </a:lnTo>
                  <a:lnTo>
                    <a:pt x="13631" y="8534"/>
                  </a:lnTo>
                  <a:lnTo>
                    <a:pt x="13901" y="8419"/>
                  </a:lnTo>
                  <a:lnTo>
                    <a:pt x="14172" y="8226"/>
                  </a:lnTo>
                  <a:lnTo>
                    <a:pt x="14442" y="8071"/>
                  </a:lnTo>
                  <a:lnTo>
                    <a:pt x="13940" y="8689"/>
                  </a:lnTo>
                  <a:lnTo>
                    <a:pt x="13361" y="9307"/>
                  </a:lnTo>
                  <a:lnTo>
                    <a:pt x="12743" y="9847"/>
                  </a:lnTo>
                  <a:lnTo>
                    <a:pt x="12087" y="10311"/>
                  </a:lnTo>
                  <a:lnTo>
                    <a:pt x="11392" y="10735"/>
                  </a:lnTo>
                  <a:lnTo>
                    <a:pt x="10658" y="11083"/>
                  </a:lnTo>
                  <a:lnTo>
                    <a:pt x="9847" y="11353"/>
                  </a:lnTo>
                  <a:lnTo>
                    <a:pt x="9036" y="11585"/>
                  </a:lnTo>
                  <a:lnTo>
                    <a:pt x="8418" y="11662"/>
                  </a:lnTo>
                  <a:lnTo>
                    <a:pt x="7839" y="11739"/>
                  </a:lnTo>
                  <a:lnTo>
                    <a:pt x="7260" y="11739"/>
                  </a:lnTo>
                  <a:lnTo>
                    <a:pt x="6680" y="11701"/>
                  </a:lnTo>
                  <a:lnTo>
                    <a:pt x="6101" y="11624"/>
                  </a:lnTo>
                  <a:lnTo>
                    <a:pt x="5561" y="11508"/>
                  </a:lnTo>
                  <a:lnTo>
                    <a:pt x="5020" y="11353"/>
                  </a:lnTo>
                  <a:lnTo>
                    <a:pt x="4518" y="11160"/>
                  </a:lnTo>
                  <a:lnTo>
                    <a:pt x="4016" y="10929"/>
                  </a:lnTo>
                  <a:lnTo>
                    <a:pt x="3514" y="10620"/>
                  </a:lnTo>
                  <a:lnTo>
                    <a:pt x="3089" y="10311"/>
                  </a:lnTo>
                  <a:lnTo>
                    <a:pt x="2626" y="9925"/>
                  </a:lnTo>
                  <a:lnTo>
                    <a:pt x="2240" y="9538"/>
                  </a:lnTo>
                  <a:lnTo>
                    <a:pt x="1854" y="9075"/>
                  </a:lnTo>
                  <a:lnTo>
                    <a:pt x="1545" y="8573"/>
                  </a:lnTo>
                  <a:lnTo>
                    <a:pt x="1236" y="8071"/>
                  </a:lnTo>
                  <a:lnTo>
                    <a:pt x="965" y="7492"/>
                  </a:lnTo>
                  <a:lnTo>
                    <a:pt x="734" y="6913"/>
                  </a:lnTo>
                  <a:lnTo>
                    <a:pt x="579" y="6295"/>
                  </a:lnTo>
                  <a:lnTo>
                    <a:pt x="464" y="5677"/>
                  </a:lnTo>
                  <a:lnTo>
                    <a:pt x="425" y="5059"/>
                  </a:lnTo>
                  <a:lnTo>
                    <a:pt x="425" y="4441"/>
                  </a:lnTo>
                  <a:lnTo>
                    <a:pt x="541" y="3823"/>
                  </a:lnTo>
                  <a:lnTo>
                    <a:pt x="695" y="3244"/>
                  </a:lnTo>
                  <a:lnTo>
                    <a:pt x="965" y="2704"/>
                  </a:lnTo>
                  <a:lnTo>
                    <a:pt x="1313" y="2163"/>
                  </a:lnTo>
                  <a:lnTo>
                    <a:pt x="1699" y="1738"/>
                  </a:lnTo>
                  <a:lnTo>
                    <a:pt x="2163" y="1313"/>
                  </a:lnTo>
                  <a:lnTo>
                    <a:pt x="2665" y="1005"/>
                  </a:lnTo>
                  <a:lnTo>
                    <a:pt x="3205" y="734"/>
                  </a:lnTo>
                  <a:lnTo>
                    <a:pt x="3784" y="580"/>
                  </a:lnTo>
                  <a:lnTo>
                    <a:pt x="4402" y="464"/>
                  </a:lnTo>
                  <a:close/>
                  <a:moveTo>
                    <a:pt x="4634" y="1"/>
                  </a:moveTo>
                  <a:lnTo>
                    <a:pt x="4248" y="39"/>
                  </a:lnTo>
                  <a:lnTo>
                    <a:pt x="3900" y="78"/>
                  </a:lnTo>
                  <a:lnTo>
                    <a:pt x="3514" y="155"/>
                  </a:lnTo>
                  <a:lnTo>
                    <a:pt x="3128" y="271"/>
                  </a:lnTo>
                  <a:lnTo>
                    <a:pt x="2780" y="425"/>
                  </a:lnTo>
                  <a:lnTo>
                    <a:pt x="2433" y="618"/>
                  </a:lnTo>
                  <a:lnTo>
                    <a:pt x="2085" y="850"/>
                  </a:lnTo>
                  <a:lnTo>
                    <a:pt x="1622" y="1198"/>
                  </a:lnTo>
                  <a:lnTo>
                    <a:pt x="1236" y="1584"/>
                  </a:lnTo>
                  <a:lnTo>
                    <a:pt x="888" y="2009"/>
                  </a:lnTo>
                  <a:lnTo>
                    <a:pt x="618" y="2433"/>
                  </a:lnTo>
                  <a:lnTo>
                    <a:pt x="386" y="2897"/>
                  </a:lnTo>
                  <a:lnTo>
                    <a:pt x="232" y="3399"/>
                  </a:lnTo>
                  <a:lnTo>
                    <a:pt x="77" y="3901"/>
                  </a:lnTo>
                  <a:lnTo>
                    <a:pt x="0" y="4403"/>
                  </a:lnTo>
                  <a:lnTo>
                    <a:pt x="0" y="4905"/>
                  </a:lnTo>
                  <a:lnTo>
                    <a:pt x="0" y="5445"/>
                  </a:lnTo>
                  <a:lnTo>
                    <a:pt x="77" y="5986"/>
                  </a:lnTo>
                  <a:lnTo>
                    <a:pt x="155" y="6488"/>
                  </a:lnTo>
                  <a:lnTo>
                    <a:pt x="309" y="7028"/>
                  </a:lnTo>
                  <a:lnTo>
                    <a:pt x="464" y="7530"/>
                  </a:lnTo>
                  <a:lnTo>
                    <a:pt x="695" y="8032"/>
                  </a:lnTo>
                  <a:lnTo>
                    <a:pt x="927" y="8496"/>
                  </a:lnTo>
                  <a:lnTo>
                    <a:pt x="1274" y="9075"/>
                  </a:lnTo>
                  <a:lnTo>
                    <a:pt x="1661" y="9616"/>
                  </a:lnTo>
                  <a:lnTo>
                    <a:pt x="2124" y="10079"/>
                  </a:lnTo>
                  <a:lnTo>
                    <a:pt x="2587" y="10542"/>
                  </a:lnTo>
                  <a:lnTo>
                    <a:pt x="3089" y="10929"/>
                  </a:lnTo>
                  <a:lnTo>
                    <a:pt x="3591" y="11276"/>
                  </a:lnTo>
                  <a:lnTo>
                    <a:pt x="4171" y="11546"/>
                  </a:lnTo>
                  <a:lnTo>
                    <a:pt x="4750" y="11778"/>
                  </a:lnTo>
                  <a:lnTo>
                    <a:pt x="4750" y="11933"/>
                  </a:lnTo>
                  <a:lnTo>
                    <a:pt x="5097" y="11894"/>
                  </a:lnTo>
                  <a:lnTo>
                    <a:pt x="5908" y="12087"/>
                  </a:lnTo>
                  <a:lnTo>
                    <a:pt x="6719" y="12203"/>
                  </a:lnTo>
                  <a:lnTo>
                    <a:pt x="7569" y="12241"/>
                  </a:lnTo>
                  <a:lnTo>
                    <a:pt x="8418" y="12164"/>
                  </a:lnTo>
                  <a:lnTo>
                    <a:pt x="9190" y="12048"/>
                  </a:lnTo>
                  <a:lnTo>
                    <a:pt x="9963" y="11855"/>
                  </a:lnTo>
                  <a:lnTo>
                    <a:pt x="10310" y="11739"/>
                  </a:lnTo>
                  <a:lnTo>
                    <a:pt x="10272" y="11739"/>
                  </a:lnTo>
                  <a:lnTo>
                    <a:pt x="11083" y="11431"/>
                  </a:lnTo>
                  <a:lnTo>
                    <a:pt x="11855" y="11044"/>
                  </a:lnTo>
                  <a:lnTo>
                    <a:pt x="12550" y="10581"/>
                  </a:lnTo>
                  <a:lnTo>
                    <a:pt x="13245" y="10079"/>
                  </a:lnTo>
                  <a:lnTo>
                    <a:pt x="13863" y="9500"/>
                  </a:lnTo>
                  <a:lnTo>
                    <a:pt x="14133" y="9191"/>
                  </a:lnTo>
                  <a:lnTo>
                    <a:pt x="14403" y="8882"/>
                  </a:lnTo>
                  <a:lnTo>
                    <a:pt x="14635" y="8534"/>
                  </a:lnTo>
                  <a:lnTo>
                    <a:pt x="14867" y="8187"/>
                  </a:lnTo>
                  <a:lnTo>
                    <a:pt x="15060" y="7801"/>
                  </a:lnTo>
                  <a:lnTo>
                    <a:pt x="15253" y="7415"/>
                  </a:lnTo>
                  <a:lnTo>
                    <a:pt x="15253" y="7917"/>
                  </a:lnTo>
                  <a:lnTo>
                    <a:pt x="15330" y="8419"/>
                  </a:lnTo>
                  <a:lnTo>
                    <a:pt x="15485" y="8882"/>
                  </a:lnTo>
                  <a:lnTo>
                    <a:pt x="15678" y="9345"/>
                  </a:lnTo>
                  <a:lnTo>
                    <a:pt x="15794" y="9538"/>
                  </a:lnTo>
                  <a:lnTo>
                    <a:pt x="15948" y="9731"/>
                  </a:lnTo>
                  <a:lnTo>
                    <a:pt x="16103" y="9886"/>
                  </a:lnTo>
                  <a:lnTo>
                    <a:pt x="16257" y="10040"/>
                  </a:lnTo>
                  <a:lnTo>
                    <a:pt x="16489" y="10156"/>
                  </a:lnTo>
                  <a:lnTo>
                    <a:pt x="16682" y="10195"/>
                  </a:lnTo>
                  <a:lnTo>
                    <a:pt x="16913" y="10156"/>
                  </a:lnTo>
                  <a:lnTo>
                    <a:pt x="17107" y="10040"/>
                  </a:lnTo>
                  <a:lnTo>
                    <a:pt x="17300" y="9886"/>
                  </a:lnTo>
                  <a:lnTo>
                    <a:pt x="17377" y="9693"/>
                  </a:lnTo>
                  <a:lnTo>
                    <a:pt x="17454" y="9500"/>
                  </a:lnTo>
                  <a:lnTo>
                    <a:pt x="17493" y="9268"/>
                  </a:lnTo>
                  <a:lnTo>
                    <a:pt x="17493" y="9075"/>
                  </a:lnTo>
                  <a:lnTo>
                    <a:pt x="17454" y="8843"/>
                  </a:lnTo>
                  <a:lnTo>
                    <a:pt x="17415" y="8650"/>
                  </a:lnTo>
                  <a:lnTo>
                    <a:pt x="17338" y="8457"/>
                  </a:lnTo>
                  <a:lnTo>
                    <a:pt x="17222" y="8226"/>
                  </a:lnTo>
                  <a:lnTo>
                    <a:pt x="17068" y="8032"/>
                  </a:lnTo>
                  <a:lnTo>
                    <a:pt x="16720" y="7646"/>
                  </a:lnTo>
                  <a:lnTo>
                    <a:pt x="16334" y="7299"/>
                  </a:lnTo>
                  <a:lnTo>
                    <a:pt x="15909" y="6990"/>
                  </a:lnTo>
                  <a:lnTo>
                    <a:pt x="16373" y="6990"/>
                  </a:lnTo>
                  <a:lnTo>
                    <a:pt x="16875" y="6913"/>
                  </a:lnTo>
                  <a:lnTo>
                    <a:pt x="17338" y="6720"/>
                  </a:lnTo>
                  <a:lnTo>
                    <a:pt x="17763" y="6488"/>
                  </a:lnTo>
                  <a:lnTo>
                    <a:pt x="17917" y="6333"/>
                  </a:lnTo>
                  <a:lnTo>
                    <a:pt x="18110" y="6140"/>
                  </a:lnTo>
                  <a:lnTo>
                    <a:pt x="18265" y="5947"/>
                  </a:lnTo>
                  <a:lnTo>
                    <a:pt x="18381" y="5716"/>
                  </a:lnTo>
                  <a:lnTo>
                    <a:pt x="18458" y="5484"/>
                  </a:lnTo>
                  <a:lnTo>
                    <a:pt x="18458" y="5214"/>
                  </a:lnTo>
                  <a:lnTo>
                    <a:pt x="18381" y="4982"/>
                  </a:lnTo>
                  <a:lnTo>
                    <a:pt x="18304" y="4905"/>
                  </a:lnTo>
                  <a:lnTo>
                    <a:pt x="18226" y="4789"/>
                  </a:lnTo>
                  <a:lnTo>
                    <a:pt x="18033" y="4673"/>
                  </a:lnTo>
                  <a:lnTo>
                    <a:pt x="17802" y="4596"/>
                  </a:lnTo>
                  <a:lnTo>
                    <a:pt x="17609" y="4557"/>
                  </a:lnTo>
                  <a:lnTo>
                    <a:pt x="17377" y="4557"/>
                  </a:lnTo>
                  <a:lnTo>
                    <a:pt x="17145" y="4634"/>
                  </a:lnTo>
                  <a:lnTo>
                    <a:pt x="16913" y="4712"/>
                  </a:lnTo>
                  <a:lnTo>
                    <a:pt x="16720" y="4789"/>
                  </a:lnTo>
                  <a:lnTo>
                    <a:pt x="16566" y="4905"/>
                  </a:lnTo>
                  <a:lnTo>
                    <a:pt x="16373" y="5098"/>
                  </a:lnTo>
                  <a:lnTo>
                    <a:pt x="16180" y="5291"/>
                  </a:lnTo>
                  <a:lnTo>
                    <a:pt x="15871" y="5716"/>
                  </a:lnTo>
                  <a:lnTo>
                    <a:pt x="15639" y="6179"/>
                  </a:lnTo>
                  <a:lnTo>
                    <a:pt x="15485" y="6681"/>
                  </a:lnTo>
                  <a:lnTo>
                    <a:pt x="15407" y="6681"/>
                  </a:lnTo>
                  <a:lnTo>
                    <a:pt x="15330" y="6720"/>
                  </a:lnTo>
                  <a:lnTo>
                    <a:pt x="14983" y="6411"/>
                  </a:lnTo>
                  <a:lnTo>
                    <a:pt x="14597" y="6179"/>
                  </a:lnTo>
                  <a:lnTo>
                    <a:pt x="14172" y="6024"/>
                  </a:lnTo>
                  <a:lnTo>
                    <a:pt x="13708" y="5947"/>
                  </a:lnTo>
                  <a:lnTo>
                    <a:pt x="13322" y="5909"/>
                  </a:lnTo>
                  <a:lnTo>
                    <a:pt x="13091" y="5947"/>
                  </a:lnTo>
                  <a:lnTo>
                    <a:pt x="12897" y="5986"/>
                  </a:lnTo>
                  <a:lnTo>
                    <a:pt x="12704" y="6063"/>
                  </a:lnTo>
                  <a:lnTo>
                    <a:pt x="12511" y="6140"/>
                  </a:lnTo>
                  <a:lnTo>
                    <a:pt x="12357" y="6295"/>
                  </a:lnTo>
                  <a:lnTo>
                    <a:pt x="12280" y="6449"/>
                  </a:lnTo>
                  <a:lnTo>
                    <a:pt x="12202" y="6642"/>
                  </a:lnTo>
                  <a:lnTo>
                    <a:pt x="12241" y="6835"/>
                  </a:lnTo>
                  <a:lnTo>
                    <a:pt x="12318" y="6990"/>
                  </a:lnTo>
                  <a:lnTo>
                    <a:pt x="12434" y="7106"/>
                  </a:lnTo>
                  <a:lnTo>
                    <a:pt x="12589" y="7260"/>
                  </a:lnTo>
                  <a:lnTo>
                    <a:pt x="12782" y="7337"/>
                  </a:lnTo>
                  <a:lnTo>
                    <a:pt x="13129" y="7453"/>
                  </a:lnTo>
                  <a:lnTo>
                    <a:pt x="13477" y="7530"/>
                  </a:lnTo>
                  <a:lnTo>
                    <a:pt x="13824" y="7530"/>
                  </a:lnTo>
                  <a:lnTo>
                    <a:pt x="14172" y="7492"/>
                  </a:lnTo>
                  <a:lnTo>
                    <a:pt x="14519" y="7415"/>
                  </a:lnTo>
                  <a:lnTo>
                    <a:pt x="14133" y="7762"/>
                  </a:lnTo>
                  <a:lnTo>
                    <a:pt x="13708" y="8032"/>
                  </a:lnTo>
                  <a:lnTo>
                    <a:pt x="13477" y="8110"/>
                  </a:lnTo>
                  <a:lnTo>
                    <a:pt x="13245" y="8226"/>
                  </a:lnTo>
                  <a:lnTo>
                    <a:pt x="13013" y="8264"/>
                  </a:lnTo>
                  <a:lnTo>
                    <a:pt x="12743" y="8303"/>
                  </a:lnTo>
                  <a:lnTo>
                    <a:pt x="12357" y="8303"/>
                  </a:lnTo>
                  <a:lnTo>
                    <a:pt x="11971" y="8264"/>
                  </a:lnTo>
                  <a:lnTo>
                    <a:pt x="11662" y="8110"/>
                  </a:lnTo>
                  <a:lnTo>
                    <a:pt x="11353" y="7955"/>
                  </a:lnTo>
                  <a:lnTo>
                    <a:pt x="11083" y="7685"/>
                  </a:lnTo>
                  <a:lnTo>
                    <a:pt x="10890" y="7415"/>
                  </a:lnTo>
                  <a:lnTo>
                    <a:pt x="10696" y="7106"/>
                  </a:lnTo>
                  <a:lnTo>
                    <a:pt x="10542" y="6720"/>
                  </a:lnTo>
                  <a:lnTo>
                    <a:pt x="10388" y="6218"/>
                  </a:lnTo>
                  <a:lnTo>
                    <a:pt x="10233" y="5716"/>
                  </a:lnTo>
                  <a:lnTo>
                    <a:pt x="9963" y="4673"/>
                  </a:lnTo>
                  <a:lnTo>
                    <a:pt x="9847" y="4171"/>
                  </a:lnTo>
                  <a:lnTo>
                    <a:pt x="9654" y="3669"/>
                  </a:lnTo>
                  <a:lnTo>
                    <a:pt x="9461" y="3167"/>
                  </a:lnTo>
                  <a:lnTo>
                    <a:pt x="9229" y="2704"/>
                  </a:lnTo>
                  <a:lnTo>
                    <a:pt x="8843" y="2163"/>
                  </a:lnTo>
                  <a:lnTo>
                    <a:pt x="8457" y="1700"/>
                  </a:lnTo>
                  <a:lnTo>
                    <a:pt x="7993" y="1275"/>
                  </a:lnTo>
                  <a:lnTo>
                    <a:pt x="7530" y="889"/>
                  </a:lnTo>
                  <a:lnTo>
                    <a:pt x="6989" y="580"/>
                  </a:lnTo>
                  <a:lnTo>
                    <a:pt x="6449" y="348"/>
                  </a:lnTo>
                  <a:lnTo>
                    <a:pt x="5870" y="155"/>
                  </a:lnTo>
                  <a:lnTo>
                    <a:pt x="5290" y="39"/>
                  </a:lnTo>
                  <a:lnTo>
                    <a:pt x="50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8"/>
            <p:cNvSpPr/>
            <p:nvPr/>
          </p:nvSpPr>
          <p:spPr>
            <a:xfrm>
              <a:off x="5932850" y="4466275"/>
              <a:ext cx="200800" cy="230725"/>
            </a:xfrm>
            <a:custGeom>
              <a:avLst/>
              <a:gdLst/>
              <a:ahLst/>
              <a:cxnLst/>
              <a:rect l="l" t="t" r="r" b="b"/>
              <a:pathLst>
                <a:path w="8032" h="9229" extrusionOk="0">
                  <a:moveTo>
                    <a:pt x="2047" y="0"/>
                  </a:moveTo>
                  <a:lnTo>
                    <a:pt x="1892" y="77"/>
                  </a:lnTo>
                  <a:lnTo>
                    <a:pt x="1738" y="154"/>
                  </a:lnTo>
                  <a:lnTo>
                    <a:pt x="1429" y="425"/>
                  </a:lnTo>
                  <a:lnTo>
                    <a:pt x="1197" y="734"/>
                  </a:lnTo>
                  <a:lnTo>
                    <a:pt x="965" y="1004"/>
                  </a:lnTo>
                  <a:lnTo>
                    <a:pt x="734" y="1352"/>
                  </a:lnTo>
                  <a:lnTo>
                    <a:pt x="502" y="1738"/>
                  </a:lnTo>
                  <a:lnTo>
                    <a:pt x="348" y="2124"/>
                  </a:lnTo>
                  <a:lnTo>
                    <a:pt x="193" y="2549"/>
                  </a:lnTo>
                  <a:lnTo>
                    <a:pt x="77" y="3012"/>
                  </a:lnTo>
                  <a:lnTo>
                    <a:pt x="39" y="3475"/>
                  </a:lnTo>
                  <a:lnTo>
                    <a:pt x="0" y="3939"/>
                  </a:lnTo>
                  <a:lnTo>
                    <a:pt x="77" y="4441"/>
                  </a:lnTo>
                  <a:lnTo>
                    <a:pt x="155" y="4904"/>
                  </a:lnTo>
                  <a:lnTo>
                    <a:pt x="270" y="5329"/>
                  </a:lnTo>
                  <a:lnTo>
                    <a:pt x="463" y="5792"/>
                  </a:lnTo>
                  <a:lnTo>
                    <a:pt x="695" y="6178"/>
                  </a:lnTo>
                  <a:lnTo>
                    <a:pt x="1043" y="6178"/>
                  </a:lnTo>
                  <a:lnTo>
                    <a:pt x="888" y="5831"/>
                  </a:lnTo>
                  <a:lnTo>
                    <a:pt x="734" y="5483"/>
                  </a:lnTo>
                  <a:lnTo>
                    <a:pt x="657" y="5136"/>
                  </a:lnTo>
                  <a:lnTo>
                    <a:pt x="541" y="4788"/>
                  </a:lnTo>
                  <a:lnTo>
                    <a:pt x="502" y="4402"/>
                  </a:lnTo>
                  <a:lnTo>
                    <a:pt x="463" y="4055"/>
                  </a:lnTo>
                  <a:lnTo>
                    <a:pt x="463" y="3668"/>
                  </a:lnTo>
                  <a:lnTo>
                    <a:pt x="463" y="3321"/>
                  </a:lnTo>
                  <a:lnTo>
                    <a:pt x="541" y="2973"/>
                  </a:lnTo>
                  <a:lnTo>
                    <a:pt x="618" y="2626"/>
                  </a:lnTo>
                  <a:lnTo>
                    <a:pt x="734" y="2278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7" y="1004"/>
                  </a:lnTo>
                  <a:lnTo>
                    <a:pt x="1776" y="734"/>
                  </a:lnTo>
                  <a:lnTo>
                    <a:pt x="1969" y="579"/>
                  </a:lnTo>
                  <a:lnTo>
                    <a:pt x="2085" y="502"/>
                  </a:lnTo>
                  <a:lnTo>
                    <a:pt x="2201" y="463"/>
                  </a:lnTo>
                  <a:lnTo>
                    <a:pt x="2317" y="579"/>
                  </a:lnTo>
                  <a:lnTo>
                    <a:pt x="2433" y="811"/>
                  </a:lnTo>
                  <a:lnTo>
                    <a:pt x="2587" y="1197"/>
                  </a:lnTo>
                  <a:lnTo>
                    <a:pt x="2742" y="1583"/>
                  </a:lnTo>
                  <a:lnTo>
                    <a:pt x="2858" y="1931"/>
                  </a:lnTo>
                  <a:lnTo>
                    <a:pt x="2973" y="2317"/>
                  </a:lnTo>
                  <a:lnTo>
                    <a:pt x="3051" y="2703"/>
                  </a:lnTo>
                  <a:lnTo>
                    <a:pt x="3089" y="3089"/>
                  </a:lnTo>
                  <a:lnTo>
                    <a:pt x="3089" y="3437"/>
                  </a:lnTo>
                  <a:lnTo>
                    <a:pt x="3051" y="3784"/>
                  </a:lnTo>
                  <a:lnTo>
                    <a:pt x="3012" y="4132"/>
                  </a:lnTo>
                  <a:lnTo>
                    <a:pt x="2896" y="4479"/>
                  </a:lnTo>
                  <a:lnTo>
                    <a:pt x="2780" y="4788"/>
                  </a:lnTo>
                  <a:lnTo>
                    <a:pt x="2587" y="5136"/>
                  </a:lnTo>
                  <a:lnTo>
                    <a:pt x="2394" y="5445"/>
                  </a:lnTo>
                  <a:lnTo>
                    <a:pt x="2356" y="5522"/>
                  </a:lnTo>
                  <a:lnTo>
                    <a:pt x="2394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4" y="5792"/>
                  </a:lnTo>
                  <a:lnTo>
                    <a:pt x="2471" y="5792"/>
                  </a:lnTo>
                  <a:lnTo>
                    <a:pt x="2626" y="5715"/>
                  </a:lnTo>
                  <a:lnTo>
                    <a:pt x="2819" y="5676"/>
                  </a:lnTo>
                  <a:lnTo>
                    <a:pt x="3205" y="5676"/>
                  </a:lnTo>
                  <a:lnTo>
                    <a:pt x="3630" y="5715"/>
                  </a:lnTo>
                  <a:lnTo>
                    <a:pt x="4055" y="5792"/>
                  </a:lnTo>
                  <a:lnTo>
                    <a:pt x="4441" y="5947"/>
                  </a:lnTo>
                  <a:lnTo>
                    <a:pt x="4866" y="6101"/>
                  </a:lnTo>
                  <a:lnTo>
                    <a:pt x="5213" y="6256"/>
                  </a:lnTo>
                  <a:lnTo>
                    <a:pt x="5522" y="6449"/>
                  </a:lnTo>
                  <a:lnTo>
                    <a:pt x="5831" y="6642"/>
                  </a:lnTo>
                  <a:lnTo>
                    <a:pt x="6140" y="6835"/>
                  </a:lnTo>
                  <a:lnTo>
                    <a:pt x="6410" y="7067"/>
                  </a:lnTo>
                  <a:lnTo>
                    <a:pt x="6680" y="7337"/>
                  </a:lnTo>
                  <a:lnTo>
                    <a:pt x="6912" y="7607"/>
                  </a:lnTo>
                  <a:lnTo>
                    <a:pt x="7144" y="7877"/>
                  </a:lnTo>
                  <a:lnTo>
                    <a:pt x="7337" y="8186"/>
                  </a:lnTo>
                  <a:lnTo>
                    <a:pt x="7530" y="8534"/>
                  </a:lnTo>
                  <a:lnTo>
                    <a:pt x="7105" y="8650"/>
                  </a:lnTo>
                  <a:lnTo>
                    <a:pt x="6680" y="8727"/>
                  </a:lnTo>
                  <a:lnTo>
                    <a:pt x="6294" y="8766"/>
                  </a:lnTo>
                  <a:lnTo>
                    <a:pt x="5870" y="8804"/>
                  </a:lnTo>
                  <a:lnTo>
                    <a:pt x="5483" y="8804"/>
                  </a:lnTo>
                  <a:lnTo>
                    <a:pt x="5059" y="8727"/>
                  </a:lnTo>
                  <a:lnTo>
                    <a:pt x="4672" y="8611"/>
                  </a:lnTo>
                  <a:lnTo>
                    <a:pt x="4248" y="8457"/>
                  </a:lnTo>
                  <a:lnTo>
                    <a:pt x="3900" y="8264"/>
                  </a:lnTo>
                  <a:lnTo>
                    <a:pt x="3591" y="8071"/>
                  </a:lnTo>
                  <a:lnTo>
                    <a:pt x="3012" y="7607"/>
                  </a:lnTo>
                  <a:lnTo>
                    <a:pt x="2471" y="7105"/>
                  </a:lnTo>
                  <a:lnTo>
                    <a:pt x="1931" y="6565"/>
                  </a:lnTo>
                  <a:lnTo>
                    <a:pt x="1854" y="6526"/>
                  </a:lnTo>
                  <a:lnTo>
                    <a:pt x="1815" y="6487"/>
                  </a:lnTo>
                  <a:lnTo>
                    <a:pt x="1661" y="6526"/>
                  </a:lnTo>
                  <a:lnTo>
                    <a:pt x="1622" y="6526"/>
                  </a:lnTo>
                  <a:lnTo>
                    <a:pt x="1583" y="6565"/>
                  </a:lnTo>
                  <a:lnTo>
                    <a:pt x="1429" y="6835"/>
                  </a:lnTo>
                  <a:lnTo>
                    <a:pt x="1661" y="6873"/>
                  </a:lnTo>
                  <a:lnTo>
                    <a:pt x="2278" y="7491"/>
                  </a:lnTo>
                  <a:lnTo>
                    <a:pt x="2896" y="8071"/>
                  </a:lnTo>
                  <a:lnTo>
                    <a:pt x="3244" y="8341"/>
                  </a:lnTo>
                  <a:lnTo>
                    <a:pt x="3630" y="8573"/>
                  </a:lnTo>
                  <a:lnTo>
                    <a:pt x="3977" y="8766"/>
                  </a:lnTo>
                  <a:lnTo>
                    <a:pt x="4364" y="8959"/>
                  </a:lnTo>
                  <a:lnTo>
                    <a:pt x="4827" y="9113"/>
                  </a:lnTo>
                  <a:lnTo>
                    <a:pt x="5252" y="9190"/>
                  </a:lnTo>
                  <a:lnTo>
                    <a:pt x="5676" y="9229"/>
                  </a:lnTo>
                  <a:lnTo>
                    <a:pt x="6140" y="9229"/>
                  </a:lnTo>
                  <a:lnTo>
                    <a:pt x="6565" y="9152"/>
                  </a:lnTo>
                  <a:lnTo>
                    <a:pt x="6989" y="9074"/>
                  </a:lnTo>
                  <a:lnTo>
                    <a:pt x="7878" y="8843"/>
                  </a:lnTo>
                  <a:lnTo>
                    <a:pt x="7955" y="8804"/>
                  </a:lnTo>
                  <a:lnTo>
                    <a:pt x="7993" y="8727"/>
                  </a:lnTo>
                  <a:lnTo>
                    <a:pt x="8032" y="8650"/>
                  </a:lnTo>
                  <a:lnTo>
                    <a:pt x="7993" y="8534"/>
                  </a:lnTo>
                  <a:lnTo>
                    <a:pt x="7762" y="8109"/>
                  </a:lnTo>
                  <a:lnTo>
                    <a:pt x="7491" y="7684"/>
                  </a:lnTo>
                  <a:lnTo>
                    <a:pt x="7221" y="7298"/>
                  </a:lnTo>
                  <a:lnTo>
                    <a:pt x="6874" y="6912"/>
                  </a:lnTo>
                  <a:lnTo>
                    <a:pt x="6526" y="6603"/>
                  </a:lnTo>
                  <a:lnTo>
                    <a:pt x="6140" y="6294"/>
                  </a:lnTo>
                  <a:lnTo>
                    <a:pt x="5715" y="6024"/>
                  </a:lnTo>
                  <a:lnTo>
                    <a:pt x="5252" y="5792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39" y="5367"/>
                  </a:lnTo>
                  <a:lnTo>
                    <a:pt x="3591" y="5290"/>
                  </a:lnTo>
                  <a:lnTo>
                    <a:pt x="3012" y="5290"/>
                  </a:lnTo>
                  <a:lnTo>
                    <a:pt x="3167" y="4981"/>
                  </a:lnTo>
                  <a:lnTo>
                    <a:pt x="3321" y="4634"/>
                  </a:lnTo>
                  <a:lnTo>
                    <a:pt x="3398" y="4286"/>
                  </a:lnTo>
                  <a:lnTo>
                    <a:pt x="3475" y="3939"/>
                  </a:lnTo>
                  <a:lnTo>
                    <a:pt x="3514" y="3591"/>
                  </a:lnTo>
                  <a:lnTo>
                    <a:pt x="3514" y="3205"/>
                  </a:lnTo>
                  <a:lnTo>
                    <a:pt x="3514" y="2858"/>
                  </a:lnTo>
                  <a:lnTo>
                    <a:pt x="3437" y="2471"/>
                  </a:lnTo>
                  <a:lnTo>
                    <a:pt x="3321" y="1969"/>
                  </a:lnTo>
                  <a:lnTo>
                    <a:pt x="3167" y="1467"/>
                  </a:lnTo>
                  <a:lnTo>
                    <a:pt x="2935" y="965"/>
                  </a:lnTo>
                  <a:lnTo>
                    <a:pt x="2703" y="502"/>
                  </a:lnTo>
                  <a:lnTo>
                    <a:pt x="2587" y="270"/>
                  </a:lnTo>
                  <a:lnTo>
                    <a:pt x="2471" y="116"/>
                  </a:lnTo>
                  <a:lnTo>
                    <a:pt x="2356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8"/>
            <p:cNvSpPr/>
            <p:nvPr/>
          </p:nvSpPr>
          <p:spPr>
            <a:xfrm>
              <a:off x="2331050" y="4488475"/>
              <a:ext cx="145775" cy="163175"/>
            </a:xfrm>
            <a:custGeom>
              <a:avLst/>
              <a:gdLst/>
              <a:ahLst/>
              <a:cxnLst/>
              <a:rect l="l" t="t" r="r" b="b"/>
              <a:pathLst>
                <a:path w="5831" h="6527" extrusionOk="0">
                  <a:moveTo>
                    <a:pt x="3321" y="502"/>
                  </a:moveTo>
                  <a:lnTo>
                    <a:pt x="3784" y="695"/>
                  </a:lnTo>
                  <a:lnTo>
                    <a:pt x="4248" y="1004"/>
                  </a:lnTo>
                  <a:lnTo>
                    <a:pt x="4595" y="1313"/>
                  </a:lnTo>
                  <a:lnTo>
                    <a:pt x="4904" y="1738"/>
                  </a:lnTo>
                  <a:lnTo>
                    <a:pt x="5174" y="2163"/>
                  </a:lnTo>
                  <a:lnTo>
                    <a:pt x="5252" y="2394"/>
                  </a:lnTo>
                  <a:lnTo>
                    <a:pt x="5329" y="2665"/>
                  </a:lnTo>
                  <a:lnTo>
                    <a:pt x="5367" y="2896"/>
                  </a:lnTo>
                  <a:lnTo>
                    <a:pt x="5367" y="3167"/>
                  </a:lnTo>
                  <a:lnTo>
                    <a:pt x="5367" y="3437"/>
                  </a:lnTo>
                  <a:lnTo>
                    <a:pt x="5329" y="3707"/>
                  </a:lnTo>
                  <a:lnTo>
                    <a:pt x="5213" y="4171"/>
                  </a:lnTo>
                  <a:lnTo>
                    <a:pt x="5020" y="4595"/>
                  </a:lnTo>
                  <a:lnTo>
                    <a:pt x="4750" y="4981"/>
                  </a:lnTo>
                  <a:lnTo>
                    <a:pt x="4441" y="5368"/>
                  </a:lnTo>
                  <a:lnTo>
                    <a:pt x="4055" y="5638"/>
                  </a:lnTo>
                  <a:lnTo>
                    <a:pt x="3630" y="5870"/>
                  </a:lnTo>
                  <a:lnTo>
                    <a:pt x="3398" y="5947"/>
                  </a:lnTo>
                  <a:lnTo>
                    <a:pt x="3166" y="6024"/>
                  </a:lnTo>
                  <a:lnTo>
                    <a:pt x="2935" y="6024"/>
                  </a:lnTo>
                  <a:lnTo>
                    <a:pt x="2703" y="6063"/>
                  </a:lnTo>
                  <a:lnTo>
                    <a:pt x="2394" y="6024"/>
                  </a:lnTo>
                  <a:lnTo>
                    <a:pt x="2085" y="5985"/>
                  </a:lnTo>
                  <a:lnTo>
                    <a:pt x="1815" y="5908"/>
                  </a:lnTo>
                  <a:lnTo>
                    <a:pt x="1583" y="5792"/>
                  </a:lnTo>
                  <a:lnTo>
                    <a:pt x="1390" y="5677"/>
                  </a:lnTo>
                  <a:lnTo>
                    <a:pt x="1197" y="5522"/>
                  </a:lnTo>
                  <a:lnTo>
                    <a:pt x="1004" y="5329"/>
                  </a:lnTo>
                  <a:lnTo>
                    <a:pt x="850" y="5136"/>
                  </a:lnTo>
                  <a:lnTo>
                    <a:pt x="734" y="4904"/>
                  </a:lnTo>
                  <a:lnTo>
                    <a:pt x="656" y="4673"/>
                  </a:lnTo>
                  <a:lnTo>
                    <a:pt x="541" y="4441"/>
                  </a:lnTo>
                  <a:lnTo>
                    <a:pt x="502" y="4209"/>
                  </a:lnTo>
                  <a:lnTo>
                    <a:pt x="425" y="3669"/>
                  </a:lnTo>
                  <a:lnTo>
                    <a:pt x="463" y="3128"/>
                  </a:lnTo>
                  <a:lnTo>
                    <a:pt x="579" y="2587"/>
                  </a:lnTo>
                  <a:lnTo>
                    <a:pt x="734" y="2085"/>
                  </a:lnTo>
                  <a:lnTo>
                    <a:pt x="1004" y="1622"/>
                  </a:lnTo>
                  <a:lnTo>
                    <a:pt x="1158" y="1390"/>
                  </a:lnTo>
                  <a:lnTo>
                    <a:pt x="1313" y="1197"/>
                  </a:lnTo>
                  <a:lnTo>
                    <a:pt x="1506" y="1043"/>
                  </a:lnTo>
                  <a:lnTo>
                    <a:pt x="1699" y="888"/>
                  </a:lnTo>
                  <a:lnTo>
                    <a:pt x="1931" y="734"/>
                  </a:lnTo>
                  <a:lnTo>
                    <a:pt x="2162" y="657"/>
                  </a:lnTo>
                  <a:lnTo>
                    <a:pt x="2394" y="579"/>
                  </a:lnTo>
                  <a:lnTo>
                    <a:pt x="2664" y="502"/>
                  </a:lnTo>
                  <a:lnTo>
                    <a:pt x="2935" y="502"/>
                  </a:lnTo>
                  <a:lnTo>
                    <a:pt x="3244" y="541"/>
                  </a:lnTo>
                  <a:lnTo>
                    <a:pt x="3282" y="502"/>
                  </a:lnTo>
                  <a:close/>
                  <a:moveTo>
                    <a:pt x="3128" y="0"/>
                  </a:moveTo>
                  <a:lnTo>
                    <a:pt x="3051" y="39"/>
                  </a:lnTo>
                  <a:lnTo>
                    <a:pt x="2973" y="116"/>
                  </a:lnTo>
                  <a:lnTo>
                    <a:pt x="2973" y="193"/>
                  </a:lnTo>
                  <a:lnTo>
                    <a:pt x="2664" y="155"/>
                  </a:lnTo>
                  <a:lnTo>
                    <a:pt x="2394" y="193"/>
                  </a:lnTo>
                  <a:lnTo>
                    <a:pt x="2124" y="232"/>
                  </a:lnTo>
                  <a:lnTo>
                    <a:pt x="1854" y="309"/>
                  </a:lnTo>
                  <a:lnTo>
                    <a:pt x="1622" y="425"/>
                  </a:lnTo>
                  <a:lnTo>
                    <a:pt x="1390" y="579"/>
                  </a:lnTo>
                  <a:lnTo>
                    <a:pt x="1197" y="734"/>
                  </a:lnTo>
                  <a:lnTo>
                    <a:pt x="965" y="927"/>
                  </a:lnTo>
                  <a:lnTo>
                    <a:pt x="811" y="1120"/>
                  </a:lnTo>
                  <a:lnTo>
                    <a:pt x="656" y="1352"/>
                  </a:lnTo>
                  <a:lnTo>
                    <a:pt x="386" y="1854"/>
                  </a:lnTo>
                  <a:lnTo>
                    <a:pt x="154" y="2394"/>
                  </a:lnTo>
                  <a:lnTo>
                    <a:pt x="39" y="2974"/>
                  </a:lnTo>
                  <a:lnTo>
                    <a:pt x="0" y="3591"/>
                  </a:lnTo>
                  <a:lnTo>
                    <a:pt x="0" y="3900"/>
                  </a:lnTo>
                  <a:lnTo>
                    <a:pt x="39" y="4209"/>
                  </a:lnTo>
                  <a:lnTo>
                    <a:pt x="116" y="4518"/>
                  </a:lnTo>
                  <a:lnTo>
                    <a:pt x="193" y="4788"/>
                  </a:lnTo>
                  <a:lnTo>
                    <a:pt x="270" y="5059"/>
                  </a:lnTo>
                  <a:lnTo>
                    <a:pt x="425" y="5329"/>
                  </a:lnTo>
                  <a:lnTo>
                    <a:pt x="579" y="5561"/>
                  </a:lnTo>
                  <a:lnTo>
                    <a:pt x="772" y="5754"/>
                  </a:lnTo>
                  <a:lnTo>
                    <a:pt x="965" y="5947"/>
                  </a:lnTo>
                  <a:lnTo>
                    <a:pt x="1197" y="6101"/>
                  </a:lnTo>
                  <a:lnTo>
                    <a:pt x="1467" y="6256"/>
                  </a:lnTo>
                  <a:lnTo>
                    <a:pt x="1738" y="6372"/>
                  </a:lnTo>
                  <a:lnTo>
                    <a:pt x="2085" y="6449"/>
                  </a:lnTo>
                  <a:lnTo>
                    <a:pt x="2394" y="6487"/>
                  </a:lnTo>
                  <a:lnTo>
                    <a:pt x="2742" y="6526"/>
                  </a:lnTo>
                  <a:lnTo>
                    <a:pt x="3012" y="6487"/>
                  </a:lnTo>
                  <a:lnTo>
                    <a:pt x="3321" y="6449"/>
                  </a:lnTo>
                  <a:lnTo>
                    <a:pt x="3630" y="6372"/>
                  </a:lnTo>
                  <a:lnTo>
                    <a:pt x="3900" y="6256"/>
                  </a:lnTo>
                  <a:lnTo>
                    <a:pt x="4170" y="6101"/>
                  </a:lnTo>
                  <a:lnTo>
                    <a:pt x="4402" y="5947"/>
                  </a:lnTo>
                  <a:lnTo>
                    <a:pt x="4634" y="5792"/>
                  </a:lnTo>
                  <a:lnTo>
                    <a:pt x="4866" y="5561"/>
                  </a:lnTo>
                  <a:lnTo>
                    <a:pt x="5059" y="5368"/>
                  </a:lnTo>
                  <a:lnTo>
                    <a:pt x="5252" y="5097"/>
                  </a:lnTo>
                  <a:lnTo>
                    <a:pt x="5406" y="4866"/>
                  </a:lnTo>
                  <a:lnTo>
                    <a:pt x="5522" y="4595"/>
                  </a:lnTo>
                  <a:lnTo>
                    <a:pt x="5638" y="4286"/>
                  </a:lnTo>
                  <a:lnTo>
                    <a:pt x="5754" y="4016"/>
                  </a:lnTo>
                  <a:lnTo>
                    <a:pt x="5792" y="3707"/>
                  </a:lnTo>
                  <a:lnTo>
                    <a:pt x="5831" y="3398"/>
                  </a:lnTo>
                  <a:lnTo>
                    <a:pt x="5831" y="3089"/>
                  </a:lnTo>
                  <a:lnTo>
                    <a:pt x="5792" y="2780"/>
                  </a:lnTo>
                  <a:lnTo>
                    <a:pt x="5754" y="2472"/>
                  </a:lnTo>
                  <a:lnTo>
                    <a:pt x="5638" y="2163"/>
                  </a:lnTo>
                  <a:lnTo>
                    <a:pt x="5522" y="1892"/>
                  </a:lnTo>
                  <a:lnTo>
                    <a:pt x="5406" y="1622"/>
                  </a:lnTo>
                  <a:lnTo>
                    <a:pt x="5213" y="1352"/>
                  </a:lnTo>
                  <a:lnTo>
                    <a:pt x="5020" y="1120"/>
                  </a:lnTo>
                  <a:lnTo>
                    <a:pt x="4827" y="888"/>
                  </a:lnTo>
                  <a:lnTo>
                    <a:pt x="4595" y="695"/>
                  </a:lnTo>
                  <a:lnTo>
                    <a:pt x="4364" y="502"/>
                  </a:lnTo>
                  <a:lnTo>
                    <a:pt x="4093" y="348"/>
                  </a:lnTo>
                  <a:lnTo>
                    <a:pt x="3823" y="193"/>
                  </a:lnTo>
                  <a:lnTo>
                    <a:pt x="3514" y="116"/>
                  </a:lnTo>
                  <a:lnTo>
                    <a:pt x="32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8"/>
            <p:cNvSpPr/>
            <p:nvPr/>
          </p:nvSpPr>
          <p:spPr>
            <a:xfrm>
              <a:off x="3966375" y="4488475"/>
              <a:ext cx="350450" cy="288650"/>
            </a:xfrm>
            <a:custGeom>
              <a:avLst/>
              <a:gdLst/>
              <a:ahLst/>
              <a:cxnLst/>
              <a:rect l="l" t="t" r="r" b="b"/>
              <a:pathLst>
                <a:path w="14018" h="11546" extrusionOk="0">
                  <a:moveTo>
                    <a:pt x="11778" y="0"/>
                  </a:moveTo>
                  <a:lnTo>
                    <a:pt x="11469" y="77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8" y="2780"/>
                  </a:lnTo>
                  <a:lnTo>
                    <a:pt x="10658" y="1892"/>
                  </a:lnTo>
                  <a:lnTo>
                    <a:pt x="10427" y="2085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168" y="5522"/>
                  </a:lnTo>
                  <a:lnTo>
                    <a:pt x="13439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2" y="6681"/>
                  </a:lnTo>
                  <a:lnTo>
                    <a:pt x="13516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4" y="7955"/>
                  </a:lnTo>
                  <a:lnTo>
                    <a:pt x="12203" y="8418"/>
                  </a:lnTo>
                  <a:lnTo>
                    <a:pt x="11740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1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0" y="11160"/>
                  </a:lnTo>
                  <a:lnTo>
                    <a:pt x="3013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2"/>
                  </a:lnTo>
                  <a:lnTo>
                    <a:pt x="1082" y="10696"/>
                  </a:lnTo>
                  <a:lnTo>
                    <a:pt x="812" y="10542"/>
                  </a:lnTo>
                  <a:lnTo>
                    <a:pt x="618" y="10388"/>
                  </a:lnTo>
                  <a:lnTo>
                    <a:pt x="464" y="10194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7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1" y="9886"/>
                  </a:lnTo>
                  <a:lnTo>
                    <a:pt x="39" y="10117"/>
                  </a:lnTo>
                  <a:lnTo>
                    <a:pt x="78" y="10310"/>
                  </a:lnTo>
                  <a:lnTo>
                    <a:pt x="194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2" y="11353"/>
                  </a:lnTo>
                  <a:lnTo>
                    <a:pt x="2626" y="11430"/>
                  </a:lnTo>
                  <a:lnTo>
                    <a:pt x="3321" y="11507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7"/>
                  </a:lnTo>
                  <a:lnTo>
                    <a:pt x="6063" y="11430"/>
                  </a:lnTo>
                  <a:lnTo>
                    <a:pt x="6758" y="11314"/>
                  </a:lnTo>
                  <a:lnTo>
                    <a:pt x="7415" y="11160"/>
                  </a:lnTo>
                  <a:lnTo>
                    <a:pt x="8071" y="11005"/>
                  </a:lnTo>
                  <a:lnTo>
                    <a:pt x="8728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8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3"/>
                  </a:lnTo>
                  <a:lnTo>
                    <a:pt x="14018" y="6140"/>
                  </a:lnTo>
                  <a:lnTo>
                    <a:pt x="13941" y="5908"/>
                  </a:lnTo>
                  <a:lnTo>
                    <a:pt x="13863" y="5715"/>
                  </a:lnTo>
                  <a:lnTo>
                    <a:pt x="13748" y="5522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6"/>
                  </a:lnTo>
                  <a:lnTo>
                    <a:pt x="13091" y="5136"/>
                  </a:lnTo>
                  <a:lnTo>
                    <a:pt x="12821" y="3823"/>
                  </a:lnTo>
                  <a:lnTo>
                    <a:pt x="12512" y="2549"/>
                  </a:lnTo>
                  <a:lnTo>
                    <a:pt x="12164" y="1274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8"/>
            <p:cNvSpPr/>
            <p:nvPr/>
          </p:nvSpPr>
          <p:spPr>
            <a:xfrm>
              <a:off x="1307750" y="4498125"/>
              <a:ext cx="103325" cy="105250"/>
            </a:xfrm>
            <a:custGeom>
              <a:avLst/>
              <a:gdLst/>
              <a:ahLst/>
              <a:cxnLst/>
              <a:rect l="l" t="t" r="r" b="b"/>
              <a:pathLst>
                <a:path w="4133" h="4210" extrusionOk="0">
                  <a:moveTo>
                    <a:pt x="2317" y="348"/>
                  </a:moveTo>
                  <a:lnTo>
                    <a:pt x="2665" y="425"/>
                  </a:lnTo>
                  <a:lnTo>
                    <a:pt x="2819" y="502"/>
                  </a:lnTo>
                  <a:lnTo>
                    <a:pt x="2974" y="618"/>
                  </a:lnTo>
                  <a:lnTo>
                    <a:pt x="3128" y="734"/>
                  </a:lnTo>
                  <a:lnTo>
                    <a:pt x="3244" y="850"/>
                  </a:lnTo>
                  <a:lnTo>
                    <a:pt x="3360" y="1043"/>
                  </a:lnTo>
                  <a:lnTo>
                    <a:pt x="3476" y="1197"/>
                  </a:lnTo>
                  <a:lnTo>
                    <a:pt x="3514" y="1236"/>
                  </a:lnTo>
                  <a:lnTo>
                    <a:pt x="3630" y="1545"/>
                  </a:lnTo>
                  <a:lnTo>
                    <a:pt x="3707" y="1815"/>
                  </a:lnTo>
                  <a:lnTo>
                    <a:pt x="3746" y="2086"/>
                  </a:lnTo>
                  <a:lnTo>
                    <a:pt x="3746" y="2356"/>
                  </a:lnTo>
                  <a:lnTo>
                    <a:pt x="3707" y="2626"/>
                  </a:lnTo>
                  <a:lnTo>
                    <a:pt x="3630" y="2896"/>
                  </a:lnTo>
                  <a:lnTo>
                    <a:pt x="3514" y="3128"/>
                  </a:lnTo>
                  <a:lnTo>
                    <a:pt x="3283" y="3398"/>
                  </a:lnTo>
                  <a:lnTo>
                    <a:pt x="3012" y="3591"/>
                  </a:lnTo>
                  <a:lnTo>
                    <a:pt x="2703" y="3746"/>
                  </a:lnTo>
                  <a:lnTo>
                    <a:pt x="2356" y="3823"/>
                  </a:lnTo>
                  <a:lnTo>
                    <a:pt x="2008" y="3862"/>
                  </a:lnTo>
                  <a:lnTo>
                    <a:pt x="1661" y="3785"/>
                  </a:lnTo>
                  <a:lnTo>
                    <a:pt x="1313" y="3669"/>
                  </a:lnTo>
                  <a:lnTo>
                    <a:pt x="1004" y="3476"/>
                  </a:lnTo>
                  <a:lnTo>
                    <a:pt x="734" y="3244"/>
                  </a:lnTo>
                  <a:lnTo>
                    <a:pt x="579" y="2935"/>
                  </a:lnTo>
                  <a:lnTo>
                    <a:pt x="425" y="2665"/>
                  </a:lnTo>
                  <a:lnTo>
                    <a:pt x="386" y="2317"/>
                  </a:lnTo>
                  <a:lnTo>
                    <a:pt x="348" y="2008"/>
                  </a:lnTo>
                  <a:lnTo>
                    <a:pt x="386" y="1661"/>
                  </a:lnTo>
                  <a:lnTo>
                    <a:pt x="502" y="1352"/>
                  </a:lnTo>
                  <a:lnTo>
                    <a:pt x="657" y="1043"/>
                  </a:lnTo>
                  <a:lnTo>
                    <a:pt x="888" y="811"/>
                  </a:lnTo>
                  <a:lnTo>
                    <a:pt x="1197" y="580"/>
                  </a:lnTo>
                  <a:lnTo>
                    <a:pt x="1545" y="425"/>
                  </a:lnTo>
                  <a:lnTo>
                    <a:pt x="1931" y="348"/>
                  </a:lnTo>
                  <a:close/>
                  <a:moveTo>
                    <a:pt x="2201" y="0"/>
                  </a:moveTo>
                  <a:lnTo>
                    <a:pt x="1815" y="39"/>
                  </a:lnTo>
                  <a:lnTo>
                    <a:pt x="1468" y="116"/>
                  </a:lnTo>
                  <a:lnTo>
                    <a:pt x="1120" y="232"/>
                  </a:lnTo>
                  <a:lnTo>
                    <a:pt x="927" y="348"/>
                  </a:lnTo>
                  <a:lnTo>
                    <a:pt x="773" y="464"/>
                  </a:lnTo>
                  <a:lnTo>
                    <a:pt x="579" y="618"/>
                  </a:lnTo>
                  <a:lnTo>
                    <a:pt x="464" y="773"/>
                  </a:lnTo>
                  <a:lnTo>
                    <a:pt x="232" y="1159"/>
                  </a:lnTo>
                  <a:lnTo>
                    <a:pt x="78" y="1545"/>
                  </a:lnTo>
                  <a:lnTo>
                    <a:pt x="0" y="1970"/>
                  </a:lnTo>
                  <a:lnTo>
                    <a:pt x="0" y="2394"/>
                  </a:lnTo>
                  <a:lnTo>
                    <a:pt x="116" y="2858"/>
                  </a:lnTo>
                  <a:lnTo>
                    <a:pt x="193" y="3051"/>
                  </a:lnTo>
                  <a:lnTo>
                    <a:pt x="309" y="3244"/>
                  </a:lnTo>
                  <a:lnTo>
                    <a:pt x="579" y="3553"/>
                  </a:lnTo>
                  <a:lnTo>
                    <a:pt x="888" y="3823"/>
                  </a:lnTo>
                  <a:lnTo>
                    <a:pt x="1236" y="4016"/>
                  </a:lnTo>
                  <a:lnTo>
                    <a:pt x="1622" y="4171"/>
                  </a:lnTo>
                  <a:lnTo>
                    <a:pt x="2047" y="4209"/>
                  </a:lnTo>
                  <a:lnTo>
                    <a:pt x="2472" y="4209"/>
                  </a:lnTo>
                  <a:lnTo>
                    <a:pt x="2858" y="4093"/>
                  </a:lnTo>
                  <a:lnTo>
                    <a:pt x="3244" y="3939"/>
                  </a:lnTo>
                  <a:lnTo>
                    <a:pt x="3398" y="3823"/>
                  </a:lnTo>
                  <a:lnTo>
                    <a:pt x="3553" y="3669"/>
                  </a:lnTo>
                  <a:lnTo>
                    <a:pt x="3707" y="3514"/>
                  </a:lnTo>
                  <a:lnTo>
                    <a:pt x="3823" y="3321"/>
                  </a:lnTo>
                  <a:lnTo>
                    <a:pt x="4016" y="2935"/>
                  </a:lnTo>
                  <a:lnTo>
                    <a:pt x="4132" y="2510"/>
                  </a:lnTo>
                  <a:lnTo>
                    <a:pt x="4132" y="2047"/>
                  </a:lnTo>
                  <a:lnTo>
                    <a:pt x="4132" y="1854"/>
                  </a:lnTo>
                  <a:lnTo>
                    <a:pt x="4055" y="1622"/>
                  </a:lnTo>
                  <a:lnTo>
                    <a:pt x="4016" y="1429"/>
                  </a:lnTo>
                  <a:lnTo>
                    <a:pt x="3900" y="1236"/>
                  </a:lnTo>
                  <a:lnTo>
                    <a:pt x="3785" y="1082"/>
                  </a:lnTo>
                  <a:lnTo>
                    <a:pt x="3630" y="927"/>
                  </a:lnTo>
                  <a:lnTo>
                    <a:pt x="3591" y="888"/>
                  </a:lnTo>
                  <a:lnTo>
                    <a:pt x="3553" y="734"/>
                  </a:lnTo>
                  <a:lnTo>
                    <a:pt x="3437" y="580"/>
                  </a:lnTo>
                  <a:lnTo>
                    <a:pt x="3360" y="425"/>
                  </a:lnTo>
                  <a:lnTo>
                    <a:pt x="3244" y="348"/>
                  </a:lnTo>
                  <a:lnTo>
                    <a:pt x="3089" y="232"/>
                  </a:lnTo>
                  <a:lnTo>
                    <a:pt x="2935" y="155"/>
                  </a:lnTo>
                  <a:lnTo>
                    <a:pt x="2587" y="39"/>
                  </a:lnTo>
                  <a:lnTo>
                    <a:pt x="220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8"/>
            <p:cNvSpPr/>
            <p:nvPr/>
          </p:nvSpPr>
          <p:spPr>
            <a:xfrm>
              <a:off x="6468625" y="45261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8" y="618"/>
                  </a:moveTo>
                  <a:lnTo>
                    <a:pt x="5947" y="772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2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4" y="3900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0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6" y="2626"/>
                  </a:lnTo>
                  <a:lnTo>
                    <a:pt x="5368" y="1969"/>
                  </a:lnTo>
                  <a:lnTo>
                    <a:pt x="5368" y="618"/>
                  </a:lnTo>
                  <a:close/>
                  <a:moveTo>
                    <a:pt x="2781" y="888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6"/>
                  </a:lnTo>
                  <a:lnTo>
                    <a:pt x="1545" y="4286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7" y="3012"/>
                  </a:lnTo>
                  <a:lnTo>
                    <a:pt x="888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1" y="888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5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3" y="6294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6"/>
                  </a:lnTo>
                  <a:lnTo>
                    <a:pt x="2240" y="579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4"/>
                  </a:lnTo>
                  <a:lnTo>
                    <a:pt x="232" y="2780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3"/>
                  </a:lnTo>
                  <a:lnTo>
                    <a:pt x="39" y="4557"/>
                  </a:lnTo>
                  <a:lnTo>
                    <a:pt x="348" y="4595"/>
                  </a:lnTo>
                  <a:lnTo>
                    <a:pt x="386" y="4286"/>
                  </a:lnTo>
                  <a:lnTo>
                    <a:pt x="966" y="4518"/>
                  </a:lnTo>
                  <a:lnTo>
                    <a:pt x="1313" y="4595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79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4" y="3977"/>
                  </a:lnTo>
                  <a:lnTo>
                    <a:pt x="3012" y="3630"/>
                  </a:lnTo>
                  <a:lnTo>
                    <a:pt x="3012" y="2973"/>
                  </a:lnTo>
                  <a:lnTo>
                    <a:pt x="3128" y="772"/>
                  </a:lnTo>
                  <a:lnTo>
                    <a:pt x="3514" y="657"/>
                  </a:lnTo>
                  <a:lnTo>
                    <a:pt x="3939" y="579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8" y="579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8" y="3398"/>
                  </a:lnTo>
                  <a:lnTo>
                    <a:pt x="5175" y="3746"/>
                  </a:lnTo>
                  <a:lnTo>
                    <a:pt x="5213" y="3900"/>
                  </a:lnTo>
                  <a:lnTo>
                    <a:pt x="5291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6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6"/>
                  </a:lnTo>
                  <a:lnTo>
                    <a:pt x="7607" y="4209"/>
                  </a:lnTo>
                  <a:lnTo>
                    <a:pt x="8650" y="4093"/>
                  </a:lnTo>
                  <a:lnTo>
                    <a:pt x="8650" y="4479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7"/>
                  </a:lnTo>
                  <a:lnTo>
                    <a:pt x="8766" y="5097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1" y="4904"/>
                  </a:lnTo>
                  <a:lnTo>
                    <a:pt x="9384" y="4904"/>
                  </a:lnTo>
                  <a:lnTo>
                    <a:pt x="9809" y="4981"/>
                  </a:lnTo>
                  <a:lnTo>
                    <a:pt x="10195" y="5097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599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7"/>
                  </a:lnTo>
                  <a:lnTo>
                    <a:pt x="10697" y="6603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3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9" y="8997"/>
                  </a:lnTo>
                  <a:lnTo>
                    <a:pt x="12512" y="8997"/>
                  </a:lnTo>
                  <a:lnTo>
                    <a:pt x="12434" y="9075"/>
                  </a:lnTo>
                  <a:lnTo>
                    <a:pt x="12396" y="9113"/>
                  </a:lnTo>
                  <a:lnTo>
                    <a:pt x="12357" y="9190"/>
                  </a:lnTo>
                  <a:lnTo>
                    <a:pt x="11469" y="9306"/>
                  </a:lnTo>
                  <a:lnTo>
                    <a:pt x="11469" y="9692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4" y="9499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7"/>
                  </a:lnTo>
                  <a:lnTo>
                    <a:pt x="13168" y="8766"/>
                  </a:lnTo>
                  <a:lnTo>
                    <a:pt x="13168" y="8495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6" y="7182"/>
                  </a:lnTo>
                  <a:lnTo>
                    <a:pt x="12743" y="6680"/>
                  </a:lnTo>
                  <a:lnTo>
                    <a:pt x="12434" y="6217"/>
                  </a:lnTo>
                  <a:lnTo>
                    <a:pt x="12125" y="5792"/>
                  </a:lnTo>
                  <a:lnTo>
                    <a:pt x="11778" y="5445"/>
                  </a:lnTo>
                  <a:lnTo>
                    <a:pt x="11315" y="5097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5"/>
                  </a:lnTo>
                  <a:lnTo>
                    <a:pt x="9886" y="4479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7"/>
                  </a:lnTo>
                  <a:lnTo>
                    <a:pt x="9229" y="3514"/>
                  </a:lnTo>
                  <a:lnTo>
                    <a:pt x="9152" y="3089"/>
                  </a:lnTo>
                  <a:lnTo>
                    <a:pt x="8998" y="2665"/>
                  </a:lnTo>
                  <a:lnTo>
                    <a:pt x="8805" y="2278"/>
                  </a:lnTo>
                  <a:lnTo>
                    <a:pt x="8534" y="1931"/>
                  </a:lnTo>
                  <a:lnTo>
                    <a:pt x="8225" y="1583"/>
                  </a:lnTo>
                  <a:lnTo>
                    <a:pt x="7839" y="1274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5" y="193"/>
                  </a:lnTo>
                  <a:lnTo>
                    <a:pt x="5291" y="77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8"/>
            <p:cNvSpPr/>
            <p:nvPr/>
          </p:nvSpPr>
          <p:spPr>
            <a:xfrm>
              <a:off x="4200000" y="452900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1"/>
                  </a:lnTo>
                  <a:lnTo>
                    <a:pt x="0" y="7261"/>
                  </a:lnTo>
                  <a:lnTo>
                    <a:pt x="193" y="7261"/>
                  </a:lnTo>
                  <a:lnTo>
                    <a:pt x="425" y="5484"/>
                  </a:lnTo>
                  <a:lnTo>
                    <a:pt x="580" y="3669"/>
                  </a:lnTo>
                  <a:lnTo>
                    <a:pt x="695" y="1854"/>
                  </a:lnTo>
                  <a:lnTo>
                    <a:pt x="695" y="928"/>
                  </a:lnTo>
                  <a:lnTo>
                    <a:pt x="695" y="40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8"/>
            <p:cNvSpPr/>
            <p:nvPr/>
          </p:nvSpPr>
          <p:spPr>
            <a:xfrm>
              <a:off x="6500475" y="45396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6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3"/>
                  </a:lnTo>
                  <a:lnTo>
                    <a:pt x="9384" y="9654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39" y="10079"/>
                  </a:lnTo>
                  <a:lnTo>
                    <a:pt x="7608" y="9963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9" y="9346"/>
                  </a:lnTo>
                  <a:lnTo>
                    <a:pt x="6951" y="9075"/>
                  </a:lnTo>
                  <a:lnTo>
                    <a:pt x="6913" y="8805"/>
                  </a:lnTo>
                  <a:lnTo>
                    <a:pt x="6951" y="8535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4" y="7569"/>
                  </a:lnTo>
                  <a:lnTo>
                    <a:pt x="8148" y="7338"/>
                  </a:lnTo>
                  <a:lnTo>
                    <a:pt x="8226" y="7299"/>
                  </a:lnTo>
                  <a:close/>
                  <a:moveTo>
                    <a:pt x="2858" y="1"/>
                  </a:moveTo>
                  <a:lnTo>
                    <a:pt x="2665" y="39"/>
                  </a:lnTo>
                  <a:lnTo>
                    <a:pt x="2665" y="78"/>
                  </a:lnTo>
                  <a:lnTo>
                    <a:pt x="2626" y="1352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4" y="5098"/>
                  </a:lnTo>
                  <a:lnTo>
                    <a:pt x="2897" y="7492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2"/>
                  </a:lnTo>
                  <a:lnTo>
                    <a:pt x="3051" y="8766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7"/>
                  </a:lnTo>
                  <a:lnTo>
                    <a:pt x="773" y="9114"/>
                  </a:lnTo>
                  <a:lnTo>
                    <a:pt x="1545" y="9152"/>
                  </a:lnTo>
                  <a:lnTo>
                    <a:pt x="3128" y="9230"/>
                  </a:lnTo>
                  <a:lnTo>
                    <a:pt x="4828" y="9307"/>
                  </a:lnTo>
                  <a:lnTo>
                    <a:pt x="5677" y="9307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2" y="10311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20"/>
                  </a:lnTo>
                  <a:lnTo>
                    <a:pt x="9037" y="10543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3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9"/>
                  </a:lnTo>
                  <a:lnTo>
                    <a:pt x="10041" y="8071"/>
                  </a:lnTo>
                  <a:lnTo>
                    <a:pt x="9847" y="7762"/>
                  </a:lnTo>
                  <a:lnTo>
                    <a:pt x="9616" y="7492"/>
                  </a:lnTo>
                  <a:lnTo>
                    <a:pt x="9307" y="7260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7" y="6990"/>
                  </a:lnTo>
                  <a:lnTo>
                    <a:pt x="7724" y="7029"/>
                  </a:lnTo>
                  <a:lnTo>
                    <a:pt x="7415" y="7144"/>
                  </a:lnTo>
                  <a:lnTo>
                    <a:pt x="7144" y="7338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6" y="8805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8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6" y="8535"/>
                  </a:lnTo>
                  <a:lnTo>
                    <a:pt x="3206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5"/>
                  </a:lnTo>
                  <a:lnTo>
                    <a:pt x="3206" y="7338"/>
                  </a:lnTo>
                  <a:lnTo>
                    <a:pt x="3128" y="6449"/>
                  </a:lnTo>
                  <a:lnTo>
                    <a:pt x="3013" y="4326"/>
                  </a:lnTo>
                  <a:lnTo>
                    <a:pt x="2935" y="2202"/>
                  </a:lnTo>
                  <a:lnTo>
                    <a:pt x="2897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8"/>
            <p:cNvSpPr/>
            <p:nvPr/>
          </p:nvSpPr>
          <p:spPr>
            <a:xfrm>
              <a:off x="5490700" y="4546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79"/>
                  </a:lnTo>
                  <a:lnTo>
                    <a:pt x="0" y="1197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8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6"/>
                  </a:lnTo>
                  <a:lnTo>
                    <a:pt x="1970" y="5947"/>
                  </a:lnTo>
                  <a:lnTo>
                    <a:pt x="2433" y="6410"/>
                  </a:lnTo>
                  <a:lnTo>
                    <a:pt x="2974" y="6873"/>
                  </a:lnTo>
                  <a:lnTo>
                    <a:pt x="3514" y="7260"/>
                  </a:lnTo>
                  <a:lnTo>
                    <a:pt x="4094" y="7646"/>
                  </a:lnTo>
                  <a:lnTo>
                    <a:pt x="4712" y="7955"/>
                  </a:lnTo>
                  <a:lnTo>
                    <a:pt x="5329" y="8225"/>
                  </a:lnTo>
                  <a:lnTo>
                    <a:pt x="5986" y="8495"/>
                  </a:lnTo>
                  <a:lnTo>
                    <a:pt x="6642" y="8688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3"/>
                  </a:lnTo>
                  <a:lnTo>
                    <a:pt x="10774" y="9075"/>
                  </a:lnTo>
                  <a:lnTo>
                    <a:pt x="11392" y="8997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1"/>
                  </a:lnTo>
                  <a:lnTo>
                    <a:pt x="14018" y="8379"/>
                  </a:lnTo>
                  <a:lnTo>
                    <a:pt x="14636" y="8148"/>
                  </a:lnTo>
                  <a:lnTo>
                    <a:pt x="15253" y="7877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0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4"/>
                  </a:lnTo>
                  <a:lnTo>
                    <a:pt x="19076" y="4286"/>
                  </a:lnTo>
                  <a:lnTo>
                    <a:pt x="19347" y="3668"/>
                  </a:lnTo>
                  <a:lnTo>
                    <a:pt x="19115" y="3630"/>
                  </a:lnTo>
                  <a:lnTo>
                    <a:pt x="18767" y="4170"/>
                  </a:lnTo>
                  <a:lnTo>
                    <a:pt x="18420" y="4634"/>
                  </a:lnTo>
                  <a:lnTo>
                    <a:pt x="18034" y="5097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0"/>
                  </a:lnTo>
                  <a:lnTo>
                    <a:pt x="15755" y="7028"/>
                  </a:lnTo>
                  <a:lnTo>
                    <a:pt x="15215" y="7298"/>
                  </a:lnTo>
                  <a:lnTo>
                    <a:pt x="14713" y="7569"/>
                  </a:lnTo>
                  <a:lnTo>
                    <a:pt x="14134" y="7800"/>
                  </a:lnTo>
                  <a:lnTo>
                    <a:pt x="13593" y="8032"/>
                  </a:lnTo>
                  <a:lnTo>
                    <a:pt x="13014" y="8186"/>
                  </a:lnTo>
                  <a:lnTo>
                    <a:pt x="12434" y="8341"/>
                  </a:lnTo>
                  <a:lnTo>
                    <a:pt x="11817" y="8457"/>
                  </a:lnTo>
                  <a:lnTo>
                    <a:pt x="11199" y="8534"/>
                  </a:lnTo>
                  <a:lnTo>
                    <a:pt x="10504" y="8611"/>
                  </a:lnTo>
                  <a:lnTo>
                    <a:pt x="9114" y="8611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2"/>
                  </a:lnTo>
                  <a:lnTo>
                    <a:pt x="6333" y="8109"/>
                  </a:lnTo>
                  <a:lnTo>
                    <a:pt x="5638" y="7877"/>
                  </a:lnTo>
                  <a:lnTo>
                    <a:pt x="5020" y="7607"/>
                  </a:lnTo>
                  <a:lnTo>
                    <a:pt x="4364" y="7260"/>
                  </a:lnTo>
                  <a:lnTo>
                    <a:pt x="3785" y="6912"/>
                  </a:lnTo>
                  <a:lnTo>
                    <a:pt x="3206" y="6487"/>
                  </a:lnTo>
                  <a:lnTo>
                    <a:pt x="2704" y="6063"/>
                  </a:lnTo>
                  <a:lnTo>
                    <a:pt x="2202" y="5561"/>
                  </a:lnTo>
                  <a:lnTo>
                    <a:pt x="1777" y="4981"/>
                  </a:lnTo>
                  <a:lnTo>
                    <a:pt x="1391" y="4402"/>
                  </a:lnTo>
                  <a:lnTo>
                    <a:pt x="1120" y="3900"/>
                  </a:lnTo>
                  <a:lnTo>
                    <a:pt x="850" y="3360"/>
                  </a:lnTo>
                  <a:lnTo>
                    <a:pt x="696" y="2858"/>
                  </a:lnTo>
                  <a:lnTo>
                    <a:pt x="541" y="2278"/>
                  </a:lnTo>
                  <a:lnTo>
                    <a:pt x="425" y="1738"/>
                  </a:lnTo>
                  <a:lnTo>
                    <a:pt x="387" y="1158"/>
                  </a:lnTo>
                  <a:lnTo>
                    <a:pt x="387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8"/>
            <p:cNvSpPr/>
            <p:nvPr/>
          </p:nvSpPr>
          <p:spPr>
            <a:xfrm>
              <a:off x="5576625" y="4556050"/>
              <a:ext cx="35725" cy="28975"/>
            </a:xfrm>
            <a:custGeom>
              <a:avLst/>
              <a:gdLst/>
              <a:ahLst/>
              <a:cxnLst/>
              <a:rect l="l" t="t" r="r" b="b"/>
              <a:pathLst>
                <a:path w="1429" h="1159" extrusionOk="0">
                  <a:moveTo>
                    <a:pt x="502" y="0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6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1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4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2"/>
                  </a:lnTo>
                  <a:lnTo>
                    <a:pt x="425" y="579"/>
                  </a:lnTo>
                  <a:lnTo>
                    <a:pt x="541" y="425"/>
                  </a:lnTo>
                  <a:lnTo>
                    <a:pt x="618" y="386"/>
                  </a:lnTo>
                  <a:lnTo>
                    <a:pt x="773" y="386"/>
                  </a:lnTo>
                  <a:lnTo>
                    <a:pt x="850" y="425"/>
                  </a:lnTo>
                  <a:lnTo>
                    <a:pt x="966" y="579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6" y="927"/>
                  </a:lnTo>
                  <a:lnTo>
                    <a:pt x="966" y="1004"/>
                  </a:lnTo>
                  <a:lnTo>
                    <a:pt x="966" y="1081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5" y="1120"/>
                  </a:lnTo>
                  <a:lnTo>
                    <a:pt x="1313" y="1081"/>
                  </a:lnTo>
                  <a:lnTo>
                    <a:pt x="1390" y="888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3"/>
                  </a:lnTo>
                  <a:lnTo>
                    <a:pt x="1043" y="77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8"/>
            <p:cNvSpPr/>
            <p:nvPr/>
          </p:nvSpPr>
          <p:spPr>
            <a:xfrm>
              <a:off x="5523525" y="45599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2"/>
                  </a:lnTo>
                  <a:lnTo>
                    <a:pt x="78" y="966"/>
                  </a:lnTo>
                  <a:lnTo>
                    <a:pt x="232" y="1082"/>
                  </a:lnTo>
                  <a:lnTo>
                    <a:pt x="387" y="1198"/>
                  </a:lnTo>
                  <a:lnTo>
                    <a:pt x="464" y="1198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5"/>
                  </a:lnTo>
                  <a:lnTo>
                    <a:pt x="387" y="927"/>
                  </a:lnTo>
                  <a:lnTo>
                    <a:pt x="348" y="812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7" y="503"/>
                  </a:lnTo>
                  <a:lnTo>
                    <a:pt x="464" y="464"/>
                  </a:lnTo>
                  <a:lnTo>
                    <a:pt x="541" y="387"/>
                  </a:lnTo>
                  <a:lnTo>
                    <a:pt x="773" y="387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2" y="1043"/>
                  </a:lnTo>
                  <a:lnTo>
                    <a:pt x="1159" y="1082"/>
                  </a:lnTo>
                  <a:lnTo>
                    <a:pt x="1197" y="1082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7"/>
                  </a:lnTo>
                  <a:lnTo>
                    <a:pt x="1159" y="232"/>
                  </a:lnTo>
                  <a:lnTo>
                    <a:pt x="1004" y="78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8"/>
            <p:cNvSpPr/>
            <p:nvPr/>
          </p:nvSpPr>
          <p:spPr>
            <a:xfrm>
              <a:off x="4050375" y="4567625"/>
              <a:ext cx="30900" cy="168975"/>
            </a:xfrm>
            <a:custGeom>
              <a:avLst/>
              <a:gdLst/>
              <a:ahLst/>
              <a:cxnLst/>
              <a:rect l="l" t="t" r="r" b="b"/>
              <a:pathLst>
                <a:path w="1236" h="6759" extrusionOk="0">
                  <a:moveTo>
                    <a:pt x="1120" y="1"/>
                  </a:moveTo>
                  <a:lnTo>
                    <a:pt x="1081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9"/>
                  </a:lnTo>
                  <a:lnTo>
                    <a:pt x="116" y="5059"/>
                  </a:lnTo>
                  <a:lnTo>
                    <a:pt x="0" y="6720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2" y="3515"/>
                  </a:lnTo>
                  <a:lnTo>
                    <a:pt x="965" y="1854"/>
                  </a:lnTo>
                  <a:lnTo>
                    <a:pt x="1081" y="232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8"/>
            <p:cNvSpPr/>
            <p:nvPr/>
          </p:nvSpPr>
          <p:spPr>
            <a:xfrm>
              <a:off x="4077400" y="4569550"/>
              <a:ext cx="121650" cy="144850"/>
            </a:xfrm>
            <a:custGeom>
              <a:avLst/>
              <a:gdLst/>
              <a:ahLst/>
              <a:cxnLst/>
              <a:rect l="l" t="t" r="r" b="b"/>
              <a:pathLst>
                <a:path w="4866" h="5794" extrusionOk="0">
                  <a:moveTo>
                    <a:pt x="155" y="1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6"/>
                  </a:lnTo>
                  <a:lnTo>
                    <a:pt x="2896" y="3631"/>
                  </a:lnTo>
                  <a:lnTo>
                    <a:pt x="3476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6"/>
                  </a:lnTo>
                  <a:lnTo>
                    <a:pt x="4866" y="5639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8" y="1352"/>
                  </a:lnTo>
                  <a:lnTo>
                    <a:pt x="811" y="65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8"/>
            <p:cNvSpPr/>
            <p:nvPr/>
          </p:nvSpPr>
          <p:spPr>
            <a:xfrm>
              <a:off x="3931625" y="457727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1"/>
                  </a:moveTo>
                  <a:lnTo>
                    <a:pt x="0" y="78"/>
                  </a:lnTo>
                  <a:lnTo>
                    <a:pt x="194" y="927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6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9"/>
                  </a:lnTo>
                  <a:lnTo>
                    <a:pt x="1931" y="6140"/>
                  </a:lnTo>
                  <a:lnTo>
                    <a:pt x="2086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4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8"/>
            <p:cNvSpPr/>
            <p:nvPr/>
          </p:nvSpPr>
          <p:spPr>
            <a:xfrm>
              <a:off x="3941275" y="457920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1" y="40"/>
                  </a:lnTo>
                  <a:lnTo>
                    <a:pt x="1970" y="3206"/>
                  </a:lnTo>
                  <a:lnTo>
                    <a:pt x="4055" y="6334"/>
                  </a:lnTo>
                  <a:lnTo>
                    <a:pt x="4055" y="6334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3"/>
                  </a:lnTo>
                  <a:lnTo>
                    <a:pt x="3708" y="6720"/>
                  </a:lnTo>
                  <a:lnTo>
                    <a:pt x="4132" y="6797"/>
                  </a:lnTo>
                  <a:lnTo>
                    <a:pt x="4596" y="6836"/>
                  </a:lnTo>
                  <a:lnTo>
                    <a:pt x="5484" y="6836"/>
                  </a:lnTo>
                  <a:lnTo>
                    <a:pt x="6372" y="6759"/>
                  </a:lnTo>
                  <a:lnTo>
                    <a:pt x="7299" y="6643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9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5"/>
                  </a:lnTo>
                  <a:lnTo>
                    <a:pt x="13863" y="2125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1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3"/>
                  </a:lnTo>
                  <a:lnTo>
                    <a:pt x="10349" y="5253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6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8" y="6334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7"/>
                  </a:lnTo>
                  <a:lnTo>
                    <a:pt x="3399" y="4635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8"/>
            <p:cNvSpPr/>
            <p:nvPr/>
          </p:nvSpPr>
          <p:spPr>
            <a:xfrm>
              <a:off x="6364350" y="46361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2" y="39"/>
                  </a:lnTo>
                  <a:lnTo>
                    <a:pt x="2781" y="77"/>
                  </a:lnTo>
                  <a:lnTo>
                    <a:pt x="2511" y="193"/>
                  </a:lnTo>
                  <a:lnTo>
                    <a:pt x="2241" y="309"/>
                  </a:lnTo>
                  <a:lnTo>
                    <a:pt x="2009" y="425"/>
                  </a:lnTo>
                  <a:lnTo>
                    <a:pt x="1739" y="579"/>
                  </a:lnTo>
                  <a:lnTo>
                    <a:pt x="1507" y="773"/>
                  </a:lnTo>
                  <a:lnTo>
                    <a:pt x="1121" y="1197"/>
                  </a:lnTo>
                  <a:lnTo>
                    <a:pt x="735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8"/>
                  </a:lnTo>
                  <a:lnTo>
                    <a:pt x="40" y="3746"/>
                  </a:lnTo>
                  <a:lnTo>
                    <a:pt x="1" y="4055"/>
                  </a:lnTo>
                  <a:lnTo>
                    <a:pt x="1" y="4402"/>
                  </a:lnTo>
                  <a:lnTo>
                    <a:pt x="40" y="4673"/>
                  </a:lnTo>
                  <a:lnTo>
                    <a:pt x="117" y="4904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5" y="5252"/>
                  </a:lnTo>
                  <a:lnTo>
                    <a:pt x="966" y="5290"/>
                  </a:lnTo>
                  <a:lnTo>
                    <a:pt x="1700" y="5290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5" y="4711"/>
                  </a:lnTo>
                  <a:lnTo>
                    <a:pt x="580" y="4595"/>
                  </a:lnTo>
                  <a:lnTo>
                    <a:pt x="542" y="4441"/>
                  </a:lnTo>
                  <a:lnTo>
                    <a:pt x="542" y="4248"/>
                  </a:lnTo>
                  <a:lnTo>
                    <a:pt x="542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8"/>
                  </a:lnTo>
                  <a:lnTo>
                    <a:pt x="2627" y="695"/>
                  </a:lnTo>
                  <a:lnTo>
                    <a:pt x="3090" y="579"/>
                  </a:lnTo>
                  <a:lnTo>
                    <a:pt x="3592" y="541"/>
                  </a:lnTo>
                  <a:lnTo>
                    <a:pt x="4094" y="579"/>
                  </a:lnTo>
                  <a:lnTo>
                    <a:pt x="4249" y="541"/>
                  </a:lnTo>
                  <a:lnTo>
                    <a:pt x="4326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3"/>
                  </a:lnTo>
                  <a:lnTo>
                    <a:pt x="4210" y="155"/>
                  </a:lnTo>
                  <a:lnTo>
                    <a:pt x="3940" y="77"/>
                  </a:lnTo>
                  <a:lnTo>
                    <a:pt x="3631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8"/>
            <p:cNvSpPr/>
            <p:nvPr/>
          </p:nvSpPr>
          <p:spPr>
            <a:xfrm>
              <a:off x="5052425" y="4653550"/>
              <a:ext cx="61800" cy="89800"/>
            </a:xfrm>
            <a:custGeom>
              <a:avLst/>
              <a:gdLst/>
              <a:ahLst/>
              <a:cxnLst/>
              <a:rect l="l" t="t" r="r" b="b"/>
              <a:pathLst>
                <a:path w="2472" h="3592" extrusionOk="0">
                  <a:moveTo>
                    <a:pt x="1082" y="0"/>
                  </a:moveTo>
                  <a:lnTo>
                    <a:pt x="1004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5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699"/>
                  </a:lnTo>
                  <a:lnTo>
                    <a:pt x="1931" y="1931"/>
                  </a:lnTo>
                  <a:lnTo>
                    <a:pt x="1931" y="2163"/>
                  </a:lnTo>
                  <a:lnTo>
                    <a:pt x="1931" y="2433"/>
                  </a:lnTo>
                  <a:lnTo>
                    <a:pt x="1815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0" y="3128"/>
                  </a:lnTo>
                  <a:lnTo>
                    <a:pt x="1197" y="3128"/>
                  </a:lnTo>
                  <a:lnTo>
                    <a:pt x="1043" y="3089"/>
                  </a:lnTo>
                  <a:lnTo>
                    <a:pt x="927" y="3012"/>
                  </a:lnTo>
                  <a:lnTo>
                    <a:pt x="850" y="2896"/>
                  </a:lnTo>
                  <a:lnTo>
                    <a:pt x="811" y="2742"/>
                  </a:lnTo>
                  <a:lnTo>
                    <a:pt x="850" y="2587"/>
                  </a:lnTo>
                  <a:lnTo>
                    <a:pt x="927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0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5" y="1468"/>
                  </a:lnTo>
                  <a:lnTo>
                    <a:pt x="193" y="1313"/>
                  </a:lnTo>
                  <a:lnTo>
                    <a:pt x="0" y="1622"/>
                  </a:lnTo>
                  <a:lnTo>
                    <a:pt x="271" y="1892"/>
                  </a:lnTo>
                  <a:lnTo>
                    <a:pt x="580" y="2124"/>
                  </a:lnTo>
                  <a:lnTo>
                    <a:pt x="425" y="2356"/>
                  </a:lnTo>
                  <a:lnTo>
                    <a:pt x="348" y="2626"/>
                  </a:lnTo>
                  <a:lnTo>
                    <a:pt x="309" y="2896"/>
                  </a:lnTo>
                  <a:lnTo>
                    <a:pt x="348" y="3051"/>
                  </a:lnTo>
                  <a:lnTo>
                    <a:pt x="425" y="3167"/>
                  </a:lnTo>
                  <a:lnTo>
                    <a:pt x="541" y="3321"/>
                  </a:lnTo>
                  <a:lnTo>
                    <a:pt x="695" y="3476"/>
                  </a:lnTo>
                  <a:lnTo>
                    <a:pt x="888" y="3553"/>
                  </a:lnTo>
                  <a:lnTo>
                    <a:pt x="1082" y="3591"/>
                  </a:lnTo>
                  <a:lnTo>
                    <a:pt x="1275" y="3591"/>
                  </a:lnTo>
                  <a:lnTo>
                    <a:pt x="1506" y="3553"/>
                  </a:lnTo>
                  <a:lnTo>
                    <a:pt x="1699" y="3514"/>
                  </a:lnTo>
                  <a:lnTo>
                    <a:pt x="1854" y="3398"/>
                  </a:lnTo>
                  <a:lnTo>
                    <a:pt x="2047" y="3244"/>
                  </a:lnTo>
                  <a:lnTo>
                    <a:pt x="2201" y="3051"/>
                  </a:lnTo>
                  <a:lnTo>
                    <a:pt x="2317" y="2858"/>
                  </a:lnTo>
                  <a:lnTo>
                    <a:pt x="2394" y="2665"/>
                  </a:lnTo>
                  <a:lnTo>
                    <a:pt x="2433" y="2472"/>
                  </a:lnTo>
                  <a:lnTo>
                    <a:pt x="2472" y="2240"/>
                  </a:lnTo>
                  <a:lnTo>
                    <a:pt x="2433" y="2008"/>
                  </a:lnTo>
                  <a:lnTo>
                    <a:pt x="2394" y="1815"/>
                  </a:lnTo>
                  <a:lnTo>
                    <a:pt x="2317" y="1583"/>
                  </a:lnTo>
                  <a:lnTo>
                    <a:pt x="2201" y="1390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6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8"/>
            <p:cNvSpPr/>
            <p:nvPr/>
          </p:nvSpPr>
          <p:spPr>
            <a:xfrm>
              <a:off x="6613425" y="4670925"/>
              <a:ext cx="26100" cy="11600"/>
            </a:xfrm>
            <a:custGeom>
              <a:avLst/>
              <a:gdLst/>
              <a:ahLst/>
              <a:cxnLst/>
              <a:rect l="l" t="t" r="r" b="b"/>
              <a:pathLst>
                <a:path w="1044" h="464" extrusionOk="0">
                  <a:moveTo>
                    <a:pt x="773" y="0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3"/>
                  </a:lnTo>
                  <a:lnTo>
                    <a:pt x="39" y="232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8"/>
            <p:cNvSpPr/>
            <p:nvPr/>
          </p:nvSpPr>
          <p:spPr>
            <a:xfrm>
              <a:off x="6514950" y="46767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6" y="0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39" y="77"/>
                  </a:lnTo>
                  <a:lnTo>
                    <a:pt x="1" y="193"/>
                  </a:lnTo>
                  <a:lnTo>
                    <a:pt x="39" y="270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0"/>
                  </a:lnTo>
                  <a:lnTo>
                    <a:pt x="850" y="193"/>
                  </a:lnTo>
                  <a:lnTo>
                    <a:pt x="812" y="77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8"/>
            <p:cNvSpPr/>
            <p:nvPr/>
          </p:nvSpPr>
          <p:spPr>
            <a:xfrm>
              <a:off x="4656625" y="46776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89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8" y="3553"/>
                  </a:lnTo>
                  <a:lnTo>
                    <a:pt x="12434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8"/>
                  </a:lnTo>
                  <a:lnTo>
                    <a:pt x="12009" y="3128"/>
                  </a:lnTo>
                  <a:lnTo>
                    <a:pt x="11932" y="3206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40" y="4171"/>
                  </a:lnTo>
                  <a:lnTo>
                    <a:pt x="9615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2" y="4171"/>
                  </a:lnTo>
                  <a:lnTo>
                    <a:pt x="5368" y="4017"/>
                  </a:lnTo>
                  <a:lnTo>
                    <a:pt x="4595" y="3708"/>
                  </a:lnTo>
                  <a:lnTo>
                    <a:pt x="3900" y="3283"/>
                  </a:lnTo>
                  <a:lnTo>
                    <a:pt x="3205" y="2820"/>
                  </a:lnTo>
                  <a:lnTo>
                    <a:pt x="2587" y="2318"/>
                  </a:lnTo>
                  <a:lnTo>
                    <a:pt x="1970" y="1777"/>
                  </a:lnTo>
                  <a:lnTo>
                    <a:pt x="1390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8"/>
            <p:cNvSpPr/>
            <p:nvPr/>
          </p:nvSpPr>
          <p:spPr>
            <a:xfrm>
              <a:off x="4964575" y="4684425"/>
              <a:ext cx="92700" cy="135200"/>
            </a:xfrm>
            <a:custGeom>
              <a:avLst/>
              <a:gdLst/>
              <a:ahLst/>
              <a:cxnLst/>
              <a:rect l="l" t="t" r="r" b="b"/>
              <a:pathLst>
                <a:path w="3708" h="5408" extrusionOk="0">
                  <a:moveTo>
                    <a:pt x="3398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2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7"/>
                  </a:lnTo>
                  <a:lnTo>
                    <a:pt x="1777" y="1430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2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4" y="2086"/>
                  </a:lnTo>
                  <a:lnTo>
                    <a:pt x="889" y="2125"/>
                  </a:lnTo>
                  <a:lnTo>
                    <a:pt x="850" y="2163"/>
                  </a:lnTo>
                  <a:lnTo>
                    <a:pt x="811" y="2241"/>
                  </a:lnTo>
                  <a:lnTo>
                    <a:pt x="811" y="2356"/>
                  </a:lnTo>
                  <a:lnTo>
                    <a:pt x="811" y="2434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7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1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8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4"/>
                  </a:lnTo>
                  <a:lnTo>
                    <a:pt x="1082" y="4944"/>
                  </a:lnTo>
                  <a:lnTo>
                    <a:pt x="889" y="4866"/>
                  </a:lnTo>
                  <a:lnTo>
                    <a:pt x="773" y="4751"/>
                  </a:lnTo>
                  <a:lnTo>
                    <a:pt x="695" y="4596"/>
                  </a:lnTo>
                  <a:lnTo>
                    <a:pt x="657" y="4442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3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7" y="3669"/>
                  </a:lnTo>
                  <a:lnTo>
                    <a:pt x="116" y="2936"/>
                  </a:lnTo>
                  <a:lnTo>
                    <a:pt x="0" y="3283"/>
                  </a:lnTo>
                  <a:lnTo>
                    <a:pt x="657" y="3785"/>
                  </a:lnTo>
                  <a:lnTo>
                    <a:pt x="502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9"/>
                  </a:lnTo>
                  <a:lnTo>
                    <a:pt x="193" y="4403"/>
                  </a:lnTo>
                  <a:lnTo>
                    <a:pt x="193" y="4558"/>
                  </a:lnTo>
                  <a:lnTo>
                    <a:pt x="193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3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7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5"/>
                  </a:lnTo>
                  <a:lnTo>
                    <a:pt x="2510" y="4442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7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2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6" y="2202"/>
                  </a:lnTo>
                  <a:lnTo>
                    <a:pt x="1275" y="2125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3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2"/>
                  </a:lnTo>
                  <a:lnTo>
                    <a:pt x="3514" y="387"/>
                  </a:lnTo>
                  <a:lnTo>
                    <a:pt x="3707" y="78"/>
                  </a:lnTo>
                  <a:lnTo>
                    <a:pt x="351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8"/>
            <p:cNvSpPr/>
            <p:nvPr/>
          </p:nvSpPr>
          <p:spPr>
            <a:xfrm>
              <a:off x="6406825" y="4717250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619"/>
                  </a:lnTo>
                  <a:lnTo>
                    <a:pt x="2550" y="696"/>
                  </a:lnTo>
                  <a:lnTo>
                    <a:pt x="2743" y="812"/>
                  </a:lnTo>
                  <a:lnTo>
                    <a:pt x="2936" y="966"/>
                  </a:lnTo>
                  <a:lnTo>
                    <a:pt x="3090" y="1198"/>
                  </a:lnTo>
                  <a:lnTo>
                    <a:pt x="3206" y="1430"/>
                  </a:lnTo>
                  <a:lnTo>
                    <a:pt x="3245" y="1700"/>
                  </a:lnTo>
                  <a:lnTo>
                    <a:pt x="3245" y="1970"/>
                  </a:lnTo>
                  <a:lnTo>
                    <a:pt x="3206" y="2202"/>
                  </a:lnTo>
                  <a:lnTo>
                    <a:pt x="3090" y="2472"/>
                  </a:lnTo>
                  <a:lnTo>
                    <a:pt x="2974" y="2665"/>
                  </a:lnTo>
                  <a:lnTo>
                    <a:pt x="2781" y="2897"/>
                  </a:lnTo>
                  <a:lnTo>
                    <a:pt x="2588" y="3051"/>
                  </a:lnTo>
                  <a:lnTo>
                    <a:pt x="2357" y="3167"/>
                  </a:lnTo>
                  <a:lnTo>
                    <a:pt x="2086" y="3245"/>
                  </a:lnTo>
                  <a:lnTo>
                    <a:pt x="1777" y="3245"/>
                  </a:lnTo>
                  <a:lnTo>
                    <a:pt x="1507" y="3167"/>
                  </a:lnTo>
                  <a:lnTo>
                    <a:pt x="1237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4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5" y="1121"/>
                  </a:lnTo>
                  <a:lnTo>
                    <a:pt x="928" y="928"/>
                  </a:lnTo>
                  <a:lnTo>
                    <a:pt x="1121" y="735"/>
                  </a:lnTo>
                  <a:lnTo>
                    <a:pt x="1353" y="580"/>
                  </a:lnTo>
                  <a:lnTo>
                    <a:pt x="1584" y="464"/>
                  </a:lnTo>
                  <a:close/>
                  <a:moveTo>
                    <a:pt x="1893" y="1"/>
                  </a:moveTo>
                  <a:lnTo>
                    <a:pt x="1700" y="39"/>
                  </a:lnTo>
                  <a:lnTo>
                    <a:pt x="1546" y="78"/>
                  </a:lnTo>
                  <a:lnTo>
                    <a:pt x="1353" y="155"/>
                  </a:lnTo>
                  <a:lnTo>
                    <a:pt x="1314" y="194"/>
                  </a:lnTo>
                  <a:lnTo>
                    <a:pt x="1082" y="271"/>
                  </a:lnTo>
                  <a:lnTo>
                    <a:pt x="851" y="387"/>
                  </a:lnTo>
                  <a:lnTo>
                    <a:pt x="619" y="580"/>
                  </a:lnTo>
                  <a:lnTo>
                    <a:pt x="426" y="773"/>
                  </a:lnTo>
                  <a:lnTo>
                    <a:pt x="271" y="966"/>
                  </a:lnTo>
                  <a:lnTo>
                    <a:pt x="155" y="1237"/>
                  </a:lnTo>
                  <a:lnTo>
                    <a:pt x="78" y="1468"/>
                  </a:lnTo>
                  <a:lnTo>
                    <a:pt x="1" y="1739"/>
                  </a:lnTo>
                  <a:lnTo>
                    <a:pt x="1" y="2047"/>
                  </a:lnTo>
                  <a:lnTo>
                    <a:pt x="40" y="2125"/>
                  </a:lnTo>
                  <a:lnTo>
                    <a:pt x="40" y="2318"/>
                  </a:lnTo>
                  <a:lnTo>
                    <a:pt x="117" y="2511"/>
                  </a:lnTo>
                  <a:lnTo>
                    <a:pt x="310" y="2858"/>
                  </a:lnTo>
                  <a:lnTo>
                    <a:pt x="542" y="3167"/>
                  </a:lnTo>
                  <a:lnTo>
                    <a:pt x="851" y="3399"/>
                  </a:lnTo>
                  <a:lnTo>
                    <a:pt x="1198" y="3592"/>
                  </a:lnTo>
                  <a:lnTo>
                    <a:pt x="1584" y="3708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7" y="3669"/>
                  </a:lnTo>
                  <a:lnTo>
                    <a:pt x="2627" y="3592"/>
                  </a:lnTo>
                  <a:lnTo>
                    <a:pt x="2897" y="3438"/>
                  </a:lnTo>
                  <a:lnTo>
                    <a:pt x="3129" y="3245"/>
                  </a:lnTo>
                  <a:lnTo>
                    <a:pt x="3322" y="3013"/>
                  </a:lnTo>
                  <a:lnTo>
                    <a:pt x="3476" y="2781"/>
                  </a:lnTo>
                  <a:lnTo>
                    <a:pt x="3631" y="2511"/>
                  </a:lnTo>
                  <a:lnTo>
                    <a:pt x="3708" y="2202"/>
                  </a:lnTo>
                  <a:lnTo>
                    <a:pt x="3747" y="1932"/>
                  </a:lnTo>
                  <a:lnTo>
                    <a:pt x="3747" y="1584"/>
                  </a:lnTo>
                  <a:lnTo>
                    <a:pt x="3669" y="1314"/>
                  </a:lnTo>
                  <a:lnTo>
                    <a:pt x="3515" y="1005"/>
                  </a:lnTo>
                  <a:lnTo>
                    <a:pt x="3322" y="696"/>
                  </a:lnTo>
                  <a:lnTo>
                    <a:pt x="3052" y="426"/>
                  </a:lnTo>
                  <a:lnTo>
                    <a:pt x="2743" y="233"/>
                  </a:lnTo>
                  <a:lnTo>
                    <a:pt x="2395" y="7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8"/>
            <p:cNvSpPr/>
            <p:nvPr/>
          </p:nvSpPr>
          <p:spPr>
            <a:xfrm>
              <a:off x="2332000" y="4749125"/>
              <a:ext cx="326325" cy="58900"/>
            </a:xfrm>
            <a:custGeom>
              <a:avLst/>
              <a:gdLst/>
              <a:ahLst/>
              <a:cxnLst/>
              <a:rect l="l" t="t" r="r" b="b"/>
              <a:pathLst>
                <a:path w="13053" h="2356" extrusionOk="0">
                  <a:moveTo>
                    <a:pt x="12782" y="0"/>
                  </a:moveTo>
                  <a:lnTo>
                    <a:pt x="12705" y="39"/>
                  </a:lnTo>
                  <a:lnTo>
                    <a:pt x="12628" y="116"/>
                  </a:lnTo>
                  <a:lnTo>
                    <a:pt x="12589" y="193"/>
                  </a:lnTo>
                  <a:lnTo>
                    <a:pt x="12589" y="309"/>
                  </a:lnTo>
                  <a:lnTo>
                    <a:pt x="12589" y="502"/>
                  </a:lnTo>
                  <a:lnTo>
                    <a:pt x="12550" y="657"/>
                  </a:lnTo>
                  <a:lnTo>
                    <a:pt x="12435" y="811"/>
                  </a:lnTo>
                  <a:lnTo>
                    <a:pt x="12319" y="966"/>
                  </a:lnTo>
                  <a:lnTo>
                    <a:pt x="12164" y="1081"/>
                  </a:lnTo>
                  <a:lnTo>
                    <a:pt x="11971" y="1159"/>
                  </a:lnTo>
                  <a:lnTo>
                    <a:pt x="11546" y="1313"/>
                  </a:lnTo>
                  <a:lnTo>
                    <a:pt x="11083" y="1429"/>
                  </a:lnTo>
                  <a:lnTo>
                    <a:pt x="10581" y="1506"/>
                  </a:lnTo>
                  <a:lnTo>
                    <a:pt x="9847" y="1583"/>
                  </a:lnTo>
                  <a:lnTo>
                    <a:pt x="9423" y="1622"/>
                  </a:lnTo>
                  <a:lnTo>
                    <a:pt x="9423" y="1545"/>
                  </a:lnTo>
                  <a:lnTo>
                    <a:pt x="9423" y="1468"/>
                  </a:lnTo>
                  <a:lnTo>
                    <a:pt x="9152" y="888"/>
                  </a:lnTo>
                  <a:lnTo>
                    <a:pt x="8959" y="270"/>
                  </a:lnTo>
                  <a:lnTo>
                    <a:pt x="8612" y="386"/>
                  </a:lnTo>
                  <a:lnTo>
                    <a:pt x="8650" y="695"/>
                  </a:lnTo>
                  <a:lnTo>
                    <a:pt x="8728" y="1043"/>
                  </a:lnTo>
                  <a:lnTo>
                    <a:pt x="8843" y="1390"/>
                  </a:lnTo>
                  <a:lnTo>
                    <a:pt x="8998" y="1661"/>
                  </a:lnTo>
                  <a:lnTo>
                    <a:pt x="7839" y="1776"/>
                  </a:lnTo>
                  <a:lnTo>
                    <a:pt x="6681" y="1854"/>
                  </a:lnTo>
                  <a:lnTo>
                    <a:pt x="5252" y="1892"/>
                  </a:lnTo>
                  <a:lnTo>
                    <a:pt x="3862" y="1854"/>
                  </a:lnTo>
                  <a:lnTo>
                    <a:pt x="3592" y="1815"/>
                  </a:lnTo>
                  <a:lnTo>
                    <a:pt x="3746" y="1506"/>
                  </a:lnTo>
                  <a:lnTo>
                    <a:pt x="3785" y="1159"/>
                  </a:lnTo>
                  <a:lnTo>
                    <a:pt x="3785" y="811"/>
                  </a:lnTo>
                  <a:lnTo>
                    <a:pt x="3746" y="425"/>
                  </a:lnTo>
                  <a:lnTo>
                    <a:pt x="3399" y="464"/>
                  </a:lnTo>
                  <a:lnTo>
                    <a:pt x="3399" y="772"/>
                  </a:lnTo>
                  <a:lnTo>
                    <a:pt x="3360" y="1081"/>
                  </a:lnTo>
                  <a:lnTo>
                    <a:pt x="3244" y="1468"/>
                  </a:lnTo>
                  <a:lnTo>
                    <a:pt x="3128" y="1815"/>
                  </a:lnTo>
                  <a:lnTo>
                    <a:pt x="2202" y="1738"/>
                  </a:lnTo>
                  <a:lnTo>
                    <a:pt x="1738" y="1699"/>
                  </a:lnTo>
                  <a:lnTo>
                    <a:pt x="1275" y="1622"/>
                  </a:lnTo>
                  <a:lnTo>
                    <a:pt x="889" y="1468"/>
                  </a:lnTo>
                  <a:lnTo>
                    <a:pt x="734" y="1390"/>
                  </a:lnTo>
                  <a:lnTo>
                    <a:pt x="618" y="1313"/>
                  </a:lnTo>
                  <a:lnTo>
                    <a:pt x="503" y="1197"/>
                  </a:lnTo>
                  <a:lnTo>
                    <a:pt x="425" y="1081"/>
                  </a:lnTo>
                  <a:lnTo>
                    <a:pt x="387" y="966"/>
                  </a:lnTo>
                  <a:lnTo>
                    <a:pt x="387" y="811"/>
                  </a:lnTo>
                  <a:lnTo>
                    <a:pt x="387" y="772"/>
                  </a:lnTo>
                  <a:lnTo>
                    <a:pt x="387" y="695"/>
                  </a:lnTo>
                  <a:lnTo>
                    <a:pt x="310" y="618"/>
                  </a:lnTo>
                  <a:lnTo>
                    <a:pt x="194" y="618"/>
                  </a:lnTo>
                  <a:lnTo>
                    <a:pt x="155" y="657"/>
                  </a:lnTo>
                  <a:lnTo>
                    <a:pt x="116" y="695"/>
                  </a:lnTo>
                  <a:lnTo>
                    <a:pt x="39" y="850"/>
                  </a:lnTo>
                  <a:lnTo>
                    <a:pt x="1" y="1004"/>
                  </a:lnTo>
                  <a:lnTo>
                    <a:pt x="1" y="1159"/>
                  </a:lnTo>
                  <a:lnTo>
                    <a:pt x="1" y="1274"/>
                  </a:lnTo>
                  <a:lnTo>
                    <a:pt x="39" y="1390"/>
                  </a:lnTo>
                  <a:lnTo>
                    <a:pt x="116" y="1506"/>
                  </a:lnTo>
                  <a:lnTo>
                    <a:pt x="310" y="1699"/>
                  </a:lnTo>
                  <a:lnTo>
                    <a:pt x="541" y="1854"/>
                  </a:lnTo>
                  <a:lnTo>
                    <a:pt x="812" y="1970"/>
                  </a:lnTo>
                  <a:lnTo>
                    <a:pt x="1082" y="2047"/>
                  </a:lnTo>
                  <a:lnTo>
                    <a:pt x="1352" y="2085"/>
                  </a:lnTo>
                  <a:lnTo>
                    <a:pt x="2626" y="2240"/>
                  </a:lnTo>
                  <a:lnTo>
                    <a:pt x="3862" y="2317"/>
                  </a:lnTo>
                  <a:lnTo>
                    <a:pt x="5136" y="2356"/>
                  </a:lnTo>
                  <a:lnTo>
                    <a:pt x="6372" y="2356"/>
                  </a:lnTo>
                  <a:lnTo>
                    <a:pt x="7531" y="2278"/>
                  </a:lnTo>
                  <a:lnTo>
                    <a:pt x="8689" y="2201"/>
                  </a:lnTo>
                  <a:lnTo>
                    <a:pt x="9847" y="2047"/>
                  </a:lnTo>
                  <a:lnTo>
                    <a:pt x="11006" y="1892"/>
                  </a:lnTo>
                  <a:lnTo>
                    <a:pt x="11392" y="1815"/>
                  </a:lnTo>
                  <a:lnTo>
                    <a:pt x="11740" y="1738"/>
                  </a:lnTo>
                  <a:lnTo>
                    <a:pt x="12126" y="1583"/>
                  </a:lnTo>
                  <a:lnTo>
                    <a:pt x="12473" y="1429"/>
                  </a:lnTo>
                  <a:lnTo>
                    <a:pt x="12744" y="1236"/>
                  </a:lnTo>
                  <a:lnTo>
                    <a:pt x="12859" y="1081"/>
                  </a:lnTo>
                  <a:lnTo>
                    <a:pt x="12937" y="927"/>
                  </a:lnTo>
                  <a:lnTo>
                    <a:pt x="13014" y="772"/>
                  </a:lnTo>
                  <a:lnTo>
                    <a:pt x="13052" y="579"/>
                  </a:lnTo>
                  <a:lnTo>
                    <a:pt x="13052" y="386"/>
                  </a:lnTo>
                  <a:lnTo>
                    <a:pt x="13052" y="155"/>
                  </a:lnTo>
                  <a:lnTo>
                    <a:pt x="13014" y="77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24" name="Google Shape;2024;p8"/>
          <p:cNvSpPr txBox="1">
            <a:spLocks noGrp="1"/>
          </p:cNvSpPr>
          <p:nvPr>
            <p:ph type="title"/>
          </p:nvPr>
        </p:nvSpPr>
        <p:spPr>
          <a:xfrm>
            <a:off x="1847250" y="1444950"/>
            <a:ext cx="5449500" cy="225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9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2" name="Rezervirano mjesto sadržaja 2">
            <a:extLst>
              <a:ext uri="{FF2B5EF4-FFF2-40B4-BE49-F238E27FC236}">
                <a16:creationId xmlns:a16="http://schemas.microsoft.com/office/drawing/2014/main" id="{CD2D5CA4-F5B8-335B-703D-92B37F842976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783012" y="4566187"/>
            <a:ext cx="1577975" cy="425450"/>
          </a:xfrm>
        </p:spPr>
        <p:txBody>
          <a:bodyPr/>
          <a:lstStyle/>
          <a:p>
            <a:pPr lvl="0"/>
            <a:r>
              <a:rPr lang="hr-HR"/>
              <a:t>Kliknite da biste uredili matrice</a:t>
            </a:r>
          </a:p>
          <a:p>
            <a:pPr lvl="1"/>
            <a:r>
              <a:rPr lang="hr-HR"/>
              <a:t>Druga razina</a:t>
            </a:r>
          </a:p>
          <a:p>
            <a:pPr lvl="2"/>
            <a:r>
              <a:rPr lang="hr-HR"/>
              <a:t>Treća razina</a:t>
            </a:r>
          </a:p>
          <a:p>
            <a:pPr lvl="3"/>
            <a:r>
              <a:rPr lang="hr-HR"/>
              <a:t>Četvrta razina</a:t>
            </a:r>
          </a:p>
          <a:p>
            <a:pPr lvl="4"/>
            <a:r>
              <a:rPr lang="hr-HR"/>
              <a:t>Peta razina stilove teksta</a:t>
            </a:r>
            <a:endParaRPr 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 userDrawn="1">
  <p:cSld name="CAPTION_ONLY">
    <p:spTree>
      <p:nvGrpSpPr>
        <p:cNvPr id="1" name="Shape 2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3" name="Google Shape;2323;p10"/>
          <p:cNvSpPr txBox="1">
            <a:spLocks noGrp="1"/>
          </p:cNvSpPr>
          <p:nvPr>
            <p:ph type="title"/>
          </p:nvPr>
        </p:nvSpPr>
        <p:spPr>
          <a:xfrm>
            <a:off x="713225" y="554150"/>
            <a:ext cx="3714900" cy="1486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500"/>
              <a:buNone/>
              <a:defRPr sz="35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2324" name="Google Shape;2324;p10"/>
          <p:cNvGrpSpPr/>
          <p:nvPr/>
        </p:nvGrpSpPr>
        <p:grpSpPr>
          <a:xfrm>
            <a:off x="7958325" y="-77375"/>
            <a:ext cx="260625" cy="1230500"/>
            <a:chOff x="6815325" y="0"/>
            <a:chExt cx="260625" cy="1230500"/>
          </a:xfrm>
        </p:grpSpPr>
        <p:sp>
          <p:nvSpPr>
            <p:cNvPr id="2325" name="Google Shape;2325;p10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extrusionOk="0">
                  <a:moveTo>
                    <a:pt x="1" y="36662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10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fill="none" extrusionOk="0">
                  <a:moveTo>
                    <a:pt x="1" y="36662"/>
                  </a:moveTo>
                  <a:lnTo>
                    <a:pt x="1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10"/>
            <p:cNvSpPr/>
            <p:nvPr/>
          </p:nvSpPr>
          <p:spPr>
            <a:xfrm>
              <a:off x="6933275" y="0"/>
              <a:ext cx="19675" cy="916575"/>
            </a:xfrm>
            <a:custGeom>
              <a:avLst/>
              <a:gdLst/>
              <a:ahLst/>
              <a:cxnLst/>
              <a:rect l="l" t="t" r="r" b="b"/>
              <a:pathLst>
                <a:path w="787" h="36663" extrusionOk="0">
                  <a:moveTo>
                    <a:pt x="0" y="0"/>
                  </a:moveTo>
                  <a:lnTo>
                    <a:pt x="0" y="36662"/>
                  </a:lnTo>
                  <a:lnTo>
                    <a:pt x="787" y="366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10"/>
            <p:cNvSpPr/>
            <p:nvPr/>
          </p:nvSpPr>
          <p:spPr>
            <a:xfrm>
              <a:off x="6815325" y="847475"/>
              <a:ext cx="260625" cy="383025"/>
            </a:xfrm>
            <a:custGeom>
              <a:avLst/>
              <a:gdLst/>
              <a:ahLst/>
              <a:cxnLst/>
              <a:rect l="l" t="t" r="r" b="b"/>
              <a:pathLst>
                <a:path w="10425" h="15321" extrusionOk="0">
                  <a:moveTo>
                    <a:pt x="7077" y="0"/>
                  </a:moveTo>
                  <a:lnTo>
                    <a:pt x="6718" y="23"/>
                  </a:lnTo>
                  <a:lnTo>
                    <a:pt x="6358" y="45"/>
                  </a:lnTo>
                  <a:lnTo>
                    <a:pt x="5999" y="90"/>
                  </a:lnTo>
                  <a:lnTo>
                    <a:pt x="5662" y="157"/>
                  </a:lnTo>
                  <a:lnTo>
                    <a:pt x="5303" y="247"/>
                  </a:lnTo>
                  <a:lnTo>
                    <a:pt x="4966" y="360"/>
                  </a:lnTo>
                  <a:lnTo>
                    <a:pt x="4651" y="472"/>
                  </a:lnTo>
                  <a:lnTo>
                    <a:pt x="4314" y="607"/>
                  </a:lnTo>
                  <a:lnTo>
                    <a:pt x="4000" y="764"/>
                  </a:lnTo>
                  <a:lnTo>
                    <a:pt x="3708" y="944"/>
                  </a:lnTo>
                  <a:lnTo>
                    <a:pt x="3416" y="1123"/>
                  </a:lnTo>
                  <a:lnTo>
                    <a:pt x="3123" y="1326"/>
                  </a:lnTo>
                  <a:lnTo>
                    <a:pt x="2831" y="1528"/>
                  </a:lnTo>
                  <a:lnTo>
                    <a:pt x="2584" y="1752"/>
                  </a:lnTo>
                  <a:lnTo>
                    <a:pt x="2315" y="1999"/>
                  </a:lnTo>
                  <a:lnTo>
                    <a:pt x="2068" y="2247"/>
                  </a:lnTo>
                  <a:lnTo>
                    <a:pt x="1843" y="2516"/>
                  </a:lnTo>
                  <a:lnTo>
                    <a:pt x="1618" y="2808"/>
                  </a:lnTo>
                  <a:lnTo>
                    <a:pt x="1394" y="3078"/>
                  </a:lnTo>
                  <a:lnTo>
                    <a:pt x="1214" y="3392"/>
                  </a:lnTo>
                  <a:lnTo>
                    <a:pt x="1012" y="3707"/>
                  </a:lnTo>
                  <a:lnTo>
                    <a:pt x="855" y="4021"/>
                  </a:lnTo>
                  <a:lnTo>
                    <a:pt x="697" y="4336"/>
                  </a:lnTo>
                  <a:lnTo>
                    <a:pt x="563" y="4695"/>
                  </a:lnTo>
                  <a:lnTo>
                    <a:pt x="428" y="5032"/>
                  </a:lnTo>
                  <a:lnTo>
                    <a:pt x="315" y="5392"/>
                  </a:lnTo>
                  <a:lnTo>
                    <a:pt x="226" y="5751"/>
                  </a:lnTo>
                  <a:lnTo>
                    <a:pt x="136" y="6110"/>
                  </a:lnTo>
                  <a:lnTo>
                    <a:pt x="68" y="6492"/>
                  </a:lnTo>
                  <a:lnTo>
                    <a:pt x="23" y="6874"/>
                  </a:lnTo>
                  <a:lnTo>
                    <a:pt x="1" y="7256"/>
                  </a:lnTo>
                  <a:lnTo>
                    <a:pt x="1" y="7661"/>
                  </a:lnTo>
                  <a:lnTo>
                    <a:pt x="1" y="8042"/>
                  </a:lnTo>
                  <a:lnTo>
                    <a:pt x="23" y="8447"/>
                  </a:lnTo>
                  <a:lnTo>
                    <a:pt x="68" y="8829"/>
                  </a:lnTo>
                  <a:lnTo>
                    <a:pt x="136" y="9211"/>
                  </a:lnTo>
                  <a:lnTo>
                    <a:pt x="226" y="9570"/>
                  </a:lnTo>
                  <a:lnTo>
                    <a:pt x="315" y="9929"/>
                  </a:lnTo>
                  <a:lnTo>
                    <a:pt x="428" y="10289"/>
                  </a:lnTo>
                  <a:lnTo>
                    <a:pt x="563" y="10648"/>
                  </a:lnTo>
                  <a:lnTo>
                    <a:pt x="697" y="10985"/>
                  </a:lnTo>
                  <a:lnTo>
                    <a:pt x="855" y="11322"/>
                  </a:lnTo>
                  <a:lnTo>
                    <a:pt x="1012" y="11637"/>
                  </a:lnTo>
                  <a:lnTo>
                    <a:pt x="1214" y="11951"/>
                  </a:lnTo>
                  <a:lnTo>
                    <a:pt x="1394" y="12243"/>
                  </a:lnTo>
                  <a:lnTo>
                    <a:pt x="1618" y="12535"/>
                  </a:lnTo>
                  <a:lnTo>
                    <a:pt x="1843" y="12805"/>
                  </a:lnTo>
                  <a:lnTo>
                    <a:pt x="2068" y="13075"/>
                  </a:lnTo>
                  <a:lnTo>
                    <a:pt x="2315" y="13344"/>
                  </a:lnTo>
                  <a:lnTo>
                    <a:pt x="2584" y="13569"/>
                  </a:lnTo>
                  <a:lnTo>
                    <a:pt x="2831" y="13793"/>
                  </a:lnTo>
                  <a:lnTo>
                    <a:pt x="3123" y="14018"/>
                  </a:lnTo>
                  <a:lnTo>
                    <a:pt x="3416" y="14220"/>
                  </a:lnTo>
                  <a:lnTo>
                    <a:pt x="3708" y="14400"/>
                  </a:lnTo>
                  <a:lnTo>
                    <a:pt x="4000" y="14580"/>
                  </a:lnTo>
                  <a:lnTo>
                    <a:pt x="4314" y="14714"/>
                  </a:lnTo>
                  <a:lnTo>
                    <a:pt x="4651" y="14872"/>
                  </a:lnTo>
                  <a:lnTo>
                    <a:pt x="4966" y="14984"/>
                  </a:lnTo>
                  <a:lnTo>
                    <a:pt x="5303" y="15074"/>
                  </a:lnTo>
                  <a:lnTo>
                    <a:pt x="5662" y="15164"/>
                  </a:lnTo>
                  <a:lnTo>
                    <a:pt x="5999" y="15231"/>
                  </a:lnTo>
                  <a:lnTo>
                    <a:pt x="6358" y="15276"/>
                  </a:lnTo>
                  <a:lnTo>
                    <a:pt x="6718" y="15321"/>
                  </a:lnTo>
                  <a:lnTo>
                    <a:pt x="7504" y="15321"/>
                  </a:lnTo>
                  <a:lnTo>
                    <a:pt x="7931" y="15276"/>
                  </a:lnTo>
                  <a:lnTo>
                    <a:pt x="8335" y="15209"/>
                  </a:lnTo>
                  <a:lnTo>
                    <a:pt x="8762" y="15119"/>
                  </a:lnTo>
                  <a:lnTo>
                    <a:pt x="9144" y="14984"/>
                  </a:lnTo>
                  <a:lnTo>
                    <a:pt x="9548" y="14849"/>
                  </a:lnTo>
                  <a:lnTo>
                    <a:pt x="9908" y="14692"/>
                  </a:lnTo>
                  <a:lnTo>
                    <a:pt x="10267" y="14512"/>
                  </a:lnTo>
                  <a:lnTo>
                    <a:pt x="9863" y="14243"/>
                  </a:lnTo>
                  <a:lnTo>
                    <a:pt x="9481" y="13951"/>
                  </a:lnTo>
                  <a:lnTo>
                    <a:pt x="9122" y="13636"/>
                  </a:lnTo>
                  <a:lnTo>
                    <a:pt x="8762" y="13299"/>
                  </a:lnTo>
                  <a:lnTo>
                    <a:pt x="8425" y="12940"/>
                  </a:lnTo>
                  <a:lnTo>
                    <a:pt x="8133" y="12558"/>
                  </a:lnTo>
                  <a:lnTo>
                    <a:pt x="7841" y="12153"/>
                  </a:lnTo>
                  <a:lnTo>
                    <a:pt x="7594" y="11727"/>
                  </a:lnTo>
                  <a:lnTo>
                    <a:pt x="7347" y="11300"/>
                  </a:lnTo>
                  <a:lnTo>
                    <a:pt x="7145" y="10828"/>
                  </a:lnTo>
                  <a:lnTo>
                    <a:pt x="6987" y="10356"/>
                  </a:lnTo>
                  <a:lnTo>
                    <a:pt x="6830" y="9862"/>
                  </a:lnTo>
                  <a:lnTo>
                    <a:pt x="6718" y="9345"/>
                  </a:lnTo>
                  <a:lnTo>
                    <a:pt x="6628" y="8829"/>
                  </a:lnTo>
                  <a:lnTo>
                    <a:pt x="6583" y="8290"/>
                  </a:lnTo>
                  <a:lnTo>
                    <a:pt x="6561" y="7750"/>
                  </a:lnTo>
                  <a:lnTo>
                    <a:pt x="6583" y="7211"/>
                  </a:lnTo>
                  <a:lnTo>
                    <a:pt x="6628" y="6650"/>
                  </a:lnTo>
                  <a:lnTo>
                    <a:pt x="6718" y="6133"/>
                  </a:lnTo>
                  <a:lnTo>
                    <a:pt x="6830" y="5616"/>
                  </a:lnTo>
                  <a:lnTo>
                    <a:pt x="6987" y="5100"/>
                  </a:lnTo>
                  <a:lnTo>
                    <a:pt x="7167" y="4605"/>
                  </a:lnTo>
                  <a:lnTo>
                    <a:pt x="7392" y="4134"/>
                  </a:lnTo>
                  <a:lnTo>
                    <a:pt x="7639" y="3684"/>
                  </a:lnTo>
                  <a:lnTo>
                    <a:pt x="7908" y="3257"/>
                  </a:lnTo>
                  <a:lnTo>
                    <a:pt x="8200" y="2853"/>
                  </a:lnTo>
                  <a:lnTo>
                    <a:pt x="8515" y="2449"/>
                  </a:lnTo>
                  <a:lnTo>
                    <a:pt x="8852" y="2089"/>
                  </a:lnTo>
                  <a:lnTo>
                    <a:pt x="9211" y="1752"/>
                  </a:lnTo>
                  <a:lnTo>
                    <a:pt x="9616" y="1438"/>
                  </a:lnTo>
                  <a:lnTo>
                    <a:pt x="10020" y="1168"/>
                  </a:lnTo>
                  <a:lnTo>
                    <a:pt x="10424" y="921"/>
                  </a:lnTo>
                  <a:lnTo>
                    <a:pt x="10065" y="719"/>
                  </a:lnTo>
                  <a:lnTo>
                    <a:pt x="9661" y="517"/>
                  </a:lnTo>
                  <a:lnTo>
                    <a:pt x="9256" y="382"/>
                  </a:lnTo>
                  <a:lnTo>
                    <a:pt x="8852" y="247"/>
                  </a:lnTo>
                  <a:lnTo>
                    <a:pt x="8425" y="135"/>
                  </a:lnTo>
                  <a:lnTo>
                    <a:pt x="7976" y="68"/>
                  </a:lnTo>
                  <a:lnTo>
                    <a:pt x="7527" y="23"/>
                  </a:lnTo>
                  <a:lnTo>
                    <a:pt x="707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29" name="Google Shape;2329;p10"/>
          <p:cNvGrpSpPr/>
          <p:nvPr/>
        </p:nvGrpSpPr>
        <p:grpSpPr>
          <a:xfrm>
            <a:off x="8539500" y="-77375"/>
            <a:ext cx="297100" cy="2315550"/>
            <a:chOff x="8234700" y="-1175"/>
            <a:chExt cx="297100" cy="2315550"/>
          </a:xfrm>
        </p:grpSpPr>
        <p:grpSp>
          <p:nvGrpSpPr>
            <p:cNvPr id="2330" name="Google Shape;2330;p10"/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2331" name="Google Shape;2331;p10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2" name="Google Shape;2332;p10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3" name="Google Shape;2333;p10"/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4" name="Google Shape;2334;p10"/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335" name="Google Shape;2335;p10"/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Rezervirano mjesto sadržaja 2">
            <a:extLst>
              <a:ext uri="{FF2B5EF4-FFF2-40B4-BE49-F238E27FC236}">
                <a16:creationId xmlns:a16="http://schemas.microsoft.com/office/drawing/2014/main" id="{6B6E0C9F-DB3B-96E3-7137-6B2981E6D8C8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783012" y="4566187"/>
            <a:ext cx="1577975" cy="425450"/>
          </a:xfrm>
        </p:spPr>
        <p:txBody>
          <a:bodyPr/>
          <a:lstStyle/>
          <a:p>
            <a:pPr lvl="0"/>
            <a:r>
              <a:rPr lang="hr-HR"/>
              <a:t>Kliknite da biste uredili matrice</a:t>
            </a:r>
          </a:p>
          <a:p>
            <a:pPr lvl="1"/>
            <a:r>
              <a:rPr lang="hr-HR"/>
              <a:t>Druga razina</a:t>
            </a:r>
          </a:p>
          <a:p>
            <a:pPr lvl="2"/>
            <a:r>
              <a:rPr lang="hr-HR"/>
              <a:t>Treća razina</a:t>
            </a:r>
          </a:p>
          <a:p>
            <a:pPr lvl="3"/>
            <a:r>
              <a:rPr lang="hr-HR"/>
              <a:t>Četvrta razina</a:t>
            </a:r>
          </a:p>
          <a:p>
            <a:pPr lvl="4"/>
            <a:r>
              <a:rPr lang="hr-HR"/>
              <a:t>Peta razina stilove teksta</a:t>
            </a:r>
            <a:endParaRPr 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 userDrawn="1">
  <p:cSld name="BIG_NUMBER">
    <p:spTree>
      <p:nvGrpSpPr>
        <p:cNvPr id="1" name="Shape 2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37" name="Google Shape;2337;p11"/>
          <p:cNvGrpSpPr/>
          <p:nvPr/>
        </p:nvGrpSpPr>
        <p:grpSpPr>
          <a:xfrm>
            <a:off x="162878" y="103243"/>
            <a:ext cx="8818245" cy="4937014"/>
            <a:chOff x="238125" y="857725"/>
            <a:chExt cx="7143750" cy="3999525"/>
          </a:xfrm>
        </p:grpSpPr>
        <p:sp>
          <p:nvSpPr>
            <p:cNvPr id="2338" name="Google Shape;2338;p11"/>
            <p:cNvSpPr/>
            <p:nvPr/>
          </p:nvSpPr>
          <p:spPr>
            <a:xfrm>
              <a:off x="3447000" y="857725"/>
              <a:ext cx="309925" cy="605300"/>
            </a:xfrm>
            <a:custGeom>
              <a:avLst/>
              <a:gdLst/>
              <a:ahLst/>
              <a:cxnLst/>
              <a:rect l="l" t="t" r="r" b="b"/>
              <a:pathLst>
                <a:path w="12397" h="24212" extrusionOk="0">
                  <a:moveTo>
                    <a:pt x="7955" y="463"/>
                  </a:moveTo>
                  <a:lnTo>
                    <a:pt x="8496" y="502"/>
                  </a:lnTo>
                  <a:lnTo>
                    <a:pt x="9037" y="618"/>
                  </a:lnTo>
                  <a:lnTo>
                    <a:pt x="9500" y="811"/>
                  </a:lnTo>
                  <a:lnTo>
                    <a:pt x="9925" y="1043"/>
                  </a:lnTo>
                  <a:lnTo>
                    <a:pt x="10311" y="1352"/>
                  </a:lnTo>
                  <a:lnTo>
                    <a:pt x="10659" y="1699"/>
                  </a:lnTo>
                  <a:lnTo>
                    <a:pt x="10967" y="2085"/>
                  </a:lnTo>
                  <a:lnTo>
                    <a:pt x="11238" y="2510"/>
                  </a:lnTo>
                  <a:lnTo>
                    <a:pt x="11469" y="2973"/>
                  </a:lnTo>
                  <a:lnTo>
                    <a:pt x="11663" y="3437"/>
                  </a:lnTo>
                  <a:lnTo>
                    <a:pt x="11778" y="3939"/>
                  </a:lnTo>
                  <a:lnTo>
                    <a:pt x="11856" y="4441"/>
                  </a:lnTo>
                  <a:lnTo>
                    <a:pt x="11894" y="4981"/>
                  </a:lnTo>
                  <a:lnTo>
                    <a:pt x="11894" y="5483"/>
                  </a:lnTo>
                  <a:lnTo>
                    <a:pt x="11817" y="5985"/>
                  </a:lnTo>
                  <a:lnTo>
                    <a:pt x="11701" y="6487"/>
                  </a:lnTo>
                  <a:lnTo>
                    <a:pt x="11547" y="6989"/>
                  </a:lnTo>
                  <a:lnTo>
                    <a:pt x="11315" y="7453"/>
                  </a:lnTo>
                  <a:lnTo>
                    <a:pt x="11083" y="7916"/>
                  </a:lnTo>
                  <a:lnTo>
                    <a:pt x="10813" y="8341"/>
                  </a:lnTo>
                  <a:lnTo>
                    <a:pt x="10504" y="8766"/>
                  </a:lnTo>
                  <a:lnTo>
                    <a:pt x="10195" y="9152"/>
                  </a:lnTo>
                  <a:lnTo>
                    <a:pt x="9848" y="9499"/>
                  </a:lnTo>
                  <a:lnTo>
                    <a:pt x="9461" y="9847"/>
                  </a:lnTo>
                  <a:lnTo>
                    <a:pt x="9037" y="10156"/>
                  </a:lnTo>
                  <a:lnTo>
                    <a:pt x="8651" y="10465"/>
                  </a:lnTo>
                  <a:lnTo>
                    <a:pt x="8187" y="10735"/>
                  </a:lnTo>
                  <a:lnTo>
                    <a:pt x="7762" y="11005"/>
                  </a:lnTo>
                  <a:lnTo>
                    <a:pt x="6836" y="11469"/>
                  </a:lnTo>
                  <a:lnTo>
                    <a:pt x="5870" y="11855"/>
                  </a:lnTo>
                  <a:lnTo>
                    <a:pt x="5677" y="11855"/>
                  </a:lnTo>
                  <a:lnTo>
                    <a:pt x="5639" y="11932"/>
                  </a:lnTo>
                  <a:lnTo>
                    <a:pt x="5600" y="11932"/>
                  </a:lnTo>
                  <a:lnTo>
                    <a:pt x="4982" y="11276"/>
                  </a:lnTo>
                  <a:lnTo>
                    <a:pt x="4442" y="10542"/>
                  </a:lnTo>
                  <a:lnTo>
                    <a:pt x="3978" y="9808"/>
                  </a:lnTo>
                  <a:lnTo>
                    <a:pt x="3746" y="9383"/>
                  </a:lnTo>
                  <a:lnTo>
                    <a:pt x="3592" y="8997"/>
                  </a:lnTo>
                  <a:lnTo>
                    <a:pt x="3438" y="8611"/>
                  </a:lnTo>
                  <a:lnTo>
                    <a:pt x="3283" y="8186"/>
                  </a:lnTo>
                  <a:lnTo>
                    <a:pt x="3167" y="7762"/>
                  </a:lnTo>
                  <a:lnTo>
                    <a:pt x="3090" y="7298"/>
                  </a:lnTo>
                  <a:lnTo>
                    <a:pt x="3051" y="6873"/>
                  </a:lnTo>
                  <a:lnTo>
                    <a:pt x="3013" y="6410"/>
                  </a:lnTo>
                  <a:lnTo>
                    <a:pt x="3051" y="5947"/>
                  </a:lnTo>
                  <a:lnTo>
                    <a:pt x="3090" y="5483"/>
                  </a:lnTo>
                  <a:lnTo>
                    <a:pt x="3167" y="5020"/>
                  </a:lnTo>
                  <a:lnTo>
                    <a:pt x="3244" y="4557"/>
                  </a:lnTo>
                  <a:lnTo>
                    <a:pt x="3399" y="4093"/>
                  </a:lnTo>
                  <a:lnTo>
                    <a:pt x="3592" y="3668"/>
                  </a:lnTo>
                  <a:lnTo>
                    <a:pt x="3785" y="3205"/>
                  </a:lnTo>
                  <a:lnTo>
                    <a:pt x="4055" y="2819"/>
                  </a:lnTo>
                  <a:lnTo>
                    <a:pt x="4326" y="2394"/>
                  </a:lnTo>
                  <a:lnTo>
                    <a:pt x="4635" y="2047"/>
                  </a:lnTo>
                  <a:lnTo>
                    <a:pt x="4944" y="1699"/>
                  </a:lnTo>
                  <a:lnTo>
                    <a:pt x="5330" y="1390"/>
                  </a:lnTo>
                  <a:lnTo>
                    <a:pt x="5716" y="1081"/>
                  </a:lnTo>
                  <a:lnTo>
                    <a:pt x="6102" y="850"/>
                  </a:lnTo>
                  <a:lnTo>
                    <a:pt x="6527" y="695"/>
                  </a:lnTo>
                  <a:lnTo>
                    <a:pt x="6990" y="541"/>
                  </a:lnTo>
                  <a:lnTo>
                    <a:pt x="7453" y="463"/>
                  </a:lnTo>
                  <a:close/>
                  <a:moveTo>
                    <a:pt x="5561" y="12279"/>
                  </a:moveTo>
                  <a:lnTo>
                    <a:pt x="5600" y="12318"/>
                  </a:lnTo>
                  <a:lnTo>
                    <a:pt x="5677" y="12357"/>
                  </a:lnTo>
                  <a:lnTo>
                    <a:pt x="5793" y="12897"/>
                  </a:lnTo>
                  <a:lnTo>
                    <a:pt x="5793" y="12897"/>
                  </a:lnTo>
                  <a:lnTo>
                    <a:pt x="5098" y="12588"/>
                  </a:lnTo>
                  <a:lnTo>
                    <a:pt x="5561" y="12279"/>
                  </a:lnTo>
                  <a:close/>
                  <a:moveTo>
                    <a:pt x="3322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3" y="13979"/>
                  </a:lnTo>
                  <a:lnTo>
                    <a:pt x="2781" y="13940"/>
                  </a:lnTo>
                  <a:lnTo>
                    <a:pt x="2511" y="13824"/>
                  </a:lnTo>
                  <a:lnTo>
                    <a:pt x="2936" y="13399"/>
                  </a:lnTo>
                  <a:lnTo>
                    <a:pt x="3322" y="12975"/>
                  </a:lnTo>
                  <a:close/>
                  <a:moveTo>
                    <a:pt x="3940" y="14326"/>
                  </a:moveTo>
                  <a:lnTo>
                    <a:pt x="5098" y="14519"/>
                  </a:lnTo>
                  <a:lnTo>
                    <a:pt x="4442" y="15485"/>
                  </a:lnTo>
                  <a:lnTo>
                    <a:pt x="4287" y="15214"/>
                  </a:lnTo>
                  <a:lnTo>
                    <a:pt x="4171" y="14944"/>
                  </a:lnTo>
                  <a:lnTo>
                    <a:pt x="4055" y="14635"/>
                  </a:lnTo>
                  <a:lnTo>
                    <a:pt x="3978" y="14365"/>
                  </a:lnTo>
                  <a:lnTo>
                    <a:pt x="3940" y="14326"/>
                  </a:lnTo>
                  <a:close/>
                  <a:moveTo>
                    <a:pt x="3746" y="14596"/>
                  </a:moveTo>
                  <a:lnTo>
                    <a:pt x="3824" y="14944"/>
                  </a:lnTo>
                  <a:lnTo>
                    <a:pt x="3978" y="15291"/>
                  </a:lnTo>
                  <a:lnTo>
                    <a:pt x="4133" y="15600"/>
                  </a:lnTo>
                  <a:lnTo>
                    <a:pt x="4287" y="15909"/>
                  </a:lnTo>
                  <a:lnTo>
                    <a:pt x="4364" y="15987"/>
                  </a:lnTo>
                  <a:lnTo>
                    <a:pt x="4055" y="16411"/>
                  </a:lnTo>
                  <a:lnTo>
                    <a:pt x="3746" y="16875"/>
                  </a:lnTo>
                  <a:lnTo>
                    <a:pt x="3592" y="16411"/>
                  </a:lnTo>
                  <a:lnTo>
                    <a:pt x="3476" y="15948"/>
                  </a:lnTo>
                  <a:lnTo>
                    <a:pt x="3476" y="15716"/>
                  </a:lnTo>
                  <a:lnTo>
                    <a:pt x="3476" y="15446"/>
                  </a:lnTo>
                  <a:lnTo>
                    <a:pt x="3515" y="15214"/>
                  </a:lnTo>
                  <a:lnTo>
                    <a:pt x="3553" y="14983"/>
                  </a:lnTo>
                  <a:lnTo>
                    <a:pt x="3746" y="14596"/>
                  </a:lnTo>
                  <a:close/>
                  <a:moveTo>
                    <a:pt x="4480" y="16334"/>
                  </a:moveTo>
                  <a:lnTo>
                    <a:pt x="4673" y="16759"/>
                  </a:lnTo>
                  <a:lnTo>
                    <a:pt x="4789" y="17222"/>
                  </a:lnTo>
                  <a:lnTo>
                    <a:pt x="4789" y="17222"/>
                  </a:lnTo>
                  <a:lnTo>
                    <a:pt x="4364" y="17106"/>
                  </a:lnTo>
                  <a:lnTo>
                    <a:pt x="3940" y="17029"/>
                  </a:lnTo>
                  <a:lnTo>
                    <a:pt x="4480" y="16334"/>
                  </a:lnTo>
                  <a:close/>
                  <a:moveTo>
                    <a:pt x="2472" y="16875"/>
                  </a:moveTo>
                  <a:lnTo>
                    <a:pt x="3399" y="17106"/>
                  </a:lnTo>
                  <a:lnTo>
                    <a:pt x="3476" y="17261"/>
                  </a:lnTo>
                  <a:lnTo>
                    <a:pt x="3322" y="17377"/>
                  </a:lnTo>
                  <a:lnTo>
                    <a:pt x="3167" y="17570"/>
                  </a:lnTo>
                  <a:lnTo>
                    <a:pt x="2897" y="17917"/>
                  </a:lnTo>
                  <a:lnTo>
                    <a:pt x="2665" y="17415"/>
                  </a:lnTo>
                  <a:lnTo>
                    <a:pt x="2472" y="16875"/>
                  </a:lnTo>
                  <a:close/>
                  <a:moveTo>
                    <a:pt x="3360" y="19732"/>
                  </a:moveTo>
                  <a:lnTo>
                    <a:pt x="4055" y="20427"/>
                  </a:lnTo>
                  <a:lnTo>
                    <a:pt x="3553" y="20659"/>
                  </a:lnTo>
                  <a:lnTo>
                    <a:pt x="3013" y="20968"/>
                  </a:lnTo>
                  <a:lnTo>
                    <a:pt x="3167" y="20350"/>
                  </a:lnTo>
                  <a:lnTo>
                    <a:pt x="3360" y="19732"/>
                  </a:lnTo>
                  <a:close/>
                  <a:moveTo>
                    <a:pt x="5677" y="20118"/>
                  </a:moveTo>
                  <a:lnTo>
                    <a:pt x="5986" y="20196"/>
                  </a:lnTo>
                  <a:lnTo>
                    <a:pt x="5716" y="20891"/>
                  </a:lnTo>
                  <a:lnTo>
                    <a:pt x="5368" y="21547"/>
                  </a:lnTo>
                  <a:lnTo>
                    <a:pt x="4673" y="20582"/>
                  </a:lnTo>
                  <a:lnTo>
                    <a:pt x="4635" y="20543"/>
                  </a:lnTo>
                  <a:lnTo>
                    <a:pt x="4673" y="20234"/>
                  </a:lnTo>
                  <a:lnTo>
                    <a:pt x="5021" y="20157"/>
                  </a:lnTo>
                  <a:lnTo>
                    <a:pt x="5330" y="20118"/>
                  </a:lnTo>
                  <a:close/>
                  <a:moveTo>
                    <a:pt x="7453" y="0"/>
                  </a:moveTo>
                  <a:lnTo>
                    <a:pt x="7067" y="39"/>
                  </a:lnTo>
                  <a:lnTo>
                    <a:pt x="6720" y="154"/>
                  </a:lnTo>
                  <a:lnTo>
                    <a:pt x="6334" y="270"/>
                  </a:lnTo>
                  <a:lnTo>
                    <a:pt x="5986" y="425"/>
                  </a:lnTo>
                  <a:lnTo>
                    <a:pt x="5639" y="579"/>
                  </a:lnTo>
                  <a:lnTo>
                    <a:pt x="5291" y="811"/>
                  </a:lnTo>
                  <a:lnTo>
                    <a:pt x="4944" y="1043"/>
                  </a:lnTo>
                  <a:lnTo>
                    <a:pt x="4635" y="1313"/>
                  </a:lnTo>
                  <a:lnTo>
                    <a:pt x="4364" y="1622"/>
                  </a:lnTo>
                  <a:lnTo>
                    <a:pt x="4094" y="1892"/>
                  </a:lnTo>
                  <a:lnTo>
                    <a:pt x="3824" y="2240"/>
                  </a:lnTo>
                  <a:lnTo>
                    <a:pt x="3592" y="2549"/>
                  </a:lnTo>
                  <a:lnTo>
                    <a:pt x="3399" y="2896"/>
                  </a:lnTo>
                  <a:lnTo>
                    <a:pt x="3206" y="3282"/>
                  </a:lnTo>
                  <a:lnTo>
                    <a:pt x="3051" y="3630"/>
                  </a:lnTo>
                  <a:lnTo>
                    <a:pt x="2897" y="4016"/>
                  </a:lnTo>
                  <a:lnTo>
                    <a:pt x="2781" y="4402"/>
                  </a:lnTo>
                  <a:lnTo>
                    <a:pt x="2704" y="4788"/>
                  </a:lnTo>
                  <a:lnTo>
                    <a:pt x="2627" y="5174"/>
                  </a:lnTo>
                  <a:lnTo>
                    <a:pt x="2588" y="5599"/>
                  </a:lnTo>
                  <a:lnTo>
                    <a:pt x="2549" y="5985"/>
                  </a:lnTo>
                  <a:lnTo>
                    <a:pt x="2549" y="6410"/>
                  </a:lnTo>
                  <a:lnTo>
                    <a:pt x="2549" y="6835"/>
                  </a:lnTo>
                  <a:lnTo>
                    <a:pt x="2665" y="7723"/>
                  </a:lnTo>
                  <a:lnTo>
                    <a:pt x="2742" y="8148"/>
                  </a:lnTo>
                  <a:lnTo>
                    <a:pt x="2858" y="8572"/>
                  </a:lnTo>
                  <a:lnTo>
                    <a:pt x="3013" y="8997"/>
                  </a:lnTo>
                  <a:lnTo>
                    <a:pt x="3167" y="9383"/>
                  </a:lnTo>
                  <a:lnTo>
                    <a:pt x="3322" y="9808"/>
                  </a:lnTo>
                  <a:lnTo>
                    <a:pt x="3553" y="10194"/>
                  </a:lnTo>
                  <a:lnTo>
                    <a:pt x="3746" y="10542"/>
                  </a:lnTo>
                  <a:lnTo>
                    <a:pt x="4017" y="10928"/>
                  </a:lnTo>
                  <a:lnTo>
                    <a:pt x="4287" y="11237"/>
                  </a:lnTo>
                  <a:lnTo>
                    <a:pt x="4596" y="11546"/>
                  </a:lnTo>
                  <a:lnTo>
                    <a:pt x="4905" y="11855"/>
                  </a:lnTo>
                  <a:lnTo>
                    <a:pt x="5252" y="12086"/>
                  </a:lnTo>
                  <a:lnTo>
                    <a:pt x="4557" y="12473"/>
                  </a:lnTo>
                  <a:lnTo>
                    <a:pt x="4480" y="12550"/>
                  </a:lnTo>
                  <a:lnTo>
                    <a:pt x="4442" y="12666"/>
                  </a:lnTo>
                  <a:lnTo>
                    <a:pt x="4480" y="12781"/>
                  </a:lnTo>
                  <a:lnTo>
                    <a:pt x="4596" y="12859"/>
                  </a:lnTo>
                  <a:lnTo>
                    <a:pt x="5021" y="13013"/>
                  </a:lnTo>
                  <a:lnTo>
                    <a:pt x="4673" y="13168"/>
                  </a:lnTo>
                  <a:lnTo>
                    <a:pt x="4403" y="13361"/>
                  </a:lnTo>
                  <a:lnTo>
                    <a:pt x="4094" y="13554"/>
                  </a:lnTo>
                  <a:lnTo>
                    <a:pt x="3862" y="13785"/>
                  </a:lnTo>
                  <a:lnTo>
                    <a:pt x="3824" y="13477"/>
                  </a:lnTo>
                  <a:lnTo>
                    <a:pt x="3746" y="13168"/>
                  </a:lnTo>
                  <a:lnTo>
                    <a:pt x="3631" y="12859"/>
                  </a:lnTo>
                  <a:lnTo>
                    <a:pt x="3515" y="12550"/>
                  </a:lnTo>
                  <a:lnTo>
                    <a:pt x="3476" y="12473"/>
                  </a:lnTo>
                  <a:lnTo>
                    <a:pt x="3360" y="12434"/>
                  </a:lnTo>
                  <a:lnTo>
                    <a:pt x="3283" y="12473"/>
                  </a:lnTo>
                  <a:lnTo>
                    <a:pt x="3206" y="12511"/>
                  </a:lnTo>
                  <a:lnTo>
                    <a:pt x="2665" y="13168"/>
                  </a:lnTo>
                  <a:lnTo>
                    <a:pt x="2086" y="13747"/>
                  </a:lnTo>
                  <a:lnTo>
                    <a:pt x="2047" y="13824"/>
                  </a:lnTo>
                  <a:lnTo>
                    <a:pt x="2009" y="13901"/>
                  </a:lnTo>
                  <a:lnTo>
                    <a:pt x="2047" y="13979"/>
                  </a:lnTo>
                  <a:lnTo>
                    <a:pt x="2086" y="14056"/>
                  </a:lnTo>
                  <a:lnTo>
                    <a:pt x="2395" y="14210"/>
                  </a:lnTo>
                  <a:lnTo>
                    <a:pt x="2742" y="14287"/>
                  </a:lnTo>
                  <a:lnTo>
                    <a:pt x="3051" y="14365"/>
                  </a:lnTo>
                  <a:lnTo>
                    <a:pt x="3399" y="14365"/>
                  </a:lnTo>
                  <a:lnTo>
                    <a:pt x="3244" y="14635"/>
                  </a:lnTo>
                  <a:lnTo>
                    <a:pt x="3129" y="14944"/>
                  </a:lnTo>
                  <a:lnTo>
                    <a:pt x="3090" y="15176"/>
                  </a:lnTo>
                  <a:lnTo>
                    <a:pt x="3051" y="15407"/>
                  </a:lnTo>
                  <a:lnTo>
                    <a:pt x="3051" y="15871"/>
                  </a:lnTo>
                  <a:lnTo>
                    <a:pt x="3129" y="16295"/>
                  </a:lnTo>
                  <a:lnTo>
                    <a:pt x="3244" y="16759"/>
                  </a:lnTo>
                  <a:lnTo>
                    <a:pt x="2781" y="16566"/>
                  </a:lnTo>
                  <a:lnTo>
                    <a:pt x="2279" y="16411"/>
                  </a:lnTo>
                  <a:lnTo>
                    <a:pt x="2202" y="16411"/>
                  </a:lnTo>
                  <a:lnTo>
                    <a:pt x="2125" y="16450"/>
                  </a:lnTo>
                  <a:lnTo>
                    <a:pt x="2047" y="16527"/>
                  </a:lnTo>
                  <a:lnTo>
                    <a:pt x="2047" y="16643"/>
                  </a:lnTo>
                  <a:lnTo>
                    <a:pt x="2163" y="17106"/>
                  </a:lnTo>
                  <a:lnTo>
                    <a:pt x="2279" y="17531"/>
                  </a:lnTo>
                  <a:lnTo>
                    <a:pt x="2472" y="17956"/>
                  </a:lnTo>
                  <a:lnTo>
                    <a:pt x="2704" y="18381"/>
                  </a:lnTo>
                  <a:lnTo>
                    <a:pt x="2781" y="18458"/>
                  </a:lnTo>
                  <a:lnTo>
                    <a:pt x="2858" y="18496"/>
                  </a:lnTo>
                  <a:lnTo>
                    <a:pt x="2936" y="18458"/>
                  </a:lnTo>
                  <a:lnTo>
                    <a:pt x="3013" y="18381"/>
                  </a:lnTo>
                  <a:lnTo>
                    <a:pt x="3322" y="18033"/>
                  </a:lnTo>
                  <a:lnTo>
                    <a:pt x="3515" y="17801"/>
                  </a:lnTo>
                  <a:lnTo>
                    <a:pt x="3631" y="17608"/>
                  </a:lnTo>
                  <a:lnTo>
                    <a:pt x="3708" y="17763"/>
                  </a:lnTo>
                  <a:lnTo>
                    <a:pt x="3978" y="18342"/>
                  </a:lnTo>
                  <a:lnTo>
                    <a:pt x="4133" y="18960"/>
                  </a:lnTo>
                  <a:lnTo>
                    <a:pt x="4248" y="19539"/>
                  </a:lnTo>
                  <a:lnTo>
                    <a:pt x="4248" y="20157"/>
                  </a:lnTo>
                  <a:lnTo>
                    <a:pt x="3438" y="19307"/>
                  </a:lnTo>
                  <a:lnTo>
                    <a:pt x="3399" y="19269"/>
                  </a:lnTo>
                  <a:lnTo>
                    <a:pt x="3206" y="19269"/>
                  </a:lnTo>
                  <a:lnTo>
                    <a:pt x="3167" y="19346"/>
                  </a:lnTo>
                  <a:lnTo>
                    <a:pt x="2974" y="19809"/>
                  </a:lnTo>
                  <a:lnTo>
                    <a:pt x="2781" y="20273"/>
                  </a:lnTo>
                  <a:lnTo>
                    <a:pt x="2665" y="20775"/>
                  </a:lnTo>
                  <a:lnTo>
                    <a:pt x="2627" y="21315"/>
                  </a:lnTo>
                  <a:lnTo>
                    <a:pt x="2627" y="21393"/>
                  </a:lnTo>
                  <a:lnTo>
                    <a:pt x="2704" y="21470"/>
                  </a:lnTo>
                  <a:lnTo>
                    <a:pt x="2781" y="21508"/>
                  </a:lnTo>
                  <a:lnTo>
                    <a:pt x="2897" y="21470"/>
                  </a:lnTo>
                  <a:lnTo>
                    <a:pt x="3515" y="21161"/>
                  </a:lnTo>
                  <a:lnTo>
                    <a:pt x="4171" y="20775"/>
                  </a:lnTo>
                  <a:lnTo>
                    <a:pt x="4055" y="21161"/>
                  </a:lnTo>
                  <a:lnTo>
                    <a:pt x="3901" y="21547"/>
                  </a:lnTo>
                  <a:lnTo>
                    <a:pt x="3669" y="22049"/>
                  </a:lnTo>
                  <a:lnTo>
                    <a:pt x="3322" y="22551"/>
                  </a:lnTo>
                  <a:lnTo>
                    <a:pt x="2897" y="23014"/>
                  </a:lnTo>
                  <a:lnTo>
                    <a:pt x="2627" y="23246"/>
                  </a:lnTo>
                  <a:lnTo>
                    <a:pt x="2395" y="23401"/>
                  </a:lnTo>
                  <a:lnTo>
                    <a:pt x="2125" y="23594"/>
                  </a:lnTo>
                  <a:lnTo>
                    <a:pt x="1854" y="23709"/>
                  </a:lnTo>
                  <a:lnTo>
                    <a:pt x="1584" y="23787"/>
                  </a:lnTo>
                  <a:lnTo>
                    <a:pt x="1314" y="23787"/>
                  </a:lnTo>
                  <a:lnTo>
                    <a:pt x="1082" y="23748"/>
                  </a:lnTo>
                  <a:lnTo>
                    <a:pt x="812" y="23671"/>
                  </a:lnTo>
                  <a:lnTo>
                    <a:pt x="541" y="23516"/>
                  </a:lnTo>
                  <a:lnTo>
                    <a:pt x="310" y="23285"/>
                  </a:lnTo>
                  <a:lnTo>
                    <a:pt x="233" y="23246"/>
                  </a:lnTo>
                  <a:lnTo>
                    <a:pt x="78" y="23246"/>
                  </a:lnTo>
                  <a:lnTo>
                    <a:pt x="39" y="23362"/>
                  </a:lnTo>
                  <a:lnTo>
                    <a:pt x="1" y="23401"/>
                  </a:lnTo>
                  <a:lnTo>
                    <a:pt x="39" y="23478"/>
                  </a:lnTo>
                  <a:lnTo>
                    <a:pt x="155" y="23632"/>
                  </a:lnTo>
                  <a:lnTo>
                    <a:pt x="271" y="23787"/>
                  </a:lnTo>
                  <a:lnTo>
                    <a:pt x="387" y="23903"/>
                  </a:lnTo>
                  <a:lnTo>
                    <a:pt x="541" y="24018"/>
                  </a:lnTo>
                  <a:lnTo>
                    <a:pt x="696" y="24096"/>
                  </a:lnTo>
                  <a:lnTo>
                    <a:pt x="889" y="24134"/>
                  </a:lnTo>
                  <a:lnTo>
                    <a:pt x="1236" y="24211"/>
                  </a:lnTo>
                  <a:lnTo>
                    <a:pt x="1584" y="24173"/>
                  </a:lnTo>
                  <a:lnTo>
                    <a:pt x="1970" y="24096"/>
                  </a:lnTo>
                  <a:lnTo>
                    <a:pt x="2318" y="23941"/>
                  </a:lnTo>
                  <a:lnTo>
                    <a:pt x="2665" y="23748"/>
                  </a:lnTo>
                  <a:lnTo>
                    <a:pt x="3013" y="23478"/>
                  </a:lnTo>
                  <a:lnTo>
                    <a:pt x="3322" y="23207"/>
                  </a:lnTo>
                  <a:lnTo>
                    <a:pt x="3631" y="22860"/>
                  </a:lnTo>
                  <a:lnTo>
                    <a:pt x="3901" y="22512"/>
                  </a:lnTo>
                  <a:lnTo>
                    <a:pt x="4133" y="22126"/>
                  </a:lnTo>
                  <a:lnTo>
                    <a:pt x="4326" y="21702"/>
                  </a:lnTo>
                  <a:lnTo>
                    <a:pt x="4480" y="21315"/>
                  </a:lnTo>
                  <a:lnTo>
                    <a:pt x="4596" y="20852"/>
                  </a:lnTo>
                  <a:lnTo>
                    <a:pt x="5214" y="21972"/>
                  </a:lnTo>
                  <a:lnTo>
                    <a:pt x="5291" y="22049"/>
                  </a:lnTo>
                  <a:lnTo>
                    <a:pt x="5368" y="22088"/>
                  </a:lnTo>
                  <a:lnTo>
                    <a:pt x="5446" y="22049"/>
                  </a:lnTo>
                  <a:lnTo>
                    <a:pt x="5523" y="22010"/>
                  </a:lnTo>
                  <a:lnTo>
                    <a:pt x="5793" y="21547"/>
                  </a:lnTo>
                  <a:lnTo>
                    <a:pt x="6025" y="21084"/>
                  </a:lnTo>
                  <a:lnTo>
                    <a:pt x="6411" y="20118"/>
                  </a:lnTo>
                  <a:lnTo>
                    <a:pt x="6411" y="20041"/>
                  </a:lnTo>
                  <a:lnTo>
                    <a:pt x="6411" y="19964"/>
                  </a:lnTo>
                  <a:lnTo>
                    <a:pt x="6372" y="19925"/>
                  </a:lnTo>
                  <a:lnTo>
                    <a:pt x="6295" y="19887"/>
                  </a:lnTo>
                  <a:lnTo>
                    <a:pt x="5909" y="19771"/>
                  </a:lnTo>
                  <a:lnTo>
                    <a:pt x="5484" y="19732"/>
                  </a:lnTo>
                  <a:lnTo>
                    <a:pt x="5098" y="19732"/>
                  </a:lnTo>
                  <a:lnTo>
                    <a:pt x="4673" y="19848"/>
                  </a:lnTo>
                  <a:lnTo>
                    <a:pt x="4635" y="19230"/>
                  </a:lnTo>
                  <a:lnTo>
                    <a:pt x="4519" y="18651"/>
                  </a:lnTo>
                  <a:lnTo>
                    <a:pt x="4287" y="18033"/>
                  </a:lnTo>
                  <a:lnTo>
                    <a:pt x="4055" y="17454"/>
                  </a:lnTo>
                  <a:lnTo>
                    <a:pt x="4055" y="17454"/>
                  </a:lnTo>
                  <a:lnTo>
                    <a:pt x="4519" y="17531"/>
                  </a:lnTo>
                  <a:lnTo>
                    <a:pt x="4982" y="17608"/>
                  </a:lnTo>
                  <a:lnTo>
                    <a:pt x="5059" y="17608"/>
                  </a:lnTo>
                  <a:lnTo>
                    <a:pt x="5098" y="17531"/>
                  </a:lnTo>
                  <a:lnTo>
                    <a:pt x="5137" y="17492"/>
                  </a:lnTo>
                  <a:lnTo>
                    <a:pt x="5137" y="17377"/>
                  </a:lnTo>
                  <a:lnTo>
                    <a:pt x="5098" y="17029"/>
                  </a:lnTo>
                  <a:lnTo>
                    <a:pt x="4982" y="16643"/>
                  </a:lnTo>
                  <a:lnTo>
                    <a:pt x="4828" y="16295"/>
                  </a:lnTo>
                  <a:lnTo>
                    <a:pt x="4673" y="15987"/>
                  </a:lnTo>
                  <a:lnTo>
                    <a:pt x="4596" y="15909"/>
                  </a:lnTo>
                  <a:lnTo>
                    <a:pt x="4635" y="15909"/>
                  </a:lnTo>
                  <a:lnTo>
                    <a:pt x="5600" y="14481"/>
                  </a:lnTo>
                  <a:lnTo>
                    <a:pt x="5639" y="14365"/>
                  </a:lnTo>
                  <a:lnTo>
                    <a:pt x="5600" y="14287"/>
                  </a:lnTo>
                  <a:lnTo>
                    <a:pt x="5561" y="14210"/>
                  </a:lnTo>
                  <a:lnTo>
                    <a:pt x="5446" y="14172"/>
                  </a:lnTo>
                  <a:lnTo>
                    <a:pt x="4210" y="13979"/>
                  </a:lnTo>
                  <a:lnTo>
                    <a:pt x="4480" y="13747"/>
                  </a:lnTo>
                  <a:lnTo>
                    <a:pt x="4789" y="13554"/>
                  </a:lnTo>
                  <a:lnTo>
                    <a:pt x="5098" y="13361"/>
                  </a:lnTo>
                  <a:lnTo>
                    <a:pt x="5407" y="13168"/>
                  </a:lnTo>
                  <a:lnTo>
                    <a:pt x="6025" y="13399"/>
                  </a:lnTo>
                  <a:lnTo>
                    <a:pt x="6141" y="13438"/>
                  </a:lnTo>
                  <a:lnTo>
                    <a:pt x="6218" y="13361"/>
                  </a:lnTo>
                  <a:lnTo>
                    <a:pt x="6256" y="13283"/>
                  </a:lnTo>
                  <a:lnTo>
                    <a:pt x="6295" y="13168"/>
                  </a:lnTo>
                  <a:lnTo>
                    <a:pt x="6179" y="12704"/>
                  </a:lnTo>
                  <a:lnTo>
                    <a:pt x="6063" y="12241"/>
                  </a:lnTo>
                  <a:lnTo>
                    <a:pt x="6913" y="11932"/>
                  </a:lnTo>
                  <a:lnTo>
                    <a:pt x="7724" y="11584"/>
                  </a:lnTo>
                  <a:lnTo>
                    <a:pt x="8535" y="11121"/>
                  </a:lnTo>
                  <a:lnTo>
                    <a:pt x="9268" y="10619"/>
                  </a:lnTo>
                  <a:lnTo>
                    <a:pt x="9963" y="10078"/>
                  </a:lnTo>
                  <a:lnTo>
                    <a:pt x="10311" y="9770"/>
                  </a:lnTo>
                  <a:lnTo>
                    <a:pt x="10620" y="9422"/>
                  </a:lnTo>
                  <a:lnTo>
                    <a:pt x="10890" y="9074"/>
                  </a:lnTo>
                  <a:lnTo>
                    <a:pt x="11161" y="8727"/>
                  </a:lnTo>
                  <a:lnTo>
                    <a:pt x="11392" y="8341"/>
                  </a:lnTo>
                  <a:lnTo>
                    <a:pt x="11624" y="7955"/>
                  </a:lnTo>
                  <a:lnTo>
                    <a:pt x="11817" y="7568"/>
                  </a:lnTo>
                  <a:lnTo>
                    <a:pt x="11971" y="7182"/>
                  </a:lnTo>
                  <a:lnTo>
                    <a:pt x="12126" y="6758"/>
                  </a:lnTo>
                  <a:lnTo>
                    <a:pt x="12242" y="6333"/>
                  </a:lnTo>
                  <a:lnTo>
                    <a:pt x="12319" y="5947"/>
                  </a:lnTo>
                  <a:lnTo>
                    <a:pt x="12358" y="5522"/>
                  </a:lnTo>
                  <a:lnTo>
                    <a:pt x="12396" y="5097"/>
                  </a:lnTo>
                  <a:lnTo>
                    <a:pt x="12396" y="4672"/>
                  </a:lnTo>
                  <a:lnTo>
                    <a:pt x="12358" y="4248"/>
                  </a:lnTo>
                  <a:lnTo>
                    <a:pt x="12280" y="3823"/>
                  </a:lnTo>
                  <a:lnTo>
                    <a:pt x="12203" y="3437"/>
                  </a:lnTo>
                  <a:lnTo>
                    <a:pt x="12049" y="3051"/>
                  </a:lnTo>
                  <a:lnTo>
                    <a:pt x="11894" y="2664"/>
                  </a:lnTo>
                  <a:lnTo>
                    <a:pt x="11701" y="2278"/>
                  </a:lnTo>
                  <a:lnTo>
                    <a:pt x="11469" y="1892"/>
                  </a:lnTo>
                  <a:lnTo>
                    <a:pt x="11161" y="1545"/>
                  </a:lnTo>
                  <a:lnTo>
                    <a:pt x="10890" y="1274"/>
                  </a:lnTo>
                  <a:lnTo>
                    <a:pt x="10620" y="1004"/>
                  </a:lnTo>
                  <a:lnTo>
                    <a:pt x="10311" y="772"/>
                  </a:lnTo>
                  <a:lnTo>
                    <a:pt x="9963" y="579"/>
                  </a:lnTo>
                  <a:lnTo>
                    <a:pt x="9655" y="386"/>
                  </a:lnTo>
                  <a:lnTo>
                    <a:pt x="9307" y="232"/>
                  </a:lnTo>
                  <a:lnTo>
                    <a:pt x="8921" y="116"/>
                  </a:lnTo>
                  <a:lnTo>
                    <a:pt x="8573" y="39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11"/>
            <p:cNvSpPr/>
            <p:nvPr/>
          </p:nvSpPr>
          <p:spPr>
            <a:xfrm>
              <a:off x="5860425" y="885700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9" y="310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3"/>
                  </a:lnTo>
                  <a:lnTo>
                    <a:pt x="7299" y="503"/>
                  </a:lnTo>
                  <a:lnTo>
                    <a:pt x="7454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4"/>
                  </a:lnTo>
                  <a:lnTo>
                    <a:pt x="6295" y="4944"/>
                  </a:lnTo>
                  <a:lnTo>
                    <a:pt x="6218" y="3978"/>
                  </a:lnTo>
                  <a:lnTo>
                    <a:pt x="6141" y="2974"/>
                  </a:lnTo>
                  <a:lnTo>
                    <a:pt x="6141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5"/>
                  </a:lnTo>
                  <a:lnTo>
                    <a:pt x="6450" y="503"/>
                  </a:lnTo>
                  <a:lnTo>
                    <a:pt x="6527" y="426"/>
                  </a:lnTo>
                  <a:lnTo>
                    <a:pt x="6643" y="348"/>
                  </a:lnTo>
                  <a:lnTo>
                    <a:pt x="6759" y="310"/>
                  </a:lnTo>
                  <a:close/>
                  <a:moveTo>
                    <a:pt x="11972" y="4712"/>
                  </a:moveTo>
                  <a:lnTo>
                    <a:pt x="12087" y="4750"/>
                  </a:lnTo>
                  <a:lnTo>
                    <a:pt x="12165" y="4828"/>
                  </a:lnTo>
                  <a:lnTo>
                    <a:pt x="12281" y="4905"/>
                  </a:lnTo>
                  <a:lnTo>
                    <a:pt x="12319" y="4982"/>
                  </a:lnTo>
                  <a:lnTo>
                    <a:pt x="12396" y="5137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2"/>
                  </a:lnTo>
                  <a:lnTo>
                    <a:pt x="10041" y="5832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9" y="5252"/>
                  </a:lnTo>
                  <a:lnTo>
                    <a:pt x="7956" y="5021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9" y="4750"/>
                  </a:lnTo>
                  <a:lnTo>
                    <a:pt x="11354" y="4712"/>
                  </a:lnTo>
                  <a:close/>
                  <a:moveTo>
                    <a:pt x="5639" y="5754"/>
                  </a:moveTo>
                  <a:lnTo>
                    <a:pt x="4558" y="6449"/>
                  </a:lnTo>
                  <a:lnTo>
                    <a:pt x="3438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30" y="7917"/>
                  </a:lnTo>
                  <a:lnTo>
                    <a:pt x="1121" y="7955"/>
                  </a:lnTo>
                  <a:lnTo>
                    <a:pt x="928" y="7917"/>
                  </a:lnTo>
                  <a:lnTo>
                    <a:pt x="851" y="7878"/>
                  </a:lnTo>
                  <a:lnTo>
                    <a:pt x="773" y="7801"/>
                  </a:lnTo>
                  <a:lnTo>
                    <a:pt x="735" y="7685"/>
                  </a:lnTo>
                  <a:lnTo>
                    <a:pt x="696" y="7531"/>
                  </a:lnTo>
                  <a:lnTo>
                    <a:pt x="696" y="7376"/>
                  </a:lnTo>
                  <a:lnTo>
                    <a:pt x="696" y="7222"/>
                  </a:lnTo>
                  <a:lnTo>
                    <a:pt x="735" y="7145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3"/>
                  </a:lnTo>
                  <a:lnTo>
                    <a:pt x="2743" y="6449"/>
                  </a:lnTo>
                  <a:lnTo>
                    <a:pt x="3592" y="6295"/>
                  </a:lnTo>
                  <a:lnTo>
                    <a:pt x="4635" y="6063"/>
                  </a:lnTo>
                  <a:lnTo>
                    <a:pt x="5137" y="5909"/>
                  </a:lnTo>
                  <a:lnTo>
                    <a:pt x="5639" y="5754"/>
                  </a:lnTo>
                  <a:close/>
                  <a:moveTo>
                    <a:pt x="6952" y="1"/>
                  </a:moveTo>
                  <a:lnTo>
                    <a:pt x="6720" y="39"/>
                  </a:lnTo>
                  <a:lnTo>
                    <a:pt x="6527" y="117"/>
                  </a:lnTo>
                  <a:lnTo>
                    <a:pt x="6334" y="233"/>
                  </a:lnTo>
                  <a:lnTo>
                    <a:pt x="6141" y="426"/>
                  </a:lnTo>
                  <a:lnTo>
                    <a:pt x="5986" y="619"/>
                  </a:lnTo>
                  <a:lnTo>
                    <a:pt x="5909" y="812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2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4" y="5021"/>
                  </a:lnTo>
                  <a:lnTo>
                    <a:pt x="6025" y="5137"/>
                  </a:lnTo>
                  <a:lnTo>
                    <a:pt x="6064" y="5252"/>
                  </a:lnTo>
                  <a:lnTo>
                    <a:pt x="5523" y="5446"/>
                  </a:lnTo>
                  <a:lnTo>
                    <a:pt x="4982" y="5561"/>
                  </a:lnTo>
                  <a:lnTo>
                    <a:pt x="3940" y="5832"/>
                  </a:lnTo>
                  <a:lnTo>
                    <a:pt x="2858" y="6025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1" y="6643"/>
                  </a:lnTo>
                  <a:lnTo>
                    <a:pt x="503" y="6836"/>
                  </a:lnTo>
                  <a:lnTo>
                    <a:pt x="233" y="7029"/>
                  </a:lnTo>
                  <a:lnTo>
                    <a:pt x="117" y="7145"/>
                  </a:lnTo>
                  <a:lnTo>
                    <a:pt x="40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40" y="7724"/>
                  </a:lnTo>
                  <a:lnTo>
                    <a:pt x="117" y="7917"/>
                  </a:lnTo>
                  <a:lnTo>
                    <a:pt x="233" y="8033"/>
                  </a:lnTo>
                  <a:lnTo>
                    <a:pt x="349" y="8149"/>
                  </a:lnTo>
                  <a:lnTo>
                    <a:pt x="503" y="8226"/>
                  </a:lnTo>
                  <a:lnTo>
                    <a:pt x="619" y="8264"/>
                  </a:lnTo>
                  <a:lnTo>
                    <a:pt x="928" y="8342"/>
                  </a:lnTo>
                  <a:lnTo>
                    <a:pt x="1275" y="8342"/>
                  </a:lnTo>
                  <a:lnTo>
                    <a:pt x="1623" y="8303"/>
                  </a:lnTo>
                  <a:lnTo>
                    <a:pt x="1932" y="8187"/>
                  </a:lnTo>
                  <a:lnTo>
                    <a:pt x="2550" y="7994"/>
                  </a:lnTo>
                  <a:lnTo>
                    <a:pt x="3554" y="7531"/>
                  </a:lnTo>
                  <a:lnTo>
                    <a:pt x="4519" y="6990"/>
                  </a:lnTo>
                  <a:lnTo>
                    <a:pt x="5446" y="6372"/>
                  </a:lnTo>
                  <a:lnTo>
                    <a:pt x="5909" y="6063"/>
                  </a:lnTo>
                  <a:lnTo>
                    <a:pt x="6334" y="5716"/>
                  </a:lnTo>
                  <a:lnTo>
                    <a:pt x="6527" y="6102"/>
                  </a:lnTo>
                  <a:lnTo>
                    <a:pt x="6643" y="6295"/>
                  </a:lnTo>
                  <a:lnTo>
                    <a:pt x="6759" y="6449"/>
                  </a:lnTo>
                  <a:lnTo>
                    <a:pt x="7029" y="6372"/>
                  </a:lnTo>
                  <a:lnTo>
                    <a:pt x="7029" y="6334"/>
                  </a:lnTo>
                  <a:lnTo>
                    <a:pt x="6836" y="5986"/>
                  </a:lnTo>
                  <a:lnTo>
                    <a:pt x="6759" y="5832"/>
                  </a:lnTo>
                  <a:lnTo>
                    <a:pt x="6720" y="5639"/>
                  </a:lnTo>
                  <a:lnTo>
                    <a:pt x="6720" y="5561"/>
                  </a:lnTo>
                  <a:lnTo>
                    <a:pt x="7569" y="5832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8"/>
                  </a:lnTo>
                  <a:lnTo>
                    <a:pt x="11006" y="6218"/>
                  </a:lnTo>
                  <a:lnTo>
                    <a:pt x="11470" y="6179"/>
                  </a:lnTo>
                  <a:lnTo>
                    <a:pt x="11933" y="6141"/>
                  </a:lnTo>
                  <a:lnTo>
                    <a:pt x="12358" y="5986"/>
                  </a:lnTo>
                  <a:lnTo>
                    <a:pt x="12512" y="5909"/>
                  </a:lnTo>
                  <a:lnTo>
                    <a:pt x="12667" y="5793"/>
                  </a:lnTo>
                  <a:lnTo>
                    <a:pt x="12821" y="5677"/>
                  </a:lnTo>
                  <a:lnTo>
                    <a:pt x="12898" y="5523"/>
                  </a:lnTo>
                  <a:lnTo>
                    <a:pt x="12976" y="5368"/>
                  </a:lnTo>
                  <a:lnTo>
                    <a:pt x="12976" y="5175"/>
                  </a:lnTo>
                  <a:lnTo>
                    <a:pt x="12976" y="4982"/>
                  </a:lnTo>
                  <a:lnTo>
                    <a:pt x="12898" y="4828"/>
                  </a:lnTo>
                  <a:lnTo>
                    <a:pt x="12821" y="4712"/>
                  </a:lnTo>
                  <a:lnTo>
                    <a:pt x="12744" y="4635"/>
                  </a:lnTo>
                  <a:lnTo>
                    <a:pt x="12628" y="4519"/>
                  </a:lnTo>
                  <a:lnTo>
                    <a:pt x="12474" y="4480"/>
                  </a:lnTo>
                  <a:lnTo>
                    <a:pt x="12165" y="4364"/>
                  </a:lnTo>
                  <a:lnTo>
                    <a:pt x="11817" y="4326"/>
                  </a:lnTo>
                  <a:lnTo>
                    <a:pt x="11470" y="4326"/>
                  </a:lnTo>
                  <a:lnTo>
                    <a:pt x="10890" y="4364"/>
                  </a:lnTo>
                  <a:lnTo>
                    <a:pt x="9848" y="4403"/>
                  </a:lnTo>
                  <a:lnTo>
                    <a:pt x="8844" y="4480"/>
                  </a:lnTo>
                  <a:lnTo>
                    <a:pt x="7840" y="4635"/>
                  </a:lnTo>
                  <a:lnTo>
                    <a:pt x="6836" y="4828"/>
                  </a:lnTo>
                  <a:lnTo>
                    <a:pt x="7376" y="3476"/>
                  </a:lnTo>
                  <a:lnTo>
                    <a:pt x="7647" y="2742"/>
                  </a:lnTo>
                  <a:lnTo>
                    <a:pt x="7840" y="2047"/>
                  </a:lnTo>
                  <a:lnTo>
                    <a:pt x="7917" y="1816"/>
                  </a:lnTo>
                  <a:lnTo>
                    <a:pt x="7917" y="1545"/>
                  </a:lnTo>
                  <a:lnTo>
                    <a:pt x="7917" y="1314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9"/>
                  </a:lnTo>
                  <a:lnTo>
                    <a:pt x="7531" y="426"/>
                  </a:lnTo>
                  <a:lnTo>
                    <a:pt x="7338" y="271"/>
                  </a:lnTo>
                  <a:lnTo>
                    <a:pt x="7261" y="155"/>
                  </a:lnTo>
                  <a:lnTo>
                    <a:pt x="7145" y="78"/>
                  </a:lnTo>
                  <a:lnTo>
                    <a:pt x="695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11"/>
            <p:cNvSpPr/>
            <p:nvPr/>
          </p:nvSpPr>
          <p:spPr>
            <a:xfrm>
              <a:off x="6760175" y="920450"/>
              <a:ext cx="375550" cy="387150"/>
            </a:xfrm>
            <a:custGeom>
              <a:avLst/>
              <a:gdLst/>
              <a:ahLst/>
              <a:cxnLst/>
              <a:rect l="l" t="t" r="r" b="b"/>
              <a:pathLst>
                <a:path w="15022" h="15486" extrusionOk="0">
                  <a:moveTo>
                    <a:pt x="7491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2" y="850"/>
                  </a:lnTo>
                  <a:lnTo>
                    <a:pt x="10194" y="1044"/>
                  </a:lnTo>
                  <a:lnTo>
                    <a:pt x="10696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79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79" y="9230"/>
                  </a:lnTo>
                  <a:lnTo>
                    <a:pt x="4170" y="10041"/>
                  </a:lnTo>
                  <a:lnTo>
                    <a:pt x="3977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91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8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91" y="503"/>
                  </a:lnTo>
                  <a:close/>
                  <a:moveTo>
                    <a:pt x="11971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52" y="3206"/>
                  </a:lnTo>
                  <a:lnTo>
                    <a:pt x="13322" y="3669"/>
                  </a:lnTo>
                  <a:lnTo>
                    <a:pt x="13592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7" y="6797"/>
                  </a:lnTo>
                  <a:lnTo>
                    <a:pt x="12164" y="6952"/>
                  </a:lnTo>
                  <a:lnTo>
                    <a:pt x="11391" y="7145"/>
                  </a:lnTo>
                  <a:lnTo>
                    <a:pt x="10658" y="7415"/>
                  </a:lnTo>
                  <a:lnTo>
                    <a:pt x="9963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7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7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1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0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719" y="12667"/>
                  </a:lnTo>
                  <a:lnTo>
                    <a:pt x="6178" y="12782"/>
                  </a:lnTo>
                  <a:lnTo>
                    <a:pt x="5676" y="12937"/>
                  </a:lnTo>
                  <a:lnTo>
                    <a:pt x="5174" y="13130"/>
                  </a:lnTo>
                  <a:lnTo>
                    <a:pt x="4672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69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4" y="4519"/>
                  </a:lnTo>
                  <a:lnTo>
                    <a:pt x="2471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80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6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58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0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8"/>
                  </a:lnTo>
                  <a:lnTo>
                    <a:pt x="3244" y="13439"/>
                  </a:lnTo>
                  <a:lnTo>
                    <a:pt x="3166" y="13439"/>
                  </a:lnTo>
                  <a:lnTo>
                    <a:pt x="3051" y="13478"/>
                  </a:lnTo>
                  <a:lnTo>
                    <a:pt x="2973" y="13516"/>
                  </a:lnTo>
                  <a:lnTo>
                    <a:pt x="3051" y="13362"/>
                  </a:lnTo>
                  <a:lnTo>
                    <a:pt x="3166" y="13207"/>
                  </a:lnTo>
                  <a:lnTo>
                    <a:pt x="3321" y="13130"/>
                  </a:lnTo>
                  <a:lnTo>
                    <a:pt x="3475" y="13014"/>
                  </a:lnTo>
                  <a:lnTo>
                    <a:pt x="3668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0" y="13362"/>
                  </a:lnTo>
                  <a:lnTo>
                    <a:pt x="11893" y="13478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7" y="14983"/>
                  </a:lnTo>
                  <a:lnTo>
                    <a:pt x="7375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3" y="14636"/>
                  </a:lnTo>
                  <a:lnTo>
                    <a:pt x="5020" y="14482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50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6" y="12860"/>
                  </a:lnTo>
                  <a:close/>
                  <a:moveTo>
                    <a:pt x="7607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84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5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9"/>
                  </a:lnTo>
                  <a:lnTo>
                    <a:pt x="270" y="9925"/>
                  </a:lnTo>
                  <a:lnTo>
                    <a:pt x="463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6" y="14134"/>
                  </a:lnTo>
                  <a:lnTo>
                    <a:pt x="3475" y="14327"/>
                  </a:lnTo>
                  <a:lnTo>
                    <a:pt x="3784" y="14520"/>
                  </a:lnTo>
                  <a:lnTo>
                    <a:pt x="4132" y="14597"/>
                  </a:lnTo>
                  <a:lnTo>
                    <a:pt x="4557" y="14829"/>
                  </a:lnTo>
                  <a:lnTo>
                    <a:pt x="4981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98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8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1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5" y="8882"/>
                  </a:lnTo>
                  <a:lnTo>
                    <a:pt x="14983" y="8303"/>
                  </a:lnTo>
                  <a:lnTo>
                    <a:pt x="15021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3" y="233"/>
                  </a:lnTo>
                  <a:lnTo>
                    <a:pt x="8766" y="117"/>
                  </a:lnTo>
                  <a:lnTo>
                    <a:pt x="8186" y="40"/>
                  </a:lnTo>
                  <a:lnTo>
                    <a:pt x="76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11"/>
            <p:cNvSpPr/>
            <p:nvPr/>
          </p:nvSpPr>
          <p:spPr>
            <a:xfrm>
              <a:off x="1177425" y="95232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8"/>
                  </a:lnTo>
                  <a:lnTo>
                    <a:pt x="23787" y="2124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47"/>
                  </a:lnTo>
                  <a:lnTo>
                    <a:pt x="23092" y="1931"/>
                  </a:lnTo>
                  <a:lnTo>
                    <a:pt x="23015" y="1815"/>
                  </a:lnTo>
                  <a:lnTo>
                    <a:pt x="22976" y="1622"/>
                  </a:lnTo>
                  <a:lnTo>
                    <a:pt x="22976" y="1429"/>
                  </a:lnTo>
                  <a:lnTo>
                    <a:pt x="23053" y="1236"/>
                  </a:lnTo>
                  <a:lnTo>
                    <a:pt x="23169" y="1081"/>
                  </a:lnTo>
                  <a:lnTo>
                    <a:pt x="23285" y="966"/>
                  </a:lnTo>
                  <a:close/>
                  <a:moveTo>
                    <a:pt x="24096" y="2394"/>
                  </a:moveTo>
                  <a:lnTo>
                    <a:pt x="24212" y="2742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784"/>
                  </a:lnTo>
                  <a:lnTo>
                    <a:pt x="24173" y="3707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3"/>
                  </a:lnTo>
                  <a:lnTo>
                    <a:pt x="23710" y="3128"/>
                  </a:lnTo>
                  <a:lnTo>
                    <a:pt x="23710" y="2896"/>
                  </a:lnTo>
                  <a:lnTo>
                    <a:pt x="23787" y="2703"/>
                  </a:lnTo>
                  <a:lnTo>
                    <a:pt x="23941" y="2549"/>
                  </a:lnTo>
                  <a:lnTo>
                    <a:pt x="24096" y="2394"/>
                  </a:lnTo>
                  <a:close/>
                  <a:moveTo>
                    <a:pt x="16180" y="4943"/>
                  </a:moveTo>
                  <a:lnTo>
                    <a:pt x="16296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66" y="5252"/>
                  </a:lnTo>
                  <a:lnTo>
                    <a:pt x="16566" y="5406"/>
                  </a:lnTo>
                  <a:lnTo>
                    <a:pt x="16296" y="5406"/>
                  </a:lnTo>
                  <a:lnTo>
                    <a:pt x="15678" y="5479"/>
                  </a:lnTo>
                  <a:lnTo>
                    <a:pt x="15678" y="5479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94" y="5136"/>
                  </a:lnTo>
                  <a:lnTo>
                    <a:pt x="15871" y="5059"/>
                  </a:lnTo>
                  <a:lnTo>
                    <a:pt x="15948" y="5020"/>
                  </a:lnTo>
                  <a:lnTo>
                    <a:pt x="16064" y="4943"/>
                  </a:lnTo>
                  <a:close/>
                  <a:moveTo>
                    <a:pt x="24443" y="4209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484"/>
                  </a:lnTo>
                  <a:lnTo>
                    <a:pt x="24057" y="5406"/>
                  </a:lnTo>
                  <a:lnTo>
                    <a:pt x="23903" y="5252"/>
                  </a:lnTo>
                  <a:lnTo>
                    <a:pt x="23826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903" y="4595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09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04"/>
                  </a:lnTo>
                  <a:lnTo>
                    <a:pt x="17995" y="4982"/>
                  </a:lnTo>
                  <a:lnTo>
                    <a:pt x="18111" y="5175"/>
                  </a:lnTo>
                  <a:lnTo>
                    <a:pt x="18149" y="5406"/>
                  </a:lnTo>
                  <a:lnTo>
                    <a:pt x="18072" y="5599"/>
                  </a:lnTo>
                  <a:lnTo>
                    <a:pt x="17570" y="5484"/>
                  </a:lnTo>
                  <a:lnTo>
                    <a:pt x="17029" y="5406"/>
                  </a:lnTo>
                  <a:lnTo>
                    <a:pt x="17068" y="5290"/>
                  </a:lnTo>
                  <a:lnTo>
                    <a:pt x="17107" y="5136"/>
                  </a:lnTo>
                  <a:lnTo>
                    <a:pt x="17184" y="5020"/>
                  </a:lnTo>
                  <a:lnTo>
                    <a:pt x="17300" y="4943"/>
                  </a:lnTo>
                  <a:lnTo>
                    <a:pt x="17416" y="4866"/>
                  </a:lnTo>
                  <a:lnTo>
                    <a:pt x="17531" y="4827"/>
                  </a:lnTo>
                  <a:close/>
                  <a:moveTo>
                    <a:pt x="14597" y="5290"/>
                  </a:moveTo>
                  <a:lnTo>
                    <a:pt x="14713" y="5329"/>
                  </a:lnTo>
                  <a:lnTo>
                    <a:pt x="14828" y="5368"/>
                  </a:lnTo>
                  <a:lnTo>
                    <a:pt x="14944" y="5445"/>
                  </a:lnTo>
                  <a:lnTo>
                    <a:pt x="15021" y="5522"/>
                  </a:lnTo>
                  <a:lnTo>
                    <a:pt x="15060" y="5638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24"/>
                  </a:lnTo>
                  <a:lnTo>
                    <a:pt x="14056" y="5792"/>
                  </a:lnTo>
                  <a:lnTo>
                    <a:pt x="14133" y="5599"/>
                  </a:lnTo>
                  <a:lnTo>
                    <a:pt x="14249" y="5406"/>
                  </a:lnTo>
                  <a:lnTo>
                    <a:pt x="14365" y="5368"/>
                  </a:lnTo>
                  <a:lnTo>
                    <a:pt x="14481" y="5329"/>
                  </a:lnTo>
                  <a:lnTo>
                    <a:pt x="14597" y="5290"/>
                  </a:lnTo>
                  <a:close/>
                  <a:moveTo>
                    <a:pt x="19115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85" y="5792"/>
                  </a:lnTo>
                  <a:lnTo>
                    <a:pt x="19385" y="5986"/>
                  </a:lnTo>
                  <a:lnTo>
                    <a:pt x="19346" y="6140"/>
                  </a:lnTo>
                  <a:lnTo>
                    <a:pt x="18613" y="5792"/>
                  </a:lnTo>
                  <a:lnTo>
                    <a:pt x="18651" y="5715"/>
                  </a:lnTo>
                  <a:lnTo>
                    <a:pt x="18690" y="5638"/>
                  </a:lnTo>
                  <a:lnTo>
                    <a:pt x="18844" y="5522"/>
                  </a:lnTo>
                  <a:lnTo>
                    <a:pt x="18999" y="5484"/>
                  </a:lnTo>
                  <a:close/>
                  <a:moveTo>
                    <a:pt x="20350" y="6063"/>
                  </a:moveTo>
                  <a:lnTo>
                    <a:pt x="20466" y="6101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52" y="6719"/>
                  </a:lnTo>
                  <a:lnTo>
                    <a:pt x="20891" y="6912"/>
                  </a:lnTo>
                  <a:lnTo>
                    <a:pt x="20891" y="6912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48" y="6256"/>
                  </a:lnTo>
                  <a:lnTo>
                    <a:pt x="19887" y="6179"/>
                  </a:lnTo>
                  <a:lnTo>
                    <a:pt x="20003" y="6101"/>
                  </a:lnTo>
                  <a:lnTo>
                    <a:pt x="20080" y="6063"/>
                  </a:lnTo>
                  <a:close/>
                  <a:moveTo>
                    <a:pt x="23748" y="5870"/>
                  </a:moveTo>
                  <a:lnTo>
                    <a:pt x="23941" y="5947"/>
                  </a:lnTo>
                  <a:lnTo>
                    <a:pt x="24019" y="5986"/>
                  </a:lnTo>
                  <a:lnTo>
                    <a:pt x="24096" y="5986"/>
                  </a:lnTo>
                  <a:lnTo>
                    <a:pt x="23941" y="6294"/>
                  </a:lnTo>
                  <a:lnTo>
                    <a:pt x="23748" y="6526"/>
                  </a:lnTo>
                  <a:lnTo>
                    <a:pt x="23517" y="6758"/>
                  </a:lnTo>
                  <a:lnTo>
                    <a:pt x="23246" y="6951"/>
                  </a:lnTo>
                  <a:lnTo>
                    <a:pt x="23208" y="6912"/>
                  </a:lnTo>
                  <a:lnTo>
                    <a:pt x="23092" y="6719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9"/>
                  </a:lnTo>
                  <a:lnTo>
                    <a:pt x="23131" y="6063"/>
                  </a:lnTo>
                  <a:lnTo>
                    <a:pt x="23208" y="5986"/>
                  </a:lnTo>
                  <a:lnTo>
                    <a:pt x="23285" y="5908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2"/>
                  </a:lnTo>
                  <a:lnTo>
                    <a:pt x="12627" y="6796"/>
                  </a:lnTo>
                  <a:lnTo>
                    <a:pt x="12627" y="6642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98" y="6179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681"/>
                  </a:lnTo>
                  <a:lnTo>
                    <a:pt x="22629" y="6835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05"/>
                  </a:lnTo>
                  <a:lnTo>
                    <a:pt x="22551" y="7221"/>
                  </a:lnTo>
                  <a:lnTo>
                    <a:pt x="22165" y="7221"/>
                  </a:lnTo>
                  <a:lnTo>
                    <a:pt x="21779" y="7183"/>
                  </a:lnTo>
                  <a:lnTo>
                    <a:pt x="21393" y="7105"/>
                  </a:lnTo>
                  <a:lnTo>
                    <a:pt x="21509" y="6912"/>
                  </a:lnTo>
                  <a:lnTo>
                    <a:pt x="21625" y="6719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376"/>
                  </a:moveTo>
                  <a:lnTo>
                    <a:pt x="12473" y="7414"/>
                  </a:lnTo>
                  <a:lnTo>
                    <a:pt x="12125" y="7955"/>
                  </a:lnTo>
                  <a:lnTo>
                    <a:pt x="11816" y="8534"/>
                  </a:lnTo>
                  <a:lnTo>
                    <a:pt x="11701" y="8341"/>
                  </a:lnTo>
                  <a:lnTo>
                    <a:pt x="11662" y="8071"/>
                  </a:lnTo>
                  <a:lnTo>
                    <a:pt x="11662" y="7955"/>
                  </a:lnTo>
                  <a:lnTo>
                    <a:pt x="11701" y="7800"/>
                  </a:lnTo>
                  <a:lnTo>
                    <a:pt x="11739" y="7685"/>
                  </a:lnTo>
                  <a:lnTo>
                    <a:pt x="11816" y="7607"/>
                  </a:lnTo>
                  <a:lnTo>
                    <a:pt x="11932" y="7492"/>
                  </a:lnTo>
                  <a:lnTo>
                    <a:pt x="12048" y="7453"/>
                  </a:lnTo>
                  <a:lnTo>
                    <a:pt x="12164" y="7414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94" y="9384"/>
                  </a:lnTo>
                  <a:lnTo>
                    <a:pt x="2472" y="9461"/>
                  </a:lnTo>
                  <a:lnTo>
                    <a:pt x="2549" y="9538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9963"/>
                  </a:lnTo>
                  <a:lnTo>
                    <a:pt x="2124" y="9886"/>
                  </a:lnTo>
                  <a:lnTo>
                    <a:pt x="1661" y="9847"/>
                  </a:lnTo>
                  <a:lnTo>
                    <a:pt x="1699" y="9731"/>
                  </a:lnTo>
                  <a:lnTo>
                    <a:pt x="1738" y="9615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lnTo>
                    <a:pt x="2124" y="9345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01"/>
                  </a:lnTo>
                  <a:lnTo>
                    <a:pt x="11276" y="10272"/>
                  </a:lnTo>
                  <a:lnTo>
                    <a:pt x="11237" y="10233"/>
                  </a:lnTo>
                  <a:lnTo>
                    <a:pt x="11083" y="10040"/>
                  </a:lnTo>
                  <a:lnTo>
                    <a:pt x="10967" y="9808"/>
                  </a:lnTo>
                  <a:lnTo>
                    <a:pt x="10928" y="9693"/>
                  </a:lnTo>
                  <a:lnTo>
                    <a:pt x="10928" y="9538"/>
                  </a:lnTo>
                  <a:lnTo>
                    <a:pt x="10967" y="9422"/>
                  </a:lnTo>
                  <a:lnTo>
                    <a:pt x="11006" y="9306"/>
                  </a:lnTo>
                  <a:lnTo>
                    <a:pt x="11121" y="9152"/>
                  </a:lnTo>
                  <a:lnTo>
                    <a:pt x="11276" y="9036"/>
                  </a:lnTo>
                  <a:lnTo>
                    <a:pt x="11469" y="8997"/>
                  </a:lnTo>
                  <a:close/>
                  <a:moveTo>
                    <a:pt x="3785" y="9731"/>
                  </a:moveTo>
                  <a:lnTo>
                    <a:pt x="3900" y="9770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71" y="10117"/>
                  </a:lnTo>
                  <a:lnTo>
                    <a:pt x="4171" y="10233"/>
                  </a:lnTo>
                  <a:lnTo>
                    <a:pt x="4171" y="10388"/>
                  </a:lnTo>
                  <a:lnTo>
                    <a:pt x="4132" y="10503"/>
                  </a:lnTo>
                  <a:lnTo>
                    <a:pt x="4055" y="10619"/>
                  </a:lnTo>
                  <a:lnTo>
                    <a:pt x="3900" y="10542"/>
                  </a:lnTo>
                  <a:lnTo>
                    <a:pt x="3514" y="10310"/>
                  </a:lnTo>
                  <a:lnTo>
                    <a:pt x="3089" y="10117"/>
                  </a:lnTo>
                  <a:lnTo>
                    <a:pt x="3167" y="10001"/>
                  </a:lnTo>
                  <a:lnTo>
                    <a:pt x="3244" y="9886"/>
                  </a:lnTo>
                  <a:lnTo>
                    <a:pt x="3360" y="9808"/>
                  </a:lnTo>
                  <a:lnTo>
                    <a:pt x="3514" y="9770"/>
                  </a:lnTo>
                  <a:lnTo>
                    <a:pt x="3630" y="9731"/>
                  </a:lnTo>
                  <a:close/>
                  <a:moveTo>
                    <a:pt x="4827" y="10619"/>
                  </a:moveTo>
                  <a:lnTo>
                    <a:pt x="4943" y="10658"/>
                  </a:lnTo>
                  <a:lnTo>
                    <a:pt x="5020" y="10697"/>
                  </a:lnTo>
                  <a:lnTo>
                    <a:pt x="5097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890"/>
                  </a:lnTo>
                  <a:lnTo>
                    <a:pt x="4441" y="10812"/>
                  </a:lnTo>
                  <a:lnTo>
                    <a:pt x="4518" y="10735"/>
                  </a:lnTo>
                  <a:lnTo>
                    <a:pt x="4673" y="10658"/>
                  </a:lnTo>
                  <a:lnTo>
                    <a:pt x="4827" y="10619"/>
                  </a:lnTo>
                  <a:close/>
                  <a:moveTo>
                    <a:pt x="11160" y="10619"/>
                  </a:moveTo>
                  <a:lnTo>
                    <a:pt x="10967" y="11199"/>
                  </a:lnTo>
                  <a:lnTo>
                    <a:pt x="10735" y="11739"/>
                  </a:lnTo>
                  <a:lnTo>
                    <a:pt x="10697" y="11662"/>
                  </a:lnTo>
                  <a:lnTo>
                    <a:pt x="10504" y="11507"/>
                  </a:lnTo>
                  <a:lnTo>
                    <a:pt x="10426" y="11314"/>
                  </a:lnTo>
                  <a:lnTo>
                    <a:pt x="10388" y="11121"/>
                  </a:lnTo>
                  <a:lnTo>
                    <a:pt x="10465" y="10928"/>
                  </a:lnTo>
                  <a:lnTo>
                    <a:pt x="10581" y="10774"/>
                  </a:lnTo>
                  <a:lnTo>
                    <a:pt x="10735" y="10658"/>
                  </a:lnTo>
                  <a:lnTo>
                    <a:pt x="10928" y="10619"/>
                  </a:lnTo>
                  <a:close/>
                  <a:moveTo>
                    <a:pt x="5754" y="11430"/>
                  </a:moveTo>
                  <a:lnTo>
                    <a:pt x="5986" y="11469"/>
                  </a:lnTo>
                  <a:lnTo>
                    <a:pt x="6063" y="11507"/>
                  </a:lnTo>
                  <a:lnTo>
                    <a:pt x="6179" y="11546"/>
                  </a:lnTo>
                  <a:lnTo>
                    <a:pt x="6256" y="11662"/>
                  </a:lnTo>
                  <a:lnTo>
                    <a:pt x="6333" y="11739"/>
                  </a:lnTo>
                  <a:lnTo>
                    <a:pt x="6410" y="11971"/>
                  </a:lnTo>
                  <a:lnTo>
                    <a:pt x="6410" y="12203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84" y="11585"/>
                  </a:lnTo>
                  <a:lnTo>
                    <a:pt x="5561" y="11507"/>
                  </a:lnTo>
                  <a:lnTo>
                    <a:pt x="5638" y="11469"/>
                  </a:lnTo>
                  <a:lnTo>
                    <a:pt x="5754" y="11430"/>
                  </a:lnTo>
                  <a:close/>
                  <a:moveTo>
                    <a:pt x="10542" y="12009"/>
                  </a:moveTo>
                  <a:lnTo>
                    <a:pt x="10388" y="12280"/>
                  </a:lnTo>
                  <a:lnTo>
                    <a:pt x="10195" y="12511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27"/>
                  </a:lnTo>
                  <a:lnTo>
                    <a:pt x="9654" y="12473"/>
                  </a:lnTo>
                  <a:lnTo>
                    <a:pt x="9693" y="12318"/>
                  </a:lnTo>
                  <a:lnTo>
                    <a:pt x="9808" y="12203"/>
                  </a:lnTo>
                  <a:lnTo>
                    <a:pt x="9963" y="12125"/>
                  </a:lnTo>
                  <a:lnTo>
                    <a:pt x="10156" y="12087"/>
                  </a:lnTo>
                  <a:lnTo>
                    <a:pt x="10542" y="12009"/>
                  </a:lnTo>
                  <a:close/>
                  <a:moveTo>
                    <a:pt x="7376" y="12473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168"/>
                  </a:lnTo>
                  <a:lnTo>
                    <a:pt x="7337" y="12975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83" y="12511"/>
                  </a:lnTo>
                  <a:lnTo>
                    <a:pt x="7376" y="12473"/>
                  </a:lnTo>
                  <a:close/>
                  <a:moveTo>
                    <a:pt x="8959" y="12627"/>
                  </a:moveTo>
                  <a:lnTo>
                    <a:pt x="9113" y="12743"/>
                  </a:lnTo>
                  <a:lnTo>
                    <a:pt x="9229" y="12936"/>
                  </a:lnTo>
                  <a:lnTo>
                    <a:pt x="9268" y="13091"/>
                  </a:lnTo>
                  <a:lnTo>
                    <a:pt x="9268" y="13207"/>
                  </a:lnTo>
                  <a:lnTo>
                    <a:pt x="9036" y="13245"/>
                  </a:lnTo>
                  <a:lnTo>
                    <a:pt x="8804" y="13284"/>
                  </a:lnTo>
                  <a:lnTo>
                    <a:pt x="8302" y="13284"/>
                  </a:lnTo>
                  <a:lnTo>
                    <a:pt x="8341" y="13207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666"/>
                  </a:lnTo>
                  <a:lnTo>
                    <a:pt x="8650" y="12627"/>
                  </a:lnTo>
                  <a:close/>
                  <a:moveTo>
                    <a:pt x="22899" y="0"/>
                  </a:moveTo>
                  <a:lnTo>
                    <a:pt x="22822" y="77"/>
                  </a:lnTo>
                  <a:lnTo>
                    <a:pt x="22783" y="116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386"/>
                  </a:lnTo>
                  <a:lnTo>
                    <a:pt x="22860" y="425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629" y="1506"/>
                  </a:lnTo>
                  <a:lnTo>
                    <a:pt x="22629" y="1699"/>
                  </a:lnTo>
                  <a:lnTo>
                    <a:pt x="22629" y="1854"/>
                  </a:lnTo>
                  <a:lnTo>
                    <a:pt x="22706" y="2047"/>
                  </a:lnTo>
                  <a:lnTo>
                    <a:pt x="22860" y="2240"/>
                  </a:lnTo>
                  <a:lnTo>
                    <a:pt x="23053" y="2394"/>
                  </a:lnTo>
                  <a:lnTo>
                    <a:pt x="23285" y="2472"/>
                  </a:lnTo>
                  <a:lnTo>
                    <a:pt x="23517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44"/>
                  </a:lnTo>
                  <a:lnTo>
                    <a:pt x="23439" y="3476"/>
                  </a:lnTo>
                  <a:lnTo>
                    <a:pt x="23594" y="3707"/>
                  </a:lnTo>
                  <a:lnTo>
                    <a:pt x="23748" y="3862"/>
                  </a:lnTo>
                  <a:lnTo>
                    <a:pt x="23980" y="3978"/>
                  </a:lnTo>
                  <a:lnTo>
                    <a:pt x="23748" y="4209"/>
                  </a:lnTo>
                  <a:lnTo>
                    <a:pt x="23555" y="4441"/>
                  </a:lnTo>
                  <a:lnTo>
                    <a:pt x="23478" y="4750"/>
                  </a:lnTo>
                  <a:lnTo>
                    <a:pt x="23439" y="4866"/>
                  </a:lnTo>
                  <a:lnTo>
                    <a:pt x="23439" y="5020"/>
                  </a:lnTo>
                  <a:lnTo>
                    <a:pt x="23517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69" y="5561"/>
                  </a:lnTo>
                  <a:lnTo>
                    <a:pt x="22976" y="5677"/>
                  </a:lnTo>
                  <a:lnTo>
                    <a:pt x="22822" y="5870"/>
                  </a:lnTo>
                  <a:lnTo>
                    <a:pt x="22706" y="6101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2165" y="6179"/>
                  </a:lnTo>
                  <a:lnTo>
                    <a:pt x="21972" y="6217"/>
                  </a:lnTo>
                  <a:lnTo>
                    <a:pt x="21740" y="6256"/>
                  </a:lnTo>
                  <a:lnTo>
                    <a:pt x="21547" y="6372"/>
                  </a:lnTo>
                  <a:lnTo>
                    <a:pt x="21354" y="6565"/>
                  </a:lnTo>
                  <a:lnTo>
                    <a:pt x="21200" y="6758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5986"/>
                  </a:lnTo>
                  <a:lnTo>
                    <a:pt x="20736" y="5870"/>
                  </a:lnTo>
                  <a:lnTo>
                    <a:pt x="20582" y="5792"/>
                  </a:lnTo>
                  <a:lnTo>
                    <a:pt x="20428" y="5754"/>
                  </a:lnTo>
                  <a:lnTo>
                    <a:pt x="20080" y="5754"/>
                  </a:lnTo>
                  <a:lnTo>
                    <a:pt x="19887" y="5831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4"/>
                  </a:lnTo>
                  <a:lnTo>
                    <a:pt x="19462" y="5290"/>
                  </a:lnTo>
                  <a:lnTo>
                    <a:pt x="19385" y="5213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52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58" y="5097"/>
                  </a:lnTo>
                  <a:lnTo>
                    <a:pt x="18381" y="4982"/>
                  </a:lnTo>
                  <a:lnTo>
                    <a:pt x="18304" y="4827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6" y="4557"/>
                  </a:lnTo>
                  <a:lnTo>
                    <a:pt x="17802" y="4518"/>
                  </a:lnTo>
                  <a:lnTo>
                    <a:pt x="17531" y="4518"/>
                  </a:lnTo>
                  <a:lnTo>
                    <a:pt x="17377" y="4557"/>
                  </a:lnTo>
                  <a:lnTo>
                    <a:pt x="17261" y="4634"/>
                  </a:lnTo>
                  <a:lnTo>
                    <a:pt x="17145" y="4711"/>
                  </a:lnTo>
                  <a:lnTo>
                    <a:pt x="17029" y="4827"/>
                  </a:lnTo>
                  <a:lnTo>
                    <a:pt x="16875" y="5059"/>
                  </a:lnTo>
                  <a:lnTo>
                    <a:pt x="16759" y="4904"/>
                  </a:lnTo>
                  <a:lnTo>
                    <a:pt x="16605" y="4788"/>
                  </a:lnTo>
                  <a:lnTo>
                    <a:pt x="16450" y="4673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27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290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29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43"/>
                  </a:lnTo>
                  <a:lnTo>
                    <a:pt x="14288" y="5020"/>
                  </a:lnTo>
                  <a:lnTo>
                    <a:pt x="14172" y="5059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22"/>
                  </a:lnTo>
                  <a:lnTo>
                    <a:pt x="13786" y="5831"/>
                  </a:lnTo>
                  <a:lnTo>
                    <a:pt x="13593" y="5715"/>
                  </a:lnTo>
                  <a:lnTo>
                    <a:pt x="13361" y="5677"/>
                  </a:lnTo>
                  <a:lnTo>
                    <a:pt x="13168" y="5677"/>
                  </a:lnTo>
                  <a:lnTo>
                    <a:pt x="12936" y="5715"/>
                  </a:lnTo>
                  <a:lnTo>
                    <a:pt x="12743" y="5831"/>
                  </a:lnTo>
                  <a:lnTo>
                    <a:pt x="12627" y="5908"/>
                  </a:lnTo>
                  <a:lnTo>
                    <a:pt x="12511" y="6063"/>
                  </a:lnTo>
                  <a:lnTo>
                    <a:pt x="12434" y="6179"/>
                  </a:lnTo>
                  <a:lnTo>
                    <a:pt x="12357" y="6333"/>
                  </a:lnTo>
                  <a:lnTo>
                    <a:pt x="12357" y="6488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6990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376"/>
                  </a:lnTo>
                  <a:lnTo>
                    <a:pt x="11430" y="7530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314" y="7994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18"/>
                  </a:lnTo>
                  <a:lnTo>
                    <a:pt x="11507" y="8573"/>
                  </a:lnTo>
                  <a:lnTo>
                    <a:pt x="11237" y="8650"/>
                  </a:lnTo>
                  <a:lnTo>
                    <a:pt x="10967" y="8766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619" y="9770"/>
                  </a:lnTo>
                  <a:lnTo>
                    <a:pt x="10697" y="10001"/>
                  </a:lnTo>
                  <a:lnTo>
                    <a:pt x="10851" y="10233"/>
                  </a:lnTo>
                  <a:lnTo>
                    <a:pt x="10619" y="10272"/>
                  </a:lnTo>
                  <a:lnTo>
                    <a:pt x="10426" y="10388"/>
                  </a:lnTo>
                  <a:lnTo>
                    <a:pt x="10272" y="10581"/>
                  </a:lnTo>
                  <a:lnTo>
                    <a:pt x="10117" y="10774"/>
                  </a:lnTo>
                  <a:lnTo>
                    <a:pt x="10079" y="10967"/>
                  </a:lnTo>
                  <a:lnTo>
                    <a:pt x="10040" y="11199"/>
                  </a:lnTo>
                  <a:lnTo>
                    <a:pt x="10079" y="11469"/>
                  </a:lnTo>
                  <a:lnTo>
                    <a:pt x="10195" y="11662"/>
                  </a:lnTo>
                  <a:lnTo>
                    <a:pt x="9924" y="11739"/>
                  </a:lnTo>
                  <a:lnTo>
                    <a:pt x="9693" y="11816"/>
                  </a:lnTo>
                  <a:lnTo>
                    <a:pt x="9500" y="11971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57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18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164"/>
                  </a:lnTo>
                  <a:lnTo>
                    <a:pt x="6990" y="12241"/>
                  </a:lnTo>
                  <a:lnTo>
                    <a:pt x="6796" y="12396"/>
                  </a:lnTo>
                  <a:lnTo>
                    <a:pt x="6796" y="12048"/>
                  </a:lnTo>
                  <a:lnTo>
                    <a:pt x="6758" y="11855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392"/>
                  </a:lnTo>
                  <a:lnTo>
                    <a:pt x="6410" y="11276"/>
                  </a:lnTo>
                  <a:lnTo>
                    <a:pt x="6256" y="11199"/>
                  </a:lnTo>
                  <a:lnTo>
                    <a:pt x="6063" y="11160"/>
                  </a:lnTo>
                  <a:lnTo>
                    <a:pt x="5870" y="11121"/>
                  </a:lnTo>
                  <a:lnTo>
                    <a:pt x="5715" y="11160"/>
                  </a:lnTo>
                  <a:lnTo>
                    <a:pt x="5522" y="11199"/>
                  </a:lnTo>
                  <a:lnTo>
                    <a:pt x="5522" y="10928"/>
                  </a:lnTo>
                  <a:lnTo>
                    <a:pt x="5445" y="10697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49"/>
                  </a:lnTo>
                  <a:lnTo>
                    <a:pt x="4943" y="10310"/>
                  </a:lnTo>
                  <a:lnTo>
                    <a:pt x="4673" y="10310"/>
                  </a:lnTo>
                  <a:lnTo>
                    <a:pt x="4557" y="10349"/>
                  </a:lnTo>
                  <a:lnTo>
                    <a:pt x="4518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09" y="9577"/>
                  </a:lnTo>
                  <a:lnTo>
                    <a:pt x="4093" y="9461"/>
                  </a:lnTo>
                  <a:lnTo>
                    <a:pt x="3900" y="9422"/>
                  </a:lnTo>
                  <a:lnTo>
                    <a:pt x="3746" y="9384"/>
                  </a:lnTo>
                  <a:lnTo>
                    <a:pt x="3591" y="9422"/>
                  </a:lnTo>
                  <a:lnTo>
                    <a:pt x="3437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31"/>
                  </a:lnTo>
                  <a:lnTo>
                    <a:pt x="2974" y="9615"/>
                  </a:lnTo>
                  <a:lnTo>
                    <a:pt x="2896" y="9422"/>
                  </a:lnTo>
                  <a:lnTo>
                    <a:pt x="2781" y="9268"/>
                  </a:lnTo>
                  <a:lnTo>
                    <a:pt x="2626" y="9113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8997"/>
                  </a:lnTo>
                  <a:lnTo>
                    <a:pt x="1854" y="9075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499"/>
                  </a:lnTo>
                  <a:lnTo>
                    <a:pt x="1390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272"/>
                  </a:lnTo>
                  <a:lnTo>
                    <a:pt x="386" y="10426"/>
                  </a:lnTo>
                  <a:lnTo>
                    <a:pt x="271" y="10542"/>
                  </a:lnTo>
                  <a:lnTo>
                    <a:pt x="116" y="10851"/>
                  </a:lnTo>
                  <a:lnTo>
                    <a:pt x="39" y="11199"/>
                  </a:lnTo>
                  <a:lnTo>
                    <a:pt x="0" y="11546"/>
                  </a:lnTo>
                  <a:lnTo>
                    <a:pt x="77" y="11894"/>
                  </a:lnTo>
                  <a:lnTo>
                    <a:pt x="193" y="12241"/>
                  </a:lnTo>
                  <a:lnTo>
                    <a:pt x="386" y="12511"/>
                  </a:lnTo>
                  <a:lnTo>
                    <a:pt x="618" y="12782"/>
                  </a:lnTo>
                  <a:lnTo>
                    <a:pt x="811" y="12898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124" y="13091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11"/>
                  </a:lnTo>
                  <a:lnTo>
                    <a:pt x="3360" y="12203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39"/>
                  </a:lnTo>
                  <a:lnTo>
                    <a:pt x="3283" y="11739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50"/>
                  </a:lnTo>
                  <a:lnTo>
                    <a:pt x="2047" y="12666"/>
                  </a:lnTo>
                  <a:lnTo>
                    <a:pt x="1429" y="12666"/>
                  </a:lnTo>
                  <a:lnTo>
                    <a:pt x="1159" y="12550"/>
                  </a:lnTo>
                  <a:lnTo>
                    <a:pt x="966" y="12434"/>
                  </a:lnTo>
                  <a:lnTo>
                    <a:pt x="811" y="12318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55"/>
                  </a:lnTo>
                  <a:lnTo>
                    <a:pt x="502" y="11701"/>
                  </a:lnTo>
                  <a:lnTo>
                    <a:pt x="502" y="11546"/>
                  </a:lnTo>
                  <a:lnTo>
                    <a:pt x="502" y="11353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927" y="10619"/>
                  </a:lnTo>
                  <a:lnTo>
                    <a:pt x="1043" y="10503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317" y="10349"/>
                  </a:lnTo>
                  <a:lnTo>
                    <a:pt x="2587" y="10426"/>
                  </a:lnTo>
                  <a:lnTo>
                    <a:pt x="2858" y="10503"/>
                  </a:lnTo>
                  <a:lnTo>
                    <a:pt x="3128" y="10619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908" y="12666"/>
                  </a:lnTo>
                  <a:lnTo>
                    <a:pt x="6294" y="12936"/>
                  </a:lnTo>
                  <a:lnTo>
                    <a:pt x="6681" y="13207"/>
                  </a:lnTo>
                  <a:lnTo>
                    <a:pt x="7105" y="13400"/>
                  </a:lnTo>
                  <a:lnTo>
                    <a:pt x="7530" y="13593"/>
                  </a:lnTo>
                  <a:lnTo>
                    <a:pt x="7994" y="13708"/>
                  </a:lnTo>
                  <a:lnTo>
                    <a:pt x="8457" y="13786"/>
                  </a:lnTo>
                  <a:lnTo>
                    <a:pt x="8920" y="13747"/>
                  </a:lnTo>
                  <a:lnTo>
                    <a:pt x="9345" y="13670"/>
                  </a:lnTo>
                  <a:lnTo>
                    <a:pt x="9731" y="13515"/>
                  </a:lnTo>
                  <a:lnTo>
                    <a:pt x="10079" y="13322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34"/>
                  </a:lnTo>
                  <a:lnTo>
                    <a:pt x="11121" y="12087"/>
                  </a:lnTo>
                  <a:lnTo>
                    <a:pt x="11314" y="11739"/>
                  </a:lnTo>
                  <a:lnTo>
                    <a:pt x="11507" y="11199"/>
                  </a:lnTo>
                  <a:lnTo>
                    <a:pt x="11662" y="10658"/>
                  </a:lnTo>
                  <a:lnTo>
                    <a:pt x="11971" y="9615"/>
                  </a:lnTo>
                  <a:lnTo>
                    <a:pt x="12164" y="9075"/>
                  </a:lnTo>
                  <a:lnTo>
                    <a:pt x="12357" y="8573"/>
                  </a:lnTo>
                  <a:lnTo>
                    <a:pt x="12627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51"/>
                  </a:lnTo>
                  <a:lnTo>
                    <a:pt x="14017" y="6681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6"/>
                  </a:lnTo>
                  <a:lnTo>
                    <a:pt x="16296" y="5908"/>
                  </a:lnTo>
                  <a:lnTo>
                    <a:pt x="16914" y="5908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2"/>
                  </a:lnTo>
                  <a:lnTo>
                    <a:pt x="21316" y="7607"/>
                  </a:lnTo>
                  <a:lnTo>
                    <a:pt x="21740" y="7685"/>
                  </a:lnTo>
                  <a:lnTo>
                    <a:pt x="22165" y="7723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492"/>
                  </a:lnTo>
                  <a:lnTo>
                    <a:pt x="23748" y="7260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870"/>
                  </a:lnTo>
                  <a:lnTo>
                    <a:pt x="24907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171"/>
                  </a:lnTo>
                  <a:lnTo>
                    <a:pt x="24984" y="3707"/>
                  </a:lnTo>
                  <a:lnTo>
                    <a:pt x="24907" y="3283"/>
                  </a:lnTo>
                  <a:lnTo>
                    <a:pt x="24791" y="2819"/>
                  </a:lnTo>
                  <a:lnTo>
                    <a:pt x="24637" y="2394"/>
                  </a:lnTo>
                  <a:lnTo>
                    <a:pt x="24482" y="1970"/>
                  </a:lnTo>
                  <a:lnTo>
                    <a:pt x="24250" y="1545"/>
                  </a:lnTo>
                  <a:lnTo>
                    <a:pt x="24057" y="1159"/>
                  </a:lnTo>
                  <a:lnTo>
                    <a:pt x="23826" y="811"/>
                  </a:lnTo>
                  <a:lnTo>
                    <a:pt x="23941" y="348"/>
                  </a:lnTo>
                  <a:lnTo>
                    <a:pt x="23594" y="193"/>
                  </a:lnTo>
                  <a:lnTo>
                    <a:pt x="23208" y="77"/>
                  </a:lnTo>
                  <a:lnTo>
                    <a:pt x="23169" y="39"/>
                  </a:lnTo>
                  <a:lnTo>
                    <a:pt x="2309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11"/>
            <p:cNvSpPr/>
            <p:nvPr/>
          </p:nvSpPr>
          <p:spPr>
            <a:xfrm>
              <a:off x="3792600" y="9600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1"/>
                  </a:lnTo>
                  <a:lnTo>
                    <a:pt x="23479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3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4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7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1"/>
                  </a:lnTo>
                  <a:lnTo>
                    <a:pt x="23865" y="3514"/>
                  </a:lnTo>
                  <a:lnTo>
                    <a:pt x="23788" y="3398"/>
                  </a:lnTo>
                  <a:lnTo>
                    <a:pt x="23749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7"/>
                  </a:lnTo>
                  <a:lnTo>
                    <a:pt x="24097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0"/>
                  </a:lnTo>
                  <a:lnTo>
                    <a:pt x="16567" y="5406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3"/>
                  </a:lnTo>
                  <a:lnTo>
                    <a:pt x="15679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7"/>
                  </a:lnTo>
                  <a:lnTo>
                    <a:pt x="15949" y="5020"/>
                  </a:lnTo>
                  <a:lnTo>
                    <a:pt x="16065" y="4981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7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4" y="5290"/>
                  </a:lnTo>
                  <a:lnTo>
                    <a:pt x="23826" y="5097"/>
                  </a:lnTo>
                  <a:lnTo>
                    <a:pt x="23788" y="4981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0"/>
                  </a:lnTo>
                  <a:lnTo>
                    <a:pt x="17107" y="5175"/>
                  </a:lnTo>
                  <a:lnTo>
                    <a:pt x="17185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1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599"/>
                  </a:lnTo>
                  <a:lnTo>
                    <a:pt x="14250" y="5445"/>
                  </a:lnTo>
                  <a:lnTo>
                    <a:pt x="14366" y="5368"/>
                  </a:lnTo>
                  <a:lnTo>
                    <a:pt x="14443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3" y="5561"/>
                  </a:lnTo>
                  <a:lnTo>
                    <a:pt x="19308" y="5677"/>
                  </a:lnTo>
                  <a:lnTo>
                    <a:pt x="19386" y="5831"/>
                  </a:lnTo>
                  <a:lnTo>
                    <a:pt x="19386" y="5985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1" y="5677"/>
                  </a:lnTo>
                  <a:lnTo>
                    <a:pt x="18845" y="5522"/>
                  </a:lnTo>
                  <a:lnTo>
                    <a:pt x="18999" y="5483"/>
                  </a:lnTo>
                  <a:close/>
                  <a:moveTo>
                    <a:pt x="20197" y="6063"/>
                  </a:moveTo>
                  <a:lnTo>
                    <a:pt x="20351" y="6101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9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2" y="6951"/>
                  </a:lnTo>
                  <a:lnTo>
                    <a:pt x="20467" y="6758"/>
                  </a:lnTo>
                  <a:lnTo>
                    <a:pt x="20081" y="6565"/>
                  </a:lnTo>
                  <a:lnTo>
                    <a:pt x="19810" y="6410"/>
                  </a:lnTo>
                  <a:lnTo>
                    <a:pt x="19849" y="6294"/>
                  </a:lnTo>
                  <a:lnTo>
                    <a:pt x="19888" y="6179"/>
                  </a:lnTo>
                  <a:lnTo>
                    <a:pt x="20003" y="6140"/>
                  </a:lnTo>
                  <a:lnTo>
                    <a:pt x="20081" y="6101"/>
                  </a:lnTo>
                  <a:lnTo>
                    <a:pt x="20197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2" y="5985"/>
                  </a:lnTo>
                  <a:lnTo>
                    <a:pt x="24019" y="6024"/>
                  </a:lnTo>
                  <a:lnTo>
                    <a:pt x="24097" y="6024"/>
                  </a:lnTo>
                  <a:lnTo>
                    <a:pt x="23942" y="6294"/>
                  </a:lnTo>
                  <a:lnTo>
                    <a:pt x="23749" y="6565"/>
                  </a:lnTo>
                  <a:lnTo>
                    <a:pt x="23517" y="6796"/>
                  </a:lnTo>
                  <a:lnTo>
                    <a:pt x="23247" y="6989"/>
                  </a:lnTo>
                  <a:lnTo>
                    <a:pt x="23208" y="6951"/>
                  </a:lnTo>
                  <a:lnTo>
                    <a:pt x="23093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4" y="6179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1"/>
                  </a:moveTo>
                  <a:lnTo>
                    <a:pt x="13478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9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7" y="6951"/>
                  </a:lnTo>
                  <a:lnTo>
                    <a:pt x="12628" y="6796"/>
                  </a:lnTo>
                  <a:lnTo>
                    <a:pt x="12628" y="6681"/>
                  </a:lnTo>
                  <a:lnTo>
                    <a:pt x="12667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1"/>
                  </a:lnTo>
                  <a:close/>
                  <a:moveTo>
                    <a:pt x="22166" y="6565"/>
                  </a:moveTo>
                  <a:lnTo>
                    <a:pt x="22282" y="6603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5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4" y="7105"/>
                  </a:lnTo>
                  <a:lnTo>
                    <a:pt x="21471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50" y="6565"/>
                  </a:lnTo>
                  <a:close/>
                  <a:moveTo>
                    <a:pt x="12280" y="7414"/>
                  </a:moveTo>
                  <a:lnTo>
                    <a:pt x="12474" y="7453"/>
                  </a:lnTo>
                  <a:lnTo>
                    <a:pt x="12126" y="7993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3" y="8109"/>
                  </a:lnTo>
                  <a:lnTo>
                    <a:pt x="11663" y="7955"/>
                  </a:lnTo>
                  <a:lnTo>
                    <a:pt x="11663" y="7839"/>
                  </a:lnTo>
                  <a:lnTo>
                    <a:pt x="11740" y="7723"/>
                  </a:lnTo>
                  <a:lnTo>
                    <a:pt x="11817" y="7607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5" y="7414"/>
                  </a:lnTo>
                  <a:close/>
                  <a:moveTo>
                    <a:pt x="2241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50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1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9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3" y="8997"/>
                  </a:moveTo>
                  <a:lnTo>
                    <a:pt x="11470" y="9499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8" y="9847"/>
                  </a:lnTo>
                  <a:lnTo>
                    <a:pt x="10929" y="9692"/>
                  </a:lnTo>
                  <a:lnTo>
                    <a:pt x="10929" y="9577"/>
                  </a:lnTo>
                  <a:lnTo>
                    <a:pt x="10968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70" y="8997"/>
                  </a:lnTo>
                  <a:close/>
                  <a:moveTo>
                    <a:pt x="3785" y="9770"/>
                  </a:moveTo>
                  <a:lnTo>
                    <a:pt x="3901" y="9808"/>
                  </a:lnTo>
                  <a:lnTo>
                    <a:pt x="4017" y="9886"/>
                  </a:lnTo>
                  <a:lnTo>
                    <a:pt x="4094" y="10001"/>
                  </a:lnTo>
                  <a:lnTo>
                    <a:pt x="4133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5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4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2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1" y="10619"/>
                  </a:moveTo>
                  <a:lnTo>
                    <a:pt x="10968" y="11198"/>
                  </a:lnTo>
                  <a:lnTo>
                    <a:pt x="10736" y="11739"/>
                  </a:lnTo>
                  <a:lnTo>
                    <a:pt x="10659" y="11700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6" y="10967"/>
                  </a:lnTo>
                  <a:lnTo>
                    <a:pt x="10581" y="10812"/>
                  </a:lnTo>
                  <a:lnTo>
                    <a:pt x="10736" y="10696"/>
                  </a:lnTo>
                  <a:lnTo>
                    <a:pt x="10929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7" y="11662"/>
                  </a:lnTo>
                  <a:lnTo>
                    <a:pt x="6334" y="11778"/>
                  </a:lnTo>
                  <a:lnTo>
                    <a:pt x="6372" y="12009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0"/>
                  </a:lnTo>
                  <a:lnTo>
                    <a:pt x="5446" y="11623"/>
                  </a:lnTo>
                  <a:lnTo>
                    <a:pt x="5561" y="11546"/>
                  </a:lnTo>
                  <a:lnTo>
                    <a:pt x="5639" y="11507"/>
                  </a:lnTo>
                  <a:lnTo>
                    <a:pt x="5755" y="11469"/>
                  </a:lnTo>
                  <a:close/>
                  <a:moveTo>
                    <a:pt x="10543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1" y="12936"/>
                  </a:lnTo>
                  <a:lnTo>
                    <a:pt x="9771" y="12859"/>
                  </a:lnTo>
                  <a:lnTo>
                    <a:pt x="9655" y="12666"/>
                  </a:lnTo>
                  <a:lnTo>
                    <a:pt x="9655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4" y="12164"/>
                  </a:lnTo>
                  <a:lnTo>
                    <a:pt x="10157" y="12087"/>
                  </a:lnTo>
                  <a:lnTo>
                    <a:pt x="10543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40" y="13206"/>
                  </a:lnTo>
                  <a:lnTo>
                    <a:pt x="7338" y="13013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4" y="12627"/>
                  </a:moveTo>
                  <a:lnTo>
                    <a:pt x="8960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9" y="13206"/>
                  </a:lnTo>
                  <a:lnTo>
                    <a:pt x="9037" y="13284"/>
                  </a:lnTo>
                  <a:lnTo>
                    <a:pt x="8805" y="13322"/>
                  </a:lnTo>
                  <a:lnTo>
                    <a:pt x="8573" y="13322"/>
                  </a:lnTo>
                  <a:lnTo>
                    <a:pt x="8303" y="13284"/>
                  </a:lnTo>
                  <a:lnTo>
                    <a:pt x="8303" y="13206"/>
                  </a:lnTo>
                  <a:lnTo>
                    <a:pt x="8342" y="13013"/>
                  </a:lnTo>
                  <a:lnTo>
                    <a:pt x="8419" y="12820"/>
                  </a:lnTo>
                  <a:lnTo>
                    <a:pt x="8573" y="12704"/>
                  </a:lnTo>
                  <a:lnTo>
                    <a:pt x="8651" y="12666"/>
                  </a:lnTo>
                  <a:lnTo>
                    <a:pt x="8767" y="12627"/>
                  </a:lnTo>
                  <a:close/>
                  <a:moveTo>
                    <a:pt x="22977" y="0"/>
                  </a:moveTo>
                  <a:lnTo>
                    <a:pt x="22900" y="39"/>
                  </a:lnTo>
                  <a:lnTo>
                    <a:pt x="22822" y="77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900" y="772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1" y="1506"/>
                  </a:lnTo>
                  <a:lnTo>
                    <a:pt x="22591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1" y="2278"/>
                  </a:lnTo>
                  <a:lnTo>
                    <a:pt x="23054" y="2394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2" y="2703"/>
                  </a:lnTo>
                  <a:lnTo>
                    <a:pt x="23363" y="2896"/>
                  </a:lnTo>
                  <a:lnTo>
                    <a:pt x="23324" y="3089"/>
                  </a:lnTo>
                  <a:lnTo>
                    <a:pt x="23363" y="3282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0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79"/>
                  </a:lnTo>
                  <a:lnTo>
                    <a:pt x="23479" y="4750"/>
                  </a:lnTo>
                  <a:lnTo>
                    <a:pt x="23440" y="4904"/>
                  </a:lnTo>
                  <a:lnTo>
                    <a:pt x="23440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2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5" y="6294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4"/>
                  </a:lnTo>
                  <a:lnTo>
                    <a:pt x="21509" y="6410"/>
                  </a:lnTo>
                  <a:lnTo>
                    <a:pt x="21355" y="6565"/>
                  </a:lnTo>
                  <a:lnTo>
                    <a:pt x="21201" y="6796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8"/>
                  </a:lnTo>
                  <a:lnTo>
                    <a:pt x="20583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1" y="5792"/>
                  </a:lnTo>
                  <a:lnTo>
                    <a:pt x="19888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3"/>
                  </a:lnTo>
                  <a:lnTo>
                    <a:pt x="19463" y="5329"/>
                  </a:lnTo>
                  <a:lnTo>
                    <a:pt x="19386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0"/>
                  </a:lnTo>
                  <a:lnTo>
                    <a:pt x="18497" y="5406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2" y="4981"/>
                  </a:lnTo>
                  <a:lnTo>
                    <a:pt x="18304" y="4866"/>
                  </a:lnTo>
                  <a:lnTo>
                    <a:pt x="18189" y="4750"/>
                  </a:lnTo>
                  <a:lnTo>
                    <a:pt x="18073" y="4673"/>
                  </a:lnTo>
                  <a:lnTo>
                    <a:pt x="17957" y="4595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8" y="4595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6" y="5097"/>
                  </a:lnTo>
                  <a:lnTo>
                    <a:pt x="16760" y="4943"/>
                  </a:lnTo>
                  <a:lnTo>
                    <a:pt x="16605" y="4788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1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7" y="5175"/>
                  </a:lnTo>
                  <a:lnTo>
                    <a:pt x="15022" y="5059"/>
                  </a:lnTo>
                  <a:lnTo>
                    <a:pt x="14829" y="4981"/>
                  </a:lnTo>
                  <a:lnTo>
                    <a:pt x="14636" y="4943"/>
                  </a:lnTo>
                  <a:lnTo>
                    <a:pt x="14443" y="4981"/>
                  </a:lnTo>
                  <a:lnTo>
                    <a:pt x="14288" y="5020"/>
                  </a:lnTo>
                  <a:lnTo>
                    <a:pt x="14134" y="5097"/>
                  </a:lnTo>
                  <a:lnTo>
                    <a:pt x="14057" y="5175"/>
                  </a:lnTo>
                  <a:lnTo>
                    <a:pt x="13941" y="5290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2" y="5715"/>
                  </a:lnTo>
                  <a:lnTo>
                    <a:pt x="13169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89"/>
                  </a:lnTo>
                  <a:lnTo>
                    <a:pt x="12165" y="7028"/>
                  </a:lnTo>
                  <a:lnTo>
                    <a:pt x="11894" y="7105"/>
                  </a:lnTo>
                  <a:lnTo>
                    <a:pt x="11663" y="7221"/>
                  </a:lnTo>
                  <a:lnTo>
                    <a:pt x="11508" y="7414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3"/>
                  </a:lnTo>
                  <a:lnTo>
                    <a:pt x="11315" y="8148"/>
                  </a:lnTo>
                  <a:lnTo>
                    <a:pt x="11354" y="8302"/>
                  </a:lnTo>
                  <a:lnTo>
                    <a:pt x="11392" y="8457"/>
                  </a:lnTo>
                  <a:lnTo>
                    <a:pt x="11470" y="8611"/>
                  </a:lnTo>
                  <a:lnTo>
                    <a:pt x="11199" y="8650"/>
                  </a:lnTo>
                  <a:lnTo>
                    <a:pt x="10968" y="8804"/>
                  </a:lnTo>
                  <a:lnTo>
                    <a:pt x="10774" y="8997"/>
                  </a:lnTo>
                  <a:lnTo>
                    <a:pt x="10659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0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5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3" y="12087"/>
                  </a:lnTo>
                  <a:lnTo>
                    <a:pt x="9384" y="12202"/>
                  </a:lnTo>
                  <a:lnTo>
                    <a:pt x="9346" y="12318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8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5" y="12550"/>
                  </a:lnTo>
                  <a:lnTo>
                    <a:pt x="8187" y="12704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2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9" y="11894"/>
                  </a:lnTo>
                  <a:lnTo>
                    <a:pt x="6681" y="11700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4"/>
                  </a:lnTo>
                  <a:lnTo>
                    <a:pt x="6218" y="11198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6" y="10735"/>
                  </a:lnTo>
                  <a:lnTo>
                    <a:pt x="5330" y="10503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4" y="10310"/>
                  </a:lnTo>
                  <a:lnTo>
                    <a:pt x="4828" y="10310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6" y="9499"/>
                  </a:lnTo>
                  <a:lnTo>
                    <a:pt x="3901" y="9461"/>
                  </a:lnTo>
                  <a:lnTo>
                    <a:pt x="3747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5"/>
                  </a:lnTo>
                  <a:lnTo>
                    <a:pt x="3013" y="9770"/>
                  </a:lnTo>
                  <a:lnTo>
                    <a:pt x="2974" y="9615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4" y="9036"/>
                  </a:lnTo>
                  <a:lnTo>
                    <a:pt x="2241" y="8997"/>
                  </a:lnTo>
                  <a:lnTo>
                    <a:pt x="2048" y="9036"/>
                  </a:lnTo>
                  <a:lnTo>
                    <a:pt x="1854" y="9113"/>
                  </a:lnTo>
                  <a:lnTo>
                    <a:pt x="1700" y="9190"/>
                  </a:lnTo>
                  <a:lnTo>
                    <a:pt x="1546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0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0"/>
                  </a:lnTo>
                  <a:lnTo>
                    <a:pt x="812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9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09"/>
                  </a:lnTo>
                  <a:lnTo>
                    <a:pt x="3554" y="11932"/>
                  </a:lnTo>
                  <a:lnTo>
                    <a:pt x="3515" y="11816"/>
                  </a:lnTo>
                  <a:lnTo>
                    <a:pt x="3438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5" y="11816"/>
                  </a:lnTo>
                  <a:lnTo>
                    <a:pt x="3052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8" y="12666"/>
                  </a:lnTo>
                  <a:lnTo>
                    <a:pt x="1739" y="12704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2"/>
                  </a:lnTo>
                  <a:lnTo>
                    <a:pt x="619" y="12048"/>
                  </a:lnTo>
                  <a:lnTo>
                    <a:pt x="542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2" y="11198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19"/>
                  </a:lnTo>
                  <a:lnTo>
                    <a:pt x="1044" y="10542"/>
                  </a:lnTo>
                  <a:lnTo>
                    <a:pt x="1237" y="10465"/>
                  </a:lnTo>
                  <a:lnTo>
                    <a:pt x="1430" y="10388"/>
                  </a:lnTo>
                  <a:lnTo>
                    <a:pt x="1739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4"/>
                  </a:lnTo>
                  <a:lnTo>
                    <a:pt x="6257" y="12975"/>
                  </a:lnTo>
                  <a:lnTo>
                    <a:pt x="6681" y="13206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8" y="13786"/>
                  </a:lnTo>
                  <a:lnTo>
                    <a:pt x="8921" y="13786"/>
                  </a:lnTo>
                  <a:lnTo>
                    <a:pt x="9346" y="13708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9" y="12782"/>
                  </a:lnTo>
                  <a:lnTo>
                    <a:pt x="10929" y="12473"/>
                  </a:lnTo>
                  <a:lnTo>
                    <a:pt x="11122" y="12125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3" y="10696"/>
                  </a:lnTo>
                  <a:lnTo>
                    <a:pt x="11972" y="9615"/>
                  </a:lnTo>
                  <a:lnTo>
                    <a:pt x="12126" y="9113"/>
                  </a:lnTo>
                  <a:lnTo>
                    <a:pt x="12358" y="8611"/>
                  </a:lnTo>
                  <a:lnTo>
                    <a:pt x="12589" y="8109"/>
                  </a:lnTo>
                  <a:lnTo>
                    <a:pt x="12937" y="7646"/>
                  </a:lnTo>
                  <a:lnTo>
                    <a:pt x="13284" y="7298"/>
                  </a:lnTo>
                  <a:lnTo>
                    <a:pt x="13632" y="6989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70" y="6101"/>
                  </a:lnTo>
                  <a:lnTo>
                    <a:pt x="15833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5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1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8"/>
                  </a:lnTo>
                  <a:lnTo>
                    <a:pt x="24058" y="6989"/>
                  </a:lnTo>
                  <a:lnTo>
                    <a:pt x="24367" y="6642"/>
                  </a:lnTo>
                  <a:lnTo>
                    <a:pt x="24599" y="6294"/>
                  </a:lnTo>
                  <a:lnTo>
                    <a:pt x="24753" y="5908"/>
                  </a:lnTo>
                  <a:lnTo>
                    <a:pt x="24869" y="5483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2"/>
                  </a:lnTo>
                  <a:lnTo>
                    <a:pt x="24792" y="2858"/>
                  </a:lnTo>
                  <a:lnTo>
                    <a:pt x="24637" y="2394"/>
                  </a:lnTo>
                  <a:lnTo>
                    <a:pt x="24444" y="1970"/>
                  </a:lnTo>
                  <a:lnTo>
                    <a:pt x="24251" y="1583"/>
                  </a:lnTo>
                  <a:lnTo>
                    <a:pt x="24058" y="1197"/>
                  </a:lnTo>
                  <a:lnTo>
                    <a:pt x="23788" y="811"/>
                  </a:lnTo>
                  <a:lnTo>
                    <a:pt x="23942" y="386"/>
                  </a:lnTo>
                  <a:lnTo>
                    <a:pt x="23595" y="232"/>
                  </a:lnTo>
                  <a:lnTo>
                    <a:pt x="23208" y="116"/>
                  </a:lnTo>
                  <a:lnTo>
                    <a:pt x="23170" y="77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11"/>
            <p:cNvSpPr/>
            <p:nvPr/>
          </p:nvSpPr>
          <p:spPr>
            <a:xfrm>
              <a:off x="1687125" y="961000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1"/>
                  </a:moveTo>
                  <a:lnTo>
                    <a:pt x="3438" y="464"/>
                  </a:lnTo>
                  <a:lnTo>
                    <a:pt x="3785" y="657"/>
                  </a:lnTo>
                  <a:lnTo>
                    <a:pt x="4094" y="889"/>
                  </a:lnTo>
                  <a:lnTo>
                    <a:pt x="4364" y="1159"/>
                  </a:lnTo>
                  <a:lnTo>
                    <a:pt x="4635" y="1468"/>
                  </a:lnTo>
                  <a:lnTo>
                    <a:pt x="4866" y="1777"/>
                  </a:lnTo>
                  <a:lnTo>
                    <a:pt x="5059" y="2086"/>
                  </a:lnTo>
                  <a:lnTo>
                    <a:pt x="5253" y="2472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61" y="3592"/>
                  </a:lnTo>
                  <a:lnTo>
                    <a:pt x="5600" y="4017"/>
                  </a:lnTo>
                  <a:lnTo>
                    <a:pt x="5600" y="4403"/>
                  </a:lnTo>
                  <a:lnTo>
                    <a:pt x="5561" y="4828"/>
                  </a:lnTo>
                  <a:lnTo>
                    <a:pt x="5523" y="5214"/>
                  </a:lnTo>
                  <a:lnTo>
                    <a:pt x="5446" y="5639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99"/>
                  </a:lnTo>
                  <a:lnTo>
                    <a:pt x="4519" y="7685"/>
                  </a:lnTo>
                  <a:lnTo>
                    <a:pt x="4249" y="8033"/>
                  </a:lnTo>
                  <a:lnTo>
                    <a:pt x="3940" y="8419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46"/>
                  </a:lnTo>
                  <a:lnTo>
                    <a:pt x="2549" y="9616"/>
                  </a:lnTo>
                  <a:lnTo>
                    <a:pt x="2163" y="9848"/>
                  </a:lnTo>
                  <a:lnTo>
                    <a:pt x="1739" y="10041"/>
                  </a:lnTo>
                  <a:lnTo>
                    <a:pt x="1352" y="10234"/>
                  </a:lnTo>
                  <a:lnTo>
                    <a:pt x="889" y="10427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5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49" y="10234"/>
                  </a:lnTo>
                  <a:lnTo>
                    <a:pt x="2974" y="9963"/>
                  </a:lnTo>
                  <a:lnTo>
                    <a:pt x="3399" y="9654"/>
                  </a:lnTo>
                  <a:lnTo>
                    <a:pt x="3785" y="9307"/>
                  </a:lnTo>
                  <a:lnTo>
                    <a:pt x="4171" y="8921"/>
                  </a:lnTo>
                  <a:lnTo>
                    <a:pt x="4519" y="8535"/>
                  </a:lnTo>
                  <a:lnTo>
                    <a:pt x="4828" y="8148"/>
                  </a:lnTo>
                  <a:lnTo>
                    <a:pt x="5098" y="7685"/>
                  </a:lnTo>
                  <a:lnTo>
                    <a:pt x="5368" y="7260"/>
                  </a:lnTo>
                  <a:lnTo>
                    <a:pt x="5600" y="6797"/>
                  </a:lnTo>
                  <a:lnTo>
                    <a:pt x="5793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94"/>
                  </a:lnTo>
                  <a:lnTo>
                    <a:pt x="6063" y="3669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5" y="2434"/>
                  </a:lnTo>
                  <a:lnTo>
                    <a:pt x="5561" y="2047"/>
                  </a:lnTo>
                  <a:lnTo>
                    <a:pt x="5368" y="1700"/>
                  </a:lnTo>
                  <a:lnTo>
                    <a:pt x="5137" y="1352"/>
                  </a:lnTo>
                  <a:lnTo>
                    <a:pt x="4905" y="1005"/>
                  </a:lnTo>
                  <a:lnTo>
                    <a:pt x="4596" y="734"/>
                  </a:lnTo>
                  <a:lnTo>
                    <a:pt x="4287" y="464"/>
                  </a:lnTo>
                  <a:lnTo>
                    <a:pt x="3940" y="232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11"/>
            <p:cNvSpPr/>
            <p:nvPr/>
          </p:nvSpPr>
          <p:spPr>
            <a:xfrm>
              <a:off x="4302325" y="9697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5" y="5599"/>
                  </a:lnTo>
                  <a:lnTo>
                    <a:pt x="5329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39" y="8380"/>
                  </a:lnTo>
                  <a:lnTo>
                    <a:pt x="3630" y="8727"/>
                  </a:lnTo>
                  <a:lnTo>
                    <a:pt x="3283" y="9036"/>
                  </a:lnTo>
                  <a:lnTo>
                    <a:pt x="2935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8" y="10040"/>
                  </a:lnTo>
                  <a:lnTo>
                    <a:pt x="1313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7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39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11"/>
            <p:cNvSpPr/>
            <p:nvPr/>
          </p:nvSpPr>
          <p:spPr>
            <a:xfrm>
              <a:off x="5445325" y="9890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1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3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8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9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40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7" y="7183"/>
                  </a:lnTo>
                  <a:lnTo>
                    <a:pt x="12743" y="6681"/>
                  </a:lnTo>
                  <a:lnTo>
                    <a:pt x="12435" y="6218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6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11"/>
            <p:cNvSpPr/>
            <p:nvPr/>
          </p:nvSpPr>
          <p:spPr>
            <a:xfrm>
              <a:off x="4674950" y="1001550"/>
              <a:ext cx="375575" cy="387150"/>
            </a:xfrm>
            <a:custGeom>
              <a:avLst/>
              <a:gdLst/>
              <a:ahLst/>
              <a:cxnLst/>
              <a:rect l="l" t="t" r="r" b="b"/>
              <a:pathLst>
                <a:path w="15023" h="15486" extrusionOk="0">
                  <a:moveTo>
                    <a:pt x="7492" y="503"/>
                  </a:moveTo>
                  <a:lnTo>
                    <a:pt x="8033" y="541"/>
                  </a:lnTo>
                  <a:lnTo>
                    <a:pt x="8612" y="580"/>
                  </a:lnTo>
                  <a:lnTo>
                    <a:pt x="9153" y="696"/>
                  </a:lnTo>
                  <a:lnTo>
                    <a:pt x="9693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1" y="1545"/>
                  </a:lnTo>
                  <a:lnTo>
                    <a:pt x="11624" y="1815"/>
                  </a:lnTo>
                  <a:lnTo>
                    <a:pt x="10813" y="2202"/>
                  </a:lnTo>
                  <a:lnTo>
                    <a:pt x="10079" y="2626"/>
                  </a:lnTo>
                  <a:lnTo>
                    <a:pt x="9307" y="3090"/>
                  </a:lnTo>
                  <a:lnTo>
                    <a:pt x="8612" y="3630"/>
                  </a:lnTo>
                  <a:lnTo>
                    <a:pt x="7956" y="4171"/>
                  </a:lnTo>
                  <a:lnTo>
                    <a:pt x="7299" y="4789"/>
                  </a:lnTo>
                  <a:lnTo>
                    <a:pt x="6720" y="5445"/>
                  </a:lnTo>
                  <a:lnTo>
                    <a:pt x="6141" y="6140"/>
                  </a:lnTo>
                  <a:lnTo>
                    <a:pt x="5639" y="6874"/>
                  </a:lnTo>
                  <a:lnTo>
                    <a:pt x="5214" y="7646"/>
                  </a:lnTo>
                  <a:lnTo>
                    <a:pt x="4789" y="8419"/>
                  </a:lnTo>
                  <a:lnTo>
                    <a:pt x="4480" y="9230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4" y="11778"/>
                  </a:lnTo>
                  <a:lnTo>
                    <a:pt x="3747" y="12666"/>
                  </a:lnTo>
                  <a:lnTo>
                    <a:pt x="3592" y="12666"/>
                  </a:lnTo>
                  <a:lnTo>
                    <a:pt x="3283" y="11855"/>
                  </a:lnTo>
                  <a:lnTo>
                    <a:pt x="3052" y="11044"/>
                  </a:lnTo>
                  <a:lnTo>
                    <a:pt x="2858" y="10195"/>
                  </a:lnTo>
                  <a:lnTo>
                    <a:pt x="2704" y="9345"/>
                  </a:lnTo>
                  <a:lnTo>
                    <a:pt x="2588" y="8534"/>
                  </a:lnTo>
                  <a:lnTo>
                    <a:pt x="2550" y="7685"/>
                  </a:lnTo>
                  <a:lnTo>
                    <a:pt x="2588" y="6797"/>
                  </a:lnTo>
                  <a:lnTo>
                    <a:pt x="2704" y="5947"/>
                  </a:lnTo>
                  <a:lnTo>
                    <a:pt x="2858" y="5214"/>
                  </a:lnTo>
                  <a:lnTo>
                    <a:pt x="3052" y="4519"/>
                  </a:lnTo>
                  <a:lnTo>
                    <a:pt x="3322" y="3823"/>
                  </a:lnTo>
                  <a:lnTo>
                    <a:pt x="3669" y="3206"/>
                  </a:lnTo>
                  <a:lnTo>
                    <a:pt x="4017" y="2588"/>
                  </a:lnTo>
                  <a:lnTo>
                    <a:pt x="4442" y="1970"/>
                  </a:lnTo>
                  <a:lnTo>
                    <a:pt x="4905" y="1429"/>
                  </a:lnTo>
                  <a:lnTo>
                    <a:pt x="5407" y="889"/>
                  </a:lnTo>
                  <a:lnTo>
                    <a:pt x="5909" y="734"/>
                  </a:lnTo>
                  <a:lnTo>
                    <a:pt x="6411" y="618"/>
                  </a:lnTo>
                  <a:lnTo>
                    <a:pt x="6952" y="541"/>
                  </a:lnTo>
                  <a:lnTo>
                    <a:pt x="7492" y="503"/>
                  </a:lnTo>
                  <a:close/>
                  <a:moveTo>
                    <a:pt x="11972" y="2086"/>
                  </a:moveTo>
                  <a:lnTo>
                    <a:pt x="12358" y="2433"/>
                  </a:lnTo>
                  <a:lnTo>
                    <a:pt x="12705" y="2819"/>
                  </a:lnTo>
                  <a:lnTo>
                    <a:pt x="13053" y="3206"/>
                  </a:lnTo>
                  <a:lnTo>
                    <a:pt x="13323" y="3669"/>
                  </a:lnTo>
                  <a:lnTo>
                    <a:pt x="13593" y="4094"/>
                  </a:lnTo>
                  <a:lnTo>
                    <a:pt x="13864" y="4596"/>
                  </a:lnTo>
                  <a:lnTo>
                    <a:pt x="14057" y="5098"/>
                  </a:lnTo>
                  <a:lnTo>
                    <a:pt x="14211" y="5600"/>
                  </a:lnTo>
                  <a:lnTo>
                    <a:pt x="14327" y="6102"/>
                  </a:lnTo>
                  <a:lnTo>
                    <a:pt x="14443" y="6642"/>
                  </a:lnTo>
                  <a:lnTo>
                    <a:pt x="13671" y="6681"/>
                  </a:lnTo>
                  <a:lnTo>
                    <a:pt x="12898" y="6797"/>
                  </a:lnTo>
                  <a:lnTo>
                    <a:pt x="12165" y="6951"/>
                  </a:lnTo>
                  <a:lnTo>
                    <a:pt x="11392" y="7144"/>
                  </a:lnTo>
                  <a:lnTo>
                    <a:pt x="10659" y="7415"/>
                  </a:lnTo>
                  <a:lnTo>
                    <a:pt x="9964" y="7724"/>
                  </a:lnTo>
                  <a:lnTo>
                    <a:pt x="9230" y="8032"/>
                  </a:lnTo>
                  <a:lnTo>
                    <a:pt x="8535" y="8419"/>
                  </a:lnTo>
                  <a:lnTo>
                    <a:pt x="7878" y="8843"/>
                  </a:lnTo>
                  <a:lnTo>
                    <a:pt x="7261" y="9307"/>
                  </a:lnTo>
                  <a:lnTo>
                    <a:pt x="6643" y="9809"/>
                  </a:lnTo>
                  <a:lnTo>
                    <a:pt x="6102" y="10349"/>
                  </a:lnTo>
                  <a:lnTo>
                    <a:pt x="5561" y="10890"/>
                  </a:lnTo>
                  <a:lnTo>
                    <a:pt x="5098" y="11508"/>
                  </a:lnTo>
                  <a:lnTo>
                    <a:pt x="4635" y="12126"/>
                  </a:lnTo>
                  <a:lnTo>
                    <a:pt x="4249" y="12821"/>
                  </a:lnTo>
                  <a:lnTo>
                    <a:pt x="4133" y="12743"/>
                  </a:lnTo>
                  <a:lnTo>
                    <a:pt x="3978" y="12666"/>
                  </a:lnTo>
                  <a:lnTo>
                    <a:pt x="4094" y="11817"/>
                  </a:lnTo>
                  <a:lnTo>
                    <a:pt x="4326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4" y="8496"/>
                  </a:lnTo>
                  <a:lnTo>
                    <a:pt x="5600" y="7724"/>
                  </a:lnTo>
                  <a:lnTo>
                    <a:pt x="6025" y="6990"/>
                  </a:lnTo>
                  <a:lnTo>
                    <a:pt x="6527" y="6295"/>
                  </a:lnTo>
                  <a:lnTo>
                    <a:pt x="7067" y="5600"/>
                  </a:lnTo>
                  <a:lnTo>
                    <a:pt x="7608" y="4982"/>
                  </a:lnTo>
                  <a:lnTo>
                    <a:pt x="8226" y="4403"/>
                  </a:lnTo>
                  <a:lnTo>
                    <a:pt x="8921" y="3823"/>
                  </a:lnTo>
                  <a:lnTo>
                    <a:pt x="9616" y="3321"/>
                  </a:lnTo>
                  <a:lnTo>
                    <a:pt x="10350" y="2858"/>
                  </a:lnTo>
                  <a:lnTo>
                    <a:pt x="11122" y="2472"/>
                  </a:lnTo>
                  <a:lnTo>
                    <a:pt x="11972" y="2086"/>
                  </a:lnTo>
                  <a:close/>
                  <a:moveTo>
                    <a:pt x="14482" y="6990"/>
                  </a:moveTo>
                  <a:lnTo>
                    <a:pt x="14482" y="7839"/>
                  </a:lnTo>
                  <a:lnTo>
                    <a:pt x="14443" y="8689"/>
                  </a:lnTo>
                  <a:lnTo>
                    <a:pt x="14288" y="9538"/>
                  </a:lnTo>
                  <a:lnTo>
                    <a:pt x="14173" y="9963"/>
                  </a:lnTo>
                  <a:lnTo>
                    <a:pt x="14057" y="10349"/>
                  </a:lnTo>
                  <a:lnTo>
                    <a:pt x="13902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3" y="12241"/>
                  </a:lnTo>
                  <a:lnTo>
                    <a:pt x="12782" y="12589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2" y="13052"/>
                  </a:lnTo>
                  <a:lnTo>
                    <a:pt x="11701" y="12937"/>
                  </a:lnTo>
                  <a:lnTo>
                    <a:pt x="11122" y="12782"/>
                  </a:lnTo>
                  <a:lnTo>
                    <a:pt x="10543" y="12628"/>
                  </a:lnTo>
                  <a:lnTo>
                    <a:pt x="10002" y="12550"/>
                  </a:lnTo>
                  <a:lnTo>
                    <a:pt x="9423" y="12512"/>
                  </a:lnTo>
                  <a:lnTo>
                    <a:pt x="8844" y="12473"/>
                  </a:lnTo>
                  <a:lnTo>
                    <a:pt x="8303" y="12473"/>
                  </a:lnTo>
                  <a:lnTo>
                    <a:pt x="7763" y="12512"/>
                  </a:lnTo>
                  <a:lnTo>
                    <a:pt x="7222" y="12589"/>
                  </a:lnTo>
                  <a:lnTo>
                    <a:pt x="6720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1"/>
                  </a:lnTo>
                  <a:lnTo>
                    <a:pt x="4557" y="13130"/>
                  </a:lnTo>
                  <a:lnTo>
                    <a:pt x="4442" y="12937"/>
                  </a:lnTo>
                  <a:lnTo>
                    <a:pt x="4905" y="12319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1" y="10620"/>
                  </a:lnTo>
                  <a:lnTo>
                    <a:pt x="6990" y="10118"/>
                  </a:lnTo>
                  <a:lnTo>
                    <a:pt x="7569" y="9654"/>
                  </a:lnTo>
                  <a:lnTo>
                    <a:pt x="8149" y="9230"/>
                  </a:lnTo>
                  <a:lnTo>
                    <a:pt x="8767" y="8805"/>
                  </a:lnTo>
                  <a:lnTo>
                    <a:pt x="9423" y="8457"/>
                  </a:lnTo>
                  <a:lnTo>
                    <a:pt x="10079" y="8110"/>
                  </a:lnTo>
                  <a:lnTo>
                    <a:pt x="10736" y="7839"/>
                  </a:lnTo>
                  <a:lnTo>
                    <a:pt x="11470" y="7569"/>
                  </a:lnTo>
                  <a:lnTo>
                    <a:pt x="12165" y="7376"/>
                  </a:lnTo>
                  <a:lnTo>
                    <a:pt x="12937" y="7183"/>
                  </a:lnTo>
                  <a:lnTo>
                    <a:pt x="13671" y="7067"/>
                  </a:lnTo>
                  <a:lnTo>
                    <a:pt x="14482" y="6990"/>
                  </a:lnTo>
                  <a:close/>
                  <a:moveTo>
                    <a:pt x="4519" y="1236"/>
                  </a:moveTo>
                  <a:lnTo>
                    <a:pt x="4055" y="1854"/>
                  </a:lnTo>
                  <a:lnTo>
                    <a:pt x="3631" y="2472"/>
                  </a:lnTo>
                  <a:lnTo>
                    <a:pt x="3245" y="3128"/>
                  </a:lnTo>
                  <a:lnTo>
                    <a:pt x="2936" y="3823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8" y="6025"/>
                  </a:lnTo>
                  <a:lnTo>
                    <a:pt x="2241" y="6797"/>
                  </a:lnTo>
                  <a:lnTo>
                    <a:pt x="2202" y="7569"/>
                  </a:lnTo>
                  <a:lnTo>
                    <a:pt x="2202" y="8341"/>
                  </a:lnTo>
                  <a:lnTo>
                    <a:pt x="2279" y="9114"/>
                  </a:lnTo>
                  <a:lnTo>
                    <a:pt x="2395" y="9886"/>
                  </a:lnTo>
                  <a:lnTo>
                    <a:pt x="2550" y="10620"/>
                  </a:lnTo>
                  <a:lnTo>
                    <a:pt x="2781" y="11353"/>
                  </a:lnTo>
                  <a:lnTo>
                    <a:pt x="3013" y="12087"/>
                  </a:lnTo>
                  <a:lnTo>
                    <a:pt x="3322" y="12743"/>
                  </a:lnTo>
                  <a:lnTo>
                    <a:pt x="3129" y="12898"/>
                  </a:lnTo>
                  <a:lnTo>
                    <a:pt x="2936" y="13052"/>
                  </a:lnTo>
                  <a:lnTo>
                    <a:pt x="2820" y="13245"/>
                  </a:lnTo>
                  <a:lnTo>
                    <a:pt x="2743" y="13439"/>
                  </a:lnTo>
                  <a:lnTo>
                    <a:pt x="2395" y="13014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7" y="11624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9" y="10118"/>
                  </a:lnTo>
                  <a:lnTo>
                    <a:pt x="735" y="9616"/>
                  </a:lnTo>
                  <a:lnTo>
                    <a:pt x="619" y="9114"/>
                  </a:lnTo>
                  <a:lnTo>
                    <a:pt x="542" y="8573"/>
                  </a:lnTo>
                  <a:lnTo>
                    <a:pt x="503" y="8032"/>
                  </a:lnTo>
                  <a:lnTo>
                    <a:pt x="503" y="7492"/>
                  </a:lnTo>
                  <a:lnTo>
                    <a:pt x="542" y="6951"/>
                  </a:lnTo>
                  <a:lnTo>
                    <a:pt x="619" y="6411"/>
                  </a:lnTo>
                  <a:lnTo>
                    <a:pt x="773" y="5870"/>
                  </a:lnTo>
                  <a:lnTo>
                    <a:pt x="928" y="5329"/>
                  </a:lnTo>
                  <a:lnTo>
                    <a:pt x="1198" y="4673"/>
                  </a:lnTo>
                  <a:lnTo>
                    <a:pt x="1546" y="4055"/>
                  </a:lnTo>
                  <a:lnTo>
                    <a:pt x="1932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2009"/>
                  </a:lnTo>
                  <a:lnTo>
                    <a:pt x="3940" y="1584"/>
                  </a:lnTo>
                  <a:lnTo>
                    <a:pt x="4519" y="1236"/>
                  </a:lnTo>
                  <a:close/>
                  <a:moveTo>
                    <a:pt x="3862" y="12975"/>
                  </a:moveTo>
                  <a:lnTo>
                    <a:pt x="4017" y="13052"/>
                  </a:lnTo>
                  <a:lnTo>
                    <a:pt x="4171" y="13168"/>
                  </a:lnTo>
                  <a:lnTo>
                    <a:pt x="4287" y="13284"/>
                  </a:lnTo>
                  <a:lnTo>
                    <a:pt x="4326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6" y="13941"/>
                  </a:lnTo>
                  <a:lnTo>
                    <a:pt x="4210" y="14095"/>
                  </a:lnTo>
                  <a:lnTo>
                    <a:pt x="3785" y="13825"/>
                  </a:lnTo>
                  <a:lnTo>
                    <a:pt x="3360" y="13477"/>
                  </a:lnTo>
                  <a:lnTo>
                    <a:pt x="3245" y="13439"/>
                  </a:lnTo>
                  <a:lnTo>
                    <a:pt x="3167" y="13439"/>
                  </a:lnTo>
                  <a:lnTo>
                    <a:pt x="3052" y="13477"/>
                  </a:lnTo>
                  <a:lnTo>
                    <a:pt x="2974" y="13516"/>
                  </a:lnTo>
                  <a:lnTo>
                    <a:pt x="3052" y="13361"/>
                  </a:lnTo>
                  <a:lnTo>
                    <a:pt x="3167" y="13207"/>
                  </a:lnTo>
                  <a:lnTo>
                    <a:pt x="3322" y="13130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53" y="12859"/>
                  </a:moveTo>
                  <a:lnTo>
                    <a:pt x="9616" y="12898"/>
                  </a:lnTo>
                  <a:lnTo>
                    <a:pt x="10118" y="12975"/>
                  </a:lnTo>
                  <a:lnTo>
                    <a:pt x="10504" y="13014"/>
                  </a:lnTo>
                  <a:lnTo>
                    <a:pt x="11006" y="13130"/>
                  </a:lnTo>
                  <a:lnTo>
                    <a:pt x="11508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8"/>
                  </a:lnTo>
                  <a:lnTo>
                    <a:pt x="10659" y="14249"/>
                  </a:lnTo>
                  <a:lnTo>
                    <a:pt x="10234" y="14443"/>
                  </a:lnTo>
                  <a:lnTo>
                    <a:pt x="9770" y="14636"/>
                  </a:lnTo>
                  <a:lnTo>
                    <a:pt x="9307" y="14751"/>
                  </a:lnTo>
                  <a:lnTo>
                    <a:pt x="8844" y="14867"/>
                  </a:lnTo>
                  <a:lnTo>
                    <a:pt x="8342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3" y="14945"/>
                  </a:lnTo>
                  <a:lnTo>
                    <a:pt x="6411" y="14867"/>
                  </a:lnTo>
                  <a:lnTo>
                    <a:pt x="5948" y="14790"/>
                  </a:lnTo>
                  <a:lnTo>
                    <a:pt x="5484" y="14636"/>
                  </a:lnTo>
                  <a:lnTo>
                    <a:pt x="5021" y="14481"/>
                  </a:lnTo>
                  <a:lnTo>
                    <a:pt x="4596" y="14288"/>
                  </a:lnTo>
                  <a:lnTo>
                    <a:pt x="4712" y="14018"/>
                  </a:lnTo>
                  <a:lnTo>
                    <a:pt x="4751" y="13747"/>
                  </a:lnTo>
                  <a:lnTo>
                    <a:pt x="4712" y="13593"/>
                  </a:lnTo>
                  <a:lnTo>
                    <a:pt x="5561" y="13323"/>
                  </a:lnTo>
                  <a:lnTo>
                    <a:pt x="6411" y="13091"/>
                  </a:lnTo>
                  <a:lnTo>
                    <a:pt x="7299" y="12937"/>
                  </a:lnTo>
                  <a:lnTo>
                    <a:pt x="8187" y="12859"/>
                  </a:lnTo>
                  <a:close/>
                  <a:moveTo>
                    <a:pt x="7608" y="1"/>
                  </a:moveTo>
                  <a:lnTo>
                    <a:pt x="6990" y="39"/>
                  </a:lnTo>
                  <a:lnTo>
                    <a:pt x="6450" y="116"/>
                  </a:lnTo>
                  <a:lnTo>
                    <a:pt x="5870" y="232"/>
                  </a:lnTo>
                  <a:lnTo>
                    <a:pt x="5330" y="387"/>
                  </a:lnTo>
                  <a:lnTo>
                    <a:pt x="4789" y="580"/>
                  </a:lnTo>
                  <a:lnTo>
                    <a:pt x="4249" y="812"/>
                  </a:lnTo>
                  <a:lnTo>
                    <a:pt x="3785" y="1120"/>
                  </a:lnTo>
                  <a:lnTo>
                    <a:pt x="3283" y="1429"/>
                  </a:lnTo>
                  <a:lnTo>
                    <a:pt x="2820" y="1777"/>
                  </a:lnTo>
                  <a:lnTo>
                    <a:pt x="2395" y="2163"/>
                  </a:lnTo>
                  <a:lnTo>
                    <a:pt x="2009" y="2588"/>
                  </a:lnTo>
                  <a:lnTo>
                    <a:pt x="1623" y="3013"/>
                  </a:lnTo>
                  <a:lnTo>
                    <a:pt x="1275" y="3515"/>
                  </a:lnTo>
                  <a:lnTo>
                    <a:pt x="966" y="4017"/>
                  </a:lnTo>
                  <a:lnTo>
                    <a:pt x="696" y="4596"/>
                  </a:lnTo>
                  <a:lnTo>
                    <a:pt x="426" y="5252"/>
                  </a:lnTo>
                  <a:lnTo>
                    <a:pt x="233" y="5909"/>
                  </a:lnTo>
                  <a:lnTo>
                    <a:pt x="117" y="6565"/>
                  </a:lnTo>
                  <a:lnTo>
                    <a:pt x="40" y="7222"/>
                  </a:lnTo>
                  <a:lnTo>
                    <a:pt x="1" y="7917"/>
                  </a:lnTo>
                  <a:lnTo>
                    <a:pt x="40" y="8612"/>
                  </a:lnTo>
                  <a:lnTo>
                    <a:pt x="117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6" y="11238"/>
                  </a:lnTo>
                  <a:lnTo>
                    <a:pt x="1005" y="11817"/>
                  </a:lnTo>
                  <a:lnTo>
                    <a:pt x="1352" y="12396"/>
                  </a:lnTo>
                  <a:lnTo>
                    <a:pt x="1739" y="12937"/>
                  </a:lnTo>
                  <a:lnTo>
                    <a:pt x="2202" y="13439"/>
                  </a:lnTo>
                  <a:lnTo>
                    <a:pt x="2704" y="13902"/>
                  </a:lnTo>
                  <a:lnTo>
                    <a:pt x="2781" y="13941"/>
                  </a:lnTo>
                  <a:lnTo>
                    <a:pt x="2820" y="13941"/>
                  </a:lnTo>
                  <a:lnTo>
                    <a:pt x="2936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520"/>
                  </a:lnTo>
                  <a:lnTo>
                    <a:pt x="4133" y="14597"/>
                  </a:lnTo>
                  <a:lnTo>
                    <a:pt x="4557" y="14829"/>
                  </a:lnTo>
                  <a:lnTo>
                    <a:pt x="4982" y="14983"/>
                  </a:lnTo>
                  <a:lnTo>
                    <a:pt x="5407" y="15138"/>
                  </a:lnTo>
                  <a:lnTo>
                    <a:pt x="5870" y="15292"/>
                  </a:lnTo>
                  <a:lnTo>
                    <a:pt x="6334" y="15369"/>
                  </a:lnTo>
                  <a:lnTo>
                    <a:pt x="6797" y="15447"/>
                  </a:lnTo>
                  <a:lnTo>
                    <a:pt x="7299" y="15485"/>
                  </a:lnTo>
                  <a:lnTo>
                    <a:pt x="7763" y="15485"/>
                  </a:lnTo>
                  <a:lnTo>
                    <a:pt x="8226" y="15447"/>
                  </a:lnTo>
                  <a:lnTo>
                    <a:pt x="8689" y="15408"/>
                  </a:lnTo>
                  <a:lnTo>
                    <a:pt x="9153" y="15331"/>
                  </a:lnTo>
                  <a:lnTo>
                    <a:pt x="9616" y="15215"/>
                  </a:lnTo>
                  <a:lnTo>
                    <a:pt x="10079" y="15060"/>
                  </a:lnTo>
                  <a:lnTo>
                    <a:pt x="10543" y="14867"/>
                  </a:lnTo>
                  <a:lnTo>
                    <a:pt x="10968" y="14674"/>
                  </a:lnTo>
                  <a:lnTo>
                    <a:pt x="11392" y="14443"/>
                  </a:lnTo>
                  <a:lnTo>
                    <a:pt x="11856" y="14134"/>
                  </a:lnTo>
                  <a:lnTo>
                    <a:pt x="12319" y="13786"/>
                  </a:lnTo>
                  <a:lnTo>
                    <a:pt x="12744" y="13400"/>
                  </a:lnTo>
                  <a:lnTo>
                    <a:pt x="13130" y="12975"/>
                  </a:lnTo>
                  <a:lnTo>
                    <a:pt x="13478" y="12550"/>
                  </a:lnTo>
                  <a:lnTo>
                    <a:pt x="13786" y="12048"/>
                  </a:lnTo>
                  <a:lnTo>
                    <a:pt x="14057" y="11585"/>
                  </a:lnTo>
                  <a:lnTo>
                    <a:pt x="14288" y="11044"/>
                  </a:lnTo>
                  <a:lnTo>
                    <a:pt x="14520" y="10542"/>
                  </a:lnTo>
                  <a:lnTo>
                    <a:pt x="14675" y="10002"/>
                  </a:lnTo>
                  <a:lnTo>
                    <a:pt x="14829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5" y="6604"/>
                  </a:lnTo>
                  <a:lnTo>
                    <a:pt x="14829" y="5986"/>
                  </a:lnTo>
                  <a:lnTo>
                    <a:pt x="14675" y="5407"/>
                  </a:lnTo>
                  <a:lnTo>
                    <a:pt x="14482" y="4827"/>
                  </a:lnTo>
                  <a:lnTo>
                    <a:pt x="14250" y="4287"/>
                  </a:lnTo>
                  <a:lnTo>
                    <a:pt x="13980" y="3746"/>
                  </a:lnTo>
                  <a:lnTo>
                    <a:pt x="13671" y="3244"/>
                  </a:lnTo>
                  <a:lnTo>
                    <a:pt x="13323" y="2742"/>
                  </a:lnTo>
                  <a:lnTo>
                    <a:pt x="12937" y="2317"/>
                  </a:lnTo>
                  <a:lnTo>
                    <a:pt x="12512" y="1893"/>
                  </a:lnTo>
                  <a:lnTo>
                    <a:pt x="12049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3" y="618"/>
                  </a:lnTo>
                  <a:lnTo>
                    <a:pt x="9964" y="387"/>
                  </a:lnTo>
                  <a:lnTo>
                    <a:pt x="9384" y="232"/>
                  </a:lnTo>
                  <a:lnTo>
                    <a:pt x="8767" y="116"/>
                  </a:lnTo>
                  <a:lnTo>
                    <a:pt x="8187" y="39"/>
                  </a:lnTo>
                  <a:lnTo>
                    <a:pt x="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11"/>
            <p:cNvSpPr/>
            <p:nvPr/>
          </p:nvSpPr>
          <p:spPr>
            <a:xfrm>
              <a:off x="5477175" y="10025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2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11"/>
            <p:cNvSpPr/>
            <p:nvPr/>
          </p:nvSpPr>
          <p:spPr>
            <a:xfrm>
              <a:off x="2850400" y="1030525"/>
              <a:ext cx="475950" cy="686400"/>
            </a:xfrm>
            <a:custGeom>
              <a:avLst/>
              <a:gdLst/>
              <a:ahLst/>
              <a:cxnLst/>
              <a:rect l="l" t="t" r="r" b="b"/>
              <a:pathLst>
                <a:path w="19038" h="27456" extrusionOk="0">
                  <a:moveTo>
                    <a:pt x="18690" y="309"/>
                  </a:moveTo>
                  <a:lnTo>
                    <a:pt x="18690" y="463"/>
                  </a:lnTo>
                  <a:lnTo>
                    <a:pt x="18382" y="2047"/>
                  </a:lnTo>
                  <a:lnTo>
                    <a:pt x="17995" y="3668"/>
                  </a:lnTo>
                  <a:lnTo>
                    <a:pt x="17609" y="5252"/>
                  </a:lnTo>
                  <a:lnTo>
                    <a:pt x="17184" y="6873"/>
                  </a:lnTo>
                  <a:lnTo>
                    <a:pt x="16489" y="6873"/>
                  </a:lnTo>
                  <a:lnTo>
                    <a:pt x="16180" y="6835"/>
                  </a:lnTo>
                  <a:lnTo>
                    <a:pt x="15833" y="6758"/>
                  </a:lnTo>
                  <a:lnTo>
                    <a:pt x="15524" y="6680"/>
                  </a:lnTo>
                  <a:lnTo>
                    <a:pt x="15215" y="6565"/>
                  </a:lnTo>
                  <a:lnTo>
                    <a:pt x="14906" y="6410"/>
                  </a:lnTo>
                  <a:lnTo>
                    <a:pt x="14597" y="6217"/>
                  </a:lnTo>
                  <a:lnTo>
                    <a:pt x="14327" y="6024"/>
                  </a:lnTo>
                  <a:lnTo>
                    <a:pt x="14057" y="5792"/>
                  </a:lnTo>
                  <a:lnTo>
                    <a:pt x="13593" y="5329"/>
                  </a:lnTo>
                  <a:lnTo>
                    <a:pt x="13168" y="4788"/>
                  </a:lnTo>
                  <a:lnTo>
                    <a:pt x="12782" y="4248"/>
                  </a:lnTo>
                  <a:lnTo>
                    <a:pt x="13477" y="3668"/>
                  </a:lnTo>
                  <a:lnTo>
                    <a:pt x="14172" y="3128"/>
                  </a:lnTo>
                  <a:lnTo>
                    <a:pt x="14868" y="2587"/>
                  </a:lnTo>
                  <a:lnTo>
                    <a:pt x="15601" y="2085"/>
                  </a:lnTo>
                  <a:lnTo>
                    <a:pt x="16374" y="1622"/>
                  </a:lnTo>
                  <a:lnTo>
                    <a:pt x="17146" y="1158"/>
                  </a:lnTo>
                  <a:lnTo>
                    <a:pt x="17918" y="734"/>
                  </a:lnTo>
                  <a:lnTo>
                    <a:pt x="18690" y="309"/>
                  </a:lnTo>
                  <a:close/>
                  <a:moveTo>
                    <a:pt x="6063" y="12434"/>
                  </a:moveTo>
                  <a:lnTo>
                    <a:pt x="5793" y="13013"/>
                  </a:lnTo>
                  <a:lnTo>
                    <a:pt x="5600" y="13592"/>
                  </a:lnTo>
                  <a:lnTo>
                    <a:pt x="5446" y="14172"/>
                  </a:lnTo>
                  <a:lnTo>
                    <a:pt x="5291" y="14790"/>
                  </a:lnTo>
                  <a:lnTo>
                    <a:pt x="5252" y="15369"/>
                  </a:lnTo>
                  <a:lnTo>
                    <a:pt x="5214" y="15407"/>
                  </a:lnTo>
                  <a:lnTo>
                    <a:pt x="4750" y="16102"/>
                  </a:lnTo>
                  <a:lnTo>
                    <a:pt x="4287" y="16797"/>
                  </a:lnTo>
                  <a:lnTo>
                    <a:pt x="4171" y="17106"/>
                  </a:lnTo>
                  <a:lnTo>
                    <a:pt x="4017" y="17415"/>
                  </a:lnTo>
                  <a:lnTo>
                    <a:pt x="3824" y="17724"/>
                  </a:lnTo>
                  <a:lnTo>
                    <a:pt x="3746" y="17840"/>
                  </a:lnTo>
                  <a:lnTo>
                    <a:pt x="3631" y="17956"/>
                  </a:lnTo>
                  <a:lnTo>
                    <a:pt x="3476" y="18033"/>
                  </a:lnTo>
                  <a:lnTo>
                    <a:pt x="3283" y="18072"/>
                  </a:lnTo>
                  <a:lnTo>
                    <a:pt x="2858" y="18110"/>
                  </a:lnTo>
                  <a:lnTo>
                    <a:pt x="2009" y="18149"/>
                  </a:lnTo>
                  <a:lnTo>
                    <a:pt x="426" y="18342"/>
                  </a:lnTo>
                  <a:lnTo>
                    <a:pt x="426" y="18342"/>
                  </a:lnTo>
                  <a:lnTo>
                    <a:pt x="850" y="17724"/>
                  </a:lnTo>
                  <a:lnTo>
                    <a:pt x="1275" y="17106"/>
                  </a:lnTo>
                  <a:lnTo>
                    <a:pt x="1661" y="16489"/>
                  </a:lnTo>
                  <a:lnTo>
                    <a:pt x="2009" y="15832"/>
                  </a:lnTo>
                  <a:lnTo>
                    <a:pt x="2549" y="14751"/>
                  </a:lnTo>
                  <a:lnTo>
                    <a:pt x="2820" y="14017"/>
                  </a:lnTo>
                  <a:lnTo>
                    <a:pt x="3013" y="13670"/>
                  </a:lnTo>
                  <a:lnTo>
                    <a:pt x="3206" y="13322"/>
                  </a:lnTo>
                  <a:lnTo>
                    <a:pt x="3360" y="13322"/>
                  </a:lnTo>
                  <a:lnTo>
                    <a:pt x="3399" y="13245"/>
                  </a:lnTo>
                  <a:lnTo>
                    <a:pt x="3438" y="13206"/>
                  </a:lnTo>
                  <a:lnTo>
                    <a:pt x="4750" y="12782"/>
                  </a:lnTo>
                  <a:lnTo>
                    <a:pt x="6063" y="12434"/>
                  </a:lnTo>
                  <a:close/>
                  <a:moveTo>
                    <a:pt x="12551" y="4441"/>
                  </a:moveTo>
                  <a:lnTo>
                    <a:pt x="12898" y="5020"/>
                  </a:lnTo>
                  <a:lnTo>
                    <a:pt x="13362" y="5561"/>
                  </a:lnTo>
                  <a:lnTo>
                    <a:pt x="13864" y="6101"/>
                  </a:lnTo>
                  <a:lnTo>
                    <a:pt x="14172" y="6333"/>
                  </a:lnTo>
                  <a:lnTo>
                    <a:pt x="14443" y="6565"/>
                  </a:lnTo>
                  <a:lnTo>
                    <a:pt x="14752" y="6758"/>
                  </a:lnTo>
                  <a:lnTo>
                    <a:pt x="15061" y="6951"/>
                  </a:lnTo>
                  <a:lnTo>
                    <a:pt x="15370" y="7067"/>
                  </a:lnTo>
                  <a:lnTo>
                    <a:pt x="15717" y="7182"/>
                  </a:lnTo>
                  <a:lnTo>
                    <a:pt x="16026" y="7260"/>
                  </a:lnTo>
                  <a:lnTo>
                    <a:pt x="16721" y="7260"/>
                  </a:lnTo>
                  <a:lnTo>
                    <a:pt x="17107" y="7182"/>
                  </a:lnTo>
                  <a:lnTo>
                    <a:pt x="16682" y="8573"/>
                  </a:lnTo>
                  <a:lnTo>
                    <a:pt x="16180" y="9963"/>
                  </a:lnTo>
                  <a:lnTo>
                    <a:pt x="15756" y="11160"/>
                  </a:lnTo>
                  <a:lnTo>
                    <a:pt x="15254" y="12357"/>
                  </a:lnTo>
                  <a:lnTo>
                    <a:pt x="14752" y="13515"/>
                  </a:lnTo>
                  <a:lnTo>
                    <a:pt x="14172" y="14635"/>
                  </a:lnTo>
                  <a:lnTo>
                    <a:pt x="13555" y="15793"/>
                  </a:lnTo>
                  <a:lnTo>
                    <a:pt x="13207" y="16373"/>
                  </a:lnTo>
                  <a:lnTo>
                    <a:pt x="12860" y="16952"/>
                  </a:lnTo>
                  <a:lnTo>
                    <a:pt x="12473" y="17493"/>
                  </a:lnTo>
                  <a:lnTo>
                    <a:pt x="12087" y="17995"/>
                  </a:lnTo>
                  <a:lnTo>
                    <a:pt x="11624" y="18458"/>
                  </a:lnTo>
                  <a:lnTo>
                    <a:pt x="11161" y="18883"/>
                  </a:lnTo>
                  <a:lnTo>
                    <a:pt x="10620" y="19230"/>
                  </a:lnTo>
                  <a:lnTo>
                    <a:pt x="10079" y="19462"/>
                  </a:lnTo>
                  <a:lnTo>
                    <a:pt x="9809" y="19578"/>
                  </a:lnTo>
                  <a:lnTo>
                    <a:pt x="9539" y="19655"/>
                  </a:lnTo>
                  <a:lnTo>
                    <a:pt x="9230" y="19694"/>
                  </a:lnTo>
                  <a:lnTo>
                    <a:pt x="8959" y="19732"/>
                  </a:lnTo>
                  <a:lnTo>
                    <a:pt x="8689" y="19732"/>
                  </a:lnTo>
                  <a:lnTo>
                    <a:pt x="8380" y="19694"/>
                  </a:lnTo>
                  <a:lnTo>
                    <a:pt x="8110" y="19616"/>
                  </a:lnTo>
                  <a:lnTo>
                    <a:pt x="7840" y="19539"/>
                  </a:lnTo>
                  <a:lnTo>
                    <a:pt x="7569" y="19423"/>
                  </a:lnTo>
                  <a:lnTo>
                    <a:pt x="7299" y="19269"/>
                  </a:lnTo>
                  <a:lnTo>
                    <a:pt x="7067" y="19114"/>
                  </a:lnTo>
                  <a:lnTo>
                    <a:pt x="6836" y="18883"/>
                  </a:lnTo>
                  <a:lnTo>
                    <a:pt x="6450" y="18458"/>
                  </a:lnTo>
                  <a:lnTo>
                    <a:pt x="6141" y="17956"/>
                  </a:lnTo>
                  <a:lnTo>
                    <a:pt x="5870" y="17454"/>
                  </a:lnTo>
                  <a:lnTo>
                    <a:pt x="5716" y="16913"/>
                  </a:lnTo>
                  <a:lnTo>
                    <a:pt x="5639" y="16334"/>
                  </a:lnTo>
                  <a:lnTo>
                    <a:pt x="5600" y="15755"/>
                  </a:lnTo>
                  <a:lnTo>
                    <a:pt x="5639" y="15214"/>
                  </a:lnTo>
                  <a:lnTo>
                    <a:pt x="5716" y="14635"/>
                  </a:lnTo>
                  <a:lnTo>
                    <a:pt x="5832" y="14056"/>
                  </a:lnTo>
                  <a:lnTo>
                    <a:pt x="6025" y="13515"/>
                  </a:lnTo>
                  <a:lnTo>
                    <a:pt x="6218" y="13013"/>
                  </a:lnTo>
                  <a:lnTo>
                    <a:pt x="6450" y="12473"/>
                  </a:lnTo>
                  <a:lnTo>
                    <a:pt x="6952" y="11469"/>
                  </a:lnTo>
                  <a:lnTo>
                    <a:pt x="7531" y="10465"/>
                  </a:lnTo>
                  <a:lnTo>
                    <a:pt x="8149" y="9461"/>
                  </a:lnTo>
                  <a:lnTo>
                    <a:pt x="8844" y="8495"/>
                  </a:lnTo>
                  <a:lnTo>
                    <a:pt x="9539" y="7530"/>
                  </a:lnTo>
                  <a:lnTo>
                    <a:pt x="10311" y="6642"/>
                  </a:lnTo>
                  <a:lnTo>
                    <a:pt x="10852" y="6063"/>
                  </a:lnTo>
                  <a:lnTo>
                    <a:pt x="11392" y="5522"/>
                  </a:lnTo>
                  <a:lnTo>
                    <a:pt x="11971" y="4981"/>
                  </a:lnTo>
                  <a:lnTo>
                    <a:pt x="12551" y="4441"/>
                  </a:lnTo>
                  <a:close/>
                  <a:moveTo>
                    <a:pt x="5986" y="18419"/>
                  </a:moveTo>
                  <a:lnTo>
                    <a:pt x="6218" y="18767"/>
                  </a:lnTo>
                  <a:lnTo>
                    <a:pt x="6450" y="19076"/>
                  </a:lnTo>
                  <a:lnTo>
                    <a:pt x="6758" y="19346"/>
                  </a:lnTo>
                  <a:lnTo>
                    <a:pt x="7067" y="19616"/>
                  </a:lnTo>
                  <a:lnTo>
                    <a:pt x="7415" y="19809"/>
                  </a:lnTo>
                  <a:lnTo>
                    <a:pt x="7801" y="19964"/>
                  </a:lnTo>
                  <a:lnTo>
                    <a:pt x="8187" y="20080"/>
                  </a:lnTo>
                  <a:lnTo>
                    <a:pt x="8612" y="20118"/>
                  </a:lnTo>
                  <a:lnTo>
                    <a:pt x="8535" y="20466"/>
                  </a:lnTo>
                  <a:lnTo>
                    <a:pt x="8496" y="20852"/>
                  </a:lnTo>
                  <a:lnTo>
                    <a:pt x="7994" y="20813"/>
                  </a:lnTo>
                  <a:lnTo>
                    <a:pt x="7531" y="20698"/>
                  </a:lnTo>
                  <a:lnTo>
                    <a:pt x="7106" y="20504"/>
                  </a:lnTo>
                  <a:lnTo>
                    <a:pt x="6720" y="20273"/>
                  </a:lnTo>
                  <a:lnTo>
                    <a:pt x="6334" y="20002"/>
                  </a:lnTo>
                  <a:lnTo>
                    <a:pt x="6025" y="19655"/>
                  </a:lnTo>
                  <a:lnTo>
                    <a:pt x="5716" y="19307"/>
                  </a:lnTo>
                  <a:lnTo>
                    <a:pt x="5446" y="18883"/>
                  </a:lnTo>
                  <a:lnTo>
                    <a:pt x="5446" y="18844"/>
                  </a:lnTo>
                  <a:lnTo>
                    <a:pt x="5986" y="18419"/>
                  </a:lnTo>
                  <a:close/>
                  <a:moveTo>
                    <a:pt x="5291" y="18960"/>
                  </a:moveTo>
                  <a:lnTo>
                    <a:pt x="5523" y="19462"/>
                  </a:lnTo>
                  <a:lnTo>
                    <a:pt x="5793" y="19887"/>
                  </a:lnTo>
                  <a:lnTo>
                    <a:pt x="6141" y="20234"/>
                  </a:lnTo>
                  <a:lnTo>
                    <a:pt x="6527" y="20582"/>
                  </a:lnTo>
                  <a:lnTo>
                    <a:pt x="6952" y="20813"/>
                  </a:lnTo>
                  <a:lnTo>
                    <a:pt x="7453" y="21006"/>
                  </a:lnTo>
                  <a:lnTo>
                    <a:pt x="7955" y="21122"/>
                  </a:lnTo>
                  <a:lnTo>
                    <a:pt x="8457" y="21161"/>
                  </a:lnTo>
                  <a:lnTo>
                    <a:pt x="8496" y="21702"/>
                  </a:lnTo>
                  <a:lnTo>
                    <a:pt x="7878" y="21624"/>
                  </a:lnTo>
                  <a:lnTo>
                    <a:pt x="7299" y="21508"/>
                  </a:lnTo>
                  <a:lnTo>
                    <a:pt x="6797" y="21315"/>
                  </a:lnTo>
                  <a:lnTo>
                    <a:pt x="6295" y="21084"/>
                  </a:lnTo>
                  <a:lnTo>
                    <a:pt x="5870" y="20775"/>
                  </a:lnTo>
                  <a:lnTo>
                    <a:pt x="5446" y="20389"/>
                  </a:lnTo>
                  <a:lnTo>
                    <a:pt x="5021" y="19964"/>
                  </a:lnTo>
                  <a:lnTo>
                    <a:pt x="4673" y="19501"/>
                  </a:lnTo>
                  <a:lnTo>
                    <a:pt x="4828" y="19385"/>
                  </a:lnTo>
                  <a:lnTo>
                    <a:pt x="4982" y="19269"/>
                  </a:lnTo>
                  <a:lnTo>
                    <a:pt x="5291" y="18960"/>
                  </a:lnTo>
                  <a:close/>
                  <a:moveTo>
                    <a:pt x="13555" y="16527"/>
                  </a:moveTo>
                  <a:lnTo>
                    <a:pt x="13748" y="17184"/>
                  </a:lnTo>
                  <a:lnTo>
                    <a:pt x="13979" y="17840"/>
                  </a:lnTo>
                  <a:lnTo>
                    <a:pt x="14250" y="18458"/>
                  </a:lnTo>
                  <a:lnTo>
                    <a:pt x="14597" y="19037"/>
                  </a:lnTo>
                  <a:lnTo>
                    <a:pt x="13670" y="20157"/>
                  </a:lnTo>
                  <a:lnTo>
                    <a:pt x="12782" y="21315"/>
                  </a:lnTo>
                  <a:lnTo>
                    <a:pt x="11083" y="23748"/>
                  </a:lnTo>
                  <a:lnTo>
                    <a:pt x="10736" y="22783"/>
                  </a:lnTo>
                  <a:lnTo>
                    <a:pt x="10350" y="21856"/>
                  </a:lnTo>
                  <a:lnTo>
                    <a:pt x="10234" y="21586"/>
                  </a:lnTo>
                  <a:lnTo>
                    <a:pt x="10195" y="21354"/>
                  </a:lnTo>
                  <a:lnTo>
                    <a:pt x="10195" y="21238"/>
                  </a:lnTo>
                  <a:lnTo>
                    <a:pt x="10234" y="21122"/>
                  </a:lnTo>
                  <a:lnTo>
                    <a:pt x="10388" y="20813"/>
                  </a:lnTo>
                  <a:lnTo>
                    <a:pt x="10813" y="20234"/>
                  </a:lnTo>
                  <a:lnTo>
                    <a:pt x="11199" y="19578"/>
                  </a:lnTo>
                  <a:lnTo>
                    <a:pt x="11199" y="19501"/>
                  </a:lnTo>
                  <a:lnTo>
                    <a:pt x="11199" y="19462"/>
                  </a:lnTo>
                  <a:lnTo>
                    <a:pt x="11161" y="19346"/>
                  </a:lnTo>
                  <a:lnTo>
                    <a:pt x="11585" y="18999"/>
                  </a:lnTo>
                  <a:lnTo>
                    <a:pt x="11971" y="18612"/>
                  </a:lnTo>
                  <a:lnTo>
                    <a:pt x="12358" y="18226"/>
                  </a:lnTo>
                  <a:lnTo>
                    <a:pt x="12705" y="17801"/>
                  </a:lnTo>
                  <a:lnTo>
                    <a:pt x="13130" y="17184"/>
                  </a:lnTo>
                  <a:lnTo>
                    <a:pt x="13555" y="16527"/>
                  </a:lnTo>
                  <a:close/>
                  <a:moveTo>
                    <a:pt x="5677" y="21161"/>
                  </a:moveTo>
                  <a:lnTo>
                    <a:pt x="5948" y="21393"/>
                  </a:lnTo>
                  <a:lnTo>
                    <a:pt x="6256" y="21547"/>
                  </a:lnTo>
                  <a:lnTo>
                    <a:pt x="6565" y="21702"/>
                  </a:lnTo>
                  <a:lnTo>
                    <a:pt x="6913" y="21817"/>
                  </a:lnTo>
                  <a:lnTo>
                    <a:pt x="6836" y="22010"/>
                  </a:lnTo>
                  <a:lnTo>
                    <a:pt x="6797" y="22204"/>
                  </a:lnTo>
                  <a:lnTo>
                    <a:pt x="6643" y="22088"/>
                  </a:lnTo>
                  <a:lnTo>
                    <a:pt x="6604" y="22010"/>
                  </a:lnTo>
                  <a:lnTo>
                    <a:pt x="6411" y="22010"/>
                  </a:lnTo>
                  <a:lnTo>
                    <a:pt x="6372" y="22088"/>
                  </a:lnTo>
                  <a:lnTo>
                    <a:pt x="6218" y="22628"/>
                  </a:lnTo>
                  <a:lnTo>
                    <a:pt x="6025" y="23092"/>
                  </a:lnTo>
                  <a:lnTo>
                    <a:pt x="5832" y="23594"/>
                  </a:lnTo>
                  <a:lnTo>
                    <a:pt x="5600" y="24057"/>
                  </a:lnTo>
                  <a:lnTo>
                    <a:pt x="5330" y="24482"/>
                  </a:lnTo>
                  <a:lnTo>
                    <a:pt x="5021" y="24907"/>
                  </a:lnTo>
                  <a:lnTo>
                    <a:pt x="4712" y="25331"/>
                  </a:lnTo>
                  <a:lnTo>
                    <a:pt x="4364" y="25717"/>
                  </a:lnTo>
                  <a:lnTo>
                    <a:pt x="4248" y="25293"/>
                  </a:lnTo>
                  <a:lnTo>
                    <a:pt x="4171" y="24868"/>
                  </a:lnTo>
                  <a:lnTo>
                    <a:pt x="4171" y="24482"/>
                  </a:lnTo>
                  <a:lnTo>
                    <a:pt x="4210" y="24057"/>
                  </a:lnTo>
                  <a:lnTo>
                    <a:pt x="4326" y="23671"/>
                  </a:lnTo>
                  <a:lnTo>
                    <a:pt x="4480" y="23285"/>
                  </a:lnTo>
                  <a:lnTo>
                    <a:pt x="4673" y="22899"/>
                  </a:lnTo>
                  <a:lnTo>
                    <a:pt x="4944" y="22512"/>
                  </a:lnTo>
                  <a:lnTo>
                    <a:pt x="5175" y="22204"/>
                  </a:lnTo>
                  <a:lnTo>
                    <a:pt x="5330" y="21895"/>
                  </a:lnTo>
                  <a:lnTo>
                    <a:pt x="5407" y="21740"/>
                  </a:lnTo>
                  <a:lnTo>
                    <a:pt x="5407" y="21586"/>
                  </a:lnTo>
                  <a:lnTo>
                    <a:pt x="5368" y="21470"/>
                  </a:lnTo>
                  <a:lnTo>
                    <a:pt x="5291" y="21315"/>
                  </a:lnTo>
                  <a:lnTo>
                    <a:pt x="5446" y="21238"/>
                  </a:lnTo>
                  <a:lnTo>
                    <a:pt x="5677" y="21161"/>
                  </a:lnTo>
                  <a:close/>
                  <a:moveTo>
                    <a:pt x="4905" y="20466"/>
                  </a:moveTo>
                  <a:lnTo>
                    <a:pt x="5175" y="20736"/>
                  </a:lnTo>
                  <a:lnTo>
                    <a:pt x="5484" y="21006"/>
                  </a:lnTo>
                  <a:lnTo>
                    <a:pt x="5252" y="21084"/>
                  </a:lnTo>
                  <a:lnTo>
                    <a:pt x="5021" y="21161"/>
                  </a:lnTo>
                  <a:lnTo>
                    <a:pt x="4982" y="21200"/>
                  </a:lnTo>
                  <a:lnTo>
                    <a:pt x="4944" y="21277"/>
                  </a:lnTo>
                  <a:lnTo>
                    <a:pt x="4982" y="21354"/>
                  </a:lnTo>
                  <a:lnTo>
                    <a:pt x="5021" y="21393"/>
                  </a:lnTo>
                  <a:lnTo>
                    <a:pt x="5059" y="21470"/>
                  </a:lnTo>
                  <a:lnTo>
                    <a:pt x="5098" y="21547"/>
                  </a:lnTo>
                  <a:lnTo>
                    <a:pt x="5059" y="21779"/>
                  </a:lnTo>
                  <a:lnTo>
                    <a:pt x="4905" y="22049"/>
                  </a:lnTo>
                  <a:lnTo>
                    <a:pt x="4750" y="22358"/>
                  </a:lnTo>
                  <a:lnTo>
                    <a:pt x="4364" y="22937"/>
                  </a:lnTo>
                  <a:lnTo>
                    <a:pt x="4133" y="23323"/>
                  </a:lnTo>
                  <a:lnTo>
                    <a:pt x="3940" y="23748"/>
                  </a:lnTo>
                  <a:lnTo>
                    <a:pt x="3862" y="24212"/>
                  </a:lnTo>
                  <a:lnTo>
                    <a:pt x="3824" y="24714"/>
                  </a:lnTo>
                  <a:lnTo>
                    <a:pt x="3862" y="25177"/>
                  </a:lnTo>
                  <a:lnTo>
                    <a:pt x="3940" y="25409"/>
                  </a:lnTo>
                  <a:lnTo>
                    <a:pt x="4017" y="25640"/>
                  </a:lnTo>
                  <a:lnTo>
                    <a:pt x="4133" y="25872"/>
                  </a:lnTo>
                  <a:lnTo>
                    <a:pt x="4248" y="26065"/>
                  </a:lnTo>
                  <a:lnTo>
                    <a:pt x="4287" y="26104"/>
                  </a:lnTo>
                  <a:lnTo>
                    <a:pt x="4364" y="26104"/>
                  </a:lnTo>
                  <a:lnTo>
                    <a:pt x="4403" y="26065"/>
                  </a:lnTo>
                  <a:lnTo>
                    <a:pt x="4442" y="25988"/>
                  </a:lnTo>
                  <a:lnTo>
                    <a:pt x="4480" y="25988"/>
                  </a:lnTo>
                  <a:lnTo>
                    <a:pt x="4828" y="25602"/>
                  </a:lnTo>
                  <a:lnTo>
                    <a:pt x="5175" y="25215"/>
                  </a:lnTo>
                  <a:lnTo>
                    <a:pt x="5484" y="24791"/>
                  </a:lnTo>
                  <a:lnTo>
                    <a:pt x="5793" y="24366"/>
                  </a:lnTo>
                  <a:lnTo>
                    <a:pt x="6025" y="23903"/>
                  </a:lnTo>
                  <a:lnTo>
                    <a:pt x="6256" y="23439"/>
                  </a:lnTo>
                  <a:lnTo>
                    <a:pt x="6450" y="22937"/>
                  </a:lnTo>
                  <a:lnTo>
                    <a:pt x="6604" y="22435"/>
                  </a:lnTo>
                  <a:lnTo>
                    <a:pt x="6720" y="22551"/>
                  </a:lnTo>
                  <a:lnTo>
                    <a:pt x="6913" y="22590"/>
                  </a:lnTo>
                  <a:lnTo>
                    <a:pt x="6952" y="22628"/>
                  </a:lnTo>
                  <a:lnTo>
                    <a:pt x="7029" y="22590"/>
                  </a:lnTo>
                  <a:lnTo>
                    <a:pt x="7067" y="22512"/>
                  </a:lnTo>
                  <a:lnTo>
                    <a:pt x="7067" y="22474"/>
                  </a:lnTo>
                  <a:lnTo>
                    <a:pt x="7145" y="21895"/>
                  </a:lnTo>
                  <a:lnTo>
                    <a:pt x="7608" y="22010"/>
                  </a:lnTo>
                  <a:lnTo>
                    <a:pt x="7724" y="22512"/>
                  </a:lnTo>
                  <a:lnTo>
                    <a:pt x="7762" y="23014"/>
                  </a:lnTo>
                  <a:lnTo>
                    <a:pt x="7801" y="23555"/>
                  </a:lnTo>
                  <a:lnTo>
                    <a:pt x="7801" y="24057"/>
                  </a:lnTo>
                  <a:lnTo>
                    <a:pt x="7608" y="23903"/>
                  </a:lnTo>
                  <a:lnTo>
                    <a:pt x="7492" y="23671"/>
                  </a:lnTo>
                  <a:lnTo>
                    <a:pt x="7376" y="23439"/>
                  </a:lnTo>
                  <a:lnTo>
                    <a:pt x="7338" y="23169"/>
                  </a:lnTo>
                  <a:lnTo>
                    <a:pt x="7338" y="23092"/>
                  </a:lnTo>
                  <a:lnTo>
                    <a:pt x="7299" y="23053"/>
                  </a:lnTo>
                  <a:lnTo>
                    <a:pt x="7183" y="23014"/>
                  </a:lnTo>
                  <a:lnTo>
                    <a:pt x="7106" y="23014"/>
                  </a:lnTo>
                  <a:lnTo>
                    <a:pt x="7067" y="23053"/>
                  </a:lnTo>
                  <a:lnTo>
                    <a:pt x="7029" y="23092"/>
                  </a:lnTo>
                  <a:lnTo>
                    <a:pt x="6990" y="23169"/>
                  </a:lnTo>
                  <a:lnTo>
                    <a:pt x="6952" y="23787"/>
                  </a:lnTo>
                  <a:lnTo>
                    <a:pt x="6797" y="24405"/>
                  </a:lnTo>
                  <a:lnTo>
                    <a:pt x="6681" y="24675"/>
                  </a:lnTo>
                  <a:lnTo>
                    <a:pt x="6565" y="24984"/>
                  </a:lnTo>
                  <a:lnTo>
                    <a:pt x="6411" y="25254"/>
                  </a:lnTo>
                  <a:lnTo>
                    <a:pt x="6218" y="25524"/>
                  </a:lnTo>
                  <a:lnTo>
                    <a:pt x="5832" y="25988"/>
                  </a:lnTo>
                  <a:lnTo>
                    <a:pt x="5600" y="26219"/>
                  </a:lnTo>
                  <a:lnTo>
                    <a:pt x="5368" y="26451"/>
                  </a:lnTo>
                  <a:lnTo>
                    <a:pt x="5098" y="26644"/>
                  </a:lnTo>
                  <a:lnTo>
                    <a:pt x="4828" y="26799"/>
                  </a:lnTo>
                  <a:lnTo>
                    <a:pt x="4557" y="26953"/>
                  </a:lnTo>
                  <a:lnTo>
                    <a:pt x="4248" y="27030"/>
                  </a:lnTo>
                  <a:lnTo>
                    <a:pt x="4017" y="27030"/>
                  </a:lnTo>
                  <a:lnTo>
                    <a:pt x="3862" y="26992"/>
                  </a:lnTo>
                  <a:lnTo>
                    <a:pt x="3708" y="26915"/>
                  </a:lnTo>
                  <a:lnTo>
                    <a:pt x="3592" y="26760"/>
                  </a:lnTo>
                  <a:lnTo>
                    <a:pt x="3515" y="26606"/>
                  </a:lnTo>
                  <a:lnTo>
                    <a:pt x="3438" y="26413"/>
                  </a:lnTo>
                  <a:lnTo>
                    <a:pt x="3322" y="25988"/>
                  </a:lnTo>
                  <a:lnTo>
                    <a:pt x="3206" y="25293"/>
                  </a:lnTo>
                  <a:lnTo>
                    <a:pt x="3167" y="24945"/>
                  </a:lnTo>
                  <a:lnTo>
                    <a:pt x="3167" y="24598"/>
                  </a:lnTo>
                  <a:lnTo>
                    <a:pt x="3206" y="24173"/>
                  </a:lnTo>
                  <a:lnTo>
                    <a:pt x="3283" y="23787"/>
                  </a:lnTo>
                  <a:lnTo>
                    <a:pt x="3360" y="23401"/>
                  </a:lnTo>
                  <a:lnTo>
                    <a:pt x="3515" y="23014"/>
                  </a:lnTo>
                  <a:lnTo>
                    <a:pt x="3708" y="22667"/>
                  </a:lnTo>
                  <a:lnTo>
                    <a:pt x="3901" y="22319"/>
                  </a:lnTo>
                  <a:lnTo>
                    <a:pt x="4171" y="22010"/>
                  </a:lnTo>
                  <a:lnTo>
                    <a:pt x="4480" y="21702"/>
                  </a:lnTo>
                  <a:lnTo>
                    <a:pt x="4519" y="21624"/>
                  </a:lnTo>
                  <a:lnTo>
                    <a:pt x="4519" y="21547"/>
                  </a:lnTo>
                  <a:lnTo>
                    <a:pt x="4442" y="21470"/>
                  </a:lnTo>
                  <a:lnTo>
                    <a:pt x="4364" y="21431"/>
                  </a:lnTo>
                  <a:lnTo>
                    <a:pt x="3553" y="21315"/>
                  </a:lnTo>
                  <a:lnTo>
                    <a:pt x="3862" y="21045"/>
                  </a:lnTo>
                  <a:lnTo>
                    <a:pt x="4171" y="20775"/>
                  </a:lnTo>
                  <a:lnTo>
                    <a:pt x="4519" y="20582"/>
                  </a:lnTo>
                  <a:lnTo>
                    <a:pt x="4905" y="20466"/>
                  </a:lnTo>
                  <a:close/>
                  <a:moveTo>
                    <a:pt x="18845" y="0"/>
                  </a:moveTo>
                  <a:lnTo>
                    <a:pt x="18806" y="77"/>
                  </a:lnTo>
                  <a:lnTo>
                    <a:pt x="18729" y="39"/>
                  </a:lnTo>
                  <a:lnTo>
                    <a:pt x="18652" y="39"/>
                  </a:lnTo>
                  <a:lnTo>
                    <a:pt x="17455" y="618"/>
                  </a:lnTo>
                  <a:lnTo>
                    <a:pt x="16296" y="1236"/>
                  </a:lnTo>
                  <a:lnTo>
                    <a:pt x="15215" y="1931"/>
                  </a:lnTo>
                  <a:lnTo>
                    <a:pt x="14134" y="2664"/>
                  </a:lnTo>
                  <a:lnTo>
                    <a:pt x="13091" y="3475"/>
                  </a:lnTo>
                  <a:lnTo>
                    <a:pt x="12087" y="4325"/>
                  </a:lnTo>
                  <a:lnTo>
                    <a:pt x="11161" y="5213"/>
                  </a:lnTo>
                  <a:lnTo>
                    <a:pt x="10272" y="6178"/>
                  </a:lnTo>
                  <a:lnTo>
                    <a:pt x="9384" y="7144"/>
                  </a:lnTo>
                  <a:lnTo>
                    <a:pt x="8573" y="8186"/>
                  </a:lnTo>
                  <a:lnTo>
                    <a:pt x="7840" y="9268"/>
                  </a:lnTo>
                  <a:lnTo>
                    <a:pt x="7145" y="10387"/>
                  </a:lnTo>
                  <a:lnTo>
                    <a:pt x="6643" y="11276"/>
                  </a:lnTo>
                  <a:lnTo>
                    <a:pt x="6179" y="12164"/>
                  </a:lnTo>
                  <a:lnTo>
                    <a:pt x="5368" y="12241"/>
                  </a:lnTo>
                  <a:lnTo>
                    <a:pt x="4557" y="12395"/>
                  </a:lnTo>
                  <a:lnTo>
                    <a:pt x="3785" y="12627"/>
                  </a:lnTo>
                  <a:lnTo>
                    <a:pt x="3013" y="12936"/>
                  </a:lnTo>
                  <a:lnTo>
                    <a:pt x="2936" y="12975"/>
                  </a:lnTo>
                  <a:lnTo>
                    <a:pt x="2897" y="13013"/>
                  </a:lnTo>
                  <a:lnTo>
                    <a:pt x="2897" y="13168"/>
                  </a:lnTo>
                  <a:lnTo>
                    <a:pt x="2704" y="13361"/>
                  </a:lnTo>
                  <a:lnTo>
                    <a:pt x="2549" y="13592"/>
                  </a:lnTo>
                  <a:lnTo>
                    <a:pt x="2395" y="13863"/>
                  </a:lnTo>
                  <a:lnTo>
                    <a:pt x="2279" y="14133"/>
                  </a:lnTo>
                  <a:lnTo>
                    <a:pt x="2086" y="14712"/>
                  </a:lnTo>
                  <a:lnTo>
                    <a:pt x="1854" y="15214"/>
                  </a:lnTo>
                  <a:lnTo>
                    <a:pt x="1430" y="15987"/>
                  </a:lnTo>
                  <a:lnTo>
                    <a:pt x="1005" y="16759"/>
                  </a:lnTo>
                  <a:lnTo>
                    <a:pt x="541" y="17493"/>
                  </a:lnTo>
                  <a:lnTo>
                    <a:pt x="39" y="18226"/>
                  </a:lnTo>
                  <a:lnTo>
                    <a:pt x="1" y="18303"/>
                  </a:lnTo>
                  <a:lnTo>
                    <a:pt x="1" y="18381"/>
                  </a:lnTo>
                  <a:lnTo>
                    <a:pt x="39" y="18419"/>
                  </a:lnTo>
                  <a:lnTo>
                    <a:pt x="117" y="18458"/>
                  </a:lnTo>
                  <a:lnTo>
                    <a:pt x="117" y="18535"/>
                  </a:lnTo>
                  <a:lnTo>
                    <a:pt x="117" y="18612"/>
                  </a:lnTo>
                  <a:lnTo>
                    <a:pt x="155" y="18651"/>
                  </a:lnTo>
                  <a:lnTo>
                    <a:pt x="233" y="18690"/>
                  </a:lnTo>
                  <a:lnTo>
                    <a:pt x="1159" y="18612"/>
                  </a:lnTo>
                  <a:lnTo>
                    <a:pt x="2086" y="18574"/>
                  </a:lnTo>
                  <a:lnTo>
                    <a:pt x="3901" y="18381"/>
                  </a:lnTo>
                  <a:lnTo>
                    <a:pt x="3978" y="18342"/>
                  </a:lnTo>
                  <a:lnTo>
                    <a:pt x="4055" y="18265"/>
                  </a:lnTo>
                  <a:lnTo>
                    <a:pt x="4596" y="17106"/>
                  </a:lnTo>
                  <a:lnTo>
                    <a:pt x="5252" y="15987"/>
                  </a:lnTo>
                  <a:lnTo>
                    <a:pt x="5291" y="16566"/>
                  </a:lnTo>
                  <a:lnTo>
                    <a:pt x="5446" y="17106"/>
                  </a:lnTo>
                  <a:lnTo>
                    <a:pt x="5600" y="17647"/>
                  </a:lnTo>
                  <a:lnTo>
                    <a:pt x="5832" y="18188"/>
                  </a:lnTo>
                  <a:lnTo>
                    <a:pt x="5446" y="18381"/>
                  </a:lnTo>
                  <a:lnTo>
                    <a:pt x="5059" y="18651"/>
                  </a:lnTo>
                  <a:lnTo>
                    <a:pt x="4673" y="18960"/>
                  </a:lnTo>
                  <a:lnTo>
                    <a:pt x="4519" y="19153"/>
                  </a:lnTo>
                  <a:lnTo>
                    <a:pt x="4403" y="19346"/>
                  </a:lnTo>
                  <a:lnTo>
                    <a:pt x="4403" y="19423"/>
                  </a:lnTo>
                  <a:lnTo>
                    <a:pt x="4442" y="19501"/>
                  </a:lnTo>
                  <a:lnTo>
                    <a:pt x="4442" y="19539"/>
                  </a:lnTo>
                  <a:lnTo>
                    <a:pt x="4442" y="19616"/>
                  </a:lnTo>
                  <a:lnTo>
                    <a:pt x="4596" y="19964"/>
                  </a:lnTo>
                  <a:lnTo>
                    <a:pt x="4789" y="20273"/>
                  </a:lnTo>
                  <a:lnTo>
                    <a:pt x="4519" y="20311"/>
                  </a:lnTo>
                  <a:lnTo>
                    <a:pt x="4287" y="20389"/>
                  </a:lnTo>
                  <a:lnTo>
                    <a:pt x="4055" y="20504"/>
                  </a:lnTo>
                  <a:lnTo>
                    <a:pt x="3862" y="20620"/>
                  </a:lnTo>
                  <a:lnTo>
                    <a:pt x="3669" y="20775"/>
                  </a:lnTo>
                  <a:lnTo>
                    <a:pt x="3476" y="20968"/>
                  </a:lnTo>
                  <a:lnTo>
                    <a:pt x="3283" y="21161"/>
                  </a:lnTo>
                  <a:lnTo>
                    <a:pt x="3129" y="21354"/>
                  </a:lnTo>
                  <a:lnTo>
                    <a:pt x="3090" y="21431"/>
                  </a:lnTo>
                  <a:lnTo>
                    <a:pt x="3129" y="21508"/>
                  </a:lnTo>
                  <a:lnTo>
                    <a:pt x="3167" y="21586"/>
                  </a:lnTo>
                  <a:lnTo>
                    <a:pt x="3244" y="21624"/>
                  </a:lnTo>
                  <a:lnTo>
                    <a:pt x="4017" y="21702"/>
                  </a:lnTo>
                  <a:lnTo>
                    <a:pt x="3746" y="22010"/>
                  </a:lnTo>
                  <a:lnTo>
                    <a:pt x="3476" y="22358"/>
                  </a:lnTo>
                  <a:lnTo>
                    <a:pt x="3283" y="22706"/>
                  </a:lnTo>
                  <a:lnTo>
                    <a:pt x="3129" y="23092"/>
                  </a:lnTo>
                  <a:lnTo>
                    <a:pt x="3013" y="23478"/>
                  </a:lnTo>
                  <a:lnTo>
                    <a:pt x="2897" y="23864"/>
                  </a:lnTo>
                  <a:lnTo>
                    <a:pt x="2858" y="24289"/>
                  </a:lnTo>
                  <a:lnTo>
                    <a:pt x="2858" y="24714"/>
                  </a:lnTo>
                  <a:lnTo>
                    <a:pt x="2858" y="25370"/>
                  </a:lnTo>
                  <a:lnTo>
                    <a:pt x="2897" y="25795"/>
                  </a:lnTo>
                  <a:lnTo>
                    <a:pt x="2974" y="26219"/>
                  </a:lnTo>
                  <a:lnTo>
                    <a:pt x="3090" y="26644"/>
                  </a:lnTo>
                  <a:lnTo>
                    <a:pt x="3244" y="26992"/>
                  </a:lnTo>
                  <a:lnTo>
                    <a:pt x="3360" y="27146"/>
                  </a:lnTo>
                  <a:lnTo>
                    <a:pt x="3438" y="27262"/>
                  </a:lnTo>
                  <a:lnTo>
                    <a:pt x="3553" y="27378"/>
                  </a:lnTo>
                  <a:lnTo>
                    <a:pt x="3708" y="27417"/>
                  </a:lnTo>
                  <a:lnTo>
                    <a:pt x="3862" y="27455"/>
                  </a:lnTo>
                  <a:lnTo>
                    <a:pt x="4017" y="27455"/>
                  </a:lnTo>
                  <a:lnTo>
                    <a:pt x="4364" y="27417"/>
                  </a:lnTo>
                  <a:lnTo>
                    <a:pt x="4750" y="27262"/>
                  </a:lnTo>
                  <a:lnTo>
                    <a:pt x="5098" y="27069"/>
                  </a:lnTo>
                  <a:lnTo>
                    <a:pt x="5407" y="26837"/>
                  </a:lnTo>
                  <a:lnTo>
                    <a:pt x="5716" y="26567"/>
                  </a:lnTo>
                  <a:lnTo>
                    <a:pt x="6218" y="26065"/>
                  </a:lnTo>
                  <a:lnTo>
                    <a:pt x="6565" y="25602"/>
                  </a:lnTo>
                  <a:lnTo>
                    <a:pt x="6874" y="25100"/>
                  </a:lnTo>
                  <a:lnTo>
                    <a:pt x="7106" y="24559"/>
                  </a:lnTo>
                  <a:lnTo>
                    <a:pt x="7260" y="23980"/>
                  </a:lnTo>
                  <a:lnTo>
                    <a:pt x="7376" y="24134"/>
                  </a:lnTo>
                  <a:lnTo>
                    <a:pt x="7531" y="24289"/>
                  </a:lnTo>
                  <a:lnTo>
                    <a:pt x="7685" y="24405"/>
                  </a:lnTo>
                  <a:lnTo>
                    <a:pt x="7878" y="24520"/>
                  </a:lnTo>
                  <a:lnTo>
                    <a:pt x="7955" y="24559"/>
                  </a:lnTo>
                  <a:lnTo>
                    <a:pt x="8033" y="24520"/>
                  </a:lnTo>
                  <a:lnTo>
                    <a:pt x="8110" y="24482"/>
                  </a:lnTo>
                  <a:lnTo>
                    <a:pt x="8110" y="24366"/>
                  </a:lnTo>
                  <a:lnTo>
                    <a:pt x="8149" y="23787"/>
                  </a:lnTo>
                  <a:lnTo>
                    <a:pt x="8149" y="23208"/>
                  </a:lnTo>
                  <a:lnTo>
                    <a:pt x="8071" y="22628"/>
                  </a:lnTo>
                  <a:lnTo>
                    <a:pt x="7955" y="22049"/>
                  </a:lnTo>
                  <a:lnTo>
                    <a:pt x="8535" y="22049"/>
                  </a:lnTo>
                  <a:lnTo>
                    <a:pt x="8651" y="22010"/>
                  </a:lnTo>
                  <a:lnTo>
                    <a:pt x="8728" y="21972"/>
                  </a:lnTo>
                  <a:lnTo>
                    <a:pt x="8766" y="21933"/>
                  </a:lnTo>
                  <a:lnTo>
                    <a:pt x="8766" y="21895"/>
                  </a:lnTo>
                  <a:lnTo>
                    <a:pt x="8844" y="21006"/>
                  </a:lnTo>
                  <a:lnTo>
                    <a:pt x="8921" y="20543"/>
                  </a:lnTo>
                  <a:lnTo>
                    <a:pt x="8998" y="20118"/>
                  </a:lnTo>
                  <a:lnTo>
                    <a:pt x="9153" y="20118"/>
                  </a:lnTo>
                  <a:lnTo>
                    <a:pt x="9577" y="20041"/>
                  </a:lnTo>
                  <a:lnTo>
                    <a:pt x="9963" y="19964"/>
                  </a:lnTo>
                  <a:lnTo>
                    <a:pt x="10311" y="19809"/>
                  </a:lnTo>
                  <a:lnTo>
                    <a:pt x="10659" y="19655"/>
                  </a:lnTo>
                  <a:lnTo>
                    <a:pt x="10157" y="20389"/>
                  </a:lnTo>
                  <a:lnTo>
                    <a:pt x="9616" y="21161"/>
                  </a:lnTo>
                  <a:lnTo>
                    <a:pt x="9577" y="21238"/>
                  </a:lnTo>
                  <a:lnTo>
                    <a:pt x="9616" y="21354"/>
                  </a:lnTo>
                  <a:lnTo>
                    <a:pt x="9963" y="22049"/>
                  </a:lnTo>
                  <a:lnTo>
                    <a:pt x="10272" y="22783"/>
                  </a:lnTo>
                  <a:lnTo>
                    <a:pt x="10581" y="23516"/>
                  </a:lnTo>
                  <a:lnTo>
                    <a:pt x="10813" y="24250"/>
                  </a:lnTo>
                  <a:lnTo>
                    <a:pt x="10890" y="24327"/>
                  </a:lnTo>
                  <a:lnTo>
                    <a:pt x="11006" y="24405"/>
                  </a:lnTo>
                  <a:lnTo>
                    <a:pt x="11122" y="24405"/>
                  </a:lnTo>
                  <a:lnTo>
                    <a:pt x="11199" y="24289"/>
                  </a:lnTo>
                  <a:lnTo>
                    <a:pt x="13130" y="21740"/>
                  </a:lnTo>
                  <a:lnTo>
                    <a:pt x="14095" y="20389"/>
                  </a:lnTo>
                  <a:lnTo>
                    <a:pt x="14520" y="19732"/>
                  </a:lnTo>
                  <a:lnTo>
                    <a:pt x="14945" y="19037"/>
                  </a:lnTo>
                  <a:lnTo>
                    <a:pt x="14983" y="18960"/>
                  </a:lnTo>
                  <a:lnTo>
                    <a:pt x="14945" y="18883"/>
                  </a:lnTo>
                  <a:lnTo>
                    <a:pt x="14790" y="18535"/>
                  </a:lnTo>
                  <a:lnTo>
                    <a:pt x="14597" y="18149"/>
                  </a:lnTo>
                  <a:lnTo>
                    <a:pt x="14288" y="17454"/>
                  </a:lnTo>
                  <a:lnTo>
                    <a:pt x="13786" y="16180"/>
                  </a:lnTo>
                  <a:lnTo>
                    <a:pt x="14211" y="15369"/>
                  </a:lnTo>
                  <a:lnTo>
                    <a:pt x="14674" y="14558"/>
                  </a:lnTo>
                  <a:lnTo>
                    <a:pt x="15061" y="13708"/>
                  </a:lnTo>
                  <a:lnTo>
                    <a:pt x="15447" y="12897"/>
                  </a:lnTo>
                  <a:lnTo>
                    <a:pt x="16065" y="11391"/>
                  </a:lnTo>
                  <a:lnTo>
                    <a:pt x="16644" y="9885"/>
                  </a:lnTo>
                  <a:lnTo>
                    <a:pt x="17146" y="8341"/>
                  </a:lnTo>
                  <a:lnTo>
                    <a:pt x="17609" y="6796"/>
                  </a:lnTo>
                  <a:lnTo>
                    <a:pt x="17995" y="5213"/>
                  </a:lnTo>
                  <a:lnTo>
                    <a:pt x="18382" y="3630"/>
                  </a:lnTo>
                  <a:lnTo>
                    <a:pt x="18729" y="2047"/>
                  </a:lnTo>
                  <a:lnTo>
                    <a:pt x="19038" y="463"/>
                  </a:lnTo>
                  <a:lnTo>
                    <a:pt x="19038" y="386"/>
                  </a:lnTo>
                  <a:lnTo>
                    <a:pt x="18999" y="309"/>
                  </a:lnTo>
                  <a:lnTo>
                    <a:pt x="18999" y="232"/>
                  </a:lnTo>
                  <a:lnTo>
                    <a:pt x="18999" y="77"/>
                  </a:lnTo>
                  <a:lnTo>
                    <a:pt x="18961" y="39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11"/>
            <p:cNvSpPr/>
            <p:nvPr/>
          </p:nvSpPr>
          <p:spPr>
            <a:xfrm>
              <a:off x="5947325" y="1038225"/>
              <a:ext cx="458575" cy="289650"/>
            </a:xfrm>
            <a:custGeom>
              <a:avLst/>
              <a:gdLst/>
              <a:ahLst/>
              <a:cxnLst/>
              <a:rect l="l" t="t" r="r" b="b"/>
              <a:pathLst>
                <a:path w="18343" h="11586" extrusionOk="0">
                  <a:moveTo>
                    <a:pt x="17068" y="387"/>
                  </a:moveTo>
                  <a:lnTo>
                    <a:pt x="17145" y="426"/>
                  </a:lnTo>
                  <a:lnTo>
                    <a:pt x="17223" y="503"/>
                  </a:lnTo>
                  <a:lnTo>
                    <a:pt x="17300" y="735"/>
                  </a:lnTo>
                  <a:lnTo>
                    <a:pt x="17377" y="928"/>
                  </a:lnTo>
                  <a:lnTo>
                    <a:pt x="17377" y="1121"/>
                  </a:lnTo>
                  <a:lnTo>
                    <a:pt x="17338" y="1314"/>
                  </a:lnTo>
                  <a:lnTo>
                    <a:pt x="17223" y="1546"/>
                  </a:lnTo>
                  <a:lnTo>
                    <a:pt x="16952" y="1893"/>
                  </a:lnTo>
                  <a:lnTo>
                    <a:pt x="16721" y="2125"/>
                  </a:lnTo>
                  <a:lnTo>
                    <a:pt x="16450" y="2356"/>
                  </a:lnTo>
                  <a:lnTo>
                    <a:pt x="16180" y="2550"/>
                  </a:lnTo>
                  <a:lnTo>
                    <a:pt x="15871" y="2665"/>
                  </a:lnTo>
                  <a:lnTo>
                    <a:pt x="15871" y="2086"/>
                  </a:lnTo>
                  <a:lnTo>
                    <a:pt x="15910" y="1777"/>
                  </a:lnTo>
                  <a:lnTo>
                    <a:pt x="15948" y="1468"/>
                  </a:lnTo>
                  <a:lnTo>
                    <a:pt x="16025" y="1198"/>
                  </a:lnTo>
                  <a:lnTo>
                    <a:pt x="16180" y="928"/>
                  </a:lnTo>
                  <a:lnTo>
                    <a:pt x="16334" y="696"/>
                  </a:lnTo>
                  <a:lnTo>
                    <a:pt x="16605" y="503"/>
                  </a:lnTo>
                  <a:lnTo>
                    <a:pt x="16836" y="426"/>
                  </a:lnTo>
                  <a:lnTo>
                    <a:pt x="16991" y="387"/>
                  </a:lnTo>
                  <a:close/>
                  <a:moveTo>
                    <a:pt x="14597" y="2974"/>
                  </a:moveTo>
                  <a:lnTo>
                    <a:pt x="14867" y="3013"/>
                  </a:lnTo>
                  <a:lnTo>
                    <a:pt x="15137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7"/>
                  </a:lnTo>
                  <a:lnTo>
                    <a:pt x="14056" y="3862"/>
                  </a:lnTo>
                  <a:lnTo>
                    <a:pt x="13786" y="3940"/>
                  </a:lnTo>
                  <a:lnTo>
                    <a:pt x="13477" y="4017"/>
                  </a:lnTo>
                  <a:lnTo>
                    <a:pt x="13052" y="4017"/>
                  </a:lnTo>
                  <a:lnTo>
                    <a:pt x="12975" y="3940"/>
                  </a:lnTo>
                  <a:lnTo>
                    <a:pt x="12975" y="3862"/>
                  </a:lnTo>
                  <a:lnTo>
                    <a:pt x="12975" y="3708"/>
                  </a:lnTo>
                  <a:lnTo>
                    <a:pt x="13014" y="3476"/>
                  </a:lnTo>
                  <a:lnTo>
                    <a:pt x="13052" y="3360"/>
                  </a:lnTo>
                  <a:lnTo>
                    <a:pt x="13207" y="3245"/>
                  </a:lnTo>
                  <a:lnTo>
                    <a:pt x="13400" y="3167"/>
                  </a:lnTo>
                  <a:lnTo>
                    <a:pt x="13709" y="3052"/>
                  </a:lnTo>
                  <a:lnTo>
                    <a:pt x="14018" y="3013"/>
                  </a:lnTo>
                  <a:lnTo>
                    <a:pt x="14326" y="2974"/>
                  </a:lnTo>
                  <a:close/>
                  <a:moveTo>
                    <a:pt x="15678" y="3283"/>
                  </a:moveTo>
                  <a:lnTo>
                    <a:pt x="16334" y="3476"/>
                  </a:lnTo>
                  <a:lnTo>
                    <a:pt x="16643" y="3554"/>
                  </a:lnTo>
                  <a:lnTo>
                    <a:pt x="16991" y="3669"/>
                  </a:lnTo>
                  <a:lnTo>
                    <a:pt x="17261" y="3824"/>
                  </a:lnTo>
                  <a:lnTo>
                    <a:pt x="17531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79" y="4596"/>
                  </a:lnTo>
                  <a:lnTo>
                    <a:pt x="17918" y="4789"/>
                  </a:lnTo>
                  <a:lnTo>
                    <a:pt x="17879" y="4944"/>
                  </a:lnTo>
                  <a:lnTo>
                    <a:pt x="17802" y="5059"/>
                  </a:lnTo>
                  <a:lnTo>
                    <a:pt x="17647" y="5137"/>
                  </a:lnTo>
                  <a:lnTo>
                    <a:pt x="17493" y="5175"/>
                  </a:lnTo>
                  <a:lnTo>
                    <a:pt x="17338" y="5175"/>
                  </a:lnTo>
                  <a:lnTo>
                    <a:pt x="17145" y="5137"/>
                  </a:lnTo>
                  <a:lnTo>
                    <a:pt x="16991" y="5059"/>
                  </a:lnTo>
                  <a:lnTo>
                    <a:pt x="16643" y="4789"/>
                  </a:lnTo>
                  <a:lnTo>
                    <a:pt x="16373" y="4480"/>
                  </a:lnTo>
                  <a:lnTo>
                    <a:pt x="16180" y="4210"/>
                  </a:lnTo>
                  <a:lnTo>
                    <a:pt x="15987" y="3901"/>
                  </a:lnTo>
                  <a:lnTo>
                    <a:pt x="15832" y="3592"/>
                  </a:lnTo>
                  <a:lnTo>
                    <a:pt x="15678" y="3283"/>
                  </a:lnTo>
                  <a:close/>
                  <a:moveTo>
                    <a:pt x="4634" y="542"/>
                  </a:moveTo>
                  <a:lnTo>
                    <a:pt x="5252" y="580"/>
                  </a:lnTo>
                  <a:lnTo>
                    <a:pt x="5831" y="696"/>
                  </a:lnTo>
                  <a:lnTo>
                    <a:pt x="6410" y="850"/>
                  </a:lnTo>
                  <a:lnTo>
                    <a:pt x="6990" y="1121"/>
                  </a:lnTo>
                  <a:lnTo>
                    <a:pt x="7492" y="1430"/>
                  </a:lnTo>
                  <a:lnTo>
                    <a:pt x="7916" y="1739"/>
                  </a:lnTo>
                  <a:lnTo>
                    <a:pt x="8303" y="2086"/>
                  </a:lnTo>
                  <a:lnTo>
                    <a:pt x="8650" y="2472"/>
                  </a:lnTo>
                  <a:lnTo>
                    <a:pt x="8959" y="2858"/>
                  </a:lnTo>
                  <a:lnTo>
                    <a:pt x="9538" y="3669"/>
                  </a:lnTo>
                  <a:lnTo>
                    <a:pt x="10156" y="4480"/>
                  </a:lnTo>
                  <a:lnTo>
                    <a:pt x="10388" y="4828"/>
                  </a:lnTo>
                  <a:lnTo>
                    <a:pt x="10697" y="5137"/>
                  </a:lnTo>
                  <a:lnTo>
                    <a:pt x="11006" y="5446"/>
                  </a:lnTo>
                  <a:lnTo>
                    <a:pt x="11353" y="5677"/>
                  </a:lnTo>
                  <a:lnTo>
                    <a:pt x="11701" y="5870"/>
                  </a:lnTo>
                  <a:lnTo>
                    <a:pt x="12125" y="5986"/>
                  </a:lnTo>
                  <a:lnTo>
                    <a:pt x="12512" y="6025"/>
                  </a:lnTo>
                  <a:lnTo>
                    <a:pt x="12975" y="5986"/>
                  </a:lnTo>
                  <a:lnTo>
                    <a:pt x="13322" y="5870"/>
                  </a:lnTo>
                  <a:lnTo>
                    <a:pt x="13631" y="5755"/>
                  </a:lnTo>
                  <a:lnTo>
                    <a:pt x="13902" y="5600"/>
                  </a:lnTo>
                  <a:lnTo>
                    <a:pt x="14172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8" y="4712"/>
                  </a:lnTo>
                  <a:lnTo>
                    <a:pt x="14983" y="4442"/>
                  </a:lnTo>
                  <a:lnTo>
                    <a:pt x="14751" y="5253"/>
                  </a:lnTo>
                  <a:lnTo>
                    <a:pt x="14442" y="5986"/>
                  </a:lnTo>
                  <a:lnTo>
                    <a:pt x="14056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1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6" y="10272"/>
                  </a:lnTo>
                  <a:lnTo>
                    <a:pt x="9615" y="10466"/>
                  </a:lnTo>
                  <a:lnTo>
                    <a:pt x="9075" y="10659"/>
                  </a:lnTo>
                  <a:lnTo>
                    <a:pt x="8496" y="10774"/>
                  </a:lnTo>
                  <a:lnTo>
                    <a:pt x="7955" y="10890"/>
                  </a:lnTo>
                  <a:lnTo>
                    <a:pt x="7376" y="10929"/>
                  </a:lnTo>
                  <a:lnTo>
                    <a:pt x="6835" y="10929"/>
                  </a:lnTo>
                  <a:lnTo>
                    <a:pt x="6256" y="10890"/>
                  </a:lnTo>
                  <a:lnTo>
                    <a:pt x="5715" y="10774"/>
                  </a:lnTo>
                  <a:lnTo>
                    <a:pt x="5175" y="10620"/>
                  </a:lnTo>
                  <a:lnTo>
                    <a:pt x="4634" y="10466"/>
                  </a:lnTo>
                  <a:lnTo>
                    <a:pt x="4132" y="10195"/>
                  </a:lnTo>
                  <a:lnTo>
                    <a:pt x="3630" y="9925"/>
                  </a:lnTo>
                  <a:lnTo>
                    <a:pt x="3128" y="9577"/>
                  </a:lnTo>
                  <a:lnTo>
                    <a:pt x="2665" y="9191"/>
                  </a:lnTo>
                  <a:lnTo>
                    <a:pt x="2201" y="8767"/>
                  </a:lnTo>
                  <a:lnTo>
                    <a:pt x="1777" y="8303"/>
                  </a:lnTo>
                  <a:lnTo>
                    <a:pt x="1429" y="7801"/>
                  </a:lnTo>
                  <a:lnTo>
                    <a:pt x="1082" y="7261"/>
                  </a:lnTo>
                  <a:lnTo>
                    <a:pt x="811" y="6720"/>
                  </a:lnTo>
                  <a:lnTo>
                    <a:pt x="618" y="6141"/>
                  </a:lnTo>
                  <a:lnTo>
                    <a:pt x="464" y="5523"/>
                  </a:lnTo>
                  <a:lnTo>
                    <a:pt x="425" y="4905"/>
                  </a:lnTo>
                  <a:lnTo>
                    <a:pt x="464" y="4287"/>
                  </a:lnTo>
                  <a:lnTo>
                    <a:pt x="618" y="3708"/>
                  </a:lnTo>
                  <a:lnTo>
                    <a:pt x="811" y="3129"/>
                  </a:lnTo>
                  <a:lnTo>
                    <a:pt x="1120" y="2588"/>
                  </a:lnTo>
                  <a:lnTo>
                    <a:pt x="1468" y="2086"/>
                  </a:lnTo>
                  <a:lnTo>
                    <a:pt x="1892" y="1661"/>
                  </a:lnTo>
                  <a:lnTo>
                    <a:pt x="2356" y="1275"/>
                  </a:lnTo>
                  <a:lnTo>
                    <a:pt x="2896" y="1005"/>
                  </a:lnTo>
                  <a:lnTo>
                    <a:pt x="3476" y="773"/>
                  </a:lnTo>
                  <a:lnTo>
                    <a:pt x="4055" y="619"/>
                  </a:lnTo>
                  <a:lnTo>
                    <a:pt x="4634" y="542"/>
                  </a:lnTo>
                  <a:close/>
                  <a:moveTo>
                    <a:pt x="16875" y="1"/>
                  </a:moveTo>
                  <a:lnTo>
                    <a:pt x="16682" y="40"/>
                  </a:lnTo>
                  <a:lnTo>
                    <a:pt x="16450" y="155"/>
                  </a:lnTo>
                  <a:lnTo>
                    <a:pt x="16257" y="271"/>
                  </a:lnTo>
                  <a:lnTo>
                    <a:pt x="16103" y="426"/>
                  </a:lnTo>
                  <a:lnTo>
                    <a:pt x="15948" y="580"/>
                  </a:lnTo>
                  <a:lnTo>
                    <a:pt x="15832" y="773"/>
                  </a:lnTo>
                  <a:lnTo>
                    <a:pt x="15717" y="1005"/>
                  </a:lnTo>
                  <a:lnTo>
                    <a:pt x="15601" y="1237"/>
                  </a:lnTo>
                  <a:lnTo>
                    <a:pt x="15485" y="1739"/>
                  </a:lnTo>
                  <a:lnTo>
                    <a:pt x="15446" y="2279"/>
                  </a:lnTo>
                  <a:lnTo>
                    <a:pt x="15485" y="2820"/>
                  </a:lnTo>
                  <a:lnTo>
                    <a:pt x="15369" y="2820"/>
                  </a:lnTo>
                  <a:lnTo>
                    <a:pt x="15330" y="2858"/>
                  </a:lnTo>
                  <a:lnTo>
                    <a:pt x="14906" y="2743"/>
                  </a:lnTo>
                  <a:lnTo>
                    <a:pt x="14442" y="2665"/>
                  </a:lnTo>
                  <a:lnTo>
                    <a:pt x="13979" y="2665"/>
                  </a:lnTo>
                  <a:lnTo>
                    <a:pt x="13516" y="2743"/>
                  </a:lnTo>
                  <a:lnTo>
                    <a:pt x="13168" y="2858"/>
                  </a:lnTo>
                  <a:lnTo>
                    <a:pt x="12975" y="2974"/>
                  </a:lnTo>
                  <a:lnTo>
                    <a:pt x="12782" y="3090"/>
                  </a:lnTo>
                  <a:lnTo>
                    <a:pt x="12627" y="3206"/>
                  </a:lnTo>
                  <a:lnTo>
                    <a:pt x="12512" y="3360"/>
                  </a:lnTo>
                  <a:lnTo>
                    <a:pt x="12396" y="3554"/>
                  </a:lnTo>
                  <a:lnTo>
                    <a:pt x="12396" y="3747"/>
                  </a:lnTo>
                  <a:lnTo>
                    <a:pt x="12396" y="3940"/>
                  </a:lnTo>
                  <a:lnTo>
                    <a:pt x="12473" y="4094"/>
                  </a:lnTo>
                  <a:lnTo>
                    <a:pt x="12627" y="4210"/>
                  </a:lnTo>
                  <a:lnTo>
                    <a:pt x="12782" y="4287"/>
                  </a:lnTo>
                  <a:lnTo>
                    <a:pt x="12975" y="4364"/>
                  </a:lnTo>
                  <a:lnTo>
                    <a:pt x="13168" y="4403"/>
                  </a:lnTo>
                  <a:lnTo>
                    <a:pt x="13516" y="4364"/>
                  </a:lnTo>
                  <a:lnTo>
                    <a:pt x="13863" y="4326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8" y="3824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3" y="4866"/>
                  </a:lnTo>
                  <a:lnTo>
                    <a:pt x="13940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29" y="5446"/>
                  </a:lnTo>
                  <a:lnTo>
                    <a:pt x="12743" y="5523"/>
                  </a:lnTo>
                  <a:lnTo>
                    <a:pt x="12396" y="5523"/>
                  </a:lnTo>
                  <a:lnTo>
                    <a:pt x="12048" y="5446"/>
                  </a:lnTo>
                  <a:lnTo>
                    <a:pt x="11739" y="5330"/>
                  </a:lnTo>
                  <a:lnTo>
                    <a:pt x="11430" y="5137"/>
                  </a:lnTo>
                  <a:lnTo>
                    <a:pt x="11121" y="4905"/>
                  </a:lnTo>
                  <a:lnTo>
                    <a:pt x="10851" y="4635"/>
                  </a:lnTo>
                  <a:lnTo>
                    <a:pt x="10542" y="4210"/>
                  </a:lnTo>
                  <a:lnTo>
                    <a:pt x="10195" y="3785"/>
                  </a:lnTo>
                  <a:lnTo>
                    <a:pt x="9615" y="2936"/>
                  </a:lnTo>
                  <a:lnTo>
                    <a:pt x="9307" y="2511"/>
                  </a:lnTo>
                  <a:lnTo>
                    <a:pt x="8959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6" y="966"/>
                  </a:lnTo>
                  <a:lnTo>
                    <a:pt x="7105" y="657"/>
                  </a:lnTo>
                  <a:lnTo>
                    <a:pt x="6526" y="426"/>
                  </a:lnTo>
                  <a:lnTo>
                    <a:pt x="5947" y="271"/>
                  </a:lnTo>
                  <a:lnTo>
                    <a:pt x="5329" y="155"/>
                  </a:lnTo>
                  <a:lnTo>
                    <a:pt x="4750" y="117"/>
                  </a:lnTo>
                  <a:lnTo>
                    <a:pt x="4132" y="155"/>
                  </a:lnTo>
                  <a:lnTo>
                    <a:pt x="3553" y="271"/>
                  </a:lnTo>
                  <a:lnTo>
                    <a:pt x="3283" y="348"/>
                  </a:lnTo>
                  <a:lnTo>
                    <a:pt x="2935" y="464"/>
                  </a:lnTo>
                  <a:lnTo>
                    <a:pt x="2588" y="619"/>
                  </a:lnTo>
                  <a:lnTo>
                    <a:pt x="2279" y="812"/>
                  </a:lnTo>
                  <a:lnTo>
                    <a:pt x="1931" y="1005"/>
                  </a:lnTo>
                  <a:lnTo>
                    <a:pt x="1661" y="1275"/>
                  </a:lnTo>
                  <a:lnTo>
                    <a:pt x="1352" y="1546"/>
                  </a:lnTo>
                  <a:lnTo>
                    <a:pt x="1082" y="1854"/>
                  </a:lnTo>
                  <a:lnTo>
                    <a:pt x="850" y="2163"/>
                  </a:lnTo>
                  <a:lnTo>
                    <a:pt x="541" y="2665"/>
                  </a:lnTo>
                  <a:lnTo>
                    <a:pt x="309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0" y="4712"/>
                  </a:lnTo>
                  <a:lnTo>
                    <a:pt x="39" y="5214"/>
                  </a:lnTo>
                  <a:lnTo>
                    <a:pt x="78" y="5716"/>
                  </a:lnTo>
                  <a:lnTo>
                    <a:pt x="193" y="6218"/>
                  </a:lnTo>
                  <a:lnTo>
                    <a:pt x="386" y="6720"/>
                  </a:lnTo>
                  <a:lnTo>
                    <a:pt x="580" y="7222"/>
                  </a:lnTo>
                  <a:lnTo>
                    <a:pt x="811" y="7685"/>
                  </a:lnTo>
                  <a:lnTo>
                    <a:pt x="1082" y="8110"/>
                  </a:lnTo>
                  <a:lnTo>
                    <a:pt x="1429" y="8573"/>
                  </a:lnTo>
                  <a:lnTo>
                    <a:pt x="1777" y="8960"/>
                  </a:lnTo>
                  <a:lnTo>
                    <a:pt x="2124" y="9384"/>
                  </a:lnTo>
                  <a:lnTo>
                    <a:pt x="2549" y="9732"/>
                  </a:lnTo>
                  <a:lnTo>
                    <a:pt x="3090" y="10157"/>
                  </a:lnTo>
                  <a:lnTo>
                    <a:pt x="3630" y="10504"/>
                  </a:lnTo>
                  <a:lnTo>
                    <a:pt x="4209" y="10774"/>
                  </a:lnTo>
                  <a:lnTo>
                    <a:pt x="4789" y="11045"/>
                  </a:lnTo>
                  <a:lnTo>
                    <a:pt x="5406" y="11199"/>
                  </a:lnTo>
                  <a:lnTo>
                    <a:pt x="6024" y="11354"/>
                  </a:lnTo>
                  <a:lnTo>
                    <a:pt x="6642" y="11392"/>
                  </a:lnTo>
                  <a:lnTo>
                    <a:pt x="7260" y="11431"/>
                  </a:lnTo>
                  <a:lnTo>
                    <a:pt x="7337" y="11585"/>
                  </a:lnTo>
                  <a:lnTo>
                    <a:pt x="7646" y="11392"/>
                  </a:lnTo>
                  <a:lnTo>
                    <a:pt x="8457" y="11315"/>
                  </a:lnTo>
                  <a:lnTo>
                    <a:pt x="9268" y="11122"/>
                  </a:lnTo>
                  <a:lnTo>
                    <a:pt x="10079" y="10813"/>
                  </a:lnTo>
                  <a:lnTo>
                    <a:pt x="10851" y="10466"/>
                  </a:lnTo>
                  <a:lnTo>
                    <a:pt x="11546" y="10041"/>
                  </a:lnTo>
                  <a:lnTo>
                    <a:pt x="12164" y="9577"/>
                  </a:lnTo>
                  <a:lnTo>
                    <a:pt x="12434" y="9384"/>
                  </a:lnTo>
                  <a:lnTo>
                    <a:pt x="13052" y="8805"/>
                  </a:lnTo>
                  <a:lnTo>
                    <a:pt x="13631" y="8187"/>
                  </a:lnTo>
                  <a:lnTo>
                    <a:pt x="14133" y="7492"/>
                  </a:lnTo>
                  <a:lnTo>
                    <a:pt x="14597" y="6797"/>
                  </a:lnTo>
                  <a:lnTo>
                    <a:pt x="14944" y="6025"/>
                  </a:lnTo>
                  <a:lnTo>
                    <a:pt x="15099" y="5639"/>
                  </a:lnTo>
                  <a:lnTo>
                    <a:pt x="15253" y="5214"/>
                  </a:lnTo>
                  <a:lnTo>
                    <a:pt x="15330" y="4828"/>
                  </a:lnTo>
                  <a:lnTo>
                    <a:pt x="15408" y="4403"/>
                  </a:lnTo>
                  <a:lnTo>
                    <a:pt x="15485" y="4017"/>
                  </a:lnTo>
                  <a:lnTo>
                    <a:pt x="15485" y="3592"/>
                  </a:lnTo>
                  <a:lnTo>
                    <a:pt x="15678" y="4056"/>
                  </a:lnTo>
                  <a:lnTo>
                    <a:pt x="15948" y="4480"/>
                  </a:lnTo>
                  <a:lnTo>
                    <a:pt x="16257" y="4866"/>
                  </a:lnTo>
                  <a:lnTo>
                    <a:pt x="16605" y="5214"/>
                  </a:lnTo>
                  <a:lnTo>
                    <a:pt x="16759" y="5368"/>
                  </a:lnTo>
                  <a:lnTo>
                    <a:pt x="16991" y="5484"/>
                  </a:lnTo>
                  <a:lnTo>
                    <a:pt x="17184" y="5561"/>
                  </a:lnTo>
                  <a:lnTo>
                    <a:pt x="17416" y="5639"/>
                  </a:lnTo>
                  <a:lnTo>
                    <a:pt x="17609" y="5677"/>
                  </a:lnTo>
                  <a:lnTo>
                    <a:pt x="17840" y="5639"/>
                  </a:lnTo>
                  <a:lnTo>
                    <a:pt x="18033" y="5523"/>
                  </a:lnTo>
                  <a:lnTo>
                    <a:pt x="18188" y="5330"/>
                  </a:lnTo>
                  <a:lnTo>
                    <a:pt x="18304" y="5137"/>
                  </a:lnTo>
                  <a:lnTo>
                    <a:pt x="18342" y="4944"/>
                  </a:lnTo>
                  <a:lnTo>
                    <a:pt x="18304" y="4712"/>
                  </a:lnTo>
                  <a:lnTo>
                    <a:pt x="18265" y="4519"/>
                  </a:lnTo>
                  <a:lnTo>
                    <a:pt x="18188" y="4287"/>
                  </a:lnTo>
                  <a:lnTo>
                    <a:pt x="18072" y="4133"/>
                  </a:lnTo>
                  <a:lnTo>
                    <a:pt x="17956" y="3940"/>
                  </a:lnTo>
                  <a:lnTo>
                    <a:pt x="17802" y="3785"/>
                  </a:lnTo>
                  <a:lnTo>
                    <a:pt x="17647" y="3631"/>
                  </a:lnTo>
                  <a:lnTo>
                    <a:pt x="17416" y="3476"/>
                  </a:lnTo>
                  <a:lnTo>
                    <a:pt x="16952" y="3245"/>
                  </a:lnTo>
                  <a:lnTo>
                    <a:pt x="16489" y="3052"/>
                  </a:lnTo>
                  <a:lnTo>
                    <a:pt x="15987" y="2936"/>
                  </a:lnTo>
                  <a:lnTo>
                    <a:pt x="16412" y="2781"/>
                  </a:lnTo>
                  <a:lnTo>
                    <a:pt x="16836" y="2511"/>
                  </a:lnTo>
                  <a:lnTo>
                    <a:pt x="17184" y="2202"/>
                  </a:lnTo>
                  <a:lnTo>
                    <a:pt x="17493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3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0" y="194"/>
                  </a:lnTo>
                  <a:lnTo>
                    <a:pt x="17454" y="117"/>
                  </a:lnTo>
                  <a:lnTo>
                    <a:pt x="17338" y="40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11"/>
            <p:cNvSpPr/>
            <p:nvPr/>
          </p:nvSpPr>
          <p:spPr>
            <a:xfrm>
              <a:off x="5978200" y="1074925"/>
              <a:ext cx="144850" cy="162200"/>
            </a:xfrm>
            <a:custGeom>
              <a:avLst/>
              <a:gdLst/>
              <a:ahLst/>
              <a:cxnLst/>
              <a:rect l="l" t="t" r="r" b="b"/>
              <a:pathLst>
                <a:path w="5794" h="6488" extrusionOk="0">
                  <a:moveTo>
                    <a:pt x="2241" y="425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7" y="734"/>
                  </a:lnTo>
                  <a:lnTo>
                    <a:pt x="4171" y="1004"/>
                  </a:lnTo>
                  <a:lnTo>
                    <a:pt x="4558" y="1313"/>
                  </a:lnTo>
                  <a:lnTo>
                    <a:pt x="4751" y="1506"/>
                  </a:lnTo>
                  <a:lnTo>
                    <a:pt x="4905" y="1738"/>
                  </a:lnTo>
                  <a:lnTo>
                    <a:pt x="5021" y="1931"/>
                  </a:lnTo>
                  <a:lnTo>
                    <a:pt x="5137" y="2163"/>
                  </a:lnTo>
                  <a:lnTo>
                    <a:pt x="5214" y="2433"/>
                  </a:lnTo>
                  <a:lnTo>
                    <a:pt x="5291" y="2703"/>
                  </a:lnTo>
                  <a:lnTo>
                    <a:pt x="5330" y="3167"/>
                  </a:lnTo>
                  <a:lnTo>
                    <a:pt x="5330" y="3630"/>
                  </a:lnTo>
                  <a:lnTo>
                    <a:pt x="5214" y="4132"/>
                  </a:lnTo>
                  <a:lnTo>
                    <a:pt x="5021" y="4557"/>
                  </a:lnTo>
                  <a:lnTo>
                    <a:pt x="4789" y="4982"/>
                  </a:lnTo>
                  <a:lnTo>
                    <a:pt x="4480" y="5329"/>
                  </a:lnTo>
                  <a:lnTo>
                    <a:pt x="4287" y="5484"/>
                  </a:lnTo>
                  <a:lnTo>
                    <a:pt x="4094" y="5638"/>
                  </a:lnTo>
                  <a:lnTo>
                    <a:pt x="3901" y="5754"/>
                  </a:lnTo>
                  <a:lnTo>
                    <a:pt x="3669" y="5831"/>
                  </a:lnTo>
                  <a:lnTo>
                    <a:pt x="3360" y="5947"/>
                  </a:lnTo>
                  <a:lnTo>
                    <a:pt x="3090" y="5986"/>
                  </a:lnTo>
                  <a:lnTo>
                    <a:pt x="2820" y="6024"/>
                  </a:lnTo>
                  <a:lnTo>
                    <a:pt x="2550" y="5986"/>
                  </a:lnTo>
                  <a:lnTo>
                    <a:pt x="2279" y="5947"/>
                  </a:lnTo>
                  <a:lnTo>
                    <a:pt x="2048" y="5870"/>
                  </a:lnTo>
                  <a:lnTo>
                    <a:pt x="1855" y="5754"/>
                  </a:lnTo>
                  <a:lnTo>
                    <a:pt x="1623" y="5638"/>
                  </a:lnTo>
                  <a:lnTo>
                    <a:pt x="1430" y="5484"/>
                  </a:lnTo>
                  <a:lnTo>
                    <a:pt x="1275" y="5291"/>
                  </a:lnTo>
                  <a:lnTo>
                    <a:pt x="1082" y="5097"/>
                  </a:lnTo>
                  <a:lnTo>
                    <a:pt x="966" y="4904"/>
                  </a:lnTo>
                  <a:lnTo>
                    <a:pt x="696" y="4441"/>
                  </a:lnTo>
                  <a:lnTo>
                    <a:pt x="542" y="3900"/>
                  </a:lnTo>
                  <a:lnTo>
                    <a:pt x="426" y="3398"/>
                  </a:lnTo>
                  <a:lnTo>
                    <a:pt x="426" y="2858"/>
                  </a:lnTo>
                  <a:lnTo>
                    <a:pt x="503" y="2317"/>
                  </a:lnTo>
                  <a:lnTo>
                    <a:pt x="542" y="2047"/>
                  </a:lnTo>
                  <a:lnTo>
                    <a:pt x="657" y="1815"/>
                  </a:lnTo>
                  <a:lnTo>
                    <a:pt x="735" y="1584"/>
                  </a:lnTo>
                  <a:lnTo>
                    <a:pt x="889" y="1352"/>
                  </a:lnTo>
                  <a:lnTo>
                    <a:pt x="1044" y="1159"/>
                  </a:lnTo>
                  <a:lnTo>
                    <a:pt x="1237" y="1004"/>
                  </a:lnTo>
                  <a:lnTo>
                    <a:pt x="1430" y="811"/>
                  </a:lnTo>
                  <a:lnTo>
                    <a:pt x="1661" y="695"/>
                  </a:lnTo>
                  <a:lnTo>
                    <a:pt x="1893" y="580"/>
                  </a:lnTo>
                  <a:lnTo>
                    <a:pt x="2202" y="502"/>
                  </a:lnTo>
                  <a:lnTo>
                    <a:pt x="2241" y="464"/>
                  </a:lnTo>
                  <a:lnTo>
                    <a:pt x="2241" y="425"/>
                  </a:lnTo>
                  <a:close/>
                  <a:moveTo>
                    <a:pt x="2279" y="0"/>
                  </a:moveTo>
                  <a:lnTo>
                    <a:pt x="1970" y="39"/>
                  </a:lnTo>
                  <a:lnTo>
                    <a:pt x="1893" y="78"/>
                  </a:lnTo>
                  <a:lnTo>
                    <a:pt x="1816" y="116"/>
                  </a:lnTo>
                  <a:lnTo>
                    <a:pt x="1816" y="193"/>
                  </a:lnTo>
                  <a:lnTo>
                    <a:pt x="1816" y="271"/>
                  </a:lnTo>
                  <a:lnTo>
                    <a:pt x="1507" y="348"/>
                  </a:lnTo>
                  <a:lnTo>
                    <a:pt x="1275" y="464"/>
                  </a:lnTo>
                  <a:lnTo>
                    <a:pt x="1044" y="618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7"/>
                  </a:lnTo>
                  <a:lnTo>
                    <a:pt x="349" y="1429"/>
                  </a:lnTo>
                  <a:lnTo>
                    <a:pt x="233" y="1661"/>
                  </a:lnTo>
                  <a:lnTo>
                    <a:pt x="117" y="1931"/>
                  </a:lnTo>
                  <a:lnTo>
                    <a:pt x="78" y="2201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0"/>
                  </a:lnTo>
                  <a:lnTo>
                    <a:pt x="271" y="4518"/>
                  </a:lnTo>
                  <a:lnTo>
                    <a:pt x="387" y="4827"/>
                  </a:lnTo>
                  <a:lnTo>
                    <a:pt x="542" y="5097"/>
                  </a:lnTo>
                  <a:lnTo>
                    <a:pt x="696" y="5329"/>
                  </a:lnTo>
                  <a:lnTo>
                    <a:pt x="851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0"/>
                  </a:lnTo>
                  <a:lnTo>
                    <a:pt x="1739" y="6256"/>
                  </a:lnTo>
                  <a:lnTo>
                    <a:pt x="2009" y="6372"/>
                  </a:lnTo>
                  <a:lnTo>
                    <a:pt x="2279" y="6449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49"/>
                  </a:lnTo>
                  <a:lnTo>
                    <a:pt x="3554" y="6372"/>
                  </a:lnTo>
                  <a:lnTo>
                    <a:pt x="3862" y="6256"/>
                  </a:lnTo>
                  <a:lnTo>
                    <a:pt x="4133" y="6140"/>
                  </a:lnTo>
                  <a:lnTo>
                    <a:pt x="4403" y="5986"/>
                  </a:lnTo>
                  <a:lnTo>
                    <a:pt x="4635" y="5793"/>
                  </a:lnTo>
                  <a:lnTo>
                    <a:pt x="4866" y="5599"/>
                  </a:lnTo>
                  <a:lnTo>
                    <a:pt x="5060" y="5368"/>
                  </a:lnTo>
                  <a:lnTo>
                    <a:pt x="5214" y="5136"/>
                  </a:lnTo>
                  <a:lnTo>
                    <a:pt x="5368" y="4866"/>
                  </a:lnTo>
                  <a:lnTo>
                    <a:pt x="5523" y="4634"/>
                  </a:lnTo>
                  <a:lnTo>
                    <a:pt x="5639" y="4325"/>
                  </a:lnTo>
                  <a:lnTo>
                    <a:pt x="5716" y="4055"/>
                  </a:lnTo>
                  <a:lnTo>
                    <a:pt x="5755" y="3746"/>
                  </a:lnTo>
                  <a:lnTo>
                    <a:pt x="5793" y="3437"/>
                  </a:lnTo>
                  <a:lnTo>
                    <a:pt x="5793" y="3128"/>
                  </a:lnTo>
                  <a:lnTo>
                    <a:pt x="5793" y="2858"/>
                  </a:lnTo>
                  <a:lnTo>
                    <a:pt x="5716" y="2549"/>
                  </a:lnTo>
                  <a:lnTo>
                    <a:pt x="5639" y="2240"/>
                  </a:lnTo>
                  <a:lnTo>
                    <a:pt x="5523" y="1931"/>
                  </a:lnTo>
                  <a:lnTo>
                    <a:pt x="5368" y="1661"/>
                  </a:lnTo>
                  <a:lnTo>
                    <a:pt x="5214" y="1390"/>
                  </a:lnTo>
                  <a:lnTo>
                    <a:pt x="5021" y="1159"/>
                  </a:lnTo>
                  <a:lnTo>
                    <a:pt x="4828" y="927"/>
                  </a:lnTo>
                  <a:lnTo>
                    <a:pt x="4596" y="734"/>
                  </a:lnTo>
                  <a:lnTo>
                    <a:pt x="4326" y="541"/>
                  </a:lnTo>
                  <a:lnTo>
                    <a:pt x="4094" y="386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11"/>
            <p:cNvSpPr/>
            <p:nvPr/>
          </p:nvSpPr>
          <p:spPr>
            <a:xfrm>
              <a:off x="5341075" y="109905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2" y="2742"/>
                  </a:lnTo>
                  <a:lnTo>
                    <a:pt x="966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11"/>
            <p:cNvSpPr/>
            <p:nvPr/>
          </p:nvSpPr>
          <p:spPr>
            <a:xfrm>
              <a:off x="695700" y="1106775"/>
              <a:ext cx="102350" cy="132275"/>
            </a:xfrm>
            <a:custGeom>
              <a:avLst/>
              <a:gdLst/>
              <a:ahLst/>
              <a:cxnLst/>
              <a:rect l="l" t="t" r="r" b="b"/>
              <a:pathLst>
                <a:path w="4094" h="5291" extrusionOk="0">
                  <a:moveTo>
                    <a:pt x="2279" y="1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4" y="1893"/>
                  </a:lnTo>
                  <a:lnTo>
                    <a:pt x="116" y="2279"/>
                  </a:lnTo>
                  <a:lnTo>
                    <a:pt x="39" y="2665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1"/>
                  </a:lnTo>
                  <a:lnTo>
                    <a:pt x="425" y="5291"/>
                  </a:lnTo>
                  <a:lnTo>
                    <a:pt x="464" y="4750"/>
                  </a:lnTo>
                  <a:lnTo>
                    <a:pt x="464" y="4210"/>
                  </a:lnTo>
                  <a:lnTo>
                    <a:pt x="464" y="3630"/>
                  </a:lnTo>
                  <a:lnTo>
                    <a:pt x="464" y="3090"/>
                  </a:lnTo>
                  <a:lnTo>
                    <a:pt x="541" y="2549"/>
                  </a:lnTo>
                  <a:lnTo>
                    <a:pt x="657" y="2047"/>
                  </a:lnTo>
                  <a:lnTo>
                    <a:pt x="773" y="1816"/>
                  </a:lnTo>
                  <a:lnTo>
                    <a:pt x="889" y="1545"/>
                  </a:lnTo>
                  <a:lnTo>
                    <a:pt x="1043" y="1352"/>
                  </a:lnTo>
                  <a:lnTo>
                    <a:pt x="1198" y="1120"/>
                  </a:lnTo>
                  <a:lnTo>
                    <a:pt x="1391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80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4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2" y="1391"/>
                  </a:lnTo>
                  <a:lnTo>
                    <a:pt x="3669" y="1661"/>
                  </a:lnTo>
                  <a:lnTo>
                    <a:pt x="4094" y="1545"/>
                  </a:lnTo>
                  <a:lnTo>
                    <a:pt x="3978" y="1159"/>
                  </a:lnTo>
                  <a:lnTo>
                    <a:pt x="3823" y="812"/>
                  </a:lnTo>
                  <a:lnTo>
                    <a:pt x="3630" y="503"/>
                  </a:lnTo>
                  <a:lnTo>
                    <a:pt x="3399" y="271"/>
                  </a:lnTo>
                  <a:lnTo>
                    <a:pt x="3244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11"/>
            <p:cNvSpPr/>
            <p:nvPr/>
          </p:nvSpPr>
          <p:spPr>
            <a:xfrm>
              <a:off x="560550" y="1107750"/>
              <a:ext cx="437325" cy="302175"/>
            </a:xfrm>
            <a:custGeom>
              <a:avLst/>
              <a:gdLst/>
              <a:ahLst/>
              <a:cxnLst/>
              <a:rect l="l" t="t" r="r" b="b"/>
              <a:pathLst>
                <a:path w="17493" h="12087" extrusionOk="0">
                  <a:moveTo>
                    <a:pt x="11971" y="502"/>
                  </a:moveTo>
                  <a:lnTo>
                    <a:pt x="12087" y="541"/>
                  </a:lnTo>
                  <a:lnTo>
                    <a:pt x="12203" y="579"/>
                  </a:lnTo>
                  <a:lnTo>
                    <a:pt x="12280" y="657"/>
                  </a:lnTo>
                  <a:lnTo>
                    <a:pt x="12627" y="888"/>
                  </a:lnTo>
                  <a:lnTo>
                    <a:pt x="12898" y="1159"/>
                  </a:lnTo>
                  <a:lnTo>
                    <a:pt x="13129" y="1506"/>
                  </a:lnTo>
                  <a:lnTo>
                    <a:pt x="13322" y="1854"/>
                  </a:lnTo>
                  <a:lnTo>
                    <a:pt x="13477" y="2278"/>
                  </a:lnTo>
                  <a:lnTo>
                    <a:pt x="13593" y="2665"/>
                  </a:lnTo>
                  <a:lnTo>
                    <a:pt x="13824" y="3437"/>
                  </a:lnTo>
                  <a:lnTo>
                    <a:pt x="13824" y="3437"/>
                  </a:lnTo>
                  <a:lnTo>
                    <a:pt x="13091" y="3012"/>
                  </a:lnTo>
                  <a:lnTo>
                    <a:pt x="12705" y="2780"/>
                  </a:lnTo>
                  <a:lnTo>
                    <a:pt x="12357" y="2510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2" y="1738"/>
                  </a:lnTo>
                  <a:lnTo>
                    <a:pt x="11508" y="1429"/>
                  </a:lnTo>
                  <a:lnTo>
                    <a:pt x="11430" y="1081"/>
                  </a:lnTo>
                  <a:lnTo>
                    <a:pt x="11662" y="734"/>
                  </a:lnTo>
                  <a:lnTo>
                    <a:pt x="11739" y="618"/>
                  </a:lnTo>
                  <a:lnTo>
                    <a:pt x="11855" y="541"/>
                  </a:lnTo>
                  <a:lnTo>
                    <a:pt x="11971" y="502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89" y="1738"/>
                  </a:lnTo>
                  <a:lnTo>
                    <a:pt x="16566" y="1854"/>
                  </a:lnTo>
                  <a:lnTo>
                    <a:pt x="16605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5" y="2510"/>
                  </a:lnTo>
                  <a:lnTo>
                    <a:pt x="16528" y="2665"/>
                  </a:lnTo>
                  <a:lnTo>
                    <a:pt x="16412" y="2819"/>
                  </a:lnTo>
                  <a:lnTo>
                    <a:pt x="16296" y="2974"/>
                  </a:lnTo>
                  <a:lnTo>
                    <a:pt x="15948" y="3205"/>
                  </a:lnTo>
                  <a:lnTo>
                    <a:pt x="15524" y="3398"/>
                  </a:lnTo>
                  <a:lnTo>
                    <a:pt x="15137" y="3553"/>
                  </a:lnTo>
                  <a:lnTo>
                    <a:pt x="14713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6"/>
                  </a:lnTo>
                  <a:lnTo>
                    <a:pt x="15060" y="2278"/>
                  </a:lnTo>
                  <a:lnTo>
                    <a:pt x="15408" y="1970"/>
                  </a:lnTo>
                  <a:lnTo>
                    <a:pt x="15639" y="1815"/>
                  </a:lnTo>
                  <a:lnTo>
                    <a:pt x="15871" y="1699"/>
                  </a:lnTo>
                  <a:lnTo>
                    <a:pt x="16103" y="1622"/>
                  </a:lnTo>
                  <a:close/>
                  <a:moveTo>
                    <a:pt x="13824" y="4286"/>
                  </a:moveTo>
                  <a:lnTo>
                    <a:pt x="13670" y="4557"/>
                  </a:lnTo>
                  <a:lnTo>
                    <a:pt x="13477" y="4788"/>
                  </a:lnTo>
                  <a:lnTo>
                    <a:pt x="13245" y="5020"/>
                  </a:lnTo>
                  <a:lnTo>
                    <a:pt x="13014" y="5252"/>
                  </a:lnTo>
                  <a:lnTo>
                    <a:pt x="12666" y="5484"/>
                  </a:lnTo>
                  <a:lnTo>
                    <a:pt x="12125" y="5792"/>
                  </a:lnTo>
                  <a:lnTo>
                    <a:pt x="11855" y="5908"/>
                  </a:lnTo>
                  <a:lnTo>
                    <a:pt x="11623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4" y="5870"/>
                  </a:lnTo>
                  <a:lnTo>
                    <a:pt x="10967" y="5792"/>
                  </a:lnTo>
                  <a:lnTo>
                    <a:pt x="10928" y="5715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7" y="5290"/>
                  </a:lnTo>
                  <a:lnTo>
                    <a:pt x="11121" y="5097"/>
                  </a:lnTo>
                  <a:lnTo>
                    <a:pt x="11276" y="4943"/>
                  </a:lnTo>
                  <a:lnTo>
                    <a:pt x="11546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7" y="4480"/>
                  </a:lnTo>
                  <a:lnTo>
                    <a:pt x="13245" y="4402"/>
                  </a:lnTo>
                  <a:lnTo>
                    <a:pt x="13554" y="4364"/>
                  </a:lnTo>
                  <a:lnTo>
                    <a:pt x="13824" y="4286"/>
                  </a:lnTo>
                  <a:close/>
                  <a:moveTo>
                    <a:pt x="14404" y="4248"/>
                  </a:moveTo>
                  <a:lnTo>
                    <a:pt x="15060" y="4595"/>
                  </a:lnTo>
                  <a:lnTo>
                    <a:pt x="15408" y="4788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1" y="5368"/>
                  </a:lnTo>
                  <a:lnTo>
                    <a:pt x="16412" y="5677"/>
                  </a:lnTo>
                  <a:lnTo>
                    <a:pt x="16643" y="6024"/>
                  </a:lnTo>
                  <a:lnTo>
                    <a:pt x="16875" y="6333"/>
                  </a:lnTo>
                  <a:lnTo>
                    <a:pt x="16991" y="6681"/>
                  </a:lnTo>
                  <a:lnTo>
                    <a:pt x="16991" y="6835"/>
                  </a:lnTo>
                  <a:lnTo>
                    <a:pt x="16991" y="6990"/>
                  </a:lnTo>
                  <a:lnTo>
                    <a:pt x="16952" y="7105"/>
                  </a:lnTo>
                  <a:lnTo>
                    <a:pt x="16836" y="7221"/>
                  </a:lnTo>
                  <a:lnTo>
                    <a:pt x="16759" y="7298"/>
                  </a:lnTo>
                  <a:lnTo>
                    <a:pt x="16643" y="7337"/>
                  </a:lnTo>
                  <a:lnTo>
                    <a:pt x="16373" y="7337"/>
                  </a:lnTo>
                  <a:lnTo>
                    <a:pt x="16141" y="7221"/>
                  </a:lnTo>
                  <a:lnTo>
                    <a:pt x="15871" y="7028"/>
                  </a:lnTo>
                  <a:lnTo>
                    <a:pt x="15601" y="6835"/>
                  </a:lnTo>
                  <a:lnTo>
                    <a:pt x="15369" y="6565"/>
                  </a:lnTo>
                  <a:lnTo>
                    <a:pt x="15060" y="6179"/>
                  </a:lnTo>
                  <a:lnTo>
                    <a:pt x="14828" y="5715"/>
                  </a:lnTo>
                  <a:lnTo>
                    <a:pt x="14635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5" y="0"/>
                  </a:moveTo>
                  <a:lnTo>
                    <a:pt x="11585" y="77"/>
                  </a:lnTo>
                  <a:lnTo>
                    <a:pt x="11469" y="116"/>
                  </a:lnTo>
                  <a:lnTo>
                    <a:pt x="11353" y="232"/>
                  </a:lnTo>
                  <a:lnTo>
                    <a:pt x="11160" y="425"/>
                  </a:lnTo>
                  <a:lnTo>
                    <a:pt x="11006" y="618"/>
                  </a:lnTo>
                  <a:lnTo>
                    <a:pt x="10928" y="811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67" y="1468"/>
                  </a:lnTo>
                  <a:lnTo>
                    <a:pt x="11083" y="1699"/>
                  </a:lnTo>
                  <a:lnTo>
                    <a:pt x="11199" y="1892"/>
                  </a:lnTo>
                  <a:lnTo>
                    <a:pt x="11546" y="2317"/>
                  </a:lnTo>
                  <a:lnTo>
                    <a:pt x="11932" y="2742"/>
                  </a:lnTo>
                  <a:lnTo>
                    <a:pt x="12396" y="3089"/>
                  </a:lnTo>
                  <a:lnTo>
                    <a:pt x="12859" y="3437"/>
                  </a:lnTo>
                  <a:lnTo>
                    <a:pt x="12048" y="3321"/>
                  </a:lnTo>
                  <a:lnTo>
                    <a:pt x="11199" y="3282"/>
                  </a:lnTo>
                  <a:lnTo>
                    <a:pt x="10388" y="3360"/>
                  </a:lnTo>
                  <a:lnTo>
                    <a:pt x="9615" y="3476"/>
                  </a:lnTo>
                  <a:lnTo>
                    <a:pt x="9654" y="3012"/>
                  </a:lnTo>
                  <a:lnTo>
                    <a:pt x="9654" y="2510"/>
                  </a:lnTo>
                  <a:lnTo>
                    <a:pt x="9615" y="2008"/>
                  </a:lnTo>
                  <a:lnTo>
                    <a:pt x="9500" y="1506"/>
                  </a:lnTo>
                  <a:lnTo>
                    <a:pt x="9075" y="1622"/>
                  </a:lnTo>
                  <a:lnTo>
                    <a:pt x="9152" y="2085"/>
                  </a:lnTo>
                  <a:lnTo>
                    <a:pt x="9152" y="2587"/>
                  </a:lnTo>
                  <a:lnTo>
                    <a:pt x="9113" y="3089"/>
                  </a:lnTo>
                  <a:lnTo>
                    <a:pt x="9075" y="3514"/>
                  </a:lnTo>
                  <a:lnTo>
                    <a:pt x="9075" y="3630"/>
                  </a:lnTo>
                  <a:lnTo>
                    <a:pt x="8225" y="3900"/>
                  </a:lnTo>
                  <a:lnTo>
                    <a:pt x="7414" y="4286"/>
                  </a:lnTo>
                  <a:lnTo>
                    <a:pt x="6604" y="4711"/>
                  </a:lnTo>
                  <a:lnTo>
                    <a:pt x="5831" y="5252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6" y="6217"/>
                  </a:lnTo>
                  <a:lnTo>
                    <a:pt x="3823" y="6951"/>
                  </a:lnTo>
                  <a:lnTo>
                    <a:pt x="3090" y="7685"/>
                  </a:lnTo>
                  <a:lnTo>
                    <a:pt x="2394" y="8495"/>
                  </a:lnTo>
                  <a:lnTo>
                    <a:pt x="1738" y="9306"/>
                  </a:lnTo>
                  <a:lnTo>
                    <a:pt x="1082" y="10156"/>
                  </a:lnTo>
                  <a:lnTo>
                    <a:pt x="502" y="10967"/>
                  </a:lnTo>
                  <a:lnTo>
                    <a:pt x="0" y="11816"/>
                  </a:lnTo>
                  <a:lnTo>
                    <a:pt x="309" y="12087"/>
                  </a:lnTo>
                  <a:lnTo>
                    <a:pt x="1545" y="10503"/>
                  </a:lnTo>
                  <a:lnTo>
                    <a:pt x="2742" y="8959"/>
                  </a:lnTo>
                  <a:lnTo>
                    <a:pt x="3360" y="8225"/>
                  </a:lnTo>
                  <a:lnTo>
                    <a:pt x="4016" y="7491"/>
                  </a:lnTo>
                  <a:lnTo>
                    <a:pt x="4711" y="6835"/>
                  </a:lnTo>
                  <a:lnTo>
                    <a:pt x="5484" y="6179"/>
                  </a:lnTo>
                  <a:lnTo>
                    <a:pt x="6256" y="5599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7" y="4441"/>
                  </a:lnTo>
                  <a:lnTo>
                    <a:pt x="8920" y="4248"/>
                  </a:lnTo>
                  <a:lnTo>
                    <a:pt x="9422" y="4132"/>
                  </a:lnTo>
                  <a:lnTo>
                    <a:pt x="9886" y="4016"/>
                  </a:lnTo>
                  <a:lnTo>
                    <a:pt x="10388" y="3939"/>
                  </a:lnTo>
                  <a:lnTo>
                    <a:pt x="10851" y="3862"/>
                  </a:lnTo>
                  <a:lnTo>
                    <a:pt x="11353" y="3823"/>
                  </a:lnTo>
                  <a:lnTo>
                    <a:pt x="11855" y="3823"/>
                  </a:lnTo>
                  <a:lnTo>
                    <a:pt x="12357" y="3862"/>
                  </a:lnTo>
                  <a:lnTo>
                    <a:pt x="12821" y="3939"/>
                  </a:lnTo>
                  <a:lnTo>
                    <a:pt x="12319" y="4016"/>
                  </a:lnTo>
                  <a:lnTo>
                    <a:pt x="11855" y="4132"/>
                  </a:lnTo>
                  <a:lnTo>
                    <a:pt x="11392" y="4286"/>
                  </a:lnTo>
                  <a:lnTo>
                    <a:pt x="11199" y="4402"/>
                  </a:lnTo>
                  <a:lnTo>
                    <a:pt x="11006" y="4557"/>
                  </a:lnTo>
                  <a:lnTo>
                    <a:pt x="10813" y="4711"/>
                  </a:lnTo>
                  <a:lnTo>
                    <a:pt x="10697" y="4866"/>
                  </a:lnTo>
                  <a:lnTo>
                    <a:pt x="10542" y="5059"/>
                  </a:lnTo>
                  <a:lnTo>
                    <a:pt x="10465" y="5290"/>
                  </a:lnTo>
                  <a:lnTo>
                    <a:pt x="10388" y="5522"/>
                  </a:lnTo>
                  <a:lnTo>
                    <a:pt x="10388" y="5754"/>
                  </a:lnTo>
                  <a:lnTo>
                    <a:pt x="10426" y="5947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3"/>
                  </a:lnTo>
                  <a:lnTo>
                    <a:pt x="11006" y="6410"/>
                  </a:lnTo>
                  <a:lnTo>
                    <a:pt x="11276" y="6449"/>
                  </a:lnTo>
                  <a:lnTo>
                    <a:pt x="11585" y="6410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2"/>
                  </a:lnTo>
                  <a:lnTo>
                    <a:pt x="13422" y="5533"/>
                  </a:lnTo>
                  <a:lnTo>
                    <a:pt x="13422" y="5533"/>
                  </a:lnTo>
                  <a:lnTo>
                    <a:pt x="13786" y="5715"/>
                  </a:lnTo>
                  <a:lnTo>
                    <a:pt x="14056" y="4866"/>
                  </a:lnTo>
                  <a:lnTo>
                    <a:pt x="14211" y="5406"/>
                  </a:lnTo>
                  <a:lnTo>
                    <a:pt x="14404" y="5908"/>
                  </a:lnTo>
                  <a:lnTo>
                    <a:pt x="14674" y="6410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8" y="7298"/>
                  </a:lnTo>
                  <a:lnTo>
                    <a:pt x="15678" y="7491"/>
                  </a:lnTo>
                  <a:lnTo>
                    <a:pt x="15987" y="7685"/>
                  </a:lnTo>
                  <a:lnTo>
                    <a:pt x="16296" y="7800"/>
                  </a:lnTo>
                  <a:lnTo>
                    <a:pt x="16605" y="7878"/>
                  </a:lnTo>
                  <a:lnTo>
                    <a:pt x="16875" y="7878"/>
                  </a:lnTo>
                  <a:lnTo>
                    <a:pt x="17030" y="7800"/>
                  </a:lnTo>
                  <a:lnTo>
                    <a:pt x="17184" y="7723"/>
                  </a:lnTo>
                  <a:lnTo>
                    <a:pt x="17300" y="7646"/>
                  </a:lnTo>
                  <a:lnTo>
                    <a:pt x="17377" y="7530"/>
                  </a:lnTo>
                  <a:lnTo>
                    <a:pt x="17416" y="7414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6" y="6603"/>
                  </a:lnTo>
                  <a:lnTo>
                    <a:pt x="17300" y="6294"/>
                  </a:lnTo>
                  <a:lnTo>
                    <a:pt x="17184" y="5986"/>
                  </a:lnTo>
                  <a:lnTo>
                    <a:pt x="17030" y="5715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0"/>
                  </a:lnTo>
                  <a:lnTo>
                    <a:pt x="16257" y="4788"/>
                  </a:lnTo>
                  <a:lnTo>
                    <a:pt x="16026" y="4634"/>
                  </a:lnTo>
                  <a:lnTo>
                    <a:pt x="15524" y="4286"/>
                  </a:lnTo>
                  <a:lnTo>
                    <a:pt x="14944" y="4016"/>
                  </a:lnTo>
                  <a:lnTo>
                    <a:pt x="15408" y="3900"/>
                  </a:lnTo>
                  <a:lnTo>
                    <a:pt x="15832" y="3746"/>
                  </a:lnTo>
                  <a:lnTo>
                    <a:pt x="16219" y="3514"/>
                  </a:lnTo>
                  <a:lnTo>
                    <a:pt x="16605" y="3244"/>
                  </a:lnTo>
                  <a:lnTo>
                    <a:pt x="16759" y="3089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5" y="2201"/>
                  </a:lnTo>
                  <a:lnTo>
                    <a:pt x="17107" y="1931"/>
                  </a:lnTo>
                  <a:lnTo>
                    <a:pt x="17068" y="1699"/>
                  </a:lnTo>
                  <a:lnTo>
                    <a:pt x="16914" y="1506"/>
                  </a:lnTo>
                  <a:lnTo>
                    <a:pt x="16759" y="1313"/>
                  </a:lnTo>
                  <a:lnTo>
                    <a:pt x="16528" y="1236"/>
                  </a:lnTo>
                  <a:lnTo>
                    <a:pt x="16334" y="1159"/>
                  </a:lnTo>
                  <a:lnTo>
                    <a:pt x="16103" y="1159"/>
                  </a:lnTo>
                  <a:lnTo>
                    <a:pt x="15910" y="1197"/>
                  </a:lnTo>
                  <a:lnTo>
                    <a:pt x="15678" y="1275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6" y="2587"/>
                  </a:lnTo>
                  <a:lnTo>
                    <a:pt x="14095" y="3012"/>
                  </a:lnTo>
                  <a:lnTo>
                    <a:pt x="13940" y="2433"/>
                  </a:lnTo>
                  <a:lnTo>
                    <a:pt x="13747" y="1892"/>
                  </a:lnTo>
                  <a:lnTo>
                    <a:pt x="13516" y="1352"/>
                  </a:lnTo>
                  <a:lnTo>
                    <a:pt x="13168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7" y="155"/>
                  </a:lnTo>
                  <a:lnTo>
                    <a:pt x="12087" y="39"/>
                  </a:lnTo>
                  <a:lnTo>
                    <a:pt x="118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11"/>
            <p:cNvSpPr/>
            <p:nvPr/>
          </p:nvSpPr>
          <p:spPr>
            <a:xfrm>
              <a:off x="5590125" y="11338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11"/>
            <p:cNvSpPr/>
            <p:nvPr/>
          </p:nvSpPr>
          <p:spPr>
            <a:xfrm>
              <a:off x="5491675" y="1139600"/>
              <a:ext cx="21250" cy="8725"/>
            </a:xfrm>
            <a:custGeom>
              <a:avLst/>
              <a:gdLst/>
              <a:ahLst/>
              <a:cxnLst/>
              <a:rect l="l" t="t" r="r" b="b"/>
              <a:pathLst>
                <a:path w="850" h="349" extrusionOk="0">
                  <a:moveTo>
                    <a:pt x="425" y="1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4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4"/>
                  </a:lnTo>
                  <a:lnTo>
                    <a:pt x="811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11"/>
            <p:cNvSpPr/>
            <p:nvPr/>
          </p:nvSpPr>
          <p:spPr>
            <a:xfrm>
              <a:off x="2443975" y="1153125"/>
              <a:ext cx="315725" cy="477875"/>
            </a:xfrm>
            <a:custGeom>
              <a:avLst/>
              <a:gdLst/>
              <a:ahLst/>
              <a:cxnLst/>
              <a:rect l="l" t="t" r="r" b="b"/>
              <a:pathLst>
                <a:path w="12629" h="19115" extrusionOk="0">
                  <a:moveTo>
                    <a:pt x="1005" y="618"/>
                  </a:moveTo>
                  <a:lnTo>
                    <a:pt x="1661" y="850"/>
                  </a:lnTo>
                  <a:lnTo>
                    <a:pt x="2318" y="1120"/>
                  </a:lnTo>
                  <a:lnTo>
                    <a:pt x="2743" y="1352"/>
                  </a:lnTo>
                  <a:lnTo>
                    <a:pt x="3167" y="1583"/>
                  </a:lnTo>
                  <a:lnTo>
                    <a:pt x="3322" y="1699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1"/>
                  </a:lnTo>
                  <a:lnTo>
                    <a:pt x="4017" y="2819"/>
                  </a:lnTo>
                  <a:lnTo>
                    <a:pt x="5677" y="6796"/>
                  </a:lnTo>
                  <a:lnTo>
                    <a:pt x="9075" y="15021"/>
                  </a:lnTo>
                  <a:lnTo>
                    <a:pt x="9153" y="15098"/>
                  </a:lnTo>
                  <a:lnTo>
                    <a:pt x="9191" y="15137"/>
                  </a:lnTo>
                  <a:lnTo>
                    <a:pt x="9346" y="15137"/>
                  </a:lnTo>
                  <a:lnTo>
                    <a:pt x="8921" y="15369"/>
                  </a:lnTo>
                  <a:lnTo>
                    <a:pt x="7956" y="13515"/>
                  </a:lnTo>
                  <a:lnTo>
                    <a:pt x="6990" y="11662"/>
                  </a:lnTo>
                  <a:lnTo>
                    <a:pt x="5021" y="7955"/>
                  </a:lnTo>
                  <a:lnTo>
                    <a:pt x="3013" y="4286"/>
                  </a:lnTo>
                  <a:lnTo>
                    <a:pt x="1005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20" y="11739"/>
                  </a:lnTo>
                  <a:lnTo>
                    <a:pt x="7763" y="13593"/>
                  </a:lnTo>
                  <a:lnTo>
                    <a:pt x="8805" y="15446"/>
                  </a:lnTo>
                  <a:lnTo>
                    <a:pt x="8651" y="15523"/>
                  </a:lnTo>
                  <a:lnTo>
                    <a:pt x="7415" y="13747"/>
                  </a:lnTo>
                  <a:lnTo>
                    <a:pt x="6179" y="12009"/>
                  </a:lnTo>
                  <a:lnTo>
                    <a:pt x="3592" y="8534"/>
                  </a:lnTo>
                  <a:lnTo>
                    <a:pt x="2318" y="6758"/>
                  </a:lnTo>
                  <a:lnTo>
                    <a:pt x="1005" y="4943"/>
                  </a:lnTo>
                  <a:lnTo>
                    <a:pt x="850" y="4711"/>
                  </a:lnTo>
                  <a:lnTo>
                    <a:pt x="735" y="4479"/>
                  </a:lnTo>
                  <a:lnTo>
                    <a:pt x="619" y="4209"/>
                  </a:lnTo>
                  <a:lnTo>
                    <a:pt x="542" y="3939"/>
                  </a:lnTo>
                  <a:lnTo>
                    <a:pt x="464" y="3398"/>
                  </a:lnTo>
                  <a:lnTo>
                    <a:pt x="426" y="2819"/>
                  </a:lnTo>
                  <a:lnTo>
                    <a:pt x="464" y="2240"/>
                  </a:lnTo>
                  <a:lnTo>
                    <a:pt x="503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3" y="12357"/>
                  </a:lnTo>
                  <a:lnTo>
                    <a:pt x="11817" y="12434"/>
                  </a:lnTo>
                  <a:lnTo>
                    <a:pt x="12165" y="12859"/>
                  </a:lnTo>
                  <a:lnTo>
                    <a:pt x="12242" y="13052"/>
                  </a:lnTo>
                  <a:lnTo>
                    <a:pt x="12280" y="13245"/>
                  </a:lnTo>
                  <a:lnTo>
                    <a:pt x="12242" y="13438"/>
                  </a:lnTo>
                  <a:lnTo>
                    <a:pt x="12203" y="13631"/>
                  </a:lnTo>
                  <a:lnTo>
                    <a:pt x="12049" y="14017"/>
                  </a:lnTo>
                  <a:lnTo>
                    <a:pt x="11856" y="14365"/>
                  </a:lnTo>
                  <a:lnTo>
                    <a:pt x="11508" y="14790"/>
                  </a:lnTo>
                  <a:lnTo>
                    <a:pt x="11122" y="15176"/>
                  </a:lnTo>
                  <a:lnTo>
                    <a:pt x="10697" y="15523"/>
                  </a:lnTo>
                  <a:lnTo>
                    <a:pt x="10273" y="15871"/>
                  </a:lnTo>
                  <a:lnTo>
                    <a:pt x="10157" y="15871"/>
                  </a:lnTo>
                  <a:lnTo>
                    <a:pt x="10118" y="15987"/>
                  </a:lnTo>
                  <a:lnTo>
                    <a:pt x="9771" y="16180"/>
                  </a:lnTo>
                  <a:lnTo>
                    <a:pt x="9114" y="16604"/>
                  </a:lnTo>
                  <a:lnTo>
                    <a:pt x="8458" y="16952"/>
                  </a:lnTo>
                  <a:lnTo>
                    <a:pt x="7724" y="17261"/>
                  </a:lnTo>
                  <a:lnTo>
                    <a:pt x="6990" y="17493"/>
                  </a:lnTo>
                  <a:lnTo>
                    <a:pt x="6643" y="17608"/>
                  </a:lnTo>
                  <a:lnTo>
                    <a:pt x="6295" y="17647"/>
                  </a:lnTo>
                  <a:lnTo>
                    <a:pt x="5755" y="17647"/>
                  </a:lnTo>
                  <a:lnTo>
                    <a:pt x="5562" y="17570"/>
                  </a:lnTo>
                  <a:lnTo>
                    <a:pt x="5446" y="17493"/>
                  </a:lnTo>
                  <a:lnTo>
                    <a:pt x="5330" y="17415"/>
                  </a:lnTo>
                  <a:lnTo>
                    <a:pt x="5098" y="17184"/>
                  </a:lnTo>
                  <a:lnTo>
                    <a:pt x="4982" y="16875"/>
                  </a:lnTo>
                  <a:lnTo>
                    <a:pt x="4905" y="16604"/>
                  </a:lnTo>
                  <a:lnTo>
                    <a:pt x="4944" y="16411"/>
                  </a:lnTo>
                  <a:lnTo>
                    <a:pt x="4982" y="16218"/>
                  </a:lnTo>
                  <a:lnTo>
                    <a:pt x="5060" y="16064"/>
                  </a:lnTo>
                  <a:lnTo>
                    <a:pt x="5175" y="15948"/>
                  </a:lnTo>
                  <a:lnTo>
                    <a:pt x="5291" y="15832"/>
                  </a:lnTo>
                  <a:lnTo>
                    <a:pt x="5407" y="15755"/>
                  </a:lnTo>
                  <a:lnTo>
                    <a:pt x="5523" y="15716"/>
                  </a:lnTo>
                  <a:lnTo>
                    <a:pt x="5639" y="15755"/>
                  </a:lnTo>
                  <a:lnTo>
                    <a:pt x="5793" y="15832"/>
                  </a:lnTo>
                  <a:lnTo>
                    <a:pt x="5948" y="15948"/>
                  </a:lnTo>
                  <a:lnTo>
                    <a:pt x="6064" y="16141"/>
                  </a:lnTo>
                  <a:lnTo>
                    <a:pt x="6257" y="16373"/>
                  </a:lnTo>
                  <a:lnTo>
                    <a:pt x="6102" y="16411"/>
                  </a:lnTo>
                  <a:lnTo>
                    <a:pt x="6025" y="16450"/>
                  </a:lnTo>
                  <a:lnTo>
                    <a:pt x="6025" y="16566"/>
                  </a:lnTo>
                  <a:lnTo>
                    <a:pt x="6064" y="16643"/>
                  </a:lnTo>
                  <a:lnTo>
                    <a:pt x="6141" y="16643"/>
                  </a:lnTo>
                  <a:lnTo>
                    <a:pt x="6913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30" y="15716"/>
                  </a:lnTo>
                  <a:lnTo>
                    <a:pt x="9616" y="15485"/>
                  </a:lnTo>
                  <a:lnTo>
                    <a:pt x="9964" y="15253"/>
                  </a:lnTo>
                  <a:lnTo>
                    <a:pt x="10273" y="15021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2" y="14172"/>
                  </a:lnTo>
                  <a:lnTo>
                    <a:pt x="11354" y="13824"/>
                  </a:lnTo>
                  <a:lnTo>
                    <a:pt x="11547" y="13515"/>
                  </a:lnTo>
                  <a:lnTo>
                    <a:pt x="11547" y="13438"/>
                  </a:lnTo>
                  <a:lnTo>
                    <a:pt x="11547" y="13361"/>
                  </a:lnTo>
                  <a:lnTo>
                    <a:pt x="11508" y="13284"/>
                  </a:lnTo>
                  <a:lnTo>
                    <a:pt x="11431" y="13245"/>
                  </a:lnTo>
                  <a:lnTo>
                    <a:pt x="11238" y="13245"/>
                  </a:lnTo>
                  <a:lnTo>
                    <a:pt x="11161" y="13322"/>
                  </a:lnTo>
                  <a:lnTo>
                    <a:pt x="10968" y="13670"/>
                  </a:lnTo>
                  <a:lnTo>
                    <a:pt x="10775" y="13554"/>
                  </a:lnTo>
                  <a:lnTo>
                    <a:pt x="10659" y="13438"/>
                  </a:lnTo>
                  <a:lnTo>
                    <a:pt x="10620" y="13284"/>
                  </a:lnTo>
                  <a:lnTo>
                    <a:pt x="10581" y="13168"/>
                  </a:lnTo>
                  <a:lnTo>
                    <a:pt x="10620" y="13013"/>
                  </a:lnTo>
                  <a:lnTo>
                    <a:pt x="10659" y="12859"/>
                  </a:lnTo>
                  <a:lnTo>
                    <a:pt x="10852" y="12627"/>
                  </a:lnTo>
                  <a:lnTo>
                    <a:pt x="10929" y="12473"/>
                  </a:lnTo>
                  <a:lnTo>
                    <a:pt x="11045" y="12357"/>
                  </a:lnTo>
                  <a:lnTo>
                    <a:pt x="11122" y="12318"/>
                  </a:lnTo>
                  <a:lnTo>
                    <a:pt x="11238" y="12280"/>
                  </a:lnTo>
                  <a:close/>
                  <a:moveTo>
                    <a:pt x="426" y="0"/>
                  </a:moveTo>
                  <a:lnTo>
                    <a:pt x="349" y="39"/>
                  </a:lnTo>
                  <a:lnTo>
                    <a:pt x="271" y="116"/>
                  </a:lnTo>
                  <a:lnTo>
                    <a:pt x="233" y="193"/>
                  </a:lnTo>
                  <a:lnTo>
                    <a:pt x="78" y="2587"/>
                  </a:lnTo>
                  <a:lnTo>
                    <a:pt x="40" y="3012"/>
                  </a:lnTo>
                  <a:lnTo>
                    <a:pt x="1" y="3475"/>
                  </a:lnTo>
                  <a:lnTo>
                    <a:pt x="40" y="3900"/>
                  </a:lnTo>
                  <a:lnTo>
                    <a:pt x="117" y="4325"/>
                  </a:lnTo>
                  <a:lnTo>
                    <a:pt x="233" y="4518"/>
                  </a:lnTo>
                  <a:lnTo>
                    <a:pt x="349" y="4750"/>
                  </a:lnTo>
                  <a:lnTo>
                    <a:pt x="619" y="5175"/>
                  </a:lnTo>
                  <a:lnTo>
                    <a:pt x="1237" y="5985"/>
                  </a:lnTo>
                  <a:lnTo>
                    <a:pt x="2665" y="7955"/>
                  </a:lnTo>
                  <a:lnTo>
                    <a:pt x="5446" y="11816"/>
                  </a:lnTo>
                  <a:lnTo>
                    <a:pt x="6874" y="13747"/>
                  </a:lnTo>
                  <a:lnTo>
                    <a:pt x="8342" y="15639"/>
                  </a:lnTo>
                  <a:lnTo>
                    <a:pt x="7492" y="15987"/>
                  </a:lnTo>
                  <a:lnTo>
                    <a:pt x="6643" y="16257"/>
                  </a:lnTo>
                  <a:lnTo>
                    <a:pt x="6643" y="16257"/>
                  </a:lnTo>
                  <a:lnTo>
                    <a:pt x="6681" y="16102"/>
                  </a:lnTo>
                  <a:lnTo>
                    <a:pt x="6681" y="15948"/>
                  </a:lnTo>
                  <a:lnTo>
                    <a:pt x="6643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4" y="15369"/>
                  </a:lnTo>
                  <a:lnTo>
                    <a:pt x="6179" y="15292"/>
                  </a:lnTo>
                  <a:lnTo>
                    <a:pt x="6025" y="15253"/>
                  </a:lnTo>
                  <a:lnTo>
                    <a:pt x="5716" y="15253"/>
                  </a:lnTo>
                  <a:lnTo>
                    <a:pt x="5484" y="15292"/>
                  </a:lnTo>
                  <a:lnTo>
                    <a:pt x="5214" y="15407"/>
                  </a:lnTo>
                  <a:lnTo>
                    <a:pt x="5021" y="15600"/>
                  </a:lnTo>
                  <a:lnTo>
                    <a:pt x="4828" y="15794"/>
                  </a:lnTo>
                  <a:lnTo>
                    <a:pt x="4712" y="16025"/>
                  </a:lnTo>
                  <a:lnTo>
                    <a:pt x="4596" y="16296"/>
                  </a:lnTo>
                  <a:lnTo>
                    <a:pt x="4596" y="16566"/>
                  </a:lnTo>
                  <a:lnTo>
                    <a:pt x="4635" y="16991"/>
                  </a:lnTo>
                  <a:lnTo>
                    <a:pt x="4751" y="17300"/>
                  </a:lnTo>
                  <a:lnTo>
                    <a:pt x="4905" y="17531"/>
                  </a:lnTo>
                  <a:lnTo>
                    <a:pt x="5098" y="17724"/>
                  </a:lnTo>
                  <a:lnTo>
                    <a:pt x="5368" y="17840"/>
                  </a:lnTo>
                  <a:lnTo>
                    <a:pt x="5677" y="17917"/>
                  </a:lnTo>
                  <a:lnTo>
                    <a:pt x="6025" y="17956"/>
                  </a:lnTo>
                  <a:lnTo>
                    <a:pt x="6372" y="17917"/>
                  </a:lnTo>
                  <a:lnTo>
                    <a:pt x="6720" y="17840"/>
                  </a:lnTo>
                  <a:lnTo>
                    <a:pt x="7106" y="17763"/>
                  </a:lnTo>
                  <a:lnTo>
                    <a:pt x="7878" y="17531"/>
                  </a:lnTo>
                  <a:lnTo>
                    <a:pt x="8573" y="17222"/>
                  </a:lnTo>
                  <a:lnTo>
                    <a:pt x="9153" y="16952"/>
                  </a:lnTo>
                  <a:lnTo>
                    <a:pt x="9230" y="16875"/>
                  </a:lnTo>
                  <a:lnTo>
                    <a:pt x="9462" y="16759"/>
                  </a:lnTo>
                  <a:lnTo>
                    <a:pt x="10234" y="16257"/>
                  </a:lnTo>
                  <a:lnTo>
                    <a:pt x="10813" y="17106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4"/>
                  </a:lnTo>
                  <a:lnTo>
                    <a:pt x="12280" y="19037"/>
                  </a:lnTo>
                  <a:lnTo>
                    <a:pt x="12203" y="18883"/>
                  </a:lnTo>
                  <a:lnTo>
                    <a:pt x="11817" y="18149"/>
                  </a:lnTo>
                  <a:lnTo>
                    <a:pt x="11392" y="17454"/>
                  </a:lnTo>
                  <a:lnTo>
                    <a:pt x="10929" y="16759"/>
                  </a:lnTo>
                  <a:lnTo>
                    <a:pt x="10466" y="16102"/>
                  </a:lnTo>
                  <a:lnTo>
                    <a:pt x="10968" y="15716"/>
                  </a:lnTo>
                  <a:lnTo>
                    <a:pt x="11470" y="15253"/>
                  </a:lnTo>
                  <a:lnTo>
                    <a:pt x="11894" y="14790"/>
                  </a:lnTo>
                  <a:lnTo>
                    <a:pt x="12126" y="14558"/>
                  </a:lnTo>
                  <a:lnTo>
                    <a:pt x="12280" y="14288"/>
                  </a:lnTo>
                  <a:lnTo>
                    <a:pt x="12435" y="14056"/>
                  </a:lnTo>
                  <a:lnTo>
                    <a:pt x="12512" y="13786"/>
                  </a:lnTo>
                  <a:lnTo>
                    <a:pt x="12589" y="13554"/>
                  </a:lnTo>
                  <a:lnTo>
                    <a:pt x="12628" y="13284"/>
                  </a:lnTo>
                  <a:lnTo>
                    <a:pt x="12589" y="13052"/>
                  </a:lnTo>
                  <a:lnTo>
                    <a:pt x="12512" y="12820"/>
                  </a:lnTo>
                  <a:lnTo>
                    <a:pt x="12358" y="12589"/>
                  </a:lnTo>
                  <a:lnTo>
                    <a:pt x="12165" y="12357"/>
                  </a:lnTo>
                  <a:lnTo>
                    <a:pt x="11972" y="12202"/>
                  </a:lnTo>
                  <a:lnTo>
                    <a:pt x="11740" y="12087"/>
                  </a:lnTo>
                  <a:lnTo>
                    <a:pt x="11470" y="12009"/>
                  </a:lnTo>
                  <a:lnTo>
                    <a:pt x="11238" y="12009"/>
                  </a:lnTo>
                  <a:lnTo>
                    <a:pt x="10968" y="12048"/>
                  </a:lnTo>
                  <a:lnTo>
                    <a:pt x="10736" y="12125"/>
                  </a:lnTo>
                  <a:lnTo>
                    <a:pt x="10543" y="12280"/>
                  </a:lnTo>
                  <a:lnTo>
                    <a:pt x="10388" y="12511"/>
                  </a:lnTo>
                  <a:lnTo>
                    <a:pt x="10311" y="12704"/>
                  </a:lnTo>
                  <a:lnTo>
                    <a:pt x="10273" y="12897"/>
                  </a:lnTo>
                  <a:lnTo>
                    <a:pt x="10273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20" y="13786"/>
                  </a:lnTo>
                  <a:lnTo>
                    <a:pt x="10813" y="13901"/>
                  </a:lnTo>
                  <a:lnTo>
                    <a:pt x="10504" y="14249"/>
                  </a:lnTo>
                  <a:lnTo>
                    <a:pt x="10157" y="14597"/>
                  </a:lnTo>
                  <a:lnTo>
                    <a:pt x="9771" y="14867"/>
                  </a:lnTo>
                  <a:lnTo>
                    <a:pt x="9431" y="15083"/>
                  </a:lnTo>
                  <a:lnTo>
                    <a:pt x="9431" y="15083"/>
                  </a:lnTo>
                  <a:lnTo>
                    <a:pt x="9462" y="15021"/>
                  </a:lnTo>
                  <a:lnTo>
                    <a:pt x="9500" y="14944"/>
                  </a:lnTo>
                  <a:lnTo>
                    <a:pt x="9462" y="14828"/>
                  </a:lnTo>
                  <a:lnTo>
                    <a:pt x="5716" y="5754"/>
                  </a:lnTo>
                  <a:lnTo>
                    <a:pt x="4789" y="3475"/>
                  </a:lnTo>
                  <a:lnTo>
                    <a:pt x="4364" y="2471"/>
                  </a:lnTo>
                  <a:lnTo>
                    <a:pt x="4133" y="1969"/>
                  </a:lnTo>
                  <a:lnTo>
                    <a:pt x="3978" y="1738"/>
                  </a:lnTo>
                  <a:lnTo>
                    <a:pt x="3824" y="1545"/>
                  </a:lnTo>
                  <a:lnTo>
                    <a:pt x="3515" y="1236"/>
                  </a:lnTo>
                  <a:lnTo>
                    <a:pt x="3129" y="965"/>
                  </a:lnTo>
                  <a:lnTo>
                    <a:pt x="2743" y="772"/>
                  </a:lnTo>
                  <a:lnTo>
                    <a:pt x="2279" y="541"/>
                  </a:lnTo>
                  <a:lnTo>
                    <a:pt x="1816" y="386"/>
                  </a:lnTo>
                  <a:lnTo>
                    <a:pt x="1391" y="232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11"/>
            <p:cNvSpPr/>
            <p:nvPr/>
          </p:nvSpPr>
          <p:spPr>
            <a:xfrm>
              <a:off x="5383550" y="11801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2"/>
                  </a:lnTo>
                  <a:lnTo>
                    <a:pt x="1583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2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11"/>
            <p:cNvSpPr/>
            <p:nvPr/>
          </p:nvSpPr>
          <p:spPr>
            <a:xfrm>
              <a:off x="1657200" y="1227450"/>
              <a:ext cx="61825" cy="90775"/>
            </a:xfrm>
            <a:custGeom>
              <a:avLst/>
              <a:gdLst/>
              <a:ahLst/>
              <a:cxnLst/>
              <a:rect l="l" t="t" r="r" b="b"/>
              <a:pathLst>
                <a:path w="2473" h="3631" extrusionOk="0">
                  <a:moveTo>
                    <a:pt x="1198" y="0"/>
                  </a:moveTo>
                  <a:lnTo>
                    <a:pt x="1082" y="39"/>
                  </a:lnTo>
                  <a:lnTo>
                    <a:pt x="1005" y="39"/>
                  </a:lnTo>
                  <a:lnTo>
                    <a:pt x="966" y="116"/>
                  </a:lnTo>
                  <a:lnTo>
                    <a:pt x="966" y="194"/>
                  </a:lnTo>
                  <a:lnTo>
                    <a:pt x="966" y="232"/>
                  </a:lnTo>
                  <a:lnTo>
                    <a:pt x="850" y="271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5" y="618"/>
                  </a:lnTo>
                  <a:lnTo>
                    <a:pt x="773" y="657"/>
                  </a:lnTo>
                  <a:lnTo>
                    <a:pt x="850" y="734"/>
                  </a:lnTo>
                  <a:lnTo>
                    <a:pt x="1082" y="811"/>
                  </a:lnTo>
                  <a:lnTo>
                    <a:pt x="1275" y="966"/>
                  </a:lnTo>
                  <a:lnTo>
                    <a:pt x="1468" y="1120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70" y="2163"/>
                  </a:lnTo>
                  <a:lnTo>
                    <a:pt x="1932" y="2472"/>
                  </a:lnTo>
                  <a:lnTo>
                    <a:pt x="1816" y="2742"/>
                  </a:lnTo>
                  <a:lnTo>
                    <a:pt x="1739" y="2897"/>
                  </a:lnTo>
                  <a:lnTo>
                    <a:pt x="1661" y="2974"/>
                  </a:lnTo>
                  <a:lnTo>
                    <a:pt x="1545" y="3090"/>
                  </a:lnTo>
                  <a:lnTo>
                    <a:pt x="1391" y="3128"/>
                  </a:lnTo>
                  <a:lnTo>
                    <a:pt x="1237" y="3167"/>
                  </a:lnTo>
                  <a:lnTo>
                    <a:pt x="1043" y="3128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626"/>
                  </a:lnTo>
                  <a:lnTo>
                    <a:pt x="928" y="2472"/>
                  </a:lnTo>
                  <a:lnTo>
                    <a:pt x="1082" y="2356"/>
                  </a:lnTo>
                  <a:lnTo>
                    <a:pt x="1159" y="2279"/>
                  </a:lnTo>
                  <a:lnTo>
                    <a:pt x="1159" y="2163"/>
                  </a:lnTo>
                  <a:lnTo>
                    <a:pt x="1159" y="2047"/>
                  </a:lnTo>
                  <a:lnTo>
                    <a:pt x="1082" y="1970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52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63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48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60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630"/>
                  </a:lnTo>
                  <a:lnTo>
                    <a:pt x="1275" y="3630"/>
                  </a:lnTo>
                  <a:lnTo>
                    <a:pt x="1507" y="3592"/>
                  </a:lnTo>
                  <a:lnTo>
                    <a:pt x="1700" y="3514"/>
                  </a:lnTo>
                  <a:lnTo>
                    <a:pt x="1854" y="3437"/>
                  </a:lnTo>
                  <a:lnTo>
                    <a:pt x="2047" y="3244"/>
                  </a:lnTo>
                  <a:lnTo>
                    <a:pt x="2202" y="3090"/>
                  </a:lnTo>
                  <a:lnTo>
                    <a:pt x="2318" y="2897"/>
                  </a:lnTo>
                  <a:lnTo>
                    <a:pt x="2395" y="2703"/>
                  </a:lnTo>
                  <a:lnTo>
                    <a:pt x="2434" y="2472"/>
                  </a:lnTo>
                  <a:lnTo>
                    <a:pt x="2472" y="2279"/>
                  </a:lnTo>
                  <a:lnTo>
                    <a:pt x="2434" y="2047"/>
                  </a:lnTo>
                  <a:lnTo>
                    <a:pt x="2395" y="1815"/>
                  </a:lnTo>
                  <a:lnTo>
                    <a:pt x="2318" y="1622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11"/>
            <p:cNvSpPr/>
            <p:nvPr/>
          </p:nvSpPr>
          <p:spPr>
            <a:xfrm>
              <a:off x="6055450" y="1230350"/>
              <a:ext cx="302175" cy="155450"/>
            </a:xfrm>
            <a:custGeom>
              <a:avLst/>
              <a:gdLst/>
              <a:ahLst/>
              <a:cxnLst/>
              <a:rect l="l" t="t" r="r" b="b"/>
              <a:pathLst>
                <a:path w="12087" h="6218" extrusionOk="0">
                  <a:moveTo>
                    <a:pt x="11739" y="0"/>
                  </a:moveTo>
                  <a:lnTo>
                    <a:pt x="11662" y="39"/>
                  </a:lnTo>
                  <a:lnTo>
                    <a:pt x="11585" y="78"/>
                  </a:lnTo>
                  <a:lnTo>
                    <a:pt x="11507" y="116"/>
                  </a:lnTo>
                  <a:lnTo>
                    <a:pt x="11469" y="232"/>
                  </a:lnTo>
                  <a:lnTo>
                    <a:pt x="11469" y="309"/>
                  </a:lnTo>
                  <a:lnTo>
                    <a:pt x="11507" y="425"/>
                  </a:lnTo>
                  <a:lnTo>
                    <a:pt x="11585" y="580"/>
                  </a:lnTo>
                  <a:lnTo>
                    <a:pt x="11623" y="773"/>
                  </a:lnTo>
                  <a:lnTo>
                    <a:pt x="11585" y="966"/>
                  </a:lnTo>
                  <a:lnTo>
                    <a:pt x="11507" y="1120"/>
                  </a:lnTo>
                  <a:lnTo>
                    <a:pt x="11392" y="1275"/>
                  </a:lnTo>
                  <a:lnTo>
                    <a:pt x="11276" y="1429"/>
                  </a:lnTo>
                  <a:lnTo>
                    <a:pt x="10928" y="1738"/>
                  </a:lnTo>
                  <a:lnTo>
                    <a:pt x="10503" y="2008"/>
                  </a:lnTo>
                  <a:lnTo>
                    <a:pt x="10079" y="2240"/>
                  </a:lnTo>
                  <a:lnTo>
                    <a:pt x="9422" y="2587"/>
                  </a:lnTo>
                  <a:lnTo>
                    <a:pt x="9036" y="2781"/>
                  </a:lnTo>
                  <a:lnTo>
                    <a:pt x="9036" y="2703"/>
                  </a:lnTo>
                  <a:lnTo>
                    <a:pt x="8959" y="2626"/>
                  </a:lnTo>
                  <a:lnTo>
                    <a:pt x="8495" y="2201"/>
                  </a:lnTo>
                  <a:lnTo>
                    <a:pt x="8109" y="1699"/>
                  </a:lnTo>
                  <a:lnTo>
                    <a:pt x="7839" y="1892"/>
                  </a:lnTo>
                  <a:lnTo>
                    <a:pt x="7993" y="2201"/>
                  </a:lnTo>
                  <a:lnTo>
                    <a:pt x="8187" y="2510"/>
                  </a:lnTo>
                  <a:lnTo>
                    <a:pt x="8418" y="2781"/>
                  </a:lnTo>
                  <a:lnTo>
                    <a:pt x="8650" y="2974"/>
                  </a:lnTo>
                  <a:lnTo>
                    <a:pt x="7607" y="3514"/>
                  </a:lnTo>
                  <a:lnTo>
                    <a:pt x="6565" y="3978"/>
                  </a:lnTo>
                  <a:lnTo>
                    <a:pt x="5252" y="4518"/>
                  </a:lnTo>
                  <a:lnTo>
                    <a:pt x="3939" y="4982"/>
                  </a:lnTo>
                  <a:lnTo>
                    <a:pt x="3669" y="5059"/>
                  </a:lnTo>
                  <a:lnTo>
                    <a:pt x="3707" y="4711"/>
                  </a:lnTo>
                  <a:lnTo>
                    <a:pt x="3630" y="4364"/>
                  </a:lnTo>
                  <a:lnTo>
                    <a:pt x="3514" y="4055"/>
                  </a:lnTo>
                  <a:lnTo>
                    <a:pt x="3321" y="3707"/>
                  </a:lnTo>
                  <a:lnTo>
                    <a:pt x="3012" y="3900"/>
                  </a:lnTo>
                  <a:lnTo>
                    <a:pt x="3128" y="4171"/>
                  </a:lnTo>
                  <a:lnTo>
                    <a:pt x="3205" y="4441"/>
                  </a:lnTo>
                  <a:lnTo>
                    <a:pt x="3244" y="4866"/>
                  </a:lnTo>
                  <a:lnTo>
                    <a:pt x="3244" y="5252"/>
                  </a:lnTo>
                  <a:lnTo>
                    <a:pt x="2356" y="5522"/>
                  </a:lnTo>
                  <a:lnTo>
                    <a:pt x="1892" y="5638"/>
                  </a:lnTo>
                  <a:lnTo>
                    <a:pt x="1429" y="5677"/>
                  </a:lnTo>
                  <a:lnTo>
                    <a:pt x="1043" y="5715"/>
                  </a:lnTo>
                  <a:lnTo>
                    <a:pt x="850" y="5715"/>
                  </a:lnTo>
                  <a:lnTo>
                    <a:pt x="695" y="5677"/>
                  </a:lnTo>
                  <a:lnTo>
                    <a:pt x="579" y="5599"/>
                  </a:lnTo>
                  <a:lnTo>
                    <a:pt x="464" y="5522"/>
                  </a:lnTo>
                  <a:lnTo>
                    <a:pt x="386" y="5406"/>
                  </a:lnTo>
                  <a:lnTo>
                    <a:pt x="348" y="5291"/>
                  </a:lnTo>
                  <a:lnTo>
                    <a:pt x="309" y="5213"/>
                  </a:lnTo>
                  <a:lnTo>
                    <a:pt x="270" y="5175"/>
                  </a:lnTo>
                  <a:lnTo>
                    <a:pt x="155" y="5136"/>
                  </a:lnTo>
                  <a:lnTo>
                    <a:pt x="77" y="5175"/>
                  </a:lnTo>
                  <a:lnTo>
                    <a:pt x="39" y="5213"/>
                  </a:lnTo>
                  <a:lnTo>
                    <a:pt x="0" y="5291"/>
                  </a:lnTo>
                  <a:lnTo>
                    <a:pt x="0" y="5445"/>
                  </a:lnTo>
                  <a:lnTo>
                    <a:pt x="39" y="5599"/>
                  </a:lnTo>
                  <a:lnTo>
                    <a:pt x="77" y="5754"/>
                  </a:lnTo>
                  <a:lnTo>
                    <a:pt x="155" y="5870"/>
                  </a:lnTo>
                  <a:lnTo>
                    <a:pt x="232" y="5947"/>
                  </a:lnTo>
                  <a:lnTo>
                    <a:pt x="309" y="6024"/>
                  </a:lnTo>
                  <a:lnTo>
                    <a:pt x="541" y="6140"/>
                  </a:lnTo>
                  <a:lnTo>
                    <a:pt x="811" y="6179"/>
                  </a:lnTo>
                  <a:lnTo>
                    <a:pt x="1120" y="6217"/>
                  </a:lnTo>
                  <a:lnTo>
                    <a:pt x="1429" y="6179"/>
                  </a:lnTo>
                  <a:lnTo>
                    <a:pt x="1699" y="6140"/>
                  </a:lnTo>
                  <a:lnTo>
                    <a:pt x="2896" y="5831"/>
                  </a:lnTo>
                  <a:lnTo>
                    <a:pt x="4093" y="5445"/>
                  </a:lnTo>
                  <a:lnTo>
                    <a:pt x="5290" y="5020"/>
                  </a:lnTo>
                  <a:lnTo>
                    <a:pt x="6449" y="4557"/>
                  </a:lnTo>
                  <a:lnTo>
                    <a:pt x="7530" y="4093"/>
                  </a:lnTo>
                  <a:lnTo>
                    <a:pt x="8573" y="3591"/>
                  </a:lnTo>
                  <a:lnTo>
                    <a:pt x="9615" y="3051"/>
                  </a:lnTo>
                  <a:lnTo>
                    <a:pt x="10619" y="2472"/>
                  </a:lnTo>
                  <a:lnTo>
                    <a:pt x="10928" y="2279"/>
                  </a:lnTo>
                  <a:lnTo>
                    <a:pt x="11276" y="2047"/>
                  </a:lnTo>
                  <a:lnTo>
                    <a:pt x="11546" y="1777"/>
                  </a:lnTo>
                  <a:lnTo>
                    <a:pt x="11816" y="1506"/>
                  </a:lnTo>
                  <a:lnTo>
                    <a:pt x="12009" y="1197"/>
                  </a:lnTo>
                  <a:lnTo>
                    <a:pt x="12048" y="1043"/>
                  </a:lnTo>
                  <a:lnTo>
                    <a:pt x="12087" y="888"/>
                  </a:lnTo>
                  <a:lnTo>
                    <a:pt x="12087" y="695"/>
                  </a:lnTo>
                  <a:lnTo>
                    <a:pt x="12048" y="502"/>
                  </a:lnTo>
                  <a:lnTo>
                    <a:pt x="12009" y="309"/>
                  </a:lnTo>
                  <a:lnTo>
                    <a:pt x="11894" y="116"/>
                  </a:lnTo>
                  <a:lnTo>
                    <a:pt x="11816" y="39"/>
                  </a:lnTo>
                  <a:lnTo>
                    <a:pt x="1173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11"/>
            <p:cNvSpPr/>
            <p:nvPr/>
          </p:nvSpPr>
          <p:spPr>
            <a:xfrm>
              <a:off x="4272400" y="1236125"/>
              <a:ext cx="61800" cy="89825"/>
            </a:xfrm>
            <a:custGeom>
              <a:avLst/>
              <a:gdLst/>
              <a:ahLst/>
              <a:cxnLst/>
              <a:rect l="l" t="t" r="r" b="b"/>
              <a:pathLst>
                <a:path w="2472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4" y="349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1" y="1932"/>
                  </a:lnTo>
                  <a:lnTo>
                    <a:pt x="1931" y="2163"/>
                  </a:lnTo>
                  <a:lnTo>
                    <a:pt x="1931" y="2434"/>
                  </a:lnTo>
                  <a:lnTo>
                    <a:pt x="1815" y="2743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43"/>
                  </a:lnTo>
                  <a:lnTo>
                    <a:pt x="850" y="2588"/>
                  </a:lnTo>
                  <a:lnTo>
                    <a:pt x="927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0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5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5" y="2356"/>
                  </a:lnTo>
                  <a:lnTo>
                    <a:pt x="348" y="2627"/>
                  </a:lnTo>
                  <a:lnTo>
                    <a:pt x="309" y="2897"/>
                  </a:lnTo>
                  <a:lnTo>
                    <a:pt x="348" y="3052"/>
                  </a:lnTo>
                  <a:lnTo>
                    <a:pt x="425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7" y="2858"/>
                  </a:lnTo>
                  <a:lnTo>
                    <a:pt x="2395" y="2665"/>
                  </a:lnTo>
                  <a:lnTo>
                    <a:pt x="2433" y="2472"/>
                  </a:lnTo>
                  <a:lnTo>
                    <a:pt x="2472" y="2241"/>
                  </a:lnTo>
                  <a:lnTo>
                    <a:pt x="2433" y="2009"/>
                  </a:lnTo>
                  <a:lnTo>
                    <a:pt x="2395" y="1816"/>
                  </a:lnTo>
                  <a:lnTo>
                    <a:pt x="2317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11"/>
            <p:cNvSpPr/>
            <p:nvPr/>
          </p:nvSpPr>
          <p:spPr>
            <a:xfrm>
              <a:off x="799000" y="1245800"/>
              <a:ext cx="106200" cy="124550"/>
            </a:xfrm>
            <a:custGeom>
              <a:avLst/>
              <a:gdLst/>
              <a:ahLst/>
              <a:cxnLst/>
              <a:rect l="l" t="t" r="r" b="b"/>
              <a:pathLst>
                <a:path w="4248" h="4982" extrusionOk="0">
                  <a:moveTo>
                    <a:pt x="3862" y="0"/>
                  </a:moveTo>
                  <a:lnTo>
                    <a:pt x="3591" y="579"/>
                  </a:lnTo>
                  <a:lnTo>
                    <a:pt x="3244" y="1159"/>
                  </a:lnTo>
                  <a:lnTo>
                    <a:pt x="2896" y="1699"/>
                  </a:lnTo>
                  <a:lnTo>
                    <a:pt x="2510" y="2201"/>
                  </a:lnTo>
                  <a:lnTo>
                    <a:pt x="1931" y="2858"/>
                  </a:lnTo>
                  <a:lnTo>
                    <a:pt x="1313" y="3475"/>
                  </a:lnTo>
                  <a:lnTo>
                    <a:pt x="1004" y="3784"/>
                  </a:lnTo>
                  <a:lnTo>
                    <a:pt x="657" y="4016"/>
                  </a:lnTo>
                  <a:lnTo>
                    <a:pt x="309" y="4286"/>
                  </a:lnTo>
                  <a:lnTo>
                    <a:pt x="0" y="4595"/>
                  </a:lnTo>
                  <a:lnTo>
                    <a:pt x="39" y="4981"/>
                  </a:lnTo>
                  <a:lnTo>
                    <a:pt x="155" y="4981"/>
                  </a:lnTo>
                  <a:lnTo>
                    <a:pt x="541" y="4788"/>
                  </a:lnTo>
                  <a:lnTo>
                    <a:pt x="927" y="4557"/>
                  </a:lnTo>
                  <a:lnTo>
                    <a:pt x="1313" y="4248"/>
                  </a:lnTo>
                  <a:lnTo>
                    <a:pt x="1699" y="3939"/>
                  </a:lnTo>
                  <a:lnTo>
                    <a:pt x="2008" y="3591"/>
                  </a:lnTo>
                  <a:lnTo>
                    <a:pt x="2356" y="3205"/>
                  </a:lnTo>
                  <a:lnTo>
                    <a:pt x="2896" y="2510"/>
                  </a:lnTo>
                  <a:lnTo>
                    <a:pt x="3321" y="1969"/>
                  </a:lnTo>
                  <a:lnTo>
                    <a:pt x="3669" y="1390"/>
                  </a:lnTo>
                  <a:lnTo>
                    <a:pt x="3978" y="811"/>
                  </a:lnTo>
                  <a:lnTo>
                    <a:pt x="4248" y="193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11"/>
            <p:cNvSpPr/>
            <p:nvPr/>
          </p:nvSpPr>
          <p:spPr>
            <a:xfrm>
              <a:off x="747825" y="12477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5" y="271"/>
                  </a:move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7"/>
                  </a:lnTo>
                  <a:lnTo>
                    <a:pt x="1545" y="1313"/>
                  </a:lnTo>
                  <a:lnTo>
                    <a:pt x="1429" y="1391"/>
                  </a:lnTo>
                  <a:lnTo>
                    <a:pt x="1352" y="1468"/>
                  </a:lnTo>
                  <a:lnTo>
                    <a:pt x="1198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468"/>
                  </a:lnTo>
                  <a:lnTo>
                    <a:pt x="580" y="1429"/>
                  </a:lnTo>
                  <a:lnTo>
                    <a:pt x="503" y="1313"/>
                  </a:lnTo>
                  <a:lnTo>
                    <a:pt x="464" y="1197"/>
                  </a:lnTo>
                  <a:lnTo>
                    <a:pt x="425" y="1004"/>
                  </a:lnTo>
                  <a:lnTo>
                    <a:pt x="425" y="773"/>
                  </a:lnTo>
                  <a:lnTo>
                    <a:pt x="541" y="580"/>
                  </a:lnTo>
                  <a:lnTo>
                    <a:pt x="696" y="425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78"/>
                  </a:lnTo>
                  <a:lnTo>
                    <a:pt x="657" y="116"/>
                  </a:lnTo>
                  <a:lnTo>
                    <a:pt x="541" y="78"/>
                  </a:lnTo>
                  <a:lnTo>
                    <a:pt x="425" y="116"/>
                  </a:lnTo>
                  <a:lnTo>
                    <a:pt x="271" y="193"/>
                  </a:lnTo>
                  <a:lnTo>
                    <a:pt x="155" y="348"/>
                  </a:lnTo>
                  <a:lnTo>
                    <a:pt x="78" y="502"/>
                  </a:lnTo>
                  <a:lnTo>
                    <a:pt x="1" y="695"/>
                  </a:lnTo>
                  <a:lnTo>
                    <a:pt x="1" y="889"/>
                  </a:lnTo>
                  <a:lnTo>
                    <a:pt x="1" y="1082"/>
                  </a:lnTo>
                  <a:lnTo>
                    <a:pt x="39" y="1275"/>
                  </a:lnTo>
                  <a:lnTo>
                    <a:pt x="78" y="1429"/>
                  </a:lnTo>
                  <a:lnTo>
                    <a:pt x="194" y="1622"/>
                  </a:lnTo>
                  <a:lnTo>
                    <a:pt x="310" y="1777"/>
                  </a:lnTo>
                  <a:lnTo>
                    <a:pt x="464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043" y="2008"/>
                  </a:lnTo>
                  <a:lnTo>
                    <a:pt x="1236" y="1970"/>
                  </a:lnTo>
                  <a:lnTo>
                    <a:pt x="1429" y="1892"/>
                  </a:lnTo>
                  <a:lnTo>
                    <a:pt x="1584" y="1815"/>
                  </a:lnTo>
                  <a:lnTo>
                    <a:pt x="1738" y="1699"/>
                  </a:lnTo>
                  <a:lnTo>
                    <a:pt x="1893" y="1545"/>
                  </a:lnTo>
                  <a:lnTo>
                    <a:pt x="1970" y="1352"/>
                  </a:lnTo>
                  <a:lnTo>
                    <a:pt x="2047" y="1197"/>
                  </a:lnTo>
                  <a:lnTo>
                    <a:pt x="2086" y="1004"/>
                  </a:lnTo>
                  <a:lnTo>
                    <a:pt x="2047" y="811"/>
                  </a:lnTo>
                  <a:lnTo>
                    <a:pt x="1970" y="580"/>
                  </a:lnTo>
                  <a:lnTo>
                    <a:pt x="1893" y="425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78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11"/>
            <p:cNvSpPr/>
            <p:nvPr/>
          </p:nvSpPr>
          <p:spPr>
            <a:xfrm>
              <a:off x="1261400" y="125255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194"/>
                  </a:lnTo>
                  <a:lnTo>
                    <a:pt x="503" y="927"/>
                  </a:lnTo>
                  <a:lnTo>
                    <a:pt x="1043" y="1622"/>
                  </a:lnTo>
                  <a:lnTo>
                    <a:pt x="1700" y="2240"/>
                  </a:lnTo>
                  <a:lnTo>
                    <a:pt x="2356" y="2858"/>
                  </a:lnTo>
                  <a:lnTo>
                    <a:pt x="3090" y="3360"/>
                  </a:lnTo>
                  <a:lnTo>
                    <a:pt x="3901" y="3823"/>
                  </a:lnTo>
                  <a:lnTo>
                    <a:pt x="4673" y="4209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05"/>
                  </a:lnTo>
                  <a:lnTo>
                    <a:pt x="7685" y="4943"/>
                  </a:lnTo>
                  <a:lnTo>
                    <a:pt x="8110" y="4982"/>
                  </a:lnTo>
                  <a:lnTo>
                    <a:pt x="8535" y="4943"/>
                  </a:lnTo>
                  <a:lnTo>
                    <a:pt x="8998" y="4905"/>
                  </a:lnTo>
                  <a:lnTo>
                    <a:pt x="9423" y="4866"/>
                  </a:lnTo>
                  <a:lnTo>
                    <a:pt x="9848" y="4750"/>
                  </a:lnTo>
                  <a:lnTo>
                    <a:pt x="10272" y="4634"/>
                  </a:lnTo>
                  <a:lnTo>
                    <a:pt x="10658" y="4480"/>
                  </a:lnTo>
                  <a:lnTo>
                    <a:pt x="11083" y="4325"/>
                  </a:lnTo>
                  <a:lnTo>
                    <a:pt x="11469" y="4094"/>
                  </a:lnTo>
                  <a:lnTo>
                    <a:pt x="11856" y="3862"/>
                  </a:lnTo>
                  <a:lnTo>
                    <a:pt x="12242" y="3592"/>
                  </a:lnTo>
                  <a:lnTo>
                    <a:pt x="12319" y="3514"/>
                  </a:lnTo>
                  <a:lnTo>
                    <a:pt x="12435" y="3167"/>
                  </a:lnTo>
                  <a:lnTo>
                    <a:pt x="12280" y="3167"/>
                  </a:lnTo>
                  <a:lnTo>
                    <a:pt x="12203" y="3128"/>
                  </a:lnTo>
                  <a:lnTo>
                    <a:pt x="12126" y="3090"/>
                  </a:lnTo>
                  <a:lnTo>
                    <a:pt x="12010" y="3128"/>
                  </a:lnTo>
                  <a:lnTo>
                    <a:pt x="11933" y="3167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03"/>
                  </a:lnTo>
                  <a:lnTo>
                    <a:pt x="8342" y="4441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3" y="4325"/>
                  </a:lnTo>
                  <a:lnTo>
                    <a:pt x="6218" y="4248"/>
                  </a:lnTo>
                  <a:lnTo>
                    <a:pt x="5793" y="4132"/>
                  </a:lnTo>
                  <a:lnTo>
                    <a:pt x="5407" y="4016"/>
                  </a:lnTo>
                  <a:lnTo>
                    <a:pt x="4596" y="3669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11"/>
            <p:cNvSpPr/>
            <p:nvPr/>
          </p:nvSpPr>
          <p:spPr>
            <a:xfrm>
              <a:off x="1569350" y="1258350"/>
              <a:ext cx="92700" cy="136125"/>
            </a:xfrm>
            <a:custGeom>
              <a:avLst/>
              <a:gdLst/>
              <a:ahLst/>
              <a:cxnLst/>
              <a:rect l="l" t="t" r="r" b="b"/>
              <a:pathLst>
                <a:path w="3708" h="5445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67"/>
                  </a:lnTo>
                  <a:lnTo>
                    <a:pt x="1159" y="1815"/>
                  </a:lnTo>
                  <a:lnTo>
                    <a:pt x="1082" y="1892"/>
                  </a:lnTo>
                  <a:lnTo>
                    <a:pt x="1082" y="1969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201"/>
                  </a:lnTo>
                  <a:lnTo>
                    <a:pt x="812" y="2278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510"/>
                  </a:lnTo>
                  <a:lnTo>
                    <a:pt x="966" y="2549"/>
                  </a:lnTo>
                  <a:lnTo>
                    <a:pt x="1198" y="2626"/>
                  </a:lnTo>
                  <a:lnTo>
                    <a:pt x="1430" y="2703"/>
                  </a:lnTo>
                  <a:lnTo>
                    <a:pt x="1623" y="2858"/>
                  </a:lnTo>
                  <a:lnTo>
                    <a:pt x="1816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132"/>
                  </a:lnTo>
                  <a:lnTo>
                    <a:pt x="2009" y="4364"/>
                  </a:lnTo>
                  <a:lnTo>
                    <a:pt x="1893" y="4557"/>
                  </a:lnTo>
                  <a:lnTo>
                    <a:pt x="1739" y="4711"/>
                  </a:lnTo>
                  <a:lnTo>
                    <a:pt x="1545" y="4866"/>
                  </a:lnTo>
                  <a:lnTo>
                    <a:pt x="1314" y="4943"/>
                  </a:lnTo>
                  <a:lnTo>
                    <a:pt x="1198" y="4981"/>
                  </a:lnTo>
                  <a:lnTo>
                    <a:pt x="1082" y="4981"/>
                  </a:lnTo>
                  <a:lnTo>
                    <a:pt x="889" y="4904"/>
                  </a:lnTo>
                  <a:lnTo>
                    <a:pt x="773" y="4788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966" y="4132"/>
                  </a:lnTo>
                  <a:lnTo>
                    <a:pt x="1121" y="4093"/>
                  </a:lnTo>
                  <a:lnTo>
                    <a:pt x="1237" y="4055"/>
                  </a:lnTo>
                  <a:lnTo>
                    <a:pt x="1314" y="3939"/>
                  </a:lnTo>
                  <a:lnTo>
                    <a:pt x="1314" y="3784"/>
                  </a:lnTo>
                  <a:lnTo>
                    <a:pt x="1275" y="3746"/>
                  </a:lnTo>
                  <a:lnTo>
                    <a:pt x="1237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900"/>
                  </a:lnTo>
                  <a:lnTo>
                    <a:pt x="387" y="3977"/>
                  </a:lnTo>
                  <a:lnTo>
                    <a:pt x="310" y="4132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904"/>
                  </a:lnTo>
                  <a:lnTo>
                    <a:pt x="387" y="5097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30" y="5406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41" y="4866"/>
                  </a:lnTo>
                  <a:lnTo>
                    <a:pt x="2395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89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510"/>
                  </a:lnTo>
                  <a:lnTo>
                    <a:pt x="1739" y="2356"/>
                  </a:lnTo>
                  <a:lnTo>
                    <a:pt x="1507" y="2240"/>
                  </a:lnTo>
                  <a:lnTo>
                    <a:pt x="1275" y="2124"/>
                  </a:lnTo>
                  <a:lnTo>
                    <a:pt x="1623" y="2008"/>
                  </a:lnTo>
                  <a:lnTo>
                    <a:pt x="1932" y="1815"/>
                  </a:lnTo>
                  <a:lnTo>
                    <a:pt x="2279" y="1661"/>
                  </a:lnTo>
                  <a:lnTo>
                    <a:pt x="2549" y="1429"/>
                  </a:lnTo>
                  <a:lnTo>
                    <a:pt x="2820" y="1197"/>
                  </a:lnTo>
                  <a:lnTo>
                    <a:pt x="3129" y="966"/>
                  </a:lnTo>
                  <a:lnTo>
                    <a:pt x="3360" y="695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11"/>
            <p:cNvSpPr/>
            <p:nvPr/>
          </p:nvSpPr>
          <p:spPr>
            <a:xfrm>
              <a:off x="3876600" y="12602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9" y="3553"/>
                  </a:lnTo>
                  <a:lnTo>
                    <a:pt x="12434" y="3205"/>
                  </a:lnTo>
                  <a:lnTo>
                    <a:pt x="12357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2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6" y="4016"/>
                  </a:lnTo>
                  <a:lnTo>
                    <a:pt x="10040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5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11"/>
            <p:cNvSpPr/>
            <p:nvPr/>
          </p:nvSpPr>
          <p:spPr>
            <a:xfrm>
              <a:off x="4184550" y="1267025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1" y="2240"/>
                  </a:lnTo>
                  <a:lnTo>
                    <a:pt x="811" y="2356"/>
                  </a:lnTo>
                  <a:lnTo>
                    <a:pt x="811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0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9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6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2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2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11"/>
            <p:cNvSpPr/>
            <p:nvPr/>
          </p:nvSpPr>
          <p:spPr>
            <a:xfrm>
              <a:off x="3067625" y="1293100"/>
              <a:ext cx="105250" cy="105250"/>
            </a:xfrm>
            <a:custGeom>
              <a:avLst/>
              <a:gdLst/>
              <a:ahLst/>
              <a:cxnLst/>
              <a:rect l="l" t="t" r="r" b="b"/>
              <a:pathLst>
                <a:path w="4210" h="4210" extrusionOk="0">
                  <a:moveTo>
                    <a:pt x="2317" y="348"/>
                  </a:moveTo>
                  <a:lnTo>
                    <a:pt x="2472" y="425"/>
                  </a:lnTo>
                  <a:lnTo>
                    <a:pt x="2665" y="464"/>
                  </a:lnTo>
                  <a:lnTo>
                    <a:pt x="2819" y="579"/>
                  </a:lnTo>
                  <a:lnTo>
                    <a:pt x="2974" y="695"/>
                  </a:lnTo>
                  <a:lnTo>
                    <a:pt x="3128" y="811"/>
                  </a:lnTo>
                  <a:lnTo>
                    <a:pt x="3205" y="850"/>
                  </a:lnTo>
                  <a:lnTo>
                    <a:pt x="3360" y="1081"/>
                  </a:lnTo>
                  <a:lnTo>
                    <a:pt x="3553" y="1313"/>
                  </a:lnTo>
                  <a:lnTo>
                    <a:pt x="3669" y="1545"/>
                  </a:lnTo>
                  <a:lnTo>
                    <a:pt x="3784" y="1815"/>
                  </a:lnTo>
                  <a:lnTo>
                    <a:pt x="3823" y="2085"/>
                  </a:lnTo>
                  <a:lnTo>
                    <a:pt x="3823" y="2356"/>
                  </a:lnTo>
                  <a:lnTo>
                    <a:pt x="3784" y="2665"/>
                  </a:lnTo>
                  <a:lnTo>
                    <a:pt x="3669" y="2935"/>
                  </a:lnTo>
                  <a:lnTo>
                    <a:pt x="3476" y="3244"/>
                  </a:lnTo>
                  <a:lnTo>
                    <a:pt x="3205" y="3476"/>
                  </a:lnTo>
                  <a:lnTo>
                    <a:pt x="2896" y="3669"/>
                  </a:lnTo>
                  <a:lnTo>
                    <a:pt x="2587" y="3785"/>
                  </a:lnTo>
                  <a:lnTo>
                    <a:pt x="2201" y="3862"/>
                  </a:lnTo>
                  <a:lnTo>
                    <a:pt x="1854" y="3823"/>
                  </a:lnTo>
                  <a:lnTo>
                    <a:pt x="1506" y="3746"/>
                  </a:lnTo>
                  <a:lnTo>
                    <a:pt x="1197" y="3591"/>
                  </a:lnTo>
                  <a:lnTo>
                    <a:pt x="927" y="3398"/>
                  </a:lnTo>
                  <a:lnTo>
                    <a:pt x="695" y="3167"/>
                  </a:lnTo>
                  <a:lnTo>
                    <a:pt x="541" y="2858"/>
                  </a:lnTo>
                  <a:lnTo>
                    <a:pt x="425" y="2549"/>
                  </a:lnTo>
                  <a:lnTo>
                    <a:pt x="348" y="2240"/>
                  </a:lnTo>
                  <a:lnTo>
                    <a:pt x="348" y="1892"/>
                  </a:lnTo>
                  <a:lnTo>
                    <a:pt x="425" y="1583"/>
                  </a:lnTo>
                  <a:lnTo>
                    <a:pt x="541" y="1275"/>
                  </a:lnTo>
                  <a:lnTo>
                    <a:pt x="772" y="966"/>
                  </a:lnTo>
                  <a:lnTo>
                    <a:pt x="1081" y="695"/>
                  </a:lnTo>
                  <a:lnTo>
                    <a:pt x="1390" y="502"/>
                  </a:lnTo>
                  <a:lnTo>
                    <a:pt x="1738" y="386"/>
                  </a:lnTo>
                  <a:lnTo>
                    <a:pt x="2124" y="348"/>
                  </a:lnTo>
                  <a:close/>
                  <a:moveTo>
                    <a:pt x="1892" y="0"/>
                  </a:moveTo>
                  <a:lnTo>
                    <a:pt x="1545" y="77"/>
                  </a:lnTo>
                  <a:lnTo>
                    <a:pt x="1197" y="232"/>
                  </a:lnTo>
                  <a:lnTo>
                    <a:pt x="850" y="425"/>
                  </a:lnTo>
                  <a:lnTo>
                    <a:pt x="618" y="618"/>
                  </a:lnTo>
                  <a:lnTo>
                    <a:pt x="464" y="811"/>
                  </a:lnTo>
                  <a:lnTo>
                    <a:pt x="309" y="966"/>
                  </a:lnTo>
                  <a:lnTo>
                    <a:pt x="232" y="1159"/>
                  </a:lnTo>
                  <a:lnTo>
                    <a:pt x="116" y="1390"/>
                  </a:lnTo>
                  <a:lnTo>
                    <a:pt x="39" y="1815"/>
                  </a:lnTo>
                  <a:lnTo>
                    <a:pt x="0" y="2240"/>
                  </a:lnTo>
                  <a:lnTo>
                    <a:pt x="77" y="2665"/>
                  </a:lnTo>
                  <a:lnTo>
                    <a:pt x="232" y="3051"/>
                  </a:lnTo>
                  <a:lnTo>
                    <a:pt x="464" y="3437"/>
                  </a:lnTo>
                  <a:lnTo>
                    <a:pt x="618" y="3591"/>
                  </a:lnTo>
                  <a:lnTo>
                    <a:pt x="772" y="3746"/>
                  </a:lnTo>
                  <a:lnTo>
                    <a:pt x="1120" y="3978"/>
                  </a:lnTo>
                  <a:lnTo>
                    <a:pt x="1506" y="4132"/>
                  </a:lnTo>
                  <a:lnTo>
                    <a:pt x="1931" y="4209"/>
                  </a:lnTo>
                  <a:lnTo>
                    <a:pt x="2317" y="4209"/>
                  </a:lnTo>
                  <a:lnTo>
                    <a:pt x="2742" y="4132"/>
                  </a:lnTo>
                  <a:lnTo>
                    <a:pt x="3128" y="3978"/>
                  </a:lnTo>
                  <a:lnTo>
                    <a:pt x="3476" y="3785"/>
                  </a:lnTo>
                  <a:lnTo>
                    <a:pt x="3784" y="3476"/>
                  </a:lnTo>
                  <a:lnTo>
                    <a:pt x="3900" y="3321"/>
                  </a:lnTo>
                  <a:lnTo>
                    <a:pt x="4016" y="3128"/>
                  </a:lnTo>
                  <a:lnTo>
                    <a:pt x="4093" y="2935"/>
                  </a:lnTo>
                  <a:lnTo>
                    <a:pt x="4132" y="2703"/>
                  </a:lnTo>
                  <a:lnTo>
                    <a:pt x="4209" y="2279"/>
                  </a:lnTo>
                  <a:lnTo>
                    <a:pt x="4171" y="1854"/>
                  </a:lnTo>
                  <a:lnTo>
                    <a:pt x="4055" y="1429"/>
                  </a:lnTo>
                  <a:lnTo>
                    <a:pt x="3939" y="1236"/>
                  </a:lnTo>
                  <a:lnTo>
                    <a:pt x="3823" y="1043"/>
                  </a:lnTo>
                  <a:lnTo>
                    <a:pt x="3707" y="888"/>
                  </a:lnTo>
                  <a:lnTo>
                    <a:pt x="3553" y="734"/>
                  </a:lnTo>
                  <a:lnTo>
                    <a:pt x="3360" y="579"/>
                  </a:lnTo>
                  <a:lnTo>
                    <a:pt x="3167" y="502"/>
                  </a:lnTo>
                  <a:lnTo>
                    <a:pt x="3128" y="502"/>
                  </a:lnTo>
                  <a:lnTo>
                    <a:pt x="3051" y="348"/>
                  </a:lnTo>
                  <a:lnTo>
                    <a:pt x="2896" y="232"/>
                  </a:lnTo>
                  <a:lnTo>
                    <a:pt x="2780" y="116"/>
                  </a:lnTo>
                  <a:lnTo>
                    <a:pt x="2626" y="77"/>
                  </a:lnTo>
                  <a:lnTo>
                    <a:pt x="2433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11"/>
            <p:cNvSpPr/>
            <p:nvPr/>
          </p:nvSpPr>
          <p:spPr>
            <a:xfrm>
              <a:off x="686050" y="1295025"/>
              <a:ext cx="44425" cy="43475"/>
            </a:xfrm>
            <a:custGeom>
              <a:avLst/>
              <a:gdLst/>
              <a:ahLst/>
              <a:cxnLst/>
              <a:rect l="l" t="t" r="r" b="b"/>
              <a:pathLst>
                <a:path w="1777" h="1739" extrusionOk="0">
                  <a:moveTo>
                    <a:pt x="773" y="309"/>
                  </a:moveTo>
                  <a:lnTo>
                    <a:pt x="966" y="348"/>
                  </a:lnTo>
                  <a:lnTo>
                    <a:pt x="1159" y="464"/>
                  </a:lnTo>
                  <a:lnTo>
                    <a:pt x="1313" y="580"/>
                  </a:lnTo>
                  <a:lnTo>
                    <a:pt x="1390" y="773"/>
                  </a:lnTo>
                  <a:lnTo>
                    <a:pt x="1390" y="966"/>
                  </a:lnTo>
                  <a:lnTo>
                    <a:pt x="1352" y="1043"/>
                  </a:lnTo>
                  <a:lnTo>
                    <a:pt x="1275" y="1159"/>
                  </a:lnTo>
                  <a:lnTo>
                    <a:pt x="1197" y="1236"/>
                  </a:lnTo>
                  <a:lnTo>
                    <a:pt x="1082" y="1275"/>
                  </a:lnTo>
                  <a:lnTo>
                    <a:pt x="888" y="1352"/>
                  </a:lnTo>
                  <a:lnTo>
                    <a:pt x="695" y="1352"/>
                  </a:lnTo>
                  <a:lnTo>
                    <a:pt x="541" y="1236"/>
                  </a:lnTo>
                  <a:lnTo>
                    <a:pt x="425" y="1082"/>
                  </a:lnTo>
                  <a:lnTo>
                    <a:pt x="386" y="889"/>
                  </a:lnTo>
                  <a:lnTo>
                    <a:pt x="386" y="734"/>
                  </a:lnTo>
                  <a:lnTo>
                    <a:pt x="464" y="541"/>
                  </a:lnTo>
                  <a:lnTo>
                    <a:pt x="541" y="387"/>
                  </a:lnTo>
                  <a:lnTo>
                    <a:pt x="541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8" y="39"/>
                  </a:lnTo>
                  <a:lnTo>
                    <a:pt x="464" y="116"/>
                  </a:lnTo>
                  <a:lnTo>
                    <a:pt x="425" y="155"/>
                  </a:lnTo>
                  <a:lnTo>
                    <a:pt x="348" y="155"/>
                  </a:lnTo>
                  <a:lnTo>
                    <a:pt x="232" y="271"/>
                  </a:lnTo>
                  <a:lnTo>
                    <a:pt x="116" y="387"/>
                  </a:lnTo>
                  <a:lnTo>
                    <a:pt x="39" y="502"/>
                  </a:lnTo>
                  <a:lnTo>
                    <a:pt x="0" y="657"/>
                  </a:lnTo>
                  <a:lnTo>
                    <a:pt x="0" y="850"/>
                  </a:lnTo>
                  <a:lnTo>
                    <a:pt x="0" y="1004"/>
                  </a:lnTo>
                  <a:lnTo>
                    <a:pt x="39" y="1159"/>
                  </a:lnTo>
                  <a:lnTo>
                    <a:pt x="116" y="1313"/>
                  </a:lnTo>
                  <a:lnTo>
                    <a:pt x="193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8" y="1738"/>
                  </a:lnTo>
                  <a:lnTo>
                    <a:pt x="966" y="1738"/>
                  </a:lnTo>
                  <a:lnTo>
                    <a:pt x="1120" y="1700"/>
                  </a:lnTo>
                  <a:lnTo>
                    <a:pt x="1275" y="1622"/>
                  </a:lnTo>
                  <a:lnTo>
                    <a:pt x="1429" y="1545"/>
                  </a:lnTo>
                  <a:lnTo>
                    <a:pt x="1584" y="1391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27"/>
                  </a:lnTo>
                  <a:lnTo>
                    <a:pt x="1777" y="773"/>
                  </a:lnTo>
                  <a:lnTo>
                    <a:pt x="1738" y="580"/>
                  </a:lnTo>
                  <a:lnTo>
                    <a:pt x="1661" y="425"/>
                  </a:lnTo>
                  <a:lnTo>
                    <a:pt x="1545" y="271"/>
                  </a:lnTo>
                  <a:lnTo>
                    <a:pt x="1429" y="155"/>
                  </a:lnTo>
                  <a:lnTo>
                    <a:pt x="1275" y="78"/>
                  </a:lnTo>
                  <a:lnTo>
                    <a:pt x="1120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11"/>
            <p:cNvSpPr/>
            <p:nvPr/>
          </p:nvSpPr>
          <p:spPr>
            <a:xfrm>
              <a:off x="691825" y="1300825"/>
              <a:ext cx="114925" cy="285775"/>
            </a:xfrm>
            <a:custGeom>
              <a:avLst/>
              <a:gdLst/>
              <a:ahLst/>
              <a:cxnLst/>
              <a:rect l="l" t="t" r="r" b="b"/>
              <a:pathLst>
                <a:path w="4597" h="11431" extrusionOk="0">
                  <a:moveTo>
                    <a:pt x="3631" y="888"/>
                  </a:moveTo>
                  <a:lnTo>
                    <a:pt x="3708" y="2008"/>
                  </a:lnTo>
                  <a:lnTo>
                    <a:pt x="3824" y="3128"/>
                  </a:lnTo>
                  <a:lnTo>
                    <a:pt x="3940" y="4248"/>
                  </a:lnTo>
                  <a:lnTo>
                    <a:pt x="4017" y="5406"/>
                  </a:lnTo>
                  <a:lnTo>
                    <a:pt x="4056" y="6603"/>
                  </a:lnTo>
                  <a:lnTo>
                    <a:pt x="4056" y="7260"/>
                  </a:lnTo>
                  <a:lnTo>
                    <a:pt x="3978" y="7878"/>
                  </a:lnTo>
                  <a:lnTo>
                    <a:pt x="3901" y="8534"/>
                  </a:lnTo>
                  <a:lnTo>
                    <a:pt x="3747" y="9152"/>
                  </a:lnTo>
                  <a:lnTo>
                    <a:pt x="3515" y="9731"/>
                  </a:lnTo>
                  <a:lnTo>
                    <a:pt x="3245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2"/>
                  </a:lnTo>
                  <a:lnTo>
                    <a:pt x="1623" y="10696"/>
                  </a:lnTo>
                  <a:lnTo>
                    <a:pt x="1353" y="10503"/>
                  </a:lnTo>
                  <a:lnTo>
                    <a:pt x="1121" y="10233"/>
                  </a:lnTo>
                  <a:lnTo>
                    <a:pt x="966" y="9963"/>
                  </a:lnTo>
                  <a:lnTo>
                    <a:pt x="851" y="9692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95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9" y="4055"/>
                  </a:lnTo>
                  <a:lnTo>
                    <a:pt x="580" y="2780"/>
                  </a:lnTo>
                  <a:lnTo>
                    <a:pt x="542" y="2742"/>
                  </a:lnTo>
                  <a:lnTo>
                    <a:pt x="580" y="2742"/>
                  </a:lnTo>
                  <a:lnTo>
                    <a:pt x="1353" y="2356"/>
                  </a:lnTo>
                  <a:lnTo>
                    <a:pt x="2163" y="1931"/>
                  </a:lnTo>
                  <a:lnTo>
                    <a:pt x="2936" y="1429"/>
                  </a:lnTo>
                  <a:lnTo>
                    <a:pt x="3283" y="1159"/>
                  </a:lnTo>
                  <a:lnTo>
                    <a:pt x="3631" y="888"/>
                  </a:lnTo>
                  <a:close/>
                  <a:moveTo>
                    <a:pt x="3978" y="0"/>
                  </a:moveTo>
                  <a:lnTo>
                    <a:pt x="3901" y="39"/>
                  </a:lnTo>
                  <a:lnTo>
                    <a:pt x="3476" y="309"/>
                  </a:lnTo>
                  <a:lnTo>
                    <a:pt x="3052" y="657"/>
                  </a:lnTo>
                  <a:lnTo>
                    <a:pt x="2627" y="966"/>
                  </a:lnTo>
                  <a:lnTo>
                    <a:pt x="2202" y="1313"/>
                  </a:lnTo>
                  <a:lnTo>
                    <a:pt x="1314" y="1892"/>
                  </a:lnTo>
                  <a:lnTo>
                    <a:pt x="426" y="2472"/>
                  </a:lnTo>
                  <a:lnTo>
                    <a:pt x="349" y="2549"/>
                  </a:lnTo>
                  <a:lnTo>
                    <a:pt x="349" y="2626"/>
                  </a:lnTo>
                  <a:lnTo>
                    <a:pt x="271" y="2665"/>
                  </a:lnTo>
                  <a:lnTo>
                    <a:pt x="233" y="2780"/>
                  </a:lnTo>
                  <a:lnTo>
                    <a:pt x="194" y="3823"/>
                  </a:lnTo>
                  <a:lnTo>
                    <a:pt x="155" y="4827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7"/>
                  </a:lnTo>
                  <a:lnTo>
                    <a:pt x="155" y="7685"/>
                  </a:lnTo>
                  <a:lnTo>
                    <a:pt x="155" y="8418"/>
                  </a:lnTo>
                  <a:lnTo>
                    <a:pt x="233" y="9152"/>
                  </a:lnTo>
                  <a:lnTo>
                    <a:pt x="310" y="9615"/>
                  </a:lnTo>
                  <a:lnTo>
                    <a:pt x="503" y="10079"/>
                  </a:lnTo>
                  <a:lnTo>
                    <a:pt x="735" y="10503"/>
                  </a:lnTo>
                  <a:lnTo>
                    <a:pt x="1044" y="10890"/>
                  </a:lnTo>
                  <a:lnTo>
                    <a:pt x="1198" y="11044"/>
                  </a:lnTo>
                  <a:lnTo>
                    <a:pt x="1391" y="11198"/>
                  </a:lnTo>
                  <a:lnTo>
                    <a:pt x="1623" y="11314"/>
                  </a:lnTo>
                  <a:lnTo>
                    <a:pt x="1816" y="11392"/>
                  </a:lnTo>
                  <a:lnTo>
                    <a:pt x="2048" y="11430"/>
                  </a:lnTo>
                  <a:lnTo>
                    <a:pt x="2279" y="11430"/>
                  </a:lnTo>
                  <a:lnTo>
                    <a:pt x="2550" y="11392"/>
                  </a:lnTo>
                  <a:lnTo>
                    <a:pt x="2820" y="11314"/>
                  </a:lnTo>
                  <a:lnTo>
                    <a:pt x="3052" y="11198"/>
                  </a:lnTo>
                  <a:lnTo>
                    <a:pt x="3283" y="11044"/>
                  </a:lnTo>
                  <a:lnTo>
                    <a:pt x="3476" y="10851"/>
                  </a:lnTo>
                  <a:lnTo>
                    <a:pt x="3669" y="10658"/>
                  </a:lnTo>
                  <a:lnTo>
                    <a:pt x="3824" y="10388"/>
                  </a:lnTo>
                  <a:lnTo>
                    <a:pt x="3978" y="10117"/>
                  </a:lnTo>
                  <a:lnTo>
                    <a:pt x="4171" y="9538"/>
                  </a:lnTo>
                  <a:lnTo>
                    <a:pt x="4326" y="8920"/>
                  </a:lnTo>
                  <a:lnTo>
                    <a:pt x="4442" y="8302"/>
                  </a:lnTo>
                  <a:lnTo>
                    <a:pt x="4519" y="7723"/>
                  </a:lnTo>
                  <a:lnTo>
                    <a:pt x="4558" y="7221"/>
                  </a:lnTo>
                  <a:lnTo>
                    <a:pt x="4596" y="6642"/>
                  </a:lnTo>
                  <a:lnTo>
                    <a:pt x="4596" y="6101"/>
                  </a:lnTo>
                  <a:lnTo>
                    <a:pt x="4519" y="4981"/>
                  </a:lnTo>
                  <a:lnTo>
                    <a:pt x="4442" y="3862"/>
                  </a:lnTo>
                  <a:lnTo>
                    <a:pt x="4326" y="2780"/>
                  </a:lnTo>
                  <a:lnTo>
                    <a:pt x="4287" y="2394"/>
                  </a:lnTo>
                  <a:lnTo>
                    <a:pt x="4210" y="1468"/>
                  </a:lnTo>
                  <a:lnTo>
                    <a:pt x="4133" y="541"/>
                  </a:lnTo>
                  <a:lnTo>
                    <a:pt x="4094" y="386"/>
                  </a:lnTo>
                  <a:lnTo>
                    <a:pt x="4133" y="348"/>
                  </a:lnTo>
                  <a:lnTo>
                    <a:pt x="4171" y="270"/>
                  </a:lnTo>
                  <a:lnTo>
                    <a:pt x="4210" y="193"/>
                  </a:lnTo>
                  <a:lnTo>
                    <a:pt x="4171" y="77"/>
                  </a:lnTo>
                  <a:lnTo>
                    <a:pt x="4094" y="39"/>
                  </a:lnTo>
                  <a:lnTo>
                    <a:pt x="40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11"/>
            <p:cNvSpPr/>
            <p:nvPr/>
          </p:nvSpPr>
          <p:spPr>
            <a:xfrm>
              <a:off x="635850" y="1347150"/>
              <a:ext cx="42500" cy="41550"/>
            </a:xfrm>
            <a:custGeom>
              <a:avLst/>
              <a:gdLst/>
              <a:ahLst/>
              <a:cxnLst/>
              <a:rect l="l" t="t" r="r" b="b"/>
              <a:pathLst>
                <a:path w="1700" h="1662" extrusionOk="0">
                  <a:moveTo>
                    <a:pt x="1004" y="387"/>
                  </a:moveTo>
                  <a:lnTo>
                    <a:pt x="1120" y="425"/>
                  </a:lnTo>
                  <a:lnTo>
                    <a:pt x="1159" y="464"/>
                  </a:lnTo>
                  <a:lnTo>
                    <a:pt x="1236" y="541"/>
                  </a:lnTo>
                  <a:lnTo>
                    <a:pt x="1313" y="734"/>
                  </a:lnTo>
                  <a:lnTo>
                    <a:pt x="1313" y="927"/>
                  </a:lnTo>
                  <a:lnTo>
                    <a:pt x="1236" y="1082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8" y="1275"/>
                  </a:lnTo>
                  <a:lnTo>
                    <a:pt x="695" y="1236"/>
                  </a:lnTo>
                  <a:lnTo>
                    <a:pt x="541" y="1121"/>
                  </a:lnTo>
                  <a:lnTo>
                    <a:pt x="464" y="1082"/>
                  </a:lnTo>
                  <a:lnTo>
                    <a:pt x="425" y="966"/>
                  </a:lnTo>
                  <a:lnTo>
                    <a:pt x="386" y="889"/>
                  </a:lnTo>
                  <a:lnTo>
                    <a:pt x="386" y="773"/>
                  </a:lnTo>
                  <a:lnTo>
                    <a:pt x="425" y="541"/>
                  </a:lnTo>
                  <a:lnTo>
                    <a:pt x="541" y="580"/>
                  </a:lnTo>
                  <a:lnTo>
                    <a:pt x="618" y="541"/>
                  </a:lnTo>
                  <a:lnTo>
                    <a:pt x="773" y="425"/>
                  </a:lnTo>
                  <a:lnTo>
                    <a:pt x="927" y="387"/>
                  </a:lnTo>
                  <a:close/>
                  <a:moveTo>
                    <a:pt x="734" y="1"/>
                  </a:moveTo>
                  <a:lnTo>
                    <a:pt x="618" y="39"/>
                  </a:lnTo>
                  <a:lnTo>
                    <a:pt x="502" y="117"/>
                  </a:lnTo>
                  <a:lnTo>
                    <a:pt x="348" y="194"/>
                  </a:lnTo>
                  <a:lnTo>
                    <a:pt x="232" y="310"/>
                  </a:lnTo>
                  <a:lnTo>
                    <a:pt x="155" y="425"/>
                  </a:lnTo>
                  <a:lnTo>
                    <a:pt x="78" y="580"/>
                  </a:lnTo>
                  <a:lnTo>
                    <a:pt x="39" y="696"/>
                  </a:lnTo>
                  <a:lnTo>
                    <a:pt x="0" y="850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3" y="1352"/>
                  </a:lnTo>
                  <a:lnTo>
                    <a:pt x="309" y="1468"/>
                  </a:lnTo>
                  <a:lnTo>
                    <a:pt x="464" y="1584"/>
                  </a:lnTo>
                  <a:lnTo>
                    <a:pt x="657" y="1623"/>
                  </a:lnTo>
                  <a:lnTo>
                    <a:pt x="811" y="1661"/>
                  </a:lnTo>
                  <a:lnTo>
                    <a:pt x="1004" y="1661"/>
                  </a:lnTo>
                  <a:lnTo>
                    <a:pt x="1197" y="1584"/>
                  </a:lnTo>
                  <a:lnTo>
                    <a:pt x="1352" y="1507"/>
                  </a:lnTo>
                  <a:lnTo>
                    <a:pt x="1468" y="1391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699" y="927"/>
                  </a:lnTo>
                  <a:lnTo>
                    <a:pt x="1699" y="734"/>
                  </a:lnTo>
                  <a:lnTo>
                    <a:pt x="1661" y="541"/>
                  </a:lnTo>
                  <a:lnTo>
                    <a:pt x="1584" y="387"/>
                  </a:lnTo>
                  <a:lnTo>
                    <a:pt x="1506" y="232"/>
                  </a:lnTo>
                  <a:lnTo>
                    <a:pt x="1390" y="155"/>
                  </a:lnTo>
                  <a:lnTo>
                    <a:pt x="1275" y="78"/>
                  </a:lnTo>
                  <a:lnTo>
                    <a:pt x="10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11"/>
            <p:cNvSpPr/>
            <p:nvPr/>
          </p:nvSpPr>
          <p:spPr>
            <a:xfrm>
              <a:off x="444700" y="13741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71" y="1"/>
                  </a:moveTo>
                  <a:lnTo>
                    <a:pt x="116" y="40"/>
                  </a:lnTo>
                  <a:lnTo>
                    <a:pt x="39" y="117"/>
                  </a:lnTo>
                  <a:lnTo>
                    <a:pt x="1" y="233"/>
                  </a:lnTo>
                  <a:lnTo>
                    <a:pt x="39" y="387"/>
                  </a:lnTo>
                  <a:lnTo>
                    <a:pt x="348" y="889"/>
                  </a:lnTo>
                  <a:lnTo>
                    <a:pt x="657" y="1391"/>
                  </a:lnTo>
                  <a:lnTo>
                    <a:pt x="1005" y="1854"/>
                  </a:lnTo>
                  <a:lnTo>
                    <a:pt x="1391" y="2318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4" y="3553"/>
                  </a:lnTo>
                  <a:lnTo>
                    <a:pt x="3167" y="3901"/>
                  </a:lnTo>
                  <a:lnTo>
                    <a:pt x="3553" y="3747"/>
                  </a:lnTo>
                  <a:lnTo>
                    <a:pt x="2781" y="3013"/>
                  </a:lnTo>
                  <a:lnTo>
                    <a:pt x="2047" y="2241"/>
                  </a:lnTo>
                  <a:lnTo>
                    <a:pt x="1352" y="1430"/>
                  </a:lnTo>
                  <a:lnTo>
                    <a:pt x="1043" y="1005"/>
                  </a:lnTo>
                  <a:lnTo>
                    <a:pt x="734" y="542"/>
                  </a:lnTo>
                  <a:lnTo>
                    <a:pt x="1622" y="696"/>
                  </a:lnTo>
                  <a:lnTo>
                    <a:pt x="2511" y="889"/>
                  </a:lnTo>
                  <a:lnTo>
                    <a:pt x="3013" y="1044"/>
                  </a:lnTo>
                  <a:lnTo>
                    <a:pt x="3515" y="1198"/>
                  </a:lnTo>
                  <a:lnTo>
                    <a:pt x="4017" y="1352"/>
                  </a:lnTo>
                  <a:lnTo>
                    <a:pt x="4480" y="1507"/>
                  </a:lnTo>
                  <a:lnTo>
                    <a:pt x="4596" y="1507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5" y="1507"/>
                  </a:lnTo>
                  <a:lnTo>
                    <a:pt x="4943" y="1430"/>
                  </a:lnTo>
                  <a:lnTo>
                    <a:pt x="4634" y="1159"/>
                  </a:lnTo>
                  <a:lnTo>
                    <a:pt x="4171" y="850"/>
                  </a:lnTo>
                  <a:lnTo>
                    <a:pt x="3630" y="619"/>
                  </a:lnTo>
                  <a:lnTo>
                    <a:pt x="3090" y="464"/>
                  </a:lnTo>
                  <a:lnTo>
                    <a:pt x="2511" y="310"/>
                  </a:lnTo>
                  <a:lnTo>
                    <a:pt x="1931" y="194"/>
                  </a:lnTo>
                  <a:lnTo>
                    <a:pt x="1352" y="117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11"/>
            <p:cNvSpPr/>
            <p:nvPr/>
          </p:nvSpPr>
          <p:spPr>
            <a:xfrm>
              <a:off x="5333350" y="138867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5"/>
                  </a:moveTo>
                  <a:lnTo>
                    <a:pt x="23633" y="1467"/>
                  </a:lnTo>
                  <a:lnTo>
                    <a:pt x="23941" y="2008"/>
                  </a:lnTo>
                  <a:lnTo>
                    <a:pt x="23787" y="2163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2" y="1969"/>
                  </a:lnTo>
                  <a:lnTo>
                    <a:pt x="23015" y="1815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4"/>
                  </a:lnTo>
                  <a:lnTo>
                    <a:pt x="23169" y="1120"/>
                  </a:lnTo>
                  <a:lnTo>
                    <a:pt x="23285" y="965"/>
                  </a:lnTo>
                  <a:close/>
                  <a:moveTo>
                    <a:pt x="24096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7"/>
                  </a:lnTo>
                  <a:lnTo>
                    <a:pt x="24096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0"/>
                  </a:lnTo>
                  <a:lnTo>
                    <a:pt x="16566" y="5406"/>
                  </a:lnTo>
                  <a:lnTo>
                    <a:pt x="16296" y="5445"/>
                  </a:lnTo>
                  <a:lnTo>
                    <a:pt x="15639" y="5522"/>
                  </a:lnTo>
                  <a:lnTo>
                    <a:pt x="15639" y="5483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5" y="5175"/>
                  </a:lnTo>
                  <a:lnTo>
                    <a:pt x="15832" y="5097"/>
                  </a:lnTo>
                  <a:lnTo>
                    <a:pt x="15948" y="5020"/>
                  </a:lnTo>
                  <a:lnTo>
                    <a:pt x="16064" y="4981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522"/>
                  </a:lnTo>
                  <a:lnTo>
                    <a:pt x="24057" y="5445"/>
                  </a:lnTo>
                  <a:lnTo>
                    <a:pt x="23903" y="5290"/>
                  </a:lnTo>
                  <a:lnTo>
                    <a:pt x="23826" y="5097"/>
                  </a:lnTo>
                  <a:lnTo>
                    <a:pt x="23787" y="4981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2" y="5638"/>
                  </a:lnTo>
                  <a:lnTo>
                    <a:pt x="17570" y="5522"/>
                  </a:lnTo>
                  <a:lnTo>
                    <a:pt x="17029" y="5445"/>
                  </a:lnTo>
                  <a:lnTo>
                    <a:pt x="17068" y="5290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3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6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599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6"/>
                  </a:lnTo>
                  <a:lnTo>
                    <a:pt x="19385" y="5831"/>
                  </a:lnTo>
                  <a:lnTo>
                    <a:pt x="19385" y="5985"/>
                  </a:lnTo>
                  <a:lnTo>
                    <a:pt x="19346" y="6178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6"/>
                  </a:lnTo>
                  <a:lnTo>
                    <a:pt x="18844" y="5522"/>
                  </a:lnTo>
                  <a:lnTo>
                    <a:pt x="18999" y="5483"/>
                  </a:lnTo>
                  <a:close/>
                  <a:moveTo>
                    <a:pt x="20196" y="6063"/>
                  </a:moveTo>
                  <a:lnTo>
                    <a:pt x="20350" y="6101"/>
                  </a:lnTo>
                  <a:lnTo>
                    <a:pt x="20466" y="6140"/>
                  </a:lnTo>
                  <a:lnTo>
                    <a:pt x="20543" y="6178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0"/>
                  </a:lnTo>
                  <a:lnTo>
                    <a:pt x="19848" y="6294"/>
                  </a:lnTo>
                  <a:lnTo>
                    <a:pt x="19887" y="6178"/>
                  </a:lnTo>
                  <a:lnTo>
                    <a:pt x="20003" y="6140"/>
                  </a:lnTo>
                  <a:lnTo>
                    <a:pt x="20080" y="6101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1" y="5985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1" y="6294"/>
                  </a:lnTo>
                  <a:lnTo>
                    <a:pt x="23748" y="6565"/>
                  </a:lnTo>
                  <a:lnTo>
                    <a:pt x="23517" y="6796"/>
                  </a:lnTo>
                  <a:lnTo>
                    <a:pt x="23246" y="6989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8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78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6"/>
                  </a:lnTo>
                  <a:lnTo>
                    <a:pt x="12627" y="6680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59" y="6217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719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44"/>
                  </a:lnTo>
                  <a:lnTo>
                    <a:pt x="22551" y="7221"/>
                  </a:lnTo>
                  <a:lnTo>
                    <a:pt x="22165" y="7260"/>
                  </a:lnTo>
                  <a:lnTo>
                    <a:pt x="21779" y="7221"/>
                  </a:lnTo>
                  <a:lnTo>
                    <a:pt x="21393" y="7105"/>
                  </a:lnTo>
                  <a:lnTo>
                    <a:pt x="21470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414"/>
                  </a:moveTo>
                  <a:lnTo>
                    <a:pt x="12473" y="7453"/>
                  </a:lnTo>
                  <a:lnTo>
                    <a:pt x="12125" y="7993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09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3"/>
                  </a:lnTo>
                  <a:lnTo>
                    <a:pt x="11816" y="7607"/>
                  </a:lnTo>
                  <a:lnTo>
                    <a:pt x="11894" y="7530"/>
                  </a:lnTo>
                  <a:lnTo>
                    <a:pt x="12009" y="7453"/>
                  </a:lnTo>
                  <a:lnTo>
                    <a:pt x="12164" y="7414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1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2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7"/>
                  </a:lnTo>
                  <a:close/>
                  <a:moveTo>
                    <a:pt x="3785" y="9770"/>
                  </a:moveTo>
                  <a:lnTo>
                    <a:pt x="3900" y="9808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32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5"/>
                  </a:lnTo>
                  <a:lnTo>
                    <a:pt x="5097" y="10774"/>
                  </a:lnTo>
                  <a:lnTo>
                    <a:pt x="5136" y="10889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928"/>
                  </a:lnTo>
                  <a:lnTo>
                    <a:pt x="4441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19"/>
                  </a:moveTo>
                  <a:lnTo>
                    <a:pt x="10967" y="11198"/>
                  </a:lnTo>
                  <a:lnTo>
                    <a:pt x="10735" y="11739"/>
                  </a:lnTo>
                  <a:lnTo>
                    <a:pt x="10658" y="11700"/>
                  </a:lnTo>
                  <a:lnTo>
                    <a:pt x="10504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2"/>
                  </a:lnTo>
                  <a:lnTo>
                    <a:pt x="10735" y="10696"/>
                  </a:lnTo>
                  <a:lnTo>
                    <a:pt x="10928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09"/>
                  </a:lnTo>
                  <a:lnTo>
                    <a:pt x="6410" y="12241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0"/>
                  </a:lnTo>
                  <a:lnTo>
                    <a:pt x="5445" y="11623"/>
                  </a:lnTo>
                  <a:lnTo>
                    <a:pt x="5561" y="11546"/>
                  </a:lnTo>
                  <a:lnTo>
                    <a:pt x="5638" y="11507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39" y="13206"/>
                  </a:lnTo>
                  <a:lnTo>
                    <a:pt x="7337" y="13013"/>
                  </a:lnTo>
                  <a:lnTo>
                    <a:pt x="6835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3" y="12627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6"/>
                  </a:lnTo>
                  <a:lnTo>
                    <a:pt x="9229" y="13129"/>
                  </a:lnTo>
                  <a:lnTo>
                    <a:pt x="9268" y="13206"/>
                  </a:lnTo>
                  <a:lnTo>
                    <a:pt x="9036" y="13284"/>
                  </a:lnTo>
                  <a:lnTo>
                    <a:pt x="8804" y="13322"/>
                  </a:lnTo>
                  <a:lnTo>
                    <a:pt x="8573" y="13322"/>
                  </a:lnTo>
                  <a:lnTo>
                    <a:pt x="8302" y="13284"/>
                  </a:lnTo>
                  <a:lnTo>
                    <a:pt x="8302" y="13206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704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6" y="0"/>
                  </a:moveTo>
                  <a:lnTo>
                    <a:pt x="22899" y="39"/>
                  </a:lnTo>
                  <a:lnTo>
                    <a:pt x="22822" y="77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2"/>
                  </a:lnTo>
                  <a:lnTo>
                    <a:pt x="22783" y="965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0" y="2278"/>
                  </a:lnTo>
                  <a:lnTo>
                    <a:pt x="23053" y="2394"/>
                  </a:lnTo>
                  <a:lnTo>
                    <a:pt x="23246" y="2510"/>
                  </a:lnTo>
                  <a:lnTo>
                    <a:pt x="23478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82"/>
                  </a:lnTo>
                  <a:lnTo>
                    <a:pt x="23439" y="3514"/>
                  </a:lnTo>
                  <a:lnTo>
                    <a:pt x="23555" y="3707"/>
                  </a:lnTo>
                  <a:lnTo>
                    <a:pt x="23748" y="3900"/>
                  </a:lnTo>
                  <a:lnTo>
                    <a:pt x="23980" y="4016"/>
                  </a:lnTo>
                  <a:lnTo>
                    <a:pt x="23748" y="4209"/>
                  </a:lnTo>
                  <a:lnTo>
                    <a:pt x="23555" y="4479"/>
                  </a:lnTo>
                  <a:lnTo>
                    <a:pt x="23478" y="4750"/>
                  </a:lnTo>
                  <a:lnTo>
                    <a:pt x="23439" y="4904"/>
                  </a:lnTo>
                  <a:lnTo>
                    <a:pt x="23439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1" y="5522"/>
                  </a:lnTo>
                  <a:lnTo>
                    <a:pt x="23169" y="5561"/>
                  </a:lnTo>
                  <a:lnTo>
                    <a:pt x="22976" y="5715"/>
                  </a:lnTo>
                  <a:lnTo>
                    <a:pt x="22783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4" y="6294"/>
                  </a:lnTo>
                  <a:lnTo>
                    <a:pt x="22320" y="6256"/>
                  </a:lnTo>
                  <a:lnTo>
                    <a:pt x="22165" y="6217"/>
                  </a:lnTo>
                  <a:lnTo>
                    <a:pt x="21972" y="6217"/>
                  </a:lnTo>
                  <a:lnTo>
                    <a:pt x="21740" y="6294"/>
                  </a:lnTo>
                  <a:lnTo>
                    <a:pt x="21509" y="6410"/>
                  </a:lnTo>
                  <a:lnTo>
                    <a:pt x="21354" y="6565"/>
                  </a:lnTo>
                  <a:lnTo>
                    <a:pt x="21200" y="6796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4"/>
                  </a:lnTo>
                  <a:lnTo>
                    <a:pt x="20736" y="5908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4" y="5754"/>
                  </a:lnTo>
                  <a:lnTo>
                    <a:pt x="20080" y="5792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3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0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1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5"/>
                  </a:lnTo>
                  <a:lnTo>
                    <a:pt x="17802" y="4557"/>
                  </a:lnTo>
                  <a:lnTo>
                    <a:pt x="17647" y="4518"/>
                  </a:lnTo>
                  <a:lnTo>
                    <a:pt x="17493" y="4557"/>
                  </a:lnTo>
                  <a:lnTo>
                    <a:pt x="17377" y="4595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7"/>
                  </a:lnTo>
                  <a:lnTo>
                    <a:pt x="16759" y="4943"/>
                  </a:lnTo>
                  <a:lnTo>
                    <a:pt x="16605" y="4788"/>
                  </a:lnTo>
                  <a:lnTo>
                    <a:pt x="16450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1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1"/>
                  </a:lnTo>
                  <a:lnTo>
                    <a:pt x="14635" y="4943"/>
                  </a:lnTo>
                  <a:lnTo>
                    <a:pt x="14442" y="4981"/>
                  </a:lnTo>
                  <a:lnTo>
                    <a:pt x="14288" y="5020"/>
                  </a:lnTo>
                  <a:lnTo>
                    <a:pt x="14133" y="5097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7"/>
                  </a:lnTo>
                  <a:lnTo>
                    <a:pt x="12357" y="6372"/>
                  </a:lnTo>
                  <a:lnTo>
                    <a:pt x="12357" y="6526"/>
                  </a:lnTo>
                  <a:lnTo>
                    <a:pt x="12357" y="6680"/>
                  </a:lnTo>
                  <a:lnTo>
                    <a:pt x="12357" y="6835"/>
                  </a:lnTo>
                  <a:lnTo>
                    <a:pt x="12434" y="6989"/>
                  </a:lnTo>
                  <a:lnTo>
                    <a:pt x="12164" y="7028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414"/>
                  </a:lnTo>
                  <a:lnTo>
                    <a:pt x="11392" y="7530"/>
                  </a:lnTo>
                  <a:lnTo>
                    <a:pt x="11353" y="7684"/>
                  </a:lnTo>
                  <a:lnTo>
                    <a:pt x="11314" y="7839"/>
                  </a:lnTo>
                  <a:lnTo>
                    <a:pt x="11276" y="7993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57"/>
                  </a:lnTo>
                  <a:lnTo>
                    <a:pt x="11469" y="8611"/>
                  </a:lnTo>
                  <a:lnTo>
                    <a:pt x="11199" y="8650"/>
                  </a:lnTo>
                  <a:lnTo>
                    <a:pt x="10967" y="8804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3"/>
                  </a:lnTo>
                  <a:lnTo>
                    <a:pt x="10619" y="10310"/>
                  </a:lnTo>
                  <a:lnTo>
                    <a:pt x="10426" y="10426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5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4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2" y="12087"/>
                  </a:lnTo>
                  <a:lnTo>
                    <a:pt x="9384" y="12202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95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4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202"/>
                  </a:lnTo>
                  <a:lnTo>
                    <a:pt x="6990" y="12280"/>
                  </a:lnTo>
                  <a:lnTo>
                    <a:pt x="6796" y="12434"/>
                  </a:lnTo>
                  <a:lnTo>
                    <a:pt x="6796" y="12048"/>
                  </a:lnTo>
                  <a:lnTo>
                    <a:pt x="6758" y="11893"/>
                  </a:lnTo>
                  <a:lnTo>
                    <a:pt x="6681" y="11700"/>
                  </a:lnTo>
                  <a:lnTo>
                    <a:pt x="6603" y="11546"/>
                  </a:lnTo>
                  <a:lnTo>
                    <a:pt x="6526" y="11430"/>
                  </a:lnTo>
                  <a:lnTo>
                    <a:pt x="6372" y="11314"/>
                  </a:lnTo>
                  <a:lnTo>
                    <a:pt x="6217" y="11198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7"/>
                  </a:lnTo>
                  <a:lnTo>
                    <a:pt x="5522" y="10967"/>
                  </a:lnTo>
                  <a:lnTo>
                    <a:pt x="5445" y="10735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88"/>
                  </a:lnTo>
                  <a:lnTo>
                    <a:pt x="4943" y="10310"/>
                  </a:lnTo>
                  <a:lnTo>
                    <a:pt x="4827" y="10310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499"/>
                  </a:lnTo>
                  <a:lnTo>
                    <a:pt x="3900" y="9461"/>
                  </a:lnTo>
                  <a:lnTo>
                    <a:pt x="3746" y="9422"/>
                  </a:lnTo>
                  <a:lnTo>
                    <a:pt x="3591" y="9422"/>
                  </a:lnTo>
                  <a:lnTo>
                    <a:pt x="3398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70"/>
                  </a:lnTo>
                  <a:lnTo>
                    <a:pt x="2974" y="9615"/>
                  </a:lnTo>
                  <a:lnTo>
                    <a:pt x="2896" y="9461"/>
                  </a:lnTo>
                  <a:lnTo>
                    <a:pt x="2781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9036"/>
                  </a:lnTo>
                  <a:lnTo>
                    <a:pt x="1854" y="9113"/>
                  </a:lnTo>
                  <a:lnTo>
                    <a:pt x="1699" y="9190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1"/>
                  </a:lnTo>
                  <a:lnTo>
                    <a:pt x="1352" y="9924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0"/>
                  </a:lnTo>
                  <a:lnTo>
                    <a:pt x="386" y="10426"/>
                  </a:lnTo>
                  <a:lnTo>
                    <a:pt x="271" y="10581"/>
                  </a:lnTo>
                  <a:lnTo>
                    <a:pt x="116" y="10889"/>
                  </a:lnTo>
                  <a:lnTo>
                    <a:pt x="0" y="11237"/>
                  </a:lnTo>
                  <a:lnTo>
                    <a:pt x="0" y="11585"/>
                  </a:lnTo>
                  <a:lnTo>
                    <a:pt x="77" y="11932"/>
                  </a:lnTo>
                  <a:lnTo>
                    <a:pt x="193" y="12241"/>
                  </a:lnTo>
                  <a:lnTo>
                    <a:pt x="386" y="12550"/>
                  </a:lnTo>
                  <a:lnTo>
                    <a:pt x="618" y="12820"/>
                  </a:lnTo>
                  <a:lnTo>
                    <a:pt x="811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5" y="13129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1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78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4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2"/>
                  </a:lnTo>
                  <a:lnTo>
                    <a:pt x="618" y="12048"/>
                  </a:lnTo>
                  <a:lnTo>
                    <a:pt x="541" y="11893"/>
                  </a:lnTo>
                  <a:lnTo>
                    <a:pt x="502" y="11739"/>
                  </a:lnTo>
                  <a:lnTo>
                    <a:pt x="502" y="11546"/>
                  </a:lnTo>
                  <a:lnTo>
                    <a:pt x="502" y="11391"/>
                  </a:lnTo>
                  <a:lnTo>
                    <a:pt x="541" y="11198"/>
                  </a:lnTo>
                  <a:lnTo>
                    <a:pt x="579" y="11044"/>
                  </a:lnTo>
                  <a:lnTo>
                    <a:pt x="657" y="10889"/>
                  </a:lnTo>
                  <a:lnTo>
                    <a:pt x="773" y="10774"/>
                  </a:lnTo>
                  <a:lnTo>
                    <a:pt x="888" y="10619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6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5"/>
                  </a:lnTo>
                  <a:lnTo>
                    <a:pt x="5870" y="12704"/>
                  </a:lnTo>
                  <a:lnTo>
                    <a:pt x="6256" y="12975"/>
                  </a:lnTo>
                  <a:lnTo>
                    <a:pt x="6681" y="13206"/>
                  </a:lnTo>
                  <a:lnTo>
                    <a:pt x="7105" y="13438"/>
                  </a:lnTo>
                  <a:lnTo>
                    <a:pt x="7530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8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5"/>
                  </a:lnTo>
                  <a:lnTo>
                    <a:pt x="11314" y="11739"/>
                  </a:lnTo>
                  <a:lnTo>
                    <a:pt x="11507" y="11237"/>
                  </a:lnTo>
                  <a:lnTo>
                    <a:pt x="11662" y="10696"/>
                  </a:lnTo>
                  <a:lnTo>
                    <a:pt x="11971" y="9615"/>
                  </a:lnTo>
                  <a:lnTo>
                    <a:pt x="12125" y="9113"/>
                  </a:lnTo>
                  <a:lnTo>
                    <a:pt x="12357" y="8611"/>
                  </a:lnTo>
                  <a:lnTo>
                    <a:pt x="12589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89"/>
                  </a:lnTo>
                  <a:lnTo>
                    <a:pt x="14017" y="6719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4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0" y="7723"/>
                  </a:lnTo>
                  <a:lnTo>
                    <a:pt x="22165" y="7762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530"/>
                  </a:lnTo>
                  <a:lnTo>
                    <a:pt x="23710" y="7298"/>
                  </a:lnTo>
                  <a:lnTo>
                    <a:pt x="24057" y="6989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908"/>
                  </a:lnTo>
                  <a:lnTo>
                    <a:pt x="24868" y="5483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5" y="3746"/>
                  </a:lnTo>
                  <a:lnTo>
                    <a:pt x="24868" y="3282"/>
                  </a:lnTo>
                  <a:lnTo>
                    <a:pt x="24791" y="2858"/>
                  </a:lnTo>
                  <a:lnTo>
                    <a:pt x="24637" y="2394"/>
                  </a:lnTo>
                  <a:lnTo>
                    <a:pt x="24443" y="1969"/>
                  </a:lnTo>
                  <a:lnTo>
                    <a:pt x="24250" y="1583"/>
                  </a:lnTo>
                  <a:lnTo>
                    <a:pt x="24057" y="1197"/>
                  </a:lnTo>
                  <a:lnTo>
                    <a:pt x="23787" y="811"/>
                  </a:lnTo>
                  <a:lnTo>
                    <a:pt x="23941" y="386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7"/>
                  </a:lnTo>
                  <a:lnTo>
                    <a:pt x="230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11"/>
            <p:cNvSpPr/>
            <p:nvPr/>
          </p:nvSpPr>
          <p:spPr>
            <a:xfrm>
              <a:off x="5843050" y="1398325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5" y="1429"/>
                  </a:lnTo>
                  <a:lnTo>
                    <a:pt x="4866" y="1738"/>
                  </a:lnTo>
                  <a:lnTo>
                    <a:pt x="5059" y="2085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6" y="5599"/>
                  </a:lnTo>
                  <a:lnTo>
                    <a:pt x="5330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40" y="8380"/>
                  </a:lnTo>
                  <a:lnTo>
                    <a:pt x="3631" y="8727"/>
                  </a:lnTo>
                  <a:lnTo>
                    <a:pt x="3283" y="9036"/>
                  </a:lnTo>
                  <a:lnTo>
                    <a:pt x="2936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9" y="10040"/>
                  </a:lnTo>
                  <a:lnTo>
                    <a:pt x="1314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9" y="10967"/>
                  </a:lnTo>
                  <a:lnTo>
                    <a:pt x="1121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8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5" y="6294"/>
                  </a:lnTo>
                  <a:lnTo>
                    <a:pt x="5909" y="5792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5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40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11"/>
            <p:cNvSpPr/>
            <p:nvPr/>
          </p:nvSpPr>
          <p:spPr>
            <a:xfrm>
              <a:off x="569225" y="1424375"/>
              <a:ext cx="126500" cy="69550"/>
            </a:xfrm>
            <a:custGeom>
              <a:avLst/>
              <a:gdLst/>
              <a:ahLst/>
              <a:cxnLst/>
              <a:rect l="l" t="t" r="r" b="b"/>
              <a:pathLst>
                <a:path w="5060" h="2782" extrusionOk="0">
                  <a:moveTo>
                    <a:pt x="4905" y="1"/>
                  </a:moveTo>
                  <a:lnTo>
                    <a:pt x="3824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30" y="1854"/>
                  </a:lnTo>
                  <a:lnTo>
                    <a:pt x="773" y="2125"/>
                  </a:lnTo>
                  <a:lnTo>
                    <a:pt x="117" y="2395"/>
                  </a:lnTo>
                  <a:lnTo>
                    <a:pt x="40" y="2472"/>
                  </a:lnTo>
                  <a:lnTo>
                    <a:pt x="1" y="2588"/>
                  </a:lnTo>
                  <a:lnTo>
                    <a:pt x="40" y="2665"/>
                  </a:lnTo>
                  <a:lnTo>
                    <a:pt x="117" y="2781"/>
                  </a:lnTo>
                  <a:lnTo>
                    <a:pt x="387" y="2781"/>
                  </a:lnTo>
                  <a:lnTo>
                    <a:pt x="1082" y="2627"/>
                  </a:lnTo>
                  <a:lnTo>
                    <a:pt x="1739" y="2356"/>
                  </a:lnTo>
                  <a:lnTo>
                    <a:pt x="2356" y="2047"/>
                  </a:lnTo>
                  <a:lnTo>
                    <a:pt x="2974" y="1739"/>
                  </a:lnTo>
                  <a:lnTo>
                    <a:pt x="3553" y="1430"/>
                  </a:lnTo>
                  <a:lnTo>
                    <a:pt x="4094" y="1082"/>
                  </a:lnTo>
                  <a:lnTo>
                    <a:pt x="4596" y="735"/>
                  </a:lnTo>
                  <a:lnTo>
                    <a:pt x="5059" y="310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11"/>
            <p:cNvSpPr/>
            <p:nvPr/>
          </p:nvSpPr>
          <p:spPr>
            <a:xfrm>
              <a:off x="512275" y="1467825"/>
              <a:ext cx="66650" cy="99450"/>
            </a:xfrm>
            <a:custGeom>
              <a:avLst/>
              <a:gdLst/>
              <a:ahLst/>
              <a:cxnLst/>
              <a:rect l="l" t="t" r="r" b="b"/>
              <a:pathLst>
                <a:path w="2666" h="3978" extrusionOk="0">
                  <a:moveTo>
                    <a:pt x="850" y="1"/>
                  </a:moveTo>
                  <a:lnTo>
                    <a:pt x="464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2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1" y="2704"/>
                  </a:lnTo>
                  <a:lnTo>
                    <a:pt x="39" y="2974"/>
                  </a:lnTo>
                  <a:lnTo>
                    <a:pt x="78" y="3206"/>
                  </a:lnTo>
                  <a:lnTo>
                    <a:pt x="155" y="3399"/>
                  </a:lnTo>
                  <a:lnTo>
                    <a:pt x="271" y="3592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9" y="3939"/>
                  </a:lnTo>
                  <a:lnTo>
                    <a:pt x="1082" y="3978"/>
                  </a:lnTo>
                  <a:lnTo>
                    <a:pt x="1314" y="3939"/>
                  </a:lnTo>
                  <a:lnTo>
                    <a:pt x="1507" y="3823"/>
                  </a:lnTo>
                  <a:lnTo>
                    <a:pt x="1661" y="3708"/>
                  </a:lnTo>
                  <a:lnTo>
                    <a:pt x="1816" y="3514"/>
                  </a:lnTo>
                  <a:lnTo>
                    <a:pt x="1970" y="3321"/>
                  </a:lnTo>
                  <a:lnTo>
                    <a:pt x="2086" y="3090"/>
                  </a:lnTo>
                  <a:lnTo>
                    <a:pt x="2318" y="2549"/>
                  </a:lnTo>
                  <a:lnTo>
                    <a:pt x="2472" y="2009"/>
                  </a:lnTo>
                  <a:lnTo>
                    <a:pt x="2626" y="1507"/>
                  </a:lnTo>
                  <a:lnTo>
                    <a:pt x="2665" y="1043"/>
                  </a:lnTo>
                  <a:lnTo>
                    <a:pt x="2395" y="1043"/>
                  </a:lnTo>
                  <a:lnTo>
                    <a:pt x="2009" y="2009"/>
                  </a:lnTo>
                  <a:lnTo>
                    <a:pt x="1738" y="2665"/>
                  </a:lnTo>
                  <a:lnTo>
                    <a:pt x="1545" y="3051"/>
                  </a:lnTo>
                  <a:lnTo>
                    <a:pt x="1468" y="3206"/>
                  </a:lnTo>
                  <a:lnTo>
                    <a:pt x="1314" y="3283"/>
                  </a:lnTo>
                  <a:lnTo>
                    <a:pt x="1159" y="3283"/>
                  </a:lnTo>
                  <a:lnTo>
                    <a:pt x="966" y="3206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8"/>
                  </a:lnTo>
                  <a:lnTo>
                    <a:pt x="889" y="773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11"/>
            <p:cNvSpPr/>
            <p:nvPr/>
          </p:nvSpPr>
          <p:spPr>
            <a:xfrm>
              <a:off x="4008850" y="152575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4"/>
                  </a:lnTo>
                  <a:lnTo>
                    <a:pt x="7029" y="1313"/>
                  </a:lnTo>
                  <a:lnTo>
                    <a:pt x="7531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7"/>
                  </a:lnTo>
                  <a:lnTo>
                    <a:pt x="8573" y="3707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1" y="3862"/>
                  </a:lnTo>
                  <a:lnTo>
                    <a:pt x="2433" y="4016"/>
                  </a:lnTo>
                  <a:lnTo>
                    <a:pt x="2318" y="4132"/>
                  </a:lnTo>
                  <a:lnTo>
                    <a:pt x="2124" y="4209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1" y="4248"/>
                  </a:lnTo>
                  <a:lnTo>
                    <a:pt x="734" y="4132"/>
                  </a:lnTo>
                  <a:lnTo>
                    <a:pt x="387" y="4016"/>
                  </a:lnTo>
                  <a:lnTo>
                    <a:pt x="503" y="3514"/>
                  </a:lnTo>
                  <a:lnTo>
                    <a:pt x="657" y="3012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8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7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3" y="5947"/>
                  </a:lnTo>
                  <a:lnTo>
                    <a:pt x="10543" y="5870"/>
                  </a:lnTo>
                  <a:lnTo>
                    <a:pt x="10543" y="5754"/>
                  </a:lnTo>
                  <a:lnTo>
                    <a:pt x="10620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0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9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7" y="3205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8"/>
                  </a:lnTo>
                  <a:lnTo>
                    <a:pt x="1314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3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7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3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8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7" y="6526"/>
                  </a:lnTo>
                  <a:lnTo>
                    <a:pt x="11740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1" y="7916"/>
                  </a:lnTo>
                  <a:lnTo>
                    <a:pt x="12551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7" y="7183"/>
                  </a:lnTo>
                  <a:lnTo>
                    <a:pt x="12744" y="6681"/>
                  </a:lnTo>
                  <a:lnTo>
                    <a:pt x="12435" y="6217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9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4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5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6" y="193"/>
                  </a:lnTo>
                  <a:lnTo>
                    <a:pt x="5291" y="78"/>
                  </a:lnTo>
                  <a:lnTo>
                    <a:pt x="4828" y="39"/>
                  </a:lnTo>
                  <a:lnTo>
                    <a:pt x="44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11"/>
            <p:cNvSpPr/>
            <p:nvPr/>
          </p:nvSpPr>
          <p:spPr>
            <a:xfrm>
              <a:off x="6763050" y="1538300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8"/>
                  </a:moveTo>
                  <a:lnTo>
                    <a:pt x="1082" y="5986"/>
                  </a:lnTo>
                  <a:lnTo>
                    <a:pt x="1237" y="6024"/>
                  </a:lnTo>
                  <a:lnTo>
                    <a:pt x="1391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7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9" y="6990"/>
                  </a:lnTo>
                  <a:lnTo>
                    <a:pt x="464" y="6835"/>
                  </a:lnTo>
                  <a:lnTo>
                    <a:pt x="426" y="6719"/>
                  </a:lnTo>
                  <a:lnTo>
                    <a:pt x="387" y="6642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6" y="6256"/>
                  </a:lnTo>
                  <a:lnTo>
                    <a:pt x="503" y="6179"/>
                  </a:lnTo>
                  <a:lnTo>
                    <a:pt x="696" y="6024"/>
                  </a:lnTo>
                  <a:lnTo>
                    <a:pt x="889" y="5908"/>
                  </a:lnTo>
                  <a:close/>
                  <a:moveTo>
                    <a:pt x="5909" y="0"/>
                  </a:moveTo>
                  <a:lnTo>
                    <a:pt x="5832" y="39"/>
                  </a:lnTo>
                  <a:lnTo>
                    <a:pt x="5523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7" y="2047"/>
                  </a:lnTo>
                  <a:lnTo>
                    <a:pt x="3438" y="2781"/>
                  </a:lnTo>
                  <a:lnTo>
                    <a:pt x="2279" y="4132"/>
                  </a:lnTo>
                  <a:lnTo>
                    <a:pt x="1739" y="4866"/>
                  </a:lnTo>
                  <a:lnTo>
                    <a:pt x="1198" y="5561"/>
                  </a:lnTo>
                  <a:lnTo>
                    <a:pt x="1043" y="5522"/>
                  </a:lnTo>
                  <a:lnTo>
                    <a:pt x="889" y="5522"/>
                  </a:lnTo>
                  <a:lnTo>
                    <a:pt x="773" y="5561"/>
                  </a:lnTo>
                  <a:lnTo>
                    <a:pt x="619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10" y="5870"/>
                  </a:lnTo>
                  <a:lnTo>
                    <a:pt x="117" y="6063"/>
                  </a:lnTo>
                  <a:lnTo>
                    <a:pt x="1" y="6333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40" y="6797"/>
                  </a:lnTo>
                  <a:lnTo>
                    <a:pt x="117" y="6990"/>
                  </a:lnTo>
                  <a:lnTo>
                    <a:pt x="194" y="7144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4"/>
                  </a:lnTo>
                  <a:lnTo>
                    <a:pt x="1430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6" y="6874"/>
                  </a:lnTo>
                  <a:lnTo>
                    <a:pt x="1854" y="6681"/>
                  </a:lnTo>
                  <a:lnTo>
                    <a:pt x="1893" y="6526"/>
                  </a:lnTo>
                  <a:lnTo>
                    <a:pt x="1854" y="6333"/>
                  </a:lnTo>
                  <a:lnTo>
                    <a:pt x="1816" y="6179"/>
                  </a:lnTo>
                  <a:lnTo>
                    <a:pt x="1739" y="6024"/>
                  </a:lnTo>
                  <a:lnTo>
                    <a:pt x="1661" y="5908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3" y="4403"/>
                  </a:lnTo>
                  <a:lnTo>
                    <a:pt x="3940" y="3012"/>
                  </a:lnTo>
                  <a:lnTo>
                    <a:pt x="4480" y="2395"/>
                  </a:lnTo>
                  <a:lnTo>
                    <a:pt x="5098" y="1699"/>
                  </a:lnTo>
                  <a:lnTo>
                    <a:pt x="5639" y="1043"/>
                  </a:lnTo>
                  <a:lnTo>
                    <a:pt x="5909" y="657"/>
                  </a:lnTo>
                  <a:lnTo>
                    <a:pt x="6102" y="309"/>
                  </a:lnTo>
                  <a:lnTo>
                    <a:pt x="6141" y="193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11"/>
            <p:cNvSpPr/>
            <p:nvPr/>
          </p:nvSpPr>
          <p:spPr>
            <a:xfrm>
              <a:off x="4040700" y="153927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5" y="7298"/>
                  </a:moveTo>
                  <a:lnTo>
                    <a:pt x="8496" y="7375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1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4"/>
                  </a:lnTo>
                  <a:lnTo>
                    <a:pt x="8110" y="10156"/>
                  </a:lnTo>
                  <a:lnTo>
                    <a:pt x="7840" y="10078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6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7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2" y="8766"/>
                  </a:lnTo>
                  <a:lnTo>
                    <a:pt x="1546" y="8727"/>
                  </a:lnTo>
                  <a:lnTo>
                    <a:pt x="40" y="8688"/>
                  </a:lnTo>
                  <a:lnTo>
                    <a:pt x="1" y="8688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6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6"/>
                  </a:lnTo>
                  <a:lnTo>
                    <a:pt x="6759" y="9847"/>
                  </a:lnTo>
                  <a:lnTo>
                    <a:pt x="6990" y="10078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0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7"/>
                  </a:lnTo>
                  <a:lnTo>
                    <a:pt x="9539" y="10194"/>
                  </a:lnTo>
                  <a:lnTo>
                    <a:pt x="9771" y="9963"/>
                  </a:lnTo>
                  <a:lnTo>
                    <a:pt x="9925" y="9692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7"/>
                  </a:lnTo>
                  <a:lnTo>
                    <a:pt x="6565" y="8186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79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11"/>
            <p:cNvSpPr/>
            <p:nvPr/>
          </p:nvSpPr>
          <p:spPr>
            <a:xfrm>
              <a:off x="1387875" y="1558575"/>
              <a:ext cx="374575" cy="387125"/>
            </a:xfrm>
            <a:custGeom>
              <a:avLst/>
              <a:gdLst/>
              <a:ahLst/>
              <a:cxnLst/>
              <a:rect l="l" t="t" r="r" b="b"/>
              <a:pathLst>
                <a:path w="14983" h="15485" extrusionOk="0">
                  <a:moveTo>
                    <a:pt x="7453" y="502"/>
                  </a:moveTo>
                  <a:lnTo>
                    <a:pt x="8032" y="541"/>
                  </a:lnTo>
                  <a:lnTo>
                    <a:pt x="8573" y="580"/>
                  </a:lnTo>
                  <a:lnTo>
                    <a:pt x="9152" y="695"/>
                  </a:lnTo>
                  <a:lnTo>
                    <a:pt x="9654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0" y="1545"/>
                  </a:lnTo>
                  <a:lnTo>
                    <a:pt x="11585" y="1854"/>
                  </a:lnTo>
                  <a:lnTo>
                    <a:pt x="10812" y="2201"/>
                  </a:lnTo>
                  <a:lnTo>
                    <a:pt x="10040" y="2626"/>
                  </a:lnTo>
                  <a:lnTo>
                    <a:pt x="9306" y="3090"/>
                  </a:lnTo>
                  <a:lnTo>
                    <a:pt x="8611" y="3630"/>
                  </a:lnTo>
                  <a:lnTo>
                    <a:pt x="7916" y="4171"/>
                  </a:lnTo>
                  <a:lnTo>
                    <a:pt x="7299" y="4789"/>
                  </a:lnTo>
                  <a:lnTo>
                    <a:pt x="6681" y="5445"/>
                  </a:lnTo>
                  <a:lnTo>
                    <a:pt x="6140" y="6140"/>
                  </a:lnTo>
                  <a:lnTo>
                    <a:pt x="5638" y="6874"/>
                  </a:lnTo>
                  <a:lnTo>
                    <a:pt x="5175" y="7646"/>
                  </a:lnTo>
                  <a:lnTo>
                    <a:pt x="4789" y="8418"/>
                  </a:lnTo>
                  <a:lnTo>
                    <a:pt x="4441" y="9229"/>
                  </a:lnTo>
                  <a:lnTo>
                    <a:pt x="4171" y="10040"/>
                  </a:lnTo>
                  <a:lnTo>
                    <a:pt x="3939" y="10890"/>
                  </a:lnTo>
                  <a:lnTo>
                    <a:pt x="3823" y="11778"/>
                  </a:lnTo>
                  <a:lnTo>
                    <a:pt x="3746" y="12666"/>
                  </a:lnTo>
                  <a:lnTo>
                    <a:pt x="3553" y="12666"/>
                  </a:lnTo>
                  <a:lnTo>
                    <a:pt x="3283" y="11855"/>
                  </a:lnTo>
                  <a:lnTo>
                    <a:pt x="3051" y="11044"/>
                  </a:lnTo>
                  <a:lnTo>
                    <a:pt x="2819" y="10195"/>
                  </a:lnTo>
                  <a:lnTo>
                    <a:pt x="2665" y="9384"/>
                  </a:lnTo>
                  <a:lnTo>
                    <a:pt x="2588" y="8534"/>
                  </a:lnTo>
                  <a:lnTo>
                    <a:pt x="2549" y="7685"/>
                  </a:lnTo>
                  <a:lnTo>
                    <a:pt x="2588" y="6797"/>
                  </a:lnTo>
                  <a:lnTo>
                    <a:pt x="2665" y="5947"/>
                  </a:lnTo>
                  <a:lnTo>
                    <a:pt x="2858" y="5213"/>
                  </a:lnTo>
                  <a:lnTo>
                    <a:pt x="3051" y="4518"/>
                  </a:lnTo>
                  <a:lnTo>
                    <a:pt x="3321" y="3823"/>
                  </a:lnTo>
                  <a:lnTo>
                    <a:pt x="3630" y="3205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29"/>
                  </a:lnTo>
                  <a:lnTo>
                    <a:pt x="5406" y="888"/>
                  </a:lnTo>
                  <a:lnTo>
                    <a:pt x="5908" y="734"/>
                  </a:lnTo>
                  <a:lnTo>
                    <a:pt x="6410" y="618"/>
                  </a:lnTo>
                  <a:lnTo>
                    <a:pt x="6912" y="541"/>
                  </a:lnTo>
                  <a:lnTo>
                    <a:pt x="7453" y="502"/>
                  </a:lnTo>
                  <a:close/>
                  <a:moveTo>
                    <a:pt x="11932" y="2086"/>
                  </a:moveTo>
                  <a:lnTo>
                    <a:pt x="12318" y="2433"/>
                  </a:lnTo>
                  <a:lnTo>
                    <a:pt x="12666" y="2819"/>
                  </a:lnTo>
                  <a:lnTo>
                    <a:pt x="13014" y="3205"/>
                  </a:lnTo>
                  <a:lnTo>
                    <a:pt x="13322" y="3669"/>
                  </a:lnTo>
                  <a:lnTo>
                    <a:pt x="13593" y="4093"/>
                  </a:lnTo>
                  <a:lnTo>
                    <a:pt x="13824" y="4595"/>
                  </a:lnTo>
                  <a:lnTo>
                    <a:pt x="14018" y="5097"/>
                  </a:lnTo>
                  <a:lnTo>
                    <a:pt x="14211" y="5599"/>
                  </a:lnTo>
                  <a:lnTo>
                    <a:pt x="14326" y="6101"/>
                  </a:lnTo>
                  <a:lnTo>
                    <a:pt x="14404" y="6642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25" y="6951"/>
                  </a:lnTo>
                  <a:lnTo>
                    <a:pt x="11392" y="7144"/>
                  </a:lnTo>
                  <a:lnTo>
                    <a:pt x="10658" y="7414"/>
                  </a:lnTo>
                  <a:lnTo>
                    <a:pt x="9924" y="7723"/>
                  </a:lnTo>
                  <a:lnTo>
                    <a:pt x="9229" y="8032"/>
                  </a:lnTo>
                  <a:lnTo>
                    <a:pt x="8534" y="8418"/>
                  </a:lnTo>
                  <a:lnTo>
                    <a:pt x="7878" y="8843"/>
                  </a:lnTo>
                  <a:lnTo>
                    <a:pt x="7221" y="9306"/>
                  </a:lnTo>
                  <a:lnTo>
                    <a:pt x="6642" y="9808"/>
                  </a:lnTo>
                  <a:lnTo>
                    <a:pt x="6063" y="10349"/>
                  </a:lnTo>
                  <a:lnTo>
                    <a:pt x="5561" y="10890"/>
                  </a:lnTo>
                  <a:lnTo>
                    <a:pt x="5059" y="11508"/>
                  </a:lnTo>
                  <a:lnTo>
                    <a:pt x="4634" y="12125"/>
                  </a:lnTo>
                  <a:lnTo>
                    <a:pt x="4248" y="12820"/>
                  </a:lnTo>
                  <a:lnTo>
                    <a:pt x="4093" y="12743"/>
                  </a:lnTo>
                  <a:lnTo>
                    <a:pt x="3939" y="12666"/>
                  </a:lnTo>
                  <a:lnTo>
                    <a:pt x="4093" y="11816"/>
                  </a:lnTo>
                  <a:lnTo>
                    <a:pt x="4287" y="10928"/>
                  </a:lnTo>
                  <a:lnTo>
                    <a:pt x="4557" y="10117"/>
                  </a:lnTo>
                  <a:lnTo>
                    <a:pt x="4827" y="9306"/>
                  </a:lnTo>
                  <a:lnTo>
                    <a:pt x="5175" y="8496"/>
                  </a:lnTo>
                  <a:lnTo>
                    <a:pt x="5561" y="7723"/>
                  </a:lnTo>
                  <a:lnTo>
                    <a:pt x="6024" y="6990"/>
                  </a:lnTo>
                  <a:lnTo>
                    <a:pt x="6488" y="6295"/>
                  </a:lnTo>
                  <a:lnTo>
                    <a:pt x="7028" y="5599"/>
                  </a:lnTo>
                  <a:lnTo>
                    <a:pt x="7607" y="4982"/>
                  </a:lnTo>
                  <a:lnTo>
                    <a:pt x="8225" y="4402"/>
                  </a:lnTo>
                  <a:lnTo>
                    <a:pt x="8882" y="3823"/>
                  </a:lnTo>
                  <a:lnTo>
                    <a:pt x="9577" y="3321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42" y="6990"/>
                  </a:moveTo>
                  <a:lnTo>
                    <a:pt x="14481" y="7839"/>
                  </a:lnTo>
                  <a:lnTo>
                    <a:pt x="14404" y="8689"/>
                  </a:lnTo>
                  <a:lnTo>
                    <a:pt x="14249" y="9538"/>
                  </a:lnTo>
                  <a:lnTo>
                    <a:pt x="14172" y="9963"/>
                  </a:lnTo>
                  <a:lnTo>
                    <a:pt x="14018" y="10388"/>
                  </a:lnTo>
                  <a:lnTo>
                    <a:pt x="13863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89"/>
                  </a:lnTo>
                  <a:lnTo>
                    <a:pt x="12473" y="12898"/>
                  </a:lnTo>
                  <a:lnTo>
                    <a:pt x="12203" y="13207"/>
                  </a:lnTo>
                  <a:lnTo>
                    <a:pt x="11932" y="13052"/>
                  </a:lnTo>
                  <a:lnTo>
                    <a:pt x="11662" y="12936"/>
                  </a:lnTo>
                  <a:lnTo>
                    <a:pt x="11083" y="12782"/>
                  </a:lnTo>
                  <a:lnTo>
                    <a:pt x="10542" y="12627"/>
                  </a:lnTo>
                  <a:lnTo>
                    <a:pt x="9963" y="12550"/>
                  </a:lnTo>
                  <a:lnTo>
                    <a:pt x="9384" y="12512"/>
                  </a:lnTo>
                  <a:lnTo>
                    <a:pt x="8843" y="12473"/>
                  </a:lnTo>
                  <a:lnTo>
                    <a:pt x="8303" y="12473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6"/>
                  </a:lnTo>
                  <a:lnTo>
                    <a:pt x="6179" y="12782"/>
                  </a:lnTo>
                  <a:lnTo>
                    <a:pt x="5638" y="12975"/>
                  </a:lnTo>
                  <a:lnTo>
                    <a:pt x="5136" y="13129"/>
                  </a:lnTo>
                  <a:lnTo>
                    <a:pt x="4673" y="13361"/>
                  </a:lnTo>
                  <a:lnTo>
                    <a:pt x="4557" y="13129"/>
                  </a:lnTo>
                  <a:lnTo>
                    <a:pt x="4402" y="12936"/>
                  </a:lnTo>
                  <a:lnTo>
                    <a:pt x="4866" y="12318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0" y="10619"/>
                  </a:lnTo>
                  <a:lnTo>
                    <a:pt x="6951" y="10117"/>
                  </a:lnTo>
                  <a:lnTo>
                    <a:pt x="7530" y="9654"/>
                  </a:lnTo>
                  <a:lnTo>
                    <a:pt x="8148" y="9229"/>
                  </a:lnTo>
                  <a:lnTo>
                    <a:pt x="8766" y="8804"/>
                  </a:lnTo>
                  <a:lnTo>
                    <a:pt x="9384" y="8457"/>
                  </a:lnTo>
                  <a:lnTo>
                    <a:pt x="10040" y="8109"/>
                  </a:lnTo>
                  <a:lnTo>
                    <a:pt x="10735" y="7839"/>
                  </a:lnTo>
                  <a:lnTo>
                    <a:pt x="11430" y="7569"/>
                  </a:lnTo>
                  <a:lnTo>
                    <a:pt x="12164" y="7376"/>
                  </a:lnTo>
                  <a:lnTo>
                    <a:pt x="12898" y="7183"/>
                  </a:lnTo>
                  <a:lnTo>
                    <a:pt x="13670" y="7067"/>
                  </a:lnTo>
                  <a:lnTo>
                    <a:pt x="14442" y="6990"/>
                  </a:lnTo>
                  <a:close/>
                  <a:moveTo>
                    <a:pt x="4518" y="1275"/>
                  </a:moveTo>
                  <a:lnTo>
                    <a:pt x="4016" y="1854"/>
                  </a:lnTo>
                  <a:lnTo>
                    <a:pt x="3591" y="2472"/>
                  </a:lnTo>
                  <a:lnTo>
                    <a:pt x="3244" y="3128"/>
                  </a:lnTo>
                  <a:lnTo>
                    <a:pt x="2935" y="3823"/>
                  </a:lnTo>
                  <a:lnTo>
                    <a:pt x="2665" y="4518"/>
                  </a:lnTo>
                  <a:lnTo>
                    <a:pt x="2472" y="5291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3"/>
                  </a:lnTo>
                  <a:lnTo>
                    <a:pt x="2356" y="9886"/>
                  </a:lnTo>
                  <a:lnTo>
                    <a:pt x="2549" y="10619"/>
                  </a:lnTo>
                  <a:lnTo>
                    <a:pt x="2742" y="11353"/>
                  </a:lnTo>
                  <a:lnTo>
                    <a:pt x="3012" y="12087"/>
                  </a:lnTo>
                  <a:lnTo>
                    <a:pt x="3283" y="12782"/>
                  </a:lnTo>
                  <a:lnTo>
                    <a:pt x="3089" y="12898"/>
                  </a:lnTo>
                  <a:lnTo>
                    <a:pt x="2935" y="13052"/>
                  </a:lnTo>
                  <a:lnTo>
                    <a:pt x="2819" y="13245"/>
                  </a:lnTo>
                  <a:lnTo>
                    <a:pt x="2703" y="13438"/>
                  </a:lnTo>
                  <a:lnTo>
                    <a:pt x="2394" y="13014"/>
                  </a:lnTo>
                  <a:lnTo>
                    <a:pt x="2047" y="12550"/>
                  </a:lnTo>
                  <a:lnTo>
                    <a:pt x="1777" y="12087"/>
                  </a:lnTo>
                  <a:lnTo>
                    <a:pt x="1506" y="11623"/>
                  </a:lnTo>
                  <a:lnTo>
                    <a:pt x="1275" y="11121"/>
                  </a:lnTo>
                  <a:lnTo>
                    <a:pt x="1043" y="10619"/>
                  </a:lnTo>
                  <a:lnTo>
                    <a:pt x="850" y="10117"/>
                  </a:lnTo>
                  <a:lnTo>
                    <a:pt x="734" y="9615"/>
                  </a:lnTo>
                  <a:lnTo>
                    <a:pt x="618" y="9113"/>
                  </a:lnTo>
                  <a:lnTo>
                    <a:pt x="541" y="8573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0"/>
                  </a:lnTo>
                  <a:lnTo>
                    <a:pt x="734" y="5870"/>
                  </a:lnTo>
                  <a:lnTo>
                    <a:pt x="927" y="5329"/>
                  </a:lnTo>
                  <a:lnTo>
                    <a:pt x="1197" y="4673"/>
                  </a:lnTo>
                  <a:lnTo>
                    <a:pt x="1506" y="4055"/>
                  </a:lnTo>
                  <a:lnTo>
                    <a:pt x="1892" y="3476"/>
                  </a:lnTo>
                  <a:lnTo>
                    <a:pt x="2356" y="2935"/>
                  </a:lnTo>
                  <a:lnTo>
                    <a:pt x="2819" y="2433"/>
                  </a:lnTo>
                  <a:lnTo>
                    <a:pt x="3360" y="2008"/>
                  </a:lnTo>
                  <a:lnTo>
                    <a:pt x="3900" y="1584"/>
                  </a:lnTo>
                  <a:lnTo>
                    <a:pt x="4518" y="1275"/>
                  </a:lnTo>
                  <a:close/>
                  <a:moveTo>
                    <a:pt x="3823" y="12975"/>
                  </a:moveTo>
                  <a:lnTo>
                    <a:pt x="4016" y="13052"/>
                  </a:lnTo>
                  <a:lnTo>
                    <a:pt x="4132" y="13168"/>
                  </a:lnTo>
                  <a:lnTo>
                    <a:pt x="4248" y="13284"/>
                  </a:lnTo>
                  <a:lnTo>
                    <a:pt x="4325" y="13438"/>
                  </a:lnTo>
                  <a:lnTo>
                    <a:pt x="4364" y="13631"/>
                  </a:lnTo>
                  <a:lnTo>
                    <a:pt x="4325" y="13786"/>
                  </a:lnTo>
                  <a:lnTo>
                    <a:pt x="4287" y="13940"/>
                  </a:lnTo>
                  <a:lnTo>
                    <a:pt x="4209" y="14095"/>
                  </a:lnTo>
                  <a:lnTo>
                    <a:pt x="3746" y="13824"/>
                  </a:lnTo>
                  <a:lnTo>
                    <a:pt x="3321" y="13477"/>
                  </a:lnTo>
                  <a:lnTo>
                    <a:pt x="3244" y="13438"/>
                  </a:lnTo>
                  <a:lnTo>
                    <a:pt x="3128" y="13438"/>
                  </a:lnTo>
                  <a:lnTo>
                    <a:pt x="3051" y="13477"/>
                  </a:lnTo>
                  <a:lnTo>
                    <a:pt x="2974" y="13515"/>
                  </a:lnTo>
                  <a:lnTo>
                    <a:pt x="3051" y="13361"/>
                  </a:lnTo>
                  <a:lnTo>
                    <a:pt x="3167" y="13245"/>
                  </a:lnTo>
                  <a:lnTo>
                    <a:pt x="3321" y="13129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13" y="12859"/>
                  </a:moveTo>
                  <a:lnTo>
                    <a:pt x="9615" y="12898"/>
                  </a:lnTo>
                  <a:lnTo>
                    <a:pt x="10079" y="12975"/>
                  </a:lnTo>
                  <a:lnTo>
                    <a:pt x="10504" y="13014"/>
                  </a:lnTo>
                  <a:lnTo>
                    <a:pt x="11006" y="13129"/>
                  </a:lnTo>
                  <a:lnTo>
                    <a:pt x="11469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7"/>
                  </a:lnTo>
                  <a:lnTo>
                    <a:pt x="10658" y="14249"/>
                  </a:lnTo>
                  <a:lnTo>
                    <a:pt x="10195" y="14442"/>
                  </a:lnTo>
                  <a:lnTo>
                    <a:pt x="9770" y="14635"/>
                  </a:lnTo>
                  <a:lnTo>
                    <a:pt x="9306" y="14751"/>
                  </a:lnTo>
                  <a:lnTo>
                    <a:pt x="8804" y="14867"/>
                  </a:lnTo>
                  <a:lnTo>
                    <a:pt x="8341" y="14944"/>
                  </a:lnTo>
                  <a:lnTo>
                    <a:pt x="7839" y="14983"/>
                  </a:lnTo>
                  <a:lnTo>
                    <a:pt x="7376" y="14983"/>
                  </a:lnTo>
                  <a:lnTo>
                    <a:pt x="6874" y="14944"/>
                  </a:lnTo>
                  <a:lnTo>
                    <a:pt x="6410" y="14867"/>
                  </a:lnTo>
                  <a:lnTo>
                    <a:pt x="5947" y="14790"/>
                  </a:lnTo>
                  <a:lnTo>
                    <a:pt x="5484" y="14674"/>
                  </a:lnTo>
                  <a:lnTo>
                    <a:pt x="5020" y="14481"/>
                  </a:lnTo>
                  <a:lnTo>
                    <a:pt x="4557" y="14288"/>
                  </a:lnTo>
                  <a:lnTo>
                    <a:pt x="4673" y="14017"/>
                  </a:lnTo>
                  <a:lnTo>
                    <a:pt x="4711" y="13747"/>
                  </a:lnTo>
                  <a:lnTo>
                    <a:pt x="4711" y="13593"/>
                  </a:lnTo>
                  <a:lnTo>
                    <a:pt x="5561" y="13322"/>
                  </a:lnTo>
                  <a:lnTo>
                    <a:pt x="6410" y="13091"/>
                  </a:lnTo>
                  <a:lnTo>
                    <a:pt x="7260" y="12936"/>
                  </a:lnTo>
                  <a:lnTo>
                    <a:pt x="8148" y="12859"/>
                  </a:lnTo>
                  <a:close/>
                  <a:moveTo>
                    <a:pt x="7569" y="0"/>
                  </a:moveTo>
                  <a:lnTo>
                    <a:pt x="6990" y="39"/>
                  </a:lnTo>
                  <a:lnTo>
                    <a:pt x="6410" y="116"/>
                  </a:lnTo>
                  <a:lnTo>
                    <a:pt x="5870" y="232"/>
                  </a:lnTo>
                  <a:lnTo>
                    <a:pt x="5291" y="386"/>
                  </a:lnTo>
                  <a:lnTo>
                    <a:pt x="4750" y="580"/>
                  </a:lnTo>
                  <a:lnTo>
                    <a:pt x="4248" y="811"/>
                  </a:lnTo>
                  <a:lnTo>
                    <a:pt x="3746" y="1120"/>
                  </a:lnTo>
                  <a:lnTo>
                    <a:pt x="3283" y="1429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1970" y="2588"/>
                  </a:lnTo>
                  <a:lnTo>
                    <a:pt x="1622" y="3012"/>
                  </a:lnTo>
                  <a:lnTo>
                    <a:pt x="1275" y="3514"/>
                  </a:lnTo>
                  <a:lnTo>
                    <a:pt x="966" y="4016"/>
                  </a:lnTo>
                  <a:lnTo>
                    <a:pt x="657" y="4595"/>
                  </a:lnTo>
                  <a:lnTo>
                    <a:pt x="425" y="5252"/>
                  </a:lnTo>
                  <a:lnTo>
                    <a:pt x="232" y="5908"/>
                  </a:lnTo>
                  <a:lnTo>
                    <a:pt x="116" y="6565"/>
                  </a:lnTo>
                  <a:lnTo>
                    <a:pt x="0" y="7221"/>
                  </a:lnTo>
                  <a:lnTo>
                    <a:pt x="0" y="7916"/>
                  </a:lnTo>
                  <a:lnTo>
                    <a:pt x="39" y="8611"/>
                  </a:lnTo>
                  <a:lnTo>
                    <a:pt x="116" y="9268"/>
                  </a:lnTo>
                  <a:lnTo>
                    <a:pt x="232" y="9924"/>
                  </a:lnTo>
                  <a:lnTo>
                    <a:pt x="425" y="10581"/>
                  </a:lnTo>
                  <a:lnTo>
                    <a:pt x="695" y="11237"/>
                  </a:lnTo>
                  <a:lnTo>
                    <a:pt x="966" y="11855"/>
                  </a:lnTo>
                  <a:lnTo>
                    <a:pt x="1313" y="12396"/>
                  </a:lnTo>
                  <a:lnTo>
                    <a:pt x="1738" y="12975"/>
                  </a:lnTo>
                  <a:lnTo>
                    <a:pt x="2201" y="13477"/>
                  </a:lnTo>
                  <a:lnTo>
                    <a:pt x="2703" y="13902"/>
                  </a:lnTo>
                  <a:lnTo>
                    <a:pt x="2742" y="13940"/>
                  </a:lnTo>
                  <a:lnTo>
                    <a:pt x="2819" y="13940"/>
                  </a:lnTo>
                  <a:lnTo>
                    <a:pt x="2896" y="13902"/>
                  </a:lnTo>
                  <a:lnTo>
                    <a:pt x="3167" y="14133"/>
                  </a:lnTo>
                  <a:lnTo>
                    <a:pt x="3437" y="14326"/>
                  </a:lnTo>
                  <a:lnTo>
                    <a:pt x="3785" y="14519"/>
                  </a:lnTo>
                  <a:lnTo>
                    <a:pt x="4093" y="14597"/>
                  </a:lnTo>
                  <a:lnTo>
                    <a:pt x="4518" y="14828"/>
                  </a:lnTo>
                  <a:lnTo>
                    <a:pt x="4943" y="14983"/>
                  </a:lnTo>
                  <a:lnTo>
                    <a:pt x="5406" y="15137"/>
                  </a:lnTo>
                  <a:lnTo>
                    <a:pt x="5870" y="15292"/>
                  </a:lnTo>
                  <a:lnTo>
                    <a:pt x="6333" y="15369"/>
                  </a:lnTo>
                  <a:lnTo>
                    <a:pt x="6797" y="15446"/>
                  </a:lnTo>
                  <a:lnTo>
                    <a:pt x="7260" y="15485"/>
                  </a:lnTo>
                  <a:lnTo>
                    <a:pt x="7723" y="15485"/>
                  </a:lnTo>
                  <a:lnTo>
                    <a:pt x="8225" y="15446"/>
                  </a:lnTo>
                  <a:lnTo>
                    <a:pt x="8689" y="15408"/>
                  </a:lnTo>
                  <a:lnTo>
                    <a:pt x="9152" y="15330"/>
                  </a:lnTo>
                  <a:lnTo>
                    <a:pt x="9615" y="15215"/>
                  </a:lnTo>
                  <a:lnTo>
                    <a:pt x="10079" y="15060"/>
                  </a:lnTo>
                  <a:lnTo>
                    <a:pt x="10504" y="14906"/>
                  </a:lnTo>
                  <a:lnTo>
                    <a:pt x="10928" y="14674"/>
                  </a:lnTo>
                  <a:lnTo>
                    <a:pt x="11353" y="14442"/>
                  </a:lnTo>
                  <a:lnTo>
                    <a:pt x="11855" y="14133"/>
                  </a:lnTo>
                  <a:lnTo>
                    <a:pt x="12318" y="13786"/>
                  </a:lnTo>
                  <a:lnTo>
                    <a:pt x="12705" y="13400"/>
                  </a:lnTo>
                  <a:lnTo>
                    <a:pt x="13091" y="12975"/>
                  </a:lnTo>
                  <a:lnTo>
                    <a:pt x="13438" y="12550"/>
                  </a:lnTo>
                  <a:lnTo>
                    <a:pt x="13747" y="12048"/>
                  </a:lnTo>
                  <a:lnTo>
                    <a:pt x="14056" y="11585"/>
                  </a:lnTo>
                  <a:lnTo>
                    <a:pt x="14288" y="11044"/>
                  </a:lnTo>
                  <a:lnTo>
                    <a:pt x="14481" y="10542"/>
                  </a:lnTo>
                  <a:lnTo>
                    <a:pt x="14674" y="10002"/>
                  </a:lnTo>
                  <a:lnTo>
                    <a:pt x="14790" y="9422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3"/>
                  </a:lnTo>
                  <a:lnTo>
                    <a:pt x="14983" y="7144"/>
                  </a:lnTo>
                  <a:lnTo>
                    <a:pt x="14906" y="6603"/>
                  </a:lnTo>
                  <a:lnTo>
                    <a:pt x="14828" y="5986"/>
                  </a:lnTo>
                  <a:lnTo>
                    <a:pt x="14674" y="5406"/>
                  </a:lnTo>
                  <a:lnTo>
                    <a:pt x="14481" y="4827"/>
                  </a:lnTo>
                  <a:lnTo>
                    <a:pt x="14249" y="4287"/>
                  </a:lnTo>
                  <a:lnTo>
                    <a:pt x="13979" y="3746"/>
                  </a:lnTo>
                  <a:lnTo>
                    <a:pt x="13631" y="3244"/>
                  </a:lnTo>
                  <a:lnTo>
                    <a:pt x="13284" y="2742"/>
                  </a:lnTo>
                  <a:lnTo>
                    <a:pt x="12898" y="2317"/>
                  </a:lnTo>
                  <a:lnTo>
                    <a:pt x="12512" y="1892"/>
                  </a:lnTo>
                  <a:lnTo>
                    <a:pt x="12048" y="1506"/>
                  </a:lnTo>
                  <a:lnTo>
                    <a:pt x="11546" y="1197"/>
                  </a:lnTo>
                  <a:lnTo>
                    <a:pt x="11044" y="888"/>
                  </a:lnTo>
                  <a:lnTo>
                    <a:pt x="10504" y="618"/>
                  </a:lnTo>
                  <a:lnTo>
                    <a:pt x="9963" y="386"/>
                  </a:lnTo>
                  <a:lnTo>
                    <a:pt x="9345" y="232"/>
                  </a:lnTo>
                  <a:lnTo>
                    <a:pt x="8766" y="116"/>
                  </a:lnTo>
                  <a:lnTo>
                    <a:pt x="8148" y="39"/>
                  </a:lnTo>
                  <a:lnTo>
                    <a:pt x="756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11"/>
            <p:cNvSpPr/>
            <p:nvPr/>
          </p:nvSpPr>
          <p:spPr>
            <a:xfrm>
              <a:off x="6509175" y="1566300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8" y="5870"/>
                  </a:lnTo>
                  <a:lnTo>
                    <a:pt x="7491" y="6024"/>
                  </a:lnTo>
                  <a:lnTo>
                    <a:pt x="7530" y="6140"/>
                  </a:lnTo>
                  <a:lnTo>
                    <a:pt x="7569" y="6256"/>
                  </a:lnTo>
                  <a:lnTo>
                    <a:pt x="7607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1" y="6681"/>
                  </a:lnTo>
                  <a:lnTo>
                    <a:pt x="7337" y="6796"/>
                  </a:lnTo>
                  <a:lnTo>
                    <a:pt x="7105" y="6912"/>
                  </a:lnTo>
                  <a:lnTo>
                    <a:pt x="6912" y="6912"/>
                  </a:lnTo>
                  <a:lnTo>
                    <a:pt x="6719" y="6835"/>
                  </a:lnTo>
                  <a:lnTo>
                    <a:pt x="6565" y="6681"/>
                  </a:lnTo>
                  <a:lnTo>
                    <a:pt x="6487" y="6488"/>
                  </a:lnTo>
                  <a:lnTo>
                    <a:pt x="6487" y="6294"/>
                  </a:lnTo>
                  <a:lnTo>
                    <a:pt x="6526" y="6101"/>
                  </a:lnTo>
                  <a:lnTo>
                    <a:pt x="6642" y="5908"/>
                  </a:lnTo>
                  <a:lnTo>
                    <a:pt x="6796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7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0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1" y="1120"/>
                  </a:lnTo>
                  <a:lnTo>
                    <a:pt x="1622" y="1777"/>
                  </a:lnTo>
                  <a:lnTo>
                    <a:pt x="3398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0" y="5599"/>
                  </a:lnTo>
                  <a:lnTo>
                    <a:pt x="6294" y="5677"/>
                  </a:lnTo>
                  <a:lnTo>
                    <a:pt x="6217" y="5792"/>
                  </a:lnTo>
                  <a:lnTo>
                    <a:pt x="6101" y="6101"/>
                  </a:lnTo>
                  <a:lnTo>
                    <a:pt x="6063" y="6410"/>
                  </a:lnTo>
                  <a:lnTo>
                    <a:pt x="6101" y="6681"/>
                  </a:lnTo>
                  <a:lnTo>
                    <a:pt x="6179" y="6835"/>
                  </a:lnTo>
                  <a:lnTo>
                    <a:pt x="6294" y="6990"/>
                  </a:lnTo>
                  <a:lnTo>
                    <a:pt x="6410" y="7144"/>
                  </a:lnTo>
                  <a:lnTo>
                    <a:pt x="6565" y="7221"/>
                  </a:lnTo>
                  <a:lnTo>
                    <a:pt x="6719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7" y="7144"/>
                  </a:lnTo>
                  <a:lnTo>
                    <a:pt x="7723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3" y="6565"/>
                  </a:lnTo>
                  <a:lnTo>
                    <a:pt x="8032" y="6410"/>
                  </a:lnTo>
                  <a:lnTo>
                    <a:pt x="8032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3" y="5715"/>
                  </a:lnTo>
                  <a:lnTo>
                    <a:pt x="7569" y="5599"/>
                  </a:lnTo>
                  <a:lnTo>
                    <a:pt x="7414" y="5522"/>
                  </a:lnTo>
                  <a:lnTo>
                    <a:pt x="7221" y="5445"/>
                  </a:lnTo>
                  <a:lnTo>
                    <a:pt x="7028" y="5445"/>
                  </a:lnTo>
                  <a:lnTo>
                    <a:pt x="6835" y="5484"/>
                  </a:lnTo>
                  <a:lnTo>
                    <a:pt x="6024" y="4711"/>
                  </a:lnTo>
                  <a:lnTo>
                    <a:pt x="5213" y="4016"/>
                  </a:lnTo>
                  <a:lnTo>
                    <a:pt x="3514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09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11"/>
            <p:cNvSpPr/>
            <p:nvPr/>
          </p:nvSpPr>
          <p:spPr>
            <a:xfrm>
              <a:off x="2672775" y="1574975"/>
              <a:ext cx="84975" cy="94650"/>
            </a:xfrm>
            <a:custGeom>
              <a:avLst/>
              <a:gdLst/>
              <a:ahLst/>
              <a:cxnLst/>
              <a:rect l="l" t="t" r="r" b="b"/>
              <a:pathLst>
                <a:path w="3399" h="3786" extrusionOk="0">
                  <a:moveTo>
                    <a:pt x="78" y="1"/>
                  </a:moveTo>
                  <a:lnTo>
                    <a:pt x="1" y="78"/>
                  </a:lnTo>
                  <a:lnTo>
                    <a:pt x="1" y="117"/>
                  </a:lnTo>
                  <a:lnTo>
                    <a:pt x="348" y="889"/>
                  </a:lnTo>
                  <a:lnTo>
                    <a:pt x="812" y="1661"/>
                  </a:lnTo>
                  <a:lnTo>
                    <a:pt x="1275" y="2395"/>
                  </a:lnTo>
                  <a:lnTo>
                    <a:pt x="1738" y="3090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5"/>
                  </a:lnTo>
                  <a:lnTo>
                    <a:pt x="3013" y="3708"/>
                  </a:lnTo>
                  <a:lnTo>
                    <a:pt x="3206" y="3592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90"/>
                  </a:lnTo>
                  <a:lnTo>
                    <a:pt x="3399" y="2897"/>
                  </a:lnTo>
                  <a:lnTo>
                    <a:pt x="3360" y="2704"/>
                  </a:lnTo>
                  <a:lnTo>
                    <a:pt x="3283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90" y="2742"/>
                  </a:lnTo>
                  <a:lnTo>
                    <a:pt x="3128" y="2858"/>
                  </a:lnTo>
                  <a:lnTo>
                    <a:pt x="2897" y="3013"/>
                  </a:lnTo>
                  <a:lnTo>
                    <a:pt x="2665" y="3129"/>
                  </a:lnTo>
                  <a:lnTo>
                    <a:pt x="2511" y="3206"/>
                  </a:lnTo>
                  <a:lnTo>
                    <a:pt x="2318" y="3206"/>
                  </a:lnTo>
                  <a:lnTo>
                    <a:pt x="2202" y="3167"/>
                  </a:lnTo>
                  <a:lnTo>
                    <a:pt x="2047" y="3090"/>
                  </a:lnTo>
                  <a:lnTo>
                    <a:pt x="1931" y="2936"/>
                  </a:lnTo>
                  <a:lnTo>
                    <a:pt x="1854" y="2742"/>
                  </a:lnTo>
                  <a:lnTo>
                    <a:pt x="1700" y="2511"/>
                  </a:lnTo>
                  <a:lnTo>
                    <a:pt x="1082" y="1507"/>
                  </a:lnTo>
                  <a:lnTo>
                    <a:pt x="619" y="773"/>
                  </a:lnTo>
                  <a:lnTo>
                    <a:pt x="387" y="387"/>
                  </a:lnTo>
                  <a:lnTo>
                    <a:pt x="117" y="39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11"/>
            <p:cNvSpPr/>
            <p:nvPr/>
          </p:nvSpPr>
          <p:spPr>
            <a:xfrm>
              <a:off x="4909550" y="158077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8" y="5909"/>
                  </a:moveTo>
                  <a:lnTo>
                    <a:pt x="1082" y="5986"/>
                  </a:lnTo>
                  <a:lnTo>
                    <a:pt x="1236" y="6024"/>
                  </a:lnTo>
                  <a:lnTo>
                    <a:pt x="1390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7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8"/>
                  </a:lnTo>
                  <a:lnTo>
                    <a:pt x="386" y="6372"/>
                  </a:lnTo>
                  <a:lnTo>
                    <a:pt x="425" y="6256"/>
                  </a:lnTo>
                  <a:lnTo>
                    <a:pt x="502" y="6179"/>
                  </a:lnTo>
                  <a:lnTo>
                    <a:pt x="695" y="6024"/>
                  </a:lnTo>
                  <a:lnTo>
                    <a:pt x="888" y="5909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6" y="2047"/>
                  </a:lnTo>
                  <a:lnTo>
                    <a:pt x="3437" y="2781"/>
                  </a:lnTo>
                  <a:lnTo>
                    <a:pt x="2279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8"/>
                  </a:lnTo>
                  <a:lnTo>
                    <a:pt x="0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6"/>
                  </a:lnTo>
                  <a:lnTo>
                    <a:pt x="695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699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9"/>
                  </a:lnTo>
                  <a:lnTo>
                    <a:pt x="1738" y="6024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2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11"/>
            <p:cNvSpPr/>
            <p:nvPr/>
          </p:nvSpPr>
          <p:spPr>
            <a:xfrm>
              <a:off x="4655650" y="16087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4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7" y="6796"/>
                  </a:lnTo>
                  <a:lnTo>
                    <a:pt x="7106" y="6912"/>
                  </a:lnTo>
                  <a:lnTo>
                    <a:pt x="6913" y="6912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1"/>
                  </a:lnTo>
                  <a:lnTo>
                    <a:pt x="6642" y="5908"/>
                  </a:lnTo>
                  <a:lnTo>
                    <a:pt x="6797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2" y="1120"/>
                  </a:lnTo>
                  <a:lnTo>
                    <a:pt x="1622" y="1777"/>
                  </a:lnTo>
                  <a:lnTo>
                    <a:pt x="3399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1" y="5599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1"/>
                  </a:lnTo>
                  <a:lnTo>
                    <a:pt x="6063" y="6410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1"/>
                  </a:lnTo>
                  <a:lnTo>
                    <a:pt x="6720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8" y="7144"/>
                  </a:lnTo>
                  <a:lnTo>
                    <a:pt x="7724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3" y="6410"/>
                  </a:lnTo>
                  <a:lnTo>
                    <a:pt x="8033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4" y="5715"/>
                  </a:lnTo>
                  <a:lnTo>
                    <a:pt x="7569" y="5599"/>
                  </a:lnTo>
                  <a:lnTo>
                    <a:pt x="7415" y="5522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5" y="5484"/>
                  </a:lnTo>
                  <a:lnTo>
                    <a:pt x="6025" y="4711"/>
                  </a:lnTo>
                  <a:lnTo>
                    <a:pt x="5214" y="4016"/>
                  </a:lnTo>
                  <a:lnTo>
                    <a:pt x="3515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10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11"/>
            <p:cNvSpPr/>
            <p:nvPr/>
          </p:nvSpPr>
          <p:spPr>
            <a:xfrm>
              <a:off x="781625" y="1619400"/>
              <a:ext cx="153500" cy="186325"/>
            </a:xfrm>
            <a:custGeom>
              <a:avLst/>
              <a:gdLst/>
              <a:ahLst/>
              <a:cxnLst/>
              <a:rect l="l" t="t" r="r" b="b"/>
              <a:pathLst>
                <a:path w="6140" h="7453" extrusionOk="0">
                  <a:moveTo>
                    <a:pt x="888" y="5908"/>
                  </a:moveTo>
                  <a:lnTo>
                    <a:pt x="1081" y="5985"/>
                  </a:lnTo>
                  <a:lnTo>
                    <a:pt x="1236" y="6024"/>
                  </a:lnTo>
                  <a:lnTo>
                    <a:pt x="1390" y="6178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6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89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7"/>
                  </a:lnTo>
                  <a:lnTo>
                    <a:pt x="386" y="6371"/>
                  </a:lnTo>
                  <a:lnTo>
                    <a:pt x="425" y="6256"/>
                  </a:lnTo>
                  <a:lnTo>
                    <a:pt x="502" y="6178"/>
                  </a:lnTo>
                  <a:lnTo>
                    <a:pt x="695" y="6024"/>
                  </a:lnTo>
                  <a:lnTo>
                    <a:pt x="888" y="5908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5" y="1313"/>
                  </a:lnTo>
                  <a:lnTo>
                    <a:pt x="4016" y="2047"/>
                  </a:lnTo>
                  <a:lnTo>
                    <a:pt x="3437" y="2780"/>
                  </a:lnTo>
                  <a:lnTo>
                    <a:pt x="2278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2" y="5561"/>
                  </a:lnTo>
                  <a:lnTo>
                    <a:pt x="618" y="5599"/>
                  </a:lnTo>
                  <a:lnTo>
                    <a:pt x="541" y="5676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7"/>
                  </a:lnTo>
                  <a:lnTo>
                    <a:pt x="0" y="6603"/>
                  </a:lnTo>
                  <a:lnTo>
                    <a:pt x="39" y="6796"/>
                  </a:lnTo>
                  <a:lnTo>
                    <a:pt x="116" y="6989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5"/>
                  </a:lnTo>
                  <a:lnTo>
                    <a:pt x="695" y="7453"/>
                  </a:lnTo>
                  <a:lnTo>
                    <a:pt x="1081" y="7453"/>
                  </a:lnTo>
                  <a:lnTo>
                    <a:pt x="1274" y="7414"/>
                  </a:lnTo>
                  <a:lnTo>
                    <a:pt x="1429" y="7298"/>
                  </a:lnTo>
                  <a:lnTo>
                    <a:pt x="1583" y="7182"/>
                  </a:lnTo>
                  <a:lnTo>
                    <a:pt x="1699" y="7067"/>
                  </a:lnTo>
                  <a:lnTo>
                    <a:pt x="1815" y="6873"/>
                  </a:lnTo>
                  <a:lnTo>
                    <a:pt x="1854" y="6680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8"/>
                  </a:lnTo>
                  <a:lnTo>
                    <a:pt x="1738" y="6024"/>
                  </a:lnTo>
                  <a:lnTo>
                    <a:pt x="1661" y="5908"/>
                  </a:lnTo>
                  <a:lnTo>
                    <a:pt x="1545" y="5792"/>
                  </a:lnTo>
                  <a:lnTo>
                    <a:pt x="2163" y="5097"/>
                  </a:lnTo>
                  <a:lnTo>
                    <a:pt x="2742" y="4402"/>
                  </a:lnTo>
                  <a:lnTo>
                    <a:pt x="3939" y="3012"/>
                  </a:lnTo>
                  <a:lnTo>
                    <a:pt x="4479" y="2394"/>
                  </a:lnTo>
                  <a:lnTo>
                    <a:pt x="5097" y="1699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3"/>
                  </a:lnTo>
                  <a:lnTo>
                    <a:pt x="6063" y="77"/>
                  </a:lnTo>
                  <a:lnTo>
                    <a:pt x="598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11"/>
            <p:cNvSpPr/>
            <p:nvPr/>
          </p:nvSpPr>
          <p:spPr>
            <a:xfrm>
              <a:off x="1926550" y="1629050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3"/>
                  </a:lnTo>
                  <a:lnTo>
                    <a:pt x="2008" y="966"/>
                  </a:lnTo>
                  <a:lnTo>
                    <a:pt x="2124" y="1120"/>
                  </a:lnTo>
                  <a:lnTo>
                    <a:pt x="2201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1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5" y="502"/>
                  </a:lnTo>
                  <a:lnTo>
                    <a:pt x="811" y="464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3" y="425"/>
                  </a:lnTo>
                  <a:lnTo>
                    <a:pt x="78" y="618"/>
                  </a:lnTo>
                  <a:lnTo>
                    <a:pt x="0" y="811"/>
                  </a:lnTo>
                  <a:lnTo>
                    <a:pt x="0" y="1004"/>
                  </a:lnTo>
                  <a:lnTo>
                    <a:pt x="0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7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1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4"/>
                  </a:lnTo>
                  <a:lnTo>
                    <a:pt x="2626" y="2896"/>
                  </a:lnTo>
                  <a:lnTo>
                    <a:pt x="2703" y="2317"/>
                  </a:lnTo>
                  <a:lnTo>
                    <a:pt x="2703" y="2008"/>
                  </a:lnTo>
                  <a:lnTo>
                    <a:pt x="2703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699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11"/>
            <p:cNvSpPr/>
            <p:nvPr/>
          </p:nvSpPr>
          <p:spPr>
            <a:xfrm>
              <a:off x="3904600" y="163580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0" y="194"/>
                  </a:lnTo>
                  <a:lnTo>
                    <a:pt x="2240" y="309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7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11"/>
            <p:cNvSpPr/>
            <p:nvPr/>
          </p:nvSpPr>
          <p:spPr>
            <a:xfrm>
              <a:off x="527725" y="16473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0" y="6141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2" y="6681"/>
                  </a:lnTo>
                  <a:lnTo>
                    <a:pt x="7337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19" y="6836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6" y="6102"/>
                  </a:lnTo>
                  <a:lnTo>
                    <a:pt x="6642" y="5909"/>
                  </a:lnTo>
                  <a:lnTo>
                    <a:pt x="6797" y="5754"/>
                  </a:lnTo>
                  <a:close/>
                  <a:moveTo>
                    <a:pt x="232" y="1"/>
                  </a:moveTo>
                  <a:lnTo>
                    <a:pt x="155" y="40"/>
                  </a:lnTo>
                  <a:lnTo>
                    <a:pt x="78" y="40"/>
                  </a:lnTo>
                  <a:lnTo>
                    <a:pt x="39" y="117"/>
                  </a:lnTo>
                  <a:lnTo>
                    <a:pt x="0" y="233"/>
                  </a:lnTo>
                  <a:lnTo>
                    <a:pt x="0" y="310"/>
                  </a:lnTo>
                  <a:lnTo>
                    <a:pt x="39" y="387"/>
                  </a:lnTo>
                  <a:lnTo>
                    <a:pt x="425" y="773"/>
                  </a:lnTo>
                  <a:lnTo>
                    <a:pt x="811" y="1121"/>
                  </a:lnTo>
                  <a:lnTo>
                    <a:pt x="1622" y="1777"/>
                  </a:lnTo>
                  <a:lnTo>
                    <a:pt x="3399" y="3206"/>
                  </a:lnTo>
                  <a:lnTo>
                    <a:pt x="4866" y="4442"/>
                  </a:lnTo>
                  <a:lnTo>
                    <a:pt x="5638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7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6"/>
                  </a:lnTo>
                  <a:lnTo>
                    <a:pt x="6295" y="6990"/>
                  </a:lnTo>
                  <a:lnTo>
                    <a:pt x="6411" y="7145"/>
                  </a:lnTo>
                  <a:lnTo>
                    <a:pt x="6565" y="7222"/>
                  </a:lnTo>
                  <a:lnTo>
                    <a:pt x="6719" y="7299"/>
                  </a:lnTo>
                  <a:lnTo>
                    <a:pt x="6874" y="7338"/>
                  </a:lnTo>
                  <a:lnTo>
                    <a:pt x="7067" y="7338"/>
                  </a:lnTo>
                  <a:lnTo>
                    <a:pt x="7260" y="7299"/>
                  </a:lnTo>
                  <a:lnTo>
                    <a:pt x="7453" y="7260"/>
                  </a:lnTo>
                  <a:lnTo>
                    <a:pt x="7608" y="7145"/>
                  </a:lnTo>
                  <a:lnTo>
                    <a:pt x="7723" y="7029"/>
                  </a:lnTo>
                  <a:lnTo>
                    <a:pt x="7839" y="6913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2" y="6411"/>
                  </a:lnTo>
                  <a:lnTo>
                    <a:pt x="8032" y="6218"/>
                  </a:lnTo>
                  <a:lnTo>
                    <a:pt x="7955" y="6025"/>
                  </a:lnTo>
                  <a:lnTo>
                    <a:pt x="7839" y="5870"/>
                  </a:lnTo>
                  <a:lnTo>
                    <a:pt x="7723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1" y="5446"/>
                  </a:lnTo>
                  <a:lnTo>
                    <a:pt x="7028" y="5446"/>
                  </a:lnTo>
                  <a:lnTo>
                    <a:pt x="6835" y="5484"/>
                  </a:lnTo>
                  <a:lnTo>
                    <a:pt x="6024" y="4712"/>
                  </a:lnTo>
                  <a:lnTo>
                    <a:pt x="5213" y="4017"/>
                  </a:lnTo>
                  <a:lnTo>
                    <a:pt x="3514" y="2627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9"/>
                  </a:lnTo>
                  <a:lnTo>
                    <a:pt x="734" y="310"/>
                  </a:lnTo>
                  <a:lnTo>
                    <a:pt x="309" y="40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11"/>
            <p:cNvSpPr/>
            <p:nvPr/>
          </p:nvSpPr>
          <p:spPr>
            <a:xfrm>
              <a:off x="5813125" y="1664750"/>
              <a:ext cx="61825" cy="89825"/>
            </a:xfrm>
            <a:custGeom>
              <a:avLst/>
              <a:gdLst/>
              <a:ahLst/>
              <a:cxnLst/>
              <a:rect l="l" t="t" r="r" b="b"/>
              <a:pathLst>
                <a:path w="2473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5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2"/>
                  </a:lnTo>
                  <a:lnTo>
                    <a:pt x="1932" y="2163"/>
                  </a:lnTo>
                  <a:lnTo>
                    <a:pt x="1932" y="2434"/>
                  </a:lnTo>
                  <a:lnTo>
                    <a:pt x="1816" y="2743"/>
                  </a:lnTo>
                  <a:lnTo>
                    <a:pt x="1739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8" y="3013"/>
                  </a:lnTo>
                  <a:lnTo>
                    <a:pt x="850" y="2897"/>
                  </a:lnTo>
                  <a:lnTo>
                    <a:pt x="812" y="2743"/>
                  </a:lnTo>
                  <a:lnTo>
                    <a:pt x="850" y="2588"/>
                  </a:lnTo>
                  <a:lnTo>
                    <a:pt x="928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1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6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6" y="2356"/>
                  </a:lnTo>
                  <a:lnTo>
                    <a:pt x="348" y="2627"/>
                  </a:lnTo>
                  <a:lnTo>
                    <a:pt x="310" y="2897"/>
                  </a:lnTo>
                  <a:lnTo>
                    <a:pt x="348" y="3052"/>
                  </a:lnTo>
                  <a:lnTo>
                    <a:pt x="426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1"/>
                  </a:lnTo>
                  <a:lnTo>
                    <a:pt x="2434" y="2009"/>
                  </a:lnTo>
                  <a:lnTo>
                    <a:pt x="2395" y="1816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11"/>
            <p:cNvSpPr/>
            <p:nvPr/>
          </p:nvSpPr>
          <p:spPr>
            <a:xfrm>
              <a:off x="4153650" y="167055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2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40" y="232"/>
                  </a:lnTo>
                  <a:lnTo>
                    <a:pt x="1" y="271"/>
                  </a:lnTo>
                  <a:lnTo>
                    <a:pt x="40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4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11"/>
            <p:cNvSpPr/>
            <p:nvPr/>
          </p:nvSpPr>
          <p:spPr>
            <a:xfrm>
              <a:off x="4055200" y="1676350"/>
              <a:ext cx="21250" cy="8700"/>
            </a:xfrm>
            <a:custGeom>
              <a:avLst/>
              <a:gdLst/>
              <a:ahLst/>
              <a:cxnLst/>
              <a:rect l="l" t="t" r="r" b="b"/>
              <a:pathLst>
                <a:path w="850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11"/>
            <p:cNvSpPr/>
            <p:nvPr/>
          </p:nvSpPr>
          <p:spPr>
            <a:xfrm>
              <a:off x="5417325" y="16889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232"/>
                  </a:lnTo>
                  <a:lnTo>
                    <a:pt x="503" y="966"/>
                  </a:lnTo>
                  <a:lnTo>
                    <a:pt x="1043" y="1622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3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6" y="3862"/>
                  </a:lnTo>
                  <a:lnTo>
                    <a:pt x="12242" y="3591"/>
                  </a:lnTo>
                  <a:lnTo>
                    <a:pt x="12319" y="3553"/>
                  </a:lnTo>
                  <a:lnTo>
                    <a:pt x="12435" y="3205"/>
                  </a:lnTo>
                  <a:lnTo>
                    <a:pt x="12358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3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3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11"/>
            <p:cNvSpPr/>
            <p:nvPr/>
          </p:nvSpPr>
          <p:spPr>
            <a:xfrm>
              <a:off x="5725275" y="169565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5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4" y="1931"/>
                  </a:lnTo>
                  <a:lnTo>
                    <a:pt x="1082" y="2009"/>
                  </a:lnTo>
                  <a:lnTo>
                    <a:pt x="1121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30" y="2704"/>
                  </a:lnTo>
                  <a:lnTo>
                    <a:pt x="1623" y="2820"/>
                  </a:lnTo>
                  <a:lnTo>
                    <a:pt x="1816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5" y="3630"/>
                  </a:lnTo>
                  <a:lnTo>
                    <a:pt x="2125" y="3901"/>
                  </a:lnTo>
                  <a:lnTo>
                    <a:pt x="2086" y="4094"/>
                  </a:lnTo>
                  <a:lnTo>
                    <a:pt x="2009" y="4325"/>
                  </a:lnTo>
                  <a:lnTo>
                    <a:pt x="1893" y="4519"/>
                  </a:lnTo>
                  <a:lnTo>
                    <a:pt x="1739" y="4712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5" y="4287"/>
                  </a:lnTo>
                  <a:lnTo>
                    <a:pt x="812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1" y="4094"/>
                  </a:lnTo>
                  <a:lnTo>
                    <a:pt x="1237" y="4017"/>
                  </a:lnTo>
                  <a:lnTo>
                    <a:pt x="1314" y="3901"/>
                  </a:lnTo>
                  <a:lnTo>
                    <a:pt x="1314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10" y="4094"/>
                  </a:lnTo>
                  <a:lnTo>
                    <a:pt x="233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2"/>
                  </a:lnTo>
                  <a:lnTo>
                    <a:pt x="1739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3" y="1970"/>
                  </a:lnTo>
                  <a:lnTo>
                    <a:pt x="1932" y="1816"/>
                  </a:lnTo>
                  <a:lnTo>
                    <a:pt x="2241" y="1622"/>
                  </a:lnTo>
                  <a:lnTo>
                    <a:pt x="2549" y="1391"/>
                  </a:lnTo>
                  <a:lnTo>
                    <a:pt x="2820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11"/>
            <p:cNvSpPr/>
            <p:nvPr/>
          </p:nvSpPr>
          <p:spPr>
            <a:xfrm>
              <a:off x="1994125" y="1698550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6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4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4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11"/>
            <p:cNvSpPr/>
            <p:nvPr/>
          </p:nvSpPr>
          <p:spPr>
            <a:xfrm>
              <a:off x="3947075" y="171690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3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8" y="579"/>
                  </a:lnTo>
                  <a:lnTo>
                    <a:pt x="425" y="772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11"/>
            <p:cNvSpPr/>
            <p:nvPr/>
          </p:nvSpPr>
          <p:spPr>
            <a:xfrm>
              <a:off x="2585900" y="1732325"/>
              <a:ext cx="305075" cy="236550"/>
            </a:xfrm>
            <a:custGeom>
              <a:avLst/>
              <a:gdLst/>
              <a:ahLst/>
              <a:cxnLst/>
              <a:rect l="l" t="t" r="r" b="b"/>
              <a:pathLst>
                <a:path w="12203" h="9462" extrusionOk="0">
                  <a:moveTo>
                    <a:pt x="5329" y="349"/>
                  </a:moveTo>
                  <a:lnTo>
                    <a:pt x="5522" y="426"/>
                  </a:lnTo>
                  <a:lnTo>
                    <a:pt x="5600" y="426"/>
                  </a:lnTo>
                  <a:lnTo>
                    <a:pt x="5831" y="657"/>
                  </a:lnTo>
                  <a:lnTo>
                    <a:pt x="5986" y="889"/>
                  </a:lnTo>
                  <a:lnTo>
                    <a:pt x="6063" y="1198"/>
                  </a:lnTo>
                  <a:lnTo>
                    <a:pt x="6102" y="1468"/>
                  </a:lnTo>
                  <a:lnTo>
                    <a:pt x="6140" y="1777"/>
                  </a:lnTo>
                  <a:lnTo>
                    <a:pt x="6102" y="2086"/>
                  </a:lnTo>
                  <a:lnTo>
                    <a:pt x="6024" y="2704"/>
                  </a:lnTo>
                  <a:lnTo>
                    <a:pt x="5715" y="4866"/>
                  </a:lnTo>
                  <a:lnTo>
                    <a:pt x="5715" y="4905"/>
                  </a:lnTo>
                  <a:lnTo>
                    <a:pt x="5561" y="4982"/>
                  </a:lnTo>
                  <a:lnTo>
                    <a:pt x="5291" y="4017"/>
                  </a:lnTo>
                  <a:lnTo>
                    <a:pt x="5020" y="3090"/>
                  </a:lnTo>
                  <a:lnTo>
                    <a:pt x="4750" y="1970"/>
                  </a:lnTo>
                  <a:lnTo>
                    <a:pt x="4673" y="1468"/>
                  </a:lnTo>
                  <a:lnTo>
                    <a:pt x="4673" y="1159"/>
                  </a:lnTo>
                  <a:lnTo>
                    <a:pt x="4673" y="851"/>
                  </a:lnTo>
                  <a:lnTo>
                    <a:pt x="4750" y="619"/>
                  </a:lnTo>
                  <a:lnTo>
                    <a:pt x="4827" y="503"/>
                  </a:lnTo>
                  <a:lnTo>
                    <a:pt x="4904" y="426"/>
                  </a:lnTo>
                  <a:lnTo>
                    <a:pt x="5020" y="349"/>
                  </a:lnTo>
                  <a:close/>
                  <a:moveTo>
                    <a:pt x="11199" y="3515"/>
                  </a:moveTo>
                  <a:lnTo>
                    <a:pt x="11315" y="3554"/>
                  </a:lnTo>
                  <a:lnTo>
                    <a:pt x="11392" y="3592"/>
                  </a:lnTo>
                  <a:lnTo>
                    <a:pt x="11508" y="3708"/>
                  </a:lnTo>
                  <a:lnTo>
                    <a:pt x="11585" y="3824"/>
                  </a:lnTo>
                  <a:lnTo>
                    <a:pt x="11701" y="4133"/>
                  </a:lnTo>
                  <a:lnTo>
                    <a:pt x="11585" y="4287"/>
                  </a:lnTo>
                  <a:lnTo>
                    <a:pt x="11430" y="4403"/>
                  </a:lnTo>
                  <a:lnTo>
                    <a:pt x="11237" y="4519"/>
                  </a:lnTo>
                  <a:lnTo>
                    <a:pt x="11044" y="4596"/>
                  </a:lnTo>
                  <a:lnTo>
                    <a:pt x="10581" y="4751"/>
                  </a:lnTo>
                  <a:lnTo>
                    <a:pt x="10195" y="4866"/>
                  </a:lnTo>
                  <a:lnTo>
                    <a:pt x="9422" y="5021"/>
                  </a:lnTo>
                  <a:lnTo>
                    <a:pt x="8650" y="5137"/>
                  </a:lnTo>
                  <a:lnTo>
                    <a:pt x="7994" y="5175"/>
                  </a:lnTo>
                  <a:lnTo>
                    <a:pt x="7376" y="5175"/>
                  </a:lnTo>
                  <a:lnTo>
                    <a:pt x="6102" y="5137"/>
                  </a:lnTo>
                  <a:lnTo>
                    <a:pt x="7260" y="4673"/>
                  </a:lnTo>
                  <a:lnTo>
                    <a:pt x="8418" y="4249"/>
                  </a:lnTo>
                  <a:lnTo>
                    <a:pt x="9075" y="4017"/>
                  </a:lnTo>
                  <a:lnTo>
                    <a:pt x="9770" y="3824"/>
                  </a:lnTo>
                  <a:lnTo>
                    <a:pt x="10465" y="3631"/>
                  </a:lnTo>
                  <a:lnTo>
                    <a:pt x="10928" y="3554"/>
                  </a:lnTo>
                  <a:lnTo>
                    <a:pt x="11083" y="3515"/>
                  </a:lnTo>
                  <a:close/>
                  <a:moveTo>
                    <a:pt x="5136" y="5909"/>
                  </a:moveTo>
                  <a:lnTo>
                    <a:pt x="4209" y="6797"/>
                  </a:lnTo>
                  <a:lnTo>
                    <a:pt x="3244" y="7685"/>
                  </a:lnTo>
                  <a:lnTo>
                    <a:pt x="2742" y="8110"/>
                  </a:lnTo>
                  <a:lnTo>
                    <a:pt x="2163" y="8535"/>
                  </a:lnTo>
                  <a:lnTo>
                    <a:pt x="1854" y="8728"/>
                  </a:lnTo>
                  <a:lnTo>
                    <a:pt x="1468" y="8921"/>
                  </a:lnTo>
                  <a:lnTo>
                    <a:pt x="1197" y="8998"/>
                  </a:lnTo>
                  <a:lnTo>
                    <a:pt x="1004" y="9037"/>
                  </a:lnTo>
                  <a:lnTo>
                    <a:pt x="888" y="8998"/>
                  </a:lnTo>
                  <a:lnTo>
                    <a:pt x="811" y="8960"/>
                  </a:lnTo>
                  <a:lnTo>
                    <a:pt x="734" y="8844"/>
                  </a:lnTo>
                  <a:lnTo>
                    <a:pt x="695" y="8689"/>
                  </a:lnTo>
                  <a:lnTo>
                    <a:pt x="657" y="8535"/>
                  </a:lnTo>
                  <a:lnTo>
                    <a:pt x="618" y="8419"/>
                  </a:lnTo>
                  <a:lnTo>
                    <a:pt x="657" y="8342"/>
                  </a:lnTo>
                  <a:lnTo>
                    <a:pt x="695" y="8265"/>
                  </a:lnTo>
                  <a:lnTo>
                    <a:pt x="850" y="8110"/>
                  </a:lnTo>
                  <a:lnTo>
                    <a:pt x="1120" y="7956"/>
                  </a:lnTo>
                  <a:lnTo>
                    <a:pt x="1699" y="7608"/>
                  </a:lnTo>
                  <a:lnTo>
                    <a:pt x="2472" y="7222"/>
                  </a:lnTo>
                  <a:lnTo>
                    <a:pt x="3244" y="6874"/>
                  </a:lnTo>
                  <a:lnTo>
                    <a:pt x="4209" y="6411"/>
                  </a:lnTo>
                  <a:lnTo>
                    <a:pt x="4673" y="6179"/>
                  </a:lnTo>
                  <a:lnTo>
                    <a:pt x="5136" y="5909"/>
                  </a:lnTo>
                  <a:close/>
                  <a:moveTo>
                    <a:pt x="5136" y="1"/>
                  </a:moveTo>
                  <a:lnTo>
                    <a:pt x="4943" y="78"/>
                  </a:lnTo>
                  <a:lnTo>
                    <a:pt x="4750" y="194"/>
                  </a:lnTo>
                  <a:lnTo>
                    <a:pt x="4596" y="387"/>
                  </a:lnTo>
                  <a:lnTo>
                    <a:pt x="4441" y="580"/>
                  </a:lnTo>
                  <a:lnTo>
                    <a:pt x="4364" y="812"/>
                  </a:lnTo>
                  <a:lnTo>
                    <a:pt x="4325" y="1044"/>
                  </a:lnTo>
                  <a:lnTo>
                    <a:pt x="4325" y="1507"/>
                  </a:lnTo>
                  <a:lnTo>
                    <a:pt x="4402" y="1970"/>
                  </a:lnTo>
                  <a:lnTo>
                    <a:pt x="4634" y="2897"/>
                  </a:lnTo>
                  <a:lnTo>
                    <a:pt x="4982" y="4017"/>
                  </a:lnTo>
                  <a:lnTo>
                    <a:pt x="5175" y="4558"/>
                  </a:lnTo>
                  <a:lnTo>
                    <a:pt x="5368" y="5098"/>
                  </a:lnTo>
                  <a:lnTo>
                    <a:pt x="5368" y="5214"/>
                  </a:lnTo>
                  <a:lnTo>
                    <a:pt x="5406" y="5330"/>
                  </a:lnTo>
                  <a:lnTo>
                    <a:pt x="4943" y="5600"/>
                  </a:lnTo>
                  <a:lnTo>
                    <a:pt x="4480" y="5870"/>
                  </a:lnTo>
                  <a:lnTo>
                    <a:pt x="3476" y="6334"/>
                  </a:lnTo>
                  <a:lnTo>
                    <a:pt x="2472" y="6797"/>
                  </a:lnTo>
                  <a:lnTo>
                    <a:pt x="1970" y="7029"/>
                  </a:lnTo>
                  <a:lnTo>
                    <a:pt x="1468" y="7299"/>
                  </a:lnTo>
                  <a:lnTo>
                    <a:pt x="966" y="7608"/>
                  </a:lnTo>
                  <a:lnTo>
                    <a:pt x="657" y="7801"/>
                  </a:lnTo>
                  <a:lnTo>
                    <a:pt x="348" y="8071"/>
                  </a:lnTo>
                  <a:lnTo>
                    <a:pt x="116" y="8342"/>
                  </a:lnTo>
                  <a:lnTo>
                    <a:pt x="39" y="8458"/>
                  </a:lnTo>
                  <a:lnTo>
                    <a:pt x="0" y="8612"/>
                  </a:lnTo>
                  <a:lnTo>
                    <a:pt x="0" y="8767"/>
                  </a:lnTo>
                  <a:lnTo>
                    <a:pt x="0" y="8921"/>
                  </a:lnTo>
                  <a:lnTo>
                    <a:pt x="78" y="9037"/>
                  </a:lnTo>
                  <a:lnTo>
                    <a:pt x="232" y="9191"/>
                  </a:lnTo>
                  <a:lnTo>
                    <a:pt x="348" y="9307"/>
                  </a:lnTo>
                  <a:lnTo>
                    <a:pt x="502" y="9384"/>
                  </a:lnTo>
                  <a:lnTo>
                    <a:pt x="618" y="9423"/>
                  </a:lnTo>
                  <a:lnTo>
                    <a:pt x="773" y="9462"/>
                  </a:lnTo>
                  <a:lnTo>
                    <a:pt x="1120" y="9462"/>
                  </a:lnTo>
                  <a:lnTo>
                    <a:pt x="1429" y="9384"/>
                  </a:lnTo>
                  <a:lnTo>
                    <a:pt x="1738" y="9230"/>
                  </a:lnTo>
                  <a:lnTo>
                    <a:pt x="2047" y="9075"/>
                  </a:lnTo>
                  <a:lnTo>
                    <a:pt x="2588" y="8767"/>
                  </a:lnTo>
                  <a:lnTo>
                    <a:pt x="3476" y="8071"/>
                  </a:lnTo>
                  <a:lnTo>
                    <a:pt x="4287" y="7338"/>
                  </a:lnTo>
                  <a:lnTo>
                    <a:pt x="5098" y="6565"/>
                  </a:lnTo>
                  <a:lnTo>
                    <a:pt x="5445" y="6141"/>
                  </a:lnTo>
                  <a:lnTo>
                    <a:pt x="5793" y="5677"/>
                  </a:lnTo>
                  <a:lnTo>
                    <a:pt x="5793" y="5716"/>
                  </a:lnTo>
                  <a:lnTo>
                    <a:pt x="6063" y="6064"/>
                  </a:lnTo>
                  <a:lnTo>
                    <a:pt x="6217" y="6218"/>
                  </a:lnTo>
                  <a:lnTo>
                    <a:pt x="6372" y="6334"/>
                  </a:lnTo>
                  <a:lnTo>
                    <a:pt x="6603" y="6179"/>
                  </a:lnTo>
                  <a:lnTo>
                    <a:pt x="6603" y="6141"/>
                  </a:lnTo>
                  <a:lnTo>
                    <a:pt x="6333" y="5870"/>
                  </a:lnTo>
                  <a:lnTo>
                    <a:pt x="6217" y="5716"/>
                  </a:lnTo>
                  <a:lnTo>
                    <a:pt x="6179" y="5523"/>
                  </a:lnTo>
                  <a:lnTo>
                    <a:pt x="6140" y="5484"/>
                  </a:lnTo>
                  <a:lnTo>
                    <a:pt x="7028" y="5562"/>
                  </a:lnTo>
                  <a:lnTo>
                    <a:pt x="7955" y="5562"/>
                  </a:lnTo>
                  <a:lnTo>
                    <a:pt x="8882" y="5484"/>
                  </a:lnTo>
                  <a:lnTo>
                    <a:pt x="9770" y="5330"/>
                  </a:lnTo>
                  <a:lnTo>
                    <a:pt x="10465" y="5175"/>
                  </a:lnTo>
                  <a:lnTo>
                    <a:pt x="10890" y="5060"/>
                  </a:lnTo>
                  <a:lnTo>
                    <a:pt x="11315" y="4905"/>
                  </a:lnTo>
                  <a:lnTo>
                    <a:pt x="11701" y="4673"/>
                  </a:lnTo>
                  <a:lnTo>
                    <a:pt x="11894" y="4558"/>
                  </a:lnTo>
                  <a:lnTo>
                    <a:pt x="12010" y="4403"/>
                  </a:lnTo>
                  <a:lnTo>
                    <a:pt x="12125" y="4249"/>
                  </a:lnTo>
                  <a:lnTo>
                    <a:pt x="12164" y="4094"/>
                  </a:lnTo>
                  <a:lnTo>
                    <a:pt x="12203" y="3901"/>
                  </a:lnTo>
                  <a:lnTo>
                    <a:pt x="12164" y="3708"/>
                  </a:lnTo>
                  <a:lnTo>
                    <a:pt x="12125" y="3554"/>
                  </a:lnTo>
                  <a:lnTo>
                    <a:pt x="12010" y="3438"/>
                  </a:lnTo>
                  <a:lnTo>
                    <a:pt x="11932" y="3322"/>
                  </a:lnTo>
                  <a:lnTo>
                    <a:pt x="11817" y="3245"/>
                  </a:lnTo>
                  <a:lnTo>
                    <a:pt x="11662" y="3167"/>
                  </a:lnTo>
                  <a:lnTo>
                    <a:pt x="11508" y="3167"/>
                  </a:lnTo>
                  <a:lnTo>
                    <a:pt x="11199" y="3129"/>
                  </a:lnTo>
                  <a:lnTo>
                    <a:pt x="10851" y="3167"/>
                  </a:lnTo>
                  <a:lnTo>
                    <a:pt x="10504" y="3245"/>
                  </a:lnTo>
                  <a:lnTo>
                    <a:pt x="9924" y="3360"/>
                  </a:lnTo>
                  <a:lnTo>
                    <a:pt x="8959" y="3669"/>
                  </a:lnTo>
                  <a:lnTo>
                    <a:pt x="7994" y="3978"/>
                  </a:lnTo>
                  <a:lnTo>
                    <a:pt x="7028" y="4326"/>
                  </a:lnTo>
                  <a:lnTo>
                    <a:pt x="6102" y="4751"/>
                  </a:lnTo>
                  <a:lnTo>
                    <a:pt x="6333" y="3283"/>
                  </a:lnTo>
                  <a:lnTo>
                    <a:pt x="6449" y="2550"/>
                  </a:lnTo>
                  <a:lnTo>
                    <a:pt x="6488" y="1816"/>
                  </a:lnTo>
                  <a:lnTo>
                    <a:pt x="6488" y="1546"/>
                  </a:lnTo>
                  <a:lnTo>
                    <a:pt x="6449" y="1275"/>
                  </a:lnTo>
                  <a:lnTo>
                    <a:pt x="6372" y="1044"/>
                  </a:lnTo>
                  <a:lnTo>
                    <a:pt x="6295" y="851"/>
                  </a:lnTo>
                  <a:lnTo>
                    <a:pt x="6179" y="619"/>
                  </a:lnTo>
                  <a:lnTo>
                    <a:pt x="6024" y="464"/>
                  </a:lnTo>
                  <a:lnTo>
                    <a:pt x="5831" y="310"/>
                  </a:lnTo>
                  <a:lnTo>
                    <a:pt x="5600" y="155"/>
                  </a:lnTo>
                  <a:lnTo>
                    <a:pt x="5484" y="78"/>
                  </a:lnTo>
                  <a:lnTo>
                    <a:pt x="5368" y="40"/>
                  </a:lnTo>
                  <a:lnTo>
                    <a:pt x="51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11"/>
            <p:cNvSpPr/>
            <p:nvPr/>
          </p:nvSpPr>
          <p:spPr>
            <a:xfrm>
              <a:off x="1851250" y="17671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2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0" y="5368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9"/>
                  </a:lnTo>
                  <a:lnTo>
                    <a:pt x="3978" y="888"/>
                  </a:lnTo>
                  <a:lnTo>
                    <a:pt x="4634" y="657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2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4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29" y="7376"/>
                  </a:lnTo>
                  <a:lnTo>
                    <a:pt x="13438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4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1" y="8611"/>
                  </a:lnTo>
                  <a:lnTo>
                    <a:pt x="18651" y="8534"/>
                  </a:lnTo>
                  <a:lnTo>
                    <a:pt x="18651" y="8457"/>
                  </a:lnTo>
                  <a:lnTo>
                    <a:pt x="18651" y="8380"/>
                  </a:lnTo>
                  <a:lnTo>
                    <a:pt x="18651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0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11"/>
            <p:cNvSpPr/>
            <p:nvPr/>
          </p:nvSpPr>
          <p:spPr>
            <a:xfrm>
              <a:off x="6591225" y="17699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8" y="542"/>
                  </a:lnTo>
                  <a:lnTo>
                    <a:pt x="12434" y="657"/>
                  </a:lnTo>
                  <a:lnTo>
                    <a:pt x="12628" y="735"/>
                  </a:lnTo>
                  <a:lnTo>
                    <a:pt x="12743" y="812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6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1"/>
                  </a:lnTo>
                  <a:lnTo>
                    <a:pt x="12241" y="2472"/>
                  </a:lnTo>
                  <a:lnTo>
                    <a:pt x="11817" y="2743"/>
                  </a:lnTo>
                  <a:lnTo>
                    <a:pt x="11392" y="2936"/>
                  </a:lnTo>
                  <a:lnTo>
                    <a:pt x="10658" y="3206"/>
                  </a:lnTo>
                  <a:lnTo>
                    <a:pt x="9924" y="3438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2"/>
                  </a:lnTo>
                  <a:lnTo>
                    <a:pt x="5020" y="4596"/>
                  </a:lnTo>
                  <a:lnTo>
                    <a:pt x="4132" y="4712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1"/>
                  </a:lnTo>
                  <a:lnTo>
                    <a:pt x="1506" y="4673"/>
                  </a:lnTo>
                  <a:lnTo>
                    <a:pt x="1198" y="4558"/>
                  </a:lnTo>
                  <a:lnTo>
                    <a:pt x="889" y="4442"/>
                  </a:lnTo>
                  <a:lnTo>
                    <a:pt x="580" y="4249"/>
                  </a:lnTo>
                  <a:lnTo>
                    <a:pt x="657" y="4171"/>
                  </a:lnTo>
                  <a:lnTo>
                    <a:pt x="696" y="4056"/>
                  </a:lnTo>
                  <a:lnTo>
                    <a:pt x="696" y="3940"/>
                  </a:lnTo>
                  <a:lnTo>
                    <a:pt x="734" y="3824"/>
                  </a:lnTo>
                  <a:lnTo>
                    <a:pt x="850" y="3631"/>
                  </a:lnTo>
                  <a:lnTo>
                    <a:pt x="1082" y="3438"/>
                  </a:lnTo>
                  <a:lnTo>
                    <a:pt x="1313" y="3245"/>
                  </a:lnTo>
                  <a:lnTo>
                    <a:pt x="1854" y="2936"/>
                  </a:lnTo>
                  <a:lnTo>
                    <a:pt x="2279" y="2704"/>
                  </a:lnTo>
                  <a:lnTo>
                    <a:pt x="3012" y="2356"/>
                  </a:lnTo>
                  <a:lnTo>
                    <a:pt x="3707" y="2009"/>
                  </a:lnTo>
                  <a:lnTo>
                    <a:pt x="4480" y="1700"/>
                  </a:lnTo>
                  <a:lnTo>
                    <a:pt x="5252" y="1430"/>
                  </a:lnTo>
                  <a:lnTo>
                    <a:pt x="6024" y="1198"/>
                  </a:lnTo>
                  <a:lnTo>
                    <a:pt x="6835" y="1005"/>
                  </a:lnTo>
                  <a:lnTo>
                    <a:pt x="7608" y="812"/>
                  </a:lnTo>
                  <a:lnTo>
                    <a:pt x="8418" y="696"/>
                  </a:lnTo>
                  <a:lnTo>
                    <a:pt x="9229" y="580"/>
                  </a:lnTo>
                  <a:lnTo>
                    <a:pt x="10040" y="542"/>
                  </a:lnTo>
                  <a:lnTo>
                    <a:pt x="10735" y="503"/>
                  </a:lnTo>
                  <a:lnTo>
                    <a:pt x="11160" y="464"/>
                  </a:lnTo>
                  <a:close/>
                  <a:moveTo>
                    <a:pt x="13477" y="1121"/>
                  </a:moveTo>
                  <a:lnTo>
                    <a:pt x="13631" y="1314"/>
                  </a:lnTo>
                  <a:lnTo>
                    <a:pt x="13709" y="1507"/>
                  </a:lnTo>
                  <a:lnTo>
                    <a:pt x="13747" y="1739"/>
                  </a:lnTo>
                  <a:lnTo>
                    <a:pt x="13709" y="2009"/>
                  </a:lnTo>
                  <a:lnTo>
                    <a:pt x="13631" y="2241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8"/>
                  </a:lnTo>
                  <a:lnTo>
                    <a:pt x="12048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1" y="4635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5" y="5948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9"/>
                  </a:lnTo>
                  <a:lnTo>
                    <a:pt x="696" y="5484"/>
                  </a:lnTo>
                  <a:lnTo>
                    <a:pt x="502" y="5253"/>
                  </a:lnTo>
                  <a:lnTo>
                    <a:pt x="348" y="5021"/>
                  </a:lnTo>
                  <a:lnTo>
                    <a:pt x="309" y="4866"/>
                  </a:lnTo>
                  <a:lnTo>
                    <a:pt x="309" y="4751"/>
                  </a:lnTo>
                  <a:lnTo>
                    <a:pt x="309" y="4596"/>
                  </a:lnTo>
                  <a:lnTo>
                    <a:pt x="348" y="4442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4"/>
                  </a:lnTo>
                  <a:lnTo>
                    <a:pt x="1931" y="5253"/>
                  </a:lnTo>
                  <a:lnTo>
                    <a:pt x="2588" y="5330"/>
                  </a:lnTo>
                  <a:lnTo>
                    <a:pt x="3244" y="5291"/>
                  </a:lnTo>
                  <a:lnTo>
                    <a:pt x="3939" y="5253"/>
                  </a:lnTo>
                  <a:lnTo>
                    <a:pt x="5136" y="5059"/>
                  </a:lnTo>
                  <a:lnTo>
                    <a:pt x="6913" y="4789"/>
                  </a:lnTo>
                  <a:lnTo>
                    <a:pt x="7839" y="4596"/>
                  </a:lnTo>
                  <a:lnTo>
                    <a:pt x="8727" y="4403"/>
                  </a:lnTo>
                  <a:lnTo>
                    <a:pt x="9616" y="4133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9"/>
                  </a:lnTo>
                  <a:lnTo>
                    <a:pt x="12434" y="2974"/>
                  </a:lnTo>
                  <a:lnTo>
                    <a:pt x="12705" y="2820"/>
                  </a:lnTo>
                  <a:lnTo>
                    <a:pt x="12936" y="2588"/>
                  </a:lnTo>
                  <a:lnTo>
                    <a:pt x="13129" y="2395"/>
                  </a:lnTo>
                  <a:lnTo>
                    <a:pt x="13323" y="2125"/>
                  </a:lnTo>
                  <a:lnTo>
                    <a:pt x="13438" y="1854"/>
                  </a:lnTo>
                  <a:lnTo>
                    <a:pt x="13516" y="1584"/>
                  </a:lnTo>
                  <a:lnTo>
                    <a:pt x="13516" y="1237"/>
                  </a:lnTo>
                  <a:lnTo>
                    <a:pt x="13477" y="1121"/>
                  </a:lnTo>
                  <a:close/>
                  <a:moveTo>
                    <a:pt x="10658" y="1"/>
                  </a:moveTo>
                  <a:lnTo>
                    <a:pt x="9886" y="40"/>
                  </a:lnTo>
                  <a:lnTo>
                    <a:pt x="9114" y="117"/>
                  </a:lnTo>
                  <a:lnTo>
                    <a:pt x="8303" y="233"/>
                  </a:lnTo>
                  <a:lnTo>
                    <a:pt x="7530" y="348"/>
                  </a:lnTo>
                  <a:lnTo>
                    <a:pt x="6719" y="542"/>
                  </a:lnTo>
                  <a:lnTo>
                    <a:pt x="5909" y="735"/>
                  </a:lnTo>
                  <a:lnTo>
                    <a:pt x="5020" y="1005"/>
                  </a:lnTo>
                  <a:lnTo>
                    <a:pt x="4132" y="1352"/>
                  </a:lnTo>
                  <a:lnTo>
                    <a:pt x="3244" y="1700"/>
                  </a:lnTo>
                  <a:lnTo>
                    <a:pt x="2395" y="2125"/>
                  </a:lnTo>
                  <a:lnTo>
                    <a:pt x="1777" y="2434"/>
                  </a:lnTo>
                  <a:lnTo>
                    <a:pt x="1391" y="2627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4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6"/>
                  </a:lnTo>
                  <a:lnTo>
                    <a:pt x="194" y="4133"/>
                  </a:lnTo>
                  <a:lnTo>
                    <a:pt x="194" y="4171"/>
                  </a:lnTo>
                  <a:lnTo>
                    <a:pt x="116" y="4326"/>
                  </a:lnTo>
                  <a:lnTo>
                    <a:pt x="39" y="4480"/>
                  </a:lnTo>
                  <a:lnTo>
                    <a:pt x="0" y="4635"/>
                  </a:lnTo>
                  <a:lnTo>
                    <a:pt x="0" y="4789"/>
                  </a:lnTo>
                  <a:lnTo>
                    <a:pt x="39" y="5137"/>
                  </a:lnTo>
                  <a:lnTo>
                    <a:pt x="194" y="5446"/>
                  </a:lnTo>
                  <a:lnTo>
                    <a:pt x="348" y="5639"/>
                  </a:lnTo>
                  <a:lnTo>
                    <a:pt x="502" y="5832"/>
                  </a:lnTo>
                  <a:lnTo>
                    <a:pt x="696" y="5948"/>
                  </a:lnTo>
                  <a:lnTo>
                    <a:pt x="927" y="6063"/>
                  </a:lnTo>
                  <a:lnTo>
                    <a:pt x="966" y="6257"/>
                  </a:lnTo>
                  <a:lnTo>
                    <a:pt x="1275" y="6179"/>
                  </a:lnTo>
                  <a:lnTo>
                    <a:pt x="1313" y="6218"/>
                  </a:lnTo>
                  <a:lnTo>
                    <a:pt x="1313" y="6257"/>
                  </a:lnTo>
                  <a:lnTo>
                    <a:pt x="1352" y="6295"/>
                  </a:lnTo>
                  <a:lnTo>
                    <a:pt x="1468" y="6257"/>
                  </a:lnTo>
                  <a:lnTo>
                    <a:pt x="1815" y="6295"/>
                  </a:lnTo>
                  <a:lnTo>
                    <a:pt x="2395" y="6334"/>
                  </a:lnTo>
                  <a:lnTo>
                    <a:pt x="3012" y="6372"/>
                  </a:lnTo>
                  <a:lnTo>
                    <a:pt x="3592" y="6334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2"/>
                  </a:lnTo>
                  <a:lnTo>
                    <a:pt x="7994" y="5523"/>
                  </a:lnTo>
                  <a:lnTo>
                    <a:pt x="9036" y="5253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3"/>
                  </a:lnTo>
                  <a:lnTo>
                    <a:pt x="12126" y="4249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4" y="3940"/>
                  </a:lnTo>
                  <a:lnTo>
                    <a:pt x="12898" y="3669"/>
                  </a:lnTo>
                  <a:lnTo>
                    <a:pt x="13361" y="3322"/>
                  </a:lnTo>
                  <a:lnTo>
                    <a:pt x="13631" y="3052"/>
                  </a:lnTo>
                  <a:lnTo>
                    <a:pt x="13825" y="2704"/>
                  </a:lnTo>
                  <a:lnTo>
                    <a:pt x="14133" y="2627"/>
                  </a:lnTo>
                  <a:lnTo>
                    <a:pt x="14018" y="2318"/>
                  </a:lnTo>
                  <a:lnTo>
                    <a:pt x="14095" y="2009"/>
                  </a:lnTo>
                  <a:lnTo>
                    <a:pt x="14133" y="1739"/>
                  </a:lnTo>
                  <a:lnTo>
                    <a:pt x="14095" y="1468"/>
                  </a:lnTo>
                  <a:lnTo>
                    <a:pt x="14018" y="1237"/>
                  </a:lnTo>
                  <a:lnTo>
                    <a:pt x="13902" y="1005"/>
                  </a:lnTo>
                  <a:lnTo>
                    <a:pt x="13747" y="812"/>
                  </a:lnTo>
                  <a:lnTo>
                    <a:pt x="13477" y="619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3" y="117"/>
                  </a:lnTo>
                  <a:lnTo>
                    <a:pt x="11817" y="40"/>
                  </a:lnTo>
                  <a:lnTo>
                    <a:pt x="1143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11"/>
            <p:cNvSpPr/>
            <p:nvPr/>
          </p:nvSpPr>
          <p:spPr>
            <a:xfrm>
              <a:off x="2687250" y="1806675"/>
              <a:ext cx="449900" cy="337900"/>
            </a:xfrm>
            <a:custGeom>
              <a:avLst/>
              <a:gdLst/>
              <a:ahLst/>
              <a:cxnLst/>
              <a:rect l="l" t="t" r="r" b="b"/>
              <a:pathLst>
                <a:path w="17996" h="13516" extrusionOk="0">
                  <a:moveTo>
                    <a:pt x="15794" y="386"/>
                  </a:moveTo>
                  <a:lnTo>
                    <a:pt x="15872" y="425"/>
                  </a:lnTo>
                  <a:lnTo>
                    <a:pt x="15949" y="464"/>
                  </a:lnTo>
                  <a:lnTo>
                    <a:pt x="16103" y="657"/>
                  </a:lnTo>
                  <a:lnTo>
                    <a:pt x="16181" y="850"/>
                  </a:lnTo>
                  <a:lnTo>
                    <a:pt x="16258" y="1043"/>
                  </a:lnTo>
                  <a:lnTo>
                    <a:pt x="16219" y="1236"/>
                  </a:lnTo>
                  <a:lnTo>
                    <a:pt x="16181" y="1468"/>
                  </a:lnTo>
                  <a:lnTo>
                    <a:pt x="15987" y="1892"/>
                  </a:lnTo>
                  <a:lnTo>
                    <a:pt x="15833" y="2163"/>
                  </a:lnTo>
                  <a:lnTo>
                    <a:pt x="15601" y="2433"/>
                  </a:lnTo>
                  <a:lnTo>
                    <a:pt x="15370" y="2665"/>
                  </a:lnTo>
                  <a:lnTo>
                    <a:pt x="15099" y="2896"/>
                  </a:lnTo>
                  <a:lnTo>
                    <a:pt x="14983" y="2279"/>
                  </a:lnTo>
                  <a:lnTo>
                    <a:pt x="14945" y="1970"/>
                  </a:lnTo>
                  <a:lnTo>
                    <a:pt x="14906" y="1699"/>
                  </a:lnTo>
                  <a:lnTo>
                    <a:pt x="14945" y="1390"/>
                  </a:lnTo>
                  <a:lnTo>
                    <a:pt x="15022" y="1120"/>
                  </a:lnTo>
                  <a:lnTo>
                    <a:pt x="15138" y="850"/>
                  </a:lnTo>
                  <a:lnTo>
                    <a:pt x="15331" y="618"/>
                  </a:lnTo>
                  <a:lnTo>
                    <a:pt x="15563" y="464"/>
                  </a:lnTo>
                  <a:lnTo>
                    <a:pt x="15679" y="386"/>
                  </a:lnTo>
                  <a:close/>
                  <a:moveTo>
                    <a:pt x="14481" y="3437"/>
                  </a:moveTo>
                  <a:lnTo>
                    <a:pt x="14443" y="3591"/>
                  </a:lnTo>
                  <a:lnTo>
                    <a:pt x="14134" y="3939"/>
                  </a:lnTo>
                  <a:lnTo>
                    <a:pt x="13786" y="4287"/>
                  </a:lnTo>
                  <a:lnTo>
                    <a:pt x="13593" y="4441"/>
                  </a:lnTo>
                  <a:lnTo>
                    <a:pt x="13362" y="4595"/>
                  </a:lnTo>
                  <a:lnTo>
                    <a:pt x="13091" y="4711"/>
                  </a:lnTo>
                  <a:lnTo>
                    <a:pt x="12782" y="4750"/>
                  </a:lnTo>
                  <a:lnTo>
                    <a:pt x="12667" y="4789"/>
                  </a:lnTo>
                  <a:lnTo>
                    <a:pt x="12589" y="4750"/>
                  </a:lnTo>
                  <a:lnTo>
                    <a:pt x="12551" y="4673"/>
                  </a:lnTo>
                  <a:lnTo>
                    <a:pt x="12512" y="4518"/>
                  </a:lnTo>
                  <a:lnTo>
                    <a:pt x="12474" y="4287"/>
                  </a:lnTo>
                  <a:lnTo>
                    <a:pt x="12512" y="4171"/>
                  </a:lnTo>
                  <a:lnTo>
                    <a:pt x="12628" y="4055"/>
                  </a:lnTo>
                  <a:lnTo>
                    <a:pt x="12821" y="3900"/>
                  </a:lnTo>
                  <a:lnTo>
                    <a:pt x="13091" y="3746"/>
                  </a:lnTo>
                  <a:lnTo>
                    <a:pt x="13362" y="3591"/>
                  </a:lnTo>
                  <a:lnTo>
                    <a:pt x="13632" y="3514"/>
                  </a:lnTo>
                  <a:lnTo>
                    <a:pt x="13941" y="3437"/>
                  </a:lnTo>
                  <a:close/>
                  <a:moveTo>
                    <a:pt x="15061" y="3514"/>
                  </a:moveTo>
                  <a:lnTo>
                    <a:pt x="15717" y="3553"/>
                  </a:lnTo>
                  <a:lnTo>
                    <a:pt x="16065" y="3591"/>
                  </a:lnTo>
                  <a:lnTo>
                    <a:pt x="16412" y="3630"/>
                  </a:lnTo>
                  <a:lnTo>
                    <a:pt x="16721" y="3707"/>
                  </a:lnTo>
                  <a:lnTo>
                    <a:pt x="17030" y="3823"/>
                  </a:lnTo>
                  <a:lnTo>
                    <a:pt x="17262" y="4016"/>
                  </a:lnTo>
                  <a:lnTo>
                    <a:pt x="17378" y="4171"/>
                  </a:lnTo>
                  <a:lnTo>
                    <a:pt x="17493" y="4287"/>
                  </a:lnTo>
                  <a:lnTo>
                    <a:pt x="17571" y="4480"/>
                  </a:lnTo>
                  <a:lnTo>
                    <a:pt x="17571" y="4634"/>
                  </a:lnTo>
                  <a:lnTo>
                    <a:pt x="17493" y="4789"/>
                  </a:lnTo>
                  <a:lnTo>
                    <a:pt x="17378" y="4904"/>
                  </a:lnTo>
                  <a:lnTo>
                    <a:pt x="17262" y="4982"/>
                  </a:lnTo>
                  <a:lnTo>
                    <a:pt x="17069" y="5020"/>
                  </a:lnTo>
                  <a:lnTo>
                    <a:pt x="16914" y="4982"/>
                  </a:lnTo>
                  <a:lnTo>
                    <a:pt x="16721" y="4943"/>
                  </a:lnTo>
                  <a:lnTo>
                    <a:pt x="16335" y="4750"/>
                  </a:lnTo>
                  <a:lnTo>
                    <a:pt x="15987" y="4518"/>
                  </a:lnTo>
                  <a:lnTo>
                    <a:pt x="15717" y="4287"/>
                  </a:lnTo>
                  <a:lnTo>
                    <a:pt x="15485" y="4055"/>
                  </a:lnTo>
                  <a:lnTo>
                    <a:pt x="15254" y="3785"/>
                  </a:lnTo>
                  <a:lnTo>
                    <a:pt x="15061" y="3514"/>
                  </a:lnTo>
                  <a:close/>
                  <a:moveTo>
                    <a:pt x="4866" y="3128"/>
                  </a:moveTo>
                  <a:lnTo>
                    <a:pt x="5484" y="3167"/>
                  </a:lnTo>
                  <a:lnTo>
                    <a:pt x="6102" y="3283"/>
                  </a:lnTo>
                  <a:lnTo>
                    <a:pt x="6681" y="3514"/>
                  </a:lnTo>
                  <a:lnTo>
                    <a:pt x="7145" y="3707"/>
                  </a:lnTo>
                  <a:lnTo>
                    <a:pt x="7569" y="3978"/>
                  </a:lnTo>
                  <a:lnTo>
                    <a:pt x="7994" y="4248"/>
                  </a:lnTo>
                  <a:lnTo>
                    <a:pt x="8380" y="4557"/>
                  </a:lnTo>
                  <a:lnTo>
                    <a:pt x="9153" y="5213"/>
                  </a:lnTo>
                  <a:lnTo>
                    <a:pt x="9925" y="5908"/>
                  </a:lnTo>
                  <a:lnTo>
                    <a:pt x="10234" y="6179"/>
                  </a:lnTo>
                  <a:lnTo>
                    <a:pt x="10581" y="6410"/>
                  </a:lnTo>
                  <a:lnTo>
                    <a:pt x="10968" y="6642"/>
                  </a:lnTo>
                  <a:lnTo>
                    <a:pt x="11354" y="6797"/>
                  </a:lnTo>
                  <a:lnTo>
                    <a:pt x="11740" y="6874"/>
                  </a:lnTo>
                  <a:lnTo>
                    <a:pt x="12165" y="6912"/>
                  </a:lnTo>
                  <a:lnTo>
                    <a:pt x="12589" y="6874"/>
                  </a:lnTo>
                  <a:lnTo>
                    <a:pt x="13014" y="6719"/>
                  </a:lnTo>
                  <a:lnTo>
                    <a:pt x="13323" y="6565"/>
                  </a:lnTo>
                  <a:lnTo>
                    <a:pt x="13593" y="6372"/>
                  </a:lnTo>
                  <a:lnTo>
                    <a:pt x="13825" y="6179"/>
                  </a:lnTo>
                  <a:lnTo>
                    <a:pt x="14018" y="5947"/>
                  </a:lnTo>
                  <a:lnTo>
                    <a:pt x="14211" y="5677"/>
                  </a:lnTo>
                  <a:lnTo>
                    <a:pt x="14366" y="5406"/>
                  </a:lnTo>
                  <a:lnTo>
                    <a:pt x="14520" y="5097"/>
                  </a:lnTo>
                  <a:lnTo>
                    <a:pt x="14636" y="4789"/>
                  </a:lnTo>
                  <a:lnTo>
                    <a:pt x="14559" y="5638"/>
                  </a:lnTo>
                  <a:lnTo>
                    <a:pt x="14404" y="6449"/>
                  </a:lnTo>
                  <a:lnTo>
                    <a:pt x="14211" y="7221"/>
                  </a:lnTo>
                  <a:lnTo>
                    <a:pt x="13941" y="7994"/>
                  </a:lnTo>
                  <a:lnTo>
                    <a:pt x="13593" y="8727"/>
                  </a:lnTo>
                  <a:lnTo>
                    <a:pt x="13169" y="9422"/>
                  </a:lnTo>
                  <a:lnTo>
                    <a:pt x="12667" y="10117"/>
                  </a:lnTo>
                  <a:lnTo>
                    <a:pt x="12087" y="10735"/>
                  </a:lnTo>
                  <a:lnTo>
                    <a:pt x="11624" y="11160"/>
                  </a:lnTo>
                  <a:lnTo>
                    <a:pt x="11199" y="11546"/>
                  </a:lnTo>
                  <a:lnTo>
                    <a:pt x="10697" y="11855"/>
                  </a:lnTo>
                  <a:lnTo>
                    <a:pt x="10195" y="12164"/>
                  </a:lnTo>
                  <a:lnTo>
                    <a:pt x="9693" y="12396"/>
                  </a:lnTo>
                  <a:lnTo>
                    <a:pt x="9153" y="12627"/>
                  </a:lnTo>
                  <a:lnTo>
                    <a:pt x="8612" y="12782"/>
                  </a:lnTo>
                  <a:lnTo>
                    <a:pt x="8071" y="12898"/>
                  </a:lnTo>
                  <a:lnTo>
                    <a:pt x="7531" y="12975"/>
                  </a:lnTo>
                  <a:lnTo>
                    <a:pt x="6990" y="13014"/>
                  </a:lnTo>
                  <a:lnTo>
                    <a:pt x="6411" y="12975"/>
                  </a:lnTo>
                  <a:lnTo>
                    <a:pt x="5870" y="12898"/>
                  </a:lnTo>
                  <a:lnTo>
                    <a:pt x="5291" y="12782"/>
                  </a:lnTo>
                  <a:lnTo>
                    <a:pt x="4751" y="12627"/>
                  </a:lnTo>
                  <a:lnTo>
                    <a:pt x="4171" y="12396"/>
                  </a:lnTo>
                  <a:lnTo>
                    <a:pt x="3631" y="12125"/>
                  </a:lnTo>
                  <a:lnTo>
                    <a:pt x="3090" y="11816"/>
                  </a:lnTo>
                  <a:lnTo>
                    <a:pt x="2588" y="11469"/>
                  </a:lnTo>
                  <a:lnTo>
                    <a:pt x="2125" y="11044"/>
                  </a:lnTo>
                  <a:lnTo>
                    <a:pt x="1700" y="10581"/>
                  </a:lnTo>
                  <a:lnTo>
                    <a:pt x="1314" y="10117"/>
                  </a:lnTo>
                  <a:lnTo>
                    <a:pt x="966" y="9577"/>
                  </a:lnTo>
                  <a:lnTo>
                    <a:pt x="696" y="8998"/>
                  </a:lnTo>
                  <a:lnTo>
                    <a:pt x="542" y="8418"/>
                  </a:lnTo>
                  <a:lnTo>
                    <a:pt x="426" y="7801"/>
                  </a:lnTo>
                  <a:lnTo>
                    <a:pt x="426" y="7221"/>
                  </a:lnTo>
                  <a:lnTo>
                    <a:pt x="503" y="6603"/>
                  </a:lnTo>
                  <a:lnTo>
                    <a:pt x="696" y="6024"/>
                  </a:lnTo>
                  <a:lnTo>
                    <a:pt x="928" y="5484"/>
                  </a:lnTo>
                  <a:lnTo>
                    <a:pt x="1237" y="4943"/>
                  </a:lnTo>
                  <a:lnTo>
                    <a:pt x="1623" y="4480"/>
                  </a:lnTo>
                  <a:lnTo>
                    <a:pt x="2048" y="4055"/>
                  </a:lnTo>
                  <a:lnTo>
                    <a:pt x="2588" y="3707"/>
                  </a:lnTo>
                  <a:lnTo>
                    <a:pt x="3129" y="3437"/>
                  </a:lnTo>
                  <a:lnTo>
                    <a:pt x="3708" y="3244"/>
                  </a:lnTo>
                  <a:lnTo>
                    <a:pt x="4287" y="3167"/>
                  </a:lnTo>
                  <a:lnTo>
                    <a:pt x="4866" y="3128"/>
                  </a:lnTo>
                  <a:close/>
                  <a:moveTo>
                    <a:pt x="15717" y="0"/>
                  </a:moveTo>
                  <a:lnTo>
                    <a:pt x="15524" y="39"/>
                  </a:lnTo>
                  <a:lnTo>
                    <a:pt x="15331" y="155"/>
                  </a:lnTo>
                  <a:lnTo>
                    <a:pt x="15138" y="271"/>
                  </a:lnTo>
                  <a:lnTo>
                    <a:pt x="14983" y="464"/>
                  </a:lnTo>
                  <a:lnTo>
                    <a:pt x="14829" y="618"/>
                  </a:lnTo>
                  <a:lnTo>
                    <a:pt x="14713" y="850"/>
                  </a:lnTo>
                  <a:lnTo>
                    <a:pt x="14636" y="1043"/>
                  </a:lnTo>
                  <a:lnTo>
                    <a:pt x="14597" y="1275"/>
                  </a:lnTo>
                  <a:lnTo>
                    <a:pt x="14559" y="1545"/>
                  </a:lnTo>
                  <a:lnTo>
                    <a:pt x="14520" y="2047"/>
                  </a:lnTo>
                  <a:lnTo>
                    <a:pt x="14597" y="2588"/>
                  </a:lnTo>
                  <a:lnTo>
                    <a:pt x="14752" y="3090"/>
                  </a:lnTo>
                  <a:lnTo>
                    <a:pt x="14713" y="3128"/>
                  </a:lnTo>
                  <a:lnTo>
                    <a:pt x="14675" y="3167"/>
                  </a:lnTo>
                  <a:lnTo>
                    <a:pt x="14636" y="3205"/>
                  </a:lnTo>
                  <a:lnTo>
                    <a:pt x="14173" y="3128"/>
                  </a:lnTo>
                  <a:lnTo>
                    <a:pt x="13709" y="3167"/>
                  </a:lnTo>
                  <a:lnTo>
                    <a:pt x="13246" y="3283"/>
                  </a:lnTo>
                  <a:lnTo>
                    <a:pt x="12821" y="3476"/>
                  </a:lnTo>
                  <a:lnTo>
                    <a:pt x="12512" y="3669"/>
                  </a:lnTo>
                  <a:lnTo>
                    <a:pt x="12358" y="3785"/>
                  </a:lnTo>
                  <a:lnTo>
                    <a:pt x="12203" y="3939"/>
                  </a:lnTo>
                  <a:lnTo>
                    <a:pt x="12049" y="4132"/>
                  </a:lnTo>
                  <a:lnTo>
                    <a:pt x="11972" y="4287"/>
                  </a:lnTo>
                  <a:lnTo>
                    <a:pt x="11933" y="4480"/>
                  </a:lnTo>
                  <a:lnTo>
                    <a:pt x="11933" y="4673"/>
                  </a:lnTo>
                  <a:lnTo>
                    <a:pt x="12010" y="4866"/>
                  </a:lnTo>
                  <a:lnTo>
                    <a:pt x="12126" y="5020"/>
                  </a:lnTo>
                  <a:lnTo>
                    <a:pt x="12280" y="5097"/>
                  </a:lnTo>
                  <a:lnTo>
                    <a:pt x="12435" y="5136"/>
                  </a:lnTo>
                  <a:lnTo>
                    <a:pt x="12628" y="5175"/>
                  </a:lnTo>
                  <a:lnTo>
                    <a:pt x="12821" y="5136"/>
                  </a:lnTo>
                  <a:lnTo>
                    <a:pt x="13207" y="5059"/>
                  </a:lnTo>
                  <a:lnTo>
                    <a:pt x="13516" y="4904"/>
                  </a:lnTo>
                  <a:lnTo>
                    <a:pt x="13825" y="4711"/>
                  </a:lnTo>
                  <a:lnTo>
                    <a:pt x="14095" y="4480"/>
                  </a:lnTo>
                  <a:lnTo>
                    <a:pt x="14366" y="4248"/>
                  </a:lnTo>
                  <a:lnTo>
                    <a:pt x="14211" y="4711"/>
                  </a:lnTo>
                  <a:lnTo>
                    <a:pt x="14018" y="5175"/>
                  </a:lnTo>
                  <a:lnTo>
                    <a:pt x="13864" y="5406"/>
                  </a:lnTo>
                  <a:lnTo>
                    <a:pt x="13709" y="5599"/>
                  </a:lnTo>
                  <a:lnTo>
                    <a:pt x="13555" y="5793"/>
                  </a:lnTo>
                  <a:lnTo>
                    <a:pt x="13362" y="5947"/>
                  </a:lnTo>
                  <a:lnTo>
                    <a:pt x="13053" y="6179"/>
                  </a:lnTo>
                  <a:lnTo>
                    <a:pt x="12705" y="6333"/>
                  </a:lnTo>
                  <a:lnTo>
                    <a:pt x="12358" y="6410"/>
                  </a:lnTo>
                  <a:lnTo>
                    <a:pt x="12010" y="6410"/>
                  </a:lnTo>
                  <a:lnTo>
                    <a:pt x="11663" y="6372"/>
                  </a:lnTo>
                  <a:lnTo>
                    <a:pt x="11315" y="6256"/>
                  </a:lnTo>
                  <a:lnTo>
                    <a:pt x="10968" y="6101"/>
                  </a:lnTo>
                  <a:lnTo>
                    <a:pt x="10659" y="5870"/>
                  </a:lnTo>
                  <a:lnTo>
                    <a:pt x="10234" y="5561"/>
                  </a:lnTo>
                  <a:lnTo>
                    <a:pt x="9809" y="5213"/>
                  </a:lnTo>
                  <a:lnTo>
                    <a:pt x="9037" y="4480"/>
                  </a:lnTo>
                  <a:lnTo>
                    <a:pt x="8651" y="4132"/>
                  </a:lnTo>
                  <a:lnTo>
                    <a:pt x="8226" y="3823"/>
                  </a:lnTo>
                  <a:lnTo>
                    <a:pt x="7801" y="3514"/>
                  </a:lnTo>
                  <a:lnTo>
                    <a:pt x="7299" y="3244"/>
                  </a:lnTo>
                  <a:lnTo>
                    <a:pt x="6720" y="3012"/>
                  </a:lnTo>
                  <a:lnTo>
                    <a:pt x="6102" y="2819"/>
                  </a:lnTo>
                  <a:lnTo>
                    <a:pt x="5523" y="2742"/>
                  </a:lnTo>
                  <a:lnTo>
                    <a:pt x="4905" y="2703"/>
                  </a:lnTo>
                  <a:lnTo>
                    <a:pt x="4287" y="2703"/>
                  </a:lnTo>
                  <a:lnTo>
                    <a:pt x="3708" y="2819"/>
                  </a:lnTo>
                  <a:lnTo>
                    <a:pt x="3129" y="2974"/>
                  </a:lnTo>
                  <a:lnTo>
                    <a:pt x="2549" y="3205"/>
                  </a:lnTo>
                  <a:lnTo>
                    <a:pt x="2318" y="3360"/>
                  </a:lnTo>
                  <a:lnTo>
                    <a:pt x="2009" y="3553"/>
                  </a:lnTo>
                  <a:lnTo>
                    <a:pt x="1700" y="3785"/>
                  </a:lnTo>
                  <a:lnTo>
                    <a:pt x="1430" y="4016"/>
                  </a:lnTo>
                  <a:lnTo>
                    <a:pt x="1159" y="4325"/>
                  </a:lnTo>
                  <a:lnTo>
                    <a:pt x="928" y="4595"/>
                  </a:lnTo>
                  <a:lnTo>
                    <a:pt x="696" y="4943"/>
                  </a:lnTo>
                  <a:lnTo>
                    <a:pt x="503" y="5291"/>
                  </a:lnTo>
                  <a:lnTo>
                    <a:pt x="348" y="5677"/>
                  </a:lnTo>
                  <a:lnTo>
                    <a:pt x="155" y="6217"/>
                  </a:lnTo>
                  <a:lnTo>
                    <a:pt x="40" y="6758"/>
                  </a:lnTo>
                  <a:lnTo>
                    <a:pt x="1" y="7299"/>
                  </a:lnTo>
                  <a:lnTo>
                    <a:pt x="1" y="7801"/>
                  </a:lnTo>
                  <a:lnTo>
                    <a:pt x="78" y="8303"/>
                  </a:lnTo>
                  <a:lnTo>
                    <a:pt x="194" y="8804"/>
                  </a:lnTo>
                  <a:lnTo>
                    <a:pt x="387" y="9306"/>
                  </a:lnTo>
                  <a:lnTo>
                    <a:pt x="580" y="9770"/>
                  </a:lnTo>
                  <a:lnTo>
                    <a:pt x="850" y="10195"/>
                  </a:lnTo>
                  <a:lnTo>
                    <a:pt x="1159" y="10658"/>
                  </a:lnTo>
                  <a:lnTo>
                    <a:pt x="1507" y="11044"/>
                  </a:lnTo>
                  <a:lnTo>
                    <a:pt x="1893" y="11430"/>
                  </a:lnTo>
                  <a:lnTo>
                    <a:pt x="2279" y="11778"/>
                  </a:lnTo>
                  <a:lnTo>
                    <a:pt x="2704" y="12125"/>
                  </a:lnTo>
                  <a:lnTo>
                    <a:pt x="3167" y="12396"/>
                  </a:lnTo>
                  <a:lnTo>
                    <a:pt x="3631" y="12666"/>
                  </a:lnTo>
                  <a:lnTo>
                    <a:pt x="4249" y="12975"/>
                  </a:lnTo>
                  <a:lnTo>
                    <a:pt x="4866" y="13168"/>
                  </a:lnTo>
                  <a:lnTo>
                    <a:pt x="5484" y="13361"/>
                  </a:lnTo>
                  <a:lnTo>
                    <a:pt x="6141" y="13438"/>
                  </a:lnTo>
                  <a:lnTo>
                    <a:pt x="6759" y="13515"/>
                  </a:lnTo>
                  <a:lnTo>
                    <a:pt x="7376" y="13477"/>
                  </a:lnTo>
                  <a:lnTo>
                    <a:pt x="7994" y="13438"/>
                  </a:lnTo>
                  <a:lnTo>
                    <a:pt x="8612" y="13284"/>
                  </a:lnTo>
                  <a:lnTo>
                    <a:pt x="8728" y="13438"/>
                  </a:lnTo>
                  <a:lnTo>
                    <a:pt x="8998" y="13207"/>
                  </a:lnTo>
                  <a:lnTo>
                    <a:pt x="9770" y="12898"/>
                  </a:lnTo>
                  <a:lnTo>
                    <a:pt x="10504" y="12550"/>
                  </a:lnTo>
                  <a:lnTo>
                    <a:pt x="11238" y="12087"/>
                  </a:lnTo>
                  <a:lnTo>
                    <a:pt x="11933" y="11546"/>
                  </a:lnTo>
                  <a:lnTo>
                    <a:pt x="12474" y="11044"/>
                  </a:lnTo>
                  <a:lnTo>
                    <a:pt x="13014" y="10426"/>
                  </a:lnTo>
                  <a:lnTo>
                    <a:pt x="13246" y="10195"/>
                  </a:lnTo>
                  <a:lnTo>
                    <a:pt x="13207" y="10156"/>
                  </a:lnTo>
                  <a:lnTo>
                    <a:pt x="13709" y="9461"/>
                  </a:lnTo>
                  <a:lnTo>
                    <a:pt x="14134" y="8727"/>
                  </a:lnTo>
                  <a:lnTo>
                    <a:pt x="14481" y="7955"/>
                  </a:lnTo>
                  <a:lnTo>
                    <a:pt x="14752" y="7183"/>
                  </a:lnTo>
                  <a:lnTo>
                    <a:pt x="14945" y="6333"/>
                  </a:lnTo>
                  <a:lnTo>
                    <a:pt x="15022" y="5947"/>
                  </a:lnTo>
                  <a:lnTo>
                    <a:pt x="15061" y="5522"/>
                  </a:lnTo>
                  <a:lnTo>
                    <a:pt x="15061" y="5097"/>
                  </a:lnTo>
                  <a:lnTo>
                    <a:pt x="15061" y="4673"/>
                  </a:lnTo>
                  <a:lnTo>
                    <a:pt x="15022" y="4248"/>
                  </a:lnTo>
                  <a:lnTo>
                    <a:pt x="14945" y="3862"/>
                  </a:lnTo>
                  <a:lnTo>
                    <a:pt x="15215" y="4248"/>
                  </a:lnTo>
                  <a:lnTo>
                    <a:pt x="15563" y="4595"/>
                  </a:lnTo>
                  <a:lnTo>
                    <a:pt x="15949" y="4943"/>
                  </a:lnTo>
                  <a:lnTo>
                    <a:pt x="16374" y="5213"/>
                  </a:lnTo>
                  <a:lnTo>
                    <a:pt x="16567" y="5291"/>
                  </a:lnTo>
                  <a:lnTo>
                    <a:pt x="16798" y="5368"/>
                  </a:lnTo>
                  <a:lnTo>
                    <a:pt x="17030" y="5445"/>
                  </a:lnTo>
                  <a:lnTo>
                    <a:pt x="17262" y="5445"/>
                  </a:lnTo>
                  <a:lnTo>
                    <a:pt x="17493" y="5406"/>
                  </a:lnTo>
                  <a:lnTo>
                    <a:pt x="17687" y="5329"/>
                  </a:lnTo>
                  <a:lnTo>
                    <a:pt x="17841" y="5175"/>
                  </a:lnTo>
                  <a:lnTo>
                    <a:pt x="17957" y="4982"/>
                  </a:lnTo>
                  <a:lnTo>
                    <a:pt x="17995" y="4750"/>
                  </a:lnTo>
                  <a:lnTo>
                    <a:pt x="17995" y="4557"/>
                  </a:lnTo>
                  <a:lnTo>
                    <a:pt x="17957" y="4325"/>
                  </a:lnTo>
                  <a:lnTo>
                    <a:pt x="17841" y="4132"/>
                  </a:lnTo>
                  <a:lnTo>
                    <a:pt x="17725" y="3978"/>
                  </a:lnTo>
                  <a:lnTo>
                    <a:pt x="17571" y="3785"/>
                  </a:lnTo>
                  <a:lnTo>
                    <a:pt x="17416" y="3669"/>
                  </a:lnTo>
                  <a:lnTo>
                    <a:pt x="17262" y="3553"/>
                  </a:lnTo>
                  <a:lnTo>
                    <a:pt x="17030" y="3437"/>
                  </a:lnTo>
                  <a:lnTo>
                    <a:pt x="16798" y="3321"/>
                  </a:lnTo>
                  <a:lnTo>
                    <a:pt x="16296" y="3205"/>
                  </a:lnTo>
                  <a:lnTo>
                    <a:pt x="15794" y="3128"/>
                  </a:lnTo>
                  <a:lnTo>
                    <a:pt x="15254" y="3128"/>
                  </a:lnTo>
                  <a:lnTo>
                    <a:pt x="15679" y="2858"/>
                  </a:lnTo>
                  <a:lnTo>
                    <a:pt x="16026" y="2510"/>
                  </a:lnTo>
                  <a:lnTo>
                    <a:pt x="16296" y="2124"/>
                  </a:lnTo>
                  <a:lnTo>
                    <a:pt x="16528" y="1661"/>
                  </a:lnTo>
                  <a:lnTo>
                    <a:pt x="16567" y="1429"/>
                  </a:lnTo>
                  <a:lnTo>
                    <a:pt x="16605" y="1197"/>
                  </a:lnTo>
                  <a:lnTo>
                    <a:pt x="16644" y="927"/>
                  </a:lnTo>
                  <a:lnTo>
                    <a:pt x="16605" y="657"/>
                  </a:lnTo>
                  <a:lnTo>
                    <a:pt x="16528" y="425"/>
                  </a:lnTo>
                  <a:lnTo>
                    <a:pt x="16412" y="232"/>
                  </a:lnTo>
                  <a:lnTo>
                    <a:pt x="16219" y="78"/>
                  </a:lnTo>
                  <a:lnTo>
                    <a:pt x="16103" y="39"/>
                  </a:lnTo>
                  <a:lnTo>
                    <a:pt x="1594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11"/>
            <p:cNvSpPr/>
            <p:nvPr/>
          </p:nvSpPr>
          <p:spPr>
            <a:xfrm>
              <a:off x="4737700" y="181247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1" y="463"/>
                  </a:moveTo>
                  <a:lnTo>
                    <a:pt x="11624" y="502"/>
                  </a:lnTo>
                  <a:lnTo>
                    <a:pt x="12049" y="541"/>
                  </a:lnTo>
                  <a:lnTo>
                    <a:pt x="12435" y="656"/>
                  </a:lnTo>
                  <a:lnTo>
                    <a:pt x="12628" y="734"/>
                  </a:lnTo>
                  <a:lnTo>
                    <a:pt x="12744" y="811"/>
                  </a:lnTo>
                  <a:lnTo>
                    <a:pt x="12860" y="965"/>
                  </a:lnTo>
                  <a:lnTo>
                    <a:pt x="12937" y="1081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7" y="1699"/>
                  </a:lnTo>
                  <a:lnTo>
                    <a:pt x="12821" y="1892"/>
                  </a:lnTo>
                  <a:lnTo>
                    <a:pt x="12705" y="2085"/>
                  </a:lnTo>
                  <a:lnTo>
                    <a:pt x="12589" y="2240"/>
                  </a:lnTo>
                  <a:lnTo>
                    <a:pt x="12242" y="2471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9" y="3205"/>
                  </a:lnTo>
                  <a:lnTo>
                    <a:pt x="9925" y="3437"/>
                  </a:lnTo>
                  <a:lnTo>
                    <a:pt x="9153" y="3707"/>
                  </a:lnTo>
                  <a:lnTo>
                    <a:pt x="8380" y="3900"/>
                  </a:lnTo>
                  <a:lnTo>
                    <a:pt x="7608" y="4093"/>
                  </a:lnTo>
                  <a:lnTo>
                    <a:pt x="6797" y="4286"/>
                  </a:lnTo>
                  <a:lnTo>
                    <a:pt x="5909" y="4441"/>
                  </a:lnTo>
                  <a:lnTo>
                    <a:pt x="5021" y="4595"/>
                  </a:lnTo>
                  <a:lnTo>
                    <a:pt x="4133" y="4711"/>
                  </a:lnTo>
                  <a:lnTo>
                    <a:pt x="3245" y="4788"/>
                  </a:lnTo>
                  <a:lnTo>
                    <a:pt x="2202" y="4788"/>
                  </a:lnTo>
                  <a:lnTo>
                    <a:pt x="1854" y="4750"/>
                  </a:lnTo>
                  <a:lnTo>
                    <a:pt x="1507" y="4672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0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5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3"/>
                  </a:lnTo>
                  <a:lnTo>
                    <a:pt x="3013" y="2356"/>
                  </a:lnTo>
                  <a:lnTo>
                    <a:pt x="3708" y="2008"/>
                  </a:lnTo>
                  <a:lnTo>
                    <a:pt x="4480" y="1699"/>
                  </a:lnTo>
                  <a:lnTo>
                    <a:pt x="5253" y="1429"/>
                  </a:lnTo>
                  <a:lnTo>
                    <a:pt x="6025" y="1197"/>
                  </a:lnTo>
                  <a:lnTo>
                    <a:pt x="6836" y="1004"/>
                  </a:lnTo>
                  <a:lnTo>
                    <a:pt x="7608" y="811"/>
                  </a:lnTo>
                  <a:lnTo>
                    <a:pt x="8419" y="695"/>
                  </a:lnTo>
                  <a:lnTo>
                    <a:pt x="9230" y="579"/>
                  </a:lnTo>
                  <a:lnTo>
                    <a:pt x="10041" y="541"/>
                  </a:lnTo>
                  <a:lnTo>
                    <a:pt x="10736" y="502"/>
                  </a:lnTo>
                  <a:lnTo>
                    <a:pt x="11161" y="463"/>
                  </a:lnTo>
                  <a:close/>
                  <a:moveTo>
                    <a:pt x="13477" y="1120"/>
                  </a:moveTo>
                  <a:lnTo>
                    <a:pt x="13632" y="1313"/>
                  </a:lnTo>
                  <a:lnTo>
                    <a:pt x="13709" y="1506"/>
                  </a:lnTo>
                  <a:lnTo>
                    <a:pt x="13748" y="1738"/>
                  </a:lnTo>
                  <a:lnTo>
                    <a:pt x="13709" y="2008"/>
                  </a:lnTo>
                  <a:lnTo>
                    <a:pt x="13632" y="2240"/>
                  </a:lnTo>
                  <a:lnTo>
                    <a:pt x="13516" y="2471"/>
                  </a:lnTo>
                  <a:lnTo>
                    <a:pt x="13400" y="2703"/>
                  </a:lnTo>
                  <a:lnTo>
                    <a:pt x="13207" y="2896"/>
                  </a:lnTo>
                  <a:lnTo>
                    <a:pt x="12860" y="3205"/>
                  </a:lnTo>
                  <a:lnTo>
                    <a:pt x="12473" y="3437"/>
                  </a:lnTo>
                  <a:lnTo>
                    <a:pt x="12049" y="3668"/>
                  </a:lnTo>
                  <a:lnTo>
                    <a:pt x="11624" y="3900"/>
                  </a:lnTo>
                  <a:lnTo>
                    <a:pt x="10659" y="4286"/>
                  </a:lnTo>
                  <a:lnTo>
                    <a:pt x="9732" y="4634"/>
                  </a:lnTo>
                  <a:lnTo>
                    <a:pt x="8766" y="4904"/>
                  </a:lnTo>
                  <a:lnTo>
                    <a:pt x="7762" y="5174"/>
                  </a:lnTo>
                  <a:lnTo>
                    <a:pt x="6758" y="5406"/>
                  </a:lnTo>
                  <a:lnTo>
                    <a:pt x="5755" y="5599"/>
                  </a:lnTo>
                  <a:lnTo>
                    <a:pt x="4712" y="5792"/>
                  </a:lnTo>
                  <a:lnTo>
                    <a:pt x="3708" y="5908"/>
                  </a:lnTo>
                  <a:lnTo>
                    <a:pt x="2781" y="5985"/>
                  </a:lnTo>
                  <a:lnTo>
                    <a:pt x="2279" y="5985"/>
                  </a:lnTo>
                  <a:lnTo>
                    <a:pt x="1816" y="5947"/>
                  </a:lnTo>
                  <a:lnTo>
                    <a:pt x="1545" y="5869"/>
                  </a:lnTo>
                  <a:lnTo>
                    <a:pt x="1237" y="5792"/>
                  </a:lnTo>
                  <a:lnTo>
                    <a:pt x="928" y="5638"/>
                  </a:lnTo>
                  <a:lnTo>
                    <a:pt x="696" y="5483"/>
                  </a:lnTo>
                  <a:lnTo>
                    <a:pt x="503" y="5252"/>
                  </a:lnTo>
                  <a:lnTo>
                    <a:pt x="348" y="5020"/>
                  </a:lnTo>
                  <a:lnTo>
                    <a:pt x="310" y="4865"/>
                  </a:lnTo>
                  <a:lnTo>
                    <a:pt x="310" y="4750"/>
                  </a:lnTo>
                  <a:lnTo>
                    <a:pt x="310" y="4595"/>
                  </a:lnTo>
                  <a:lnTo>
                    <a:pt x="348" y="4441"/>
                  </a:lnTo>
                  <a:lnTo>
                    <a:pt x="542" y="4672"/>
                  </a:lnTo>
                  <a:lnTo>
                    <a:pt x="812" y="4865"/>
                  </a:lnTo>
                  <a:lnTo>
                    <a:pt x="1043" y="4981"/>
                  </a:lnTo>
                  <a:lnTo>
                    <a:pt x="1352" y="5097"/>
                  </a:lnTo>
                  <a:lnTo>
                    <a:pt x="1623" y="5213"/>
                  </a:lnTo>
                  <a:lnTo>
                    <a:pt x="1932" y="5252"/>
                  </a:lnTo>
                  <a:lnTo>
                    <a:pt x="2588" y="5329"/>
                  </a:lnTo>
                  <a:lnTo>
                    <a:pt x="3245" y="5290"/>
                  </a:lnTo>
                  <a:lnTo>
                    <a:pt x="3940" y="5252"/>
                  </a:lnTo>
                  <a:lnTo>
                    <a:pt x="5137" y="5059"/>
                  </a:lnTo>
                  <a:lnTo>
                    <a:pt x="6913" y="4788"/>
                  </a:lnTo>
                  <a:lnTo>
                    <a:pt x="7840" y="4595"/>
                  </a:lnTo>
                  <a:lnTo>
                    <a:pt x="8728" y="4402"/>
                  </a:lnTo>
                  <a:lnTo>
                    <a:pt x="9616" y="4132"/>
                  </a:lnTo>
                  <a:lnTo>
                    <a:pt x="10504" y="3861"/>
                  </a:lnTo>
                  <a:lnTo>
                    <a:pt x="11354" y="3514"/>
                  </a:lnTo>
                  <a:lnTo>
                    <a:pt x="12165" y="3128"/>
                  </a:lnTo>
                  <a:lnTo>
                    <a:pt x="12435" y="2973"/>
                  </a:lnTo>
                  <a:lnTo>
                    <a:pt x="12705" y="2819"/>
                  </a:lnTo>
                  <a:lnTo>
                    <a:pt x="12937" y="2587"/>
                  </a:lnTo>
                  <a:lnTo>
                    <a:pt x="13130" y="2394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3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9" y="0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4"/>
                  </a:lnTo>
                  <a:lnTo>
                    <a:pt x="4133" y="1352"/>
                  </a:lnTo>
                  <a:lnTo>
                    <a:pt x="3245" y="1699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89"/>
                  </a:lnTo>
                  <a:lnTo>
                    <a:pt x="464" y="3398"/>
                  </a:lnTo>
                  <a:lnTo>
                    <a:pt x="348" y="3553"/>
                  </a:lnTo>
                  <a:lnTo>
                    <a:pt x="271" y="3707"/>
                  </a:lnTo>
                  <a:lnTo>
                    <a:pt x="233" y="3861"/>
                  </a:lnTo>
                  <a:lnTo>
                    <a:pt x="233" y="4055"/>
                  </a:lnTo>
                  <a:lnTo>
                    <a:pt x="194" y="4132"/>
                  </a:lnTo>
                  <a:lnTo>
                    <a:pt x="194" y="4170"/>
                  </a:lnTo>
                  <a:lnTo>
                    <a:pt x="117" y="4325"/>
                  </a:lnTo>
                  <a:lnTo>
                    <a:pt x="40" y="4479"/>
                  </a:lnTo>
                  <a:lnTo>
                    <a:pt x="1" y="4634"/>
                  </a:lnTo>
                  <a:lnTo>
                    <a:pt x="1" y="4788"/>
                  </a:lnTo>
                  <a:lnTo>
                    <a:pt x="40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8" y="6063"/>
                  </a:lnTo>
                  <a:lnTo>
                    <a:pt x="966" y="6256"/>
                  </a:lnTo>
                  <a:lnTo>
                    <a:pt x="1275" y="6178"/>
                  </a:lnTo>
                  <a:lnTo>
                    <a:pt x="1314" y="6217"/>
                  </a:lnTo>
                  <a:lnTo>
                    <a:pt x="1314" y="6256"/>
                  </a:lnTo>
                  <a:lnTo>
                    <a:pt x="1352" y="6294"/>
                  </a:lnTo>
                  <a:lnTo>
                    <a:pt x="1468" y="6256"/>
                  </a:lnTo>
                  <a:lnTo>
                    <a:pt x="1816" y="6294"/>
                  </a:lnTo>
                  <a:lnTo>
                    <a:pt x="2395" y="6333"/>
                  </a:lnTo>
                  <a:lnTo>
                    <a:pt x="3013" y="6371"/>
                  </a:lnTo>
                  <a:lnTo>
                    <a:pt x="3592" y="6333"/>
                  </a:lnTo>
                  <a:lnTo>
                    <a:pt x="4171" y="6294"/>
                  </a:lnTo>
                  <a:lnTo>
                    <a:pt x="5368" y="6101"/>
                  </a:lnTo>
                  <a:lnTo>
                    <a:pt x="6565" y="5869"/>
                  </a:lnTo>
                  <a:lnTo>
                    <a:pt x="6758" y="5831"/>
                  </a:lnTo>
                  <a:lnTo>
                    <a:pt x="7994" y="5522"/>
                  </a:lnTo>
                  <a:lnTo>
                    <a:pt x="9037" y="5252"/>
                  </a:lnTo>
                  <a:lnTo>
                    <a:pt x="10079" y="4981"/>
                  </a:lnTo>
                  <a:lnTo>
                    <a:pt x="11161" y="4595"/>
                  </a:lnTo>
                  <a:lnTo>
                    <a:pt x="11663" y="4363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6"/>
                  </a:lnTo>
                  <a:lnTo>
                    <a:pt x="12782" y="4711"/>
                  </a:lnTo>
                  <a:lnTo>
                    <a:pt x="13014" y="4518"/>
                  </a:lnTo>
                  <a:lnTo>
                    <a:pt x="12435" y="3939"/>
                  </a:lnTo>
                  <a:lnTo>
                    <a:pt x="12898" y="3668"/>
                  </a:lnTo>
                  <a:lnTo>
                    <a:pt x="13362" y="3321"/>
                  </a:lnTo>
                  <a:lnTo>
                    <a:pt x="13632" y="3051"/>
                  </a:lnTo>
                  <a:lnTo>
                    <a:pt x="13825" y="2703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8"/>
                  </a:lnTo>
                  <a:lnTo>
                    <a:pt x="14134" y="1738"/>
                  </a:lnTo>
                  <a:lnTo>
                    <a:pt x="14095" y="1467"/>
                  </a:lnTo>
                  <a:lnTo>
                    <a:pt x="14018" y="1236"/>
                  </a:lnTo>
                  <a:lnTo>
                    <a:pt x="13902" y="1004"/>
                  </a:lnTo>
                  <a:lnTo>
                    <a:pt x="13748" y="811"/>
                  </a:lnTo>
                  <a:lnTo>
                    <a:pt x="13477" y="618"/>
                  </a:lnTo>
                  <a:lnTo>
                    <a:pt x="13169" y="502"/>
                  </a:lnTo>
                  <a:lnTo>
                    <a:pt x="13091" y="502"/>
                  </a:lnTo>
                  <a:lnTo>
                    <a:pt x="12898" y="386"/>
                  </a:lnTo>
                  <a:lnTo>
                    <a:pt x="12667" y="270"/>
                  </a:lnTo>
                  <a:lnTo>
                    <a:pt x="12435" y="154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11"/>
            <p:cNvSpPr/>
            <p:nvPr/>
          </p:nvSpPr>
          <p:spPr>
            <a:xfrm>
              <a:off x="2291450" y="1821150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7" y="1"/>
                  </a:moveTo>
                  <a:lnTo>
                    <a:pt x="1893" y="78"/>
                  </a:lnTo>
                  <a:lnTo>
                    <a:pt x="1738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5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39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3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1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1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8" y="1005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2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1" y="2704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1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6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6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2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3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2" y="5793"/>
                  </a:lnTo>
                  <a:lnTo>
                    <a:pt x="4828" y="5638"/>
                  </a:lnTo>
                  <a:lnTo>
                    <a:pt x="4248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6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3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11"/>
            <p:cNvSpPr/>
            <p:nvPr/>
          </p:nvSpPr>
          <p:spPr>
            <a:xfrm>
              <a:off x="6650100" y="1835625"/>
              <a:ext cx="350475" cy="288675"/>
            </a:xfrm>
            <a:custGeom>
              <a:avLst/>
              <a:gdLst/>
              <a:ahLst/>
              <a:cxnLst/>
              <a:rect l="l" t="t" r="r" b="b"/>
              <a:pathLst>
                <a:path w="14019" h="11547" extrusionOk="0">
                  <a:moveTo>
                    <a:pt x="11778" y="1"/>
                  </a:moveTo>
                  <a:lnTo>
                    <a:pt x="11470" y="78"/>
                  </a:lnTo>
                  <a:lnTo>
                    <a:pt x="11856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9" y="1893"/>
                  </a:lnTo>
                  <a:lnTo>
                    <a:pt x="10427" y="2086"/>
                  </a:lnTo>
                  <a:lnTo>
                    <a:pt x="11470" y="3437"/>
                  </a:lnTo>
                  <a:lnTo>
                    <a:pt x="12551" y="4750"/>
                  </a:lnTo>
                  <a:lnTo>
                    <a:pt x="12860" y="5754"/>
                  </a:lnTo>
                  <a:lnTo>
                    <a:pt x="13169" y="5754"/>
                  </a:lnTo>
                  <a:lnTo>
                    <a:pt x="13207" y="5639"/>
                  </a:lnTo>
                  <a:lnTo>
                    <a:pt x="13169" y="5523"/>
                  </a:lnTo>
                  <a:lnTo>
                    <a:pt x="13439" y="5716"/>
                  </a:lnTo>
                  <a:lnTo>
                    <a:pt x="13593" y="5947"/>
                  </a:lnTo>
                  <a:lnTo>
                    <a:pt x="13671" y="6179"/>
                  </a:lnTo>
                  <a:lnTo>
                    <a:pt x="13709" y="6411"/>
                  </a:lnTo>
                  <a:lnTo>
                    <a:pt x="13632" y="6681"/>
                  </a:lnTo>
                  <a:lnTo>
                    <a:pt x="13516" y="6913"/>
                  </a:lnTo>
                  <a:lnTo>
                    <a:pt x="13362" y="7183"/>
                  </a:lnTo>
                  <a:lnTo>
                    <a:pt x="13169" y="7453"/>
                  </a:lnTo>
                  <a:lnTo>
                    <a:pt x="12744" y="7955"/>
                  </a:lnTo>
                  <a:lnTo>
                    <a:pt x="12203" y="8419"/>
                  </a:lnTo>
                  <a:lnTo>
                    <a:pt x="11740" y="8766"/>
                  </a:lnTo>
                  <a:lnTo>
                    <a:pt x="11354" y="9075"/>
                  </a:lnTo>
                  <a:lnTo>
                    <a:pt x="10543" y="9577"/>
                  </a:lnTo>
                  <a:lnTo>
                    <a:pt x="9655" y="10002"/>
                  </a:lnTo>
                  <a:lnTo>
                    <a:pt x="8767" y="10388"/>
                  </a:lnTo>
                  <a:lnTo>
                    <a:pt x="7878" y="10658"/>
                  </a:lnTo>
                  <a:lnTo>
                    <a:pt x="6952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1" y="11160"/>
                  </a:lnTo>
                  <a:lnTo>
                    <a:pt x="3013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2" y="10543"/>
                  </a:lnTo>
                  <a:lnTo>
                    <a:pt x="619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40" y="9654"/>
                  </a:lnTo>
                  <a:lnTo>
                    <a:pt x="1" y="9886"/>
                  </a:lnTo>
                  <a:lnTo>
                    <a:pt x="40" y="10118"/>
                  </a:lnTo>
                  <a:lnTo>
                    <a:pt x="78" y="10311"/>
                  </a:lnTo>
                  <a:lnTo>
                    <a:pt x="194" y="10465"/>
                  </a:lnTo>
                  <a:lnTo>
                    <a:pt x="348" y="10620"/>
                  </a:lnTo>
                  <a:lnTo>
                    <a:pt x="542" y="10774"/>
                  </a:lnTo>
                  <a:lnTo>
                    <a:pt x="773" y="10890"/>
                  </a:lnTo>
                  <a:lnTo>
                    <a:pt x="1237" y="11083"/>
                  </a:lnTo>
                  <a:lnTo>
                    <a:pt x="1739" y="11238"/>
                  </a:lnTo>
                  <a:lnTo>
                    <a:pt x="2202" y="11354"/>
                  </a:lnTo>
                  <a:lnTo>
                    <a:pt x="2627" y="11431"/>
                  </a:lnTo>
                  <a:lnTo>
                    <a:pt x="3322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9" y="11315"/>
                  </a:lnTo>
                  <a:lnTo>
                    <a:pt x="7415" y="11160"/>
                  </a:lnTo>
                  <a:lnTo>
                    <a:pt x="8071" y="11006"/>
                  </a:lnTo>
                  <a:lnTo>
                    <a:pt x="8728" y="10774"/>
                  </a:lnTo>
                  <a:lnTo>
                    <a:pt x="9346" y="10543"/>
                  </a:lnTo>
                  <a:lnTo>
                    <a:pt x="9964" y="10272"/>
                  </a:lnTo>
                  <a:lnTo>
                    <a:pt x="10543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9" y="8071"/>
                  </a:lnTo>
                  <a:lnTo>
                    <a:pt x="13555" y="7646"/>
                  </a:lnTo>
                  <a:lnTo>
                    <a:pt x="13748" y="7376"/>
                  </a:lnTo>
                  <a:lnTo>
                    <a:pt x="13864" y="7145"/>
                  </a:lnTo>
                  <a:lnTo>
                    <a:pt x="13980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1" y="5909"/>
                  </a:lnTo>
                  <a:lnTo>
                    <a:pt x="13864" y="5716"/>
                  </a:lnTo>
                  <a:lnTo>
                    <a:pt x="13748" y="5523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5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11"/>
            <p:cNvSpPr/>
            <p:nvPr/>
          </p:nvSpPr>
          <p:spPr>
            <a:xfrm>
              <a:off x="609775" y="18510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9" y="541"/>
                  </a:lnTo>
                  <a:lnTo>
                    <a:pt x="12435" y="657"/>
                  </a:lnTo>
                  <a:lnTo>
                    <a:pt x="12628" y="734"/>
                  </a:lnTo>
                  <a:lnTo>
                    <a:pt x="12744" y="812"/>
                  </a:lnTo>
                  <a:lnTo>
                    <a:pt x="12859" y="966"/>
                  </a:lnTo>
                  <a:lnTo>
                    <a:pt x="12937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7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0"/>
                  </a:lnTo>
                  <a:lnTo>
                    <a:pt x="12242" y="2472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8" y="3206"/>
                  </a:lnTo>
                  <a:lnTo>
                    <a:pt x="9925" y="3437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1"/>
                  </a:lnTo>
                  <a:lnTo>
                    <a:pt x="5021" y="4596"/>
                  </a:lnTo>
                  <a:lnTo>
                    <a:pt x="4133" y="4712"/>
                  </a:lnTo>
                  <a:lnTo>
                    <a:pt x="3244" y="4789"/>
                  </a:lnTo>
                  <a:lnTo>
                    <a:pt x="2202" y="4789"/>
                  </a:lnTo>
                  <a:lnTo>
                    <a:pt x="1854" y="4750"/>
                  </a:lnTo>
                  <a:lnTo>
                    <a:pt x="1507" y="4673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1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4"/>
                  </a:lnTo>
                  <a:lnTo>
                    <a:pt x="3013" y="2356"/>
                  </a:lnTo>
                  <a:lnTo>
                    <a:pt x="3708" y="2009"/>
                  </a:lnTo>
                  <a:lnTo>
                    <a:pt x="4480" y="1700"/>
                  </a:lnTo>
                  <a:lnTo>
                    <a:pt x="5252" y="1429"/>
                  </a:lnTo>
                  <a:lnTo>
                    <a:pt x="6025" y="1198"/>
                  </a:lnTo>
                  <a:lnTo>
                    <a:pt x="6836" y="1005"/>
                  </a:lnTo>
                  <a:lnTo>
                    <a:pt x="7608" y="812"/>
                  </a:lnTo>
                  <a:lnTo>
                    <a:pt x="8419" y="696"/>
                  </a:lnTo>
                  <a:lnTo>
                    <a:pt x="9230" y="580"/>
                  </a:lnTo>
                  <a:lnTo>
                    <a:pt x="10041" y="541"/>
                  </a:lnTo>
                  <a:lnTo>
                    <a:pt x="10736" y="503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2" y="1314"/>
                  </a:lnTo>
                  <a:lnTo>
                    <a:pt x="13709" y="1507"/>
                  </a:lnTo>
                  <a:lnTo>
                    <a:pt x="13748" y="1738"/>
                  </a:lnTo>
                  <a:lnTo>
                    <a:pt x="13709" y="2009"/>
                  </a:lnTo>
                  <a:lnTo>
                    <a:pt x="13632" y="2240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7"/>
                  </a:lnTo>
                  <a:lnTo>
                    <a:pt x="12049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2" y="4634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2" y="5793"/>
                  </a:lnTo>
                  <a:lnTo>
                    <a:pt x="3708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6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6" y="5484"/>
                  </a:lnTo>
                  <a:lnTo>
                    <a:pt x="503" y="5252"/>
                  </a:lnTo>
                  <a:lnTo>
                    <a:pt x="348" y="5021"/>
                  </a:lnTo>
                  <a:lnTo>
                    <a:pt x="310" y="4866"/>
                  </a:lnTo>
                  <a:lnTo>
                    <a:pt x="310" y="4750"/>
                  </a:lnTo>
                  <a:lnTo>
                    <a:pt x="310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2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3" y="5214"/>
                  </a:lnTo>
                  <a:lnTo>
                    <a:pt x="1931" y="5252"/>
                  </a:lnTo>
                  <a:lnTo>
                    <a:pt x="2588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7" y="5059"/>
                  </a:lnTo>
                  <a:lnTo>
                    <a:pt x="6913" y="4789"/>
                  </a:lnTo>
                  <a:lnTo>
                    <a:pt x="7840" y="4596"/>
                  </a:lnTo>
                  <a:lnTo>
                    <a:pt x="8728" y="4403"/>
                  </a:lnTo>
                  <a:lnTo>
                    <a:pt x="9616" y="4132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8"/>
                  </a:lnTo>
                  <a:lnTo>
                    <a:pt x="12435" y="2974"/>
                  </a:lnTo>
                  <a:lnTo>
                    <a:pt x="12705" y="2819"/>
                  </a:lnTo>
                  <a:lnTo>
                    <a:pt x="12937" y="2588"/>
                  </a:lnTo>
                  <a:lnTo>
                    <a:pt x="13130" y="2395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4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8" y="1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5"/>
                  </a:lnTo>
                  <a:lnTo>
                    <a:pt x="4133" y="1352"/>
                  </a:lnTo>
                  <a:lnTo>
                    <a:pt x="3244" y="1700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3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4" y="4132"/>
                  </a:lnTo>
                  <a:lnTo>
                    <a:pt x="194" y="4171"/>
                  </a:lnTo>
                  <a:lnTo>
                    <a:pt x="117" y="4325"/>
                  </a:lnTo>
                  <a:lnTo>
                    <a:pt x="39" y="4480"/>
                  </a:lnTo>
                  <a:lnTo>
                    <a:pt x="1" y="4634"/>
                  </a:lnTo>
                  <a:lnTo>
                    <a:pt x="1" y="4789"/>
                  </a:lnTo>
                  <a:lnTo>
                    <a:pt x="39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7" y="6063"/>
                  </a:lnTo>
                  <a:lnTo>
                    <a:pt x="966" y="6256"/>
                  </a:lnTo>
                  <a:lnTo>
                    <a:pt x="1275" y="6179"/>
                  </a:lnTo>
                  <a:lnTo>
                    <a:pt x="1314" y="6218"/>
                  </a:lnTo>
                  <a:lnTo>
                    <a:pt x="1314" y="6256"/>
                  </a:lnTo>
                  <a:lnTo>
                    <a:pt x="1352" y="6295"/>
                  </a:lnTo>
                  <a:lnTo>
                    <a:pt x="1468" y="6256"/>
                  </a:lnTo>
                  <a:lnTo>
                    <a:pt x="1816" y="6295"/>
                  </a:lnTo>
                  <a:lnTo>
                    <a:pt x="2395" y="6333"/>
                  </a:lnTo>
                  <a:lnTo>
                    <a:pt x="3013" y="6372"/>
                  </a:lnTo>
                  <a:lnTo>
                    <a:pt x="3592" y="6333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4" y="5523"/>
                  </a:lnTo>
                  <a:lnTo>
                    <a:pt x="9037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5" y="3939"/>
                  </a:lnTo>
                  <a:lnTo>
                    <a:pt x="12898" y="3669"/>
                  </a:lnTo>
                  <a:lnTo>
                    <a:pt x="13361" y="3321"/>
                  </a:lnTo>
                  <a:lnTo>
                    <a:pt x="13632" y="3051"/>
                  </a:lnTo>
                  <a:lnTo>
                    <a:pt x="13825" y="2704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9"/>
                  </a:lnTo>
                  <a:lnTo>
                    <a:pt x="14134" y="1738"/>
                  </a:lnTo>
                  <a:lnTo>
                    <a:pt x="14095" y="1468"/>
                  </a:lnTo>
                  <a:lnTo>
                    <a:pt x="14018" y="1236"/>
                  </a:lnTo>
                  <a:lnTo>
                    <a:pt x="13902" y="1005"/>
                  </a:lnTo>
                  <a:lnTo>
                    <a:pt x="13748" y="812"/>
                  </a:lnTo>
                  <a:lnTo>
                    <a:pt x="13477" y="618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5" y="155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11"/>
            <p:cNvSpPr/>
            <p:nvPr/>
          </p:nvSpPr>
          <p:spPr>
            <a:xfrm>
              <a:off x="6883725" y="1876175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6" y="1"/>
                  </a:moveTo>
                  <a:lnTo>
                    <a:pt x="348" y="889"/>
                  </a:lnTo>
                  <a:lnTo>
                    <a:pt x="232" y="1815"/>
                  </a:lnTo>
                  <a:lnTo>
                    <a:pt x="155" y="3630"/>
                  </a:lnTo>
                  <a:lnTo>
                    <a:pt x="1" y="7260"/>
                  </a:lnTo>
                  <a:lnTo>
                    <a:pt x="194" y="7260"/>
                  </a:lnTo>
                  <a:lnTo>
                    <a:pt x="426" y="5484"/>
                  </a:lnTo>
                  <a:lnTo>
                    <a:pt x="580" y="3669"/>
                  </a:lnTo>
                  <a:lnTo>
                    <a:pt x="696" y="1854"/>
                  </a:lnTo>
                  <a:lnTo>
                    <a:pt x="696" y="927"/>
                  </a:lnTo>
                  <a:lnTo>
                    <a:pt x="696" y="39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11"/>
            <p:cNvSpPr/>
            <p:nvPr/>
          </p:nvSpPr>
          <p:spPr>
            <a:xfrm>
              <a:off x="4796600" y="1878100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1"/>
                  </a:moveTo>
                  <a:lnTo>
                    <a:pt x="11469" y="78"/>
                  </a:lnTo>
                  <a:lnTo>
                    <a:pt x="11855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8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9"/>
                  </a:lnTo>
                  <a:lnTo>
                    <a:pt x="13168" y="5523"/>
                  </a:lnTo>
                  <a:lnTo>
                    <a:pt x="13438" y="5716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1"/>
                  </a:lnTo>
                  <a:lnTo>
                    <a:pt x="13631" y="6681"/>
                  </a:lnTo>
                  <a:lnTo>
                    <a:pt x="13516" y="6913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9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1" y="10543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39" y="9655"/>
                  </a:lnTo>
                  <a:lnTo>
                    <a:pt x="0" y="9886"/>
                  </a:lnTo>
                  <a:lnTo>
                    <a:pt x="39" y="10118"/>
                  </a:lnTo>
                  <a:lnTo>
                    <a:pt x="78" y="10311"/>
                  </a:lnTo>
                  <a:lnTo>
                    <a:pt x="193" y="10465"/>
                  </a:lnTo>
                  <a:lnTo>
                    <a:pt x="348" y="10620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8"/>
                  </a:lnTo>
                  <a:lnTo>
                    <a:pt x="2201" y="11354"/>
                  </a:lnTo>
                  <a:lnTo>
                    <a:pt x="2626" y="11431"/>
                  </a:lnTo>
                  <a:lnTo>
                    <a:pt x="3321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3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5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7"/>
                  </a:lnTo>
                  <a:lnTo>
                    <a:pt x="13747" y="7376"/>
                  </a:lnTo>
                  <a:lnTo>
                    <a:pt x="13863" y="7145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0" y="5909"/>
                  </a:lnTo>
                  <a:lnTo>
                    <a:pt x="13863" y="5716"/>
                  </a:lnTo>
                  <a:lnTo>
                    <a:pt x="13747" y="5523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4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11"/>
            <p:cNvSpPr/>
            <p:nvPr/>
          </p:nvSpPr>
          <p:spPr>
            <a:xfrm>
              <a:off x="6050625" y="1898375"/>
              <a:ext cx="329200" cy="241375"/>
            </a:xfrm>
            <a:custGeom>
              <a:avLst/>
              <a:gdLst/>
              <a:ahLst/>
              <a:cxnLst/>
              <a:rect l="l" t="t" r="r" b="b"/>
              <a:pathLst>
                <a:path w="13168" h="9655" extrusionOk="0">
                  <a:moveTo>
                    <a:pt x="5368" y="619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5"/>
                  </a:lnTo>
                  <a:lnTo>
                    <a:pt x="8109" y="2356"/>
                  </a:lnTo>
                  <a:lnTo>
                    <a:pt x="8264" y="2627"/>
                  </a:lnTo>
                  <a:lnTo>
                    <a:pt x="8380" y="2858"/>
                  </a:lnTo>
                  <a:lnTo>
                    <a:pt x="8495" y="3129"/>
                  </a:lnTo>
                  <a:lnTo>
                    <a:pt x="8573" y="3437"/>
                  </a:lnTo>
                  <a:lnTo>
                    <a:pt x="8611" y="3708"/>
                  </a:lnTo>
                  <a:lnTo>
                    <a:pt x="8573" y="3708"/>
                  </a:lnTo>
                  <a:lnTo>
                    <a:pt x="7723" y="3824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1"/>
                  </a:lnTo>
                  <a:lnTo>
                    <a:pt x="5792" y="3862"/>
                  </a:lnTo>
                  <a:lnTo>
                    <a:pt x="5638" y="3746"/>
                  </a:lnTo>
                  <a:lnTo>
                    <a:pt x="5561" y="3553"/>
                  </a:lnTo>
                  <a:lnTo>
                    <a:pt x="5483" y="3283"/>
                  </a:lnTo>
                  <a:lnTo>
                    <a:pt x="5406" y="2627"/>
                  </a:lnTo>
                  <a:lnTo>
                    <a:pt x="5368" y="1970"/>
                  </a:lnTo>
                  <a:lnTo>
                    <a:pt x="5368" y="619"/>
                  </a:lnTo>
                  <a:close/>
                  <a:moveTo>
                    <a:pt x="2742" y="889"/>
                  </a:moveTo>
                  <a:lnTo>
                    <a:pt x="2626" y="3090"/>
                  </a:lnTo>
                  <a:lnTo>
                    <a:pt x="2626" y="3515"/>
                  </a:lnTo>
                  <a:lnTo>
                    <a:pt x="2587" y="3708"/>
                  </a:lnTo>
                  <a:lnTo>
                    <a:pt x="2510" y="3862"/>
                  </a:lnTo>
                  <a:lnTo>
                    <a:pt x="2433" y="3978"/>
                  </a:lnTo>
                  <a:lnTo>
                    <a:pt x="2278" y="4094"/>
                  </a:lnTo>
                  <a:lnTo>
                    <a:pt x="2124" y="4210"/>
                  </a:lnTo>
                  <a:lnTo>
                    <a:pt x="1892" y="4248"/>
                  </a:lnTo>
                  <a:lnTo>
                    <a:pt x="1699" y="4287"/>
                  </a:lnTo>
                  <a:lnTo>
                    <a:pt x="1506" y="4287"/>
                  </a:lnTo>
                  <a:lnTo>
                    <a:pt x="1120" y="4210"/>
                  </a:lnTo>
                  <a:lnTo>
                    <a:pt x="734" y="4133"/>
                  </a:lnTo>
                  <a:lnTo>
                    <a:pt x="386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8" y="2549"/>
                  </a:lnTo>
                  <a:lnTo>
                    <a:pt x="1159" y="2125"/>
                  </a:lnTo>
                  <a:lnTo>
                    <a:pt x="1506" y="1738"/>
                  </a:lnTo>
                  <a:lnTo>
                    <a:pt x="1892" y="1391"/>
                  </a:lnTo>
                  <a:lnTo>
                    <a:pt x="2317" y="1121"/>
                  </a:lnTo>
                  <a:lnTo>
                    <a:pt x="2742" y="889"/>
                  </a:lnTo>
                  <a:close/>
                  <a:moveTo>
                    <a:pt x="10774" y="5368"/>
                  </a:moveTo>
                  <a:lnTo>
                    <a:pt x="11198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14" y="6179"/>
                  </a:lnTo>
                  <a:lnTo>
                    <a:pt x="11198" y="6256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32"/>
                  </a:lnTo>
                  <a:lnTo>
                    <a:pt x="10542" y="5716"/>
                  </a:lnTo>
                  <a:lnTo>
                    <a:pt x="10619" y="5523"/>
                  </a:lnTo>
                  <a:lnTo>
                    <a:pt x="10658" y="5407"/>
                  </a:lnTo>
                  <a:lnTo>
                    <a:pt x="10774" y="5368"/>
                  </a:lnTo>
                  <a:close/>
                  <a:moveTo>
                    <a:pt x="4402" y="1"/>
                  </a:moveTo>
                  <a:lnTo>
                    <a:pt x="3939" y="39"/>
                  </a:lnTo>
                  <a:lnTo>
                    <a:pt x="3514" y="117"/>
                  </a:lnTo>
                  <a:lnTo>
                    <a:pt x="3051" y="194"/>
                  </a:lnTo>
                  <a:lnTo>
                    <a:pt x="2626" y="348"/>
                  </a:lnTo>
                  <a:lnTo>
                    <a:pt x="2240" y="541"/>
                  </a:lnTo>
                  <a:lnTo>
                    <a:pt x="1854" y="773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9"/>
                  </a:lnTo>
                  <a:lnTo>
                    <a:pt x="386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31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57"/>
                  </a:lnTo>
                  <a:lnTo>
                    <a:pt x="348" y="4287"/>
                  </a:lnTo>
                  <a:lnTo>
                    <a:pt x="965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5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364"/>
                  </a:lnTo>
                  <a:lnTo>
                    <a:pt x="2858" y="4248"/>
                  </a:lnTo>
                  <a:lnTo>
                    <a:pt x="2896" y="4094"/>
                  </a:lnTo>
                  <a:lnTo>
                    <a:pt x="2973" y="3939"/>
                  </a:lnTo>
                  <a:lnTo>
                    <a:pt x="3012" y="3631"/>
                  </a:lnTo>
                  <a:lnTo>
                    <a:pt x="3012" y="2974"/>
                  </a:lnTo>
                  <a:lnTo>
                    <a:pt x="3089" y="734"/>
                  </a:lnTo>
                  <a:lnTo>
                    <a:pt x="3514" y="619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23"/>
                  </a:lnTo>
                  <a:lnTo>
                    <a:pt x="5059" y="2704"/>
                  </a:lnTo>
                  <a:lnTo>
                    <a:pt x="5097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0" y="4017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6"/>
                  </a:lnTo>
                  <a:lnTo>
                    <a:pt x="6217" y="4326"/>
                  </a:lnTo>
                  <a:lnTo>
                    <a:pt x="6565" y="4287"/>
                  </a:lnTo>
                  <a:lnTo>
                    <a:pt x="7607" y="4210"/>
                  </a:lnTo>
                  <a:lnTo>
                    <a:pt x="8650" y="4055"/>
                  </a:lnTo>
                  <a:lnTo>
                    <a:pt x="8650" y="4441"/>
                  </a:lnTo>
                  <a:lnTo>
                    <a:pt x="8611" y="4866"/>
                  </a:lnTo>
                  <a:lnTo>
                    <a:pt x="8611" y="4905"/>
                  </a:lnTo>
                  <a:lnTo>
                    <a:pt x="8611" y="5021"/>
                  </a:lnTo>
                  <a:lnTo>
                    <a:pt x="8650" y="5059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0" y="4905"/>
                  </a:lnTo>
                  <a:lnTo>
                    <a:pt x="9384" y="4905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03" y="5252"/>
                  </a:lnTo>
                  <a:lnTo>
                    <a:pt x="10426" y="5330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16"/>
                  </a:lnTo>
                  <a:lnTo>
                    <a:pt x="10233" y="5870"/>
                  </a:lnTo>
                  <a:lnTo>
                    <a:pt x="10233" y="6025"/>
                  </a:lnTo>
                  <a:lnTo>
                    <a:pt x="10272" y="6179"/>
                  </a:lnTo>
                  <a:lnTo>
                    <a:pt x="10349" y="6334"/>
                  </a:lnTo>
                  <a:lnTo>
                    <a:pt x="10503" y="6488"/>
                  </a:lnTo>
                  <a:lnTo>
                    <a:pt x="10696" y="6565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41" y="6913"/>
                  </a:lnTo>
                  <a:lnTo>
                    <a:pt x="12395" y="7222"/>
                  </a:lnTo>
                  <a:lnTo>
                    <a:pt x="12473" y="7569"/>
                  </a:lnTo>
                  <a:lnTo>
                    <a:pt x="12511" y="7917"/>
                  </a:lnTo>
                  <a:lnTo>
                    <a:pt x="12550" y="8264"/>
                  </a:lnTo>
                  <a:lnTo>
                    <a:pt x="12550" y="8998"/>
                  </a:lnTo>
                  <a:lnTo>
                    <a:pt x="12473" y="8998"/>
                  </a:lnTo>
                  <a:lnTo>
                    <a:pt x="12434" y="9037"/>
                  </a:lnTo>
                  <a:lnTo>
                    <a:pt x="12357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54"/>
                  </a:lnTo>
                  <a:lnTo>
                    <a:pt x="12125" y="9654"/>
                  </a:lnTo>
                  <a:lnTo>
                    <a:pt x="12820" y="9616"/>
                  </a:lnTo>
                  <a:lnTo>
                    <a:pt x="12936" y="9577"/>
                  </a:lnTo>
                  <a:lnTo>
                    <a:pt x="13013" y="9461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091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685"/>
                  </a:lnTo>
                  <a:lnTo>
                    <a:pt x="12936" y="7183"/>
                  </a:lnTo>
                  <a:lnTo>
                    <a:pt x="12704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276" y="5098"/>
                  </a:lnTo>
                  <a:lnTo>
                    <a:pt x="10967" y="4905"/>
                  </a:lnTo>
                  <a:lnTo>
                    <a:pt x="10619" y="4750"/>
                  </a:lnTo>
                  <a:lnTo>
                    <a:pt x="10233" y="4596"/>
                  </a:lnTo>
                  <a:lnTo>
                    <a:pt x="9886" y="4480"/>
                  </a:lnTo>
                  <a:lnTo>
                    <a:pt x="9499" y="4403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186" y="1584"/>
                  </a:lnTo>
                  <a:lnTo>
                    <a:pt x="7839" y="1275"/>
                  </a:lnTo>
                  <a:lnTo>
                    <a:pt x="7453" y="966"/>
                  </a:lnTo>
                  <a:lnTo>
                    <a:pt x="7067" y="734"/>
                  </a:lnTo>
                  <a:lnTo>
                    <a:pt x="6603" y="503"/>
                  </a:lnTo>
                  <a:lnTo>
                    <a:pt x="6178" y="348"/>
                  </a:lnTo>
                  <a:lnTo>
                    <a:pt x="5715" y="194"/>
                  </a:lnTo>
                  <a:lnTo>
                    <a:pt x="5290" y="78"/>
                  </a:lnTo>
                  <a:lnTo>
                    <a:pt x="482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11"/>
            <p:cNvSpPr/>
            <p:nvPr/>
          </p:nvSpPr>
          <p:spPr>
            <a:xfrm>
              <a:off x="1849325" y="1901275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7" y="1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6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1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7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0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4" y="7299"/>
                  </a:lnTo>
                  <a:lnTo>
                    <a:pt x="14712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3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3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9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4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6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11"/>
            <p:cNvSpPr/>
            <p:nvPr/>
          </p:nvSpPr>
          <p:spPr>
            <a:xfrm>
              <a:off x="1935225" y="191092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503" y="1"/>
                  </a:move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40" y="541"/>
                  </a:lnTo>
                  <a:lnTo>
                    <a:pt x="1" y="734"/>
                  </a:lnTo>
                  <a:lnTo>
                    <a:pt x="40" y="927"/>
                  </a:lnTo>
                  <a:lnTo>
                    <a:pt x="117" y="1082"/>
                  </a:lnTo>
                  <a:lnTo>
                    <a:pt x="194" y="1159"/>
                  </a:lnTo>
                  <a:lnTo>
                    <a:pt x="348" y="1159"/>
                  </a:lnTo>
                  <a:lnTo>
                    <a:pt x="426" y="1043"/>
                  </a:lnTo>
                  <a:lnTo>
                    <a:pt x="426" y="1005"/>
                  </a:lnTo>
                  <a:lnTo>
                    <a:pt x="387" y="927"/>
                  </a:lnTo>
                  <a:lnTo>
                    <a:pt x="387" y="850"/>
                  </a:lnTo>
                  <a:lnTo>
                    <a:pt x="348" y="773"/>
                  </a:lnTo>
                  <a:lnTo>
                    <a:pt x="426" y="580"/>
                  </a:lnTo>
                  <a:lnTo>
                    <a:pt x="542" y="425"/>
                  </a:lnTo>
                  <a:lnTo>
                    <a:pt x="619" y="387"/>
                  </a:lnTo>
                  <a:lnTo>
                    <a:pt x="773" y="387"/>
                  </a:lnTo>
                  <a:lnTo>
                    <a:pt x="850" y="425"/>
                  </a:lnTo>
                  <a:lnTo>
                    <a:pt x="966" y="580"/>
                  </a:lnTo>
                  <a:lnTo>
                    <a:pt x="1005" y="657"/>
                  </a:lnTo>
                  <a:lnTo>
                    <a:pt x="1005" y="734"/>
                  </a:lnTo>
                  <a:lnTo>
                    <a:pt x="966" y="927"/>
                  </a:lnTo>
                  <a:lnTo>
                    <a:pt x="966" y="1005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82" y="1159"/>
                  </a:lnTo>
                  <a:lnTo>
                    <a:pt x="1198" y="1159"/>
                  </a:lnTo>
                  <a:lnTo>
                    <a:pt x="1275" y="1121"/>
                  </a:lnTo>
                  <a:lnTo>
                    <a:pt x="1314" y="1082"/>
                  </a:lnTo>
                  <a:lnTo>
                    <a:pt x="1391" y="889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48"/>
                  </a:lnTo>
                  <a:lnTo>
                    <a:pt x="1198" y="194"/>
                  </a:lnTo>
                  <a:lnTo>
                    <a:pt x="1044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11"/>
            <p:cNvSpPr/>
            <p:nvPr/>
          </p:nvSpPr>
          <p:spPr>
            <a:xfrm>
              <a:off x="6081500" y="1911900"/>
              <a:ext cx="255850" cy="266475"/>
            </a:xfrm>
            <a:custGeom>
              <a:avLst/>
              <a:gdLst/>
              <a:ahLst/>
              <a:cxnLst/>
              <a:rect l="l" t="t" r="r" b="b"/>
              <a:pathLst>
                <a:path w="10234" h="10659" extrusionOk="0">
                  <a:moveTo>
                    <a:pt x="8303" y="7299"/>
                  </a:moveTo>
                  <a:lnTo>
                    <a:pt x="8535" y="7376"/>
                  </a:lnTo>
                  <a:lnTo>
                    <a:pt x="8766" y="7453"/>
                  </a:lnTo>
                  <a:lnTo>
                    <a:pt x="8998" y="7569"/>
                  </a:lnTo>
                  <a:lnTo>
                    <a:pt x="9191" y="7723"/>
                  </a:lnTo>
                  <a:lnTo>
                    <a:pt x="9384" y="7878"/>
                  </a:lnTo>
                  <a:lnTo>
                    <a:pt x="9539" y="8109"/>
                  </a:lnTo>
                  <a:lnTo>
                    <a:pt x="9655" y="8341"/>
                  </a:lnTo>
                  <a:lnTo>
                    <a:pt x="9693" y="8573"/>
                  </a:lnTo>
                  <a:lnTo>
                    <a:pt x="9732" y="8843"/>
                  </a:lnTo>
                  <a:lnTo>
                    <a:pt x="9693" y="9152"/>
                  </a:lnTo>
                  <a:lnTo>
                    <a:pt x="9577" y="9422"/>
                  </a:lnTo>
                  <a:lnTo>
                    <a:pt x="9423" y="9654"/>
                  </a:lnTo>
                  <a:lnTo>
                    <a:pt x="9230" y="9847"/>
                  </a:lnTo>
                  <a:lnTo>
                    <a:pt x="8959" y="10002"/>
                  </a:lnTo>
                  <a:lnTo>
                    <a:pt x="8728" y="10117"/>
                  </a:lnTo>
                  <a:lnTo>
                    <a:pt x="8419" y="10156"/>
                  </a:lnTo>
                  <a:lnTo>
                    <a:pt x="8149" y="10156"/>
                  </a:lnTo>
                  <a:lnTo>
                    <a:pt x="7878" y="10079"/>
                  </a:lnTo>
                  <a:lnTo>
                    <a:pt x="7647" y="9963"/>
                  </a:lnTo>
                  <a:lnTo>
                    <a:pt x="7415" y="9770"/>
                  </a:lnTo>
                  <a:lnTo>
                    <a:pt x="7222" y="9577"/>
                  </a:lnTo>
                  <a:lnTo>
                    <a:pt x="7067" y="9345"/>
                  </a:lnTo>
                  <a:lnTo>
                    <a:pt x="6990" y="9075"/>
                  </a:lnTo>
                  <a:lnTo>
                    <a:pt x="6951" y="8805"/>
                  </a:lnTo>
                  <a:lnTo>
                    <a:pt x="6990" y="8496"/>
                  </a:lnTo>
                  <a:lnTo>
                    <a:pt x="7067" y="8264"/>
                  </a:lnTo>
                  <a:lnTo>
                    <a:pt x="7183" y="8071"/>
                  </a:lnTo>
                  <a:lnTo>
                    <a:pt x="7338" y="7878"/>
                  </a:lnTo>
                  <a:lnTo>
                    <a:pt x="7531" y="7723"/>
                  </a:lnTo>
                  <a:lnTo>
                    <a:pt x="7762" y="7569"/>
                  </a:lnTo>
                  <a:lnTo>
                    <a:pt x="8187" y="7337"/>
                  </a:lnTo>
                  <a:lnTo>
                    <a:pt x="8264" y="7299"/>
                  </a:lnTo>
                  <a:close/>
                  <a:moveTo>
                    <a:pt x="2897" y="0"/>
                  </a:moveTo>
                  <a:lnTo>
                    <a:pt x="2704" y="39"/>
                  </a:lnTo>
                  <a:lnTo>
                    <a:pt x="2665" y="78"/>
                  </a:lnTo>
                  <a:lnTo>
                    <a:pt x="2665" y="1313"/>
                  </a:lnTo>
                  <a:lnTo>
                    <a:pt x="2665" y="2588"/>
                  </a:lnTo>
                  <a:lnTo>
                    <a:pt x="2704" y="3823"/>
                  </a:lnTo>
                  <a:lnTo>
                    <a:pt x="2742" y="5059"/>
                  </a:lnTo>
                  <a:lnTo>
                    <a:pt x="2936" y="7492"/>
                  </a:lnTo>
                  <a:lnTo>
                    <a:pt x="2936" y="8148"/>
                  </a:lnTo>
                  <a:lnTo>
                    <a:pt x="2974" y="8457"/>
                  </a:lnTo>
                  <a:lnTo>
                    <a:pt x="3013" y="8611"/>
                  </a:lnTo>
                  <a:lnTo>
                    <a:pt x="3090" y="8766"/>
                  </a:lnTo>
                  <a:lnTo>
                    <a:pt x="1584" y="8689"/>
                  </a:lnTo>
                  <a:lnTo>
                    <a:pt x="1" y="8689"/>
                  </a:lnTo>
                  <a:lnTo>
                    <a:pt x="39" y="8998"/>
                  </a:lnTo>
                  <a:lnTo>
                    <a:pt x="812" y="9113"/>
                  </a:lnTo>
                  <a:lnTo>
                    <a:pt x="1584" y="9152"/>
                  </a:lnTo>
                  <a:lnTo>
                    <a:pt x="3167" y="9229"/>
                  </a:lnTo>
                  <a:lnTo>
                    <a:pt x="4866" y="9306"/>
                  </a:lnTo>
                  <a:lnTo>
                    <a:pt x="5677" y="9306"/>
                  </a:lnTo>
                  <a:lnTo>
                    <a:pt x="6527" y="9229"/>
                  </a:lnTo>
                  <a:lnTo>
                    <a:pt x="6643" y="9538"/>
                  </a:lnTo>
                  <a:lnTo>
                    <a:pt x="6797" y="9847"/>
                  </a:lnTo>
                  <a:lnTo>
                    <a:pt x="6990" y="10079"/>
                  </a:lnTo>
                  <a:lnTo>
                    <a:pt x="7260" y="10310"/>
                  </a:lnTo>
                  <a:lnTo>
                    <a:pt x="7531" y="10465"/>
                  </a:lnTo>
                  <a:lnTo>
                    <a:pt x="7840" y="10581"/>
                  </a:lnTo>
                  <a:lnTo>
                    <a:pt x="8149" y="10658"/>
                  </a:lnTo>
                  <a:lnTo>
                    <a:pt x="8457" y="10658"/>
                  </a:lnTo>
                  <a:lnTo>
                    <a:pt x="8766" y="10619"/>
                  </a:lnTo>
                  <a:lnTo>
                    <a:pt x="9075" y="10504"/>
                  </a:lnTo>
                  <a:lnTo>
                    <a:pt x="9346" y="10388"/>
                  </a:lnTo>
                  <a:lnTo>
                    <a:pt x="9577" y="10195"/>
                  </a:lnTo>
                  <a:lnTo>
                    <a:pt x="9809" y="9963"/>
                  </a:lnTo>
                  <a:lnTo>
                    <a:pt x="9963" y="9693"/>
                  </a:lnTo>
                  <a:lnTo>
                    <a:pt x="10118" y="9422"/>
                  </a:lnTo>
                  <a:lnTo>
                    <a:pt x="10195" y="9113"/>
                  </a:lnTo>
                  <a:lnTo>
                    <a:pt x="10234" y="9113"/>
                  </a:lnTo>
                  <a:lnTo>
                    <a:pt x="10234" y="8766"/>
                  </a:lnTo>
                  <a:lnTo>
                    <a:pt x="10195" y="8380"/>
                  </a:lnTo>
                  <a:lnTo>
                    <a:pt x="10041" y="8071"/>
                  </a:lnTo>
                  <a:lnTo>
                    <a:pt x="9886" y="7762"/>
                  </a:lnTo>
                  <a:lnTo>
                    <a:pt x="9655" y="7492"/>
                  </a:lnTo>
                  <a:lnTo>
                    <a:pt x="9346" y="7260"/>
                  </a:lnTo>
                  <a:lnTo>
                    <a:pt x="9037" y="7105"/>
                  </a:lnTo>
                  <a:lnTo>
                    <a:pt x="8689" y="7028"/>
                  </a:lnTo>
                  <a:lnTo>
                    <a:pt x="8342" y="6990"/>
                  </a:lnTo>
                  <a:lnTo>
                    <a:pt x="8226" y="7067"/>
                  </a:lnTo>
                  <a:lnTo>
                    <a:pt x="8187" y="7028"/>
                  </a:lnTo>
                  <a:lnTo>
                    <a:pt x="8110" y="6990"/>
                  </a:lnTo>
                  <a:lnTo>
                    <a:pt x="7955" y="6990"/>
                  </a:lnTo>
                  <a:lnTo>
                    <a:pt x="7762" y="7028"/>
                  </a:lnTo>
                  <a:lnTo>
                    <a:pt x="7453" y="7144"/>
                  </a:lnTo>
                  <a:lnTo>
                    <a:pt x="7183" y="7337"/>
                  </a:lnTo>
                  <a:lnTo>
                    <a:pt x="6951" y="7569"/>
                  </a:lnTo>
                  <a:lnTo>
                    <a:pt x="6758" y="7878"/>
                  </a:lnTo>
                  <a:lnTo>
                    <a:pt x="6604" y="8187"/>
                  </a:lnTo>
                  <a:lnTo>
                    <a:pt x="6488" y="8496"/>
                  </a:lnTo>
                  <a:lnTo>
                    <a:pt x="6488" y="8843"/>
                  </a:lnTo>
                  <a:lnTo>
                    <a:pt x="5716" y="8766"/>
                  </a:lnTo>
                  <a:lnTo>
                    <a:pt x="3476" y="8766"/>
                  </a:lnTo>
                  <a:lnTo>
                    <a:pt x="3515" y="8689"/>
                  </a:lnTo>
                  <a:lnTo>
                    <a:pt x="3515" y="8650"/>
                  </a:lnTo>
                  <a:lnTo>
                    <a:pt x="3476" y="8573"/>
                  </a:lnTo>
                  <a:lnTo>
                    <a:pt x="3438" y="8496"/>
                  </a:lnTo>
                  <a:lnTo>
                    <a:pt x="3399" y="8457"/>
                  </a:lnTo>
                  <a:lnTo>
                    <a:pt x="3322" y="8457"/>
                  </a:lnTo>
                  <a:lnTo>
                    <a:pt x="3244" y="8496"/>
                  </a:lnTo>
                  <a:lnTo>
                    <a:pt x="3322" y="8380"/>
                  </a:lnTo>
                  <a:lnTo>
                    <a:pt x="3322" y="8225"/>
                  </a:lnTo>
                  <a:lnTo>
                    <a:pt x="3322" y="8071"/>
                  </a:lnTo>
                  <a:lnTo>
                    <a:pt x="3283" y="7955"/>
                  </a:lnTo>
                  <a:lnTo>
                    <a:pt x="3244" y="7337"/>
                  </a:lnTo>
                  <a:lnTo>
                    <a:pt x="3167" y="6410"/>
                  </a:lnTo>
                  <a:lnTo>
                    <a:pt x="3051" y="4325"/>
                  </a:lnTo>
                  <a:lnTo>
                    <a:pt x="2974" y="2201"/>
                  </a:lnTo>
                  <a:lnTo>
                    <a:pt x="2897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11"/>
            <p:cNvSpPr/>
            <p:nvPr/>
          </p:nvSpPr>
          <p:spPr>
            <a:xfrm>
              <a:off x="2715250" y="1912850"/>
              <a:ext cx="147725" cy="161250"/>
            </a:xfrm>
            <a:custGeom>
              <a:avLst/>
              <a:gdLst/>
              <a:ahLst/>
              <a:cxnLst/>
              <a:rect l="l" t="t" r="r" b="b"/>
              <a:pathLst>
                <a:path w="5909" h="6450" extrusionOk="0">
                  <a:moveTo>
                    <a:pt x="2781" y="503"/>
                  </a:moveTo>
                  <a:lnTo>
                    <a:pt x="3283" y="580"/>
                  </a:lnTo>
                  <a:lnTo>
                    <a:pt x="3746" y="735"/>
                  </a:lnTo>
                  <a:lnTo>
                    <a:pt x="4210" y="966"/>
                  </a:lnTo>
                  <a:lnTo>
                    <a:pt x="4403" y="1082"/>
                  </a:lnTo>
                  <a:lnTo>
                    <a:pt x="4596" y="1275"/>
                  </a:lnTo>
                  <a:lnTo>
                    <a:pt x="4750" y="1468"/>
                  </a:lnTo>
                  <a:lnTo>
                    <a:pt x="4943" y="1661"/>
                  </a:lnTo>
                  <a:lnTo>
                    <a:pt x="5059" y="1893"/>
                  </a:lnTo>
                  <a:lnTo>
                    <a:pt x="5175" y="2125"/>
                  </a:lnTo>
                  <a:lnTo>
                    <a:pt x="5330" y="2588"/>
                  </a:lnTo>
                  <a:lnTo>
                    <a:pt x="5407" y="3052"/>
                  </a:lnTo>
                  <a:lnTo>
                    <a:pt x="5407" y="3515"/>
                  </a:lnTo>
                  <a:lnTo>
                    <a:pt x="5368" y="4017"/>
                  </a:lnTo>
                  <a:lnTo>
                    <a:pt x="5214" y="4442"/>
                  </a:lnTo>
                  <a:lnTo>
                    <a:pt x="4982" y="4866"/>
                  </a:lnTo>
                  <a:lnTo>
                    <a:pt x="4828" y="5059"/>
                  </a:lnTo>
                  <a:lnTo>
                    <a:pt x="4673" y="5253"/>
                  </a:lnTo>
                  <a:lnTo>
                    <a:pt x="4480" y="5407"/>
                  </a:lnTo>
                  <a:lnTo>
                    <a:pt x="4287" y="5561"/>
                  </a:lnTo>
                  <a:lnTo>
                    <a:pt x="4017" y="5716"/>
                  </a:lnTo>
                  <a:lnTo>
                    <a:pt x="3746" y="5832"/>
                  </a:lnTo>
                  <a:lnTo>
                    <a:pt x="3515" y="5909"/>
                  </a:lnTo>
                  <a:lnTo>
                    <a:pt x="3244" y="5948"/>
                  </a:lnTo>
                  <a:lnTo>
                    <a:pt x="2742" y="5948"/>
                  </a:lnTo>
                  <a:lnTo>
                    <a:pt x="2511" y="5870"/>
                  </a:lnTo>
                  <a:lnTo>
                    <a:pt x="2279" y="5793"/>
                  </a:lnTo>
                  <a:lnTo>
                    <a:pt x="2047" y="5677"/>
                  </a:lnTo>
                  <a:lnTo>
                    <a:pt x="1816" y="5561"/>
                  </a:lnTo>
                  <a:lnTo>
                    <a:pt x="1623" y="5407"/>
                  </a:lnTo>
                  <a:lnTo>
                    <a:pt x="1429" y="5214"/>
                  </a:lnTo>
                  <a:lnTo>
                    <a:pt x="1082" y="4828"/>
                  </a:lnTo>
                  <a:lnTo>
                    <a:pt x="812" y="4364"/>
                  </a:lnTo>
                  <a:lnTo>
                    <a:pt x="619" y="3862"/>
                  </a:lnTo>
                  <a:lnTo>
                    <a:pt x="464" y="3322"/>
                  </a:lnTo>
                  <a:lnTo>
                    <a:pt x="426" y="2820"/>
                  </a:lnTo>
                  <a:lnTo>
                    <a:pt x="426" y="2550"/>
                  </a:lnTo>
                  <a:lnTo>
                    <a:pt x="464" y="2279"/>
                  </a:lnTo>
                  <a:lnTo>
                    <a:pt x="503" y="2048"/>
                  </a:lnTo>
                  <a:lnTo>
                    <a:pt x="619" y="1777"/>
                  </a:lnTo>
                  <a:lnTo>
                    <a:pt x="696" y="1584"/>
                  </a:lnTo>
                  <a:lnTo>
                    <a:pt x="850" y="1352"/>
                  </a:lnTo>
                  <a:lnTo>
                    <a:pt x="1005" y="1159"/>
                  </a:lnTo>
                  <a:lnTo>
                    <a:pt x="1198" y="966"/>
                  </a:lnTo>
                  <a:lnTo>
                    <a:pt x="1429" y="812"/>
                  </a:lnTo>
                  <a:lnTo>
                    <a:pt x="1700" y="657"/>
                  </a:lnTo>
                  <a:lnTo>
                    <a:pt x="1738" y="619"/>
                  </a:lnTo>
                  <a:lnTo>
                    <a:pt x="1738" y="580"/>
                  </a:lnTo>
                  <a:lnTo>
                    <a:pt x="2240" y="503"/>
                  </a:lnTo>
                  <a:close/>
                  <a:moveTo>
                    <a:pt x="2588" y="1"/>
                  </a:moveTo>
                  <a:lnTo>
                    <a:pt x="2279" y="40"/>
                  </a:lnTo>
                  <a:lnTo>
                    <a:pt x="1970" y="78"/>
                  </a:lnTo>
                  <a:lnTo>
                    <a:pt x="1661" y="155"/>
                  </a:lnTo>
                  <a:lnTo>
                    <a:pt x="1391" y="233"/>
                  </a:lnTo>
                  <a:lnTo>
                    <a:pt x="1314" y="310"/>
                  </a:lnTo>
                  <a:lnTo>
                    <a:pt x="1236" y="387"/>
                  </a:lnTo>
                  <a:lnTo>
                    <a:pt x="1236" y="464"/>
                  </a:lnTo>
                  <a:lnTo>
                    <a:pt x="1275" y="542"/>
                  </a:lnTo>
                  <a:lnTo>
                    <a:pt x="1005" y="657"/>
                  </a:lnTo>
                  <a:lnTo>
                    <a:pt x="773" y="850"/>
                  </a:lnTo>
                  <a:lnTo>
                    <a:pt x="580" y="1044"/>
                  </a:lnTo>
                  <a:lnTo>
                    <a:pt x="426" y="1237"/>
                  </a:lnTo>
                  <a:lnTo>
                    <a:pt x="271" y="1468"/>
                  </a:lnTo>
                  <a:lnTo>
                    <a:pt x="155" y="1700"/>
                  </a:lnTo>
                  <a:lnTo>
                    <a:pt x="78" y="1970"/>
                  </a:lnTo>
                  <a:lnTo>
                    <a:pt x="39" y="2241"/>
                  </a:lnTo>
                  <a:lnTo>
                    <a:pt x="1" y="2511"/>
                  </a:lnTo>
                  <a:lnTo>
                    <a:pt x="1" y="2781"/>
                  </a:lnTo>
                  <a:lnTo>
                    <a:pt x="39" y="3360"/>
                  </a:lnTo>
                  <a:lnTo>
                    <a:pt x="155" y="3901"/>
                  </a:lnTo>
                  <a:lnTo>
                    <a:pt x="387" y="4442"/>
                  </a:lnTo>
                  <a:lnTo>
                    <a:pt x="696" y="5021"/>
                  </a:lnTo>
                  <a:lnTo>
                    <a:pt x="889" y="5253"/>
                  </a:lnTo>
                  <a:lnTo>
                    <a:pt x="1082" y="5484"/>
                  </a:lnTo>
                  <a:lnTo>
                    <a:pt x="1275" y="5716"/>
                  </a:lnTo>
                  <a:lnTo>
                    <a:pt x="1507" y="5909"/>
                  </a:lnTo>
                  <a:lnTo>
                    <a:pt x="1738" y="6063"/>
                  </a:lnTo>
                  <a:lnTo>
                    <a:pt x="2009" y="6179"/>
                  </a:lnTo>
                  <a:lnTo>
                    <a:pt x="2240" y="6295"/>
                  </a:lnTo>
                  <a:lnTo>
                    <a:pt x="2511" y="6372"/>
                  </a:lnTo>
                  <a:lnTo>
                    <a:pt x="2820" y="6411"/>
                  </a:lnTo>
                  <a:lnTo>
                    <a:pt x="3090" y="6450"/>
                  </a:lnTo>
                  <a:lnTo>
                    <a:pt x="3399" y="6411"/>
                  </a:lnTo>
                  <a:lnTo>
                    <a:pt x="3669" y="6334"/>
                  </a:lnTo>
                  <a:lnTo>
                    <a:pt x="3978" y="6218"/>
                  </a:lnTo>
                  <a:lnTo>
                    <a:pt x="4326" y="6102"/>
                  </a:lnTo>
                  <a:lnTo>
                    <a:pt x="4557" y="5909"/>
                  </a:lnTo>
                  <a:lnTo>
                    <a:pt x="4828" y="5716"/>
                  </a:lnTo>
                  <a:lnTo>
                    <a:pt x="5021" y="5523"/>
                  </a:lnTo>
                  <a:lnTo>
                    <a:pt x="5214" y="5291"/>
                  </a:lnTo>
                  <a:lnTo>
                    <a:pt x="5407" y="5059"/>
                  </a:lnTo>
                  <a:lnTo>
                    <a:pt x="5561" y="4789"/>
                  </a:lnTo>
                  <a:lnTo>
                    <a:pt x="5677" y="4519"/>
                  </a:lnTo>
                  <a:lnTo>
                    <a:pt x="5754" y="4249"/>
                  </a:lnTo>
                  <a:lnTo>
                    <a:pt x="5832" y="3940"/>
                  </a:lnTo>
                  <a:lnTo>
                    <a:pt x="5870" y="3669"/>
                  </a:lnTo>
                  <a:lnTo>
                    <a:pt x="5909" y="3360"/>
                  </a:lnTo>
                  <a:lnTo>
                    <a:pt x="5870" y="3052"/>
                  </a:lnTo>
                  <a:lnTo>
                    <a:pt x="5832" y="2743"/>
                  </a:lnTo>
                  <a:lnTo>
                    <a:pt x="5793" y="2472"/>
                  </a:lnTo>
                  <a:lnTo>
                    <a:pt x="5716" y="2163"/>
                  </a:lnTo>
                  <a:lnTo>
                    <a:pt x="5600" y="1893"/>
                  </a:lnTo>
                  <a:lnTo>
                    <a:pt x="5445" y="1584"/>
                  </a:lnTo>
                  <a:lnTo>
                    <a:pt x="5252" y="1352"/>
                  </a:lnTo>
                  <a:lnTo>
                    <a:pt x="5059" y="1082"/>
                  </a:lnTo>
                  <a:lnTo>
                    <a:pt x="4828" y="889"/>
                  </a:lnTo>
                  <a:lnTo>
                    <a:pt x="4596" y="696"/>
                  </a:lnTo>
                  <a:lnTo>
                    <a:pt x="4364" y="503"/>
                  </a:lnTo>
                  <a:lnTo>
                    <a:pt x="4094" y="348"/>
                  </a:lnTo>
                  <a:lnTo>
                    <a:pt x="3785" y="233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40"/>
                  </a:lnTo>
                  <a:lnTo>
                    <a:pt x="25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11"/>
            <p:cNvSpPr/>
            <p:nvPr/>
          </p:nvSpPr>
          <p:spPr>
            <a:xfrm>
              <a:off x="1882150" y="19148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6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3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3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3" y="464"/>
                  </a:lnTo>
                  <a:lnTo>
                    <a:pt x="541" y="386"/>
                  </a:lnTo>
                  <a:lnTo>
                    <a:pt x="772" y="386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5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4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4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11"/>
            <p:cNvSpPr/>
            <p:nvPr/>
          </p:nvSpPr>
          <p:spPr>
            <a:xfrm>
              <a:off x="6734100" y="1914800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0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8"/>
                  </a:lnTo>
                  <a:lnTo>
                    <a:pt x="116" y="5059"/>
                  </a:lnTo>
                  <a:lnTo>
                    <a:pt x="0" y="6719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6" y="77"/>
                  </a:lnTo>
                  <a:lnTo>
                    <a:pt x="1236" y="39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11"/>
            <p:cNvSpPr/>
            <p:nvPr/>
          </p:nvSpPr>
          <p:spPr>
            <a:xfrm>
              <a:off x="668675" y="1916725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0"/>
                  </a:moveTo>
                  <a:lnTo>
                    <a:pt x="11469" y="78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7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438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1" y="6681"/>
                  </a:lnTo>
                  <a:lnTo>
                    <a:pt x="13515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8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3"/>
                  </a:lnTo>
                  <a:lnTo>
                    <a:pt x="1081" y="10697"/>
                  </a:lnTo>
                  <a:lnTo>
                    <a:pt x="811" y="10542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6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0" y="9886"/>
                  </a:lnTo>
                  <a:lnTo>
                    <a:pt x="39" y="10117"/>
                  </a:lnTo>
                  <a:lnTo>
                    <a:pt x="77" y="10311"/>
                  </a:lnTo>
                  <a:lnTo>
                    <a:pt x="193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1" y="11353"/>
                  </a:lnTo>
                  <a:lnTo>
                    <a:pt x="2626" y="11430"/>
                  </a:lnTo>
                  <a:lnTo>
                    <a:pt x="3321" y="11508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8"/>
                  </a:lnTo>
                  <a:lnTo>
                    <a:pt x="6063" y="11430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4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7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7" y="6565"/>
                  </a:lnTo>
                  <a:lnTo>
                    <a:pt x="14017" y="6333"/>
                  </a:lnTo>
                  <a:lnTo>
                    <a:pt x="14017" y="6140"/>
                  </a:lnTo>
                  <a:lnTo>
                    <a:pt x="13940" y="5908"/>
                  </a:lnTo>
                  <a:lnTo>
                    <a:pt x="13863" y="5715"/>
                  </a:lnTo>
                  <a:lnTo>
                    <a:pt x="13747" y="5522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6"/>
                  </a:lnTo>
                  <a:lnTo>
                    <a:pt x="13091" y="5136"/>
                  </a:lnTo>
                  <a:lnTo>
                    <a:pt x="12820" y="3823"/>
                  </a:lnTo>
                  <a:lnTo>
                    <a:pt x="12511" y="2549"/>
                  </a:lnTo>
                  <a:lnTo>
                    <a:pt x="12164" y="1275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11"/>
            <p:cNvSpPr/>
            <p:nvPr/>
          </p:nvSpPr>
          <p:spPr>
            <a:xfrm>
              <a:off x="6761125" y="19167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5" y="5098"/>
                  </a:lnTo>
                  <a:lnTo>
                    <a:pt x="4326" y="5445"/>
                  </a:lnTo>
                  <a:lnTo>
                    <a:pt x="4634" y="5793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3" y="4866"/>
                  </a:lnTo>
                  <a:lnTo>
                    <a:pt x="3862" y="4171"/>
                  </a:lnTo>
                  <a:lnTo>
                    <a:pt x="2704" y="2781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11"/>
            <p:cNvSpPr/>
            <p:nvPr/>
          </p:nvSpPr>
          <p:spPr>
            <a:xfrm>
              <a:off x="5030225" y="191865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11"/>
            <p:cNvSpPr/>
            <p:nvPr/>
          </p:nvSpPr>
          <p:spPr>
            <a:xfrm>
              <a:off x="6615350" y="1924450"/>
              <a:ext cx="61825" cy="160275"/>
            </a:xfrm>
            <a:custGeom>
              <a:avLst/>
              <a:gdLst/>
              <a:ahLst/>
              <a:cxnLst/>
              <a:rect l="l" t="t" r="r" b="b"/>
              <a:pathLst>
                <a:path w="2473" h="6411" extrusionOk="0">
                  <a:moveTo>
                    <a:pt x="310" y="0"/>
                  </a:moveTo>
                  <a:lnTo>
                    <a:pt x="1" y="78"/>
                  </a:lnTo>
                  <a:lnTo>
                    <a:pt x="194" y="927"/>
                  </a:lnTo>
                  <a:lnTo>
                    <a:pt x="426" y="1777"/>
                  </a:lnTo>
                  <a:lnTo>
                    <a:pt x="657" y="2626"/>
                  </a:lnTo>
                  <a:lnTo>
                    <a:pt x="928" y="3476"/>
                  </a:lnTo>
                  <a:lnTo>
                    <a:pt x="1507" y="5097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2" y="6140"/>
                  </a:lnTo>
                  <a:lnTo>
                    <a:pt x="2086" y="6333"/>
                  </a:lnTo>
                  <a:lnTo>
                    <a:pt x="2125" y="6410"/>
                  </a:lnTo>
                  <a:lnTo>
                    <a:pt x="2318" y="6410"/>
                  </a:lnTo>
                  <a:lnTo>
                    <a:pt x="2356" y="6333"/>
                  </a:lnTo>
                  <a:lnTo>
                    <a:pt x="2434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5" y="5599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11"/>
            <p:cNvSpPr/>
            <p:nvPr/>
          </p:nvSpPr>
          <p:spPr>
            <a:xfrm>
              <a:off x="3366875" y="19263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1" y="2317"/>
                  </a:lnTo>
                  <a:lnTo>
                    <a:pt x="6449" y="3901"/>
                  </a:lnTo>
                  <a:lnTo>
                    <a:pt x="6527" y="6990"/>
                  </a:lnTo>
                  <a:lnTo>
                    <a:pt x="3515" y="6758"/>
                  </a:lnTo>
                  <a:lnTo>
                    <a:pt x="2009" y="6642"/>
                  </a:lnTo>
                  <a:lnTo>
                    <a:pt x="503" y="6604"/>
                  </a:lnTo>
                  <a:lnTo>
                    <a:pt x="1352" y="5986"/>
                  </a:lnTo>
                  <a:lnTo>
                    <a:pt x="2202" y="5291"/>
                  </a:lnTo>
                  <a:lnTo>
                    <a:pt x="2974" y="4557"/>
                  </a:lnTo>
                  <a:lnTo>
                    <a:pt x="3708" y="3823"/>
                  </a:lnTo>
                  <a:lnTo>
                    <a:pt x="4441" y="3090"/>
                  </a:lnTo>
                  <a:lnTo>
                    <a:pt x="5137" y="2356"/>
                  </a:lnTo>
                  <a:lnTo>
                    <a:pt x="5793" y="1584"/>
                  </a:lnTo>
                  <a:lnTo>
                    <a:pt x="6449" y="773"/>
                  </a:lnTo>
                  <a:close/>
                  <a:moveTo>
                    <a:pt x="6720" y="1"/>
                  </a:moveTo>
                  <a:lnTo>
                    <a:pt x="6643" y="39"/>
                  </a:lnTo>
                  <a:lnTo>
                    <a:pt x="6565" y="39"/>
                  </a:lnTo>
                  <a:lnTo>
                    <a:pt x="6488" y="116"/>
                  </a:lnTo>
                  <a:lnTo>
                    <a:pt x="4982" y="1854"/>
                  </a:lnTo>
                  <a:lnTo>
                    <a:pt x="4210" y="2704"/>
                  </a:lnTo>
                  <a:lnTo>
                    <a:pt x="3438" y="3515"/>
                  </a:lnTo>
                  <a:lnTo>
                    <a:pt x="2588" y="4287"/>
                  </a:lnTo>
                  <a:lnTo>
                    <a:pt x="1738" y="5059"/>
                  </a:lnTo>
                  <a:lnTo>
                    <a:pt x="889" y="5793"/>
                  </a:lnTo>
                  <a:lnTo>
                    <a:pt x="39" y="6604"/>
                  </a:lnTo>
                  <a:lnTo>
                    <a:pt x="1" y="6642"/>
                  </a:lnTo>
                  <a:lnTo>
                    <a:pt x="1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1" y="6913"/>
                  </a:lnTo>
                  <a:lnTo>
                    <a:pt x="39" y="6990"/>
                  </a:lnTo>
                  <a:lnTo>
                    <a:pt x="117" y="7144"/>
                  </a:lnTo>
                  <a:lnTo>
                    <a:pt x="387" y="6990"/>
                  </a:lnTo>
                  <a:lnTo>
                    <a:pt x="1893" y="7144"/>
                  </a:lnTo>
                  <a:lnTo>
                    <a:pt x="3438" y="7299"/>
                  </a:lnTo>
                  <a:lnTo>
                    <a:pt x="6527" y="7453"/>
                  </a:lnTo>
                  <a:lnTo>
                    <a:pt x="6565" y="9307"/>
                  </a:lnTo>
                  <a:lnTo>
                    <a:pt x="6527" y="12628"/>
                  </a:lnTo>
                  <a:lnTo>
                    <a:pt x="6951" y="12628"/>
                  </a:lnTo>
                  <a:lnTo>
                    <a:pt x="6990" y="9461"/>
                  </a:lnTo>
                  <a:lnTo>
                    <a:pt x="6990" y="7492"/>
                  </a:lnTo>
                  <a:lnTo>
                    <a:pt x="8651" y="7569"/>
                  </a:lnTo>
                  <a:lnTo>
                    <a:pt x="10311" y="7646"/>
                  </a:lnTo>
                  <a:lnTo>
                    <a:pt x="10311" y="7183"/>
                  </a:lnTo>
                  <a:lnTo>
                    <a:pt x="8651" y="7106"/>
                  </a:lnTo>
                  <a:lnTo>
                    <a:pt x="6990" y="7028"/>
                  </a:lnTo>
                  <a:lnTo>
                    <a:pt x="7029" y="5368"/>
                  </a:lnTo>
                  <a:lnTo>
                    <a:pt x="6990" y="3708"/>
                  </a:lnTo>
                  <a:lnTo>
                    <a:pt x="6951" y="2047"/>
                  </a:lnTo>
                  <a:lnTo>
                    <a:pt x="6797" y="387"/>
                  </a:lnTo>
                  <a:lnTo>
                    <a:pt x="6990" y="194"/>
                  </a:lnTo>
                  <a:lnTo>
                    <a:pt x="6836" y="39"/>
                  </a:lnTo>
                  <a:lnTo>
                    <a:pt x="67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11"/>
            <p:cNvSpPr/>
            <p:nvPr/>
          </p:nvSpPr>
          <p:spPr>
            <a:xfrm>
              <a:off x="6625000" y="1926375"/>
              <a:ext cx="355300" cy="170900"/>
            </a:xfrm>
            <a:custGeom>
              <a:avLst/>
              <a:gdLst/>
              <a:ahLst/>
              <a:cxnLst/>
              <a:rect l="l" t="t" r="r" b="b"/>
              <a:pathLst>
                <a:path w="14212" h="6836" extrusionOk="0">
                  <a:moveTo>
                    <a:pt x="117" y="1"/>
                  </a:moveTo>
                  <a:lnTo>
                    <a:pt x="1" y="39"/>
                  </a:lnTo>
                  <a:lnTo>
                    <a:pt x="1970" y="3206"/>
                  </a:lnTo>
                  <a:lnTo>
                    <a:pt x="4056" y="6333"/>
                  </a:lnTo>
                  <a:lnTo>
                    <a:pt x="3554" y="6295"/>
                  </a:lnTo>
                  <a:lnTo>
                    <a:pt x="3052" y="6179"/>
                  </a:lnTo>
                  <a:lnTo>
                    <a:pt x="2588" y="6024"/>
                  </a:lnTo>
                  <a:lnTo>
                    <a:pt x="2125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8" y="6720"/>
                  </a:lnTo>
                  <a:lnTo>
                    <a:pt x="4133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9" y="6488"/>
                  </a:lnTo>
                  <a:lnTo>
                    <a:pt x="8960" y="6295"/>
                  </a:lnTo>
                  <a:lnTo>
                    <a:pt x="9771" y="6024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8" y="4673"/>
                  </a:lnTo>
                  <a:lnTo>
                    <a:pt x="12667" y="4403"/>
                  </a:lnTo>
                  <a:lnTo>
                    <a:pt x="12976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80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3" y="2163"/>
                  </a:lnTo>
                  <a:lnTo>
                    <a:pt x="14173" y="2124"/>
                  </a:lnTo>
                  <a:lnTo>
                    <a:pt x="13864" y="2124"/>
                  </a:lnTo>
                  <a:lnTo>
                    <a:pt x="13825" y="2163"/>
                  </a:lnTo>
                  <a:lnTo>
                    <a:pt x="13555" y="2704"/>
                  </a:lnTo>
                  <a:lnTo>
                    <a:pt x="13207" y="3167"/>
                  </a:lnTo>
                  <a:lnTo>
                    <a:pt x="12860" y="3630"/>
                  </a:lnTo>
                  <a:lnTo>
                    <a:pt x="12474" y="4016"/>
                  </a:lnTo>
                  <a:lnTo>
                    <a:pt x="12010" y="4364"/>
                  </a:lnTo>
                  <a:lnTo>
                    <a:pt x="11547" y="4712"/>
                  </a:lnTo>
                  <a:lnTo>
                    <a:pt x="11083" y="4982"/>
                  </a:lnTo>
                  <a:lnTo>
                    <a:pt x="10543" y="5252"/>
                  </a:lnTo>
                  <a:lnTo>
                    <a:pt x="10350" y="5252"/>
                  </a:lnTo>
                  <a:lnTo>
                    <a:pt x="10350" y="5368"/>
                  </a:lnTo>
                  <a:lnTo>
                    <a:pt x="10273" y="5368"/>
                  </a:lnTo>
                  <a:lnTo>
                    <a:pt x="10079" y="5407"/>
                  </a:lnTo>
                  <a:lnTo>
                    <a:pt x="10157" y="5445"/>
                  </a:lnTo>
                  <a:lnTo>
                    <a:pt x="9500" y="5677"/>
                  </a:lnTo>
                  <a:lnTo>
                    <a:pt x="8844" y="5870"/>
                  </a:lnTo>
                  <a:lnTo>
                    <a:pt x="7840" y="6102"/>
                  </a:lnTo>
                  <a:lnTo>
                    <a:pt x="6759" y="6295"/>
                  </a:lnTo>
                  <a:lnTo>
                    <a:pt x="6218" y="6333"/>
                  </a:lnTo>
                  <a:lnTo>
                    <a:pt x="5677" y="6411"/>
                  </a:lnTo>
                  <a:lnTo>
                    <a:pt x="4558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11"/>
            <p:cNvSpPr/>
            <p:nvPr/>
          </p:nvSpPr>
          <p:spPr>
            <a:xfrm>
              <a:off x="3536800" y="19312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3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6" y="7492"/>
                  </a:lnTo>
                  <a:lnTo>
                    <a:pt x="6371" y="7453"/>
                  </a:lnTo>
                  <a:lnTo>
                    <a:pt x="6371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59" y="12087"/>
                  </a:lnTo>
                  <a:lnTo>
                    <a:pt x="1583" y="14983"/>
                  </a:lnTo>
                  <a:lnTo>
                    <a:pt x="772" y="16451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8" y="16759"/>
                  </a:lnTo>
                  <a:lnTo>
                    <a:pt x="1969" y="15369"/>
                  </a:lnTo>
                  <a:lnTo>
                    <a:pt x="2780" y="13979"/>
                  </a:lnTo>
                  <a:lnTo>
                    <a:pt x="3591" y="12589"/>
                  </a:lnTo>
                  <a:lnTo>
                    <a:pt x="4441" y="11199"/>
                  </a:lnTo>
                  <a:lnTo>
                    <a:pt x="5290" y="9809"/>
                  </a:lnTo>
                  <a:lnTo>
                    <a:pt x="5715" y="9191"/>
                  </a:lnTo>
                  <a:lnTo>
                    <a:pt x="6178" y="8612"/>
                  </a:lnTo>
                  <a:lnTo>
                    <a:pt x="6603" y="8033"/>
                  </a:lnTo>
                  <a:lnTo>
                    <a:pt x="6989" y="7453"/>
                  </a:lnTo>
                  <a:lnTo>
                    <a:pt x="6989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89" y="7067"/>
                  </a:lnTo>
                  <a:lnTo>
                    <a:pt x="6873" y="7029"/>
                  </a:lnTo>
                  <a:lnTo>
                    <a:pt x="6835" y="7029"/>
                  </a:lnTo>
                  <a:lnTo>
                    <a:pt x="6101" y="6102"/>
                  </a:lnTo>
                  <a:lnTo>
                    <a:pt x="5290" y="5175"/>
                  </a:lnTo>
                  <a:lnTo>
                    <a:pt x="3668" y="3437"/>
                  </a:lnTo>
                  <a:lnTo>
                    <a:pt x="1969" y="1700"/>
                  </a:lnTo>
                  <a:lnTo>
                    <a:pt x="1081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11"/>
            <p:cNvSpPr/>
            <p:nvPr/>
          </p:nvSpPr>
          <p:spPr>
            <a:xfrm>
              <a:off x="902300" y="1957275"/>
              <a:ext cx="17400" cy="181500"/>
            </a:xfrm>
            <a:custGeom>
              <a:avLst/>
              <a:gdLst/>
              <a:ahLst/>
              <a:cxnLst/>
              <a:rect l="l" t="t" r="r" b="b"/>
              <a:pathLst>
                <a:path w="696" h="7260" extrusionOk="0">
                  <a:moveTo>
                    <a:pt x="425" y="0"/>
                  </a:moveTo>
                  <a:lnTo>
                    <a:pt x="348" y="888"/>
                  </a:lnTo>
                  <a:lnTo>
                    <a:pt x="232" y="1815"/>
                  </a:lnTo>
                  <a:lnTo>
                    <a:pt x="154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11"/>
            <p:cNvSpPr/>
            <p:nvPr/>
          </p:nvSpPr>
          <p:spPr>
            <a:xfrm>
              <a:off x="4880575" y="1957275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1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2" y="1738"/>
                  </a:lnTo>
                  <a:lnTo>
                    <a:pt x="310" y="3398"/>
                  </a:lnTo>
                  <a:lnTo>
                    <a:pt x="117" y="5059"/>
                  </a:lnTo>
                  <a:lnTo>
                    <a:pt x="1" y="6719"/>
                  </a:lnTo>
                  <a:lnTo>
                    <a:pt x="233" y="6758"/>
                  </a:lnTo>
                  <a:lnTo>
                    <a:pt x="503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7" y="77"/>
                  </a:lnTo>
                  <a:lnTo>
                    <a:pt x="1237" y="39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11"/>
            <p:cNvSpPr/>
            <p:nvPr/>
          </p:nvSpPr>
          <p:spPr>
            <a:xfrm>
              <a:off x="4907625" y="1959200"/>
              <a:ext cx="121650" cy="144825"/>
            </a:xfrm>
            <a:custGeom>
              <a:avLst/>
              <a:gdLst/>
              <a:ahLst/>
              <a:cxnLst/>
              <a:rect l="l" t="t" r="r" b="b"/>
              <a:pathLst>
                <a:path w="4866" h="5793" extrusionOk="0">
                  <a:moveTo>
                    <a:pt x="155" y="0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5"/>
                  </a:lnTo>
                  <a:lnTo>
                    <a:pt x="2896" y="3630"/>
                  </a:lnTo>
                  <a:lnTo>
                    <a:pt x="3475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7" y="1352"/>
                  </a:lnTo>
                  <a:lnTo>
                    <a:pt x="811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11"/>
            <p:cNvSpPr/>
            <p:nvPr/>
          </p:nvSpPr>
          <p:spPr>
            <a:xfrm>
              <a:off x="4761850" y="196692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0"/>
                  </a:moveTo>
                  <a:lnTo>
                    <a:pt x="0" y="78"/>
                  </a:lnTo>
                  <a:lnTo>
                    <a:pt x="193" y="927"/>
                  </a:lnTo>
                  <a:lnTo>
                    <a:pt x="425" y="1777"/>
                  </a:lnTo>
                  <a:lnTo>
                    <a:pt x="657" y="2626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1" y="6140"/>
                  </a:lnTo>
                  <a:lnTo>
                    <a:pt x="2085" y="6333"/>
                  </a:lnTo>
                  <a:lnTo>
                    <a:pt x="2124" y="6410"/>
                  </a:lnTo>
                  <a:lnTo>
                    <a:pt x="2317" y="6410"/>
                  </a:lnTo>
                  <a:lnTo>
                    <a:pt x="2356" y="6333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7" y="2935"/>
                  </a:lnTo>
                  <a:lnTo>
                    <a:pt x="734" y="1468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11"/>
            <p:cNvSpPr/>
            <p:nvPr/>
          </p:nvSpPr>
          <p:spPr>
            <a:xfrm>
              <a:off x="4771500" y="196885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0" y="39"/>
                  </a:lnTo>
                  <a:lnTo>
                    <a:pt x="1970" y="3206"/>
                  </a:lnTo>
                  <a:lnTo>
                    <a:pt x="4055" y="6333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2"/>
                  </a:lnTo>
                  <a:lnTo>
                    <a:pt x="3707" y="6720"/>
                  </a:lnTo>
                  <a:lnTo>
                    <a:pt x="4132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7" y="6333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11"/>
            <p:cNvSpPr/>
            <p:nvPr/>
          </p:nvSpPr>
          <p:spPr>
            <a:xfrm>
              <a:off x="5286050" y="19765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1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4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3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8"/>
                  </a:lnTo>
                  <a:lnTo>
                    <a:pt x="6951" y="12628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8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11"/>
            <p:cNvSpPr/>
            <p:nvPr/>
          </p:nvSpPr>
          <p:spPr>
            <a:xfrm>
              <a:off x="5455950" y="19814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11"/>
            <p:cNvSpPr/>
            <p:nvPr/>
          </p:nvSpPr>
          <p:spPr>
            <a:xfrm>
              <a:off x="752650" y="1995875"/>
              <a:ext cx="30925" cy="168975"/>
            </a:xfrm>
            <a:custGeom>
              <a:avLst/>
              <a:gdLst/>
              <a:ahLst/>
              <a:cxnLst/>
              <a:rect l="l" t="t" r="r" b="b"/>
              <a:pathLst>
                <a:path w="1237" h="6759" extrusionOk="0">
                  <a:moveTo>
                    <a:pt x="1121" y="1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7"/>
                  </a:lnTo>
                  <a:lnTo>
                    <a:pt x="541" y="1738"/>
                  </a:lnTo>
                  <a:lnTo>
                    <a:pt x="310" y="3399"/>
                  </a:lnTo>
                  <a:lnTo>
                    <a:pt x="117" y="5059"/>
                  </a:lnTo>
                  <a:lnTo>
                    <a:pt x="1" y="6720"/>
                  </a:lnTo>
                  <a:lnTo>
                    <a:pt x="232" y="6758"/>
                  </a:lnTo>
                  <a:lnTo>
                    <a:pt x="503" y="5137"/>
                  </a:lnTo>
                  <a:lnTo>
                    <a:pt x="773" y="3515"/>
                  </a:lnTo>
                  <a:lnTo>
                    <a:pt x="966" y="1854"/>
                  </a:lnTo>
                  <a:lnTo>
                    <a:pt x="1082" y="233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11"/>
            <p:cNvSpPr/>
            <p:nvPr/>
          </p:nvSpPr>
          <p:spPr>
            <a:xfrm>
              <a:off x="779675" y="19978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6" y="5097"/>
                  </a:lnTo>
                  <a:lnTo>
                    <a:pt x="4326" y="5445"/>
                  </a:lnTo>
                  <a:lnTo>
                    <a:pt x="4635" y="5792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5" y="5252"/>
                  </a:lnTo>
                  <a:lnTo>
                    <a:pt x="4403" y="4866"/>
                  </a:lnTo>
                  <a:lnTo>
                    <a:pt x="3862" y="4170"/>
                  </a:lnTo>
                  <a:lnTo>
                    <a:pt x="2704" y="2780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11"/>
            <p:cNvSpPr/>
            <p:nvPr/>
          </p:nvSpPr>
          <p:spPr>
            <a:xfrm>
              <a:off x="2839800" y="2000700"/>
              <a:ext cx="270325" cy="209525"/>
            </a:xfrm>
            <a:custGeom>
              <a:avLst/>
              <a:gdLst/>
              <a:ahLst/>
              <a:cxnLst/>
              <a:rect l="l" t="t" r="r" b="b"/>
              <a:pathLst>
                <a:path w="10813" h="8381" extrusionOk="0">
                  <a:moveTo>
                    <a:pt x="10233" y="1"/>
                  </a:moveTo>
                  <a:lnTo>
                    <a:pt x="10156" y="78"/>
                  </a:lnTo>
                  <a:lnTo>
                    <a:pt x="10117" y="155"/>
                  </a:lnTo>
                  <a:lnTo>
                    <a:pt x="10079" y="233"/>
                  </a:lnTo>
                  <a:lnTo>
                    <a:pt x="10079" y="348"/>
                  </a:lnTo>
                  <a:lnTo>
                    <a:pt x="10156" y="426"/>
                  </a:lnTo>
                  <a:lnTo>
                    <a:pt x="10272" y="580"/>
                  </a:lnTo>
                  <a:lnTo>
                    <a:pt x="10310" y="735"/>
                  </a:lnTo>
                  <a:lnTo>
                    <a:pt x="10349" y="928"/>
                  </a:lnTo>
                  <a:lnTo>
                    <a:pt x="10310" y="1121"/>
                  </a:lnTo>
                  <a:lnTo>
                    <a:pt x="10233" y="1275"/>
                  </a:lnTo>
                  <a:lnTo>
                    <a:pt x="10156" y="1468"/>
                  </a:lnTo>
                  <a:lnTo>
                    <a:pt x="9847" y="1854"/>
                  </a:lnTo>
                  <a:lnTo>
                    <a:pt x="9538" y="2202"/>
                  </a:lnTo>
                  <a:lnTo>
                    <a:pt x="9152" y="2511"/>
                  </a:lnTo>
                  <a:lnTo>
                    <a:pt x="8611" y="3013"/>
                  </a:lnTo>
                  <a:lnTo>
                    <a:pt x="8264" y="3283"/>
                  </a:lnTo>
                  <a:lnTo>
                    <a:pt x="8225" y="3206"/>
                  </a:lnTo>
                  <a:lnTo>
                    <a:pt x="8148" y="3129"/>
                  </a:lnTo>
                  <a:lnTo>
                    <a:pt x="7607" y="2820"/>
                  </a:lnTo>
                  <a:lnTo>
                    <a:pt x="7144" y="2434"/>
                  </a:lnTo>
                  <a:lnTo>
                    <a:pt x="6912" y="2665"/>
                  </a:lnTo>
                  <a:lnTo>
                    <a:pt x="7105" y="2936"/>
                  </a:lnTo>
                  <a:lnTo>
                    <a:pt x="7376" y="3167"/>
                  </a:lnTo>
                  <a:lnTo>
                    <a:pt x="7646" y="3399"/>
                  </a:lnTo>
                  <a:lnTo>
                    <a:pt x="7955" y="3553"/>
                  </a:lnTo>
                  <a:lnTo>
                    <a:pt x="7028" y="4287"/>
                  </a:lnTo>
                  <a:lnTo>
                    <a:pt x="6101" y="4982"/>
                  </a:lnTo>
                  <a:lnTo>
                    <a:pt x="4943" y="5793"/>
                  </a:lnTo>
                  <a:lnTo>
                    <a:pt x="3746" y="6527"/>
                  </a:lnTo>
                  <a:lnTo>
                    <a:pt x="3553" y="6681"/>
                  </a:lnTo>
                  <a:lnTo>
                    <a:pt x="3475" y="6334"/>
                  </a:lnTo>
                  <a:lnTo>
                    <a:pt x="3321" y="6025"/>
                  </a:lnTo>
                  <a:lnTo>
                    <a:pt x="3128" y="5716"/>
                  </a:lnTo>
                  <a:lnTo>
                    <a:pt x="2896" y="5446"/>
                  </a:lnTo>
                  <a:lnTo>
                    <a:pt x="2626" y="5677"/>
                  </a:lnTo>
                  <a:lnTo>
                    <a:pt x="2819" y="5909"/>
                  </a:lnTo>
                  <a:lnTo>
                    <a:pt x="2935" y="6179"/>
                  </a:lnTo>
                  <a:lnTo>
                    <a:pt x="3051" y="6565"/>
                  </a:lnTo>
                  <a:lnTo>
                    <a:pt x="3128" y="6952"/>
                  </a:lnTo>
                  <a:lnTo>
                    <a:pt x="2317" y="7376"/>
                  </a:lnTo>
                  <a:lnTo>
                    <a:pt x="1892" y="7608"/>
                  </a:lnTo>
                  <a:lnTo>
                    <a:pt x="1467" y="7762"/>
                  </a:lnTo>
                  <a:lnTo>
                    <a:pt x="1081" y="7878"/>
                  </a:lnTo>
                  <a:lnTo>
                    <a:pt x="927" y="7917"/>
                  </a:lnTo>
                  <a:lnTo>
                    <a:pt x="772" y="7917"/>
                  </a:lnTo>
                  <a:lnTo>
                    <a:pt x="618" y="7878"/>
                  </a:lnTo>
                  <a:lnTo>
                    <a:pt x="502" y="7840"/>
                  </a:lnTo>
                  <a:lnTo>
                    <a:pt x="386" y="7724"/>
                  </a:lnTo>
                  <a:lnTo>
                    <a:pt x="309" y="7608"/>
                  </a:lnTo>
                  <a:lnTo>
                    <a:pt x="270" y="7569"/>
                  </a:lnTo>
                  <a:lnTo>
                    <a:pt x="232" y="7531"/>
                  </a:lnTo>
                  <a:lnTo>
                    <a:pt x="116" y="7492"/>
                  </a:lnTo>
                  <a:lnTo>
                    <a:pt x="39" y="7569"/>
                  </a:lnTo>
                  <a:lnTo>
                    <a:pt x="0" y="7608"/>
                  </a:lnTo>
                  <a:lnTo>
                    <a:pt x="0" y="7685"/>
                  </a:lnTo>
                  <a:lnTo>
                    <a:pt x="39" y="7840"/>
                  </a:lnTo>
                  <a:lnTo>
                    <a:pt x="77" y="7994"/>
                  </a:lnTo>
                  <a:lnTo>
                    <a:pt x="155" y="8110"/>
                  </a:lnTo>
                  <a:lnTo>
                    <a:pt x="270" y="8226"/>
                  </a:lnTo>
                  <a:lnTo>
                    <a:pt x="348" y="8264"/>
                  </a:lnTo>
                  <a:lnTo>
                    <a:pt x="463" y="8342"/>
                  </a:lnTo>
                  <a:lnTo>
                    <a:pt x="734" y="8380"/>
                  </a:lnTo>
                  <a:lnTo>
                    <a:pt x="1004" y="8380"/>
                  </a:lnTo>
                  <a:lnTo>
                    <a:pt x="1274" y="8342"/>
                  </a:lnTo>
                  <a:lnTo>
                    <a:pt x="1545" y="8264"/>
                  </a:lnTo>
                  <a:lnTo>
                    <a:pt x="1815" y="8149"/>
                  </a:lnTo>
                  <a:lnTo>
                    <a:pt x="2935" y="7569"/>
                  </a:lnTo>
                  <a:lnTo>
                    <a:pt x="4055" y="6952"/>
                  </a:lnTo>
                  <a:lnTo>
                    <a:pt x="5097" y="6295"/>
                  </a:lnTo>
                  <a:lnTo>
                    <a:pt x="6140" y="5561"/>
                  </a:lnTo>
                  <a:lnTo>
                    <a:pt x="7067" y="4866"/>
                  </a:lnTo>
                  <a:lnTo>
                    <a:pt x="7993" y="4171"/>
                  </a:lnTo>
                  <a:lnTo>
                    <a:pt x="8881" y="3399"/>
                  </a:lnTo>
                  <a:lnTo>
                    <a:pt x="9731" y="2627"/>
                  </a:lnTo>
                  <a:lnTo>
                    <a:pt x="10001" y="2356"/>
                  </a:lnTo>
                  <a:lnTo>
                    <a:pt x="10272" y="2047"/>
                  </a:lnTo>
                  <a:lnTo>
                    <a:pt x="10503" y="1739"/>
                  </a:lnTo>
                  <a:lnTo>
                    <a:pt x="10696" y="1430"/>
                  </a:lnTo>
                  <a:lnTo>
                    <a:pt x="10812" y="1082"/>
                  </a:lnTo>
                  <a:lnTo>
                    <a:pt x="10812" y="928"/>
                  </a:lnTo>
                  <a:lnTo>
                    <a:pt x="10812" y="735"/>
                  </a:lnTo>
                  <a:lnTo>
                    <a:pt x="10774" y="580"/>
                  </a:lnTo>
                  <a:lnTo>
                    <a:pt x="10735" y="387"/>
                  </a:lnTo>
                  <a:lnTo>
                    <a:pt x="10619" y="233"/>
                  </a:lnTo>
                  <a:lnTo>
                    <a:pt x="10465" y="40"/>
                  </a:lnTo>
                  <a:lnTo>
                    <a:pt x="103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11"/>
            <p:cNvSpPr/>
            <p:nvPr/>
          </p:nvSpPr>
          <p:spPr>
            <a:xfrm>
              <a:off x="633925" y="2005525"/>
              <a:ext cx="61800" cy="160300"/>
            </a:xfrm>
            <a:custGeom>
              <a:avLst/>
              <a:gdLst/>
              <a:ahLst/>
              <a:cxnLst/>
              <a:rect l="l" t="t" r="r" b="b"/>
              <a:pathLst>
                <a:path w="2472" h="6412" extrusionOk="0">
                  <a:moveTo>
                    <a:pt x="309" y="1"/>
                  </a:moveTo>
                  <a:lnTo>
                    <a:pt x="0" y="78"/>
                  </a:lnTo>
                  <a:lnTo>
                    <a:pt x="193" y="928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5"/>
                  </a:lnTo>
                  <a:lnTo>
                    <a:pt x="1661" y="5716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6" y="5909"/>
                  </a:lnTo>
                  <a:lnTo>
                    <a:pt x="1931" y="6141"/>
                  </a:lnTo>
                  <a:lnTo>
                    <a:pt x="2085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1" y="6257"/>
                  </a:lnTo>
                  <a:lnTo>
                    <a:pt x="2356" y="5948"/>
                  </a:lnTo>
                  <a:lnTo>
                    <a:pt x="2278" y="5948"/>
                  </a:lnTo>
                  <a:lnTo>
                    <a:pt x="2124" y="5600"/>
                  </a:lnTo>
                  <a:lnTo>
                    <a:pt x="1969" y="5214"/>
                  </a:lnTo>
                  <a:lnTo>
                    <a:pt x="1738" y="4442"/>
                  </a:lnTo>
                  <a:lnTo>
                    <a:pt x="1197" y="2936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11"/>
            <p:cNvSpPr/>
            <p:nvPr/>
          </p:nvSpPr>
          <p:spPr>
            <a:xfrm>
              <a:off x="643575" y="2007475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0"/>
                  </a:moveTo>
                  <a:lnTo>
                    <a:pt x="0" y="39"/>
                  </a:lnTo>
                  <a:lnTo>
                    <a:pt x="1970" y="3205"/>
                  </a:lnTo>
                  <a:lnTo>
                    <a:pt x="4055" y="6333"/>
                  </a:lnTo>
                  <a:lnTo>
                    <a:pt x="3553" y="6294"/>
                  </a:lnTo>
                  <a:lnTo>
                    <a:pt x="3051" y="6179"/>
                  </a:lnTo>
                  <a:lnTo>
                    <a:pt x="2587" y="6024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5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7" y="6719"/>
                  </a:lnTo>
                  <a:lnTo>
                    <a:pt x="4132" y="6796"/>
                  </a:lnTo>
                  <a:lnTo>
                    <a:pt x="4595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8" y="6642"/>
                  </a:lnTo>
                  <a:lnTo>
                    <a:pt x="8148" y="6487"/>
                  </a:lnTo>
                  <a:lnTo>
                    <a:pt x="8959" y="6294"/>
                  </a:lnTo>
                  <a:lnTo>
                    <a:pt x="9770" y="6024"/>
                  </a:lnTo>
                  <a:lnTo>
                    <a:pt x="10581" y="5715"/>
                  </a:lnTo>
                  <a:lnTo>
                    <a:pt x="11314" y="5368"/>
                  </a:lnTo>
                  <a:lnTo>
                    <a:pt x="12009" y="4904"/>
                  </a:lnTo>
                  <a:lnTo>
                    <a:pt x="12357" y="4673"/>
                  </a:lnTo>
                  <a:lnTo>
                    <a:pt x="12666" y="4402"/>
                  </a:lnTo>
                  <a:lnTo>
                    <a:pt x="12975" y="4093"/>
                  </a:lnTo>
                  <a:lnTo>
                    <a:pt x="13284" y="3784"/>
                  </a:lnTo>
                  <a:lnTo>
                    <a:pt x="13515" y="3476"/>
                  </a:lnTo>
                  <a:lnTo>
                    <a:pt x="13786" y="3128"/>
                  </a:lnTo>
                  <a:lnTo>
                    <a:pt x="13979" y="2780"/>
                  </a:lnTo>
                  <a:lnTo>
                    <a:pt x="14211" y="2394"/>
                  </a:lnTo>
                  <a:lnTo>
                    <a:pt x="14211" y="2278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4" y="2163"/>
                  </a:lnTo>
                  <a:lnTo>
                    <a:pt x="13554" y="2703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6"/>
                  </a:lnTo>
                  <a:lnTo>
                    <a:pt x="12009" y="4364"/>
                  </a:lnTo>
                  <a:lnTo>
                    <a:pt x="11546" y="4711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6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1"/>
                  </a:lnTo>
                  <a:lnTo>
                    <a:pt x="6758" y="6294"/>
                  </a:lnTo>
                  <a:lnTo>
                    <a:pt x="6217" y="6333"/>
                  </a:lnTo>
                  <a:lnTo>
                    <a:pt x="5677" y="6410"/>
                  </a:lnTo>
                  <a:lnTo>
                    <a:pt x="4557" y="6410"/>
                  </a:lnTo>
                  <a:lnTo>
                    <a:pt x="4595" y="6294"/>
                  </a:lnTo>
                  <a:lnTo>
                    <a:pt x="4364" y="6256"/>
                  </a:lnTo>
                  <a:lnTo>
                    <a:pt x="3398" y="4634"/>
                  </a:lnTo>
                  <a:lnTo>
                    <a:pt x="2356" y="3012"/>
                  </a:lnTo>
                  <a:lnTo>
                    <a:pt x="1275" y="1468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11"/>
            <p:cNvSpPr/>
            <p:nvPr/>
          </p:nvSpPr>
          <p:spPr>
            <a:xfrm>
              <a:off x="5946350" y="2008425"/>
              <a:ext cx="112975" cy="132300"/>
            </a:xfrm>
            <a:custGeom>
              <a:avLst/>
              <a:gdLst/>
              <a:ahLst/>
              <a:cxnLst/>
              <a:rect l="l" t="t" r="r" b="b"/>
              <a:pathLst>
                <a:path w="4519" h="5292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55"/>
                  </a:lnTo>
                  <a:lnTo>
                    <a:pt x="2240" y="271"/>
                  </a:lnTo>
                  <a:lnTo>
                    <a:pt x="2009" y="426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082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08"/>
                  </a:lnTo>
                  <a:lnTo>
                    <a:pt x="1" y="4055"/>
                  </a:lnTo>
                  <a:lnTo>
                    <a:pt x="1" y="4364"/>
                  </a:lnTo>
                  <a:lnTo>
                    <a:pt x="39" y="4673"/>
                  </a:lnTo>
                  <a:lnTo>
                    <a:pt x="117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789"/>
                  </a:lnTo>
                  <a:lnTo>
                    <a:pt x="696" y="4712"/>
                  </a:lnTo>
                  <a:lnTo>
                    <a:pt x="580" y="4557"/>
                  </a:lnTo>
                  <a:lnTo>
                    <a:pt x="541" y="4442"/>
                  </a:lnTo>
                  <a:lnTo>
                    <a:pt x="503" y="4248"/>
                  </a:lnTo>
                  <a:lnTo>
                    <a:pt x="541" y="4055"/>
                  </a:lnTo>
                  <a:lnTo>
                    <a:pt x="580" y="3592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27" y="2318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16" y="1159"/>
                  </a:lnTo>
                  <a:lnTo>
                    <a:pt x="2202" y="889"/>
                  </a:lnTo>
                  <a:lnTo>
                    <a:pt x="2627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6" y="464"/>
                  </a:lnTo>
                  <a:lnTo>
                    <a:pt x="4441" y="464"/>
                  </a:lnTo>
                  <a:lnTo>
                    <a:pt x="4519" y="426"/>
                  </a:lnTo>
                  <a:lnTo>
                    <a:pt x="4519" y="348"/>
                  </a:lnTo>
                  <a:lnTo>
                    <a:pt x="4519" y="155"/>
                  </a:lnTo>
                  <a:lnTo>
                    <a:pt x="4210" y="155"/>
                  </a:lnTo>
                  <a:lnTo>
                    <a:pt x="3901" y="78"/>
                  </a:lnTo>
                  <a:lnTo>
                    <a:pt x="36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11"/>
            <p:cNvSpPr/>
            <p:nvPr/>
          </p:nvSpPr>
          <p:spPr>
            <a:xfrm>
              <a:off x="6195425" y="2043175"/>
              <a:ext cx="25125" cy="11625"/>
            </a:xfrm>
            <a:custGeom>
              <a:avLst/>
              <a:gdLst/>
              <a:ahLst/>
              <a:cxnLst/>
              <a:rect l="l" t="t" r="r" b="b"/>
              <a:pathLst>
                <a:path w="1005" h="465" extrusionOk="0">
                  <a:moveTo>
                    <a:pt x="773" y="1"/>
                  </a:moveTo>
                  <a:lnTo>
                    <a:pt x="541" y="40"/>
                  </a:lnTo>
                  <a:lnTo>
                    <a:pt x="309" y="78"/>
                  </a:lnTo>
                  <a:lnTo>
                    <a:pt x="78" y="155"/>
                  </a:lnTo>
                  <a:lnTo>
                    <a:pt x="39" y="194"/>
                  </a:lnTo>
                  <a:lnTo>
                    <a:pt x="0" y="271"/>
                  </a:lnTo>
                  <a:lnTo>
                    <a:pt x="0" y="348"/>
                  </a:lnTo>
                  <a:lnTo>
                    <a:pt x="78" y="426"/>
                  </a:lnTo>
                  <a:lnTo>
                    <a:pt x="116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580" y="348"/>
                  </a:lnTo>
                  <a:lnTo>
                    <a:pt x="773" y="387"/>
                  </a:lnTo>
                  <a:lnTo>
                    <a:pt x="850" y="348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04" y="233"/>
                  </a:lnTo>
                  <a:lnTo>
                    <a:pt x="1004" y="155"/>
                  </a:lnTo>
                  <a:lnTo>
                    <a:pt x="966" y="78"/>
                  </a:lnTo>
                  <a:lnTo>
                    <a:pt x="888" y="40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11"/>
            <p:cNvSpPr/>
            <p:nvPr/>
          </p:nvSpPr>
          <p:spPr>
            <a:xfrm>
              <a:off x="6096950" y="2048975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155" y="1"/>
                  </a:moveTo>
                  <a:lnTo>
                    <a:pt x="116" y="39"/>
                  </a:lnTo>
                  <a:lnTo>
                    <a:pt x="39" y="78"/>
                  </a:lnTo>
                  <a:lnTo>
                    <a:pt x="1" y="155"/>
                  </a:lnTo>
                  <a:lnTo>
                    <a:pt x="39" y="271"/>
                  </a:lnTo>
                  <a:lnTo>
                    <a:pt x="116" y="310"/>
                  </a:lnTo>
                  <a:lnTo>
                    <a:pt x="155" y="310"/>
                  </a:lnTo>
                  <a:lnTo>
                    <a:pt x="425" y="348"/>
                  </a:lnTo>
                  <a:lnTo>
                    <a:pt x="734" y="348"/>
                  </a:lnTo>
                  <a:lnTo>
                    <a:pt x="812" y="271"/>
                  </a:lnTo>
                  <a:lnTo>
                    <a:pt x="850" y="155"/>
                  </a:lnTo>
                  <a:lnTo>
                    <a:pt x="812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11"/>
            <p:cNvSpPr/>
            <p:nvPr/>
          </p:nvSpPr>
          <p:spPr>
            <a:xfrm>
              <a:off x="5988825" y="2089525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580"/>
                  </a:lnTo>
                  <a:lnTo>
                    <a:pt x="2549" y="696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59"/>
                  </a:lnTo>
                  <a:lnTo>
                    <a:pt x="3206" y="1429"/>
                  </a:lnTo>
                  <a:lnTo>
                    <a:pt x="3244" y="1661"/>
                  </a:lnTo>
                  <a:lnTo>
                    <a:pt x="3244" y="1931"/>
                  </a:lnTo>
                  <a:lnTo>
                    <a:pt x="3206" y="2201"/>
                  </a:lnTo>
                  <a:lnTo>
                    <a:pt x="3090" y="2433"/>
                  </a:lnTo>
                  <a:lnTo>
                    <a:pt x="2974" y="2665"/>
                  </a:lnTo>
                  <a:lnTo>
                    <a:pt x="2781" y="2858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47" y="3244"/>
                  </a:lnTo>
                  <a:lnTo>
                    <a:pt x="1777" y="3244"/>
                  </a:lnTo>
                  <a:lnTo>
                    <a:pt x="1468" y="3167"/>
                  </a:lnTo>
                  <a:lnTo>
                    <a:pt x="1198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24"/>
                  </a:lnTo>
                  <a:lnTo>
                    <a:pt x="464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8" y="889"/>
                  </a:lnTo>
                  <a:lnTo>
                    <a:pt x="1121" y="734"/>
                  </a:lnTo>
                  <a:lnTo>
                    <a:pt x="1352" y="580"/>
                  </a:lnTo>
                  <a:lnTo>
                    <a:pt x="1584" y="464"/>
                  </a:lnTo>
                  <a:close/>
                  <a:moveTo>
                    <a:pt x="1700" y="0"/>
                  </a:moveTo>
                  <a:lnTo>
                    <a:pt x="1545" y="78"/>
                  </a:lnTo>
                  <a:lnTo>
                    <a:pt x="1352" y="116"/>
                  </a:lnTo>
                  <a:lnTo>
                    <a:pt x="1314" y="155"/>
                  </a:lnTo>
                  <a:lnTo>
                    <a:pt x="1082" y="271"/>
                  </a:lnTo>
                  <a:lnTo>
                    <a:pt x="812" y="387"/>
                  </a:lnTo>
                  <a:lnTo>
                    <a:pt x="619" y="541"/>
                  </a:lnTo>
                  <a:lnTo>
                    <a:pt x="426" y="734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1" y="2086"/>
                  </a:lnTo>
                  <a:lnTo>
                    <a:pt x="39" y="2279"/>
                  </a:lnTo>
                  <a:lnTo>
                    <a:pt x="117" y="2472"/>
                  </a:lnTo>
                  <a:lnTo>
                    <a:pt x="310" y="2819"/>
                  </a:lnTo>
                  <a:lnTo>
                    <a:pt x="541" y="3128"/>
                  </a:lnTo>
                  <a:lnTo>
                    <a:pt x="850" y="3399"/>
                  </a:lnTo>
                  <a:lnTo>
                    <a:pt x="1198" y="3592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07"/>
                  </a:lnTo>
                  <a:lnTo>
                    <a:pt x="2356" y="3669"/>
                  </a:lnTo>
                  <a:lnTo>
                    <a:pt x="2627" y="3553"/>
                  </a:lnTo>
                  <a:lnTo>
                    <a:pt x="2897" y="3399"/>
                  </a:lnTo>
                  <a:lnTo>
                    <a:pt x="3129" y="3244"/>
                  </a:lnTo>
                  <a:lnTo>
                    <a:pt x="3322" y="3012"/>
                  </a:lnTo>
                  <a:lnTo>
                    <a:pt x="3476" y="2742"/>
                  </a:lnTo>
                  <a:lnTo>
                    <a:pt x="3631" y="2472"/>
                  </a:lnTo>
                  <a:lnTo>
                    <a:pt x="3708" y="2201"/>
                  </a:lnTo>
                  <a:lnTo>
                    <a:pt x="3746" y="1893"/>
                  </a:lnTo>
                  <a:lnTo>
                    <a:pt x="3708" y="1584"/>
                  </a:lnTo>
                  <a:lnTo>
                    <a:pt x="3669" y="1275"/>
                  </a:lnTo>
                  <a:lnTo>
                    <a:pt x="3515" y="966"/>
                  </a:lnTo>
                  <a:lnTo>
                    <a:pt x="3322" y="696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11"/>
            <p:cNvSpPr/>
            <p:nvPr/>
          </p:nvSpPr>
          <p:spPr>
            <a:xfrm>
              <a:off x="3369775" y="2101100"/>
              <a:ext cx="174750" cy="292550"/>
            </a:xfrm>
            <a:custGeom>
              <a:avLst/>
              <a:gdLst/>
              <a:ahLst/>
              <a:cxnLst/>
              <a:rect l="l" t="t" r="r" b="b"/>
              <a:pathLst>
                <a:path w="6990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3" y="6256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3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1" y="11508"/>
                  </a:lnTo>
                  <a:lnTo>
                    <a:pt x="6951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8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5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3" y="8573"/>
                  </a:lnTo>
                  <a:lnTo>
                    <a:pt x="6295" y="9500"/>
                  </a:lnTo>
                  <a:lnTo>
                    <a:pt x="6256" y="10427"/>
                  </a:lnTo>
                  <a:lnTo>
                    <a:pt x="5986" y="9886"/>
                  </a:lnTo>
                  <a:lnTo>
                    <a:pt x="5252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11"/>
            <p:cNvSpPr/>
            <p:nvPr/>
          </p:nvSpPr>
          <p:spPr>
            <a:xfrm>
              <a:off x="4221225" y="2127175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11"/>
            <p:cNvSpPr/>
            <p:nvPr/>
          </p:nvSpPr>
          <p:spPr>
            <a:xfrm>
              <a:off x="4086075" y="21291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7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6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2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69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7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5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5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8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4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4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8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11"/>
            <p:cNvSpPr/>
            <p:nvPr/>
          </p:nvSpPr>
          <p:spPr>
            <a:xfrm>
              <a:off x="5288925" y="2151300"/>
              <a:ext cx="174775" cy="292550"/>
            </a:xfrm>
            <a:custGeom>
              <a:avLst/>
              <a:gdLst/>
              <a:ahLst/>
              <a:cxnLst/>
              <a:rect l="l" t="t" r="r" b="b"/>
              <a:pathLst>
                <a:path w="6991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11"/>
            <p:cNvSpPr/>
            <p:nvPr/>
          </p:nvSpPr>
          <p:spPr>
            <a:xfrm>
              <a:off x="1498900" y="21899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7" y="618"/>
                  </a:moveTo>
                  <a:lnTo>
                    <a:pt x="5947" y="773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5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3" y="3900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0"/>
                  </a:lnTo>
                  <a:lnTo>
                    <a:pt x="5792" y="3862"/>
                  </a:lnTo>
                  <a:lnTo>
                    <a:pt x="5676" y="3746"/>
                  </a:lnTo>
                  <a:lnTo>
                    <a:pt x="5561" y="3553"/>
                  </a:lnTo>
                  <a:lnTo>
                    <a:pt x="5483" y="3321"/>
                  </a:lnTo>
                  <a:lnTo>
                    <a:pt x="5406" y="2626"/>
                  </a:lnTo>
                  <a:lnTo>
                    <a:pt x="5367" y="1970"/>
                  </a:lnTo>
                  <a:lnTo>
                    <a:pt x="5367" y="618"/>
                  </a:lnTo>
                  <a:close/>
                  <a:moveTo>
                    <a:pt x="2780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7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6" y="3012"/>
                  </a:lnTo>
                  <a:lnTo>
                    <a:pt x="888" y="2549"/>
                  </a:lnTo>
                  <a:lnTo>
                    <a:pt x="1158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0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2" y="6295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0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4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8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6" y="4287"/>
                  </a:lnTo>
                  <a:lnTo>
                    <a:pt x="965" y="4518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3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7" y="3398"/>
                  </a:lnTo>
                  <a:lnTo>
                    <a:pt x="5174" y="3746"/>
                  </a:lnTo>
                  <a:lnTo>
                    <a:pt x="5213" y="3900"/>
                  </a:lnTo>
                  <a:lnTo>
                    <a:pt x="5290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69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7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0" y="4904"/>
                  </a:lnTo>
                  <a:lnTo>
                    <a:pt x="9383" y="4904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3" y="6488"/>
                  </a:lnTo>
                  <a:lnTo>
                    <a:pt x="10696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6" y="6565"/>
                  </a:lnTo>
                  <a:lnTo>
                    <a:pt x="12280" y="6912"/>
                  </a:lnTo>
                  <a:lnTo>
                    <a:pt x="12395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8" y="8998"/>
                  </a:lnTo>
                  <a:lnTo>
                    <a:pt x="12511" y="8998"/>
                  </a:lnTo>
                  <a:lnTo>
                    <a:pt x="12434" y="9075"/>
                  </a:lnTo>
                  <a:lnTo>
                    <a:pt x="12395" y="9113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3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0" y="7723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7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4" y="5098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6"/>
                  </a:lnTo>
                  <a:lnTo>
                    <a:pt x="9885" y="4480"/>
                  </a:lnTo>
                  <a:lnTo>
                    <a:pt x="9538" y="4441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4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8" y="348"/>
                  </a:lnTo>
                  <a:lnTo>
                    <a:pt x="5715" y="193"/>
                  </a:lnTo>
                  <a:lnTo>
                    <a:pt x="5290" y="78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11"/>
            <p:cNvSpPr/>
            <p:nvPr/>
          </p:nvSpPr>
          <p:spPr>
            <a:xfrm>
              <a:off x="1530750" y="22034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7" y="7454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5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3"/>
                  </a:lnTo>
                  <a:lnTo>
                    <a:pt x="9538" y="9423"/>
                  </a:lnTo>
                  <a:lnTo>
                    <a:pt x="9384" y="9655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8" y="10195"/>
                  </a:lnTo>
                  <a:lnTo>
                    <a:pt x="8109" y="10157"/>
                  </a:lnTo>
                  <a:lnTo>
                    <a:pt x="7839" y="10079"/>
                  </a:lnTo>
                  <a:lnTo>
                    <a:pt x="7607" y="9964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8" y="9346"/>
                  </a:lnTo>
                  <a:lnTo>
                    <a:pt x="6951" y="9075"/>
                  </a:lnTo>
                  <a:lnTo>
                    <a:pt x="6912" y="8805"/>
                  </a:lnTo>
                  <a:lnTo>
                    <a:pt x="6951" y="8535"/>
                  </a:lnTo>
                  <a:lnTo>
                    <a:pt x="7028" y="8265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3" y="7569"/>
                  </a:lnTo>
                  <a:lnTo>
                    <a:pt x="8148" y="7338"/>
                  </a:lnTo>
                  <a:lnTo>
                    <a:pt x="8225" y="7299"/>
                  </a:lnTo>
                  <a:close/>
                  <a:moveTo>
                    <a:pt x="2858" y="1"/>
                  </a:moveTo>
                  <a:lnTo>
                    <a:pt x="2665" y="40"/>
                  </a:lnTo>
                  <a:lnTo>
                    <a:pt x="2665" y="78"/>
                  </a:lnTo>
                  <a:lnTo>
                    <a:pt x="2626" y="1353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3" y="5098"/>
                  </a:lnTo>
                  <a:lnTo>
                    <a:pt x="2896" y="7492"/>
                  </a:lnTo>
                  <a:lnTo>
                    <a:pt x="2896" y="8149"/>
                  </a:lnTo>
                  <a:lnTo>
                    <a:pt x="2935" y="8458"/>
                  </a:lnTo>
                  <a:lnTo>
                    <a:pt x="2974" y="8612"/>
                  </a:lnTo>
                  <a:lnTo>
                    <a:pt x="3051" y="8767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0" y="8689"/>
                  </a:lnTo>
                  <a:lnTo>
                    <a:pt x="0" y="9037"/>
                  </a:lnTo>
                  <a:lnTo>
                    <a:pt x="773" y="9114"/>
                  </a:lnTo>
                  <a:lnTo>
                    <a:pt x="1545" y="9153"/>
                  </a:lnTo>
                  <a:lnTo>
                    <a:pt x="3128" y="9230"/>
                  </a:lnTo>
                  <a:lnTo>
                    <a:pt x="4827" y="9307"/>
                  </a:lnTo>
                  <a:lnTo>
                    <a:pt x="5677" y="9307"/>
                  </a:lnTo>
                  <a:lnTo>
                    <a:pt x="6488" y="9269"/>
                  </a:lnTo>
                  <a:lnTo>
                    <a:pt x="6603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1" y="10311"/>
                  </a:lnTo>
                  <a:lnTo>
                    <a:pt x="7492" y="10466"/>
                  </a:lnTo>
                  <a:lnTo>
                    <a:pt x="7801" y="10581"/>
                  </a:lnTo>
                  <a:lnTo>
                    <a:pt x="8109" y="10659"/>
                  </a:lnTo>
                  <a:lnTo>
                    <a:pt x="8418" y="10697"/>
                  </a:lnTo>
                  <a:lnTo>
                    <a:pt x="8727" y="10620"/>
                  </a:lnTo>
                  <a:lnTo>
                    <a:pt x="9036" y="10543"/>
                  </a:lnTo>
                  <a:lnTo>
                    <a:pt x="9306" y="10388"/>
                  </a:lnTo>
                  <a:lnTo>
                    <a:pt x="9538" y="10195"/>
                  </a:lnTo>
                  <a:lnTo>
                    <a:pt x="9770" y="9964"/>
                  </a:lnTo>
                  <a:lnTo>
                    <a:pt x="9924" y="9693"/>
                  </a:lnTo>
                  <a:lnTo>
                    <a:pt x="10079" y="9423"/>
                  </a:lnTo>
                  <a:lnTo>
                    <a:pt x="10156" y="9153"/>
                  </a:lnTo>
                  <a:lnTo>
                    <a:pt x="10195" y="9153"/>
                  </a:lnTo>
                  <a:lnTo>
                    <a:pt x="10195" y="8767"/>
                  </a:lnTo>
                  <a:lnTo>
                    <a:pt x="10156" y="8419"/>
                  </a:lnTo>
                  <a:lnTo>
                    <a:pt x="10040" y="8071"/>
                  </a:lnTo>
                  <a:lnTo>
                    <a:pt x="9847" y="7763"/>
                  </a:lnTo>
                  <a:lnTo>
                    <a:pt x="9615" y="7492"/>
                  </a:lnTo>
                  <a:lnTo>
                    <a:pt x="9306" y="7261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6" y="6990"/>
                  </a:lnTo>
                  <a:lnTo>
                    <a:pt x="7723" y="7029"/>
                  </a:lnTo>
                  <a:lnTo>
                    <a:pt x="7414" y="7145"/>
                  </a:lnTo>
                  <a:lnTo>
                    <a:pt x="7144" y="7338"/>
                  </a:lnTo>
                  <a:lnTo>
                    <a:pt x="6912" y="7569"/>
                  </a:lnTo>
                  <a:lnTo>
                    <a:pt x="6719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5" y="8805"/>
                  </a:lnTo>
                  <a:lnTo>
                    <a:pt x="4943" y="8767"/>
                  </a:lnTo>
                  <a:lnTo>
                    <a:pt x="3476" y="8767"/>
                  </a:lnTo>
                  <a:lnTo>
                    <a:pt x="3476" y="8728"/>
                  </a:lnTo>
                  <a:lnTo>
                    <a:pt x="3476" y="8651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5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6"/>
                  </a:lnTo>
                  <a:lnTo>
                    <a:pt x="3205" y="7338"/>
                  </a:lnTo>
                  <a:lnTo>
                    <a:pt x="3128" y="6450"/>
                  </a:lnTo>
                  <a:lnTo>
                    <a:pt x="3012" y="4326"/>
                  </a:lnTo>
                  <a:lnTo>
                    <a:pt x="2935" y="2202"/>
                  </a:lnTo>
                  <a:lnTo>
                    <a:pt x="2896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11"/>
            <p:cNvSpPr/>
            <p:nvPr/>
          </p:nvSpPr>
          <p:spPr>
            <a:xfrm>
              <a:off x="4324525" y="22671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11"/>
            <p:cNvSpPr/>
            <p:nvPr/>
          </p:nvSpPr>
          <p:spPr>
            <a:xfrm>
              <a:off x="4273375" y="2268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11"/>
            <p:cNvSpPr/>
            <p:nvPr/>
          </p:nvSpPr>
          <p:spPr>
            <a:xfrm>
              <a:off x="1394625" y="22999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94"/>
                  </a:lnTo>
                  <a:lnTo>
                    <a:pt x="2240" y="309"/>
                  </a:lnTo>
                  <a:lnTo>
                    <a:pt x="2009" y="425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46"/>
                  </a:lnTo>
                  <a:lnTo>
                    <a:pt x="1" y="4055"/>
                  </a:lnTo>
                  <a:lnTo>
                    <a:pt x="1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4" y="4711"/>
                  </a:lnTo>
                  <a:lnTo>
                    <a:pt x="580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9"/>
                  </a:lnTo>
                  <a:lnTo>
                    <a:pt x="2626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4"/>
                  </a:lnTo>
                  <a:lnTo>
                    <a:pt x="4210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11"/>
            <p:cNvSpPr/>
            <p:nvPr/>
          </p:nvSpPr>
          <p:spPr>
            <a:xfrm>
              <a:off x="4211575" y="2315425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4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2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11"/>
            <p:cNvSpPr/>
            <p:nvPr/>
          </p:nvSpPr>
          <p:spPr>
            <a:xfrm>
              <a:off x="2413100" y="2319275"/>
              <a:ext cx="84975" cy="222075"/>
            </a:xfrm>
            <a:custGeom>
              <a:avLst/>
              <a:gdLst/>
              <a:ahLst/>
              <a:cxnLst/>
              <a:rect l="l" t="t" r="r" b="b"/>
              <a:pathLst>
                <a:path w="3399" h="8883" extrusionOk="0">
                  <a:moveTo>
                    <a:pt x="1043" y="7376"/>
                  </a:moveTo>
                  <a:lnTo>
                    <a:pt x="1197" y="7453"/>
                  </a:lnTo>
                  <a:lnTo>
                    <a:pt x="1352" y="7608"/>
                  </a:lnTo>
                  <a:lnTo>
                    <a:pt x="1429" y="7685"/>
                  </a:lnTo>
                  <a:lnTo>
                    <a:pt x="1468" y="7801"/>
                  </a:lnTo>
                  <a:lnTo>
                    <a:pt x="1468" y="8033"/>
                  </a:lnTo>
                  <a:lnTo>
                    <a:pt x="1390" y="8226"/>
                  </a:lnTo>
                  <a:lnTo>
                    <a:pt x="1313" y="8342"/>
                  </a:lnTo>
                  <a:lnTo>
                    <a:pt x="1236" y="8419"/>
                  </a:lnTo>
                  <a:lnTo>
                    <a:pt x="1159" y="8457"/>
                  </a:lnTo>
                  <a:lnTo>
                    <a:pt x="1043" y="8496"/>
                  </a:lnTo>
                  <a:lnTo>
                    <a:pt x="811" y="8496"/>
                  </a:lnTo>
                  <a:lnTo>
                    <a:pt x="618" y="8419"/>
                  </a:lnTo>
                  <a:lnTo>
                    <a:pt x="541" y="8342"/>
                  </a:lnTo>
                  <a:lnTo>
                    <a:pt x="464" y="8264"/>
                  </a:lnTo>
                  <a:lnTo>
                    <a:pt x="386" y="8148"/>
                  </a:lnTo>
                  <a:lnTo>
                    <a:pt x="386" y="8033"/>
                  </a:lnTo>
                  <a:lnTo>
                    <a:pt x="386" y="7917"/>
                  </a:lnTo>
                  <a:lnTo>
                    <a:pt x="386" y="7801"/>
                  </a:lnTo>
                  <a:lnTo>
                    <a:pt x="502" y="7569"/>
                  </a:lnTo>
                  <a:lnTo>
                    <a:pt x="695" y="7415"/>
                  </a:lnTo>
                  <a:lnTo>
                    <a:pt x="850" y="7376"/>
                  </a:lnTo>
                  <a:close/>
                  <a:moveTo>
                    <a:pt x="3128" y="1"/>
                  </a:moveTo>
                  <a:lnTo>
                    <a:pt x="3089" y="39"/>
                  </a:lnTo>
                  <a:lnTo>
                    <a:pt x="3051" y="78"/>
                  </a:lnTo>
                  <a:lnTo>
                    <a:pt x="2819" y="503"/>
                  </a:lnTo>
                  <a:lnTo>
                    <a:pt x="2665" y="889"/>
                  </a:lnTo>
                  <a:lnTo>
                    <a:pt x="2356" y="1777"/>
                  </a:lnTo>
                  <a:lnTo>
                    <a:pt x="2085" y="2665"/>
                  </a:lnTo>
                  <a:lnTo>
                    <a:pt x="1854" y="3515"/>
                  </a:lnTo>
                  <a:lnTo>
                    <a:pt x="1313" y="5252"/>
                  </a:lnTo>
                  <a:lnTo>
                    <a:pt x="1043" y="6102"/>
                  </a:lnTo>
                  <a:lnTo>
                    <a:pt x="811" y="6990"/>
                  </a:lnTo>
                  <a:lnTo>
                    <a:pt x="657" y="6990"/>
                  </a:lnTo>
                  <a:lnTo>
                    <a:pt x="541" y="7029"/>
                  </a:lnTo>
                  <a:lnTo>
                    <a:pt x="386" y="7106"/>
                  </a:lnTo>
                  <a:lnTo>
                    <a:pt x="309" y="7222"/>
                  </a:lnTo>
                  <a:lnTo>
                    <a:pt x="271" y="7299"/>
                  </a:lnTo>
                  <a:lnTo>
                    <a:pt x="271" y="7376"/>
                  </a:lnTo>
                  <a:lnTo>
                    <a:pt x="116" y="7608"/>
                  </a:lnTo>
                  <a:lnTo>
                    <a:pt x="0" y="7840"/>
                  </a:lnTo>
                  <a:lnTo>
                    <a:pt x="0" y="8110"/>
                  </a:lnTo>
                  <a:lnTo>
                    <a:pt x="39" y="8264"/>
                  </a:lnTo>
                  <a:lnTo>
                    <a:pt x="78" y="8419"/>
                  </a:lnTo>
                  <a:lnTo>
                    <a:pt x="193" y="8573"/>
                  </a:lnTo>
                  <a:lnTo>
                    <a:pt x="348" y="8689"/>
                  </a:lnTo>
                  <a:lnTo>
                    <a:pt x="502" y="8805"/>
                  </a:lnTo>
                  <a:lnTo>
                    <a:pt x="657" y="8882"/>
                  </a:lnTo>
                  <a:lnTo>
                    <a:pt x="1043" y="8882"/>
                  </a:lnTo>
                  <a:lnTo>
                    <a:pt x="1236" y="8844"/>
                  </a:lnTo>
                  <a:lnTo>
                    <a:pt x="1429" y="8766"/>
                  </a:lnTo>
                  <a:lnTo>
                    <a:pt x="1584" y="8650"/>
                  </a:lnTo>
                  <a:lnTo>
                    <a:pt x="1699" y="8496"/>
                  </a:lnTo>
                  <a:lnTo>
                    <a:pt x="1777" y="8342"/>
                  </a:lnTo>
                  <a:lnTo>
                    <a:pt x="1854" y="8148"/>
                  </a:lnTo>
                  <a:lnTo>
                    <a:pt x="1854" y="7955"/>
                  </a:lnTo>
                  <a:lnTo>
                    <a:pt x="1854" y="7762"/>
                  </a:lnTo>
                  <a:lnTo>
                    <a:pt x="1815" y="7608"/>
                  </a:lnTo>
                  <a:lnTo>
                    <a:pt x="1738" y="7415"/>
                  </a:lnTo>
                  <a:lnTo>
                    <a:pt x="1622" y="7299"/>
                  </a:lnTo>
                  <a:lnTo>
                    <a:pt x="1506" y="7183"/>
                  </a:lnTo>
                  <a:lnTo>
                    <a:pt x="1352" y="7106"/>
                  </a:lnTo>
                  <a:lnTo>
                    <a:pt x="1197" y="7029"/>
                  </a:lnTo>
                  <a:lnTo>
                    <a:pt x="1545" y="6179"/>
                  </a:lnTo>
                  <a:lnTo>
                    <a:pt x="1815" y="5330"/>
                  </a:lnTo>
                  <a:lnTo>
                    <a:pt x="2394" y="3592"/>
                  </a:lnTo>
                  <a:lnTo>
                    <a:pt x="2665" y="2781"/>
                  </a:lnTo>
                  <a:lnTo>
                    <a:pt x="2974" y="1932"/>
                  </a:lnTo>
                  <a:lnTo>
                    <a:pt x="3244" y="1082"/>
                  </a:lnTo>
                  <a:lnTo>
                    <a:pt x="3321" y="657"/>
                  </a:lnTo>
                  <a:lnTo>
                    <a:pt x="3398" y="232"/>
                  </a:lnTo>
                  <a:lnTo>
                    <a:pt x="3360" y="117"/>
                  </a:lnTo>
                  <a:lnTo>
                    <a:pt x="3244" y="39"/>
                  </a:lnTo>
                  <a:lnTo>
                    <a:pt x="312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11"/>
            <p:cNvSpPr/>
            <p:nvPr/>
          </p:nvSpPr>
          <p:spPr>
            <a:xfrm>
              <a:off x="4217375" y="2321200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0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2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11"/>
            <p:cNvSpPr/>
            <p:nvPr/>
          </p:nvSpPr>
          <p:spPr>
            <a:xfrm>
              <a:off x="1643700" y="2334725"/>
              <a:ext cx="26075" cy="11600"/>
            </a:xfrm>
            <a:custGeom>
              <a:avLst/>
              <a:gdLst/>
              <a:ahLst/>
              <a:cxnLst/>
              <a:rect l="l" t="t" r="r" b="b"/>
              <a:pathLst>
                <a:path w="1043" h="464" extrusionOk="0">
                  <a:moveTo>
                    <a:pt x="773" y="1"/>
                  </a:moveTo>
                  <a:lnTo>
                    <a:pt x="541" y="39"/>
                  </a:lnTo>
                  <a:lnTo>
                    <a:pt x="309" y="78"/>
                  </a:lnTo>
                  <a:lnTo>
                    <a:pt x="77" y="194"/>
                  </a:lnTo>
                  <a:lnTo>
                    <a:pt x="39" y="232"/>
                  </a:lnTo>
                  <a:lnTo>
                    <a:pt x="0" y="271"/>
                  </a:lnTo>
                  <a:lnTo>
                    <a:pt x="39" y="387"/>
                  </a:lnTo>
                  <a:lnTo>
                    <a:pt x="77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43" y="232"/>
                  </a:lnTo>
                  <a:lnTo>
                    <a:pt x="1004" y="155"/>
                  </a:lnTo>
                  <a:lnTo>
                    <a:pt x="966" y="116"/>
                  </a:lnTo>
                  <a:lnTo>
                    <a:pt x="888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11"/>
            <p:cNvSpPr/>
            <p:nvPr/>
          </p:nvSpPr>
          <p:spPr>
            <a:xfrm>
              <a:off x="5914500" y="2336650"/>
              <a:ext cx="309900" cy="605325"/>
            </a:xfrm>
            <a:custGeom>
              <a:avLst/>
              <a:gdLst/>
              <a:ahLst/>
              <a:cxnLst/>
              <a:rect l="l" t="t" r="r" b="b"/>
              <a:pathLst>
                <a:path w="12396" h="24213" extrusionOk="0">
                  <a:moveTo>
                    <a:pt x="7955" y="464"/>
                  </a:moveTo>
                  <a:lnTo>
                    <a:pt x="8496" y="503"/>
                  </a:lnTo>
                  <a:lnTo>
                    <a:pt x="9036" y="619"/>
                  </a:lnTo>
                  <a:lnTo>
                    <a:pt x="9500" y="812"/>
                  </a:lnTo>
                  <a:lnTo>
                    <a:pt x="9924" y="1043"/>
                  </a:lnTo>
                  <a:lnTo>
                    <a:pt x="10311" y="1352"/>
                  </a:lnTo>
                  <a:lnTo>
                    <a:pt x="10658" y="1700"/>
                  </a:lnTo>
                  <a:lnTo>
                    <a:pt x="10967" y="2086"/>
                  </a:lnTo>
                  <a:lnTo>
                    <a:pt x="11237" y="2511"/>
                  </a:lnTo>
                  <a:lnTo>
                    <a:pt x="11469" y="2974"/>
                  </a:lnTo>
                  <a:lnTo>
                    <a:pt x="11662" y="3438"/>
                  </a:lnTo>
                  <a:lnTo>
                    <a:pt x="11778" y="3940"/>
                  </a:lnTo>
                  <a:lnTo>
                    <a:pt x="11855" y="4442"/>
                  </a:lnTo>
                  <a:lnTo>
                    <a:pt x="11894" y="4982"/>
                  </a:lnTo>
                  <a:lnTo>
                    <a:pt x="11894" y="5484"/>
                  </a:lnTo>
                  <a:lnTo>
                    <a:pt x="11817" y="5986"/>
                  </a:lnTo>
                  <a:lnTo>
                    <a:pt x="11701" y="6488"/>
                  </a:lnTo>
                  <a:lnTo>
                    <a:pt x="11546" y="6990"/>
                  </a:lnTo>
                  <a:lnTo>
                    <a:pt x="11315" y="7453"/>
                  </a:lnTo>
                  <a:lnTo>
                    <a:pt x="11083" y="7917"/>
                  </a:lnTo>
                  <a:lnTo>
                    <a:pt x="10813" y="8342"/>
                  </a:lnTo>
                  <a:lnTo>
                    <a:pt x="10504" y="8766"/>
                  </a:lnTo>
                  <a:lnTo>
                    <a:pt x="10195" y="9153"/>
                  </a:lnTo>
                  <a:lnTo>
                    <a:pt x="9847" y="9500"/>
                  </a:lnTo>
                  <a:lnTo>
                    <a:pt x="9461" y="9848"/>
                  </a:lnTo>
                  <a:lnTo>
                    <a:pt x="9036" y="10157"/>
                  </a:lnTo>
                  <a:lnTo>
                    <a:pt x="8650" y="10465"/>
                  </a:lnTo>
                  <a:lnTo>
                    <a:pt x="8187" y="10736"/>
                  </a:lnTo>
                  <a:lnTo>
                    <a:pt x="7762" y="11006"/>
                  </a:lnTo>
                  <a:lnTo>
                    <a:pt x="6835" y="11469"/>
                  </a:lnTo>
                  <a:lnTo>
                    <a:pt x="5870" y="11856"/>
                  </a:lnTo>
                  <a:lnTo>
                    <a:pt x="5677" y="11856"/>
                  </a:lnTo>
                  <a:lnTo>
                    <a:pt x="5638" y="11933"/>
                  </a:lnTo>
                  <a:lnTo>
                    <a:pt x="5600" y="11933"/>
                  </a:lnTo>
                  <a:lnTo>
                    <a:pt x="4982" y="11276"/>
                  </a:lnTo>
                  <a:lnTo>
                    <a:pt x="4441" y="10543"/>
                  </a:lnTo>
                  <a:lnTo>
                    <a:pt x="3978" y="9809"/>
                  </a:lnTo>
                  <a:lnTo>
                    <a:pt x="3746" y="9384"/>
                  </a:lnTo>
                  <a:lnTo>
                    <a:pt x="3592" y="8998"/>
                  </a:lnTo>
                  <a:lnTo>
                    <a:pt x="3437" y="8612"/>
                  </a:lnTo>
                  <a:lnTo>
                    <a:pt x="3283" y="8187"/>
                  </a:lnTo>
                  <a:lnTo>
                    <a:pt x="3167" y="7762"/>
                  </a:lnTo>
                  <a:lnTo>
                    <a:pt x="3090" y="7299"/>
                  </a:lnTo>
                  <a:lnTo>
                    <a:pt x="3051" y="6874"/>
                  </a:lnTo>
                  <a:lnTo>
                    <a:pt x="3012" y="6411"/>
                  </a:lnTo>
                  <a:lnTo>
                    <a:pt x="3051" y="5948"/>
                  </a:lnTo>
                  <a:lnTo>
                    <a:pt x="3090" y="5484"/>
                  </a:lnTo>
                  <a:lnTo>
                    <a:pt x="3167" y="5021"/>
                  </a:lnTo>
                  <a:lnTo>
                    <a:pt x="3244" y="4557"/>
                  </a:lnTo>
                  <a:lnTo>
                    <a:pt x="3399" y="4094"/>
                  </a:lnTo>
                  <a:lnTo>
                    <a:pt x="3592" y="3669"/>
                  </a:lnTo>
                  <a:lnTo>
                    <a:pt x="3785" y="3206"/>
                  </a:lnTo>
                  <a:lnTo>
                    <a:pt x="4055" y="2820"/>
                  </a:lnTo>
                  <a:lnTo>
                    <a:pt x="4325" y="2395"/>
                  </a:lnTo>
                  <a:lnTo>
                    <a:pt x="4634" y="2047"/>
                  </a:lnTo>
                  <a:lnTo>
                    <a:pt x="4943" y="1700"/>
                  </a:lnTo>
                  <a:lnTo>
                    <a:pt x="5329" y="1391"/>
                  </a:lnTo>
                  <a:lnTo>
                    <a:pt x="5715" y="1082"/>
                  </a:lnTo>
                  <a:lnTo>
                    <a:pt x="6102" y="850"/>
                  </a:lnTo>
                  <a:lnTo>
                    <a:pt x="6526" y="696"/>
                  </a:lnTo>
                  <a:lnTo>
                    <a:pt x="6990" y="541"/>
                  </a:lnTo>
                  <a:lnTo>
                    <a:pt x="7453" y="464"/>
                  </a:lnTo>
                  <a:close/>
                  <a:moveTo>
                    <a:pt x="5561" y="12280"/>
                  </a:moveTo>
                  <a:lnTo>
                    <a:pt x="5600" y="12319"/>
                  </a:lnTo>
                  <a:lnTo>
                    <a:pt x="5677" y="12358"/>
                  </a:lnTo>
                  <a:lnTo>
                    <a:pt x="5793" y="12898"/>
                  </a:lnTo>
                  <a:lnTo>
                    <a:pt x="5098" y="12589"/>
                  </a:lnTo>
                  <a:lnTo>
                    <a:pt x="5561" y="12280"/>
                  </a:lnTo>
                  <a:close/>
                  <a:moveTo>
                    <a:pt x="3321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2" y="13979"/>
                  </a:lnTo>
                  <a:lnTo>
                    <a:pt x="2781" y="13941"/>
                  </a:lnTo>
                  <a:lnTo>
                    <a:pt x="2510" y="13825"/>
                  </a:lnTo>
                  <a:lnTo>
                    <a:pt x="2935" y="13400"/>
                  </a:lnTo>
                  <a:lnTo>
                    <a:pt x="3321" y="12975"/>
                  </a:lnTo>
                  <a:close/>
                  <a:moveTo>
                    <a:pt x="3939" y="14327"/>
                  </a:moveTo>
                  <a:lnTo>
                    <a:pt x="5098" y="14520"/>
                  </a:lnTo>
                  <a:lnTo>
                    <a:pt x="4441" y="15485"/>
                  </a:lnTo>
                  <a:lnTo>
                    <a:pt x="4287" y="15215"/>
                  </a:lnTo>
                  <a:lnTo>
                    <a:pt x="4171" y="14945"/>
                  </a:lnTo>
                  <a:lnTo>
                    <a:pt x="4055" y="14636"/>
                  </a:lnTo>
                  <a:lnTo>
                    <a:pt x="3978" y="14366"/>
                  </a:lnTo>
                  <a:lnTo>
                    <a:pt x="3939" y="14327"/>
                  </a:lnTo>
                  <a:close/>
                  <a:moveTo>
                    <a:pt x="3746" y="14597"/>
                  </a:moveTo>
                  <a:lnTo>
                    <a:pt x="3823" y="14945"/>
                  </a:lnTo>
                  <a:lnTo>
                    <a:pt x="3978" y="15292"/>
                  </a:lnTo>
                  <a:lnTo>
                    <a:pt x="4132" y="15601"/>
                  </a:lnTo>
                  <a:lnTo>
                    <a:pt x="4287" y="15910"/>
                  </a:lnTo>
                  <a:lnTo>
                    <a:pt x="4364" y="15987"/>
                  </a:lnTo>
                  <a:lnTo>
                    <a:pt x="4055" y="16412"/>
                  </a:lnTo>
                  <a:lnTo>
                    <a:pt x="3746" y="16875"/>
                  </a:lnTo>
                  <a:lnTo>
                    <a:pt x="3592" y="16412"/>
                  </a:lnTo>
                  <a:lnTo>
                    <a:pt x="3476" y="15949"/>
                  </a:lnTo>
                  <a:lnTo>
                    <a:pt x="3476" y="15717"/>
                  </a:lnTo>
                  <a:lnTo>
                    <a:pt x="3476" y="15447"/>
                  </a:lnTo>
                  <a:lnTo>
                    <a:pt x="3514" y="15215"/>
                  </a:lnTo>
                  <a:lnTo>
                    <a:pt x="3553" y="14983"/>
                  </a:lnTo>
                  <a:lnTo>
                    <a:pt x="3746" y="14597"/>
                  </a:lnTo>
                  <a:close/>
                  <a:moveTo>
                    <a:pt x="4480" y="16335"/>
                  </a:moveTo>
                  <a:lnTo>
                    <a:pt x="4673" y="16760"/>
                  </a:lnTo>
                  <a:lnTo>
                    <a:pt x="4789" y="17223"/>
                  </a:lnTo>
                  <a:lnTo>
                    <a:pt x="4364" y="17107"/>
                  </a:lnTo>
                  <a:lnTo>
                    <a:pt x="3939" y="17030"/>
                  </a:lnTo>
                  <a:lnTo>
                    <a:pt x="4480" y="16335"/>
                  </a:lnTo>
                  <a:close/>
                  <a:moveTo>
                    <a:pt x="2472" y="16875"/>
                  </a:moveTo>
                  <a:lnTo>
                    <a:pt x="3399" y="17107"/>
                  </a:lnTo>
                  <a:lnTo>
                    <a:pt x="3476" y="17262"/>
                  </a:lnTo>
                  <a:lnTo>
                    <a:pt x="3321" y="17377"/>
                  </a:lnTo>
                  <a:lnTo>
                    <a:pt x="3167" y="17571"/>
                  </a:lnTo>
                  <a:lnTo>
                    <a:pt x="2897" y="17918"/>
                  </a:lnTo>
                  <a:lnTo>
                    <a:pt x="2665" y="17416"/>
                  </a:lnTo>
                  <a:lnTo>
                    <a:pt x="2472" y="16875"/>
                  </a:lnTo>
                  <a:close/>
                  <a:moveTo>
                    <a:pt x="3360" y="19733"/>
                  </a:moveTo>
                  <a:lnTo>
                    <a:pt x="4055" y="20428"/>
                  </a:lnTo>
                  <a:lnTo>
                    <a:pt x="3553" y="20660"/>
                  </a:lnTo>
                  <a:lnTo>
                    <a:pt x="3012" y="20969"/>
                  </a:lnTo>
                  <a:lnTo>
                    <a:pt x="3012" y="20969"/>
                  </a:lnTo>
                  <a:lnTo>
                    <a:pt x="3167" y="20351"/>
                  </a:lnTo>
                  <a:lnTo>
                    <a:pt x="3360" y="19733"/>
                  </a:lnTo>
                  <a:close/>
                  <a:moveTo>
                    <a:pt x="5677" y="20119"/>
                  </a:moveTo>
                  <a:lnTo>
                    <a:pt x="5986" y="20196"/>
                  </a:lnTo>
                  <a:lnTo>
                    <a:pt x="5715" y="20891"/>
                  </a:lnTo>
                  <a:lnTo>
                    <a:pt x="5368" y="21548"/>
                  </a:lnTo>
                  <a:lnTo>
                    <a:pt x="4673" y="20583"/>
                  </a:lnTo>
                  <a:lnTo>
                    <a:pt x="4634" y="20544"/>
                  </a:lnTo>
                  <a:lnTo>
                    <a:pt x="4673" y="20235"/>
                  </a:lnTo>
                  <a:lnTo>
                    <a:pt x="5020" y="20158"/>
                  </a:lnTo>
                  <a:lnTo>
                    <a:pt x="5329" y="20119"/>
                  </a:lnTo>
                  <a:close/>
                  <a:moveTo>
                    <a:pt x="7453" y="1"/>
                  </a:moveTo>
                  <a:lnTo>
                    <a:pt x="7067" y="39"/>
                  </a:lnTo>
                  <a:lnTo>
                    <a:pt x="6719" y="155"/>
                  </a:lnTo>
                  <a:lnTo>
                    <a:pt x="6333" y="271"/>
                  </a:lnTo>
                  <a:lnTo>
                    <a:pt x="5986" y="426"/>
                  </a:lnTo>
                  <a:lnTo>
                    <a:pt x="5638" y="580"/>
                  </a:lnTo>
                  <a:lnTo>
                    <a:pt x="5291" y="812"/>
                  </a:lnTo>
                  <a:lnTo>
                    <a:pt x="4943" y="1043"/>
                  </a:lnTo>
                  <a:lnTo>
                    <a:pt x="4634" y="1314"/>
                  </a:lnTo>
                  <a:lnTo>
                    <a:pt x="4364" y="1623"/>
                  </a:lnTo>
                  <a:lnTo>
                    <a:pt x="4094" y="1893"/>
                  </a:lnTo>
                  <a:lnTo>
                    <a:pt x="3823" y="2240"/>
                  </a:lnTo>
                  <a:lnTo>
                    <a:pt x="3592" y="2549"/>
                  </a:lnTo>
                  <a:lnTo>
                    <a:pt x="3399" y="2897"/>
                  </a:lnTo>
                  <a:lnTo>
                    <a:pt x="3205" y="3283"/>
                  </a:lnTo>
                  <a:lnTo>
                    <a:pt x="3051" y="3631"/>
                  </a:lnTo>
                  <a:lnTo>
                    <a:pt x="2897" y="4017"/>
                  </a:lnTo>
                  <a:lnTo>
                    <a:pt x="2781" y="4403"/>
                  </a:lnTo>
                  <a:lnTo>
                    <a:pt x="2703" y="4789"/>
                  </a:lnTo>
                  <a:lnTo>
                    <a:pt x="2626" y="5175"/>
                  </a:lnTo>
                  <a:lnTo>
                    <a:pt x="2588" y="5600"/>
                  </a:lnTo>
                  <a:lnTo>
                    <a:pt x="2549" y="5986"/>
                  </a:lnTo>
                  <a:lnTo>
                    <a:pt x="2549" y="6411"/>
                  </a:lnTo>
                  <a:lnTo>
                    <a:pt x="2549" y="6836"/>
                  </a:lnTo>
                  <a:lnTo>
                    <a:pt x="2665" y="7724"/>
                  </a:lnTo>
                  <a:lnTo>
                    <a:pt x="2742" y="8149"/>
                  </a:lnTo>
                  <a:lnTo>
                    <a:pt x="2858" y="8573"/>
                  </a:lnTo>
                  <a:lnTo>
                    <a:pt x="3012" y="8998"/>
                  </a:lnTo>
                  <a:lnTo>
                    <a:pt x="3167" y="9384"/>
                  </a:lnTo>
                  <a:lnTo>
                    <a:pt x="3321" y="9809"/>
                  </a:lnTo>
                  <a:lnTo>
                    <a:pt x="3553" y="10195"/>
                  </a:lnTo>
                  <a:lnTo>
                    <a:pt x="3746" y="10543"/>
                  </a:lnTo>
                  <a:lnTo>
                    <a:pt x="4016" y="10929"/>
                  </a:lnTo>
                  <a:lnTo>
                    <a:pt x="4287" y="11238"/>
                  </a:lnTo>
                  <a:lnTo>
                    <a:pt x="4596" y="11547"/>
                  </a:lnTo>
                  <a:lnTo>
                    <a:pt x="4905" y="11856"/>
                  </a:lnTo>
                  <a:lnTo>
                    <a:pt x="5252" y="12087"/>
                  </a:lnTo>
                  <a:lnTo>
                    <a:pt x="4557" y="12473"/>
                  </a:lnTo>
                  <a:lnTo>
                    <a:pt x="4480" y="12551"/>
                  </a:lnTo>
                  <a:lnTo>
                    <a:pt x="4441" y="12666"/>
                  </a:lnTo>
                  <a:lnTo>
                    <a:pt x="4480" y="12782"/>
                  </a:lnTo>
                  <a:lnTo>
                    <a:pt x="4596" y="12860"/>
                  </a:lnTo>
                  <a:lnTo>
                    <a:pt x="5020" y="13014"/>
                  </a:lnTo>
                  <a:lnTo>
                    <a:pt x="4673" y="13168"/>
                  </a:lnTo>
                  <a:lnTo>
                    <a:pt x="4403" y="13362"/>
                  </a:lnTo>
                  <a:lnTo>
                    <a:pt x="4094" y="13555"/>
                  </a:lnTo>
                  <a:lnTo>
                    <a:pt x="3862" y="13786"/>
                  </a:lnTo>
                  <a:lnTo>
                    <a:pt x="3823" y="13477"/>
                  </a:lnTo>
                  <a:lnTo>
                    <a:pt x="3746" y="13168"/>
                  </a:lnTo>
                  <a:lnTo>
                    <a:pt x="3630" y="12860"/>
                  </a:lnTo>
                  <a:lnTo>
                    <a:pt x="3514" y="12551"/>
                  </a:lnTo>
                  <a:lnTo>
                    <a:pt x="3476" y="12473"/>
                  </a:lnTo>
                  <a:lnTo>
                    <a:pt x="3360" y="12435"/>
                  </a:lnTo>
                  <a:lnTo>
                    <a:pt x="3283" y="12473"/>
                  </a:lnTo>
                  <a:lnTo>
                    <a:pt x="3205" y="12512"/>
                  </a:lnTo>
                  <a:lnTo>
                    <a:pt x="2665" y="13168"/>
                  </a:lnTo>
                  <a:lnTo>
                    <a:pt x="2086" y="13748"/>
                  </a:lnTo>
                  <a:lnTo>
                    <a:pt x="2047" y="13825"/>
                  </a:lnTo>
                  <a:lnTo>
                    <a:pt x="2008" y="13902"/>
                  </a:lnTo>
                  <a:lnTo>
                    <a:pt x="2047" y="13979"/>
                  </a:lnTo>
                  <a:lnTo>
                    <a:pt x="2086" y="14057"/>
                  </a:lnTo>
                  <a:lnTo>
                    <a:pt x="2395" y="14211"/>
                  </a:lnTo>
                  <a:lnTo>
                    <a:pt x="2742" y="14288"/>
                  </a:lnTo>
                  <a:lnTo>
                    <a:pt x="3051" y="14366"/>
                  </a:lnTo>
                  <a:lnTo>
                    <a:pt x="3399" y="14366"/>
                  </a:lnTo>
                  <a:lnTo>
                    <a:pt x="3244" y="14636"/>
                  </a:lnTo>
                  <a:lnTo>
                    <a:pt x="3128" y="14945"/>
                  </a:lnTo>
                  <a:lnTo>
                    <a:pt x="3090" y="15176"/>
                  </a:lnTo>
                  <a:lnTo>
                    <a:pt x="3051" y="15408"/>
                  </a:lnTo>
                  <a:lnTo>
                    <a:pt x="3051" y="15872"/>
                  </a:lnTo>
                  <a:lnTo>
                    <a:pt x="3128" y="16296"/>
                  </a:lnTo>
                  <a:lnTo>
                    <a:pt x="3244" y="16760"/>
                  </a:lnTo>
                  <a:lnTo>
                    <a:pt x="2781" y="16567"/>
                  </a:lnTo>
                  <a:lnTo>
                    <a:pt x="2279" y="16412"/>
                  </a:lnTo>
                  <a:lnTo>
                    <a:pt x="2201" y="16412"/>
                  </a:lnTo>
                  <a:lnTo>
                    <a:pt x="2124" y="16451"/>
                  </a:lnTo>
                  <a:lnTo>
                    <a:pt x="2047" y="16528"/>
                  </a:lnTo>
                  <a:lnTo>
                    <a:pt x="2047" y="16644"/>
                  </a:lnTo>
                  <a:lnTo>
                    <a:pt x="2163" y="17107"/>
                  </a:lnTo>
                  <a:lnTo>
                    <a:pt x="2279" y="17532"/>
                  </a:lnTo>
                  <a:lnTo>
                    <a:pt x="2472" y="17957"/>
                  </a:lnTo>
                  <a:lnTo>
                    <a:pt x="2703" y="18381"/>
                  </a:lnTo>
                  <a:lnTo>
                    <a:pt x="2781" y="18459"/>
                  </a:lnTo>
                  <a:lnTo>
                    <a:pt x="2858" y="18497"/>
                  </a:lnTo>
                  <a:lnTo>
                    <a:pt x="2935" y="18459"/>
                  </a:lnTo>
                  <a:lnTo>
                    <a:pt x="3012" y="18381"/>
                  </a:lnTo>
                  <a:lnTo>
                    <a:pt x="3321" y="18034"/>
                  </a:lnTo>
                  <a:lnTo>
                    <a:pt x="3514" y="17802"/>
                  </a:lnTo>
                  <a:lnTo>
                    <a:pt x="3630" y="17609"/>
                  </a:lnTo>
                  <a:lnTo>
                    <a:pt x="3707" y="17764"/>
                  </a:lnTo>
                  <a:lnTo>
                    <a:pt x="3978" y="18343"/>
                  </a:lnTo>
                  <a:lnTo>
                    <a:pt x="4132" y="18961"/>
                  </a:lnTo>
                  <a:lnTo>
                    <a:pt x="4248" y="19540"/>
                  </a:lnTo>
                  <a:lnTo>
                    <a:pt x="4248" y="20158"/>
                  </a:lnTo>
                  <a:lnTo>
                    <a:pt x="3437" y="19308"/>
                  </a:lnTo>
                  <a:lnTo>
                    <a:pt x="3399" y="19270"/>
                  </a:lnTo>
                  <a:lnTo>
                    <a:pt x="3205" y="19270"/>
                  </a:lnTo>
                  <a:lnTo>
                    <a:pt x="3167" y="19347"/>
                  </a:lnTo>
                  <a:lnTo>
                    <a:pt x="2974" y="19810"/>
                  </a:lnTo>
                  <a:lnTo>
                    <a:pt x="2781" y="20274"/>
                  </a:lnTo>
                  <a:lnTo>
                    <a:pt x="2665" y="20776"/>
                  </a:lnTo>
                  <a:lnTo>
                    <a:pt x="2626" y="21316"/>
                  </a:lnTo>
                  <a:lnTo>
                    <a:pt x="2626" y="21393"/>
                  </a:lnTo>
                  <a:lnTo>
                    <a:pt x="2703" y="21471"/>
                  </a:lnTo>
                  <a:lnTo>
                    <a:pt x="2781" y="21509"/>
                  </a:lnTo>
                  <a:lnTo>
                    <a:pt x="2897" y="21471"/>
                  </a:lnTo>
                  <a:lnTo>
                    <a:pt x="3514" y="21162"/>
                  </a:lnTo>
                  <a:lnTo>
                    <a:pt x="4171" y="20776"/>
                  </a:lnTo>
                  <a:lnTo>
                    <a:pt x="4171" y="20776"/>
                  </a:lnTo>
                  <a:lnTo>
                    <a:pt x="4055" y="21162"/>
                  </a:lnTo>
                  <a:lnTo>
                    <a:pt x="3901" y="21548"/>
                  </a:lnTo>
                  <a:lnTo>
                    <a:pt x="3669" y="22050"/>
                  </a:lnTo>
                  <a:lnTo>
                    <a:pt x="3321" y="22552"/>
                  </a:lnTo>
                  <a:lnTo>
                    <a:pt x="2897" y="23015"/>
                  </a:lnTo>
                  <a:lnTo>
                    <a:pt x="2626" y="23247"/>
                  </a:lnTo>
                  <a:lnTo>
                    <a:pt x="2395" y="23401"/>
                  </a:lnTo>
                  <a:lnTo>
                    <a:pt x="2124" y="23594"/>
                  </a:lnTo>
                  <a:lnTo>
                    <a:pt x="1854" y="23710"/>
                  </a:lnTo>
                  <a:lnTo>
                    <a:pt x="1584" y="23788"/>
                  </a:lnTo>
                  <a:lnTo>
                    <a:pt x="1313" y="23788"/>
                  </a:lnTo>
                  <a:lnTo>
                    <a:pt x="1082" y="23749"/>
                  </a:lnTo>
                  <a:lnTo>
                    <a:pt x="811" y="23672"/>
                  </a:lnTo>
                  <a:lnTo>
                    <a:pt x="541" y="23517"/>
                  </a:lnTo>
                  <a:lnTo>
                    <a:pt x="309" y="23286"/>
                  </a:lnTo>
                  <a:lnTo>
                    <a:pt x="232" y="23247"/>
                  </a:lnTo>
                  <a:lnTo>
                    <a:pt x="78" y="23247"/>
                  </a:lnTo>
                  <a:lnTo>
                    <a:pt x="39" y="23363"/>
                  </a:lnTo>
                  <a:lnTo>
                    <a:pt x="0" y="23401"/>
                  </a:lnTo>
                  <a:lnTo>
                    <a:pt x="39" y="23479"/>
                  </a:lnTo>
                  <a:lnTo>
                    <a:pt x="155" y="23633"/>
                  </a:lnTo>
                  <a:lnTo>
                    <a:pt x="271" y="23788"/>
                  </a:lnTo>
                  <a:lnTo>
                    <a:pt x="387" y="23903"/>
                  </a:lnTo>
                  <a:lnTo>
                    <a:pt x="541" y="24019"/>
                  </a:lnTo>
                  <a:lnTo>
                    <a:pt x="695" y="24096"/>
                  </a:lnTo>
                  <a:lnTo>
                    <a:pt x="889" y="24135"/>
                  </a:lnTo>
                  <a:lnTo>
                    <a:pt x="1236" y="24212"/>
                  </a:lnTo>
                  <a:lnTo>
                    <a:pt x="1584" y="24174"/>
                  </a:lnTo>
                  <a:lnTo>
                    <a:pt x="1970" y="24096"/>
                  </a:lnTo>
                  <a:lnTo>
                    <a:pt x="2317" y="23942"/>
                  </a:lnTo>
                  <a:lnTo>
                    <a:pt x="2665" y="23749"/>
                  </a:lnTo>
                  <a:lnTo>
                    <a:pt x="3012" y="23479"/>
                  </a:lnTo>
                  <a:lnTo>
                    <a:pt x="3321" y="23208"/>
                  </a:lnTo>
                  <a:lnTo>
                    <a:pt x="3630" y="22861"/>
                  </a:lnTo>
                  <a:lnTo>
                    <a:pt x="3901" y="22513"/>
                  </a:lnTo>
                  <a:lnTo>
                    <a:pt x="4132" y="22127"/>
                  </a:lnTo>
                  <a:lnTo>
                    <a:pt x="4325" y="21702"/>
                  </a:lnTo>
                  <a:lnTo>
                    <a:pt x="4480" y="21316"/>
                  </a:lnTo>
                  <a:lnTo>
                    <a:pt x="4596" y="20853"/>
                  </a:lnTo>
                  <a:lnTo>
                    <a:pt x="5213" y="21973"/>
                  </a:lnTo>
                  <a:lnTo>
                    <a:pt x="5291" y="22050"/>
                  </a:lnTo>
                  <a:lnTo>
                    <a:pt x="5368" y="22088"/>
                  </a:lnTo>
                  <a:lnTo>
                    <a:pt x="5445" y="22050"/>
                  </a:lnTo>
                  <a:lnTo>
                    <a:pt x="5522" y="22011"/>
                  </a:lnTo>
                  <a:lnTo>
                    <a:pt x="5793" y="21548"/>
                  </a:lnTo>
                  <a:lnTo>
                    <a:pt x="6024" y="21084"/>
                  </a:lnTo>
                  <a:lnTo>
                    <a:pt x="6410" y="20119"/>
                  </a:lnTo>
                  <a:lnTo>
                    <a:pt x="6410" y="20042"/>
                  </a:lnTo>
                  <a:lnTo>
                    <a:pt x="6410" y="19965"/>
                  </a:lnTo>
                  <a:lnTo>
                    <a:pt x="6372" y="19926"/>
                  </a:lnTo>
                  <a:lnTo>
                    <a:pt x="6295" y="19887"/>
                  </a:lnTo>
                  <a:lnTo>
                    <a:pt x="5908" y="19772"/>
                  </a:lnTo>
                  <a:lnTo>
                    <a:pt x="5484" y="19733"/>
                  </a:lnTo>
                  <a:lnTo>
                    <a:pt x="5098" y="19733"/>
                  </a:lnTo>
                  <a:lnTo>
                    <a:pt x="4673" y="19849"/>
                  </a:lnTo>
                  <a:lnTo>
                    <a:pt x="4634" y="19231"/>
                  </a:lnTo>
                  <a:lnTo>
                    <a:pt x="4518" y="18652"/>
                  </a:lnTo>
                  <a:lnTo>
                    <a:pt x="4287" y="18034"/>
                  </a:lnTo>
                  <a:lnTo>
                    <a:pt x="4055" y="17455"/>
                  </a:lnTo>
                  <a:lnTo>
                    <a:pt x="4518" y="17532"/>
                  </a:lnTo>
                  <a:lnTo>
                    <a:pt x="4982" y="17609"/>
                  </a:lnTo>
                  <a:lnTo>
                    <a:pt x="5059" y="17609"/>
                  </a:lnTo>
                  <a:lnTo>
                    <a:pt x="5098" y="17532"/>
                  </a:lnTo>
                  <a:lnTo>
                    <a:pt x="5136" y="17493"/>
                  </a:lnTo>
                  <a:lnTo>
                    <a:pt x="5136" y="17377"/>
                  </a:lnTo>
                  <a:lnTo>
                    <a:pt x="5098" y="17030"/>
                  </a:lnTo>
                  <a:lnTo>
                    <a:pt x="4982" y="16644"/>
                  </a:lnTo>
                  <a:lnTo>
                    <a:pt x="4827" y="16296"/>
                  </a:lnTo>
                  <a:lnTo>
                    <a:pt x="4673" y="15987"/>
                  </a:lnTo>
                  <a:lnTo>
                    <a:pt x="4596" y="15910"/>
                  </a:lnTo>
                  <a:lnTo>
                    <a:pt x="4634" y="15910"/>
                  </a:lnTo>
                  <a:lnTo>
                    <a:pt x="5600" y="14481"/>
                  </a:lnTo>
                  <a:lnTo>
                    <a:pt x="5638" y="14366"/>
                  </a:lnTo>
                  <a:lnTo>
                    <a:pt x="5600" y="14288"/>
                  </a:lnTo>
                  <a:lnTo>
                    <a:pt x="5561" y="14211"/>
                  </a:lnTo>
                  <a:lnTo>
                    <a:pt x="5445" y="14172"/>
                  </a:lnTo>
                  <a:lnTo>
                    <a:pt x="4209" y="13979"/>
                  </a:lnTo>
                  <a:lnTo>
                    <a:pt x="4480" y="13748"/>
                  </a:lnTo>
                  <a:lnTo>
                    <a:pt x="4789" y="13555"/>
                  </a:lnTo>
                  <a:lnTo>
                    <a:pt x="5098" y="13362"/>
                  </a:lnTo>
                  <a:lnTo>
                    <a:pt x="5406" y="13168"/>
                  </a:lnTo>
                  <a:lnTo>
                    <a:pt x="6024" y="13400"/>
                  </a:lnTo>
                  <a:lnTo>
                    <a:pt x="6140" y="13439"/>
                  </a:lnTo>
                  <a:lnTo>
                    <a:pt x="6217" y="13362"/>
                  </a:lnTo>
                  <a:lnTo>
                    <a:pt x="6256" y="13284"/>
                  </a:lnTo>
                  <a:lnTo>
                    <a:pt x="6295" y="13168"/>
                  </a:lnTo>
                  <a:lnTo>
                    <a:pt x="6179" y="12705"/>
                  </a:lnTo>
                  <a:lnTo>
                    <a:pt x="6063" y="12242"/>
                  </a:lnTo>
                  <a:lnTo>
                    <a:pt x="6912" y="11933"/>
                  </a:lnTo>
                  <a:lnTo>
                    <a:pt x="7723" y="11585"/>
                  </a:lnTo>
                  <a:lnTo>
                    <a:pt x="8534" y="11122"/>
                  </a:lnTo>
                  <a:lnTo>
                    <a:pt x="9268" y="10620"/>
                  </a:lnTo>
                  <a:lnTo>
                    <a:pt x="9963" y="10079"/>
                  </a:lnTo>
                  <a:lnTo>
                    <a:pt x="10311" y="9770"/>
                  </a:lnTo>
                  <a:lnTo>
                    <a:pt x="10620" y="9423"/>
                  </a:lnTo>
                  <a:lnTo>
                    <a:pt x="10890" y="9075"/>
                  </a:lnTo>
                  <a:lnTo>
                    <a:pt x="11160" y="8728"/>
                  </a:lnTo>
                  <a:lnTo>
                    <a:pt x="11392" y="8342"/>
                  </a:lnTo>
                  <a:lnTo>
                    <a:pt x="11623" y="7955"/>
                  </a:lnTo>
                  <a:lnTo>
                    <a:pt x="11817" y="7569"/>
                  </a:lnTo>
                  <a:lnTo>
                    <a:pt x="11971" y="7183"/>
                  </a:lnTo>
                  <a:lnTo>
                    <a:pt x="12125" y="6758"/>
                  </a:lnTo>
                  <a:lnTo>
                    <a:pt x="12241" y="6334"/>
                  </a:lnTo>
                  <a:lnTo>
                    <a:pt x="12319" y="5948"/>
                  </a:lnTo>
                  <a:lnTo>
                    <a:pt x="12357" y="5523"/>
                  </a:lnTo>
                  <a:lnTo>
                    <a:pt x="12396" y="5098"/>
                  </a:lnTo>
                  <a:lnTo>
                    <a:pt x="12396" y="4673"/>
                  </a:lnTo>
                  <a:lnTo>
                    <a:pt x="12357" y="4248"/>
                  </a:lnTo>
                  <a:lnTo>
                    <a:pt x="12280" y="3824"/>
                  </a:lnTo>
                  <a:lnTo>
                    <a:pt x="12203" y="3438"/>
                  </a:lnTo>
                  <a:lnTo>
                    <a:pt x="12048" y="3051"/>
                  </a:lnTo>
                  <a:lnTo>
                    <a:pt x="11894" y="2665"/>
                  </a:lnTo>
                  <a:lnTo>
                    <a:pt x="11701" y="2279"/>
                  </a:lnTo>
                  <a:lnTo>
                    <a:pt x="11469" y="1893"/>
                  </a:lnTo>
                  <a:lnTo>
                    <a:pt x="11160" y="1545"/>
                  </a:lnTo>
                  <a:lnTo>
                    <a:pt x="10890" y="1275"/>
                  </a:lnTo>
                  <a:lnTo>
                    <a:pt x="10620" y="1005"/>
                  </a:lnTo>
                  <a:lnTo>
                    <a:pt x="10311" y="773"/>
                  </a:lnTo>
                  <a:lnTo>
                    <a:pt x="9963" y="580"/>
                  </a:lnTo>
                  <a:lnTo>
                    <a:pt x="9654" y="387"/>
                  </a:lnTo>
                  <a:lnTo>
                    <a:pt x="9307" y="233"/>
                  </a:lnTo>
                  <a:lnTo>
                    <a:pt x="8920" y="117"/>
                  </a:lnTo>
                  <a:lnTo>
                    <a:pt x="8573" y="39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11"/>
            <p:cNvSpPr/>
            <p:nvPr/>
          </p:nvSpPr>
          <p:spPr>
            <a:xfrm>
              <a:off x="1545225" y="23405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1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11"/>
            <p:cNvSpPr/>
            <p:nvPr/>
          </p:nvSpPr>
          <p:spPr>
            <a:xfrm>
              <a:off x="6777550" y="23482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9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1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11"/>
            <p:cNvSpPr/>
            <p:nvPr/>
          </p:nvSpPr>
          <p:spPr>
            <a:xfrm>
              <a:off x="6642400" y="2349200"/>
              <a:ext cx="437325" cy="301225"/>
            </a:xfrm>
            <a:custGeom>
              <a:avLst/>
              <a:gdLst/>
              <a:ahLst/>
              <a:cxnLst/>
              <a:rect l="l" t="t" r="r" b="b"/>
              <a:pathLst>
                <a:path w="17493" h="12049" extrusionOk="0">
                  <a:moveTo>
                    <a:pt x="12086" y="503"/>
                  </a:moveTo>
                  <a:lnTo>
                    <a:pt x="12202" y="580"/>
                  </a:lnTo>
                  <a:lnTo>
                    <a:pt x="12280" y="657"/>
                  </a:lnTo>
                  <a:lnTo>
                    <a:pt x="12627" y="850"/>
                  </a:lnTo>
                  <a:lnTo>
                    <a:pt x="12897" y="1159"/>
                  </a:lnTo>
                  <a:lnTo>
                    <a:pt x="13129" y="1507"/>
                  </a:lnTo>
                  <a:lnTo>
                    <a:pt x="13322" y="1854"/>
                  </a:lnTo>
                  <a:lnTo>
                    <a:pt x="13477" y="2240"/>
                  </a:lnTo>
                  <a:lnTo>
                    <a:pt x="13631" y="2665"/>
                  </a:lnTo>
                  <a:lnTo>
                    <a:pt x="13824" y="3438"/>
                  </a:lnTo>
                  <a:lnTo>
                    <a:pt x="13090" y="3013"/>
                  </a:lnTo>
                  <a:lnTo>
                    <a:pt x="12704" y="2781"/>
                  </a:lnTo>
                  <a:lnTo>
                    <a:pt x="12357" y="2472"/>
                  </a:lnTo>
                  <a:lnTo>
                    <a:pt x="12009" y="2125"/>
                  </a:lnTo>
                  <a:lnTo>
                    <a:pt x="11816" y="1932"/>
                  </a:lnTo>
                  <a:lnTo>
                    <a:pt x="11662" y="1700"/>
                  </a:lnTo>
                  <a:lnTo>
                    <a:pt x="11507" y="1391"/>
                  </a:lnTo>
                  <a:lnTo>
                    <a:pt x="11430" y="1043"/>
                  </a:lnTo>
                  <a:lnTo>
                    <a:pt x="11662" y="735"/>
                  </a:lnTo>
                  <a:lnTo>
                    <a:pt x="11739" y="619"/>
                  </a:lnTo>
                  <a:lnTo>
                    <a:pt x="11855" y="541"/>
                  </a:lnTo>
                  <a:lnTo>
                    <a:pt x="11971" y="503"/>
                  </a:lnTo>
                  <a:close/>
                  <a:moveTo>
                    <a:pt x="16218" y="1584"/>
                  </a:moveTo>
                  <a:lnTo>
                    <a:pt x="16296" y="1623"/>
                  </a:lnTo>
                  <a:lnTo>
                    <a:pt x="16411" y="1661"/>
                  </a:lnTo>
                  <a:lnTo>
                    <a:pt x="16489" y="1738"/>
                  </a:lnTo>
                  <a:lnTo>
                    <a:pt x="16566" y="1816"/>
                  </a:lnTo>
                  <a:lnTo>
                    <a:pt x="16604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4" y="2511"/>
                  </a:lnTo>
                  <a:lnTo>
                    <a:pt x="16527" y="2665"/>
                  </a:lnTo>
                  <a:lnTo>
                    <a:pt x="16411" y="2820"/>
                  </a:lnTo>
                  <a:lnTo>
                    <a:pt x="16296" y="2974"/>
                  </a:lnTo>
                  <a:lnTo>
                    <a:pt x="15948" y="3206"/>
                  </a:lnTo>
                  <a:lnTo>
                    <a:pt x="15562" y="3399"/>
                  </a:lnTo>
                  <a:lnTo>
                    <a:pt x="15137" y="3553"/>
                  </a:lnTo>
                  <a:lnTo>
                    <a:pt x="14712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7"/>
                  </a:lnTo>
                  <a:lnTo>
                    <a:pt x="15098" y="2279"/>
                  </a:lnTo>
                  <a:lnTo>
                    <a:pt x="15407" y="1970"/>
                  </a:lnTo>
                  <a:lnTo>
                    <a:pt x="15639" y="1816"/>
                  </a:lnTo>
                  <a:lnTo>
                    <a:pt x="15871" y="1661"/>
                  </a:lnTo>
                  <a:lnTo>
                    <a:pt x="16102" y="1623"/>
                  </a:lnTo>
                  <a:lnTo>
                    <a:pt x="16218" y="1584"/>
                  </a:lnTo>
                  <a:close/>
                  <a:moveTo>
                    <a:pt x="13824" y="4287"/>
                  </a:moveTo>
                  <a:lnTo>
                    <a:pt x="13670" y="4557"/>
                  </a:lnTo>
                  <a:lnTo>
                    <a:pt x="13477" y="4789"/>
                  </a:lnTo>
                  <a:lnTo>
                    <a:pt x="13245" y="5021"/>
                  </a:lnTo>
                  <a:lnTo>
                    <a:pt x="13013" y="5214"/>
                  </a:lnTo>
                  <a:lnTo>
                    <a:pt x="12666" y="5484"/>
                  </a:lnTo>
                  <a:lnTo>
                    <a:pt x="12164" y="5754"/>
                  </a:lnTo>
                  <a:lnTo>
                    <a:pt x="11893" y="5870"/>
                  </a:lnTo>
                  <a:lnTo>
                    <a:pt x="11623" y="5948"/>
                  </a:lnTo>
                  <a:lnTo>
                    <a:pt x="11391" y="5986"/>
                  </a:lnTo>
                  <a:lnTo>
                    <a:pt x="11198" y="5948"/>
                  </a:lnTo>
                  <a:lnTo>
                    <a:pt x="11044" y="5870"/>
                  </a:lnTo>
                  <a:lnTo>
                    <a:pt x="10967" y="5793"/>
                  </a:lnTo>
                  <a:lnTo>
                    <a:pt x="10928" y="5716"/>
                  </a:lnTo>
                  <a:lnTo>
                    <a:pt x="10889" y="5639"/>
                  </a:lnTo>
                  <a:lnTo>
                    <a:pt x="10889" y="5446"/>
                  </a:lnTo>
                  <a:lnTo>
                    <a:pt x="10967" y="5252"/>
                  </a:lnTo>
                  <a:lnTo>
                    <a:pt x="11121" y="5098"/>
                  </a:lnTo>
                  <a:lnTo>
                    <a:pt x="11276" y="4944"/>
                  </a:lnTo>
                  <a:lnTo>
                    <a:pt x="11546" y="4750"/>
                  </a:lnTo>
                  <a:lnTo>
                    <a:pt x="11816" y="4635"/>
                  </a:lnTo>
                  <a:lnTo>
                    <a:pt x="12086" y="4557"/>
                  </a:lnTo>
                  <a:lnTo>
                    <a:pt x="12627" y="4480"/>
                  </a:lnTo>
                  <a:lnTo>
                    <a:pt x="13245" y="4403"/>
                  </a:lnTo>
                  <a:lnTo>
                    <a:pt x="13554" y="4364"/>
                  </a:lnTo>
                  <a:lnTo>
                    <a:pt x="13824" y="4287"/>
                  </a:lnTo>
                  <a:close/>
                  <a:moveTo>
                    <a:pt x="14403" y="4248"/>
                  </a:moveTo>
                  <a:lnTo>
                    <a:pt x="15098" y="4596"/>
                  </a:lnTo>
                  <a:lnTo>
                    <a:pt x="15407" y="4789"/>
                  </a:lnTo>
                  <a:lnTo>
                    <a:pt x="15716" y="4982"/>
                  </a:lnTo>
                  <a:lnTo>
                    <a:pt x="15909" y="5137"/>
                  </a:lnTo>
                  <a:lnTo>
                    <a:pt x="16141" y="5368"/>
                  </a:lnTo>
                  <a:lnTo>
                    <a:pt x="16411" y="5677"/>
                  </a:lnTo>
                  <a:lnTo>
                    <a:pt x="16643" y="5986"/>
                  </a:lnTo>
                  <a:lnTo>
                    <a:pt x="16875" y="6334"/>
                  </a:lnTo>
                  <a:lnTo>
                    <a:pt x="16991" y="6681"/>
                  </a:lnTo>
                  <a:lnTo>
                    <a:pt x="16991" y="6836"/>
                  </a:lnTo>
                  <a:lnTo>
                    <a:pt x="16991" y="6990"/>
                  </a:lnTo>
                  <a:lnTo>
                    <a:pt x="16952" y="7106"/>
                  </a:lnTo>
                  <a:lnTo>
                    <a:pt x="16836" y="7222"/>
                  </a:lnTo>
                  <a:lnTo>
                    <a:pt x="16759" y="7299"/>
                  </a:lnTo>
                  <a:lnTo>
                    <a:pt x="16643" y="7338"/>
                  </a:lnTo>
                  <a:lnTo>
                    <a:pt x="16373" y="7338"/>
                  </a:lnTo>
                  <a:lnTo>
                    <a:pt x="16141" y="7222"/>
                  </a:lnTo>
                  <a:lnTo>
                    <a:pt x="15871" y="7029"/>
                  </a:lnTo>
                  <a:lnTo>
                    <a:pt x="15600" y="6797"/>
                  </a:lnTo>
                  <a:lnTo>
                    <a:pt x="15369" y="6565"/>
                  </a:lnTo>
                  <a:lnTo>
                    <a:pt x="15060" y="6141"/>
                  </a:lnTo>
                  <a:lnTo>
                    <a:pt x="14828" y="5716"/>
                  </a:lnTo>
                  <a:lnTo>
                    <a:pt x="14635" y="5252"/>
                  </a:lnTo>
                  <a:lnTo>
                    <a:pt x="14519" y="4750"/>
                  </a:lnTo>
                  <a:lnTo>
                    <a:pt x="14403" y="4248"/>
                  </a:lnTo>
                  <a:close/>
                  <a:moveTo>
                    <a:pt x="11855" y="1"/>
                  </a:moveTo>
                  <a:lnTo>
                    <a:pt x="11584" y="39"/>
                  </a:lnTo>
                  <a:lnTo>
                    <a:pt x="11469" y="117"/>
                  </a:lnTo>
                  <a:lnTo>
                    <a:pt x="11353" y="194"/>
                  </a:lnTo>
                  <a:lnTo>
                    <a:pt x="11160" y="387"/>
                  </a:lnTo>
                  <a:lnTo>
                    <a:pt x="11005" y="619"/>
                  </a:lnTo>
                  <a:lnTo>
                    <a:pt x="10928" y="812"/>
                  </a:lnTo>
                  <a:lnTo>
                    <a:pt x="10928" y="1005"/>
                  </a:lnTo>
                  <a:lnTo>
                    <a:pt x="10928" y="1236"/>
                  </a:lnTo>
                  <a:lnTo>
                    <a:pt x="11005" y="1468"/>
                  </a:lnTo>
                  <a:lnTo>
                    <a:pt x="11082" y="1661"/>
                  </a:lnTo>
                  <a:lnTo>
                    <a:pt x="11198" y="1893"/>
                  </a:lnTo>
                  <a:lnTo>
                    <a:pt x="11546" y="2318"/>
                  </a:lnTo>
                  <a:lnTo>
                    <a:pt x="11932" y="2742"/>
                  </a:lnTo>
                  <a:lnTo>
                    <a:pt x="12395" y="3090"/>
                  </a:lnTo>
                  <a:lnTo>
                    <a:pt x="12859" y="3399"/>
                  </a:lnTo>
                  <a:lnTo>
                    <a:pt x="12859" y="3399"/>
                  </a:lnTo>
                  <a:lnTo>
                    <a:pt x="12048" y="3283"/>
                  </a:lnTo>
                  <a:lnTo>
                    <a:pt x="11198" y="3283"/>
                  </a:lnTo>
                  <a:lnTo>
                    <a:pt x="10387" y="3322"/>
                  </a:lnTo>
                  <a:lnTo>
                    <a:pt x="9615" y="3476"/>
                  </a:lnTo>
                  <a:lnTo>
                    <a:pt x="9654" y="3013"/>
                  </a:lnTo>
                  <a:lnTo>
                    <a:pt x="9654" y="2511"/>
                  </a:lnTo>
                  <a:lnTo>
                    <a:pt x="9615" y="2009"/>
                  </a:lnTo>
                  <a:lnTo>
                    <a:pt x="9538" y="1507"/>
                  </a:lnTo>
                  <a:lnTo>
                    <a:pt x="9075" y="1623"/>
                  </a:lnTo>
                  <a:lnTo>
                    <a:pt x="9152" y="2086"/>
                  </a:lnTo>
                  <a:lnTo>
                    <a:pt x="9152" y="2588"/>
                  </a:lnTo>
                  <a:lnTo>
                    <a:pt x="9152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5" y="3901"/>
                  </a:lnTo>
                  <a:lnTo>
                    <a:pt x="7414" y="4287"/>
                  </a:lnTo>
                  <a:lnTo>
                    <a:pt x="6603" y="4712"/>
                  </a:lnTo>
                  <a:lnTo>
                    <a:pt x="5831" y="5214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5" y="6218"/>
                  </a:lnTo>
                  <a:lnTo>
                    <a:pt x="3823" y="6913"/>
                  </a:lnTo>
                  <a:lnTo>
                    <a:pt x="3089" y="7685"/>
                  </a:lnTo>
                  <a:lnTo>
                    <a:pt x="2394" y="8496"/>
                  </a:lnTo>
                  <a:lnTo>
                    <a:pt x="1738" y="9307"/>
                  </a:lnTo>
                  <a:lnTo>
                    <a:pt x="1081" y="10157"/>
                  </a:lnTo>
                  <a:lnTo>
                    <a:pt x="502" y="10967"/>
                  </a:lnTo>
                  <a:lnTo>
                    <a:pt x="0" y="11778"/>
                  </a:lnTo>
                  <a:lnTo>
                    <a:pt x="348" y="12049"/>
                  </a:lnTo>
                  <a:lnTo>
                    <a:pt x="1545" y="10504"/>
                  </a:lnTo>
                  <a:lnTo>
                    <a:pt x="2742" y="8959"/>
                  </a:lnTo>
                  <a:lnTo>
                    <a:pt x="3360" y="8226"/>
                  </a:lnTo>
                  <a:lnTo>
                    <a:pt x="4016" y="7492"/>
                  </a:lnTo>
                  <a:lnTo>
                    <a:pt x="4711" y="6797"/>
                  </a:lnTo>
                  <a:lnTo>
                    <a:pt x="5483" y="6179"/>
                  </a:lnTo>
                  <a:lnTo>
                    <a:pt x="6256" y="5561"/>
                  </a:lnTo>
                  <a:lnTo>
                    <a:pt x="7105" y="5059"/>
                  </a:lnTo>
                  <a:lnTo>
                    <a:pt x="7993" y="4596"/>
                  </a:lnTo>
                  <a:lnTo>
                    <a:pt x="8457" y="4442"/>
                  </a:lnTo>
                  <a:lnTo>
                    <a:pt x="8920" y="4248"/>
                  </a:lnTo>
                  <a:lnTo>
                    <a:pt x="9422" y="4133"/>
                  </a:lnTo>
                  <a:lnTo>
                    <a:pt x="9885" y="4017"/>
                  </a:lnTo>
                  <a:lnTo>
                    <a:pt x="10387" y="3901"/>
                  </a:lnTo>
                  <a:lnTo>
                    <a:pt x="10851" y="3862"/>
                  </a:lnTo>
                  <a:lnTo>
                    <a:pt x="11353" y="3824"/>
                  </a:lnTo>
                  <a:lnTo>
                    <a:pt x="11855" y="3824"/>
                  </a:lnTo>
                  <a:lnTo>
                    <a:pt x="12357" y="3862"/>
                  </a:lnTo>
                  <a:lnTo>
                    <a:pt x="12859" y="3901"/>
                  </a:lnTo>
                  <a:lnTo>
                    <a:pt x="12318" y="3978"/>
                  </a:lnTo>
                  <a:lnTo>
                    <a:pt x="11855" y="4094"/>
                  </a:lnTo>
                  <a:lnTo>
                    <a:pt x="11391" y="4287"/>
                  </a:lnTo>
                  <a:lnTo>
                    <a:pt x="11198" y="4403"/>
                  </a:lnTo>
                  <a:lnTo>
                    <a:pt x="11005" y="4557"/>
                  </a:lnTo>
                  <a:lnTo>
                    <a:pt x="10851" y="4673"/>
                  </a:lnTo>
                  <a:lnTo>
                    <a:pt x="10696" y="4866"/>
                  </a:lnTo>
                  <a:lnTo>
                    <a:pt x="10542" y="5059"/>
                  </a:lnTo>
                  <a:lnTo>
                    <a:pt x="10465" y="5291"/>
                  </a:lnTo>
                  <a:lnTo>
                    <a:pt x="10387" y="5523"/>
                  </a:lnTo>
                  <a:lnTo>
                    <a:pt x="10387" y="5754"/>
                  </a:lnTo>
                  <a:lnTo>
                    <a:pt x="10426" y="5948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4"/>
                  </a:lnTo>
                  <a:lnTo>
                    <a:pt x="11005" y="6411"/>
                  </a:lnTo>
                  <a:lnTo>
                    <a:pt x="11276" y="6449"/>
                  </a:lnTo>
                  <a:lnTo>
                    <a:pt x="11584" y="6411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3"/>
                  </a:lnTo>
                  <a:lnTo>
                    <a:pt x="13438" y="5484"/>
                  </a:lnTo>
                  <a:lnTo>
                    <a:pt x="13399" y="5523"/>
                  </a:lnTo>
                  <a:lnTo>
                    <a:pt x="13786" y="5716"/>
                  </a:lnTo>
                  <a:lnTo>
                    <a:pt x="14056" y="4866"/>
                  </a:lnTo>
                  <a:lnTo>
                    <a:pt x="14210" y="5407"/>
                  </a:lnTo>
                  <a:lnTo>
                    <a:pt x="14403" y="5909"/>
                  </a:lnTo>
                  <a:lnTo>
                    <a:pt x="14674" y="6411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7" y="7299"/>
                  </a:lnTo>
                  <a:lnTo>
                    <a:pt x="15678" y="7492"/>
                  </a:lnTo>
                  <a:lnTo>
                    <a:pt x="15987" y="7685"/>
                  </a:lnTo>
                  <a:lnTo>
                    <a:pt x="16296" y="7801"/>
                  </a:lnTo>
                  <a:lnTo>
                    <a:pt x="16604" y="7878"/>
                  </a:lnTo>
                  <a:lnTo>
                    <a:pt x="16759" y="7878"/>
                  </a:lnTo>
                  <a:lnTo>
                    <a:pt x="16875" y="7840"/>
                  </a:lnTo>
                  <a:lnTo>
                    <a:pt x="17029" y="7801"/>
                  </a:lnTo>
                  <a:lnTo>
                    <a:pt x="17184" y="7724"/>
                  </a:lnTo>
                  <a:lnTo>
                    <a:pt x="17299" y="7647"/>
                  </a:lnTo>
                  <a:lnTo>
                    <a:pt x="17377" y="7531"/>
                  </a:lnTo>
                  <a:lnTo>
                    <a:pt x="17415" y="7376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5" y="6604"/>
                  </a:lnTo>
                  <a:lnTo>
                    <a:pt x="17299" y="6295"/>
                  </a:lnTo>
                  <a:lnTo>
                    <a:pt x="17184" y="5986"/>
                  </a:lnTo>
                  <a:lnTo>
                    <a:pt x="17029" y="5716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1"/>
                  </a:lnTo>
                  <a:lnTo>
                    <a:pt x="16257" y="4789"/>
                  </a:lnTo>
                  <a:lnTo>
                    <a:pt x="16025" y="4596"/>
                  </a:lnTo>
                  <a:lnTo>
                    <a:pt x="15523" y="4287"/>
                  </a:lnTo>
                  <a:lnTo>
                    <a:pt x="14944" y="4017"/>
                  </a:lnTo>
                  <a:lnTo>
                    <a:pt x="15407" y="3901"/>
                  </a:lnTo>
                  <a:lnTo>
                    <a:pt x="15832" y="3746"/>
                  </a:lnTo>
                  <a:lnTo>
                    <a:pt x="16218" y="3515"/>
                  </a:lnTo>
                  <a:lnTo>
                    <a:pt x="16604" y="3244"/>
                  </a:lnTo>
                  <a:lnTo>
                    <a:pt x="16759" y="3051"/>
                  </a:lnTo>
                  <a:lnTo>
                    <a:pt x="16913" y="2858"/>
                  </a:lnTo>
                  <a:lnTo>
                    <a:pt x="17029" y="2665"/>
                  </a:lnTo>
                  <a:lnTo>
                    <a:pt x="17106" y="2434"/>
                  </a:lnTo>
                  <a:lnTo>
                    <a:pt x="17145" y="2163"/>
                  </a:lnTo>
                  <a:lnTo>
                    <a:pt x="17106" y="1932"/>
                  </a:lnTo>
                  <a:lnTo>
                    <a:pt x="17068" y="1700"/>
                  </a:lnTo>
                  <a:lnTo>
                    <a:pt x="16913" y="1468"/>
                  </a:lnTo>
                  <a:lnTo>
                    <a:pt x="16759" y="1314"/>
                  </a:lnTo>
                  <a:lnTo>
                    <a:pt x="16566" y="1198"/>
                  </a:lnTo>
                  <a:lnTo>
                    <a:pt x="16334" y="1159"/>
                  </a:lnTo>
                  <a:lnTo>
                    <a:pt x="16102" y="1159"/>
                  </a:lnTo>
                  <a:lnTo>
                    <a:pt x="15909" y="1198"/>
                  </a:lnTo>
                  <a:lnTo>
                    <a:pt x="15678" y="1236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5" y="1777"/>
                  </a:lnTo>
                  <a:lnTo>
                    <a:pt x="14596" y="2163"/>
                  </a:lnTo>
                  <a:lnTo>
                    <a:pt x="14326" y="2588"/>
                  </a:lnTo>
                  <a:lnTo>
                    <a:pt x="14094" y="3013"/>
                  </a:lnTo>
                  <a:lnTo>
                    <a:pt x="13940" y="2434"/>
                  </a:lnTo>
                  <a:lnTo>
                    <a:pt x="13747" y="1893"/>
                  </a:lnTo>
                  <a:lnTo>
                    <a:pt x="13515" y="1352"/>
                  </a:lnTo>
                  <a:lnTo>
                    <a:pt x="13168" y="850"/>
                  </a:lnTo>
                  <a:lnTo>
                    <a:pt x="13013" y="657"/>
                  </a:lnTo>
                  <a:lnTo>
                    <a:pt x="12820" y="464"/>
                  </a:lnTo>
                  <a:lnTo>
                    <a:pt x="12588" y="271"/>
                  </a:lnTo>
                  <a:lnTo>
                    <a:pt x="12357" y="117"/>
                  </a:lnTo>
                  <a:lnTo>
                    <a:pt x="12086" y="39"/>
                  </a:lnTo>
                  <a:lnTo>
                    <a:pt x="118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11"/>
            <p:cNvSpPr/>
            <p:nvPr/>
          </p:nvSpPr>
          <p:spPr>
            <a:xfrm>
              <a:off x="4161375" y="2367550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6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6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1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11"/>
            <p:cNvSpPr/>
            <p:nvPr/>
          </p:nvSpPr>
          <p:spPr>
            <a:xfrm>
              <a:off x="4673025" y="2378175"/>
              <a:ext cx="330175" cy="176675"/>
            </a:xfrm>
            <a:custGeom>
              <a:avLst/>
              <a:gdLst/>
              <a:ahLst/>
              <a:cxnLst/>
              <a:rect l="l" t="t" r="r" b="b"/>
              <a:pathLst>
                <a:path w="13207" h="7067" extrusionOk="0">
                  <a:moveTo>
                    <a:pt x="8110" y="309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79"/>
                  </a:lnTo>
                  <a:lnTo>
                    <a:pt x="8728" y="888"/>
                  </a:lnTo>
                  <a:lnTo>
                    <a:pt x="8766" y="1197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7"/>
                  </a:lnTo>
                  <a:lnTo>
                    <a:pt x="8033" y="2858"/>
                  </a:lnTo>
                  <a:lnTo>
                    <a:pt x="6836" y="4711"/>
                  </a:lnTo>
                  <a:lnTo>
                    <a:pt x="6681" y="4711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7"/>
                  </a:lnTo>
                  <a:lnTo>
                    <a:pt x="7453" y="888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09"/>
                  </a:lnTo>
                  <a:close/>
                  <a:moveTo>
                    <a:pt x="5909" y="5406"/>
                  </a:moveTo>
                  <a:lnTo>
                    <a:pt x="4673" y="5831"/>
                  </a:lnTo>
                  <a:lnTo>
                    <a:pt x="3437" y="6217"/>
                  </a:lnTo>
                  <a:lnTo>
                    <a:pt x="2781" y="6372"/>
                  </a:lnTo>
                  <a:lnTo>
                    <a:pt x="2125" y="6526"/>
                  </a:lnTo>
                  <a:lnTo>
                    <a:pt x="1700" y="6565"/>
                  </a:lnTo>
                  <a:lnTo>
                    <a:pt x="1314" y="6603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7"/>
                  </a:lnTo>
                  <a:lnTo>
                    <a:pt x="696" y="6063"/>
                  </a:lnTo>
                  <a:lnTo>
                    <a:pt x="696" y="5908"/>
                  </a:lnTo>
                  <a:lnTo>
                    <a:pt x="734" y="5792"/>
                  </a:lnTo>
                  <a:lnTo>
                    <a:pt x="812" y="5715"/>
                  </a:lnTo>
                  <a:lnTo>
                    <a:pt x="889" y="5677"/>
                  </a:lnTo>
                  <a:lnTo>
                    <a:pt x="1082" y="5599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6"/>
                  </a:lnTo>
                  <a:close/>
                  <a:moveTo>
                    <a:pt x="7067" y="5097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5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8"/>
                  </a:lnTo>
                  <a:lnTo>
                    <a:pt x="12589" y="6024"/>
                  </a:lnTo>
                  <a:lnTo>
                    <a:pt x="12628" y="6179"/>
                  </a:lnTo>
                  <a:lnTo>
                    <a:pt x="12589" y="6526"/>
                  </a:lnTo>
                  <a:lnTo>
                    <a:pt x="12435" y="6603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3"/>
                  </a:lnTo>
                  <a:lnTo>
                    <a:pt x="10929" y="6526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8"/>
                  </a:lnTo>
                  <a:lnTo>
                    <a:pt x="8226" y="5677"/>
                  </a:lnTo>
                  <a:lnTo>
                    <a:pt x="7067" y="5097"/>
                  </a:lnTo>
                  <a:close/>
                  <a:moveTo>
                    <a:pt x="8148" y="0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6"/>
                  </a:lnTo>
                  <a:lnTo>
                    <a:pt x="6681" y="2433"/>
                  </a:lnTo>
                  <a:lnTo>
                    <a:pt x="6527" y="3591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0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7"/>
                  </a:lnTo>
                  <a:lnTo>
                    <a:pt x="1391" y="5175"/>
                  </a:lnTo>
                  <a:lnTo>
                    <a:pt x="1005" y="5213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599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4"/>
                  </a:lnTo>
                  <a:lnTo>
                    <a:pt x="117" y="6449"/>
                  </a:lnTo>
                  <a:lnTo>
                    <a:pt x="232" y="6603"/>
                  </a:lnTo>
                  <a:lnTo>
                    <a:pt x="348" y="6681"/>
                  </a:lnTo>
                  <a:lnTo>
                    <a:pt x="464" y="6796"/>
                  </a:lnTo>
                  <a:lnTo>
                    <a:pt x="773" y="6912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2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5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8"/>
                  </a:lnTo>
                  <a:lnTo>
                    <a:pt x="6758" y="6101"/>
                  </a:lnTo>
                  <a:lnTo>
                    <a:pt x="6836" y="6294"/>
                  </a:lnTo>
                  <a:lnTo>
                    <a:pt x="7106" y="6256"/>
                  </a:lnTo>
                  <a:lnTo>
                    <a:pt x="7106" y="6217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6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6"/>
                  </a:lnTo>
                  <a:lnTo>
                    <a:pt x="11045" y="6951"/>
                  </a:lnTo>
                  <a:lnTo>
                    <a:pt x="11469" y="7028"/>
                  </a:lnTo>
                  <a:lnTo>
                    <a:pt x="11933" y="7067"/>
                  </a:lnTo>
                  <a:lnTo>
                    <a:pt x="12396" y="7028"/>
                  </a:lnTo>
                  <a:lnTo>
                    <a:pt x="12589" y="6990"/>
                  </a:lnTo>
                  <a:lnTo>
                    <a:pt x="12782" y="6912"/>
                  </a:lnTo>
                  <a:lnTo>
                    <a:pt x="12937" y="6796"/>
                  </a:lnTo>
                  <a:lnTo>
                    <a:pt x="13053" y="6681"/>
                  </a:lnTo>
                  <a:lnTo>
                    <a:pt x="13130" y="6526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4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6"/>
                  </a:lnTo>
                  <a:lnTo>
                    <a:pt x="12242" y="5290"/>
                  </a:lnTo>
                  <a:lnTo>
                    <a:pt x="11894" y="5213"/>
                  </a:lnTo>
                  <a:lnTo>
                    <a:pt x="11315" y="5097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1"/>
                  </a:lnTo>
                  <a:lnTo>
                    <a:pt x="8071" y="3514"/>
                  </a:lnTo>
                  <a:lnTo>
                    <a:pt x="8496" y="2858"/>
                  </a:lnTo>
                  <a:lnTo>
                    <a:pt x="8844" y="2201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6"/>
                  </a:lnTo>
                  <a:lnTo>
                    <a:pt x="9075" y="1275"/>
                  </a:lnTo>
                  <a:lnTo>
                    <a:pt x="9037" y="1004"/>
                  </a:lnTo>
                  <a:lnTo>
                    <a:pt x="8959" y="811"/>
                  </a:lnTo>
                  <a:lnTo>
                    <a:pt x="8882" y="579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11"/>
            <p:cNvSpPr/>
            <p:nvPr/>
          </p:nvSpPr>
          <p:spPr>
            <a:xfrm>
              <a:off x="1437100" y="2381075"/>
              <a:ext cx="93675" cy="93650"/>
            </a:xfrm>
            <a:custGeom>
              <a:avLst/>
              <a:gdLst/>
              <a:ahLst/>
              <a:cxnLst/>
              <a:rect l="l" t="t" r="r" b="b"/>
              <a:pathLst>
                <a:path w="3747" h="3746" extrusionOk="0">
                  <a:moveTo>
                    <a:pt x="1584" y="463"/>
                  </a:moveTo>
                  <a:lnTo>
                    <a:pt x="2086" y="541"/>
                  </a:lnTo>
                  <a:lnTo>
                    <a:pt x="2318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5"/>
                  </a:lnTo>
                  <a:lnTo>
                    <a:pt x="3090" y="1197"/>
                  </a:lnTo>
                  <a:lnTo>
                    <a:pt x="3206" y="1429"/>
                  </a:lnTo>
                  <a:lnTo>
                    <a:pt x="3244" y="1699"/>
                  </a:lnTo>
                  <a:lnTo>
                    <a:pt x="3244" y="1969"/>
                  </a:lnTo>
                  <a:lnTo>
                    <a:pt x="3206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7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3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3"/>
                  </a:lnTo>
                  <a:close/>
                  <a:moveTo>
                    <a:pt x="1893" y="0"/>
                  </a:moveTo>
                  <a:lnTo>
                    <a:pt x="1700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4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9" y="579"/>
                  </a:lnTo>
                  <a:lnTo>
                    <a:pt x="425" y="772"/>
                  </a:lnTo>
                  <a:lnTo>
                    <a:pt x="271" y="965"/>
                  </a:lnTo>
                  <a:lnTo>
                    <a:pt x="155" y="1236"/>
                  </a:lnTo>
                  <a:lnTo>
                    <a:pt x="78" y="1467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7" y="2510"/>
                  </a:lnTo>
                  <a:lnTo>
                    <a:pt x="310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8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7" y="3437"/>
                  </a:lnTo>
                  <a:lnTo>
                    <a:pt x="3128" y="3244"/>
                  </a:lnTo>
                  <a:lnTo>
                    <a:pt x="3322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8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5" y="1004"/>
                  </a:lnTo>
                  <a:lnTo>
                    <a:pt x="3322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11"/>
            <p:cNvSpPr/>
            <p:nvPr/>
          </p:nvSpPr>
          <p:spPr>
            <a:xfrm>
              <a:off x="3476925" y="23916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7" y="1159"/>
                  </a:lnTo>
                  <a:lnTo>
                    <a:pt x="1391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6" y="1816"/>
                  </a:lnTo>
                  <a:lnTo>
                    <a:pt x="387" y="1700"/>
                  </a:lnTo>
                  <a:lnTo>
                    <a:pt x="348" y="1584"/>
                  </a:lnTo>
                  <a:lnTo>
                    <a:pt x="387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2" y="1623"/>
                  </a:lnTo>
                  <a:lnTo>
                    <a:pt x="3669" y="1700"/>
                  </a:lnTo>
                  <a:lnTo>
                    <a:pt x="3747" y="1816"/>
                  </a:lnTo>
                  <a:lnTo>
                    <a:pt x="3747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9" y="2356"/>
                  </a:lnTo>
                  <a:lnTo>
                    <a:pt x="3206" y="2434"/>
                  </a:lnTo>
                  <a:lnTo>
                    <a:pt x="3013" y="2395"/>
                  </a:lnTo>
                  <a:lnTo>
                    <a:pt x="2820" y="2356"/>
                  </a:lnTo>
                  <a:lnTo>
                    <a:pt x="2627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1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90" y="1468"/>
                  </a:lnTo>
                  <a:close/>
                  <a:moveTo>
                    <a:pt x="3747" y="4750"/>
                  </a:moveTo>
                  <a:lnTo>
                    <a:pt x="3901" y="4789"/>
                  </a:lnTo>
                  <a:lnTo>
                    <a:pt x="4017" y="4828"/>
                  </a:lnTo>
                  <a:lnTo>
                    <a:pt x="4094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3" y="5368"/>
                  </a:lnTo>
                  <a:lnTo>
                    <a:pt x="4094" y="5484"/>
                  </a:lnTo>
                  <a:lnTo>
                    <a:pt x="3978" y="5600"/>
                  </a:lnTo>
                  <a:lnTo>
                    <a:pt x="3785" y="5754"/>
                  </a:lnTo>
                  <a:lnTo>
                    <a:pt x="3515" y="5870"/>
                  </a:lnTo>
                  <a:lnTo>
                    <a:pt x="3129" y="5870"/>
                  </a:lnTo>
                  <a:lnTo>
                    <a:pt x="2743" y="5793"/>
                  </a:lnTo>
                  <a:lnTo>
                    <a:pt x="2936" y="5368"/>
                  </a:lnTo>
                  <a:lnTo>
                    <a:pt x="3051" y="5214"/>
                  </a:lnTo>
                  <a:lnTo>
                    <a:pt x="3206" y="5021"/>
                  </a:lnTo>
                  <a:lnTo>
                    <a:pt x="3476" y="4866"/>
                  </a:lnTo>
                  <a:lnTo>
                    <a:pt x="3631" y="4789"/>
                  </a:lnTo>
                  <a:lnTo>
                    <a:pt x="3747" y="4750"/>
                  </a:lnTo>
                  <a:close/>
                  <a:moveTo>
                    <a:pt x="1121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3" y="6102"/>
                  </a:lnTo>
                  <a:lnTo>
                    <a:pt x="1430" y="6256"/>
                  </a:lnTo>
                  <a:lnTo>
                    <a:pt x="1237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6" y="6334"/>
                  </a:lnTo>
                  <a:lnTo>
                    <a:pt x="503" y="6179"/>
                  </a:lnTo>
                  <a:lnTo>
                    <a:pt x="426" y="6025"/>
                  </a:lnTo>
                  <a:lnTo>
                    <a:pt x="426" y="5909"/>
                  </a:lnTo>
                  <a:lnTo>
                    <a:pt x="464" y="5754"/>
                  </a:lnTo>
                  <a:lnTo>
                    <a:pt x="580" y="5677"/>
                  </a:lnTo>
                  <a:lnTo>
                    <a:pt x="696" y="5600"/>
                  </a:lnTo>
                  <a:lnTo>
                    <a:pt x="850" y="5523"/>
                  </a:lnTo>
                  <a:close/>
                  <a:moveTo>
                    <a:pt x="5716" y="6218"/>
                  </a:moveTo>
                  <a:lnTo>
                    <a:pt x="5870" y="6334"/>
                  </a:lnTo>
                  <a:lnTo>
                    <a:pt x="5948" y="6411"/>
                  </a:lnTo>
                  <a:lnTo>
                    <a:pt x="5986" y="6527"/>
                  </a:lnTo>
                  <a:lnTo>
                    <a:pt x="6025" y="6681"/>
                  </a:lnTo>
                  <a:lnTo>
                    <a:pt x="5986" y="6797"/>
                  </a:lnTo>
                  <a:lnTo>
                    <a:pt x="5909" y="7067"/>
                  </a:lnTo>
                  <a:lnTo>
                    <a:pt x="5793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1" y="7801"/>
                  </a:lnTo>
                  <a:lnTo>
                    <a:pt x="5059" y="7917"/>
                  </a:lnTo>
                  <a:lnTo>
                    <a:pt x="5098" y="7878"/>
                  </a:lnTo>
                  <a:lnTo>
                    <a:pt x="5021" y="7415"/>
                  </a:lnTo>
                  <a:lnTo>
                    <a:pt x="4982" y="7183"/>
                  </a:lnTo>
                  <a:lnTo>
                    <a:pt x="5021" y="6952"/>
                  </a:lnTo>
                  <a:lnTo>
                    <a:pt x="5137" y="6681"/>
                  </a:lnTo>
                  <a:lnTo>
                    <a:pt x="5214" y="6527"/>
                  </a:lnTo>
                  <a:lnTo>
                    <a:pt x="5330" y="6372"/>
                  </a:lnTo>
                  <a:lnTo>
                    <a:pt x="5446" y="6256"/>
                  </a:lnTo>
                  <a:lnTo>
                    <a:pt x="5600" y="6218"/>
                  </a:lnTo>
                  <a:close/>
                  <a:moveTo>
                    <a:pt x="8960" y="8071"/>
                  </a:moveTo>
                  <a:lnTo>
                    <a:pt x="9153" y="8110"/>
                  </a:lnTo>
                  <a:lnTo>
                    <a:pt x="9268" y="8187"/>
                  </a:lnTo>
                  <a:lnTo>
                    <a:pt x="9346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7" y="9153"/>
                  </a:lnTo>
                  <a:lnTo>
                    <a:pt x="8805" y="9346"/>
                  </a:lnTo>
                  <a:lnTo>
                    <a:pt x="8689" y="9384"/>
                  </a:lnTo>
                  <a:lnTo>
                    <a:pt x="8612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2" y="9346"/>
                  </a:lnTo>
                  <a:lnTo>
                    <a:pt x="8264" y="9346"/>
                  </a:lnTo>
                  <a:lnTo>
                    <a:pt x="8226" y="8960"/>
                  </a:lnTo>
                  <a:lnTo>
                    <a:pt x="8226" y="8766"/>
                  </a:lnTo>
                  <a:lnTo>
                    <a:pt x="8264" y="8573"/>
                  </a:lnTo>
                  <a:lnTo>
                    <a:pt x="8342" y="8342"/>
                  </a:lnTo>
                  <a:lnTo>
                    <a:pt x="8496" y="8187"/>
                  </a:lnTo>
                  <a:lnTo>
                    <a:pt x="8728" y="8110"/>
                  </a:lnTo>
                  <a:lnTo>
                    <a:pt x="8844" y="8071"/>
                  </a:lnTo>
                  <a:close/>
                  <a:moveTo>
                    <a:pt x="4944" y="8380"/>
                  </a:moveTo>
                  <a:lnTo>
                    <a:pt x="4944" y="8419"/>
                  </a:lnTo>
                  <a:lnTo>
                    <a:pt x="4751" y="8805"/>
                  </a:lnTo>
                  <a:lnTo>
                    <a:pt x="4596" y="8960"/>
                  </a:lnTo>
                  <a:lnTo>
                    <a:pt x="4442" y="9153"/>
                  </a:lnTo>
                  <a:lnTo>
                    <a:pt x="4210" y="9307"/>
                  </a:lnTo>
                  <a:lnTo>
                    <a:pt x="3940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9" y="9346"/>
                  </a:lnTo>
                  <a:lnTo>
                    <a:pt x="3322" y="9191"/>
                  </a:lnTo>
                  <a:lnTo>
                    <a:pt x="3322" y="9075"/>
                  </a:lnTo>
                  <a:lnTo>
                    <a:pt x="3322" y="8960"/>
                  </a:lnTo>
                  <a:lnTo>
                    <a:pt x="3399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5" y="8458"/>
                  </a:lnTo>
                  <a:lnTo>
                    <a:pt x="4055" y="8380"/>
                  </a:lnTo>
                  <a:lnTo>
                    <a:pt x="4326" y="8380"/>
                  </a:lnTo>
                  <a:lnTo>
                    <a:pt x="4905" y="8419"/>
                  </a:lnTo>
                  <a:lnTo>
                    <a:pt x="4944" y="8380"/>
                  </a:lnTo>
                  <a:close/>
                  <a:moveTo>
                    <a:pt x="7994" y="10002"/>
                  </a:moveTo>
                  <a:lnTo>
                    <a:pt x="7956" y="10195"/>
                  </a:lnTo>
                  <a:lnTo>
                    <a:pt x="7917" y="10350"/>
                  </a:lnTo>
                  <a:lnTo>
                    <a:pt x="7840" y="10543"/>
                  </a:lnTo>
                  <a:lnTo>
                    <a:pt x="7724" y="10697"/>
                  </a:lnTo>
                  <a:lnTo>
                    <a:pt x="7608" y="10813"/>
                  </a:lnTo>
                  <a:lnTo>
                    <a:pt x="7492" y="10929"/>
                  </a:lnTo>
                  <a:lnTo>
                    <a:pt x="7338" y="11045"/>
                  </a:lnTo>
                  <a:lnTo>
                    <a:pt x="7145" y="11083"/>
                  </a:lnTo>
                  <a:lnTo>
                    <a:pt x="6952" y="11122"/>
                  </a:lnTo>
                  <a:lnTo>
                    <a:pt x="6797" y="11083"/>
                  </a:lnTo>
                  <a:lnTo>
                    <a:pt x="6720" y="11045"/>
                  </a:lnTo>
                  <a:lnTo>
                    <a:pt x="6681" y="10967"/>
                  </a:lnTo>
                  <a:lnTo>
                    <a:pt x="6643" y="10890"/>
                  </a:lnTo>
                  <a:lnTo>
                    <a:pt x="6604" y="10813"/>
                  </a:lnTo>
                  <a:lnTo>
                    <a:pt x="6643" y="10620"/>
                  </a:lnTo>
                  <a:lnTo>
                    <a:pt x="6720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2" y="10157"/>
                  </a:lnTo>
                  <a:lnTo>
                    <a:pt x="7492" y="10079"/>
                  </a:lnTo>
                  <a:lnTo>
                    <a:pt x="7724" y="10041"/>
                  </a:lnTo>
                  <a:lnTo>
                    <a:pt x="7994" y="10002"/>
                  </a:lnTo>
                  <a:close/>
                  <a:moveTo>
                    <a:pt x="2202" y="1"/>
                  </a:moveTo>
                  <a:lnTo>
                    <a:pt x="2009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1" y="812"/>
                  </a:lnTo>
                  <a:lnTo>
                    <a:pt x="1237" y="773"/>
                  </a:lnTo>
                  <a:lnTo>
                    <a:pt x="1043" y="735"/>
                  </a:lnTo>
                  <a:lnTo>
                    <a:pt x="696" y="735"/>
                  </a:lnTo>
                  <a:lnTo>
                    <a:pt x="541" y="812"/>
                  </a:lnTo>
                  <a:lnTo>
                    <a:pt x="387" y="889"/>
                  </a:lnTo>
                  <a:lnTo>
                    <a:pt x="233" y="1005"/>
                  </a:lnTo>
                  <a:lnTo>
                    <a:pt x="117" y="1159"/>
                  </a:lnTo>
                  <a:lnTo>
                    <a:pt x="39" y="1314"/>
                  </a:lnTo>
                  <a:lnTo>
                    <a:pt x="1" y="1468"/>
                  </a:lnTo>
                  <a:lnTo>
                    <a:pt x="1" y="1623"/>
                  </a:lnTo>
                  <a:lnTo>
                    <a:pt x="1" y="1777"/>
                  </a:lnTo>
                  <a:lnTo>
                    <a:pt x="78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6" y="2279"/>
                  </a:lnTo>
                  <a:lnTo>
                    <a:pt x="580" y="2356"/>
                  </a:lnTo>
                  <a:lnTo>
                    <a:pt x="735" y="2395"/>
                  </a:lnTo>
                  <a:lnTo>
                    <a:pt x="1043" y="2434"/>
                  </a:lnTo>
                  <a:lnTo>
                    <a:pt x="1391" y="2395"/>
                  </a:lnTo>
                  <a:lnTo>
                    <a:pt x="1700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9" y="4635"/>
                  </a:lnTo>
                  <a:lnTo>
                    <a:pt x="1777" y="5021"/>
                  </a:lnTo>
                  <a:lnTo>
                    <a:pt x="1893" y="5368"/>
                  </a:lnTo>
                  <a:lnTo>
                    <a:pt x="1584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3" y="5252"/>
                  </a:lnTo>
                  <a:lnTo>
                    <a:pt x="387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8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8" y="6218"/>
                  </a:lnTo>
                  <a:lnTo>
                    <a:pt x="155" y="6334"/>
                  </a:lnTo>
                  <a:lnTo>
                    <a:pt x="233" y="6450"/>
                  </a:lnTo>
                  <a:lnTo>
                    <a:pt x="348" y="6565"/>
                  </a:lnTo>
                  <a:lnTo>
                    <a:pt x="503" y="6643"/>
                  </a:lnTo>
                  <a:lnTo>
                    <a:pt x="657" y="6720"/>
                  </a:lnTo>
                  <a:lnTo>
                    <a:pt x="812" y="6758"/>
                  </a:lnTo>
                  <a:lnTo>
                    <a:pt x="1121" y="6758"/>
                  </a:lnTo>
                  <a:lnTo>
                    <a:pt x="1430" y="6681"/>
                  </a:lnTo>
                  <a:lnTo>
                    <a:pt x="1700" y="6527"/>
                  </a:lnTo>
                  <a:lnTo>
                    <a:pt x="1932" y="6295"/>
                  </a:lnTo>
                  <a:lnTo>
                    <a:pt x="2125" y="6063"/>
                  </a:lnTo>
                  <a:lnTo>
                    <a:pt x="2395" y="6527"/>
                  </a:lnTo>
                  <a:lnTo>
                    <a:pt x="2743" y="6990"/>
                  </a:lnTo>
                  <a:lnTo>
                    <a:pt x="3129" y="7376"/>
                  </a:lnTo>
                  <a:lnTo>
                    <a:pt x="3592" y="7762"/>
                  </a:lnTo>
                  <a:lnTo>
                    <a:pt x="4017" y="7994"/>
                  </a:lnTo>
                  <a:lnTo>
                    <a:pt x="3824" y="8033"/>
                  </a:lnTo>
                  <a:lnTo>
                    <a:pt x="3631" y="8110"/>
                  </a:lnTo>
                  <a:lnTo>
                    <a:pt x="3438" y="8187"/>
                  </a:lnTo>
                  <a:lnTo>
                    <a:pt x="3283" y="8342"/>
                  </a:lnTo>
                  <a:lnTo>
                    <a:pt x="3167" y="8458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6" y="8882"/>
                  </a:lnTo>
                  <a:lnTo>
                    <a:pt x="2897" y="9075"/>
                  </a:lnTo>
                  <a:lnTo>
                    <a:pt x="2936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2" y="9770"/>
                  </a:lnTo>
                  <a:lnTo>
                    <a:pt x="3515" y="9848"/>
                  </a:lnTo>
                  <a:lnTo>
                    <a:pt x="3708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9" y="9770"/>
                  </a:lnTo>
                  <a:lnTo>
                    <a:pt x="4403" y="9693"/>
                  </a:lnTo>
                  <a:lnTo>
                    <a:pt x="4673" y="9461"/>
                  </a:lnTo>
                  <a:lnTo>
                    <a:pt x="4905" y="9153"/>
                  </a:lnTo>
                  <a:lnTo>
                    <a:pt x="5098" y="8844"/>
                  </a:lnTo>
                  <a:lnTo>
                    <a:pt x="5214" y="8496"/>
                  </a:lnTo>
                  <a:lnTo>
                    <a:pt x="6527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6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5" y="9809"/>
                  </a:lnTo>
                  <a:lnTo>
                    <a:pt x="6797" y="9963"/>
                  </a:lnTo>
                  <a:lnTo>
                    <a:pt x="6643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5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5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6" y="11508"/>
                  </a:lnTo>
                  <a:lnTo>
                    <a:pt x="7029" y="11508"/>
                  </a:lnTo>
                  <a:lnTo>
                    <a:pt x="7222" y="11469"/>
                  </a:lnTo>
                  <a:lnTo>
                    <a:pt x="7415" y="11392"/>
                  </a:lnTo>
                  <a:lnTo>
                    <a:pt x="7569" y="11315"/>
                  </a:lnTo>
                  <a:lnTo>
                    <a:pt x="7724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10" y="10697"/>
                  </a:lnTo>
                  <a:lnTo>
                    <a:pt x="8226" y="10465"/>
                  </a:lnTo>
                  <a:lnTo>
                    <a:pt x="8264" y="10234"/>
                  </a:lnTo>
                  <a:lnTo>
                    <a:pt x="8303" y="9963"/>
                  </a:lnTo>
                  <a:lnTo>
                    <a:pt x="8342" y="9925"/>
                  </a:lnTo>
                  <a:lnTo>
                    <a:pt x="8728" y="10272"/>
                  </a:lnTo>
                  <a:lnTo>
                    <a:pt x="9075" y="10659"/>
                  </a:lnTo>
                  <a:lnTo>
                    <a:pt x="9346" y="11122"/>
                  </a:lnTo>
                  <a:lnTo>
                    <a:pt x="9462" y="11354"/>
                  </a:lnTo>
                  <a:lnTo>
                    <a:pt x="9539" y="11585"/>
                  </a:lnTo>
                  <a:lnTo>
                    <a:pt x="9655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5" y="12937"/>
                  </a:lnTo>
                  <a:lnTo>
                    <a:pt x="9577" y="13284"/>
                  </a:lnTo>
                  <a:lnTo>
                    <a:pt x="9462" y="13593"/>
                  </a:lnTo>
                  <a:lnTo>
                    <a:pt x="9191" y="14211"/>
                  </a:lnTo>
                  <a:lnTo>
                    <a:pt x="9153" y="14288"/>
                  </a:lnTo>
                  <a:lnTo>
                    <a:pt x="9153" y="14327"/>
                  </a:lnTo>
                  <a:lnTo>
                    <a:pt x="9230" y="14404"/>
                  </a:lnTo>
                  <a:lnTo>
                    <a:pt x="9307" y="14443"/>
                  </a:lnTo>
                  <a:lnTo>
                    <a:pt x="9423" y="14404"/>
                  </a:lnTo>
                  <a:lnTo>
                    <a:pt x="9577" y="14250"/>
                  </a:lnTo>
                  <a:lnTo>
                    <a:pt x="9732" y="14057"/>
                  </a:lnTo>
                  <a:lnTo>
                    <a:pt x="9848" y="13902"/>
                  </a:lnTo>
                  <a:lnTo>
                    <a:pt x="9925" y="13671"/>
                  </a:lnTo>
                  <a:lnTo>
                    <a:pt x="10079" y="13246"/>
                  </a:lnTo>
                  <a:lnTo>
                    <a:pt x="10118" y="12782"/>
                  </a:lnTo>
                  <a:lnTo>
                    <a:pt x="10118" y="12319"/>
                  </a:lnTo>
                  <a:lnTo>
                    <a:pt x="10041" y="11856"/>
                  </a:lnTo>
                  <a:lnTo>
                    <a:pt x="9925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7" y="10272"/>
                  </a:lnTo>
                  <a:lnTo>
                    <a:pt x="9037" y="9963"/>
                  </a:lnTo>
                  <a:lnTo>
                    <a:pt x="8728" y="9693"/>
                  </a:lnTo>
                  <a:lnTo>
                    <a:pt x="8960" y="9577"/>
                  </a:lnTo>
                  <a:lnTo>
                    <a:pt x="9230" y="9423"/>
                  </a:lnTo>
                  <a:lnTo>
                    <a:pt x="9462" y="9191"/>
                  </a:lnTo>
                  <a:lnTo>
                    <a:pt x="9616" y="8921"/>
                  </a:lnTo>
                  <a:lnTo>
                    <a:pt x="9732" y="8612"/>
                  </a:lnTo>
                  <a:lnTo>
                    <a:pt x="9732" y="8496"/>
                  </a:lnTo>
                  <a:lnTo>
                    <a:pt x="9732" y="8342"/>
                  </a:lnTo>
                  <a:lnTo>
                    <a:pt x="9693" y="8187"/>
                  </a:lnTo>
                  <a:lnTo>
                    <a:pt x="9616" y="8071"/>
                  </a:lnTo>
                  <a:lnTo>
                    <a:pt x="9500" y="7956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7" y="7724"/>
                  </a:lnTo>
                  <a:lnTo>
                    <a:pt x="8689" y="7724"/>
                  </a:lnTo>
                  <a:lnTo>
                    <a:pt x="8535" y="7762"/>
                  </a:lnTo>
                  <a:lnTo>
                    <a:pt x="8380" y="7840"/>
                  </a:lnTo>
                  <a:lnTo>
                    <a:pt x="8226" y="7956"/>
                  </a:lnTo>
                  <a:lnTo>
                    <a:pt x="8110" y="8071"/>
                  </a:lnTo>
                  <a:lnTo>
                    <a:pt x="7956" y="8264"/>
                  </a:lnTo>
                  <a:lnTo>
                    <a:pt x="7878" y="8535"/>
                  </a:lnTo>
                  <a:lnTo>
                    <a:pt x="7840" y="8766"/>
                  </a:lnTo>
                  <a:lnTo>
                    <a:pt x="7840" y="9037"/>
                  </a:lnTo>
                  <a:lnTo>
                    <a:pt x="7222" y="8766"/>
                  </a:lnTo>
                  <a:lnTo>
                    <a:pt x="6643" y="8496"/>
                  </a:lnTo>
                  <a:lnTo>
                    <a:pt x="5368" y="8033"/>
                  </a:lnTo>
                  <a:lnTo>
                    <a:pt x="5639" y="7878"/>
                  </a:lnTo>
                  <a:lnTo>
                    <a:pt x="5870" y="7685"/>
                  </a:lnTo>
                  <a:lnTo>
                    <a:pt x="6063" y="7454"/>
                  </a:lnTo>
                  <a:lnTo>
                    <a:pt x="6218" y="7183"/>
                  </a:lnTo>
                  <a:lnTo>
                    <a:pt x="6334" y="6874"/>
                  </a:lnTo>
                  <a:lnTo>
                    <a:pt x="6334" y="6720"/>
                  </a:lnTo>
                  <a:lnTo>
                    <a:pt x="6334" y="6527"/>
                  </a:lnTo>
                  <a:lnTo>
                    <a:pt x="6334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5" y="5948"/>
                  </a:lnTo>
                  <a:lnTo>
                    <a:pt x="5870" y="5870"/>
                  </a:lnTo>
                  <a:lnTo>
                    <a:pt x="5716" y="5832"/>
                  </a:lnTo>
                  <a:lnTo>
                    <a:pt x="5561" y="5870"/>
                  </a:lnTo>
                  <a:lnTo>
                    <a:pt x="5407" y="5909"/>
                  </a:lnTo>
                  <a:lnTo>
                    <a:pt x="5253" y="5986"/>
                  </a:lnTo>
                  <a:lnTo>
                    <a:pt x="5137" y="6063"/>
                  </a:lnTo>
                  <a:lnTo>
                    <a:pt x="4905" y="6334"/>
                  </a:lnTo>
                  <a:lnTo>
                    <a:pt x="4751" y="6643"/>
                  </a:lnTo>
                  <a:lnTo>
                    <a:pt x="4635" y="7029"/>
                  </a:lnTo>
                  <a:lnTo>
                    <a:pt x="4635" y="7222"/>
                  </a:lnTo>
                  <a:lnTo>
                    <a:pt x="4635" y="7415"/>
                  </a:lnTo>
                  <a:lnTo>
                    <a:pt x="4635" y="7608"/>
                  </a:lnTo>
                  <a:lnTo>
                    <a:pt x="4712" y="7762"/>
                  </a:lnTo>
                  <a:lnTo>
                    <a:pt x="4094" y="7454"/>
                  </a:lnTo>
                  <a:lnTo>
                    <a:pt x="3824" y="7299"/>
                  </a:lnTo>
                  <a:lnTo>
                    <a:pt x="3553" y="7106"/>
                  </a:lnTo>
                  <a:lnTo>
                    <a:pt x="3322" y="6874"/>
                  </a:lnTo>
                  <a:lnTo>
                    <a:pt x="3090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2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3" y="5986"/>
                  </a:lnTo>
                  <a:lnTo>
                    <a:pt x="4249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9" y="5407"/>
                  </a:lnTo>
                  <a:lnTo>
                    <a:pt x="4557" y="5214"/>
                  </a:lnTo>
                  <a:lnTo>
                    <a:pt x="4519" y="5059"/>
                  </a:lnTo>
                  <a:lnTo>
                    <a:pt x="4480" y="4866"/>
                  </a:lnTo>
                  <a:lnTo>
                    <a:pt x="4403" y="4712"/>
                  </a:lnTo>
                  <a:lnTo>
                    <a:pt x="4287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1" y="4364"/>
                  </a:lnTo>
                  <a:lnTo>
                    <a:pt x="3708" y="4364"/>
                  </a:lnTo>
                  <a:lnTo>
                    <a:pt x="3553" y="4403"/>
                  </a:lnTo>
                  <a:lnTo>
                    <a:pt x="3399" y="4442"/>
                  </a:lnTo>
                  <a:lnTo>
                    <a:pt x="3245" y="4519"/>
                  </a:lnTo>
                  <a:lnTo>
                    <a:pt x="3090" y="4635"/>
                  </a:lnTo>
                  <a:lnTo>
                    <a:pt x="2820" y="4905"/>
                  </a:lnTo>
                  <a:lnTo>
                    <a:pt x="2588" y="5214"/>
                  </a:lnTo>
                  <a:lnTo>
                    <a:pt x="2434" y="5561"/>
                  </a:lnTo>
                  <a:lnTo>
                    <a:pt x="2395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6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5" y="2318"/>
                  </a:lnTo>
                  <a:lnTo>
                    <a:pt x="2356" y="2511"/>
                  </a:lnTo>
                  <a:lnTo>
                    <a:pt x="2588" y="2627"/>
                  </a:lnTo>
                  <a:lnTo>
                    <a:pt x="2820" y="2743"/>
                  </a:lnTo>
                  <a:lnTo>
                    <a:pt x="3129" y="2781"/>
                  </a:lnTo>
                  <a:lnTo>
                    <a:pt x="3283" y="2743"/>
                  </a:lnTo>
                  <a:lnTo>
                    <a:pt x="3476" y="2704"/>
                  </a:lnTo>
                  <a:lnTo>
                    <a:pt x="3631" y="2627"/>
                  </a:lnTo>
                  <a:lnTo>
                    <a:pt x="3785" y="2549"/>
                  </a:lnTo>
                  <a:lnTo>
                    <a:pt x="3901" y="2434"/>
                  </a:lnTo>
                  <a:lnTo>
                    <a:pt x="4017" y="2279"/>
                  </a:lnTo>
                  <a:lnTo>
                    <a:pt x="4094" y="2125"/>
                  </a:lnTo>
                  <a:lnTo>
                    <a:pt x="4133" y="1970"/>
                  </a:lnTo>
                  <a:lnTo>
                    <a:pt x="4094" y="1777"/>
                  </a:lnTo>
                  <a:lnTo>
                    <a:pt x="4055" y="1623"/>
                  </a:lnTo>
                  <a:lnTo>
                    <a:pt x="4017" y="1507"/>
                  </a:lnTo>
                  <a:lnTo>
                    <a:pt x="3901" y="1352"/>
                  </a:lnTo>
                  <a:lnTo>
                    <a:pt x="3785" y="1237"/>
                  </a:lnTo>
                  <a:lnTo>
                    <a:pt x="3631" y="1159"/>
                  </a:lnTo>
                  <a:lnTo>
                    <a:pt x="3515" y="1121"/>
                  </a:lnTo>
                  <a:lnTo>
                    <a:pt x="3322" y="1082"/>
                  </a:lnTo>
                  <a:lnTo>
                    <a:pt x="3167" y="1043"/>
                  </a:lnTo>
                  <a:lnTo>
                    <a:pt x="3013" y="1082"/>
                  </a:lnTo>
                  <a:lnTo>
                    <a:pt x="2743" y="1159"/>
                  </a:lnTo>
                  <a:lnTo>
                    <a:pt x="2472" y="1314"/>
                  </a:lnTo>
                  <a:lnTo>
                    <a:pt x="2241" y="1545"/>
                  </a:lnTo>
                  <a:lnTo>
                    <a:pt x="2511" y="78"/>
                  </a:lnTo>
                  <a:lnTo>
                    <a:pt x="220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11"/>
            <p:cNvSpPr/>
            <p:nvPr/>
          </p:nvSpPr>
          <p:spPr>
            <a:xfrm>
              <a:off x="3971200" y="23945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4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2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11"/>
            <p:cNvSpPr/>
            <p:nvPr/>
          </p:nvSpPr>
          <p:spPr>
            <a:xfrm>
              <a:off x="591450" y="23984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8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0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11"/>
            <p:cNvSpPr/>
            <p:nvPr/>
          </p:nvSpPr>
          <p:spPr>
            <a:xfrm>
              <a:off x="456275" y="23994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80"/>
                  </a:lnTo>
                  <a:lnTo>
                    <a:pt x="12280" y="657"/>
                  </a:lnTo>
                  <a:lnTo>
                    <a:pt x="12628" y="850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54"/>
                  </a:lnTo>
                  <a:lnTo>
                    <a:pt x="13478" y="2240"/>
                  </a:lnTo>
                  <a:lnTo>
                    <a:pt x="13632" y="2665"/>
                  </a:lnTo>
                  <a:lnTo>
                    <a:pt x="13825" y="3438"/>
                  </a:lnTo>
                  <a:lnTo>
                    <a:pt x="13825" y="3438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472"/>
                  </a:lnTo>
                  <a:lnTo>
                    <a:pt x="12010" y="2125"/>
                  </a:lnTo>
                  <a:lnTo>
                    <a:pt x="11817" y="1932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734"/>
                  </a:lnTo>
                  <a:lnTo>
                    <a:pt x="11740" y="619"/>
                  </a:lnTo>
                  <a:lnTo>
                    <a:pt x="11856" y="541"/>
                  </a:lnTo>
                  <a:lnTo>
                    <a:pt x="11972" y="503"/>
                  </a:lnTo>
                  <a:close/>
                  <a:moveTo>
                    <a:pt x="16219" y="1584"/>
                  </a:moveTo>
                  <a:lnTo>
                    <a:pt x="16296" y="1623"/>
                  </a:lnTo>
                  <a:lnTo>
                    <a:pt x="16412" y="1661"/>
                  </a:lnTo>
                  <a:lnTo>
                    <a:pt x="16490" y="1738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7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661"/>
                  </a:lnTo>
                  <a:lnTo>
                    <a:pt x="16103" y="1623"/>
                  </a:lnTo>
                  <a:lnTo>
                    <a:pt x="16219" y="1584"/>
                  </a:lnTo>
                  <a:close/>
                  <a:moveTo>
                    <a:pt x="13825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9"/>
                  </a:lnTo>
                  <a:lnTo>
                    <a:pt x="10890" y="5445"/>
                  </a:lnTo>
                  <a:lnTo>
                    <a:pt x="10968" y="5252"/>
                  </a:lnTo>
                  <a:lnTo>
                    <a:pt x="11122" y="5098"/>
                  </a:lnTo>
                  <a:lnTo>
                    <a:pt x="11277" y="4943"/>
                  </a:lnTo>
                  <a:lnTo>
                    <a:pt x="11547" y="4750"/>
                  </a:lnTo>
                  <a:lnTo>
                    <a:pt x="11817" y="4635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25" y="4287"/>
                  </a:lnTo>
                  <a:close/>
                  <a:moveTo>
                    <a:pt x="14404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7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44" y="5986"/>
                  </a:lnTo>
                  <a:lnTo>
                    <a:pt x="16876" y="6334"/>
                  </a:lnTo>
                  <a:lnTo>
                    <a:pt x="16992" y="6681"/>
                  </a:lnTo>
                  <a:lnTo>
                    <a:pt x="16992" y="6836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8"/>
                  </a:lnTo>
                  <a:lnTo>
                    <a:pt x="16374" y="7338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370" y="6565"/>
                  </a:lnTo>
                  <a:lnTo>
                    <a:pt x="15061" y="6141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06" y="619"/>
                  </a:lnTo>
                  <a:lnTo>
                    <a:pt x="10929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33" y="2742"/>
                  </a:lnTo>
                  <a:lnTo>
                    <a:pt x="12396" y="3090"/>
                  </a:lnTo>
                  <a:lnTo>
                    <a:pt x="12860" y="3399"/>
                  </a:lnTo>
                  <a:lnTo>
                    <a:pt x="12860" y="3399"/>
                  </a:lnTo>
                  <a:lnTo>
                    <a:pt x="12049" y="3283"/>
                  </a:lnTo>
                  <a:lnTo>
                    <a:pt x="11199" y="3283"/>
                  </a:lnTo>
                  <a:lnTo>
                    <a:pt x="10388" y="3322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623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082" y="10156"/>
                  </a:lnTo>
                  <a:lnTo>
                    <a:pt x="503" y="10967"/>
                  </a:lnTo>
                  <a:lnTo>
                    <a:pt x="1" y="11778"/>
                  </a:lnTo>
                  <a:lnTo>
                    <a:pt x="348" y="12049"/>
                  </a:lnTo>
                  <a:lnTo>
                    <a:pt x="1546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79"/>
                  </a:lnTo>
                  <a:lnTo>
                    <a:pt x="6257" y="5561"/>
                  </a:lnTo>
                  <a:lnTo>
                    <a:pt x="7106" y="5059"/>
                  </a:lnTo>
                  <a:lnTo>
                    <a:pt x="7994" y="4596"/>
                  </a:lnTo>
                  <a:lnTo>
                    <a:pt x="8458" y="4441"/>
                  </a:lnTo>
                  <a:lnTo>
                    <a:pt x="8921" y="4248"/>
                  </a:lnTo>
                  <a:lnTo>
                    <a:pt x="9423" y="4133"/>
                  </a:lnTo>
                  <a:lnTo>
                    <a:pt x="9886" y="4017"/>
                  </a:lnTo>
                  <a:lnTo>
                    <a:pt x="10388" y="3901"/>
                  </a:lnTo>
                  <a:lnTo>
                    <a:pt x="10852" y="3862"/>
                  </a:lnTo>
                  <a:lnTo>
                    <a:pt x="11354" y="3824"/>
                  </a:lnTo>
                  <a:lnTo>
                    <a:pt x="11856" y="3824"/>
                  </a:lnTo>
                  <a:lnTo>
                    <a:pt x="12358" y="3862"/>
                  </a:lnTo>
                  <a:lnTo>
                    <a:pt x="12860" y="3901"/>
                  </a:lnTo>
                  <a:lnTo>
                    <a:pt x="12319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47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4"/>
                  </a:lnTo>
                  <a:lnTo>
                    <a:pt x="11006" y="6411"/>
                  </a:lnTo>
                  <a:lnTo>
                    <a:pt x="11277" y="6449"/>
                  </a:lnTo>
                  <a:lnTo>
                    <a:pt x="11585" y="6411"/>
                  </a:lnTo>
                  <a:lnTo>
                    <a:pt x="11856" y="6372"/>
                  </a:lnTo>
                  <a:lnTo>
                    <a:pt x="12165" y="6256"/>
                  </a:lnTo>
                  <a:lnTo>
                    <a:pt x="12628" y="6063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760" y="7878"/>
                  </a:lnTo>
                  <a:lnTo>
                    <a:pt x="16876" y="7840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7"/>
                  </a:lnTo>
                  <a:lnTo>
                    <a:pt x="17378" y="7531"/>
                  </a:lnTo>
                  <a:lnTo>
                    <a:pt x="17416" y="7376"/>
                  </a:lnTo>
                  <a:lnTo>
                    <a:pt x="17455" y="7260"/>
                  </a:lnTo>
                  <a:lnTo>
                    <a:pt x="17493" y="6951"/>
                  </a:lnTo>
                  <a:lnTo>
                    <a:pt x="17416" y="6604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4"/>
                  </a:lnTo>
                  <a:lnTo>
                    <a:pt x="17146" y="2163"/>
                  </a:lnTo>
                  <a:lnTo>
                    <a:pt x="17107" y="1932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36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41" y="2434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11"/>
            <p:cNvSpPr/>
            <p:nvPr/>
          </p:nvSpPr>
          <p:spPr>
            <a:xfrm>
              <a:off x="5396100" y="24418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4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2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6" y="9153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3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7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5"/>
                  </a:lnTo>
                  <a:lnTo>
                    <a:pt x="695" y="735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4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50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3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9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6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8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2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4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7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11"/>
            <p:cNvSpPr/>
            <p:nvPr/>
          </p:nvSpPr>
          <p:spPr>
            <a:xfrm>
              <a:off x="4094775" y="2444775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4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5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11"/>
            <p:cNvSpPr/>
            <p:nvPr/>
          </p:nvSpPr>
          <p:spPr>
            <a:xfrm>
              <a:off x="6880825" y="24872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5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40" y="4943"/>
                  </a:lnTo>
                  <a:lnTo>
                    <a:pt x="155" y="4943"/>
                  </a:lnTo>
                  <a:lnTo>
                    <a:pt x="542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9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11"/>
            <p:cNvSpPr/>
            <p:nvPr/>
          </p:nvSpPr>
          <p:spPr>
            <a:xfrm>
              <a:off x="4037825" y="2489175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3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3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69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7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9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5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11"/>
            <p:cNvSpPr/>
            <p:nvPr/>
          </p:nvSpPr>
          <p:spPr>
            <a:xfrm>
              <a:off x="6829675" y="24891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580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9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9"/>
                  </a:lnTo>
                  <a:lnTo>
                    <a:pt x="78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8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4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6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11"/>
            <p:cNvSpPr/>
            <p:nvPr/>
          </p:nvSpPr>
          <p:spPr>
            <a:xfrm>
              <a:off x="2130250" y="2495950"/>
              <a:ext cx="246175" cy="107175"/>
            </a:xfrm>
            <a:custGeom>
              <a:avLst/>
              <a:gdLst/>
              <a:ahLst/>
              <a:cxnLst/>
              <a:rect l="l" t="t" r="r" b="b"/>
              <a:pathLst>
                <a:path w="9847" h="4287" extrusionOk="0">
                  <a:moveTo>
                    <a:pt x="8882" y="2742"/>
                  </a:moveTo>
                  <a:lnTo>
                    <a:pt x="9113" y="2819"/>
                  </a:lnTo>
                  <a:lnTo>
                    <a:pt x="9229" y="2896"/>
                  </a:lnTo>
                  <a:lnTo>
                    <a:pt x="9306" y="3012"/>
                  </a:lnTo>
                  <a:lnTo>
                    <a:pt x="9384" y="3089"/>
                  </a:lnTo>
                  <a:lnTo>
                    <a:pt x="9384" y="3205"/>
                  </a:lnTo>
                  <a:lnTo>
                    <a:pt x="9422" y="3321"/>
                  </a:lnTo>
                  <a:lnTo>
                    <a:pt x="9384" y="3437"/>
                  </a:lnTo>
                  <a:lnTo>
                    <a:pt x="9268" y="3630"/>
                  </a:lnTo>
                  <a:lnTo>
                    <a:pt x="9113" y="3785"/>
                  </a:lnTo>
                  <a:lnTo>
                    <a:pt x="8920" y="3862"/>
                  </a:lnTo>
                  <a:lnTo>
                    <a:pt x="8727" y="3862"/>
                  </a:lnTo>
                  <a:lnTo>
                    <a:pt x="8573" y="3785"/>
                  </a:lnTo>
                  <a:lnTo>
                    <a:pt x="8418" y="3630"/>
                  </a:lnTo>
                  <a:lnTo>
                    <a:pt x="8302" y="3437"/>
                  </a:lnTo>
                  <a:lnTo>
                    <a:pt x="8302" y="3244"/>
                  </a:lnTo>
                  <a:lnTo>
                    <a:pt x="8341" y="3051"/>
                  </a:lnTo>
                  <a:lnTo>
                    <a:pt x="8380" y="2858"/>
                  </a:lnTo>
                  <a:lnTo>
                    <a:pt x="8418" y="2819"/>
                  </a:lnTo>
                  <a:lnTo>
                    <a:pt x="8650" y="2742"/>
                  </a:lnTo>
                  <a:close/>
                  <a:moveTo>
                    <a:pt x="155" y="0"/>
                  </a:moveTo>
                  <a:lnTo>
                    <a:pt x="77" y="39"/>
                  </a:lnTo>
                  <a:lnTo>
                    <a:pt x="39" y="78"/>
                  </a:lnTo>
                  <a:lnTo>
                    <a:pt x="0" y="155"/>
                  </a:lnTo>
                  <a:lnTo>
                    <a:pt x="39" y="271"/>
                  </a:lnTo>
                  <a:lnTo>
                    <a:pt x="77" y="348"/>
                  </a:lnTo>
                  <a:lnTo>
                    <a:pt x="116" y="386"/>
                  </a:lnTo>
                  <a:lnTo>
                    <a:pt x="618" y="618"/>
                  </a:lnTo>
                  <a:lnTo>
                    <a:pt x="1120" y="773"/>
                  </a:lnTo>
                  <a:lnTo>
                    <a:pt x="2124" y="1081"/>
                  </a:lnTo>
                  <a:lnTo>
                    <a:pt x="4286" y="1738"/>
                  </a:lnTo>
                  <a:lnTo>
                    <a:pt x="6101" y="2317"/>
                  </a:lnTo>
                  <a:lnTo>
                    <a:pt x="7028" y="2587"/>
                  </a:lnTo>
                  <a:lnTo>
                    <a:pt x="7993" y="2819"/>
                  </a:lnTo>
                  <a:lnTo>
                    <a:pt x="7916" y="2974"/>
                  </a:lnTo>
                  <a:lnTo>
                    <a:pt x="7878" y="3089"/>
                  </a:lnTo>
                  <a:lnTo>
                    <a:pt x="7878" y="3398"/>
                  </a:lnTo>
                  <a:lnTo>
                    <a:pt x="7993" y="3707"/>
                  </a:lnTo>
                  <a:lnTo>
                    <a:pt x="8109" y="3939"/>
                  </a:lnTo>
                  <a:lnTo>
                    <a:pt x="8225" y="4093"/>
                  </a:lnTo>
                  <a:lnTo>
                    <a:pt x="8380" y="4171"/>
                  </a:lnTo>
                  <a:lnTo>
                    <a:pt x="8573" y="4248"/>
                  </a:lnTo>
                  <a:lnTo>
                    <a:pt x="8727" y="4287"/>
                  </a:lnTo>
                  <a:lnTo>
                    <a:pt x="8920" y="4287"/>
                  </a:lnTo>
                  <a:lnTo>
                    <a:pt x="9075" y="4248"/>
                  </a:lnTo>
                  <a:lnTo>
                    <a:pt x="9268" y="4209"/>
                  </a:lnTo>
                  <a:lnTo>
                    <a:pt x="9422" y="4093"/>
                  </a:lnTo>
                  <a:lnTo>
                    <a:pt x="9538" y="3978"/>
                  </a:lnTo>
                  <a:lnTo>
                    <a:pt x="9654" y="3823"/>
                  </a:lnTo>
                  <a:lnTo>
                    <a:pt x="9770" y="3669"/>
                  </a:lnTo>
                  <a:lnTo>
                    <a:pt x="9808" y="3514"/>
                  </a:lnTo>
                  <a:lnTo>
                    <a:pt x="9847" y="3321"/>
                  </a:lnTo>
                  <a:lnTo>
                    <a:pt x="9847" y="3128"/>
                  </a:lnTo>
                  <a:lnTo>
                    <a:pt x="9770" y="2974"/>
                  </a:lnTo>
                  <a:lnTo>
                    <a:pt x="9692" y="2781"/>
                  </a:lnTo>
                  <a:lnTo>
                    <a:pt x="9577" y="2665"/>
                  </a:lnTo>
                  <a:lnTo>
                    <a:pt x="9422" y="2549"/>
                  </a:lnTo>
                  <a:lnTo>
                    <a:pt x="9229" y="2433"/>
                  </a:lnTo>
                  <a:lnTo>
                    <a:pt x="9075" y="2394"/>
                  </a:lnTo>
                  <a:lnTo>
                    <a:pt x="8688" y="2394"/>
                  </a:lnTo>
                  <a:lnTo>
                    <a:pt x="8495" y="2472"/>
                  </a:lnTo>
                  <a:lnTo>
                    <a:pt x="8341" y="2549"/>
                  </a:lnTo>
                  <a:lnTo>
                    <a:pt x="7298" y="2163"/>
                  </a:lnTo>
                  <a:lnTo>
                    <a:pt x="6294" y="1815"/>
                  </a:lnTo>
                  <a:lnTo>
                    <a:pt x="4209" y="1159"/>
                  </a:lnTo>
                  <a:lnTo>
                    <a:pt x="3244" y="850"/>
                  </a:lnTo>
                  <a:lnTo>
                    <a:pt x="2240" y="502"/>
                  </a:lnTo>
                  <a:lnTo>
                    <a:pt x="1236" y="193"/>
                  </a:lnTo>
                  <a:lnTo>
                    <a:pt x="734" y="7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11"/>
            <p:cNvSpPr/>
            <p:nvPr/>
          </p:nvSpPr>
          <p:spPr>
            <a:xfrm>
              <a:off x="4737700" y="2534550"/>
              <a:ext cx="459550" cy="296400"/>
            </a:xfrm>
            <a:custGeom>
              <a:avLst/>
              <a:gdLst/>
              <a:ahLst/>
              <a:cxnLst/>
              <a:rect l="l" t="t" r="r" b="b"/>
              <a:pathLst>
                <a:path w="18382" h="11856" extrusionOk="0">
                  <a:moveTo>
                    <a:pt x="17648" y="2936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9"/>
                  </a:lnTo>
                  <a:lnTo>
                    <a:pt x="17880" y="3322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40"/>
                  </a:lnTo>
                  <a:lnTo>
                    <a:pt x="17648" y="4133"/>
                  </a:lnTo>
                  <a:lnTo>
                    <a:pt x="17300" y="4403"/>
                  </a:lnTo>
                  <a:lnTo>
                    <a:pt x="17030" y="4596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4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5"/>
                  </a:lnTo>
                  <a:lnTo>
                    <a:pt x="16528" y="3515"/>
                  </a:lnTo>
                  <a:lnTo>
                    <a:pt x="16721" y="3283"/>
                  </a:lnTo>
                  <a:lnTo>
                    <a:pt x="16953" y="3129"/>
                  </a:lnTo>
                  <a:lnTo>
                    <a:pt x="17223" y="2974"/>
                  </a:lnTo>
                  <a:lnTo>
                    <a:pt x="17493" y="2936"/>
                  </a:lnTo>
                  <a:close/>
                  <a:moveTo>
                    <a:pt x="14211" y="4866"/>
                  </a:moveTo>
                  <a:lnTo>
                    <a:pt x="14481" y="4905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30"/>
                  </a:lnTo>
                  <a:lnTo>
                    <a:pt x="14752" y="5523"/>
                  </a:lnTo>
                  <a:lnTo>
                    <a:pt x="14288" y="5677"/>
                  </a:lnTo>
                  <a:lnTo>
                    <a:pt x="14018" y="5716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600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7"/>
                  </a:lnTo>
                  <a:lnTo>
                    <a:pt x="13169" y="5021"/>
                  </a:lnTo>
                  <a:lnTo>
                    <a:pt x="13323" y="4944"/>
                  </a:lnTo>
                  <a:lnTo>
                    <a:pt x="13555" y="4905"/>
                  </a:lnTo>
                  <a:lnTo>
                    <a:pt x="13864" y="4866"/>
                  </a:lnTo>
                  <a:close/>
                  <a:moveTo>
                    <a:pt x="15756" y="5523"/>
                  </a:moveTo>
                  <a:lnTo>
                    <a:pt x="16374" y="5832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4"/>
                  </a:lnTo>
                  <a:lnTo>
                    <a:pt x="17571" y="6913"/>
                  </a:lnTo>
                  <a:lnTo>
                    <a:pt x="17609" y="7067"/>
                  </a:lnTo>
                  <a:lnTo>
                    <a:pt x="17609" y="7222"/>
                  </a:lnTo>
                  <a:lnTo>
                    <a:pt x="17609" y="7454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4"/>
                  </a:lnTo>
                  <a:lnTo>
                    <a:pt x="17146" y="7724"/>
                  </a:lnTo>
                  <a:lnTo>
                    <a:pt x="16953" y="7685"/>
                  </a:lnTo>
                  <a:lnTo>
                    <a:pt x="16798" y="7608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7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2"/>
                  </a:lnTo>
                  <a:lnTo>
                    <a:pt x="15756" y="5523"/>
                  </a:lnTo>
                  <a:close/>
                  <a:moveTo>
                    <a:pt x="4944" y="464"/>
                  </a:moveTo>
                  <a:lnTo>
                    <a:pt x="5561" y="503"/>
                  </a:lnTo>
                  <a:lnTo>
                    <a:pt x="6141" y="657"/>
                  </a:lnTo>
                  <a:lnTo>
                    <a:pt x="6681" y="889"/>
                  </a:lnTo>
                  <a:lnTo>
                    <a:pt x="7222" y="1198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5"/>
                  </a:lnTo>
                  <a:lnTo>
                    <a:pt x="8766" y="2781"/>
                  </a:lnTo>
                  <a:lnTo>
                    <a:pt x="9037" y="3206"/>
                  </a:lnTo>
                  <a:lnTo>
                    <a:pt x="9268" y="3669"/>
                  </a:lnTo>
                  <a:lnTo>
                    <a:pt x="9693" y="4596"/>
                  </a:lnTo>
                  <a:lnTo>
                    <a:pt x="10079" y="5523"/>
                  </a:lnTo>
                  <a:lnTo>
                    <a:pt x="10272" y="5909"/>
                  </a:lnTo>
                  <a:lnTo>
                    <a:pt x="10504" y="6295"/>
                  </a:lnTo>
                  <a:lnTo>
                    <a:pt x="10736" y="6643"/>
                  </a:lnTo>
                  <a:lnTo>
                    <a:pt x="11006" y="6913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1"/>
                  </a:lnTo>
                  <a:lnTo>
                    <a:pt x="13207" y="7492"/>
                  </a:lnTo>
                  <a:lnTo>
                    <a:pt x="13516" y="7415"/>
                  </a:lnTo>
                  <a:lnTo>
                    <a:pt x="13825" y="7260"/>
                  </a:lnTo>
                  <a:lnTo>
                    <a:pt x="14095" y="7106"/>
                  </a:lnTo>
                  <a:lnTo>
                    <a:pt x="14366" y="6952"/>
                  </a:lnTo>
                  <a:lnTo>
                    <a:pt x="14597" y="6720"/>
                  </a:lnTo>
                  <a:lnTo>
                    <a:pt x="14829" y="6488"/>
                  </a:lnTo>
                  <a:lnTo>
                    <a:pt x="14829" y="6488"/>
                  </a:lnTo>
                  <a:lnTo>
                    <a:pt x="14404" y="7222"/>
                  </a:lnTo>
                  <a:lnTo>
                    <a:pt x="13941" y="7878"/>
                  </a:lnTo>
                  <a:lnTo>
                    <a:pt x="13439" y="8535"/>
                  </a:lnTo>
                  <a:lnTo>
                    <a:pt x="12860" y="9114"/>
                  </a:lnTo>
                  <a:lnTo>
                    <a:pt x="12242" y="9616"/>
                  </a:lnTo>
                  <a:lnTo>
                    <a:pt x="11547" y="10079"/>
                  </a:lnTo>
                  <a:lnTo>
                    <a:pt x="10813" y="10504"/>
                  </a:lnTo>
                  <a:lnTo>
                    <a:pt x="10041" y="10813"/>
                  </a:lnTo>
                  <a:lnTo>
                    <a:pt x="9462" y="11006"/>
                  </a:lnTo>
                  <a:lnTo>
                    <a:pt x="8882" y="11161"/>
                  </a:lnTo>
                  <a:lnTo>
                    <a:pt x="8303" y="11276"/>
                  </a:lnTo>
                  <a:lnTo>
                    <a:pt x="7724" y="11315"/>
                  </a:lnTo>
                  <a:lnTo>
                    <a:pt x="7145" y="11354"/>
                  </a:lnTo>
                  <a:lnTo>
                    <a:pt x="6604" y="11315"/>
                  </a:lnTo>
                  <a:lnTo>
                    <a:pt x="6025" y="11238"/>
                  </a:lnTo>
                  <a:lnTo>
                    <a:pt x="5484" y="11122"/>
                  </a:lnTo>
                  <a:lnTo>
                    <a:pt x="4944" y="10967"/>
                  </a:lnTo>
                  <a:lnTo>
                    <a:pt x="4442" y="10736"/>
                  </a:lnTo>
                  <a:lnTo>
                    <a:pt x="3940" y="10504"/>
                  </a:lnTo>
                  <a:lnTo>
                    <a:pt x="3476" y="10195"/>
                  </a:lnTo>
                  <a:lnTo>
                    <a:pt x="3013" y="9848"/>
                  </a:lnTo>
                  <a:lnTo>
                    <a:pt x="2549" y="9461"/>
                  </a:lnTo>
                  <a:lnTo>
                    <a:pt x="2163" y="9037"/>
                  </a:lnTo>
                  <a:lnTo>
                    <a:pt x="1777" y="8573"/>
                  </a:lnTo>
                  <a:lnTo>
                    <a:pt x="1430" y="8033"/>
                  </a:lnTo>
                  <a:lnTo>
                    <a:pt x="1121" y="7492"/>
                  </a:lnTo>
                  <a:lnTo>
                    <a:pt x="850" y="6913"/>
                  </a:lnTo>
                  <a:lnTo>
                    <a:pt x="657" y="6334"/>
                  </a:lnTo>
                  <a:lnTo>
                    <a:pt x="503" y="5754"/>
                  </a:lnTo>
                  <a:lnTo>
                    <a:pt x="426" y="5137"/>
                  </a:lnTo>
                  <a:lnTo>
                    <a:pt x="426" y="4519"/>
                  </a:lnTo>
                  <a:lnTo>
                    <a:pt x="503" y="3862"/>
                  </a:lnTo>
                  <a:lnTo>
                    <a:pt x="696" y="3283"/>
                  </a:lnTo>
                  <a:lnTo>
                    <a:pt x="928" y="2743"/>
                  </a:lnTo>
                  <a:lnTo>
                    <a:pt x="1275" y="2241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80"/>
                  </a:lnTo>
                  <a:lnTo>
                    <a:pt x="4326" y="464"/>
                  </a:lnTo>
                  <a:close/>
                  <a:moveTo>
                    <a:pt x="4519" y="1"/>
                  </a:moveTo>
                  <a:lnTo>
                    <a:pt x="4249" y="39"/>
                  </a:lnTo>
                  <a:lnTo>
                    <a:pt x="3901" y="78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6"/>
                  </a:lnTo>
                  <a:lnTo>
                    <a:pt x="2472" y="580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4"/>
                  </a:lnTo>
                  <a:lnTo>
                    <a:pt x="1082" y="1700"/>
                  </a:lnTo>
                  <a:lnTo>
                    <a:pt x="773" y="2163"/>
                  </a:lnTo>
                  <a:lnTo>
                    <a:pt x="503" y="2627"/>
                  </a:lnTo>
                  <a:lnTo>
                    <a:pt x="310" y="3090"/>
                  </a:lnTo>
                  <a:lnTo>
                    <a:pt x="155" y="3592"/>
                  </a:lnTo>
                  <a:lnTo>
                    <a:pt x="40" y="4094"/>
                  </a:lnTo>
                  <a:lnTo>
                    <a:pt x="1" y="4596"/>
                  </a:lnTo>
                  <a:lnTo>
                    <a:pt x="1" y="5137"/>
                  </a:lnTo>
                  <a:lnTo>
                    <a:pt x="78" y="5639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9"/>
                  </a:lnTo>
                  <a:lnTo>
                    <a:pt x="1237" y="8612"/>
                  </a:lnTo>
                  <a:lnTo>
                    <a:pt x="1545" y="9037"/>
                  </a:lnTo>
                  <a:lnTo>
                    <a:pt x="2009" y="9577"/>
                  </a:lnTo>
                  <a:lnTo>
                    <a:pt x="2472" y="10041"/>
                  </a:lnTo>
                  <a:lnTo>
                    <a:pt x="2974" y="10427"/>
                  </a:lnTo>
                  <a:lnTo>
                    <a:pt x="3476" y="10813"/>
                  </a:lnTo>
                  <a:lnTo>
                    <a:pt x="4055" y="11083"/>
                  </a:lnTo>
                  <a:lnTo>
                    <a:pt x="4596" y="11354"/>
                  </a:lnTo>
                  <a:lnTo>
                    <a:pt x="5214" y="11547"/>
                  </a:lnTo>
                  <a:lnTo>
                    <a:pt x="5832" y="11701"/>
                  </a:lnTo>
                  <a:lnTo>
                    <a:pt x="5870" y="11856"/>
                  </a:lnTo>
                  <a:lnTo>
                    <a:pt x="6218" y="11778"/>
                  </a:lnTo>
                  <a:lnTo>
                    <a:pt x="7029" y="11817"/>
                  </a:lnTo>
                  <a:lnTo>
                    <a:pt x="7840" y="11817"/>
                  </a:lnTo>
                  <a:lnTo>
                    <a:pt x="8689" y="11701"/>
                  </a:lnTo>
                  <a:lnTo>
                    <a:pt x="9539" y="11508"/>
                  </a:lnTo>
                  <a:lnTo>
                    <a:pt x="10272" y="11238"/>
                  </a:lnTo>
                  <a:lnTo>
                    <a:pt x="11006" y="10929"/>
                  </a:lnTo>
                  <a:lnTo>
                    <a:pt x="11315" y="10813"/>
                  </a:lnTo>
                  <a:lnTo>
                    <a:pt x="11315" y="10774"/>
                  </a:lnTo>
                  <a:lnTo>
                    <a:pt x="12049" y="10350"/>
                  </a:lnTo>
                  <a:lnTo>
                    <a:pt x="12705" y="9848"/>
                  </a:lnTo>
                  <a:lnTo>
                    <a:pt x="13362" y="9307"/>
                  </a:lnTo>
                  <a:lnTo>
                    <a:pt x="13941" y="8689"/>
                  </a:lnTo>
                  <a:lnTo>
                    <a:pt x="14481" y="8033"/>
                  </a:lnTo>
                  <a:lnTo>
                    <a:pt x="14713" y="7685"/>
                  </a:lnTo>
                  <a:lnTo>
                    <a:pt x="14906" y="7299"/>
                  </a:lnTo>
                  <a:lnTo>
                    <a:pt x="15099" y="6952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20"/>
                  </a:lnTo>
                  <a:lnTo>
                    <a:pt x="15987" y="7145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7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3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4"/>
                  </a:lnTo>
                  <a:lnTo>
                    <a:pt x="18034" y="7260"/>
                  </a:lnTo>
                  <a:lnTo>
                    <a:pt x="17995" y="7029"/>
                  </a:lnTo>
                  <a:lnTo>
                    <a:pt x="17918" y="6836"/>
                  </a:lnTo>
                  <a:lnTo>
                    <a:pt x="17841" y="6643"/>
                  </a:lnTo>
                  <a:lnTo>
                    <a:pt x="17725" y="6450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6"/>
                  </a:lnTo>
                  <a:lnTo>
                    <a:pt x="16567" y="5446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2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4"/>
                  </a:lnTo>
                  <a:lnTo>
                    <a:pt x="18343" y="3553"/>
                  </a:lnTo>
                  <a:lnTo>
                    <a:pt x="18382" y="3322"/>
                  </a:lnTo>
                  <a:lnTo>
                    <a:pt x="18343" y="3090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4"/>
                  </a:lnTo>
                  <a:lnTo>
                    <a:pt x="17841" y="2588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8"/>
                  </a:lnTo>
                  <a:lnTo>
                    <a:pt x="16953" y="2704"/>
                  </a:lnTo>
                  <a:lnTo>
                    <a:pt x="16760" y="2781"/>
                  </a:lnTo>
                  <a:lnTo>
                    <a:pt x="16567" y="2936"/>
                  </a:lnTo>
                  <a:lnTo>
                    <a:pt x="16412" y="3090"/>
                  </a:lnTo>
                  <a:lnTo>
                    <a:pt x="16258" y="3283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1"/>
                  </a:lnTo>
                  <a:lnTo>
                    <a:pt x="15524" y="5021"/>
                  </a:lnTo>
                  <a:lnTo>
                    <a:pt x="15099" y="4789"/>
                  </a:lnTo>
                  <a:lnTo>
                    <a:pt x="14675" y="4635"/>
                  </a:lnTo>
                  <a:lnTo>
                    <a:pt x="14211" y="4519"/>
                  </a:lnTo>
                  <a:lnTo>
                    <a:pt x="13748" y="4519"/>
                  </a:lnTo>
                  <a:lnTo>
                    <a:pt x="13362" y="4596"/>
                  </a:lnTo>
                  <a:lnTo>
                    <a:pt x="13169" y="4635"/>
                  </a:lnTo>
                  <a:lnTo>
                    <a:pt x="12975" y="4712"/>
                  </a:lnTo>
                  <a:lnTo>
                    <a:pt x="12782" y="4789"/>
                  </a:lnTo>
                  <a:lnTo>
                    <a:pt x="12628" y="4944"/>
                  </a:lnTo>
                  <a:lnTo>
                    <a:pt x="12512" y="5098"/>
                  </a:lnTo>
                  <a:lnTo>
                    <a:pt x="12435" y="5252"/>
                  </a:lnTo>
                  <a:lnTo>
                    <a:pt x="12396" y="5446"/>
                  </a:lnTo>
                  <a:lnTo>
                    <a:pt x="12473" y="5639"/>
                  </a:lnTo>
                  <a:lnTo>
                    <a:pt x="12551" y="5793"/>
                  </a:lnTo>
                  <a:lnTo>
                    <a:pt x="12705" y="5909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1"/>
                  </a:lnTo>
                  <a:lnTo>
                    <a:pt x="13786" y="6141"/>
                  </a:lnTo>
                  <a:lnTo>
                    <a:pt x="14134" y="6102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20"/>
                  </a:lnTo>
                  <a:lnTo>
                    <a:pt x="13671" y="6836"/>
                  </a:lnTo>
                  <a:lnTo>
                    <a:pt x="13439" y="6952"/>
                  </a:lnTo>
                  <a:lnTo>
                    <a:pt x="13207" y="7029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1"/>
                  </a:lnTo>
                  <a:lnTo>
                    <a:pt x="10968" y="6141"/>
                  </a:lnTo>
                  <a:lnTo>
                    <a:pt x="10774" y="5793"/>
                  </a:lnTo>
                  <a:lnTo>
                    <a:pt x="10504" y="5330"/>
                  </a:lnTo>
                  <a:lnTo>
                    <a:pt x="10311" y="4828"/>
                  </a:lnTo>
                  <a:lnTo>
                    <a:pt x="9886" y="3862"/>
                  </a:lnTo>
                  <a:lnTo>
                    <a:pt x="9655" y="3399"/>
                  </a:lnTo>
                  <a:lnTo>
                    <a:pt x="9423" y="2936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2"/>
                  </a:lnTo>
                  <a:lnTo>
                    <a:pt x="6874" y="503"/>
                  </a:lnTo>
                  <a:lnTo>
                    <a:pt x="6295" y="271"/>
                  </a:lnTo>
                  <a:lnTo>
                    <a:pt x="5716" y="117"/>
                  </a:lnTo>
                  <a:lnTo>
                    <a:pt x="5137" y="39"/>
                  </a:lnTo>
                  <a:lnTo>
                    <a:pt x="451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11"/>
            <p:cNvSpPr/>
            <p:nvPr/>
          </p:nvSpPr>
          <p:spPr>
            <a:xfrm>
              <a:off x="6767875" y="25365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1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6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11"/>
            <p:cNvSpPr/>
            <p:nvPr/>
          </p:nvSpPr>
          <p:spPr>
            <a:xfrm>
              <a:off x="694725" y="25374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8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11"/>
            <p:cNvSpPr/>
            <p:nvPr/>
          </p:nvSpPr>
          <p:spPr>
            <a:xfrm>
              <a:off x="643575" y="25393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657" y="1468"/>
                  </a:lnTo>
                  <a:lnTo>
                    <a:pt x="579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3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5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11"/>
            <p:cNvSpPr/>
            <p:nvPr/>
          </p:nvSpPr>
          <p:spPr>
            <a:xfrm>
              <a:off x="2323325" y="2542275"/>
              <a:ext cx="309900" cy="249100"/>
            </a:xfrm>
            <a:custGeom>
              <a:avLst/>
              <a:gdLst/>
              <a:ahLst/>
              <a:cxnLst/>
              <a:rect l="l" t="t" r="r" b="b"/>
              <a:pathLst>
                <a:path w="12396" h="9964" extrusionOk="0">
                  <a:moveTo>
                    <a:pt x="10079" y="426"/>
                  </a:moveTo>
                  <a:lnTo>
                    <a:pt x="10272" y="464"/>
                  </a:lnTo>
                  <a:lnTo>
                    <a:pt x="10465" y="503"/>
                  </a:lnTo>
                  <a:lnTo>
                    <a:pt x="10581" y="541"/>
                  </a:lnTo>
                  <a:lnTo>
                    <a:pt x="10735" y="657"/>
                  </a:lnTo>
                  <a:lnTo>
                    <a:pt x="10851" y="850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28" y="1430"/>
                  </a:lnTo>
                  <a:lnTo>
                    <a:pt x="10890" y="1661"/>
                  </a:lnTo>
                  <a:lnTo>
                    <a:pt x="10812" y="1854"/>
                  </a:lnTo>
                  <a:lnTo>
                    <a:pt x="10619" y="2202"/>
                  </a:lnTo>
                  <a:lnTo>
                    <a:pt x="10310" y="2588"/>
                  </a:lnTo>
                  <a:lnTo>
                    <a:pt x="9963" y="2936"/>
                  </a:lnTo>
                  <a:lnTo>
                    <a:pt x="9422" y="3476"/>
                  </a:lnTo>
                  <a:lnTo>
                    <a:pt x="8843" y="3978"/>
                  </a:lnTo>
                  <a:lnTo>
                    <a:pt x="8186" y="4480"/>
                  </a:lnTo>
                  <a:lnTo>
                    <a:pt x="7569" y="4982"/>
                  </a:lnTo>
                  <a:lnTo>
                    <a:pt x="6912" y="5484"/>
                  </a:lnTo>
                  <a:lnTo>
                    <a:pt x="6256" y="5947"/>
                  </a:lnTo>
                  <a:lnTo>
                    <a:pt x="5483" y="6411"/>
                  </a:lnTo>
                  <a:lnTo>
                    <a:pt x="4711" y="6874"/>
                  </a:lnTo>
                  <a:lnTo>
                    <a:pt x="3939" y="7299"/>
                  </a:lnTo>
                  <a:lnTo>
                    <a:pt x="3128" y="7724"/>
                  </a:lnTo>
                  <a:lnTo>
                    <a:pt x="2471" y="7994"/>
                  </a:lnTo>
                  <a:lnTo>
                    <a:pt x="2163" y="8110"/>
                  </a:lnTo>
                  <a:lnTo>
                    <a:pt x="1815" y="8226"/>
                  </a:lnTo>
                  <a:lnTo>
                    <a:pt x="1506" y="8264"/>
                  </a:lnTo>
                  <a:lnTo>
                    <a:pt x="1159" y="8303"/>
                  </a:lnTo>
                  <a:lnTo>
                    <a:pt x="811" y="8303"/>
                  </a:lnTo>
                  <a:lnTo>
                    <a:pt x="463" y="8226"/>
                  </a:lnTo>
                  <a:lnTo>
                    <a:pt x="502" y="8148"/>
                  </a:lnTo>
                  <a:lnTo>
                    <a:pt x="463" y="8033"/>
                  </a:lnTo>
                  <a:lnTo>
                    <a:pt x="463" y="7917"/>
                  </a:lnTo>
                  <a:lnTo>
                    <a:pt x="463" y="7801"/>
                  </a:lnTo>
                  <a:lnTo>
                    <a:pt x="502" y="7569"/>
                  </a:lnTo>
                  <a:lnTo>
                    <a:pt x="618" y="7299"/>
                  </a:lnTo>
                  <a:lnTo>
                    <a:pt x="772" y="7029"/>
                  </a:lnTo>
                  <a:lnTo>
                    <a:pt x="1159" y="6565"/>
                  </a:lnTo>
                  <a:lnTo>
                    <a:pt x="1467" y="6179"/>
                  </a:lnTo>
                  <a:lnTo>
                    <a:pt x="2008" y="5561"/>
                  </a:lnTo>
                  <a:lnTo>
                    <a:pt x="2549" y="4982"/>
                  </a:lnTo>
                  <a:lnTo>
                    <a:pt x="3128" y="4441"/>
                  </a:lnTo>
                  <a:lnTo>
                    <a:pt x="3746" y="3862"/>
                  </a:lnTo>
                  <a:lnTo>
                    <a:pt x="4364" y="3360"/>
                  </a:lnTo>
                  <a:lnTo>
                    <a:pt x="5020" y="2858"/>
                  </a:lnTo>
                  <a:lnTo>
                    <a:pt x="5715" y="2434"/>
                  </a:lnTo>
                  <a:lnTo>
                    <a:pt x="6410" y="1970"/>
                  </a:lnTo>
                  <a:lnTo>
                    <a:pt x="7105" y="1584"/>
                  </a:lnTo>
                  <a:lnTo>
                    <a:pt x="7839" y="1236"/>
                  </a:lnTo>
                  <a:lnTo>
                    <a:pt x="8457" y="928"/>
                  </a:lnTo>
                  <a:lnTo>
                    <a:pt x="8843" y="734"/>
                  </a:lnTo>
                  <a:lnTo>
                    <a:pt x="9268" y="580"/>
                  </a:lnTo>
                  <a:lnTo>
                    <a:pt x="9692" y="464"/>
                  </a:lnTo>
                  <a:lnTo>
                    <a:pt x="10079" y="426"/>
                  </a:lnTo>
                  <a:close/>
                  <a:moveTo>
                    <a:pt x="11237" y="464"/>
                  </a:moveTo>
                  <a:lnTo>
                    <a:pt x="11430" y="580"/>
                  </a:lnTo>
                  <a:lnTo>
                    <a:pt x="11585" y="773"/>
                  </a:lnTo>
                  <a:lnTo>
                    <a:pt x="11700" y="966"/>
                  </a:lnTo>
                  <a:lnTo>
                    <a:pt x="11778" y="1236"/>
                  </a:lnTo>
                  <a:lnTo>
                    <a:pt x="11778" y="1468"/>
                  </a:lnTo>
                  <a:lnTo>
                    <a:pt x="11778" y="1738"/>
                  </a:lnTo>
                  <a:lnTo>
                    <a:pt x="11739" y="1970"/>
                  </a:lnTo>
                  <a:lnTo>
                    <a:pt x="11662" y="2240"/>
                  </a:lnTo>
                  <a:lnTo>
                    <a:pt x="11430" y="2627"/>
                  </a:lnTo>
                  <a:lnTo>
                    <a:pt x="11160" y="3013"/>
                  </a:lnTo>
                  <a:lnTo>
                    <a:pt x="10851" y="3399"/>
                  </a:lnTo>
                  <a:lnTo>
                    <a:pt x="10542" y="3746"/>
                  </a:lnTo>
                  <a:lnTo>
                    <a:pt x="9847" y="4480"/>
                  </a:lnTo>
                  <a:lnTo>
                    <a:pt x="9075" y="5137"/>
                  </a:lnTo>
                  <a:lnTo>
                    <a:pt x="8264" y="5793"/>
                  </a:lnTo>
                  <a:lnTo>
                    <a:pt x="7453" y="6372"/>
                  </a:lnTo>
                  <a:lnTo>
                    <a:pt x="6603" y="6990"/>
                  </a:lnTo>
                  <a:lnTo>
                    <a:pt x="5754" y="7569"/>
                  </a:lnTo>
                  <a:lnTo>
                    <a:pt x="4866" y="8110"/>
                  </a:lnTo>
                  <a:lnTo>
                    <a:pt x="3977" y="8612"/>
                  </a:lnTo>
                  <a:lnTo>
                    <a:pt x="3128" y="9037"/>
                  </a:lnTo>
                  <a:lnTo>
                    <a:pt x="2703" y="9191"/>
                  </a:lnTo>
                  <a:lnTo>
                    <a:pt x="2240" y="9346"/>
                  </a:lnTo>
                  <a:lnTo>
                    <a:pt x="1969" y="9384"/>
                  </a:lnTo>
                  <a:lnTo>
                    <a:pt x="1661" y="9423"/>
                  </a:lnTo>
                  <a:lnTo>
                    <a:pt x="1313" y="9384"/>
                  </a:lnTo>
                  <a:lnTo>
                    <a:pt x="1004" y="9346"/>
                  </a:lnTo>
                  <a:lnTo>
                    <a:pt x="734" y="9191"/>
                  </a:lnTo>
                  <a:lnTo>
                    <a:pt x="541" y="9037"/>
                  </a:lnTo>
                  <a:lnTo>
                    <a:pt x="463" y="8921"/>
                  </a:lnTo>
                  <a:lnTo>
                    <a:pt x="386" y="8805"/>
                  </a:lnTo>
                  <a:lnTo>
                    <a:pt x="348" y="8650"/>
                  </a:lnTo>
                  <a:lnTo>
                    <a:pt x="309" y="8496"/>
                  </a:lnTo>
                  <a:lnTo>
                    <a:pt x="579" y="8612"/>
                  </a:lnTo>
                  <a:lnTo>
                    <a:pt x="888" y="8728"/>
                  </a:lnTo>
                  <a:lnTo>
                    <a:pt x="1197" y="8766"/>
                  </a:lnTo>
                  <a:lnTo>
                    <a:pt x="1506" y="8766"/>
                  </a:lnTo>
                  <a:lnTo>
                    <a:pt x="1815" y="8728"/>
                  </a:lnTo>
                  <a:lnTo>
                    <a:pt x="2124" y="8650"/>
                  </a:lnTo>
                  <a:lnTo>
                    <a:pt x="2742" y="8457"/>
                  </a:lnTo>
                  <a:lnTo>
                    <a:pt x="3321" y="8187"/>
                  </a:lnTo>
                  <a:lnTo>
                    <a:pt x="3939" y="7917"/>
                  </a:lnTo>
                  <a:lnTo>
                    <a:pt x="4981" y="7299"/>
                  </a:lnTo>
                  <a:lnTo>
                    <a:pt x="6526" y="6372"/>
                  </a:lnTo>
                  <a:lnTo>
                    <a:pt x="7298" y="5832"/>
                  </a:lnTo>
                  <a:lnTo>
                    <a:pt x="8071" y="5291"/>
                  </a:lnTo>
                  <a:lnTo>
                    <a:pt x="8804" y="4750"/>
                  </a:lnTo>
                  <a:lnTo>
                    <a:pt x="9499" y="4133"/>
                  </a:lnTo>
                  <a:lnTo>
                    <a:pt x="10156" y="3515"/>
                  </a:lnTo>
                  <a:lnTo>
                    <a:pt x="10774" y="2820"/>
                  </a:lnTo>
                  <a:lnTo>
                    <a:pt x="10967" y="2588"/>
                  </a:lnTo>
                  <a:lnTo>
                    <a:pt x="11121" y="2356"/>
                  </a:lnTo>
                  <a:lnTo>
                    <a:pt x="11276" y="2047"/>
                  </a:lnTo>
                  <a:lnTo>
                    <a:pt x="11391" y="1777"/>
                  </a:lnTo>
                  <a:lnTo>
                    <a:pt x="11469" y="1468"/>
                  </a:lnTo>
                  <a:lnTo>
                    <a:pt x="11507" y="1159"/>
                  </a:lnTo>
                  <a:lnTo>
                    <a:pt x="11430" y="889"/>
                  </a:lnTo>
                  <a:lnTo>
                    <a:pt x="11314" y="580"/>
                  </a:lnTo>
                  <a:lnTo>
                    <a:pt x="11237" y="464"/>
                  </a:lnTo>
                  <a:close/>
                  <a:moveTo>
                    <a:pt x="9924" y="1"/>
                  </a:moveTo>
                  <a:lnTo>
                    <a:pt x="9654" y="39"/>
                  </a:lnTo>
                  <a:lnTo>
                    <a:pt x="9306" y="117"/>
                  </a:lnTo>
                  <a:lnTo>
                    <a:pt x="8920" y="194"/>
                  </a:lnTo>
                  <a:lnTo>
                    <a:pt x="8186" y="503"/>
                  </a:lnTo>
                  <a:lnTo>
                    <a:pt x="7491" y="850"/>
                  </a:lnTo>
                  <a:lnTo>
                    <a:pt x="6835" y="1198"/>
                  </a:lnTo>
                  <a:lnTo>
                    <a:pt x="6101" y="1584"/>
                  </a:lnTo>
                  <a:lnTo>
                    <a:pt x="5406" y="2009"/>
                  </a:lnTo>
                  <a:lnTo>
                    <a:pt x="4750" y="2472"/>
                  </a:lnTo>
                  <a:lnTo>
                    <a:pt x="4093" y="2974"/>
                  </a:lnTo>
                  <a:lnTo>
                    <a:pt x="3360" y="3553"/>
                  </a:lnTo>
                  <a:lnTo>
                    <a:pt x="2665" y="4210"/>
                  </a:lnTo>
                  <a:lnTo>
                    <a:pt x="1969" y="4866"/>
                  </a:lnTo>
                  <a:lnTo>
                    <a:pt x="1352" y="5600"/>
                  </a:lnTo>
                  <a:lnTo>
                    <a:pt x="888" y="6141"/>
                  </a:lnTo>
                  <a:lnTo>
                    <a:pt x="618" y="6449"/>
                  </a:lnTo>
                  <a:lnTo>
                    <a:pt x="348" y="6797"/>
                  </a:lnTo>
                  <a:lnTo>
                    <a:pt x="155" y="7145"/>
                  </a:lnTo>
                  <a:lnTo>
                    <a:pt x="0" y="7492"/>
                  </a:lnTo>
                  <a:lnTo>
                    <a:pt x="0" y="7685"/>
                  </a:lnTo>
                  <a:lnTo>
                    <a:pt x="0" y="7840"/>
                  </a:lnTo>
                  <a:lnTo>
                    <a:pt x="0" y="8033"/>
                  </a:lnTo>
                  <a:lnTo>
                    <a:pt x="77" y="8187"/>
                  </a:lnTo>
                  <a:lnTo>
                    <a:pt x="77" y="8264"/>
                  </a:lnTo>
                  <a:lnTo>
                    <a:pt x="77" y="8342"/>
                  </a:lnTo>
                  <a:lnTo>
                    <a:pt x="39" y="8496"/>
                  </a:lnTo>
                  <a:lnTo>
                    <a:pt x="39" y="8650"/>
                  </a:lnTo>
                  <a:lnTo>
                    <a:pt x="77" y="8805"/>
                  </a:lnTo>
                  <a:lnTo>
                    <a:pt x="116" y="8959"/>
                  </a:lnTo>
                  <a:lnTo>
                    <a:pt x="309" y="9230"/>
                  </a:lnTo>
                  <a:lnTo>
                    <a:pt x="541" y="9500"/>
                  </a:lnTo>
                  <a:lnTo>
                    <a:pt x="734" y="9616"/>
                  </a:lnTo>
                  <a:lnTo>
                    <a:pt x="965" y="9732"/>
                  </a:lnTo>
                  <a:lnTo>
                    <a:pt x="1236" y="9770"/>
                  </a:lnTo>
                  <a:lnTo>
                    <a:pt x="1467" y="9809"/>
                  </a:lnTo>
                  <a:lnTo>
                    <a:pt x="1583" y="9963"/>
                  </a:lnTo>
                  <a:lnTo>
                    <a:pt x="1815" y="9770"/>
                  </a:lnTo>
                  <a:lnTo>
                    <a:pt x="1892" y="9770"/>
                  </a:lnTo>
                  <a:lnTo>
                    <a:pt x="1892" y="9848"/>
                  </a:lnTo>
                  <a:lnTo>
                    <a:pt x="1931" y="9848"/>
                  </a:lnTo>
                  <a:lnTo>
                    <a:pt x="2008" y="9770"/>
                  </a:lnTo>
                  <a:lnTo>
                    <a:pt x="2394" y="9654"/>
                  </a:lnTo>
                  <a:lnTo>
                    <a:pt x="2935" y="9500"/>
                  </a:lnTo>
                  <a:lnTo>
                    <a:pt x="3514" y="9268"/>
                  </a:lnTo>
                  <a:lnTo>
                    <a:pt x="4055" y="9037"/>
                  </a:lnTo>
                  <a:lnTo>
                    <a:pt x="4557" y="8766"/>
                  </a:lnTo>
                  <a:lnTo>
                    <a:pt x="5599" y="8148"/>
                  </a:lnTo>
                  <a:lnTo>
                    <a:pt x="6603" y="7492"/>
                  </a:lnTo>
                  <a:lnTo>
                    <a:pt x="6758" y="7376"/>
                  </a:lnTo>
                  <a:lnTo>
                    <a:pt x="7839" y="6643"/>
                  </a:lnTo>
                  <a:lnTo>
                    <a:pt x="8688" y="5986"/>
                  </a:lnTo>
                  <a:lnTo>
                    <a:pt x="9538" y="5330"/>
                  </a:lnTo>
                  <a:lnTo>
                    <a:pt x="10388" y="4596"/>
                  </a:lnTo>
                  <a:lnTo>
                    <a:pt x="10774" y="4171"/>
                  </a:lnTo>
                  <a:lnTo>
                    <a:pt x="11121" y="3785"/>
                  </a:lnTo>
                  <a:lnTo>
                    <a:pt x="11160" y="3901"/>
                  </a:lnTo>
                  <a:lnTo>
                    <a:pt x="11430" y="3824"/>
                  </a:lnTo>
                  <a:lnTo>
                    <a:pt x="11932" y="4094"/>
                  </a:lnTo>
                  <a:lnTo>
                    <a:pt x="12087" y="3824"/>
                  </a:lnTo>
                  <a:lnTo>
                    <a:pt x="11353" y="3476"/>
                  </a:lnTo>
                  <a:lnTo>
                    <a:pt x="11662" y="3051"/>
                  </a:lnTo>
                  <a:lnTo>
                    <a:pt x="11932" y="2588"/>
                  </a:lnTo>
                  <a:lnTo>
                    <a:pt x="12087" y="2202"/>
                  </a:lnTo>
                  <a:lnTo>
                    <a:pt x="12164" y="1816"/>
                  </a:lnTo>
                  <a:lnTo>
                    <a:pt x="12395" y="1623"/>
                  </a:lnTo>
                  <a:lnTo>
                    <a:pt x="12164" y="1391"/>
                  </a:lnTo>
                  <a:lnTo>
                    <a:pt x="12125" y="1082"/>
                  </a:lnTo>
                  <a:lnTo>
                    <a:pt x="12048" y="812"/>
                  </a:lnTo>
                  <a:lnTo>
                    <a:pt x="11932" y="580"/>
                  </a:lnTo>
                  <a:lnTo>
                    <a:pt x="11778" y="387"/>
                  </a:lnTo>
                  <a:lnTo>
                    <a:pt x="11585" y="194"/>
                  </a:lnTo>
                  <a:lnTo>
                    <a:pt x="11353" y="78"/>
                  </a:lnTo>
                  <a:lnTo>
                    <a:pt x="11044" y="39"/>
                  </a:lnTo>
                  <a:lnTo>
                    <a:pt x="10735" y="39"/>
                  </a:lnTo>
                  <a:lnTo>
                    <a:pt x="10619" y="78"/>
                  </a:lnTo>
                  <a:lnTo>
                    <a:pt x="103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11"/>
            <p:cNvSpPr/>
            <p:nvPr/>
          </p:nvSpPr>
          <p:spPr>
            <a:xfrm>
              <a:off x="6773675" y="25422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4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52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2"/>
                  </a:lnTo>
                  <a:lnTo>
                    <a:pt x="2935" y="1430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4" y="1893"/>
                  </a:lnTo>
                  <a:lnTo>
                    <a:pt x="425" y="2434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6" y="11354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20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2"/>
                  </a:lnTo>
                  <a:lnTo>
                    <a:pt x="3669" y="10620"/>
                  </a:lnTo>
                  <a:lnTo>
                    <a:pt x="3824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6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3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6" y="2742"/>
                  </a:lnTo>
                  <a:lnTo>
                    <a:pt x="4287" y="2395"/>
                  </a:lnTo>
                  <a:lnTo>
                    <a:pt x="4210" y="1430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11"/>
            <p:cNvSpPr/>
            <p:nvPr/>
          </p:nvSpPr>
          <p:spPr>
            <a:xfrm>
              <a:off x="4769575" y="2562550"/>
              <a:ext cx="144825" cy="164150"/>
            </a:xfrm>
            <a:custGeom>
              <a:avLst/>
              <a:gdLst/>
              <a:ahLst/>
              <a:cxnLst/>
              <a:rect l="l" t="t" r="r" b="b"/>
              <a:pathLst>
                <a:path w="5793" h="6566" extrusionOk="0">
                  <a:moveTo>
                    <a:pt x="2858" y="464"/>
                  </a:moveTo>
                  <a:lnTo>
                    <a:pt x="3360" y="619"/>
                  </a:lnTo>
                  <a:lnTo>
                    <a:pt x="3823" y="812"/>
                  </a:lnTo>
                  <a:lnTo>
                    <a:pt x="4248" y="1082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9"/>
                  </a:lnTo>
                  <a:lnTo>
                    <a:pt x="5252" y="2511"/>
                  </a:lnTo>
                  <a:lnTo>
                    <a:pt x="5290" y="2781"/>
                  </a:lnTo>
                  <a:lnTo>
                    <a:pt x="5329" y="3051"/>
                  </a:lnTo>
                  <a:lnTo>
                    <a:pt x="5329" y="3322"/>
                  </a:lnTo>
                  <a:lnTo>
                    <a:pt x="5290" y="3785"/>
                  </a:lnTo>
                  <a:lnTo>
                    <a:pt x="5175" y="4248"/>
                  </a:lnTo>
                  <a:lnTo>
                    <a:pt x="4982" y="4712"/>
                  </a:lnTo>
                  <a:lnTo>
                    <a:pt x="4711" y="5098"/>
                  </a:lnTo>
                  <a:lnTo>
                    <a:pt x="4364" y="5445"/>
                  </a:lnTo>
                  <a:lnTo>
                    <a:pt x="4016" y="5716"/>
                  </a:lnTo>
                  <a:lnTo>
                    <a:pt x="3784" y="5832"/>
                  </a:lnTo>
                  <a:lnTo>
                    <a:pt x="3553" y="5947"/>
                  </a:lnTo>
                  <a:lnTo>
                    <a:pt x="3321" y="6025"/>
                  </a:lnTo>
                  <a:lnTo>
                    <a:pt x="3089" y="6063"/>
                  </a:lnTo>
                  <a:lnTo>
                    <a:pt x="2780" y="6102"/>
                  </a:lnTo>
                  <a:lnTo>
                    <a:pt x="2510" y="6102"/>
                  </a:lnTo>
                  <a:lnTo>
                    <a:pt x="2201" y="6063"/>
                  </a:lnTo>
                  <a:lnTo>
                    <a:pt x="1970" y="5986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600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1"/>
                  </a:lnTo>
                  <a:lnTo>
                    <a:pt x="734" y="4789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5"/>
                  </a:lnTo>
                  <a:lnTo>
                    <a:pt x="464" y="2974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700"/>
                  </a:lnTo>
                  <a:lnTo>
                    <a:pt x="966" y="1507"/>
                  </a:lnTo>
                  <a:lnTo>
                    <a:pt x="1120" y="1275"/>
                  </a:lnTo>
                  <a:lnTo>
                    <a:pt x="1313" y="1121"/>
                  </a:lnTo>
                  <a:lnTo>
                    <a:pt x="1506" y="927"/>
                  </a:lnTo>
                  <a:lnTo>
                    <a:pt x="1738" y="812"/>
                  </a:lnTo>
                  <a:lnTo>
                    <a:pt x="1970" y="696"/>
                  </a:lnTo>
                  <a:lnTo>
                    <a:pt x="2201" y="580"/>
                  </a:lnTo>
                  <a:lnTo>
                    <a:pt x="2472" y="541"/>
                  </a:lnTo>
                  <a:lnTo>
                    <a:pt x="2780" y="503"/>
                  </a:lnTo>
                  <a:lnTo>
                    <a:pt x="2819" y="503"/>
                  </a:lnTo>
                  <a:lnTo>
                    <a:pt x="2858" y="464"/>
                  </a:lnTo>
                  <a:close/>
                  <a:moveTo>
                    <a:pt x="2665" y="1"/>
                  </a:moveTo>
                  <a:lnTo>
                    <a:pt x="2587" y="39"/>
                  </a:lnTo>
                  <a:lnTo>
                    <a:pt x="2510" y="78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1"/>
                  </a:lnTo>
                  <a:lnTo>
                    <a:pt x="1854" y="310"/>
                  </a:lnTo>
                  <a:lnTo>
                    <a:pt x="1622" y="387"/>
                  </a:lnTo>
                  <a:lnTo>
                    <a:pt x="1390" y="503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7"/>
                  </a:lnTo>
                  <a:lnTo>
                    <a:pt x="348" y="1738"/>
                  </a:lnTo>
                  <a:lnTo>
                    <a:pt x="155" y="2279"/>
                  </a:lnTo>
                  <a:lnTo>
                    <a:pt x="39" y="2858"/>
                  </a:lnTo>
                  <a:lnTo>
                    <a:pt x="0" y="3399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3"/>
                  </a:lnTo>
                  <a:lnTo>
                    <a:pt x="309" y="4943"/>
                  </a:lnTo>
                  <a:lnTo>
                    <a:pt x="425" y="5214"/>
                  </a:lnTo>
                  <a:lnTo>
                    <a:pt x="579" y="5445"/>
                  </a:lnTo>
                  <a:lnTo>
                    <a:pt x="734" y="5677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8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7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7"/>
                  </a:lnTo>
                  <a:lnTo>
                    <a:pt x="3476" y="6449"/>
                  </a:lnTo>
                  <a:lnTo>
                    <a:pt x="3784" y="6334"/>
                  </a:lnTo>
                  <a:lnTo>
                    <a:pt x="4055" y="6218"/>
                  </a:lnTo>
                  <a:lnTo>
                    <a:pt x="4325" y="6063"/>
                  </a:lnTo>
                  <a:lnTo>
                    <a:pt x="4557" y="5909"/>
                  </a:lnTo>
                  <a:lnTo>
                    <a:pt x="4788" y="5716"/>
                  </a:lnTo>
                  <a:lnTo>
                    <a:pt x="4982" y="5484"/>
                  </a:lnTo>
                  <a:lnTo>
                    <a:pt x="5175" y="5252"/>
                  </a:lnTo>
                  <a:lnTo>
                    <a:pt x="5329" y="4982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1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8"/>
                  </a:lnTo>
                  <a:lnTo>
                    <a:pt x="5561" y="2047"/>
                  </a:lnTo>
                  <a:lnTo>
                    <a:pt x="5406" y="1777"/>
                  </a:lnTo>
                  <a:lnTo>
                    <a:pt x="5252" y="1507"/>
                  </a:lnTo>
                  <a:lnTo>
                    <a:pt x="5059" y="1275"/>
                  </a:lnTo>
                  <a:lnTo>
                    <a:pt x="4866" y="1043"/>
                  </a:lnTo>
                  <a:lnTo>
                    <a:pt x="4634" y="812"/>
                  </a:lnTo>
                  <a:lnTo>
                    <a:pt x="4402" y="619"/>
                  </a:lnTo>
                  <a:lnTo>
                    <a:pt x="4132" y="464"/>
                  </a:lnTo>
                  <a:lnTo>
                    <a:pt x="3862" y="310"/>
                  </a:lnTo>
                  <a:lnTo>
                    <a:pt x="3591" y="194"/>
                  </a:lnTo>
                  <a:lnTo>
                    <a:pt x="3282" y="117"/>
                  </a:lnTo>
                  <a:lnTo>
                    <a:pt x="2974" y="39"/>
                  </a:lnTo>
                  <a:lnTo>
                    <a:pt x="266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11"/>
            <p:cNvSpPr/>
            <p:nvPr/>
          </p:nvSpPr>
          <p:spPr>
            <a:xfrm>
              <a:off x="2452675" y="2582825"/>
              <a:ext cx="296400" cy="356250"/>
            </a:xfrm>
            <a:custGeom>
              <a:avLst/>
              <a:gdLst/>
              <a:ahLst/>
              <a:cxnLst/>
              <a:rect l="l" t="t" r="r" b="b"/>
              <a:pathLst>
                <a:path w="11856" h="14250" extrusionOk="0">
                  <a:moveTo>
                    <a:pt x="7221" y="1"/>
                  </a:moveTo>
                  <a:lnTo>
                    <a:pt x="6990" y="194"/>
                  </a:lnTo>
                  <a:lnTo>
                    <a:pt x="8032" y="1777"/>
                  </a:lnTo>
                  <a:lnTo>
                    <a:pt x="9114" y="3283"/>
                  </a:lnTo>
                  <a:lnTo>
                    <a:pt x="8032" y="2704"/>
                  </a:lnTo>
                  <a:lnTo>
                    <a:pt x="6913" y="2202"/>
                  </a:lnTo>
                  <a:lnTo>
                    <a:pt x="6758" y="2472"/>
                  </a:lnTo>
                  <a:lnTo>
                    <a:pt x="8225" y="3283"/>
                  </a:lnTo>
                  <a:lnTo>
                    <a:pt x="9731" y="4094"/>
                  </a:lnTo>
                  <a:lnTo>
                    <a:pt x="10388" y="4905"/>
                  </a:lnTo>
                  <a:lnTo>
                    <a:pt x="10388" y="4943"/>
                  </a:lnTo>
                  <a:lnTo>
                    <a:pt x="10697" y="4827"/>
                  </a:lnTo>
                  <a:lnTo>
                    <a:pt x="10658" y="4712"/>
                  </a:lnTo>
                  <a:lnTo>
                    <a:pt x="10620" y="4596"/>
                  </a:lnTo>
                  <a:lnTo>
                    <a:pt x="10620" y="4596"/>
                  </a:lnTo>
                  <a:lnTo>
                    <a:pt x="10929" y="4712"/>
                  </a:lnTo>
                  <a:lnTo>
                    <a:pt x="11160" y="4827"/>
                  </a:lnTo>
                  <a:lnTo>
                    <a:pt x="11315" y="5021"/>
                  </a:lnTo>
                  <a:lnTo>
                    <a:pt x="11431" y="5252"/>
                  </a:lnTo>
                  <a:lnTo>
                    <a:pt x="11469" y="5484"/>
                  </a:lnTo>
                  <a:lnTo>
                    <a:pt x="11469" y="5754"/>
                  </a:lnTo>
                  <a:lnTo>
                    <a:pt x="11431" y="6063"/>
                  </a:lnTo>
                  <a:lnTo>
                    <a:pt x="11353" y="6372"/>
                  </a:lnTo>
                  <a:lnTo>
                    <a:pt x="11083" y="7028"/>
                  </a:lnTo>
                  <a:lnTo>
                    <a:pt x="10813" y="7646"/>
                  </a:lnTo>
                  <a:lnTo>
                    <a:pt x="10504" y="8148"/>
                  </a:lnTo>
                  <a:lnTo>
                    <a:pt x="10233" y="8573"/>
                  </a:lnTo>
                  <a:lnTo>
                    <a:pt x="9654" y="9345"/>
                  </a:lnTo>
                  <a:lnTo>
                    <a:pt x="9036" y="10079"/>
                  </a:lnTo>
                  <a:lnTo>
                    <a:pt x="8380" y="10736"/>
                  </a:lnTo>
                  <a:lnTo>
                    <a:pt x="7646" y="11353"/>
                  </a:lnTo>
                  <a:lnTo>
                    <a:pt x="6874" y="11933"/>
                  </a:lnTo>
                  <a:lnTo>
                    <a:pt x="6024" y="12435"/>
                  </a:lnTo>
                  <a:lnTo>
                    <a:pt x="5175" y="12898"/>
                  </a:lnTo>
                  <a:lnTo>
                    <a:pt x="4287" y="13284"/>
                  </a:lnTo>
                  <a:lnTo>
                    <a:pt x="3862" y="13439"/>
                  </a:lnTo>
                  <a:lnTo>
                    <a:pt x="3283" y="13632"/>
                  </a:lnTo>
                  <a:lnTo>
                    <a:pt x="2665" y="13786"/>
                  </a:lnTo>
                  <a:lnTo>
                    <a:pt x="1970" y="13941"/>
                  </a:lnTo>
                  <a:lnTo>
                    <a:pt x="1043" y="13941"/>
                  </a:lnTo>
                  <a:lnTo>
                    <a:pt x="811" y="13863"/>
                  </a:lnTo>
                  <a:lnTo>
                    <a:pt x="580" y="13709"/>
                  </a:lnTo>
                  <a:lnTo>
                    <a:pt x="425" y="13554"/>
                  </a:lnTo>
                  <a:lnTo>
                    <a:pt x="309" y="13323"/>
                  </a:lnTo>
                  <a:lnTo>
                    <a:pt x="232" y="13052"/>
                  </a:lnTo>
                  <a:lnTo>
                    <a:pt x="1" y="13130"/>
                  </a:lnTo>
                  <a:lnTo>
                    <a:pt x="1" y="13400"/>
                  </a:lnTo>
                  <a:lnTo>
                    <a:pt x="39" y="13632"/>
                  </a:lnTo>
                  <a:lnTo>
                    <a:pt x="155" y="13825"/>
                  </a:lnTo>
                  <a:lnTo>
                    <a:pt x="271" y="13941"/>
                  </a:lnTo>
                  <a:lnTo>
                    <a:pt x="464" y="14056"/>
                  </a:lnTo>
                  <a:lnTo>
                    <a:pt x="657" y="14172"/>
                  </a:lnTo>
                  <a:lnTo>
                    <a:pt x="889" y="14211"/>
                  </a:lnTo>
                  <a:lnTo>
                    <a:pt x="1120" y="14249"/>
                  </a:lnTo>
                  <a:lnTo>
                    <a:pt x="1661" y="14249"/>
                  </a:lnTo>
                  <a:lnTo>
                    <a:pt x="2163" y="14211"/>
                  </a:lnTo>
                  <a:lnTo>
                    <a:pt x="2665" y="14134"/>
                  </a:lnTo>
                  <a:lnTo>
                    <a:pt x="3051" y="14056"/>
                  </a:lnTo>
                  <a:lnTo>
                    <a:pt x="3708" y="13863"/>
                  </a:lnTo>
                  <a:lnTo>
                    <a:pt x="4364" y="13632"/>
                  </a:lnTo>
                  <a:lnTo>
                    <a:pt x="5020" y="13361"/>
                  </a:lnTo>
                  <a:lnTo>
                    <a:pt x="5638" y="13091"/>
                  </a:lnTo>
                  <a:lnTo>
                    <a:pt x="6256" y="12743"/>
                  </a:lnTo>
                  <a:lnTo>
                    <a:pt x="6835" y="12396"/>
                  </a:lnTo>
                  <a:lnTo>
                    <a:pt x="7415" y="12010"/>
                  </a:lnTo>
                  <a:lnTo>
                    <a:pt x="7955" y="11585"/>
                  </a:lnTo>
                  <a:lnTo>
                    <a:pt x="8457" y="11160"/>
                  </a:lnTo>
                  <a:lnTo>
                    <a:pt x="8959" y="10697"/>
                  </a:lnTo>
                  <a:lnTo>
                    <a:pt x="9423" y="10234"/>
                  </a:lnTo>
                  <a:lnTo>
                    <a:pt x="9847" y="9732"/>
                  </a:lnTo>
                  <a:lnTo>
                    <a:pt x="10272" y="9191"/>
                  </a:lnTo>
                  <a:lnTo>
                    <a:pt x="10620" y="8650"/>
                  </a:lnTo>
                  <a:lnTo>
                    <a:pt x="11006" y="8071"/>
                  </a:lnTo>
                  <a:lnTo>
                    <a:pt x="11315" y="7492"/>
                  </a:lnTo>
                  <a:lnTo>
                    <a:pt x="11546" y="6951"/>
                  </a:lnTo>
                  <a:lnTo>
                    <a:pt x="11778" y="6411"/>
                  </a:lnTo>
                  <a:lnTo>
                    <a:pt x="11817" y="6102"/>
                  </a:lnTo>
                  <a:lnTo>
                    <a:pt x="11855" y="5831"/>
                  </a:lnTo>
                  <a:lnTo>
                    <a:pt x="11855" y="5523"/>
                  </a:lnTo>
                  <a:lnTo>
                    <a:pt x="11778" y="5252"/>
                  </a:lnTo>
                  <a:lnTo>
                    <a:pt x="11701" y="5021"/>
                  </a:lnTo>
                  <a:lnTo>
                    <a:pt x="11585" y="4866"/>
                  </a:lnTo>
                  <a:lnTo>
                    <a:pt x="11469" y="4673"/>
                  </a:lnTo>
                  <a:lnTo>
                    <a:pt x="11315" y="4519"/>
                  </a:lnTo>
                  <a:lnTo>
                    <a:pt x="11122" y="4403"/>
                  </a:lnTo>
                  <a:lnTo>
                    <a:pt x="10929" y="4325"/>
                  </a:lnTo>
                  <a:lnTo>
                    <a:pt x="10735" y="4248"/>
                  </a:lnTo>
                  <a:lnTo>
                    <a:pt x="10504" y="4210"/>
                  </a:lnTo>
                  <a:lnTo>
                    <a:pt x="10465" y="4248"/>
                  </a:lnTo>
                  <a:lnTo>
                    <a:pt x="10388" y="4248"/>
                  </a:lnTo>
                  <a:lnTo>
                    <a:pt x="9654" y="3167"/>
                  </a:lnTo>
                  <a:lnTo>
                    <a:pt x="8882" y="2086"/>
                  </a:lnTo>
                  <a:lnTo>
                    <a:pt x="8032" y="1043"/>
                  </a:lnTo>
                  <a:lnTo>
                    <a:pt x="72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11"/>
            <p:cNvSpPr/>
            <p:nvPr/>
          </p:nvSpPr>
          <p:spPr>
            <a:xfrm>
              <a:off x="581775" y="25867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0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5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11"/>
            <p:cNvSpPr/>
            <p:nvPr/>
          </p:nvSpPr>
          <p:spPr>
            <a:xfrm>
              <a:off x="6717675" y="2588625"/>
              <a:ext cx="42525" cy="41525"/>
            </a:xfrm>
            <a:custGeom>
              <a:avLst/>
              <a:gdLst/>
              <a:ahLst/>
              <a:cxnLst/>
              <a:rect l="l" t="t" r="r" b="b"/>
              <a:pathLst>
                <a:path w="1701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2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9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3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8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11"/>
            <p:cNvSpPr/>
            <p:nvPr/>
          </p:nvSpPr>
          <p:spPr>
            <a:xfrm>
              <a:off x="587575" y="25924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3" y="1893"/>
                  </a:lnTo>
                  <a:lnTo>
                    <a:pt x="425" y="2433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5" y="11353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1"/>
                  </a:lnTo>
                  <a:lnTo>
                    <a:pt x="3669" y="10620"/>
                  </a:lnTo>
                  <a:lnTo>
                    <a:pt x="3823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5" y="2742"/>
                  </a:lnTo>
                  <a:lnTo>
                    <a:pt x="4287" y="2395"/>
                  </a:lnTo>
                  <a:lnTo>
                    <a:pt x="4210" y="1429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11"/>
            <p:cNvSpPr/>
            <p:nvPr/>
          </p:nvSpPr>
          <p:spPr>
            <a:xfrm>
              <a:off x="6526550" y="26156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1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1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2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11"/>
            <p:cNvSpPr/>
            <p:nvPr/>
          </p:nvSpPr>
          <p:spPr>
            <a:xfrm>
              <a:off x="1725750" y="2629175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2"/>
                  </a:lnTo>
                  <a:lnTo>
                    <a:pt x="2008" y="965"/>
                  </a:lnTo>
                  <a:lnTo>
                    <a:pt x="2124" y="1120"/>
                  </a:lnTo>
                  <a:lnTo>
                    <a:pt x="2202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6" y="502"/>
                  </a:lnTo>
                  <a:lnTo>
                    <a:pt x="811" y="463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0"/>
                  </a:lnTo>
                  <a:lnTo>
                    <a:pt x="194" y="425"/>
                  </a:lnTo>
                  <a:lnTo>
                    <a:pt x="78" y="618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8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2" y="2973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3"/>
                  </a:lnTo>
                  <a:lnTo>
                    <a:pt x="2626" y="2896"/>
                  </a:lnTo>
                  <a:lnTo>
                    <a:pt x="2704" y="2317"/>
                  </a:lnTo>
                  <a:lnTo>
                    <a:pt x="2704" y="2008"/>
                  </a:lnTo>
                  <a:lnTo>
                    <a:pt x="2704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00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11"/>
            <p:cNvSpPr/>
            <p:nvPr/>
          </p:nvSpPr>
          <p:spPr>
            <a:xfrm>
              <a:off x="2602300" y="2637850"/>
              <a:ext cx="63750" cy="173800"/>
            </a:xfrm>
            <a:custGeom>
              <a:avLst/>
              <a:gdLst/>
              <a:ahLst/>
              <a:cxnLst/>
              <a:rect l="l" t="t" r="r" b="b"/>
              <a:pathLst>
                <a:path w="2550" h="6952" extrusionOk="0">
                  <a:moveTo>
                    <a:pt x="271" y="1"/>
                  </a:moveTo>
                  <a:lnTo>
                    <a:pt x="1" y="78"/>
                  </a:lnTo>
                  <a:lnTo>
                    <a:pt x="232" y="927"/>
                  </a:lnTo>
                  <a:lnTo>
                    <a:pt x="503" y="1816"/>
                  </a:lnTo>
                  <a:lnTo>
                    <a:pt x="1082" y="3515"/>
                  </a:lnTo>
                  <a:lnTo>
                    <a:pt x="2318" y="6951"/>
                  </a:lnTo>
                  <a:lnTo>
                    <a:pt x="2549" y="6874"/>
                  </a:lnTo>
                  <a:lnTo>
                    <a:pt x="2047" y="5136"/>
                  </a:lnTo>
                  <a:lnTo>
                    <a:pt x="1507" y="3399"/>
                  </a:lnTo>
                  <a:lnTo>
                    <a:pt x="928" y="1661"/>
                  </a:lnTo>
                  <a:lnTo>
                    <a:pt x="619" y="81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11"/>
            <p:cNvSpPr/>
            <p:nvPr/>
          </p:nvSpPr>
          <p:spPr>
            <a:xfrm>
              <a:off x="531575" y="26388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1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11"/>
            <p:cNvSpPr/>
            <p:nvPr/>
          </p:nvSpPr>
          <p:spPr>
            <a:xfrm>
              <a:off x="340450" y="26658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0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0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1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11"/>
            <p:cNvSpPr/>
            <p:nvPr/>
          </p:nvSpPr>
          <p:spPr>
            <a:xfrm>
              <a:off x="6651075" y="26658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1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11"/>
            <p:cNvSpPr/>
            <p:nvPr/>
          </p:nvSpPr>
          <p:spPr>
            <a:xfrm>
              <a:off x="1793325" y="26986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7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5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5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3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11"/>
            <p:cNvSpPr/>
            <p:nvPr/>
          </p:nvSpPr>
          <p:spPr>
            <a:xfrm>
              <a:off x="2371575" y="2703500"/>
              <a:ext cx="351425" cy="207575"/>
            </a:xfrm>
            <a:custGeom>
              <a:avLst/>
              <a:gdLst/>
              <a:ahLst/>
              <a:cxnLst/>
              <a:rect l="l" t="t" r="r" b="b"/>
              <a:pathLst>
                <a:path w="14057" h="8303" extrusionOk="0">
                  <a:moveTo>
                    <a:pt x="13941" y="0"/>
                  </a:moveTo>
                  <a:lnTo>
                    <a:pt x="13632" y="116"/>
                  </a:lnTo>
                  <a:lnTo>
                    <a:pt x="13632" y="155"/>
                  </a:lnTo>
                  <a:lnTo>
                    <a:pt x="13555" y="773"/>
                  </a:lnTo>
                  <a:lnTo>
                    <a:pt x="13439" y="1313"/>
                  </a:lnTo>
                  <a:lnTo>
                    <a:pt x="13284" y="1854"/>
                  </a:lnTo>
                  <a:lnTo>
                    <a:pt x="13053" y="2395"/>
                  </a:lnTo>
                  <a:lnTo>
                    <a:pt x="12782" y="2897"/>
                  </a:lnTo>
                  <a:lnTo>
                    <a:pt x="12473" y="3360"/>
                  </a:lnTo>
                  <a:lnTo>
                    <a:pt x="12126" y="3823"/>
                  </a:lnTo>
                  <a:lnTo>
                    <a:pt x="11778" y="4248"/>
                  </a:lnTo>
                  <a:lnTo>
                    <a:pt x="11547" y="4325"/>
                  </a:lnTo>
                  <a:lnTo>
                    <a:pt x="11585" y="4441"/>
                  </a:lnTo>
                  <a:lnTo>
                    <a:pt x="11547" y="4480"/>
                  </a:lnTo>
                  <a:lnTo>
                    <a:pt x="11392" y="4557"/>
                  </a:lnTo>
                  <a:lnTo>
                    <a:pt x="11469" y="4557"/>
                  </a:lnTo>
                  <a:lnTo>
                    <a:pt x="10967" y="5020"/>
                  </a:lnTo>
                  <a:lnTo>
                    <a:pt x="10427" y="5445"/>
                  </a:lnTo>
                  <a:lnTo>
                    <a:pt x="9539" y="6063"/>
                  </a:lnTo>
                  <a:lnTo>
                    <a:pt x="8612" y="6642"/>
                  </a:lnTo>
                  <a:lnTo>
                    <a:pt x="8149" y="6912"/>
                  </a:lnTo>
                  <a:lnTo>
                    <a:pt x="7647" y="7144"/>
                  </a:lnTo>
                  <a:lnTo>
                    <a:pt x="7145" y="7376"/>
                  </a:lnTo>
                  <a:lnTo>
                    <a:pt x="6643" y="7569"/>
                  </a:lnTo>
                  <a:lnTo>
                    <a:pt x="6604" y="7453"/>
                  </a:lnTo>
                  <a:lnTo>
                    <a:pt x="6411" y="7492"/>
                  </a:lnTo>
                  <a:lnTo>
                    <a:pt x="4905" y="6372"/>
                  </a:lnTo>
                  <a:lnTo>
                    <a:pt x="3322" y="5291"/>
                  </a:lnTo>
                  <a:lnTo>
                    <a:pt x="1739" y="4248"/>
                  </a:lnTo>
                  <a:lnTo>
                    <a:pt x="78" y="3321"/>
                  </a:lnTo>
                  <a:lnTo>
                    <a:pt x="1" y="3399"/>
                  </a:lnTo>
                  <a:lnTo>
                    <a:pt x="3051" y="5600"/>
                  </a:lnTo>
                  <a:lnTo>
                    <a:pt x="6141" y="7723"/>
                  </a:lnTo>
                  <a:lnTo>
                    <a:pt x="5639" y="7839"/>
                  </a:lnTo>
                  <a:lnTo>
                    <a:pt x="5175" y="7916"/>
                  </a:lnTo>
                  <a:lnTo>
                    <a:pt x="4673" y="7955"/>
                  </a:lnTo>
                  <a:lnTo>
                    <a:pt x="4210" y="7994"/>
                  </a:lnTo>
                  <a:lnTo>
                    <a:pt x="4094" y="7994"/>
                  </a:lnTo>
                  <a:lnTo>
                    <a:pt x="4055" y="8071"/>
                  </a:lnTo>
                  <a:lnTo>
                    <a:pt x="4248" y="8303"/>
                  </a:lnTo>
                  <a:lnTo>
                    <a:pt x="5098" y="8303"/>
                  </a:lnTo>
                  <a:lnTo>
                    <a:pt x="5523" y="8264"/>
                  </a:lnTo>
                  <a:lnTo>
                    <a:pt x="5948" y="8187"/>
                  </a:lnTo>
                  <a:lnTo>
                    <a:pt x="6372" y="8110"/>
                  </a:lnTo>
                  <a:lnTo>
                    <a:pt x="6797" y="7955"/>
                  </a:lnTo>
                  <a:lnTo>
                    <a:pt x="7647" y="7646"/>
                  </a:lnTo>
                  <a:lnTo>
                    <a:pt x="8458" y="7221"/>
                  </a:lnTo>
                  <a:lnTo>
                    <a:pt x="9230" y="6758"/>
                  </a:lnTo>
                  <a:lnTo>
                    <a:pt x="10002" y="6295"/>
                  </a:lnTo>
                  <a:lnTo>
                    <a:pt x="10659" y="5793"/>
                  </a:lnTo>
                  <a:lnTo>
                    <a:pt x="11315" y="5252"/>
                  </a:lnTo>
                  <a:lnTo>
                    <a:pt x="11933" y="4673"/>
                  </a:lnTo>
                  <a:lnTo>
                    <a:pt x="12512" y="4055"/>
                  </a:lnTo>
                  <a:lnTo>
                    <a:pt x="12975" y="3360"/>
                  </a:lnTo>
                  <a:lnTo>
                    <a:pt x="13207" y="3012"/>
                  </a:lnTo>
                  <a:lnTo>
                    <a:pt x="13400" y="2665"/>
                  </a:lnTo>
                  <a:lnTo>
                    <a:pt x="13555" y="2279"/>
                  </a:lnTo>
                  <a:lnTo>
                    <a:pt x="13709" y="1893"/>
                  </a:lnTo>
                  <a:lnTo>
                    <a:pt x="13864" y="1506"/>
                  </a:lnTo>
                  <a:lnTo>
                    <a:pt x="13941" y="1082"/>
                  </a:lnTo>
                  <a:lnTo>
                    <a:pt x="14018" y="657"/>
                  </a:lnTo>
                  <a:lnTo>
                    <a:pt x="14057" y="232"/>
                  </a:lnTo>
                  <a:lnTo>
                    <a:pt x="14018" y="116"/>
                  </a:lnTo>
                  <a:lnTo>
                    <a:pt x="13941" y="39"/>
                  </a:lnTo>
                  <a:lnTo>
                    <a:pt x="139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11"/>
            <p:cNvSpPr/>
            <p:nvPr/>
          </p:nvSpPr>
          <p:spPr>
            <a:xfrm>
              <a:off x="6594125" y="27093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8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11"/>
            <p:cNvSpPr/>
            <p:nvPr/>
          </p:nvSpPr>
          <p:spPr>
            <a:xfrm>
              <a:off x="464975" y="27160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0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11"/>
            <p:cNvSpPr/>
            <p:nvPr/>
          </p:nvSpPr>
          <p:spPr>
            <a:xfrm>
              <a:off x="2488400" y="2725700"/>
              <a:ext cx="48275" cy="165100"/>
            </a:xfrm>
            <a:custGeom>
              <a:avLst/>
              <a:gdLst/>
              <a:ahLst/>
              <a:cxnLst/>
              <a:rect l="l" t="t" r="r" b="b"/>
              <a:pathLst>
                <a:path w="1931" h="6604" extrusionOk="0">
                  <a:moveTo>
                    <a:pt x="271" y="1"/>
                  </a:moveTo>
                  <a:lnTo>
                    <a:pt x="193" y="39"/>
                  </a:lnTo>
                  <a:lnTo>
                    <a:pt x="155" y="39"/>
                  </a:lnTo>
                  <a:lnTo>
                    <a:pt x="0" y="155"/>
                  </a:lnTo>
                  <a:lnTo>
                    <a:pt x="0" y="194"/>
                  </a:lnTo>
                  <a:lnTo>
                    <a:pt x="348" y="1815"/>
                  </a:lnTo>
                  <a:lnTo>
                    <a:pt x="773" y="3437"/>
                  </a:lnTo>
                  <a:lnTo>
                    <a:pt x="1236" y="5021"/>
                  </a:lnTo>
                  <a:lnTo>
                    <a:pt x="1738" y="6604"/>
                  </a:lnTo>
                  <a:lnTo>
                    <a:pt x="1931" y="6565"/>
                  </a:lnTo>
                  <a:lnTo>
                    <a:pt x="1622" y="4982"/>
                  </a:lnTo>
                  <a:lnTo>
                    <a:pt x="1236" y="3360"/>
                  </a:lnTo>
                  <a:lnTo>
                    <a:pt x="773" y="1777"/>
                  </a:lnTo>
                  <a:lnTo>
                    <a:pt x="271" y="194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11"/>
            <p:cNvSpPr/>
            <p:nvPr/>
          </p:nvSpPr>
          <p:spPr>
            <a:xfrm>
              <a:off x="2495150" y="2725700"/>
              <a:ext cx="165100" cy="91725"/>
            </a:xfrm>
            <a:custGeom>
              <a:avLst/>
              <a:gdLst/>
              <a:ahLst/>
              <a:cxnLst/>
              <a:rect l="l" t="t" r="r" b="b"/>
              <a:pathLst>
                <a:path w="6604" h="3669" extrusionOk="0">
                  <a:moveTo>
                    <a:pt x="116" y="1"/>
                  </a:moveTo>
                  <a:lnTo>
                    <a:pt x="1" y="194"/>
                  </a:lnTo>
                  <a:lnTo>
                    <a:pt x="1622" y="1043"/>
                  </a:lnTo>
                  <a:lnTo>
                    <a:pt x="3244" y="1893"/>
                  </a:lnTo>
                  <a:lnTo>
                    <a:pt x="4017" y="2356"/>
                  </a:lnTo>
                  <a:lnTo>
                    <a:pt x="4827" y="2819"/>
                  </a:lnTo>
                  <a:lnTo>
                    <a:pt x="5638" y="3283"/>
                  </a:lnTo>
                  <a:lnTo>
                    <a:pt x="6024" y="3476"/>
                  </a:lnTo>
                  <a:lnTo>
                    <a:pt x="6449" y="3669"/>
                  </a:lnTo>
                  <a:lnTo>
                    <a:pt x="6604" y="3592"/>
                  </a:lnTo>
                  <a:lnTo>
                    <a:pt x="6604" y="3515"/>
                  </a:lnTo>
                  <a:lnTo>
                    <a:pt x="6565" y="3437"/>
                  </a:lnTo>
                  <a:lnTo>
                    <a:pt x="6218" y="3167"/>
                  </a:lnTo>
                  <a:lnTo>
                    <a:pt x="5870" y="2935"/>
                  </a:lnTo>
                  <a:lnTo>
                    <a:pt x="5098" y="2472"/>
                  </a:lnTo>
                  <a:lnTo>
                    <a:pt x="3515" y="1622"/>
                  </a:lnTo>
                  <a:lnTo>
                    <a:pt x="1815" y="773"/>
                  </a:lnTo>
                  <a:lnTo>
                    <a:pt x="966" y="387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11"/>
            <p:cNvSpPr/>
            <p:nvPr/>
          </p:nvSpPr>
          <p:spPr>
            <a:xfrm>
              <a:off x="4212550" y="2732450"/>
              <a:ext cx="315700" cy="477900"/>
            </a:xfrm>
            <a:custGeom>
              <a:avLst/>
              <a:gdLst/>
              <a:ahLst/>
              <a:cxnLst/>
              <a:rect l="l" t="t" r="r" b="b"/>
              <a:pathLst>
                <a:path w="12628" h="19116" extrusionOk="0">
                  <a:moveTo>
                    <a:pt x="1004" y="619"/>
                  </a:moveTo>
                  <a:lnTo>
                    <a:pt x="1661" y="850"/>
                  </a:lnTo>
                  <a:lnTo>
                    <a:pt x="2317" y="1121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5"/>
                  </a:lnTo>
                  <a:lnTo>
                    <a:pt x="3862" y="2472"/>
                  </a:lnTo>
                  <a:lnTo>
                    <a:pt x="4016" y="2820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8"/>
                  </a:lnTo>
                  <a:lnTo>
                    <a:pt x="9345" y="15138"/>
                  </a:lnTo>
                  <a:lnTo>
                    <a:pt x="8920" y="15370"/>
                  </a:lnTo>
                  <a:lnTo>
                    <a:pt x="7955" y="13516"/>
                  </a:lnTo>
                  <a:lnTo>
                    <a:pt x="6990" y="11663"/>
                  </a:lnTo>
                  <a:lnTo>
                    <a:pt x="5020" y="7956"/>
                  </a:lnTo>
                  <a:lnTo>
                    <a:pt x="3012" y="4287"/>
                  </a:lnTo>
                  <a:lnTo>
                    <a:pt x="1004" y="619"/>
                  </a:lnTo>
                  <a:close/>
                  <a:moveTo>
                    <a:pt x="657" y="503"/>
                  </a:moveTo>
                  <a:lnTo>
                    <a:pt x="657" y="541"/>
                  </a:lnTo>
                  <a:lnTo>
                    <a:pt x="4673" y="8033"/>
                  </a:lnTo>
                  <a:lnTo>
                    <a:pt x="6719" y="11740"/>
                  </a:lnTo>
                  <a:lnTo>
                    <a:pt x="7762" y="13593"/>
                  </a:lnTo>
                  <a:lnTo>
                    <a:pt x="8805" y="15447"/>
                  </a:lnTo>
                  <a:lnTo>
                    <a:pt x="8650" y="15524"/>
                  </a:lnTo>
                  <a:lnTo>
                    <a:pt x="7414" y="13748"/>
                  </a:lnTo>
                  <a:lnTo>
                    <a:pt x="6179" y="12010"/>
                  </a:lnTo>
                  <a:lnTo>
                    <a:pt x="3592" y="8535"/>
                  </a:lnTo>
                  <a:lnTo>
                    <a:pt x="2317" y="6758"/>
                  </a:lnTo>
                  <a:lnTo>
                    <a:pt x="1004" y="4944"/>
                  </a:lnTo>
                  <a:lnTo>
                    <a:pt x="850" y="4712"/>
                  </a:lnTo>
                  <a:lnTo>
                    <a:pt x="734" y="4480"/>
                  </a:lnTo>
                  <a:lnTo>
                    <a:pt x="618" y="4210"/>
                  </a:lnTo>
                  <a:lnTo>
                    <a:pt x="541" y="3940"/>
                  </a:lnTo>
                  <a:lnTo>
                    <a:pt x="464" y="3399"/>
                  </a:lnTo>
                  <a:lnTo>
                    <a:pt x="425" y="2820"/>
                  </a:lnTo>
                  <a:lnTo>
                    <a:pt x="464" y="2241"/>
                  </a:lnTo>
                  <a:lnTo>
                    <a:pt x="502" y="1661"/>
                  </a:lnTo>
                  <a:lnTo>
                    <a:pt x="657" y="503"/>
                  </a:lnTo>
                  <a:close/>
                  <a:moveTo>
                    <a:pt x="11508" y="12280"/>
                  </a:moveTo>
                  <a:lnTo>
                    <a:pt x="11662" y="12358"/>
                  </a:lnTo>
                  <a:lnTo>
                    <a:pt x="11817" y="12435"/>
                  </a:lnTo>
                  <a:lnTo>
                    <a:pt x="12164" y="12860"/>
                  </a:lnTo>
                  <a:lnTo>
                    <a:pt x="12241" y="13053"/>
                  </a:lnTo>
                  <a:lnTo>
                    <a:pt x="12280" y="13246"/>
                  </a:lnTo>
                  <a:lnTo>
                    <a:pt x="12241" y="13439"/>
                  </a:lnTo>
                  <a:lnTo>
                    <a:pt x="12203" y="13632"/>
                  </a:lnTo>
                  <a:lnTo>
                    <a:pt x="12048" y="14018"/>
                  </a:lnTo>
                  <a:lnTo>
                    <a:pt x="11855" y="14366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2"/>
                  </a:lnTo>
                  <a:lnTo>
                    <a:pt x="10156" y="15872"/>
                  </a:lnTo>
                  <a:lnTo>
                    <a:pt x="10118" y="15987"/>
                  </a:lnTo>
                  <a:lnTo>
                    <a:pt x="9770" y="16180"/>
                  </a:lnTo>
                  <a:lnTo>
                    <a:pt x="9114" y="16605"/>
                  </a:lnTo>
                  <a:lnTo>
                    <a:pt x="8457" y="16953"/>
                  </a:lnTo>
                  <a:lnTo>
                    <a:pt x="7723" y="17262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5" y="17648"/>
                  </a:lnTo>
                  <a:lnTo>
                    <a:pt x="5754" y="17648"/>
                  </a:lnTo>
                  <a:lnTo>
                    <a:pt x="5561" y="17571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8" y="17184"/>
                  </a:lnTo>
                  <a:lnTo>
                    <a:pt x="4982" y="16876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5"/>
                  </a:lnTo>
                  <a:lnTo>
                    <a:pt x="5175" y="15949"/>
                  </a:lnTo>
                  <a:lnTo>
                    <a:pt x="5291" y="15833"/>
                  </a:lnTo>
                  <a:lnTo>
                    <a:pt x="5406" y="15756"/>
                  </a:lnTo>
                  <a:lnTo>
                    <a:pt x="5522" y="15717"/>
                  </a:lnTo>
                  <a:lnTo>
                    <a:pt x="5638" y="15756"/>
                  </a:lnTo>
                  <a:lnTo>
                    <a:pt x="5793" y="15833"/>
                  </a:lnTo>
                  <a:lnTo>
                    <a:pt x="5947" y="15949"/>
                  </a:lnTo>
                  <a:lnTo>
                    <a:pt x="6063" y="16142"/>
                  </a:lnTo>
                  <a:lnTo>
                    <a:pt x="6256" y="16374"/>
                  </a:lnTo>
                  <a:lnTo>
                    <a:pt x="6102" y="16412"/>
                  </a:lnTo>
                  <a:lnTo>
                    <a:pt x="6024" y="16451"/>
                  </a:lnTo>
                  <a:lnTo>
                    <a:pt x="6024" y="16567"/>
                  </a:lnTo>
                  <a:lnTo>
                    <a:pt x="6063" y="16644"/>
                  </a:lnTo>
                  <a:lnTo>
                    <a:pt x="6140" y="16644"/>
                  </a:lnTo>
                  <a:lnTo>
                    <a:pt x="6912" y="16567"/>
                  </a:lnTo>
                  <a:lnTo>
                    <a:pt x="7685" y="16374"/>
                  </a:lnTo>
                  <a:lnTo>
                    <a:pt x="8496" y="16065"/>
                  </a:lnTo>
                  <a:lnTo>
                    <a:pt x="9229" y="15717"/>
                  </a:lnTo>
                  <a:lnTo>
                    <a:pt x="9616" y="15485"/>
                  </a:lnTo>
                  <a:lnTo>
                    <a:pt x="9963" y="15254"/>
                  </a:lnTo>
                  <a:lnTo>
                    <a:pt x="10272" y="15022"/>
                  </a:lnTo>
                  <a:lnTo>
                    <a:pt x="10581" y="14752"/>
                  </a:lnTo>
                  <a:lnTo>
                    <a:pt x="10890" y="14481"/>
                  </a:lnTo>
                  <a:lnTo>
                    <a:pt x="11121" y="14173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9"/>
                  </a:lnTo>
                  <a:lnTo>
                    <a:pt x="11546" y="13362"/>
                  </a:lnTo>
                  <a:lnTo>
                    <a:pt x="11508" y="13284"/>
                  </a:lnTo>
                  <a:lnTo>
                    <a:pt x="11430" y="13246"/>
                  </a:lnTo>
                  <a:lnTo>
                    <a:pt x="11237" y="13246"/>
                  </a:lnTo>
                  <a:lnTo>
                    <a:pt x="11160" y="13323"/>
                  </a:lnTo>
                  <a:lnTo>
                    <a:pt x="10967" y="13671"/>
                  </a:lnTo>
                  <a:lnTo>
                    <a:pt x="10774" y="13555"/>
                  </a:lnTo>
                  <a:lnTo>
                    <a:pt x="10658" y="13439"/>
                  </a:lnTo>
                  <a:lnTo>
                    <a:pt x="10619" y="13284"/>
                  </a:lnTo>
                  <a:lnTo>
                    <a:pt x="10581" y="13169"/>
                  </a:lnTo>
                  <a:lnTo>
                    <a:pt x="10619" y="13014"/>
                  </a:lnTo>
                  <a:lnTo>
                    <a:pt x="10658" y="12860"/>
                  </a:lnTo>
                  <a:lnTo>
                    <a:pt x="10851" y="12628"/>
                  </a:lnTo>
                  <a:lnTo>
                    <a:pt x="10928" y="12473"/>
                  </a:lnTo>
                  <a:lnTo>
                    <a:pt x="11044" y="12358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1"/>
                  </a:moveTo>
                  <a:lnTo>
                    <a:pt x="348" y="40"/>
                  </a:lnTo>
                  <a:lnTo>
                    <a:pt x="271" y="117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3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6"/>
                  </a:lnTo>
                  <a:lnTo>
                    <a:pt x="232" y="4519"/>
                  </a:lnTo>
                  <a:lnTo>
                    <a:pt x="348" y="4751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6"/>
                  </a:lnTo>
                  <a:lnTo>
                    <a:pt x="5445" y="11817"/>
                  </a:lnTo>
                  <a:lnTo>
                    <a:pt x="6874" y="13748"/>
                  </a:lnTo>
                  <a:lnTo>
                    <a:pt x="8341" y="15640"/>
                  </a:lnTo>
                  <a:lnTo>
                    <a:pt x="7492" y="15987"/>
                  </a:lnTo>
                  <a:lnTo>
                    <a:pt x="6642" y="16258"/>
                  </a:lnTo>
                  <a:lnTo>
                    <a:pt x="6681" y="16103"/>
                  </a:lnTo>
                  <a:lnTo>
                    <a:pt x="6681" y="15949"/>
                  </a:lnTo>
                  <a:lnTo>
                    <a:pt x="6642" y="15756"/>
                  </a:lnTo>
                  <a:lnTo>
                    <a:pt x="6565" y="15640"/>
                  </a:lnTo>
                  <a:lnTo>
                    <a:pt x="6488" y="15485"/>
                  </a:lnTo>
                  <a:lnTo>
                    <a:pt x="6333" y="15370"/>
                  </a:lnTo>
                  <a:lnTo>
                    <a:pt x="6179" y="15292"/>
                  </a:lnTo>
                  <a:lnTo>
                    <a:pt x="6024" y="15254"/>
                  </a:lnTo>
                  <a:lnTo>
                    <a:pt x="5715" y="15254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6" y="16296"/>
                  </a:lnTo>
                  <a:lnTo>
                    <a:pt x="4596" y="16567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8" y="17725"/>
                  </a:lnTo>
                  <a:lnTo>
                    <a:pt x="5368" y="17841"/>
                  </a:lnTo>
                  <a:lnTo>
                    <a:pt x="5677" y="17918"/>
                  </a:lnTo>
                  <a:lnTo>
                    <a:pt x="6024" y="17957"/>
                  </a:lnTo>
                  <a:lnTo>
                    <a:pt x="6372" y="17918"/>
                  </a:lnTo>
                  <a:lnTo>
                    <a:pt x="6719" y="17841"/>
                  </a:lnTo>
                  <a:lnTo>
                    <a:pt x="7106" y="17764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3"/>
                  </a:lnTo>
                  <a:lnTo>
                    <a:pt x="9229" y="16876"/>
                  </a:lnTo>
                  <a:lnTo>
                    <a:pt x="9461" y="16760"/>
                  </a:lnTo>
                  <a:lnTo>
                    <a:pt x="10233" y="16258"/>
                  </a:lnTo>
                  <a:lnTo>
                    <a:pt x="10813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4"/>
                  </a:lnTo>
                  <a:lnTo>
                    <a:pt x="11817" y="18150"/>
                  </a:lnTo>
                  <a:lnTo>
                    <a:pt x="11392" y="17455"/>
                  </a:lnTo>
                  <a:lnTo>
                    <a:pt x="10928" y="16760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4"/>
                  </a:lnTo>
                  <a:lnTo>
                    <a:pt x="11894" y="14790"/>
                  </a:lnTo>
                  <a:lnTo>
                    <a:pt x="12125" y="14559"/>
                  </a:lnTo>
                  <a:lnTo>
                    <a:pt x="12280" y="14288"/>
                  </a:lnTo>
                  <a:lnTo>
                    <a:pt x="12434" y="14057"/>
                  </a:lnTo>
                  <a:lnTo>
                    <a:pt x="12512" y="13786"/>
                  </a:lnTo>
                  <a:lnTo>
                    <a:pt x="12589" y="13555"/>
                  </a:lnTo>
                  <a:lnTo>
                    <a:pt x="12627" y="13284"/>
                  </a:lnTo>
                  <a:lnTo>
                    <a:pt x="12589" y="13053"/>
                  </a:lnTo>
                  <a:lnTo>
                    <a:pt x="12512" y="12821"/>
                  </a:lnTo>
                  <a:lnTo>
                    <a:pt x="12357" y="12589"/>
                  </a:lnTo>
                  <a:lnTo>
                    <a:pt x="12164" y="12358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9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1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2"/>
                  </a:lnTo>
                  <a:lnTo>
                    <a:pt x="10619" y="13786"/>
                  </a:lnTo>
                  <a:lnTo>
                    <a:pt x="10813" y="13902"/>
                  </a:lnTo>
                  <a:lnTo>
                    <a:pt x="10504" y="14250"/>
                  </a:lnTo>
                  <a:lnTo>
                    <a:pt x="10156" y="14597"/>
                  </a:lnTo>
                  <a:lnTo>
                    <a:pt x="9770" y="14868"/>
                  </a:lnTo>
                  <a:lnTo>
                    <a:pt x="9430" y="15084"/>
                  </a:lnTo>
                  <a:lnTo>
                    <a:pt x="9461" y="15022"/>
                  </a:lnTo>
                  <a:lnTo>
                    <a:pt x="9500" y="14945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9"/>
                  </a:lnTo>
                  <a:lnTo>
                    <a:pt x="3823" y="1545"/>
                  </a:lnTo>
                  <a:lnTo>
                    <a:pt x="3514" y="1237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1" y="233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11"/>
            <p:cNvSpPr/>
            <p:nvPr/>
          </p:nvSpPr>
          <p:spPr>
            <a:xfrm>
              <a:off x="3419975" y="2751775"/>
              <a:ext cx="68575" cy="77250"/>
            </a:xfrm>
            <a:custGeom>
              <a:avLst/>
              <a:gdLst/>
              <a:ahLst/>
              <a:cxnLst/>
              <a:rect l="l" t="t" r="r" b="b"/>
              <a:pathLst>
                <a:path w="2743" h="3090" extrusionOk="0">
                  <a:moveTo>
                    <a:pt x="1198" y="464"/>
                  </a:moveTo>
                  <a:lnTo>
                    <a:pt x="1429" y="502"/>
                  </a:lnTo>
                  <a:lnTo>
                    <a:pt x="1700" y="618"/>
                  </a:lnTo>
                  <a:lnTo>
                    <a:pt x="1893" y="772"/>
                  </a:lnTo>
                  <a:lnTo>
                    <a:pt x="2047" y="966"/>
                  </a:lnTo>
                  <a:lnTo>
                    <a:pt x="2163" y="1159"/>
                  </a:lnTo>
                  <a:lnTo>
                    <a:pt x="2240" y="1352"/>
                  </a:lnTo>
                  <a:lnTo>
                    <a:pt x="2356" y="1738"/>
                  </a:lnTo>
                  <a:lnTo>
                    <a:pt x="2395" y="2163"/>
                  </a:lnTo>
                  <a:lnTo>
                    <a:pt x="2395" y="2587"/>
                  </a:lnTo>
                  <a:lnTo>
                    <a:pt x="2240" y="2433"/>
                  </a:lnTo>
                  <a:lnTo>
                    <a:pt x="2047" y="2278"/>
                  </a:lnTo>
                  <a:lnTo>
                    <a:pt x="1661" y="2085"/>
                  </a:lnTo>
                  <a:lnTo>
                    <a:pt x="1275" y="1931"/>
                  </a:lnTo>
                  <a:lnTo>
                    <a:pt x="1043" y="1815"/>
                  </a:lnTo>
                  <a:lnTo>
                    <a:pt x="850" y="1699"/>
                  </a:lnTo>
                  <a:lnTo>
                    <a:pt x="657" y="1545"/>
                  </a:lnTo>
                  <a:lnTo>
                    <a:pt x="503" y="1390"/>
                  </a:lnTo>
                  <a:lnTo>
                    <a:pt x="425" y="1197"/>
                  </a:lnTo>
                  <a:lnTo>
                    <a:pt x="425" y="1081"/>
                  </a:lnTo>
                  <a:lnTo>
                    <a:pt x="425" y="966"/>
                  </a:lnTo>
                  <a:lnTo>
                    <a:pt x="503" y="811"/>
                  </a:lnTo>
                  <a:lnTo>
                    <a:pt x="541" y="695"/>
                  </a:lnTo>
                  <a:lnTo>
                    <a:pt x="618" y="618"/>
                  </a:lnTo>
                  <a:lnTo>
                    <a:pt x="734" y="541"/>
                  </a:lnTo>
                  <a:lnTo>
                    <a:pt x="850" y="464"/>
                  </a:lnTo>
                  <a:close/>
                  <a:moveTo>
                    <a:pt x="1043" y="0"/>
                  </a:moveTo>
                  <a:lnTo>
                    <a:pt x="812" y="77"/>
                  </a:lnTo>
                  <a:lnTo>
                    <a:pt x="580" y="155"/>
                  </a:lnTo>
                  <a:lnTo>
                    <a:pt x="387" y="309"/>
                  </a:lnTo>
                  <a:lnTo>
                    <a:pt x="232" y="464"/>
                  </a:lnTo>
                  <a:lnTo>
                    <a:pt x="116" y="618"/>
                  </a:lnTo>
                  <a:lnTo>
                    <a:pt x="39" y="811"/>
                  </a:lnTo>
                  <a:lnTo>
                    <a:pt x="1" y="1043"/>
                  </a:lnTo>
                  <a:lnTo>
                    <a:pt x="39" y="1236"/>
                  </a:lnTo>
                  <a:lnTo>
                    <a:pt x="78" y="1468"/>
                  </a:lnTo>
                  <a:lnTo>
                    <a:pt x="194" y="1661"/>
                  </a:lnTo>
                  <a:lnTo>
                    <a:pt x="387" y="1892"/>
                  </a:lnTo>
                  <a:lnTo>
                    <a:pt x="657" y="2085"/>
                  </a:lnTo>
                  <a:lnTo>
                    <a:pt x="927" y="2201"/>
                  </a:lnTo>
                  <a:lnTo>
                    <a:pt x="1236" y="2317"/>
                  </a:lnTo>
                  <a:lnTo>
                    <a:pt x="1507" y="2433"/>
                  </a:lnTo>
                  <a:lnTo>
                    <a:pt x="1777" y="2587"/>
                  </a:lnTo>
                  <a:lnTo>
                    <a:pt x="2009" y="2780"/>
                  </a:lnTo>
                  <a:lnTo>
                    <a:pt x="2240" y="3012"/>
                  </a:lnTo>
                  <a:lnTo>
                    <a:pt x="2317" y="3051"/>
                  </a:lnTo>
                  <a:lnTo>
                    <a:pt x="2395" y="3089"/>
                  </a:lnTo>
                  <a:lnTo>
                    <a:pt x="2472" y="3051"/>
                  </a:lnTo>
                  <a:lnTo>
                    <a:pt x="2549" y="3012"/>
                  </a:lnTo>
                  <a:lnTo>
                    <a:pt x="2588" y="3012"/>
                  </a:lnTo>
                  <a:lnTo>
                    <a:pt x="2626" y="2935"/>
                  </a:lnTo>
                  <a:lnTo>
                    <a:pt x="2704" y="2356"/>
                  </a:lnTo>
                  <a:lnTo>
                    <a:pt x="2742" y="2047"/>
                  </a:lnTo>
                  <a:lnTo>
                    <a:pt x="2704" y="1738"/>
                  </a:lnTo>
                  <a:lnTo>
                    <a:pt x="2665" y="1429"/>
                  </a:lnTo>
                  <a:lnTo>
                    <a:pt x="2588" y="1159"/>
                  </a:lnTo>
                  <a:lnTo>
                    <a:pt x="2472" y="888"/>
                  </a:lnTo>
                  <a:lnTo>
                    <a:pt x="2317" y="618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38" y="155"/>
                  </a:lnTo>
                  <a:lnTo>
                    <a:pt x="1507" y="77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11"/>
            <p:cNvSpPr/>
            <p:nvPr/>
          </p:nvSpPr>
          <p:spPr>
            <a:xfrm>
              <a:off x="408025" y="27595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7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79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1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11"/>
            <p:cNvSpPr/>
            <p:nvPr/>
          </p:nvSpPr>
          <p:spPr>
            <a:xfrm>
              <a:off x="1650450" y="2767225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1" y="5367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8"/>
                  </a:lnTo>
                  <a:lnTo>
                    <a:pt x="3978" y="888"/>
                  </a:lnTo>
                  <a:lnTo>
                    <a:pt x="4634" y="656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2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3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30" y="7375"/>
                  </a:lnTo>
                  <a:lnTo>
                    <a:pt x="13439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5"/>
                  </a:lnTo>
                  <a:lnTo>
                    <a:pt x="16721" y="9885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3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1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79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7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11"/>
            <p:cNvSpPr/>
            <p:nvPr/>
          </p:nvSpPr>
          <p:spPr>
            <a:xfrm>
              <a:off x="4802400" y="27817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0"/>
                  </a:moveTo>
                  <a:lnTo>
                    <a:pt x="12434" y="39"/>
                  </a:lnTo>
                  <a:lnTo>
                    <a:pt x="12357" y="77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8"/>
                  </a:lnTo>
                  <a:lnTo>
                    <a:pt x="12164" y="1043"/>
                  </a:lnTo>
                  <a:lnTo>
                    <a:pt x="12009" y="1197"/>
                  </a:lnTo>
                  <a:lnTo>
                    <a:pt x="11855" y="1313"/>
                  </a:lnTo>
                  <a:lnTo>
                    <a:pt x="11430" y="1545"/>
                  </a:lnTo>
                  <a:lnTo>
                    <a:pt x="11005" y="1699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4" y="2085"/>
                  </a:lnTo>
                  <a:lnTo>
                    <a:pt x="9345" y="2008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0"/>
                  </a:lnTo>
                  <a:lnTo>
                    <a:pt x="8611" y="1699"/>
                  </a:lnTo>
                  <a:lnTo>
                    <a:pt x="8804" y="2008"/>
                  </a:lnTo>
                  <a:lnTo>
                    <a:pt x="8997" y="2279"/>
                  </a:lnTo>
                  <a:lnTo>
                    <a:pt x="7839" y="2587"/>
                  </a:lnTo>
                  <a:lnTo>
                    <a:pt x="6719" y="2819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9" y="3282"/>
                  </a:lnTo>
                  <a:lnTo>
                    <a:pt x="3746" y="2935"/>
                  </a:lnTo>
                  <a:lnTo>
                    <a:pt x="3784" y="2587"/>
                  </a:lnTo>
                  <a:lnTo>
                    <a:pt x="3707" y="2240"/>
                  </a:lnTo>
                  <a:lnTo>
                    <a:pt x="3630" y="1892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7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8"/>
                  </a:lnTo>
                  <a:lnTo>
                    <a:pt x="1815" y="3437"/>
                  </a:lnTo>
                  <a:lnTo>
                    <a:pt x="1352" y="3398"/>
                  </a:lnTo>
                  <a:lnTo>
                    <a:pt x="965" y="3360"/>
                  </a:lnTo>
                  <a:lnTo>
                    <a:pt x="772" y="3282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3"/>
                  </a:lnTo>
                  <a:lnTo>
                    <a:pt x="309" y="2665"/>
                  </a:lnTo>
                  <a:lnTo>
                    <a:pt x="232" y="2587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3"/>
                  </a:lnTo>
                  <a:lnTo>
                    <a:pt x="0" y="2858"/>
                  </a:lnTo>
                  <a:lnTo>
                    <a:pt x="0" y="3012"/>
                  </a:lnTo>
                  <a:lnTo>
                    <a:pt x="0" y="3167"/>
                  </a:lnTo>
                  <a:lnTo>
                    <a:pt x="39" y="3282"/>
                  </a:lnTo>
                  <a:lnTo>
                    <a:pt x="116" y="3398"/>
                  </a:lnTo>
                  <a:lnTo>
                    <a:pt x="193" y="3514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0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0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2"/>
                  </a:lnTo>
                  <a:lnTo>
                    <a:pt x="12048" y="1699"/>
                  </a:lnTo>
                  <a:lnTo>
                    <a:pt x="12357" y="1506"/>
                  </a:lnTo>
                  <a:lnTo>
                    <a:pt x="12627" y="1236"/>
                  </a:lnTo>
                  <a:lnTo>
                    <a:pt x="12704" y="1081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79"/>
                  </a:lnTo>
                  <a:lnTo>
                    <a:pt x="12820" y="386"/>
                  </a:lnTo>
                  <a:lnTo>
                    <a:pt x="12743" y="155"/>
                  </a:lnTo>
                  <a:lnTo>
                    <a:pt x="12704" y="77"/>
                  </a:lnTo>
                  <a:lnTo>
                    <a:pt x="12627" y="39"/>
                  </a:lnTo>
                  <a:lnTo>
                    <a:pt x="125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11"/>
            <p:cNvSpPr/>
            <p:nvPr/>
          </p:nvSpPr>
          <p:spPr>
            <a:xfrm>
              <a:off x="2362900" y="2786525"/>
              <a:ext cx="114900" cy="130350"/>
            </a:xfrm>
            <a:custGeom>
              <a:avLst/>
              <a:gdLst/>
              <a:ahLst/>
              <a:cxnLst/>
              <a:rect l="l" t="t" r="r" b="b"/>
              <a:pathLst>
                <a:path w="4596" h="5214" extrusionOk="0">
                  <a:moveTo>
                    <a:pt x="232" y="0"/>
                  </a:moveTo>
                  <a:lnTo>
                    <a:pt x="0" y="193"/>
                  </a:lnTo>
                  <a:lnTo>
                    <a:pt x="502" y="888"/>
                  </a:lnTo>
                  <a:lnTo>
                    <a:pt x="1004" y="1622"/>
                  </a:lnTo>
                  <a:lnTo>
                    <a:pt x="1545" y="2279"/>
                  </a:lnTo>
                  <a:lnTo>
                    <a:pt x="2124" y="2974"/>
                  </a:lnTo>
                  <a:lnTo>
                    <a:pt x="3283" y="4248"/>
                  </a:lnTo>
                  <a:lnTo>
                    <a:pt x="3746" y="4789"/>
                  </a:lnTo>
                  <a:lnTo>
                    <a:pt x="3630" y="4789"/>
                  </a:lnTo>
                  <a:lnTo>
                    <a:pt x="3592" y="4866"/>
                  </a:lnTo>
                  <a:lnTo>
                    <a:pt x="3592" y="4982"/>
                  </a:lnTo>
                  <a:lnTo>
                    <a:pt x="3823" y="4904"/>
                  </a:lnTo>
                  <a:lnTo>
                    <a:pt x="4055" y="5059"/>
                  </a:lnTo>
                  <a:lnTo>
                    <a:pt x="4287" y="5213"/>
                  </a:lnTo>
                  <a:lnTo>
                    <a:pt x="4441" y="5213"/>
                  </a:lnTo>
                  <a:lnTo>
                    <a:pt x="4518" y="5175"/>
                  </a:lnTo>
                  <a:lnTo>
                    <a:pt x="4557" y="5097"/>
                  </a:lnTo>
                  <a:lnTo>
                    <a:pt x="4557" y="5059"/>
                  </a:lnTo>
                  <a:lnTo>
                    <a:pt x="4595" y="4982"/>
                  </a:lnTo>
                  <a:lnTo>
                    <a:pt x="4402" y="4750"/>
                  </a:lnTo>
                  <a:lnTo>
                    <a:pt x="4325" y="4750"/>
                  </a:lnTo>
                  <a:lnTo>
                    <a:pt x="4016" y="4480"/>
                  </a:lnTo>
                  <a:lnTo>
                    <a:pt x="3746" y="4171"/>
                  </a:lnTo>
                  <a:lnTo>
                    <a:pt x="3244" y="3553"/>
                  </a:lnTo>
                  <a:lnTo>
                    <a:pt x="2201" y="2394"/>
                  </a:lnTo>
                  <a:lnTo>
                    <a:pt x="1197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11"/>
            <p:cNvSpPr/>
            <p:nvPr/>
          </p:nvSpPr>
          <p:spPr>
            <a:xfrm>
              <a:off x="2090650" y="2821275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8" y="0"/>
                  </a:moveTo>
                  <a:lnTo>
                    <a:pt x="1893" y="78"/>
                  </a:lnTo>
                  <a:lnTo>
                    <a:pt x="1739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4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40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4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2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2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4" y="1622"/>
                  </a:lnTo>
                  <a:lnTo>
                    <a:pt x="1237" y="1313"/>
                  </a:lnTo>
                  <a:lnTo>
                    <a:pt x="1468" y="1004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2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3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2" y="2703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2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5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5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9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5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3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6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3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2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3" y="5793"/>
                  </a:lnTo>
                  <a:lnTo>
                    <a:pt x="4828" y="5638"/>
                  </a:lnTo>
                  <a:lnTo>
                    <a:pt x="4249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5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2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11"/>
            <p:cNvSpPr/>
            <p:nvPr/>
          </p:nvSpPr>
          <p:spPr>
            <a:xfrm>
              <a:off x="3488525" y="28212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120" y="387"/>
                  </a:moveTo>
                  <a:lnTo>
                    <a:pt x="1313" y="425"/>
                  </a:lnTo>
                  <a:lnTo>
                    <a:pt x="1506" y="464"/>
                  </a:lnTo>
                  <a:lnTo>
                    <a:pt x="1661" y="580"/>
                  </a:lnTo>
                  <a:lnTo>
                    <a:pt x="1738" y="734"/>
                  </a:lnTo>
                  <a:lnTo>
                    <a:pt x="1777" y="889"/>
                  </a:lnTo>
                  <a:lnTo>
                    <a:pt x="1738" y="966"/>
                  </a:lnTo>
                  <a:lnTo>
                    <a:pt x="1699" y="1004"/>
                  </a:lnTo>
                  <a:lnTo>
                    <a:pt x="1661" y="1082"/>
                  </a:lnTo>
                  <a:lnTo>
                    <a:pt x="1545" y="1120"/>
                  </a:lnTo>
                  <a:lnTo>
                    <a:pt x="1236" y="1159"/>
                  </a:lnTo>
                  <a:lnTo>
                    <a:pt x="927" y="1159"/>
                  </a:lnTo>
                  <a:lnTo>
                    <a:pt x="579" y="1198"/>
                  </a:lnTo>
                  <a:lnTo>
                    <a:pt x="464" y="1236"/>
                  </a:lnTo>
                  <a:lnTo>
                    <a:pt x="309" y="1313"/>
                  </a:lnTo>
                  <a:lnTo>
                    <a:pt x="309" y="1159"/>
                  </a:lnTo>
                  <a:lnTo>
                    <a:pt x="348" y="1004"/>
                  </a:lnTo>
                  <a:lnTo>
                    <a:pt x="386" y="850"/>
                  </a:lnTo>
                  <a:lnTo>
                    <a:pt x="464" y="734"/>
                  </a:lnTo>
                  <a:lnTo>
                    <a:pt x="541" y="618"/>
                  </a:lnTo>
                  <a:lnTo>
                    <a:pt x="657" y="541"/>
                  </a:lnTo>
                  <a:lnTo>
                    <a:pt x="811" y="464"/>
                  </a:lnTo>
                  <a:lnTo>
                    <a:pt x="927" y="425"/>
                  </a:lnTo>
                  <a:lnTo>
                    <a:pt x="1120" y="387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79" y="116"/>
                  </a:lnTo>
                  <a:lnTo>
                    <a:pt x="425" y="232"/>
                  </a:lnTo>
                  <a:lnTo>
                    <a:pt x="271" y="387"/>
                  </a:lnTo>
                  <a:lnTo>
                    <a:pt x="155" y="541"/>
                  </a:lnTo>
                  <a:lnTo>
                    <a:pt x="77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68"/>
                  </a:lnTo>
                  <a:lnTo>
                    <a:pt x="116" y="1661"/>
                  </a:lnTo>
                  <a:lnTo>
                    <a:pt x="155" y="1738"/>
                  </a:lnTo>
                  <a:lnTo>
                    <a:pt x="232" y="1815"/>
                  </a:lnTo>
                  <a:lnTo>
                    <a:pt x="309" y="1815"/>
                  </a:lnTo>
                  <a:lnTo>
                    <a:pt x="425" y="1777"/>
                  </a:lnTo>
                  <a:lnTo>
                    <a:pt x="541" y="1661"/>
                  </a:lnTo>
                  <a:lnTo>
                    <a:pt x="695" y="1584"/>
                  </a:lnTo>
                  <a:lnTo>
                    <a:pt x="850" y="1545"/>
                  </a:lnTo>
                  <a:lnTo>
                    <a:pt x="1043" y="1545"/>
                  </a:lnTo>
                  <a:lnTo>
                    <a:pt x="1390" y="1506"/>
                  </a:lnTo>
                  <a:lnTo>
                    <a:pt x="1583" y="1506"/>
                  </a:lnTo>
                  <a:lnTo>
                    <a:pt x="1738" y="1468"/>
                  </a:lnTo>
                  <a:lnTo>
                    <a:pt x="1931" y="1391"/>
                  </a:lnTo>
                  <a:lnTo>
                    <a:pt x="2047" y="1275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811"/>
                  </a:lnTo>
                  <a:lnTo>
                    <a:pt x="2124" y="657"/>
                  </a:lnTo>
                  <a:lnTo>
                    <a:pt x="2047" y="502"/>
                  </a:lnTo>
                  <a:lnTo>
                    <a:pt x="1970" y="348"/>
                  </a:lnTo>
                  <a:lnTo>
                    <a:pt x="1777" y="194"/>
                  </a:lnTo>
                  <a:lnTo>
                    <a:pt x="1622" y="116"/>
                  </a:lnTo>
                  <a:lnTo>
                    <a:pt x="1429" y="39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11"/>
            <p:cNvSpPr/>
            <p:nvPr/>
          </p:nvSpPr>
          <p:spPr>
            <a:xfrm>
              <a:off x="3345650" y="2889825"/>
              <a:ext cx="466300" cy="248125"/>
            </a:xfrm>
            <a:custGeom>
              <a:avLst/>
              <a:gdLst/>
              <a:ahLst/>
              <a:cxnLst/>
              <a:rect l="l" t="t" r="r" b="b"/>
              <a:pathLst>
                <a:path w="18652" h="9925" extrusionOk="0">
                  <a:moveTo>
                    <a:pt x="6140" y="0"/>
                  </a:moveTo>
                  <a:lnTo>
                    <a:pt x="5561" y="39"/>
                  </a:lnTo>
                  <a:lnTo>
                    <a:pt x="4982" y="155"/>
                  </a:lnTo>
                  <a:lnTo>
                    <a:pt x="4402" y="309"/>
                  </a:lnTo>
                  <a:lnTo>
                    <a:pt x="3862" y="502"/>
                  </a:lnTo>
                  <a:lnTo>
                    <a:pt x="3283" y="772"/>
                  </a:lnTo>
                  <a:lnTo>
                    <a:pt x="2781" y="1081"/>
                  </a:lnTo>
                  <a:lnTo>
                    <a:pt x="2279" y="1467"/>
                  </a:lnTo>
                  <a:lnTo>
                    <a:pt x="1815" y="1892"/>
                  </a:lnTo>
                  <a:lnTo>
                    <a:pt x="1390" y="2317"/>
                  </a:lnTo>
                  <a:lnTo>
                    <a:pt x="1043" y="2780"/>
                  </a:lnTo>
                  <a:lnTo>
                    <a:pt x="734" y="3244"/>
                  </a:lnTo>
                  <a:lnTo>
                    <a:pt x="464" y="3746"/>
                  </a:lnTo>
                  <a:lnTo>
                    <a:pt x="271" y="4286"/>
                  </a:lnTo>
                  <a:lnTo>
                    <a:pt x="116" y="4827"/>
                  </a:lnTo>
                  <a:lnTo>
                    <a:pt x="0" y="5368"/>
                  </a:lnTo>
                  <a:lnTo>
                    <a:pt x="348" y="5445"/>
                  </a:lnTo>
                  <a:lnTo>
                    <a:pt x="425" y="5020"/>
                  </a:lnTo>
                  <a:lnTo>
                    <a:pt x="541" y="4595"/>
                  </a:lnTo>
                  <a:lnTo>
                    <a:pt x="773" y="4016"/>
                  </a:lnTo>
                  <a:lnTo>
                    <a:pt x="1081" y="3437"/>
                  </a:lnTo>
                  <a:lnTo>
                    <a:pt x="1468" y="2896"/>
                  </a:lnTo>
                  <a:lnTo>
                    <a:pt x="1892" y="2394"/>
                  </a:lnTo>
                  <a:lnTo>
                    <a:pt x="2356" y="1931"/>
                  </a:lnTo>
                  <a:lnTo>
                    <a:pt x="2858" y="1545"/>
                  </a:lnTo>
                  <a:lnTo>
                    <a:pt x="3398" y="1197"/>
                  </a:lnTo>
                  <a:lnTo>
                    <a:pt x="3978" y="888"/>
                  </a:lnTo>
                  <a:lnTo>
                    <a:pt x="4595" y="657"/>
                  </a:lnTo>
                  <a:lnTo>
                    <a:pt x="5252" y="502"/>
                  </a:lnTo>
                  <a:lnTo>
                    <a:pt x="5908" y="425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39" y="618"/>
                  </a:lnTo>
                  <a:lnTo>
                    <a:pt x="8457" y="811"/>
                  </a:lnTo>
                  <a:lnTo>
                    <a:pt x="9075" y="1120"/>
                  </a:lnTo>
                  <a:lnTo>
                    <a:pt x="9422" y="1313"/>
                  </a:lnTo>
                  <a:lnTo>
                    <a:pt x="9731" y="1506"/>
                  </a:lnTo>
                  <a:lnTo>
                    <a:pt x="10002" y="1738"/>
                  </a:lnTo>
                  <a:lnTo>
                    <a:pt x="10272" y="1969"/>
                  </a:lnTo>
                  <a:lnTo>
                    <a:pt x="10774" y="2471"/>
                  </a:lnTo>
                  <a:lnTo>
                    <a:pt x="11199" y="3051"/>
                  </a:lnTo>
                  <a:lnTo>
                    <a:pt x="11546" y="3630"/>
                  </a:lnTo>
                  <a:lnTo>
                    <a:pt x="11855" y="4286"/>
                  </a:lnTo>
                  <a:lnTo>
                    <a:pt x="12164" y="4943"/>
                  </a:lnTo>
                  <a:lnTo>
                    <a:pt x="12396" y="5638"/>
                  </a:lnTo>
                  <a:lnTo>
                    <a:pt x="12627" y="6217"/>
                  </a:lnTo>
                  <a:lnTo>
                    <a:pt x="12859" y="6835"/>
                  </a:lnTo>
                  <a:lnTo>
                    <a:pt x="13129" y="7414"/>
                  </a:lnTo>
                  <a:lnTo>
                    <a:pt x="13438" y="7993"/>
                  </a:lnTo>
                  <a:lnTo>
                    <a:pt x="13786" y="8495"/>
                  </a:lnTo>
                  <a:lnTo>
                    <a:pt x="14211" y="8959"/>
                  </a:lnTo>
                  <a:lnTo>
                    <a:pt x="14442" y="9190"/>
                  </a:lnTo>
                  <a:lnTo>
                    <a:pt x="14713" y="9383"/>
                  </a:lnTo>
                  <a:lnTo>
                    <a:pt x="14983" y="9538"/>
                  </a:lnTo>
                  <a:lnTo>
                    <a:pt x="15253" y="9692"/>
                  </a:lnTo>
                  <a:lnTo>
                    <a:pt x="15717" y="9847"/>
                  </a:lnTo>
                  <a:lnTo>
                    <a:pt x="16219" y="9924"/>
                  </a:lnTo>
                  <a:lnTo>
                    <a:pt x="16682" y="9885"/>
                  </a:lnTo>
                  <a:lnTo>
                    <a:pt x="17145" y="9808"/>
                  </a:lnTo>
                  <a:lnTo>
                    <a:pt x="17609" y="9654"/>
                  </a:lnTo>
                  <a:lnTo>
                    <a:pt x="17802" y="9538"/>
                  </a:lnTo>
                  <a:lnTo>
                    <a:pt x="17995" y="9383"/>
                  </a:lnTo>
                  <a:lnTo>
                    <a:pt x="18188" y="9229"/>
                  </a:lnTo>
                  <a:lnTo>
                    <a:pt x="18342" y="9075"/>
                  </a:lnTo>
                  <a:lnTo>
                    <a:pt x="18497" y="8881"/>
                  </a:lnTo>
                  <a:lnTo>
                    <a:pt x="18613" y="8650"/>
                  </a:lnTo>
                  <a:lnTo>
                    <a:pt x="18651" y="8573"/>
                  </a:lnTo>
                  <a:lnTo>
                    <a:pt x="18613" y="8457"/>
                  </a:lnTo>
                  <a:lnTo>
                    <a:pt x="18651" y="8418"/>
                  </a:lnTo>
                  <a:lnTo>
                    <a:pt x="18613" y="8341"/>
                  </a:lnTo>
                  <a:lnTo>
                    <a:pt x="18304" y="8380"/>
                  </a:lnTo>
                  <a:lnTo>
                    <a:pt x="18265" y="8418"/>
                  </a:lnTo>
                  <a:lnTo>
                    <a:pt x="18033" y="8766"/>
                  </a:lnTo>
                  <a:lnTo>
                    <a:pt x="17802" y="8997"/>
                  </a:lnTo>
                  <a:lnTo>
                    <a:pt x="17493" y="9229"/>
                  </a:lnTo>
                  <a:lnTo>
                    <a:pt x="17184" y="9345"/>
                  </a:lnTo>
                  <a:lnTo>
                    <a:pt x="16798" y="9461"/>
                  </a:lnTo>
                  <a:lnTo>
                    <a:pt x="16064" y="9461"/>
                  </a:lnTo>
                  <a:lnTo>
                    <a:pt x="15717" y="9383"/>
                  </a:lnTo>
                  <a:lnTo>
                    <a:pt x="15330" y="9229"/>
                  </a:lnTo>
                  <a:lnTo>
                    <a:pt x="15021" y="9036"/>
                  </a:lnTo>
                  <a:lnTo>
                    <a:pt x="14674" y="8766"/>
                  </a:lnTo>
                  <a:lnTo>
                    <a:pt x="14404" y="8495"/>
                  </a:lnTo>
                  <a:lnTo>
                    <a:pt x="14133" y="8186"/>
                  </a:lnTo>
                  <a:lnTo>
                    <a:pt x="13902" y="7878"/>
                  </a:lnTo>
                  <a:lnTo>
                    <a:pt x="13709" y="7530"/>
                  </a:lnTo>
                  <a:lnTo>
                    <a:pt x="13515" y="7182"/>
                  </a:lnTo>
                  <a:lnTo>
                    <a:pt x="13207" y="6526"/>
                  </a:lnTo>
                  <a:lnTo>
                    <a:pt x="12936" y="5870"/>
                  </a:lnTo>
                  <a:lnTo>
                    <a:pt x="12434" y="4518"/>
                  </a:lnTo>
                  <a:lnTo>
                    <a:pt x="12164" y="3862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317"/>
                  </a:lnTo>
                  <a:lnTo>
                    <a:pt x="11005" y="2047"/>
                  </a:lnTo>
                  <a:lnTo>
                    <a:pt x="10542" y="1583"/>
                  </a:lnTo>
                  <a:lnTo>
                    <a:pt x="10040" y="1197"/>
                  </a:lnTo>
                  <a:lnTo>
                    <a:pt x="9538" y="888"/>
                  </a:lnTo>
                  <a:lnTo>
                    <a:pt x="9036" y="579"/>
                  </a:lnTo>
                  <a:lnTo>
                    <a:pt x="8457" y="386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11"/>
            <p:cNvSpPr/>
            <p:nvPr/>
          </p:nvSpPr>
          <p:spPr>
            <a:xfrm>
              <a:off x="6719625" y="2898500"/>
              <a:ext cx="625575" cy="344675"/>
            </a:xfrm>
            <a:custGeom>
              <a:avLst/>
              <a:gdLst/>
              <a:ahLst/>
              <a:cxnLst/>
              <a:rect l="l" t="t" r="r" b="b"/>
              <a:pathLst>
                <a:path w="25023" h="13787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9"/>
                  </a:lnTo>
                  <a:lnTo>
                    <a:pt x="23787" y="2163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6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5"/>
                  </a:lnTo>
                  <a:lnTo>
                    <a:pt x="23169" y="1120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2"/>
                  </a:lnTo>
                  <a:lnTo>
                    <a:pt x="23864" y="3515"/>
                  </a:lnTo>
                  <a:lnTo>
                    <a:pt x="23787" y="3399"/>
                  </a:lnTo>
                  <a:lnTo>
                    <a:pt x="23748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1"/>
                  </a:lnTo>
                  <a:lnTo>
                    <a:pt x="16566" y="5407"/>
                  </a:lnTo>
                  <a:lnTo>
                    <a:pt x="16296" y="5445"/>
                  </a:lnTo>
                  <a:lnTo>
                    <a:pt x="15639" y="5523"/>
                  </a:lnTo>
                  <a:lnTo>
                    <a:pt x="15639" y="5484"/>
                  </a:lnTo>
                  <a:lnTo>
                    <a:pt x="15678" y="5368"/>
                  </a:lnTo>
                  <a:lnTo>
                    <a:pt x="15716" y="5252"/>
                  </a:lnTo>
                  <a:lnTo>
                    <a:pt x="15755" y="5175"/>
                  </a:lnTo>
                  <a:lnTo>
                    <a:pt x="15832" y="5098"/>
                  </a:lnTo>
                  <a:lnTo>
                    <a:pt x="15948" y="5021"/>
                  </a:lnTo>
                  <a:lnTo>
                    <a:pt x="16064" y="4982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8"/>
                  </a:lnTo>
                  <a:lnTo>
                    <a:pt x="24250" y="5523"/>
                  </a:lnTo>
                  <a:lnTo>
                    <a:pt x="24057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1"/>
                  </a:lnTo>
                  <a:lnTo>
                    <a:pt x="18111" y="5214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523"/>
                  </a:lnTo>
                  <a:lnTo>
                    <a:pt x="17029" y="5445"/>
                  </a:lnTo>
                  <a:lnTo>
                    <a:pt x="17068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2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7"/>
                  </a:lnTo>
                  <a:lnTo>
                    <a:pt x="14558" y="5870"/>
                  </a:lnTo>
                  <a:lnTo>
                    <a:pt x="14056" y="6102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600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4"/>
                  </a:moveTo>
                  <a:lnTo>
                    <a:pt x="19115" y="5523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6" y="6179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7"/>
                  </a:lnTo>
                  <a:lnTo>
                    <a:pt x="18844" y="5523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0" y="6102"/>
                  </a:lnTo>
                  <a:lnTo>
                    <a:pt x="20466" y="6140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7"/>
                  </a:lnTo>
                  <a:lnTo>
                    <a:pt x="20814" y="6720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8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1" y="5986"/>
                  </a:lnTo>
                  <a:lnTo>
                    <a:pt x="24019" y="6025"/>
                  </a:lnTo>
                  <a:lnTo>
                    <a:pt x="24096" y="6025"/>
                  </a:lnTo>
                  <a:lnTo>
                    <a:pt x="23941" y="6295"/>
                  </a:lnTo>
                  <a:lnTo>
                    <a:pt x="23748" y="6565"/>
                  </a:lnTo>
                  <a:lnTo>
                    <a:pt x="23517" y="6797"/>
                  </a:lnTo>
                  <a:lnTo>
                    <a:pt x="23246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7"/>
                  </a:lnTo>
                  <a:lnTo>
                    <a:pt x="23015" y="6295"/>
                  </a:lnTo>
                  <a:lnTo>
                    <a:pt x="23053" y="6179"/>
                  </a:lnTo>
                  <a:lnTo>
                    <a:pt x="23131" y="6102"/>
                  </a:lnTo>
                  <a:lnTo>
                    <a:pt x="23208" y="6025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8" y="6333"/>
                  </a:lnTo>
                  <a:lnTo>
                    <a:pt x="13168" y="6720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7"/>
                  </a:lnTo>
                  <a:lnTo>
                    <a:pt x="12627" y="6681"/>
                  </a:lnTo>
                  <a:lnTo>
                    <a:pt x="12666" y="6527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218"/>
                  </a:lnTo>
                  <a:lnTo>
                    <a:pt x="13013" y="6140"/>
                  </a:lnTo>
                  <a:lnTo>
                    <a:pt x="13129" y="6102"/>
                  </a:lnTo>
                  <a:close/>
                  <a:moveTo>
                    <a:pt x="22165" y="6565"/>
                  </a:moveTo>
                  <a:lnTo>
                    <a:pt x="22281" y="6604"/>
                  </a:lnTo>
                  <a:lnTo>
                    <a:pt x="22474" y="6720"/>
                  </a:lnTo>
                  <a:lnTo>
                    <a:pt x="22629" y="6874"/>
                  </a:lnTo>
                  <a:lnTo>
                    <a:pt x="22783" y="7029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6"/>
                  </a:lnTo>
                  <a:lnTo>
                    <a:pt x="22937" y="7144"/>
                  </a:lnTo>
                  <a:lnTo>
                    <a:pt x="22551" y="7222"/>
                  </a:lnTo>
                  <a:lnTo>
                    <a:pt x="22165" y="7260"/>
                  </a:lnTo>
                  <a:lnTo>
                    <a:pt x="21779" y="7222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49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5" y="7994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4"/>
                  </a:lnTo>
                  <a:lnTo>
                    <a:pt x="11816" y="7608"/>
                  </a:lnTo>
                  <a:lnTo>
                    <a:pt x="11894" y="7531"/>
                  </a:lnTo>
                  <a:lnTo>
                    <a:pt x="12009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3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2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3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5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4" y="9770"/>
                  </a:moveTo>
                  <a:lnTo>
                    <a:pt x="3900" y="9809"/>
                  </a:lnTo>
                  <a:lnTo>
                    <a:pt x="4016" y="9886"/>
                  </a:lnTo>
                  <a:lnTo>
                    <a:pt x="4093" y="10002"/>
                  </a:lnTo>
                  <a:lnTo>
                    <a:pt x="4132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5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6"/>
                  </a:lnTo>
                  <a:lnTo>
                    <a:pt x="5097" y="10774"/>
                  </a:lnTo>
                  <a:lnTo>
                    <a:pt x="5136" y="10890"/>
                  </a:lnTo>
                  <a:lnTo>
                    <a:pt x="5175" y="11044"/>
                  </a:lnTo>
                  <a:lnTo>
                    <a:pt x="5136" y="11238"/>
                  </a:lnTo>
                  <a:lnTo>
                    <a:pt x="5097" y="11431"/>
                  </a:lnTo>
                  <a:lnTo>
                    <a:pt x="4402" y="10929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5" y="11740"/>
                  </a:lnTo>
                  <a:lnTo>
                    <a:pt x="10658" y="11701"/>
                  </a:lnTo>
                  <a:lnTo>
                    <a:pt x="10503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5" y="10697"/>
                  </a:lnTo>
                  <a:lnTo>
                    <a:pt x="10928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10"/>
                  </a:lnTo>
                  <a:lnTo>
                    <a:pt x="6410" y="12242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8" y="11508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1" y="12744"/>
                  </a:lnTo>
                  <a:lnTo>
                    <a:pt x="9770" y="12937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2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39" y="13207"/>
                  </a:lnTo>
                  <a:lnTo>
                    <a:pt x="7337" y="13014"/>
                  </a:lnTo>
                  <a:lnTo>
                    <a:pt x="6835" y="12744"/>
                  </a:lnTo>
                  <a:lnTo>
                    <a:pt x="6990" y="12628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3" y="12628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7"/>
                  </a:lnTo>
                  <a:lnTo>
                    <a:pt x="9229" y="13130"/>
                  </a:lnTo>
                  <a:lnTo>
                    <a:pt x="9268" y="13207"/>
                  </a:lnTo>
                  <a:lnTo>
                    <a:pt x="9036" y="13284"/>
                  </a:lnTo>
                  <a:lnTo>
                    <a:pt x="8804" y="13323"/>
                  </a:lnTo>
                  <a:lnTo>
                    <a:pt x="8573" y="13323"/>
                  </a:lnTo>
                  <a:lnTo>
                    <a:pt x="8302" y="13284"/>
                  </a:lnTo>
                  <a:lnTo>
                    <a:pt x="8302" y="13207"/>
                  </a:lnTo>
                  <a:lnTo>
                    <a:pt x="8341" y="13014"/>
                  </a:lnTo>
                  <a:lnTo>
                    <a:pt x="8418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8"/>
                  </a:lnTo>
                  <a:close/>
                  <a:moveTo>
                    <a:pt x="22976" y="1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10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3" y="966"/>
                  </a:lnTo>
                  <a:lnTo>
                    <a:pt x="22706" y="1120"/>
                  </a:lnTo>
                  <a:lnTo>
                    <a:pt x="22629" y="1314"/>
                  </a:lnTo>
                  <a:lnTo>
                    <a:pt x="22590" y="1507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0" y="2279"/>
                  </a:lnTo>
                  <a:lnTo>
                    <a:pt x="23053" y="2395"/>
                  </a:lnTo>
                  <a:lnTo>
                    <a:pt x="23246" y="2511"/>
                  </a:lnTo>
                  <a:lnTo>
                    <a:pt x="23478" y="2511"/>
                  </a:lnTo>
                  <a:lnTo>
                    <a:pt x="23401" y="2704"/>
                  </a:lnTo>
                  <a:lnTo>
                    <a:pt x="23362" y="2897"/>
                  </a:lnTo>
                  <a:lnTo>
                    <a:pt x="23324" y="3090"/>
                  </a:lnTo>
                  <a:lnTo>
                    <a:pt x="23362" y="3283"/>
                  </a:lnTo>
                  <a:lnTo>
                    <a:pt x="23439" y="3515"/>
                  </a:lnTo>
                  <a:lnTo>
                    <a:pt x="23555" y="3708"/>
                  </a:lnTo>
                  <a:lnTo>
                    <a:pt x="23748" y="3901"/>
                  </a:lnTo>
                  <a:lnTo>
                    <a:pt x="23980" y="4017"/>
                  </a:lnTo>
                  <a:lnTo>
                    <a:pt x="23748" y="4210"/>
                  </a:lnTo>
                  <a:lnTo>
                    <a:pt x="23555" y="4480"/>
                  </a:lnTo>
                  <a:lnTo>
                    <a:pt x="23478" y="4750"/>
                  </a:lnTo>
                  <a:lnTo>
                    <a:pt x="23439" y="4905"/>
                  </a:lnTo>
                  <a:lnTo>
                    <a:pt x="23439" y="5021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3"/>
                  </a:lnTo>
                  <a:lnTo>
                    <a:pt x="23169" y="5561"/>
                  </a:lnTo>
                  <a:lnTo>
                    <a:pt x="22976" y="5716"/>
                  </a:lnTo>
                  <a:lnTo>
                    <a:pt x="22783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4" y="6295"/>
                  </a:lnTo>
                  <a:lnTo>
                    <a:pt x="22320" y="6256"/>
                  </a:lnTo>
                  <a:lnTo>
                    <a:pt x="22165" y="6218"/>
                  </a:lnTo>
                  <a:lnTo>
                    <a:pt x="21972" y="6218"/>
                  </a:lnTo>
                  <a:lnTo>
                    <a:pt x="21740" y="6295"/>
                  </a:lnTo>
                  <a:lnTo>
                    <a:pt x="21509" y="6411"/>
                  </a:lnTo>
                  <a:lnTo>
                    <a:pt x="21354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5"/>
                  </a:lnTo>
                  <a:lnTo>
                    <a:pt x="20736" y="5909"/>
                  </a:lnTo>
                  <a:lnTo>
                    <a:pt x="20582" y="5831"/>
                  </a:lnTo>
                  <a:lnTo>
                    <a:pt x="20427" y="5754"/>
                  </a:lnTo>
                  <a:lnTo>
                    <a:pt x="20234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6"/>
                  </a:lnTo>
                  <a:lnTo>
                    <a:pt x="19617" y="5484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1"/>
                  </a:lnTo>
                  <a:lnTo>
                    <a:pt x="18497" y="5407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6"/>
                  </a:lnTo>
                  <a:lnTo>
                    <a:pt x="17802" y="4557"/>
                  </a:lnTo>
                  <a:lnTo>
                    <a:pt x="17647" y="4519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8"/>
                  </a:lnTo>
                  <a:lnTo>
                    <a:pt x="16759" y="4943"/>
                  </a:lnTo>
                  <a:lnTo>
                    <a:pt x="16605" y="4789"/>
                  </a:lnTo>
                  <a:lnTo>
                    <a:pt x="16450" y="4712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82"/>
                  </a:lnTo>
                  <a:lnTo>
                    <a:pt x="14288" y="5021"/>
                  </a:lnTo>
                  <a:lnTo>
                    <a:pt x="14133" y="5098"/>
                  </a:lnTo>
                  <a:lnTo>
                    <a:pt x="14056" y="5175"/>
                  </a:lnTo>
                  <a:lnTo>
                    <a:pt x="13940" y="5291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6"/>
                  </a:lnTo>
                  <a:lnTo>
                    <a:pt x="13168" y="5716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8"/>
                  </a:lnTo>
                  <a:lnTo>
                    <a:pt x="12357" y="6372"/>
                  </a:lnTo>
                  <a:lnTo>
                    <a:pt x="12357" y="6527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7029"/>
                  </a:lnTo>
                  <a:lnTo>
                    <a:pt x="11894" y="7106"/>
                  </a:lnTo>
                  <a:lnTo>
                    <a:pt x="11662" y="7222"/>
                  </a:lnTo>
                  <a:lnTo>
                    <a:pt x="11507" y="7415"/>
                  </a:lnTo>
                  <a:lnTo>
                    <a:pt x="11392" y="7531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276" y="7994"/>
                  </a:lnTo>
                  <a:lnTo>
                    <a:pt x="11314" y="8148"/>
                  </a:lnTo>
                  <a:lnTo>
                    <a:pt x="11353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30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4"/>
                  </a:lnTo>
                  <a:lnTo>
                    <a:pt x="10619" y="10311"/>
                  </a:lnTo>
                  <a:lnTo>
                    <a:pt x="10426" y="10427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6"/>
                  </a:lnTo>
                  <a:lnTo>
                    <a:pt x="10040" y="11238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4" y="11740"/>
                  </a:lnTo>
                  <a:lnTo>
                    <a:pt x="9693" y="11855"/>
                  </a:lnTo>
                  <a:lnTo>
                    <a:pt x="9499" y="12010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9"/>
                  </a:lnTo>
                  <a:lnTo>
                    <a:pt x="9306" y="12473"/>
                  </a:lnTo>
                  <a:lnTo>
                    <a:pt x="9191" y="12396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5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3" y="12435"/>
                  </a:lnTo>
                  <a:lnTo>
                    <a:pt x="7878" y="12319"/>
                  </a:lnTo>
                  <a:lnTo>
                    <a:pt x="7723" y="12242"/>
                  </a:lnTo>
                  <a:lnTo>
                    <a:pt x="7492" y="12164"/>
                  </a:lnTo>
                  <a:lnTo>
                    <a:pt x="7221" y="12203"/>
                  </a:lnTo>
                  <a:lnTo>
                    <a:pt x="6990" y="12280"/>
                  </a:lnTo>
                  <a:lnTo>
                    <a:pt x="6796" y="12435"/>
                  </a:lnTo>
                  <a:lnTo>
                    <a:pt x="6796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431"/>
                  </a:lnTo>
                  <a:lnTo>
                    <a:pt x="6372" y="11315"/>
                  </a:lnTo>
                  <a:lnTo>
                    <a:pt x="6217" y="11199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8"/>
                  </a:lnTo>
                  <a:lnTo>
                    <a:pt x="5522" y="10967"/>
                  </a:lnTo>
                  <a:lnTo>
                    <a:pt x="5445" y="10736"/>
                  </a:lnTo>
                  <a:lnTo>
                    <a:pt x="5329" y="10504"/>
                  </a:lnTo>
                  <a:lnTo>
                    <a:pt x="5213" y="10427"/>
                  </a:lnTo>
                  <a:lnTo>
                    <a:pt x="5097" y="10388"/>
                  </a:lnTo>
                  <a:lnTo>
                    <a:pt x="4943" y="10311"/>
                  </a:lnTo>
                  <a:lnTo>
                    <a:pt x="4827" y="10311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500"/>
                  </a:lnTo>
                  <a:lnTo>
                    <a:pt x="3900" y="9461"/>
                  </a:lnTo>
                  <a:lnTo>
                    <a:pt x="3746" y="9423"/>
                  </a:lnTo>
                  <a:lnTo>
                    <a:pt x="3591" y="9423"/>
                  </a:lnTo>
                  <a:lnTo>
                    <a:pt x="3398" y="9461"/>
                  </a:lnTo>
                  <a:lnTo>
                    <a:pt x="3282" y="9538"/>
                  </a:lnTo>
                  <a:lnTo>
                    <a:pt x="3128" y="9616"/>
                  </a:lnTo>
                  <a:lnTo>
                    <a:pt x="3012" y="9770"/>
                  </a:lnTo>
                  <a:lnTo>
                    <a:pt x="2974" y="9616"/>
                  </a:lnTo>
                  <a:lnTo>
                    <a:pt x="2896" y="9461"/>
                  </a:lnTo>
                  <a:lnTo>
                    <a:pt x="2780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2"/>
                  </a:lnTo>
                  <a:lnTo>
                    <a:pt x="1352" y="9925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1"/>
                  </a:lnTo>
                  <a:lnTo>
                    <a:pt x="386" y="10427"/>
                  </a:lnTo>
                  <a:lnTo>
                    <a:pt x="271" y="10581"/>
                  </a:lnTo>
                  <a:lnTo>
                    <a:pt x="116" y="10890"/>
                  </a:lnTo>
                  <a:lnTo>
                    <a:pt x="0" y="11238"/>
                  </a:lnTo>
                  <a:lnTo>
                    <a:pt x="0" y="11585"/>
                  </a:lnTo>
                  <a:lnTo>
                    <a:pt x="77" y="11933"/>
                  </a:lnTo>
                  <a:lnTo>
                    <a:pt x="193" y="12242"/>
                  </a:lnTo>
                  <a:lnTo>
                    <a:pt x="386" y="12550"/>
                  </a:lnTo>
                  <a:lnTo>
                    <a:pt x="618" y="12821"/>
                  </a:lnTo>
                  <a:lnTo>
                    <a:pt x="811" y="12937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30"/>
                  </a:lnTo>
                  <a:lnTo>
                    <a:pt x="1738" y="13168"/>
                  </a:lnTo>
                  <a:lnTo>
                    <a:pt x="2085" y="13130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2"/>
                  </a:lnTo>
                  <a:lnTo>
                    <a:pt x="3591" y="12010"/>
                  </a:lnTo>
                  <a:lnTo>
                    <a:pt x="3553" y="11933"/>
                  </a:lnTo>
                  <a:lnTo>
                    <a:pt x="3514" y="11817"/>
                  </a:lnTo>
                  <a:lnTo>
                    <a:pt x="3437" y="11778"/>
                  </a:lnTo>
                  <a:lnTo>
                    <a:pt x="3321" y="11740"/>
                  </a:lnTo>
                  <a:lnTo>
                    <a:pt x="3282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2"/>
                  </a:lnTo>
                  <a:lnTo>
                    <a:pt x="2587" y="12435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94"/>
                  </a:lnTo>
                  <a:lnTo>
                    <a:pt x="502" y="11740"/>
                  </a:lnTo>
                  <a:lnTo>
                    <a:pt x="502" y="11546"/>
                  </a:lnTo>
                  <a:lnTo>
                    <a:pt x="502" y="11392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8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7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9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5" y="13439"/>
                  </a:lnTo>
                  <a:lnTo>
                    <a:pt x="7530" y="13593"/>
                  </a:lnTo>
                  <a:lnTo>
                    <a:pt x="7993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9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6"/>
                  </a:lnTo>
                  <a:lnTo>
                    <a:pt x="11314" y="11740"/>
                  </a:lnTo>
                  <a:lnTo>
                    <a:pt x="11507" y="11238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5" y="9114"/>
                  </a:lnTo>
                  <a:lnTo>
                    <a:pt x="12357" y="8612"/>
                  </a:lnTo>
                  <a:lnTo>
                    <a:pt x="12589" y="8110"/>
                  </a:lnTo>
                  <a:lnTo>
                    <a:pt x="12936" y="7646"/>
                  </a:lnTo>
                  <a:lnTo>
                    <a:pt x="13284" y="7299"/>
                  </a:lnTo>
                  <a:lnTo>
                    <a:pt x="13631" y="6990"/>
                  </a:lnTo>
                  <a:lnTo>
                    <a:pt x="14017" y="6720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2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29" y="7492"/>
                  </a:lnTo>
                  <a:lnTo>
                    <a:pt x="21316" y="7646"/>
                  </a:lnTo>
                  <a:lnTo>
                    <a:pt x="21740" y="7724"/>
                  </a:lnTo>
                  <a:lnTo>
                    <a:pt x="22165" y="7762"/>
                  </a:lnTo>
                  <a:lnTo>
                    <a:pt x="22590" y="7724"/>
                  </a:lnTo>
                  <a:lnTo>
                    <a:pt x="22976" y="7646"/>
                  </a:lnTo>
                  <a:lnTo>
                    <a:pt x="23362" y="7531"/>
                  </a:lnTo>
                  <a:lnTo>
                    <a:pt x="23710" y="7299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5"/>
                  </a:lnTo>
                  <a:lnTo>
                    <a:pt x="24752" y="5909"/>
                  </a:lnTo>
                  <a:lnTo>
                    <a:pt x="24868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10"/>
                  </a:lnTo>
                  <a:lnTo>
                    <a:pt x="24945" y="3746"/>
                  </a:lnTo>
                  <a:lnTo>
                    <a:pt x="24868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3" y="1970"/>
                  </a:lnTo>
                  <a:lnTo>
                    <a:pt x="24250" y="1584"/>
                  </a:lnTo>
                  <a:lnTo>
                    <a:pt x="24057" y="1198"/>
                  </a:lnTo>
                  <a:lnTo>
                    <a:pt x="23787" y="812"/>
                  </a:lnTo>
                  <a:lnTo>
                    <a:pt x="23941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8"/>
                  </a:lnTo>
                  <a:lnTo>
                    <a:pt x="230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11"/>
            <p:cNvSpPr/>
            <p:nvPr/>
          </p:nvSpPr>
          <p:spPr>
            <a:xfrm>
              <a:off x="1648525" y="2901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5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8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5" y="7299"/>
                  </a:lnTo>
                  <a:lnTo>
                    <a:pt x="14713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4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4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5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7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11"/>
            <p:cNvSpPr/>
            <p:nvPr/>
          </p:nvSpPr>
          <p:spPr>
            <a:xfrm>
              <a:off x="7229325" y="290815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6"/>
                  </a:lnTo>
                  <a:lnTo>
                    <a:pt x="3785" y="619"/>
                  </a:lnTo>
                  <a:lnTo>
                    <a:pt x="4094" y="889"/>
                  </a:lnTo>
                  <a:lnTo>
                    <a:pt x="4364" y="1121"/>
                  </a:lnTo>
                  <a:lnTo>
                    <a:pt x="4635" y="1430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4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23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3" y="5214"/>
                  </a:lnTo>
                  <a:lnTo>
                    <a:pt x="5446" y="5600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7"/>
                  </a:lnTo>
                  <a:lnTo>
                    <a:pt x="4210" y="8033"/>
                  </a:lnTo>
                  <a:lnTo>
                    <a:pt x="3940" y="8380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9" y="10041"/>
                  </a:lnTo>
                  <a:lnTo>
                    <a:pt x="1314" y="10234"/>
                  </a:lnTo>
                  <a:lnTo>
                    <a:pt x="889" y="10388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5"/>
                  </a:lnTo>
                  <a:lnTo>
                    <a:pt x="4828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1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4" y="2434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4"/>
                  </a:lnTo>
                  <a:lnTo>
                    <a:pt x="4905" y="1005"/>
                  </a:lnTo>
                  <a:lnTo>
                    <a:pt x="4596" y="696"/>
                  </a:lnTo>
                  <a:lnTo>
                    <a:pt x="4287" y="426"/>
                  </a:lnTo>
                  <a:lnTo>
                    <a:pt x="3940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11"/>
            <p:cNvSpPr/>
            <p:nvPr/>
          </p:nvSpPr>
          <p:spPr>
            <a:xfrm>
              <a:off x="1734450" y="2911050"/>
              <a:ext cx="35725" cy="29000"/>
            </a:xfrm>
            <a:custGeom>
              <a:avLst/>
              <a:gdLst/>
              <a:ahLst/>
              <a:cxnLst/>
              <a:rect l="l" t="t" r="r" b="b"/>
              <a:pathLst>
                <a:path w="1429" h="1160" extrusionOk="0">
                  <a:moveTo>
                    <a:pt x="502" y="1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7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2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5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3"/>
                  </a:lnTo>
                  <a:lnTo>
                    <a:pt x="425" y="580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772" y="387"/>
                  </a:lnTo>
                  <a:lnTo>
                    <a:pt x="850" y="425"/>
                  </a:lnTo>
                  <a:lnTo>
                    <a:pt x="965" y="580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5" y="927"/>
                  </a:lnTo>
                  <a:lnTo>
                    <a:pt x="965" y="1005"/>
                  </a:lnTo>
                  <a:lnTo>
                    <a:pt x="965" y="1082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4" y="1120"/>
                  </a:lnTo>
                  <a:lnTo>
                    <a:pt x="1313" y="1082"/>
                  </a:lnTo>
                  <a:lnTo>
                    <a:pt x="1390" y="889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4"/>
                  </a:lnTo>
                  <a:lnTo>
                    <a:pt x="1043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11"/>
            <p:cNvSpPr/>
            <p:nvPr/>
          </p:nvSpPr>
          <p:spPr>
            <a:xfrm>
              <a:off x="6320925" y="2913950"/>
              <a:ext cx="315700" cy="477875"/>
            </a:xfrm>
            <a:custGeom>
              <a:avLst/>
              <a:gdLst/>
              <a:ahLst/>
              <a:cxnLst/>
              <a:rect l="l" t="t" r="r" b="b"/>
              <a:pathLst>
                <a:path w="12628" h="19115" extrusionOk="0">
                  <a:moveTo>
                    <a:pt x="1004" y="618"/>
                  </a:moveTo>
                  <a:lnTo>
                    <a:pt x="1661" y="850"/>
                  </a:lnTo>
                  <a:lnTo>
                    <a:pt x="2317" y="1120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2"/>
                  </a:lnTo>
                  <a:lnTo>
                    <a:pt x="4016" y="2819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7"/>
                  </a:lnTo>
                  <a:lnTo>
                    <a:pt x="9345" y="15137"/>
                  </a:lnTo>
                  <a:lnTo>
                    <a:pt x="8920" y="15369"/>
                  </a:lnTo>
                  <a:lnTo>
                    <a:pt x="7955" y="13516"/>
                  </a:lnTo>
                  <a:lnTo>
                    <a:pt x="6990" y="11662"/>
                  </a:lnTo>
                  <a:lnTo>
                    <a:pt x="5020" y="7955"/>
                  </a:lnTo>
                  <a:lnTo>
                    <a:pt x="3012" y="4287"/>
                  </a:lnTo>
                  <a:lnTo>
                    <a:pt x="1004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19" y="11739"/>
                  </a:lnTo>
                  <a:lnTo>
                    <a:pt x="7762" y="13593"/>
                  </a:lnTo>
                  <a:lnTo>
                    <a:pt x="8804" y="15446"/>
                  </a:lnTo>
                  <a:lnTo>
                    <a:pt x="8650" y="15524"/>
                  </a:lnTo>
                  <a:lnTo>
                    <a:pt x="7414" y="13747"/>
                  </a:lnTo>
                  <a:lnTo>
                    <a:pt x="6179" y="12010"/>
                  </a:lnTo>
                  <a:lnTo>
                    <a:pt x="3591" y="8534"/>
                  </a:lnTo>
                  <a:lnTo>
                    <a:pt x="2317" y="6758"/>
                  </a:lnTo>
                  <a:lnTo>
                    <a:pt x="1004" y="4943"/>
                  </a:lnTo>
                  <a:lnTo>
                    <a:pt x="850" y="4711"/>
                  </a:lnTo>
                  <a:lnTo>
                    <a:pt x="734" y="4480"/>
                  </a:lnTo>
                  <a:lnTo>
                    <a:pt x="618" y="4209"/>
                  </a:lnTo>
                  <a:lnTo>
                    <a:pt x="541" y="3939"/>
                  </a:lnTo>
                  <a:lnTo>
                    <a:pt x="464" y="3399"/>
                  </a:lnTo>
                  <a:lnTo>
                    <a:pt x="425" y="2819"/>
                  </a:lnTo>
                  <a:lnTo>
                    <a:pt x="464" y="2240"/>
                  </a:lnTo>
                  <a:lnTo>
                    <a:pt x="502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2" y="12357"/>
                  </a:lnTo>
                  <a:lnTo>
                    <a:pt x="11816" y="12434"/>
                  </a:lnTo>
                  <a:lnTo>
                    <a:pt x="12164" y="12859"/>
                  </a:lnTo>
                  <a:lnTo>
                    <a:pt x="12241" y="13052"/>
                  </a:lnTo>
                  <a:lnTo>
                    <a:pt x="12280" y="13245"/>
                  </a:lnTo>
                  <a:lnTo>
                    <a:pt x="12241" y="13438"/>
                  </a:lnTo>
                  <a:lnTo>
                    <a:pt x="12203" y="13631"/>
                  </a:lnTo>
                  <a:lnTo>
                    <a:pt x="12048" y="14018"/>
                  </a:lnTo>
                  <a:lnTo>
                    <a:pt x="11855" y="14365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1"/>
                  </a:lnTo>
                  <a:lnTo>
                    <a:pt x="10156" y="15871"/>
                  </a:lnTo>
                  <a:lnTo>
                    <a:pt x="10117" y="15987"/>
                  </a:lnTo>
                  <a:lnTo>
                    <a:pt x="9770" y="16180"/>
                  </a:lnTo>
                  <a:lnTo>
                    <a:pt x="9113" y="16605"/>
                  </a:lnTo>
                  <a:lnTo>
                    <a:pt x="8457" y="16952"/>
                  </a:lnTo>
                  <a:lnTo>
                    <a:pt x="7723" y="17261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4" y="17647"/>
                  </a:lnTo>
                  <a:lnTo>
                    <a:pt x="5754" y="17647"/>
                  </a:lnTo>
                  <a:lnTo>
                    <a:pt x="5561" y="17570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7" y="17184"/>
                  </a:lnTo>
                  <a:lnTo>
                    <a:pt x="4982" y="16875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4"/>
                  </a:lnTo>
                  <a:lnTo>
                    <a:pt x="5175" y="15948"/>
                  </a:lnTo>
                  <a:lnTo>
                    <a:pt x="5291" y="15833"/>
                  </a:lnTo>
                  <a:lnTo>
                    <a:pt x="5406" y="15755"/>
                  </a:lnTo>
                  <a:lnTo>
                    <a:pt x="5522" y="15717"/>
                  </a:lnTo>
                  <a:lnTo>
                    <a:pt x="5638" y="15755"/>
                  </a:lnTo>
                  <a:lnTo>
                    <a:pt x="5793" y="15833"/>
                  </a:lnTo>
                  <a:lnTo>
                    <a:pt x="5947" y="15948"/>
                  </a:lnTo>
                  <a:lnTo>
                    <a:pt x="6063" y="16141"/>
                  </a:lnTo>
                  <a:lnTo>
                    <a:pt x="6256" y="16373"/>
                  </a:lnTo>
                  <a:lnTo>
                    <a:pt x="6101" y="16412"/>
                  </a:lnTo>
                  <a:lnTo>
                    <a:pt x="6024" y="16450"/>
                  </a:lnTo>
                  <a:lnTo>
                    <a:pt x="6024" y="16566"/>
                  </a:lnTo>
                  <a:lnTo>
                    <a:pt x="6063" y="16643"/>
                  </a:lnTo>
                  <a:lnTo>
                    <a:pt x="6140" y="16643"/>
                  </a:lnTo>
                  <a:lnTo>
                    <a:pt x="6912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29" y="15717"/>
                  </a:lnTo>
                  <a:lnTo>
                    <a:pt x="9615" y="15485"/>
                  </a:lnTo>
                  <a:lnTo>
                    <a:pt x="9963" y="15253"/>
                  </a:lnTo>
                  <a:lnTo>
                    <a:pt x="10272" y="15022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1" y="14172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8"/>
                  </a:lnTo>
                  <a:lnTo>
                    <a:pt x="11546" y="13361"/>
                  </a:lnTo>
                  <a:lnTo>
                    <a:pt x="11508" y="13284"/>
                  </a:lnTo>
                  <a:lnTo>
                    <a:pt x="11430" y="13245"/>
                  </a:lnTo>
                  <a:lnTo>
                    <a:pt x="11237" y="13245"/>
                  </a:lnTo>
                  <a:lnTo>
                    <a:pt x="11160" y="13323"/>
                  </a:lnTo>
                  <a:lnTo>
                    <a:pt x="10967" y="13670"/>
                  </a:lnTo>
                  <a:lnTo>
                    <a:pt x="10774" y="13554"/>
                  </a:lnTo>
                  <a:lnTo>
                    <a:pt x="10658" y="13438"/>
                  </a:lnTo>
                  <a:lnTo>
                    <a:pt x="10619" y="13284"/>
                  </a:lnTo>
                  <a:lnTo>
                    <a:pt x="10581" y="13168"/>
                  </a:lnTo>
                  <a:lnTo>
                    <a:pt x="10619" y="13014"/>
                  </a:lnTo>
                  <a:lnTo>
                    <a:pt x="10658" y="12859"/>
                  </a:lnTo>
                  <a:lnTo>
                    <a:pt x="10851" y="12627"/>
                  </a:lnTo>
                  <a:lnTo>
                    <a:pt x="10928" y="12473"/>
                  </a:lnTo>
                  <a:lnTo>
                    <a:pt x="11044" y="12357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0"/>
                  </a:moveTo>
                  <a:lnTo>
                    <a:pt x="348" y="39"/>
                  </a:lnTo>
                  <a:lnTo>
                    <a:pt x="271" y="116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2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5"/>
                  </a:lnTo>
                  <a:lnTo>
                    <a:pt x="232" y="4518"/>
                  </a:lnTo>
                  <a:lnTo>
                    <a:pt x="348" y="4750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5"/>
                  </a:lnTo>
                  <a:lnTo>
                    <a:pt x="5445" y="11817"/>
                  </a:lnTo>
                  <a:lnTo>
                    <a:pt x="6874" y="13747"/>
                  </a:lnTo>
                  <a:lnTo>
                    <a:pt x="8341" y="15639"/>
                  </a:lnTo>
                  <a:lnTo>
                    <a:pt x="7492" y="15987"/>
                  </a:lnTo>
                  <a:lnTo>
                    <a:pt x="6642" y="16257"/>
                  </a:lnTo>
                  <a:lnTo>
                    <a:pt x="6642" y="16257"/>
                  </a:lnTo>
                  <a:lnTo>
                    <a:pt x="6681" y="16103"/>
                  </a:lnTo>
                  <a:lnTo>
                    <a:pt x="6681" y="15948"/>
                  </a:lnTo>
                  <a:lnTo>
                    <a:pt x="6642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3" y="15369"/>
                  </a:lnTo>
                  <a:lnTo>
                    <a:pt x="6179" y="15292"/>
                  </a:lnTo>
                  <a:lnTo>
                    <a:pt x="6024" y="15253"/>
                  </a:lnTo>
                  <a:lnTo>
                    <a:pt x="5715" y="15253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5" y="16296"/>
                  </a:lnTo>
                  <a:lnTo>
                    <a:pt x="4595" y="16566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7" y="17725"/>
                  </a:lnTo>
                  <a:lnTo>
                    <a:pt x="5368" y="17840"/>
                  </a:lnTo>
                  <a:lnTo>
                    <a:pt x="5677" y="17918"/>
                  </a:lnTo>
                  <a:lnTo>
                    <a:pt x="6024" y="17956"/>
                  </a:lnTo>
                  <a:lnTo>
                    <a:pt x="6372" y="17918"/>
                  </a:lnTo>
                  <a:lnTo>
                    <a:pt x="6719" y="17840"/>
                  </a:lnTo>
                  <a:lnTo>
                    <a:pt x="7105" y="17763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2"/>
                  </a:lnTo>
                  <a:lnTo>
                    <a:pt x="9229" y="16875"/>
                  </a:lnTo>
                  <a:lnTo>
                    <a:pt x="9461" y="16759"/>
                  </a:lnTo>
                  <a:lnTo>
                    <a:pt x="10233" y="16257"/>
                  </a:lnTo>
                  <a:lnTo>
                    <a:pt x="10812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3"/>
                  </a:lnTo>
                  <a:lnTo>
                    <a:pt x="11816" y="18149"/>
                  </a:lnTo>
                  <a:lnTo>
                    <a:pt x="11392" y="17454"/>
                  </a:lnTo>
                  <a:lnTo>
                    <a:pt x="10928" y="16759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3"/>
                  </a:lnTo>
                  <a:lnTo>
                    <a:pt x="11894" y="14790"/>
                  </a:lnTo>
                  <a:lnTo>
                    <a:pt x="12125" y="14558"/>
                  </a:lnTo>
                  <a:lnTo>
                    <a:pt x="12280" y="14288"/>
                  </a:lnTo>
                  <a:lnTo>
                    <a:pt x="12434" y="14056"/>
                  </a:lnTo>
                  <a:lnTo>
                    <a:pt x="12511" y="13786"/>
                  </a:lnTo>
                  <a:lnTo>
                    <a:pt x="12589" y="13554"/>
                  </a:lnTo>
                  <a:lnTo>
                    <a:pt x="12627" y="13284"/>
                  </a:lnTo>
                  <a:lnTo>
                    <a:pt x="12589" y="13052"/>
                  </a:lnTo>
                  <a:lnTo>
                    <a:pt x="12511" y="12821"/>
                  </a:lnTo>
                  <a:lnTo>
                    <a:pt x="12357" y="12589"/>
                  </a:lnTo>
                  <a:lnTo>
                    <a:pt x="12164" y="12357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8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0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0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19" y="13786"/>
                  </a:lnTo>
                  <a:lnTo>
                    <a:pt x="10812" y="13902"/>
                  </a:lnTo>
                  <a:lnTo>
                    <a:pt x="10504" y="14249"/>
                  </a:lnTo>
                  <a:lnTo>
                    <a:pt x="10156" y="14597"/>
                  </a:lnTo>
                  <a:lnTo>
                    <a:pt x="9770" y="14867"/>
                  </a:lnTo>
                  <a:lnTo>
                    <a:pt x="9430" y="15083"/>
                  </a:lnTo>
                  <a:lnTo>
                    <a:pt x="9461" y="15022"/>
                  </a:lnTo>
                  <a:lnTo>
                    <a:pt x="9500" y="14944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8"/>
                  </a:lnTo>
                  <a:lnTo>
                    <a:pt x="3823" y="1545"/>
                  </a:lnTo>
                  <a:lnTo>
                    <a:pt x="3514" y="1236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0" y="232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11"/>
            <p:cNvSpPr/>
            <p:nvPr/>
          </p:nvSpPr>
          <p:spPr>
            <a:xfrm>
              <a:off x="1681350" y="2914925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5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4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4" y="463"/>
                  </a:lnTo>
                  <a:lnTo>
                    <a:pt x="541" y="386"/>
                  </a:lnTo>
                  <a:lnTo>
                    <a:pt x="773" y="386"/>
                  </a:lnTo>
                  <a:lnTo>
                    <a:pt x="850" y="463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5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11"/>
            <p:cNvSpPr/>
            <p:nvPr/>
          </p:nvSpPr>
          <p:spPr>
            <a:xfrm>
              <a:off x="3785850" y="2943875"/>
              <a:ext cx="199850" cy="231725"/>
            </a:xfrm>
            <a:custGeom>
              <a:avLst/>
              <a:gdLst/>
              <a:ahLst/>
              <a:cxnLst/>
              <a:rect l="l" t="t" r="r" b="b"/>
              <a:pathLst>
                <a:path w="7994" h="9269" extrusionOk="0">
                  <a:moveTo>
                    <a:pt x="2163" y="1"/>
                  </a:moveTo>
                  <a:lnTo>
                    <a:pt x="2009" y="39"/>
                  </a:lnTo>
                  <a:lnTo>
                    <a:pt x="1854" y="78"/>
                  </a:lnTo>
                  <a:lnTo>
                    <a:pt x="1700" y="194"/>
                  </a:lnTo>
                  <a:lnTo>
                    <a:pt x="1429" y="425"/>
                  </a:lnTo>
                  <a:lnTo>
                    <a:pt x="1159" y="734"/>
                  </a:lnTo>
                  <a:lnTo>
                    <a:pt x="966" y="1005"/>
                  </a:lnTo>
                  <a:lnTo>
                    <a:pt x="696" y="1391"/>
                  </a:lnTo>
                  <a:lnTo>
                    <a:pt x="503" y="1777"/>
                  </a:lnTo>
                  <a:lnTo>
                    <a:pt x="310" y="2163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1" y="3514"/>
                  </a:lnTo>
                  <a:lnTo>
                    <a:pt x="1" y="3978"/>
                  </a:lnTo>
                  <a:lnTo>
                    <a:pt x="39" y="4441"/>
                  </a:lnTo>
                  <a:lnTo>
                    <a:pt x="155" y="4905"/>
                  </a:lnTo>
                  <a:lnTo>
                    <a:pt x="271" y="5368"/>
                  </a:lnTo>
                  <a:lnTo>
                    <a:pt x="464" y="5793"/>
                  </a:lnTo>
                  <a:lnTo>
                    <a:pt x="696" y="6218"/>
                  </a:lnTo>
                  <a:lnTo>
                    <a:pt x="1005" y="6179"/>
                  </a:lnTo>
                  <a:lnTo>
                    <a:pt x="850" y="5870"/>
                  </a:lnTo>
                  <a:lnTo>
                    <a:pt x="734" y="5522"/>
                  </a:lnTo>
                  <a:lnTo>
                    <a:pt x="618" y="5175"/>
                  </a:lnTo>
                  <a:lnTo>
                    <a:pt x="541" y="4789"/>
                  </a:lnTo>
                  <a:lnTo>
                    <a:pt x="503" y="4441"/>
                  </a:lnTo>
                  <a:lnTo>
                    <a:pt x="464" y="4055"/>
                  </a:lnTo>
                  <a:lnTo>
                    <a:pt x="464" y="3708"/>
                  </a:lnTo>
                  <a:lnTo>
                    <a:pt x="464" y="3360"/>
                  </a:lnTo>
                  <a:lnTo>
                    <a:pt x="503" y="2974"/>
                  </a:lnTo>
                  <a:lnTo>
                    <a:pt x="580" y="2626"/>
                  </a:lnTo>
                  <a:lnTo>
                    <a:pt x="696" y="2279"/>
                  </a:lnTo>
                  <a:lnTo>
                    <a:pt x="850" y="1931"/>
                  </a:lnTo>
                  <a:lnTo>
                    <a:pt x="1005" y="1622"/>
                  </a:lnTo>
                  <a:lnTo>
                    <a:pt x="1236" y="1313"/>
                  </a:lnTo>
                  <a:lnTo>
                    <a:pt x="1468" y="1043"/>
                  </a:lnTo>
                  <a:lnTo>
                    <a:pt x="1738" y="773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503"/>
                  </a:lnTo>
                  <a:lnTo>
                    <a:pt x="2279" y="618"/>
                  </a:lnTo>
                  <a:lnTo>
                    <a:pt x="2395" y="850"/>
                  </a:lnTo>
                  <a:lnTo>
                    <a:pt x="2588" y="1236"/>
                  </a:lnTo>
                  <a:lnTo>
                    <a:pt x="2742" y="1584"/>
                  </a:lnTo>
                  <a:lnTo>
                    <a:pt x="2858" y="1970"/>
                  </a:lnTo>
                  <a:lnTo>
                    <a:pt x="2974" y="2356"/>
                  </a:lnTo>
                  <a:lnTo>
                    <a:pt x="3051" y="2742"/>
                  </a:lnTo>
                  <a:lnTo>
                    <a:pt x="3090" y="3090"/>
                  </a:lnTo>
                  <a:lnTo>
                    <a:pt x="3090" y="3476"/>
                  </a:lnTo>
                  <a:lnTo>
                    <a:pt x="3051" y="3823"/>
                  </a:lnTo>
                  <a:lnTo>
                    <a:pt x="2974" y="4171"/>
                  </a:lnTo>
                  <a:lnTo>
                    <a:pt x="2897" y="4480"/>
                  </a:lnTo>
                  <a:lnTo>
                    <a:pt x="2742" y="4827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61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56" y="5793"/>
                  </a:lnTo>
                  <a:lnTo>
                    <a:pt x="2395" y="5831"/>
                  </a:lnTo>
                  <a:lnTo>
                    <a:pt x="2433" y="5793"/>
                  </a:lnTo>
                  <a:lnTo>
                    <a:pt x="2626" y="5754"/>
                  </a:lnTo>
                  <a:lnTo>
                    <a:pt x="2781" y="5716"/>
                  </a:lnTo>
                  <a:lnTo>
                    <a:pt x="3167" y="5677"/>
                  </a:lnTo>
                  <a:lnTo>
                    <a:pt x="3592" y="5716"/>
                  </a:lnTo>
                  <a:lnTo>
                    <a:pt x="4017" y="5831"/>
                  </a:lnTo>
                  <a:lnTo>
                    <a:pt x="4441" y="5947"/>
                  </a:lnTo>
                  <a:lnTo>
                    <a:pt x="4827" y="6102"/>
                  </a:lnTo>
                  <a:lnTo>
                    <a:pt x="5214" y="6295"/>
                  </a:lnTo>
                  <a:lnTo>
                    <a:pt x="5523" y="6449"/>
                  </a:lnTo>
                  <a:lnTo>
                    <a:pt x="5831" y="6642"/>
                  </a:lnTo>
                  <a:lnTo>
                    <a:pt x="6140" y="6874"/>
                  </a:lnTo>
                  <a:lnTo>
                    <a:pt x="6411" y="7106"/>
                  </a:lnTo>
                  <a:lnTo>
                    <a:pt x="6681" y="7337"/>
                  </a:lnTo>
                  <a:lnTo>
                    <a:pt x="6913" y="7646"/>
                  </a:lnTo>
                  <a:lnTo>
                    <a:pt x="7144" y="7917"/>
                  </a:lnTo>
                  <a:lnTo>
                    <a:pt x="7337" y="8225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56" y="8805"/>
                  </a:lnTo>
                  <a:lnTo>
                    <a:pt x="5870" y="8843"/>
                  </a:lnTo>
                  <a:lnTo>
                    <a:pt x="5445" y="8805"/>
                  </a:lnTo>
                  <a:lnTo>
                    <a:pt x="5059" y="8766"/>
                  </a:lnTo>
                  <a:lnTo>
                    <a:pt x="4634" y="8650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33" y="7106"/>
                  </a:lnTo>
                  <a:lnTo>
                    <a:pt x="1931" y="6604"/>
                  </a:lnTo>
                  <a:lnTo>
                    <a:pt x="1854" y="6526"/>
                  </a:lnTo>
                  <a:lnTo>
                    <a:pt x="1777" y="6526"/>
                  </a:lnTo>
                  <a:lnTo>
                    <a:pt x="1661" y="6565"/>
                  </a:lnTo>
                  <a:lnTo>
                    <a:pt x="1622" y="6565"/>
                  </a:lnTo>
                  <a:lnTo>
                    <a:pt x="1584" y="6604"/>
                  </a:lnTo>
                  <a:lnTo>
                    <a:pt x="1429" y="6874"/>
                  </a:lnTo>
                  <a:lnTo>
                    <a:pt x="1622" y="6913"/>
                  </a:lnTo>
                  <a:lnTo>
                    <a:pt x="2240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592" y="8573"/>
                  </a:lnTo>
                  <a:lnTo>
                    <a:pt x="3978" y="8805"/>
                  </a:lnTo>
                  <a:lnTo>
                    <a:pt x="4364" y="8998"/>
                  </a:lnTo>
                  <a:lnTo>
                    <a:pt x="4789" y="9152"/>
                  </a:lnTo>
                  <a:lnTo>
                    <a:pt x="5252" y="9229"/>
                  </a:lnTo>
                  <a:lnTo>
                    <a:pt x="5677" y="9268"/>
                  </a:lnTo>
                  <a:lnTo>
                    <a:pt x="6102" y="9229"/>
                  </a:lnTo>
                  <a:lnTo>
                    <a:pt x="6565" y="9191"/>
                  </a:lnTo>
                  <a:lnTo>
                    <a:pt x="6990" y="9114"/>
                  </a:lnTo>
                  <a:lnTo>
                    <a:pt x="7878" y="8882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7994" y="8650"/>
                  </a:lnTo>
                  <a:lnTo>
                    <a:pt x="7994" y="8573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183" y="7299"/>
                  </a:lnTo>
                  <a:lnTo>
                    <a:pt x="6874" y="6951"/>
                  </a:lnTo>
                  <a:lnTo>
                    <a:pt x="6488" y="6604"/>
                  </a:lnTo>
                  <a:lnTo>
                    <a:pt x="6102" y="6295"/>
                  </a:lnTo>
                  <a:lnTo>
                    <a:pt x="5677" y="6063"/>
                  </a:lnTo>
                  <a:lnTo>
                    <a:pt x="5252" y="5831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01" y="5368"/>
                  </a:lnTo>
                  <a:lnTo>
                    <a:pt x="3592" y="5329"/>
                  </a:lnTo>
                  <a:lnTo>
                    <a:pt x="3283" y="5291"/>
                  </a:lnTo>
                  <a:lnTo>
                    <a:pt x="2974" y="5291"/>
                  </a:lnTo>
                  <a:lnTo>
                    <a:pt x="3167" y="4982"/>
                  </a:lnTo>
                  <a:lnTo>
                    <a:pt x="3283" y="4673"/>
                  </a:lnTo>
                  <a:lnTo>
                    <a:pt x="3399" y="4325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44"/>
                  </a:lnTo>
                  <a:lnTo>
                    <a:pt x="3476" y="2858"/>
                  </a:lnTo>
                  <a:lnTo>
                    <a:pt x="3437" y="2510"/>
                  </a:lnTo>
                  <a:lnTo>
                    <a:pt x="3322" y="1970"/>
                  </a:lnTo>
                  <a:lnTo>
                    <a:pt x="3128" y="1468"/>
                  </a:lnTo>
                  <a:lnTo>
                    <a:pt x="2935" y="1005"/>
                  </a:lnTo>
                  <a:lnTo>
                    <a:pt x="2704" y="503"/>
                  </a:lnTo>
                  <a:lnTo>
                    <a:pt x="2588" y="309"/>
                  </a:lnTo>
                  <a:lnTo>
                    <a:pt x="2433" y="116"/>
                  </a:lnTo>
                  <a:lnTo>
                    <a:pt x="2356" y="78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11"/>
            <p:cNvSpPr/>
            <p:nvPr/>
          </p:nvSpPr>
          <p:spPr>
            <a:xfrm>
              <a:off x="1264300" y="2944850"/>
              <a:ext cx="455675" cy="657425"/>
            </a:xfrm>
            <a:custGeom>
              <a:avLst/>
              <a:gdLst/>
              <a:ahLst/>
              <a:cxnLst/>
              <a:rect l="l" t="t" r="r" b="b"/>
              <a:pathLst>
                <a:path w="18227" h="26297" extrusionOk="0">
                  <a:moveTo>
                    <a:pt x="310" y="348"/>
                  </a:moveTo>
                  <a:lnTo>
                    <a:pt x="425" y="386"/>
                  </a:lnTo>
                  <a:lnTo>
                    <a:pt x="1700" y="1429"/>
                  </a:lnTo>
                  <a:lnTo>
                    <a:pt x="2974" y="2510"/>
                  </a:lnTo>
                  <a:lnTo>
                    <a:pt x="4210" y="3591"/>
                  </a:lnTo>
                  <a:lnTo>
                    <a:pt x="5445" y="4673"/>
                  </a:lnTo>
                  <a:lnTo>
                    <a:pt x="5098" y="5290"/>
                  </a:lnTo>
                  <a:lnTo>
                    <a:pt x="4943" y="5599"/>
                  </a:lnTo>
                  <a:lnTo>
                    <a:pt x="4712" y="5831"/>
                  </a:lnTo>
                  <a:lnTo>
                    <a:pt x="4519" y="6101"/>
                  </a:lnTo>
                  <a:lnTo>
                    <a:pt x="4248" y="6294"/>
                  </a:lnTo>
                  <a:lnTo>
                    <a:pt x="3978" y="6526"/>
                  </a:lnTo>
                  <a:lnTo>
                    <a:pt x="3669" y="6680"/>
                  </a:lnTo>
                  <a:lnTo>
                    <a:pt x="3360" y="6835"/>
                  </a:lnTo>
                  <a:lnTo>
                    <a:pt x="3051" y="6989"/>
                  </a:lnTo>
                  <a:lnTo>
                    <a:pt x="2395" y="7182"/>
                  </a:lnTo>
                  <a:lnTo>
                    <a:pt x="1738" y="7298"/>
                  </a:lnTo>
                  <a:lnTo>
                    <a:pt x="1082" y="7414"/>
                  </a:lnTo>
                  <a:lnTo>
                    <a:pt x="889" y="6526"/>
                  </a:lnTo>
                  <a:lnTo>
                    <a:pt x="734" y="5677"/>
                  </a:lnTo>
                  <a:lnTo>
                    <a:pt x="580" y="4788"/>
                  </a:lnTo>
                  <a:lnTo>
                    <a:pt x="464" y="3900"/>
                  </a:lnTo>
                  <a:lnTo>
                    <a:pt x="387" y="3012"/>
                  </a:lnTo>
                  <a:lnTo>
                    <a:pt x="348" y="2124"/>
                  </a:lnTo>
                  <a:lnTo>
                    <a:pt x="310" y="1236"/>
                  </a:lnTo>
                  <a:lnTo>
                    <a:pt x="310" y="348"/>
                  </a:lnTo>
                  <a:close/>
                  <a:moveTo>
                    <a:pt x="12357" y="12318"/>
                  </a:moveTo>
                  <a:lnTo>
                    <a:pt x="13014" y="12473"/>
                  </a:lnTo>
                  <a:lnTo>
                    <a:pt x="13709" y="12550"/>
                  </a:lnTo>
                  <a:lnTo>
                    <a:pt x="14404" y="12589"/>
                  </a:lnTo>
                  <a:lnTo>
                    <a:pt x="15060" y="12550"/>
                  </a:lnTo>
                  <a:lnTo>
                    <a:pt x="15640" y="13901"/>
                  </a:lnTo>
                  <a:lnTo>
                    <a:pt x="16296" y="15214"/>
                  </a:lnTo>
                  <a:lnTo>
                    <a:pt x="17648" y="17840"/>
                  </a:lnTo>
                  <a:lnTo>
                    <a:pt x="16644" y="17686"/>
                  </a:lnTo>
                  <a:lnTo>
                    <a:pt x="15640" y="17647"/>
                  </a:lnTo>
                  <a:lnTo>
                    <a:pt x="15331" y="17608"/>
                  </a:lnTo>
                  <a:lnTo>
                    <a:pt x="15099" y="17531"/>
                  </a:lnTo>
                  <a:lnTo>
                    <a:pt x="14983" y="17493"/>
                  </a:lnTo>
                  <a:lnTo>
                    <a:pt x="14906" y="17415"/>
                  </a:lnTo>
                  <a:lnTo>
                    <a:pt x="14751" y="17106"/>
                  </a:lnTo>
                  <a:lnTo>
                    <a:pt x="14365" y="16489"/>
                  </a:lnTo>
                  <a:lnTo>
                    <a:pt x="13979" y="15832"/>
                  </a:lnTo>
                  <a:lnTo>
                    <a:pt x="13941" y="15794"/>
                  </a:lnTo>
                  <a:lnTo>
                    <a:pt x="13902" y="15755"/>
                  </a:lnTo>
                  <a:lnTo>
                    <a:pt x="13747" y="15755"/>
                  </a:lnTo>
                  <a:lnTo>
                    <a:pt x="13670" y="15214"/>
                  </a:lnTo>
                  <a:lnTo>
                    <a:pt x="13516" y="14712"/>
                  </a:lnTo>
                  <a:lnTo>
                    <a:pt x="13323" y="14172"/>
                  </a:lnTo>
                  <a:lnTo>
                    <a:pt x="13091" y="13670"/>
                  </a:lnTo>
                  <a:lnTo>
                    <a:pt x="12744" y="13013"/>
                  </a:lnTo>
                  <a:lnTo>
                    <a:pt x="12357" y="12318"/>
                  </a:lnTo>
                  <a:close/>
                  <a:moveTo>
                    <a:pt x="5677" y="4904"/>
                  </a:moveTo>
                  <a:lnTo>
                    <a:pt x="6720" y="5947"/>
                  </a:lnTo>
                  <a:lnTo>
                    <a:pt x="7762" y="6989"/>
                  </a:lnTo>
                  <a:lnTo>
                    <a:pt x="8612" y="7916"/>
                  </a:lnTo>
                  <a:lnTo>
                    <a:pt x="9423" y="8920"/>
                  </a:lnTo>
                  <a:lnTo>
                    <a:pt x="10234" y="9886"/>
                  </a:lnTo>
                  <a:lnTo>
                    <a:pt x="10967" y="10928"/>
                  </a:lnTo>
                  <a:lnTo>
                    <a:pt x="11701" y="12009"/>
                  </a:lnTo>
                  <a:lnTo>
                    <a:pt x="12087" y="12550"/>
                  </a:lnTo>
                  <a:lnTo>
                    <a:pt x="12396" y="13129"/>
                  </a:lnTo>
                  <a:lnTo>
                    <a:pt x="12705" y="13708"/>
                  </a:lnTo>
                  <a:lnTo>
                    <a:pt x="12975" y="14326"/>
                  </a:lnTo>
                  <a:lnTo>
                    <a:pt x="13207" y="14944"/>
                  </a:lnTo>
                  <a:lnTo>
                    <a:pt x="13361" y="15562"/>
                  </a:lnTo>
                  <a:lnTo>
                    <a:pt x="13439" y="16180"/>
                  </a:lnTo>
                  <a:lnTo>
                    <a:pt x="13400" y="16759"/>
                  </a:lnTo>
                  <a:lnTo>
                    <a:pt x="13361" y="17068"/>
                  </a:lnTo>
                  <a:lnTo>
                    <a:pt x="13284" y="17338"/>
                  </a:lnTo>
                  <a:lnTo>
                    <a:pt x="13207" y="17608"/>
                  </a:lnTo>
                  <a:lnTo>
                    <a:pt x="13091" y="17879"/>
                  </a:lnTo>
                  <a:lnTo>
                    <a:pt x="12975" y="18149"/>
                  </a:lnTo>
                  <a:lnTo>
                    <a:pt x="12821" y="18381"/>
                  </a:lnTo>
                  <a:lnTo>
                    <a:pt x="12628" y="18612"/>
                  </a:lnTo>
                  <a:lnTo>
                    <a:pt x="12435" y="18806"/>
                  </a:lnTo>
                  <a:lnTo>
                    <a:pt x="12203" y="18999"/>
                  </a:lnTo>
                  <a:lnTo>
                    <a:pt x="11971" y="19153"/>
                  </a:lnTo>
                  <a:lnTo>
                    <a:pt x="11662" y="19308"/>
                  </a:lnTo>
                  <a:lnTo>
                    <a:pt x="11392" y="19423"/>
                  </a:lnTo>
                  <a:lnTo>
                    <a:pt x="10813" y="19539"/>
                  </a:lnTo>
                  <a:lnTo>
                    <a:pt x="10234" y="19616"/>
                  </a:lnTo>
                  <a:lnTo>
                    <a:pt x="9693" y="19578"/>
                  </a:lnTo>
                  <a:lnTo>
                    <a:pt x="9114" y="19462"/>
                  </a:lnTo>
                  <a:lnTo>
                    <a:pt x="8573" y="19308"/>
                  </a:lnTo>
                  <a:lnTo>
                    <a:pt x="8032" y="19076"/>
                  </a:lnTo>
                  <a:lnTo>
                    <a:pt x="7531" y="18767"/>
                  </a:lnTo>
                  <a:lnTo>
                    <a:pt x="7067" y="18458"/>
                  </a:lnTo>
                  <a:lnTo>
                    <a:pt x="6642" y="18072"/>
                  </a:lnTo>
                  <a:lnTo>
                    <a:pt x="6256" y="17686"/>
                  </a:lnTo>
                  <a:lnTo>
                    <a:pt x="5870" y="17261"/>
                  </a:lnTo>
                  <a:lnTo>
                    <a:pt x="5484" y="16798"/>
                  </a:lnTo>
                  <a:lnTo>
                    <a:pt x="4827" y="15871"/>
                  </a:lnTo>
                  <a:lnTo>
                    <a:pt x="4210" y="14944"/>
                  </a:lnTo>
                  <a:lnTo>
                    <a:pt x="3592" y="13901"/>
                  </a:lnTo>
                  <a:lnTo>
                    <a:pt x="3051" y="12859"/>
                  </a:lnTo>
                  <a:lnTo>
                    <a:pt x="2549" y="11778"/>
                  </a:lnTo>
                  <a:lnTo>
                    <a:pt x="2086" y="10696"/>
                  </a:lnTo>
                  <a:lnTo>
                    <a:pt x="1816" y="9963"/>
                  </a:lnTo>
                  <a:lnTo>
                    <a:pt x="1584" y="9190"/>
                  </a:lnTo>
                  <a:lnTo>
                    <a:pt x="1352" y="8457"/>
                  </a:lnTo>
                  <a:lnTo>
                    <a:pt x="1159" y="7723"/>
                  </a:lnTo>
                  <a:lnTo>
                    <a:pt x="1816" y="7646"/>
                  </a:lnTo>
                  <a:lnTo>
                    <a:pt x="2549" y="7491"/>
                  </a:lnTo>
                  <a:lnTo>
                    <a:pt x="3244" y="7298"/>
                  </a:lnTo>
                  <a:lnTo>
                    <a:pt x="3592" y="7144"/>
                  </a:lnTo>
                  <a:lnTo>
                    <a:pt x="3901" y="6989"/>
                  </a:lnTo>
                  <a:lnTo>
                    <a:pt x="4248" y="6796"/>
                  </a:lnTo>
                  <a:lnTo>
                    <a:pt x="4519" y="6603"/>
                  </a:lnTo>
                  <a:lnTo>
                    <a:pt x="4789" y="6410"/>
                  </a:lnTo>
                  <a:lnTo>
                    <a:pt x="5059" y="6140"/>
                  </a:lnTo>
                  <a:lnTo>
                    <a:pt x="5252" y="5870"/>
                  </a:lnTo>
                  <a:lnTo>
                    <a:pt x="5445" y="5599"/>
                  </a:lnTo>
                  <a:lnTo>
                    <a:pt x="5561" y="5252"/>
                  </a:lnTo>
                  <a:lnTo>
                    <a:pt x="5677" y="4904"/>
                  </a:lnTo>
                  <a:close/>
                  <a:moveTo>
                    <a:pt x="13284" y="18381"/>
                  </a:moveTo>
                  <a:lnTo>
                    <a:pt x="13593" y="18612"/>
                  </a:lnTo>
                  <a:lnTo>
                    <a:pt x="13902" y="18844"/>
                  </a:lnTo>
                  <a:lnTo>
                    <a:pt x="13632" y="19230"/>
                  </a:lnTo>
                  <a:lnTo>
                    <a:pt x="13323" y="19578"/>
                  </a:lnTo>
                  <a:lnTo>
                    <a:pt x="12975" y="19887"/>
                  </a:lnTo>
                  <a:lnTo>
                    <a:pt x="12589" y="20157"/>
                  </a:lnTo>
                  <a:lnTo>
                    <a:pt x="12164" y="20350"/>
                  </a:lnTo>
                  <a:lnTo>
                    <a:pt x="11701" y="20505"/>
                  </a:lnTo>
                  <a:lnTo>
                    <a:pt x="11238" y="20582"/>
                  </a:lnTo>
                  <a:lnTo>
                    <a:pt x="10736" y="20620"/>
                  </a:lnTo>
                  <a:lnTo>
                    <a:pt x="10697" y="20620"/>
                  </a:lnTo>
                  <a:lnTo>
                    <a:pt x="10581" y="19964"/>
                  </a:lnTo>
                  <a:lnTo>
                    <a:pt x="10967" y="19887"/>
                  </a:lnTo>
                  <a:lnTo>
                    <a:pt x="11392" y="19810"/>
                  </a:lnTo>
                  <a:lnTo>
                    <a:pt x="11740" y="19694"/>
                  </a:lnTo>
                  <a:lnTo>
                    <a:pt x="12126" y="19501"/>
                  </a:lnTo>
                  <a:lnTo>
                    <a:pt x="12473" y="19308"/>
                  </a:lnTo>
                  <a:lnTo>
                    <a:pt x="12782" y="19037"/>
                  </a:lnTo>
                  <a:lnTo>
                    <a:pt x="13052" y="18728"/>
                  </a:lnTo>
                  <a:lnTo>
                    <a:pt x="13284" y="18381"/>
                  </a:lnTo>
                  <a:close/>
                  <a:moveTo>
                    <a:pt x="14172" y="18999"/>
                  </a:moveTo>
                  <a:lnTo>
                    <a:pt x="14636" y="19230"/>
                  </a:lnTo>
                  <a:lnTo>
                    <a:pt x="14327" y="19732"/>
                  </a:lnTo>
                  <a:lnTo>
                    <a:pt x="13941" y="20157"/>
                  </a:lnTo>
                  <a:lnTo>
                    <a:pt x="13516" y="20543"/>
                  </a:lnTo>
                  <a:lnTo>
                    <a:pt x="13091" y="20852"/>
                  </a:lnTo>
                  <a:lnTo>
                    <a:pt x="12589" y="21122"/>
                  </a:lnTo>
                  <a:lnTo>
                    <a:pt x="12087" y="21315"/>
                  </a:lnTo>
                  <a:lnTo>
                    <a:pt x="11508" y="21470"/>
                  </a:lnTo>
                  <a:lnTo>
                    <a:pt x="10929" y="21624"/>
                  </a:lnTo>
                  <a:lnTo>
                    <a:pt x="10929" y="21393"/>
                  </a:lnTo>
                  <a:lnTo>
                    <a:pt x="10851" y="21200"/>
                  </a:lnTo>
                  <a:lnTo>
                    <a:pt x="10736" y="20814"/>
                  </a:lnTo>
                  <a:lnTo>
                    <a:pt x="11276" y="20852"/>
                  </a:lnTo>
                  <a:lnTo>
                    <a:pt x="11778" y="20775"/>
                  </a:lnTo>
                  <a:lnTo>
                    <a:pt x="12280" y="20659"/>
                  </a:lnTo>
                  <a:lnTo>
                    <a:pt x="12744" y="20427"/>
                  </a:lnTo>
                  <a:lnTo>
                    <a:pt x="13168" y="20157"/>
                  </a:lnTo>
                  <a:lnTo>
                    <a:pt x="13554" y="19810"/>
                  </a:lnTo>
                  <a:lnTo>
                    <a:pt x="13863" y="19423"/>
                  </a:lnTo>
                  <a:lnTo>
                    <a:pt x="14172" y="18999"/>
                  </a:lnTo>
                  <a:close/>
                  <a:moveTo>
                    <a:pt x="14018" y="20659"/>
                  </a:moveTo>
                  <a:lnTo>
                    <a:pt x="14172" y="20852"/>
                  </a:lnTo>
                  <a:lnTo>
                    <a:pt x="14288" y="20968"/>
                  </a:lnTo>
                  <a:lnTo>
                    <a:pt x="14134" y="21007"/>
                  </a:lnTo>
                  <a:lnTo>
                    <a:pt x="14056" y="21045"/>
                  </a:lnTo>
                  <a:lnTo>
                    <a:pt x="14018" y="21122"/>
                  </a:lnTo>
                  <a:lnTo>
                    <a:pt x="13979" y="21200"/>
                  </a:lnTo>
                  <a:lnTo>
                    <a:pt x="14018" y="21277"/>
                  </a:lnTo>
                  <a:lnTo>
                    <a:pt x="14404" y="21663"/>
                  </a:lnTo>
                  <a:lnTo>
                    <a:pt x="14751" y="22049"/>
                  </a:lnTo>
                  <a:lnTo>
                    <a:pt x="15099" y="22435"/>
                  </a:lnTo>
                  <a:lnTo>
                    <a:pt x="15408" y="22860"/>
                  </a:lnTo>
                  <a:lnTo>
                    <a:pt x="15678" y="23285"/>
                  </a:lnTo>
                  <a:lnTo>
                    <a:pt x="15910" y="23748"/>
                  </a:lnTo>
                  <a:lnTo>
                    <a:pt x="16142" y="24250"/>
                  </a:lnTo>
                  <a:lnTo>
                    <a:pt x="16335" y="24714"/>
                  </a:lnTo>
                  <a:lnTo>
                    <a:pt x="15871" y="24636"/>
                  </a:lnTo>
                  <a:lnTo>
                    <a:pt x="15485" y="24521"/>
                  </a:lnTo>
                  <a:lnTo>
                    <a:pt x="15099" y="24327"/>
                  </a:lnTo>
                  <a:lnTo>
                    <a:pt x="14790" y="24096"/>
                  </a:lnTo>
                  <a:lnTo>
                    <a:pt x="14481" y="23825"/>
                  </a:lnTo>
                  <a:lnTo>
                    <a:pt x="14211" y="23517"/>
                  </a:lnTo>
                  <a:lnTo>
                    <a:pt x="13979" y="23169"/>
                  </a:lnTo>
                  <a:lnTo>
                    <a:pt x="13747" y="22744"/>
                  </a:lnTo>
                  <a:lnTo>
                    <a:pt x="13593" y="22397"/>
                  </a:lnTo>
                  <a:lnTo>
                    <a:pt x="13400" y="22126"/>
                  </a:lnTo>
                  <a:lnTo>
                    <a:pt x="13284" y="22011"/>
                  </a:lnTo>
                  <a:lnTo>
                    <a:pt x="13130" y="21895"/>
                  </a:lnTo>
                  <a:lnTo>
                    <a:pt x="12975" y="21856"/>
                  </a:lnTo>
                  <a:lnTo>
                    <a:pt x="12821" y="21895"/>
                  </a:lnTo>
                  <a:lnTo>
                    <a:pt x="12821" y="21702"/>
                  </a:lnTo>
                  <a:lnTo>
                    <a:pt x="12898" y="21470"/>
                  </a:lnTo>
                  <a:lnTo>
                    <a:pt x="13207" y="21315"/>
                  </a:lnTo>
                  <a:lnTo>
                    <a:pt x="13477" y="21122"/>
                  </a:lnTo>
                  <a:lnTo>
                    <a:pt x="13786" y="20891"/>
                  </a:lnTo>
                  <a:lnTo>
                    <a:pt x="14018" y="20659"/>
                  </a:lnTo>
                  <a:close/>
                  <a:moveTo>
                    <a:pt x="5291" y="17145"/>
                  </a:moveTo>
                  <a:lnTo>
                    <a:pt x="5677" y="17608"/>
                  </a:lnTo>
                  <a:lnTo>
                    <a:pt x="6102" y="18072"/>
                  </a:lnTo>
                  <a:lnTo>
                    <a:pt x="6565" y="18497"/>
                  </a:lnTo>
                  <a:lnTo>
                    <a:pt x="7029" y="18883"/>
                  </a:lnTo>
                  <a:lnTo>
                    <a:pt x="7531" y="19192"/>
                  </a:lnTo>
                  <a:lnTo>
                    <a:pt x="7531" y="19230"/>
                  </a:lnTo>
                  <a:lnTo>
                    <a:pt x="7917" y="19964"/>
                  </a:lnTo>
                  <a:lnTo>
                    <a:pt x="8380" y="20698"/>
                  </a:lnTo>
                  <a:lnTo>
                    <a:pt x="8573" y="20968"/>
                  </a:lnTo>
                  <a:lnTo>
                    <a:pt x="8805" y="21238"/>
                  </a:lnTo>
                  <a:lnTo>
                    <a:pt x="8998" y="21509"/>
                  </a:lnTo>
                  <a:lnTo>
                    <a:pt x="9036" y="21663"/>
                  </a:lnTo>
                  <a:lnTo>
                    <a:pt x="9075" y="21817"/>
                  </a:lnTo>
                  <a:lnTo>
                    <a:pt x="9075" y="22011"/>
                  </a:lnTo>
                  <a:lnTo>
                    <a:pt x="9036" y="22204"/>
                  </a:lnTo>
                  <a:lnTo>
                    <a:pt x="8882" y="22590"/>
                  </a:lnTo>
                  <a:lnTo>
                    <a:pt x="8496" y="23362"/>
                  </a:lnTo>
                  <a:lnTo>
                    <a:pt x="7955" y="24868"/>
                  </a:lnTo>
                  <a:lnTo>
                    <a:pt x="7608" y="24173"/>
                  </a:lnTo>
                  <a:lnTo>
                    <a:pt x="7260" y="23555"/>
                  </a:lnTo>
                  <a:lnTo>
                    <a:pt x="6874" y="22899"/>
                  </a:lnTo>
                  <a:lnTo>
                    <a:pt x="6488" y="22281"/>
                  </a:lnTo>
                  <a:lnTo>
                    <a:pt x="5716" y="21315"/>
                  </a:lnTo>
                  <a:lnTo>
                    <a:pt x="5214" y="20736"/>
                  </a:lnTo>
                  <a:lnTo>
                    <a:pt x="4982" y="20389"/>
                  </a:lnTo>
                  <a:lnTo>
                    <a:pt x="4789" y="20080"/>
                  </a:lnTo>
                  <a:lnTo>
                    <a:pt x="4827" y="20003"/>
                  </a:lnTo>
                  <a:lnTo>
                    <a:pt x="4827" y="19925"/>
                  </a:lnTo>
                  <a:lnTo>
                    <a:pt x="4827" y="19887"/>
                  </a:lnTo>
                  <a:lnTo>
                    <a:pt x="4750" y="19810"/>
                  </a:lnTo>
                  <a:lnTo>
                    <a:pt x="5021" y="18458"/>
                  </a:lnTo>
                  <a:lnTo>
                    <a:pt x="5291" y="17145"/>
                  </a:lnTo>
                  <a:close/>
                  <a:moveTo>
                    <a:pt x="14481" y="20157"/>
                  </a:moveTo>
                  <a:lnTo>
                    <a:pt x="15022" y="20273"/>
                  </a:lnTo>
                  <a:lnTo>
                    <a:pt x="15485" y="20466"/>
                  </a:lnTo>
                  <a:lnTo>
                    <a:pt x="15987" y="20659"/>
                  </a:lnTo>
                  <a:lnTo>
                    <a:pt x="16451" y="20891"/>
                  </a:lnTo>
                  <a:lnTo>
                    <a:pt x="16180" y="21007"/>
                  </a:lnTo>
                  <a:lnTo>
                    <a:pt x="15949" y="21007"/>
                  </a:lnTo>
                  <a:lnTo>
                    <a:pt x="15678" y="20968"/>
                  </a:lnTo>
                  <a:lnTo>
                    <a:pt x="15447" y="20891"/>
                  </a:lnTo>
                  <a:lnTo>
                    <a:pt x="15292" y="20891"/>
                  </a:lnTo>
                  <a:lnTo>
                    <a:pt x="15176" y="20968"/>
                  </a:lnTo>
                  <a:lnTo>
                    <a:pt x="15176" y="21045"/>
                  </a:lnTo>
                  <a:lnTo>
                    <a:pt x="15176" y="21084"/>
                  </a:lnTo>
                  <a:lnTo>
                    <a:pt x="15215" y="21161"/>
                  </a:lnTo>
                  <a:lnTo>
                    <a:pt x="15253" y="21200"/>
                  </a:lnTo>
                  <a:lnTo>
                    <a:pt x="15794" y="21547"/>
                  </a:lnTo>
                  <a:lnTo>
                    <a:pt x="16257" y="21972"/>
                  </a:lnTo>
                  <a:lnTo>
                    <a:pt x="16489" y="22204"/>
                  </a:lnTo>
                  <a:lnTo>
                    <a:pt x="16682" y="22435"/>
                  </a:lnTo>
                  <a:lnTo>
                    <a:pt x="16837" y="22706"/>
                  </a:lnTo>
                  <a:lnTo>
                    <a:pt x="16991" y="22976"/>
                  </a:lnTo>
                  <a:lnTo>
                    <a:pt x="17223" y="23517"/>
                  </a:lnTo>
                  <a:lnTo>
                    <a:pt x="17339" y="23825"/>
                  </a:lnTo>
                  <a:lnTo>
                    <a:pt x="17416" y="24173"/>
                  </a:lnTo>
                  <a:lnTo>
                    <a:pt x="17493" y="24482"/>
                  </a:lnTo>
                  <a:lnTo>
                    <a:pt x="17532" y="24791"/>
                  </a:lnTo>
                  <a:lnTo>
                    <a:pt x="17493" y="25100"/>
                  </a:lnTo>
                  <a:lnTo>
                    <a:pt x="17455" y="25409"/>
                  </a:lnTo>
                  <a:lnTo>
                    <a:pt x="17339" y="25602"/>
                  </a:lnTo>
                  <a:lnTo>
                    <a:pt x="17223" y="25756"/>
                  </a:lnTo>
                  <a:lnTo>
                    <a:pt x="17068" y="25833"/>
                  </a:lnTo>
                  <a:lnTo>
                    <a:pt x="16914" y="25872"/>
                  </a:lnTo>
                  <a:lnTo>
                    <a:pt x="16528" y="25872"/>
                  </a:lnTo>
                  <a:lnTo>
                    <a:pt x="16103" y="25756"/>
                  </a:lnTo>
                  <a:lnTo>
                    <a:pt x="15447" y="25563"/>
                  </a:lnTo>
                  <a:lnTo>
                    <a:pt x="15099" y="25409"/>
                  </a:lnTo>
                  <a:lnTo>
                    <a:pt x="14790" y="25254"/>
                  </a:lnTo>
                  <a:lnTo>
                    <a:pt x="14443" y="25061"/>
                  </a:lnTo>
                  <a:lnTo>
                    <a:pt x="14095" y="24829"/>
                  </a:lnTo>
                  <a:lnTo>
                    <a:pt x="13786" y="24559"/>
                  </a:lnTo>
                  <a:lnTo>
                    <a:pt x="13516" y="24250"/>
                  </a:lnTo>
                  <a:lnTo>
                    <a:pt x="13284" y="23903"/>
                  </a:lnTo>
                  <a:lnTo>
                    <a:pt x="13091" y="23555"/>
                  </a:lnTo>
                  <a:lnTo>
                    <a:pt x="12937" y="23208"/>
                  </a:lnTo>
                  <a:lnTo>
                    <a:pt x="12821" y="22783"/>
                  </a:lnTo>
                  <a:lnTo>
                    <a:pt x="12744" y="22706"/>
                  </a:lnTo>
                  <a:lnTo>
                    <a:pt x="12666" y="22667"/>
                  </a:lnTo>
                  <a:lnTo>
                    <a:pt x="12589" y="22706"/>
                  </a:lnTo>
                  <a:lnTo>
                    <a:pt x="12512" y="22744"/>
                  </a:lnTo>
                  <a:lnTo>
                    <a:pt x="12048" y="23439"/>
                  </a:lnTo>
                  <a:lnTo>
                    <a:pt x="11933" y="23053"/>
                  </a:lnTo>
                  <a:lnTo>
                    <a:pt x="11855" y="22628"/>
                  </a:lnTo>
                  <a:lnTo>
                    <a:pt x="11855" y="22242"/>
                  </a:lnTo>
                  <a:lnTo>
                    <a:pt x="11894" y="21817"/>
                  </a:lnTo>
                  <a:lnTo>
                    <a:pt x="12280" y="21740"/>
                  </a:lnTo>
                  <a:lnTo>
                    <a:pt x="12666" y="21586"/>
                  </a:lnTo>
                  <a:lnTo>
                    <a:pt x="12589" y="21817"/>
                  </a:lnTo>
                  <a:lnTo>
                    <a:pt x="12589" y="22049"/>
                  </a:lnTo>
                  <a:lnTo>
                    <a:pt x="12589" y="22126"/>
                  </a:lnTo>
                  <a:lnTo>
                    <a:pt x="12628" y="22165"/>
                  </a:lnTo>
                  <a:lnTo>
                    <a:pt x="12937" y="22165"/>
                  </a:lnTo>
                  <a:lnTo>
                    <a:pt x="13130" y="22319"/>
                  </a:lnTo>
                  <a:lnTo>
                    <a:pt x="13323" y="22551"/>
                  </a:lnTo>
                  <a:lnTo>
                    <a:pt x="13516" y="22821"/>
                  </a:lnTo>
                  <a:lnTo>
                    <a:pt x="13863" y="23439"/>
                  </a:lnTo>
                  <a:lnTo>
                    <a:pt x="14095" y="23825"/>
                  </a:lnTo>
                  <a:lnTo>
                    <a:pt x="14404" y="24173"/>
                  </a:lnTo>
                  <a:lnTo>
                    <a:pt x="14751" y="24482"/>
                  </a:lnTo>
                  <a:lnTo>
                    <a:pt x="15176" y="24752"/>
                  </a:lnTo>
                  <a:lnTo>
                    <a:pt x="15640" y="24907"/>
                  </a:lnTo>
                  <a:lnTo>
                    <a:pt x="15871" y="24945"/>
                  </a:lnTo>
                  <a:lnTo>
                    <a:pt x="16103" y="24984"/>
                  </a:lnTo>
                  <a:lnTo>
                    <a:pt x="16566" y="24984"/>
                  </a:lnTo>
                  <a:lnTo>
                    <a:pt x="16644" y="24945"/>
                  </a:lnTo>
                  <a:lnTo>
                    <a:pt x="16644" y="24907"/>
                  </a:lnTo>
                  <a:lnTo>
                    <a:pt x="16644" y="24829"/>
                  </a:lnTo>
                  <a:lnTo>
                    <a:pt x="16605" y="24791"/>
                  </a:lnTo>
                  <a:lnTo>
                    <a:pt x="16605" y="24752"/>
                  </a:lnTo>
                  <a:lnTo>
                    <a:pt x="16451" y="24250"/>
                  </a:lnTo>
                  <a:lnTo>
                    <a:pt x="16257" y="23748"/>
                  </a:lnTo>
                  <a:lnTo>
                    <a:pt x="16026" y="23285"/>
                  </a:lnTo>
                  <a:lnTo>
                    <a:pt x="15755" y="22821"/>
                  </a:lnTo>
                  <a:lnTo>
                    <a:pt x="15485" y="22397"/>
                  </a:lnTo>
                  <a:lnTo>
                    <a:pt x="15176" y="22011"/>
                  </a:lnTo>
                  <a:lnTo>
                    <a:pt x="14829" y="21586"/>
                  </a:lnTo>
                  <a:lnTo>
                    <a:pt x="14443" y="21238"/>
                  </a:lnTo>
                  <a:lnTo>
                    <a:pt x="14597" y="21161"/>
                  </a:lnTo>
                  <a:lnTo>
                    <a:pt x="14713" y="21045"/>
                  </a:lnTo>
                  <a:lnTo>
                    <a:pt x="14751" y="20968"/>
                  </a:lnTo>
                  <a:lnTo>
                    <a:pt x="14751" y="20929"/>
                  </a:lnTo>
                  <a:lnTo>
                    <a:pt x="14713" y="20852"/>
                  </a:lnTo>
                  <a:lnTo>
                    <a:pt x="14674" y="20814"/>
                  </a:lnTo>
                  <a:lnTo>
                    <a:pt x="14211" y="20505"/>
                  </a:lnTo>
                  <a:lnTo>
                    <a:pt x="14481" y="20157"/>
                  </a:lnTo>
                  <a:close/>
                  <a:moveTo>
                    <a:pt x="155" y="0"/>
                  </a:moveTo>
                  <a:lnTo>
                    <a:pt x="116" y="39"/>
                  </a:lnTo>
                  <a:lnTo>
                    <a:pt x="78" y="77"/>
                  </a:lnTo>
                  <a:lnTo>
                    <a:pt x="116" y="155"/>
                  </a:lnTo>
                  <a:lnTo>
                    <a:pt x="78" y="193"/>
                  </a:lnTo>
                  <a:lnTo>
                    <a:pt x="39" y="270"/>
                  </a:lnTo>
                  <a:lnTo>
                    <a:pt x="1" y="1583"/>
                  </a:lnTo>
                  <a:lnTo>
                    <a:pt x="39" y="2896"/>
                  </a:lnTo>
                  <a:lnTo>
                    <a:pt x="116" y="4171"/>
                  </a:lnTo>
                  <a:lnTo>
                    <a:pt x="310" y="5483"/>
                  </a:lnTo>
                  <a:lnTo>
                    <a:pt x="541" y="6758"/>
                  </a:lnTo>
                  <a:lnTo>
                    <a:pt x="850" y="8032"/>
                  </a:lnTo>
                  <a:lnTo>
                    <a:pt x="1198" y="9306"/>
                  </a:lnTo>
                  <a:lnTo>
                    <a:pt x="1622" y="10542"/>
                  </a:lnTo>
                  <a:lnTo>
                    <a:pt x="2124" y="11739"/>
                  </a:lnTo>
                  <a:lnTo>
                    <a:pt x="2665" y="12936"/>
                  </a:lnTo>
                  <a:lnTo>
                    <a:pt x="3283" y="14095"/>
                  </a:lnTo>
                  <a:lnTo>
                    <a:pt x="3978" y="15214"/>
                  </a:lnTo>
                  <a:lnTo>
                    <a:pt x="4519" y="16064"/>
                  </a:lnTo>
                  <a:lnTo>
                    <a:pt x="5098" y="16913"/>
                  </a:lnTo>
                  <a:lnTo>
                    <a:pt x="4827" y="17686"/>
                  </a:lnTo>
                  <a:lnTo>
                    <a:pt x="4596" y="18458"/>
                  </a:lnTo>
                  <a:lnTo>
                    <a:pt x="4441" y="19269"/>
                  </a:lnTo>
                  <a:lnTo>
                    <a:pt x="4325" y="20080"/>
                  </a:lnTo>
                  <a:lnTo>
                    <a:pt x="4325" y="20157"/>
                  </a:lnTo>
                  <a:lnTo>
                    <a:pt x="4364" y="20196"/>
                  </a:lnTo>
                  <a:lnTo>
                    <a:pt x="4480" y="20273"/>
                  </a:lnTo>
                  <a:lnTo>
                    <a:pt x="4596" y="20543"/>
                  </a:lnTo>
                  <a:lnTo>
                    <a:pt x="4712" y="20775"/>
                  </a:lnTo>
                  <a:lnTo>
                    <a:pt x="4905" y="21045"/>
                  </a:lnTo>
                  <a:lnTo>
                    <a:pt x="5059" y="21277"/>
                  </a:lnTo>
                  <a:lnTo>
                    <a:pt x="5484" y="21702"/>
                  </a:lnTo>
                  <a:lnTo>
                    <a:pt x="5831" y="22165"/>
                  </a:lnTo>
                  <a:lnTo>
                    <a:pt x="6333" y="22860"/>
                  </a:lnTo>
                  <a:lnTo>
                    <a:pt x="6835" y="23594"/>
                  </a:lnTo>
                  <a:lnTo>
                    <a:pt x="7260" y="24366"/>
                  </a:lnTo>
                  <a:lnTo>
                    <a:pt x="7646" y="25138"/>
                  </a:lnTo>
                  <a:lnTo>
                    <a:pt x="7724" y="25216"/>
                  </a:lnTo>
                  <a:lnTo>
                    <a:pt x="7878" y="25216"/>
                  </a:lnTo>
                  <a:lnTo>
                    <a:pt x="7917" y="25177"/>
                  </a:lnTo>
                  <a:lnTo>
                    <a:pt x="7994" y="25216"/>
                  </a:lnTo>
                  <a:lnTo>
                    <a:pt x="8110" y="25216"/>
                  </a:lnTo>
                  <a:lnTo>
                    <a:pt x="8187" y="25138"/>
                  </a:lnTo>
                  <a:lnTo>
                    <a:pt x="8534" y="24327"/>
                  </a:lnTo>
                  <a:lnTo>
                    <a:pt x="8921" y="23478"/>
                  </a:lnTo>
                  <a:lnTo>
                    <a:pt x="9577" y="21779"/>
                  </a:lnTo>
                  <a:lnTo>
                    <a:pt x="9577" y="21663"/>
                  </a:lnTo>
                  <a:lnTo>
                    <a:pt x="9538" y="21586"/>
                  </a:lnTo>
                  <a:lnTo>
                    <a:pt x="8766" y="20543"/>
                  </a:lnTo>
                  <a:lnTo>
                    <a:pt x="8071" y="19462"/>
                  </a:lnTo>
                  <a:lnTo>
                    <a:pt x="8612" y="19694"/>
                  </a:lnTo>
                  <a:lnTo>
                    <a:pt x="9152" y="19848"/>
                  </a:lnTo>
                  <a:lnTo>
                    <a:pt x="9732" y="19925"/>
                  </a:lnTo>
                  <a:lnTo>
                    <a:pt x="10311" y="19964"/>
                  </a:lnTo>
                  <a:lnTo>
                    <a:pt x="10311" y="20389"/>
                  </a:lnTo>
                  <a:lnTo>
                    <a:pt x="10349" y="20852"/>
                  </a:lnTo>
                  <a:lnTo>
                    <a:pt x="10465" y="21315"/>
                  </a:lnTo>
                  <a:lnTo>
                    <a:pt x="10542" y="21547"/>
                  </a:lnTo>
                  <a:lnTo>
                    <a:pt x="10697" y="21740"/>
                  </a:lnTo>
                  <a:lnTo>
                    <a:pt x="10736" y="21779"/>
                  </a:lnTo>
                  <a:lnTo>
                    <a:pt x="10813" y="21779"/>
                  </a:lnTo>
                  <a:lnTo>
                    <a:pt x="10851" y="21856"/>
                  </a:lnTo>
                  <a:lnTo>
                    <a:pt x="10929" y="21856"/>
                  </a:lnTo>
                  <a:lnTo>
                    <a:pt x="11315" y="21895"/>
                  </a:lnTo>
                  <a:lnTo>
                    <a:pt x="11662" y="21856"/>
                  </a:lnTo>
                  <a:lnTo>
                    <a:pt x="11624" y="22126"/>
                  </a:lnTo>
                  <a:lnTo>
                    <a:pt x="11585" y="22358"/>
                  </a:lnTo>
                  <a:lnTo>
                    <a:pt x="11546" y="22590"/>
                  </a:lnTo>
                  <a:lnTo>
                    <a:pt x="11585" y="22860"/>
                  </a:lnTo>
                  <a:lnTo>
                    <a:pt x="11624" y="23092"/>
                  </a:lnTo>
                  <a:lnTo>
                    <a:pt x="11662" y="23323"/>
                  </a:lnTo>
                  <a:lnTo>
                    <a:pt x="11778" y="23594"/>
                  </a:lnTo>
                  <a:lnTo>
                    <a:pt x="11894" y="23825"/>
                  </a:lnTo>
                  <a:lnTo>
                    <a:pt x="11933" y="23903"/>
                  </a:lnTo>
                  <a:lnTo>
                    <a:pt x="12010" y="23903"/>
                  </a:lnTo>
                  <a:lnTo>
                    <a:pt x="12087" y="23864"/>
                  </a:lnTo>
                  <a:lnTo>
                    <a:pt x="12164" y="23825"/>
                  </a:lnTo>
                  <a:lnTo>
                    <a:pt x="12589" y="23208"/>
                  </a:lnTo>
                  <a:lnTo>
                    <a:pt x="12744" y="23594"/>
                  </a:lnTo>
                  <a:lnTo>
                    <a:pt x="12937" y="23941"/>
                  </a:lnTo>
                  <a:lnTo>
                    <a:pt x="13168" y="24289"/>
                  </a:lnTo>
                  <a:lnTo>
                    <a:pt x="13439" y="24598"/>
                  </a:lnTo>
                  <a:lnTo>
                    <a:pt x="13709" y="24907"/>
                  </a:lnTo>
                  <a:lnTo>
                    <a:pt x="14018" y="25177"/>
                  </a:lnTo>
                  <a:lnTo>
                    <a:pt x="14365" y="25409"/>
                  </a:lnTo>
                  <a:lnTo>
                    <a:pt x="14713" y="25602"/>
                  </a:lnTo>
                  <a:lnTo>
                    <a:pt x="15331" y="25911"/>
                  </a:lnTo>
                  <a:lnTo>
                    <a:pt x="15717" y="26027"/>
                  </a:lnTo>
                  <a:lnTo>
                    <a:pt x="16142" y="26181"/>
                  </a:lnTo>
                  <a:lnTo>
                    <a:pt x="16566" y="26258"/>
                  </a:lnTo>
                  <a:lnTo>
                    <a:pt x="16953" y="26297"/>
                  </a:lnTo>
                  <a:lnTo>
                    <a:pt x="17146" y="26297"/>
                  </a:lnTo>
                  <a:lnTo>
                    <a:pt x="17300" y="26258"/>
                  </a:lnTo>
                  <a:lnTo>
                    <a:pt x="17416" y="26181"/>
                  </a:lnTo>
                  <a:lnTo>
                    <a:pt x="17570" y="26104"/>
                  </a:lnTo>
                  <a:lnTo>
                    <a:pt x="17648" y="25949"/>
                  </a:lnTo>
                  <a:lnTo>
                    <a:pt x="17725" y="25833"/>
                  </a:lnTo>
                  <a:lnTo>
                    <a:pt x="17841" y="25486"/>
                  </a:lnTo>
                  <a:lnTo>
                    <a:pt x="17879" y="25100"/>
                  </a:lnTo>
                  <a:lnTo>
                    <a:pt x="17841" y="24675"/>
                  </a:lnTo>
                  <a:lnTo>
                    <a:pt x="17802" y="24289"/>
                  </a:lnTo>
                  <a:lnTo>
                    <a:pt x="17686" y="23903"/>
                  </a:lnTo>
                  <a:lnTo>
                    <a:pt x="17493" y="23246"/>
                  </a:lnTo>
                  <a:lnTo>
                    <a:pt x="17223" y="22706"/>
                  </a:lnTo>
                  <a:lnTo>
                    <a:pt x="16914" y="22204"/>
                  </a:lnTo>
                  <a:lnTo>
                    <a:pt x="16528" y="21740"/>
                  </a:lnTo>
                  <a:lnTo>
                    <a:pt x="16103" y="21354"/>
                  </a:lnTo>
                  <a:lnTo>
                    <a:pt x="16296" y="21315"/>
                  </a:lnTo>
                  <a:lnTo>
                    <a:pt x="16489" y="21277"/>
                  </a:lnTo>
                  <a:lnTo>
                    <a:pt x="16682" y="21161"/>
                  </a:lnTo>
                  <a:lnTo>
                    <a:pt x="16875" y="21045"/>
                  </a:lnTo>
                  <a:lnTo>
                    <a:pt x="16914" y="21007"/>
                  </a:lnTo>
                  <a:lnTo>
                    <a:pt x="16953" y="20929"/>
                  </a:lnTo>
                  <a:lnTo>
                    <a:pt x="16914" y="20814"/>
                  </a:lnTo>
                  <a:lnTo>
                    <a:pt x="16875" y="20775"/>
                  </a:lnTo>
                  <a:lnTo>
                    <a:pt x="16335" y="20466"/>
                  </a:lnTo>
                  <a:lnTo>
                    <a:pt x="15833" y="20196"/>
                  </a:lnTo>
                  <a:lnTo>
                    <a:pt x="15292" y="20003"/>
                  </a:lnTo>
                  <a:lnTo>
                    <a:pt x="14713" y="19848"/>
                  </a:lnTo>
                  <a:lnTo>
                    <a:pt x="14983" y="19346"/>
                  </a:lnTo>
                  <a:lnTo>
                    <a:pt x="14983" y="19230"/>
                  </a:lnTo>
                  <a:lnTo>
                    <a:pt x="14983" y="19114"/>
                  </a:lnTo>
                  <a:lnTo>
                    <a:pt x="14983" y="19076"/>
                  </a:lnTo>
                  <a:lnTo>
                    <a:pt x="14945" y="19037"/>
                  </a:lnTo>
                  <a:lnTo>
                    <a:pt x="14172" y="18574"/>
                  </a:lnTo>
                  <a:lnTo>
                    <a:pt x="13825" y="18342"/>
                  </a:lnTo>
                  <a:lnTo>
                    <a:pt x="13477" y="18033"/>
                  </a:lnTo>
                  <a:lnTo>
                    <a:pt x="13554" y="17879"/>
                  </a:lnTo>
                  <a:lnTo>
                    <a:pt x="13670" y="17493"/>
                  </a:lnTo>
                  <a:lnTo>
                    <a:pt x="13747" y="17106"/>
                  </a:lnTo>
                  <a:lnTo>
                    <a:pt x="13786" y="16720"/>
                  </a:lnTo>
                  <a:lnTo>
                    <a:pt x="13825" y="16334"/>
                  </a:lnTo>
                  <a:lnTo>
                    <a:pt x="14249" y="17106"/>
                  </a:lnTo>
                  <a:lnTo>
                    <a:pt x="14674" y="17956"/>
                  </a:lnTo>
                  <a:lnTo>
                    <a:pt x="14751" y="18033"/>
                  </a:lnTo>
                  <a:lnTo>
                    <a:pt x="14867" y="18033"/>
                  </a:lnTo>
                  <a:lnTo>
                    <a:pt x="15640" y="18072"/>
                  </a:lnTo>
                  <a:lnTo>
                    <a:pt x="16412" y="18110"/>
                  </a:lnTo>
                  <a:lnTo>
                    <a:pt x="17184" y="18188"/>
                  </a:lnTo>
                  <a:lnTo>
                    <a:pt x="17957" y="18304"/>
                  </a:lnTo>
                  <a:lnTo>
                    <a:pt x="18111" y="18304"/>
                  </a:lnTo>
                  <a:lnTo>
                    <a:pt x="18188" y="18226"/>
                  </a:lnTo>
                  <a:lnTo>
                    <a:pt x="18227" y="18110"/>
                  </a:lnTo>
                  <a:lnTo>
                    <a:pt x="18188" y="17995"/>
                  </a:lnTo>
                  <a:lnTo>
                    <a:pt x="16798" y="15099"/>
                  </a:lnTo>
                  <a:lnTo>
                    <a:pt x="16064" y="13631"/>
                  </a:lnTo>
                  <a:lnTo>
                    <a:pt x="15678" y="12936"/>
                  </a:lnTo>
                  <a:lnTo>
                    <a:pt x="15253" y="12241"/>
                  </a:lnTo>
                  <a:lnTo>
                    <a:pt x="15176" y="12202"/>
                  </a:lnTo>
                  <a:lnTo>
                    <a:pt x="15099" y="12202"/>
                  </a:lnTo>
                  <a:lnTo>
                    <a:pt x="14713" y="12164"/>
                  </a:lnTo>
                  <a:lnTo>
                    <a:pt x="14288" y="12164"/>
                  </a:lnTo>
                  <a:lnTo>
                    <a:pt x="13516" y="12125"/>
                  </a:lnTo>
                  <a:lnTo>
                    <a:pt x="12164" y="12009"/>
                  </a:lnTo>
                  <a:lnTo>
                    <a:pt x="11662" y="11198"/>
                  </a:lnTo>
                  <a:lnTo>
                    <a:pt x="11122" y="10465"/>
                  </a:lnTo>
                  <a:lnTo>
                    <a:pt x="10542" y="9731"/>
                  </a:lnTo>
                  <a:lnTo>
                    <a:pt x="10002" y="8997"/>
                  </a:lnTo>
                  <a:lnTo>
                    <a:pt x="8959" y="7762"/>
                  </a:lnTo>
                  <a:lnTo>
                    <a:pt x="7839" y="6565"/>
                  </a:lnTo>
                  <a:lnTo>
                    <a:pt x="6720" y="5406"/>
                  </a:lnTo>
                  <a:lnTo>
                    <a:pt x="5561" y="4286"/>
                  </a:lnTo>
                  <a:lnTo>
                    <a:pt x="4325" y="3205"/>
                  </a:lnTo>
                  <a:lnTo>
                    <a:pt x="3128" y="2163"/>
                  </a:lnTo>
                  <a:lnTo>
                    <a:pt x="1854" y="1120"/>
                  </a:lnTo>
                  <a:lnTo>
                    <a:pt x="580" y="116"/>
                  </a:lnTo>
                  <a:lnTo>
                    <a:pt x="541" y="77"/>
                  </a:lnTo>
                  <a:lnTo>
                    <a:pt x="464" y="77"/>
                  </a:lnTo>
                  <a:lnTo>
                    <a:pt x="348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11"/>
            <p:cNvSpPr/>
            <p:nvPr/>
          </p:nvSpPr>
          <p:spPr>
            <a:xfrm>
              <a:off x="668675" y="2948700"/>
              <a:ext cx="256800" cy="152550"/>
            </a:xfrm>
            <a:custGeom>
              <a:avLst/>
              <a:gdLst/>
              <a:ahLst/>
              <a:cxnLst/>
              <a:rect l="l" t="t" r="r" b="b"/>
              <a:pathLst>
                <a:path w="10272" h="6102" extrusionOk="0">
                  <a:moveTo>
                    <a:pt x="541" y="1"/>
                  </a:moveTo>
                  <a:lnTo>
                    <a:pt x="425" y="39"/>
                  </a:lnTo>
                  <a:lnTo>
                    <a:pt x="348" y="116"/>
                  </a:lnTo>
                  <a:lnTo>
                    <a:pt x="232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889"/>
                  </a:lnTo>
                  <a:lnTo>
                    <a:pt x="0" y="1275"/>
                  </a:lnTo>
                  <a:lnTo>
                    <a:pt x="0" y="1622"/>
                  </a:lnTo>
                  <a:lnTo>
                    <a:pt x="0" y="2047"/>
                  </a:lnTo>
                  <a:lnTo>
                    <a:pt x="77" y="2511"/>
                  </a:lnTo>
                  <a:lnTo>
                    <a:pt x="155" y="2935"/>
                  </a:lnTo>
                  <a:lnTo>
                    <a:pt x="309" y="3321"/>
                  </a:lnTo>
                  <a:lnTo>
                    <a:pt x="502" y="3785"/>
                  </a:lnTo>
                  <a:lnTo>
                    <a:pt x="734" y="4171"/>
                  </a:lnTo>
                  <a:lnTo>
                    <a:pt x="1004" y="4557"/>
                  </a:lnTo>
                  <a:lnTo>
                    <a:pt x="1313" y="4905"/>
                  </a:lnTo>
                  <a:lnTo>
                    <a:pt x="1699" y="5214"/>
                  </a:lnTo>
                  <a:lnTo>
                    <a:pt x="2047" y="5523"/>
                  </a:lnTo>
                  <a:lnTo>
                    <a:pt x="2472" y="5754"/>
                  </a:lnTo>
                  <a:lnTo>
                    <a:pt x="2896" y="5947"/>
                  </a:lnTo>
                  <a:lnTo>
                    <a:pt x="3167" y="5716"/>
                  </a:lnTo>
                  <a:lnTo>
                    <a:pt x="2819" y="5561"/>
                  </a:lnTo>
                  <a:lnTo>
                    <a:pt x="2510" y="5368"/>
                  </a:lnTo>
                  <a:lnTo>
                    <a:pt x="2240" y="5136"/>
                  </a:lnTo>
                  <a:lnTo>
                    <a:pt x="1931" y="4905"/>
                  </a:lnTo>
                  <a:lnTo>
                    <a:pt x="1661" y="4634"/>
                  </a:lnTo>
                  <a:lnTo>
                    <a:pt x="1429" y="4364"/>
                  </a:lnTo>
                  <a:lnTo>
                    <a:pt x="1197" y="4094"/>
                  </a:lnTo>
                  <a:lnTo>
                    <a:pt x="1004" y="3785"/>
                  </a:lnTo>
                  <a:lnTo>
                    <a:pt x="811" y="3476"/>
                  </a:lnTo>
                  <a:lnTo>
                    <a:pt x="657" y="3128"/>
                  </a:lnTo>
                  <a:lnTo>
                    <a:pt x="541" y="2781"/>
                  </a:lnTo>
                  <a:lnTo>
                    <a:pt x="464" y="2433"/>
                  </a:lnTo>
                  <a:lnTo>
                    <a:pt x="425" y="2086"/>
                  </a:lnTo>
                  <a:lnTo>
                    <a:pt x="386" y="1700"/>
                  </a:lnTo>
                  <a:lnTo>
                    <a:pt x="425" y="1352"/>
                  </a:lnTo>
                  <a:lnTo>
                    <a:pt x="464" y="966"/>
                  </a:lnTo>
                  <a:lnTo>
                    <a:pt x="541" y="696"/>
                  </a:lnTo>
                  <a:lnTo>
                    <a:pt x="579" y="541"/>
                  </a:lnTo>
                  <a:lnTo>
                    <a:pt x="657" y="464"/>
                  </a:lnTo>
                  <a:lnTo>
                    <a:pt x="811" y="503"/>
                  </a:lnTo>
                  <a:lnTo>
                    <a:pt x="1043" y="618"/>
                  </a:lnTo>
                  <a:lnTo>
                    <a:pt x="1429" y="812"/>
                  </a:lnTo>
                  <a:lnTo>
                    <a:pt x="1738" y="1005"/>
                  </a:lnTo>
                  <a:lnTo>
                    <a:pt x="2085" y="1236"/>
                  </a:lnTo>
                  <a:lnTo>
                    <a:pt x="2394" y="1468"/>
                  </a:lnTo>
                  <a:lnTo>
                    <a:pt x="2665" y="1738"/>
                  </a:lnTo>
                  <a:lnTo>
                    <a:pt x="2935" y="2009"/>
                  </a:lnTo>
                  <a:lnTo>
                    <a:pt x="3167" y="2279"/>
                  </a:lnTo>
                  <a:lnTo>
                    <a:pt x="3360" y="2588"/>
                  </a:lnTo>
                  <a:lnTo>
                    <a:pt x="3514" y="2897"/>
                  </a:lnTo>
                  <a:lnTo>
                    <a:pt x="3630" y="3244"/>
                  </a:lnTo>
                  <a:lnTo>
                    <a:pt x="3707" y="3592"/>
                  </a:lnTo>
                  <a:lnTo>
                    <a:pt x="3784" y="3939"/>
                  </a:lnTo>
                  <a:lnTo>
                    <a:pt x="3784" y="4325"/>
                  </a:lnTo>
                  <a:lnTo>
                    <a:pt x="3823" y="4403"/>
                  </a:lnTo>
                  <a:lnTo>
                    <a:pt x="3939" y="4480"/>
                  </a:lnTo>
                  <a:lnTo>
                    <a:pt x="3939" y="4557"/>
                  </a:lnTo>
                  <a:lnTo>
                    <a:pt x="3978" y="4596"/>
                  </a:lnTo>
                  <a:lnTo>
                    <a:pt x="4016" y="4596"/>
                  </a:lnTo>
                  <a:lnTo>
                    <a:pt x="4055" y="4557"/>
                  </a:lnTo>
                  <a:lnTo>
                    <a:pt x="4171" y="4403"/>
                  </a:lnTo>
                  <a:lnTo>
                    <a:pt x="4286" y="4287"/>
                  </a:lnTo>
                  <a:lnTo>
                    <a:pt x="4595" y="4017"/>
                  </a:lnTo>
                  <a:lnTo>
                    <a:pt x="4943" y="3785"/>
                  </a:lnTo>
                  <a:lnTo>
                    <a:pt x="5329" y="3630"/>
                  </a:lnTo>
                  <a:lnTo>
                    <a:pt x="5754" y="3476"/>
                  </a:lnTo>
                  <a:lnTo>
                    <a:pt x="6179" y="3360"/>
                  </a:lnTo>
                  <a:lnTo>
                    <a:pt x="6565" y="3283"/>
                  </a:lnTo>
                  <a:lnTo>
                    <a:pt x="6912" y="3206"/>
                  </a:lnTo>
                  <a:lnTo>
                    <a:pt x="7260" y="3167"/>
                  </a:lnTo>
                  <a:lnTo>
                    <a:pt x="7646" y="3167"/>
                  </a:lnTo>
                  <a:lnTo>
                    <a:pt x="7994" y="3206"/>
                  </a:lnTo>
                  <a:lnTo>
                    <a:pt x="8380" y="3244"/>
                  </a:lnTo>
                  <a:lnTo>
                    <a:pt x="8727" y="3321"/>
                  </a:lnTo>
                  <a:lnTo>
                    <a:pt x="9075" y="3399"/>
                  </a:lnTo>
                  <a:lnTo>
                    <a:pt x="9422" y="3553"/>
                  </a:lnTo>
                  <a:lnTo>
                    <a:pt x="9770" y="3669"/>
                  </a:lnTo>
                  <a:lnTo>
                    <a:pt x="9499" y="4017"/>
                  </a:lnTo>
                  <a:lnTo>
                    <a:pt x="9229" y="4364"/>
                  </a:lnTo>
                  <a:lnTo>
                    <a:pt x="8920" y="4634"/>
                  </a:lnTo>
                  <a:lnTo>
                    <a:pt x="8611" y="4905"/>
                  </a:lnTo>
                  <a:lnTo>
                    <a:pt x="8264" y="5136"/>
                  </a:lnTo>
                  <a:lnTo>
                    <a:pt x="7916" y="5329"/>
                  </a:lnTo>
                  <a:lnTo>
                    <a:pt x="7530" y="5484"/>
                  </a:lnTo>
                  <a:lnTo>
                    <a:pt x="7105" y="5600"/>
                  </a:lnTo>
                  <a:lnTo>
                    <a:pt x="6719" y="5638"/>
                  </a:lnTo>
                  <a:lnTo>
                    <a:pt x="6333" y="5677"/>
                  </a:lnTo>
                  <a:lnTo>
                    <a:pt x="5599" y="5677"/>
                  </a:lnTo>
                  <a:lnTo>
                    <a:pt x="4866" y="5600"/>
                  </a:lnTo>
                  <a:lnTo>
                    <a:pt x="4093" y="5484"/>
                  </a:lnTo>
                  <a:lnTo>
                    <a:pt x="4016" y="5484"/>
                  </a:lnTo>
                  <a:lnTo>
                    <a:pt x="3978" y="5523"/>
                  </a:lnTo>
                  <a:lnTo>
                    <a:pt x="3900" y="5638"/>
                  </a:lnTo>
                  <a:lnTo>
                    <a:pt x="3862" y="5638"/>
                  </a:lnTo>
                  <a:lnTo>
                    <a:pt x="3862" y="5716"/>
                  </a:lnTo>
                  <a:lnTo>
                    <a:pt x="3900" y="6025"/>
                  </a:lnTo>
                  <a:lnTo>
                    <a:pt x="4093" y="5909"/>
                  </a:lnTo>
                  <a:lnTo>
                    <a:pt x="4943" y="6025"/>
                  </a:lnTo>
                  <a:lnTo>
                    <a:pt x="5792" y="6102"/>
                  </a:lnTo>
                  <a:lnTo>
                    <a:pt x="6217" y="6102"/>
                  </a:lnTo>
                  <a:lnTo>
                    <a:pt x="6642" y="6063"/>
                  </a:lnTo>
                  <a:lnTo>
                    <a:pt x="7105" y="6025"/>
                  </a:lnTo>
                  <a:lnTo>
                    <a:pt x="7530" y="5947"/>
                  </a:lnTo>
                  <a:lnTo>
                    <a:pt x="7955" y="5793"/>
                  </a:lnTo>
                  <a:lnTo>
                    <a:pt x="8341" y="5600"/>
                  </a:lnTo>
                  <a:lnTo>
                    <a:pt x="8727" y="5368"/>
                  </a:lnTo>
                  <a:lnTo>
                    <a:pt x="9075" y="5098"/>
                  </a:lnTo>
                  <a:lnTo>
                    <a:pt x="9384" y="4789"/>
                  </a:lnTo>
                  <a:lnTo>
                    <a:pt x="9654" y="4441"/>
                  </a:lnTo>
                  <a:lnTo>
                    <a:pt x="10233" y="3746"/>
                  </a:lnTo>
                  <a:lnTo>
                    <a:pt x="10272" y="3630"/>
                  </a:lnTo>
                  <a:lnTo>
                    <a:pt x="10272" y="3553"/>
                  </a:lnTo>
                  <a:lnTo>
                    <a:pt x="10233" y="3476"/>
                  </a:lnTo>
                  <a:lnTo>
                    <a:pt x="10156" y="3399"/>
                  </a:lnTo>
                  <a:lnTo>
                    <a:pt x="9693" y="3206"/>
                  </a:lnTo>
                  <a:lnTo>
                    <a:pt x="9229" y="3013"/>
                  </a:lnTo>
                  <a:lnTo>
                    <a:pt x="8766" y="2897"/>
                  </a:lnTo>
                  <a:lnTo>
                    <a:pt x="8264" y="2781"/>
                  </a:lnTo>
                  <a:lnTo>
                    <a:pt x="7800" y="2742"/>
                  </a:lnTo>
                  <a:lnTo>
                    <a:pt x="7298" y="2742"/>
                  </a:lnTo>
                  <a:lnTo>
                    <a:pt x="6796" y="2781"/>
                  </a:lnTo>
                  <a:lnTo>
                    <a:pt x="6294" y="2858"/>
                  </a:lnTo>
                  <a:lnTo>
                    <a:pt x="5870" y="3013"/>
                  </a:lnTo>
                  <a:lnTo>
                    <a:pt x="5290" y="3206"/>
                  </a:lnTo>
                  <a:lnTo>
                    <a:pt x="4982" y="3321"/>
                  </a:lnTo>
                  <a:lnTo>
                    <a:pt x="4673" y="3476"/>
                  </a:lnTo>
                  <a:lnTo>
                    <a:pt x="4402" y="3630"/>
                  </a:lnTo>
                  <a:lnTo>
                    <a:pt x="4209" y="3823"/>
                  </a:lnTo>
                  <a:lnTo>
                    <a:pt x="4132" y="3476"/>
                  </a:lnTo>
                  <a:lnTo>
                    <a:pt x="4055" y="3128"/>
                  </a:lnTo>
                  <a:lnTo>
                    <a:pt x="3939" y="2781"/>
                  </a:lnTo>
                  <a:lnTo>
                    <a:pt x="3784" y="2472"/>
                  </a:lnTo>
                  <a:lnTo>
                    <a:pt x="3591" y="2163"/>
                  </a:lnTo>
                  <a:lnTo>
                    <a:pt x="3360" y="1854"/>
                  </a:lnTo>
                  <a:lnTo>
                    <a:pt x="3128" y="1584"/>
                  </a:lnTo>
                  <a:lnTo>
                    <a:pt x="2858" y="1314"/>
                  </a:lnTo>
                  <a:lnTo>
                    <a:pt x="2472" y="966"/>
                  </a:lnTo>
                  <a:lnTo>
                    <a:pt x="2008" y="696"/>
                  </a:lnTo>
                  <a:lnTo>
                    <a:pt x="1545" y="425"/>
                  </a:lnTo>
                  <a:lnTo>
                    <a:pt x="1081" y="194"/>
                  </a:lnTo>
                  <a:lnTo>
                    <a:pt x="850" y="78"/>
                  </a:lnTo>
                  <a:lnTo>
                    <a:pt x="657" y="39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11"/>
            <p:cNvSpPr/>
            <p:nvPr/>
          </p:nvSpPr>
          <p:spPr>
            <a:xfrm>
              <a:off x="3343725" y="3024000"/>
              <a:ext cx="482700" cy="227850"/>
            </a:xfrm>
            <a:custGeom>
              <a:avLst/>
              <a:gdLst/>
              <a:ahLst/>
              <a:cxnLst/>
              <a:rect l="l" t="t" r="r" b="b"/>
              <a:pathLst>
                <a:path w="19308" h="9114" extrusionOk="0">
                  <a:moveTo>
                    <a:pt x="77" y="1"/>
                  </a:moveTo>
                  <a:lnTo>
                    <a:pt x="0" y="618"/>
                  </a:lnTo>
                  <a:lnTo>
                    <a:pt x="0" y="1236"/>
                  </a:lnTo>
                  <a:lnTo>
                    <a:pt x="39" y="1854"/>
                  </a:lnTo>
                  <a:lnTo>
                    <a:pt x="154" y="2472"/>
                  </a:lnTo>
                  <a:lnTo>
                    <a:pt x="309" y="3090"/>
                  </a:lnTo>
                  <a:lnTo>
                    <a:pt x="502" y="3669"/>
                  </a:lnTo>
                  <a:lnTo>
                    <a:pt x="772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69" y="5947"/>
                  </a:lnTo>
                  <a:lnTo>
                    <a:pt x="2433" y="6449"/>
                  </a:lnTo>
                  <a:lnTo>
                    <a:pt x="2935" y="6913"/>
                  </a:lnTo>
                  <a:lnTo>
                    <a:pt x="3514" y="7299"/>
                  </a:lnTo>
                  <a:lnTo>
                    <a:pt x="4093" y="7646"/>
                  </a:lnTo>
                  <a:lnTo>
                    <a:pt x="4672" y="7994"/>
                  </a:lnTo>
                  <a:lnTo>
                    <a:pt x="5329" y="8264"/>
                  </a:lnTo>
                  <a:lnTo>
                    <a:pt x="5947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98"/>
                  </a:lnTo>
                  <a:lnTo>
                    <a:pt x="8688" y="9075"/>
                  </a:lnTo>
                  <a:lnTo>
                    <a:pt x="9383" y="9114"/>
                  </a:lnTo>
                  <a:lnTo>
                    <a:pt x="10079" y="9114"/>
                  </a:lnTo>
                  <a:lnTo>
                    <a:pt x="10735" y="9075"/>
                  </a:lnTo>
                  <a:lnTo>
                    <a:pt x="11391" y="9036"/>
                  </a:lnTo>
                  <a:lnTo>
                    <a:pt x="12048" y="8921"/>
                  </a:lnTo>
                  <a:lnTo>
                    <a:pt x="12704" y="8805"/>
                  </a:lnTo>
                  <a:lnTo>
                    <a:pt x="13361" y="8612"/>
                  </a:lnTo>
                  <a:lnTo>
                    <a:pt x="14017" y="8419"/>
                  </a:lnTo>
                  <a:lnTo>
                    <a:pt x="14635" y="8187"/>
                  </a:lnTo>
                  <a:lnTo>
                    <a:pt x="15253" y="7917"/>
                  </a:lnTo>
                  <a:lnTo>
                    <a:pt x="15871" y="7569"/>
                  </a:lnTo>
                  <a:lnTo>
                    <a:pt x="16411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28" y="4905"/>
                  </a:lnTo>
                  <a:lnTo>
                    <a:pt x="19076" y="4325"/>
                  </a:lnTo>
                  <a:lnTo>
                    <a:pt x="19307" y="3708"/>
                  </a:lnTo>
                  <a:lnTo>
                    <a:pt x="19114" y="3669"/>
                  </a:lnTo>
                  <a:lnTo>
                    <a:pt x="18767" y="4171"/>
                  </a:lnTo>
                  <a:lnTo>
                    <a:pt x="18381" y="4673"/>
                  </a:lnTo>
                  <a:lnTo>
                    <a:pt x="17995" y="5136"/>
                  </a:lnTo>
                  <a:lnTo>
                    <a:pt x="17608" y="5561"/>
                  </a:lnTo>
                  <a:lnTo>
                    <a:pt x="17145" y="5986"/>
                  </a:lnTo>
                  <a:lnTo>
                    <a:pt x="16720" y="6372"/>
                  </a:lnTo>
                  <a:lnTo>
                    <a:pt x="16218" y="6720"/>
                  </a:lnTo>
                  <a:lnTo>
                    <a:pt x="15716" y="7028"/>
                  </a:lnTo>
                  <a:lnTo>
                    <a:pt x="15214" y="7337"/>
                  </a:lnTo>
                  <a:lnTo>
                    <a:pt x="14674" y="7608"/>
                  </a:lnTo>
                  <a:lnTo>
                    <a:pt x="14133" y="7839"/>
                  </a:lnTo>
                  <a:lnTo>
                    <a:pt x="13554" y="8032"/>
                  </a:lnTo>
                  <a:lnTo>
                    <a:pt x="12975" y="8225"/>
                  </a:lnTo>
                  <a:lnTo>
                    <a:pt x="12395" y="8380"/>
                  </a:lnTo>
                  <a:lnTo>
                    <a:pt x="11816" y="8496"/>
                  </a:lnTo>
                  <a:lnTo>
                    <a:pt x="11198" y="8573"/>
                  </a:lnTo>
                  <a:lnTo>
                    <a:pt x="10503" y="8612"/>
                  </a:lnTo>
                  <a:lnTo>
                    <a:pt x="9808" y="8650"/>
                  </a:lnTo>
                  <a:lnTo>
                    <a:pt x="9075" y="8612"/>
                  </a:lnTo>
                  <a:lnTo>
                    <a:pt x="8379" y="8573"/>
                  </a:lnTo>
                  <a:lnTo>
                    <a:pt x="7684" y="8457"/>
                  </a:lnTo>
                  <a:lnTo>
                    <a:pt x="6989" y="8303"/>
                  </a:lnTo>
                  <a:lnTo>
                    <a:pt x="6294" y="8110"/>
                  </a:lnTo>
                  <a:lnTo>
                    <a:pt x="5638" y="7878"/>
                  </a:lnTo>
                  <a:lnTo>
                    <a:pt x="4981" y="7608"/>
                  </a:lnTo>
                  <a:lnTo>
                    <a:pt x="4364" y="7299"/>
                  </a:lnTo>
                  <a:lnTo>
                    <a:pt x="3784" y="6951"/>
                  </a:lnTo>
                  <a:lnTo>
                    <a:pt x="3205" y="6526"/>
                  </a:lnTo>
                  <a:lnTo>
                    <a:pt x="2664" y="6063"/>
                  </a:lnTo>
                  <a:lnTo>
                    <a:pt x="2201" y="5561"/>
                  </a:lnTo>
                  <a:lnTo>
                    <a:pt x="1738" y="5020"/>
                  </a:lnTo>
                  <a:lnTo>
                    <a:pt x="1352" y="4403"/>
                  </a:lnTo>
                  <a:lnTo>
                    <a:pt x="1081" y="3901"/>
                  </a:lnTo>
                  <a:lnTo>
                    <a:pt x="850" y="3399"/>
                  </a:lnTo>
                  <a:lnTo>
                    <a:pt x="656" y="2858"/>
                  </a:lnTo>
                  <a:lnTo>
                    <a:pt x="502" y="2317"/>
                  </a:lnTo>
                  <a:lnTo>
                    <a:pt x="425" y="1777"/>
                  </a:lnTo>
                  <a:lnTo>
                    <a:pt x="348" y="1198"/>
                  </a:lnTo>
                  <a:lnTo>
                    <a:pt x="386" y="618"/>
                  </a:lnTo>
                  <a:lnTo>
                    <a:pt x="425" y="78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11"/>
            <p:cNvSpPr/>
            <p:nvPr/>
          </p:nvSpPr>
          <p:spPr>
            <a:xfrm>
              <a:off x="238125" y="3026900"/>
              <a:ext cx="84975" cy="55050"/>
            </a:xfrm>
            <a:custGeom>
              <a:avLst/>
              <a:gdLst/>
              <a:ahLst/>
              <a:cxnLst/>
              <a:rect l="l" t="t" r="r" b="b"/>
              <a:pathLst>
                <a:path w="3399" h="2202" extrusionOk="0">
                  <a:moveTo>
                    <a:pt x="1506" y="425"/>
                  </a:moveTo>
                  <a:lnTo>
                    <a:pt x="1738" y="502"/>
                  </a:lnTo>
                  <a:lnTo>
                    <a:pt x="1931" y="580"/>
                  </a:lnTo>
                  <a:lnTo>
                    <a:pt x="2124" y="657"/>
                  </a:lnTo>
                  <a:lnTo>
                    <a:pt x="2433" y="927"/>
                  </a:lnTo>
                  <a:lnTo>
                    <a:pt x="2742" y="1236"/>
                  </a:lnTo>
                  <a:lnTo>
                    <a:pt x="2973" y="1545"/>
                  </a:lnTo>
                  <a:lnTo>
                    <a:pt x="2549" y="1545"/>
                  </a:lnTo>
                  <a:lnTo>
                    <a:pt x="2085" y="1584"/>
                  </a:lnTo>
                  <a:lnTo>
                    <a:pt x="1699" y="1699"/>
                  </a:lnTo>
                  <a:lnTo>
                    <a:pt x="1467" y="1777"/>
                  </a:lnTo>
                  <a:lnTo>
                    <a:pt x="965" y="1777"/>
                  </a:lnTo>
                  <a:lnTo>
                    <a:pt x="772" y="1738"/>
                  </a:lnTo>
                  <a:lnTo>
                    <a:pt x="579" y="1622"/>
                  </a:lnTo>
                  <a:lnTo>
                    <a:pt x="502" y="1545"/>
                  </a:lnTo>
                  <a:lnTo>
                    <a:pt x="463" y="1429"/>
                  </a:lnTo>
                  <a:lnTo>
                    <a:pt x="386" y="1313"/>
                  </a:lnTo>
                  <a:lnTo>
                    <a:pt x="386" y="1159"/>
                  </a:lnTo>
                  <a:lnTo>
                    <a:pt x="386" y="1043"/>
                  </a:lnTo>
                  <a:lnTo>
                    <a:pt x="425" y="927"/>
                  </a:lnTo>
                  <a:lnTo>
                    <a:pt x="463" y="811"/>
                  </a:lnTo>
                  <a:lnTo>
                    <a:pt x="541" y="734"/>
                  </a:lnTo>
                  <a:lnTo>
                    <a:pt x="734" y="580"/>
                  </a:lnTo>
                  <a:lnTo>
                    <a:pt x="1004" y="502"/>
                  </a:lnTo>
                  <a:lnTo>
                    <a:pt x="1236" y="425"/>
                  </a:lnTo>
                  <a:close/>
                  <a:moveTo>
                    <a:pt x="1004" y="0"/>
                  </a:moveTo>
                  <a:lnTo>
                    <a:pt x="772" y="78"/>
                  </a:lnTo>
                  <a:lnTo>
                    <a:pt x="541" y="193"/>
                  </a:lnTo>
                  <a:lnTo>
                    <a:pt x="386" y="309"/>
                  </a:lnTo>
                  <a:lnTo>
                    <a:pt x="193" y="502"/>
                  </a:lnTo>
                  <a:lnTo>
                    <a:pt x="77" y="734"/>
                  </a:lnTo>
                  <a:lnTo>
                    <a:pt x="0" y="927"/>
                  </a:lnTo>
                  <a:lnTo>
                    <a:pt x="0" y="1159"/>
                  </a:lnTo>
                  <a:lnTo>
                    <a:pt x="0" y="1391"/>
                  </a:lnTo>
                  <a:lnTo>
                    <a:pt x="77" y="1584"/>
                  </a:lnTo>
                  <a:lnTo>
                    <a:pt x="154" y="1777"/>
                  </a:lnTo>
                  <a:lnTo>
                    <a:pt x="309" y="1931"/>
                  </a:lnTo>
                  <a:lnTo>
                    <a:pt x="463" y="2047"/>
                  </a:lnTo>
                  <a:lnTo>
                    <a:pt x="695" y="2163"/>
                  </a:lnTo>
                  <a:lnTo>
                    <a:pt x="1004" y="2201"/>
                  </a:lnTo>
                  <a:lnTo>
                    <a:pt x="1274" y="2201"/>
                  </a:lnTo>
                  <a:lnTo>
                    <a:pt x="1583" y="2163"/>
                  </a:lnTo>
                  <a:lnTo>
                    <a:pt x="1892" y="2086"/>
                  </a:lnTo>
                  <a:lnTo>
                    <a:pt x="2201" y="2008"/>
                  </a:lnTo>
                  <a:lnTo>
                    <a:pt x="2510" y="1931"/>
                  </a:lnTo>
                  <a:lnTo>
                    <a:pt x="2819" y="1931"/>
                  </a:lnTo>
                  <a:lnTo>
                    <a:pt x="3089" y="2008"/>
                  </a:lnTo>
                  <a:lnTo>
                    <a:pt x="3205" y="2008"/>
                  </a:lnTo>
                  <a:lnTo>
                    <a:pt x="3282" y="1970"/>
                  </a:lnTo>
                  <a:lnTo>
                    <a:pt x="3359" y="1893"/>
                  </a:lnTo>
                  <a:lnTo>
                    <a:pt x="3359" y="1815"/>
                  </a:lnTo>
                  <a:lnTo>
                    <a:pt x="3398" y="1777"/>
                  </a:lnTo>
                  <a:lnTo>
                    <a:pt x="3398" y="1699"/>
                  </a:lnTo>
                  <a:lnTo>
                    <a:pt x="3089" y="1159"/>
                  </a:lnTo>
                  <a:lnTo>
                    <a:pt x="2935" y="927"/>
                  </a:lnTo>
                  <a:lnTo>
                    <a:pt x="2742" y="695"/>
                  </a:lnTo>
                  <a:lnTo>
                    <a:pt x="2510" y="464"/>
                  </a:lnTo>
                  <a:lnTo>
                    <a:pt x="2278" y="309"/>
                  </a:lnTo>
                  <a:lnTo>
                    <a:pt x="2008" y="155"/>
                  </a:lnTo>
                  <a:lnTo>
                    <a:pt x="1738" y="3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11"/>
            <p:cNvSpPr/>
            <p:nvPr/>
          </p:nvSpPr>
          <p:spPr>
            <a:xfrm>
              <a:off x="3429625" y="3033650"/>
              <a:ext cx="35750" cy="29950"/>
            </a:xfrm>
            <a:custGeom>
              <a:avLst/>
              <a:gdLst/>
              <a:ahLst/>
              <a:cxnLst/>
              <a:rect l="l" t="t" r="r" b="b"/>
              <a:pathLst>
                <a:path w="1430" h="1198" extrusionOk="0">
                  <a:moveTo>
                    <a:pt x="657" y="1"/>
                  </a:moveTo>
                  <a:lnTo>
                    <a:pt x="464" y="39"/>
                  </a:ln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1" y="580"/>
                  </a:lnTo>
                  <a:lnTo>
                    <a:pt x="1" y="773"/>
                  </a:lnTo>
                  <a:lnTo>
                    <a:pt x="39" y="927"/>
                  </a:lnTo>
                  <a:lnTo>
                    <a:pt x="117" y="1121"/>
                  </a:lnTo>
                  <a:lnTo>
                    <a:pt x="155" y="1159"/>
                  </a:lnTo>
                  <a:lnTo>
                    <a:pt x="232" y="1198"/>
                  </a:lnTo>
                  <a:lnTo>
                    <a:pt x="348" y="1159"/>
                  </a:lnTo>
                  <a:lnTo>
                    <a:pt x="387" y="1082"/>
                  </a:lnTo>
                  <a:lnTo>
                    <a:pt x="426" y="1005"/>
                  </a:lnTo>
                  <a:lnTo>
                    <a:pt x="387" y="966"/>
                  </a:lnTo>
                  <a:lnTo>
                    <a:pt x="348" y="850"/>
                  </a:lnTo>
                  <a:lnTo>
                    <a:pt x="348" y="773"/>
                  </a:lnTo>
                  <a:lnTo>
                    <a:pt x="387" y="580"/>
                  </a:lnTo>
                  <a:lnTo>
                    <a:pt x="503" y="464"/>
                  </a:lnTo>
                  <a:lnTo>
                    <a:pt x="580" y="425"/>
                  </a:lnTo>
                  <a:lnTo>
                    <a:pt x="696" y="387"/>
                  </a:lnTo>
                  <a:lnTo>
                    <a:pt x="773" y="425"/>
                  </a:lnTo>
                  <a:lnTo>
                    <a:pt x="850" y="464"/>
                  </a:lnTo>
                  <a:lnTo>
                    <a:pt x="966" y="580"/>
                  </a:lnTo>
                  <a:lnTo>
                    <a:pt x="1005" y="696"/>
                  </a:lnTo>
                  <a:lnTo>
                    <a:pt x="1005" y="773"/>
                  </a:lnTo>
                  <a:lnTo>
                    <a:pt x="966" y="966"/>
                  </a:lnTo>
                  <a:lnTo>
                    <a:pt x="928" y="1043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43" y="1159"/>
                  </a:lnTo>
                  <a:lnTo>
                    <a:pt x="1236" y="1159"/>
                  </a:lnTo>
                  <a:lnTo>
                    <a:pt x="1314" y="1082"/>
                  </a:lnTo>
                  <a:lnTo>
                    <a:pt x="1391" y="927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87"/>
                  </a:lnTo>
                  <a:lnTo>
                    <a:pt x="1159" y="232"/>
                  </a:lnTo>
                  <a:lnTo>
                    <a:pt x="1005" y="117"/>
                  </a:lnTo>
                  <a:lnTo>
                    <a:pt x="850" y="39"/>
                  </a:lnTo>
                  <a:lnTo>
                    <a:pt x="65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11"/>
            <p:cNvSpPr/>
            <p:nvPr/>
          </p:nvSpPr>
          <p:spPr>
            <a:xfrm>
              <a:off x="3375575" y="3037525"/>
              <a:ext cx="34775" cy="29950"/>
            </a:xfrm>
            <a:custGeom>
              <a:avLst/>
              <a:gdLst/>
              <a:ahLst/>
              <a:cxnLst/>
              <a:rect l="l" t="t" r="r" b="b"/>
              <a:pathLst>
                <a:path w="1391" h="1198" extrusionOk="0">
                  <a:moveTo>
                    <a:pt x="657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0"/>
                  </a:lnTo>
                  <a:lnTo>
                    <a:pt x="39" y="425"/>
                  </a:lnTo>
                  <a:lnTo>
                    <a:pt x="0" y="618"/>
                  </a:lnTo>
                  <a:lnTo>
                    <a:pt x="39" y="811"/>
                  </a:lnTo>
                  <a:lnTo>
                    <a:pt x="116" y="1004"/>
                  </a:lnTo>
                  <a:lnTo>
                    <a:pt x="232" y="1120"/>
                  </a:lnTo>
                  <a:lnTo>
                    <a:pt x="425" y="1197"/>
                  </a:lnTo>
                  <a:lnTo>
                    <a:pt x="502" y="1197"/>
                  </a:lnTo>
                  <a:lnTo>
                    <a:pt x="541" y="1159"/>
                  </a:lnTo>
                  <a:lnTo>
                    <a:pt x="541" y="1081"/>
                  </a:lnTo>
                  <a:lnTo>
                    <a:pt x="502" y="1004"/>
                  </a:lnTo>
                  <a:lnTo>
                    <a:pt x="425" y="927"/>
                  </a:lnTo>
                  <a:lnTo>
                    <a:pt x="386" y="850"/>
                  </a:lnTo>
                  <a:lnTo>
                    <a:pt x="386" y="734"/>
                  </a:lnTo>
                  <a:lnTo>
                    <a:pt x="386" y="618"/>
                  </a:lnTo>
                  <a:lnTo>
                    <a:pt x="425" y="541"/>
                  </a:lnTo>
                  <a:lnTo>
                    <a:pt x="464" y="464"/>
                  </a:lnTo>
                  <a:lnTo>
                    <a:pt x="580" y="425"/>
                  </a:lnTo>
                  <a:lnTo>
                    <a:pt x="695" y="386"/>
                  </a:lnTo>
                  <a:lnTo>
                    <a:pt x="811" y="425"/>
                  </a:lnTo>
                  <a:lnTo>
                    <a:pt x="888" y="464"/>
                  </a:lnTo>
                  <a:lnTo>
                    <a:pt x="927" y="579"/>
                  </a:lnTo>
                  <a:lnTo>
                    <a:pt x="966" y="657"/>
                  </a:lnTo>
                  <a:lnTo>
                    <a:pt x="1043" y="888"/>
                  </a:lnTo>
                  <a:lnTo>
                    <a:pt x="1082" y="966"/>
                  </a:lnTo>
                  <a:lnTo>
                    <a:pt x="1120" y="1081"/>
                  </a:lnTo>
                  <a:lnTo>
                    <a:pt x="1159" y="1120"/>
                  </a:lnTo>
                  <a:lnTo>
                    <a:pt x="1236" y="1120"/>
                  </a:lnTo>
                  <a:lnTo>
                    <a:pt x="1313" y="1043"/>
                  </a:lnTo>
                  <a:lnTo>
                    <a:pt x="1352" y="966"/>
                  </a:lnTo>
                  <a:lnTo>
                    <a:pt x="1390" y="850"/>
                  </a:lnTo>
                  <a:lnTo>
                    <a:pt x="1352" y="618"/>
                  </a:lnTo>
                  <a:lnTo>
                    <a:pt x="1313" y="425"/>
                  </a:lnTo>
                  <a:lnTo>
                    <a:pt x="1197" y="232"/>
                  </a:lnTo>
                  <a:lnTo>
                    <a:pt x="1043" y="116"/>
                  </a:lnTo>
                  <a:lnTo>
                    <a:pt x="850" y="3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11"/>
            <p:cNvSpPr/>
            <p:nvPr/>
          </p:nvSpPr>
          <p:spPr>
            <a:xfrm>
              <a:off x="333675" y="3041375"/>
              <a:ext cx="49275" cy="56025"/>
            </a:xfrm>
            <a:custGeom>
              <a:avLst/>
              <a:gdLst/>
              <a:ahLst/>
              <a:cxnLst/>
              <a:rect l="l" t="t" r="r" b="b"/>
              <a:pathLst>
                <a:path w="1971" h="2241" extrusionOk="0">
                  <a:moveTo>
                    <a:pt x="1237" y="425"/>
                  </a:moveTo>
                  <a:lnTo>
                    <a:pt x="1391" y="464"/>
                  </a:lnTo>
                  <a:lnTo>
                    <a:pt x="1507" y="580"/>
                  </a:lnTo>
                  <a:lnTo>
                    <a:pt x="1545" y="657"/>
                  </a:lnTo>
                  <a:lnTo>
                    <a:pt x="1545" y="734"/>
                  </a:lnTo>
                  <a:lnTo>
                    <a:pt x="1507" y="812"/>
                  </a:lnTo>
                  <a:lnTo>
                    <a:pt x="1468" y="889"/>
                  </a:lnTo>
                  <a:lnTo>
                    <a:pt x="1275" y="1082"/>
                  </a:lnTo>
                  <a:lnTo>
                    <a:pt x="1005" y="1314"/>
                  </a:lnTo>
                  <a:lnTo>
                    <a:pt x="773" y="1507"/>
                  </a:lnTo>
                  <a:lnTo>
                    <a:pt x="657" y="1661"/>
                  </a:lnTo>
                  <a:lnTo>
                    <a:pt x="619" y="1777"/>
                  </a:lnTo>
                  <a:lnTo>
                    <a:pt x="503" y="1661"/>
                  </a:lnTo>
                  <a:lnTo>
                    <a:pt x="464" y="1545"/>
                  </a:lnTo>
                  <a:lnTo>
                    <a:pt x="387" y="1391"/>
                  </a:lnTo>
                  <a:lnTo>
                    <a:pt x="387" y="1236"/>
                  </a:lnTo>
                  <a:lnTo>
                    <a:pt x="387" y="1082"/>
                  </a:lnTo>
                  <a:lnTo>
                    <a:pt x="426" y="966"/>
                  </a:lnTo>
                  <a:lnTo>
                    <a:pt x="464" y="812"/>
                  </a:lnTo>
                  <a:lnTo>
                    <a:pt x="580" y="696"/>
                  </a:lnTo>
                  <a:lnTo>
                    <a:pt x="696" y="580"/>
                  </a:lnTo>
                  <a:lnTo>
                    <a:pt x="850" y="464"/>
                  </a:lnTo>
                  <a:lnTo>
                    <a:pt x="1043" y="425"/>
                  </a:lnTo>
                  <a:close/>
                  <a:moveTo>
                    <a:pt x="1121" y="1"/>
                  </a:moveTo>
                  <a:lnTo>
                    <a:pt x="928" y="39"/>
                  </a:lnTo>
                  <a:lnTo>
                    <a:pt x="735" y="116"/>
                  </a:lnTo>
                  <a:lnTo>
                    <a:pt x="541" y="232"/>
                  </a:lnTo>
                  <a:lnTo>
                    <a:pt x="348" y="348"/>
                  </a:lnTo>
                  <a:lnTo>
                    <a:pt x="233" y="503"/>
                  </a:lnTo>
                  <a:lnTo>
                    <a:pt x="117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68"/>
                  </a:lnTo>
                  <a:lnTo>
                    <a:pt x="117" y="1622"/>
                  </a:lnTo>
                  <a:lnTo>
                    <a:pt x="233" y="1816"/>
                  </a:lnTo>
                  <a:lnTo>
                    <a:pt x="348" y="1931"/>
                  </a:lnTo>
                  <a:lnTo>
                    <a:pt x="503" y="2086"/>
                  </a:lnTo>
                  <a:lnTo>
                    <a:pt x="657" y="2163"/>
                  </a:lnTo>
                  <a:lnTo>
                    <a:pt x="735" y="2240"/>
                  </a:lnTo>
                  <a:lnTo>
                    <a:pt x="850" y="2240"/>
                  </a:lnTo>
                  <a:lnTo>
                    <a:pt x="928" y="2202"/>
                  </a:lnTo>
                  <a:lnTo>
                    <a:pt x="966" y="2086"/>
                  </a:lnTo>
                  <a:lnTo>
                    <a:pt x="1005" y="1931"/>
                  </a:lnTo>
                  <a:lnTo>
                    <a:pt x="1082" y="1777"/>
                  </a:lnTo>
                  <a:lnTo>
                    <a:pt x="1198" y="1661"/>
                  </a:lnTo>
                  <a:lnTo>
                    <a:pt x="1314" y="1507"/>
                  </a:lnTo>
                  <a:lnTo>
                    <a:pt x="1623" y="1314"/>
                  </a:lnTo>
                  <a:lnTo>
                    <a:pt x="1739" y="1198"/>
                  </a:lnTo>
                  <a:lnTo>
                    <a:pt x="1854" y="1043"/>
                  </a:lnTo>
                  <a:lnTo>
                    <a:pt x="1932" y="889"/>
                  </a:lnTo>
                  <a:lnTo>
                    <a:pt x="1970" y="696"/>
                  </a:lnTo>
                  <a:lnTo>
                    <a:pt x="1932" y="541"/>
                  </a:lnTo>
                  <a:lnTo>
                    <a:pt x="1893" y="387"/>
                  </a:lnTo>
                  <a:lnTo>
                    <a:pt x="1777" y="271"/>
                  </a:lnTo>
                  <a:lnTo>
                    <a:pt x="1661" y="155"/>
                  </a:lnTo>
                  <a:lnTo>
                    <a:pt x="1507" y="78"/>
                  </a:lnTo>
                  <a:lnTo>
                    <a:pt x="1352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11"/>
            <p:cNvSpPr/>
            <p:nvPr/>
          </p:nvSpPr>
          <p:spPr>
            <a:xfrm>
              <a:off x="312450" y="3078050"/>
              <a:ext cx="440225" cy="234625"/>
            </a:xfrm>
            <a:custGeom>
              <a:avLst/>
              <a:gdLst/>
              <a:ahLst/>
              <a:cxnLst/>
              <a:rect l="l" t="t" r="r" b="b"/>
              <a:pathLst>
                <a:path w="17609" h="9385" extrusionOk="0">
                  <a:moveTo>
                    <a:pt x="6256" y="1"/>
                  </a:moveTo>
                  <a:lnTo>
                    <a:pt x="5638" y="40"/>
                  </a:lnTo>
                  <a:lnTo>
                    <a:pt x="5059" y="155"/>
                  </a:lnTo>
                  <a:lnTo>
                    <a:pt x="4480" y="271"/>
                  </a:lnTo>
                  <a:lnTo>
                    <a:pt x="3939" y="503"/>
                  </a:lnTo>
                  <a:lnTo>
                    <a:pt x="3398" y="735"/>
                  </a:lnTo>
                  <a:lnTo>
                    <a:pt x="2896" y="1044"/>
                  </a:lnTo>
                  <a:lnTo>
                    <a:pt x="2433" y="1391"/>
                  </a:lnTo>
                  <a:lnTo>
                    <a:pt x="1970" y="1777"/>
                  </a:lnTo>
                  <a:lnTo>
                    <a:pt x="1584" y="2202"/>
                  </a:lnTo>
                  <a:lnTo>
                    <a:pt x="1197" y="2665"/>
                  </a:lnTo>
                  <a:lnTo>
                    <a:pt x="888" y="3206"/>
                  </a:lnTo>
                  <a:lnTo>
                    <a:pt x="618" y="3747"/>
                  </a:lnTo>
                  <a:lnTo>
                    <a:pt x="386" y="4287"/>
                  </a:lnTo>
                  <a:lnTo>
                    <a:pt x="193" y="4905"/>
                  </a:lnTo>
                  <a:lnTo>
                    <a:pt x="78" y="5484"/>
                  </a:lnTo>
                  <a:lnTo>
                    <a:pt x="0" y="6102"/>
                  </a:lnTo>
                  <a:lnTo>
                    <a:pt x="0" y="6681"/>
                  </a:lnTo>
                  <a:lnTo>
                    <a:pt x="39" y="7261"/>
                  </a:lnTo>
                  <a:lnTo>
                    <a:pt x="155" y="7801"/>
                  </a:lnTo>
                  <a:lnTo>
                    <a:pt x="309" y="8342"/>
                  </a:lnTo>
                  <a:lnTo>
                    <a:pt x="502" y="8882"/>
                  </a:lnTo>
                  <a:lnTo>
                    <a:pt x="734" y="9384"/>
                  </a:lnTo>
                  <a:lnTo>
                    <a:pt x="1043" y="9230"/>
                  </a:lnTo>
                  <a:lnTo>
                    <a:pt x="888" y="8844"/>
                  </a:lnTo>
                  <a:lnTo>
                    <a:pt x="734" y="8458"/>
                  </a:lnTo>
                  <a:lnTo>
                    <a:pt x="541" y="7801"/>
                  </a:lnTo>
                  <a:lnTo>
                    <a:pt x="425" y="7183"/>
                  </a:lnTo>
                  <a:lnTo>
                    <a:pt x="425" y="6527"/>
                  </a:lnTo>
                  <a:lnTo>
                    <a:pt x="425" y="5870"/>
                  </a:lnTo>
                  <a:lnTo>
                    <a:pt x="541" y="5253"/>
                  </a:lnTo>
                  <a:lnTo>
                    <a:pt x="695" y="4596"/>
                  </a:lnTo>
                  <a:lnTo>
                    <a:pt x="927" y="3978"/>
                  </a:lnTo>
                  <a:lnTo>
                    <a:pt x="1236" y="3399"/>
                  </a:lnTo>
                  <a:lnTo>
                    <a:pt x="1584" y="2858"/>
                  </a:lnTo>
                  <a:lnTo>
                    <a:pt x="2008" y="2318"/>
                  </a:lnTo>
                  <a:lnTo>
                    <a:pt x="2472" y="1854"/>
                  </a:lnTo>
                  <a:lnTo>
                    <a:pt x="2974" y="1468"/>
                  </a:lnTo>
                  <a:lnTo>
                    <a:pt x="3553" y="1121"/>
                  </a:lnTo>
                  <a:lnTo>
                    <a:pt x="4132" y="851"/>
                  </a:lnTo>
                  <a:lnTo>
                    <a:pt x="4750" y="657"/>
                  </a:lnTo>
                  <a:lnTo>
                    <a:pt x="5406" y="503"/>
                  </a:lnTo>
                  <a:lnTo>
                    <a:pt x="5793" y="464"/>
                  </a:lnTo>
                  <a:lnTo>
                    <a:pt x="6912" y="464"/>
                  </a:lnTo>
                  <a:lnTo>
                    <a:pt x="7607" y="580"/>
                  </a:lnTo>
                  <a:lnTo>
                    <a:pt x="8264" y="773"/>
                  </a:lnTo>
                  <a:lnTo>
                    <a:pt x="8920" y="1044"/>
                  </a:lnTo>
                  <a:lnTo>
                    <a:pt x="9538" y="1352"/>
                  </a:lnTo>
                  <a:lnTo>
                    <a:pt x="10195" y="1739"/>
                  </a:lnTo>
                  <a:lnTo>
                    <a:pt x="10813" y="2125"/>
                  </a:lnTo>
                  <a:lnTo>
                    <a:pt x="11315" y="2472"/>
                  </a:lnTo>
                  <a:lnTo>
                    <a:pt x="11894" y="2781"/>
                  </a:lnTo>
                  <a:lnTo>
                    <a:pt x="12434" y="3090"/>
                  </a:lnTo>
                  <a:lnTo>
                    <a:pt x="13052" y="3360"/>
                  </a:lnTo>
                  <a:lnTo>
                    <a:pt x="13631" y="3554"/>
                  </a:lnTo>
                  <a:lnTo>
                    <a:pt x="14249" y="3708"/>
                  </a:lnTo>
                  <a:lnTo>
                    <a:pt x="14867" y="3708"/>
                  </a:lnTo>
                  <a:lnTo>
                    <a:pt x="15215" y="3669"/>
                  </a:lnTo>
                  <a:lnTo>
                    <a:pt x="15524" y="3631"/>
                  </a:lnTo>
                  <a:lnTo>
                    <a:pt x="15987" y="3476"/>
                  </a:lnTo>
                  <a:lnTo>
                    <a:pt x="16412" y="3245"/>
                  </a:lnTo>
                  <a:lnTo>
                    <a:pt x="16798" y="2936"/>
                  </a:lnTo>
                  <a:lnTo>
                    <a:pt x="17107" y="2588"/>
                  </a:lnTo>
                  <a:lnTo>
                    <a:pt x="17377" y="2202"/>
                  </a:lnTo>
                  <a:lnTo>
                    <a:pt x="17454" y="1970"/>
                  </a:lnTo>
                  <a:lnTo>
                    <a:pt x="17531" y="1739"/>
                  </a:lnTo>
                  <a:lnTo>
                    <a:pt x="17609" y="1507"/>
                  </a:lnTo>
                  <a:lnTo>
                    <a:pt x="17609" y="1275"/>
                  </a:lnTo>
                  <a:lnTo>
                    <a:pt x="17609" y="1044"/>
                  </a:lnTo>
                  <a:lnTo>
                    <a:pt x="17570" y="773"/>
                  </a:lnTo>
                  <a:lnTo>
                    <a:pt x="17531" y="696"/>
                  </a:lnTo>
                  <a:lnTo>
                    <a:pt x="17493" y="657"/>
                  </a:lnTo>
                  <a:lnTo>
                    <a:pt x="17454" y="580"/>
                  </a:lnTo>
                  <a:lnTo>
                    <a:pt x="17416" y="542"/>
                  </a:lnTo>
                  <a:lnTo>
                    <a:pt x="17145" y="773"/>
                  </a:lnTo>
                  <a:lnTo>
                    <a:pt x="17145" y="851"/>
                  </a:lnTo>
                  <a:lnTo>
                    <a:pt x="17184" y="1198"/>
                  </a:lnTo>
                  <a:lnTo>
                    <a:pt x="17145" y="1584"/>
                  </a:lnTo>
                  <a:lnTo>
                    <a:pt x="17030" y="1893"/>
                  </a:lnTo>
                  <a:lnTo>
                    <a:pt x="16836" y="2241"/>
                  </a:lnTo>
                  <a:lnTo>
                    <a:pt x="16605" y="2511"/>
                  </a:lnTo>
                  <a:lnTo>
                    <a:pt x="16334" y="2743"/>
                  </a:lnTo>
                  <a:lnTo>
                    <a:pt x="16026" y="2936"/>
                  </a:lnTo>
                  <a:lnTo>
                    <a:pt x="15678" y="3090"/>
                  </a:lnTo>
                  <a:lnTo>
                    <a:pt x="15292" y="3206"/>
                  </a:lnTo>
                  <a:lnTo>
                    <a:pt x="14906" y="3245"/>
                  </a:lnTo>
                  <a:lnTo>
                    <a:pt x="14520" y="3245"/>
                  </a:lnTo>
                  <a:lnTo>
                    <a:pt x="14133" y="3206"/>
                  </a:lnTo>
                  <a:lnTo>
                    <a:pt x="13747" y="3129"/>
                  </a:lnTo>
                  <a:lnTo>
                    <a:pt x="13361" y="3013"/>
                  </a:lnTo>
                  <a:lnTo>
                    <a:pt x="12975" y="2858"/>
                  </a:lnTo>
                  <a:lnTo>
                    <a:pt x="12627" y="2704"/>
                  </a:lnTo>
                  <a:lnTo>
                    <a:pt x="12010" y="2356"/>
                  </a:lnTo>
                  <a:lnTo>
                    <a:pt x="11353" y="1970"/>
                  </a:lnTo>
                  <a:lnTo>
                    <a:pt x="10156" y="1198"/>
                  </a:lnTo>
                  <a:lnTo>
                    <a:pt x="9538" y="851"/>
                  </a:lnTo>
                  <a:lnTo>
                    <a:pt x="8882" y="542"/>
                  </a:lnTo>
                  <a:lnTo>
                    <a:pt x="8225" y="271"/>
                  </a:lnTo>
                  <a:lnTo>
                    <a:pt x="7878" y="155"/>
                  </a:lnTo>
                  <a:lnTo>
                    <a:pt x="7492" y="78"/>
                  </a:lnTo>
                  <a:lnTo>
                    <a:pt x="687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11"/>
            <p:cNvSpPr/>
            <p:nvPr/>
          </p:nvSpPr>
          <p:spPr>
            <a:xfrm>
              <a:off x="330800" y="3096400"/>
              <a:ext cx="446975" cy="310875"/>
            </a:xfrm>
            <a:custGeom>
              <a:avLst/>
              <a:gdLst/>
              <a:ahLst/>
              <a:cxnLst/>
              <a:rect l="l" t="t" r="r" b="b"/>
              <a:pathLst>
                <a:path w="17879" h="12435" extrusionOk="0">
                  <a:moveTo>
                    <a:pt x="17608" y="1"/>
                  </a:moveTo>
                  <a:lnTo>
                    <a:pt x="17415" y="117"/>
                  </a:lnTo>
                  <a:lnTo>
                    <a:pt x="17454" y="734"/>
                  </a:lnTo>
                  <a:lnTo>
                    <a:pt x="17454" y="1352"/>
                  </a:lnTo>
                  <a:lnTo>
                    <a:pt x="17415" y="1931"/>
                  </a:lnTo>
                  <a:lnTo>
                    <a:pt x="17338" y="2549"/>
                  </a:lnTo>
                  <a:lnTo>
                    <a:pt x="17261" y="3128"/>
                  </a:lnTo>
                  <a:lnTo>
                    <a:pt x="17106" y="3708"/>
                  </a:lnTo>
                  <a:lnTo>
                    <a:pt x="16952" y="4287"/>
                  </a:lnTo>
                  <a:lnTo>
                    <a:pt x="16720" y="4828"/>
                  </a:lnTo>
                  <a:lnTo>
                    <a:pt x="16489" y="5368"/>
                  </a:lnTo>
                  <a:lnTo>
                    <a:pt x="16257" y="5909"/>
                  </a:lnTo>
                  <a:lnTo>
                    <a:pt x="15948" y="6449"/>
                  </a:lnTo>
                  <a:lnTo>
                    <a:pt x="15600" y="6951"/>
                  </a:lnTo>
                  <a:lnTo>
                    <a:pt x="15253" y="7415"/>
                  </a:lnTo>
                  <a:lnTo>
                    <a:pt x="14867" y="7917"/>
                  </a:lnTo>
                  <a:lnTo>
                    <a:pt x="14481" y="8341"/>
                  </a:lnTo>
                  <a:lnTo>
                    <a:pt x="14017" y="8805"/>
                  </a:lnTo>
                  <a:lnTo>
                    <a:pt x="13515" y="9268"/>
                  </a:lnTo>
                  <a:lnTo>
                    <a:pt x="12975" y="9693"/>
                  </a:lnTo>
                  <a:lnTo>
                    <a:pt x="12395" y="10118"/>
                  </a:lnTo>
                  <a:lnTo>
                    <a:pt x="11778" y="10465"/>
                  </a:lnTo>
                  <a:lnTo>
                    <a:pt x="11160" y="10813"/>
                  </a:lnTo>
                  <a:lnTo>
                    <a:pt x="10503" y="11122"/>
                  </a:lnTo>
                  <a:lnTo>
                    <a:pt x="9847" y="11392"/>
                  </a:lnTo>
                  <a:lnTo>
                    <a:pt x="9190" y="11585"/>
                  </a:lnTo>
                  <a:lnTo>
                    <a:pt x="8495" y="11778"/>
                  </a:lnTo>
                  <a:lnTo>
                    <a:pt x="7839" y="11894"/>
                  </a:lnTo>
                  <a:lnTo>
                    <a:pt x="7144" y="11971"/>
                  </a:lnTo>
                  <a:lnTo>
                    <a:pt x="6449" y="11971"/>
                  </a:lnTo>
                  <a:lnTo>
                    <a:pt x="5754" y="11933"/>
                  </a:lnTo>
                  <a:lnTo>
                    <a:pt x="5059" y="11817"/>
                  </a:lnTo>
                  <a:lnTo>
                    <a:pt x="4364" y="11624"/>
                  </a:lnTo>
                  <a:lnTo>
                    <a:pt x="3668" y="11392"/>
                  </a:lnTo>
                  <a:lnTo>
                    <a:pt x="3166" y="11160"/>
                  </a:lnTo>
                  <a:lnTo>
                    <a:pt x="2664" y="10890"/>
                  </a:lnTo>
                  <a:lnTo>
                    <a:pt x="2201" y="10581"/>
                  </a:lnTo>
                  <a:lnTo>
                    <a:pt x="1738" y="10234"/>
                  </a:lnTo>
                  <a:lnTo>
                    <a:pt x="1352" y="9847"/>
                  </a:lnTo>
                  <a:lnTo>
                    <a:pt x="965" y="9423"/>
                  </a:lnTo>
                  <a:lnTo>
                    <a:pt x="618" y="8959"/>
                  </a:lnTo>
                  <a:lnTo>
                    <a:pt x="309" y="8496"/>
                  </a:lnTo>
                  <a:lnTo>
                    <a:pt x="0" y="8650"/>
                  </a:lnTo>
                  <a:lnTo>
                    <a:pt x="309" y="9191"/>
                  </a:lnTo>
                  <a:lnTo>
                    <a:pt x="695" y="9693"/>
                  </a:lnTo>
                  <a:lnTo>
                    <a:pt x="1081" y="10156"/>
                  </a:lnTo>
                  <a:lnTo>
                    <a:pt x="1545" y="10581"/>
                  </a:lnTo>
                  <a:lnTo>
                    <a:pt x="2047" y="10967"/>
                  </a:lnTo>
                  <a:lnTo>
                    <a:pt x="2549" y="11315"/>
                  </a:lnTo>
                  <a:lnTo>
                    <a:pt x="3128" y="11624"/>
                  </a:lnTo>
                  <a:lnTo>
                    <a:pt x="3746" y="11894"/>
                  </a:lnTo>
                  <a:lnTo>
                    <a:pt x="4402" y="12126"/>
                  </a:lnTo>
                  <a:lnTo>
                    <a:pt x="5097" y="12280"/>
                  </a:lnTo>
                  <a:lnTo>
                    <a:pt x="5754" y="12357"/>
                  </a:lnTo>
                  <a:lnTo>
                    <a:pt x="6449" y="12435"/>
                  </a:lnTo>
                  <a:lnTo>
                    <a:pt x="7144" y="12396"/>
                  </a:lnTo>
                  <a:lnTo>
                    <a:pt x="7800" y="12357"/>
                  </a:lnTo>
                  <a:lnTo>
                    <a:pt x="8495" y="12242"/>
                  </a:lnTo>
                  <a:lnTo>
                    <a:pt x="9152" y="12087"/>
                  </a:lnTo>
                  <a:lnTo>
                    <a:pt x="9808" y="11894"/>
                  </a:lnTo>
                  <a:lnTo>
                    <a:pt x="10465" y="11662"/>
                  </a:lnTo>
                  <a:lnTo>
                    <a:pt x="11121" y="11353"/>
                  </a:lnTo>
                  <a:lnTo>
                    <a:pt x="11739" y="11044"/>
                  </a:lnTo>
                  <a:lnTo>
                    <a:pt x="12318" y="10697"/>
                  </a:lnTo>
                  <a:lnTo>
                    <a:pt x="12897" y="10311"/>
                  </a:lnTo>
                  <a:lnTo>
                    <a:pt x="13477" y="9925"/>
                  </a:lnTo>
                  <a:lnTo>
                    <a:pt x="13979" y="9461"/>
                  </a:lnTo>
                  <a:lnTo>
                    <a:pt x="14481" y="9037"/>
                  </a:lnTo>
                  <a:lnTo>
                    <a:pt x="14944" y="8573"/>
                  </a:lnTo>
                  <a:lnTo>
                    <a:pt x="15369" y="8071"/>
                  </a:lnTo>
                  <a:lnTo>
                    <a:pt x="15794" y="7531"/>
                  </a:lnTo>
                  <a:lnTo>
                    <a:pt x="16180" y="6990"/>
                  </a:lnTo>
                  <a:lnTo>
                    <a:pt x="16566" y="6411"/>
                  </a:lnTo>
                  <a:lnTo>
                    <a:pt x="16875" y="5793"/>
                  </a:lnTo>
                  <a:lnTo>
                    <a:pt x="17184" y="5214"/>
                  </a:lnTo>
                  <a:lnTo>
                    <a:pt x="17415" y="4557"/>
                  </a:lnTo>
                  <a:lnTo>
                    <a:pt x="17608" y="3939"/>
                  </a:lnTo>
                  <a:lnTo>
                    <a:pt x="17763" y="3283"/>
                  </a:lnTo>
                  <a:lnTo>
                    <a:pt x="17840" y="2626"/>
                  </a:lnTo>
                  <a:lnTo>
                    <a:pt x="17879" y="1970"/>
                  </a:lnTo>
                  <a:lnTo>
                    <a:pt x="17840" y="1314"/>
                  </a:lnTo>
                  <a:lnTo>
                    <a:pt x="17763" y="657"/>
                  </a:lnTo>
                  <a:lnTo>
                    <a:pt x="1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11"/>
            <p:cNvSpPr/>
            <p:nvPr/>
          </p:nvSpPr>
          <p:spPr>
            <a:xfrm>
              <a:off x="4441350" y="3154325"/>
              <a:ext cx="84975" cy="94625"/>
            </a:xfrm>
            <a:custGeom>
              <a:avLst/>
              <a:gdLst/>
              <a:ahLst/>
              <a:cxnLst/>
              <a:rect l="l" t="t" r="r" b="b"/>
              <a:pathLst>
                <a:path w="3399" h="3785" extrusionOk="0">
                  <a:moveTo>
                    <a:pt x="77" y="1"/>
                  </a:moveTo>
                  <a:lnTo>
                    <a:pt x="0" y="78"/>
                  </a:lnTo>
                  <a:lnTo>
                    <a:pt x="0" y="116"/>
                  </a:lnTo>
                  <a:lnTo>
                    <a:pt x="348" y="889"/>
                  </a:lnTo>
                  <a:lnTo>
                    <a:pt x="811" y="1661"/>
                  </a:lnTo>
                  <a:lnTo>
                    <a:pt x="1274" y="2395"/>
                  </a:lnTo>
                  <a:lnTo>
                    <a:pt x="1738" y="3090"/>
                  </a:lnTo>
                  <a:lnTo>
                    <a:pt x="2008" y="3437"/>
                  </a:lnTo>
                  <a:lnTo>
                    <a:pt x="2201" y="3553"/>
                  </a:lnTo>
                  <a:lnTo>
                    <a:pt x="2394" y="3669"/>
                  </a:lnTo>
                  <a:lnTo>
                    <a:pt x="2587" y="3746"/>
                  </a:lnTo>
                  <a:lnTo>
                    <a:pt x="2780" y="3785"/>
                  </a:lnTo>
                  <a:lnTo>
                    <a:pt x="3012" y="3708"/>
                  </a:lnTo>
                  <a:lnTo>
                    <a:pt x="3205" y="3592"/>
                  </a:lnTo>
                  <a:lnTo>
                    <a:pt x="3321" y="3437"/>
                  </a:lnTo>
                  <a:lnTo>
                    <a:pt x="3398" y="3244"/>
                  </a:lnTo>
                  <a:lnTo>
                    <a:pt x="3398" y="3090"/>
                  </a:lnTo>
                  <a:lnTo>
                    <a:pt x="3398" y="2897"/>
                  </a:lnTo>
                  <a:lnTo>
                    <a:pt x="3360" y="2704"/>
                  </a:lnTo>
                  <a:lnTo>
                    <a:pt x="3282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89" y="2742"/>
                  </a:lnTo>
                  <a:lnTo>
                    <a:pt x="3128" y="2858"/>
                  </a:lnTo>
                  <a:lnTo>
                    <a:pt x="2896" y="3012"/>
                  </a:lnTo>
                  <a:lnTo>
                    <a:pt x="2665" y="3128"/>
                  </a:lnTo>
                  <a:lnTo>
                    <a:pt x="2510" y="3206"/>
                  </a:lnTo>
                  <a:lnTo>
                    <a:pt x="2317" y="3206"/>
                  </a:lnTo>
                  <a:lnTo>
                    <a:pt x="2201" y="3167"/>
                  </a:lnTo>
                  <a:lnTo>
                    <a:pt x="2047" y="3090"/>
                  </a:lnTo>
                  <a:lnTo>
                    <a:pt x="1931" y="2935"/>
                  </a:lnTo>
                  <a:lnTo>
                    <a:pt x="1854" y="2742"/>
                  </a:lnTo>
                  <a:lnTo>
                    <a:pt x="1699" y="2511"/>
                  </a:lnTo>
                  <a:lnTo>
                    <a:pt x="1081" y="1507"/>
                  </a:lnTo>
                  <a:lnTo>
                    <a:pt x="618" y="773"/>
                  </a:lnTo>
                  <a:lnTo>
                    <a:pt x="386" y="387"/>
                  </a:lnTo>
                  <a:lnTo>
                    <a:pt x="116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11"/>
            <p:cNvSpPr/>
            <p:nvPr/>
          </p:nvSpPr>
          <p:spPr>
            <a:xfrm>
              <a:off x="7199400" y="3174600"/>
              <a:ext cx="61825" cy="89800"/>
            </a:xfrm>
            <a:custGeom>
              <a:avLst/>
              <a:gdLst/>
              <a:ahLst/>
              <a:cxnLst/>
              <a:rect l="l" t="t" r="r" b="b"/>
              <a:pathLst>
                <a:path w="2473" h="3592" extrusionOk="0">
                  <a:moveTo>
                    <a:pt x="1082" y="0"/>
                  </a:moveTo>
                  <a:lnTo>
                    <a:pt x="1005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32" y="2163"/>
                  </a:lnTo>
                  <a:lnTo>
                    <a:pt x="1932" y="2433"/>
                  </a:lnTo>
                  <a:lnTo>
                    <a:pt x="1816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1" y="3128"/>
                  </a:lnTo>
                  <a:lnTo>
                    <a:pt x="1198" y="3128"/>
                  </a:lnTo>
                  <a:lnTo>
                    <a:pt x="1043" y="3090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588"/>
                  </a:lnTo>
                  <a:lnTo>
                    <a:pt x="928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1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13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24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10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21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3"/>
                  </a:lnTo>
                  <a:lnTo>
                    <a:pt x="1700" y="3514"/>
                  </a:lnTo>
                  <a:lnTo>
                    <a:pt x="1854" y="3399"/>
                  </a:lnTo>
                  <a:lnTo>
                    <a:pt x="2047" y="3244"/>
                  </a:lnTo>
                  <a:lnTo>
                    <a:pt x="2202" y="3051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0"/>
                  </a:lnTo>
                  <a:lnTo>
                    <a:pt x="2434" y="2008"/>
                  </a:lnTo>
                  <a:lnTo>
                    <a:pt x="2395" y="1815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11"/>
            <p:cNvSpPr/>
            <p:nvPr/>
          </p:nvSpPr>
          <p:spPr>
            <a:xfrm>
              <a:off x="6803600" y="3198725"/>
              <a:ext cx="310875" cy="124575"/>
            </a:xfrm>
            <a:custGeom>
              <a:avLst/>
              <a:gdLst/>
              <a:ahLst/>
              <a:cxnLst/>
              <a:rect l="l" t="t" r="r" b="b"/>
              <a:pathLst>
                <a:path w="12435" h="4983" extrusionOk="0">
                  <a:moveTo>
                    <a:pt x="232" y="1"/>
                  </a:moveTo>
                  <a:lnTo>
                    <a:pt x="1" y="233"/>
                  </a:lnTo>
                  <a:lnTo>
                    <a:pt x="503" y="966"/>
                  </a:lnTo>
                  <a:lnTo>
                    <a:pt x="1043" y="1623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4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4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3"/>
                  </a:lnTo>
                  <a:lnTo>
                    <a:pt x="11855" y="3862"/>
                  </a:lnTo>
                  <a:lnTo>
                    <a:pt x="12242" y="3592"/>
                  </a:lnTo>
                  <a:lnTo>
                    <a:pt x="12319" y="3553"/>
                  </a:lnTo>
                  <a:lnTo>
                    <a:pt x="12435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9"/>
                  </a:lnTo>
                  <a:lnTo>
                    <a:pt x="12010" y="3129"/>
                  </a:lnTo>
                  <a:lnTo>
                    <a:pt x="11933" y="3206"/>
                  </a:lnTo>
                  <a:lnTo>
                    <a:pt x="11585" y="3438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7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2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2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7"/>
                  </a:lnTo>
                  <a:lnTo>
                    <a:pt x="4596" y="3708"/>
                  </a:lnTo>
                  <a:lnTo>
                    <a:pt x="3901" y="3283"/>
                  </a:lnTo>
                  <a:lnTo>
                    <a:pt x="3206" y="2820"/>
                  </a:lnTo>
                  <a:lnTo>
                    <a:pt x="2588" y="2318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11"/>
            <p:cNvSpPr/>
            <p:nvPr/>
          </p:nvSpPr>
          <p:spPr>
            <a:xfrm>
              <a:off x="7111550" y="320550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77"/>
                  </a:lnTo>
                  <a:lnTo>
                    <a:pt x="3013" y="270"/>
                  </a:lnTo>
                  <a:lnTo>
                    <a:pt x="2781" y="502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5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1"/>
                  </a:lnTo>
                  <a:lnTo>
                    <a:pt x="966" y="2510"/>
                  </a:lnTo>
                  <a:lnTo>
                    <a:pt x="1198" y="2587"/>
                  </a:lnTo>
                  <a:lnTo>
                    <a:pt x="1430" y="2703"/>
                  </a:lnTo>
                  <a:lnTo>
                    <a:pt x="1623" y="2819"/>
                  </a:lnTo>
                  <a:lnTo>
                    <a:pt x="1816" y="2973"/>
                  </a:lnTo>
                  <a:lnTo>
                    <a:pt x="1970" y="3167"/>
                  </a:lnTo>
                  <a:lnTo>
                    <a:pt x="2047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093"/>
                  </a:lnTo>
                  <a:lnTo>
                    <a:pt x="2009" y="4325"/>
                  </a:lnTo>
                  <a:lnTo>
                    <a:pt x="1893" y="4518"/>
                  </a:lnTo>
                  <a:lnTo>
                    <a:pt x="1739" y="4711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5"/>
                  </a:lnTo>
                  <a:lnTo>
                    <a:pt x="657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32"/>
                  </a:lnTo>
                  <a:lnTo>
                    <a:pt x="966" y="4093"/>
                  </a:lnTo>
                  <a:lnTo>
                    <a:pt x="1121" y="4093"/>
                  </a:lnTo>
                  <a:lnTo>
                    <a:pt x="1237" y="4016"/>
                  </a:lnTo>
                  <a:lnTo>
                    <a:pt x="1314" y="3900"/>
                  </a:lnTo>
                  <a:lnTo>
                    <a:pt x="1314" y="3784"/>
                  </a:lnTo>
                  <a:lnTo>
                    <a:pt x="1275" y="3707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862"/>
                  </a:lnTo>
                  <a:lnTo>
                    <a:pt x="387" y="3977"/>
                  </a:lnTo>
                  <a:lnTo>
                    <a:pt x="310" y="4093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866"/>
                  </a:lnTo>
                  <a:lnTo>
                    <a:pt x="387" y="5097"/>
                  </a:lnTo>
                  <a:lnTo>
                    <a:pt x="541" y="5252"/>
                  </a:lnTo>
                  <a:lnTo>
                    <a:pt x="735" y="5368"/>
                  </a:lnTo>
                  <a:lnTo>
                    <a:pt x="966" y="5406"/>
                  </a:lnTo>
                  <a:lnTo>
                    <a:pt x="1198" y="5406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20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1"/>
                  </a:lnTo>
                  <a:lnTo>
                    <a:pt x="1739" y="2356"/>
                  </a:lnTo>
                  <a:lnTo>
                    <a:pt x="1507" y="2201"/>
                  </a:lnTo>
                  <a:lnTo>
                    <a:pt x="1275" y="2124"/>
                  </a:lnTo>
                  <a:lnTo>
                    <a:pt x="1623" y="1969"/>
                  </a:lnTo>
                  <a:lnTo>
                    <a:pt x="1932" y="1815"/>
                  </a:lnTo>
                  <a:lnTo>
                    <a:pt x="2241" y="1622"/>
                  </a:lnTo>
                  <a:lnTo>
                    <a:pt x="2549" y="1390"/>
                  </a:lnTo>
                  <a:lnTo>
                    <a:pt x="2820" y="1197"/>
                  </a:lnTo>
                  <a:lnTo>
                    <a:pt x="3090" y="965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77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11"/>
            <p:cNvSpPr/>
            <p:nvPr/>
          </p:nvSpPr>
          <p:spPr>
            <a:xfrm>
              <a:off x="1402350" y="3219000"/>
              <a:ext cx="106225" cy="103325"/>
            </a:xfrm>
            <a:custGeom>
              <a:avLst/>
              <a:gdLst/>
              <a:ahLst/>
              <a:cxnLst/>
              <a:rect l="l" t="t" r="r" b="b"/>
              <a:pathLst>
                <a:path w="4249" h="4133" extrusionOk="0">
                  <a:moveTo>
                    <a:pt x="2317" y="387"/>
                  </a:moveTo>
                  <a:lnTo>
                    <a:pt x="2588" y="425"/>
                  </a:lnTo>
                  <a:lnTo>
                    <a:pt x="2858" y="503"/>
                  </a:lnTo>
                  <a:lnTo>
                    <a:pt x="3128" y="619"/>
                  </a:lnTo>
                  <a:lnTo>
                    <a:pt x="3321" y="812"/>
                  </a:lnTo>
                  <a:lnTo>
                    <a:pt x="3553" y="1043"/>
                  </a:lnTo>
                  <a:lnTo>
                    <a:pt x="3708" y="1352"/>
                  </a:lnTo>
                  <a:lnTo>
                    <a:pt x="3823" y="1700"/>
                  </a:lnTo>
                  <a:lnTo>
                    <a:pt x="3862" y="2047"/>
                  </a:lnTo>
                  <a:lnTo>
                    <a:pt x="3785" y="2395"/>
                  </a:lnTo>
                  <a:lnTo>
                    <a:pt x="3708" y="2742"/>
                  </a:lnTo>
                  <a:lnTo>
                    <a:pt x="3514" y="3051"/>
                  </a:lnTo>
                  <a:lnTo>
                    <a:pt x="3283" y="3322"/>
                  </a:lnTo>
                  <a:lnTo>
                    <a:pt x="3012" y="3515"/>
                  </a:lnTo>
                  <a:lnTo>
                    <a:pt x="2704" y="3669"/>
                  </a:lnTo>
                  <a:lnTo>
                    <a:pt x="2395" y="3746"/>
                  </a:lnTo>
                  <a:lnTo>
                    <a:pt x="2047" y="3785"/>
                  </a:lnTo>
                  <a:lnTo>
                    <a:pt x="1738" y="3746"/>
                  </a:lnTo>
                  <a:lnTo>
                    <a:pt x="1391" y="3631"/>
                  </a:lnTo>
                  <a:lnTo>
                    <a:pt x="1120" y="3476"/>
                  </a:lnTo>
                  <a:lnTo>
                    <a:pt x="850" y="3283"/>
                  </a:lnTo>
                  <a:lnTo>
                    <a:pt x="618" y="3013"/>
                  </a:lnTo>
                  <a:lnTo>
                    <a:pt x="464" y="2665"/>
                  </a:lnTo>
                  <a:lnTo>
                    <a:pt x="348" y="2318"/>
                  </a:lnTo>
                  <a:lnTo>
                    <a:pt x="348" y="1931"/>
                  </a:lnTo>
                  <a:lnTo>
                    <a:pt x="387" y="1545"/>
                  </a:lnTo>
                  <a:lnTo>
                    <a:pt x="541" y="1236"/>
                  </a:lnTo>
                  <a:lnTo>
                    <a:pt x="618" y="1082"/>
                  </a:lnTo>
                  <a:lnTo>
                    <a:pt x="734" y="927"/>
                  </a:lnTo>
                  <a:lnTo>
                    <a:pt x="889" y="812"/>
                  </a:lnTo>
                  <a:lnTo>
                    <a:pt x="1043" y="696"/>
                  </a:lnTo>
                  <a:lnTo>
                    <a:pt x="1236" y="619"/>
                  </a:lnTo>
                  <a:lnTo>
                    <a:pt x="1429" y="541"/>
                  </a:lnTo>
                  <a:lnTo>
                    <a:pt x="1468" y="503"/>
                  </a:lnTo>
                  <a:lnTo>
                    <a:pt x="1777" y="425"/>
                  </a:lnTo>
                  <a:lnTo>
                    <a:pt x="2047" y="387"/>
                  </a:lnTo>
                  <a:close/>
                  <a:moveTo>
                    <a:pt x="1931" y="1"/>
                  </a:moveTo>
                  <a:lnTo>
                    <a:pt x="1738" y="39"/>
                  </a:lnTo>
                  <a:lnTo>
                    <a:pt x="1507" y="117"/>
                  </a:lnTo>
                  <a:lnTo>
                    <a:pt x="1313" y="232"/>
                  </a:lnTo>
                  <a:lnTo>
                    <a:pt x="1159" y="348"/>
                  </a:lnTo>
                  <a:lnTo>
                    <a:pt x="1120" y="387"/>
                  </a:lnTo>
                  <a:lnTo>
                    <a:pt x="966" y="387"/>
                  </a:lnTo>
                  <a:lnTo>
                    <a:pt x="773" y="464"/>
                  </a:lnTo>
                  <a:lnTo>
                    <a:pt x="657" y="541"/>
                  </a:lnTo>
                  <a:lnTo>
                    <a:pt x="503" y="657"/>
                  </a:lnTo>
                  <a:lnTo>
                    <a:pt x="387" y="773"/>
                  </a:lnTo>
                  <a:lnTo>
                    <a:pt x="309" y="927"/>
                  </a:lnTo>
                  <a:lnTo>
                    <a:pt x="155" y="1236"/>
                  </a:lnTo>
                  <a:lnTo>
                    <a:pt x="39" y="1623"/>
                  </a:lnTo>
                  <a:lnTo>
                    <a:pt x="1" y="2009"/>
                  </a:lnTo>
                  <a:lnTo>
                    <a:pt x="39" y="2356"/>
                  </a:lnTo>
                  <a:lnTo>
                    <a:pt x="78" y="2704"/>
                  </a:lnTo>
                  <a:lnTo>
                    <a:pt x="155" y="2897"/>
                  </a:lnTo>
                  <a:lnTo>
                    <a:pt x="271" y="3090"/>
                  </a:lnTo>
                  <a:lnTo>
                    <a:pt x="387" y="3283"/>
                  </a:lnTo>
                  <a:lnTo>
                    <a:pt x="541" y="3437"/>
                  </a:lnTo>
                  <a:lnTo>
                    <a:pt x="850" y="3746"/>
                  </a:lnTo>
                  <a:lnTo>
                    <a:pt x="1236" y="3939"/>
                  </a:lnTo>
                  <a:lnTo>
                    <a:pt x="1661" y="4094"/>
                  </a:lnTo>
                  <a:lnTo>
                    <a:pt x="2086" y="4133"/>
                  </a:lnTo>
                  <a:lnTo>
                    <a:pt x="2510" y="4094"/>
                  </a:lnTo>
                  <a:lnTo>
                    <a:pt x="2742" y="4055"/>
                  </a:lnTo>
                  <a:lnTo>
                    <a:pt x="2974" y="3978"/>
                  </a:lnTo>
                  <a:lnTo>
                    <a:pt x="3321" y="3746"/>
                  </a:lnTo>
                  <a:lnTo>
                    <a:pt x="3630" y="3476"/>
                  </a:lnTo>
                  <a:lnTo>
                    <a:pt x="3862" y="3167"/>
                  </a:lnTo>
                  <a:lnTo>
                    <a:pt x="4055" y="2781"/>
                  </a:lnTo>
                  <a:lnTo>
                    <a:pt x="4171" y="2395"/>
                  </a:lnTo>
                  <a:lnTo>
                    <a:pt x="4248" y="2009"/>
                  </a:lnTo>
                  <a:lnTo>
                    <a:pt x="4210" y="1584"/>
                  </a:lnTo>
                  <a:lnTo>
                    <a:pt x="4094" y="1198"/>
                  </a:lnTo>
                  <a:lnTo>
                    <a:pt x="3978" y="1005"/>
                  </a:lnTo>
                  <a:lnTo>
                    <a:pt x="3862" y="812"/>
                  </a:lnTo>
                  <a:lnTo>
                    <a:pt x="3708" y="657"/>
                  </a:lnTo>
                  <a:lnTo>
                    <a:pt x="3553" y="503"/>
                  </a:lnTo>
                  <a:lnTo>
                    <a:pt x="3206" y="232"/>
                  </a:lnTo>
                  <a:lnTo>
                    <a:pt x="2781" y="78"/>
                  </a:lnTo>
                  <a:lnTo>
                    <a:pt x="23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11"/>
            <p:cNvSpPr/>
            <p:nvPr/>
          </p:nvSpPr>
          <p:spPr>
            <a:xfrm>
              <a:off x="4924025" y="3220925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6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5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5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0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7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11"/>
            <p:cNvSpPr/>
            <p:nvPr/>
          </p:nvSpPr>
          <p:spPr>
            <a:xfrm>
              <a:off x="2672775" y="3239275"/>
              <a:ext cx="330175" cy="176700"/>
            </a:xfrm>
            <a:custGeom>
              <a:avLst/>
              <a:gdLst/>
              <a:ahLst/>
              <a:cxnLst/>
              <a:rect l="l" t="t" r="r" b="b"/>
              <a:pathLst>
                <a:path w="13207" h="7068" extrusionOk="0">
                  <a:moveTo>
                    <a:pt x="8110" y="310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80"/>
                  </a:lnTo>
                  <a:lnTo>
                    <a:pt x="8728" y="889"/>
                  </a:lnTo>
                  <a:lnTo>
                    <a:pt x="8766" y="1198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8"/>
                  </a:lnTo>
                  <a:lnTo>
                    <a:pt x="8033" y="2858"/>
                  </a:lnTo>
                  <a:lnTo>
                    <a:pt x="6836" y="4712"/>
                  </a:lnTo>
                  <a:lnTo>
                    <a:pt x="6681" y="4712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8"/>
                  </a:lnTo>
                  <a:lnTo>
                    <a:pt x="7453" y="889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10"/>
                  </a:lnTo>
                  <a:close/>
                  <a:moveTo>
                    <a:pt x="5909" y="5407"/>
                  </a:moveTo>
                  <a:lnTo>
                    <a:pt x="4673" y="5831"/>
                  </a:lnTo>
                  <a:lnTo>
                    <a:pt x="3437" y="6218"/>
                  </a:lnTo>
                  <a:lnTo>
                    <a:pt x="2781" y="6372"/>
                  </a:lnTo>
                  <a:lnTo>
                    <a:pt x="2125" y="6527"/>
                  </a:lnTo>
                  <a:lnTo>
                    <a:pt x="1700" y="6565"/>
                  </a:lnTo>
                  <a:lnTo>
                    <a:pt x="1314" y="6604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8"/>
                  </a:lnTo>
                  <a:lnTo>
                    <a:pt x="696" y="6063"/>
                  </a:lnTo>
                  <a:lnTo>
                    <a:pt x="696" y="5909"/>
                  </a:lnTo>
                  <a:lnTo>
                    <a:pt x="734" y="5793"/>
                  </a:lnTo>
                  <a:lnTo>
                    <a:pt x="812" y="5716"/>
                  </a:lnTo>
                  <a:lnTo>
                    <a:pt x="889" y="5677"/>
                  </a:lnTo>
                  <a:lnTo>
                    <a:pt x="1082" y="5600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7"/>
                  </a:lnTo>
                  <a:close/>
                  <a:moveTo>
                    <a:pt x="7067" y="5098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6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9"/>
                  </a:lnTo>
                  <a:lnTo>
                    <a:pt x="12589" y="6025"/>
                  </a:lnTo>
                  <a:lnTo>
                    <a:pt x="12628" y="6179"/>
                  </a:lnTo>
                  <a:lnTo>
                    <a:pt x="12589" y="6527"/>
                  </a:lnTo>
                  <a:lnTo>
                    <a:pt x="12435" y="6604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4"/>
                  </a:lnTo>
                  <a:lnTo>
                    <a:pt x="10929" y="6527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9"/>
                  </a:lnTo>
                  <a:lnTo>
                    <a:pt x="8226" y="5677"/>
                  </a:lnTo>
                  <a:lnTo>
                    <a:pt x="7067" y="5098"/>
                  </a:lnTo>
                  <a:close/>
                  <a:moveTo>
                    <a:pt x="8148" y="1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7"/>
                  </a:lnTo>
                  <a:lnTo>
                    <a:pt x="6681" y="2433"/>
                  </a:lnTo>
                  <a:lnTo>
                    <a:pt x="6527" y="3592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1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8"/>
                  </a:lnTo>
                  <a:lnTo>
                    <a:pt x="1391" y="5175"/>
                  </a:lnTo>
                  <a:lnTo>
                    <a:pt x="1005" y="5214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600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5"/>
                  </a:lnTo>
                  <a:lnTo>
                    <a:pt x="117" y="6449"/>
                  </a:lnTo>
                  <a:lnTo>
                    <a:pt x="232" y="6604"/>
                  </a:lnTo>
                  <a:lnTo>
                    <a:pt x="348" y="6681"/>
                  </a:lnTo>
                  <a:lnTo>
                    <a:pt x="464" y="6797"/>
                  </a:lnTo>
                  <a:lnTo>
                    <a:pt x="773" y="6913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3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6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9"/>
                  </a:lnTo>
                  <a:lnTo>
                    <a:pt x="6758" y="6102"/>
                  </a:lnTo>
                  <a:lnTo>
                    <a:pt x="6836" y="6295"/>
                  </a:lnTo>
                  <a:lnTo>
                    <a:pt x="7106" y="6256"/>
                  </a:lnTo>
                  <a:lnTo>
                    <a:pt x="7106" y="6218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7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7"/>
                  </a:lnTo>
                  <a:lnTo>
                    <a:pt x="11045" y="6951"/>
                  </a:lnTo>
                  <a:lnTo>
                    <a:pt x="11469" y="7029"/>
                  </a:lnTo>
                  <a:lnTo>
                    <a:pt x="11933" y="7067"/>
                  </a:lnTo>
                  <a:lnTo>
                    <a:pt x="12396" y="7029"/>
                  </a:lnTo>
                  <a:lnTo>
                    <a:pt x="12589" y="6990"/>
                  </a:lnTo>
                  <a:lnTo>
                    <a:pt x="12782" y="6913"/>
                  </a:lnTo>
                  <a:lnTo>
                    <a:pt x="12937" y="6797"/>
                  </a:lnTo>
                  <a:lnTo>
                    <a:pt x="13053" y="6681"/>
                  </a:lnTo>
                  <a:lnTo>
                    <a:pt x="13130" y="6527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5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7"/>
                  </a:lnTo>
                  <a:lnTo>
                    <a:pt x="12242" y="5291"/>
                  </a:lnTo>
                  <a:lnTo>
                    <a:pt x="11894" y="5214"/>
                  </a:lnTo>
                  <a:lnTo>
                    <a:pt x="11315" y="5098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2"/>
                  </a:lnTo>
                  <a:lnTo>
                    <a:pt x="8071" y="3515"/>
                  </a:lnTo>
                  <a:lnTo>
                    <a:pt x="8496" y="2858"/>
                  </a:lnTo>
                  <a:lnTo>
                    <a:pt x="8843" y="2202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7"/>
                  </a:lnTo>
                  <a:lnTo>
                    <a:pt x="9075" y="1275"/>
                  </a:lnTo>
                  <a:lnTo>
                    <a:pt x="9037" y="1005"/>
                  </a:lnTo>
                  <a:lnTo>
                    <a:pt x="8959" y="812"/>
                  </a:lnTo>
                  <a:lnTo>
                    <a:pt x="8882" y="580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11"/>
            <p:cNvSpPr/>
            <p:nvPr/>
          </p:nvSpPr>
          <p:spPr>
            <a:xfrm>
              <a:off x="410925" y="3256650"/>
              <a:ext cx="35725" cy="33825"/>
            </a:xfrm>
            <a:custGeom>
              <a:avLst/>
              <a:gdLst/>
              <a:ahLst/>
              <a:cxnLst/>
              <a:rect l="l" t="t" r="r" b="b"/>
              <a:pathLst>
                <a:path w="1429" h="1353" extrusionOk="0">
                  <a:moveTo>
                    <a:pt x="579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71"/>
                  </a:lnTo>
                  <a:lnTo>
                    <a:pt x="39" y="425"/>
                  </a:lnTo>
                  <a:lnTo>
                    <a:pt x="0" y="619"/>
                  </a:lnTo>
                  <a:lnTo>
                    <a:pt x="0" y="812"/>
                  </a:lnTo>
                  <a:lnTo>
                    <a:pt x="77" y="966"/>
                  </a:lnTo>
                  <a:lnTo>
                    <a:pt x="155" y="1121"/>
                  </a:lnTo>
                  <a:lnTo>
                    <a:pt x="309" y="1275"/>
                  </a:lnTo>
                  <a:lnTo>
                    <a:pt x="463" y="1352"/>
                  </a:lnTo>
                  <a:lnTo>
                    <a:pt x="618" y="1352"/>
                  </a:lnTo>
                  <a:lnTo>
                    <a:pt x="695" y="1236"/>
                  </a:lnTo>
                  <a:lnTo>
                    <a:pt x="695" y="1121"/>
                  </a:lnTo>
                  <a:lnTo>
                    <a:pt x="657" y="1082"/>
                  </a:lnTo>
                  <a:lnTo>
                    <a:pt x="579" y="1043"/>
                  </a:lnTo>
                  <a:lnTo>
                    <a:pt x="502" y="1005"/>
                  </a:lnTo>
                  <a:lnTo>
                    <a:pt x="463" y="927"/>
                  </a:lnTo>
                  <a:lnTo>
                    <a:pt x="386" y="773"/>
                  </a:lnTo>
                  <a:lnTo>
                    <a:pt x="386" y="580"/>
                  </a:lnTo>
                  <a:lnTo>
                    <a:pt x="425" y="503"/>
                  </a:lnTo>
                  <a:lnTo>
                    <a:pt x="502" y="425"/>
                  </a:lnTo>
                  <a:lnTo>
                    <a:pt x="579" y="387"/>
                  </a:lnTo>
                  <a:lnTo>
                    <a:pt x="657" y="387"/>
                  </a:lnTo>
                  <a:lnTo>
                    <a:pt x="850" y="425"/>
                  </a:lnTo>
                  <a:lnTo>
                    <a:pt x="927" y="464"/>
                  </a:lnTo>
                  <a:lnTo>
                    <a:pt x="965" y="541"/>
                  </a:lnTo>
                  <a:lnTo>
                    <a:pt x="1043" y="696"/>
                  </a:lnTo>
                  <a:lnTo>
                    <a:pt x="1081" y="773"/>
                  </a:lnTo>
                  <a:lnTo>
                    <a:pt x="1120" y="812"/>
                  </a:lnTo>
                  <a:lnTo>
                    <a:pt x="1274" y="812"/>
                  </a:lnTo>
                  <a:lnTo>
                    <a:pt x="1352" y="734"/>
                  </a:lnTo>
                  <a:lnTo>
                    <a:pt x="1390" y="696"/>
                  </a:lnTo>
                  <a:lnTo>
                    <a:pt x="1429" y="619"/>
                  </a:lnTo>
                  <a:lnTo>
                    <a:pt x="1390" y="425"/>
                  </a:lnTo>
                  <a:lnTo>
                    <a:pt x="1274" y="271"/>
                  </a:lnTo>
                  <a:lnTo>
                    <a:pt x="1159" y="117"/>
                  </a:lnTo>
                  <a:lnTo>
                    <a:pt x="965" y="39"/>
                  </a:lnTo>
                  <a:lnTo>
                    <a:pt x="77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11"/>
            <p:cNvSpPr/>
            <p:nvPr/>
          </p:nvSpPr>
          <p:spPr>
            <a:xfrm>
              <a:off x="5445325" y="3267275"/>
              <a:ext cx="624625" cy="344650"/>
            </a:xfrm>
            <a:custGeom>
              <a:avLst/>
              <a:gdLst/>
              <a:ahLst/>
              <a:cxnLst/>
              <a:rect l="l" t="t" r="r" b="b"/>
              <a:pathLst>
                <a:path w="24985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03" y="2008"/>
                  </a:lnTo>
                  <a:lnTo>
                    <a:pt x="23787" y="2124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170" y="2086"/>
                  </a:lnTo>
                  <a:lnTo>
                    <a:pt x="23054" y="1970"/>
                  </a:lnTo>
                  <a:lnTo>
                    <a:pt x="22976" y="1815"/>
                  </a:lnTo>
                  <a:lnTo>
                    <a:pt x="22938" y="1622"/>
                  </a:lnTo>
                  <a:lnTo>
                    <a:pt x="22976" y="1429"/>
                  </a:lnTo>
                  <a:lnTo>
                    <a:pt x="23015" y="1236"/>
                  </a:lnTo>
                  <a:lnTo>
                    <a:pt x="23131" y="1082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42"/>
                  </a:lnTo>
                  <a:lnTo>
                    <a:pt x="24289" y="3090"/>
                  </a:lnTo>
                  <a:lnTo>
                    <a:pt x="24367" y="3437"/>
                  </a:lnTo>
                  <a:lnTo>
                    <a:pt x="24405" y="3785"/>
                  </a:lnTo>
                  <a:lnTo>
                    <a:pt x="24173" y="3707"/>
                  </a:lnTo>
                  <a:lnTo>
                    <a:pt x="23942" y="3592"/>
                  </a:lnTo>
                  <a:lnTo>
                    <a:pt x="23826" y="3514"/>
                  </a:lnTo>
                  <a:lnTo>
                    <a:pt x="23787" y="3399"/>
                  </a:lnTo>
                  <a:lnTo>
                    <a:pt x="23710" y="3283"/>
                  </a:lnTo>
                  <a:lnTo>
                    <a:pt x="23672" y="3128"/>
                  </a:lnTo>
                  <a:lnTo>
                    <a:pt x="23710" y="2897"/>
                  </a:lnTo>
                  <a:lnTo>
                    <a:pt x="23787" y="2704"/>
                  </a:lnTo>
                  <a:lnTo>
                    <a:pt x="23903" y="2549"/>
                  </a:lnTo>
                  <a:lnTo>
                    <a:pt x="24096" y="2433"/>
                  </a:lnTo>
                  <a:close/>
                  <a:moveTo>
                    <a:pt x="16142" y="4943"/>
                  </a:moveTo>
                  <a:lnTo>
                    <a:pt x="16257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28" y="5252"/>
                  </a:lnTo>
                  <a:lnTo>
                    <a:pt x="16566" y="5407"/>
                  </a:lnTo>
                  <a:lnTo>
                    <a:pt x="16296" y="5407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40" y="5368"/>
                  </a:lnTo>
                  <a:lnTo>
                    <a:pt x="15678" y="5252"/>
                  </a:lnTo>
                  <a:lnTo>
                    <a:pt x="15755" y="5136"/>
                  </a:lnTo>
                  <a:lnTo>
                    <a:pt x="15833" y="5059"/>
                  </a:lnTo>
                  <a:lnTo>
                    <a:pt x="15949" y="5020"/>
                  </a:lnTo>
                  <a:lnTo>
                    <a:pt x="16026" y="4982"/>
                  </a:lnTo>
                  <a:lnTo>
                    <a:pt x="16142" y="4943"/>
                  </a:lnTo>
                  <a:close/>
                  <a:moveTo>
                    <a:pt x="24444" y="4248"/>
                  </a:moveTo>
                  <a:lnTo>
                    <a:pt x="24405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07"/>
                  </a:lnTo>
                  <a:lnTo>
                    <a:pt x="23903" y="5252"/>
                  </a:lnTo>
                  <a:lnTo>
                    <a:pt x="23787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865" y="4596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763" y="4866"/>
                  </a:lnTo>
                  <a:lnTo>
                    <a:pt x="17879" y="4905"/>
                  </a:lnTo>
                  <a:lnTo>
                    <a:pt x="17957" y="4982"/>
                  </a:lnTo>
                  <a:lnTo>
                    <a:pt x="18072" y="5175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484"/>
                  </a:lnTo>
                  <a:lnTo>
                    <a:pt x="17030" y="5407"/>
                  </a:lnTo>
                  <a:lnTo>
                    <a:pt x="17030" y="5291"/>
                  </a:lnTo>
                  <a:lnTo>
                    <a:pt x="17107" y="5136"/>
                  </a:lnTo>
                  <a:lnTo>
                    <a:pt x="17184" y="5059"/>
                  </a:lnTo>
                  <a:lnTo>
                    <a:pt x="17261" y="4943"/>
                  </a:lnTo>
                  <a:lnTo>
                    <a:pt x="17377" y="4866"/>
                  </a:lnTo>
                  <a:lnTo>
                    <a:pt x="17493" y="4827"/>
                  </a:lnTo>
                  <a:close/>
                  <a:moveTo>
                    <a:pt x="14558" y="5291"/>
                  </a:moveTo>
                  <a:lnTo>
                    <a:pt x="14674" y="5329"/>
                  </a:lnTo>
                  <a:lnTo>
                    <a:pt x="14790" y="5368"/>
                  </a:lnTo>
                  <a:lnTo>
                    <a:pt x="14906" y="5445"/>
                  </a:lnTo>
                  <a:lnTo>
                    <a:pt x="14983" y="5522"/>
                  </a:lnTo>
                  <a:lnTo>
                    <a:pt x="15060" y="5677"/>
                  </a:lnTo>
                  <a:lnTo>
                    <a:pt x="14520" y="5870"/>
                  </a:lnTo>
                  <a:lnTo>
                    <a:pt x="14056" y="6102"/>
                  </a:lnTo>
                  <a:lnTo>
                    <a:pt x="14018" y="6024"/>
                  </a:lnTo>
                  <a:lnTo>
                    <a:pt x="14018" y="5793"/>
                  </a:lnTo>
                  <a:lnTo>
                    <a:pt x="14095" y="5600"/>
                  </a:lnTo>
                  <a:lnTo>
                    <a:pt x="14249" y="5445"/>
                  </a:lnTo>
                  <a:lnTo>
                    <a:pt x="14327" y="5368"/>
                  </a:lnTo>
                  <a:lnTo>
                    <a:pt x="14443" y="5329"/>
                  </a:lnTo>
                  <a:lnTo>
                    <a:pt x="14558" y="5291"/>
                  </a:lnTo>
                  <a:close/>
                  <a:moveTo>
                    <a:pt x="19076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47" y="5793"/>
                  </a:lnTo>
                  <a:lnTo>
                    <a:pt x="19385" y="5986"/>
                  </a:lnTo>
                  <a:lnTo>
                    <a:pt x="19347" y="6140"/>
                  </a:lnTo>
                  <a:lnTo>
                    <a:pt x="18574" y="5831"/>
                  </a:lnTo>
                  <a:lnTo>
                    <a:pt x="18613" y="5715"/>
                  </a:lnTo>
                  <a:lnTo>
                    <a:pt x="18652" y="5638"/>
                  </a:lnTo>
                  <a:lnTo>
                    <a:pt x="18806" y="5522"/>
                  </a:lnTo>
                  <a:lnTo>
                    <a:pt x="18999" y="5484"/>
                  </a:lnTo>
                  <a:close/>
                  <a:moveTo>
                    <a:pt x="20312" y="6063"/>
                  </a:moveTo>
                  <a:lnTo>
                    <a:pt x="20428" y="6102"/>
                  </a:lnTo>
                  <a:lnTo>
                    <a:pt x="20544" y="6179"/>
                  </a:lnTo>
                  <a:lnTo>
                    <a:pt x="20660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53" y="6913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10" y="6256"/>
                  </a:lnTo>
                  <a:lnTo>
                    <a:pt x="19887" y="6179"/>
                  </a:lnTo>
                  <a:lnTo>
                    <a:pt x="19964" y="6102"/>
                  </a:lnTo>
                  <a:lnTo>
                    <a:pt x="20080" y="6063"/>
                  </a:lnTo>
                  <a:close/>
                  <a:moveTo>
                    <a:pt x="23710" y="5870"/>
                  </a:moveTo>
                  <a:lnTo>
                    <a:pt x="23942" y="5986"/>
                  </a:lnTo>
                  <a:lnTo>
                    <a:pt x="24058" y="5986"/>
                  </a:lnTo>
                  <a:lnTo>
                    <a:pt x="23903" y="6295"/>
                  </a:lnTo>
                  <a:lnTo>
                    <a:pt x="23710" y="6565"/>
                  </a:lnTo>
                  <a:lnTo>
                    <a:pt x="23478" y="6797"/>
                  </a:lnTo>
                  <a:lnTo>
                    <a:pt x="23247" y="6990"/>
                  </a:lnTo>
                  <a:lnTo>
                    <a:pt x="23208" y="6913"/>
                  </a:lnTo>
                  <a:lnTo>
                    <a:pt x="23054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092" y="6063"/>
                  </a:lnTo>
                  <a:lnTo>
                    <a:pt x="23170" y="5986"/>
                  </a:lnTo>
                  <a:lnTo>
                    <a:pt x="23285" y="5947"/>
                  </a:lnTo>
                  <a:lnTo>
                    <a:pt x="23478" y="5870"/>
                  </a:lnTo>
                  <a:close/>
                  <a:moveTo>
                    <a:pt x="13207" y="6102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670" y="6333"/>
                  </a:lnTo>
                  <a:lnTo>
                    <a:pt x="13130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3"/>
                  </a:lnTo>
                  <a:lnTo>
                    <a:pt x="12628" y="6797"/>
                  </a:lnTo>
                  <a:lnTo>
                    <a:pt x="12628" y="6642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179"/>
                  </a:lnTo>
                  <a:lnTo>
                    <a:pt x="12975" y="6140"/>
                  </a:lnTo>
                  <a:lnTo>
                    <a:pt x="13091" y="6102"/>
                  </a:lnTo>
                  <a:close/>
                  <a:moveTo>
                    <a:pt x="22166" y="6565"/>
                  </a:moveTo>
                  <a:lnTo>
                    <a:pt x="22281" y="6604"/>
                  </a:lnTo>
                  <a:lnTo>
                    <a:pt x="22436" y="6681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1" y="7067"/>
                  </a:lnTo>
                  <a:lnTo>
                    <a:pt x="22899" y="7067"/>
                  </a:lnTo>
                  <a:lnTo>
                    <a:pt x="22976" y="7106"/>
                  </a:lnTo>
                  <a:lnTo>
                    <a:pt x="22938" y="7106"/>
                  </a:lnTo>
                  <a:lnTo>
                    <a:pt x="22552" y="7221"/>
                  </a:lnTo>
                  <a:lnTo>
                    <a:pt x="22166" y="7221"/>
                  </a:lnTo>
                  <a:lnTo>
                    <a:pt x="21779" y="7183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19"/>
                  </a:lnTo>
                  <a:lnTo>
                    <a:pt x="21779" y="6604"/>
                  </a:lnTo>
                  <a:lnTo>
                    <a:pt x="22011" y="6565"/>
                  </a:lnTo>
                  <a:close/>
                  <a:moveTo>
                    <a:pt x="12280" y="7376"/>
                  </a:moveTo>
                  <a:lnTo>
                    <a:pt x="12473" y="7415"/>
                  </a:lnTo>
                  <a:lnTo>
                    <a:pt x="12087" y="7955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24" y="8071"/>
                  </a:lnTo>
                  <a:lnTo>
                    <a:pt x="11624" y="7955"/>
                  </a:lnTo>
                  <a:lnTo>
                    <a:pt x="11662" y="7839"/>
                  </a:lnTo>
                  <a:lnTo>
                    <a:pt x="11701" y="7723"/>
                  </a:lnTo>
                  <a:lnTo>
                    <a:pt x="11778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26" y="7415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56" y="9422"/>
                  </a:lnTo>
                  <a:lnTo>
                    <a:pt x="2433" y="9461"/>
                  </a:lnTo>
                  <a:lnTo>
                    <a:pt x="2511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588" y="10002"/>
                  </a:lnTo>
                  <a:lnTo>
                    <a:pt x="2124" y="9886"/>
                  </a:lnTo>
                  <a:lnTo>
                    <a:pt x="1622" y="9886"/>
                  </a:lnTo>
                  <a:lnTo>
                    <a:pt x="1661" y="9731"/>
                  </a:lnTo>
                  <a:lnTo>
                    <a:pt x="1738" y="9616"/>
                  </a:lnTo>
                  <a:lnTo>
                    <a:pt x="1815" y="9538"/>
                  </a:lnTo>
                  <a:lnTo>
                    <a:pt x="1893" y="9461"/>
                  </a:lnTo>
                  <a:lnTo>
                    <a:pt x="2009" y="9384"/>
                  </a:lnTo>
                  <a:lnTo>
                    <a:pt x="2124" y="9345"/>
                  </a:lnTo>
                  <a:close/>
                  <a:moveTo>
                    <a:pt x="11624" y="8998"/>
                  </a:moveTo>
                  <a:lnTo>
                    <a:pt x="11469" y="9500"/>
                  </a:lnTo>
                  <a:lnTo>
                    <a:pt x="11315" y="10002"/>
                  </a:lnTo>
                  <a:lnTo>
                    <a:pt x="11238" y="10272"/>
                  </a:lnTo>
                  <a:lnTo>
                    <a:pt x="11044" y="10079"/>
                  </a:lnTo>
                  <a:lnTo>
                    <a:pt x="10967" y="9809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29" y="9422"/>
                  </a:lnTo>
                  <a:lnTo>
                    <a:pt x="11006" y="9307"/>
                  </a:lnTo>
                  <a:lnTo>
                    <a:pt x="11122" y="9152"/>
                  </a:lnTo>
                  <a:lnTo>
                    <a:pt x="11276" y="9036"/>
                  </a:lnTo>
                  <a:lnTo>
                    <a:pt x="11469" y="8998"/>
                  </a:lnTo>
                  <a:close/>
                  <a:moveTo>
                    <a:pt x="3746" y="9731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2" y="10118"/>
                  </a:lnTo>
                  <a:lnTo>
                    <a:pt x="4171" y="10233"/>
                  </a:lnTo>
                  <a:lnTo>
                    <a:pt x="4132" y="10388"/>
                  </a:lnTo>
                  <a:lnTo>
                    <a:pt x="4094" y="10504"/>
                  </a:lnTo>
                  <a:lnTo>
                    <a:pt x="4017" y="10620"/>
                  </a:lnTo>
                  <a:lnTo>
                    <a:pt x="3862" y="10542"/>
                  </a:lnTo>
                  <a:lnTo>
                    <a:pt x="3476" y="10311"/>
                  </a:lnTo>
                  <a:lnTo>
                    <a:pt x="3051" y="10156"/>
                  </a:lnTo>
                  <a:lnTo>
                    <a:pt x="3128" y="10002"/>
                  </a:lnTo>
                  <a:lnTo>
                    <a:pt x="3244" y="9924"/>
                  </a:lnTo>
                  <a:lnTo>
                    <a:pt x="3360" y="9809"/>
                  </a:lnTo>
                  <a:lnTo>
                    <a:pt x="3476" y="9770"/>
                  </a:lnTo>
                  <a:lnTo>
                    <a:pt x="3630" y="9731"/>
                  </a:lnTo>
                  <a:close/>
                  <a:moveTo>
                    <a:pt x="4827" y="10620"/>
                  </a:moveTo>
                  <a:lnTo>
                    <a:pt x="4905" y="10658"/>
                  </a:lnTo>
                  <a:lnTo>
                    <a:pt x="4982" y="10697"/>
                  </a:lnTo>
                  <a:lnTo>
                    <a:pt x="5059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59" y="11430"/>
                  </a:lnTo>
                  <a:lnTo>
                    <a:pt x="4403" y="10890"/>
                  </a:lnTo>
                  <a:lnTo>
                    <a:pt x="4441" y="10813"/>
                  </a:lnTo>
                  <a:lnTo>
                    <a:pt x="4480" y="10735"/>
                  </a:lnTo>
                  <a:lnTo>
                    <a:pt x="4634" y="10658"/>
                  </a:lnTo>
                  <a:lnTo>
                    <a:pt x="4827" y="10620"/>
                  </a:lnTo>
                  <a:close/>
                  <a:moveTo>
                    <a:pt x="11160" y="10620"/>
                  </a:moveTo>
                  <a:lnTo>
                    <a:pt x="10929" y="11199"/>
                  </a:lnTo>
                  <a:lnTo>
                    <a:pt x="10697" y="11739"/>
                  </a:lnTo>
                  <a:lnTo>
                    <a:pt x="10658" y="11701"/>
                  </a:lnTo>
                  <a:lnTo>
                    <a:pt x="10465" y="11508"/>
                  </a:lnTo>
                  <a:lnTo>
                    <a:pt x="10388" y="11315"/>
                  </a:lnTo>
                  <a:lnTo>
                    <a:pt x="10388" y="11122"/>
                  </a:lnTo>
                  <a:lnTo>
                    <a:pt x="10427" y="10967"/>
                  </a:lnTo>
                  <a:lnTo>
                    <a:pt x="10542" y="10774"/>
                  </a:lnTo>
                  <a:lnTo>
                    <a:pt x="10697" y="10658"/>
                  </a:lnTo>
                  <a:lnTo>
                    <a:pt x="10929" y="10620"/>
                  </a:lnTo>
                  <a:close/>
                  <a:moveTo>
                    <a:pt x="5947" y="11469"/>
                  </a:moveTo>
                  <a:lnTo>
                    <a:pt x="6063" y="11508"/>
                  </a:lnTo>
                  <a:lnTo>
                    <a:pt x="6140" y="11546"/>
                  </a:lnTo>
                  <a:lnTo>
                    <a:pt x="6218" y="11662"/>
                  </a:lnTo>
                  <a:lnTo>
                    <a:pt x="6295" y="11739"/>
                  </a:lnTo>
                  <a:lnTo>
                    <a:pt x="6372" y="11971"/>
                  </a:lnTo>
                  <a:lnTo>
                    <a:pt x="6411" y="12203"/>
                  </a:lnTo>
                  <a:lnTo>
                    <a:pt x="6372" y="12473"/>
                  </a:lnTo>
                  <a:lnTo>
                    <a:pt x="5870" y="12087"/>
                  </a:lnTo>
                  <a:lnTo>
                    <a:pt x="5407" y="11701"/>
                  </a:lnTo>
                  <a:lnTo>
                    <a:pt x="5445" y="11585"/>
                  </a:lnTo>
                  <a:lnTo>
                    <a:pt x="5523" y="11508"/>
                  </a:lnTo>
                  <a:lnTo>
                    <a:pt x="5638" y="11469"/>
                  </a:lnTo>
                  <a:close/>
                  <a:moveTo>
                    <a:pt x="10542" y="12048"/>
                  </a:moveTo>
                  <a:lnTo>
                    <a:pt x="10388" y="12280"/>
                  </a:lnTo>
                  <a:lnTo>
                    <a:pt x="10195" y="12550"/>
                  </a:lnTo>
                  <a:lnTo>
                    <a:pt x="9963" y="12743"/>
                  </a:lnTo>
                  <a:lnTo>
                    <a:pt x="9770" y="12936"/>
                  </a:lnTo>
                  <a:lnTo>
                    <a:pt x="9732" y="12859"/>
                  </a:lnTo>
                  <a:lnTo>
                    <a:pt x="9654" y="12666"/>
                  </a:lnTo>
                  <a:lnTo>
                    <a:pt x="9616" y="12473"/>
                  </a:lnTo>
                  <a:lnTo>
                    <a:pt x="9693" y="12319"/>
                  </a:lnTo>
                  <a:lnTo>
                    <a:pt x="9809" y="12203"/>
                  </a:lnTo>
                  <a:lnTo>
                    <a:pt x="9963" y="12126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37" y="12473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01" y="12821"/>
                  </a:lnTo>
                  <a:lnTo>
                    <a:pt x="7878" y="13014"/>
                  </a:lnTo>
                  <a:lnTo>
                    <a:pt x="7839" y="13207"/>
                  </a:lnTo>
                  <a:lnTo>
                    <a:pt x="7299" y="13014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44" y="12512"/>
                  </a:lnTo>
                  <a:lnTo>
                    <a:pt x="7337" y="12473"/>
                  </a:lnTo>
                  <a:close/>
                  <a:moveTo>
                    <a:pt x="8843" y="12628"/>
                  </a:moveTo>
                  <a:lnTo>
                    <a:pt x="8921" y="12666"/>
                  </a:lnTo>
                  <a:lnTo>
                    <a:pt x="9075" y="12743"/>
                  </a:lnTo>
                  <a:lnTo>
                    <a:pt x="9191" y="12936"/>
                  </a:lnTo>
                  <a:lnTo>
                    <a:pt x="9230" y="13130"/>
                  </a:lnTo>
                  <a:lnTo>
                    <a:pt x="9230" y="13207"/>
                  </a:lnTo>
                  <a:lnTo>
                    <a:pt x="9036" y="13245"/>
                  </a:lnTo>
                  <a:lnTo>
                    <a:pt x="8805" y="13284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03" y="13014"/>
                  </a:lnTo>
                  <a:lnTo>
                    <a:pt x="8419" y="12821"/>
                  </a:lnTo>
                  <a:lnTo>
                    <a:pt x="8534" y="12666"/>
                  </a:lnTo>
                  <a:lnTo>
                    <a:pt x="8650" y="12628"/>
                  </a:lnTo>
                  <a:close/>
                  <a:moveTo>
                    <a:pt x="22861" y="0"/>
                  </a:moveTo>
                  <a:lnTo>
                    <a:pt x="22822" y="78"/>
                  </a:lnTo>
                  <a:lnTo>
                    <a:pt x="22745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783" y="387"/>
                  </a:lnTo>
                  <a:lnTo>
                    <a:pt x="22822" y="387"/>
                  </a:lnTo>
                  <a:lnTo>
                    <a:pt x="22861" y="464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668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22" y="2240"/>
                  </a:lnTo>
                  <a:lnTo>
                    <a:pt x="23015" y="2395"/>
                  </a:lnTo>
                  <a:lnTo>
                    <a:pt x="23247" y="2472"/>
                  </a:lnTo>
                  <a:lnTo>
                    <a:pt x="23478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24" y="3244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862"/>
                  </a:lnTo>
                  <a:lnTo>
                    <a:pt x="23942" y="4016"/>
                  </a:lnTo>
                  <a:lnTo>
                    <a:pt x="23710" y="4209"/>
                  </a:lnTo>
                  <a:lnTo>
                    <a:pt x="23556" y="4480"/>
                  </a:lnTo>
                  <a:lnTo>
                    <a:pt x="23440" y="4750"/>
                  </a:lnTo>
                  <a:lnTo>
                    <a:pt x="23440" y="4866"/>
                  </a:lnTo>
                  <a:lnTo>
                    <a:pt x="23440" y="5020"/>
                  </a:lnTo>
                  <a:lnTo>
                    <a:pt x="23478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70" y="5561"/>
                  </a:lnTo>
                  <a:lnTo>
                    <a:pt x="22938" y="5677"/>
                  </a:lnTo>
                  <a:lnTo>
                    <a:pt x="22783" y="5870"/>
                  </a:lnTo>
                  <a:lnTo>
                    <a:pt x="22668" y="6102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1972" y="6217"/>
                  </a:lnTo>
                  <a:lnTo>
                    <a:pt x="21741" y="6256"/>
                  </a:lnTo>
                  <a:lnTo>
                    <a:pt x="21509" y="6411"/>
                  </a:lnTo>
                  <a:lnTo>
                    <a:pt x="21316" y="6565"/>
                  </a:lnTo>
                  <a:lnTo>
                    <a:pt x="21200" y="6758"/>
                  </a:lnTo>
                  <a:lnTo>
                    <a:pt x="21084" y="6449"/>
                  </a:lnTo>
                  <a:lnTo>
                    <a:pt x="20930" y="6140"/>
                  </a:lnTo>
                  <a:lnTo>
                    <a:pt x="20853" y="5986"/>
                  </a:lnTo>
                  <a:lnTo>
                    <a:pt x="20698" y="5870"/>
                  </a:lnTo>
                  <a:lnTo>
                    <a:pt x="20582" y="5793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42" y="5793"/>
                  </a:lnTo>
                  <a:lnTo>
                    <a:pt x="19887" y="5831"/>
                  </a:lnTo>
                  <a:lnTo>
                    <a:pt x="19733" y="5947"/>
                  </a:lnTo>
                  <a:lnTo>
                    <a:pt x="19694" y="5715"/>
                  </a:lnTo>
                  <a:lnTo>
                    <a:pt x="19617" y="5484"/>
                  </a:lnTo>
                  <a:lnTo>
                    <a:pt x="19462" y="5291"/>
                  </a:lnTo>
                  <a:lnTo>
                    <a:pt x="19347" y="5213"/>
                  </a:lnTo>
                  <a:lnTo>
                    <a:pt x="19231" y="5175"/>
                  </a:lnTo>
                  <a:lnTo>
                    <a:pt x="19038" y="5136"/>
                  </a:lnTo>
                  <a:lnTo>
                    <a:pt x="18806" y="5175"/>
                  </a:lnTo>
                  <a:lnTo>
                    <a:pt x="18613" y="5252"/>
                  </a:lnTo>
                  <a:lnTo>
                    <a:pt x="18458" y="5407"/>
                  </a:lnTo>
                  <a:lnTo>
                    <a:pt x="18458" y="5252"/>
                  </a:lnTo>
                  <a:lnTo>
                    <a:pt x="18420" y="5098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7" y="4557"/>
                  </a:lnTo>
                  <a:lnTo>
                    <a:pt x="17802" y="4518"/>
                  </a:lnTo>
                  <a:lnTo>
                    <a:pt x="17493" y="4518"/>
                  </a:lnTo>
                  <a:lnTo>
                    <a:pt x="17377" y="4557"/>
                  </a:lnTo>
                  <a:lnTo>
                    <a:pt x="17223" y="4634"/>
                  </a:lnTo>
                  <a:lnTo>
                    <a:pt x="17107" y="4711"/>
                  </a:lnTo>
                  <a:lnTo>
                    <a:pt x="17030" y="4827"/>
                  </a:lnTo>
                  <a:lnTo>
                    <a:pt x="16875" y="5059"/>
                  </a:lnTo>
                  <a:lnTo>
                    <a:pt x="16759" y="4905"/>
                  </a:lnTo>
                  <a:lnTo>
                    <a:pt x="16605" y="4789"/>
                  </a:lnTo>
                  <a:lnTo>
                    <a:pt x="16451" y="4673"/>
                  </a:lnTo>
                  <a:lnTo>
                    <a:pt x="16257" y="4634"/>
                  </a:lnTo>
                  <a:lnTo>
                    <a:pt x="16103" y="4634"/>
                  </a:lnTo>
                  <a:lnTo>
                    <a:pt x="15910" y="4673"/>
                  </a:lnTo>
                  <a:lnTo>
                    <a:pt x="15755" y="4750"/>
                  </a:lnTo>
                  <a:lnTo>
                    <a:pt x="15640" y="4827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291"/>
                  </a:lnTo>
                  <a:lnTo>
                    <a:pt x="15374" y="5460"/>
                  </a:lnTo>
                  <a:lnTo>
                    <a:pt x="15331" y="5329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597" y="4943"/>
                  </a:lnTo>
                  <a:lnTo>
                    <a:pt x="14404" y="4943"/>
                  </a:lnTo>
                  <a:lnTo>
                    <a:pt x="14249" y="5020"/>
                  </a:lnTo>
                  <a:lnTo>
                    <a:pt x="14134" y="5098"/>
                  </a:lnTo>
                  <a:lnTo>
                    <a:pt x="14018" y="5175"/>
                  </a:lnTo>
                  <a:lnTo>
                    <a:pt x="13941" y="5291"/>
                  </a:lnTo>
                  <a:lnTo>
                    <a:pt x="13825" y="5522"/>
                  </a:lnTo>
                  <a:lnTo>
                    <a:pt x="13747" y="5831"/>
                  </a:lnTo>
                  <a:lnTo>
                    <a:pt x="13593" y="5754"/>
                  </a:lnTo>
                  <a:lnTo>
                    <a:pt x="13361" y="5677"/>
                  </a:lnTo>
                  <a:lnTo>
                    <a:pt x="13130" y="5677"/>
                  </a:lnTo>
                  <a:lnTo>
                    <a:pt x="12937" y="5715"/>
                  </a:lnTo>
                  <a:lnTo>
                    <a:pt x="12705" y="5831"/>
                  </a:lnTo>
                  <a:lnTo>
                    <a:pt x="12589" y="5947"/>
                  </a:lnTo>
                  <a:lnTo>
                    <a:pt x="12473" y="6063"/>
                  </a:lnTo>
                  <a:lnTo>
                    <a:pt x="12396" y="6217"/>
                  </a:lnTo>
                  <a:lnTo>
                    <a:pt x="12357" y="6333"/>
                  </a:lnTo>
                  <a:lnTo>
                    <a:pt x="12319" y="6526"/>
                  </a:lnTo>
                  <a:lnTo>
                    <a:pt x="12319" y="6681"/>
                  </a:lnTo>
                  <a:lnTo>
                    <a:pt x="12357" y="6835"/>
                  </a:lnTo>
                  <a:lnTo>
                    <a:pt x="12396" y="6990"/>
                  </a:lnTo>
                  <a:lnTo>
                    <a:pt x="12126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469" y="7376"/>
                  </a:lnTo>
                  <a:lnTo>
                    <a:pt x="11392" y="7530"/>
                  </a:lnTo>
                  <a:lnTo>
                    <a:pt x="11315" y="7685"/>
                  </a:lnTo>
                  <a:lnTo>
                    <a:pt x="11276" y="7839"/>
                  </a:lnTo>
                  <a:lnTo>
                    <a:pt x="11276" y="7994"/>
                  </a:lnTo>
                  <a:lnTo>
                    <a:pt x="11276" y="8148"/>
                  </a:lnTo>
                  <a:lnTo>
                    <a:pt x="11315" y="8303"/>
                  </a:lnTo>
                  <a:lnTo>
                    <a:pt x="11392" y="8457"/>
                  </a:lnTo>
                  <a:lnTo>
                    <a:pt x="11469" y="8573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20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02"/>
                  </a:lnTo>
                  <a:lnTo>
                    <a:pt x="10851" y="10233"/>
                  </a:lnTo>
                  <a:lnTo>
                    <a:pt x="10620" y="10272"/>
                  </a:lnTo>
                  <a:lnTo>
                    <a:pt x="10388" y="10388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40" y="11006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56" y="11701"/>
                  </a:lnTo>
                  <a:lnTo>
                    <a:pt x="9925" y="11739"/>
                  </a:lnTo>
                  <a:lnTo>
                    <a:pt x="9693" y="11817"/>
                  </a:lnTo>
                  <a:lnTo>
                    <a:pt x="9500" y="11971"/>
                  </a:lnTo>
                  <a:lnTo>
                    <a:pt x="9423" y="12087"/>
                  </a:lnTo>
                  <a:lnTo>
                    <a:pt x="9345" y="12203"/>
                  </a:lnTo>
                  <a:lnTo>
                    <a:pt x="9307" y="12319"/>
                  </a:lnTo>
                  <a:lnTo>
                    <a:pt x="9307" y="12473"/>
                  </a:lnTo>
                  <a:lnTo>
                    <a:pt x="9152" y="12357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689" y="12280"/>
                  </a:lnTo>
                  <a:lnTo>
                    <a:pt x="8534" y="12319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48" y="12705"/>
                  </a:lnTo>
                  <a:lnTo>
                    <a:pt x="8071" y="12550"/>
                  </a:lnTo>
                  <a:lnTo>
                    <a:pt x="7994" y="12434"/>
                  </a:lnTo>
                  <a:lnTo>
                    <a:pt x="7839" y="12319"/>
                  </a:lnTo>
                  <a:lnTo>
                    <a:pt x="7724" y="12241"/>
                  </a:lnTo>
                  <a:lnTo>
                    <a:pt x="7453" y="12164"/>
                  </a:lnTo>
                  <a:lnTo>
                    <a:pt x="7222" y="12164"/>
                  </a:lnTo>
                  <a:lnTo>
                    <a:pt x="6990" y="12241"/>
                  </a:lnTo>
                  <a:lnTo>
                    <a:pt x="6758" y="12396"/>
                  </a:lnTo>
                  <a:lnTo>
                    <a:pt x="6758" y="12048"/>
                  </a:lnTo>
                  <a:lnTo>
                    <a:pt x="6720" y="11855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488" y="11392"/>
                  </a:lnTo>
                  <a:lnTo>
                    <a:pt x="6372" y="11276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870" y="11122"/>
                  </a:lnTo>
                  <a:lnTo>
                    <a:pt x="5677" y="11160"/>
                  </a:lnTo>
                  <a:lnTo>
                    <a:pt x="5523" y="11199"/>
                  </a:lnTo>
                  <a:lnTo>
                    <a:pt x="5523" y="10967"/>
                  </a:lnTo>
                  <a:lnTo>
                    <a:pt x="5445" y="10697"/>
                  </a:lnTo>
                  <a:lnTo>
                    <a:pt x="5291" y="10504"/>
                  </a:lnTo>
                  <a:lnTo>
                    <a:pt x="5214" y="10426"/>
                  </a:lnTo>
                  <a:lnTo>
                    <a:pt x="5098" y="10349"/>
                  </a:lnTo>
                  <a:lnTo>
                    <a:pt x="4943" y="10311"/>
                  </a:lnTo>
                  <a:lnTo>
                    <a:pt x="4673" y="10311"/>
                  </a:lnTo>
                  <a:lnTo>
                    <a:pt x="4519" y="10349"/>
                  </a:lnTo>
                  <a:lnTo>
                    <a:pt x="4519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22"/>
                  </a:lnTo>
                  <a:lnTo>
                    <a:pt x="3553" y="9422"/>
                  </a:lnTo>
                  <a:lnTo>
                    <a:pt x="3399" y="9461"/>
                  </a:lnTo>
                  <a:lnTo>
                    <a:pt x="3244" y="9538"/>
                  </a:lnTo>
                  <a:lnTo>
                    <a:pt x="3128" y="9616"/>
                  </a:lnTo>
                  <a:lnTo>
                    <a:pt x="2974" y="9731"/>
                  </a:lnTo>
                  <a:lnTo>
                    <a:pt x="2974" y="9616"/>
                  </a:lnTo>
                  <a:lnTo>
                    <a:pt x="2897" y="9422"/>
                  </a:lnTo>
                  <a:lnTo>
                    <a:pt x="2742" y="9268"/>
                  </a:lnTo>
                  <a:lnTo>
                    <a:pt x="2588" y="9114"/>
                  </a:lnTo>
                  <a:lnTo>
                    <a:pt x="2433" y="9036"/>
                  </a:lnTo>
                  <a:lnTo>
                    <a:pt x="2202" y="8998"/>
                  </a:lnTo>
                  <a:lnTo>
                    <a:pt x="2009" y="8998"/>
                  </a:lnTo>
                  <a:lnTo>
                    <a:pt x="1815" y="9075"/>
                  </a:lnTo>
                  <a:lnTo>
                    <a:pt x="1661" y="9191"/>
                  </a:lnTo>
                  <a:lnTo>
                    <a:pt x="1545" y="9345"/>
                  </a:lnTo>
                  <a:lnTo>
                    <a:pt x="1429" y="9500"/>
                  </a:lnTo>
                  <a:lnTo>
                    <a:pt x="1352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889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48" y="10426"/>
                  </a:lnTo>
                  <a:lnTo>
                    <a:pt x="232" y="10581"/>
                  </a:lnTo>
                  <a:lnTo>
                    <a:pt x="78" y="10890"/>
                  </a:lnTo>
                  <a:lnTo>
                    <a:pt x="1" y="11199"/>
                  </a:lnTo>
                  <a:lnTo>
                    <a:pt x="1" y="11546"/>
                  </a:lnTo>
                  <a:lnTo>
                    <a:pt x="39" y="11894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8" y="12782"/>
                  </a:lnTo>
                  <a:lnTo>
                    <a:pt x="773" y="12898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13" y="13130"/>
                  </a:lnTo>
                  <a:lnTo>
                    <a:pt x="1700" y="13168"/>
                  </a:lnTo>
                  <a:lnTo>
                    <a:pt x="2086" y="13091"/>
                  </a:lnTo>
                  <a:lnTo>
                    <a:pt x="2472" y="12975"/>
                  </a:lnTo>
                  <a:lnTo>
                    <a:pt x="2781" y="12782"/>
                  </a:lnTo>
                  <a:lnTo>
                    <a:pt x="3090" y="12512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15" y="11932"/>
                  </a:lnTo>
                  <a:lnTo>
                    <a:pt x="3515" y="11817"/>
                  </a:lnTo>
                  <a:lnTo>
                    <a:pt x="3437" y="11739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8" y="12434"/>
                  </a:lnTo>
                  <a:lnTo>
                    <a:pt x="2317" y="12550"/>
                  </a:lnTo>
                  <a:lnTo>
                    <a:pt x="2009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20" y="12550"/>
                  </a:lnTo>
                  <a:lnTo>
                    <a:pt x="966" y="12434"/>
                  </a:lnTo>
                  <a:lnTo>
                    <a:pt x="812" y="12319"/>
                  </a:lnTo>
                  <a:lnTo>
                    <a:pt x="696" y="12203"/>
                  </a:lnTo>
                  <a:lnTo>
                    <a:pt x="580" y="12048"/>
                  </a:lnTo>
                  <a:lnTo>
                    <a:pt x="541" y="11855"/>
                  </a:lnTo>
                  <a:lnTo>
                    <a:pt x="503" y="11701"/>
                  </a:lnTo>
                  <a:lnTo>
                    <a:pt x="464" y="11546"/>
                  </a:lnTo>
                  <a:lnTo>
                    <a:pt x="464" y="11353"/>
                  </a:lnTo>
                  <a:lnTo>
                    <a:pt x="503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889" y="10620"/>
                  </a:lnTo>
                  <a:lnTo>
                    <a:pt x="1043" y="10504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00" y="10349"/>
                  </a:lnTo>
                  <a:lnTo>
                    <a:pt x="2279" y="10349"/>
                  </a:lnTo>
                  <a:lnTo>
                    <a:pt x="2588" y="10426"/>
                  </a:lnTo>
                  <a:lnTo>
                    <a:pt x="2858" y="10504"/>
                  </a:lnTo>
                  <a:lnTo>
                    <a:pt x="3128" y="10620"/>
                  </a:lnTo>
                  <a:lnTo>
                    <a:pt x="3630" y="10928"/>
                  </a:lnTo>
                  <a:lnTo>
                    <a:pt x="4132" y="11276"/>
                  </a:lnTo>
                  <a:lnTo>
                    <a:pt x="4634" y="11662"/>
                  </a:lnTo>
                  <a:lnTo>
                    <a:pt x="5523" y="12396"/>
                  </a:lnTo>
                  <a:lnTo>
                    <a:pt x="5870" y="12666"/>
                  </a:lnTo>
                  <a:lnTo>
                    <a:pt x="6256" y="12936"/>
                  </a:lnTo>
                  <a:lnTo>
                    <a:pt x="6681" y="13207"/>
                  </a:lnTo>
                  <a:lnTo>
                    <a:pt x="7106" y="13400"/>
                  </a:lnTo>
                  <a:lnTo>
                    <a:pt x="7530" y="13593"/>
                  </a:lnTo>
                  <a:lnTo>
                    <a:pt x="7994" y="13709"/>
                  </a:lnTo>
                  <a:lnTo>
                    <a:pt x="8419" y="13786"/>
                  </a:lnTo>
                  <a:lnTo>
                    <a:pt x="8921" y="13786"/>
                  </a:lnTo>
                  <a:lnTo>
                    <a:pt x="9345" y="13670"/>
                  </a:lnTo>
                  <a:lnTo>
                    <a:pt x="9693" y="13554"/>
                  </a:lnTo>
                  <a:lnTo>
                    <a:pt x="10040" y="13323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890" y="12473"/>
                  </a:lnTo>
                  <a:lnTo>
                    <a:pt x="11122" y="12087"/>
                  </a:lnTo>
                  <a:lnTo>
                    <a:pt x="11315" y="11739"/>
                  </a:lnTo>
                  <a:lnTo>
                    <a:pt x="11508" y="11199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075"/>
                  </a:lnTo>
                  <a:lnTo>
                    <a:pt x="12319" y="8573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45" y="7299"/>
                  </a:lnTo>
                  <a:lnTo>
                    <a:pt x="13632" y="6951"/>
                  </a:lnTo>
                  <a:lnTo>
                    <a:pt x="14018" y="6681"/>
                  </a:lnTo>
                  <a:lnTo>
                    <a:pt x="14443" y="6449"/>
                  </a:lnTo>
                  <a:lnTo>
                    <a:pt x="14867" y="6256"/>
                  </a:lnTo>
                  <a:lnTo>
                    <a:pt x="15331" y="6102"/>
                  </a:lnTo>
                  <a:lnTo>
                    <a:pt x="15794" y="5986"/>
                  </a:lnTo>
                  <a:lnTo>
                    <a:pt x="16296" y="5909"/>
                  </a:lnTo>
                  <a:lnTo>
                    <a:pt x="16875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08"/>
                  </a:lnTo>
                  <a:lnTo>
                    <a:pt x="21741" y="7723"/>
                  </a:lnTo>
                  <a:lnTo>
                    <a:pt x="22127" y="7762"/>
                  </a:lnTo>
                  <a:lnTo>
                    <a:pt x="22552" y="7723"/>
                  </a:lnTo>
                  <a:lnTo>
                    <a:pt x="22976" y="7646"/>
                  </a:lnTo>
                  <a:lnTo>
                    <a:pt x="23363" y="7492"/>
                  </a:lnTo>
                  <a:lnTo>
                    <a:pt x="23710" y="7260"/>
                  </a:lnTo>
                  <a:lnTo>
                    <a:pt x="24058" y="6990"/>
                  </a:lnTo>
                  <a:lnTo>
                    <a:pt x="24328" y="6642"/>
                  </a:lnTo>
                  <a:lnTo>
                    <a:pt x="24560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46" y="5059"/>
                  </a:lnTo>
                  <a:lnTo>
                    <a:pt x="24984" y="4634"/>
                  </a:lnTo>
                  <a:lnTo>
                    <a:pt x="24984" y="4171"/>
                  </a:lnTo>
                  <a:lnTo>
                    <a:pt x="24946" y="3707"/>
                  </a:lnTo>
                  <a:lnTo>
                    <a:pt x="24869" y="3283"/>
                  </a:lnTo>
                  <a:lnTo>
                    <a:pt x="24753" y="2819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45"/>
                  </a:lnTo>
                  <a:lnTo>
                    <a:pt x="24019" y="1159"/>
                  </a:lnTo>
                  <a:lnTo>
                    <a:pt x="23787" y="811"/>
                  </a:lnTo>
                  <a:lnTo>
                    <a:pt x="23942" y="348"/>
                  </a:lnTo>
                  <a:lnTo>
                    <a:pt x="23556" y="232"/>
                  </a:lnTo>
                  <a:lnTo>
                    <a:pt x="23170" y="78"/>
                  </a:lnTo>
                  <a:lnTo>
                    <a:pt x="23131" y="39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11"/>
            <p:cNvSpPr/>
            <p:nvPr/>
          </p:nvSpPr>
          <p:spPr>
            <a:xfrm>
              <a:off x="5955050" y="3275975"/>
              <a:ext cx="152550" cy="277075"/>
            </a:xfrm>
            <a:custGeom>
              <a:avLst/>
              <a:gdLst/>
              <a:ahLst/>
              <a:cxnLst/>
              <a:rect l="l" t="t" r="r" b="b"/>
              <a:pathLst>
                <a:path w="6102" h="11083" extrusionOk="0">
                  <a:moveTo>
                    <a:pt x="3553" y="0"/>
                  </a:moveTo>
                  <a:lnTo>
                    <a:pt x="3398" y="463"/>
                  </a:lnTo>
                  <a:lnTo>
                    <a:pt x="3746" y="656"/>
                  </a:lnTo>
                  <a:lnTo>
                    <a:pt x="4093" y="888"/>
                  </a:lnTo>
                  <a:lnTo>
                    <a:pt x="4364" y="1158"/>
                  </a:lnTo>
                  <a:lnTo>
                    <a:pt x="4634" y="1467"/>
                  </a:lnTo>
                  <a:lnTo>
                    <a:pt x="4866" y="1776"/>
                  </a:lnTo>
                  <a:lnTo>
                    <a:pt x="5059" y="2124"/>
                  </a:lnTo>
                  <a:lnTo>
                    <a:pt x="5213" y="2471"/>
                  </a:lnTo>
                  <a:lnTo>
                    <a:pt x="5368" y="2819"/>
                  </a:lnTo>
                  <a:lnTo>
                    <a:pt x="5445" y="3205"/>
                  </a:lnTo>
                  <a:lnTo>
                    <a:pt x="5522" y="3630"/>
                  </a:lnTo>
                  <a:lnTo>
                    <a:pt x="5561" y="4016"/>
                  </a:lnTo>
                  <a:lnTo>
                    <a:pt x="5561" y="4441"/>
                  </a:lnTo>
                  <a:lnTo>
                    <a:pt x="5561" y="4827"/>
                  </a:lnTo>
                  <a:lnTo>
                    <a:pt x="5522" y="5252"/>
                  </a:lnTo>
                  <a:lnTo>
                    <a:pt x="5406" y="5638"/>
                  </a:lnTo>
                  <a:lnTo>
                    <a:pt x="5290" y="6024"/>
                  </a:lnTo>
                  <a:lnTo>
                    <a:pt x="5136" y="6449"/>
                  </a:lnTo>
                  <a:lnTo>
                    <a:pt x="4943" y="6873"/>
                  </a:lnTo>
                  <a:lnTo>
                    <a:pt x="4711" y="7298"/>
                  </a:lnTo>
                  <a:lnTo>
                    <a:pt x="4480" y="7684"/>
                  </a:lnTo>
                  <a:lnTo>
                    <a:pt x="4209" y="8070"/>
                  </a:lnTo>
                  <a:lnTo>
                    <a:pt x="3900" y="8418"/>
                  </a:lnTo>
                  <a:lnTo>
                    <a:pt x="3591" y="8727"/>
                  </a:lnTo>
                  <a:lnTo>
                    <a:pt x="3244" y="9036"/>
                  </a:lnTo>
                  <a:lnTo>
                    <a:pt x="2896" y="9345"/>
                  </a:lnTo>
                  <a:lnTo>
                    <a:pt x="2549" y="9615"/>
                  </a:lnTo>
                  <a:lnTo>
                    <a:pt x="2124" y="9847"/>
                  </a:lnTo>
                  <a:lnTo>
                    <a:pt x="1738" y="10078"/>
                  </a:lnTo>
                  <a:lnTo>
                    <a:pt x="1313" y="10272"/>
                  </a:lnTo>
                  <a:lnTo>
                    <a:pt x="888" y="10426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7" y="11082"/>
                  </a:lnTo>
                  <a:lnTo>
                    <a:pt x="579" y="10967"/>
                  </a:lnTo>
                  <a:lnTo>
                    <a:pt x="1081" y="10851"/>
                  </a:lnTo>
                  <a:lnTo>
                    <a:pt x="1583" y="10696"/>
                  </a:lnTo>
                  <a:lnTo>
                    <a:pt x="2047" y="10465"/>
                  </a:lnTo>
                  <a:lnTo>
                    <a:pt x="2510" y="10233"/>
                  </a:lnTo>
                  <a:lnTo>
                    <a:pt x="2935" y="9963"/>
                  </a:lnTo>
                  <a:lnTo>
                    <a:pt x="3360" y="9654"/>
                  </a:lnTo>
                  <a:lnTo>
                    <a:pt x="3784" y="9306"/>
                  </a:lnTo>
                  <a:lnTo>
                    <a:pt x="4132" y="8959"/>
                  </a:lnTo>
                  <a:lnTo>
                    <a:pt x="4480" y="8572"/>
                  </a:lnTo>
                  <a:lnTo>
                    <a:pt x="4788" y="8148"/>
                  </a:lnTo>
                  <a:lnTo>
                    <a:pt x="5097" y="7723"/>
                  </a:lnTo>
                  <a:lnTo>
                    <a:pt x="5329" y="7260"/>
                  </a:lnTo>
                  <a:lnTo>
                    <a:pt x="5561" y="6796"/>
                  </a:lnTo>
                  <a:lnTo>
                    <a:pt x="5754" y="6294"/>
                  </a:lnTo>
                  <a:lnTo>
                    <a:pt x="5908" y="5792"/>
                  </a:lnTo>
                  <a:lnTo>
                    <a:pt x="5986" y="5367"/>
                  </a:lnTo>
                  <a:lnTo>
                    <a:pt x="6063" y="4943"/>
                  </a:lnTo>
                  <a:lnTo>
                    <a:pt x="6101" y="4518"/>
                  </a:lnTo>
                  <a:lnTo>
                    <a:pt x="6063" y="4093"/>
                  </a:lnTo>
                  <a:lnTo>
                    <a:pt x="6024" y="3668"/>
                  </a:lnTo>
                  <a:lnTo>
                    <a:pt x="5986" y="3244"/>
                  </a:lnTo>
                  <a:lnTo>
                    <a:pt x="5870" y="2858"/>
                  </a:lnTo>
                  <a:lnTo>
                    <a:pt x="5715" y="2433"/>
                  </a:lnTo>
                  <a:lnTo>
                    <a:pt x="5561" y="2047"/>
                  </a:lnTo>
                  <a:lnTo>
                    <a:pt x="5368" y="1699"/>
                  </a:lnTo>
                  <a:lnTo>
                    <a:pt x="5136" y="1352"/>
                  </a:lnTo>
                  <a:lnTo>
                    <a:pt x="4866" y="1043"/>
                  </a:lnTo>
                  <a:lnTo>
                    <a:pt x="4595" y="734"/>
                  </a:lnTo>
                  <a:lnTo>
                    <a:pt x="4286" y="463"/>
                  </a:lnTo>
                  <a:lnTo>
                    <a:pt x="3939" y="232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11"/>
            <p:cNvSpPr/>
            <p:nvPr/>
          </p:nvSpPr>
          <p:spPr>
            <a:xfrm>
              <a:off x="369400" y="3292375"/>
              <a:ext cx="35750" cy="31875"/>
            </a:xfrm>
            <a:custGeom>
              <a:avLst/>
              <a:gdLst/>
              <a:ahLst/>
              <a:cxnLst/>
              <a:rect l="l" t="t" r="r" b="b"/>
              <a:pathLst>
                <a:path w="1430" h="1275" extrusionOk="0">
                  <a:moveTo>
                    <a:pt x="618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1"/>
                  </a:lnTo>
                  <a:lnTo>
                    <a:pt x="39" y="464"/>
                  </a:lnTo>
                  <a:lnTo>
                    <a:pt x="1" y="657"/>
                  </a:lnTo>
                  <a:lnTo>
                    <a:pt x="39" y="850"/>
                  </a:lnTo>
                  <a:lnTo>
                    <a:pt x="116" y="1004"/>
                  </a:lnTo>
                  <a:lnTo>
                    <a:pt x="271" y="1159"/>
                  </a:lnTo>
                  <a:lnTo>
                    <a:pt x="425" y="1236"/>
                  </a:lnTo>
                  <a:lnTo>
                    <a:pt x="618" y="1275"/>
                  </a:lnTo>
                  <a:lnTo>
                    <a:pt x="812" y="1236"/>
                  </a:lnTo>
                  <a:lnTo>
                    <a:pt x="850" y="1198"/>
                  </a:lnTo>
                  <a:lnTo>
                    <a:pt x="889" y="1120"/>
                  </a:lnTo>
                  <a:lnTo>
                    <a:pt x="812" y="1043"/>
                  </a:lnTo>
                  <a:lnTo>
                    <a:pt x="734" y="1004"/>
                  </a:lnTo>
                  <a:lnTo>
                    <a:pt x="657" y="1004"/>
                  </a:lnTo>
                  <a:lnTo>
                    <a:pt x="541" y="966"/>
                  </a:lnTo>
                  <a:lnTo>
                    <a:pt x="464" y="889"/>
                  </a:lnTo>
                  <a:lnTo>
                    <a:pt x="425" y="811"/>
                  </a:lnTo>
                  <a:lnTo>
                    <a:pt x="387" y="696"/>
                  </a:lnTo>
                  <a:lnTo>
                    <a:pt x="425" y="618"/>
                  </a:lnTo>
                  <a:lnTo>
                    <a:pt x="464" y="502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812" y="387"/>
                  </a:lnTo>
                  <a:lnTo>
                    <a:pt x="927" y="464"/>
                  </a:lnTo>
                  <a:lnTo>
                    <a:pt x="1082" y="618"/>
                  </a:lnTo>
                  <a:lnTo>
                    <a:pt x="1198" y="657"/>
                  </a:lnTo>
                  <a:lnTo>
                    <a:pt x="1275" y="696"/>
                  </a:lnTo>
                  <a:lnTo>
                    <a:pt x="1352" y="696"/>
                  </a:lnTo>
                  <a:lnTo>
                    <a:pt x="1391" y="657"/>
                  </a:lnTo>
                  <a:lnTo>
                    <a:pt x="1429" y="541"/>
                  </a:lnTo>
                  <a:lnTo>
                    <a:pt x="1391" y="464"/>
                  </a:lnTo>
                  <a:lnTo>
                    <a:pt x="1352" y="348"/>
                  </a:lnTo>
                  <a:lnTo>
                    <a:pt x="1198" y="194"/>
                  </a:lnTo>
                  <a:lnTo>
                    <a:pt x="1005" y="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11"/>
            <p:cNvSpPr/>
            <p:nvPr/>
          </p:nvSpPr>
          <p:spPr>
            <a:xfrm>
              <a:off x="6549700" y="3335825"/>
              <a:ext cx="85000" cy="94625"/>
            </a:xfrm>
            <a:custGeom>
              <a:avLst/>
              <a:gdLst/>
              <a:ahLst/>
              <a:cxnLst/>
              <a:rect l="l" t="t" r="r" b="b"/>
              <a:pathLst>
                <a:path w="3400" h="3785" extrusionOk="0">
                  <a:moveTo>
                    <a:pt x="78" y="0"/>
                  </a:moveTo>
                  <a:lnTo>
                    <a:pt x="1" y="77"/>
                  </a:lnTo>
                  <a:lnTo>
                    <a:pt x="1" y="116"/>
                  </a:lnTo>
                  <a:lnTo>
                    <a:pt x="349" y="888"/>
                  </a:lnTo>
                  <a:lnTo>
                    <a:pt x="812" y="1661"/>
                  </a:lnTo>
                  <a:lnTo>
                    <a:pt x="1275" y="2394"/>
                  </a:lnTo>
                  <a:lnTo>
                    <a:pt x="1739" y="3089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4"/>
                  </a:lnTo>
                  <a:lnTo>
                    <a:pt x="3013" y="3707"/>
                  </a:lnTo>
                  <a:lnTo>
                    <a:pt x="3206" y="3591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89"/>
                  </a:lnTo>
                  <a:lnTo>
                    <a:pt x="3399" y="2896"/>
                  </a:lnTo>
                  <a:lnTo>
                    <a:pt x="3360" y="2703"/>
                  </a:lnTo>
                  <a:lnTo>
                    <a:pt x="3283" y="2510"/>
                  </a:lnTo>
                  <a:lnTo>
                    <a:pt x="3129" y="2163"/>
                  </a:lnTo>
                  <a:lnTo>
                    <a:pt x="2936" y="2240"/>
                  </a:lnTo>
                  <a:lnTo>
                    <a:pt x="3052" y="2587"/>
                  </a:lnTo>
                  <a:lnTo>
                    <a:pt x="3090" y="2742"/>
                  </a:lnTo>
                  <a:lnTo>
                    <a:pt x="3129" y="2858"/>
                  </a:lnTo>
                  <a:lnTo>
                    <a:pt x="2897" y="3012"/>
                  </a:lnTo>
                  <a:lnTo>
                    <a:pt x="2665" y="3128"/>
                  </a:lnTo>
                  <a:lnTo>
                    <a:pt x="2511" y="3205"/>
                  </a:lnTo>
                  <a:lnTo>
                    <a:pt x="2318" y="3205"/>
                  </a:lnTo>
                  <a:lnTo>
                    <a:pt x="2202" y="3167"/>
                  </a:lnTo>
                  <a:lnTo>
                    <a:pt x="2048" y="3089"/>
                  </a:lnTo>
                  <a:lnTo>
                    <a:pt x="1932" y="2935"/>
                  </a:lnTo>
                  <a:lnTo>
                    <a:pt x="1855" y="2742"/>
                  </a:lnTo>
                  <a:lnTo>
                    <a:pt x="1700" y="2510"/>
                  </a:lnTo>
                  <a:lnTo>
                    <a:pt x="1082" y="1506"/>
                  </a:lnTo>
                  <a:lnTo>
                    <a:pt x="619" y="772"/>
                  </a:lnTo>
                  <a:lnTo>
                    <a:pt x="387" y="386"/>
                  </a:lnTo>
                  <a:lnTo>
                    <a:pt x="117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11"/>
            <p:cNvSpPr/>
            <p:nvPr/>
          </p:nvSpPr>
          <p:spPr>
            <a:xfrm>
              <a:off x="2268300" y="338120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70"/>
                  </a:lnTo>
                  <a:lnTo>
                    <a:pt x="1120" y="463"/>
                  </a:lnTo>
                  <a:lnTo>
                    <a:pt x="850" y="656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64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90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68"/>
                  </a:lnTo>
                  <a:lnTo>
                    <a:pt x="502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815"/>
                  </a:lnTo>
                  <a:lnTo>
                    <a:pt x="888" y="1583"/>
                  </a:lnTo>
                  <a:lnTo>
                    <a:pt x="1043" y="1352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92" y="656"/>
                  </a:lnTo>
                  <a:lnTo>
                    <a:pt x="2124" y="579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5"/>
                  </a:lnTo>
                  <a:lnTo>
                    <a:pt x="3514" y="1158"/>
                  </a:lnTo>
                  <a:lnTo>
                    <a:pt x="3591" y="1390"/>
                  </a:lnTo>
                  <a:lnTo>
                    <a:pt x="3668" y="1660"/>
                  </a:lnTo>
                  <a:lnTo>
                    <a:pt x="4132" y="1583"/>
                  </a:lnTo>
                  <a:lnTo>
                    <a:pt x="4016" y="1197"/>
                  </a:lnTo>
                  <a:lnTo>
                    <a:pt x="3823" y="811"/>
                  </a:lnTo>
                  <a:lnTo>
                    <a:pt x="3630" y="541"/>
                  </a:lnTo>
                  <a:lnTo>
                    <a:pt x="3398" y="270"/>
                  </a:lnTo>
                  <a:lnTo>
                    <a:pt x="3244" y="193"/>
                  </a:lnTo>
                  <a:lnTo>
                    <a:pt x="3089" y="116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11"/>
            <p:cNvSpPr/>
            <p:nvPr/>
          </p:nvSpPr>
          <p:spPr>
            <a:xfrm>
              <a:off x="2133125" y="3382150"/>
              <a:ext cx="437350" cy="302200"/>
            </a:xfrm>
            <a:custGeom>
              <a:avLst/>
              <a:gdLst/>
              <a:ahLst/>
              <a:cxnLst/>
              <a:rect l="l" t="t" r="r" b="b"/>
              <a:pathLst>
                <a:path w="17494" h="12088" extrusionOk="0">
                  <a:moveTo>
                    <a:pt x="12087" y="541"/>
                  </a:moveTo>
                  <a:lnTo>
                    <a:pt x="12203" y="580"/>
                  </a:lnTo>
                  <a:lnTo>
                    <a:pt x="12319" y="657"/>
                  </a:lnTo>
                  <a:lnTo>
                    <a:pt x="12628" y="889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93"/>
                  </a:lnTo>
                  <a:lnTo>
                    <a:pt x="13478" y="2279"/>
                  </a:lnTo>
                  <a:lnTo>
                    <a:pt x="13632" y="2665"/>
                  </a:lnTo>
                  <a:lnTo>
                    <a:pt x="13825" y="3476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511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3" y="1738"/>
                  </a:lnTo>
                  <a:lnTo>
                    <a:pt x="11508" y="1429"/>
                  </a:lnTo>
                  <a:lnTo>
                    <a:pt x="11431" y="1082"/>
                  </a:lnTo>
                  <a:lnTo>
                    <a:pt x="11663" y="734"/>
                  </a:lnTo>
                  <a:lnTo>
                    <a:pt x="11779" y="618"/>
                  </a:lnTo>
                  <a:lnTo>
                    <a:pt x="11856" y="541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90" y="1738"/>
                  </a:lnTo>
                  <a:lnTo>
                    <a:pt x="16567" y="1854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704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6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700"/>
                  </a:lnTo>
                  <a:lnTo>
                    <a:pt x="16103" y="1622"/>
                  </a:lnTo>
                  <a:close/>
                  <a:moveTo>
                    <a:pt x="13864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52"/>
                  </a:lnTo>
                  <a:lnTo>
                    <a:pt x="12667" y="5484"/>
                  </a:lnTo>
                  <a:lnTo>
                    <a:pt x="12165" y="5793"/>
                  </a:lnTo>
                  <a:lnTo>
                    <a:pt x="11894" y="5909"/>
                  </a:lnTo>
                  <a:lnTo>
                    <a:pt x="11624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8" y="5291"/>
                  </a:lnTo>
                  <a:lnTo>
                    <a:pt x="11122" y="5098"/>
                  </a:lnTo>
                  <a:lnTo>
                    <a:pt x="11277" y="4982"/>
                  </a:lnTo>
                  <a:lnTo>
                    <a:pt x="11547" y="4750"/>
                  </a:lnTo>
                  <a:lnTo>
                    <a:pt x="11817" y="4673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2" y="5407"/>
                  </a:lnTo>
                  <a:lnTo>
                    <a:pt x="16412" y="5677"/>
                  </a:lnTo>
                  <a:lnTo>
                    <a:pt x="16644" y="6025"/>
                  </a:lnTo>
                  <a:lnTo>
                    <a:pt x="16876" y="6333"/>
                  </a:lnTo>
                  <a:lnTo>
                    <a:pt x="16992" y="6681"/>
                  </a:lnTo>
                  <a:lnTo>
                    <a:pt x="16992" y="6835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374" y="7337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835"/>
                  </a:lnTo>
                  <a:lnTo>
                    <a:pt x="15370" y="6565"/>
                  </a:lnTo>
                  <a:lnTo>
                    <a:pt x="15061" y="6179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78"/>
                  </a:lnTo>
                  <a:lnTo>
                    <a:pt x="11470" y="116"/>
                  </a:lnTo>
                  <a:lnTo>
                    <a:pt x="11354" y="232"/>
                  </a:lnTo>
                  <a:lnTo>
                    <a:pt x="11161" y="425"/>
                  </a:lnTo>
                  <a:lnTo>
                    <a:pt x="11006" y="618"/>
                  </a:lnTo>
                  <a:lnTo>
                    <a:pt x="10929" y="812"/>
                  </a:lnTo>
                  <a:lnTo>
                    <a:pt x="10929" y="1043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700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2" y="2742"/>
                  </a:lnTo>
                  <a:lnTo>
                    <a:pt x="12396" y="3090"/>
                  </a:lnTo>
                  <a:lnTo>
                    <a:pt x="12860" y="3437"/>
                  </a:lnTo>
                  <a:lnTo>
                    <a:pt x="12860" y="3437"/>
                  </a:lnTo>
                  <a:lnTo>
                    <a:pt x="12049" y="3322"/>
                  </a:lnTo>
                  <a:lnTo>
                    <a:pt x="11199" y="3283"/>
                  </a:lnTo>
                  <a:lnTo>
                    <a:pt x="10388" y="3360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45"/>
                  </a:lnTo>
                  <a:lnTo>
                    <a:pt x="9075" y="1622"/>
                  </a:lnTo>
                  <a:lnTo>
                    <a:pt x="9153" y="2124"/>
                  </a:lnTo>
                  <a:lnTo>
                    <a:pt x="9153" y="2626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630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50"/>
                  </a:lnTo>
                  <a:lnTo>
                    <a:pt x="5832" y="5252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51"/>
                  </a:lnTo>
                  <a:lnTo>
                    <a:pt x="3090" y="7724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56"/>
                  </a:lnTo>
                  <a:lnTo>
                    <a:pt x="542" y="10967"/>
                  </a:lnTo>
                  <a:lnTo>
                    <a:pt x="1" y="11817"/>
                  </a:lnTo>
                  <a:lnTo>
                    <a:pt x="349" y="12087"/>
                  </a:lnTo>
                  <a:lnTo>
                    <a:pt x="1546" y="10542"/>
                  </a:lnTo>
                  <a:lnTo>
                    <a:pt x="2743" y="8998"/>
                  </a:lnTo>
                  <a:lnTo>
                    <a:pt x="3360" y="8226"/>
                  </a:lnTo>
                  <a:lnTo>
                    <a:pt x="4017" y="7531"/>
                  </a:lnTo>
                  <a:lnTo>
                    <a:pt x="4712" y="6835"/>
                  </a:lnTo>
                  <a:lnTo>
                    <a:pt x="5484" y="6179"/>
                  </a:lnTo>
                  <a:lnTo>
                    <a:pt x="6257" y="5600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8" y="4441"/>
                  </a:lnTo>
                  <a:lnTo>
                    <a:pt x="8921" y="4287"/>
                  </a:lnTo>
                  <a:lnTo>
                    <a:pt x="9423" y="4132"/>
                  </a:lnTo>
                  <a:lnTo>
                    <a:pt x="9886" y="4017"/>
                  </a:lnTo>
                  <a:lnTo>
                    <a:pt x="10388" y="3939"/>
                  </a:lnTo>
                  <a:lnTo>
                    <a:pt x="10852" y="3862"/>
                  </a:lnTo>
                  <a:lnTo>
                    <a:pt x="11354" y="3823"/>
                  </a:lnTo>
                  <a:lnTo>
                    <a:pt x="11856" y="3823"/>
                  </a:lnTo>
                  <a:lnTo>
                    <a:pt x="12358" y="3862"/>
                  </a:lnTo>
                  <a:lnTo>
                    <a:pt x="12860" y="3939"/>
                  </a:lnTo>
                  <a:lnTo>
                    <a:pt x="12358" y="4017"/>
                  </a:lnTo>
                  <a:lnTo>
                    <a:pt x="11856" y="4132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712"/>
                  </a:lnTo>
                  <a:lnTo>
                    <a:pt x="10697" y="4866"/>
                  </a:lnTo>
                  <a:lnTo>
                    <a:pt x="10543" y="5098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86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3"/>
                  </a:lnTo>
                  <a:lnTo>
                    <a:pt x="11006" y="6449"/>
                  </a:lnTo>
                  <a:lnTo>
                    <a:pt x="11585" y="6449"/>
                  </a:lnTo>
                  <a:lnTo>
                    <a:pt x="11894" y="6372"/>
                  </a:lnTo>
                  <a:lnTo>
                    <a:pt x="12165" y="6295"/>
                  </a:lnTo>
                  <a:lnTo>
                    <a:pt x="12628" y="6063"/>
                  </a:lnTo>
                  <a:lnTo>
                    <a:pt x="13053" y="5831"/>
                  </a:lnTo>
                  <a:lnTo>
                    <a:pt x="13439" y="5523"/>
                  </a:lnTo>
                  <a:lnTo>
                    <a:pt x="13400" y="5561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47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876" y="7878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6"/>
                  </a:lnTo>
                  <a:lnTo>
                    <a:pt x="17378" y="7531"/>
                  </a:lnTo>
                  <a:lnTo>
                    <a:pt x="17416" y="7415"/>
                  </a:lnTo>
                  <a:lnTo>
                    <a:pt x="17455" y="7260"/>
                  </a:lnTo>
                  <a:lnTo>
                    <a:pt x="17494" y="6951"/>
                  </a:lnTo>
                  <a:lnTo>
                    <a:pt x="17416" y="6642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827"/>
                  </a:lnTo>
                  <a:lnTo>
                    <a:pt x="16026" y="4634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39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90"/>
                  </a:lnTo>
                  <a:lnTo>
                    <a:pt x="16914" y="2897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6" y="2202"/>
                  </a:lnTo>
                  <a:lnTo>
                    <a:pt x="17107" y="1931"/>
                  </a:lnTo>
                  <a:lnTo>
                    <a:pt x="17069" y="1700"/>
                  </a:lnTo>
                  <a:lnTo>
                    <a:pt x="16914" y="1507"/>
                  </a:lnTo>
                  <a:lnTo>
                    <a:pt x="16760" y="1352"/>
                  </a:lnTo>
                  <a:lnTo>
                    <a:pt x="16567" y="1236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75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80" y="2472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89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55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11"/>
            <p:cNvSpPr/>
            <p:nvPr/>
          </p:nvSpPr>
          <p:spPr>
            <a:xfrm>
              <a:off x="2737450" y="3395675"/>
              <a:ext cx="459550" cy="296375"/>
            </a:xfrm>
            <a:custGeom>
              <a:avLst/>
              <a:gdLst/>
              <a:ahLst/>
              <a:cxnLst/>
              <a:rect l="l" t="t" r="r" b="b"/>
              <a:pathLst>
                <a:path w="18382" h="11855" extrusionOk="0">
                  <a:moveTo>
                    <a:pt x="17648" y="2935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8"/>
                  </a:lnTo>
                  <a:lnTo>
                    <a:pt x="17880" y="3321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39"/>
                  </a:lnTo>
                  <a:lnTo>
                    <a:pt x="17648" y="4132"/>
                  </a:lnTo>
                  <a:lnTo>
                    <a:pt x="17300" y="4402"/>
                  </a:lnTo>
                  <a:lnTo>
                    <a:pt x="17030" y="4595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3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4"/>
                  </a:lnTo>
                  <a:lnTo>
                    <a:pt x="16528" y="3514"/>
                  </a:lnTo>
                  <a:lnTo>
                    <a:pt x="16721" y="3282"/>
                  </a:lnTo>
                  <a:lnTo>
                    <a:pt x="16953" y="3128"/>
                  </a:lnTo>
                  <a:lnTo>
                    <a:pt x="17223" y="2974"/>
                  </a:lnTo>
                  <a:lnTo>
                    <a:pt x="17493" y="2935"/>
                  </a:lnTo>
                  <a:close/>
                  <a:moveTo>
                    <a:pt x="14211" y="4866"/>
                  </a:moveTo>
                  <a:lnTo>
                    <a:pt x="14481" y="4904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29"/>
                  </a:lnTo>
                  <a:lnTo>
                    <a:pt x="14752" y="5522"/>
                  </a:lnTo>
                  <a:lnTo>
                    <a:pt x="14288" y="5677"/>
                  </a:lnTo>
                  <a:lnTo>
                    <a:pt x="14018" y="5715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599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6"/>
                  </a:lnTo>
                  <a:lnTo>
                    <a:pt x="13169" y="5020"/>
                  </a:lnTo>
                  <a:lnTo>
                    <a:pt x="13323" y="4943"/>
                  </a:lnTo>
                  <a:lnTo>
                    <a:pt x="13555" y="4904"/>
                  </a:lnTo>
                  <a:lnTo>
                    <a:pt x="13864" y="4866"/>
                  </a:lnTo>
                  <a:close/>
                  <a:moveTo>
                    <a:pt x="15756" y="5522"/>
                  </a:moveTo>
                  <a:lnTo>
                    <a:pt x="16374" y="5831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3"/>
                  </a:lnTo>
                  <a:lnTo>
                    <a:pt x="17571" y="6912"/>
                  </a:lnTo>
                  <a:lnTo>
                    <a:pt x="17609" y="7067"/>
                  </a:lnTo>
                  <a:lnTo>
                    <a:pt x="17609" y="7221"/>
                  </a:lnTo>
                  <a:lnTo>
                    <a:pt x="17609" y="7453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3"/>
                  </a:lnTo>
                  <a:lnTo>
                    <a:pt x="17146" y="7723"/>
                  </a:lnTo>
                  <a:lnTo>
                    <a:pt x="16953" y="7685"/>
                  </a:lnTo>
                  <a:lnTo>
                    <a:pt x="16798" y="7607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6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1"/>
                  </a:lnTo>
                  <a:lnTo>
                    <a:pt x="15756" y="5522"/>
                  </a:lnTo>
                  <a:close/>
                  <a:moveTo>
                    <a:pt x="4944" y="464"/>
                  </a:moveTo>
                  <a:lnTo>
                    <a:pt x="5561" y="502"/>
                  </a:lnTo>
                  <a:lnTo>
                    <a:pt x="6141" y="657"/>
                  </a:lnTo>
                  <a:lnTo>
                    <a:pt x="6681" y="888"/>
                  </a:lnTo>
                  <a:lnTo>
                    <a:pt x="7222" y="1197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4"/>
                  </a:lnTo>
                  <a:lnTo>
                    <a:pt x="8766" y="2781"/>
                  </a:lnTo>
                  <a:lnTo>
                    <a:pt x="9037" y="3205"/>
                  </a:lnTo>
                  <a:lnTo>
                    <a:pt x="9268" y="3669"/>
                  </a:lnTo>
                  <a:lnTo>
                    <a:pt x="9693" y="4595"/>
                  </a:lnTo>
                  <a:lnTo>
                    <a:pt x="10079" y="5522"/>
                  </a:lnTo>
                  <a:lnTo>
                    <a:pt x="10272" y="5908"/>
                  </a:lnTo>
                  <a:lnTo>
                    <a:pt x="10504" y="6294"/>
                  </a:lnTo>
                  <a:lnTo>
                    <a:pt x="10736" y="6642"/>
                  </a:lnTo>
                  <a:lnTo>
                    <a:pt x="11006" y="6912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0"/>
                  </a:lnTo>
                  <a:lnTo>
                    <a:pt x="13207" y="7492"/>
                  </a:lnTo>
                  <a:lnTo>
                    <a:pt x="13516" y="7414"/>
                  </a:lnTo>
                  <a:lnTo>
                    <a:pt x="13825" y="7260"/>
                  </a:lnTo>
                  <a:lnTo>
                    <a:pt x="14095" y="7105"/>
                  </a:lnTo>
                  <a:lnTo>
                    <a:pt x="14366" y="6951"/>
                  </a:lnTo>
                  <a:lnTo>
                    <a:pt x="14597" y="6719"/>
                  </a:lnTo>
                  <a:lnTo>
                    <a:pt x="14829" y="6488"/>
                  </a:lnTo>
                  <a:lnTo>
                    <a:pt x="14404" y="7221"/>
                  </a:lnTo>
                  <a:lnTo>
                    <a:pt x="13941" y="7878"/>
                  </a:lnTo>
                  <a:lnTo>
                    <a:pt x="13439" y="8534"/>
                  </a:lnTo>
                  <a:lnTo>
                    <a:pt x="12860" y="9113"/>
                  </a:lnTo>
                  <a:lnTo>
                    <a:pt x="12242" y="9615"/>
                  </a:lnTo>
                  <a:lnTo>
                    <a:pt x="11547" y="10079"/>
                  </a:lnTo>
                  <a:lnTo>
                    <a:pt x="10813" y="10503"/>
                  </a:lnTo>
                  <a:lnTo>
                    <a:pt x="10041" y="10812"/>
                  </a:lnTo>
                  <a:lnTo>
                    <a:pt x="9462" y="11005"/>
                  </a:lnTo>
                  <a:lnTo>
                    <a:pt x="8882" y="11160"/>
                  </a:lnTo>
                  <a:lnTo>
                    <a:pt x="8303" y="11276"/>
                  </a:lnTo>
                  <a:lnTo>
                    <a:pt x="7724" y="11314"/>
                  </a:lnTo>
                  <a:lnTo>
                    <a:pt x="7145" y="11353"/>
                  </a:lnTo>
                  <a:lnTo>
                    <a:pt x="6604" y="11314"/>
                  </a:lnTo>
                  <a:lnTo>
                    <a:pt x="6025" y="11237"/>
                  </a:lnTo>
                  <a:lnTo>
                    <a:pt x="5484" y="11121"/>
                  </a:lnTo>
                  <a:lnTo>
                    <a:pt x="4944" y="10967"/>
                  </a:lnTo>
                  <a:lnTo>
                    <a:pt x="4442" y="10735"/>
                  </a:lnTo>
                  <a:lnTo>
                    <a:pt x="3940" y="10503"/>
                  </a:lnTo>
                  <a:lnTo>
                    <a:pt x="3476" y="10195"/>
                  </a:lnTo>
                  <a:lnTo>
                    <a:pt x="3013" y="9847"/>
                  </a:lnTo>
                  <a:lnTo>
                    <a:pt x="2549" y="9461"/>
                  </a:lnTo>
                  <a:lnTo>
                    <a:pt x="2163" y="9036"/>
                  </a:lnTo>
                  <a:lnTo>
                    <a:pt x="1777" y="8573"/>
                  </a:lnTo>
                  <a:lnTo>
                    <a:pt x="1430" y="8032"/>
                  </a:lnTo>
                  <a:lnTo>
                    <a:pt x="1121" y="7492"/>
                  </a:lnTo>
                  <a:lnTo>
                    <a:pt x="850" y="6912"/>
                  </a:lnTo>
                  <a:lnTo>
                    <a:pt x="657" y="6333"/>
                  </a:lnTo>
                  <a:lnTo>
                    <a:pt x="503" y="5754"/>
                  </a:lnTo>
                  <a:lnTo>
                    <a:pt x="426" y="5136"/>
                  </a:lnTo>
                  <a:lnTo>
                    <a:pt x="426" y="4518"/>
                  </a:lnTo>
                  <a:lnTo>
                    <a:pt x="503" y="3862"/>
                  </a:lnTo>
                  <a:lnTo>
                    <a:pt x="696" y="3282"/>
                  </a:lnTo>
                  <a:lnTo>
                    <a:pt x="928" y="2742"/>
                  </a:lnTo>
                  <a:lnTo>
                    <a:pt x="1275" y="2240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79"/>
                  </a:lnTo>
                  <a:lnTo>
                    <a:pt x="4326" y="464"/>
                  </a:lnTo>
                  <a:close/>
                  <a:moveTo>
                    <a:pt x="4519" y="0"/>
                  </a:moveTo>
                  <a:lnTo>
                    <a:pt x="4249" y="39"/>
                  </a:lnTo>
                  <a:lnTo>
                    <a:pt x="3901" y="77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5"/>
                  </a:lnTo>
                  <a:lnTo>
                    <a:pt x="2472" y="579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3"/>
                  </a:lnTo>
                  <a:lnTo>
                    <a:pt x="1082" y="1699"/>
                  </a:lnTo>
                  <a:lnTo>
                    <a:pt x="773" y="2163"/>
                  </a:lnTo>
                  <a:lnTo>
                    <a:pt x="503" y="2626"/>
                  </a:lnTo>
                  <a:lnTo>
                    <a:pt x="310" y="3089"/>
                  </a:lnTo>
                  <a:lnTo>
                    <a:pt x="155" y="3591"/>
                  </a:lnTo>
                  <a:lnTo>
                    <a:pt x="40" y="4093"/>
                  </a:lnTo>
                  <a:lnTo>
                    <a:pt x="1" y="4595"/>
                  </a:lnTo>
                  <a:lnTo>
                    <a:pt x="1" y="5136"/>
                  </a:lnTo>
                  <a:lnTo>
                    <a:pt x="78" y="5638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8"/>
                  </a:lnTo>
                  <a:lnTo>
                    <a:pt x="1237" y="8611"/>
                  </a:lnTo>
                  <a:lnTo>
                    <a:pt x="1545" y="9036"/>
                  </a:lnTo>
                  <a:lnTo>
                    <a:pt x="2009" y="9577"/>
                  </a:lnTo>
                  <a:lnTo>
                    <a:pt x="2472" y="10040"/>
                  </a:lnTo>
                  <a:lnTo>
                    <a:pt x="2974" y="10426"/>
                  </a:lnTo>
                  <a:lnTo>
                    <a:pt x="3476" y="10812"/>
                  </a:lnTo>
                  <a:lnTo>
                    <a:pt x="4055" y="11083"/>
                  </a:lnTo>
                  <a:lnTo>
                    <a:pt x="4596" y="11353"/>
                  </a:lnTo>
                  <a:lnTo>
                    <a:pt x="5214" y="11546"/>
                  </a:lnTo>
                  <a:lnTo>
                    <a:pt x="5832" y="11701"/>
                  </a:lnTo>
                  <a:lnTo>
                    <a:pt x="5870" y="11855"/>
                  </a:lnTo>
                  <a:lnTo>
                    <a:pt x="6218" y="11778"/>
                  </a:lnTo>
                  <a:lnTo>
                    <a:pt x="7029" y="11816"/>
                  </a:lnTo>
                  <a:lnTo>
                    <a:pt x="7840" y="11816"/>
                  </a:lnTo>
                  <a:lnTo>
                    <a:pt x="8689" y="11701"/>
                  </a:lnTo>
                  <a:lnTo>
                    <a:pt x="9539" y="11507"/>
                  </a:lnTo>
                  <a:lnTo>
                    <a:pt x="10272" y="11237"/>
                  </a:lnTo>
                  <a:lnTo>
                    <a:pt x="11006" y="10928"/>
                  </a:lnTo>
                  <a:lnTo>
                    <a:pt x="11315" y="10812"/>
                  </a:lnTo>
                  <a:lnTo>
                    <a:pt x="11315" y="10774"/>
                  </a:lnTo>
                  <a:lnTo>
                    <a:pt x="12049" y="10349"/>
                  </a:lnTo>
                  <a:lnTo>
                    <a:pt x="12705" y="9847"/>
                  </a:lnTo>
                  <a:lnTo>
                    <a:pt x="13362" y="9306"/>
                  </a:lnTo>
                  <a:lnTo>
                    <a:pt x="13941" y="8689"/>
                  </a:lnTo>
                  <a:lnTo>
                    <a:pt x="14481" y="8032"/>
                  </a:lnTo>
                  <a:lnTo>
                    <a:pt x="14713" y="7685"/>
                  </a:lnTo>
                  <a:lnTo>
                    <a:pt x="14906" y="7298"/>
                  </a:lnTo>
                  <a:lnTo>
                    <a:pt x="15099" y="6951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19"/>
                  </a:lnTo>
                  <a:lnTo>
                    <a:pt x="15987" y="7144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6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2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3"/>
                  </a:lnTo>
                  <a:lnTo>
                    <a:pt x="18034" y="7260"/>
                  </a:lnTo>
                  <a:lnTo>
                    <a:pt x="17995" y="7028"/>
                  </a:lnTo>
                  <a:lnTo>
                    <a:pt x="17918" y="6835"/>
                  </a:lnTo>
                  <a:lnTo>
                    <a:pt x="17841" y="6642"/>
                  </a:lnTo>
                  <a:lnTo>
                    <a:pt x="17725" y="6449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5"/>
                  </a:lnTo>
                  <a:lnTo>
                    <a:pt x="16567" y="5445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1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3"/>
                  </a:lnTo>
                  <a:lnTo>
                    <a:pt x="18343" y="3553"/>
                  </a:lnTo>
                  <a:lnTo>
                    <a:pt x="18382" y="3321"/>
                  </a:lnTo>
                  <a:lnTo>
                    <a:pt x="18343" y="3089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3"/>
                  </a:lnTo>
                  <a:lnTo>
                    <a:pt x="17841" y="2587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7"/>
                  </a:lnTo>
                  <a:lnTo>
                    <a:pt x="16953" y="2703"/>
                  </a:lnTo>
                  <a:lnTo>
                    <a:pt x="16760" y="2781"/>
                  </a:lnTo>
                  <a:lnTo>
                    <a:pt x="16567" y="2935"/>
                  </a:lnTo>
                  <a:lnTo>
                    <a:pt x="16412" y="3089"/>
                  </a:lnTo>
                  <a:lnTo>
                    <a:pt x="16258" y="3282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0"/>
                  </a:lnTo>
                  <a:lnTo>
                    <a:pt x="15524" y="5020"/>
                  </a:lnTo>
                  <a:lnTo>
                    <a:pt x="15099" y="4788"/>
                  </a:lnTo>
                  <a:lnTo>
                    <a:pt x="14675" y="4634"/>
                  </a:lnTo>
                  <a:lnTo>
                    <a:pt x="14211" y="4518"/>
                  </a:lnTo>
                  <a:lnTo>
                    <a:pt x="13748" y="4518"/>
                  </a:lnTo>
                  <a:lnTo>
                    <a:pt x="13362" y="4595"/>
                  </a:lnTo>
                  <a:lnTo>
                    <a:pt x="13169" y="4634"/>
                  </a:lnTo>
                  <a:lnTo>
                    <a:pt x="12975" y="4711"/>
                  </a:lnTo>
                  <a:lnTo>
                    <a:pt x="12782" y="4788"/>
                  </a:lnTo>
                  <a:lnTo>
                    <a:pt x="12628" y="4943"/>
                  </a:lnTo>
                  <a:lnTo>
                    <a:pt x="12512" y="5097"/>
                  </a:lnTo>
                  <a:lnTo>
                    <a:pt x="12435" y="5252"/>
                  </a:lnTo>
                  <a:lnTo>
                    <a:pt x="12396" y="5445"/>
                  </a:lnTo>
                  <a:lnTo>
                    <a:pt x="12473" y="5638"/>
                  </a:lnTo>
                  <a:lnTo>
                    <a:pt x="12551" y="5792"/>
                  </a:lnTo>
                  <a:lnTo>
                    <a:pt x="12705" y="5908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0"/>
                  </a:lnTo>
                  <a:lnTo>
                    <a:pt x="13786" y="6140"/>
                  </a:lnTo>
                  <a:lnTo>
                    <a:pt x="14134" y="6101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19"/>
                  </a:lnTo>
                  <a:lnTo>
                    <a:pt x="13671" y="6835"/>
                  </a:lnTo>
                  <a:lnTo>
                    <a:pt x="13439" y="6951"/>
                  </a:lnTo>
                  <a:lnTo>
                    <a:pt x="13207" y="7028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0"/>
                  </a:lnTo>
                  <a:lnTo>
                    <a:pt x="10968" y="6140"/>
                  </a:lnTo>
                  <a:lnTo>
                    <a:pt x="10774" y="5792"/>
                  </a:lnTo>
                  <a:lnTo>
                    <a:pt x="10504" y="5329"/>
                  </a:lnTo>
                  <a:lnTo>
                    <a:pt x="10311" y="4827"/>
                  </a:lnTo>
                  <a:lnTo>
                    <a:pt x="9886" y="3862"/>
                  </a:lnTo>
                  <a:lnTo>
                    <a:pt x="9655" y="3398"/>
                  </a:lnTo>
                  <a:lnTo>
                    <a:pt x="9423" y="2935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1"/>
                  </a:lnTo>
                  <a:lnTo>
                    <a:pt x="6874" y="502"/>
                  </a:lnTo>
                  <a:lnTo>
                    <a:pt x="6295" y="271"/>
                  </a:lnTo>
                  <a:lnTo>
                    <a:pt x="5716" y="116"/>
                  </a:lnTo>
                  <a:lnTo>
                    <a:pt x="5137" y="39"/>
                  </a:lnTo>
                  <a:lnTo>
                    <a:pt x="451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11"/>
            <p:cNvSpPr/>
            <p:nvPr/>
          </p:nvSpPr>
          <p:spPr>
            <a:xfrm>
              <a:off x="2769325" y="3423675"/>
              <a:ext cx="144825" cy="164125"/>
            </a:xfrm>
            <a:custGeom>
              <a:avLst/>
              <a:gdLst/>
              <a:ahLst/>
              <a:cxnLst/>
              <a:rect l="l" t="t" r="r" b="b"/>
              <a:pathLst>
                <a:path w="5793" h="6565" extrusionOk="0">
                  <a:moveTo>
                    <a:pt x="2858" y="463"/>
                  </a:moveTo>
                  <a:lnTo>
                    <a:pt x="3360" y="618"/>
                  </a:lnTo>
                  <a:lnTo>
                    <a:pt x="3823" y="811"/>
                  </a:lnTo>
                  <a:lnTo>
                    <a:pt x="4248" y="1081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8"/>
                  </a:lnTo>
                  <a:lnTo>
                    <a:pt x="5252" y="2510"/>
                  </a:lnTo>
                  <a:lnTo>
                    <a:pt x="5290" y="2780"/>
                  </a:lnTo>
                  <a:lnTo>
                    <a:pt x="5329" y="3051"/>
                  </a:lnTo>
                  <a:lnTo>
                    <a:pt x="5329" y="3321"/>
                  </a:lnTo>
                  <a:lnTo>
                    <a:pt x="5290" y="3784"/>
                  </a:lnTo>
                  <a:lnTo>
                    <a:pt x="5175" y="4248"/>
                  </a:lnTo>
                  <a:lnTo>
                    <a:pt x="4981" y="4711"/>
                  </a:lnTo>
                  <a:lnTo>
                    <a:pt x="4711" y="5097"/>
                  </a:lnTo>
                  <a:lnTo>
                    <a:pt x="4364" y="5445"/>
                  </a:lnTo>
                  <a:lnTo>
                    <a:pt x="4016" y="5715"/>
                  </a:lnTo>
                  <a:lnTo>
                    <a:pt x="3784" y="5831"/>
                  </a:lnTo>
                  <a:lnTo>
                    <a:pt x="3553" y="5947"/>
                  </a:lnTo>
                  <a:lnTo>
                    <a:pt x="3321" y="6024"/>
                  </a:lnTo>
                  <a:lnTo>
                    <a:pt x="3089" y="6063"/>
                  </a:lnTo>
                  <a:lnTo>
                    <a:pt x="2780" y="6101"/>
                  </a:lnTo>
                  <a:lnTo>
                    <a:pt x="2510" y="6101"/>
                  </a:lnTo>
                  <a:lnTo>
                    <a:pt x="2201" y="6063"/>
                  </a:lnTo>
                  <a:lnTo>
                    <a:pt x="1970" y="5985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599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0"/>
                  </a:lnTo>
                  <a:lnTo>
                    <a:pt x="734" y="4788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4"/>
                  </a:lnTo>
                  <a:lnTo>
                    <a:pt x="464" y="2973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699"/>
                  </a:lnTo>
                  <a:lnTo>
                    <a:pt x="966" y="1506"/>
                  </a:lnTo>
                  <a:lnTo>
                    <a:pt x="1120" y="1274"/>
                  </a:lnTo>
                  <a:lnTo>
                    <a:pt x="1313" y="1120"/>
                  </a:lnTo>
                  <a:lnTo>
                    <a:pt x="1506" y="927"/>
                  </a:lnTo>
                  <a:lnTo>
                    <a:pt x="1738" y="811"/>
                  </a:lnTo>
                  <a:lnTo>
                    <a:pt x="1970" y="695"/>
                  </a:lnTo>
                  <a:lnTo>
                    <a:pt x="2201" y="579"/>
                  </a:lnTo>
                  <a:lnTo>
                    <a:pt x="2472" y="541"/>
                  </a:lnTo>
                  <a:lnTo>
                    <a:pt x="2780" y="502"/>
                  </a:lnTo>
                  <a:lnTo>
                    <a:pt x="2819" y="502"/>
                  </a:lnTo>
                  <a:lnTo>
                    <a:pt x="2858" y="463"/>
                  </a:lnTo>
                  <a:close/>
                  <a:moveTo>
                    <a:pt x="2665" y="0"/>
                  </a:moveTo>
                  <a:lnTo>
                    <a:pt x="2587" y="39"/>
                  </a:lnTo>
                  <a:lnTo>
                    <a:pt x="2510" y="77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0"/>
                  </a:lnTo>
                  <a:lnTo>
                    <a:pt x="1854" y="309"/>
                  </a:lnTo>
                  <a:lnTo>
                    <a:pt x="1622" y="386"/>
                  </a:lnTo>
                  <a:lnTo>
                    <a:pt x="1390" y="502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6"/>
                  </a:lnTo>
                  <a:lnTo>
                    <a:pt x="348" y="1738"/>
                  </a:lnTo>
                  <a:lnTo>
                    <a:pt x="155" y="2278"/>
                  </a:lnTo>
                  <a:lnTo>
                    <a:pt x="39" y="2858"/>
                  </a:lnTo>
                  <a:lnTo>
                    <a:pt x="0" y="3398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2"/>
                  </a:lnTo>
                  <a:lnTo>
                    <a:pt x="309" y="4943"/>
                  </a:lnTo>
                  <a:lnTo>
                    <a:pt x="425" y="5213"/>
                  </a:lnTo>
                  <a:lnTo>
                    <a:pt x="579" y="5445"/>
                  </a:lnTo>
                  <a:lnTo>
                    <a:pt x="734" y="5676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7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6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6"/>
                  </a:lnTo>
                  <a:lnTo>
                    <a:pt x="3476" y="6449"/>
                  </a:lnTo>
                  <a:lnTo>
                    <a:pt x="3784" y="6333"/>
                  </a:lnTo>
                  <a:lnTo>
                    <a:pt x="4055" y="6217"/>
                  </a:lnTo>
                  <a:lnTo>
                    <a:pt x="4325" y="6063"/>
                  </a:lnTo>
                  <a:lnTo>
                    <a:pt x="4557" y="5908"/>
                  </a:lnTo>
                  <a:lnTo>
                    <a:pt x="4788" y="5715"/>
                  </a:lnTo>
                  <a:lnTo>
                    <a:pt x="4981" y="5483"/>
                  </a:lnTo>
                  <a:lnTo>
                    <a:pt x="5175" y="5252"/>
                  </a:lnTo>
                  <a:lnTo>
                    <a:pt x="5329" y="4981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0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7"/>
                  </a:lnTo>
                  <a:lnTo>
                    <a:pt x="5561" y="2047"/>
                  </a:lnTo>
                  <a:lnTo>
                    <a:pt x="5406" y="1776"/>
                  </a:lnTo>
                  <a:lnTo>
                    <a:pt x="5252" y="1506"/>
                  </a:lnTo>
                  <a:lnTo>
                    <a:pt x="5059" y="1274"/>
                  </a:lnTo>
                  <a:lnTo>
                    <a:pt x="4866" y="1043"/>
                  </a:lnTo>
                  <a:lnTo>
                    <a:pt x="4634" y="811"/>
                  </a:lnTo>
                  <a:lnTo>
                    <a:pt x="4402" y="618"/>
                  </a:lnTo>
                  <a:lnTo>
                    <a:pt x="4132" y="463"/>
                  </a:lnTo>
                  <a:lnTo>
                    <a:pt x="3862" y="309"/>
                  </a:lnTo>
                  <a:lnTo>
                    <a:pt x="3591" y="193"/>
                  </a:lnTo>
                  <a:lnTo>
                    <a:pt x="3282" y="116"/>
                  </a:lnTo>
                  <a:lnTo>
                    <a:pt x="2974" y="39"/>
                  </a:lnTo>
                  <a:lnTo>
                    <a:pt x="266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11"/>
            <p:cNvSpPr/>
            <p:nvPr/>
          </p:nvSpPr>
          <p:spPr>
            <a:xfrm>
              <a:off x="3889150" y="34449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3" y="3823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0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4" y="5986"/>
                  </a:lnTo>
                  <a:lnTo>
                    <a:pt x="11430" y="6140"/>
                  </a:lnTo>
                  <a:lnTo>
                    <a:pt x="11353" y="6218"/>
                  </a:lnTo>
                  <a:lnTo>
                    <a:pt x="11237" y="6256"/>
                  </a:lnTo>
                  <a:lnTo>
                    <a:pt x="11083" y="6295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0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9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4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1" y="9616"/>
                  </a:lnTo>
                  <a:lnTo>
                    <a:pt x="12936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5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11"/>
            <p:cNvSpPr/>
            <p:nvPr/>
          </p:nvSpPr>
          <p:spPr>
            <a:xfrm>
              <a:off x="4428800" y="3447800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0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3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2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7"/>
                  </a:lnTo>
                  <a:lnTo>
                    <a:pt x="6951" y="12627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7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11"/>
            <p:cNvSpPr/>
            <p:nvPr/>
          </p:nvSpPr>
          <p:spPr>
            <a:xfrm>
              <a:off x="4598700" y="3452625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49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1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11"/>
            <p:cNvSpPr/>
            <p:nvPr/>
          </p:nvSpPr>
          <p:spPr>
            <a:xfrm>
              <a:off x="3921000" y="34584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59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1" y="9075"/>
                  </a:lnTo>
                  <a:lnTo>
                    <a:pt x="6913" y="8804"/>
                  </a:lnTo>
                  <a:lnTo>
                    <a:pt x="6951" y="8534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8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0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8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4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4"/>
                  </a:lnTo>
                  <a:lnTo>
                    <a:pt x="6449" y="8843"/>
                  </a:lnTo>
                  <a:lnTo>
                    <a:pt x="5716" y="8804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5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11"/>
            <p:cNvSpPr/>
            <p:nvPr/>
          </p:nvSpPr>
          <p:spPr>
            <a:xfrm>
              <a:off x="1220850" y="3492200"/>
              <a:ext cx="274200" cy="516500"/>
            </a:xfrm>
            <a:custGeom>
              <a:avLst/>
              <a:gdLst/>
              <a:ahLst/>
              <a:cxnLst/>
              <a:rect l="l" t="t" r="r" b="b"/>
              <a:pathLst>
                <a:path w="10968" h="20660" extrusionOk="0">
                  <a:moveTo>
                    <a:pt x="1468" y="657"/>
                  </a:moveTo>
                  <a:lnTo>
                    <a:pt x="2086" y="1005"/>
                  </a:lnTo>
                  <a:lnTo>
                    <a:pt x="2665" y="1391"/>
                  </a:lnTo>
                  <a:lnTo>
                    <a:pt x="3052" y="1661"/>
                  </a:lnTo>
                  <a:lnTo>
                    <a:pt x="3438" y="1970"/>
                  </a:lnTo>
                  <a:lnTo>
                    <a:pt x="3592" y="2125"/>
                  </a:lnTo>
                  <a:lnTo>
                    <a:pt x="3708" y="2279"/>
                  </a:lnTo>
                  <a:lnTo>
                    <a:pt x="3862" y="2588"/>
                  </a:lnTo>
                  <a:lnTo>
                    <a:pt x="3978" y="2935"/>
                  </a:lnTo>
                  <a:lnTo>
                    <a:pt x="4055" y="3322"/>
                  </a:lnTo>
                  <a:lnTo>
                    <a:pt x="5098" y="7492"/>
                  </a:lnTo>
                  <a:lnTo>
                    <a:pt x="7222" y="16180"/>
                  </a:lnTo>
                  <a:lnTo>
                    <a:pt x="7261" y="16258"/>
                  </a:lnTo>
                  <a:lnTo>
                    <a:pt x="7299" y="16296"/>
                  </a:lnTo>
                  <a:lnTo>
                    <a:pt x="7369" y="16331"/>
                  </a:lnTo>
                  <a:lnTo>
                    <a:pt x="7369" y="16331"/>
                  </a:lnTo>
                  <a:lnTo>
                    <a:pt x="6990" y="16489"/>
                  </a:lnTo>
                  <a:lnTo>
                    <a:pt x="6334" y="14481"/>
                  </a:lnTo>
                  <a:lnTo>
                    <a:pt x="5677" y="12512"/>
                  </a:lnTo>
                  <a:lnTo>
                    <a:pt x="4287" y="8573"/>
                  </a:lnTo>
                  <a:lnTo>
                    <a:pt x="2858" y="4634"/>
                  </a:lnTo>
                  <a:lnTo>
                    <a:pt x="1468" y="657"/>
                  </a:lnTo>
                  <a:close/>
                  <a:moveTo>
                    <a:pt x="1121" y="503"/>
                  </a:moveTo>
                  <a:lnTo>
                    <a:pt x="1121" y="580"/>
                  </a:lnTo>
                  <a:lnTo>
                    <a:pt x="3940" y="8573"/>
                  </a:lnTo>
                  <a:lnTo>
                    <a:pt x="5368" y="12551"/>
                  </a:lnTo>
                  <a:lnTo>
                    <a:pt x="6102" y="14558"/>
                  </a:lnTo>
                  <a:lnTo>
                    <a:pt x="6874" y="16528"/>
                  </a:lnTo>
                  <a:lnTo>
                    <a:pt x="6681" y="16566"/>
                  </a:lnTo>
                  <a:lnTo>
                    <a:pt x="5755" y="14636"/>
                  </a:lnTo>
                  <a:lnTo>
                    <a:pt x="4789" y="12705"/>
                  </a:lnTo>
                  <a:lnTo>
                    <a:pt x="2820" y="8882"/>
                  </a:lnTo>
                  <a:lnTo>
                    <a:pt x="1777" y="6951"/>
                  </a:lnTo>
                  <a:lnTo>
                    <a:pt x="773" y="4982"/>
                  </a:lnTo>
                  <a:lnTo>
                    <a:pt x="657" y="4712"/>
                  </a:lnTo>
                  <a:lnTo>
                    <a:pt x="580" y="4441"/>
                  </a:lnTo>
                  <a:lnTo>
                    <a:pt x="542" y="4171"/>
                  </a:lnTo>
                  <a:lnTo>
                    <a:pt x="503" y="3901"/>
                  </a:lnTo>
                  <a:lnTo>
                    <a:pt x="503" y="3322"/>
                  </a:lnTo>
                  <a:lnTo>
                    <a:pt x="542" y="2781"/>
                  </a:lnTo>
                  <a:lnTo>
                    <a:pt x="657" y="2202"/>
                  </a:lnTo>
                  <a:lnTo>
                    <a:pt x="812" y="1623"/>
                  </a:lnTo>
                  <a:lnTo>
                    <a:pt x="1121" y="503"/>
                  </a:lnTo>
                  <a:close/>
                  <a:moveTo>
                    <a:pt x="9886" y="13786"/>
                  </a:moveTo>
                  <a:lnTo>
                    <a:pt x="10041" y="13825"/>
                  </a:lnTo>
                  <a:lnTo>
                    <a:pt x="10157" y="13902"/>
                  </a:lnTo>
                  <a:lnTo>
                    <a:pt x="10311" y="14018"/>
                  </a:lnTo>
                  <a:lnTo>
                    <a:pt x="10581" y="14481"/>
                  </a:lnTo>
                  <a:lnTo>
                    <a:pt x="10620" y="14674"/>
                  </a:lnTo>
                  <a:lnTo>
                    <a:pt x="10620" y="14906"/>
                  </a:lnTo>
                  <a:lnTo>
                    <a:pt x="10581" y="15099"/>
                  </a:lnTo>
                  <a:lnTo>
                    <a:pt x="10504" y="15254"/>
                  </a:lnTo>
                  <a:lnTo>
                    <a:pt x="10311" y="15640"/>
                  </a:lnTo>
                  <a:lnTo>
                    <a:pt x="10041" y="15910"/>
                  </a:lnTo>
                  <a:lnTo>
                    <a:pt x="9655" y="16296"/>
                  </a:lnTo>
                  <a:lnTo>
                    <a:pt x="9191" y="16605"/>
                  </a:lnTo>
                  <a:lnTo>
                    <a:pt x="8728" y="16914"/>
                  </a:lnTo>
                  <a:lnTo>
                    <a:pt x="8265" y="17184"/>
                  </a:lnTo>
                  <a:lnTo>
                    <a:pt x="8149" y="17184"/>
                  </a:lnTo>
                  <a:lnTo>
                    <a:pt x="8071" y="17262"/>
                  </a:lnTo>
                  <a:lnTo>
                    <a:pt x="7724" y="17416"/>
                  </a:lnTo>
                  <a:lnTo>
                    <a:pt x="7029" y="17725"/>
                  </a:lnTo>
                  <a:lnTo>
                    <a:pt x="6295" y="17995"/>
                  </a:lnTo>
                  <a:lnTo>
                    <a:pt x="5523" y="18150"/>
                  </a:lnTo>
                  <a:lnTo>
                    <a:pt x="4789" y="18304"/>
                  </a:lnTo>
                  <a:lnTo>
                    <a:pt x="4403" y="18343"/>
                  </a:lnTo>
                  <a:lnTo>
                    <a:pt x="4055" y="18343"/>
                  </a:lnTo>
                  <a:lnTo>
                    <a:pt x="3669" y="18266"/>
                  </a:lnTo>
                  <a:lnTo>
                    <a:pt x="3515" y="18227"/>
                  </a:lnTo>
                  <a:lnTo>
                    <a:pt x="3360" y="18150"/>
                  </a:lnTo>
                  <a:lnTo>
                    <a:pt x="3245" y="18034"/>
                  </a:lnTo>
                  <a:lnTo>
                    <a:pt x="3129" y="17957"/>
                  </a:lnTo>
                  <a:lnTo>
                    <a:pt x="2974" y="17686"/>
                  </a:lnTo>
                  <a:lnTo>
                    <a:pt x="2858" y="17377"/>
                  </a:lnTo>
                  <a:lnTo>
                    <a:pt x="2858" y="17068"/>
                  </a:lnTo>
                  <a:lnTo>
                    <a:pt x="2897" y="16875"/>
                  </a:lnTo>
                  <a:lnTo>
                    <a:pt x="2974" y="16721"/>
                  </a:lnTo>
                  <a:lnTo>
                    <a:pt x="3090" y="16566"/>
                  </a:lnTo>
                  <a:lnTo>
                    <a:pt x="3206" y="16451"/>
                  </a:lnTo>
                  <a:lnTo>
                    <a:pt x="3322" y="16373"/>
                  </a:lnTo>
                  <a:lnTo>
                    <a:pt x="3476" y="16296"/>
                  </a:lnTo>
                  <a:lnTo>
                    <a:pt x="3592" y="16296"/>
                  </a:lnTo>
                  <a:lnTo>
                    <a:pt x="3708" y="16335"/>
                  </a:lnTo>
                  <a:lnTo>
                    <a:pt x="3824" y="16451"/>
                  </a:lnTo>
                  <a:lnTo>
                    <a:pt x="3940" y="16605"/>
                  </a:lnTo>
                  <a:lnTo>
                    <a:pt x="4094" y="16798"/>
                  </a:lnTo>
                  <a:lnTo>
                    <a:pt x="4210" y="17068"/>
                  </a:lnTo>
                  <a:lnTo>
                    <a:pt x="4055" y="17068"/>
                  </a:lnTo>
                  <a:lnTo>
                    <a:pt x="3978" y="17107"/>
                  </a:lnTo>
                  <a:lnTo>
                    <a:pt x="3940" y="17184"/>
                  </a:lnTo>
                  <a:lnTo>
                    <a:pt x="3978" y="17300"/>
                  </a:lnTo>
                  <a:lnTo>
                    <a:pt x="4055" y="17339"/>
                  </a:lnTo>
                  <a:lnTo>
                    <a:pt x="4828" y="17339"/>
                  </a:lnTo>
                  <a:lnTo>
                    <a:pt x="5639" y="17262"/>
                  </a:lnTo>
                  <a:lnTo>
                    <a:pt x="6450" y="17107"/>
                  </a:lnTo>
                  <a:lnTo>
                    <a:pt x="7261" y="16875"/>
                  </a:lnTo>
                  <a:lnTo>
                    <a:pt x="7647" y="16721"/>
                  </a:lnTo>
                  <a:lnTo>
                    <a:pt x="8033" y="16528"/>
                  </a:lnTo>
                  <a:lnTo>
                    <a:pt x="8419" y="16335"/>
                  </a:lnTo>
                  <a:lnTo>
                    <a:pt x="8728" y="16103"/>
                  </a:lnTo>
                  <a:lnTo>
                    <a:pt x="9075" y="15871"/>
                  </a:lnTo>
                  <a:lnTo>
                    <a:pt x="9384" y="15601"/>
                  </a:lnTo>
                  <a:lnTo>
                    <a:pt x="9616" y="15331"/>
                  </a:lnTo>
                  <a:lnTo>
                    <a:pt x="9886" y="15022"/>
                  </a:lnTo>
                  <a:lnTo>
                    <a:pt x="9886" y="14945"/>
                  </a:lnTo>
                  <a:lnTo>
                    <a:pt x="9886" y="14906"/>
                  </a:lnTo>
                  <a:lnTo>
                    <a:pt x="9848" y="14829"/>
                  </a:lnTo>
                  <a:lnTo>
                    <a:pt x="9809" y="14790"/>
                  </a:lnTo>
                  <a:lnTo>
                    <a:pt x="9732" y="14752"/>
                  </a:lnTo>
                  <a:lnTo>
                    <a:pt x="9616" y="14752"/>
                  </a:lnTo>
                  <a:lnTo>
                    <a:pt x="9539" y="14790"/>
                  </a:lnTo>
                  <a:lnTo>
                    <a:pt x="9307" y="15099"/>
                  </a:lnTo>
                  <a:lnTo>
                    <a:pt x="9114" y="14945"/>
                  </a:lnTo>
                  <a:lnTo>
                    <a:pt x="9037" y="14829"/>
                  </a:lnTo>
                  <a:lnTo>
                    <a:pt x="8998" y="14674"/>
                  </a:lnTo>
                  <a:lnTo>
                    <a:pt x="8998" y="14558"/>
                  </a:lnTo>
                  <a:lnTo>
                    <a:pt x="9037" y="14404"/>
                  </a:lnTo>
                  <a:lnTo>
                    <a:pt x="9114" y="14288"/>
                  </a:lnTo>
                  <a:lnTo>
                    <a:pt x="9346" y="14056"/>
                  </a:lnTo>
                  <a:lnTo>
                    <a:pt x="9462" y="13941"/>
                  </a:lnTo>
                  <a:lnTo>
                    <a:pt x="9539" y="13825"/>
                  </a:lnTo>
                  <a:lnTo>
                    <a:pt x="9655" y="13786"/>
                  </a:lnTo>
                  <a:close/>
                  <a:moveTo>
                    <a:pt x="889" y="1"/>
                  </a:moveTo>
                  <a:lnTo>
                    <a:pt x="812" y="78"/>
                  </a:lnTo>
                  <a:lnTo>
                    <a:pt x="773" y="155"/>
                  </a:lnTo>
                  <a:lnTo>
                    <a:pt x="194" y="2511"/>
                  </a:lnTo>
                  <a:lnTo>
                    <a:pt x="117" y="2897"/>
                  </a:lnTo>
                  <a:lnTo>
                    <a:pt x="40" y="3322"/>
                  </a:lnTo>
                  <a:lnTo>
                    <a:pt x="1" y="3746"/>
                  </a:lnTo>
                  <a:lnTo>
                    <a:pt x="1" y="4210"/>
                  </a:lnTo>
                  <a:lnTo>
                    <a:pt x="78" y="4441"/>
                  </a:lnTo>
                  <a:lnTo>
                    <a:pt x="155" y="4673"/>
                  </a:lnTo>
                  <a:lnTo>
                    <a:pt x="348" y="5136"/>
                  </a:lnTo>
                  <a:lnTo>
                    <a:pt x="850" y="6025"/>
                  </a:lnTo>
                  <a:lnTo>
                    <a:pt x="1970" y="8187"/>
                  </a:lnTo>
                  <a:lnTo>
                    <a:pt x="4133" y="12435"/>
                  </a:lnTo>
                  <a:lnTo>
                    <a:pt x="5253" y="14558"/>
                  </a:lnTo>
                  <a:lnTo>
                    <a:pt x="6411" y="16682"/>
                  </a:lnTo>
                  <a:lnTo>
                    <a:pt x="5484" y="16875"/>
                  </a:lnTo>
                  <a:lnTo>
                    <a:pt x="4596" y="16991"/>
                  </a:lnTo>
                  <a:lnTo>
                    <a:pt x="4596" y="16991"/>
                  </a:lnTo>
                  <a:lnTo>
                    <a:pt x="4673" y="16837"/>
                  </a:lnTo>
                  <a:lnTo>
                    <a:pt x="4712" y="16682"/>
                  </a:lnTo>
                  <a:lnTo>
                    <a:pt x="4712" y="16528"/>
                  </a:lnTo>
                  <a:lnTo>
                    <a:pt x="4635" y="16373"/>
                  </a:lnTo>
                  <a:lnTo>
                    <a:pt x="4557" y="16219"/>
                  </a:lnTo>
                  <a:lnTo>
                    <a:pt x="4442" y="16103"/>
                  </a:lnTo>
                  <a:lnTo>
                    <a:pt x="4326" y="15987"/>
                  </a:lnTo>
                  <a:lnTo>
                    <a:pt x="4133" y="15910"/>
                  </a:lnTo>
                  <a:lnTo>
                    <a:pt x="3862" y="15871"/>
                  </a:lnTo>
                  <a:lnTo>
                    <a:pt x="3592" y="15871"/>
                  </a:lnTo>
                  <a:lnTo>
                    <a:pt x="3322" y="15949"/>
                  </a:lnTo>
                  <a:lnTo>
                    <a:pt x="3090" y="16103"/>
                  </a:lnTo>
                  <a:lnTo>
                    <a:pt x="2897" y="16258"/>
                  </a:lnTo>
                  <a:lnTo>
                    <a:pt x="2743" y="16489"/>
                  </a:lnTo>
                  <a:lnTo>
                    <a:pt x="2588" y="16721"/>
                  </a:lnTo>
                  <a:lnTo>
                    <a:pt x="2550" y="16991"/>
                  </a:lnTo>
                  <a:lnTo>
                    <a:pt x="2511" y="17416"/>
                  </a:lnTo>
                  <a:lnTo>
                    <a:pt x="2550" y="17725"/>
                  </a:lnTo>
                  <a:lnTo>
                    <a:pt x="2704" y="17995"/>
                  </a:lnTo>
                  <a:lnTo>
                    <a:pt x="2858" y="18227"/>
                  </a:lnTo>
                  <a:lnTo>
                    <a:pt x="3129" y="18381"/>
                  </a:lnTo>
                  <a:lnTo>
                    <a:pt x="3399" y="18497"/>
                  </a:lnTo>
                  <a:lnTo>
                    <a:pt x="3747" y="18574"/>
                  </a:lnTo>
                  <a:lnTo>
                    <a:pt x="4094" y="18613"/>
                  </a:lnTo>
                  <a:lnTo>
                    <a:pt x="4442" y="18613"/>
                  </a:lnTo>
                  <a:lnTo>
                    <a:pt x="4828" y="18574"/>
                  </a:lnTo>
                  <a:lnTo>
                    <a:pt x="5639" y="18420"/>
                  </a:lnTo>
                  <a:lnTo>
                    <a:pt x="6334" y="18266"/>
                  </a:lnTo>
                  <a:lnTo>
                    <a:pt x="6952" y="18072"/>
                  </a:lnTo>
                  <a:lnTo>
                    <a:pt x="7067" y="18034"/>
                  </a:lnTo>
                  <a:lnTo>
                    <a:pt x="7299" y="17957"/>
                  </a:lnTo>
                  <a:lnTo>
                    <a:pt x="8149" y="17570"/>
                  </a:lnTo>
                  <a:lnTo>
                    <a:pt x="8612" y="18497"/>
                  </a:lnTo>
                  <a:lnTo>
                    <a:pt x="9037" y="19463"/>
                  </a:lnTo>
                  <a:lnTo>
                    <a:pt x="9269" y="20003"/>
                  </a:lnTo>
                  <a:lnTo>
                    <a:pt x="9423" y="20351"/>
                  </a:lnTo>
                  <a:lnTo>
                    <a:pt x="9539" y="20660"/>
                  </a:lnTo>
                  <a:lnTo>
                    <a:pt x="9770" y="20621"/>
                  </a:lnTo>
                  <a:lnTo>
                    <a:pt x="9693" y="20428"/>
                  </a:lnTo>
                  <a:lnTo>
                    <a:pt x="9423" y="19656"/>
                  </a:lnTo>
                  <a:lnTo>
                    <a:pt x="9114" y="18922"/>
                  </a:lnTo>
                  <a:lnTo>
                    <a:pt x="8767" y="18150"/>
                  </a:lnTo>
                  <a:lnTo>
                    <a:pt x="8419" y="17416"/>
                  </a:lnTo>
                  <a:lnTo>
                    <a:pt x="8960" y="17107"/>
                  </a:lnTo>
                  <a:lnTo>
                    <a:pt x="9539" y="16760"/>
                  </a:lnTo>
                  <a:lnTo>
                    <a:pt x="10041" y="16373"/>
                  </a:lnTo>
                  <a:lnTo>
                    <a:pt x="10272" y="16180"/>
                  </a:lnTo>
                  <a:lnTo>
                    <a:pt x="10466" y="15949"/>
                  </a:lnTo>
                  <a:lnTo>
                    <a:pt x="10659" y="15717"/>
                  </a:lnTo>
                  <a:lnTo>
                    <a:pt x="10813" y="15485"/>
                  </a:lnTo>
                  <a:lnTo>
                    <a:pt x="10929" y="15254"/>
                  </a:lnTo>
                  <a:lnTo>
                    <a:pt x="10968" y="14983"/>
                  </a:lnTo>
                  <a:lnTo>
                    <a:pt x="10968" y="14752"/>
                  </a:lnTo>
                  <a:lnTo>
                    <a:pt x="10929" y="14520"/>
                  </a:lnTo>
                  <a:lnTo>
                    <a:pt x="10852" y="14250"/>
                  </a:lnTo>
                  <a:lnTo>
                    <a:pt x="10659" y="13979"/>
                  </a:lnTo>
                  <a:lnTo>
                    <a:pt x="10504" y="13825"/>
                  </a:lnTo>
                  <a:lnTo>
                    <a:pt x="10272" y="13670"/>
                  </a:lnTo>
                  <a:lnTo>
                    <a:pt x="10041" y="13555"/>
                  </a:lnTo>
                  <a:lnTo>
                    <a:pt x="9809" y="13516"/>
                  </a:lnTo>
                  <a:lnTo>
                    <a:pt x="9539" y="13516"/>
                  </a:lnTo>
                  <a:lnTo>
                    <a:pt x="9307" y="13555"/>
                  </a:lnTo>
                  <a:lnTo>
                    <a:pt x="9075" y="13670"/>
                  </a:lnTo>
                  <a:lnTo>
                    <a:pt x="8882" y="13863"/>
                  </a:lnTo>
                  <a:lnTo>
                    <a:pt x="8767" y="14056"/>
                  </a:lnTo>
                  <a:lnTo>
                    <a:pt x="8728" y="14250"/>
                  </a:lnTo>
                  <a:lnTo>
                    <a:pt x="8689" y="14443"/>
                  </a:lnTo>
                  <a:lnTo>
                    <a:pt x="8689" y="14636"/>
                  </a:lnTo>
                  <a:lnTo>
                    <a:pt x="8728" y="14829"/>
                  </a:lnTo>
                  <a:lnTo>
                    <a:pt x="8805" y="15022"/>
                  </a:lnTo>
                  <a:lnTo>
                    <a:pt x="8921" y="15176"/>
                  </a:lnTo>
                  <a:lnTo>
                    <a:pt x="9075" y="15331"/>
                  </a:lnTo>
                  <a:lnTo>
                    <a:pt x="8728" y="15640"/>
                  </a:lnTo>
                  <a:lnTo>
                    <a:pt x="8342" y="15871"/>
                  </a:lnTo>
                  <a:lnTo>
                    <a:pt x="7917" y="16103"/>
                  </a:lnTo>
                  <a:lnTo>
                    <a:pt x="7454" y="16296"/>
                  </a:lnTo>
                  <a:lnTo>
                    <a:pt x="7531" y="16258"/>
                  </a:lnTo>
                  <a:lnTo>
                    <a:pt x="7608" y="16219"/>
                  </a:lnTo>
                  <a:lnTo>
                    <a:pt x="7608" y="16142"/>
                  </a:lnTo>
                  <a:lnTo>
                    <a:pt x="7608" y="16026"/>
                  </a:lnTo>
                  <a:lnTo>
                    <a:pt x="5330" y="6488"/>
                  </a:lnTo>
                  <a:lnTo>
                    <a:pt x="4712" y="4094"/>
                  </a:lnTo>
                  <a:lnTo>
                    <a:pt x="4480" y="3013"/>
                  </a:lnTo>
                  <a:lnTo>
                    <a:pt x="4326" y="2511"/>
                  </a:lnTo>
                  <a:lnTo>
                    <a:pt x="4249" y="2240"/>
                  </a:lnTo>
                  <a:lnTo>
                    <a:pt x="4094" y="2009"/>
                  </a:lnTo>
                  <a:lnTo>
                    <a:pt x="3824" y="1700"/>
                  </a:lnTo>
                  <a:lnTo>
                    <a:pt x="3515" y="1352"/>
                  </a:lnTo>
                  <a:lnTo>
                    <a:pt x="3129" y="1082"/>
                  </a:lnTo>
                  <a:lnTo>
                    <a:pt x="2704" y="812"/>
                  </a:lnTo>
                  <a:lnTo>
                    <a:pt x="2318" y="580"/>
                  </a:lnTo>
                  <a:lnTo>
                    <a:pt x="1854" y="387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11"/>
            <p:cNvSpPr/>
            <p:nvPr/>
          </p:nvSpPr>
          <p:spPr>
            <a:xfrm>
              <a:off x="319200" y="3515375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8" y="309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2"/>
                  </a:lnTo>
                  <a:lnTo>
                    <a:pt x="7299" y="502"/>
                  </a:lnTo>
                  <a:lnTo>
                    <a:pt x="7453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3"/>
                  </a:lnTo>
                  <a:lnTo>
                    <a:pt x="6295" y="4943"/>
                  </a:lnTo>
                  <a:lnTo>
                    <a:pt x="6218" y="3978"/>
                  </a:lnTo>
                  <a:lnTo>
                    <a:pt x="6140" y="2974"/>
                  </a:lnTo>
                  <a:lnTo>
                    <a:pt x="6140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4"/>
                  </a:lnTo>
                  <a:lnTo>
                    <a:pt x="6449" y="502"/>
                  </a:lnTo>
                  <a:lnTo>
                    <a:pt x="6527" y="425"/>
                  </a:lnTo>
                  <a:lnTo>
                    <a:pt x="6642" y="348"/>
                  </a:lnTo>
                  <a:lnTo>
                    <a:pt x="6758" y="309"/>
                  </a:lnTo>
                  <a:close/>
                  <a:moveTo>
                    <a:pt x="11971" y="4711"/>
                  </a:moveTo>
                  <a:lnTo>
                    <a:pt x="12087" y="4750"/>
                  </a:lnTo>
                  <a:lnTo>
                    <a:pt x="12164" y="4827"/>
                  </a:lnTo>
                  <a:lnTo>
                    <a:pt x="12280" y="4905"/>
                  </a:lnTo>
                  <a:lnTo>
                    <a:pt x="12319" y="4982"/>
                  </a:lnTo>
                  <a:lnTo>
                    <a:pt x="12396" y="5136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1"/>
                  </a:lnTo>
                  <a:lnTo>
                    <a:pt x="10041" y="5831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8" y="5252"/>
                  </a:lnTo>
                  <a:lnTo>
                    <a:pt x="7955" y="5020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8" y="4750"/>
                  </a:lnTo>
                  <a:lnTo>
                    <a:pt x="11353" y="4711"/>
                  </a:lnTo>
                  <a:close/>
                  <a:moveTo>
                    <a:pt x="5638" y="5754"/>
                  </a:moveTo>
                  <a:lnTo>
                    <a:pt x="4557" y="6449"/>
                  </a:lnTo>
                  <a:lnTo>
                    <a:pt x="3437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29" y="7917"/>
                  </a:lnTo>
                  <a:lnTo>
                    <a:pt x="1120" y="7955"/>
                  </a:lnTo>
                  <a:lnTo>
                    <a:pt x="927" y="7917"/>
                  </a:lnTo>
                  <a:lnTo>
                    <a:pt x="850" y="7878"/>
                  </a:lnTo>
                  <a:lnTo>
                    <a:pt x="773" y="7801"/>
                  </a:lnTo>
                  <a:lnTo>
                    <a:pt x="734" y="7685"/>
                  </a:lnTo>
                  <a:lnTo>
                    <a:pt x="696" y="7530"/>
                  </a:lnTo>
                  <a:lnTo>
                    <a:pt x="696" y="7376"/>
                  </a:lnTo>
                  <a:lnTo>
                    <a:pt x="696" y="7221"/>
                  </a:lnTo>
                  <a:lnTo>
                    <a:pt x="734" y="7144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2"/>
                  </a:lnTo>
                  <a:lnTo>
                    <a:pt x="2742" y="6449"/>
                  </a:lnTo>
                  <a:lnTo>
                    <a:pt x="3592" y="6295"/>
                  </a:lnTo>
                  <a:lnTo>
                    <a:pt x="4634" y="6063"/>
                  </a:lnTo>
                  <a:lnTo>
                    <a:pt x="5136" y="5909"/>
                  </a:lnTo>
                  <a:lnTo>
                    <a:pt x="5638" y="5754"/>
                  </a:lnTo>
                  <a:close/>
                  <a:moveTo>
                    <a:pt x="6951" y="0"/>
                  </a:moveTo>
                  <a:lnTo>
                    <a:pt x="6720" y="39"/>
                  </a:lnTo>
                  <a:lnTo>
                    <a:pt x="6527" y="116"/>
                  </a:lnTo>
                  <a:lnTo>
                    <a:pt x="6333" y="232"/>
                  </a:lnTo>
                  <a:lnTo>
                    <a:pt x="6140" y="425"/>
                  </a:lnTo>
                  <a:lnTo>
                    <a:pt x="5986" y="618"/>
                  </a:lnTo>
                  <a:lnTo>
                    <a:pt x="5909" y="811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1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3" y="5020"/>
                  </a:lnTo>
                  <a:lnTo>
                    <a:pt x="6025" y="5136"/>
                  </a:lnTo>
                  <a:lnTo>
                    <a:pt x="6063" y="5252"/>
                  </a:lnTo>
                  <a:lnTo>
                    <a:pt x="5523" y="5445"/>
                  </a:lnTo>
                  <a:lnTo>
                    <a:pt x="4982" y="5561"/>
                  </a:lnTo>
                  <a:lnTo>
                    <a:pt x="3939" y="5831"/>
                  </a:lnTo>
                  <a:lnTo>
                    <a:pt x="2858" y="6024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0" y="6642"/>
                  </a:lnTo>
                  <a:lnTo>
                    <a:pt x="503" y="6835"/>
                  </a:lnTo>
                  <a:lnTo>
                    <a:pt x="232" y="7028"/>
                  </a:lnTo>
                  <a:lnTo>
                    <a:pt x="116" y="7144"/>
                  </a:lnTo>
                  <a:lnTo>
                    <a:pt x="39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39" y="7723"/>
                  </a:lnTo>
                  <a:lnTo>
                    <a:pt x="116" y="7917"/>
                  </a:lnTo>
                  <a:lnTo>
                    <a:pt x="232" y="8032"/>
                  </a:lnTo>
                  <a:lnTo>
                    <a:pt x="348" y="8148"/>
                  </a:lnTo>
                  <a:lnTo>
                    <a:pt x="503" y="8225"/>
                  </a:lnTo>
                  <a:lnTo>
                    <a:pt x="618" y="8264"/>
                  </a:lnTo>
                  <a:lnTo>
                    <a:pt x="927" y="8341"/>
                  </a:lnTo>
                  <a:lnTo>
                    <a:pt x="1275" y="8341"/>
                  </a:lnTo>
                  <a:lnTo>
                    <a:pt x="1622" y="8303"/>
                  </a:lnTo>
                  <a:lnTo>
                    <a:pt x="1931" y="8187"/>
                  </a:lnTo>
                  <a:lnTo>
                    <a:pt x="2549" y="7994"/>
                  </a:lnTo>
                  <a:lnTo>
                    <a:pt x="3553" y="7530"/>
                  </a:lnTo>
                  <a:lnTo>
                    <a:pt x="4519" y="6990"/>
                  </a:lnTo>
                  <a:lnTo>
                    <a:pt x="5445" y="6372"/>
                  </a:lnTo>
                  <a:lnTo>
                    <a:pt x="5909" y="6063"/>
                  </a:lnTo>
                  <a:lnTo>
                    <a:pt x="6333" y="5715"/>
                  </a:lnTo>
                  <a:lnTo>
                    <a:pt x="6527" y="6102"/>
                  </a:lnTo>
                  <a:lnTo>
                    <a:pt x="6642" y="6295"/>
                  </a:lnTo>
                  <a:lnTo>
                    <a:pt x="6758" y="6449"/>
                  </a:lnTo>
                  <a:lnTo>
                    <a:pt x="7029" y="6372"/>
                  </a:lnTo>
                  <a:lnTo>
                    <a:pt x="7029" y="6333"/>
                  </a:lnTo>
                  <a:lnTo>
                    <a:pt x="6835" y="5986"/>
                  </a:lnTo>
                  <a:lnTo>
                    <a:pt x="6758" y="5831"/>
                  </a:lnTo>
                  <a:lnTo>
                    <a:pt x="6720" y="5638"/>
                  </a:lnTo>
                  <a:lnTo>
                    <a:pt x="6720" y="5561"/>
                  </a:lnTo>
                  <a:lnTo>
                    <a:pt x="7569" y="5831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7"/>
                  </a:lnTo>
                  <a:lnTo>
                    <a:pt x="11006" y="6217"/>
                  </a:lnTo>
                  <a:lnTo>
                    <a:pt x="11469" y="6179"/>
                  </a:lnTo>
                  <a:lnTo>
                    <a:pt x="11933" y="6140"/>
                  </a:lnTo>
                  <a:lnTo>
                    <a:pt x="12357" y="5986"/>
                  </a:lnTo>
                  <a:lnTo>
                    <a:pt x="12512" y="5909"/>
                  </a:lnTo>
                  <a:lnTo>
                    <a:pt x="12666" y="5793"/>
                  </a:lnTo>
                  <a:lnTo>
                    <a:pt x="12821" y="5677"/>
                  </a:lnTo>
                  <a:lnTo>
                    <a:pt x="12898" y="5522"/>
                  </a:lnTo>
                  <a:lnTo>
                    <a:pt x="12975" y="5368"/>
                  </a:lnTo>
                  <a:lnTo>
                    <a:pt x="12975" y="5175"/>
                  </a:lnTo>
                  <a:lnTo>
                    <a:pt x="12975" y="4982"/>
                  </a:lnTo>
                  <a:lnTo>
                    <a:pt x="12898" y="4827"/>
                  </a:lnTo>
                  <a:lnTo>
                    <a:pt x="12821" y="4711"/>
                  </a:lnTo>
                  <a:lnTo>
                    <a:pt x="12744" y="4634"/>
                  </a:lnTo>
                  <a:lnTo>
                    <a:pt x="12628" y="4518"/>
                  </a:lnTo>
                  <a:lnTo>
                    <a:pt x="12473" y="4480"/>
                  </a:lnTo>
                  <a:lnTo>
                    <a:pt x="12164" y="4364"/>
                  </a:lnTo>
                  <a:lnTo>
                    <a:pt x="11817" y="4325"/>
                  </a:lnTo>
                  <a:lnTo>
                    <a:pt x="11469" y="4325"/>
                  </a:lnTo>
                  <a:lnTo>
                    <a:pt x="10890" y="4364"/>
                  </a:lnTo>
                  <a:lnTo>
                    <a:pt x="9847" y="4403"/>
                  </a:lnTo>
                  <a:lnTo>
                    <a:pt x="8843" y="4480"/>
                  </a:lnTo>
                  <a:lnTo>
                    <a:pt x="7839" y="4634"/>
                  </a:lnTo>
                  <a:lnTo>
                    <a:pt x="6835" y="4827"/>
                  </a:lnTo>
                  <a:lnTo>
                    <a:pt x="7376" y="3476"/>
                  </a:lnTo>
                  <a:lnTo>
                    <a:pt x="7646" y="2742"/>
                  </a:lnTo>
                  <a:lnTo>
                    <a:pt x="7839" y="2047"/>
                  </a:lnTo>
                  <a:lnTo>
                    <a:pt x="7917" y="1815"/>
                  </a:lnTo>
                  <a:lnTo>
                    <a:pt x="7917" y="1545"/>
                  </a:lnTo>
                  <a:lnTo>
                    <a:pt x="7917" y="1313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8"/>
                  </a:lnTo>
                  <a:lnTo>
                    <a:pt x="7531" y="425"/>
                  </a:lnTo>
                  <a:lnTo>
                    <a:pt x="7337" y="271"/>
                  </a:lnTo>
                  <a:lnTo>
                    <a:pt x="7260" y="155"/>
                  </a:lnTo>
                  <a:lnTo>
                    <a:pt x="7144" y="78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11"/>
            <p:cNvSpPr/>
            <p:nvPr/>
          </p:nvSpPr>
          <p:spPr>
            <a:xfrm>
              <a:off x="2371575" y="3521175"/>
              <a:ext cx="106225" cy="123575"/>
            </a:xfrm>
            <a:custGeom>
              <a:avLst/>
              <a:gdLst/>
              <a:ahLst/>
              <a:cxnLst/>
              <a:rect l="l" t="t" r="r" b="b"/>
              <a:pathLst>
                <a:path w="4249" h="4943" extrusionOk="0">
                  <a:moveTo>
                    <a:pt x="3862" y="0"/>
                  </a:moveTo>
                  <a:lnTo>
                    <a:pt x="3592" y="541"/>
                  </a:lnTo>
                  <a:lnTo>
                    <a:pt x="3245" y="1120"/>
                  </a:lnTo>
                  <a:lnTo>
                    <a:pt x="2897" y="1661"/>
                  </a:lnTo>
                  <a:lnTo>
                    <a:pt x="2511" y="2163"/>
                  </a:lnTo>
                  <a:lnTo>
                    <a:pt x="1932" y="2858"/>
                  </a:lnTo>
                  <a:lnTo>
                    <a:pt x="1314" y="3475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48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50"/>
                  </a:lnTo>
                  <a:lnTo>
                    <a:pt x="966" y="4518"/>
                  </a:lnTo>
                  <a:lnTo>
                    <a:pt x="1314" y="4209"/>
                  </a:lnTo>
                  <a:lnTo>
                    <a:pt x="1700" y="3900"/>
                  </a:lnTo>
                  <a:lnTo>
                    <a:pt x="2009" y="3553"/>
                  </a:lnTo>
                  <a:lnTo>
                    <a:pt x="2356" y="3167"/>
                  </a:lnTo>
                  <a:lnTo>
                    <a:pt x="2897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2"/>
                  </a:lnTo>
                  <a:lnTo>
                    <a:pt x="4248" y="155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11"/>
            <p:cNvSpPr/>
            <p:nvPr/>
          </p:nvSpPr>
          <p:spPr>
            <a:xfrm>
              <a:off x="2320425" y="3522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1"/>
                  </a:moveTo>
                  <a:lnTo>
                    <a:pt x="1004" y="310"/>
                  </a:ln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314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507"/>
                  </a:lnTo>
                  <a:lnTo>
                    <a:pt x="579" y="1430"/>
                  </a:lnTo>
                  <a:lnTo>
                    <a:pt x="502" y="1314"/>
                  </a:lnTo>
                  <a:lnTo>
                    <a:pt x="464" y="1236"/>
                  </a:lnTo>
                  <a:lnTo>
                    <a:pt x="425" y="1005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426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1"/>
                  </a:moveTo>
                  <a:lnTo>
                    <a:pt x="850" y="39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117"/>
                  </a:lnTo>
                  <a:lnTo>
                    <a:pt x="271" y="232"/>
                  </a:lnTo>
                  <a:lnTo>
                    <a:pt x="155" y="348"/>
                  </a:lnTo>
                  <a:lnTo>
                    <a:pt x="77" y="541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68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932"/>
                  </a:lnTo>
                  <a:lnTo>
                    <a:pt x="1622" y="1816"/>
                  </a:lnTo>
                  <a:lnTo>
                    <a:pt x="1777" y="1700"/>
                  </a:lnTo>
                  <a:lnTo>
                    <a:pt x="1892" y="1545"/>
                  </a:lnTo>
                  <a:lnTo>
                    <a:pt x="1970" y="1352"/>
                  </a:lnTo>
                  <a:lnTo>
                    <a:pt x="2047" y="1198"/>
                  </a:lnTo>
                  <a:lnTo>
                    <a:pt x="2085" y="1005"/>
                  </a:lnTo>
                  <a:lnTo>
                    <a:pt x="2047" y="812"/>
                  </a:lnTo>
                  <a:lnTo>
                    <a:pt x="1970" y="619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78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11"/>
            <p:cNvSpPr/>
            <p:nvPr/>
          </p:nvSpPr>
          <p:spPr>
            <a:xfrm>
              <a:off x="5925125" y="3542400"/>
              <a:ext cx="60825" cy="90775"/>
            </a:xfrm>
            <a:custGeom>
              <a:avLst/>
              <a:gdLst/>
              <a:ahLst/>
              <a:cxnLst/>
              <a:rect l="l" t="t" r="r" b="b"/>
              <a:pathLst>
                <a:path w="2433" h="3631" extrusionOk="0">
                  <a:moveTo>
                    <a:pt x="1197" y="1"/>
                  </a:moveTo>
                  <a:lnTo>
                    <a:pt x="1081" y="39"/>
                  </a:lnTo>
                  <a:lnTo>
                    <a:pt x="1004" y="78"/>
                  </a:lnTo>
                  <a:lnTo>
                    <a:pt x="966" y="117"/>
                  </a:lnTo>
                  <a:lnTo>
                    <a:pt x="927" y="194"/>
                  </a:lnTo>
                  <a:lnTo>
                    <a:pt x="927" y="271"/>
                  </a:lnTo>
                  <a:lnTo>
                    <a:pt x="850" y="271"/>
                  </a:lnTo>
                  <a:lnTo>
                    <a:pt x="772" y="310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41"/>
                  </a:lnTo>
                  <a:lnTo>
                    <a:pt x="695" y="619"/>
                  </a:lnTo>
                  <a:lnTo>
                    <a:pt x="772" y="696"/>
                  </a:lnTo>
                  <a:lnTo>
                    <a:pt x="850" y="734"/>
                  </a:lnTo>
                  <a:lnTo>
                    <a:pt x="1081" y="812"/>
                  </a:lnTo>
                  <a:lnTo>
                    <a:pt x="1274" y="966"/>
                  </a:lnTo>
                  <a:lnTo>
                    <a:pt x="1468" y="1121"/>
                  </a:lnTo>
                  <a:lnTo>
                    <a:pt x="1622" y="1275"/>
                  </a:lnTo>
                  <a:lnTo>
                    <a:pt x="1738" y="1507"/>
                  </a:lnTo>
                  <a:lnTo>
                    <a:pt x="1854" y="1700"/>
                  </a:lnTo>
                  <a:lnTo>
                    <a:pt x="1892" y="1931"/>
                  </a:lnTo>
                  <a:lnTo>
                    <a:pt x="1931" y="2163"/>
                  </a:lnTo>
                  <a:lnTo>
                    <a:pt x="1892" y="2472"/>
                  </a:lnTo>
                  <a:lnTo>
                    <a:pt x="1815" y="2742"/>
                  </a:lnTo>
                  <a:lnTo>
                    <a:pt x="1738" y="2897"/>
                  </a:lnTo>
                  <a:lnTo>
                    <a:pt x="1622" y="2974"/>
                  </a:lnTo>
                  <a:lnTo>
                    <a:pt x="1506" y="3090"/>
                  </a:lnTo>
                  <a:lnTo>
                    <a:pt x="1390" y="3128"/>
                  </a:lnTo>
                  <a:lnTo>
                    <a:pt x="1197" y="3167"/>
                  </a:lnTo>
                  <a:lnTo>
                    <a:pt x="1043" y="3128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81"/>
                  </a:lnTo>
                  <a:lnTo>
                    <a:pt x="811" y="2626"/>
                  </a:lnTo>
                  <a:lnTo>
                    <a:pt x="888" y="2472"/>
                  </a:lnTo>
                  <a:lnTo>
                    <a:pt x="1043" y="2356"/>
                  </a:lnTo>
                  <a:lnTo>
                    <a:pt x="1120" y="2279"/>
                  </a:lnTo>
                  <a:lnTo>
                    <a:pt x="1159" y="2163"/>
                  </a:lnTo>
                  <a:lnTo>
                    <a:pt x="1120" y="2047"/>
                  </a:lnTo>
                  <a:lnTo>
                    <a:pt x="1043" y="1970"/>
                  </a:lnTo>
                  <a:lnTo>
                    <a:pt x="618" y="1623"/>
                  </a:lnTo>
                  <a:lnTo>
                    <a:pt x="425" y="1468"/>
                  </a:lnTo>
                  <a:lnTo>
                    <a:pt x="193" y="1352"/>
                  </a:lnTo>
                  <a:lnTo>
                    <a:pt x="0" y="1623"/>
                  </a:lnTo>
                  <a:lnTo>
                    <a:pt x="270" y="1893"/>
                  </a:lnTo>
                  <a:lnTo>
                    <a:pt x="541" y="2163"/>
                  </a:lnTo>
                  <a:lnTo>
                    <a:pt x="386" y="2395"/>
                  </a:lnTo>
                  <a:lnTo>
                    <a:pt x="309" y="2626"/>
                  </a:lnTo>
                  <a:lnTo>
                    <a:pt x="309" y="2935"/>
                  </a:lnTo>
                  <a:lnTo>
                    <a:pt x="348" y="3051"/>
                  </a:lnTo>
                  <a:lnTo>
                    <a:pt x="425" y="3206"/>
                  </a:lnTo>
                  <a:lnTo>
                    <a:pt x="541" y="3360"/>
                  </a:lnTo>
                  <a:lnTo>
                    <a:pt x="695" y="3476"/>
                  </a:lnTo>
                  <a:lnTo>
                    <a:pt x="850" y="3592"/>
                  </a:lnTo>
                  <a:lnTo>
                    <a:pt x="1081" y="3630"/>
                  </a:lnTo>
                  <a:lnTo>
                    <a:pt x="1274" y="3630"/>
                  </a:lnTo>
                  <a:lnTo>
                    <a:pt x="1468" y="3592"/>
                  </a:lnTo>
                  <a:lnTo>
                    <a:pt x="1661" y="3515"/>
                  </a:lnTo>
                  <a:lnTo>
                    <a:pt x="1854" y="3437"/>
                  </a:lnTo>
                  <a:lnTo>
                    <a:pt x="2047" y="3283"/>
                  </a:lnTo>
                  <a:lnTo>
                    <a:pt x="2201" y="3090"/>
                  </a:lnTo>
                  <a:lnTo>
                    <a:pt x="2317" y="2897"/>
                  </a:lnTo>
                  <a:lnTo>
                    <a:pt x="2394" y="2704"/>
                  </a:lnTo>
                  <a:lnTo>
                    <a:pt x="2433" y="2472"/>
                  </a:lnTo>
                  <a:lnTo>
                    <a:pt x="2433" y="2279"/>
                  </a:lnTo>
                  <a:lnTo>
                    <a:pt x="2433" y="2047"/>
                  </a:lnTo>
                  <a:lnTo>
                    <a:pt x="2356" y="1816"/>
                  </a:lnTo>
                  <a:lnTo>
                    <a:pt x="2317" y="1623"/>
                  </a:lnTo>
                  <a:lnTo>
                    <a:pt x="2201" y="1391"/>
                  </a:lnTo>
                  <a:lnTo>
                    <a:pt x="1931" y="1005"/>
                  </a:lnTo>
                  <a:lnTo>
                    <a:pt x="1622" y="657"/>
                  </a:lnTo>
                  <a:lnTo>
                    <a:pt x="1274" y="425"/>
                  </a:lnTo>
                  <a:lnTo>
                    <a:pt x="11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11"/>
            <p:cNvSpPr/>
            <p:nvPr/>
          </p:nvSpPr>
          <p:spPr>
            <a:xfrm>
              <a:off x="5032150" y="354530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11"/>
            <p:cNvSpPr/>
            <p:nvPr/>
          </p:nvSpPr>
          <p:spPr>
            <a:xfrm>
              <a:off x="3784900" y="3554950"/>
              <a:ext cx="112950" cy="132275"/>
            </a:xfrm>
            <a:custGeom>
              <a:avLst/>
              <a:gdLst/>
              <a:ahLst/>
              <a:cxnLst/>
              <a:rect l="l" t="t" r="r" b="b"/>
              <a:pathLst>
                <a:path w="4518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3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5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8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6" y="3167"/>
                  </a:lnTo>
                  <a:lnTo>
                    <a:pt x="772" y="2742"/>
                  </a:lnTo>
                  <a:lnTo>
                    <a:pt x="965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79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11"/>
            <p:cNvSpPr/>
            <p:nvPr/>
          </p:nvSpPr>
          <p:spPr>
            <a:xfrm>
              <a:off x="5529325" y="35675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463" y="927"/>
                  </a:lnTo>
                  <a:lnTo>
                    <a:pt x="1043" y="1622"/>
                  </a:lnTo>
                  <a:lnTo>
                    <a:pt x="1661" y="2279"/>
                  </a:lnTo>
                  <a:lnTo>
                    <a:pt x="2356" y="2858"/>
                  </a:lnTo>
                  <a:lnTo>
                    <a:pt x="3089" y="3360"/>
                  </a:lnTo>
                  <a:lnTo>
                    <a:pt x="3862" y="3824"/>
                  </a:lnTo>
                  <a:lnTo>
                    <a:pt x="4672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21" y="4905"/>
                  </a:lnTo>
                  <a:lnTo>
                    <a:pt x="7684" y="4943"/>
                  </a:lnTo>
                  <a:lnTo>
                    <a:pt x="8109" y="4982"/>
                  </a:lnTo>
                  <a:lnTo>
                    <a:pt x="8534" y="4943"/>
                  </a:lnTo>
                  <a:lnTo>
                    <a:pt x="8959" y="4905"/>
                  </a:lnTo>
                  <a:lnTo>
                    <a:pt x="9383" y="4866"/>
                  </a:lnTo>
                  <a:lnTo>
                    <a:pt x="9808" y="4750"/>
                  </a:lnTo>
                  <a:lnTo>
                    <a:pt x="10233" y="4634"/>
                  </a:lnTo>
                  <a:lnTo>
                    <a:pt x="10658" y="4480"/>
                  </a:lnTo>
                  <a:lnTo>
                    <a:pt x="11044" y="4326"/>
                  </a:lnTo>
                  <a:lnTo>
                    <a:pt x="11469" y="4094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280" y="3553"/>
                  </a:lnTo>
                  <a:lnTo>
                    <a:pt x="12434" y="3167"/>
                  </a:lnTo>
                  <a:lnTo>
                    <a:pt x="12241" y="3167"/>
                  </a:lnTo>
                  <a:lnTo>
                    <a:pt x="12202" y="3128"/>
                  </a:lnTo>
                  <a:lnTo>
                    <a:pt x="12009" y="3128"/>
                  </a:lnTo>
                  <a:lnTo>
                    <a:pt x="11893" y="3167"/>
                  </a:lnTo>
                  <a:lnTo>
                    <a:pt x="11546" y="3437"/>
                  </a:lnTo>
                  <a:lnTo>
                    <a:pt x="11198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01" y="4171"/>
                  </a:lnTo>
                  <a:lnTo>
                    <a:pt x="9615" y="4287"/>
                  </a:lnTo>
                  <a:lnTo>
                    <a:pt x="9190" y="4364"/>
                  </a:lnTo>
                  <a:lnTo>
                    <a:pt x="8766" y="4403"/>
                  </a:lnTo>
                  <a:lnTo>
                    <a:pt x="8341" y="4441"/>
                  </a:lnTo>
                  <a:lnTo>
                    <a:pt x="7916" y="4480"/>
                  </a:lnTo>
                  <a:lnTo>
                    <a:pt x="7453" y="4441"/>
                  </a:lnTo>
                  <a:lnTo>
                    <a:pt x="7028" y="4403"/>
                  </a:lnTo>
                  <a:lnTo>
                    <a:pt x="6603" y="4326"/>
                  </a:lnTo>
                  <a:lnTo>
                    <a:pt x="6178" y="4248"/>
                  </a:lnTo>
                  <a:lnTo>
                    <a:pt x="5792" y="4132"/>
                  </a:lnTo>
                  <a:lnTo>
                    <a:pt x="5368" y="4017"/>
                  </a:lnTo>
                  <a:lnTo>
                    <a:pt x="4595" y="3669"/>
                  </a:lnTo>
                  <a:lnTo>
                    <a:pt x="3862" y="3283"/>
                  </a:lnTo>
                  <a:lnTo>
                    <a:pt x="3205" y="2820"/>
                  </a:lnTo>
                  <a:lnTo>
                    <a:pt x="2549" y="2318"/>
                  </a:lnTo>
                  <a:lnTo>
                    <a:pt x="1969" y="1777"/>
                  </a:lnTo>
                  <a:lnTo>
                    <a:pt x="1352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11"/>
            <p:cNvSpPr/>
            <p:nvPr/>
          </p:nvSpPr>
          <p:spPr>
            <a:xfrm>
              <a:off x="2258625" y="3569425"/>
              <a:ext cx="44450" cy="43475"/>
            </a:xfrm>
            <a:custGeom>
              <a:avLst/>
              <a:gdLst/>
              <a:ahLst/>
              <a:cxnLst/>
              <a:rect l="l" t="t" r="r" b="b"/>
              <a:pathLst>
                <a:path w="1778" h="1739" extrusionOk="0">
                  <a:moveTo>
                    <a:pt x="773" y="310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9"/>
                  </a:lnTo>
                  <a:lnTo>
                    <a:pt x="1391" y="773"/>
                  </a:lnTo>
                  <a:lnTo>
                    <a:pt x="1391" y="966"/>
                  </a:lnTo>
                  <a:lnTo>
                    <a:pt x="1352" y="1044"/>
                  </a:lnTo>
                  <a:lnTo>
                    <a:pt x="1275" y="1159"/>
                  </a:lnTo>
                  <a:lnTo>
                    <a:pt x="1198" y="1237"/>
                  </a:lnTo>
                  <a:lnTo>
                    <a:pt x="1082" y="1314"/>
                  </a:lnTo>
                  <a:lnTo>
                    <a:pt x="889" y="1352"/>
                  </a:lnTo>
                  <a:lnTo>
                    <a:pt x="696" y="1352"/>
                  </a:lnTo>
                  <a:lnTo>
                    <a:pt x="542" y="1237"/>
                  </a:lnTo>
                  <a:lnTo>
                    <a:pt x="426" y="1082"/>
                  </a:lnTo>
                  <a:lnTo>
                    <a:pt x="387" y="889"/>
                  </a:lnTo>
                  <a:lnTo>
                    <a:pt x="387" y="735"/>
                  </a:lnTo>
                  <a:lnTo>
                    <a:pt x="464" y="580"/>
                  </a:lnTo>
                  <a:lnTo>
                    <a:pt x="542" y="387"/>
                  </a:lnTo>
                  <a:lnTo>
                    <a:pt x="542" y="348"/>
                  </a:lnTo>
                  <a:lnTo>
                    <a:pt x="773" y="310"/>
                  </a:lnTo>
                  <a:close/>
                  <a:moveTo>
                    <a:pt x="773" y="1"/>
                  </a:moveTo>
                  <a:lnTo>
                    <a:pt x="619" y="40"/>
                  </a:lnTo>
                  <a:lnTo>
                    <a:pt x="464" y="117"/>
                  </a:lnTo>
                  <a:lnTo>
                    <a:pt x="426" y="155"/>
                  </a:lnTo>
                  <a:lnTo>
                    <a:pt x="348" y="194"/>
                  </a:lnTo>
                  <a:lnTo>
                    <a:pt x="233" y="271"/>
                  </a:lnTo>
                  <a:lnTo>
                    <a:pt x="117" y="387"/>
                  </a:lnTo>
                  <a:lnTo>
                    <a:pt x="40" y="503"/>
                  </a:lnTo>
                  <a:lnTo>
                    <a:pt x="1" y="657"/>
                  </a:lnTo>
                  <a:lnTo>
                    <a:pt x="1" y="850"/>
                  </a:lnTo>
                  <a:lnTo>
                    <a:pt x="1" y="1005"/>
                  </a:lnTo>
                  <a:lnTo>
                    <a:pt x="40" y="1159"/>
                  </a:lnTo>
                  <a:lnTo>
                    <a:pt x="117" y="1314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9" y="1739"/>
                  </a:lnTo>
                  <a:lnTo>
                    <a:pt x="966" y="1739"/>
                  </a:lnTo>
                  <a:lnTo>
                    <a:pt x="1121" y="1700"/>
                  </a:lnTo>
                  <a:lnTo>
                    <a:pt x="1275" y="1623"/>
                  </a:lnTo>
                  <a:lnTo>
                    <a:pt x="1430" y="1545"/>
                  </a:lnTo>
                  <a:lnTo>
                    <a:pt x="1584" y="1430"/>
                  </a:lnTo>
                  <a:lnTo>
                    <a:pt x="1661" y="1275"/>
                  </a:lnTo>
                  <a:lnTo>
                    <a:pt x="1739" y="1121"/>
                  </a:lnTo>
                  <a:lnTo>
                    <a:pt x="1777" y="928"/>
                  </a:lnTo>
                  <a:lnTo>
                    <a:pt x="1777" y="773"/>
                  </a:lnTo>
                  <a:lnTo>
                    <a:pt x="1739" y="580"/>
                  </a:lnTo>
                  <a:lnTo>
                    <a:pt x="1661" y="426"/>
                  </a:lnTo>
                  <a:lnTo>
                    <a:pt x="1546" y="271"/>
                  </a:lnTo>
                  <a:lnTo>
                    <a:pt x="1430" y="155"/>
                  </a:lnTo>
                  <a:lnTo>
                    <a:pt x="1275" y="78"/>
                  </a:lnTo>
                  <a:lnTo>
                    <a:pt x="1121" y="40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11"/>
            <p:cNvSpPr/>
            <p:nvPr/>
          </p:nvSpPr>
          <p:spPr>
            <a:xfrm>
              <a:off x="5836300" y="3573300"/>
              <a:ext cx="93675" cy="136150"/>
            </a:xfrm>
            <a:custGeom>
              <a:avLst/>
              <a:gdLst/>
              <a:ahLst/>
              <a:cxnLst/>
              <a:rect l="l" t="t" r="r" b="b"/>
              <a:pathLst>
                <a:path w="3747" h="5446" extrusionOk="0">
                  <a:moveTo>
                    <a:pt x="3515" y="0"/>
                  </a:moveTo>
                  <a:lnTo>
                    <a:pt x="3437" y="39"/>
                  </a:lnTo>
                  <a:lnTo>
                    <a:pt x="3360" y="78"/>
                  </a:lnTo>
                  <a:lnTo>
                    <a:pt x="3283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88" y="773"/>
                  </a:lnTo>
                  <a:lnTo>
                    <a:pt x="2356" y="1004"/>
                  </a:lnTo>
                  <a:lnTo>
                    <a:pt x="2086" y="1236"/>
                  </a:lnTo>
                  <a:lnTo>
                    <a:pt x="1777" y="1468"/>
                  </a:lnTo>
                  <a:lnTo>
                    <a:pt x="1159" y="1815"/>
                  </a:lnTo>
                  <a:lnTo>
                    <a:pt x="1120" y="1892"/>
                  </a:lnTo>
                  <a:lnTo>
                    <a:pt x="1082" y="1970"/>
                  </a:lnTo>
                  <a:lnTo>
                    <a:pt x="1082" y="2047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927" y="2124"/>
                  </a:lnTo>
                  <a:lnTo>
                    <a:pt x="850" y="2201"/>
                  </a:lnTo>
                  <a:lnTo>
                    <a:pt x="812" y="2279"/>
                  </a:lnTo>
                  <a:lnTo>
                    <a:pt x="812" y="2356"/>
                  </a:lnTo>
                  <a:lnTo>
                    <a:pt x="850" y="2433"/>
                  </a:lnTo>
                  <a:lnTo>
                    <a:pt x="889" y="2510"/>
                  </a:lnTo>
                  <a:lnTo>
                    <a:pt x="1005" y="2549"/>
                  </a:lnTo>
                  <a:lnTo>
                    <a:pt x="1236" y="2626"/>
                  </a:lnTo>
                  <a:lnTo>
                    <a:pt x="1468" y="2703"/>
                  </a:lnTo>
                  <a:lnTo>
                    <a:pt x="1661" y="2858"/>
                  </a:lnTo>
                  <a:lnTo>
                    <a:pt x="1854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63" y="3669"/>
                  </a:lnTo>
                  <a:lnTo>
                    <a:pt x="2163" y="3900"/>
                  </a:lnTo>
                  <a:lnTo>
                    <a:pt x="2124" y="4132"/>
                  </a:lnTo>
                  <a:lnTo>
                    <a:pt x="2047" y="4364"/>
                  </a:lnTo>
                  <a:lnTo>
                    <a:pt x="1931" y="4557"/>
                  </a:lnTo>
                  <a:lnTo>
                    <a:pt x="1777" y="4711"/>
                  </a:lnTo>
                  <a:lnTo>
                    <a:pt x="1584" y="4866"/>
                  </a:lnTo>
                  <a:lnTo>
                    <a:pt x="1352" y="4943"/>
                  </a:lnTo>
                  <a:lnTo>
                    <a:pt x="1236" y="4982"/>
                  </a:lnTo>
                  <a:lnTo>
                    <a:pt x="1120" y="4982"/>
                  </a:lnTo>
                  <a:lnTo>
                    <a:pt x="927" y="4904"/>
                  </a:lnTo>
                  <a:lnTo>
                    <a:pt x="773" y="4789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73" y="4287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1005" y="4132"/>
                  </a:lnTo>
                  <a:lnTo>
                    <a:pt x="1120" y="4094"/>
                  </a:lnTo>
                  <a:lnTo>
                    <a:pt x="1275" y="4055"/>
                  </a:lnTo>
                  <a:lnTo>
                    <a:pt x="1352" y="3939"/>
                  </a:lnTo>
                  <a:lnTo>
                    <a:pt x="1314" y="3823"/>
                  </a:lnTo>
                  <a:lnTo>
                    <a:pt x="1314" y="3746"/>
                  </a:lnTo>
                  <a:lnTo>
                    <a:pt x="1236" y="3669"/>
                  </a:lnTo>
                  <a:lnTo>
                    <a:pt x="155" y="2935"/>
                  </a:lnTo>
                  <a:lnTo>
                    <a:pt x="1" y="3321"/>
                  </a:lnTo>
                  <a:lnTo>
                    <a:pt x="657" y="3785"/>
                  </a:lnTo>
                  <a:lnTo>
                    <a:pt x="541" y="3900"/>
                  </a:lnTo>
                  <a:lnTo>
                    <a:pt x="425" y="4016"/>
                  </a:lnTo>
                  <a:lnTo>
                    <a:pt x="310" y="4132"/>
                  </a:lnTo>
                  <a:lnTo>
                    <a:pt x="271" y="4248"/>
                  </a:lnTo>
                  <a:lnTo>
                    <a:pt x="232" y="4402"/>
                  </a:lnTo>
                  <a:lnTo>
                    <a:pt x="194" y="4557"/>
                  </a:lnTo>
                  <a:lnTo>
                    <a:pt x="232" y="4750"/>
                  </a:lnTo>
                  <a:lnTo>
                    <a:pt x="271" y="4904"/>
                  </a:lnTo>
                  <a:lnTo>
                    <a:pt x="425" y="5136"/>
                  </a:lnTo>
                  <a:lnTo>
                    <a:pt x="580" y="5291"/>
                  </a:lnTo>
                  <a:lnTo>
                    <a:pt x="773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29" y="5406"/>
                  </a:lnTo>
                  <a:lnTo>
                    <a:pt x="1661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79" y="4866"/>
                  </a:lnTo>
                  <a:lnTo>
                    <a:pt x="2433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626" y="3978"/>
                  </a:lnTo>
                  <a:lnTo>
                    <a:pt x="2626" y="3746"/>
                  </a:lnTo>
                  <a:lnTo>
                    <a:pt x="2588" y="3514"/>
                  </a:lnTo>
                  <a:lnTo>
                    <a:pt x="2511" y="3283"/>
                  </a:lnTo>
                  <a:lnTo>
                    <a:pt x="2395" y="3090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70" y="2510"/>
                  </a:lnTo>
                  <a:lnTo>
                    <a:pt x="1777" y="2356"/>
                  </a:lnTo>
                  <a:lnTo>
                    <a:pt x="1545" y="2240"/>
                  </a:lnTo>
                  <a:lnTo>
                    <a:pt x="1314" y="2124"/>
                  </a:lnTo>
                  <a:lnTo>
                    <a:pt x="1661" y="2008"/>
                  </a:lnTo>
                  <a:lnTo>
                    <a:pt x="1970" y="1854"/>
                  </a:lnTo>
                  <a:lnTo>
                    <a:pt x="2279" y="1661"/>
                  </a:lnTo>
                  <a:lnTo>
                    <a:pt x="2588" y="1429"/>
                  </a:lnTo>
                  <a:lnTo>
                    <a:pt x="2858" y="1236"/>
                  </a:lnTo>
                  <a:lnTo>
                    <a:pt x="3128" y="966"/>
                  </a:lnTo>
                  <a:lnTo>
                    <a:pt x="3360" y="695"/>
                  </a:lnTo>
                  <a:lnTo>
                    <a:pt x="3476" y="541"/>
                  </a:lnTo>
                  <a:lnTo>
                    <a:pt x="3553" y="387"/>
                  </a:lnTo>
                  <a:lnTo>
                    <a:pt x="3746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11"/>
            <p:cNvSpPr/>
            <p:nvPr/>
          </p:nvSpPr>
          <p:spPr>
            <a:xfrm>
              <a:off x="2264425" y="357522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8"/>
                  </a:lnTo>
                  <a:lnTo>
                    <a:pt x="3939" y="4248"/>
                  </a:lnTo>
                  <a:lnTo>
                    <a:pt x="4017" y="5407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917"/>
                  </a:lnTo>
                  <a:lnTo>
                    <a:pt x="3901" y="8534"/>
                  </a:lnTo>
                  <a:lnTo>
                    <a:pt x="3746" y="9152"/>
                  </a:lnTo>
                  <a:lnTo>
                    <a:pt x="3515" y="9732"/>
                  </a:lnTo>
                  <a:lnTo>
                    <a:pt x="3244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93"/>
                  </a:lnTo>
                  <a:lnTo>
                    <a:pt x="773" y="9384"/>
                  </a:lnTo>
                  <a:lnTo>
                    <a:pt x="696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618" y="2742"/>
                  </a:lnTo>
                  <a:lnTo>
                    <a:pt x="1391" y="2395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39"/>
                  </a:lnTo>
                  <a:lnTo>
                    <a:pt x="3476" y="310"/>
                  </a:lnTo>
                  <a:lnTo>
                    <a:pt x="3051" y="657"/>
                  </a:lnTo>
                  <a:lnTo>
                    <a:pt x="2626" y="966"/>
                  </a:lnTo>
                  <a:lnTo>
                    <a:pt x="2202" y="1313"/>
                  </a:lnTo>
                  <a:lnTo>
                    <a:pt x="1314" y="1893"/>
                  </a:lnTo>
                  <a:lnTo>
                    <a:pt x="425" y="2472"/>
                  </a:lnTo>
                  <a:lnTo>
                    <a:pt x="348" y="2549"/>
                  </a:lnTo>
                  <a:lnTo>
                    <a:pt x="348" y="2626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3"/>
                  </a:lnTo>
                  <a:lnTo>
                    <a:pt x="155" y="4866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4"/>
                  </a:lnTo>
                  <a:lnTo>
                    <a:pt x="1391" y="11199"/>
                  </a:lnTo>
                  <a:lnTo>
                    <a:pt x="1622" y="11315"/>
                  </a:lnTo>
                  <a:lnTo>
                    <a:pt x="1816" y="11392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53"/>
                  </a:lnTo>
                  <a:lnTo>
                    <a:pt x="3051" y="11237"/>
                  </a:lnTo>
                  <a:lnTo>
                    <a:pt x="3283" y="11044"/>
                  </a:lnTo>
                  <a:lnTo>
                    <a:pt x="3476" y="10890"/>
                  </a:lnTo>
                  <a:lnTo>
                    <a:pt x="3669" y="10658"/>
                  </a:lnTo>
                  <a:lnTo>
                    <a:pt x="3823" y="10388"/>
                  </a:lnTo>
                  <a:lnTo>
                    <a:pt x="3978" y="10156"/>
                  </a:lnTo>
                  <a:lnTo>
                    <a:pt x="4171" y="9538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222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57" y="4982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1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39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11"/>
            <p:cNvSpPr/>
            <p:nvPr/>
          </p:nvSpPr>
          <p:spPr>
            <a:xfrm>
              <a:off x="4033950" y="35897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11"/>
            <p:cNvSpPr/>
            <p:nvPr/>
          </p:nvSpPr>
          <p:spPr>
            <a:xfrm>
              <a:off x="3935475" y="3595500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426" y="1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40" y="78"/>
                  </a:lnTo>
                  <a:lnTo>
                    <a:pt x="1" y="194"/>
                  </a:lnTo>
                  <a:lnTo>
                    <a:pt x="40" y="271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1"/>
                  </a:lnTo>
                  <a:lnTo>
                    <a:pt x="850" y="194"/>
                  </a:lnTo>
                  <a:lnTo>
                    <a:pt x="812" y="78"/>
                  </a:lnTo>
                  <a:lnTo>
                    <a:pt x="73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11"/>
            <p:cNvSpPr/>
            <p:nvPr/>
          </p:nvSpPr>
          <p:spPr>
            <a:xfrm>
              <a:off x="6924275" y="3599350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4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4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1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6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11"/>
            <p:cNvSpPr/>
            <p:nvPr/>
          </p:nvSpPr>
          <p:spPr>
            <a:xfrm>
              <a:off x="2208425" y="362157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4" y="386"/>
                  </a:moveTo>
                  <a:lnTo>
                    <a:pt x="1121" y="425"/>
                  </a:lnTo>
                  <a:lnTo>
                    <a:pt x="1198" y="463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9" y="1274"/>
                  </a:lnTo>
                  <a:lnTo>
                    <a:pt x="696" y="1236"/>
                  </a:lnTo>
                  <a:lnTo>
                    <a:pt x="542" y="1159"/>
                  </a:lnTo>
                  <a:lnTo>
                    <a:pt x="464" y="1081"/>
                  </a:lnTo>
                  <a:lnTo>
                    <a:pt x="426" y="965"/>
                  </a:lnTo>
                  <a:lnTo>
                    <a:pt x="387" y="888"/>
                  </a:lnTo>
                  <a:lnTo>
                    <a:pt x="387" y="772"/>
                  </a:lnTo>
                  <a:lnTo>
                    <a:pt x="426" y="579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850" y="0"/>
                  </a:moveTo>
                  <a:lnTo>
                    <a:pt x="735" y="39"/>
                  </a:lnTo>
                  <a:lnTo>
                    <a:pt x="619" y="77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79"/>
                  </a:lnTo>
                  <a:lnTo>
                    <a:pt x="40" y="734"/>
                  </a:lnTo>
                  <a:lnTo>
                    <a:pt x="1" y="888"/>
                  </a:lnTo>
                  <a:lnTo>
                    <a:pt x="40" y="1043"/>
                  </a:lnTo>
                  <a:lnTo>
                    <a:pt x="78" y="1197"/>
                  </a:lnTo>
                  <a:lnTo>
                    <a:pt x="194" y="1352"/>
                  </a:lnTo>
                  <a:lnTo>
                    <a:pt x="310" y="1467"/>
                  </a:lnTo>
                  <a:lnTo>
                    <a:pt x="464" y="1583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11"/>
            <p:cNvSpPr/>
            <p:nvPr/>
          </p:nvSpPr>
          <p:spPr>
            <a:xfrm>
              <a:off x="4431675" y="3622525"/>
              <a:ext cx="174775" cy="292525"/>
            </a:xfrm>
            <a:custGeom>
              <a:avLst/>
              <a:gdLst/>
              <a:ahLst/>
              <a:cxnLst/>
              <a:rect l="l" t="t" r="r" b="b"/>
              <a:pathLst>
                <a:path w="6991" h="11701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5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3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8"/>
                  </a:lnTo>
                  <a:lnTo>
                    <a:pt x="6411" y="5638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2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11"/>
            <p:cNvSpPr/>
            <p:nvPr/>
          </p:nvSpPr>
          <p:spPr>
            <a:xfrm>
              <a:off x="3827375" y="36360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3" y="2665"/>
                  </a:lnTo>
                  <a:lnTo>
                    <a:pt x="2780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6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5" y="2896"/>
                  </a:lnTo>
                  <a:lnTo>
                    <a:pt x="772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0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3" y="3707"/>
                  </a:lnTo>
                  <a:lnTo>
                    <a:pt x="1969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5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8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11"/>
            <p:cNvSpPr/>
            <p:nvPr/>
          </p:nvSpPr>
          <p:spPr>
            <a:xfrm>
              <a:off x="2802150" y="36428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1"/>
                  </a:moveTo>
                  <a:lnTo>
                    <a:pt x="12434" y="39"/>
                  </a:lnTo>
                  <a:lnTo>
                    <a:pt x="12357" y="78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9"/>
                  </a:lnTo>
                  <a:lnTo>
                    <a:pt x="12164" y="1043"/>
                  </a:lnTo>
                  <a:lnTo>
                    <a:pt x="12009" y="1198"/>
                  </a:lnTo>
                  <a:lnTo>
                    <a:pt x="11855" y="1314"/>
                  </a:lnTo>
                  <a:lnTo>
                    <a:pt x="11430" y="1545"/>
                  </a:lnTo>
                  <a:lnTo>
                    <a:pt x="11005" y="1700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3" y="2086"/>
                  </a:lnTo>
                  <a:lnTo>
                    <a:pt x="9345" y="2009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1"/>
                  </a:lnTo>
                  <a:lnTo>
                    <a:pt x="8611" y="1700"/>
                  </a:lnTo>
                  <a:lnTo>
                    <a:pt x="8804" y="2009"/>
                  </a:lnTo>
                  <a:lnTo>
                    <a:pt x="8997" y="2279"/>
                  </a:lnTo>
                  <a:lnTo>
                    <a:pt x="7839" y="2588"/>
                  </a:lnTo>
                  <a:lnTo>
                    <a:pt x="6719" y="2820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8" y="3283"/>
                  </a:lnTo>
                  <a:lnTo>
                    <a:pt x="3746" y="2935"/>
                  </a:lnTo>
                  <a:lnTo>
                    <a:pt x="3784" y="2588"/>
                  </a:lnTo>
                  <a:lnTo>
                    <a:pt x="3707" y="2240"/>
                  </a:lnTo>
                  <a:lnTo>
                    <a:pt x="3630" y="1893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8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9"/>
                  </a:lnTo>
                  <a:lnTo>
                    <a:pt x="1815" y="3437"/>
                  </a:lnTo>
                  <a:lnTo>
                    <a:pt x="1352" y="3399"/>
                  </a:lnTo>
                  <a:lnTo>
                    <a:pt x="965" y="3360"/>
                  </a:lnTo>
                  <a:lnTo>
                    <a:pt x="772" y="3283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4"/>
                  </a:lnTo>
                  <a:lnTo>
                    <a:pt x="309" y="2665"/>
                  </a:lnTo>
                  <a:lnTo>
                    <a:pt x="232" y="2588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4"/>
                  </a:lnTo>
                  <a:lnTo>
                    <a:pt x="0" y="2858"/>
                  </a:lnTo>
                  <a:lnTo>
                    <a:pt x="0" y="3013"/>
                  </a:lnTo>
                  <a:lnTo>
                    <a:pt x="0" y="3167"/>
                  </a:lnTo>
                  <a:lnTo>
                    <a:pt x="39" y="3283"/>
                  </a:lnTo>
                  <a:lnTo>
                    <a:pt x="116" y="3399"/>
                  </a:lnTo>
                  <a:lnTo>
                    <a:pt x="193" y="3515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1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1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3"/>
                  </a:lnTo>
                  <a:lnTo>
                    <a:pt x="12048" y="1700"/>
                  </a:lnTo>
                  <a:lnTo>
                    <a:pt x="12357" y="1507"/>
                  </a:lnTo>
                  <a:lnTo>
                    <a:pt x="12627" y="1236"/>
                  </a:lnTo>
                  <a:lnTo>
                    <a:pt x="12704" y="1082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80"/>
                  </a:lnTo>
                  <a:lnTo>
                    <a:pt x="12820" y="387"/>
                  </a:lnTo>
                  <a:lnTo>
                    <a:pt x="12743" y="155"/>
                  </a:lnTo>
                  <a:lnTo>
                    <a:pt x="12704" y="78"/>
                  </a:lnTo>
                  <a:lnTo>
                    <a:pt x="12627" y="39"/>
                  </a:lnTo>
                  <a:lnTo>
                    <a:pt x="125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11"/>
            <p:cNvSpPr/>
            <p:nvPr/>
          </p:nvSpPr>
          <p:spPr>
            <a:xfrm>
              <a:off x="2017300" y="364860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271" y="0"/>
                  </a:moveTo>
                  <a:lnTo>
                    <a:pt x="155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39" y="386"/>
                  </a:lnTo>
                  <a:lnTo>
                    <a:pt x="348" y="888"/>
                  </a:lnTo>
                  <a:lnTo>
                    <a:pt x="657" y="1390"/>
                  </a:lnTo>
                  <a:lnTo>
                    <a:pt x="1043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205"/>
                  </a:lnTo>
                  <a:lnTo>
                    <a:pt x="2703" y="3553"/>
                  </a:lnTo>
                  <a:lnTo>
                    <a:pt x="3205" y="3900"/>
                  </a:lnTo>
                  <a:lnTo>
                    <a:pt x="3553" y="3746"/>
                  </a:lnTo>
                  <a:lnTo>
                    <a:pt x="2780" y="3012"/>
                  </a:lnTo>
                  <a:lnTo>
                    <a:pt x="2047" y="2240"/>
                  </a:lnTo>
                  <a:lnTo>
                    <a:pt x="1352" y="1429"/>
                  </a:lnTo>
                  <a:lnTo>
                    <a:pt x="1043" y="1004"/>
                  </a:lnTo>
                  <a:lnTo>
                    <a:pt x="734" y="541"/>
                  </a:lnTo>
                  <a:lnTo>
                    <a:pt x="1622" y="695"/>
                  </a:lnTo>
                  <a:lnTo>
                    <a:pt x="2510" y="888"/>
                  </a:lnTo>
                  <a:lnTo>
                    <a:pt x="3012" y="1043"/>
                  </a:lnTo>
                  <a:lnTo>
                    <a:pt x="3514" y="1197"/>
                  </a:lnTo>
                  <a:lnTo>
                    <a:pt x="4016" y="1390"/>
                  </a:lnTo>
                  <a:lnTo>
                    <a:pt x="4518" y="1506"/>
                  </a:lnTo>
                  <a:lnTo>
                    <a:pt x="4595" y="1506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84"/>
                  </a:lnTo>
                  <a:lnTo>
                    <a:pt x="4904" y="1506"/>
                  </a:lnTo>
                  <a:lnTo>
                    <a:pt x="4982" y="1429"/>
                  </a:lnTo>
                  <a:lnTo>
                    <a:pt x="4634" y="1159"/>
                  </a:lnTo>
                  <a:lnTo>
                    <a:pt x="4171" y="888"/>
                  </a:lnTo>
                  <a:lnTo>
                    <a:pt x="3630" y="657"/>
                  </a:lnTo>
                  <a:lnTo>
                    <a:pt x="3089" y="464"/>
                  </a:lnTo>
                  <a:lnTo>
                    <a:pt x="2510" y="309"/>
                  </a:lnTo>
                  <a:lnTo>
                    <a:pt x="1931" y="193"/>
                  </a:lnTo>
                  <a:lnTo>
                    <a:pt x="1352" y="116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11"/>
            <p:cNvSpPr/>
            <p:nvPr/>
          </p:nvSpPr>
          <p:spPr>
            <a:xfrm>
              <a:off x="1564525" y="3658250"/>
              <a:ext cx="248125" cy="295425"/>
            </a:xfrm>
            <a:custGeom>
              <a:avLst/>
              <a:gdLst/>
              <a:ahLst/>
              <a:cxnLst/>
              <a:rect l="l" t="t" r="r" b="b"/>
              <a:pathLst>
                <a:path w="9925" h="11817" extrusionOk="0">
                  <a:moveTo>
                    <a:pt x="3785" y="850"/>
                  </a:moveTo>
                  <a:lnTo>
                    <a:pt x="4326" y="2279"/>
                  </a:lnTo>
                  <a:lnTo>
                    <a:pt x="4944" y="3746"/>
                  </a:lnTo>
                  <a:lnTo>
                    <a:pt x="6179" y="6565"/>
                  </a:lnTo>
                  <a:lnTo>
                    <a:pt x="3322" y="7492"/>
                  </a:lnTo>
                  <a:lnTo>
                    <a:pt x="1893" y="7955"/>
                  </a:lnTo>
                  <a:lnTo>
                    <a:pt x="464" y="8457"/>
                  </a:lnTo>
                  <a:lnTo>
                    <a:pt x="464" y="8457"/>
                  </a:lnTo>
                  <a:lnTo>
                    <a:pt x="1043" y="7569"/>
                  </a:lnTo>
                  <a:lnTo>
                    <a:pt x="1507" y="6604"/>
                  </a:lnTo>
                  <a:lnTo>
                    <a:pt x="1970" y="5638"/>
                  </a:lnTo>
                  <a:lnTo>
                    <a:pt x="2395" y="4673"/>
                  </a:lnTo>
                  <a:lnTo>
                    <a:pt x="2781" y="3746"/>
                  </a:lnTo>
                  <a:lnTo>
                    <a:pt x="3167" y="2781"/>
                  </a:lnTo>
                  <a:lnTo>
                    <a:pt x="3476" y="1815"/>
                  </a:lnTo>
                  <a:lnTo>
                    <a:pt x="3785" y="850"/>
                  </a:lnTo>
                  <a:close/>
                  <a:moveTo>
                    <a:pt x="3824" y="0"/>
                  </a:moveTo>
                  <a:lnTo>
                    <a:pt x="3746" y="39"/>
                  </a:lnTo>
                  <a:lnTo>
                    <a:pt x="3708" y="78"/>
                  </a:lnTo>
                  <a:lnTo>
                    <a:pt x="3592" y="116"/>
                  </a:lnTo>
                  <a:lnTo>
                    <a:pt x="3553" y="194"/>
                  </a:lnTo>
                  <a:lnTo>
                    <a:pt x="2820" y="2395"/>
                  </a:lnTo>
                  <a:lnTo>
                    <a:pt x="2434" y="3476"/>
                  </a:lnTo>
                  <a:lnTo>
                    <a:pt x="2009" y="4518"/>
                  </a:lnTo>
                  <a:lnTo>
                    <a:pt x="1545" y="5561"/>
                  </a:lnTo>
                  <a:lnTo>
                    <a:pt x="1043" y="6604"/>
                  </a:lnTo>
                  <a:lnTo>
                    <a:pt x="503" y="7608"/>
                  </a:lnTo>
                  <a:lnTo>
                    <a:pt x="39" y="8650"/>
                  </a:lnTo>
                  <a:lnTo>
                    <a:pt x="1" y="8689"/>
                  </a:lnTo>
                  <a:lnTo>
                    <a:pt x="39" y="8766"/>
                  </a:lnTo>
                  <a:lnTo>
                    <a:pt x="117" y="8805"/>
                  </a:lnTo>
                  <a:lnTo>
                    <a:pt x="117" y="8843"/>
                  </a:lnTo>
                  <a:lnTo>
                    <a:pt x="117" y="8920"/>
                  </a:lnTo>
                  <a:lnTo>
                    <a:pt x="155" y="8998"/>
                  </a:lnTo>
                  <a:lnTo>
                    <a:pt x="310" y="9114"/>
                  </a:lnTo>
                  <a:lnTo>
                    <a:pt x="464" y="8882"/>
                  </a:lnTo>
                  <a:lnTo>
                    <a:pt x="1970" y="8457"/>
                  </a:lnTo>
                  <a:lnTo>
                    <a:pt x="3438" y="7994"/>
                  </a:lnTo>
                  <a:lnTo>
                    <a:pt x="6372" y="7028"/>
                  </a:lnTo>
                  <a:lnTo>
                    <a:pt x="7106" y="8689"/>
                  </a:lnTo>
                  <a:lnTo>
                    <a:pt x="8303" y="11817"/>
                  </a:lnTo>
                  <a:lnTo>
                    <a:pt x="8689" y="11662"/>
                  </a:lnTo>
                  <a:lnTo>
                    <a:pt x="7531" y="8689"/>
                  </a:lnTo>
                  <a:lnTo>
                    <a:pt x="6797" y="6874"/>
                  </a:lnTo>
                  <a:lnTo>
                    <a:pt x="8380" y="6333"/>
                  </a:lnTo>
                  <a:lnTo>
                    <a:pt x="9925" y="5754"/>
                  </a:lnTo>
                  <a:lnTo>
                    <a:pt x="9770" y="5329"/>
                  </a:lnTo>
                  <a:lnTo>
                    <a:pt x="8187" y="5909"/>
                  </a:lnTo>
                  <a:lnTo>
                    <a:pt x="6643" y="6449"/>
                  </a:lnTo>
                  <a:lnTo>
                    <a:pt x="6025" y="4905"/>
                  </a:lnTo>
                  <a:lnTo>
                    <a:pt x="5407" y="3360"/>
                  </a:lnTo>
                  <a:lnTo>
                    <a:pt x="4712" y="1854"/>
                  </a:lnTo>
                  <a:lnTo>
                    <a:pt x="3978" y="348"/>
                  </a:lnTo>
                  <a:lnTo>
                    <a:pt x="4055" y="78"/>
                  </a:lnTo>
                  <a:lnTo>
                    <a:pt x="3862" y="39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11"/>
            <p:cNvSpPr/>
            <p:nvPr/>
          </p:nvSpPr>
          <p:spPr>
            <a:xfrm>
              <a:off x="1663975" y="3660175"/>
              <a:ext cx="229775" cy="419975"/>
            </a:xfrm>
            <a:custGeom>
              <a:avLst/>
              <a:gdLst/>
              <a:ahLst/>
              <a:cxnLst/>
              <a:rect l="l" t="t" r="r" b="b"/>
              <a:pathLst>
                <a:path w="9191" h="16799" extrusionOk="0">
                  <a:moveTo>
                    <a:pt x="77" y="1"/>
                  </a:moveTo>
                  <a:lnTo>
                    <a:pt x="0" y="271"/>
                  </a:lnTo>
                  <a:lnTo>
                    <a:pt x="2124" y="1275"/>
                  </a:lnTo>
                  <a:lnTo>
                    <a:pt x="4286" y="2240"/>
                  </a:lnTo>
                  <a:lnTo>
                    <a:pt x="5290" y="2742"/>
                  </a:lnTo>
                  <a:lnTo>
                    <a:pt x="6294" y="3244"/>
                  </a:lnTo>
                  <a:lnTo>
                    <a:pt x="7298" y="3746"/>
                  </a:lnTo>
                  <a:lnTo>
                    <a:pt x="8302" y="4248"/>
                  </a:lnTo>
                  <a:lnTo>
                    <a:pt x="7028" y="4750"/>
                  </a:lnTo>
                  <a:lnTo>
                    <a:pt x="5792" y="5252"/>
                  </a:lnTo>
                  <a:lnTo>
                    <a:pt x="5947" y="5677"/>
                  </a:lnTo>
                  <a:lnTo>
                    <a:pt x="7298" y="5175"/>
                  </a:lnTo>
                  <a:lnTo>
                    <a:pt x="7955" y="4905"/>
                  </a:lnTo>
                  <a:lnTo>
                    <a:pt x="8611" y="4596"/>
                  </a:lnTo>
                  <a:lnTo>
                    <a:pt x="8457" y="5136"/>
                  </a:lnTo>
                  <a:lnTo>
                    <a:pt x="8341" y="5638"/>
                  </a:lnTo>
                  <a:lnTo>
                    <a:pt x="8148" y="6681"/>
                  </a:lnTo>
                  <a:lnTo>
                    <a:pt x="7839" y="8380"/>
                  </a:lnTo>
                  <a:lnTo>
                    <a:pt x="7569" y="10041"/>
                  </a:lnTo>
                  <a:lnTo>
                    <a:pt x="7028" y="13361"/>
                  </a:lnTo>
                  <a:lnTo>
                    <a:pt x="6796" y="15060"/>
                  </a:lnTo>
                  <a:lnTo>
                    <a:pt x="6681" y="15871"/>
                  </a:lnTo>
                  <a:lnTo>
                    <a:pt x="6642" y="16721"/>
                  </a:lnTo>
                  <a:lnTo>
                    <a:pt x="6989" y="16798"/>
                  </a:lnTo>
                  <a:lnTo>
                    <a:pt x="7298" y="15215"/>
                  </a:lnTo>
                  <a:lnTo>
                    <a:pt x="7530" y="13593"/>
                  </a:lnTo>
                  <a:lnTo>
                    <a:pt x="7723" y="12010"/>
                  </a:lnTo>
                  <a:lnTo>
                    <a:pt x="7955" y="10427"/>
                  </a:lnTo>
                  <a:lnTo>
                    <a:pt x="8225" y="8805"/>
                  </a:lnTo>
                  <a:lnTo>
                    <a:pt x="8495" y="7183"/>
                  </a:lnTo>
                  <a:lnTo>
                    <a:pt x="8689" y="6488"/>
                  </a:lnTo>
                  <a:lnTo>
                    <a:pt x="8882" y="5793"/>
                  </a:lnTo>
                  <a:lnTo>
                    <a:pt x="9036" y="5059"/>
                  </a:lnTo>
                  <a:lnTo>
                    <a:pt x="9152" y="4364"/>
                  </a:lnTo>
                  <a:lnTo>
                    <a:pt x="9152" y="4287"/>
                  </a:lnTo>
                  <a:lnTo>
                    <a:pt x="9190" y="4210"/>
                  </a:lnTo>
                  <a:lnTo>
                    <a:pt x="9113" y="4094"/>
                  </a:lnTo>
                  <a:lnTo>
                    <a:pt x="9036" y="4017"/>
                  </a:lnTo>
                  <a:lnTo>
                    <a:pt x="8920" y="4017"/>
                  </a:lnTo>
                  <a:lnTo>
                    <a:pt x="8882" y="4055"/>
                  </a:lnTo>
                  <a:lnTo>
                    <a:pt x="7839" y="3437"/>
                  </a:lnTo>
                  <a:lnTo>
                    <a:pt x="6758" y="2897"/>
                  </a:lnTo>
                  <a:lnTo>
                    <a:pt x="4595" y="1893"/>
                  </a:lnTo>
                  <a:lnTo>
                    <a:pt x="2356" y="927"/>
                  </a:lnTo>
                  <a:lnTo>
                    <a:pt x="1236" y="464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11"/>
            <p:cNvSpPr/>
            <p:nvPr/>
          </p:nvSpPr>
          <p:spPr>
            <a:xfrm>
              <a:off x="406075" y="3667900"/>
              <a:ext cx="458600" cy="289650"/>
            </a:xfrm>
            <a:custGeom>
              <a:avLst/>
              <a:gdLst/>
              <a:ahLst/>
              <a:cxnLst/>
              <a:rect l="l" t="t" r="r" b="b"/>
              <a:pathLst>
                <a:path w="18344" h="11586" extrusionOk="0">
                  <a:moveTo>
                    <a:pt x="17069" y="387"/>
                  </a:moveTo>
                  <a:lnTo>
                    <a:pt x="17146" y="425"/>
                  </a:lnTo>
                  <a:lnTo>
                    <a:pt x="17223" y="503"/>
                  </a:lnTo>
                  <a:lnTo>
                    <a:pt x="17300" y="734"/>
                  </a:lnTo>
                  <a:lnTo>
                    <a:pt x="17378" y="927"/>
                  </a:lnTo>
                  <a:lnTo>
                    <a:pt x="17378" y="1120"/>
                  </a:lnTo>
                  <a:lnTo>
                    <a:pt x="17339" y="1314"/>
                  </a:lnTo>
                  <a:lnTo>
                    <a:pt x="17223" y="1545"/>
                  </a:lnTo>
                  <a:lnTo>
                    <a:pt x="16953" y="1893"/>
                  </a:lnTo>
                  <a:lnTo>
                    <a:pt x="16721" y="2124"/>
                  </a:lnTo>
                  <a:lnTo>
                    <a:pt x="16451" y="2356"/>
                  </a:lnTo>
                  <a:lnTo>
                    <a:pt x="16181" y="2549"/>
                  </a:lnTo>
                  <a:lnTo>
                    <a:pt x="15872" y="2665"/>
                  </a:lnTo>
                  <a:lnTo>
                    <a:pt x="15872" y="2086"/>
                  </a:lnTo>
                  <a:lnTo>
                    <a:pt x="15910" y="1777"/>
                  </a:lnTo>
                  <a:lnTo>
                    <a:pt x="15949" y="1468"/>
                  </a:lnTo>
                  <a:lnTo>
                    <a:pt x="16026" y="1198"/>
                  </a:lnTo>
                  <a:lnTo>
                    <a:pt x="16181" y="927"/>
                  </a:lnTo>
                  <a:lnTo>
                    <a:pt x="16335" y="696"/>
                  </a:lnTo>
                  <a:lnTo>
                    <a:pt x="16605" y="503"/>
                  </a:lnTo>
                  <a:lnTo>
                    <a:pt x="16837" y="425"/>
                  </a:lnTo>
                  <a:lnTo>
                    <a:pt x="16992" y="387"/>
                  </a:lnTo>
                  <a:close/>
                  <a:moveTo>
                    <a:pt x="14597" y="2974"/>
                  </a:moveTo>
                  <a:lnTo>
                    <a:pt x="14868" y="3013"/>
                  </a:lnTo>
                  <a:lnTo>
                    <a:pt x="15138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6"/>
                  </a:lnTo>
                  <a:lnTo>
                    <a:pt x="14057" y="3862"/>
                  </a:lnTo>
                  <a:lnTo>
                    <a:pt x="13786" y="3939"/>
                  </a:lnTo>
                  <a:lnTo>
                    <a:pt x="13478" y="4017"/>
                  </a:lnTo>
                  <a:lnTo>
                    <a:pt x="13053" y="4017"/>
                  </a:lnTo>
                  <a:lnTo>
                    <a:pt x="12976" y="3939"/>
                  </a:lnTo>
                  <a:lnTo>
                    <a:pt x="12976" y="3862"/>
                  </a:lnTo>
                  <a:lnTo>
                    <a:pt x="12976" y="3708"/>
                  </a:lnTo>
                  <a:lnTo>
                    <a:pt x="13014" y="3476"/>
                  </a:lnTo>
                  <a:lnTo>
                    <a:pt x="13053" y="3360"/>
                  </a:lnTo>
                  <a:lnTo>
                    <a:pt x="13207" y="3244"/>
                  </a:lnTo>
                  <a:lnTo>
                    <a:pt x="13400" y="3167"/>
                  </a:lnTo>
                  <a:lnTo>
                    <a:pt x="13709" y="3051"/>
                  </a:lnTo>
                  <a:lnTo>
                    <a:pt x="14018" y="3013"/>
                  </a:lnTo>
                  <a:lnTo>
                    <a:pt x="14327" y="2974"/>
                  </a:lnTo>
                  <a:close/>
                  <a:moveTo>
                    <a:pt x="15679" y="3283"/>
                  </a:moveTo>
                  <a:lnTo>
                    <a:pt x="16335" y="3476"/>
                  </a:lnTo>
                  <a:lnTo>
                    <a:pt x="16644" y="3553"/>
                  </a:lnTo>
                  <a:lnTo>
                    <a:pt x="16992" y="3669"/>
                  </a:lnTo>
                  <a:lnTo>
                    <a:pt x="17262" y="3823"/>
                  </a:lnTo>
                  <a:lnTo>
                    <a:pt x="17532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80" y="4596"/>
                  </a:lnTo>
                  <a:lnTo>
                    <a:pt x="17918" y="4789"/>
                  </a:lnTo>
                  <a:lnTo>
                    <a:pt x="17880" y="4943"/>
                  </a:lnTo>
                  <a:lnTo>
                    <a:pt x="17802" y="5059"/>
                  </a:lnTo>
                  <a:lnTo>
                    <a:pt x="17648" y="5136"/>
                  </a:lnTo>
                  <a:lnTo>
                    <a:pt x="17494" y="5175"/>
                  </a:lnTo>
                  <a:lnTo>
                    <a:pt x="17339" y="5175"/>
                  </a:lnTo>
                  <a:lnTo>
                    <a:pt x="17146" y="5136"/>
                  </a:lnTo>
                  <a:lnTo>
                    <a:pt x="16992" y="5059"/>
                  </a:lnTo>
                  <a:lnTo>
                    <a:pt x="16644" y="4789"/>
                  </a:lnTo>
                  <a:lnTo>
                    <a:pt x="16374" y="4480"/>
                  </a:lnTo>
                  <a:lnTo>
                    <a:pt x="16181" y="4210"/>
                  </a:lnTo>
                  <a:lnTo>
                    <a:pt x="15988" y="3901"/>
                  </a:lnTo>
                  <a:lnTo>
                    <a:pt x="15833" y="3592"/>
                  </a:lnTo>
                  <a:lnTo>
                    <a:pt x="15679" y="3283"/>
                  </a:lnTo>
                  <a:close/>
                  <a:moveTo>
                    <a:pt x="4635" y="541"/>
                  </a:moveTo>
                  <a:lnTo>
                    <a:pt x="5253" y="580"/>
                  </a:lnTo>
                  <a:lnTo>
                    <a:pt x="5832" y="696"/>
                  </a:lnTo>
                  <a:lnTo>
                    <a:pt x="6411" y="850"/>
                  </a:lnTo>
                  <a:lnTo>
                    <a:pt x="6990" y="1120"/>
                  </a:lnTo>
                  <a:lnTo>
                    <a:pt x="7492" y="1429"/>
                  </a:lnTo>
                  <a:lnTo>
                    <a:pt x="7917" y="1738"/>
                  </a:lnTo>
                  <a:lnTo>
                    <a:pt x="8303" y="2086"/>
                  </a:lnTo>
                  <a:lnTo>
                    <a:pt x="8651" y="2472"/>
                  </a:lnTo>
                  <a:lnTo>
                    <a:pt x="8960" y="2858"/>
                  </a:lnTo>
                  <a:lnTo>
                    <a:pt x="9539" y="3669"/>
                  </a:lnTo>
                  <a:lnTo>
                    <a:pt x="10157" y="4480"/>
                  </a:lnTo>
                  <a:lnTo>
                    <a:pt x="10388" y="4827"/>
                  </a:lnTo>
                  <a:lnTo>
                    <a:pt x="10697" y="5136"/>
                  </a:lnTo>
                  <a:lnTo>
                    <a:pt x="11006" y="5445"/>
                  </a:lnTo>
                  <a:lnTo>
                    <a:pt x="11354" y="5677"/>
                  </a:lnTo>
                  <a:lnTo>
                    <a:pt x="11701" y="5870"/>
                  </a:lnTo>
                  <a:lnTo>
                    <a:pt x="12126" y="5986"/>
                  </a:lnTo>
                  <a:lnTo>
                    <a:pt x="12512" y="6025"/>
                  </a:lnTo>
                  <a:lnTo>
                    <a:pt x="12976" y="5986"/>
                  </a:lnTo>
                  <a:lnTo>
                    <a:pt x="13323" y="5870"/>
                  </a:lnTo>
                  <a:lnTo>
                    <a:pt x="13632" y="5754"/>
                  </a:lnTo>
                  <a:lnTo>
                    <a:pt x="13902" y="5600"/>
                  </a:lnTo>
                  <a:lnTo>
                    <a:pt x="14173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9" y="4712"/>
                  </a:lnTo>
                  <a:lnTo>
                    <a:pt x="14984" y="4441"/>
                  </a:lnTo>
                  <a:lnTo>
                    <a:pt x="14752" y="5252"/>
                  </a:lnTo>
                  <a:lnTo>
                    <a:pt x="14443" y="5986"/>
                  </a:lnTo>
                  <a:lnTo>
                    <a:pt x="14057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0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7" y="10272"/>
                  </a:lnTo>
                  <a:lnTo>
                    <a:pt x="9616" y="10465"/>
                  </a:lnTo>
                  <a:lnTo>
                    <a:pt x="9075" y="10658"/>
                  </a:lnTo>
                  <a:lnTo>
                    <a:pt x="8496" y="10774"/>
                  </a:lnTo>
                  <a:lnTo>
                    <a:pt x="7956" y="10890"/>
                  </a:lnTo>
                  <a:lnTo>
                    <a:pt x="7376" y="10929"/>
                  </a:lnTo>
                  <a:lnTo>
                    <a:pt x="6836" y="10929"/>
                  </a:lnTo>
                  <a:lnTo>
                    <a:pt x="6257" y="10890"/>
                  </a:lnTo>
                  <a:lnTo>
                    <a:pt x="5716" y="10774"/>
                  </a:lnTo>
                  <a:lnTo>
                    <a:pt x="5175" y="10620"/>
                  </a:lnTo>
                  <a:lnTo>
                    <a:pt x="4635" y="10465"/>
                  </a:lnTo>
                  <a:lnTo>
                    <a:pt x="4133" y="10195"/>
                  </a:lnTo>
                  <a:lnTo>
                    <a:pt x="3631" y="9925"/>
                  </a:lnTo>
                  <a:lnTo>
                    <a:pt x="3129" y="9577"/>
                  </a:lnTo>
                  <a:lnTo>
                    <a:pt x="2665" y="9191"/>
                  </a:lnTo>
                  <a:lnTo>
                    <a:pt x="2202" y="8766"/>
                  </a:lnTo>
                  <a:lnTo>
                    <a:pt x="1777" y="8303"/>
                  </a:lnTo>
                  <a:lnTo>
                    <a:pt x="1430" y="7801"/>
                  </a:lnTo>
                  <a:lnTo>
                    <a:pt x="1082" y="7260"/>
                  </a:lnTo>
                  <a:lnTo>
                    <a:pt x="812" y="6720"/>
                  </a:lnTo>
                  <a:lnTo>
                    <a:pt x="619" y="6140"/>
                  </a:lnTo>
                  <a:lnTo>
                    <a:pt x="464" y="5523"/>
                  </a:lnTo>
                  <a:lnTo>
                    <a:pt x="426" y="4905"/>
                  </a:lnTo>
                  <a:lnTo>
                    <a:pt x="464" y="4287"/>
                  </a:lnTo>
                  <a:lnTo>
                    <a:pt x="619" y="3708"/>
                  </a:lnTo>
                  <a:lnTo>
                    <a:pt x="812" y="3128"/>
                  </a:lnTo>
                  <a:lnTo>
                    <a:pt x="1121" y="2588"/>
                  </a:lnTo>
                  <a:lnTo>
                    <a:pt x="1468" y="2086"/>
                  </a:lnTo>
                  <a:lnTo>
                    <a:pt x="1893" y="1661"/>
                  </a:lnTo>
                  <a:lnTo>
                    <a:pt x="2356" y="1275"/>
                  </a:lnTo>
                  <a:lnTo>
                    <a:pt x="2897" y="1005"/>
                  </a:lnTo>
                  <a:lnTo>
                    <a:pt x="3476" y="773"/>
                  </a:lnTo>
                  <a:lnTo>
                    <a:pt x="4056" y="618"/>
                  </a:lnTo>
                  <a:lnTo>
                    <a:pt x="4635" y="541"/>
                  </a:lnTo>
                  <a:close/>
                  <a:moveTo>
                    <a:pt x="16876" y="1"/>
                  </a:moveTo>
                  <a:lnTo>
                    <a:pt x="16683" y="39"/>
                  </a:lnTo>
                  <a:lnTo>
                    <a:pt x="16451" y="155"/>
                  </a:lnTo>
                  <a:lnTo>
                    <a:pt x="16258" y="271"/>
                  </a:lnTo>
                  <a:lnTo>
                    <a:pt x="16103" y="425"/>
                  </a:lnTo>
                  <a:lnTo>
                    <a:pt x="15949" y="580"/>
                  </a:lnTo>
                  <a:lnTo>
                    <a:pt x="15833" y="773"/>
                  </a:lnTo>
                  <a:lnTo>
                    <a:pt x="15717" y="1005"/>
                  </a:lnTo>
                  <a:lnTo>
                    <a:pt x="15601" y="1236"/>
                  </a:lnTo>
                  <a:lnTo>
                    <a:pt x="15486" y="1738"/>
                  </a:lnTo>
                  <a:lnTo>
                    <a:pt x="15447" y="2279"/>
                  </a:lnTo>
                  <a:lnTo>
                    <a:pt x="15486" y="2819"/>
                  </a:lnTo>
                  <a:lnTo>
                    <a:pt x="15370" y="2819"/>
                  </a:lnTo>
                  <a:lnTo>
                    <a:pt x="15331" y="2858"/>
                  </a:lnTo>
                  <a:lnTo>
                    <a:pt x="14906" y="2742"/>
                  </a:lnTo>
                  <a:lnTo>
                    <a:pt x="14443" y="2665"/>
                  </a:lnTo>
                  <a:lnTo>
                    <a:pt x="13980" y="2665"/>
                  </a:lnTo>
                  <a:lnTo>
                    <a:pt x="13516" y="2742"/>
                  </a:lnTo>
                  <a:lnTo>
                    <a:pt x="13169" y="2858"/>
                  </a:lnTo>
                  <a:lnTo>
                    <a:pt x="12976" y="2974"/>
                  </a:lnTo>
                  <a:lnTo>
                    <a:pt x="12783" y="3090"/>
                  </a:lnTo>
                  <a:lnTo>
                    <a:pt x="12628" y="3206"/>
                  </a:lnTo>
                  <a:lnTo>
                    <a:pt x="12512" y="3360"/>
                  </a:lnTo>
                  <a:lnTo>
                    <a:pt x="12396" y="3553"/>
                  </a:lnTo>
                  <a:lnTo>
                    <a:pt x="12396" y="3746"/>
                  </a:lnTo>
                  <a:lnTo>
                    <a:pt x="12396" y="3939"/>
                  </a:lnTo>
                  <a:lnTo>
                    <a:pt x="12474" y="4094"/>
                  </a:lnTo>
                  <a:lnTo>
                    <a:pt x="12628" y="4210"/>
                  </a:lnTo>
                  <a:lnTo>
                    <a:pt x="12783" y="4287"/>
                  </a:lnTo>
                  <a:lnTo>
                    <a:pt x="12976" y="4364"/>
                  </a:lnTo>
                  <a:lnTo>
                    <a:pt x="13169" y="4403"/>
                  </a:lnTo>
                  <a:lnTo>
                    <a:pt x="13516" y="4364"/>
                  </a:lnTo>
                  <a:lnTo>
                    <a:pt x="13864" y="4325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9" y="3823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4" y="4866"/>
                  </a:lnTo>
                  <a:lnTo>
                    <a:pt x="13941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30" y="5445"/>
                  </a:lnTo>
                  <a:lnTo>
                    <a:pt x="12744" y="5523"/>
                  </a:lnTo>
                  <a:lnTo>
                    <a:pt x="12396" y="5523"/>
                  </a:lnTo>
                  <a:lnTo>
                    <a:pt x="12049" y="5445"/>
                  </a:lnTo>
                  <a:lnTo>
                    <a:pt x="11740" y="5329"/>
                  </a:lnTo>
                  <a:lnTo>
                    <a:pt x="11431" y="5136"/>
                  </a:lnTo>
                  <a:lnTo>
                    <a:pt x="11122" y="4905"/>
                  </a:lnTo>
                  <a:lnTo>
                    <a:pt x="10852" y="4634"/>
                  </a:lnTo>
                  <a:lnTo>
                    <a:pt x="10543" y="4210"/>
                  </a:lnTo>
                  <a:lnTo>
                    <a:pt x="10195" y="3785"/>
                  </a:lnTo>
                  <a:lnTo>
                    <a:pt x="9616" y="2935"/>
                  </a:lnTo>
                  <a:lnTo>
                    <a:pt x="9307" y="2511"/>
                  </a:lnTo>
                  <a:lnTo>
                    <a:pt x="8960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7" y="966"/>
                  </a:lnTo>
                  <a:lnTo>
                    <a:pt x="7106" y="657"/>
                  </a:lnTo>
                  <a:lnTo>
                    <a:pt x="6527" y="425"/>
                  </a:lnTo>
                  <a:lnTo>
                    <a:pt x="5948" y="271"/>
                  </a:lnTo>
                  <a:lnTo>
                    <a:pt x="5330" y="155"/>
                  </a:lnTo>
                  <a:lnTo>
                    <a:pt x="4751" y="116"/>
                  </a:lnTo>
                  <a:lnTo>
                    <a:pt x="4133" y="155"/>
                  </a:lnTo>
                  <a:lnTo>
                    <a:pt x="3554" y="271"/>
                  </a:lnTo>
                  <a:lnTo>
                    <a:pt x="3283" y="348"/>
                  </a:lnTo>
                  <a:lnTo>
                    <a:pt x="2936" y="464"/>
                  </a:lnTo>
                  <a:lnTo>
                    <a:pt x="2588" y="618"/>
                  </a:lnTo>
                  <a:lnTo>
                    <a:pt x="2279" y="812"/>
                  </a:lnTo>
                  <a:lnTo>
                    <a:pt x="1932" y="1005"/>
                  </a:lnTo>
                  <a:lnTo>
                    <a:pt x="1661" y="1275"/>
                  </a:lnTo>
                  <a:lnTo>
                    <a:pt x="1353" y="1545"/>
                  </a:lnTo>
                  <a:lnTo>
                    <a:pt x="1082" y="1854"/>
                  </a:lnTo>
                  <a:lnTo>
                    <a:pt x="851" y="2163"/>
                  </a:lnTo>
                  <a:lnTo>
                    <a:pt x="542" y="2665"/>
                  </a:lnTo>
                  <a:lnTo>
                    <a:pt x="310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1" y="4712"/>
                  </a:lnTo>
                  <a:lnTo>
                    <a:pt x="40" y="5214"/>
                  </a:lnTo>
                  <a:lnTo>
                    <a:pt x="78" y="5716"/>
                  </a:lnTo>
                  <a:lnTo>
                    <a:pt x="194" y="6218"/>
                  </a:lnTo>
                  <a:lnTo>
                    <a:pt x="387" y="6720"/>
                  </a:lnTo>
                  <a:lnTo>
                    <a:pt x="580" y="7222"/>
                  </a:lnTo>
                  <a:lnTo>
                    <a:pt x="812" y="7685"/>
                  </a:lnTo>
                  <a:lnTo>
                    <a:pt x="1082" y="8110"/>
                  </a:lnTo>
                  <a:lnTo>
                    <a:pt x="1430" y="8573"/>
                  </a:lnTo>
                  <a:lnTo>
                    <a:pt x="1777" y="8959"/>
                  </a:lnTo>
                  <a:lnTo>
                    <a:pt x="2125" y="9384"/>
                  </a:lnTo>
                  <a:lnTo>
                    <a:pt x="2550" y="9732"/>
                  </a:lnTo>
                  <a:lnTo>
                    <a:pt x="3090" y="10156"/>
                  </a:lnTo>
                  <a:lnTo>
                    <a:pt x="3631" y="10504"/>
                  </a:lnTo>
                  <a:lnTo>
                    <a:pt x="4210" y="10774"/>
                  </a:lnTo>
                  <a:lnTo>
                    <a:pt x="4789" y="11044"/>
                  </a:lnTo>
                  <a:lnTo>
                    <a:pt x="5407" y="11199"/>
                  </a:lnTo>
                  <a:lnTo>
                    <a:pt x="6025" y="11353"/>
                  </a:lnTo>
                  <a:lnTo>
                    <a:pt x="6643" y="11392"/>
                  </a:lnTo>
                  <a:lnTo>
                    <a:pt x="7261" y="11431"/>
                  </a:lnTo>
                  <a:lnTo>
                    <a:pt x="7338" y="11585"/>
                  </a:lnTo>
                  <a:lnTo>
                    <a:pt x="7647" y="11392"/>
                  </a:lnTo>
                  <a:lnTo>
                    <a:pt x="8458" y="11315"/>
                  </a:lnTo>
                  <a:lnTo>
                    <a:pt x="9269" y="11122"/>
                  </a:lnTo>
                  <a:lnTo>
                    <a:pt x="10079" y="10813"/>
                  </a:lnTo>
                  <a:lnTo>
                    <a:pt x="10852" y="10465"/>
                  </a:lnTo>
                  <a:lnTo>
                    <a:pt x="11547" y="10040"/>
                  </a:lnTo>
                  <a:lnTo>
                    <a:pt x="12165" y="9577"/>
                  </a:lnTo>
                  <a:lnTo>
                    <a:pt x="12435" y="9384"/>
                  </a:lnTo>
                  <a:lnTo>
                    <a:pt x="13053" y="8805"/>
                  </a:lnTo>
                  <a:lnTo>
                    <a:pt x="13632" y="8187"/>
                  </a:lnTo>
                  <a:lnTo>
                    <a:pt x="14134" y="7492"/>
                  </a:lnTo>
                  <a:lnTo>
                    <a:pt x="14597" y="6797"/>
                  </a:lnTo>
                  <a:lnTo>
                    <a:pt x="14945" y="6025"/>
                  </a:lnTo>
                  <a:lnTo>
                    <a:pt x="15099" y="5638"/>
                  </a:lnTo>
                  <a:lnTo>
                    <a:pt x="15254" y="5214"/>
                  </a:lnTo>
                  <a:lnTo>
                    <a:pt x="15331" y="4827"/>
                  </a:lnTo>
                  <a:lnTo>
                    <a:pt x="15408" y="4403"/>
                  </a:lnTo>
                  <a:lnTo>
                    <a:pt x="15486" y="4017"/>
                  </a:lnTo>
                  <a:lnTo>
                    <a:pt x="15486" y="3592"/>
                  </a:lnTo>
                  <a:lnTo>
                    <a:pt x="15679" y="4055"/>
                  </a:lnTo>
                  <a:lnTo>
                    <a:pt x="15949" y="4480"/>
                  </a:lnTo>
                  <a:lnTo>
                    <a:pt x="16258" y="4866"/>
                  </a:lnTo>
                  <a:lnTo>
                    <a:pt x="16605" y="5214"/>
                  </a:lnTo>
                  <a:lnTo>
                    <a:pt x="16760" y="5368"/>
                  </a:lnTo>
                  <a:lnTo>
                    <a:pt x="16992" y="5484"/>
                  </a:lnTo>
                  <a:lnTo>
                    <a:pt x="17185" y="5561"/>
                  </a:lnTo>
                  <a:lnTo>
                    <a:pt x="17416" y="5638"/>
                  </a:lnTo>
                  <a:lnTo>
                    <a:pt x="17609" y="5677"/>
                  </a:lnTo>
                  <a:lnTo>
                    <a:pt x="17841" y="5638"/>
                  </a:lnTo>
                  <a:lnTo>
                    <a:pt x="18034" y="5523"/>
                  </a:lnTo>
                  <a:lnTo>
                    <a:pt x="18189" y="5329"/>
                  </a:lnTo>
                  <a:lnTo>
                    <a:pt x="18304" y="5136"/>
                  </a:lnTo>
                  <a:lnTo>
                    <a:pt x="18343" y="4943"/>
                  </a:lnTo>
                  <a:lnTo>
                    <a:pt x="18304" y="4712"/>
                  </a:lnTo>
                  <a:lnTo>
                    <a:pt x="18266" y="4519"/>
                  </a:lnTo>
                  <a:lnTo>
                    <a:pt x="18189" y="4287"/>
                  </a:lnTo>
                  <a:lnTo>
                    <a:pt x="18073" y="4132"/>
                  </a:lnTo>
                  <a:lnTo>
                    <a:pt x="17957" y="3939"/>
                  </a:lnTo>
                  <a:lnTo>
                    <a:pt x="17802" y="3785"/>
                  </a:lnTo>
                  <a:lnTo>
                    <a:pt x="17648" y="3630"/>
                  </a:lnTo>
                  <a:lnTo>
                    <a:pt x="17416" y="3476"/>
                  </a:lnTo>
                  <a:lnTo>
                    <a:pt x="16953" y="3244"/>
                  </a:lnTo>
                  <a:lnTo>
                    <a:pt x="16490" y="3051"/>
                  </a:lnTo>
                  <a:lnTo>
                    <a:pt x="15988" y="2935"/>
                  </a:lnTo>
                  <a:lnTo>
                    <a:pt x="16412" y="2781"/>
                  </a:lnTo>
                  <a:lnTo>
                    <a:pt x="16837" y="2511"/>
                  </a:lnTo>
                  <a:lnTo>
                    <a:pt x="17185" y="2202"/>
                  </a:lnTo>
                  <a:lnTo>
                    <a:pt x="17494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4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1" y="194"/>
                  </a:lnTo>
                  <a:lnTo>
                    <a:pt x="17455" y="116"/>
                  </a:lnTo>
                  <a:lnTo>
                    <a:pt x="17339" y="39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11"/>
            <p:cNvSpPr/>
            <p:nvPr/>
          </p:nvSpPr>
          <p:spPr>
            <a:xfrm>
              <a:off x="2141825" y="3698800"/>
              <a:ext cx="126500" cy="70500"/>
            </a:xfrm>
            <a:custGeom>
              <a:avLst/>
              <a:gdLst/>
              <a:ahLst/>
              <a:cxnLst/>
              <a:rect l="l" t="t" r="r" b="b"/>
              <a:pathLst>
                <a:path w="5060" h="2820" extrusionOk="0">
                  <a:moveTo>
                    <a:pt x="4905" y="0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3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0"/>
                  </a:lnTo>
                  <a:lnTo>
                    <a:pt x="1" y="2587"/>
                  </a:lnTo>
                  <a:lnTo>
                    <a:pt x="39" y="2703"/>
                  </a:lnTo>
                  <a:lnTo>
                    <a:pt x="116" y="2781"/>
                  </a:lnTo>
                  <a:lnTo>
                    <a:pt x="387" y="2819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1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11"/>
            <p:cNvSpPr/>
            <p:nvPr/>
          </p:nvSpPr>
          <p:spPr>
            <a:xfrm>
              <a:off x="436975" y="3704575"/>
              <a:ext cx="144825" cy="162225"/>
            </a:xfrm>
            <a:custGeom>
              <a:avLst/>
              <a:gdLst/>
              <a:ahLst/>
              <a:cxnLst/>
              <a:rect l="l" t="t" r="r" b="b"/>
              <a:pathLst>
                <a:path w="5793" h="6489" extrusionOk="0">
                  <a:moveTo>
                    <a:pt x="2240" y="426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6" y="735"/>
                  </a:lnTo>
                  <a:lnTo>
                    <a:pt x="4171" y="1005"/>
                  </a:lnTo>
                  <a:lnTo>
                    <a:pt x="4557" y="1314"/>
                  </a:lnTo>
                  <a:lnTo>
                    <a:pt x="4750" y="1507"/>
                  </a:lnTo>
                  <a:lnTo>
                    <a:pt x="4905" y="1739"/>
                  </a:lnTo>
                  <a:lnTo>
                    <a:pt x="5021" y="1932"/>
                  </a:lnTo>
                  <a:lnTo>
                    <a:pt x="5136" y="2163"/>
                  </a:lnTo>
                  <a:lnTo>
                    <a:pt x="5214" y="2434"/>
                  </a:lnTo>
                  <a:lnTo>
                    <a:pt x="5291" y="2704"/>
                  </a:lnTo>
                  <a:lnTo>
                    <a:pt x="5330" y="3167"/>
                  </a:lnTo>
                  <a:lnTo>
                    <a:pt x="5330" y="3631"/>
                  </a:lnTo>
                  <a:lnTo>
                    <a:pt x="5214" y="4133"/>
                  </a:lnTo>
                  <a:lnTo>
                    <a:pt x="5021" y="4558"/>
                  </a:lnTo>
                  <a:lnTo>
                    <a:pt x="4789" y="4982"/>
                  </a:lnTo>
                  <a:lnTo>
                    <a:pt x="4480" y="5330"/>
                  </a:lnTo>
                  <a:lnTo>
                    <a:pt x="4287" y="5484"/>
                  </a:lnTo>
                  <a:lnTo>
                    <a:pt x="4094" y="5639"/>
                  </a:lnTo>
                  <a:lnTo>
                    <a:pt x="3901" y="5755"/>
                  </a:lnTo>
                  <a:lnTo>
                    <a:pt x="3669" y="5832"/>
                  </a:lnTo>
                  <a:lnTo>
                    <a:pt x="3360" y="5948"/>
                  </a:lnTo>
                  <a:lnTo>
                    <a:pt x="3090" y="5986"/>
                  </a:lnTo>
                  <a:lnTo>
                    <a:pt x="2820" y="6025"/>
                  </a:lnTo>
                  <a:lnTo>
                    <a:pt x="2549" y="5986"/>
                  </a:lnTo>
                  <a:lnTo>
                    <a:pt x="2279" y="5948"/>
                  </a:lnTo>
                  <a:lnTo>
                    <a:pt x="2047" y="5870"/>
                  </a:lnTo>
                  <a:lnTo>
                    <a:pt x="1854" y="5755"/>
                  </a:lnTo>
                  <a:lnTo>
                    <a:pt x="1622" y="5639"/>
                  </a:lnTo>
                  <a:lnTo>
                    <a:pt x="1429" y="5484"/>
                  </a:lnTo>
                  <a:lnTo>
                    <a:pt x="1275" y="5291"/>
                  </a:lnTo>
                  <a:lnTo>
                    <a:pt x="1082" y="5098"/>
                  </a:lnTo>
                  <a:lnTo>
                    <a:pt x="966" y="4905"/>
                  </a:lnTo>
                  <a:lnTo>
                    <a:pt x="696" y="4442"/>
                  </a:lnTo>
                  <a:lnTo>
                    <a:pt x="541" y="3901"/>
                  </a:lnTo>
                  <a:lnTo>
                    <a:pt x="425" y="3399"/>
                  </a:lnTo>
                  <a:lnTo>
                    <a:pt x="425" y="2858"/>
                  </a:lnTo>
                  <a:lnTo>
                    <a:pt x="503" y="2318"/>
                  </a:lnTo>
                  <a:lnTo>
                    <a:pt x="541" y="2048"/>
                  </a:lnTo>
                  <a:lnTo>
                    <a:pt x="657" y="1816"/>
                  </a:lnTo>
                  <a:lnTo>
                    <a:pt x="734" y="1584"/>
                  </a:lnTo>
                  <a:lnTo>
                    <a:pt x="889" y="1352"/>
                  </a:lnTo>
                  <a:lnTo>
                    <a:pt x="1043" y="1159"/>
                  </a:lnTo>
                  <a:lnTo>
                    <a:pt x="1236" y="1005"/>
                  </a:lnTo>
                  <a:lnTo>
                    <a:pt x="1429" y="812"/>
                  </a:lnTo>
                  <a:lnTo>
                    <a:pt x="1661" y="696"/>
                  </a:lnTo>
                  <a:lnTo>
                    <a:pt x="1893" y="580"/>
                  </a:lnTo>
                  <a:lnTo>
                    <a:pt x="2202" y="503"/>
                  </a:lnTo>
                  <a:lnTo>
                    <a:pt x="2240" y="464"/>
                  </a:lnTo>
                  <a:lnTo>
                    <a:pt x="2240" y="426"/>
                  </a:lnTo>
                  <a:close/>
                  <a:moveTo>
                    <a:pt x="2279" y="1"/>
                  </a:moveTo>
                  <a:lnTo>
                    <a:pt x="1970" y="40"/>
                  </a:lnTo>
                  <a:lnTo>
                    <a:pt x="1893" y="78"/>
                  </a:lnTo>
                  <a:lnTo>
                    <a:pt x="1816" y="117"/>
                  </a:lnTo>
                  <a:lnTo>
                    <a:pt x="1816" y="194"/>
                  </a:lnTo>
                  <a:lnTo>
                    <a:pt x="1816" y="271"/>
                  </a:lnTo>
                  <a:lnTo>
                    <a:pt x="1507" y="349"/>
                  </a:lnTo>
                  <a:lnTo>
                    <a:pt x="1275" y="464"/>
                  </a:lnTo>
                  <a:lnTo>
                    <a:pt x="1043" y="619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8"/>
                  </a:lnTo>
                  <a:lnTo>
                    <a:pt x="348" y="1430"/>
                  </a:lnTo>
                  <a:lnTo>
                    <a:pt x="232" y="1661"/>
                  </a:lnTo>
                  <a:lnTo>
                    <a:pt x="117" y="1932"/>
                  </a:lnTo>
                  <a:lnTo>
                    <a:pt x="78" y="2202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1"/>
                  </a:lnTo>
                  <a:lnTo>
                    <a:pt x="271" y="4519"/>
                  </a:lnTo>
                  <a:lnTo>
                    <a:pt x="387" y="4828"/>
                  </a:lnTo>
                  <a:lnTo>
                    <a:pt x="541" y="5098"/>
                  </a:lnTo>
                  <a:lnTo>
                    <a:pt x="696" y="5330"/>
                  </a:lnTo>
                  <a:lnTo>
                    <a:pt x="850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1"/>
                  </a:lnTo>
                  <a:lnTo>
                    <a:pt x="1738" y="6257"/>
                  </a:lnTo>
                  <a:lnTo>
                    <a:pt x="2009" y="6372"/>
                  </a:lnTo>
                  <a:lnTo>
                    <a:pt x="2279" y="6450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50"/>
                  </a:lnTo>
                  <a:lnTo>
                    <a:pt x="3553" y="6372"/>
                  </a:lnTo>
                  <a:lnTo>
                    <a:pt x="3862" y="6257"/>
                  </a:lnTo>
                  <a:lnTo>
                    <a:pt x="4132" y="6141"/>
                  </a:lnTo>
                  <a:lnTo>
                    <a:pt x="4403" y="5986"/>
                  </a:lnTo>
                  <a:lnTo>
                    <a:pt x="4634" y="5793"/>
                  </a:lnTo>
                  <a:lnTo>
                    <a:pt x="4866" y="5600"/>
                  </a:lnTo>
                  <a:lnTo>
                    <a:pt x="5059" y="5368"/>
                  </a:lnTo>
                  <a:lnTo>
                    <a:pt x="5214" y="5137"/>
                  </a:lnTo>
                  <a:lnTo>
                    <a:pt x="5368" y="4866"/>
                  </a:lnTo>
                  <a:lnTo>
                    <a:pt x="5523" y="4635"/>
                  </a:lnTo>
                  <a:lnTo>
                    <a:pt x="5638" y="4326"/>
                  </a:lnTo>
                  <a:lnTo>
                    <a:pt x="5716" y="4056"/>
                  </a:lnTo>
                  <a:lnTo>
                    <a:pt x="5754" y="3747"/>
                  </a:lnTo>
                  <a:lnTo>
                    <a:pt x="5793" y="3438"/>
                  </a:lnTo>
                  <a:lnTo>
                    <a:pt x="5793" y="3129"/>
                  </a:lnTo>
                  <a:lnTo>
                    <a:pt x="5793" y="2858"/>
                  </a:lnTo>
                  <a:lnTo>
                    <a:pt x="5716" y="2550"/>
                  </a:lnTo>
                  <a:lnTo>
                    <a:pt x="5638" y="2241"/>
                  </a:lnTo>
                  <a:lnTo>
                    <a:pt x="5523" y="1932"/>
                  </a:lnTo>
                  <a:lnTo>
                    <a:pt x="5368" y="1661"/>
                  </a:lnTo>
                  <a:lnTo>
                    <a:pt x="5214" y="1391"/>
                  </a:lnTo>
                  <a:lnTo>
                    <a:pt x="5021" y="1159"/>
                  </a:lnTo>
                  <a:lnTo>
                    <a:pt x="4828" y="928"/>
                  </a:lnTo>
                  <a:lnTo>
                    <a:pt x="4596" y="735"/>
                  </a:lnTo>
                  <a:lnTo>
                    <a:pt x="4326" y="542"/>
                  </a:lnTo>
                  <a:lnTo>
                    <a:pt x="4094" y="387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11"/>
            <p:cNvSpPr/>
            <p:nvPr/>
          </p:nvSpPr>
          <p:spPr>
            <a:xfrm>
              <a:off x="6171275" y="3733550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3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11"/>
            <p:cNvSpPr/>
            <p:nvPr/>
          </p:nvSpPr>
          <p:spPr>
            <a:xfrm>
              <a:off x="6036125" y="3735475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8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5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3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6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8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6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9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5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9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6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11"/>
            <p:cNvSpPr/>
            <p:nvPr/>
          </p:nvSpPr>
          <p:spPr>
            <a:xfrm>
              <a:off x="2084875" y="3742225"/>
              <a:ext cx="66625" cy="99475"/>
            </a:xfrm>
            <a:custGeom>
              <a:avLst/>
              <a:gdLst/>
              <a:ahLst/>
              <a:cxnLst/>
              <a:rect l="l" t="t" r="r" b="b"/>
              <a:pathLst>
                <a:path w="2665" h="3979" extrusionOk="0">
                  <a:moveTo>
                    <a:pt x="850" y="1"/>
                  </a:moveTo>
                  <a:lnTo>
                    <a:pt x="502" y="155"/>
                  </a:lnTo>
                  <a:lnTo>
                    <a:pt x="618" y="233"/>
                  </a:lnTo>
                  <a:lnTo>
                    <a:pt x="464" y="619"/>
                  </a:lnTo>
                  <a:lnTo>
                    <a:pt x="271" y="1082"/>
                  </a:lnTo>
                  <a:lnTo>
                    <a:pt x="116" y="1623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74"/>
                  </a:lnTo>
                  <a:lnTo>
                    <a:pt x="77" y="3206"/>
                  </a:lnTo>
                  <a:lnTo>
                    <a:pt x="155" y="3399"/>
                  </a:lnTo>
                  <a:lnTo>
                    <a:pt x="309" y="3592"/>
                  </a:lnTo>
                  <a:lnTo>
                    <a:pt x="464" y="3747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78"/>
                  </a:lnTo>
                  <a:lnTo>
                    <a:pt x="1313" y="3940"/>
                  </a:lnTo>
                  <a:lnTo>
                    <a:pt x="1506" y="3824"/>
                  </a:lnTo>
                  <a:lnTo>
                    <a:pt x="1661" y="3708"/>
                  </a:lnTo>
                  <a:lnTo>
                    <a:pt x="1815" y="3515"/>
                  </a:lnTo>
                  <a:lnTo>
                    <a:pt x="1970" y="3322"/>
                  </a:lnTo>
                  <a:lnTo>
                    <a:pt x="2085" y="3090"/>
                  </a:lnTo>
                  <a:lnTo>
                    <a:pt x="2317" y="2550"/>
                  </a:lnTo>
                  <a:lnTo>
                    <a:pt x="2510" y="2009"/>
                  </a:lnTo>
                  <a:lnTo>
                    <a:pt x="2626" y="1507"/>
                  </a:lnTo>
                  <a:lnTo>
                    <a:pt x="2665" y="1082"/>
                  </a:lnTo>
                  <a:lnTo>
                    <a:pt x="2394" y="1044"/>
                  </a:lnTo>
                  <a:lnTo>
                    <a:pt x="2008" y="2048"/>
                  </a:lnTo>
                  <a:lnTo>
                    <a:pt x="1738" y="2704"/>
                  </a:lnTo>
                  <a:lnTo>
                    <a:pt x="1545" y="3052"/>
                  </a:lnTo>
                  <a:lnTo>
                    <a:pt x="1468" y="3206"/>
                  </a:lnTo>
                  <a:lnTo>
                    <a:pt x="1313" y="3322"/>
                  </a:lnTo>
                  <a:lnTo>
                    <a:pt x="1159" y="3322"/>
                  </a:lnTo>
                  <a:lnTo>
                    <a:pt x="966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936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79" y="2086"/>
                  </a:lnTo>
                  <a:lnTo>
                    <a:pt x="618" y="1623"/>
                  </a:lnTo>
                  <a:lnTo>
                    <a:pt x="734" y="1198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11"/>
            <p:cNvSpPr/>
            <p:nvPr/>
          </p:nvSpPr>
          <p:spPr>
            <a:xfrm>
              <a:off x="3315725" y="3754775"/>
              <a:ext cx="374575" cy="387150"/>
            </a:xfrm>
            <a:custGeom>
              <a:avLst/>
              <a:gdLst/>
              <a:ahLst/>
              <a:cxnLst/>
              <a:rect l="l" t="t" r="r" b="b"/>
              <a:pathLst>
                <a:path w="14983" h="15486" extrusionOk="0">
                  <a:moveTo>
                    <a:pt x="7453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44"/>
                  </a:lnTo>
                  <a:lnTo>
                    <a:pt x="10697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40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80" y="9230"/>
                  </a:lnTo>
                  <a:lnTo>
                    <a:pt x="4171" y="10041"/>
                  </a:lnTo>
                  <a:lnTo>
                    <a:pt x="3978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53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9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53" y="503"/>
                  </a:lnTo>
                  <a:close/>
                  <a:moveTo>
                    <a:pt x="11932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13" y="3206"/>
                  </a:lnTo>
                  <a:lnTo>
                    <a:pt x="13322" y="3669"/>
                  </a:lnTo>
                  <a:lnTo>
                    <a:pt x="13593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2"/>
                  </a:lnTo>
                  <a:lnTo>
                    <a:pt x="11392" y="7145"/>
                  </a:lnTo>
                  <a:lnTo>
                    <a:pt x="10658" y="7415"/>
                  </a:lnTo>
                  <a:lnTo>
                    <a:pt x="9924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8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8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2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1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7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30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42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19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1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286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39"/>
                  </a:lnTo>
                  <a:lnTo>
                    <a:pt x="3051" y="13477"/>
                  </a:lnTo>
                  <a:lnTo>
                    <a:pt x="2974" y="13516"/>
                  </a:lnTo>
                  <a:lnTo>
                    <a:pt x="3051" y="13362"/>
                  </a:lnTo>
                  <a:lnTo>
                    <a:pt x="3167" y="13207"/>
                  </a:lnTo>
                  <a:lnTo>
                    <a:pt x="3321" y="13130"/>
                  </a:lnTo>
                  <a:lnTo>
                    <a:pt x="3476" y="13014"/>
                  </a:lnTo>
                  <a:lnTo>
                    <a:pt x="3669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1" y="13362"/>
                  </a:lnTo>
                  <a:lnTo>
                    <a:pt x="11894" y="13477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11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7" y="12860"/>
                  </a:lnTo>
                  <a:close/>
                  <a:moveTo>
                    <a:pt x="7569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46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6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4" y="14520"/>
                  </a:lnTo>
                  <a:lnTo>
                    <a:pt x="4093" y="14597"/>
                  </a:lnTo>
                  <a:lnTo>
                    <a:pt x="4518" y="14829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60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9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2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4" y="233"/>
                  </a:lnTo>
                  <a:lnTo>
                    <a:pt x="8766" y="117"/>
                  </a:lnTo>
                  <a:lnTo>
                    <a:pt x="8187" y="40"/>
                  </a:lnTo>
                  <a:lnTo>
                    <a:pt x="756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11"/>
            <p:cNvSpPr/>
            <p:nvPr/>
          </p:nvSpPr>
          <p:spPr>
            <a:xfrm>
              <a:off x="514200" y="3860000"/>
              <a:ext cx="302200" cy="155450"/>
            </a:xfrm>
            <a:custGeom>
              <a:avLst/>
              <a:gdLst/>
              <a:ahLst/>
              <a:cxnLst/>
              <a:rect l="l" t="t" r="r" b="b"/>
              <a:pathLst>
                <a:path w="12088" h="6218" extrusionOk="0">
                  <a:moveTo>
                    <a:pt x="11740" y="1"/>
                  </a:moveTo>
                  <a:lnTo>
                    <a:pt x="11663" y="40"/>
                  </a:lnTo>
                  <a:lnTo>
                    <a:pt x="11585" y="78"/>
                  </a:lnTo>
                  <a:lnTo>
                    <a:pt x="11508" y="117"/>
                  </a:lnTo>
                  <a:lnTo>
                    <a:pt x="11469" y="233"/>
                  </a:lnTo>
                  <a:lnTo>
                    <a:pt x="11469" y="310"/>
                  </a:lnTo>
                  <a:lnTo>
                    <a:pt x="11508" y="426"/>
                  </a:lnTo>
                  <a:lnTo>
                    <a:pt x="11585" y="580"/>
                  </a:lnTo>
                  <a:lnTo>
                    <a:pt x="11624" y="773"/>
                  </a:lnTo>
                  <a:lnTo>
                    <a:pt x="11585" y="966"/>
                  </a:lnTo>
                  <a:lnTo>
                    <a:pt x="11508" y="1121"/>
                  </a:lnTo>
                  <a:lnTo>
                    <a:pt x="11392" y="1275"/>
                  </a:lnTo>
                  <a:lnTo>
                    <a:pt x="11276" y="1430"/>
                  </a:lnTo>
                  <a:lnTo>
                    <a:pt x="10929" y="1739"/>
                  </a:lnTo>
                  <a:lnTo>
                    <a:pt x="10504" y="2009"/>
                  </a:lnTo>
                  <a:lnTo>
                    <a:pt x="10079" y="2241"/>
                  </a:lnTo>
                  <a:lnTo>
                    <a:pt x="9423" y="2588"/>
                  </a:lnTo>
                  <a:lnTo>
                    <a:pt x="9037" y="2781"/>
                  </a:lnTo>
                  <a:lnTo>
                    <a:pt x="9037" y="2704"/>
                  </a:lnTo>
                  <a:lnTo>
                    <a:pt x="8960" y="2627"/>
                  </a:lnTo>
                  <a:lnTo>
                    <a:pt x="8496" y="2202"/>
                  </a:lnTo>
                  <a:lnTo>
                    <a:pt x="8110" y="1700"/>
                  </a:lnTo>
                  <a:lnTo>
                    <a:pt x="7840" y="1893"/>
                  </a:lnTo>
                  <a:lnTo>
                    <a:pt x="7994" y="2202"/>
                  </a:lnTo>
                  <a:lnTo>
                    <a:pt x="8187" y="2511"/>
                  </a:lnTo>
                  <a:lnTo>
                    <a:pt x="8419" y="2781"/>
                  </a:lnTo>
                  <a:lnTo>
                    <a:pt x="8651" y="2974"/>
                  </a:lnTo>
                  <a:lnTo>
                    <a:pt x="7608" y="3515"/>
                  </a:lnTo>
                  <a:lnTo>
                    <a:pt x="6565" y="3978"/>
                  </a:lnTo>
                  <a:lnTo>
                    <a:pt x="5252" y="4519"/>
                  </a:lnTo>
                  <a:lnTo>
                    <a:pt x="3940" y="4982"/>
                  </a:lnTo>
                  <a:lnTo>
                    <a:pt x="3669" y="5059"/>
                  </a:lnTo>
                  <a:lnTo>
                    <a:pt x="3708" y="4712"/>
                  </a:lnTo>
                  <a:lnTo>
                    <a:pt x="3631" y="4364"/>
                  </a:lnTo>
                  <a:lnTo>
                    <a:pt x="3515" y="4055"/>
                  </a:lnTo>
                  <a:lnTo>
                    <a:pt x="3322" y="3708"/>
                  </a:lnTo>
                  <a:lnTo>
                    <a:pt x="3013" y="3901"/>
                  </a:lnTo>
                  <a:lnTo>
                    <a:pt x="3129" y="4171"/>
                  </a:lnTo>
                  <a:lnTo>
                    <a:pt x="3206" y="4442"/>
                  </a:lnTo>
                  <a:lnTo>
                    <a:pt x="3245" y="4866"/>
                  </a:lnTo>
                  <a:lnTo>
                    <a:pt x="3245" y="5253"/>
                  </a:lnTo>
                  <a:lnTo>
                    <a:pt x="2356" y="5523"/>
                  </a:lnTo>
                  <a:lnTo>
                    <a:pt x="1893" y="5639"/>
                  </a:lnTo>
                  <a:lnTo>
                    <a:pt x="1430" y="5677"/>
                  </a:lnTo>
                  <a:lnTo>
                    <a:pt x="1043" y="5716"/>
                  </a:lnTo>
                  <a:lnTo>
                    <a:pt x="850" y="5716"/>
                  </a:lnTo>
                  <a:lnTo>
                    <a:pt x="696" y="5677"/>
                  </a:lnTo>
                  <a:lnTo>
                    <a:pt x="580" y="5600"/>
                  </a:lnTo>
                  <a:lnTo>
                    <a:pt x="464" y="5523"/>
                  </a:lnTo>
                  <a:lnTo>
                    <a:pt x="387" y="5407"/>
                  </a:lnTo>
                  <a:lnTo>
                    <a:pt x="348" y="5291"/>
                  </a:lnTo>
                  <a:lnTo>
                    <a:pt x="310" y="5214"/>
                  </a:lnTo>
                  <a:lnTo>
                    <a:pt x="271" y="5175"/>
                  </a:lnTo>
                  <a:lnTo>
                    <a:pt x="155" y="5137"/>
                  </a:lnTo>
                  <a:lnTo>
                    <a:pt x="78" y="5175"/>
                  </a:lnTo>
                  <a:lnTo>
                    <a:pt x="39" y="5214"/>
                  </a:lnTo>
                  <a:lnTo>
                    <a:pt x="1" y="5291"/>
                  </a:lnTo>
                  <a:lnTo>
                    <a:pt x="1" y="5446"/>
                  </a:lnTo>
                  <a:lnTo>
                    <a:pt x="39" y="5600"/>
                  </a:lnTo>
                  <a:lnTo>
                    <a:pt x="78" y="5755"/>
                  </a:lnTo>
                  <a:lnTo>
                    <a:pt x="155" y="5870"/>
                  </a:lnTo>
                  <a:lnTo>
                    <a:pt x="233" y="5948"/>
                  </a:lnTo>
                  <a:lnTo>
                    <a:pt x="310" y="6025"/>
                  </a:lnTo>
                  <a:lnTo>
                    <a:pt x="541" y="6141"/>
                  </a:lnTo>
                  <a:lnTo>
                    <a:pt x="812" y="6179"/>
                  </a:lnTo>
                  <a:lnTo>
                    <a:pt x="1121" y="6218"/>
                  </a:lnTo>
                  <a:lnTo>
                    <a:pt x="1430" y="6179"/>
                  </a:lnTo>
                  <a:lnTo>
                    <a:pt x="1700" y="6141"/>
                  </a:lnTo>
                  <a:lnTo>
                    <a:pt x="2897" y="5832"/>
                  </a:lnTo>
                  <a:lnTo>
                    <a:pt x="4094" y="5446"/>
                  </a:lnTo>
                  <a:lnTo>
                    <a:pt x="5291" y="5021"/>
                  </a:lnTo>
                  <a:lnTo>
                    <a:pt x="6450" y="4557"/>
                  </a:lnTo>
                  <a:lnTo>
                    <a:pt x="7531" y="4094"/>
                  </a:lnTo>
                  <a:lnTo>
                    <a:pt x="8573" y="3592"/>
                  </a:lnTo>
                  <a:lnTo>
                    <a:pt x="9616" y="3052"/>
                  </a:lnTo>
                  <a:lnTo>
                    <a:pt x="10620" y="2472"/>
                  </a:lnTo>
                  <a:lnTo>
                    <a:pt x="10929" y="2279"/>
                  </a:lnTo>
                  <a:lnTo>
                    <a:pt x="11276" y="2048"/>
                  </a:lnTo>
                  <a:lnTo>
                    <a:pt x="11547" y="1777"/>
                  </a:lnTo>
                  <a:lnTo>
                    <a:pt x="11817" y="1507"/>
                  </a:lnTo>
                  <a:lnTo>
                    <a:pt x="12010" y="1198"/>
                  </a:lnTo>
                  <a:lnTo>
                    <a:pt x="12049" y="1044"/>
                  </a:lnTo>
                  <a:lnTo>
                    <a:pt x="12087" y="889"/>
                  </a:lnTo>
                  <a:lnTo>
                    <a:pt x="12087" y="696"/>
                  </a:lnTo>
                  <a:lnTo>
                    <a:pt x="12049" y="503"/>
                  </a:lnTo>
                  <a:lnTo>
                    <a:pt x="12010" y="310"/>
                  </a:lnTo>
                  <a:lnTo>
                    <a:pt x="11894" y="117"/>
                  </a:lnTo>
                  <a:lnTo>
                    <a:pt x="11817" y="40"/>
                  </a:lnTo>
                  <a:lnTo>
                    <a:pt x="1174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11"/>
            <p:cNvSpPr/>
            <p:nvPr/>
          </p:nvSpPr>
          <p:spPr>
            <a:xfrm>
              <a:off x="6274575" y="3873525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11"/>
            <p:cNvSpPr/>
            <p:nvPr/>
          </p:nvSpPr>
          <p:spPr>
            <a:xfrm>
              <a:off x="6223425" y="3874500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11"/>
            <p:cNvSpPr/>
            <p:nvPr/>
          </p:nvSpPr>
          <p:spPr>
            <a:xfrm>
              <a:off x="1572250" y="3880275"/>
              <a:ext cx="267450" cy="210475"/>
            </a:xfrm>
            <a:custGeom>
              <a:avLst/>
              <a:gdLst/>
              <a:ahLst/>
              <a:cxnLst/>
              <a:rect l="l" t="t" r="r" b="b"/>
              <a:pathLst>
                <a:path w="10698" h="8419" extrusionOk="0">
                  <a:moveTo>
                    <a:pt x="155" y="1"/>
                  </a:moveTo>
                  <a:lnTo>
                    <a:pt x="1" y="233"/>
                  </a:lnTo>
                  <a:lnTo>
                    <a:pt x="1391" y="1314"/>
                  </a:lnTo>
                  <a:lnTo>
                    <a:pt x="2781" y="2395"/>
                  </a:lnTo>
                  <a:lnTo>
                    <a:pt x="4210" y="3476"/>
                  </a:lnTo>
                  <a:lnTo>
                    <a:pt x="5600" y="4596"/>
                  </a:lnTo>
                  <a:lnTo>
                    <a:pt x="6951" y="5677"/>
                  </a:lnTo>
                  <a:lnTo>
                    <a:pt x="8303" y="6797"/>
                  </a:lnTo>
                  <a:lnTo>
                    <a:pt x="9616" y="7917"/>
                  </a:lnTo>
                  <a:lnTo>
                    <a:pt x="9963" y="8226"/>
                  </a:lnTo>
                  <a:lnTo>
                    <a:pt x="10118" y="8342"/>
                  </a:lnTo>
                  <a:lnTo>
                    <a:pt x="10311" y="8419"/>
                  </a:lnTo>
                  <a:lnTo>
                    <a:pt x="10658" y="8380"/>
                  </a:lnTo>
                  <a:lnTo>
                    <a:pt x="10697" y="8264"/>
                  </a:lnTo>
                  <a:lnTo>
                    <a:pt x="10697" y="8149"/>
                  </a:lnTo>
                  <a:lnTo>
                    <a:pt x="10658" y="8033"/>
                  </a:lnTo>
                  <a:lnTo>
                    <a:pt x="10658" y="7994"/>
                  </a:lnTo>
                  <a:lnTo>
                    <a:pt x="10311" y="7917"/>
                  </a:lnTo>
                  <a:lnTo>
                    <a:pt x="10002" y="6952"/>
                  </a:lnTo>
                  <a:lnTo>
                    <a:pt x="9654" y="5986"/>
                  </a:lnTo>
                  <a:lnTo>
                    <a:pt x="8882" y="4094"/>
                  </a:lnTo>
                  <a:lnTo>
                    <a:pt x="8380" y="2781"/>
                  </a:lnTo>
                  <a:lnTo>
                    <a:pt x="7994" y="2936"/>
                  </a:lnTo>
                  <a:lnTo>
                    <a:pt x="8419" y="3940"/>
                  </a:lnTo>
                  <a:lnTo>
                    <a:pt x="9037" y="5677"/>
                  </a:lnTo>
                  <a:lnTo>
                    <a:pt x="9346" y="6565"/>
                  </a:lnTo>
                  <a:lnTo>
                    <a:pt x="9654" y="7415"/>
                  </a:lnTo>
                  <a:lnTo>
                    <a:pt x="9230" y="7029"/>
                  </a:lnTo>
                  <a:lnTo>
                    <a:pt x="7994" y="5986"/>
                  </a:lnTo>
                  <a:lnTo>
                    <a:pt x="6720" y="4905"/>
                  </a:lnTo>
                  <a:lnTo>
                    <a:pt x="5407" y="3862"/>
                  </a:lnTo>
                  <a:lnTo>
                    <a:pt x="4133" y="2858"/>
                  </a:lnTo>
                  <a:lnTo>
                    <a:pt x="2820" y="1854"/>
                  </a:lnTo>
                  <a:lnTo>
                    <a:pt x="1507" y="928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11"/>
            <p:cNvSpPr/>
            <p:nvPr/>
          </p:nvSpPr>
          <p:spPr>
            <a:xfrm>
              <a:off x="4538850" y="3913100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3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3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6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1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0"/>
                  </a:lnTo>
                  <a:lnTo>
                    <a:pt x="9268" y="8921"/>
                  </a:lnTo>
                  <a:lnTo>
                    <a:pt x="9036" y="9152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2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6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4"/>
                  </a:lnTo>
                  <a:lnTo>
                    <a:pt x="695" y="734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1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3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5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49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2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4"/>
                  </a:lnTo>
                  <a:lnTo>
                    <a:pt x="7762" y="9654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8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5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7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1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39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3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6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11"/>
            <p:cNvSpPr/>
            <p:nvPr/>
          </p:nvSpPr>
          <p:spPr>
            <a:xfrm>
              <a:off x="6161625" y="3921800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5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3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3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11"/>
            <p:cNvSpPr/>
            <p:nvPr/>
          </p:nvSpPr>
          <p:spPr>
            <a:xfrm>
              <a:off x="7032400" y="3923725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6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8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6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11"/>
            <p:cNvSpPr/>
            <p:nvPr/>
          </p:nvSpPr>
          <p:spPr>
            <a:xfrm>
              <a:off x="6167425" y="3927575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1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11"/>
            <p:cNvSpPr/>
            <p:nvPr/>
          </p:nvSpPr>
          <p:spPr>
            <a:xfrm>
              <a:off x="1394625" y="3943025"/>
              <a:ext cx="74350" cy="103325"/>
            </a:xfrm>
            <a:custGeom>
              <a:avLst/>
              <a:gdLst/>
              <a:ahLst/>
              <a:cxnLst/>
              <a:rect l="l" t="t" r="r" b="b"/>
              <a:pathLst>
                <a:path w="2974" h="4133" extrusionOk="0">
                  <a:moveTo>
                    <a:pt x="116" y="1"/>
                  </a:moveTo>
                  <a:lnTo>
                    <a:pt x="1" y="39"/>
                  </a:lnTo>
                  <a:lnTo>
                    <a:pt x="1" y="78"/>
                  </a:lnTo>
                  <a:lnTo>
                    <a:pt x="271" y="928"/>
                  </a:lnTo>
                  <a:lnTo>
                    <a:pt x="580" y="1738"/>
                  </a:lnTo>
                  <a:lnTo>
                    <a:pt x="927" y="2549"/>
                  </a:lnTo>
                  <a:lnTo>
                    <a:pt x="1275" y="3283"/>
                  </a:lnTo>
                  <a:lnTo>
                    <a:pt x="1507" y="3669"/>
                  </a:lnTo>
                  <a:lnTo>
                    <a:pt x="1661" y="3824"/>
                  </a:lnTo>
                  <a:lnTo>
                    <a:pt x="1854" y="3978"/>
                  </a:lnTo>
                  <a:lnTo>
                    <a:pt x="2009" y="4055"/>
                  </a:lnTo>
                  <a:lnTo>
                    <a:pt x="2240" y="4133"/>
                  </a:lnTo>
                  <a:lnTo>
                    <a:pt x="2433" y="4094"/>
                  </a:lnTo>
                  <a:lnTo>
                    <a:pt x="2665" y="4017"/>
                  </a:lnTo>
                  <a:lnTo>
                    <a:pt x="2781" y="3862"/>
                  </a:lnTo>
                  <a:lnTo>
                    <a:pt x="2897" y="3708"/>
                  </a:lnTo>
                  <a:lnTo>
                    <a:pt x="2935" y="3515"/>
                  </a:lnTo>
                  <a:lnTo>
                    <a:pt x="2974" y="3360"/>
                  </a:lnTo>
                  <a:lnTo>
                    <a:pt x="2935" y="3129"/>
                  </a:lnTo>
                  <a:lnTo>
                    <a:pt x="2897" y="2936"/>
                  </a:lnTo>
                  <a:lnTo>
                    <a:pt x="2819" y="2588"/>
                  </a:lnTo>
                  <a:lnTo>
                    <a:pt x="2588" y="2627"/>
                  </a:lnTo>
                  <a:lnTo>
                    <a:pt x="2665" y="2974"/>
                  </a:lnTo>
                  <a:lnTo>
                    <a:pt x="2704" y="3129"/>
                  </a:lnTo>
                  <a:lnTo>
                    <a:pt x="2665" y="3283"/>
                  </a:lnTo>
                  <a:lnTo>
                    <a:pt x="2433" y="3399"/>
                  </a:lnTo>
                  <a:lnTo>
                    <a:pt x="2202" y="3476"/>
                  </a:lnTo>
                  <a:lnTo>
                    <a:pt x="2009" y="3515"/>
                  </a:lnTo>
                  <a:lnTo>
                    <a:pt x="1854" y="3476"/>
                  </a:lnTo>
                  <a:lnTo>
                    <a:pt x="1700" y="3438"/>
                  </a:lnTo>
                  <a:lnTo>
                    <a:pt x="1584" y="3322"/>
                  </a:lnTo>
                  <a:lnTo>
                    <a:pt x="1507" y="3167"/>
                  </a:lnTo>
                  <a:lnTo>
                    <a:pt x="1468" y="2974"/>
                  </a:lnTo>
                  <a:lnTo>
                    <a:pt x="1352" y="2704"/>
                  </a:lnTo>
                  <a:lnTo>
                    <a:pt x="889" y="1623"/>
                  </a:lnTo>
                  <a:lnTo>
                    <a:pt x="541" y="812"/>
                  </a:lnTo>
                  <a:lnTo>
                    <a:pt x="348" y="426"/>
                  </a:lnTo>
                  <a:lnTo>
                    <a:pt x="155" y="39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11"/>
            <p:cNvSpPr/>
            <p:nvPr/>
          </p:nvSpPr>
          <p:spPr>
            <a:xfrm>
              <a:off x="2923775" y="3946900"/>
              <a:ext cx="335975" cy="782925"/>
            </a:xfrm>
            <a:custGeom>
              <a:avLst/>
              <a:gdLst/>
              <a:ahLst/>
              <a:cxnLst/>
              <a:rect l="l" t="t" r="r" b="b"/>
              <a:pathLst>
                <a:path w="13439" h="31317" extrusionOk="0">
                  <a:moveTo>
                    <a:pt x="6488" y="386"/>
                  </a:moveTo>
                  <a:lnTo>
                    <a:pt x="6526" y="464"/>
                  </a:lnTo>
                  <a:lnTo>
                    <a:pt x="7144" y="2008"/>
                  </a:lnTo>
                  <a:lnTo>
                    <a:pt x="7685" y="3553"/>
                  </a:lnTo>
                  <a:lnTo>
                    <a:pt x="8226" y="5136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1"/>
                  </a:lnTo>
                  <a:lnTo>
                    <a:pt x="7530" y="7337"/>
                  </a:lnTo>
                  <a:lnTo>
                    <a:pt x="7222" y="7453"/>
                  </a:lnTo>
                  <a:lnTo>
                    <a:pt x="6913" y="7530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0"/>
                  </a:lnTo>
                  <a:lnTo>
                    <a:pt x="5522" y="7492"/>
                  </a:lnTo>
                  <a:lnTo>
                    <a:pt x="4866" y="7337"/>
                  </a:lnTo>
                  <a:lnTo>
                    <a:pt x="4210" y="7105"/>
                  </a:lnTo>
                  <a:lnTo>
                    <a:pt x="3592" y="6874"/>
                  </a:lnTo>
                  <a:lnTo>
                    <a:pt x="3862" y="6024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3"/>
                  </a:lnTo>
                  <a:lnTo>
                    <a:pt x="5214" y="2742"/>
                  </a:lnTo>
                  <a:lnTo>
                    <a:pt x="5600" y="1931"/>
                  </a:lnTo>
                  <a:lnTo>
                    <a:pt x="6024" y="1159"/>
                  </a:lnTo>
                  <a:lnTo>
                    <a:pt x="6488" y="386"/>
                  </a:lnTo>
                  <a:close/>
                  <a:moveTo>
                    <a:pt x="8805" y="7028"/>
                  </a:moveTo>
                  <a:lnTo>
                    <a:pt x="9230" y="8418"/>
                  </a:lnTo>
                  <a:lnTo>
                    <a:pt x="9577" y="9847"/>
                  </a:lnTo>
                  <a:lnTo>
                    <a:pt x="9847" y="11083"/>
                  </a:lnTo>
                  <a:lnTo>
                    <a:pt x="10079" y="12357"/>
                  </a:lnTo>
                  <a:lnTo>
                    <a:pt x="10233" y="13631"/>
                  </a:lnTo>
                  <a:lnTo>
                    <a:pt x="10388" y="14906"/>
                  </a:lnTo>
                  <a:lnTo>
                    <a:pt x="10465" y="16180"/>
                  </a:lnTo>
                  <a:lnTo>
                    <a:pt x="10504" y="16836"/>
                  </a:lnTo>
                  <a:lnTo>
                    <a:pt x="10504" y="17493"/>
                  </a:lnTo>
                  <a:lnTo>
                    <a:pt x="10504" y="18188"/>
                  </a:lnTo>
                  <a:lnTo>
                    <a:pt x="10427" y="18844"/>
                  </a:lnTo>
                  <a:lnTo>
                    <a:pt x="10311" y="19462"/>
                  </a:lnTo>
                  <a:lnTo>
                    <a:pt x="10118" y="20080"/>
                  </a:lnTo>
                  <a:lnTo>
                    <a:pt x="9886" y="20659"/>
                  </a:lnTo>
                  <a:lnTo>
                    <a:pt x="9538" y="21161"/>
                  </a:lnTo>
                  <a:lnTo>
                    <a:pt x="9384" y="21393"/>
                  </a:lnTo>
                  <a:lnTo>
                    <a:pt x="9152" y="21586"/>
                  </a:lnTo>
                  <a:lnTo>
                    <a:pt x="8959" y="21779"/>
                  </a:lnTo>
                  <a:lnTo>
                    <a:pt x="8728" y="21972"/>
                  </a:lnTo>
                  <a:lnTo>
                    <a:pt x="8496" y="22127"/>
                  </a:lnTo>
                  <a:lnTo>
                    <a:pt x="8226" y="22242"/>
                  </a:lnTo>
                  <a:lnTo>
                    <a:pt x="7955" y="22358"/>
                  </a:lnTo>
                  <a:lnTo>
                    <a:pt x="7685" y="22435"/>
                  </a:lnTo>
                  <a:lnTo>
                    <a:pt x="7415" y="22474"/>
                  </a:lnTo>
                  <a:lnTo>
                    <a:pt x="6797" y="22474"/>
                  </a:lnTo>
                  <a:lnTo>
                    <a:pt x="6488" y="22435"/>
                  </a:lnTo>
                  <a:lnTo>
                    <a:pt x="5909" y="22281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4"/>
                  </a:lnTo>
                  <a:lnTo>
                    <a:pt x="4094" y="20929"/>
                  </a:lnTo>
                  <a:lnTo>
                    <a:pt x="3785" y="20466"/>
                  </a:lnTo>
                  <a:lnTo>
                    <a:pt x="3476" y="19964"/>
                  </a:lnTo>
                  <a:lnTo>
                    <a:pt x="3244" y="19424"/>
                  </a:lnTo>
                  <a:lnTo>
                    <a:pt x="3051" y="18883"/>
                  </a:lnTo>
                  <a:lnTo>
                    <a:pt x="2897" y="18342"/>
                  </a:lnTo>
                  <a:lnTo>
                    <a:pt x="2781" y="17802"/>
                  </a:lnTo>
                  <a:lnTo>
                    <a:pt x="2704" y="17222"/>
                  </a:lnTo>
                  <a:lnTo>
                    <a:pt x="2588" y="16103"/>
                  </a:lnTo>
                  <a:lnTo>
                    <a:pt x="2511" y="14944"/>
                  </a:lnTo>
                  <a:lnTo>
                    <a:pt x="2511" y="13747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2"/>
                  </a:lnTo>
                  <a:lnTo>
                    <a:pt x="3128" y="8689"/>
                  </a:lnTo>
                  <a:lnTo>
                    <a:pt x="3283" y="7916"/>
                  </a:lnTo>
                  <a:lnTo>
                    <a:pt x="3515" y="7183"/>
                  </a:lnTo>
                  <a:lnTo>
                    <a:pt x="4132" y="7453"/>
                  </a:lnTo>
                  <a:lnTo>
                    <a:pt x="4827" y="7685"/>
                  </a:lnTo>
                  <a:lnTo>
                    <a:pt x="5522" y="7839"/>
                  </a:lnTo>
                  <a:lnTo>
                    <a:pt x="5909" y="7916"/>
                  </a:lnTo>
                  <a:lnTo>
                    <a:pt x="6256" y="7916"/>
                  </a:lnTo>
                  <a:lnTo>
                    <a:pt x="6604" y="7955"/>
                  </a:lnTo>
                  <a:lnTo>
                    <a:pt x="6990" y="7916"/>
                  </a:lnTo>
                  <a:lnTo>
                    <a:pt x="7299" y="7878"/>
                  </a:lnTo>
                  <a:lnTo>
                    <a:pt x="7646" y="7762"/>
                  </a:lnTo>
                  <a:lnTo>
                    <a:pt x="7955" y="7646"/>
                  </a:lnTo>
                  <a:lnTo>
                    <a:pt x="8264" y="7492"/>
                  </a:lnTo>
                  <a:lnTo>
                    <a:pt x="8573" y="7260"/>
                  </a:lnTo>
                  <a:lnTo>
                    <a:pt x="8805" y="7028"/>
                  </a:lnTo>
                  <a:close/>
                  <a:moveTo>
                    <a:pt x="8650" y="22474"/>
                  </a:moveTo>
                  <a:lnTo>
                    <a:pt x="8766" y="22822"/>
                  </a:lnTo>
                  <a:lnTo>
                    <a:pt x="8921" y="23169"/>
                  </a:lnTo>
                  <a:lnTo>
                    <a:pt x="8496" y="23401"/>
                  </a:lnTo>
                  <a:lnTo>
                    <a:pt x="8071" y="23555"/>
                  </a:lnTo>
                  <a:lnTo>
                    <a:pt x="7608" y="23633"/>
                  </a:lnTo>
                  <a:lnTo>
                    <a:pt x="7144" y="23671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2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4"/>
                  </a:lnTo>
                  <a:lnTo>
                    <a:pt x="5870" y="22629"/>
                  </a:lnTo>
                  <a:lnTo>
                    <a:pt x="6256" y="22783"/>
                  </a:lnTo>
                  <a:lnTo>
                    <a:pt x="6681" y="22860"/>
                  </a:lnTo>
                  <a:lnTo>
                    <a:pt x="7067" y="22899"/>
                  </a:lnTo>
                  <a:lnTo>
                    <a:pt x="7453" y="22860"/>
                  </a:lnTo>
                  <a:lnTo>
                    <a:pt x="7878" y="22822"/>
                  </a:lnTo>
                  <a:lnTo>
                    <a:pt x="8264" y="22667"/>
                  </a:lnTo>
                  <a:lnTo>
                    <a:pt x="8650" y="22474"/>
                  </a:lnTo>
                  <a:close/>
                  <a:moveTo>
                    <a:pt x="10890" y="16798"/>
                  </a:moveTo>
                  <a:lnTo>
                    <a:pt x="11392" y="17261"/>
                  </a:lnTo>
                  <a:lnTo>
                    <a:pt x="11933" y="17647"/>
                  </a:lnTo>
                  <a:lnTo>
                    <a:pt x="12512" y="18033"/>
                  </a:lnTo>
                  <a:lnTo>
                    <a:pt x="13091" y="18342"/>
                  </a:lnTo>
                  <a:lnTo>
                    <a:pt x="12937" y="19771"/>
                  </a:lnTo>
                  <a:lnTo>
                    <a:pt x="12821" y="21238"/>
                  </a:lnTo>
                  <a:lnTo>
                    <a:pt x="12705" y="24212"/>
                  </a:lnTo>
                  <a:lnTo>
                    <a:pt x="11894" y="23594"/>
                  </a:lnTo>
                  <a:lnTo>
                    <a:pt x="11044" y="23015"/>
                  </a:lnTo>
                  <a:lnTo>
                    <a:pt x="10813" y="22860"/>
                  </a:lnTo>
                  <a:lnTo>
                    <a:pt x="10620" y="22667"/>
                  </a:lnTo>
                  <a:lnTo>
                    <a:pt x="10581" y="22590"/>
                  </a:lnTo>
                  <a:lnTo>
                    <a:pt x="10542" y="22435"/>
                  </a:lnTo>
                  <a:lnTo>
                    <a:pt x="10542" y="22127"/>
                  </a:lnTo>
                  <a:lnTo>
                    <a:pt x="10542" y="21393"/>
                  </a:lnTo>
                  <a:lnTo>
                    <a:pt x="10504" y="20659"/>
                  </a:lnTo>
                  <a:lnTo>
                    <a:pt x="10504" y="20582"/>
                  </a:lnTo>
                  <a:lnTo>
                    <a:pt x="10465" y="20543"/>
                  </a:lnTo>
                  <a:lnTo>
                    <a:pt x="10388" y="20466"/>
                  </a:lnTo>
                  <a:lnTo>
                    <a:pt x="10542" y="19964"/>
                  </a:lnTo>
                  <a:lnTo>
                    <a:pt x="10697" y="19424"/>
                  </a:lnTo>
                  <a:lnTo>
                    <a:pt x="10774" y="18883"/>
                  </a:lnTo>
                  <a:lnTo>
                    <a:pt x="10851" y="18304"/>
                  </a:lnTo>
                  <a:lnTo>
                    <a:pt x="10890" y="17570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4"/>
                  </a:lnTo>
                  <a:lnTo>
                    <a:pt x="6140" y="23826"/>
                  </a:lnTo>
                  <a:lnTo>
                    <a:pt x="6642" y="23941"/>
                  </a:lnTo>
                  <a:lnTo>
                    <a:pt x="7144" y="23980"/>
                  </a:lnTo>
                  <a:lnTo>
                    <a:pt x="7646" y="23980"/>
                  </a:lnTo>
                  <a:lnTo>
                    <a:pt x="8148" y="23864"/>
                  </a:lnTo>
                  <a:lnTo>
                    <a:pt x="8612" y="23710"/>
                  </a:lnTo>
                  <a:lnTo>
                    <a:pt x="9075" y="23439"/>
                  </a:lnTo>
                  <a:lnTo>
                    <a:pt x="9384" y="23903"/>
                  </a:lnTo>
                  <a:lnTo>
                    <a:pt x="8843" y="24173"/>
                  </a:lnTo>
                  <a:lnTo>
                    <a:pt x="8303" y="24366"/>
                  </a:lnTo>
                  <a:lnTo>
                    <a:pt x="7762" y="24482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3"/>
                  </a:lnTo>
                  <a:lnTo>
                    <a:pt x="5561" y="24289"/>
                  </a:lnTo>
                  <a:lnTo>
                    <a:pt x="4982" y="24096"/>
                  </a:lnTo>
                  <a:lnTo>
                    <a:pt x="5059" y="23903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7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2"/>
                  </a:lnTo>
                  <a:lnTo>
                    <a:pt x="2974" y="19771"/>
                  </a:lnTo>
                  <a:lnTo>
                    <a:pt x="3244" y="20312"/>
                  </a:lnTo>
                  <a:lnTo>
                    <a:pt x="3244" y="20350"/>
                  </a:lnTo>
                  <a:lnTo>
                    <a:pt x="3206" y="21200"/>
                  </a:lnTo>
                  <a:lnTo>
                    <a:pt x="3244" y="22049"/>
                  </a:lnTo>
                  <a:lnTo>
                    <a:pt x="3283" y="22358"/>
                  </a:lnTo>
                  <a:lnTo>
                    <a:pt x="3321" y="22706"/>
                  </a:lnTo>
                  <a:lnTo>
                    <a:pt x="3321" y="23053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8"/>
                  </a:lnTo>
                  <a:lnTo>
                    <a:pt x="3051" y="23633"/>
                  </a:lnTo>
                  <a:lnTo>
                    <a:pt x="2704" y="23903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5"/>
                  </a:lnTo>
                  <a:lnTo>
                    <a:pt x="850" y="23941"/>
                  </a:lnTo>
                  <a:lnTo>
                    <a:pt x="811" y="23169"/>
                  </a:lnTo>
                  <a:lnTo>
                    <a:pt x="773" y="22435"/>
                  </a:lnTo>
                  <a:lnTo>
                    <a:pt x="657" y="21238"/>
                  </a:lnTo>
                  <a:lnTo>
                    <a:pt x="503" y="20466"/>
                  </a:lnTo>
                  <a:lnTo>
                    <a:pt x="425" y="20080"/>
                  </a:lnTo>
                  <a:lnTo>
                    <a:pt x="464" y="19694"/>
                  </a:lnTo>
                  <a:lnTo>
                    <a:pt x="503" y="19655"/>
                  </a:lnTo>
                  <a:lnTo>
                    <a:pt x="541" y="19578"/>
                  </a:lnTo>
                  <a:lnTo>
                    <a:pt x="541" y="19539"/>
                  </a:lnTo>
                  <a:lnTo>
                    <a:pt x="541" y="19462"/>
                  </a:lnTo>
                  <a:lnTo>
                    <a:pt x="1429" y="18420"/>
                  </a:lnTo>
                  <a:lnTo>
                    <a:pt x="2356" y="17377"/>
                  </a:lnTo>
                  <a:close/>
                  <a:moveTo>
                    <a:pt x="8148" y="24830"/>
                  </a:moveTo>
                  <a:lnTo>
                    <a:pt x="8148" y="25061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7"/>
                  </a:lnTo>
                  <a:lnTo>
                    <a:pt x="7878" y="25216"/>
                  </a:lnTo>
                  <a:lnTo>
                    <a:pt x="7839" y="25293"/>
                  </a:lnTo>
                  <a:lnTo>
                    <a:pt x="7839" y="25370"/>
                  </a:lnTo>
                  <a:lnTo>
                    <a:pt x="7994" y="25872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59"/>
                  </a:lnTo>
                  <a:lnTo>
                    <a:pt x="8148" y="28961"/>
                  </a:lnTo>
                  <a:lnTo>
                    <a:pt x="8071" y="29502"/>
                  </a:lnTo>
                  <a:lnTo>
                    <a:pt x="7762" y="29193"/>
                  </a:lnTo>
                  <a:lnTo>
                    <a:pt x="7453" y="28884"/>
                  </a:lnTo>
                  <a:lnTo>
                    <a:pt x="7260" y="28537"/>
                  </a:lnTo>
                  <a:lnTo>
                    <a:pt x="7067" y="28189"/>
                  </a:lnTo>
                  <a:lnTo>
                    <a:pt x="6951" y="27803"/>
                  </a:lnTo>
                  <a:lnTo>
                    <a:pt x="6874" y="27417"/>
                  </a:lnTo>
                  <a:lnTo>
                    <a:pt x="6835" y="26953"/>
                  </a:lnTo>
                  <a:lnTo>
                    <a:pt x="6835" y="26490"/>
                  </a:lnTo>
                  <a:lnTo>
                    <a:pt x="6874" y="26104"/>
                  </a:lnTo>
                  <a:lnTo>
                    <a:pt x="6874" y="25756"/>
                  </a:lnTo>
                  <a:lnTo>
                    <a:pt x="6835" y="25602"/>
                  </a:lnTo>
                  <a:lnTo>
                    <a:pt x="6758" y="25486"/>
                  </a:lnTo>
                  <a:lnTo>
                    <a:pt x="6642" y="25370"/>
                  </a:lnTo>
                  <a:lnTo>
                    <a:pt x="6488" y="25293"/>
                  </a:lnTo>
                  <a:lnTo>
                    <a:pt x="6604" y="25100"/>
                  </a:lnTo>
                  <a:lnTo>
                    <a:pt x="6720" y="24984"/>
                  </a:lnTo>
                  <a:lnTo>
                    <a:pt x="7106" y="24984"/>
                  </a:lnTo>
                  <a:lnTo>
                    <a:pt x="7453" y="24945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4"/>
                  </a:lnTo>
                  <a:lnTo>
                    <a:pt x="9500" y="25409"/>
                  </a:lnTo>
                  <a:lnTo>
                    <a:pt x="9809" y="25795"/>
                  </a:lnTo>
                  <a:lnTo>
                    <a:pt x="10118" y="26258"/>
                  </a:lnTo>
                  <a:lnTo>
                    <a:pt x="9847" y="26220"/>
                  </a:lnTo>
                  <a:lnTo>
                    <a:pt x="9616" y="26104"/>
                  </a:lnTo>
                  <a:lnTo>
                    <a:pt x="9423" y="25949"/>
                  </a:lnTo>
                  <a:lnTo>
                    <a:pt x="9230" y="25756"/>
                  </a:lnTo>
                  <a:lnTo>
                    <a:pt x="9191" y="25679"/>
                  </a:lnTo>
                  <a:lnTo>
                    <a:pt x="8998" y="25679"/>
                  </a:lnTo>
                  <a:lnTo>
                    <a:pt x="8959" y="25718"/>
                  </a:lnTo>
                  <a:lnTo>
                    <a:pt x="8921" y="25795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0"/>
                  </a:lnTo>
                  <a:lnTo>
                    <a:pt x="9423" y="27069"/>
                  </a:lnTo>
                  <a:lnTo>
                    <a:pt x="9500" y="27378"/>
                  </a:lnTo>
                  <a:lnTo>
                    <a:pt x="9538" y="27687"/>
                  </a:lnTo>
                  <a:lnTo>
                    <a:pt x="9538" y="27996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79"/>
                  </a:lnTo>
                  <a:lnTo>
                    <a:pt x="9230" y="29888"/>
                  </a:lnTo>
                  <a:lnTo>
                    <a:pt x="9075" y="30158"/>
                  </a:lnTo>
                  <a:lnTo>
                    <a:pt x="8921" y="30429"/>
                  </a:lnTo>
                  <a:lnTo>
                    <a:pt x="8728" y="30660"/>
                  </a:lnTo>
                  <a:lnTo>
                    <a:pt x="8534" y="30776"/>
                  </a:lnTo>
                  <a:lnTo>
                    <a:pt x="8341" y="30853"/>
                  </a:lnTo>
                  <a:lnTo>
                    <a:pt x="8187" y="30853"/>
                  </a:lnTo>
                  <a:lnTo>
                    <a:pt x="7994" y="30776"/>
                  </a:lnTo>
                  <a:lnTo>
                    <a:pt x="7839" y="30699"/>
                  </a:lnTo>
                  <a:lnTo>
                    <a:pt x="7685" y="30583"/>
                  </a:lnTo>
                  <a:lnTo>
                    <a:pt x="7376" y="30274"/>
                  </a:lnTo>
                  <a:lnTo>
                    <a:pt x="6874" y="29772"/>
                  </a:lnTo>
                  <a:lnTo>
                    <a:pt x="6681" y="29502"/>
                  </a:lnTo>
                  <a:lnTo>
                    <a:pt x="6488" y="29193"/>
                  </a:lnTo>
                  <a:lnTo>
                    <a:pt x="6295" y="28846"/>
                  </a:lnTo>
                  <a:lnTo>
                    <a:pt x="6102" y="28459"/>
                  </a:lnTo>
                  <a:lnTo>
                    <a:pt x="5986" y="28073"/>
                  </a:lnTo>
                  <a:lnTo>
                    <a:pt x="5909" y="27687"/>
                  </a:lnTo>
                  <a:lnTo>
                    <a:pt x="5870" y="27262"/>
                  </a:lnTo>
                  <a:lnTo>
                    <a:pt x="5870" y="26876"/>
                  </a:lnTo>
                  <a:lnTo>
                    <a:pt x="5909" y="26490"/>
                  </a:lnTo>
                  <a:lnTo>
                    <a:pt x="6024" y="26065"/>
                  </a:lnTo>
                  <a:lnTo>
                    <a:pt x="6024" y="25949"/>
                  </a:lnTo>
                  <a:lnTo>
                    <a:pt x="5947" y="25911"/>
                  </a:lnTo>
                  <a:lnTo>
                    <a:pt x="5870" y="25872"/>
                  </a:lnTo>
                  <a:lnTo>
                    <a:pt x="5793" y="25872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7"/>
                  </a:lnTo>
                  <a:lnTo>
                    <a:pt x="5445" y="25100"/>
                  </a:lnTo>
                  <a:lnTo>
                    <a:pt x="5716" y="24752"/>
                  </a:lnTo>
                  <a:lnTo>
                    <a:pt x="6102" y="24868"/>
                  </a:lnTo>
                  <a:lnTo>
                    <a:pt x="6488" y="24945"/>
                  </a:lnTo>
                  <a:lnTo>
                    <a:pt x="6333" y="25100"/>
                  </a:lnTo>
                  <a:lnTo>
                    <a:pt x="6179" y="25293"/>
                  </a:lnTo>
                  <a:lnTo>
                    <a:pt x="6179" y="25370"/>
                  </a:lnTo>
                  <a:lnTo>
                    <a:pt x="6179" y="25447"/>
                  </a:lnTo>
                  <a:lnTo>
                    <a:pt x="6256" y="25486"/>
                  </a:lnTo>
                  <a:lnTo>
                    <a:pt x="6295" y="25486"/>
                  </a:lnTo>
                  <a:lnTo>
                    <a:pt x="6372" y="25525"/>
                  </a:lnTo>
                  <a:lnTo>
                    <a:pt x="6449" y="25602"/>
                  </a:lnTo>
                  <a:lnTo>
                    <a:pt x="6526" y="25795"/>
                  </a:lnTo>
                  <a:lnTo>
                    <a:pt x="6565" y="26104"/>
                  </a:lnTo>
                  <a:lnTo>
                    <a:pt x="6604" y="26451"/>
                  </a:lnTo>
                  <a:lnTo>
                    <a:pt x="6604" y="27146"/>
                  </a:lnTo>
                  <a:lnTo>
                    <a:pt x="6604" y="27610"/>
                  </a:lnTo>
                  <a:lnTo>
                    <a:pt x="6681" y="28073"/>
                  </a:lnTo>
                  <a:lnTo>
                    <a:pt x="6835" y="28498"/>
                  </a:lnTo>
                  <a:lnTo>
                    <a:pt x="7067" y="28923"/>
                  </a:lnTo>
                  <a:lnTo>
                    <a:pt x="7376" y="29309"/>
                  </a:lnTo>
                  <a:lnTo>
                    <a:pt x="7569" y="29463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49"/>
                  </a:lnTo>
                  <a:lnTo>
                    <a:pt x="8264" y="29849"/>
                  </a:lnTo>
                  <a:lnTo>
                    <a:pt x="8303" y="29811"/>
                  </a:lnTo>
                  <a:lnTo>
                    <a:pt x="8303" y="29734"/>
                  </a:lnTo>
                  <a:lnTo>
                    <a:pt x="8303" y="29695"/>
                  </a:lnTo>
                  <a:lnTo>
                    <a:pt x="8303" y="29656"/>
                  </a:lnTo>
                  <a:lnTo>
                    <a:pt x="8419" y="29154"/>
                  </a:lnTo>
                  <a:lnTo>
                    <a:pt x="8496" y="28614"/>
                  </a:lnTo>
                  <a:lnTo>
                    <a:pt x="8534" y="28112"/>
                  </a:lnTo>
                  <a:lnTo>
                    <a:pt x="8534" y="27571"/>
                  </a:lnTo>
                  <a:lnTo>
                    <a:pt x="8534" y="27069"/>
                  </a:lnTo>
                  <a:lnTo>
                    <a:pt x="8457" y="26567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6"/>
                  </a:lnTo>
                  <a:lnTo>
                    <a:pt x="8650" y="25409"/>
                  </a:lnTo>
                  <a:lnTo>
                    <a:pt x="8650" y="25370"/>
                  </a:lnTo>
                  <a:lnTo>
                    <a:pt x="8612" y="25293"/>
                  </a:lnTo>
                  <a:lnTo>
                    <a:pt x="8380" y="24791"/>
                  </a:lnTo>
                  <a:lnTo>
                    <a:pt x="8805" y="24637"/>
                  </a:lnTo>
                  <a:close/>
                  <a:moveTo>
                    <a:pt x="6449" y="0"/>
                  </a:moveTo>
                  <a:lnTo>
                    <a:pt x="6411" y="39"/>
                  </a:lnTo>
                  <a:lnTo>
                    <a:pt x="6411" y="116"/>
                  </a:lnTo>
                  <a:lnTo>
                    <a:pt x="6333" y="116"/>
                  </a:lnTo>
                  <a:lnTo>
                    <a:pt x="6295" y="193"/>
                  </a:lnTo>
                  <a:lnTo>
                    <a:pt x="5600" y="1275"/>
                  </a:lnTo>
                  <a:lnTo>
                    <a:pt x="4943" y="2433"/>
                  </a:lnTo>
                  <a:lnTo>
                    <a:pt x="4403" y="3591"/>
                  </a:lnTo>
                  <a:lnTo>
                    <a:pt x="3901" y="4827"/>
                  </a:lnTo>
                  <a:lnTo>
                    <a:pt x="3437" y="6063"/>
                  </a:lnTo>
                  <a:lnTo>
                    <a:pt x="3090" y="7298"/>
                  </a:lnTo>
                  <a:lnTo>
                    <a:pt x="2742" y="8573"/>
                  </a:lnTo>
                  <a:lnTo>
                    <a:pt x="2511" y="9847"/>
                  </a:lnTo>
                  <a:lnTo>
                    <a:pt x="2317" y="11160"/>
                  </a:lnTo>
                  <a:lnTo>
                    <a:pt x="2202" y="12473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8"/>
                  </a:lnTo>
                  <a:lnTo>
                    <a:pt x="541" y="18806"/>
                  </a:lnTo>
                  <a:lnTo>
                    <a:pt x="39" y="19462"/>
                  </a:lnTo>
                  <a:lnTo>
                    <a:pt x="1" y="19501"/>
                  </a:lnTo>
                  <a:lnTo>
                    <a:pt x="1" y="19578"/>
                  </a:lnTo>
                  <a:lnTo>
                    <a:pt x="78" y="19694"/>
                  </a:lnTo>
                  <a:lnTo>
                    <a:pt x="39" y="19964"/>
                  </a:lnTo>
                  <a:lnTo>
                    <a:pt x="39" y="20273"/>
                  </a:lnTo>
                  <a:lnTo>
                    <a:pt x="39" y="20543"/>
                  </a:lnTo>
                  <a:lnTo>
                    <a:pt x="78" y="20852"/>
                  </a:lnTo>
                  <a:lnTo>
                    <a:pt x="194" y="21431"/>
                  </a:lnTo>
                  <a:lnTo>
                    <a:pt x="309" y="22011"/>
                  </a:lnTo>
                  <a:lnTo>
                    <a:pt x="387" y="22899"/>
                  </a:lnTo>
                  <a:lnTo>
                    <a:pt x="425" y="23748"/>
                  </a:lnTo>
                  <a:lnTo>
                    <a:pt x="425" y="24637"/>
                  </a:lnTo>
                  <a:lnTo>
                    <a:pt x="387" y="25486"/>
                  </a:lnTo>
                  <a:lnTo>
                    <a:pt x="387" y="25602"/>
                  </a:lnTo>
                  <a:lnTo>
                    <a:pt x="464" y="25640"/>
                  </a:lnTo>
                  <a:lnTo>
                    <a:pt x="503" y="25679"/>
                  </a:lnTo>
                  <a:lnTo>
                    <a:pt x="580" y="25679"/>
                  </a:lnTo>
                  <a:lnTo>
                    <a:pt x="618" y="25756"/>
                  </a:lnTo>
                  <a:lnTo>
                    <a:pt x="696" y="25795"/>
                  </a:lnTo>
                  <a:lnTo>
                    <a:pt x="811" y="25795"/>
                  </a:lnTo>
                  <a:lnTo>
                    <a:pt x="1584" y="25254"/>
                  </a:lnTo>
                  <a:lnTo>
                    <a:pt x="2279" y="24714"/>
                  </a:lnTo>
                  <a:lnTo>
                    <a:pt x="3746" y="23594"/>
                  </a:lnTo>
                  <a:lnTo>
                    <a:pt x="3785" y="23478"/>
                  </a:lnTo>
                  <a:lnTo>
                    <a:pt x="3785" y="23362"/>
                  </a:lnTo>
                  <a:lnTo>
                    <a:pt x="3630" y="22088"/>
                  </a:lnTo>
                  <a:lnTo>
                    <a:pt x="3592" y="20814"/>
                  </a:lnTo>
                  <a:lnTo>
                    <a:pt x="3939" y="21277"/>
                  </a:lnTo>
                  <a:lnTo>
                    <a:pt x="4364" y="21663"/>
                  </a:lnTo>
                  <a:lnTo>
                    <a:pt x="4789" y="22049"/>
                  </a:lnTo>
                  <a:lnTo>
                    <a:pt x="5252" y="22358"/>
                  </a:lnTo>
                  <a:lnTo>
                    <a:pt x="5059" y="22744"/>
                  </a:lnTo>
                  <a:lnTo>
                    <a:pt x="4866" y="23169"/>
                  </a:lnTo>
                  <a:lnTo>
                    <a:pt x="4712" y="23633"/>
                  </a:lnTo>
                  <a:lnTo>
                    <a:pt x="4673" y="23864"/>
                  </a:lnTo>
                  <a:lnTo>
                    <a:pt x="4712" y="24096"/>
                  </a:lnTo>
                  <a:lnTo>
                    <a:pt x="4750" y="24173"/>
                  </a:lnTo>
                  <a:lnTo>
                    <a:pt x="4789" y="24212"/>
                  </a:lnTo>
                  <a:lnTo>
                    <a:pt x="4827" y="24250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5"/>
                  </a:lnTo>
                  <a:lnTo>
                    <a:pt x="5329" y="24868"/>
                  </a:lnTo>
                  <a:lnTo>
                    <a:pt x="5175" y="25061"/>
                  </a:lnTo>
                  <a:lnTo>
                    <a:pt x="5020" y="25254"/>
                  </a:lnTo>
                  <a:lnTo>
                    <a:pt x="4905" y="25486"/>
                  </a:lnTo>
                  <a:lnTo>
                    <a:pt x="4827" y="25718"/>
                  </a:lnTo>
                  <a:lnTo>
                    <a:pt x="4750" y="25949"/>
                  </a:lnTo>
                  <a:lnTo>
                    <a:pt x="4712" y="26220"/>
                  </a:lnTo>
                  <a:lnTo>
                    <a:pt x="4712" y="26490"/>
                  </a:lnTo>
                  <a:lnTo>
                    <a:pt x="4712" y="26567"/>
                  </a:lnTo>
                  <a:lnTo>
                    <a:pt x="4789" y="26644"/>
                  </a:lnTo>
                  <a:lnTo>
                    <a:pt x="4943" y="26644"/>
                  </a:lnTo>
                  <a:lnTo>
                    <a:pt x="5638" y="26297"/>
                  </a:lnTo>
                  <a:lnTo>
                    <a:pt x="5638" y="26297"/>
                  </a:lnTo>
                  <a:lnTo>
                    <a:pt x="5561" y="26722"/>
                  </a:lnTo>
                  <a:lnTo>
                    <a:pt x="5561" y="27146"/>
                  </a:lnTo>
                  <a:lnTo>
                    <a:pt x="5561" y="27533"/>
                  </a:lnTo>
                  <a:lnTo>
                    <a:pt x="5638" y="27957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3"/>
                  </a:lnTo>
                  <a:lnTo>
                    <a:pt x="6642" y="30004"/>
                  </a:lnTo>
                  <a:lnTo>
                    <a:pt x="6913" y="30351"/>
                  </a:lnTo>
                  <a:lnTo>
                    <a:pt x="7183" y="30660"/>
                  </a:lnTo>
                  <a:lnTo>
                    <a:pt x="7530" y="30969"/>
                  </a:lnTo>
                  <a:lnTo>
                    <a:pt x="7839" y="31162"/>
                  </a:lnTo>
                  <a:lnTo>
                    <a:pt x="7994" y="31240"/>
                  </a:lnTo>
                  <a:lnTo>
                    <a:pt x="8148" y="31317"/>
                  </a:lnTo>
                  <a:lnTo>
                    <a:pt x="8303" y="31317"/>
                  </a:lnTo>
                  <a:lnTo>
                    <a:pt x="8457" y="31278"/>
                  </a:lnTo>
                  <a:lnTo>
                    <a:pt x="8612" y="31240"/>
                  </a:lnTo>
                  <a:lnTo>
                    <a:pt x="8766" y="31162"/>
                  </a:lnTo>
                  <a:lnTo>
                    <a:pt x="8998" y="30892"/>
                  </a:lnTo>
                  <a:lnTo>
                    <a:pt x="9230" y="30583"/>
                  </a:lnTo>
                  <a:lnTo>
                    <a:pt x="9423" y="30236"/>
                  </a:lnTo>
                  <a:lnTo>
                    <a:pt x="9577" y="29849"/>
                  </a:lnTo>
                  <a:lnTo>
                    <a:pt x="9693" y="29463"/>
                  </a:lnTo>
                  <a:lnTo>
                    <a:pt x="9847" y="28807"/>
                  </a:lnTo>
                  <a:lnTo>
                    <a:pt x="9886" y="28228"/>
                  </a:lnTo>
                  <a:lnTo>
                    <a:pt x="9847" y="27610"/>
                  </a:lnTo>
                  <a:lnTo>
                    <a:pt x="9770" y="27031"/>
                  </a:lnTo>
                  <a:lnTo>
                    <a:pt x="9577" y="26490"/>
                  </a:lnTo>
                  <a:lnTo>
                    <a:pt x="9770" y="26529"/>
                  </a:lnTo>
                  <a:lnTo>
                    <a:pt x="9963" y="26567"/>
                  </a:lnTo>
                  <a:lnTo>
                    <a:pt x="10156" y="26606"/>
                  </a:lnTo>
                  <a:lnTo>
                    <a:pt x="10388" y="26606"/>
                  </a:lnTo>
                  <a:lnTo>
                    <a:pt x="10465" y="26567"/>
                  </a:lnTo>
                  <a:lnTo>
                    <a:pt x="10542" y="26529"/>
                  </a:lnTo>
                  <a:lnTo>
                    <a:pt x="10542" y="26451"/>
                  </a:lnTo>
                  <a:lnTo>
                    <a:pt x="10542" y="26336"/>
                  </a:lnTo>
                  <a:lnTo>
                    <a:pt x="10233" y="25834"/>
                  </a:lnTo>
                  <a:lnTo>
                    <a:pt x="9925" y="25332"/>
                  </a:lnTo>
                  <a:lnTo>
                    <a:pt x="9538" y="24868"/>
                  </a:lnTo>
                  <a:lnTo>
                    <a:pt x="9114" y="24482"/>
                  </a:lnTo>
                  <a:lnTo>
                    <a:pt x="9616" y="24135"/>
                  </a:lnTo>
                  <a:lnTo>
                    <a:pt x="9693" y="24057"/>
                  </a:lnTo>
                  <a:lnTo>
                    <a:pt x="9732" y="23980"/>
                  </a:lnTo>
                  <a:lnTo>
                    <a:pt x="9770" y="23941"/>
                  </a:lnTo>
                  <a:lnTo>
                    <a:pt x="9732" y="23864"/>
                  </a:lnTo>
                  <a:lnTo>
                    <a:pt x="9307" y="23092"/>
                  </a:lnTo>
                  <a:lnTo>
                    <a:pt x="9114" y="22706"/>
                  </a:lnTo>
                  <a:lnTo>
                    <a:pt x="8959" y="22281"/>
                  </a:lnTo>
                  <a:lnTo>
                    <a:pt x="9114" y="22204"/>
                  </a:lnTo>
                  <a:lnTo>
                    <a:pt x="9423" y="21933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8"/>
                  </a:lnTo>
                  <a:lnTo>
                    <a:pt x="10118" y="21895"/>
                  </a:lnTo>
                  <a:lnTo>
                    <a:pt x="10040" y="22822"/>
                  </a:lnTo>
                  <a:lnTo>
                    <a:pt x="10079" y="22899"/>
                  </a:lnTo>
                  <a:lnTo>
                    <a:pt x="10156" y="22976"/>
                  </a:lnTo>
                  <a:lnTo>
                    <a:pt x="10813" y="23401"/>
                  </a:lnTo>
                  <a:lnTo>
                    <a:pt x="11469" y="23826"/>
                  </a:lnTo>
                  <a:lnTo>
                    <a:pt x="12126" y="24289"/>
                  </a:lnTo>
                  <a:lnTo>
                    <a:pt x="12743" y="24752"/>
                  </a:lnTo>
                  <a:lnTo>
                    <a:pt x="12859" y="24830"/>
                  </a:lnTo>
                  <a:lnTo>
                    <a:pt x="12975" y="24791"/>
                  </a:lnTo>
                  <a:lnTo>
                    <a:pt x="13052" y="24752"/>
                  </a:lnTo>
                  <a:lnTo>
                    <a:pt x="13091" y="24637"/>
                  </a:lnTo>
                  <a:lnTo>
                    <a:pt x="13323" y="21393"/>
                  </a:lnTo>
                  <a:lnTo>
                    <a:pt x="13400" y="19771"/>
                  </a:lnTo>
                  <a:lnTo>
                    <a:pt x="13439" y="18960"/>
                  </a:lnTo>
                  <a:lnTo>
                    <a:pt x="13400" y="18188"/>
                  </a:lnTo>
                  <a:lnTo>
                    <a:pt x="13361" y="18072"/>
                  </a:lnTo>
                  <a:lnTo>
                    <a:pt x="13323" y="18033"/>
                  </a:lnTo>
                  <a:lnTo>
                    <a:pt x="13284" y="18033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4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8"/>
                  </a:lnTo>
                  <a:lnTo>
                    <a:pt x="10620" y="13631"/>
                  </a:lnTo>
                  <a:lnTo>
                    <a:pt x="10504" y="12705"/>
                  </a:lnTo>
                  <a:lnTo>
                    <a:pt x="10233" y="11121"/>
                  </a:lnTo>
                  <a:lnTo>
                    <a:pt x="9886" y="9538"/>
                  </a:lnTo>
                  <a:lnTo>
                    <a:pt x="9500" y="7955"/>
                  </a:lnTo>
                  <a:lnTo>
                    <a:pt x="9036" y="6410"/>
                  </a:lnTo>
                  <a:lnTo>
                    <a:pt x="8534" y="4866"/>
                  </a:lnTo>
                  <a:lnTo>
                    <a:pt x="7994" y="3321"/>
                  </a:lnTo>
                  <a:lnTo>
                    <a:pt x="7415" y="1815"/>
                  </a:lnTo>
                  <a:lnTo>
                    <a:pt x="6835" y="309"/>
                  </a:lnTo>
                  <a:lnTo>
                    <a:pt x="6797" y="232"/>
                  </a:lnTo>
                  <a:lnTo>
                    <a:pt x="6720" y="193"/>
                  </a:lnTo>
                  <a:lnTo>
                    <a:pt x="6642" y="155"/>
                  </a:lnTo>
                  <a:lnTo>
                    <a:pt x="6604" y="39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11"/>
            <p:cNvSpPr/>
            <p:nvPr/>
          </p:nvSpPr>
          <p:spPr>
            <a:xfrm>
              <a:off x="6111425" y="39739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0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11"/>
            <p:cNvSpPr/>
            <p:nvPr/>
          </p:nvSpPr>
          <p:spPr>
            <a:xfrm>
              <a:off x="5921250" y="4000950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5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3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11"/>
            <p:cNvSpPr/>
            <p:nvPr/>
          </p:nvSpPr>
          <p:spPr>
            <a:xfrm>
              <a:off x="6044825" y="4051150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5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11"/>
            <p:cNvSpPr/>
            <p:nvPr/>
          </p:nvSpPr>
          <p:spPr>
            <a:xfrm>
              <a:off x="1792350" y="4089775"/>
              <a:ext cx="345650" cy="269350"/>
            </a:xfrm>
            <a:custGeom>
              <a:avLst/>
              <a:gdLst/>
              <a:ahLst/>
              <a:cxnLst/>
              <a:rect l="l" t="t" r="r" b="b"/>
              <a:pathLst>
                <a:path w="13826" h="10774" extrusionOk="0">
                  <a:moveTo>
                    <a:pt x="3438" y="1004"/>
                  </a:moveTo>
                  <a:lnTo>
                    <a:pt x="3515" y="1081"/>
                  </a:lnTo>
                  <a:lnTo>
                    <a:pt x="3631" y="1159"/>
                  </a:lnTo>
                  <a:lnTo>
                    <a:pt x="3669" y="1275"/>
                  </a:lnTo>
                  <a:lnTo>
                    <a:pt x="3669" y="1429"/>
                  </a:lnTo>
                  <a:lnTo>
                    <a:pt x="3592" y="1661"/>
                  </a:lnTo>
                  <a:lnTo>
                    <a:pt x="3515" y="1815"/>
                  </a:lnTo>
                  <a:lnTo>
                    <a:pt x="3360" y="1931"/>
                  </a:lnTo>
                  <a:lnTo>
                    <a:pt x="3167" y="1970"/>
                  </a:lnTo>
                  <a:lnTo>
                    <a:pt x="2974" y="2008"/>
                  </a:lnTo>
                  <a:lnTo>
                    <a:pt x="2781" y="2008"/>
                  </a:lnTo>
                  <a:lnTo>
                    <a:pt x="2356" y="1931"/>
                  </a:lnTo>
                  <a:lnTo>
                    <a:pt x="2395" y="1892"/>
                  </a:lnTo>
                  <a:lnTo>
                    <a:pt x="2472" y="1661"/>
                  </a:lnTo>
                  <a:lnTo>
                    <a:pt x="2588" y="1429"/>
                  </a:lnTo>
                  <a:lnTo>
                    <a:pt x="2704" y="1236"/>
                  </a:lnTo>
                  <a:lnTo>
                    <a:pt x="2897" y="1081"/>
                  </a:lnTo>
                  <a:lnTo>
                    <a:pt x="3013" y="1004"/>
                  </a:lnTo>
                  <a:close/>
                  <a:moveTo>
                    <a:pt x="1044" y="1468"/>
                  </a:moveTo>
                  <a:lnTo>
                    <a:pt x="1237" y="1545"/>
                  </a:lnTo>
                  <a:lnTo>
                    <a:pt x="1430" y="1622"/>
                  </a:lnTo>
                  <a:lnTo>
                    <a:pt x="1623" y="1777"/>
                  </a:lnTo>
                  <a:lnTo>
                    <a:pt x="1816" y="1892"/>
                  </a:lnTo>
                  <a:lnTo>
                    <a:pt x="1507" y="2201"/>
                  </a:lnTo>
                  <a:lnTo>
                    <a:pt x="1314" y="2356"/>
                  </a:lnTo>
                  <a:lnTo>
                    <a:pt x="1121" y="2433"/>
                  </a:lnTo>
                  <a:lnTo>
                    <a:pt x="966" y="2472"/>
                  </a:lnTo>
                  <a:lnTo>
                    <a:pt x="812" y="2472"/>
                  </a:lnTo>
                  <a:lnTo>
                    <a:pt x="696" y="2433"/>
                  </a:lnTo>
                  <a:lnTo>
                    <a:pt x="580" y="2394"/>
                  </a:lnTo>
                  <a:lnTo>
                    <a:pt x="464" y="2317"/>
                  </a:lnTo>
                  <a:lnTo>
                    <a:pt x="387" y="2201"/>
                  </a:lnTo>
                  <a:lnTo>
                    <a:pt x="387" y="2085"/>
                  </a:lnTo>
                  <a:lnTo>
                    <a:pt x="426" y="1892"/>
                  </a:lnTo>
                  <a:lnTo>
                    <a:pt x="503" y="1699"/>
                  </a:lnTo>
                  <a:lnTo>
                    <a:pt x="657" y="1545"/>
                  </a:lnTo>
                  <a:lnTo>
                    <a:pt x="850" y="1468"/>
                  </a:lnTo>
                  <a:close/>
                  <a:moveTo>
                    <a:pt x="4866" y="3823"/>
                  </a:moveTo>
                  <a:lnTo>
                    <a:pt x="5021" y="3862"/>
                  </a:lnTo>
                  <a:lnTo>
                    <a:pt x="5137" y="3939"/>
                  </a:lnTo>
                  <a:lnTo>
                    <a:pt x="5253" y="4055"/>
                  </a:lnTo>
                  <a:lnTo>
                    <a:pt x="5330" y="4171"/>
                  </a:lnTo>
                  <a:lnTo>
                    <a:pt x="5330" y="4325"/>
                  </a:lnTo>
                  <a:lnTo>
                    <a:pt x="5330" y="4441"/>
                  </a:lnTo>
                  <a:lnTo>
                    <a:pt x="5291" y="4557"/>
                  </a:lnTo>
                  <a:lnTo>
                    <a:pt x="5137" y="4788"/>
                  </a:lnTo>
                  <a:lnTo>
                    <a:pt x="4944" y="4982"/>
                  </a:lnTo>
                  <a:lnTo>
                    <a:pt x="4751" y="5097"/>
                  </a:lnTo>
                  <a:lnTo>
                    <a:pt x="4557" y="5136"/>
                  </a:lnTo>
                  <a:lnTo>
                    <a:pt x="4171" y="5213"/>
                  </a:lnTo>
                  <a:lnTo>
                    <a:pt x="4171" y="5213"/>
                  </a:lnTo>
                  <a:lnTo>
                    <a:pt x="4210" y="4750"/>
                  </a:lnTo>
                  <a:lnTo>
                    <a:pt x="4287" y="4557"/>
                  </a:lnTo>
                  <a:lnTo>
                    <a:pt x="4364" y="4325"/>
                  </a:lnTo>
                  <a:lnTo>
                    <a:pt x="4519" y="4055"/>
                  </a:lnTo>
                  <a:lnTo>
                    <a:pt x="4635" y="3978"/>
                  </a:lnTo>
                  <a:lnTo>
                    <a:pt x="4751" y="3900"/>
                  </a:lnTo>
                  <a:lnTo>
                    <a:pt x="4866" y="3823"/>
                  </a:lnTo>
                  <a:close/>
                  <a:moveTo>
                    <a:pt x="7299" y="4518"/>
                  </a:moveTo>
                  <a:lnTo>
                    <a:pt x="7415" y="4595"/>
                  </a:lnTo>
                  <a:lnTo>
                    <a:pt x="7492" y="4673"/>
                  </a:lnTo>
                  <a:lnTo>
                    <a:pt x="7531" y="4788"/>
                  </a:lnTo>
                  <a:lnTo>
                    <a:pt x="7569" y="4943"/>
                  </a:lnTo>
                  <a:lnTo>
                    <a:pt x="7608" y="5175"/>
                  </a:lnTo>
                  <a:lnTo>
                    <a:pt x="7569" y="5445"/>
                  </a:lnTo>
                  <a:lnTo>
                    <a:pt x="7531" y="5677"/>
                  </a:lnTo>
                  <a:lnTo>
                    <a:pt x="7454" y="5908"/>
                  </a:lnTo>
                  <a:lnTo>
                    <a:pt x="7299" y="6101"/>
                  </a:lnTo>
                  <a:lnTo>
                    <a:pt x="7145" y="6294"/>
                  </a:lnTo>
                  <a:lnTo>
                    <a:pt x="6913" y="5870"/>
                  </a:lnTo>
                  <a:lnTo>
                    <a:pt x="6797" y="5677"/>
                  </a:lnTo>
                  <a:lnTo>
                    <a:pt x="6759" y="5445"/>
                  </a:lnTo>
                  <a:lnTo>
                    <a:pt x="6720" y="5136"/>
                  </a:lnTo>
                  <a:lnTo>
                    <a:pt x="6759" y="4943"/>
                  </a:lnTo>
                  <a:lnTo>
                    <a:pt x="6797" y="4788"/>
                  </a:lnTo>
                  <a:lnTo>
                    <a:pt x="6874" y="4634"/>
                  </a:lnTo>
                  <a:lnTo>
                    <a:pt x="6990" y="4557"/>
                  </a:lnTo>
                  <a:lnTo>
                    <a:pt x="7106" y="4518"/>
                  </a:lnTo>
                  <a:close/>
                  <a:moveTo>
                    <a:pt x="11161" y="4982"/>
                  </a:moveTo>
                  <a:lnTo>
                    <a:pt x="11276" y="5059"/>
                  </a:lnTo>
                  <a:lnTo>
                    <a:pt x="11354" y="5136"/>
                  </a:lnTo>
                  <a:lnTo>
                    <a:pt x="11392" y="5252"/>
                  </a:lnTo>
                  <a:lnTo>
                    <a:pt x="11431" y="5368"/>
                  </a:lnTo>
                  <a:lnTo>
                    <a:pt x="11392" y="5677"/>
                  </a:lnTo>
                  <a:lnTo>
                    <a:pt x="11315" y="5986"/>
                  </a:lnTo>
                  <a:lnTo>
                    <a:pt x="11161" y="6217"/>
                  </a:lnTo>
                  <a:lnTo>
                    <a:pt x="11083" y="6333"/>
                  </a:lnTo>
                  <a:lnTo>
                    <a:pt x="10968" y="6372"/>
                  </a:lnTo>
                  <a:lnTo>
                    <a:pt x="10890" y="6410"/>
                  </a:lnTo>
                  <a:lnTo>
                    <a:pt x="10736" y="6410"/>
                  </a:lnTo>
                  <a:lnTo>
                    <a:pt x="10697" y="6449"/>
                  </a:lnTo>
                  <a:lnTo>
                    <a:pt x="10659" y="6449"/>
                  </a:lnTo>
                  <a:lnTo>
                    <a:pt x="10466" y="6101"/>
                  </a:lnTo>
                  <a:lnTo>
                    <a:pt x="10388" y="5947"/>
                  </a:lnTo>
                  <a:lnTo>
                    <a:pt x="10350" y="5715"/>
                  </a:lnTo>
                  <a:lnTo>
                    <a:pt x="10350" y="5484"/>
                  </a:lnTo>
                  <a:lnTo>
                    <a:pt x="10427" y="5252"/>
                  </a:lnTo>
                  <a:lnTo>
                    <a:pt x="10581" y="5097"/>
                  </a:lnTo>
                  <a:lnTo>
                    <a:pt x="10697" y="5059"/>
                  </a:lnTo>
                  <a:lnTo>
                    <a:pt x="10813" y="4982"/>
                  </a:lnTo>
                  <a:close/>
                  <a:moveTo>
                    <a:pt x="3052" y="5522"/>
                  </a:moveTo>
                  <a:lnTo>
                    <a:pt x="3476" y="5561"/>
                  </a:lnTo>
                  <a:lnTo>
                    <a:pt x="3283" y="5947"/>
                  </a:lnTo>
                  <a:lnTo>
                    <a:pt x="3167" y="6140"/>
                  </a:lnTo>
                  <a:lnTo>
                    <a:pt x="3013" y="6294"/>
                  </a:lnTo>
                  <a:lnTo>
                    <a:pt x="2858" y="6410"/>
                  </a:lnTo>
                  <a:lnTo>
                    <a:pt x="2704" y="6488"/>
                  </a:lnTo>
                  <a:lnTo>
                    <a:pt x="2472" y="6488"/>
                  </a:lnTo>
                  <a:lnTo>
                    <a:pt x="2279" y="6410"/>
                  </a:lnTo>
                  <a:lnTo>
                    <a:pt x="2125" y="6294"/>
                  </a:lnTo>
                  <a:lnTo>
                    <a:pt x="2086" y="6179"/>
                  </a:lnTo>
                  <a:lnTo>
                    <a:pt x="2086" y="6063"/>
                  </a:lnTo>
                  <a:lnTo>
                    <a:pt x="2125" y="5908"/>
                  </a:lnTo>
                  <a:lnTo>
                    <a:pt x="2241" y="5792"/>
                  </a:lnTo>
                  <a:lnTo>
                    <a:pt x="2356" y="5677"/>
                  </a:lnTo>
                  <a:lnTo>
                    <a:pt x="2472" y="5599"/>
                  </a:lnTo>
                  <a:lnTo>
                    <a:pt x="2588" y="5561"/>
                  </a:lnTo>
                  <a:lnTo>
                    <a:pt x="2820" y="5522"/>
                  </a:lnTo>
                  <a:close/>
                  <a:moveTo>
                    <a:pt x="7222" y="6796"/>
                  </a:moveTo>
                  <a:lnTo>
                    <a:pt x="7183" y="7260"/>
                  </a:lnTo>
                  <a:lnTo>
                    <a:pt x="7106" y="7453"/>
                  </a:lnTo>
                  <a:lnTo>
                    <a:pt x="7029" y="7685"/>
                  </a:lnTo>
                  <a:lnTo>
                    <a:pt x="6874" y="7916"/>
                  </a:lnTo>
                  <a:lnTo>
                    <a:pt x="6681" y="8148"/>
                  </a:lnTo>
                  <a:lnTo>
                    <a:pt x="6565" y="8225"/>
                  </a:lnTo>
                  <a:lnTo>
                    <a:pt x="6450" y="8264"/>
                  </a:lnTo>
                  <a:lnTo>
                    <a:pt x="6295" y="8302"/>
                  </a:lnTo>
                  <a:lnTo>
                    <a:pt x="6141" y="8225"/>
                  </a:lnTo>
                  <a:lnTo>
                    <a:pt x="6025" y="8148"/>
                  </a:lnTo>
                  <a:lnTo>
                    <a:pt x="5948" y="8032"/>
                  </a:lnTo>
                  <a:lnTo>
                    <a:pt x="5909" y="7916"/>
                  </a:lnTo>
                  <a:lnTo>
                    <a:pt x="5909" y="7800"/>
                  </a:lnTo>
                  <a:lnTo>
                    <a:pt x="5948" y="7646"/>
                  </a:lnTo>
                  <a:lnTo>
                    <a:pt x="6025" y="7530"/>
                  </a:lnTo>
                  <a:lnTo>
                    <a:pt x="6179" y="7298"/>
                  </a:lnTo>
                  <a:lnTo>
                    <a:pt x="6411" y="7144"/>
                  </a:lnTo>
                  <a:lnTo>
                    <a:pt x="6643" y="7028"/>
                  </a:lnTo>
                  <a:lnTo>
                    <a:pt x="7183" y="6835"/>
                  </a:lnTo>
                  <a:lnTo>
                    <a:pt x="7183" y="6796"/>
                  </a:lnTo>
                  <a:close/>
                  <a:moveTo>
                    <a:pt x="10620" y="7144"/>
                  </a:moveTo>
                  <a:lnTo>
                    <a:pt x="10659" y="7337"/>
                  </a:lnTo>
                  <a:lnTo>
                    <a:pt x="10697" y="7530"/>
                  </a:lnTo>
                  <a:lnTo>
                    <a:pt x="10697" y="7685"/>
                  </a:lnTo>
                  <a:lnTo>
                    <a:pt x="10659" y="7878"/>
                  </a:lnTo>
                  <a:lnTo>
                    <a:pt x="10620" y="8032"/>
                  </a:lnTo>
                  <a:lnTo>
                    <a:pt x="10504" y="8187"/>
                  </a:lnTo>
                  <a:lnTo>
                    <a:pt x="10427" y="8341"/>
                  </a:lnTo>
                  <a:lnTo>
                    <a:pt x="10272" y="8457"/>
                  </a:lnTo>
                  <a:lnTo>
                    <a:pt x="10118" y="8573"/>
                  </a:lnTo>
                  <a:lnTo>
                    <a:pt x="9925" y="8611"/>
                  </a:lnTo>
                  <a:lnTo>
                    <a:pt x="9848" y="8573"/>
                  </a:lnTo>
                  <a:lnTo>
                    <a:pt x="9770" y="8573"/>
                  </a:lnTo>
                  <a:lnTo>
                    <a:pt x="9732" y="8496"/>
                  </a:lnTo>
                  <a:lnTo>
                    <a:pt x="9655" y="8418"/>
                  </a:lnTo>
                  <a:lnTo>
                    <a:pt x="9616" y="8225"/>
                  </a:lnTo>
                  <a:lnTo>
                    <a:pt x="9655" y="8071"/>
                  </a:lnTo>
                  <a:lnTo>
                    <a:pt x="9732" y="7916"/>
                  </a:lnTo>
                  <a:lnTo>
                    <a:pt x="9809" y="7762"/>
                  </a:lnTo>
                  <a:lnTo>
                    <a:pt x="10002" y="7569"/>
                  </a:lnTo>
                  <a:lnTo>
                    <a:pt x="10195" y="7414"/>
                  </a:lnTo>
                  <a:lnTo>
                    <a:pt x="10388" y="7260"/>
                  </a:lnTo>
                  <a:lnTo>
                    <a:pt x="10620" y="7144"/>
                  </a:lnTo>
                  <a:close/>
                  <a:moveTo>
                    <a:pt x="1854" y="0"/>
                  </a:moveTo>
                  <a:lnTo>
                    <a:pt x="1507" y="39"/>
                  </a:lnTo>
                  <a:lnTo>
                    <a:pt x="1584" y="734"/>
                  </a:lnTo>
                  <a:lnTo>
                    <a:pt x="1700" y="1429"/>
                  </a:lnTo>
                  <a:lnTo>
                    <a:pt x="1584" y="1313"/>
                  </a:lnTo>
                  <a:lnTo>
                    <a:pt x="1430" y="1236"/>
                  </a:lnTo>
                  <a:lnTo>
                    <a:pt x="1275" y="1159"/>
                  </a:lnTo>
                  <a:lnTo>
                    <a:pt x="1082" y="1120"/>
                  </a:lnTo>
                  <a:lnTo>
                    <a:pt x="889" y="1120"/>
                  </a:lnTo>
                  <a:lnTo>
                    <a:pt x="735" y="1159"/>
                  </a:lnTo>
                  <a:lnTo>
                    <a:pt x="542" y="1236"/>
                  </a:lnTo>
                  <a:lnTo>
                    <a:pt x="387" y="1313"/>
                  </a:lnTo>
                  <a:lnTo>
                    <a:pt x="271" y="1429"/>
                  </a:lnTo>
                  <a:lnTo>
                    <a:pt x="155" y="1545"/>
                  </a:lnTo>
                  <a:lnTo>
                    <a:pt x="78" y="1738"/>
                  </a:lnTo>
                  <a:lnTo>
                    <a:pt x="40" y="1892"/>
                  </a:lnTo>
                  <a:lnTo>
                    <a:pt x="1" y="2085"/>
                  </a:lnTo>
                  <a:lnTo>
                    <a:pt x="40" y="2240"/>
                  </a:lnTo>
                  <a:lnTo>
                    <a:pt x="78" y="2394"/>
                  </a:lnTo>
                  <a:lnTo>
                    <a:pt x="155" y="2549"/>
                  </a:lnTo>
                  <a:lnTo>
                    <a:pt x="271" y="2665"/>
                  </a:lnTo>
                  <a:lnTo>
                    <a:pt x="387" y="2742"/>
                  </a:lnTo>
                  <a:lnTo>
                    <a:pt x="542" y="2819"/>
                  </a:lnTo>
                  <a:lnTo>
                    <a:pt x="735" y="2858"/>
                  </a:lnTo>
                  <a:lnTo>
                    <a:pt x="1044" y="2858"/>
                  </a:lnTo>
                  <a:lnTo>
                    <a:pt x="1352" y="2742"/>
                  </a:lnTo>
                  <a:lnTo>
                    <a:pt x="1661" y="2587"/>
                  </a:lnTo>
                  <a:lnTo>
                    <a:pt x="1932" y="2356"/>
                  </a:lnTo>
                  <a:lnTo>
                    <a:pt x="2163" y="3089"/>
                  </a:lnTo>
                  <a:lnTo>
                    <a:pt x="2434" y="3823"/>
                  </a:lnTo>
                  <a:lnTo>
                    <a:pt x="2820" y="4518"/>
                  </a:lnTo>
                  <a:lnTo>
                    <a:pt x="3013" y="4827"/>
                  </a:lnTo>
                  <a:lnTo>
                    <a:pt x="3245" y="5136"/>
                  </a:lnTo>
                  <a:lnTo>
                    <a:pt x="2936" y="5136"/>
                  </a:lnTo>
                  <a:lnTo>
                    <a:pt x="2588" y="5175"/>
                  </a:lnTo>
                  <a:lnTo>
                    <a:pt x="2318" y="5252"/>
                  </a:lnTo>
                  <a:lnTo>
                    <a:pt x="2048" y="5445"/>
                  </a:lnTo>
                  <a:lnTo>
                    <a:pt x="1932" y="5561"/>
                  </a:lnTo>
                  <a:lnTo>
                    <a:pt x="1854" y="5677"/>
                  </a:lnTo>
                  <a:lnTo>
                    <a:pt x="1777" y="5831"/>
                  </a:lnTo>
                  <a:lnTo>
                    <a:pt x="1739" y="5986"/>
                  </a:lnTo>
                  <a:lnTo>
                    <a:pt x="1700" y="6140"/>
                  </a:lnTo>
                  <a:lnTo>
                    <a:pt x="1739" y="6294"/>
                  </a:lnTo>
                  <a:lnTo>
                    <a:pt x="1777" y="6449"/>
                  </a:lnTo>
                  <a:lnTo>
                    <a:pt x="1893" y="6603"/>
                  </a:lnTo>
                  <a:lnTo>
                    <a:pt x="2009" y="6681"/>
                  </a:lnTo>
                  <a:lnTo>
                    <a:pt x="2125" y="6758"/>
                  </a:lnTo>
                  <a:lnTo>
                    <a:pt x="2279" y="6835"/>
                  </a:lnTo>
                  <a:lnTo>
                    <a:pt x="2434" y="6874"/>
                  </a:lnTo>
                  <a:lnTo>
                    <a:pt x="2588" y="6874"/>
                  </a:lnTo>
                  <a:lnTo>
                    <a:pt x="2743" y="6835"/>
                  </a:lnTo>
                  <a:lnTo>
                    <a:pt x="2897" y="6796"/>
                  </a:lnTo>
                  <a:lnTo>
                    <a:pt x="3052" y="6719"/>
                  </a:lnTo>
                  <a:lnTo>
                    <a:pt x="3283" y="6526"/>
                  </a:lnTo>
                  <a:lnTo>
                    <a:pt x="3476" y="6294"/>
                  </a:lnTo>
                  <a:lnTo>
                    <a:pt x="3631" y="5986"/>
                  </a:lnTo>
                  <a:lnTo>
                    <a:pt x="3747" y="5677"/>
                  </a:lnTo>
                  <a:lnTo>
                    <a:pt x="4171" y="6024"/>
                  </a:lnTo>
                  <a:lnTo>
                    <a:pt x="4635" y="6333"/>
                  </a:lnTo>
                  <a:lnTo>
                    <a:pt x="5137" y="6565"/>
                  </a:lnTo>
                  <a:lnTo>
                    <a:pt x="5716" y="6719"/>
                  </a:lnTo>
                  <a:lnTo>
                    <a:pt x="6218" y="6796"/>
                  </a:lnTo>
                  <a:lnTo>
                    <a:pt x="6025" y="6912"/>
                  </a:lnTo>
                  <a:lnTo>
                    <a:pt x="5870" y="7028"/>
                  </a:lnTo>
                  <a:lnTo>
                    <a:pt x="5755" y="7183"/>
                  </a:lnTo>
                  <a:lnTo>
                    <a:pt x="5639" y="7376"/>
                  </a:lnTo>
                  <a:lnTo>
                    <a:pt x="5561" y="7530"/>
                  </a:lnTo>
                  <a:lnTo>
                    <a:pt x="5523" y="7685"/>
                  </a:lnTo>
                  <a:lnTo>
                    <a:pt x="5523" y="7878"/>
                  </a:lnTo>
                  <a:lnTo>
                    <a:pt x="5523" y="8032"/>
                  </a:lnTo>
                  <a:lnTo>
                    <a:pt x="5561" y="8187"/>
                  </a:lnTo>
                  <a:lnTo>
                    <a:pt x="5639" y="8341"/>
                  </a:lnTo>
                  <a:lnTo>
                    <a:pt x="5755" y="8457"/>
                  </a:lnTo>
                  <a:lnTo>
                    <a:pt x="5909" y="8573"/>
                  </a:lnTo>
                  <a:lnTo>
                    <a:pt x="6063" y="8650"/>
                  </a:lnTo>
                  <a:lnTo>
                    <a:pt x="6257" y="8689"/>
                  </a:lnTo>
                  <a:lnTo>
                    <a:pt x="6411" y="8689"/>
                  </a:lnTo>
                  <a:lnTo>
                    <a:pt x="6604" y="8650"/>
                  </a:lnTo>
                  <a:lnTo>
                    <a:pt x="6759" y="8573"/>
                  </a:lnTo>
                  <a:lnTo>
                    <a:pt x="6952" y="8457"/>
                  </a:lnTo>
                  <a:lnTo>
                    <a:pt x="7067" y="8341"/>
                  </a:lnTo>
                  <a:lnTo>
                    <a:pt x="7183" y="8187"/>
                  </a:lnTo>
                  <a:lnTo>
                    <a:pt x="7376" y="7878"/>
                  </a:lnTo>
                  <a:lnTo>
                    <a:pt x="7492" y="7530"/>
                  </a:lnTo>
                  <a:lnTo>
                    <a:pt x="7531" y="7183"/>
                  </a:lnTo>
                  <a:lnTo>
                    <a:pt x="7531" y="6796"/>
                  </a:lnTo>
                  <a:lnTo>
                    <a:pt x="8882" y="6719"/>
                  </a:lnTo>
                  <a:lnTo>
                    <a:pt x="9577" y="6719"/>
                  </a:lnTo>
                  <a:lnTo>
                    <a:pt x="10272" y="6796"/>
                  </a:lnTo>
                  <a:lnTo>
                    <a:pt x="10466" y="6835"/>
                  </a:lnTo>
                  <a:lnTo>
                    <a:pt x="10311" y="6912"/>
                  </a:lnTo>
                  <a:lnTo>
                    <a:pt x="10118" y="7028"/>
                  </a:lnTo>
                  <a:lnTo>
                    <a:pt x="9809" y="7260"/>
                  </a:lnTo>
                  <a:lnTo>
                    <a:pt x="9539" y="7569"/>
                  </a:lnTo>
                  <a:lnTo>
                    <a:pt x="9423" y="7723"/>
                  </a:lnTo>
                  <a:lnTo>
                    <a:pt x="9346" y="7916"/>
                  </a:lnTo>
                  <a:lnTo>
                    <a:pt x="9307" y="8109"/>
                  </a:lnTo>
                  <a:lnTo>
                    <a:pt x="9269" y="8264"/>
                  </a:lnTo>
                  <a:lnTo>
                    <a:pt x="9307" y="8457"/>
                  </a:lnTo>
                  <a:lnTo>
                    <a:pt x="9384" y="8611"/>
                  </a:lnTo>
                  <a:lnTo>
                    <a:pt x="9462" y="8766"/>
                  </a:lnTo>
                  <a:lnTo>
                    <a:pt x="9616" y="8882"/>
                  </a:lnTo>
                  <a:lnTo>
                    <a:pt x="9770" y="8959"/>
                  </a:lnTo>
                  <a:lnTo>
                    <a:pt x="9964" y="8998"/>
                  </a:lnTo>
                  <a:lnTo>
                    <a:pt x="10157" y="8959"/>
                  </a:lnTo>
                  <a:lnTo>
                    <a:pt x="10311" y="8882"/>
                  </a:lnTo>
                  <a:lnTo>
                    <a:pt x="10466" y="8804"/>
                  </a:lnTo>
                  <a:lnTo>
                    <a:pt x="10620" y="8650"/>
                  </a:lnTo>
                  <a:lnTo>
                    <a:pt x="10736" y="8534"/>
                  </a:lnTo>
                  <a:lnTo>
                    <a:pt x="10852" y="8341"/>
                  </a:lnTo>
                  <a:lnTo>
                    <a:pt x="10929" y="8187"/>
                  </a:lnTo>
                  <a:lnTo>
                    <a:pt x="11006" y="7994"/>
                  </a:lnTo>
                  <a:lnTo>
                    <a:pt x="11045" y="7762"/>
                  </a:lnTo>
                  <a:lnTo>
                    <a:pt x="11045" y="7492"/>
                  </a:lnTo>
                  <a:lnTo>
                    <a:pt x="10968" y="7221"/>
                  </a:lnTo>
                  <a:lnTo>
                    <a:pt x="10890" y="6990"/>
                  </a:lnTo>
                  <a:lnTo>
                    <a:pt x="10929" y="6951"/>
                  </a:lnTo>
                  <a:lnTo>
                    <a:pt x="11431" y="7105"/>
                  </a:lnTo>
                  <a:lnTo>
                    <a:pt x="11894" y="7376"/>
                  </a:lnTo>
                  <a:lnTo>
                    <a:pt x="12319" y="7685"/>
                  </a:lnTo>
                  <a:lnTo>
                    <a:pt x="12512" y="7839"/>
                  </a:lnTo>
                  <a:lnTo>
                    <a:pt x="12705" y="8032"/>
                  </a:lnTo>
                  <a:lnTo>
                    <a:pt x="12898" y="8341"/>
                  </a:lnTo>
                  <a:lnTo>
                    <a:pt x="13091" y="8650"/>
                  </a:lnTo>
                  <a:lnTo>
                    <a:pt x="13207" y="8920"/>
                  </a:lnTo>
                  <a:lnTo>
                    <a:pt x="13284" y="9268"/>
                  </a:lnTo>
                  <a:lnTo>
                    <a:pt x="13323" y="9577"/>
                  </a:lnTo>
                  <a:lnTo>
                    <a:pt x="13362" y="9924"/>
                  </a:lnTo>
                  <a:lnTo>
                    <a:pt x="13323" y="10619"/>
                  </a:lnTo>
                  <a:lnTo>
                    <a:pt x="13323" y="10658"/>
                  </a:lnTo>
                  <a:lnTo>
                    <a:pt x="13362" y="10735"/>
                  </a:lnTo>
                  <a:lnTo>
                    <a:pt x="13439" y="10774"/>
                  </a:lnTo>
                  <a:lnTo>
                    <a:pt x="13555" y="10774"/>
                  </a:lnTo>
                  <a:lnTo>
                    <a:pt x="13632" y="10697"/>
                  </a:lnTo>
                  <a:lnTo>
                    <a:pt x="13709" y="10465"/>
                  </a:lnTo>
                  <a:lnTo>
                    <a:pt x="13786" y="10272"/>
                  </a:lnTo>
                  <a:lnTo>
                    <a:pt x="13825" y="10040"/>
                  </a:lnTo>
                  <a:lnTo>
                    <a:pt x="13825" y="9808"/>
                  </a:lnTo>
                  <a:lnTo>
                    <a:pt x="13786" y="9384"/>
                  </a:lnTo>
                  <a:lnTo>
                    <a:pt x="13671" y="8920"/>
                  </a:lnTo>
                  <a:lnTo>
                    <a:pt x="13478" y="8496"/>
                  </a:lnTo>
                  <a:lnTo>
                    <a:pt x="13246" y="8109"/>
                  </a:lnTo>
                  <a:lnTo>
                    <a:pt x="12976" y="7723"/>
                  </a:lnTo>
                  <a:lnTo>
                    <a:pt x="12667" y="7414"/>
                  </a:lnTo>
                  <a:lnTo>
                    <a:pt x="12319" y="7144"/>
                  </a:lnTo>
                  <a:lnTo>
                    <a:pt x="11972" y="6912"/>
                  </a:lnTo>
                  <a:lnTo>
                    <a:pt x="11585" y="6719"/>
                  </a:lnTo>
                  <a:lnTo>
                    <a:pt x="11199" y="6565"/>
                  </a:lnTo>
                  <a:lnTo>
                    <a:pt x="11392" y="6410"/>
                  </a:lnTo>
                  <a:lnTo>
                    <a:pt x="11585" y="6140"/>
                  </a:lnTo>
                  <a:lnTo>
                    <a:pt x="11701" y="5831"/>
                  </a:lnTo>
                  <a:lnTo>
                    <a:pt x="11740" y="5522"/>
                  </a:lnTo>
                  <a:lnTo>
                    <a:pt x="11740" y="5213"/>
                  </a:lnTo>
                  <a:lnTo>
                    <a:pt x="11701" y="5059"/>
                  </a:lnTo>
                  <a:lnTo>
                    <a:pt x="11624" y="4943"/>
                  </a:lnTo>
                  <a:lnTo>
                    <a:pt x="11547" y="4827"/>
                  </a:lnTo>
                  <a:lnTo>
                    <a:pt x="11431" y="4750"/>
                  </a:lnTo>
                  <a:lnTo>
                    <a:pt x="11276" y="4673"/>
                  </a:lnTo>
                  <a:lnTo>
                    <a:pt x="11122" y="4634"/>
                  </a:lnTo>
                  <a:lnTo>
                    <a:pt x="10774" y="4634"/>
                  </a:lnTo>
                  <a:lnTo>
                    <a:pt x="10581" y="4711"/>
                  </a:lnTo>
                  <a:lnTo>
                    <a:pt x="10427" y="4788"/>
                  </a:lnTo>
                  <a:lnTo>
                    <a:pt x="10311" y="4866"/>
                  </a:lnTo>
                  <a:lnTo>
                    <a:pt x="10195" y="5020"/>
                  </a:lnTo>
                  <a:lnTo>
                    <a:pt x="10079" y="5136"/>
                  </a:lnTo>
                  <a:lnTo>
                    <a:pt x="10002" y="5329"/>
                  </a:lnTo>
                  <a:lnTo>
                    <a:pt x="9964" y="5561"/>
                  </a:lnTo>
                  <a:lnTo>
                    <a:pt x="9964" y="5831"/>
                  </a:lnTo>
                  <a:lnTo>
                    <a:pt x="10041" y="6063"/>
                  </a:lnTo>
                  <a:lnTo>
                    <a:pt x="10118" y="6333"/>
                  </a:lnTo>
                  <a:lnTo>
                    <a:pt x="9462" y="6256"/>
                  </a:lnTo>
                  <a:lnTo>
                    <a:pt x="8805" y="6256"/>
                  </a:lnTo>
                  <a:lnTo>
                    <a:pt x="7492" y="6333"/>
                  </a:lnTo>
                  <a:lnTo>
                    <a:pt x="7685" y="6063"/>
                  </a:lnTo>
                  <a:lnTo>
                    <a:pt x="7801" y="5792"/>
                  </a:lnTo>
                  <a:lnTo>
                    <a:pt x="7878" y="5522"/>
                  </a:lnTo>
                  <a:lnTo>
                    <a:pt x="7956" y="5213"/>
                  </a:lnTo>
                  <a:lnTo>
                    <a:pt x="7917" y="4866"/>
                  </a:lnTo>
                  <a:lnTo>
                    <a:pt x="7878" y="4711"/>
                  </a:lnTo>
                  <a:lnTo>
                    <a:pt x="7801" y="4557"/>
                  </a:lnTo>
                  <a:lnTo>
                    <a:pt x="7724" y="4402"/>
                  </a:lnTo>
                  <a:lnTo>
                    <a:pt x="7608" y="4287"/>
                  </a:lnTo>
                  <a:lnTo>
                    <a:pt x="7492" y="4209"/>
                  </a:lnTo>
                  <a:lnTo>
                    <a:pt x="7299" y="4132"/>
                  </a:lnTo>
                  <a:lnTo>
                    <a:pt x="6990" y="4132"/>
                  </a:lnTo>
                  <a:lnTo>
                    <a:pt x="6836" y="4209"/>
                  </a:lnTo>
                  <a:lnTo>
                    <a:pt x="6720" y="4325"/>
                  </a:lnTo>
                  <a:lnTo>
                    <a:pt x="6604" y="4441"/>
                  </a:lnTo>
                  <a:lnTo>
                    <a:pt x="6527" y="4595"/>
                  </a:lnTo>
                  <a:lnTo>
                    <a:pt x="6411" y="4904"/>
                  </a:lnTo>
                  <a:lnTo>
                    <a:pt x="6372" y="5252"/>
                  </a:lnTo>
                  <a:lnTo>
                    <a:pt x="6411" y="5638"/>
                  </a:lnTo>
                  <a:lnTo>
                    <a:pt x="6450" y="5831"/>
                  </a:lnTo>
                  <a:lnTo>
                    <a:pt x="6527" y="6024"/>
                  </a:lnTo>
                  <a:lnTo>
                    <a:pt x="6643" y="6179"/>
                  </a:lnTo>
                  <a:lnTo>
                    <a:pt x="6759" y="6333"/>
                  </a:lnTo>
                  <a:lnTo>
                    <a:pt x="6102" y="6256"/>
                  </a:lnTo>
                  <a:lnTo>
                    <a:pt x="5755" y="6217"/>
                  </a:lnTo>
                  <a:lnTo>
                    <a:pt x="5446" y="6140"/>
                  </a:lnTo>
                  <a:lnTo>
                    <a:pt x="5137" y="6024"/>
                  </a:lnTo>
                  <a:lnTo>
                    <a:pt x="4828" y="5870"/>
                  </a:lnTo>
                  <a:lnTo>
                    <a:pt x="4519" y="5715"/>
                  </a:lnTo>
                  <a:lnTo>
                    <a:pt x="4210" y="5522"/>
                  </a:lnTo>
                  <a:lnTo>
                    <a:pt x="4557" y="5484"/>
                  </a:lnTo>
                  <a:lnTo>
                    <a:pt x="4905" y="5406"/>
                  </a:lnTo>
                  <a:lnTo>
                    <a:pt x="5175" y="5252"/>
                  </a:lnTo>
                  <a:lnTo>
                    <a:pt x="5446" y="5020"/>
                  </a:lnTo>
                  <a:lnTo>
                    <a:pt x="5561" y="4866"/>
                  </a:lnTo>
                  <a:lnTo>
                    <a:pt x="5639" y="4711"/>
                  </a:lnTo>
                  <a:lnTo>
                    <a:pt x="5677" y="4518"/>
                  </a:lnTo>
                  <a:lnTo>
                    <a:pt x="5716" y="4364"/>
                  </a:lnTo>
                  <a:lnTo>
                    <a:pt x="5716" y="4171"/>
                  </a:lnTo>
                  <a:lnTo>
                    <a:pt x="5639" y="4016"/>
                  </a:lnTo>
                  <a:lnTo>
                    <a:pt x="5561" y="3862"/>
                  </a:lnTo>
                  <a:lnTo>
                    <a:pt x="5446" y="3707"/>
                  </a:lnTo>
                  <a:lnTo>
                    <a:pt x="5330" y="3591"/>
                  </a:lnTo>
                  <a:lnTo>
                    <a:pt x="5175" y="3514"/>
                  </a:lnTo>
                  <a:lnTo>
                    <a:pt x="5021" y="3476"/>
                  </a:lnTo>
                  <a:lnTo>
                    <a:pt x="4866" y="3437"/>
                  </a:lnTo>
                  <a:lnTo>
                    <a:pt x="4712" y="3476"/>
                  </a:lnTo>
                  <a:lnTo>
                    <a:pt x="4557" y="3514"/>
                  </a:lnTo>
                  <a:lnTo>
                    <a:pt x="4442" y="3630"/>
                  </a:lnTo>
                  <a:lnTo>
                    <a:pt x="4287" y="3707"/>
                  </a:lnTo>
                  <a:lnTo>
                    <a:pt x="4171" y="3862"/>
                  </a:lnTo>
                  <a:lnTo>
                    <a:pt x="4055" y="4016"/>
                  </a:lnTo>
                  <a:lnTo>
                    <a:pt x="3940" y="4364"/>
                  </a:lnTo>
                  <a:lnTo>
                    <a:pt x="3824" y="4750"/>
                  </a:lnTo>
                  <a:lnTo>
                    <a:pt x="3785" y="5097"/>
                  </a:lnTo>
                  <a:lnTo>
                    <a:pt x="3515" y="4788"/>
                  </a:lnTo>
                  <a:lnTo>
                    <a:pt x="3283" y="4441"/>
                  </a:lnTo>
                  <a:lnTo>
                    <a:pt x="3052" y="4093"/>
                  </a:lnTo>
                  <a:lnTo>
                    <a:pt x="2858" y="3746"/>
                  </a:lnTo>
                  <a:lnTo>
                    <a:pt x="2704" y="3398"/>
                  </a:lnTo>
                  <a:lnTo>
                    <a:pt x="2550" y="3012"/>
                  </a:lnTo>
                  <a:lnTo>
                    <a:pt x="2318" y="2240"/>
                  </a:lnTo>
                  <a:lnTo>
                    <a:pt x="2318" y="2240"/>
                  </a:lnTo>
                  <a:lnTo>
                    <a:pt x="2588" y="2317"/>
                  </a:lnTo>
                  <a:lnTo>
                    <a:pt x="2858" y="2356"/>
                  </a:lnTo>
                  <a:lnTo>
                    <a:pt x="3129" y="2356"/>
                  </a:lnTo>
                  <a:lnTo>
                    <a:pt x="3399" y="2279"/>
                  </a:lnTo>
                  <a:lnTo>
                    <a:pt x="3554" y="2201"/>
                  </a:lnTo>
                  <a:lnTo>
                    <a:pt x="3708" y="2085"/>
                  </a:lnTo>
                  <a:lnTo>
                    <a:pt x="3824" y="1970"/>
                  </a:lnTo>
                  <a:lnTo>
                    <a:pt x="3940" y="1815"/>
                  </a:lnTo>
                  <a:lnTo>
                    <a:pt x="4017" y="1661"/>
                  </a:lnTo>
                  <a:lnTo>
                    <a:pt x="4055" y="1506"/>
                  </a:lnTo>
                  <a:lnTo>
                    <a:pt x="4055" y="1313"/>
                  </a:lnTo>
                  <a:lnTo>
                    <a:pt x="4017" y="1159"/>
                  </a:lnTo>
                  <a:lnTo>
                    <a:pt x="3978" y="1004"/>
                  </a:lnTo>
                  <a:lnTo>
                    <a:pt x="3862" y="850"/>
                  </a:lnTo>
                  <a:lnTo>
                    <a:pt x="3747" y="773"/>
                  </a:lnTo>
                  <a:lnTo>
                    <a:pt x="3592" y="695"/>
                  </a:lnTo>
                  <a:lnTo>
                    <a:pt x="3438" y="618"/>
                  </a:lnTo>
                  <a:lnTo>
                    <a:pt x="3283" y="579"/>
                  </a:lnTo>
                  <a:lnTo>
                    <a:pt x="3129" y="579"/>
                  </a:lnTo>
                  <a:lnTo>
                    <a:pt x="2974" y="618"/>
                  </a:lnTo>
                  <a:lnTo>
                    <a:pt x="2820" y="657"/>
                  </a:lnTo>
                  <a:lnTo>
                    <a:pt x="2665" y="734"/>
                  </a:lnTo>
                  <a:lnTo>
                    <a:pt x="2434" y="927"/>
                  </a:lnTo>
                  <a:lnTo>
                    <a:pt x="2241" y="1159"/>
                  </a:lnTo>
                  <a:lnTo>
                    <a:pt x="2125" y="146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11"/>
            <p:cNvSpPr/>
            <p:nvPr/>
          </p:nvSpPr>
          <p:spPr>
            <a:xfrm>
              <a:off x="5987875" y="4095550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4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4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70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8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11"/>
            <p:cNvSpPr/>
            <p:nvPr/>
          </p:nvSpPr>
          <p:spPr>
            <a:xfrm>
              <a:off x="4079325" y="419112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9"/>
                  </a:moveTo>
                  <a:lnTo>
                    <a:pt x="1082" y="5986"/>
                  </a:lnTo>
                  <a:lnTo>
                    <a:pt x="1236" y="6025"/>
                  </a:lnTo>
                  <a:lnTo>
                    <a:pt x="1391" y="6179"/>
                  </a:lnTo>
                  <a:lnTo>
                    <a:pt x="1468" y="6334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6" y="6951"/>
                  </a:lnTo>
                  <a:lnTo>
                    <a:pt x="1159" y="7029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6"/>
                  </a:lnTo>
                  <a:lnTo>
                    <a:pt x="425" y="6720"/>
                  </a:lnTo>
                  <a:lnTo>
                    <a:pt x="387" y="6643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5" y="6256"/>
                  </a:lnTo>
                  <a:lnTo>
                    <a:pt x="503" y="6179"/>
                  </a:lnTo>
                  <a:lnTo>
                    <a:pt x="696" y="6025"/>
                  </a:lnTo>
                  <a:lnTo>
                    <a:pt x="889" y="5909"/>
                  </a:lnTo>
                  <a:close/>
                  <a:moveTo>
                    <a:pt x="5909" y="1"/>
                  </a:moveTo>
                  <a:lnTo>
                    <a:pt x="5831" y="39"/>
                  </a:lnTo>
                  <a:lnTo>
                    <a:pt x="5522" y="310"/>
                  </a:lnTo>
                  <a:lnTo>
                    <a:pt x="5175" y="619"/>
                  </a:lnTo>
                  <a:lnTo>
                    <a:pt x="4596" y="1314"/>
                  </a:lnTo>
                  <a:lnTo>
                    <a:pt x="4017" y="2047"/>
                  </a:lnTo>
                  <a:lnTo>
                    <a:pt x="3437" y="2781"/>
                  </a:lnTo>
                  <a:lnTo>
                    <a:pt x="2279" y="4133"/>
                  </a:lnTo>
                  <a:lnTo>
                    <a:pt x="1738" y="4866"/>
                  </a:lnTo>
                  <a:lnTo>
                    <a:pt x="1198" y="5561"/>
                  </a:lnTo>
                  <a:lnTo>
                    <a:pt x="1043" y="5523"/>
                  </a:lnTo>
                  <a:lnTo>
                    <a:pt x="889" y="5523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1" y="6334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4" y="7145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3" y="6527"/>
                  </a:lnTo>
                  <a:lnTo>
                    <a:pt x="1854" y="6334"/>
                  </a:lnTo>
                  <a:lnTo>
                    <a:pt x="1815" y="6179"/>
                  </a:lnTo>
                  <a:lnTo>
                    <a:pt x="1738" y="6025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3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9" y="657"/>
                  </a:lnTo>
                  <a:lnTo>
                    <a:pt x="6102" y="310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11"/>
            <p:cNvSpPr/>
            <p:nvPr/>
          </p:nvSpPr>
          <p:spPr>
            <a:xfrm>
              <a:off x="3825425" y="421912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8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2"/>
                  </a:lnTo>
                  <a:lnTo>
                    <a:pt x="6643" y="5909"/>
                  </a:lnTo>
                  <a:lnTo>
                    <a:pt x="6797" y="5754"/>
                  </a:lnTo>
                  <a:close/>
                  <a:moveTo>
                    <a:pt x="233" y="1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10"/>
                  </a:lnTo>
                  <a:lnTo>
                    <a:pt x="39" y="387"/>
                  </a:lnTo>
                  <a:lnTo>
                    <a:pt x="426" y="773"/>
                  </a:lnTo>
                  <a:lnTo>
                    <a:pt x="812" y="1120"/>
                  </a:lnTo>
                  <a:lnTo>
                    <a:pt x="1623" y="1777"/>
                  </a:lnTo>
                  <a:lnTo>
                    <a:pt x="3399" y="3206"/>
                  </a:lnTo>
                  <a:lnTo>
                    <a:pt x="4866" y="4441"/>
                  </a:lnTo>
                  <a:lnTo>
                    <a:pt x="5639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2"/>
                  </a:lnTo>
                  <a:lnTo>
                    <a:pt x="6720" y="7299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9"/>
                  </a:lnTo>
                  <a:lnTo>
                    <a:pt x="7454" y="7260"/>
                  </a:lnTo>
                  <a:lnTo>
                    <a:pt x="7608" y="7144"/>
                  </a:lnTo>
                  <a:lnTo>
                    <a:pt x="7724" y="7029"/>
                  </a:lnTo>
                  <a:lnTo>
                    <a:pt x="7840" y="6913"/>
                  </a:lnTo>
                  <a:lnTo>
                    <a:pt x="7956" y="6758"/>
                  </a:lnTo>
                  <a:lnTo>
                    <a:pt x="7994" y="6565"/>
                  </a:lnTo>
                  <a:lnTo>
                    <a:pt x="8033" y="6411"/>
                  </a:lnTo>
                  <a:lnTo>
                    <a:pt x="8033" y="6218"/>
                  </a:lnTo>
                  <a:lnTo>
                    <a:pt x="7956" y="6025"/>
                  </a:lnTo>
                  <a:lnTo>
                    <a:pt x="7840" y="5870"/>
                  </a:lnTo>
                  <a:lnTo>
                    <a:pt x="7724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6" y="5484"/>
                  </a:lnTo>
                  <a:lnTo>
                    <a:pt x="6025" y="4712"/>
                  </a:lnTo>
                  <a:lnTo>
                    <a:pt x="5214" y="4017"/>
                  </a:lnTo>
                  <a:lnTo>
                    <a:pt x="3515" y="2626"/>
                  </a:lnTo>
                  <a:lnTo>
                    <a:pt x="2743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5" y="310"/>
                  </a:lnTo>
                  <a:lnTo>
                    <a:pt x="310" y="39"/>
                  </a:lnTo>
                  <a:lnTo>
                    <a:pt x="23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11"/>
            <p:cNvSpPr/>
            <p:nvPr/>
          </p:nvSpPr>
          <p:spPr>
            <a:xfrm>
              <a:off x="3401625" y="4223000"/>
              <a:ext cx="240425" cy="634250"/>
            </a:xfrm>
            <a:custGeom>
              <a:avLst/>
              <a:gdLst/>
              <a:ahLst/>
              <a:cxnLst/>
              <a:rect l="l" t="t" r="r" b="b"/>
              <a:pathLst>
                <a:path w="9617" h="25370" extrusionOk="0">
                  <a:moveTo>
                    <a:pt x="4751" y="463"/>
                  </a:moveTo>
                  <a:lnTo>
                    <a:pt x="5291" y="502"/>
                  </a:lnTo>
                  <a:lnTo>
                    <a:pt x="5755" y="579"/>
                  </a:lnTo>
                  <a:lnTo>
                    <a:pt x="6218" y="772"/>
                  </a:lnTo>
                  <a:lnTo>
                    <a:pt x="6681" y="965"/>
                  </a:lnTo>
                  <a:lnTo>
                    <a:pt x="7067" y="1236"/>
                  </a:lnTo>
                  <a:lnTo>
                    <a:pt x="7454" y="1583"/>
                  </a:lnTo>
                  <a:lnTo>
                    <a:pt x="7801" y="1931"/>
                  </a:lnTo>
                  <a:lnTo>
                    <a:pt x="8149" y="2356"/>
                  </a:lnTo>
                  <a:lnTo>
                    <a:pt x="8419" y="2780"/>
                  </a:lnTo>
                  <a:lnTo>
                    <a:pt x="8651" y="3244"/>
                  </a:lnTo>
                  <a:lnTo>
                    <a:pt x="8844" y="3707"/>
                  </a:lnTo>
                  <a:lnTo>
                    <a:pt x="8998" y="4209"/>
                  </a:lnTo>
                  <a:lnTo>
                    <a:pt x="9075" y="4711"/>
                  </a:lnTo>
                  <a:lnTo>
                    <a:pt x="9114" y="5213"/>
                  </a:lnTo>
                  <a:lnTo>
                    <a:pt x="9114" y="5754"/>
                  </a:lnTo>
                  <a:lnTo>
                    <a:pt x="9075" y="6256"/>
                  </a:lnTo>
                  <a:lnTo>
                    <a:pt x="8998" y="6758"/>
                  </a:lnTo>
                  <a:lnTo>
                    <a:pt x="8882" y="7260"/>
                  </a:lnTo>
                  <a:lnTo>
                    <a:pt x="8689" y="7723"/>
                  </a:lnTo>
                  <a:lnTo>
                    <a:pt x="8496" y="8225"/>
                  </a:lnTo>
                  <a:lnTo>
                    <a:pt x="8303" y="8650"/>
                  </a:lnTo>
                  <a:lnTo>
                    <a:pt x="8033" y="9113"/>
                  </a:lnTo>
                  <a:lnTo>
                    <a:pt x="7763" y="9538"/>
                  </a:lnTo>
                  <a:lnTo>
                    <a:pt x="7454" y="9924"/>
                  </a:lnTo>
                  <a:lnTo>
                    <a:pt x="7106" y="10349"/>
                  </a:lnTo>
                  <a:lnTo>
                    <a:pt x="6759" y="10735"/>
                  </a:lnTo>
                  <a:lnTo>
                    <a:pt x="6025" y="11469"/>
                  </a:lnTo>
                  <a:lnTo>
                    <a:pt x="5253" y="12125"/>
                  </a:lnTo>
                  <a:lnTo>
                    <a:pt x="5098" y="12125"/>
                  </a:lnTo>
                  <a:lnTo>
                    <a:pt x="5059" y="12202"/>
                  </a:lnTo>
                  <a:lnTo>
                    <a:pt x="5021" y="12241"/>
                  </a:lnTo>
                  <a:lnTo>
                    <a:pt x="5021" y="12280"/>
                  </a:lnTo>
                  <a:lnTo>
                    <a:pt x="4210" y="11816"/>
                  </a:lnTo>
                  <a:lnTo>
                    <a:pt x="3476" y="11314"/>
                  </a:lnTo>
                  <a:lnTo>
                    <a:pt x="2781" y="10735"/>
                  </a:lnTo>
                  <a:lnTo>
                    <a:pt x="2472" y="10426"/>
                  </a:lnTo>
                  <a:lnTo>
                    <a:pt x="2163" y="10117"/>
                  </a:lnTo>
                  <a:lnTo>
                    <a:pt x="1893" y="9770"/>
                  </a:lnTo>
                  <a:lnTo>
                    <a:pt x="1661" y="9422"/>
                  </a:lnTo>
                  <a:lnTo>
                    <a:pt x="1430" y="9036"/>
                  </a:lnTo>
                  <a:lnTo>
                    <a:pt x="1198" y="8650"/>
                  </a:lnTo>
                  <a:lnTo>
                    <a:pt x="1005" y="8264"/>
                  </a:lnTo>
                  <a:lnTo>
                    <a:pt x="850" y="7839"/>
                  </a:lnTo>
                  <a:lnTo>
                    <a:pt x="735" y="7376"/>
                  </a:lnTo>
                  <a:lnTo>
                    <a:pt x="619" y="6912"/>
                  </a:lnTo>
                  <a:lnTo>
                    <a:pt x="542" y="6449"/>
                  </a:lnTo>
                  <a:lnTo>
                    <a:pt x="503" y="5985"/>
                  </a:lnTo>
                  <a:lnTo>
                    <a:pt x="503" y="5522"/>
                  </a:lnTo>
                  <a:lnTo>
                    <a:pt x="542" y="5020"/>
                  </a:lnTo>
                  <a:lnTo>
                    <a:pt x="619" y="4557"/>
                  </a:lnTo>
                  <a:lnTo>
                    <a:pt x="696" y="4055"/>
                  </a:lnTo>
                  <a:lnTo>
                    <a:pt x="850" y="3591"/>
                  </a:lnTo>
                  <a:lnTo>
                    <a:pt x="1005" y="3167"/>
                  </a:lnTo>
                  <a:lnTo>
                    <a:pt x="1237" y="2742"/>
                  </a:lnTo>
                  <a:lnTo>
                    <a:pt x="1468" y="2317"/>
                  </a:lnTo>
                  <a:lnTo>
                    <a:pt x="1739" y="1931"/>
                  </a:lnTo>
                  <a:lnTo>
                    <a:pt x="2086" y="1583"/>
                  </a:lnTo>
                  <a:lnTo>
                    <a:pt x="2434" y="1274"/>
                  </a:lnTo>
                  <a:lnTo>
                    <a:pt x="2820" y="1004"/>
                  </a:lnTo>
                  <a:lnTo>
                    <a:pt x="3245" y="811"/>
                  </a:lnTo>
                  <a:lnTo>
                    <a:pt x="3708" y="618"/>
                  </a:lnTo>
                  <a:lnTo>
                    <a:pt x="4249" y="502"/>
                  </a:lnTo>
                  <a:lnTo>
                    <a:pt x="4751" y="463"/>
                  </a:lnTo>
                  <a:close/>
                  <a:moveTo>
                    <a:pt x="5137" y="12627"/>
                  </a:moveTo>
                  <a:lnTo>
                    <a:pt x="5214" y="12666"/>
                  </a:lnTo>
                  <a:lnTo>
                    <a:pt x="5484" y="13129"/>
                  </a:lnTo>
                  <a:lnTo>
                    <a:pt x="4751" y="13052"/>
                  </a:lnTo>
                  <a:lnTo>
                    <a:pt x="5059" y="12627"/>
                  </a:lnTo>
                  <a:close/>
                  <a:moveTo>
                    <a:pt x="3167" y="13979"/>
                  </a:moveTo>
                  <a:lnTo>
                    <a:pt x="3476" y="14403"/>
                  </a:lnTo>
                  <a:lnTo>
                    <a:pt x="3708" y="14828"/>
                  </a:lnTo>
                  <a:lnTo>
                    <a:pt x="3669" y="14867"/>
                  </a:lnTo>
                  <a:lnTo>
                    <a:pt x="3438" y="14944"/>
                  </a:lnTo>
                  <a:lnTo>
                    <a:pt x="3167" y="15021"/>
                  </a:lnTo>
                  <a:lnTo>
                    <a:pt x="2936" y="15060"/>
                  </a:lnTo>
                  <a:lnTo>
                    <a:pt x="2665" y="15021"/>
                  </a:lnTo>
                  <a:lnTo>
                    <a:pt x="2936" y="14519"/>
                  </a:lnTo>
                  <a:lnTo>
                    <a:pt x="3167" y="13979"/>
                  </a:lnTo>
                  <a:close/>
                  <a:moveTo>
                    <a:pt x="5330" y="14867"/>
                  </a:moveTo>
                  <a:lnTo>
                    <a:pt x="5021" y="15987"/>
                  </a:lnTo>
                  <a:lnTo>
                    <a:pt x="4789" y="15794"/>
                  </a:lnTo>
                  <a:lnTo>
                    <a:pt x="4557" y="15562"/>
                  </a:lnTo>
                  <a:lnTo>
                    <a:pt x="4364" y="15330"/>
                  </a:lnTo>
                  <a:lnTo>
                    <a:pt x="4210" y="15098"/>
                  </a:lnTo>
                  <a:lnTo>
                    <a:pt x="4171" y="15060"/>
                  </a:lnTo>
                  <a:lnTo>
                    <a:pt x="5330" y="14867"/>
                  </a:lnTo>
                  <a:close/>
                  <a:moveTo>
                    <a:pt x="4055" y="15407"/>
                  </a:moveTo>
                  <a:lnTo>
                    <a:pt x="4249" y="15678"/>
                  </a:lnTo>
                  <a:lnTo>
                    <a:pt x="4480" y="15948"/>
                  </a:lnTo>
                  <a:lnTo>
                    <a:pt x="4712" y="16218"/>
                  </a:lnTo>
                  <a:lnTo>
                    <a:pt x="4982" y="16450"/>
                  </a:lnTo>
                  <a:lnTo>
                    <a:pt x="5098" y="16489"/>
                  </a:lnTo>
                  <a:lnTo>
                    <a:pt x="4905" y="16991"/>
                  </a:lnTo>
                  <a:lnTo>
                    <a:pt x="4789" y="17531"/>
                  </a:lnTo>
                  <a:lnTo>
                    <a:pt x="4480" y="17145"/>
                  </a:lnTo>
                  <a:lnTo>
                    <a:pt x="4249" y="16759"/>
                  </a:lnTo>
                  <a:lnTo>
                    <a:pt x="4133" y="16527"/>
                  </a:lnTo>
                  <a:lnTo>
                    <a:pt x="4055" y="16296"/>
                  </a:lnTo>
                  <a:lnTo>
                    <a:pt x="4017" y="16064"/>
                  </a:lnTo>
                  <a:lnTo>
                    <a:pt x="4017" y="15794"/>
                  </a:lnTo>
                  <a:lnTo>
                    <a:pt x="4055" y="15407"/>
                  </a:lnTo>
                  <a:close/>
                  <a:moveTo>
                    <a:pt x="5291" y="16798"/>
                  </a:moveTo>
                  <a:lnTo>
                    <a:pt x="5600" y="17145"/>
                  </a:lnTo>
                  <a:lnTo>
                    <a:pt x="5870" y="17531"/>
                  </a:lnTo>
                  <a:lnTo>
                    <a:pt x="5446" y="17570"/>
                  </a:lnTo>
                  <a:lnTo>
                    <a:pt x="5021" y="17647"/>
                  </a:lnTo>
                  <a:lnTo>
                    <a:pt x="5291" y="16798"/>
                  </a:lnTo>
                  <a:close/>
                  <a:moveTo>
                    <a:pt x="4557" y="17879"/>
                  </a:moveTo>
                  <a:lnTo>
                    <a:pt x="4635" y="17995"/>
                  </a:lnTo>
                  <a:lnTo>
                    <a:pt x="4519" y="18149"/>
                  </a:lnTo>
                  <a:lnTo>
                    <a:pt x="4403" y="18381"/>
                  </a:lnTo>
                  <a:lnTo>
                    <a:pt x="4287" y="18805"/>
                  </a:lnTo>
                  <a:lnTo>
                    <a:pt x="3901" y="18381"/>
                  </a:lnTo>
                  <a:lnTo>
                    <a:pt x="3553" y="17917"/>
                  </a:lnTo>
                  <a:lnTo>
                    <a:pt x="4557" y="17879"/>
                  </a:lnTo>
                  <a:close/>
                  <a:moveTo>
                    <a:pt x="7917" y="20003"/>
                  </a:moveTo>
                  <a:lnTo>
                    <a:pt x="7878" y="20736"/>
                  </a:lnTo>
                  <a:lnTo>
                    <a:pt x="7763" y="21509"/>
                  </a:lnTo>
                  <a:lnTo>
                    <a:pt x="6797" y="20775"/>
                  </a:lnTo>
                  <a:lnTo>
                    <a:pt x="6759" y="20736"/>
                  </a:lnTo>
                  <a:lnTo>
                    <a:pt x="6681" y="20466"/>
                  </a:lnTo>
                  <a:lnTo>
                    <a:pt x="6990" y="20273"/>
                  </a:lnTo>
                  <a:lnTo>
                    <a:pt x="7299" y="20118"/>
                  </a:lnTo>
                  <a:lnTo>
                    <a:pt x="7608" y="20041"/>
                  </a:lnTo>
                  <a:lnTo>
                    <a:pt x="7917" y="20003"/>
                  </a:lnTo>
                  <a:close/>
                  <a:moveTo>
                    <a:pt x="5330" y="20389"/>
                  </a:moveTo>
                  <a:lnTo>
                    <a:pt x="6179" y="20813"/>
                  </a:lnTo>
                  <a:lnTo>
                    <a:pt x="5755" y="21200"/>
                  </a:lnTo>
                  <a:lnTo>
                    <a:pt x="5368" y="21663"/>
                  </a:lnTo>
                  <a:lnTo>
                    <a:pt x="5291" y="21007"/>
                  </a:lnTo>
                  <a:lnTo>
                    <a:pt x="5330" y="20389"/>
                  </a:lnTo>
                  <a:close/>
                  <a:moveTo>
                    <a:pt x="4905" y="0"/>
                  </a:moveTo>
                  <a:lnTo>
                    <a:pt x="4519" y="39"/>
                  </a:lnTo>
                  <a:lnTo>
                    <a:pt x="4171" y="39"/>
                  </a:lnTo>
                  <a:lnTo>
                    <a:pt x="3785" y="116"/>
                  </a:lnTo>
                  <a:lnTo>
                    <a:pt x="3438" y="232"/>
                  </a:lnTo>
                  <a:lnTo>
                    <a:pt x="3090" y="348"/>
                  </a:lnTo>
                  <a:lnTo>
                    <a:pt x="2743" y="502"/>
                  </a:lnTo>
                  <a:lnTo>
                    <a:pt x="2434" y="695"/>
                  </a:lnTo>
                  <a:lnTo>
                    <a:pt x="2086" y="927"/>
                  </a:lnTo>
                  <a:lnTo>
                    <a:pt x="1816" y="1197"/>
                  </a:lnTo>
                  <a:lnTo>
                    <a:pt x="1507" y="1506"/>
                  </a:lnTo>
                  <a:lnTo>
                    <a:pt x="1275" y="1815"/>
                  </a:lnTo>
                  <a:lnTo>
                    <a:pt x="1044" y="2124"/>
                  </a:lnTo>
                  <a:lnTo>
                    <a:pt x="812" y="2471"/>
                  </a:lnTo>
                  <a:lnTo>
                    <a:pt x="619" y="2858"/>
                  </a:lnTo>
                  <a:lnTo>
                    <a:pt x="464" y="3205"/>
                  </a:lnTo>
                  <a:lnTo>
                    <a:pt x="310" y="3591"/>
                  </a:lnTo>
                  <a:lnTo>
                    <a:pt x="233" y="3977"/>
                  </a:lnTo>
                  <a:lnTo>
                    <a:pt x="117" y="4364"/>
                  </a:lnTo>
                  <a:lnTo>
                    <a:pt x="78" y="4750"/>
                  </a:lnTo>
                  <a:lnTo>
                    <a:pt x="1" y="5174"/>
                  </a:lnTo>
                  <a:lnTo>
                    <a:pt x="1" y="5561"/>
                  </a:lnTo>
                  <a:lnTo>
                    <a:pt x="1" y="5985"/>
                  </a:lnTo>
                  <a:lnTo>
                    <a:pt x="40" y="6372"/>
                  </a:lnTo>
                  <a:lnTo>
                    <a:pt x="78" y="6796"/>
                  </a:lnTo>
                  <a:lnTo>
                    <a:pt x="155" y="7182"/>
                  </a:lnTo>
                  <a:lnTo>
                    <a:pt x="271" y="7569"/>
                  </a:lnTo>
                  <a:lnTo>
                    <a:pt x="387" y="7993"/>
                  </a:lnTo>
                  <a:lnTo>
                    <a:pt x="542" y="8380"/>
                  </a:lnTo>
                  <a:lnTo>
                    <a:pt x="928" y="9152"/>
                  </a:lnTo>
                  <a:lnTo>
                    <a:pt x="1121" y="9538"/>
                  </a:lnTo>
                  <a:lnTo>
                    <a:pt x="1352" y="9924"/>
                  </a:lnTo>
                  <a:lnTo>
                    <a:pt x="1623" y="10272"/>
                  </a:lnTo>
                  <a:lnTo>
                    <a:pt x="1893" y="10619"/>
                  </a:lnTo>
                  <a:lnTo>
                    <a:pt x="2202" y="10928"/>
                  </a:lnTo>
                  <a:lnTo>
                    <a:pt x="2511" y="11237"/>
                  </a:lnTo>
                  <a:lnTo>
                    <a:pt x="2820" y="11546"/>
                  </a:lnTo>
                  <a:lnTo>
                    <a:pt x="3167" y="11778"/>
                  </a:lnTo>
                  <a:lnTo>
                    <a:pt x="3553" y="12009"/>
                  </a:lnTo>
                  <a:lnTo>
                    <a:pt x="3940" y="12241"/>
                  </a:lnTo>
                  <a:lnTo>
                    <a:pt x="4326" y="12395"/>
                  </a:lnTo>
                  <a:lnTo>
                    <a:pt x="4712" y="12550"/>
                  </a:lnTo>
                  <a:lnTo>
                    <a:pt x="4171" y="13091"/>
                  </a:lnTo>
                  <a:lnTo>
                    <a:pt x="4133" y="13206"/>
                  </a:lnTo>
                  <a:lnTo>
                    <a:pt x="4133" y="13322"/>
                  </a:lnTo>
                  <a:lnTo>
                    <a:pt x="4210" y="13399"/>
                  </a:lnTo>
                  <a:lnTo>
                    <a:pt x="4326" y="13438"/>
                  </a:lnTo>
                  <a:lnTo>
                    <a:pt x="4789" y="13477"/>
                  </a:lnTo>
                  <a:lnTo>
                    <a:pt x="4519" y="13747"/>
                  </a:lnTo>
                  <a:lnTo>
                    <a:pt x="4287" y="13979"/>
                  </a:lnTo>
                  <a:lnTo>
                    <a:pt x="4094" y="14288"/>
                  </a:lnTo>
                  <a:lnTo>
                    <a:pt x="3940" y="14596"/>
                  </a:lnTo>
                  <a:lnTo>
                    <a:pt x="3785" y="14288"/>
                  </a:lnTo>
                  <a:lnTo>
                    <a:pt x="3631" y="14017"/>
                  </a:lnTo>
                  <a:lnTo>
                    <a:pt x="3438" y="13747"/>
                  </a:lnTo>
                  <a:lnTo>
                    <a:pt x="3206" y="13477"/>
                  </a:lnTo>
                  <a:lnTo>
                    <a:pt x="3129" y="13438"/>
                  </a:lnTo>
                  <a:lnTo>
                    <a:pt x="3051" y="13438"/>
                  </a:lnTo>
                  <a:lnTo>
                    <a:pt x="2974" y="13477"/>
                  </a:lnTo>
                  <a:lnTo>
                    <a:pt x="2897" y="13593"/>
                  </a:lnTo>
                  <a:lnTo>
                    <a:pt x="2588" y="14326"/>
                  </a:lnTo>
                  <a:lnTo>
                    <a:pt x="2241" y="15098"/>
                  </a:lnTo>
                  <a:lnTo>
                    <a:pt x="2202" y="15176"/>
                  </a:lnTo>
                  <a:lnTo>
                    <a:pt x="2202" y="15253"/>
                  </a:lnTo>
                  <a:lnTo>
                    <a:pt x="2241" y="15330"/>
                  </a:lnTo>
                  <a:lnTo>
                    <a:pt x="2318" y="15369"/>
                  </a:lnTo>
                  <a:lnTo>
                    <a:pt x="2665" y="15407"/>
                  </a:lnTo>
                  <a:lnTo>
                    <a:pt x="3013" y="15407"/>
                  </a:lnTo>
                  <a:lnTo>
                    <a:pt x="3360" y="15369"/>
                  </a:lnTo>
                  <a:lnTo>
                    <a:pt x="3669" y="15253"/>
                  </a:lnTo>
                  <a:lnTo>
                    <a:pt x="3669" y="15253"/>
                  </a:lnTo>
                  <a:lnTo>
                    <a:pt x="3631" y="15562"/>
                  </a:lnTo>
                  <a:lnTo>
                    <a:pt x="3592" y="15909"/>
                  </a:lnTo>
                  <a:lnTo>
                    <a:pt x="3631" y="16141"/>
                  </a:lnTo>
                  <a:lnTo>
                    <a:pt x="3669" y="16373"/>
                  </a:lnTo>
                  <a:lnTo>
                    <a:pt x="3785" y="16798"/>
                  </a:lnTo>
                  <a:lnTo>
                    <a:pt x="4017" y="17184"/>
                  </a:lnTo>
                  <a:lnTo>
                    <a:pt x="4287" y="17570"/>
                  </a:lnTo>
                  <a:lnTo>
                    <a:pt x="3245" y="17570"/>
                  </a:lnTo>
                  <a:lnTo>
                    <a:pt x="3167" y="17608"/>
                  </a:lnTo>
                  <a:lnTo>
                    <a:pt x="3090" y="17647"/>
                  </a:lnTo>
                  <a:lnTo>
                    <a:pt x="3051" y="17763"/>
                  </a:lnTo>
                  <a:lnTo>
                    <a:pt x="3090" y="17840"/>
                  </a:lnTo>
                  <a:lnTo>
                    <a:pt x="3322" y="18265"/>
                  </a:lnTo>
                  <a:lnTo>
                    <a:pt x="3592" y="18612"/>
                  </a:lnTo>
                  <a:lnTo>
                    <a:pt x="3901" y="18960"/>
                  </a:lnTo>
                  <a:lnTo>
                    <a:pt x="4249" y="19307"/>
                  </a:lnTo>
                  <a:lnTo>
                    <a:pt x="4326" y="19346"/>
                  </a:lnTo>
                  <a:lnTo>
                    <a:pt x="4442" y="19346"/>
                  </a:lnTo>
                  <a:lnTo>
                    <a:pt x="4519" y="19307"/>
                  </a:lnTo>
                  <a:lnTo>
                    <a:pt x="4557" y="19230"/>
                  </a:lnTo>
                  <a:lnTo>
                    <a:pt x="4751" y="18767"/>
                  </a:lnTo>
                  <a:lnTo>
                    <a:pt x="4828" y="18497"/>
                  </a:lnTo>
                  <a:lnTo>
                    <a:pt x="4905" y="18265"/>
                  </a:lnTo>
                  <a:lnTo>
                    <a:pt x="5021" y="18381"/>
                  </a:lnTo>
                  <a:lnTo>
                    <a:pt x="5446" y="18883"/>
                  </a:lnTo>
                  <a:lnTo>
                    <a:pt x="5793" y="19385"/>
                  </a:lnTo>
                  <a:lnTo>
                    <a:pt x="6063" y="19964"/>
                  </a:lnTo>
                  <a:lnTo>
                    <a:pt x="6257" y="20543"/>
                  </a:lnTo>
                  <a:lnTo>
                    <a:pt x="5253" y="19964"/>
                  </a:lnTo>
                  <a:lnTo>
                    <a:pt x="5175" y="19925"/>
                  </a:lnTo>
                  <a:lnTo>
                    <a:pt x="5098" y="19925"/>
                  </a:lnTo>
                  <a:lnTo>
                    <a:pt x="5021" y="20003"/>
                  </a:lnTo>
                  <a:lnTo>
                    <a:pt x="4982" y="20041"/>
                  </a:lnTo>
                  <a:lnTo>
                    <a:pt x="4944" y="20582"/>
                  </a:lnTo>
                  <a:lnTo>
                    <a:pt x="4944" y="21084"/>
                  </a:lnTo>
                  <a:lnTo>
                    <a:pt x="4982" y="21586"/>
                  </a:lnTo>
                  <a:lnTo>
                    <a:pt x="5059" y="22088"/>
                  </a:lnTo>
                  <a:lnTo>
                    <a:pt x="5098" y="22204"/>
                  </a:lnTo>
                  <a:lnTo>
                    <a:pt x="5214" y="22242"/>
                  </a:lnTo>
                  <a:lnTo>
                    <a:pt x="5291" y="22242"/>
                  </a:lnTo>
                  <a:lnTo>
                    <a:pt x="5368" y="22165"/>
                  </a:lnTo>
                  <a:lnTo>
                    <a:pt x="5870" y="21663"/>
                  </a:lnTo>
                  <a:lnTo>
                    <a:pt x="6372" y="21161"/>
                  </a:lnTo>
                  <a:lnTo>
                    <a:pt x="6411" y="21547"/>
                  </a:lnTo>
                  <a:lnTo>
                    <a:pt x="6372" y="21933"/>
                  </a:lnTo>
                  <a:lnTo>
                    <a:pt x="6295" y="22474"/>
                  </a:lnTo>
                  <a:lnTo>
                    <a:pt x="6102" y="23053"/>
                  </a:lnTo>
                  <a:lnTo>
                    <a:pt x="5870" y="23671"/>
                  </a:lnTo>
                  <a:lnTo>
                    <a:pt x="5677" y="23941"/>
                  </a:lnTo>
                  <a:lnTo>
                    <a:pt x="5523" y="24173"/>
                  </a:lnTo>
                  <a:lnTo>
                    <a:pt x="5330" y="24405"/>
                  </a:lnTo>
                  <a:lnTo>
                    <a:pt x="5098" y="24598"/>
                  </a:lnTo>
                  <a:lnTo>
                    <a:pt x="4866" y="24752"/>
                  </a:lnTo>
                  <a:lnTo>
                    <a:pt x="4635" y="24868"/>
                  </a:lnTo>
                  <a:lnTo>
                    <a:pt x="4364" y="24945"/>
                  </a:lnTo>
                  <a:lnTo>
                    <a:pt x="4094" y="24907"/>
                  </a:lnTo>
                  <a:lnTo>
                    <a:pt x="3785" y="24868"/>
                  </a:lnTo>
                  <a:lnTo>
                    <a:pt x="3476" y="24714"/>
                  </a:lnTo>
                  <a:lnTo>
                    <a:pt x="3399" y="24675"/>
                  </a:lnTo>
                  <a:lnTo>
                    <a:pt x="3360" y="24675"/>
                  </a:lnTo>
                  <a:lnTo>
                    <a:pt x="3283" y="24752"/>
                  </a:lnTo>
                  <a:lnTo>
                    <a:pt x="3245" y="24868"/>
                  </a:lnTo>
                  <a:lnTo>
                    <a:pt x="3245" y="24907"/>
                  </a:lnTo>
                  <a:lnTo>
                    <a:pt x="3283" y="24945"/>
                  </a:lnTo>
                  <a:lnTo>
                    <a:pt x="3438" y="25100"/>
                  </a:lnTo>
                  <a:lnTo>
                    <a:pt x="3592" y="25216"/>
                  </a:lnTo>
                  <a:lnTo>
                    <a:pt x="3785" y="25293"/>
                  </a:lnTo>
                  <a:lnTo>
                    <a:pt x="3940" y="25331"/>
                  </a:lnTo>
                  <a:lnTo>
                    <a:pt x="4133" y="25370"/>
                  </a:lnTo>
                  <a:lnTo>
                    <a:pt x="4287" y="25370"/>
                  </a:lnTo>
                  <a:lnTo>
                    <a:pt x="4635" y="25293"/>
                  </a:lnTo>
                  <a:lnTo>
                    <a:pt x="4982" y="25138"/>
                  </a:lnTo>
                  <a:lnTo>
                    <a:pt x="5330" y="24945"/>
                  </a:lnTo>
                  <a:lnTo>
                    <a:pt x="5600" y="24714"/>
                  </a:lnTo>
                  <a:lnTo>
                    <a:pt x="5870" y="24443"/>
                  </a:lnTo>
                  <a:lnTo>
                    <a:pt x="6141" y="24057"/>
                  </a:lnTo>
                  <a:lnTo>
                    <a:pt x="6334" y="23671"/>
                  </a:lnTo>
                  <a:lnTo>
                    <a:pt x="6527" y="23285"/>
                  </a:lnTo>
                  <a:lnTo>
                    <a:pt x="6643" y="22860"/>
                  </a:lnTo>
                  <a:lnTo>
                    <a:pt x="6759" y="22435"/>
                  </a:lnTo>
                  <a:lnTo>
                    <a:pt x="6797" y="21972"/>
                  </a:lnTo>
                  <a:lnTo>
                    <a:pt x="6836" y="21547"/>
                  </a:lnTo>
                  <a:lnTo>
                    <a:pt x="6797" y="21084"/>
                  </a:lnTo>
                  <a:lnTo>
                    <a:pt x="7763" y="21933"/>
                  </a:lnTo>
                  <a:lnTo>
                    <a:pt x="7840" y="21972"/>
                  </a:lnTo>
                  <a:lnTo>
                    <a:pt x="7917" y="21972"/>
                  </a:lnTo>
                  <a:lnTo>
                    <a:pt x="7994" y="21933"/>
                  </a:lnTo>
                  <a:lnTo>
                    <a:pt x="8071" y="21856"/>
                  </a:lnTo>
                  <a:lnTo>
                    <a:pt x="8149" y="21354"/>
                  </a:lnTo>
                  <a:lnTo>
                    <a:pt x="8226" y="20852"/>
                  </a:lnTo>
                  <a:lnTo>
                    <a:pt x="8303" y="19809"/>
                  </a:lnTo>
                  <a:lnTo>
                    <a:pt x="8303" y="19732"/>
                  </a:lnTo>
                  <a:lnTo>
                    <a:pt x="8265" y="19694"/>
                  </a:lnTo>
                  <a:lnTo>
                    <a:pt x="8187" y="19655"/>
                  </a:lnTo>
                  <a:lnTo>
                    <a:pt x="8149" y="19616"/>
                  </a:lnTo>
                  <a:lnTo>
                    <a:pt x="7724" y="19655"/>
                  </a:lnTo>
                  <a:lnTo>
                    <a:pt x="7299" y="19732"/>
                  </a:lnTo>
                  <a:lnTo>
                    <a:pt x="6952" y="19848"/>
                  </a:lnTo>
                  <a:lnTo>
                    <a:pt x="6604" y="20080"/>
                  </a:lnTo>
                  <a:lnTo>
                    <a:pt x="6334" y="19539"/>
                  </a:lnTo>
                  <a:lnTo>
                    <a:pt x="6025" y="18999"/>
                  </a:lnTo>
                  <a:lnTo>
                    <a:pt x="5677" y="18497"/>
                  </a:lnTo>
                  <a:lnTo>
                    <a:pt x="5253" y="18033"/>
                  </a:lnTo>
                  <a:lnTo>
                    <a:pt x="5214" y="17995"/>
                  </a:lnTo>
                  <a:lnTo>
                    <a:pt x="5716" y="17956"/>
                  </a:lnTo>
                  <a:lnTo>
                    <a:pt x="6179" y="17879"/>
                  </a:lnTo>
                  <a:lnTo>
                    <a:pt x="6257" y="17840"/>
                  </a:lnTo>
                  <a:lnTo>
                    <a:pt x="6295" y="17763"/>
                  </a:lnTo>
                  <a:lnTo>
                    <a:pt x="6295" y="17686"/>
                  </a:lnTo>
                  <a:lnTo>
                    <a:pt x="6257" y="17608"/>
                  </a:lnTo>
                  <a:lnTo>
                    <a:pt x="6102" y="17261"/>
                  </a:lnTo>
                  <a:lnTo>
                    <a:pt x="5870" y="16952"/>
                  </a:lnTo>
                  <a:lnTo>
                    <a:pt x="5639" y="16682"/>
                  </a:lnTo>
                  <a:lnTo>
                    <a:pt x="5368" y="16411"/>
                  </a:lnTo>
                  <a:lnTo>
                    <a:pt x="5291" y="16373"/>
                  </a:lnTo>
                  <a:lnTo>
                    <a:pt x="5793" y="14674"/>
                  </a:lnTo>
                  <a:lnTo>
                    <a:pt x="5793" y="14558"/>
                  </a:lnTo>
                  <a:lnTo>
                    <a:pt x="5755" y="14481"/>
                  </a:lnTo>
                  <a:lnTo>
                    <a:pt x="5677" y="14442"/>
                  </a:lnTo>
                  <a:lnTo>
                    <a:pt x="5561" y="14442"/>
                  </a:lnTo>
                  <a:lnTo>
                    <a:pt x="4326" y="14674"/>
                  </a:lnTo>
                  <a:lnTo>
                    <a:pt x="4326" y="14674"/>
                  </a:lnTo>
                  <a:lnTo>
                    <a:pt x="4519" y="14326"/>
                  </a:lnTo>
                  <a:lnTo>
                    <a:pt x="4751" y="14056"/>
                  </a:lnTo>
                  <a:lnTo>
                    <a:pt x="4982" y="13786"/>
                  </a:lnTo>
                  <a:lnTo>
                    <a:pt x="5214" y="13515"/>
                  </a:lnTo>
                  <a:lnTo>
                    <a:pt x="5870" y="13554"/>
                  </a:lnTo>
                  <a:lnTo>
                    <a:pt x="5986" y="13515"/>
                  </a:lnTo>
                  <a:lnTo>
                    <a:pt x="6025" y="13438"/>
                  </a:lnTo>
                  <a:lnTo>
                    <a:pt x="6063" y="13361"/>
                  </a:lnTo>
                  <a:lnTo>
                    <a:pt x="6025" y="13245"/>
                  </a:lnTo>
                  <a:lnTo>
                    <a:pt x="5832" y="12820"/>
                  </a:lnTo>
                  <a:lnTo>
                    <a:pt x="5561" y="12434"/>
                  </a:lnTo>
                  <a:lnTo>
                    <a:pt x="6257" y="11893"/>
                  </a:lnTo>
                  <a:lnTo>
                    <a:pt x="6913" y="11276"/>
                  </a:lnTo>
                  <a:lnTo>
                    <a:pt x="7531" y="10619"/>
                  </a:lnTo>
                  <a:lnTo>
                    <a:pt x="8110" y="9885"/>
                  </a:lnTo>
                  <a:lnTo>
                    <a:pt x="8573" y="9152"/>
                  </a:lnTo>
                  <a:lnTo>
                    <a:pt x="8805" y="8766"/>
                  </a:lnTo>
                  <a:lnTo>
                    <a:pt x="8998" y="8341"/>
                  </a:lnTo>
                  <a:lnTo>
                    <a:pt x="9153" y="7916"/>
                  </a:lnTo>
                  <a:lnTo>
                    <a:pt x="9307" y="7491"/>
                  </a:lnTo>
                  <a:lnTo>
                    <a:pt x="9423" y="7067"/>
                  </a:lnTo>
                  <a:lnTo>
                    <a:pt x="9500" y="6642"/>
                  </a:lnTo>
                  <a:lnTo>
                    <a:pt x="9577" y="6217"/>
                  </a:lnTo>
                  <a:lnTo>
                    <a:pt x="9616" y="5754"/>
                  </a:lnTo>
                  <a:lnTo>
                    <a:pt x="9616" y="5329"/>
                  </a:lnTo>
                  <a:lnTo>
                    <a:pt x="9577" y="4904"/>
                  </a:lnTo>
                  <a:lnTo>
                    <a:pt x="9539" y="4479"/>
                  </a:lnTo>
                  <a:lnTo>
                    <a:pt x="9462" y="4093"/>
                  </a:lnTo>
                  <a:lnTo>
                    <a:pt x="9346" y="3669"/>
                  </a:lnTo>
                  <a:lnTo>
                    <a:pt x="9230" y="3282"/>
                  </a:lnTo>
                  <a:lnTo>
                    <a:pt x="9037" y="2896"/>
                  </a:lnTo>
                  <a:lnTo>
                    <a:pt x="8882" y="2510"/>
                  </a:lnTo>
                  <a:lnTo>
                    <a:pt x="8651" y="2163"/>
                  </a:lnTo>
                  <a:lnTo>
                    <a:pt x="8380" y="1815"/>
                  </a:lnTo>
                  <a:lnTo>
                    <a:pt x="8110" y="1506"/>
                  </a:lnTo>
                  <a:lnTo>
                    <a:pt x="7801" y="1197"/>
                  </a:lnTo>
                  <a:lnTo>
                    <a:pt x="7492" y="927"/>
                  </a:lnTo>
                  <a:lnTo>
                    <a:pt x="7106" y="695"/>
                  </a:lnTo>
                  <a:lnTo>
                    <a:pt x="6759" y="502"/>
                  </a:lnTo>
                  <a:lnTo>
                    <a:pt x="6411" y="348"/>
                  </a:lnTo>
                  <a:lnTo>
                    <a:pt x="6025" y="193"/>
                  </a:lnTo>
                  <a:lnTo>
                    <a:pt x="5639" y="116"/>
                  </a:lnTo>
                  <a:lnTo>
                    <a:pt x="5291" y="3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11"/>
            <p:cNvSpPr/>
            <p:nvPr/>
          </p:nvSpPr>
          <p:spPr>
            <a:xfrm>
              <a:off x="3031900" y="427125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4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8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1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9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5"/>
                  </a:lnTo>
                  <a:lnTo>
                    <a:pt x="1159" y="541"/>
                  </a:lnTo>
                  <a:lnTo>
                    <a:pt x="1352" y="426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9"/>
                  </a:lnTo>
                  <a:lnTo>
                    <a:pt x="309" y="928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6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3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4"/>
                  </a:lnTo>
                  <a:lnTo>
                    <a:pt x="1468" y="4017"/>
                  </a:lnTo>
                  <a:lnTo>
                    <a:pt x="1661" y="4094"/>
                  </a:lnTo>
                  <a:lnTo>
                    <a:pt x="1893" y="4133"/>
                  </a:lnTo>
                  <a:lnTo>
                    <a:pt x="2317" y="4133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3"/>
                  </a:lnTo>
                  <a:lnTo>
                    <a:pt x="4171" y="1430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7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11"/>
            <p:cNvSpPr/>
            <p:nvPr/>
          </p:nvSpPr>
          <p:spPr>
            <a:xfrm>
              <a:off x="5567925" y="4274150"/>
              <a:ext cx="67600" cy="76300"/>
            </a:xfrm>
            <a:custGeom>
              <a:avLst/>
              <a:gdLst/>
              <a:ahLst/>
              <a:cxnLst/>
              <a:rect l="l" t="t" r="r" b="b"/>
              <a:pathLst>
                <a:path w="2704" h="3052" extrusionOk="0">
                  <a:moveTo>
                    <a:pt x="1159" y="425"/>
                  </a:moveTo>
                  <a:lnTo>
                    <a:pt x="1429" y="503"/>
                  </a:lnTo>
                  <a:lnTo>
                    <a:pt x="1661" y="619"/>
                  </a:lnTo>
                  <a:lnTo>
                    <a:pt x="1854" y="773"/>
                  </a:lnTo>
                  <a:lnTo>
                    <a:pt x="2009" y="966"/>
                  </a:lnTo>
                  <a:lnTo>
                    <a:pt x="2124" y="1121"/>
                  </a:lnTo>
                  <a:lnTo>
                    <a:pt x="2202" y="1314"/>
                  </a:lnTo>
                  <a:lnTo>
                    <a:pt x="2318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5"/>
                  </a:lnTo>
                  <a:lnTo>
                    <a:pt x="2047" y="2279"/>
                  </a:lnTo>
                  <a:lnTo>
                    <a:pt x="1623" y="2047"/>
                  </a:lnTo>
                  <a:lnTo>
                    <a:pt x="1236" y="1893"/>
                  </a:lnTo>
                  <a:lnTo>
                    <a:pt x="1005" y="1777"/>
                  </a:lnTo>
                  <a:lnTo>
                    <a:pt x="812" y="1661"/>
                  </a:lnTo>
                  <a:lnTo>
                    <a:pt x="619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2"/>
                  </a:lnTo>
                  <a:lnTo>
                    <a:pt x="541" y="657"/>
                  </a:lnTo>
                  <a:lnTo>
                    <a:pt x="619" y="580"/>
                  </a:lnTo>
                  <a:lnTo>
                    <a:pt x="696" y="503"/>
                  </a:lnTo>
                  <a:lnTo>
                    <a:pt x="812" y="464"/>
                  </a:lnTo>
                  <a:lnTo>
                    <a:pt x="927" y="425"/>
                  </a:lnTo>
                  <a:close/>
                  <a:moveTo>
                    <a:pt x="1005" y="1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4" y="425"/>
                  </a:lnTo>
                  <a:lnTo>
                    <a:pt x="78" y="619"/>
                  </a:lnTo>
                  <a:lnTo>
                    <a:pt x="1" y="812"/>
                  </a:lnTo>
                  <a:lnTo>
                    <a:pt x="1" y="1005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3"/>
                  </a:lnTo>
                  <a:lnTo>
                    <a:pt x="387" y="1854"/>
                  </a:lnTo>
                  <a:lnTo>
                    <a:pt x="619" y="2047"/>
                  </a:lnTo>
                  <a:lnTo>
                    <a:pt x="889" y="2202"/>
                  </a:lnTo>
                  <a:lnTo>
                    <a:pt x="1198" y="2318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9" y="2742"/>
                  </a:lnTo>
                  <a:lnTo>
                    <a:pt x="2202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1" y="3013"/>
                  </a:lnTo>
                  <a:lnTo>
                    <a:pt x="2588" y="2974"/>
                  </a:lnTo>
                  <a:lnTo>
                    <a:pt x="2626" y="2897"/>
                  </a:lnTo>
                  <a:lnTo>
                    <a:pt x="2704" y="2318"/>
                  </a:lnTo>
                  <a:lnTo>
                    <a:pt x="2704" y="2009"/>
                  </a:lnTo>
                  <a:lnTo>
                    <a:pt x="2704" y="1700"/>
                  </a:lnTo>
                  <a:lnTo>
                    <a:pt x="2626" y="1429"/>
                  </a:lnTo>
                  <a:lnTo>
                    <a:pt x="2549" y="1121"/>
                  </a:lnTo>
                  <a:lnTo>
                    <a:pt x="2433" y="850"/>
                  </a:lnTo>
                  <a:lnTo>
                    <a:pt x="2279" y="580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700" y="117"/>
                  </a:lnTo>
                  <a:lnTo>
                    <a:pt x="1507" y="39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11"/>
            <p:cNvSpPr/>
            <p:nvPr/>
          </p:nvSpPr>
          <p:spPr>
            <a:xfrm>
              <a:off x="2254775" y="4312775"/>
              <a:ext cx="326325" cy="190200"/>
            </a:xfrm>
            <a:custGeom>
              <a:avLst/>
              <a:gdLst/>
              <a:ahLst/>
              <a:cxnLst/>
              <a:rect l="l" t="t" r="r" b="b"/>
              <a:pathLst>
                <a:path w="13053" h="7608" extrusionOk="0">
                  <a:moveTo>
                    <a:pt x="8920" y="271"/>
                  </a:moveTo>
                  <a:lnTo>
                    <a:pt x="9036" y="348"/>
                  </a:lnTo>
                  <a:lnTo>
                    <a:pt x="9191" y="464"/>
                  </a:lnTo>
                  <a:lnTo>
                    <a:pt x="9307" y="618"/>
                  </a:lnTo>
                  <a:lnTo>
                    <a:pt x="9384" y="657"/>
                  </a:lnTo>
                  <a:lnTo>
                    <a:pt x="9422" y="966"/>
                  </a:lnTo>
                  <a:lnTo>
                    <a:pt x="9422" y="1275"/>
                  </a:lnTo>
                  <a:lnTo>
                    <a:pt x="9345" y="1545"/>
                  </a:lnTo>
                  <a:lnTo>
                    <a:pt x="9229" y="1815"/>
                  </a:lnTo>
                  <a:lnTo>
                    <a:pt x="9036" y="2085"/>
                  </a:lnTo>
                  <a:lnTo>
                    <a:pt x="8882" y="2317"/>
                  </a:lnTo>
                  <a:lnTo>
                    <a:pt x="8457" y="2781"/>
                  </a:lnTo>
                  <a:lnTo>
                    <a:pt x="6990" y="4441"/>
                  </a:lnTo>
                  <a:lnTo>
                    <a:pt x="6835" y="4441"/>
                  </a:lnTo>
                  <a:lnTo>
                    <a:pt x="7106" y="3476"/>
                  </a:lnTo>
                  <a:lnTo>
                    <a:pt x="7415" y="2549"/>
                  </a:lnTo>
                  <a:lnTo>
                    <a:pt x="7801" y="1506"/>
                  </a:lnTo>
                  <a:lnTo>
                    <a:pt x="8032" y="1043"/>
                  </a:lnTo>
                  <a:lnTo>
                    <a:pt x="8187" y="773"/>
                  </a:lnTo>
                  <a:lnTo>
                    <a:pt x="8380" y="502"/>
                  </a:lnTo>
                  <a:lnTo>
                    <a:pt x="8573" y="348"/>
                  </a:lnTo>
                  <a:lnTo>
                    <a:pt x="8689" y="271"/>
                  </a:lnTo>
                  <a:close/>
                  <a:moveTo>
                    <a:pt x="2124" y="4441"/>
                  </a:moveTo>
                  <a:lnTo>
                    <a:pt x="2974" y="4557"/>
                  </a:lnTo>
                  <a:lnTo>
                    <a:pt x="3823" y="4711"/>
                  </a:lnTo>
                  <a:lnTo>
                    <a:pt x="4905" y="4866"/>
                  </a:lnTo>
                  <a:lnTo>
                    <a:pt x="5407" y="4943"/>
                  </a:lnTo>
                  <a:lnTo>
                    <a:pt x="5947" y="4982"/>
                  </a:lnTo>
                  <a:lnTo>
                    <a:pt x="4673" y="5213"/>
                  </a:lnTo>
                  <a:lnTo>
                    <a:pt x="3399" y="5406"/>
                  </a:lnTo>
                  <a:lnTo>
                    <a:pt x="2703" y="5484"/>
                  </a:lnTo>
                  <a:lnTo>
                    <a:pt x="1622" y="5484"/>
                  </a:lnTo>
                  <a:lnTo>
                    <a:pt x="1236" y="5445"/>
                  </a:lnTo>
                  <a:lnTo>
                    <a:pt x="966" y="5368"/>
                  </a:lnTo>
                  <a:lnTo>
                    <a:pt x="773" y="5291"/>
                  </a:lnTo>
                  <a:lnTo>
                    <a:pt x="696" y="5213"/>
                  </a:lnTo>
                  <a:lnTo>
                    <a:pt x="657" y="5097"/>
                  </a:lnTo>
                  <a:lnTo>
                    <a:pt x="657" y="4982"/>
                  </a:lnTo>
                  <a:lnTo>
                    <a:pt x="696" y="4827"/>
                  </a:lnTo>
                  <a:lnTo>
                    <a:pt x="734" y="4673"/>
                  </a:lnTo>
                  <a:lnTo>
                    <a:pt x="811" y="4557"/>
                  </a:lnTo>
                  <a:lnTo>
                    <a:pt x="889" y="4480"/>
                  </a:lnTo>
                  <a:lnTo>
                    <a:pt x="966" y="4441"/>
                  </a:lnTo>
                  <a:close/>
                  <a:moveTo>
                    <a:pt x="7183" y="4866"/>
                  </a:moveTo>
                  <a:lnTo>
                    <a:pt x="8380" y="5097"/>
                  </a:lnTo>
                  <a:lnTo>
                    <a:pt x="9616" y="5406"/>
                  </a:lnTo>
                  <a:lnTo>
                    <a:pt x="10272" y="5599"/>
                  </a:lnTo>
                  <a:lnTo>
                    <a:pt x="10967" y="5792"/>
                  </a:lnTo>
                  <a:lnTo>
                    <a:pt x="11662" y="6024"/>
                  </a:lnTo>
                  <a:lnTo>
                    <a:pt x="12087" y="6217"/>
                  </a:lnTo>
                  <a:lnTo>
                    <a:pt x="12203" y="6256"/>
                  </a:lnTo>
                  <a:lnTo>
                    <a:pt x="12319" y="6333"/>
                  </a:lnTo>
                  <a:lnTo>
                    <a:pt x="12396" y="6410"/>
                  </a:lnTo>
                  <a:lnTo>
                    <a:pt x="12434" y="6526"/>
                  </a:lnTo>
                  <a:lnTo>
                    <a:pt x="12473" y="6642"/>
                  </a:lnTo>
                  <a:lnTo>
                    <a:pt x="12473" y="6796"/>
                  </a:lnTo>
                  <a:lnTo>
                    <a:pt x="12396" y="7144"/>
                  </a:lnTo>
                  <a:lnTo>
                    <a:pt x="12241" y="7183"/>
                  </a:lnTo>
                  <a:lnTo>
                    <a:pt x="12010" y="7221"/>
                  </a:lnTo>
                  <a:lnTo>
                    <a:pt x="11817" y="7183"/>
                  </a:lnTo>
                  <a:lnTo>
                    <a:pt x="11585" y="7144"/>
                  </a:lnTo>
                  <a:lnTo>
                    <a:pt x="11122" y="7028"/>
                  </a:lnTo>
                  <a:lnTo>
                    <a:pt x="10735" y="6874"/>
                  </a:lnTo>
                  <a:lnTo>
                    <a:pt x="10002" y="6603"/>
                  </a:lnTo>
                  <a:lnTo>
                    <a:pt x="9307" y="6256"/>
                  </a:lnTo>
                  <a:lnTo>
                    <a:pt x="8766" y="5947"/>
                  </a:lnTo>
                  <a:lnTo>
                    <a:pt x="8225" y="5599"/>
                  </a:lnTo>
                  <a:lnTo>
                    <a:pt x="7183" y="4866"/>
                  </a:lnTo>
                  <a:close/>
                  <a:moveTo>
                    <a:pt x="8805" y="0"/>
                  </a:moveTo>
                  <a:lnTo>
                    <a:pt x="8573" y="39"/>
                  </a:lnTo>
                  <a:lnTo>
                    <a:pt x="8341" y="155"/>
                  </a:lnTo>
                  <a:lnTo>
                    <a:pt x="8110" y="271"/>
                  </a:lnTo>
                  <a:lnTo>
                    <a:pt x="7955" y="464"/>
                  </a:lnTo>
                  <a:lnTo>
                    <a:pt x="7723" y="850"/>
                  </a:lnTo>
                  <a:lnTo>
                    <a:pt x="7492" y="1275"/>
                  </a:lnTo>
                  <a:lnTo>
                    <a:pt x="7183" y="2201"/>
                  </a:lnTo>
                  <a:lnTo>
                    <a:pt x="6835" y="3321"/>
                  </a:lnTo>
                  <a:lnTo>
                    <a:pt x="6719" y="3862"/>
                  </a:lnTo>
                  <a:lnTo>
                    <a:pt x="6604" y="4441"/>
                  </a:lnTo>
                  <a:lnTo>
                    <a:pt x="6526" y="4518"/>
                  </a:lnTo>
                  <a:lnTo>
                    <a:pt x="6526" y="4634"/>
                  </a:lnTo>
                  <a:lnTo>
                    <a:pt x="5947" y="4595"/>
                  </a:lnTo>
                  <a:lnTo>
                    <a:pt x="5407" y="4557"/>
                  </a:lnTo>
                  <a:lnTo>
                    <a:pt x="4325" y="4402"/>
                  </a:lnTo>
                  <a:lnTo>
                    <a:pt x="3244" y="4209"/>
                  </a:lnTo>
                  <a:lnTo>
                    <a:pt x="2703" y="4132"/>
                  </a:lnTo>
                  <a:lnTo>
                    <a:pt x="2124" y="4093"/>
                  </a:lnTo>
                  <a:lnTo>
                    <a:pt x="1545" y="4055"/>
                  </a:lnTo>
                  <a:lnTo>
                    <a:pt x="1159" y="4055"/>
                  </a:lnTo>
                  <a:lnTo>
                    <a:pt x="773" y="4093"/>
                  </a:lnTo>
                  <a:lnTo>
                    <a:pt x="425" y="4209"/>
                  </a:lnTo>
                  <a:lnTo>
                    <a:pt x="271" y="4287"/>
                  </a:lnTo>
                  <a:lnTo>
                    <a:pt x="155" y="4364"/>
                  </a:lnTo>
                  <a:lnTo>
                    <a:pt x="78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4982"/>
                  </a:lnTo>
                  <a:lnTo>
                    <a:pt x="78" y="5136"/>
                  </a:lnTo>
                  <a:lnTo>
                    <a:pt x="155" y="5252"/>
                  </a:lnTo>
                  <a:lnTo>
                    <a:pt x="232" y="5406"/>
                  </a:lnTo>
                  <a:lnTo>
                    <a:pt x="348" y="5522"/>
                  </a:lnTo>
                  <a:lnTo>
                    <a:pt x="618" y="5677"/>
                  </a:lnTo>
                  <a:lnTo>
                    <a:pt x="927" y="5792"/>
                  </a:lnTo>
                  <a:lnTo>
                    <a:pt x="1275" y="5870"/>
                  </a:lnTo>
                  <a:lnTo>
                    <a:pt x="1622" y="5908"/>
                  </a:lnTo>
                  <a:lnTo>
                    <a:pt x="2240" y="5908"/>
                  </a:lnTo>
                  <a:lnTo>
                    <a:pt x="3360" y="5831"/>
                  </a:lnTo>
                  <a:lnTo>
                    <a:pt x="4441" y="5715"/>
                  </a:lnTo>
                  <a:lnTo>
                    <a:pt x="5561" y="5484"/>
                  </a:lnTo>
                  <a:lnTo>
                    <a:pt x="6102" y="5329"/>
                  </a:lnTo>
                  <a:lnTo>
                    <a:pt x="6604" y="5136"/>
                  </a:lnTo>
                  <a:lnTo>
                    <a:pt x="6604" y="5175"/>
                  </a:lnTo>
                  <a:lnTo>
                    <a:pt x="6642" y="5599"/>
                  </a:lnTo>
                  <a:lnTo>
                    <a:pt x="6681" y="5792"/>
                  </a:lnTo>
                  <a:lnTo>
                    <a:pt x="6758" y="5986"/>
                  </a:lnTo>
                  <a:lnTo>
                    <a:pt x="7028" y="6024"/>
                  </a:lnTo>
                  <a:lnTo>
                    <a:pt x="7028" y="5986"/>
                  </a:lnTo>
                  <a:lnTo>
                    <a:pt x="6951" y="5599"/>
                  </a:lnTo>
                  <a:lnTo>
                    <a:pt x="6951" y="5406"/>
                  </a:lnTo>
                  <a:lnTo>
                    <a:pt x="6990" y="5213"/>
                  </a:lnTo>
                  <a:lnTo>
                    <a:pt x="7028" y="5175"/>
                  </a:lnTo>
                  <a:lnTo>
                    <a:pt x="7723" y="5754"/>
                  </a:lnTo>
                  <a:lnTo>
                    <a:pt x="8496" y="6256"/>
                  </a:lnTo>
                  <a:lnTo>
                    <a:pt x="9307" y="6681"/>
                  </a:lnTo>
                  <a:lnTo>
                    <a:pt x="10118" y="7067"/>
                  </a:lnTo>
                  <a:lnTo>
                    <a:pt x="10774" y="7337"/>
                  </a:lnTo>
                  <a:lnTo>
                    <a:pt x="11237" y="7453"/>
                  </a:lnTo>
                  <a:lnTo>
                    <a:pt x="11662" y="7569"/>
                  </a:lnTo>
                  <a:lnTo>
                    <a:pt x="12126" y="7607"/>
                  </a:lnTo>
                  <a:lnTo>
                    <a:pt x="12319" y="7569"/>
                  </a:lnTo>
                  <a:lnTo>
                    <a:pt x="12512" y="7530"/>
                  </a:lnTo>
                  <a:lnTo>
                    <a:pt x="12666" y="7453"/>
                  </a:lnTo>
                  <a:lnTo>
                    <a:pt x="12821" y="7376"/>
                  </a:lnTo>
                  <a:lnTo>
                    <a:pt x="12936" y="7221"/>
                  </a:lnTo>
                  <a:lnTo>
                    <a:pt x="13014" y="7028"/>
                  </a:lnTo>
                  <a:lnTo>
                    <a:pt x="13052" y="6874"/>
                  </a:lnTo>
                  <a:lnTo>
                    <a:pt x="13052" y="6719"/>
                  </a:lnTo>
                  <a:lnTo>
                    <a:pt x="13014" y="6565"/>
                  </a:lnTo>
                  <a:lnTo>
                    <a:pt x="12975" y="6449"/>
                  </a:lnTo>
                  <a:lnTo>
                    <a:pt x="12898" y="6333"/>
                  </a:lnTo>
                  <a:lnTo>
                    <a:pt x="12782" y="6217"/>
                  </a:lnTo>
                  <a:lnTo>
                    <a:pt x="12512" y="6024"/>
                  </a:lnTo>
                  <a:lnTo>
                    <a:pt x="12241" y="5870"/>
                  </a:lnTo>
                  <a:lnTo>
                    <a:pt x="11894" y="5715"/>
                  </a:lnTo>
                  <a:lnTo>
                    <a:pt x="11353" y="5522"/>
                  </a:lnTo>
                  <a:lnTo>
                    <a:pt x="10388" y="5213"/>
                  </a:lnTo>
                  <a:lnTo>
                    <a:pt x="9384" y="4943"/>
                  </a:lnTo>
                  <a:lnTo>
                    <a:pt x="8380" y="4711"/>
                  </a:lnTo>
                  <a:lnTo>
                    <a:pt x="7376" y="4518"/>
                  </a:lnTo>
                  <a:lnTo>
                    <a:pt x="8418" y="3437"/>
                  </a:lnTo>
                  <a:lnTo>
                    <a:pt x="8882" y="2896"/>
                  </a:lnTo>
                  <a:lnTo>
                    <a:pt x="9345" y="2279"/>
                  </a:lnTo>
                  <a:lnTo>
                    <a:pt x="9461" y="2085"/>
                  </a:lnTo>
                  <a:lnTo>
                    <a:pt x="9577" y="1854"/>
                  </a:lnTo>
                  <a:lnTo>
                    <a:pt x="9654" y="1622"/>
                  </a:lnTo>
                  <a:lnTo>
                    <a:pt x="9731" y="1390"/>
                  </a:lnTo>
                  <a:lnTo>
                    <a:pt x="9731" y="1159"/>
                  </a:lnTo>
                  <a:lnTo>
                    <a:pt x="9693" y="927"/>
                  </a:lnTo>
                  <a:lnTo>
                    <a:pt x="9654" y="657"/>
                  </a:lnTo>
                  <a:lnTo>
                    <a:pt x="9500" y="464"/>
                  </a:lnTo>
                  <a:lnTo>
                    <a:pt x="9461" y="309"/>
                  </a:lnTo>
                  <a:lnTo>
                    <a:pt x="9384" y="232"/>
                  </a:lnTo>
                  <a:lnTo>
                    <a:pt x="9229" y="78"/>
                  </a:lnTo>
                  <a:lnTo>
                    <a:pt x="90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11"/>
            <p:cNvSpPr/>
            <p:nvPr/>
          </p:nvSpPr>
          <p:spPr>
            <a:xfrm>
              <a:off x="1058675" y="4315675"/>
              <a:ext cx="594700" cy="534825"/>
            </a:xfrm>
            <a:custGeom>
              <a:avLst/>
              <a:gdLst/>
              <a:ahLst/>
              <a:cxnLst/>
              <a:rect l="l" t="t" r="r" b="b"/>
              <a:pathLst>
                <a:path w="23788" h="21393" extrusionOk="0">
                  <a:moveTo>
                    <a:pt x="23478" y="270"/>
                  </a:moveTo>
                  <a:lnTo>
                    <a:pt x="23401" y="386"/>
                  </a:lnTo>
                  <a:lnTo>
                    <a:pt x="22590" y="1815"/>
                  </a:lnTo>
                  <a:lnTo>
                    <a:pt x="21741" y="3205"/>
                  </a:lnTo>
                  <a:lnTo>
                    <a:pt x="20853" y="4595"/>
                  </a:lnTo>
                  <a:lnTo>
                    <a:pt x="19926" y="5985"/>
                  </a:lnTo>
                  <a:lnTo>
                    <a:pt x="19269" y="5754"/>
                  </a:lnTo>
                  <a:lnTo>
                    <a:pt x="18999" y="5638"/>
                  </a:lnTo>
                  <a:lnTo>
                    <a:pt x="18690" y="5483"/>
                  </a:lnTo>
                  <a:lnTo>
                    <a:pt x="18420" y="5290"/>
                  </a:lnTo>
                  <a:lnTo>
                    <a:pt x="18150" y="5059"/>
                  </a:lnTo>
                  <a:lnTo>
                    <a:pt x="17918" y="4827"/>
                  </a:lnTo>
                  <a:lnTo>
                    <a:pt x="17686" y="4557"/>
                  </a:lnTo>
                  <a:lnTo>
                    <a:pt x="17493" y="4286"/>
                  </a:lnTo>
                  <a:lnTo>
                    <a:pt x="17339" y="3977"/>
                  </a:lnTo>
                  <a:lnTo>
                    <a:pt x="17030" y="3360"/>
                  </a:lnTo>
                  <a:lnTo>
                    <a:pt x="16798" y="2742"/>
                  </a:lnTo>
                  <a:lnTo>
                    <a:pt x="16605" y="2085"/>
                  </a:lnTo>
                  <a:lnTo>
                    <a:pt x="17416" y="1776"/>
                  </a:lnTo>
                  <a:lnTo>
                    <a:pt x="18265" y="1467"/>
                  </a:lnTo>
                  <a:lnTo>
                    <a:pt x="19115" y="1197"/>
                  </a:lnTo>
                  <a:lnTo>
                    <a:pt x="19965" y="965"/>
                  </a:lnTo>
                  <a:lnTo>
                    <a:pt x="20853" y="772"/>
                  </a:lnTo>
                  <a:lnTo>
                    <a:pt x="21702" y="579"/>
                  </a:lnTo>
                  <a:lnTo>
                    <a:pt x="22590" y="425"/>
                  </a:lnTo>
                  <a:lnTo>
                    <a:pt x="23478" y="270"/>
                  </a:lnTo>
                  <a:close/>
                  <a:moveTo>
                    <a:pt x="4866" y="7607"/>
                  </a:moveTo>
                  <a:lnTo>
                    <a:pt x="6256" y="7646"/>
                  </a:lnTo>
                  <a:lnTo>
                    <a:pt x="7608" y="7723"/>
                  </a:lnTo>
                  <a:lnTo>
                    <a:pt x="7222" y="8186"/>
                  </a:lnTo>
                  <a:lnTo>
                    <a:pt x="6835" y="8650"/>
                  </a:lnTo>
                  <a:lnTo>
                    <a:pt x="6488" y="9190"/>
                  </a:lnTo>
                  <a:lnTo>
                    <a:pt x="6140" y="9692"/>
                  </a:lnTo>
                  <a:lnTo>
                    <a:pt x="5909" y="10233"/>
                  </a:lnTo>
                  <a:lnTo>
                    <a:pt x="5870" y="10272"/>
                  </a:lnTo>
                  <a:lnTo>
                    <a:pt x="5214" y="10774"/>
                  </a:lnTo>
                  <a:lnTo>
                    <a:pt x="4557" y="11314"/>
                  </a:lnTo>
                  <a:lnTo>
                    <a:pt x="4326" y="11546"/>
                  </a:lnTo>
                  <a:lnTo>
                    <a:pt x="4094" y="11816"/>
                  </a:lnTo>
                  <a:lnTo>
                    <a:pt x="3824" y="12048"/>
                  </a:lnTo>
                  <a:lnTo>
                    <a:pt x="3708" y="12125"/>
                  </a:lnTo>
                  <a:lnTo>
                    <a:pt x="3553" y="12164"/>
                  </a:lnTo>
                  <a:lnTo>
                    <a:pt x="3399" y="12202"/>
                  </a:lnTo>
                  <a:lnTo>
                    <a:pt x="3206" y="12164"/>
                  </a:lnTo>
                  <a:lnTo>
                    <a:pt x="2742" y="12087"/>
                  </a:lnTo>
                  <a:lnTo>
                    <a:pt x="1970" y="11855"/>
                  </a:lnTo>
                  <a:lnTo>
                    <a:pt x="387" y="11507"/>
                  </a:lnTo>
                  <a:lnTo>
                    <a:pt x="1005" y="11083"/>
                  </a:lnTo>
                  <a:lnTo>
                    <a:pt x="1584" y="10658"/>
                  </a:lnTo>
                  <a:lnTo>
                    <a:pt x="2163" y="10156"/>
                  </a:lnTo>
                  <a:lnTo>
                    <a:pt x="2704" y="9654"/>
                  </a:lnTo>
                  <a:lnTo>
                    <a:pt x="3553" y="8804"/>
                  </a:lnTo>
                  <a:lnTo>
                    <a:pt x="4055" y="8186"/>
                  </a:lnTo>
                  <a:lnTo>
                    <a:pt x="4326" y="7916"/>
                  </a:lnTo>
                  <a:lnTo>
                    <a:pt x="4634" y="7684"/>
                  </a:lnTo>
                  <a:lnTo>
                    <a:pt x="4789" y="7684"/>
                  </a:lnTo>
                  <a:lnTo>
                    <a:pt x="4827" y="7646"/>
                  </a:lnTo>
                  <a:lnTo>
                    <a:pt x="4866" y="7607"/>
                  </a:lnTo>
                  <a:close/>
                  <a:moveTo>
                    <a:pt x="16296" y="2201"/>
                  </a:moveTo>
                  <a:lnTo>
                    <a:pt x="16489" y="2858"/>
                  </a:lnTo>
                  <a:lnTo>
                    <a:pt x="16721" y="3553"/>
                  </a:lnTo>
                  <a:lnTo>
                    <a:pt x="17030" y="4209"/>
                  </a:lnTo>
                  <a:lnTo>
                    <a:pt x="17223" y="4518"/>
                  </a:lnTo>
                  <a:lnTo>
                    <a:pt x="17455" y="4827"/>
                  </a:lnTo>
                  <a:lnTo>
                    <a:pt x="17648" y="5136"/>
                  </a:lnTo>
                  <a:lnTo>
                    <a:pt x="17879" y="5368"/>
                  </a:lnTo>
                  <a:lnTo>
                    <a:pt x="18150" y="5599"/>
                  </a:lnTo>
                  <a:lnTo>
                    <a:pt x="18420" y="5831"/>
                  </a:lnTo>
                  <a:lnTo>
                    <a:pt x="18729" y="5985"/>
                  </a:lnTo>
                  <a:lnTo>
                    <a:pt x="19038" y="6140"/>
                  </a:lnTo>
                  <a:lnTo>
                    <a:pt x="19385" y="6217"/>
                  </a:lnTo>
                  <a:lnTo>
                    <a:pt x="19771" y="6256"/>
                  </a:lnTo>
                  <a:lnTo>
                    <a:pt x="18922" y="7453"/>
                  </a:lnTo>
                  <a:lnTo>
                    <a:pt x="18034" y="8611"/>
                  </a:lnTo>
                  <a:lnTo>
                    <a:pt x="17223" y="9615"/>
                  </a:lnTo>
                  <a:lnTo>
                    <a:pt x="16373" y="10581"/>
                  </a:lnTo>
                  <a:lnTo>
                    <a:pt x="15524" y="11507"/>
                  </a:lnTo>
                  <a:lnTo>
                    <a:pt x="14597" y="12395"/>
                  </a:lnTo>
                  <a:lnTo>
                    <a:pt x="13670" y="13284"/>
                  </a:lnTo>
                  <a:lnTo>
                    <a:pt x="13168" y="13747"/>
                  </a:lnTo>
                  <a:lnTo>
                    <a:pt x="12628" y="14172"/>
                  </a:lnTo>
                  <a:lnTo>
                    <a:pt x="12126" y="14558"/>
                  </a:lnTo>
                  <a:lnTo>
                    <a:pt x="11546" y="14905"/>
                  </a:lnTo>
                  <a:lnTo>
                    <a:pt x="10967" y="15214"/>
                  </a:lnTo>
                  <a:lnTo>
                    <a:pt x="10388" y="15446"/>
                  </a:lnTo>
                  <a:lnTo>
                    <a:pt x="9809" y="15600"/>
                  </a:lnTo>
                  <a:lnTo>
                    <a:pt x="9191" y="15678"/>
                  </a:lnTo>
                  <a:lnTo>
                    <a:pt x="8612" y="15678"/>
                  </a:lnTo>
                  <a:lnTo>
                    <a:pt x="8341" y="15639"/>
                  </a:lnTo>
                  <a:lnTo>
                    <a:pt x="8033" y="15562"/>
                  </a:lnTo>
                  <a:lnTo>
                    <a:pt x="7762" y="15446"/>
                  </a:lnTo>
                  <a:lnTo>
                    <a:pt x="7531" y="15330"/>
                  </a:lnTo>
                  <a:lnTo>
                    <a:pt x="7260" y="15214"/>
                  </a:lnTo>
                  <a:lnTo>
                    <a:pt x="7029" y="15021"/>
                  </a:lnTo>
                  <a:lnTo>
                    <a:pt x="6835" y="14828"/>
                  </a:lnTo>
                  <a:lnTo>
                    <a:pt x="6642" y="14597"/>
                  </a:lnTo>
                  <a:lnTo>
                    <a:pt x="6449" y="14365"/>
                  </a:lnTo>
                  <a:lnTo>
                    <a:pt x="6295" y="14095"/>
                  </a:lnTo>
                  <a:lnTo>
                    <a:pt x="6063" y="13554"/>
                  </a:lnTo>
                  <a:lnTo>
                    <a:pt x="5909" y="13013"/>
                  </a:lnTo>
                  <a:lnTo>
                    <a:pt x="5870" y="12434"/>
                  </a:lnTo>
                  <a:lnTo>
                    <a:pt x="5870" y="11855"/>
                  </a:lnTo>
                  <a:lnTo>
                    <a:pt x="5986" y="11314"/>
                  </a:lnTo>
                  <a:lnTo>
                    <a:pt x="6140" y="10735"/>
                  </a:lnTo>
                  <a:lnTo>
                    <a:pt x="6333" y="10194"/>
                  </a:lnTo>
                  <a:lnTo>
                    <a:pt x="6604" y="9692"/>
                  </a:lnTo>
                  <a:lnTo>
                    <a:pt x="6913" y="9229"/>
                  </a:lnTo>
                  <a:lnTo>
                    <a:pt x="7222" y="8766"/>
                  </a:lnTo>
                  <a:lnTo>
                    <a:pt x="7569" y="8302"/>
                  </a:lnTo>
                  <a:lnTo>
                    <a:pt x="7955" y="7878"/>
                  </a:lnTo>
                  <a:lnTo>
                    <a:pt x="8766" y="7067"/>
                  </a:lnTo>
                  <a:lnTo>
                    <a:pt x="9616" y="6333"/>
                  </a:lnTo>
                  <a:lnTo>
                    <a:pt x="10542" y="5561"/>
                  </a:lnTo>
                  <a:lnTo>
                    <a:pt x="11508" y="4866"/>
                  </a:lnTo>
                  <a:lnTo>
                    <a:pt x="12473" y="4209"/>
                  </a:lnTo>
                  <a:lnTo>
                    <a:pt x="13516" y="3591"/>
                  </a:lnTo>
                  <a:lnTo>
                    <a:pt x="14211" y="3205"/>
                  </a:lnTo>
                  <a:lnTo>
                    <a:pt x="14906" y="2858"/>
                  </a:lnTo>
                  <a:lnTo>
                    <a:pt x="15601" y="2510"/>
                  </a:lnTo>
                  <a:lnTo>
                    <a:pt x="16296" y="2201"/>
                  </a:lnTo>
                  <a:close/>
                  <a:moveTo>
                    <a:pt x="5638" y="13361"/>
                  </a:moveTo>
                  <a:lnTo>
                    <a:pt x="5754" y="13747"/>
                  </a:lnTo>
                  <a:lnTo>
                    <a:pt x="5870" y="14133"/>
                  </a:lnTo>
                  <a:lnTo>
                    <a:pt x="6063" y="14519"/>
                  </a:lnTo>
                  <a:lnTo>
                    <a:pt x="6295" y="14828"/>
                  </a:lnTo>
                  <a:lnTo>
                    <a:pt x="6565" y="15137"/>
                  </a:lnTo>
                  <a:lnTo>
                    <a:pt x="6874" y="15407"/>
                  </a:lnTo>
                  <a:lnTo>
                    <a:pt x="7222" y="15639"/>
                  </a:lnTo>
                  <a:lnTo>
                    <a:pt x="7608" y="15832"/>
                  </a:lnTo>
                  <a:lnTo>
                    <a:pt x="7415" y="16141"/>
                  </a:lnTo>
                  <a:lnTo>
                    <a:pt x="7260" y="16489"/>
                  </a:lnTo>
                  <a:lnTo>
                    <a:pt x="6797" y="16296"/>
                  </a:lnTo>
                  <a:lnTo>
                    <a:pt x="6411" y="16025"/>
                  </a:lnTo>
                  <a:lnTo>
                    <a:pt x="6025" y="15716"/>
                  </a:lnTo>
                  <a:lnTo>
                    <a:pt x="5716" y="15369"/>
                  </a:lnTo>
                  <a:lnTo>
                    <a:pt x="5484" y="14983"/>
                  </a:lnTo>
                  <a:lnTo>
                    <a:pt x="5252" y="14558"/>
                  </a:lnTo>
                  <a:lnTo>
                    <a:pt x="5098" y="14133"/>
                  </a:lnTo>
                  <a:lnTo>
                    <a:pt x="5021" y="13631"/>
                  </a:lnTo>
                  <a:lnTo>
                    <a:pt x="4982" y="13593"/>
                  </a:lnTo>
                  <a:lnTo>
                    <a:pt x="5638" y="13361"/>
                  </a:lnTo>
                  <a:close/>
                  <a:moveTo>
                    <a:pt x="4827" y="13670"/>
                  </a:moveTo>
                  <a:lnTo>
                    <a:pt x="4866" y="14210"/>
                  </a:lnTo>
                  <a:lnTo>
                    <a:pt x="4982" y="14712"/>
                  </a:lnTo>
                  <a:lnTo>
                    <a:pt x="5214" y="15176"/>
                  </a:lnTo>
                  <a:lnTo>
                    <a:pt x="5484" y="15600"/>
                  </a:lnTo>
                  <a:lnTo>
                    <a:pt x="5831" y="15948"/>
                  </a:lnTo>
                  <a:lnTo>
                    <a:pt x="6218" y="16296"/>
                  </a:lnTo>
                  <a:lnTo>
                    <a:pt x="6642" y="16566"/>
                  </a:lnTo>
                  <a:lnTo>
                    <a:pt x="7106" y="16759"/>
                  </a:lnTo>
                  <a:lnTo>
                    <a:pt x="6951" y="17300"/>
                  </a:lnTo>
                  <a:lnTo>
                    <a:pt x="6411" y="17029"/>
                  </a:lnTo>
                  <a:lnTo>
                    <a:pt x="5909" y="16720"/>
                  </a:lnTo>
                  <a:lnTo>
                    <a:pt x="5484" y="16373"/>
                  </a:lnTo>
                  <a:lnTo>
                    <a:pt x="5098" y="15987"/>
                  </a:lnTo>
                  <a:lnTo>
                    <a:pt x="4789" y="15562"/>
                  </a:lnTo>
                  <a:lnTo>
                    <a:pt x="4480" y="15060"/>
                  </a:lnTo>
                  <a:lnTo>
                    <a:pt x="4248" y="14558"/>
                  </a:lnTo>
                  <a:lnTo>
                    <a:pt x="4055" y="13979"/>
                  </a:lnTo>
                  <a:lnTo>
                    <a:pt x="4248" y="13940"/>
                  </a:lnTo>
                  <a:lnTo>
                    <a:pt x="4441" y="13863"/>
                  </a:lnTo>
                  <a:lnTo>
                    <a:pt x="4827" y="13670"/>
                  </a:lnTo>
                  <a:close/>
                  <a:moveTo>
                    <a:pt x="4441" y="15871"/>
                  </a:moveTo>
                  <a:lnTo>
                    <a:pt x="4673" y="16180"/>
                  </a:lnTo>
                  <a:lnTo>
                    <a:pt x="4905" y="16450"/>
                  </a:lnTo>
                  <a:lnTo>
                    <a:pt x="5175" y="16682"/>
                  </a:lnTo>
                  <a:lnTo>
                    <a:pt x="5445" y="16913"/>
                  </a:lnTo>
                  <a:lnTo>
                    <a:pt x="5291" y="17029"/>
                  </a:lnTo>
                  <a:lnTo>
                    <a:pt x="5214" y="17222"/>
                  </a:lnTo>
                  <a:lnTo>
                    <a:pt x="5098" y="17068"/>
                  </a:lnTo>
                  <a:lnTo>
                    <a:pt x="5059" y="16991"/>
                  </a:lnTo>
                  <a:lnTo>
                    <a:pt x="4982" y="16952"/>
                  </a:lnTo>
                  <a:lnTo>
                    <a:pt x="4905" y="16952"/>
                  </a:lnTo>
                  <a:lnTo>
                    <a:pt x="4827" y="16991"/>
                  </a:lnTo>
                  <a:lnTo>
                    <a:pt x="4519" y="17415"/>
                  </a:lnTo>
                  <a:lnTo>
                    <a:pt x="4210" y="17840"/>
                  </a:lnTo>
                  <a:lnTo>
                    <a:pt x="3862" y="18226"/>
                  </a:lnTo>
                  <a:lnTo>
                    <a:pt x="3476" y="18574"/>
                  </a:lnTo>
                  <a:lnTo>
                    <a:pt x="3090" y="18921"/>
                  </a:lnTo>
                  <a:lnTo>
                    <a:pt x="2665" y="19230"/>
                  </a:lnTo>
                  <a:lnTo>
                    <a:pt x="2240" y="19501"/>
                  </a:lnTo>
                  <a:lnTo>
                    <a:pt x="1777" y="19771"/>
                  </a:lnTo>
                  <a:lnTo>
                    <a:pt x="1777" y="19771"/>
                  </a:lnTo>
                  <a:lnTo>
                    <a:pt x="1816" y="19346"/>
                  </a:lnTo>
                  <a:lnTo>
                    <a:pt x="1854" y="18921"/>
                  </a:lnTo>
                  <a:lnTo>
                    <a:pt x="2009" y="18535"/>
                  </a:lnTo>
                  <a:lnTo>
                    <a:pt x="2163" y="18188"/>
                  </a:lnTo>
                  <a:lnTo>
                    <a:pt x="2395" y="17840"/>
                  </a:lnTo>
                  <a:lnTo>
                    <a:pt x="2665" y="17531"/>
                  </a:lnTo>
                  <a:lnTo>
                    <a:pt x="2974" y="17222"/>
                  </a:lnTo>
                  <a:lnTo>
                    <a:pt x="3360" y="16913"/>
                  </a:lnTo>
                  <a:lnTo>
                    <a:pt x="3669" y="16720"/>
                  </a:lnTo>
                  <a:lnTo>
                    <a:pt x="3939" y="16489"/>
                  </a:lnTo>
                  <a:lnTo>
                    <a:pt x="4017" y="16334"/>
                  </a:lnTo>
                  <a:lnTo>
                    <a:pt x="4094" y="16218"/>
                  </a:lnTo>
                  <a:lnTo>
                    <a:pt x="4094" y="16064"/>
                  </a:lnTo>
                  <a:lnTo>
                    <a:pt x="4055" y="15871"/>
                  </a:lnTo>
                  <a:close/>
                  <a:moveTo>
                    <a:pt x="13439" y="13979"/>
                  </a:moveTo>
                  <a:lnTo>
                    <a:pt x="13400" y="14674"/>
                  </a:lnTo>
                  <a:lnTo>
                    <a:pt x="13400" y="15369"/>
                  </a:lnTo>
                  <a:lnTo>
                    <a:pt x="13477" y="16025"/>
                  </a:lnTo>
                  <a:lnTo>
                    <a:pt x="13632" y="16682"/>
                  </a:lnTo>
                  <a:lnTo>
                    <a:pt x="12396" y="17454"/>
                  </a:lnTo>
                  <a:lnTo>
                    <a:pt x="11160" y="18304"/>
                  </a:lnTo>
                  <a:lnTo>
                    <a:pt x="8805" y="20041"/>
                  </a:lnTo>
                  <a:lnTo>
                    <a:pt x="8766" y="19037"/>
                  </a:lnTo>
                  <a:lnTo>
                    <a:pt x="8689" y="18033"/>
                  </a:lnTo>
                  <a:lnTo>
                    <a:pt x="8650" y="17724"/>
                  </a:lnTo>
                  <a:lnTo>
                    <a:pt x="8689" y="17493"/>
                  </a:lnTo>
                  <a:lnTo>
                    <a:pt x="8728" y="17377"/>
                  </a:lnTo>
                  <a:lnTo>
                    <a:pt x="8805" y="17261"/>
                  </a:lnTo>
                  <a:lnTo>
                    <a:pt x="9037" y="17068"/>
                  </a:lnTo>
                  <a:lnTo>
                    <a:pt x="9654" y="16604"/>
                  </a:lnTo>
                  <a:lnTo>
                    <a:pt x="10195" y="16141"/>
                  </a:lnTo>
                  <a:lnTo>
                    <a:pt x="10234" y="16064"/>
                  </a:lnTo>
                  <a:lnTo>
                    <a:pt x="10272" y="16025"/>
                  </a:lnTo>
                  <a:lnTo>
                    <a:pt x="10234" y="15909"/>
                  </a:lnTo>
                  <a:lnTo>
                    <a:pt x="10774" y="15716"/>
                  </a:lnTo>
                  <a:lnTo>
                    <a:pt x="11276" y="15485"/>
                  </a:lnTo>
                  <a:lnTo>
                    <a:pt x="11740" y="15214"/>
                  </a:lnTo>
                  <a:lnTo>
                    <a:pt x="12203" y="14905"/>
                  </a:lnTo>
                  <a:lnTo>
                    <a:pt x="12821" y="14481"/>
                  </a:lnTo>
                  <a:lnTo>
                    <a:pt x="13439" y="13979"/>
                  </a:lnTo>
                  <a:close/>
                  <a:moveTo>
                    <a:pt x="3978" y="14944"/>
                  </a:moveTo>
                  <a:lnTo>
                    <a:pt x="4132" y="15330"/>
                  </a:lnTo>
                  <a:lnTo>
                    <a:pt x="4326" y="15678"/>
                  </a:lnTo>
                  <a:lnTo>
                    <a:pt x="3862" y="15678"/>
                  </a:lnTo>
                  <a:lnTo>
                    <a:pt x="3785" y="15716"/>
                  </a:lnTo>
                  <a:lnTo>
                    <a:pt x="3746" y="15755"/>
                  </a:lnTo>
                  <a:lnTo>
                    <a:pt x="3746" y="15832"/>
                  </a:lnTo>
                  <a:lnTo>
                    <a:pt x="3785" y="15871"/>
                  </a:lnTo>
                  <a:lnTo>
                    <a:pt x="3785" y="15948"/>
                  </a:lnTo>
                  <a:lnTo>
                    <a:pt x="3785" y="16064"/>
                  </a:lnTo>
                  <a:lnTo>
                    <a:pt x="3669" y="16257"/>
                  </a:lnTo>
                  <a:lnTo>
                    <a:pt x="3476" y="16489"/>
                  </a:lnTo>
                  <a:lnTo>
                    <a:pt x="3206" y="16720"/>
                  </a:lnTo>
                  <a:lnTo>
                    <a:pt x="2665" y="17145"/>
                  </a:lnTo>
                  <a:lnTo>
                    <a:pt x="2318" y="17415"/>
                  </a:lnTo>
                  <a:lnTo>
                    <a:pt x="2009" y="17802"/>
                  </a:lnTo>
                  <a:lnTo>
                    <a:pt x="1777" y="18188"/>
                  </a:lnTo>
                  <a:lnTo>
                    <a:pt x="1584" y="18651"/>
                  </a:lnTo>
                  <a:lnTo>
                    <a:pt x="1507" y="19114"/>
                  </a:lnTo>
                  <a:lnTo>
                    <a:pt x="1468" y="19346"/>
                  </a:lnTo>
                  <a:lnTo>
                    <a:pt x="1468" y="19578"/>
                  </a:lnTo>
                  <a:lnTo>
                    <a:pt x="1507" y="19848"/>
                  </a:lnTo>
                  <a:lnTo>
                    <a:pt x="1545" y="20080"/>
                  </a:lnTo>
                  <a:lnTo>
                    <a:pt x="1622" y="20118"/>
                  </a:lnTo>
                  <a:lnTo>
                    <a:pt x="1738" y="20118"/>
                  </a:lnTo>
                  <a:lnTo>
                    <a:pt x="1777" y="20041"/>
                  </a:lnTo>
                  <a:lnTo>
                    <a:pt x="2279" y="19809"/>
                  </a:lnTo>
                  <a:lnTo>
                    <a:pt x="2742" y="19578"/>
                  </a:lnTo>
                  <a:lnTo>
                    <a:pt x="3167" y="19269"/>
                  </a:lnTo>
                  <a:lnTo>
                    <a:pt x="3553" y="18960"/>
                  </a:lnTo>
                  <a:lnTo>
                    <a:pt x="3939" y="18612"/>
                  </a:lnTo>
                  <a:lnTo>
                    <a:pt x="4287" y="18226"/>
                  </a:lnTo>
                  <a:lnTo>
                    <a:pt x="4634" y="17802"/>
                  </a:lnTo>
                  <a:lnTo>
                    <a:pt x="4943" y="17377"/>
                  </a:lnTo>
                  <a:lnTo>
                    <a:pt x="5059" y="17531"/>
                  </a:lnTo>
                  <a:lnTo>
                    <a:pt x="5175" y="17647"/>
                  </a:lnTo>
                  <a:lnTo>
                    <a:pt x="5291" y="17647"/>
                  </a:lnTo>
                  <a:lnTo>
                    <a:pt x="5368" y="17608"/>
                  </a:lnTo>
                  <a:lnTo>
                    <a:pt x="5368" y="17531"/>
                  </a:lnTo>
                  <a:lnTo>
                    <a:pt x="5638" y="17068"/>
                  </a:lnTo>
                  <a:lnTo>
                    <a:pt x="6025" y="17300"/>
                  </a:lnTo>
                  <a:lnTo>
                    <a:pt x="5986" y="17802"/>
                  </a:lnTo>
                  <a:lnTo>
                    <a:pt x="5870" y="18304"/>
                  </a:lnTo>
                  <a:lnTo>
                    <a:pt x="5754" y="18806"/>
                  </a:lnTo>
                  <a:lnTo>
                    <a:pt x="5561" y="19308"/>
                  </a:lnTo>
                  <a:lnTo>
                    <a:pt x="5445" y="19076"/>
                  </a:lnTo>
                  <a:lnTo>
                    <a:pt x="5407" y="18844"/>
                  </a:lnTo>
                  <a:lnTo>
                    <a:pt x="5368" y="18574"/>
                  </a:lnTo>
                  <a:lnTo>
                    <a:pt x="5407" y="18304"/>
                  </a:lnTo>
                  <a:lnTo>
                    <a:pt x="5445" y="18226"/>
                  </a:lnTo>
                  <a:lnTo>
                    <a:pt x="5407" y="18188"/>
                  </a:lnTo>
                  <a:lnTo>
                    <a:pt x="5329" y="18110"/>
                  </a:lnTo>
                  <a:lnTo>
                    <a:pt x="5252" y="18072"/>
                  </a:lnTo>
                  <a:lnTo>
                    <a:pt x="5214" y="18110"/>
                  </a:lnTo>
                  <a:lnTo>
                    <a:pt x="5136" y="18110"/>
                  </a:lnTo>
                  <a:lnTo>
                    <a:pt x="5098" y="18188"/>
                  </a:lnTo>
                  <a:lnTo>
                    <a:pt x="4827" y="18767"/>
                  </a:lnTo>
                  <a:lnTo>
                    <a:pt x="4519" y="19308"/>
                  </a:lnTo>
                  <a:lnTo>
                    <a:pt x="4326" y="19539"/>
                  </a:lnTo>
                  <a:lnTo>
                    <a:pt x="4094" y="19771"/>
                  </a:lnTo>
                  <a:lnTo>
                    <a:pt x="3862" y="19964"/>
                  </a:lnTo>
                  <a:lnTo>
                    <a:pt x="3592" y="20196"/>
                  </a:lnTo>
                  <a:lnTo>
                    <a:pt x="3090" y="20505"/>
                  </a:lnTo>
                  <a:lnTo>
                    <a:pt x="2820" y="20659"/>
                  </a:lnTo>
                  <a:lnTo>
                    <a:pt x="2511" y="20775"/>
                  </a:lnTo>
                  <a:lnTo>
                    <a:pt x="2202" y="20891"/>
                  </a:lnTo>
                  <a:lnTo>
                    <a:pt x="1893" y="20968"/>
                  </a:lnTo>
                  <a:lnTo>
                    <a:pt x="1584" y="21007"/>
                  </a:lnTo>
                  <a:lnTo>
                    <a:pt x="1275" y="20968"/>
                  </a:lnTo>
                  <a:lnTo>
                    <a:pt x="1043" y="20929"/>
                  </a:lnTo>
                  <a:lnTo>
                    <a:pt x="889" y="20813"/>
                  </a:lnTo>
                  <a:lnTo>
                    <a:pt x="773" y="20698"/>
                  </a:lnTo>
                  <a:lnTo>
                    <a:pt x="734" y="20543"/>
                  </a:lnTo>
                  <a:lnTo>
                    <a:pt x="696" y="20350"/>
                  </a:lnTo>
                  <a:lnTo>
                    <a:pt x="696" y="20157"/>
                  </a:lnTo>
                  <a:lnTo>
                    <a:pt x="734" y="19732"/>
                  </a:lnTo>
                  <a:lnTo>
                    <a:pt x="812" y="19037"/>
                  </a:lnTo>
                  <a:lnTo>
                    <a:pt x="889" y="18690"/>
                  </a:lnTo>
                  <a:lnTo>
                    <a:pt x="1005" y="18342"/>
                  </a:lnTo>
                  <a:lnTo>
                    <a:pt x="1159" y="17956"/>
                  </a:lnTo>
                  <a:lnTo>
                    <a:pt x="1352" y="17608"/>
                  </a:lnTo>
                  <a:lnTo>
                    <a:pt x="1584" y="17261"/>
                  </a:lnTo>
                  <a:lnTo>
                    <a:pt x="1854" y="16952"/>
                  </a:lnTo>
                  <a:lnTo>
                    <a:pt x="2124" y="16682"/>
                  </a:lnTo>
                  <a:lnTo>
                    <a:pt x="2433" y="16411"/>
                  </a:lnTo>
                  <a:lnTo>
                    <a:pt x="2781" y="16180"/>
                  </a:lnTo>
                  <a:lnTo>
                    <a:pt x="3167" y="16025"/>
                  </a:lnTo>
                  <a:lnTo>
                    <a:pt x="3244" y="15948"/>
                  </a:lnTo>
                  <a:lnTo>
                    <a:pt x="3244" y="15871"/>
                  </a:lnTo>
                  <a:lnTo>
                    <a:pt x="3206" y="15794"/>
                  </a:lnTo>
                  <a:lnTo>
                    <a:pt x="3167" y="15716"/>
                  </a:lnTo>
                  <a:lnTo>
                    <a:pt x="2433" y="15369"/>
                  </a:lnTo>
                  <a:lnTo>
                    <a:pt x="2781" y="15176"/>
                  </a:lnTo>
                  <a:lnTo>
                    <a:pt x="3167" y="15021"/>
                  </a:lnTo>
                  <a:lnTo>
                    <a:pt x="3553" y="14983"/>
                  </a:lnTo>
                  <a:lnTo>
                    <a:pt x="3978" y="14944"/>
                  </a:lnTo>
                  <a:close/>
                  <a:moveTo>
                    <a:pt x="23478" y="0"/>
                  </a:moveTo>
                  <a:lnTo>
                    <a:pt x="22204" y="155"/>
                  </a:lnTo>
                  <a:lnTo>
                    <a:pt x="20891" y="386"/>
                  </a:lnTo>
                  <a:lnTo>
                    <a:pt x="19617" y="657"/>
                  </a:lnTo>
                  <a:lnTo>
                    <a:pt x="18381" y="1043"/>
                  </a:lnTo>
                  <a:lnTo>
                    <a:pt x="17146" y="1467"/>
                  </a:lnTo>
                  <a:lnTo>
                    <a:pt x="15949" y="1969"/>
                  </a:lnTo>
                  <a:lnTo>
                    <a:pt x="14752" y="2510"/>
                  </a:lnTo>
                  <a:lnTo>
                    <a:pt x="13593" y="3128"/>
                  </a:lnTo>
                  <a:lnTo>
                    <a:pt x="12473" y="3784"/>
                  </a:lnTo>
                  <a:lnTo>
                    <a:pt x="11353" y="4518"/>
                  </a:lnTo>
                  <a:lnTo>
                    <a:pt x="10311" y="5290"/>
                  </a:lnTo>
                  <a:lnTo>
                    <a:pt x="9307" y="6140"/>
                  </a:lnTo>
                  <a:lnTo>
                    <a:pt x="8535" y="6796"/>
                  </a:lnTo>
                  <a:lnTo>
                    <a:pt x="7801" y="7491"/>
                  </a:lnTo>
                  <a:lnTo>
                    <a:pt x="7029" y="7337"/>
                  </a:lnTo>
                  <a:lnTo>
                    <a:pt x="6218" y="7221"/>
                  </a:lnTo>
                  <a:lnTo>
                    <a:pt x="5407" y="7182"/>
                  </a:lnTo>
                  <a:lnTo>
                    <a:pt x="4557" y="7221"/>
                  </a:lnTo>
                  <a:lnTo>
                    <a:pt x="4519" y="7221"/>
                  </a:lnTo>
                  <a:lnTo>
                    <a:pt x="4441" y="7260"/>
                  </a:lnTo>
                  <a:lnTo>
                    <a:pt x="4403" y="7414"/>
                  </a:lnTo>
                  <a:lnTo>
                    <a:pt x="4171" y="7530"/>
                  </a:lnTo>
                  <a:lnTo>
                    <a:pt x="3939" y="7723"/>
                  </a:lnTo>
                  <a:lnTo>
                    <a:pt x="3708" y="7916"/>
                  </a:lnTo>
                  <a:lnTo>
                    <a:pt x="3515" y="8148"/>
                  </a:lnTo>
                  <a:lnTo>
                    <a:pt x="3128" y="8611"/>
                  </a:lnTo>
                  <a:lnTo>
                    <a:pt x="2742" y="9036"/>
                  </a:lnTo>
                  <a:lnTo>
                    <a:pt x="2124" y="9654"/>
                  </a:lnTo>
                  <a:lnTo>
                    <a:pt x="1468" y="10194"/>
                  </a:lnTo>
                  <a:lnTo>
                    <a:pt x="773" y="10774"/>
                  </a:lnTo>
                  <a:lnTo>
                    <a:pt x="78" y="11276"/>
                  </a:lnTo>
                  <a:lnTo>
                    <a:pt x="1" y="11353"/>
                  </a:lnTo>
                  <a:lnTo>
                    <a:pt x="1" y="11430"/>
                  </a:lnTo>
                  <a:lnTo>
                    <a:pt x="1" y="11507"/>
                  </a:lnTo>
                  <a:lnTo>
                    <a:pt x="39" y="11546"/>
                  </a:lnTo>
                  <a:lnTo>
                    <a:pt x="39" y="11623"/>
                  </a:lnTo>
                  <a:lnTo>
                    <a:pt x="39" y="11700"/>
                  </a:lnTo>
                  <a:lnTo>
                    <a:pt x="78" y="11739"/>
                  </a:lnTo>
                  <a:lnTo>
                    <a:pt x="116" y="11778"/>
                  </a:lnTo>
                  <a:lnTo>
                    <a:pt x="1005" y="12048"/>
                  </a:lnTo>
                  <a:lnTo>
                    <a:pt x="1893" y="12280"/>
                  </a:lnTo>
                  <a:lnTo>
                    <a:pt x="3669" y="12666"/>
                  </a:lnTo>
                  <a:lnTo>
                    <a:pt x="3785" y="12666"/>
                  </a:lnTo>
                  <a:lnTo>
                    <a:pt x="3862" y="12589"/>
                  </a:lnTo>
                  <a:lnTo>
                    <a:pt x="4750" y="11700"/>
                  </a:lnTo>
                  <a:lnTo>
                    <a:pt x="5716" y="10851"/>
                  </a:lnTo>
                  <a:lnTo>
                    <a:pt x="5600" y="11391"/>
                  </a:lnTo>
                  <a:lnTo>
                    <a:pt x="5523" y="11971"/>
                  </a:lnTo>
                  <a:lnTo>
                    <a:pt x="5523" y="12550"/>
                  </a:lnTo>
                  <a:lnTo>
                    <a:pt x="5600" y="13091"/>
                  </a:lnTo>
                  <a:lnTo>
                    <a:pt x="5136" y="13168"/>
                  </a:lnTo>
                  <a:lnTo>
                    <a:pt x="4712" y="13284"/>
                  </a:lnTo>
                  <a:lnTo>
                    <a:pt x="4248" y="13477"/>
                  </a:lnTo>
                  <a:lnTo>
                    <a:pt x="4017" y="13593"/>
                  </a:lnTo>
                  <a:lnTo>
                    <a:pt x="3862" y="13747"/>
                  </a:lnTo>
                  <a:lnTo>
                    <a:pt x="3824" y="13824"/>
                  </a:lnTo>
                  <a:lnTo>
                    <a:pt x="3862" y="13901"/>
                  </a:lnTo>
                  <a:lnTo>
                    <a:pt x="3824" y="13940"/>
                  </a:lnTo>
                  <a:lnTo>
                    <a:pt x="3785" y="14017"/>
                  </a:lnTo>
                  <a:lnTo>
                    <a:pt x="3824" y="14403"/>
                  </a:lnTo>
                  <a:lnTo>
                    <a:pt x="3901" y="14751"/>
                  </a:lnTo>
                  <a:lnTo>
                    <a:pt x="3669" y="14712"/>
                  </a:lnTo>
                  <a:lnTo>
                    <a:pt x="3399" y="14712"/>
                  </a:lnTo>
                  <a:lnTo>
                    <a:pt x="3167" y="14751"/>
                  </a:lnTo>
                  <a:lnTo>
                    <a:pt x="2935" y="14790"/>
                  </a:lnTo>
                  <a:lnTo>
                    <a:pt x="2665" y="14867"/>
                  </a:lnTo>
                  <a:lnTo>
                    <a:pt x="2433" y="14983"/>
                  </a:lnTo>
                  <a:lnTo>
                    <a:pt x="2240" y="15098"/>
                  </a:lnTo>
                  <a:lnTo>
                    <a:pt x="2009" y="15253"/>
                  </a:lnTo>
                  <a:lnTo>
                    <a:pt x="1931" y="15330"/>
                  </a:lnTo>
                  <a:lnTo>
                    <a:pt x="1931" y="15407"/>
                  </a:lnTo>
                  <a:lnTo>
                    <a:pt x="1970" y="15485"/>
                  </a:lnTo>
                  <a:lnTo>
                    <a:pt x="2047" y="15523"/>
                  </a:lnTo>
                  <a:lnTo>
                    <a:pt x="2704" y="15871"/>
                  </a:lnTo>
                  <a:lnTo>
                    <a:pt x="2356" y="16064"/>
                  </a:lnTo>
                  <a:lnTo>
                    <a:pt x="2047" y="16334"/>
                  </a:lnTo>
                  <a:lnTo>
                    <a:pt x="1738" y="16604"/>
                  </a:lnTo>
                  <a:lnTo>
                    <a:pt x="1468" y="16875"/>
                  </a:lnTo>
                  <a:lnTo>
                    <a:pt x="1198" y="17222"/>
                  </a:lnTo>
                  <a:lnTo>
                    <a:pt x="1005" y="17570"/>
                  </a:lnTo>
                  <a:lnTo>
                    <a:pt x="812" y="17956"/>
                  </a:lnTo>
                  <a:lnTo>
                    <a:pt x="657" y="18342"/>
                  </a:lnTo>
                  <a:lnTo>
                    <a:pt x="464" y="18960"/>
                  </a:lnTo>
                  <a:lnTo>
                    <a:pt x="387" y="19385"/>
                  </a:lnTo>
                  <a:lnTo>
                    <a:pt x="310" y="19809"/>
                  </a:lnTo>
                  <a:lnTo>
                    <a:pt x="271" y="20234"/>
                  </a:lnTo>
                  <a:lnTo>
                    <a:pt x="310" y="20659"/>
                  </a:lnTo>
                  <a:lnTo>
                    <a:pt x="348" y="20813"/>
                  </a:lnTo>
                  <a:lnTo>
                    <a:pt x="425" y="20968"/>
                  </a:lnTo>
                  <a:lnTo>
                    <a:pt x="503" y="21084"/>
                  </a:lnTo>
                  <a:lnTo>
                    <a:pt x="618" y="21200"/>
                  </a:lnTo>
                  <a:lnTo>
                    <a:pt x="773" y="21277"/>
                  </a:lnTo>
                  <a:lnTo>
                    <a:pt x="927" y="21315"/>
                  </a:lnTo>
                  <a:lnTo>
                    <a:pt x="1275" y="21393"/>
                  </a:lnTo>
                  <a:lnTo>
                    <a:pt x="1661" y="21354"/>
                  </a:lnTo>
                  <a:lnTo>
                    <a:pt x="2047" y="21277"/>
                  </a:lnTo>
                  <a:lnTo>
                    <a:pt x="2433" y="21161"/>
                  </a:lnTo>
                  <a:lnTo>
                    <a:pt x="2820" y="21007"/>
                  </a:lnTo>
                  <a:lnTo>
                    <a:pt x="3437" y="20698"/>
                  </a:lnTo>
                  <a:lnTo>
                    <a:pt x="3901" y="20389"/>
                  </a:lnTo>
                  <a:lnTo>
                    <a:pt x="4364" y="20003"/>
                  </a:lnTo>
                  <a:lnTo>
                    <a:pt x="4750" y="19539"/>
                  </a:lnTo>
                  <a:lnTo>
                    <a:pt x="5098" y="19037"/>
                  </a:lnTo>
                  <a:lnTo>
                    <a:pt x="5136" y="19230"/>
                  </a:lnTo>
                  <a:lnTo>
                    <a:pt x="5214" y="19423"/>
                  </a:lnTo>
                  <a:lnTo>
                    <a:pt x="5329" y="19578"/>
                  </a:lnTo>
                  <a:lnTo>
                    <a:pt x="5484" y="19771"/>
                  </a:lnTo>
                  <a:lnTo>
                    <a:pt x="5561" y="19809"/>
                  </a:lnTo>
                  <a:lnTo>
                    <a:pt x="5638" y="19809"/>
                  </a:lnTo>
                  <a:lnTo>
                    <a:pt x="5716" y="19771"/>
                  </a:lnTo>
                  <a:lnTo>
                    <a:pt x="5793" y="19694"/>
                  </a:lnTo>
                  <a:lnTo>
                    <a:pt x="5986" y="19153"/>
                  </a:lnTo>
                  <a:lnTo>
                    <a:pt x="6179" y="18612"/>
                  </a:lnTo>
                  <a:lnTo>
                    <a:pt x="6295" y="18033"/>
                  </a:lnTo>
                  <a:lnTo>
                    <a:pt x="6372" y="17454"/>
                  </a:lnTo>
                  <a:lnTo>
                    <a:pt x="6913" y="17608"/>
                  </a:lnTo>
                  <a:lnTo>
                    <a:pt x="7183" y="17608"/>
                  </a:lnTo>
                  <a:lnTo>
                    <a:pt x="7183" y="17531"/>
                  </a:lnTo>
                  <a:lnTo>
                    <a:pt x="7531" y="16720"/>
                  </a:lnTo>
                  <a:lnTo>
                    <a:pt x="7724" y="16334"/>
                  </a:lnTo>
                  <a:lnTo>
                    <a:pt x="7955" y="15948"/>
                  </a:lnTo>
                  <a:lnTo>
                    <a:pt x="8110" y="15987"/>
                  </a:lnTo>
                  <a:lnTo>
                    <a:pt x="8535" y="16064"/>
                  </a:lnTo>
                  <a:lnTo>
                    <a:pt x="8921" y="16102"/>
                  </a:lnTo>
                  <a:lnTo>
                    <a:pt x="9307" y="16064"/>
                  </a:lnTo>
                  <a:lnTo>
                    <a:pt x="9693" y="16025"/>
                  </a:lnTo>
                  <a:lnTo>
                    <a:pt x="9693" y="16025"/>
                  </a:lnTo>
                  <a:lnTo>
                    <a:pt x="8998" y="16604"/>
                  </a:lnTo>
                  <a:lnTo>
                    <a:pt x="8226" y="17106"/>
                  </a:lnTo>
                  <a:lnTo>
                    <a:pt x="8148" y="17222"/>
                  </a:lnTo>
                  <a:lnTo>
                    <a:pt x="8148" y="17300"/>
                  </a:lnTo>
                  <a:lnTo>
                    <a:pt x="8264" y="18110"/>
                  </a:lnTo>
                  <a:lnTo>
                    <a:pt x="8341" y="18883"/>
                  </a:lnTo>
                  <a:lnTo>
                    <a:pt x="8380" y="19655"/>
                  </a:lnTo>
                  <a:lnTo>
                    <a:pt x="8380" y="20427"/>
                  </a:lnTo>
                  <a:lnTo>
                    <a:pt x="8419" y="20543"/>
                  </a:lnTo>
                  <a:lnTo>
                    <a:pt x="8496" y="20620"/>
                  </a:lnTo>
                  <a:lnTo>
                    <a:pt x="8612" y="20659"/>
                  </a:lnTo>
                  <a:lnTo>
                    <a:pt x="8728" y="20620"/>
                  </a:lnTo>
                  <a:lnTo>
                    <a:pt x="11392" y="18806"/>
                  </a:lnTo>
                  <a:lnTo>
                    <a:pt x="12705" y="17840"/>
                  </a:lnTo>
                  <a:lnTo>
                    <a:pt x="13323" y="17338"/>
                  </a:lnTo>
                  <a:lnTo>
                    <a:pt x="13941" y="16836"/>
                  </a:lnTo>
                  <a:lnTo>
                    <a:pt x="13979" y="16759"/>
                  </a:lnTo>
                  <a:lnTo>
                    <a:pt x="13979" y="16682"/>
                  </a:lnTo>
                  <a:lnTo>
                    <a:pt x="13979" y="16643"/>
                  </a:lnTo>
                  <a:lnTo>
                    <a:pt x="13941" y="16257"/>
                  </a:lnTo>
                  <a:lnTo>
                    <a:pt x="13902" y="15871"/>
                  </a:lnTo>
                  <a:lnTo>
                    <a:pt x="13825" y="15098"/>
                  </a:lnTo>
                  <a:lnTo>
                    <a:pt x="13748" y="13747"/>
                  </a:lnTo>
                  <a:lnTo>
                    <a:pt x="14443" y="13129"/>
                  </a:lnTo>
                  <a:lnTo>
                    <a:pt x="15099" y="12473"/>
                  </a:lnTo>
                  <a:lnTo>
                    <a:pt x="15756" y="11816"/>
                  </a:lnTo>
                  <a:lnTo>
                    <a:pt x="16373" y="11121"/>
                  </a:lnTo>
                  <a:lnTo>
                    <a:pt x="17455" y="9924"/>
                  </a:lnTo>
                  <a:lnTo>
                    <a:pt x="18459" y="8650"/>
                  </a:lnTo>
                  <a:lnTo>
                    <a:pt x="19424" y="7376"/>
                  </a:lnTo>
                  <a:lnTo>
                    <a:pt x="20351" y="6024"/>
                  </a:lnTo>
                  <a:lnTo>
                    <a:pt x="21239" y="4673"/>
                  </a:lnTo>
                  <a:lnTo>
                    <a:pt x="22088" y="3321"/>
                  </a:lnTo>
                  <a:lnTo>
                    <a:pt x="22938" y="1931"/>
                  </a:lnTo>
                  <a:lnTo>
                    <a:pt x="23749" y="502"/>
                  </a:lnTo>
                  <a:lnTo>
                    <a:pt x="23749" y="425"/>
                  </a:lnTo>
                  <a:lnTo>
                    <a:pt x="23749" y="348"/>
                  </a:lnTo>
                  <a:lnTo>
                    <a:pt x="23749" y="270"/>
                  </a:lnTo>
                  <a:lnTo>
                    <a:pt x="23787" y="155"/>
                  </a:lnTo>
                  <a:lnTo>
                    <a:pt x="23787" y="77"/>
                  </a:lnTo>
                  <a:lnTo>
                    <a:pt x="23749" y="39"/>
                  </a:lnTo>
                  <a:lnTo>
                    <a:pt x="23672" y="0"/>
                  </a:lnTo>
                  <a:lnTo>
                    <a:pt x="23633" y="39"/>
                  </a:lnTo>
                  <a:lnTo>
                    <a:pt x="23633" y="77"/>
                  </a:lnTo>
                  <a:lnTo>
                    <a:pt x="235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11"/>
            <p:cNvSpPr/>
            <p:nvPr/>
          </p:nvSpPr>
          <p:spPr>
            <a:xfrm>
              <a:off x="5635500" y="4343650"/>
              <a:ext cx="54100" cy="45400"/>
            </a:xfrm>
            <a:custGeom>
              <a:avLst/>
              <a:gdLst/>
              <a:ahLst/>
              <a:cxnLst/>
              <a:rect l="l" t="t" r="r" b="b"/>
              <a:pathLst>
                <a:path w="2164" h="1816" extrusionOk="0">
                  <a:moveTo>
                    <a:pt x="1314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5"/>
                  </a:lnTo>
                  <a:lnTo>
                    <a:pt x="1777" y="889"/>
                  </a:lnTo>
                  <a:lnTo>
                    <a:pt x="1777" y="928"/>
                  </a:lnTo>
                  <a:lnTo>
                    <a:pt x="1738" y="1005"/>
                  </a:lnTo>
                  <a:lnTo>
                    <a:pt x="1661" y="1044"/>
                  </a:lnTo>
                  <a:lnTo>
                    <a:pt x="1584" y="1082"/>
                  </a:lnTo>
                  <a:lnTo>
                    <a:pt x="1275" y="1121"/>
                  </a:lnTo>
                  <a:lnTo>
                    <a:pt x="927" y="1121"/>
                  </a:lnTo>
                  <a:lnTo>
                    <a:pt x="619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1"/>
                  </a:lnTo>
                  <a:lnTo>
                    <a:pt x="348" y="1005"/>
                  </a:lnTo>
                  <a:lnTo>
                    <a:pt x="387" y="850"/>
                  </a:lnTo>
                  <a:lnTo>
                    <a:pt x="464" y="735"/>
                  </a:lnTo>
                  <a:lnTo>
                    <a:pt x="580" y="619"/>
                  </a:lnTo>
                  <a:lnTo>
                    <a:pt x="657" y="503"/>
                  </a:lnTo>
                  <a:lnTo>
                    <a:pt x="812" y="426"/>
                  </a:lnTo>
                  <a:lnTo>
                    <a:pt x="966" y="387"/>
                  </a:lnTo>
                  <a:close/>
                  <a:moveTo>
                    <a:pt x="1005" y="1"/>
                  </a:moveTo>
                  <a:lnTo>
                    <a:pt x="812" y="40"/>
                  </a:lnTo>
                  <a:lnTo>
                    <a:pt x="619" y="117"/>
                  </a:lnTo>
                  <a:lnTo>
                    <a:pt x="425" y="233"/>
                  </a:lnTo>
                  <a:lnTo>
                    <a:pt x="271" y="348"/>
                  </a:lnTo>
                  <a:lnTo>
                    <a:pt x="155" y="503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30"/>
                  </a:lnTo>
                  <a:lnTo>
                    <a:pt x="117" y="1623"/>
                  </a:lnTo>
                  <a:lnTo>
                    <a:pt x="155" y="1739"/>
                  </a:lnTo>
                  <a:lnTo>
                    <a:pt x="232" y="1777"/>
                  </a:lnTo>
                  <a:lnTo>
                    <a:pt x="348" y="1816"/>
                  </a:lnTo>
                  <a:lnTo>
                    <a:pt x="425" y="1739"/>
                  </a:lnTo>
                  <a:lnTo>
                    <a:pt x="580" y="1623"/>
                  </a:lnTo>
                  <a:lnTo>
                    <a:pt x="696" y="1546"/>
                  </a:lnTo>
                  <a:lnTo>
                    <a:pt x="889" y="1507"/>
                  </a:lnTo>
                  <a:lnTo>
                    <a:pt x="1429" y="1507"/>
                  </a:lnTo>
                  <a:lnTo>
                    <a:pt x="1584" y="1468"/>
                  </a:lnTo>
                  <a:lnTo>
                    <a:pt x="1777" y="1430"/>
                  </a:lnTo>
                  <a:lnTo>
                    <a:pt x="1931" y="1352"/>
                  </a:lnTo>
                  <a:lnTo>
                    <a:pt x="2047" y="1237"/>
                  </a:lnTo>
                  <a:lnTo>
                    <a:pt x="2125" y="1121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9"/>
                  </a:lnTo>
                  <a:lnTo>
                    <a:pt x="2086" y="464"/>
                  </a:lnTo>
                  <a:lnTo>
                    <a:pt x="1970" y="310"/>
                  </a:lnTo>
                  <a:lnTo>
                    <a:pt x="1816" y="194"/>
                  </a:lnTo>
                  <a:lnTo>
                    <a:pt x="1623" y="78"/>
                  </a:lnTo>
                  <a:lnTo>
                    <a:pt x="142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11"/>
            <p:cNvSpPr/>
            <p:nvPr/>
          </p:nvSpPr>
          <p:spPr>
            <a:xfrm>
              <a:off x="4572625" y="43774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2"/>
                  </a:lnTo>
                  <a:lnTo>
                    <a:pt x="23479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5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2"/>
                  </a:lnTo>
                  <a:lnTo>
                    <a:pt x="23865" y="3514"/>
                  </a:lnTo>
                  <a:lnTo>
                    <a:pt x="23788" y="3399"/>
                  </a:lnTo>
                  <a:lnTo>
                    <a:pt x="23749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1"/>
                  </a:lnTo>
                  <a:lnTo>
                    <a:pt x="16567" y="5407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8"/>
                  </a:lnTo>
                  <a:lnTo>
                    <a:pt x="15949" y="5020"/>
                  </a:lnTo>
                  <a:lnTo>
                    <a:pt x="16065" y="4982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8" y="4982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7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2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600"/>
                  </a:lnTo>
                  <a:lnTo>
                    <a:pt x="14250" y="5445"/>
                  </a:lnTo>
                  <a:lnTo>
                    <a:pt x="14365" y="5368"/>
                  </a:lnTo>
                  <a:lnTo>
                    <a:pt x="14443" y="5329"/>
                  </a:lnTo>
                  <a:close/>
                  <a:moveTo>
                    <a:pt x="18999" y="5484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0" y="5677"/>
                  </a:lnTo>
                  <a:lnTo>
                    <a:pt x="18845" y="5522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1" y="6102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8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891" y="6951"/>
                  </a:lnTo>
                  <a:lnTo>
                    <a:pt x="20467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9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2" y="5986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2" y="6295"/>
                  </a:lnTo>
                  <a:lnTo>
                    <a:pt x="23749" y="6565"/>
                  </a:lnTo>
                  <a:lnTo>
                    <a:pt x="23517" y="6797"/>
                  </a:lnTo>
                  <a:lnTo>
                    <a:pt x="23247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131" y="6102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8" y="6797"/>
                  </a:lnTo>
                  <a:lnTo>
                    <a:pt x="12628" y="6681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2"/>
                  </a:lnTo>
                  <a:close/>
                  <a:moveTo>
                    <a:pt x="22166" y="6565"/>
                  </a:moveTo>
                  <a:lnTo>
                    <a:pt x="22282" y="6604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6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3" y="7106"/>
                  </a:lnTo>
                  <a:lnTo>
                    <a:pt x="21471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50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6" y="7994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40" y="7723"/>
                  </a:lnTo>
                  <a:lnTo>
                    <a:pt x="11817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2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8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5" y="9770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3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3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6" y="11739"/>
                  </a:lnTo>
                  <a:lnTo>
                    <a:pt x="10658" y="11701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6" y="10697"/>
                  </a:lnTo>
                  <a:lnTo>
                    <a:pt x="10929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4" y="11778"/>
                  </a:lnTo>
                  <a:lnTo>
                    <a:pt x="6372" y="12010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9" y="11508"/>
                  </a:lnTo>
                  <a:lnTo>
                    <a:pt x="5754" y="11469"/>
                  </a:lnTo>
                  <a:close/>
                  <a:moveTo>
                    <a:pt x="10543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3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40" y="13207"/>
                  </a:lnTo>
                  <a:lnTo>
                    <a:pt x="7338" y="13014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4" y="12627"/>
                  </a:moveTo>
                  <a:lnTo>
                    <a:pt x="8959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8" y="13207"/>
                  </a:lnTo>
                  <a:lnTo>
                    <a:pt x="9037" y="13284"/>
                  </a:lnTo>
                  <a:lnTo>
                    <a:pt x="8805" y="13323"/>
                  </a:lnTo>
                  <a:lnTo>
                    <a:pt x="8573" y="13323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42" y="13014"/>
                  </a:lnTo>
                  <a:lnTo>
                    <a:pt x="8419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7" y="0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1" y="2279"/>
                  </a:lnTo>
                  <a:lnTo>
                    <a:pt x="23054" y="2395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63" y="3283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1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80"/>
                  </a:lnTo>
                  <a:lnTo>
                    <a:pt x="23479" y="4750"/>
                  </a:lnTo>
                  <a:lnTo>
                    <a:pt x="23440" y="4905"/>
                  </a:lnTo>
                  <a:lnTo>
                    <a:pt x="23440" y="5020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5" y="6295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5"/>
                  </a:lnTo>
                  <a:lnTo>
                    <a:pt x="21509" y="6411"/>
                  </a:lnTo>
                  <a:lnTo>
                    <a:pt x="21355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9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4"/>
                  </a:lnTo>
                  <a:lnTo>
                    <a:pt x="19463" y="5329"/>
                  </a:lnTo>
                  <a:lnTo>
                    <a:pt x="19385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1"/>
                  </a:lnTo>
                  <a:lnTo>
                    <a:pt x="18497" y="5407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3" y="4673"/>
                  </a:lnTo>
                  <a:lnTo>
                    <a:pt x="17957" y="4596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5" y="5098"/>
                  </a:lnTo>
                  <a:lnTo>
                    <a:pt x="16760" y="4943"/>
                  </a:lnTo>
                  <a:lnTo>
                    <a:pt x="16605" y="4789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636" y="4943"/>
                  </a:lnTo>
                  <a:lnTo>
                    <a:pt x="14443" y="4982"/>
                  </a:lnTo>
                  <a:lnTo>
                    <a:pt x="14288" y="5020"/>
                  </a:lnTo>
                  <a:lnTo>
                    <a:pt x="14134" y="5098"/>
                  </a:lnTo>
                  <a:lnTo>
                    <a:pt x="14057" y="5175"/>
                  </a:lnTo>
                  <a:lnTo>
                    <a:pt x="13941" y="5291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90"/>
                  </a:lnTo>
                  <a:lnTo>
                    <a:pt x="12164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508" y="7415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4"/>
                  </a:lnTo>
                  <a:lnTo>
                    <a:pt x="11315" y="8148"/>
                  </a:lnTo>
                  <a:lnTo>
                    <a:pt x="11354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1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6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10"/>
                  </a:lnTo>
                  <a:lnTo>
                    <a:pt x="9423" y="12087"/>
                  </a:lnTo>
                  <a:lnTo>
                    <a:pt x="9384" y="12203"/>
                  </a:lnTo>
                  <a:lnTo>
                    <a:pt x="9346" y="12319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9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9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3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5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5" y="10735"/>
                  </a:lnTo>
                  <a:lnTo>
                    <a:pt x="5330" y="10504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3" y="10311"/>
                  </a:lnTo>
                  <a:lnTo>
                    <a:pt x="4828" y="10311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61"/>
                  </a:lnTo>
                  <a:lnTo>
                    <a:pt x="3746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6"/>
                  </a:lnTo>
                  <a:lnTo>
                    <a:pt x="3013" y="9770"/>
                  </a:lnTo>
                  <a:lnTo>
                    <a:pt x="2974" y="9616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700" y="9191"/>
                  </a:lnTo>
                  <a:lnTo>
                    <a:pt x="1545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1"/>
                  </a:lnTo>
                  <a:lnTo>
                    <a:pt x="812" y="12936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53" y="11932"/>
                  </a:lnTo>
                  <a:lnTo>
                    <a:pt x="3515" y="11817"/>
                  </a:lnTo>
                  <a:lnTo>
                    <a:pt x="3437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3"/>
                  </a:lnTo>
                  <a:lnTo>
                    <a:pt x="619" y="12048"/>
                  </a:lnTo>
                  <a:lnTo>
                    <a:pt x="541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1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30" y="10388"/>
                  </a:lnTo>
                  <a:lnTo>
                    <a:pt x="1738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1" y="13786"/>
                  </a:lnTo>
                  <a:lnTo>
                    <a:pt x="9346" y="13709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9" y="12473"/>
                  </a:lnTo>
                  <a:lnTo>
                    <a:pt x="11122" y="12126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114"/>
                  </a:lnTo>
                  <a:lnTo>
                    <a:pt x="12358" y="8612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84" y="7299"/>
                  </a:lnTo>
                  <a:lnTo>
                    <a:pt x="13632" y="6990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3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0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9"/>
                  </a:lnTo>
                  <a:lnTo>
                    <a:pt x="24058" y="6990"/>
                  </a:lnTo>
                  <a:lnTo>
                    <a:pt x="24367" y="6642"/>
                  </a:lnTo>
                  <a:lnTo>
                    <a:pt x="24598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84"/>
                  </a:lnTo>
                  <a:lnTo>
                    <a:pt x="24058" y="1198"/>
                  </a:lnTo>
                  <a:lnTo>
                    <a:pt x="23788" y="811"/>
                  </a:lnTo>
                  <a:lnTo>
                    <a:pt x="23942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70" y="78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11"/>
            <p:cNvSpPr/>
            <p:nvPr/>
          </p:nvSpPr>
          <p:spPr>
            <a:xfrm>
              <a:off x="5082350" y="43871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9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3" y="2433"/>
                  </a:lnTo>
                  <a:lnTo>
                    <a:pt x="5368" y="2819"/>
                  </a:lnTo>
                  <a:lnTo>
                    <a:pt x="5484" y="3206"/>
                  </a:lnTo>
                  <a:lnTo>
                    <a:pt x="5522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2" y="5214"/>
                  </a:lnTo>
                  <a:lnTo>
                    <a:pt x="5445" y="5600"/>
                  </a:lnTo>
                  <a:lnTo>
                    <a:pt x="5329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09" y="8032"/>
                  </a:lnTo>
                  <a:lnTo>
                    <a:pt x="3939" y="8380"/>
                  </a:lnTo>
                  <a:lnTo>
                    <a:pt x="3630" y="8728"/>
                  </a:lnTo>
                  <a:lnTo>
                    <a:pt x="3283" y="9036"/>
                  </a:lnTo>
                  <a:lnTo>
                    <a:pt x="2935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8" y="10040"/>
                  </a:lnTo>
                  <a:lnTo>
                    <a:pt x="1313" y="10234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0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4"/>
                  </a:lnTo>
                  <a:lnTo>
                    <a:pt x="4827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8" y="5793"/>
                  </a:lnTo>
                  <a:lnTo>
                    <a:pt x="6024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4"/>
                  </a:lnTo>
                  <a:lnTo>
                    <a:pt x="4904" y="1005"/>
                  </a:lnTo>
                  <a:lnTo>
                    <a:pt x="4596" y="696"/>
                  </a:lnTo>
                  <a:lnTo>
                    <a:pt x="4287" y="425"/>
                  </a:lnTo>
                  <a:lnTo>
                    <a:pt x="3939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11"/>
            <p:cNvSpPr/>
            <p:nvPr/>
          </p:nvSpPr>
          <p:spPr>
            <a:xfrm>
              <a:off x="5492625" y="44122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1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1"/>
                  </a:lnTo>
                  <a:lnTo>
                    <a:pt x="3862" y="503"/>
                  </a:lnTo>
                  <a:lnTo>
                    <a:pt x="3322" y="773"/>
                  </a:lnTo>
                  <a:lnTo>
                    <a:pt x="2781" y="1082"/>
                  </a:lnTo>
                  <a:lnTo>
                    <a:pt x="2279" y="1429"/>
                  </a:lnTo>
                  <a:lnTo>
                    <a:pt x="1816" y="1854"/>
                  </a:lnTo>
                  <a:lnTo>
                    <a:pt x="1429" y="2279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7" y="4789"/>
                  </a:lnTo>
                  <a:lnTo>
                    <a:pt x="1" y="5368"/>
                  </a:lnTo>
                  <a:lnTo>
                    <a:pt x="348" y="5407"/>
                  </a:lnTo>
                  <a:lnTo>
                    <a:pt x="464" y="4982"/>
                  </a:lnTo>
                  <a:lnTo>
                    <a:pt x="580" y="4596"/>
                  </a:lnTo>
                  <a:lnTo>
                    <a:pt x="812" y="3978"/>
                  </a:lnTo>
                  <a:lnTo>
                    <a:pt x="1121" y="3399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7"/>
                  </a:lnTo>
                  <a:lnTo>
                    <a:pt x="3399" y="1159"/>
                  </a:lnTo>
                  <a:lnTo>
                    <a:pt x="3978" y="889"/>
                  </a:lnTo>
                  <a:lnTo>
                    <a:pt x="4635" y="657"/>
                  </a:lnTo>
                  <a:lnTo>
                    <a:pt x="5252" y="464"/>
                  </a:lnTo>
                  <a:lnTo>
                    <a:pt x="5909" y="387"/>
                  </a:lnTo>
                  <a:lnTo>
                    <a:pt x="6565" y="387"/>
                  </a:lnTo>
                  <a:lnTo>
                    <a:pt x="7222" y="464"/>
                  </a:lnTo>
                  <a:lnTo>
                    <a:pt x="7878" y="580"/>
                  </a:lnTo>
                  <a:lnTo>
                    <a:pt x="8496" y="812"/>
                  </a:lnTo>
                  <a:lnTo>
                    <a:pt x="9114" y="1082"/>
                  </a:lnTo>
                  <a:lnTo>
                    <a:pt x="9423" y="1275"/>
                  </a:lnTo>
                  <a:lnTo>
                    <a:pt x="9732" y="1507"/>
                  </a:lnTo>
                  <a:lnTo>
                    <a:pt x="10041" y="1700"/>
                  </a:lnTo>
                  <a:lnTo>
                    <a:pt x="10311" y="1931"/>
                  </a:lnTo>
                  <a:lnTo>
                    <a:pt x="10774" y="2472"/>
                  </a:lnTo>
                  <a:lnTo>
                    <a:pt x="11199" y="3013"/>
                  </a:lnTo>
                  <a:lnTo>
                    <a:pt x="11547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8"/>
                  </a:lnTo>
                  <a:lnTo>
                    <a:pt x="12859" y="6797"/>
                  </a:lnTo>
                  <a:lnTo>
                    <a:pt x="13130" y="7376"/>
                  </a:lnTo>
                  <a:lnTo>
                    <a:pt x="13439" y="7955"/>
                  </a:lnTo>
                  <a:lnTo>
                    <a:pt x="13825" y="8496"/>
                  </a:lnTo>
                  <a:lnTo>
                    <a:pt x="14250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500"/>
                  </a:lnTo>
                  <a:lnTo>
                    <a:pt x="15292" y="9654"/>
                  </a:lnTo>
                  <a:lnTo>
                    <a:pt x="15756" y="9809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9"/>
                  </a:lnTo>
                  <a:lnTo>
                    <a:pt x="17609" y="9616"/>
                  </a:lnTo>
                  <a:lnTo>
                    <a:pt x="17841" y="9500"/>
                  </a:lnTo>
                  <a:lnTo>
                    <a:pt x="18034" y="9384"/>
                  </a:lnTo>
                  <a:lnTo>
                    <a:pt x="18188" y="9230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2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80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6" y="8419"/>
                  </a:lnTo>
                  <a:lnTo>
                    <a:pt x="18072" y="8728"/>
                  </a:lnTo>
                  <a:lnTo>
                    <a:pt x="17802" y="8998"/>
                  </a:lnTo>
                  <a:lnTo>
                    <a:pt x="17493" y="9191"/>
                  </a:lnTo>
                  <a:lnTo>
                    <a:pt x="17184" y="9345"/>
                  </a:lnTo>
                  <a:lnTo>
                    <a:pt x="16837" y="9423"/>
                  </a:lnTo>
                  <a:lnTo>
                    <a:pt x="16451" y="9461"/>
                  </a:lnTo>
                  <a:lnTo>
                    <a:pt x="16103" y="9423"/>
                  </a:lnTo>
                  <a:lnTo>
                    <a:pt x="15717" y="9345"/>
                  </a:lnTo>
                  <a:lnTo>
                    <a:pt x="15369" y="9191"/>
                  </a:lnTo>
                  <a:lnTo>
                    <a:pt x="15022" y="8998"/>
                  </a:lnTo>
                  <a:lnTo>
                    <a:pt x="14713" y="8766"/>
                  </a:lnTo>
                  <a:lnTo>
                    <a:pt x="14404" y="8496"/>
                  </a:lnTo>
                  <a:lnTo>
                    <a:pt x="14172" y="8187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5" y="7183"/>
                  </a:lnTo>
                  <a:lnTo>
                    <a:pt x="13246" y="6526"/>
                  </a:lnTo>
                  <a:lnTo>
                    <a:pt x="12975" y="5831"/>
                  </a:lnTo>
                  <a:lnTo>
                    <a:pt x="12473" y="4480"/>
                  </a:lnTo>
                  <a:lnTo>
                    <a:pt x="12164" y="3823"/>
                  </a:lnTo>
                  <a:lnTo>
                    <a:pt x="11855" y="3206"/>
                  </a:lnTo>
                  <a:lnTo>
                    <a:pt x="11469" y="2588"/>
                  </a:lnTo>
                  <a:lnTo>
                    <a:pt x="11238" y="2279"/>
                  </a:lnTo>
                  <a:lnTo>
                    <a:pt x="11006" y="2009"/>
                  </a:lnTo>
                  <a:lnTo>
                    <a:pt x="10543" y="1584"/>
                  </a:lnTo>
                  <a:lnTo>
                    <a:pt x="10079" y="1198"/>
                  </a:lnTo>
                  <a:lnTo>
                    <a:pt x="9577" y="850"/>
                  </a:lnTo>
                  <a:lnTo>
                    <a:pt x="9037" y="580"/>
                  </a:lnTo>
                  <a:lnTo>
                    <a:pt x="8496" y="348"/>
                  </a:lnTo>
                  <a:lnTo>
                    <a:pt x="7917" y="194"/>
                  </a:lnTo>
                  <a:lnTo>
                    <a:pt x="7338" y="78"/>
                  </a:lnTo>
                  <a:lnTo>
                    <a:pt x="67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11"/>
            <p:cNvSpPr/>
            <p:nvPr/>
          </p:nvSpPr>
          <p:spPr>
            <a:xfrm>
              <a:off x="3907500" y="442282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0" y="464"/>
                  </a:moveTo>
                  <a:lnTo>
                    <a:pt x="11623" y="502"/>
                  </a:lnTo>
                  <a:lnTo>
                    <a:pt x="12048" y="541"/>
                  </a:lnTo>
                  <a:lnTo>
                    <a:pt x="12434" y="657"/>
                  </a:lnTo>
                  <a:lnTo>
                    <a:pt x="12627" y="734"/>
                  </a:lnTo>
                  <a:lnTo>
                    <a:pt x="12743" y="811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6" y="1699"/>
                  </a:lnTo>
                  <a:lnTo>
                    <a:pt x="12820" y="1892"/>
                  </a:lnTo>
                  <a:lnTo>
                    <a:pt x="12704" y="2086"/>
                  </a:lnTo>
                  <a:lnTo>
                    <a:pt x="12589" y="2240"/>
                  </a:lnTo>
                  <a:lnTo>
                    <a:pt x="12241" y="2472"/>
                  </a:lnTo>
                  <a:lnTo>
                    <a:pt x="11816" y="2742"/>
                  </a:lnTo>
                  <a:lnTo>
                    <a:pt x="11391" y="2935"/>
                  </a:lnTo>
                  <a:lnTo>
                    <a:pt x="10658" y="3205"/>
                  </a:lnTo>
                  <a:lnTo>
                    <a:pt x="9924" y="3437"/>
                  </a:lnTo>
                  <a:lnTo>
                    <a:pt x="9152" y="3707"/>
                  </a:lnTo>
                  <a:lnTo>
                    <a:pt x="8380" y="3900"/>
                  </a:lnTo>
                  <a:lnTo>
                    <a:pt x="7607" y="4094"/>
                  </a:lnTo>
                  <a:lnTo>
                    <a:pt x="6796" y="4287"/>
                  </a:lnTo>
                  <a:lnTo>
                    <a:pt x="5908" y="4441"/>
                  </a:lnTo>
                  <a:lnTo>
                    <a:pt x="5020" y="4596"/>
                  </a:lnTo>
                  <a:lnTo>
                    <a:pt x="4132" y="4711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0"/>
                  </a:lnTo>
                  <a:lnTo>
                    <a:pt x="1506" y="4673"/>
                  </a:lnTo>
                  <a:lnTo>
                    <a:pt x="1197" y="4557"/>
                  </a:lnTo>
                  <a:lnTo>
                    <a:pt x="888" y="4441"/>
                  </a:lnTo>
                  <a:lnTo>
                    <a:pt x="579" y="4248"/>
                  </a:lnTo>
                  <a:lnTo>
                    <a:pt x="657" y="4171"/>
                  </a:lnTo>
                  <a:lnTo>
                    <a:pt x="695" y="4055"/>
                  </a:lnTo>
                  <a:lnTo>
                    <a:pt x="695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1" y="3437"/>
                  </a:lnTo>
                  <a:lnTo>
                    <a:pt x="1313" y="3244"/>
                  </a:lnTo>
                  <a:lnTo>
                    <a:pt x="1854" y="2935"/>
                  </a:lnTo>
                  <a:lnTo>
                    <a:pt x="2278" y="2703"/>
                  </a:lnTo>
                  <a:lnTo>
                    <a:pt x="3012" y="2356"/>
                  </a:lnTo>
                  <a:lnTo>
                    <a:pt x="3707" y="2008"/>
                  </a:lnTo>
                  <a:lnTo>
                    <a:pt x="4479" y="1699"/>
                  </a:lnTo>
                  <a:lnTo>
                    <a:pt x="5252" y="1429"/>
                  </a:lnTo>
                  <a:lnTo>
                    <a:pt x="6024" y="1197"/>
                  </a:lnTo>
                  <a:lnTo>
                    <a:pt x="6835" y="1004"/>
                  </a:lnTo>
                  <a:lnTo>
                    <a:pt x="7607" y="811"/>
                  </a:lnTo>
                  <a:lnTo>
                    <a:pt x="8418" y="695"/>
                  </a:lnTo>
                  <a:lnTo>
                    <a:pt x="9229" y="580"/>
                  </a:lnTo>
                  <a:lnTo>
                    <a:pt x="10040" y="541"/>
                  </a:lnTo>
                  <a:lnTo>
                    <a:pt x="10735" y="502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1" y="1313"/>
                  </a:lnTo>
                  <a:lnTo>
                    <a:pt x="13708" y="1506"/>
                  </a:lnTo>
                  <a:lnTo>
                    <a:pt x="13747" y="1738"/>
                  </a:lnTo>
                  <a:lnTo>
                    <a:pt x="13708" y="2008"/>
                  </a:lnTo>
                  <a:lnTo>
                    <a:pt x="13631" y="2240"/>
                  </a:lnTo>
                  <a:lnTo>
                    <a:pt x="13515" y="2472"/>
                  </a:lnTo>
                  <a:lnTo>
                    <a:pt x="13399" y="2703"/>
                  </a:lnTo>
                  <a:lnTo>
                    <a:pt x="13206" y="2896"/>
                  </a:lnTo>
                  <a:lnTo>
                    <a:pt x="12859" y="3205"/>
                  </a:lnTo>
                  <a:lnTo>
                    <a:pt x="12473" y="3437"/>
                  </a:lnTo>
                  <a:lnTo>
                    <a:pt x="12048" y="3669"/>
                  </a:lnTo>
                  <a:lnTo>
                    <a:pt x="11623" y="3900"/>
                  </a:lnTo>
                  <a:lnTo>
                    <a:pt x="10658" y="4287"/>
                  </a:lnTo>
                  <a:lnTo>
                    <a:pt x="9731" y="4634"/>
                  </a:lnTo>
                  <a:lnTo>
                    <a:pt x="8766" y="4904"/>
                  </a:lnTo>
                  <a:lnTo>
                    <a:pt x="7762" y="5175"/>
                  </a:lnTo>
                  <a:lnTo>
                    <a:pt x="6758" y="5406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8"/>
                  </a:lnTo>
                  <a:lnTo>
                    <a:pt x="2780" y="5986"/>
                  </a:lnTo>
                  <a:lnTo>
                    <a:pt x="2278" y="5986"/>
                  </a:lnTo>
                  <a:lnTo>
                    <a:pt x="1815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5" y="5484"/>
                  </a:lnTo>
                  <a:lnTo>
                    <a:pt x="502" y="5252"/>
                  </a:lnTo>
                  <a:lnTo>
                    <a:pt x="348" y="5020"/>
                  </a:lnTo>
                  <a:lnTo>
                    <a:pt x="309" y="4866"/>
                  </a:lnTo>
                  <a:lnTo>
                    <a:pt x="309" y="4750"/>
                  </a:lnTo>
                  <a:lnTo>
                    <a:pt x="309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3"/>
                  </a:lnTo>
                  <a:lnTo>
                    <a:pt x="1931" y="5252"/>
                  </a:lnTo>
                  <a:lnTo>
                    <a:pt x="2587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6" y="5059"/>
                  </a:lnTo>
                  <a:lnTo>
                    <a:pt x="6912" y="4789"/>
                  </a:lnTo>
                  <a:lnTo>
                    <a:pt x="7839" y="4596"/>
                  </a:lnTo>
                  <a:lnTo>
                    <a:pt x="8727" y="4402"/>
                  </a:lnTo>
                  <a:lnTo>
                    <a:pt x="9615" y="4132"/>
                  </a:lnTo>
                  <a:lnTo>
                    <a:pt x="10503" y="3862"/>
                  </a:lnTo>
                  <a:lnTo>
                    <a:pt x="11353" y="3514"/>
                  </a:lnTo>
                  <a:lnTo>
                    <a:pt x="12164" y="3128"/>
                  </a:lnTo>
                  <a:lnTo>
                    <a:pt x="12434" y="2974"/>
                  </a:lnTo>
                  <a:lnTo>
                    <a:pt x="12704" y="2819"/>
                  </a:lnTo>
                  <a:lnTo>
                    <a:pt x="12936" y="2588"/>
                  </a:lnTo>
                  <a:lnTo>
                    <a:pt x="13129" y="2394"/>
                  </a:lnTo>
                  <a:lnTo>
                    <a:pt x="13322" y="2124"/>
                  </a:lnTo>
                  <a:lnTo>
                    <a:pt x="13438" y="1854"/>
                  </a:lnTo>
                  <a:lnTo>
                    <a:pt x="13515" y="1584"/>
                  </a:lnTo>
                  <a:lnTo>
                    <a:pt x="13515" y="1236"/>
                  </a:lnTo>
                  <a:lnTo>
                    <a:pt x="13477" y="1120"/>
                  </a:lnTo>
                  <a:close/>
                  <a:moveTo>
                    <a:pt x="10658" y="0"/>
                  </a:moveTo>
                  <a:lnTo>
                    <a:pt x="9886" y="39"/>
                  </a:lnTo>
                  <a:lnTo>
                    <a:pt x="9113" y="116"/>
                  </a:lnTo>
                  <a:lnTo>
                    <a:pt x="8302" y="232"/>
                  </a:lnTo>
                  <a:lnTo>
                    <a:pt x="7530" y="348"/>
                  </a:lnTo>
                  <a:lnTo>
                    <a:pt x="6719" y="541"/>
                  </a:lnTo>
                  <a:lnTo>
                    <a:pt x="5908" y="734"/>
                  </a:lnTo>
                  <a:lnTo>
                    <a:pt x="5020" y="1004"/>
                  </a:lnTo>
                  <a:lnTo>
                    <a:pt x="4132" y="1352"/>
                  </a:lnTo>
                  <a:lnTo>
                    <a:pt x="3244" y="1699"/>
                  </a:lnTo>
                  <a:lnTo>
                    <a:pt x="2394" y="2124"/>
                  </a:lnTo>
                  <a:lnTo>
                    <a:pt x="1776" y="2433"/>
                  </a:lnTo>
                  <a:lnTo>
                    <a:pt x="1390" y="2626"/>
                  </a:lnTo>
                  <a:lnTo>
                    <a:pt x="1043" y="2858"/>
                  </a:lnTo>
                  <a:lnTo>
                    <a:pt x="695" y="3090"/>
                  </a:lnTo>
                  <a:lnTo>
                    <a:pt x="463" y="3398"/>
                  </a:lnTo>
                  <a:lnTo>
                    <a:pt x="348" y="3553"/>
                  </a:lnTo>
                  <a:lnTo>
                    <a:pt x="270" y="3707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3" y="4132"/>
                  </a:lnTo>
                  <a:lnTo>
                    <a:pt x="193" y="4171"/>
                  </a:lnTo>
                  <a:lnTo>
                    <a:pt x="116" y="4325"/>
                  </a:lnTo>
                  <a:lnTo>
                    <a:pt x="39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5136"/>
                  </a:lnTo>
                  <a:lnTo>
                    <a:pt x="193" y="5445"/>
                  </a:lnTo>
                  <a:lnTo>
                    <a:pt x="348" y="5638"/>
                  </a:lnTo>
                  <a:lnTo>
                    <a:pt x="502" y="5831"/>
                  </a:lnTo>
                  <a:lnTo>
                    <a:pt x="695" y="5947"/>
                  </a:lnTo>
                  <a:lnTo>
                    <a:pt x="927" y="6063"/>
                  </a:lnTo>
                  <a:lnTo>
                    <a:pt x="965" y="6256"/>
                  </a:lnTo>
                  <a:lnTo>
                    <a:pt x="1274" y="6179"/>
                  </a:lnTo>
                  <a:lnTo>
                    <a:pt x="1313" y="6217"/>
                  </a:lnTo>
                  <a:lnTo>
                    <a:pt x="1313" y="6256"/>
                  </a:lnTo>
                  <a:lnTo>
                    <a:pt x="1352" y="6295"/>
                  </a:lnTo>
                  <a:lnTo>
                    <a:pt x="1467" y="6256"/>
                  </a:lnTo>
                  <a:lnTo>
                    <a:pt x="1815" y="6295"/>
                  </a:lnTo>
                  <a:lnTo>
                    <a:pt x="2394" y="6333"/>
                  </a:lnTo>
                  <a:lnTo>
                    <a:pt x="3012" y="6372"/>
                  </a:lnTo>
                  <a:lnTo>
                    <a:pt x="3591" y="6333"/>
                  </a:lnTo>
                  <a:lnTo>
                    <a:pt x="4171" y="6295"/>
                  </a:lnTo>
                  <a:lnTo>
                    <a:pt x="5368" y="6101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3" y="5522"/>
                  </a:lnTo>
                  <a:lnTo>
                    <a:pt x="9036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5" y="4132"/>
                  </a:lnTo>
                  <a:lnTo>
                    <a:pt x="12125" y="4248"/>
                  </a:lnTo>
                  <a:lnTo>
                    <a:pt x="12395" y="4287"/>
                  </a:lnTo>
                  <a:lnTo>
                    <a:pt x="12782" y="4711"/>
                  </a:lnTo>
                  <a:lnTo>
                    <a:pt x="13013" y="4518"/>
                  </a:lnTo>
                  <a:lnTo>
                    <a:pt x="12434" y="3939"/>
                  </a:lnTo>
                  <a:lnTo>
                    <a:pt x="12897" y="3669"/>
                  </a:lnTo>
                  <a:lnTo>
                    <a:pt x="13361" y="3321"/>
                  </a:lnTo>
                  <a:lnTo>
                    <a:pt x="13631" y="3051"/>
                  </a:lnTo>
                  <a:lnTo>
                    <a:pt x="13824" y="2703"/>
                  </a:lnTo>
                  <a:lnTo>
                    <a:pt x="14133" y="2626"/>
                  </a:lnTo>
                  <a:lnTo>
                    <a:pt x="14017" y="2317"/>
                  </a:lnTo>
                  <a:lnTo>
                    <a:pt x="14095" y="2008"/>
                  </a:lnTo>
                  <a:lnTo>
                    <a:pt x="14133" y="1738"/>
                  </a:lnTo>
                  <a:lnTo>
                    <a:pt x="14095" y="1468"/>
                  </a:lnTo>
                  <a:lnTo>
                    <a:pt x="14017" y="1236"/>
                  </a:lnTo>
                  <a:lnTo>
                    <a:pt x="13901" y="1004"/>
                  </a:lnTo>
                  <a:lnTo>
                    <a:pt x="13747" y="811"/>
                  </a:lnTo>
                  <a:lnTo>
                    <a:pt x="13477" y="618"/>
                  </a:lnTo>
                  <a:lnTo>
                    <a:pt x="13168" y="502"/>
                  </a:lnTo>
                  <a:lnTo>
                    <a:pt x="13091" y="502"/>
                  </a:lnTo>
                  <a:lnTo>
                    <a:pt x="12897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2" y="116"/>
                  </a:lnTo>
                  <a:lnTo>
                    <a:pt x="11816" y="3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11"/>
            <p:cNvSpPr/>
            <p:nvPr/>
          </p:nvSpPr>
          <p:spPr>
            <a:xfrm>
              <a:off x="299900" y="4449850"/>
              <a:ext cx="375550" cy="386175"/>
            </a:xfrm>
            <a:custGeom>
              <a:avLst/>
              <a:gdLst/>
              <a:ahLst/>
              <a:cxnLst/>
              <a:rect l="l" t="t" r="r" b="b"/>
              <a:pathLst>
                <a:path w="15022" h="15447" extrusionOk="0">
                  <a:moveTo>
                    <a:pt x="8032" y="503"/>
                  </a:move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05"/>
                  </a:lnTo>
                  <a:lnTo>
                    <a:pt x="10697" y="1236"/>
                  </a:lnTo>
                  <a:lnTo>
                    <a:pt x="11160" y="1507"/>
                  </a:lnTo>
                  <a:lnTo>
                    <a:pt x="11623" y="1815"/>
                  </a:lnTo>
                  <a:lnTo>
                    <a:pt x="10813" y="2163"/>
                  </a:lnTo>
                  <a:lnTo>
                    <a:pt x="10079" y="2588"/>
                  </a:lnTo>
                  <a:lnTo>
                    <a:pt x="9307" y="3090"/>
                  </a:lnTo>
                  <a:lnTo>
                    <a:pt x="8611" y="3592"/>
                  </a:lnTo>
                  <a:lnTo>
                    <a:pt x="7955" y="4171"/>
                  </a:lnTo>
                  <a:lnTo>
                    <a:pt x="7299" y="4789"/>
                  </a:lnTo>
                  <a:lnTo>
                    <a:pt x="6719" y="5445"/>
                  </a:lnTo>
                  <a:lnTo>
                    <a:pt x="6140" y="6140"/>
                  </a:lnTo>
                  <a:lnTo>
                    <a:pt x="5638" y="6835"/>
                  </a:lnTo>
                  <a:lnTo>
                    <a:pt x="5213" y="7608"/>
                  </a:lnTo>
                  <a:lnTo>
                    <a:pt x="4789" y="8380"/>
                  </a:lnTo>
                  <a:lnTo>
                    <a:pt x="4480" y="9191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3" y="11739"/>
                  </a:lnTo>
                  <a:lnTo>
                    <a:pt x="3746" y="12628"/>
                  </a:lnTo>
                  <a:lnTo>
                    <a:pt x="3592" y="12666"/>
                  </a:lnTo>
                  <a:lnTo>
                    <a:pt x="3283" y="11817"/>
                  </a:lnTo>
                  <a:lnTo>
                    <a:pt x="3051" y="11006"/>
                  </a:lnTo>
                  <a:lnTo>
                    <a:pt x="2858" y="10195"/>
                  </a:lnTo>
                  <a:lnTo>
                    <a:pt x="2703" y="9345"/>
                  </a:lnTo>
                  <a:lnTo>
                    <a:pt x="2588" y="8496"/>
                  </a:lnTo>
                  <a:lnTo>
                    <a:pt x="2549" y="7646"/>
                  </a:lnTo>
                  <a:lnTo>
                    <a:pt x="2588" y="6797"/>
                  </a:lnTo>
                  <a:lnTo>
                    <a:pt x="2703" y="5909"/>
                  </a:lnTo>
                  <a:lnTo>
                    <a:pt x="2858" y="5214"/>
                  </a:lnTo>
                  <a:lnTo>
                    <a:pt x="3051" y="4480"/>
                  </a:lnTo>
                  <a:lnTo>
                    <a:pt x="3321" y="3823"/>
                  </a:lnTo>
                  <a:lnTo>
                    <a:pt x="3669" y="3167"/>
                  </a:lnTo>
                  <a:lnTo>
                    <a:pt x="4016" y="2549"/>
                  </a:lnTo>
                  <a:lnTo>
                    <a:pt x="4441" y="1970"/>
                  </a:lnTo>
                  <a:lnTo>
                    <a:pt x="4904" y="1391"/>
                  </a:lnTo>
                  <a:lnTo>
                    <a:pt x="5406" y="850"/>
                  </a:lnTo>
                  <a:lnTo>
                    <a:pt x="5908" y="696"/>
                  </a:lnTo>
                  <a:lnTo>
                    <a:pt x="6410" y="618"/>
                  </a:lnTo>
                  <a:lnTo>
                    <a:pt x="6951" y="541"/>
                  </a:lnTo>
                  <a:lnTo>
                    <a:pt x="7492" y="503"/>
                  </a:lnTo>
                  <a:close/>
                  <a:moveTo>
                    <a:pt x="11971" y="2086"/>
                  </a:moveTo>
                  <a:lnTo>
                    <a:pt x="12357" y="2433"/>
                  </a:lnTo>
                  <a:lnTo>
                    <a:pt x="12705" y="2781"/>
                  </a:lnTo>
                  <a:lnTo>
                    <a:pt x="13052" y="3206"/>
                  </a:lnTo>
                  <a:lnTo>
                    <a:pt x="13322" y="3630"/>
                  </a:lnTo>
                  <a:lnTo>
                    <a:pt x="13593" y="4094"/>
                  </a:lnTo>
                  <a:lnTo>
                    <a:pt x="13863" y="4557"/>
                  </a:lnTo>
                  <a:lnTo>
                    <a:pt x="14056" y="5059"/>
                  </a:lnTo>
                  <a:lnTo>
                    <a:pt x="14211" y="5600"/>
                  </a:lnTo>
                  <a:lnTo>
                    <a:pt x="14326" y="6102"/>
                  </a:lnTo>
                  <a:lnTo>
                    <a:pt x="14442" y="6604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1"/>
                  </a:lnTo>
                  <a:lnTo>
                    <a:pt x="11392" y="7144"/>
                  </a:lnTo>
                  <a:lnTo>
                    <a:pt x="10658" y="7376"/>
                  </a:lnTo>
                  <a:lnTo>
                    <a:pt x="9963" y="7685"/>
                  </a:lnTo>
                  <a:lnTo>
                    <a:pt x="9229" y="8032"/>
                  </a:lnTo>
                  <a:lnTo>
                    <a:pt x="8534" y="8419"/>
                  </a:lnTo>
                  <a:lnTo>
                    <a:pt x="7878" y="8843"/>
                  </a:lnTo>
                  <a:lnTo>
                    <a:pt x="7260" y="9268"/>
                  </a:lnTo>
                  <a:lnTo>
                    <a:pt x="6642" y="9770"/>
                  </a:lnTo>
                  <a:lnTo>
                    <a:pt x="6102" y="10311"/>
                  </a:lnTo>
                  <a:lnTo>
                    <a:pt x="5561" y="10890"/>
                  </a:lnTo>
                  <a:lnTo>
                    <a:pt x="5098" y="11469"/>
                  </a:lnTo>
                  <a:lnTo>
                    <a:pt x="4634" y="12126"/>
                  </a:lnTo>
                  <a:lnTo>
                    <a:pt x="4248" y="12782"/>
                  </a:lnTo>
                  <a:lnTo>
                    <a:pt x="4132" y="12705"/>
                  </a:lnTo>
                  <a:lnTo>
                    <a:pt x="3978" y="12666"/>
                  </a:lnTo>
                  <a:lnTo>
                    <a:pt x="4094" y="11778"/>
                  </a:lnTo>
                  <a:lnTo>
                    <a:pt x="4325" y="10929"/>
                  </a:lnTo>
                  <a:lnTo>
                    <a:pt x="4557" y="10079"/>
                  </a:lnTo>
                  <a:lnTo>
                    <a:pt x="4866" y="9268"/>
                  </a:lnTo>
                  <a:lnTo>
                    <a:pt x="5213" y="8496"/>
                  </a:lnTo>
                  <a:lnTo>
                    <a:pt x="5600" y="7724"/>
                  </a:lnTo>
                  <a:lnTo>
                    <a:pt x="6024" y="6990"/>
                  </a:lnTo>
                  <a:lnTo>
                    <a:pt x="6526" y="6256"/>
                  </a:lnTo>
                  <a:lnTo>
                    <a:pt x="7067" y="5600"/>
                  </a:lnTo>
                  <a:lnTo>
                    <a:pt x="7607" y="4943"/>
                  </a:lnTo>
                  <a:lnTo>
                    <a:pt x="8225" y="4364"/>
                  </a:lnTo>
                  <a:lnTo>
                    <a:pt x="8920" y="3823"/>
                  </a:lnTo>
                  <a:lnTo>
                    <a:pt x="9615" y="3321"/>
                  </a:lnTo>
                  <a:lnTo>
                    <a:pt x="10349" y="2858"/>
                  </a:lnTo>
                  <a:lnTo>
                    <a:pt x="11121" y="2433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39"/>
                  </a:lnTo>
                  <a:lnTo>
                    <a:pt x="14442" y="8689"/>
                  </a:lnTo>
                  <a:lnTo>
                    <a:pt x="14288" y="9538"/>
                  </a:lnTo>
                  <a:lnTo>
                    <a:pt x="14172" y="9925"/>
                  </a:lnTo>
                  <a:lnTo>
                    <a:pt x="14056" y="10349"/>
                  </a:lnTo>
                  <a:lnTo>
                    <a:pt x="13902" y="10735"/>
                  </a:lnTo>
                  <a:lnTo>
                    <a:pt x="13709" y="11122"/>
                  </a:lnTo>
                  <a:lnTo>
                    <a:pt x="13516" y="11508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50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1" y="13014"/>
                  </a:lnTo>
                  <a:lnTo>
                    <a:pt x="11701" y="12898"/>
                  </a:lnTo>
                  <a:lnTo>
                    <a:pt x="11121" y="12743"/>
                  </a:lnTo>
                  <a:lnTo>
                    <a:pt x="10542" y="12628"/>
                  </a:lnTo>
                  <a:lnTo>
                    <a:pt x="10002" y="12550"/>
                  </a:lnTo>
                  <a:lnTo>
                    <a:pt x="9422" y="12473"/>
                  </a:lnTo>
                  <a:lnTo>
                    <a:pt x="8843" y="12435"/>
                  </a:lnTo>
                  <a:lnTo>
                    <a:pt x="8303" y="12435"/>
                  </a:lnTo>
                  <a:lnTo>
                    <a:pt x="7762" y="12473"/>
                  </a:lnTo>
                  <a:lnTo>
                    <a:pt x="7221" y="12550"/>
                  </a:lnTo>
                  <a:lnTo>
                    <a:pt x="6719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23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01"/>
                  </a:lnTo>
                  <a:lnTo>
                    <a:pt x="5870" y="11160"/>
                  </a:lnTo>
                  <a:lnTo>
                    <a:pt x="6410" y="10620"/>
                  </a:lnTo>
                  <a:lnTo>
                    <a:pt x="6990" y="10118"/>
                  </a:lnTo>
                  <a:lnTo>
                    <a:pt x="7569" y="9616"/>
                  </a:lnTo>
                  <a:lnTo>
                    <a:pt x="8148" y="9191"/>
                  </a:lnTo>
                  <a:lnTo>
                    <a:pt x="8766" y="8805"/>
                  </a:lnTo>
                  <a:lnTo>
                    <a:pt x="9422" y="8419"/>
                  </a:lnTo>
                  <a:lnTo>
                    <a:pt x="10079" y="8110"/>
                  </a:lnTo>
                  <a:lnTo>
                    <a:pt x="10735" y="7801"/>
                  </a:lnTo>
                  <a:lnTo>
                    <a:pt x="11469" y="7569"/>
                  </a:lnTo>
                  <a:lnTo>
                    <a:pt x="12164" y="7337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6"/>
                  </a:moveTo>
                  <a:lnTo>
                    <a:pt x="4055" y="1815"/>
                  </a:lnTo>
                  <a:lnTo>
                    <a:pt x="3630" y="2433"/>
                  </a:lnTo>
                  <a:lnTo>
                    <a:pt x="3244" y="3090"/>
                  </a:lnTo>
                  <a:lnTo>
                    <a:pt x="2935" y="3785"/>
                  </a:lnTo>
                  <a:lnTo>
                    <a:pt x="2665" y="4519"/>
                  </a:lnTo>
                  <a:lnTo>
                    <a:pt x="2472" y="5252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4"/>
                  </a:lnTo>
                  <a:lnTo>
                    <a:pt x="2394" y="9847"/>
                  </a:lnTo>
                  <a:lnTo>
                    <a:pt x="2549" y="10620"/>
                  </a:lnTo>
                  <a:lnTo>
                    <a:pt x="2781" y="11353"/>
                  </a:lnTo>
                  <a:lnTo>
                    <a:pt x="3012" y="12048"/>
                  </a:lnTo>
                  <a:lnTo>
                    <a:pt x="3321" y="12743"/>
                  </a:lnTo>
                  <a:lnTo>
                    <a:pt x="3128" y="12859"/>
                  </a:lnTo>
                  <a:lnTo>
                    <a:pt x="2935" y="13014"/>
                  </a:lnTo>
                  <a:lnTo>
                    <a:pt x="2819" y="13207"/>
                  </a:lnTo>
                  <a:lnTo>
                    <a:pt x="2742" y="13439"/>
                  </a:lnTo>
                  <a:lnTo>
                    <a:pt x="2394" y="12975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6" y="11585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075"/>
                  </a:lnTo>
                  <a:lnTo>
                    <a:pt x="541" y="8534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1"/>
                  </a:lnTo>
                  <a:lnTo>
                    <a:pt x="773" y="5870"/>
                  </a:lnTo>
                  <a:lnTo>
                    <a:pt x="927" y="5291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1970"/>
                  </a:lnTo>
                  <a:lnTo>
                    <a:pt x="3939" y="1584"/>
                  </a:lnTo>
                  <a:lnTo>
                    <a:pt x="4518" y="1236"/>
                  </a:lnTo>
                  <a:close/>
                  <a:moveTo>
                    <a:pt x="3862" y="12975"/>
                  </a:moveTo>
                  <a:lnTo>
                    <a:pt x="4016" y="13014"/>
                  </a:lnTo>
                  <a:lnTo>
                    <a:pt x="4171" y="13130"/>
                  </a:lnTo>
                  <a:lnTo>
                    <a:pt x="4287" y="13284"/>
                  </a:lnTo>
                  <a:lnTo>
                    <a:pt x="4325" y="13439"/>
                  </a:lnTo>
                  <a:lnTo>
                    <a:pt x="4364" y="13593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5" y="13786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00"/>
                  </a:lnTo>
                  <a:lnTo>
                    <a:pt x="3051" y="13439"/>
                  </a:lnTo>
                  <a:lnTo>
                    <a:pt x="2974" y="13516"/>
                  </a:lnTo>
                  <a:lnTo>
                    <a:pt x="3051" y="13361"/>
                  </a:lnTo>
                  <a:lnTo>
                    <a:pt x="3167" y="13207"/>
                  </a:lnTo>
                  <a:lnTo>
                    <a:pt x="3321" y="13091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8187" y="12821"/>
                  </a:moveTo>
                  <a:lnTo>
                    <a:pt x="9152" y="12859"/>
                  </a:lnTo>
                  <a:lnTo>
                    <a:pt x="9615" y="12898"/>
                  </a:lnTo>
                  <a:lnTo>
                    <a:pt x="10117" y="12937"/>
                  </a:lnTo>
                  <a:lnTo>
                    <a:pt x="10504" y="13014"/>
                  </a:lnTo>
                  <a:lnTo>
                    <a:pt x="11006" y="13091"/>
                  </a:lnTo>
                  <a:lnTo>
                    <a:pt x="11508" y="13245"/>
                  </a:lnTo>
                  <a:lnTo>
                    <a:pt x="11701" y="13323"/>
                  </a:lnTo>
                  <a:lnTo>
                    <a:pt x="11894" y="13439"/>
                  </a:lnTo>
                  <a:lnTo>
                    <a:pt x="11508" y="13747"/>
                  </a:lnTo>
                  <a:lnTo>
                    <a:pt x="11083" y="14018"/>
                  </a:lnTo>
                  <a:lnTo>
                    <a:pt x="10658" y="14249"/>
                  </a:lnTo>
                  <a:lnTo>
                    <a:pt x="10233" y="14442"/>
                  </a:lnTo>
                  <a:lnTo>
                    <a:pt x="9770" y="14597"/>
                  </a:lnTo>
                  <a:lnTo>
                    <a:pt x="9307" y="14751"/>
                  </a:lnTo>
                  <a:lnTo>
                    <a:pt x="8843" y="14829"/>
                  </a:lnTo>
                  <a:lnTo>
                    <a:pt x="8341" y="14906"/>
                  </a:lnTo>
                  <a:lnTo>
                    <a:pt x="7878" y="14944"/>
                  </a:lnTo>
                  <a:lnTo>
                    <a:pt x="7376" y="14944"/>
                  </a:lnTo>
                  <a:lnTo>
                    <a:pt x="6912" y="14906"/>
                  </a:lnTo>
                  <a:lnTo>
                    <a:pt x="6410" y="14867"/>
                  </a:lnTo>
                  <a:lnTo>
                    <a:pt x="5947" y="14751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6" y="14288"/>
                  </a:lnTo>
                  <a:lnTo>
                    <a:pt x="4711" y="14018"/>
                  </a:lnTo>
                  <a:lnTo>
                    <a:pt x="4750" y="13709"/>
                  </a:lnTo>
                  <a:lnTo>
                    <a:pt x="4711" y="13593"/>
                  </a:lnTo>
                  <a:lnTo>
                    <a:pt x="5561" y="13284"/>
                  </a:lnTo>
                  <a:lnTo>
                    <a:pt x="6410" y="13091"/>
                  </a:lnTo>
                  <a:lnTo>
                    <a:pt x="7299" y="12937"/>
                  </a:lnTo>
                  <a:lnTo>
                    <a:pt x="8187" y="12821"/>
                  </a:lnTo>
                  <a:close/>
                  <a:moveTo>
                    <a:pt x="6990" y="1"/>
                  </a:moveTo>
                  <a:lnTo>
                    <a:pt x="6449" y="78"/>
                  </a:lnTo>
                  <a:lnTo>
                    <a:pt x="5870" y="194"/>
                  </a:lnTo>
                  <a:lnTo>
                    <a:pt x="5329" y="348"/>
                  </a:lnTo>
                  <a:lnTo>
                    <a:pt x="4789" y="580"/>
                  </a:lnTo>
                  <a:lnTo>
                    <a:pt x="4248" y="811"/>
                  </a:lnTo>
                  <a:lnTo>
                    <a:pt x="3785" y="1082"/>
                  </a:lnTo>
                  <a:lnTo>
                    <a:pt x="3283" y="1391"/>
                  </a:lnTo>
                  <a:lnTo>
                    <a:pt x="2819" y="1738"/>
                  </a:lnTo>
                  <a:lnTo>
                    <a:pt x="2394" y="2124"/>
                  </a:lnTo>
                  <a:lnTo>
                    <a:pt x="2008" y="2549"/>
                  </a:lnTo>
                  <a:lnTo>
                    <a:pt x="1622" y="3013"/>
                  </a:lnTo>
                  <a:lnTo>
                    <a:pt x="1275" y="3476"/>
                  </a:lnTo>
                  <a:lnTo>
                    <a:pt x="966" y="3978"/>
                  </a:lnTo>
                  <a:lnTo>
                    <a:pt x="695" y="4596"/>
                  </a:lnTo>
                  <a:lnTo>
                    <a:pt x="425" y="5214"/>
                  </a:lnTo>
                  <a:lnTo>
                    <a:pt x="232" y="5870"/>
                  </a:lnTo>
                  <a:lnTo>
                    <a:pt x="116" y="6526"/>
                  </a:lnTo>
                  <a:lnTo>
                    <a:pt x="39" y="7222"/>
                  </a:lnTo>
                  <a:lnTo>
                    <a:pt x="0" y="7878"/>
                  </a:lnTo>
                  <a:lnTo>
                    <a:pt x="39" y="8573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199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1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481"/>
                  </a:lnTo>
                  <a:lnTo>
                    <a:pt x="4132" y="14597"/>
                  </a:lnTo>
                  <a:lnTo>
                    <a:pt x="4557" y="14790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53"/>
                  </a:lnTo>
                  <a:lnTo>
                    <a:pt x="6333" y="15369"/>
                  </a:lnTo>
                  <a:lnTo>
                    <a:pt x="6797" y="15408"/>
                  </a:lnTo>
                  <a:lnTo>
                    <a:pt x="7299" y="15446"/>
                  </a:lnTo>
                  <a:lnTo>
                    <a:pt x="8225" y="15446"/>
                  </a:lnTo>
                  <a:lnTo>
                    <a:pt x="8689" y="15369"/>
                  </a:lnTo>
                  <a:lnTo>
                    <a:pt x="9152" y="15292"/>
                  </a:lnTo>
                  <a:lnTo>
                    <a:pt x="9615" y="15176"/>
                  </a:lnTo>
                  <a:lnTo>
                    <a:pt x="10079" y="15022"/>
                  </a:lnTo>
                  <a:lnTo>
                    <a:pt x="10542" y="14867"/>
                  </a:lnTo>
                  <a:lnTo>
                    <a:pt x="10967" y="14674"/>
                  </a:lnTo>
                  <a:lnTo>
                    <a:pt x="11392" y="14442"/>
                  </a:lnTo>
                  <a:lnTo>
                    <a:pt x="11855" y="14134"/>
                  </a:lnTo>
                  <a:lnTo>
                    <a:pt x="12318" y="13747"/>
                  </a:lnTo>
                  <a:lnTo>
                    <a:pt x="12743" y="13361"/>
                  </a:lnTo>
                  <a:lnTo>
                    <a:pt x="13129" y="12975"/>
                  </a:lnTo>
                  <a:lnTo>
                    <a:pt x="13477" y="12512"/>
                  </a:lnTo>
                  <a:lnTo>
                    <a:pt x="13786" y="12048"/>
                  </a:lnTo>
                  <a:lnTo>
                    <a:pt x="14056" y="11546"/>
                  </a:lnTo>
                  <a:lnTo>
                    <a:pt x="14288" y="11044"/>
                  </a:lnTo>
                  <a:lnTo>
                    <a:pt x="14520" y="10504"/>
                  </a:lnTo>
                  <a:lnTo>
                    <a:pt x="14674" y="9963"/>
                  </a:lnTo>
                  <a:lnTo>
                    <a:pt x="14828" y="9423"/>
                  </a:lnTo>
                  <a:lnTo>
                    <a:pt x="14906" y="8843"/>
                  </a:lnTo>
                  <a:lnTo>
                    <a:pt x="14983" y="8264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4" y="6565"/>
                  </a:lnTo>
                  <a:lnTo>
                    <a:pt x="14828" y="5986"/>
                  </a:lnTo>
                  <a:lnTo>
                    <a:pt x="14674" y="5368"/>
                  </a:lnTo>
                  <a:lnTo>
                    <a:pt x="14481" y="4789"/>
                  </a:lnTo>
                  <a:lnTo>
                    <a:pt x="14249" y="4248"/>
                  </a:lnTo>
                  <a:lnTo>
                    <a:pt x="13979" y="3708"/>
                  </a:lnTo>
                  <a:lnTo>
                    <a:pt x="13670" y="3206"/>
                  </a:lnTo>
                  <a:lnTo>
                    <a:pt x="13322" y="2742"/>
                  </a:lnTo>
                  <a:lnTo>
                    <a:pt x="12936" y="2279"/>
                  </a:lnTo>
                  <a:lnTo>
                    <a:pt x="12512" y="1893"/>
                  </a:lnTo>
                  <a:lnTo>
                    <a:pt x="12048" y="1507"/>
                  </a:lnTo>
                  <a:lnTo>
                    <a:pt x="11585" y="1159"/>
                  </a:lnTo>
                  <a:lnTo>
                    <a:pt x="11083" y="850"/>
                  </a:lnTo>
                  <a:lnTo>
                    <a:pt x="10542" y="580"/>
                  </a:lnTo>
                  <a:lnTo>
                    <a:pt x="9963" y="387"/>
                  </a:lnTo>
                  <a:lnTo>
                    <a:pt x="9384" y="194"/>
                  </a:lnTo>
                  <a:lnTo>
                    <a:pt x="8766" y="78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11"/>
            <p:cNvSpPr/>
            <p:nvPr/>
          </p:nvSpPr>
          <p:spPr>
            <a:xfrm>
              <a:off x="2298225" y="4462400"/>
              <a:ext cx="461475" cy="306050"/>
            </a:xfrm>
            <a:custGeom>
              <a:avLst/>
              <a:gdLst/>
              <a:ahLst/>
              <a:cxnLst/>
              <a:rect l="l" t="t" r="r" b="b"/>
              <a:pathLst>
                <a:path w="18459" h="12242" extrusionOk="0">
                  <a:moveTo>
                    <a:pt x="17609" y="4943"/>
                  </a:moveTo>
                  <a:lnTo>
                    <a:pt x="17763" y="4982"/>
                  </a:lnTo>
                  <a:lnTo>
                    <a:pt x="17879" y="5020"/>
                  </a:lnTo>
                  <a:lnTo>
                    <a:pt x="17917" y="5098"/>
                  </a:lnTo>
                  <a:lnTo>
                    <a:pt x="17956" y="5175"/>
                  </a:lnTo>
                  <a:lnTo>
                    <a:pt x="17956" y="5407"/>
                  </a:lnTo>
                  <a:lnTo>
                    <a:pt x="17956" y="5638"/>
                  </a:lnTo>
                  <a:lnTo>
                    <a:pt x="17879" y="5793"/>
                  </a:lnTo>
                  <a:lnTo>
                    <a:pt x="17763" y="5986"/>
                  </a:lnTo>
                  <a:lnTo>
                    <a:pt x="17570" y="6140"/>
                  </a:lnTo>
                  <a:lnTo>
                    <a:pt x="17222" y="6372"/>
                  </a:lnTo>
                  <a:lnTo>
                    <a:pt x="16913" y="6526"/>
                  </a:lnTo>
                  <a:lnTo>
                    <a:pt x="16566" y="6642"/>
                  </a:lnTo>
                  <a:lnTo>
                    <a:pt x="16257" y="6681"/>
                  </a:lnTo>
                  <a:lnTo>
                    <a:pt x="15909" y="6720"/>
                  </a:lnTo>
                  <a:lnTo>
                    <a:pt x="16141" y="6140"/>
                  </a:lnTo>
                  <a:lnTo>
                    <a:pt x="16257" y="5870"/>
                  </a:lnTo>
                  <a:lnTo>
                    <a:pt x="16411" y="5600"/>
                  </a:lnTo>
                  <a:lnTo>
                    <a:pt x="16605" y="5368"/>
                  </a:lnTo>
                  <a:lnTo>
                    <a:pt x="16798" y="5175"/>
                  </a:lnTo>
                  <a:lnTo>
                    <a:pt x="17068" y="5059"/>
                  </a:lnTo>
                  <a:lnTo>
                    <a:pt x="17377" y="4943"/>
                  </a:lnTo>
                  <a:close/>
                  <a:moveTo>
                    <a:pt x="13747" y="6295"/>
                  </a:moveTo>
                  <a:lnTo>
                    <a:pt x="14056" y="6333"/>
                  </a:lnTo>
                  <a:lnTo>
                    <a:pt x="14365" y="6411"/>
                  </a:lnTo>
                  <a:lnTo>
                    <a:pt x="14597" y="6526"/>
                  </a:lnTo>
                  <a:lnTo>
                    <a:pt x="14828" y="6681"/>
                  </a:lnTo>
                  <a:lnTo>
                    <a:pt x="15060" y="6835"/>
                  </a:lnTo>
                  <a:lnTo>
                    <a:pt x="14983" y="6951"/>
                  </a:lnTo>
                  <a:lnTo>
                    <a:pt x="14519" y="7067"/>
                  </a:lnTo>
                  <a:lnTo>
                    <a:pt x="14056" y="7144"/>
                  </a:lnTo>
                  <a:lnTo>
                    <a:pt x="13515" y="7144"/>
                  </a:lnTo>
                  <a:lnTo>
                    <a:pt x="13206" y="7106"/>
                  </a:lnTo>
                  <a:lnTo>
                    <a:pt x="12936" y="6990"/>
                  </a:lnTo>
                  <a:lnTo>
                    <a:pt x="12820" y="6951"/>
                  </a:lnTo>
                  <a:lnTo>
                    <a:pt x="12782" y="6874"/>
                  </a:lnTo>
                  <a:lnTo>
                    <a:pt x="12782" y="6758"/>
                  </a:lnTo>
                  <a:lnTo>
                    <a:pt x="12859" y="6642"/>
                  </a:lnTo>
                  <a:lnTo>
                    <a:pt x="12936" y="6449"/>
                  </a:lnTo>
                  <a:lnTo>
                    <a:pt x="13052" y="6333"/>
                  </a:lnTo>
                  <a:lnTo>
                    <a:pt x="13206" y="6295"/>
                  </a:lnTo>
                  <a:close/>
                  <a:moveTo>
                    <a:pt x="15523" y="7222"/>
                  </a:moveTo>
                  <a:lnTo>
                    <a:pt x="16064" y="7608"/>
                  </a:lnTo>
                  <a:lnTo>
                    <a:pt x="16334" y="7839"/>
                  </a:lnTo>
                  <a:lnTo>
                    <a:pt x="16566" y="8071"/>
                  </a:lnTo>
                  <a:lnTo>
                    <a:pt x="16798" y="8303"/>
                  </a:lnTo>
                  <a:lnTo>
                    <a:pt x="16991" y="8573"/>
                  </a:lnTo>
                  <a:lnTo>
                    <a:pt x="17068" y="8882"/>
                  </a:lnTo>
                  <a:lnTo>
                    <a:pt x="17107" y="9036"/>
                  </a:lnTo>
                  <a:lnTo>
                    <a:pt x="17107" y="9229"/>
                  </a:lnTo>
                  <a:lnTo>
                    <a:pt x="17068" y="9423"/>
                  </a:lnTo>
                  <a:lnTo>
                    <a:pt x="16952" y="9538"/>
                  </a:lnTo>
                  <a:lnTo>
                    <a:pt x="16836" y="9616"/>
                  </a:lnTo>
                  <a:lnTo>
                    <a:pt x="16682" y="9654"/>
                  </a:lnTo>
                  <a:lnTo>
                    <a:pt x="16527" y="9654"/>
                  </a:lnTo>
                  <a:lnTo>
                    <a:pt x="16373" y="9577"/>
                  </a:lnTo>
                  <a:lnTo>
                    <a:pt x="16218" y="9461"/>
                  </a:lnTo>
                  <a:lnTo>
                    <a:pt x="16103" y="9307"/>
                  </a:lnTo>
                  <a:lnTo>
                    <a:pt x="15909" y="8959"/>
                  </a:lnTo>
                  <a:lnTo>
                    <a:pt x="15716" y="8573"/>
                  </a:lnTo>
                  <a:lnTo>
                    <a:pt x="15639" y="8226"/>
                  </a:lnTo>
                  <a:lnTo>
                    <a:pt x="15562" y="7917"/>
                  </a:lnTo>
                  <a:lnTo>
                    <a:pt x="15523" y="7569"/>
                  </a:lnTo>
                  <a:lnTo>
                    <a:pt x="15523" y="7222"/>
                  </a:lnTo>
                  <a:close/>
                  <a:moveTo>
                    <a:pt x="5020" y="464"/>
                  </a:moveTo>
                  <a:lnTo>
                    <a:pt x="5638" y="541"/>
                  </a:lnTo>
                  <a:lnTo>
                    <a:pt x="6217" y="696"/>
                  </a:lnTo>
                  <a:lnTo>
                    <a:pt x="6758" y="927"/>
                  </a:lnTo>
                  <a:lnTo>
                    <a:pt x="7260" y="1236"/>
                  </a:lnTo>
                  <a:lnTo>
                    <a:pt x="7723" y="1622"/>
                  </a:lnTo>
                  <a:lnTo>
                    <a:pt x="8186" y="2047"/>
                  </a:lnTo>
                  <a:lnTo>
                    <a:pt x="8534" y="2549"/>
                  </a:lnTo>
                  <a:lnTo>
                    <a:pt x="8804" y="3013"/>
                  </a:lnTo>
                  <a:lnTo>
                    <a:pt x="9036" y="3437"/>
                  </a:lnTo>
                  <a:lnTo>
                    <a:pt x="9229" y="3901"/>
                  </a:lnTo>
                  <a:lnTo>
                    <a:pt x="9384" y="4403"/>
                  </a:lnTo>
                  <a:lnTo>
                    <a:pt x="9654" y="5368"/>
                  </a:lnTo>
                  <a:lnTo>
                    <a:pt x="9924" y="6333"/>
                  </a:lnTo>
                  <a:lnTo>
                    <a:pt x="10040" y="6758"/>
                  </a:lnTo>
                  <a:lnTo>
                    <a:pt x="10194" y="7144"/>
                  </a:lnTo>
                  <a:lnTo>
                    <a:pt x="10388" y="7530"/>
                  </a:lnTo>
                  <a:lnTo>
                    <a:pt x="10619" y="7878"/>
                  </a:lnTo>
                  <a:lnTo>
                    <a:pt x="10890" y="8187"/>
                  </a:lnTo>
                  <a:lnTo>
                    <a:pt x="11198" y="8419"/>
                  </a:lnTo>
                  <a:lnTo>
                    <a:pt x="11585" y="8612"/>
                  </a:lnTo>
                  <a:lnTo>
                    <a:pt x="12009" y="8766"/>
                  </a:lnTo>
                  <a:lnTo>
                    <a:pt x="12357" y="8805"/>
                  </a:lnTo>
                  <a:lnTo>
                    <a:pt x="12704" y="8766"/>
                  </a:lnTo>
                  <a:lnTo>
                    <a:pt x="13013" y="8728"/>
                  </a:lnTo>
                  <a:lnTo>
                    <a:pt x="13322" y="8650"/>
                  </a:lnTo>
                  <a:lnTo>
                    <a:pt x="13631" y="8534"/>
                  </a:lnTo>
                  <a:lnTo>
                    <a:pt x="13901" y="8419"/>
                  </a:lnTo>
                  <a:lnTo>
                    <a:pt x="14172" y="8226"/>
                  </a:lnTo>
                  <a:lnTo>
                    <a:pt x="14442" y="8071"/>
                  </a:lnTo>
                  <a:lnTo>
                    <a:pt x="13940" y="8689"/>
                  </a:lnTo>
                  <a:lnTo>
                    <a:pt x="13361" y="9307"/>
                  </a:lnTo>
                  <a:lnTo>
                    <a:pt x="12743" y="9847"/>
                  </a:lnTo>
                  <a:lnTo>
                    <a:pt x="12087" y="10311"/>
                  </a:lnTo>
                  <a:lnTo>
                    <a:pt x="11392" y="10735"/>
                  </a:lnTo>
                  <a:lnTo>
                    <a:pt x="10658" y="11083"/>
                  </a:lnTo>
                  <a:lnTo>
                    <a:pt x="9847" y="11353"/>
                  </a:lnTo>
                  <a:lnTo>
                    <a:pt x="9036" y="11585"/>
                  </a:lnTo>
                  <a:lnTo>
                    <a:pt x="8418" y="11662"/>
                  </a:lnTo>
                  <a:lnTo>
                    <a:pt x="7839" y="11739"/>
                  </a:lnTo>
                  <a:lnTo>
                    <a:pt x="7260" y="11739"/>
                  </a:lnTo>
                  <a:lnTo>
                    <a:pt x="6680" y="11701"/>
                  </a:lnTo>
                  <a:lnTo>
                    <a:pt x="6101" y="11624"/>
                  </a:lnTo>
                  <a:lnTo>
                    <a:pt x="5561" y="11508"/>
                  </a:lnTo>
                  <a:lnTo>
                    <a:pt x="5020" y="11353"/>
                  </a:lnTo>
                  <a:lnTo>
                    <a:pt x="4518" y="11160"/>
                  </a:lnTo>
                  <a:lnTo>
                    <a:pt x="4016" y="10929"/>
                  </a:lnTo>
                  <a:lnTo>
                    <a:pt x="3514" y="10620"/>
                  </a:lnTo>
                  <a:lnTo>
                    <a:pt x="3089" y="10311"/>
                  </a:lnTo>
                  <a:lnTo>
                    <a:pt x="2626" y="9925"/>
                  </a:lnTo>
                  <a:lnTo>
                    <a:pt x="2240" y="9538"/>
                  </a:lnTo>
                  <a:lnTo>
                    <a:pt x="1854" y="9075"/>
                  </a:lnTo>
                  <a:lnTo>
                    <a:pt x="1545" y="8573"/>
                  </a:lnTo>
                  <a:lnTo>
                    <a:pt x="1236" y="8071"/>
                  </a:lnTo>
                  <a:lnTo>
                    <a:pt x="965" y="7492"/>
                  </a:lnTo>
                  <a:lnTo>
                    <a:pt x="734" y="6913"/>
                  </a:lnTo>
                  <a:lnTo>
                    <a:pt x="579" y="6295"/>
                  </a:lnTo>
                  <a:lnTo>
                    <a:pt x="464" y="5677"/>
                  </a:lnTo>
                  <a:lnTo>
                    <a:pt x="425" y="5059"/>
                  </a:lnTo>
                  <a:lnTo>
                    <a:pt x="425" y="4441"/>
                  </a:lnTo>
                  <a:lnTo>
                    <a:pt x="541" y="3823"/>
                  </a:lnTo>
                  <a:lnTo>
                    <a:pt x="695" y="3244"/>
                  </a:lnTo>
                  <a:lnTo>
                    <a:pt x="965" y="2704"/>
                  </a:lnTo>
                  <a:lnTo>
                    <a:pt x="1313" y="2163"/>
                  </a:lnTo>
                  <a:lnTo>
                    <a:pt x="1699" y="1738"/>
                  </a:lnTo>
                  <a:lnTo>
                    <a:pt x="2163" y="1313"/>
                  </a:lnTo>
                  <a:lnTo>
                    <a:pt x="2665" y="1005"/>
                  </a:lnTo>
                  <a:lnTo>
                    <a:pt x="3205" y="734"/>
                  </a:lnTo>
                  <a:lnTo>
                    <a:pt x="3784" y="580"/>
                  </a:lnTo>
                  <a:lnTo>
                    <a:pt x="4402" y="464"/>
                  </a:lnTo>
                  <a:close/>
                  <a:moveTo>
                    <a:pt x="4634" y="1"/>
                  </a:moveTo>
                  <a:lnTo>
                    <a:pt x="4248" y="39"/>
                  </a:lnTo>
                  <a:lnTo>
                    <a:pt x="3900" y="78"/>
                  </a:lnTo>
                  <a:lnTo>
                    <a:pt x="3514" y="155"/>
                  </a:lnTo>
                  <a:lnTo>
                    <a:pt x="3128" y="271"/>
                  </a:lnTo>
                  <a:lnTo>
                    <a:pt x="2780" y="425"/>
                  </a:lnTo>
                  <a:lnTo>
                    <a:pt x="2433" y="618"/>
                  </a:lnTo>
                  <a:lnTo>
                    <a:pt x="2085" y="850"/>
                  </a:lnTo>
                  <a:lnTo>
                    <a:pt x="1622" y="1198"/>
                  </a:lnTo>
                  <a:lnTo>
                    <a:pt x="1236" y="1584"/>
                  </a:lnTo>
                  <a:lnTo>
                    <a:pt x="888" y="2009"/>
                  </a:lnTo>
                  <a:lnTo>
                    <a:pt x="618" y="2433"/>
                  </a:lnTo>
                  <a:lnTo>
                    <a:pt x="386" y="2897"/>
                  </a:lnTo>
                  <a:lnTo>
                    <a:pt x="232" y="3399"/>
                  </a:lnTo>
                  <a:lnTo>
                    <a:pt x="77" y="3901"/>
                  </a:lnTo>
                  <a:lnTo>
                    <a:pt x="0" y="4403"/>
                  </a:lnTo>
                  <a:lnTo>
                    <a:pt x="0" y="4905"/>
                  </a:lnTo>
                  <a:lnTo>
                    <a:pt x="0" y="5445"/>
                  </a:lnTo>
                  <a:lnTo>
                    <a:pt x="77" y="5986"/>
                  </a:lnTo>
                  <a:lnTo>
                    <a:pt x="155" y="6488"/>
                  </a:lnTo>
                  <a:lnTo>
                    <a:pt x="309" y="7028"/>
                  </a:lnTo>
                  <a:lnTo>
                    <a:pt x="464" y="7530"/>
                  </a:lnTo>
                  <a:lnTo>
                    <a:pt x="695" y="8032"/>
                  </a:lnTo>
                  <a:lnTo>
                    <a:pt x="927" y="8496"/>
                  </a:lnTo>
                  <a:lnTo>
                    <a:pt x="1274" y="9075"/>
                  </a:lnTo>
                  <a:lnTo>
                    <a:pt x="1661" y="9616"/>
                  </a:lnTo>
                  <a:lnTo>
                    <a:pt x="2124" y="10079"/>
                  </a:lnTo>
                  <a:lnTo>
                    <a:pt x="2587" y="10542"/>
                  </a:lnTo>
                  <a:lnTo>
                    <a:pt x="3089" y="10929"/>
                  </a:lnTo>
                  <a:lnTo>
                    <a:pt x="3591" y="11276"/>
                  </a:lnTo>
                  <a:lnTo>
                    <a:pt x="4171" y="11546"/>
                  </a:lnTo>
                  <a:lnTo>
                    <a:pt x="4750" y="11778"/>
                  </a:lnTo>
                  <a:lnTo>
                    <a:pt x="4750" y="11933"/>
                  </a:lnTo>
                  <a:lnTo>
                    <a:pt x="5097" y="11894"/>
                  </a:lnTo>
                  <a:lnTo>
                    <a:pt x="5908" y="12087"/>
                  </a:lnTo>
                  <a:lnTo>
                    <a:pt x="6719" y="12203"/>
                  </a:lnTo>
                  <a:lnTo>
                    <a:pt x="7569" y="12241"/>
                  </a:lnTo>
                  <a:lnTo>
                    <a:pt x="8418" y="12164"/>
                  </a:lnTo>
                  <a:lnTo>
                    <a:pt x="9190" y="12048"/>
                  </a:lnTo>
                  <a:lnTo>
                    <a:pt x="9963" y="11855"/>
                  </a:lnTo>
                  <a:lnTo>
                    <a:pt x="10310" y="11739"/>
                  </a:lnTo>
                  <a:lnTo>
                    <a:pt x="10272" y="11739"/>
                  </a:lnTo>
                  <a:lnTo>
                    <a:pt x="11083" y="11431"/>
                  </a:lnTo>
                  <a:lnTo>
                    <a:pt x="11855" y="11044"/>
                  </a:lnTo>
                  <a:lnTo>
                    <a:pt x="12550" y="10581"/>
                  </a:lnTo>
                  <a:lnTo>
                    <a:pt x="13245" y="10079"/>
                  </a:lnTo>
                  <a:lnTo>
                    <a:pt x="13863" y="9500"/>
                  </a:lnTo>
                  <a:lnTo>
                    <a:pt x="14133" y="9191"/>
                  </a:lnTo>
                  <a:lnTo>
                    <a:pt x="14403" y="8882"/>
                  </a:lnTo>
                  <a:lnTo>
                    <a:pt x="14635" y="8534"/>
                  </a:lnTo>
                  <a:lnTo>
                    <a:pt x="14867" y="8187"/>
                  </a:lnTo>
                  <a:lnTo>
                    <a:pt x="15060" y="7801"/>
                  </a:lnTo>
                  <a:lnTo>
                    <a:pt x="15253" y="7415"/>
                  </a:lnTo>
                  <a:lnTo>
                    <a:pt x="15253" y="7917"/>
                  </a:lnTo>
                  <a:lnTo>
                    <a:pt x="15330" y="8419"/>
                  </a:lnTo>
                  <a:lnTo>
                    <a:pt x="15485" y="8882"/>
                  </a:lnTo>
                  <a:lnTo>
                    <a:pt x="15678" y="9345"/>
                  </a:lnTo>
                  <a:lnTo>
                    <a:pt x="15794" y="9538"/>
                  </a:lnTo>
                  <a:lnTo>
                    <a:pt x="15948" y="9731"/>
                  </a:lnTo>
                  <a:lnTo>
                    <a:pt x="16103" y="9886"/>
                  </a:lnTo>
                  <a:lnTo>
                    <a:pt x="16257" y="10040"/>
                  </a:lnTo>
                  <a:lnTo>
                    <a:pt x="16489" y="10156"/>
                  </a:lnTo>
                  <a:lnTo>
                    <a:pt x="16682" y="10195"/>
                  </a:lnTo>
                  <a:lnTo>
                    <a:pt x="16913" y="10156"/>
                  </a:lnTo>
                  <a:lnTo>
                    <a:pt x="17107" y="10040"/>
                  </a:lnTo>
                  <a:lnTo>
                    <a:pt x="17300" y="9886"/>
                  </a:lnTo>
                  <a:lnTo>
                    <a:pt x="17377" y="9693"/>
                  </a:lnTo>
                  <a:lnTo>
                    <a:pt x="17454" y="9500"/>
                  </a:lnTo>
                  <a:lnTo>
                    <a:pt x="17493" y="9268"/>
                  </a:lnTo>
                  <a:lnTo>
                    <a:pt x="17493" y="9075"/>
                  </a:lnTo>
                  <a:lnTo>
                    <a:pt x="17454" y="8843"/>
                  </a:lnTo>
                  <a:lnTo>
                    <a:pt x="17415" y="8650"/>
                  </a:lnTo>
                  <a:lnTo>
                    <a:pt x="17338" y="8457"/>
                  </a:lnTo>
                  <a:lnTo>
                    <a:pt x="17222" y="8226"/>
                  </a:lnTo>
                  <a:lnTo>
                    <a:pt x="17068" y="8032"/>
                  </a:lnTo>
                  <a:lnTo>
                    <a:pt x="16720" y="7646"/>
                  </a:lnTo>
                  <a:lnTo>
                    <a:pt x="16334" y="7299"/>
                  </a:lnTo>
                  <a:lnTo>
                    <a:pt x="15909" y="6990"/>
                  </a:lnTo>
                  <a:lnTo>
                    <a:pt x="16373" y="6990"/>
                  </a:lnTo>
                  <a:lnTo>
                    <a:pt x="16875" y="6913"/>
                  </a:lnTo>
                  <a:lnTo>
                    <a:pt x="17338" y="6720"/>
                  </a:lnTo>
                  <a:lnTo>
                    <a:pt x="17763" y="6488"/>
                  </a:lnTo>
                  <a:lnTo>
                    <a:pt x="17917" y="6333"/>
                  </a:lnTo>
                  <a:lnTo>
                    <a:pt x="18110" y="6140"/>
                  </a:lnTo>
                  <a:lnTo>
                    <a:pt x="18265" y="5947"/>
                  </a:lnTo>
                  <a:lnTo>
                    <a:pt x="18381" y="5716"/>
                  </a:lnTo>
                  <a:lnTo>
                    <a:pt x="18458" y="5484"/>
                  </a:lnTo>
                  <a:lnTo>
                    <a:pt x="18458" y="5214"/>
                  </a:lnTo>
                  <a:lnTo>
                    <a:pt x="18381" y="4982"/>
                  </a:lnTo>
                  <a:lnTo>
                    <a:pt x="18304" y="4905"/>
                  </a:lnTo>
                  <a:lnTo>
                    <a:pt x="18226" y="4789"/>
                  </a:lnTo>
                  <a:lnTo>
                    <a:pt x="18033" y="4673"/>
                  </a:lnTo>
                  <a:lnTo>
                    <a:pt x="17802" y="4596"/>
                  </a:lnTo>
                  <a:lnTo>
                    <a:pt x="17609" y="4557"/>
                  </a:lnTo>
                  <a:lnTo>
                    <a:pt x="17377" y="4557"/>
                  </a:lnTo>
                  <a:lnTo>
                    <a:pt x="17145" y="4634"/>
                  </a:lnTo>
                  <a:lnTo>
                    <a:pt x="16913" y="4712"/>
                  </a:lnTo>
                  <a:lnTo>
                    <a:pt x="16720" y="4789"/>
                  </a:lnTo>
                  <a:lnTo>
                    <a:pt x="16566" y="4905"/>
                  </a:lnTo>
                  <a:lnTo>
                    <a:pt x="16373" y="5098"/>
                  </a:lnTo>
                  <a:lnTo>
                    <a:pt x="16180" y="5291"/>
                  </a:lnTo>
                  <a:lnTo>
                    <a:pt x="15871" y="5716"/>
                  </a:lnTo>
                  <a:lnTo>
                    <a:pt x="15639" y="6179"/>
                  </a:lnTo>
                  <a:lnTo>
                    <a:pt x="15485" y="6681"/>
                  </a:lnTo>
                  <a:lnTo>
                    <a:pt x="15407" y="6681"/>
                  </a:lnTo>
                  <a:lnTo>
                    <a:pt x="15330" y="6720"/>
                  </a:lnTo>
                  <a:lnTo>
                    <a:pt x="14983" y="6411"/>
                  </a:lnTo>
                  <a:lnTo>
                    <a:pt x="14597" y="6179"/>
                  </a:lnTo>
                  <a:lnTo>
                    <a:pt x="14172" y="6024"/>
                  </a:lnTo>
                  <a:lnTo>
                    <a:pt x="13708" y="5947"/>
                  </a:lnTo>
                  <a:lnTo>
                    <a:pt x="13322" y="5909"/>
                  </a:lnTo>
                  <a:lnTo>
                    <a:pt x="13091" y="5947"/>
                  </a:lnTo>
                  <a:lnTo>
                    <a:pt x="12897" y="5986"/>
                  </a:lnTo>
                  <a:lnTo>
                    <a:pt x="12704" y="6063"/>
                  </a:lnTo>
                  <a:lnTo>
                    <a:pt x="12511" y="6140"/>
                  </a:lnTo>
                  <a:lnTo>
                    <a:pt x="12357" y="6295"/>
                  </a:lnTo>
                  <a:lnTo>
                    <a:pt x="12280" y="6449"/>
                  </a:lnTo>
                  <a:lnTo>
                    <a:pt x="12202" y="6642"/>
                  </a:lnTo>
                  <a:lnTo>
                    <a:pt x="12241" y="6835"/>
                  </a:lnTo>
                  <a:lnTo>
                    <a:pt x="12318" y="6990"/>
                  </a:lnTo>
                  <a:lnTo>
                    <a:pt x="12434" y="7106"/>
                  </a:lnTo>
                  <a:lnTo>
                    <a:pt x="12589" y="7260"/>
                  </a:lnTo>
                  <a:lnTo>
                    <a:pt x="12782" y="7337"/>
                  </a:lnTo>
                  <a:lnTo>
                    <a:pt x="13129" y="7453"/>
                  </a:lnTo>
                  <a:lnTo>
                    <a:pt x="13477" y="7530"/>
                  </a:lnTo>
                  <a:lnTo>
                    <a:pt x="13824" y="7530"/>
                  </a:lnTo>
                  <a:lnTo>
                    <a:pt x="14172" y="7492"/>
                  </a:lnTo>
                  <a:lnTo>
                    <a:pt x="14519" y="7415"/>
                  </a:lnTo>
                  <a:lnTo>
                    <a:pt x="14133" y="7762"/>
                  </a:lnTo>
                  <a:lnTo>
                    <a:pt x="13708" y="8032"/>
                  </a:lnTo>
                  <a:lnTo>
                    <a:pt x="13477" y="8110"/>
                  </a:lnTo>
                  <a:lnTo>
                    <a:pt x="13245" y="8226"/>
                  </a:lnTo>
                  <a:lnTo>
                    <a:pt x="13013" y="8264"/>
                  </a:lnTo>
                  <a:lnTo>
                    <a:pt x="12743" y="8303"/>
                  </a:lnTo>
                  <a:lnTo>
                    <a:pt x="12357" y="8303"/>
                  </a:lnTo>
                  <a:lnTo>
                    <a:pt x="11971" y="8264"/>
                  </a:lnTo>
                  <a:lnTo>
                    <a:pt x="11662" y="8110"/>
                  </a:lnTo>
                  <a:lnTo>
                    <a:pt x="11353" y="7955"/>
                  </a:lnTo>
                  <a:lnTo>
                    <a:pt x="11083" y="7685"/>
                  </a:lnTo>
                  <a:lnTo>
                    <a:pt x="10890" y="7415"/>
                  </a:lnTo>
                  <a:lnTo>
                    <a:pt x="10696" y="7106"/>
                  </a:lnTo>
                  <a:lnTo>
                    <a:pt x="10542" y="6720"/>
                  </a:lnTo>
                  <a:lnTo>
                    <a:pt x="10388" y="6218"/>
                  </a:lnTo>
                  <a:lnTo>
                    <a:pt x="10233" y="5716"/>
                  </a:lnTo>
                  <a:lnTo>
                    <a:pt x="9963" y="4673"/>
                  </a:lnTo>
                  <a:lnTo>
                    <a:pt x="9847" y="4171"/>
                  </a:lnTo>
                  <a:lnTo>
                    <a:pt x="9654" y="3669"/>
                  </a:lnTo>
                  <a:lnTo>
                    <a:pt x="9461" y="3167"/>
                  </a:lnTo>
                  <a:lnTo>
                    <a:pt x="9229" y="2704"/>
                  </a:lnTo>
                  <a:lnTo>
                    <a:pt x="8843" y="2163"/>
                  </a:lnTo>
                  <a:lnTo>
                    <a:pt x="8457" y="1700"/>
                  </a:lnTo>
                  <a:lnTo>
                    <a:pt x="7993" y="1275"/>
                  </a:lnTo>
                  <a:lnTo>
                    <a:pt x="7530" y="889"/>
                  </a:lnTo>
                  <a:lnTo>
                    <a:pt x="6989" y="580"/>
                  </a:lnTo>
                  <a:lnTo>
                    <a:pt x="6449" y="348"/>
                  </a:lnTo>
                  <a:lnTo>
                    <a:pt x="5870" y="155"/>
                  </a:lnTo>
                  <a:lnTo>
                    <a:pt x="5290" y="39"/>
                  </a:lnTo>
                  <a:lnTo>
                    <a:pt x="50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11"/>
            <p:cNvSpPr/>
            <p:nvPr/>
          </p:nvSpPr>
          <p:spPr>
            <a:xfrm>
              <a:off x="5932850" y="4466275"/>
              <a:ext cx="200800" cy="230725"/>
            </a:xfrm>
            <a:custGeom>
              <a:avLst/>
              <a:gdLst/>
              <a:ahLst/>
              <a:cxnLst/>
              <a:rect l="l" t="t" r="r" b="b"/>
              <a:pathLst>
                <a:path w="8032" h="9229" extrusionOk="0">
                  <a:moveTo>
                    <a:pt x="2047" y="0"/>
                  </a:moveTo>
                  <a:lnTo>
                    <a:pt x="1892" y="77"/>
                  </a:lnTo>
                  <a:lnTo>
                    <a:pt x="1738" y="154"/>
                  </a:lnTo>
                  <a:lnTo>
                    <a:pt x="1429" y="425"/>
                  </a:lnTo>
                  <a:lnTo>
                    <a:pt x="1197" y="734"/>
                  </a:lnTo>
                  <a:lnTo>
                    <a:pt x="965" y="1004"/>
                  </a:lnTo>
                  <a:lnTo>
                    <a:pt x="734" y="1352"/>
                  </a:lnTo>
                  <a:lnTo>
                    <a:pt x="502" y="1738"/>
                  </a:lnTo>
                  <a:lnTo>
                    <a:pt x="348" y="2124"/>
                  </a:lnTo>
                  <a:lnTo>
                    <a:pt x="193" y="2549"/>
                  </a:lnTo>
                  <a:lnTo>
                    <a:pt x="77" y="3012"/>
                  </a:lnTo>
                  <a:lnTo>
                    <a:pt x="39" y="3475"/>
                  </a:lnTo>
                  <a:lnTo>
                    <a:pt x="0" y="3939"/>
                  </a:lnTo>
                  <a:lnTo>
                    <a:pt x="77" y="4441"/>
                  </a:lnTo>
                  <a:lnTo>
                    <a:pt x="155" y="4904"/>
                  </a:lnTo>
                  <a:lnTo>
                    <a:pt x="270" y="5329"/>
                  </a:lnTo>
                  <a:lnTo>
                    <a:pt x="463" y="5792"/>
                  </a:lnTo>
                  <a:lnTo>
                    <a:pt x="695" y="6178"/>
                  </a:lnTo>
                  <a:lnTo>
                    <a:pt x="1043" y="6178"/>
                  </a:lnTo>
                  <a:lnTo>
                    <a:pt x="888" y="5831"/>
                  </a:lnTo>
                  <a:lnTo>
                    <a:pt x="734" y="5483"/>
                  </a:lnTo>
                  <a:lnTo>
                    <a:pt x="657" y="5136"/>
                  </a:lnTo>
                  <a:lnTo>
                    <a:pt x="541" y="4788"/>
                  </a:lnTo>
                  <a:lnTo>
                    <a:pt x="502" y="4402"/>
                  </a:lnTo>
                  <a:lnTo>
                    <a:pt x="463" y="4055"/>
                  </a:lnTo>
                  <a:lnTo>
                    <a:pt x="463" y="3668"/>
                  </a:lnTo>
                  <a:lnTo>
                    <a:pt x="463" y="3321"/>
                  </a:lnTo>
                  <a:lnTo>
                    <a:pt x="541" y="2973"/>
                  </a:lnTo>
                  <a:lnTo>
                    <a:pt x="618" y="2626"/>
                  </a:lnTo>
                  <a:lnTo>
                    <a:pt x="734" y="2278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7" y="1004"/>
                  </a:lnTo>
                  <a:lnTo>
                    <a:pt x="1776" y="734"/>
                  </a:lnTo>
                  <a:lnTo>
                    <a:pt x="1969" y="579"/>
                  </a:lnTo>
                  <a:lnTo>
                    <a:pt x="2085" y="502"/>
                  </a:lnTo>
                  <a:lnTo>
                    <a:pt x="2201" y="463"/>
                  </a:lnTo>
                  <a:lnTo>
                    <a:pt x="2317" y="579"/>
                  </a:lnTo>
                  <a:lnTo>
                    <a:pt x="2433" y="811"/>
                  </a:lnTo>
                  <a:lnTo>
                    <a:pt x="2587" y="1197"/>
                  </a:lnTo>
                  <a:lnTo>
                    <a:pt x="2742" y="1583"/>
                  </a:lnTo>
                  <a:lnTo>
                    <a:pt x="2858" y="1931"/>
                  </a:lnTo>
                  <a:lnTo>
                    <a:pt x="2973" y="2317"/>
                  </a:lnTo>
                  <a:lnTo>
                    <a:pt x="3051" y="2703"/>
                  </a:lnTo>
                  <a:lnTo>
                    <a:pt x="3089" y="3089"/>
                  </a:lnTo>
                  <a:lnTo>
                    <a:pt x="3089" y="3437"/>
                  </a:lnTo>
                  <a:lnTo>
                    <a:pt x="3051" y="3784"/>
                  </a:lnTo>
                  <a:lnTo>
                    <a:pt x="3012" y="4132"/>
                  </a:lnTo>
                  <a:lnTo>
                    <a:pt x="2896" y="4479"/>
                  </a:lnTo>
                  <a:lnTo>
                    <a:pt x="2780" y="4788"/>
                  </a:lnTo>
                  <a:lnTo>
                    <a:pt x="2587" y="5136"/>
                  </a:lnTo>
                  <a:lnTo>
                    <a:pt x="2394" y="5445"/>
                  </a:lnTo>
                  <a:lnTo>
                    <a:pt x="2356" y="5522"/>
                  </a:lnTo>
                  <a:lnTo>
                    <a:pt x="2394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4" y="5792"/>
                  </a:lnTo>
                  <a:lnTo>
                    <a:pt x="2471" y="5792"/>
                  </a:lnTo>
                  <a:lnTo>
                    <a:pt x="2626" y="5715"/>
                  </a:lnTo>
                  <a:lnTo>
                    <a:pt x="2819" y="5676"/>
                  </a:lnTo>
                  <a:lnTo>
                    <a:pt x="3205" y="5676"/>
                  </a:lnTo>
                  <a:lnTo>
                    <a:pt x="3630" y="5715"/>
                  </a:lnTo>
                  <a:lnTo>
                    <a:pt x="4055" y="5792"/>
                  </a:lnTo>
                  <a:lnTo>
                    <a:pt x="4441" y="5947"/>
                  </a:lnTo>
                  <a:lnTo>
                    <a:pt x="4866" y="6101"/>
                  </a:lnTo>
                  <a:lnTo>
                    <a:pt x="5213" y="6256"/>
                  </a:lnTo>
                  <a:lnTo>
                    <a:pt x="5522" y="6449"/>
                  </a:lnTo>
                  <a:lnTo>
                    <a:pt x="5831" y="6642"/>
                  </a:lnTo>
                  <a:lnTo>
                    <a:pt x="6140" y="6835"/>
                  </a:lnTo>
                  <a:lnTo>
                    <a:pt x="6410" y="7067"/>
                  </a:lnTo>
                  <a:lnTo>
                    <a:pt x="6680" y="7337"/>
                  </a:lnTo>
                  <a:lnTo>
                    <a:pt x="6912" y="7607"/>
                  </a:lnTo>
                  <a:lnTo>
                    <a:pt x="7144" y="7877"/>
                  </a:lnTo>
                  <a:lnTo>
                    <a:pt x="7337" y="8186"/>
                  </a:lnTo>
                  <a:lnTo>
                    <a:pt x="7530" y="8534"/>
                  </a:lnTo>
                  <a:lnTo>
                    <a:pt x="7105" y="8650"/>
                  </a:lnTo>
                  <a:lnTo>
                    <a:pt x="6680" y="8727"/>
                  </a:lnTo>
                  <a:lnTo>
                    <a:pt x="6294" y="8766"/>
                  </a:lnTo>
                  <a:lnTo>
                    <a:pt x="5870" y="8804"/>
                  </a:lnTo>
                  <a:lnTo>
                    <a:pt x="5483" y="8804"/>
                  </a:lnTo>
                  <a:lnTo>
                    <a:pt x="5059" y="8727"/>
                  </a:lnTo>
                  <a:lnTo>
                    <a:pt x="4672" y="8611"/>
                  </a:lnTo>
                  <a:lnTo>
                    <a:pt x="4248" y="8457"/>
                  </a:lnTo>
                  <a:lnTo>
                    <a:pt x="3900" y="8264"/>
                  </a:lnTo>
                  <a:lnTo>
                    <a:pt x="3591" y="8071"/>
                  </a:lnTo>
                  <a:lnTo>
                    <a:pt x="3012" y="7607"/>
                  </a:lnTo>
                  <a:lnTo>
                    <a:pt x="2471" y="7105"/>
                  </a:lnTo>
                  <a:lnTo>
                    <a:pt x="1931" y="6565"/>
                  </a:lnTo>
                  <a:lnTo>
                    <a:pt x="1854" y="6526"/>
                  </a:lnTo>
                  <a:lnTo>
                    <a:pt x="1815" y="6487"/>
                  </a:lnTo>
                  <a:lnTo>
                    <a:pt x="1661" y="6526"/>
                  </a:lnTo>
                  <a:lnTo>
                    <a:pt x="1622" y="6526"/>
                  </a:lnTo>
                  <a:lnTo>
                    <a:pt x="1583" y="6565"/>
                  </a:lnTo>
                  <a:lnTo>
                    <a:pt x="1429" y="6835"/>
                  </a:lnTo>
                  <a:lnTo>
                    <a:pt x="1661" y="6873"/>
                  </a:lnTo>
                  <a:lnTo>
                    <a:pt x="2278" y="7491"/>
                  </a:lnTo>
                  <a:lnTo>
                    <a:pt x="2896" y="8071"/>
                  </a:lnTo>
                  <a:lnTo>
                    <a:pt x="3244" y="8341"/>
                  </a:lnTo>
                  <a:lnTo>
                    <a:pt x="3630" y="8573"/>
                  </a:lnTo>
                  <a:lnTo>
                    <a:pt x="3977" y="8766"/>
                  </a:lnTo>
                  <a:lnTo>
                    <a:pt x="4364" y="8959"/>
                  </a:lnTo>
                  <a:lnTo>
                    <a:pt x="4827" y="9113"/>
                  </a:lnTo>
                  <a:lnTo>
                    <a:pt x="5252" y="9190"/>
                  </a:lnTo>
                  <a:lnTo>
                    <a:pt x="5676" y="9229"/>
                  </a:lnTo>
                  <a:lnTo>
                    <a:pt x="6140" y="9229"/>
                  </a:lnTo>
                  <a:lnTo>
                    <a:pt x="6565" y="9152"/>
                  </a:lnTo>
                  <a:lnTo>
                    <a:pt x="6989" y="9074"/>
                  </a:lnTo>
                  <a:lnTo>
                    <a:pt x="7878" y="8843"/>
                  </a:lnTo>
                  <a:lnTo>
                    <a:pt x="7955" y="8804"/>
                  </a:lnTo>
                  <a:lnTo>
                    <a:pt x="7993" y="8727"/>
                  </a:lnTo>
                  <a:lnTo>
                    <a:pt x="8032" y="8650"/>
                  </a:lnTo>
                  <a:lnTo>
                    <a:pt x="7993" y="8534"/>
                  </a:lnTo>
                  <a:lnTo>
                    <a:pt x="7762" y="8109"/>
                  </a:lnTo>
                  <a:lnTo>
                    <a:pt x="7491" y="7684"/>
                  </a:lnTo>
                  <a:lnTo>
                    <a:pt x="7221" y="7298"/>
                  </a:lnTo>
                  <a:lnTo>
                    <a:pt x="6874" y="6912"/>
                  </a:lnTo>
                  <a:lnTo>
                    <a:pt x="6526" y="6603"/>
                  </a:lnTo>
                  <a:lnTo>
                    <a:pt x="6140" y="6294"/>
                  </a:lnTo>
                  <a:lnTo>
                    <a:pt x="5715" y="6024"/>
                  </a:lnTo>
                  <a:lnTo>
                    <a:pt x="5252" y="5792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39" y="5367"/>
                  </a:lnTo>
                  <a:lnTo>
                    <a:pt x="3591" y="5290"/>
                  </a:lnTo>
                  <a:lnTo>
                    <a:pt x="3012" y="5290"/>
                  </a:lnTo>
                  <a:lnTo>
                    <a:pt x="3167" y="4981"/>
                  </a:lnTo>
                  <a:lnTo>
                    <a:pt x="3321" y="4634"/>
                  </a:lnTo>
                  <a:lnTo>
                    <a:pt x="3398" y="4286"/>
                  </a:lnTo>
                  <a:lnTo>
                    <a:pt x="3475" y="3939"/>
                  </a:lnTo>
                  <a:lnTo>
                    <a:pt x="3514" y="3591"/>
                  </a:lnTo>
                  <a:lnTo>
                    <a:pt x="3514" y="3205"/>
                  </a:lnTo>
                  <a:lnTo>
                    <a:pt x="3514" y="2858"/>
                  </a:lnTo>
                  <a:lnTo>
                    <a:pt x="3437" y="2471"/>
                  </a:lnTo>
                  <a:lnTo>
                    <a:pt x="3321" y="1969"/>
                  </a:lnTo>
                  <a:lnTo>
                    <a:pt x="3167" y="1467"/>
                  </a:lnTo>
                  <a:lnTo>
                    <a:pt x="2935" y="965"/>
                  </a:lnTo>
                  <a:lnTo>
                    <a:pt x="2703" y="502"/>
                  </a:lnTo>
                  <a:lnTo>
                    <a:pt x="2587" y="270"/>
                  </a:lnTo>
                  <a:lnTo>
                    <a:pt x="2471" y="116"/>
                  </a:lnTo>
                  <a:lnTo>
                    <a:pt x="2356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11"/>
            <p:cNvSpPr/>
            <p:nvPr/>
          </p:nvSpPr>
          <p:spPr>
            <a:xfrm>
              <a:off x="2331050" y="4488475"/>
              <a:ext cx="145775" cy="163175"/>
            </a:xfrm>
            <a:custGeom>
              <a:avLst/>
              <a:gdLst/>
              <a:ahLst/>
              <a:cxnLst/>
              <a:rect l="l" t="t" r="r" b="b"/>
              <a:pathLst>
                <a:path w="5831" h="6527" extrusionOk="0">
                  <a:moveTo>
                    <a:pt x="3321" y="502"/>
                  </a:moveTo>
                  <a:lnTo>
                    <a:pt x="3784" y="695"/>
                  </a:lnTo>
                  <a:lnTo>
                    <a:pt x="4248" y="1004"/>
                  </a:lnTo>
                  <a:lnTo>
                    <a:pt x="4595" y="1313"/>
                  </a:lnTo>
                  <a:lnTo>
                    <a:pt x="4904" y="1738"/>
                  </a:lnTo>
                  <a:lnTo>
                    <a:pt x="5174" y="2163"/>
                  </a:lnTo>
                  <a:lnTo>
                    <a:pt x="5252" y="2394"/>
                  </a:lnTo>
                  <a:lnTo>
                    <a:pt x="5329" y="2665"/>
                  </a:lnTo>
                  <a:lnTo>
                    <a:pt x="5367" y="2896"/>
                  </a:lnTo>
                  <a:lnTo>
                    <a:pt x="5367" y="3167"/>
                  </a:lnTo>
                  <a:lnTo>
                    <a:pt x="5367" y="3437"/>
                  </a:lnTo>
                  <a:lnTo>
                    <a:pt x="5329" y="3707"/>
                  </a:lnTo>
                  <a:lnTo>
                    <a:pt x="5213" y="4171"/>
                  </a:lnTo>
                  <a:lnTo>
                    <a:pt x="5020" y="4595"/>
                  </a:lnTo>
                  <a:lnTo>
                    <a:pt x="4750" y="4981"/>
                  </a:lnTo>
                  <a:lnTo>
                    <a:pt x="4441" y="5368"/>
                  </a:lnTo>
                  <a:lnTo>
                    <a:pt x="4055" y="5638"/>
                  </a:lnTo>
                  <a:lnTo>
                    <a:pt x="3630" y="5870"/>
                  </a:lnTo>
                  <a:lnTo>
                    <a:pt x="3398" y="5947"/>
                  </a:lnTo>
                  <a:lnTo>
                    <a:pt x="3166" y="6024"/>
                  </a:lnTo>
                  <a:lnTo>
                    <a:pt x="2935" y="6024"/>
                  </a:lnTo>
                  <a:lnTo>
                    <a:pt x="2703" y="6063"/>
                  </a:lnTo>
                  <a:lnTo>
                    <a:pt x="2394" y="6024"/>
                  </a:lnTo>
                  <a:lnTo>
                    <a:pt x="2085" y="5985"/>
                  </a:lnTo>
                  <a:lnTo>
                    <a:pt x="1815" y="5908"/>
                  </a:lnTo>
                  <a:lnTo>
                    <a:pt x="1583" y="5792"/>
                  </a:lnTo>
                  <a:lnTo>
                    <a:pt x="1390" y="5677"/>
                  </a:lnTo>
                  <a:lnTo>
                    <a:pt x="1197" y="5522"/>
                  </a:lnTo>
                  <a:lnTo>
                    <a:pt x="1004" y="5329"/>
                  </a:lnTo>
                  <a:lnTo>
                    <a:pt x="850" y="5136"/>
                  </a:lnTo>
                  <a:lnTo>
                    <a:pt x="734" y="4904"/>
                  </a:lnTo>
                  <a:lnTo>
                    <a:pt x="656" y="4673"/>
                  </a:lnTo>
                  <a:lnTo>
                    <a:pt x="541" y="4441"/>
                  </a:lnTo>
                  <a:lnTo>
                    <a:pt x="502" y="4209"/>
                  </a:lnTo>
                  <a:lnTo>
                    <a:pt x="425" y="3669"/>
                  </a:lnTo>
                  <a:lnTo>
                    <a:pt x="463" y="3128"/>
                  </a:lnTo>
                  <a:lnTo>
                    <a:pt x="579" y="2587"/>
                  </a:lnTo>
                  <a:lnTo>
                    <a:pt x="734" y="2085"/>
                  </a:lnTo>
                  <a:lnTo>
                    <a:pt x="1004" y="1622"/>
                  </a:lnTo>
                  <a:lnTo>
                    <a:pt x="1158" y="1390"/>
                  </a:lnTo>
                  <a:lnTo>
                    <a:pt x="1313" y="1197"/>
                  </a:lnTo>
                  <a:lnTo>
                    <a:pt x="1506" y="1043"/>
                  </a:lnTo>
                  <a:lnTo>
                    <a:pt x="1699" y="888"/>
                  </a:lnTo>
                  <a:lnTo>
                    <a:pt x="1931" y="734"/>
                  </a:lnTo>
                  <a:lnTo>
                    <a:pt x="2162" y="657"/>
                  </a:lnTo>
                  <a:lnTo>
                    <a:pt x="2394" y="579"/>
                  </a:lnTo>
                  <a:lnTo>
                    <a:pt x="2664" y="502"/>
                  </a:lnTo>
                  <a:lnTo>
                    <a:pt x="2935" y="502"/>
                  </a:lnTo>
                  <a:lnTo>
                    <a:pt x="3244" y="541"/>
                  </a:lnTo>
                  <a:lnTo>
                    <a:pt x="3282" y="502"/>
                  </a:lnTo>
                  <a:close/>
                  <a:moveTo>
                    <a:pt x="3128" y="0"/>
                  </a:moveTo>
                  <a:lnTo>
                    <a:pt x="3051" y="39"/>
                  </a:lnTo>
                  <a:lnTo>
                    <a:pt x="2973" y="116"/>
                  </a:lnTo>
                  <a:lnTo>
                    <a:pt x="2973" y="193"/>
                  </a:lnTo>
                  <a:lnTo>
                    <a:pt x="2664" y="155"/>
                  </a:lnTo>
                  <a:lnTo>
                    <a:pt x="2394" y="193"/>
                  </a:lnTo>
                  <a:lnTo>
                    <a:pt x="2124" y="232"/>
                  </a:lnTo>
                  <a:lnTo>
                    <a:pt x="1854" y="309"/>
                  </a:lnTo>
                  <a:lnTo>
                    <a:pt x="1622" y="425"/>
                  </a:lnTo>
                  <a:lnTo>
                    <a:pt x="1390" y="579"/>
                  </a:lnTo>
                  <a:lnTo>
                    <a:pt x="1197" y="734"/>
                  </a:lnTo>
                  <a:lnTo>
                    <a:pt x="965" y="927"/>
                  </a:lnTo>
                  <a:lnTo>
                    <a:pt x="811" y="1120"/>
                  </a:lnTo>
                  <a:lnTo>
                    <a:pt x="656" y="1352"/>
                  </a:lnTo>
                  <a:lnTo>
                    <a:pt x="386" y="1854"/>
                  </a:lnTo>
                  <a:lnTo>
                    <a:pt x="154" y="2394"/>
                  </a:lnTo>
                  <a:lnTo>
                    <a:pt x="39" y="2974"/>
                  </a:lnTo>
                  <a:lnTo>
                    <a:pt x="0" y="3591"/>
                  </a:lnTo>
                  <a:lnTo>
                    <a:pt x="0" y="3900"/>
                  </a:lnTo>
                  <a:lnTo>
                    <a:pt x="39" y="4209"/>
                  </a:lnTo>
                  <a:lnTo>
                    <a:pt x="116" y="4518"/>
                  </a:lnTo>
                  <a:lnTo>
                    <a:pt x="193" y="4788"/>
                  </a:lnTo>
                  <a:lnTo>
                    <a:pt x="270" y="5059"/>
                  </a:lnTo>
                  <a:lnTo>
                    <a:pt x="425" y="5329"/>
                  </a:lnTo>
                  <a:lnTo>
                    <a:pt x="579" y="5561"/>
                  </a:lnTo>
                  <a:lnTo>
                    <a:pt x="772" y="5754"/>
                  </a:lnTo>
                  <a:lnTo>
                    <a:pt x="965" y="5947"/>
                  </a:lnTo>
                  <a:lnTo>
                    <a:pt x="1197" y="6101"/>
                  </a:lnTo>
                  <a:lnTo>
                    <a:pt x="1467" y="6256"/>
                  </a:lnTo>
                  <a:lnTo>
                    <a:pt x="1738" y="6372"/>
                  </a:lnTo>
                  <a:lnTo>
                    <a:pt x="2085" y="6449"/>
                  </a:lnTo>
                  <a:lnTo>
                    <a:pt x="2394" y="6487"/>
                  </a:lnTo>
                  <a:lnTo>
                    <a:pt x="2742" y="6526"/>
                  </a:lnTo>
                  <a:lnTo>
                    <a:pt x="3012" y="6487"/>
                  </a:lnTo>
                  <a:lnTo>
                    <a:pt x="3321" y="6449"/>
                  </a:lnTo>
                  <a:lnTo>
                    <a:pt x="3630" y="6372"/>
                  </a:lnTo>
                  <a:lnTo>
                    <a:pt x="3900" y="6256"/>
                  </a:lnTo>
                  <a:lnTo>
                    <a:pt x="4170" y="6101"/>
                  </a:lnTo>
                  <a:lnTo>
                    <a:pt x="4402" y="5947"/>
                  </a:lnTo>
                  <a:lnTo>
                    <a:pt x="4634" y="5792"/>
                  </a:lnTo>
                  <a:lnTo>
                    <a:pt x="4866" y="5561"/>
                  </a:lnTo>
                  <a:lnTo>
                    <a:pt x="5059" y="5368"/>
                  </a:lnTo>
                  <a:lnTo>
                    <a:pt x="5252" y="5097"/>
                  </a:lnTo>
                  <a:lnTo>
                    <a:pt x="5406" y="4866"/>
                  </a:lnTo>
                  <a:lnTo>
                    <a:pt x="5522" y="4595"/>
                  </a:lnTo>
                  <a:lnTo>
                    <a:pt x="5638" y="4286"/>
                  </a:lnTo>
                  <a:lnTo>
                    <a:pt x="5754" y="4016"/>
                  </a:lnTo>
                  <a:lnTo>
                    <a:pt x="5792" y="3707"/>
                  </a:lnTo>
                  <a:lnTo>
                    <a:pt x="5831" y="3398"/>
                  </a:lnTo>
                  <a:lnTo>
                    <a:pt x="5831" y="3089"/>
                  </a:lnTo>
                  <a:lnTo>
                    <a:pt x="5792" y="2780"/>
                  </a:lnTo>
                  <a:lnTo>
                    <a:pt x="5754" y="2472"/>
                  </a:lnTo>
                  <a:lnTo>
                    <a:pt x="5638" y="2163"/>
                  </a:lnTo>
                  <a:lnTo>
                    <a:pt x="5522" y="1892"/>
                  </a:lnTo>
                  <a:lnTo>
                    <a:pt x="5406" y="1622"/>
                  </a:lnTo>
                  <a:lnTo>
                    <a:pt x="5213" y="1352"/>
                  </a:lnTo>
                  <a:lnTo>
                    <a:pt x="5020" y="1120"/>
                  </a:lnTo>
                  <a:lnTo>
                    <a:pt x="4827" y="888"/>
                  </a:lnTo>
                  <a:lnTo>
                    <a:pt x="4595" y="695"/>
                  </a:lnTo>
                  <a:lnTo>
                    <a:pt x="4364" y="502"/>
                  </a:lnTo>
                  <a:lnTo>
                    <a:pt x="4093" y="348"/>
                  </a:lnTo>
                  <a:lnTo>
                    <a:pt x="3823" y="193"/>
                  </a:lnTo>
                  <a:lnTo>
                    <a:pt x="3514" y="116"/>
                  </a:lnTo>
                  <a:lnTo>
                    <a:pt x="32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11"/>
            <p:cNvSpPr/>
            <p:nvPr/>
          </p:nvSpPr>
          <p:spPr>
            <a:xfrm>
              <a:off x="3966375" y="4488475"/>
              <a:ext cx="350450" cy="288650"/>
            </a:xfrm>
            <a:custGeom>
              <a:avLst/>
              <a:gdLst/>
              <a:ahLst/>
              <a:cxnLst/>
              <a:rect l="l" t="t" r="r" b="b"/>
              <a:pathLst>
                <a:path w="14018" h="11546" extrusionOk="0">
                  <a:moveTo>
                    <a:pt x="11778" y="0"/>
                  </a:moveTo>
                  <a:lnTo>
                    <a:pt x="11469" y="77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8" y="2780"/>
                  </a:lnTo>
                  <a:lnTo>
                    <a:pt x="10658" y="1892"/>
                  </a:lnTo>
                  <a:lnTo>
                    <a:pt x="10427" y="2085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168" y="5522"/>
                  </a:lnTo>
                  <a:lnTo>
                    <a:pt x="13439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2" y="6681"/>
                  </a:lnTo>
                  <a:lnTo>
                    <a:pt x="13516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4" y="7955"/>
                  </a:lnTo>
                  <a:lnTo>
                    <a:pt x="12203" y="8418"/>
                  </a:lnTo>
                  <a:lnTo>
                    <a:pt x="11740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1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0" y="11160"/>
                  </a:lnTo>
                  <a:lnTo>
                    <a:pt x="3013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2"/>
                  </a:lnTo>
                  <a:lnTo>
                    <a:pt x="1082" y="10696"/>
                  </a:lnTo>
                  <a:lnTo>
                    <a:pt x="812" y="10542"/>
                  </a:lnTo>
                  <a:lnTo>
                    <a:pt x="618" y="10388"/>
                  </a:lnTo>
                  <a:lnTo>
                    <a:pt x="464" y="10194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7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1" y="9886"/>
                  </a:lnTo>
                  <a:lnTo>
                    <a:pt x="39" y="10117"/>
                  </a:lnTo>
                  <a:lnTo>
                    <a:pt x="78" y="10310"/>
                  </a:lnTo>
                  <a:lnTo>
                    <a:pt x="194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2" y="11353"/>
                  </a:lnTo>
                  <a:lnTo>
                    <a:pt x="2626" y="11430"/>
                  </a:lnTo>
                  <a:lnTo>
                    <a:pt x="3321" y="11507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7"/>
                  </a:lnTo>
                  <a:lnTo>
                    <a:pt x="6063" y="11430"/>
                  </a:lnTo>
                  <a:lnTo>
                    <a:pt x="6758" y="11314"/>
                  </a:lnTo>
                  <a:lnTo>
                    <a:pt x="7415" y="11160"/>
                  </a:lnTo>
                  <a:lnTo>
                    <a:pt x="8071" y="11005"/>
                  </a:lnTo>
                  <a:lnTo>
                    <a:pt x="8728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8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3"/>
                  </a:lnTo>
                  <a:lnTo>
                    <a:pt x="14018" y="6140"/>
                  </a:lnTo>
                  <a:lnTo>
                    <a:pt x="13941" y="5908"/>
                  </a:lnTo>
                  <a:lnTo>
                    <a:pt x="13863" y="5715"/>
                  </a:lnTo>
                  <a:lnTo>
                    <a:pt x="13748" y="5522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6"/>
                  </a:lnTo>
                  <a:lnTo>
                    <a:pt x="13091" y="5136"/>
                  </a:lnTo>
                  <a:lnTo>
                    <a:pt x="12821" y="3823"/>
                  </a:lnTo>
                  <a:lnTo>
                    <a:pt x="12512" y="2549"/>
                  </a:lnTo>
                  <a:lnTo>
                    <a:pt x="12164" y="1274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11"/>
            <p:cNvSpPr/>
            <p:nvPr/>
          </p:nvSpPr>
          <p:spPr>
            <a:xfrm>
              <a:off x="1307750" y="4498125"/>
              <a:ext cx="103325" cy="105250"/>
            </a:xfrm>
            <a:custGeom>
              <a:avLst/>
              <a:gdLst/>
              <a:ahLst/>
              <a:cxnLst/>
              <a:rect l="l" t="t" r="r" b="b"/>
              <a:pathLst>
                <a:path w="4133" h="4210" extrusionOk="0">
                  <a:moveTo>
                    <a:pt x="2317" y="348"/>
                  </a:moveTo>
                  <a:lnTo>
                    <a:pt x="2665" y="425"/>
                  </a:lnTo>
                  <a:lnTo>
                    <a:pt x="2819" y="502"/>
                  </a:lnTo>
                  <a:lnTo>
                    <a:pt x="2974" y="618"/>
                  </a:lnTo>
                  <a:lnTo>
                    <a:pt x="3128" y="734"/>
                  </a:lnTo>
                  <a:lnTo>
                    <a:pt x="3244" y="850"/>
                  </a:lnTo>
                  <a:lnTo>
                    <a:pt x="3360" y="1043"/>
                  </a:lnTo>
                  <a:lnTo>
                    <a:pt x="3476" y="1197"/>
                  </a:lnTo>
                  <a:lnTo>
                    <a:pt x="3514" y="1236"/>
                  </a:lnTo>
                  <a:lnTo>
                    <a:pt x="3630" y="1545"/>
                  </a:lnTo>
                  <a:lnTo>
                    <a:pt x="3707" y="1815"/>
                  </a:lnTo>
                  <a:lnTo>
                    <a:pt x="3746" y="2086"/>
                  </a:lnTo>
                  <a:lnTo>
                    <a:pt x="3746" y="2356"/>
                  </a:lnTo>
                  <a:lnTo>
                    <a:pt x="3707" y="2626"/>
                  </a:lnTo>
                  <a:lnTo>
                    <a:pt x="3630" y="2896"/>
                  </a:lnTo>
                  <a:lnTo>
                    <a:pt x="3514" y="3128"/>
                  </a:lnTo>
                  <a:lnTo>
                    <a:pt x="3283" y="3398"/>
                  </a:lnTo>
                  <a:lnTo>
                    <a:pt x="3012" y="3591"/>
                  </a:lnTo>
                  <a:lnTo>
                    <a:pt x="2703" y="3746"/>
                  </a:lnTo>
                  <a:lnTo>
                    <a:pt x="2356" y="3823"/>
                  </a:lnTo>
                  <a:lnTo>
                    <a:pt x="2008" y="3862"/>
                  </a:lnTo>
                  <a:lnTo>
                    <a:pt x="1661" y="3785"/>
                  </a:lnTo>
                  <a:lnTo>
                    <a:pt x="1313" y="3669"/>
                  </a:lnTo>
                  <a:lnTo>
                    <a:pt x="1004" y="3476"/>
                  </a:lnTo>
                  <a:lnTo>
                    <a:pt x="734" y="3244"/>
                  </a:lnTo>
                  <a:lnTo>
                    <a:pt x="579" y="2935"/>
                  </a:lnTo>
                  <a:lnTo>
                    <a:pt x="425" y="2665"/>
                  </a:lnTo>
                  <a:lnTo>
                    <a:pt x="386" y="2317"/>
                  </a:lnTo>
                  <a:lnTo>
                    <a:pt x="348" y="2008"/>
                  </a:lnTo>
                  <a:lnTo>
                    <a:pt x="386" y="1661"/>
                  </a:lnTo>
                  <a:lnTo>
                    <a:pt x="502" y="1352"/>
                  </a:lnTo>
                  <a:lnTo>
                    <a:pt x="657" y="1043"/>
                  </a:lnTo>
                  <a:lnTo>
                    <a:pt x="888" y="811"/>
                  </a:lnTo>
                  <a:lnTo>
                    <a:pt x="1197" y="580"/>
                  </a:lnTo>
                  <a:lnTo>
                    <a:pt x="1545" y="425"/>
                  </a:lnTo>
                  <a:lnTo>
                    <a:pt x="1931" y="348"/>
                  </a:lnTo>
                  <a:close/>
                  <a:moveTo>
                    <a:pt x="2201" y="0"/>
                  </a:moveTo>
                  <a:lnTo>
                    <a:pt x="1815" y="39"/>
                  </a:lnTo>
                  <a:lnTo>
                    <a:pt x="1468" y="116"/>
                  </a:lnTo>
                  <a:lnTo>
                    <a:pt x="1120" y="232"/>
                  </a:lnTo>
                  <a:lnTo>
                    <a:pt x="927" y="348"/>
                  </a:lnTo>
                  <a:lnTo>
                    <a:pt x="773" y="464"/>
                  </a:lnTo>
                  <a:lnTo>
                    <a:pt x="579" y="618"/>
                  </a:lnTo>
                  <a:lnTo>
                    <a:pt x="464" y="773"/>
                  </a:lnTo>
                  <a:lnTo>
                    <a:pt x="232" y="1159"/>
                  </a:lnTo>
                  <a:lnTo>
                    <a:pt x="78" y="1545"/>
                  </a:lnTo>
                  <a:lnTo>
                    <a:pt x="0" y="1970"/>
                  </a:lnTo>
                  <a:lnTo>
                    <a:pt x="0" y="2394"/>
                  </a:lnTo>
                  <a:lnTo>
                    <a:pt x="116" y="2858"/>
                  </a:lnTo>
                  <a:lnTo>
                    <a:pt x="193" y="3051"/>
                  </a:lnTo>
                  <a:lnTo>
                    <a:pt x="309" y="3244"/>
                  </a:lnTo>
                  <a:lnTo>
                    <a:pt x="579" y="3553"/>
                  </a:lnTo>
                  <a:lnTo>
                    <a:pt x="888" y="3823"/>
                  </a:lnTo>
                  <a:lnTo>
                    <a:pt x="1236" y="4016"/>
                  </a:lnTo>
                  <a:lnTo>
                    <a:pt x="1622" y="4171"/>
                  </a:lnTo>
                  <a:lnTo>
                    <a:pt x="2047" y="4209"/>
                  </a:lnTo>
                  <a:lnTo>
                    <a:pt x="2472" y="4209"/>
                  </a:lnTo>
                  <a:lnTo>
                    <a:pt x="2858" y="4093"/>
                  </a:lnTo>
                  <a:lnTo>
                    <a:pt x="3244" y="3939"/>
                  </a:lnTo>
                  <a:lnTo>
                    <a:pt x="3398" y="3823"/>
                  </a:lnTo>
                  <a:lnTo>
                    <a:pt x="3553" y="3669"/>
                  </a:lnTo>
                  <a:lnTo>
                    <a:pt x="3707" y="3514"/>
                  </a:lnTo>
                  <a:lnTo>
                    <a:pt x="3823" y="3321"/>
                  </a:lnTo>
                  <a:lnTo>
                    <a:pt x="4016" y="2935"/>
                  </a:lnTo>
                  <a:lnTo>
                    <a:pt x="4132" y="2510"/>
                  </a:lnTo>
                  <a:lnTo>
                    <a:pt x="4132" y="2047"/>
                  </a:lnTo>
                  <a:lnTo>
                    <a:pt x="4132" y="1854"/>
                  </a:lnTo>
                  <a:lnTo>
                    <a:pt x="4055" y="1622"/>
                  </a:lnTo>
                  <a:lnTo>
                    <a:pt x="4016" y="1429"/>
                  </a:lnTo>
                  <a:lnTo>
                    <a:pt x="3900" y="1236"/>
                  </a:lnTo>
                  <a:lnTo>
                    <a:pt x="3785" y="1082"/>
                  </a:lnTo>
                  <a:lnTo>
                    <a:pt x="3630" y="927"/>
                  </a:lnTo>
                  <a:lnTo>
                    <a:pt x="3591" y="888"/>
                  </a:lnTo>
                  <a:lnTo>
                    <a:pt x="3553" y="734"/>
                  </a:lnTo>
                  <a:lnTo>
                    <a:pt x="3437" y="580"/>
                  </a:lnTo>
                  <a:lnTo>
                    <a:pt x="3360" y="425"/>
                  </a:lnTo>
                  <a:lnTo>
                    <a:pt x="3244" y="348"/>
                  </a:lnTo>
                  <a:lnTo>
                    <a:pt x="3089" y="232"/>
                  </a:lnTo>
                  <a:lnTo>
                    <a:pt x="2935" y="155"/>
                  </a:lnTo>
                  <a:lnTo>
                    <a:pt x="2587" y="39"/>
                  </a:lnTo>
                  <a:lnTo>
                    <a:pt x="220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11"/>
            <p:cNvSpPr/>
            <p:nvPr/>
          </p:nvSpPr>
          <p:spPr>
            <a:xfrm>
              <a:off x="6468625" y="45261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8" y="618"/>
                  </a:moveTo>
                  <a:lnTo>
                    <a:pt x="5947" y="772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2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4" y="3900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0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6" y="2626"/>
                  </a:lnTo>
                  <a:lnTo>
                    <a:pt x="5368" y="1969"/>
                  </a:lnTo>
                  <a:lnTo>
                    <a:pt x="5368" y="618"/>
                  </a:lnTo>
                  <a:close/>
                  <a:moveTo>
                    <a:pt x="2781" y="888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6"/>
                  </a:lnTo>
                  <a:lnTo>
                    <a:pt x="1545" y="4286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7" y="3012"/>
                  </a:lnTo>
                  <a:lnTo>
                    <a:pt x="888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1" y="888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5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3" y="6294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6"/>
                  </a:lnTo>
                  <a:lnTo>
                    <a:pt x="2240" y="579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4"/>
                  </a:lnTo>
                  <a:lnTo>
                    <a:pt x="232" y="2780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3"/>
                  </a:lnTo>
                  <a:lnTo>
                    <a:pt x="39" y="4557"/>
                  </a:lnTo>
                  <a:lnTo>
                    <a:pt x="348" y="4595"/>
                  </a:lnTo>
                  <a:lnTo>
                    <a:pt x="386" y="4286"/>
                  </a:lnTo>
                  <a:lnTo>
                    <a:pt x="966" y="4518"/>
                  </a:lnTo>
                  <a:lnTo>
                    <a:pt x="1313" y="4595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79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4" y="3977"/>
                  </a:lnTo>
                  <a:lnTo>
                    <a:pt x="3012" y="3630"/>
                  </a:lnTo>
                  <a:lnTo>
                    <a:pt x="3012" y="2973"/>
                  </a:lnTo>
                  <a:lnTo>
                    <a:pt x="3128" y="772"/>
                  </a:lnTo>
                  <a:lnTo>
                    <a:pt x="3514" y="657"/>
                  </a:lnTo>
                  <a:lnTo>
                    <a:pt x="3939" y="579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8" y="579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8" y="3398"/>
                  </a:lnTo>
                  <a:lnTo>
                    <a:pt x="5175" y="3746"/>
                  </a:lnTo>
                  <a:lnTo>
                    <a:pt x="5213" y="3900"/>
                  </a:lnTo>
                  <a:lnTo>
                    <a:pt x="5291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6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6"/>
                  </a:lnTo>
                  <a:lnTo>
                    <a:pt x="7607" y="4209"/>
                  </a:lnTo>
                  <a:lnTo>
                    <a:pt x="8650" y="4093"/>
                  </a:lnTo>
                  <a:lnTo>
                    <a:pt x="8650" y="4479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7"/>
                  </a:lnTo>
                  <a:lnTo>
                    <a:pt x="8766" y="5097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1" y="4904"/>
                  </a:lnTo>
                  <a:lnTo>
                    <a:pt x="9384" y="4904"/>
                  </a:lnTo>
                  <a:lnTo>
                    <a:pt x="9809" y="4981"/>
                  </a:lnTo>
                  <a:lnTo>
                    <a:pt x="10195" y="5097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599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7"/>
                  </a:lnTo>
                  <a:lnTo>
                    <a:pt x="10697" y="6603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3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9" y="8997"/>
                  </a:lnTo>
                  <a:lnTo>
                    <a:pt x="12512" y="8997"/>
                  </a:lnTo>
                  <a:lnTo>
                    <a:pt x="12434" y="9075"/>
                  </a:lnTo>
                  <a:lnTo>
                    <a:pt x="12396" y="9113"/>
                  </a:lnTo>
                  <a:lnTo>
                    <a:pt x="12357" y="9190"/>
                  </a:lnTo>
                  <a:lnTo>
                    <a:pt x="11469" y="9306"/>
                  </a:lnTo>
                  <a:lnTo>
                    <a:pt x="11469" y="9692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4" y="9499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7"/>
                  </a:lnTo>
                  <a:lnTo>
                    <a:pt x="13168" y="8766"/>
                  </a:lnTo>
                  <a:lnTo>
                    <a:pt x="13168" y="8495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6" y="7182"/>
                  </a:lnTo>
                  <a:lnTo>
                    <a:pt x="12743" y="6680"/>
                  </a:lnTo>
                  <a:lnTo>
                    <a:pt x="12434" y="6217"/>
                  </a:lnTo>
                  <a:lnTo>
                    <a:pt x="12125" y="5792"/>
                  </a:lnTo>
                  <a:lnTo>
                    <a:pt x="11778" y="5445"/>
                  </a:lnTo>
                  <a:lnTo>
                    <a:pt x="11315" y="5097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5"/>
                  </a:lnTo>
                  <a:lnTo>
                    <a:pt x="9886" y="4479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7"/>
                  </a:lnTo>
                  <a:lnTo>
                    <a:pt x="9229" y="3514"/>
                  </a:lnTo>
                  <a:lnTo>
                    <a:pt x="9152" y="3089"/>
                  </a:lnTo>
                  <a:lnTo>
                    <a:pt x="8998" y="2665"/>
                  </a:lnTo>
                  <a:lnTo>
                    <a:pt x="8805" y="2278"/>
                  </a:lnTo>
                  <a:lnTo>
                    <a:pt x="8534" y="1931"/>
                  </a:lnTo>
                  <a:lnTo>
                    <a:pt x="8225" y="1583"/>
                  </a:lnTo>
                  <a:lnTo>
                    <a:pt x="7839" y="1274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5" y="193"/>
                  </a:lnTo>
                  <a:lnTo>
                    <a:pt x="5291" y="77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11"/>
            <p:cNvSpPr/>
            <p:nvPr/>
          </p:nvSpPr>
          <p:spPr>
            <a:xfrm>
              <a:off x="4200000" y="452900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1"/>
                  </a:lnTo>
                  <a:lnTo>
                    <a:pt x="0" y="7261"/>
                  </a:lnTo>
                  <a:lnTo>
                    <a:pt x="193" y="7261"/>
                  </a:lnTo>
                  <a:lnTo>
                    <a:pt x="425" y="5484"/>
                  </a:lnTo>
                  <a:lnTo>
                    <a:pt x="580" y="3669"/>
                  </a:lnTo>
                  <a:lnTo>
                    <a:pt x="695" y="1854"/>
                  </a:lnTo>
                  <a:lnTo>
                    <a:pt x="695" y="928"/>
                  </a:lnTo>
                  <a:lnTo>
                    <a:pt x="695" y="40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11"/>
            <p:cNvSpPr/>
            <p:nvPr/>
          </p:nvSpPr>
          <p:spPr>
            <a:xfrm>
              <a:off x="6500475" y="45396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6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3"/>
                  </a:lnTo>
                  <a:lnTo>
                    <a:pt x="9384" y="9654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39" y="10079"/>
                  </a:lnTo>
                  <a:lnTo>
                    <a:pt x="7608" y="9963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9" y="9346"/>
                  </a:lnTo>
                  <a:lnTo>
                    <a:pt x="6951" y="9075"/>
                  </a:lnTo>
                  <a:lnTo>
                    <a:pt x="6913" y="8805"/>
                  </a:lnTo>
                  <a:lnTo>
                    <a:pt x="6951" y="8535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4" y="7569"/>
                  </a:lnTo>
                  <a:lnTo>
                    <a:pt x="8148" y="7338"/>
                  </a:lnTo>
                  <a:lnTo>
                    <a:pt x="8226" y="7299"/>
                  </a:lnTo>
                  <a:close/>
                  <a:moveTo>
                    <a:pt x="2858" y="1"/>
                  </a:moveTo>
                  <a:lnTo>
                    <a:pt x="2665" y="39"/>
                  </a:lnTo>
                  <a:lnTo>
                    <a:pt x="2665" y="78"/>
                  </a:lnTo>
                  <a:lnTo>
                    <a:pt x="2626" y="1352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4" y="5098"/>
                  </a:lnTo>
                  <a:lnTo>
                    <a:pt x="2897" y="7492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2"/>
                  </a:lnTo>
                  <a:lnTo>
                    <a:pt x="3051" y="8766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7"/>
                  </a:lnTo>
                  <a:lnTo>
                    <a:pt x="773" y="9114"/>
                  </a:lnTo>
                  <a:lnTo>
                    <a:pt x="1545" y="9152"/>
                  </a:lnTo>
                  <a:lnTo>
                    <a:pt x="3128" y="9230"/>
                  </a:lnTo>
                  <a:lnTo>
                    <a:pt x="4828" y="9307"/>
                  </a:lnTo>
                  <a:lnTo>
                    <a:pt x="5677" y="9307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2" y="10311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20"/>
                  </a:lnTo>
                  <a:lnTo>
                    <a:pt x="9037" y="10543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3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9"/>
                  </a:lnTo>
                  <a:lnTo>
                    <a:pt x="10041" y="8071"/>
                  </a:lnTo>
                  <a:lnTo>
                    <a:pt x="9847" y="7762"/>
                  </a:lnTo>
                  <a:lnTo>
                    <a:pt x="9616" y="7492"/>
                  </a:lnTo>
                  <a:lnTo>
                    <a:pt x="9307" y="7260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7" y="6990"/>
                  </a:lnTo>
                  <a:lnTo>
                    <a:pt x="7724" y="7029"/>
                  </a:lnTo>
                  <a:lnTo>
                    <a:pt x="7415" y="7144"/>
                  </a:lnTo>
                  <a:lnTo>
                    <a:pt x="7144" y="7338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6" y="8805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8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6" y="8535"/>
                  </a:lnTo>
                  <a:lnTo>
                    <a:pt x="3206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5"/>
                  </a:lnTo>
                  <a:lnTo>
                    <a:pt x="3206" y="7338"/>
                  </a:lnTo>
                  <a:lnTo>
                    <a:pt x="3128" y="6449"/>
                  </a:lnTo>
                  <a:lnTo>
                    <a:pt x="3013" y="4326"/>
                  </a:lnTo>
                  <a:lnTo>
                    <a:pt x="2935" y="2202"/>
                  </a:lnTo>
                  <a:lnTo>
                    <a:pt x="2897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11"/>
            <p:cNvSpPr/>
            <p:nvPr/>
          </p:nvSpPr>
          <p:spPr>
            <a:xfrm>
              <a:off x="5490700" y="4546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79"/>
                  </a:lnTo>
                  <a:lnTo>
                    <a:pt x="0" y="1197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8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6"/>
                  </a:lnTo>
                  <a:lnTo>
                    <a:pt x="1970" y="5947"/>
                  </a:lnTo>
                  <a:lnTo>
                    <a:pt x="2433" y="6410"/>
                  </a:lnTo>
                  <a:lnTo>
                    <a:pt x="2974" y="6873"/>
                  </a:lnTo>
                  <a:lnTo>
                    <a:pt x="3514" y="7260"/>
                  </a:lnTo>
                  <a:lnTo>
                    <a:pt x="4094" y="7646"/>
                  </a:lnTo>
                  <a:lnTo>
                    <a:pt x="4712" y="7955"/>
                  </a:lnTo>
                  <a:lnTo>
                    <a:pt x="5329" y="8225"/>
                  </a:lnTo>
                  <a:lnTo>
                    <a:pt x="5986" y="8495"/>
                  </a:lnTo>
                  <a:lnTo>
                    <a:pt x="6642" y="8688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3"/>
                  </a:lnTo>
                  <a:lnTo>
                    <a:pt x="10774" y="9075"/>
                  </a:lnTo>
                  <a:lnTo>
                    <a:pt x="11392" y="8997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1"/>
                  </a:lnTo>
                  <a:lnTo>
                    <a:pt x="14018" y="8379"/>
                  </a:lnTo>
                  <a:lnTo>
                    <a:pt x="14636" y="8148"/>
                  </a:lnTo>
                  <a:lnTo>
                    <a:pt x="15253" y="7877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0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4"/>
                  </a:lnTo>
                  <a:lnTo>
                    <a:pt x="19076" y="4286"/>
                  </a:lnTo>
                  <a:lnTo>
                    <a:pt x="19347" y="3668"/>
                  </a:lnTo>
                  <a:lnTo>
                    <a:pt x="19115" y="3630"/>
                  </a:lnTo>
                  <a:lnTo>
                    <a:pt x="18767" y="4170"/>
                  </a:lnTo>
                  <a:lnTo>
                    <a:pt x="18420" y="4634"/>
                  </a:lnTo>
                  <a:lnTo>
                    <a:pt x="18034" y="5097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0"/>
                  </a:lnTo>
                  <a:lnTo>
                    <a:pt x="15755" y="7028"/>
                  </a:lnTo>
                  <a:lnTo>
                    <a:pt x="15215" y="7298"/>
                  </a:lnTo>
                  <a:lnTo>
                    <a:pt x="14713" y="7569"/>
                  </a:lnTo>
                  <a:lnTo>
                    <a:pt x="14134" y="7800"/>
                  </a:lnTo>
                  <a:lnTo>
                    <a:pt x="13593" y="8032"/>
                  </a:lnTo>
                  <a:lnTo>
                    <a:pt x="13014" y="8186"/>
                  </a:lnTo>
                  <a:lnTo>
                    <a:pt x="12434" y="8341"/>
                  </a:lnTo>
                  <a:lnTo>
                    <a:pt x="11817" y="8457"/>
                  </a:lnTo>
                  <a:lnTo>
                    <a:pt x="11199" y="8534"/>
                  </a:lnTo>
                  <a:lnTo>
                    <a:pt x="10504" y="8611"/>
                  </a:lnTo>
                  <a:lnTo>
                    <a:pt x="9114" y="8611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2"/>
                  </a:lnTo>
                  <a:lnTo>
                    <a:pt x="6333" y="8109"/>
                  </a:lnTo>
                  <a:lnTo>
                    <a:pt x="5638" y="7877"/>
                  </a:lnTo>
                  <a:lnTo>
                    <a:pt x="5020" y="7607"/>
                  </a:lnTo>
                  <a:lnTo>
                    <a:pt x="4364" y="7260"/>
                  </a:lnTo>
                  <a:lnTo>
                    <a:pt x="3785" y="6912"/>
                  </a:lnTo>
                  <a:lnTo>
                    <a:pt x="3206" y="6487"/>
                  </a:lnTo>
                  <a:lnTo>
                    <a:pt x="2704" y="6063"/>
                  </a:lnTo>
                  <a:lnTo>
                    <a:pt x="2202" y="5561"/>
                  </a:lnTo>
                  <a:lnTo>
                    <a:pt x="1777" y="4981"/>
                  </a:lnTo>
                  <a:lnTo>
                    <a:pt x="1391" y="4402"/>
                  </a:lnTo>
                  <a:lnTo>
                    <a:pt x="1120" y="3900"/>
                  </a:lnTo>
                  <a:lnTo>
                    <a:pt x="850" y="3360"/>
                  </a:lnTo>
                  <a:lnTo>
                    <a:pt x="696" y="2858"/>
                  </a:lnTo>
                  <a:lnTo>
                    <a:pt x="541" y="2278"/>
                  </a:lnTo>
                  <a:lnTo>
                    <a:pt x="425" y="1738"/>
                  </a:lnTo>
                  <a:lnTo>
                    <a:pt x="387" y="1158"/>
                  </a:lnTo>
                  <a:lnTo>
                    <a:pt x="387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11"/>
            <p:cNvSpPr/>
            <p:nvPr/>
          </p:nvSpPr>
          <p:spPr>
            <a:xfrm>
              <a:off x="5576625" y="4556050"/>
              <a:ext cx="35725" cy="28975"/>
            </a:xfrm>
            <a:custGeom>
              <a:avLst/>
              <a:gdLst/>
              <a:ahLst/>
              <a:cxnLst/>
              <a:rect l="l" t="t" r="r" b="b"/>
              <a:pathLst>
                <a:path w="1429" h="1159" extrusionOk="0">
                  <a:moveTo>
                    <a:pt x="502" y="0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6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1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4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2"/>
                  </a:lnTo>
                  <a:lnTo>
                    <a:pt x="425" y="579"/>
                  </a:lnTo>
                  <a:lnTo>
                    <a:pt x="541" y="425"/>
                  </a:lnTo>
                  <a:lnTo>
                    <a:pt x="618" y="386"/>
                  </a:lnTo>
                  <a:lnTo>
                    <a:pt x="773" y="386"/>
                  </a:lnTo>
                  <a:lnTo>
                    <a:pt x="850" y="425"/>
                  </a:lnTo>
                  <a:lnTo>
                    <a:pt x="966" y="579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6" y="927"/>
                  </a:lnTo>
                  <a:lnTo>
                    <a:pt x="966" y="1004"/>
                  </a:lnTo>
                  <a:lnTo>
                    <a:pt x="966" y="1081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5" y="1120"/>
                  </a:lnTo>
                  <a:lnTo>
                    <a:pt x="1313" y="1081"/>
                  </a:lnTo>
                  <a:lnTo>
                    <a:pt x="1390" y="888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3"/>
                  </a:lnTo>
                  <a:lnTo>
                    <a:pt x="1043" y="77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11"/>
            <p:cNvSpPr/>
            <p:nvPr/>
          </p:nvSpPr>
          <p:spPr>
            <a:xfrm>
              <a:off x="5523525" y="45599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2"/>
                  </a:lnTo>
                  <a:lnTo>
                    <a:pt x="78" y="966"/>
                  </a:lnTo>
                  <a:lnTo>
                    <a:pt x="232" y="1082"/>
                  </a:lnTo>
                  <a:lnTo>
                    <a:pt x="387" y="1198"/>
                  </a:lnTo>
                  <a:lnTo>
                    <a:pt x="464" y="1198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5"/>
                  </a:lnTo>
                  <a:lnTo>
                    <a:pt x="387" y="927"/>
                  </a:lnTo>
                  <a:lnTo>
                    <a:pt x="348" y="812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7" y="503"/>
                  </a:lnTo>
                  <a:lnTo>
                    <a:pt x="464" y="464"/>
                  </a:lnTo>
                  <a:lnTo>
                    <a:pt x="541" y="387"/>
                  </a:lnTo>
                  <a:lnTo>
                    <a:pt x="773" y="387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2" y="1043"/>
                  </a:lnTo>
                  <a:lnTo>
                    <a:pt x="1159" y="1082"/>
                  </a:lnTo>
                  <a:lnTo>
                    <a:pt x="1197" y="1082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7"/>
                  </a:lnTo>
                  <a:lnTo>
                    <a:pt x="1159" y="232"/>
                  </a:lnTo>
                  <a:lnTo>
                    <a:pt x="1004" y="78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11"/>
            <p:cNvSpPr/>
            <p:nvPr/>
          </p:nvSpPr>
          <p:spPr>
            <a:xfrm>
              <a:off x="4050375" y="4567625"/>
              <a:ext cx="30900" cy="168975"/>
            </a:xfrm>
            <a:custGeom>
              <a:avLst/>
              <a:gdLst/>
              <a:ahLst/>
              <a:cxnLst/>
              <a:rect l="l" t="t" r="r" b="b"/>
              <a:pathLst>
                <a:path w="1236" h="6759" extrusionOk="0">
                  <a:moveTo>
                    <a:pt x="1120" y="1"/>
                  </a:moveTo>
                  <a:lnTo>
                    <a:pt x="1081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9"/>
                  </a:lnTo>
                  <a:lnTo>
                    <a:pt x="116" y="5059"/>
                  </a:lnTo>
                  <a:lnTo>
                    <a:pt x="0" y="6720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2" y="3515"/>
                  </a:lnTo>
                  <a:lnTo>
                    <a:pt x="965" y="1854"/>
                  </a:lnTo>
                  <a:lnTo>
                    <a:pt x="1081" y="232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11"/>
            <p:cNvSpPr/>
            <p:nvPr/>
          </p:nvSpPr>
          <p:spPr>
            <a:xfrm>
              <a:off x="4077400" y="4569550"/>
              <a:ext cx="121650" cy="144850"/>
            </a:xfrm>
            <a:custGeom>
              <a:avLst/>
              <a:gdLst/>
              <a:ahLst/>
              <a:cxnLst/>
              <a:rect l="l" t="t" r="r" b="b"/>
              <a:pathLst>
                <a:path w="4866" h="5794" extrusionOk="0">
                  <a:moveTo>
                    <a:pt x="155" y="1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6"/>
                  </a:lnTo>
                  <a:lnTo>
                    <a:pt x="2896" y="3631"/>
                  </a:lnTo>
                  <a:lnTo>
                    <a:pt x="3476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6"/>
                  </a:lnTo>
                  <a:lnTo>
                    <a:pt x="4866" y="5639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8" y="1352"/>
                  </a:lnTo>
                  <a:lnTo>
                    <a:pt x="811" y="65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11"/>
            <p:cNvSpPr/>
            <p:nvPr/>
          </p:nvSpPr>
          <p:spPr>
            <a:xfrm>
              <a:off x="3931625" y="457727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1"/>
                  </a:moveTo>
                  <a:lnTo>
                    <a:pt x="0" y="78"/>
                  </a:lnTo>
                  <a:lnTo>
                    <a:pt x="194" y="927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6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9"/>
                  </a:lnTo>
                  <a:lnTo>
                    <a:pt x="1931" y="6140"/>
                  </a:lnTo>
                  <a:lnTo>
                    <a:pt x="2086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4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11"/>
            <p:cNvSpPr/>
            <p:nvPr/>
          </p:nvSpPr>
          <p:spPr>
            <a:xfrm>
              <a:off x="3941275" y="457920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1" y="40"/>
                  </a:lnTo>
                  <a:lnTo>
                    <a:pt x="1970" y="3206"/>
                  </a:lnTo>
                  <a:lnTo>
                    <a:pt x="4055" y="6334"/>
                  </a:lnTo>
                  <a:lnTo>
                    <a:pt x="4055" y="6334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3"/>
                  </a:lnTo>
                  <a:lnTo>
                    <a:pt x="3708" y="6720"/>
                  </a:lnTo>
                  <a:lnTo>
                    <a:pt x="4132" y="6797"/>
                  </a:lnTo>
                  <a:lnTo>
                    <a:pt x="4596" y="6836"/>
                  </a:lnTo>
                  <a:lnTo>
                    <a:pt x="5484" y="6836"/>
                  </a:lnTo>
                  <a:lnTo>
                    <a:pt x="6372" y="6759"/>
                  </a:lnTo>
                  <a:lnTo>
                    <a:pt x="7299" y="6643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9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5"/>
                  </a:lnTo>
                  <a:lnTo>
                    <a:pt x="13863" y="2125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1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3"/>
                  </a:lnTo>
                  <a:lnTo>
                    <a:pt x="10349" y="5253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6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8" y="6334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7"/>
                  </a:lnTo>
                  <a:lnTo>
                    <a:pt x="3399" y="4635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11"/>
            <p:cNvSpPr/>
            <p:nvPr/>
          </p:nvSpPr>
          <p:spPr>
            <a:xfrm>
              <a:off x="6364350" y="46361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2" y="39"/>
                  </a:lnTo>
                  <a:lnTo>
                    <a:pt x="2781" y="77"/>
                  </a:lnTo>
                  <a:lnTo>
                    <a:pt x="2511" y="193"/>
                  </a:lnTo>
                  <a:lnTo>
                    <a:pt x="2241" y="309"/>
                  </a:lnTo>
                  <a:lnTo>
                    <a:pt x="2009" y="425"/>
                  </a:lnTo>
                  <a:lnTo>
                    <a:pt x="1739" y="579"/>
                  </a:lnTo>
                  <a:lnTo>
                    <a:pt x="1507" y="773"/>
                  </a:lnTo>
                  <a:lnTo>
                    <a:pt x="1121" y="1197"/>
                  </a:lnTo>
                  <a:lnTo>
                    <a:pt x="735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8"/>
                  </a:lnTo>
                  <a:lnTo>
                    <a:pt x="40" y="3746"/>
                  </a:lnTo>
                  <a:lnTo>
                    <a:pt x="1" y="4055"/>
                  </a:lnTo>
                  <a:lnTo>
                    <a:pt x="1" y="4402"/>
                  </a:lnTo>
                  <a:lnTo>
                    <a:pt x="40" y="4673"/>
                  </a:lnTo>
                  <a:lnTo>
                    <a:pt x="117" y="4904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5" y="5252"/>
                  </a:lnTo>
                  <a:lnTo>
                    <a:pt x="966" y="5290"/>
                  </a:lnTo>
                  <a:lnTo>
                    <a:pt x="1700" y="5290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5" y="4711"/>
                  </a:lnTo>
                  <a:lnTo>
                    <a:pt x="580" y="4595"/>
                  </a:lnTo>
                  <a:lnTo>
                    <a:pt x="542" y="4441"/>
                  </a:lnTo>
                  <a:lnTo>
                    <a:pt x="542" y="4248"/>
                  </a:lnTo>
                  <a:lnTo>
                    <a:pt x="542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8"/>
                  </a:lnTo>
                  <a:lnTo>
                    <a:pt x="2627" y="695"/>
                  </a:lnTo>
                  <a:lnTo>
                    <a:pt x="3090" y="579"/>
                  </a:lnTo>
                  <a:lnTo>
                    <a:pt x="3592" y="541"/>
                  </a:lnTo>
                  <a:lnTo>
                    <a:pt x="4094" y="579"/>
                  </a:lnTo>
                  <a:lnTo>
                    <a:pt x="4249" y="541"/>
                  </a:lnTo>
                  <a:lnTo>
                    <a:pt x="4326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3"/>
                  </a:lnTo>
                  <a:lnTo>
                    <a:pt x="4210" y="155"/>
                  </a:lnTo>
                  <a:lnTo>
                    <a:pt x="3940" y="77"/>
                  </a:lnTo>
                  <a:lnTo>
                    <a:pt x="3631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11"/>
            <p:cNvSpPr/>
            <p:nvPr/>
          </p:nvSpPr>
          <p:spPr>
            <a:xfrm>
              <a:off x="5052425" y="4653550"/>
              <a:ext cx="61800" cy="89800"/>
            </a:xfrm>
            <a:custGeom>
              <a:avLst/>
              <a:gdLst/>
              <a:ahLst/>
              <a:cxnLst/>
              <a:rect l="l" t="t" r="r" b="b"/>
              <a:pathLst>
                <a:path w="2472" h="3592" extrusionOk="0">
                  <a:moveTo>
                    <a:pt x="1082" y="0"/>
                  </a:moveTo>
                  <a:lnTo>
                    <a:pt x="1004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5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699"/>
                  </a:lnTo>
                  <a:lnTo>
                    <a:pt x="1931" y="1931"/>
                  </a:lnTo>
                  <a:lnTo>
                    <a:pt x="1931" y="2163"/>
                  </a:lnTo>
                  <a:lnTo>
                    <a:pt x="1931" y="2433"/>
                  </a:lnTo>
                  <a:lnTo>
                    <a:pt x="1815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0" y="3128"/>
                  </a:lnTo>
                  <a:lnTo>
                    <a:pt x="1197" y="3128"/>
                  </a:lnTo>
                  <a:lnTo>
                    <a:pt x="1043" y="3089"/>
                  </a:lnTo>
                  <a:lnTo>
                    <a:pt x="927" y="3012"/>
                  </a:lnTo>
                  <a:lnTo>
                    <a:pt x="850" y="2896"/>
                  </a:lnTo>
                  <a:lnTo>
                    <a:pt x="811" y="2742"/>
                  </a:lnTo>
                  <a:lnTo>
                    <a:pt x="850" y="2587"/>
                  </a:lnTo>
                  <a:lnTo>
                    <a:pt x="927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0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5" y="1468"/>
                  </a:lnTo>
                  <a:lnTo>
                    <a:pt x="193" y="1313"/>
                  </a:lnTo>
                  <a:lnTo>
                    <a:pt x="0" y="1622"/>
                  </a:lnTo>
                  <a:lnTo>
                    <a:pt x="271" y="1892"/>
                  </a:lnTo>
                  <a:lnTo>
                    <a:pt x="580" y="2124"/>
                  </a:lnTo>
                  <a:lnTo>
                    <a:pt x="425" y="2356"/>
                  </a:lnTo>
                  <a:lnTo>
                    <a:pt x="348" y="2626"/>
                  </a:lnTo>
                  <a:lnTo>
                    <a:pt x="309" y="2896"/>
                  </a:lnTo>
                  <a:lnTo>
                    <a:pt x="348" y="3051"/>
                  </a:lnTo>
                  <a:lnTo>
                    <a:pt x="425" y="3167"/>
                  </a:lnTo>
                  <a:lnTo>
                    <a:pt x="541" y="3321"/>
                  </a:lnTo>
                  <a:lnTo>
                    <a:pt x="695" y="3476"/>
                  </a:lnTo>
                  <a:lnTo>
                    <a:pt x="888" y="3553"/>
                  </a:lnTo>
                  <a:lnTo>
                    <a:pt x="1082" y="3591"/>
                  </a:lnTo>
                  <a:lnTo>
                    <a:pt x="1275" y="3591"/>
                  </a:lnTo>
                  <a:lnTo>
                    <a:pt x="1506" y="3553"/>
                  </a:lnTo>
                  <a:lnTo>
                    <a:pt x="1699" y="3514"/>
                  </a:lnTo>
                  <a:lnTo>
                    <a:pt x="1854" y="3398"/>
                  </a:lnTo>
                  <a:lnTo>
                    <a:pt x="2047" y="3244"/>
                  </a:lnTo>
                  <a:lnTo>
                    <a:pt x="2201" y="3051"/>
                  </a:lnTo>
                  <a:lnTo>
                    <a:pt x="2317" y="2858"/>
                  </a:lnTo>
                  <a:lnTo>
                    <a:pt x="2394" y="2665"/>
                  </a:lnTo>
                  <a:lnTo>
                    <a:pt x="2433" y="2472"/>
                  </a:lnTo>
                  <a:lnTo>
                    <a:pt x="2472" y="2240"/>
                  </a:lnTo>
                  <a:lnTo>
                    <a:pt x="2433" y="2008"/>
                  </a:lnTo>
                  <a:lnTo>
                    <a:pt x="2394" y="1815"/>
                  </a:lnTo>
                  <a:lnTo>
                    <a:pt x="2317" y="1583"/>
                  </a:lnTo>
                  <a:lnTo>
                    <a:pt x="2201" y="1390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6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11"/>
            <p:cNvSpPr/>
            <p:nvPr/>
          </p:nvSpPr>
          <p:spPr>
            <a:xfrm>
              <a:off x="6613425" y="4670925"/>
              <a:ext cx="26100" cy="11600"/>
            </a:xfrm>
            <a:custGeom>
              <a:avLst/>
              <a:gdLst/>
              <a:ahLst/>
              <a:cxnLst/>
              <a:rect l="l" t="t" r="r" b="b"/>
              <a:pathLst>
                <a:path w="1044" h="464" extrusionOk="0">
                  <a:moveTo>
                    <a:pt x="773" y="0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3"/>
                  </a:lnTo>
                  <a:lnTo>
                    <a:pt x="39" y="232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11"/>
            <p:cNvSpPr/>
            <p:nvPr/>
          </p:nvSpPr>
          <p:spPr>
            <a:xfrm>
              <a:off x="6514950" y="46767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6" y="0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39" y="77"/>
                  </a:lnTo>
                  <a:lnTo>
                    <a:pt x="1" y="193"/>
                  </a:lnTo>
                  <a:lnTo>
                    <a:pt x="39" y="270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0"/>
                  </a:lnTo>
                  <a:lnTo>
                    <a:pt x="850" y="193"/>
                  </a:lnTo>
                  <a:lnTo>
                    <a:pt x="812" y="77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11"/>
            <p:cNvSpPr/>
            <p:nvPr/>
          </p:nvSpPr>
          <p:spPr>
            <a:xfrm>
              <a:off x="4656625" y="46776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89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8" y="3553"/>
                  </a:lnTo>
                  <a:lnTo>
                    <a:pt x="12434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8"/>
                  </a:lnTo>
                  <a:lnTo>
                    <a:pt x="12009" y="3128"/>
                  </a:lnTo>
                  <a:lnTo>
                    <a:pt x="11932" y="3206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40" y="4171"/>
                  </a:lnTo>
                  <a:lnTo>
                    <a:pt x="9615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2" y="4171"/>
                  </a:lnTo>
                  <a:lnTo>
                    <a:pt x="5368" y="4017"/>
                  </a:lnTo>
                  <a:lnTo>
                    <a:pt x="4595" y="3708"/>
                  </a:lnTo>
                  <a:lnTo>
                    <a:pt x="3900" y="3283"/>
                  </a:lnTo>
                  <a:lnTo>
                    <a:pt x="3205" y="2820"/>
                  </a:lnTo>
                  <a:lnTo>
                    <a:pt x="2587" y="2318"/>
                  </a:lnTo>
                  <a:lnTo>
                    <a:pt x="1970" y="1777"/>
                  </a:lnTo>
                  <a:lnTo>
                    <a:pt x="1390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11"/>
            <p:cNvSpPr/>
            <p:nvPr/>
          </p:nvSpPr>
          <p:spPr>
            <a:xfrm>
              <a:off x="4964575" y="4684425"/>
              <a:ext cx="92700" cy="135200"/>
            </a:xfrm>
            <a:custGeom>
              <a:avLst/>
              <a:gdLst/>
              <a:ahLst/>
              <a:cxnLst/>
              <a:rect l="l" t="t" r="r" b="b"/>
              <a:pathLst>
                <a:path w="3708" h="5408" extrusionOk="0">
                  <a:moveTo>
                    <a:pt x="3398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2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7"/>
                  </a:lnTo>
                  <a:lnTo>
                    <a:pt x="1777" y="1430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2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4" y="2086"/>
                  </a:lnTo>
                  <a:lnTo>
                    <a:pt x="889" y="2125"/>
                  </a:lnTo>
                  <a:lnTo>
                    <a:pt x="850" y="2163"/>
                  </a:lnTo>
                  <a:lnTo>
                    <a:pt x="811" y="2241"/>
                  </a:lnTo>
                  <a:lnTo>
                    <a:pt x="811" y="2356"/>
                  </a:lnTo>
                  <a:lnTo>
                    <a:pt x="811" y="2434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7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1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8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4"/>
                  </a:lnTo>
                  <a:lnTo>
                    <a:pt x="1082" y="4944"/>
                  </a:lnTo>
                  <a:lnTo>
                    <a:pt x="889" y="4866"/>
                  </a:lnTo>
                  <a:lnTo>
                    <a:pt x="773" y="4751"/>
                  </a:lnTo>
                  <a:lnTo>
                    <a:pt x="695" y="4596"/>
                  </a:lnTo>
                  <a:lnTo>
                    <a:pt x="657" y="4442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3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7" y="3669"/>
                  </a:lnTo>
                  <a:lnTo>
                    <a:pt x="116" y="2936"/>
                  </a:lnTo>
                  <a:lnTo>
                    <a:pt x="0" y="3283"/>
                  </a:lnTo>
                  <a:lnTo>
                    <a:pt x="657" y="3785"/>
                  </a:lnTo>
                  <a:lnTo>
                    <a:pt x="502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9"/>
                  </a:lnTo>
                  <a:lnTo>
                    <a:pt x="193" y="4403"/>
                  </a:lnTo>
                  <a:lnTo>
                    <a:pt x="193" y="4558"/>
                  </a:lnTo>
                  <a:lnTo>
                    <a:pt x="193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3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7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5"/>
                  </a:lnTo>
                  <a:lnTo>
                    <a:pt x="2510" y="4442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7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2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6" y="2202"/>
                  </a:lnTo>
                  <a:lnTo>
                    <a:pt x="1275" y="2125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3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2"/>
                  </a:lnTo>
                  <a:lnTo>
                    <a:pt x="3514" y="387"/>
                  </a:lnTo>
                  <a:lnTo>
                    <a:pt x="3707" y="78"/>
                  </a:lnTo>
                  <a:lnTo>
                    <a:pt x="351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11"/>
            <p:cNvSpPr/>
            <p:nvPr/>
          </p:nvSpPr>
          <p:spPr>
            <a:xfrm>
              <a:off x="6406825" y="4717250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619"/>
                  </a:lnTo>
                  <a:lnTo>
                    <a:pt x="2550" y="696"/>
                  </a:lnTo>
                  <a:lnTo>
                    <a:pt x="2743" y="812"/>
                  </a:lnTo>
                  <a:lnTo>
                    <a:pt x="2936" y="966"/>
                  </a:lnTo>
                  <a:lnTo>
                    <a:pt x="3090" y="1198"/>
                  </a:lnTo>
                  <a:lnTo>
                    <a:pt x="3206" y="1430"/>
                  </a:lnTo>
                  <a:lnTo>
                    <a:pt x="3245" y="1700"/>
                  </a:lnTo>
                  <a:lnTo>
                    <a:pt x="3245" y="1970"/>
                  </a:lnTo>
                  <a:lnTo>
                    <a:pt x="3206" y="2202"/>
                  </a:lnTo>
                  <a:lnTo>
                    <a:pt x="3090" y="2472"/>
                  </a:lnTo>
                  <a:lnTo>
                    <a:pt x="2974" y="2665"/>
                  </a:lnTo>
                  <a:lnTo>
                    <a:pt x="2781" y="2897"/>
                  </a:lnTo>
                  <a:lnTo>
                    <a:pt x="2588" y="3051"/>
                  </a:lnTo>
                  <a:lnTo>
                    <a:pt x="2357" y="3167"/>
                  </a:lnTo>
                  <a:lnTo>
                    <a:pt x="2086" y="3245"/>
                  </a:lnTo>
                  <a:lnTo>
                    <a:pt x="1777" y="3245"/>
                  </a:lnTo>
                  <a:lnTo>
                    <a:pt x="1507" y="3167"/>
                  </a:lnTo>
                  <a:lnTo>
                    <a:pt x="1237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4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5" y="1121"/>
                  </a:lnTo>
                  <a:lnTo>
                    <a:pt x="928" y="928"/>
                  </a:lnTo>
                  <a:lnTo>
                    <a:pt x="1121" y="735"/>
                  </a:lnTo>
                  <a:lnTo>
                    <a:pt x="1353" y="580"/>
                  </a:lnTo>
                  <a:lnTo>
                    <a:pt x="1584" y="464"/>
                  </a:lnTo>
                  <a:close/>
                  <a:moveTo>
                    <a:pt x="1893" y="1"/>
                  </a:moveTo>
                  <a:lnTo>
                    <a:pt x="1700" y="39"/>
                  </a:lnTo>
                  <a:lnTo>
                    <a:pt x="1546" y="78"/>
                  </a:lnTo>
                  <a:lnTo>
                    <a:pt x="1353" y="155"/>
                  </a:lnTo>
                  <a:lnTo>
                    <a:pt x="1314" y="194"/>
                  </a:lnTo>
                  <a:lnTo>
                    <a:pt x="1082" y="271"/>
                  </a:lnTo>
                  <a:lnTo>
                    <a:pt x="851" y="387"/>
                  </a:lnTo>
                  <a:lnTo>
                    <a:pt x="619" y="580"/>
                  </a:lnTo>
                  <a:lnTo>
                    <a:pt x="426" y="773"/>
                  </a:lnTo>
                  <a:lnTo>
                    <a:pt x="271" y="966"/>
                  </a:lnTo>
                  <a:lnTo>
                    <a:pt x="155" y="1237"/>
                  </a:lnTo>
                  <a:lnTo>
                    <a:pt x="78" y="1468"/>
                  </a:lnTo>
                  <a:lnTo>
                    <a:pt x="1" y="1739"/>
                  </a:lnTo>
                  <a:lnTo>
                    <a:pt x="1" y="2047"/>
                  </a:lnTo>
                  <a:lnTo>
                    <a:pt x="40" y="2125"/>
                  </a:lnTo>
                  <a:lnTo>
                    <a:pt x="40" y="2318"/>
                  </a:lnTo>
                  <a:lnTo>
                    <a:pt x="117" y="2511"/>
                  </a:lnTo>
                  <a:lnTo>
                    <a:pt x="310" y="2858"/>
                  </a:lnTo>
                  <a:lnTo>
                    <a:pt x="542" y="3167"/>
                  </a:lnTo>
                  <a:lnTo>
                    <a:pt x="851" y="3399"/>
                  </a:lnTo>
                  <a:lnTo>
                    <a:pt x="1198" y="3592"/>
                  </a:lnTo>
                  <a:lnTo>
                    <a:pt x="1584" y="3708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7" y="3669"/>
                  </a:lnTo>
                  <a:lnTo>
                    <a:pt x="2627" y="3592"/>
                  </a:lnTo>
                  <a:lnTo>
                    <a:pt x="2897" y="3438"/>
                  </a:lnTo>
                  <a:lnTo>
                    <a:pt x="3129" y="3245"/>
                  </a:lnTo>
                  <a:lnTo>
                    <a:pt x="3322" y="3013"/>
                  </a:lnTo>
                  <a:lnTo>
                    <a:pt x="3476" y="2781"/>
                  </a:lnTo>
                  <a:lnTo>
                    <a:pt x="3631" y="2511"/>
                  </a:lnTo>
                  <a:lnTo>
                    <a:pt x="3708" y="2202"/>
                  </a:lnTo>
                  <a:lnTo>
                    <a:pt x="3747" y="1932"/>
                  </a:lnTo>
                  <a:lnTo>
                    <a:pt x="3747" y="1584"/>
                  </a:lnTo>
                  <a:lnTo>
                    <a:pt x="3669" y="1314"/>
                  </a:lnTo>
                  <a:lnTo>
                    <a:pt x="3515" y="1005"/>
                  </a:lnTo>
                  <a:lnTo>
                    <a:pt x="3322" y="696"/>
                  </a:lnTo>
                  <a:lnTo>
                    <a:pt x="3052" y="426"/>
                  </a:lnTo>
                  <a:lnTo>
                    <a:pt x="2743" y="233"/>
                  </a:lnTo>
                  <a:lnTo>
                    <a:pt x="2395" y="7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11"/>
            <p:cNvSpPr/>
            <p:nvPr/>
          </p:nvSpPr>
          <p:spPr>
            <a:xfrm>
              <a:off x="2332000" y="4749125"/>
              <a:ext cx="326325" cy="58900"/>
            </a:xfrm>
            <a:custGeom>
              <a:avLst/>
              <a:gdLst/>
              <a:ahLst/>
              <a:cxnLst/>
              <a:rect l="l" t="t" r="r" b="b"/>
              <a:pathLst>
                <a:path w="13053" h="2356" extrusionOk="0">
                  <a:moveTo>
                    <a:pt x="12782" y="0"/>
                  </a:moveTo>
                  <a:lnTo>
                    <a:pt x="12705" y="39"/>
                  </a:lnTo>
                  <a:lnTo>
                    <a:pt x="12628" y="116"/>
                  </a:lnTo>
                  <a:lnTo>
                    <a:pt x="12589" y="193"/>
                  </a:lnTo>
                  <a:lnTo>
                    <a:pt x="12589" y="309"/>
                  </a:lnTo>
                  <a:lnTo>
                    <a:pt x="12589" y="502"/>
                  </a:lnTo>
                  <a:lnTo>
                    <a:pt x="12550" y="657"/>
                  </a:lnTo>
                  <a:lnTo>
                    <a:pt x="12435" y="811"/>
                  </a:lnTo>
                  <a:lnTo>
                    <a:pt x="12319" y="966"/>
                  </a:lnTo>
                  <a:lnTo>
                    <a:pt x="12164" y="1081"/>
                  </a:lnTo>
                  <a:lnTo>
                    <a:pt x="11971" y="1159"/>
                  </a:lnTo>
                  <a:lnTo>
                    <a:pt x="11546" y="1313"/>
                  </a:lnTo>
                  <a:lnTo>
                    <a:pt x="11083" y="1429"/>
                  </a:lnTo>
                  <a:lnTo>
                    <a:pt x="10581" y="1506"/>
                  </a:lnTo>
                  <a:lnTo>
                    <a:pt x="9847" y="1583"/>
                  </a:lnTo>
                  <a:lnTo>
                    <a:pt x="9423" y="1622"/>
                  </a:lnTo>
                  <a:lnTo>
                    <a:pt x="9423" y="1545"/>
                  </a:lnTo>
                  <a:lnTo>
                    <a:pt x="9423" y="1468"/>
                  </a:lnTo>
                  <a:lnTo>
                    <a:pt x="9152" y="888"/>
                  </a:lnTo>
                  <a:lnTo>
                    <a:pt x="8959" y="270"/>
                  </a:lnTo>
                  <a:lnTo>
                    <a:pt x="8612" y="386"/>
                  </a:lnTo>
                  <a:lnTo>
                    <a:pt x="8650" y="695"/>
                  </a:lnTo>
                  <a:lnTo>
                    <a:pt x="8728" y="1043"/>
                  </a:lnTo>
                  <a:lnTo>
                    <a:pt x="8843" y="1390"/>
                  </a:lnTo>
                  <a:lnTo>
                    <a:pt x="8998" y="1661"/>
                  </a:lnTo>
                  <a:lnTo>
                    <a:pt x="7839" y="1776"/>
                  </a:lnTo>
                  <a:lnTo>
                    <a:pt x="6681" y="1854"/>
                  </a:lnTo>
                  <a:lnTo>
                    <a:pt x="5252" y="1892"/>
                  </a:lnTo>
                  <a:lnTo>
                    <a:pt x="3862" y="1854"/>
                  </a:lnTo>
                  <a:lnTo>
                    <a:pt x="3592" y="1815"/>
                  </a:lnTo>
                  <a:lnTo>
                    <a:pt x="3746" y="1506"/>
                  </a:lnTo>
                  <a:lnTo>
                    <a:pt x="3785" y="1159"/>
                  </a:lnTo>
                  <a:lnTo>
                    <a:pt x="3785" y="811"/>
                  </a:lnTo>
                  <a:lnTo>
                    <a:pt x="3746" y="425"/>
                  </a:lnTo>
                  <a:lnTo>
                    <a:pt x="3399" y="464"/>
                  </a:lnTo>
                  <a:lnTo>
                    <a:pt x="3399" y="772"/>
                  </a:lnTo>
                  <a:lnTo>
                    <a:pt x="3360" y="1081"/>
                  </a:lnTo>
                  <a:lnTo>
                    <a:pt x="3244" y="1468"/>
                  </a:lnTo>
                  <a:lnTo>
                    <a:pt x="3128" y="1815"/>
                  </a:lnTo>
                  <a:lnTo>
                    <a:pt x="2202" y="1738"/>
                  </a:lnTo>
                  <a:lnTo>
                    <a:pt x="1738" y="1699"/>
                  </a:lnTo>
                  <a:lnTo>
                    <a:pt x="1275" y="1622"/>
                  </a:lnTo>
                  <a:lnTo>
                    <a:pt x="889" y="1468"/>
                  </a:lnTo>
                  <a:lnTo>
                    <a:pt x="734" y="1390"/>
                  </a:lnTo>
                  <a:lnTo>
                    <a:pt x="618" y="1313"/>
                  </a:lnTo>
                  <a:lnTo>
                    <a:pt x="503" y="1197"/>
                  </a:lnTo>
                  <a:lnTo>
                    <a:pt x="425" y="1081"/>
                  </a:lnTo>
                  <a:lnTo>
                    <a:pt x="387" y="966"/>
                  </a:lnTo>
                  <a:lnTo>
                    <a:pt x="387" y="811"/>
                  </a:lnTo>
                  <a:lnTo>
                    <a:pt x="387" y="772"/>
                  </a:lnTo>
                  <a:lnTo>
                    <a:pt x="387" y="695"/>
                  </a:lnTo>
                  <a:lnTo>
                    <a:pt x="310" y="618"/>
                  </a:lnTo>
                  <a:lnTo>
                    <a:pt x="194" y="618"/>
                  </a:lnTo>
                  <a:lnTo>
                    <a:pt x="155" y="657"/>
                  </a:lnTo>
                  <a:lnTo>
                    <a:pt x="116" y="695"/>
                  </a:lnTo>
                  <a:lnTo>
                    <a:pt x="39" y="850"/>
                  </a:lnTo>
                  <a:lnTo>
                    <a:pt x="1" y="1004"/>
                  </a:lnTo>
                  <a:lnTo>
                    <a:pt x="1" y="1159"/>
                  </a:lnTo>
                  <a:lnTo>
                    <a:pt x="1" y="1274"/>
                  </a:lnTo>
                  <a:lnTo>
                    <a:pt x="39" y="1390"/>
                  </a:lnTo>
                  <a:lnTo>
                    <a:pt x="116" y="1506"/>
                  </a:lnTo>
                  <a:lnTo>
                    <a:pt x="310" y="1699"/>
                  </a:lnTo>
                  <a:lnTo>
                    <a:pt x="541" y="1854"/>
                  </a:lnTo>
                  <a:lnTo>
                    <a:pt x="812" y="1970"/>
                  </a:lnTo>
                  <a:lnTo>
                    <a:pt x="1082" y="2047"/>
                  </a:lnTo>
                  <a:lnTo>
                    <a:pt x="1352" y="2085"/>
                  </a:lnTo>
                  <a:lnTo>
                    <a:pt x="2626" y="2240"/>
                  </a:lnTo>
                  <a:lnTo>
                    <a:pt x="3862" y="2317"/>
                  </a:lnTo>
                  <a:lnTo>
                    <a:pt x="5136" y="2356"/>
                  </a:lnTo>
                  <a:lnTo>
                    <a:pt x="6372" y="2356"/>
                  </a:lnTo>
                  <a:lnTo>
                    <a:pt x="7531" y="2278"/>
                  </a:lnTo>
                  <a:lnTo>
                    <a:pt x="8689" y="2201"/>
                  </a:lnTo>
                  <a:lnTo>
                    <a:pt x="9847" y="2047"/>
                  </a:lnTo>
                  <a:lnTo>
                    <a:pt x="11006" y="1892"/>
                  </a:lnTo>
                  <a:lnTo>
                    <a:pt x="11392" y="1815"/>
                  </a:lnTo>
                  <a:lnTo>
                    <a:pt x="11740" y="1738"/>
                  </a:lnTo>
                  <a:lnTo>
                    <a:pt x="12126" y="1583"/>
                  </a:lnTo>
                  <a:lnTo>
                    <a:pt x="12473" y="1429"/>
                  </a:lnTo>
                  <a:lnTo>
                    <a:pt x="12744" y="1236"/>
                  </a:lnTo>
                  <a:lnTo>
                    <a:pt x="12859" y="1081"/>
                  </a:lnTo>
                  <a:lnTo>
                    <a:pt x="12937" y="927"/>
                  </a:lnTo>
                  <a:lnTo>
                    <a:pt x="13014" y="772"/>
                  </a:lnTo>
                  <a:lnTo>
                    <a:pt x="13052" y="579"/>
                  </a:lnTo>
                  <a:lnTo>
                    <a:pt x="13052" y="386"/>
                  </a:lnTo>
                  <a:lnTo>
                    <a:pt x="13052" y="155"/>
                  </a:lnTo>
                  <a:lnTo>
                    <a:pt x="13014" y="77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12" name="Google Shape;2612;p11"/>
          <p:cNvSpPr txBox="1">
            <a:spLocks noGrp="1"/>
          </p:cNvSpPr>
          <p:nvPr>
            <p:ph type="title" hasCustomPrompt="1"/>
          </p:nvPr>
        </p:nvSpPr>
        <p:spPr>
          <a:xfrm>
            <a:off x="855900" y="1742200"/>
            <a:ext cx="7432200" cy="11343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5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2613" name="Google Shape;2613;p11"/>
          <p:cNvSpPr txBox="1">
            <a:spLocks noGrp="1"/>
          </p:cNvSpPr>
          <p:nvPr>
            <p:ph type="subTitle" idx="1"/>
          </p:nvPr>
        </p:nvSpPr>
        <p:spPr>
          <a:xfrm>
            <a:off x="855000" y="2904200"/>
            <a:ext cx="7434000" cy="49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" name="Rezervirano mjesto sadržaja 2">
            <a:extLst>
              <a:ext uri="{FF2B5EF4-FFF2-40B4-BE49-F238E27FC236}">
                <a16:creationId xmlns:a16="http://schemas.microsoft.com/office/drawing/2014/main" id="{45AABA3C-2909-825F-6C5F-7A3217544206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783012" y="4566187"/>
            <a:ext cx="1577975" cy="425450"/>
          </a:xfrm>
        </p:spPr>
        <p:txBody>
          <a:bodyPr/>
          <a:lstStyle/>
          <a:p>
            <a:pPr lvl="0"/>
            <a:r>
              <a:rPr lang="hr-HR"/>
              <a:t>Kliknite da biste uredili matrice</a:t>
            </a:r>
          </a:p>
          <a:p>
            <a:pPr lvl="1"/>
            <a:r>
              <a:rPr lang="hr-HR"/>
              <a:t>Druga razina</a:t>
            </a:r>
          </a:p>
          <a:p>
            <a:pPr lvl="2"/>
            <a:r>
              <a:rPr lang="hr-HR"/>
              <a:t>Treća razina</a:t>
            </a:r>
          </a:p>
          <a:p>
            <a:pPr lvl="3"/>
            <a:r>
              <a:rPr lang="hr-HR"/>
              <a:t>Četvrta razina</a:t>
            </a:r>
          </a:p>
          <a:p>
            <a:pPr lvl="4"/>
            <a:r>
              <a:rPr lang="hr-HR"/>
              <a:t>Peta razina stilove teksta</a:t>
            </a:r>
            <a:endParaRPr 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userDrawn="1">
  <p:cSld name="BLANK">
    <p:bg>
      <p:bgPr>
        <a:solidFill>
          <a:srgbClr val="FFFFFF"/>
        </a:solidFill>
        <a:effectLst/>
      </p:bgPr>
    </p:bg>
    <p:spTree>
      <p:nvGrpSpPr>
        <p:cNvPr id="1" name="Shape 2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zervirano mjesto sadržaja 2">
            <a:extLst>
              <a:ext uri="{FF2B5EF4-FFF2-40B4-BE49-F238E27FC236}">
                <a16:creationId xmlns:a16="http://schemas.microsoft.com/office/drawing/2014/main" id="{9A35467C-56F7-423F-F9AE-893E1B80E982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783012" y="4566187"/>
            <a:ext cx="1577975" cy="425450"/>
          </a:xfrm>
        </p:spPr>
        <p:txBody>
          <a:bodyPr/>
          <a:lstStyle/>
          <a:p>
            <a:pPr lvl="0"/>
            <a:r>
              <a:rPr lang="hr-HR"/>
              <a:t>Kliknite da biste uredili matrice</a:t>
            </a:r>
          </a:p>
          <a:p>
            <a:pPr lvl="1"/>
            <a:r>
              <a:rPr lang="hr-HR"/>
              <a:t>Druga razina</a:t>
            </a:r>
          </a:p>
          <a:p>
            <a:pPr lvl="2"/>
            <a:r>
              <a:rPr lang="hr-HR"/>
              <a:t>Treća razina</a:t>
            </a:r>
          </a:p>
          <a:p>
            <a:pPr lvl="3"/>
            <a:r>
              <a:rPr lang="hr-HR"/>
              <a:t>Četvrta razina</a:t>
            </a:r>
          </a:p>
          <a:p>
            <a:pPr lvl="4"/>
            <a:r>
              <a:rPr lang="hr-HR"/>
              <a:t>Peta razina stilove teksta</a:t>
            </a:r>
            <a:endParaRPr 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 userDrawn="1">
  <p:cSld name="BLANK_1_1_1_1_1_1">
    <p:spTree>
      <p:nvGrpSpPr>
        <p:cNvPr id="1" name="Shape 2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16" name="Google Shape;2616;p13"/>
          <p:cNvGrpSpPr/>
          <p:nvPr/>
        </p:nvGrpSpPr>
        <p:grpSpPr>
          <a:xfrm>
            <a:off x="162878" y="103243"/>
            <a:ext cx="8818245" cy="4937014"/>
            <a:chOff x="238125" y="857725"/>
            <a:chExt cx="7143750" cy="3999525"/>
          </a:xfrm>
        </p:grpSpPr>
        <p:sp>
          <p:nvSpPr>
            <p:cNvPr id="2617" name="Google Shape;2617;p13"/>
            <p:cNvSpPr/>
            <p:nvPr/>
          </p:nvSpPr>
          <p:spPr>
            <a:xfrm>
              <a:off x="2331050" y="4488475"/>
              <a:ext cx="145775" cy="163175"/>
            </a:xfrm>
            <a:custGeom>
              <a:avLst/>
              <a:gdLst/>
              <a:ahLst/>
              <a:cxnLst/>
              <a:rect l="l" t="t" r="r" b="b"/>
              <a:pathLst>
                <a:path w="5831" h="6527" extrusionOk="0">
                  <a:moveTo>
                    <a:pt x="3321" y="502"/>
                  </a:moveTo>
                  <a:lnTo>
                    <a:pt x="3784" y="695"/>
                  </a:lnTo>
                  <a:lnTo>
                    <a:pt x="4248" y="1004"/>
                  </a:lnTo>
                  <a:lnTo>
                    <a:pt x="4595" y="1313"/>
                  </a:lnTo>
                  <a:lnTo>
                    <a:pt x="4904" y="1738"/>
                  </a:lnTo>
                  <a:lnTo>
                    <a:pt x="5174" y="2163"/>
                  </a:lnTo>
                  <a:lnTo>
                    <a:pt x="5252" y="2394"/>
                  </a:lnTo>
                  <a:lnTo>
                    <a:pt x="5329" y="2665"/>
                  </a:lnTo>
                  <a:lnTo>
                    <a:pt x="5367" y="2896"/>
                  </a:lnTo>
                  <a:lnTo>
                    <a:pt x="5367" y="3167"/>
                  </a:lnTo>
                  <a:lnTo>
                    <a:pt x="5367" y="3437"/>
                  </a:lnTo>
                  <a:lnTo>
                    <a:pt x="5329" y="3707"/>
                  </a:lnTo>
                  <a:lnTo>
                    <a:pt x="5213" y="4171"/>
                  </a:lnTo>
                  <a:lnTo>
                    <a:pt x="5020" y="4595"/>
                  </a:lnTo>
                  <a:lnTo>
                    <a:pt x="4750" y="4981"/>
                  </a:lnTo>
                  <a:lnTo>
                    <a:pt x="4441" y="5368"/>
                  </a:lnTo>
                  <a:lnTo>
                    <a:pt x="4055" y="5638"/>
                  </a:lnTo>
                  <a:lnTo>
                    <a:pt x="3630" y="5870"/>
                  </a:lnTo>
                  <a:lnTo>
                    <a:pt x="3398" y="5947"/>
                  </a:lnTo>
                  <a:lnTo>
                    <a:pt x="3166" y="6024"/>
                  </a:lnTo>
                  <a:lnTo>
                    <a:pt x="2935" y="6024"/>
                  </a:lnTo>
                  <a:lnTo>
                    <a:pt x="2703" y="6063"/>
                  </a:lnTo>
                  <a:lnTo>
                    <a:pt x="2394" y="6024"/>
                  </a:lnTo>
                  <a:lnTo>
                    <a:pt x="2085" y="5985"/>
                  </a:lnTo>
                  <a:lnTo>
                    <a:pt x="1815" y="5908"/>
                  </a:lnTo>
                  <a:lnTo>
                    <a:pt x="1583" y="5792"/>
                  </a:lnTo>
                  <a:lnTo>
                    <a:pt x="1390" y="5677"/>
                  </a:lnTo>
                  <a:lnTo>
                    <a:pt x="1197" y="5522"/>
                  </a:lnTo>
                  <a:lnTo>
                    <a:pt x="1004" y="5329"/>
                  </a:lnTo>
                  <a:lnTo>
                    <a:pt x="850" y="5136"/>
                  </a:lnTo>
                  <a:lnTo>
                    <a:pt x="734" y="4904"/>
                  </a:lnTo>
                  <a:lnTo>
                    <a:pt x="656" y="4673"/>
                  </a:lnTo>
                  <a:lnTo>
                    <a:pt x="541" y="4441"/>
                  </a:lnTo>
                  <a:lnTo>
                    <a:pt x="502" y="4209"/>
                  </a:lnTo>
                  <a:lnTo>
                    <a:pt x="425" y="3669"/>
                  </a:lnTo>
                  <a:lnTo>
                    <a:pt x="463" y="3128"/>
                  </a:lnTo>
                  <a:lnTo>
                    <a:pt x="579" y="2587"/>
                  </a:lnTo>
                  <a:lnTo>
                    <a:pt x="734" y="2085"/>
                  </a:lnTo>
                  <a:lnTo>
                    <a:pt x="1004" y="1622"/>
                  </a:lnTo>
                  <a:lnTo>
                    <a:pt x="1158" y="1390"/>
                  </a:lnTo>
                  <a:lnTo>
                    <a:pt x="1313" y="1197"/>
                  </a:lnTo>
                  <a:lnTo>
                    <a:pt x="1506" y="1043"/>
                  </a:lnTo>
                  <a:lnTo>
                    <a:pt x="1699" y="888"/>
                  </a:lnTo>
                  <a:lnTo>
                    <a:pt x="1931" y="734"/>
                  </a:lnTo>
                  <a:lnTo>
                    <a:pt x="2162" y="657"/>
                  </a:lnTo>
                  <a:lnTo>
                    <a:pt x="2394" y="579"/>
                  </a:lnTo>
                  <a:lnTo>
                    <a:pt x="2664" y="502"/>
                  </a:lnTo>
                  <a:lnTo>
                    <a:pt x="2935" y="502"/>
                  </a:lnTo>
                  <a:lnTo>
                    <a:pt x="3244" y="541"/>
                  </a:lnTo>
                  <a:lnTo>
                    <a:pt x="3282" y="502"/>
                  </a:lnTo>
                  <a:close/>
                  <a:moveTo>
                    <a:pt x="3128" y="0"/>
                  </a:moveTo>
                  <a:lnTo>
                    <a:pt x="3051" y="39"/>
                  </a:lnTo>
                  <a:lnTo>
                    <a:pt x="2973" y="116"/>
                  </a:lnTo>
                  <a:lnTo>
                    <a:pt x="2973" y="193"/>
                  </a:lnTo>
                  <a:lnTo>
                    <a:pt x="2664" y="155"/>
                  </a:lnTo>
                  <a:lnTo>
                    <a:pt x="2394" y="193"/>
                  </a:lnTo>
                  <a:lnTo>
                    <a:pt x="2124" y="232"/>
                  </a:lnTo>
                  <a:lnTo>
                    <a:pt x="1854" y="309"/>
                  </a:lnTo>
                  <a:lnTo>
                    <a:pt x="1622" y="425"/>
                  </a:lnTo>
                  <a:lnTo>
                    <a:pt x="1390" y="579"/>
                  </a:lnTo>
                  <a:lnTo>
                    <a:pt x="1197" y="734"/>
                  </a:lnTo>
                  <a:lnTo>
                    <a:pt x="965" y="927"/>
                  </a:lnTo>
                  <a:lnTo>
                    <a:pt x="811" y="1120"/>
                  </a:lnTo>
                  <a:lnTo>
                    <a:pt x="656" y="1352"/>
                  </a:lnTo>
                  <a:lnTo>
                    <a:pt x="386" y="1854"/>
                  </a:lnTo>
                  <a:lnTo>
                    <a:pt x="154" y="2394"/>
                  </a:lnTo>
                  <a:lnTo>
                    <a:pt x="39" y="2974"/>
                  </a:lnTo>
                  <a:lnTo>
                    <a:pt x="0" y="3591"/>
                  </a:lnTo>
                  <a:lnTo>
                    <a:pt x="0" y="3900"/>
                  </a:lnTo>
                  <a:lnTo>
                    <a:pt x="39" y="4209"/>
                  </a:lnTo>
                  <a:lnTo>
                    <a:pt x="116" y="4518"/>
                  </a:lnTo>
                  <a:lnTo>
                    <a:pt x="193" y="4788"/>
                  </a:lnTo>
                  <a:lnTo>
                    <a:pt x="270" y="5059"/>
                  </a:lnTo>
                  <a:lnTo>
                    <a:pt x="425" y="5329"/>
                  </a:lnTo>
                  <a:lnTo>
                    <a:pt x="579" y="5561"/>
                  </a:lnTo>
                  <a:lnTo>
                    <a:pt x="772" y="5754"/>
                  </a:lnTo>
                  <a:lnTo>
                    <a:pt x="965" y="5947"/>
                  </a:lnTo>
                  <a:lnTo>
                    <a:pt x="1197" y="6101"/>
                  </a:lnTo>
                  <a:lnTo>
                    <a:pt x="1467" y="6256"/>
                  </a:lnTo>
                  <a:lnTo>
                    <a:pt x="1738" y="6372"/>
                  </a:lnTo>
                  <a:lnTo>
                    <a:pt x="2085" y="6449"/>
                  </a:lnTo>
                  <a:lnTo>
                    <a:pt x="2394" y="6487"/>
                  </a:lnTo>
                  <a:lnTo>
                    <a:pt x="2742" y="6526"/>
                  </a:lnTo>
                  <a:lnTo>
                    <a:pt x="3012" y="6487"/>
                  </a:lnTo>
                  <a:lnTo>
                    <a:pt x="3321" y="6449"/>
                  </a:lnTo>
                  <a:lnTo>
                    <a:pt x="3630" y="6372"/>
                  </a:lnTo>
                  <a:lnTo>
                    <a:pt x="3900" y="6256"/>
                  </a:lnTo>
                  <a:lnTo>
                    <a:pt x="4170" y="6101"/>
                  </a:lnTo>
                  <a:lnTo>
                    <a:pt x="4402" y="5947"/>
                  </a:lnTo>
                  <a:lnTo>
                    <a:pt x="4634" y="5792"/>
                  </a:lnTo>
                  <a:lnTo>
                    <a:pt x="4866" y="5561"/>
                  </a:lnTo>
                  <a:lnTo>
                    <a:pt x="5059" y="5368"/>
                  </a:lnTo>
                  <a:lnTo>
                    <a:pt x="5252" y="5097"/>
                  </a:lnTo>
                  <a:lnTo>
                    <a:pt x="5406" y="4866"/>
                  </a:lnTo>
                  <a:lnTo>
                    <a:pt x="5522" y="4595"/>
                  </a:lnTo>
                  <a:lnTo>
                    <a:pt x="5638" y="4286"/>
                  </a:lnTo>
                  <a:lnTo>
                    <a:pt x="5754" y="4016"/>
                  </a:lnTo>
                  <a:lnTo>
                    <a:pt x="5792" y="3707"/>
                  </a:lnTo>
                  <a:lnTo>
                    <a:pt x="5831" y="3398"/>
                  </a:lnTo>
                  <a:lnTo>
                    <a:pt x="5831" y="3089"/>
                  </a:lnTo>
                  <a:lnTo>
                    <a:pt x="5792" y="2780"/>
                  </a:lnTo>
                  <a:lnTo>
                    <a:pt x="5754" y="2472"/>
                  </a:lnTo>
                  <a:lnTo>
                    <a:pt x="5638" y="2163"/>
                  </a:lnTo>
                  <a:lnTo>
                    <a:pt x="5522" y="1892"/>
                  </a:lnTo>
                  <a:lnTo>
                    <a:pt x="5406" y="1622"/>
                  </a:lnTo>
                  <a:lnTo>
                    <a:pt x="5213" y="1352"/>
                  </a:lnTo>
                  <a:lnTo>
                    <a:pt x="5020" y="1120"/>
                  </a:lnTo>
                  <a:lnTo>
                    <a:pt x="4827" y="888"/>
                  </a:lnTo>
                  <a:lnTo>
                    <a:pt x="4595" y="695"/>
                  </a:lnTo>
                  <a:lnTo>
                    <a:pt x="4364" y="502"/>
                  </a:lnTo>
                  <a:lnTo>
                    <a:pt x="4093" y="348"/>
                  </a:lnTo>
                  <a:lnTo>
                    <a:pt x="3823" y="193"/>
                  </a:lnTo>
                  <a:lnTo>
                    <a:pt x="3514" y="116"/>
                  </a:lnTo>
                  <a:lnTo>
                    <a:pt x="32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13"/>
            <p:cNvSpPr/>
            <p:nvPr/>
          </p:nvSpPr>
          <p:spPr>
            <a:xfrm>
              <a:off x="2332000" y="4749125"/>
              <a:ext cx="326325" cy="58900"/>
            </a:xfrm>
            <a:custGeom>
              <a:avLst/>
              <a:gdLst/>
              <a:ahLst/>
              <a:cxnLst/>
              <a:rect l="l" t="t" r="r" b="b"/>
              <a:pathLst>
                <a:path w="13053" h="2356" extrusionOk="0">
                  <a:moveTo>
                    <a:pt x="12782" y="0"/>
                  </a:moveTo>
                  <a:lnTo>
                    <a:pt x="12705" y="39"/>
                  </a:lnTo>
                  <a:lnTo>
                    <a:pt x="12628" y="116"/>
                  </a:lnTo>
                  <a:lnTo>
                    <a:pt x="12589" y="193"/>
                  </a:lnTo>
                  <a:lnTo>
                    <a:pt x="12589" y="309"/>
                  </a:lnTo>
                  <a:lnTo>
                    <a:pt x="12589" y="502"/>
                  </a:lnTo>
                  <a:lnTo>
                    <a:pt x="12550" y="657"/>
                  </a:lnTo>
                  <a:lnTo>
                    <a:pt x="12435" y="811"/>
                  </a:lnTo>
                  <a:lnTo>
                    <a:pt x="12319" y="966"/>
                  </a:lnTo>
                  <a:lnTo>
                    <a:pt x="12164" y="1081"/>
                  </a:lnTo>
                  <a:lnTo>
                    <a:pt x="11971" y="1159"/>
                  </a:lnTo>
                  <a:lnTo>
                    <a:pt x="11546" y="1313"/>
                  </a:lnTo>
                  <a:lnTo>
                    <a:pt x="11083" y="1429"/>
                  </a:lnTo>
                  <a:lnTo>
                    <a:pt x="10581" y="1506"/>
                  </a:lnTo>
                  <a:lnTo>
                    <a:pt x="9847" y="1583"/>
                  </a:lnTo>
                  <a:lnTo>
                    <a:pt x="9423" y="1622"/>
                  </a:lnTo>
                  <a:lnTo>
                    <a:pt x="9423" y="1545"/>
                  </a:lnTo>
                  <a:lnTo>
                    <a:pt x="9423" y="1468"/>
                  </a:lnTo>
                  <a:lnTo>
                    <a:pt x="9152" y="888"/>
                  </a:lnTo>
                  <a:lnTo>
                    <a:pt x="8959" y="270"/>
                  </a:lnTo>
                  <a:lnTo>
                    <a:pt x="8612" y="386"/>
                  </a:lnTo>
                  <a:lnTo>
                    <a:pt x="8650" y="695"/>
                  </a:lnTo>
                  <a:lnTo>
                    <a:pt x="8728" y="1043"/>
                  </a:lnTo>
                  <a:lnTo>
                    <a:pt x="8843" y="1390"/>
                  </a:lnTo>
                  <a:lnTo>
                    <a:pt x="8998" y="1661"/>
                  </a:lnTo>
                  <a:lnTo>
                    <a:pt x="7839" y="1776"/>
                  </a:lnTo>
                  <a:lnTo>
                    <a:pt x="6681" y="1854"/>
                  </a:lnTo>
                  <a:lnTo>
                    <a:pt x="5252" y="1892"/>
                  </a:lnTo>
                  <a:lnTo>
                    <a:pt x="3862" y="1854"/>
                  </a:lnTo>
                  <a:lnTo>
                    <a:pt x="3592" y="1815"/>
                  </a:lnTo>
                  <a:lnTo>
                    <a:pt x="3746" y="1506"/>
                  </a:lnTo>
                  <a:lnTo>
                    <a:pt x="3785" y="1159"/>
                  </a:lnTo>
                  <a:lnTo>
                    <a:pt x="3785" y="811"/>
                  </a:lnTo>
                  <a:lnTo>
                    <a:pt x="3746" y="425"/>
                  </a:lnTo>
                  <a:lnTo>
                    <a:pt x="3399" y="464"/>
                  </a:lnTo>
                  <a:lnTo>
                    <a:pt x="3399" y="772"/>
                  </a:lnTo>
                  <a:lnTo>
                    <a:pt x="3360" y="1081"/>
                  </a:lnTo>
                  <a:lnTo>
                    <a:pt x="3244" y="1468"/>
                  </a:lnTo>
                  <a:lnTo>
                    <a:pt x="3128" y="1815"/>
                  </a:lnTo>
                  <a:lnTo>
                    <a:pt x="2202" y="1738"/>
                  </a:lnTo>
                  <a:lnTo>
                    <a:pt x="1738" y="1699"/>
                  </a:lnTo>
                  <a:lnTo>
                    <a:pt x="1275" y="1622"/>
                  </a:lnTo>
                  <a:lnTo>
                    <a:pt x="889" y="1468"/>
                  </a:lnTo>
                  <a:lnTo>
                    <a:pt x="734" y="1390"/>
                  </a:lnTo>
                  <a:lnTo>
                    <a:pt x="618" y="1313"/>
                  </a:lnTo>
                  <a:lnTo>
                    <a:pt x="503" y="1197"/>
                  </a:lnTo>
                  <a:lnTo>
                    <a:pt x="425" y="1081"/>
                  </a:lnTo>
                  <a:lnTo>
                    <a:pt x="387" y="966"/>
                  </a:lnTo>
                  <a:lnTo>
                    <a:pt x="387" y="811"/>
                  </a:lnTo>
                  <a:lnTo>
                    <a:pt x="387" y="772"/>
                  </a:lnTo>
                  <a:lnTo>
                    <a:pt x="387" y="695"/>
                  </a:lnTo>
                  <a:lnTo>
                    <a:pt x="310" y="618"/>
                  </a:lnTo>
                  <a:lnTo>
                    <a:pt x="194" y="618"/>
                  </a:lnTo>
                  <a:lnTo>
                    <a:pt x="155" y="657"/>
                  </a:lnTo>
                  <a:lnTo>
                    <a:pt x="116" y="695"/>
                  </a:lnTo>
                  <a:lnTo>
                    <a:pt x="39" y="850"/>
                  </a:lnTo>
                  <a:lnTo>
                    <a:pt x="1" y="1004"/>
                  </a:lnTo>
                  <a:lnTo>
                    <a:pt x="1" y="1159"/>
                  </a:lnTo>
                  <a:lnTo>
                    <a:pt x="1" y="1274"/>
                  </a:lnTo>
                  <a:lnTo>
                    <a:pt x="39" y="1390"/>
                  </a:lnTo>
                  <a:lnTo>
                    <a:pt x="116" y="1506"/>
                  </a:lnTo>
                  <a:lnTo>
                    <a:pt x="310" y="1699"/>
                  </a:lnTo>
                  <a:lnTo>
                    <a:pt x="541" y="1854"/>
                  </a:lnTo>
                  <a:lnTo>
                    <a:pt x="812" y="1970"/>
                  </a:lnTo>
                  <a:lnTo>
                    <a:pt x="1082" y="2047"/>
                  </a:lnTo>
                  <a:lnTo>
                    <a:pt x="1352" y="2085"/>
                  </a:lnTo>
                  <a:lnTo>
                    <a:pt x="2626" y="2240"/>
                  </a:lnTo>
                  <a:lnTo>
                    <a:pt x="3862" y="2317"/>
                  </a:lnTo>
                  <a:lnTo>
                    <a:pt x="5136" y="2356"/>
                  </a:lnTo>
                  <a:lnTo>
                    <a:pt x="6372" y="2356"/>
                  </a:lnTo>
                  <a:lnTo>
                    <a:pt x="7531" y="2278"/>
                  </a:lnTo>
                  <a:lnTo>
                    <a:pt x="8689" y="2201"/>
                  </a:lnTo>
                  <a:lnTo>
                    <a:pt x="9847" y="2047"/>
                  </a:lnTo>
                  <a:lnTo>
                    <a:pt x="11006" y="1892"/>
                  </a:lnTo>
                  <a:lnTo>
                    <a:pt x="11392" y="1815"/>
                  </a:lnTo>
                  <a:lnTo>
                    <a:pt x="11740" y="1738"/>
                  </a:lnTo>
                  <a:lnTo>
                    <a:pt x="12126" y="1583"/>
                  </a:lnTo>
                  <a:lnTo>
                    <a:pt x="12473" y="1429"/>
                  </a:lnTo>
                  <a:lnTo>
                    <a:pt x="12744" y="1236"/>
                  </a:lnTo>
                  <a:lnTo>
                    <a:pt x="12859" y="1081"/>
                  </a:lnTo>
                  <a:lnTo>
                    <a:pt x="12937" y="927"/>
                  </a:lnTo>
                  <a:lnTo>
                    <a:pt x="13014" y="772"/>
                  </a:lnTo>
                  <a:lnTo>
                    <a:pt x="13052" y="579"/>
                  </a:lnTo>
                  <a:lnTo>
                    <a:pt x="13052" y="386"/>
                  </a:lnTo>
                  <a:lnTo>
                    <a:pt x="13052" y="155"/>
                  </a:lnTo>
                  <a:lnTo>
                    <a:pt x="13014" y="77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13"/>
            <p:cNvSpPr/>
            <p:nvPr/>
          </p:nvSpPr>
          <p:spPr>
            <a:xfrm>
              <a:off x="2298225" y="4462400"/>
              <a:ext cx="461475" cy="306050"/>
            </a:xfrm>
            <a:custGeom>
              <a:avLst/>
              <a:gdLst/>
              <a:ahLst/>
              <a:cxnLst/>
              <a:rect l="l" t="t" r="r" b="b"/>
              <a:pathLst>
                <a:path w="18459" h="12242" extrusionOk="0">
                  <a:moveTo>
                    <a:pt x="17609" y="4943"/>
                  </a:moveTo>
                  <a:lnTo>
                    <a:pt x="17763" y="4982"/>
                  </a:lnTo>
                  <a:lnTo>
                    <a:pt x="17879" y="5020"/>
                  </a:lnTo>
                  <a:lnTo>
                    <a:pt x="17917" y="5098"/>
                  </a:lnTo>
                  <a:lnTo>
                    <a:pt x="17956" y="5175"/>
                  </a:lnTo>
                  <a:lnTo>
                    <a:pt x="17956" y="5407"/>
                  </a:lnTo>
                  <a:lnTo>
                    <a:pt x="17956" y="5638"/>
                  </a:lnTo>
                  <a:lnTo>
                    <a:pt x="17879" y="5793"/>
                  </a:lnTo>
                  <a:lnTo>
                    <a:pt x="17763" y="5986"/>
                  </a:lnTo>
                  <a:lnTo>
                    <a:pt x="17570" y="6140"/>
                  </a:lnTo>
                  <a:lnTo>
                    <a:pt x="17222" y="6372"/>
                  </a:lnTo>
                  <a:lnTo>
                    <a:pt x="16913" y="6526"/>
                  </a:lnTo>
                  <a:lnTo>
                    <a:pt x="16566" y="6642"/>
                  </a:lnTo>
                  <a:lnTo>
                    <a:pt x="16257" y="6681"/>
                  </a:lnTo>
                  <a:lnTo>
                    <a:pt x="15909" y="6720"/>
                  </a:lnTo>
                  <a:lnTo>
                    <a:pt x="16141" y="6140"/>
                  </a:lnTo>
                  <a:lnTo>
                    <a:pt x="16257" y="5870"/>
                  </a:lnTo>
                  <a:lnTo>
                    <a:pt x="16411" y="5600"/>
                  </a:lnTo>
                  <a:lnTo>
                    <a:pt x="16605" y="5368"/>
                  </a:lnTo>
                  <a:lnTo>
                    <a:pt x="16798" y="5175"/>
                  </a:lnTo>
                  <a:lnTo>
                    <a:pt x="17068" y="5059"/>
                  </a:lnTo>
                  <a:lnTo>
                    <a:pt x="17377" y="4943"/>
                  </a:lnTo>
                  <a:close/>
                  <a:moveTo>
                    <a:pt x="13747" y="6295"/>
                  </a:moveTo>
                  <a:lnTo>
                    <a:pt x="14056" y="6333"/>
                  </a:lnTo>
                  <a:lnTo>
                    <a:pt x="14365" y="6411"/>
                  </a:lnTo>
                  <a:lnTo>
                    <a:pt x="14597" y="6526"/>
                  </a:lnTo>
                  <a:lnTo>
                    <a:pt x="14828" y="6681"/>
                  </a:lnTo>
                  <a:lnTo>
                    <a:pt x="15060" y="6835"/>
                  </a:lnTo>
                  <a:lnTo>
                    <a:pt x="14983" y="6951"/>
                  </a:lnTo>
                  <a:lnTo>
                    <a:pt x="14519" y="7067"/>
                  </a:lnTo>
                  <a:lnTo>
                    <a:pt x="14056" y="7144"/>
                  </a:lnTo>
                  <a:lnTo>
                    <a:pt x="13515" y="7144"/>
                  </a:lnTo>
                  <a:lnTo>
                    <a:pt x="13206" y="7106"/>
                  </a:lnTo>
                  <a:lnTo>
                    <a:pt x="12936" y="6990"/>
                  </a:lnTo>
                  <a:lnTo>
                    <a:pt x="12820" y="6951"/>
                  </a:lnTo>
                  <a:lnTo>
                    <a:pt x="12782" y="6874"/>
                  </a:lnTo>
                  <a:lnTo>
                    <a:pt x="12782" y="6758"/>
                  </a:lnTo>
                  <a:lnTo>
                    <a:pt x="12859" y="6642"/>
                  </a:lnTo>
                  <a:lnTo>
                    <a:pt x="12936" y="6449"/>
                  </a:lnTo>
                  <a:lnTo>
                    <a:pt x="13052" y="6333"/>
                  </a:lnTo>
                  <a:lnTo>
                    <a:pt x="13206" y="6295"/>
                  </a:lnTo>
                  <a:close/>
                  <a:moveTo>
                    <a:pt x="15523" y="7222"/>
                  </a:moveTo>
                  <a:lnTo>
                    <a:pt x="16064" y="7608"/>
                  </a:lnTo>
                  <a:lnTo>
                    <a:pt x="16334" y="7839"/>
                  </a:lnTo>
                  <a:lnTo>
                    <a:pt x="16566" y="8071"/>
                  </a:lnTo>
                  <a:lnTo>
                    <a:pt x="16798" y="8303"/>
                  </a:lnTo>
                  <a:lnTo>
                    <a:pt x="16991" y="8573"/>
                  </a:lnTo>
                  <a:lnTo>
                    <a:pt x="17068" y="8882"/>
                  </a:lnTo>
                  <a:lnTo>
                    <a:pt x="17107" y="9036"/>
                  </a:lnTo>
                  <a:lnTo>
                    <a:pt x="17107" y="9229"/>
                  </a:lnTo>
                  <a:lnTo>
                    <a:pt x="17068" y="9423"/>
                  </a:lnTo>
                  <a:lnTo>
                    <a:pt x="16952" y="9538"/>
                  </a:lnTo>
                  <a:lnTo>
                    <a:pt x="16836" y="9616"/>
                  </a:lnTo>
                  <a:lnTo>
                    <a:pt x="16682" y="9654"/>
                  </a:lnTo>
                  <a:lnTo>
                    <a:pt x="16527" y="9654"/>
                  </a:lnTo>
                  <a:lnTo>
                    <a:pt x="16373" y="9577"/>
                  </a:lnTo>
                  <a:lnTo>
                    <a:pt x="16218" y="9461"/>
                  </a:lnTo>
                  <a:lnTo>
                    <a:pt x="16103" y="9307"/>
                  </a:lnTo>
                  <a:lnTo>
                    <a:pt x="15909" y="8959"/>
                  </a:lnTo>
                  <a:lnTo>
                    <a:pt x="15716" y="8573"/>
                  </a:lnTo>
                  <a:lnTo>
                    <a:pt x="15639" y="8226"/>
                  </a:lnTo>
                  <a:lnTo>
                    <a:pt x="15562" y="7917"/>
                  </a:lnTo>
                  <a:lnTo>
                    <a:pt x="15523" y="7569"/>
                  </a:lnTo>
                  <a:lnTo>
                    <a:pt x="15523" y="7222"/>
                  </a:lnTo>
                  <a:close/>
                  <a:moveTo>
                    <a:pt x="5020" y="464"/>
                  </a:moveTo>
                  <a:lnTo>
                    <a:pt x="5638" y="541"/>
                  </a:lnTo>
                  <a:lnTo>
                    <a:pt x="6217" y="696"/>
                  </a:lnTo>
                  <a:lnTo>
                    <a:pt x="6758" y="927"/>
                  </a:lnTo>
                  <a:lnTo>
                    <a:pt x="7260" y="1236"/>
                  </a:lnTo>
                  <a:lnTo>
                    <a:pt x="7723" y="1622"/>
                  </a:lnTo>
                  <a:lnTo>
                    <a:pt x="8186" y="2047"/>
                  </a:lnTo>
                  <a:lnTo>
                    <a:pt x="8534" y="2549"/>
                  </a:lnTo>
                  <a:lnTo>
                    <a:pt x="8804" y="3013"/>
                  </a:lnTo>
                  <a:lnTo>
                    <a:pt x="9036" y="3437"/>
                  </a:lnTo>
                  <a:lnTo>
                    <a:pt x="9229" y="3901"/>
                  </a:lnTo>
                  <a:lnTo>
                    <a:pt x="9384" y="4403"/>
                  </a:lnTo>
                  <a:lnTo>
                    <a:pt x="9654" y="5368"/>
                  </a:lnTo>
                  <a:lnTo>
                    <a:pt x="9924" y="6333"/>
                  </a:lnTo>
                  <a:lnTo>
                    <a:pt x="10040" y="6758"/>
                  </a:lnTo>
                  <a:lnTo>
                    <a:pt x="10194" y="7144"/>
                  </a:lnTo>
                  <a:lnTo>
                    <a:pt x="10388" y="7530"/>
                  </a:lnTo>
                  <a:lnTo>
                    <a:pt x="10619" y="7878"/>
                  </a:lnTo>
                  <a:lnTo>
                    <a:pt x="10890" y="8187"/>
                  </a:lnTo>
                  <a:lnTo>
                    <a:pt x="11198" y="8419"/>
                  </a:lnTo>
                  <a:lnTo>
                    <a:pt x="11585" y="8612"/>
                  </a:lnTo>
                  <a:lnTo>
                    <a:pt x="12009" y="8766"/>
                  </a:lnTo>
                  <a:lnTo>
                    <a:pt x="12357" y="8805"/>
                  </a:lnTo>
                  <a:lnTo>
                    <a:pt x="12704" y="8766"/>
                  </a:lnTo>
                  <a:lnTo>
                    <a:pt x="13013" y="8728"/>
                  </a:lnTo>
                  <a:lnTo>
                    <a:pt x="13322" y="8650"/>
                  </a:lnTo>
                  <a:lnTo>
                    <a:pt x="13631" y="8534"/>
                  </a:lnTo>
                  <a:lnTo>
                    <a:pt x="13901" y="8419"/>
                  </a:lnTo>
                  <a:lnTo>
                    <a:pt x="14172" y="8226"/>
                  </a:lnTo>
                  <a:lnTo>
                    <a:pt x="14442" y="8071"/>
                  </a:lnTo>
                  <a:lnTo>
                    <a:pt x="13940" y="8689"/>
                  </a:lnTo>
                  <a:lnTo>
                    <a:pt x="13361" y="9307"/>
                  </a:lnTo>
                  <a:lnTo>
                    <a:pt x="12743" y="9847"/>
                  </a:lnTo>
                  <a:lnTo>
                    <a:pt x="12087" y="10311"/>
                  </a:lnTo>
                  <a:lnTo>
                    <a:pt x="11392" y="10735"/>
                  </a:lnTo>
                  <a:lnTo>
                    <a:pt x="10658" y="11083"/>
                  </a:lnTo>
                  <a:lnTo>
                    <a:pt x="9847" y="11353"/>
                  </a:lnTo>
                  <a:lnTo>
                    <a:pt x="9036" y="11585"/>
                  </a:lnTo>
                  <a:lnTo>
                    <a:pt x="8418" y="11662"/>
                  </a:lnTo>
                  <a:lnTo>
                    <a:pt x="7839" y="11739"/>
                  </a:lnTo>
                  <a:lnTo>
                    <a:pt x="7260" y="11739"/>
                  </a:lnTo>
                  <a:lnTo>
                    <a:pt x="6680" y="11701"/>
                  </a:lnTo>
                  <a:lnTo>
                    <a:pt x="6101" y="11624"/>
                  </a:lnTo>
                  <a:lnTo>
                    <a:pt x="5561" y="11508"/>
                  </a:lnTo>
                  <a:lnTo>
                    <a:pt x="5020" y="11353"/>
                  </a:lnTo>
                  <a:lnTo>
                    <a:pt x="4518" y="11160"/>
                  </a:lnTo>
                  <a:lnTo>
                    <a:pt x="4016" y="10929"/>
                  </a:lnTo>
                  <a:lnTo>
                    <a:pt x="3514" y="10620"/>
                  </a:lnTo>
                  <a:lnTo>
                    <a:pt x="3089" y="10311"/>
                  </a:lnTo>
                  <a:lnTo>
                    <a:pt x="2626" y="9925"/>
                  </a:lnTo>
                  <a:lnTo>
                    <a:pt x="2240" y="9538"/>
                  </a:lnTo>
                  <a:lnTo>
                    <a:pt x="1854" y="9075"/>
                  </a:lnTo>
                  <a:lnTo>
                    <a:pt x="1545" y="8573"/>
                  </a:lnTo>
                  <a:lnTo>
                    <a:pt x="1236" y="8071"/>
                  </a:lnTo>
                  <a:lnTo>
                    <a:pt x="965" y="7492"/>
                  </a:lnTo>
                  <a:lnTo>
                    <a:pt x="734" y="6913"/>
                  </a:lnTo>
                  <a:lnTo>
                    <a:pt x="579" y="6295"/>
                  </a:lnTo>
                  <a:lnTo>
                    <a:pt x="464" y="5677"/>
                  </a:lnTo>
                  <a:lnTo>
                    <a:pt x="425" y="5059"/>
                  </a:lnTo>
                  <a:lnTo>
                    <a:pt x="425" y="4441"/>
                  </a:lnTo>
                  <a:lnTo>
                    <a:pt x="541" y="3823"/>
                  </a:lnTo>
                  <a:lnTo>
                    <a:pt x="695" y="3244"/>
                  </a:lnTo>
                  <a:lnTo>
                    <a:pt x="965" y="2704"/>
                  </a:lnTo>
                  <a:lnTo>
                    <a:pt x="1313" y="2163"/>
                  </a:lnTo>
                  <a:lnTo>
                    <a:pt x="1699" y="1738"/>
                  </a:lnTo>
                  <a:lnTo>
                    <a:pt x="2163" y="1313"/>
                  </a:lnTo>
                  <a:lnTo>
                    <a:pt x="2665" y="1005"/>
                  </a:lnTo>
                  <a:lnTo>
                    <a:pt x="3205" y="734"/>
                  </a:lnTo>
                  <a:lnTo>
                    <a:pt x="3784" y="580"/>
                  </a:lnTo>
                  <a:lnTo>
                    <a:pt x="4402" y="464"/>
                  </a:lnTo>
                  <a:close/>
                  <a:moveTo>
                    <a:pt x="4634" y="1"/>
                  </a:moveTo>
                  <a:lnTo>
                    <a:pt x="4248" y="39"/>
                  </a:lnTo>
                  <a:lnTo>
                    <a:pt x="3900" y="78"/>
                  </a:lnTo>
                  <a:lnTo>
                    <a:pt x="3514" y="155"/>
                  </a:lnTo>
                  <a:lnTo>
                    <a:pt x="3128" y="271"/>
                  </a:lnTo>
                  <a:lnTo>
                    <a:pt x="2780" y="425"/>
                  </a:lnTo>
                  <a:lnTo>
                    <a:pt x="2433" y="618"/>
                  </a:lnTo>
                  <a:lnTo>
                    <a:pt x="2085" y="850"/>
                  </a:lnTo>
                  <a:lnTo>
                    <a:pt x="1622" y="1198"/>
                  </a:lnTo>
                  <a:lnTo>
                    <a:pt x="1236" y="1584"/>
                  </a:lnTo>
                  <a:lnTo>
                    <a:pt x="888" y="2009"/>
                  </a:lnTo>
                  <a:lnTo>
                    <a:pt x="618" y="2433"/>
                  </a:lnTo>
                  <a:lnTo>
                    <a:pt x="386" y="2897"/>
                  </a:lnTo>
                  <a:lnTo>
                    <a:pt x="232" y="3399"/>
                  </a:lnTo>
                  <a:lnTo>
                    <a:pt x="77" y="3901"/>
                  </a:lnTo>
                  <a:lnTo>
                    <a:pt x="0" y="4403"/>
                  </a:lnTo>
                  <a:lnTo>
                    <a:pt x="0" y="4905"/>
                  </a:lnTo>
                  <a:lnTo>
                    <a:pt x="0" y="5445"/>
                  </a:lnTo>
                  <a:lnTo>
                    <a:pt x="77" y="5986"/>
                  </a:lnTo>
                  <a:lnTo>
                    <a:pt x="155" y="6488"/>
                  </a:lnTo>
                  <a:lnTo>
                    <a:pt x="309" y="7028"/>
                  </a:lnTo>
                  <a:lnTo>
                    <a:pt x="464" y="7530"/>
                  </a:lnTo>
                  <a:lnTo>
                    <a:pt x="695" y="8032"/>
                  </a:lnTo>
                  <a:lnTo>
                    <a:pt x="927" y="8496"/>
                  </a:lnTo>
                  <a:lnTo>
                    <a:pt x="1274" y="9075"/>
                  </a:lnTo>
                  <a:lnTo>
                    <a:pt x="1661" y="9616"/>
                  </a:lnTo>
                  <a:lnTo>
                    <a:pt x="2124" y="10079"/>
                  </a:lnTo>
                  <a:lnTo>
                    <a:pt x="2587" y="10542"/>
                  </a:lnTo>
                  <a:lnTo>
                    <a:pt x="3089" y="10929"/>
                  </a:lnTo>
                  <a:lnTo>
                    <a:pt x="3591" y="11276"/>
                  </a:lnTo>
                  <a:lnTo>
                    <a:pt x="4171" y="11546"/>
                  </a:lnTo>
                  <a:lnTo>
                    <a:pt x="4750" y="11778"/>
                  </a:lnTo>
                  <a:lnTo>
                    <a:pt x="4750" y="11933"/>
                  </a:lnTo>
                  <a:lnTo>
                    <a:pt x="5097" y="11894"/>
                  </a:lnTo>
                  <a:lnTo>
                    <a:pt x="5908" y="12087"/>
                  </a:lnTo>
                  <a:lnTo>
                    <a:pt x="6719" y="12203"/>
                  </a:lnTo>
                  <a:lnTo>
                    <a:pt x="7569" y="12241"/>
                  </a:lnTo>
                  <a:lnTo>
                    <a:pt x="8418" y="12164"/>
                  </a:lnTo>
                  <a:lnTo>
                    <a:pt x="9190" y="12048"/>
                  </a:lnTo>
                  <a:lnTo>
                    <a:pt x="9963" y="11855"/>
                  </a:lnTo>
                  <a:lnTo>
                    <a:pt x="10310" y="11739"/>
                  </a:lnTo>
                  <a:lnTo>
                    <a:pt x="10272" y="11739"/>
                  </a:lnTo>
                  <a:lnTo>
                    <a:pt x="11083" y="11431"/>
                  </a:lnTo>
                  <a:lnTo>
                    <a:pt x="11855" y="11044"/>
                  </a:lnTo>
                  <a:lnTo>
                    <a:pt x="12550" y="10581"/>
                  </a:lnTo>
                  <a:lnTo>
                    <a:pt x="13245" y="10079"/>
                  </a:lnTo>
                  <a:lnTo>
                    <a:pt x="13863" y="9500"/>
                  </a:lnTo>
                  <a:lnTo>
                    <a:pt x="14133" y="9191"/>
                  </a:lnTo>
                  <a:lnTo>
                    <a:pt x="14403" y="8882"/>
                  </a:lnTo>
                  <a:lnTo>
                    <a:pt x="14635" y="8534"/>
                  </a:lnTo>
                  <a:lnTo>
                    <a:pt x="14867" y="8187"/>
                  </a:lnTo>
                  <a:lnTo>
                    <a:pt x="15060" y="7801"/>
                  </a:lnTo>
                  <a:lnTo>
                    <a:pt x="15253" y="7415"/>
                  </a:lnTo>
                  <a:lnTo>
                    <a:pt x="15253" y="7917"/>
                  </a:lnTo>
                  <a:lnTo>
                    <a:pt x="15330" y="8419"/>
                  </a:lnTo>
                  <a:lnTo>
                    <a:pt x="15485" y="8882"/>
                  </a:lnTo>
                  <a:lnTo>
                    <a:pt x="15678" y="9345"/>
                  </a:lnTo>
                  <a:lnTo>
                    <a:pt x="15794" y="9538"/>
                  </a:lnTo>
                  <a:lnTo>
                    <a:pt x="15948" y="9731"/>
                  </a:lnTo>
                  <a:lnTo>
                    <a:pt x="16103" y="9886"/>
                  </a:lnTo>
                  <a:lnTo>
                    <a:pt x="16257" y="10040"/>
                  </a:lnTo>
                  <a:lnTo>
                    <a:pt x="16489" y="10156"/>
                  </a:lnTo>
                  <a:lnTo>
                    <a:pt x="16682" y="10195"/>
                  </a:lnTo>
                  <a:lnTo>
                    <a:pt x="16913" y="10156"/>
                  </a:lnTo>
                  <a:lnTo>
                    <a:pt x="17107" y="10040"/>
                  </a:lnTo>
                  <a:lnTo>
                    <a:pt x="17300" y="9886"/>
                  </a:lnTo>
                  <a:lnTo>
                    <a:pt x="17377" y="9693"/>
                  </a:lnTo>
                  <a:lnTo>
                    <a:pt x="17454" y="9500"/>
                  </a:lnTo>
                  <a:lnTo>
                    <a:pt x="17493" y="9268"/>
                  </a:lnTo>
                  <a:lnTo>
                    <a:pt x="17493" y="9075"/>
                  </a:lnTo>
                  <a:lnTo>
                    <a:pt x="17454" y="8843"/>
                  </a:lnTo>
                  <a:lnTo>
                    <a:pt x="17415" y="8650"/>
                  </a:lnTo>
                  <a:lnTo>
                    <a:pt x="17338" y="8457"/>
                  </a:lnTo>
                  <a:lnTo>
                    <a:pt x="17222" y="8226"/>
                  </a:lnTo>
                  <a:lnTo>
                    <a:pt x="17068" y="8032"/>
                  </a:lnTo>
                  <a:lnTo>
                    <a:pt x="16720" y="7646"/>
                  </a:lnTo>
                  <a:lnTo>
                    <a:pt x="16334" y="7299"/>
                  </a:lnTo>
                  <a:lnTo>
                    <a:pt x="15909" y="6990"/>
                  </a:lnTo>
                  <a:lnTo>
                    <a:pt x="16373" y="6990"/>
                  </a:lnTo>
                  <a:lnTo>
                    <a:pt x="16875" y="6913"/>
                  </a:lnTo>
                  <a:lnTo>
                    <a:pt x="17338" y="6720"/>
                  </a:lnTo>
                  <a:lnTo>
                    <a:pt x="17763" y="6488"/>
                  </a:lnTo>
                  <a:lnTo>
                    <a:pt x="17917" y="6333"/>
                  </a:lnTo>
                  <a:lnTo>
                    <a:pt x="18110" y="6140"/>
                  </a:lnTo>
                  <a:lnTo>
                    <a:pt x="18265" y="5947"/>
                  </a:lnTo>
                  <a:lnTo>
                    <a:pt x="18381" y="5716"/>
                  </a:lnTo>
                  <a:lnTo>
                    <a:pt x="18458" y="5484"/>
                  </a:lnTo>
                  <a:lnTo>
                    <a:pt x="18458" y="5214"/>
                  </a:lnTo>
                  <a:lnTo>
                    <a:pt x="18381" y="4982"/>
                  </a:lnTo>
                  <a:lnTo>
                    <a:pt x="18304" y="4905"/>
                  </a:lnTo>
                  <a:lnTo>
                    <a:pt x="18226" y="4789"/>
                  </a:lnTo>
                  <a:lnTo>
                    <a:pt x="18033" y="4673"/>
                  </a:lnTo>
                  <a:lnTo>
                    <a:pt x="17802" y="4596"/>
                  </a:lnTo>
                  <a:lnTo>
                    <a:pt x="17609" y="4557"/>
                  </a:lnTo>
                  <a:lnTo>
                    <a:pt x="17377" y="4557"/>
                  </a:lnTo>
                  <a:lnTo>
                    <a:pt x="17145" y="4634"/>
                  </a:lnTo>
                  <a:lnTo>
                    <a:pt x="16913" y="4712"/>
                  </a:lnTo>
                  <a:lnTo>
                    <a:pt x="16720" y="4789"/>
                  </a:lnTo>
                  <a:lnTo>
                    <a:pt x="16566" y="4905"/>
                  </a:lnTo>
                  <a:lnTo>
                    <a:pt x="16373" y="5098"/>
                  </a:lnTo>
                  <a:lnTo>
                    <a:pt x="16180" y="5291"/>
                  </a:lnTo>
                  <a:lnTo>
                    <a:pt x="15871" y="5716"/>
                  </a:lnTo>
                  <a:lnTo>
                    <a:pt x="15639" y="6179"/>
                  </a:lnTo>
                  <a:lnTo>
                    <a:pt x="15485" y="6681"/>
                  </a:lnTo>
                  <a:lnTo>
                    <a:pt x="15407" y="6681"/>
                  </a:lnTo>
                  <a:lnTo>
                    <a:pt x="15330" y="6720"/>
                  </a:lnTo>
                  <a:lnTo>
                    <a:pt x="14983" y="6411"/>
                  </a:lnTo>
                  <a:lnTo>
                    <a:pt x="14597" y="6179"/>
                  </a:lnTo>
                  <a:lnTo>
                    <a:pt x="14172" y="6024"/>
                  </a:lnTo>
                  <a:lnTo>
                    <a:pt x="13708" y="5947"/>
                  </a:lnTo>
                  <a:lnTo>
                    <a:pt x="13322" y="5909"/>
                  </a:lnTo>
                  <a:lnTo>
                    <a:pt x="13091" y="5947"/>
                  </a:lnTo>
                  <a:lnTo>
                    <a:pt x="12897" y="5986"/>
                  </a:lnTo>
                  <a:lnTo>
                    <a:pt x="12704" y="6063"/>
                  </a:lnTo>
                  <a:lnTo>
                    <a:pt x="12511" y="6140"/>
                  </a:lnTo>
                  <a:lnTo>
                    <a:pt x="12357" y="6295"/>
                  </a:lnTo>
                  <a:lnTo>
                    <a:pt x="12280" y="6449"/>
                  </a:lnTo>
                  <a:lnTo>
                    <a:pt x="12202" y="6642"/>
                  </a:lnTo>
                  <a:lnTo>
                    <a:pt x="12241" y="6835"/>
                  </a:lnTo>
                  <a:lnTo>
                    <a:pt x="12318" y="6990"/>
                  </a:lnTo>
                  <a:lnTo>
                    <a:pt x="12434" y="7106"/>
                  </a:lnTo>
                  <a:lnTo>
                    <a:pt x="12589" y="7260"/>
                  </a:lnTo>
                  <a:lnTo>
                    <a:pt x="12782" y="7337"/>
                  </a:lnTo>
                  <a:lnTo>
                    <a:pt x="13129" y="7453"/>
                  </a:lnTo>
                  <a:lnTo>
                    <a:pt x="13477" y="7530"/>
                  </a:lnTo>
                  <a:lnTo>
                    <a:pt x="13824" y="7530"/>
                  </a:lnTo>
                  <a:lnTo>
                    <a:pt x="14172" y="7492"/>
                  </a:lnTo>
                  <a:lnTo>
                    <a:pt x="14519" y="7415"/>
                  </a:lnTo>
                  <a:lnTo>
                    <a:pt x="14133" y="7762"/>
                  </a:lnTo>
                  <a:lnTo>
                    <a:pt x="13708" y="8032"/>
                  </a:lnTo>
                  <a:lnTo>
                    <a:pt x="13477" y="8110"/>
                  </a:lnTo>
                  <a:lnTo>
                    <a:pt x="13245" y="8226"/>
                  </a:lnTo>
                  <a:lnTo>
                    <a:pt x="13013" y="8264"/>
                  </a:lnTo>
                  <a:lnTo>
                    <a:pt x="12743" y="8303"/>
                  </a:lnTo>
                  <a:lnTo>
                    <a:pt x="12357" y="8303"/>
                  </a:lnTo>
                  <a:lnTo>
                    <a:pt x="11971" y="8264"/>
                  </a:lnTo>
                  <a:lnTo>
                    <a:pt x="11662" y="8110"/>
                  </a:lnTo>
                  <a:lnTo>
                    <a:pt x="11353" y="7955"/>
                  </a:lnTo>
                  <a:lnTo>
                    <a:pt x="11083" y="7685"/>
                  </a:lnTo>
                  <a:lnTo>
                    <a:pt x="10890" y="7415"/>
                  </a:lnTo>
                  <a:lnTo>
                    <a:pt x="10696" y="7106"/>
                  </a:lnTo>
                  <a:lnTo>
                    <a:pt x="10542" y="6720"/>
                  </a:lnTo>
                  <a:lnTo>
                    <a:pt x="10388" y="6218"/>
                  </a:lnTo>
                  <a:lnTo>
                    <a:pt x="10233" y="5716"/>
                  </a:lnTo>
                  <a:lnTo>
                    <a:pt x="9963" y="4673"/>
                  </a:lnTo>
                  <a:lnTo>
                    <a:pt x="9847" y="4171"/>
                  </a:lnTo>
                  <a:lnTo>
                    <a:pt x="9654" y="3669"/>
                  </a:lnTo>
                  <a:lnTo>
                    <a:pt x="9461" y="3167"/>
                  </a:lnTo>
                  <a:lnTo>
                    <a:pt x="9229" y="2704"/>
                  </a:lnTo>
                  <a:lnTo>
                    <a:pt x="8843" y="2163"/>
                  </a:lnTo>
                  <a:lnTo>
                    <a:pt x="8457" y="1700"/>
                  </a:lnTo>
                  <a:lnTo>
                    <a:pt x="7993" y="1275"/>
                  </a:lnTo>
                  <a:lnTo>
                    <a:pt x="7530" y="889"/>
                  </a:lnTo>
                  <a:lnTo>
                    <a:pt x="6989" y="580"/>
                  </a:lnTo>
                  <a:lnTo>
                    <a:pt x="6449" y="348"/>
                  </a:lnTo>
                  <a:lnTo>
                    <a:pt x="5870" y="155"/>
                  </a:lnTo>
                  <a:lnTo>
                    <a:pt x="5290" y="39"/>
                  </a:lnTo>
                  <a:lnTo>
                    <a:pt x="50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13"/>
            <p:cNvSpPr/>
            <p:nvPr/>
          </p:nvSpPr>
          <p:spPr>
            <a:xfrm>
              <a:off x="2254775" y="4312775"/>
              <a:ext cx="326325" cy="190200"/>
            </a:xfrm>
            <a:custGeom>
              <a:avLst/>
              <a:gdLst/>
              <a:ahLst/>
              <a:cxnLst/>
              <a:rect l="l" t="t" r="r" b="b"/>
              <a:pathLst>
                <a:path w="13053" h="7608" extrusionOk="0">
                  <a:moveTo>
                    <a:pt x="8920" y="271"/>
                  </a:moveTo>
                  <a:lnTo>
                    <a:pt x="9036" y="348"/>
                  </a:lnTo>
                  <a:lnTo>
                    <a:pt x="9191" y="464"/>
                  </a:lnTo>
                  <a:lnTo>
                    <a:pt x="9307" y="618"/>
                  </a:lnTo>
                  <a:lnTo>
                    <a:pt x="9384" y="657"/>
                  </a:lnTo>
                  <a:lnTo>
                    <a:pt x="9422" y="966"/>
                  </a:lnTo>
                  <a:lnTo>
                    <a:pt x="9422" y="1275"/>
                  </a:lnTo>
                  <a:lnTo>
                    <a:pt x="9345" y="1545"/>
                  </a:lnTo>
                  <a:lnTo>
                    <a:pt x="9229" y="1815"/>
                  </a:lnTo>
                  <a:lnTo>
                    <a:pt x="9036" y="2085"/>
                  </a:lnTo>
                  <a:lnTo>
                    <a:pt x="8882" y="2317"/>
                  </a:lnTo>
                  <a:lnTo>
                    <a:pt x="8457" y="2781"/>
                  </a:lnTo>
                  <a:lnTo>
                    <a:pt x="6990" y="4441"/>
                  </a:lnTo>
                  <a:lnTo>
                    <a:pt x="6835" y="4441"/>
                  </a:lnTo>
                  <a:lnTo>
                    <a:pt x="7106" y="3476"/>
                  </a:lnTo>
                  <a:lnTo>
                    <a:pt x="7415" y="2549"/>
                  </a:lnTo>
                  <a:lnTo>
                    <a:pt x="7801" y="1506"/>
                  </a:lnTo>
                  <a:lnTo>
                    <a:pt x="8032" y="1043"/>
                  </a:lnTo>
                  <a:lnTo>
                    <a:pt x="8187" y="773"/>
                  </a:lnTo>
                  <a:lnTo>
                    <a:pt x="8380" y="502"/>
                  </a:lnTo>
                  <a:lnTo>
                    <a:pt x="8573" y="348"/>
                  </a:lnTo>
                  <a:lnTo>
                    <a:pt x="8689" y="271"/>
                  </a:lnTo>
                  <a:close/>
                  <a:moveTo>
                    <a:pt x="2124" y="4441"/>
                  </a:moveTo>
                  <a:lnTo>
                    <a:pt x="2974" y="4557"/>
                  </a:lnTo>
                  <a:lnTo>
                    <a:pt x="3823" y="4711"/>
                  </a:lnTo>
                  <a:lnTo>
                    <a:pt x="4905" y="4866"/>
                  </a:lnTo>
                  <a:lnTo>
                    <a:pt x="5407" y="4943"/>
                  </a:lnTo>
                  <a:lnTo>
                    <a:pt x="5947" y="4982"/>
                  </a:lnTo>
                  <a:lnTo>
                    <a:pt x="4673" y="5213"/>
                  </a:lnTo>
                  <a:lnTo>
                    <a:pt x="3399" y="5406"/>
                  </a:lnTo>
                  <a:lnTo>
                    <a:pt x="2703" y="5484"/>
                  </a:lnTo>
                  <a:lnTo>
                    <a:pt x="1622" y="5484"/>
                  </a:lnTo>
                  <a:lnTo>
                    <a:pt x="1236" y="5445"/>
                  </a:lnTo>
                  <a:lnTo>
                    <a:pt x="966" y="5368"/>
                  </a:lnTo>
                  <a:lnTo>
                    <a:pt x="773" y="5291"/>
                  </a:lnTo>
                  <a:lnTo>
                    <a:pt x="696" y="5213"/>
                  </a:lnTo>
                  <a:lnTo>
                    <a:pt x="657" y="5097"/>
                  </a:lnTo>
                  <a:lnTo>
                    <a:pt x="657" y="4982"/>
                  </a:lnTo>
                  <a:lnTo>
                    <a:pt x="696" y="4827"/>
                  </a:lnTo>
                  <a:lnTo>
                    <a:pt x="734" y="4673"/>
                  </a:lnTo>
                  <a:lnTo>
                    <a:pt x="811" y="4557"/>
                  </a:lnTo>
                  <a:lnTo>
                    <a:pt x="889" y="4480"/>
                  </a:lnTo>
                  <a:lnTo>
                    <a:pt x="966" y="4441"/>
                  </a:lnTo>
                  <a:close/>
                  <a:moveTo>
                    <a:pt x="7183" y="4866"/>
                  </a:moveTo>
                  <a:lnTo>
                    <a:pt x="8380" y="5097"/>
                  </a:lnTo>
                  <a:lnTo>
                    <a:pt x="9616" y="5406"/>
                  </a:lnTo>
                  <a:lnTo>
                    <a:pt x="10272" y="5599"/>
                  </a:lnTo>
                  <a:lnTo>
                    <a:pt x="10967" y="5792"/>
                  </a:lnTo>
                  <a:lnTo>
                    <a:pt x="11662" y="6024"/>
                  </a:lnTo>
                  <a:lnTo>
                    <a:pt x="12087" y="6217"/>
                  </a:lnTo>
                  <a:lnTo>
                    <a:pt x="12203" y="6256"/>
                  </a:lnTo>
                  <a:lnTo>
                    <a:pt x="12319" y="6333"/>
                  </a:lnTo>
                  <a:lnTo>
                    <a:pt x="12396" y="6410"/>
                  </a:lnTo>
                  <a:lnTo>
                    <a:pt x="12434" y="6526"/>
                  </a:lnTo>
                  <a:lnTo>
                    <a:pt x="12473" y="6642"/>
                  </a:lnTo>
                  <a:lnTo>
                    <a:pt x="12473" y="6796"/>
                  </a:lnTo>
                  <a:lnTo>
                    <a:pt x="12396" y="7144"/>
                  </a:lnTo>
                  <a:lnTo>
                    <a:pt x="12241" y="7183"/>
                  </a:lnTo>
                  <a:lnTo>
                    <a:pt x="12010" y="7221"/>
                  </a:lnTo>
                  <a:lnTo>
                    <a:pt x="11817" y="7183"/>
                  </a:lnTo>
                  <a:lnTo>
                    <a:pt x="11585" y="7144"/>
                  </a:lnTo>
                  <a:lnTo>
                    <a:pt x="11122" y="7028"/>
                  </a:lnTo>
                  <a:lnTo>
                    <a:pt x="10735" y="6874"/>
                  </a:lnTo>
                  <a:lnTo>
                    <a:pt x="10002" y="6603"/>
                  </a:lnTo>
                  <a:lnTo>
                    <a:pt x="9307" y="6256"/>
                  </a:lnTo>
                  <a:lnTo>
                    <a:pt x="8766" y="5947"/>
                  </a:lnTo>
                  <a:lnTo>
                    <a:pt x="8225" y="5599"/>
                  </a:lnTo>
                  <a:lnTo>
                    <a:pt x="7183" y="4866"/>
                  </a:lnTo>
                  <a:close/>
                  <a:moveTo>
                    <a:pt x="8805" y="0"/>
                  </a:moveTo>
                  <a:lnTo>
                    <a:pt x="8573" y="39"/>
                  </a:lnTo>
                  <a:lnTo>
                    <a:pt x="8341" y="155"/>
                  </a:lnTo>
                  <a:lnTo>
                    <a:pt x="8110" y="271"/>
                  </a:lnTo>
                  <a:lnTo>
                    <a:pt x="7955" y="464"/>
                  </a:lnTo>
                  <a:lnTo>
                    <a:pt x="7723" y="850"/>
                  </a:lnTo>
                  <a:lnTo>
                    <a:pt x="7492" y="1275"/>
                  </a:lnTo>
                  <a:lnTo>
                    <a:pt x="7183" y="2201"/>
                  </a:lnTo>
                  <a:lnTo>
                    <a:pt x="6835" y="3321"/>
                  </a:lnTo>
                  <a:lnTo>
                    <a:pt x="6719" y="3862"/>
                  </a:lnTo>
                  <a:lnTo>
                    <a:pt x="6604" y="4441"/>
                  </a:lnTo>
                  <a:lnTo>
                    <a:pt x="6526" y="4518"/>
                  </a:lnTo>
                  <a:lnTo>
                    <a:pt x="6526" y="4634"/>
                  </a:lnTo>
                  <a:lnTo>
                    <a:pt x="5947" y="4595"/>
                  </a:lnTo>
                  <a:lnTo>
                    <a:pt x="5407" y="4557"/>
                  </a:lnTo>
                  <a:lnTo>
                    <a:pt x="4325" y="4402"/>
                  </a:lnTo>
                  <a:lnTo>
                    <a:pt x="3244" y="4209"/>
                  </a:lnTo>
                  <a:lnTo>
                    <a:pt x="2703" y="4132"/>
                  </a:lnTo>
                  <a:lnTo>
                    <a:pt x="2124" y="4093"/>
                  </a:lnTo>
                  <a:lnTo>
                    <a:pt x="1545" y="4055"/>
                  </a:lnTo>
                  <a:lnTo>
                    <a:pt x="1159" y="4055"/>
                  </a:lnTo>
                  <a:lnTo>
                    <a:pt x="773" y="4093"/>
                  </a:lnTo>
                  <a:lnTo>
                    <a:pt x="425" y="4209"/>
                  </a:lnTo>
                  <a:lnTo>
                    <a:pt x="271" y="4287"/>
                  </a:lnTo>
                  <a:lnTo>
                    <a:pt x="155" y="4364"/>
                  </a:lnTo>
                  <a:lnTo>
                    <a:pt x="78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4982"/>
                  </a:lnTo>
                  <a:lnTo>
                    <a:pt x="78" y="5136"/>
                  </a:lnTo>
                  <a:lnTo>
                    <a:pt x="155" y="5252"/>
                  </a:lnTo>
                  <a:lnTo>
                    <a:pt x="232" y="5406"/>
                  </a:lnTo>
                  <a:lnTo>
                    <a:pt x="348" y="5522"/>
                  </a:lnTo>
                  <a:lnTo>
                    <a:pt x="618" y="5677"/>
                  </a:lnTo>
                  <a:lnTo>
                    <a:pt x="927" y="5792"/>
                  </a:lnTo>
                  <a:lnTo>
                    <a:pt x="1275" y="5870"/>
                  </a:lnTo>
                  <a:lnTo>
                    <a:pt x="1622" y="5908"/>
                  </a:lnTo>
                  <a:lnTo>
                    <a:pt x="2240" y="5908"/>
                  </a:lnTo>
                  <a:lnTo>
                    <a:pt x="3360" y="5831"/>
                  </a:lnTo>
                  <a:lnTo>
                    <a:pt x="4441" y="5715"/>
                  </a:lnTo>
                  <a:lnTo>
                    <a:pt x="5561" y="5484"/>
                  </a:lnTo>
                  <a:lnTo>
                    <a:pt x="6102" y="5329"/>
                  </a:lnTo>
                  <a:lnTo>
                    <a:pt x="6604" y="5136"/>
                  </a:lnTo>
                  <a:lnTo>
                    <a:pt x="6604" y="5175"/>
                  </a:lnTo>
                  <a:lnTo>
                    <a:pt x="6642" y="5599"/>
                  </a:lnTo>
                  <a:lnTo>
                    <a:pt x="6681" y="5792"/>
                  </a:lnTo>
                  <a:lnTo>
                    <a:pt x="6758" y="5986"/>
                  </a:lnTo>
                  <a:lnTo>
                    <a:pt x="7028" y="6024"/>
                  </a:lnTo>
                  <a:lnTo>
                    <a:pt x="7028" y="5986"/>
                  </a:lnTo>
                  <a:lnTo>
                    <a:pt x="6951" y="5599"/>
                  </a:lnTo>
                  <a:lnTo>
                    <a:pt x="6951" y="5406"/>
                  </a:lnTo>
                  <a:lnTo>
                    <a:pt x="6990" y="5213"/>
                  </a:lnTo>
                  <a:lnTo>
                    <a:pt x="7028" y="5175"/>
                  </a:lnTo>
                  <a:lnTo>
                    <a:pt x="7723" y="5754"/>
                  </a:lnTo>
                  <a:lnTo>
                    <a:pt x="8496" y="6256"/>
                  </a:lnTo>
                  <a:lnTo>
                    <a:pt x="9307" y="6681"/>
                  </a:lnTo>
                  <a:lnTo>
                    <a:pt x="10118" y="7067"/>
                  </a:lnTo>
                  <a:lnTo>
                    <a:pt x="10774" y="7337"/>
                  </a:lnTo>
                  <a:lnTo>
                    <a:pt x="11237" y="7453"/>
                  </a:lnTo>
                  <a:lnTo>
                    <a:pt x="11662" y="7569"/>
                  </a:lnTo>
                  <a:lnTo>
                    <a:pt x="12126" y="7607"/>
                  </a:lnTo>
                  <a:lnTo>
                    <a:pt x="12319" y="7569"/>
                  </a:lnTo>
                  <a:lnTo>
                    <a:pt x="12512" y="7530"/>
                  </a:lnTo>
                  <a:lnTo>
                    <a:pt x="12666" y="7453"/>
                  </a:lnTo>
                  <a:lnTo>
                    <a:pt x="12821" y="7376"/>
                  </a:lnTo>
                  <a:lnTo>
                    <a:pt x="12936" y="7221"/>
                  </a:lnTo>
                  <a:lnTo>
                    <a:pt x="13014" y="7028"/>
                  </a:lnTo>
                  <a:lnTo>
                    <a:pt x="13052" y="6874"/>
                  </a:lnTo>
                  <a:lnTo>
                    <a:pt x="13052" y="6719"/>
                  </a:lnTo>
                  <a:lnTo>
                    <a:pt x="13014" y="6565"/>
                  </a:lnTo>
                  <a:lnTo>
                    <a:pt x="12975" y="6449"/>
                  </a:lnTo>
                  <a:lnTo>
                    <a:pt x="12898" y="6333"/>
                  </a:lnTo>
                  <a:lnTo>
                    <a:pt x="12782" y="6217"/>
                  </a:lnTo>
                  <a:lnTo>
                    <a:pt x="12512" y="6024"/>
                  </a:lnTo>
                  <a:lnTo>
                    <a:pt x="12241" y="5870"/>
                  </a:lnTo>
                  <a:lnTo>
                    <a:pt x="11894" y="5715"/>
                  </a:lnTo>
                  <a:lnTo>
                    <a:pt x="11353" y="5522"/>
                  </a:lnTo>
                  <a:lnTo>
                    <a:pt x="10388" y="5213"/>
                  </a:lnTo>
                  <a:lnTo>
                    <a:pt x="9384" y="4943"/>
                  </a:lnTo>
                  <a:lnTo>
                    <a:pt x="8380" y="4711"/>
                  </a:lnTo>
                  <a:lnTo>
                    <a:pt x="7376" y="4518"/>
                  </a:lnTo>
                  <a:lnTo>
                    <a:pt x="8418" y="3437"/>
                  </a:lnTo>
                  <a:lnTo>
                    <a:pt x="8882" y="2896"/>
                  </a:lnTo>
                  <a:lnTo>
                    <a:pt x="9345" y="2279"/>
                  </a:lnTo>
                  <a:lnTo>
                    <a:pt x="9461" y="2085"/>
                  </a:lnTo>
                  <a:lnTo>
                    <a:pt x="9577" y="1854"/>
                  </a:lnTo>
                  <a:lnTo>
                    <a:pt x="9654" y="1622"/>
                  </a:lnTo>
                  <a:lnTo>
                    <a:pt x="9731" y="1390"/>
                  </a:lnTo>
                  <a:lnTo>
                    <a:pt x="9731" y="1159"/>
                  </a:lnTo>
                  <a:lnTo>
                    <a:pt x="9693" y="927"/>
                  </a:lnTo>
                  <a:lnTo>
                    <a:pt x="9654" y="657"/>
                  </a:lnTo>
                  <a:lnTo>
                    <a:pt x="9500" y="464"/>
                  </a:lnTo>
                  <a:lnTo>
                    <a:pt x="9461" y="309"/>
                  </a:lnTo>
                  <a:lnTo>
                    <a:pt x="9384" y="232"/>
                  </a:lnTo>
                  <a:lnTo>
                    <a:pt x="9229" y="78"/>
                  </a:lnTo>
                  <a:lnTo>
                    <a:pt x="90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13"/>
            <p:cNvSpPr/>
            <p:nvPr/>
          </p:nvSpPr>
          <p:spPr>
            <a:xfrm>
              <a:off x="436975" y="3704575"/>
              <a:ext cx="144825" cy="162225"/>
            </a:xfrm>
            <a:custGeom>
              <a:avLst/>
              <a:gdLst/>
              <a:ahLst/>
              <a:cxnLst/>
              <a:rect l="l" t="t" r="r" b="b"/>
              <a:pathLst>
                <a:path w="5793" h="6489" extrusionOk="0">
                  <a:moveTo>
                    <a:pt x="2240" y="426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6" y="735"/>
                  </a:lnTo>
                  <a:lnTo>
                    <a:pt x="4171" y="1005"/>
                  </a:lnTo>
                  <a:lnTo>
                    <a:pt x="4557" y="1314"/>
                  </a:lnTo>
                  <a:lnTo>
                    <a:pt x="4750" y="1507"/>
                  </a:lnTo>
                  <a:lnTo>
                    <a:pt x="4905" y="1739"/>
                  </a:lnTo>
                  <a:lnTo>
                    <a:pt x="5021" y="1932"/>
                  </a:lnTo>
                  <a:lnTo>
                    <a:pt x="5136" y="2163"/>
                  </a:lnTo>
                  <a:lnTo>
                    <a:pt x="5214" y="2434"/>
                  </a:lnTo>
                  <a:lnTo>
                    <a:pt x="5291" y="2704"/>
                  </a:lnTo>
                  <a:lnTo>
                    <a:pt x="5330" y="3167"/>
                  </a:lnTo>
                  <a:lnTo>
                    <a:pt x="5330" y="3631"/>
                  </a:lnTo>
                  <a:lnTo>
                    <a:pt x="5214" y="4133"/>
                  </a:lnTo>
                  <a:lnTo>
                    <a:pt x="5021" y="4558"/>
                  </a:lnTo>
                  <a:lnTo>
                    <a:pt x="4789" y="4982"/>
                  </a:lnTo>
                  <a:lnTo>
                    <a:pt x="4480" y="5330"/>
                  </a:lnTo>
                  <a:lnTo>
                    <a:pt x="4287" y="5484"/>
                  </a:lnTo>
                  <a:lnTo>
                    <a:pt x="4094" y="5639"/>
                  </a:lnTo>
                  <a:lnTo>
                    <a:pt x="3901" y="5755"/>
                  </a:lnTo>
                  <a:lnTo>
                    <a:pt x="3669" y="5832"/>
                  </a:lnTo>
                  <a:lnTo>
                    <a:pt x="3360" y="5948"/>
                  </a:lnTo>
                  <a:lnTo>
                    <a:pt x="3090" y="5986"/>
                  </a:lnTo>
                  <a:lnTo>
                    <a:pt x="2820" y="6025"/>
                  </a:lnTo>
                  <a:lnTo>
                    <a:pt x="2549" y="5986"/>
                  </a:lnTo>
                  <a:lnTo>
                    <a:pt x="2279" y="5948"/>
                  </a:lnTo>
                  <a:lnTo>
                    <a:pt x="2047" y="5870"/>
                  </a:lnTo>
                  <a:lnTo>
                    <a:pt x="1854" y="5755"/>
                  </a:lnTo>
                  <a:lnTo>
                    <a:pt x="1622" y="5639"/>
                  </a:lnTo>
                  <a:lnTo>
                    <a:pt x="1429" y="5484"/>
                  </a:lnTo>
                  <a:lnTo>
                    <a:pt x="1275" y="5291"/>
                  </a:lnTo>
                  <a:lnTo>
                    <a:pt x="1082" y="5098"/>
                  </a:lnTo>
                  <a:lnTo>
                    <a:pt x="966" y="4905"/>
                  </a:lnTo>
                  <a:lnTo>
                    <a:pt x="696" y="4442"/>
                  </a:lnTo>
                  <a:lnTo>
                    <a:pt x="541" y="3901"/>
                  </a:lnTo>
                  <a:lnTo>
                    <a:pt x="425" y="3399"/>
                  </a:lnTo>
                  <a:lnTo>
                    <a:pt x="425" y="2858"/>
                  </a:lnTo>
                  <a:lnTo>
                    <a:pt x="503" y="2318"/>
                  </a:lnTo>
                  <a:lnTo>
                    <a:pt x="541" y="2048"/>
                  </a:lnTo>
                  <a:lnTo>
                    <a:pt x="657" y="1816"/>
                  </a:lnTo>
                  <a:lnTo>
                    <a:pt x="734" y="1584"/>
                  </a:lnTo>
                  <a:lnTo>
                    <a:pt x="889" y="1352"/>
                  </a:lnTo>
                  <a:lnTo>
                    <a:pt x="1043" y="1159"/>
                  </a:lnTo>
                  <a:lnTo>
                    <a:pt x="1236" y="1005"/>
                  </a:lnTo>
                  <a:lnTo>
                    <a:pt x="1429" y="812"/>
                  </a:lnTo>
                  <a:lnTo>
                    <a:pt x="1661" y="696"/>
                  </a:lnTo>
                  <a:lnTo>
                    <a:pt x="1893" y="580"/>
                  </a:lnTo>
                  <a:lnTo>
                    <a:pt x="2202" y="503"/>
                  </a:lnTo>
                  <a:lnTo>
                    <a:pt x="2240" y="464"/>
                  </a:lnTo>
                  <a:lnTo>
                    <a:pt x="2240" y="426"/>
                  </a:lnTo>
                  <a:close/>
                  <a:moveTo>
                    <a:pt x="2279" y="1"/>
                  </a:moveTo>
                  <a:lnTo>
                    <a:pt x="1970" y="40"/>
                  </a:lnTo>
                  <a:lnTo>
                    <a:pt x="1893" y="78"/>
                  </a:lnTo>
                  <a:lnTo>
                    <a:pt x="1816" y="117"/>
                  </a:lnTo>
                  <a:lnTo>
                    <a:pt x="1816" y="194"/>
                  </a:lnTo>
                  <a:lnTo>
                    <a:pt x="1816" y="271"/>
                  </a:lnTo>
                  <a:lnTo>
                    <a:pt x="1507" y="349"/>
                  </a:lnTo>
                  <a:lnTo>
                    <a:pt x="1275" y="464"/>
                  </a:lnTo>
                  <a:lnTo>
                    <a:pt x="1043" y="619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8"/>
                  </a:lnTo>
                  <a:lnTo>
                    <a:pt x="348" y="1430"/>
                  </a:lnTo>
                  <a:lnTo>
                    <a:pt x="232" y="1661"/>
                  </a:lnTo>
                  <a:lnTo>
                    <a:pt x="117" y="1932"/>
                  </a:lnTo>
                  <a:lnTo>
                    <a:pt x="78" y="2202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1"/>
                  </a:lnTo>
                  <a:lnTo>
                    <a:pt x="271" y="4519"/>
                  </a:lnTo>
                  <a:lnTo>
                    <a:pt x="387" y="4828"/>
                  </a:lnTo>
                  <a:lnTo>
                    <a:pt x="541" y="5098"/>
                  </a:lnTo>
                  <a:lnTo>
                    <a:pt x="696" y="5330"/>
                  </a:lnTo>
                  <a:lnTo>
                    <a:pt x="850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1"/>
                  </a:lnTo>
                  <a:lnTo>
                    <a:pt x="1738" y="6257"/>
                  </a:lnTo>
                  <a:lnTo>
                    <a:pt x="2009" y="6372"/>
                  </a:lnTo>
                  <a:lnTo>
                    <a:pt x="2279" y="6450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50"/>
                  </a:lnTo>
                  <a:lnTo>
                    <a:pt x="3553" y="6372"/>
                  </a:lnTo>
                  <a:lnTo>
                    <a:pt x="3862" y="6257"/>
                  </a:lnTo>
                  <a:lnTo>
                    <a:pt x="4132" y="6141"/>
                  </a:lnTo>
                  <a:lnTo>
                    <a:pt x="4403" y="5986"/>
                  </a:lnTo>
                  <a:lnTo>
                    <a:pt x="4634" y="5793"/>
                  </a:lnTo>
                  <a:lnTo>
                    <a:pt x="4866" y="5600"/>
                  </a:lnTo>
                  <a:lnTo>
                    <a:pt x="5059" y="5368"/>
                  </a:lnTo>
                  <a:lnTo>
                    <a:pt x="5214" y="5137"/>
                  </a:lnTo>
                  <a:lnTo>
                    <a:pt x="5368" y="4866"/>
                  </a:lnTo>
                  <a:lnTo>
                    <a:pt x="5523" y="4635"/>
                  </a:lnTo>
                  <a:lnTo>
                    <a:pt x="5638" y="4326"/>
                  </a:lnTo>
                  <a:lnTo>
                    <a:pt x="5716" y="4056"/>
                  </a:lnTo>
                  <a:lnTo>
                    <a:pt x="5754" y="3747"/>
                  </a:lnTo>
                  <a:lnTo>
                    <a:pt x="5793" y="3438"/>
                  </a:lnTo>
                  <a:lnTo>
                    <a:pt x="5793" y="3129"/>
                  </a:lnTo>
                  <a:lnTo>
                    <a:pt x="5793" y="2858"/>
                  </a:lnTo>
                  <a:lnTo>
                    <a:pt x="5716" y="2550"/>
                  </a:lnTo>
                  <a:lnTo>
                    <a:pt x="5638" y="2241"/>
                  </a:lnTo>
                  <a:lnTo>
                    <a:pt x="5523" y="1932"/>
                  </a:lnTo>
                  <a:lnTo>
                    <a:pt x="5368" y="1661"/>
                  </a:lnTo>
                  <a:lnTo>
                    <a:pt x="5214" y="1391"/>
                  </a:lnTo>
                  <a:lnTo>
                    <a:pt x="5021" y="1159"/>
                  </a:lnTo>
                  <a:lnTo>
                    <a:pt x="4828" y="928"/>
                  </a:lnTo>
                  <a:lnTo>
                    <a:pt x="4596" y="735"/>
                  </a:lnTo>
                  <a:lnTo>
                    <a:pt x="4326" y="542"/>
                  </a:lnTo>
                  <a:lnTo>
                    <a:pt x="4094" y="387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13"/>
            <p:cNvSpPr/>
            <p:nvPr/>
          </p:nvSpPr>
          <p:spPr>
            <a:xfrm>
              <a:off x="514200" y="3860000"/>
              <a:ext cx="302200" cy="155450"/>
            </a:xfrm>
            <a:custGeom>
              <a:avLst/>
              <a:gdLst/>
              <a:ahLst/>
              <a:cxnLst/>
              <a:rect l="l" t="t" r="r" b="b"/>
              <a:pathLst>
                <a:path w="12088" h="6218" extrusionOk="0">
                  <a:moveTo>
                    <a:pt x="11740" y="1"/>
                  </a:moveTo>
                  <a:lnTo>
                    <a:pt x="11663" y="40"/>
                  </a:lnTo>
                  <a:lnTo>
                    <a:pt x="11585" y="78"/>
                  </a:lnTo>
                  <a:lnTo>
                    <a:pt x="11508" y="117"/>
                  </a:lnTo>
                  <a:lnTo>
                    <a:pt x="11469" y="233"/>
                  </a:lnTo>
                  <a:lnTo>
                    <a:pt x="11469" y="310"/>
                  </a:lnTo>
                  <a:lnTo>
                    <a:pt x="11508" y="426"/>
                  </a:lnTo>
                  <a:lnTo>
                    <a:pt x="11585" y="580"/>
                  </a:lnTo>
                  <a:lnTo>
                    <a:pt x="11624" y="773"/>
                  </a:lnTo>
                  <a:lnTo>
                    <a:pt x="11585" y="966"/>
                  </a:lnTo>
                  <a:lnTo>
                    <a:pt x="11508" y="1121"/>
                  </a:lnTo>
                  <a:lnTo>
                    <a:pt x="11392" y="1275"/>
                  </a:lnTo>
                  <a:lnTo>
                    <a:pt x="11276" y="1430"/>
                  </a:lnTo>
                  <a:lnTo>
                    <a:pt x="10929" y="1739"/>
                  </a:lnTo>
                  <a:lnTo>
                    <a:pt x="10504" y="2009"/>
                  </a:lnTo>
                  <a:lnTo>
                    <a:pt x="10079" y="2241"/>
                  </a:lnTo>
                  <a:lnTo>
                    <a:pt x="9423" y="2588"/>
                  </a:lnTo>
                  <a:lnTo>
                    <a:pt x="9037" y="2781"/>
                  </a:lnTo>
                  <a:lnTo>
                    <a:pt x="9037" y="2704"/>
                  </a:lnTo>
                  <a:lnTo>
                    <a:pt x="8960" y="2627"/>
                  </a:lnTo>
                  <a:lnTo>
                    <a:pt x="8496" y="2202"/>
                  </a:lnTo>
                  <a:lnTo>
                    <a:pt x="8110" y="1700"/>
                  </a:lnTo>
                  <a:lnTo>
                    <a:pt x="7840" y="1893"/>
                  </a:lnTo>
                  <a:lnTo>
                    <a:pt x="7994" y="2202"/>
                  </a:lnTo>
                  <a:lnTo>
                    <a:pt x="8187" y="2511"/>
                  </a:lnTo>
                  <a:lnTo>
                    <a:pt x="8419" y="2781"/>
                  </a:lnTo>
                  <a:lnTo>
                    <a:pt x="8651" y="2974"/>
                  </a:lnTo>
                  <a:lnTo>
                    <a:pt x="7608" y="3515"/>
                  </a:lnTo>
                  <a:lnTo>
                    <a:pt x="6565" y="3978"/>
                  </a:lnTo>
                  <a:lnTo>
                    <a:pt x="5252" y="4519"/>
                  </a:lnTo>
                  <a:lnTo>
                    <a:pt x="3940" y="4982"/>
                  </a:lnTo>
                  <a:lnTo>
                    <a:pt x="3669" y="5059"/>
                  </a:lnTo>
                  <a:lnTo>
                    <a:pt x="3708" y="4712"/>
                  </a:lnTo>
                  <a:lnTo>
                    <a:pt x="3631" y="4364"/>
                  </a:lnTo>
                  <a:lnTo>
                    <a:pt x="3515" y="4055"/>
                  </a:lnTo>
                  <a:lnTo>
                    <a:pt x="3322" y="3708"/>
                  </a:lnTo>
                  <a:lnTo>
                    <a:pt x="3013" y="3901"/>
                  </a:lnTo>
                  <a:lnTo>
                    <a:pt x="3129" y="4171"/>
                  </a:lnTo>
                  <a:lnTo>
                    <a:pt x="3206" y="4442"/>
                  </a:lnTo>
                  <a:lnTo>
                    <a:pt x="3245" y="4866"/>
                  </a:lnTo>
                  <a:lnTo>
                    <a:pt x="3245" y="5253"/>
                  </a:lnTo>
                  <a:lnTo>
                    <a:pt x="2356" y="5523"/>
                  </a:lnTo>
                  <a:lnTo>
                    <a:pt x="1893" y="5639"/>
                  </a:lnTo>
                  <a:lnTo>
                    <a:pt x="1430" y="5677"/>
                  </a:lnTo>
                  <a:lnTo>
                    <a:pt x="1043" y="5716"/>
                  </a:lnTo>
                  <a:lnTo>
                    <a:pt x="850" y="5716"/>
                  </a:lnTo>
                  <a:lnTo>
                    <a:pt x="696" y="5677"/>
                  </a:lnTo>
                  <a:lnTo>
                    <a:pt x="580" y="5600"/>
                  </a:lnTo>
                  <a:lnTo>
                    <a:pt x="464" y="5523"/>
                  </a:lnTo>
                  <a:lnTo>
                    <a:pt x="387" y="5407"/>
                  </a:lnTo>
                  <a:lnTo>
                    <a:pt x="348" y="5291"/>
                  </a:lnTo>
                  <a:lnTo>
                    <a:pt x="310" y="5214"/>
                  </a:lnTo>
                  <a:lnTo>
                    <a:pt x="271" y="5175"/>
                  </a:lnTo>
                  <a:lnTo>
                    <a:pt x="155" y="5137"/>
                  </a:lnTo>
                  <a:lnTo>
                    <a:pt x="78" y="5175"/>
                  </a:lnTo>
                  <a:lnTo>
                    <a:pt x="39" y="5214"/>
                  </a:lnTo>
                  <a:lnTo>
                    <a:pt x="1" y="5291"/>
                  </a:lnTo>
                  <a:lnTo>
                    <a:pt x="1" y="5446"/>
                  </a:lnTo>
                  <a:lnTo>
                    <a:pt x="39" y="5600"/>
                  </a:lnTo>
                  <a:lnTo>
                    <a:pt x="78" y="5755"/>
                  </a:lnTo>
                  <a:lnTo>
                    <a:pt x="155" y="5870"/>
                  </a:lnTo>
                  <a:lnTo>
                    <a:pt x="233" y="5948"/>
                  </a:lnTo>
                  <a:lnTo>
                    <a:pt x="310" y="6025"/>
                  </a:lnTo>
                  <a:lnTo>
                    <a:pt x="541" y="6141"/>
                  </a:lnTo>
                  <a:lnTo>
                    <a:pt x="812" y="6179"/>
                  </a:lnTo>
                  <a:lnTo>
                    <a:pt x="1121" y="6218"/>
                  </a:lnTo>
                  <a:lnTo>
                    <a:pt x="1430" y="6179"/>
                  </a:lnTo>
                  <a:lnTo>
                    <a:pt x="1700" y="6141"/>
                  </a:lnTo>
                  <a:lnTo>
                    <a:pt x="2897" y="5832"/>
                  </a:lnTo>
                  <a:lnTo>
                    <a:pt x="4094" y="5446"/>
                  </a:lnTo>
                  <a:lnTo>
                    <a:pt x="5291" y="5021"/>
                  </a:lnTo>
                  <a:lnTo>
                    <a:pt x="6450" y="4557"/>
                  </a:lnTo>
                  <a:lnTo>
                    <a:pt x="7531" y="4094"/>
                  </a:lnTo>
                  <a:lnTo>
                    <a:pt x="8573" y="3592"/>
                  </a:lnTo>
                  <a:lnTo>
                    <a:pt x="9616" y="3052"/>
                  </a:lnTo>
                  <a:lnTo>
                    <a:pt x="10620" y="2472"/>
                  </a:lnTo>
                  <a:lnTo>
                    <a:pt x="10929" y="2279"/>
                  </a:lnTo>
                  <a:lnTo>
                    <a:pt x="11276" y="2048"/>
                  </a:lnTo>
                  <a:lnTo>
                    <a:pt x="11547" y="1777"/>
                  </a:lnTo>
                  <a:lnTo>
                    <a:pt x="11817" y="1507"/>
                  </a:lnTo>
                  <a:lnTo>
                    <a:pt x="12010" y="1198"/>
                  </a:lnTo>
                  <a:lnTo>
                    <a:pt x="12049" y="1044"/>
                  </a:lnTo>
                  <a:lnTo>
                    <a:pt x="12087" y="889"/>
                  </a:lnTo>
                  <a:lnTo>
                    <a:pt x="12087" y="696"/>
                  </a:lnTo>
                  <a:lnTo>
                    <a:pt x="12049" y="503"/>
                  </a:lnTo>
                  <a:lnTo>
                    <a:pt x="12010" y="310"/>
                  </a:lnTo>
                  <a:lnTo>
                    <a:pt x="11894" y="117"/>
                  </a:lnTo>
                  <a:lnTo>
                    <a:pt x="11817" y="40"/>
                  </a:lnTo>
                  <a:lnTo>
                    <a:pt x="1174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13"/>
            <p:cNvSpPr/>
            <p:nvPr/>
          </p:nvSpPr>
          <p:spPr>
            <a:xfrm>
              <a:off x="406075" y="3667900"/>
              <a:ext cx="458600" cy="289650"/>
            </a:xfrm>
            <a:custGeom>
              <a:avLst/>
              <a:gdLst/>
              <a:ahLst/>
              <a:cxnLst/>
              <a:rect l="l" t="t" r="r" b="b"/>
              <a:pathLst>
                <a:path w="18344" h="11586" extrusionOk="0">
                  <a:moveTo>
                    <a:pt x="17069" y="387"/>
                  </a:moveTo>
                  <a:lnTo>
                    <a:pt x="17146" y="425"/>
                  </a:lnTo>
                  <a:lnTo>
                    <a:pt x="17223" y="503"/>
                  </a:lnTo>
                  <a:lnTo>
                    <a:pt x="17300" y="734"/>
                  </a:lnTo>
                  <a:lnTo>
                    <a:pt x="17378" y="927"/>
                  </a:lnTo>
                  <a:lnTo>
                    <a:pt x="17378" y="1120"/>
                  </a:lnTo>
                  <a:lnTo>
                    <a:pt x="17339" y="1314"/>
                  </a:lnTo>
                  <a:lnTo>
                    <a:pt x="17223" y="1545"/>
                  </a:lnTo>
                  <a:lnTo>
                    <a:pt x="16953" y="1893"/>
                  </a:lnTo>
                  <a:lnTo>
                    <a:pt x="16721" y="2124"/>
                  </a:lnTo>
                  <a:lnTo>
                    <a:pt x="16451" y="2356"/>
                  </a:lnTo>
                  <a:lnTo>
                    <a:pt x="16181" y="2549"/>
                  </a:lnTo>
                  <a:lnTo>
                    <a:pt x="15872" y="2665"/>
                  </a:lnTo>
                  <a:lnTo>
                    <a:pt x="15872" y="2086"/>
                  </a:lnTo>
                  <a:lnTo>
                    <a:pt x="15910" y="1777"/>
                  </a:lnTo>
                  <a:lnTo>
                    <a:pt x="15949" y="1468"/>
                  </a:lnTo>
                  <a:lnTo>
                    <a:pt x="16026" y="1198"/>
                  </a:lnTo>
                  <a:lnTo>
                    <a:pt x="16181" y="927"/>
                  </a:lnTo>
                  <a:lnTo>
                    <a:pt x="16335" y="696"/>
                  </a:lnTo>
                  <a:lnTo>
                    <a:pt x="16605" y="503"/>
                  </a:lnTo>
                  <a:lnTo>
                    <a:pt x="16837" y="425"/>
                  </a:lnTo>
                  <a:lnTo>
                    <a:pt x="16992" y="387"/>
                  </a:lnTo>
                  <a:close/>
                  <a:moveTo>
                    <a:pt x="14597" y="2974"/>
                  </a:moveTo>
                  <a:lnTo>
                    <a:pt x="14868" y="3013"/>
                  </a:lnTo>
                  <a:lnTo>
                    <a:pt x="15138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6"/>
                  </a:lnTo>
                  <a:lnTo>
                    <a:pt x="14057" y="3862"/>
                  </a:lnTo>
                  <a:lnTo>
                    <a:pt x="13786" y="3939"/>
                  </a:lnTo>
                  <a:lnTo>
                    <a:pt x="13478" y="4017"/>
                  </a:lnTo>
                  <a:lnTo>
                    <a:pt x="13053" y="4017"/>
                  </a:lnTo>
                  <a:lnTo>
                    <a:pt x="12976" y="3939"/>
                  </a:lnTo>
                  <a:lnTo>
                    <a:pt x="12976" y="3862"/>
                  </a:lnTo>
                  <a:lnTo>
                    <a:pt x="12976" y="3708"/>
                  </a:lnTo>
                  <a:lnTo>
                    <a:pt x="13014" y="3476"/>
                  </a:lnTo>
                  <a:lnTo>
                    <a:pt x="13053" y="3360"/>
                  </a:lnTo>
                  <a:lnTo>
                    <a:pt x="13207" y="3244"/>
                  </a:lnTo>
                  <a:lnTo>
                    <a:pt x="13400" y="3167"/>
                  </a:lnTo>
                  <a:lnTo>
                    <a:pt x="13709" y="3051"/>
                  </a:lnTo>
                  <a:lnTo>
                    <a:pt x="14018" y="3013"/>
                  </a:lnTo>
                  <a:lnTo>
                    <a:pt x="14327" y="2974"/>
                  </a:lnTo>
                  <a:close/>
                  <a:moveTo>
                    <a:pt x="15679" y="3283"/>
                  </a:moveTo>
                  <a:lnTo>
                    <a:pt x="16335" y="3476"/>
                  </a:lnTo>
                  <a:lnTo>
                    <a:pt x="16644" y="3553"/>
                  </a:lnTo>
                  <a:lnTo>
                    <a:pt x="16992" y="3669"/>
                  </a:lnTo>
                  <a:lnTo>
                    <a:pt x="17262" y="3823"/>
                  </a:lnTo>
                  <a:lnTo>
                    <a:pt x="17532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80" y="4596"/>
                  </a:lnTo>
                  <a:lnTo>
                    <a:pt x="17918" y="4789"/>
                  </a:lnTo>
                  <a:lnTo>
                    <a:pt x="17880" y="4943"/>
                  </a:lnTo>
                  <a:lnTo>
                    <a:pt x="17802" y="5059"/>
                  </a:lnTo>
                  <a:lnTo>
                    <a:pt x="17648" y="5136"/>
                  </a:lnTo>
                  <a:lnTo>
                    <a:pt x="17494" y="5175"/>
                  </a:lnTo>
                  <a:lnTo>
                    <a:pt x="17339" y="5175"/>
                  </a:lnTo>
                  <a:lnTo>
                    <a:pt x="17146" y="5136"/>
                  </a:lnTo>
                  <a:lnTo>
                    <a:pt x="16992" y="5059"/>
                  </a:lnTo>
                  <a:lnTo>
                    <a:pt x="16644" y="4789"/>
                  </a:lnTo>
                  <a:lnTo>
                    <a:pt x="16374" y="4480"/>
                  </a:lnTo>
                  <a:lnTo>
                    <a:pt x="16181" y="4210"/>
                  </a:lnTo>
                  <a:lnTo>
                    <a:pt x="15988" y="3901"/>
                  </a:lnTo>
                  <a:lnTo>
                    <a:pt x="15833" y="3592"/>
                  </a:lnTo>
                  <a:lnTo>
                    <a:pt x="15679" y="3283"/>
                  </a:lnTo>
                  <a:close/>
                  <a:moveTo>
                    <a:pt x="4635" y="541"/>
                  </a:moveTo>
                  <a:lnTo>
                    <a:pt x="5253" y="580"/>
                  </a:lnTo>
                  <a:lnTo>
                    <a:pt x="5832" y="696"/>
                  </a:lnTo>
                  <a:lnTo>
                    <a:pt x="6411" y="850"/>
                  </a:lnTo>
                  <a:lnTo>
                    <a:pt x="6990" y="1120"/>
                  </a:lnTo>
                  <a:lnTo>
                    <a:pt x="7492" y="1429"/>
                  </a:lnTo>
                  <a:lnTo>
                    <a:pt x="7917" y="1738"/>
                  </a:lnTo>
                  <a:lnTo>
                    <a:pt x="8303" y="2086"/>
                  </a:lnTo>
                  <a:lnTo>
                    <a:pt x="8651" y="2472"/>
                  </a:lnTo>
                  <a:lnTo>
                    <a:pt x="8960" y="2858"/>
                  </a:lnTo>
                  <a:lnTo>
                    <a:pt x="9539" y="3669"/>
                  </a:lnTo>
                  <a:lnTo>
                    <a:pt x="10157" y="4480"/>
                  </a:lnTo>
                  <a:lnTo>
                    <a:pt x="10388" y="4827"/>
                  </a:lnTo>
                  <a:lnTo>
                    <a:pt x="10697" y="5136"/>
                  </a:lnTo>
                  <a:lnTo>
                    <a:pt x="11006" y="5445"/>
                  </a:lnTo>
                  <a:lnTo>
                    <a:pt x="11354" y="5677"/>
                  </a:lnTo>
                  <a:lnTo>
                    <a:pt x="11701" y="5870"/>
                  </a:lnTo>
                  <a:lnTo>
                    <a:pt x="12126" y="5986"/>
                  </a:lnTo>
                  <a:lnTo>
                    <a:pt x="12512" y="6025"/>
                  </a:lnTo>
                  <a:lnTo>
                    <a:pt x="12976" y="5986"/>
                  </a:lnTo>
                  <a:lnTo>
                    <a:pt x="13323" y="5870"/>
                  </a:lnTo>
                  <a:lnTo>
                    <a:pt x="13632" y="5754"/>
                  </a:lnTo>
                  <a:lnTo>
                    <a:pt x="13902" y="5600"/>
                  </a:lnTo>
                  <a:lnTo>
                    <a:pt x="14173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9" y="4712"/>
                  </a:lnTo>
                  <a:lnTo>
                    <a:pt x="14984" y="4441"/>
                  </a:lnTo>
                  <a:lnTo>
                    <a:pt x="14752" y="5252"/>
                  </a:lnTo>
                  <a:lnTo>
                    <a:pt x="14443" y="5986"/>
                  </a:lnTo>
                  <a:lnTo>
                    <a:pt x="14057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0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7" y="10272"/>
                  </a:lnTo>
                  <a:lnTo>
                    <a:pt x="9616" y="10465"/>
                  </a:lnTo>
                  <a:lnTo>
                    <a:pt x="9075" y="10658"/>
                  </a:lnTo>
                  <a:lnTo>
                    <a:pt x="8496" y="10774"/>
                  </a:lnTo>
                  <a:lnTo>
                    <a:pt x="7956" y="10890"/>
                  </a:lnTo>
                  <a:lnTo>
                    <a:pt x="7376" y="10929"/>
                  </a:lnTo>
                  <a:lnTo>
                    <a:pt x="6836" y="10929"/>
                  </a:lnTo>
                  <a:lnTo>
                    <a:pt x="6257" y="10890"/>
                  </a:lnTo>
                  <a:lnTo>
                    <a:pt x="5716" y="10774"/>
                  </a:lnTo>
                  <a:lnTo>
                    <a:pt x="5175" y="10620"/>
                  </a:lnTo>
                  <a:lnTo>
                    <a:pt x="4635" y="10465"/>
                  </a:lnTo>
                  <a:lnTo>
                    <a:pt x="4133" y="10195"/>
                  </a:lnTo>
                  <a:lnTo>
                    <a:pt x="3631" y="9925"/>
                  </a:lnTo>
                  <a:lnTo>
                    <a:pt x="3129" y="9577"/>
                  </a:lnTo>
                  <a:lnTo>
                    <a:pt x="2665" y="9191"/>
                  </a:lnTo>
                  <a:lnTo>
                    <a:pt x="2202" y="8766"/>
                  </a:lnTo>
                  <a:lnTo>
                    <a:pt x="1777" y="8303"/>
                  </a:lnTo>
                  <a:lnTo>
                    <a:pt x="1430" y="7801"/>
                  </a:lnTo>
                  <a:lnTo>
                    <a:pt x="1082" y="7260"/>
                  </a:lnTo>
                  <a:lnTo>
                    <a:pt x="812" y="6720"/>
                  </a:lnTo>
                  <a:lnTo>
                    <a:pt x="619" y="6140"/>
                  </a:lnTo>
                  <a:lnTo>
                    <a:pt x="464" y="5523"/>
                  </a:lnTo>
                  <a:lnTo>
                    <a:pt x="426" y="4905"/>
                  </a:lnTo>
                  <a:lnTo>
                    <a:pt x="464" y="4287"/>
                  </a:lnTo>
                  <a:lnTo>
                    <a:pt x="619" y="3708"/>
                  </a:lnTo>
                  <a:lnTo>
                    <a:pt x="812" y="3128"/>
                  </a:lnTo>
                  <a:lnTo>
                    <a:pt x="1121" y="2588"/>
                  </a:lnTo>
                  <a:lnTo>
                    <a:pt x="1468" y="2086"/>
                  </a:lnTo>
                  <a:lnTo>
                    <a:pt x="1893" y="1661"/>
                  </a:lnTo>
                  <a:lnTo>
                    <a:pt x="2356" y="1275"/>
                  </a:lnTo>
                  <a:lnTo>
                    <a:pt x="2897" y="1005"/>
                  </a:lnTo>
                  <a:lnTo>
                    <a:pt x="3476" y="773"/>
                  </a:lnTo>
                  <a:lnTo>
                    <a:pt x="4056" y="618"/>
                  </a:lnTo>
                  <a:lnTo>
                    <a:pt x="4635" y="541"/>
                  </a:lnTo>
                  <a:close/>
                  <a:moveTo>
                    <a:pt x="16876" y="1"/>
                  </a:moveTo>
                  <a:lnTo>
                    <a:pt x="16683" y="39"/>
                  </a:lnTo>
                  <a:lnTo>
                    <a:pt x="16451" y="155"/>
                  </a:lnTo>
                  <a:lnTo>
                    <a:pt x="16258" y="271"/>
                  </a:lnTo>
                  <a:lnTo>
                    <a:pt x="16103" y="425"/>
                  </a:lnTo>
                  <a:lnTo>
                    <a:pt x="15949" y="580"/>
                  </a:lnTo>
                  <a:lnTo>
                    <a:pt x="15833" y="773"/>
                  </a:lnTo>
                  <a:lnTo>
                    <a:pt x="15717" y="1005"/>
                  </a:lnTo>
                  <a:lnTo>
                    <a:pt x="15601" y="1236"/>
                  </a:lnTo>
                  <a:lnTo>
                    <a:pt x="15486" y="1738"/>
                  </a:lnTo>
                  <a:lnTo>
                    <a:pt x="15447" y="2279"/>
                  </a:lnTo>
                  <a:lnTo>
                    <a:pt x="15486" y="2819"/>
                  </a:lnTo>
                  <a:lnTo>
                    <a:pt x="15370" y="2819"/>
                  </a:lnTo>
                  <a:lnTo>
                    <a:pt x="15331" y="2858"/>
                  </a:lnTo>
                  <a:lnTo>
                    <a:pt x="14906" y="2742"/>
                  </a:lnTo>
                  <a:lnTo>
                    <a:pt x="14443" y="2665"/>
                  </a:lnTo>
                  <a:lnTo>
                    <a:pt x="13980" y="2665"/>
                  </a:lnTo>
                  <a:lnTo>
                    <a:pt x="13516" y="2742"/>
                  </a:lnTo>
                  <a:lnTo>
                    <a:pt x="13169" y="2858"/>
                  </a:lnTo>
                  <a:lnTo>
                    <a:pt x="12976" y="2974"/>
                  </a:lnTo>
                  <a:lnTo>
                    <a:pt x="12783" y="3090"/>
                  </a:lnTo>
                  <a:lnTo>
                    <a:pt x="12628" y="3206"/>
                  </a:lnTo>
                  <a:lnTo>
                    <a:pt x="12512" y="3360"/>
                  </a:lnTo>
                  <a:lnTo>
                    <a:pt x="12396" y="3553"/>
                  </a:lnTo>
                  <a:lnTo>
                    <a:pt x="12396" y="3746"/>
                  </a:lnTo>
                  <a:lnTo>
                    <a:pt x="12396" y="3939"/>
                  </a:lnTo>
                  <a:lnTo>
                    <a:pt x="12474" y="4094"/>
                  </a:lnTo>
                  <a:lnTo>
                    <a:pt x="12628" y="4210"/>
                  </a:lnTo>
                  <a:lnTo>
                    <a:pt x="12783" y="4287"/>
                  </a:lnTo>
                  <a:lnTo>
                    <a:pt x="12976" y="4364"/>
                  </a:lnTo>
                  <a:lnTo>
                    <a:pt x="13169" y="4403"/>
                  </a:lnTo>
                  <a:lnTo>
                    <a:pt x="13516" y="4364"/>
                  </a:lnTo>
                  <a:lnTo>
                    <a:pt x="13864" y="4325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9" y="3823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4" y="4866"/>
                  </a:lnTo>
                  <a:lnTo>
                    <a:pt x="13941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30" y="5445"/>
                  </a:lnTo>
                  <a:lnTo>
                    <a:pt x="12744" y="5523"/>
                  </a:lnTo>
                  <a:lnTo>
                    <a:pt x="12396" y="5523"/>
                  </a:lnTo>
                  <a:lnTo>
                    <a:pt x="12049" y="5445"/>
                  </a:lnTo>
                  <a:lnTo>
                    <a:pt x="11740" y="5329"/>
                  </a:lnTo>
                  <a:lnTo>
                    <a:pt x="11431" y="5136"/>
                  </a:lnTo>
                  <a:lnTo>
                    <a:pt x="11122" y="4905"/>
                  </a:lnTo>
                  <a:lnTo>
                    <a:pt x="10852" y="4634"/>
                  </a:lnTo>
                  <a:lnTo>
                    <a:pt x="10543" y="4210"/>
                  </a:lnTo>
                  <a:lnTo>
                    <a:pt x="10195" y="3785"/>
                  </a:lnTo>
                  <a:lnTo>
                    <a:pt x="9616" y="2935"/>
                  </a:lnTo>
                  <a:lnTo>
                    <a:pt x="9307" y="2511"/>
                  </a:lnTo>
                  <a:lnTo>
                    <a:pt x="8960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7" y="966"/>
                  </a:lnTo>
                  <a:lnTo>
                    <a:pt x="7106" y="657"/>
                  </a:lnTo>
                  <a:lnTo>
                    <a:pt x="6527" y="425"/>
                  </a:lnTo>
                  <a:lnTo>
                    <a:pt x="5948" y="271"/>
                  </a:lnTo>
                  <a:lnTo>
                    <a:pt x="5330" y="155"/>
                  </a:lnTo>
                  <a:lnTo>
                    <a:pt x="4751" y="116"/>
                  </a:lnTo>
                  <a:lnTo>
                    <a:pt x="4133" y="155"/>
                  </a:lnTo>
                  <a:lnTo>
                    <a:pt x="3554" y="271"/>
                  </a:lnTo>
                  <a:lnTo>
                    <a:pt x="3283" y="348"/>
                  </a:lnTo>
                  <a:lnTo>
                    <a:pt x="2936" y="464"/>
                  </a:lnTo>
                  <a:lnTo>
                    <a:pt x="2588" y="618"/>
                  </a:lnTo>
                  <a:lnTo>
                    <a:pt x="2279" y="812"/>
                  </a:lnTo>
                  <a:lnTo>
                    <a:pt x="1932" y="1005"/>
                  </a:lnTo>
                  <a:lnTo>
                    <a:pt x="1661" y="1275"/>
                  </a:lnTo>
                  <a:lnTo>
                    <a:pt x="1353" y="1545"/>
                  </a:lnTo>
                  <a:lnTo>
                    <a:pt x="1082" y="1854"/>
                  </a:lnTo>
                  <a:lnTo>
                    <a:pt x="851" y="2163"/>
                  </a:lnTo>
                  <a:lnTo>
                    <a:pt x="542" y="2665"/>
                  </a:lnTo>
                  <a:lnTo>
                    <a:pt x="310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1" y="4712"/>
                  </a:lnTo>
                  <a:lnTo>
                    <a:pt x="40" y="5214"/>
                  </a:lnTo>
                  <a:lnTo>
                    <a:pt x="78" y="5716"/>
                  </a:lnTo>
                  <a:lnTo>
                    <a:pt x="194" y="6218"/>
                  </a:lnTo>
                  <a:lnTo>
                    <a:pt x="387" y="6720"/>
                  </a:lnTo>
                  <a:lnTo>
                    <a:pt x="580" y="7222"/>
                  </a:lnTo>
                  <a:lnTo>
                    <a:pt x="812" y="7685"/>
                  </a:lnTo>
                  <a:lnTo>
                    <a:pt x="1082" y="8110"/>
                  </a:lnTo>
                  <a:lnTo>
                    <a:pt x="1430" y="8573"/>
                  </a:lnTo>
                  <a:lnTo>
                    <a:pt x="1777" y="8959"/>
                  </a:lnTo>
                  <a:lnTo>
                    <a:pt x="2125" y="9384"/>
                  </a:lnTo>
                  <a:lnTo>
                    <a:pt x="2550" y="9732"/>
                  </a:lnTo>
                  <a:lnTo>
                    <a:pt x="3090" y="10156"/>
                  </a:lnTo>
                  <a:lnTo>
                    <a:pt x="3631" y="10504"/>
                  </a:lnTo>
                  <a:lnTo>
                    <a:pt x="4210" y="10774"/>
                  </a:lnTo>
                  <a:lnTo>
                    <a:pt x="4789" y="11044"/>
                  </a:lnTo>
                  <a:lnTo>
                    <a:pt x="5407" y="11199"/>
                  </a:lnTo>
                  <a:lnTo>
                    <a:pt x="6025" y="11353"/>
                  </a:lnTo>
                  <a:lnTo>
                    <a:pt x="6643" y="11392"/>
                  </a:lnTo>
                  <a:lnTo>
                    <a:pt x="7261" y="11431"/>
                  </a:lnTo>
                  <a:lnTo>
                    <a:pt x="7338" y="11585"/>
                  </a:lnTo>
                  <a:lnTo>
                    <a:pt x="7647" y="11392"/>
                  </a:lnTo>
                  <a:lnTo>
                    <a:pt x="8458" y="11315"/>
                  </a:lnTo>
                  <a:lnTo>
                    <a:pt x="9269" y="11122"/>
                  </a:lnTo>
                  <a:lnTo>
                    <a:pt x="10079" y="10813"/>
                  </a:lnTo>
                  <a:lnTo>
                    <a:pt x="10852" y="10465"/>
                  </a:lnTo>
                  <a:lnTo>
                    <a:pt x="11547" y="10040"/>
                  </a:lnTo>
                  <a:lnTo>
                    <a:pt x="12165" y="9577"/>
                  </a:lnTo>
                  <a:lnTo>
                    <a:pt x="12435" y="9384"/>
                  </a:lnTo>
                  <a:lnTo>
                    <a:pt x="13053" y="8805"/>
                  </a:lnTo>
                  <a:lnTo>
                    <a:pt x="13632" y="8187"/>
                  </a:lnTo>
                  <a:lnTo>
                    <a:pt x="14134" y="7492"/>
                  </a:lnTo>
                  <a:lnTo>
                    <a:pt x="14597" y="6797"/>
                  </a:lnTo>
                  <a:lnTo>
                    <a:pt x="14945" y="6025"/>
                  </a:lnTo>
                  <a:lnTo>
                    <a:pt x="15099" y="5638"/>
                  </a:lnTo>
                  <a:lnTo>
                    <a:pt x="15254" y="5214"/>
                  </a:lnTo>
                  <a:lnTo>
                    <a:pt x="15331" y="4827"/>
                  </a:lnTo>
                  <a:lnTo>
                    <a:pt x="15408" y="4403"/>
                  </a:lnTo>
                  <a:lnTo>
                    <a:pt x="15486" y="4017"/>
                  </a:lnTo>
                  <a:lnTo>
                    <a:pt x="15486" y="3592"/>
                  </a:lnTo>
                  <a:lnTo>
                    <a:pt x="15679" y="4055"/>
                  </a:lnTo>
                  <a:lnTo>
                    <a:pt x="15949" y="4480"/>
                  </a:lnTo>
                  <a:lnTo>
                    <a:pt x="16258" y="4866"/>
                  </a:lnTo>
                  <a:lnTo>
                    <a:pt x="16605" y="5214"/>
                  </a:lnTo>
                  <a:lnTo>
                    <a:pt x="16760" y="5368"/>
                  </a:lnTo>
                  <a:lnTo>
                    <a:pt x="16992" y="5484"/>
                  </a:lnTo>
                  <a:lnTo>
                    <a:pt x="17185" y="5561"/>
                  </a:lnTo>
                  <a:lnTo>
                    <a:pt x="17416" y="5638"/>
                  </a:lnTo>
                  <a:lnTo>
                    <a:pt x="17609" y="5677"/>
                  </a:lnTo>
                  <a:lnTo>
                    <a:pt x="17841" y="5638"/>
                  </a:lnTo>
                  <a:lnTo>
                    <a:pt x="18034" y="5523"/>
                  </a:lnTo>
                  <a:lnTo>
                    <a:pt x="18189" y="5329"/>
                  </a:lnTo>
                  <a:lnTo>
                    <a:pt x="18304" y="5136"/>
                  </a:lnTo>
                  <a:lnTo>
                    <a:pt x="18343" y="4943"/>
                  </a:lnTo>
                  <a:lnTo>
                    <a:pt x="18304" y="4712"/>
                  </a:lnTo>
                  <a:lnTo>
                    <a:pt x="18266" y="4519"/>
                  </a:lnTo>
                  <a:lnTo>
                    <a:pt x="18189" y="4287"/>
                  </a:lnTo>
                  <a:lnTo>
                    <a:pt x="18073" y="4132"/>
                  </a:lnTo>
                  <a:lnTo>
                    <a:pt x="17957" y="3939"/>
                  </a:lnTo>
                  <a:lnTo>
                    <a:pt x="17802" y="3785"/>
                  </a:lnTo>
                  <a:lnTo>
                    <a:pt x="17648" y="3630"/>
                  </a:lnTo>
                  <a:lnTo>
                    <a:pt x="17416" y="3476"/>
                  </a:lnTo>
                  <a:lnTo>
                    <a:pt x="16953" y="3244"/>
                  </a:lnTo>
                  <a:lnTo>
                    <a:pt x="16490" y="3051"/>
                  </a:lnTo>
                  <a:lnTo>
                    <a:pt x="15988" y="2935"/>
                  </a:lnTo>
                  <a:lnTo>
                    <a:pt x="16412" y="2781"/>
                  </a:lnTo>
                  <a:lnTo>
                    <a:pt x="16837" y="2511"/>
                  </a:lnTo>
                  <a:lnTo>
                    <a:pt x="17185" y="2202"/>
                  </a:lnTo>
                  <a:lnTo>
                    <a:pt x="17494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4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1" y="194"/>
                  </a:lnTo>
                  <a:lnTo>
                    <a:pt x="17455" y="116"/>
                  </a:lnTo>
                  <a:lnTo>
                    <a:pt x="17339" y="39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13"/>
            <p:cNvSpPr/>
            <p:nvPr/>
          </p:nvSpPr>
          <p:spPr>
            <a:xfrm>
              <a:off x="319200" y="3515375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8" y="309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2"/>
                  </a:lnTo>
                  <a:lnTo>
                    <a:pt x="7299" y="502"/>
                  </a:lnTo>
                  <a:lnTo>
                    <a:pt x="7453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3"/>
                  </a:lnTo>
                  <a:lnTo>
                    <a:pt x="6295" y="4943"/>
                  </a:lnTo>
                  <a:lnTo>
                    <a:pt x="6218" y="3978"/>
                  </a:lnTo>
                  <a:lnTo>
                    <a:pt x="6140" y="2974"/>
                  </a:lnTo>
                  <a:lnTo>
                    <a:pt x="6140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4"/>
                  </a:lnTo>
                  <a:lnTo>
                    <a:pt x="6449" y="502"/>
                  </a:lnTo>
                  <a:lnTo>
                    <a:pt x="6527" y="425"/>
                  </a:lnTo>
                  <a:lnTo>
                    <a:pt x="6642" y="348"/>
                  </a:lnTo>
                  <a:lnTo>
                    <a:pt x="6758" y="309"/>
                  </a:lnTo>
                  <a:close/>
                  <a:moveTo>
                    <a:pt x="11971" y="4711"/>
                  </a:moveTo>
                  <a:lnTo>
                    <a:pt x="12087" y="4750"/>
                  </a:lnTo>
                  <a:lnTo>
                    <a:pt x="12164" y="4827"/>
                  </a:lnTo>
                  <a:lnTo>
                    <a:pt x="12280" y="4905"/>
                  </a:lnTo>
                  <a:lnTo>
                    <a:pt x="12319" y="4982"/>
                  </a:lnTo>
                  <a:lnTo>
                    <a:pt x="12396" y="5136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1"/>
                  </a:lnTo>
                  <a:lnTo>
                    <a:pt x="10041" y="5831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8" y="5252"/>
                  </a:lnTo>
                  <a:lnTo>
                    <a:pt x="7955" y="5020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8" y="4750"/>
                  </a:lnTo>
                  <a:lnTo>
                    <a:pt x="11353" y="4711"/>
                  </a:lnTo>
                  <a:close/>
                  <a:moveTo>
                    <a:pt x="5638" y="5754"/>
                  </a:moveTo>
                  <a:lnTo>
                    <a:pt x="4557" y="6449"/>
                  </a:lnTo>
                  <a:lnTo>
                    <a:pt x="3437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29" y="7917"/>
                  </a:lnTo>
                  <a:lnTo>
                    <a:pt x="1120" y="7955"/>
                  </a:lnTo>
                  <a:lnTo>
                    <a:pt x="927" y="7917"/>
                  </a:lnTo>
                  <a:lnTo>
                    <a:pt x="850" y="7878"/>
                  </a:lnTo>
                  <a:lnTo>
                    <a:pt x="773" y="7801"/>
                  </a:lnTo>
                  <a:lnTo>
                    <a:pt x="734" y="7685"/>
                  </a:lnTo>
                  <a:lnTo>
                    <a:pt x="696" y="7530"/>
                  </a:lnTo>
                  <a:lnTo>
                    <a:pt x="696" y="7376"/>
                  </a:lnTo>
                  <a:lnTo>
                    <a:pt x="696" y="7221"/>
                  </a:lnTo>
                  <a:lnTo>
                    <a:pt x="734" y="7144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2"/>
                  </a:lnTo>
                  <a:lnTo>
                    <a:pt x="2742" y="6449"/>
                  </a:lnTo>
                  <a:lnTo>
                    <a:pt x="3592" y="6295"/>
                  </a:lnTo>
                  <a:lnTo>
                    <a:pt x="4634" y="6063"/>
                  </a:lnTo>
                  <a:lnTo>
                    <a:pt x="5136" y="5909"/>
                  </a:lnTo>
                  <a:lnTo>
                    <a:pt x="5638" y="5754"/>
                  </a:lnTo>
                  <a:close/>
                  <a:moveTo>
                    <a:pt x="6951" y="0"/>
                  </a:moveTo>
                  <a:lnTo>
                    <a:pt x="6720" y="39"/>
                  </a:lnTo>
                  <a:lnTo>
                    <a:pt x="6527" y="116"/>
                  </a:lnTo>
                  <a:lnTo>
                    <a:pt x="6333" y="232"/>
                  </a:lnTo>
                  <a:lnTo>
                    <a:pt x="6140" y="425"/>
                  </a:lnTo>
                  <a:lnTo>
                    <a:pt x="5986" y="618"/>
                  </a:lnTo>
                  <a:lnTo>
                    <a:pt x="5909" y="811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1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3" y="5020"/>
                  </a:lnTo>
                  <a:lnTo>
                    <a:pt x="6025" y="5136"/>
                  </a:lnTo>
                  <a:lnTo>
                    <a:pt x="6063" y="5252"/>
                  </a:lnTo>
                  <a:lnTo>
                    <a:pt x="5523" y="5445"/>
                  </a:lnTo>
                  <a:lnTo>
                    <a:pt x="4982" y="5561"/>
                  </a:lnTo>
                  <a:lnTo>
                    <a:pt x="3939" y="5831"/>
                  </a:lnTo>
                  <a:lnTo>
                    <a:pt x="2858" y="6024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0" y="6642"/>
                  </a:lnTo>
                  <a:lnTo>
                    <a:pt x="503" y="6835"/>
                  </a:lnTo>
                  <a:lnTo>
                    <a:pt x="232" y="7028"/>
                  </a:lnTo>
                  <a:lnTo>
                    <a:pt x="116" y="7144"/>
                  </a:lnTo>
                  <a:lnTo>
                    <a:pt x="39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39" y="7723"/>
                  </a:lnTo>
                  <a:lnTo>
                    <a:pt x="116" y="7917"/>
                  </a:lnTo>
                  <a:lnTo>
                    <a:pt x="232" y="8032"/>
                  </a:lnTo>
                  <a:lnTo>
                    <a:pt x="348" y="8148"/>
                  </a:lnTo>
                  <a:lnTo>
                    <a:pt x="503" y="8225"/>
                  </a:lnTo>
                  <a:lnTo>
                    <a:pt x="618" y="8264"/>
                  </a:lnTo>
                  <a:lnTo>
                    <a:pt x="927" y="8341"/>
                  </a:lnTo>
                  <a:lnTo>
                    <a:pt x="1275" y="8341"/>
                  </a:lnTo>
                  <a:lnTo>
                    <a:pt x="1622" y="8303"/>
                  </a:lnTo>
                  <a:lnTo>
                    <a:pt x="1931" y="8187"/>
                  </a:lnTo>
                  <a:lnTo>
                    <a:pt x="2549" y="7994"/>
                  </a:lnTo>
                  <a:lnTo>
                    <a:pt x="3553" y="7530"/>
                  </a:lnTo>
                  <a:lnTo>
                    <a:pt x="4519" y="6990"/>
                  </a:lnTo>
                  <a:lnTo>
                    <a:pt x="5445" y="6372"/>
                  </a:lnTo>
                  <a:lnTo>
                    <a:pt x="5909" y="6063"/>
                  </a:lnTo>
                  <a:lnTo>
                    <a:pt x="6333" y="5715"/>
                  </a:lnTo>
                  <a:lnTo>
                    <a:pt x="6527" y="6102"/>
                  </a:lnTo>
                  <a:lnTo>
                    <a:pt x="6642" y="6295"/>
                  </a:lnTo>
                  <a:lnTo>
                    <a:pt x="6758" y="6449"/>
                  </a:lnTo>
                  <a:lnTo>
                    <a:pt x="7029" y="6372"/>
                  </a:lnTo>
                  <a:lnTo>
                    <a:pt x="7029" y="6333"/>
                  </a:lnTo>
                  <a:lnTo>
                    <a:pt x="6835" y="5986"/>
                  </a:lnTo>
                  <a:lnTo>
                    <a:pt x="6758" y="5831"/>
                  </a:lnTo>
                  <a:lnTo>
                    <a:pt x="6720" y="5638"/>
                  </a:lnTo>
                  <a:lnTo>
                    <a:pt x="6720" y="5561"/>
                  </a:lnTo>
                  <a:lnTo>
                    <a:pt x="7569" y="5831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7"/>
                  </a:lnTo>
                  <a:lnTo>
                    <a:pt x="11006" y="6217"/>
                  </a:lnTo>
                  <a:lnTo>
                    <a:pt x="11469" y="6179"/>
                  </a:lnTo>
                  <a:lnTo>
                    <a:pt x="11933" y="6140"/>
                  </a:lnTo>
                  <a:lnTo>
                    <a:pt x="12357" y="5986"/>
                  </a:lnTo>
                  <a:lnTo>
                    <a:pt x="12512" y="5909"/>
                  </a:lnTo>
                  <a:lnTo>
                    <a:pt x="12666" y="5793"/>
                  </a:lnTo>
                  <a:lnTo>
                    <a:pt x="12821" y="5677"/>
                  </a:lnTo>
                  <a:lnTo>
                    <a:pt x="12898" y="5522"/>
                  </a:lnTo>
                  <a:lnTo>
                    <a:pt x="12975" y="5368"/>
                  </a:lnTo>
                  <a:lnTo>
                    <a:pt x="12975" y="5175"/>
                  </a:lnTo>
                  <a:lnTo>
                    <a:pt x="12975" y="4982"/>
                  </a:lnTo>
                  <a:lnTo>
                    <a:pt x="12898" y="4827"/>
                  </a:lnTo>
                  <a:lnTo>
                    <a:pt x="12821" y="4711"/>
                  </a:lnTo>
                  <a:lnTo>
                    <a:pt x="12744" y="4634"/>
                  </a:lnTo>
                  <a:lnTo>
                    <a:pt x="12628" y="4518"/>
                  </a:lnTo>
                  <a:lnTo>
                    <a:pt x="12473" y="4480"/>
                  </a:lnTo>
                  <a:lnTo>
                    <a:pt x="12164" y="4364"/>
                  </a:lnTo>
                  <a:lnTo>
                    <a:pt x="11817" y="4325"/>
                  </a:lnTo>
                  <a:lnTo>
                    <a:pt x="11469" y="4325"/>
                  </a:lnTo>
                  <a:lnTo>
                    <a:pt x="10890" y="4364"/>
                  </a:lnTo>
                  <a:lnTo>
                    <a:pt x="9847" y="4403"/>
                  </a:lnTo>
                  <a:lnTo>
                    <a:pt x="8843" y="4480"/>
                  </a:lnTo>
                  <a:lnTo>
                    <a:pt x="7839" y="4634"/>
                  </a:lnTo>
                  <a:lnTo>
                    <a:pt x="6835" y="4827"/>
                  </a:lnTo>
                  <a:lnTo>
                    <a:pt x="7376" y="3476"/>
                  </a:lnTo>
                  <a:lnTo>
                    <a:pt x="7646" y="2742"/>
                  </a:lnTo>
                  <a:lnTo>
                    <a:pt x="7839" y="2047"/>
                  </a:lnTo>
                  <a:lnTo>
                    <a:pt x="7917" y="1815"/>
                  </a:lnTo>
                  <a:lnTo>
                    <a:pt x="7917" y="1545"/>
                  </a:lnTo>
                  <a:lnTo>
                    <a:pt x="7917" y="1313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8"/>
                  </a:lnTo>
                  <a:lnTo>
                    <a:pt x="7531" y="425"/>
                  </a:lnTo>
                  <a:lnTo>
                    <a:pt x="7337" y="271"/>
                  </a:lnTo>
                  <a:lnTo>
                    <a:pt x="7260" y="155"/>
                  </a:lnTo>
                  <a:lnTo>
                    <a:pt x="7144" y="78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13"/>
            <p:cNvSpPr/>
            <p:nvPr/>
          </p:nvSpPr>
          <p:spPr>
            <a:xfrm>
              <a:off x="5978200" y="1074925"/>
              <a:ext cx="144850" cy="162200"/>
            </a:xfrm>
            <a:custGeom>
              <a:avLst/>
              <a:gdLst/>
              <a:ahLst/>
              <a:cxnLst/>
              <a:rect l="l" t="t" r="r" b="b"/>
              <a:pathLst>
                <a:path w="5794" h="6488" extrusionOk="0">
                  <a:moveTo>
                    <a:pt x="2241" y="425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7" y="734"/>
                  </a:lnTo>
                  <a:lnTo>
                    <a:pt x="4171" y="1004"/>
                  </a:lnTo>
                  <a:lnTo>
                    <a:pt x="4558" y="1313"/>
                  </a:lnTo>
                  <a:lnTo>
                    <a:pt x="4751" y="1506"/>
                  </a:lnTo>
                  <a:lnTo>
                    <a:pt x="4905" y="1738"/>
                  </a:lnTo>
                  <a:lnTo>
                    <a:pt x="5021" y="1931"/>
                  </a:lnTo>
                  <a:lnTo>
                    <a:pt x="5137" y="2163"/>
                  </a:lnTo>
                  <a:lnTo>
                    <a:pt x="5214" y="2433"/>
                  </a:lnTo>
                  <a:lnTo>
                    <a:pt x="5291" y="2703"/>
                  </a:lnTo>
                  <a:lnTo>
                    <a:pt x="5330" y="3167"/>
                  </a:lnTo>
                  <a:lnTo>
                    <a:pt x="5330" y="3630"/>
                  </a:lnTo>
                  <a:lnTo>
                    <a:pt x="5214" y="4132"/>
                  </a:lnTo>
                  <a:lnTo>
                    <a:pt x="5021" y="4557"/>
                  </a:lnTo>
                  <a:lnTo>
                    <a:pt x="4789" y="4982"/>
                  </a:lnTo>
                  <a:lnTo>
                    <a:pt x="4480" y="5329"/>
                  </a:lnTo>
                  <a:lnTo>
                    <a:pt x="4287" y="5484"/>
                  </a:lnTo>
                  <a:lnTo>
                    <a:pt x="4094" y="5638"/>
                  </a:lnTo>
                  <a:lnTo>
                    <a:pt x="3901" y="5754"/>
                  </a:lnTo>
                  <a:lnTo>
                    <a:pt x="3669" y="5831"/>
                  </a:lnTo>
                  <a:lnTo>
                    <a:pt x="3360" y="5947"/>
                  </a:lnTo>
                  <a:lnTo>
                    <a:pt x="3090" y="5986"/>
                  </a:lnTo>
                  <a:lnTo>
                    <a:pt x="2820" y="6024"/>
                  </a:lnTo>
                  <a:lnTo>
                    <a:pt x="2550" y="5986"/>
                  </a:lnTo>
                  <a:lnTo>
                    <a:pt x="2279" y="5947"/>
                  </a:lnTo>
                  <a:lnTo>
                    <a:pt x="2048" y="5870"/>
                  </a:lnTo>
                  <a:lnTo>
                    <a:pt x="1855" y="5754"/>
                  </a:lnTo>
                  <a:lnTo>
                    <a:pt x="1623" y="5638"/>
                  </a:lnTo>
                  <a:lnTo>
                    <a:pt x="1430" y="5484"/>
                  </a:lnTo>
                  <a:lnTo>
                    <a:pt x="1275" y="5291"/>
                  </a:lnTo>
                  <a:lnTo>
                    <a:pt x="1082" y="5097"/>
                  </a:lnTo>
                  <a:lnTo>
                    <a:pt x="966" y="4904"/>
                  </a:lnTo>
                  <a:lnTo>
                    <a:pt x="696" y="4441"/>
                  </a:lnTo>
                  <a:lnTo>
                    <a:pt x="542" y="3900"/>
                  </a:lnTo>
                  <a:lnTo>
                    <a:pt x="426" y="3398"/>
                  </a:lnTo>
                  <a:lnTo>
                    <a:pt x="426" y="2858"/>
                  </a:lnTo>
                  <a:lnTo>
                    <a:pt x="503" y="2317"/>
                  </a:lnTo>
                  <a:lnTo>
                    <a:pt x="542" y="2047"/>
                  </a:lnTo>
                  <a:lnTo>
                    <a:pt x="657" y="1815"/>
                  </a:lnTo>
                  <a:lnTo>
                    <a:pt x="735" y="1584"/>
                  </a:lnTo>
                  <a:lnTo>
                    <a:pt x="889" y="1352"/>
                  </a:lnTo>
                  <a:lnTo>
                    <a:pt x="1044" y="1159"/>
                  </a:lnTo>
                  <a:lnTo>
                    <a:pt x="1237" y="1004"/>
                  </a:lnTo>
                  <a:lnTo>
                    <a:pt x="1430" y="811"/>
                  </a:lnTo>
                  <a:lnTo>
                    <a:pt x="1661" y="695"/>
                  </a:lnTo>
                  <a:lnTo>
                    <a:pt x="1893" y="580"/>
                  </a:lnTo>
                  <a:lnTo>
                    <a:pt x="2202" y="502"/>
                  </a:lnTo>
                  <a:lnTo>
                    <a:pt x="2241" y="464"/>
                  </a:lnTo>
                  <a:lnTo>
                    <a:pt x="2241" y="425"/>
                  </a:lnTo>
                  <a:close/>
                  <a:moveTo>
                    <a:pt x="2279" y="0"/>
                  </a:moveTo>
                  <a:lnTo>
                    <a:pt x="1970" y="39"/>
                  </a:lnTo>
                  <a:lnTo>
                    <a:pt x="1893" y="78"/>
                  </a:lnTo>
                  <a:lnTo>
                    <a:pt x="1816" y="116"/>
                  </a:lnTo>
                  <a:lnTo>
                    <a:pt x="1816" y="193"/>
                  </a:lnTo>
                  <a:lnTo>
                    <a:pt x="1816" y="271"/>
                  </a:lnTo>
                  <a:lnTo>
                    <a:pt x="1507" y="348"/>
                  </a:lnTo>
                  <a:lnTo>
                    <a:pt x="1275" y="464"/>
                  </a:lnTo>
                  <a:lnTo>
                    <a:pt x="1044" y="618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7"/>
                  </a:lnTo>
                  <a:lnTo>
                    <a:pt x="349" y="1429"/>
                  </a:lnTo>
                  <a:lnTo>
                    <a:pt x="233" y="1661"/>
                  </a:lnTo>
                  <a:lnTo>
                    <a:pt x="117" y="1931"/>
                  </a:lnTo>
                  <a:lnTo>
                    <a:pt x="78" y="2201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0"/>
                  </a:lnTo>
                  <a:lnTo>
                    <a:pt x="271" y="4518"/>
                  </a:lnTo>
                  <a:lnTo>
                    <a:pt x="387" y="4827"/>
                  </a:lnTo>
                  <a:lnTo>
                    <a:pt x="542" y="5097"/>
                  </a:lnTo>
                  <a:lnTo>
                    <a:pt x="696" y="5329"/>
                  </a:lnTo>
                  <a:lnTo>
                    <a:pt x="851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0"/>
                  </a:lnTo>
                  <a:lnTo>
                    <a:pt x="1739" y="6256"/>
                  </a:lnTo>
                  <a:lnTo>
                    <a:pt x="2009" y="6372"/>
                  </a:lnTo>
                  <a:lnTo>
                    <a:pt x="2279" y="6449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49"/>
                  </a:lnTo>
                  <a:lnTo>
                    <a:pt x="3554" y="6372"/>
                  </a:lnTo>
                  <a:lnTo>
                    <a:pt x="3862" y="6256"/>
                  </a:lnTo>
                  <a:lnTo>
                    <a:pt x="4133" y="6140"/>
                  </a:lnTo>
                  <a:lnTo>
                    <a:pt x="4403" y="5986"/>
                  </a:lnTo>
                  <a:lnTo>
                    <a:pt x="4635" y="5793"/>
                  </a:lnTo>
                  <a:lnTo>
                    <a:pt x="4866" y="5599"/>
                  </a:lnTo>
                  <a:lnTo>
                    <a:pt x="5060" y="5368"/>
                  </a:lnTo>
                  <a:lnTo>
                    <a:pt x="5214" y="5136"/>
                  </a:lnTo>
                  <a:lnTo>
                    <a:pt x="5368" y="4866"/>
                  </a:lnTo>
                  <a:lnTo>
                    <a:pt x="5523" y="4634"/>
                  </a:lnTo>
                  <a:lnTo>
                    <a:pt x="5639" y="4325"/>
                  </a:lnTo>
                  <a:lnTo>
                    <a:pt x="5716" y="4055"/>
                  </a:lnTo>
                  <a:lnTo>
                    <a:pt x="5755" y="3746"/>
                  </a:lnTo>
                  <a:lnTo>
                    <a:pt x="5793" y="3437"/>
                  </a:lnTo>
                  <a:lnTo>
                    <a:pt x="5793" y="3128"/>
                  </a:lnTo>
                  <a:lnTo>
                    <a:pt x="5793" y="2858"/>
                  </a:lnTo>
                  <a:lnTo>
                    <a:pt x="5716" y="2549"/>
                  </a:lnTo>
                  <a:lnTo>
                    <a:pt x="5639" y="2240"/>
                  </a:lnTo>
                  <a:lnTo>
                    <a:pt x="5523" y="1931"/>
                  </a:lnTo>
                  <a:lnTo>
                    <a:pt x="5368" y="1661"/>
                  </a:lnTo>
                  <a:lnTo>
                    <a:pt x="5214" y="1390"/>
                  </a:lnTo>
                  <a:lnTo>
                    <a:pt x="5021" y="1159"/>
                  </a:lnTo>
                  <a:lnTo>
                    <a:pt x="4828" y="927"/>
                  </a:lnTo>
                  <a:lnTo>
                    <a:pt x="4596" y="734"/>
                  </a:lnTo>
                  <a:lnTo>
                    <a:pt x="4326" y="541"/>
                  </a:lnTo>
                  <a:lnTo>
                    <a:pt x="4094" y="386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13"/>
            <p:cNvSpPr/>
            <p:nvPr/>
          </p:nvSpPr>
          <p:spPr>
            <a:xfrm>
              <a:off x="6055450" y="1230350"/>
              <a:ext cx="302175" cy="155450"/>
            </a:xfrm>
            <a:custGeom>
              <a:avLst/>
              <a:gdLst/>
              <a:ahLst/>
              <a:cxnLst/>
              <a:rect l="l" t="t" r="r" b="b"/>
              <a:pathLst>
                <a:path w="12087" h="6218" extrusionOk="0">
                  <a:moveTo>
                    <a:pt x="11739" y="0"/>
                  </a:moveTo>
                  <a:lnTo>
                    <a:pt x="11662" y="39"/>
                  </a:lnTo>
                  <a:lnTo>
                    <a:pt x="11585" y="78"/>
                  </a:lnTo>
                  <a:lnTo>
                    <a:pt x="11507" y="116"/>
                  </a:lnTo>
                  <a:lnTo>
                    <a:pt x="11469" y="232"/>
                  </a:lnTo>
                  <a:lnTo>
                    <a:pt x="11469" y="309"/>
                  </a:lnTo>
                  <a:lnTo>
                    <a:pt x="11507" y="425"/>
                  </a:lnTo>
                  <a:lnTo>
                    <a:pt x="11585" y="580"/>
                  </a:lnTo>
                  <a:lnTo>
                    <a:pt x="11623" y="773"/>
                  </a:lnTo>
                  <a:lnTo>
                    <a:pt x="11585" y="966"/>
                  </a:lnTo>
                  <a:lnTo>
                    <a:pt x="11507" y="1120"/>
                  </a:lnTo>
                  <a:lnTo>
                    <a:pt x="11392" y="1275"/>
                  </a:lnTo>
                  <a:lnTo>
                    <a:pt x="11276" y="1429"/>
                  </a:lnTo>
                  <a:lnTo>
                    <a:pt x="10928" y="1738"/>
                  </a:lnTo>
                  <a:lnTo>
                    <a:pt x="10503" y="2008"/>
                  </a:lnTo>
                  <a:lnTo>
                    <a:pt x="10079" y="2240"/>
                  </a:lnTo>
                  <a:lnTo>
                    <a:pt x="9422" y="2587"/>
                  </a:lnTo>
                  <a:lnTo>
                    <a:pt x="9036" y="2781"/>
                  </a:lnTo>
                  <a:lnTo>
                    <a:pt x="9036" y="2703"/>
                  </a:lnTo>
                  <a:lnTo>
                    <a:pt x="8959" y="2626"/>
                  </a:lnTo>
                  <a:lnTo>
                    <a:pt x="8495" y="2201"/>
                  </a:lnTo>
                  <a:lnTo>
                    <a:pt x="8109" y="1699"/>
                  </a:lnTo>
                  <a:lnTo>
                    <a:pt x="7839" y="1892"/>
                  </a:lnTo>
                  <a:lnTo>
                    <a:pt x="7993" y="2201"/>
                  </a:lnTo>
                  <a:lnTo>
                    <a:pt x="8187" y="2510"/>
                  </a:lnTo>
                  <a:lnTo>
                    <a:pt x="8418" y="2781"/>
                  </a:lnTo>
                  <a:lnTo>
                    <a:pt x="8650" y="2974"/>
                  </a:lnTo>
                  <a:lnTo>
                    <a:pt x="7607" y="3514"/>
                  </a:lnTo>
                  <a:lnTo>
                    <a:pt x="6565" y="3978"/>
                  </a:lnTo>
                  <a:lnTo>
                    <a:pt x="5252" y="4518"/>
                  </a:lnTo>
                  <a:lnTo>
                    <a:pt x="3939" y="4982"/>
                  </a:lnTo>
                  <a:lnTo>
                    <a:pt x="3669" y="5059"/>
                  </a:lnTo>
                  <a:lnTo>
                    <a:pt x="3707" y="4711"/>
                  </a:lnTo>
                  <a:lnTo>
                    <a:pt x="3630" y="4364"/>
                  </a:lnTo>
                  <a:lnTo>
                    <a:pt x="3514" y="4055"/>
                  </a:lnTo>
                  <a:lnTo>
                    <a:pt x="3321" y="3707"/>
                  </a:lnTo>
                  <a:lnTo>
                    <a:pt x="3012" y="3900"/>
                  </a:lnTo>
                  <a:lnTo>
                    <a:pt x="3128" y="4171"/>
                  </a:lnTo>
                  <a:lnTo>
                    <a:pt x="3205" y="4441"/>
                  </a:lnTo>
                  <a:lnTo>
                    <a:pt x="3244" y="4866"/>
                  </a:lnTo>
                  <a:lnTo>
                    <a:pt x="3244" y="5252"/>
                  </a:lnTo>
                  <a:lnTo>
                    <a:pt x="2356" y="5522"/>
                  </a:lnTo>
                  <a:lnTo>
                    <a:pt x="1892" y="5638"/>
                  </a:lnTo>
                  <a:lnTo>
                    <a:pt x="1429" y="5677"/>
                  </a:lnTo>
                  <a:lnTo>
                    <a:pt x="1043" y="5715"/>
                  </a:lnTo>
                  <a:lnTo>
                    <a:pt x="850" y="5715"/>
                  </a:lnTo>
                  <a:lnTo>
                    <a:pt x="695" y="5677"/>
                  </a:lnTo>
                  <a:lnTo>
                    <a:pt x="579" y="5599"/>
                  </a:lnTo>
                  <a:lnTo>
                    <a:pt x="464" y="5522"/>
                  </a:lnTo>
                  <a:lnTo>
                    <a:pt x="386" y="5406"/>
                  </a:lnTo>
                  <a:lnTo>
                    <a:pt x="348" y="5291"/>
                  </a:lnTo>
                  <a:lnTo>
                    <a:pt x="309" y="5213"/>
                  </a:lnTo>
                  <a:lnTo>
                    <a:pt x="270" y="5175"/>
                  </a:lnTo>
                  <a:lnTo>
                    <a:pt x="155" y="5136"/>
                  </a:lnTo>
                  <a:lnTo>
                    <a:pt x="77" y="5175"/>
                  </a:lnTo>
                  <a:lnTo>
                    <a:pt x="39" y="5213"/>
                  </a:lnTo>
                  <a:lnTo>
                    <a:pt x="0" y="5291"/>
                  </a:lnTo>
                  <a:lnTo>
                    <a:pt x="0" y="5445"/>
                  </a:lnTo>
                  <a:lnTo>
                    <a:pt x="39" y="5599"/>
                  </a:lnTo>
                  <a:lnTo>
                    <a:pt x="77" y="5754"/>
                  </a:lnTo>
                  <a:lnTo>
                    <a:pt x="155" y="5870"/>
                  </a:lnTo>
                  <a:lnTo>
                    <a:pt x="232" y="5947"/>
                  </a:lnTo>
                  <a:lnTo>
                    <a:pt x="309" y="6024"/>
                  </a:lnTo>
                  <a:lnTo>
                    <a:pt x="541" y="6140"/>
                  </a:lnTo>
                  <a:lnTo>
                    <a:pt x="811" y="6179"/>
                  </a:lnTo>
                  <a:lnTo>
                    <a:pt x="1120" y="6217"/>
                  </a:lnTo>
                  <a:lnTo>
                    <a:pt x="1429" y="6179"/>
                  </a:lnTo>
                  <a:lnTo>
                    <a:pt x="1699" y="6140"/>
                  </a:lnTo>
                  <a:lnTo>
                    <a:pt x="2896" y="5831"/>
                  </a:lnTo>
                  <a:lnTo>
                    <a:pt x="4093" y="5445"/>
                  </a:lnTo>
                  <a:lnTo>
                    <a:pt x="5290" y="5020"/>
                  </a:lnTo>
                  <a:lnTo>
                    <a:pt x="6449" y="4557"/>
                  </a:lnTo>
                  <a:lnTo>
                    <a:pt x="7530" y="4093"/>
                  </a:lnTo>
                  <a:lnTo>
                    <a:pt x="8573" y="3591"/>
                  </a:lnTo>
                  <a:lnTo>
                    <a:pt x="9615" y="3051"/>
                  </a:lnTo>
                  <a:lnTo>
                    <a:pt x="10619" y="2472"/>
                  </a:lnTo>
                  <a:lnTo>
                    <a:pt x="10928" y="2279"/>
                  </a:lnTo>
                  <a:lnTo>
                    <a:pt x="11276" y="2047"/>
                  </a:lnTo>
                  <a:lnTo>
                    <a:pt x="11546" y="1777"/>
                  </a:lnTo>
                  <a:lnTo>
                    <a:pt x="11816" y="1506"/>
                  </a:lnTo>
                  <a:lnTo>
                    <a:pt x="12009" y="1197"/>
                  </a:lnTo>
                  <a:lnTo>
                    <a:pt x="12048" y="1043"/>
                  </a:lnTo>
                  <a:lnTo>
                    <a:pt x="12087" y="888"/>
                  </a:lnTo>
                  <a:lnTo>
                    <a:pt x="12087" y="695"/>
                  </a:lnTo>
                  <a:lnTo>
                    <a:pt x="12048" y="502"/>
                  </a:lnTo>
                  <a:lnTo>
                    <a:pt x="12009" y="309"/>
                  </a:lnTo>
                  <a:lnTo>
                    <a:pt x="11894" y="116"/>
                  </a:lnTo>
                  <a:lnTo>
                    <a:pt x="11816" y="39"/>
                  </a:lnTo>
                  <a:lnTo>
                    <a:pt x="1173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13"/>
            <p:cNvSpPr/>
            <p:nvPr/>
          </p:nvSpPr>
          <p:spPr>
            <a:xfrm>
              <a:off x="5947325" y="1038225"/>
              <a:ext cx="458575" cy="289650"/>
            </a:xfrm>
            <a:custGeom>
              <a:avLst/>
              <a:gdLst/>
              <a:ahLst/>
              <a:cxnLst/>
              <a:rect l="l" t="t" r="r" b="b"/>
              <a:pathLst>
                <a:path w="18343" h="11586" extrusionOk="0">
                  <a:moveTo>
                    <a:pt x="17068" y="387"/>
                  </a:moveTo>
                  <a:lnTo>
                    <a:pt x="17145" y="426"/>
                  </a:lnTo>
                  <a:lnTo>
                    <a:pt x="17223" y="503"/>
                  </a:lnTo>
                  <a:lnTo>
                    <a:pt x="17300" y="735"/>
                  </a:lnTo>
                  <a:lnTo>
                    <a:pt x="17377" y="928"/>
                  </a:lnTo>
                  <a:lnTo>
                    <a:pt x="17377" y="1121"/>
                  </a:lnTo>
                  <a:lnTo>
                    <a:pt x="17338" y="1314"/>
                  </a:lnTo>
                  <a:lnTo>
                    <a:pt x="17223" y="1546"/>
                  </a:lnTo>
                  <a:lnTo>
                    <a:pt x="16952" y="1893"/>
                  </a:lnTo>
                  <a:lnTo>
                    <a:pt x="16721" y="2125"/>
                  </a:lnTo>
                  <a:lnTo>
                    <a:pt x="16450" y="2356"/>
                  </a:lnTo>
                  <a:lnTo>
                    <a:pt x="16180" y="2550"/>
                  </a:lnTo>
                  <a:lnTo>
                    <a:pt x="15871" y="2665"/>
                  </a:lnTo>
                  <a:lnTo>
                    <a:pt x="15871" y="2086"/>
                  </a:lnTo>
                  <a:lnTo>
                    <a:pt x="15910" y="1777"/>
                  </a:lnTo>
                  <a:lnTo>
                    <a:pt x="15948" y="1468"/>
                  </a:lnTo>
                  <a:lnTo>
                    <a:pt x="16025" y="1198"/>
                  </a:lnTo>
                  <a:lnTo>
                    <a:pt x="16180" y="928"/>
                  </a:lnTo>
                  <a:lnTo>
                    <a:pt x="16334" y="696"/>
                  </a:lnTo>
                  <a:lnTo>
                    <a:pt x="16605" y="503"/>
                  </a:lnTo>
                  <a:lnTo>
                    <a:pt x="16836" y="426"/>
                  </a:lnTo>
                  <a:lnTo>
                    <a:pt x="16991" y="387"/>
                  </a:lnTo>
                  <a:close/>
                  <a:moveTo>
                    <a:pt x="14597" y="2974"/>
                  </a:moveTo>
                  <a:lnTo>
                    <a:pt x="14867" y="3013"/>
                  </a:lnTo>
                  <a:lnTo>
                    <a:pt x="15137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7"/>
                  </a:lnTo>
                  <a:lnTo>
                    <a:pt x="14056" y="3862"/>
                  </a:lnTo>
                  <a:lnTo>
                    <a:pt x="13786" y="3940"/>
                  </a:lnTo>
                  <a:lnTo>
                    <a:pt x="13477" y="4017"/>
                  </a:lnTo>
                  <a:lnTo>
                    <a:pt x="13052" y="4017"/>
                  </a:lnTo>
                  <a:lnTo>
                    <a:pt x="12975" y="3940"/>
                  </a:lnTo>
                  <a:lnTo>
                    <a:pt x="12975" y="3862"/>
                  </a:lnTo>
                  <a:lnTo>
                    <a:pt x="12975" y="3708"/>
                  </a:lnTo>
                  <a:lnTo>
                    <a:pt x="13014" y="3476"/>
                  </a:lnTo>
                  <a:lnTo>
                    <a:pt x="13052" y="3360"/>
                  </a:lnTo>
                  <a:lnTo>
                    <a:pt x="13207" y="3245"/>
                  </a:lnTo>
                  <a:lnTo>
                    <a:pt x="13400" y="3167"/>
                  </a:lnTo>
                  <a:lnTo>
                    <a:pt x="13709" y="3052"/>
                  </a:lnTo>
                  <a:lnTo>
                    <a:pt x="14018" y="3013"/>
                  </a:lnTo>
                  <a:lnTo>
                    <a:pt x="14326" y="2974"/>
                  </a:lnTo>
                  <a:close/>
                  <a:moveTo>
                    <a:pt x="15678" y="3283"/>
                  </a:moveTo>
                  <a:lnTo>
                    <a:pt x="16334" y="3476"/>
                  </a:lnTo>
                  <a:lnTo>
                    <a:pt x="16643" y="3554"/>
                  </a:lnTo>
                  <a:lnTo>
                    <a:pt x="16991" y="3669"/>
                  </a:lnTo>
                  <a:lnTo>
                    <a:pt x="17261" y="3824"/>
                  </a:lnTo>
                  <a:lnTo>
                    <a:pt x="17531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79" y="4596"/>
                  </a:lnTo>
                  <a:lnTo>
                    <a:pt x="17918" y="4789"/>
                  </a:lnTo>
                  <a:lnTo>
                    <a:pt x="17879" y="4944"/>
                  </a:lnTo>
                  <a:lnTo>
                    <a:pt x="17802" y="5059"/>
                  </a:lnTo>
                  <a:lnTo>
                    <a:pt x="17647" y="5137"/>
                  </a:lnTo>
                  <a:lnTo>
                    <a:pt x="17493" y="5175"/>
                  </a:lnTo>
                  <a:lnTo>
                    <a:pt x="17338" y="5175"/>
                  </a:lnTo>
                  <a:lnTo>
                    <a:pt x="17145" y="5137"/>
                  </a:lnTo>
                  <a:lnTo>
                    <a:pt x="16991" y="5059"/>
                  </a:lnTo>
                  <a:lnTo>
                    <a:pt x="16643" y="4789"/>
                  </a:lnTo>
                  <a:lnTo>
                    <a:pt x="16373" y="4480"/>
                  </a:lnTo>
                  <a:lnTo>
                    <a:pt x="16180" y="4210"/>
                  </a:lnTo>
                  <a:lnTo>
                    <a:pt x="15987" y="3901"/>
                  </a:lnTo>
                  <a:lnTo>
                    <a:pt x="15832" y="3592"/>
                  </a:lnTo>
                  <a:lnTo>
                    <a:pt x="15678" y="3283"/>
                  </a:lnTo>
                  <a:close/>
                  <a:moveTo>
                    <a:pt x="4634" y="542"/>
                  </a:moveTo>
                  <a:lnTo>
                    <a:pt x="5252" y="580"/>
                  </a:lnTo>
                  <a:lnTo>
                    <a:pt x="5831" y="696"/>
                  </a:lnTo>
                  <a:lnTo>
                    <a:pt x="6410" y="850"/>
                  </a:lnTo>
                  <a:lnTo>
                    <a:pt x="6990" y="1121"/>
                  </a:lnTo>
                  <a:lnTo>
                    <a:pt x="7492" y="1430"/>
                  </a:lnTo>
                  <a:lnTo>
                    <a:pt x="7916" y="1739"/>
                  </a:lnTo>
                  <a:lnTo>
                    <a:pt x="8303" y="2086"/>
                  </a:lnTo>
                  <a:lnTo>
                    <a:pt x="8650" y="2472"/>
                  </a:lnTo>
                  <a:lnTo>
                    <a:pt x="8959" y="2858"/>
                  </a:lnTo>
                  <a:lnTo>
                    <a:pt x="9538" y="3669"/>
                  </a:lnTo>
                  <a:lnTo>
                    <a:pt x="10156" y="4480"/>
                  </a:lnTo>
                  <a:lnTo>
                    <a:pt x="10388" y="4828"/>
                  </a:lnTo>
                  <a:lnTo>
                    <a:pt x="10697" y="5137"/>
                  </a:lnTo>
                  <a:lnTo>
                    <a:pt x="11006" y="5446"/>
                  </a:lnTo>
                  <a:lnTo>
                    <a:pt x="11353" y="5677"/>
                  </a:lnTo>
                  <a:lnTo>
                    <a:pt x="11701" y="5870"/>
                  </a:lnTo>
                  <a:lnTo>
                    <a:pt x="12125" y="5986"/>
                  </a:lnTo>
                  <a:lnTo>
                    <a:pt x="12512" y="6025"/>
                  </a:lnTo>
                  <a:lnTo>
                    <a:pt x="12975" y="5986"/>
                  </a:lnTo>
                  <a:lnTo>
                    <a:pt x="13322" y="5870"/>
                  </a:lnTo>
                  <a:lnTo>
                    <a:pt x="13631" y="5755"/>
                  </a:lnTo>
                  <a:lnTo>
                    <a:pt x="13902" y="5600"/>
                  </a:lnTo>
                  <a:lnTo>
                    <a:pt x="14172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8" y="4712"/>
                  </a:lnTo>
                  <a:lnTo>
                    <a:pt x="14983" y="4442"/>
                  </a:lnTo>
                  <a:lnTo>
                    <a:pt x="14751" y="5253"/>
                  </a:lnTo>
                  <a:lnTo>
                    <a:pt x="14442" y="5986"/>
                  </a:lnTo>
                  <a:lnTo>
                    <a:pt x="14056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1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6" y="10272"/>
                  </a:lnTo>
                  <a:lnTo>
                    <a:pt x="9615" y="10466"/>
                  </a:lnTo>
                  <a:lnTo>
                    <a:pt x="9075" y="10659"/>
                  </a:lnTo>
                  <a:lnTo>
                    <a:pt x="8496" y="10774"/>
                  </a:lnTo>
                  <a:lnTo>
                    <a:pt x="7955" y="10890"/>
                  </a:lnTo>
                  <a:lnTo>
                    <a:pt x="7376" y="10929"/>
                  </a:lnTo>
                  <a:lnTo>
                    <a:pt x="6835" y="10929"/>
                  </a:lnTo>
                  <a:lnTo>
                    <a:pt x="6256" y="10890"/>
                  </a:lnTo>
                  <a:lnTo>
                    <a:pt x="5715" y="10774"/>
                  </a:lnTo>
                  <a:lnTo>
                    <a:pt x="5175" y="10620"/>
                  </a:lnTo>
                  <a:lnTo>
                    <a:pt x="4634" y="10466"/>
                  </a:lnTo>
                  <a:lnTo>
                    <a:pt x="4132" y="10195"/>
                  </a:lnTo>
                  <a:lnTo>
                    <a:pt x="3630" y="9925"/>
                  </a:lnTo>
                  <a:lnTo>
                    <a:pt x="3128" y="9577"/>
                  </a:lnTo>
                  <a:lnTo>
                    <a:pt x="2665" y="9191"/>
                  </a:lnTo>
                  <a:lnTo>
                    <a:pt x="2201" y="8767"/>
                  </a:lnTo>
                  <a:lnTo>
                    <a:pt x="1777" y="8303"/>
                  </a:lnTo>
                  <a:lnTo>
                    <a:pt x="1429" y="7801"/>
                  </a:lnTo>
                  <a:lnTo>
                    <a:pt x="1082" y="7261"/>
                  </a:lnTo>
                  <a:lnTo>
                    <a:pt x="811" y="6720"/>
                  </a:lnTo>
                  <a:lnTo>
                    <a:pt x="618" y="6141"/>
                  </a:lnTo>
                  <a:lnTo>
                    <a:pt x="464" y="5523"/>
                  </a:lnTo>
                  <a:lnTo>
                    <a:pt x="425" y="4905"/>
                  </a:lnTo>
                  <a:lnTo>
                    <a:pt x="464" y="4287"/>
                  </a:lnTo>
                  <a:lnTo>
                    <a:pt x="618" y="3708"/>
                  </a:lnTo>
                  <a:lnTo>
                    <a:pt x="811" y="3129"/>
                  </a:lnTo>
                  <a:lnTo>
                    <a:pt x="1120" y="2588"/>
                  </a:lnTo>
                  <a:lnTo>
                    <a:pt x="1468" y="2086"/>
                  </a:lnTo>
                  <a:lnTo>
                    <a:pt x="1892" y="1661"/>
                  </a:lnTo>
                  <a:lnTo>
                    <a:pt x="2356" y="1275"/>
                  </a:lnTo>
                  <a:lnTo>
                    <a:pt x="2896" y="1005"/>
                  </a:lnTo>
                  <a:lnTo>
                    <a:pt x="3476" y="773"/>
                  </a:lnTo>
                  <a:lnTo>
                    <a:pt x="4055" y="619"/>
                  </a:lnTo>
                  <a:lnTo>
                    <a:pt x="4634" y="542"/>
                  </a:lnTo>
                  <a:close/>
                  <a:moveTo>
                    <a:pt x="16875" y="1"/>
                  </a:moveTo>
                  <a:lnTo>
                    <a:pt x="16682" y="40"/>
                  </a:lnTo>
                  <a:lnTo>
                    <a:pt x="16450" y="155"/>
                  </a:lnTo>
                  <a:lnTo>
                    <a:pt x="16257" y="271"/>
                  </a:lnTo>
                  <a:lnTo>
                    <a:pt x="16103" y="426"/>
                  </a:lnTo>
                  <a:lnTo>
                    <a:pt x="15948" y="580"/>
                  </a:lnTo>
                  <a:lnTo>
                    <a:pt x="15832" y="773"/>
                  </a:lnTo>
                  <a:lnTo>
                    <a:pt x="15717" y="1005"/>
                  </a:lnTo>
                  <a:lnTo>
                    <a:pt x="15601" y="1237"/>
                  </a:lnTo>
                  <a:lnTo>
                    <a:pt x="15485" y="1739"/>
                  </a:lnTo>
                  <a:lnTo>
                    <a:pt x="15446" y="2279"/>
                  </a:lnTo>
                  <a:lnTo>
                    <a:pt x="15485" y="2820"/>
                  </a:lnTo>
                  <a:lnTo>
                    <a:pt x="15369" y="2820"/>
                  </a:lnTo>
                  <a:lnTo>
                    <a:pt x="15330" y="2858"/>
                  </a:lnTo>
                  <a:lnTo>
                    <a:pt x="14906" y="2743"/>
                  </a:lnTo>
                  <a:lnTo>
                    <a:pt x="14442" y="2665"/>
                  </a:lnTo>
                  <a:lnTo>
                    <a:pt x="13979" y="2665"/>
                  </a:lnTo>
                  <a:lnTo>
                    <a:pt x="13516" y="2743"/>
                  </a:lnTo>
                  <a:lnTo>
                    <a:pt x="13168" y="2858"/>
                  </a:lnTo>
                  <a:lnTo>
                    <a:pt x="12975" y="2974"/>
                  </a:lnTo>
                  <a:lnTo>
                    <a:pt x="12782" y="3090"/>
                  </a:lnTo>
                  <a:lnTo>
                    <a:pt x="12627" y="3206"/>
                  </a:lnTo>
                  <a:lnTo>
                    <a:pt x="12512" y="3360"/>
                  </a:lnTo>
                  <a:lnTo>
                    <a:pt x="12396" y="3554"/>
                  </a:lnTo>
                  <a:lnTo>
                    <a:pt x="12396" y="3747"/>
                  </a:lnTo>
                  <a:lnTo>
                    <a:pt x="12396" y="3940"/>
                  </a:lnTo>
                  <a:lnTo>
                    <a:pt x="12473" y="4094"/>
                  </a:lnTo>
                  <a:lnTo>
                    <a:pt x="12627" y="4210"/>
                  </a:lnTo>
                  <a:lnTo>
                    <a:pt x="12782" y="4287"/>
                  </a:lnTo>
                  <a:lnTo>
                    <a:pt x="12975" y="4364"/>
                  </a:lnTo>
                  <a:lnTo>
                    <a:pt x="13168" y="4403"/>
                  </a:lnTo>
                  <a:lnTo>
                    <a:pt x="13516" y="4364"/>
                  </a:lnTo>
                  <a:lnTo>
                    <a:pt x="13863" y="4326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8" y="3824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3" y="4866"/>
                  </a:lnTo>
                  <a:lnTo>
                    <a:pt x="13940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29" y="5446"/>
                  </a:lnTo>
                  <a:lnTo>
                    <a:pt x="12743" y="5523"/>
                  </a:lnTo>
                  <a:lnTo>
                    <a:pt x="12396" y="5523"/>
                  </a:lnTo>
                  <a:lnTo>
                    <a:pt x="12048" y="5446"/>
                  </a:lnTo>
                  <a:lnTo>
                    <a:pt x="11739" y="5330"/>
                  </a:lnTo>
                  <a:lnTo>
                    <a:pt x="11430" y="5137"/>
                  </a:lnTo>
                  <a:lnTo>
                    <a:pt x="11121" y="4905"/>
                  </a:lnTo>
                  <a:lnTo>
                    <a:pt x="10851" y="4635"/>
                  </a:lnTo>
                  <a:lnTo>
                    <a:pt x="10542" y="4210"/>
                  </a:lnTo>
                  <a:lnTo>
                    <a:pt x="10195" y="3785"/>
                  </a:lnTo>
                  <a:lnTo>
                    <a:pt x="9615" y="2936"/>
                  </a:lnTo>
                  <a:lnTo>
                    <a:pt x="9307" y="2511"/>
                  </a:lnTo>
                  <a:lnTo>
                    <a:pt x="8959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6" y="966"/>
                  </a:lnTo>
                  <a:lnTo>
                    <a:pt x="7105" y="657"/>
                  </a:lnTo>
                  <a:lnTo>
                    <a:pt x="6526" y="426"/>
                  </a:lnTo>
                  <a:lnTo>
                    <a:pt x="5947" y="271"/>
                  </a:lnTo>
                  <a:lnTo>
                    <a:pt x="5329" y="155"/>
                  </a:lnTo>
                  <a:lnTo>
                    <a:pt x="4750" y="117"/>
                  </a:lnTo>
                  <a:lnTo>
                    <a:pt x="4132" y="155"/>
                  </a:lnTo>
                  <a:lnTo>
                    <a:pt x="3553" y="271"/>
                  </a:lnTo>
                  <a:lnTo>
                    <a:pt x="3283" y="348"/>
                  </a:lnTo>
                  <a:lnTo>
                    <a:pt x="2935" y="464"/>
                  </a:lnTo>
                  <a:lnTo>
                    <a:pt x="2588" y="619"/>
                  </a:lnTo>
                  <a:lnTo>
                    <a:pt x="2279" y="812"/>
                  </a:lnTo>
                  <a:lnTo>
                    <a:pt x="1931" y="1005"/>
                  </a:lnTo>
                  <a:lnTo>
                    <a:pt x="1661" y="1275"/>
                  </a:lnTo>
                  <a:lnTo>
                    <a:pt x="1352" y="1546"/>
                  </a:lnTo>
                  <a:lnTo>
                    <a:pt x="1082" y="1854"/>
                  </a:lnTo>
                  <a:lnTo>
                    <a:pt x="850" y="2163"/>
                  </a:lnTo>
                  <a:lnTo>
                    <a:pt x="541" y="2665"/>
                  </a:lnTo>
                  <a:lnTo>
                    <a:pt x="309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0" y="4712"/>
                  </a:lnTo>
                  <a:lnTo>
                    <a:pt x="39" y="5214"/>
                  </a:lnTo>
                  <a:lnTo>
                    <a:pt x="78" y="5716"/>
                  </a:lnTo>
                  <a:lnTo>
                    <a:pt x="193" y="6218"/>
                  </a:lnTo>
                  <a:lnTo>
                    <a:pt x="386" y="6720"/>
                  </a:lnTo>
                  <a:lnTo>
                    <a:pt x="580" y="7222"/>
                  </a:lnTo>
                  <a:lnTo>
                    <a:pt x="811" y="7685"/>
                  </a:lnTo>
                  <a:lnTo>
                    <a:pt x="1082" y="8110"/>
                  </a:lnTo>
                  <a:lnTo>
                    <a:pt x="1429" y="8573"/>
                  </a:lnTo>
                  <a:lnTo>
                    <a:pt x="1777" y="8960"/>
                  </a:lnTo>
                  <a:lnTo>
                    <a:pt x="2124" y="9384"/>
                  </a:lnTo>
                  <a:lnTo>
                    <a:pt x="2549" y="9732"/>
                  </a:lnTo>
                  <a:lnTo>
                    <a:pt x="3090" y="10157"/>
                  </a:lnTo>
                  <a:lnTo>
                    <a:pt x="3630" y="10504"/>
                  </a:lnTo>
                  <a:lnTo>
                    <a:pt x="4209" y="10774"/>
                  </a:lnTo>
                  <a:lnTo>
                    <a:pt x="4789" y="11045"/>
                  </a:lnTo>
                  <a:lnTo>
                    <a:pt x="5406" y="11199"/>
                  </a:lnTo>
                  <a:lnTo>
                    <a:pt x="6024" y="11354"/>
                  </a:lnTo>
                  <a:lnTo>
                    <a:pt x="6642" y="11392"/>
                  </a:lnTo>
                  <a:lnTo>
                    <a:pt x="7260" y="11431"/>
                  </a:lnTo>
                  <a:lnTo>
                    <a:pt x="7337" y="11585"/>
                  </a:lnTo>
                  <a:lnTo>
                    <a:pt x="7646" y="11392"/>
                  </a:lnTo>
                  <a:lnTo>
                    <a:pt x="8457" y="11315"/>
                  </a:lnTo>
                  <a:lnTo>
                    <a:pt x="9268" y="11122"/>
                  </a:lnTo>
                  <a:lnTo>
                    <a:pt x="10079" y="10813"/>
                  </a:lnTo>
                  <a:lnTo>
                    <a:pt x="10851" y="10466"/>
                  </a:lnTo>
                  <a:lnTo>
                    <a:pt x="11546" y="10041"/>
                  </a:lnTo>
                  <a:lnTo>
                    <a:pt x="12164" y="9577"/>
                  </a:lnTo>
                  <a:lnTo>
                    <a:pt x="12434" y="9384"/>
                  </a:lnTo>
                  <a:lnTo>
                    <a:pt x="13052" y="8805"/>
                  </a:lnTo>
                  <a:lnTo>
                    <a:pt x="13631" y="8187"/>
                  </a:lnTo>
                  <a:lnTo>
                    <a:pt x="14133" y="7492"/>
                  </a:lnTo>
                  <a:lnTo>
                    <a:pt x="14597" y="6797"/>
                  </a:lnTo>
                  <a:lnTo>
                    <a:pt x="14944" y="6025"/>
                  </a:lnTo>
                  <a:lnTo>
                    <a:pt x="15099" y="5639"/>
                  </a:lnTo>
                  <a:lnTo>
                    <a:pt x="15253" y="5214"/>
                  </a:lnTo>
                  <a:lnTo>
                    <a:pt x="15330" y="4828"/>
                  </a:lnTo>
                  <a:lnTo>
                    <a:pt x="15408" y="4403"/>
                  </a:lnTo>
                  <a:lnTo>
                    <a:pt x="15485" y="4017"/>
                  </a:lnTo>
                  <a:lnTo>
                    <a:pt x="15485" y="3592"/>
                  </a:lnTo>
                  <a:lnTo>
                    <a:pt x="15678" y="4056"/>
                  </a:lnTo>
                  <a:lnTo>
                    <a:pt x="15948" y="4480"/>
                  </a:lnTo>
                  <a:lnTo>
                    <a:pt x="16257" y="4866"/>
                  </a:lnTo>
                  <a:lnTo>
                    <a:pt x="16605" y="5214"/>
                  </a:lnTo>
                  <a:lnTo>
                    <a:pt x="16759" y="5368"/>
                  </a:lnTo>
                  <a:lnTo>
                    <a:pt x="16991" y="5484"/>
                  </a:lnTo>
                  <a:lnTo>
                    <a:pt x="17184" y="5561"/>
                  </a:lnTo>
                  <a:lnTo>
                    <a:pt x="17416" y="5639"/>
                  </a:lnTo>
                  <a:lnTo>
                    <a:pt x="17609" y="5677"/>
                  </a:lnTo>
                  <a:lnTo>
                    <a:pt x="17840" y="5639"/>
                  </a:lnTo>
                  <a:lnTo>
                    <a:pt x="18033" y="5523"/>
                  </a:lnTo>
                  <a:lnTo>
                    <a:pt x="18188" y="5330"/>
                  </a:lnTo>
                  <a:lnTo>
                    <a:pt x="18304" y="5137"/>
                  </a:lnTo>
                  <a:lnTo>
                    <a:pt x="18342" y="4944"/>
                  </a:lnTo>
                  <a:lnTo>
                    <a:pt x="18304" y="4712"/>
                  </a:lnTo>
                  <a:lnTo>
                    <a:pt x="18265" y="4519"/>
                  </a:lnTo>
                  <a:lnTo>
                    <a:pt x="18188" y="4287"/>
                  </a:lnTo>
                  <a:lnTo>
                    <a:pt x="18072" y="4133"/>
                  </a:lnTo>
                  <a:lnTo>
                    <a:pt x="17956" y="3940"/>
                  </a:lnTo>
                  <a:lnTo>
                    <a:pt x="17802" y="3785"/>
                  </a:lnTo>
                  <a:lnTo>
                    <a:pt x="17647" y="3631"/>
                  </a:lnTo>
                  <a:lnTo>
                    <a:pt x="17416" y="3476"/>
                  </a:lnTo>
                  <a:lnTo>
                    <a:pt x="16952" y="3245"/>
                  </a:lnTo>
                  <a:lnTo>
                    <a:pt x="16489" y="3052"/>
                  </a:lnTo>
                  <a:lnTo>
                    <a:pt x="15987" y="2936"/>
                  </a:lnTo>
                  <a:lnTo>
                    <a:pt x="16412" y="2781"/>
                  </a:lnTo>
                  <a:lnTo>
                    <a:pt x="16836" y="2511"/>
                  </a:lnTo>
                  <a:lnTo>
                    <a:pt x="17184" y="2202"/>
                  </a:lnTo>
                  <a:lnTo>
                    <a:pt x="17493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3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0" y="194"/>
                  </a:lnTo>
                  <a:lnTo>
                    <a:pt x="17454" y="117"/>
                  </a:lnTo>
                  <a:lnTo>
                    <a:pt x="17338" y="40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13"/>
            <p:cNvSpPr/>
            <p:nvPr/>
          </p:nvSpPr>
          <p:spPr>
            <a:xfrm>
              <a:off x="5860425" y="885700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9" y="310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3"/>
                  </a:lnTo>
                  <a:lnTo>
                    <a:pt x="7299" y="503"/>
                  </a:lnTo>
                  <a:lnTo>
                    <a:pt x="7454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4"/>
                  </a:lnTo>
                  <a:lnTo>
                    <a:pt x="6295" y="4944"/>
                  </a:lnTo>
                  <a:lnTo>
                    <a:pt x="6218" y="3978"/>
                  </a:lnTo>
                  <a:lnTo>
                    <a:pt x="6141" y="2974"/>
                  </a:lnTo>
                  <a:lnTo>
                    <a:pt x="6141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5"/>
                  </a:lnTo>
                  <a:lnTo>
                    <a:pt x="6450" y="503"/>
                  </a:lnTo>
                  <a:lnTo>
                    <a:pt x="6527" y="426"/>
                  </a:lnTo>
                  <a:lnTo>
                    <a:pt x="6643" y="348"/>
                  </a:lnTo>
                  <a:lnTo>
                    <a:pt x="6759" y="310"/>
                  </a:lnTo>
                  <a:close/>
                  <a:moveTo>
                    <a:pt x="11972" y="4712"/>
                  </a:moveTo>
                  <a:lnTo>
                    <a:pt x="12087" y="4750"/>
                  </a:lnTo>
                  <a:lnTo>
                    <a:pt x="12165" y="4828"/>
                  </a:lnTo>
                  <a:lnTo>
                    <a:pt x="12281" y="4905"/>
                  </a:lnTo>
                  <a:lnTo>
                    <a:pt x="12319" y="4982"/>
                  </a:lnTo>
                  <a:lnTo>
                    <a:pt x="12396" y="5137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2"/>
                  </a:lnTo>
                  <a:lnTo>
                    <a:pt x="10041" y="5832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9" y="5252"/>
                  </a:lnTo>
                  <a:lnTo>
                    <a:pt x="7956" y="5021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9" y="4750"/>
                  </a:lnTo>
                  <a:lnTo>
                    <a:pt x="11354" y="4712"/>
                  </a:lnTo>
                  <a:close/>
                  <a:moveTo>
                    <a:pt x="5639" y="5754"/>
                  </a:moveTo>
                  <a:lnTo>
                    <a:pt x="4558" y="6449"/>
                  </a:lnTo>
                  <a:lnTo>
                    <a:pt x="3438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30" y="7917"/>
                  </a:lnTo>
                  <a:lnTo>
                    <a:pt x="1121" y="7955"/>
                  </a:lnTo>
                  <a:lnTo>
                    <a:pt x="928" y="7917"/>
                  </a:lnTo>
                  <a:lnTo>
                    <a:pt x="851" y="7878"/>
                  </a:lnTo>
                  <a:lnTo>
                    <a:pt x="773" y="7801"/>
                  </a:lnTo>
                  <a:lnTo>
                    <a:pt x="735" y="7685"/>
                  </a:lnTo>
                  <a:lnTo>
                    <a:pt x="696" y="7531"/>
                  </a:lnTo>
                  <a:lnTo>
                    <a:pt x="696" y="7376"/>
                  </a:lnTo>
                  <a:lnTo>
                    <a:pt x="696" y="7222"/>
                  </a:lnTo>
                  <a:lnTo>
                    <a:pt x="735" y="7145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3"/>
                  </a:lnTo>
                  <a:lnTo>
                    <a:pt x="2743" y="6449"/>
                  </a:lnTo>
                  <a:lnTo>
                    <a:pt x="3592" y="6295"/>
                  </a:lnTo>
                  <a:lnTo>
                    <a:pt x="4635" y="6063"/>
                  </a:lnTo>
                  <a:lnTo>
                    <a:pt x="5137" y="5909"/>
                  </a:lnTo>
                  <a:lnTo>
                    <a:pt x="5639" y="5754"/>
                  </a:lnTo>
                  <a:close/>
                  <a:moveTo>
                    <a:pt x="6952" y="1"/>
                  </a:moveTo>
                  <a:lnTo>
                    <a:pt x="6720" y="39"/>
                  </a:lnTo>
                  <a:lnTo>
                    <a:pt x="6527" y="117"/>
                  </a:lnTo>
                  <a:lnTo>
                    <a:pt x="6334" y="233"/>
                  </a:lnTo>
                  <a:lnTo>
                    <a:pt x="6141" y="426"/>
                  </a:lnTo>
                  <a:lnTo>
                    <a:pt x="5986" y="619"/>
                  </a:lnTo>
                  <a:lnTo>
                    <a:pt x="5909" y="812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2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4" y="5021"/>
                  </a:lnTo>
                  <a:lnTo>
                    <a:pt x="6025" y="5137"/>
                  </a:lnTo>
                  <a:lnTo>
                    <a:pt x="6064" y="5252"/>
                  </a:lnTo>
                  <a:lnTo>
                    <a:pt x="5523" y="5446"/>
                  </a:lnTo>
                  <a:lnTo>
                    <a:pt x="4982" y="5561"/>
                  </a:lnTo>
                  <a:lnTo>
                    <a:pt x="3940" y="5832"/>
                  </a:lnTo>
                  <a:lnTo>
                    <a:pt x="2858" y="6025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1" y="6643"/>
                  </a:lnTo>
                  <a:lnTo>
                    <a:pt x="503" y="6836"/>
                  </a:lnTo>
                  <a:lnTo>
                    <a:pt x="233" y="7029"/>
                  </a:lnTo>
                  <a:lnTo>
                    <a:pt x="117" y="7145"/>
                  </a:lnTo>
                  <a:lnTo>
                    <a:pt x="40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40" y="7724"/>
                  </a:lnTo>
                  <a:lnTo>
                    <a:pt x="117" y="7917"/>
                  </a:lnTo>
                  <a:lnTo>
                    <a:pt x="233" y="8033"/>
                  </a:lnTo>
                  <a:lnTo>
                    <a:pt x="349" y="8149"/>
                  </a:lnTo>
                  <a:lnTo>
                    <a:pt x="503" y="8226"/>
                  </a:lnTo>
                  <a:lnTo>
                    <a:pt x="619" y="8264"/>
                  </a:lnTo>
                  <a:lnTo>
                    <a:pt x="928" y="8342"/>
                  </a:lnTo>
                  <a:lnTo>
                    <a:pt x="1275" y="8342"/>
                  </a:lnTo>
                  <a:lnTo>
                    <a:pt x="1623" y="8303"/>
                  </a:lnTo>
                  <a:lnTo>
                    <a:pt x="1932" y="8187"/>
                  </a:lnTo>
                  <a:lnTo>
                    <a:pt x="2550" y="7994"/>
                  </a:lnTo>
                  <a:lnTo>
                    <a:pt x="3554" y="7531"/>
                  </a:lnTo>
                  <a:lnTo>
                    <a:pt x="4519" y="6990"/>
                  </a:lnTo>
                  <a:lnTo>
                    <a:pt x="5446" y="6372"/>
                  </a:lnTo>
                  <a:lnTo>
                    <a:pt x="5909" y="6063"/>
                  </a:lnTo>
                  <a:lnTo>
                    <a:pt x="6334" y="5716"/>
                  </a:lnTo>
                  <a:lnTo>
                    <a:pt x="6527" y="6102"/>
                  </a:lnTo>
                  <a:lnTo>
                    <a:pt x="6643" y="6295"/>
                  </a:lnTo>
                  <a:lnTo>
                    <a:pt x="6759" y="6449"/>
                  </a:lnTo>
                  <a:lnTo>
                    <a:pt x="7029" y="6372"/>
                  </a:lnTo>
                  <a:lnTo>
                    <a:pt x="7029" y="6334"/>
                  </a:lnTo>
                  <a:lnTo>
                    <a:pt x="6836" y="5986"/>
                  </a:lnTo>
                  <a:lnTo>
                    <a:pt x="6759" y="5832"/>
                  </a:lnTo>
                  <a:lnTo>
                    <a:pt x="6720" y="5639"/>
                  </a:lnTo>
                  <a:lnTo>
                    <a:pt x="6720" y="5561"/>
                  </a:lnTo>
                  <a:lnTo>
                    <a:pt x="7569" y="5832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8"/>
                  </a:lnTo>
                  <a:lnTo>
                    <a:pt x="11006" y="6218"/>
                  </a:lnTo>
                  <a:lnTo>
                    <a:pt x="11470" y="6179"/>
                  </a:lnTo>
                  <a:lnTo>
                    <a:pt x="11933" y="6141"/>
                  </a:lnTo>
                  <a:lnTo>
                    <a:pt x="12358" y="5986"/>
                  </a:lnTo>
                  <a:lnTo>
                    <a:pt x="12512" y="5909"/>
                  </a:lnTo>
                  <a:lnTo>
                    <a:pt x="12667" y="5793"/>
                  </a:lnTo>
                  <a:lnTo>
                    <a:pt x="12821" y="5677"/>
                  </a:lnTo>
                  <a:lnTo>
                    <a:pt x="12898" y="5523"/>
                  </a:lnTo>
                  <a:lnTo>
                    <a:pt x="12976" y="5368"/>
                  </a:lnTo>
                  <a:lnTo>
                    <a:pt x="12976" y="5175"/>
                  </a:lnTo>
                  <a:lnTo>
                    <a:pt x="12976" y="4982"/>
                  </a:lnTo>
                  <a:lnTo>
                    <a:pt x="12898" y="4828"/>
                  </a:lnTo>
                  <a:lnTo>
                    <a:pt x="12821" y="4712"/>
                  </a:lnTo>
                  <a:lnTo>
                    <a:pt x="12744" y="4635"/>
                  </a:lnTo>
                  <a:lnTo>
                    <a:pt x="12628" y="4519"/>
                  </a:lnTo>
                  <a:lnTo>
                    <a:pt x="12474" y="4480"/>
                  </a:lnTo>
                  <a:lnTo>
                    <a:pt x="12165" y="4364"/>
                  </a:lnTo>
                  <a:lnTo>
                    <a:pt x="11817" y="4326"/>
                  </a:lnTo>
                  <a:lnTo>
                    <a:pt x="11470" y="4326"/>
                  </a:lnTo>
                  <a:lnTo>
                    <a:pt x="10890" y="4364"/>
                  </a:lnTo>
                  <a:lnTo>
                    <a:pt x="9848" y="4403"/>
                  </a:lnTo>
                  <a:lnTo>
                    <a:pt x="8844" y="4480"/>
                  </a:lnTo>
                  <a:lnTo>
                    <a:pt x="7840" y="4635"/>
                  </a:lnTo>
                  <a:lnTo>
                    <a:pt x="6836" y="4828"/>
                  </a:lnTo>
                  <a:lnTo>
                    <a:pt x="7376" y="3476"/>
                  </a:lnTo>
                  <a:lnTo>
                    <a:pt x="7647" y="2742"/>
                  </a:lnTo>
                  <a:lnTo>
                    <a:pt x="7840" y="2047"/>
                  </a:lnTo>
                  <a:lnTo>
                    <a:pt x="7917" y="1816"/>
                  </a:lnTo>
                  <a:lnTo>
                    <a:pt x="7917" y="1545"/>
                  </a:lnTo>
                  <a:lnTo>
                    <a:pt x="7917" y="1314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9"/>
                  </a:lnTo>
                  <a:lnTo>
                    <a:pt x="7531" y="426"/>
                  </a:lnTo>
                  <a:lnTo>
                    <a:pt x="7338" y="271"/>
                  </a:lnTo>
                  <a:lnTo>
                    <a:pt x="7261" y="155"/>
                  </a:lnTo>
                  <a:lnTo>
                    <a:pt x="7145" y="78"/>
                  </a:lnTo>
                  <a:lnTo>
                    <a:pt x="695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13"/>
            <p:cNvSpPr/>
            <p:nvPr/>
          </p:nvSpPr>
          <p:spPr>
            <a:xfrm>
              <a:off x="2769325" y="3423675"/>
              <a:ext cx="144825" cy="164125"/>
            </a:xfrm>
            <a:custGeom>
              <a:avLst/>
              <a:gdLst/>
              <a:ahLst/>
              <a:cxnLst/>
              <a:rect l="l" t="t" r="r" b="b"/>
              <a:pathLst>
                <a:path w="5793" h="6565" extrusionOk="0">
                  <a:moveTo>
                    <a:pt x="2858" y="463"/>
                  </a:moveTo>
                  <a:lnTo>
                    <a:pt x="3360" y="618"/>
                  </a:lnTo>
                  <a:lnTo>
                    <a:pt x="3823" y="811"/>
                  </a:lnTo>
                  <a:lnTo>
                    <a:pt x="4248" y="1081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8"/>
                  </a:lnTo>
                  <a:lnTo>
                    <a:pt x="5252" y="2510"/>
                  </a:lnTo>
                  <a:lnTo>
                    <a:pt x="5290" y="2780"/>
                  </a:lnTo>
                  <a:lnTo>
                    <a:pt x="5329" y="3051"/>
                  </a:lnTo>
                  <a:lnTo>
                    <a:pt x="5329" y="3321"/>
                  </a:lnTo>
                  <a:lnTo>
                    <a:pt x="5290" y="3784"/>
                  </a:lnTo>
                  <a:lnTo>
                    <a:pt x="5175" y="4248"/>
                  </a:lnTo>
                  <a:lnTo>
                    <a:pt x="4981" y="4711"/>
                  </a:lnTo>
                  <a:lnTo>
                    <a:pt x="4711" y="5097"/>
                  </a:lnTo>
                  <a:lnTo>
                    <a:pt x="4364" y="5445"/>
                  </a:lnTo>
                  <a:lnTo>
                    <a:pt x="4016" y="5715"/>
                  </a:lnTo>
                  <a:lnTo>
                    <a:pt x="3784" y="5831"/>
                  </a:lnTo>
                  <a:lnTo>
                    <a:pt x="3553" y="5947"/>
                  </a:lnTo>
                  <a:lnTo>
                    <a:pt x="3321" y="6024"/>
                  </a:lnTo>
                  <a:lnTo>
                    <a:pt x="3089" y="6063"/>
                  </a:lnTo>
                  <a:lnTo>
                    <a:pt x="2780" y="6101"/>
                  </a:lnTo>
                  <a:lnTo>
                    <a:pt x="2510" y="6101"/>
                  </a:lnTo>
                  <a:lnTo>
                    <a:pt x="2201" y="6063"/>
                  </a:lnTo>
                  <a:lnTo>
                    <a:pt x="1970" y="5985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599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0"/>
                  </a:lnTo>
                  <a:lnTo>
                    <a:pt x="734" y="4788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4"/>
                  </a:lnTo>
                  <a:lnTo>
                    <a:pt x="464" y="2973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699"/>
                  </a:lnTo>
                  <a:lnTo>
                    <a:pt x="966" y="1506"/>
                  </a:lnTo>
                  <a:lnTo>
                    <a:pt x="1120" y="1274"/>
                  </a:lnTo>
                  <a:lnTo>
                    <a:pt x="1313" y="1120"/>
                  </a:lnTo>
                  <a:lnTo>
                    <a:pt x="1506" y="927"/>
                  </a:lnTo>
                  <a:lnTo>
                    <a:pt x="1738" y="811"/>
                  </a:lnTo>
                  <a:lnTo>
                    <a:pt x="1970" y="695"/>
                  </a:lnTo>
                  <a:lnTo>
                    <a:pt x="2201" y="579"/>
                  </a:lnTo>
                  <a:lnTo>
                    <a:pt x="2472" y="541"/>
                  </a:lnTo>
                  <a:lnTo>
                    <a:pt x="2780" y="502"/>
                  </a:lnTo>
                  <a:lnTo>
                    <a:pt x="2819" y="502"/>
                  </a:lnTo>
                  <a:lnTo>
                    <a:pt x="2858" y="463"/>
                  </a:lnTo>
                  <a:close/>
                  <a:moveTo>
                    <a:pt x="2665" y="0"/>
                  </a:moveTo>
                  <a:lnTo>
                    <a:pt x="2587" y="39"/>
                  </a:lnTo>
                  <a:lnTo>
                    <a:pt x="2510" y="77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0"/>
                  </a:lnTo>
                  <a:lnTo>
                    <a:pt x="1854" y="309"/>
                  </a:lnTo>
                  <a:lnTo>
                    <a:pt x="1622" y="386"/>
                  </a:lnTo>
                  <a:lnTo>
                    <a:pt x="1390" y="502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6"/>
                  </a:lnTo>
                  <a:lnTo>
                    <a:pt x="348" y="1738"/>
                  </a:lnTo>
                  <a:lnTo>
                    <a:pt x="155" y="2278"/>
                  </a:lnTo>
                  <a:lnTo>
                    <a:pt x="39" y="2858"/>
                  </a:lnTo>
                  <a:lnTo>
                    <a:pt x="0" y="3398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2"/>
                  </a:lnTo>
                  <a:lnTo>
                    <a:pt x="309" y="4943"/>
                  </a:lnTo>
                  <a:lnTo>
                    <a:pt x="425" y="5213"/>
                  </a:lnTo>
                  <a:lnTo>
                    <a:pt x="579" y="5445"/>
                  </a:lnTo>
                  <a:lnTo>
                    <a:pt x="734" y="5676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7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6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6"/>
                  </a:lnTo>
                  <a:lnTo>
                    <a:pt x="3476" y="6449"/>
                  </a:lnTo>
                  <a:lnTo>
                    <a:pt x="3784" y="6333"/>
                  </a:lnTo>
                  <a:lnTo>
                    <a:pt x="4055" y="6217"/>
                  </a:lnTo>
                  <a:lnTo>
                    <a:pt x="4325" y="6063"/>
                  </a:lnTo>
                  <a:lnTo>
                    <a:pt x="4557" y="5908"/>
                  </a:lnTo>
                  <a:lnTo>
                    <a:pt x="4788" y="5715"/>
                  </a:lnTo>
                  <a:lnTo>
                    <a:pt x="4981" y="5483"/>
                  </a:lnTo>
                  <a:lnTo>
                    <a:pt x="5175" y="5252"/>
                  </a:lnTo>
                  <a:lnTo>
                    <a:pt x="5329" y="4981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0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7"/>
                  </a:lnTo>
                  <a:lnTo>
                    <a:pt x="5561" y="2047"/>
                  </a:lnTo>
                  <a:lnTo>
                    <a:pt x="5406" y="1776"/>
                  </a:lnTo>
                  <a:lnTo>
                    <a:pt x="5252" y="1506"/>
                  </a:lnTo>
                  <a:lnTo>
                    <a:pt x="5059" y="1274"/>
                  </a:lnTo>
                  <a:lnTo>
                    <a:pt x="4866" y="1043"/>
                  </a:lnTo>
                  <a:lnTo>
                    <a:pt x="4634" y="811"/>
                  </a:lnTo>
                  <a:lnTo>
                    <a:pt x="4402" y="618"/>
                  </a:lnTo>
                  <a:lnTo>
                    <a:pt x="4132" y="463"/>
                  </a:lnTo>
                  <a:lnTo>
                    <a:pt x="3862" y="309"/>
                  </a:lnTo>
                  <a:lnTo>
                    <a:pt x="3591" y="193"/>
                  </a:lnTo>
                  <a:lnTo>
                    <a:pt x="3282" y="116"/>
                  </a:lnTo>
                  <a:lnTo>
                    <a:pt x="2974" y="39"/>
                  </a:lnTo>
                  <a:lnTo>
                    <a:pt x="266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13"/>
            <p:cNvSpPr/>
            <p:nvPr/>
          </p:nvSpPr>
          <p:spPr>
            <a:xfrm>
              <a:off x="2802150" y="36428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1"/>
                  </a:moveTo>
                  <a:lnTo>
                    <a:pt x="12434" y="39"/>
                  </a:lnTo>
                  <a:lnTo>
                    <a:pt x="12357" y="78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9"/>
                  </a:lnTo>
                  <a:lnTo>
                    <a:pt x="12164" y="1043"/>
                  </a:lnTo>
                  <a:lnTo>
                    <a:pt x="12009" y="1198"/>
                  </a:lnTo>
                  <a:lnTo>
                    <a:pt x="11855" y="1314"/>
                  </a:lnTo>
                  <a:lnTo>
                    <a:pt x="11430" y="1545"/>
                  </a:lnTo>
                  <a:lnTo>
                    <a:pt x="11005" y="1700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3" y="2086"/>
                  </a:lnTo>
                  <a:lnTo>
                    <a:pt x="9345" y="2009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1"/>
                  </a:lnTo>
                  <a:lnTo>
                    <a:pt x="8611" y="1700"/>
                  </a:lnTo>
                  <a:lnTo>
                    <a:pt x="8804" y="2009"/>
                  </a:lnTo>
                  <a:lnTo>
                    <a:pt x="8997" y="2279"/>
                  </a:lnTo>
                  <a:lnTo>
                    <a:pt x="7839" y="2588"/>
                  </a:lnTo>
                  <a:lnTo>
                    <a:pt x="6719" y="2820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8" y="3283"/>
                  </a:lnTo>
                  <a:lnTo>
                    <a:pt x="3746" y="2935"/>
                  </a:lnTo>
                  <a:lnTo>
                    <a:pt x="3784" y="2588"/>
                  </a:lnTo>
                  <a:lnTo>
                    <a:pt x="3707" y="2240"/>
                  </a:lnTo>
                  <a:lnTo>
                    <a:pt x="3630" y="1893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8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9"/>
                  </a:lnTo>
                  <a:lnTo>
                    <a:pt x="1815" y="3437"/>
                  </a:lnTo>
                  <a:lnTo>
                    <a:pt x="1352" y="3399"/>
                  </a:lnTo>
                  <a:lnTo>
                    <a:pt x="965" y="3360"/>
                  </a:lnTo>
                  <a:lnTo>
                    <a:pt x="772" y="3283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4"/>
                  </a:lnTo>
                  <a:lnTo>
                    <a:pt x="309" y="2665"/>
                  </a:lnTo>
                  <a:lnTo>
                    <a:pt x="232" y="2588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4"/>
                  </a:lnTo>
                  <a:lnTo>
                    <a:pt x="0" y="2858"/>
                  </a:lnTo>
                  <a:lnTo>
                    <a:pt x="0" y="3013"/>
                  </a:lnTo>
                  <a:lnTo>
                    <a:pt x="0" y="3167"/>
                  </a:lnTo>
                  <a:lnTo>
                    <a:pt x="39" y="3283"/>
                  </a:lnTo>
                  <a:lnTo>
                    <a:pt x="116" y="3399"/>
                  </a:lnTo>
                  <a:lnTo>
                    <a:pt x="193" y="3515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1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1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3"/>
                  </a:lnTo>
                  <a:lnTo>
                    <a:pt x="12048" y="1700"/>
                  </a:lnTo>
                  <a:lnTo>
                    <a:pt x="12357" y="1507"/>
                  </a:lnTo>
                  <a:lnTo>
                    <a:pt x="12627" y="1236"/>
                  </a:lnTo>
                  <a:lnTo>
                    <a:pt x="12704" y="1082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80"/>
                  </a:lnTo>
                  <a:lnTo>
                    <a:pt x="12820" y="387"/>
                  </a:lnTo>
                  <a:lnTo>
                    <a:pt x="12743" y="155"/>
                  </a:lnTo>
                  <a:lnTo>
                    <a:pt x="12704" y="78"/>
                  </a:lnTo>
                  <a:lnTo>
                    <a:pt x="12627" y="39"/>
                  </a:lnTo>
                  <a:lnTo>
                    <a:pt x="125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13"/>
            <p:cNvSpPr/>
            <p:nvPr/>
          </p:nvSpPr>
          <p:spPr>
            <a:xfrm>
              <a:off x="2737450" y="3395675"/>
              <a:ext cx="459550" cy="296375"/>
            </a:xfrm>
            <a:custGeom>
              <a:avLst/>
              <a:gdLst/>
              <a:ahLst/>
              <a:cxnLst/>
              <a:rect l="l" t="t" r="r" b="b"/>
              <a:pathLst>
                <a:path w="18382" h="11855" extrusionOk="0">
                  <a:moveTo>
                    <a:pt x="17648" y="2935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8"/>
                  </a:lnTo>
                  <a:lnTo>
                    <a:pt x="17880" y="3321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39"/>
                  </a:lnTo>
                  <a:lnTo>
                    <a:pt x="17648" y="4132"/>
                  </a:lnTo>
                  <a:lnTo>
                    <a:pt x="17300" y="4402"/>
                  </a:lnTo>
                  <a:lnTo>
                    <a:pt x="17030" y="4595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3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4"/>
                  </a:lnTo>
                  <a:lnTo>
                    <a:pt x="16528" y="3514"/>
                  </a:lnTo>
                  <a:lnTo>
                    <a:pt x="16721" y="3282"/>
                  </a:lnTo>
                  <a:lnTo>
                    <a:pt x="16953" y="3128"/>
                  </a:lnTo>
                  <a:lnTo>
                    <a:pt x="17223" y="2974"/>
                  </a:lnTo>
                  <a:lnTo>
                    <a:pt x="17493" y="2935"/>
                  </a:lnTo>
                  <a:close/>
                  <a:moveTo>
                    <a:pt x="14211" y="4866"/>
                  </a:moveTo>
                  <a:lnTo>
                    <a:pt x="14481" y="4904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29"/>
                  </a:lnTo>
                  <a:lnTo>
                    <a:pt x="14752" y="5522"/>
                  </a:lnTo>
                  <a:lnTo>
                    <a:pt x="14288" y="5677"/>
                  </a:lnTo>
                  <a:lnTo>
                    <a:pt x="14018" y="5715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599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6"/>
                  </a:lnTo>
                  <a:lnTo>
                    <a:pt x="13169" y="5020"/>
                  </a:lnTo>
                  <a:lnTo>
                    <a:pt x="13323" y="4943"/>
                  </a:lnTo>
                  <a:lnTo>
                    <a:pt x="13555" y="4904"/>
                  </a:lnTo>
                  <a:lnTo>
                    <a:pt x="13864" y="4866"/>
                  </a:lnTo>
                  <a:close/>
                  <a:moveTo>
                    <a:pt x="15756" y="5522"/>
                  </a:moveTo>
                  <a:lnTo>
                    <a:pt x="16374" y="5831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3"/>
                  </a:lnTo>
                  <a:lnTo>
                    <a:pt x="17571" y="6912"/>
                  </a:lnTo>
                  <a:lnTo>
                    <a:pt x="17609" y="7067"/>
                  </a:lnTo>
                  <a:lnTo>
                    <a:pt x="17609" y="7221"/>
                  </a:lnTo>
                  <a:lnTo>
                    <a:pt x="17609" y="7453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3"/>
                  </a:lnTo>
                  <a:lnTo>
                    <a:pt x="17146" y="7723"/>
                  </a:lnTo>
                  <a:lnTo>
                    <a:pt x="16953" y="7685"/>
                  </a:lnTo>
                  <a:lnTo>
                    <a:pt x="16798" y="7607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6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1"/>
                  </a:lnTo>
                  <a:lnTo>
                    <a:pt x="15756" y="5522"/>
                  </a:lnTo>
                  <a:close/>
                  <a:moveTo>
                    <a:pt x="4944" y="464"/>
                  </a:moveTo>
                  <a:lnTo>
                    <a:pt x="5561" y="502"/>
                  </a:lnTo>
                  <a:lnTo>
                    <a:pt x="6141" y="657"/>
                  </a:lnTo>
                  <a:lnTo>
                    <a:pt x="6681" y="888"/>
                  </a:lnTo>
                  <a:lnTo>
                    <a:pt x="7222" y="1197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4"/>
                  </a:lnTo>
                  <a:lnTo>
                    <a:pt x="8766" y="2781"/>
                  </a:lnTo>
                  <a:lnTo>
                    <a:pt x="9037" y="3205"/>
                  </a:lnTo>
                  <a:lnTo>
                    <a:pt x="9268" y="3669"/>
                  </a:lnTo>
                  <a:lnTo>
                    <a:pt x="9693" y="4595"/>
                  </a:lnTo>
                  <a:lnTo>
                    <a:pt x="10079" y="5522"/>
                  </a:lnTo>
                  <a:lnTo>
                    <a:pt x="10272" y="5908"/>
                  </a:lnTo>
                  <a:lnTo>
                    <a:pt x="10504" y="6294"/>
                  </a:lnTo>
                  <a:lnTo>
                    <a:pt x="10736" y="6642"/>
                  </a:lnTo>
                  <a:lnTo>
                    <a:pt x="11006" y="6912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0"/>
                  </a:lnTo>
                  <a:lnTo>
                    <a:pt x="13207" y="7492"/>
                  </a:lnTo>
                  <a:lnTo>
                    <a:pt x="13516" y="7414"/>
                  </a:lnTo>
                  <a:lnTo>
                    <a:pt x="13825" y="7260"/>
                  </a:lnTo>
                  <a:lnTo>
                    <a:pt x="14095" y="7105"/>
                  </a:lnTo>
                  <a:lnTo>
                    <a:pt x="14366" y="6951"/>
                  </a:lnTo>
                  <a:lnTo>
                    <a:pt x="14597" y="6719"/>
                  </a:lnTo>
                  <a:lnTo>
                    <a:pt x="14829" y="6488"/>
                  </a:lnTo>
                  <a:lnTo>
                    <a:pt x="14404" y="7221"/>
                  </a:lnTo>
                  <a:lnTo>
                    <a:pt x="13941" y="7878"/>
                  </a:lnTo>
                  <a:lnTo>
                    <a:pt x="13439" y="8534"/>
                  </a:lnTo>
                  <a:lnTo>
                    <a:pt x="12860" y="9113"/>
                  </a:lnTo>
                  <a:lnTo>
                    <a:pt x="12242" y="9615"/>
                  </a:lnTo>
                  <a:lnTo>
                    <a:pt x="11547" y="10079"/>
                  </a:lnTo>
                  <a:lnTo>
                    <a:pt x="10813" y="10503"/>
                  </a:lnTo>
                  <a:lnTo>
                    <a:pt x="10041" y="10812"/>
                  </a:lnTo>
                  <a:lnTo>
                    <a:pt x="9462" y="11005"/>
                  </a:lnTo>
                  <a:lnTo>
                    <a:pt x="8882" y="11160"/>
                  </a:lnTo>
                  <a:lnTo>
                    <a:pt x="8303" y="11276"/>
                  </a:lnTo>
                  <a:lnTo>
                    <a:pt x="7724" y="11314"/>
                  </a:lnTo>
                  <a:lnTo>
                    <a:pt x="7145" y="11353"/>
                  </a:lnTo>
                  <a:lnTo>
                    <a:pt x="6604" y="11314"/>
                  </a:lnTo>
                  <a:lnTo>
                    <a:pt x="6025" y="11237"/>
                  </a:lnTo>
                  <a:lnTo>
                    <a:pt x="5484" y="11121"/>
                  </a:lnTo>
                  <a:lnTo>
                    <a:pt x="4944" y="10967"/>
                  </a:lnTo>
                  <a:lnTo>
                    <a:pt x="4442" y="10735"/>
                  </a:lnTo>
                  <a:lnTo>
                    <a:pt x="3940" y="10503"/>
                  </a:lnTo>
                  <a:lnTo>
                    <a:pt x="3476" y="10195"/>
                  </a:lnTo>
                  <a:lnTo>
                    <a:pt x="3013" y="9847"/>
                  </a:lnTo>
                  <a:lnTo>
                    <a:pt x="2549" y="9461"/>
                  </a:lnTo>
                  <a:lnTo>
                    <a:pt x="2163" y="9036"/>
                  </a:lnTo>
                  <a:lnTo>
                    <a:pt x="1777" y="8573"/>
                  </a:lnTo>
                  <a:lnTo>
                    <a:pt x="1430" y="8032"/>
                  </a:lnTo>
                  <a:lnTo>
                    <a:pt x="1121" y="7492"/>
                  </a:lnTo>
                  <a:lnTo>
                    <a:pt x="850" y="6912"/>
                  </a:lnTo>
                  <a:lnTo>
                    <a:pt x="657" y="6333"/>
                  </a:lnTo>
                  <a:lnTo>
                    <a:pt x="503" y="5754"/>
                  </a:lnTo>
                  <a:lnTo>
                    <a:pt x="426" y="5136"/>
                  </a:lnTo>
                  <a:lnTo>
                    <a:pt x="426" y="4518"/>
                  </a:lnTo>
                  <a:lnTo>
                    <a:pt x="503" y="3862"/>
                  </a:lnTo>
                  <a:lnTo>
                    <a:pt x="696" y="3282"/>
                  </a:lnTo>
                  <a:lnTo>
                    <a:pt x="928" y="2742"/>
                  </a:lnTo>
                  <a:lnTo>
                    <a:pt x="1275" y="2240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79"/>
                  </a:lnTo>
                  <a:lnTo>
                    <a:pt x="4326" y="464"/>
                  </a:lnTo>
                  <a:close/>
                  <a:moveTo>
                    <a:pt x="4519" y="0"/>
                  </a:moveTo>
                  <a:lnTo>
                    <a:pt x="4249" y="39"/>
                  </a:lnTo>
                  <a:lnTo>
                    <a:pt x="3901" y="77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5"/>
                  </a:lnTo>
                  <a:lnTo>
                    <a:pt x="2472" y="579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3"/>
                  </a:lnTo>
                  <a:lnTo>
                    <a:pt x="1082" y="1699"/>
                  </a:lnTo>
                  <a:lnTo>
                    <a:pt x="773" y="2163"/>
                  </a:lnTo>
                  <a:lnTo>
                    <a:pt x="503" y="2626"/>
                  </a:lnTo>
                  <a:lnTo>
                    <a:pt x="310" y="3089"/>
                  </a:lnTo>
                  <a:lnTo>
                    <a:pt x="155" y="3591"/>
                  </a:lnTo>
                  <a:lnTo>
                    <a:pt x="40" y="4093"/>
                  </a:lnTo>
                  <a:lnTo>
                    <a:pt x="1" y="4595"/>
                  </a:lnTo>
                  <a:lnTo>
                    <a:pt x="1" y="5136"/>
                  </a:lnTo>
                  <a:lnTo>
                    <a:pt x="78" y="5638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8"/>
                  </a:lnTo>
                  <a:lnTo>
                    <a:pt x="1237" y="8611"/>
                  </a:lnTo>
                  <a:lnTo>
                    <a:pt x="1545" y="9036"/>
                  </a:lnTo>
                  <a:lnTo>
                    <a:pt x="2009" y="9577"/>
                  </a:lnTo>
                  <a:lnTo>
                    <a:pt x="2472" y="10040"/>
                  </a:lnTo>
                  <a:lnTo>
                    <a:pt x="2974" y="10426"/>
                  </a:lnTo>
                  <a:lnTo>
                    <a:pt x="3476" y="10812"/>
                  </a:lnTo>
                  <a:lnTo>
                    <a:pt x="4055" y="11083"/>
                  </a:lnTo>
                  <a:lnTo>
                    <a:pt x="4596" y="11353"/>
                  </a:lnTo>
                  <a:lnTo>
                    <a:pt x="5214" y="11546"/>
                  </a:lnTo>
                  <a:lnTo>
                    <a:pt x="5832" y="11701"/>
                  </a:lnTo>
                  <a:lnTo>
                    <a:pt x="5870" y="11855"/>
                  </a:lnTo>
                  <a:lnTo>
                    <a:pt x="6218" y="11778"/>
                  </a:lnTo>
                  <a:lnTo>
                    <a:pt x="7029" y="11816"/>
                  </a:lnTo>
                  <a:lnTo>
                    <a:pt x="7840" y="11816"/>
                  </a:lnTo>
                  <a:lnTo>
                    <a:pt x="8689" y="11701"/>
                  </a:lnTo>
                  <a:lnTo>
                    <a:pt x="9539" y="11507"/>
                  </a:lnTo>
                  <a:lnTo>
                    <a:pt x="10272" y="11237"/>
                  </a:lnTo>
                  <a:lnTo>
                    <a:pt x="11006" y="10928"/>
                  </a:lnTo>
                  <a:lnTo>
                    <a:pt x="11315" y="10812"/>
                  </a:lnTo>
                  <a:lnTo>
                    <a:pt x="11315" y="10774"/>
                  </a:lnTo>
                  <a:lnTo>
                    <a:pt x="12049" y="10349"/>
                  </a:lnTo>
                  <a:lnTo>
                    <a:pt x="12705" y="9847"/>
                  </a:lnTo>
                  <a:lnTo>
                    <a:pt x="13362" y="9306"/>
                  </a:lnTo>
                  <a:lnTo>
                    <a:pt x="13941" y="8689"/>
                  </a:lnTo>
                  <a:lnTo>
                    <a:pt x="14481" y="8032"/>
                  </a:lnTo>
                  <a:lnTo>
                    <a:pt x="14713" y="7685"/>
                  </a:lnTo>
                  <a:lnTo>
                    <a:pt x="14906" y="7298"/>
                  </a:lnTo>
                  <a:lnTo>
                    <a:pt x="15099" y="6951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19"/>
                  </a:lnTo>
                  <a:lnTo>
                    <a:pt x="15987" y="7144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6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2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3"/>
                  </a:lnTo>
                  <a:lnTo>
                    <a:pt x="18034" y="7260"/>
                  </a:lnTo>
                  <a:lnTo>
                    <a:pt x="17995" y="7028"/>
                  </a:lnTo>
                  <a:lnTo>
                    <a:pt x="17918" y="6835"/>
                  </a:lnTo>
                  <a:lnTo>
                    <a:pt x="17841" y="6642"/>
                  </a:lnTo>
                  <a:lnTo>
                    <a:pt x="17725" y="6449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5"/>
                  </a:lnTo>
                  <a:lnTo>
                    <a:pt x="16567" y="5445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1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3"/>
                  </a:lnTo>
                  <a:lnTo>
                    <a:pt x="18343" y="3553"/>
                  </a:lnTo>
                  <a:lnTo>
                    <a:pt x="18382" y="3321"/>
                  </a:lnTo>
                  <a:lnTo>
                    <a:pt x="18343" y="3089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3"/>
                  </a:lnTo>
                  <a:lnTo>
                    <a:pt x="17841" y="2587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7"/>
                  </a:lnTo>
                  <a:lnTo>
                    <a:pt x="16953" y="2703"/>
                  </a:lnTo>
                  <a:lnTo>
                    <a:pt x="16760" y="2781"/>
                  </a:lnTo>
                  <a:lnTo>
                    <a:pt x="16567" y="2935"/>
                  </a:lnTo>
                  <a:lnTo>
                    <a:pt x="16412" y="3089"/>
                  </a:lnTo>
                  <a:lnTo>
                    <a:pt x="16258" y="3282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0"/>
                  </a:lnTo>
                  <a:lnTo>
                    <a:pt x="15524" y="5020"/>
                  </a:lnTo>
                  <a:lnTo>
                    <a:pt x="15099" y="4788"/>
                  </a:lnTo>
                  <a:lnTo>
                    <a:pt x="14675" y="4634"/>
                  </a:lnTo>
                  <a:lnTo>
                    <a:pt x="14211" y="4518"/>
                  </a:lnTo>
                  <a:lnTo>
                    <a:pt x="13748" y="4518"/>
                  </a:lnTo>
                  <a:lnTo>
                    <a:pt x="13362" y="4595"/>
                  </a:lnTo>
                  <a:lnTo>
                    <a:pt x="13169" y="4634"/>
                  </a:lnTo>
                  <a:lnTo>
                    <a:pt x="12975" y="4711"/>
                  </a:lnTo>
                  <a:lnTo>
                    <a:pt x="12782" y="4788"/>
                  </a:lnTo>
                  <a:lnTo>
                    <a:pt x="12628" y="4943"/>
                  </a:lnTo>
                  <a:lnTo>
                    <a:pt x="12512" y="5097"/>
                  </a:lnTo>
                  <a:lnTo>
                    <a:pt x="12435" y="5252"/>
                  </a:lnTo>
                  <a:lnTo>
                    <a:pt x="12396" y="5445"/>
                  </a:lnTo>
                  <a:lnTo>
                    <a:pt x="12473" y="5638"/>
                  </a:lnTo>
                  <a:lnTo>
                    <a:pt x="12551" y="5792"/>
                  </a:lnTo>
                  <a:lnTo>
                    <a:pt x="12705" y="5908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0"/>
                  </a:lnTo>
                  <a:lnTo>
                    <a:pt x="13786" y="6140"/>
                  </a:lnTo>
                  <a:lnTo>
                    <a:pt x="14134" y="6101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19"/>
                  </a:lnTo>
                  <a:lnTo>
                    <a:pt x="13671" y="6835"/>
                  </a:lnTo>
                  <a:lnTo>
                    <a:pt x="13439" y="6951"/>
                  </a:lnTo>
                  <a:lnTo>
                    <a:pt x="13207" y="7028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0"/>
                  </a:lnTo>
                  <a:lnTo>
                    <a:pt x="10968" y="6140"/>
                  </a:lnTo>
                  <a:lnTo>
                    <a:pt x="10774" y="5792"/>
                  </a:lnTo>
                  <a:lnTo>
                    <a:pt x="10504" y="5329"/>
                  </a:lnTo>
                  <a:lnTo>
                    <a:pt x="10311" y="4827"/>
                  </a:lnTo>
                  <a:lnTo>
                    <a:pt x="9886" y="3862"/>
                  </a:lnTo>
                  <a:lnTo>
                    <a:pt x="9655" y="3398"/>
                  </a:lnTo>
                  <a:lnTo>
                    <a:pt x="9423" y="2935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1"/>
                  </a:lnTo>
                  <a:lnTo>
                    <a:pt x="6874" y="502"/>
                  </a:lnTo>
                  <a:lnTo>
                    <a:pt x="6295" y="271"/>
                  </a:lnTo>
                  <a:lnTo>
                    <a:pt x="5716" y="116"/>
                  </a:lnTo>
                  <a:lnTo>
                    <a:pt x="5137" y="39"/>
                  </a:lnTo>
                  <a:lnTo>
                    <a:pt x="451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13"/>
            <p:cNvSpPr/>
            <p:nvPr/>
          </p:nvSpPr>
          <p:spPr>
            <a:xfrm>
              <a:off x="2672775" y="3239275"/>
              <a:ext cx="330175" cy="176700"/>
            </a:xfrm>
            <a:custGeom>
              <a:avLst/>
              <a:gdLst/>
              <a:ahLst/>
              <a:cxnLst/>
              <a:rect l="l" t="t" r="r" b="b"/>
              <a:pathLst>
                <a:path w="13207" h="7068" extrusionOk="0">
                  <a:moveTo>
                    <a:pt x="8110" y="310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80"/>
                  </a:lnTo>
                  <a:lnTo>
                    <a:pt x="8728" y="889"/>
                  </a:lnTo>
                  <a:lnTo>
                    <a:pt x="8766" y="1198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8"/>
                  </a:lnTo>
                  <a:lnTo>
                    <a:pt x="8033" y="2858"/>
                  </a:lnTo>
                  <a:lnTo>
                    <a:pt x="6836" y="4712"/>
                  </a:lnTo>
                  <a:lnTo>
                    <a:pt x="6681" y="4712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8"/>
                  </a:lnTo>
                  <a:lnTo>
                    <a:pt x="7453" y="889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10"/>
                  </a:lnTo>
                  <a:close/>
                  <a:moveTo>
                    <a:pt x="5909" y="5407"/>
                  </a:moveTo>
                  <a:lnTo>
                    <a:pt x="4673" y="5831"/>
                  </a:lnTo>
                  <a:lnTo>
                    <a:pt x="3437" y="6218"/>
                  </a:lnTo>
                  <a:lnTo>
                    <a:pt x="2781" y="6372"/>
                  </a:lnTo>
                  <a:lnTo>
                    <a:pt x="2125" y="6527"/>
                  </a:lnTo>
                  <a:lnTo>
                    <a:pt x="1700" y="6565"/>
                  </a:lnTo>
                  <a:lnTo>
                    <a:pt x="1314" y="6604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8"/>
                  </a:lnTo>
                  <a:lnTo>
                    <a:pt x="696" y="6063"/>
                  </a:lnTo>
                  <a:lnTo>
                    <a:pt x="696" y="5909"/>
                  </a:lnTo>
                  <a:lnTo>
                    <a:pt x="734" y="5793"/>
                  </a:lnTo>
                  <a:lnTo>
                    <a:pt x="812" y="5716"/>
                  </a:lnTo>
                  <a:lnTo>
                    <a:pt x="889" y="5677"/>
                  </a:lnTo>
                  <a:lnTo>
                    <a:pt x="1082" y="5600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7"/>
                  </a:lnTo>
                  <a:close/>
                  <a:moveTo>
                    <a:pt x="7067" y="5098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6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9"/>
                  </a:lnTo>
                  <a:lnTo>
                    <a:pt x="12589" y="6025"/>
                  </a:lnTo>
                  <a:lnTo>
                    <a:pt x="12628" y="6179"/>
                  </a:lnTo>
                  <a:lnTo>
                    <a:pt x="12589" y="6527"/>
                  </a:lnTo>
                  <a:lnTo>
                    <a:pt x="12435" y="6604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4"/>
                  </a:lnTo>
                  <a:lnTo>
                    <a:pt x="10929" y="6527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9"/>
                  </a:lnTo>
                  <a:lnTo>
                    <a:pt x="8226" y="5677"/>
                  </a:lnTo>
                  <a:lnTo>
                    <a:pt x="7067" y="5098"/>
                  </a:lnTo>
                  <a:close/>
                  <a:moveTo>
                    <a:pt x="8148" y="1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7"/>
                  </a:lnTo>
                  <a:lnTo>
                    <a:pt x="6681" y="2433"/>
                  </a:lnTo>
                  <a:lnTo>
                    <a:pt x="6527" y="3592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1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8"/>
                  </a:lnTo>
                  <a:lnTo>
                    <a:pt x="1391" y="5175"/>
                  </a:lnTo>
                  <a:lnTo>
                    <a:pt x="1005" y="5214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600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5"/>
                  </a:lnTo>
                  <a:lnTo>
                    <a:pt x="117" y="6449"/>
                  </a:lnTo>
                  <a:lnTo>
                    <a:pt x="232" y="6604"/>
                  </a:lnTo>
                  <a:lnTo>
                    <a:pt x="348" y="6681"/>
                  </a:lnTo>
                  <a:lnTo>
                    <a:pt x="464" y="6797"/>
                  </a:lnTo>
                  <a:lnTo>
                    <a:pt x="773" y="6913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3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6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9"/>
                  </a:lnTo>
                  <a:lnTo>
                    <a:pt x="6758" y="6102"/>
                  </a:lnTo>
                  <a:lnTo>
                    <a:pt x="6836" y="6295"/>
                  </a:lnTo>
                  <a:lnTo>
                    <a:pt x="7106" y="6256"/>
                  </a:lnTo>
                  <a:lnTo>
                    <a:pt x="7106" y="6218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7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7"/>
                  </a:lnTo>
                  <a:lnTo>
                    <a:pt x="11045" y="6951"/>
                  </a:lnTo>
                  <a:lnTo>
                    <a:pt x="11469" y="7029"/>
                  </a:lnTo>
                  <a:lnTo>
                    <a:pt x="11933" y="7067"/>
                  </a:lnTo>
                  <a:lnTo>
                    <a:pt x="12396" y="7029"/>
                  </a:lnTo>
                  <a:lnTo>
                    <a:pt x="12589" y="6990"/>
                  </a:lnTo>
                  <a:lnTo>
                    <a:pt x="12782" y="6913"/>
                  </a:lnTo>
                  <a:lnTo>
                    <a:pt x="12937" y="6797"/>
                  </a:lnTo>
                  <a:lnTo>
                    <a:pt x="13053" y="6681"/>
                  </a:lnTo>
                  <a:lnTo>
                    <a:pt x="13130" y="6527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5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7"/>
                  </a:lnTo>
                  <a:lnTo>
                    <a:pt x="12242" y="5291"/>
                  </a:lnTo>
                  <a:lnTo>
                    <a:pt x="11894" y="5214"/>
                  </a:lnTo>
                  <a:lnTo>
                    <a:pt x="11315" y="5098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2"/>
                  </a:lnTo>
                  <a:lnTo>
                    <a:pt x="8071" y="3515"/>
                  </a:lnTo>
                  <a:lnTo>
                    <a:pt x="8496" y="2858"/>
                  </a:lnTo>
                  <a:lnTo>
                    <a:pt x="8843" y="2202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7"/>
                  </a:lnTo>
                  <a:lnTo>
                    <a:pt x="9075" y="1275"/>
                  </a:lnTo>
                  <a:lnTo>
                    <a:pt x="9037" y="1005"/>
                  </a:lnTo>
                  <a:lnTo>
                    <a:pt x="8959" y="812"/>
                  </a:lnTo>
                  <a:lnTo>
                    <a:pt x="8882" y="580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13"/>
            <p:cNvSpPr/>
            <p:nvPr/>
          </p:nvSpPr>
          <p:spPr>
            <a:xfrm>
              <a:off x="4769575" y="2562550"/>
              <a:ext cx="144825" cy="164150"/>
            </a:xfrm>
            <a:custGeom>
              <a:avLst/>
              <a:gdLst/>
              <a:ahLst/>
              <a:cxnLst/>
              <a:rect l="l" t="t" r="r" b="b"/>
              <a:pathLst>
                <a:path w="5793" h="6566" extrusionOk="0">
                  <a:moveTo>
                    <a:pt x="2858" y="464"/>
                  </a:moveTo>
                  <a:lnTo>
                    <a:pt x="3360" y="619"/>
                  </a:lnTo>
                  <a:lnTo>
                    <a:pt x="3823" y="812"/>
                  </a:lnTo>
                  <a:lnTo>
                    <a:pt x="4248" y="1082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9"/>
                  </a:lnTo>
                  <a:lnTo>
                    <a:pt x="5252" y="2511"/>
                  </a:lnTo>
                  <a:lnTo>
                    <a:pt x="5290" y="2781"/>
                  </a:lnTo>
                  <a:lnTo>
                    <a:pt x="5329" y="3051"/>
                  </a:lnTo>
                  <a:lnTo>
                    <a:pt x="5329" y="3322"/>
                  </a:lnTo>
                  <a:lnTo>
                    <a:pt x="5290" y="3785"/>
                  </a:lnTo>
                  <a:lnTo>
                    <a:pt x="5175" y="4248"/>
                  </a:lnTo>
                  <a:lnTo>
                    <a:pt x="4982" y="4712"/>
                  </a:lnTo>
                  <a:lnTo>
                    <a:pt x="4711" y="5098"/>
                  </a:lnTo>
                  <a:lnTo>
                    <a:pt x="4364" y="5445"/>
                  </a:lnTo>
                  <a:lnTo>
                    <a:pt x="4016" y="5716"/>
                  </a:lnTo>
                  <a:lnTo>
                    <a:pt x="3784" y="5832"/>
                  </a:lnTo>
                  <a:lnTo>
                    <a:pt x="3553" y="5947"/>
                  </a:lnTo>
                  <a:lnTo>
                    <a:pt x="3321" y="6025"/>
                  </a:lnTo>
                  <a:lnTo>
                    <a:pt x="3089" y="6063"/>
                  </a:lnTo>
                  <a:lnTo>
                    <a:pt x="2780" y="6102"/>
                  </a:lnTo>
                  <a:lnTo>
                    <a:pt x="2510" y="6102"/>
                  </a:lnTo>
                  <a:lnTo>
                    <a:pt x="2201" y="6063"/>
                  </a:lnTo>
                  <a:lnTo>
                    <a:pt x="1970" y="5986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600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1"/>
                  </a:lnTo>
                  <a:lnTo>
                    <a:pt x="734" y="4789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5"/>
                  </a:lnTo>
                  <a:lnTo>
                    <a:pt x="464" y="2974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700"/>
                  </a:lnTo>
                  <a:lnTo>
                    <a:pt x="966" y="1507"/>
                  </a:lnTo>
                  <a:lnTo>
                    <a:pt x="1120" y="1275"/>
                  </a:lnTo>
                  <a:lnTo>
                    <a:pt x="1313" y="1121"/>
                  </a:lnTo>
                  <a:lnTo>
                    <a:pt x="1506" y="927"/>
                  </a:lnTo>
                  <a:lnTo>
                    <a:pt x="1738" y="812"/>
                  </a:lnTo>
                  <a:lnTo>
                    <a:pt x="1970" y="696"/>
                  </a:lnTo>
                  <a:lnTo>
                    <a:pt x="2201" y="580"/>
                  </a:lnTo>
                  <a:lnTo>
                    <a:pt x="2472" y="541"/>
                  </a:lnTo>
                  <a:lnTo>
                    <a:pt x="2780" y="503"/>
                  </a:lnTo>
                  <a:lnTo>
                    <a:pt x="2819" y="503"/>
                  </a:lnTo>
                  <a:lnTo>
                    <a:pt x="2858" y="464"/>
                  </a:lnTo>
                  <a:close/>
                  <a:moveTo>
                    <a:pt x="2665" y="1"/>
                  </a:moveTo>
                  <a:lnTo>
                    <a:pt x="2587" y="39"/>
                  </a:lnTo>
                  <a:lnTo>
                    <a:pt x="2510" y="78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1"/>
                  </a:lnTo>
                  <a:lnTo>
                    <a:pt x="1854" y="310"/>
                  </a:lnTo>
                  <a:lnTo>
                    <a:pt x="1622" y="387"/>
                  </a:lnTo>
                  <a:lnTo>
                    <a:pt x="1390" y="503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7"/>
                  </a:lnTo>
                  <a:lnTo>
                    <a:pt x="348" y="1738"/>
                  </a:lnTo>
                  <a:lnTo>
                    <a:pt x="155" y="2279"/>
                  </a:lnTo>
                  <a:lnTo>
                    <a:pt x="39" y="2858"/>
                  </a:lnTo>
                  <a:lnTo>
                    <a:pt x="0" y="3399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3"/>
                  </a:lnTo>
                  <a:lnTo>
                    <a:pt x="309" y="4943"/>
                  </a:lnTo>
                  <a:lnTo>
                    <a:pt x="425" y="5214"/>
                  </a:lnTo>
                  <a:lnTo>
                    <a:pt x="579" y="5445"/>
                  </a:lnTo>
                  <a:lnTo>
                    <a:pt x="734" y="5677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8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7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7"/>
                  </a:lnTo>
                  <a:lnTo>
                    <a:pt x="3476" y="6449"/>
                  </a:lnTo>
                  <a:lnTo>
                    <a:pt x="3784" y="6334"/>
                  </a:lnTo>
                  <a:lnTo>
                    <a:pt x="4055" y="6218"/>
                  </a:lnTo>
                  <a:lnTo>
                    <a:pt x="4325" y="6063"/>
                  </a:lnTo>
                  <a:lnTo>
                    <a:pt x="4557" y="5909"/>
                  </a:lnTo>
                  <a:lnTo>
                    <a:pt x="4788" y="5716"/>
                  </a:lnTo>
                  <a:lnTo>
                    <a:pt x="4982" y="5484"/>
                  </a:lnTo>
                  <a:lnTo>
                    <a:pt x="5175" y="5252"/>
                  </a:lnTo>
                  <a:lnTo>
                    <a:pt x="5329" y="4982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1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8"/>
                  </a:lnTo>
                  <a:lnTo>
                    <a:pt x="5561" y="2047"/>
                  </a:lnTo>
                  <a:lnTo>
                    <a:pt x="5406" y="1777"/>
                  </a:lnTo>
                  <a:lnTo>
                    <a:pt x="5252" y="1507"/>
                  </a:lnTo>
                  <a:lnTo>
                    <a:pt x="5059" y="1275"/>
                  </a:lnTo>
                  <a:lnTo>
                    <a:pt x="4866" y="1043"/>
                  </a:lnTo>
                  <a:lnTo>
                    <a:pt x="4634" y="812"/>
                  </a:lnTo>
                  <a:lnTo>
                    <a:pt x="4402" y="619"/>
                  </a:lnTo>
                  <a:lnTo>
                    <a:pt x="4132" y="464"/>
                  </a:lnTo>
                  <a:lnTo>
                    <a:pt x="3862" y="310"/>
                  </a:lnTo>
                  <a:lnTo>
                    <a:pt x="3591" y="194"/>
                  </a:lnTo>
                  <a:lnTo>
                    <a:pt x="3282" y="117"/>
                  </a:lnTo>
                  <a:lnTo>
                    <a:pt x="2974" y="39"/>
                  </a:lnTo>
                  <a:lnTo>
                    <a:pt x="266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13"/>
            <p:cNvSpPr/>
            <p:nvPr/>
          </p:nvSpPr>
          <p:spPr>
            <a:xfrm>
              <a:off x="4802400" y="27817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0"/>
                  </a:moveTo>
                  <a:lnTo>
                    <a:pt x="12434" y="39"/>
                  </a:lnTo>
                  <a:lnTo>
                    <a:pt x="12357" y="77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8"/>
                  </a:lnTo>
                  <a:lnTo>
                    <a:pt x="12164" y="1043"/>
                  </a:lnTo>
                  <a:lnTo>
                    <a:pt x="12009" y="1197"/>
                  </a:lnTo>
                  <a:lnTo>
                    <a:pt x="11855" y="1313"/>
                  </a:lnTo>
                  <a:lnTo>
                    <a:pt x="11430" y="1545"/>
                  </a:lnTo>
                  <a:lnTo>
                    <a:pt x="11005" y="1699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4" y="2085"/>
                  </a:lnTo>
                  <a:lnTo>
                    <a:pt x="9345" y="2008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0"/>
                  </a:lnTo>
                  <a:lnTo>
                    <a:pt x="8611" y="1699"/>
                  </a:lnTo>
                  <a:lnTo>
                    <a:pt x="8804" y="2008"/>
                  </a:lnTo>
                  <a:lnTo>
                    <a:pt x="8997" y="2279"/>
                  </a:lnTo>
                  <a:lnTo>
                    <a:pt x="7839" y="2587"/>
                  </a:lnTo>
                  <a:lnTo>
                    <a:pt x="6719" y="2819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9" y="3282"/>
                  </a:lnTo>
                  <a:lnTo>
                    <a:pt x="3746" y="2935"/>
                  </a:lnTo>
                  <a:lnTo>
                    <a:pt x="3784" y="2587"/>
                  </a:lnTo>
                  <a:lnTo>
                    <a:pt x="3707" y="2240"/>
                  </a:lnTo>
                  <a:lnTo>
                    <a:pt x="3630" y="1892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7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8"/>
                  </a:lnTo>
                  <a:lnTo>
                    <a:pt x="1815" y="3437"/>
                  </a:lnTo>
                  <a:lnTo>
                    <a:pt x="1352" y="3398"/>
                  </a:lnTo>
                  <a:lnTo>
                    <a:pt x="965" y="3360"/>
                  </a:lnTo>
                  <a:lnTo>
                    <a:pt x="772" y="3282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3"/>
                  </a:lnTo>
                  <a:lnTo>
                    <a:pt x="309" y="2665"/>
                  </a:lnTo>
                  <a:lnTo>
                    <a:pt x="232" y="2587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3"/>
                  </a:lnTo>
                  <a:lnTo>
                    <a:pt x="0" y="2858"/>
                  </a:lnTo>
                  <a:lnTo>
                    <a:pt x="0" y="3012"/>
                  </a:lnTo>
                  <a:lnTo>
                    <a:pt x="0" y="3167"/>
                  </a:lnTo>
                  <a:lnTo>
                    <a:pt x="39" y="3282"/>
                  </a:lnTo>
                  <a:lnTo>
                    <a:pt x="116" y="3398"/>
                  </a:lnTo>
                  <a:lnTo>
                    <a:pt x="193" y="3514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0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0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2"/>
                  </a:lnTo>
                  <a:lnTo>
                    <a:pt x="12048" y="1699"/>
                  </a:lnTo>
                  <a:lnTo>
                    <a:pt x="12357" y="1506"/>
                  </a:lnTo>
                  <a:lnTo>
                    <a:pt x="12627" y="1236"/>
                  </a:lnTo>
                  <a:lnTo>
                    <a:pt x="12704" y="1081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79"/>
                  </a:lnTo>
                  <a:lnTo>
                    <a:pt x="12820" y="386"/>
                  </a:lnTo>
                  <a:lnTo>
                    <a:pt x="12743" y="155"/>
                  </a:lnTo>
                  <a:lnTo>
                    <a:pt x="12704" y="77"/>
                  </a:lnTo>
                  <a:lnTo>
                    <a:pt x="12627" y="39"/>
                  </a:lnTo>
                  <a:lnTo>
                    <a:pt x="125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13"/>
            <p:cNvSpPr/>
            <p:nvPr/>
          </p:nvSpPr>
          <p:spPr>
            <a:xfrm>
              <a:off x="4737700" y="2534550"/>
              <a:ext cx="459550" cy="296400"/>
            </a:xfrm>
            <a:custGeom>
              <a:avLst/>
              <a:gdLst/>
              <a:ahLst/>
              <a:cxnLst/>
              <a:rect l="l" t="t" r="r" b="b"/>
              <a:pathLst>
                <a:path w="18382" h="11856" extrusionOk="0">
                  <a:moveTo>
                    <a:pt x="17648" y="2936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9"/>
                  </a:lnTo>
                  <a:lnTo>
                    <a:pt x="17880" y="3322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40"/>
                  </a:lnTo>
                  <a:lnTo>
                    <a:pt x="17648" y="4133"/>
                  </a:lnTo>
                  <a:lnTo>
                    <a:pt x="17300" y="4403"/>
                  </a:lnTo>
                  <a:lnTo>
                    <a:pt x="17030" y="4596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4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5"/>
                  </a:lnTo>
                  <a:lnTo>
                    <a:pt x="16528" y="3515"/>
                  </a:lnTo>
                  <a:lnTo>
                    <a:pt x="16721" y="3283"/>
                  </a:lnTo>
                  <a:lnTo>
                    <a:pt x="16953" y="3129"/>
                  </a:lnTo>
                  <a:lnTo>
                    <a:pt x="17223" y="2974"/>
                  </a:lnTo>
                  <a:lnTo>
                    <a:pt x="17493" y="2936"/>
                  </a:lnTo>
                  <a:close/>
                  <a:moveTo>
                    <a:pt x="14211" y="4866"/>
                  </a:moveTo>
                  <a:lnTo>
                    <a:pt x="14481" y="4905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30"/>
                  </a:lnTo>
                  <a:lnTo>
                    <a:pt x="14752" y="5523"/>
                  </a:lnTo>
                  <a:lnTo>
                    <a:pt x="14288" y="5677"/>
                  </a:lnTo>
                  <a:lnTo>
                    <a:pt x="14018" y="5716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600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7"/>
                  </a:lnTo>
                  <a:lnTo>
                    <a:pt x="13169" y="5021"/>
                  </a:lnTo>
                  <a:lnTo>
                    <a:pt x="13323" y="4944"/>
                  </a:lnTo>
                  <a:lnTo>
                    <a:pt x="13555" y="4905"/>
                  </a:lnTo>
                  <a:lnTo>
                    <a:pt x="13864" y="4866"/>
                  </a:lnTo>
                  <a:close/>
                  <a:moveTo>
                    <a:pt x="15756" y="5523"/>
                  </a:moveTo>
                  <a:lnTo>
                    <a:pt x="16374" y="5832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4"/>
                  </a:lnTo>
                  <a:lnTo>
                    <a:pt x="17571" y="6913"/>
                  </a:lnTo>
                  <a:lnTo>
                    <a:pt x="17609" y="7067"/>
                  </a:lnTo>
                  <a:lnTo>
                    <a:pt x="17609" y="7222"/>
                  </a:lnTo>
                  <a:lnTo>
                    <a:pt x="17609" y="7454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4"/>
                  </a:lnTo>
                  <a:lnTo>
                    <a:pt x="17146" y="7724"/>
                  </a:lnTo>
                  <a:lnTo>
                    <a:pt x="16953" y="7685"/>
                  </a:lnTo>
                  <a:lnTo>
                    <a:pt x="16798" y="7608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7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2"/>
                  </a:lnTo>
                  <a:lnTo>
                    <a:pt x="15756" y="5523"/>
                  </a:lnTo>
                  <a:close/>
                  <a:moveTo>
                    <a:pt x="4944" y="464"/>
                  </a:moveTo>
                  <a:lnTo>
                    <a:pt x="5561" y="503"/>
                  </a:lnTo>
                  <a:lnTo>
                    <a:pt x="6141" y="657"/>
                  </a:lnTo>
                  <a:lnTo>
                    <a:pt x="6681" y="889"/>
                  </a:lnTo>
                  <a:lnTo>
                    <a:pt x="7222" y="1198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5"/>
                  </a:lnTo>
                  <a:lnTo>
                    <a:pt x="8766" y="2781"/>
                  </a:lnTo>
                  <a:lnTo>
                    <a:pt x="9037" y="3206"/>
                  </a:lnTo>
                  <a:lnTo>
                    <a:pt x="9268" y="3669"/>
                  </a:lnTo>
                  <a:lnTo>
                    <a:pt x="9693" y="4596"/>
                  </a:lnTo>
                  <a:lnTo>
                    <a:pt x="10079" y="5523"/>
                  </a:lnTo>
                  <a:lnTo>
                    <a:pt x="10272" y="5909"/>
                  </a:lnTo>
                  <a:lnTo>
                    <a:pt x="10504" y="6295"/>
                  </a:lnTo>
                  <a:lnTo>
                    <a:pt x="10736" y="6643"/>
                  </a:lnTo>
                  <a:lnTo>
                    <a:pt x="11006" y="6913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1"/>
                  </a:lnTo>
                  <a:lnTo>
                    <a:pt x="13207" y="7492"/>
                  </a:lnTo>
                  <a:lnTo>
                    <a:pt x="13516" y="7415"/>
                  </a:lnTo>
                  <a:lnTo>
                    <a:pt x="13825" y="7260"/>
                  </a:lnTo>
                  <a:lnTo>
                    <a:pt x="14095" y="7106"/>
                  </a:lnTo>
                  <a:lnTo>
                    <a:pt x="14366" y="6952"/>
                  </a:lnTo>
                  <a:lnTo>
                    <a:pt x="14597" y="6720"/>
                  </a:lnTo>
                  <a:lnTo>
                    <a:pt x="14829" y="6488"/>
                  </a:lnTo>
                  <a:lnTo>
                    <a:pt x="14829" y="6488"/>
                  </a:lnTo>
                  <a:lnTo>
                    <a:pt x="14404" y="7222"/>
                  </a:lnTo>
                  <a:lnTo>
                    <a:pt x="13941" y="7878"/>
                  </a:lnTo>
                  <a:lnTo>
                    <a:pt x="13439" y="8535"/>
                  </a:lnTo>
                  <a:lnTo>
                    <a:pt x="12860" y="9114"/>
                  </a:lnTo>
                  <a:lnTo>
                    <a:pt x="12242" y="9616"/>
                  </a:lnTo>
                  <a:lnTo>
                    <a:pt x="11547" y="10079"/>
                  </a:lnTo>
                  <a:lnTo>
                    <a:pt x="10813" y="10504"/>
                  </a:lnTo>
                  <a:lnTo>
                    <a:pt x="10041" y="10813"/>
                  </a:lnTo>
                  <a:lnTo>
                    <a:pt x="9462" y="11006"/>
                  </a:lnTo>
                  <a:lnTo>
                    <a:pt x="8882" y="11161"/>
                  </a:lnTo>
                  <a:lnTo>
                    <a:pt x="8303" y="11276"/>
                  </a:lnTo>
                  <a:lnTo>
                    <a:pt x="7724" y="11315"/>
                  </a:lnTo>
                  <a:lnTo>
                    <a:pt x="7145" y="11354"/>
                  </a:lnTo>
                  <a:lnTo>
                    <a:pt x="6604" y="11315"/>
                  </a:lnTo>
                  <a:lnTo>
                    <a:pt x="6025" y="11238"/>
                  </a:lnTo>
                  <a:lnTo>
                    <a:pt x="5484" y="11122"/>
                  </a:lnTo>
                  <a:lnTo>
                    <a:pt x="4944" y="10967"/>
                  </a:lnTo>
                  <a:lnTo>
                    <a:pt x="4442" y="10736"/>
                  </a:lnTo>
                  <a:lnTo>
                    <a:pt x="3940" y="10504"/>
                  </a:lnTo>
                  <a:lnTo>
                    <a:pt x="3476" y="10195"/>
                  </a:lnTo>
                  <a:lnTo>
                    <a:pt x="3013" y="9848"/>
                  </a:lnTo>
                  <a:lnTo>
                    <a:pt x="2549" y="9461"/>
                  </a:lnTo>
                  <a:lnTo>
                    <a:pt x="2163" y="9037"/>
                  </a:lnTo>
                  <a:lnTo>
                    <a:pt x="1777" y="8573"/>
                  </a:lnTo>
                  <a:lnTo>
                    <a:pt x="1430" y="8033"/>
                  </a:lnTo>
                  <a:lnTo>
                    <a:pt x="1121" y="7492"/>
                  </a:lnTo>
                  <a:lnTo>
                    <a:pt x="850" y="6913"/>
                  </a:lnTo>
                  <a:lnTo>
                    <a:pt x="657" y="6334"/>
                  </a:lnTo>
                  <a:lnTo>
                    <a:pt x="503" y="5754"/>
                  </a:lnTo>
                  <a:lnTo>
                    <a:pt x="426" y="5137"/>
                  </a:lnTo>
                  <a:lnTo>
                    <a:pt x="426" y="4519"/>
                  </a:lnTo>
                  <a:lnTo>
                    <a:pt x="503" y="3862"/>
                  </a:lnTo>
                  <a:lnTo>
                    <a:pt x="696" y="3283"/>
                  </a:lnTo>
                  <a:lnTo>
                    <a:pt x="928" y="2743"/>
                  </a:lnTo>
                  <a:lnTo>
                    <a:pt x="1275" y="2241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80"/>
                  </a:lnTo>
                  <a:lnTo>
                    <a:pt x="4326" y="464"/>
                  </a:lnTo>
                  <a:close/>
                  <a:moveTo>
                    <a:pt x="4519" y="1"/>
                  </a:moveTo>
                  <a:lnTo>
                    <a:pt x="4249" y="39"/>
                  </a:lnTo>
                  <a:lnTo>
                    <a:pt x="3901" y="78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6"/>
                  </a:lnTo>
                  <a:lnTo>
                    <a:pt x="2472" y="580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4"/>
                  </a:lnTo>
                  <a:lnTo>
                    <a:pt x="1082" y="1700"/>
                  </a:lnTo>
                  <a:lnTo>
                    <a:pt x="773" y="2163"/>
                  </a:lnTo>
                  <a:lnTo>
                    <a:pt x="503" y="2627"/>
                  </a:lnTo>
                  <a:lnTo>
                    <a:pt x="310" y="3090"/>
                  </a:lnTo>
                  <a:lnTo>
                    <a:pt x="155" y="3592"/>
                  </a:lnTo>
                  <a:lnTo>
                    <a:pt x="40" y="4094"/>
                  </a:lnTo>
                  <a:lnTo>
                    <a:pt x="1" y="4596"/>
                  </a:lnTo>
                  <a:lnTo>
                    <a:pt x="1" y="5137"/>
                  </a:lnTo>
                  <a:lnTo>
                    <a:pt x="78" y="5639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9"/>
                  </a:lnTo>
                  <a:lnTo>
                    <a:pt x="1237" y="8612"/>
                  </a:lnTo>
                  <a:lnTo>
                    <a:pt x="1545" y="9037"/>
                  </a:lnTo>
                  <a:lnTo>
                    <a:pt x="2009" y="9577"/>
                  </a:lnTo>
                  <a:lnTo>
                    <a:pt x="2472" y="10041"/>
                  </a:lnTo>
                  <a:lnTo>
                    <a:pt x="2974" y="10427"/>
                  </a:lnTo>
                  <a:lnTo>
                    <a:pt x="3476" y="10813"/>
                  </a:lnTo>
                  <a:lnTo>
                    <a:pt x="4055" y="11083"/>
                  </a:lnTo>
                  <a:lnTo>
                    <a:pt x="4596" y="11354"/>
                  </a:lnTo>
                  <a:lnTo>
                    <a:pt x="5214" y="11547"/>
                  </a:lnTo>
                  <a:lnTo>
                    <a:pt x="5832" y="11701"/>
                  </a:lnTo>
                  <a:lnTo>
                    <a:pt x="5870" y="11856"/>
                  </a:lnTo>
                  <a:lnTo>
                    <a:pt x="6218" y="11778"/>
                  </a:lnTo>
                  <a:lnTo>
                    <a:pt x="7029" y="11817"/>
                  </a:lnTo>
                  <a:lnTo>
                    <a:pt x="7840" y="11817"/>
                  </a:lnTo>
                  <a:lnTo>
                    <a:pt x="8689" y="11701"/>
                  </a:lnTo>
                  <a:lnTo>
                    <a:pt x="9539" y="11508"/>
                  </a:lnTo>
                  <a:lnTo>
                    <a:pt x="10272" y="11238"/>
                  </a:lnTo>
                  <a:lnTo>
                    <a:pt x="11006" y="10929"/>
                  </a:lnTo>
                  <a:lnTo>
                    <a:pt x="11315" y="10813"/>
                  </a:lnTo>
                  <a:lnTo>
                    <a:pt x="11315" y="10774"/>
                  </a:lnTo>
                  <a:lnTo>
                    <a:pt x="12049" y="10350"/>
                  </a:lnTo>
                  <a:lnTo>
                    <a:pt x="12705" y="9848"/>
                  </a:lnTo>
                  <a:lnTo>
                    <a:pt x="13362" y="9307"/>
                  </a:lnTo>
                  <a:lnTo>
                    <a:pt x="13941" y="8689"/>
                  </a:lnTo>
                  <a:lnTo>
                    <a:pt x="14481" y="8033"/>
                  </a:lnTo>
                  <a:lnTo>
                    <a:pt x="14713" y="7685"/>
                  </a:lnTo>
                  <a:lnTo>
                    <a:pt x="14906" y="7299"/>
                  </a:lnTo>
                  <a:lnTo>
                    <a:pt x="15099" y="6952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20"/>
                  </a:lnTo>
                  <a:lnTo>
                    <a:pt x="15987" y="7145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7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3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4"/>
                  </a:lnTo>
                  <a:lnTo>
                    <a:pt x="18034" y="7260"/>
                  </a:lnTo>
                  <a:lnTo>
                    <a:pt x="17995" y="7029"/>
                  </a:lnTo>
                  <a:lnTo>
                    <a:pt x="17918" y="6836"/>
                  </a:lnTo>
                  <a:lnTo>
                    <a:pt x="17841" y="6643"/>
                  </a:lnTo>
                  <a:lnTo>
                    <a:pt x="17725" y="6450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6"/>
                  </a:lnTo>
                  <a:lnTo>
                    <a:pt x="16567" y="5446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2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4"/>
                  </a:lnTo>
                  <a:lnTo>
                    <a:pt x="18343" y="3553"/>
                  </a:lnTo>
                  <a:lnTo>
                    <a:pt x="18382" y="3322"/>
                  </a:lnTo>
                  <a:lnTo>
                    <a:pt x="18343" y="3090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4"/>
                  </a:lnTo>
                  <a:lnTo>
                    <a:pt x="17841" y="2588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8"/>
                  </a:lnTo>
                  <a:lnTo>
                    <a:pt x="16953" y="2704"/>
                  </a:lnTo>
                  <a:lnTo>
                    <a:pt x="16760" y="2781"/>
                  </a:lnTo>
                  <a:lnTo>
                    <a:pt x="16567" y="2936"/>
                  </a:lnTo>
                  <a:lnTo>
                    <a:pt x="16412" y="3090"/>
                  </a:lnTo>
                  <a:lnTo>
                    <a:pt x="16258" y="3283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1"/>
                  </a:lnTo>
                  <a:lnTo>
                    <a:pt x="15524" y="5021"/>
                  </a:lnTo>
                  <a:lnTo>
                    <a:pt x="15099" y="4789"/>
                  </a:lnTo>
                  <a:lnTo>
                    <a:pt x="14675" y="4635"/>
                  </a:lnTo>
                  <a:lnTo>
                    <a:pt x="14211" y="4519"/>
                  </a:lnTo>
                  <a:lnTo>
                    <a:pt x="13748" y="4519"/>
                  </a:lnTo>
                  <a:lnTo>
                    <a:pt x="13362" y="4596"/>
                  </a:lnTo>
                  <a:lnTo>
                    <a:pt x="13169" y="4635"/>
                  </a:lnTo>
                  <a:lnTo>
                    <a:pt x="12975" y="4712"/>
                  </a:lnTo>
                  <a:lnTo>
                    <a:pt x="12782" y="4789"/>
                  </a:lnTo>
                  <a:lnTo>
                    <a:pt x="12628" y="4944"/>
                  </a:lnTo>
                  <a:lnTo>
                    <a:pt x="12512" y="5098"/>
                  </a:lnTo>
                  <a:lnTo>
                    <a:pt x="12435" y="5252"/>
                  </a:lnTo>
                  <a:lnTo>
                    <a:pt x="12396" y="5446"/>
                  </a:lnTo>
                  <a:lnTo>
                    <a:pt x="12473" y="5639"/>
                  </a:lnTo>
                  <a:lnTo>
                    <a:pt x="12551" y="5793"/>
                  </a:lnTo>
                  <a:lnTo>
                    <a:pt x="12705" y="5909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1"/>
                  </a:lnTo>
                  <a:lnTo>
                    <a:pt x="13786" y="6141"/>
                  </a:lnTo>
                  <a:lnTo>
                    <a:pt x="14134" y="6102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20"/>
                  </a:lnTo>
                  <a:lnTo>
                    <a:pt x="13671" y="6836"/>
                  </a:lnTo>
                  <a:lnTo>
                    <a:pt x="13439" y="6952"/>
                  </a:lnTo>
                  <a:lnTo>
                    <a:pt x="13207" y="7029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1"/>
                  </a:lnTo>
                  <a:lnTo>
                    <a:pt x="10968" y="6141"/>
                  </a:lnTo>
                  <a:lnTo>
                    <a:pt x="10774" y="5793"/>
                  </a:lnTo>
                  <a:lnTo>
                    <a:pt x="10504" y="5330"/>
                  </a:lnTo>
                  <a:lnTo>
                    <a:pt x="10311" y="4828"/>
                  </a:lnTo>
                  <a:lnTo>
                    <a:pt x="9886" y="3862"/>
                  </a:lnTo>
                  <a:lnTo>
                    <a:pt x="9655" y="3399"/>
                  </a:lnTo>
                  <a:lnTo>
                    <a:pt x="9423" y="2936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2"/>
                  </a:lnTo>
                  <a:lnTo>
                    <a:pt x="6874" y="503"/>
                  </a:lnTo>
                  <a:lnTo>
                    <a:pt x="6295" y="271"/>
                  </a:lnTo>
                  <a:lnTo>
                    <a:pt x="5716" y="117"/>
                  </a:lnTo>
                  <a:lnTo>
                    <a:pt x="5137" y="39"/>
                  </a:lnTo>
                  <a:lnTo>
                    <a:pt x="451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13"/>
            <p:cNvSpPr/>
            <p:nvPr/>
          </p:nvSpPr>
          <p:spPr>
            <a:xfrm>
              <a:off x="4673025" y="2378175"/>
              <a:ext cx="330175" cy="176675"/>
            </a:xfrm>
            <a:custGeom>
              <a:avLst/>
              <a:gdLst/>
              <a:ahLst/>
              <a:cxnLst/>
              <a:rect l="l" t="t" r="r" b="b"/>
              <a:pathLst>
                <a:path w="13207" h="7067" extrusionOk="0">
                  <a:moveTo>
                    <a:pt x="8110" y="309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79"/>
                  </a:lnTo>
                  <a:lnTo>
                    <a:pt x="8728" y="888"/>
                  </a:lnTo>
                  <a:lnTo>
                    <a:pt x="8766" y="1197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7"/>
                  </a:lnTo>
                  <a:lnTo>
                    <a:pt x="8033" y="2858"/>
                  </a:lnTo>
                  <a:lnTo>
                    <a:pt x="6836" y="4711"/>
                  </a:lnTo>
                  <a:lnTo>
                    <a:pt x="6681" y="4711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7"/>
                  </a:lnTo>
                  <a:lnTo>
                    <a:pt x="7453" y="888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09"/>
                  </a:lnTo>
                  <a:close/>
                  <a:moveTo>
                    <a:pt x="5909" y="5406"/>
                  </a:moveTo>
                  <a:lnTo>
                    <a:pt x="4673" y="5831"/>
                  </a:lnTo>
                  <a:lnTo>
                    <a:pt x="3437" y="6217"/>
                  </a:lnTo>
                  <a:lnTo>
                    <a:pt x="2781" y="6372"/>
                  </a:lnTo>
                  <a:lnTo>
                    <a:pt x="2125" y="6526"/>
                  </a:lnTo>
                  <a:lnTo>
                    <a:pt x="1700" y="6565"/>
                  </a:lnTo>
                  <a:lnTo>
                    <a:pt x="1314" y="6603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7"/>
                  </a:lnTo>
                  <a:lnTo>
                    <a:pt x="696" y="6063"/>
                  </a:lnTo>
                  <a:lnTo>
                    <a:pt x="696" y="5908"/>
                  </a:lnTo>
                  <a:lnTo>
                    <a:pt x="734" y="5792"/>
                  </a:lnTo>
                  <a:lnTo>
                    <a:pt x="812" y="5715"/>
                  </a:lnTo>
                  <a:lnTo>
                    <a:pt x="889" y="5677"/>
                  </a:lnTo>
                  <a:lnTo>
                    <a:pt x="1082" y="5599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6"/>
                  </a:lnTo>
                  <a:close/>
                  <a:moveTo>
                    <a:pt x="7067" y="5097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5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8"/>
                  </a:lnTo>
                  <a:lnTo>
                    <a:pt x="12589" y="6024"/>
                  </a:lnTo>
                  <a:lnTo>
                    <a:pt x="12628" y="6179"/>
                  </a:lnTo>
                  <a:lnTo>
                    <a:pt x="12589" y="6526"/>
                  </a:lnTo>
                  <a:lnTo>
                    <a:pt x="12435" y="6603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3"/>
                  </a:lnTo>
                  <a:lnTo>
                    <a:pt x="10929" y="6526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8"/>
                  </a:lnTo>
                  <a:lnTo>
                    <a:pt x="8226" y="5677"/>
                  </a:lnTo>
                  <a:lnTo>
                    <a:pt x="7067" y="5097"/>
                  </a:lnTo>
                  <a:close/>
                  <a:moveTo>
                    <a:pt x="8148" y="0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6"/>
                  </a:lnTo>
                  <a:lnTo>
                    <a:pt x="6681" y="2433"/>
                  </a:lnTo>
                  <a:lnTo>
                    <a:pt x="6527" y="3591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0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7"/>
                  </a:lnTo>
                  <a:lnTo>
                    <a:pt x="1391" y="5175"/>
                  </a:lnTo>
                  <a:lnTo>
                    <a:pt x="1005" y="5213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599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4"/>
                  </a:lnTo>
                  <a:lnTo>
                    <a:pt x="117" y="6449"/>
                  </a:lnTo>
                  <a:lnTo>
                    <a:pt x="232" y="6603"/>
                  </a:lnTo>
                  <a:lnTo>
                    <a:pt x="348" y="6681"/>
                  </a:lnTo>
                  <a:lnTo>
                    <a:pt x="464" y="6796"/>
                  </a:lnTo>
                  <a:lnTo>
                    <a:pt x="773" y="6912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2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5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8"/>
                  </a:lnTo>
                  <a:lnTo>
                    <a:pt x="6758" y="6101"/>
                  </a:lnTo>
                  <a:lnTo>
                    <a:pt x="6836" y="6294"/>
                  </a:lnTo>
                  <a:lnTo>
                    <a:pt x="7106" y="6256"/>
                  </a:lnTo>
                  <a:lnTo>
                    <a:pt x="7106" y="6217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6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6"/>
                  </a:lnTo>
                  <a:lnTo>
                    <a:pt x="11045" y="6951"/>
                  </a:lnTo>
                  <a:lnTo>
                    <a:pt x="11469" y="7028"/>
                  </a:lnTo>
                  <a:lnTo>
                    <a:pt x="11933" y="7067"/>
                  </a:lnTo>
                  <a:lnTo>
                    <a:pt x="12396" y="7028"/>
                  </a:lnTo>
                  <a:lnTo>
                    <a:pt x="12589" y="6990"/>
                  </a:lnTo>
                  <a:lnTo>
                    <a:pt x="12782" y="6912"/>
                  </a:lnTo>
                  <a:lnTo>
                    <a:pt x="12937" y="6796"/>
                  </a:lnTo>
                  <a:lnTo>
                    <a:pt x="13053" y="6681"/>
                  </a:lnTo>
                  <a:lnTo>
                    <a:pt x="13130" y="6526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4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6"/>
                  </a:lnTo>
                  <a:lnTo>
                    <a:pt x="12242" y="5290"/>
                  </a:lnTo>
                  <a:lnTo>
                    <a:pt x="11894" y="5213"/>
                  </a:lnTo>
                  <a:lnTo>
                    <a:pt x="11315" y="5097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1"/>
                  </a:lnTo>
                  <a:lnTo>
                    <a:pt x="8071" y="3514"/>
                  </a:lnTo>
                  <a:lnTo>
                    <a:pt x="8496" y="2858"/>
                  </a:lnTo>
                  <a:lnTo>
                    <a:pt x="8844" y="2201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6"/>
                  </a:lnTo>
                  <a:lnTo>
                    <a:pt x="9075" y="1275"/>
                  </a:lnTo>
                  <a:lnTo>
                    <a:pt x="9037" y="1004"/>
                  </a:lnTo>
                  <a:lnTo>
                    <a:pt x="8959" y="811"/>
                  </a:lnTo>
                  <a:lnTo>
                    <a:pt x="8882" y="579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13"/>
            <p:cNvSpPr/>
            <p:nvPr/>
          </p:nvSpPr>
          <p:spPr>
            <a:xfrm>
              <a:off x="2715250" y="1912850"/>
              <a:ext cx="147725" cy="161250"/>
            </a:xfrm>
            <a:custGeom>
              <a:avLst/>
              <a:gdLst/>
              <a:ahLst/>
              <a:cxnLst/>
              <a:rect l="l" t="t" r="r" b="b"/>
              <a:pathLst>
                <a:path w="5909" h="6450" extrusionOk="0">
                  <a:moveTo>
                    <a:pt x="2781" y="503"/>
                  </a:moveTo>
                  <a:lnTo>
                    <a:pt x="3283" y="580"/>
                  </a:lnTo>
                  <a:lnTo>
                    <a:pt x="3746" y="735"/>
                  </a:lnTo>
                  <a:lnTo>
                    <a:pt x="4210" y="966"/>
                  </a:lnTo>
                  <a:lnTo>
                    <a:pt x="4403" y="1082"/>
                  </a:lnTo>
                  <a:lnTo>
                    <a:pt x="4596" y="1275"/>
                  </a:lnTo>
                  <a:lnTo>
                    <a:pt x="4750" y="1468"/>
                  </a:lnTo>
                  <a:lnTo>
                    <a:pt x="4943" y="1661"/>
                  </a:lnTo>
                  <a:lnTo>
                    <a:pt x="5059" y="1893"/>
                  </a:lnTo>
                  <a:lnTo>
                    <a:pt x="5175" y="2125"/>
                  </a:lnTo>
                  <a:lnTo>
                    <a:pt x="5330" y="2588"/>
                  </a:lnTo>
                  <a:lnTo>
                    <a:pt x="5407" y="3052"/>
                  </a:lnTo>
                  <a:lnTo>
                    <a:pt x="5407" y="3515"/>
                  </a:lnTo>
                  <a:lnTo>
                    <a:pt x="5368" y="4017"/>
                  </a:lnTo>
                  <a:lnTo>
                    <a:pt x="5214" y="4442"/>
                  </a:lnTo>
                  <a:lnTo>
                    <a:pt x="4982" y="4866"/>
                  </a:lnTo>
                  <a:lnTo>
                    <a:pt x="4828" y="5059"/>
                  </a:lnTo>
                  <a:lnTo>
                    <a:pt x="4673" y="5253"/>
                  </a:lnTo>
                  <a:lnTo>
                    <a:pt x="4480" y="5407"/>
                  </a:lnTo>
                  <a:lnTo>
                    <a:pt x="4287" y="5561"/>
                  </a:lnTo>
                  <a:lnTo>
                    <a:pt x="4017" y="5716"/>
                  </a:lnTo>
                  <a:lnTo>
                    <a:pt x="3746" y="5832"/>
                  </a:lnTo>
                  <a:lnTo>
                    <a:pt x="3515" y="5909"/>
                  </a:lnTo>
                  <a:lnTo>
                    <a:pt x="3244" y="5948"/>
                  </a:lnTo>
                  <a:lnTo>
                    <a:pt x="2742" y="5948"/>
                  </a:lnTo>
                  <a:lnTo>
                    <a:pt x="2511" y="5870"/>
                  </a:lnTo>
                  <a:lnTo>
                    <a:pt x="2279" y="5793"/>
                  </a:lnTo>
                  <a:lnTo>
                    <a:pt x="2047" y="5677"/>
                  </a:lnTo>
                  <a:lnTo>
                    <a:pt x="1816" y="5561"/>
                  </a:lnTo>
                  <a:lnTo>
                    <a:pt x="1623" y="5407"/>
                  </a:lnTo>
                  <a:lnTo>
                    <a:pt x="1429" y="5214"/>
                  </a:lnTo>
                  <a:lnTo>
                    <a:pt x="1082" y="4828"/>
                  </a:lnTo>
                  <a:lnTo>
                    <a:pt x="812" y="4364"/>
                  </a:lnTo>
                  <a:lnTo>
                    <a:pt x="619" y="3862"/>
                  </a:lnTo>
                  <a:lnTo>
                    <a:pt x="464" y="3322"/>
                  </a:lnTo>
                  <a:lnTo>
                    <a:pt x="426" y="2820"/>
                  </a:lnTo>
                  <a:lnTo>
                    <a:pt x="426" y="2550"/>
                  </a:lnTo>
                  <a:lnTo>
                    <a:pt x="464" y="2279"/>
                  </a:lnTo>
                  <a:lnTo>
                    <a:pt x="503" y="2048"/>
                  </a:lnTo>
                  <a:lnTo>
                    <a:pt x="619" y="1777"/>
                  </a:lnTo>
                  <a:lnTo>
                    <a:pt x="696" y="1584"/>
                  </a:lnTo>
                  <a:lnTo>
                    <a:pt x="850" y="1352"/>
                  </a:lnTo>
                  <a:lnTo>
                    <a:pt x="1005" y="1159"/>
                  </a:lnTo>
                  <a:lnTo>
                    <a:pt x="1198" y="966"/>
                  </a:lnTo>
                  <a:lnTo>
                    <a:pt x="1429" y="812"/>
                  </a:lnTo>
                  <a:lnTo>
                    <a:pt x="1700" y="657"/>
                  </a:lnTo>
                  <a:lnTo>
                    <a:pt x="1738" y="619"/>
                  </a:lnTo>
                  <a:lnTo>
                    <a:pt x="1738" y="580"/>
                  </a:lnTo>
                  <a:lnTo>
                    <a:pt x="2240" y="503"/>
                  </a:lnTo>
                  <a:close/>
                  <a:moveTo>
                    <a:pt x="2588" y="1"/>
                  </a:moveTo>
                  <a:lnTo>
                    <a:pt x="2279" y="40"/>
                  </a:lnTo>
                  <a:lnTo>
                    <a:pt x="1970" y="78"/>
                  </a:lnTo>
                  <a:lnTo>
                    <a:pt x="1661" y="155"/>
                  </a:lnTo>
                  <a:lnTo>
                    <a:pt x="1391" y="233"/>
                  </a:lnTo>
                  <a:lnTo>
                    <a:pt x="1314" y="310"/>
                  </a:lnTo>
                  <a:lnTo>
                    <a:pt x="1236" y="387"/>
                  </a:lnTo>
                  <a:lnTo>
                    <a:pt x="1236" y="464"/>
                  </a:lnTo>
                  <a:lnTo>
                    <a:pt x="1275" y="542"/>
                  </a:lnTo>
                  <a:lnTo>
                    <a:pt x="1005" y="657"/>
                  </a:lnTo>
                  <a:lnTo>
                    <a:pt x="773" y="850"/>
                  </a:lnTo>
                  <a:lnTo>
                    <a:pt x="580" y="1044"/>
                  </a:lnTo>
                  <a:lnTo>
                    <a:pt x="426" y="1237"/>
                  </a:lnTo>
                  <a:lnTo>
                    <a:pt x="271" y="1468"/>
                  </a:lnTo>
                  <a:lnTo>
                    <a:pt x="155" y="1700"/>
                  </a:lnTo>
                  <a:lnTo>
                    <a:pt x="78" y="1970"/>
                  </a:lnTo>
                  <a:lnTo>
                    <a:pt x="39" y="2241"/>
                  </a:lnTo>
                  <a:lnTo>
                    <a:pt x="1" y="2511"/>
                  </a:lnTo>
                  <a:lnTo>
                    <a:pt x="1" y="2781"/>
                  </a:lnTo>
                  <a:lnTo>
                    <a:pt x="39" y="3360"/>
                  </a:lnTo>
                  <a:lnTo>
                    <a:pt x="155" y="3901"/>
                  </a:lnTo>
                  <a:lnTo>
                    <a:pt x="387" y="4442"/>
                  </a:lnTo>
                  <a:lnTo>
                    <a:pt x="696" y="5021"/>
                  </a:lnTo>
                  <a:lnTo>
                    <a:pt x="889" y="5253"/>
                  </a:lnTo>
                  <a:lnTo>
                    <a:pt x="1082" y="5484"/>
                  </a:lnTo>
                  <a:lnTo>
                    <a:pt x="1275" y="5716"/>
                  </a:lnTo>
                  <a:lnTo>
                    <a:pt x="1507" y="5909"/>
                  </a:lnTo>
                  <a:lnTo>
                    <a:pt x="1738" y="6063"/>
                  </a:lnTo>
                  <a:lnTo>
                    <a:pt x="2009" y="6179"/>
                  </a:lnTo>
                  <a:lnTo>
                    <a:pt x="2240" y="6295"/>
                  </a:lnTo>
                  <a:lnTo>
                    <a:pt x="2511" y="6372"/>
                  </a:lnTo>
                  <a:lnTo>
                    <a:pt x="2820" y="6411"/>
                  </a:lnTo>
                  <a:lnTo>
                    <a:pt x="3090" y="6450"/>
                  </a:lnTo>
                  <a:lnTo>
                    <a:pt x="3399" y="6411"/>
                  </a:lnTo>
                  <a:lnTo>
                    <a:pt x="3669" y="6334"/>
                  </a:lnTo>
                  <a:lnTo>
                    <a:pt x="3978" y="6218"/>
                  </a:lnTo>
                  <a:lnTo>
                    <a:pt x="4326" y="6102"/>
                  </a:lnTo>
                  <a:lnTo>
                    <a:pt x="4557" y="5909"/>
                  </a:lnTo>
                  <a:lnTo>
                    <a:pt x="4828" y="5716"/>
                  </a:lnTo>
                  <a:lnTo>
                    <a:pt x="5021" y="5523"/>
                  </a:lnTo>
                  <a:lnTo>
                    <a:pt x="5214" y="5291"/>
                  </a:lnTo>
                  <a:lnTo>
                    <a:pt x="5407" y="5059"/>
                  </a:lnTo>
                  <a:lnTo>
                    <a:pt x="5561" y="4789"/>
                  </a:lnTo>
                  <a:lnTo>
                    <a:pt x="5677" y="4519"/>
                  </a:lnTo>
                  <a:lnTo>
                    <a:pt x="5754" y="4249"/>
                  </a:lnTo>
                  <a:lnTo>
                    <a:pt x="5832" y="3940"/>
                  </a:lnTo>
                  <a:lnTo>
                    <a:pt x="5870" y="3669"/>
                  </a:lnTo>
                  <a:lnTo>
                    <a:pt x="5909" y="3360"/>
                  </a:lnTo>
                  <a:lnTo>
                    <a:pt x="5870" y="3052"/>
                  </a:lnTo>
                  <a:lnTo>
                    <a:pt x="5832" y="2743"/>
                  </a:lnTo>
                  <a:lnTo>
                    <a:pt x="5793" y="2472"/>
                  </a:lnTo>
                  <a:lnTo>
                    <a:pt x="5716" y="2163"/>
                  </a:lnTo>
                  <a:lnTo>
                    <a:pt x="5600" y="1893"/>
                  </a:lnTo>
                  <a:lnTo>
                    <a:pt x="5445" y="1584"/>
                  </a:lnTo>
                  <a:lnTo>
                    <a:pt x="5252" y="1352"/>
                  </a:lnTo>
                  <a:lnTo>
                    <a:pt x="5059" y="1082"/>
                  </a:lnTo>
                  <a:lnTo>
                    <a:pt x="4828" y="889"/>
                  </a:lnTo>
                  <a:lnTo>
                    <a:pt x="4596" y="696"/>
                  </a:lnTo>
                  <a:lnTo>
                    <a:pt x="4364" y="503"/>
                  </a:lnTo>
                  <a:lnTo>
                    <a:pt x="4094" y="348"/>
                  </a:lnTo>
                  <a:lnTo>
                    <a:pt x="3785" y="233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40"/>
                  </a:lnTo>
                  <a:lnTo>
                    <a:pt x="25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13"/>
            <p:cNvSpPr/>
            <p:nvPr/>
          </p:nvSpPr>
          <p:spPr>
            <a:xfrm>
              <a:off x="2839800" y="2000700"/>
              <a:ext cx="270325" cy="209525"/>
            </a:xfrm>
            <a:custGeom>
              <a:avLst/>
              <a:gdLst/>
              <a:ahLst/>
              <a:cxnLst/>
              <a:rect l="l" t="t" r="r" b="b"/>
              <a:pathLst>
                <a:path w="10813" h="8381" extrusionOk="0">
                  <a:moveTo>
                    <a:pt x="10233" y="1"/>
                  </a:moveTo>
                  <a:lnTo>
                    <a:pt x="10156" y="78"/>
                  </a:lnTo>
                  <a:lnTo>
                    <a:pt x="10117" y="155"/>
                  </a:lnTo>
                  <a:lnTo>
                    <a:pt x="10079" y="233"/>
                  </a:lnTo>
                  <a:lnTo>
                    <a:pt x="10079" y="348"/>
                  </a:lnTo>
                  <a:lnTo>
                    <a:pt x="10156" y="426"/>
                  </a:lnTo>
                  <a:lnTo>
                    <a:pt x="10272" y="580"/>
                  </a:lnTo>
                  <a:lnTo>
                    <a:pt x="10310" y="735"/>
                  </a:lnTo>
                  <a:lnTo>
                    <a:pt x="10349" y="928"/>
                  </a:lnTo>
                  <a:lnTo>
                    <a:pt x="10310" y="1121"/>
                  </a:lnTo>
                  <a:lnTo>
                    <a:pt x="10233" y="1275"/>
                  </a:lnTo>
                  <a:lnTo>
                    <a:pt x="10156" y="1468"/>
                  </a:lnTo>
                  <a:lnTo>
                    <a:pt x="9847" y="1854"/>
                  </a:lnTo>
                  <a:lnTo>
                    <a:pt x="9538" y="2202"/>
                  </a:lnTo>
                  <a:lnTo>
                    <a:pt x="9152" y="2511"/>
                  </a:lnTo>
                  <a:lnTo>
                    <a:pt x="8611" y="3013"/>
                  </a:lnTo>
                  <a:lnTo>
                    <a:pt x="8264" y="3283"/>
                  </a:lnTo>
                  <a:lnTo>
                    <a:pt x="8225" y="3206"/>
                  </a:lnTo>
                  <a:lnTo>
                    <a:pt x="8148" y="3129"/>
                  </a:lnTo>
                  <a:lnTo>
                    <a:pt x="7607" y="2820"/>
                  </a:lnTo>
                  <a:lnTo>
                    <a:pt x="7144" y="2434"/>
                  </a:lnTo>
                  <a:lnTo>
                    <a:pt x="6912" y="2665"/>
                  </a:lnTo>
                  <a:lnTo>
                    <a:pt x="7105" y="2936"/>
                  </a:lnTo>
                  <a:lnTo>
                    <a:pt x="7376" y="3167"/>
                  </a:lnTo>
                  <a:lnTo>
                    <a:pt x="7646" y="3399"/>
                  </a:lnTo>
                  <a:lnTo>
                    <a:pt x="7955" y="3553"/>
                  </a:lnTo>
                  <a:lnTo>
                    <a:pt x="7028" y="4287"/>
                  </a:lnTo>
                  <a:lnTo>
                    <a:pt x="6101" y="4982"/>
                  </a:lnTo>
                  <a:lnTo>
                    <a:pt x="4943" y="5793"/>
                  </a:lnTo>
                  <a:lnTo>
                    <a:pt x="3746" y="6527"/>
                  </a:lnTo>
                  <a:lnTo>
                    <a:pt x="3553" y="6681"/>
                  </a:lnTo>
                  <a:lnTo>
                    <a:pt x="3475" y="6334"/>
                  </a:lnTo>
                  <a:lnTo>
                    <a:pt x="3321" y="6025"/>
                  </a:lnTo>
                  <a:lnTo>
                    <a:pt x="3128" y="5716"/>
                  </a:lnTo>
                  <a:lnTo>
                    <a:pt x="2896" y="5446"/>
                  </a:lnTo>
                  <a:lnTo>
                    <a:pt x="2626" y="5677"/>
                  </a:lnTo>
                  <a:lnTo>
                    <a:pt x="2819" y="5909"/>
                  </a:lnTo>
                  <a:lnTo>
                    <a:pt x="2935" y="6179"/>
                  </a:lnTo>
                  <a:lnTo>
                    <a:pt x="3051" y="6565"/>
                  </a:lnTo>
                  <a:lnTo>
                    <a:pt x="3128" y="6952"/>
                  </a:lnTo>
                  <a:lnTo>
                    <a:pt x="2317" y="7376"/>
                  </a:lnTo>
                  <a:lnTo>
                    <a:pt x="1892" y="7608"/>
                  </a:lnTo>
                  <a:lnTo>
                    <a:pt x="1467" y="7762"/>
                  </a:lnTo>
                  <a:lnTo>
                    <a:pt x="1081" y="7878"/>
                  </a:lnTo>
                  <a:lnTo>
                    <a:pt x="927" y="7917"/>
                  </a:lnTo>
                  <a:lnTo>
                    <a:pt x="772" y="7917"/>
                  </a:lnTo>
                  <a:lnTo>
                    <a:pt x="618" y="7878"/>
                  </a:lnTo>
                  <a:lnTo>
                    <a:pt x="502" y="7840"/>
                  </a:lnTo>
                  <a:lnTo>
                    <a:pt x="386" y="7724"/>
                  </a:lnTo>
                  <a:lnTo>
                    <a:pt x="309" y="7608"/>
                  </a:lnTo>
                  <a:lnTo>
                    <a:pt x="270" y="7569"/>
                  </a:lnTo>
                  <a:lnTo>
                    <a:pt x="232" y="7531"/>
                  </a:lnTo>
                  <a:lnTo>
                    <a:pt x="116" y="7492"/>
                  </a:lnTo>
                  <a:lnTo>
                    <a:pt x="39" y="7569"/>
                  </a:lnTo>
                  <a:lnTo>
                    <a:pt x="0" y="7608"/>
                  </a:lnTo>
                  <a:lnTo>
                    <a:pt x="0" y="7685"/>
                  </a:lnTo>
                  <a:lnTo>
                    <a:pt x="39" y="7840"/>
                  </a:lnTo>
                  <a:lnTo>
                    <a:pt x="77" y="7994"/>
                  </a:lnTo>
                  <a:lnTo>
                    <a:pt x="155" y="8110"/>
                  </a:lnTo>
                  <a:lnTo>
                    <a:pt x="270" y="8226"/>
                  </a:lnTo>
                  <a:lnTo>
                    <a:pt x="348" y="8264"/>
                  </a:lnTo>
                  <a:lnTo>
                    <a:pt x="463" y="8342"/>
                  </a:lnTo>
                  <a:lnTo>
                    <a:pt x="734" y="8380"/>
                  </a:lnTo>
                  <a:lnTo>
                    <a:pt x="1004" y="8380"/>
                  </a:lnTo>
                  <a:lnTo>
                    <a:pt x="1274" y="8342"/>
                  </a:lnTo>
                  <a:lnTo>
                    <a:pt x="1545" y="8264"/>
                  </a:lnTo>
                  <a:lnTo>
                    <a:pt x="1815" y="8149"/>
                  </a:lnTo>
                  <a:lnTo>
                    <a:pt x="2935" y="7569"/>
                  </a:lnTo>
                  <a:lnTo>
                    <a:pt x="4055" y="6952"/>
                  </a:lnTo>
                  <a:lnTo>
                    <a:pt x="5097" y="6295"/>
                  </a:lnTo>
                  <a:lnTo>
                    <a:pt x="6140" y="5561"/>
                  </a:lnTo>
                  <a:lnTo>
                    <a:pt x="7067" y="4866"/>
                  </a:lnTo>
                  <a:lnTo>
                    <a:pt x="7993" y="4171"/>
                  </a:lnTo>
                  <a:lnTo>
                    <a:pt x="8881" y="3399"/>
                  </a:lnTo>
                  <a:lnTo>
                    <a:pt x="9731" y="2627"/>
                  </a:lnTo>
                  <a:lnTo>
                    <a:pt x="10001" y="2356"/>
                  </a:lnTo>
                  <a:lnTo>
                    <a:pt x="10272" y="2047"/>
                  </a:lnTo>
                  <a:lnTo>
                    <a:pt x="10503" y="1739"/>
                  </a:lnTo>
                  <a:lnTo>
                    <a:pt x="10696" y="1430"/>
                  </a:lnTo>
                  <a:lnTo>
                    <a:pt x="10812" y="1082"/>
                  </a:lnTo>
                  <a:lnTo>
                    <a:pt x="10812" y="928"/>
                  </a:lnTo>
                  <a:lnTo>
                    <a:pt x="10812" y="735"/>
                  </a:lnTo>
                  <a:lnTo>
                    <a:pt x="10774" y="580"/>
                  </a:lnTo>
                  <a:lnTo>
                    <a:pt x="10735" y="387"/>
                  </a:lnTo>
                  <a:lnTo>
                    <a:pt x="10619" y="233"/>
                  </a:lnTo>
                  <a:lnTo>
                    <a:pt x="10465" y="40"/>
                  </a:lnTo>
                  <a:lnTo>
                    <a:pt x="103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13"/>
            <p:cNvSpPr/>
            <p:nvPr/>
          </p:nvSpPr>
          <p:spPr>
            <a:xfrm>
              <a:off x="2687250" y="1806675"/>
              <a:ext cx="449900" cy="337900"/>
            </a:xfrm>
            <a:custGeom>
              <a:avLst/>
              <a:gdLst/>
              <a:ahLst/>
              <a:cxnLst/>
              <a:rect l="l" t="t" r="r" b="b"/>
              <a:pathLst>
                <a:path w="17996" h="13516" extrusionOk="0">
                  <a:moveTo>
                    <a:pt x="15794" y="386"/>
                  </a:moveTo>
                  <a:lnTo>
                    <a:pt x="15872" y="425"/>
                  </a:lnTo>
                  <a:lnTo>
                    <a:pt x="15949" y="464"/>
                  </a:lnTo>
                  <a:lnTo>
                    <a:pt x="16103" y="657"/>
                  </a:lnTo>
                  <a:lnTo>
                    <a:pt x="16181" y="850"/>
                  </a:lnTo>
                  <a:lnTo>
                    <a:pt x="16258" y="1043"/>
                  </a:lnTo>
                  <a:lnTo>
                    <a:pt x="16219" y="1236"/>
                  </a:lnTo>
                  <a:lnTo>
                    <a:pt x="16181" y="1468"/>
                  </a:lnTo>
                  <a:lnTo>
                    <a:pt x="15987" y="1892"/>
                  </a:lnTo>
                  <a:lnTo>
                    <a:pt x="15833" y="2163"/>
                  </a:lnTo>
                  <a:lnTo>
                    <a:pt x="15601" y="2433"/>
                  </a:lnTo>
                  <a:lnTo>
                    <a:pt x="15370" y="2665"/>
                  </a:lnTo>
                  <a:lnTo>
                    <a:pt x="15099" y="2896"/>
                  </a:lnTo>
                  <a:lnTo>
                    <a:pt x="14983" y="2279"/>
                  </a:lnTo>
                  <a:lnTo>
                    <a:pt x="14945" y="1970"/>
                  </a:lnTo>
                  <a:lnTo>
                    <a:pt x="14906" y="1699"/>
                  </a:lnTo>
                  <a:lnTo>
                    <a:pt x="14945" y="1390"/>
                  </a:lnTo>
                  <a:lnTo>
                    <a:pt x="15022" y="1120"/>
                  </a:lnTo>
                  <a:lnTo>
                    <a:pt x="15138" y="850"/>
                  </a:lnTo>
                  <a:lnTo>
                    <a:pt x="15331" y="618"/>
                  </a:lnTo>
                  <a:lnTo>
                    <a:pt x="15563" y="464"/>
                  </a:lnTo>
                  <a:lnTo>
                    <a:pt x="15679" y="386"/>
                  </a:lnTo>
                  <a:close/>
                  <a:moveTo>
                    <a:pt x="14481" y="3437"/>
                  </a:moveTo>
                  <a:lnTo>
                    <a:pt x="14443" y="3591"/>
                  </a:lnTo>
                  <a:lnTo>
                    <a:pt x="14134" y="3939"/>
                  </a:lnTo>
                  <a:lnTo>
                    <a:pt x="13786" y="4287"/>
                  </a:lnTo>
                  <a:lnTo>
                    <a:pt x="13593" y="4441"/>
                  </a:lnTo>
                  <a:lnTo>
                    <a:pt x="13362" y="4595"/>
                  </a:lnTo>
                  <a:lnTo>
                    <a:pt x="13091" y="4711"/>
                  </a:lnTo>
                  <a:lnTo>
                    <a:pt x="12782" y="4750"/>
                  </a:lnTo>
                  <a:lnTo>
                    <a:pt x="12667" y="4789"/>
                  </a:lnTo>
                  <a:lnTo>
                    <a:pt x="12589" y="4750"/>
                  </a:lnTo>
                  <a:lnTo>
                    <a:pt x="12551" y="4673"/>
                  </a:lnTo>
                  <a:lnTo>
                    <a:pt x="12512" y="4518"/>
                  </a:lnTo>
                  <a:lnTo>
                    <a:pt x="12474" y="4287"/>
                  </a:lnTo>
                  <a:lnTo>
                    <a:pt x="12512" y="4171"/>
                  </a:lnTo>
                  <a:lnTo>
                    <a:pt x="12628" y="4055"/>
                  </a:lnTo>
                  <a:lnTo>
                    <a:pt x="12821" y="3900"/>
                  </a:lnTo>
                  <a:lnTo>
                    <a:pt x="13091" y="3746"/>
                  </a:lnTo>
                  <a:lnTo>
                    <a:pt x="13362" y="3591"/>
                  </a:lnTo>
                  <a:lnTo>
                    <a:pt x="13632" y="3514"/>
                  </a:lnTo>
                  <a:lnTo>
                    <a:pt x="13941" y="3437"/>
                  </a:lnTo>
                  <a:close/>
                  <a:moveTo>
                    <a:pt x="15061" y="3514"/>
                  </a:moveTo>
                  <a:lnTo>
                    <a:pt x="15717" y="3553"/>
                  </a:lnTo>
                  <a:lnTo>
                    <a:pt x="16065" y="3591"/>
                  </a:lnTo>
                  <a:lnTo>
                    <a:pt x="16412" y="3630"/>
                  </a:lnTo>
                  <a:lnTo>
                    <a:pt x="16721" y="3707"/>
                  </a:lnTo>
                  <a:lnTo>
                    <a:pt x="17030" y="3823"/>
                  </a:lnTo>
                  <a:lnTo>
                    <a:pt x="17262" y="4016"/>
                  </a:lnTo>
                  <a:lnTo>
                    <a:pt x="17378" y="4171"/>
                  </a:lnTo>
                  <a:lnTo>
                    <a:pt x="17493" y="4287"/>
                  </a:lnTo>
                  <a:lnTo>
                    <a:pt x="17571" y="4480"/>
                  </a:lnTo>
                  <a:lnTo>
                    <a:pt x="17571" y="4634"/>
                  </a:lnTo>
                  <a:lnTo>
                    <a:pt x="17493" y="4789"/>
                  </a:lnTo>
                  <a:lnTo>
                    <a:pt x="17378" y="4904"/>
                  </a:lnTo>
                  <a:lnTo>
                    <a:pt x="17262" y="4982"/>
                  </a:lnTo>
                  <a:lnTo>
                    <a:pt x="17069" y="5020"/>
                  </a:lnTo>
                  <a:lnTo>
                    <a:pt x="16914" y="4982"/>
                  </a:lnTo>
                  <a:lnTo>
                    <a:pt x="16721" y="4943"/>
                  </a:lnTo>
                  <a:lnTo>
                    <a:pt x="16335" y="4750"/>
                  </a:lnTo>
                  <a:lnTo>
                    <a:pt x="15987" y="4518"/>
                  </a:lnTo>
                  <a:lnTo>
                    <a:pt x="15717" y="4287"/>
                  </a:lnTo>
                  <a:lnTo>
                    <a:pt x="15485" y="4055"/>
                  </a:lnTo>
                  <a:lnTo>
                    <a:pt x="15254" y="3785"/>
                  </a:lnTo>
                  <a:lnTo>
                    <a:pt x="15061" y="3514"/>
                  </a:lnTo>
                  <a:close/>
                  <a:moveTo>
                    <a:pt x="4866" y="3128"/>
                  </a:moveTo>
                  <a:lnTo>
                    <a:pt x="5484" y="3167"/>
                  </a:lnTo>
                  <a:lnTo>
                    <a:pt x="6102" y="3283"/>
                  </a:lnTo>
                  <a:lnTo>
                    <a:pt x="6681" y="3514"/>
                  </a:lnTo>
                  <a:lnTo>
                    <a:pt x="7145" y="3707"/>
                  </a:lnTo>
                  <a:lnTo>
                    <a:pt x="7569" y="3978"/>
                  </a:lnTo>
                  <a:lnTo>
                    <a:pt x="7994" y="4248"/>
                  </a:lnTo>
                  <a:lnTo>
                    <a:pt x="8380" y="4557"/>
                  </a:lnTo>
                  <a:lnTo>
                    <a:pt x="9153" y="5213"/>
                  </a:lnTo>
                  <a:lnTo>
                    <a:pt x="9925" y="5908"/>
                  </a:lnTo>
                  <a:lnTo>
                    <a:pt x="10234" y="6179"/>
                  </a:lnTo>
                  <a:lnTo>
                    <a:pt x="10581" y="6410"/>
                  </a:lnTo>
                  <a:lnTo>
                    <a:pt x="10968" y="6642"/>
                  </a:lnTo>
                  <a:lnTo>
                    <a:pt x="11354" y="6797"/>
                  </a:lnTo>
                  <a:lnTo>
                    <a:pt x="11740" y="6874"/>
                  </a:lnTo>
                  <a:lnTo>
                    <a:pt x="12165" y="6912"/>
                  </a:lnTo>
                  <a:lnTo>
                    <a:pt x="12589" y="6874"/>
                  </a:lnTo>
                  <a:lnTo>
                    <a:pt x="13014" y="6719"/>
                  </a:lnTo>
                  <a:lnTo>
                    <a:pt x="13323" y="6565"/>
                  </a:lnTo>
                  <a:lnTo>
                    <a:pt x="13593" y="6372"/>
                  </a:lnTo>
                  <a:lnTo>
                    <a:pt x="13825" y="6179"/>
                  </a:lnTo>
                  <a:lnTo>
                    <a:pt x="14018" y="5947"/>
                  </a:lnTo>
                  <a:lnTo>
                    <a:pt x="14211" y="5677"/>
                  </a:lnTo>
                  <a:lnTo>
                    <a:pt x="14366" y="5406"/>
                  </a:lnTo>
                  <a:lnTo>
                    <a:pt x="14520" y="5097"/>
                  </a:lnTo>
                  <a:lnTo>
                    <a:pt x="14636" y="4789"/>
                  </a:lnTo>
                  <a:lnTo>
                    <a:pt x="14559" y="5638"/>
                  </a:lnTo>
                  <a:lnTo>
                    <a:pt x="14404" y="6449"/>
                  </a:lnTo>
                  <a:lnTo>
                    <a:pt x="14211" y="7221"/>
                  </a:lnTo>
                  <a:lnTo>
                    <a:pt x="13941" y="7994"/>
                  </a:lnTo>
                  <a:lnTo>
                    <a:pt x="13593" y="8727"/>
                  </a:lnTo>
                  <a:lnTo>
                    <a:pt x="13169" y="9422"/>
                  </a:lnTo>
                  <a:lnTo>
                    <a:pt x="12667" y="10117"/>
                  </a:lnTo>
                  <a:lnTo>
                    <a:pt x="12087" y="10735"/>
                  </a:lnTo>
                  <a:lnTo>
                    <a:pt x="11624" y="11160"/>
                  </a:lnTo>
                  <a:lnTo>
                    <a:pt x="11199" y="11546"/>
                  </a:lnTo>
                  <a:lnTo>
                    <a:pt x="10697" y="11855"/>
                  </a:lnTo>
                  <a:lnTo>
                    <a:pt x="10195" y="12164"/>
                  </a:lnTo>
                  <a:lnTo>
                    <a:pt x="9693" y="12396"/>
                  </a:lnTo>
                  <a:lnTo>
                    <a:pt x="9153" y="12627"/>
                  </a:lnTo>
                  <a:lnTo>
                    <a:pt x="8612" y="12782"/>
                  </a:lnTo>
                  <a:lnTo>
                    <a:pt x="8071" y="12898"/>
                  </a:lnTo>
                  <a:lnTo>
                    <a:pt x="7531" y="12975"/>
                  </a:lnTo>
                  <a:lnTo>
                    <a:pt x="6990" y="13014"/>
                  </a:lnTo>
                  <a:lnTo>
                    <a:pt x="6411" y="12975"/>
                  </a:lnTo>
                  <a:lnTo>
                    <a:pt x="5870" y="12898"/>
                  </a:lnTo>
                  <a:lnTo>
                    <a:pt x="5291" y="12782"/>
                  </a:lnTo>
                  <a:lnTo>
                    <a:pt x="4751" y="12627"/>
                  </a:lnTo>
                  <a:lnTo>
                    <a:pt x="4171" y="12396"/>
                  </a:lnTo>
                  <a:lnTo>
                    <a:pt x="3631" y="12125"/>
                  </a:lnTo>
                  <a:lnTo>
                    <a:pt x="3090" y="11816"/>
                  </a:lnTo>
                  <a:lnTo>
                    <a:pt x="2588" y="11469"/>
                  </a:lnTo>
                  <a:lnTo>
                    <a:pt x="2125" y="11044"/>
                  </a:lnTo>
                  <a:lnTo>
                    <a:pt x="1700" y="10581"/>
                  </a:lnTo>
                  <a:lnTo>
                    <a:pt x="1314" y="10117"/>
                  </a:lnTo>
                  <a:lnTo>
                    <a:pt x="966" y="9577"/>
                  </a:lnTo>
                  <a:lnTo>
                    <a:pt x="696" y="8998"/>
                  </a:lnTo>
                  <a:lnTo>
                    <a:pt x="542" y="8418"/>
                  </a:lnTo>
                  <a:lnTo>
                    <a:pt x="426" y="7801"/>
                  </a:lnTo>
                  <a:lnTo>
                    <a:pt x="426" y="7221"/>
                  </a:lnTo>
                  <a:lnTo>
                    <a:pt x="503" y="6603"/>
                  </a:lnTo>
                  <a:lnTo>
                    <a:pt x="696" y="6024"/>
                  </a:lnTo>
                  <a:lnTo>
                    <a:pt x="928" y="5484"/>
                  </a:lnTo>
                  <a:lnTo>
                    <a:pt x="1237" y="4943"/>
                  </a:lnTo>
                  <a:lnTo>
                    <a:pt x="1623" y="4480"/>
                  </a:lnTo>
                  <a:lnTo>
                    <a:pt x="2048" y="4055"/>
                  </a:lnTo>
                  <a:lnTo>
                    <a:pt x="2588" y="3707"/>
                  </a:lnTo>
                  <a:lnTo>
                    <a:pt x="3129" y="3437"/>
                  </a:lnTo>
                  <a:lnTo>
                    <a:pt x="3708" y="3244"/>
                  </a:lnTo>
                  <a:lnTo>
                    <a:pt x="4287" y="3167"/>
                  </a:lnTo>
                  <a:lnTo>
                    <a:pt x="4866" y="3128"/>
                  </a:lnTo>
                  <a:close/>
                  <a:moveTo>
                    <a:pt x="15717" y="0"/>
                  </a:moveTo>
                  <a:lnTo>
                    <a:pt x="15524" y="39"/>
                  </a:lnTo>
                  <a:lnTo>
                    <a:pt x="15331" y="155"/>
                  </a:lnTo>
                  <a:lnTo>
                    <a:pt x="15138" y="271"/>
                  </a:lnTo>
                  <a:lnTo>
                    <a:pt x="14983" y="464"/>
                  </a:lnTo>
                  <a:lnTo>
                    <a:pt x="14829" y="618"/>
                  </a:lnTo>
                  <a:lnTo>
                    <a:pt x="14713" y="850"/>
                  </a:lnTo>
                  <a:lnTo>
                    <a:pt x="14636" y="1043"/>
                  </a:lnTo>
                  <a:lnTo>
                    <a:pt x="14597" y="1275"/>
                  </a:lnTo>
                  <a:lnTo>
                    <a:pt x="14559" y="1545"/>
                  </a:lnTo>
                  <a:lnTo>
                    <a:pt x="14520" y="2047"/>
                  </a:lnTo>
                  <a:lnTo>
                    <a:pt x="14597" y="2588"/>
                  </a:lnTo>
                  <a:lnTo>
                    <a:pt x="14752" y="3090"/>
                  </a:lnTo>
                  <a:lnTo>
                    <a:pt x="14713" y="3128"/>
                  </a:lnTo>
                  <a:lnTo>
                    <a:pt x="14675" y="3167"/>
                  </a:lnTo>
                  <a:lnTo>
                    <a:pt x="14636" y="3205"/>
                  </a:lnTo>
                  <a:lnTo>
                    <a:pt x="14173" y="3128"/>
                  </a:lnTo>
                  <a:lnTo>
                    <a:pt x="13709" y="3167"/>
                  </a:lnTo>
                  <a:lnTo>
                    <a:pt x="13246" y="3283"/>
                  </a:lnTo>
                  <a:lnTo>
                    <a:pt x="12821" y="3476"/>
                  </a:lnTo>
                  <a:lnTo>
                    <a:pt x="12512" y="3669"/>
                  </a:lnTo>
                  <a:lnTo>
                    <a:pt x="12358" y="3785"/>
                  </a:lnTo>
                  <a:lnTo>
                    <a:pt x="12203" y="3939"/>
                  </a:lnTo>
                  <a:lnTo>
                    <a:pt x="12049" y="4132"/>
                  </a:lnTo>
                  <a:lnTo>
                    <a:pt x="11972" y="4287"/>
                  </a:lnTo>
                  <a:lnTo>
                    <a:pt x="11933" y="4480"/>
                  </a:lnTo>
                  <a:lnTo>
                    <a:pt x="11933" y="4673"/>
                  </a:lnTo>
                  <a:lnTo>
                    <a:pt x="12010" y="4866"/>
                  </a:lnTo>
                  <a:lnTo>
                    <a:pt x="12126" y="5020"/>
                  </a:lnTo>
                  <a:lnTo>
                    <a:pt x="12280" y="5097"/>
                  </a:lnTo>
                  <a:lnTo>
                    <a:pt x="12435" y="5136"/>
                  </a:lnTo>
                  <a:lnTo>
                    <a:pt x="12628" y="5175"/>
                  </a:lnTo>
                  <a:lnTo>
                    <a:pt x="12821" y="5136"/>
                  </a:lnTo>
                  <a:lnTo>
                    <a:pt x="13207" y="5059"/>
                  </a:lnTo>
                  <a:lnTo>
                    <a:pt x="13516" y="4904"/>
                  </a:lnTo>
                  <a:lnTo>
                    <a:pt x="13825" y="4711"/>
                  </a:lnTo>
                  <a:lnTo>
                    <a:pt x="14095" y="4480"/>
                  </a:lnTo>
                  <a:lnTo>
                    <a:pt x="14366" y="4248"/>
                  </a:lnTo>
                  <a:lnTo>
                    <a:pt x="14211" y="4711"/>
                  </a:lnTo>
                  <a:lnTo>
                    <a:pt x="14018" y="5175"/>
                  </a:lnTo>
                  <a:lnTo>
                    <a:pt x="13864" y="5406"/>
                  </a:lnTo>
                  <a:lnTo>
                    <a:pt x="13709" y="5599"/>
                  </a:lnTo>
                  <a:lnTo>
                    <a:pt x="13555" y="5793"/>
                  </a:lnTo>
                  <a:lnTo>
                    <a:pt x="13362" y="5947"/>
                  </a:lnTo>
                  <a:lnTo>
                    <a:pt x="13053" y="6179"/>
                  </a:lnTo>
                  <a:lnTo>
                    <a:pt x="12705" y="6333"/>
                  </a:lnTo>
                  <a:lnTo>
                    <a:pt x="12358" y="6410"/>
                  </a:lnTo>
                  <a:lnTo>
                    <a:pt x="12010" y="6410"/>
                  </a:lnTo>
                  <a:lnTo>
                    <a:pt x="11663" y="6372"/>
                  </a:lnTo>
                  <a:lnTo>
                    <a:pt x="11315" y="6256"/>
                  </a:lnTo>
                  <a:lnTo>
                    <a:pt x="10968" y="6101"/>
                  </a:lnTo>
                  <a:lnTo>
                    <a:pt x="10659" y="5870"/>
                  </a:lnTo>
                  <a:lnTo>
                    <a:pt x="10234" y="5561"/>
                  </a:lnTo>
                  <a:lnTo>
                    <a:pt x="9809" y="5213"/>
                  </a:lnTo>
                  <a:lnTo>
                    <a:pt x="9037" y="4480"/>
                  </a:lnTo>
                  <a:lnTo>
                    <a:pt x="8651" y="4132"/>
                  </a:lnTo>
                  <a:lnTo>
                    <a:pt x="8226" y="3823"/>
                  </a:lnTo>
                  <a:lnTo>
                    <a:pt x="7801" y="3514"/>
                  </a:lnTo>
                  <a:lnTo>
                    <a:pt x="7299" y="3244"/>
                  </a:lnTo>
                  <a:lnTo>
                    <a:pt x="6720" y="3012"/>
                  </a:lnTo>
                  <a:lnTo>
                    <a:pt x="6102" y="2819"/>
                  </a:lnTo>
                  <a:lnTo>
                    <a:pt x="5523" y="2742"/>
                  </a:lnTo>
                  <a:lnTo>
                    <a:pt x="4905" y="2703"/>
                  </a:lnTo>
                  <a:lnTo>
                    <a:pt x="4287" y="2703"/>
                  </a:lnTo>
                  <a:lnTo>
                    <a:pt x="3708" y="2819"/>
                  </a:lnTo>
                  <a:lnTo>
                    <a:pt x="3129" y="2974"/>
                  </a:lnTo>
                  <a:lnTo>
                    <a:pt x="2549" y="3205"/>
                  </a:lnTo>
                  <a:lnTo>
                    <a:pt x="2318" y="3360"/>
                  </a:lnTo>
                  <a:lnTo>
                    <a:pt x="2009" y="3553"/>
                  </a:lnTo>
                  <a:lnTo>
                    <a:pt x="1700" y="3785"/>
                  </a:lnTo>
                  <a:lnTo>
                    <a:pt x="1430" y="4016"/>
                  </a:lnTo>
                  <a:lnTo>
                    <a:pt x="1159" y="4325"/>
                  </a:lnTo>
                  <a:lnTo>
                    <a:pt x="928" y="4595"/>
                  </a:lnTo>
                  <a:lnTo>
                    <a:pt x="696" y="4943"/>
                  </a:lnTo>
                  <a:lnTo>
                    <a:pt x="503" y="5291"/>
                  </a:lnTo>
                  <a:lnTo>
                    <a:pt x="348" y="5677"/>
                  </a:lnTo>
                  <a:lnTo>
                    <a:pt x="155" y="6217"/>
                  </a:lnTo>
                  <a:lnTo>
                    <a:pt x="40" y="6758"/>
                  </a:lnTo>
                  <a:lnTo>
                    <a:pt x="1" y="7299"/>
                  </a:lnTo>
                  <a:lnTo>
                    <a:pt x="1" y="7801"/>
                  </a:lnTo>
                  <a:lnTo>
                    <a:pt x="78" y="8303"/>
                  </a:lnTo>
                  <a:lnTo>
                    <a:pt x="194" y="8804"/>
                  </a:lnTo>
                  <a:lnTo>
                    <a:pt x="387" y="9306"/>
                  </a:lnTo>
                  <a:lnTo>
                    <a:pt x="580" y="9770"/>
                  </a:lnTo>
                  <a:lnTo>
                    <a:pt x="850" y="10195"/>
                  </a:lnTo>
                  <a:lnTo>
                    <a:pt x="1159" y="10658"/>
                  </a:lnTo>
                  <a:lnTo>
                    <a:pt x="1507" y="11044"/>
                  </a:lnTo>
                  <a:lnTo>
                    <a:pt x="1893" y="11430"/>
                  </a:lnTo>
                  <a:lnTo>
                    <a:pt x="2279" y="11778"/>
                  </a:lnTo>
                  <a:lnTo>
                    <a:pt x="2704" y="12125"/>
                  </a:lnTo>
                  <a:lnTo>
                    <a:pt x="3167" y="12396"/>
                  </a:lnTo>
                  <a:lnTo>
                    <a:pt x="3631" y="12666"/>
                  </a:lnTo>
                  <a:lnTo>
                    <a:pt x="4249" y="12975"/>
                  </a:lnTo>
                  <a:lnTo>
                    <a:pt x="4866" y="13168"/>
                  </a:lnTo>
                  <a:lnTo>
                    <a:pt x="5484" y="13361"/>
                  </a:lnTo>
                  <a:lnTo>
                    <a:pt x="6141" y="13438"/>
                  </a:lnTo>
                  <a:lnTo>
                    <a:pt x="6759" y="13515"/>
                  </a:lnTo>
                  <a:lnTo>
                    <a:pt x="7376" y="13477"/>
                  </a:lnTo>
                  <a:lnTo>
                    <a:pt x="7994" y="13438"/>
                  </a:lnTo>
                  <a:lnTo>
                    <a:pt x="8612" y="13284"/>
                  </a:lnTo>
                  <a:lnTo>
                    <a:pt x="8728" y="13438"/>
                  </a:lnTo>
                  <a:lnTo>
                    <a:pt x="8998" y="13207"/>
                  </a:lnTo>
                  <a:lnTo>
                    <a:pt x="9770" y="12898"/>
                  </a:lnTo>
                  <a:lnTo>
                    <a:pt x="10504" y="12550"/>
                  </a:lnTo>
                  <a:lnTo>
                    <a:pt x="11238" y="12087"/>
                  </a:lnTo>
                  <a:lnTo>
                    <a:pt x="11933" y="11546"/>
                  </a:lnTo>
                  <a:lnTo>
                    <a:pt x="12474" y="11044"/>
                  </a:lnTo>
                  <a:lnTo>
                    <a:pt x="13014" y="10426"/>
                  </a:lnTo>
                  <a:lnTo>
                    <a:pt x="13246" y="10195"/>
                  </a:lnTo>
                  <a:lnTo>
                    <a:pt x="13207" y="10156"/>
                  </a:lnTo>
                  <a:lnTo>
                    <a:pt x="13709" y="9461"/>
                  </a:lnTo>
                  <a:lnTo>
                    <a:pt x="14134" y="8727"/>
                  </a:lnTo>
                  <a:lnTo>
                    <a:pt x="14481" y="7955"/>
                  </a:lnTo>
                  <a:lnTo>
                    <a:pt x="14752" y="7183"/>
                  </a:lnTo>
                  <a:lnTo>
                    <a:pt x="14945" y="6333"/>
                  </a:lnTo>
                  <a:lnTo>
                    <a:pt x="15022" y="5947"/>
                  </a:lnTo>
                  <a:lnTo>
                    <a:pt x="15061" y="5522"/>
                  </a:lnTo>
                  <a:lnTo>
                    <a:pt x="15061" y="5097"/>
                  </a:lnTo>
                  <a:lnTo>
                    <a:pt x="15061" y="4673"/>
                  </a:lnTo>
                  <a:lnTo>
                    <a:pt x="15022" y="4248"/>
                  </a:lnTo>
                  <a:lnTo>
                    <a:pt x="14945" y="3862"/>
                  </a:lnTo>
                  <a:lnTo>
                    <a:pt x="15215" y="4248"/>
                  </a:lnTo>
                  <a:lnTo>
                    <a:pt x="15563" y="4595"/>
                  </a:lnTo>
                  <a:lnTo>
                    <a:pt x="15949" y="4943"/>
                  </a:lnTo>
                  <a:lnTo>
                    <a:pt x="16374" y="5213"/>
                  </a:lnTo>
                  <a:lnTo>
                    <a:pt x="16567" y="5291"/>
                  </a:lnTo>
                  <a:lnTo>
                    <a:pt x="16798" y="5368"/>
                  </a:lnTo>
                  <a:lnTo>
                    <a:pt x="17030" y="5445"/>
                  </a:lnTo>
                  <a:lnTo>
                    <a:pt x="17262" y="5445"/>
                  </a:lnTo>
                  <a:lnTo>
                    <a:pt x="17493" y="5406"/>
                  </a:lnTo>
                  <a:lnTo>
                    <a:pt x="17687" y="5329"/>
                  </a:lnTo>
                  <a:lnTo>
                    <a:pt x="17841" y="5175"/>
                  </a:lnTo>
                  <a:lnTo>
                    <a:pt x="17957" y="4982"/>
                  </a:lnTo>
                  <a:lnTo>
                    <a:pt x="17995" y="4750"/>
                  </a:lnTo>
                  <a:lnTo>
                    <a:pt x="17995" y="4557"/>
                  </a:lnTo>
                  <a:lnTo>
                    <a:pt x="17957" y="4325"/>
                  </a:lnTo>
                  <a:lnTo>
                    <a:pt x="17841" y="4132"/>
                  </a:lnTo>
                  <a:lnTo>
                    <a:pt x="17725" y="3978"/>
                  </a:lnTo>
                  <a:lnTo>
                    <a:pt x="17571" y="3785"/>
                  </a:lnTo>
                  <a:lnTo>
                    <a:pt x="17416" y="3669"/>
                  </a:lnTo>
                  <a:lnTo>
                    <a:pt x="17262" y="3553"/>
                  </a:lnTo>
                  <a:lnTo>
                    <a:pt x="17030" y="3437"/>
                  </a:lnTo>
                  <a:lnTo>
                    <a:pt x="16798" y="3321"/>
                  </a:lnTo>
                  <a:lnTo>
                    <a:pt x="16296" y="3205"/>
                  </a:lnTo>
                  <a:lnTo>
                    <a:pt x="15794" y="3128"/>
                  </a:lnTo>
                  <a:lnTo>
                    <a:pt x="15254" y="3128"/>
                  </a:lnTo>
                  <a:lnTo>
                    <a:pt x="15679" y="2858"/>
                  </a:lnTo>
                  <a:lnTo>
                    <a:pt x="16026" y="2510"/>
                  </a:lnTo>
                  <a:lnTo>
                    <a:pt x="16296" y="2124"/>
                  </a:lnTo>
                  <a:lnTo>
                    <a:pt x="16528" y="1661"/>
                  </a:lnTo>
                  <a:lnTo>
                    <a:pt x="16567" y="1429"/>
                  </a:lnTo>
                  <a:lnTo>
                    <a:pt x="16605" y="1197"/>
                  </a:lnTo>
                  <a:lnTo>
                    <a:pt x="16644" y="927"/>
                  </a:lnTo>
                  <a:lnTo>
                    <a:pt x="16605" y="657"/>
                  </a:lnTo>
                  <a:lnTo>
                    <a:pt x="16528" y="425"/>
                  </a:lnTo>
                  <a:lnTo>
                    <a:pt x="16412" y="232"/>
                  </a:lnTo>
                  <a:lnTo>
                    <a:pt x="16219" y="78"/>
                  </a:lnTo>
                  <a:lnTo>
                    <a:pt x="16103" y="39"/>
                  </a:lnTo>
                  <a:lnTo>
                    <a:pt x="1594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13"/>
            <p:cNvSpPr/>
            <p:nvPr/>
          </p:nvSpPr>
          <p:spPr>
            <a:xfrm>
              <a:off x="2585900" y="1732325"/>
              <a:ext cx="305075" cy="236550"/>
            </a:xfrm>
            <a:custGeom>
              <a:avLst/>
              <a:gdLst/>
              <a:ahLst/>
              <a:cxnLst/>
              <a:rect l="l" t="t" r="r" b="b"/>
              <a:pathLst>
                <a:path w="12203" h="9462" extrusionOk="0">
                  <a:moveTo>
                    <a:pt x="5329" y="349"/>
                  </a:moveTo>
                  <a:lnTo>
                    <a:pt x="5522" y="426"/>
                  </a:lnTo>
                  <a:lnTo>
                    <a:pt x="5600" y="426"/>
                  </a:lnTo>
                  <a:lnTo>
                    <a:pt x="5831" y="657"/>
                  </a:lnTo>
                  <a:lnTo>
                    <a:pt x="5986" y="889"/>
                  </a:lnTo>
                  <a:lnTo>
                    <a:pt x="6063" y="1198"/>
                  </a:lnTo>
                  <a:lnTo>
                    <a:pt x="6102" y="1468"/>
                  </a:lnTo>
                  <a:lnTo>
                    <a:pt x="6140" y="1777"/>
                  </a:lnTo>
                  <a:lnTo>
                    <a:pt x="6102" y="2086"/>
                  </a:lnTo>
                  <a:lnTo>
                    <a:pt x="6024" y="2704"/>
                  </a:lnTo>
                  <a:lnTo>
                    <a:pt x="5715" y="4866"/>
                  </a:lnTo>
                  <a:lnTo>
                    <a:pt x="5715" y="4905"/>
                  </a:lnTo>
                  <a:lnTo>
                    <a:pt x="5561" y="4982"/>
                  </a:lnTo>
                  <a:lnTo>
                    <a:pt x="5291" y="4017"/>
                  </a:lnTo>
                  <a:lnTo>
                    <a:pt x="5020" y="3090"/>
                  </a:lnTo>
                  <a:lnTo>
                    <a:pt x="4750" y="1970"/>
                  </a:lnTo>
                  <a:lnTo>
                    <a:pt x="4673" y="1468"/>
                  </a:lnTo>
                  <a:lnTo>
                    <a:pt x="4673" y="1159"/>
                  </a:lnTo>
                  <a:lnTo>
                    <a:pt x="4673" y="851"/>
                  </a:lnTo>
                  <a:lnTo>
                    <a:pt x="4750" y="619"/>
                  </a:lnTo>
                  <a:lnTo>
                    <a:pt x="4827" y="503"/>
                  </a:lnTo>
                  <a:lnTo>
                    <a:pt x="4904" y="426"/>
                  </a:lnTo>
                  <a:lnTo>
                    <a:pt x="5020" y="349"/>
                  </a:lnTo>
                  <a:close/>
                  <a:moveTo>
                    <a:pt x="11199" y="3515"/>
                  </a:moveTo>
                  <a:lnTo>
                    <a:pt x="11315" y="3554"/>
                  </a:lnTo>
                  <a:lnTo>
                    <a:pt x="11392" y="3592"/>
                  </a:lnTo>
                  <a:lnTo>
                    <a:pt x="11508" y="3708"/>
                  </a:lnTo>
                  <a:lnTo>
                    <a:pt x="11585" y="3824"/>
                  </a:lnTo>
                  <a:lnTo>
                    <a:pt x="11701" y="4133"/>
                  </a:lnTo>
                  <a:lnTo>
                    <a:pt x="11585" y="4287"/>
                  </a:lnTo>
                  <a:lnTo>
                    <a:pt x="11430" y="4403"/>
                  </a:lnTo>
                  <a:lnTo>
                    <a:pt x="11237" y="4519"/>
                  </a:lnTo>
                  <a:lnTo>
                    <a:pt x="11044" y="4596"/>
                  </a:lnTo>
                  <a:lnTo>
                    <a:pt x="10581" y="4751"/>
                  </a:lnTo>
                  <a:lnTo>
                    <a:pt x="10195" y="4866"/>
                  </a:lnTo>
                  <a:lnTo>
                    <a:pt x="9422" y="5021"/>
                  </a:lnTo>
                  <a:lnTo>
                    <a:pt x="8650" y="5137"/>
                  </a:lnTo>
                  <a:lnTo>
                    <a:pt x="7994" y="5175"/>
                  </a:lnTo>
                  <a:lnTo>
                    <a:pt x="7376" y="5175"/>
                  </a:lnTo>
                  <a:lnTo>
                    <a:pt x="6102" y="5137"/>
                  </a:lnTo>
                  <a:lnTo>
                    <a:pt x="7260" y="4673"/>
                  </a:lnTo>
                  <a:lnTo>
                    <a:pt x="8418" y="4249"/>
                  </a:lnTo>
                  <a:lnTo>
                    <a:pt x="9075" y="4017"/>
                  </a:lnTo>
                  <a:lnTo>
                    <a:pt x="9770" y="3824"/>
                  </a:lnTo>
                  <a:lnTo>
                    <a:pt x="10465" y="3631"/>
                  </a:lnTo>
                  <a:lnTo>
                    <a:pt x="10928" y="3554"/>
                  </a:lnTo>
                  <a:lnTo>
                    <a:pt x="11083" y="3515"/>
                  </a:lnTo>
                  <a:close/>
                  <a:moveTo>
                    <a:pt x="5136" y="5909"/>
                  </a:moveTo>
                  <a:lnTo>
                    <a:pt x="4209" y="6797"/>
                  </a:lnTo>
                  <a:lnTo>
                    <a:pt x="3244" y="7685"/>
                  </a:lnTo>
                  <a:lnTo>
                    <a:pt x="2742" y="8110"/>
                  </a:lnTo>
                  <a:lnTo>
                    <a:pt x="2163" y="8535"/>
                  </a:lnTo>
                  <a:lnTo>
                    <a:pt x="1854" y="8728"/>
                  </a:lnTo>
                  <a:lnTo>
                    <a:pt x="1468" y="8921"/>
                  </a:lnTo>
                  <a:lnTo>
                    <a:pt x="1197" y="8998"/>
                  </a:lnTo>
                  <a:lnTo>
                    <a:pt x="1004" y="9037"/>
                  </a:lnTo>
                  <a:lnTo>
                    <a:pt x="888" y="8998"/>
                  </a:lnTo>
                  <a:lnTo>
                    <a:pt x="811" y="8960"/>
                  </a:lnTo>
                  <a:lnTo>
                    <a:pt x="734" y="8844"/>
                  </a:lnTo>
                  <a:lnTo>
                    <a:pt x="695" y="8689"/>
                  </a:lnTo>
                  <a:lnTo>
                    <a:pt x="657" y="8535"/>
                  </a:lnTo>
                  <a:lnTo>
                    <a:pt x="618" y="8419"/>
                  </a:lnTo>
                  <a:lnTo>
                    <a:pt x="657" y="8342"/>
                  </a:lnTo>
                  <a:lnTo>
                    <a:pt x="695" y="8265"/>
                  </a:lnTo>
                  <a:lnTo>
                    <a:pt x="850" y="8110"/>
                  </a:lnTo>
                  <a:lnTo>
                    <a:pt x="1120" y="7956"/>
                  </a:lnTo>
                  <a:lnTo>
                    <a:pt x="1699" y="7608"/>
                  </a:lnTo>
                  <a:lnTo>
                    <a:pt x="2472" y="7222"/>
                  </a:lnTo>
                  <a:lnTo>
                    <a:pt x="3244" y="6874"/>
                  </a:lnTo>
                  <a:lnTo>
                    <a:pt x="4209" y="6411"/>
                  </a:lnTo>
                  <a:lnTo>
                    <a:pt x="4673" y="6179"/>
                  </a:lnTo>
                  <a:lnTo>
                    <a:pt x="5136" y="5909"/>
                  </a:lnTo>
                  <a:close/>
                  <a:moveTo>
                    <a:pt x="5136" y="1"/>
                  </a:moveTo>
                  <a:lnTo>
                    <a:pt x="4943" y="78"/>
                  </a:lnTo>
                  <a:lnTo>
                    <a:pt x="4750" y="194"/>
                  </a:lnTo>
                  <a:lnTo>
                    <a:pt x="4596" y="387"/>
                  </a:lnTo>
                  <a:lnTo>
                    <a:pt x="4441" y="580"/>
                  </a:lnTo>
                  <a:lnTo>
                    <a:pt x="4364" y="812"/>
                  </a:lnTo>
                  <a:lnTo>
                    <a:pt x="4325" y="1044"/>
                  </a:lnTo>
                  <a:lnTo>
                    <a:pt x="4325" y="1507"/>
                  </a:lnTo>
                  <a:lnTo>
                    <a:pt x="4402" y="1970"/>
                  </a:lnTo>
                  <a:lnTo>
                    <a:pt x="4634" y="2897"/>
                  </a:lnTo>
                  <a:lnTo>
                    <a:pt x="4982" y="4017"/>
                  </a:lnTo>
                  <a:lnTo>
                    <a:pt x="5175" y="4558"/>
                  </a:lnTo>
                  <a:lnTo>
                    <a:pt x="5368" y="5098"/>
                  </a:lnTo>
                  <a:lnTo>
                    <a:pt x="5368" y="5214"/>
                  </a:lnTo>
                  <a:lnTo>
                    <a:pt x="5406" y="5330"/>
                  </a:lnTo>
                  <a:lnTo>
                    <a:pt x="4943" y="5600"/>
                  </a:lnTo>
                  <a:lnTo>
                    <a:pt x="4480" y="5870"/>
                  </a:lnTo>
                  <a:lnTo>
                    <a:pt x="3476" y="6334"/>
                  </a:lnTo>
                  <a:lnTo>
                    <a:pt x="2472" y="6797"/>
                  </a:lnTo>
                  <a:lnTo>
                    <a:pt x="1970" y="7029"/>
                  </a:lnTo>
                  <a:lnTo>
                    <a:pt x="1468" y="7299"/>
                  </a:lnTo>
                  <a:lnTo>
                    <a:pt x="966" y="7608"/>
                  </a:lnTo>
                  <a:lnTo>
                    <a:pt x="657" y="7801"/>
                  </a:lnTo>
                  <a:lnTo>
                    <a:pt x="348" y="8071"/>
                  </a:lnTo>
                  <a:lnTo>
                    <a:pt x="116" y="8342"/>
                  </a:lnTo>
                  <a:lnTo>
                    <a:pt x="39" y="8458"/>
                  </a:lnTo>
                  <a:lnTo>
                    <a:pt x="0" y="8612"/>
                  </a:lnTo>
                  <a:lnTo>
                    <a:pt x="0" y="8767"/>
                  </a:lnTo>
                  <a:lnTo>
                    <a:pt x="0" y="8921"/>
                  </a:lnTo>
                  <a:lnTo>
                    <a:pt x="78" y="9037"/>
                  </a:lnTo>
                  <a:lnTo>
                    <a:pt x="232" y="9191"/>
                  </a:lnTo>
                  <a:lnTo>
                    <a:pt x="348" y="9307"/>
                  </a:lnTo>
                  <a:lnTo>
                    <a:pt x="502" y="9384"/>
                  </a:lnTo>
                  <a:lnTo>
                    <a:pt x="618" y="9423"/>
                  </a:lnTo>
                  <a:lnTo>
                    <a:pt x="773" y="9462"/>
                  </a:lnTo>
                  <a:lnTo>
                    <a:pt x="1120" y="9462"/>
                  </a:lnTo>
                  <a:lnTo>
                    <a:pt x="1429" y="9384"/>
                  </a:lnTo>
                  <a:lnTo>
                    <a:pt x="1738" y="9230"/>
                  </a:lnTo>
                  <a:lnTo>
                    <a:pt x="2047" y="9075"/>
                  </a:lnTo>
                  <a:lnTo>
                    <a:pt x="2588" y="8767"/>
                  </a:lnTo>
                  <a:lnTo>
                    <a:pt x="3476" y="8071"/>
                  </a:lnTo>
                  <a:lnTo>
                    <a:pt x="4287" y="7338"/>
                  </a:lnTo>
                  <a:lnTo>
                    <a:pt x="5098" y="6565"/>
                  </a:lnTo>
                  <a:lnTo>
                    <a:pt x="5445" y="6141"/>
                  </a:lnTo>
                  <a:lnTo>
                    <a:pt x="5793" y="5677"/>
                  </a:lnTo>
                  <a:lnTo>
                    <a:pt x="5793" y="5716"/>
                  </a:lnTo>
                  <a:lnTo>
                    <a:pt x="6063" y="6064"/>
                  </a:lnTo>
                  <a:lnTo>
                    <a:pt x="6217" y="6218"/>
                  </a:lnTo>
                  <a:lnTo>
                    <a:pt x="6372" y="6334"/>
                  </a:lnTo>
                  <a:lnTo>
                    <a:pt x="6603" y="6179"/>
                  </a:lnTo>
                  <a:lnTo>
                    <a:pt x="6603" y="6141"/>
                  </a:lnTo>
                  <a:lnTo>
                    <a:pt x="6333" y="5870"/>
                  </a:lnTo>
                  <a:lnTo>
                    <a:pt x="6217" y="5716"/>
                  </a:lnTo>
                  <a:lnTo>
                    <a:pt x="6179" y="5523"/>
                  </a:lnTo>
                  <a:lnTo>
                    <a:pt x="6140" y="5484"/>
                  </a:lnTo>
                  <a:lnTo>
                    <a:pt x="7028" y="5562"/>
                  </a:lnTo>
                  <a:lnTo>
                    <a:pt x="7955" y="5562"/>
                  </a:lnTo>
                  <a:lnTo>
                    <a:pt x="8882" y="5484"/>
                  </a:lnTo>
                  <a:lnTo>
                    <a:pt x="9770" y="5330"/>
                  </a:lnTo>
                  <a:lnTo>
                    <a:pt x="10465" y="5175"/>
                  </a:lnTo>
                  <a:lnTo>
                    <a:pt x="10890" y="5060"/>
                  </a:lnTo>
                  <a:lnTo>
                    <a:pt x="11315" y="4905"/>
                  </a:lnTo>
                  <a:lnTo>
                    <a:pt x="11701" y="4673"/>
                  </a:lnTo>
                  <a:lnTo>
                    <a:pt x="11894" y="4558"/>
                  </a:lnTo>
                  <a:lnTo>
                    <a:pt x="12010" y="4403"/>
                  </a:lnTo>
                  <a:lnTo>
                    <a:pt x="12125" y="4249"/>
                  </a:lnTo>
                  <a:lnTo>
                    <a:pt x="12164" y="4094"/>
                  </a:lnTo>
                  <a:lnTo>
                    <a:pt x="12203" y="3901"/>
                  </a:lnTo>
                  <a:lnTo>
                    <a:pt x="12164" y="3708"/>
                  </a:lnTo>
                  <a:lnTo>
                    <a:pt x="12125" y="3554"/>
                  </a:lnTo>
                  <a:lnTo>
                    <a:pt x="12010" y="3438"/>
                  </a:lnTo>
                  <a:lnTo>
                    <a:pt x="11932" y="3322"/>
                  </a:lnTo>
                  <a:lnTo>
                    <a:pt x="11817" y="3245"/>
                  </a:lnTo>
                  <a:lnTo>
                    <a:pt x="11662" y="3167"/>
                  </a:lnTo>
                  <a:lnTo>
                    <a:pt x="11508" y="3167"/>
                  </a:lnTo>
                  <a:lnTo>
                    <a:pt x="11199" y="3129"/>
                  </a:lnTo>
                  <a:lnTo>
                    <a:pt x="10851" y="3167"/>
                  </a:lnTo>
                  <a:lnTo>
                    <a:pt x="10504" y="3245"/>
                  </a:lnTo>
                  <a:lnTo>
                    <a:pt x="9924" y="3360"/>
                  </a:lnTo>
                  <a:lnTo>
                    <a:pt x="8959" y="3669"/>
                  </a:lnTo>
                  <a:lnTo>
                    <a:pt x="7994" y="3978"/>
                  </a:lnTo>
                  <a:lnTo>
                    <a:pt x="7028" y="4326"/>
                  </a:lnTo>
                  <a:lnTo>
                    <a:pt x="6102" y="4751"/>
                  </a:lnTo>
                  <a:lnTo>
                    <a:pt x="6333" y="3283"/>
                  </a:lnTo>
                  <a:lnTo>
                    <a:pt x="6449" y="2550"/>
                  </a:lnTo>
                  <a:lnTo>
                    <a:pt x="6488" y="1816"/>
                  </a:lnTo>
                  <a:lnTo>
                    <a:pt x="6488" y="1546"/>
                  </a:lnTo>
                  <a:lnTo>
                    <a:pt x="6449" y="1275"/>
                  </a:lnTo>
                  <a:lnTo>
                    <a:pt x="6372" y="1044"/>
                  </a:lnTo>
                  <a:lnTo>
                    <a:pt x="6295" y="851"/>
                  </a:lnTo>
                  <a:lnTo>
                    <a:pt x="6179" y="619"/>
                  </a:lnTo>
                  <a:lnTo>
                    <a:pt x="6024" y="464"/>
                  </a:lnTo>
                  <a:lnTo>
                    <a:pt x="5831" y="310"/>
                  </a:lnTo>
                  <a:lnTo>
                    <a:pt x="5600" y="155"/>
                  </a:lnTo>
                  <a:lnTo>
                    <a:pt x="5484" y="78"/>
                  </a:lnTo>
                  <a:lnTo>
                    <a:pt x="5368" y="40"/>
                  </a:lnTo>
                  <a:lnTo>
                    <a:pt x="51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13"/>
            <p:cNvSpPr/>
            <p:nvPr/>
          </p:nvSpPr>
          <p:spPr>
            <a:xfrm>
              <a:off x="1394625" y="3943025"/>
              <a:ext cx="74350" cy="103325"/>
            </a:xfrm>
            <a:custGeom>
              <a:avLst/>
              <a:gdLst/>
              <a:ahLst/>
              <a:cxnLst/>
              <a:rect l="l" t="t" r="r" b="b"/>
              <a:pathLst>
                <a:path w="2974" h="4133" extrusionOk="0">
                  <a:moveTo>
                    <a:pt x="116" y="1"/>
                  </a:moveTo>
                  <a:lnTo>
                    <a:pt x="1" y="39"/>
                  </a:lnTo>
                  <a:lnTo>
                    <a:pt x="1" y="78"/>
                  </a:lnTo>
                  <a:lnTo>
                    <a:pt x="271" y="928"/>
                  </a:lnTo>
                  <a:lnTo>
                    <a:pt x="580" y="1738"/>
                  </a:lnTo>
                  <a:lnTo>
                    <a:pt x="927" y="2549"/>
                  </a:lnTo>
                  <a:lnTo>
                    <a:pt x="1275" y="3283"/>
                  </a:lnTo>
                  <a:lnTo>
                    <a:pt x="1507" y="3669"/>
                  </a:lnTo>
                  <a:lnTo>
                    <a:pt x="1661" y="3824"/>
                  </a:lnTo>
                  <a:lnTo>
                    <a:pt x="1854" y="3978"/>
                  </a:lnTo>
                  <a:lnTo>
                    <a:pt x="2009" y="4055"/>
                  </a:lnTo>
                  <a:lnTo>
                    <a:pt x="2240" y="4133"/>
                  </a:lnTo>
                  <a:lnTo>
                    <a:pt x="2433" y="4094"/>
                  </a:lnTo>
                  <a:lnTo>
                    <a:pt x="2665" y="4017"/>
                  </a:lnTo>
                  <a:lnTo>
                    <a:pt x="2781" y="3862"/>
                  </a:lnTo>
                  <a:lnTo>
                    <a:pt x="2897" y="3708"/>
                  </a:lnTo>
                  <a:lnTo>
                    <a:pt x="2935" y="3515"/>
                  </a:lnTo>
                  <a:lnTo>
                    <a:pt x="2974" y="3360"/>
                  </a:lnTo>
                  <a:lnTo>
                    <a:pt x="2935" y="3129"/>
                  </a:lnTo>
                  <a:lnTo>
                    <a:pt x="2897" y="2936"/>
                  </a:lnTo>
                  <a:lnTo>
                    <a:pt x="2819" y="2588"/>
                  </a:lnTo>
                  <a:lnTo>
                    <a:pt x="2588" y="2627"/>
                  </a:lnTo>
                  <a:lnTo>
                    <a:pt x="2665" y="2974"/>
                  </a:lnTo>
                  <a:lnTo>
                    <a:pt x="2704" y="3129"/>
                  </a:lnTo>
                  <a:lnTo>
                    <a:pt x="2665" y="3283"/>
                  </a:lnTo>
                  <a:lnTo>
                    <a:pt x="2433" y="3399"/>
                  </a:lnTo>
                  <a:lnTo>
                    <a:pt x="2202" y="3476"/>
                  </a:lnTo>
                  <a:lnTo>
                    <a:pt x="2009" y="3515"/>
                  </a:lnTo>
                  <a:lnTo>
                    <a:pt x="1854" y="3476"/>
                  </a:lnTo>
                  <a:lnTo>
                    <a:pt x="1700" y="3438"/>
                  </a:lnTo>
                  <a:lnTo>
                    <a:pt x="1584" y="3322"/>
                  </a:lnTo>
                  <a:lnTo>
                    <a:pt x="1507" y="3167"/>
                  </a:lnTo>
                  <a:lnTo>
                    <a:pt x="1468" y="2974"/>
                  </a:lnTo>
                  <a:lnTo>
                    <a:pt x="1352" y="2704"/>
                  </a:lnTo>
                  <a:lnTo>
                    <a:pt x="889" y="1623"/>
                  </a:lnTo>
                  <a:lnTo>
                    <a:pt x="541" y="812"/>
                  </a:lnTo>
                  <a:lnTo>
                    <a:pt x="348" y="426"/>
                  </a:lnTo>
                  <a:lnTo>
                    <a:pt x="155" y="39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13"/>
            <p:cNvSpPr/>
            <p:nvPr/>
          </p:nvSpPr>
          <p:spPr>
            <a:xfrm>
              <a:off x="1220850" y="3492200"/>
              <a:ext cx="274200" cy="516500"/>
            </a:xfrm>
            <a:custGeom>
              <a:avLst/>
              <a:gdLst/>
              <a:ahLst/>
              <a:cxnLst/>
              <a:rect l="l" t="t" r="r" b="b"/>
              <a:pathLst>
                <a:path w="10968" h="20660" extrusionOk="0">
                  <a:moveTo>
                    <a:pt x="1468" y="657"/>
                  </a:moveTo>
                  <a:lnTo>
                    <a:pt x="2086" y="1005"/>
                  </a:lnTo>
                  <a:lnTo>
                    <a:pt x="2665" y="1391"/>
                  </a:lnTo>
                  <a:lnTo>
                    <a:pt x="3052" y="1661"/>
                  </a:lnTo>
                  <a:lnTo>
                    <a:pt x="3438" y="1970"/>
                  </a:lnTo>
                  <a:lnTo>
                    <a:pt x="3592" y="2125"/>
                  </a:lnTo>
                  <a:lnTo>
                    <a:pt x="3708" y="2279"/>
                  </a:lnTo>
                  <a:lnTo>
                    <a:pt x="3862" y="2588"/>
                  </a:lnTo>
                  <a:lnTo>
                    <a:pt x="3978" y="2935"/>
                  </a:lnTo>
                  <a:lnTo>
                    <a:pt x="4055" y="3322"/>
                  </a:lnTo>
                  <a:lnTo>
                    <a:pt x="5098" y="7492"/>
                  </a:lnTo>
                  <a:lnTo>
                    <a:pt x="7222" y="16180"/>
                  </a:lnTo>
                  <a:lnTo>
                    <a:pt x="7261" y="16258"/>
                  </a:lnTo>
                  <a:lnTo>
                    <a:pt x="7299" y="16296"/>
                  </a:lnTo>
                  <a:lnTo>
                    <a:pt x="7369" y="16331"/>
                  </a:lnTo>
                  <a:lnTo>
                    <a:pt x="7369" y="16331"/>
                  </a:lnTo>
                  <a:lnTo>
                    <a:pt x="6990" y="16489"/>
                  </a:lnTo>
                  <a:lnTo>
                    <a:pt x="6334" y="14481"/>
                  </a:lnTo>
                  <a:lnTo>
                    <a:pt x="5677" y="12512"/>
                  </a:lnTo>
                  <a:lnTo>
                    <a:pt x="4287" y="8573"/>
                  </a:lnTo>
                  <a:lnTo>
                    <a:pt x="2858" y="4634"/>
                  </a:lnTo>
                  <a:lnTo>
                    <a:pt x="1468" y="657"/>
                  </a:lnTo>
                  <a:close/>
                  <a:moveTo>
                    <a:pt x="1121" y="503"/>
                  </a:moveTo>
                  <a:lnTo>
                    <a:pt x="1121" y="580"/>
                  </a:lnTo>
                  <a:lnTo>
                    <a:pt x="3940" y="8573"/>
                  </a:lnTo>
                  <a:lnTo>
                    <a:pt x="5368" y="12551"/>
                  </a:lnTo>
                  <a:lnTo>
                    <a:pt x="6102" y="14558"/>
                  </a:lnTo>
                  <a:lnTo>
                    <a:pt x="6874" y="16528"/>
                  </a:lnTo>
                  <a:lnTo>
                    <a:pt x="6681" y="16566"/>
                  </a:lnTo>
                  <a:lnTo>
                    <a:pt x="5755" y="14636"/>
                  </a:lnTo>
                  <a:lnTo>
                    <a:pt x="4789" y="12705"/>
                  </a:lnTo>
                  <a:lnTo>
                    <a:pt x="2820" y="8882"/>
                  </a:lnTo>
                  <a:lnTo>
                    <a:pt x="1777" y="6951"/>
                  </a:lnTo>
                  <a:lnTo>
                    <a:pt x="773" y="4982"/>
                  </a:lnTo>
                  <a:lnTo>
                    <a:pt x="657" y="4712"/>
                  </a:lnTo>
                  <a:lnTo>
                    <a:pt x="580" y="4441"/>
                  </a:lnTo>
                  <a:lnTo>
                    <a:pt x="542" y="4171"/>
                  </a:lnTo>
                  <a:lnTo>
                    <a:pt x="503" y="3901"/>
                  </a:lnTo>
                  <a:lnTo>
                    <a:pt x="503" y="3322"/>
                  </a:lnTo>
                  <a:lnTo>
                    <a:pt x="542" y="2781"/>
                  </a:lnTo>
                  <a:lnTo>
                    <a:pt x="657" y="2202"/>
                  </a:lnTo>
                  <a:lnTo>
                    <a:pt x="812" y="1623"/>
                  </a:lnTo>
                  <a:lnTo>
                    <a:pt x="1121" y="503"/>
                  </a:lnTo>
                  <a:close/>
                  <a:moveTo>
                    <a:pt x="9886" y="13786"/>
                  </a:moveTo>
                  <a:lnTo>
                    <a:pt x="10041" y="13825"/>
                  </a:lnTo>
                  <a:lnTo>
                    <a:pt x="10157" y="13902"/>
                  </a:lnTo>
                  <a:lnTo>
                    <a:pt x="10311" y="14018"/>
                  </a:lnTo>
                  <a:lnTo>
                    <a:pt x="10581" y="14481"/>
                  </a:lnTo>
                  <a:lnTo>
                    <a:pt x="10620" y="14674"/>
                  </a:lnTo>
                  <a:lnTo>
                    <a:pt x="10620" y="14906"/>
                  </a:lnTo>
                  <a:lnTo>
                    <a:pt x="10581" y="15099"/>
                  </a:lnTo>
                  <a:lnTo>
                    <a:pt x="10504" y="15254"/>
                  </a:lnTo>
                  <a:lnTo>
                    <a:pt x="10311" y="15640"/>
                  </a:lnTo>
                  <a:lnTo>
                    <a:pt x="10041" y="15910"/>
                  </a:lnTo>
                  <a:lnTo>
                    <a:pt x="9655" y="16296"/>
                  </a:lnTo>
                  <a:lnTo>
                    <a:pt x="9191" y="16605"/>
                  </a:lnTo>
                  <a:lnTo>
                    <a:pt x="8728" y="16914"/>
                  </a:lnTo>
                  <a:lnTo>
                    <a:pt x="8265" y="17184"/>
                  </a:lnTo>
                  <a:lnTo>
                    <a:pt x="8149" y="17184"/>
                  </a:lnTo>
                  <a:lnTo>
                    <a:pt x="8071" y="17262"/>
                  </a:lnTo>
                  <a:lnTo>
                    <a:pt x="7724" y="17416"/>
                  </a:lnTo>
                  <a:lnTo>
                    <a:pt x="7029" y="17725"/>
                  </a:lnTo>
                  <a:lnTo>
                    <a:pt x="6295" y="17995"/>
                  </a:lnTo>
                  <a:lnTo>
                    <a:pt x="5523" y="18150"/>
                  </a:lnTo>
                  <a:lnTo>
                    <a:pt x="4789" y="18304"/>
                  </a:lnTo>
                  <a:lnTo>
                    <a:pt x="4403" y="18343"/>
                  </a:lnTo>
                  <a:lnTo>
                    <a:pt x="4055" y="18343"/>
                  </a:lnTo>
                  <a:lnTo>
                    <a:pt x="3669" y="18266"/>
                  </a:lnTo>
                  <a:lnTo>
                    <a:pt x="3515" y="18227"/>
                  </a:lnTo>
                  <a:lnTo>
                    <a:pt x="3360" y="18150"/>
                  </a:lnTo>
                  <a:lnTo>
                    <a:pt x="3245" y="18034"/>
                  </a:lnTo>
                  <a:lnTo>
                    <a:pt x="3129" y="17957"/>
                  </a:lnTo>
                  <a:lnTo>
                    <a:pt x="2974" y="17686"/>
                  </a:lnTo>
                  <a:lnTo>
                    <a:pt x="2858" y="17377"/>
                  </a:lnTo>
                  <a:lnTo>
                    <a:pt x="2858" y="17068"/>
                  </a:lnTo>
                  <a:lnTo>
                    <a:pt x="2897" y="16875"/>
                  </a:lnTo>
                  <a:lnTo>
                    <a:pt x="2974" y="16721"/>
                  </a:lnTo>
                  <a:lnTo>
                    <a:pt x="3090" y="16566"/>
                  </a:lnTo>
                  <a:lnTo>
                    <a:pt x="3206" y="16451"/>
                  </a:lnTo>
                  <a:lnTo>
                    <a:pt x="3322" y="16373"/>
                  </a:lnTo>
                  <a:lnTo>
                    <a:pt x="3476" y="16296"/>
                  </a:lnTo>
                  <a:lnTo>
                    <a:pt x="3592" y="16296"/>
                  </a:lnTo>
                  <a:lnTo>
                    <a:pt x="3708" y="16335"/>
                  </a:lnTo>
                  <a:lnTo>
                    <a:pt x="3824" y="16451"/>
                  </a:lnTo>
                  <a:lnTo>
                    <a:pt x="3940" y="16605"/>
                  </a:lnTo>
                  <a:lnTo>
                    <a:pt x="4094" y="16798"/>
                  </a:lnTo>
                  <a:lnTo>
                    <a:pt x="4210" y="17068"/>
                  </a:lnTo>
                  <a:lnTo>
                    <a:pt x="4055" y="17068"/>
                  </a:lnTo>
                  <a:lnTo>
                    <a:pt x="3978" y="17107"/>
                  </a:lnTo>
                  <a:lnTo>
                    <a:pt x="3940" y="17184"/>
                  </a:lnTo>
                  <a:lnTo>
                    <a:pt x="3978" y="17300"/>
                  </a:lnTo>
                  <a:lnTo>
                    <a:pt x="4055" y="17339"/>
                  </a:lnTo>
                  <a:lnTo>
                    <a:pt x="4828" y="17339"/>
                  </a:lnTo>
                  <a:lnTo>
                    <a:pt x="5639" y="17262"/>
                  </a:lnTo>
                  <a:lnTo>
                    <a:pt x="6450" y="17107"/>
                  </a:lnTo>
                  <a:lnTo>
                    <a:pt x="7261" y="16875"/>
                  </a:lnTo>
                  <a:lnTo>
                    <a:pt x="7647" y="16721"/>
                  </a:lnTo>
                  <a:lnTo>
                    <a:pt x="8033" y="16528"/>
                  </a:lnTo>
                  <a:lnTo>
                    <a:pt x="8419" y="16335"/>
                  </a:lnTo>
                  <a:lnTo>
                    <a:pt x="8728" y="16103"/>
                  </a:lnTo>
                  <a:lnTo>
                    <a:pt x="9075" y="15871"/>
                  </a:lnTo>
                  <a:lnTo>
                    <a:pt x="9384" y="15601"/>
                  </a:lnTo>
                  <a:lnTo>
                    <a:pt x="9616" y="15331"/>
                  </a:lnTo>
                  <a:lnTo>
                    <a:pt x="9886" y="15022"/>
                  </a:lnTo>
                  <a:lnTo>
                    <a:pt x="9886" y="14945"/>
                  </a:lnTo>
                  <a:lnTo>
                    <a:pt x="9886" y="14906"/>
                  </a:lnTo>
                  <a:lnTo>
                    <a:pt x="9848" y="14829"/>
                  </a:lnTo>
                  <a:lnTo>
                    <a:pt x="9809" y="14790"/>
                  </a:lnTo>
                  <a:lnTo>
                    <a:pt x="9732" y="14752"/>
                  </a:lnTo>
                  <a:lnTo>
                    <a:pt x="9616" y="14752"/>
                  </a:lnTo>
                  <a:lnTo>
                    <a:pt x="9539" y="14790"/>
                  </a:lnTo>
                  <a:lnTo>
                    <a:pt x="9307" y="15099"/>
                  </a:lnTo>
                  <a:lnTo>
                    <a:pt x="9114" y="14945"/>
                  </a:lnTo>
                  <a:lnTo>
                    <a:pt x="9037" y="14829"/>
                  </a:lnTo>
                  <a:lnTo>
                    <a:pt x="8998" y="14674"/>
                  </a:lnTo>
                  <a:lnTo>
                    <a:pt x="8998" y="14558"/>
                  </a:lnTo>
                  <a:lnTo>
                    <a:pt x="9037" y="14404"/>
                  </a:lnTo>
                  <a:lnTo>
                    <a:pt x="9114" y="14288"/>
                  </a:lnTo>
                  <a:lnTo>
                    <a:pt x="9346" y="14056"/>
                  </a:lnTo>
                  <a:lnTo>
                    <a:pt x="9462" y="13941"/>
                  </a:lnTo>
                  <a:lnTo>
                    <a:pt x="9539" y="13825"/>
                  </a:lnTo>
                  <a:lnTo>
                    <a:pt x="9655" y="13786"/>
                  </a:lnTo>
                  <a:close/>
                  <a:moveTo>
                    <a:pt x="889" y="1"/>
                  </a:moveTo>
                  <a:lnTo>
                    <a:pt x="812" y="78"/>
                  </a:lnTo>
                  <a:lnTo>
                    <a:pt x="773" y="155"/>
                  </a:lnTo>
                  <a:lnTo>
                    <a:pt x="194" y="2511"/>
                  </a:lnTo>
                  <a:lnTo>
                    <a:pt x="117" y="2897"/>
                  </a:lnTo>
                  <a:lnTo>
                    <a:pt x="40" y="3322"/>
                  </a:lnTo>
                  <a:lnTo>
                    <a:pt x="1" y="3746"/>
                  </a:lnTo>
                  <a:lnTo>
                    <a:pt x="1" y="4210"/>
                  </a:lnTo>
                  <a:lnTo>
                    <a:pt x="78" y="4441"/>
                  </a:lnTo>
                  <a:lnTo>
                    <a:pt x="155" y="4673"/>
                  </a:lnTo>
                  <a:lnTo>
                    <a:pt x="348" y="5136"/>
                  </a:lnTo>
                  <a:lnTo>
                    <a:pt x="850" y="6025"/>
                  </a:lnTo>
                  <a:lnTo>
                    <a:pt x="1970" y="8187"/>
                  </a:lnTo>
                  <a:lnTo>
                    <a:pt x="4133" y="12435"/>
                  </a:lnTo>
                  <a:lnTo>
                    <a:pt x="5253" y="14558"/>
                  </a:lnTo>
                  <a:lnTo>
                    <a:pt x="6411" y="16682"/>
                  </a:lnTo>
                  <a:lnTo>
                    <a:pt x="5484" y="16875"/>
                  </a:lnTo>
                  <a:lnTo>
                    <a:pt x="4596" y="16991"/>
                  </a:lnTo>
                  <a:lnTo>
                    <a:pt x="4596" y="16991"/>
                  </a:lnTo>
                  <a:lnTo>
                    <a:pt x="4673" y="16837"/>
                  </a:lnTo>
                  <a:lnTo>
                    <a:pt x="4712" y="16682"/>
                  </a:lnTo>
                  <a:lnTo>
                    <a:pt x="4712" y="16528"/>
                  </a:lnTo>
                  <a:lnTo>
                    <a:pt x="4635" y="16373"/>
                  </a:lnTo>
                  <a:lnTo>
                    <a:pt x="4557" y="16219"/>
                  </a:lnTo>
                  <a:lnTo>
                    <a:pt x="4442" y="16103"/>
                  </a:lnTo>
                  <a:lnTo>
                    <a:pt x="4326" y="15987"/>
                  </a:lnTo>
                  <a:lnTo>
                    <a:pt x="4133" y="15910"/>
                  </a:lnTo>
                  <a:lnTo>
                    <a:pt x="3862" y="15871"/>
                  </a:lnTo>
                  <a:lnTo>
                    <a:pt x="3592" y="15871"/>
                  </a:lnTo>
                  <a:lnTo>
                    <a:pt x="3322" y="15949"/>
                  </a:lnTo>
                  <a:lnTo>
                    <a:pt x="3090" y="16103"/>
                  </a:lnTo>
                  <a:lnTo>
                    <a:pt x="2897" y="16258"/>
                  </a:lnTo>
                  <a:lnTo>
                    <a:pt x="2743" y="16489"/>
                  </a:lnTo>
                  <a:lnTo>
                    <a:pt x="2588" y="16721"/>
                  </a:lnTo>
                  <a:lnTo>
                    <a:pt x="2550" y="16991"/>
                  </a:lnTo>
                  <a:lnTo>
                    <a:pt x="2511" y="17416"/>
                  </a:lnTo>
                  <a:lnTo>
                    <a:pt x="2550" y="17725"/>
                  </a:lnTo>
                  <a:lnTo>
                    <a:pt x="2704" y="17995"/>
                  </a:lnTo>
                  <a:lnTo>
                    <a:pt x="2858" y="18227"/>
                  </a:lnTo>
                  <a:lnTo>
                    <a:pt x="3129" y="18381"/>
                  </a:lnTo>
                  <a:lnTo>
                    <a:pt x="3399" y="18497"/>
                  </a:lnTo>
                  <a:lnTo>
                    <a:pt x="3747" y="18574"/>
                  </a:lnTo>
                  <a:lnTo>
                    <a:pt x="4094" y="18613"/>
                  </a:lnTo>
                  <a:lnTo>
                    <a:pt x="4442" y="18613"/>
                  </a:lnTo>
                  <a:lnTo>
                    <a:pt x="4828" y="18574"/>
                  </a:lnTo>
                  <a:lnTo>
                    <a:pt x="5639" y="18420"/>
                  </a:lnTo>
                  <a:lnTo>
                    <a:pt x="6334" y="18266"/>
                  </a:lnTo>
                  <a:lnTo>
                    <a:pt x="6952" y="18072"/>
                  </a:lnTo>
                  <a:lnTo>
                    <a:pt x="7067" y="18034"/>
                  </a:lnTo>
                  <a:lnTo>
                    <a:pt x="7299" y="17957"/>
                  </a:lnTo>
                  <a:lnTo>
                    <a:pt x="8149" y="17570"/>
                  </a:lnTo>
                  <a:lnTo>
                    <a:pt x="8612" y="18497"/>
                  </a:lnTo>
                  <a:lnTo>
                    <a:pt x="9037" y="19463"/>
                  </a:lnTo>
                  <a:lnTo>
                    <a:pt x="9269" y="20003"/>
                  </a:lnTo>
                  <a:lnTo>
                    <a:pt x="9423" y="20351"/>
                  </a:lnTo>
                  <a:lnTo>
                    <a:pt x="9539" y="20660"/>
                  </a:lnTo>
                  <a:lnTo>
                    <a:pt x="9770" y="20621"/>
                  </a:lnTo>
                  <a:lnTo>
                    <a:pt x="9693" y="20428"/>
                  </a:lnTo>
                  <a:lnTo>
                    <a:pt x="9423" y="19656"/>
                  </a:lnTo>
                  <a:lnTo>
                    <a:pt x="9114" y="18922"/>
                  </a:lnTo>
                  <a:lnTo>
                    <a:pt x="8767" y="18150"/>
                  </a:lnTo>
                  <a:lnTo>
                    <a:pt x="8419" y="17416"/>
                  </a:lnTo>
                  <a:lnTo>
                    <a:pt x="8960" y="17107"/>
                  </a:lnTo>
                  <a:lnTo>
                    <a:pt x="9539" y="16760"/>
                  </a:lnTo>
                  <a:lnTo>
                    <a:pt x="10041" y="16373"/>
                  </a:lnTo>
                  <a:lnTo>
                    <a:pt x="10272" y="16180"/>
                  </a:lnTo>
                  <a:lnTo>
                    <a:pt x="10466" y="15949"/>
                  </a:lnTo>
                  <a:lnTo>
                    <a:pt x="10659" y="15717"/>
                  </a:lnTo>
                  <a:lnTo>
                    <a:pt x="10813" y="15485"/>
                  </a:lnTo>
                  <a:lnTo>
                    <a:pt x="10929" y="15254"/>
                  </a:lnTo>
                  <a:lnTo>
                    <a:pt x="10968" y="14983"/>
                  </a:lnTo>
                  <a:lnTo>
                    <a:pt x="10968" y="14752"/>
                  </a:lnTo>
                  <a:lnTo>
                    <a:pt x="10929" y="14520"/>
                  </a:lnTo>
                  <a:lnTo>
                    <a:pt x="10852" y="14250"/>
                  </a:lnTo>
                  <a:lnTo>
                    <a:pt x="10659" y="13979"/>
                  </a:lnTo>
                  <a:lnTo>
                    <a:pt x="10504" y="13825"/>
                  </a:lnTo>
                  <a:lnTo>
                    <a:pt x="10272" y="13670"/>
                  </a:lnTo>
                  <a:lnTo>
                    <a:pt x="10041" y="13555"/>
                  </a:lnTo>
                  <a:lnTo>
                    <a:pt x="9809" y="13516"/>
                  </a:lnTo>
                  <a:lnTo>
                    <a:pt x="9539" y="13516"/>
                  </a:lnTo>
                  <a:lnTo>
                    <a:pt x="9307" y="13555"/>
                  </a:lnTo>
                  <a:lnTo>
                    <a:pt x="9075" y="13670"/>
                  </a:lnTo>
                  <a:lnTo>
                    <a:pt x="8882" y="13863"/>
                  </a:lnTo>
                  <a:lnTo>
                    <a:pt x="8767" y="14056"/>
                  </a:lnTo>
                  <a:lnTo>
                    <a:pt x="8728" y="14250"/>
                  </a:lnTo>
                  <a:lnTo>
                    <a:pt x="8689" y="14443"/>
                  </a:lnTo>
                  <a:lnTo>
                    <a:pt x="8689" y="14636"/>
                  </a:lnTo>
                  <a:lnTo>
                    <a:pt x="8728" y="14829"/>
                  </a:lnTo>
                  <a:lnTo>
                    <a:pt x="8805" y="15022"/>
                  </a:lnTo>
                  <a:lnTo>
                    <a:pt x="8921" y="15176"/>
                  </a:lnTo>
                  <a:lnTo>
                    <a:pt x="9075" y="15331"/>
                  </a:lnTo>
                  <a:lnTo>
                    <a:pt x="8728" y="15640"/>
                  </a:lnTo>
                  <a:lnTo>
                    <a:pt x="8342" y="15871"/>
                  </a:lnTo>
                  <a:lnTo>
                    <a:pt x="7917" y="16103"/>
                  </a:lnTo>
                  <a:lnTo>
                    <a:pt x="7454" y="16296"/>
                  </a:lnTo>
                  <a:lnTo>
                    <a:pt x="7531" y="16258"/>
                  </a:lnTo>
                  <a:lnTo>
                    <a:pt x="7608" y="16219"/>
                  </a:lnTo>
                  <a:lnTo>
                    <a:pt x="7608" y="16142"/>
                  </a:lnTo>
                  <a:lnTo>
                    <a:pt x="7608" y="16026"/>
                  </a:lnTo>
                  <a:lnTo>
                    <a:pt x="5330" y="6488"/>
                  </a:lnTo>
                  <a:lnTo>
                    <a:pt x="4712" y="4094"/>
                  </a:lnTo>
                  <a:lnTo>
                    <a:pt x="4480" y="3013"/>
                  </a:lnTo>
                  <a:lnTo>
                    <a:pt x="4326" y="2511"/>
                  </a:lnTo>
                  <a:lnTo>
                    <a:pt x="4249" y="2240"/>
                  </a:lnTo>
                  <a:lnTo>
                    <a:pt x="4094" y="2009"/>
                  </a:lnTo>
                  <a:lnTo>
                    <a:pt x="3824" y="1700"/>
                  </a:lnTo>
                  <a:lnTo>
                    <a:pt x="3515" y="1352"/>
                  </a:lnTo>
                  <a:lnTo>
                    <a:pt x="3129" y="1082"/>
                  </a:lnTo>
                  <a:lnTo>
                    <a:pt x="2704" y="812"/>
                  </a:lnTo>
                  <a:lnTo>
                    <a:pt x="2318" y="580"/>
                  </a:lnTo>
                  <a:lnTo>
                    <a:pt x="1854" y="387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13"/>
            <p:cNvSpPr/>
            <p:nvPr/>
          </p:nvSpPr>
          <p:spPr>
            <a:xfrm>
              <a:off x="2672775" y="1574975"/>
              <a:ext cx="84975" cy="94650"/>
            </a:xfrm>
            <a:custGeom>
              <a:avLst/>
              <a:gdLst/>
              <a:ahLst/>
              <a:cxnLst/>
              <a:rect l="l" t="t" r="r" b="b"/>
              <a:pathLst>
                <a:path w="3399" h="3786" extrusionOk="0">
                  <a:moveTo>
                    <a:pt x="78" y="1"/>
                  </a:moveTo>
                  <a:lnTo>
                    <a:pt x="1" y="78"/>
                  </a:lnTo>
                  <a:lnTo>
                    <a:pt x="1" y="117"/>
                  </a:lnTo>
                  <a:lnTo>
                    <a:pt x="348" y="889"/>
                  </a:lnTo>
                  <a:lnTo>
                    <a:pt x="812" y="1661"/>
                  </a:lnTo>
                  <a:lnTo>
                    <a:pt x="1275" y="2395"/>
                  </a:lnTo>
                  <a:lnTo>
                    <a:pt x="1738" y="3090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5"/>
                  </a:lnTo>
                  <a:lnTo>
                    <a:pt x="3013" y="3708"/>
                  </a:lnTo>
                  <a:lnTo>
                    <a:pt x="3206" y="3592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90"/>
                  </a:lnTo>
                  <a:lnTo>
                    <a:pt x="3399" y="2897"/>
                  </a:lnTo>
                  <a:lnTo>
                    <a:pt x="3360" y="2704"/>
                  </a:lnTo>
                  <a:lnTo>
                    <a:pt x="3283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90" y="2742"/>
                  </a:lnTo>
                  <a:lnTo>
                    <a:pt x="3128" y="2858"/>
                  </a:lnTo>
                  <a:lnTo>
                    <a:pt x="2897" y="3013"/>
                  </a:lnTo>
                  <a:lnTo>
                    <a:pt x="2665" y="3129"/>
                  </a:lnTo>
                  <a:lnTo>
                    <a:pt x="2511" y="3206"/>
                  </a:lnTo>
                  <a:lnTo>
                    <a:pt x="2318" y="3206"/>
                  </a:lnTo>
                  <a:lnTo>
                    <a:pt x="2202" y="3167"/>
                  </a:lnTo>
                  <a:lnTo>
                    <a:pt x="2047" y="3090"/>
                  </a:lnTo>
                  <a:lnTo>
                    <a:pt x="1931" y="2936"/>
                  </a:lnTo>
                  <a:lnTo>
                    <a:pt x="1854" y="2742"/>
                  </a:lnTo>
                  <a:lnTo>
                    <a:pt x="1700" y="2511"/>
                  </a:lnTo>
                  <a:lnTo>
                    <a:pt x="1082" y="1507"/>
                  </a:lnTo>
                  <a:lnTo>
                    <a:pt x="619" y="773"/>
                  </a:lnTo>
                  <a:lnTo>
                    <a:pt x="387" y="387"/>
                  </a:lnTo>
                  <a:lnTo>
                    <a:pt x="117" y="39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13"/>
            <p:cNvSpPr/>
            <p:nvPr/>
          </p:nvSpPr>
          <p:spPr>
            <a:xfrm>
              <a:off x="2443975" y="1153125"/>
              <a:ext cx="315725" cy="477875"/>
            </a:xfrm>
            <a:custGeom>
              <a:avLst/>
              <a:gdLst/>
              <a:ahLst/>
              <a:cxnLst/>
              <a:rect l="l" t="t" r="r" b="b"/>
              <a:pathLst>
                <a:path w="12629" h="19115" extrusionOk="0">
                  <a:moveTo>
                    <a:pt x="1005" y="618"/>
                  </a:moveTo>
                  <a:lnTo>
                    <a:pt x="1661" y="850"/>
                  </a:lnTo>
                  <a:lnTo>
                    <a:pt x="2318" y="1120"/>
                  </a:lnTo>
                  <a:lnTo>
                    <a:pt x="2743" y="1352"/>
                  </a:lnTo>
                  <a:lnTo>
                    <a:pt x="3167" y="1583"/>
                  </a:lnTo>
                  <a:lnTo>
                    <a:pt x="3322" y="1699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1"/>
                  </a:lnTo>
                  <a:lnTo>
                    <a:pt x="4017" y="2819"/>
                  </a:lnTo>
                  <a:lnTo>
                    <a:pt x="5677" y="6796"/>
                  </a:lnTo>
                  <a:lnTo>
                    <a:pt x="9075" y="15021"/>
                  </a:lnTo>
                  <a:lnTo>
                    <a:pt x="9153" y="15098"/>
                  </a:lnTo>
                  <a:lnTo>
                    <a:pt x="9191" y="15137"/>
                  </a:lnTo>
                  <a:lnTo>
                    <a:pt x="9346" y="15137"/>
                  </a:lnTo>
                  <a:lnTo>
                    <a:pt x="8921" y="15369"/>
                  </a:lnTo>
                  <a:lnTo>
                    <a:pt x="7956" y="13515"/>
                  </a:lnTo>
                  <a:lnTo>
                    <a:pt x="6990" y="11662"/>
                  </a:lnTo>
                  <a:lnTo>
                    <a:pt x="5021" y="7955"/>
                  </a:lnTo>
                  <a:lnTo>
                    <a:pt x="3013" y="4286"/>
                  </a:lnTo>
                  <a:lnTo>
                    <a:pt x="1005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20" y="11739"/>
                  </a:lnTo>
                  <a:lnTo>
                    <a:pt x="7763" y="13593"/>
                  </a:lnTo>
                  <a:lnTo>
                    <a:pt x="8805" y="15446"/>
                  </a:lnTo>
                  <a:lnTo>
                    <a:pt x="8651" y="15523"/>
                  </a:lnTo>
                  <a:lnTo>
                    <a:pt x="7415" y="13747"/>
                  </a:lnTo>
                  <a:lnTo>
                    <a:pt x="6179" y="12009"/>
                  </a:lnTo>
                  <a:lnTo>
                    <a:pt x="3592" y="8534"/>
                  </a:lnTo>
                  <a:lnTo>
                    <a:pt x="2318" y="6758"/>
                  </a:lnTo>
                  <a:lnTo>
                    <a:pt x="1005" y="4943"/>
                  </a:lnTo>
                  <a:lnTo>
                    <a:pt x="850" y="4711"/>
                  </a:lnTo>
                  <a:lnTo>
                    <a:pt x="735" y="4479"/>
                  </a:lnTo>
                  <a:lnTo>
                    <a:pt x="619" y="4209"/>
                  </a:lnTo>
                  <a:lnTo>
                    <a:pt x="542" y="3939"/>
                  </a:lnTo>
                  <a:lnTo>
                    <a:pt x="464" y="3398"/>
                  </a:lnTo>
                  <a:lnTo>
                    <a:pt x="426" y="2819"/>
                  </a:lnTo>
                  <a:lnTo>
                    <a:pt x="464" y="2240"/>
                  </a:lnTo>
                  <a:lnTo>
                    <a:pt x="503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3" y="12357"/>
                  </a:lnTo>
                  <a:lnTo>
                    <a:pt x="11817" y="12434"/>
                  </a:lnTo>
                  <a:lnTo>
                    <a:pt x="12165" y="12859"/>
                  </a:lnTo>
                  <a:lnTo>
                    <a:pt x="12242" y="13052"/>
                  </a:lnTo>
                  <a:lnTo>
                    <a:pt x="12280" y="13245"/>
                  </a:lnTo>
                  <a:lnTo>
                    <a:pt x="12242" y="13438"/>
                  </a:lnTo>
                  <a:lnTo>
                    <a:pt x="12203" y="13631"/>
                  </a:lnTo>
                  <a:lnTo>
                    <a:pt x="12049" y="14017"/>
                  </a:lnTo>
                  <a:lnTo>
                    <a:pt x="11856" y="14365"/>
                  </a:lnTo>
                  <a:lnTo>
                    <a:pt x="11508" y="14790"/>
                  </a:lnTo>
                  <a:lnTo>
                    <a:pt x="11122" y="15176"/>
                  </a:lnTo>
                  <a:lnTo>
                    <a:pt x="10697" y="15523"/>
                  </a:lnTo>
                  <a:lnTo>
                    <a:pt x="10273" y="15871"/>
                  </a:lnTo>
                  <a:lnTo>
                    <a:pt x="10157" y="15871"/>
                  </a:lnTo>
                  <a:lnTo>
                    <a:pt x="10118" y="15987"/>
                  </a:lnTo>
                  <a:lnTo>
                    <a:pt x="9771" y="16180"/>
                  </a:lnTo>
                  <a:lnTo>
                    <a:pt x="9114" y="16604"/>
                  </a:lnTo>
                  <a:lnTo>
                    <a:pt x="8458" y="16952"/>
                  </a:lnTo>
                  <a:lnTo>
                    <a:pt x="7724" y="17261"/>
                  </a:lnTo>
                  <a:lnTo>
                    <a:pt x="6990" y="17493"/>
                  </a:lnTo>
                  <a:lnTo>
                    <a:pt x="6643" y="17608"/>
                  </a:lnTo>
                  <a:lnTo>
                    <a:pt x="6295" y="17647"/>
                  </a:lnTo>
                  <a:lnTo>
                    <a:pt x="5755" y="17647"/>
                  </a:lnTo>
                  <a:lnTo>
                    <a:pt x="5562" y="17570"/>
                  </a:lnTo>
                  <a:lnTo>
                    <a:pt x="5446" y="17493"/>
                  </a:lnTo>
                  <a:lnTo>
                    <a:pt x="5330" y="17415"/>
                  </a:lnTo>
                  <a:lnTo>
                    <a:pt x="5098" y="17184"/>
                  </a:lnTo>
                  <a:lnTo>
                    <a:pt x="4982" y="16875"/>
                  </a:lnTo>
                  <a:lnTo>
                    <a:pt x="4905" y="16604"/>
                  </a:lnTo>
                  <a:lnTo>
                    <a:pt x="4944" y="16411"/>
                  </a:lnTo>
                  <a:lnTo>
                    <a:pt x="4982" y="16218"/>
                  </a:lnTo>
                  <a:lnTo>
                    <a:pt x="5060" y="16064"/>
                  </a:lnTo>
                  <a:lnTo>
                    <a:pt x="5175" y="15948"/>
                  </a:lnTo>
                  <a:lnTo>
                    <a:pt x="5291" y="15832"/>
                  </a:lnTo>
                  <a:lnTo>
                    <a:pt x="5407" y="15755"/>
                  </a:lnTo>
                  <a:lnTo>
                    <a:pt x="5523" y="15716"/>
                  </a:lnTo>
                  <a:lnTo>
                    <a:pt x="5639" y="15755"/>
                  </a:lnTo>
                  <a:lnTo>
                    <a:pt x="5793" y="15832"/>
                  </a:lnTo>
                  <a:lnTo>
                    <a:pt x="5948" y="15948"/>
                  </a:lnTo>
                  <a:lnTo>
                    <a:pt x="6064" y="16141"/>
                  </a:lnTo>
                  <a:lnTo>
                    <a:pt x="6257" y="16373"/>
                  </a:lnTo>
                  <a:lnTo>
                    <a:pt x="6102" y="16411"/>
                  </a:lnTo>
                  <a:lnTo>
                    <a:pt x="6025" y="16450"/>
                  </a:lnTo>
                  <a:lnTo>
                    <a:pt x="6025" y="16566"/>
                  </a:lnTo>
                  <a:lnTo>
                    <a:pt x="6064" y="16643"/>
                  </a:lnTo>
                  <a:lnTo>
                    <a:pt x="6141" y="16643"/>
                  </a:lnTo>
                  <a:lnTo>
                    <a:pt x="6913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30" y="15716"/>
                  </a:lnTo>
                  <a:lnTo>
                    <a:pt x="9616" y="15485"/>
                  </a:lnTo>
                  <a:lnTo>
                    <a:pt x="9964" y="15253"/>
                  </a:lnTo>
                  <a:lnTo>
                    <a:pt x="10273" y="15021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2" y="14172"/>
                  </a:lnTo>
                  <a:lnTo>
                    <a:pt x="11354" y="13824"/>
                  </a:lnTo>
                  <a:lnTo>
                    <a:pt x="11547" y="13515"/>
                  </a:lnTo>
                  <a:lnTo>
                    <a:pt x="11547" y="13438"/>
                  </a:lnTo>
                  <a:lnTo>
                    <a:pt x="11547" y="13361"/>
                  </a:lnTo>
                  <a:lnTo>
                    <a:pt x="11508" y="13284"/>
                  </a:lnTo>
                  <a:lnTo>
                    <a:pt x="11431" y="13245"/>
                  </a:lnTo>
                  <a:lnTo>
                    <a:pt x="11238" y="13245"/>
                  </a:lnTo>
                  <a:lnTo>
                    <a:pt x="11161" y="13322"/>
                  </a:lnTo>
                  <a:lnTo>
                    <a:pt x="10968" y="13670"/>
                  </a:lnTo>
                  <a:lnTo>
                    <a:pt x="10775" y="13554"/>
                  </a:lnTo>
                  <a:lnTo>
                    <a:pt x="10659" y="13438"/>
                  </a:lnTo>
                  <a:lnTo>
                    <a:pt x="10620" y="13284"/>
                  </a:lnTo>
                  <a:lnTo>
                    <a:pt x="10581" y="13168"/>
                  </a:lnTo>
                  <a:lnTo>
                    <a:pt x="10620" y="13013"/>
                  </a:lnTo>
                  <a:lnTo>
                    <a:pt x="10659" y="12859"/>
                  </a:lnTo>
                  <a:lnTo>
                    <a:pt x="10852" y="12627"/>
                  </a:lnTo>
                  <a:lnTo>
                    <a:pt x="10929" y="12473"/>
                  </a:lnTo>
                  <a:lnTo>
                    <a:pt x="11045" y="12357"/>
                  </a:lnTo>
                  <a:lnTo>
                    <a:pt x="11122" y="12318"/>
                  </a:lnTo>
                  <a:lnTo>
                    <a:pt x="11238" y="12280"/>
                  </a:lnTo>
                  <a:close/>
                  <a:moveTo>
                    <a:pt x="426" y="0"/>
                  </a:moveTo>
                  <a:lnTo>
                    <a:pt x="349" y="39"/>
                  </a:lnTo>
                  <a:lnTo>
                    <a:pt x="271" y="116"/>
                  </a:lnTo>
                  <a:lnTo>
                    <a:pt x="233" y="193"/>
                  </a:lnTo>
                  <a:lnTo>
                    <a:pt x="78" y="2587"/>
                  </a:lnTo>
                  <a:lnTo>
                    <a:pt x="40" y="3012"/>
                  </a:lnTo>
                  <a:lnTo>
                    <a:pt x="1" y="3475"/>
                  </a:lnTo>
                  <a:lnTo>
                    <a:pt x="40" y="3900"/>
                  </a:lnTo>
                  <a:lnTo>
                    <a:pt x="117" y="4325"/>
                  </a:lnTo>
                  <a:lnTo>
                    <a:pt x="233" y="4518"/>
                  </a:lnTo>
                  <a:lnTo>
                    <a:pt x="349" y="4750"/>
                  </a:lnTo>
                  <a:lnTo>
                    <a:pt x="619" y="5175"/>
                  </a:lnTo>
                  <a:lnTo>
                    <a:pt x="1237" y="5985"/>
                  </a:lnTo>
                  <a:lnTo>
                    <a:pt x="2665" y="7955"/>
                  </a:lnTo>
                  <a:lnTo>
                    <a:pt x="5446" y="11816"/>
                  </a:lnTo>
                  <a:lnTo>
                    <a:pt x="6874" y="13747"/>
                  </a:lnTo>
                  <a:lnTo>
                    <a:pt x="8342" y="15639"/>
                  </a:lnTo>
                  <a:lnTo>
                    <a:pt x="7492" y="15987"/>
                  </a:lnTo>
                  <a:lnTo>
                    <a:pt x="6643" y="16257"/>
                  </a:lnTo>
                  <a:lnTo>
                    <a:pt x="6643" y="16257"/>
                  </a:lnTo>
                  <a:lnTo>
                    <a:pt x="6681" y="16102"/>
                  </a:lnTo>
                  <a:lnTo>
                    <a:pt x="6681" y="15948"/>
                  </a:lnTo>
                  <a:lnTo>
                    <a:pt x="6643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4" y="15369"/>
                  </a:lnTo>
                  <a:lnTo>
                    <a:pt x="6179" y="15292"/>
                  </a:lnTo>
                  <a:lnTo>
                    <a:pt x="6025" y="15253"/>
                  </a:lnTo>
                  <a:lnTo>
                    <a:pt x="5716" y="15253"/>
                  </a:lnTo>
                  <a:lnTo>
                    <a:pt x="5484" y="15292"/>
                  </a:lnTo>
                  <a:lnTo>
                    <a:pt x="5214" y="15407"/>
                  </a:lnTo>
                  <a:lnTo>
                    <a:pt x="5021" y="15600"/>
                  </a:lnTo>
                  <a:lnTo>
                    <a:pt x="4828" y="15794"/>
                  </a:lnTo>
                  <a:lnTo>
                    <a:pt x="4712" y="16025"/>
                  </a:lnTo>
                  <a:lnTo>
                    <a:pt x="4596" y="16296"/>
                  </a:lnTo>
                  <a:lnTo>
                    <a:pt x="4596" y="16566"/>
                  </a:lnTo>
                  <a:lnTo>
                    <a:pt x="4635" y="16991"/>
                  </a:lnTo>
                  <a:lnTo>
                    <a:pt x="4751" y="17300"/>
                  </a:lnTo>
                  <a:lnTo>
                    <a:pt x="4905" y="17531"/>
                  </a:lnTo>
                  <a:lnTo>
                    <a:pt x="5098" y="17724"/>
                  </a:lnTo>
                  <a:lnTo>
                    <a:pt x="5368" y="17840"/>
                  </a:lnTo>
                  <a:lnTo>
                    <a:pt x="5677" y="17917"/>
                  </a:lnTo>
                  <a:lnTo>
                    <a:pt x="6025" y="17956"/>
                  </a:lnTo>
                  <a:lnTo>
                    <a:pt x="6372" y="17917"/>
                  </a:lnTo>
                  <a:lnTo>
                    <a:pt x="6720" y="17840"/>
                  </a:lnTo>
                  <a:lnTo>
                    <a:pt x="7106" y="17763"/>
                  </a:lnTo>
                  <a:lnTo>
                    <a:pt x="7878" y="17531"/>
                  </a:lnTo>
                  <a:lnTo>
                    <a:pt x="8573" y="17222"/>
                  </a:lnTo>
                  <a:lnTo>
                    <a:pt x="9153" y="16952"/>
                  </a:lnTo>
                  <a:lnTo>
                    <a:pt x="9230" y="16875"/>
                  </a:lnTo>
                  <a:lnTo>
                    <a:pt x="9462" y="16759"/>
                  </a:lnTo>
                  <a:lnTo>
                    <a:pt x="10234" y="16257"/>
                  </a:lnTo>
                  <a:lnTo>
                    <a:pt x="10813" y="17106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4"/>
                  </a:lnTo>
                  <a:lnTo>
                    <a:pt x="12280" y="19037"/>
                  </a:lnTo>
                  <a:lnTo>
                    <a:pt x="12203" y="18883"/>
                  </a:lnTo>
                  <a:lnTo>
                    <a:pt x="11817" y="18149"/>
                  </a:lnTo>
                  <a:lnTo>
                    <a:pt x="11392" y="17454"/>
                  </a:lnTo>
                  <a:lnTo>
                    <a:pt x="10929" y="16759"/>
                  </a:lnTo>
                  <a:lnTo>
                    <a:pt x="10466" y="16102"/>
                  </a:lnTo>
                  <a:lnTo>
                    <a:pt x="10968" y="15716"/>
                  </a:lnTo>
                  <a:lnTo>
                    <a:pt x="11470" y="15253"/>
                  </a:lnTo>
                  <a:lnTo>
                    <a:pt x="11894" y="14790"/>
                  </a:lnTo>
                  <a:lnTo>
                    <a:pt x="12126" y="14558"/>
                  </a:lnTo>
                  <a:lnTo>
                    <a:pt x="12280" y="14288"/>
                  </a:lnTo>
                  <a:lnTo>
                    <a:pt x="12435" y="14056"/>
                  </a:lnTo>
                  <a:lnTo>
                    <a:pt x="12512" y="13786"/>
                  </a:lnTo>
                  <a:lnTo>
                    <a:pt x="12589" y="13554"/>
                  </a:lnTo>
                  <a:lnTo>
                    <a:pt x="12628" y="13284"/>
                  </a:lnTo>
                  <a:lnTo>
                    <a:pt x="12589" y="13052"/>
                  </a:lnTo>
                  <a:lnTo>
                    <a:pt x="12512" y="12820"/>
                  </a:lnTo>
                  <a:lnTo>
                    <a:pt x="12358" y="12589"/>
                  </a:lnTo>
                  <a:lnTo>
                    <a:pt x="12165" y="12357"/>
                  </a:lnTo>
                  <a:lnTo>
                    <a:pt x="11972" y="12202"/>
                  </a:lnTo>
                  <a:lnTo>
                    <a:pt x="11740" y="12087"/>
                  </a:lnTo>
                  <a:lnTo>
                    <a:pt x="11470" y="12009"/>
                  </a:lnTo>
                  <a:lnTo>
                    <a:pt x="11238" y="12009"/>
                  </a:lnTo>
                  <a:lnTo>
                    <a:pt x="10968" y="12048"/>
                  </a:lnTo>
                  <a:lnTo>
                    <a:pt x="10736" y="12125"/>
                  </a:lnTo>
                  <a:lnTo>
                    <a:pt x="10543" y="12280"/>
                  </a:lnTo>
                  <a:lnTo>
                    <a:pt x="10388" y="12511"/>
                  </a:lnTo>
                  <a:lnTo>
                    <a:pt x="10311" y="12704"/>
                  </a:lnTo>
                  <a:lnTo>
                    <a:pt x="10273" y="12897"/>
                  </a:lnTo>
                  <a:lnTo>
                    <a:pt x="10273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20" y="13786"/>
                  </a:lnTo>
                  <a:lnTo>
                    <a:pt x="10813" y="13901"/>
                  </a:lnTo>
                  <a:lnTo>
                    <a:pt x="10504" y="14249"/>
                  </a:lnTo>
                  <a:lnTo>
                    <a:pt x="10157" y="14597"/>
                  </a:lnTo>
                  <a:lnTo>
                    <a:pt x="9771" y="14867"/>
                  </a:lnTo>
                  <a:lnTo>
                    <a:pt x="9431" y="15083"/>
                  </a:lnTo>
                  <a:lnTo>
                    <a:pt x="9431" y="15083"/>
                  </a:lnTo>
                  <a:lnTo>
                    <a:pt x="9462" y="15021"/>
                  </a:lnTo>
                  <a:lnTo>
                    <a:pt x="9500" y="14944"/>
                  </a:lnTo>
                  <a:lnTo>
                    <a:pt x="9462" y="14828"/>
                  </a:lnTo>
                  <a:lnTo>
                    <a:pt x="5716" y="5754"/>
                  </a:lnTo>
                  <a:lnTo>
                    <a:pt x="4789" y="3475"/>
                  </a:lnTo>
                  <a:lnTo>
                    <a:pt x="4364" y="2471"/>
                  </a:lnTo>
                  <a:lnTo>
                    <a:pt x="4133" y="1969"/>
                  </a:lnTo>
                  <a:lnTo>
                    <a:pt x="3978" y="1738"/>
                  </a:lnTo>
                  <a:lnTo>
                    <a:pt x="3824" y="1545"/>
                  </a:lnTo>
                  <a:lnTo>
                    <a:pt x="3515" y="1236"/>
                  </a:lnTo>
                  <a:lnTo>
                    <a:pt x="3129" y="965"/>
                  </a:lnTo>
                  <a:lnTo>
                    <a:pt x="2743" y="772"/>
                  </a:lnTo>
                  <a:lnTo>
                    <a:pt x="2279" y="541"/>
                  </a:lnTo>
                  <a:lnTo>
                    <a:pt x="1816" y="386"/>
                  </a:lnTo>
                  <a:lnTo>
                    <a:pt x="1391" y="232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13"/>
            <p:cNvSpPr/>
            <p:nvPr/>
          </p:nvSpPr>
          <p:spPr>
            <a:xfrm>
              <a:off x="4441350" y="3154325"/>
              <a:ext cx="84975" cy="94625"/>
            </a:xfrm>
            <a:custGeom>
              <a:avLst/>
              <a:gdLst/>
              <a:ahLst/>
              <a:cxnLst/>
              <a:rect l="l" t="t" r="r" b="b"/>
              <a:pathLst>
                <a:path w="3399" h="3785" extrusionOk="0">
                  <a:moveTo>
                    <a:pt x="77" y="1"/>
                  </a:moveTo>
                  <a:lnTo>
                    <a:pt x="0" y="78"/>
                  </a:lnTo>
                  <a:lnTo>
                    <a:pt x="0" y="116"/>
                  </a:lnTo>
                  <a:lnTo>
                    <a:pt x="348" y="889"/>
                  </a:lnTo>
                  <a:lnTo>
                    <a:pt x="811" y="1661"/>
                  </a:lnTo>
                  <a:lnTo>
                    <a:pt x="1274" y="2395"/>
                  </a:lnTo>
                  <a:lnTo>
                    <a:pt x="1738" y="3090"/>
                  </a:lnTo>
                  <a:lnTo>
                    <a:pt x="2008" y="3437"/>
                  </a:lnTo>
                  <a:lnTo>
                    <a:pt x="2201" y="3553"/>
                  </a:lnTo>
                  <a:lnTo>
                    <a:pt x="2394" y="3669"/>
                  </a:lnTo>
                  <a:lnTo>
                    <a:pt x="2587" y="3746"/>
                  </a:lnTo>
                  <a:lnTo>
                    <a:pt x="2780" y="3785"/>
                  </a:lnTo>
                  <a:lnTo>
                    <a:pt x="3012" y="3708"/>
                  </a:lnTo>
                  <a:lnTo>
                    <a:pt x="3205" y="3592"/>
                  </a:lnTo>
                  <a:lnTo>
                    <a:pt x="3321" y="3437"/>
                  </a:lnTo>
                  <a:lnTo>
                    <a:pt x="3398" y="3244"/>
                  </a:lnTo>
                  <a:lnTo>
                    <a:pt x="3398" y="3090"/>
                  </a:lnTo>
                  <a:lnTo>
                    <a:pt x="3398" y="2897"/>
                  </a:lnTo>
                  <a:lnTo>
                    <a:pt x="3360" y="2704"/>
                  </a:lnTo>
                  <a:lnTo>
                    <a:pt x="3282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89" y="2742"/>
                  </a:lnTo>
                  <a:lnTo>
                    <a:pt x="3128" y="2858"/>
                  </a:lnTo>
                  <a:lnTo>
                    <a:pt x="2896" y="3012"/>
                  </a:lnTo>
                  <a:lnTo>
                    <a:pt x="2665" y="3128"/>
                  </a:lnTo>
                  <a:lnTo>
                    <a:pt x="2510" y="3206"/>
                  </a:lnTo>
                  <a:lnTo>
                    <a:pt x="2317" y="3206"/>
                  </a:lnTo>
                  <a:lnTo>
                    <a:pt x="2201" y="3167"/>
                  </a:lnTo>
                  <a:lnTo>
                    <a:pt x="2047" y="3090"/>
                  </a:lnTo>
                  <a:lnTo>
                    <a:pt x="1931" y="2935"/>
                  </a:lnTo>
                  <a:lnTo>
                    <a:pt x="1854" y="2742"/>
                  </a:lnTo>
                  <a:lnTo>
                    <a:pt x="1699" y="2511"/>
                  </a:lnTo>
                  <a:lnTo>
                    <a:pt x="1081" y="1507"/>
                  </a:lnTo>
                  <a:lnTo>
                    <a:pt x="618" y="773"/>
                  </a:lnTo>
                  <a:lnTo>
                    <a:pt x="386" y="387"/>
                  </a:lnTo>
                  <a:lnTo>
                    <a:pt x="116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13"/>
            <p:cNvSpPr/>
            <p:nvPr/>
          </p:nvSpPr>
          <p:spPr>
            <a:xfrm>
              <a:off x="4212550" y="2732450"/>
              <a:ext cx="315700" cy="477900"/>
            </a:xfrm>
            <a:custGeom>
              <a:avLst/>
              <a:gdLst/>
              <a:ahLst/>
              <a:cxnLst/>
              <a:rect l="l" t="t" r="r" b="b"/>
              <a:pathLst>
                <a:path w="12628" h="19116" extrusionOk="0">
                  <a:moveTo>
                    <a:pt x="1004" y="619"/>
                  </a:moveTo>
                  <a:lnTo>
                    <a:pt x="1661" y="850"/>
                  </a:lnTo>
                  <a:lnTo>
                    <a:pt x="2317" y="1121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5"/>
                  </a:lnTo>
                  <a:lnTo>
                    <a:pt x="3862" y="2472"/>
                  </a:lnTo>
                  <a:lnTo>
                    <a:pt x="4016" y="2820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8"/>
                  </a:lnTo>
                  <a:lnTo>
                    <a:pt x="9345" y="15138"/>
                  </a:lnTo>
                  <a:lnTo>
                    <a:pt x="8920" y="15370"/>
                  </a:lnTo>
                  <a:lnTo>
                    <a:pt x="7955" y="13516"/>
                  </a:lnTo>
                  <a:lnTo>
                    <a:pt x="6990" y="11663"/>
                  </a:lnTo>
                  <a:lnTo>
                    <a:pt x="5020" y="7956"/>
                  </a:lnTo>
                  <a:lnTo>
                    <a:pt x="3012" y="4287"/>
                  </a:lnTo>
                  <a:lnTo>
                    <a:pt x="1004" y="619"/>
                  </a:lnTo>
                  <a:close/>
                  <a:moveTo>
                    <a:pt x="657" y="503"/>
                  </a:moveTo>
                  <a:lnTo>
                    <a:pt x="657" y="541"/>
                  </a:lnTo>
                  <a:lnTo>
                    <a:pt x="4673" y="8033"/>
                  </a:lnTo>
                  <a:lnTo>
                    <a:pt x="6719" y="11740"/>
                  </a:lnTo>
                  <a:lnTo>
                    <a:pt x="7762" y="13593"/>
                  </a:lnTo>
                  <a:lnTo>
                    <a:pt x="8805" y="15447"/>
                  </a:lnTo>
                  <a:lnTo>
                    <a:pt x="8650" y="15524"/>
                  </a:lnTo>
                  <a:lnTo>
                    <a:pt x="7414" y="13748"/>
                  </a:lnTo>
                  <a:lnTo>
                    <a:pt x="6179" y="12010"/>
                  </a:lnTo>
                  <a:lnTo>
                    <a:pt x="3592" y="8535"/>
                  </a:lnTo>
                  <a:lnTo>
                    <a:pt x="2317" y="6758"/>
                  </a:lnTo>
                  <a:lnTo>
                    <a:pt x="1004" y="4944"/>
                  </a:lnTo>
                  <a:lnTo>
                    <a:pt x="850" y="4712"/>
                  </a:lnTo>
                  <a:lnTo>
                    <a:pt x="734" y="4480"/>
                  </a:lnTo>
                  <a:lnTo>
                    <a:pt x="618" y="4210"/>
                  </a:lnTo>
                  <a:lnTo>
                    <a:pt x="541" y="3940"/>
                  </a:lnTo>
                  <a:lnTo>
                    <a:pt x="464" y="3399"/>
                  </a:lnTo>
                  <a:lnTo>
                    <a:pt x="425" y="2820"/>
                  </a:lnTo>
                  <a:lnTo>
                    <a:pt x="464" y="2241"/>
                  </a:lnTo>
                  <a:lnTo>
                    <a:pt x="502" y="1661"/>
                  </a:lnTo>
                  <a:lnTo>
                    <a:pt x="657" y="503"/>
                  </a:lnTo>
                  <a:close/>
                  <a:moveTo>
                    <a:pt x="11508" y="12280"/>
                  </a:moveTo>
                  <a:lnTo>
                    <a:pt x="11662" y="12358"/>
                  </a:lnTo>
                  <a:lnTo>
                    <a:pt x="11817" y="12435"/>
                  </a:lnTo>
                  <a:lnTo>
                    <a:pt x="12164" y="12860"/>
                  </a:lnTo>
                  <a:lnTo>
                    <a:pt x="12241" y="13053"/>
                  </a:lnTo>
                  <a:lnTo>
                    <a:pt x="12280" y="13246"/>
                  </a:lnTo>
                  <a:lnTo>
                    <a:pt x="12241" y="13439"/>
                  </a:lnTo>
                  <a:lnTo>
                    <a:pt x="12203" y="13632"/>
                  </a:lnTo>
                  <a:lnTo>
                    <a:pt x="12048" y="14018"/>
                  </a:lnTo>
                  <a:lnTo>
                    <a:pt x="11855" y="14366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2"/>
                  </a:lnTo>
                  <a:lnTo>
                    <a:pt x="10156" y="15872"/>
                  </a:lnTo>
                  <a:lnTo>
                    <a:pt x="10118" y="15987"/>
                  </a:lnTo>
                  <a:lnTo>
                    <a:pt x="9770" y="16180"/>
                  </a:lnTo>
                  <a:lnTo>
                    <a:pt x="9114" y="16605"/>
                  </a:lnTo>
                  <a:lnTo>
                    <a:pt x="8457" y="16953"/>
                  </a:lnTo>
                  <a:lnTo>
                    <a:pt x="7723" y="17262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5" y="17648"/>
                  </a:lnTo>
                  <a:lnTo>
                    <a:pt x="5754" y="17648"/>
                  </a:lnTo>
                  <a:lnTo>
                    <a:pt x="5561" y="17571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8" y="17184"/>
                  </a:lnTo>
                  <a:lnTo>
                    <a:pt x="4982" y="16876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5"/>
                  </a:lnTo>
                  <a:lnTo>
                    <a:pt x="5175" y="15949"/>
                  </a:lnTo>
                  <a:lnTo>
                    <a:pt x="5291" y="15833"/>
                  </a:lnTo>
                  <a:lnTo>
                    <a:pt x="5406" y="15756"/>
                  </a:lnTo>
                  <a:lnTo>
                    <a:pt x="5522" y="15717"/>
                  </a:lnTo>
                  <a:lnTo>
                    <a:pt x="5638" y="15756"/>
                  </a:lnTo>
                  <a:lnTo>
                    <a:pt x="5793" y="15833"/>
                  </a:lnTo>
                  <a:lnTo>
                    <a:pt x="5947" y="15949"/>
                  </a:lnTo>
                  <a:lnTo>
                    <a:pt x="6063" y="16142"/>
                  </a:lnTo>
                  <a:lnTo>
                    <a:pt x="6256" y="16374"/>
                  </a:lnTo>
                  <a:lnTo>
                    <a:pt x="6102" y="16412"/>
                  </a:lnTo>
                  <a:lnTo>
                    <a:pt x="6024" y="16451"/>
                  </a:lnTo>
                  <a:lnTo>
                    <a:pt x="6024" y="16567"/>
                  </a:lnTo>
                  <a:lnTo>
                    <a:pt x="6063" y="16644"/>
                  </a:lnTo>
                  <a:lnTo>
                    <a:pt x="6140" y="16644"/>
                  </a:lnTo>
                  <a:lnTo>
                    <a:pt x="6912" y="16567"/>
                  </a:lnTo>
                  <a:lnTo>
                    <a:pt x="7685" y="16374"/>
                  </a:lnTo>
                  <a:lnTo>
                    <a:pt x="8496" y="16065"/>
                  </a:lnTo>
                  <a:lnTo>
                    <a:pt x="9229" y="15717"/>
                  </a:lnTo>
                  <a:lnTo>
                    <a:pt x="9616" y="15485"/>
                  </a:lnTo>
                  <a:lnTo>
                    <a:pt x="9963" y="15254"/>
                  </a:lnTo>
                  <a:lnTo>
                    <a:pt x="10272" y="15022"/>
                  </a:lnTo>
                  <a:lnTo>
                    <a:pt x="10581" y="14752"/>
                  </a:lnTo>
                  <a:lnTo>
                    <a:pt x="10890" y="14481"/>
                  </a:lnTo>
                  <a:lnTo>
                    <a:pt x="11121" y="14173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9"/>
                  </a:lnTo>
                  <a:lnTo>
                    <a:pt x="11546" y="13362"/>
                  </a:lnTo>
                  <a:lnTo>
                    <a:pt x="11508" y="13284"/>
                  </a:lnTo>
                  <a:lnTo>
                    <a:pt x="11430" y="13246"/>
                  </a:lnTo>
                  <a:lnTo>
                    <a:pt x="11237" y="13246"/>
                  </a:lnTo>
                  <a:lnTo>
                    <a:pt x="11160" y="13323"/>
                  </a:lnTo>
                  <a:lnTo>
                    <a:pt x="10967" y="13671"/>
                  </a:lnTo>
                  <a:lnTo>
                    <a:pt x="10774" y="13555"/>
                  </a:lnTo>
                  <a:lnTo>
                    <a:pt x="10658" y="13439"/>
                  </a:lnTo>
                  <a:lnTo>
                    <a:pt x="10619" y="13284"/>
                  </a:lnTo>
                  <a:lnTo>
                    <a:pt x="10581" y="13169"/>
                  </a:lnTo>
                  <a:lnTo>
                    <a:pt x="10619" y="13014"/>
                  </a:lnTo>
                  <a:lnTo>
                    <a:pt x="10658" y="12860"/>
                  </a:lnTo>
                  <a:lnTo>
                    <a:pt x="10851" y="12628"/>
                  </a:lnTo>
                  <a:lnTo>
                    <a:pt x="10928" y="12473"/>
                  </a:lnTo>
                  <a:lnTo>
                    <a:pt x="11044" y="12358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1"/>
                  </a:moveTo>
                  <a:lnTo>
                    <a:pt x="348" y="40"/>
                  </a:lnTo>
                  <a:lnTo>
                    <a:pt x="271" y="117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3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6"/>
                  </a:lnTo>
                  <a:lnTo>
                    <a:pt x="232" y="4519"/>
                  </a:lnTo>
                  <a:lnTo>
                    <a:pt x="348" y="4751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6"/>
                  </a:lnTo>
                  <a:lnTo>
                    <a:pt x="5445" y="11817"/>
                  </a:lnTo>
                  <a:lnTo>
                    <a:pt x="6874" y="13748"/>
                  </a:lnTo>
                  <a:lnTo>
                    <a:pt x="8341" y="15640"/>
                  </a:lnTo>
                  <a:lnTo>
                    <a:pt x="7492" y="15987"/>
                  </a:lnTo>
                  <a:lnTo>
                    <a:pt x="6642" y="16258"/>
                  </a:lnTo>
                  <a:lnTo>
                    <a:pt x="6681" y="16103"/>
                  </a:lnTo>
                  <a:lnTo>
                    <a:pt x="6681" y="15949"/>
                  </a:lnTo>
                  <a:lnTo>
                    <a:pt x="6642" y="15756"/>
                  </a:lnTo>
                  <a:lnTo>
                    <a:pt x="6565" y="15640"/>
                  </a:lnTo>
                  <a:lnTo>
                    <a:pt x="6488" y="15485"/>
                  </a:lnTo>
                  <a:lnTo>
                    <a:pt x="6333" y="15370"/>
                  </a:lnTo>
                  <a:lnTo>
                    <a:pt x="6179" y="15292"/>
                  </a:lnTo>
                  <a:lnTo>
                    <a:pt x="6024" y="15254"/>
                  </a:lnTo>
                  <a:lnTo>
                    <a:pt x="5715" y="15254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6" y="16296"/>
                  </a:lnTo>
                  <a:lnTo>
                    <a:pt x="4596" y="16567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8" y="17725"/>
                  </a:lnTo>
                  <a:lnTo>
                    <a:pt x="5368" y="17841"/>
                  </a:lnTo>
                  <a:lnTo>
                    <a:pt x="5677" y="17918"/>
                  </a:lnTo>
                  <a:lnTo>
                    <a:pt x="6024" y="17957"/>
                  </a:lnTo>
                  <a:lnTo>
                    <a:pt x="6372" y="17918"/>
                  </a:lnTo>
                  <a:lnTo>
                    <a:pt x="6719" y="17841"/>
                  </a:lnTo>
                  <a:lnTo>
                    <a:pt x="7106" y="17764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3"/>
                  </a:lnTo>
                  <a:lnTo>
                    <a:pt x="9229" y="16876"/>
                  </a:lnTo>
                  <a:lnTo>
                    <a:pt x="9461" y="16760"/>
                  </a:lnTo>
                  <a:lnTo>
                    <a:pt x="10233" y="16258"/>
                  </a:lnTo>
                  <a:lnTo>
                    <a:pt x="10813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4"/>
                  </a:lnTo>
                  <a:lnTo>
                    <a:pt x="11817" y="18150"/>
                  </a:lnTo>
                  <a:lnTo>
                    <a:pt x="11392" y="17455"/>
                  </a:lnTo>
                  <a:lnTo>
                    <a:pt x="10928" y="16760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4"/>
                  </a:lnTo>
                  <a:lnTo>
                    <a:pt x="11894" y="14790"/>
                  </a:lnTo>
                  <a:lnTo>
                    <a:pt x="12125" y="14559"/>
                  </a:lnTo>
                  <a:lnTo>
                    <a:pt x="12280" y="14288"/>
                  </a:lnTo>
                  <a:lnTo>
                    <a:pt x="12434" y="14057"/>
                  </a:lnTo>
                  <a:lnTo>
                    <a:pt x="12512" y="13786"/>
                  </a:lnTo>
                  <a:lnTo>
                    <a:pt x="12589" y="13555"/>
                  </a:lnTo>
                  <a:lnTo>
                    <a:pt x="12627" y="13284"/>
                  </a:lnTo>
                  <a:lnTo>
                    <a:pt x="12589" y="13053"/>
                  </a:lnTo>
                  <a:lnTo>
                    <a:pt x="12512" y="12821"/>
                  </a:lnTo>
                  <a:lnTo>
                    <a:pt x="12357" y="12589"/>
                  </a:lnTo>
                  <a:lnTo>
                    <a:pt x="12164" y="12358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9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1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2"/>
                  </a:lnTo>
                  <a:lnTo>
                    <a:pt x="10619" y="13786"/>
                  </a:lnTo>
                  <a:lnTo>
                    <a:pt x="10813" y="13902"/>
                  </a:lnTo>
                  <a:lnTo>
                    <a:pt x="10504" y="14250"/>
                  </a:lnTo>
                  <a:lnTo>
                    <a:pt x="10156" y="14597"/>
                  </a:lnTo>
                  <a:lnTo>
                    <a:pt x="9770" y="14868"/>
                  </a:lnTo>
                  <a:lnTo>
                    <a:pt x="9430" y="15084"/>
                  </a:lnTo>
                  <a:lnTo>
                    <a:pt x="9461" y="15022"/>
                  </a:lnTo>
                  <a:lnTo>
                    <a:pt x="9500" y="14945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9"/>
                  </a:lnTo>
                  <a:lnTo>
                    <a:pt x="3823" y="1545"/>
                  </a:lnTo>
                  <a:lnTo>
                    <a:pt x="3514" y="1237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1" y="233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13"/>
            <p:cNvSpPr/>
            <p:nvPr/>
          </p:nvSpPr>
          <p:spPr>
            <a:xfrm>
              <a:off x="6549700" y="3335825"/>
              <a:ext cx="85000" cy="94625"/>
            </a:xfrm>
            <a:custGeom>
              <a:avLst/>
              <a:gdLst/>
              <a:ahLst/>
              <a:cxnLst/>
              <a:rect l="l" t="t" r="r" b="b"/>
              <a:pathLst>
                <a:path w="3400" h="3785" extrusionOk="0">
                  <a:moveTo>
                    <a:pt x="78" y="0"/>
                  </a:moveTo>
                  <a:lnTo>
                    <a:pt x="1" y="77"/>
                  </a:lnTo>
                  <a:lnTo>
                    <a:pt x="1" y="116"/>
                  </a:lnTo>
                  <a:lnTo>
                    <a:pt x="349" y="888"/>
                  </a:lnTo>
                  <a:lnTo>
                    <a:pt x="812" y="1661"/>
                  </a:lnTo>
                  <a:lnTo>
                    <a:pt x="1275" y="2394"/>
                  </a:lnTo>
                  <a:lnTo>
                    <a:pt x="1739" y="3089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4"/>
                  </a:lnTo>
                  <a:lnTo>
                    <a:pt x="3013" y="3707"/>
                  </a:lnTo>
                  <a:lnTo>
                    <a:pt x="3206" y="3591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89"/>
                  </a:lnTo>
                  <a:lnTo>
                    <a:pt x="3399" y="2896"/>
                  </a:lnTo>
                  <a:lnTo>
                    <a:pt x="3360" y="2703"/>
                  </a:lnTo>
                  <a:lnTo>
                    <a:pt x="3283" y="2510"/>
                  </a:lnTo>
                  <a:lnTo>
                    <a:pt x="3129" y="2163"/>
                  </a:lnTo>
                  <a:lnTo>
                    <a:pt x="2936" y="2240"/>
                  </a:lnTo>
                  <a:lnTo>
                    <a:pt x="3052" y="2587"/>
                  </a:lnTo>
                  <a:lnTo>
                    <a:pt x="3090" y="2742"/>
                  </a:lnTo>
                  <a:lnTo>
                    <a:pt x="3129" y="2858"/>
                  </a:lnTo>
                  <a:lnTo>
                    <a:pt x="2897" y="3012"/>
                  </a:lnTo>
                  <a:lnTo>
                    <a:pt x="2665" y="3128"/>
                  </a:lnTo>
                  <a:lnTo>
                    <a:pt x="2511" y="3205"/>
                  </a:lnTo>
                  <a:lnTo>
                    <a:pt x="2318" y="3205"/>
                  </a:lnTo>
                  <a:lnTo>
                    <a:pt x="2202" y="3167"/>
                  </a:lnTo>
                  <a:lnTo>
                    <a:pt x="2048" y="3089"/>
                  </a:lnTo>
                  <a:lnTo>
                    <a:pt x="1932" y="2935"/>
                  </a:lnTo>
                  <a:lnTo>
                    <a:pt x="1855" y="2742"/>
                  </a:lnTo>
                  <a:lnTo>
                    <a:pt x="1700" y="2510"/>
                  </a:lnTo>
                  <a:lnTo>
                    <a:pt x="1082" y="1506"/>
                  </a:lnTo>
                  <a:lnTo>
                    <a:pt x="619" y="772"/>
                  </a:lnTo>
                  <a:lnTo>
                    <a:pt x="387" y="386"/>
                  </a:lnTo>
                  <a:lnTo>
                    <a:pt x="117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13"/>
            <p:cNvSpPr/>
            <p:nvPr/>
          </p:nvSpPr>
          <p:spPr>
            <a:xfrm>
              <a:off x="6320925" y="2913950"/>
              <a:ext cx="315700" cy="477875"/>
            </a:xfrm>
            <a:custGeom>
              <a:avLst/>
              <a:gdLst/>
              <a:ahLst/>
              <a:cxnLst/>
              <a:rect l="l" t="t" r="r" b="b"/>
              <a:pathLst>
                <a:path w="12628" h="19115" extrusionOk="0">
                  <a:moveTo>
                    <a:pt x="1004" y="618"/>
                  </a:moveTo>
                  <a:lnTo>
                    <a:pt x="1661" y="850"/>
                  </a:lnTo>
                  <a:lnTo>
                    <a:pt x="2317" y="1120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2"/>
                  </a:lnTo>
                  <a:lnTo>
                    <a:pt x="4016" y="2819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7"/>
                  </a:lnTo>
                  <a:lnTo>
                    <a:pt x="9345" y="15137"/>
                  </a:lnTo>
                  <a:lnTo>
                    <a:pt x="8920" y="15369"/>
                  </a:lnTo>
                  <a:lnTo>
                    <a:pt x="7955" y="13516"/>
                  </a:lnTo>
                  <a:lnTo>
                    <a:pt x="6990" y="11662"/>
                  </a:lnTo>
                  <a:lnTo>
                    <a:pt x="5020" y="7955"/>
                  </a:lnTo>
                  <a:lnTo>
                    <a:pt x="3012" y="4287"/>
                  </a:lnTo>
                  <a:lnTo>
                    <a:pt x="1004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19" y="11739"/>
                  </a:lnTo>
                  <a:lnTo>
                    <a:pt x="7762" y="13593"/>
                  </a:lnTo>
                  <a:lnTo>
                    <a:pt x="8804" y="15446"/>
                  </a:lnTo>
                  <a:lnTo>
                    <a:pt x="8650" y="15524"/>
                  </a:lnTo>
                  <a:lnTo>
                    <a:pt x="7414" y="13747"/>
                  </a:lnTo>
                  <a:lnTo>
                    <a:pt x="6179" y="12010"/>
                  </a:lnTo>
                  <a:lnTo>
                    <a:pt x="3591" y="8534"/>
                  </a:lnTo>
                  <a:lnTo>
                    <a:pt x="2317" y="6758"/>
                  </a:lnTo>
                  <a:lnTo>
                    <a:pt x="1004" y="4943"/>
                  </a:lnTo>
                  <a:lnTo>
                    <a:pt x="850" y="4711"/>
                  </a:lnTo>
                  <a:lnTo>
                    <a:pt x="734" y="4480"/>
                  </a:lnTo>
                  <a:lnTo>
                    <a:pt x="618" y="4209"/>
                  </a:lnTo>
                  <a:lnTo>
                    <a:pt x="541" y="3939"/>
                  </a:lnTo>
                  <a:lnTo>
                    <a:pt x="464" y="3399"/>
                  </a:lnTo>
                  <a:lnTo>
                    <a:pt x="425" y="2819"/>
                  </a:lnTo>
                  <a:lnTo>
                    <a:pt x="464" y="2240"/>
                  </a:lnTo>
                  <a:lnTo>
                    <a:pt x="502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2" y="12357"/>
                  </a:lnTo>
                  <a:lnTo>
                    <a:pt x="11816" y="12434"/>
                  </a:lnTo>
                  <a:lnTo>
                    <a:pt x="12164" y="12859"/>
                  </a:lnTo>
                  <a:lnTo>
                    <a:pt x="12241" y="13052"/>
                  </a:lnTo>
                  <a:lnTo>
                    <a:pt x="12280" y="13245"/>
                  </a:lnTo>
                  <a:lnTo>
                    <a:pt x="12241" y="13438"/>
                  </a:lnTo>
                  <a:lnTo>
                    <a:pt x="12203" y="13631"/>
                  </a:lnTo>
                  <a:lnTo>
                    <a:pt x="12048" y="14018"/>
                  </a:lnTo>
                  <a:lnTo>
                    <a:pt x="11855" y="14365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1"/>
                  </a:lnTo>
                  <a:lnTo>
                    <a:pt x="10156" y="15871"/>
                  </a:lnTo>
                  <a:lnTo>
                    <a:pt x="10117" y="15987"/>
                  </a:lnTo>
                  <a:lnTo>
                    <a:pt x="9770" y="16180"/>
                  </a:lnTo>
                  <a:lnTo>
                    <a:pt x="9113" y="16605"/>
                  </a:lnTo>
                  <a:lnTo>
                    <a:pt x="8457" y="16952"/>
                  </a:lnTo>
                  <a:lnTo>
                    <a:pt x="7723" y="17261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4" y="17647"/>
                  </a:lnTo>
                  <a:lnTo>
                    <a:pt x="5754" y="17647"/>
                  </a:lnTo>
                  <a:lnTo>
                    <a:pt x="5561" y="17570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7" y="17184"/>
                  </a:lnTo>
                  <a:lnTo>
                    <a:pt x="4982" y="16875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4"/>
                  </a:lnTo>
                  <a:lnTo>
                    <a:pt x="5175" y="15948"/>
                  </a:lnTo>
                  <a:lnTo>
                    <a:pt x="5291" y="15833"/>
                  </a:lnTo>
                  <a:lnTo>
                    <a:pt x="5406" y="15755"/>
                  </a:lnTo>
                  <a:lnTo>
                    <a:pt x="5522" y="15717"/>
                  </a:lnTo>
                  <a:lnTo>
                    <a:pt x="5638" y="15755"/>
                  </a:lnTo>
                  <a:lnTo>
                    <a:pt x="5793" y="15833"/>
                  </a:lnTo>
                  <a:lnTo>
                    <a:pt x="5947" y="15948"/>
                  </a:lnTo>
                  <a:lnTo>
                    <a:pt x="6063" y="16141"/>
                  </a:lnTo>
                  <a:lnTo>
                    <a:pt x="6256" y="16373"/>
                  </a:lnTo>
                  <a:lnTo>
                    <a:pt x="6101" y="16412"/>
                  </a:lnTo>
                  <a:lnTo>
                    <a:pt x="6024" y="16450"/>
                  </a:lnTo>
                  <a:lnTo>
                    <a:pt x="6024" y="16566"/>
                  </a:lnTo>
                  <a:lnTo>
                    <a:pt x="6063" y="16643"/>
                  </a:lnTo>
                  <a:lnTo>
                    <a:pt x="6140" y="16643"/>
                  </a:lnTo>
                  <a:lnTo>
                    <a:pt x="6912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29" y="15717"/>
                  </a:lnTo>
                  <a:lnTo>
                    <a:pt x="9615" y="15485"/>
                  </a:lnTo>
                  <a:lnTo>
                    <a:pt x="9963" y="15253"/>
                  </a:lnTo>
                  <a:lnTo>
                    <a:pt x="10272" y="15022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1" y="14172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8"/>
                  </a:lnTo>
                  <a:lnTo>
                    <a:pt x="11546" y="13361"/>
                  </a:lnTo>
                  <a:lnTo>
                    <a:pt x="11508" y="13284"/>
                  </a:lnTo>
                  <a:lnTo>
                    <a:pt x="11430" y="13245"/>
                  </a:lnTo>
                  <a:lnTo>
                    <a:pt x="11237" y="13245"/>
                  </a:lnTo>
                  <a:lnTo>
                    <a:pt x="11160" y="13323"/>
                  </a:lnTo>
                  <a:lnTo>
                    <a:pt x="10967" y="13670"/>
                  </a:lnTo>
                  <a:lnTo>
                    <a:pt x="10774" y="13554"/>
                  </a:lnTo>
                  <a:lnTo>
                    <a:pt x="10658" y="13438"/>
                  </a:lnTo>
                  <a:lnTo>
                    <a:pt x="10619" y="13284"/>
                  </a:lnTo>
                  <a:lnTo>
                    <a:pt x="10581" y="13168"/>
                  </a:lnTo>
                  <a:lnTo>
                    <a:pt x="10619" y="13014"/>
                  </a:lnTo>
                  <a:lnTo>
                    <a:pt x="10658" y="12859"/>
                  </a:lnTo>
                  <a:lnTo>
                    <a:pt x="10851" y="12627"/>
                  </a:lnTo>
                  <a:lnTo>
                    <a:pt x="10928" y="12473"/>
                  </a:lnTo>
                  <a:lnTo>
                    <a:pt x="11044" y="12357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0"/>
                  </a:moveTo>
                  <a:lnTo>
                    <a:pt x="348" y="39"/>
                  </a:lnTo>
                  <a:lnTo>
                    <a:pt x="271" y="116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2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5"/>
                  </a:lnTo>
                  <a:lnTo>
                    <a:pt x="232" y="4518"/>
                  </a:lnTo>
                  <a:lnTo>
                    <a:pt x="348" y="4750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5"/>
                  </a:lnTo>
                  <a:lnTo>
                    <a:pt x="5445" y="11817"/>
                  </a:lnTo>
                  <a:lnTo>
                    <a:pt x="6874" y="13747"/>
                  </a:lnTo>
                  <a:lnTo>
                    <a:pt x="8341" y="15639"/>
                  </a:lnTo>
                  <a:lnTo>
                    <a:pt x="7492" y="15987"/>
                  </a:lnTo>
                  <a:lnTo>
                    <a:pt x="6642" y="16257"/>
                  </a:lnTo>
                  <a:lnTo>
                    <a:pt x="6642" y="16257"/>
                  </a:lnTo>
                  <a:lnTo>
                    <a:pt x="6681" y="16103"/>
                  </a:lnTo>
                  <a:lnTo>
                    <a:pt x="6681" y="15948"/>
                  </a:lnTo>
                  <a:lnTo>
                    <a:pt x="6642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3" y="15369"/>
                  </a:lnTo>
                  <a:lnTo>
                    <a:pt x="6179" y="15292"/>
                  </a:lnTo>
                  <a:lnTo>
                    <a:pt x="6024" y="15253"/>
                  </a:lnTo>
                  <a:lnTo>
                    <a:pt x="5715" y="15253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5" y="16296"/>
                  </a:lnTo>
                  <a:lnTo>
                    <a:pt x="4595" y="16566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7" y="17725"/>
                  </a:lnTo>
                  <a:lnTo>
                    <a:pt x="5368" y="17840"/>
                  </a:lnTo>
                  <a:lnTo>
                    <a:pt x="5677" y="17918"/>
                  </a:lnTo>
                  <a:lnTo>
                    <a:pt x="6024" y="17956"/>
                  </a:lnTo>
                  <a:lnTo>
                    <a:pt x="6372" y="17918"/>
                  </a:lnTo>
                  <a:lnTo>
                    <a:pt x="6719" y="17840"/>
                  </a:lnTo>
                  <a:lnTo>
                    <a:pt x="7105" y="17763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2"/>
                  </a:lnTo>
                  <a:lnTo>
                    <a:pt x="9229" y="16875"/>
                  </a:lnTo>
                  <a:lnTo>
                    <a:pt x="9461" y="16759"/>
                  </a:lnTo>
                  <a:lnTo>
                    <a:pt x="10233" y="16257"/>
                  </a:lnTo>
                  <a:lnTo>
                    <a:pt x="10812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3"/>
                  </a:lnTo>
                  <a:lnTo>
                    <a:pt x="11816" y="18149"/>
                  </a:lnTo>
                  <a:lnTo>
                    <a:pt x="11392" y="17454"/>
                  </a:lnTo>
                  <a:lnTo>
                    <a:pt x="10928" y="16759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3"/>
                  </a:lnTo>
                  <a:lnTo>
                    <a:pt x="11894" y="14790"/>
                  </a:lnTo>
                  <a:lnTo>
                    <a:pt x="12125" y="14558"/>
                  </a:lnTo>
                  <a:lnTo>
                    <a:pt x="12280" y="14288"/>
                  </a:lnTo>
                  <a:lnTo>
                    <a:pt x="12434" y="14056"/>
                  </a:lnTo>
                  <a:lnTo>
                    <a:pt x="12511" y="13786"/>
                  </a:lnTo>
                  <a:lnTo>
                    <a:pt x="12589" y="13554"/>
                  </a:lnTo>
                  <a:lnTo>
                    <a:pt x="12627" y="13284"/>
                  </a:lnTo>
                  <a:lnTo>
                    <a:pt x="12589" y="13052"/>
                  </a:lnTo>
                  <a:lnTo>
                    <a:pt x="12511" y="12821"/>
                  </a:lnTo>
                  <a:lnTo>
                    <a:pt x="12357" y="12589"/>
                  </a:lnTo>
                  <a:lnTo>
                    <a:pt x="12164" y="12357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8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0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0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19" y="13786"/>
                  </a:lnTo>
                  <a:lnTo>
                    <a:pt x="10812" y="13902"/>
                  </a:lnTo>
                  <a:lnTo>
                    <a:pt x="10504" y="14249"/>
                  </a:lnTo>
                  <a:lnTo>
                    <a:pt x="10156" y="14597"/>
                  </a:lnTo>
                  <a:lnTo>
                    <a:pt x="9770" y="14867"/>
                  </a:lnTo>
                  <a:lnTo>
                    <a:pt x="9430" y="15083"/>
                  </a:lnTo>
                  <a:lnTo>
                    <a:pt x="9461" y="15022"/>
                  </a:lnTo>
                  <a:lnTo>
                    <a:pt x="9500" y="14944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8"/>
                  </a:lnTo>
                  <a:lnTo>
                    <a:pt x="3823" y="1545"/>
                  </a:lnTo>
                  <a:lnTo>
                    <a:pt x="3514" y="1236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0" y="232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13"/>
            <p:cNvSpPr/>
            <p:nvPr/>
          </p:nvSpPr>
          <p:spPr>
            <a:xfrm>
              <a:off x="1643700" y="2334725"/>
              <a:ext cx="26075" cy="11600"/>
            </a:xfrm>
            <a:custGeom>
              <a:avLst/>
              <a:gdLst/>
              <a:ahLst/>
              <a:cxnLst/>
              <a:rect l="l" t="t" r="r" b="b"/>
              <a:pathLst>
                <a:path w="1043" h="464" extrusionOk="0">
                  <a:moveTo>
                    <a:pt x="773" y="1"/>
                  </a:moveTo>
                  <a:lnTo>
                    <a:pt x="541" y="39"/>
                  </a:lnTo>
                  <a:lnTo>
                    <a:pt x="309" y="78"/>
                  </a:lnTo>
                  <a:lnTo>
                    <a:pt x="77" y="194"/>
                  </a:lnTo>
                  <a:lnTo>
                    <a:pt x="39" y="232"/>
                  </a:lnTo>
                  <a:lnTo>
                    <a:pt x="0" y="271"/>
                  </a:lnTo>
                  <a:lnTo>
                    <a:pt x="39" y="387"/>
                  </a:lnTo>
                  <a:lnTo>
                    <a:pt x="77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43" y="232"/>
                  </a:lnTo>
                  <a:lnTo>
                    <a:pt x="1004" y="155"/>
                  </a:lnTo>
                  <a:lnTo>
                    <a:pt x="966" y="116"/>
                  </a:lnTo>
                  <a:lnTo>
                    <a:pt x="888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13"/>
            <p:cNvSpPr/>
            <p:nvPr/>
          </p:nvSpPr>
          <p:spPr>
            <a:xfrm>
              <a:off x="1545225" y="23405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1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13"/>
            <p:cNvSpPr/>
            <p:nvPr/>
          </p:nvSpPr>
          <p:spPr>
            <a:xfrm>
              <a:off x="1530750" y="22034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7" y="7454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5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3"/>
                  </a:lnTo>
                  <a:lnTo>
                    <a:pt x="9538" y="9423"/>
                  </a:lnTo>
                  <a:lnTo>
                    <a:pt x="9384" y="9655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8" y="10195"/>
                  </a:lnTo>
                  <a:lnTo>
                    <a:pt x="8109" y="10157"/>
                  </a:lnTo>
                  <a:lnTo>
                    <a:pt x="7839" y="10079"/>
                  </a:lnTo>
                  <a:lnTo>
                    <a:pt x="7607" y="9964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8" y="9346"/>
                  </a:lnTo>
                  <a:lnTo>
                    <a:pt x="6951" y="9075"/>
                  </a:lnTo>
                  <a:lnTo>
                    <a:pt x="6912" y="8805"/>
                  </a:lnTo>
                  <a:lnTo>
                    <a:pt x="6951" y="8535"/>
                  </a:lnTo>
                  <a:lnTo>
                    <a:pt x="7028" y="8265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3" y="7569"/>
                  </a:lnTo>
                  <a:lnTo>
                    <a:pt x="8148" y="7338"/>
                  </a:lnTo>
                  <a:lnTo>
                    <a:pt x="8225" y="7299"/>
                  </a:lnTo>
                  <a:close/>
                  <a:moveTo>
                    <a:pt x="2858" y="1"/>
                  </a:moveTo>
                  <a:lnTo>
                    <a:pt x="2665" y="40"/>
                  </a:lnTo>
                  <a:lnTo>
                    <a:pt x="2665" y="78"/>
                  </a:lnTo>
                  <a:lnTo>
                    <a:pt x="2626" y="1353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3" y="5098"/>
                  </a:lnTo>
                  <a:lnTo>
                    <a:pt x="2896" y="7492"/>
                  </a:lnTo>
                  <a:lnTo>
                    <a:pt x="2896" y="8149"/>
                  </a:lnTo>
                  <a:lnTo>
                    <a:pt x="2935" y="8458"/>
                  </a:lnTo>
                  <a:lnTo>
                    <a:pt x="2974" y="8612"/>
                  </a:lnTo>
                  <a:lnTo>
                    <a:pt x="3051" y="8767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0" y="8689"/>
                  </a:lnTo>
                  <a:lnTo>
                    <a:pt x="0" y="9037"/>
                  </a:lnTo>
                  <a:lnTo>
                    <a:pt x="773" y="9114"/>
                  </a:lnTo>
                  <a:lnTo>
                    <a:pt x="1545" y="9153"/>
                  </a:lnTo>
                  <a:lnTo>
                    <a:pt x="3128" y="9230"/>
                  </a:lnTo>
                  <a:lnTo>
                    <a:pt x="4827" y="9307"/>
                  </a:lnTo>
                  <a:lnTo>
                    <a:pt x="5677" y="9307"/>
                  </a:lnTo>
                  <a:lnTo>
                    <a:pt x="6488" y="9269"/>
                  </a:lnTo>
                  <a:lnTo>
                    <a:pt x="6603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1" y="10311"/>
                  </a:lnTo>
                  <a:lnTo>
                    <a:pt x="7492" y="10466"/>
                  </a:lnTo>
                  <a:lnTo>
                    <a:pt x="7801" y="10581"/>
                  </a:lnTo>
                  <a:lnTo>
                    <a:pt x="8109" y="10659"/>
                  </a:lnTo>
                  <a:lnTo>
                    <a:pt x="8418" y="10697"/>
                  </a:lnTo>
                  <a:lnTo>
                    <a:pt x="8727" y="10620"/>
                  </a:lnTo>
                  <a:lnTo>
                    <a:pt x="9036" y="10543"/>
                  </a:lnTo>
                  <a:lnTo>
                    <a:pt x="9306" y="10388"/>
                  </a:lnTo>
                  <a:lnTo>
                    <a:pt x="9538" y="10195"/>
                  </a:lnTo>
                  <a:lnTo>
                    <a:pt x="9770" y="9964"/>
                  </a:lnTo>
                  <a:lnTo>
                    <a:pt x="9924" y="9693"/>
                  </a:lnTo>
                  <a:lnTo>
                    <a:pt x="10079" y="9423"/>
                  </a:lnTo>
                  <a:lnTo>
                    <a:pt x="10156" y="9153"/>
                  </a:lnTo>
                  <a:lnTo>
                    <a:pt x="10195" y="9153"/>
                  </a:lnTo>
                  <a:lnTo>
                    <a:pt x="10195" y="8767"/>
                  </a:lnTo>
                  <a:lnTo>
                    <a:pt x="10156" y="8419"/>
                  </a:lnTo>
                  <a:lnTo>
                    <a:pt x="10040" y="8071"/>
                  </a:lnTo>
                  <a:lnTo>
                    <a:pt x="9847" y="7763"/>
                  </a:lnTo>
                  <a:lnTo>
                    <a:pt x="9615" y="7492"/>
                  </a:lnTo>
                  <a:lnTo>
                    <a:pt x="9306" y="7261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6" y="6990"/>
                  </a:lnTo>
                  <a:lnTo>
                    <a:pt x="7723" y="7029"/>
                  </a:lnTo>
                  <a:lnTo>
                    <a:pt x="7414" y="7145"/>
                  </a:lnTo>
                  <a:lnTo>
                    <a:pt x="7144" y="7338"/>
                  </a:lnTo>
                  <a:lnTo>
                    <a:pt x="6912" y="7569"/>
                  </a:lnTo>
                  <a:lnTo>
                    <a:pt x="6719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5" y="8805"/>
                  </a:lnTo>
                  <a:lnTo>
                    <a:pt x="4943" y="8767"/>
                  </a:lnTo>
                  <a:lnTo>
                    <a:pt x="3476" y="8767"/>
                  </a:lnTo>
                  <a:lnTo>
                    <a:pt x="3476" y="8728"/>
                  </a:lnTo>
                  <a:lnTo>
                    <a:pt x="3476" y="8651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5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6"/>
                  </a:lnTo>
                  <a:lnTo>
                    <a:pt x="3205" y="7338"/>
                  </a:lnTo>
                  <a:lnTo>
                    <a:pt x="3128" y="6450"/>
                  </a:lnTo>
                  <a:lnTo>
                    <a:pt x="3012" y="4326"/>
                  </a:lnTo>
                  <a:lnTo>
                    <a:pt x="2935" y="2202"/>
                  </a:lnTo>
                  <a:lnTo>
                    <a:pt x="2896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13"/>
            <p:cNvSpPr/>
            <p:nvPr/>
          </p:nvSpPr>
          <p:spPr>
            <a:xfrm>
              <a:off x="1437100" y="2381075"/>
              <a:ext cx="93675" cy="93650"/>
            </a:xfrm>
            <a:custGeom>
              <a:avLst/>
              <a:gdLst/>
              <a:ahLst/>
              <a:cxnLst/>
              <a:rect l="l" t="t" r="r" b="b"/>
              <a:pathLst>
                <a:path w="3747" h="3746" extrusionOk="0">
                  <a:moveTo>
                    <a:pt x="1584" y="463"/>
                  </a:moveTo>
                  <a:lnTo>
                    <a:pt x="2086" y="541"/>
                  </a:lnTo>
                  <a:lnTo>
                    <a:pt x="2318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5"/>
                  </a:lnTo>
                  <a:lnTo>
                    <a:pt x="3090" y="1197"/>
                  </a:lnTo>
                  <a:lnTo>
                    <a:pt x="3206" y="1429"/>
                  </a:lnTo>
                  <a:lnTo>
                    <a:pt x="3244" y="1699"/>
                  </a:lnTo>
                  <a:lnTo>
                    <a:pt x="3244" y="1969"/>
                  </a:lnTo>
                  <a:lnTo>
                    <a:pt x="3206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7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3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3"/>
                  </a:lnTo>
                  <a:close/>
                  <a:moveTo>
                    <a:pt x="1893" y="0"/>
                  </a:moveTo>
                  <a:lnTo>
                    <a:pt x="1700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4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9" y="579"/>
                  </a:lnTo>
                  <a:lnTo>
                    <a:pt x="425" y="772"/>
                  </a:lnTo>
                  <a:lnTo>
                    <a:pt x="271" y="965"/>
                  </a:lnTo>
                  <a:lnTo>
                    <a:pt x="155" y="1236"/>
                  </a:lnTo>
                  <a:lnTo>
                    <a:pt x="78" y="1467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7" y="2510"/>
                  </a:lnTo>
                  <a:lnTo>
                    <a:pt x="310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8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7" y="3437"/>
                  </a:lnTo>
                  <a:lnTo>
                    <a:pt x="3128" y="3244"/>
                  </a:lnTo>
                  <a:lnTo>
                    <a:pt x="3322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8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5" y="1004"/>
                  </a:lnTo>
                  <a:lnTo>
                    <a:pt x="3322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13"/>
            <p:cNvSpPr/>
            <p:nvPr/>
          </p:nvSpPr>
          <p:spPr>
            <a:xfrm>
              <a:off x="1498900" y="21899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7" y="618"/>
                  </a:moveTo>
                  <a:lnTo>
                    <a:pt x="5947" y="773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5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3" y="3900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0"/>
                  </a:lnTo>
                  <a:lnTo>
                    <a:pt x="5792" y="3862"/>
                  </a:lnTo>
                  <a:lnTo>
                    <a:pt x="5676" y="3746"/>
                  </a:lnTo>
                  <a:lnTo>
                    <a:pt x="5561" y="3553"/>
                  </a:lnTo>
                  <a:lnTo>
                    <a:pt x="5483" y="3321"/>
                  </a:lnTo>
                  <a:lnTo>
                    <a:pt x="5406" y="2626"/>
                  </a:lnTo>
                  <a:lnTo>
                    <a:pt x="5367" y="1970"/>
                  </a:lnTo>
                  <a:lnTo>
                    <a:pt x="5367" y="618"/>
                  </a:lnTo>
                  <a:close/>
                  <a:moveTo>
                    <a:pt x="2780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7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6" y="3012"/>
                  </a:lnTo>
                  <a:lnTo>
                    <a:pt x="888" y="2549"/>
                  </a:lnTo>
                  <a:lnTo>
                    <a:pt x="1158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0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2" y="6295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0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4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8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6" y="4287"/>
                  </a:lnTo>
                  <a:lnTo>
                    <a:pt x="965" y="4518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3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7" y="3398"/>
                  </a:lnTo>
                  <a:lnTo>
                    <a:pt x="5174" y="3746"/>
                  </a:lnTo>
                  <a:lnTo>
                    <a:pt x="5213" y="3900"/>
                  </a:lnTo>
                  <a:lnTo>
                    <a:pt x="5290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69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7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0" y="4904"/>
                  </a:lnTo>
                  <a:lnTo>
                    <a:pt x="9383" y="4904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3" y="6488"/>
                  </a:lnTo>
                  <a:lnTo>
                    <a:pt x="10696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6" y="6565"/>
                  </a:lnTo>
                  <a:lnTo>
                    <a:pt x="12280" y="6912"/>
                  </a:lnTo>
                  <a:lnTo>
                    <a:pt x="12395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8" y="8998"/>
                  </a:lnTo>
                  <a:lnTo>
                    <a:pt x="12511" y="8998"/>
                  </a:lnTo>
                  <a:lnTo>
                    <a:pt x="12434" y="9075"/>
                  </a:lnTo>
                  <a:lnTo>
                    <a:pt x="12395" y="9113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3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0" y="7723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7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4" y="5098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6"/>
                  </a:lnTo>
                  <a:lnTo>
                    <a:pt x="9885" y="4480"/>
                  </a:lnTo>
                  <a:lnTo>
                    <a:pt x="9538" y="4441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4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8" y="348"/>
                  </a:lnTo>
                  <a:lnTo>
                    <a:pt x="5715" y="193"/>
                  </a:lnTo>
                  <a:lnTo>
                    <a:pt x="5290" y="78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13"/>
            <p:cNvSpPr/>
            <p:nvPr/>
          </p:nvSpPr>
          <p:spPr>
            <a:xfrm>
              <a:off x="1394625" y="22999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94"/>
                  </a:lnTo>
                  <a:lnTo>
                    <a:pt x="2240" y="309"/>
                  </a:lnTo>
                  <a:lnTo>
                    <a:pt x="2009" y="425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46"/>
                  </a:lnTo>
                  <a:lnTo>
                    <a:pt x="1" y="4055"/>
                  </a:lnTo>
                  <a:lnTo>
                    <a:pt x="1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4" y="4711"/>
                  </a:lnTo>
                  <a:lnTo>
                    <a:pt x="580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9"/>
                  </a:lnTo>
                  <a:lnTo>
                    <a:pt x="2626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4"/>
                  </a:lnTo>
                  <a:lnTo>
                    <a:pt x="4210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13"/>
            <p:cNvSpPr/>
            <p:nvPr/>
          </p:nvSpPr>
          <p:spPr>
            <a:xfrm>
              <a:off x="5590125" y="11338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13"/>
            <p:cNvSpPr/>
            <p:nvPr/>
          </p:nvSpPr>
          <p:spPr>
            <a:xfrm>
              <a:off x="5491675" y="1139600"/>
              <a:ext cx="21250" cy="8725"/>
            </a:xfrm>
            <a:custGeom>
              <a:avLst/>
              <a:gdLst/>
              <a:ahLst/>
              <a:cxnLst/>
              <a:rect l="l" t="t" r="r" b="b"/>
              <a:pathLst>
                <a:path w="850" h="349" extrusionOk="0">
                  <a:moveTo>
                    <a:pt x="425" y="1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4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4"/>
                  </a:lnTo>
                  <a:lnTo>
                    <a:pt x="811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13"/>
            <p:cNvSpPr/>
            <p:nvPr/>
          </p:nvSpPr>
          <p:spPr>
            <a:xfrm>
              <a:off x="5477175" y="10025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2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13"/>
            <p:cNvSpPr/>
            <p:nvPr/>
          </p:nvSpPr>
          <p:spPr>
            <a:xfrm>
              <a:off x="5383550" y="11801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2"/>
                  </a:lnTo>
                  <a:lnTo>
                    <a:pt x="1583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2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13"/>
            <p:cNvSpPr/>
            <p:nvPr/>
          </p:nvSpPr>
          <p:spPr>
            <a:xfrm>
              <a:off x="5445325" y="9890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1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3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8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9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40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7" y="7183"/>
                  </a:lnTo>
                  <a:lnTo>
                    <a:pt x="12743" y="6681"/>
                  </a:lnTo>
                  <a:lnTo>
                    <a:pt x="12435" y="6218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6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13"/>
            <p:cNvSpPr/>
            <p:nvPr/>
          </p:nvSpPr>
          <p:spPr>
            <a:xfrm>
              <a:off x="5341075" y="109905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2" y="2742"/>
                  </a:lnTo>
                  <a:lnTo>
                    <a:pt x="966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13"/>
            <p:cNvSpPr/>
            <p:nvPr/>
          </p:nvSpPr>
          <p:spPr>
            <a:xfrm>
              <a:off x="4153650" y="167055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2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40" y="232"/>
                  </a:lnTo>
                  <a:lnTo>
                    <a:pt x="1" y="271"/>
                  </a:lnTo>
                  <a:lnTo>
                    <a:pt x="40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4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13"/>
            <p:cNvSpPr/>
            <p:nvPr/>
          </p:nvSpPr>
          <p:spPr>
            <a:xfrm>
              <a:off x="4055200" y="1676350"/>
              <a:ext cx="21250" cy="8700"/>
            </a:xfrm>
            <a:custGeom>
              <a:avLst/>
              <a:gdLst/>
              <a:ahLst/>
              <a:cxnLst/>
              <a:rect l="l" t="t" r="r" b="b"/>
              <a:pathLst>
                <a:path w="850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13"/>
            <p:cNvSpPr/>
            <p:nvPr/>
          </p:nvSpPr>
          <p:spPr>
            <a:xfrm>
              <a:off x="4040700" y="153927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5" y="7298"/>
                  </a:moveTo>
                  <a:lnTo>
                    <a:pt x="8496" y="7375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1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4"/>
                  </a:lnTo>
                  <a:lnTo>
                    <a:pt x="8110" y="10156"/>
                  </a:lnTo>
                  <a:lnTo>
                    <a:pt x="7840" y="10078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6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7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2" y="8766"/>
                  </a:lnTo>
                  <a:lnTo>
                    <a:pt x="1546" y="8727"/>
                  </a:lnTo>
                  <a:lnTo>
                    <a:pt x="40" y="8688"/>
                  </a:lnTo>
                  <a:lnTo>
                    <a:pt x="1" y="8688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6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6"/>
                  </a:lnTo>
                  <a:lnTo>
                    <a:pt x="6759" y="9847"/>
                  </a:lnTo>
                  <a:lnTo>
                    <a:pt x="6990" y="10078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0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7"/>
                  </a:lnTo>
                  <a:lnTo>
                    <a:pt x="9539" y="10194"/>
                  </a:lnTo>
                  <a:lnTo>
                    <a:pt x="9771" y="9963"/>
                  </a:lnTo>
                  <a:lnTo>
                    <a:pt x="9925" y="9692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7"/>
                  </a:lnTo>
                  <a:lnTo>
                    <a:pt x="6565" y="8186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79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13"/>
            <p:cNvSpPr/>
            <p:nvPr/>
          </p:nvSpPr>
          <p:spPr>
            <a:xfrm>
              <a:off x="3947075" y="171690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3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8" y="579"/>
                  </a:lnTo>
                  <a:lnTo>
                    <a:pt x="425" y="772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13"/>
            <p:cNvSpPr/>
            <p:nvPr/>
          </p:nvSpPr>
          <p:spPr>
            <a:xfrm>
              <a:off x="4008850" y="152575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4"/>
                  </a:lnTo>
                  <a:lnTo>
                    <a:pt x="7029" y="1313"/>
                  </a:lnTo>
                  <a:lnTo>
                    <a:pt x="7531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7"/>
                  </a:lnTo>
                  <a:lnTo>
                    <a:pt x="8573" y="3707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1" y="3862"/>
                  </a:lnTo>
                  <a:lnTo>
                    <a:pt x="2433" y="4016"/>
                  </a:lnTo>
                  <a:lnTo>
                    <a:pt x="2318" y="4132"/>
                  </a:lnTo>
                  <a:lnTo>
                    <a:pt x="2124" y="4209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1" y="4248"/>
                  </a:lnTo>
                  <a:lnTo>
                    <a:pt x="734" y="4132"/>
                  </a:lnTo>
                  <a:lnTo>
                    <a:pt x="387" y="4016"/>
                  </a:lnTo>
                  <a:lnTo>
                    <a:pt x="503" y="3514"/>
                  </a:lnTo>
                  <a:lnTo>
                    <a:pt x="657" y="3012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8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7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3" y="5947"/>
                  </a:lnTo>
                  <a:lnTo>
                    <a:pt x="10543" y="5870"/>
                  </a:lnTo>
                  <a:lnTo>
                    <a:pt x="10543" y="5754"/>
                  </a:lnTo>
                  <a:lnTo>
                    <a:pt x="10620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0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9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7" y="3205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8"/>
                  </a:lnTo>
                  <a:lnTo>
                    <a:pt x="1314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3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7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3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8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7" y="6526"/>
                  </a:lnTo>
                  <a:lnTo>
                    <a:pt x="11740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1" y="7916"/>
                  </a:lnTo>
                  <a:lnTo>
                    <a:pt x="12551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7" y="7183"/>
                  </a:lnTo>
                  <a:lnTo>
                    <a:pt x="12744" y="6681"/>
                  </a:lnTo>
                  <a:lnTo>
                    <a:pt x="12435" y="6217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9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4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5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6" y="193"/>
                  </a:lnTo>
                  <a:lnTo>
                    <a:pt x="5291" y="78"/>
                  </a:lnTo>
                  <a:lnTo>
                    <a:pt x="4828" y="39"/>
                  </a:lnTo>
                  <a:lnTo>
                    <a:pt x="44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13"/>
            <p:cNvSpPr/>
            <p:nvPr/>
          </p:nvSpPr>
          <p:spPr>
            <a:xfrm>
              <a:off x="3904600" y="163580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0" y="194"/>
                  </a:lnTo>
                  <a:lnTo>
                    <a:pt x="2240" y="309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7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13"/>
            <p:cNvSpPr/>
            <p:nvPr/>
          </p:nvSpPr>
          <p:spPr>
            <a:xfrm>
              <a:off x="6613425" y="4670925"/>
              <a:ext cx="26100" cy="11600"/>
            </a:xfrm>
            <a:custGeom>
              <a:avLst/>
              <a:gdLst/>
              <a:ahLst/>
              <a:cxnLst/>
              <a:rect l="l" t="t" r="r" b="b"/>
              <a:pathLst>
                <a:path w="1044" h="464" extrusionOk="0">
                  <a:moveTo>
                    <a:pt x="773" y="0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3"/>
                  </a:lnTo>
                  <a:lnTo>
                    <a:pt x="39" y="232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13"/>
            <p:cNvSpPr/>
            <p:nvPr/>
          </p:nvSpPr>
          <p:spPr>
            <a:xfrm>
              <a:off x="6514950" y="46767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6" y="0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39" y="77"/>
                  </a:lnTo>
                  <a:lnTo>
                    <a:pt x="1" y="193"/>
                  </a:lnTo>
                  <a:lnTo>
                    <a:pt x="39" y="270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0"/>
                  </a:lnTo>
                  <a:lnTo>
                    <a:pt x="850" y="193"/>
                  </a:lnTo>
                  <a:lnTo>
                    <a:pt x="812" y="77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13"/>
            <p:cNvSpPr/>
            <p:nvPr/>
          </p:nvSpPr>
          <p:spPr>
            <a:xfrm>
              <a:off x="6500475" y="45396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6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3"/>
                  </a:lnTo>
                  <a:lnTo>
                    <a:pt x="9384" y="9654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39" y="10079"/>
                  </a:lnTo>
                  <a:lnTo>
                    <a:pt x="7608" y="9963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9" y="9346"/>
                  </a:lnTo>
                  <a:lnTo>
                    <a:pt x="6951" y="9075"/>
                  </a:lnTo>
                  <a:lnTo>
                    <a:pt x="6913" y="8805"/>
                  </a:lnTo>
                  <a:lnTo>
                    <a:pt x="6951" y="8535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4" y="7569"/>
                  </a:lnTo>
                  <a:lnTo>
                    <a:pt x="8148" y="7338"/>
                  </a:lnTo>
                  <a:lnTo>
                    <a:pt x="8226" y="7299"/>
                  </a:lnTo>
                  <a:close/>
                  <a:moveTo>
                    <a:pt x="2858" y="1"/>
                  </a:moveTo>
                  <a:lnTo>
                    <a:pt x="2665" y="39"/>
                  </a:lnTo>
                  <a:lnTo>
                    <a:pt x="2665" y="78"/>
                  </a:lnTo>
                  <a:lnTo>
                    <a:pt x="2626" y="1352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4" y="5098"/>
                  </a:lnTo>
                  <a:lnTo>
                    <a:pt x="2897" y="7492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2"/>
                  </a:lnTo>
                  <a:lnTo>
                    <a:pt x="3051" y="8766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7"/>
                  </a:lnTo>
                  <a:lnTo>
                    <a:pt x="773" y="9114"/>
                  </a:lnTo>
                  <a:lnTo>
                    <a:pt x="1545" y="9152"/>
                  </a:lnTo>
                  <a:lnTo>
                    <a:pt x="3128" y="9230"/>
                  </a:lnTo>
                  <a:lnTo>
                    <a:pt x="4828" y="9307"/>
                  </a:lnTo>
                  <a:lnTo>
                    <a:pt x="5677" y="9307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2" y="10311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20"/>
                  </a:lnTo>
                  <a:lnTo>
                    <a:pt x="9037" y="10543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3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9"/>
                  </a:lnTo>
                  <a:lnTo>
                    <a:pt x="10041" y="8071"/>
                  </a:lnTo>
                  <a:lnTo>
                    <a:pt x="9847" y="7762"/>
                  </a:lnTo>
                  <a:lnTo>
                    <a:pt x="9616" y="7492"/>
                  </a:lnTo>
                  <a:lnTo>
                    <a:pt x="9307" y="7260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7" y="6990"/>
                  </a:lnTo>
                  <a:lnTo>
                    <a:pt x="7724" y="7029"/>
                  </a:lnTo>
                  <a:lnTo>
                    <a:pt x="7415" y="7144"/>
                  </a:lnTo>
                  <a:lnTo>
                    <a:pt x="7144" y="7338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6" y="8805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8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6" y="8535"/>
                  </a:lnTo>
                  <a:lnTo>
                    <a:pt x="3206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5"/>
                  </a:lnTo>
                  <a:lnTo>
                    <a:pt x="3206" y="7338"/>
                  </a:lnTo>
                  <a:lnTo>
                    <a:pt x="3128" y="6449"/>
                  </a:lnTo>
                  <a:lnTo>
                    <a:pt x="3013" y="4326"/>
                  </a:lnTo>
                  <a:lnTo>
                    <a:pt x="2935" y="2202"/>
                  </a:lnTo>
                  <a:lnTo>
                    <a:pt x="2897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13"/>
            <p:cNvSpPr/>
            <p:nvPr/>
          </p:nvSpPr>
          <p:spPr>
            <a:xfrm>
              <a:off x="6406825" y="4717250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619"/>
                  </a:lnTo>
                  <a:lnTo>
                    <a:pt x="2550" y="696"/>
                  </a:lnTo>
                  <a:lnTo>
                    <a:pt x="2743" y="812"/>
                  </a:lnTo>
                  <a:lnTo>
                    <a:pt x="2936" y="966"/>
                  </a:lnTo>
                  <a:lnTo>
                    <a:pt x="3090" y="1198"/>
                  </a:lnTo>
                  <a:lnTo>
                    <a:pt x="3206" y="1430"/>
                  </a:lnTo>
                  <a:lnTo>
                    <a:pt x="3245" y="1700"/>
                  </a:lnTo>
                  <a:lnTo>
                    <a:pt x="3245" y="1970"/>
                  </a:lnTo>
                  <a:lnTo>
                    <a:pt x="3206" y="2202"/>
                  </a:lnTo>
                  <a:lnTo>
                    <a:pt x="3090" y="2472"/>
                  </a:lnTo>
                  <a:lnTo>
                    <a:pt x="2974" y="2665"/>
                  </a:lnTo>
                  <a:lnTo>
                    <a:pt x="2781" y="2897"/>
                  </a:lnTo>
                  <a:lnTo>
                    <a:pt x="2588" y="3051"/>
                  </a:lnTo>
                  <a:lnTo>
                    <a:pt x="2357" y="3167"/>
                  </a:lnTo>
                  <a:lnTo>
                    <a:pt x="2086" y="3245"/>
                  </a:lnTo>
                  <a:lnTo>
                    <a:pt x="1777" y="3245"/>
                  </a:lnTo>
                  <a:lnTo>
                    <a:pt x="1507" y="3167"/>
                  </a:lnTo>
                  <a:lnTo>
                    <a:pt x="1237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4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5" y="1121"/>
                  </a:lnTo>
                  <a:lnTo>
                    <a:pt x="928" y="928"/>
                  </a:lnTo>
                  <a:lnTo>
                    <a:pt x="1121" y="735"/>
                  </a:lnTo>
                  <a:lnTo>
                    <a:pt x="1353" y="580"/>
                  </a:lnTo>
                  <a:lnTo>
                    <a:pt x="1584" y="464"/>
                  </a:lnTo>
                  <a:close/>
                  <a:moveTo>
                    <a:pt x="1893" y="1"/>
                  </a:moveTo>
                  <a:lnTo>
                    <a:pt x="1700" y="39"/>
                  </a:lnTo>
                  <a:lnTo>
                    <a:pt x="1546" y="78"/>
                  </a:lnTo>
                  <a:lnTo>
                    <a:pt x="1353" y="155"/>
                  </a:lnTo>
                  <a:lnTo>
                    <a:pt x="1314" y="194"/>
                  </a:lnTo>
                  <a:lnTo>
                    <a:pt x="1082" y="271"/>
                  </a:lnTo>
                  <a:lnTo>
                    <a:pt x="851" y="387"/>
                  </a:lnTo>
                  <a:lnTo>
                    <a:pt x="619" y="580"/>
                  </a:lnTo>
                  <a:lnTo>
                    <a:pt x="426" y="773"/>
                  </a:lnTo>
                  <a:lnTo>
                    <a:pt x="271" y="966"/>
                  </a:lnTo>
                  <a:lnTo>
                    <a:pt x="155" y="1237"/>
                  </a:lnTo>
                  <a:lnTo>
                    <a:pt x="78" y="1468"/>
                  </a:lnTo>
                  <a:lnTo>
                    <a:pt x="1" y="1739"/>
                  </a:lnTo>
                  <a:lnTo>
                    <a:pt x="1" y="2047"/>
                  </a:lnTo>
                  <a:lnTo>
                    <a:pt x="40" y="2125"/>
                  </a:lnTo>
                  <a:lnTo>
                    <a:pt x="40" y="2318"/>
                  </a:lnTo>
                  <a:lnTo>
                    <a:pt x="117" y="2511"/>
                  </a:lnTo>
                  <a:lnTo>
                    <a:pt x="310" y="2858"/>
                  </a:lnTo>
                  <a:lnTo>
                    <a:pt x="542" y="3167"/>
                  </a:lnTo>
                  <a:lnTo>
                    <a:pt x="851" y="3399"/>
                  </a:lnTo>
                  <a:lnTo>
                    <a:pt x="1198" y="3592"/>
                  </a:lnTo>
                  <a:lnTo>
                    <a:pt x="1584" y="3708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7" y="3669"/>
                  </a:lnTo>
                  <a:lnTo>
                    <a:pt x="2627" y="3592"/>
                  </a:lnTo>
                  <a:lnTo>
                    <a:pt x="2897" y="3438"/>
                  </a:lnTo>
                  <a:lnTo>
                    <a:pt x="3129" y="3245"/>
                  </a:lnTo>
                  <a:lnTo>
                    <a:pt x="3322" y="3013"/>
                  </a:lnTo>
                  <a:lnTo>
                    <a:pt x="3476" y="2781"/>
                  </a:lnTo>
                  <a:lnTo>
                    <a:pt x="3631" y="2511"/>
                  </a:lnTo>
                  <a:lnTo>
                    <a:pt x="3708" y="2202"/>
                  </a:lnTo>
                  <a:lnTo>
                    <a:pt x="3747" y="1932"/>
                  </a:lnTo>
                  <a:lnTo>
                    <a:pt x="3747" y="1584"/>
                  </a:lnTo>
                  <a:lnTo>
                    <a:pt x="3669" y="1314"/>
                  </a:lnTo>
                  <a:lnTo>
                    <a:pt x="3515" y="1005"/>
                  </a:lnTo>
                  <a:lnTo>
                    <a:pt x="3322" y="696"/>
                  </a:lnTo>
                  <a:lnTo>
                    <a:pt x="3052" y="426"/>
                  </a:lnTo>
                  <a:lnTo>
                    <a:pt x="2743" y="233"/>
                  </a:lnTo>
                  <a:lnTo>
                    <a:pt x="2395" y="7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13"/>
            <p:cNvSpPr/>
            <p:nvPr/>
          </p:nvSpPr>
          <p:spPr>
            <a:xfrm>
              <a:off x="6468625" y="45261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8" y="618"/>
                  </a:moveTo>
                  <a:lnTo>
                    <a:pt x="5947" y="772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2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4" y="3900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0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6" y="2626"/>
                  </a:lnTo>
                  <a:lnTo>
                    <a:pt x="5368" y="1969"/>
                  </a:lnTo>
                  <a:lnTo>
                    <a:pt x="5368" y="618"/>
                  </a:lnTo>
                  <a:close/>
                  <a:moveTo>
                    <a:pt x="2781" y="888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6"/>
                  </a:lnTo>
                  <a:lnTo>
                    <a:pt x="1545" y="4286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7" y="3012"/>
                  </a:lnTo>
                  <a:lnTo>
                    <a:pt x="888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1" y="888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5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3" y="6294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6"/>
                  </a:lnTo>
                  <a:lnTo>
                    <a:pt x="2240" y="579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4"/>
                  </a:lnTo>
                  <a:lnTo>
                    <a:pt x="232" y="2780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3"/>
                  </a:lnTo>
                  <a:lnTo>
                    <a:pt x="39" y="4557"/>
                  </a:lnTo>
                  <a:lnTo>
                    <a:pt x="348" y="4595"/>
                  </a:lnTo>
                  <a:lnTo>
                    <a:pt x="386" y="4286"/>
                  </a:lnTo>
                  <a:lnTo>
                    <a:pt x="966" y="4518"/>
                  </a:lnTo>
                  <a:lnTo>
                    <a:pt x="1313" y="4595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79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4" y="3977"/>
                  </a:lnTo>
                  <a:lnTo>
                    <a:pt x="3012" y="3630"/>
                  </a:lnTo>
                  <a:lnTo>
                    <a:pt x="3012" y="2973"/>
                  </a:lnTo>
                  <a:lnTo>
                    <a:pt x="3128" y="772"/>
                  </a:lnTo>
                  <a:lnTo>
                    <a:pt x="3514" y="657"/>
                  </a:lnTo>
                  <a:lnTo>
                    <a:pt x="3939" y="579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8" y="579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8" y="3398"/>
                  </a:lnTo>
                  <a:lnTo>
                    <a:pt x="5175" y="3746"/>
                  </a:lnTo>
                  <a:lnTo>
                    <a:pt x="5213" y="3900"/>
                  </a:lnTo>
                  <a:lnTo>
                    <a:pt x="5291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6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6"/>
                  </a:lnTo>
                  <a:lnTo>
                    <a:pt x="7607" y="4209"/>
                  </a:lnTo>
                  <a:lnTo>
                    <a:pt x="8650" y="4093"/>
                  </a:lnTo>
                  <a:lnTo>
                    <a:pt x="8650" y="4479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7"/>
                  </a:lnTo>
                  <a:lnTo>
                    <a:pt x="8766" y="5097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1" y="4904"/>
                  </a:lnTo>
                  <a:lnTo>
                    <a:pt x="9384" y="4904"/>
                  </a:lnTo>
                  <a:lnTo>
                    <a:pt x="9809" y="4981"/>
                  </a:lnTo>
                  <a:lnTo>
                    <a:pt x="10195" y="5097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599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7"/>
                  </a:lnTo>
                  <a:lnTo>
                    <a:pt x="10697" y="6603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3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9" y="8997"/>
                  </a:lnTo>
                  <a:lnTo>
                    <a:pt x="12512" y="8997"/>
                  </a:lnTo>
                  <a:lnTo>
                    <a:pt x="12434" y="9075"/>
                  </a:lnTo>
                  <a:lnTo>
                    <a:pt x="12396" y="9113"/>
                  </a:lnTo>
                  <a:lnTo>
                    <a:pt x="12357" y="9190"/>
                  </a:lnTo>
                  <a:lnTo>
                    <a:pt x="11469" y="9306"/>
                  </a:lnTo>
                  <a:lnTo>
                    <a:pt x="11469" y="9692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4" y="9499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7"/>
                  </a:lnTo>
                  <a:lnTo>
                    <a:pt x="13168" y="8766"/>
                  </a:lnTo>
                  <a:lnTo>
                    <a:pt x="13168" y="8495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6" y="7182"/>
                  </a:lnTo>
                  <a:lnTo>
                    <a:pt x="12743" y="6680"/>
                  </a:lnTo>
                  <a:lnTo>
                    <a:pt x="12434" y="6217"/>
                  </a:lnTo>
                  <a:lnTo>
                    <a:pt x="12125" y="5792"/>
                  </a:lnTo>
                  <a:lnTo>
                    <a:pt x="11778" y="5445"/>
                  </a:lnTo>
                  <a:lnTo>
                    <a:pt x="11315" y="5097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5"/>
                  </a:lnTo>
                  <a:lnTo>
                    <a:pt x="9886" y="4479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7"/>
                  </a:lnTo>
                  <a:lnTo>
                    <a:pt x="9229" y="3514"/>
                  </a:lnTo>
                  <a:lnTo>
                    <a:pt x="9152" y="3089"/>
                  </a:lnTo>
                  <a:lnTo>
                    <a:pt x="8998" y="2665"/>
                  </a:lnTo>
                  <a:lnTo>
                    <a:pt x="8805" y="2278"/>
                  </a:lnTo>
                  <a:lnTo>
                    <a:pt x="8534" y="1931"/>
                  </a:lnTo>
                  <a:lnTo>
                    <a:pt x="8225" y="1583"/>
                  </a:lnTo>
                  <a:lnTo>
                    <a:pt x="7839" y="1274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5" y="193"/>
                  </a:lnTo>
                  <a:lnTo>
                    <a:pt x="5291" y="77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13"/>
            <p:cNvSpPr/>
            <p:nvPr/>
          </p:nvSpPr>
          <p:spPr>
            <a:xfrm>
              <a:off x="6364350" y="46361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2" y="39"/>
                  </a:lnTo>
                  <a:lnTo>
                    <a:pt x="2781" y="77"/>
                  </a:lnTo>
                  <a:lnTo>
                    <a:pt x="2511" y="193"/>
                  </a:lnTo>
                  <a:lnTo>
                    <a:pt x="2241" y="309"/>
                  </a:lnTo>
                  <a:lnTo>
                    <a:pt x="2009" y="425"/>
                  </a:lnTo>
                  <a:lnTo>
                    <a:pt x="1739" y="579"/>
                  </a:lnTo>
                  <a:lnTo>
                    <a:pt x="1507" y="773"/>
                  </a:lnTo>
                  <a:lnTo>
                    <a:pt x="1121" y="1197"/>
                  </a:lnTo>
                  <a:lnTo>
                    <a:pt x="735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8"/>
                  </a:lnTo>
                  <a:lnTo>
                    <a:pt x="40" y="3746"/>
                  </a:lnTo>
                  <a:lnTo>
                    <a:pt x="1" y="4055"/>
                  </a:lnTo>
                  <a:lnTo>
                    <a:pt x="1" y="4402"/>
                  </a:lnTo>
                  <a:lnTo>
                    <a:pt x="40" y="4673"/>
                  </a:lnTo>
                  <a:lnTo>
                    <a:pt x="117" y="4904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5" y="5252"/>
                  </a:lnTo>
                  <a:lnTo>
                    <a:pt x="966" y="5290"/>
                  </a:lnTo>
                  <a:lnTo>
                    <a:pt x="1700" y="5290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5" y="4711"/>
                  </a:lnTo>
                  <a:lnTo>
                    <a:pt x="580" y="4595"/>
                  </a:lnTo>
                  <a:lnTo>
                    <a:pt x="542" y="4441"/>
                  </a:lnTo>
                  <a:lnTo>
                    <a:pt x="542" y="4248"/>
                  </a:lnTo>
                  <a:lnTo>
                    <a:pt x="542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8"/>
                  </a:lnTo>
                  <a:lnTo>
                    <a:pt x="2627" y="695"/>
                  </a:lnTo>
                  <a:lnTo>
                    <a:pt x="3090" y="579"/>
                  </a:lnTo>
                  <a:lnTo>
                    <a:pt x="3592" y="541"/>
                  </a:lnTo>
                  <a:lnTo>
                    <a:pt x="4094" y="579"/>
                  </a:lnTo>
                  <a:lnTo>
                    <a:pt x="4249" y="541"/>
                  </a:lnTo>
                  <a:lnTo>
                    <a:pt x="4326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3"/>
                  </a:lnTo>
                  <a:lnTo>
                    <a:pt x="4210" y="155"/>
                  </a:lnTo>
                  <a:lnTo>
                    <a:pt x="3940" y="77"/>
                  </a:lnTo>
                  <a:lnTo>
                    <a:pt x="3631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13"/>
            <p:cNvSpPr/>
            <p:nvPr/>
          </p:nvSpPr>
          <p:spPr>
            <a:xfrm>
              <a:off x="4033950" y="35897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13"/>
            <p:cNvSpPr/>
            <p:nvPr/>
          </p:nvSpPr>
          <p:spPr>
            <a:xfrm>
              <a:off x="3935475" y="3595500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426" y="1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40" y="78"/>
                  </a:lnTo>
                  <a:lnTo>
                    <a:pt x="1" y="194"/>
                  </a:lnTo>
                  <a:lnTo>
                    <a:pt x="40" y="271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1"/>
                  </a:lnTo>
                  <a:lnTo>
                    <a:pt x="850" y="194"/>
                  </a:lnTo>
                  <a:lnTo>
                    <a:pt x="812" y="78"/>
                  </a:lnTo>
                  <a:lnTo>
                    <a:pt x="73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13"/>
            <p:cNvSpPr/>
            <p:nvPr/>
          </p:nvSpPr>
          <p:spPr>
            <a:xfrm>
              <a:off x="3921000" y="34584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59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1" y="9075"/>
                  </a:lnTo>
                  <a:lnTo>
                    <a:pt x="6913" y="8804"/>
                  </a:lnTo>
                  <a:lnTo>
                    <a:pt x="6951" y="8534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8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0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8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4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4"/>
                  </a:lnTo>
                  <a:lnTo>
                    <a:pt x="6449" y="8843"/>
                  </a:lnTo>
                  <a:lnTo>
                    <a:pt x="5716" y="8804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5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13"/>
            <p:cNvSpPr/>
            <p:nvPr/>
          </p:nvSpPr>
          <p:spPr>
            <a:xfrm>
              <a:off x="3827375" y="36360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3" y="2665"/>
                  </a:lnTo>
                  <a:lnTo>
                    <a:pt x="2780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6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5" y="2896"/>
                  </a:lnTo>
                  <a:lnTo>
                    <a:pt x="772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0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3" y="3707"/>
                  </a:lnTo>
                  <a:lnTo>
                    <a:pt x="1969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5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8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13"/>
            <p:cNvSpPr/>
            <p:nvPr/>
          </p:nvSpPr>
          <p:spPr>
            <a:xfrm>
              <a:off x="3889150" y="34449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3" y="3823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0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4" y="5986"/>
                  </a:lnTo>
                  <a:lnTo>
                    <a:pt x="11430" y="6140"/>
                  </a:lnTo>
                  <a:lnTo>
                    <a:pt x="11353" y="6218"/>
                  </a:lnTo>
                  <a:lnTo>
                    <a:pt x="11237" y="6256"/>
                  </a:lnTo>
                  <a:lnTo>
                    <a:pt x="11083" y="6295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0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9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4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1" y="9616"/>
                  </a:lnTo>
                  <a:lnTo>
                    <a:pt x="12936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5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13"/>
            <p:cNvSpPr/>
            <p:nvPr/>
          </p:nvSpPr>
          <p:spPr>
            <a:xfrm>
              <a:off x="3784900" y="3554950"/>
              <a:ext cx="112950" cy="132275"/>
            </a:xfrm>
            <a:custGeom>
              <a:avLst/>
              <a:gdLst/>
              <a:ahLst/>
              <a:cxnLst/>
              <a:rect l="l" t="t" r="r" b="b"/>
              <a:pathLst>
                <a:path w="4518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3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5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8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6" y="3167"/>
                  </a:lnTo>
                  <a:lnTo>
                    <a:pt x="772" y="2742"/>
                  </a:lnTo>
                  <a:lnTo>
                    <a:pt x="965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79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13"/>
            <p:cNvSpPr/>
            <p:nvPr/>
          </p:nvSpPr>
          <p:spPr>
            <a:xfrm>
              <a:off x="6195425" y="2043175"/>
              <a:ext cx="25125" cy="11625"/>
            </a:xfrm>
            <a:custGeom>
              <a:avLst/>
              <a:gdLst/>
              <a:ahLst/>
              <a:cxnLst/>
              <a:rect l="l" t="t" r="r" b="b"/>
              <a:pathLst>
                <a:path w="1005" h="465" extrusionOk="0">
                  <a:moveTo>
                    <a:pt x="773" y="1"/>
                  </a:moveTo>
                  <a:lnTo>
                    <a:pt x="541" y="40"/>
                  </a:lnTo>
                  <a:lnTo>
                    <a:pt x="309" y="78"/>
                  </a:lnTo>
                  <a:lnTo>
                    <a:pt x="78" y="155"/>
                  </a:lnTo>
                  <a:lnTo>
                    <a:pt x="39" y="194"/>
                  </a:lnTo>
                  <a:lnTo>
                    <a:pt x="0" y="271"/>
                  </a:lnTo>
                  <a:lnTo>
                    <a:pt x="0" y="348"/>
                  </a:lnTo>
                  <a:lnTo>
                    <a:pt x="78" y="426"/>
                  </a:lnTo>
                  <a:lnTo>
                    <a:pt x="116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580" y="348"/>
                  </a:lnTo>
                  <a:lnTo>
                    <a:pt x="773" y="387"/>
                  </a:lnTo>
                  <a:lnTo>
                    <a:pt x="850" y="348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04" y="233"/>
                  </a:lnTo>
                  <a:lnTo>
                    <a:pt x="1004" y="155"/>
                  </a:lnTo>
                  <a:lnTo>
                    <a:pt x="966" y="78"/>
                  </a:lnTo>
                  <a:lnTo>
                    <a:pt x="888" y="40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13"/>
            <p:cNvSpPr/>
            <p:nvPr/>
          </p:nvSpPr>
          <p:spPr>
            <a:xfrm>
              <a:off x="6096950" y="2048975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155" y="1"/>
                  </a:moveTo>
                  <a:lnTo>
                    <a:pt x="116" y="39"/>
                  </a:lnTo>
                  <a:lnTo>
                    <a:pt x="39" y="78"/>
                  </a:lnTo>
                  <a:lnTo>
                    <a:pt x="1" y="155"/>
                  </a:lnTo>
                  <a:lnTo>
                    <a:pt x="39" y="271"/>
                  </a:lnTo>
                  <a:lnTo>
                    <a:pt x="116" y="310"/>
                  </a:lnTo>
                  <a:lnTo>
                    <a:pt x="155" y="310"/>
                  </a:lnTo>
                  <a:lnTo>
                    <a:pt x="425" y="348"/>
                  </a:lnTo>
                  <a:lnTo>
                    <a:pt x="734" y="348"/>
                  </a:lnTo>
                  <a:lnTo>
                    <a:pt x="812" y="271"/>
                  </a:lnTo>
                  <a:lnTo>
                    <a:pt x="850" y="155"/>
                  </a:lnTo>
                  <a:lnTo>
                    <a:pt x="812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13"/>
            <p:cNvSpPr/>
            <p:nvPr/>
          </p:nvSpPr>
          <p:spPr>
            <a:xfrm>
              <a:off x="6081500" y="1911900"/>
              <a:ext cx="255850" cy="266475"/>
            </a:xfrm>
            <a:custGeom>
              <a:avLst/>
              <a:gdLst/>
              <a:ahLst/>
              <a:cxnLst/>
              <a:rect l="l" t="t" r="r" b="b"/>
              <a:pathLst>
                <a:path w="10234" h="10659" extrusionOk="0">
                  <a:moveTo>
                    <a:pt x="8303" y="7299"/>
                  </a:moveTo>
                  <a:lnTo>
                    <a:pt x="8535" y="7376"/>
                  </a:lnTo>
                  <a:lnTo>
                    <a:pt x="8766" y="7453"/>
                  </a:lnTo>
                  <a:lnTo>
                    <a:pt x="8998" y="7569"/>
                  </a:lnTo>
                  <a:lnTo>
                    <a:pt x="9191" y="7723"/>
                  </a:lnTo>
                  <a:lnTo>
                    <a:pt x="9384" y="7878"/>
                  </a:lnTo>
                  <a:lnTo>
                    <a:pt x="9539" y="8109"/>
                  </a:lnTo>
                  <a:lnTo>
                    <a:pt x="9655" y="8341"/>
                  </a:lnTo>
                  <a:lnTo>
                    <a:pt x="9693" y="8573"/>
                  </a:lnTo>
                  <a:lnTo>
                    <a:pt x="9732" y="8843"/>
                  </a:lnTo>
                  <a:lnTo>
                    <a:pt x="9693" y="9152"/>
                  </a:lnTo>
                  <a:lnTo>
                    <a:pt x="9577" y="9422"/>
                  </a:lnTo>
                  <a:lnTo>
                    <a:pt x="9423" y="9654"/>
                  </a:lnTo>
                  <a:lnTo>
                    <a:pt x="9230" y="9847"/>
                  </a:lnTo>
                  <a:lnTo>
                    <a:pt x="8959" y="10002"/>
                  </a:lnTo>
                  <a:lnTo>
                    <a:pt x="8728" y="10117"/>
                  </a:lnTo>
                  <a:lnTo>
                    <a:pt x="8419" y="10156"/>
                  </a:lnTo>
                  <a:lnTo>
                    <a:pt x="8149" y="10156"/>
                  </a:lnTo>
                  <a:lnTo>
                    <a:pt x="7878" y="10079"/>
                  </a:lnTo>
                  <a:lnTo>
                    <a:pt x="7647" y="9963"/>
                  </a:lnTo>
                  <a:lnTo>
                    <a:pt x="7415" y="9770"/>
                  </a:lnTo>
                  <a:lnTo>
                    <a:pt x="7222" y="9577"/>
                  </a:lnTo>
                  <a:lnTo>
                    <a:pt x="7067" y="9345"/>
                  </a:lnTo>
                  <a:lnTo>
                    <a:pt x="6990" y="9075"/>
                  </a:lnTo>
                  <a:lnTo>
                    <a:pt x="6951" y="8805"/>
                  </a:lnTo>
                  <a:lnTo>
                    <a:pt x="6990" y="8496"/>
                  </a:lnTo>
                  <a:lnTo>
                    <a:pt x="7067" y="8264"/>
                  </a:lnTo>
                  <a:lnTo>
                    <a:pt x="7183" y="8071"/>
                  </a:lnTo>
                  <a:lnTo>
                    <a:pt x="7338" y="7878"/>
                  </a:lnTo>
                  <a:lnTo>
                    <a:pt x="7531" y="7723"/>
                  </a:lnTo>
                  <a:lnTo>
                    <a:pt x="7762" y="7569"/>
                  </a:lnTo>
                  <a:lnTo>
                    <a:pt x="8187" y="7337"/>
                  </a:lnTo>
                  <a:lnTo>
                    <a:pt x="8264" y="7299"/>
                  </a:lnTo>
                  <a:close/>
                  <a:moveTo>
                    <a:pt x="2897" y="0"/>
                  </a:moveTo>
                  <a:lnTo>
                    <a:pt x="2704" y="39"/>
                  </a:lnTo>
                  <a:lnTo>
                    <a:pt x="2665" y="78"/>
                  </a:lnTo>
                  <a:lnTo>
                    <a:pt x="2665" y="1313"/>
                  </a:lnTo>
                  <a:lnTo>
                    <a:pt x="2665" y="2588"/>
                  </a:lnTo>
                  <a:lnTo>
                    <a:pt x="2704" y="3823"/>
                  </a:lnTo>
                  <a:lnTo>
                    <a:pt x="2742" y="5059"/>
                  </a:lnTo>
                  <a:lnTo>
                    <a:pt x="2936" y="7492"/>
                  </a:lnTo>
                  <a:lnTo>
                    <a:pt x="2936" y="8148"/>
                  </a:lnTo>
                  <a:lnTo>
                    <a:pt x="2974" y="8457"/>
                  </a:lnTo>
                  <a:lnTo>
                    <a:pt x="3013" y="8611"/>
                  </a:lnTo>
                  <a:lnTo>
                    <a:pt x="3090" y="8766"/>
                  </a:lnTo>
                  <a:lnTo>
                    <a:pt x="1584" y="8689"/>
                  </a:lnTo>
                  <a:lnTo>
                    <a:pt x="1" y="8689"/>
                  </a:lnTo>
                  <a:lnTo>
                    <a:pt x="39" y="8998"/>
                  </a:lnTo>
                  <a:lnTo>
                    <a:pt x="812" y="9113"/>
                  </a:lnTo>
                  <a:lnTo>
                    <a:pt x="1584" y="9152"/>
                  </a:lnTo>
                  <a:lnTo>
                    <a:pt x="3167" y="9229"/>
                  </a:lnTo>
                  <a:lnTo>
                    <a:pt x="4866" y="9306"/>
                  </a:lnTo>
                  <a:lnTo>
                    <a:pt x="5677" y="9306"/>
                  </a:lnTo>
                  <a:lnTo>
                    <a:pt x="6527" y="9229"/>
                  </a:lnTo>
                  <a:lnTo>
                    <a:pt x="6643" y="9538"/>
                  </a:lnTo>
                  <a:lnTo>
                    <a:pt x="6797" y="9847"/>
                  </a:lnTo>
                  <a:lnTo>
                    <a:pt x="6990" y="10079"/>
                  </a:lnTo>
                  <a:lnTo>
                    <a:pt x="7260" y="10310"/>
                  </a:lnTo>
                  <a:lnTo>
                    <a:pt x="7531" y="10465"/>
                  </a:lnTo>
                  <a:lnTo>
                    <a:pt x="7840" y="10581"/>
                  </a:lnTo>
                  <a:lnTo>
                    <a:pt x="8149" y="10658"/>
                  </a:lnTo>
                  <a:lnTo>
                    <a:pt x="8457" y="10658"/>
                  </a:lnTo>
                  <a:lnTo>
                    <a:pt x="8766" y="10619"/>
                  </a:lnTo>
                  <a:lnTo>
                    <a:pt x="9075" y="10504"/>
                  </a:lnTo>
                  <a:lnTo>
                    <a:pt x="9346" y="10388"/>
                  </a:lnTo>
                  <a:lnTo>
                    <a:pt x="9577" y="10195"/>
                  </a:lnTo>
                  <a:lnTo>
                    <a:pt x="9809" y="9963"/>
                  </a:lnTo>
                  <a:lnTo>
                    <a:pt x="9963" y="9693"/>
                  </a:lnTo>
                  <a:lnTo>
                    <a:pt x="10118" y="9422"/>
                  </a:lnTo>
                  <a:lnTo>
                    <a:pt x="10195" y="9113"/>
                  </a:lnTo>
                  <a:lnTo>
                    <a:pt x="10234" y="9113"/>
                  </a:lnTo>
                  <a:lnTo>
                    <a:pt x="10234" y="8766"/>
                  </a:lnTo>
                  <a:lnTo>
                    <a:pt x="10195" y="8380"/>
                  </a:lnTo>
                  <a:lnTo>
                    <a:pt x="10041" y="8071"/>
                  </a:lnTo>
                  <a:lnTo>
                    <a:pt x="9886" y="7762"/>
                  </a:lnTo>
                  <a:lnTo>
                    <a:pt x="9655" y="7492"/>
                  </a:lnTo>
                  <a:lnTo>
                    <a:pt x="9346" y="7260"/>
                  </a:lnTo>
                  <a:lnTo>
                    <a:pt x="9037" y="7105"/>
                  </a:lnTo>
                  <a:lnTo>
                    <a:pt x="8689" y="7028"/>
                  </a:lnTo>
                  <a:lnTo>
                    <a:pt x="8342" y="6990"/>
                  </a:lnTo>
                  <a:lnTo>
                    <a:pt x="8226" y="7067"/>
                  </a:lnTo>
                  <a:lnTo>
                    <a:pt x="8187" y="7028"/>
                  </a:lnTo>
                  <a:lnTo>
                    <a:pt x="8110" y="6990"/>
                  </a:lnTo>
                  <a:lnTo>
                    <a:pt x="7955" y="6990"/>
                  </a:lnTo>
                  <a:lnTo>
                    <a:pt x="7762" y="7028"/>
                  </a:lnTo>
                  <a:lnTo>
                    <a:pt x="7453" y="7144"/>
                  </a:lnTo>
                  <a:lnTo>
                    <a:pt x="7183" y="7337"/>
                  </a:lnTo>
                  <a:lnTo>
                    <a:pt x="6951" y="7569"/>
                  </a:lnTo>
                  <a:lnTo>
                    <a:pt x="6758" y="7878"/>
                  </a:lnTo>
                  <a:lnTo>
                    <a:pt x="6604" y="8187"/>
                  </a:lnTo>
                  <a:lnTo>
                    <a:pt x="6488" y="8496"/>
                  </a:lnTo>
                  <a:lnTo>
                    <a:pt x="6488" y="8843"/>
                  </a:lnTo>
                  <a:lnTo>
                    <a:pt x="5716" y="8766"/>
                  </a:lnTo>
                  <a:lnTo>
                    <a:pt x="3476" y="8766"/>
                  </a:lnTo>
                  <a:lnTo>
                    <a:pt x="3515" y="8689"/>
                  </a:lnTo>
                  <a:lnTo>
                    <a:pt x="3515" y="8650"/>
                  </a:lnTo>
                  <a:lnTo>
                    <a:pt x="3476" y="8573"/>
                  </a:lnTo>
                  <a:lnTo>
                    <a:pt x="3438" y="8496"/>
                  </a:lnTo>
                  <a:lnTo>
                    <a:pt x="3399" y="8457"/>
                  </a:lnTo>
                  <a:lnTo>
                    <a:pt x="3322" y="8457"/>
                  </a:lnTo>
                  <a:lnTo>
                    <a:pt x="3244" y="8496"/>
                  </a:lnTo>
                  <a:lnTo>
                    <a:pt x="3322" y="8380"/>
                  </a:lnTo>
                  <a:lnTo>
                    <a:pt x="3322" y="8225"/>
                  </a:lnTo>
                  <a:lnTo>
                    <a:pt x="3322" y="8071"/>
                  </a:lnTo>
                  <a:lnTo>
                    <a:pt x="3283" y="7955"/>
                  </a:lnTo>
                  <a:lnTo>
                    <a:pt x="3244" y="7337"/>
                  </a:lnTo>
                  <a:lnTo>
                    <a:pt x="3167" y="6410"/>
                  </a:lnTo>
                  <a:lnTo>
                    <a:pt x="3051" y="4325"/>
                  </a:lnTo>
                  <a:lnTo>
                    <a:pt x="2974" y="2201"/>
                  </a:lnTo>
                  <a:lnTo>
                    <a:pt x="2897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13"/>
            <p:cNvSpPr/>
            <p:nvPr/>
          </p:nvSpPr>
          <p:spPr>
            <a:xfrm>
              <a:off x="5988825" y="2089525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580"/>
                  </a:lnTo>
                  <a:lnTo>
                    <a:pt x="2549" y="696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59"/>
                  </a:lnTo>
                  <a:lnTo>
                    <a:pt x="3206" y="1429"/>
                  </a:lnTo>
                  <a:lnTo>
                    <a:pt x="3244" y="1661"/>
                  </a:lnTo>
                  <a:lnTo>
                    <a:pt x="3244" y="1931"/>
                  </a:lnTo>
                  <a:lnTo>
                    <a:pt x="3206" y="2201"/>
                  </a:lnTo>
                  <a:lnTo>
                    <a:pt x="3090" y="2433"/>
                  </a:lnTo>
                  <a:lnTo>
                    <a:pt x="2974" y="2665"/>
                  </a:lnTo>
                  <a:lnTo>
                    <a:pt x="2781" y="2858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47" y="3244"/>
                  </a:lnTo>
                  <a:lnTo>
                    <a:pt x="1777" y="3244"/>
                  </a:lnTo>
                  <a:lnTo>
                    <a:pt x="1468" y="3167"/>
                  </a:lnTo>
                  <a:lnTo>
                    <a:pt x="1198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24"/>
                  </a:lnTo>
                  <a:lnTo>
                    <a:pt x="464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8" y="889"/>
                  </a:lnTo>
                  <a:lnTo>
                    <a:pt x="1121" y="734"/>
                  </a:lnTo>
                  <a:lnTo>
                    <a:pt x="1352" y="580"/>
                  </a:lnTo>
                  <a:lnTo>
                    <a:pt x="1584" y="464"/>
                  </a:lnTo>
                  <a:close/>
                  <a:moveTo>
                    <a:pt x="1700" y="0"/>
                  </a:moveTo>
                  <a:lnTo>
                    <a:pt x="1545" y="78"/>
                  </a:lnTo>
                  <a:lnTo>
                    <a:pt x="1352" y="116"/>
                  </a:lnTo>
                  <a:lnTo>
                    <a:pt x="1314" y="155"/>
                  </a:lnTo>
                  <a:lnTo>
                    <a:pt x="1082" y="271"/>
                  </a:lnTo>
                  <a:lnTo>
                    <a:pt x="812" y="387"/>
                  </a:lnTo>
                  <a:lnTo>
                    <a:pt x="619" y="541"/>
                  </a:lnTo>
                  <a:lnTo>
                    <a:pt x="426" y="734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1" y="2086"/>
                  </a:lnTo>
                  <a:lnTo>
                    <a:pt x="39" y="2279"/>
                  </a:lnTo>
                  <a:lnTo>
                    <a:pt x="117" y="2472"/>
                  </a:lnTo>
                  <a:lnTo>
                    <a:pt x="310" y="2819"/>
                  </a:lnTo>
                  <a:lnTo>
                    <a:pt x="541" y="3128"/>
                  </a:lnTo>
                  <a:lnTo>
                    <a:pt x="850" y="3399"/>
                  </a:lnTo>
                  <a:lnTo>
                    <a:pt x="1198" y="3592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07"/>
                  </a:lnTo>
                  <a:lnTo>
                    <a:pt x="2356" y="3669"/>
                  </a:lnTo>
                  <a:lnTo>
                    <a:pt x="2627" y="3553"/>
                  </a:lnTo>
                  <a:lnTo>
                    <a:pt x="2897" y="3399"/>
                  </a:lnTo>
                  <a:lnTo>
                    <a:pt x="3129" y="3244"/>
                  </a:lnTo>
                  <a:lnTo>
                    <a:pt x="3322" y="3012"/>
                  </a:lnTo>
                  <a:lnTo>
                    <a:pt x="3476" y="2742"/>
                  </a:lnTo>
                  <a:lnTo>
                    <a:pt x="3631" y="2472"/>
                  </a:lnTo>
                  <a:lnTo>
                    <a:pt x="3708" y="2201"/>
                  </a:lnTo>
                  <a:lnTo>
                    <a:pt x="3746" y="1893"/>
                  </a:lnTo>
                  <a:lnTo>
                    <a:pt x="3708" y="1584"/>
                  </a:lnTo>
                  <a:lnTo>
                    <a:pt x="3669" y="1275"/>
                  </a:lnTo>
                  <a:lnTo>
                    <a:pt x="3515" y="966"/>
                  </a:lnTo>
                  <a:lnTo>
                    <a:pt x="3322" y="696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13"/>
            <p:cNvSpPr/>
            <p:nvPr/>
          </p:nvSpPr>
          <p:spPr>
            <a:xfrm>
              <a:off x="6050625" y="1898375"/>
              <a:ext cx="329200" cy="241375"/>
            </a:xfrm>
            <a:custGeom>
              <a:avLst/>
              <a:gdLst/>
              <a:ahLst/>
              <a:cxnLst/>
              <a:rect l="l" t="t" r="r" b="b"/>
              <a:pathLst>
                <a:path w="13168" h="9655" extrusionOk="0">
                  <a:moveTo>
                    <a:pt x="5368" y="619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5"/>
                  </a:lnTo>
                  <a:lnTo>
                    <a:pt x="8109" y="2356"/>
                  </a:lnTo>
                  <a:lnTo>
                    <a:pt x="8264" y="2627"/>
                  </a:lnTo>
                  <a:lnTo>
                    <a:pt x="8380" y="2858"/>
                  </a:lnTo>
                  <a:lnTo>
                    <a:pt x="8495" y="3129"/>
                  </a:lnTo>
                  <a:lnTo>
                    <a:pt x="8573" y="3437"/>
                  </a:lnTo>
                  <a:lnTo>
                    <a:pt x="8611" y="3708"/>
                  </a:lnTo>
                  <a:lnTo>
                    <a:pt x="8573" y="3708"/>
                  </a:lnTo>
                  <a:lnTo>
                    <a:pt x="7723" y="3824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1"/>
                  </a:lnTo>
                  <a:lnTo>
                    <a:pt x="5792" y="3862"/>
                  </a:lnTo>
                  <a:lnTo>
                    <a:pt x="5638" y="3746"/>
                  </a:lnTo>
                  <a:lnTo>
                    <a:pt x="5561" y="3553"/>
                  </a:lnTo>
                  <a:lnTo>
                    <a:pt x="5483" y="3283"/>
                  </a:lnTo>
                  <a:lnTo>
                    <a:pt x="5406" y="2627"/>
                  </a:lnTo>
                  <a:lnTo>
                    <a:pt x="5368" y="1970"/>
                  </a:lnTo>
                  <a:lnTo>
                    <a:pt x="5368" y="619"/>
                  </a:lnTo>
                  <a:close/>
                  <a:moveTo>
                    <a:pt x="2742" y="889"/>
                  </a:moveTo>
                  <a:lnTo>
                    <a:pt x="2626" y="3090"/>
                  </a:lnTo>
                  <a:lnTo>
                    <a:pt x="2626" y="3515"/>
                  </a:lnTo>
                  <a:lnTo>
                    <a:pt x="2587" y="3708"/>
                  </a:lnTo>
                  <a:lnTo>
                    <a:pt x="2510" y="3862"/>
                  </a:lnTo>
                  <a:lnTo>
                    <a:pt x="2433" y="3978"/>
                  </a:lnTo>
                  <a:lnTo>
                    <a:pt x="2278" y="4094"/>
                  </a:lnTo>
                  <a:lnTo>
                    <a:pt x="2124" y="4210"/>
                  </a:lnTo>
                  <a:lnTo>
                    <a:pt x="1892" y="4248"/>
                  </a:lnTo>
                  <a:lnTo>
                    <a:pt x="1699" y="4287"/>
                  </a:lnTo>
                  <a:lnTo>
                    <a:pt x="1506" y="4287"/>
                  </a:lnTo>
                  <a:lnTo>
                    <a:pt x="1120" y="4210"/>
                  </a:lnTo>
                  <a:lnTo>
                    <a:pt x="734" y="4133"/>
                  </a:lnTo>
                  <a:lnTo>
                    <a:pt x="386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8" y="2549"/>
                  </a:lnTo>
                  <a:lnTo>
                    <a:pt x="1159" y="2125"/>
                  </a:lnTo>
                  <a:lnTo>
                    <a:pt x="1506" y="1738"/>
                  </a:lnTo>
                  <a:lnTo>
                    <a:pt x="1892" y="1391"/>
                  </a:lnTo>
                  <a:lnTo>
                    <a:pt x="2317" y="1121"/>
                  </a:lnTo>
                  <a:lnTo>
                    <a:pt x="2742" y="889"/>
                  </a:lnTo>
                  <a:close/>
                  <a:moveTo>
                    <a:pt x="10774" y="5368"/>
                  </a:moveTo>
                  <a:lnTo>
                    <a:pt x="11198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14" y="6179"/>
                  </a:lnTo>
                  <a:lnTo>
                    <a:pt x="11198" y="6256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32"/>
                  </a:lnTo>
                  <a:lnTo>
                    <a:pt x="10542" y="5716"/>
                  </a:lnTo>
                  <a:lnTo>
                    <a:pt x="10619" y="5523"/>
                  </a:lnTo>
                  <a:lnTo>
                    <a:pt x="10658" y="5407"/>
                  </a:lnTo>
                  <a:lnTo>
                    <a:pt x="10774" y="5368"/>
                  </a:lnTo>
                  <a:close/>
                  <a:moveTo>
                    <a:pt x="4402" y="1"/>
                  </a:moveTo>
                  <a:lnTo>
                    <a:pt x="3939" y="39"/>
                  </a:lnTo>
                  <a:lnTo>
                    <a:pt x="3514" y="117"/>
                  </a:lnTo>
                  <a:lnTo>
                    <a:pt x="3051" y="194"/>
                  </a:lnTo>
                  <a:lnTo>
                    <a:pt x="2626" y="348"/>
                  </a:lnTo>
                  <a:lnTo>
                    <a:pt x="2240" y="541"/>
                  </a:lnTo>
                  <a:lnTo>
                    <a:pt x="1854" y="773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9"/>
                  </a:lnTo>
                  <a:lnTo>
                    <a:pt x="386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31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57"/>
                  </a:lnTo>
                  <a:lnTo>
                    <a:pt x="348" y="4287"/>
                  </a:lnTo>
                  <a:lnTo>
                    <a:pt x="965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5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364"/>
                  </a:lnTo>
                  <a:lnTo>
                    <a:pt x="2858" y="4248"/>
                  </a:lnTo>
                  <a:lnTo>
                    <a:pt x="2896" y="4094"/>
                  </a:lnTo>
                  <a:lnTo>
                    <a:pt x="2973" y="3939"/>
                  </a:lnTo>
                  <a:lnTo>
                    <a:pt x="3012" y="3631"/>
                  </a:lnTo>
                  <a:lnTo>
                    <a:pt x="3012" y="2974"/>
                  </a:lnTo>
                  <a:lnTo>
                    <a:pt x="3089" y="734"/>
                  </a:lnTo>
                  <a:lnTo>
                    <a:pt x="3514" y="619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23"/>
                  </a:lnTo>
                  <a:lnTo>
                    <a:pt x="5059" y="2704"/>
                  </a:lnTo>
                  <a:lnTo>
                    <a:pt x="5097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0" y="4017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6"/>
                  </a:lnTo>
                  <a:lnTo>
                    <a:pt x="6217" y="4326"/>
                  </a:lnTo>
                  <a:lnTo>
                    <a:pt x="6565" y="4287"/>
                  </a:lnTo>
                  <a:lnTo>
                    <a:pt x="7607" y="4210"/>
                  </a:lnTo>
                  <a:lnTo>
                    <a:pt x="8650" y="4055"/>
                  </a:lnTo>
                  <a:lnTo>
                    <a:pt x="8650" y="4441"/>
                  </a:lnTo>
                  <a:lnTo>
                    <a:pt x="8611" y="4866"/>
                  </a:lnTo>
                  <a:lnTo>
                    <a:pt x="8611" y="4905"/>
                  </a:lnTo>
                  <a:lnTo>
                    <a:pt x="8611" y="5021"/>
                  </a:lnTo>
                  <a:lnTo>
                    <a:pt x="8650" y="5059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0" y="4905"/>
                  </a:lnTo>
                  <a:lnTo>
                    <a:pt x="9384" y="4905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03" y="5252"/>
                  </a:lnTo>
                  <a:lnTo>
                    <a:pt x="10426" y="5330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16"/>
                  </a:lnTo>
                  <a:lnTo>
                    <a:pt x="10233" y="5870"/>
                  </a:lnTo>
                  <a:lnTo>
                    <a:pt x="10233" y="6025"/>
                  </a:lnTo>
                  <a:lnTo>
                    <a:pt x="10272" y="6179"/>
                  </a:lnTo>
                  <a:lnTo>
                    <a:pt x="10349" y="6334"/>
                  </a:lnTo>
                  <a:lnTo>
                    <a:pt x="10503" y="6488"/>
                  </a:lnTo>
                  <a:lnTo>
                    <a:pt x="10696" y="6565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41" y="6913"/>
                  </a:lnTo>
                  <a:lnTo>
                    <a:pt x="12395" y="7222"/>
                  </a:lnTo>
                  <a:lnTo>
                    <a:pt x="12473" y="7569"/>
                  </a:lnTo>
                  <a:lnTo>
                    <a:pt x="12511" y="7917"/>
                  </a:lnTo>
                  <a:lnTo>
                    <a:pt x="12550" y="8264"/>
                  </a:lnTo>
                  <a:lnTo>
                    <a:pt x="12550" y="8998"/>
                  </a:lnTo>
                  <a:lnTo>
                    <a:pt x="12473" y="8998"/>
                  </a:lnTo>
                  <a:lnTo>
                    <a:pt x="12434" y="9037"/>
                  </a:lnTo>
                  <a:lnTo>
                    <a:pt x="12357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54"/>
                  </a:lnTo>
                  <a:lnTo>
                    <a:pt x="12125" y="9654"/>
                  </a:lnTo>
                  <a:lnTo>
                    <a:pt x="12820" y="9616"/>
                  </a:lnTo>
                  <a:lnTo>
                    <a:pt x="12936" y="9577"/>
                  </a:lnTo>
                  <a:lnTo>
                    <a:pt x="13013" y="9461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091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685"/>
                  </a:lnTo>
                  <a:lnTo>
                    <a:pt x="12936" y="7183"/>
                  </a:lnTo>
                  <a:lnTo>
                    <a:pt x="12704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276" y="5098"/>
                  </a:lnTo>
                  <a:lnTo>
                    <a:pt x="10967" y="4905"/>
                  </a:lnTo>
                  <a:lnTo>
                    <a:pt x="10619" y="4750"/>
                  </a:lnTo>
                  <a:lnTo>
                    <a:pt x="10233" y="4596"/>
                  </a:lnTo>
                  <a:lnTo>
                    <a:pt x="9886" y="4480"/>
                  </a:lnTo>
                  <a:lnTo>
                    <a:pt x="9499" y="4403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186" y="1584"/>
                  </a:lnTo>
                  <a:lnTo>
                    <a:pt x="7839" y="1275"/>
                  </a:lnTo>
                  <a:lnTo>
                    <a:pt x="7453" y="966"/>
                  </a:lnTo>
                  <a:lnTo>
                    <a:pt x="7067" y="734"/>
                  </a:lnTo>
                  <a:lnTo>
                    <a:pt x="6603" y="503"/>
                  </a:lnTo>
                  <a:lnTo>
                    <a:pt x="6178" y="348"/>
                  </a:lnTo>
                  <a:lnTo>
                    <a:pt x="5715" y="194"/>
                  </a:lnTo>
                  <a:lnTo>
                    <a:pt x="5290" y="78"/>
                  </a:lnTo>
                  <a:lnTo>
                    <a:pt x="482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13"/>
            <p:cNvSpPr/>
            <p:nvPr/>
          </p:nvSpPr>
          <p:spPr>
            <a:xfrm>
              <a:off x="5946350" y="2008425"/>
              <a:ext cx="112975" cy="132300"/>
            </a:xfrm>
            <a:custGeom>
              <a:avLst/>
              <a:gdLst/>
              <a:ahLst/>
              <a:cxnLst/>
              <a:rect l="l" t="t" r="r" b="b"/>
              <a:pathLst>
                <a:path w="4519" h="5292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55"/>
                  </a:lnTo>
                  <a:lnTo>
                    <a:pt x="2240" y="271"/>
                  </a:lnTo>
                  <a:lnTo>
                    <a:pt x="2009" y="426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082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08"/>
                  </a:lnTo>
                  <a:lnTo>
                    <a:pt x="1" y="4055"/>
                  </a:lnTo>
                  <a:lnTo>
                    <a:pt x="1" y="4364"/>
                  </a:lnTo>
                  <a:lnTo>
                    <a:pt x="39" y="4673"/>
                  </a:lnTo>
                  <a:lnTo>
                    <a:pt x="117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789"/>
                  </a:lnTo>
                  <a:lnTo>
                    <a:pt x="696" y="4712"/>
                  </a:lnTo>
                  <a:lnTo>
                    <a:pt x="580" y="4557"/>
                  </a:lnTo>
                  <a:lnTo>
                    <a:pt x="541" y="4442"/>
                  </a:lnTo>
                  <a:lnTo>
                    <a:pt x="503" y="4248"/>
                  </a:lnTo>
                  <a:lnTo>
                    <a:pt x="541" y="4055"/>
                  </a:lnTo>
                  <a:lnTo>
                    <a:pt x="580" y="3592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27" y="2318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16" y="1159"/>
                  </a:lnTo>
                  <a:lnTo>
                    <a:pt x="2202" y="889"/>
                  </a:lnTo>
                  <a:lnTo>
                    <a:pt x="2627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6" y="464"/>
                  </a:lnTo>
                  <a:lnTo>
                    <a:pt x="4441" y="464"/>
                  </a:lnTo>
                  <a:lnTo>
                    <a:pt x="4519" y="426"/>
                  </a:lnTo>
                  <a:lnTo>
                    <a:pt x="4519" y="348"/>
                  </a:lnTo>
                  <a:lnTo>
                    <a:pt x="4519" y="155"/>
                  </a:lnTo>
                  <a:lnTo>
                    <a:pt x="4210" y="155"/>
                  </a:lnTo>
                  <a:lnTo>
                    <a:pt x="3901" y="78"/>
                  </a:lnTo>
                  <a:lnTo>
                    <a:pt x="36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13"/>
            <p:cNvSpPr/>
            <p:nvPr/>
          </p:nvSpPr>
          <p:spPr>
            <a:xfrm>
              <a:off x="668675" y="2948700"/>
              <a:ext cx="256800" cy="152550"/>
            </a:xfrm>
            <a:custGeom>
              <a:avLst/>
              <a:gdLst/>
              <a:ahLst/>
              <a:cxnLst/>
              <a:rect l="l" t="t" r="r" b="b"/>
              <a:pathLst>
                <a:path w="10272" h="6102" extrusionOk="0">
                  <a:moveTo>
                    <a:pt x="541" y="1"/>
                  </a:moveTo>
                  <a:lnTo>
                    <a:pt x="425" y="39"/>
                  </a:lnTo>
                  <a:lnTo>
                    <a:pt x="348" y="116"/>
                  </a:lnTo>
                  <a:lnTo>
                    <a:pt x="232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889"/>
                  </a:lnTo>
                  <a:lnTo>
                    <a:pt x="0" y="1275"/>
                  </a:lnTo>
                  <a:lnTo>
                    <a:pt x="0" y="1622"/>
                  </a:lnTo>
                  <a:lnTo>
                    <a:pt x="0" y="2047"/>
                  </a:lnTo>
                  <a:lnTo>
                    <a:pt x="77" y="2511"/>
                  </a:lnTo>
                  <a:lnTo>
                    <a:pt x="155" y="2935"/>
                  </a:lnTo>
                  <a:lnTo>
                    <a:pt x="309" y="3321"/>
                  </a:lnTo>
                  <a:lnTo>
                    <a:pt x="502" y="3785"/>
                  </a:lnTo>
                  <a:lnTo>
                    <a:pt x="734" y="4171"/>
                  </a:lnTo>
                  <a:lnTo>
                    <a:pt x="1004" y="4557"/>
                  </a:lnTo>
                  <a:lnTo>
                    <a:pt x="1313" y="4905"/>
                  </a:lnTo>
                  <a:lnTo>
                    <a:pt x="1699" y="5214"/>
                  </a:lnTo>
                  <a:lnTo>
                    <a:pt x="2047" y="5523"/>
                  </a:lnTo>
                  <a:lnTo>
                    <a:pt x="2472" y="5754"/>
                  </a:lnTo>
                  <a:lnTo>
                    <a:pt x="2896" y="5947"/>
                  </a:lnTo>
                  <a:lnTo>
                    <a:pt x="3167" y="5716"/>
                  </a:lnTo>
                  <a:lnTo>
                    <a:pt x="2819" y="5561"/>
                  </a:lnTo>
                  <a:lnTo>
                    <a:pt x="2510" y="5368"/>
                  </a:lnTo>
                  <a:lnTo>
                    <a:pt x="2240" y="5136"/>
                  </a:lnTo>
                  <a:lnTo>
                    <a:pt x="1931" y="4905"/>
                  </a:lnTo>
                  <a:lnTo>
                    <a:pt x="1661" y="4634"/>
                  </a:lnTo>
                  <a:lnTo>
                    <a:pt x="1429" y="4364"/>
                  </a:lnTo>
                  <a:lnTo>
                    <a:pt x="1197" y="4094"/>
                  </a:lnTo>
                  <a:lnTo>
                    <a:pt x="1004" y="3785"/>
                  </a:lnTo>
                  <a:lnTo>
                    <a:pt x="811" y="3476"/>
                  </a:lnTo>
                  <a:lnTo>
                    <a:pt x="657" y="3128"/>
                  </a:lnTo>
                  <a:lnTo>
                    <a:pt x="541" y="2781"/>
                  </a:lnTo>
                  <a:lnTo>
                    <a:pt x="464" y="2433"/>
                  </a:lnTo>
                  <a:lnTo>
                    <a:pt x="425" y="2086"/>
                  </a:lnTo>
                  <a:lnTo>
                    <a:pt x="386" y="1700"/>
                  </a:lnTo>
                  <a:lnTo>
                    <a:pt x="425" y="1352"/>
                  </a:lnTo>
                  <a:lnTo>
                    <a:pt x="464" y="966"/>
                  </a:lnTo>
                  <a:lnTo>
                    <a:pt x="541" y="696"/>
                  </a:lnTo>
                  <a:lnTo>
                    <a:pt x="579" y="541"/>
                  </a:lnTo>
                  <a:lnTo>
                    <a:pt x="657" y="464"/>
                  </a:lnTo>
                  <a:lnTo>
                    <a:pt x="811" y="503"/>
                  </a:lnTo>
                  <a:lnTo>
                    <a:pt x="1043" y="618"/>
                  </a:lnTo>
                  <a:lnTo>
                    <a:pt x="1429" y="812"/>
                  </a:lnTo>
                  <a:lnTo>
                    <a:pt x="1738" y="1005"/>
                  </a:lnTo>
                  <a:lnTo>
                    <a:pt x="2085" y="1236"/>
                  </a:lnTo>
                  <a:lnTo>
                    <a:pt x="2394" y="1468"/>
                  </a:lnTo>
                  <a:lnTo>
                    <a:pt x="2665" y="1738"/>
                  </a:lnTo>
                  <a:lnTo>
                    <a:pt x="2935" y="2009"/>
                  </a:lnTo>
                  <a:lnTo>
                    <a:pt x="3167" y="2279"/>
                  </a:lnTo>
                  <a:lnTo>
                    <a:pt x="3360" y="2588"/>
                  </a:lnTo>
                  <a:lnTo>
                    <a:pt x="3514" y="2897"/>
                  </a:lnTo>
                  <a:lnTo>
                    <a:pt x="3630" y="3244"/>
                  </a:lnTo>
                  <a:lnTo>
                    <a:pt x="3707" y="3592"/>
                  </a:lnTo>
                  <a:lnTo>
                    <a:pt x="3784" y="3939"/>
                  </a:lnTo>
                  <a:lnTo>
                    <a:pt x="3784" y="4325"/>
                  </a:lnTo>
                  <a:lnTo>
                    <a:pt x="3823" y="4403"/>
                  </a:lnTo>
                  <a:lnTo>
                    <a:pt x="3939" y="4480"/>
                  </a:lnTo>
                  <a:lnTo>
                    <a:pt x="3939" y="4557"/>
                  </a:lnTo>
                  <a:lnTo>
                    <a:pt x="3978" y="4596"/>
                  </a:lnTo>
                  <a:lnTo>
                    <a:pt x="4016" y="4596"/>
                  </a:lnTo>
                  <a:lnTo>
                    <a:pt x="4055" y="4557"/>
                  </a:lnTo>
                  <a:lnTo>
                    <a:pt x="4171" y="4403"/>
                  </a:lnTo>
                  <a:lnTo>
                    <a:pt x="4286" y="4287"/>
                  </a:lnTo>
                  <a:lnTo>
                    <a:pt x="4595" y="4017"/>
                  </a:lnTo>
                  <a:lnTo>
                    <a:pt x="4943" y="3785"/>
                  </a:lnTo>
                  <a:lnTo>
                    <a:pt x="5329" y="3630"/>
                  </a:lnTo>
                  <a:lnTo>
                    <a:pt x="5754" y="3476"/>
                  </a:lnTo>
                  <a:lnTo>
                    <a:pt x="6179" y="3360"/>
                  </a:lnTo>
                  <a:lnTo>
                    <a:pt x="6565" y="3283"/>
                  </a:lnTo>
                  <a:lnTo>
                    <a:pt x="6912" y="3206"/>
                  </a:lnTo>
                  <a:lnTo>
                    <a:pt x="7260" y="3167"/>
                  </a:lnTo>
                  <a:lnTo>
                    <a:pt x="7646" y="3167"/>
                  </a:lnTo>
                  <a:lnTo>
                    <a:pt x="7994" y="3206"/>
                  </a:lnTo>
                  <a:lnTo>
                    <a:pt x="8380" y="3244"/>
                  </a:lnTo>
                  <a:lnTo>
                    <a:pt x="8727" y="3321"/>
                  </a:lnTo>
                  <a:lnTo>
                    <a:pt x="9075" y="3399"/>
                  </a:lnTo>
                  <a:lnTo>
                    <a:pt x="9422" y="3553"/>
                  </a:lnTo>
                  <a:lnTo>
                    <a:pt x="9770" y="3669"/>
                  </a:lnTo>
                  <a:lnTo>
                    <a:pt x="9499" y="4017"/>
                  </a:lnTo>
                  <a:lnTo>
                    <a:pt x="9229" y="4364"/>
                  </a:lnTo>
                  <a:lnTo>
                    <a:pt x="8920" y="4634"/>
                  </a:lnTo>
                  <a:lnTo>
                    <a:pt x="8611" y="4905"/>
                  </a:lnTo>
                  <a:lnTo>
                    <a:pt x="8264" y="5136"/>
                  </a:lnTo>
                  <a:lnTo>
                    <a:pt x="7916" y="5329"/>
                  </a:lnTo>
                  <a:lnTo>
                    <a:pt x="7530" y="5484"/>
                  </a:lnTo>
                  <a:lnTo>
                    <a:pt x="7105" y="5600"/>
                  </a:lnTo>
                  <a:lnTo>
                    <a:pt x="6719" y="5638"/>
                  </a:lnTo>
                  <a:lnTo>
                    <a:pt x="6333" y="5677"/>
                  </a:lnTo>
                  <a:lnTo>
                    <a:pt x="5599" y="5677"/>
                  </a:lnTo>
                  <a:lnTo>
                    <a:pt x="4866" y="5600"/>
                  </a:lnTo>
                  <a:lnTo>
                    <a:pt x="4093" y="5484"/>
                  </a:lnTo>
                  <a:lnTo>
                    <a:pt x="4016" y="5484"/>
                  </a:lnTo>
                  <a:lnTo>
                    <a:pt x="3978" y="5523"/>
                  </a:lnTo>
                  <a:lnTo>
                    <a:pt x="3900" y="5638"/>
                  </a:lnTo>
                  <a:lnTo>
                    <a:pt x="3862" y="5638"/>
                  </a:lnTo>
                  <a:lnTo>
                    <a:pt x="3862" y="5716"/>
                  </a:lnTo>
                  <a:lnTo>
                    <a:pt x="3900" y="6025"/>
                  </a:lnTo>
                  <a:lnTo>
                    <a:pt x="4093" y="5909"/>
                  </a:lnTo>
                  <a:lnTo>
                    <a:pt x="4943" y="6025"/>
                  </a:lnTo>
                  <a:lnTo>
                    <a:pt x="5792" y="6102"/>
                  </a:lnTo>
                  <a:lnTo>
                    <a:pt x="6217" y="6102"/>
                  </a:lnTo>
                  <a:lnTo>
                    <a:pt x="6642" y="6063"/>
                  </a:lnTo>
                  <a:lnTo>
                    <a:pt x="7105" y="6025"/>
                  </a:lnTo>
                  <a:lnTo>
                    <a:pt x="7530" y="5947"/>
                  </a:lnTo>
                  <a:lnTo>
                    <a:pt x="7955" y="5793"/>
                  </a:lnTo>
                  <a:lnTo>
                    <a:pt x="8341" y="5600"/>
                  </a:lnTo>
                  <a:lnTo>
                    <a:pt x="8727" y="5368"/>
                  </a:lnTo>
                  <a:lnTo>
                    <a:pt x="9075" y="5098"/>
                  </a:lnTo>
                  <a:lnTo>
                    <a:pt x="9384" y="4789"/>
                  </a:lnTo>
                  <a:lnTo>
                    <a:pt x="9654" y="4441"/>
                  </a:lnTo>
                  <a:lnTo>
                    <a:pt x="10233" y="3746"/>
                  </a:lnTo>
                  <a:lnTo>
                    <a:pt x="10272" y="3630"/>
                  </a:lnTo>
                  <a:lnTo>
                    <a:pt x="10272" y="3553"/>
                  </a:lnTo>
                  <a:lnTo>
                    <a:pt x="10233" y="3476"/>
                  </a:lnTo>
                  <a:lnTo>
                    <a:pt x="10156" y="3399"/>
                  </a:lnTo>
                  <a:lnTo>
                    <a:pt x="9693" y="3206"/>
                  </a:lnTo>
                  <a:lnTo>
                    <a:pt x="9229" y="3013"/>
                  </a:lnTo>
                  <a:lnTo>
                    <a:pt x="8766" y="2897"/>
                  </a:lnTo>
                  <a:lnTo>
                    <a:pt x="8264" y="2781"/>
                  </a:lnTo>
                  <a:lnTo>
                    <a:pt x="7800" y="2742"/>
                  </a:lnTo>
                  <a:lnTo>
                    <a:pt x="7298" y="2742"/>
                  </a:lnTo>
                  <a:lnTo>
                    <a:pt x="6796" y="2781"/>
                  </a:lnTo>
                  <a:lnTo>
                    <a:pt x="6294" y="2858"/>
                  </a:lnTo>
                  <a:lnTo>
                    <a:pt x="5870" y="3013"/>
                  </a:lnTo>
                  <a:lnTo>
                    <a:pt x="5290" y="3206"/>
                  </a:lnTo>
                  <a:lnTo>
                    <a:pt x="4982" y="3321"/>
                  </a:lnTo>
                  <a:lnTo>
                    <a:pt x="4673" y="3476"/>
                  </a:lnTo>
                  <a:lnTo>
                    <a:pt x="4402" y="3630"/>
                  </a:lnTo>
                  <a:lnTo>
                    <a:pt x="4209" y="3823"/>
                  </a:lnTo>
                  <a:lnTo>
                    <a:pt x="4132" y="3476"/>
                  </a:lnTo>
                  <a:lnTo>
                    <a:pt x="4055" y="3128"/>
                  </a:lnTo>
                  <a:lnTo>
                    <a:pt x="3939" y="2781"/>
                  </a:lnTo>
                  <a:lnTo>
                    <a:pt x="3784" y="2472"/>
                  </a:lnTo>
                  <a:lnTo>
                    <a:pt x="3591" y="2163"/>
                  </a:lnTo>
                  <a:lnTo>
                    <a:pt x="3360" y="1854"/>
                  </a:lnTo>
                  <a:lnTo>
                    <a:pt x="3128" y="1584"/>
                  </a:lnTo>
                  <a:lnTo>
                    <a:pt x="2858" y="1314"/>
                  </a:lnTo>
                  <a:lnTo>
                    <a:pt x="2472" y="966"/>
                  </a:lnTo>
                  <a:lnTo>
                    <a:pt x="2008" y="696"/>
                  </a:lnTo>
                  <a:lnTo>
                    <a:pt x="1545" y="425"/>
                  </a:lnTo>
                  <a:lnTo>
                    <a:pt x="1081" y="194"/>
                  </a:lnTo>
                  <a:lnTo>
                    <a:pt x="850" y="78"/>
                  </a:lnTo>
                  <a:lnTo>
                    <a:pt x="657" y="39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13"/>
            <p:cNvSpPr/>
            <p:nvPr/>
          </p:nvSpPr>
          <p:spPr>
            <a:xfrm>
              <a:off x="333675" y="3041375"/>
              <a:ext cx="49275" cy="56025"/>
            </a:xfrm>
            <a:custGeom>
              <a:avLst/>
              <a:gdLst/>
              <a:ahLst/>
              <a:cxnLst/>
              <a:rect l="l" t="t" r="r" b="b"/>
              <a:pathLst>
                <a:path w="1971" h="2241" extrusionOk="0">
                  <a:moveTo>
                    <a:pt x="1237" y="425"/>
                  </a:moveTo>
                  <a:lnTo>
                    <a:pt x="1391" y="464"/>
                  </a:lnTo>
                  <a:lnTo>
                    <a:pt x="1507" y="580"/>
                  </a:lnTo>
                  <a:lnTo>
                    <a:pt x="1545" y="657"/>
                  </a:lnTo>
                  <a:lnTo>
                    <a:pt x="1545" y="734"/>
                  </a:lnTo>
                  <a:lnTo>
                    <a:pt x="1507" y="812"/>
                  </a:lnTo>
                  <a:lnTo>
                    <a:pt x="1468" y="889"/>
                  </a:lnTo>
                  <a:lnTo>
                    <a:pt x="1275" y="1082"/>
                  </a:lnTo>
                  <a:lnTo>
                    <a:pt x="1005" y="1314"/>
                  </a:lnTo>
                  <a:lnTo>
                    <a:pt x="773" y="1507"/>
                  </a:lnTo>
                  <a:lnTo>
                    <a:pt x="657" y="1661"/>
                  </a:lnTo>
                  <a:lnTo>
                    <a:pt x="619" y="1777"/>
                  </a:lnTo>
                  <a:lnTo>
                    <a:pt x="503" y="1661"/>
                  </a:lnTo>
                  <a:lnTo>
                    <a:pt x="464" y="1545"/>
                  </a:lnTo>
                  <a:lnTo>
                    <a:pt x="387" y="1391"/>
                  </a:lnTo>
                  <a:lnTo>
                    <a:pt x="387" y="1236"/>
                  </a:lnTo>
                  <a:lnTo>
                    <a:pt x="387" y="1082"/>
                  </a:lnTo>
                  <a:lnTo>
                    <a:pt x="426" y="966"/>
                  </a:lnTo>
                  <a:lnTo>
                    <a:pt x="464" y="812"/>
                  </a:lnTo>
                  <a:lnTo>
                    <a:pt x="580" y="696"/>
                  </a:lnTo>
                  <a:lnTo>
                    <a:pt x="696" y="580"/>
                  </a:lnTo>
                  <a:lnTo>
                    <a:pt x="850" y="464"/>
                  </a:lnTo>
                  <a:lnTo>
                    <a:pt x="1043" y="425"/>
                  </a:lnTo>
                  <a:close/>
                  <a:moveTo>
                    <a:pt x="1121" y="1"/>
                  </a:moveTo>
                  <a:lnTo>
                    <a:pt x="928" y="39"/>
                  </a:lnTo>
                  <a:lnTo>
                    <a:pt x="735" y="116"/>
                  </a:lnTo>
                  <a:lnTo>
                    <a:pt x="541" y="232"/>
                  </a:lnTo>
                  <a:lnTo>
                    <a:pt x="348" y="348"/>
                  </a:lnTo>
                  <a:lnTo>
                    <a:pt x="233" y="503"/>
                  </a:lnTo>
                  <a:lnTo>
                    <a:pt x="117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68"/>
                  </a:lnTo>
                  <a:lnTo>
                    <a:pt x="117" y="1622"/>
                  </a:lnTo>
                  <a:lnTo>
                    <a:pt x="233" y="1816"/>
                  </a:lnTo>
                  <a:lnTo>
                    <a:pt x="348" y="1931"/>
                  </a:lnTo>
                  <a:lnTo>
                    <a:pt x="503" y="2086"/>
                  </a:lnTo>
                  <a:lnTo>
                    <a:pt x="657" y="2163"/>
                  </a:lnTo>
                  <a:lnTo>
                    <a:pt x="735" y="2240"/>
                  </a:lnTo>
                  <a:lnTo>
                    <a:pt x="850" y="2240"/>
                  </a:lnTo>
                  <a:lnTo>
                    <a:pt x="928" y="2202"/>
                  </a:lnTo>
                  <a:lnTo>
                    <a:pt x="966" y="2086"/>
                  </a:lnTo>
                  <a:lnTo>
                    <a:pt x="1005" y="1931"/>
                  </a:lnTo>
                  <a:lnTo>
                    <a:pt x="1082" y="1777"/>
                  </a:lnTo>
                  <a:lnTo>
                    <a:pt x="1198" y="1661"/>
                  </a:lnTo>
                  <a:lnTo>
                    <a:pt x="1314" y="1507"/>
                  </a:lnTo>
                  <a:lnTo>
                    <a:pt x="1623" y="1314"/>
                  </a:lnTo>
                  <a:lnTo>
                    <a:pt x="1739" y="1198"/>
                  </a:lnTo>
                  <a:lnTo>
                    <a:pt x="1854" y="1043"/>
                  </a:lnTo>
                  <a:lnTo>
                    <a:pt x="1932" y="889"/>
                  </a:lnTo>
                  <a:lnTo>
                    <a:pt x="1970" y="696"/>
                  </a:lnTo>
                  <a:lnTo>
                    <a:pt x="1932" y="541"/>
                  </a:lnTo>
                  <a:lnTo>
                    <a:pt x="1893" y="387"/>
                  </a:lnTo>
                  <a:lnTo>
                    <a:pt x="1777" y="271"/>
                  </a:lnTo>
                  <a:lnTo>
                    <a:pt x="1661" y="155"/>
                  </a:lnTo>
                  <a:lnTo>
                    <a:pt x="1507" y="78"/>
                  </a:lnTo>
                  <a:lnTo>
                    <a:pt x="1352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13"/>
            <p:cNvSpPr/>
            <p:nvPr/>
          </p:nvSpPr>
          <p:spPr>
            <a:xfrm>
              <a:off x="410925" y="3256650"/>
              <a:ext cx="35725" cy="33825"/>
            </a:xfrm>
            <a:custGeom>
              <a:avLst/>
              <a:gdLst/>
              <a:ahLst/>
              <a:cxnLst/>
              <a:rect l="l" t="t" r="r" b="b"/>
              <a:pathLst>
                <a:path w="1429" h="1353" extrusionOk="0">
                  <a:moveTo>
                    <a:pt x="579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71"/>
                  </a:lnTo>
                  <a:lnTo>
                    <a:pt x="39" y="425"/>
                  </a:lnTo>
                  <a:lnTo>
                    <a:pt x="0" y="619"/>
                  </a:lnTo>
                  <a:lnTo>
                    <a:pt x="0" y="812"/>
                  </a:lnTo>
                  <a:lnTo>
                    <a:pt x="77" y="966"/>
                  </a:lnTo>
                  <a:lnTo>
                    <a:pt x="155" y="1121"/>
                  </a:lnTo>
                  <a:lnTo>
                    <a:pt x="309" y="1275"/>
                  </a:lnTo>
                  <a:lnTo>
                    <a:pt x="463" y="1352"/>
                  </a:lnTo>
                  <a:lnTo>
                    <a:pt x="618" y="1352"/>
                  </a:lnTo>
                  <a:lnTo>
                    <a:pt x="695" y="1236"/>
                  </a:lnTo>
                  <a:lnTo>
                    <a:pt x="695" y="1121"/>
                  </a:lnTo>
                  <a:lnTo>
                    <a:pt x="657" y="1082"/>
                  </a:lnTo>
                  <a:lnTo>
                    <a:pt x="579" y="1043"/>
                  </a:lnTo>
                  <a:lnTo>
                    <a:pt x="502" y="1005"/>
                  </a:lnTo>
                  <a:lnTo>
                    <a:pt x="463" y="927"/>
                  </a:lnTo>
                  <a:lnTo>
                    <a:pt x="386" y="773"/>
                  </a:lnTo>
                  <a:lnTo>
                    <a:pt x="386" y="580"/>
                  </a:lnTo>
                  <a:lnTo>
                    <a:pt x="425" y="503"/>
                  </a:lnTo>
                  <a:lnTo>
                    <a:pt x="502" y="425"/>
                  </a:lnTo>
                  <a:lnTo>
                    <a:pt x="579" y="387"/>
                  </a:lnTo>
                  <a:lnTo>
                    <a:pt x="657" y="387"/>
                  </a:lnTo>
                  <a:lnTo>
                    <a:pt x="850" y="425"/>
                  </a:lnTo>
                  <a:lnTo>
                    <a:pt x="927" y="464"/>
                  </a:lnTo>
                  <a:lnTo>
                    <a:pt x="965" y="541"/>
                  </a:lnTo>
                  <a:lnTo>
                    <a:pt x="1043" y="696"/>
                  </a:lnTo>
                  <a:lnTo>
                    <a:pt x="1081" y="773"/>
                  </a:lnTo>
                  <a:lnTo>
                    <a:pt x="1120" y="812"/>
                  </a:lnTo>
                  <a:lnTo>
                    <a:pt x="1274" y="812"/>
                  </a:lnTo>
                  <a:lnTo>
                    <a:pt x="1352" y="734"/>
                  </a:lnTo>
                  <a:lnTo>
                    <a:pt x="1390" y="696"/>
                  </a:lnTo>
                  <a:lnTo>
                    <a:pt x="1429" y="619"/>
                  </a:lnTo>
                  <a:lnTo>
                    <a:pt x="1390" y="425"/>
                  </a:lnTo>
                  <a:lnTo>
                    <a:pt x="1274" y="271"/>
                  </a:lnTo>
                  <a:lnTo>
                    <a:pt x="1159" y="117"/>
                  </a:lnTo>
                  <a:lnTo>
                    <a:pt x="965" y="39"/>
                  </a:lnTo>
                  <a:lnTo>
                    <a:pt x="77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13"/>
            <p:cNvSpPr/>
            <p:nvPr/>
          </p:nvSpPr>
          <p:spPr>
            <a:xfrm>
              <a:off x="238125" y="3026900"/>
              <a:ext cx="84975" cy="55050"/>
            </a:xfrm>
            <a:custGeom>
              <a:avLst/>
              <a:gdLst/>
              <a:ahLst/>
              <a:cxnLst/>
              <a:rect l="l" t="t" r="r" b="b"/>
              <a:pathLst>
                <a:path w="3399" h="2202" extrusionOk="0">
                  <a:moveTo>
                    <a:pt x="1506" y="425"/>
                  </a:moveTo>
                  <a:lnTo>
                    <a:pt x="1738" y="502"/>
                  </a:lnTo>
                  <a:lnTo>
                    <a:pt x="1931" y="580"/>
                  </a:lnTo>
                  <a:lnTo>
                    <a:pt x="2124" y="657"/>
                  </a:lnTo>
                  <a:lnTo>
                    <a:pt x="2433" y="927"/>
                  </a:lnTo>
                  <a:lnTo>
                    <a:pt x="2742" y="1236"/>
                  </a:lnTo>
                  <a:lnTo>
                    <a:pt x="2973" y="1545"/>
                  </a:lnTo>
                  <a:lnTo>
                    <a:pt x="2549" y="1545"/>
                  </a:lnTo>
                  <a:lnTo>
                    <a:pt x="2085" y="1584"/>
                  </a:lnTo>
                  <a:lnTo>
                    <a:pt x="1699" y="1699"/>
                  </a:lnTo>
                  <a:lnTo>
                    <a:pt x="1467" y="1777"/>
                  </a:lnTo>
                  <a:lnTo>
                    <a:pt x="965" y="1777"/>
                  </a:lnTo>
                  <a:lnTo>
                    <a:pt x="772" y="1738"/>
                  </a:lnTo>
                  <a:lnTo>
                    <a:pt x="579" y="1622"/>
                  </a:lnTo>
                  <a:lnTo>
                    <a:pt x="502" y="1545"/>
                  </a:lnTo>
                  <a:lnTo>
                    <a:pt x="463" y="1429"/>
                  </a:lnTo>
                  <a:lnTo>
                    <a:pt x="386" y="1313"/>
                  </a:lnTo>
                  <a:lnTo>
                    <a:pt x="386" y="1159"/>
                  </a:lnTo>
                  <a:lnTo>
                    <a:pt x="386" y="1043"/>
                  </a:lnTo>
                  <a:lnTo>
                    <a:pt x="425" y="927"/>
                  </a:lnTo>
                  <a:lnTo>
                    <a:pt x="463" y="811"/>
                  </a:lnTo>
                  <a:lnTo>
                    <a:pt x="541" y="734"/>
                  </a:lnTo>
                  <a:lnTo>
                    <a:pt x="734" y="580"/>
                  </a:lnTo>
                  <a:lnTo>
                    <a:pt x="1004" y="502"/>
                  </a:lnTo>
                  <a:lnTo>
                    <a:pt x="1236" y="425"/>
                  </a:lnTo>
                  <a:close/>
                  <a:moveTo>
                    <a:pt x="1004" y="0"/>
                  </a:moveTo>
                  <a:lnTo>
                    <a:pt x="772" y="78"/>
                  </a:lnTo>
                  <a:lnTo>
                    <a:pt x="541" y="193"/>
                  </a:lnTo>
                  <a:lnTo>
                    <a:pt x="386" y="309"/>
                  </a:lnTo>
                  <a:lnTo>
                    <a:pt x="193" y="502"/>
                  </a:lnTo>
                  <a:lnTo>
                    <a:pt x="77" y="734"/>
                  </a:lnTo>
                  <a:lnTo>
                    <a:pt x="0" y="927"/>
                  </a:lnTo>
                  <a:lnTo>
                    <a:pt x="0" y="1159"/>
                  </a:lnTo>
                  <a:lnTo>
                    <a:pt x="0" y="1391"/>
                  </a:lnTo>
                  <a:lnTo>
                    <a:pt x="77" y="1584"/>
                  </a:lnTo>
                  <a:lnTo>
                    <a:pt x="154" y="1777"/>
                  </a:lnTo>
                  <a:lnTo>
                    <a:pt x="309" y="1931"/>
                  </a:lnTo>
                  <a:lnTo>
                    <a:pt x="463" y="2047"/>
                  </a:lnTo>
                  <a:lnTo>
                    <a:pt x="695" y="2163"/>
                  </a:lnTo>
                  <a:lnTo>
                    <a:pt x="1004" y="2201"/>
                  </a:lnTo>
                  <a:lnTo>
                    <a:pt x="1274" y="2201"/>
                  </a:lnTo>
                  <a:lnTo>
                    <a:pt x="1583" y="2163"/>
                  </a:lnTo>
                  <a:lnTo>
                    <a:pt x="1892" y="2086"/>
                  </a:lnTo>
                  <a:lnTo>
                    <a:pt x="2201" y="2008"/>
                  </a:lnTo>
                  <a:lnTo>
                    <a:pt x="2510" y="1931"/>
                  </a:lnTo>
                  <a:lnTo>
                    <a:pt x="2819" y="1931"/>
                  </a:lnTo>
                  <a:lnTo>
                    <a:pt x="3089" y="2008"/>
                  </a:lnTo>
                  <a:lnTo>
                    <a:pt x="3205" y="2008"/>
                  </a:lnTo>
                  <a:lnTo>
                    <a:pt x="3282" y="1970"/>
                  </a:lnTo>
                  <a:lnTo>
                    <a:pt x="3359" y="1893"/>
                  </a:lnTo>
                  <a:lnTo>
                    <a:pt x="3359" y="1815"/>
                  </a:lnTo>
                  <a:lnTo>
                    <a:pt x="3398" y="1777"/>
                  </a:lnTo>
                  <a:lnTo>
                    <a:pt x="3398" y="1699"/>
                  </a:lnTo>
                  <a:lnTo>
                    <a:pt x="3089" y="1159"/>
                  </a:lnTo>
                  <a:lnTo>
                    <a:pt x="2935" y="927"/>
                  </a:lnTo>
                  <a:lnTo>
                    <a:pt x="2742" y="695"/>
                  </a:lnTo>
                  <a:lnTo>
                    <a:pt x="2510" y="464"/>
                  </a:lnTo>
                  <a:lnTo>
                    <a:pt x="2278" y="309"/>
                  </a:lnTo>
                  <a:lnTo>
                    <a:pt x="2008" y="155"/>
                  </a:lnTo>
                  <a:lnTo>
                    <a:pt x="1738" y="3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13"/>
            <p:cNvSpPr/>
            <p:nvPr/>
          </p:nvSpPr>
          <p:spPr>
            <a:xfrm>
              <a:off x="369400" y="3292375"/>
              <a:ext cx="35750" cy="31875"/>
            </a:xfrm>
            <a:custGeom>
              <a:avLst/>
              <a:gdLst/>
              <a:ahLst/>
              <a:cxnLst/>
              <a:rect l="l" t="t" r="r" b="b"/>
              <a:pathLst>
                <a:path w="1430" h="1275" extrusionOk="0">
                  <a:moveTo>
                    <a:pt x="618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1"/>
                  </a:lnTo>
                  <a:lnTo>
                    <a:pt x="39" y="464"/>
                  </a:lnTo>
                  <a:lnTo>
                    <a:pt x="1" y="657"/>
                  </a:lnTo>
                  <a:lnTo>
                    <a:pt x="39" y="850"/>
                  </a:lnTo>
                  <a:lnTo>
                    <a:pt x="116" y="1004"/>
                  </a:lnTo>
                  <a:lnTo>
                    <a:pt x="271" y="1159"/>
                  </a:lnTo>
                  <a:lnTo>
                    <a:pt x="425" y="1236"/>
                  </a:lnTo>
                  <a:lnTo>
                    <a:pt x="618" y="1275"/>
                  </a:lnTo>
                  <a:lnTo>
                    <a:pt x="812" y="1236"/>
                  </a:lnTo>
                  <a:lnTo>
                    <a:pt x="850" y="1198"/>
                  </a:lnTo>
                  <a:lnTo>
                    <a:pt x="889" y="1120"/>
                  </a:lnTo>
                  <a:lnTo>
                    <a:pt x="812" y="1043"/>
                  </a:lnTo>
                  <a:lnTo>
                    <a:pt x="734" y="1004"/>
                  </a:lnTo>
                  <a:lnTo>
                    <a:pt x="657" y="1004"/>
                  </a:lnTo>
                  <a:lnTo>
                    <a:pt x="541" y="966"/>
                  </a:lnTo>
                  <a:lnTo>
                    <a:pt x="464" y="889"/>
                  </a:lnTo>
                  <a:lnTo>
                    <a:pt x="425" y="811"/>
                  </a:lnTo>
                  <a:lnTo>
                    <a:pt x="387" y="696"/>
                  </a:lnTo>
                  <a:lnTo>
                    <a:pt x="425" y="618"/>
                  </a:lnTo>
                  <a:lnTo>
                    <a:pt x="464" y="502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812" y="387"/>
                  </a:lnTo>
                  <a:lnTo>
                    <a:pt x="927" y="464"/>
                  </a:lnTo>
                  <a:lnTo>
                    <a:pt x="1082" y="618"/>
                  </a:lnTo>
                  <a:lnTo>
                    <a:pt x="1198" y="657"/>
                  </a:lnTo>
                  <a:lnTo>
                    <a:pt x="1275" y="696"/>
                  </a:lnTo>
                  <a:lnTo>
                    <a:pt x="1352" y="696"/>
                  </a:lnTo>
                  <a:lnTo>
                    <a:pt x="1391" y="657"/>
                  </a:lnTo>
                  <a:lnTo>
                    <a:pt x="1429" y="541"/>
                  </a:lnTo>
                  <a:lnTo>
                    <a:pt x="1391" y="464"/>
                  </a:lnTo>
                  <a:lnTo>
                    <a:pt x="1352" y="348"/>
                  </a:lnTo>
                  <a:lnTo>
                    <a:pt x="1198" y="194"/>
                  </a:lnTo>
                  <a:lnTo>
                    <a:pt x="1005" y="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13"/>
            <p:cNvSpPr/>
            <p:nvPr/>
          </p:nvSpPr>
          <p:spPr>
            <a:xfrm>
              <a:off x="312450" y="3078050"/>
              <a:ext cx="440225" cy="234625"/>
            </a:xfrm>
            <a:custGeom>
              <a:avLst/>
              <a:gdLst/>
              <a:ahLst/>
              <a:cxnLst/>
              <a:rect l="l" t="t" r="r" b="b"/>
              <a:pathLst>
                <a:path w="17609" h="9385" extrusionOk="0">
                  <a:moveTo>
                    <a:pt x="6256" y="1"/>
                  </a:moveTo>
                  <a:lnTo>
                    <a:pt x="5638" y="40"/>
                  </a:lnTo>
                  <a:lnTo>
                    <a:pt x="5059" y="155"/>
                  </a:lnTo>
                  <a:lnTo>
                    <a:pt x="4480" y="271"/>
                  </a:lnTo>
                  <a:lnTo>
                    <a:pt x="3939" y="503"/>
                  </a:lnTo>
                  <a:lnTo>
                    <a:pt x="3398" y="735"/>
                  </a:lnTo>
                  <a:lnTo>
                    <a:pt x="2896" y="1044"/>
                  </a:lnTo>
                  <a:lnTo>
                    <a:pt x="2433" y="1391"/>
                  </a:lnTo>
                  <a:lnTo>
                    <a:pt x="1970" y="1777"/>
                  </a:lnTo>
                  <a:lnTo>
                    <a:pt x="1584" y="2202"/>
                  </a:lnTo>
                  <a:lnTo>
                    <a:pt x="1197" y="2665"/>
                  </a:lnTo>
                  <a:lnTo>
                    <a:pt x="888" y="3206"/>
                  </a:lnTo>
                  <a:lnTo>
                    <a:pt x="618" y="3747"/>
                  </a:lnTo>
                  <a:lnTo>
                    <a:pt x="386" y="4287"/>
                  </a:lnTo>
                  <a:lnTo>
                    <a:pt x="193" y="4905"/>
                  </a:lnTo>
                  <a:lnTo>
                    <a:pt x="78" y="5484"/>
                  </a:lnTo>
                  <a:lnTo>
                    <a:pt x="0" y="6102"/>
                  </a:lnTo>
                  <a:lnTo>
                    <a:pt x="0" y="6681"/>
                  </a:lnTo>
                  <a:lnTo>
                    <a:pt x="39" y="7261"/>
                  </a:lnTo>
                  <a:lnTo>
                    <a:pt x="155" y="7801"/>
                  </a:lnTo>
                  <a:lnTo>
                    <a:pt x="309" y="8342"/>
                  </a:lnTo>
                  <a:lnTo>
                    <a:pt x="502" y="8882"/>
                  </a:lnTo>
                  <a:lnTo>
                    <a:pt x="734" y="9384"/>
                  </a:lnTo>
                  <a:lnTo>
                    <a:pt x="1043" y="9230"/>
                  </a:lnTo>
                  <a:lnTo>
                    <a:pt x="888" y="8844"/>
                  </a:lnTo>
                  <a:lnTo>
                    <a:pt x="734" y="8458"/>
                  </a:lnTo>
                  <a:lnTo>
                    <a:pt x="541" y="7801"/>
                  </a:lnTo>
                  <a:lnTo>
                    <a:pt x="425" y="7183"/>
                  </a:lnTo>
                  <a:lnTo>
                    <a:pt x="425" y="6527"/>
                  </a:lnTo>
                  <a:lnTo>
                    <a:pt x="425" y="5870"/>
                  </a:lnTo>
                  <a:lnTo>
                    <a:pt x="541" y="5253"/>
                  </a:lnTo>
                  <a:lnTo>
                    <a:pt x="695" y="4596"/>
                  </a:lnTo>
                  <a:lnTo>
                    <a:pt x="927" y="3978"/>
                  </a:lnTo>
                  <a:lnTo>
                    <a:pt x="1236" y="3399"/>
                  </a:lnTo>
                  <a:lnTo>
                    <a:pt x="1584" y="2858"/>
                  </a:lnTo>
                  <a:lnTo>
                    <a:pt x="2008" y="2318"/>
                  </a:lnTo>
                  <a:lnTo>
                    <a:pt x="2472" y="1854"/>
                  </a:lnTo>
                  <a:lnTo>
                    <a:pt x="2974" y="1468"/>
                  </a:lnTo>
                  <a:lnTo>
                    <a:pt x="3553" y="1121"/>
                  </a:lnTo>
                  <a:lnTo>
                    <a:pt x="4132" y="851"/>
                  </a:lnTo>
                  <a:lnTo>
                    <a:pt x="4750" y="657"/>
                  </a:lnTo>
                  <a:lnTo>
                    <a:pt x="5406" y="503"/>
                  </a:lnTo>
                  <a:lnTo>
                    <a:pt x="5793" y="464"/>
                  </a:lnTo>
                  <a:lnTo>
                    <a:pt x="6912" y="464"/>
                  </a:lnTo>
                  <a:lnTo>
                    <a:pt x="7607" y="580"/>
                  </a:lnTo>
                  <a:lnTo>
                    <a:pt x="8264" y="773"/>
                  </a:lnTo>
                  <a:lnTo>
                    <a:pt x="8920" y="1044"/>
                  </a:lnTo>
                  <a:lnTo>
                    <a:pt x="9538" y="1352"/>
                  </a:lnTo>
                  <a:lnTo>
                    <a:pt x="10195" y="1739"/>
                  </a:lnTo>
                  <a:lnTo>
                    <a:pt x="10813" y="2125"/>
                  </a:lnTo>
                  <a:lnTo>
                    <a:pt x="11315" y="2472"/>
                  </a:lnTo>
                  <a:lnTo>
                    <a:pt x="11894" y="2781"/>
                  </a:lnTo>
                  <a:lnTo>
                    <a:pt x="12434" y="3090"/>
                  </a:lnTo>
                  <a:lnTo>
                    <a:pt x="13052" y="3360"/>
                  </a:lnTo>
                  <a:lnTo>
                    <a:pt x="13631" y="3554"/>
                  </a:lnTo>
                  <a:lnTo>
                    <a:pt x="14249" y="3708"/>
                  </a:lnTo>
                  <a:lnTo>
                    <a:pt x="14867" y="3708"/>
                  </a:lnTo>
                  <a:lnTo>
                    <a:pt x="15215" y="3669"/>
                  </a:lnTo>
                  <a:lnTo>
                    <a:pt x="15524" y="3631"/>
                  </a:lnTo>
                  <a:lnTo>
                    <a:pt x="15987" y="3476"/>
                  </a:lnTo>
                  <a:lnTo>
                    <a:pt x="16412" y="3245"/>
                  </a:lnTo>
                  <a:lnTo>
                    <a:pt x="16798" y="2936"/>
                  </a:lnTo>
                  <a:lnTo>
                    <a:pt x="17107" y="2588"/>
                  </a:lnTo>
                  <a:lnTo>
                    <a:pt x="17377" y="2202"/>
                  </a:lnTo>
                  <a:lnTo>
                    <a:pt x="17454" y="1970"/>
                  </a:lnTo>
                  <a:lnTo>
                    <a:pt x="17531" y="1739"/>
                  </a:lnTo>
                  <a:lnTo>
                    <a:pt x="17609" y="1507"/>
                  </a:lnTo>
                  <a:lnTo>
                    <a:pt x="17609" y="1275"/>
                  </a:lnTo>
                  <a:lnTo>
                    <a:pt x="17609" y="1044"/>
                  </a:lnTo>
                  <a:lnTo>
                    <a:pt x="17570" y="773"/>
                  </a:lnTo>
                  <a:lnTo>
                    <a:pt x="17531" y="696"/>
                  </a:lnTo>
                  <a:lnTo>
                    <a:pt x="17493" y="657"/>
                  </a:lnTo>
                  <a:lnTo>
                    <a:pt x="17454" y="580"/>
                  </a:lnTo>
                  <a:lnTo>
                    <a:pt x="17416" y="542"/>
                  </a:lnTo>
                  <a:lnTo>
                    <a:pt x="17145" y="773"/>
                  </a:lnTo>
                  <a:lnTo>
                    <a:pt x="17145" y="851"/>
                  </a:lnTo>
                  <a:lnTo>
                    <a:pt x="17184" y="1198"/>
                  </a:lnTo>
                  <a:lnTo>
                    <a:pt x="17145" y="1584"/>
                  </a:lnTo>
                  <a:lnTo>
                    <a:pt x="17030" y="1893"/>
                  </a:lnTo>
                  <a:lnTo>
                    <a:pt x="16836" y="2241"/>
                  </a:lnTo>
                  <a:lnTo>
                    <a:pt x="16605" y="2511"/>
                  </a:lnTo>
                  <a:lnTo>
                    <a:pt x="16334" y="2743"/>
                  </a:lnTo>
                  <a:lnTo>
                    <a:pt x="16026" y="2936"/>
                  </a:lnTo>
                  <a:lnTo>
                    <a:pt x="15678" y="3090"/>
                  </a:lnTo>
                  <a:lnTo>
                    <a:pt x="15292" y="3206"/>
                  </a:lnTo>
                  <a:lnTo>
                    <a:pt x="14906" y="3245"/>
                  </a:lnTo>
                  <a:lnTo>
                    <a:pt x="14520" y="3245"/>
                  </a:lnTo>
                  <a:lnTo>
                    <a:pt x="14133" y="3206"/>
                  </a:lnTo>
                  <a:lnTo>
                    <a:pt x="13747" y="3129"/>
                  </a:lnTo>
                  <a:lnTo>
                    <a:pt x="13361" y="3013"/>
                  </a:lnTo>
                  <a:lnTo>
                    <a:pt x="12975" y="2858"/>
                  </a:lnTo>
                  <a:lnTo>
                    <a:pt x="12627" y="2704"/>
                  </a:lnTo>
                  <a:lnTo>
                    <a:pt x="12010" y="2356"/>
                  </a:lnTo>
                  <a:lnTo>
                    <a:pt x="11353" y="1970"/>
                  </a:lnTo>
                  <a:lnTo>
                    <a:pt x="10156" y="1198"/>
                  </a:lnTo>
                  <a:lnTo>
                    <a:pt x="9538" y="851"/>
                  </a:lnTo>
                  <a:lnTo>
                    <a:pt x="8882" y="542"/>
                  </a:lnTo>
                  <a:lnTo>
                    <a:pt x="8225" y="271"/>
                  </a:lnTo>
                  <a:lnTo>
                    <a:pt x="7878" y="155"/>
                  </a:lnTo>
                  <a:lnTo>
                    <a:pt x="7492" y="78"/>
                  </a:lnTo>
                  <a:lnTo>
                    <a:pt x="687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13"/>
            <p:cNvSpPr/>
            <p:nvPr/>
          </p:nvSpPr>
          <p:spPr>
            <a:xfrm>
              <a:off x="330800" y="3096400"/>
              <a:ext cx="446975" cy="310875"/>
            </a:xfrm>
            <a:custGeom>
              <a:avLst/>
              <a:gdLst/>
              <a:ahLst/>
              <a:cxnLst/>
              <a:rect l="l" t="t" r="r" b="b"/>
              <a:pathLst>
                <a:path w="17879" h="12435" extrusionOk="0">
                  <a:moveTo>
                    <a:pt x="17608" y="1"/>
                  </a:moveTo>
                  <a:lnTo>
                    <a:pt x="17415" y="117"/>
                  </a:lnTo>
                  <a:lnTo>
                    <a:pt x="17454" y="734"/>
                  </a:lnTo>
                  <a:lnTo>
                    <a:pt x="17454" y="1352"/>
                  </a:lnTo>
                  <a:lnTo>
                    <a:pt x="17415" y="1931"/>
                  </a:lnTo>
                  <a:lnTo>
                    <a:pt x="17338" y="2549"/>
                  </a:lnTo>
                  <a:lnTo>
                    <a:pt x="17261" y="3128"/>
                  </a:lnTo>
                  <a:lnTo>
                    <a:pt x="17106" y="3708"/>
                  </a:lnTo>
                  <a:lnTo>
                    <a:pt x="16952" y="4287"/>
                  </a:lnTo>
                  <a:lnTo>
                    <a:pt x="16720" y="4828"/>
                  </a:lnTo>
                  <a:lnTo>
                    <a:pt x="16489" y="5368"/>
                  </a:lnTo>
                  <a:lnTo>
                    <a:pt x="16257" y="5909"/>
                  </a:lnTo>
                  <a:lnTo>
                    <a:pt x="15948" y="6449"/>
                  </a:lnTo>
                  <a:lnTo>
                    <a:pt x="15600" y="6951"/>
                  </a:lnTo>
                  <a:lnTo>
                    <a:pt x="15253" y="7415"/>
                  </a:lnTo>
                  <a:lnTo>
                    <a:pt x="14867" y="7917"/>
                  </a:lnTo>
                  <a:lnTo>
                    <a:pt x="14481" y="8341"/>
                  </a:lnTo>
                  <a:lnTo>
                    <a:pt x="14017" y="8805"/>
                  </a:lnTo>
                  <a:lnTo>
                    <a:pt x="13515" y="9268"/>
                  </a:lnTo>
                  <a:lnTo>
                    <a:pt x="12975" y="9693"/>
                  </a:lnTo>
                  <a:lnTo>
                    <a:pt x="12395" y="10118"/>
                  </a:lnTo>
                  <a:lnTo>
                    <a:pt x="11778" y="10465"/>
                  </a:lnTo>
                  <a:lnTo>
                    <a:pt x="11160" y="10813"/>
                  </a:lnTo>
                  <a:lnTo>
                    <a:pt x="10503" y="11122"/>
                  </a:lnTo>
                  <a:lnTo>
                    <a:pt x="9847" y="11392"/>
                  </a:lnTo>
                  <a:lnTo>
                    <a:pt x="9190" y="11585"/>
                  </a:lnTo>
                  <a:lnTo>
                    <a:pt x="8495" y="11778"/>
                  </a:lnTo>
                  <a:lnTo>
                    <a:pt x="7839" y="11894"/>
                  </a:lnTo>
                  <a:lnTo>
                    <a:pt x="7144" y="11971"/>
                  </a:lnTo>
                  <a:lnTo>
                    <a:pt x="6449" y="11971"/>
                  </a:lnTo>
                  <a:lnTo>
                    <a:pt x="5754" y="11933"/>
                  </a:lnTo>
                  <a:lnTo>
                    <a:pt x="5059" y="11817"/>
                  </a:lnTo>
                  <a:lnTo>
                    <a:pt x="4364" y="11624"/>
                  </a:lnTo>
                  <a:lnTo>
                    <a:pt x="3668" y="11392"/>
                  </a:lnTo>
                  <a:lnTo>
                    <a:pt x="3166" y="11160"/>
                  </a:lnTo>
                  <a:lnTo>
                    <a:pt x="2664" y="10890"/>
                  </a:lnTo>
                  <a:lnTo>
                    <a:pt x="2201" y="10581"/>
                  </a:lnTo>
                  <a:lnTo>
                    <a:pt x="1738" y="10234"/>
                  </a:lnTo>
                  <a:lnTo>
                    <a:pt x="1352" y="9847"/>
                  </a:lnTo>
                  <a:lnTo>
                    <a:pt x="965" y="9423"/>
                  </a:lnTo>
                  <a:lnTo>
                    <a:pt x="618" y="8959"/>
                  </a:lnTo>
                  <a:lnTo>
                    <a:pt x="309" y="8496"/>
                  </a:lnTo>
                  <a:lnTo>
                    <a:pt x="0" y="8650"/>
                  </a:lnTo>
                  <a:lnTo>
                    <a:pt x="309" y="9191"/>
                  </a:lnTo>
                  <a:lnTo>
                    <a:pt x="695" y="9693"/>
                  </a:lnTo>
                  <a:lnTo>
                    <a:pt x="1081" y="10156"/>
                  </a:lnTo>
                  <a:lnTo>
                    <a:pt x="1545" y="10581"/>
                  </a:lnTo>
                  <a:lnTo>
                    <a:pt x="2047" y="10967"/>
                  </a:lnTo>
                  <a:lnTo>
                    <a:pt x="2549" y="11315"/>
                  </a:lnTo>
                  <a:lnTo>
                    <a:pt x="3128" y="11624"/>
                  </a:lnTo>
                  <a:lnTo>
                    <a:pt x="3746" y="11894"/>
                  </a:lnTo>
                  <a:lnTo>
                    <a:pt x="4402" y="12126"/>
                  </a:lnTo>
                  <a:lnTo>
                    <a:pt x="5097" y="12280"/>
                  </a:lnTo>
                  <a:lnTo>
                    <a:pt x="5754" y="12357"/>
                  </a:lnTo>
                  <a:lnTo>
                    <a:pt x="6449" y="12435"/>
                  </a:lnTo>
                  <a:lnTo>
                    <a:pt x="7144" y="12396"/>
                  </a:lnTo>
                  <a:lnTo>
                    <a:pt x="7800" y="12357"/>
                  </a:lnTo>
                  <a:lnTo>
                    <a:pt x="8495" y="12242"/>
                  </a:lnTo>
                  <a:lnTo>
                    <a:pt x="9152" y="12087"/>
                  </a:lnTo>
                  <a:lnTo>
                    <a:pt x="9808" y="11894"/>
                  </a:lnTo>
                  <a:lnTo>
                    <a:pt x="10465" y="11662"/>
                  </a:lnTo>
                  <a:lnTo>
                    <a:pt x="11121" y="11353"/>
                  </a:lnTo>
                  <a:lnTo>
                    <a:pt x="11739" y="11044"/>
                  </a:lnTo>
                  <a:lnTo>
                    <a:pt x="12318" y="10697"/>
                  </a:lnTo>
                  <a:lnTo>
                    <a:pt x="12897" y="10311"/>
                  </a:lnTo>
                  <a:lnTo>
                    <a:pt x="13477" y="9925"/>
                  </a:lnTo>
                  <a:lnTo>
                    <a:pt x="13979" y="9461"/>
                  </a:lnTo>
                  <a:lnTo>
                    <a:pt x="14481" y="9037"/>
                  </a:lnTo>
                  <a:lnTo>
                    <a:pt x="14944" y="8573"/>
                  </a:lnTo>
                  <a:lnTo>
                    <a:pt x="15369" y="8071"/>
                  </a:lnTo>
                  <a:lnTo>
                    <a:pt x="15794" y="7531"/>
                  </a:lnTo>
                  <a:lnTo>
                    <a:pt x="16180" y="6990"/>
                  </a:lnTo>
                  <a:lnTo>
                    <a:pt x="16566" y="6411"/>
                  </a:lnTo>
                  <a:lnTo>
                    <a:pt x="16875" y="5793"/>
                  </a:lnTo>
                  <a:lnTo>
                    <a:pt x="17184" y="5214"/>
                  </a:lnTo>
                  <a:lnTo>
                    <a:pt x="17415" y="4557"/>
                  </a:lnTo>
                  <a:lnTo>
                    <a:pt x="17608" y="3939"/>
                  </a:lnTo>
                  <a:lnTo>
                    <a:pt x="17763" y="3283"/>
                  </a:lnTo>
                  <a:lnTo>
                    <a:pt x="17840" y="2626"/>
                  </a:lnTo>
                  <a:lnTo>
                    <a:pt x="17879" y="1970"/>
                  </a:lnTo>
                  <a:lnTo>
                    <a:pt x="17840" y="1314"/>
                  </a:lnTo>
                  <a:lnTo>
                    <a:pt x="17763" y="657"/>
                  </a:lnTo>
                  <a:lnTo>
                    <a:pt x="1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13"/>
            <p:cNvSpPr/>
            <p:nvPr/>
          </p:nvSpPr>
          <p:spPr>
            <a:xfrm>
              <a:off x="3785850" y="2943875"/>
              <a:ext cx="199850" cy="231725"/>
            </a:xfrm>
            <a:custGeom>
              <a:avLst/>
              <a:gdLst/>
              <a:ahLst/>
              <a:cxnLst/>
              <a:rect l="l" t="t" r="r" b="b"/>
              <a:pathLst>
                <a:path w="7994" h="9269" extrusionOk="0">
                  <a:moveTo>
                    <a:pt x="2163" y="1"/>
                  </a:moveTo>
                  <a:lnTo>
                    <a:pt x="2009" y="39"/>
                  </a:lnTo>
                  <a:lnTo>
                    <a:pt x="1854" y="78"/>
                  </a:lnTo>
                  <a:lnTo>
                    <a:pt x="1700" y="194"/>
                  </a:lnTo>
                  <a:lnTo>
                    <a:pt x="1429" y="425"/>
                  </a:lnTo>
                  <a:lnTo>
                    <a:pt x="1159" y="734"/>
                  </a:lnTo>
                  <a:lnTo>
                    <a:pt x="966" y="1005"/>
                  </a:lnTo>
                  <a:lnTo>
                    <a:pt x="696" y="1391"/>
                  </a:lnTo>
                  <a:lnTo>
                    <a:pt x="503" y="1777"/>
                  </a:lnTo>
                  <a:lnTo>
                    <a:pt x="310" y="2163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1" y="3514"/>
                  </a:lnTo>
                  <a:lnTo>
                    <a:pt x="1" y="3978"/>
                  </a:lnTo>
                  <a:lnTo>
                    <a:pt x="39" y="4441"/>
                  </a:lnTo>
                  <a:lnTo>
                    <a:pt x="155" y="4905"/>
                  </a:lnTo>
                  <a:lnTo>
                    <a:pt x="271" y="5368"/>
                  </a:lnTo>
                  <a:lnTo>
                    <a:pt x="464" y="5793"/>
                  </a:lnTo>
                  <a:lnTo>
                    <a:pt x="696" y="6218"/>
                  </a:lnTo>
                  <a:lnTo>
                    <a:pt x="1005" y="6179"/>
                  </a:lnTo>
                  <a:lnTo>
                    <a:pt x="850" y="5870"/>
                  </a:lnTo>
                  <a:lnTo>
                    <a:pt x="734" y="5522"/>
                  </a:lnTo>
                  <a:lnTo>
                    <a:pt x="618" y="5175"/>
                  </a:lnTo>
                  <a:lnTo>
                    <a:pt x="541" y="4789"/>
                  </a:lnTo>
                  <a:lnTo>
                    <a:pt x="503" y="4441"/>
                  </a:lnTo>
                  <a:lnTo>
                    <a:pt x="464" y="4055"/>
                  </a:lnTo>
                  <a:lnTo>
                    <a:pt x="464" y="3708"/>
                  </a:lnTo>
                  <a:lnTo>
                    <a:pt x="464" y="3360"/>
                  </a:lnTo>
                  <a:lnTo>
                    <a:pt x="503" y="2974"/>
                  </a:lnTo>
                  <a:lnTo>
                    <a:pt x="580" y="2626"/>
                  </a:lnTo>
                  <a:lnTo>
                    <a:pt x="696" y="2279"/>
                  </a:lnTo>
                  <a:lnTo>
                    <a:pt x="850" y="1931"/>
                  </a:lnTo>
                  <a:lnTo>
                    <a:pt x="1005" y="1622"/>
                  </a:lnTo>
                  <a:lnTo>
                    <a:pt x="1236" y="1313"/>
                  </a:lnTo>
                  <a:lnTo>
                    <a:pt x="1468" y="1043"/>
                  </a:lnTo>
                  <a:lnTo>
                    <a:pt x="1738" y="773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503"/>
                  </a:lnTo>
                  <a:lnTo>
                    <a:pt x="2279" y="618"/>
                  </a:lnTo>
                  <a:lnTo>
                    <a:pt x="2395" y="850"/>
                  </a:lnTo>
                  <a:lnTo>
                    <a:pt x="2588" y="1236"/>
                  </a:lnTo>
                  <a:lnTo>
                    <a:pt x="2742" y="1584"/>
                  </a:lnTo>
                  <a:lnTo>
                    <a:pt x="2858" y="1970"/>
                  </a:lnTo>
                  <a:lnTo>
                    <a:pt x="2974" y="2356"/>
                  </a:lnTo>
                  <a:lnTo>
                    <a:pt x="3051" y="2742"/>
                  </a:lnTo>
                  <a:lnTo>
                    <a:pt x="3090" y="3090"/>
                  </a:lnTo>
                  <a:lnTo>
                    <a:pt x="3090" y="3476"/>
                  </a:lnTo>
                  <a:lnTo>
                    <a:pt x="3051" y="3823"/>
                  </a:lnTo>
                  <a:lnTo>
                    <a:pt x="2974" y="4171"/>
                  </a:lnTo>
                  <a:lnTo>
                    <a:pt x="2897" y="4480"/>
                  </a:lnTo>
                  <a:lnTo>
                    <a:pt x="2742" y="4827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61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56" y="5793"/>
                  </a:lnTo>
                  <a:lnTo>
                    <a:pt x="2395" y="5831"/>
                  </a:lnTo>
                  <a:lnTo>
                    <a:pt x="2433" y="5793"/>
                  </a:lnTo>
                  <a:lnTo>
                    <a:pt x="2626" y="5754"/>
                  </a:lnTo>
                  <a:lnTo>
                    <a:pt x="2781" y="5716"/>
                  </a:lnTo>
                  <a:lnTo>
                    <a:pt x="3167" y="5677"/>
                  </a:lnTo>
                  <a:lnTo>
                    <a:pt x="3592" y="5716"/>
                  </a:lnTo>
                  <a:lnTo>
                    <a:pt x="4017" y="5831"/>
                  </a:lnTo>
                  <a:lnTo>
                    <a:pt x="4441" y="5947"/>
                  </a:lnTo>
                  <a:lnTo>
                    <a:pt x="4827" y="6102"/>
                  </a:lnTo>
                  <a:lnTo>
                    <a:pt x="5214" y="6295"/>
                  </a:lnTo>
                  <a:lnTo>
                    <a:pt x="5523" y="6449"/>
                  </a:lnTo>
                  <a:lnTo>
                    <a:pt x="5831" y="6642"/>
                  </a:lnTo>
                  <a:lnTo>
                    <a:pt x="6140" y="6874"/>
                  </a:lnTo>
                  <a:lnTo>
                    <a:pt x="6411" y="7106"/>
                  </a:lnTo>
                  <a:lnTo>
                    <a:pt x="6681" y="7337"/>
                  </a:lnTo>
                  <a:lnTo>
                    <a:pt x="6913" y="7646"/>
                  </a:lnTo>
                  <a:lnTo>
                    <a:pt x="7144" y="7917"/>
                  </a:lnTo>
                  <a:lnTo>
                    <a:pt x="7337" y="8225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56" y="8805"/>
                  </a:lnTo>
                  <a:lnTo>
                    <a:pt x="5870" y="8843"/>
                  </a:lnTo>
                  <a:lnTo>
                    <a:pt x="5445" y="8805"/>
                  </a:lnTo>
                  <a:lnTo>
                    <a:pt x="5059" y="8766"/>
                  </a:lnTo>
                  <a:lnTo>
                    <a:pt x="4634" y="8650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33" y="7106"/>
                  </a:lnTo>
                  <a:lnTo>
                    <a:pt x="1931" y="6604"/>
                  </a:lnTo>
                  <a:lnTo>
                    <a:pt x="1854" y="6526"/>
                  </a:lnTo>
                  <a:lnTo>
                    <a:pt x="1777" y="6526"/>
                  </a:lnTo>
                  <a:lnTo>
                    <a:pt x="1661" y="6565"/>
                  </a:lnTo>
                  <a:lnTo>
                    <a:pt x="1622" y="6565"/>
                  </a:lnTo>
                  <a:lnTo>
                    <a:pt x="1584" y="6604"/>
                  </a:lnTo>
                  <a:lnTo>
                    <a:pt x="1429" y="6874"/>
                  </a:lnTo>
                  <a:lnTo>
                    <a:pt x="1622" y="6913"/>
                  </a:lnTo>
                  <a:lnTo>
                    <a:pt x="2240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592" y="8573"/>
                  </a:lnTo>
                  <a:lnTo>
                    <a:pt x="3978" y="8805"/>
                  </a:lnTo>
                  <a:lnTo>
                    <a:pt x="4364" y="8998"/>
                  </a:lnTo>
                  <a:lnTo>
                    <a:pt x="4789" y="9152"/>
                  </a:lnTo>
                  <a:lnTo>
                    <a:pt x="5252" y="9229"/>
                  </a:lnTo>
                  <a:lnTo>
                    <a:pt x="5677" y="9268"/>
                  </a:lnTo>
                  <a:lnTo>
                    <a:pt x="6102" y="9229"/>
                  </a:lnTo>
                  <a:lnTo>
                    <a:pt x="6565" y="9191"/>
                  </a:lnTo>
                  <a:lnTo>
                    <a:pt x="6990" y="9114"/>
                  </a:lnTo>
                  <a:lnTo>
                    <a:pt x="7878" y="8882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7994" y="8650"/>
                  </a:lnTo>
                  <a:lnTo>
                    <a:pt x="7994" y="8573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183" y="7299"/>
                  </a:lnTo>
                  <a:lnTo>
                    <a:pt x="6874" y="6951"/>
                  </a:lnTo>
                  <a:lnTo>
                    <a:pt x="6488" y="6604"/>
                  </a:lnTo>
                  <a:lnTo>
                    <a:pt x="6102" y="6295"/>
                  </a:lnTo>
                  <a:lnTo>
                    <a:pt x="5677" y="6063"/>
                  </a:lnTo>
                  <a:lnTo>
                    <a:pt x="5252" y="5831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01" y="5368"/>
                  </a:lnTo>
                  <a:lnTo>
                    <a:pt x="3592" y="5329"/>
                  </a:lnTo>
                  <a:lnTo>
                    <a:pt x="3283" y="5291"/>
                  </a:lnTo>
                  <a:lnTo>
                    <a:pt x="2974" y="5291"/>
                  </a:lnTo>
                  <a:lnTo>
                    <a:pt x="3167" y="4982"/>
                  </a:lnTo>
                  <a:lnTo>
                    <a:pt x="3283" y="4673"/>
                  </a:lnTo>
                  <a:lnTo>
                    <a:pt x="3399" y="4325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44"/>
                  </a:lnTo>
                  <a:lnTo>
                    <a:pt x="3476" y="2858"/>
                  </a:lnTo>
                  <a:lnTo>
                    <a:pt x="3437" y="2510"/>
                  </a:lnTo>
                  <a:lnTo>
                    <a:pt x="3322" y="1970"/>
                  </a:lnTo>
                  <a:lnTo>
                    <a:pt x="3128" y="1468"/>
                  </a:lnTo>
                  <a:lnTo>
                    <a:pt x="2935" y="1005"/>
                  </a:lnTo>
                  <a:lnTo>
                    <a:pt x="2704" y="503"/>
                  </a:lnTo>
                  <a:lnTo>
                    <a:pt x="2588" y="309"/>
                  </a:lnTo>
                  <a:lnTo>
                    <a:pt x="2433" y="116"/>
                  </a:lnTo>
                  <a:lnTo>
                    <a:pt x="2356" y="78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13"/>
            <p:cNvSpPr/>
            <p:nvPr/>
          </p:nvSpPr>
          <p:spPr>
            <a:xfrm>
              <a:off x="3488525" y="28212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120" y="387"/>
                  </a:moveTo>
                  <a:lnTo>
                    <a:pt x="1313" y="425"/>
                  </a:lnTo>
                  <a:lnTo>
                    <a:pt x="1506" y="464"/>
                  </a:lnTo>
                  <a:lnTo>
                    <a:pt x="1661" y="580"/>
                  </a:lnTo>
                  <a:lnTo>
                    <a:pt x="1738" y="734"/>
                  </a:lnTo>
                  <a:lnTo>
                    <a:pt x="1777" y="889"/>
                  </a:lnTo>
                  <a:lnTo>
                    <a:pt x="1738" y="966"/>
                  </a:lnTo>
                  <a:lnTo>
                    <a:pt x="1699" y="1004"/>
                  </a:lnTo>
                  <a:lnTo>
                    <a:pt x="1661" y="1082"/>
                  </a:lnTo>
                  <a:lnTo>
                    <a:pt x="1545" y="1120"/>
                  </a:lnTo>
                  <a:lnTo>
                    <a:pt x="1236" y="1159"/>
                  </a:lnTo>
                  <a:lnTo>
                    <a:pt x="927" y="1159"/>
                  </a:lnTo>
                  <a:lnTo>
                    <a:pt x="579" y="1198"/>
                  </a:lnTo>
                  <a:lnTo>
                    <a:pt x="464" y="1236"/>
                  </a:lnTo>
                  <a:lnTo>
                    <a:pt x="309" y="1313"/>
                  </a:lnTo>
                  <a:lnTo>
                    <a:pt x="309" y="1159"/>
                  </a:lnTo>
                  <a:lnTo>
                    <a:pt x="348" y="1004"/>
                  </a:lnTo>
                  <a:lnTo>
                    <a:pt x="386" y="850"/>
                  </a:lnTo>
                  <a:lnTo>
                    <a:pt x="464" y="734"/>
                  </a:lnTo>
                  <a:lnTo>
                    <a:pt x="541" y="618"/>
                  </a:lnTo>
                  <a:lnTo>
                    <a:pt x="657" y="541"/>
                  </a:lnTo>
                  <a:lnTo>
                    <a:pt x="811" y="464"/>
                  </a:lnTo>
                  <a:lnTo>
                    <a:pt x="927" y="425"/>
                  </a:lnTo>
                  <a:lnTo>
                    <a:pt x="1120" y="387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79" y="116"/>
                  </a:lnTo>
                  <a:lnTo>
                    <a:pt x="425" y="232"/>
                  </a:lnTo>
                  <a:lnTo>
                    <a:pt x="271" y="387"/>
                  </a:lnTo>
                  <a:lnTo>
                    <a:pt x="155" y="541"/>
                  </a:lnTo>
                  <a:lnTo>
                    <a:pt x="77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68"/>
                  </a:lnTo>
                  <a:lnTo>
                    <a:pt x="116" y="1661"/>
                  </a:lnTo>
                  <a:lnTo>
                    <a:pt x="155" y="1738"/>
                  </a:lnTo>
                  <a:lnTo>
                    <a:pt x="232" y="1815"/>
                  </a:lnTo>
                  <a:lnTo>
                    <a:pt x="309" y="1815"/>
                  </a:lnTo>
                  <a:lnTo>
                    <a:pt x="425" y="1777"/>
                  </a:lnTo>
                  <a:lnTo>
                    <a:pt x="541" y="1661"/>
                  </a:lnTo>
                  <a:lnTo>
                    <a:pt x="695" y="1584"/>
                  </a:lnTo>
                  <a:lnTo>
                    <a:pt x="850" y="1545"/>
                  </a:lnTo>
                  <a:lnTo>
                    <a:pt x="1043" y="1545"/>
                  </a:lnTo>
                  <a:lnTo>
                    <a:pt x="1390" y="1506"/>
                  </a:lnTo>
                  <a:lnTo>
                    <a:pt x="1583" y="1506"/>
                  </a:lnTo>
                  <a:lnTo>
                    <a:pt x="1738" y="1468"/>
                  </a:lnTo>
                  <a:lnTo>
                    <a:pt x="1931" y="1391"/>
                  </a:lnTo>
                  <a:lnTo>
                    <a:pt x="2047" y="1275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811"/>
                  </a:lnTo>
                  <a:lnTo>
                    <a:pt x="2124" y="657"/>
                  </a:lnTo>
                  <a:lnTo>
                    <a:pt x="2047" y="502"/>
                  </a:lnTo>
                  <a:lnTo>
                    <a:pt x="1970" y="348"/>
                  </a:lnTo>
                  <a:lnTo>
                    <a:pt x="1777" y="194"/>
                  </a:lnTo>
                  <a:lnTo>
                    <a:pt x="1622" y="116"/>
                  </a:lnTo>
                  <a:lnTo>
                    <a:pt x="1429" y="39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13"/>
            <p:cNvSpPr/>
            <p:nvPr/>
          </p:nvSpPr>
          <p:spPr>
            <a:xfrm>
              <a:off x="3429625" y="3033650"/>
              <a:ext cx="35750" cy="29950"/>
            </a:xfrm>
            <a:custGeom>
              <a:avLst/>
              <a:gdLst/>
              <a:ahLst/>
              <a:cxnLst/>
              <a:rect l="l" t="t" r="r" b="b"/>
              <a:pathLst>
                <a:path w="1430" h="1198" extrusionOk="0">
                  <a:moveTo>
                    <a:pt x="657" y="1"/>
                  </a:moveTo>
                  <a:lnTo>
                    <a:pt x="464" y="39"/>
                  </a:ln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1" y="580"/>
                  </a:lnTo>
                  <a:lnTo>
                    <a:pt x="1" y="773"/>
                  </a:lnTo>
                  <a:lnTo>
                    <a:pt x="39" y="927"/>
                  </a:lnTo>
                  <a:lnTo>
                    <a:pt x="117" y="1121"/>
                  </a:lnTo>
                  <a:lnTo>
                    <a:pt x="155" y="1159"/>
                  </a:lnTo>
                  <a:lnTo>
                    <a:pt x="232" y="1198"/>
                  </a:lnTo>
                  <a:lnTo>
                    <a:pt x="348" y="1159"/>
                  </a:lnTo>
                  <a:lnTo>
                    <a:pt x="387" y="1082"/>
                  </a:lnTo>
                  <a:lnTo>
                    <a:pt x="426" y="1005"/>
                  </a:lnTo>
                  <a:lnTo>
                    <a:pt x="387" y="966"/>
                  </a:lnTo>
                  <a:lnTo>
                    <a:pt x="348" y="850"/>
                  </a:lnTo>
                  <a:lnTo>
                    <a:pt x="348" y="773"/>
                  </a:lnTo>
                  <a:lnTo>
                    <a:pt x="387" y="580"/>
                  </a:lnTo>
                  <a:lnTo>
                    <a:pt x="503" y="464"/>
                  </a:lnTo>
                  <a:lnTo>
                    <a:pt x="580" y="425"/>
                  </a:lnTo>
                  <a:lnTo>
                    <a:pt x="696" y="387"/>
                  </a:lnTo>
                  <a:lnTo>
                    <a:pt x="773" y="425"/>
                  </a:lnTo>
                  <a:lnTo>
                    <a:pt x="850" y="464"/>
                  </a:lnTo>
                  <a:lnTo>
                    <a:pt x="966" y="580"/>
                  </a:lnTo>
                  <a:lnTo>
                    <a:pt x="1005" y="696"/>
                  </a:lnTo>
                  <a:lnTo>
                    <a:pt x="1005" y="773"/>
                  </a:lnTo>
                  <a:lnTo>
                    <a:pt x="966" y="966"/>
                  </a:lnTo>
                  <a:lnTo>
                    <a:pt x="928" y="1043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43" y="1159"/>
                  </a:lnTo>
                  <a:lnTo>
                    <a:pt x="1236" y="1159"/>
                  </a:lnTo>
                  <a:lnTo>
                    <a:pt x="1314" y="1082"/>
                  </a:lnTo>
                  <a:lnTo>
                    <a:pt x="1391" y="927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87"/>
                  </a:lnTo>
                  <a:lnTo>
                    <a:pt x="1159" y="232"/>
                  </a:lnTo>
                  <a:lnTo>
                    <a:pt x="1005" y="117"/>
                  </a:lnTo>
                  <a:lnTo>
                    <a:pt x="850" y="39"/>
                  </a:lnTo>
                  <a:lnTo>
                    <a:pt x="65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13"/>
            <p:cNvSpPr/>
            <p:nvPr/>
          </p:nvSpPr>
          <p:spPr>
            <a:xfrm>
              <a:off x="3419975" y="2751775"/>
              <a:ext cx="68575" cy="77250"/>
            </a:xfrm>
            <a:custGeom>
              <a:avLst/>
              <a:gdLst/>
              <a:ahLst/>
              <a:cxnLst/>
              <a:rect l="l" t="t" r="r" b="b"/>
              <a:pathLst>
                <a:path w="2743" h="3090" extrusionOk="0">
                  <a:moveTo>
                    <a:pt x="1198" y="464"/>
                  </a:moveTo>
                  <a:lnTo>
                    <a:pt x="1429" y="502"/>
                  </a:lnTo>
                  <a:lnTo>
                    <a:pt x="1700" y="618"/>
                  </a:lnTo>
                  <a:lnTo>
                    <a:pt x="1893" y="772"/>
                  </a:lnTo>
                  <a:lnTo>
                    <a:pt x="2047" y="966"/>
                  </a:lnTo>
                  <a:lnTo>
                    <a:pt x="2163" y="1159"/>
                  </a:lnTo>
                  <a:lnTo>
                    <a:pt x="2240" y="1352"/>
                  </a:lnTo>
                  <a:lnTo>
                    <a:pt x="2356" y="1738"/>
                  </a:lnTo>
                  <a:lnTo>
                    <a:pt x="2395" y="2163"/>
                  </a:lnTo>
                  <a:lnTo>
                    <a:pt x="2395" y="2587"/>
                  </a:lnTo>
                  <a:lnTo>
                    <a:pt x="2240" y="2433"/>
                  </a:lnTo>
                  <a:lnTo>
                    <a:pt x="2047" y="2278"/>
                  </a:lnTo>
                  <a:lnTo>
                    <a:pt x="1661" y="2085"/>
                  </a:lnTo>
                  <a:lnTo>
                    <a:pt x="1275" y="1931"/>
                  </a:lnTo>
                  <a:lnTo>
                    <a:pt x="1043" y="1815"/>
                  </a:lnTo>
                  <a:lnTo>
                    <a:pt x="850" y="1699"/>
                  </a:lnTo>
                  <a:lnTo>
                    <a:pt x="657" y="1545"/>
                  </a:lnTo>
                  <a:lnTo>
                    <a:pt x="503" y="1390"/>
                  </a:lnTo>
                  <a:lnTo>
                    <a:pt x="425" y="1197"/>
                  </a:lnTo>
                  <a:lnTo>
                    <a:pt x="425" y="1081"/>
                  </a:lnTo>
                  <a:lnTo>
                    <a:pt x="425" y="966"/>
                  </a:lnTo>
                  <a:lnTo>
                    <a:pt x="503" y="811"/>
                  </a:lnTo>
                  <a:lnTo>
                    <a:pt x="541" y="695"/>
                  </a:lnTo>
                  <a:lnTo>
                    <a:pt x="618" y="618"/>
                  </a:lnTo>
                  <a:lnTo>
                    <a:pt x="734" y="541"/>
                  </a:lnTo>
                  <a:lnTo>
                    <a:pt x="850" y="464"/>
                  </a:lnTo>
                  <a:close/>
                  <a:moveTo>
                    <a:pt x="1043" y="0"/>
                  </a:moveTo>
                  <a:lnTo>
                    <a:pt x="812" y="77"/>
                  </a:lnTo>
                  <a:lnTo>
                    <a:pt x="580" y="155"/>
                  </a:lnTo>
                  <a:lnTo>
                    <a:pt x="387" y="309"/>
                  </a:lnTo>
                  <a:lnTo>
                    <a:pt x="232" y="464"/>
                  </a:lnTo>
                  <a:lnTo>
                    <a:pt x="116" y="618"/>
                  </a:lnTo>
                  <a:lnTo>
                    <a:pt x="39" y="811"/>
                  </a:lnTo>
                  <a:lnTo>
                    <a:pt x="1" y="1043"/>
                  </a:lnTo>
                  <a:lnTo>
                    <a:pt x="39" y="1236"/>
                  </a:lnTo>
                  <a:lnTo>
                    <a:pt x="78" y="1468"/>
                  </a:lnTo>
                  <a:lnTo>
                    <a:pt x="194" y="1661"/>
                  </a:lnTo>
                  <a:lnTo>
                    <a:pt x="387" y="1892"/>
                  </a:lnTo>
                  <a:lnTo>
                    <a:pt x="657" y="2085"/>
                  </a:lnTo>
                  <a:lnTo>
                    <a:pt x="927" y="2201"/>
                  </a:lnTo>
                  <a:lnTo>
                    <a:pt x="1236" y="2317"/>
                  </a:lnTo>
                  <a:lnTo>
                    <a:pt x="1507" y="2433"/>
                  </a:lnTo>
                  <a:lnTo>
                    <a:pt x="1777" y="2587"/>
                  </a:lnTo>
                  <a:lnTo>
                    <a:pt x="2009" y="2780"/>
                  </a:lnTo>
                  <a:lnTo>
                    <a:pt x="2240" y="3012"/>
                  </a:lnTo>
                  <a:lnTo>
                    <a:pt x="2317" y="3051"/>
                  </a:lnTo>
                  <a:lnTo>
                    <a:pt x="2395" y="3089"/>
                  </a:lnTo>
                  <a:lnTo>
                    <a:pt x="2472" y="3051"/>
                  </a:lnTo>
                  <a:lnTo>
                    <a:pt x="2549" y="3012"/>
                  </a:lnTo>
                  <a:lnTo>
                    <a:pt x="2588" y="3012"/>
                  </a:lnTo>
                  <a:lnTo>
                    <a:pt x="2626" y="2935"/>
                  </a:lnTo>
                  <a:lnTo>
                    <a:pt x="2704" y="2356"/>
                  </a:lnTo>
                  <a:lnTo>
                    <a:pt x="2742" y="2047"/>
                  </a:lnTo>
                  <a:lnTo>
                    <a:pt x="2704" y="1738"/>
                  </a:lnTo>
                  <a:lnTo>
                    <a:pt x="2665" y="1429"/>
                  </a:lnTo>
                  <a:lnTo>
                    <a:pt x="2588" y="1159"/>
                  </a:lnTo>
                  <a:lnTo>
                    <a:pt x="2472" y="888"/>
                  </a:lnTo>
                  <a:lnTo>
                    <a:pt x="2317" y="618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38" y="155"/>
                  </a:lnTo>
                  <a:lnTo>
                    <a:pt x="1507" y="77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13"/>
            <p:cNvSpPr/>
            <p:nvPr/>
          </p:nvSpPr>
          <p:spPr>
            <a:xfrm>
              <a:off x="3375575" y="3037525"/>
              <a:ext cx="34775" cy="29950"/>
            </a:xfrm>
            <a:custGeom>
              <a:avLst/>
              <a:gdLst/>
              <a:ahLst/>
              <a:cxnLst/>
              <a:rect l="l" t="t" r="r" b="b"/>
              <a:pathLst>
                <a:path w="1391" h="1198" extrusionOk="0">
                  <a:moveTo>
                    <a:pt x="657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0"/>
                  </a:lnTo>
                  <a:lnTo>
                    <a:pt x="39" y="425"/>
                  </a:lnTo>
                  <a:lnTo>
                    <a:pt x="0" y="618"/>
                  </a:lnTo>
                  <a:lnTo>
                    <a:pt x="39" y="811"/>
                  </a:lnTo>
                  <a:lnTo>
                    <a:pt x="116" y="1004"/>
                  </a:lnTo>
                  <a:lnTo>
                    <a:pt x="232" y="1120"/>
                  </a:lnTo>
                  <a:lnTo>
                    <a:pt x="425" y="1197"/>
                  </a:lnTo>
                  <a:lnTo>
                    <a:pt x="502" y="1197"/>
                  </a:lnTo>
                  <a:lnTo>
                    <a:pt x="541" y="1159"/>
                  </a:lnTo>
                  <a:lnTo>
                    <a:pt x="541" y="1081"/>
                  </a:lnTo>
                  <a:lnTo>
                    <a:pt x="502" y="1004"/>
                  </a:lnTo>
                  <a:lnTo>
                    <a:pt x="425" y="927"/>
                  </a:lnTo>
                  <a:lnTo>
                    <a:pt x="386" y="850"/>
                  </a:lnTo>
                  <a:lnTo>
                    <a:pt x="386" y="734"/>
                  </a:lnTo>
                  <a:lnTo>
                    <a:pt x="386" y="618"/>
                  </a:lnTo>
                  <a:lnTo>
                    <a:pt x="425" y="541"/>
                  </a:lnTo>
                  <a:lnTo>
                    <a:pt x="464" y="464"/>
                  </a:lnTo>
                  <a:lnTo>
                    <a:pt x="580" y="425"/>
                  </a:lnTo>
                  <a:lnTo>
                    <a:pt x="695" y="386"/>
                  </a:lnTo>
                  <a:lnTo>
                    <a:pt x="811" y="425"/>
                  </a:lnTo>
                  <a:lnTo>
                    <a:pt x="888" y="464"/>
                  </a:lnTo>
                  <a:lnTo>
                    <a:pt x="927" y="579"/>
                  </a:lnTo>
                  <a:lnTo>
                    <a:pt x="966" y="657"/>
                  </a:lnTo>
                  <a:lnTo>
                    <a:pt x="1043" y="888"/>
                  </a:lnTo>
                  <a:lnTo>
                    <a:pt x="1082" y="966"/>
                  </a:lnTo>
                  <a:lnTo>
                    <a:pt x="1120" y="1081"/>
                  </a:lnTo>
                  <a:lnTo>
                    <a:pt x="1159" y="1120"/>
                  </a:lnTo>
                  <a:lnTo>
                    <a:pt x="1236" y="1120"/>
                  </a:lnTo>
                  <a:lnTo>
                    <a:pt x="1313" y="1043"/>
                  </a:lnTo>
                  <a:lnTo>
                    <a:pt x="1352" y="966"/>
                  </a:lnTo>
                  <a:lnTo>
                    <a:pt x="1390" y="850"/>
                  </a:lnTo>
                  <a:lnTo>
                    <a:pt x="1352" y="618"/>
                  </a:lnTo>
                  <a:lnTo>
                    <a:pt x="1313" y="425"/>
                  </a:lnTo>
                  <a:lnTo>
                    <a:pt x="1197" y="232"/>
                  </a:lnTo>
                  <a:lnTo>
                    <a:pt x="1043" y="116"/>
                  </a:lnTo>
                  <a:lnTo>
                    <a:pt x="850" y="3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13"/>
            <p:cNvSpPr/>
            <p:nvPr/>
          </p:nvSpPr>
          <p:spPr>
            <a:xfrm>
              <a:off x="3345650" y="2889825"/>
              <a:ext cx="466300" cy="248125"/>
            </a:xfrm>
            <a:custGeom>
              <a:avLst/>
              <a:gdLst/>
              <a:ahLst/>
              <a:cxnLst/>
              <a:rect l="l" t="t" r="r" b="b"/>
              <a:pathLst>
                <a:path w="18652" h="9925" extrusionOk="0">
                  <a:moveTo>
                    <a:pt x="6140" y="0"/>
                  </a:moveTo>
                  <a:lnTo>
                    <a:pt x="5561" y="39"/>
                  </a:lnTo>
                  <a:lnTo>
                    <a:pt x="4982" y="155"/>
                  </a:lnTo>
                  <a:lnTo>
                    <a:pt x="4402" y="309"/>
                  </a:lnTo>
                  <a:lnTo>
                    <a:pt x="3862" y="502"/>
                  </a:lnTo>
                  <a:lnTo>
                    <a:pt x="3283" y="772"/>
                  </a:lnTo>
                  <a:lnTo>
                    <a:pt x="2781" y="1081"/>
                  </a:lnTo>
                  <a:lnTo>
                    <a:pt x="2279" y="1467"/>
                  </a:lnTo>
                  <a:lnTo>
                    <a:pt x="1815" y="1892"/>
                  </a:lnTo>
                  <a:lnTo>
                    <a:pt x="1390" y="2317"/>
                  </a:lnTo>
                  <a:lnTo>
                    <a:pt x="1043" y="2780"/>
                  </a:lnTo>
                  <a:lnTo>
                    <a:pt x="734" y="3244"/>
                  </a:lnTo>
                  <a:lnTo>
                    <a:pt x="464" y="3746"/>
                  </a:lnTo>
                  <a:lnTo>
                    <a:pt x="271" y="4286"/>
                  </a:lnTo>
                  <a:lnTo>
                    <a:pt x="116" y="4827"/>
                  </a:lnTo>
                  <a:lnTo>
                    <a:pt x="0" y="5368"/>
                  </a:lnTo>
                  <a:lnTo>
                    <a:pt x="348" y="5445"/>
                  </a:lnTo>
                  <a:lnTo>
                    <a:pt x="425" y="5020"/>
                  </a:lnTo>
                  <a:lnTo>
                    <a:pt x="541" y="4595"/>
                  </a:lnTo>
                  <a:lnTo>
                    <a:pt x="773" y="4016"/>
                  </a:lnTo>
                  <a:lnTo>
                    <a:pt x="1081" y="3437"/>
                  </a:lnTo>
                  <a:lnTo>
                    <a:pt x="1468" y="2896"/>
                  </a:lnTo>
                  <a:lnTo>
                    <a:pt x="1892" y="2394"/>
                  </a:lnTo>
                  <a:lnTo>
                    <a:pt x="2356" y="1931"/>
                  </a:lnTo>
                  <a:lnTo>
                    <a:pt x="2858" y="1545"/>
                  </a:lnTo>
                  <a:lnTo>
                    <a:pt x="3398" y="1197"/>
                  </a:lnTo>
                  <a:lnTo>
                    <a:pt x="3978" y="888"/>
                  </a:lnTo>
                  <a:lnTo>
                    <a:pt x="4595" y="657"/>
                  </a:lnTo>
                  <a:lnTo>
                    <a:pt x="5252" y="502"/>
                  </a:lnTo>
                  <a:lnTo>
                    <a:pt x="5908" y="425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39" y="618"/>
                  </a:lnTo>
                  <a:lnTo>
                    <a:pt x="8457" y="811"/>
                  </a:lnTo>
                  <a:lnTo>
                    <a:pt x="9075" y="1120"/>
                  </a:lnTo>
                  <a:lnTo>
                    <a:pt x="9422" y="1313"/>
                  </a:lnTo>
                  <a:lnTo>
                    <a:pt x="9731" y="1506"/>
                  </a:lnTo>
                  <a:lnTo>
                    <a:pt x="10002" y="1738"/>
                  </a:lnTo>
                  <a:lnTo>
                    <a:pt x="10272" y="1969"/>
                  </a:lnTo>
                  <a:lnTo>
                    <a:pt x="10774" y="2471"/>
                  </a:lnTo>
                  <a:lnTo>
                    <a:pt x="11199" y="3051"/>
                  </a:lnTo>
                  <a:lnTo>
                    <a:pt x="11546" y="3630"/>
                  </a:lnTo>
                  <a:lnTo>
                    <a:pt x="11855" y="4286"/>
                  </a:lnTo>
                  <a:lnTo>
                    <a:pt x="12164" y="4943"/>
                  </a:lnTo>
                  <a:lnTo>
                    <a:pt x="12396" y="5638"/>
                  </a:lnTo>
                  <a:lnTo>
                    <a:pt x="12627" y="6217"/>
                  </a:lnTo>
                  <a:lnTo>
                    <a:pt x="12859" y="6835"/>
                  </a:lnTo>
                  <a:lnTo>
                    <a:pt x="13129" y="7414"/>
                  </a:lnTo>
                  <a:lnTo>
                    <a:pt x="13438" y="7993"/>
                  </a:lnTo>
                  <a:lnTo>
                    <a:pt x="13786" y="8495"/>
                  </a:lnTo>
                  <a:lnTo>
                    <a:pt x="14211" y="8959"/>
                  </a:lnTo>
                  <a:lnTo>
                    <a:pt x="14442" y="9190"/>
                  </a:lnTo>
                  <a:lnTo>
                    <a:pt x="14713" y="9383"/>
                  </a:lnTo>
                  <a:lnTo>
                    <a:pt x="14983" y="9538"/>
                  </a:lnTo>
                  <a:lnTo>
                    <a:pt x="15253" y="9692"/>
                  </a:lnTo>
                  <a:lnTo>
                    <a:pt x="15717" y="9847"/>
                  </a:lnTo>
                  <a:lnTo>
                    <a:pt x="16219" y="9924"/>
                  </a:lnTo>
                  <a:lnTo>
                    <a:pt x="16682" y="9885"/>
                  </a:lnTo>
                  <a:lnTo>
                    <a:pt x="17145" y="9808"/>
                  </a:lnTo>
                  <a:lnTo>
                    <a:pt x="17609" y="9654"/>
                  </a:lnTo>
                  <a:lnTo>
                    <a:pt x="17802" y="9538"/>
                  </a:lnTo>
                  <a:lnTo>
                    <a:pt x="17995" y="9383"/>
                  </a:lnTo>
                  <a:lnTo>
                    <a:pt x="18188" y="9229"/>
                  </a:lnTo>
                  <a:lnTo>
                    <a:pt x="18342" y="9075"/>
                  </a:lnTo>
                  <a:lnTo>
                    <a:pt x="18497" y="8881"/>
                  </a:lnTo>
                  <a:lnTo>
                    <a:pt x="18613" y="8650"/>
                  </a:lnTo>
                  <a:lnTo>
                    <a:pt x="18651" y="8573"/>
                  </a:lnTo>
                  <a:lnTo>
                    <a:pt x="18613" y="8457"/>
                  </a:lnTo>
                  <a:lnTo>
                    <a:pt x="18651" y="8418"/>
                  </a:lnTo>
                  <a:lnTo>
                    <a:pt x="18613" y="8341"/>
                  </a:lnTo>
                  <a:lnTo>
                    <a:pt x="18304" y="8380"/>
                  </a:lnTo>
                  <a:lnTo>
                    <a:pt x="18265" y="8418"/>
                  </a:lnTo>
                  <a:lnTo>
                    <a:pt x="18033" y="8766"/>
                  </a:lnTo>
                  <a:lnTo>
                    <a:pt x="17802" y="8997"/>
                  </a:lnTo>
                  <a:lnTo>
                    <a:pt x="17493" y="9229"/>
                  </a:lnTo>
                  <a:lnTo>
                    <a:pt x="17184" y="9345"/>
                  </a:lnTo>
                  <a:lnTo>
                    <a:pt x="16798" y="9461"/>
                  </a:lnTo>
                  <a:lnTo>
                    <a:pt x="16064" y="9461"/>
                  </a:lnTo>
                  <a:lnTo>
                    <a:pt x="15717" y="9383"/>
                  </a:lnTo>
                  <a:lnTo>
                    <a:pt x="15330" y="9229"/>
                  </a:lnTo>
                  <a:lnTo>
                    <a:pt x="15021" y="9036"/>
                  </a:lnTo>
                  <a:lnTo>
                    <a:pt x="14674" y="8766"/>
                  </a:lnTo>
                  <a:lnTo>
                    <a:pt x="14404" y="8495"/>
                  </a:lnTo>
                  <a:lnTo>
                    <a:pt x="14133" y="8186"/>
                  </a:lnTo>
                  <a:lnTo>
                    <a:pt x="13902" y="7878"/>
                  </a:lnTo>
                  <a:lnTo>
                    <a:pt x="13709" y="7530"/>
                  </a:lnTo>
                  <a:lnTo>
                    <a:pt x="13515" y="7182"/>
                  </a:lnTo>
                  <a:lnTo>
                    <a:pt x="13207" y="6526"/>
                  </a:lnTo>
                  <a:lnTo>
                    <a:pt x="12936" y="5870"/>
                  </a:lnTo>
                  <a:lnTo>
                    <a:pt x="12434" y="4518"/>
                  </a:lnTo>
                  <a:lnTo>
                    <a:pt x="12164" y="3862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317"/>
                  </a:lnTo>
                  <a:lnTo>
                    <a:pt x="11005" y="2047"/>
                  </a:lnTo>
                  <a:lnTo>
                    <a:pt x="10542" y="1583"/>
                  </a:lnTo>
                  <a:lnTo>
                    <a:pt x="10040" y="1197"/>
                  </a:lnTo>
                  <a:lnTo>
                    <a:pt x="9538" y="888"/>
                  </a:lnTo>
                  <a:lnTo>
                    <a:pt x="9036" y="579"/>
                  </a:lnTo>
                  <a:lnTo>
                    <a:pt x="8457" y="386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13"/>
            <p:cNvSpPr/>
            <p:nvPr/>
          </p:nvSpPr>
          <p:spPr>
            <a:xfrm>
              <a:off x="3343725" y="3024000"/>
              <a:ext cx="482700" cy="227850"/>
            </a:xfrm>
            <a:custGeom>
              <a:avLst/>
              <a:gdLst/>
              <a:ahLst/>
              <a:cxnLst/>
              <a:rect l="l" t="t" r="r" b="b"/>
              <a:pathLst>
                <a:path w="19308" h="9114" extrusionOk="0">
                  <a:moveTo>
                    <a:pt x="77" y="1"/>
                  </a:moveTo>
                  <a:lnTo>
                    <a:pt x="0" y="618"/>
                  </a:lnTo>
                  <a:lnTo>
                    <a:pt x="0" y="1236"/>
                  </a:lnTo>
                  <a:lnTo>
                    <a:pt x="39" y="1854"/>
                  </a:lnTo>
                  <a:lnTo>
                    <a:pt x="154" y="2472"/>
                  </a:lnTo>
                  <a:lnTo>
                    <a:pt x="309" y="3090"/>
                  </a:lnTo>
                  <a:lnTo>
                    <a:pt x="502" y="3669"/>
                  </a:lnTo>
                  <a:lnTo>
                    <a:pt x="772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69" y="5947"/>
                  </a:lnTo>
                  <a:lnTo>
                    <a:pt x="2433" y="6449"/>
                  </a:lnTo>
                  <a:lnTo>
                    <a:pt x="2935" y="6913"/>
                  </a:lnTo>
                  <a:lnTo>
                    <a:pt x="3514" y="7299"/>
                  </a:lnTo>
                  <a:lnTo>
                    <a:pt x="4093" y="7646"/>
                  </a:lnTo>
                  <a:lnTo>
                    <a:pt x="4672" y="7994"/>
                  </a:lnTo>
                  <a:lnTo>
                    <a:pt x="5329" y="8264"/>
                  </a:lnTo>
                  <a:lnTo>
                    <a:pt x="5947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98"/>
                  </a:lnTo>
                  <a:lnTo>
                    <a:pt x="8688" y="9075"/>
                  </a:lnTo>
                  <a:lnTo>
                    <a:pt x="9383" y="9114"/>
                  </a:lnTo>
                  <a:lnTo>
                    <a:pt x="10079" y="9114"/>
                  </a:lnTo>
                  <a:lnTo>
                    <a:pt x="10735" y="9075"/>
                  </a:lnTo>
                  <a:lnTo>
                    <a:pt x="11391" y="9036"/>
                  </a:lnTo>
                  <a:lnTo>
                    <a:pt x="12048" y="8921"/>
                  </a:lnTo>
                  <a:lnTo>
                    <a:pt x="12704" y="8805"/>
                  </a:lnTo>
                  <a:lnTo>
                    <a:pt x="13361" y="8612"/>
                  </a:lnTo>
                  <a:lnTo>
                    <a:pt x="14017" y="8419"/>
                  </a:lnTo>
                  <a:lnTo>
                    <a:pt x="14635" y="8187"/>
                  </a:lnTo>
                  <a:lnTo>
                    <a:pt x="15253" y="7917"/>
                  </a:lnTo>
                  <a:lnTo>
                    <a:pt x="15871" y="7569"/>
                  </a:lnTo>
                  <a:lnTo>
                    <a:pt x="16411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28" y="4905"/>
                  </a:lnTo>
                  <a:lnTo>
                    <a:pt x="19076" y="4325"/>
                  </a:lnTo>
                  <a:lnTo>
                    <a:pt x="19307" y="3708"/>
                  </a:lnTo>
                  <a:lnTo>
                    <a:pt x="19114" y="3669"/>
                  </a:lnTo>
                  <a:lnTo>
                    <a:pt x="18767" y="4171"/>
                  </a:lnTo>
                  <a:lnTo>
                    <a:pt x="18381" y="4673"/>
                  </a:lnTo>
                  <a:lnTo>
                    <a:pt x="17995" y="5136"/>
                  </a:lnTo>
                  <a:lnTo>
                    <a:pt x="17608" y="5561"/>
                  </a:lnTo>
                  <a:lnTo>
                    <a:pt x="17145" y="5986"/>
                  </a:lnTo>
                  <a:lnTo>
                    <a:pt x="16720" y="6372"/>
                  </a:lnTo>
                  <a:lnTo>
                    <a:pt x="16218" y="6720"/>
                  </a:lnTo>
                  <a:lnTo>
                    <a:pt x="15716" y="7028"/>
                  </a:lnTo>
                  <a:lnTo>
                    <a:pt x="15214" y="7337"/>
                  </a:lnTo>
                  <a:lnTo>
                    <a:pt x="14674" y="7608"/>
                  </a:lnTo>
                  <a:lnTo>
                    <a:pt x="14133" y="7839"/>
                  </a:lnTo>
                  <a:lnTo>
                    <a:pt x="13554" y="8032"/>
                  </a:lnTo>
                  <a:lnTo>
                    <a:pt x="12975" y="8225"/>
                  </a:lnTo>
                  <a:lnTo>
                    <a:pt x="12395" y="8380"/>
                  </a:lnTo>
                  <a:lnTo>
                    <a:pt x="11816" y="8496"/>
                  </a:lnTo>
                  <a:lnTo>
                    <a:pt x="11198" y="8573"/>
                  </a:lnTo>
                  <a:lnTo>
                    <a:pt x="10503" y="8612"/>
                  </a:lnTo>
                  <a:lnTo>
                    <a:pt x="9808" y="8650"/>
                  </a:lnTo>
                  <a:lnTo>
                    <a:pt x="9075" y="8612"/>
                  </a:lnTo>
                  <a:lnTo>
                    <a:pt x="8379" y="8573"/>
                  </a:lnTo>
                  <a:lnTo>
                    <a:pt x="7684" y="8457"/>
                  </a:lnTo>
                  <a:lnTo>
                    <a:pt x="6989" y="8303"/>
                  </a:lnTo>
                  <a:lnTo>
                    <a:pt x="6294" y="8110"/>
                  </a:lnTo>
                  <a:lnTo>
                    <a:pt x="5638" y="7878"/>
                  </a:lnTo>
                  <a:lnTo>
                    <a:pt x="4981" y="7608"/>
                  </a:lnTo>
                  <a:lnTo>
                    <a:pt x="4364" y="7299"/>
                  </a:lnTo>
                  <a:lnTo>
                    <a:pt x="3784" y="6951"/>
                  </a:lnTo>
                  <a:lnTo>
                    <a:pt x="3205" y="6526"/>
                  </a:lnTo>
                  <a:lnTo>
                    <a:pt x="2664" y="6063"/>
                  </a:lnTo>
                  <a:lnTo>
                    <a:pt x="2201" y="5561"/>
                  </a:lnTo>
                  <a:lnTo>
                    <a:pt x="1738" y="5020"/>
                  </a:lnTo>
                  <a:lnTo>
                    <a:pt x="1352" y="4403"/>
                  </a:lnTo>
                  <a:lnTo>
                    <a:pt x="1081" y="3901"/>
                  </a:lnTo>
                  <a:lnTo>
                    <a:pt x="850" y="3399"/>
                  </a:lnTo>
                  <a:lnTo>
                    <a:pt x="656" y="2858"/>
                  </a:lnTo>
                  <a:lnTo>
                    <a:pt x="502" y="2317"/>
                  </a:lnTo>
                  <a:lnTo>
                    <a:pt x="425" y="1777"/>
                  </a:lnTo>
                  <a:lnTo>
                    <a:pt x="348" y="1198"/>
                  </a:lnTo>
                  <a:lnTo>
                    <a:pt x="386" y="618"/>
                  </a:lnTo>
                  <a:lnTo>
                    <a:pt x="425" y="78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13"/>
            <p:cNvSpPr/>
            <p:nvPr/>
          </p:nvSpPr>
          <p:spPr>
            <a:xfrm>
              <a:off x="2291450" y="1821150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7" y="1"/>
                  </a:moveTo>
                  <a:lnTo>
                    <a:pt x="1893" y="78"/>
                  </a:lnTo>
                  <a:lnTo>
                    <a:pt x="1738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5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39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3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1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1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8" y="1005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2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1" y="2704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1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6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6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2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3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2" y="5793"/>
                  </a:lnTo>
                  <a:lnTo>
                    <a:pt x="4828" y="5638"/>
                  </a:lnTo>
                  <a:lnTo>
                    <a:pt x="4248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6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3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13"/>
            <p:cNvSpPr/>
            <p:nvPr/>
          </p:nvSpPr>
          <p:spPr>
            <a:xfrm>
              <a:off x="1994125" y="1698550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6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4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4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13"/>
            <p:cNvSpPr/>
            <p:nvPr/>
          </p:nvSpPr>
          <p:spPr>
            <a:xfrm>
              <a:off x="1935225" y="191092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503" y="1"/>
                  </a:move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40" y="541"/>
                  </a:lnTo>
                  <a:lnTo>
                    <a:pt x="1" y="734"/>
                  </a:lnTo>
                  <a:lnTo>
                    <a:pt x="40" y="927"/>
                  </a:lnTo>
                  <a:lnTo>
                    <a:pt x="117" y="1082"/>
                  </a:lnTo>
                  <a:lnTo>
                    <a:pt x="194" y="1159"/>
                  </a:lnTo>
                  <a:lnTo>
                    <a:pt x="348" y="1159"/>
                  </a:lnTo>
                  <a:lnTo>
                    <a:pt x="426" y="1043"/>
                  </a:lnTo>
                  <a:lnTo>
                    <a:pt x="426" y="1005"/>
                  </a:lnTo>
                  <a:lnTo>
                    <a:pt x="387" y="927"/>
                  </a:lnTo>
                  <a:lnTo>
                    <a:pt x="387" y="850"/>
                  </a:lnTo>
                  <a:lnTo>
                    <a:pt x="348" y="773"/>
                  </a:lnTo>
                  <a:lnTo>
                    <a:pt x="426" y="580"/>
                  </a:lnTo>
                  <a:lnTo>
                    <a:pt x="542" y="425"/>
                  </a:lnTo>
                  <a:lnTo>
                    <a:pt x="619" y="387"/>
                  </a:lnTo>
                  <a:lnTo>
                    <a:pt x="773" y="387"/>
                  </a:lnTo>
                  <a:lnTo>
                    <a:pt x="850" y="425"/>
                  </a:lnTo>
                  <a:lnTo>
                    <a:pt x="966" y="580"/>
                  </a:lnTo>
                  <a:lnTo>
                    <a:pt x="1005" y="657"/>
                  </a:lnTo>
                  <a:lnTo>
                    <a:pt x="1005" y="734"/>
                  </a:lnTo>
                  <a:lnTo>
                    <a:pt x="966" y="927"/>
                  </a:lnTo>
                  <a:lnTo>
                    <a:pt x="966" y="1005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82" y="1159"/>
                  </a:lnTo>
                  <a:lnTo>
                    <a:pt x="1198" y="1159"/>
                  </a:lnTo>
                  <a:lnTo>
                    <a:pt x="1275" y="1121"/>
                  </a:lnTo>
                  <a:lnTo>
                    <a:pt x="1314" y="1082"/>
                  </a:lnTo>
                  <a:lnTo>
                    <a:pt x="1391" y="889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48"/>
                  </a:lnTo>
                  <a:lnTo>
                    <a:pt x="1198" y="194"/>
                  </a:lnTo>
                  <a:lnTo>
                    <a:pt x="1044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13"/>
            <p:cNvSpPr/>
            <p:nvPr/>
          </p:nvSpPr>
          <p:spPr>
            <a:xfrm>
              <a:off x="1926550" y="1629050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3"/>
                  </a:lnTo>
                  <a:lnTo>
                    <a:pt x="2008" y="966"/>
                  </a:lnTo>
                  <a:lnTo>
                    <a:pt x="2124" y="1120"/>
                  </a:lnTo>
                  <a:lnTo>
                    <a:pt x="2201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1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5" y="502"/>
                  </a:lnTo>
                  <a:lnTo>
                    <a:pt x="811" y="464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3" y="425"/>
                  </a:lnTo>
                  <a:lnTo>
                    <a:pt x="78" y="618"/>
                  </a:lnTo>
                  <a:lnTo>
                    <a:pt x="0" y="811"/>
                  </a:lnTo>
                  <a:lnTo>
                    <a:pt x="0" y="1004"/>
                  </a:lnTo>
                  <a:lnTo>
                    <a:pt x="0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7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1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4"/>
                  </a:lnTo>
                  <a:lnTo>
                    <a:pt x="2626" y="2896"/>
                  </a:lnTo>
                  <a:lnTo>
                    <a:pt x="2703" y="2317"/>
                  </a:lnTo>
                  <a:lnTo>
                    <a:pt x="2703" y="2008"/>
                  </a:lnTo>
                  <a:lnTo>
                    <a:pt x="2703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699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13"/>
            <p:cNvSpPr/>
            <p:nvPr/>
          </p:nvSpPr>
          <p:spPr>
            <a:xfrm>
              <a:off x="1882150" y="19148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6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3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3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3" y="464"/>
                  </a:lnTo>
                  <a:lnTo>
                    <a:pt x="541" y="386"/>
                  </a:lnTo>
                  <a:lnTo>
                    <a:pt x="772" y="386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5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4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4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13"/>
            <p:cNvSpPr/>
            <p:nvPr/>
          </p:nvSpPr>
          <p:spPr>
            <a:xfrm>
              <a:off x="1851250" y="17671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2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0" y="5368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9"/>
                  </a:lnTo>
                  <a:lnTo>
                    <a:pt x="3978" y="888"/>
                  </a:lnTo>
                  <a:lnTo>
                    <a:pt x="4634" y="657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2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4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29" y="7376"/>
                  </a:lnTo>
                  <a:lnTo>
                    <a:pt x="13438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4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1" y="8611"/>
                  </a:lnTo>
                  <a:lnTo>
                    <a:pt x="18651" y="8534"/>
                  </a:lnTo>
                  <a:lnTo>
                    <a:pt x="18651" y="8457"/>
                  </a:lnTo>
                  <a:lnTo>
                    <a:pt x="18651" y="8380"/>
                  </a:lnTo>
                  <a:lnTo>
                    <a:pt x="18651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0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13"/>
            <p:cNvSpPr/>
            <p:nvPr/>
          </p:nvSpPr>
          <p:spPr>
            <a:xfrm>
              <a:off x="1849325" y="1901275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7" y="1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6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1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7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0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4" y="7299"/>
                  </a:lnTo>
                  <a:lnTo>
                    <a:pt x="14712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3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3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9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4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6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13"/>
            <p:cNvSpPr/>
            <p:nvPr/>
          </p:nvSpPr>
          <p:spPr>
            <a:xfrm>
              <a:off x="2090650" y="2821275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8" y="0"/>
                  </a:moveTo>
                  <a:lnTo>
                    <a:pt x="1893" y="78"/>
                  </a:lnTo>
                  <a:lnTo>
                    <a:pt x="1739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4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40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4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2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2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4" y="1622"/>
                  </a:lnTo>
                  <a:lnTo>
                    <a:pt x="1237" y="1313"/>
                  </a:lnTo>
                  <a:lnTo>
                    <a:pt x="1468" y="1004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2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3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2" y="2703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2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5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5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9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5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3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6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3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2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3" y="5793"/>
                  </a:lnTo>
                  <a:lnTo>
                    <a:pt x="4828" y="5638"/>
                  </a:lnTo>
                  <a:lnTo>
                    <a:pt x="4249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5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2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13"/>
            <p:cNvSpPr/>
            <p:nvPr/>
          </p:nvSpPr>
          <p:spPr>
            <a:xfrm>
              <a:off x="1793325" y="26986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7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5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5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3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13"/>
            <p:cNvSpPr/>
            <p:nvPr/>
          </p:nvSpPr>
          <p:spPr>
            <a:xfrm>
              <a:off x="1734450" y="2911050"/>
              <a:ext cx="35725" cy="29000"/>
            </a:xfrm>
            <a:custGeom>
              <a:avLst/>
              <a:gdLst/>
              <a:ahLst/>
              <a:cxnLst/>
              <a:rect l="l" t="t" r="r" b="b"/>
              <a:pathLst>
                <a:path w="1429" h="1160" extrusionOk="0">
                  <a:moveTo>
                    <a:pt x="502" y="1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7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2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5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3"/>
                  </a:lnTo>
                  <a:lnTo>
                    <a:pt x="425" y="580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772" y="387"/>
                  </a:lnTo>
                  <a:lnTo>
                    <a:pt x="850" y="425"/>
                  </a:lnTo>
                  <a:lnTo>
                    <a:pt x="965" y="580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5" y="927"/>
                  </a:lnTo>
                  <a:lnTo>
                    <a:pt x="965" y="1005"/>
                  </a:lnTo>
                  <a:lnTo>
                    <a:pt x="965" y="1082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4" y="1120"/>
                  </a:lnTo>
                  <a:lnTo>
                    <a:pt x="1313" y="1082"/>
                  </a:lnTo>
                  <a:lnTo>
                    <a:pt x="1390" y="889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4"/>
                  </a:lnTo>
                  <a:lnTo>
                    <a:pt x="1043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13"/>
            <p:cNvSpPr/>
            <p:nvPr/>
          </p:nvSpPr>
          <p:spPr>
            <a:xfrm>
              <a:off x="1725750" y="2629175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2"/>
                  </a:lnTo>
                  <a:lnTo>
                    <a:pt x="2008" y="965"/>
                  </a:lnTo>
                  <a:lnTo>
                    <a:pt x="2124" y="1120"/>
                  </a:lnTo>
                  <a:lnTo>
                    <a:pt x="2202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6" y="502"/>
                  </a:lnTo>
                  <a:lnTo>
                    <a:pt x="811" y="463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0"/>
                  </a:lnTo>
                  <a:lnTo>
                    <a:pt x="194" y="425"/>
                  </a:lnTo>
                  <a:lnTo>
                    <a:pt x="78" y="618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8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2" y="2973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3"/>
                  </a:lnTo>
                  <a:lnTo>
                    <a:pt x="2626" y="2896"/>
                  </a:lnTo>
                  <a:lnTo>
                    <a:pt x="2704" y="2317"/>
                  </a:lnTo>
                  <a:lnTo>
                    <a:pt x="2704" y="2008"/>
                  </a:lnTo>
                  <a:lnTo>
                    <a:pt x="2704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00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13"/>
            <p:cNvSpPr/>
            <p:nvPr/>
          </p:nvSpPr>
          <p:spPr>
            <a:xfrm>
              <a:off x="1681350" y="2914925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5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4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4" y="463"/>
                  </a:lnTo>
                  <a:lnTo>
                    <a:pt x="541" y="386"/>
                  </a:lnTo>
                  <a:lnTo>
                    <a:pt x="773" y="386"/>
                  </a:lnTo>
                  <a:lnTo>
                    <a:pt x="850" y="463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5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13"/>
            <p:cNvSpPr/>
            <p:nvPr/>
          </p:nvSpPr>
          <p:spPr>
            <a:xfrm>
              <a:off x="1650450" y="2767225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1" y="5367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8"/>
                  </a:lnTo>
                  <a:lnTo>
                    <a:pt x="3978" y="888"/>
                  </a:lnTo>
                  <a:lnTo>
                    <a:pt x="4634" y="656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2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3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30" y="7375"/>
                  </a:lnTo>
                  <a:lnTo>
                    <a:pt x="13439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5"/>
                  </a:lnTo>
                  <a:lnTo>
                    <a:pt x="16721" y="9885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3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1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79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7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13"/>
            <p:cNvSpPr/>
            <p:nvPr/>
          </p:nvSpPr>
          <p:spPr>
            <a:xfrm>
              <a:off x="1648525" y="2901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5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8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5" y="7299"/>
                  </a:lnTo>
                  <a:lnTo>
                    <a:pt x="14713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4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4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5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7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13"/>
            <p:cNvSpPr/>
            <p:nvPr/>
          </p:nvSpPr>
          <p:spPr>
            <a:xfrm>
              <a:off x="5932850" y="4466275"/>
              <a:ext cx="200800" cy="230725"/>
            </a:xfrm>
            <a:custGeom>
              <a:avLst/>
              <a:gdLst/>
              <a:ahLst/>
              <a:cxnLst/>
              <a:rect l="l" t="t" r="r" b="b"/>
              <a:pathLst>
                <a:path w="8032" h="9229" extrusionOk="0">
                  <a:moveTo>
                    <a:pt x="2047" y="0"/>
                  </a:moveTo>
                  <a:lnTo>
                    <a:pt x="1892" y="77"/>
                  </a:lnTo>
                  <a:lnTo>
                    <a:pt x="1738" y="154"/>
                  </a:lnTo>
                  <a:lnTo>
                    <a:pt x="1429" y="425"/>
                  </a:lnTo>
                  <a:lnTo>
                    <a:pt x="1197" y="734"/>
                  </a:lnTo>
                  <a:lnTo>
                    <a:pt x="965" y="1004"/>
                  </a:lnTo>
                  <a:lnTo>
                    <a:pt x="734" y="1352"/>
                  </a:lnTo>
                  <a:lnTo>
                    <a:pt x="502" y="1738"/>
                  </a:lnTo>
                  <a:lnTo>
                    <a:pt x="348" y="2124"/>
                  </a:lnTo>
                  <a:lnTo>
                    <a:pt x="193" y="2549"/>
                  </a:lnTo>
                  <a:lnTo>
                    <a:pt x="77" y="3012"/>
                  </a:lnTo>
                  <a:lnTo>
                    <a:pt x="39" y="3475"/>
                  </a:lnTo>
                  <a:lnTo>
                    <a:pt x="0" y="3939"/>
                  </a:lnTo>
                  <a:lnTo>
                    <a:pt x="77" y="4441"/>
                  </a:lnTo>
                  <a:lnTo>
                    <a:pt x="155" y="4904"/>
                  </a:lnTo>
                  <a:lnTo>
                    <a:pt x="270" y="5329"/>
                  </a:lnTo>
                  <a:lnTo>
                    <a:pt x="463" y="5792"/>
                  </a:lnTo>
                  <a:lnTo>
                    <a:pt x="695" y="6178"/>
                  </a:lnTo>
                  <a:lnTo>
                    <a:pt x="1043" y="6178"/>
                  </a:lnTo>
                  <a:lnTo>
                    <a:pt x="888" y="5831"/>
                  </a:lnTo>
                  <a:lnTo>
                    <a:pt x="734" y="5483"/>
                  </a:lnTo>
                  <a:lnTo>
                    <a:pt x="657" y="5136"/>
                  </a:lnTo>
                  <a:lnTo>
                    <a:pt x="541" y="4788"/>
                  </a:lnTo>
                  <a:lnTo>
                    <a:pt x="502" y="4402"/>
                  </a:lnTo>
                  <a:lnTo>
                    <a:pt x="463" y="4055"/>
                  </a:lnTo>
                  <a:lnTo>
                    <a:pt x="463" y="3668"/>
                  </a:lnTo>
                  <a:lnTo>
                    <a:pt x="463" y="3321"/>
                  </a:lnTo>
                  <a:lnTo>
                    <a:pt x="541" y="2973"/>
                  </a:lnTo>
                  <a:lnTo>
                    <a:pt x="618" y="2626"/>
                  </a:lnTo>
                  <a:lnTo>
                    <a:pt x="734" y="2278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7" y="1004"/>
                  </a:lnTo>
                  <a:lnTo>
                    <a:pt x="1776" y="734"/>
                  </a:lnTo>
                  <a:lnTo>
                    <a:pt x="1969" y="579"/>
                  </a:lnTo>
                  <a:lnTo>
                    <a:pt x="2085" y="502"/>
                  </a:lnTo>
                  <a:lnTo>
                    <a:pt x="2201" y="463"/>
                  </a:lnTo>
                  <a:lnTo>
                    <a:pt x="2317" y="579"/>
                  </a:lnTo>
                  <a:lnTo>
                    <a:pt x="2433" y="811"/>
                  </a:lnTo>
                  <a:lnTo>
                    <a:pt x="2587" y="1197"/>
                  </a:lnTo>
                  <a:lnTo>
                    <a:pt x="2742" y="1583"/>
                  </a:lnTo>
                  <a:lnTo>
                    <a:pt x="2858" y="1931"/>
                  </a:lnTo>
                  <a:lnTo>
                    <a:pt x="2973" y="2317"/>
                  </a:lnTo>
                  <a:lnTo>
                    <a:pt x="3051" y="2703"/>
                  </a:lnTo>
                  <a:lnTo>
                    <a:pt x="3089" y="3089"/>
                  </a:lnTo>
                  <a:lnTo>
                    <a:pt x="3089" y="3437"/>
                  </a:lnTo>
                  <a:lnTo>
                    <a:pt x="3051" y="3784"/>
                  </a:lnTo>
                  <a:lnTo>
                    <a:pt x="3012" y="4132"/>
                  </a:lnTo>
                  <a:lnTo>
                    <a:pt x="2896" y="4479"/>
                  </a:lnTo>
                  <a:lnTo>
                    <a:pt x="2780" y="4788"/>
                  </a:lnTo>
                  <a:lnTo>
                    <a:pt x="2587" y="5136"/>
                  </a:lnTo>
                  <a:lnTo>
                    <a:pt x="2394" y="5445"/>
                  </a:lnTo>
                  <a:lnTo>
                    <a:pt x="2356" y="5522"/>
                  </a:lnTo>
                  <a:lnTo>
                    <a:pt x="2394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4" y="5792"/>
                  </a:lnTo>
                  <a:lnTo>
                    <a:pt x="2471" y="5792"/>
                  </a:lnTo>
                  <a:lnTo>
                    <a:pt x="2626" y="5715"/>
                  </a:lnTo>
                  <a:lnTo>
                    <a:pt x="2819" y="5676"/>
                  </a:lnTo>
                  <a:lnTo>
                    <a:pt x="3205" y="5676"/>
                  </a:lnTo>
                  <a:lnTo>
                    <a:pt x="3630" y="5715"/>
                  </a:lnTo>
                  <a:lnTo>
                    <a:pt x="4055" y="5792"/>
                  </a:lnTo>
                  <a:lnTo>
                    <a:pt x="4441" y="5947"/>
                  </a:lnTo>
                  <a:lnTo>
                    <a:pt x="4866" y="6101"/>
                  </a:lnTo>
                  <a:lnTo>
                    <a:pt x="5213" y="6256"/>
                  </a:lnTo>
                  <a:lnTo>
                    <a:pt x="5522" y="6449"/>
                  </a:lnTo>
                  <a:lnTo>
                    <a:pt x="5831" y="6642"/>
                  </a:lnTo>
                  <a:lnTo>
                    <a:pt x="6140" y="6835"/>
                  </a:lnTo>
                  <a:lnTo>
                    <a:pt x="6410" y="7067"/>
                  </a:lnTo>
                  <a:lnTo>
                    <a:pt x="6680" y="7337"/>
                  </a:lnTo>
                  <a:lnTo>
                    <a:pt x="6912" y="7607"/>
                  </a:lnTo>
                  <a:lnTo>
                    <a:pt x="7144" y="7877"/>
                  </a:lnTo>
                  <a:lnTo>
                    <a:pt x="7337" y="8186"/>
                  </a:lnTo>
                  <a:lnTo>
                    <a:pt x="7530" y="8534"/>
                  </a:lnTo>
                  <a:lnTo>
                    <a:pt x="7105" y="8650"/>
                  </a:lnTo>
                  <a:lnTo>
                    <a:pt x="6680" y="8727"/>
                  </a:lnTo>
                  <a:lnTo>
                    <a:pt x="6294" y="8766"/>
                  </a:lnTo>
                  <a:lnTo>
                    <a:pt x="5870" y="8804"/>
                  </a:lnTo>
                  <a:lnTo>
                    <a:pt x="5483" y="8804"/>
                  </a:lnTo>
                  <a:lnTo>
                    <a:pt x="5059" y="8727"/>
                  </a:lnTo>
                  <a:lnTo>
                    <a:pt x="4672" y="8611"/>
                  </a:lnTo>
                  <a:lnTo>
                    <a:pt x="4248" y="8457"/>
                  </a:lnTo>
                  <a:lnTo>
                    <a:pt x="3900" y="8264"/>
                  </a:lnTo>
                  <a:lnTo>
                    <a:pt x="3591" y="8071"/>
                  </a:lnTo>
                  <a:lnTo>
                    <a:pt x="3012" y="7607"/>
                  </a:lnTo>
                  <a:lnTo>
                    <a:pt x="2471" y="7105"/>
                  </a:lnTo>
                  <a:lnTo>
                    <a:pt x="1931" y="6565"/>
                  </a:lnTo>
                  <a:lnTo>
                    <a:pt x="1854" y="6526"/>
                  </a:lnTo>
                  <a:lnTo>
                    <a:pt x="1815" y="6487"/>
                  </a:lnTo>
                  <a:lnTo>
                    <a:pt x="1661" y="6526"/>
                  </a:lnTo>
                  <a:lnTo>
                    <a:pt x="1622" y="6526"/>
                  </a:lnTo>
                  <a:lnTo>
                    <a:pt x="1583" y="6565"/>
                  </a:lnTo>
                  <a:lnTo>
                    <a:pt x="1429" y="6835"/>
                  </a:lnTo>
                  <a:lnTo>
                    <a:pt x="1661" y="6873"/>
                  </a:lnTo>
                  <a:lnTo>
                    <a:pt x="2278" y="7491"/>
                  </a:lnTo>
                  <a:lnTo>
                    <a:pt x="2896" y="8071"/>
                  </a:lnTo>
                  <a:lnTo>
                    <a:pt x="3244" y="8341"/>
                  </a:lnTo>
                  <a:lnTo>
                    <a:pt x="3630" y="8573"/>
                  </a:lnTo>
                  <a:lnTo>
                    <a:pt x="3977" y="8766"/>
                  </a:lnTo>
                  <a:lnTo>
                    <a:pt x="4364" y="8959"/>
                  </a:lnTo>
                  <a:lnTo>
                    <a:pt x="4827" y="9113"/>
                  </a:lnTo>
                  <a:lnTo>
                    <a:pt x="5252" y="9190"/>
                  </a:lnTo>
                  <a:lnTo>
                    <a:pt x="5676" y="9229"/>
                  </a:lnTo>
                  <a:lnTo>
                    <a:pt x="6140" y="9229"/>
                  </a:lnTo>
                  <a:lnTo>
                    <a:pt x="6565" y="9152"/>
                  </a:lnTo>
                  <a:lnTo>
                    <a:pt x="6989" y="9074"/>
                  </a:lnTo>
                  <a:lnTo>
                    <a:pt x="7878" y="8843"/>
                  </a:lnTo>
                  <a:lnTo>
                    <a:pt x="7955" y="8804"/>
                  </a:lnTo>
                  <a:lnTo>
                    <a:pt x="7993" y="8727"/>
                  </a:lnTo>
                  <a:lnTo>
                    <a:pt x="8032" y="8650"/>
                  </a:lnTo>
                  <a:lnTo>
                    <a:pt x="7993" y="8534"/>
                  </a:lnTo>
                  <a:lnTo>
                    <a:pt x="7762" y="8109"/>
                  </a:lnTo>
                  <a:lnTo>
                    <a:pt x="7491" y="7684"/>
                  </a:lnTo>
                  <a:lnTo>
                    <a:pt x="7221" y="7298"/>
                  </a:lnTo>
                  <a:lnTo>
                    <a:pt x="6874" y="6912"/>
                  </a:lnTo>
                  <a:lnTo>
                    <a:pt x="6526" y="6603"/>
                  </a:lnTo>
                  <a:lnTo>
                    <a:pt x="6140" y="6294"/>
                  </a:lnTo>
                  <a:lnTo>
                    <a:pt x="5715" y="6024"/>
                  </a:lnTo>
                  <a:lnTo>
                    <a:pt x="5252" y="5792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39" y="5367"/>
                  </a:lnTo>
                  <a:lnTo>
                    <a:pt x="3591" y="5290"/>
                  </a:lnTo>
                  <a:lnTo>
                    <a:pt x="3012" y="5290"/>
                  </a:lnTo>
                  <a:lnTo>
                    <a:pt x="3167" y="4981"/>
                  </a:lnTo>
                  <a:lnTo>
                    <a:pt x="3321" y="4634"/>
                  </a:lnTo>
                  <a:lnTo>
                    <a:pt x="3398" y="4286"/>
                  </a:lnTo>
                  <a:lnTo>
                    <a:pt x="3475" y="3939"/>
                  </a:lnTo>
                  <a:lnTo>
                    <a:pt x="3514" y="3591"/>
                  </a:lnTo>
                  <a:lnTo>
                    <a:pt x="3514" y="3205"/>
                  </a:lnTo>
                  <a:lnTo>
                    <a:pt x="3514" y="2858"/>
                  </a:lnTo>
                  <a:lnTo>
                    <a:pt x="3437" y="2471"/>
                  </a:lnTo>
                  <a:lnTo>
                    <a:pt x="3321" y="1969"/>
                  </a:lnTo>
                  <a:lnTo>
                    <a:pt x="3167" y="1467"/>
                  </a:lnTo>
                  <a:lnTo>
                    <a:pt x="2935" y="965"/>
                  </a:lnTo>
                  <a:lnTo>
                    <a:pt x="2703" y="502"/>
                  </a:lnTo>
                  <a:lnTo>
                    <a:pt x="2587" y="270"/>
                  </a:lnTo>
                  <a:lnTo>
                    <a:pt x="2471" y="116"/>
                  </a:lnTo>
                  <a:lnTo>
                    <a:pt x="2356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13"/>
            <p:cNvSpPr/>
            <p:nvPr/>
          </p:nvSpPr>
          <p:spPr>
            <a:xfrm>
              <a:off x="5635500" y="4343650"/>
              <a:ext cx="54100" cy="45400"/>
            </a:xfrm>
            <a:custGeom>
              <a:avLst/>
              <a:gdLst/>
              <a:ahLst/>
              <a:cxnLst/>
              <a:rect l="l" t="t" r="r" b="b"/>
              <a:pathLst>
                <a:path w="2164" h="1816" extrusionOk="0">
                  <a:moveTo>
                    <a:pt x="1314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5"/>
                  </a:lnTo>
                  <a:lnTo>
                    <a:pt x="1777" y="889"/>
                  </a:lnTo>
                  <a:lnTo>
                    <a:pt x="1777" y="928"/>
                  </a:lnTo>
                  <a:lnTo>
                    <a:pt x="1738" y="1005"/>
                  </a:lnTo>
                  <a:lnTo>
                    <a:pt x="1661" y="1044"/>
                  </a:lnTo>
                  <a:lnTo>
                    <a:pt x="1584" y="1082"/>
                  </a:lnTo>
                  <a:lnTo>
                    <a:pt x="1275" y="1121"/>
                  </a:lnTo>
                  <a:lnTo>
                    <a:pt x="927" y="1121"/>
                  </a:lnTo>
                  <a:lnTo>
                    <a:pt x="619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1"/>
                  </a:lnTo>
                  <a:lnTo>
                    <a:pt x="348" y="1005"/>
                  </a:lnTo>
                  <a:lnTo>
                    <a:pt x="387" y="850"/>
                  </a:lnTo>
                  <a:lnTo>
                    <a:pt x="464" y="735"/>
                  </a:lnTo>
                  <a:lnTo>
                    <a:pt x="580" y="619"/>
                  </a:lnTo>
                  <a:lnTo>
                    <a:pt x="657" y="503"/>
                  </a:lnTo>
                  <a:lnTo>
                    <a:pt x="812" y="426"/>
                  </a:lnTo>
                  <a:lnTo>
                    <a:pt x="966" y="387"/>
                  </a:lnTo>
                  <a:close/>
                  <a:moveTo>
                    <a:pt x="1005" y="1"/>
                  </a:moveTo>
                  <a:lnTo>
                    <a:pt x="812" y="40"/>
                  </a:lnTo>
                  <a:lnTo>
                    <a:pt x="619" y="117"/>
                  </a:lnTo>
                  <a:lnTo>
                    <a:pt x="425" y="233"/>
                  </a:lnTo>
                  <a:lnTo>
                    <a:pt x="271" y="348"/>
                  </a:lnTo>
                  <a:lnTo>
                    <a:pt x="155" y="503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30"/>
                  </a:lnTo>
                  <a:lnTo>
                    <a:pt x="117" y="1623"/>
                  </a:lnTo>
                  <a:lnTo>
                    <a:pt x="155" y="1739"/>
                  </a:lnTo>
                  <a:lnTo>
                    <a:pt x="232" y="1777"/>
                  </a:lnTo>
                  <a:lnTo>
                    <a:pt x="348" y="1816"/>
                  </a:lnTo>
                  <a:lnTo>
                    <a:pt x="425" y="1739"/>
                  </a:lnTo>
                  <a:lnTo>
                    <a:pt x="580" y="1623"/>
                  </a:lnTo>
                  <a:lnTo>
                    <a:pt x="696" y="1546"/>
                  </a:lnTo>
                  <a:lnTo>
                    <a:pt x="889" y="1507"/>
                  </a:lnTo>
                  <a:lnTo>
                    <a:pt x="1429" y="1507"/>
                  </a:lnTo>
                  <a:lnTo>
                    <a:pt x="1584" y="1468"/>
                  </a:lnTo>
                  <a:lnTo>
                    <a:pt x="1777" y="1430"/>
                  </a:lnTo>
                  <a:lnTo>
                    <a:pt x="1931" y="1352"/>
                  </a:lnTo>
                  <a:lnTo>
                    <a:pt x="2047" y="1237"/>
                  </a:lnTo>
                  <a:lnTo>
                    <a:pt x="2125" y="1121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9"/>
                  </a:lnTo>
                  <a:lnTo>
                    <a:pt x="2086" y="464"/>
                  </a:lnTo>
                  <a:lnTo>
                    <a:pt x="1970" y="310"/>
                  </a:lnTo>
                  <a:lnTo>
                    <a:pt x="1816" y="194"/>
                  </a:lnTo>
                  <a:lnTo>
                    <a:pt x="1623" y="78"/>
                  </a:lnTo>
                  <a:lnTo>
                    <a:pt x="142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13"/>
            <p:cNvSpPr/>
            <p:nvPr/>
          </p:nvSpPr>
          <p:spPr>
            <a:xfrm>
              <a:off x="5576625" y="4556050"/>
              <a:ext cx="35725" cy="28975"/>
            </a:xfrm>
            <a:custGeom>
              <a:avLst/>
              <a:gdLst/>
              <a:ahLst/>
              <a:cxnLst/>
              <a:rect l="l" t="t" r="r" b="b"/>
              <a:pathLst>
                <a:path w="1429" h="1159" extrusionOk="0">
                  <a:moveTo>
                    <a:pt x="502" y="0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6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1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4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2"/>
                  </a:lnTo>
                  <a:lnTo>
                    <a:pt x="425" y="579"/>
                  </a:lnTo>
                  <a:lnTo>
                    <a:pt x="541" y="425"/>
                  </a:lnTo>
                  <a:lnTo>
                    <a:pt x="618" y="386"/>
                  </a:lnTo>
                  <a:lnTo>
                    <a:pt x="773" y="386"/>
                  </a:lnTo>
                  <a:lnTo>
                    <a:pt x="850" y="425"/>
                  </a:lnTo>
                  <a:lnTo>
                    <a:pt x="966" y="579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6" y="927"/>
                  </a:lnTo>
                  <a:lnTo>
                    <a:pt x="966" y="1004"/>
                  </a:lnTo>
                  <a:lnTo>
                    <a:pt x="966" y="1081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5" y="1120"/>
                  </a:lnTo>
                  <a:lnTo>
                    <a:pt x="1313" y="1081"/>
                  </a:lnTo>
                  <a:lnTo>
                    <a:pt x="1390" y="888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3"/>
                  </a:lnTo>
                  <a:lnTo>
                    <a:pt x="1043" y="77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13"/>
            <p:cNvSpPr/>
            <p:nvPr/>
          </p:nvSpPr>
          <p:spPr>
            <a:xfrm>
              <a:off x="5567925" y="4274150"/>
              <a:ext cx="67600" cy="76300"/>
            </a:xfrm>
            <a:custGeom>
              <a:avLst/>
              <a:gdLst/>
              <a:ahLst/>
              <a:cxnLst/>
              <a:rect l="l" t="t" r="r" b="b"/>
              <a:pathLst>
                <a:path w="2704" h="3052" extrusionOk="0">
                  <a:moveTo>
                    <a:pt x="1159" y="425"/>
                  </a:moveTo>
                  <a:lnTo>
                    <a:pt x="1429" y="503"/>
                  </a:lnTo>
                  <a:lnTo>
                    <a:pt x="1661" y="619"/>
                  </a:lnTo>
                  <a:lnTo>
                    <a:pt x="1854" y="773"/>
                  </a:lnTo>
                  <a:lnTo>
                    <a:pt x="2009" y="966"/>
                  </a:lnTo>
                  <a:lnTo>
                    <a:pt x="2124" y="1121"/>
                  </a:lnTo>
                  <a:lnTo>
                    <a:pt x="2202" y="1314"/>
                  </a:lnTo>
                  <a:lnTo>
                    <a:pt x="2318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5"/>
                  </a:lnTo>
                  <a:lnTo>
                    <a:pt x="2047" y="2279"/>
                  </a:lnTo>
                  <a:lnTo>
                    <a:pt x="1623" y="2047"/>
                  </a:lnTo>
                  <a:lnTo>
                    <a:pt x="1236" y="1893"/>
                  </a:lnTo>
                  <a:lnTo>
                    <a:pt x="1005" y="1777"/>
                  </a:lnTo>
                  <a:lnTo>
                    <a:pt x="812" y="1661"/>
                  </a:lnTo>
                  <a:lnTo>
                    <a:pt x="619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2"/>
                  </a:lnTo>
                  <a:lnTo>
                    <a:pt x="541" y="657"/>
                  </a:lnTo>
                  <a:lnTo>
                    <a:pt x="619" y="580"/>
                  </a:lnTo>
                  <a:lnTo>
                    <a:pt x="696" y="503"/>
                  </a:lnTo>
                  <a:lnTo>
                    <a:pt x="812" y="464"/>
                  </a:lnTo>
                  <a:lnTo>
                    <a:pt x="927" y="425"/>
                  </a:lnTo>
                  <a:close/>
                  <a:moveTo>
                    <a:pt x="1005" y="1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4" y="425"/>
                  </a:lnTo>
                  <a:lnTo>
                    <a:pt x="78" y="619"/>
                  </a:lnTo>
                  <a:lnTo>
                    <a:pt x="1" y="812"/>
                  </a:lnTo>
                  <a:lnTo>
                    <a:pt x="1" y="1005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3"/>
                  </a:lnTo>
                  <a:lnTo>
                    <a:pt x="387" y="1854"/>
                  </a:lnTo>
                  <a:lnTo>
                    <a:pt x="619" y="2047"/>
                  </a:lnTo>
                  <a:lnTo>
                    <a:pt x="889" y="2202"/>
                  </a:lnTo>
                  <a:lnTo>
                    <a:pt x="1198" y="2318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9" y="2742"/>
                  </a:lnTo>
                  <a:lnTo>
                    <a:pt x="2202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1" y="3013"/>
                  </a:lnTo>
                  <a:lnTo>
                    <a:pt x="2588" y="2974"/>
                  </a:lnTo>
                  <a:lnTo>
                    <a:pt x="2626" y="2897"/>
                  </a:lnTo>
                  <a:lnTo>
                    <a:pt x="2704" y="2318"/>
                  </a:lnTo>
                  <a:lnTo>
                    <a:pt x="2704" y="2009"/>
                  </a:lnTo>
                  <a:lnTo>
                    <a:pt x="2704" y="1700"/>
                  </a:lnTo>
                  <a:lnTo>
                    <a:pt x="2626" y="1429"/>
                  </a:lnTo>
                  <a:lnTo>
                    <a:pt x="2549" y="1121"/>
                  </a:lnTo>
                  <a:lnTo>
                    <a:pt x="2433" y="850"/>
                  </a:lnTo>
                  <a:lnTo>
                    <a:pt x="2279" y="580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700" y="117"/>
                  </a:lnTo>
                  <a:lnTo>
                    <a:pt x="1507" y="39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13"/>
            <p:cNvSpPr/>
            <p:nvPr/>
          </p:nvSpPr>
          <p:spPr>
            <a:xfrm>
              <a:off x="5523525" y="45599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2"/>
                  </a:lnTo>
                  <a:lnTo>
                    <a:pt x="78" y="966"/>
                  </a:lnTo>
                  <a:lnTo>
                    <a:pt x="232" y="1082"/>
                  </a:lnTo>
                  <a:lnTo>
                    <a:pt x="387" y="1198"/>
                  </a:lnTo>
                  <a:lnTo>
                    <a:pt x="464" y="1198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5"/>
                  </a:lnTo>
                  <a:lnTo>
                    <a:pt x="387" y="927"/>
                  </a:lnTo>
                  <a:lnTo>
                    <a:pt x="348" y="812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7" y="503"/>
                  </a:lnTo>
                  <a:lnTo>
                    <a:pt x="464" y="464"/>
                  </a:lnTo>
                  <a:lnTo>
                    <a:pt x="541" y="387"/>
                  </a:lnTo>
                  <a:lnTo>
                    <a:pt x="773" y="387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2" y="1043"/>
                  </a:lnTo>
                  <a:lnTo>
                    <a:pt x="1159" y="1082"/>
                  </a:lnTo>
                  <a:lnTo>
                    <a:pt x="1197" y="1082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7"/>
                  </a:lnTo>
                  <a:lnTo>
                    <a:pt x="1159" y="232"/>
                  </a:lnTo>
                  <a:lnTo>
                    <a:pt x="1004" y="78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13"/>
            <p:cNvSpPr/>
            <p:nvPr/>
          </p:nvSpPr>
          <p:spPr>
            <a:xfrm>
              <a:off x="5492625" y="44122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1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1"/>
                  </a:lnTo>
                  <a:lnTo>
                    <a:pt x="3862" y="503"/>
                  </a:lnTo>
                  <a:lnTo>
                    <a:pt x="3322" y="773"/>
                  </a:lnTo>
                  <a:lnTo>
                    <a:pt x="2781" y="1082"/>
                  </a:lnTo>
                  <a:lnTo>
                    <a:pt x="2279" y="1429"/>
                  </a:lnTo>
                  <a:lnTo>
                    <a:pt x="1816" y="1854"/>
                  </a:lnTo>
                  <a:lnTo>
                    <a:pt x="1429" y="2279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7" y="4789"/>
                  </a:lnTo>
                  <a:lnTo>
                    <a:pt x="1" y="5368"/>
                  </a:lnTo>
                  <a:lnTo>
                    <a:pt x="348" y="5407"/>
                  </a:lnTo>
                  <a:lnTo>
                    <a:pt x="464" y="4982"/>
                  </a:lnTo>
                  <a:lnTo>
                    <a:pt x="580" y="4596"/>
                  </a:lnTo>
                  <a:lnTo>
                    <a:pt x="812" y="3978"/>
                  </a:lnTo>
                  <a:lnTo>
                    <a:pt x="1121" y="3399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7"/>
                  </a:lnTo>
                  <a:lnTo>
                    <a:pt x="3399" y="1159"/>
                  </a:lnTo>
                  <a:lnTo>
                    <a:pt x="3978" y="889"/>
                  </a:lnTo>
                  <a:lnTo>
                    <a:pt x="4635" y="657"/>
                  </a:lnTo>
                  <a:lnTo>
                    <a:pt x="5252" y="464"/>
                  </a:lnTo>
                  <a:lnTo>
                    <a:pt x="5909" y="387"/>
                  </a:lnTo>
                  <a:lnTo>
                    <a:pt x="6565" y="387"/>
                  </a:lnTo>
                  <a:lnTo>
                    <a:pt x="7222" y="464"/>
                  </a:lnTo>
                  <a:lnTo>
                    <a:pt x="7878" y="580"/>
                  </a:lnTo>
                  <a:lnTo>
                    <a:pt x="8496" y="812"/>
                  </a:lnTo>
                  <a:lnTo>
                    <a:pt x="9114" y="1082"/>
                  </a:lnTo>
                  <a:lnTo>
                    <a:pt x="9423" y="1275"/>
                  </a:lnTo>
                  <a:lnTo>
                    <a:pt x="9732" y="1507"/>
                  </a:lnTo>
                  <a:lnTo>
                    <a:pt x="10041" y="1700"/>
                  </a:lnTo>
                  <a:lnTo>
                    <a:pt x="10311" y="1931"/>
                  </a:lnTo>
                  <a:lnTo>
                    <a:pt x="10774" y="2472"/>
                  </a:lnTo>
                  <a:lnTo>
                    <a:pt x="11199" y="3013"/>
                  </a:lnTo>
                  <a:lnTo>
                    <a:pt x="11547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8"/>
                  </a:lnTo>
                  <a:lnTo>
                    <a:pt x="12859" y="6797"/>
                  </a:lnTo>
                  <a:lnTo>
                    <a:pt x="13130" y="7376"/>
                  </a:lnTo>
                  <a:lnTo>
                    <a:pt x="13439" y="7955"/>
                  </a:lnTo>
                  <a:lnTo>
                    <a:pt x="13825" y="8496"/>
                  </a:lnTo>
                  <a:lnTo>
                    <a:pt x="14250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500"/>
                  </a:lnTo>
                  <a:lnTo>
                    <a:pt x="15292" y="9654"/>
                  </a:lnTo>
                  <a:lnTo>
                    <a:pt x="15756" y="9809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9"/>
                  </a:lnTo>
                  <a:lnTo>
                    <a:pt x="17609" y="9616"/>
                  </a:lnTo>
                  <a:lnTo>
                    <a:pt x="17841" y="9500"/>
                  </a:lnTo>
                  <a:lnTo>
                    <a:pt x="18034" y="9384"/>
                  </a:lnTo>
                  <a:lnTo>
                    <a:pt x="18188" y="9230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2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80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6" y="8419"/>
                  </a:lnTo>
                  <a:lnTo>
                    <a:pt x="18072" y="8728"/>
                  </a:lnTo>
                  <a:lnTo>
                    <a:pt x="17802" y="8998"/>
                  </a:lnTo>
                  <a:lnTo>
                    <a:pt x="17493" y="9191"/>
                  </a:lnTo>
                  <a:lnTo>
                    <a:pt x="17184" y="9345"/>
                  </a:lnTo>
                  <a:lnTo>
                    <a:pt x="16837" y="9423"/>
                  </a:lnTo>
                  <a:lnTo>
                    <a:pt x="16451" y="9461"/>
                  </a:lnTo>
                  <a:lnTo>
                    <a:pt x="16103" y="9423"/>
                  </a:lnTo>
                  <a:lnTo>
                    <a:pt x="15717" y="9345"/>
                  </a:lnTo>
                  <a:lnTo>
                    <a:pt x="15369" y="9191"/>
                  </a:lnTo>
                  <a:lnTo>
                    <a:pt x="15022" y="8998"/>
                  </a:lnTo>
                  <a:lnTo>
                    <a:pt x="14713" y="8766"/>
                  </a:lnTo>
                  <a:lnTo>
                    <a:pt x="14404" y="8496"/>
                  </a:lnTo>
                  <a:lnTo>
                    <a:pt x="14172" y="8187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5" y="7183"/>
                  </a:lnTo>
                  <a:lnTo>
                    <a:pt x="13246" y="6526"/>
                  </a:lnTo>
                  <a:lnTo>
                    <a:pt x="12975" y="5831"/>
                  </a:lnTo>
                  <a:lnTo>
                    <a:pt x="12473" y="4480"/>
                  </a:lnTo>
                  <a:lnTo>
                    <a:pt x="12164" y="3823"/>
                  </a:lnTo>
                  <a:lnTo>
                    <a:pt x="11855" y="3206"/>
                  </a:lnTo>
                  <a:lnTo>
                    <a:pt x="11469" y="2588"/>
                  </a:lnTo>
                  <a:lnTo>
                    <a:pt x="11238" y="2279"/>
                  </a:lnTo>
                  <a:lnTo>
                    <a:pt x="11006" y="2009"/>
                  </a:lnTo>
                  <a:lnTo>
                    <a:pt x="10543" y="1584"/>
                  </a:lnTo>
                  <a:lnTo>
                    <a:pt x="10079" y="1198"/>
                  </a:lnTo>
                  <a:lnTo>
                    <a:pt x="9577" y="850"/>
                  </a:lnTo>
                  <a:lnTo>
                    <a:pt x="9037" y="580"/>
                  </a:lnTo>
                  <a:lnTo>
                    <a:pt x="8496" y="348"/>
                  </a:lnTo>
                  <a:lnTo>
                    <a:pt x="7917" y="194"/>
                  </a:lnTo>
                  <a:lnTo>
                    <a:pt x="7338" y="78"/>
                  </a:lnTo>
                  <a:lnTo>
                    <a:pt x="67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13"/>
            <p:cNvSpPr/>
            <p:nvPr/>
          </p:nvSpPr>
          <p:spPr>
            <a:xfrm>
              <a:off x="5490700" y="4546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79"/>
                  </a:lnTo>
                  <a:lnTo>
                    <a:pt x="0" y="1197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8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6"/>
                  </a:lnTo>
                  <a:lnTo>
                    <a:pt x="1970" y="5947"/>
                  </a:lnTo>
                  <a:lnTo>
                    <a:pt x="2433" y="6410"/>
                  </a:lnTo>
                  <a:lnTo>
                    <a:pt x="2974" y="6873"/>
                  </a:lnTo>
                  <a:lnTo>
                    <a:pt x="3514" y="7260"/>
                  </a:lnTo>
                  <a:lnTo>
                    <a:pt x="4094" y="7646"/>
                  </a:lnTo>
                  <a:lnTo>
                    <a:pt x="4712" y="7955"/>
                  </a:lnTo>
                  <a:lnTo>
                    <a:pt x="5329" y="8225"/>
                  </a:lnTo>
                  <a:lnTo>
                    <a:pt x="5986" y="8495"/>
                  </a:lnTo>
                  <a:lnTo>
                    <a:pt x="6642" y="8688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3"/>
                  </a:lnTo>
                  <a:lnTo>
                    <a:pt x="10774" y="9075"/>
                  </a:lnTo>
                  <a:lnTo>
                    <a:pt x="11392" y="8997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1"/>
                  </a:lnTo>
                  <a:lnTo>
                    <a:pt x="14018" y="8379"/>
                  </a:lnTo>
                  <a:lnTo>
                    <a:pt x="14636" y="8148"/>
                  </a:lnTo>
                  <a:lnTo>
                    <a:pt x="15253" y="7877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0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4"/>
                  </a:lnTo>
                  <a:lnTo>
                    <a:pt x="19076" y="4286"/>
                  </a:lnTo>
                  <a:lnTo>
                    <a:pt x="19347" y="3668"/>
                  </a:lnTo>
                  <a:lnTo>
                    <a:pt x="19115" y="3630"/>
                  </a:lnTo>
                  <a:lnTo>
                    <a:pt x="18767" y="4170"/>
                  </a:lnTo>
                  <a:lnTo>
                    <a:pt x="18420" y="4634"/>
                  </a:lnTo>
                  <a:lnTo>
                    <a:pt x="18034" y="5097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0"/>
                  </a:lnTo>
                  <a:lnTo>
                    <a:pt x="15755" y="7028"/>
                  </a:lnTo>
                  <a:lnTo>
                    <a:pt x="15215" y="7298"/>
                  </a:lnTo>
                  <a:lnTo>
                    <a:pt x="14713" y="7569"/>
                  </a:lnTo>
                  <a:lnTo>
                    <a:pt x="14134" y="7800"/>
                  </a:lnTo>
                  <a:lnTo>
                    <a:pt x="13593" y="8032"/>
                  </a:lnTo>
                  <a:lnTo>
                    <a:pt x="13014" y="8186"/>
                  </a:lnTo>
                  <a:lnTo>
                    <a:pt x="12434" y="8341"/>
                  </a:lnTo>
                  <a:lnTo>
                    <a:pt x="11817" y="8457"/>
                  </a:lnTo>
                  <a:lnTo>
                    <a:pt x="11199" y="8534"/>
                  </a:lnTo>
                  <a:lnTo>
                    <a:pt x="10504" y="8611"/>
                  </a:lnTo>
                  <a:lnTo>
                    <a:pt x="9114" y="8611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2"/>
                  </a:lnTo>
                  <a:lnTo>
                    <a:pt x="6333" y="8109"/>
                  </a:lnTo>
                  <a:lnTo>
                    <a:pt x="5638" y="7877"/>
                  </a:lnTo>
                  <a:lnTo>
                    <a:pt x="5020" y="7607"/>
                  </a:lnTo>
                  <a:lnTo>
                    <a:pt x="4364" y="7260"/>
                  </a:lnTo>
                  <a:lnTo>
                    <a:pt x="3785" y="6912"/>
                  </a:lnTo>
                  <a:lnTo>
                    <a:pt x="3206" y="6487"/>
                  </a:lnTo>
                  <a:lnTo>
                    <a:pt x="2704" y="6063"/>
                  </a:lnTo>
                  <a:lnTo>
                    <a:pt x="2202" y="5561"/>
                  </a:lnTo>
                  <a:lnTo>
                    <a:pt x="1777" y="4981"/>
                  </a:lnTo>
                  <a:lnTo>
                    <a:pt x="1391" y="4402"/>
                  </a:lnTo>
                  <a:lnTo>
                    <a:pt x="1120" y="3900"/>
                  </a:lnTo>
                  <a:lnTo>
                    <a:pt x="850" y="3360"/>
                  </a:lnTo>
                  <a:lnTo>
                    <a:pt x="696" y="2858"/>
                  </a:lnTo>
                  <a:lnTo>
                    <a:pt x="541" y="2278"/>
                  </a:lnTo>
                  <a:lnTo>
                    <a:pt x="425" y="1738"/>
                  </a:lnTo>
                  <a:lnTo>
                    <a:pt x="387" y="1158"/>
                  </a:lnTo>
                  <a:lnTo>
                    <a:pt x="387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13"/>
            <p:cNvSpPr/>
            <p:nvPr/>
          </p:nvSpPr>
          <p:spPr>
            <a:xfrm>
              <a:off x="299900" y="4449850"/>
              <a:ext cx="375550" cy="386175"/>
            </a:xfrm>
            <a:custGeom>
              <a:avLst/>
              <a:gdLst/>
              <a:ahLst/>
              <a:cxnLst/>
              <a:rect l="l" t="t" r="r" b="b"/>
              <a:pathLst>
                <a:path w="15022" h="15447" extrusionOk="0">
                  <a:moveTo>
                    <a:pt x="8032" y="503"/>
                  </a:move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05"/>
                  </a:lnTo>
                  <a:lnTo>
                    <a:pt x="10697" y="1236"/>
                  </a:lnTo>
                  <a:lnTo>
                    <a:pt x="11160" y="1507"/>
                  </a:lnTo>
                  <a:lnTo>
                    <a:pt x="11623" y="1815"/>
                  </a:lnTo>
                  <a:lnTo>
                    <a:pt x="10813" y="2163"/>
                  </a:lnTo>
                  <a:lnTo>
                    <a:pt x="10079" y="2588"/>
                  </a:lnTo>
                  <a:lnTo>
                    <a:pt x="9307" y="3090"/>
                  </a:lnTo>
                  <a:lnTo>
                    <a:pt x="8611" y="3592"/>
                  </a:lnTo>
                  <a:lnTo>
                    <a:pt x="7955" y="4171"/>
                  </a:lnTo>
                  <a:lnTo>
                    <a:pt x="7299" y="4789"/>
                  </a:lnTo>
                  <a:lnTo>
                    <a:pt x="6719" y="5445"/>
                  </a:lnTo>
                  <a:lnTo>
                    <a:pt x="6140" y="6140"/>
                  </a:lnTo>
                  <a:lnTo>
                    <a:pt x="5638" y="6835"/>
                  </a:lnTo>
                  <a:lnTo>
                    <a:pt x="5213" y="7608"/>
                  </a:lnTo>
                  <a:lnTo>
                    <a:pt x="4789" y="8380"/>
                  </a:lnTo>
                  <a:lnTo>
                    <a:pt x="4480" y="9191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3" y="11739"/>
                  </a:lnTo>
                  <a:lnTo>
                    <a:pt x="3746" y="12628"/>
                  </a:lnTo>
                  <a:lnTo>
                    <a:pt x="3592" y="12666"/>
                  </a:lnTo>
                  <a:lnTo>
                    <a:pt x="3283" y="11817"/>
                  </a:lnTo>
                  <a:lnTo>
                    <a:pt x="3051" y="11006"/>
                  </a:lnTo>
                  <a:lnTo>
                    <a:pt x="2858" y="10195"/>
                  </a:lnTo>
                  <a:lnTo>
                    <a:pt x="2703" y="9345"/>
                  </a:lnTo>
                  <a:lnTo>
                    <a:pt x="2588" y="8496"/>
                  </a:lnTo>
                  <a:lnTo>
                    <a:pt x="2549" y="7646"/>
                  </a:lnTo>
                  <a:lnTo>
                    <a:pt x="2588" y="6797"/>
                  </a:lnTo>
                  <a:lnTo>
                    <a:pt x="2703" y="5909"/>
                  </a:lnTo>
                  <a:lnTo>
                    <a:pt x="2858" y="5214"/>
                  </a:lnTo>
                  <a:lnTo>
                    <a:pt x="3051" y="4480"/>
                  </a:lnTo>
                  <a:lnTo>
                    <a:pt x="3321" y="3823"/>
                  </a:lnTo>
                  <a:lnTo>
                    <a:pt x="3669" y="3167"/>
                  </a:lnTo>
                  <a:lnTo>
                    <a:pt x="4016" y="2549"/>
                  </a:lnTo>
                  <a:lnTo>
                    <a:pt x="4441" y="1970"/>
                  </a:lnTo>
                  <a:lnTo>
                    <a:pt x="4904" y="1391"/>
                  </a:lnTo>
                  <a:lnTo>
                    <a:pt x="5406" y="850"/>
                  </a:lnTo>
                  <a:lnTo>
                    <a:pt x="5908" y="696"/>
                  </a:lnTo>
                  <a:lnTo>
                    <a:pt x="6410" y="618"/>
                  </a:lnTo>
                  <a:lnTo>
                    <a:pt x="6951" y="541"/>
                  </a:lnTo>
                  <a:lnTo>
                    <a:pt x="7492" y="503"/>
                  </a:lnTo>
                  <a:close/>
                  <a:moveTo>
                    <a:pt x="11971" y="2086"/>
                  </a:moveTo>
                  <a:lnTo>
                    <a:pt x="12357" y="2433"/>
                  </a:lnTo>
                  <a:lnTo>
                    <a:pt x="12705" y="2781"/>
                  </a:lnTo>
                  <a:lnTo>
                    <a:pt x="13052" y="3206"/>
                  </a:lnTo>
                  <a:lnTo>
                    <a:pt x="13322" y="3630"/>
                  </a:lnTo>
                  <a:lnTo>
                    <a:pt x="13593" y="4094"/>
                  </a:lnTo>
                  <a:lnTo>
                    <a:pt x="13863" y="4557"/>
                  </a:lnTo>
                  <a:lnTo>
                    <a:pt x="14056" y="5059"/>
                  </a:lnTo>
                  <a:lnTo>
                    <a:pt x="14211" y="5600"/>
                  </a:lnTo>
                  <a:lnTo>
                    <a:pt x="14326" y="6102"/>
                  </a:lnTo>
                  <a:lnTo>
                    <a:pt x="14442" y="6604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1"/>
                  </a:lnTo>
                  <a:lnTo>
                    <a:pt x="11392" y="7144"/>
                  </a:lnTo>
                  <a:lnTo>
                    <a:pt x="10658" y="7376"/>
                  </a:lnTo>
                  <a:lnTo>
                    <a:pt x="9963" y="7685"/>
                  </a:lnTo>
                  <a:lnTo>
                    <a:pt x="9229" y="8032"/>
                  </a:lnTo>
                  <a:lnTo>
                    <a:pt x="8534" y="8419"/>
                  </a:lnTo>
                  <a:lnTo>
                    <a:pt x="7878" y="8843"/>
                  </a:lnTo>
                  <a:lnTo>
                    <a:pt x="7260" y="9268"/>
                  </a:lnTo>
                  <a:lnTo>
                    <a:pt x="6642" y="9770"/>
                  </a:lnTo>
                  <a:lnTo>
                    <a:pt x="6102" y="10311"/>
                  </a:lnTo>
                  <a:lnTo>
                    <a:pt x="5561" y="10890"/>
                  </a:lnTo>
                  <a:lnTo>
                    <a:pt x="5098" y="11469"/>
                  </a:lnTo>
                  <a:lnTo>
                    <a:pt x="4634" y="12126"/>
                  </a:lnTo>
                  <a:lnTo>
                    <a:pt x="4248" y="12782"/>
                  </a:lnTo>
                  <a:lnTo>
                    <a:pt x="4132" y="12705"/>
                  </a:lnTo>
                  <a:lnTo>
                    <a:pt x="3978" y="12666"/>
                  </a:lnTo>
                  <a:lnTo>
                    <a:pt x="4094" y="11778"/>
                  </a:lnTo>
                  <a:lnTo>
                    <a:pt x="4325" y="10929"/>
                  </a:lnTo>
                  <a:lnTo>
                    <a:pt x="4557" y="10079"/>
                  </a:lnTo>
                  <a:lnTo>
                    <a:pt x="4866" y="9268"/>
                  </a:lnTo>
                  <a:lnTo>
                    <a:pt x="5213" y="8496"/>
                  </a:lnTo>
                  <a:lnTo>
                    <a:pt x="5600" y="7724"/>
                  </a:lnTo>
                  <a:lnTo>
                    <a:pt x="6024" y="6990"/>
                  </a:lnTo>
                  <a:lnTo>
                    <a:pt x="6526" y="6256"/>
                  </a:lnTo>
                  <a:lnTo>
                    <a:pt x="7067" y="5600"/>
                  </a:lnTo>
                  <a:lnTo>
                    <a:pt x="7607" y="4943"/>
                  </a:lnTo>
                  <a:lnTo>
                    <a:pt x="8225" y="4364"/>
                  </a:lnTo>
                  <a:lnTo>
                    <a:pt x="8920" y="3823"/>
                  </a:lnTo>
                  <a:lnTo>
                    <a:pt x="9615" y="3321"/>
                  </a:lnTo>
                  <a:lnTo>
                    <a:pt x="10349" y="2858"/>
                  </a:lnTo>
                  <a:lnTo>
                    <a:pt x="11121" y="2433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39"/>
                  </a:lnTo>
                  <a:lnTo>
                    <a:pt x="14442" y="8689"/>
                  </a:lnTo>
                  <a:lnTo>
                    <a:pt x="14288" y="9538"/>
                  </a:lnTo>
                  <a:lnTo>
                    <a:pt x="14172" y="9925"/>
                  </a:lnTo>
                  <a:lnTo>
                    <a:pt x="14056" y="10349"/>
                  </a:lnTo>
                  <a:lnTo>
                    <a:pt x="13902" y="10735"/>
                  </a:lnTo>
                  <a:lnTo>
                    <a:pt x="13709" y="11122"/>
                  </a:lnTo>
                  <a:lnTo>
                    <a:pt x="13516" y="11508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50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1" y="13014"/>
                  </a:lnTo>
                  <a:lnTo>
                    <a:pt x="11701" y="12898"/>
                  </a:lnTo>
                  <a:lnTo>
                    <a:pt x="11121" y="12743"/>
                  </a:lnTo>
                  <a:lnTo>
                    <a:pt x="10542" y="12628"/>
                  </a:lnTo>
                  <a:lnTo>
                    <a:pt x="10002" y="12550"/>
                  </a:lnTo>
                  <a:lnTo>
                    <a:pt x="9422" y="12473"/>
                  </a:lnTo>
                  <a:lnTo>
                    <a:pt x="8843" y="12435"/>
                  </a:lnTo>
                  <a:lnTo>
                    <a:pt x="8303" y="12435"/>
                  </a:lnTo>
                  <a:lnTo>
                    <a:pt x="7762" y="12473"/>
                  </a:lnTo>
                  <a:lnTo>
                    <a:pt x="7221" y="12550"/>
                  </a:lnTo>
                  <a:lnTo>
                    <a:pt x="6719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23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01"/>
                  </a:lnTo>
                  <a:lnTo>
                    <a:pt x="5870" y="11160"/>
                  </a:lnTo>
                  <a:lnTo>
                    <a:pt x="6410" y="10620"/>
                  </a:lnTo>
                  <a:lnTo>
                    <a:pt x="6990" y="10118"/>
                  </a:lnTo>
                  <a:lnTo>
                    <a:pt x="7569" y="9616"/>
                  </a:lnTo>
                  <a:lnTo>
                    <a:pt x="8148" y="9191"/>
                  </a:lnTo>
                  <a:lnTo>
                    <a:pt x="8766" y="8805"/>
                  </a:lnTo>
                  <a:lnTo>
                    <a:pt x="9422" y="8419"/>
                  </a:lnTo>
                  <a:lnTo>
                    <a:pt x="10079" y="8110"/>
                  </a:lnTo>
                  <a:lnTo>
                    <a:pt x="10735" y="7801"/>
                  </a:lnTo>
                  <a:lnTo>
                    <a:pt x="11469" y="7569"/>
                  </a:lnTo>
                  <a:lnTo>
                    <a:pt x="12164" y="7337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6"/>
                  </a:moveTo>
                  <a:lnTo>
                    <a:pt x="4055" y="1815"/>
                  </a:lnTo>
                  <a:lnTo>
                    <a:pt x="3630" y="2433"/>
                  </a:lnTo>
                  <a:lnTo>
                    <a:pt x="3244" y="3090"/>
                  </a:lnTo>
                  <a:lnTo>
                    <a:pt x="2935" y="3785"/>
                  </a:lnTo>
                  <a:lnTo>
                    <a:pt x="2665" y="4519"/>
                  </a:lnTo>
                  <a:lnTo>
                    <a:pt x="2472" y="5252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4"/>
                  </a:lnTo>
                  <a:lnTo>
                    <a:pt x="2394" y="9847"/>
                  </a:lnTo>
                  <a:lnTo>
                    <a:pt x="2549" y="10620"/>
                  </a:lnTo>
                  <a:lnTo>
                    <a:pt x="2781" y="11353"/>
                  </a:lnTo>
                  <a:lnTo>
                    <a:pt x="3012" y="12048"/>
                  </a:lnTo>
                  <a:lnTo>
                    <a:pt x="3321" y="12743"/>
                  </a:lnTo>
                  <a:lnTo>
                    <a:pt x="3128" y="12859"/>
                  </a:lnTo>
                  <a:lnTo>
                    <a:pt x="2935" y="13014"/>
                  </a:lnTo>
                  <a:lnTo>
                    <a:pt x="2819" y="13207"/>
                  </a:lnTo>
                  <a:lnTo>
                    <a:pt x="2742" y="13439"/>
                  </a:lnTo>
                  <a:lnTo>
                    <a:pt x="2394" y="12975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6" y="11585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075"/>
                  </a:lnTo>
                  <a:lnTo>
                    <a:pt x="541" y="8534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1"/>
                  </a:lnTo>
                  <a:lnTo>
                    <a:pt x="773" y="5870"/>
                  </a:lnTo>
                  <a:lnTo>
                    <a:pt x="927" y="5291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1970"/>
                  </a:lnTo>
                  <a:lnTo>
                    <a:pt x="3939" y="1584"/>
                  </a:lnTo>
                  <a:lnTo>
                    <a:pt x="4518" y="1236"/>
                  </a:lnTo>
                  <a:close/>
                  <a:moveTo>
                    <a:pt x="3862" y="12975"/>
                  </a:moveTo>
                  <a:lnTo>
                    <a:pt x="4016" y="13014"/>
                  </a:lnTo>
                  <a:lnTo>
                    <a:pt x="4171" y="13130"/>
                  </a:lnTo>
                  <a:lnTo>
                    <a:pt x="4287" y="13284"/>
                  </a:lnTo>
                  <a:lnTo>
                    <a:pt x="4325" y="13439"/>
                  </a:lnTo>
                  <a:lnTo>
                    <a:pt x="4364" y="13593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5" y="13786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00"/>
                  </a:lnTo>
                  <a:lnTo>
                    <a:pt x="3051" y="13439"/>
                  </a:lnTo>
                  <a:lnTo>
                    <a:pt x="2974" y="13516"/>
                  </a:lnTo>
                  <a:lnTo>
                    <a:pt x="3051" y="13361"/>
                  </a:lnTo>
                  <a:lnTo>
                    <a:pt x="3167" y="13207"/>
                  </a:lnTo>
                  <a:lnTo>
                    <a:pt x="3321" y="13091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8187" y="12821"/>
                  </a:moveTo>
                  <a:lnTo>
                    <a:pt x="9152" y="12859"/>
                  </a:lnTo>
                  <a:lnTo>
                    <a:pt x="9615" y="12898"/>
                  </a:lnTo>
                  <a:lnTo>
                    <a:pt x="10117" y="12937"/>
                  </a:lnTo>
                  <a:lnTo>
                    <a:pt x="10504" y="13014"/>
                  </a:lnTo>
                  <a:lnTo>
                    <a:pt x="11006" y="13091"/>
                  </a:lnTo>
                  <a:lnTo>
                    <a:pt x="11508" y="13245"/>
                  </a:lnTo>
                  <a:lnTo>
                    <a:pt x="11701" y="13323"/>
                  </a:lnTo>
                  <a:lnTo>
                    <a:pt x="11894" y="13439"/>
                  </a:lnTo>
                  <a:lnTo>
                    <a:pt x="11508" y="13747"/>
                  </a:lnTo>
                  <a:lnTo>
                    <a:pt x="11083" y="14018"/>
                  </a:lnTo>
                  <a:lnTo>
                    <a:pt x="10658" y="14249"/>
                  </a:lnTo>
                  <a:lnTo>
                    <a:pt x="10233" y="14442"/>
                  </a:lnTo>
                  <a:lnTo>
                    <a:pt x="9770" y="14597"/>
                  </a:lnTo>
                  <a:lnTo>
                    <a:pt x="9307" y="14751"/>
                  </a:lnTo>
                  <a:lnTo>
                    <a:pt x="8843" y="14829"/>
                  </a:lnTo>
                  <a:lnTo>
                    <a:pt x="8341" y="14906"/>
                  </a:lnTo>
                  <a:lnTo>
                    <a:pt x="7878" y="14944"/>
                  </a:lnTo>
                  <a:lnTo>
                    <a:pt x="7376" y="14944"/>
                  </a:lnTo>
                  <a:lnTo>
                    <a:pt x="6912" y="14906"/>
                  </a:lnTo>
                  <a:lnTo>
                    <a:pt x="6410" y="14867"/>
                  </a:lnTo>
                  <a:lnTo>
                    <a:pt x="5947" y="14751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6" y="14288"/>
                  </a:lnTo>
                  <a:lnTo>
                    <a:pt x="4711" y="14018"/>
                  </a:lnTo>
                  <a:lnTo>
                    <a:pt x="4750" y="13709"/>
                  </a:lnTo>
                  <a:lnTo>
                    <a:pt x="4711" y="13593"/>
                  </a:lnTo>
                  <a:lnTo>
                    <a:pt x="5561" y="13284"/>
                  </a:lnTo>
                  <a:lnTo>
                    <a:pt x="6410" y="13091"/>
                  </a:lnTo>
                  <a:lnTo>
                    <a:pt x="7299" y="12937"/>
                  </a:lnTo>
                  <a:lnTo>
                    <a:pt x="8187" y="12821"/>
                  </a:lnTo>
                  <a:close/>
                  <a:moveTo>
                    <a:pt x="6990" y="1"/>
                  </a:moveTo>
                  <a:lnTo>
                    <a:pt x="6449" y="78"/>
                  </a:lnTo>
                  <a:lnTo>
                    <a:pt x="5870" y="194"/>
                  </a:lnTo>
                  <a:lnTo>
                    <a:pt x="5329" y="348"/>
                  </a:lnTo>
                  <a:lnTo>
                    <a:pt x="4789" y="580"/>
                  </a:lnTo>
                  <a:lnTo>
                    <a:pt x="4248" y="811"/>
                  </a:lnTo>
                  <a:lnTo>
                    <a:pt x="3785" y="1082"/>
                  </a:lnTo>
                  <a:lnTo>
                    <a:pt x="3283" y="1391"/>
                  </a:lnTo>
                  <a:lnTo>
                    <a:pt x="2819" y="1738"/>
                  </a:lnTo>
                  <a:lnTo>
                    <a:pt x="2394" y="2124"/>
                  </a:lnTo>
                  <a:lnTo>
                    <a:pt x="2008" y="2549"/>
                  </a:lnTo>
                  <a:lnTo>
                    <a:pt x="1622" y="3013"/>
                  </a:lnTo>
                  <a:lnTo>
                    <a:pt x="1275" y="3476"/>
                  </a:lnTo>
                  <a:lnTo>
                    <a:pt x="966" y="3978"/>
                  </a:lnTo>
                  <a:lnTo>
                    <a:pt x="695" y="4596"/>
                  </a:lnTo>
                  <a:lnTo>
                    <a:pt x="425" y="5214"/>
                  </a:lnTo>
                  <a:lnTo>
                    <a:pt x="232" y="5870"/>
                  </a:lnTo>
                  <a:lnTo>
                    <a:pt x="116" y="6526"/>
                  </a:lnTo>
                  <a:lnTo>
                    <a:pt x="39" y="7222"/>
                  </a:lnTo>
                  <a:lnTo>
                    <a:pt x="0" y="7878"/>
                  </a:lnTo>
                  <a:lnTo>
                    <a:pt x="39" y="8573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199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1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481"/>
                  </a:lnTo>
                  <a:lnTo>
                    <a:pt x="4132" y="14597"/>
                  </a:lnTo>
                  <a:lnTo>
                    <a:pt x="4557" y="14790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53"/>
                  </a:lnTo>
                  <a:lnTo>
                    <a:pt x="6333" y="15369"/>
                  </a:lnTo>
                  <a:lnTo>
                    <a:pt x="6797" y="15408"/>
                  </a:lnTo>
                  <a:lnTo>
                    <a:pt x="7299" y="15446"/>
                  </a:lnTo>
                  <a:lnTo>
                    <a:pt x="8225" y="15446"/>
                  </a:lnTo>
                  <a:lnTo>
                    <a:pt x="8689" y="15369"/>
                  </a:lnTo>
                  <a:lnTo>
                    <a:pt x="9152" y="15292"/>
                  </a:lnTo>
                  <a:lnTo>
                    <a:pt x="9615" y="15176"/>
                  </a:lnTo>
                  <a:lnTo>
                    <a:pt x="10079" y="15022"/>
                  </a:lnTo>
                  <a:lnTo>
                    <a:pt x="10542" y="14867"/>
                  </a:lnTo>
                  <a:lnTo>
                    <a:pt x="10967" y="14674"/>
                  </a:lnTo>
                  <a:lnTo>
                    <a:pt x="11392" y="14442"/>
                  </a:lnTo>
                  <a:lnTo>
                    <a:pt x="11855" y="14134"/>
                  </a:lnTo>
                  <a:lnTo>
                    <a:pt x="12318" y="13747"/>
                  </a:lnTo>
                  <a:lnTo>
                    <a:pt x="12743" y="13361"/>
                  </a:lnTo>
                  <a:lnTo>
                    <a:pt x="13129" y="12975"/>
                  </a:lnTo>
                  <a:lnTo>
                    <a:pt x="13477" y="12512"/>
                  </a:lnTo>
                  <a:lnTo>
                    <a:pt x="13786" y="12048"/>
                  </a:lnTo>
                  <a:lnTo>
                    <a:pt x="14056" y="11546"/>
                  </a:lnTo>
                  <a:lnTo>
                    <a:pt x="14288" y="11044"/>
                  </a:lnTo>
                  <a:lnTo>
                    <a:pt x="14520" y="10504"/>
                  </a:lnTo>
                  <a:lnTo>
                    <a:pt x="14674" y="9963"/>
                  </a:lnTo>
                  <a:lnTo>
                    <a:pt x="14828" y="9423"/>
                  </a:lnTo>
                  <a:lnTo>
                    <a:pt x="14906" y="8843"/>
                  </a:lnTo>
                  <a:lnTo>
                    <a:pt x="14983" y="8264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4" y="6565"/>
                  </a:lnTo>
                  <a:lnTo>
                    <a:pt x="14828" y="5986"/>
                  </a:lnTo>
                  <a:lnTo>
                    <a:pt x="14674" y="5368"/>
                  </a:lnTo>
                  <a:lnTo>
                    <a:pt x="14481" y="4789"/>
                  </a:lnTo>
                  <a:lnTo>
                    <a:pt x="14249" y="4248"/>
                  </a:lnTo>
                  <a:lnTo>
                    <a:pt x="13979" y="3708"/>
                  </a:lnTo>
                  <a:lnTo>
                    <a:pt x="13670" y="3206"/>
                  </a:lnTo>
                  <a:lnTo>
                    <a:pt x="13322" y="2742"/>
                  </a:lnTo>
                  <a:lnTo>
                    <a:pt x="12936" y="2279"/>
                  </a:lnTo>
                  <a:lnTo>
                    <a:pt x="12512" y="1893"/>
                  </a:lnTo>
                  <a:lnTo>
                    <a:pt x="12048" y="1507"/>
                  </a:lnTo>
                  <a:lnTo>
                    <a:pt x="11585" y="1159"/>
                  </a:lnTo>
                  <a:lnTo>
                    <a:pt x="11083" y="850"/>
                  </a:lnTo>
                  <a:lnTo>
                    <a:pt x="10542" y="580"/>
                  </a:lnTo>
                  <a:lnTo>
                    <a:pt x="9963" y="387"/>
                  </a:lnTo>
                  <a:lnTo>
                    <a:pt x="9384" y="194"/>
                  </a:lnTo>
                  <a:lnTo>
                    <a:pt x="8766" y="78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13"/>
            <p:cNvSpPr/>
            <p:nvPr/>
          </p:nvSpPr>
          <p:spPr>
            <a:xfrm>
              <a:off x="3315725" y="3754775"/>
              <a:ext cx="374575" cy="387150"/>
            </a:xfrm>
            <a:custGeom>
              <a:avLst/>
              <a:gdLst/>
              <a:ahLst/>
              <a:cxnLst/>
              <a:rect l="l" t="t" r="r" b="b"/>
              <a:pathLst>
                <a:path w="14983" h="15486" extrusionOk="0">
                  <a:moveTo>
                    <a:pt x="7453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44"/>
                  </a:lnTo>
                  <a:lnTo>
                    <a:pt x="10697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40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80" y="9230"/>
                  </a:lnTo>
                  <a:lnTo>
                    <a:pt x="4171" y="10041"/>
                  </a:lnTo>
                  <a:lnTo>
                    <a:pt x="3978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53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9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53" y="503"/>
                  </a:lnTo>
                  <a:close/>
                  <a:moveTo>
                    <a:pt x="11932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13" y="3206"/>
                  </a:lnTo>
                  <a:lnTo>
                    <a:pt x="13322" y="3669"/>
                  </a:lnTo>
                  <a:lnTo>
                    <a:pt x="13593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2"/>
                  </a:lnTo>
                  <a:lnTo>
                    <a:pt x="11392" y="7145"/>
                  </a:lnTo>
                  <a:lnTo>
                    <a:pt x="10658" y="7415"/>
                  </a:lnTo>
                  <a:lnTo>
                    <a:pt x="9924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8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8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2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1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7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30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42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19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1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286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39"/>
                  </a:lnTo>
                  <a:lnTo>
                    <a:pt x="3051" y="13477"/>
                  </a:lnTo>
                  <a:lnTo>
                    <a:pt x="2974" y="13516"/>
                  </a:lnTo>
                  <a:lnTo>
                    <a:pt x="3051" y="13362"/>
                  </a:lnTo>
                  <a:lnTo>
                    <a:pt x="3167" y="13207"/>
                  </a:lnTo>
                  <a:lnTo>
                    <a:pt x="3321" y="13130"/>
                  </a:lnTo>
                  <a:lnTo>
                    <a:pt x="3476" y="13014"/>
                  </a:lnTo>
                  <a:lnTo>
                    <a:pt x="3669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1" y="13362"/>
                  </a:lnTo>
                  <a:lnTo>
                    <a:pt x="11894" y="13477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11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7" y="12860"/>
                  </a:lnTo>
                  <a:close/>
                  <a:moveTo>
                    <a:pt x="7569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46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6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4" y="14520"/>
                  </a:lnTo>
                  <a:lnTo>
                    <a:pt x="4093" y="14597"/>
                  </a:lnTo>
                  <a:lnTo>
                    <a:pt x="4518" y="14829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60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9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2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4" y="233"/>
                  </a:lnTo>
                  <a:lnTo>
                    <a:pt x="8766" y="117"/>
                  </a:lnTo>
                  <a:lnTo>
                    <a:pt x="8187" y="40"/>
                  </a:lnTo>
                  <a:lnTo>
                    <a:pt x="756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13"/>
            <p:cNvSpPr/>
            <p:nvPr/>
          </p:nvSpPr>
          <p:spPr>
            <a:xfrm>
              <a:off x="4674950" y="1001550"/>
              <a:ext cx="375575" cy="387150"/>
            </a:xfrm>
            <a:custGeom>
              <a:avLst/>
              <a:gdLst/>
              <a:ahLst/>
              <a:cxnLst/>
              <a:rect l="l" t="t" r="r" b="b"/>
              <a:pathLst>
                <a:path w="15023" h="15486" extrusionOk="0">
                  <a:moveTo>
                    <a:pt x="7492" y="503"/>
                  </a:moveTo>
                  <a:lnTo>
                    <a:pt x="8033" y="541"/>
                  </a:lnTo>
                  <a:lnTo>
                    <a:pt x="8612" y="580"/>
                  </a:lnTo>
                  <a:lnTo>
                    <a:pt x="9153" y="696"/>
                  </a:lnTo>
                  <a:lnTo>
                    <a:pt x="9693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1" y="1545"/>
                  </a:lnTo>
                  <a:lnTo>
                    <a:pt x="11624" y="1815"/>
                  </a:lnTo>
                  <a:lnTo>
                    <a:pt x="10813" y="2202"/>
                  </a:lnTo>
                  <a:lnTo>
                    <a:pt x="10079" y="2626"/>
                  </a:lnTo>
                  <a:lnTo>
                    <a:pt x="9307" y="3090"/>
                  </a:lnTo>
                  <a:lnTo>
                    <a:pt x="8612" y="3630"/>
                  </a:lnTo>
                  <a:lnTo>
                    <a:pt x="7956" y="4171"/>
                  </a:lnTo>
                  <a:lnTo>
                    <a:pt x="7299" y="4789"/>
                  </a:lnTo>
                  <a:lnTo>
                    <a:pt x="6720" y="5445"/>
                  </a:lnTo>
                  <a:lnTo>
                    <a:pt x="6141" y="6140"/>
                  </a:lnTo>
                  <a:lnTo>
                    <a:pt x="5639" y="6874"/>
                  </a:lnTo>
                  <a:lnTo>
                    <a:pt x="5214" y="7646"/>
                  </a:lnTo>
                  <a:lnTo>
                    <a:pt x="4789" y="8419"/>
                  </a:lnTo>
                  <a:lnTo>
                    <a:pt x="4480" y="9230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4" y="11778"/>
                  </a:lnTo>
                  <a:lnTo>
                    <a:pt x="3747" y="12666"/>
                  </a:lnTo>
                  <a:lnTo>
                    <a:pt x="3592" y="12666"/>
                  </a:lnTo>
                  <a:lnTo>
                    <a:pt x="3283" y="11855"/>
                  </a:lnTo>
                  <a:lnTo>
                    <a:pt x="3052" y="11044"/>
                  </a:lnTo>
                  <a:lnTo>
                    <a:pt x="2858" y="10195"/>
                  </a:lnTo>
                  <a:lnTo>
                    <a:pt x="2704" y="9345"/>
                  </a:lnTo>
                  <a:lnTo>
                    <a:pt x="2588" y="8534"/>
                  </a:lnTo>
                  <a:lnTo>
                    <a:pt x="2550" y="7685"/>
                  </a:lnTo>
                  <a:lnTo>
                    <a:pt x="2588" y="6797"/>
                  </a:lnTo>
                  <a:lnTo>
                    <a:pt x="2704" y="5947"/>
                  </a:lnTo>
                  <a:lnTo>
                    <a:pt x="2858" y="5214"/>
                  </a:lnTo>
                  <a:lnTo>
                    <a:pt x="3052" y="4519"/>
                  </a:lnTo>
                  <a:lnTo>
                    <a:pt x="3322" y="3823"/>
                  </a:lnTo>
                  <a:lnTo>
                    <a:pt x="3669" y="3206"/>
                  </a:lnTo>
                  <a:lnTo>
                    <a:pt x="4017" y="2588"/>
                  </a:lnTo>
                  <a:lnTo>
                    <a:pt x="4442" y="1970"/>
                  </a:lnTo>
                  <a:lnTo>
                    <a:pt x="4905" y="1429"/>
                  </a:lnTo>
                  <a:lnTo>
                    <a:pt x="5407" y="889"/>
                  </a:lnTo>
                  <a:lnTo>
                    <a:pt x="5909" y="734"/>
                  </a:lnTo>
                  <a:lnTo>
                    <a:pt x="6411" y="618"/>
                  </a:lnTo>
                  <a:lnTo>
                    <a:pt x="6952" y="541"/>
                  </a:lnTo>
                  <a:lnTo>
                    <a:pt x="7492" y="503"/>
                  </a:lnTo>
                  <a:close/>
                  <a:moveTo>
                    <a:pt x="11972" y="2086"/>
                  </a:moveTo>
                  <a:lnTo>
                    <a:pt x="12358" y="2433"/>
                  </a:lnTo>
                  <a:lnTo>
                    <a:pt x="12705" y="2819"/>
                  </a:lnTo>
                  <a:lnTo>
                    <a:pt x="13053" y="3206"/>
                  </a:lnTo>
                  <a:lnTo>
                    <a:pt x="13323" y="3669"/>
                  </a:lnTo>
                  <a:lnTo>
                    <a:pt x="13593" y="4094"/>
                  </a:lnTo>
                  <a:lnTo>
                    <a:pt x="13864" y="4596"/>
                  </a:lnTo>
                  <a:lnTo>
                    <a:pt x="14057" y="5098"/>
                  </a:lnTo>
                  <a:lnTo>
                    <a:pt x="14211" y="5600"/>
                  </a:lnTo>
                  <a:lnTo>
                    <a:pt x="14327" y="6102"/>
                  </a:lnTo>
                  <a:lnTo>
                    <a:pt x="14443" y="6642"/>
                  </a:lnTo>
                  <a:lnTo>
                    <a:pt x="13671" y="6681"/>
                  </a:lnTo>
                  <a:lnTo>
                    <a:pt x="12898" y="6797"/>
                  </a:lnTo>
                  <a:lnTo>
                    <a:pt x="12165" y="6951"/>
                  </a:lnTo>
                  <a:lnTo>
                    <a:pt x="11392" y="7144"/>
                  </a:lnTo>
                  <a:lnTo>
                    <a:pt x="10659" y="7415"/>
                  </a:lnTo>
                  <a:lnTo>
                    <a:pt x="9964" y="7724"/>
                  </a:lnTo>
                  <a:lnTo>
                    <a:pt x="9230" y="8032"/>
                  </a:lnTo>
                  <a:lnTo>
                    <a:pt x="8535" y="8419"/>
                  </a:lnTo>
                  <a:lnTo>
                    <a:pt x="7878" y="8843"/>
                  </a:lnTo>
                  <a:lnTo>
                    <a:pt x="7261" y="9307"/>
                  </a:lnTo>
                  <a:lnTo>
                    <a:pt x="6643" y="9809"/>
                  </a:lnTo>
                  <a:lnTo>
                    <a:pt x="6102" y="10349"/>
                  </a:lnTo>
                  <a:lnTo>
                    <a:pt x="5561" y="10890"/>
                  </a:lnTo>
                  <a:lnTo>
                    <a:pt x="5098" y="11508"/>
                  </a:lnTo>
                  <a:lnTo>
                    <a:pt x="4635" y="12126"/>
                  </a:lnTo>
                  <a:lnTo>
                    <a:pt x="4249" y="12821"/>
                  </a:lnTo>
                  <a:lnTo>
                    <a:pt x="4133" y="12743"/>
                  </a:lnTo>
                  <a:lnTo>
                    <a:pt x="3978" y="12666"/>
                  </a:lnTo>
                  <a:lnTo>
                    <a:pt x="4094" y="11817"/>
                  </a:lnTo>
                  <a:lnTo>
                    <a:pt x="4326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4" y="8496"/>
                  </a:lnTo>
                  <a:lnTo>
                    <a:pt x="5600" y="7724"/>
                  </a:lnTo>
                  <a:lnTo>
                    <a:pt x="6025" y="6990"/>
                  </a:lnTo>
                  <a:lnTo>
                    <a:pt x="6527" y="6295"/>
                  </a:lnTo>
                  <a:lnTo>
                    <a:pt x="7067" y="5600"/>
                  </a:lnTo>
                  <a:lnTo>
                    <a:pt x="7608" y="4982"/>
                  </a:lnTo>
                  <a:lnTo>
                    <a:pt x="8226" y="4403"/>
                  </a:lnTo>
                  <a:lnTo>
                    <a:pt x="8921" y="3823"/>
                  </a:lnTo>
                  <a:lnTo>
                    <a:pt x="9616" y="3321"/>
                  </a:lnTo>
                  <a:lnTo>
                    <a:pt x="10350" y="2858"/>
                  </a:lnTo>
                  <a:lnTo>
                    <a:pt x="11122" y="2472"/>
                  </a:lnTo>
                  <a:lnTo>
                    <a:pt x="11972" y="2086"/>
                  </a:lnTo>
                  <a:close/>
                  <a:moveTo>
                    <a:pt x="14482" y="6990"/>
                  </a:moveTo>
                  <a:lnTo>
                    <a:pt x="14482" y="7839"/>
                  </a:lnTo>
                  <a:lnTo>
                    <a:pt x="14443" y="8689"/>
                  </a:lnTo>
                  <a:lnTo>
                    <a:pt x="14288" y="9538"/>
                  </a:lnTo>
                  <a:lnTo>
                    <a:pt x="14173" y="9963"/>
                  </a:lnTo>
                  <a:lnTo>
                    <a:pt x="14057" y="10349"/>
                  </a:lnTo>
                  <a:lnTo>
                    <a:pt x="13902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3" y="12241"/>
                  </a:lnTo>
                  <a:lnTo>
                    <a:pt x="12782" y="12589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2" y="13052"/>
                  </a:lnTo>
                  <a:lnTo>
                    <a:pt x="11701" y="12937"/>
                  </a:lnTo>
                  <a:lnTo>
                    <a:pt x="11122" y="12782"/>
                  </a:lnTo>
                  <a:lnTo>
                    <a:pt x="10543" y="12628"/>
                  </a:lnTo>
                  <a:lnTo>
                    <a:pt x="10002" y="12550"/>
                  </a:lnTo>
                  <a:lnTo>
                    <a:pt x="9423" y="12512"/>
                  </a:lnTo>
                  <a:lnTo>
                    <a:pt x="8844" y="12473"/>
                  </a:lnTo>
                  <a:lnTo>
                    <a:pt x="8303" y="12473"/>
                  </a:lnTo>
                  <a:lnTo>
                    <a:pt x="7763" y="12512"/>
                  </a:lnTo>
                  <a:lnTo>
                    <a:pt x="7222" y="12589"/>
                  </a:lnTo>
                  <a:lnTo>
                    <a:pt x="6720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1"/>
                  </a:lnTo>
                  <a:lnTo>
                    <a:pt x="4557" y="13130"/>
                  </a:lnTo>
                  <a:lnTo>
                    <a:pt x="4442" y="12937"/>
                  </a:lnTo>
                  <a:lnTo>
                    <a:pt x="4905" y="12319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1" y="10620"/>
                  </a:lnTo>
                  <a:lnTo>
                    <a:pt x="6990" y="10118"/>
                  </a:lnTo>
                  <a:lnTo>
                    <a:pt x="7569" y="9654"/>
                  </a:lnTo>
                  <a:lnTo>
                    <a:pt x="8149" y="9230"/>
                  </a:lnTo>
                  <a:lnTo>
                    <a:pt x="8767" y="8805"/>
                  </a:lnTo>
                  <a:lnTo>
                    <a:pt x="9423" y="8457"/>
                  </a:lnTo>
                  <a:lnTo>
                    <a:pt x="10079" y="8110"/>
                  </a:lnTo>
                  <a:lnTo>
                    <a:pt x="10736" y="7839"/>
                  </a:lnTo>
                  <a:lnTo>
                    <a:pt x="11470" y="7569"/>
                  </a:lnTo>
                  <a:lnTo>
                    <a:pt x="12165" y="7376"/>
                  </a:lnTo>
                  <a:lnTo>
                    <a:pt x="12937" y="7183"/>
                  </a:lnTo>
                  <a:lnTo>
                    <a:pt x="13671" y="7067"/>
                  </a:lnTo>
                  <a:lnTo>
                    <a:pt x="14482" y="6990"/>
                  </a:lnTo>
                  <a:close/>
                  <a:moveTo>
                    <a:pt x="4519" y="1236"/>
                  </a:moveTo>
                  <a:lnTo>
                    <a:pt x="4055" y="1854"/>
                  </a:lnTo>
                  <a:lnTo>
                    <a:pt x="3631" y="2472"/>
                  </a:lnTo>
                  <a:lnTo>
                    <a:pt x="3245" y="3128"/>
                  </a:lnTo>
                  <a:lnTo>
                    <a:pt x="2936" y="3823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8" y="6025"/>
                  </a:lnTo>
                  <a:lnTo>
                    <a:pt x="2241" y="6797"/>
                  </a:lnTo>
                  <a:lnTo>
                    <a:pt x="2202" y="7569"/>
                  </a:lnTo>
                  <a:lnTo>
                    <a:pt x="2202" y="8341"/>
                  </a:lnTo>
                  <a:lnTo>
                    <a:pt x="2279" y="9114"/>
                  </a:lnTo>
                  <a:lnTo>
                    <a:pt x="2395" y="9886"/>
                  </a:lnTo>
                  <a:lnTo>
                    <a:pt x="2550" y="10620"/>
                  </a:lnTo>
                  <a:lnTo>
                    <a:pt x="2781" y="11353"/>
                  </a:lnTo>
                  <a:lnTo>
                    <a:pt x="3013" y="12087"/>
                  </a:lnTo>
                  <a:lnTo>
                    <a:pt x="3322" y="12743"/>
                  </a:lnTo>
                  <a:lnTo>
                    <a:pt x="3129" y="12898"/>
                  </a:lnTo>
                  <a:lnTo>
                    <a:pt x="2936" y="13052"/>
                  </a:lnTo>
                  <a:lnTo>
                    <a:pt x="2820" y="13245"/>
                  </a:lnTo>
                  <a:lnTo>
                    <a:pt x="2743" y="13439"/>
                  </a:lnTo>
                  <a:lnTo>
                    <a:pt x="2395" y="13014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7" y="11624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9" y="10118"/>
                  </a:lnTo>
                  <a:lnTo>
                    <a:pt x="735" y="9616"/>
                  </a:lnTo>
                  <a:lnTo>
                    <a:pt x="619" y="9114"/>
                  </a:lnTo>
                  <a:lnTo>
                    <a:pt x="542" y="8573"/>
                  </a:lnTo>
                  <a:lnTo>
                    <a:pt x="503" y="8032"/>
                  </a:lnTo>
                  <a:lnTo>
                    <a:pt x="503" y="7492"/>
                  </a:lnTo>
                  <a:lnTo>
                    <a:pt x="542" y="6951"/>
                  </a:lnTo>
                  <a:lnTo>
                    <a:pt x="619" y="6411"/>
                  </a:lnTo>
                  <a:lnTo>
                    <a:pt x="773" y="5870"/>
                  </a:lnTo>
                  <a:lnTo>
                    <a:pt x="928" y="5329"/>
                  </a:lnTo>
                  <a:lnTo>
                    <a:pt x="1198" y="4673"/>
                  </a:lnTo>
                  <a:lnTo>
                    <a:pt x="1546" y="4055"/>
                  </a:lnTo>
                  <a:lnTo>
                    <a:pt x="1932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2009"/>
                  </a:lnTo>
                  <a:lnTo>
                    <a:pt x="3940" y="1584"/>
                  </a:lnTo>
                  <a:lnTo>
                    <a:pt x="4519" y="1236"/>
                  </a:lnTo>
                  <a:close/>
                  <a:moveTo>
                    <a:pt x="3862" y="12975"/>
                  </a:moveTo>
                  <a:lnTo>
                    <a:pt x="4017" y="13052"/>
                  </a:lnTo>
                  <a:lnTo>
                    <a:pt x="4171" y="13168"/>
                  </a:lnTo>
                  <a:lnTo>
                    <a:pt x="4287" y="13284"/>
                  </a:lnTo>
                  <a:lnTo>
                    <a:pt x="4326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6" y="13941"/>
                  </a:lnTo>
                  <a:lnTo>
                    <a:pt x="4210" y="14095"/>
                  </a:lnTo>
                  <a:lnTo>
                    <a:pt x="3785" y="13825"/>
                  </a:lnTo>
                  <a:lnTo>
                    <a:pt x="3360" y="13477"/>
                  </a:lnTo>
                  <a:lnTo>
                    <a:pt x="3245" y="13439"/>
                  </a:lnTo>
                  <a:lnTo>
                    <a:pt x="3167" y="13439"/>
                  </a:lnTo>
                  <a:lnTo>
                    <a:pt x="3052" y="13477"/>
                  </a:lnTo>
                  <a:lnTo>
                    <a:pt x="2974" y="13516"/>
                  </a:lnTo>
                  <a:lnTo>
                    <a:pt x="3052" y="13361"/>
                  </a:lnTo>
                  <a:lnTo>
                    <a:pt x="3167" y="13207"/>
                  </a:lnTo>
                  <a:lnTo>
                    <a:pt x="3322" y="13130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53" y="12859"/>
                  </a:moveTo>
                  <a:lnTo>
                    <a:pt x="9616" y="12898"/>
                  </a:lnTo>
                  <a:lnTo>
                    <a:pt x="10118" y="12975"/>
                  </a:lnTo>
                  <a:lnTo>
                    <a:pt x="10504" y="13014"/>
                  </a:lnTo>
                  <a:lnTo>
                    <a:pt x="11006" y="13130"/>
                  </a:lnTo>
                  <a:lnTo>
                    <a:pt x="11508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8"/>
                  </a:lnTo>
                  <a:lnTo>
                    <a:pt x="10659" y="14249"/>
                  </a:lnTo>
                  <a:lnTo>
                    <a:pt x="10234" y="14443"/>
                  </a:lnTo>
                  <a:lnTo>
                    <a:pt x="9770" y="14636"/>
                  </a:lnTo>
                  <a:lnTo>
                    <a:pt x="9307" y="14751"/>
                  </a:lnTo>
                  <a:lnTo>
                    <a:pt x="8844" y="14867"/>
                  </a:lnTo>
                  <a:lnTo>
                    <a:pt x="8342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3" y="14945"/>
                  </a:lnTo>
                  <a:lnTo>
                    <a:pt x="6411" y="14867"/>
                  </a:lnTo>
                  <a:lnTo>
                    <a:pt x="5948" y="14790"/>
                  </a:lnTo>
                  <a:lnTo>
                    <a:pt x="5484" y="14636"/>
                  </a:lnTo>
                  <a:lnTo>
                    <a:pt x="5021" y="14481"/>
                  </a:lnTo>
                  <a:lnTo>
                    <a:pt x="4596" y="14288"/>
                  </a:lnTo>
                  <a:lnTo>
                    <a:pt x="4712" y="14018"/>
                  </a:lnTo>
                  <a:lnTo>
                    <a:pt x="4751" y="13747"/>
                  </a:lnTo>
                  <a:lnTo>
                    <a:pt x="4712" y="13593"/>
                  </a:lnTo>
                  <a:lnTo>
                    <a:pt x="5561" y="13323"/>
                  </a:lnTo>
                  <a:lnTo>
                    <a:pt x="6411" y="13091"/>
                  </a:lnTo>
                  <a:lnTo>
                    <a:pt x="7299" y="12937"/>
                  </a:lnTo>
                  <a:lnTo>
                    <a:pt x="8187" y="12859"/>
                  </a:lnTo>
                  <a:close/>
                  <a:moveTo>
                    <a:pt x="7608" y="1"/>
                  </a:moveTo>
                  <a:lnTo>
                    <a:pt x="6990" y="39"/>
                  </a:lnTo>
                  <a:lnTo>
                    <a:pt x="6450" y="116"/>
                  </a:lnTo>
                  <a:lnTo>
                    <a:pt x="5870" y="232"/>
                  </a:lnTo>
                  <a:lnTo>
                    <a:pt x="5330" y="387"/>
                  </a:lnTo>
                  <a:lnTo>
                    <a:pt x="4789" y="580"/>
                  </a:lnTo>
                  <a:lnTo>
                    <a:pt x="4249" y="812"/>
                  </a:lnTo>
                  <a:lnTo>
                    <a:pt x="3785" y="1120"/>
                  </a:lnTo>
                  <a:lnTo>
                    <a:pt x="3283" y="1429"/>
                  </a:lnTo>
                  <a:lnTo>
                    <a:pt x="2820" y="1777"/>
                  </a:lnTo>
                  <a:lnTo>
                    <a:pt x="2395" y="2163"/>
                  </a:lnTo>
                  <a:lnTo>
                    <a:pt x="2009" y="2588"/>
                  </a:lnTo>
                  <a:lnTo>
                    <a:pt x="1623" y="3013"/>
                  </a:lnTo>
                  <a:lnTo>
                    <a:pt x="1275" y="3515"/>
                  </a:lnTo>
                  <a:lnTo>
                    <a:pt x="966" y="4017"/>
                  </a:lnTo>
                  <a:lnTo>
                    <a:pt x="696" y="4596"/>
                  </a:lnTo>
                  <a:lnTo>
                    <a:pt x="426" y="5252"/>
                  </a:lnTo>
                  <a:lnTo>
                    <a:pt x="233" y="5909"/>
                  </a:lnTo>
                  <a:lnTo>
                    <a:pt x="117" y="6565"/>
                  </a:lnTo>
                  <a:lnTo>
                    <a:pt x="40" y="7222"/>
                  </a:lnTo>
                  <a:lnTo>
                    <a:pt x="1" y="7917"/>
                  </a:lnTo>
                  <a:lnTo>
                    <a:pt x="40" y="8612"/>
                  </a:lnTo>
                  <a:lnTo>
                    <a:pt x="117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6" y="11238"/>
                  </a:lnTo>
                  <a:lnTo>
                    <a:pt x="1005" y="11817"/>
                  </a:lnTo>
                  <a:lnTo>
                    <a:pt x="1352" y="12396"/>
                  </a:lnTo>
                  <a:lnTo>
                    <a:pt x="1739" y="12937"/>
                  </a:lnTo>
                  <a:lnTo>
                    <a:pt x="2202" y="13439"/>
                  </a:lnTo>
                  <a:lnTo>
                    <a:pt x="2704" y="13902"/>
                  </a:lnTo>
                  <a:lnTo>
                    <a:pt x="2781" y="13941"/>
                  </a:lnTo>
                  <a:lnTo>
                    <a:pt x="2820" y="13941"/>
                  </a:lnTo>
                  <a:lnTo>
                    <a:pt x="2936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520"/>
                  </a:lnTo>
                  <a:lnTo>
                    <a:pt x="4133" y="14597"/>
                  </a:lnTo>
                  <a:lnTo>
                    <a:pt x="4557" y="14829"/>
                  </a:lnTo>
                  <a:lnTo>
                    <a:pt x="4982" y="14983"/>
                  </a:lnTo>
                  <a:lnTo>
                    <a:pt x="5407" y="15138"/>
                  </a:lnTo>
                  <a:lnTo>
                    <a:pt x="5870" y="15292"/>
                  </a:lnTo>
                  <a:lnTo>
                    <a:pt x="6334" y="15369"/>
                  </a:lnTo>
                  <a:lnTo>
                    <a:pt x="6797" y="15447"/>
                  </a:lnTo>
                  <a:lnTo>
                    <a:pt x="7299" y="15485"/>
                  </a:lnTo>
                  <a:lnTo>
                    <a:pt x="7763" y="15485"/>
                  </a:lnTo>
                  <a:lnTo>
                    <a:pt x="8226" y="15447"/>
                  </a:lnTo>
                  <a:lnTo>
                    <a:pt x="8689" y="15408"/>
                  </a:lnTo>
                  <a:lnTo>
                    <a:pt x="9153" y="15331"/>
                  </a:lnTo>
                  <a:lnTo>
                    <a:pt x="9616" y="15215"/>
                  </a:lnTo>
                  <a:lnTo>
                    <a:pt x="10079" y="15060"/>
                  </a:lnTo>
                  <a:lnTo>
                    <a:pt x="10543" y="14867"/>
                  </a:lnTo>
                  <a:lnTo>
                    <a:pt x="10968" y="14674"/>
                  </a:lnTo>
                  <a:lnTo>
                    <a:pt x="11392" y="14443"/>
                  </a:lnTo>
                  <a:lnTo>
                    <a:pt x="11856" y="14134"/>
                  </a:lnTo>
                  <a:lnTo>
                    <a:pt x="12319" y="13786"/>
                  </a:lnTo>
                  <a:lnTo>
                    <a:pt x="12744" y="13400"/>
                  </a:lnTo>
                  <a:lnTo>
                    <a:pt x="13130" y="12975"/>
                  </a:lnTo>
                  <a:lnTo>
                    <a:pt x="13478" y="12550"/>
                  </a:lnTo>
                  <a:lnTo>
                    <a:pt x="13786" y="12048"/>
                  </a:lnTo>
                  <a:lnTo>
                    <a:pt x="14057" y="11585"/>
                  </a:lnTo>
                  <a:lnTo>
                    <a:pt x="14288" y="11044"/>
                  </a:lnTo>
                  <a:lnTo>
                    <a:pt x="14520" y="10542"/>
                  </a:lnTo>
                  <a:lnTo>
                    <a:pt x="14675" y="10002"/>
                  </a:lnTo>
                  <a:lnTo>
                    <a:pt x="14829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5" y="6604"/>
                  </a:lnTo>
                  <a:lnTo>
                    <a:pt x="14829" y="5986"/>
                  </a:lnTo>
                  <a:lnTo>
                    <a:pt x="14675" y="5407"/>
                  </a:lnTo>
                  <a:lnTo>
                    <a:pt x="14482" y="4827"/>
                  </a:lnTo>
                  <a:lnTo>
                    <a:pt x="14250" y="4287"/>
                  </a:lnTo>
                  <a:lnTo>
                    <a:pt x="13980" y="3746"/>
                  </a:lnTo>
                  <a:lnTo>
                    <a:pt x="13671" y="3244"/>
                  </a:lnTo>
                  <a:lnTo>
                    <a:pt x="13323" y="2742"/>
                  </a:lnTo>
                  <a:lnTo>
                    <a:pt x="12937" y="2317"/>
                  </a:lnTo>
                  <a:lnTo>
                    <a:pt x="12512" y="1893"/>
                  </a:lnTo>
                  <a:lnTo>
                    <a:pt x="12049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3" y="618"/>
                  </a:lnTo>
                  <a:lnTo>
                    <a:pt x="9964" y="387"/>
                  </a:lnTo>
                  <a:lnTo>
                    <a:pt x="9384" y="232"/>
                  </a:lnTo>
                  <a:lnTo>
                    <a:pt x="8767" y="116"/>
                  </a:lnTo>
                  <a:lnTo>
                    <a:pt x="8187" y="39"/>
                  </a:lnTo>
                  <a:lnTo>
                    <a:pt x="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13"/>
            <p:cNvSpPr/>
            <p:nvPr/>
          </p:nvSpPr>
          <p:spPr>
            <a:xfrm>
              <a:off x="6760175" y="920450"/>
              <a:ext cx="375550" cy="387150"/>
            </a:xfrm>
            <a:custGeom>
              <a:avLst/>
              <a:gdLst/>
              <a:ahLst/>
              <a:cxnLst/>
              <a:rect l="l" t="t" r="r" b="b"/>
              <a:pathLst>
                <a:path w="15022" h="15486" extrusionOk="0">
                  <a:moveTo>
                    <a:pt x="7491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2" y="850"/>
                  </a:lnTo>
                  <a:lnTo>
                    <a:pt x="10194" y="1044"/>
                  </a:lnTo>
                  <a:lnTo>
                    <a:pt x="10696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79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79" y="9230"/>
                  </a:lnTo>
                  <a:lnTo>
                    <a:pt x="4170" y="10041"/>
                  </a:lnTo>
                  <a:lnTo>
                    <a:pt x="3977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91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8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91" y="503"/>
                  </a:lnTo>
                  <a:close/>
                  <a:moveTo>
                    <a:pt x="11971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52" y="3206"/>
                  </a:lnTo>
                  <a:lnTo>
                    <a:pt x="13322" y="3669"/>
                  </a:lnTo>
                  <a:lnTo>
                    <a:pt x="13592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7" y="6797"/>
                  </a:lnTo>
                  <a:lnTo>
                    <a:pt x="12164" y="6952"/>
                  </a:lnTo>
                  <a:lnTo>
                    <a:pt x="11391" y="7145"/>
                  </a:lnTo>
                  <a:lnTo>
                    <a:pt x="10658" y="7415"/>
                  </a:lnTo>
                  <a:lnTo>
                    <a:pt x="9963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7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7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1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0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719" y="12667"/>
                  </a:lnTo>
                  <a:lnTo>
                    <a:pt x="6178" y="12782"/>
                  </a:lnTo>
                  <a:lnTo>
                    <a:pt x="5676" y="12937"/>
                  </a:lnTo>
                  <a:lnTo>
                    <a:pt x="5174" y="13130"/>
                  </a:lnTo>
                  <a:lnTo>
                    <a:pt x="4672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69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4" y="4519"/>
                  </a:lnTo>
                  <a:lnTo>
                    <a:pt x="2471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80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6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58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0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8"/>
                  </a:lnTo>
                  <a:lnTo>
                    <a:pt x="3244" y="13439"/>
                  </a:lnTo>
                  <a:lnTo>
                    <a:pt x="3166" y="13439"/>
                  </a:lnTo>
                  <a:lnTo>
                    <a:pt x="3051" y="13478"/>
                  </a:lnTo>
                  <a:lnTo>
                    <a:pt x="2973" y="13516"/>
                  </a:lnTo>
                  <a:lnTo>
                    <a:pt x="3051" y="13362"/>
                  </a:lnTo>
                  <a:lnTo>
                    <a:pt x="3166" y="13207"/>
                  </a:lnTo>
                  <a:lnTo>
                    <a:pt x="3321" y="13130"/>
                  </a:lnTo>
                  <a:lnTo>
                    <a:pt x="3475" y="13014"/>
                  </a:lnTo>
                  <a:lnTo>
                    <a:pt x="3668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0" y="13362"/>
                  </a:lnTo>
                  <a:lnTo>
                    <a:pt x="11893" y="13478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7" y="14983"/>
                  </a:lnTo>
                  <a:lnTo>
                    <a:pt x="7375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3" y="14636"/>
                  </a:lnTo>
                  <a:lnTo>
                    <a:pt x="5020" y="14482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50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6" y="12860"/>
                  </a:lnTo>
                  <a:close/>
                  <a:moveTo>
                    <a:pt x="7607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84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5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9"/>
                  </a:lnTo>
                  <a:lnTo>
                    <a:pt x="270" y="9925"/>
                  </a:lnTo>
                  <a:lnTo>
                    <a:pt x="463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6" y="14134"/>
                  </a:lnTo>
                  <a:lnTo>
                    <a:pt x="3475" y="14327"/>
                  </a:lnTo>
                  <a:lnTo>
                    <a:pt x="3784" y="14520"/>
                  </a:lnTo>
                  <a:lnTo>
                    <a:pt x="4132" y="14597"/>
                  </a:lnTo>
                  <a:lnTo>
                    <a:pt x="4557" y="14829"/>
                  </a:lnTo>
                  <a:lnTo>
                    <a:pt x="4981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98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8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1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5" y="8882"/>
                  </a:lnTo>
                  <a:lnTo>
                    <a:pt x="14983" y="8303"/>
                  </a:lnTo>
                  <a:lnTo>
                    <a:pt x="15021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3" y="233"/>
                  </a:lnTo>
                  <a:lnTo>
                    <a:pt x="8766" y="117"/>
                  </a:lnTo>
                  <a:lnTo>
                    <a:pt x="8186" y="40"/>
                  </a:lnTo>
                  <a:lnTo>
                    <a:pt x="76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13"/>
            <p:cNvSpPr/>
            <p:nvPr/>
          </p:nvSpPr>
          <p:spPr>
            <a:xfrm>
              <a:off x="1387875" y="1558575"/>
              <a:ext cx="374575" cy="387125"/>
            </a:xfrm>
            <a:custGeom>
              <a:avLst/>
              <a:gdLst/>
              <a:ahLst/>
              <a:cxnLst/>
              <a:rect l="l" t="t" r="r" b="b"/>
              <a:pathLst>
                <a:path w="14983" h="15485" extrusionOk="0">
                  <a:moveTo>
                    <a:pt x="7453" y="502"/>
                  </a:moveTo>
                  <a:lnTo>
                    <a:pt x="8032" y="541"/>
                  </a:lnTo>
                  <a:lnTo>
                    <a:pt x="8573" y="580"/>
                  </a:lnTo>
                  <a:lnTo>
                    <a:pt x="9152" y="695"/>
                  </a:lnTo>
                  <a:lnTo>
                    <a:pt x="9654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0" y="1545"/>
                  </a:lnTo>
                  <a:lnTo>
                    <a:pt x="11585" y="1854"/>
                  </a:lnTo>
                  <a:lnTo>
                    <a:pt x="10812" y="2201"/>
                  </a:lnTo>
                  <a:lnTo>
                    <a:pt x="10040" y="2626"/>
                  </a:lnTo>
                  <a:lnTo>
                    <a:pt x="9306" y="3090"/>
                  </a:lnTo>
                  <a:lnTo>
                    <a:pt x="8611" y="3630"/>
                  </a:lnTo>
                  <a:lnTo>
                    <a:pt x="7916" y="4171"/>
                  </a:lnTo>
                  <a:lnTo>
                    <a:pt x="7299" y="4789"/>
                  </a:lnTo>
                  <a:lnTo>
                    <a:pt x="6681" y="5445"/>
                  </a:lnTo>
                  <a:lnTo>
                    <a:pt x="6140" y="6140"/>
                  </a:lnTo>
                  <a:lnTo>
                    <a:pt x="5638" y="6874"/>
                  </a:lnTo>
                  <a:lnTo>
                    <a:pt x="5175" y="7646"/>
                  </a:lnTo>
                  <a:lnTo>
                    <a:pt x="4789" y="8418"/>
                  </a:lnTo>
                  <a:lnTo>
                    <a:pt x="4441" y="9229"/>
                  </a:lnTo>
                  <a:lnTo>
                    <a:pt x="4171" y="10040"/>
                  </a:lnTo>
                  <a:lnTo>
                    <a:pt x="3939" y="10890"/>
                  </a:lnTo>
                  <a:lnTo>
                    <a:pt x="3823" y="11778"/>
                  </a:lnTo>
                  <a:lnTo>
                    <a:pt x="3746" y="12666"/>
                  </a:lnTo>
                  <a:lnTo>
                    <a:pt x="3553" y="12666"/>
                  </a:lnTo>
                  <a:lnTo>
                    <a:pt x="3283" y="11855"/>
                  </a:lnTo>
                  <a:lnTo>
                    <a:pt x="3051" y="11044"/>
                  </a:lnTo>
                  <a:lnTo>
                    <a:pt x="2819" y="10195"/>
                  </a:lnTo>
                  <a:lnTo>
                    <a:pt x="2665" y="9384"/>
                  </a:lnTo>
                  <a:lnTo>
                    <a:pt x="2588" y="8534"/>
                  </a:lnTo>
                  <a:lnTo>
                    <a:pt x="2549" y="7685"/>
                  </a:lnTo>
                  <a:lnTo>
                    <a:pt x="2588" y="6797"/>
                  </a:lnTo>
                  <a:lnTo>
                    <a:pt x="2665" y="5947"/>
                  </a:lnTo>
                  <a:lnTo>
                    <a:pt x="2858" y="5213"/>
                  </a:lnTo>
                  <a:lnTo>
                    <a:pt x="3051" y="4518"/>
                  </a:lnTo>
                  <a:lnTo>
                    <a:pt x="3321" y="3823"/>
                  </a:lnTo>
                  <a:lnTo>
                    <a:pt x="3630" y="3205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29"/>
                  </a:lnTo>
                  <a:lnTo>
                    <a:pt x="5406" y="888"/>
                  </a:lnTo>
                  <a:lnTo>
                    <a:pt x="5908" y="734"/>
                  </a:lnTo>
                  <a:lnTo>
                    <a:pt x="6410" y="618"/>
                  </a:lnTo>
                  <a:lnTo>
                    <a:pt x="6912" y="541"/>
                  </a:lnTo>
                  <a:lnTo>
                    <a:pt x="7453" y="502"/>
                  </a:lnTo>
                  <a:close/>
                  <a:moveTo>
                    <a:pt x="11932" y="2086"/>
                  </a:moveTo>
                  <a:lnTo>
                    <a:pt x="12318" y="2433"/>
                  </a:lnTo>
                  <a:lnTo>
                    <a:pt x="12666" y="2819"/>
                  </a:lnTo>
                  <a:lnTo>
                    <a:pt x="13014" y="3205"/>
                  </a:lnTo>
                  <a:lnTo>
                    <a:pt x="13322" y="3669"/>
                  </a:lnTo>
                  <a:lnTo>
                    <a:pt x="13593" y="4093"/>
                  </a:lnTo>
                  <a:lnTo>
                    <a:pt x="13824" y="4595"/>
                  </a:lnTo>
                  <a:lnTo>
                    <a:pt x="14018" y="5097"/>
                  </a:lnTo>
                  <a:lnTo>
                    <a:pt x="14211" y="5599"/>
                  </a:lnTo>
                  <a:lnTo>
                    <a:pt x="14326" y="6101"/>
                  </a:lnTo>
                  <a:lnTo>
                    <a:pt x="14404" y="6642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25" y="6951"/>
                  </a:lnTo>
                  <a:lnTo>
                    <a:pt x="11392" y="7144"/>
                  </a:lnTo>
                  <a:lnTo>
                    <a:pt x="10658" y="7414"/>
                  </a:lnTo>
                  <a:lnTo>
                    <a:pt x="9924" y="7723"/>
                  </a:lnTo>
                  <a:lnTo>
                    <a:pt x="9229" y="8032"/>
                  </a:lnTo>
                  <a:lnTo>
                    <a:pt x="8534" y="8418"/>
                  </a:lnTo>
                  <a:lnTo>
                    <a:pt x="7878" y="8843"/>
                  </a:lnTo>
                  <a:lnTo>
                    <a:pt x="7221" y="9306"/>
                  </a:lnTo>
                  <a:lnTo>
                    <a:pt x="6642" y="9808"/>
                  </a:lnTo>
                  <a:lnTo>
                    <a:pt x="6063" y="10349"/>
                  </a:lnTo>
                  <a:lnTo>
                    <a:pt x="5561" y="10890"/>
                  </a:lnTo>
                  <a:lnTo>
                    <a:pt x="5059" y="11508"/>
                  </a:lnTo>
                  <a:lnTo>
                    <a:pt x="4634" y="12125"/>
                  </a:lnTo>
                  <a:lnTo>
                    <a:pt x="4248" y="12820"/>
                  </a:lnTo>
                  <a:lnTo>
                    <a:pt x="4093" y="12743"/>
                  </a:lnTo>
                  <a:lnTo>
                    <a:pt x="3939" y="12666"/>
                  </a:lnTo>
                  <a:lnTo>
                    <a:pt x="4093" y="11816"/>
                  </a:lnTo>
                  <a:lnTo>
                    <a:pt x="4287" y="10928"/>
                  </a:lnTo>
                  <a:lnTo>
                    <a:pt x="4557" y="10117"/>
                  </a:lnTo>
                  <a:lnTo>
                    <a:pt x="4827" y="9306"/>
                  </a:lnTo>
                  <a:lnTo>
                    <a:pt x="5175" y="8496"/>
                  </a:lnTo>
                  <a:lnTo>
                    <a:pt x="5561" y="7723"/>
                  </a:lnTo>
                  <a:lnTo>
                    <a:pt x="6024" y="6990"/>
                  </a:lnTo>
                  <a:lnTo>
                    <a:pt x="6488" y="6295"/>
                  </a:lnTo>
                  <a:lnTo>
                    <a:pt x="7028" y="5599"/>
                  </a:lnTo>
                  <a:lnTo>
                    <a:pt x="7607" y="4982"/>
                  </a:lnTo>
                  <a:lnTo>
                    <a:pt x="8225" y="4402"/>
                  </a:lnTo>
                  <a:lnTo>
                    <a:pt x="8882" y="3823"/>
                  </a:lnTo>
                  <a:lnTo>
                    <a:pt x="9577" y="3321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42" y="6990"/>
                  </a:moveTo>
                  <a:lnTo>
                    <a:pt x="14481" y="7839"/>
                  </a:lnTo>
                  <a:lnTo>
                    <a:pt x="14404" y="8689"/>
                  </a:lnTo>
                  <a:lnTo>
                    <a:pt x="14249" y="9538"/>
                  </a:lnTo>
                  <a:lnTo>
                    <a:pt x="14172" y="9963"/>
                  </a:lnTo>
                  <a:lnTo>
                    <a:pt x="14018" y="10388"/>
                  </a:lnTo>
                  <a:lnTo>
                    <a:pt x="13863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89"/>
                  </a:lnTo>
                  <a:lnTo>
                    <a:pt x="12473" y="12898"/>
                  </a:lnTo>
                  <a:lnTo>
                    <a:pt x="12203" y="13207"/>
                  </a:lnTo>
                  <a:lnTo>
                    <a:pt x="11932" y="13052"/>
                  </a:lnTo>
                  <a:lnTo>
                    <a:pt x="11662" y="12936"/>
                  </a:lnTo>
                  <a:lnTo>
                    <a:pt x="11083" y="12782"/>
                  </a:lnTo>
                  <a:lnTo>
                    <a:pt x="10542" y="12627"/>
                  </a:lnTo>
                  <a:lnTo>
                    <a:pt x="9963" y="12550"/>
                  </a:lnTo>
                  <a:lnTo>
                    <a:pt x="9384" y="12512"/>
                  </a:lnTo>
                  <a:lnTo>
                    <a:pt x="8843" y="12473"/>
                  </a:lnTo>
                  <a:lnTo>
                    <a:pt x="8303" y="12473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6"/>
                  </a:lnTo>
                  <a:lnTo>
                    <a:pt x="6179" y="12782"/>
                  </a:lnTo>
                  <a:lnTo>
                    <a:pt x="5638" y="12975"/>
                  </a:lnTo>
                  <a:lnTo>
                    <a:pt x="5136" y="13129"/>
                  </a:lnTo>
                  <a:lnTo>
                    <a:pt x="4673" y="13361"/>
                  </a:lnTo>
                  <a:lnTo>
                    <a:pt x="4557" y="13129"/>
                  </a:lnTo>
                  <a:lnTo>
                    <a:pt x="4402" y="12936"/>
                  </a:lnTo>
                  <a:lnTo>
                    <a:pt x="4866" y="12318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0" y="10619"/>
                  </a:lnTo>
                  <a:lnTo>
                    <a:pt x="6951" y="10117"/>
                  </a:lnTo>
                  <a:lnTo>
                    <a:pt x="7530" y="9654"/>
                  </a:lnTo>
                  <a:lnTo>
                    <a:pt x="8148" y="9229"/>
                  </a:lnTo>
                  <a:lnTo>
                    <a:pt x="8766" y="8804"/>
                  </a:lnTo>
                  <a:lnTo>
                    <a:pt x="9384" y="8457"/>
                  </a:lnTo>
                  <a:lnTo>
                    <a:pt x="10040" y="8109"/>
                  </a:lnTo>
                  <a:lnTo>
                    <a:pt x="10735" y="7839"/>
                  </a:lnTo>
                  <a:lnTo>
                    <a:pt x="11430" y="7569"/>
                  </a:lnTo>
                  <a:lnTo>
                    <a:pt x="12164" y="7376"/>
                  </a:lnTo>
                  <a:lnTo>
                    <a:pt x="12898" y="7183"/>
                  </a:lnTo>
                  <a:lnTo>
                    <a:pt x="13670" y="7067"/>
                  </a:lnTo>
                  <a:lnTo>
                    <a:pt x="14442" y="6990"/>
                  </a:lnTo>
                  <a:close/>
                  <a:moveTo>
                    <a:pt x="4518" y="1275"/>
                  </a:moveTo>
                  <a:lnTo>
                    <a:pt x="4016" y="1854"/>
                  </a:lnTo>
                  <a:lnTo>
                    <a:pt x="3591" y="2472"/>
                  </a:lnTo>
                  <a:lnTo>
                    <a:pt x="3244" y="3128"/>
                  </a:lnTo>
                  <a:lnTo>
                    <a:pt x="2935" y="3823"/>
                  </a:lnTo>
                  <a:lnTo>
                    <a:pt x="2665" y="4518"/>
                  </a:lnTo>
                  <a:lnTo>
                    <a:pt x="2472" y="5291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3"/>
                  </a:lnTo>
                  <a:lnTo>
                    <a:pt x="2356" y="9886"/>
                  </a:lnTo>
                  <a:lnTo>
                    <a:pt x="2549" y="10619"/>
                  </a:lnTo>
                  <a:lnTo>
                    <a:pt x="2742" y="11353"/>
                  </a:lnTo>
                  <a:lnTo>
                    <a:pt x="3012" y="12087"/>
                  </a:lnTo>
                  <a:lnTo>
                    <a:pt x="3283" y="12782"/>
                  </a:lnTo>
                  <a:lnTo>
                    <a:pt x="3089" y="12898"/>
                  </a:lnTo>
                  <a:lnTo>
                    <a:pt x="2935" y="13052"/>
                  </a:lnTo>
                  <a:lnTo>
                    <a:pt x="2819" y="13245"/>
                  </a:lnTo>
                  <a:lnTo>
                    <a:pt x="2703" y="13438"/>
                  </a:lnTo>
                  <a:lnTo>
                    <a:pt x="2394" y="13014"/>
                  </a:lnTo>
                  <a:lnTo>
                    <a:pt x="2047" y="12550"/>
                  </a:lnTo>
                  <a:lnTo>
                    <a:pt x="1777" y="12087"/>
                  </a:lnTo>
                  <a:lnTo>
                    <a:pt x="1506" y="11623"/>
                  </a:lnTo>
                  <a:lnTo>
                    <a:pt x="1275" y="11121"/>
                  </a:lnTo>
                  <a:lnTo>
                    <a:pt x="1043" y="10619"/>
                  </a:lnTo>
                  <a:lnTo>
                    <a:pt x="850" y="10117"/>
                  </a:lnTo>
                  <a:lnTo>
                    <a:pt x="734" y="9615"/>
                  </a:lnTo>
                  <a:lnTo>
                    <a:pt x="618" y="9113"/>
                  </a:lnTo>
                  <a:lnTo>
                    <a:pt x="541" y="8573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0"/>
                  </a:lnTo>
                  <a:lnTo>
                    <a:pt x="734" y="5870"/>
                  </a:lnTo>
                  <a:lnTo>
                    <a:pt x="927" y="5329"/>
                  </a:lnTo>
                  <a:lnTo>
                    <a:pt x="1197" y="4673"/>
                  </a:lnTo>
                  <a:lnTo>
                    <a:pt x="1506" y="4055"/>
                  </a:lnTo>
                  <a:lnTo>
                    <a:pt x="1892" y="3476"/>
                  </a:lnTo>
                  <a:lnTo>
                    <a:pt x="2356" y="2935"/>
                  </a:lnTo>
                  <a:lnTo>
                    <a:pt x="2819" y="2433"/>
                  </a:lnTo>
                  <a:lnTo>
                    <a:pt x="3360" y="2008"/>
                  </a:lnTo>
                  <a:lnTo>
                    <a:pt x="3900" y="1584"/>
                  </a:lnTo>
                  <a:lnTo>
                    <a:pt x="4518" y="1275"/>
                  </a:lnTo>
                  <a:close/>
                  <a:moveTo>
                    <a:pt x="3823" y="12975"/>
                  </a:moveTo>
                  <a:lnTo>
                    <a:pt x="4016" y="13052"/>
                  </a:lnTo>
                  <a:lnTo>
                    <a:pt x="4132" y="13168"/>
                  </a:lnTo>
                  <a:lnTo>
                    <a:pt x="4248" y="13284"/>
                  </a:lnTo>
                  <a:lnTo>
                    <a:pt x="4325" y="13438"/>
                  </a:lnTo>
                  <a:lnTo>
                    <a:pt x="4364" y="13631"/>
                  </a:lnTo>
                  <a:lnTo>
                    <a:pt x="4325" y="13786"/>
                  </a:lnTo>
                  <a:lnTo>
                    <a:pt x="4287" y="13940"/>
                  </a:lnTo>
                  <a:lnTo>
                    <a:pt x="4209" y="14095"/>
                  </a:lnTo>
                  <a:lnTo>
                    <a:pt x="3746" y="13824"/>
                  </a:lnTo>
                  <a:lnTo>
                    <a:pt x="3321" y="13477"/>
                  </a:lnTo>
                  <a:lnTo>
                    <a:pt x="3244" y="13438"/>
                  </a:lnTo>
                  <a:lnTo>
                    <a:pt x="3128" y="13438"/>
                  </a:lnTo>
                  <a:lnTo>
                    <a:pt x="3051" y="13477"/>
                  </a:lnTo>
                  <a:lnTo>
                    <a:pt x="2974" y="13515"/>
                  </a:lnTo>
                  <a:lnTo>
                    <a:pt x="3051" y="13361"/>
                  </a:lnTo>
                  <a:lnTo>
                    <a:pt x="3167" y="13245"/>
                  </a:lnTo>
                  <a:lnTo>
                    <a:pt x="3321" y="13129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13" y="12859"/>
                  </a:moveTo>
                  <a:lnTo>
                    <a:pt x="9615" y="12898"/>
                  </a:lnTo>
                  <a:lnTo>
                    <a:pt x="10079" y="12975"/>
                  </a:lnTo>
                  <a:lnTo>
                    <a:pt x="10504" y="13014"/>
                  </a:lnTo>
                  <a:lnTo>
                    <a:pt x="11006" y="13129"/>
                  </a:lnTo>
                  <a:lnTo>
                    <a:pt x="11469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7"/>
                  </a:lnTo>
                  <a:lnTo>
                    <a:pt x="10658" y="14249"/>
                  </a:lnTo>
                  <a:lnTo>
                    <a:pt x="10195" y="14442"/>
                  </a:lnTo>
                  <a:lnTo>
                    <a:pt x="9770" y="14635"/>
                  </a:lnTo>
                  <a:lnTo>
                    <a:pt x="9306" y="14751"/>
                  </a:lnTo>
                  <a:lnTo>
                    <a:pt x="8804" y="14867"/>
                  </a:lnTo>
                  <a:lnTo>
                    <a:pt x="8341" y="14944"/>
                  </a:lnTo>
                  <a:lnTo>
                    <a:pt x="7839" y="14983"/>
                  </a:lnTo>
                  <a:lnTo>
                    <a:pt x="7376" y="14983"/>
                  </a:lnTo>
                  <a:lnTo>
                    <a:pt x="6874" y="14944"/>
                  </a:lnTo>
                  <a:lnTo>
                    <a:pt x="6410" y="14867"/>
                  </a:lnTo>
                  <a:lnTo>
                    <a:pt x="5947" y="14790"/>
                  </a:lnTo>
                  <a:lnTo>
                    <a:pt x="5484" y="14674"/>
                  </a:lnTo>
                  <a:lnTo>
                    <a:pt x="5020" y="14481"/>
                  </a:lnTo>
                  <a:lnTo>
                    <a:pt x="4557" y="14288"/>
                  </a:lnTo>
                  <a:lnTo>
                    <a:pt x="4673" y="14017"/>
                  </a:lnTo>
                  <a:lnTo>
                    <a:pt x="4711" y="13747"/>
                  </a:lnTo>
                  <a:lnTo>
                    <a:pt x="4711" y="13593"/>
                  </a:lnTo>
                  <a:lnTo>
                    <a:pt x="5561" y="13322"/>
                  </a:lnTo>
                  <a:lnTo>
                    <a:pt x="6410" y="13091"/>
                  </a:lnTo>
                  <a:lnTo>
                    <a:pt x="7260" y="12936"/>
                  </a:lnTo>
                  <a:lnTo>
                    <a:pt x="8148" y="12859"/>
                  </a:lnTo>
                  <a:close/>
                  <a:moveTo>
                    <a:pt x="7569" y="0"/>
                  </a:moveTo>
                  <a:lnTo>
                    <a:pt x="6990" y="39"/>
                  </a:lnTo>
                  <a:lnTo>
                    <a:pt x="6410" y="116"/>
                  </a:lnTo>
                  <a:lnTo>
                    <a:pt x="5870" y="232"/>
                  </a:lnTo>
                  <a:lnTo>
                    <a:pt x="5291" y="386"/>
                  </a:lnTo>
                  <a:lnTo>
                    <a:pt x="4750" y="580"/>
                  </a:lnTo>
                  <a:lnTo>
                    <a:pt x="4248" y="811"/>
                  </a:lnTo>
                  <a:lnTo>
                    <a:pt x="3746" y="1120"/>
                  </a:lnTo>
                  <a:lnTo>
                    <a:pt x="3283" y="1429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1970" y="2588"/>
                  </a:lnTo>
                  <a:lnTo>
                    <a:pt x="1622" y="3012"/>
                  </a:lnTo>
                  <a:lnTo>
                    <a:pt x="1275" y="3514"/>
                  </a:lnTo>
                  <a:lnTo>
                    <a:pt x="966" y="4016"/>
                  </a:lnTo>
                  <a:lnTo>
                    <a:pt x="657" y="4595"/>
                  </a:lnTo>
                  <a:lnTo>
                    <a:pt x="425" y="5252"/>
                  </a:lnTo>
                  <a:lnTo>
                    <a:pt x="232" y="5908"/>
                  </a:lnTo>
                  <a:lnTo>
                    <a:pt x="116" y="6565"/>
                  </a:lnTo>
                  <a:lnTo>
                    <a:pt x="0" y="7221"/>
                  </a:lnTo>
                  <a:lnTo>
                    <a:pt x="0" y="7916"/>
                  </a:lnTo>
                  <a:lnTo>
                    <a:pt x="39" y="8611"/>
                  </a:lnTo>
                  <a:lnTo>
                    <a:pt x="116" y="9268"/>
                  </a:lnTo>
                  <a:lnTo>
                    <a:pt x="232" y="9924"/>
                  </a:lnTo>
                  <a:lnTo>
                    <a:pt x="425" y="10581"/>
                  </a:lnTo>
                  <a:lnTo>
                    <a:pt x="695" y="11237"/>
                  </a:lnTo>
                  <a:lnTo>
                    <a:pt x="966" y="11855"/>
                  </a:lnTo>
                  <a:lnTo>
                    <a:pt x="1313" y="12396"/>
                  </a:lnTo>
                  <a:lnTo>
                    <a:pt x="1738" y="12975"/>
                  </a:lnTo>
                  <a:lnTo>
                    <a:pt x="2201" y="13477"/>
                  </a:lnTo>
                  <a:lnTo>
                    <a:pt x="2703" y="13902"/>
                  </a:lnTo>
                  <a:lnTo>
                    <a:pt x="2742" y="13940"/>
                  </a:lnTo>
                  <a:lnTo>
                    <a:pt x="2819" y="13940"/>
                  </a:lnTo>
                  <a:lnTo>
                    <a:pt x="2896" y="13902"/>
                  </a:lnTo>
                  <a:lnTo>
                    <a:pt x="3167" y="14133"/>
                  </a:lnTo>
                  <a:lnTo>
                    <a:pt x="3437" y="14326"/>
                  </a:lnTo>
                  <a:lnTo>
                    <a:pt x="3785" y="14519"/>
                  </a:lnTo>
                  <a:lnTo>
                    <a:pt x="4093" y="14597"/>
                  </a:lnTo>
                  <a:lnTo>
                    <a:pt x="4518" y="14828"/>
                  </a:lnTo>
                  <a:lnTo>
                    <a:pt x="4943" y="14983"/>
                  </a:lnTo>
                  <a:lnTo>
                    <a:pt x="5406" y="15137"/>
                  </a:lnTo>
                  <a:lnTo>
                    <a:pt x="5870" y="15292"/>
                  </a:lnTo>
                  <a:lnTo>
                    <a:pt x="6333" y="15369"/>
                  </a:lnTo>
                  <a:lnTo>
                    <a:pt x="6797" y="15446"/>
                  </a:lnTo>
                  <a:lnTo>
                    <a:pt x="7260" y="15485"/>
                  </a:lnTo>
                  <a:lnTo>
                    <a:pt x="7723" y="15485"/>
                  </a:lnTo>
                  <a:lnTo>
                    <a:pt x="8225" y="15446"/>
                  </a:lnTo>
                  <a:lnTo>
                    <a:pt x="8689" y="15408"/>
                  </a:lnTo>
                  <a:lnTo>
                    <a:pt x="9152" y="15330"/>
                  </a:lnTo>
                  <a:lnTo>
                    <a:pt x="9615" y="15215"/>
                  </a:lnTo>
                  <a:lnTo>
                    <a:pt x="10079" y="15060"/>
                  </a:lnTo>
                  <a:lnTo>
                    <a:pt x="10504" y="14906"/>
                  </a:lnTo>
                  <a:lnTo>
                    <a:pt x="10928" y="14674"/>
                  </a:lnTo>
                  <a:lnTo>
                    <a:pt x="11353" y="14442"/>
                  </a:lnTo>
                  <a:lnTo>
                    <a:pt x="11855" y="14133"/>
                  </a:lnTo>
                  <a:lnTo>
                    <a:pt x="12318" y="13786"/>
                  </a:lnTo>
                  <a:lnTo>
                    <a:pt x="12705" y="13400"/>
                  </a:lnTo>
                  <a:lnTo>
                    <a:pt x="13091" y="12975"/>
                  </a:lnTo>
                  <a:lnTo>
                    <a:pt x="13438" y="12550"/>
                  </a:lnTo>
                  <a:lnTo>
                    <a:pt x="13747" y="12048"/>
                  </a:lnTo>
                  <a:lnTo>
                    <a:pt x="14056" y="11585"/>
                  </a:lnTo>
                  <a:lnTo>
                    <a:pt x="14288" y="11044"/>
                  </a:lnTo>
                  <a:lnTo>
                    <a:pt x="14481" y="10542"/>
                  </a:lnTo>
                  <a:lnTo>
                    <a:pt x="14674" y="10002"/>
                  </a:lnTo>
                  <a:lnTo>
                    <a:pt x="14790" y="9422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3"/>
                  </a:lnTo>
                  <a:lnTo>
                    <a:pt x="14983" y="7144"/>
                  </a:lnTo>
                  <a:lnTo>
                    <a:pt x="14906" y="6603"/>
                  </a:lnTo>
                  <a:lnTo>
                    <a:pt x="14828" y="5986"/>
                  </a:lnTo>
                  <a:lnTo>
                    <a:pt x="14674" y="5406"/>
                  </a:lnTo>
                  <a:lnTo>
                    <a:pt x="14481" y="4827"/>
                  </a:lnTo>
                  <a:lnTo>
                    <a:pt x="14249" y="4287"/>
                  </a:lnTo>
                  <a:lnTo>
                    <a:pt x="13979" y="3746"/>
                  </a:lnTo>
                  <a:lnTo>
                    <a:pt x="13631" y="3244"/>
                  </a:lnTo>
                  <a:lnTo>
                    <a:pt x="13284" y="2742"/>
                  </a:lnTo>
                  <a:lnTo>
                    <a:pt x="12898" y="2317"/>
                  </a:lnTo>
                  <a:lnTo>
                    <a:pt x="12512" y="1892"/>
                  </a:lnTo>
                  <a:lnTo>
                    <a:pt x="12048" y="1506"/>
                  </a:lnTo>
                  <a:lnTo>
                    <a:pt x="11546" y="1197"/>
                  </a:lnTo>
                  <a:lnTo>
                    <a:pt x="11044" y="888"/>
                  </a:lnTo>
                  <a:lnTo>
                    <a:pt x="10504" y="618"/>
                  </a:lnTo>
                  <a:lnTo>
                    <a:pt x="9963" y="386"/>
                  </a:lnTo>
                  <a:lnTo>
                    <a:pt x="9345" y="232"/>
                  </a:lnTo>
                  <a:lnTo>
                    <a:pt x="8766" y="116"/>
                  </a:lnTo>
                  <a:lnTo>
                    <a:pt x="8148" y="39"/>
                  </a:lnTo>
                  <a:lnTo>
                    <a:pt x="756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13"/>
            <p:cNvSpPr/>
            <p:nvPr/>
          </p:nvSpPr>
          <p:spPr>
            <a:xfrm>
              <a:off x="3401625" y="4223000"/>
              <a:ext cx="240425" cy="634250"/>
            </a:xfrm>
            <a:custGeom>
              <a:avLst/>
              <a:gdLst/>
              <a:ahLst/>
              <a:cxnLst/>
              <a:rect l="l" t="t" r="r" b="b"/>
              <a:pathLst>
                <a:path w="9617" h="25370" extrusionOk="0">
                  <a:moveTo>
                    <a:pt x="4751" y="463"/>
                  </a:moveTo>
                  <a:lnTo>
                    <a:pt x="5291" y="502"/>
                  </a:lnTo>
                  <a:lnTo>
                    <a:pt x="5755" y="579"/>
                  </a:lnTo>
                  <a:lnTo>
                    <a:pt x="6218" y="772"/>
                  </a:lnTo>
                  <a:lnTo>
                    <a:pt x="6681" y="965"/>
                  </a:lnTo>
                  <a:lnTo>
                    <a:pt x="7067" y="1236"/>
                  </a:lnTo>
                  <a:lnTo>
                    <a:pt x="7454" y="1583"/>
                  </a:lnTo>
                  <a:lnTo>
                    <a:pt x="7801" y="1931"/>
                  </a:lnTo>
                  <a:lnTo>
                    <a:pt x="8149" y="2356"/>
                  </a:lnTo>
                  <a:lnTo>
                    <a:pt x="8419" y="2780"/>
                  </a:lnTo>
                  <a:lnTo>
                    <a:pt x="8651" y="3244"/>
                  </a:lnTo>
                  <a:lnTo>
                    <a:pt x="8844" y="3707"/>
                  </a:lnTo>
                  <a:lnTo>
                    <a:pt x="8998" y="4209"/>
                  </a:lnTo>
                  <a:lnTo>
                    <a:pt x="9075" y="4711"/>
                  </a:lnTo>
                  <a:lnTo>
                    <a:pt x="9114" y="5213"/>
                  </a:lnTo>
                  <a:lnTo>
                    <a:pt x="9114" y="5754"/>
                  </a:lnTo>
                  <a:lnTo>
                    <a:pt x="9075" y="6256"/>
                  </a:lnTo>
                  <a:lnTo>
                    <a:pt x="8998" y="6758"/>
                  </a:lnTo>
                  <a:lnTo>
                    <a:pt x="8882" y="7260"/>
                  </a:lnTo>
                  <a:lnTo>
                    <a:pt x="8689" y="7723"/>
                  </a:lnTo>
                  <a:lnTo>
                    <a:pt x="8496" y="8225"/>
                  </a:lnTo>
                  <a:lnTo>
                    <a:pt x="8303" y="8650"/>
                  </a:lnTo>
                  <a:lnTo>
                    <a:pt x="8033" y="9113"/>
                  </a:lnTo>
                  <a:lnTo>
                    <a:pt x="7763" y="9538"/>
                  </a:lnTo>
                  <a:lnTo>
                    <a:pt x="7454" y="9924"/>
                  </a:lnTo>
                  <a:lnTo>
                    <a:pt x="7106" y="10349"/>
                  </a:lnTo>
                  <a:lnTo>
                    <a:pt x="6759" y="10735"/>
                  </a:lnTo>
                  <a:lnTo>
                    <a:pt x="6025" y="11469"/>
                  </a:lnTo>
                  <a:lnTo>
                    <a:pt x="5253" y="12125"/>
                  </a:lnTo>
                  <a:lnTo>
                    <a:pt x="5098" y="12125"/>
                  </a:lnTo>
                  <a:lnTo>
                    <a:pt x="5059" y="12202"/>
                  </a:lnTo>
                  <a:lnTo>
                    <a:pt x="5021" y="12241"/>
                  </a:lnTo>
                  <a:lnTo>
                    <a:pt x="5021" y="12280"/>
                  </a:lnTo>
                  <a:lnTo>
                    <a:pt x="4210" y="11816"/>
                  </a:lnTo>
                  <a:lnTo>
                    <a:pt x="3476" y="11314"/>
                  </a:lnTo>
                  <a:lnTo>
                    <a:pt x="2781" y="10735"/>
                  </a:lnTo>
                  <a:lnTo>
                    <a:pt x="2472" y="10426"/>
                  </a:lnTo>
                  <a:lnTo>
                    <a:pt x="2163" y="10117"/>
                  </a:lnTo>
                  <a:lnTo>
                    <a:pt x="1893" y="9770"/>
                  </a:lnTo>
                  <a:lnTo>
                    <a:pt x="1661" y="9422"/>
                  </a:lnTo>
                  <a:lnTo>
                    <a:pt x="1430" y="9036"/>
                  </a:lnTo>
                  <a:lnTo>
                    <a:pt x="1198" y="8650"/>
                  </a:lnTo>
                  <a:lnTo>
                    <a:pt x="1005" y="8264"/>
                  </a:lnTo>
                  <a:lnTo>
                    <a:pt x="850" y="7839"/>
                  </a:lnTo>
                  <a:lnTo>
                    <a:pt x="735" y="7376"/>
                  </a:lnTo>
                  <a:lnTo>
                    <a:pt x="619" y="6912"/>
                  </a:lnTo>
                  <a:lnTo>
                    <a:pt x="542" y="6449"/>
                  </a:lnTo>
                  <a:lnTo>
                    <a:pt x="503" y="5985"/>
                  </a:lnTo>
                  <a:lnTo>
                    <a:pt x="503" y="5522"/>
                  </a:lnTo>
                  <a:lnTo>
                    <a:pt x="542" y="5020"/>
                  </a:lnTo>
                  <a:lnTo>
                    <a:pt x="619" y="4557"/>
                  </a:lnTo>
                  <a:lnTo>
                    <a:pt x="696" y="4055"/>
                  </a:lnTo>
                  <a:lnTo>
                    <a:pt x="850" y="3591"/>
                  </a:lnTo>
                  <a:lnTo>
                    <a:pt x="1005" y="3167"/>
                  </a:lnTo>
                  <a:lnTo>
                    <a:pt x="1237" y="2742"/>
                  </a:lnTo>
                  <a:lnTo>
                    <a:pt x="1468" y="2317"/>
                  </a:lnTo>
                  <a:lnTo>
                    <a:pt x="1739" y="1931"/>
                  </a:lnTo>
                  <a:lnTo>
                    <a:pt x="2086" y="1583"/>
                  </a:lnTo>
                  <a:lnTo>
                    <a:pt x="2434" y="1274"/>
                  </a:lnTo>
                  <a:lnTo>
                    <a:pt x="2820" y="1004"/>
                  </a:lnTo>
                  <a:lnTo>
                    <a:pt x="3245" y="811"/>
                  </a:lnTo>
                  <a:lnTo>
                    <a:pt x="3708" y="618"/>
                  </a:lnTo>
                  <a:lnTo>
                    <a:pt x="4249" y="502"/>
                  </a:lnTo>
                  <a:lnTo>
                    <a:pt x="4751" y="463"/>
                  </a:lnTo>
                  <a:close/>
                  <a:moveTo>
                    <a:pt x="5137" y="12627"/>
                  </a:moveTo>
                  <a:lnTo>
                    <a:pt x="5214" y="12666"/>
                  </a:lnTo>
                  <a:lnTo>
                    <a:pt x="5484" y="13129"/>
                  </a:lnTo>
                  <a:lnTo>
                    <a:pt x="4751" y="13052"/>
                  </a:lnTo>
                  <a:lnTo>
                    <a:pt x="5059" y="12627"/>
                  </a:lnTo>
                  <a:close/>
                  <a:moveTo>
                    <a:pt x="3167" y="13979"/>
                  </a:moveTo>
                  <a:lnTo>
                    <a:pt x="3476" y="14403"/>
                  </a:lnTo>
                  <a:lnTo>
                    <a:pt x="3708" y="14828"/>
                  </a:lnTo>
                  <a:lnTo>
                    <a:pt x="3669" y="14867"/>
                  </a:lnTo>
                  <a:lnTo>
                    <a:pt x="3438" y="14944"/>
                  </a:lnTo>
                  <a:lnTo>
                    <a:pt x="3167" y="15021"/>
                  </a:lnTo>
                  <a:lnTo>
                    <a:pt x="2936" y="15060"/>
                  </a:lnTo>
                  <a:lnTo>
                    <a:pt x="2665" y="15021"/>
                  </a:lnTo>
                  <a:lnTo>
                    <a:pt x="2936" y="14519"/>
                  </a:lnTo>
                  <a:lnTo>
                    <a:pt x="3167" y="13979"/>
                  </a:lnTo>
                  <a:close/>
                  <a:moveTo>
                    <a:pt x="5330" y="14867"/>
                  </a:moveTo>
                  <a:lnTo>
                    <a:pt x="5021" y="15987"/>
                  </a:lnTo>
                  <a:lnTo>
                    <a:pt x="4789" y="15794"/>
                  </a:lnTo>
                  <a:lnTo>
                    <a:pt x="4557" y="15562"/>
                  </a:lnTo>
                  <a:lnTo>
                    <a:pt x="4364" y="15330"/>
                  </a:lnTo>
                  <a:lnTo>
                    <a:pt x="4210" y="15098"/>
                  </a:lnTo>
                  <a:lnTo>
                    <a:pt x="4171" y="15060"/>
                  </a:lnTo>
                  <a:lnTo>
                    <a:pt x="5330" y="14867"/>
                  </a:lnTo>
                  <a:close/>
                  <a:moveTo>
                    <a:pt x="4055" y="15407"/>
                  </a:moveTo>
                  <a:lnTo>
                    <a:pt x="4249" y="15678"/>
                  </a:lnTo>
                  <a:lnTo>
                    <a:pt x="4480" y="15948"/>
                  </a:lnTo>
                  <a:lnTo>
                    <a:pt x="4712" y="16218"/>
                  </a:lnTo>
                  <a:lnTo>
                    <a:pt x="4982" y="16450"/>
                  </a:lnTo>
                  <a:lnTo>
                    <a:pt x="5098" y="16489"/>
                  </a:lnTo>
                  <a:lnTo>
                    <a:pt x="4905" y="16991"/>
                  </a:lnTo>
                  <a:lnTo>
                    <a:pt x="4789" y="17531"/>
                  </a:lnTo>
                  <a:lnTo>
                    <a:pt x="4480" y="17145"/>
                  </a:lnTo>
                  <a:lnTo>
                    <a:pt x="4249" y="16759"/>
                  </a:lnTo>
                  <a:lnTo>
                    <a:pt x="4133" y="16527"/>
                  </a:lnTo>
                  <a:lnTo>
                    <a:pt x="4055" y="16296"/>
                  </a:lnTo>
                  <a:lnTo>
                    <a:pt x="4017" y="16064"/>
                  </a:lnTo>
                  <a:lnTo>
                    <a:pt x="4017" y="15794"/>
                  </a:lnTo>
                  <a:lnTo>
                    <a:pt x="4055" y="15407"/>
                  </a:lnTo>
                  <a:close/>
                  <a:moveTo>
                    <a:pt x="5291" y="16798"/>
                  </a:moveTo>
                  <a:lnTo>
                    <a:pt x="5600" y="17145"/>
                  </a:lnTo>
                  <a:lnTo>
                    <a:pt x="5870" y="17531"/>
                  </a:lnTo>
                  <a:lnTo>
                    <a:pt x="5446" y="17570"/>
                  </a:lnTo>
                  <a:lnTo>
                    <a:pt x="5021" y="17647"/>
                  </a:lnTo>
                  <a:lnTo>
                    <a:pt x="5291" y="16798"/>
                  </a:lnTo>
                  <a:close/>
                  <a:moveTo>
                    <a:pt x="4557" y="17879"/>
                  </a:moveTo>
                  <a:lnTo>
                    <a:pt x="4635" y="17995"/>
                  </a:lnTo>
                  <a:lnTo>
                    <a:pt x="4519" y="18149"/>
                  </a:lnTo>
                  <a:lnTo>
                    <a:pt x="4403" y="18381"/>
                  </a:lnTo>
                  <a:lnTo>
                    <a:pt x="4287" y="18805"/>
                  </a:lnTo>
                  <a:lnTo>
                    <a:pt x="3901" y="18381"/>
                  </a:lnTo>
                  <a:lnTo>
                    <a:pt x="3553" y="17917"/>
                  </a:lnTo>
                  <a:lnTo>
                    <a:pt x="4557" y="17879"/>
                  </a:lnTo>
                  <a:close/>
                  <a:moveTo>
                    <a:pt x="7917" y="20003"/>
                  </a:moveTo>
                  <a:lnTo>
                    <a:pt x="7878" y="20736"/>
                  </a:lnTo>
                  <a:lnTo>
                    <a:pt x="7763" y="21509"/>
                  </a:lnTo>
                  <a:lnTo>
                    <a:pt x="6797" y="20775"/>
                  </a:lnTo>
                  <a:lnTo>
                    <a:pt x="6759" y="20736"/>
                  </a:lnTo>
                  <a:lnTo>
                    <a:pt x="6681" y="20466"/>
                  </a:lnTo>
                  <a:lnTo>
                    <a:pt x="6990" y="20273"/>
                  </a:lnTo>
                  <a:lnTo>
                    <a:pt x="7299" y="20118"/>
                  </a:lnTo>
                  <a:lnTo>
                    <a:pt x="7608" y="20041"/>
                  </a:lnTo>
                  <a:lnTo>
                    <a:pt x="7917" y="20003"/>
                  </a:lnTo>
                  <a:close/>
                  <a:moveTo>
                    <a:pt x="5330" y="20389"/>
                  </a:moveTo>
                  <a:lnTo>
                    <a:pt x="6179" y="20813"/>
                  </a:lnTo>
                  <a:lnTo>
                    <a:pt x="5755" y="21200"/>
                  </a:lnTo>
                  <a:lnTo>
                    <a:pt x="5368" y="21663"/>
                  </a:lnTo>
                  <a:lnTo>
                    <a:pt x="5291" y="21007"/>
                  </a:lnTo>
                  <a:lnTo>
                    <a:pt x="5330" y="20389"/>
                  </a:lnTo>
                  <a:close/>
                  <a:moveTo>
                    <a:pt x="4905" y="0"/>
                  </a:moveTo>
                  <a:lnTo>
                    <a:pt x="4519" y="39"/>
                  </a:lnTo>
                  <a:lnTo>
                    <a:pt x="4171" y="39"/>
                  </a:lnTo>
                  <a:lnTo>
                    <a:pt x="3785" y="116"/>
                  </a:lnTo>
                  <a:lnTo>
                    <a:pt x="3438" y="232"/>
                  </a:lnTo>
                  <a:lnTo>
                    <a:pt x="3090" y="348"/>
                  </a:lnTo>
                  <a:lnTo>
                    <a:pt x="2743" y="502"/>
                  </a:lnTo>
                  <a:lnTo>
                    <a:pt x="2434" y="695"/>
                  </a:lnTo>
                  <a:lnTo>
                    <a:pt x="2086" y="927"/>
                  </a:lnTo>
                  <a:lnTo>
                    <a:pt x="1816" y="1197"/>
                  </a:lnTo>
                  <a:lnTo>
                    <a:pt x="1507" y="1506"/>
                  </a:lnTo>
                  <a:lnTo>
                    <a:pt x="1275" y="1815"/>
                  </a:lnTo>
                  <a:lnTo>
                    <a:pt x="1044" y="2124"/>
                  </a:lnTo>
                  <a:lnTo>
                    <a:pt x="812" y="2471"/>
                  </a:lnTo>
                  <a:lnTo>
                    <a:pt x="619" y="2858"/>
                  </a:lnTo>
                  <a:lnTo>
                    <a:pt x="464" y="3205"/>
                  </a:lnTo>
                  <a:lnTo>
                    <a:pt x="310" y="3591"/>
                  </a:lnTo>
                  <a:lnTo>
                    <a:pt x="233" y="3977"/>
                  </a:lnTo>
                  <a:lnTo>
                    <a:pt x="117" y="4364"/>
                  </a:lnTo>
                  <a:lnTo>
                    <a:pt x="78" y="4750"/>
                  </a:lnTo>
                  <a:lnTo>
                    <a:pt x="1" y="5174"/>
                  </a:lnTo>
                  <a:lnTo>
                    <a:pt x="1" y="5561"/>
                  </a:lnTo>
                  <a:lnTo>
                    <a:pt x="1" y="5985"/>
                  </a:lnTo>
                  <a:lnTo>
                    <a:pt x="40" y="6372"/>
                  </a:lnTo>
                  <a:lnTo>
                    <a:pt x="78" y="6796"/>
                  </a:lnTo>
                  <a:lnTo>
                    <a:pt x="155" y="7182"/>
                  </a:lnTo>
                  <a:lnTo>
                    <a:pt x="271" y="7569"/>
                  </a:lnTo>
                  <a:lnTo>
                    <a:pt x="387" y="7993"/>
                  </a:lnTo>
                  <a:lnTo>
                    <a:pt x="542" y="8380"/>
                  </a:lnTo>
                  <a:lnTo>
                    <a:pt x="928" y="9152"/>
                  </a:lnTo>
                  <a:lnTo>
                    <a:pt x="1121" y="9538"/>
                  </a:lnTo>
                  <a:lnTo>
                    <a:pt x="1352" y="9924"/>
                  </a:lnTo>
                  <a:lnTo>
                    <a:pt x="1623" y="10272"/>
                  </a:lnTo>
                  <a:lnTo>
                    <a:pt x="1893" y="10619"/>
                  </a:lnTo>
                  <a:lnTo>
                    <a:pt x="2202" y="10928"/>
                  </a:lnTo>
                  <a:lnTo>
                    <a:pt x="2511" y="11237"/>
                  </a:lnTo>
                  <a:lnTo>
                    <a:pt x="2820" y="11546"/>
                  </a:lnTo>
                  <a:lnTo>
                    <a:pt x="3167" y="11778"/>
                  </a:lnTo>
                  <a:lnTo>
                    <a:pt x="3553" y="12009"/>
                  </a:lnTo>
                  <a:lnTo>
                    <a:pt x="3940" y="12241"/>
                  </a:lnTo>
                  <a:lnTo>
                    <a:pt x="4326" y="12395"/>
                  </a:lnTo>
                  <a:lnTo>
                    <a:pt x="4712" y="12550"/>
                  </a:lnTo>
                  <a:lnTo>
                    <a:pt x="4171" y="13091"/>
                  </a:lnTo>
                  <a:lnTo>
                    <a:pt x="4133" y="13206"/>
                  </a:lnTo>
                  <a:lnTo>
                    <a:pt x="4133" y="13322"/>
                  </a:lnTo>
                  <a:lnTo>
                    <a:pt x="4210" y="13399"/>
                  </a:lnTo>
                  <a:lnTo>
                    <a:pt x="4326" y="13438"/>
                  </a:lnTo>
                  <a:lnTo>
                    <a:pt x="4789" y="13477"/>
                  </a:lnTo>
                  <a:lnTo>
                    <a:pt x="4519" y="13747"/>
                  </a:lnTo>
                  <a:lnTo>
                    <a:pt x="4287" y="13979"/>
                  </a:lnTo>
                  <a:lnTo>
                    <a:pt x="4094" y="14288"/>
                  </a:lnTo>
                  <a:lnTo>
                    <a:pt x="3940" y="14596"/>
                  </a:lnTo>
                  <a:lnTo>
                    <a:pt x="3785" y="14288"/>
                  </a:lnTo>
                  <a:lnTo>
                    <a:pt x="3631" y="14017"/>
                  </a:lnTo>
                  <a:lnTo>
                    <a:pt x="3438" y="13747"/>
                  </a:lnTo>
                  <a:lnTo>
                    <a:pt x="3206" y="13477"/>
                  </a:lnTo>
                  <a:lnTo>
                    <a:pt x="3129" y="13438"/>
                  </a:lnTo>
                  <a:lnTo>
                    <a:pt x="3051" y="13438"/>
                  </a:lnTo>
                  <a:lnTo>
                    <a:pt x="2974" y="13477"/>
                  </a:lnTo>
                  <a:lnTo>
                    <a:pt x="2897" y="13593"/>
                  </a:lnTo>
                  <a:lnTo>
                    <a:pt x="2588" y="14326"/>
                  </a:lnTo>
                  <a:lnTo>
                    <a:pt x="2241" y="15098"/>
                  </a:lnTo>
                  <a:lnTo>
                    <a:pt x="2202" y="15176"/>
                  </a:lnTo>
                  <a:lnTo>
                    <a:pt x="2202" y="15253"/>
                  </a:lnTo>
                  <a:lnTo>
                    <a:pt x="2241" y="15330"/>
                  </a:lnTo>
                  <a:lnTo>
                    <a:pt x="2318" y="15369"/>
                  </a:lnTo>
                  <a:lnTo>
                    <a:pt x="2665" y="15407"/>
                  </a:lnTo>
                  <a:lnTo>
                    <a:pt x="3013" y="15407"/>
                  </a:lnTo>
                  <a:lnTo>
                    <a:pt x="3360" y="15369"/>
                  </a:lnTo>
                  <a:lnTo>
                    <a:pt x="3669" y="15253"/>
                  </a:lnTo>
                  <a:lnTo>
                    <a:pt x="3669" y="15253"/>
                  </a:lnTo>
                  <a:lnTo>
                    <a:pt x="3631" y="15562"/>
                  </a:lnTo>
                  <a:lnTo>
                    <a:pt x="3592" y="15909"/>
                  </a:lnTo>
                  <a:lnTo>
                    <a:pt x="3631" y="16141"/>
                  </a:lnTo>
                  <a:lnTo>
                    <a:pt x="3669" y="16373"/>
                  </a:lnTo>
                  <a:lnTo>
                    <a:pt x="3785" y="16798"/>
                  </a:lnTo>
                  <a:lnTo>
                    <a:pt x="4017" y="17184"/>
                  </a:lnTo>
                  <a:lnTo>
                    <a:pt x="4287" y="17570"/>
                  </a:lnTo>
                  <a:lnTo>
                    <a:pt x="3245" y="17570"/>
                  </a:lnTo>
                  <a:lnTo>
                    <a:pt x="3167" y="17608"/>
                  </a:lnTo>
                  <a:lnTo>
                    <a:pt x="3090" y="17647"/>
                  </a:lnTo>
                  <a:lnTo>
                    <a:pt x="3051" y="17763"/>
                  </a:lnTo>
                  <a:lnTo>
                    <a:pt x="3090" y="17840"/>
                  </a:lnTo>
                  <a:lnTo>
                    <a:pt x="3322" y="18265"/>
                  </a:lnTo>
                  <a:lnTo>
                    <a:pt x="3592" y="18612"/>
                  </a:lnTo>
                  <a:lnTo>
                    <a:pt x="3901" y="18960"/>
                  </a:lnTo>
                  <a:lnTo>
                    <a:pt x="4249" y="19307"/>
                  </a:lnTo>
                  <a:lnTo>
                    <a:pt x="4326" y="19346"/>
                  </a:lnTo>
                  <a:lnTo>
                    <a:pt x="4442" y="19346"/>
                  </a:lnTo>
                  <a:lnTo>
                    <a:pt x="4519" y="19307"/>
                  </a:lnTo>
                  <a:lnTo>
                    <a:pt x="4557" y="19230"/>
                  </a:lnTo>
                  <a:lnTo>
                    <a:pt x="4751" y="18767"/>
                  </a:lnTo>
                  <a:lnTo>
                    <a:pt x="4828" y="18497"/>
                  </a:lnTo>
                  <a:lnTo>
                    <a:pt x="4905" y="18265"/>
                  </a:lnTo>
                  <a:lnTo>
                    <a:pt x="5021" y="18381"/>
                  </a:lnTo>
                  <a:lnTo>
                    <a:pt x="5446" y="18883"/>
                  </a:lnTo>
                  <a:lnTo>
                    <a:pt x="5793" y="19385"/>
                  </a:lnTo>
                  <a:lnTo>
                    <a:pt x="6063" y="19964"/>
                  </a:lnTo>
                  <a:lnTo>
                    <a:pt x="6257" y="20543"/>
                  </a:lnTo>
                  <a:lnTo>
                    <a:pt x="5253" y="19964"/>
                  </a:lnTo>
                  <a:lnTo>
                    <a:pt x="5175" y="19925"/>
                  </a:lnTo>
                  <a:lnTo>
                    <a:pt x="5098" y="19925"/>
                  </a:lnTo>
                  <a:lnTo>
                    <a:pt x="5021" y="20003"/>
                  </a:lnTo>
                  <a:lnTo>
                    <a:pt x="4982" y="20041"/>
                  </a:lnTo>
                  <a:lnTo>
                    <a:pt x="4944" y="20582"/>
                  </a:lnTo>
                  <a:lnTo>
                    <a:pt x="4944" y="21084"/>
                  </a:lnTo>
                  <a:lnTo>
                    <a:pt x="4982" y="21586"/>
                  </a:lnTo>
                  <a:lnTo>
                    <a:pt x="5059" y="22088"/>
                  </a:lnTo>
                  <a:lnTo>
                    <a:pt x="5098" y="22204"/>
                  </a:lnTo>
                  <a:lnTo>
                    <a:pt x="5214" y="22242"/>
                  </a:lnTo>
                  <a:lnTo>
                    <a:pt x="5291" y="22242"/>
                  </a:lnTo>
                  <a:lnTo>
                    <a:pt x="5368" y="22165"/>
                  </a:lnTo>
                  <a:lnTo>
                    <a:pt x="5870" y="21663"/>
                  </a:lnTo>
                  <a:lnTo>
                    <a:pt x="6372" y="21161"/>
                  </a:lnTo>
                  <a:lnTo>
                    <a:pt x="6411" y="21547"/>
                  </a:lnTo>
                  <a:lnTo>
                    <a:pt x="6372" y="21933"/>
                  </a:lnTo>
                  <a:lnTo>
                    <a:pt x="6295" y="22474"/>
                  </a:lnTo>
                  <a:lnTo>
                    <a:pt x="6102" y="23053"/>
                  </a:lnTo>
                  <a:lnTo>
                    <a:pt x="5870" y="23671"/>
                  </a:lnTo>
                  <a:lnTo>
                    <a:pt x="5677" y="23941"/>
                  </a:lnTo>
                  <a:lnTo>
                    <a:pt x="5523" y="24173"/>
                  </a:lnTo>
                  <a:lnTo>
                    <a:pt x="5330" y="24405"/>
                  </a:lnTo>
                  <a:lnTo>
                    <a:pt x="5098" y="24598"/>
                  </a:lnTo>
                  <a:lnTo>
                    <a:pt x="4866" y="24752"/>
                  </a:lnTo>
                  <a:lnTo>
                    <a:pt x="4635" y="24868"/>
                  </a:lnTo>
                  <a:lnTo>
                    <a:pt x="4364" y="24945"/>
                  </a:lnTo>
                  <a:lnTo>
                    <a:pt x="4094" y="24907"/>
                  </a:lnTo>
                  <a:lnTo>
                    <a:pt x="3785" y="24868"/>
                  </a:lnTo>
                  <a:lnTo>
                    <a:pt x="3476" y="24714"/>
                  </a:lnTo>
                  <a:lnTo>
                    <a:pt x="3399" y="24675"/>
                  </a:lnTo>
                  <a:lnTo>
                    <a:pt x="3360" y="24675"/>
                  </a:lnTo>
                  <a:lnTo>
                    <a:pt x="3283" y="24752"/>
                  </a:lnTo>
                  <a:lnTo>
                    <a:pt x="3245" y="24868"/>
                  </a:lnTo>
                  <a:lnTo>
                    <a:pt x="3245" y="24907"/>
                  </a:lnTo>
                  <a:lnTo>
                    <a:pt x="3283" y="24945"/>
                  </a:lnTo>
                  <a:lnTo>
                    <a:pt x="3438" y="25100"/>
                  </a:lnTo>
                  <a:lnTo>
                    <a:pt x="3592" y="25216"/>
                  </a:lnTo>
                  <a:lnTo>
                    <a:pt x="3785" y="25293"/>
                  </a:lnTo>
                  <a:lnTo>
                    <a:pt x="3940" y="25331"/>
                  </a:lnTo>
                  <a:lnTo>
                    <a:pt x="4133" y="25370"/>
                  </a:lnTo>
                  <a:lnTo>
                    <a:pt x="4287" y="25370"/>
                  </a:lnTo>
                  <a:lnTo>
                    <a:pt x="4635" y="25293"/>
                  </a:lnTo>
                  <a:lnTo>
                    <a:pt x="4982" y="25138"/>
                  </a:lnTo>
                  <a:lnTo>
                    <a:pt x="5330" y="24945"/>
                  </a:lnTo>
                  <a:lnTo>
                    <a:pt x="5600" y="24714"/>
                  </a:lnTo>
                  <a:lnTo>
                    <a:pt x="5870" y="24443"/>
                  </a:lnTo>
                  <a:lnTo>
                    <a:pt x="6141" y="24057"/>
                  </a:lnTo>
                  <a:lnTo>
                    <a:pt x="6334" y="23671"/>
                  </a:lnTo>
                  <a:lnTo>
                    <a:pt x="6527" y="23285"/>
                  </a:lnTo>
                  <a:lnTo>
                    <a:pt x="6643" y="22860"/>
                  </a:lnTo>
                  <a:lnTo>
                    <a:pt x="6759" y="22435"/>
                  </a:lnTo>
                  <a:lnTo>
                    <a:pt x="6797" y="21972"/>
                  </a:lnTo>
                  <a:lnTo>
                    <a:pt x="6836" y="21547"/>
                  </a:lnTo>
                  <a:lnTo>
                    <a:pt x="6797" y="21084"/>
                  </a:lnTo>
                  <a:lnTo>
                    <a:pt x="7763" y="21933"/>
                  </a:lnTo>
                  <a:lnTo>
                    <a:pt x="7840" y="21972"/>
                  </a:lnTo>
                  <a:lnTo>
                    <a:pt x="7917" y="21972"/>
                  </a:lnTo>
                  <a:lnTo>
                    <a:pt x="7994" y="21933"/>
                  </a:lnTo>
                  <a:lnTo>
                    <a:pt x="8071" y="21856"/>
                  </a:lnTo>
                  <a:lnTo>
                    <a:pt x="8149" y="21354"/>
                  </a:lnTo>
                  <a:lnTo>
                    <a:pt x="8226" y="20852"/>
                  </a:lnTo>
                  <a:lnTo>
                    <a:pt x="8303" y="19809"/>
                  </a:lnTo>
                  <a:lnTo>
                    <a:pt x="8303" y="19732"/>
                  </a:lnTo>
                  <a:lnTo>
                    <a:pt x="8265" y="19694"/>
                  </a:lnTo>
                  <a:lnTo>
                    <a:pt x="8187" y="19655"/>
                  </a:lnTo>
                  <a:lnTo>
                    <a:pt x="8149" y="19616"/>
                  </a:lnTo>
                  <a:lnTo>
                    <a:pt x="7724" y="19655"/>
                  </a:lnTo>
                  <a:lnTo>
                    <a:pt x="7299" y="19732"/>
                  </a:lnTo>
                  <a:lnTo>
                    <a:pt x="6952" y="19848"/>
                  </a:lnTo>
                  <a:lnTo>
                    <a:pt x="6604" y="20080"/>
                  </a:lnTo>
                  <a:lnTo>
                    <a:pt x="6334" y="19539"/>
                  </a:lnTo>
                  <a:lnTo>
                    <a:pt x="6025" y="18999"/>
                  </a:lnTo>
                  <a:lnTo>
                    <a:pt x="5677" y="18497"/>
                  </a:lnTo>
                  <a:lnTo>
                    <a:pt x="5253" y="18033"/>
                  </a:lnTo>
                  <a:lnTo>
                    <a:pt x="5214" y="17995"/>
                  </a:lnTo>
                  <a:lnTo>
                    <a:pt x="5716" y="17956"/>
                  </a:lnTo>
                  <a:lnTo>
                    <a:pt x="6179" y="17879"/>
                  </a:lnTo>
                  <a:lnTo>
                    <a:pt x="6257" y="17840"/>
                  </a:lnTo>
                  <a:lnTo>
                    <a:pt x="6295" y="17763"/>
                  </a:lnTo>
                  <a:lnTo>
                    <a:pt x="6295" y="17686"/>
                  </a:lnTo>
                  <a:lnTo>
                    <a:pt x="6257" y="17608"/>
                  </a:lnTo>
                  <a:lnTo>
                    <a:pt x="6102" y="17261"/>
                  </a:lnTo>
                  <a:lnTo>
                    <a:pt x="5870" y="16952"/>
                  </a:lnTo>
                  <a:lnTo>
                    <a:pt x="5639" y="16682"/>
                  </a:lnTo>
                  <a:lnTo>
                    <a:pt x="5368" y="16411"/>
                  </a:lnTo>
                  <a:lnTo>
                    <a:pt x="5291" y="16373"/>
                  </a:lnTo>
                  <a:lnTo>
                    <a:pt x="5793" y="14674"/>
                  </a:lnTo>
                  <a:lnTo>
                    <a:pt x="5793" y="14558"/>
                  </a:lnTo>
                  <a:lnTo>
                    <a:pt x="5755" y="14481"/>
                  </a:lnTo>
                  <a:lnTo>
                    <a:pt x="5677" y="14442"/>
                  </a:lnTo>
                  <a:lnTo>
                    <a:pt x="5561" y="14442"/>
                  </a:lnTo>
                  <a:lnTo>
                    <a:pt x="4326" y="14674"/>
                  </a:lnTo>
                  <a:lnTo>
                    <a:pt x="4326" y="14674"/>
                  </a:lnTo>
                  <a:lnTo>
                    <a:pt x="4519" y="14326"/>
                  </a:lnTo>
                  <a:lnTo>
                    <a:pt x="4751" y="14056"/>
                  </a:lnTo>
                  <a:lnTo>
                    <a:pt x="4982" y="13786"/>
                  </a:lnTo>
                  <a:lnTo>
                    <a:pt x="5214" y="13515"/>
                  </a:lnTo>
                  <a:lnTo>
                    <a:pt x="5870" y="13554"/>
                  </a:lnTo>
                  <a:lnTo>
                    <a:pt x="5986" y="13515"/>
                  </a:lnTo>
                  <a:lnTo>
                    <a:pt x="6025" y="13438"/>
                  </a:lnTo>
                  <a:lnTo>
                    <a:pt x="6063" y="13361"/>
                  </a:lnTo>
                  <a:lnTo>
                    <a:pt x="6025" y="13245"/>
                  </a:lnTo>
                  <a:lnTo>
                    <a:pt x="5832" y="12820"/>
                  </a:lnTo>
                  <a:lnTo>
                    <a:pt x="5561" y="12434"/>
                  </a:lnTo>
                  <a:lnTo>
                    <a:pt x="6257" y="11893"/>
                  </a:lnTo>
                  <a:lnTo>
                    <a:pt x="6913" y="11276"/>
                  </a:lnTo>
                  <a:lnTo>
                    <a:pt x="7531" y="10619"/>
                  </a:lnTo>
                  <a:lnTo>
                    <a:pt x="8110" y="9885"/>
                  </a:lnTo>
                  <a:lnTo>
                    <a:pt x="8573" y="9152"/>
                  </a:lnTo>
                  <a:lnTo>
                    <a:pt x="8805" y="8766"/>
                  </a:lnTo>
                  <a:lnTo>
                    <a:pt x="8998" y="8341"/>
                  </a:lnTo>
                  <a:lnTo>
                    <a:pt x="9153" y="7916"/>
                  </a:lnTo>
                  <a:lnTo>
                    <a:pt x="9307" y="7491"/>
                  </a:lnTo>
                  <a:lnTo>
                    <a:pt x="9423" y="7067"/>
                  </a:lnTo>
                  <a:lnTo>
                    <a:pt x="9500" y="6642"/>
                  </a:lnTo>
                  <a:lnTo>
                    <a:pt x="9577" y="6217"/>
                  </a:lnTo>
                  <a:lnTo>
                    <a:pt x="9616" y="5754"/>
                  </a:lnTo>
                  <a:lnTo>
                    <a:pt x="9616" y="5329"/>
                  </a:lnTo>
                  <a:lnTo>
                    <a:pt x="9577" y="4904"/>
                  </a:lnTo>
                  <a:lnTo>
                    <a:pt x="9539" y="4479"/>
                  </a:lnTo>
                  <a:lnTo>
                    <a:pt x="9462" y="4093"/>
                  </a:lnTo>
                  <a:lnTo>
                    <a:pt x="9346" y="3669"/>
                  </a:lnTo>
                  <a:lnTo>
                    <a:pt x="9230" y="3282"/>
                  </a:lnTo>
                  <a:lnTo>
                    <a:pt x="9037" y="2896"/>
                  </a:lnTo>
                  <a:lnTo>
                    <a:pt x="8882" y="2510"/>
                  </a:lnTo>
                  <a:lnTo>
                    <a:pt x="8651" y="2163"/>
                  </a:lnTo>
                  <a:lnTo>
                    <a:pt x="8380" y="1815"/>
                  </a:lnTo>
                  <a:lnTo>
                    <a:pt x="8110" y="1506"/>
                  </a:lnTo>
                  <a:lnTo>
                    <a:pt x="7801" y="1197"/>
                  </a:lnTo>
                  <a:lnTo>
                    <a:pt x="7492" y="927"/>
                  </a:lnTo>
                  <a:lnTo>
                    <a:pt x="7106" y="695"/>
                  </a:lnTo>
                  <a:lnTo>
                    <a:pt x="6759" y="502"/>
                  </a:lnTo>
                  <a:lnTo>
                    <a:pt x="6411" y="348"/>
                  </a:lnTo>
                  <a:lnTo>
                    <a:pt x="6025" y="193"/>
                  </a:lnTo>
                  <a:lnTo>
                    <a:pt x="5639" y="116"/>
                  </a:lnTo>
                  <a:lnTo>
                    <a:pt x="5291" y="3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13"/>
            <p:cNvSpPr/>
            <p:nvPr/>
          </p:nvSpPr>
          <p:spPr>
            <a:xfrm>
              <a:off x="3447000" y="857725"/>
              <a:ext cx="309925" cy="605300"/>
            </a:xfrm>
            <a:custGeom>
              <a:avLst/>
              <a:gdLst/>
              <a:ahLst/>
              <a:cxnLst/>
              <a:rect l="l" t="t" r="r" b="b"/>
              <a:pathLst>
                <a:path w="12397" h="24212" extrusionOk="0">
                  <a:moveTo>
                    <a:pt x="7955" y="463"/>
                  </a:moveTo>
                  <a:lnTo>
                    <a:pt x="8496" y="502"/>
                  </a:lnTo>
                  <a:lnTo>
                    <a:pt x="9037" y="618"/>
                  </a:lnTo>
                  <a:lnTo>
                    <a:pt x="9500" y="811"/>
                  </a:lnTo>
                  <a:lnTo>
                    <a:pt x="9925" y="1043"/>
                  </a:lnTo>
                  <a:lnTo>
                    <a:pt x="10311" y="1352"/>
                  </a:lnTo>
                  <a:lnTo>
                    <a:pt x="10659" y="1699"/>
                  </a:lnTo>
                  <a:lnTo>
                    <a:pt x="10967" y="2085"/>
                  </a:lnTo>
                  <a:lnTo>
                    <a:pt x="11238" y="2510"/>
                  </a:lnTo>
                  <a:lnTo>
                    <a:pt x="11469" y="2973"/>
                  </a:lnTo>
                  <a:lnTo>
                    <a:pt x="11663" y="3437"/>
                  </a:lnTo>
                  <a:lnTo>
                    <a:pt x="11778" y="3939"/>
                  </a:lnTo>
                  <a:lnTo>
                    <a:pt x="11856" y="4441"/>
                  </a:lnTo>
                  <a:lnTo>
                    <a:pt x="11894" y="4981"/>
                  </a:lnTo>
                  <a:lnTo>
                    <a:pt x="11894" y="5483"/>
                  </a:lnTo>
                  <a:lnTo>
                    <a:pt x="11817" y="5985"/>
                  </a:lnTo>
                  <a:lnTo>
                    <a:pt x="11701" y="6487"/>
                  </a:lnTo>
                  <a:lnTo>
                    <a:pt x="11547" y="6989"/>
                  </a:lnTo>
                  <a:lnTo>
                    <a:pt x="11315" y="7453"/>
                  </a:lnTo>
                  <a:lnTo>
                    <a:pt x="11083" y="7916"/>
                  </a:lnTo>
                  <a:lnTo>
                    <a:pt x="10813" y="8341"/>
                  </a:lnTo>
                  <a:lnTo>
                    <a:pt x="10504" y="8766"/>
                  </a:lnTo>
                  <a:lnTo>
                    <a:pt x="10195" y="9152"/>
                  </a:lnTo>
                  <a:lnTo>
                    <a:pt x="9848" y="9499"/>
                  </a:lnTo>
                  <a:lnTo>
                    <a:pt x="9461" y="9847"/>
                  </a:lnTo>
                  <a:lnTo>
                    <a:pt x="9037" y="10156"/>
                  </a:lnTo>
                  <a:lnTo>
                    <a:pt x="8651" y="10465"/>
                  </a:lnTo>
                  <a:lnTo>
                    <a:pt x="8187" y="10735"/>
                  </a:lnTo>
                  <a:lnTo>
                    <a:pt x="7762" y="11005"/>
                  </a:lnTo>
                  <a:lnTo>
                    <a:pt x="6836" y="11469"/>
                  </a:lnTo>
                  <a:lnTo>
                    <a:pt x="5870" y="11855"/>
                  </a:lnTo>
                  <a:lnTo>
                    <a:pt x="5677" y="11855"/>
                  </a:lnTo>
                  <a:lnTo>
                    <a:pt x="5639" y="11932"/>
                  </a:lnTo>
                  <a:lnTo>
                    <a:pt x="5600" y="11932"/>
                  </a:lnTo>
                  <a:lnTo>
                    <a:pt x="4982" y="11276"/>
                  </a:lnTo>
                  <a:lnTo>
                    <a:pt x="4442" y="10542"/>
                  </a:lnTo>
                  <a:lnTo>
                    <a:pt x="3978" y="9808"/>
                  </a:lnTo>
                  <a:lnTo>
                    <a:pt x="3746" y="9383"/>
                  </a:lnTo>
                  <a:lnTo>
                    <a:pt x="3592" y="8997"/>
                  </a:lnTo>
                  <a:lnTo>
                    <a:pt x="3438" y="8611"/>
                  </a:lnTo>
                  <a:lnTo>
                    <a:pt x="3283" y="8186"/>
                  </a:lnTo>
                  <a:lnTo>
                    <a:pt x="3167" y="7762"/>
                  </a:lnTo>
                  <a:lnTo>
                    <a:pt x="3090" y="7298"/>
                  </a:lnTo>
                  <a:lnTo>
                    <a:pt x="3051" y="6873"/>
                  </a:lnTo>
                  <a:lnTo>
                    <a:pt x="3013" y="6410"/>
                  </a:lnTo>
                  <a:lnTo>
                    <a:pt x="3051" y="5947"/>
                  </a:lnTo>
                  <a:lnTo>
                    <a:pt x="3090" y="5483"/>
                  </a:lnTo>
                  <a:lnTo>
                    <a:pt x="3167" y="5020"/>
                  </a:lnTo>
                  <a:lnTo>
                    <a:pt x="3244" y="4557"/>
                  </a:lnTo>
                  <a:lnTo>
                    <a:pt x="3399" y="4093"/>
                  </a:lnTo>
                  <a:lnTo>
                    <a:pt x="3592" y="3668"/>
                  </a:lnTo>
                  <a:lnTo>
                    <a:pt x="3785" y="3205"/>
                  </a:lnTo>
                  <a:lnTo>
                    <a:pt x="4055" y="2819"/>
                  </a:lnTo>
                  <a:lnTo>
                    <a:pt x="4326" y="2394"/>
                  </a:lnTo>
                  <a:lnTo>
                    <a:pt x="4635" y="2047"/>
                  </a:lnTo>
                  <a:lnTo>
                    <a:pt x="4944" y="1699"/>
                  </a:lnTo>
                  <a:lnTo>
                    <a:pt x="5330" y="1390"/>
                  </a:lnTo>
                  <a:lnTo>
                    <a:pt x="5716" y="1081"/>
                  </a:lnTo>
                  <a:lnTo>
                    <a:pt x="6102" y="850"/>
                  </a:lnTo>
                  <a:lnTo>
                    <a:pt x="6527" y="695"/>
                  </a:lnTo>
                  <a:lnTo>
                    <a:pt x="6990" y="541"/>
                  </a:lnTo>
                  <a:lnTo>
                    <a:pt x="7453" y="463"/>
                  </a:lnTo>
                  <a:close/>
                  <a:moveTo>
                    <a:pt x="5561" y="12279"/>
                  </a:moveTo>
                  <a:lnTo>
                    <a:pt x="5600" y="12318"/>
                  </a:lnTo>
                  <a:lnTo>
                    <a:pt x="5677" y="12357"/>
                  </a:lnTo>
                  <a:lnTo>
                    <a:pt x="5793" y="12897"/>
                  </a:lnTo>
                  <a:lnTo>
                    <a:pt x="5793" y="12897"/>
                  </a:lnTo>
                  <a:lnTo>
                    <a:pt x="5098" y="12588"/>
                  </a:lnTo>
                  <a:lnTo>
                    <a:pt x="5561" y="12279"/>
                  </a:lnTo>
                  <a:close/>
                  <a:moveTo>
                    <a:pt x="3322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3" y="13979"/>
                  </a:lnTo>
                  <a:lnTo>
                    <a:pt x="2781" y="13940"/>
                  </a:lnTo>
                  <a:lnTo>
                    <a:pt x="2511" y="13824"/>
                  </a:lnTo>
                  <a:lnTo>
                    <a:pt x="2936" y="13399"/>
                  </a:lnTo>
                  <a:lnTo>
                    <a:pt x="3322" y="12975"/>
                  </a:lnTo>
                  <a:close/>
                  <a:moveTo>
                    <a:pt x="3940" y="14326"/>
                  </a:moveTo>
                  <a:lnTo>
                    <a:pt x="5098" y="14519"/>
                  </a:lnTo>
                  <a:lnTo>
                    <a:pt x="4442" y="15485"/>
                  </a:lnTo>
                  <a:lnTo>
                    <a:pt x="4287" y="15214"/>
                  </a:lnTo>
                  <a:lnTo>
                    <a:pt x="4171" y="14944"/>
                  </a:lnTo>
                  <a:lnTo>
                    <a:pt x="4055" y="14635"/>
                  </a:lnTo>
                  <a:lnTo>
                    <a:pt x="3978" y="14365"/>
                  </a:lnTo>
                  <a:lnTo>
                    <a:pt x="3940" y="14326"/>
                  </a:lnTo>
                  <a:close/>
                  <a:moveTo>
                    <a:pt x="3746" y="14596"/>
                  </a:moveTo>
                  <a:lnTo>
                    <a:pt x="3824" y="14944"/>
                  </a:lnTo>
                  <a:lnTo>
                    <a:pt x="3978" y="15291"/>
                  </a:lnTo>
                  <a:lnTo>
                    <a:pt x="4133" y="15600"/>
                  </a:lnTo>
                  <a:lnTo>
                    <a:pt x="4287" y="15909"/>
                  </a:lnTo>
                  <a:lnTo>
                    <a:pt x="4364" y="15987"/>
                  </a:lnTo>
                  <a:lnTo>
                    <a:pt x="4055" y="16411"/>
                  </a:lnTo>
                  <a:lnTo>
                    <a:pt x="3746" y="16875"/>
                  </a:lnTo>
                  <a:lnTo>
                    <a:pt x="3592" y="16411"/>
                  </a:lnTo>
                  <a:lnTo>
                    <a:pt x="3476" y="15948"/>
                  </a:lnTo>
                  <a:lnTo>
                    <a:pt x="3476" y="15716"/>
                  </a:lnTo>
                  <a:lnTo>
                    <a:pt x="3476" y="15446"/>
                  </a:lnTo>
                  <a:lnTo>
                    <a:pt x="3515" y="15214"/>
                  </a:lnTo>
                  <a:lnTo>
                    <a:pt x="3553" y="14983"/>
                  </a:lnTo>
                  <a:lnTo>
                    <a:pt x="3746" y="14596"/>
                  </a:lnTo>
                  <a:close/>
                  <a:moveTo>
                    <a:pt x="4480" y="16334"/>
                  </a:moveTo>
                  <a:lnTo>
                    <a:pt x="4673" y="16759"/>
                  </a:lnTo>
                  <a:lnTo>
                    <a:pt x="4789" y="17222"/>
                  </a:lnTo>
                  <a:lnTo>
                    <a:pt x="4789" y="17222"/>
                  </a:lnTo>
                  <a:lnTo>
                    <a:pt x="4364" y="17106"/>
                  </a:lnTo>
                  <a:lnTo>
                    <a:pt x="3940" y="17029"/>
                  </a:lnTo>
                  <a:lnTo>
                    <a:pt x="4480" y="16334"/>
                  </a:lnTo>
                  <a:close/>
                  <a:moveTo>
                    <a:pt x="2472" y="16875"/>
                  </a:moveTo>
                  <a:lnTo>
                    <a:pt x="3399" y="17106"/>
                  </a:lnTo>
                  <a:lnTo>
                    <a:pt x="3476" y="17261"/>
                  </a:lnTo>
                  <a:lnTo>
                    <a:pt x="3322" y="17377"/>
                  </a:lnTo>
                  <a:lnTo>
                    <a:pt x="3167" y="17570"/>
                  </a:lnTo>
                  <a:lnTo>
                    <a:pt x="2897" y="17917"/>
                  </a:lnTo>
                  <a:lnTo>
                    <a:pt x="2665" y="17415"/>
                  </a:lnTo>
                  <a:lnTo>
                    <a:pt x="2472" y="16875"/>
                  </a:lnTo>
                  <a:close/>
                  <a:moveTo>
                    <a:pt x="3360" y="19732"/>
                  </a:moveTo>
                  <a:lnTo>
                    <a:pt x="4055" y="20427"/>
                  </a:lnTo>
                  <a:lnTo>
                    <a:pt x="3553" y="20659"/>
                  </a:lnTo>
                  <a:lnTo>
                    <a:pt x="3013" y="20968"/>
                  </a:lnTo>
                  <a:lnTo>
                    <a:pt x="3167" y="20350"/>
                  </a:lnTo>
                  <a:lnTo>
                    <a:pt x="3360" y="19732"/>
                  </a:lnTo>
                  <a:close/>
                  <a:moveTo>
                    <a:pt x="5677" y="20118"/>
                  </a:moveTo>
                  <a:lnTo>
                    <a:pt x="5986" y="20196"/>
                  </a:lnTo>
                  <a:lnTo>
                    <a:pt x="5716" y="20891"/>
                  </a:lnTo>
                  <a:lnTo>
                    <a:pt x="5368" y="21547"/>
                  </a:lnTo>
                  <a:lnTo>
                    <a:pt x="4673" y="20582"/>
                  </a:lnTo>
                  <a:lnTo>
                    <a:pt x="4635" y="20543"/>
                  </a:lnTo>
                  <a:lnTo>
                    <a:pt x="4673" y="20234"/>
                  </a:lnTo>
                  <a:lnTo>
                    <a:pt x="5021" y="20157"/>
                  </a:lnTo>
                  <a:lnTo>
                    <a:pt x="5330" y="20118"/>
                  </a:lnTo>
                  <a:close/>
                  <a:moveTo>
                    <a:pt x="7453" y="0"/>
                  </a:moveTo>
                  <a:lnTo>
                    <a:pt x="7067" y="39"/>
                  </a:lnTo>
                  <a:lnTo>
                    <a:pt x="6720" y="154"/>
                  </a:lnTo>
                  <a:lnTo>
                    <a:pt x="6334" y="270"/>
                  </a:lnTo>
                  <a:lnTo>
                    <a:pt x="5986" y="425"/>
                  </a:lnTo>
                  <a:lnTo>
                    <a:pt x="5639" y="579"/>
                  </a:lnTo>
                  <a:lnTo>
                    <a:pt x="5291" y="811"/>
                  </a:lnTo>
                  <a:lnTo>
                    <a:pt x="4944" y="1043"/>
                  </a:lnTo>
                  <a:lnTo>
                    <a:pt x="4635" y="1313"/>
                  </a:lnTo>
                  <a:lnTo>
                    <a:pt x="4364" y="1622"/>
                  </a:lnTo>
                  <a:lnTo>
                    <a:pt x="4094" y="1892"/>
                  </a:lnTo>
                  <a:lnTo>
                    <a:pt x="3824" y="2240"/>
                  </a:lnTo>
                  <a:lnTo>
                    <a:pt x="3592" y="2549"/>
                  </a:lnTo>
                  <a:lnTo>
                    <a:pt x="3399" y="2896"/>
                  </a:lnTo>
                  <a:lnTo>
                    <a:pt x="3206" y="3282"/>
                  </a:lnTo>
                  <a:lnTo>
                    <a:pt x="3051" y="3630"/>
                  </a:lnTo>
                  <a:lnTo>
                    <a:pt x="2897" y="4016"/>
                  </a:lnTo>
                  <a:lnTo>
                    <a:pt x="2781" y="4402"/>
                  </a:lnTo>
                  <a:lnTo>
                    <a:pt x="2704" y="4788"/>
                  </a:lnTo>
                  <a:lnTo>
                    <a:pt x="2627" y="5174"/>
                  </a:lnTo>
                  <a:lnTo>
                    <a:pt x="2588" y="5599"/>
                  </a:lnTo>
                  <a:lnTo>
                    <a:pt x="2549" y="5985"/>
                  </a:lnTo>
                  <a:lnTo>
                    <a:pt x="2549" y="6410"/>
                  </a:lnTo>
                  <a:lnTo>
                    <a:pt x="2549" y="6835"/>
                  </a:lnTo>
                  <a:lnTo>
                    <a:pt x="2665" y="7723"/>
                  </a:lnTo>
                  <a:lnTo>
                    <a:pt x="2742" y="8148"/>
                  </a:lnTo>
                  <a:lnTo>
                    <a:pt x="2858" y="8572"/>
                  </a:lnTo>
                  <a:lnTo>
                    <a:pt x="3013" y="8997"/>
                  </a:lnTo>
                  <a:lnTo>
                    <a:pt x="3167" y="9383"/>
                  </a:lnTo>
                  <a:lnTo>
                    <a:pt x="3322" y="9808"/>
                  </a:lnTo>
                  <a:lnTo>
                    <a:pt x="3553" y="10194"/>
                  </a:lnTo>
                  <a:lnTo>
                    <a:pt x="3746" y="10542"/>
                  </a:lnTo>
                  <a:lnTo>
                    <a:pt x="4017" y="10928"/>
                  </a:lnTo>
                  <a:lnTo>
                    <a:pt x="4287" y="11237"/>
                  </a:lnTo>
                  <a:lnTo>
                    <a:pt x="4596" y="11546"/>
                  </a:lnTo>
                  <a:lnTo>
                    <a:pt x="4905" y="11855"/>
                  </a:lnTo>
                  <a:lnTo>
                    <a:pt x="5252" y="12086"/>
                  </a:lnTo>
                  <a:lnTo>
                    <a:pt x="4557" y="12473"/>
                  </a:lnTo>
                  <a:lnTo>
                    <a:pt x="4480" y="12550"/>
                  </a:lnTo>
                  <a:lnTo>
                    <a:pt x="4442" y="12666"/>
                  </a:lnTo>
                  <a:lnTo>
                    <a:pt x="4480" y="12781"/>
                  </a:lnTo>
                  <a:lnTo>
                    <a:pt x="4596" y="12859"/>
                  </a:lnTo>
                  <a:lnTo>
                    <a:pt x="5021" y="13013"/>
                  </a:lnTo>
                  <a:lnTo>
                    <a:pt x="4673" y="13168"/>
                  </a:lnTo>
                  <a:lnTo>
                    <a:pt x="4403" y="13361"/>
                  </a:lnTo>
                  <a:lnTo>
                    <a:pt x="4094" y="13554"/>
                  </a:lnTo>
                  <a:lnTo>
                    <a:pt x="3862" y="13785"/>
                  </a:lnTo>
                  <a:lnTo>
                    <a:pt x="3824" y="13477"/>
                  </a:lnTo>
                  <a:lnTo>
                    <a:pt x="3746" y="13168"/>
                  </a:lnTo>
                  <a:lnTo>
                    <a:pt x="3631" y="12859"/>
                  </a:lnTo>
                  <a:lnTo>
                    <a:pt x="3515" y="12550"/>
                  </a:lnTo>
                  <a:lnTo>
                    <a:pt x="3476" y="12473"/>
                  </a:lnTo>
                  <a:lnTo>
                    <a:pt x="3360" y="12434"/>
                  </a:lnTo>
                  <a:lnTo>
                    <a:pt x="3283" y="12473"/>
                  </a:lnTo>
                  <a:lnTo>
                    <a:pt x="3206" y="12511"/>
                  </a:lnTo>
                  <a:lnTo>
                    <a:pt x="2665" y="13168"/>
                  </a:lnTo>
                  <a:lnTo>
                    <a:pt x="2086" y="13747"/>
                  </a:lnTo>
                  <a:lnTo>
                    <a:pt x="2047" y="13824"/>
                  </a:lnTo>
                  <a:lnTo>
                    <a:pt x="2009" y="13901"/>
                  </a:lnTo>
                  <a:lnTo>
                    <a:pt x="2047" y="13979"/>
                  </a:lnTo>
                  <a:lnTo>
                    <a:pt x="2086" y="14056"/>
                  </a:lnTo>
                  <a:lnTo>
                    <a:pt x="2395" y="14210"/>
                  </a:lnTo>
                  <a:lnTo>
                    <a:pt x="2742" y="14287"/>
                  </a:lnTo>
                  <a:lnTo>
                    <a:pt x="3051" y="14365"/>
                  </a:lnTo>
                  <a:lnTo>
                    <a:pt x="3399" y="14365"/>
                  </a:lnTo>
                  <a:lnTo>
                    <a:pt x="3244" y="14635"/>
                  </a:lnTo>
                  <a:lnTo>
                    <a:pt x="3129" y="14944"/>
                  </a:lnTo>
                  <a:lnTo>
                    <a:pt x="3090" y="15176"/>
                  </a:lnTo>
                  <a:lnTo>
                    <a:pt x="3051" y="15407"/>
                  </a:lnTo>
                  <a:lnTo>
                    <a:pt x="3051" y="15871"/>
                  </a:lnTo>
                  <a:lnTo>
                    <a:pt x="3129" y="16295"/>
                  </a:lnTo>
                  <a:lnTo>
                    <a:pt x="3244" y="16759"/>
                  </a:lnTo>
                  <a:lnTo>
                    <a:pt x="2781" y="16566"/>
                  </a:lnTo>
                  <a:lnTo>
                    <a:pt x="2279" y="16411"/>
                  </a:lnTo>
                  <a:lnTo>
                    <a:pt x="2202" y="16411"/>
                  </a:lnTo>
                  <a:lnTo>
                    <a:pt x="2125" y="16450"/>
                  </a:lnTo>
                  <a:lnTo>
                    <a:pt x="2047" y="16527"/>
                  </a:lnTo>
                  <a:lnTo>
                    <a:pt x="2047" y="16643"/>
                  </a:lnTo>
                  <a:lnTo>
                    <a:pt x="2163" y="17106"/>
                  </a:lnTo>
                  <a:lnTo>
                    <a:pt x="2279" y="17531"/>
                  </a:lnTo>
                  <a:lnTo>
                    <a:pt x="2472" y="17956"/>
                  </a:lnTo>
                  <a:lnTo>
                    <a:pt x="2704" y="18381"/>
                  </a:lnTo>
                  <a:lnTo>
                    <a:pt x="2781" y="18458"/>
                  </a:lnTo>
                  <a:lnTo>
                    <a:pt x="2858" y="18496"/>
                  </a:lnTo>
                  <a:lnTo>
                    <a:pt x="2936" y="18458"/>
                  </a:lnTo>
                  <a:lnTo>
                    <a:pt x="3013" y="18381"/>
                  </a:lnTo>
                  <a:lnTo>
                    <a:pt x="3322" y="18033"/>
                  </a:lnTo>
                  <a:lnTo>
                    <a:pt x="3515" y="17801"/>
                  </a:lnTo>
                  <a:lnTo>
                    <a:pt x="3631" y="17608"/>
                  </a:lnTo>
                  <a:lnTo>
                    <a:pt x="3708" y="17763"/>
                  </a:lnTo>
                  <a:lnTo>
                    <a:pt x="3978" y="18342"/>
                  </a:lnTo>
                  <a:lnTo>
                    <a:pt x="4133" y="18960"/>
                  </a:lnTo>
                  <a:lnTo>
                    <a:pt x="4248" y="19539"/>
                  </a:lnTo>
                  <a:lnTo>
                    <a:pt x="4248" y="20157"/>
                  </a:lnTo>
                  <a:lnTo>
                    <a:pt x="3438" y="19307"/>
                  </a:lnTo>
                  <a:lnTo>
                    <a:pt x="3399" y="19269"/>
                  </a:lnTo>
                  <a:lnTo>
                    <a:pt x="3206" y="19269"/>
                  </a:lnTo>
                  <a:lnTo>
                    <a:pt x="3167" y="19346"/>
                  </a:lnTo>
                  <a:lnTo>
                    <a:pt x="2974" y="19809"/>
                  </a:lnTo>
                  <a:lnTo>
                    <a:pt x="2781" y="20273"/>
                  </a:lnTo>
                  <a:lnTo>
                    <a:pt x="2665" y="20775"/>
                  </a:lnTo>
                  <a:lnTo>
                    <a:pt x="2627" y="21315"/>
                  </a:lnTo>
                  <a:lnTo>
                    <a:pt x="2627" y="21393"/>
                  </a:lnTo>
                  <a:lnTo>
                    <a:pt x="2704" y="21470"/>
                  </a:lnTo>
                  <a:lnTo>
                    <a:pt x="2781" y="21508"/>
                  </a:lnTo>
                  <a:lnTo>
                    <a:pt x="2897" y="21470"/>
                  </a:lnTo>
                  <a:lnTo>
                    <a:pt x="3515" y="21161"/>
                  </a:lnTo>
                  <a:lnTo>
                    <a:pt x="4171" y="20775"/>
                  </a:lnTo>
                  <a:lnTo>
                    <a:pt x="4055" y="21161"/>
                  </a:lnTo>
                  <a:lnTo>
                    <a:pt x="3901" y="21547"/>
                  </a:lnTo>
                  <a:lnTo>
                    <a:pt x="3669" y="22049"/>
                  </a:lnTo>
                  <a:lnTo>
                    <a:pt x="3322" y="22551"/>
                  </a:lnTo>
                  <a:lnTo>
                    <a:pt x="2897" y="23014"/>
                  </a:lnTo>
                  <a:lnTo>
                    <a:pt x="2627" y="23246"/>
                  </a:lnTo>
                  <a:lnTo>
                    <a:pt x="2395" y="23401"/>
                  </a:lnTo>
                  <a:lnTo>
                    <a:pt x="2125" y="23594"/>
                  </a:lnTo>
                  <a:lnTo>
                    <a:pt x="1854" y="23709"/>
                  </a:lnTo>
                  <a:lnTo>
                    <a:pt x="1584" y="23787"/>
                  </a:lnTo>
                  <a:lnTo>
                    <a:pt x="1314" y="23787"/>
                  </a:lnTo>
                  <a:lnTo>
                    <a:pt x="1082" y="23748"/>
                  </a:lnTo>
                  <a:lnTo>
                    <a:pt x="812" y="23671"/>
                  </a:lnTo>
                  <a:lnTo>
                    <a:pt x="541" y="23516"/>
                  </a:lnTo>
                  <a:lnTo>
                    <a:pt x="310" y="23285"/>
                  </a:lnTo>
                  <a:lnTo>
                    <a:pt x="233" y="23246"/>
                  </a:lnTo>
                  <a:lnTo>
                    <a:pt x="78" y="23246"/>
                  </a:lnTo>
                  <a:lnTo>
                    <a:pt x="39" y="23362"/>
                  </a:lnTo>
                  <a:lnTo>
                    <a:pt x="1" y="23401"/>
                  </a:lnTo>
                  <a:lnTo>
                    <a:pt x="39" y="23478"/>
                  </a:lnTo>
                  <a:lnTo>
                    <a:pt x="155" y="23632"/>
                  </a:lnTo>
                  <a:lnTo>
                    <a:pt x="271" y="23787"/>
                  </a:lnTo>
                  <a:lnTo>
                    <a:pt x="387" y="23903"/>
                  </a:lnTo>
                  <a:lnTo>
                    <a:pt x="541" y="24018"/>
                  </a:lnTo>
                  <a:lnTo>
                    <a:pt x="696" y="24096"/>
                  </a:lnTo>
                  <a:lnTo>
                    <a:pt x="889" y="24134"/>
                  </a:lnTo>
                  <a:lnTo>
                    <a:pt x="1236" y="24211"/>
                  </a:lnTo>
                  <a:lnTo>
                    <a:pt x="1584" y="24173"/>
                  </a:lnTo>
                  <a:lnTo>
                    <a:pt x="1970" y="24096"/>
                  </a:lnTo>
                  <a:lnTo>
                    <a:pt x="2318" y="23941"/>
                  </a:lnTo>
                  <a:lnTo>
                    <a:pt x="2665" y="23748"/>
                  </a:lnTo>
                  <a:lnTo>
                    <a:pt x="3013" y="23478"/>
                  </a:lnTo>
                  <a:lnTo>
                    <a:pt x="3322" y="23207"/>
                  </a:lnTo>
                  <a:lnTo>
                    <a:pt x="3631" y="22860"/>
                  </a:lnTo>
                  <a:lnTo>
                    <a:pt x="3901" y="22512"/>
                  </a:lnTo>
                  <a:lnTo>
                    <a:pt x="4133" y="22126"/>
                  </a:lnTo>
                  <a:lnTo>
                    <a:pt x="4326" y="21702"/>
                  </a:lnTo>
                  <a:lnTo>
                    <a:pt x="4480" y="21315"/>
                  </a:lnTo>
                  <a:lnTo>
                    <a:pt x="4596" y="20852"/>
                  </a:lnTo>
                  <a:lnTo>
                    <a:pt x="5214" y="21972"/>
                  </a:lnTo>
                  <a:lnTo>
                    <a:pt x="5291" y="22049"/>
                  </a:lnTo>
                  <a:lnTo>
                    <a:pt x="5368" y="22088"/>
                  </a:lnTo>
                  <a:lnTo>
                    <a:pt x="5446" y="22049"/>
                  </a:lnTo>
                  <a:lnTo>
                    <a:pt x="5523" y="22010"/>
                  </a:lnTo>
                  <a:lnTo>
                    <a:pt x="5793" y="21547"/>
                  </a:lnTo>
                  <a:lnTo>
                    <a:pt x="6025" y="21084"/>
                  </a:lnTo>
                  <a:lnTo>
                    <a:pt x="6411" y="20118"/>
                  </a:lnTo>
                  <a:lnTo>
                    <a:pt x="6411" y="20041"/>
                  </a:lnTo>
                  <a:lnTo>
                    <a:pt x="6411" y="19964"/>
                  </a:lnTo>
                  <a:lnTo>
                    <a:pt x="6372" y="19925"/>
                  </a:lnTo>
                  <a:lnTo>
                    <a:pt x="6295" y="19887"/>
                  </a:lnTo>
                  <a:lnTo>
                    <a:pt x="5909" y="19771"/>
                  </a:lnTo>
                  <a:lnTo>
                    <a:pt x="5484" y="19732"/>
                  </a:lnTo>
                  <a:lnTo>
                    <a:pt x="5098" y="19732"/>
                  </a:lnTo>
                  <a:lnTo>
                    <a:pt x="4673" y="19848"/>
                  </a:lnTo>
                  <a:lnTo>
                    <a:pt x="4635" y="19230"/>
                  </a:lnTo>
                  <a:lnTo>
                    <a:pt x="4519" y="18651"/>
                  </a:lnTo>
                  <a:lnTo>
                    <a:pt x="4287" y="18033"/>
                  </a:lnTo>
                  <a:lnTo>
                    <a:pt x="4055" y="17454"/>
                  </a:lnTo>
                  <a:lnTo>
                    <a:pt x="4055" y="17454"/>
                  </a:lnTo>
                  <a:lnTo>
                    <a:pt x="4519" y="17531"/>
                  </a:lnTo>
                  <a:lnTo>
                    <a:pt x="4982" y="17608"/>
                  </a:lnTo>
                  <a:lnTo>
                    <a:pt x="5059" y="17608"/>
                  </a:lnTo>
                  <a:lnTo>
                    <a:pt x="5098" y="17531"/>
                  </a:lnTo>
                  <a:lnTo>
                    <a:pt x="5137" y="17492"/>
                  </a:lnTo>
                  <a:lnTo>
                    <a:pt x="5137" y="17377"/>
                  </a:lnTo>
                  <a:lnTo>
                    <a:pt x="5098" y="17029"/>
                  </a:lnTo>
                  <a:lnTo>
                    <a:pt x="4982" y="16643"/>
                  </a:lnTo>
                  <a:lnTo>
                    <a:pt x="4828" y="16295"/>
                  </a:lnTo>
                  <a:lnTo>
                    <a:pt x="4673" y="15987"/>
                  </a:lnTo>
                  <a:lnTo>
                    <a:pt x="4596" y="15909"/>
                  </a:lnTo>
                  <a:lnTo>
                    <a:pt x="4635" y="15909"/>
                  </a:lnTo>
                  <a:lnTo>
                    <a:pt x="5600" y="14481"/>
                  </a:lnTo>
                  <a:lnTo>
                    <a:pt x="5639" y="14365"/>
                  </a:lnTo>
                  <a:lnTo>
                    <a:pt x="5600" y="14287"/>
                  </a:lnTo>
                  <a:lnTo>
                    <a:pt x="5561" y="14210"/>
                  </a:lnTo>
                  <a:lnTo>
                    <a:pt x="5446" y="14172"/>
                  </a:lnTo>
                  <a:lnTo>
                    <a:pt x="4210" y="13979"/>
                  </a:lnTo>
                  <a:lnTo>
                    <a:pt x="4480" y="13747"/>
                  </a:lnTo>
                  <a:lnTo>
                    <a:pt x="4789" y="13554"/>
                  </a:lnTo>
                  <a:lnTo>
                    <a:pt x="5098" y="13361"/>
                  </a:lnTo>
                  <a:lnTo>
                    <a:pt x="5407" y="13168"/>
                  </a:lnTo>
                  <a:lnTo>
                    <a:pt x="6025" y="13399"/>
                  </a:lnTo>
                  <a:lnTo>
                    <a:pt x="6141" y="13438"/>
                  </a:lnTo>
                  <a:lnTo>
                    <a:pt x="6218" y="13361"/>
                  </a:lnTo>
                  <a:lnTo>
                    <a:pt x="6256" y="13283"/>
                  </a:lnTo>
                  <a:lnTo>
                    <a:pt x="6295" y="13168"/>
                  </a:lnTo>
                  <a:lnTo>
                    <a:pt x="6179" y="12704"/>
                  </a:lnTo>
                  <a:lnTo>
                    <a:pt x="6063" y="12241"/>
                  </a:lnTo>
                  <a:lnTo>
                    <a:pt x="6913" y="11932"/>
                  </a:lnTo>
                  <a:lnTo>
                    <a:pt x="7724" y="11584"/>
                  </a:lnTo>
                  <a:lnTo>
                    <a:pt x="8535" y="11121"/>
                  </a:lnTo>
                  <a:lnTo>
                    <a:pt x="9268" y="10619"/>
                  </a:lnTo>
                  <a:lnTo>
                    <a:pt x="9963" y="10078"/>
                  </a:lnTo>
                  <a:lnTo>
                    <a:pt x="10311" y="9770"/>
                  </a:lnTo>
                  <a:lnTo>
                    <a:pt x="10620" y="9422"/>
                  </a:lnTo>
                  <a:lnTo>
                    <a:pt x="10890" y="9074"/>
                  </a:lnTo>
                  <a:lnTo>
                    <a:pt x="11161" y="8727"/>
                  </a:lnTo>
                  <a:lnTo>
                    <a:pt x="11392" y="8341"/>
                  </a:lnTo>
                  <a:lnTo>
                    <a:pt x="11624" y="7955"/>
                  </a:lnTo>
                  <a:lnTo>
                    <a:pt x="11817" y="7568"/>
                  </a:lnTo>
                  <a:lnTo>
                    <a:pt x="11971" y="7182"/>
                  </a:lnTo>
                  <a:lnTo>
                    <a:pt x="12126" y="6758"/>
                  </a:lnTo>
                  <a:lnTo>
                    <a:pt x="12242" y="6333"/>
                  </a:lnTo>
                  <a:lnTo>
                    <a:pt x="12319" y="5947"/>
                  </a:lnTo>
                  <a:lnTo>
                    <a:pt x="12358" y="5522"/>
                  </a:lnTo>
                  <a:lnTo>
                    <a:pt x="12396" y="5097"/>
                  </a:lnTo>
                  <a:lnTo>
                    <a:pt x="12396" y="4672"/>
                  </a:lnTo>
                  <a:lnTo>
                    <a:pt x="12358" y="4248"/>
                  </a:lnTo>
                  <a:lnTo>
                    <a:pt x="12280" y="3823"/>
                  </a:lnTo>
                  <a:lnTo>
                    <a:pt x="12203" y="3437"/>
                  </a:lnTo>
                  <a:lnTo>
                    <a:pt x="12049" y="3051"/>
                  </a:lnTo>
                  <a:lnTo>
                    <a:pt x="11894" y="2664"/>
                  </a:lnTo>
                  <a:lnTo>
                    <a:pt x="11701" y="2278"/>
                  </a:lnTo>
                  <a:lnTo>
                    <a:pt x="11469" y="1892"/>
                  </a:lnTo>
                  <a:lnTo>
                    <a:pt x="11161" y="1545"/>
                  </a:lnTo>
                  <a:lnTo>
                    <a:pt x="10890" y="1274"/>
                  </a:lnTo>
                  <a:lnTo>
                    <a:pt x="10620" y="1004"/>
                  </a:lnTo>
                  <a:lnTo>
                    <a:pt x="10311" y="772"/>
                  </a:lnTo>
                  <a:lnTo>
                    <a:pt x="9963" y="579"/>
                  </a:lnTo>
                  <a:lnTo>
                    <a:pt x="9655" y="386"/>
                  </a:lnTo>
                  <a:lnTo>
                    <a:pt x="9307" y="232"/>
                  </a:lnTo>
                  <a:lnTo>
                    <a:pt x="8921" y="116"/>
                  </a:lnTo>
                  <a:lnTo>
                    <a:pt x="8573" y="39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13"/>
            <p:cNvSpPr/>
            <p:nvPr/>
          </p:nvSpPr>
          <p:spPr>
            <a:xfrm>
              <a:off x="5914500" y="2336650"/>
              <a:ext cx="309900" cy="605325"/>
            </a:xfrm>
            <a:custGeom>
              <a:avLst/>
              <a:gdLst/>
              <a:ahLst/>
              <a:cxnLst/>
              <a:rect l="l" t="t" r="r" b="b"/>
              <a:pathLst>
                <a:path w="12396" h="24213" extrusionOk="0">
                  <a:moveTo>
                    <a:pt x="7955" y="464"/>
                  </a:moveTo>
                  <a:lnTo>
                    <a:pt x="8496" y="503"/>
                  </a:lnTo>
                  <a:lnTo>
                    <a:pt x="9036" y="619"/>
                  </a:lnTo>
                  <a:lnTo>
                    <a:pt x="9500" y="812"/>
                  </a:lnTo>
                  <a:lnTo>
                    <a:pt x="9924" y="1043"/>
                  </a:lnTo>
                  <a:lnTo>
                    <a:pt x="10311" y="1352"/>
                  </a:lnTo>
                  <a:lnTo>
                    <a:pt x="10658" y="1700"/>
                  </a:lnTo>
                  <a:lnTo>
                    <a:pt x="10967" y="2086"/>
                  </a:lnTo>
                  <a:lnTo>
                    <a:pt x="11237" y="2511"/>
                  </a:lnTo>
                  <a:lnTo>
                    <a:pt x="11469" y="2974"/>
                  </a:lnTo>
                  <a:lnTo>
                    <a:pt x="11662" y="3438"/>
                  </a:lnTo>
                  <a:lnTo>
                    <a:pt x="11778" y="3940"/>
                  </a:lnTo>
                  <a:lnTo>
                    <a:pt x="11855" y="4442"/>
                  </a:lnTo>
                  <a:lnTo>
                    <a:pt x="11894" y="4982"/>
                  </a:lnTo>
                  <a:lnTo>
                    <a:pt x="11894" y="5484"/>
                  </a:lnTo>
                  <a:lnTo>
                    <a:pt x="11817" y="5986"/>
                  </a:lnTo>
                  <a:lnTo>
                    <a:pt x="11701" y="6488"/>
                  </a:lnTo>
                  <a:lnTo>
                    <a:pt x="11546" y="6990"/>
                  </a:lnTo>
                  <a:lnTo>
                    <a:pt x="11315" y="7453"/>
                  </a:lnTo>
                  <a:lnTo>
                    <a:pt x="11083" y="7917"/>
                  </a:lnTo>
                  <a:lnTo>
                    <a:pt x="10813" y="8342"/>
                  </a:lnTo>
                  <a:lnTo>
                    <a:pt x="10504" y="8766"/>
                  </a:lnTo>
                  <a:lnTo>
                    <a:pt x="10195" y="9153"/>
                  </a:lnTo>
                  <a:lnTo>
                    <a:pt x="9847" y="9500"/>
                  </a:lnTo>
                  <a:lnTo>
                    <a:pt x="9461" y="9848"/>
                  </a:lnTo>
                  <a:lnTo>
                    <a:pt x="9036" y="10157"/>
                  </a:lnTo>
                  <a:lnTo>
                    <a:pt x="8650" y="10465"/>
                  </a:lnTo>
                  <a:lnTo>
                    <a:pt x="8187" y="10736"/>
                  </a:lnTo>
                  <a:lnTo>
                    <a:pt x="7762" y="11006"/>
                  </a:lnTo>
                  <a:lnTo>
                    <a:pt x="6835" y="11469"/>
                  </a:lnTo>
                  <a:lnTo>
                    <a:pt x="5870" y="11856"/>
                  </a:lnTo>
                  <a:lnTo>
                    <a:pt x="5677" y="11856"/>
                  </a:lnTo>
                  <a:lnTo>
                    <a:pt x="5638" y="11933"/>
                  </a:lnTo>
                  <a:lnTo>
                    <a:pt x="5600" y="11933"/>
                  </a:lnTo>
                  <a:lnTo>
                    <a:pt x="4982" y="11276"/>
                  </a:lnTo>
                  <a:lnTo>
                    <a:pt x="4441" y="10543"/>
                  </a:lnTo>
                  <a:lnTo>
                    <a:pt x="3978" y="9809"/>
                  </a:lnTo>
                  <a:lnTo>
                    <a:pt x="3746" y="9384"/>
                  </a:lnTo>
                  <a:lnTo>
                    <a:pt x="3592" y="8998"/>
                  </a:lnTo>
                  <a:lnTo>
                    <a:pt x="3437" y="8612"/>
                  </a:lnTo>
                  <a:lnTo>
                    <a:pt x="3283" y="8187"/>
                  </a:lnTo>
                  <a:lnTo>
                    <a:pt x="3167" y="7762"/>
                  </a:lnTo>
                  <a:lnTo>
                    <a:pt x="3090" y="7299"/>
                  </a:lnTo>
                  <a:lnTo>
                    <a:pt x="3051" y="6874"/>
                  </a:lnTo>
                  <a:lnTo>
                    <a:pt x="3012" y="6411"/>
                  </a:lnTo>
                  <a:lnTo>
                    <a:pt x="3051" y="5948"/>
                  </a:lnTo>
                  <a:lnTo>
                    <a:pt x="3090" y="5484"/>
                  </a:lnTo>
                  <a:lnTo>
                    <a:pt x="3167" y="5021"/>
                  </a:lnTo>
                  <a:lnTo>
                    <a:pt x="3244" y="4557"/>
                  </a:lnTo>
                  <a:lnTo>
                    <a:pt x="3399" y="4094"/>
                  </a:lnTo>
                  <a:lnTo>
                    <a:pt x="3592" y="3669"/>
                  </a:lnTo>
                  <a:lnTo>
                    <a:pt x="3785" y="3206"/>
                  </a:lnTo>
                  <a:lnTo>
                    <a:pt x="4055" y="2820"/>
                  </a:lnTo>
                  <a:lnTo>
                    <a:pt x="4325" y="2395"/>
                  </a:lnTo>
                  <a:lnTo>
                    <a:pt x="4634" y="2047"/>
                  </a:lnTo>
                  <a:lnTo>
                    <a:pt x="4943" y="1700"/>
                  </a:lnTo>
                  <a:lnTo>
                    <a:pt x="5329" y="1391"/>
                  </a:lnTo>
                  <a:lnTo>
                    <a:pt x="5715" y="1082"/>
                  </a:lnTo>
                  <a:lnTo>
                    <a:pt x="6102" y="850"/>
                  </a:lnTo>
                  <a:lnTo>
                    <a:pt x="6526" y="696"/>
                  </a:lnTo>
                  <a:lnTo>
                    <a:pt x="6990" y="541"/>
                  </a:lnTo>
                  <a:lnTo>
                    <a:pt x="7453" y="464"/>
                  </a:lnTo>
                  <a:close/>
                  <a:moveTo>
                    <a:pt x="5561" y="12280"/>
                  </a:moveTo>
                  <a:lnTo>
                    <a:pt x="5600" y="12319"/>
                  </a:lnTo>
                  <a:lnTo>
                    <a:pt x="5677" y="12358"/>
                  </a:lnTo>
                  <a:lnTo>
                    <a:pt x="5793" y="12898"/>
                  </a:lnTo>
                  <a:lnTo>
                    <a:pt x="5098" y="12589"/>
                  </a:lnTo>
                  <a:lnTo>
                    <a:pt x="5561" y="12280"/>
                  </a:lnTo>
                  <a:close/>
                  <a:moveTo>
                    <a:pt x="3321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2" y="13979"/>
                  </a:lnTo>
                  <a:lnTo>
                    <a:pt x="2781" y="13941"/>
                  </a:lnTo>
                  <a:lnTo>
                    <a:pt x="2510" y="13825"/>
                  </a:lnTo>
                  <a:lnTo>
                    <a:pt x="2935" y="13400"/>
                  </a:lnTo>
                  <a:lnTo>
                    <a:pt x="3321" y="12975"/>
                  </a:lnTo>
                  <a:close/>
                  <a:moveTo>
                    <a:pt x="3939" y="14327"/>
                  </a:moveTo>
                  <a:lnTo>
                    <a:pt x="5098" y="14520"/>
                  </a:lnTo>
                  <a:lnTo>
                    <a:pt x="4441" y="15485"/>
                  </a:lnTo>
                  <a:lnTo>
                    <a:pt x="4287" y="15215"/>
                  </a:lnTo>
                  <a:lnTo>
                    <a:pt x="4171" y="14945"/>
                  </a:lnTo>
                  <a:lnTo>
                    <a:pt x="4055" y="14636"/>
                  </a:lnTo>
                  <a:lnTo>
                    <a:pt x="3978" y="14366"/>
                  </a:lnTo>
                  <a:lnTo>
                    <a:pt x="3939" y="14327"/>
                  </a:lnTo>
                  <a:close/>
                  <a:moveTo>
                    <a:pt x="3746" y="14597"/>
                  </a:moveTo>
                  <a:lnTo>
                    <a:pt x="3823" y="14945"/>
                  </a:lnTo>
                  <a:lnTo>
                    <a:pt x="3978" y="15292"/>
                  </a:lnTo>
                  <a:lnTo>
                    <a:pt x="4132" y="15601"/>
                  </a:lnTo>
                  <a:lnTo>
                    <a:pt x="4287" y="15910"/>
                  </a:lnTo>
                  <a:lnTo>
                    <a:pt x="4364" y="15987"/>
                  </a:lnTo>
                  <a:lnTo>
                    <a:pt x="4055" y="16412"/>
                  </a:lnTo>
                  <a:lnTo>
                    <a:pt x="3746" y="16875"/>
                  </a:lnTo>
                  <a:lnTo>
                    <a:pt x="3592" y="16412"/>
                  </a:lnTo>
                  <a:lnTo>
                    <a:pt x="3476" y="15949"/>
                  </a:lnTo>
                  <a:lnTo>
                    <a:pt x="3476" y="15717"/>
                  </a:lnTo>
                  <a:lnTo>
                    <a:pt x="3476" y="15447"/>
                  </a:lnTo>
                  <a:lnTo>
                    <a:pt x="3514" y="15215"/>
                  </a:lnTo>
                  <a:lnTo>
                    <a:pt x="3553" y="14983"/>
                  </a:lnTo>
                  <a:lnTo>
                    <a:pt x="3746" y="14597"/>
                  </a:lnTo>
                  <a:close/>
                  <a:moveTo>
                    <a:pt x="4480" y="16335"/>
                  </a:moveTo>
                  <a:lnTo>
                    <a:pt x="4673" y="16760"/>
                  </a:lnTo>
                  <a:lnTo>
                    <a:pt x="4789" y="17223"/>
                  </a:lnTo>
                  <a:lnTo>
                    <a:pt x="4364" y="17107"/>
                  </a:lnTo>
                  <a:lnTo>
                    <a:pt x="3939" y="17030"/>
                  </a:lnTo>
                  <a:lnTo>
                    <a:pt x="4480" y="16335"/>
                  </a:lnTo>
                  <a:close/>
                  <a:moveTo>
                    <a:pt x="2472" y="16875"/>
                  </a:moveTo>
                  <a:lnTo>
                    <a:pt x="3399" y="17107"/>
                  </a:lnTo>
                  <a:lnTo>
                    <a:pt x="3476" y="17262"/>
                  </a:lnTo>
                  <a:lnTo>
                    <a:pt x="3321" y="17377"/>
                  </a:lnTo>
                  <a:lnTo>
                    <a:pt x="3167" y="17571"/>
                  </a:lnTo>
                  <a:lnTo>
                    <a:pt x="2897" y="17918"/>
                  </a:lnTo>
                  <a:lnTo>
                    <a:pt x="2665" y="17416"/>
                  </a:lnTo>
                  <a:lnTo>
                    <a:pt x="2472" y="16875"/>
                  </a:lnTo>
                  <a:close/>
                  <a:moveTo>
                    <a:pt x="3360" y="19733"/>
                  </a:moveTo>
                  <a:lnTo>
                    <a:pt x="4055" y="20428"/>
                  </a:lnTo>
                  <a:lnTo>
                    <a:pt x="3553" y="20660"/>
                  </a:lnTo>
                  <a:lnTo>
                    <a:pt x="3012" y="20969"/>
                  </a:lnTo>
                  <a:lnTo>
                    <a:pt x="3012" y="20969"/>
                  </a:lnTo>
                  <a:lnTo>
                    <a:pt x="3167" y="20351"/>
                  </a:lnTo>
                  <a:lnTo>
                    <a:pt x="3360" y="19733"/>
                  </a:lnTo>
                  <a:close/>
                  <a:moveTo>
                    <a:pt x="5677" y="20119"/>
                  </a:moveTo>
                  <a:lnTo>
                    <a:pt x="5986" y="20196"/>
                  </a:lnTo>
                  <a:lnTo>
                    <a:pt x="5715" y="20891"/>
                  </a:lnTo>
                  <a:lnTo>
                    <a:pt x="5368" y="21548"/>
                  </a:lnTo>
                  <a:lnTo>
                    <a:pt x="4673" y="20583"/>
                  </a:lnTo>
                  <a:lnTo>
                    <a:pt x="4634" y="20544"/>
                  </a:lnTo>
                  <a:lnTo>
                    <a:pt x="4673" y="20235"/>
                  </a:lnTo>
                  <a:lnTo>
                    <a:pt x="5020" y="20158"/>
                  </a:lnTo>
                  <a:lnTo>
                    <a:pt x="5329" y="20119"/>
                  </a:lnTo>
                  <a:close/>
                  <a:moveTo>
                    <a:pt x="7453" y="1"/>
                  </a:moveTo>
                  <a:lnTo>
                    <a:pt x="7067" y="39"/>
                  </a:lnTo>
                  <a:lnTo>
                    <a:pt x="6719" y="155"/>
                  </a:lnTo>
                  <a:lnTo>
                    <a:pt x="6333" y="271"/>
                  </a:lnTo>
                  <a:lnTo>
                    <a:pt x="5986" y="426"/>
                  </a:lnTo>
                  <a:lnTo>
                    <a:pt x="5638" y="580"/>
                  </a:lnTo>
                  <a:lnTo>
                    <a:pt x="5291" y="812"/>
                  </a:lnTo>
                  <a:lnTo>
                    <a:pt x="4943" y="1043"/>
                  </a:lnTo>
                  <a:lnTo>
                    <a:pt x="4634" y="1314"/>
                  </a:lnTo>
                  <a:lnTo>
                    <a:pt x="4364" y="1623"/>
                  </a:lnTo>
                  <a:lnTo>
                    <a:pt x="4094" y="1893"/>
                  </a:lnTo>
                  <a:lnTo>
                    <a:pt x="3823" y="2240"/>
                  </a:lnTo>
                  <a:lnTo>
                    <a:pt x="3592" y="2549"/>
                  </a:lnTo>
                  <a:lnTo>
                    <a:pt x="3399" y="2897"/>
                  </a:lnTo>
                  <a:lnTo>
                    <a:pt x="3205" y="3283"/>
                  </a:lnTo>
                  <a:lnTo>
                    <a:pt x="3051" y="3631"/>
                  </a:lnTo>
                  <a:lnTo>
                    <a:pt x="2897" y="4017"/>
                  </a:lnTo>
                  <a:lnTo>
                    <a:pt x="2781" y="4403"/>
                  </a:lnTo>
                  <a:lnTo>
                    <a:pt x="2703" y="4789"/>
                  </a:lnTo>
                  <a:lnTo>
                    <a:pt x="2626" y="5175"/>
                  </a:lnTo>
                  <a:lnTo>
                    <a:pt x="2588" y="5600"/>
                  </a:lnTo>
                  <a:lnTo>
                    <a:pt x="2549" y="5986"/>
                  </a:lnTo>
                  <a:lnTo>
                    <a:pt x="2549" y="6411"/>
                  </a:lnTo>
                  <a:lnTo>
                    <a:pt x="2549" y="6836"/>
                  </a:lnTo>
                  <a:lnTo>
                    <a:pt x="2665" y="7724"/>
                  </a:lnTo>
                  <a:lnTo>
                    <a:pt x="2742" y="8149"/>
                  </a:lnTo>
                  <a:lnTo>
                    <a:pt x="2858" y="8573"/>
                  </a:lnTo>
                  <a:lnTo>
                    <a:pt x="3012" y="8998"/>
                  </a:lnTo>
                  <a:lnTo>
                    <a:pt x="3167" y="9384"/>
                  </a:lnTo>
                  <a:lnTo>
                    <a:pt x="3321" y="9809"/>
                  </a:lnTo>
                  <a:lnTo>
                    <a:pt x="3553" y="10195"/>
                  </a:lnTo>
                  <a:lnTo>
                    <a:pt x="3746" y="10543"/>
                  </a:lnTo>
                  <a:lnTo>
                    <a:pt x="4016" y="10929"/>
                  </a:lnTo>
                  <a:lnTo>
                    <a:pt x="4287" y="11238"/>
                  </a:lnTo>
                  <a:lnTo>
                    <a:pt x="4596" y="11547"/>
                  </a:lnTo>
                  <a:lnTo>
                    <a:pt x="4905" y="11856"/>
                  </a:lnTo>
                  <a:lnTo>
                    <a:pt x="5252" y="12087"/>
                  </a:lnTo>
                  <a:lnTo>
                    <a:pt x="4557" y="12473"/>
                  </a:lnTo>
                  <a:lnTo>
                    <a:pt x="4480" y="12551"/>
                  </a:lnTo>
                  <a:lnTo>
                    <a:pt x="4441" y="12666"/>
                  </a:lnTo>
                  <a:lnTo>
                    <a:pt x="4480" y="12782"/>
                  </a:lnTo>
                  <a:lnTo>
                    <a:pt x="4596" y="12860"/>
                  </a:lnTo>
                  <a:lnTo>
                    <a:pt x="5020" y="13014"/>
                  </a:lnTo>
                  <a:lnTo>
                    <a:pt x="4673" y="13168"/>
                  </a:lnTo>
                  <a:lnTo>
                    <a:pt x="4403" y="13362"/>
                  </a:lnTo>
                  <a:lnTo>
                    <a:pt x="4094" y="13555"/>
                  </a:lnTo>
                  <a:lnTo>
                    <a:pt x="3862" y="13786"/>
                  </a:lnTo>
                  <a:lnTo>
                    <a:pt x="3823" y="13477"/>
                  </a:lnTo>
                  <a:lnTo>
                    <a:pt x="3746" y="13168"/>
                  </a:lnTo>
                  <a:lnTo>
                    <a:pt x="3630" y="12860"/>
                  </a:lnTo>
                  <a:lnTo>
                    <a:pt x="3514" y="12551"/>
                  </a:lnTo>
                  <a:lnTo>
                    <a:pt x="3476" y="12473"/>
                  </a:lnTo>
                  <a:lnTo>
                    <a:pt x="3360" y="12435"/>
                  </a:lnTo>
                  <a:lnTo>
                    <a:pt x="3283" y="12473"/>
                  </a:lnTo>
                  <a:lnTo>
                    <a:pt x="3205" y="12512"/>
                  </a:lnTo>
                  <a:lnTo>
                    <a:pt x="2665" y="13168"/>
                  </a:lnTo>
                  <a:lnTo>
                    <a:pt x="2086" y="13748"/>
                  </a:lnTo>
                  <a:lnTo>
                    <a:pt x="2047" y="13825"/>
                  </a:lnTo>
                  <a:lnTo>
                    <a:pt x="2008" y="13902"/>
                  </a:lnTo>
                  <a:lnTo>
                    <a:pt x="2047" y="13979"/>
                  </a:lnTo>
                  <a:lnTo>
                    <a:pt x="2086" y="14057"/>
                  </a:lnTo>
                  <a:lnTo>
                    <a:pt x="2395" y="14211"/>
                  </a:lnTo>
                  <a:lnTo>
                    <a:pt x="2742" y="14288"/>
                  </a:lnTo>
                  <a:lnTo>
                    <a:pt x="3051" y="14366"/>
                  </a:lnTo>
                  <a:lnTo>
                    <a:pt x="3399" y="14366"/>
                  </a:lnTo>
                  <a:lnTo>
                    <a:pt x="3244" y="14636"/>
                  </a:lnTo>
                  <a:lnTo>
                    <a:pt x="3128" y="14945"/>
                  </a:lnTo>
                  <a:lnTo>
                    <a:pt x="3090" y="15176"/>
                  </a:lnTo>
                  <a:lnTo>
                    <a:pt x="3051" y="15408"/>
                  </a:lnTo>
                  <a:lnTo>
                    <a:pt x="3051" y="15872"/>
                  </a:lnTo>
                  <a:lnTo>
                    <a:pt x="3128" y="16296"/>
                  </a:lnTo>
                  <a:lnTo>
                    <a:pt x="3244" y="16760"/>
                  </a:lnTo>
                  <a:lnTo>
                    <a:pt x="2781" y="16567"/>
                  </a:lnTo>
                  <a:lnTo>
                    <a:pt x="2279" y="16412"/>
                  </a:lnTo>
                  <a:lnTo>
                    <a:pt x="2201" y="16412"/>
                  </a:lnTo>
                  <a:lnTo>
                    <a:pt x="2124" y="16451"/>
                  </a:lnTo>
                  <a:lnTo>
                    <a:pt x="2047" y="16528"/>
                  </a:lnTo>
                  <a:lnTo>
                    <a:pt x="2047" y="16644"/>
                  </a:lnTo>
                  <a:lnTo>
                    <a:pt x="2163" y="17107"/>
                  </a:lnTo>
                  <a:lnTo>
                    <a:pt x="2279" y="17532"/>
                  </a:lnTo>
                  <a:lnTo>
                    <a:pt x="2472" y="17957"/>
                  </a:lnTo>
                  <a:lnTo>
                    <a:pt x="2703" y="18381"/>
                  </a:lnTo>
                  <a:lnTo>
                    <a:pt x="2781" y="18459"/>
                  </a:lnTo>
                  <a:lnTo>
                    <a:pt x="2858" y="18497"/>
                  </a:lnTo>
                  <a:lnTo>
                    <a:pt x="2935" y="18459"/>
                  </a:lnTo>
                  <a:lnTo>
                    <a:pt x="3012" y="18381"/>
                  </a:lnTo>
                  <a:lnTo>
                    <a:pt x="3321" y="18034"/>
                  </a:lnTo>
                  <a:lnTo>
                    <a:pt x="3514" y="17802"/>
                  </a:lnTo>
                  <a:lnTo>
                    <a:pt x="3630" y="17609"/>
                  </a:lnTo>
                  <a:lnTo>
                    <a:pt x="3707" y="17764"/>
                  </a:lnTo>
                  <a:lnTo>
                    <a:pt x="3978" y="18343"/>
                  </a:lnTo>
                  <a:lnTo>
                    <a:pt x="4132" y="18961"/>
                  </a:lnTo>
                  <a:lnTo>
                    <a:pt x="4248" y="19540"/>
                  </a:lnTo>
                  <a:lnTo>
                    <a:pt x="4248" y="20158"/>
                  </a:lnTo>
                  <a:lnTo>
                    <a:pt x="3437" y="19308"/>
                  </a:lnTo>
                  <a:lnTo>
                    <a:pt x="3399" y="19270"/>
                  </a:lnTo>
                  <a:lnTo>
                    <a:pt x="3205" y="19270"/>
                  </a:lnTo>
                  <a:lnTo>
                    <a:pt x="3167" y="19347"/>
                  </a:lnTo>
                  <a:lnTo>
                    <a:pt x="2974" y="19810"/>
                  </a:lnTo>
                  <a:lnTo>
                    <a:pt x="2781" y="20274"/>
                  </a:lnTo>
                  <a:lnTo>
                    <a:pt x="2665" y="20776"/>
                  </a:lnTo>
                  <a:lnTo>
                    <a:pt x="2626" y="21316"/>
                  </a:lnTo>
                  <a:lnTo>
                    <a:pt x="2626" y="21393"/>
                  </a:lnTo>
                  <a:lnTo>
                    <a:pt x="2703" y="21471"/>
                  </a:lnTo>
                  <a:lnTo>
                    <a:pt x="2781" y="21509"/>
                  </a:lnTo>
                  <a:lnTo>
                    <a:pt x="2897" y="21471"/>
                  </a:lnTo>
                  <a:lnTo>
                    <a:pt x="3514" y="21162"/>
                  </a:lnTo>
                  <a:lnTo>
                    <a:pt x="4171" y="20776"/>
                  </a:lnTo>
                  <a:lnTo>
                    <a:pt x="4171" y="20776"/>
                  </a:lnTo>
                  <a:lnTo>
                    <a:pt x="4055" y="21162"/>
                  </a:lnTo>
                  <a:lnTo>
                    <a:pt x="3901" y="21548"/>
                  </a:lnTo>
                  <a:lnTo>
                    <a:pt x="3669" y="22050"/>
                  </a:lnTo>
                  <a:lnTo>
                    <a:pt x="3321" y="22552"/>
                  </a:lnTo>
                  <a:lnTo>
                    <a:pt x="2897" y="23015"/>
                  </a:lnTo>
                  <a:lnTo>
                    <a:pt x="2626" y="23247"/>
                  </a:lnTo>
                  <a:lnTo>
                    <a:pt x="2395" y="23401"/>
                  </a:lnTo>
                  <a:lnTo>
                    <a:pt x="2124" y="23594"/>
                  </a:lnTo>
                  <a:lnTo>
                    <a:pt x="1854" y="23710"/>
                  </a:lnTo>
                  <a:lnTo>
                    <a:pt x="1584" y="23788"/>
                  </a:lnTo>
                  <a:lnTo>
                    <a:pt x="1313" y="23788"/>
                  </a:lnTo>
                  <a:lnTo>
                    <a:pt x="1082" y="23749"/>
                  </a:lnTo>
                  <a:lnTo>
                    <a:pt x="811" y="23672"/>
                  </a:lnTo>
                  <a:lnTo>
                    <a:pt x="541" y="23517"/>
                  </a:lnTo>
                  <a:lnTo>
                    <a:pt x="309" y="23286"/>
                  </a:lnTo>
                  <a:lnTo>
                    <a:pt x="232" y="23247"/>
                  </a:lnTo>
                  <a:lnTo>
                    <a:pt x="78" y="23247"/>
                  </a:lnTo>
                  <a:lnTo>
                    <a:pt x="39" y="23363"/>
                  </a:lnTo>
                  <a:lnTo>
                    <a:pt x="0" y="23401"/>
                  </a:lnTo>
                  <a:lnTo>
                    <a:pt x="39" y="23479"/>
                  </a:lnTo>
                  <a:lnTo>
                    <a:pt x="155" y="23633"/>
                  </a:lnTo>
                  <a:lnTo>
                    <a:pt x="271" y="23788"/>
                  </a:lnTo>
                  <a:lnTo>
                    <a:pt x="387" y="23903"/>
                  </a:lnTo>
                  <a:lnTo>
                    <a:pt x="541" y="24019"/>
                  </a:lnTo>
                  <a:lnTo>
                    <a:pt x="695" y="24096"/>
                  </a:lnTo>
                  <a:lnTo>
                    <a:pt x="889" y="24135"/>
                  </a:lnTo>
                  <a:lnTo>
                    <a:pt x="1236" y="24212"/>
                  </a:lnTo>
                  <a:lnTo>
                    <a:pt x="1584" y="24174"/>
                  </a:lnTo>
                  <a:lnTo>
                    <a:pt x="1970" y="24096"/>
                  </a:lnTo>
                  <a:lnTo>
                    <a:pt x="2317" y="23942"/>
                  </a:lnTo>
                  <a:lnTo>
                    <a:pt x="2665" y="23749"/>
                  </a:lnTo>
                  <a:lnTo>
                    <a:pt x="3012" y="23479"/>
                  </a:lnTo>
                  <a:lnTo>
                    <a:pt x="3321" y="23208"/>
                  </a:lnTo>
                  <a:lnTo>
                    <a:pt x="3630" y="22861"/>
                  </a:lnTo>
                  <a:lnTo>
                    <a:pt x="3901" y="22513"/>
                  </a:lnTo>
                  <a:lnTo>
                    <a:pt x="4132" y="22127"/>
                  </a:lnTo>
                  <a:lnTo>
                    <a:pt x="4325" y="21702"/>
                  </a:lnTo>
                  <a:lnTo>
                    <a:pt x="4480" y="21316"/>
                  </a:lnTo>
                  <a:lnTo>
                    <a:pt x="4596" y="20853"/>
                  </a:lnTo>
                  <a:lnTo>
                    <a:pt x="5213" y="21973"/>
                  </a:lnTo>
                  <a:lnTo>
                    <a:pt x="5291" y="22050"/>
                  </a:lnTo>
                  <a:lnTo>
                    <a:pt x="5368" y="22088"/>
                  </a:lnTo>
                  <a:lnTo>
                    <a:pt x="5445" y="22050"/>
                  </a:lnTo>
                  <a:lnTo>
                    <a:pt x="5522" y="22011"/>
                  </a:lnTo>
                  <a:lnTo>
                    <a:pt x="5793" y="21548"/>
                  </a:lnTo>
                  <a:lnTo>
                    <a:pt x="6024" y="21084"/>
                  </a:lnTo>
                  <a:lnTo>
                    <a:pt x="6410" y="20119"/>
                  </a:lnTo>
                  <a:lnTo>
                    <a:pt x="6410" y="20042"/>
                  </a:lnTo>
                  <a:lnTo>
                    <a:pt x="6410" y="19965"/>
                  </a:lnTo>
                  <a:lnTo>
                    <a:pt x="6372" y="19926"/>
                  </a:lnTo>
                  <a:lnTo>
                    <a:pt x="6295" y="19887"/>
                  </a:lnTo>
                  <a:lnTo>
                    <a:pt x="5908" y="19772"/>
                  </a:lnTo>
                  <a:lnTo>
                    <a:pt x="5484" y="19733"/>
                  </a:lnTo>
                  <a:lnTo>
                    <a:pt x="5098" y="19733"/>
                  </a:lnTo>
                  <a:lnTo>
                    <a:pt x="4673" y="19849"/>
                  </a:lnTo>
                  <a:lnTo>
                    <a:pt x="4634" y="19231"/>
                  </a:lnTo>
                  <a:lnTo>
                    <a:pt x="4518" y="18652"/>
                  </a:lnTo>
                  <a:lnTo>
                    <a:pt x="4287" y="18034"/>
                  </a:lnTo>
                  <a:lnTo>
                    <a:pt x="4055" y="17455"/>
                  </a:lnTo>
                  <a:lnTo>
                    <a:pt x="4518" y="17532"/>
                  </a:lnTo>
                  <a:lnTo>
                    <a:pt x="4982" y="17609"/>
                  </a:lnTo>
                  <a:lnTo>
                    <a:pt x="5059" y="17609"/>
                  </a:lnTo>
                  <a:lnTo>
                    <a:pt x="5098" y="17532"/>
                  </a:lnTo>
                  <a:lnTo>
                    <a:pt x="5136" y="17493"/>
                  </a:lnTo>
                  <a:lnTo>
                    <a:pt x="5136" y="17377"/>
                  </a:lnTo>
                  <a:lnTo>
                    <a:pt x="5098" y="17030"/>
                  </a:lnTo>
                  <a:lnTo>
                    <a:pt x="4982" y="16644"/>
                  </a:lnTo>
                  <a:lnTo>
                    <a:pt x="4827" y="16296"/>
                  </a:lnTo>
                  <a:lnTo>
                    <a:pt x="4673" y="15987"/>
                  </a:lnTo>
                  <a:lnTo>
                    <a:pt x="4596" y="15910"/>
                  </a:lnTo>
                  <a:lnTo>
                    <a:pt x="4634" y="15910"/>
                  </a:lnTo>
                  <a:lnTo>
                    <a:pt x="5600" y="14481"/>
                  </a:lnTo>
                  <a:lnTo>
                    <a:pt x="5638" y="14366"/>
                  </a:lnTo>
                  <a:lnTo>
                    <a:pt x="5600" y="14288"/>
                  </a:lnTo>
                  <a:lnTo>
                    <a:pt x="5561" y="14211"/>
                  </a:lnTo>
                  <a:lnTo>
                    <a:pt x="5445" y="14172"/>
                  </a:lnTo>
                  <a:lnTo>
                    <a:pt x="4209" y="13979"/>
                  </a:lnTo>
                  <a:lnTo>
                    <a:pt x="4480" y="13748"/>
                  </a:lnTo>
                  <a:lnTo>
                    <a:pt x="4789" y="13555"/>
                  </a:lnTo>
                  <a:lnTo>
                    <a:pt x="5098" y="13362"/>
                  </a:lnTo>
                  <a:lnTo>
                    <a:pt x="5406" y="13168"/>
                  </a:lnTo>
                  <a:lnTo>
                    <a:pt x="6024" y="13400"/>
                  </a:lnTo>
                  <a:lnTo>
                    <a:pt x="6140" y="13439"/>
                  </a:lnTo>
                  <a:lnTo>
                    <a:pt x="6217" y="13362"/>
                  </a:lnTo>
                  <a:lnTo>
                    <a:pt x="6256" y="13284"/>
                  </a:lnTo>
                  <a:lnTo>
                    <a:pt x="6295" y="13168"/>
                  </a:lnTo>
                  <a:lnTo>
                    <a:pt x="6179" y="12705"/>
                  </a:lnTo>
                  <a:lnTo>
                    <a:pt x="6063" y="12242"/>
                  </a:lnTo>
                  <a:lnTo>
                    <a:pt x="6912" y="11933"/>
                  </a:lnTo>
                  <a:lnTo>
                    <a:pt x="7723" y="11585"/>
                  </a:lnTo>
                  <a:lnTo>
                    <a:pt x="8534" y="11122"/>
                  </a:lnTo>
                  <a:lnTo>
                    <a:pt x="9268" y="10620"/>
                  </a:lnTo>
                  <a:lnTo>
                    <a:pt x="9963" y="10079"/>
                  </a:lnTo>
                  <a:lnTo>
                    <a:pt x="10311" y="9770"/>
                  </a:lnTo>
                  <a:lnTo>
                    <a:pt x="10620" y="9423"/>
                  </a:lnTo>
                  <a:lnTo>
                    <a:pt x="10890" y="9075"/>
                  </a:lnTo>
                  <a:lnTo>
                    <a:pt x="11160" y="8728"/>
                  </a:lnTo>
                  <a:lnTo>
                    <a:pt x="11392" y="8342"/>
                  </a:lnTo>
                  <a:lnTo>
                    <a:pt x="11623" y="7955"/>
                  </a:lnTo>
                  <a:lnTo>
                    <a:pt x="11817" y="7569"/>
                  </a:lnTo>
                  <a:lnTo>
                    <a:pt x="11971" y="7183"/>
                  </a:lnTo>
                  <a:lnTo>
                    <a:pt x="12125" y="6758"/>
                  </a:lnTo>
                  <a:lnTo>
                    <a:pt x="12241" y="6334"/>
                  </a:lnTo>
                  <a:lnTo>
                    <a:pt x="12319" y="5948"/>
                  </a:lnTo>
                  <a:lnTo>
                    <a:pt x="12357" y="5523"/>
                  </a:lnTo>
                  <a:lnTo>
                    <a:pt x="12396" y="5098"/>
                  </a:lnTo>
                  <a:lnTo>
                    <a:pt x="12396" y="4673"/>
                  </a:lnTo>
                  <a:lnTo>
                    <a:pt x="12357" y="4248"/>
                  </a:lnTo>
                  <a:lnTo>
                    <a:pt x="12280" y="3824"/>
                  </a:lnTo>
                  <a:lnTo>
                    <a:pt x="12203" y="3438"/>
                  </a:lnTo>
                  <a:lnTo>
                    <a:pt x="12048" y="3051"/>
                  </a:lnTo>
                  <a:lnTo>
                    <a:pt x="11894" y="2665"/>
                  </a:lnTo>
                  <a:lnTo>
                    <a:pt x="11701" y="2279"/>
                  </a:lnTo>
                  <a:lnTo>
                    <a:pt x="11469" y="1893"/>
                  </a:lnTo>
                  <a:lnTo>
                    <a:pt x="11160" y="1545"/>
                  </a:lnTo>
                  <a:lnTo>
                    <a:pt x="10890" y="1275"/>
                  </a:lnTo>
                  <a:lnTo>
                    <a:pt x="10620" y="1005"/>
                  </a:lnTo>
                  <a:lnTo>
                    <a:pt x="10311" y="773"/>
                  </a:lnTo>
                  <a:lnTo>
                    <a:pt x="9963" y="580"/>
                  </a:lnTo>
                  <a:lnTo>
                    <a:pt x="9654" y="387"/>
                  </a:lnTo>
                  <a:lnTo>
                    <a:pt x="9307" y="233"/>
                  </a:lnTo>
                  <a:lnTo>
                    <a:pt x="8920" y="117"/>
                  </a:lnTo>
                  <a:lnTo>
                    <a:pt x="8573" y="39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13"/>
            <p:cNvSpPr/>
            <p:nvPr/>
          </p:nvSpPr>
          <p:spPr>
            <a:xfrm>
              <a:off x="1307750" y="4498125"/>
              <a:ext cx="103325" cy="105250"/>
            </a:xfrm>
            <a:custGeom>
              <a:avLst/>
              <a:gdLst/>
              <a:ahLst/>
              <a:cxnLst/>
              <a:rect l="l" t="t" r="r" b="b"/>
              <a:pathLst>
                <a:path w="4133" h="4210" extrusionOk="0">
                  <a:moveTo>
                    <a:pt x="2317" y="348"/>
                  </a:moveTo>
                  <a:lnTo>
                    <a:pt x="2665" y="425"/>
                  </a:lnTo>
                  <a:lnTo>
                    <a:pt x="2819" y="502"/>
                  </a:lnTo>
                  <a:lnTo>
                    <a:pt x="2974" y="618"/>
                  </a:lnTo>
                  <a:lnTo>
                    <a:pt x="3128" y="734"/>
                  </a:lnTo>
                  <a:lnTo>
                    <a:pt x="3244" y="850"/>
                  </a:lnTo>
                  <a:lnTo>
                    <a:pt x="3360" y="1043"/>
                  </a:lnTo>
                  <a:lnTo>
                    <a:pt x="3476" y="1197"/>
                  </a:lnTo>
                  <a:lnTo>
                    <a:pt x="3514" y="1236"/>
                  </a:lnTo>
                  <a:lnTo>
                    <a:pt x="3630" y="1545"/>
                  </a:lnTo>
                  <a:lnTo>
                    <a:pt x="3707" y="1815"/>
                  </a:lnTo>
                  <a:lnTo>
                    <a:pt x="3746" y="2086"/>
                  </a:lnTo>
                  <a:lnTo>
                    <a:pt x="3746" y="2356"/>
                  </a:lnTo>
                  <a:lnTo>
                    <a:pt x="3707" y="2626"/>
                  </a:lnTo>
                  <a:lnTo>
                    <a:pt x="3630" y="2896"/>
                  </a:lnTo>
                  <a:lnTo>
                    <a:pt x="3514" y="3128"/>
                  </a:lnTo>
                  <a:lnTo>
                    <a:pt x="3283" y="3398"/>
                  </a:lnTo>
                  <a:lnTo>
                    <a:pt x="3012" y="3591"/>
                  </a:lnTo>
                  <a:lnTo>
                    <a:pt x="2703" y="3746"/>
                  </a:lnTo>
                  <a:lnTo>
                    <a:pt x="2356" y="3823"/>
                  </a:lnTo>
                  <a:lnTo>
                    <a:pt x="2008" y="3862"/>
                  </a:lnTo>
                  <a:lnTo>
                    <a:pt x="1661" y="3785"/>
                  </a:lnTo>
                  <a:lnTo>
                    <a:pt x="1313" y="3669"/>
                  </a:lnTo>
                  <a:lnTo>
                    <a:pt x="1004" y="3476"/>
                  </a:lnTo>
                  <a:lnTo>
                    <a:pt x="734" y="3244"/>
                  </a:lnTo>
                  <a:lnTo>
                    <a:pt x="579" y="2935"/>
                  </a:lnTo>
                  <a:lnTo>
                    <a:pt x="425" y="2665"/>
                  </a:lnTo>
                  <a:lnTo>
                    <a:pt x="386" y="2317"/>
                  </a:lnTo>
                  <a:lnTo>
                    <a:pt x="348" y="2008"/>
                  </a:lnTo>
                  <a:lnTo>
                    <a:pt x="386" y="1661"/>
                  </a:lnTo>
                  <a:lnTo>
                    <a:pt x="502" y="1352"/>
                  </a:lnTo>
                  <a:lnTo>
                    <a:pt x="657" y="1043"/>
                  </a:lnTo>
                  <a:lnTo>
                    <a:pt x="888" y="811"/>
                  </a:lnTo>
                  <a:lnTo>
                    <a:pt x="1197" y="580"/>
                  </a:lnTo>
                  <a:lnTo>
                    <a:pt x="1545" y="425"/>
                  </a:lnTo>
                  <a:lnTo>
                    <a:pt x="1931" y="348"/>
                  </a:lnTo>
                  <a:close/>
                  <a:moveTo>
                    <a:pt x="2201" y="0"/>
                  </a:moveTo>
                  <a:lnTo>
                    <a:pt x="1815" y="39"/>
                  </a:lnTo>
                  <a:lnTo>
                    <a:pt x="1468" y="116"/>
                  </a:lnTo>
                  <a:lnTo>
                    <a:pt x="1120" y="232"/>
                  </a:lnTo>
                  <a:lnTo>
                    <a:pt x="927" y="348"/>
                  </a:lnTo>
                  <a:lnTo>
                    <a:pt x="773" y="464"/>
                  </a:lnTo>
                  <a:lnTo>
                    <a:pt x="579" y="618"/>
                  </a:lnTo>
                  <a:lnTo>
                    <a:pt x="464" y="773"/>
                  </a:lnTo>
                  <a:lnTo>
                    <a:pt x="232" y="1159"/>
                  </a:lnTo>
                  <a:lnTo>
                    <a:pt x="78" y="1545"/>
                  </a:lnTo>
                  <a:lnTo>
                    <a:pt x="0" y="1970"/>
                  </a:lnTo>
                  <a:lnTo>
                    <a:pt x="0" y="2394"/>
                  </a:lnTo>
                  <a:lnTo>
                    <a:pt x="116" y="2858"/>
                  </a:lnTo>
                  <a:lnTo>
                    <a:pt x="193" y="3051"/>
                  </a:lnTo>
                  <a:lnTo>
                    <a:pt x="309" y="3244"/>
                  </a:lnTo>
                  <a:lnTo>
                    <a:pt x="579" y="3553"/>
                  </a:lnTo>
                  <a:lnTo>
                    <a:pt x="888" y="3823"/>
                  </a:lnTo>
                  <a:lnTo>
                    <a:pt x="1236" y="4016"/>
                  </a:lnTo>
                  <a:lnTo>
                    <a:pt x="1622" y="4171"/>
                  </a:lnTo>
                  <a:lnTo>
                    <a:pt x="2047" y="4209"/>
                  </a:lnTo>
                  <a:lnTo>
                    <a:pt x="2472" y="4209"/>
                  </a:lnTo>
                  <a:lnTo>
                    <a:pt x="2858" y="4093"/>
                  </a:lnTo>
                  <a:lnTo>
                    <a:pt x="3244" y="3939"/>
                  </a:lnTo>
                  <a:lnTo>
                    <a:pt x="3398" y="3823"/>
                  </a:lnTo>
                  <a:lnTo>
                    <a:pt x="3553" y="3669"/>
                  </a:lnTo>
                  <a:lnTo>
                    <a:pt x="3707" y="3514"/>
                  </a:lnTo>
                  <a:lnTo>
                    <a:pt x="3823" y="3321"/>
                  </a:lnTo>
                  <a:lnTo>
                    <a:pt x="4016" y="2935"/>
                  </a:lnTo>
                  <a:lnTo>
                    <a:pt x="4132" y="2510"/>
                  </a:lnTo>
                  <a:lnTo>
                    <a:pt x="4132" y="2047"/>
                  </a:lnTo>
                  <a:lnTo>
                    <a:pt x="4132" y="1854"/>
                  </a:lnTo>
                  <a:lnTo>
                    <a:pt x="4055" y="1622"/>
                  </a:lnTo>
                  <a:lnTo>
                    <a:pt x="4016" y="1429"/>
                  </a:lnTo>
                  <a:lnTo>
                    <a:pt x="3900" y="1236"/>
                  </a:lnTo>
                  <a:lnTo>
                    <a:pt x="3785" y="1082"/>
                  </a:lnTo>
                  <a:lnTo>
                    <a:pt x="3630" y="927"/>
                  </a:lnTo>
                  <a:lnTo>
                    <a:pt x="3591" y="888"/>
                  </a:lnTo>
                  <a:lnTo>
                    <a:pt x="3553" y="734"/>
                  </a:lnTo>
                  <a:lnTo>
                    <a:pt x="3437" y="580"/>
                  </a:lnTo>
                  <a:lnTo>
                    <a:pt x="3360" y="425"/>
                  </a:lnTo>
                  <a:lnTo>
                    <a:pt x="3244" y="348"/>
                  </a:lnTo>
                  <a:lnTo>
                    <a:pt x="3089" y="232"/>
                  </a:lnTo>
                  <a:lnTo>
                    <a:pt x="2935" y="155"/>
                  </a:lnTo>
                  <a:lnTo>
                    <a:pt x="2587" y="39"/>
                  </a:lnTo>
                  <a:lnTo>
                    <a:pt x="220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13"/>
            <p:cNvSpPr/>
            <p:nvPr/>
          </p:nvSpPr>
          <p:spPr>
            <a:xfrm>
              <a:off x="1058675" y="4315675"/>
              <a:ext cx="594700" cy="534825"/>
            </a:xfrm>
            <a:custGeom>
              <a:avLst/>
              <a:gdLst/>
              <a:ahLst/>
              <a:cxnLst/>
              <a:rect l="l" t="t" r="r" b="b"/>
              <a:pathLst>
                <a:path w="23788" h="21393" extrusionOk="0">
                  <a:moveTo>
                    <a:pt x="23478" y="270"/>
                  </a:moveTo>
                  <a:lnTo>
                    <a:pt x="23401" y="386"/>
                  </a:lnTo>
                  <a:lnTo>
                    <a:pt x="22590" y="1815"/>
                  </a:lnTo>
                  <a:lnTo>
                    <a:pt x="21741" y="3205"/>
                  </a:lnTo>
                  <a:lnTo>
                    <a:pt x="20853" y="4595"/>
                  </a:lnTo>
                  <a:lnTo>
                    <a:pt x="19926" y="5985"/>
                  </a:lnTo>
                  <a:lnTo>
                    <a:pt x="19269" y="5754"/>
                  </a:lnTo>
                  <a:lnTo>
                    <a:pt x="18999" y="5638"/>
                  </a:lnTo>
                  <a:lnTo>
                    <a:pt x="18690" y="5483"/>
                  </a:lnTo>
                  <a:lnTo>
                    <a:pt x="18420" y="5290"/>
                  </a:lnTo>
                  <a:lnTo>
                    <a:pt x="18150" y="5059"/>
                  </a:lnTo>
                  <a:lnTo>
                    <a:pt x="17918" y="4827"/>
                  </a:lnTo>
                  <a:lnTo>
                    <a:pt x="17686" y="4557"/>
                  </a:lnTo>
                  <a:lnTo>
                    <a:pt x="17493" y="4286"/>
                  </a:lnTo>
                  <a:lnTo>
                    <a:pt x="17339" y="3977"/>
                  </a:lnTo>
                  <a:lnTo>
                    <a:pt x="17030" y="3360"/>
                  </a:lnTo>
                  <a:lnTo>
                    <a:pt x="16798" y="2742"/>
                  </a:lnTo>
                  <a:lnTo>
                    <a:pt x="16605" y="2085"/>
                  </a:lnTo>
                  <a:lnTo>
                    <a:pt x="17416" y="1776"/>
                  </a:lnTo>
                  <a:lnTo>
                    <a:pt x="18265" y="1467"/>
                  </a:lnTo>
                  <a:lnTo>
                    <a:pt x="19115" y="1197"/>
                  </a:lnTo>
                  <a:lnTo>
                    <a:pt x="19965" y="965"/>
                  </a:lnTo>
                  <a:lnTo>
                    <a:pt x="20853" y="772"/>
                  </a:lnTo>
                  <a:lnTo>
                    <a:pt x="21702" y="579"/>
                  </a:lnTo>
                  <a:lnTo>
                    <a:pt x="22590" y="425"/>
                  </a:lnTo>
                  <a:lnTo>
                    <a:pt x="23478" y="270"/>
                  </a:lnTo>
                  <a:close/>
                  <a:moveTo>
                    <a:pt x="4866" y="7607"/>
                  </a:moveTo>
                  <a:lnTo>
                    <a:pt x="6256" y="7646"/>
                  </a:lnTo>
                  <a:lnTo>
                    <a:pt x="7608" y="7723"/>
                  </a:lnTo>
                  <a:lnTo>
                    <a:pt x="7222" y="8186"/>
                  </a:lnTo>
                  <a:lnTo>
                    <a:pt x="6835" y="8650"/>
                  </a:lnTo>
                  <a:lnTo>
                    <a:pt x="6488" y="9190"/>
                  </a:lnTo>
                  <a:lnTo>
                    <a:pt x="6140" y="9692"/>
                  </a:lnTo>
                  <a:lnTo>
                    <a:pt x="5909" y="10233"/>
                  </a:lnTo>
                  <a:lnTo>
                    <a:pt x="5870" y="10272"/>
                  </a:lnTo>
                  <a:lnTo>
                    <a:pt x="5214" y="10774"/>
                  </a:lnTo>
                  <a:lnTo>
                    <a:pt x="4557" y="11314"/>
                  </a:lnTo>
                  <a:lnTo>
                    <a:pt x="4326" y="11546"/>
                  </a:lnTo>
                  <a:lnTo>
                    <a:pt x="4094" y="11816"/>
                  </a:lnTo>
                  <a:lnTo>
                    <a:pt x="3824" y="12048"/>
                  </a:lnTo>
                  <a:lnTo>
                    <a:pt x="3708" y="12125"/>
                  </a:lnTo>
                  <a:lnTo>
                    <a:pt x="3553" y="12164"/>
                  </a:lnTo>
                  <a:lnTo>
                    <a:pt x="3399" y="12202"/>
                  </a:lnTo>
                  <a:lnTo>
                    <a:pt x="3206" y="12164"/>
                  </a:lnTo>
                  <a:lnTo>
                    <a:pt x="2742" y="12087"/>
                  </a:lnTo>
                  <a:lnTo>
                    <a:pt x="1970" y="11855"/>
                  </a:lnTo>
                  <a:lnTo>
                    <a:pt x="387" y="11507"/>
                  </a:lnTo>
                  <a:lnTo>
                    <a:pt x="1005" y="11083"/>
                  </a:lnTo>
                  <a:lnTo>
                    <a:pt x="1584" y="10658"/>
                  </a:lnTo>
                  <a:lnTo>
                    <a:pt x="2163" y="10156"/>
                  </a:lnTo>
                  <a:lnTo>
                    <a:pt x="2704" y="9654"/>
                  </a:lnTo>
                  <a:lnTo>
                    <a:pt x="3553" y="8804"/>
                  </a:lnTo>
                  <a:lnTo>
                    <a:pt x="4055" y="8186"/>
                  </a:lnTo>
                  <a:lnTo>
                    <a:pt x="4326" y="7916"/>
                  </a:lnTo>
                  <a:lnTo>
                    <a:pt x="4634" y="7684"/>
                  </a:lnTo>
                  <a:lnTo>
                    <a:pt x="4789" y="7684"/>
                  </a:lnTo>
                  <a:lnTo>
                    <a:pt x="4827" y="7646"/>
                  </a:lnTo>
                  <a:lnTo>
                    <a:pt x="4866" y="7607"/>
                  </a:lnTo>
                  <a:close/>
                  <a:moveTo>
                    <a:pt x="16296" y="2201"/>
                  </a:moveTo>
                  <a:lnTo>
                    <a:pt x="16489" y="2858"/>
                  </a:lnTo>
                  <a:lnTo>
                    <a:pt x="16721" y="3553"/>
                  </a:lnTo>
                  <a:lnTo>
                    <a:pt x="17030" y="4209"/>
                  </a:lnTo>
                  <a:lnTo>
                    <a:pt x="17223" y="4518"/>
                  </a:lnTo>
                  <a:lnTo>
                    <a:pt x="17455" y="4827"/>
                  </a:lnTo>
                  <a:lnTo>
                    <a:pt x="17648" y="5136"/>
                  </a:lnTo>
                  <a:lnTo>
                    <a:pt x="17879" y="5368"/>
                  </a:lnTo>
                  <a:lnTo>
                    <a:pt x="18150" y="5599"/>
                  </a:lnTo>
                  <a:lnTo>
                    <a:pt x="18420" y="5831"/>
                  </a:lnTo>
                  <a:lnTo>
                    <a:pt x="18729" y="5985"/>
                  </a:lnTo>
                  <a:lnTo>
                    <a:pt x="19038" y="6140"/>
                  </a:lnTo>
                  <a:lnTo>
                    <a:pt x="19385" y="6217"/>
                  </a:lnTo>
                  <a:lnTo>
                    <a:pt x="19771" y="6256"/>
                  </a:lnTo>
                  <a:lnTo>
                    <a:pt x="18922" y="7453"/>
                  </a:lnTo>
                  <a:lnTo>
                    <a:pt x="18034" y="8611"/>
                  </a:lnTo>
                  <a:lnTo>
                    <a:pt x="17223" y="9615"/>
                  </a:lnTo>
                  <a:lnTo>
                    <a:pt x="16373" y="10581"/>
                  </a:lnTo>
                  <a:lnTo>
                    <a:pt x="15524" y="11507"/>
                  </a:lnTo>
                  <a:lnTo>
                    <a:pt x="14597" y="12395"/>
                  </a:lnTo>
                  <a:lnTo>
                    <a:pt x="13670" y="13284"/>
                  </a:lnTo>
                  <a:lnTo>
                    <a:pt x="13168" y="13747"/>
                  </a:lnTo>
                  <a:lnTo>
                    <a:pt x="12628" y="14172"/>
                  </a:lnTo>
                  <a:lnTo>
                    <a:pt x="12126" y="14558"/>
                  </a:lnTo>
                  <a:lnTo>
                    <a:pt x="11546" y="14905"/>
                  </a:lnTo>
                  <a:lnTo>
                    <a:pt x="10967" y="15214"/>
                  </a:lnTo>
                  <a:lnTo>
                    <a:pt x="10388" y="15446"/>
                  </a:lnTo>
                  <a:lnTo>
                    <a:pt x="9809" y="15600"/>
                  </a:lnTo>
                  <a:lnTo>
                    <a:pt x="9191" y="15678"/>
                  </a:lnTo>
                  <a:lnTo>
                    <a:pt x="8612" y="15678"/>
                  </a:lnTo>
                  <a:lnTo>
                    <a:pt x="8341" y="15639"/>
                  </a:lnTo>
                  <a:lnTo>
                    <a:pt x="8033" y="15562"/>
                  </a:lnTo>
                  <a:lnTo>
                    <a:pt x="7762" y="15446"/>
                  </a:lnTo>
                  <a:lnTo>
                    <a:pt x="7531" y="15330"/>
                  </a:lnTo>
                  <a:lnTo>
                    <a:pt x="7260" y="15214"/>
                  </a:lnTo>
                  <a:lnTo>
                    <a:pt x="7029" y="15021"/>
                  </a:lnTo>
                  <a:lnTo>
                    <a:pt x="6835" y="14828"/>
                  </a:lnTo>
                  <a:lnTo>
                    <a:pt x="6642" y="14597"/>
                  </a:lnTo>
                  <a:lnTo>
                    <a:pt x="6449" y="14365"/>
                  </a:lnTo>
                  <a:lnTo>
                    <a:pt x="6295" y="14095"/>
                  </a:lnTo>
                  <a:lnTo>
                    <a:pt x="6063" y="13554"/>
                  </a:lnTo>
                  <a:lnTo>
                    <a:pt x="5909" y="13013"/>
                  </a:lnTo>
                  <a:lnTo>
                    <a:pt x="5870" y="12434"/>
                  </a:lnTo>
                  <a:lnTo>
                    <a:pt x="5870" y="11855"/>
                  </a:lnTo>
                  <a:lnTo>
                    <a:pt x="5986" y="11314"/>
                  </a:lnTo>
                  <a:lnTo>
                    <a:pt x="6140" y="10735"/>
                  </a:lnTo>
                  <a:lnTo>
                    <a:pt x="6333" y="10194"/>
                  </a:lnTo>
                  <a:lnTo>
                    <a:pt x="6604" y="9692"/>
                  </a:lnTo>
                  <a:lnTo>
                    <a:pt x="6913" y="9229"/>
                  </a:lnTo>
                  <a:lnTo>
                    <a:pt x="7222" y="8766"/>
                  </a:lnTo>
                  <a:lnTo>
                    <a:pt x="7569" y="8302"/>
                  </a:lnTo>
                  <a:lnTo>
                    <a:pt x="7955" y="7878"/>
                  </a:lnTo>
                  <a:lnTo>
                    <a:pt x="8766" y="7067"/>
                  </a:lnTo>
                  <a:lnTo>
                    <a:pt x="9616" y="6333"/>
                  </a:lnTo>
                  <a:lnTo>
                    <a:pt x="10542" y="5561"/>
                  </a:lnTo>
                  <a:lnTo>
                    <a:pt x="11508" y="4866"/>
                  </a:lnTo>
                  <a:lnTo>
                    <a:pt x="12473" y="4209"/>
                  </a:lnTo>
                  <a:lnTo>
                    <a:pt x="13516" y="3591"/>
                  </a:lnTo>
                  <a:lnTo>
                    <a:pt x="14211" y="3205"/>
                  </a:lnTo>
                  <a:lnTo>
                    <a:pt x="14906" y="2858"/>
                  </a:lnTo>
                  <a:lnTo>
                    <a:pt x="15601" y="2510"/>
                  </a:lnTo>
                  <a:lnTo>
                    <a:pt x="16296" y="2201"/>
                  </a:lnTo>
                  <a:close/>
                  <a:moveTo>
                    <a:pt x="5638" y="13361"/>
                  </a:moveTo>
                  <a:lnTo>
                    <a:pt x="5754" y="13747"/>
                  </a:lnTo>
                  <a:lnTo>
                    <a:pt x="5870" y="14133"/>
                  </a:lnTo>
                  <a:lnTo>
                    <a:pt x="6063" y="14519"/>
                  </a:lnTo>
                  <a:lnTo>
                    <a:pt x="6295" y="14828"/>
                  </a:lnTo>
                  <a:lnTo>
                    <a:pt x="6565" y="15137"/>
                  </a:lnTo>
                  <a:lnTo>
                    <a:pt x="6874" y="15407"/>
                  </a:lnTo>
                  <a:lnTo>
                    <a:pt x="7222" y="15639"/>
                  </a:lnTo>
                  <a:lnTo>
                    <a:pt x="7608" y="15832"/>
                  </a:lnTo>
                  <a:lnTo>
                    <a:pt x="7415" y="16141"/>
                  </a:lnTo>
                  <a:lnTo>
                    <a:pt x="7260" y="16489"/>
                  </a:lnTo>
                  <a:lnTo>
                    <a:pt x="6797" y="16296"/>
                  </a:lnTo>
                  <a:lnTo>
                    <a:pt x="6411" y="16025"/>
                  </a:lnTo>
                  <a:lnTo>
                    <a:pt x="6025" y="15716"/>
                  </a:lnTo>
                  <a:lnTo>
                    <a:pt x="5716" y="15369"/>
                  </a:lnTo>
                  <a:lnTo>
                    <a:pt x="5484" y="14983"/>
                  </a:lnTo>
                  <a:lnTo>
                    <a:pt x="5252" y="14558"/>
                  </a:lnTo>
                  <a:lnTo>
                    <a:pt x="5098" y="14133"/>
                  </a:lnTo>
                  <a:lnTo>
                    <a:pt x="5021" y="13631"/>
                  </a:lnTo>
                  <a:lnTo>
                    <a:pt x="4982" y="13593"/>
                  </a:lnTo>
                  <a:lnTo>
                    <a:pt x="5638" y="13361"/>
                  </a:lnTo>
                  <a:close/>
                  <a:moveTo>
                    <a:pt x="4827" y="13670"/>
                  </a:moveTo>
                  <a:lnTo>
                    <a:pt x="4866" y="14210"/>
                  </a:lnTo>
                  <a:lnTo>
                    <a:pt x="4982" y="14712"/>
                  </a:lnTo>
                  <a:lnTo>
                    <a:pt x="5214" y="15176"/>
                  </a:lnTo>
                  <a:lnTo>
                    <a:pt x="5484" y="15600"/>
                  </a:lnTo>
                  <a:lnTo>
                    <a:pt x="5831" y="15948"/>
                  </a:lnTo>
                  <a:lnTo>
                    <a:pt x="6218" y="16296"/>
                  </a:lnTo>
                  <a:lnTo>
                    <a:pt x="6642" y="16566"/>
                  </a:lnTo>
                  <a:lnTo>
                    <a:pt x="7106" y="16759"/>
                  </a:lnTo>
                  <a:lnTo>
                    <a:pt x="6951" y="17300"/>
                  </a:lnTo>
                  <a:lnTo>
                    <a:pt x="6411" y="17029"/>
                  </a:lnTo>
                  <a:lnTo>
                    <a:pt x="5909" y="16720"/>
                  </a:lnTo>
                  <a:lnTo>
                    <a:pt x="5484" y="16373"/>
                  </a:lnTo>
                  <a:lnTo>
                    <a:pt x="5098" y="15987"/>
                  </a:lnTo>
                  <a:lnTo>
                    <a:pt x="4789" y="15562"/>
                  </a:lnTo>
                  <a:lnTo>
                    <a:pt x="4480" y="15060"/>
                  </a:lnTo>
                  <a:lnTo>
                    <a:pt x="4248" y="14558"/>
                  </a:lnTo>
                  <a:lnTo>
                    <a:pt x="4055" y="13979"/>
                  </a:lnTo>
                  <a:lnTo>
                    <a:pt x="4248" y="13940"/>
                  </a:lnTo>
                  <a:lnTo>
                    <a:pt x="4441" y="13863"/>
                  </a:lnTo>
                  <a:lnTo>
                    <a:pt x="4827" y="13670"/>
                  </a:lnTo>
                  <a:close/>
                  <a:moveTo>
                    <a:pt x="4441" y="15871"/>
                  </a:moveTo>
                  <a:lnTo>
                    <a:pt x="4673" y="16180"/>
                  </a:lnTo>
                  <a:lnTo>
                    <a:pt x="4905" y="16450"/>
                  </a:lnTo>
                  <a:lnTo>
                    <a:pt x="5175" y="16682"/>
                  </a:lnTo>
                  <a:lnTo>
                    <a:pt x="5445" y="16913"/>
                  </a:lnTo>
                  <a:lnTo>
                    <a:pt x="5291" y="17029"/>
                  </a:lnTo>
                  <a:lnTo>
                    <a:pt x="5214" y="17222"/>
                  </a:lnTo>
                  <a:lnTo>
                    <a:pt x="5098" y="17068"/>
                  </a:lnTo>
                  <a:lnTo>
                    <a:pt x="5059" y="16991"/>
                  </a:lnTo>
                  <a:lnTo>
                    <a:pt x="4982" y="16952"/>
                  </a:lnTo>
                  <a:lnTo>
                    <a:pt x="4905" y="16952"/>
                  </a:lnTo>
                  <a:lnTo>
                    <a:pt x="4827" y="16991"/>
                  </a:lnTo>
                  <a:lnTo>
                    <a:pt x="4519" y="17415"/>
                  </a:lnTo>
                  <a:lnTo>
                    <a:pt x="4210" y="17840"/>
                  </a:lnTo>
                  <a:lnTo>
                    <a:pt x="3862" y="18226"/>
                  </a:lnTo>
                  <a:lnTo>
                    <a:pt x="3476" y="18574"/>
                  </a:lnTo>
                  <a:lnTo>
                    <a:pt x="3090" y="18921"/>
                  </a:lnTo>
                  <a:lnTo>
                    <a:pt x="2665" y="19230"/>
                  </a:lnTo>
                  <a:lnTo>
                    <a:pt x="2240" y="19501"/>
                  </a:lnTo>
                  <a:lnTo>
                    <a:pt x="1777" y="19771"/>
                  </a:lnTo>
                  <a:lnTo>
                    <a:pt x="1777" y="19771"/>
                  </a:lnTo>
                  <a:lnTo>
                    <a:pt x="1816" y="19346"/>
                  </a:lnTo>
                  <a:lnTo>
                    <a:pt x="1854" y="18921"/>
                  </a:lnTo>
                  <a:lnTo>
                    <a:pt x="2009" y="18535"/>
                  </a:lnTo>
                  <a:lnTo>
                    <a:pt x="2163" y="18188"/>
                  </a:lnTo>
                  <a:lnTo>
                    <a:pt x="2395" y="17840"/>
                  </a:lnTo>
                  <a:lnTo>
                    <a:pt x="2665" y="17531"/>
                  </a:lnTo>
                  <a:lnTo>
                    <a:pt x="2974" y="17222"/>
                  </a:lnTo>
                  <a:lnTo>
                    <a:pt x="3360" y="16913"/>
                  </a:lnTo>
                  <a:lnTo>
                    <a:pt x="3669" y="16720"/>
                  </a:lnTo>
                  <a:lnTo>
                    <a:pt x="3939" y="16489"/>
                  </a:lnTo>
                  <a:lnTo>
                    <a:pt x="4017" y="16334"/>
                  </a:lnTo>
                  <a:lnTo>
                    <a:pt x="4094" y="16218"/>
                  </a:lnTo>
                  <a:lnTo>
                    <a:pt x="4094" y="16064"/>
                  </a:lnTo>
                  <a:lnTo>
                    <a:pt x="4055" y="15871"/>
                  </a:lnTo>
                  <a:close/>
                  <a:moveTo>
                    <a:pt x="13439" y="13979"/>
                  </a:moveTo>
                  <a:lnTo>
                    <a:pt x="13400" y="14674"/>
                  </a:lnTo>
                  <a:lnTo>
                    <a:pt x="13400" y="15369"/>
                  </a:lnTo>
                  <a:lnTo>
                    <a:pt x="13477" y="16025"/>
                  </a:lnTo>
                  <a:lnTo>
                    <a:pt x="13632" y="16682"/>
                  </a:lnTo>
                  <a:lnTo>
                    <a:pt x="12396" y="17454"/>
                  </a:lnTo>
                  <a:lnTo>
                    <a:pt x="11160" y="18304"/>
                  </a:lnTo>
                  <a:lnTo>
                    <a:pt x="8805" y="20041"/>
                  </a:lnTo>
                  <a:lnTo>
                    <a:pt x="8766" y="19037"/>
                  </a:lnTo>
                  <a:lnTo>
                    <a:pt x="8689" y="18033"/>
                  </a:lnTo>
                  <a:lnTo>
                    <a:pt x="8650" y="17724"/>
                  </a:lnTo>
                  <a:lnTo>
                    <a:pt x="8689" y="17493"/>
                  </a:lnTo>
                  <a:lnTo>
                    <a:pt x="8728" y="17377"/>
                  </a:lnTo>
                  <a:lnTo>
                    <a:pt x="8805" y="17261"/>
                  </a:lnTo>
                  <a:lnTo>
                    <a:pt x="9037" y="17068"/>
                  </a:lnTo>
                  <a:lnTo>
                    <a:pt x="9654" y="16604"/>
                  </a:lnTo>
                  <a:lnTo>
                    <a:pt x="10195" y="16141"/>
                  </a:lnTo>
                  <a:lnTo>
                    <a:pt x="10234" y="16064"/>
                  </a:lnTo>
                  <a:lnTo>
                    <a:pt x="10272" y="16025"/>
                  </a:lnTo>
                  <a:lnTo>
                    <a:pt x="10234" y="15909"/>
                  </a:lnTo>
                  <a:lnTo>
                    <a:pt x="10774" y="15716"/>
                  </a:lnTo>
                  <a:lnTo>
                    <a:pt x="11276" y="15485"/>
                  </a:lnTo>
                  <a:lnTo>
                    <a:pt x="11740" y="15214"/>
                  </a:lnTo>
                  <a:lnTo>
                    <a:pt x="12203" y="14905"/>
                  </a:lnTo>
                  <a:lnTo>
                    <a:pt x="12821" y="14481"/>
                  </a:lnTo>
                  <a:lnTo>
                    <a:pt x="13439" y="13979"/>
                  </a:lnTo>
                  <a:close/>
                  <a:moveTo>
                    <a:pt x="3978" y="14944"/>
                  </a:moveTo>
                  <a:lnTo>
                    <a:pt x="4132" y="15330"/>
                  </a:lnTo>
                  <a:lnTo>
                    <a:pt x="4326" y="15678"/>
                  </a:lnTo>
                  <a:lnTo>
                    <a:pt x="3862" y="15678"/>
                  </a:lnTo>
                  <a:lnTo>
                    <a:pt x="3785" y="15716"/>
                  </a:lnTo>
                  <a:lnTo>
                    <a:pt x="3746" y="15755"/>
                  </a:lnTo>
                  <a:lnTo>
                    <a:pt x="3746" y="15832"/>
                  </a:lnTo>
                  <a:lnTo>
                    <a:pt x="3785" y="15871"/>
                  </a:lnTo>
                  <a:lnTo>
                    <a:pt x="3785" y="15948"/>
                  </a:lnTo>
                  <a:lnTo>
                    <a:pt x="3785" y="16064"/>
                  </a:lnTo>
                  <a:lnTo>
                    <a:pt x="3669" y="16257"/>
                  </a:lnTo>
                  <a:lnTo>
                    <a:pt x="3476" y="16489"/>
                  </a:lnTo>
                  <a:lnTo>
                    <a:pt x="3206" y="16720"/>
                  </a:lnTo>
                  <a:lnTo>
                    <a:pt x="2665" y="17145"/>
                  </a:lnTo>
                  <a:lnTo>
                    <a:pt x="2318" y="17415"/>
                  </a:lnTo>
                  <a:lnTo>
                    <a:pt x="2009" y="17802"/>
                  </a:lnTo>
                  <a:lnTo>
                    <a:pt x="1777" y="18188"/>
                  </a:lnTo>
                  <a:lnTo>
                    <a:pt x="1584" y="18651"/>
                  </a:lnTo>
                  <a:lnTo>
                    <a:pt x="1507" y="19114"/>
                  </a:lnTo>
                  <a:lnTo>
                    <a:pt x="1468" y="19346"/>
                  </a:lnTo>
                  <a:lnTo>
                    <a:pt x="1468" y="19578"/>
                  </a:lnTo>
                  <a:lnTo>
                    <a:pt x="1507" y="19848"/>
                  </a:lnTo>
                  <a:lnTo>
                    <a:pt x="1545" y="20080"/>
                  </a:lnTo>
                  <a:lnTo>
                    <a:pt x="1622" y="20118"/>
                  </a:lnTo>
                  <a:lnTo>
                    <a:pt x="1738" y="20118"/>
                  </a:lnTo>
                  <a:lnTo>
                    <a:pt x="1777" y="20041"/>
                  </a:lnTo>
                  <a:lnTo>
                    <a:pt x="2279" y="19809"/>
                  </a:lnTo>
                  <a:lnTo>
                    <a:pt x="2742" y="19578"/>
                  </a:lnTo>
                  <a:lnTo>
                    <a:pt x="3167" y="19269"/>
                  </a:lnTo>
                  <a:lnTo>
                    <a:pt x="3553" y="18960"/>
                  </a:lnTo>
                  <a:lnTo>
                    <a:pt x="3939" y="18612"/>
                  </a:lnTo>
                  <a:lnTo>
                    <a:pt x="4287" y="18226"/>
                  </a:lnTo>
                  <a:lnTo>
                    <a:pt x="4634" y="17802"/>
                  </a:lnTo>
                  <a:lnTo>
                    <a:pt x="4943" y="17377"/>
                  </a:lnTo>
                  <a:lnTo>
                    <a:pt x="5059" y="17531"/>
                  </a:lnTo>
                  <a:lnTo>
                    <a:pt x="5175" y="17647"/>
                  </a:lnTo>
                  <a:lnTo>
                    <a:pt x="5291" y="17647"/>
                  </a:lnTo>
                  <a:lnTo>
                    <a:pt x="5368" y="17608"/>
                  </a:lnTo>
                  <a:lnTo>
                    <a:pt x="5368" y="17531"/>
                  </a:lnTo>
                  <a:lnTo>
                    <a:pt x="5638" y="17068"/>
                  </a:lnTo>
                  <a:lnTo>
                    <a:pt x="6025" y="17300"/>
                  </a:lnTo>
                  <a:lnTo>
                    <a:pt x="5986" y="17802"/>
                  </a:lnTo>
                  <a:lnTo>
                    <a:pt x="5870" y="18304"/>
                  </a:lnTo>
                  <a:lnTo>
                    <a:pt x="5754" y="18806"/>
                  </a:lnTo>
                  <a:lnTo>
                    <a:pt x="5561" y="19308"/>
                  </a:lnTo>
                  <a:lnTo>
                    <a:pt x="5445" y="19076"/>
                  </a:lnTo>
                  <a:lnTo>
                    <a:pt x="5407" y="18844"/>
                  </a:lnTo>
                  <a:lnTo>
                    <a:pt x="5368" y="18574"/>
                  </a:lnTo>
                  <a:lnTo>
                    <a:pt x="5407" y="18304"/>
                  </a:lnTo>
                  <a:lnTo>
                    <a:pt x="5445" y="18226"/>
                  </a:lnTo>
                  <a:lnTo>
                    <a:pt x="5407" y="18188"/>
                  </a:lnTo>
                  <a:lnTo>
                    <a:pt x="5329" y="18110"/>
                  </a:lnTo>
                  <a:lnTo>
                    <a:pt x="5252" y="18072"/>
                  </a:lnTo>
                  <a:lnTo>
                    <a:pt x="5214" y="18110"/>
                  </a:lnTo>
                  <a:lnTo>
                    <a:pt x="5136" y="18110"/>
                  </a:lnTo>
                  <a:lnTo>
                    <a:pt x="5098" y="18188"/>
                  </a:lnTo>
                  <a:lnTo>
                    <a:pt x="4827" y="18767"/>
                  </a:lnTo>
                  <a:lnTo>
                    <a:pt x="4519" y="19308"/>
                  </a:lnTo>
                  <a:lnTo>
                    <a:pt x="4326" y="19539"/>
                  </a:lnTo>
                  <a:lnTo>
                    <a:pt x="4094" y="19771"/>
                  </a:lnTo>
                  <a:lnTo>
                    <a:pt x="3862" y="19964"/>
                  </a:lnTo>
                  <a:lnTo>
                    <a:pt x="3592" y="20196"/>
                  </a:lnTo>
                  <a:lnTo>
                    <a:pt x="3090" y="20505"/>
                  </a:lnTo>
                  <a:lnTo>
                    <a:pt x="2820" y="20659"/>
                  </a:lnTo>
                  <a:lnTo>
                    <a:pt x="2511" y="20775"/>
                  </a:lnTo>
                  <a:lnTo>
                    <a:pt x="2202" y="20891"/>
                  </a:lnTo>
                  <a:lnTo>
                    <a:pt x="1893" y="20968"/>
                  </a:lnTo>
                  <a:lnTo>
                    <a:pt x="1584" y="21007"/>
                  </a:lnTo>
                  <a:lnTo>
                    <a:pt x="1275" y="20968"/>
                  </a:lnTo>
                  <a:lnTo>
                    <a:pt x="1043" y="20929"/>
                  </a:lnTo>
                  <a:lnTo>
                    <a:pt x="889" y="20813"/>
                  </a:lnTo>
                  <a:lnTo>
                    <a:pt x="773" y="20698"/>
                  </a:lnTo>
                  <a:lnTo>
                    <a:pt x="734" y="20543"/>
                  </a:lnTo>
                  <a:lnTo>
                    <a:pt x="696" y="20350"/>
                  </a:lnTo>
                  <a:lnTo>
                    <a:pt x="696" y="20157"/>
                  </a:lnTo>
                  <a:lnTo>
                    <a:pt x="734" y="19732"/>
                  </a:lnTo>
                  <a:lnTo>
                    <a:pt x="812" y="19037"/>
                  </a:lnTo>
                  <a:lnTo>
                    <a:pt x="889" y="18690"/>
                  </a:lnTo>
                  <a:lnTo>
                    <a:pt x="1005" y="18342"/>
                  </a:lnTo>
                  <a:lnTo>
                    <a:pt x="1159" y="17956"/>
                  </a:lnTo>
                  <a:lnTo>
                    <a:pt x="1352" y="17608"/>
                  </a:lnTo>
                  <a:lnTo>
                    <a:pt x="1584" y="17261"/>
                  </a:lnTo>
                  <a:lnTo>
                    <a:pt x="1854" y="16952"/>
                  </a:lnTo>
                  <a:lnTo>
                    <a:pt x="2124" y="16682"/>
                  </a:lnTo>
                  <a:lnTo>
                    <a:pt x="2433" y="16411"/>
                  </a:lnTo>
                  <a:lnTo>
                    <a:pt x="2781" y="16180"/>
                  </a:lnTo>
                  <a:lnTo>
                    <a:pt x="3167" y="16025"/>
                  </a:lnTo>
                  <a:lnTo>
                    <a:pt x="3244" y="15948"/>
                  </a:lnTo>
                  <a:lnTo>
                    <a:pt x="3244" y="15871"/>
                  </a:lnTo>
                  <a:lnTo>
                    <a:pt x="3206" y="15794"/>
                  </a:lnTo>
                  <a:lnTo>
                    <a:pt x="3167" y="15716"/>
                  </a:lnTo>
                  <a:lnTo>
                    <a:pt x="2433" y="15369"/>
                  </a:lnTo>
                  <a:lnTo>
                    <a:pt x="2781" y="15176"/>
                  </a:lnTo>
                  <a:lnTo>
                    <a:pt x="3167" y="15021"/>
                  </a:lnTo>
                  <a:lnTo>
                    <a:pt x="3553" y="14983"/>
                  </a:lnTo>
                  <a:lnTo>
                    <a:pt x="3978" y="14944"/>
                  </a:lnTo>
                  <a:close/>
                  <a:moveTo>
                    <a:pt x="23478" y="0"/>
                  </a:moveTo>
                  <a:lnTo>
                    <a:pt x="22204" y="155"/>
                  </a:lnTo>
                  <a:lnTo>
                    <a:pt x="20891" y="386"/>
                  </a:lnTo>
                  <a:lnTo>
                    <a:pt x="19617" y="657"/>
                  </a:lnTo>
                  <a:lnTo>
                    <a:pt x="18381" y="1043"/>
                  </a:lnTo>
                  <a:lnTo>
                    <a:pt x="17146" y="1467"/>
                  </a:lnTo>
                  <a:lnTo>
                    <a:pt x="15949" y="1969"/>
                  </a:lnTo>
                  <a:lnTo>
                    <a:pt x="14752" y="2510"/>
                  </a:lnTo>
                  <a:lnTo>
                    <a:pt x="13593" y="3128"/>
                  </a:lnTo>
                  <a:lnTo>
                    <a:pt x="12473" y="3784"/>
                  </a:lnTo>
                  <a:lnTo>
                    <a:pt x="11353" y="4518"/>
                  </a:lnTo>
                  <a:lnTo>
                    <a:pt x="10311" y="5290"/>
                  </a:lnTo>
                  <a:lnTo>
                    <a:pt x="9307" y="6140"/>
                  </a:lnTo>
                  <a:lnTo>
                    <a:pt x="8535" y="6796"/>
                  </a:lnTo>
                  <a:lnTo>
                    <a:pt x="7801" y="7491"/>
                  </a:lnTo>
                  <a:lnTo>
                    <a:pt x="7029" y="7337"/>
                  </a:lnTo>
                  <a:lnTo>
                    <a:pt x="6218" y="7221"/>
                  </a:lnTo>
                  <a:lnTo>
                    <a:pt x="5407" y="7182"/>
                  </a:lnTo>
                  <a:lnTo>
                    <a:pt x="4557" y="7221"/>
                  </a:lnTo>
                  <a:lnTo>
                    <a:pt x="4519" y="7221"/>
                  </a:lnTo>
                  <a:lnTo>
                    <a:pt x="4441" y="7260"/>
                  </a:lnTo>
                  <a:lnTo>
                    <a:pt x="4403" y="7414"/>
                  </a:lnTo>
                  <a:lnTo>
                    <a:pt x="4171" y="7530"/>
                  </a:lnTo>
                  <a:lnTo>
                    <a:pt x="3939" y="7723"/>
                  </a:lnTo>
                  <a:lnTo>
                    <a:pt x="3708" y="7916"/>
                  </a:lnTo>
                  <a:lnTo>
                    <a:pt x="3515" y="8148"/>
                  </a:lnTo>
                  <a:lnTo>
                    <a:pt x="3128" y="8611"/>
                  </a:lnTo>
                  <a:lnTo>
                    <a:pt x="2742" y="9036"/>
                  </a:lnTo>
                  <a:lnTo>
                    <a:pt x="2124" y="9654"/>
                  </a:lnTo>
                  <a:lnTo>
                    <a:pt x="1468" y="10194"/>
                  </a:lnTo>
                  <a:lnTo>
                    <a:pt x="773" y="10774"/>
                  </a:lnTo>
                  <a:lnTo>
                    <a:pt x="78" y="11276"/>
                  </a:lnTo>
                  <a:lnTo>
                    <a:pt x="1" y="11353"/>
                  </a:lnTo>
                  <a:lnTo>
                    <a:pt x="1" y="11430"/>
                  </a:lnTo>
                  <a:lnTo>
                    <a:pt x="1" y="11507"/>
                  </a:lnTo>
                  <a:lnTo>
                    <a:pt x="39" y="11546"/>
                  </a:lnTo>
                  <a:lnTo>
                    <a:pt x="39" y="11623"/>
                  </a:lnTo>
                  <a:lnTo>
                    <a:pt x="39" y="11700"/>
                  </a:lnTo>
                  <a:lnTo>
                    <a:pt x="78" y="11739"/>
                  </a:lnTo>
                  <a:lnTo>
                    <a:pt x="116" y="11778"/>
                  </a:lnTo>
                  <a:lnTo>
                    <a:pt x="1005" y="12048"/>
                  </a:lnTo>
                  <a:lnTo>
                    <a:pt x="1893" y="12280"/>
                  </a:lnTo>
                  <a:lnTo>
                    <a:pt x="3669" y="12666"/>
                  </a:lnTo>
                  <a:lnTo>
                    <a:pt x="3785" y="12666"/>
                  </a:lnTo>
                  <a:lnTo>
                    <a:pt x="3862" y="12589"/>
                  </a:lnTo>
                  <a:lnTo>
                    <a:pt x="4750" y="11700"/>
                  </a:lnTo>
                  <a:lnTo>
                    <a:pt x="5716" y="10851"/>
                  </a:lnTo>
                  <a:lnTo>
                    <a:pt x="5600" y="11391"/>
                  </a:lnTo>
                  <a:lnTo>
                    <a:pt x="5523" y="11971"/>
                  </a:lnTo>
                  <a:lnTo>
                    <a:pt x="5523" y="12550"/>
                  </a:lnTo>
                  <a:lnTo>
                    <a:pt x="5600" y="13091"/>
                  </a:lnTo>
                  <a:lnTo>
                    <a:pt x="5136" y="13168"/>
                  </a:lnTo>
                  <a:lnTo>
                    <a:pt x="4712" y="13284"/>
                  </a:lnTo>
                  <a:lnTo>
                    <a:pt x="4248" y="13477"/>
                  </a:lnTo>
                  <a:lnTo>
                    <a:pt x="4017" y="13593"/>
                  </a:lnTo>
                  <a:lnTo>
                    <a:pt x="3862" y="13747"/>
                  </a:lnTo>
                  <a:lnTo>
                    <a:pt x="3824" y="13824"/>
                  </a:lnTo>
                  <a:lnTo>
                    <a:pt x="3862" y="13901"/>
                  </a:lnTo>
                  <a:lnTo>
                    <a:pt x="3824" y="13940"/>
                  </a:lnTo>
                  <a:lnTo>
                    <a:pt x="3785" y="14017"/>
                  </a:lnTo>
                  <a:lnTo>
                    <a:pt x="3824" y="14403"/>
                  </a:lnTo>
                  <a:lnTo>
                    <a:pt x="3901" y="14751"/>
                  </a:lnTo>
                  <a:lnTo>
                    <a:pt x="3669" y="14712"/>
                  </a:lnTo>
                  <a:lnTo>
                    <a:pt x="3399" y="14712"/>
                  </a:lnTo>
                  <a:lnTo>
                    <a:pt x="3167" y="14751"/>
                  </a:lnTo>
                  <a:lnTo>
                    <a:pt x="2935" y="14790"/>
                  </a:lnTo>
                  <a:lnTo>
                    <a:pt x="2665" y="14867"/>
                  </a:lnTo>
                  <a:lnTo>
                    <a:pt x="2433" y="14983"/>
                  </a:lnTo>
                  <a:lnTo>
                    <a:pt x="2240" y="15098"/>
                  </a:lnTo>
                  <a:lnTo>
                    <a:pt x="2009" y="15253"/>
                  </a:lnTo>
                  <a:lnTo>
                    <a:pt x="1931" y="15330"/>
                  </a:lnTo>
                  <a:lnTo>
                    <a:pt x="1931" y="15407"/>
                  </a:lnTo>
                  <a:lnTo>
                    <a:pt x="1970" y="15485"/>
                  </a:lnTo>
                  <a:lnTo>
                    <a:pt x="2047" y="15523"/>
                  </a:lnTo>
                  <a:lnTo>
                    <a:pt x="2704" y="15871"/>
                  </a:lnTo>
                  <a:lnTo>
                    <a:pt x="2356" y="16064"/>
                  </a:lnTo>
                  <a:lnTo>
                    <a:pt x="2047" y="16334"/>
                  </a:lnTo>
                  <a:lnTo>
                    <a:pt x="1738" y="16604"/>
                  </a:lnTo>
                  <a:lnTo>
                    <a:pt x="1468" y="16875"/>
                  </a:lnTo>
                  <a:lnTo>
                    <a:pt x="1198" y="17222"/>
                  </a:lnTo>
                  <a:lnTo>
                    <a:pt x="1005" y="17570"/>
                  </a:lnTo>
                  <a:lnTo>
                    <a:pt x="812" y="17956"/>
                  </a:lnTo>
                  <a:lnTo>
                    <a:pt x="657" y="18342"/>
                  </a:lnTo>
                  <a:lnTo>
                    <a:pt x="464" y="18960"/>
                  </a:lnTo>
                  <a:lnTo>
                    <a:pt x="387" y="19385"/>
                  </a:lnTo>
                  <a:lnTo>
                    <a:pt x="310" y="19809"/>
                  </a:lnTo>
                  <a:lnTo>
                    <a:pt x="271" y="20234"/>
                  </a:lnTo>
                  <a:lnTo>
                    <a:pt x="310" y="20659"/>
                  </a:lnTo>
                  <a:lnTo>
                    <a:pt x="348" y="20813"/>
                  </a:lnTo>
                  <a:lnTo>
                    <a:pt x="425" y="20968"/>
                  </a:lnTo>
                  <a:lnTo>
                    <a:pt x="503" y="21084"/>
                  </a:lnTo>
                  <a:lnTo>
                    <a:pt x="618" y="21200"/>
                  </a:lnTo>
                  <a:lnTo>
                    <a:pt x="773" y="21277"/>
                  </a:lnTo>
                  <a:lnTo>
                    <a:pt x="927" y="21315"/>
                  </a:lnTo>
                  <a:lnTo>
                    <a:pt x="1275" y="21393"/>
                  </a:lnTo>
                  <a:lnTo>
                    <a:pt x="1661" y="21354"/>
                  </a:lnTo>
                  <a:lnTo>
                    <a:pt x="2047" y="21277"/>
                  </a:lnTo>
                  <a:lnTo>
                    <a:pt x="2433" y="21161"/>
                  </a:lnTo>
                  <a:lnTo>
                    <a:pt x="2820" y="21007"/>
                  </a:lnTo>
                  <a:lnTo>
                    <a:pt x="3437" y="20698"/>
                  </a:lnTo>
                  <a:lnTo>
                    <a:pt x="3901" y="20389"/>
                  </a:lnTo>
                  <a:lnTo>
                    <a:pt x="4364" y="20003"/>
                  </a:lnTo>
                  <a:lnTo>
                    <a:pt x="4750" y="19539"/>
                  </a:lnTo>
                  <a:lnTo>
                    <a:pt x="5098" y="19037"/>
                  </a:lnTo>
                  <a:lnTo>
                    <a:pt x="5136" y="19230"/>
                  </a:lnTo>
                  <a:lnTo>
                    <a:pt x="5214" y="19423"/>
                  </a:lnTo>
                  <a:lnTo>
                    <a:pt x="5329" y="19578"/>
                  </a:lnTo>
                  <a:lnTo>
                    <a:pt x="5484" y="19771"/>
                  </a:lnTo>
                  <a:lnTo>
                    <a:pt x="5561" y="19809"/>
                  </a:lnTo>
                  <a:lnTo>
                    <a:pt x="5638" y="19809"/>
                  </a:lnTo>
                  <a:lnTo>
                    <a:pt x="5716" y="19771"/>
                  </a:lnTo>
                  <a:lnTo>
                    <a:pt x="5793" y="19694"/>
                  </a:lnTo>
                  <a:lnTo>
                    <a:pt x="5986" y="19153"/>
                  </a:lnTo>
                  <a:lnTo>
                    <a:pt x="6179" y="18612"/>
                  </a:lnTo>
                  <a:lnTo>
                    <a:pt x="6295" y="18033"/>
                  </a:lnTo>
                  <a:lnTo>
                    <a:pt x="6372" y="17454"/>
                  </a:lnTo>
                  <a:lnTo>
                    <a:pt x="6913" y="17608"/>
                  </a:lnTo>
                  <a:lnTo>
                    <a:pt x="7183" y="17608"/>
                  </a:lnTo>
                  <a:lnTo>
                    <a:pt x="7183" y="17531"/>
                  </a:lnTo>
                  <a:lnTo>
                    <a:pt x="7531" y="16720"/>
                  </a:lnTo>
                  <a:lnTo>
                    <a:pt x="7724" y="16334"/>
                  </a:lnTo>
                  <a:lnTo>
                    <a:pt x="7955" y="15948"/>
                  </a:lnTo>
                  <a:lnTo>
                    <a:pt x="8110" y="15987"/>
                  </a:lnTo>
                  <a:lnTo>
                    <a:pt x="8535" y="16064"/>
                  </a:lnTo>
                  <a:lnTo>
                    <a:pt x="8921" y="16102"/>
                  </a:lnTo>
                  <a:lnTo>
                    <a:pt x="9307" y="16064"/>
                  </a:lnTo>
                  <a:lnTo>
                    <a:pt x="9693" y="16025"/>
                  </a:lnTo>
                  <a:lnTo>
                    <a:pt x="9693" y="16025"/>
                  </a:lnTo>
                  <a:lnTo>
                    <a:pt x="8998" y="16604"/>
                  </a:lnTo>
                  <a:lnTo>
                    <a:pt x="8226" y="17106"/>
                  </a:lnTo>
                  <a:lnTo>
                    <a:pt x="8148" y="17222"/>
                  </a:lnTo>
                  <a:lnTo>
                    <a:pt x="8148" y="17300"/>
                  </a:lnTo>
                  <a:lnTo>
                    <a:pt x="8264" y="18110"/>
                  </a:lnTo>
                  <a:lnTo>
                    <a:pt x="8341" y="18883"/>
                  </a:lnTo>
                  <a:lnTo>
                    <a:pt x="8380" y="19655"/>
                  </a:lnTo>
                  <a:lnTo>
                    <a:pt x="8380" y="20427"/>
                  </a:lnTo>
                  <a:lnTo>
                    <a:pt x="8419" y="20543"/>
                  </a:lnTo>
                  <a:lnTo>
                    <a:pt x="8496" y="20620"/>
                  </a:lnTo>
                  <a:lnTo>
                    <a:pt x="8612" y="20659"/>
                  </a:lnTo>
                  <a:lnTo>
                    <a:pt x="8728" y="20620"/>
                  </a:lnTo>
                  <a:lnTo>
                    <a:pt x="11392" y="18806"/>
                  </a:lnTo>
                  <a:lnTo>
                    <a:pt x="12705" y="17840"/>
                  </a:lnTo>
                  <a:lnTo>
                    <a:pt x="13323" y="17338"/>
                  </a:lnTo>
                  <a:lnTo>
                    <a:pt x="13941" y="16836"/>
                  </a:lnTo>
                  <a:lnTo>
                    <a:pt x="13979" y="16759"/>
                  </a:lnTo>
                  <a:lnTo>
                    <a:pt x="13979" y="16682"/>
                  </a:lnTo>
                  <a:lnTo>
                    <a:pt x="13979" y="16643"/>
                  </a:lnTo>
                  <a:lnTo>
                    <a:pt x="13941" y="16257"/>
                  </a:lnTo>
                  <a:lnTo>
                    <a:pt x="13902" y="15871"/>
                  </a:lnTo>
                  <a:lnTo>
                    <a:pt x="13825" y="15098"/>
                  </a:lnTo>
                  <a:lnTo>
                    <a:pt x="13748" y="13747"/>
                  </a:lnTo>
                  <a:lnTo>
                    <a:pt x="14443" y="13129"/>
                  </a:lnTo>
                  <a:lnTo>
                    <a:pt x="15099" y="12473"/>
                  </a:lnTo>
                  <a:lnTo>
                    <a:pt x="15756" y="11816"/>
                  </a:lnTo>
                  <a:lnTo>
                    <a:pt x="16373" y="11121"/>
                  </a:lnTo>
                  <a:lnTo>
                    <a:pt x="17455" y="9924"/>
                  </a:lnTo>
                  <a:lnTo>
                    <a:pt x="18459" y="8650"/>
                  </a:lnTo>
                  <a:lnTo>
                    <a:pt x="19424" y="7376"/>
                  </a:lnTo>
                  <a:lnTo>
                    <a:pt x="20351" y="6024"/>
                  </a:lnTo>
                  <a:lnTo>
                    <a:pt x="21239" y="4673"/>
                  </a:lnTo>
                  <a:lnTo>
                    <a:pt x="22088" y="3321"/>
                  </a:lnTo>
                  <a:lnTo>
                    <a:pt x="22938" y="1931"/>
                  </a:lnTo>
                  <a:lnTo>
                    <a:pt x="23749" y="502"/>
                  </a:lnTo>
                  <a:lnTo>
                    <a:pt x="23749" y="425"/>
                  </a:lnTo>
                  <a:lnTo>
                    <a:pt x="23749" y="348"/>
                  </a:lnTo>
                  <a:lnTo>
                    <a:pt x="23749" y="270"/>
                  </a:lnTo>
                  <a:lnTo>
                    <a:pt x="23787" y="155"/>
                  </a:lnTo>
                  <a:lnTo>
                    <a:pt x="23787" y="77"/>
                  </a:lnTo>
                  <a:lnTo>
                    <a:pt x="23749" y="39"/>
                  </a:lnTo>
                  <a:lnTo>
                    <a:pt x="23672" y="0"/>
                  </a:lnTo>
                  <a:lnTo>
                    <a:pt x="23633" y="39"/>
                  </a:lnTo>
                  <a:lnTo>
                    <a:pt x="23633" y="77"/>
                  </a:lnTo>
                  <a:lnTo>
                    <a:pt x="235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13"/>
            <p:cNvSpPr/>
            <p:nvPr/>
          </p:nvSpPr>
          <p:spPr>
            <a:xfrm>
              <a:off x="1402350" y="3219000"/>
              <a:ext cx="106225" cy="103325"/>
            </a:xfrm>
            <a:custGeom>
              <a:avLst/>
              <a:gdLst/>
              <a:ahLst/>
              <a:cxnLst/>
              <a:rect l="l" t="t" r="r" b="b"/>
              <a:pathLst>
                <a:path w="4249" h="4133" extrusionOk="0">
                  <a:moveTo>
                    <a:pt x="2317" y="387"/>
                  </a:moveTo>
                  <a:lnTo>
                    <a:pt x="2588" y="425"/>
                  </a:lnTo>
                  <a:lnTo>
                    <a:pt x="2858" y="503"/>
                  </a:lnTo>
                  <a:lnTo>
                    <a:pt x="3128" y="619"/>
                  </a:lnTo>
                  <a:lnTo>
                    <a:pt x="3321" y="812"/>
                  </a:lnTo>
                  <a:lnTo>
                    <a:pt x="3553" y="1043"/>
                  </a:lnTo>
                  <a:lnTo>
                    <a:pt x="3708" y="1352"/>
                  </a:lnTo>
                  <a:lnTo>
                    <a:pt x="3823" y="1700"/>
                  </a:lnTo>
                  <a:lnTo>
                    <a:pt x="3862" y="2047"/>
                  </a:lnTo>
                  <a:lnTo>
                    <a:pt x="3785" y="2395"/>
                  </a:lnTo>
                  <a:lnTo>
                    <a:pt x="3708" y="2742"/>
                  </a:lnTo>
                  <a:lnTo>
                    <a:pt x="3514" y="3051"/>
                  </a:lnTo>
                  <a:lnTo>
                    <a:pt x="3283" y="3322"/>
                  </a:lnTo>
                  <a:lnTo>
                    <a:pt x="3012" y="3515"/>
                  </a:lnTo>
                  <a:lnTo>
                    <a:pt x="2704" y="3669"/>
                  </a:lnTo>
                  <a:lnTo>
                    <a:pt x="2395" y="3746"/>
                  </a:lnTo>
                  <a:lnTo>
                    <a:pt x="2047" y="3785"/>
                  </a:lnTo>
                  <a:lnTo>
                    <a:pt x="1738" y="3746"/>
                  </a:lnTo>
                  <a:lnTo>
                    <a:pt x="1391" y="3631"/>
                  </a:lnTo>
                  <a:lnTo>
                    <a:pt x="1120" y="3476"/>
                  </a:lnTo>
                  <a:lnTo>
                    <a:pt x="850" y="3283"/>
                  </a:lnTo>
                  <a:lnTo>
                    <a:pt x="618" y="3013"/>
                  </a:lnTo>
                  <a:lnTo>
                    <a:pt x="464" y="2665"/>
                  </a:lnTo>
                  <a:lnTo>
                    <a:pt x="348" y="2318"/>
                  </a:lnTo>
                  <a:lnTo>
                    <a:pt x="348" y="1931"/>
                  </a:lnTo>
                  <a:lnTo>
                    <a:pt x="387" y="1545"/>
                  </a:lnTo>
                  <a:lnTo>
                    <a:pt x="541" y="1236"/>
                  </a:lnTo>
                  <a:lnTo>
                    <a:pt x="618" y="1082"/>
                  </a:lnTo>
                  <a:lnTo>
                    <a:pt x="734" y="927"/>
                  </a:lnTo>
                  <a:lnTo>
                    <a:pt x="889" y="812"/>
                  </a:lnTo>
                  <a:lnTo>
                    <a:pt x="1043" y="696"/>
                  </a:lnTo>
                  <a:lnTo>
                    <a:pt x="1236" y="619"/>
                  </a:lnTo>
                  <a:lnTo>
                    <a:pt x="1429" y="541"/>
                  </a:lnTo>
                  <a:lnTo>
                    <a:pt x="1468" y="503"/>
                  </a:lnTo>
                  <a:lnTo>
                    <a:pt x="1777" y="425"/>
                  </a:lnTo>
                  <a:lnTo>
                    <a:pt x="2047" y="387"/>
                  </a:lnTo>
                  <a:close/>
                  <a:moveTo>
                    <a:pt x="1931" y="1"/>
                  </a:moveTo>
                  <a:lnTo>
                    <a:pt x="1738" y="39"/>
                  </a:lnTo>
                  <a:lnTo>
                    <a:pt x="1507" y="117"/>
                  </a:lnTo>
                  <a:lnTo>
                    <a:pt x="1313" y="232"/>
                  </a:lnTo>
                  <a:lnTo>
                    <a:pt x="1159" y="348"/>
                  </a:lnTo>
                  <a:lnTo>
                    <a:pt x="1120" y="387"/>
                  </a:lnTo>
                  <a:lnTo>
                    <a:pt x="966" y="387"/>
                  </a:lnTo>
                  <a:lnTo>
                    <a:pt x="773" y="464"/>
                  </a:lnTo>
                  <a:lnTo>
                    <a:pt x="657" y="541"/>
                  </a:lnTo>
                  <a:lnTo>
                    <a:pt x="503" y="657"/>
                  </a:lnTo>
                  <a:lnTo>
                    <a:pt x="387" y="773"/>
                  </a:lnTo>
                  <a:lnTo>
                    <a:pt x="309" y="927"/>
                  </a:lnTo>
                  <a:lnTo>
                    <a:pt x="155" y="1236"/>
                  </a:lnTo>
                  <a:lnTo>
                    <a:pt x="39" y="1623"/>
                  </a:lnTo>
                  <a:lnTo>
                    <a:pt x="1" y="2009"/>
                  </a:lnTo>
                  <a:lnTo>
                    <a:pt x="39" y="2356"/>
                  </a:lnTo>
                  <a:lnTo>
                    <a:pt x="78" y="2704"/>
                  </a:lnTo>
                  <a:lnTo>
                    <a:pt x="155" y="2897"/>
                  </a:lnTo>
                  <a:lnTo>
                    <a:pt x="271" y="3090"/>
                  </a:lnTo>
                  <a:lnTo>
                    <a:pt x="387" y="3283"/>
                  </a:lnTo>
                  <a:lnTo>
                    <a:pt x="541" y="3437"/>
                  </a:lnTo>
                  <a:lnTo>
                    <a:pt x="850" y="3746"/>
                  </a:lnTo>
                  <a:lnTo>
                    <a:pt x="1236" y="3939"/>
                  </a:lnTo>
                  <a:lnTo>
                    <a:pt x="1661" y="4094"/>
                  </a:lnTo>
                  <a:lnTo>
                    <a:pt x="2086" y="4133"/>
                  </a:lnTo>
                  <a:lnTo>
                    <a:pt x="2510" y="4094"/>
                  </a:lnTo>
                  <a:lnTo>
                    <a:pt x="2742" y="4055"/>
                  </a:lnTo>
                  <a:lnTo>
                    <a:pt x="2974" y="3978"/>
                  </a:lnTo>
                  <a:lnTo>
                    <a:pt x="3321" y="3746"/>
                  </a:lnTo>
                  <a:lnTo>
                    <a:pt x="3630" y="3476"/>
                  </a:lnTo>
                  <a:lnTo>
                    <a:pt x="3862" y="3167"/>
                  </a:lnTo>
                  <a:lnTo>
                    <a:pt x="4055" y="2781"/>
                  </a:lnTo>
                  <a:lnTo>
                    <a:pt x="4171" y="2395"/>
                  </a:lnTo>
                  <a:lnTo>
                    <a:pt x="4248" y="2009"/>
                  </a:lnTo>
                  <a:lnTo>
                    <a:pt x="4210" y="1584"/>
                  </a:lnTo>
                  <a:lnTo>
                    <a:pt x="4094" y="1198"/>
                  </a:lnTo>
                  <a:lnTo>
                    <a:pt x="3978" y="1005"/>
                  </a:lnTo>
                  <a:lnTo>
                    <a:pt x="3862" y="812"/>
                  </a:lnTo>
                  <a:lnTo>
                    <a:pt x="3708" y="657"/>
                  </a:lnTo>
                  <a:lnTo>
                    <a:pt x="3553" y="503"/>
                  </a:lnTo>
                  <a:lnTo>
                    <a:pt x="3206" y="232"/>
                  </a:lnTo>
                  <a:lnTo>
                    <a:pt x="2781" y="78"/>
                  </a:lnTo>
                  <a:lnTo>
                    <a:pt x="23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13"/>
            <p:cNvSpPr/>
            <p:nvPr/>
          </p:nvSpPr>
          <p:spPr>
            <a:xfrm>
              <a:off x="1264300" y="2944850"/>
              <a:ext cx="455675" cy="657425"/>
            </a:xfrm>
            <a:custGeom>
              <a:avLst/>
              <a:gdLst/>
              <a:ahLst/>
              <a:cxnLst/>
              <a:rect l="l" t="t" r="r" b="b"/>
              <a:pathLst>
                <a:path w="18227" h="26297" extrusionOk="0">
                  <a:moveTo>
                    <a:pt x="310" y="348"/>
                  </a:moveTo>
                  <a:lnTo>
                    <a:pt x="425" y="386"/>
                  </a:lnTo>
                  <a:lnTo>
                    <a:pt x="1700" y="1429"/>
                  </a:lnTo>
                  <a:lnTo>
                    <a:pt x="2974" y="2510"/>
                  </a:lnTo>
                  <a:lnTo>
                    <a:pt x="4210" y="3591"/>
                  </a:lnTo>
                  <a:lnTo>
                    <a:pt x="5445" y="4673"/>
                  </a:lnTo>
                  <a:lnTo>
                    <a:pt x="5098" y="5290"/>
                  </a:lnTo>
                  <a:lnTo>
                    <a:pt x="4943" y="5599"/>
                  </a:lnTo>
                  <a:lnTo>
                    <a:pt x="4712" y="5831"/>
                  </a:lnTo>
                  <a:lnTo>
                    <a:pt x="4519" y="6101"/>
                  </a:lnTo>
                  <a:lnTo>
                    <a:pt x="4248" y="6294"/>
                  </a:lnTo>
                  <a:lnTo>
                    <a:pt x="3978" y="6526"/>
                  </a:lnTo>
                  <a:lnTo>
                    <a:pt x="3669" y="6680"/>
                  </a:lnTo>
                  <a:lnTo>
                    <a:pt x="3360" y="6835"/>
                  </a:lnTo>
                  <a:lnTo>
                    <a:pt x="3051" y="6989"/>
                  </a:lnTo>
                  <a:lnTo>
                    <a:pt x="2395" y="7182"/>
                  </a:lnTo>
                  <a:lnTo>
                    <a:pt x="1738" y="7298"/>
                  </a:lnTo>
                  <a:lnTo>
                    <a:pt x="1082" y="7414"/>
                  </a:lnTo>
                  <a:lnTo>
                    <a:pt x="889" y="6526"/>
                  </a:lnTo>
                  <a:lnTo>
                    <a:pt x="734" y="5677"/>
                  </a:lnTo>
                  <a:lnTo>
                    <a:pt x="580" y="4788"/>
                  </a:lnTo>
                  <a:lnTo>
                    <a:pt x="464" y="3900"/>
                  </a:lnTo>
                  <a:lnTo>
                    <a:pt x="387" y="3012"/>
                  </a:lnTo>
                  <a:lnTo>
                    <a:pt x="348" y="2124"/>
                  </a:lnTo>
                  <a:lnTo>
                    <a:pt x="310" y="1236"/>
                  </a:lnTo>
                  <a:lnTo>
                    <a:pt x="310" y="348"/>
                  </a:lnTo>
                  <a:close/>
                  <a:moveTo>
                    <a:pt x="12357" y="12318"/>
                  </a:moveTo>
                  <a:lnTo>
                    <a:pt x="13014" y="12473"/>
                  </a:lnTo>
                  <a:lnTo>
                    <a:pt x="13709" y="12550"/>
                  </a:lnTo>
                  <a:lnTo>
                    <a:pt x="14404" y="12589"/>
                  </a:lnTo>
                  <a:lnTo>
                    <a:pt x="15060" y="12550"/>
                  </a:lnTo>
                  <a:lnTo>
                    <a:pt x="15640" y="13901"/>
                  </a:lnTo>
                  <a:lnTo>
                    <a:pt x="16296" y="15214"/>
                  </a:lnTo>
                  <a:lnTo>
                    <a:pt x="17648" y="17840"/>
                  </a:lnTo>
                  <a:lnTo>
                    <a:pt x="16644" y="17686"/>
                  </a:lnTo>
                  <a:lnTo>
                    <a:pt x="15640" y="17647"/>
                  </a:lnTo>
                  <a:lnTo>
                    <a:pt x="15331" y="17608"/>
                  </a:lnTo>
                  <a:lnTo>
                    <a:pt x="15099" y="17531"/>
                  </a:lnTo>
                  <a:lnTo>
                    <a:pt x="14983" y="17493"/>
                  </a:lnTo>
                  <a:lnTo>
                    <a:pt x="14906" y="17415"/>
                  </a:lnTo>
                  <a:lnTo>
                    <a:pt x="14751" y="17106"/>
                  </a:lnTo>
                  <a:lnTo>
                    <a:pt x="14365" y="16489"/>
                  </a:lnTo>
                  <a:lnTo>
                    <a:pt x="13979" y="15832"/>
                  </a:lnTo>
                  <a:lnTo>
                    <a:pt x="13941" y="15794"/>
                  </a:lnTo>
                  <a:lnTo>
                    <a:pt x="13902" y="15755"/>
                  </a:lnTo>
                  <a:lnTo>
                    <a:pt x="13747" y="15755"/>
                  </a:lnTo>
                  <a:lnTo>
                    <a:pt x="13670" y="15214"/>
                  </a:lnTo>
                  <a:lnTo>
                    <a:pt x="13516" y="14712"/>
                  </a:lnTo>
                  <a:lnTo>
                    <a:pt x="13323" y="14172"/>
                  </a:lnTo>
                  <a:lnTo>
                    <a:pt x="13091" y="13670"/>
                  </a:lnTo>
                  <a:lnTo>
                    <a:pt x="12744" y="13013"/>
                  </a:lnTo>
                  <a:lnTo>
                    <a:pt x="12357" y="12318"/>
                  </a:lnTo>
                  <a:close/>
                  <a:moveTo>
                    <a:pt x="5677" y="4904"/>
                  </a:moveTo>
                  <a:lnTo>
                    <a:pt x="6720" y="5947"/>
                  </a:lnTo>
                  <a:lnTo>
                    <a:pt x="7762" y="6989"/>
                  </a:lnTo>
                  <a:lnTo>
                    <a:pt x="8612" y="7916"/>
                  </a:lnTo>
                  <a:lnTo>
                    <a:pt x="9423" y="8920"/>
                  </a:lnTo>
                  <a:lnTo>
                    <a:pt x="10234" y="9886"/>
                  </a:lnTo>
                  <a:lnTo>
                    <a:pt x="10967" y="10928"/>
                  </a:lnTo>
                  <a:lnTo>
                    <a:pt x="11701" y="12009"/>
                  </a:lnTo>
                  <a:lnTo>
                    <a:pt x="12087" y="12550"/>
                  </a:lnTo>
                  <a:lnTo>
                    <a:pt x="12396" y="13129"/>
                  </a:lnTo>
                  <a:lnTo>
                    <a:pt x="12705" y="13708"/>
                  </a:lnTo>
                  <a:lnTo>
                    <a:pt x="12975" y="14326"/>
                  </a:lnTo>
                  <a:lnTo>
                    <a:pt x="13207" y="14944"/>
                  </a:lnTo>
                  <a:lnTo>
                    <a:pt x="13361" y="15562"/>
                  </a:lnTo>
                  <a:lnTo>
                    <a:pt x="13439" y="16180"/>
                  </a:lnTo>
                  <a:lnTo>
                    <a:pt x="13400" y="16759"/>
                  </a:lnTo>
                  <a:lnTo>
                    <a:pt x="13361" y="17068"/>
                  </a:lnTo>
                  <a:lnTo>
                    <a:pt x="13284" y="17338"/>
                  </a:lnTo>
                  <a:lnTo>
                    <a:pt x="13207" y="17608"/>
                  </a:lnTo>
                  <a:lnTo>
                    <a:pt x="13091" y="17879"/>
                  </a:lnTo>
                  <a:lnTo>
                    <a:pt x="12975" y="18149"/>
                  </a:lnTo>
                  <a:lnTo>
                    <a:pt x="12821" y="18381"/>
                  </a:lnTo>
                  <a:lnTo>
                    <a:pt x="12628" y="18612"/>
                  </a:lnTo>
                  <a:lnTo>
                    <a:pt x="12435" y="18806"/>
                  </a:lnTo>
                  <a:lnTo>
                    <a:pt x="12203" y="18999"/>
                  </a:lnTo>
                  <a:lnTo>
                    <a:pt x="11971" y="19153"/>
                  </a:lnTo>
                  <a:lnTo>
                    <a:pt x="11662" y="19308"/>
                  </a:lnTo>
                  <a:lnTo>
                    <a:pt x="11392" y="19423"/>
                  </a:lnTo>
                  <a:lnTo>
                    <a:pt x="10813" y="19539"/>
                  </a:lnTo>
                  <a:lnTo>
                    <a:pt x="10234" y="19616"/>
                  </a:lnTo>
                  <a:lnTo>
                    <a:pt x="9693" y="19578"/>
                  </a:lnTo>
                  <a:lnTo>
                    <a:pt x="9114" y="19462"/>
                  </a:lnTo>
                  <a:lnTo>
                    <a:pt x="8573" y="19308"/>
                  </a:lnTo>
                  <a:lnTo>
                    <a:pt x="8032" y="19076"/>
                  </a:lnTo>
                  <a:lnTo>
                    <a:pt x="7531" y="18767"/>
                  </a:lnTo>
                  <a:lnTo>
                    <a:pt x="7067" y="18458"/>
                  </a:lnTo>
                  <a:lnTo>
                    <a:pt x="6642" y="18072"/>
                  </a:lnTo>
                  <a:lnTo>
                    <a:pt x="6256" y="17686"/>
                  </a:lnTo>
                  <a:lnTo>
                    <a:pt x="5870" y="17261"/>
                  </a:lnTo>
                  <a:lnTo>
                    <a:pt x="5484" y="16798"/>
                  </a:lnTo>
                  <a:lnTo>
                    <a:pt x="4827" y="15871"/>
                  </a:lnTo>
                  <a:lnTo>
                    <a:pt x="4210" y="14944"/>
                  </a:lnTo>
                  <a:lnTo>
                    <a:pt x="3592" y="13901"/>
                  </a:lnTo>
                  <a:lnTo>
                    <a:pt x="3051" y="12859"/>
                  </a:lnTo>
                  <a:lnTo>
                    <a:pt x="2549" y="11778"/>
                  </a:lnTo>
                  <a:lnTo>
                    <a:pt x="2086" y="10696"/>
                  </a:lnTo>
                  <a:lnTo>
                    <a:pt x="1816" y="9963"/>
                  </a:lnTo>
                  <a:lnTo>
                    <a:pt x="1584" y="9190"/>
                  </a:lnTo>
                  <a:lnTo>
                    <a:pt x="1352" y="8457"/>
                  </a:lnTo>
                  <a:lnTo>
                    <a:pt x="1159" y="7723"/>
                  </a:lnTo>
                  <a:lnTo>
                    <a:pt x="1816" y="7646"/>
                  </a:lnTo>
                  <a:lnTo>
                    <a:pt x="2549" y="7491"/>
                  </a:lnTo>
                  <a:lnTo>
                    <a:pt x="3244" y="7298"/>
                  </a:lnTo>
                  <a:lnTo>
                    <a:pt x="3592" y="7144"/>
                  </a:lnTo>
                  <a:lnTo>
                    <a:pt x="3901" y="6989"/>
                  </a:lnTo>
                  <a:lnTo>
                    <a:pt x="4248" y="6796"/>
                  </a:lnTo>
                  <a:lnTo>
                    <a:pt x="4519" y="6603"/>
                  </a:lnTo>
                  <a:lnTo>
                    <a:pt x="4789" y="6410"/>
                  </a:lnTo>
                  <a:lnTo>
                    <a:pt x="5059" y="6140"/>
                  </a:lnTo>
                  <a:lnTo>
                    <a:pt x="5252" y="5870"/>
                  </a:lnTo>
                  <a:lnTo>
                    <a:pt x="5445" y="5599"/>
                  </a:lnTo>
                  <a:lnTo>
                    <a:pt x="5561" y="5252"/>
                  </a:lnTo>
                  <a:lnTo>
                    <a:pt x="5677" y="4904"/>
                  </a:lnTo>
                  <a:close/>
                  <a:moveTo>
                    <a:pt x="13284" y="18381"/>
                  </a:moveTo>
                  <a:lnTo>
                    <a:pt x="13593" y="18612"/>
                  </a:lnTo>
                  <a:lnTo>
                    <a:pt x="13902" y="18844"/>
                  </a:lnTo>
                  <a:lnTo>
                    <a:pt x="13632" y="19230"/>
                  </a:lnTo>
                  <a:lnTo>
                    <a:pt x="13323" y="19578"/>
                  </a:lnTo>
                  <a:lnTo>
                    <a:pt x="12975" y="19887"/>
                  </a:lnTo>
                  <a:lnTo>
                    <a:pt x="12589" y="20157"/>
                  </a:lnTo>
                  <a:lnTo>
                    <a:pt x="12164" y="20350"/>
                  </a:lnTo>
                  <a:lnTo>
                    <a:pt x="11701" y="20505"/>
                  </a:lnTo>
                  <a:lnTo>
                    <a:pt x="11238" y="20582"/>
                  </a:lnTo>
                  <a:lnTo>
                    <a:pt x="10736" y="20620"/>
                  </a:lnTo>
                  <a:lnTo>
                    <a:pt x="10697" y="20620"/>
                  </a:lnTo>
                  <a:lnTo>
                    <a:pt x="10581" y="19964"/>
                  </a:lnTo>
                  <a:lnTo>
                    <a:pt x="10967" y="19887"/>
                  </a:lnTo>
                  <a:lnTo>
                    <a:pt x="11392" y="19810"/>
                  </a:lnTo>
                  <a:lnTo>
                    <a:pt x="11740" y="19694"/>
                  </a:lnTo>
                  <a:lnTo>
                    <a:pt x="12126" y="19501"/>
                  </a:lnTo>
                  <a:lnTo>
                    <a:pt x="12473" y="19308"/>
                  </a:lnTo>
                  <a:lnTo>
                    <a:pt x="12782" y="19037"/>
                  </a:lnTo>
                  <a:lnTo>
                    <a:pt x="13052" y="18728"/>
                  </a:lnTo>
                  <a:lnTo>
                    <a:pt x="13284" y="18381"/>
                  </a:lnTo>
                  <a:close/>
                  <a:moveTo>
                    <a:pt x="14172" y="18999"/>
                  </a:moveTo>
                  <a:lnTo>
                    <a:pt x="14636" y="19230"/>
                  </a:lnTo>
                  <a:lnTo>
                    <a:pt x="14327" y="19732"/>
                  </a:lnTo>
                  <a:lnTo>
                    <a:pt x="13941" y="20157"/>
                  </a:lnTo>
                  <a:lnTo>
                    <a:pt x="13516" y="20543"/>
                  </a:lnTo>
                  <a:lnTo>
                    <a:pt x="13091" y="20852"/>
                  </a:lnTo>
                  <a:lnTo>
                    <a:pt x="12589" y="21122"/>
                  </a:lnTo>
                  <a:lnTo>
                    <a:pt x="12087" y="21315"/>
                  </a:lnTo>
                  <a:lnTo>
                    <a:pt x="11508" y="21470"/>
                  </a:lnTo>
                  <a:lnTo>
                    <a:pt x="10929" y="21624"/>
                  </a:lnTo>
                  <a:lnTo>
                    <a:pt x="10929" y="21393"/>
                  </a:lnTo>
                  <a:lnTo>
                    <a:pt x="10851" y="21200"/>
                  </a:lnTo>
                  <a:lnTo>
                    <a:pt x="10736" y="20814"/>
                  </a:lnTo>
                  <a:lnTo>
                    <a:pt x="11276" y="20852"/>
                  </a:lnTo>
                  <a:lnTo>
                    <a:pt x="11778" y="20775"/>
                  </a:lnTo>
                  <a:lnTo>
                    <a:pt x="12280" y="20659"/>
                  </a:lnTo>
                  <a:lnTo>
                    <a:pt x="12744" y="20427"/>
                  </a:lnTo>
                  <a:lnTo>
                    <a:pt x="13168" y="20157"/>
                  </a:lnTo>
                  <a:lnTo>
                    <a:pt x="13554" y="19810"/>
                  </a:lnTo>
                  <a:lnTo>
                    <a:pt x="13863" y="19423"/>
                  </a:lnTo>
                  <a:lnTo>
                    <a:pt x="14172" y="18999"/>
                  </a:lnTo>
                  <a:close/>
                  <a:moveTo>
                    <a:pt x="14018" y="20659"/>
                  </a:moveTo>
                  <a:lnTo>
                    <a:pt x="14172" y="20852"/>
                  </a:lnTo>
                  <a:lnTo>
                    <a:pt x="14288" y="20968"/>
                  </a:lnTo>
                  <a:lnTo>
                    <a:pt x="14134" y="21007"/>
                  </a:lnTo>
                  <a:lnTo>
                    <a:pt x="14056" y="21045"/>
                  </a:lnTo>
                  <a:lnTo>
                    <a:pt x="14018" y="21122"/>
                  </a:lnTo>
                  <a:lnTo>
                    <a:pt x="13979" y="21200"/>
                  </a:lnTo>
                  <a:lnTo>
                    <a:pt x="14018" y="21277"/>
                  </a:lnTo>
                  <a:lnTo>
                    <a:pt x="14404" y="21663"/>
                  </a:lnTo>
                  <a:lnTo>
                    <a:pt x="14751" y="22049"/>
                  </a:lnTo>
                  <a:lnTo>
                    <a:pt x="15099" y="22435"/>
                  </a:lnTo>
                  <a:lnTo>
                    <a:pt x="15408" y="22860"/>
                  </a:lnTo>
                  <a:lnTo>
                    <a:pt x="15678" y="23285"/>
                  </a:lnTo>
                  <a:lnTo>
                    <a:pt x="15910" y="23748"/>
                  </a:lnTo>
                  <a:lnTo>
                    <a:pt x="16142" y="24250"/>
                  </a:lnTo>
                  <a:lnTo>
                    <a:pt x="16335" y="24714"/>
                  </a:lnTo>
                  <a:lnTo>
                    <a:pt x="15871" y="24636"/>
                  </a:lnTo>
                  <a:lnTo>
                    <a:pt x="15485" y="24521"/>
                  </a:lnTo>
                  <a:lnTo>
                    <a:pt x="15099" y="24327"/>
                  </a:lnTo>
                  <a:lnTo>
                    <a:pt x="14790" y="24096"/>
                  </a:lnTo>
                  <a:lnTo>
                    <a:pt x="14481" y="23825"/>
                  </a:lnTo>
                  <a:lnTo>
                    <a:pt x="14211" y="23517"/>
                  </a:lnTo>
                  <a:lnTo>
                    <a:pt x="13979" y="23169"/>
                  </a:lnTo>
                  <a:lnTo>
                    <a:pt x="13747" y="22744"/>
                  </a:lnTo>
                  <a:lnTo>
                    <a:pt x="13593" y="22397"/>
                  </a:lnTo>
                  <a:lnTo>
                    <a:pt x="13400" y="22126"/>
                  </a:lnTo>
                  <a:lnTo>
                    <a:pt x="13284" y="22011"/>
                  </a:lnTo>
                  <a:lnTo>
                    <a:pt x="13130" y="21895"/>
                  </a:lnTo>
                  <a:lnTo>
                    <a:pt x="12975" y="21856"/>
                  </a:lnTo>
                  <a:lnTo>
                    <a:pt x="12821" y="21895"/>
                  </a:lnTo>
                  <a:lnTo>
                    <a:pt x="12821" y="21702"/>
                  </a:lnTo>
                  <a:lnTo>
                    <a:pt x="12898" y="21470"/>
                  </a:lnTo>
                  <a:lnTo>
                    <a:pt x="13207" y="21315"/>
                  </a:lnTo>
                  <a:lnTo>
                    <a:pt x="13477" y="21122"/>
                  </a:lnTo>
                  <a:lnTo>
                    <a:pt x="13786" y="20891"/>
                  </a:lnTo>
                  <a:lnTo>
                    <a:pt x="14018" y="20659"/>
                  </a:lnTo>
                  <a:close/>
                  <a:moveTo>
                    <a:pt x="5291" y="17145"/>
                  </a:moveTo>
                  <a:lnTo>
                    <a:pt x="5677" y="17608"/>
                  </a:lnTo>
                  <a:lnTo>
                    <a:pt x="6102" y="18072"/>
                  </a:lnTo>
                  <a:lnTo>
                    <a:pt x="6565" y="18497"/>
                  </a:lnTo>
                  <a:lnTo>
                    <a:pt x="7029" y="18883"/>
                  </a:lnTo>
                  <a:lnTo>
                    <a:pt x="7531" y="19192"/>
                  </a:lnTo>
                  <a:lnTo>
                    <a:pt x="7531" y="19230"/>
                  </a:lnTo>
                  <a:lnTo>
                    <a:pt x="7917" y="19964"/>
                  </a:lnTo>
                  <a:lnTo>
                    <a:pt x="8380" y="20698"/>
                  </a:lnTo>
                  <a:lnTo>
                    <a:pt x="8573" y="20968"/>
                  </a:lnTo>
                  <a:lnTo>
                    <a:pt x="8805" y="21238"/>
                  </a:lnTo>
                  <a:lnTo>
                    <a:pt x="8998" y="21509"/>
                  </a:lnTo>
                  <a:lnTo>
                    <a:pt x="9036" y="21663"/>
                  </a:lnTo>
                  <a:lnTo>
                    <a:pt x="9075" y="21817"/>
                  </a:lnTo>
                  <a:lnTo>
                    <a:pt x="9075" y="22011"/>
                  </a:lnTo>
                  <a:lnTo>
                    <a:pt x="9036" y="22204"/>
                  </a:lnTo>
                  <a:lnTo>
                    <a:pt x="8882" y="22590"/>
                  </a:lnTo>
                  <a:lnTo>
                    <a:pt x="8496" y="23362"/>
                  </a:lnTo>
                  <a:lnTo>
                    <a:pt x="7955" y="24868"/>
                  </a:lnTo>
                  <a:lnTo>
                    <a:pt x="7608" y="24173"/>
                  </a:lnTo>
                  <a:lnTo>
                    <a:pt x="7260" y="23555"/>
                  </a:lnTo>
                  <a:lnTo>
                    <a:pt x="6874" y="22899"/>
                  </a:lnTo>
                  <a:lnTo>
                    <a:pt x="6488" y="22281"/>
                  </a:lnTo>
                  <a:lnTo>
                    <a:pt x="5716" y="21315"/>
                  </a:lnTo>
                  <a:lnTo>
                    <a:pt x="5214" y="20736"/>
                  </a:lnTo>
                  <a:lnTo>
                    <a:pt x="4982" y="20389"/>
                  </a:lnTo>
                  <a:lnTo>
                    <a:pt x="4789" y="20080"/>
                  </a:lnTo>
                  <a:lnTo>
                    <a:pt x="4827" y="20003"/>
                  </a:lnTo>
                  <a:lnTo>
                    <a:pt x="4827" y="19925"/>
                  </a:lnTo>
                  <a:lnTo>
                    <a:pt x="4827" y="19887"/>
                  </a:lnTo>
                  <a:lnTo>
                    <a:pt x="4750" y="19810"/>
                  </a:lnTo>
                  <a:lnTo>
                    <a:pt x="5021" y="18458"/>
                  </a:lnTo>
                  <a:lnTo>
                    <a:pt x="5291" y="17145"/>
                  </a:lnTo>
                  <a:close/>
                  <a:moveTo>
                    <a:pt x="14481" y="20157"/>
                  </a:moveTo>
                  <a:lnTo>
                    <a:pt x="15022" y="20273"/>
                  </a:lnTo>
                  <a:lnTo>
                    <a:pt x="15485" y="20466"/>
                  </a:lnTo>
                  <a:lnTo>
                    <a:pt x="15987" y="20659"/>
                  </a:lnTo>
                  <a:lnTo>
                    <a:pt x="16451" y="20891"/>
                  </a:lnTo>
                  <a:lnTo>
                    <a:pt x="16180" y="21007"/>
                  </a:lnTo>
                  <a:lnTo>
                    <a:pt x="15949" y="21007"/>
                  </a:lnTo>
                  <a:lnTo>
                    <a:pt x="15678" y="20968"/>
                  </a:lnTo>
                  <a:lnTo>
                    <a:pt x="15447" y="20891"/>
                  </a:lnTo>
                  <a:lnTo>
                    <a:pt x="15292" y="20891"/>
                  </a:lnTo>
                  <a:lnTo>
                    <a:pt x="15176" y="20968"/>
                  </a:lnTo>
                  <a:lnTo>
                    <a:pt x="15176" y="21045"/>
                  </a:lnTo>
                  <a:lnTo>
                    <a:pt x="15176" y="21084"/>
                  </a:lnTo>
                  <a:lnTo>
                    <a:pt x="15215" y="21161"/>
                  </a:lnTo>
                  <a:lnTo>
                    <a:pt x="15253" y="21200"/>
                  </a:lnTo>
                  <a:lnTo>
                    <a:pt x="15794" y="21547"/>
                  </a:lnTo>
                  <a:lnTo>
                    <a:pt x="16257" y="21972"/>
                  </a:lnTo>
                  <a:lnTo>
                    <a:pt x="16489" y="22204"/>
                  </a:lnTo>
                  <a:lnTo>
                    <a:pt x="16682" y="22435"/>
                  </a:lnTo>
                  <a:lnTo>
                    <a:pt x="16837" y="22706"/>
                  </a:lnTo>
                  <a:lnTo>
                    <a:pt x="16991" y="22976"/>
                  </a:lnTo>
                  <a:lnTo>
                    <a:pt x="17223" y="23517"/>
                  </a:lnTo>
                  <a:lnTo>
                    <a:pt x="17339" y="23825"/>
                  </a:lnTo>
                  <a:lnTo>
                    <a:pt x="17416" y="24173"/>
                  </a:lnTo>
                  <a:lnTo>
                    <a:pt x="17493" y="24482"/>
                  </a:lnTo>
                  <a:lnTo>
                    <a:pt x="17532" y="24791"/>
                  </a:lnTo>
                  <a:lnTo>
                    <a:pt x="17493" y="25100"/>
                  </a:lnTo>
                  <a:lnTo>
                    <a:pt x="17455" y="25409"/>
                  </a:lnTo>
                  <a:lnTo>
                    <a:pt x="17339" y="25602"/>
                  </a:lnTo>
                  <a:lnTo>
                    <a:pt x="17223" y="25756"/>
                  </a:lnTo>
                  <a:lnTo>
                    <a:pt x="17068" y="25833"/>
                  </a:lnTo>
                  <a:lnTo>
                    <a:pt x="16914" y="25872"/>
                  </a:lnTo>
                  <a:lnTo>
                    <a:pt x="16528" y="25872"/>
                  </a:lnTo>
                  <a:lnTo>
                    <a:pt x="16103" y="25756"/>
                  </a:lnTo>
                  <a:lnTo>
                    <a:pt x="15447" y="25563"/>
                  </a:lnTo>
                  <a:lnTo>
                    <a:pt x="15099" y="25409"/>
                  </a:lnTo>
                  <a:lnTo>
                    <a:pt x="14790" y="25254"/>
                  </a:lnTo>
                  <a:lnTo>
                    <a:pt x="14443" y="25061"/>
                  </a:lnTo>
                  <a:lnTo>
                    <a:pt x="14095" y="24829"/>
                  </a:lnTo>
                  <a:lnTo>
                    <a:pt x="13786" y="24559"/>
                  </a:lnTo>
                  <a:lnTo>
                    <a:pt x="13516" y="24250"/>
                  </a:lnTo>
                  <a:lnTo>
                    <a:pt x="13284" y="23903"/>
                  </a:lnTo>
                  <a:lnTo>
                    <a:pt x="13091" y="23555"/>
                  </a:lnTo>
                  <a:lnTo>
                    <a:pt x="12937" y="23208"/>
                  </a:lnTo>
                  <a:lnTo>
                    <a:pt x="12821" y="22783"/>
                  </a:lnTo>
                  <a:lnTo>
                    <a:pt x="12744" y="22706"/>
                  </a:lnTo>
                  <a:lnTo>
                    <a:pt x="12666" y="22667"/>
                  </a:lnTo>
                  <a:lnTo>
                    <a:pt x="12589" y="22706"/>
                  </a:lnTo>
                  <a:lnTo>
                    <a:pt x="12512" y="22744"/>
                  </a:lnTo>
                  <a:lnTo>
                    <a:pt x="12048" y="23439"/>
                  </a:lnTo>
                  <a:lnTo>
                    <a:pt x="11933" y="23053"/>
                  </a:lnTo>
                  <a:lnTo>
                    <a:pt x="11855" y="22628"/>
                  </a:lnTo>
                  <a:lnTo>
                    <a:pt x="11855" y="22242"/>
                  </a:lnTo>
                  <a:lnTo>
                    <a:pt x="11894" y="21817"/>
                  </a:lnTo>
                  <a:lnTo>
                    <a:pt x="12280" y="21740"/>
                  </a:lnTo>
                  <a:lnTo>
                    <a:pt x="12666" y="21586"/>
                  </a:lnTo>
                  <a:lnTo>
                    <a:pt x="12589" y="21817"/>
                  </a:lnTo>
                  <a:lnTo>
                    <a:pt x="12589" y="22049"/>
                  </a:lnTo>
                  <a:lnTo>
                    <a:pt x="12589" y="22126"/>
                  </a:lnTo>
                  <a:lnTo>
                    <a:pt x="12628" y="22165"/>
                  </a:lnTo>
                  <a:lnTo>
                    <a:pt x="12937" y="22165"/>
                  </a:lnTo>
                  <a:lnTo>
                    <a:pt x="13130" y="22319"/>
                  </a:lnTo>
                  <a:lnTo>
                    <a:pt x="13323" y="22551"/>
                  </a:lnTo>
                  <a:lnTo>
                    <a:pt x="13516" y="22821"/>
                  </a:lnTo>
                  <a:lnTo>
                    <a:pt x="13863" y="23439"/>
                  </a:lnTo>
                  <a:lnTo>
                    <a:pt x="14095" y="23825"/>
                  </a:lnTo>
                  <a:lnTo>
                    <a:pt x="14404" y="24173"/>
                  </a:lnTo>
                  <a:lnTo>
                    <a:pt x="14751" y="24482"/>
                  </a:lnTo>
                  <a:lnTo>
                    <a:pt x="15176" y="24752"/>
                  </a:lnTo>
                  <a:lnTo>
                    <a:pt x="15640" y="24907"/>
                  </a:lnTo>
                  <a:lnTo>
                    <a:pt x="15871" y="24945"/>
                  </a:lnTo>
                  <a:lnTo>
                    <a:pt x="16103" y="24984"/>
                  </a:lnTo>
                  <a:lnTo>
                    <a:pt x="16566" y="24984"/>
                  </a:lnTo>
                  <a:lnTo>
                    <a:pt x="16644" y="24945"/>
                  </a:lnTo>
                  <a:lnTo>
                    <a:pt x="16644" y="24907"/>
                  </a:lnTo>
                  <a:lnTo>
                    <a:pt x="16644" y="24829"/>
                  </a:lnTo>
                  <a:lnTo>
                    <a:pt x="16605" y="24791"/>
                  </a:lnTo>
                  <a:lnTo>
                    <a:pt x="16605" y="24752"/>
                  </a:lnTo>
                  <a:lnTo>
                    <a:pt x="16451" y="24250"/>
                  </a:lnTo>
                  <a:lnTo>
                    <a:pt x="16257" y="23748"/>
                  </a:lnTo>
                  <a:lnTo>
                    <a:pt x="16026" y="23285"/>
                  </a:lnTo>
                  <a:lnTo>
                    <a:pt x="15755" y="22821"/>
                  </a:lnTo>
                  <a:lnTo>
                    <a:pt x="15485" y="22397"/>
                  </a:lnTo>
                  <a:lnTo>
                    <a:pt x="15176" y="22011"/>
                  </a:lnTo>
                  <a:lnTo>
                    <a:pt x="14829" y="21586"/>
                  </a:lnTo>
                  <a:lnTo>
                    <a:pt x="14443" y="21238"/>
                  </a:lnTo>
                  <a:lnTo>
                    <a:pt x="14597" y="21161"/>
                  </a:lnTo>
                  <a:lnTo>
                    <a:pt x="14713" y="21045"/>
                  </a:lnTo>
                  <a:lnTo>
                    <a:pt x="14751" y="20968"/>
                  </a:lnTo>
                  <a:lnTo>
                    <a:pt x="14751" y="20929"/>
                  </a:lnTo>
                  <a:lnTo>
                    <a:pt x="14713" y="20852"/>
                  </a:lnTo>
                  <a:lnTo>
                    <a:pt x="14674" y="20814"/>
                  </a:lnTo>
                  <a:lnTo>
                    <a:pt x="14211" y="20505"/>
                  </a:lnTo>
                  <a:lnTo>
                    <a:pt x="14481" y="20157"/>
                  </a:lnTo>
                  <a:close/>
                  <a:moveTo>
                    <a:pt x="155" y="0"/>
                  </a:moveTo>
                  <a:lnTo>
                    <a:pt x="116" y="39"/>
                  </a:lnTo>
                  <a:lnTo>
                    <a:pt x="78" y="77"/>
                  </a:lnTo>
                  <a:lnTo>
                    <a:pt x="116" y="155"/>
                  </a:lnTo>
                  <a:lnTo>
                    <a:pt x="78" y="193"/>
                  </a:lnTo>
                  <a:lnTo>
                    <a:pt x="39" y="270"/>
                  </a:lnTo>
                  <a:lnTo>
                    <a:pt x="1" y="1583"/>
                  </a:lnTo>
                  <a:lnTo>
                    <a:pt x="39" y="2896"/>
                  </a:lnTo>
                  <a:lnTo>
                    <a:pt x="116" y="4171"/>
                  </a:lnTo>
                  <a:lnTo>
                    <a:pt x="310" y="5483"/>
                  </a:lnTo>
                  <a:lnTo>
                    <a:pt x="541" y="6758"/>
                  </a:lnTo>
                  <a:lnTo>
                    <a:pt x="850" y="8032"/>
                  </a:lnTo>
                  <a:lnTo>
                    <a:pt x="1198" y="9306"/>
                  </a:lnTo>
                  <a:lnTo>
                    <a:pt x="1622" y="10542"/>
                  </a:lnTo>
                  <a:lnTo>
                    <a:pt x="2124" y="11739"/>
                  </a:lnTo>
                  <a:lnTo>
                    <a:pt x="2665" y="12936"/>
                  </a:lnTo>
                  <a:lnTo>
                    <a:pt x="3283" y="14095"/>
                  </a:lnTo>
                  <a:lnTo>
                    <a:pt x="3978" y="15214"/>
                  </a:lnTo>
                  <a:lnTo>
                    <a:pt x="4519" y="16064"/>
                  </a:lnTo>
                  <a:lnTo>
                    <a:pt x="5098" y="16913"/>
                  </a:lnTo>
                  <a:lnTo>
                    <a:pt x="4827" y="17686"/>
                  </a:lnTo>
                  <a:lnTo>
                    <a:pt x="4596" y="18458"/>
                  </a:lnTo>
                  <a:lnTo>
                    <a:pt x="4441" y="19269"/>
                  </a:lnTo>
                  <a:lnTo>
                    <a:pt x="4325" y="20080"/>
                  </a:lnTo>
                  <a:lnTo>
                    <a:pt x="4325" y="20157"/>
                  </a:lnTo>
                  <a:lnTo>
                    <a:pt x="4364" y="20196"/>
                  </a:lnTo>
                  <a:lnTo>
                    <a:pt x="4480" y="20273"/>
                  </a:lnTo>
                  <a:lnTo>
                    <a:pt x="4596" y="20543"/>
                  </a:lnTo>
                  <a:lnTo>
                    <a:pt x="4712" y="20775"/>
                  </a:lnTo>
                  <a:lnTo>
                    <a:pt x="4905" y="21045"/>
                  </a:lnTo>
                  <a:lnTo>
                    <a:pt x="5059" y="21277"/>
                  </a:lnTo>
                  <a:lnTo>
                    <a:pt x="5484" y="21702"/>
                  </a:lnTo>
                  <a:lnTo>
                    <a:pt x="5831" y="22165"/>
                  </a:lnTo>
                  <a:lnTo>
                    <a:pt x="6333" y="22860"/>
                  </a:lnTo>
                  <a:lnTo>
                    <a:pt x="6835" y="23594"/>
                  </a:lnTo>
                  <a:lnTo>
                    <a:pt x="7260" y="24366"/>
                  </a:lnTo>
                  <a:lnTo>
                    <a:pt x="7646" y="25138"/>
                  </a:lnTo>
                  <a:lnTo>
                    <a:pt x="7724" y="25216"/>
                  </a:lnTo>
                  <a:lnTo>
                    <a:pt x="7878" y="25216"/>
                  </a:lnTo>
                  <a:lnTo>
                    <a:pt x="7917" y="25177"/>
                  </a:lnTo>
                  <a:lnTo>
                    <a:pt x="7994" y="25216"/>
                  </a:lnTo>
                  <a:lnTo>
                    <a:pt x="8110" y="25216"/>
                  </a:lnTo>
                  <a:lnTo>
                    <a:pt x="8187" y="25138"/>
                  </a:lnTo>
                  <a:lnTo>
                    <a:pt x="8534" y="24327"/>
                  </a:lnTo>
                  <a:lnTo>
                    <a:pt x="8921" y="23478"/>
                  </a:lnTo>
                  <a:lnTo>
                    <a:pt x="9577" y="21779"/>
                  </a:lnTo>
                  <a:lnTo>
                    <a:pt x="9577" y="21663"/>
                  </a:lnTo>
                  <a:lnTo>
                    <a:pt x="9538" y="21586"/>
                  </a:lnTo>
                  <a:lnTo>
                    <a:pt x="8766" y="20543"/>
                  </a:lnTo>
                  <a:lnTo>
                    <a:pt x="8071" y="19462"/>
                  </a:lnTo>
                  <a:lnTo>
                    <a:pt x="8612" y="19694"/>
                  </a:lnTo>
                  <a:lnTo>
                    <a:pt x="9152" y="19848"/>
                  </a:lnTo>
                  <a:lnTo>
                    <a:pt x="9732" y="19925"/>
                  </a:lnTo>
                  <a:lnTo>
                    <a:pt x="10311" y="19964"/>
                  </a:lnTo>
                  <a:lnTo>
                    <a:pt x="10311" y="20389"/>
                  </a:lnTo>
                  <a:lnTo>
                    <a:pt x="10349" y="20852"/>
                  </a:lnTo>
                  <a:lnTo>
                    <a:pt x="10465" y="21315"/>
                  </a:lnTo>
                  <a:lnTo>
                    <a:pt x="10542" y="21547"/>
                  </a:lnTo>
                  <a:lnTo>
                    <a:pt x="10697" y="21740"/>
                  </a:lnTo>
                  <a:lnTo>
                    <a:pt x="10736" y="21779"/>
                  </a:lnTo>
                  <a:lnTo>
                    <a:pt x="10813" y="21779"/>
                  </a:lnTo>
                  <a:lnTo>
                    <a:pt x="10851" y="21856"/>
                  </a:lnTo>
                  <a:lnTo>
                    <a:pt x="10929" y="21856"/>
                  </a:lnTo>
                  <a:lnTo>
                    <a:pt x="11315" y="21895"/>
                  </a:lnTo>
                  <a:lnTo>
                    <a:pt x="11662" y="21856"/>
                  </a:lnTo>
                  <a:lnTo>
                    <a:pt x="11624" y="22126"/>
                  </a:lnTo>
                  <a:lnTo>
                    <a:pt x="11585" y="22358"/>
                  </a:lnTo>
                  <a:lnTo>
                    <a:pt x="11546" y="22590"/>
                  </a:lnTo>
                  <a:lnTo>
                    <a:pt x="11585" y="22860"/>
                  </a:lnTo>
                  <a:lnTo>
                    <a:pt x="11624" y="23092"/>
                  </a:lnTo>
                  <a:lnTo>
                    <a:pt x="11662" y="23323"/>
                  </a:lnTo>
                  <a:lnTo>
                    <a:pt x="11778" y="23594"/>
                  </a:lnTo>
                  <a:lnTo>
                    <a:pt x="11894" y="23825"/>
                  </a:lnTo>
                  <a:lnTo>
                    <a:pt x="11933" y="23903"/>
                  </a:lnTo>
                  <a:lnTo>
                    <a:pt x="12010" y="23903"/>
                  </a:lnTo>
                  <a:lnTo>
                    <a:pt x="12087" y="23864"/>
                  </a:lnTo>
                  <a:lnTo>
                    <a:pt x="12164" y="23825"/>
                  </a:lnTo>
                  <a:lnTo>
                    <a:pt x="12589" y="23208"/>
                  </a:lnTo>
                  <a:lnTo>
                    <a:pt x="12744" y="23594"/>
                  </a:lnTo>
                  <a:lnTo>
                    <a:pt x="12937" y="23941"/>
                  </a:lnTo>
                  <a:lnTo>
                    <a:pt x="13168" y="24289"/>
                  </a:lnTo>
                  <a:lnTo>
                    <a:pt x="13439" y="24598"/>
                  </a:lnTo>
                  <a:lnTo>
                    <a:pt x="13709" y="24907"/>
                  </a:lnTo>
                  <a:lnTo>
                    <a:pt x="14018" y="25177"/>
                  </a:lnTo>
                  <a:lnTo>
                    <a:pt x="14365" y="25409"/>
                  </a:lnTo>
                  <a:lnTo>
                    <a:pt x="14713" y="25602"/>
                  </a:lnTo>
                  <a:lnTo>
                    <a:pt x="15331" y="25911"/>
                  </a:lnTo>
                  <a:lnTo>
                    <a:pt x="15717" y="26027"/>
                  </a:lnTo>
                  <a:lnTo>
                    <a:pt x="16142" y="26181"/>
                  </a:lnTo>
                  <a:lnTo>
                    <a:pt x="16566" y="26258"/>
                  </a:lnTo>
                  <a:lnTo>
                    <a:pt x="16953" y="26297"/>
                  </a:lnTo>
                  <a:lnTo>
                    <a:pt x="17146" y="26297"/>
                  </a:lnTo>
                  <a:lnTo>
                    <a:pt x="17300" y="26258"/>
                  </a:lnTo>
                  <a:lnTo>
                    <a:pt x="17416" y="26181"/>
                  </a:lnTo>
                  <a:lnTo>
                    <a:pt x="17570" y="26104"/>
                  </a:lnTo>
                  <a:lnTo>
                    <a:pt x="17648" y="25949"/>
                  </a:lnTo>
                  <a:lnTo>
                    <a:pt x="17725" y="25833"/>
                  </a:lnTo>
                  <a:lnTo>
                    <a:pt x="17841" y="25486"/>
                  </a:lnTo>
                  <a:lnTo>
                    <a:pt x="17879" y="25100"/>
                  </a:lnTo>
                  <a:lnTo>
                    <a:pt x="17841" y="24675"/>
                  </a:lnTo>
                  <a:lnTo>
                    <a:pt x="17802" y="24289"/>
                  </a:lnTo>
                  <a:lnTo>
                    <a:pt x="17686" y="23903"/>
                  </a:lnTo>
                  <a:lnTo>
                    <a:pt x="17493" y="23246"/>
                  </a:lnTo>
                  <a:lnTo>
                    <a:pt x="17223" y="22706"/>
                  </a:lnTo>
                  <a:lnTo>
                    <a:pt x="16914" y="22204"/>
                  </a:lnTo>
                  <a:lnTo>
                    <a:pt x="16528" y="21740"/>
                  </a:lnTo>
                  <a:lnTo>
                    <a:pt x="16103" y="21354"/>
                  </a:lnTo>
                  <a:lnTo>
                    <a:pt x="16296" y="21315"/>
                  </a:lnTo>
                  <a:lnTo>
                    <a:pt x="16489" y="21277"/>
                  </a:lnTo>
                  <a:lnTo>
                    <a:pt x="16682" y="21161"/>
                  </a:lnTo>
                  <a:lnTo>
                    <a:pt x="16875" y="21045"/>
                  </a:lnTo>
                  <a:lnTo>
                    <a:pt x="16914" y="21007"/>
                  </a:lnTo>
                  <a:lnTo>
                    <a:pt x="16953" y="20929"/>
                  </a:lnTo>
                  <a:lnTo>
                    <a:pt x="16914" y="20814"/>
                  </a:lnTo>
                  <a:lnTo>
                    <a:pt x="16875" y="20775"/>
                  </a:lnTo>
                  <a:lnTo>
                    <a:pt x="16335" y="20466"/>
                  </a:lnTo>
                  <a:lnTo>
                    <a:pt x="15833" y="20196"/>
                  </a:lnTo>
                  <a:lnTo>
                    <a:pt x="15292" y="20003"/>
                  </a:lnTo>
                  <a:lnTo>
                    <a:pt x="14713" y="19848"/>
                  </a:lnTo>
                  <a:lnTo>
                    <a:pt x="14983" y="19346"/>
                  </a:lnTo>
                  <a:lnTo>
                    <a:pt x="14983" y="19230"/>
                  </a:lnTo>
                  <a:lnTo>
                    <a:pt x="14983" y="19114"/>
                  </a:lnTo>
                  <a:lnTo>
                    <a:pt x="14983" y="19076"/>
                  </a:lnTo>
                  <a:lnTo>
                    <a:pt x="14945" y="19037"/>
                  </a:lnTo>
                  <a:lnTo>
                    <a:pt x="14172" y="18574"/>
                  </a:lnTo>
                  <a:lnTo>
                    <a:pt x="13825" y="18342"/>
                  </a:lnTo>
                  <a:lnTo>
                    <a:pt x="13477" y="18033"/>
                  </a:lnTo>
                  <a:lnTo>
                    <a:pt x="13554" y="17879"/>
                  </a:lnTo>
                  <a:lnTo>
                    <a:pt x="13670" y="17493"/>
                  </a:lnTo>
                  <a:lnTo>
                    <a:pt x="13747" y="17106"/>
                  </a:lnTo>
                  <a:lnTo>
                    <a:pt x="13786" y="16720"/>
                  </a:lnTo>
                  <a:lnTo>
                    <a:pt x="13825" y="16334"/>
                  </a:lnTo>
                  <a:lnTo>
                    <a:pt x="14249" y="17106"/>
                  </a:lnTo>
                  <a:lnTo>
                    <a:pt x="14674" y="17956"/>
                  </a:lnTo>
                  <a:lnTo>
                    <a:pt x="14751" y="18033"/>
                  </a:lnTo>
                  <a:lnTo>
                    <a:pt x="14867" y="18033"/>
                  </a:lnTo>
                  <a:lnTo>
                    <a:pt x="15640" y="18072"/>
                  </a:lnTo>
                  <a:lnTo>
                    <a:pt x="16412" y="18110"/>
                  </a:lnTo>
                  <a:lnTo>
                    <a:pt x="17184" y="18188"/>
                  </a:lnTo>
                  <a:lnTo>
                    <a:pt x="17957" y="18304"/>
                  </a:lnTo>
                  <a:lnTo>
                    <a:pt x="18111" y="18304"/>
                  </a:lnTo>
                  <a:lnTo>
                    <a:pt x="18188" y="18226"/>
                  </a:lnTo>
                  <a:lnTo>
                    <a:pt x="18227" y="18110"/>
                  </a:lnTo>
                  <a:lnTo>
                    <a:pt x="18188" y="17995"/>
                  </a:lnTo>
                  <a:lnTo>
                    <a:pt x="16798" y="15099"/>
                  </a:lnTo>
                  <a:lnTo>
                    <a:pt x="16064" y="13631"/>
                  </a:lnTo>
                  <a:lnTo>
                    <a:pt x="15678" y="12936"/>
                  </a:lnTo>
                  <a:lnTo>
                    <a:pt x="15253" y="12241"/>
                  </a:lnTo>
                  <a:lnTo>
                    <a:pt x="15176" y="12202"/>
                  </a:lnTo>
                  <a:lnTo>
                    <a:pt x="15099" y="12202"/>
                  </a:lnTo>
                  <a:lnTo>
                    <a:pt x="14713" y="12164"/>
                  </a:lnTo>
                  <a:lnTo>
                    <a:pt x="14288" y="12164"/>
                  </a:lnTo>
                  <a:lnTo>
                    <a:pt x="13516" y="12125"/>
                  </a:lnTo>
                  <a:lnTo>
                    <a:pt x="12164" y="12009"/>
                  </a:lnTo>
                  <a:lnTo>
                    <a:pt x="11662" y="11198"/>
                  </a:lnTo>
                  <a:lnTo>
                    <a:pt x="11122" y="10465"/>
                  </a:lnTo>
                  <a:lnTo>
                    <a:pt x="10542" y="9731"/>
                  </a:lnTo>
                  <a:lnTo>
                    <a:pt x="10002" y="8997"/>
                  </a:lnTo>
                  <a:lnTo>
                    <a:pt x="8959" y="7762"/>
                  </a:lnTo>
                  <a:lnTo>
                    <a:pt x="7839" y="6565"/>
                  </a:lnTo>
                  <a:lnTo>
                    <a:pt x="6720" y="5406"/>
                  </a:lnTo>
                  <a:lnTo>
                    <a:pt x="5561" y="4286"/>
                  </a:lnTo>
                  <a:lnTo>
                    <a:pt x="4325" y="3205"/>
                  </a:lnTo>
                  <a:lnTo>
                    <a:pt x="3128" y="2163"/>
                  </a:lnTo>
                  <a:lnTo>
                    <a:pt x="1854" y="1120"/>
                  </a:lnTo>
                  <a:lnTo>
                    <a:pt x="580" y="116"/>
                  </a:lnTo>
                  <a:lnTo>
                    <a:pt x="541" y="77"/>
                  </a:lnTo>
                  <a:lnTo>
                    <a:pt x="464" y="77"/>
                  </a:lnTo>
                  <a:lnTo>
                    <a:pt x="348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13"/>
            <p:cNvSpPr/>
            <p:nvPr/>
          </p:nvSpPr>
          <p:spPr>
            <a:xfrm>
              <a:off x="3031900" y="427125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4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8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1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9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5"/>
                  </a:lnTo>
                  <a:lnTo>
                    <a:pt x="1159" y="541"/>
                  </a:lnTo>
                  <a:lnTo>
                    <a:pt x="1352" y="426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9"/>
                  </a:lnTo>
                  <a:lnTo>
                    <a:pt x="309" y="928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6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3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4"/>
                  </a:lnTo>
                  <a:lnTo>
                    <a:pt x="1468" y="4017"/>
                  </a:lnTo>
                  <a:lnTo>
                    <a:pt x="1661" y="4094"/>
                  </a:lnTo>
                  <a:lnTo>
                    <a:pt x="1893" y="4133"/>
                  </a:lnTo>
                  <a:lnTo>
                    <a:pt x="2317" y="4133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3"/>
                  </a:lnTo>
                  <a:lnTo>
                    <a:pt x="4171" y="1430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7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13"/>
            <p:cNvSpPr/>
            <p:nvPr/>
          </p:nvSpPr>
          <p:spPr>
            <a:xfrm>
              <a:off x="2923775" y="3946900"/>
              <a:ext cx="335975" cy="782925"/>
            </a:xfrm>
            <a:custGeom>
              <a:avLst/>
              <a:gdLst/>
              <a:ahLst/>
              <a:cxnLst/>
              <a:rect l="l" t="t" r="r" b="b"/>
              <a:pathLst>
                <a:path w="13439" h="31317" extrusionOk="0">
                  <a:moveTo>
                    <a:pt x="6488" y="386"/>
                  </a:moveTo>
                  <a:lnTo>
                    <a:pt x="6526" y="464"/>
                  </a:lnTo>
                  <a:lnTo>
                    <a:pt x="7144" y="2008"/>
                  </a:lnTo>
                  <a:lnTo>
                    <a:pt x="7685" y="3553"/>
                  </a:lnTo>
                  <a:lnTo>
                    <a:pt x="8226" y="5136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1"/>
                  </a:lnTo>
                  <a:lnTo>
                    <a:pt x="7530" y="7337"/>
                  </a:lnTo>
                  <a:lnTo>
                    <a:pt x="7222" y="7453"/>
                  </a:lnTo>
                  <a:lnTo>
                    <a:pt x="6913" y="7530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0"/>
                  </a:lnTo>
                  <a:lnTo>
                    <a:pt x="5522" y="7492"/>
                  </a:lnTo>
                  <a:lnTo>
                    <a:pt x="4866" y="7337"/>
                  </a:lnTo>
                  <a:lnTo>
                    <a:pt x="4210" y="7105"/>
                  </a:lnTo>
                  <a:lnTo>
                    <a:pt x="3592" y="6874"/>
                  </a:lnTo>
                  <a:lnTo>
                    <a:pt x="3862" y="6024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3"/>
                  </a:lnTo>
                  <a:lnTo>
                    <a:pt x="5214" y="2742"/>
                  </a:lnTo>
                  <a:lnTo>
                    <a:pt x="5600" y="1931"/>
                  </a:lnTo>
                  <a:lnTo>
                    <a:pt x="6024" y="1159"/>
                  </a:lnTo>
                  <a:lnTo>
                    <a:pt x="6488" y="386"/>
                  </a:lnTo>
                  <a:close/>
                  <a:moveTo>
                    <a:pt x="8805" y="7028"/>
                  </a:moveTo>
                  <a:lnTo>
                    <a:pt x="9230" y="8418"/>
                  </a:lnTo>
                  <a:lnTo>
                    <a:pt x="9577" y="9847"/>
                  </a:lnTo>
                  <a:lnTo>
                    <a:pt x="9847" y="11083"/>
                  </a:lnTo>
                  <a:lnTo>
                    <a:pt x="10079" y="12357"/>
                  </a:lnTo>
                  <a:lnTo>
                    <a:pt x="10233" y="13631"/>
                  </a:lnTo>
                  <a:lnTo>
                    <a:pt x="10388" y="14906"/>
                  </a:lnTo>
                  <a:lnTo>
                    <a:pt x="10465" y="16180"/>
                  </a:lnTo>
                  <a:lnTo>
                    <a:pt x="10504" y="16836"/>
                  </a:lnTo>
                  <a:lnTo>
                    <a:pt x="10504" y="17493"/>
                  </a:lnTo>
                  <a:lnTo>
                    <a:pt x="10504" y="18188"/>
                  </a:lnTo>
                  <a:lnTo>
                    <a:pt x="10427" y="18844"/>
                  </a:lnTo>
                  <a:lnTo>
                    <a:pt x="10311" y="19462"/>
                  </a:lnTo>
                  <a:lnTo>
                    <a:pt x="10118" y="20080"/>
                  </a:lnTo>
                  <a:lnTo>
                    <a:pt x="9886" y="20659"/>
                  </a:lnTo>
                  <a:lnTo>
                    <a:pt x="9538" y="21161"/>
                  </a:lnTo>
                  <a:lnTo>
                    <a:pt x="9384" y="21393"/>
                  </a:lnTo>
                  <a:lnTo>
                    <a:pt x="9152" y="21586"/>
                  </a:lnTo>
                  <a:lnTo>
                    <a:pt x="8959" y="21779"/>
                  </a:lnTo>
                  <a:lnTo>
                    <a:pt x="8728" y="21972"/>
                  </a:lnTo>
                  <a:lnTo>
                    <a:pt x="8496" y="22127"/>
                  </a:lnTo>
                  <a:lnTo>
                    <a:pt x="8226" y="22242"/>
                  </a:lnTo>
                  <a:lnTo>
                    <a:pt x="7955" y="22358"/>
                  </a:lnTo>
                  <a:lnTo>
                    <a:pt x="7685" y="22435"/>
                  </a:lnTo>
                  <a:lnTo>
                    <a:pt x="7415" y="22474"/>
                  </a:lnTo>
                  <a:lnTo>
                    <a:pt x="6797" y="22474"/>
                  </a:lnTo>
                  <a:lnTo>
                    <a:pt x="6488" y="22435"/>
                  </a:lnTo>
                  <a:lnTo>
                    <a:pt x="5909" y="22281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4"/>
                  </a:lnTo>
                  <a:lnTo>
                    <a:pt x="4094" y="20929"/>
                  </a:lnTo>
                  <a:lnTo>
                    <a:pt x="3785" y="20466"/>
                  </a:lnTo>
                  <a:lnTo>
                    <a:pt x="3476" y="19964"/>
                  </a:lnTo>
                  <a:lnTo>
                    <a:pt x="3244" y="19424"/>
                  </a:lnTo>
                  <a:lnTo>
                    <a:pt x="3051" y="18883"/>
                  </a:lnTo>
                  <a:lnTo>
                    <a:pt x="2897" y="18342"/>
                  </a:lnTo>
                  <a:lnTo>
                    <a:pt x="2781" y="17802"/>
                  </a:lnTo>
                  <a:lnTo>
                    <a:pt x="2704" y="17222"/>
                  </a:lnTo>
                  <a:lnTo>
                    <a:pt x="2588" y="16103"/>
                  </a:lnTo>
                  <a:lnTo>
                    <a:pt x="2511" y="14944"/>
                  </a:lnTo>
                  <a:lnTo>
                    <a:pt x="2511" y="13747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2"/>
                  </a:lnTo>
                  <a:lnTo>
                    <a:pt x="3128" y="8689"/>
                  </a:lnTo>
                  <a:lnTo>
                    <a:pt x="3283" y="7916"/>
                  </a:lnTo>
                  <a:lnTo>
                    <a:pt x="3515" y="7183"/>
                  </a:lnTo>
                  <a:lnTo>
                    <a:pt x="4132" y="7453"/>
                  </a:lnTo>
                  <a:lnTo>
                    <a:pt x="4827" y="7685"/>
                  </a:lnTo>
                  <a:lnTo>
                    <a:pt x="5522" y="7839"/>
                  </a:lnTo>
                  <a:lnTo>
                    <a:pt x="5909" y="7916"/>
                  </a:lnTo>
                  <a:lnTo>
                    <a:pt x="6256" y="7916"/>
                  </a:lnTo>
                  <a:lnTo>
                    <a:pt x="6604" y="7955"/>
                  </a:lnTo>
                  <a:lnTo>
                    <a:pt x="6990" y="7916"/>
                  </a:lnTo>
                  <a:lnTo>
                    <a:pt x="7299" y="7878"/>
                  </a:lnTo>
                  <a:lnTo>
                    <a:pt x="7646" y="7762"/>
                  </a:lnTo>
                  <a:lnTo>
                    <a:pt x="7955" y="7646"/>
                  </a:lnTo>
                  <a:lnTo>
                    <a:pt x="8264" y="7492"/>
                  </a:lnTo>
                  <a:lnTo>
                    <a:pt x="8573" y="7260"/>
                  </a:lnTo>
                  <a:lnTo>
                    <a:pt x="8805" y="7028"/>
                  </a:lnTo>
                  <a:close/>
                  <a:moveTo>
                    <a:pt x="8650" y="22474"/>
                  </a:moveTo>
                  <a:lnTo>
                    <a:pt x="8766" y="22822"/>
                  </a:lnTo>
                  <a:lnTo>
                    <a:pt x="8921" y="23169"/>
                  </a:lnTo>
                  <a:lnTo>
                    <a:pt x="8496" y="23401"/>
                  </a:lnTo>
                  <a:lnTo>
                    <a:pt x="8071" y="23555"/>
                  </a:lnTo>
                  <a:lnTo>
                    <a:pt x="7608" y="23633"/>
                  </a:lnTo>
                  <a:lnTo>
                    <a:pt x="7144" y="23671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2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4"/>
                  </a:lnTo>
                  <a:lnTo>
                    <a:pt x="5870" y="22629"/>
                  </a:lnTo>
                  <a:lnTo>
                    <a:pt x="6256" y="22783"/>
                  </a:lnTo>
                  <a:lnTo>
                    <a:pt x="6681" y="22860"/>
                  </a:lnTo>
                  <a:lnTo>
                    <a:pt x="7067" y="22899"/>
                  </a:lnTo>
                  <a:lnTo>
                    <a:pt x="7453" y="22860"/>
                  </a:lnTo>
                  <a:lnTo>
                    <a:pt x="7878" y="22822"/>
                  </a:lnTo>
                  <a:lnTo>
                    <a:pt x="8264" y="22667"/>
                  </a:lnTo>
                  <a:lnTo>
                    <a:pt x="8650" y="22474"/>
                  </a:lnTo>
                  <a:close/>
                  <a:moveTo>
                    <a:pt x="10890" y="16798"/>
                  </a:moveTo>
                  <a:lnTo>
                    <a:pt x="11392" y="17261"/>
                  </a:lnTo>
                  <a:lnTo>
                    <a:pt x="11933" y="17647"/>
                  </a:lnTo>
                  <a:lnTo>
                    <a:pt x="12512" y="18033"/>
                  </a:lnTo>
                  <a:lnTo>
                    <a:pt x="13091" y="18342"/>
                  </a:lnTo>
                  <a:lnTo>
                    <a:pt x="12937" y="19771"/>
                  </a:lnTo>
                  <a:lnTo>
                    <a:pt x="12821" y="21238"/>
                  </a:lnTo>
                  <a:lnTo>
                    <a:pt x="12705" y="24212"/>
                  </a:lnTo>
                  <a:lnTo>
                    <a:pt x="11894" y="23594"/>
                  </a:lnTo>
                  <a:lnTo>
                    <a:pt x="11044" y="23015"/>
                  </a:lnTo>
                  <a:lnTo>
                    <a:pt x="10813" y="22860"/>
                  </a:lnTo>
                  <a:lnTo>
                    <a:pt x="10620" y="22667"/>
                  </a:lnTo>
                  <a:lnTo>
                    <a:pt x="10581" y="22590"/>
                  </a:lnTo>
                  <a:lnTo>
                    <a:pt x="10542" y="22435"/>
                  </a:lnTo>
                  <a:lnTo>
                    <a:pt x="10542" y="22127"/>
                  </a:lnTo>
                  <a:lnTo>
                    <a:pt x="10542" y="21393"/>
                  </a:lnTo>
                  <a:lnTo>
                    <a:pt x="10504" y="20659"/>
                  </a:lnTo>
                  <a:lnTo>
                    <a:pt x="10504" y="20582"/>
                  </a:lnTo>
                  <a:lnTo>
                    <a:pt x="10465" y="20543"/>
                  </a:lnTo>
                  <a:lnTo>
                    <a:pt x="10388" y="20466"/>
                  </a:lnTo>
                  <a:lnTo>
                    <a:pt x="10542" y="19964"/>
                  </a:lnTo>
                  <a:lnTo>
                    <a:pt x="10697" y="19424"/>
                  </a:lnTo>
                  <a:lnTo>
                    <a:pt x="10774" y="18883"/>
                  </a:lnTo>
                  <a:lnTo>
                    <a:pt x="10851" y="18304"/>
                  </a:lnTo>
                  <a:lnTo>
                    <a:pt x="10890" y="17570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4"/>
                  </a:lnTo>
                  <a:lnTo>
                    <a:pt x="6140" y="23826"/>
                  </a:lnTo>
                  <a:lnTo>
                    <a:pt x="6642" y="23941"/>
                  </a:lnTo>
                  <a:lnTo>
                    <a:pt x="7144" y="23980"/>
                  </a:lnTo>
                  <a:lnTo>
                    <a:pt x="7646" y="23980"/>
                  </a:lnTo>
                  <a:lnTo>
                    <a:pt x="8148" y="23864"/>
                  </a:lnTo>
                  <a:lnTo>
                    <a:pt x="8612" y="23710"/>
                  </a:lnTo>
                  <a:lnTo>
                    <a:pt x="9075" y="23439"/>
                  </a:lnTo>
                  <a:lnTo>
                    <a:pt x="9384" y="23903"/>
                  </a:lnTo>
                  <a:lnTo>
                    <a:pt x="8843" y="24173"/>
                  </a:lnTo>
                  <a:lnTo>
                    <a:pt x="8303" y="24366"/>
                  </a:lnTo>
                  <a:lnTo>
                    <a:pt x="7762" y="24482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3"/>
                  </a:lnTo>
                  <a:lnTo>
                    <a:pt x="5561" y="24289"/>
                  </a:lnTo>
                  <a:lnTo>
                    <a:pt x="4982" y="24096"/>
                  </a:lnTo>
                  <a:lnTo>
                    <a:pt x="5059" y="23903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7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2"/>
                  </a:lnTo>
                  <a:lnTo>
                    <a:pt x="2974" y="19771"/>
                  </a:lnTo>
                  <a:lnTo>
                    <a:pt x="3244" y="20312"/>
                  </a:lnTo>
                  <a:lnTo>
                    <a:pt x="3244" y="20350"/>
                  </a:lnTo>
                  <a:lnTo>
                    <a:pt x="3206" y="21200"/>
                  </a:lnTo>
                  <a:lnTo>
                    <a:pt x="3244" y="22049"/>
                  </a:lnTo>
                  <a:lnTo>
                    <a:pt x="3283" y="22358"/>
                  </a:lnTo>
                  <a:lnTo>
                    <a:pt x="3321" y="22706"/>
                  </a:lnTo>
                  <a:lnTo>
                    <a:pt x="3321" y="23053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8"/>
                  </a:lnTo>
                  <a:lnTo>
                    <a:pt x="3051" y="23633"/>
                  </a:lnTo>
                  <a:lnTo>
                    <a:pt x="2704" y="23903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5"/>
                  </a:lnTo>
                  <a:lnTo>
                    <a:pt x="850" y="23941"/>
                  </a:lnTo>
                  <a:lnTo>
                    <a:pt x="811" y="23169"/>
                  </a:lnTo>
                  <a:lnTo>
                    <a:pt x="773" y="22435"/>
                  </a:lnTo>
                  <a:lnTo>
                    <a:pt x="657" y="21238"/>
                  </a:lnTo>
                  <a:lnTo>
                    <a:pt x="503" y="20466"/>
                  </a:lnTo>
                  <a:lnTo>
                    <a:pt x="425" y="20080"/>
                  </a:lnTo>
                  <a:lnTo>
                    <a:pt x="464" y="19694"/>
                  </a:lnTo>
                  <a:lnTo>
                    <a:pt x="503" y="19655"/>
                  </a:lnTo>
                  <a:lnTo>
                    <a:pt x="541" y="19578"/>
                  </a:lnTo>
                  <a:lnTo>
                    <a:pt x="541" y="19539"/>
                  </a:lnTo>
                  <a:lnTo>
                    <a:pt x="541" y="19462"/>
                  </a:lnTo>
                  <a:lnTo>
                    <a:pt x="1429" y="18420"/>
                  </a:lnTo>
                  <a:lnTo>
                    <a:pt x="2356" y="17377"/>
                  </a:lnTo>
                  <a:close/>
                  <a:moveTo>
                    <a:pt x="8148" y="24830"/>
                  </a:moveTo>
                  <a:lnTo>
                    <a:pt x="8148" y="25061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7"/>
                  </a:lnTo>
                  <a:lnTo>
                    <a:pt x="7878" y="25216"/>
                  </a:lnTo>
                  <a:lnTo>
                    <a:pt x="7839" y="25293"/>
                  </a:lnTo>
                  <a:lnTo>
                    <a:pt x="7839" y="25370"/>
                  </a:lnTo>
                  <a:lnTo>
                    <a:pt x="7994" y="25872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59"/>
                  </a:lnTo>
                  <a:lnTo>
                    <a:pt x="8148" y="28961"/>
                  </a:lnTo>
                  <a:lnTo>
                    <a:pt x="8071" y="29502"/>
                  </a:lnTo>
                  <a:lnTo>
                    <a:pt x="7762" y="29193"/>
                  </a:lnTo>
                  <a:lnTo>
                    <a:pt x="7453" y="28884"/>
                  </a:lnTo>
                  <a:lnTo>
                    <a:pt x="7260" y="28537"/>
                  </a:lnTo>
                  <a:lnTo>
                    <a:pt x="7067" y="28189"/>
                  </a:lnTo>
                  <a:lnTo>
                    <a:pt x="6951" y="27803"/>
                  </a:lnTo>
                  <a:lnTo>
                    <a:pt x="6874" y="27417"/>
                  </a:lnTo>
                  <a:lnTo>
                    <a:pt x="6835" y="26953"/>
                  </a:lnTo>
                  <a:lnTo>
                    <a:pt x="6835" y="26490"/>
                  </a:lnTo>
                  <a:lnTo>
                    <a:pt x="6874" y="26104"/>
                  </a:lnTo>
                  <a:lnTo>
                    <a:pt x="6874" y="25756"/>
                  </a:lnTo>
                  <a:lnTo>
                    <a:pt x="6835" y="25602"/>
                  </a:lnTo>
                  <a:lnTo>
                    <a:pt x="6758" y="25486"/>
                  </a:lnTo>
                  <a:lnTo>
                    <a:pt x="6642" y="25370"/>
                  </a:lnTo>
                  <a:lnTo>
                    <a:pt x="6488" y="25293"/>
                  </a:lnTo>
                  <a:lnTo>
                    <a:pt x="6604" y="25100"/>
                  </a:lnTo>
                  <a:lnTo>
                    <a:pt x="6720" y="24984"/>
                  </a:lnTo>
                  <a:lnTo>
                    <a:pt x="7106" y="24984"/>
                  </a:lnTo>
                  <a:lnTo>
                    <a:pt x="7453" y="24945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4"/>
                  </a:lnTo>
                  <a:lnTo>
                    <a:pt x="9500" y="25409"/>
                  </a:lnTo>
                  <a:lnTo>
                    <a:pt x="9809" y="25795"/>
                  </a:lnTo>
                  <a:lnTo>
                    <a:pt x="10118" y="26258"/>
                  </a:lnTo>
                  <a:lnTo>
                    <a:pt x="9847" y="26220"/>
                  </a:lnTo>
                  <a:lnTo>
                    <a:pt x="9616" y="26104"/>
                  </a:lnTo>
                  <a:lnTo>
                    <a:pt x="9423" y="25949"/>
                  </a:lnTo>
                  <a:lnTo>
                    <a:pt x="9230" y="25756"/>
                  </a:lnTo>
                  <a:lnTo>
                    <a:pt x="9191" y="25679"/>
                  </a:lnTo>
                  <a:lnTo>
                    <a:pt x="8998" y="25679"/>
                  </a:lnTo>
                  <a:lnTo>
                    <a:pt x="8959" y="25718"/>
                  </a:lnTo>
                  <a:lnTo>
                    <a:pt x="8921" y="25795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0"/>
                  </a:lnTo>
                  <a:lnTo>
                    <a:pt x="9423" y="27069"/>
                  </a:lnTo>
                  <a:lnTo>
                    <a:pt x="9500" y="27378"/>
                  </a:lnTo>
                  <a:lnTo>
                    <a:pt x="9538" y="27687"/>
                  </a:lnTo>
                  <a:lnTo>
                    <a:pt x="9538" y="27996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79"/>
                  </a:lnTo>
                  <a:lnTo>
                    <a:pt x="9230" y="29888"/>
                  </a:lnTo>
                  <a:lnTo>
                    <a:pt x="9075" y="30158"/>
                  </a:lnTo>
                  <a:lnTo>
                    <a:pt x="8921" y="30429"/>
                  </a:lnTo>
                  <a:lnTo>
                    <a:pt x="8728" y="30660"/>
                  </a:lnTo>
                  <a:lnTo>
                    <a:pt x="8534" y="30776"/>
                  </a:lnTo>
                  <a:lnTo>
                    <a:pt x="8341" y="30853"/>
                  </a:lnTo>
                  <a:lnTo>
                    <a:pt x="8187" y="30853"/>
                  </a:lnTo>
                  <a:lnTo>
                    <a:pt x="7994" y="30776"/>
                  </a:lnTo>
                  <a:lnTo>
                    <a:pt x="7839" y="30699"/>
                  </a:lnTo>
                  <a:lnTo>
                    <a:pt x="7685" y="30583"/>
                  </a:lnTo>
                  <a:lnTo>
                    <a:pt x="7376" y="30274"/>
                  </a:lnTo>
                  <a:lnTo>
                    <a:pt x="6874" y="29772"/>
                  </a:lnTo>
                  <a:lnTo>
                    <a:pt x="6681" y="29502"/>
                  </a:lnTo>
                  <a:lnTo>
                    <a:pt x="6488" y="29193"/>
                  </a:lnTo>
                  <a:lnTo>
                    <a:pt x="6295" y="28846"/>
                  </a:lnTo>
                  <a:lnTo>
                    <a:pt x="6102" y="28459"/>
                  </a:lnTo>
                  <a:lnTo>
                    <a:pt x="5986" y="28073"/>
                  </a:lnTo>
                  <a:lnTo>
                    <a:pt x="5909" y="27687"/>
                  </a:lnTo>
                  <a:lnTo>
                    <a:pt x="5870" y="27262"/>
                  </a:lnTo>
                  <a:lnTo>
                    <a:pt x="5870" y="26876"/>
                  </a:lnTo>
                  <a:lnTo>
                    <a:pt x="5909" y="26490"/>
                  </a:lnTo>
                  <a:lnTo>
                    <a:pt x="6024" y="26065"/>
                  </a:lnTo>
                  <a:lnTo>
                    <a:pt x="6024" y="25949"/>
                  </a:lnTo>
                  <a:lnTo>
                    <a:pt x="5947" y="25911"/>
                  </a:lnTo>
                  <a:lnTo>
                    <a:pt x="5870" y="25872"/>
                  </a:lnTo>
                  <a:lnTo>
                    <a:pt x="5793" y="25872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7"/>
                  </a:lnTo>
                  <a:lnTo>
                    <a:pt x="5445" y="25100"/>
                  </a:lnTo>
                  <a:lnTo>
                    <a:pt x="5716" y="24752"/>
                  </a:lnTo>
                  <a:lnTo>
                    <a:pt x="6102" y="24868"/>
                  </a:lnTo>
                  <a:lnTo>
                    <a:pt x="6488" y="24945"/>
                  </a:lnTo>
                  <a:lnTo>
                    <a:pt x="6333" y="25100"/>
                  </a:lnTo>
                  <a:lnTo>
                    <a:pt x="6179" y="25293"/>
                  </a:lnTo>
                  <a:lnTo>
                    <a:pt x="6179" y="25370"/>
                  </a:lnTo>
                  <a:lnTo>
                    <a:pt x="6179" y="25447"/>
                  </a:lnTo>
                  <a:lnTo>
                    <a:pt x="6256" y="25486"/>
                  </a:lnTo>
                  <a:lnTo>
                    <a:pt x="6295" y="25486"/>
                  </a:lnTo>
                  <a:lnTo>
                    <a:pt x="6372" y="25525"/>
                  </a:lnTo>
                  <a:lnTo>
                    <a:pt x="6449" y="25602"/>
                  </a:lnTo>
                  <a:lnTo>
                    <a:pt x="6526" y="25795"/>
                  </a:lnTo>
                  <a:lnTo>
                    <a:pt x="6565" y="26104"/>
                  </a:lnTo>
                  <a:lnTo>
                    <a:pt x="6604" y="26451"/>
                  </a:lnTo>
                  <a:lnTo>
                    <a:pt x="6604" y="27146"/>
                  </a:lnTo>
                  <a:lnTo>
                    <a:pt x="6604" y="27610"/>
                  </a:lnTo>
                  <a:lnTo>
                    <a:pt x="6681" y="28073"/>
                  </a:lnTo>
                  <a:lnTo>
                    <a:pt x="6835" y="28498"/>
                  </a:lnTo>
                  <a:lnTo>
                    <a:pt x="7067" y="28923"/>
                  </a:lnTo>
                  <a:lnTo>
                    <a:pt x="7376" y="29309"/>
                  </a:lnTo>
                  <a:lnTo>
                    <a:pt x="7569" y="29463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49"/>
                  </a:lnTo>
                  <a:lnTo>
                    <a:pt x="8264" y="29849"/>
                  </a:lnTo>
                  <a:lnTo>
                    <a:pt x="8303" y="29811"/>
                  </a:lnTo>
                  <a:lnTo>
                    <a:pt x="8303" y="29734"/>
                  </a:lnTo>
                  <a:lnTo>
                    <a:pt x="8303" y="29695"/>
                  </a:lnTo>
                  <a:lnTo>
                    <a:pt x="8303" y="29656"/>
                  </a:lnTo>
                  <a:lnTo>
                    <a:pt x="8419" y="29154"/>
                  </a:lnTo>
                  <a:lnTo>
                    <a:pt x="8496" y="28614"/>
                  </a:lnTo>
                  <a:lnTo>
                    <a:pt x="8534" y="28112"/>
                  </a:lnTo>
                  <a:lnTo>
                    <a:pt x="8534" y="27571"/>
                  </a:lnTo>
                  <a:lnTo>
                    <a:pt x="8534" y="27069"/>
                  </a:lnTo>
                  <a:lnTo>
                    <a:pt x="8457" y="26567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6"/>
                  </a:lnTo>
                  <a:lnTo>
                    <a:pt x="8650" y="25409"/>
                  </a:lnTo>
                  <a:lnTo>
                    <a:pt x="8650" y="25370"/>
                  </a:lnTo>
                  <a:lnTo>
                    <a:pt x="8612" y="25293"/>
                  </a:lnTo>
                  <a:lnTo>
                    <a:pt x="8380" y="24791"/>
                  </a:lnTo>
                  <a:lnTo>
                    <a:pt x="8805" y="24637"/>
                  </a:lnTo>
                  <a:close/>
                  <a:moveTo>
                    <a:pt x="6449" y="0"/>
                  </a:moveTo>
                  <a:lnTo>
                    <a:pt x="6411" y="39"/>
                  </a:lnTo>
                  <a:lnTo>
                    <a:pt x="6411" y="116"/>
                  </a:lnTo>
                  <a:lnTo>
                    <a:pt x="6333" y="116"/>
                  </a:lnTo>
                  <a:lnTo>
                    <a:pt x="6295" y="193"/>
                  </a:lnTo>
                  <a:lnTo>
                    <a:pt x="5600" y="1275"/>
                  </a:lnTo>
                  <a:lnTo>
                    <a:pt x="4943" y="2433"/>
                  </a:lnTo>
                  <a:lnTo>
                    <a:pt x="4403" y="3591"/>
                  </a:lnTo>
                  <a:lnTo>
                    <a:pt x="3901" y="4827"/>
                  </a:lnTo>
                  <a:lnTo>
                    <a:pt x="3437" y="6063"/>
                  </a:lnTo>
                  <a:lnTo>
                    <a:pt x="3090" y="7298"/>
                  </a:lnTo>
                  <a:lnTo>
                    <a:pt x="2742" y="8573"/>
                  </a:lnTo>
                  <a:lnTo>
                    <a:pt x="2511" y="9847"/>
                  </a:lnTo>
                  <a:lnTo>
                    <a:pt x="2317" y="11160"/>
                  </a:lnTo>
                  <a:lnTo>
                    <a:pt x="2202" y="12473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8"/>
                  </a:lnTo>
                  <a:lnTo>
                    <a:pt x="541" y="18806"/>
                  </a:lnTo>
                  <a:lnTo>
                    <a:pt x="39" y="19462"/>
                  </a:lnTo>
                  <a:lnTo>
                    <a:pt x="1" y="19501"/>
                  </a:lnTo>
                  <a:lnTo>
                    <a:pt x="1" y="19578"/>
                  </a:lnTo>
                  <a:lnTo>
                    <a:pt x="78" y="19694"/>
                  </a:lnTo>
                  <a:lnTo>
                    <a:pt x="39" y="19964"/>
                  </a:lnTo>
                  <a:lnTo>
                    <a:pt x="39" y="20273"/>
                  </a:lnTo>
                  <a:lnTo>
                    <a:pt x="39" y="20543"/>
                  </a:lnTo>
                  <a:lnTo>
                    <a:pt x="78" y="20852"/>
                  </a:lnTo>
                  <a:lnTo>
                    <a:pt x="194" y="21431"/>
                  </a:lnTo>
                  <a:lnTo>
                    <a:pt x="309" y="22011"/>
                  </a:lnTo>
                  <a:lnTo>
                    <a:pt x="387" y="22899"/>
                  </a:lnTo>
                  <a:lnTo>
                    <a:pt x="425" y="23748"/>
                  </a:lnTo>
                  <a:lnTo>
                    <a:pt x="425" y="24637"/>
                  </a:lnTo>
                  <a:lnTo>
                    <a:pt x="387" y="25486"/>
                  </a:lnTo>
                  <a:lnTo>
                    <a:pt x="387" y="25602"/>
                  </a:lnTo>
                  <a:lnTo>
                    <a:pt x="464" y="25640"/>
                  </a:lnTo>
                  <a:lnTo>
                    <a:pt x="503" y="25679"/>
                  </a:lnTo>
                  <a:lnTo>
                    <a:pt x="580" y="25679"/>
                  </a:lnTo>
                  <a:lnTo>
                    <a:pt x="618" y="25756"/>
                  </a:lnTo>
                  <a:lnTo>
                    <a:pt x="696" y="25795"/>
                  </a:lnTo>
                  <a:lnTo>
                    <a:pt x="811" y="25795"/>
                  </a:lnTo>
                  <a:lnTo>
                    <a:pt x="1584" y="25254"/>
                  </a:lnTo>
                  <a:lnTo>
                    <a:pt x="2279" y="24714"/>
                  </a:lnTo>
                  <a:lnTo>
                    <a:pt x="3746" y="23594"/>
                  </a:lnTo>
                  <a:lnTo>
                    <a:pt x="3785" y="23478"/>
                  </a:lnTo>
                  <a:lnTo>
                    <a:pt x="3785" y="23362"/>
                  </a:lnTo>
                  <a:lnTo>
                    <a:pt x="3630" y="22088"/>
                  </a:lnTo>
                  <a:lnTo>
                    <a:pt x="3592" y="20814"/>
                  </a:lnTo>
                  <a:lnTo>
                    <a:pt x="3939" y="21277"/>
                  </a:lnTo>
                  <a:lnTo>
                    <a:pt x="4364" y="21663"/>
                  </a:lnTo>
                  <a:lnTo>
                    <a:pt x="4789" y="22049"/>
                  </a:lnTo>
                  <a:lnTo>
                    <a:pt x="5252" y="22358"/>
                  </a:lnTo>
                  <a:lnTo>
                    <a:pt x="5059" y="22744"/>
                  </a:lnTo>
                  <a:lnTo>
                    <a:pt x="4866" y="23169"/>
                  </a:lnTo>
                  <a:lnTo>
                    <a:pt x="4712" y="23633"/>
                  </a:lnTo>
                  <a:lnTo>
                    <a:pt x="4673" y="23864"/>
                  </a:lnTo>
                  <a:lnTo>
                    <a:pt x="4712" y="24096"/>
                  </a:lnTo>
                  <a:lnTo>
                    <a:pt x="4750" y="24173"/>
                  </a:lnTo>
                  <a:lnTo>
                    <a:pt x="4789" y="24212"/>
                  </a:lnTo>
                  <a:lnTo>
                    <a:pt x="4827" y="24250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5"/>
                  </a:lnTo>
                  <a:lnTo>
                    <a:pt x="5329" y="24868"/>
                  </a:lnTo>
                  <a:lnTo>
                    <a:pt x="5175" y="25061"/>
                  </a:lnTo>
                  <a:lnTo>
                    <a:pt x="5020" y="25254"/>
                  </a:lnTo>
                  <a:lnTo>
                    <a:pt x="4905" y="25486"/>
                  </a:lnTo>
                  <a:lnTo>
                    <a:pt x="4827" y="25718"/>
                  </a:lnTo>
                  <a:lnTo>
                    <a:pt x="4750" y="25949"/>
                  </a:lnTo>
                  <a:lnTo>
                    <a:pt x="4712" y="26220"/>
                  </a:lnTo>
                  <a:lnTo>
                    <a:pt x="4712" y="26490"/>
                  </a:lnTo>
                  <a:lnTo>
                    <a:pt x="4712" y="26567"/>
                  </a:lnTo>
                  <a:lnTo>
                    <a:pt x="4789" y="26644"/>
                  </a:lnTo>
                  <a:lnTo>
                    <a:pt x="4943" y="26644"/>
                  </a:lnTo>
                  <a:lnTo>
                    <a:pt x="5638" y="26297"/>
                  </a:lnTo>
                  <a:lnTo>
                    <a:pt x="5638" y="26297"/>
                  </a:lnTo>
                  <a:lnTo>
                    <a:pt x="5561" y="26722"/>
                  </a:lnTo>
                  <a:lnTo>
                    <a:pt x="5561" y="27146"/>
                  </a:lnTo>
                  <a:lnTo>
                    <a:pt x="5561" y="27533"/>
                  </a:lnTo>
                  <a:lnTo>
                    <a:pt x="5638" y="27957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3"/>
                  </a:lnTo>
                  <a:lnTo>
                    <a:pt x="6642" y="30004"/>
                  </a:lnTo>
                  <a:lnTo>
                    <a:pt x="6913" y="30351"/>
                  </a:lnTo>
                  <a:lnTo>
                    <a:pt x="7183" y="30660"/>
                  </a:lnTo>
                  <a:lnTo>
                    <a:pt x="7530" y="30969"/>
                  </a:lnTo>
                  <a:lnTo>
                    <a:pt x="7839" y="31162"/>
                  </a:lnTo>
                  <a:lnTo>
                    <a:pt x="7994" y="31240"/>
                  </a:lnTo>
                  <a:lnTo>
                    <a:pt x="8148" y="31317"/>
                  </a:lnTo>
                  <a:lnTo>
                    <a:pt x="8303" y="31317"/>
                  </a:lnTo>
                  <a:lnTo>
                    <a:pt x="8457" y="31278"/>
                  </a:lnTo>
                  <a:lnTo>
                    <a:pt x="8612" y="31240"/>
                  </a:lnTo>
                  <a:lnTo>
                    <a:pt x="8766" y="31162"/>
                  </a:lnTo>
                  <a:lnTo>
                    <a:pt x="8998" y="30892"/>
                  </a:lnTo>
                  <a:lnTo>
                    <a:pt x="9230" y="30583"/>
                  </a:lnTo>
                  <a:lnTo>
                    <a:pt x="9423" y="30236"/>
                  </a:lnTo>
                  <a:lnTo>
                    <a:pt x="9577" y="29849"/>
                  </a:lnTo>
                  <a:lnTo>
                    <a:pt x="9693" y="29463"/>
                  </a:lnTo>
                  <a:lnTo>
                    <a:pt x="9847" y="28807"/>
                  </a:lnTo>
                  <a:lnTo>
                    <a:pt x="9886" y="28228"/>
                  </a:lnTo>
                  <a:lnTo>
                    <a:pt x="9847" y="27610"/>
                  </a:lnTo>
                  <a:lnTo>
                    <a:pt x="9770" y="27031"/>
                  </a:lnTo>
                  <a:lnTo>
                    <a:pt x="9577" y="26490"/>
                  </a:lnTo>
                  <a:lnTo>
                    <a:pt x="9770" y="26529"/>
                  </a:lnTo>
                  <a:lnTo>
                    <a:pt x="9963" y="26567"/>
                  </a:lnTo>
                  <a:lnTo>
                    <a:pt x="10156" y="26606"/>
                  </a:lnTo>
                  <a:lnTo>
                    <a:pt x="10388" y="26606"/>
                  </a:lnTo>
                  <a:lnTo>
                    <a:pt x="10465" y="26567"/>
                  </a:lnTo>
                  <a:lnTo>
                    <a:pt x="10542" y="26529"/>
                  </a:lnTo>
                  <a:lnTo>
                    <a:pt x="10542" y="26451"/>
                  </a:lnTo>
                  <a:lnTo>
                    <a:pt x="10542" y="26336"/>
                  </a:lnTo>
                  <a:lnTo>
                    <a:pt x="10233" y="25834"/>
                  </a:lnTo>
                  <a:lnTo>
                    <a:pt x="9925" y="25332"/>
                  </a:lnTo>
                  <a:lnTo>
                    <a:pt x="9538" y="24868"/>
                  </a:lnTo>
                  <a:lnTo>
                    <a:pt x="9114" y="24482"/>
                  </a:lnTo>
                  <a:lnTo>
                    <a:pt x="9616" y="24135"/>
                  </a:lnTo>
                  <a:lnTo>
                    <a:pt x="9693" y="24057"/>
                  </a:lnTo>
                  <a:lnTo>
                    <a:pt x="9732" y="23980"/>
                  </a:lnTo>
                  <a:lnTo>
                    <a:pt x="9770" y="23941"/>
                  </a:lnTo>
                  <a:lnTo>
                    <a:pt x="9732" y="23864"/>
                  </a:lnTo>
                  <a:lnTo>
                    <a:pt x="9307" y="23092"/>
                  </a:lnTo>
                  <a:lnTo>
                    <a:pt x="9114" y="22706"/>
                  </a:lnTo>
                  <a:lnTo>
                    <a:pt x="8959" y="22281"/>
                  </a:lnTo>
                  <a:lnTo>
                    <a:pt x="9114" y="22204"/>
                  </a:lnTo>
                  <a:lnTo>
                    <a:pt x="9423" y="21933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8"/>
                  </a:lnTo>
                  <a:lnTo>
                    <a:pt x="10118" y="21895"/>
                  </a:lnTo>
                  <a:lnTo>
                    <a:pt x="10040" y="22822"/>
                  </a:lnTo>
                  <a:lnTo>
                    <a:pt x="10079" y="22899"/>
                  </a:lnTo>
                  <a:lnTo>
                    <a:pt x="10156" y="22976"/>
                  </a:lnTo>
                  <a:lnTo>
                    <a:pt x="10813" y="23401"/>
                  </a:lnTo>
                  <a:lnTo>
                    <a:pt x="11469" y="23826"/>
                  </a:lnTo>
                  <a:lnTo>
                    <a:pt x="12126" y="24289"/>
                  </a:lnTo>
                  <a:lnTo>
                    <a:pt x="12743" y="24752"/>
                  </a:lnTo>
                  <a:lnTo>
                    <a:pt x="12859" y="24830"/>
                  </a:lnTo>
                  <a:lnTo>
                    <a:pt x="12975" y="24791"/>
                  </a:lnTo>
                  <a:lnTo>
                    <a:pt x="13052" y="24752"/>
                  </a:lnTo>
                  <a:lnTo>
                    <a:pt x="13091" y="24637"/>
                  </a:lnTo>
                  <a:lnTo>
                    <a:pt x="13323" y="21393"/>
                  </a:lnTo>
                  <a:lnTo>
                    <a:pt x="13400" y="19771"/>
                  </a:lnTo>
                  <a:lnTo>
                    <a:pt x="13439" y="18960"/>
                  </a:lnTo>
                  <a:lnTo>
                    <a:pt x="13400" y="18188"/>
                  </a:lnTo>
                  <a:lnTo>
                    <a:pt x="13361" y="18072"/>
                  </a:lnTo>
                  <a:lnTo>
                    <a:pt x="13323" y="18033"/>
                  </a:lnTo>
                  <a:lnTo>
                    <a:pt x="13284" y="18033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4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8"/>
                  </a:lnTo>
                  <a:lnTo>
                    <a:pt x="10620" y="13631"/>
                  </a:lnTo>
                  <a:lnTo>
                    <a:pt x="10504" y="12705"/>
                  </a:lnTo>
                  <a:lnTo>
                    <a:pt x="10233" y="11121"/>
                  </a:lnTo>
                  <a:lnTo>
                    <a:pt x="9886" y="9538"/>
                  </a:lnTo>
                  <a:lnTo>
                    <a:pt x="9500" y="7955"/>
                  </a:lnTo>
                  <a:lnTo>
                    <a:pt x="9036" y="6410"/>
                  </a:lnTo>
                  <a:lnTo>
                    <a:pt x="8534" y="4866"/>
                  </a:lnTo>
                  <a:lnTo>
                    <a:pt x="7994" y="3321"/>
                  </a:lnTo>
                  <a:lnTo>
                    <a:pt x="7415" y="1815"/>
                  </a:lnTo>
                  <a:lnTo>
                    <a:pt x="6835" y="309"/>
                  </a:lnTo>
                  <a:lnTo>
                    <a:pt x="6797" y="232"/>
                  </a:lnTo>
                  <a:lnTo>
                    <a:pt x="6720" y="193"/>
                  </a:lnTo>
                  <a:lnTo>
                    <a:pt x="6642" y="155"/>
                  </a:lnTo>
                  <a:lnTo>
                    <a:pt x="6604" y="39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13"/>
            <p:cNvSpPr/>
            <p:nvPr/>
          </p:nvSpPr>
          <p:spPr>
            <a:xfrm>
              <a:off x="5032150" y="354530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13"/>
            <p:cNvSpPr/>
            <p:nvPr/>
          </p:nvSpPr>
          <p:spPr>
            <a:xfrm>
              <a:off x="4924025" y="3220925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6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5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5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0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7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13"/>
            <p:cNvSpPr/>
            <p:nvPr/>
          </p:nvSpPr>
          <p:spPr>
            <a:xfrm>
              <a:off x="7032400" y="3923725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6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8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6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13"/>
            <p:cNvSpPr/>
            <p:nvPr/>
          </p:nvSpPr>
          <p:spPr>
            <a:xfrm>
              <a:off x="6924275" y="3599350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4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4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1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6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13"/>
            <p:cNvSpPr/>
            <p:nvPr/>
          </p:nvSpPr>
          <p:spPr>
            <a:xfrm>
              <a:off x="3067625" y="1293100"/>
              <a:ext cx="105250" cy="105250"/>
            </a:xfrm>
            <a:custGeom>
              <a:avLst/>
              <a:gdLst/>
              <a:ahLst/>
              <a:cxnLst/>
              <a:rect l="l" t="t" r="r" b="b"/>
              <a:pathLst>
                <a:path w="4210" h="4210" extrusionOk="0">
                  <a:moveTo>
                    <a:pt x="2317" y="348"/>
                  </a:moveTo>
                  <a:lnTo>
                    <a:pt x="2472" y="425"/>
                  </a:lnTo>
                  <a:lnTo>
                    <a:pt x="2665" y="464"/>
                  </a:lnTo>
                  <a:lnTo>
                    <a:pt x="2819" y="579"/>
                  </a:lnTo>
                  <a:lnTo>
                    <a:pt x="2974" y="695"/>
                  </a:lnTo>
                  <a:lnTo>
                    <a:pt x="3128" y="811"/>
                  </a:lnTo>
                  <a:lnTo>
                    <a:pt x="3205" y="850"/>
                  </a:lnTo>
                  <a:lnTo>
                    <a:pt x="3360" y="1081"/>
                  </a:lnTo>
                  <a:lnTo>
                    <a:pt x="3553" y="1313"/>
                  </a:lnTo>
                  <a:lnTo>
                    <a:pt x="3669" y="1545"/>
                  </a:lnTo>
                  <a:lnTo>
                    <a:pt x="3784" y="1815"/>
                  </a:lnTo>
                  <a:lnTo>
                    <a:pt x="3823" y="2085"/>
                  </a:lnTo>
                  <a:lnTo>
                    <a:pt x="3823" y="2356"/>
                  </a:lnTo>
                  <a:lnTo>
                    <a:pt x="3784" y="2665"/>
                  </a:lnTo>
                  <a:lnTo>
                    <a:pt x="3669" y="2935"/>
                  </a:lnTo>
                  <a:lnTo>
                    <a:pt x="3476" y="3244"/>
                  </a:lnTo>
                  <a:lnTo>
                    <a:pt x="3205" y="3476"/>
                  </a:lnTo>
                  <a:lnTo>
                    <a:pt x="2896" y="3669"/>
                  </a:lnTo>
                  <a:lnTo>
                    <a:pt x="2587" y="3785"/>
                  </a:lnTo>
                  <a:lnTo>
                    <a:pt x="2201" y="3862"/>
                  </a:lnTo>
                  <a:lnTo>
                    <a:pt x="1854" y="3823"/>
                  </a:lnTo>
                  <a:lnTo>
                    <a:pt x="1506" y="3746"/>
                  </a:lnTo>
                  <a:lnTo>
                    <a:pt x="1197" y="3591"/>
                  </a:lnTo>
                  <a:lnTo>
                    <a:pt x="927" y="3398"/>
                  </a:lnTo>
                  <a:lnTo>
                    <a:pt x="695" y="3167"/>
                  </a:lnTo>
                  <a:lnTo>
                    <a:pt x="541" y="2858"/>
                  </a:lnTo>
                  <a:lnTo>
                    <a:pt x="425" y="2549"/>
                  </a:lnTo>
                  <a:lnTo>
                    <a:pt x="348" y="2240"/>
                  </a:lnTo>
                  <a:lnTo>
                    <a:pt x="348" y="1892"/>
                  </a:lnTo>
                  <a:lnTo>
                    <a:pt x="425" y="1583"/>
                  </a:lnTo>
                  <a:lnTo>
                    <a:pt x="541" y="1275"/>
                  </a:lnTo>
                  <a:lnTo>
                    <a:pt x="772" y="966"/>
                  </a:lnTo>
                  <a:lnTo>
                    <a:pt x="1081" y="695"/>
                  </a:lnTo>
                  <a:lnTo>
                    <a:pt x="1390" y="502"/>
                  </a:lnTo>
                  <a:lnTo>
                    <a:pt x="1738" y="386"/>
                  </a:lnTo>
                  <a:lnTo>
                    <a:pt x="2124" y="348"/>
                  </a:lnTo>
                  <a:close/>
                  <a:moveTo>
                    <a:pt x="1892" y="0"/>
                  </a:moveTo>
                  <a:lnTo>
                    <a:pt x="1545" y="77"/>
                  </a:lnTo>
                  <a:lnTo>
                    <a:pt x="1197" y="232"/>
                  </a:lnTo>
                  <a:lnTo>
                    <a:pt x="850" y="425"/>
                  </a:lnTo>
                  <a:lnTo>
                    <a:pt x="618" y="618"/>
                  </a:lnTo>
                  <a:lnTo>
                    <a:pt x="464" y="811"/>
                  </a:lnTo>
                  <a:lnTo>
                    <a:pt x="309" y="966"/>
                  </a:lnTo>
                  <a:lnTo>
                    <a:pt x="232" y="1159"/>
                  </a:lnTo>
                  <a:lnTo>
                    <a:pt x="116" y="1390"/>
                  </a:lnTo>
                  <a:lnTo>
                    <a:pt x="39" y="1815"/>
                  </a:lnTo>
                  <a:lnTo>
                    <a:pt x="0" y="2240"/>
                  </a:lnTo>
                  <a:lnTo>
                    <a:pt x="77" y="2665"/>
                  </a:lnTo>
                  <a:lnTo>
                    <a:pt x="232" y="3051"/>
                  </a:lnTo>
                  <a:lnTo>
                    <a:pt x="464" y="3437"/>
                  </a:lnTo>
                  <a:lnTo>
                    <a:pt x="618" y="3591"/>
                  </a:lnTo>
                  <a:lnTo>
                    <a:pt x="772" y="3746"/>
                  </a:lnTo>
                  <a:lnTo>
                    <a:pt x="1120" y="3978"/>
                  </a:lnTo>
                  <a:lnTo>
                    <a:pt x="1506" y="4132"/>
                  </a:lnTo>
                  <a:lnTo>
                    <a:pt x="1931" y="4209"/>
                  </a:lnTo>
                  <a:lnTo>
                    <a:pt x="2317" y="4209"/>
                  </a:lnTo>
                  <a:lnTo>
                    <a:pt x="2742" y="4132"/>
                  </a:lnTo>
                  <a:lnTo>
                    <a:pt x="3128" y="3978"/>
                  </a:lnTo>
                  <a:lnTo>
                    <a:pt x="3476" y="3785"/>
                  </a:lnTo>
                  <a:lnTo>
                    <a:pt x="3784" y="3476"/>
                  </a:lnTo>
                  <a:lnTo>
                    <a:pt x="3900" y="3321"/>
                  </a:lnTo>
                  <a:lnTo>
                    <a:pt x="4016" y="3128"/>
                  </a:lnTo>
                  <a:lnTo>
                    <a:pt x="4093" y="2935"/>
                  </a:lnTo>
                  <a:lnTo>
                    <a:pt x="4132" y="2703"/>
                  </a:lnTo>
                  <a:lnTo>
                    <a:pt x="4209" y="2279"/>
                  </a:lnTo>
                  <a:lnTo>
                    <a:pt x="4171" y="1854"/>
                  </a:lnTo>
                  <a:lnTo>
                    <a:pt x="4055" y="1429"/>
                  </a:lnTo>
                  <a:lnTo>
                    <a:pt x="3939" y="1236"/>
                  </a:lnTo>
                  <a:lnTo>
                    <a:pt x="3823" y="1043"/>
                  </a:lnTo>
                  <a:lnTo>
                    <a:pt x="3707" y="888"/>
                  </a:lnTo>
                  <a:lnTo>
                    <a:pt x="3553" y="734"/>
                  </a:lnTo>
                  <a:lnTo>
                    <a:pt x="3360" y="579"/>
                  </a:lnTo>
                  <a:lnTo>
                    <a:pt x="3167" y="502"/>
                  </a:lnTo>
                  <a:lnTo>
                    <a:pt x="3128" y="502"/>
                  </a:lnTo>
                  <a:lnTo>
                    <a:pt x="3051" y="348"/>
                  </a:lnTo>
                  <a:lnTo>
                    <a:pt x="2896" y="232"/>
                  </a:lnTo>
                  <a:lnTo>
                    <a:pt x="2780" y="116"/>
                  </a:lnTo>
                  <a:lnTo>
                    <a:pt x="2626" y="77"/>
                  </a:lnTo>
                  <a:lnTo>
                    <a:pt x="2433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13"/>
            <p:cNvSpPr/>
            <p:nvPr/>
          </p:nvSpPr>
          <p:spPr>
            <a:xfrm>
              <a:off x="2850400" y="1030525"/>
              <a:ext cx="475950" cy="686400"/>
            </a:xfrm>
            <a:custGeom>
              <a:avLst/>
              <a:gdLst/>
              <a:ahLst/>
              <a:cxnLst/>
              <a:rect l="l" t="t" r="r" b="b"/>
              <a:pathLst>
                <a:path w="19038" h="27456" extrusionOk="0">
                  <a:moveTo>
                    <a:pt x="18690" y="309"/>
                  </a:moveTo>
                  <a:lnTo>
                    <a:pt x="18690" y="463"/>
                  </a:lnTo>
                  <a:lnTo>
                    <a:pt x="18382" y="2047"/>
                  </a:lnTo>
                  <a:lnTo>
                    <a:pt x="17995" y="3668"/>
                  </a:lnTo>
                  <a:lnTo>
                    <a:pt x="17609" y="5252"/>
                  </a:lnTo>
                  <a:lnTo>
                    <a:pt x="17184" y="6873"/>
                  </a:lnTo>
                  <a:lnTo>
                    <a:pt x="16489" y="6873"/>
                  </a:lnTo>
                  <a:lnTo>
                    <a:pt x="16180" y="6835"/>
                  </a:lnTo>
                  <a:lnTo>
                    <a:pt x="15833" y="6758"/>
                  </a:lnTo>
                  <a:lnTo>
                    <a:pt x="15524" y="6680"/>
                  </a:lnTo>
                  <a:lnTo>
                    <a:pt x="15215" y="6565"/>
                  </a:lnTo>
                  <a:lnTo>
                    <a:pt x="14906" y="6410"/>
                  </a:lnTo>
                  <a:lnTo>
                    <a:pt x="14597" y="6217"/>
                  </a:lnTo>
                  <a:lnTo>
                    <a:pt x="14327" y="6024"/>
                  </a:lnTo>
                  <a:lnTo>
                    <a:pt x="14057" y="5792"/>
                  </a:lnTo>
                  <a:lnTo>
                    <a:pt x="13593" y="5329"/>
                  </a:lnTo>
                  <a:lnTo>
                    <a:pt x="13168" y="4788"/>
                  </a:lnTo>
                  <a:lnTo>
                    <a:pt x="12782" y="4248"/>
                  </a:lnTo>
                  <a:lnTo>
                    <a:pt x="13477" y="3668"/>
                  </a:lnTo>
                  <a:lnTo>
                    <a:pt x="14172" y="3128"/>
                  </a:lnTo>
                  <a:lnTo>
                    <a:pt x="14868" y="2587"/>
                  </a:lnTo>
                  <a:lnTo>
                    <a:pt x="15601" y="2085"/>
                  </a:lnTo>
                  <a:lnTo>
                    <a:pt x="16374" y="1622"/>
                  </a:lnTo>
                  <a:lnTo>
                    <a:pt x="17146" y="1158"/>
                  </a:lnTo>
                  <a:lnTo>
                    <a:pt x="17918" y="734"/>
                  </a:lnTo>
                  <a:lnTo>
                    <a:pt x="18690" y="309"/>
                  </a:lnTo>
                  <a:close/>
                  <a:moveTo>
                    <a:pt x="6063" y="12434"/>
                  </a:moveTo>
                  <a:lnTo>
                    <a:pt x="5793" y="13013"/>
                  </a:lnTo>
                  <a:lnTo>
                    <a:pt x="5600" y="13592"/>
                  </a:lnTo>
                  <a:lnTo>
                    <a:pt x="5446" y="14172"/>
                  </a:lnTo>
                  <a:lnTo>
                    <a:pt x="5291" y="14790"/>
                  </a:lnTo>
                  <a:lnTo>
                    <a:pt x="5252" y="15369"/>
                  </a:lnTo>
                  <a:lnTo>
                    <a:pt x="5214" y="15407"/>
                  </a:lnTo>
                  <a:lnTo>
                    <a:pt x="4750" y="16102"/>
                  </a:lnTo>
                  <a:lnTo>
                    <a:pt x="4287" y="16797"/>
                  </a:lnTo>
                  <a:lnTo>
                    <a:pt x="4171" y="17106"/>
                  </a:lnTo>
                  <a:lnTo>
                    <a:pt x="4017" y="17415"/>
                  </a:lnTo>
                  <a:lnTo>
                    <a:pt x="3824" y="17724"/>
                  </a:lnTo>
                  <a:lnTo>
                    <a:pt x="3746" y="17840"/>
                  </a:lnTo>
                  <a:lnTo>
                    <a:pt x="3631" y="17956"/>
                  </a:lnTo>
                  <a:lnTo>
                    <a:pt x="3476" y="18033"/>
                  </a:lnTo>
                  <a:lnTo>
                    <a:pt x="3283" y="18072"/>
                  </a:lnTo>
                  <a:lnTo>
                    <a:pt x="2858" y="18110"/>
                  </a:lnTo>
                  <a:lnTo>
                    <a:pt x="2009" y="18149"/>
                  </a:lnTo>
                  <a:lnTo>
                    <a:pt x="426" y="18342"/>
                  </a:lnTo>
                  <a:lnTo>
                    <a:pt x="426" y="18342"/>
                  </a:lnTo>
                  <a:lnTo>
                    <a:pt x="850" y="17724"/>
                  </a:lnTo>
                  <a:lnTo>
                    <a:pt x="1275" y="17106"/>
                  </a:lnTo>
                  <a:lnTo>
                    <a:pt x="1661" y="16489"/>
                  </a:lnTo>
                  <a:lnTo>
                    <a:pt x="2009" y="15832"/>
                  </a:lnTo>
                  <a:lnTo>
                    <a:pt x="2549" y="14751"/>
                  </a:lnTo>
                  <a:lnTo>
                    <a:pt x="2820" y="14017"/>
                  </a:lnTo>
                  <a:lnTo>
                    <a:pt x="3013" y="13670"/>
                  </a:lnTo>
                  <a:lnTo>
                    <a:pt x="3206" y="13322"/>
                  </a:lnTo>
                  <a:lnTo>
                    <a:pt x="3360" y="13322"/>
                  </a:lnTo>
                  <a:lnTo>
                    <a:pt x="3399" y="13245"/>
                  </a:lnTo>
                  <a:lnTo>
                    <a:pt x="3438" y="13206"/>
                  </a:lnTo>
                  <a:lnTo>
                    <a:pt x="4750" y="12782"/>
                  </a:lnTo>
                  <a:lnTo>
                    <a:pt x="6063" y="12434"/>
                  </a:lnTo>
                  <a:close/>
                  <a:moveTo>
                    <a:pt x="12551" y="4441"/>
                  </a:moveTo>
                  <a:lnTo>
                    <a:pt x="12898" y="5020"/>
                  </a:lnTo>
                  <a:lnTo>
                    <a:pt x="13362" y="5561"/>
                  </a:lnTo>
                  <a:lnTo>
                    <a:pt x="13864" y="6101"/>
                  </a:lnTo>
                  <a:lnTo>
                    <a:pt x="14172" y="6333"/>
                  </a:lnTo>
                  <a:lnTo>
                    <a:pt x="14443" y="6565"/>
                  </a:lnTo>
                  <a:lnTo>
                    <a:pt x="14752" y="6758"/>
                  </a:lnTo>
                  <a:lnTo>
                    <a:pt x="15061" y="6951"/>
                  </a:lnTo>
                  <a:lnTo>
                    <a:pt x="15370" y="7067"/>
                  </a:lnTo>
                  <a:lnTo>
                    <a:pt x="15717" y="7182"/>
                  </a:lnTo>
                  <a:lnTo>
                    <a:pt x="16026" y="7260"/>
                  </a:lnTo>
                  <a:lnTo>
                    <a:pt x="16721" y="7260"/>
                  </a:lnTo>
                  <a:lnTo>
                    <a:pt x="17107" y="7182"/>
                  </a:lnTo>
                  <a:lnTo>
                    <a:pt x="16682" y="8573"/>
                  </a:lnTo>
                  <a:lnTo>
                    <a:pt x="16180" y="9963"/>
                  </a:lnTo>
                  <a:lnTo>
                    <a:pt x="15756" y="11160"/>
                  </a:lnTo>
                  <a:lnTo>
                    <a:pt x="15254" y="12357"/>
                  </a:lnTo>
                  <a:lnTo>
                    <a:pt x="14752" y="13515"/>
                  </a:lnTo>
                  <a:lnTo>
                    <a:pt x="14172" y="14635"/>
                  </a:lnTo>
                  <a:lnTo>
                    <a:pt x="13555" y="15793"/>
                  </a:lnTo>
                  <a:lnTo>
                    <a:pt x="13207" y="16373"/>
                  </a:lnTo>
                  <a:lnTo>
                    <a:pt x="12860" y="16952"/>
                  </a:lnTo>
                  <a:lnTo>
                    <a:pt x="12473" y="17493"/>
                  </a:lnTo>
                  <a:lnTo>
                    <a:pt x="12087" y="17995"/>
                  </a:lnTo>
                  <a:lnTo>
                    <a:pt x="11624" y="18458"/>
                  </a:lnTo>
                  <a:lnTo>
                    <a:pt x="11161" y="18883"/>
                  </a:lnTo>
                  <a:lnTo>
                    <a:pt x="10620" y="19230"/>
                  </a:lnTo>
                  <a:lnTo>
                    <a:pt x="10079" y="19462"/>
                  </a:lnTo>
                  <a:lnTo>
                    <a:pt x="9809" y="19578"/>
                  </a:lnTo>
                  <a:lnTo>
                    <a:pt x="9539" y="19655"/>
                  </a:lnTo>
                  <a:lnTo>
                    <a:pt x="9230" y="19694"/>
                  </a:lnTo>
                  <a:lnTo>
                    <a:pt x="8959" y="19732"/>
                  </a:lnTo>
                  <a:lnTo>
                    <a:pt x="8689" y="19732"/>
                  </a:lnTo>
                  <a:lnTo>
                    <a:pt x="8380" y="19694"/>
                  </a:lnTo>
                  <a:lnTo>
                    <a:pt x="8110" y="19616"/>
                  </a:lnTo>
                  <a:lnTo>
                    <a:pt x="7840" y="19539"/>
                  </a:lnTo>
                  <a:lnTo>
                    <a:pt x="7569" y="19423"/>
                  </a:lnTo>
                  <a:lnTo>
                    <a:pt x="7299" y="19269"/>
                  </a:lnTo>
                  <a:lnTo>
                    <a:pt x="7067" y="19114"/>
                  </a:lnTo>
                  <a:lnTo>
                    <a:pt x="6836" y="18883"/>
                  </a:lnTo>
                  <a:lnTo>
                    <a:pt x="6450" y="18458"/>
                  </a:lnTo>
                  <a:lnTo>
                    <a:pt x="6141" y="17956"/>
                  </a:lnTo>
                  <a:lnTo>
                    <a:pt x="5870" y="17454"/>
                  </a:lnTo>
                  <a:lnTo>
                    <a:pt x="5716" y="16913"/>
                  </a:lnTo>
                  <a:lnTo>
                    <a:pt x="5639" y="16334"/>
                  </a:lnTo>
                  <a:lnTo>
                    <a:pt x="5600" y="15755"/>
                  </a:lnTo>
                  <a:lnTo>
                    <a:pt x="5639" y="15214"/>
                  </a:lnTo>
                  <a:lnTo>
                    <a:pt x="5716" y="14635"/>
                  </a:lnTo>
                  <a:lnTo>
                    <a:pt x="5832" y="14056"/>
                  </a:lnTo>
                  <a:lnTo>
                    <a:pt x="6025" y="13515"/>
                  </a:lnTo>
                  <a:lnTo>
                    <a:pt x="6218" y="13013"/>
                  </a:lnTo>
                  <a:lnTo>
                    <a:pt x="6450" y="12473"/>
                  </a:lnTo>
                  <a:lnTo>
                    <a:pt x="6952" y="11469"/>
                  </a:lnTo>
                  <a:lnTo>
                    <a:pt x="7531" y="10465"/>
                  </a:lnTo>
                  <a:lnTo>
                    <a:pt x="8149" y="9461"/>
                  </a:lnTo>
                  <a:lnTo>
                    <a:pt x="8844" y="8495"/>
                  </a:lnTo>
                  <a:lnTo>
                    <a:pt x="9539" y="7530"/>
                  </a:lnTo>
                  <a:lnTo>
                    <a:pt x="10311" y="6642"/>
                  </a:lnTo>
                  <a:lnTo>
                    <a:pt x="10852" y="6063"/>
                  </a:lnTo>
                  <a:lnTo>
                    <a:pt x="11392" y="5522"/>
                  </a:lnTo>
                  <a:lnTo>
                    <a:pt x="11971" y="4981"/>
                  </a:lnTo>
                  <a:lnTo>
                    <a:pt x="12551" y="4441"/>
                  </a:lnTo>
                  <a:close/>
                  <a:moveTo>
                    <a:pt x="5986" y="18419"/>
                  </a:moveTo>
                  <a:lnTo>
                    <a:pt x="6218" y="18767"/>
                  </a:lnTo>
                  <a:lnTo>
                    <a:pt x="6450" y="19076"/>
                  </a:lnTo>
                  <a:lnTo>
                    <a:pt x="6758" y="19346"/>
                  </a:lnTo>
                  <a:lnTo>
                    <a:pt x="7067" y="19616"/>
                  </a:lnTo>
                  <a:lnTo>
                    <a:pt x="7415" y="19809"/>
                  </a:lnTo>
                  <a:lnTo>
                    <a:pt x="7801" y="19964"/>
                  </a:lnTo>
                  <a:lnTo>
                    <a:pt x="8187" y="20080"/>
                  </a:lnTo>
                  <a:lnTo>
                    <a:pt x="8612" y="20118"/>
                  </a:lnTo>
                  <a:lnTo>
                    <a:pt x="8535" y="20466"/>
                  </a:lnTo>
                  <a:lnTo>
                    <a:pt x="8496" y="20852"/>
                  </a:lnTo>
                  <a:lnTo>
                    <a:pt x="7994" y="20813"/>
                  </a:lnTo>
                  <a:lnTo>
                    <a:pt x="7531" y="20698"/>
                  </a:lnTo>
                  <a:lnTo>
                    <a:pt x="7106" y="20504"/>
                  </a:lnTo>
                  <a:lnTo>
                    <a:pt x="6720" y="20273"/>
                  </a:lnTo>
                  <a:lnTo>
                    <a:pt x="6334" y="20002"/>
                  </a:lnTo>
                  <a:lnTo>
                    <a:pt x="6025" y="19655"/>
                  </a:lnTo>
                  <a:lnTo>
                    <a:pt x="5716" y="19307"/>
                  </a:lnTo>
                  <a:lnTo>
                    <a:pt x="5446" y="18883"/>
                  </a:lnTo>
                  <a:lnTo>
                    <a:pt x="5446" y="18844"/>
                  </a:lnTo>
                  <a:lnTo>
                    <a:pt x="5986" y="18419"/>
                  </a:lnTo>
                  <a:close/>
                  <a:moveTo>
                    <a:pt x="5291" y="18960"/>
                  </a:moveTo>
                  <a:lnTo>
                    <a:pt x="5523" y="19462"/>
                  </a:lnTo>
                  <a:lnTo>
                    <a:pt x="5793" y="19887"/>
                  </a:lnTo>
                  <a:lnTo>
                    <a:pt x="6141" y="20234"/>
                  </a:lnTo>
                  <a:lnTo>
                    <a:pt x="6527" y="20582"/>
                  </a:lnTo>
                  <a:lnTo>
                    <a:pt x="6952" y="20813"/>
                  </a:lnTo>
                  <a:lnTo>
                    <a:pt x="7453" y="21006"/>
                  </a:lnTo>
                  <a:lnTo>
                    <a:pt x="7955" y="21122"/>
                  </a:lnTo>
                  <a:lnTo>
                    <a:pt x="8457" y="21161"/>
                  </a:lnTo>
                  <a:lnTo>
                    <a:pt x="8496" y="21702"/>
                  </a:lnTo>
                  <a:lnTo>
                    <a:pt x="7878" y="21624"/>
                  </a:lnTo>
                  <a:lnTo>
                    <a:pt x="7299" y="21508"/>
                  </a:lnTo>
                  <a:lnTo>
                    <a:pt x="6797" y="21315"/>
                  </a:lnTo>
                  <a:lnTo>
                    <a:pt x="6295" y="21084"/>
                  </a:lnTo>
                  <a:lnTo>
                    <a:pt x="5870" y="20775"/>
                  </a:lnTo>
                  <a:lnTo>
                    <a:pt x="5446" y="20389"/>
                  </a:lnTo>
                  <a:lnTo>
                    <a:pt x="5021" y="19964"/>
                  </a:lnTo>
                  <a:lnTo>
                    <a:pt x="4673" y="19501"/>
                  </a:lnTo>
                  <a:lnTo>
                    <a:pt x="4828" y="19385"/>
                  </a:lnTo>
                  <a:lnTo>
                    <a:pt x="4982" y="19269"/>
                  </a:lnTo>
                  <a:lnTo>
                    <a:pt x="5291" y="18960"/>
                  </a:lnTo>
                  <a:close/>
                  <a:moveTo>
                    <a:pt x="13555" y="16527"/>
                  </a:moveTo>
                  <a:lnTo>
                    <a:pt x="13748" y="17184"/>
                  </a:lnTo>
                  <a:lnTo>
                    <a:pt x="13979" y="17840"/>
                  </a:lnTo>
                  <a:lnTo>
                    <a:pt x="14250" y="18458"/>
                  </a:lnTo>
                  <a:lnTo>
                    <a:pt x="14597" y="19037"/>
                  </a:lnTo>
                  <a:lnTo>
                    <a:pt x="13670" y="20157"/>
                  </a:lnTo>
                  <a:lnTo>
                    <a:pt x="12782" y="21315"/>
                  </a:lnTo>
                  <a:lnTo>
                    <a:pt x="11083" y="23748"/>
                  </a:lnTo>
                  <a:lnTo>
                    <a:pt x="10736" y="22783"/>
                  </a:lnTo>
                  <a:lnTo>
                    <a:pt x="10350" y="21856"/>
                  </a:lnTo>
                  <a:lnTo>
                    <a:pt x="10234" y="21586"/>
                  </a:lnTo>
                  <a:lnTo>
                    <a:pt x="10195" y="21354"/>
                  </a:lnTo>
                  <a:lnTo>
                    <a:pt x="10195" y="21238"/>
                  </a:lnTo>
                  <a:lnTo>
                    <a:pt x="10234" y="21122"/>
                  </a:lnTo>
                  <a:lnTo>
                    <a:pt x="10388" y="20813"/>
                  </a:lnTo>
                  <a:lnTo>
                    <a:pt x="10813" y="20234"/>
                  </a:lnTo>
                  <a:lnTo>
                    <a:pt x="11199" y="19578"/>
                  </a:lnTo>
                  <a:lnTo>
                    <a:pt x="11199" y="19501"/>
                  </a:lnTo>
                  <a:lnTo>
                    <a:pt x="11199" y="19462"/>
                  </a:lnTo>
                  <a:lnTo>
                    <a:pt x="11161" y="19346"/>
                  </a:lnTo>
                  <a:lnTo>
                    <a:pt x="11585" y="18999"/>
                  </a:lnTo>
                  <a:lnTo>
                    <a:pt x="11971" y="18612"/>
                  </a:lnTo>
                  <a:lnTo>
                    <a:pt x="12358" y="18226"/>
                  </a:lnTo>
                  <a:lnTo>
                    <a:pt x="12705" y="17801"/>
                  </a:lnTo>
                  <a:lnTo>
                    <a:pt x="13130" y="17184"/>
                  </a:lnTo>
                  <a:lnTo>
                    <a:pt x="13555" y="16527"/>
                  </a:lnTo>
                  <a:close/>
                  <a:moveTo>
                    <a:pt x="5677" y="21161"/>
                  </a:moveTo>
                  <a:lnTo>
                    <a:pt x="5948" y="21393"/>
                  </a:lnTo>
                  <a:lnTo>
                    <a:pt x="6256" y="21547"/>
                  </a:lnTo>
                  <a:lnTo>
                    <a:pt x="6565" y="21702"/>
                  </a:lnTo>
                  <a:lnTo>
                    <a:pt x="6913" y="21817"/>
                  </a:lnTo>
                  <a:lnTo>
                    <a:pt x="6836" y="22010"/>
                  </a:lnTo>
                  <a:lnTo>
                    <a:pt x="6797" y="22204"/>
                  </a:lnTo>
                  <a:lnTo>
                    <a:pt x="6643" y="22088"/>
                  </a:lnTo>
                  <a:lnTo>
                    <a:pt x="6604" y="22010"/>
                  </a:lnTo>
                  <a:lnTo>
                    <a:pt x="6411" y="22010"/>
                  </a:lnTo>
                  <a:lnTo>
                    <a:pt x="6372" y="22088"/>
                  </a:lnTo>
                  <a:lnTo>
                    <a:pt x="6218" y="22628"/>
                  </a:lnTo>
                  <a:lnTo>
                    <a:pt x="6025" y="23092"/>
                  </a:lnTo>
                  <a:lnTo>
                    <a:pt x="5832" y="23594"/>
                  </a:lnTo>
                  <a:lnTo>
                    <a:pt x="5600" y="24057"/>
                  </a:lnTo>
                  <a:lnTo>
                    <a:pt x="5330" y="24482"/>
                  </a:lnTo>
                  <a:lnTo>
                    <a:pt x="5021" y="24907"/>
                  </a:lnTo>
                  <a:lnTo>
                    <a:pt x="4712" y="25331"/>
                  </a:lnTo>
                  <a:lnTo>
                    <a:pt x="4364" y="25717"/>
                  </a:lnTo>
                  <a:lnTo>
                    <a:pt x="4248" y="25293"/>
                  </a:lnTo>
                  <a:lnTo>
                    <a:pt x="4171" y="24868"/>
                  </a:lnTo>
                  <a:lnTo>
                    <a:pt x="4171" y="24482"/>
                  </a:lnTo>
                  <a:lnTo>
                    <a:pt x="4210" y="24057"/>
                  </a:lnTo>
                  <a:lnTo>
                    <a:pt x="4326" y="23671"/>
                  </a:lnTo>
                  <a:lnTo>
                    <a:pt x="4480" y="23285"/>
                  </a:lnTo>
                  <a:lnTo>
                    <a:pt x="4673" y="22899"/>
                  </a:lnTo>
                  <a:lnTo>
                    <a:pt x="4944" y="22512"/>
                  </a:lnTo>
                  <a:lnTo>
                    <a:pt x="5175" y="22204"/>
                  </a:lnTo>
                  <a:lnTo>
                    <a:pt x="5330" y="21895"/>
                  </a:lnTo>
                  <a:lnTo>
                    <a:pt x="5407" y="21740"/>
                  </a:lnTo>
                  <a:lnTo>
                    <a:pt x="5407" y="21586"/>
                  </a:lnTo>
                  <a:lnTo>
                    <a:pt x="5368" y="21470"/>
                  </a:lnTo>
                  <a:lnTo>
                    <a:pt x="5291" y="21315"/>
                  </a:lnTo>
                  <a:lnTo>
                    <a:pt x="5446" y="21238"/>
                  </a:lnTo>
                  <a:lnTo>
                    <a:pt x="5677" y="21161"/>
                  </a:lnTo>
                  <a:close/>
                  <a:moveTo>
                    <a:pt x="4905" y="20466"/>
                  </a:moveTo>
                  <a:lnTo>
                    <a:pt x="5175" y="20736"/>
                  </a:lnTo>
                  <a:lnTo>
                    <a:pt x="5484" y="21006"/>
                  </a:lnTo>
                  <a:lnTo>
                    <a:pt x="5252" y="21084"/>
                  </a:lnTo>
                  <a:lnTo>
                    <a:pt x="5021" y="21161"/>
                  </a:lnTo>
                  <a:lnTo>
                    <a:pt x="4982" y="21200"/>
                  </a:lnTo>
                  <a:lnTo>
                    <a:pt x="4944" y="21277"/>
                  </a:lnTo>
                  <a:lnTo>
                    <a:pt x="4982" y="21354"/>
                  </a:lnTo>
                  <a:lnTo>
                    <a:pt x="5021" y="21393"/>
                  </a:lnTo>
                  <a:lnTo>
                    <a:pt x="5059" y="21470"/>
                  </a:lnTo>
                  <a:lnTo>
                    <a:pt x="5098" y="21547"/>
                  </a:lnTo>
                  <a:lnTo>
                    <a:pt x="5059" y="21779"/>
                  </a:lnTo>
                  <a:lnTo>
                    <a:pt x="4905" y="22049"/>
                  </a:lnTo>
                  <a:lnTo>
                    <a:pt x="4750" y="22358"/>
                  </a:lnTo>
                  <a:lnTo>
                    <a:pt x="4364" y="22937"/>
                  </a:lnTo>
                  <a:lnTo>
                    <a:pt x="4133" y="23323"/>
                  </a:lnTo>
                  <a:lnTo>
                    <a:pt x="3940" y="23748"/>
                  </a:lnTo>
                  <a:lnTo>
                    <a:pt x="3862" y="24212"/>
                  </a:lnTo>
                  <a:lnTo>
                    <a:pt x="3824" y="24714"/>
                  </a:lnTo>
                  <a:lnTo>
                    <a:pt x="3862" y="25177"/>
                  </a:lnTo>
                  <a:lnTo>
                    <a:pt x="3940" y="25409"/>
                  </a:lnTo>
                  <a:lnTo>
                    <a:pt x="4017" y="25640"/>
                  </a:lnTo>
                  <a:lnTo>
                    <a:pt x="4133" y="25872"/>
                  </a:lnTo>
                  <a:lnTo>
                    <a:pt x="4248" y="26065"/>
                  </a:lnTo>
                  <a:lnTo>
                    <a:pt x="4287" y="26104"/>
                  </a:lnTo>
                  <a:lnTo>
                    <a:pt x="4364" y="26104"/>
                  </a:lnTo>
                  <a:lnTo>
                    <a:pt x="4403" y="26065"/>
                  </a:lnTo>
                  <a:lnTo>
                    <a:pt x="4442" y="25988"/>
                  </a:lnTo>
                  <a:lnTo>
                    <a:pt x="4480" y="25988"/>
                  </a:lnTo>
                  <a:lnTo>
                    <a:pt x="4828" y="25602"/>
                  </a:lnTo>
                  <a:lnTo>
                    <a:pt x="5175" y="25215"/>
                  </a:lnTo>
                  <a:lnTo>
                    <a:pt x="5484" y="24791"/>
                  </a:lnTo>
                  <a:lnTo>
                    <a:pt x="5793" y="24366"/>
                  </a:lnTo>
                  <a:lnTo>
                    <a:pt x="6025" y="23903"/>
                  </a:lnTo>
                  <a:lnTo>
                    <a:pt x="6256" y="23439"/>
                  </a:lnTo>
                  <a:lnTo>
                    <a:pt x="6450" y="22937"/>
                  </a:lnTo>
                  <a:lnTo>
                    <a:pt x="6604" y="22435"/>
                  </a:lnTo>
                  <a:lnTo>
                    <a:pt x="6720" y="22551"/>
                  </a:lnTo>
                  <a:lnTo>
                    <a:pt x="6913" y="22590"/>
                  </a:lnTo>
                  <a:lnTo>
                    <a:pt x="6952" y="22628"/>
                  </a:lnTo>
                  <a:lnTo>
                    <a:pt x="7029" y="22590"/>
                  </a:lnTo>
                  <a:lnTo>
                    <a:pt x="7067" y="22512"/>
                  </a:lnTo>
                  <a:lnTo>
                    <a:pt x="7067" y="22474"/>
                  </a:lnTo>
                  <a:lnTo>
                    <a:pt x="7145" y="21895"/>
                  </a:lnTo>
                  <a:lnTo>
                    <a:pt x="7608" y="22010"/>
                  </a:lnTo>
                  <a:lnTo>
                    <a:pt x="7724" y="22512"/>
                  </a:lnTo>
                  <a:lnTo>
                    <a:pt x="7762" y="23014"/>
                  </a:lnTo>
                  <a:lnTo>
                    <a:pt x="7801" y="23555"/>
                  </a:lnTo>
                  <a:lnTo>
                    <a:pt x="7801" y="24057"/>
                  </a:lnTo>
                  <a:lnTo>
                    <a:pt x="7608" y="23903"/>
                  </a:lnTo>
                  <a:lnTo>
                    <a:pt x="7492" y="23671"/>
                  </a:lnTo>
                  <a:lnTo>
                    <a:pt x="7376" y="23439"/>
                  </a:lnTo>
                  <a:lnTo>
                    <a:pt x="7338" y="23169"/>
                  </a:lnTo>
                  <a:lnTo>
                    <a:pt x="7338" y="23092"/>
                  </a:lnTo>
                  <a:lnTo>
                    <a:pt x="7299" y="23053"/>
                  </a:lnTo>
                  <a:lnTo>
                    <a:pt x="7183" y="23014"/>
                  </a:lnTo>
                  <a:lnTo>
                    <a:pt x="7106" y="23014"/>
                  </a:lnTo>
                  <a:lnTo>
                    <a:pt x="7067" y="23053"/>
                  </a:lnTo>
                  <a:lnTo>
                    <a:pt x="7029" y="23092"/>
                  </a:lnTo>
                  <a:lnTo>
                    <a:pt x="6990" y="23169"/>
                  </a:lnTo>
                  <a:lnTo>
                    <a:pt x="6952" y="23787"/>
                  </a:lnTo>
                  <a:lnTo>
                    <a:pt x="6797" y="24405"/>
                  </a:lnTo>
                  <a:lnTo>
                    <a:pt x="6681" y="24675"/>
                  </a:lnTo>
                  <a:lnTo>
                    <a:pt x="6565" y="24984"/>
                  </a:lnTo>
                  <a:lnTo>
                    <a:pt x="6411" y="25254"/>
                  </a:lnTo>
                  <a:lnTo>
                    <a:pt x="6218" y="25524"/>
                  </a:lnTo>
                  <a:lnTo>
                    <a:pt x="5832" y="25988"/>
                  </a:lnTo>
                  <a:lnTo>
                    <a:pt x="5600" y="26219"/>
                  </a:lnTo>
                  <a:lnTo>
                    <a:pt x="5368" y="26451"/>
                  </a:lnTo>
                  <a:lnTo>
                    <a:pt x="5098" y="26644"/>
                  </a:lnTo>
                  <a:lnTo>
                    <a:pt x="4828" y="26799"/>
                  </a:lnTo>
                  <a:lnTo>
                    <a:pt x="4557" y="26953"/>
                  </a:lnTo>
                  <a:lnTo>
                    <a:pt x="4248" y="27030"/>
                  </a:lnTo>
                  <a:lnTo>
                    <a:pt x="4017" y="27030"/>
                  </a:lnTo>
                  <a:lnTo>
                    <a:pt x="3862" y="26992"/>
                  </a:lnTo>
                  <a:lnTo>
                    <a:pt x="3708" y="26915"/>
                  </a:lnTo>
                  <a:lnTo>
                    <a:pt x="3592" y="26760"/>
                  </a:lnTo>
                  <a:lnTo>
                    <a:pt x="3515" y="26606"/>
                  </a:lnTo>
                  <a:lnTo>
                    <a:pt x="3438" y="26413"/>
                  </a:lnTo>
                  <a:lnTo>
                    <a:pt x="3322" y="25988"/>
                  </a:lnTo>
                  <a:lnTo>
                    <a:pt x="3206" y="25293"/>
                  </a:lnTo>
                  <a:lnTo>
                    <a:pt x="3167" y="24945"/>
                  </a:lnTo>
                  <a:lnTo>
                    <a:pt x="3167" y="24598"/>
                  </a:lnTo>
                  <a:lnTo>
                    <a:pt x="3206" y="24173"/>
                  </a:lnTo>
                  <a:lnTo>
                    <a:pt x="3283" y="23787"/>
                  </a:lnTo>
                  <a:lnTo>
                    <a:pt x="3360" y="23401"/>
                  </a:lnTo>
                  <a:lnTo>
                    <a:pt x="3515" y="23014"/>
                  </a:lnTo>
                  <a:lnTo>
                    <a:pt x="3708" y="22667"/>
                  </a:lnTo>
                  <a:lnTo>
                    <a:pt x="3901" y="22319"/>
                  </a:lnTo>
                  <a:lnTo>
                    <a:pt x="4171" y="22010"/>
                  </a:lnTo>
                  <a:lnTo>
                    <a:pt x="4480" y="21702"/>
                  </a:lnTo>
                  <a:lnTo>
                    <a:pt x="4519" y="21624"/>
                  </a:lnTo>
                  <a:lnTo>
                    <a:pt x="4519" y="21547"/>
                  </a:lnTo>
                  <a:lnTo>
                    <a:pt x="4442" y="21470"/>
                  </a:lnTo>
                  <a:lnTo>
                    <a:pt x="4364" y="21431"/>
                  </a:lnTo>
                  <a:lnTo>
                    <a:pt x="3553" y="21315"/>
                  </a:lnTo>
                  <a:lnTo>
                    <a:pt x="3862" y="21045"/>
                  </a:lnTo>
                  <a:lnTo>
                    <a:pt x="4171" y="20775"/>
                  </a:lnTo>
                  <a:lnTo>
                    <a:pt x="4519" y="20582"/>
                  </a:lnTo>
                  <a:lnTo>
                    <a:pt x="4905" y="20466"/>
                  </a:lnTo>
                  <a:close/>
                  <a:moveTo>
                    <a:pt x="18845" y="0"/>
                  </a:moveTo>
                  <a:lnTo>
                    <a:pt x="18806" y="77"/>
                  </a:lnTo>
                  <a:lnTo>
                    <a:pt x="18729" y="39"/>
                  </a:lnTo>
                  <a:lnTo>
                    <a:pt x="18652" y="39"/>
                  </a:lnTo>
                  <a:lnTo>
                    <a:pt x="17455" y="618"/>
                  </a:lnTo>
                  <a:lnTo>
                    <a:pt x="16296" y="1236"/>
                  </a:lnTo>
                  <a:lnTo>
                    <a:pt x="15215" y="1931"/>
                  </a:lnTo>
                  <a:lnTo>
                    <a:pt x="14134" y="2664"/>
                  </a:lnTo>
                  <a:lnTo>
                    <a:pt x="13091" y="3475"/>
                  </a:lnTo>
                  <a:lnTo>
                    <a:pt x="12087" y="4325"/>
                  </a:lnTo>
                  <a:lnTo>
                    <a:pt x="11161" y="5213"/>
                  </a:lnTo>
                  <a:lnTo>
                    <a:pt x="10272" y="6178"/>
                  </a:lnTo>
                  <a:lnTo>
                    <a:pt x="9384" y="7144"/>
                  </a:lnTo>
                  <a:lnTo>
                    <a:pt x="8573" y="8186"/>
                  </a:lnTo>
                  <a:lnTo>
                    <a:pt x="7840" y="9268"/>
                  </a:lnTo>
                  <a:lnTo>
                    <a:pt x="7145" y="10387"/>
                  </a:lnTo>
                  <a:lnTo>
                    <a:pt x="6643" y="11276"/>
                  </a:lnTo>
                  <a:lnTo>
                    <a:pt x="6179" y="12164"/>
                  </a:lnTo>
                  <a:lnTo>
                    <a:pt x="5368" y="12241"/>
                  </a:lnTo>
                  <a:lnTo>
                    <a:pt x="4557" y="12395"/>
                  </a:lnTo>
                  <a:lnTo>
                    <a:pt x="3785" y="12627"/>
                  </a:lnTo>
                  <a:lnTo>
                    <a:pt x="3013" y="12936"/>
                  </a:lnTo>
                  <a:lnTo>
                    <a:pt x="2936" y="12975"/>
                  </a:lnTo>
                  <a:lnTo>
                    <a:pt x="2897" y="13013"/>
                  </a:lnTo>
                  <a:lnTo>
                    <a:pt x="2897" y="13168"/>
                  </a:lnTo>
                  <a:lnTo>
                    <a:pt x="2704" y="13361"/>
                  </a:lnTo>
                  <a:lnTo>
                    <a:pt x="2549" y="13592"/>
                  </a:lnTo>
                  <a:lnTo>
                    <a:pt x="2395" y="13863"/>
                  </a:lnTo>
                  <a:lnTo>
                    <a:pt x="2279" y="14133"/>
                  </a:lnTo>
                  <a:lnTo>
                    <a:pt x="2086" y="14712"/>
                  </a:lnTo>
                  <a:lnTo>
                    <a:pt x="1854" y="15214"/>
                  </a:lnTo>
                  <a:lnTo>
                    <a:pt x="1430" y="15987"/>
                  </a:lnTo>
                  <a:lnTo>
                    <a:pt x="1005" y="16759"/>
                  </a:lnTo>
                  <a:lnTo>
                    <a:pt x="541" y="17493"/>
                  </a:lnTo>
                  <a:lnTo>
                    <a:pt x="39" y="18226"/>
                  </a:lnTo>
                  <a:lnTo>
                    <a:pt x="1" y="18303"/>
                  </a:lnTo>
                  <a:lnTo>
                    <a:pt x="1" y="18381"/>
                  </a:lnTo>
                  <a:lnTo>
                    <a:pt x="39" y="18419"/>
                  </a:lnTo>
                  <a:lnTo>
                    <a:pt x="117" y="18458"/>
                  </a:lnTo>
                  <a:lnTo>
                    <a:pt x="117" y="18535"/>
                  </a:lnTo>
                  <a:lnTo>
                    <a:pt x="117" y="18612"/>
                  </a:lnTo>
                  <a:lnTo>
                    <a:pt x="155" y="18651"/>
                  </a:lnTo>
                  <a:lnTo>
                    <a:pt x="233" y="18690"/>
                  </a:lnTo>
                  <a:lnTo>
                    <a:pt x="1159" y="18612"/>
                  </a:lnTo>
                  <a:lnTo>
                    <a:pt x="2086" y="18574"/>
                  </a:lnTo>
                  <a:lnTo>
                    <a:pt x="3901" y="18381"/>
                  </a:lnTo>
                  <a:lnTo>
                    <a:pt x="3978" y="18342"/>
                  </a:lnTo>
                  <a:lnTo>
                    <a:pt x="4055" y="18265"/>
                  </a:lnTo>
                  <a:lnTo>
                    <a:pt x="4596" y="17106"/>
                  </a:lnTo>
                  <a:lnTo>
                    <a:pt x="5252" y="15987"/>
                  </a:lnTo>
                  <a:lnTo>
                    <a:pt x="5291" y="16566"/>
                  </a:lnTo>
                  <a:lnTo>
                    <a:pt x="5446" y="17106"/>
                  </a:lnTo>
                  <a:lnTo>
                    <a:pt x="5600" y="17647"/>
                  </a:lnTo>
                  <a:lnTo>
                    <a:pt x="5832" y="18188"/>
                  </a:lnTo>
                  <a:lnTo>
                    <a:pt x="5446" y="18381"/>
                  </a:lnTo>
                  <a:lnTo>
                    <a:pt x="5059" y="18651"/>
                  </a:lnTo>
                  <a:lnTo>
                    <a:pt x="4673" y="18960"/>
                  </a:lnTo>
                  <a:lnTo>
                    <a:pt x="4519" y="19153"/>
                  </a:lnTo>
                  <a:lnTo>
                    <a:pt x="4403" y="19346"/>
                  </a:lnTo>
                  <a:lnTo>
                    <a:pt x="4403" y="19423"/>
                  </a:lnTo>
                  <a:lnTo>
                    <a:pt x="4442" y="19501"/>
                  </a:lnTo>
                  <a:lnTo>
                    <a:pt x="4442" y="19539"/>
                  </a:lnTo>
                  <a:lnTo>
                    <a:pt x="4442" y="19616"/>
                  </a:lnTo>
                  <a:lnTo>
                    <a:pt x="4596" y="19964"/>
                  </a:lnTo>
                  <a:lnTo>
                    <a:pt x="4789" y="20273"/>
                  </a:lnTo>
                  <a:lnTo>
                    <a:pt x="4519" y="20311"/>
                  </a:lnTo>
                  <a:lnTo>
                    <a:pt x="4287" y="20389"/>
                  </a:lnTo>
                  <a:lnTo>
                    <a:pt x="4055" y="20504"/>
                  </a:lnTo>
                  <a:lnTo>
                    <a:pt x="3862" y="20620"/>
                  </a:lnTo>
                  <a:lnTo>
                    <a:pt x="3669" y="20775"/>
                  </a:lnTo>
                  <a:lnTo>
                    <a:pt x="3476" y="20968"/>
                  </a:lnTo>
                  <a:lnTo>
                    <a:pt x="3283" y="21161"/>
                  </a:lnTo>
                  <a:lnTo>
                    <a:pt x="3129" y="21354"/>
                  </a:lnTo>
                  <a:lnTo>
                    <a:pt x="3090" y="21431"/>
                  </a:lnTo>
                  <a:lnTo>
                    <a:pt x="3129" y="21508"/>
                  </a:lnTo>
                  <a:lnTo>
                    <a:pt x="3167" y="21586"/>
                  </a:lnTo>
                  <a:lnTo>
                    <a:pt x="3244" y="21624"/>
                  </a:lnTo>
                  <a:lnTo>
                    <a:pt x="4017" y="21702"/>
                  </a:lnTo>
                  <a:lnTo>
                    <a:pt x="3746" y="22010"/>
                  </a:lnTo>
                  <a:lnTo>
                    <a:pt x="3476" y="22358"/>
                  </a:lnTo>
                  <a:lnTo>
                    <a:pt x="3283" y="22706"/>
                  </a:lnTo>
                  <a:lnTo>
                    <a:pt x="3129" y="23092"/>
                  </a:lnTo>
                  <a:lnTo>
                    <a:pt x="3013" y="23478"/>
                  </a:lnTo>
                  <a:lnTo>
                    <a:pt x="2897" y="23864"/>
                  </a:lnTo>
                  <a:lnTo>
                    <a:pt x="2858" y="24289"/>
                  </a:lnTo>
                  <a:lnTo>
                    <a:pt x="2858" y="24714"/>
                  </a:lnTo>
                  <a:lnTo>
                    <a:pt x="2858" y="25370"/>
                  </a:lnTo>
                  <a:lnTo>
                    <a:pt x="2897" y="25795"/>
                  </a:lnTo>
                  <a:lnTo>
                    <a:pt x="2974" y="26219"/>
                  </a:lnTo>
                  <a:lnTo>
                    <a:pt x="3090" y="26644"/>
                  </a:lnTo>
                  <a:lnTo>
                    <a:pt x="3244" y="26992"/>
                  </a:lnTo>
                  <a:lnTo>
                    <a:pt x="3360" y="27146"/>
                  </a:lnTo>
                  <a:lnTo>
                    <a:pt x="3438" y="27262"/>
                  </a:lnTo>
                  <a:lnTo>
                    <a:pt x="3553" y="27378"/>
                  </a:lnTo>
                  <a:lnTo>
                    <a:pt x="3708" y="27417"/>
                  </a:lnTo>
                  <a:lnTo>
                    <a:pt x="3862" y="27455"/>
                  </a:lnTo>
                  <a:lnTo>
                    <a:pt x="4017" y="27455"/>
                  </a:lnTo>
                  <a:lnTo>
                    <a:pt x="4364" y="27417"/>
                  </a:lnTo>
                  <a:lnTo>
                    <a:pt x="4750" y="27262"/>
                  </a:lnTo>
                  <a:lnTo>
                    <a:pt x="5098" y="27069"/>
                  </a:lnTo>
                  <a:lnTo>
                    <a:pt x="5407" y="26837"/>
                  </a:lnTo>
                  <a:lnTo>
                    <a:pt x="5716" y="26567"/>
                  </a:lnTo>
                  <a:lnTo>
                    <a:pt x="6218" y="26065"/>
                  </a:lnTo>
                  <a:lnTo>
                    <a:pt x="6565" y="25602"/>
                  </a:lnTo>
                  <a:lnTo>
                    <a:pt x="6874" y="25100"/>
                  </a:lnTo>
                  <a:lnTo>
                    <a:pt x="7106" y="24559"/>
                  </a:lnTo>
                  <a:lnTo>
                    <a:pt x="7260" y="23980"/>
                  </a:lnTo>
                  <a:lnTo>
                    <a:pt x="7376" y="24134"/>
                  </a:lnTo>
                  <a:lnTo>
                    <a:pt x="7531" y="24289"/>
                  </a:lnTo>
                  <a:lnTo>
                    <a:pt x="7685" y="24405"/>
                  </a:lnTo>
                  <a:lnTo>
                    <a:pt x="7878" y="24520"/>
                  </a:lnTo>
                  <a:lnTo>
                    <a:pt x="7955" y="24559"/>
                  </a:lnTo>
                  <a:lnTo>
                    <a:pt x="8033" y="24520"/>
                  </a:lnTo>
                  <a:lnTo>
                    <a:pt x="8110" y="24482"/>
                  </a:lnTo>
                  <a:lnTo>
                    <a:pt x="8110" y="24366"/>
                  </a:lnTo>
                  <a:lnTo>
                    <a:pt x="8149" y="23787"/>
                  </a:lnTo>
                  <a:lnTo>
                    <a:pt x="8149" y="23208"/>
                  </a:lnTo>
                  <a:lnTo>
                    <a:pt x="8071" y="22628"/>
                  </a:lnTo>
                  <a:lnTo>
                    <a:pt x="7955" y="22049"/>
                  </a:lnTo>
                  <a:lnTo>
                    <a:pt x="8535" y="22049"/>
                  </a:lnTo>
                  <a:lnTo>
                    <a:pt x="8651" y="22010"/>
                  </a:lnTo>
                  <a:lnTo>
                    <a:pt x="8728" y="21972"/>
                  </a:lnTo>
                  <a:lnTo>
                    <a:pt x="8766" y="21933"/>
                  </a:lnTo>
                  <a:lnTo>
                    <a:pt x="8766" y="21895"/>
                  </a:lnTo>
                  <a:lnTo>
                    <a:pt x="8844" y="21006"/>
                  </a:lnTo>
                  <a:lnTo>
                    <a:pt x="8921" y="20543"/>
                  </a:lnTo>
                  <a:lnTo>
                    <a:pt x="8998" y="20118"/>
                  </a:lnTo>
                  <a:lnTo>
                    <a:pt x="9153" y="20118"/>
                  </a:lnTo>
                  <a:lnTo>
                    <a:pt x="9577" y="20041"/>
                  </a:lnTo>
                  <a:lnTo>
                    <a:pt x="9963" y="19964"/>
                  </a:lnTo>
                  <a:lnTo>
                    <a:pt x="10311" y="19809"/>
                  </a:lnTo>
                  <a:lnTo>
                    <a:pt x="10659" y="19655"/>
                  </a:lnTo>
                  <a:lnTo>
                    <a:pt x="10157" y="20389"/>
                  </a:lnTo>
                  <a:lnTo>
                    <a:pt x="9616" y="21161"/>
                  </a:lnTo>
                  <a:lnTo>
                    <a:pt x="9577" y="21238"/>
                  </a:lnTo>
                  <a:lnTo>
                    <a:pt x="9616" y="21354"/>
                  </a:lnTo>
                  <a:lnTo>
                    <a:pt x="9963" y="22049"/>
                  </a:lnTo>
                  <a:lnTo>
                    <a:pt x="10272" y="22783"/>
                  </a:lnTo>
                  <a:lnTo>
                    <a:pt x="10581" y="23516"/>
                  </a:lnTo>
                  <a:lnTo>
                    <a:pt x="10813" y="24250"/>
                  </a:lnTo>
                  <a:lnTo>
                    <a:pt x="10890" y="24327"/>
                  </a:lnTo>
                  <a:lnTo>
                    <a:pt x="11006" y="24405"/>
                  </a:lnTo>
                  <a:lnTo>
                    <a:pt x="11122" y="24405"/>
                  </a:lnTo>
                  <a:lnTo>
                    <a:pt x="11199" y="24289"/>
                  </a:lnTo>
                  <a:lnTo>
                    <a:pt x="13130" y="21740"/>
                  </a:lnTo>
                  <a:lnTo>
                    <a:pt x="14095" y="20389"/>
                  </a:lnTo>
                  <a:lnTo>
                    <a:pt x="14520" y="19732"/>
                  </a:lnTo>
                  <a:lnTo>
                    <a:pt x="14945" y="19037"/>
                  </a:lnTo>
                  <a:lnTo>
                    <a:pt x="14983" y="18960"/>
                  </a:lnTo>
                  <a:lnTo>
                    <a:pt x="14945" y="18883"/>
                  </a:lnTo>
                  <a:lnTo>
                    <a:pt x="14790" y="18535"/>
                  </a:lnTo>
                  <a:lnTo>
                    <a:pt x="14597" y="18149"/>
                  </a:lnTo>
                  <a:lnTo>
                    <a:pt x="14288" y="17454"/>
                  </a:lnTo>
                  <a:lnTo>
                    <a:pt x="13786" y="16180"/>
                  </a:lnTo>
                  <a:lnTo>
                    <a:pt x="14211" y="15369"/>
                  </a:lnTo>
                  <a:lnTo>
                    <a:pt x="14674" y="14558"/>
                  </a:lnTo>
                  <a:lnTo>
                    <a:pt x="15061" y="13708"/>
                  </a:lnTo>
                  <a:lnTo>
                    <a:pt x="15447" y="12897"/>
                  </a:lnTo>
                  <a:lnTo>
                    <a:pt x="16065" y="11391"/>
                  </a:lnTo>
                  <a:lnTo>
                    <a:pt x="16644" y="9885"/>
                  </a:lnTo>
                  <a:lnTo>
                    <a:pt x="17146" y="8341"/>
                  </a:lnTo>
                  <a:lnTo>
                    <a:pt x="17609" y="6796"/>
                  </a:lnTo>
                  <a:lnTo>
                    <a:pt x="17995" y="5213"/>
                  </a:lnTo>
                  <a:lnTo>
                    <a:pt x="18382" y="3630"/>
                  </a:lnTo>
                  <a:lnTo>
                    <a:pt x="18729" y="2047"/>
                  </a:lnTo>
                  <a:lnTo>
                    <a:pt x="19038" y="463"/>
                  </a:lnTo>
                  <a:lnTo>
                    <a:pt x="19038" y="386"/>
                  </a:lnTo>
                  <a:lnTo>
                    <a:pt x="18999" y="309"/>
                  </a:lnTo>
                  <a:lnTo>
                    <a:pt x="18999" y="232"/>
                  </a:lnTo>
                  <a:lnTo>
                    <a:pt x="18999" y="77"/>
                  </a:lnTo>
                  <a:lnTo>
                    <a:pt x="18961" y="39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13"/>
            <p:cNvSpPr/>
            <p:nvPr/>
          </p:nvSpPr>
          <p:spPr>
            <a:xfrm>
              <a:off x="1663975" y="3660175"/>
              <a:ext cx="229775" cy="419975"/>
            </a:xfrm>
            <a:custGeom>
              <a:avLst/>
              <a:gdLst/>
              <a:ahLst/>
              <a:cxnLst/>
              <a:rect l="l" t="t" r="r" b="b"/>
              <a:pathLst>
                <a:path w="9191" h="16799" extrusionOk="0">
                  <a:moveTo>
                    <a:pt x="77" y="1"/>
                  </a:moveTo>
                  <a:lnTo>
                    <a:pt x="0" y="271"/>
                  </a:lnTo>
                  <a:lnTo>
                    <a:pt x="2124" y="1275"/>
                  </a:lnTo>
                  <a:lnTo>
                    <a:pt x="4286" y="2240"/>
                  </a:lnTo>
                  <a:lnTo>
                    <a:pt x="5290" y="2742"/>
                  </a:lnTo>
                  <a:lnTo>
                    <a:pt x="6294" y="3244"/>
                  </a:lnTo>
                  <a:lnTo>
                    <a:pt x="7298" y="3746"/>
                  </a:lnTo>
                  <a:lnTo>
                    <a:pt x="8302" y="4248"/>
                  </a:lnTo>
                  <a:lnTo>
                    <a:pt x="7028" y="4750"/>
                  </a:lnTo>
                  <a:lnTo>
                    <a:pt x="5792" y="5252"/>
                  </a:lnTo>
                  <a:lnTo>
                    <a:pt x="5947" y="5677"/>
                  </a:lnTo>
                  <a:lnTo>
                    <a:pt x="7298" y="5175"/>
                  </a:lnTo>
                  <a:lnTo>
                    <a:pt x="7955" y="4905"/>
                  </a:lnTo>
                  <a:lnTo>
                    <a:pt x="8611" y="4596"/>
                  </a:lnTo>
                  <a:lnTo>
                    <a:pt x="8457" y="5136"/>
                  </a:lnTo>
                  <a:lnTo>
                    <a:pt x="8341" y="5638"/>
                  </a:lnTo>
                  <a:lnTo>
                    <a:pt x="8148" y="6681"/>
                  </a:lnTo>
                  <a:lnTo>
                    <a:pt x="7839" y="8380"/>
                  </a:lnTo>
                  <a:lnTo>
                    <a:pt x="7569" y="10041"/>
                  </a:lnTo>
                  <a:lnTo>
                    <a:pt x="7028" y="13361"/>
                  </a:lnTo>
                  <a:lnTo>
                    <a:pt x="6796" y="15060"/>
                  </a:lnTo>
                  <a:lnTo>
                    <a:pt x="6681" y="15871"/>
                  </a:lnTo>
                  <a:lnTo>
                    <a:pt x="6642" y="16721"/>
                  </a:lnTo>
                  <a:lnTo>
                    <a:pt x="6989" y="16798"/>
                  </a:lnTo>
                  <a:lnTo>
                    <a:pt x="7298" y="15215"/>
                  </a:lnTo>
                  <a:lnTo>
                    <a:pt x="7530" y="13593"/>
                  </a:lnTo>
                  <a:lnTo>
                    <a:pt x="7723" y="12010"/>
                  </a:lnTo>
                  <a:lnTo>
                    <a:pt x="7955" y="10427"/>
                  </a:lnTo>
                  <a:lnTo>
                    <a:pt x="8225" y="8805"/>
                  </a:lnTo>
                  <a:lnTo>
                    <a:pt x="8495" y="7183"/>
                  </a:lnTo>
                  <a:lnTo>
                    <a:pt x="8689" y="6488"/>
                  </a:lnTo>
                  <a:lnTo>
                    <a:pt x="8882" y="5793"/>
                  </a:lnTo>
                  <a:lnTo>
                    <a:pt x="9036" y="5059"/>
                  </a:lnTo>
                  <a:lnTo>
                    <a:pt x="9152" y="4364"/>
                  </a:lnTo>
                  <a:lnTo>
                    <a:pt x="9152" y="4287"/>
                  </a:lnTo>
                  <a:lnTo>
                    <a:pt x="9190" y="4210"/>
                  </a:lnTo>
                  <a:lnTo>
                    <a:pt x="9113" y="4094"/>
                  </a:lnTo>
                  <a:lnTo>
                    <a:pt x="9036" y="4017"/>
                  </a:lnTo>
                  <a:lnTo>
                    <a:pt x="8920" y="4017"/>
                  </a:lnTo>
                  <a:lnTo>
                    <a:pt x="8882" y="4055"/>
                  </a:lnTo>
                  <a:lnTo>
                    <a:pt x="7839" y="3437"/>
                  </a:lnTo>
                  <a:lnTo>
                    <a:pt x="6758" y="2897"/>
                  </a:lnTo>
                  <a:lnTo>
                    <a:pt x="4595" y="1893"/>
                  </a:lnTo>
                  <a:lnTo>
                    <a:pt x="2356" y="927"/>
                  </a:lnTo>
                  <a:lnTo>
                    <a:pt x="1236" y="464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13"/>
            <p:cNvSpPr/>
            <p:nvPr/>
          </p:nvSpPr>
          <p:spPr>
            <a:xfrm>
              <a:off x="1792350" y="4089775"/>
              <a:ext cx="345650" cy="269350"/>
            </a:xfrm>
            <a:custGeom>
              <a:avLst/>
              <a:gdLst/>
              <a:ahLst/>
              <a:cxnLst/>
              <a:rect l="l" t="t" r="r" b="b"/>
              <a:pathLst>
                <a:path w="13826" h="10774" extrusionOk="0">
                  <a:moveTo>
                    <a:pt x="3438" y="1004"/>
                  </a:moveTo>
                  <a:lnTo>
                    <a:pt x="3515" y="1081"/>
                  </a:lnTo>
                  <a:lnTo>
                    <a:pt x="3631" y="1159"/>
                  </a:lnTo>
                  <a:lnTo>
                    <a:pt x="3669" y="1275"/>
                  </a:lnTo>
                  <a:lnTo>
                    <a:pt x="3669" y="1429"/>
                  </a:lnTo>
                  <a:lnTo>
                    <a:pt x="3592" y="1661"/>
                  </a:lnTo>
                  <a:lnTo>
                    <a:pt x="3515" y="1815"/>
                  </a:lnTo>
                  <a:lnTo>
                    <a:pt x="3360" y="1931"/>
                  </a:lnTo>
                  <a:lnTo>
                    <a:pt x="3167" y="1970"/>
                  </a:lnTo>
                  <a:lnTo>
                    <a:pt x="2974" y="2008"/>
                  </a:lnTo>
                  <a:lnTo>
                    <a:pt x="2781" y="2008"/>
                  </a:lnTo>
                  <a:lnTo>
                    <a:pt x="2356" y="1931"/>
                  </a:lnTo>
                  <a:lnTo>
                    <a:pt x="2395" y="1892"/>
                  </a:lnTo>
                  <a:lnTo>
                    <a:pt x="2472" y="1661"/>
                  </a:lnTo>
                  <a:lnTo>
                    <a:pt x="2588" y="1429"/>
                  </a:lnTo>
                  <a:lnTo>
                    <a:pt x="2704" y="1236"/>
                  </a:lnTo>
                  <a:lnTo>
                    <a:pt x="2897" y="1081"/>
                  </a:lnTo>
                  <a:lnTo>
                    <a:pt x="3013" y="1004"/>
                  </a:lnTo>
                  <a:close/>
                  <a:moveTo>
                    <a:pt x="1044" y="1468"/>
                  </a:moveTo>
                  <a:lnTo>
                    <a:pt x="1237" y="1545"/>
                  </a:lnTo>
                  <a:lnTo>
                    <a:pt x="1430" y="1622"/>
                  </a:lnTo>
                  <a:lnTo>
                    <a:pt x="1623" y="1777"/>
                  </a:lnTo>
                  <a:lnTo>
                    <a:pt x="1816" y="1892"/>
                  </a:lnTo>
                  <a:lnTo>
                    <a:pt x="1507" y="2201"/>
                  </a:lnTo>
                  <a:lnTo>
                    <a:pt x="1314" y="2356"/>
                  </a:lnTo>
                  <a:lnTo>
                    <a:pt x="1121" y="2433"/>
                  </a:lnTo>
                  <a:lnTo>
                    <a:pt x="966" y="2472"/>
                  </a:lnTo>
                  <a:lnTo>
                    <a:pt x="812" y="2472"/>
                  </a:lnTo>
                  <a:lnTo>
                    <a:pt x="696" y="2433"/>
                  </a:lnTo>
                  <a:lnTo>
                    <a:pt x="580" y="2394"/>
                  </a:lnTo>
                  <a:lnTo>
                    <a:pt x="464" y="2317"/>
                  </a:lnTo>
                  <a:lnTo>
                    <a:pt x="387" y="2201"/>
                  </a:lnTo>
                  <a:lnTo>
                    <a:pt x="387" y="2085"/>
                  </a:lnTo>
                  <a:lnTo>
                    <a:pt x="426" y="1892"/>
                  </a:lnTo>
                  <a:lnTo>
                    <a:pt x="503" y="1699"/>
                  </a:lnTo>
                  <a:lnTo>
                    <a:pt x="657" y="1545"/>
                  </a:lnTo>
                  <a:lnTo>
                    <a:pt x="850" y="1468"/>
                  </a:lnTo>
                  <a:close/>
                  <a:moveTo>
                    <a:pt x="4866" y="3823"/>
                  </a:moveTo>
                  <a:lnTo>
                    <a:pt x="5021" y="3862"/>
                  </a:lnTo>
                  <a:lnTo>
                    <a:pt x="5137" y="3939"/>
                  </a:lnTo>
                  <a:lnTo>
                    <a:pt x="5253" y="4055"/>
                  </a:lnTo>
                  <a:lnTo>
                    <a:pt x="5330" y="4171"/>
                  </a:lnTo>
                  <a:lnTo>
                    <a:pt x="5330" y="4325"/>
                  </a:lnTo>
                  <a:lnTo>
                    <a:pt x="5330" y="4441"/>
                  </a:lnTo>
                  <a:lnTo>
                    <a:pt x="5291" y="4557"/>
                  </a:lnTo>
                  <a:lnTo>
                    <a:pt x="5137" y="4788"/>
                  </a:lnTo>
                  <a:lnTo>
                    <a:pt x="4944" y="4982"/>
                  </a:lnTo>
                  <a:lnTo>
                    <a:pt x="4751" y="5097"/>
                  </a:lnTo>
                  <a:lnTo>
                    <a:pt x="4557" y="5136"/>
                  </a:lnTo>
                  <a:lnTo>
                    <a:pt x="4171" y="5213"/>
                  </a:lnTo>
                  <a:lnTo>
                    <a:pt x="4171" y="5213"/>
                  </a:lnTo>
                  <a:lnTo>
                    <a:pt x="4210" y="4750"/>
                  </a:lnTo>
                  <a:lnTo>
                    <a:pt x="4287" y="4557"/>
                  </a:lnTo>
                  <a:lnTo>
                    <a:pt x="4364" y="4325"/>
                  </a:lnTo>
                  <a:lnTo>
                    <a:pt x="4519" y="4055"/>
                  </a:lnTo>
                  <a:lnTo>
                    <a:pt x="4635" y="3978"/>
                  </a:lnTo>
                  <a:lnTo>
                    <a:pt x="4751" y="3900"/>
                  </a:lnTo>
                  <a:lnTo>
                    <a:pt x="4866" y="3823"/>
                  </a:lnTo>
                  <a:close/>
                  <a:moveTo>
                    <a:pt x="7299" y="4518"/>
                  </a:moveTo>
                  <a:lnTo>
                    <a:pt x="7415" y="4595"/>
                  </a:lnTo>
                  <a:lnTo>
                    <a:pt x="7492" y="4673"/>
                  </a:lnTo>
                  <a:lnTo>
                    <a:pt x="7531" y="4788"/>
                  </a:lnTo>
                  <a:lnTo>
                    <a:pt x="7569" y="4943"/>
                  </a:lnTo>
                  <a:lnTo>
                    <a:pt x="7608" y="5175"/>
                  </a:lnTo>
                  <a:lnTo>
                    <a:pt x="7569" y="5445"/>
                  </a:lnTo>
                  <a:lnTo>
                    <a:pt x="7531" y="5677"/>
                  </a:lnTo>
                  <a:lnTo>
                    <a:pt x="7454" y="5908"/>
                  </a:lnTo>
                  <a:lnTo>
                    <a:pt x="7299" y="6101"/>
                  </a:lnTo>
                  <a:lnTo>
                    <a:pt x="7145" y="6294"/>
                  </a:lnTo>
                  <a:lnTo>
                    <a:pt x="6913" y="5870"/>
                  </a:lnTo>
                  <a:lnTo>
                    <a:pt x="6797" y="5677"/>
                  </a:lnTo>
                  <a:lnTo>
                    <a:pt x="6759" y="5445"/>
                  </a:lnTo>
                  <a:lnTo>
                    <a:pt x="6720" y="5136"/>
                  </a:lnTo>
                  <a:lnTo>
                    <a:pt x="6759" y="4943"/>
                  </a:lnTo>
                  <a:lnTo>
                    <a:pt x="6797" y="4788"/>
                  </a:lnTo>
                  <a:lnTo>
                    <a:pt x="6874" y="4634"/>
                  </a:lnTo>
                  <a:lnTo>
                    <a:pt x="6990" y="4557"/>
                  </a:lnTo>
                  <a:lnTo>
                    <a:pt x="7106" y="4518"/>
                  </a:lnTo>
                  <a:close/>
                  <a:moveTo>
                    <a:pt x="11161" y="4982"/>
                  </a:moveTo>
                  <a:lnTo>
                    <a:pt x="11276" y="5059"/>
                  </a:lnTo>
                  <a:lnTo>
                    <a:pt x="11354" y="5136"/>
                  </a:lnTo>
                  <a:lnTo>
                    <a:pt x="11392" y="5252"/>
                  </a:lnTo>
                  <a:lnTo>
                    <a:pt x="11431" y="5368"/>
                  </a:lnTo>
                  <a:lnTo>
                    <a:pt x="11392" y="5677"/>
                  </a:lnTo>
                  <a:lnTo>
                    <a:pt x="11315" y="5986"/>
                  </a:lnTo>
                  <a:lnTo>
                    <a:pt x="11161" y="6217"/>
                  </a:lnTo>
                  <a:lnTo>
                    <a:pt x="11083" y="6333"/>
                  </a:lnTo>
                  <a:lnTo>
                    <a:pt x="10968" y="6372"/>
                  </a:lnTo>
                  <a:lnTo>
                    <a:pt x="10890" y="6410"/>
                  </a:lnTo>
                  <a:lnTo>
                    <a:pt x="10736" y="6410"/>
                  </a:lnTo>
                  <a:lnTo>
                    <a:pt x="10697" y="6449"/>
                  </a:lnTo>
                  <a:lnTo>
                    <a:pt x="10659" y="6449"/>
                  </a:lnTo>
                  <a:lnTo>
                    <a:pt x="10466" y="6101"/>
                  </a:lnTo>
                  <a:lnTo>
                    <a:pt x="10388" y="5947"/>
                  </a:lnTo>
                  <a:lnTo>
                    <a:pt x="10350" y="5715"/>
                  </a:lnTo>
                  <a:lnTo>
                    <a:pt x="10350" y="5484"/>
                  </a:lnTo>
                  <a:lnTo>
                    <a:pt x="10427" y="5252"/>
                  </a:lnTo>
                  <a:lnTo>
                    <a:pt x="10581" y="5097"/>
                  </a:lnTo>
                  <a:lnTo>
                    <a:pt x="10697" y="5059"/>
                  </a:lnTo>
                  <a:lnTo>
                    <a:pt x="10813" y="4982"/>
                  </a:lnTo>
                  <a:close/>
                  <a:moveTo>
                    <a:pt x="3052" y="5522"/>
                  </a:moveTo>
                  <a:lnTo>
                    <a:pt x="3476" y="5561"/>
                  </a:lnTo>
                  <a:lnTo>
                    <a:pt x="3283" y="5947"/>
                  </a:lnTo>
                  <a:lnTo>
                    <a:pt x="3167" y="6140"/>
                  </a:lnTo>
                  <a:lnTo>
                    <a:pt x="3013" y="6294"/>
                  </a:lnTo>
                  <a:lnTo>
                    <a:pt x="2858" y="6410"/>
                  </a:lnTo>
                  <a:lnTo>
                    <a:pt x="2704" y="6488"/>
                  </a:lnTo>
                  <a:lnTo>
                    <a:pt x="2472" y="6488"/>
                  </a:lnTo>
                  <a:lnTo>
                    <a:pt x="2279" y="6410"/>
                  </a:lnTo>
                  <a:lnTo>
                    <a:pt x="2125" y="6294"/>
                  </a:lnTo>
                  <a:lnTo>
                    <a:pt x="2086" y="6179"/>
                  </a:lnTo>
                  <a:lnTo>
                    <a:pt x="2086" y="6063"/>
                  </a:lnTo>
                  <a:lnTo>
                    <a:pt x="2125" y="5908"/>
                  </a:lnTo>
                  <a:lnTo>
                    <a:pt x="2241" y="5792"/>
                  </a:lnTo>
                  <a:lnTo>
                    <a:pt x="2356" y="5677"/>
                  </a:lnTo>
                  <a:lnTo>
                    <a:pt x="2472" y="5599"/>
                  </a:lnTo>
                  <a:lnTo>
                    <a:pt x="2588" y="5561"/>
                  </a:lnTo>
                  <a:lnTo>
                    <a:pt x="2820" y="5522"/>
                  </a:lnTo>
                  <a:close/>
                  <a:moveTo>
                    <a:pt x="7222" y="6796"/>
                  </a:moveTo>
                  <a:lnTo>
                    <a:pt x="7183" y="7260"/>
                  </a:lnTo>
                  <a:lnTo>
                    <a:pt x="7106" y="7453"/>
                  </a:lnTo>
                  <a:lnTo>
                    <a:pt x="7029" y="7685"/>
                  </a:lnTo>
                  <a:lnTo>
                    <a:pt x="6874" y="7916"/>
                  </a:lnTo>
                  <a:lnTo>
                    <a:pt x="6681" y="8148"/>
                  </a:lnTo>
                  <a:lnTo>
                    <a:pt x="6565" y="8225"/>
                  </a:lnTo>
                  <a:lnTo>
                    <a:pt x="6450" y="8264"/>
                  </a:lnTo>
                  <a:lnTo>
                    <a:pt x="6295" y="8302"/>
                  </a:lnTo>
                  <a:lnTo>
                    <a:pt x="6141" y="8225"/>
                  </a:lnTo>
                  <a:lnTo>
                    <a:pt x="6025" y="8148"/>
                  </a:lnTo>
                  <a:lnTo>
                    <a:pt x="5948" y="8032"/>
                  </a:lnTo>
                  <a:lnTo>
                    <a:pt x="5909" y="7916"/>
                  </a:lnTo>
                  <a:lnTo>
                    <a:pt x="5909" y="7800"/>
                  </a:lnTo>
                  <a:lnTo>
                    <a:pt x="5948" y="7646"/>
                  </a:lnTo>
                  <a:lnTo>
                    <a:pt x="6025" y="7530"/>
                  </a:lnTo>
                  <a:lnTo>
                    <a:pt x="6179" y="7298"/>
                  </a:lnTo>
                  <a:lnTo>
                    <a:pt x="6411" y="7144"/>
                  </a:lnTo>
                  <a:lnTo>
                    <a:pt x="6643" y="7028"/>
                  </a:lnTo>
                  <a:lnTo>
                    <a:pt x="7183" y="6835"/>
                  </a:lnTo>
                  <a:lnTo>
                    <a:pt x="7183" y="6796"/>
                  </a:lnTo>
                  <a:close/>
                  <a:moveTo>
                    <a:pt x="10620" y="7144"/>
                  </a:moveTo>
                  <a:lnTo>
                    <a:pt x="10659" y="7337"/>
                  </a:lnTo>
                  <a:lnTo>
                    <a:pt x="10697" y="7530"/>
                  </a:lnTo>
                  <a:lnTo>
                    <a:pt x="10697" y="7685"/>
                  </a:lnTo>
                  <a:lnTo>
                    <a:pt x="10659" y="7878"/>
                  </a:lnTo>
                  <a:lnTo>
                    <a:pt x="10620" y="8032"/>
                  </a:lnTo>
                  <a:lnTo>
                    <a:pt x="10504" y="8187"/>
                  </a:lnTo>
                  <a:lnTo>
                    <a:pt x="10427" y="8341"/>
                  </a:lnTo>
                  <a:lnTo>
                    <a:pt x="10272" y="8457"/>
                  </a:lnTo>
                  <a:lnTo>
                    <a:pt x="10118" y="8573"/>
                  </a:lnTo>
                  <a:lnTo>
                    <a:pt x="9925" y="8611"/>
                  </a:lnTo>
                  <a:lnTo>
                    <a:pt x="9848" y="8573"/>
                  </a:lnTo>
                  <a:lnTo>
                    <a:pt x="9770" y="8573"/>
                  </a:lnTo>
                  <a:lnTo>
                    <a:pt x="9732" y="8496"/>
                  </a:lnTo>
                  <a:lnTo>
                    <a:pt x="9655" y="8418"/>
                  </a:lnTo>
                  <a:lnTo>
                    <a:pt x="9616" y="8225"/>
                  </a:lnTo>
                  <a:lnTo>
                    <a:pt x="9655" y="8071"/>
                  </a:lnTo>
                  <a:lnTo>
                    <a:pt x="9732" y="7916"/>
                  </a:lnTo>
                  <a:lnTo>
                    <a:pt x="9809" y="7762"/>
                  </a:lnTo>
                  <a:lnTo>
                    <a:pt x="10002" y="7569"/>
                  </a:lnTo>
                  <a:lnTo>
                    <a:pt x="10195" y="7414"/>
                  </a:lnTo>
                  <a:lnTo>
                    <a:pt x="10388" y="7260"/>
                  </a:lnTo>
                  <a:lnTo>
                    <a:pt x="10620" y="7144"/>
                  </a:lnTo>
                  <a:close/>
                  <a:moveTo>
                    <a:pt x="1854" y="0"/>
                  </a:moveTo>
                  <a:lnTo>
                    <a:pt x="1507" y="39"/>
                  </a:lnTo>
                  <a:lnTo>
                    <a:pt x="1584" y="734"/>
                  </a:lnTo>
                  <a:lnTo>
                    <a:pt x="1700" y="1429"/>
                  </a:lnTo>
                  <a:lnTo>
                    <a:pt x="1584" y="1313"/>
                  </a:lnTo>
                  <a:lnTo>
                    <a:pt x="1430" y="1236"/>
                  </a:lnTo>
                  <a:lnTo>
                    <a:pt x="1275" y="1159"/>
                  </a:lnTo>
                  <a:lnTo>
                    <a:pt x="1082" y="1120"/>
                  </a:lnTo>
                  <a:lnTo>
                    <a:pt x="889" y="1120"/>
                  </a:lnTo>
                  <a:lnTo>
                    <a:pt x="735" y="1159"/>
                  </a:lnTo>
                  <a:lnTo>
                    <a:pt x="542" y="1236"/>
                  </a:lnTo>
                  <a:lnTo>
                    <a:pt x="387" y="1313"/>
                  </a:lnTo>
                  <a:lnTo>
                    <a:pt x="271" y="1429"/>
                  </a:lnTo>
                  <a:lnTo>
                    <a:pt x="155" y="1545"/>
                  </a:lnTo>
                  <a:lnTo>
                    <a:pt x="78" y="1738"/>
                  </a:lnTo>
                  <a:lnTo>
                    <a:pt x="40" y="1892"/>
                  </a:lnTo>
                  <a:lnTo>
                    <a:pt x="1" y="2085"/>
                  </a:lnTo>
                  <a:lnTo>
                    <a:pt x="40" y="2240"/>
                  </a:lnTo>
                  <a:lnTo>
                    <a:pt x="78" y="2394"/>
                  </a:lnTo>
                  <a:lnTo>
                    <a:pt x="155" y="2549"/>
                  </a:lnTo>
                  <a:lnTo>
                    <a:pt x="271" y="2665"/>
                  </a:lnTo>
                  <a:lnTo>
                    <a:pt x="387" y="2742"/>
                  </a:lnTo>
                  <a:lnTo>
                    <a:pt x="542" y="2819"/>
                  </a:lnTo>
                  <a:lnTo>
                    <a:pt x="735" y="2858"/>
                  </a:lnTo>
                  <a:lnTo>
                    <a:pt x="1044" y="2858"/>
                  </a:lnTo>
                  <a:lnTo>
                    <a:pt x="1352" y="2742"/>
                  </a:lnTo>
                  <a:lnTo>
                    <a:pt x="1661" y="2587"/>
                  </a:lnTo>
                  <a:lnTo>
                    <a:pt x="1932" y="2356"/>
                  </a:lnTo>
                  <a:lnTo>
                    <a:pt x="2163" y="3089"/>
                  </a:lnTo>
                  <a:lnTo>
                    <a:pt x="2434" y="3823"/>
                  </a:lnTo>
                  <a:lnTo>
                    <a:pt x="2820" y="4518"/>
                  </a:lnTo>
                  <a:lnTo>
                    <a:pt x="3013" y="4827"/>
                  </a:lnTo>
                  <a:lnTo>
                    <a:pt x="3245" y="5136"/>
                  </a:lnTo>
                  <a:lnTo>
                    <a:pt x="2936" y="5136"/>
                  </a:lnTo>
                  <a:lnTo>
                    <a:pt x="2588" y="5175"/>
                  </a:lnTo>
                  <a:lnTo>
                    <a:pt x="2318" y="5252"/>
                  </a:lnTo>
                  <a:lnTo>
                    <a:pt x="2048" y="5445"/>
                  </a:lnTo>
                  <a:lnTo>
                    <a:pt x="1932" y="5561"/>
                  </a:lnTo>
                  <a:lnTo>
                    <a:pt x="1854" y="5677"/>
                  </a:lnTo>
                  <a:lnTo>
                    <a:pt x="1777" y="5831"/>
                  </a:lnTo>
                  <a:lnTo>
                    <a:pt x="1739" y="5986"/>
                  </a:lnTo>
                  <a:lnTo>
                    <a:pt x="1700" y="6140"/>
                  </a:lnTo>
                  <a:lnTo>
                    <a:pt x="1739" y="6294"/>
                  </a:lnTo>
                  <a:lnTo>
                    <a:pt x="1777" y="6449"/>
                  </a:lnTo>
                  <a:lnTo>
                    <a:pt x="1893" y="6603"/>
                  </a:lnTo>
                  <a:lnTo>
                    <a:pt x="2009" y="6681"/>
                  </a:lnTo>
                  <a:lnTo>
                    <a:pt x="2125" y="6758"/>
                  </a:lnTo>
                  <a:lnTo>
                    <a:pt x="2279" y="6835"/>
                  </a:lnTo>
                  <a:lnTo>
                    <a:pt x="2434" y="6874"/>
                  </a:lnTo>
                  <a:lnTo>
                    <a:pt x="2588" y="6874"/>
                  </a:lnTo>
                  <a:lnTo>
                    <a:pt x="2743" y="6835"/>
                  </a:lnTo>
                  <a:lnTo>
                    <a:pt x="2897" y="6796"/>
                  </a:lnTo>
                  <a:lnTo>
                    <a:pt x="3052" y="6719"/>
                  </a:lnTo>
                  <a:lnTo>
                    <a:pt x="3283" y="6526"/>
                  </a:lnTo>
                  <a:lnTo>
                    <a:pt x="3476" y="6294"/>
                  </a:lnTo>
                  <a:lnTo>
                    <a:pt x="3631" y="5986"/>
                  </a:lnTo>
                  <a:lnTo>
                    <a:pt x="3747" y="5677"/>
                  </a:lnTo>
                  <a:lnTo>
                    <a:pt x="4171" y="6024"/>
                  </a:lnTo>
                  <a:lnTo>
                    <a:pt x="4635" y="6333"/>
                  </a:lnTo>
                  <a:lnTo>
                    <a:pt x="5137" y="6565"/>
                  </a:lnTo>
                  <a:lnTo>
                    <a:pt x="5716" y="6719"/>
                  </a:lnTo>
                  <a:lnTo>
                    <a:pt x="6218" y="6796"/>
                  </a:lnTo>
                  <a:lnTo>
                    <a:pt x="6025" y="6912"/>
                  </a:lnTo>
                  <a:lnTo>
                    <a:pt x="5870" y="7028"/>
                  </a:lnTo>
                  <a:lnTo>
                    <a:pt x="5755" y="7183"/>
                  </a:lnTo>
                  <a:lnTo>
                    <a:pt x="5639" y="7376"/>
                  </a:lnTo>
                  <a:lnTo>
                    <a:pt x="5561" y="7530"/>
                  </a:lnTo>
                  <a:lnTo>
                    <a:pt x="5523" y="7685"/>
                  </a:lnTo>
                  <a:lnTo>
                    <a:pt x="5523" y="7878"/>
                  </a:lnTo>
                  <a:lnTo>
                    <a:pt x="5523" y="8032"/>
                  </a:lnTo>
                  <a:lnTo>
                    <a:pt x="5561" y="8187"/>
                  </a:lnTo>
                  <a:lnTo>
                    <a:pt x="5639" y="8341"/>
                  </a:lnTo>
                  <a:lnTo>
                    <a:pt x="5755" y="8457"/>
                  </a:lnTo>
                  <a:lnTo>
                    <a:pt x="5909" y="8573"/>
                  </a:lnTo>
                  <a:lnTo>
                    <a:pt x="6063" y="8650"/>
                  </a:lnTo>
                  <a:lnTo>
                    <a:pt x="6257" y="8689"/>
                  </a:lnTo>
                  <a:lnTo>
                    <a:pt x="6411" y="8689"/>
                  </a:lnTo>
                  <a:lnTo>
                    <a:pt x="6604" y="8650"/>
                  </a:lnTo>
                  <a:lnTo>
                    <a:pt x="6759" y="8573"/>
                  </a:lnTo>
                  <a:lnTo>
                    <a:pt x="6952" y="8457"/>
                  </a:lnTo>
                  <a:lnTo>
                    <a:pt x="7067" y="8341"/>
                  </a:lnTo>
                  <a:lnTo>
                    <a:pt x="7183" y="8187"/>
                  </a:lnTo>
                  <a:lnTo>
                    <a:pt x="7376" y="7878"/>
                  </a:lnTo>
                  <a:lnTo>
                    <a:pt x="7492" y="7530"/>
                  </a:lnTo>
                  <a:lnTo>
                    <a:pt x="7531" y="7183"/>
                  </a:lnTo>
                  <a:lnTo>
                    <a:pt x="7531" y="6796"/>
                  </a:lnTo>
                  <a:lnTo>
                    <a:pt x="8882" y="6719"/>
                  </a:lnTo>
                  <a:lnTo>
                    <a:pt x="9577" y="6719"/>
                  </a:lnTo>
                  <a:lnTo>
                    <a:pt x="10272" y="6796"/>
                  </a:lnTo>
                  <a:lnTo>
                    <a:pt x="10466" y="6835"/>
                  </a:lnTo>
                  <a:lnTo>
                    <a:pt x="10311" y="6912"/>
                  </a:lnTo>
                  <a:lnTo>
                    <a:pt x="10118" y="7028"/>
                  </a:lnTo>
                  <a:lnTo>
                    <a:pt x="9809" y="7260"/>
                  </a:lnTo>
                  <a:lnTo>
                    <a:pt x="9539" y="7569"/>
                  </a:lnTo>
                  <a:lnTo>
                    <a:pt x="9423" y="7723"/>
                  </a:lnTo>
                  <a:lnTo>
                    <a:pt x="9346" y="7916"/>
                  </a:lnTo>
                  <a:lnTo>
                    <a:pt x="9307" y="8109"/>
                  </a:lnTo>
                  <a:lnTo>
                    <a:pt x="9269" y="8264"/>
                  </a:lnTo>
                  <a:lnTo>
                    <a:pt x="9307" y="8457"/>
                  </a:lnTo>
                  <a:lnTo>
                    <a:pt x="9384" y="8611"/>
                  </a:lnTo>
                  <a:lnTo>
                    <a:pt x="9462" y="8766"/>
                  </a:lnTo>
                  <a:lnTo>
                    <a:pt x="9616" y="8882"/>
                  </a:lnTo>
                  <a:lnTo>
                    <a:pt x="9770" y="8959"/>
                  </a:lnTo>
                  <a:lnTo>
                    <a:pt x="9964" y="8998"/>
                  </a:lnTo>
                  <a:lnTo>
                    <a:pt x="10157" y="8959"/>
                  </a:lnTo>
                  <a:lnTo>
                    <a:pt x="10311" y="8882"/>
                  </a:lnTo>
                  <a:lnTo>
                    <a:pt x="10466" y="8804"/>
                  </a:lnTo>
                  <a:lnTo>
                    <a:pt x="10620" y="8650"/>
                  </a:lnTo>
                  <a:lnTo>
                    <a:pt x="10736" y="8534"/>
                  </a:lnTo>
                  <a:lnTo>
                    <a:pt x="10852" y="8341"/>
                  </a:lnTo>
                  <a:lnTo>
                    <a:pt x="10929" y="8187"/>
                  </a:lnTo>
                  <a:lnTo>
                    <a:pt x="11006" y="7994"/>
                  </a:lnTo>
                  <a:lnTo>
                    <a:pt x="11045" y="7762"/>
                  </a:lnTo>
                  <a:lnTo>
                    <a:pt x="11045" y="7492"/>
                  </a:lnTo>
                  <a:lnTo>
                    <a:pt x="10968" y="7221"/>
                  </a:lnTo>
                  <a:lnTo>
                    <a:pt x="10890" y="6990"/>
                  </a:lnTo>
                  <a:lnTo>
                    <a:pt x="10929" y="6951"/>
                  </a:lnTo>
                  <a:lnTo>
                    <a:pt x="11431" y="7105"/>
                  </a:lnTo>
                  <a:lnTo>
                    <a:pt x="11894" y="7376"/>
                  </a:lnTo>
                  <a:lnTo>
                    <a:pt x="12319" y="7685"/>
                  </a:lnTo>
                  <a:lnTo>
                    <a:pt x="12512" y="7839"/>
                  </a:lnTo>
                  <a:lnTo>
                    <a:pt x="12705" y="8032"/>
                  </a:lnTo>
                  <a:lnTo>
                    <a:pt x="12898" y="8341"/>
                  </a:lnTo>
                  <a:lnTo>
                    <a:pt x="13091" y="8650"/>
                  </a:lnTo>
                  <a:lnTo>
                    <a:pt x="13207" y="8920"/>
                  </a:lnTo>
                  <a:lnTo>
                    <a:pt x="13284" y="9268"/>
                  </a:lnTo>
                  <a:lnTo>
                    <a:pt x="13323" y="9577"/>
                  </a:lnTo>
                  <a:lnTo>
                    <a:pt x="13362" y="9924"/>
                  </a:lnTo>
                  <a:lnTo>
                    <a:pt x="13323" y="10619"/>
                  </a:lnTo>
                  <a:lnTo>
                    <a:pt x="13323" y="10658"/>
                  </a:lnTo>
                  <a:lnTo>
                    <a:pt x="13362" y="10735"/>
                  </a:lnTo>
                  <a:lnTo>
                    <a:pt x="13439" y="10774"/>
                  </a:lnTo>
                  <a:lnTo>
                    <a:pt x="13555" y="10774"/>
                  </a:lnTo>
                  <a:lnTo>
                    <a:pt x="13632" y="10697"/>
                  </a:lnTo>
                  <a:lnTo>
                    <a:pt x="13709" y="10465"/>
                  </a:lnTo>
                  <a:lnTo>
                    <a:pt x="13786" y="10272"/>
                  </a:lnTo>
                  <a:lnTo>
                    <a:pt x="13825" y="10040"/>
                  </a:lnTo>
                  <a:lnTo>
                    <a:pt x="13825" y="9808"/>
                  </a:lnTo>
                  <a:lnTo>
                    <a:pt x="13786" y="9384"/>
                  </a:lnTo>
                  <a:lnTo>
                    <a:pt x="13671" y="8920"/>
                  </a:lnTo>
                  <a:lnTo>
                    <a:pt x="13478" y="8496"/>
                  </a:lnTo>
                  <a:lnTo>
                    <a:pt x="13246" y="8109"/>
                  </a:lnTo>
                  <a:lnTo>
                    <a:pt x="12976" y="7723"/>
                  </a:lnTo>
                  <a:lnTo>
                    <a:pt x="12667" y="7414"/>
                  </a:lnTo>
                  <a:lnTo>
                    <a:pt x="12319" y="7144"/>
                  </a:lnTo>
                  <a:lnTo>
                    <a:pt x="11972" y="6912"/>
                  </a:lnTo>
                  <a:lnTo>
                    <a:pt x="11585" y="6719"/>
                  </a:lnTo>
                  <a:lnTo>
                    <a:pt x="11199" y="6565"/>
                  </a:lnTo>
                  <a:lnTo>
                    <a:pt x="11392" y="6410"/>
                  </a:lnTo>
                  <a:lnTo>
                    <a:pt x="11585" y="6140"/>
                  </a:lnTo>
                  <a:lnTo>
                    <a:pt x="11701" y="5831"/>
                  </a:lnTo>
                  <a:lnTo>
                    <a:pt x="11740" y="5522"/>
                  </a:lnTo>
                  <a:lnTo>
                    <a:pt x="11740" y="5213"/>
                  </a:lnTo>
                  <a:lnTo>
                    <a:pt x="11701" y="5059"/>
                  </a:lnTo>
                  <a:lnTo>
                    <a:pt x="11624" y="4943"/>
                  </a:lnTo>
                  <a:lnTo>
                    <a:pt x="11547" y="4827"/>
                  </a:lnTo>
                  <a:lnTo>
                    <a:pt x="11431" y="4750"/>
                  </a:lnTo>
                  <a:lnTo>
                    <a:pt x="11276" y="4673"/>
                  </a:lnTo>
                  <a:lnTo>
                    <a:pt x="11122" y="4634"/>
                  </a:lnTo>
                  <a:lnTo>
                    <a:pt x="10774" y="4634"/>
                  </a:lnTo>
                  <a:lnTo>
                    <a:pt x="10581" y="4711"/>
                  </a:lnTo>
                  <a:lnTo>
                    <a:pt x="10427" y="4788"/>
                  </a:lnTo>
                  <a:lnTo>
                    <a:pt x="10311" y="4866"/>
                  </a:lnTo>
                  <a:lnTo>
                    <a:pt x="10195" y="5020"/>
                  </a:lnTo>
                  <a:lnTo>
                    <a:pt x="10079" y="5136"/>
                  </a:lnTo>
                  <a:lnTo>
                    <a:pt x="10002" y="5329"/>
                  </a:lnTo>
                  <a:lnTo>
                    <a:pt x="9964" y="5561"/>
                  </a:lnTo>
                  <a:lnTo>
                    <a:pt x="9964" y="5831"/>
                  </a:lnTo>
                  <a:lnTo>
                    <a:pt x="10041" y="6063"/>
                  </a:lnTo>
                  <a:lnTo>
                    <a:pt x="10118" y="6333"/>
                  </a:lnTo>
                  <a:lnTo>
                    <a:pt x="9462" y="6256"/>
                  </a:lnTo>
                  <a:lnTo>
                    <a:pt x="8805" y="6256"/>
                  </a:lnTo>
                  <a:lnTo>
                    <a:pt x="7492" y="6333"/>
                  </a:lnTo>
                  <a:lnTo>
                    <a:pt x="7685" y="6063"/>
                  </a:lnTo>
                  <a:lnTo>
                    <a:pt x="7801" y="5792"/>
                  </a:lnTo>
                  <a:lnTo>
                    <a:pt x="7878" y="5522"/>
                  </a:lnTo>
                  <a:lnTo>
                    <a:pt x="7956" y="5213"/>
                  </a:lnTo>
                  <a:lnTo>
                    <a:pt x="7917" y="4866"/>
                  </a:lnTo>
                  <a:lnTo>
                    <a:pt x="7878" y="4711"/>
                  </a:lnTo>
                  <a:lnTo>
                    <a:pt x="7801" y="4557"/>
                  </a:lnTo>
                  <a:lnTo>
                    <a:pt x="7724" y="4402"/>
                  </a:lnTo>
                  <a:lnTo>
                    <a:pt x="7608" y="4287"/>
                  </a:lnTo>
                  <a:lnTo>
                    <a:pt x="7492" y="4209"/>
                  </a:lnTo>
                  <a:lnTo>
                    <a:pt x="7299" y="4132"/>
                  </a:lnTo>
                  <a:lnTo>
                    <a:pt x="6990" y="4132"/>
                  </a:lnTo>
                  <a:lnTo>
                    <a:pt x="6836" y="4209"/>
                  </a:lnTo>
                  <a:lnTo>
                    <a:pt x="6720" y="4325"/>
                  </a:lnTo>
                  <a:lnTo>
                    <a:pt x="6604" y="4441"/>
                  </a:lnTo>
                  <a:lnTo>
                    <a:pt x="6527" y="4595"/>
                  </a:lnTo>
                  <a:lnTo>
                    <a:pt x="6411" y="4904"/>
                  </a:lnTo>
                  <a:lnTo>
                    <a:pt x="6372" y="5252"/>
                  </a:lnTo>
                  <a:lnTo>
                    <a:pt x="6411" y="5638"/>
                  </a:lnTo>
                  <a:lnTo>
                    <a:pt x="6450" y="5831"/>
                  </a:lnTo>
                  <a:lnTo>
                    <a:pt x="6527" y="6024"/>
                  </a:lnTo>
                  <a:lnTo>
                    <a:pt x="6643" y="6179"/>
                  </a:lnTo>
                  <a:lnTo>
                    <a:pt x="6759" y="6333"/>
                  </a:lnTo>
                  <a:lnTo>
                    <a:pt x="6102" y="6256"/>
                  </a:lnTo>
                  <a:lnTo>
                    <a:pt x="5755" y="6217"/>
                  </a:lnTo>
                  <a:lnTo>
                    <a:pt x="5446" y="6140"/>
                  </a:lnTo>
                  <a:lnTo>
                    <a:pt x="5137" y="6024"/>
                  </a:lnTo>
                  <a:lnTo>
                    <a:pt x="4828" y="5870"/>
                  </a:lnTo>
                  <a:lnTo>
                    <a:pt x="4519" y="5715"/>
                  </a:lnTo>
                  <a:lnTo>
                    <a:pt x="4210" y="5522"/>
                  </a:lnTo>
                  <a:lnTo>
                    <a:pt x="4557" y="5484"/>
                  </a:lnTo>
                  <a:lnTo>
                    <a:pt x="4905" y="5406"/>
                  </a:lnTo>
                  <a:lnTo>
                    <a:pt x="5175" y="5252"/>
                  </a:lnTo>
                  <a:lnTo>
                    <a:pt x="5446" y="5020"/>
                  </a:lnTo>
                  <a:lnTo>
                    <a:pt x="5561" y="4866"/>
                  </a:lnTo>
                  <a:lnTo>
                    <a:pt x="5639" y="4711"/>
                  </a:lnTo>
                  <a:lnTo>
                    <a:pt x="5677" y="4518"/>
                  </a:lnTo>
                  <a:lnTo>
                    <a:pt x="5716" y="4364"/>
                  </a:lnTo>
                  <a:lnTo>
                    <a:pt x="5716" y="4171"/>
                  </a:lnTo>
                  <a:lnTo>
                    <a:pt x="5639" y="4016"/>
                  </a:lnTo>
                  <a:lnTo>
                    <a:pt x="5561" y="3862"/>
                  </a:lnTo>
                  <a:lnTo>
                    <a:pt x="5446" y="3707"/>
                  </a:lnTo>
                  <a:lnTo>
                    <a:pt x="5330" y="3591"/>
                  </a:lnTo>
                  <a:lnTo>
                    <a:pt x="5175" y="3514"/>
                  </a:lnTo>
                  <a:lnTo>
                    <a:pt x="5021" y="3476"/>
                  </a:lnTo>
                  <a:lnTo>
                    <a:pt x="4866" y="3437"/>
                  </a:lnTo>
                  <a:lnTo>
                    <a:pt x="4712" y="3476"/>
                  </a:lnTo>
                  <a:lnTo>
                    <a:pt x="4557" y="3514"/>
                  </a:lnTo>
                  <a:lnTo>
                    <a:pt x="4442" y="3630"/>
                  </a:lnTo>
                  <a:lnTo>
                    <a:pt x="4287" y="3707"/>
                  </a:lnTo>
                  <a:lnTo>
                    <a:pt x="4171" y="3862"/>
                  </a:lnTo>
                  <a:lnTo>
                    <a:pt x="4055" y="4016"/>
                  </a:lnTo>
                  <a:lnTo>
                    <a:pt x="3940" y="4364"/>
                  </a:lnTo>
                  <a:lnTo>
                    <a:pt x="3824" y="4750"/>
                  </a:lnTo>
                  <a:lnTo>
                    <a:pt x="3785" y="5097"/>
                  </a:lnTo>
                  <a:lnTo>
                    <a:pt x="3515" y="4788"/>
                  </a:lnTo>
                  <a:lnTo>
                    <a:pt x="3283" y="4441"/>
                  </a:lnTo>
                  <a:lnTo>
                    <a:pt x="3052" y="4093"/>
                  </a:lnTo>
                  <a:lnTo>
                    <a:pt x="2858" y="3746"/>
                  </a:lnTo>
                  <a:lnTo>
                    <a:pt x="2704" y="3398"/>
                  </a:lnTo>
                  <a:lnTo>
                    <a:pt x="2550" y="3012"/>
                  </a:lnTo>
                  <a:lnTo>
                    <a:pt x="2318" y="2240"/>
                  </a:lnTo>
                  <a:lnTo>
                    <a:pt x="2318" y="2240"/>
                  </a:lnTo>
                  <a:lnTo>
                    <a:pt x="2588" y="2317"/>
                  </a:lnTo>
                  <a:lnTo>
                    <a:pt x="2858" y="2356"/>
                  </a:lnTo>
                  <a:lnTo>
                    <a:pt x="3129" y="2356"/>
                  </a:lnTo>
                  <a:lnTo>
                    <a:pt x="3399" y="2279"/>
                  </a:lnTo>
                  <a:lnTo>
                    <a:pt x="3554" y="2201"/>
                  </a:lnTo>
                  <a:lnTo>
                    <a:pt x="3708" y="2085"/>
                  </a:lnTo>
                  <a:lnTo>
                    <a:pt x="3824" y="1970"/>
                  </a:lnTo>
                  <a:lnTo>
                    <a:pt x="3940" y="1815"/>
                  </a:lnTo>
                  <a:lnTo>
                    <a:pt x="4017" y="1661"/>
                  </a:lnTo>
                  <a:lnTo>
                    <a:pt x="4055" y="1506"/>
                  </a:lnTo>
                  <a:lnTo>
                    <a:pt x="4055" y="1313"/>
                  </a:lnTo>
                  <a:lnTo>
                    <a:pt x="4017" y="1159"/>
                  </a:lnTo>
                  <a:lnTo>
                    <a:pt x="3978" y="1004"/>
                  </a:lnTo>
                  <a:lnTo>
                    <a:pt x="3862" y="850"/>
                  </a:lnTo>
                  <a:lnTo>
                    <a:pt x="3747" y="773"/>
                  </a:lnTo>
                  <a:lnTo>
                    <a:pt x="3592" y="695"/>
                  </a:lnTo>
                  <a:lnTo>
                    <a:pt x="3438" y="618"/>
                  </a:lnTo>
                  <a:lnTo>
                    <a:pt x="3283" y="579"/>
                  </a:lnTo>
                  <a:lnTo>
                    <a:pt x="3129" y="579"/>
                  </a:lnTo>
                  <a:lnTo>
                    <a:pt x="2974" y="618"/>
                  </a:lnTo>
                  <a:lnTo>
                    <a:pt x="2820" y="657"/>
                  </a:lnTo>
                  <a:lnTo>
                    <a:pt x="2665" y="734"/>
                  </a:lnTo>
                  <a:lnTo>
                    <a:pt x="2434" y="927"/>
                  </a:lnTo>
                  <a:lnTo>
                    <a:pt x="2241" y="1159"/>
                  </a:lnTo>
                  <a:lnTo>
                    <a:pt x="2125" y="146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13"/>
            <p:cNvSpPr/>
            <p:nvPr/>
          </p:nvSpPr>
          <p:spPr>
            <a:xfrm>
              <a:off x="1572250" y="3880275"/>
              <a:ext cx="267450" cy="210475"/>
            </a:xfrm>
            <a:custGeom>
              <a:avLst/>
              <a:gdLst/>
              <a:ahLst/>
              <a:cxnLst/>
              <a:rect l="l" t="t" r="r" b="b"/>
              <a:pathLst>
                <a:path w="10698" h="8419" extrusionOk="0">
                  <a:moveTo>
                    <a:pt x="155" y="1"/>
                  </a:moveTo>
                  <a:lnTo>
                    <a:pt x="1" y="233"/>
                  </a:lnTo>
                  <a:lnTo>
                    <a:pt x="1391" y="1314"/>
                  </a:lnTo>
                  <a:lnTo>
                    <a:pt x="2781" y="2395"/>
                  </a:lnTo>
                  <a:lnTo>
                    <a:pt x="4210" y="3476"/>
                  </a:lnTo>
                  <a:lnTo>
                    <a:pt x="5600" y="4596"/>
                  </a:lnTo>
                  <a:lnTo>
                    <a:pt x="6951" y="5677"/>
                  </a:lnTo>
                  <a:lnTo>
                    <a:pt x="8303" y="6797"/>
                  </a:lnTo>
                  <a:lnTo>
                    <a:pt x="9616" y="7917"/>
                  </a:lnTo>
                  <a:lnTo>
                    <a:pt x="9963" y="8226"/>
                  </a:lnTo>
                  <a:lnTo>
                    <a:pt x="10118" y="8342"/>
                  </a:lnTo>
                  <a:lnTo>
                    <a:pt x="10311" y="8419"/>
                  </a:lnTo>
                  <a:lnTo>
                    <a:pt x="10658" y="8380"/>
                  </a:lnTo>
                  <a:lnTo>
                    <a:pt x="10697" y="8264"/>
                  </a:lnTo>
                  <a:lnTo>
                    <a:pt x="10697" y="8149"/>
                  </a:lnTo>
                  <a:lnTo>
                    <a:pt x="10658" y="8033"/>
                  </a:lnTo>
                  <a:lnTo>
                    <a:pt x="10658" y="7994"/>
                  </a:lnTo>
                  <a:lnTo>
                    <a:pt x="10311" y="7917"/>
                  </a:lnTo>
                  <a:lnTo>
                    <a:pt x="10002" y="6952"/>
                  </a:lnTo>
                  <a:lnTo>
                    <a:pt x="9654" y="5986"/>
                  </a:lnTo>
                  <a:lnTo>
                    <a:pt x="8882" y="4094"/>
                  </a:lnTo>
                  <a:lnTo>
                    <a:pt x="8380" y="2781"/>
                  </a:lnTo>
                  <a:lnTo>
                    <a:pt x="7994" y="2936"/>
                  </a:lnTo>
                  <a:lnTo>
                    <a:pt x="8419" y="3940"/>
                  </a:lnTo>
                  <a:lnTo>
                    <a:pt x="9037" y="5677"/>
                  </a:lnTo>
                  <a:lnTo>
                    <a:pt x="9346" y="6565"/>
                  </a:lnTo>
                  <a:lnTo>
                    <a:pt x="9654" y="7415"/>
                  </a:lnTo>
                  <a:lnTo>
                    <a:pt x="9230" y="7029"/>
                  </a:lnTo>
                  <a:lnTo>
                    <a:pt x="7994" y="5986"/>
                  </a:lnTo>
                  <a:lnTo>
                    <a:pt x="6720" y="4905"/>
                  </a:lnTo>
                  <a:lnTo>
                    <a:pt x="5407" y="3862"/>
                  </a:lnTo>
                  <a:lnTo>
                    <a:pt x="4133" y="2858"/>
                  </a:lnTo>
                  <a:lnTo>
                    <a:pt x="2820" y="1854"/>
                  </a:lnTo>
                  <a:lnTo>
                    <a:pt x="1507" y="928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13"/>
            <p:cNvSpPr/>
            <p:nvPr/>
          </p:nvSpPr>
          <p:spPr>
            <a:xfrm>
              <a:off x="1564525" y="3658250"/>
              <a:ext cx="248125" cy="295425"/>
            </a:xfrm>
            <a:custGeom>
              <a:avLst/>
              <a:gdLst/>
              <a:ahLst/>
              <a:cxnLst/>
              <a:rect l="l" t="t" r="r" b="b"/>
              <a:pathLst>
                <a:path w="9925" h="11817" extrusionOk="0">
                  <a:moveTo>
                    <a:pt x="3785" y="850"/>
                  </a:moveTo>
                  <a:lnTo>
                    <a:pt x="4326" y="2279"/>
                  </a:lnTo>
                  <a:lnTo>
                    <a:pt x="4944" y="3746"/>
                  </a:lnTo>
                  <a:lnTo>
                    <a:pt x="6179" y="6565"/>
                  </a:lnTo>
                  <a:lnTo>
                    <a:pt x="3322" y="7492"/>
                  </a:lnTo>
                  <a:lnTo>
                    <a:pt x="1893" y="7955"/>
                  </a:lnTo>
                  <a:lnTo>
                    <a:pt x="464" y="8457"/>
                  </a:lnTo>
                  <a:lnTo>
                    <a:pt x="464" y="8457"/>
                  </a:lnTo>
                  <a:lnTo>
                    <a:pt x="1043" y="7569"/>
                  </a:lnTo>
                  <a:lnTo>
                    <a:pt x="1507" y="6604"/>
                  </a:lnTo>
                  <a:lnTo>
                    <a:pt x="1970" y="5638"/>
                  </a:lnTo>
                  <a:lnTo>
                    <a:pt x="2395" y="4673"/>
                  </a:lnTo>
                  <a:lnTo>
                    <a:pt x="2781" y="3746"/>
                  </a:lnTo>
                  <a:lnTo>
                    <a:pt x="3167" y="2781"/>
                  </a:lnTo>
                  <a:lnTo>
                    <a:pt x="3476" y="1815"/>
                  </a:lnTo>
                  <a:lnTo>
                    <a:pt x="3785" y="850"/>
                  </a:lnTo>
                  <a:close/>
                  <a:moveTo>
                    <a:pt x="3824" y="0"/>
                  </a:moveTo>
                  <a:lnTo>
                    <a:pt x="3746" y="39"/>
                  </a:lnTo>
                  <a:lnTo>
                    <a:pt x="3708" y="78"/>
                  </a:lnTo>
                  <a:lnTo>
                    <a:pt x="3592" y="116"/>
                  </a:lnTo>
                  <a:lnTo>
                    <a:pt x="3553" y="194"/>
                  </a:lnTo>
                  <a:lnTo>
                    <a:pt x="2820" y="2395"/>
                  </a:lnTo>
                  <a:lnTo>
                    <a:pt x="2434" y="3476"/>
                  </a:lnTo>
                  <a:lnTo>
                    <a:pt x="2009" y="4518"/>
                  </a:lnTo>
                  <a:lnTo>
                    <a:pt x="1545" y="5561"/>
                  </a:lnTo>
                  <a:lnTo>
                    <a:pt x="1043" y="6604"/>
                  </a:lnTo>
                  <a:lnTo>
                    <a:pt x="503" y="7608"/>
                  </a:lnTo>
                  <a:lnTo>
                    <a:pt x="39" y="8650"/>
                  </a:lnTo>
                  <a:lnTo>
                    <a:pt x="1" y="8689"/>
                  </a:lnTo>
                  <a:lnTo>
                    <a:pt x="39" y="8766"/>
                  </a:lnTo>
                  <a:lnTo>
                    <a:pt x="117" y="8805"/>
                  </a:lnTo>
                  <a:lnTo>
                    <a:pt x="117" y="8843"/>
                  </a:lnTo>
                  <a:lnTo>
                    <a:pt x="117" y="8920"/>
                  </a:lnTo>
                  <a:lnTo>
                    <a:pt x="155" y="8998"/>
                  </a:lnTo>
                  <a:lnTo>
                    <a:pt x="310" y="9114"/>
                  </a:lnTo>
                  <a:lnTo>
                    <a:pt x="464" y="8882"/>
                  </a:lnTo>
                  <a:lnTo>
                    <a:pt x="1970" y="8457"/>
                  </a:lnTo>
                  <a:lnTo>
                    <a:pt x="3438" y="7994"/>
                  </a:lnTo>
                  <a:lnTo>
                    <a:pt x="6372" y="7028"/>
                  </a:lnTo>
                  <a:lnTo>
                    <a:pt x="7106" y="8689"/>
                  </a:lnTo>
                  <a:lnTo>
                    <a:pt x="8303" y="11817"/>
                  </a:lnTo>
                  <a:lnTo>
                    <a:pt x="8689" y="11662"/>
                  </a:lnTo>
                  <a:lnTo>
                    <a:pt x="7531" y="8689"/>
                  </a:lnTo>
                  <a:lnTo>
                    <a:pt x="6797" y="6874"/>
                  </a:lnTo>
                  <a:lnTo>
                    <a:pt x="8380" y="6333"/>
                  </a:lnTo>
                  <a:lnTo>
                    <a:pt x="9925" y="5754"/>
                  </a:lnTo>
                  <a:lnTo>
                    <a:pt x="9770" y="5329"/>
                  </a:lnTo>
                  <a:lnTo>
                    <a:pt x="8187" y="5909"/>
                  </a:lnTo>
                  <a:lnTo>
                    <a:pt x="6643" y="6449"/>
                  </a:lnTo>
                  <a:lnTo>
                    <a:pt x="6025" y="4905"/>
                  </a:lnTo>
                  <a:lnTo>
                    <a:pt x="5407" y="3360"/>
                  </a:lnTo>
                  <a:lnTo>
                    <a:pt x="4712" y="1854"/>
                  </a:lnTo>
                  <a:lnTo>
                    <a:pt x="3978" y="348"/>
                  </a:lnTo>
                  <a:lnTo>
                    <a:pt x="4055" y="78"/>
                  </a:lnTo>
                  <a:lnTo>
                    <a:pt x="3862" y="39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13"/>
            <p:cNvSpPr/>
            <p:nvPr/>
          </p:nvSpPr>
          <p:spPr>
            <a:xfrm>
              <a:off x="3536800" y="19312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3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6" y="7492"/>
                  </a:lnTo>
                  <a:lnTo>
                    <a:pt x="6371" y="7453"/>
                  </a:lnTo>
                  <a:lnTo>
                    <a:pt x="6371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59" y="12087"/>
                  </a:lnTo>
                  <a:lnTo>
                    <a:pt x="1583" y="14983"/>
                  </a:lnTo>
                  <a:lnTo>
                    <a:pt x="772" y="16451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8" y="16759"/>
                  </a:lnTo>
                  <a:lnTo>
                    <a:pt x="1969" y="15369"/>
                  </a:lnTo>
                  <a:lnTo>
                    <a:pt x="2780" y="13979"/>
                  </a:lnTo>
                  <a:lnTo>
                    <a:pt x="3591" y="12589"/>
                  </a:lnTo>
                  <a:lnTo>
                    <a:pt x="4441" y="11199"/>
                  </a:lnTo>
                  <a:lnTo>
                    <a:pt x="5290" y="9809"/>
                  </a:lnTo>
                  <a:lnTo>
                    <a:pt x="5715" y="9191"/>
                  </a:lnTo>
                  <a:lnTo>
                    <a:pt x="6178" y="8612"/>
                  </a:lnTo>
                  <a:lnTo>
                    <a:pt x="6603" y="8033"/>
                  </a:lnTo>
                  <a:lnTo>
                    <a:pt x="6989" y="7453"/>
                  </a:lnTo>
                  <a:lnTo>
                    <a:pt x="6989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89" y="7067"/>
                  </a:lnTo>
                  <a:lnTo>
                    <a:pt x="6873" y="7029"/>
                  </a:lnTo>
                  <a:lnTo>
                    <a:pt x="6835" y="7029"/>
                  </a:lnTo>
                  <a:lnTo>
                    <a:pt x="6101" y="6102"/>
                  </a:lnTo>
                  <a:lnTo>
                    <a:pt x="5290" y="5175"/>
                  </a:lnTo>
                  <a:lnTo>
                    <a:pt x="3668" y="3437"/>
                  </a:lnTo>
                  <a:lnTo>
                    <a:pt x="1969" y="1700"/>
                  </a:lnTo>
                  <a:lnTo>
                    <a:pt x="1081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13"/>
            <p:cNvSpPr/>
            <p:nvPr/>
          </p:nvSpPr>
          <p:spPr>
            <a:xfrm>
              <a:off x="3476925" y="23916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7" y="1159"/>
                  </a:lnTo>
                  <a:lnTo>
                    <a:pt x="1391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6" y="1816"/>
                  </a:lnTo>
                  <a:lnTo>
                    <a:pt x="387" y="1700"/>
                  </a:lnTo>
                  <a:lnTo>
                    <a:pt x="348" y="1584"/>
                  </a:lnTo>
                  <a:lnTo>
                    <a:pt x="387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2" y="1623"/>
                  </a:lnTo>
                  <a:lnTo>
                    <a:pt x="3669" y="1700"/>
                  </a:lnTo>
                  <a:lnTo>
                    <a:pt x="3747" y="1816"/>
                  </a:lnTo>
                  <a:lnTo>
                    <a:pt x="3747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9" y="2356"/>
                  </a:lnTo>
                  <a:lnTo>
                    <a:pt x="3206" y="2434"/>
                  </a:lnTo>
                  <a:lnTo>
                    <a:pt x="3013" y="2395"/>
                  </a:lnTo>
                  <a:lnTo>
                    <a:pt x="2820" y="2356"/>
                  </a:lnTo>
                  <a:lnTo>
                    <a:pt x="2627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1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90" y="1468"/>
                  </a:lnTo>
                  <a:close/>
                  <a:moveTo>
                    <a:pt x="3747" y="4750"/>
                  </a:moveTo>
                  <a:lnTo>
                    <a:pt x="3901" y="4789"/>
                  </a:lnTo>
                  <a:lnTo>
                    <a:pt x="4017" y="4828"/>
                  </a:lnTo>
                  <a:lnTo>
                    <a:pt x="4094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3" y="5368"/>
                  </a:lnTo>
                  <a:lnTo>
                    <a:pt x="4094" y="5484"/>
                  </a:lnTo>
                  <a:lnTo>
                    <a:pt x="3978" y="5600"/>
                  </a:lnTo>
                  <a:lnTo>
                    <a:pt x="3785" y="5754"/>
                  </a:lnTo>
                  <a:lnTo>
                    <a:pt x="3515" y="5870"/>
                  </a:lnTo>
                  <a:lnTo>
                    <a:pt x="3129" y="5870"/>
                  </a:lnTo>
                  <a:lnTo>
                    <a:pt x="2743" y="5793"/>
                  </a:lnTo>
                  <a:lnTo>
                    <a:pt x="2936" y="5368"/>
                  </a:lnTo>
                  <a:lnTo>
                    <a:pt x="3051" y="5214"/>
                  </a:lnTo>
                  <a:lnTo>
                    <a:pt x="3206" y="5021"/>
                  </a:lnTo>
                  <a:lnTo>
                    <a:pt x="3476" y="4866"/>
                  </a:lnTo>
                  <a:lnTo>
                    <a:pt x="3631" y="4789"/>
                  </a:lnTo>
                  <a:lnTo>
                    <a:pt x="3747" y="4750"/>
                  </a:lnTo>
                  <a:close/>
                  <a:moveTo>
                    <a:pt x="1121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3" y="6102"/>
                  </a:lnTo>
                  <a:lnTo>
                    <a:pt x="1430" y="6256"/>
                  </a:lnTo>
                  <a:lnTo>
                    <a:pt x="1237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6" y="6334"/>
                  </a:lnTo>
                  <a:lnTo>
                    <a:pt x="503" y="6179"/>
                  </a:lnTo>
                  <a:lnTo>
                    <a:pt x="426" y="6025"/>
                  </a:lnTo>
                  <a:lnTo>
                    <a:pt x="426" y="5909"/>
                  </a:lnTo>
                  <a:lnTo>
                    <a:pt x="464" y="5754"/>
                  </a:lnTo>
                  <a:lnTo>
                    <a:pt x="580" y="5677"/>
                  </a:lnTo>
                  <a:lnTo>
                    <a:pt x="696" y="5600"/>
                  </a:lnTo>
                  <a:lnTo>
                    <a:pt x="850" y="5523"/>
                  </a:lnTo>
                  <a:close/>
                  <a:moveTo>
                    <a:pt x="5716" y="6218"/>
                  </a:moveTo>
                  <a:lnTo>
                    <a:pt x="5870" y="6334"/>
                  </a:lnTo>
                  <a:lnTo>
                    <a:pt x="5948" y="6411"/>
                  </a:lnTo>
                  <a:lnTo>
                    <a:pt x="5986" y="6527"/>
                  </a:lnTo>
                  <a:lnTo>
                    <a:pt x="6025" y="6681"/>
                  </a:lnTo>
                  <a:lnTo>
                    <a:pt x="5986" y="6797"/>
                  </a:lnTo>
                  <a:lnTo>
                    <a:pt x="5909" y="7067"/>
                  </a:lnTo>
                  <a:lnTo>
                    <a:pt x="5793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1" y="7801"/>
                  </a:lnTo>
                  <a:lnTo>
                    <a:pt x="5059" y="7917"/>
                  </a:lnTo>
                  <a:lnTo>
                    <a:pt x="5098" y="7878"/>
                  </a:lnTo>
                  <a:lnTo>
                    <a:pt x="5021" y="7415"/>
                  </a:lnTo>
                  <a:lnTo>
                    <a:pt x="4982" y="7183"/>
                  </a:lnTo>
                  <a:lnTo>
                    <a:pt x="5021" y="6952"/>
                  </a:lnTo>
                  <a:lnTo>
                    <a:pt x="5137" y="6681"/>
                  </a:lnTo>
                  <a:lnTo>
                    <a:pt x="5214" y="6527"/>
                  </a:lnTo>
                  <a:lnTo>
                    <a:pt x="5330" y="6372"/>
                  </a:lnTo>
                  <a:lnTo>
                    <a:pt x="5446" y="6256"/>
                  </a:lnTo>
                  <a:lnTo>
                    <a:pt x="5600" y="6218"/>
                  </a:lnTo>
                  <a:close/>
                  <a:moveTo>
                    <a:pt x="8960" y="8071"/>
                  </a:moveTo>
                  <a:lnTo>
                    <a:pt x="9153" y="8110"/>
                  </a:lnTo>
                  <a:lnTo>
                    <a:pt x="9268" y="8187"/>
                  </a:lnTo>
                  <a:lnTo>
                    <a:pt x="9346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7" y="9153"/>
                  </a:lnTo>
                  <a:lnTo>
                    <a:pt x="8805" y="9346"/>
                  </a:lnTo>
                  <a:lnTo>
                    <a:pt x="8689" y="9384"/>
                  </a:lnTo>
                  <a:lnTo>
                    <a:pt x="8612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2" y="9346"/>
                  </a:lnTo>
                  <a:lnTo>
                    <a:pt x="8264" y="9346"/>
                  </a:lnTo>
                  <a:lnTo>
                    <a:pt x="8226" y="8960"/>
                  </a:lnTo>
                  <a:lnTo>
                    <a:pt x="8226" y="8766"/>
                  </a:lnTo>
                  <a:lnTo>
                    <a:pt x="8264" y="8573"/>
                  </a:lnTo>
                  <a:lnTo>
                    <a:pt x="8342" y="8342"/>
                  </a:lnTo>
                  <a:lnTo>
                    <a:pt x="8496" y="8187"/>
                  </a:lnTo>
                  <a:lnTo>
                    <a:pt x="8728" y="8110"/>
                  </a:lnTo>
                  <a:lnTo>
                    <a:pt x="8844" y="8071"/>
                  </a:lnTo>
                  <a:close/>
                  <a:moveTo>
                    <a:pt x="4944" y="8380"/>
                  </a:moveTo>
                  <a:lnTo>
                    <a:pt x="4944" y="8419"/>
                  </a:lnTo>
                  <a:lnTo>
                    <a:pt x="4751" y="8805"/>
                  </a:lnTo>
                  <a:lnTo>
                    <a:pt x="4596" y="8960"/>
                  </a:lnTo>
                  <a:lnTo>
                    <a:pt x="4442" y="9153"/>
                  </a:lnTo>
                  <a:lnTo>
                    <a:pt x="4210" y="9307"/>
                  </a:lnTo>
                  <a:lnTo>
                    <a:pt x="3940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9" y="9346"/>
                  </a:lnTo>
                  <a:lnTo>
                    <a:pt x="3322" y="9191"/>
                  </a:lnTo>
                  <a:lnTo>
                    <a:pt x="3322" y="9075"/>
                  </a:lnTo>
                  <a:lnTo>
                    <a:pt x="3322" y="8960"/>
                  </a:lnTo>
                  <a:lnTo>
                    <a:pt x="3399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5" y="8458"/>
                  </a:lnTo>
                  <a:lnTo>
                    <a:pt x="4055" y="8380"/>
                  </a:lnTo>
                  <a:lnTo>
                    <a:pt x="4326" y="8380"/>
                  </a:lnTo>
                  <a:lnTo>
                    <a:pt x="4905" y="8419"/>
                  </a:lnTo>
                  <a:lnTo>
                    <a:pt x="4944" y="8380"/>
                  </a:lnTo>
                  <a:close/>
                  <a:moveTo>
                    <a:pt x="7994" y="10002"/>
                  </a:moveTo>
                  <a:lnTo>
                    <a:pt x="7956" y="10195"/>
                  </a:lnTo>
                  <a:lnTo>
                    <a:pt x="7917" y="10350"/>
                  </a:lnTo>
                  <a:lnTo>
                    <a:pt x="7840" y="10543"/>
                  </a:lnTo>
                  <a:lnTo>
                    <a:pt x="7724" y="10697"/>
                  </a:lnTo>
                  <a:lnTo>
                    <a:pt x="7608" y="10813"/>
                  </a:lnTo>
                  <a:lnTo>
                    <a:pt x="7492" y="10929"/>
                  </a:lnTo>
                  <a:lnTo>
                    <a:pt x="7338" y="11045"/>
                  </a:lnTo>
                  <a:lnTo>
                    <a:pt x="7145" y="11083"/>
                  </a:lnTo>
                  <a:lnTo>
                    <a:pt x="6952" y="11122"/>
                  </a:lnTo>
                  <a:lnTo>
                    <a:pt x="6797" y="11083"/>
                  </a:lnTo>
                  <a:lnTo>
                    <a:pt x="6720" y="11045"/>
                  </a:lnTo>
                  <a:lnTo>
                    <a:pt x="6681" y="10967"/>
                  </a:lnTo>
                  <a:lnTo>
                    <a:pt x="6643" y="10890"/>
                  </a:lnTo>
                  <a:lnTo>
                    <a:pt x="6604" y="10813"/>
                  </a:lnTo>
                  <a:lnTo>
                    <a:pt x="6643" y="10620"/>
                  </a:lnTo>
                  <a:lnTo>
                    <a:pt x="6720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2" y="10157"/>
                  </a:lnTo>
                  <a:lnTo>
                    <a:pt x="7492" y="10079"/>
                  </a:lnTo>
                  <a:lnTo>
                    <a:pt x="7724" y="10041"/>
                  </a:lnTo>
                  <a:lnTo>
                    <a:pt x="7994" y="10002"/>
                  </a:lnTo>
                  <a:close/>
                  <a:moveTo>
                    <a:pt x="2202" y="1"/>
                  </a:moveTo>
                  <a:lnTo>
                    <a:pt x="2009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1" y="812"/>
                  </a:lnTo>
                  <a:lnTo>
                    <a:pt x="1237" y="773"/>
                  </a:lnTo>
                  <a:lnTo>
                    <a:pt x="1043" y="735"/>
                  </a:lnTo>
                  <a:lnTo>
                    <a:pt x="696" y="735"/>
                  </a:lnTo>
                  <a:lnTo>
                    <a:pt x="541" y="812"/>
                  </a:lnTo>
                  <a:lnTo>
                    <a:pt x="387" y="889"/>
                  </a:lnTo>
                  <a:lnTo>
                    <a:pt x="233" y="1005"/>
                  </a:lnTo>
                  <a:lnTo>
                    <a:pt x="117" y="1159"/>
                  </a:lnTo>
                  <a:lnTo>
                    <a:pt x="39" y="1314"/>
                  </a:lnTo>
                  <a:lnTo>
                    <a:pt x="1" y="1468"/>
                  </a:lnTo>
                  <a:lnTo>
                    <a:pt x="1" y="1623"/>
                  </a:lnTo>
                  <a:lnTo>
                    <a:pt x="1" y="1777"/>
                  </a:lnTo>
                  <a:lnTo>
                    <a:pt x="78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6" y="2279"/>
                  </a:lnTo>
                  <a:lnTo>
                    <a:pt x="580" y="2356"/>
                  </a:lnTo>
                  <a:lnTo>
                    <a:pt x="735" y="2395"/>
                  </a:lnTo>
                  <a:lnTo>
                    <a:pt x="1043" y="2434"/>
                  </a:lnTo>
                  <a:lnTo>
                    <a:pt x="1391" y="2395"/>
                  </a:lnTo>
                  <a:lnTo>
                    <a:pt x="1700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9" y="4635"/>
                  </a:lnTo>
                  <a:lnTo>
                    <a:pt x="1777" y="5021"/>
                  </a:lnTo>
                  <a:lnTo>
                    <a:pt x="1893" y="5368"/>
                  </a:lnTo>
                  <a:lnTo>
                    <a:pt x="1584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3" y="5252"/>
                  </a:lnTo>
                  <a:lnTo>
                    <a:pt x="387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8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8" y="6218"/>
                  </a:lnTo>
                  <a:lnTo>
                    <a:pt x="155" y="6334"/>
                  </a:lnTo>
                  <a:lnTo>
                    <a:pt x="233" y="6450"/>
                  </a:lnTo>
                  <a:lnTo>
                    <a:pt x="348" y="6565"/>
                  </a:lnTo>
                  <a:lnTo>
                    <a:pt x="503" y="6643"/>
                  </a:lnTo>
                  <a:lnTo>
                    <a:pt x="657" y="6720"/>
                  </a:lnTo>
                  <a:lnTo>
                    <a:pt x="812" y="6758"/>
                  </a:lnTo>
                  <a:lnTo>
                    <a:pt x="1121" y="6758"/>
                  </a:lnTo>
                  <a:lnTo>
                    <a:pt x="1430" y="6681"/>
                  </a:lnTo>
                  <a:lnTo>
                    <a:pt x="1700" y="6527"/>
                  </a:lnTo>
                  <a:lnTo>
                    <a:pt x="1932" y="6295"/>
                  </a:lnTo>
                  <a:lnTo>
                    <a:pt x="2125" y="6063"/>
                  </a:lnTo>
                  <a:lnTo>
                    <a:pt x="2395" y="6527"/>
                  </a:lnTo>
                  <a:lnTo>
                    <a:pt x="2743" y="6990"/>
                  </a:lnTo>
                  <a:lnTo>
                    <a:pt x="3129" y="7376"/>
                  </a:lnTo>
                  <a:lnTo>
                    <a:pt x="3592" y="7762"/>
                  </a:lnTo>
                  <a:lnTo>
                    <a:pt x="4017" y="7994"/>
                  </a:lnTo>
                  <a:lnTo>
                    <a:pt x="3824" y="8033"/>
                  </a:lnTo>
                  <a:lnTo>
                    <a:pt x="3631" y="8110"/>
                  </a:lnTo>
                  <a:lnTo>
                    <a:pt x="3438" y="8187"/>
                  </a:lnTo>
                  <a:lnTo>
                    <a:pt x="3283" y="8342"/>
                  </a:lnTo>
                  <a:lnTo>
                    <a:pt x="3167" y="8458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6" y="8882"/>
                  </a:lnTo>
                  <a:lnTo>
                    <a:pt x="2897" y="9075"/>
                  </a:lnTo>
                  <a:lnTo>
                    <a:pt x="2936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2" y="9770"/>
                  </a:lnTo>
                  <a:lnTo>
                    <a:pt x="3515" y="9848"/>
                  </a:lnTo>
                  <a:lnTo>
                    <a:pt x="3708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9" y="9770"/>
                  </a:lnTo>
                  <a:lnTo>
                    <a:pt x="4403" y="9693"/>
                  </a:lnTo>
                  <a:lnTo>
                    <a:pt x="4673" y="9461"/>
                  </a:lnTo>
                  <a:lnTo>
                    <a:pt x="4905" y="9153"/>
                  </a:lnTo>
                  <a:lnTo>
                    <a:pt x="5098" y="8844"/>
                  </a:lnTo>
                  <a:lnTo>
                    <a:pt x="5214" y="8496"/>
                  </a:lnTo>
                  <a:lnTo>
                    <a:pt x="6527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6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5" y="9809"/>
                  </a:lnTo>
                  <a:lnTo>
                    <a:pt x="6797" y="9963"/>
                  </a:lnTo>
                  <a:lnTo>
                    <a:pt x="6643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5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5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6" y="11508"/>
                  </a:lnTo>
                  <a:lnTo>
                    <a:pt x="7029" y="11508"/>
                  </a:lnTo>
                  <a:lnTo>
                    <a:pt x="7222" y="11469"/>
                  </a:lnTo>
                  <a:lnTo>
                    <a:pt x="7415" y="11392"/>
                  </a:lnTo>
                  <a:lnTo>
                    <a:pt x="7569" y="11315"/>
                  </a:lnTo>
                  <a:lnTo>
                    <a:pt x="7724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10" y="10697"/>
                  </a:lnTo>
                  <a:lnTo>
                    <a:pt x="8226" y="10465"/>
                  </a:lnTo>
                  <a:lnTo>
                    <a:pt x="8264" y="10234"/>
                  </a:lnTo>
                  <a:lnTo>
                    <a:pt x="8303" y="9963"/>
                  </a:lnTo>
                  <a:lnTo>
                    <a:pt x="8342" y="9925"/>
                  </a:lnTo>
                  <a:lnTo>
                    <a:pt x="8728" y="10272"/>
                  </a:lnTo>
                  <a:lnTo>
                    <a:pt x="9075" y="10659"/>
                  </a:lnTo>
                  <a:lnTo>
                    <a:pt x="9346" y="11122"/>
                  </a:lnTo>
                  <a:lnTo>
                    <a:pt x="9462" y="11354"/>
                  </a:lnTo>
                  <a:lnTo>
                    <a:pt x="9539" y="11585"/>
                  </a:lnTo>
                  <a:lnTo>
                    <a:pt x="9655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5" y="12937"/>
                  </a:lnTo>
                  <a:lnTo>
                    <a:pt x="9577" y="13284"/>
                  </a:lnTo>
                  <a:lnTo>
                    <a:pt x="9462" y="13593"/>
                  </a:lnTo>
                  <a:lnTo>
                    <a:pt x="9191" y="14211"/>
                  </a:lnTo>
                  <a:lnTo>
                    <a:pt x="9153" y="14288"/>
                  </a:lnTo>
                  <a:lnTo>
                    <a:pt x="9153" y="14327"/>
                  </a:lnTo>
                  <a:lnTo>
                    <a:pt x="9230" y="14404"/>
                  </a:lnTo>
                  <a:lnTo>
                    <a:pt x="9307" y="14443"/>
                  </a:lnTo>
                  <a:lnTo>
                    <a:pt x="9423" y="14404"/>
                  </a:lnTo>
                  <a:lnTo>
                    <a:pt x="9577" y="14250"/>
                  </a:lnTo>
                  <a:lnTo>
                    <a:pt x="9732" y="14057"/>
                  </a:lnTo>
                  <a:lnTo>
                    <a:pt x="9848" y="13902"/>
                  </a:lnTo>
                  <a:lnTo>
                    <a:pt x="9925" y="13671"/>
                  </a:lnTo>
                  <a:lnTo>
                    <a:pt x="10079" y="13246"/>
                  </a:lnTo>
                  <a:lnTo>
                    <a:pt x="10118" y="12782"/>
                  </a:lnTo>
                  <a:lnTo>
                    <a:pt x="10118" y="12319"/>
                  </a:lnTo>
                  <a:lnTo>
                    <a:pt x="10041" y="11856"/>
                  </a:lnTo>
                  <a:lnTo>
                    <a:pt x="9925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7" y="10272"/>
                  </a:lnTo>
                  <a:lnTo>
                    <a:pt x="9037" y="9963"/>
                  </a:lnTo>
                  <a:lnTo>
                    <a:pt x="8728" y="9693"/>
                  </a:lnTo>
                  <a:lnTo>
                    <a:pt x="8960" y="9577"/>
                  </a:lnTo>
                  <a:lnTo>
                    <a:pt x="9230" y="9423"/>
                  </a:lnTo>
                  <a:lnTo>
                    <a:pt x="9462" y="9191"/>
                  </a:lnTo>
                  <a:lnTo>
                    <a:pt x="9616" y="8921"/>
                  </a:lnTo>
                  <a:lnTo>
                    <a:pt x="9732" y="8612"/>
                  </a:lnTo>
                  <a:lnTo>
                    <a:pt x="9732" y="8496"/>
                  </a:lnTo>
                  <a:lnTo>
                    <a:pt x="9732" y="8342"/>
                  </a:lnTo>
                  <a:lnTo>
                    <a:pt x="9693" y="8187"/>
                  </a:lnTo>
                  <a:lnTo>
                    <a:pt x="9616" y="8071"/>
                  </a:lnTo>
                  <a:lnTo>
                    <a:pt x="9500" y="7956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7" y="7724"/>
                  </a:lnTo>
                  <a:lnTo>
                    <a:pt x="8689" y="7724"/>
                  </a:lnTo>
                  <a:lnTo>
                    <a:pt x="8535" y="7762"/>
                  </a:lnTo>
                  <a:lnTo>
                    <a:pt x="8380" y="7840"/>
                  </a:lnTo>
                  <a:lnTo>
                    <a:pt x="8226" y="7956"/>
                  </a:lnTo>
                  <a:lnTo>
                    <a:pt x="8110" y="8071"/>
                  </a:lnTo>
                  <a:lnTo>
                    <a:pt x="7956" y="8264"/>
                  </a:lnTo>
                  <a:lnTo>
                    <a:pt x="7878" y="8535"/>
                  </a:lnTo>
                  <a:lnTo>
                    <a:pt x="7840" y="8766"/>
                  </a:lnTo>
                  <a:lnTo>
                    <a:pt x="7840" y="9037"/>
                  </a:lnTo>
                  <a:lnTo>
                    <a:pt x="7222" y="8766"/>
                  </a:lnTo>
                  <a:lnTo>
                    <a:pt x="6643" y="8496"/>
                  </a:lnTo>
                  <a:lnTo>
                    <a:pt x="5368" y="8033"/>
                  </a:lnTo>
                  <a:lnTo>
                    <a:pt x="5639" y="7878"/>
                  </a:lnTo>
                  <a:lnTo>
                    <a:pt x="5870" y="7685"/>
                  </a:lnTo>
                  <a:lnTo>
                    <a:pt x="6063" y="7454"/>
                  </a:lnTo>
                  <a:lnTo>
                    <a:pt x="6218" y="7183"/>
                  </a:lnTo>
                  <a:lnTo>
                    <a:pt x="6334" y="6874"/>
                  </a:lnTo>
                  <a:lnTo>
                    <a:pt x="6334" y="6720"/>
                  </a:lnTo>
                  <a:lnTo>
                    <a:pt x="6334" y="6527"/>
                  </a:lnTo>
                  <a:lnTo>
                    <a:pt x="6334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5" y="5948"/>
                  </a:lnTo>
                  <a:lnTo>
                    <a:pt x="5870" y="5870"/>
                  </a:lnTo>
                  <a:lnTo>
                    <a:pt x="5716" y="5832"/>
                  </a:lnTo>
                  <a:lnTo>
                    <a:pt x="5561" y="5870"/>
                  </a:lnTo>
                  <a:lnTo>
                    <a:pt x="5407" y="5909"/>
                  </a:lnTo>
                  <a:lnTo>
                    <a:pt x="5253" y="5986"/>
                  </a:lnTo>
                  <a:lnTo>
                    <a:pt x="5137" y="6063"/>
                  </a:lnTo>
                  <a:lnTo>
                    <a:pt x="4905" y="6334"/>
                  </a:lnTo>
                  <a:lnTo>
                    <a:pt x="4751" y="6643"/>
                  </a:lnTo>
                  <a:lnTo>
                    <a:pt x="4635" y="7029"/>
                  </a:lnTo>
                  <a:lnTo>
                    <a:pt x="4635" y="7222"/>
                  </a:lnTo>
                  <a:lnTo>
                    <a:pt x="4635" y="7415"/>
                  </a:lnTo>
                  <a:lnTo>
                    <a:pt x="4635" y="7608"/>
                  </a:lnTo>
                  <a:lnTo>
                    <a:pt x="4712" y="7762"/>
                  </a:lnTo>
                  <a:lnTo>
                    <a:pt x="4094" y="7454"/>
                  </a:lnTo>
                  <a:lnTo>
                    <a:pt x="3824" y="7299"/>
                  </a:lnTo>
                  <a:lnTo>
                    <a:pt x="3553" y="7106"/>
                  </a:lnTo>
                  <a:lnTo>
                    <a:pt x="3322" y="6874"/>
                  </a:lnTo>
                  <a:lnTo>
                    <a:pt x="3090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2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3" y="5986"/>
                  </a:lnTo>
                  <a:lnTo>
                    <a:pt x="4249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9" y="5407"/>
                  </a:lnTo>
                  <a:lnTo>
                    <a:pt x="4557" y="5214"/>
                  </a:lnTo>
                  <a:lnTo>
                    <a:pt x="4519" y="5059"/>
                  </a:lnTo>
                  <a:lnTo>
                    <a:pt x="4480" y="4866"/>
                  </a:lnTo>
                  <a:lnTo>
                    <a:pt x="4403" y="4712"/>
                  </a:lnTo>
                  <a:lnTo>
                    <a:pt x="4287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1" y="4364"/>
                  </a:lnTo>
                  <a:lnTo>
                    <a:pt x="3708" y="4364"/>
                  </a:lnTo>
                  <a:lnTo>
                    <a:pt x="3553" y="4403"/>
                  </a:lnTo>
                  <a:lnTo>
                    <a:pt x="3399" y="4442"/>
                  </a:lnTo>
                  <a:lnTo>
                    <a:pt x="3245" y="4519"/>
                  </a:lnTo>
                  <a:lnTo>
                    <a:pt x="3090" y="4635"/>
                  </a:lnTo>
                  <a:lnTo>
                    <a:pt x="2820" y="4905"/>
                  </a:lnTo>
                  <a:lnTo>
                    <a:pt x="2588" y="5214"/>
                  </a:lnTo>
                  <a:lnTo>
                    <a:pt x="2434" y="5561"/>
                  </a:lnTo>
                  <a:lnTo>
                    <a:pt x="2395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6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5" y="2318"/>
                  </a:lnTo>
                  <a:lnTo>
                    <a:pt x="2356" y="2511"/>
                  </a:lnTo>
                  <a:lnTo>
                    <a:pt x="2588" y="2627"/>
                  </a:lnTo>
                  <a:lnTo>
                    <a:pt x="2820" y="2743"/>
                  </a:lnTo>
                  <a:lnTo>
                    <a:pt x="3129" y="2781"/>
                  </a:lnTo>
                  <a:lnTo>
                    <a:pt x="3283" y="2743"/>
                  </a:lnTo>
                  <a:lnTo>
                    <a:pt x="3476" y="2704"/>
                  </a:lnTo>
                  <a:lnTo>
                    <a:pt x="3631" y="2627"/>
                  </a:lnTo>
                  <a:lnTo>
                    <a:pt x="3785" y="2549"/>
                  </a:lnTo>
                  <a:lnTo>
                    <a:pt x="3901" y="2434"/>
                  </a:lnTo>
                  <a:lnTo>
                    <a:pt x="4017" y="2279"/>
                  </a:lnTo>
                  <a:lnTo>
                    <a:pt x="4094" y="2125"/>
                  </a:lnTo>
                  <a:lnTo>
                    <a:pt x="4133" y="1970"/>
                  </a:lnTo>
                  <a:lnTo>
                    <a:pt x="4094" y="1777"/>
                  </a:lnTo>
                  <a:lnTo>
                    <a:pt x="4055" y="1623"/>
                  </a:lnTo>
                  <a:lnTo>
                    <a:pt x="4017" y="1507"/>
                  </a:lnTo>
                  <a:lnTo>
                    <a:pt x="3901" y="1352"/>
                  </a:lnTo>
                  <a:lnTo>
                    <a:pt x="3785" y="1237"/>
                  </a:lnTo>
                  <a:lnTo>
                    <a:pt x="3631" y="1159"/>
                  </a:lnTo>
                  <a:lnTo>
                    <a:pt x="3515" y="1121"/>
                  </a:lnTo>
                  <a:lnTo>
                    <a:pt x="3322" y="1082"/>
                  </a:lnTo>
                  <a:lnTo>
                    <a:pt x="3167" y="1043"/>
                  </a:lnTo>
                  <a:lnTo>
                    <a:pt x="3013" y="1082"/>
                  </a:lnTo>
                  <a:lnTo>
                    <a:pt x="2743" y="1159"/>
                  </a:lnTo>
                  <a:lnTo>
                    <a:pt x="2472" y="1314"/>
                  </a:lnTo>
                  <a:lnTo>
                    <a:pt x="2241" y="1545"/>
                  </a:lnTo>
                  <a:lnTo>
                    <a:pt x="2511" y="78"/>
                  </a:lnTo>
                  <a:lnTo>
                    <a:pt x="220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13"/>
            <p:cNvSpPr/>
            <p:nvPr/>
          </p:nvSpPr>
          <p:spPr>
            <a:xfrm>
              <a:off x="3369775" y="2101100"/>
              <a:ext cx="174750" cy="292550"/>
            </a:xfrm>
            <a:custGeom>
              <a:avLst/>
              <a:gdLst/>
              <a:ahLst/>
              <a:cxnLst/>
              <a:rect l="l" t="t" r="r" b="b"/>
              <a:pathLst>
                <a:path w="6990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3" y="6256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3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1" y="11508"/>
                  </a:lnTo>
                  <a:lnTo>
                    <a:pt x="6951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8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5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3" y="8573"/>
                  </a:lnTo>
                  <a:lnTo>
                    <a:pt x="6295" y="9500"/>
                  </a:lnTo>
                  <a:lnTo>
                    <a:pt x="6256" y="10427"/>
                  </a:lnTo>
                  <a:lnTo>
                    <a:pt x="5986" y="9886"/>
                  </a:lnTo>
                  <a:lnTo>
                    <a:pt x="5252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13"/>
            <p:cNvSpPr/>
            <p:nvPr/>
          </p:nvSpPr>
          <p:spPr>
            <a:xfrm>
              <a:off x="3366875" y="19263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1" y="2317"/>
                  </a:lnTo>
                  <a:lnTo>
                    <a:pt x="6449" y="3901"/>
                  </a:lnTo>
                  <a:lnTo>
                    <a:pt x="6527" y="6990"/>
                  </a:lnTo>
                  <a:lnTo>
                    <a:pt x="3515" y="6758"/>
                  </a:lnTo>
                  <a:lnTo>
                    <a:pt x="2009" y="6642"/>
                  </a:lnTo>
                  <a:lnTo>
                    <a:pt x="503" y="6604"/>
                  </a:lnTo>
                  <a:lnTo>
                    <a:pt x="1352" y="5986"/>
                  </a:lnTo>
                  <a:lnTo>
                    <a:pt x="2202" y="5291"/>
                  </a:lnTo>
                  <a:lnTo>
                    <a:pt x="2974" y="4557"/>
                  </a:lnTo>
                  <a:lnTo>
                    <a:pt x="3708" y="3823"/>
                  </a:lnTo>
                  <a:lnTo>
                    <a:pt x="4441" y="3090"/>
                  </a:lnTo>
                  <a:lnTo>
                    <a:pt x="5137" y="2356"/>
                  </a:lnTo>
                  <a:lnTo>
                    <a:pt x="5793" y="1584"/>
                  </a:lnTo>
                  <a:lnTo>
                    <a:pt x="6449" y="773"/>
                  </a:lnTo>
                  <a:close/>
                  <a:moveTo>
                    <a:pt x="6720" y="1"/>
                  </a:moveTo>
                  <a:lnTo>
                    <a:pt x="6643" y="39"/>
                  </a:lnTo>
                  <a:lnTo>
                    <a:pt x="6565" y="39"/>
                  </a:lnTo>
                  <a:lnTo>
                    <a:pt x="6488" y="116"/>
                  </a:lnTo>
                  <a:lnTo>
                    <a:pt x="4982" y="1854"/>
                  </a:lnTo>
                  <a:lnTo>
                    <a:pt x="4210" y="2704"/>
                  </a:lnTo>
                  <a:lnTo>
                    <a:pt x="3438" y="3515"/>
                  </a:lnTo>
                  <a:lnTo>
                    <a:pt x="2588" y="4287"/>
                  </a:lnTo>
                  <a:lnTo>
                    <a:pt x="1738" y="5059"/>
                  </a:lnTo>
                  <a:lnTo>
                    <a:pt x="889" y="5793"/>
                  </a:lnTo>
                  <a:lnTo>
                    <a:pt x="39" y="6604"/>
                  </a:lnTo>
                  <a:lnTo>
                    <a:pt x="1" y="6642"/>
                  </a:lnTo>
                  <a:lnTo>
                    <a:pt x="1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1" y="6913"/>
                  </a:lnTo>
                  <a:lnTo>
                    <a:pt x="39" y="6990"/>
                  </a:lnTo>
                  <a:lnTo>
                    <a:pt x="117" y="7144"/>
                  </a:lnTo>
                  <a:lnTo>
                    <a:pt x="387" y="6990"/>
                  </a:lnTo>
                  <a:lnTo>
                    <a:pt x="1893" y="7144"/>
                  </a:lnTo>
                  <a:lnTo>
                    <a:pt x="3438" y="7299"/>
                  </a:lnTo>
                  <a:lnTo>
                    <a:pt x="6527" y="7453"/>
                  </a:lnTo>
                  <a:lnTo>
                    <a:pt x="6565" y="9307"/>
                  </a:lnTo>
                  <a:lnTo>
                    <a:pt x="6527" y="12628"/>
                  </a:lnTo>
                  <a:lnTo>
                    <a:pt x="6951" y="12628"/>
                  </a:lnTo>
                  <a:lnTo>
                    <a:pt x="6990" y="9461"/>
                  </a:lnTo>
                  <a:lnTo>
                    <a:pt x="6990" y="7492"/>
                  </a:lnTo>
                  <a:lnTo>
                    <a:pt x="8651" y="7569"/>
                  </a:lnTo>
                  <a:lnTo>
                    <a:pt x="10311" y="7646"/>
                  </a:lnTo>
                  <a:lnTo>
                    <a:pt x="10311" y="7183"/>
                  </a:lnTo>
                  <a:lnTo>
                    <a:pt x="8651" y="7106"/>
                  </a:lnTo>
                  <a:lnTo>
                    <a:pt x="6990" y="7028"/>
                  </a:lnTo>
                  <a:lnTo>
                    <a:pt x="7029" y="5368"/>
                  </a:lnTo>
                  <a:lnTo>
                    <a:pt x="6990" y="3708"/>
                  </a:lnTo>
                  <a:lnTo>
                    <a:pt x="6951" y="2047"/>
                  </a:lnTo>
                  <a:lnTo>
                    <a:pt x="6797" y="387"/>
                  </a:lnTo>
                  <a:lnTo>
                    <a:pt x="6990" y="194"/>
                  </a:lnTo>
                  <a:lnTo>
                    <a:pt x="6836" y="39"/>
                  </a:lnTo>
                  <a:lnTo>
                    <a:pt x="67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13"/>
            <p:cNvSpPr/>
            <p:nvPr/>
          </p:nvSpPr>
          <p:spPr>
            <a:xfrm>
              <a:off x="5455950" y="19814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13"/>
            <p:cNvSpPr/>
            <p:nvPr/>
          </p:nvSpPr>
          <p:spPr>
            <a:xfrm>
              <a:off x="5396100" y="24418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4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2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6" y="9153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3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7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5"/>
                  </a:lnTo>
                  <a:lnTo>
                    <a:pt x="695" y="735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4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50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3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9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6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8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2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4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7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13"/>
            <p:cNvSpPr/>
            <p:nvPr/>
          </p:nvSpPr>
          <p:spPr>
            <a:xfrm>
              <a:off x="5288925" y="2151300"/>
              <a:ext cx="174775" cy="292550"/>
            </a:xfrm>
            <a:custGeom>
              <a:avLst/>
              <a:gdLst/>
              <a:ahLst/>
              <a:cxnLst/>
              <a:rect l="l" t="t" r="r" b="b"/>
              <a:pathLst>
                <a:path w="6991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13"/>
            <p:cNvSpPr/>
            <p:nvPr/>
          </p:nvSpPr>
          <p:spPr>
            <a:xfrm>
              <a:off x="5286050" y="19765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1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4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3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8"/>
                  </a:lnTo>
                  <a:lnTo>
                    <a:pt x="6951" y="12628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8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13"/>
            <p:cNvSpPr/>
            <p:nvPr/>
          </p:nvSpPr>
          <p:spPr>
            <a:xfrm>
              <a:off x="4598700" y="3452625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49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1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13"/>
            <p:cNvSpPr/>
            <p:nvPr/>
          </p:nvSpPr>
          <p:spPr>
            <a:xfrm>
              <a:off x="4538850" y="3913100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3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3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6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1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0"/>
                  </a:lnTo>
                  <a:lnTo>
                    <a:pt x="9268" y="8921"/>
                  </a:lnTo>
                  <a:lnTo>
                    <a:pt x="9036" y="9152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2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6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4"/>
                  </a:lnTo>
                  <a:lnTo>
                    <a:pt x="695" y="734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1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3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5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49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2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4"/>
                  </a:lnTo>
                  <a:lnTo>
                    <a:pt x="7762" y="9654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8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5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7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1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39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3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6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13"/>
            <p:cNvSpPr/>
            <p:nvPr/>
          </p:nvSpPr>
          <p:spPr>
            <a:xfrm>
              <a:off x="4431675" y="3622525"/>
              <a:ext cx="174775" cy="292525"/>
            </a:xfrm>
            <a:custGeom>
              <a:avLst/>
              <a:gdLst/>
              <a:ahLst/>
              <a:cxnLst/>
              <a:rect l="l" t="t" r="r" b="b"/>
              <a:pathLst>
                <a:path w="6991" h="11701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5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3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8"/>
                  </a:lnTo>
                  <a:lnTo>
                    <a:pt x="6411" y="5638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2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13"/>
            <p:cNvSpPr/>
            <p:nvPr/>
          </p:nvSpPr>
          <p:spPr>
            <a:xfrm>
              <a:off x="4428800" y="3447800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0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3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2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7"/>
                  </a:lnTo>
                  <a:lnTo>
                    <a:pt x="6951" y="12627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7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13"/>
            <p:cNvSpPr/>
            <p:nvPr/>
          </p:nvSpPr>
          <p:spPr>
            <a:xfrm>
              <a:off x="2602300" y="2637850"/>
              <a:ext cx="63750" cy="173800"/>
            </a:xfrm>
            <a:custGeom>
              <a:avLst/>
              <a:gdLst/>
              <a:ahLst/>
              <a:cxnLst/>
              <a:rect l="l" t="t" r="r" b="b"/>
              <a:pathLst>
                <a:path w="2550" h="6952" extrusionOk="0">
                  <a:moveTo>
                    <a:pt x="271" y="1"/>
                  </a:moveTo>
                  <a:lnTo>
                    <a:pt x="1" y="78"/>
                  </a:lnTo>
                  <a:lnTo>
                    <a:pt x="232" y="927"/>
                  </a:lnTo>
                  <a:lnTo>
                    <a:pt x="503" y="1816"/>
                  </a:lnTo>
                  <a:lnTo>
                    <a:pt x="1082" y="3515"/>
                  </a:lnTo>
                  <a:lnTo>
                    <a:pt x="2318" y="6951"/>
                  </a:lnTo>
                  <a:lnTo>
                    <a:pt x="2549" y="6874"/>
                  </a:lnTo>
                  <a:lnTo>
                    <a:pt x="2047" y="5136"/>
                  </a:lnTo>
                  <a:lnTo>
                    <a:pt x="1507" y="3399"/>
                  </a:lnTo>
                  <a:lnTo>
                    <a:pt x="928" y="1661"/>
                  </a:lnTo>
                  <a:lnTo>
                    <a:pt x="619" y="81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13"/>
            <p:cNvSpPr/>
            <p:nvPr/>
          </p:nvSpPr>
          <p:spPr>
            <a:xfrm>
              <a:off x="2495150" y="2725700"/>
              <a:ext cx="165100" cy="91725"/>
            </a:xfrm>
            <a:custGeom>
              <a:avLst/>
              <a:gdLst/>
              <a:ahLst/>
              <a:cxnLst/>
              <a:rect l="l" t="t" r="r" b="b"/>
              <a:pathLst>
                <a:path w="6604" h="3669" extrusionOk="0">
                  <a:moveTo>
                    <a:pt x="116" y="1"/>
                  </a:moveTo>
                  <a:lnTo>
                    <a:pt x="1" y="194"/>
                  </a:lnTo>
                  <a:lnTo>
                    <a:pt x="1622" y="1043"/>
                  </a:lnTo>
                  <a:lnTo>
                    <a:pt x="3244" y="1893"/>
                  </a:lnTo>
                  <a:lnTo>
                    <a:pt x="4017" y="2356"/>
                  </a:lnTo>
                  <a:lnTo>
                    <a:pt x="4827" y="2819"/>
                  </a:lnTo>
                  <a:lnTo>
                    <a:pt x="5638" y="3283"/>
                  </a:lnTo>
                  <a:lnTo>
                    <a:pt x="6024" y="3476"/>
                  </a:lnTo>
                  <a:lnTo>
                    <a:pt x="6449" y="3669"/>
                  </a:lnTo>
                  <a:lnTo>
                    <a:pt x="6604" y="3592"/>
                  </a:lnTo>
                  <a:lnTo>
                    <a:pt x="6604" y="3515"/>
                  </a:lnTo>
                  <a:lnTo>
                    <a:pt x="6565" y="3437"/>
                  </a:lnTo>
                  <a:lnTo>
                    <a:pt x="6218" y="3167"/>
                  </a:lnTo>
                  <a:lnTo>
                    <a:pt x="5870" y="2935"/>
                  </a:lnTo>
                  <a:lnTo>
                    <a:pt x="5098" y="2472"/>
                  </a:lnTo>
                  <a:lnTo>
                    <a:pt x="3515" y="1622"/>
                  </a:lnTo>
                  <a:lnTo>
                    <a:pt x="1815" y="773"/>
                  </a:lnTo>
                  <a:lnTo>
                    <a:pt x="966" y="387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13"/>
            <p:cNvSpPr/>
            <p:nvPr/>
          </p:nvSpPr>
          <p:spPr>
            <a:xfrm>
              <a:off x="2413100" y="2319275"/>
              <a:ext cx="84975" cy="222075"/>
            </a:xfrm>
            <a:custGeom>
              <a:avLst/>
              <a:gdLst/>
              <a:ahLst/>
              <a:cxnLst/>
              <a:rect l="l" t="t" r="r" b="b"/>
              <a:pathLst>
                <a:path w="3399" h="8883" extrusionOk="0">
                  <a:moveTo>
                    <a:pt x="1043" y="7376"/>
                  </a:moveTo>
                  <a:lnTo>
                    <a:pt x="1197" y="7453"/>
                  </a:lnTo>
                  <a:lnTo>
                    <a:pt x="1352" y="7608"/>
                  </a:lnTo>
                  <a:lnTo>
                    <a:pt x="1429" y="7685"/>
                  </a:lnTo>
                  <a:lnTo>
                    <a:pt x="1468" y="7801"/>
                  </a:lnTo>
                  <a:lnTo>
                    <a:pt x="1468" y="8033"/>
                  </a:lnTo>
                  <a:lnTo>
                    <a:pt x="1390" y="8226"/>
                  </a:lnTo>
                  <a:lnTo>
                    <a:pt x="1313" y="8342"/>
                  </a:lnTo>
                  <a:lnTo>
                    <a:pt x="1236" y="8419"/>
                  </a:lnTo>
                  <a:lnTo>
                    <a:pt x="1159" y="8457"/>
                  </a:lnTo>
                  <a:lnTo>
                    <a:pt x="1043" y="8496"/>
                  </a:lnTo>
                  <a:lnTo>
                    <a:pt x="811" y="8496"/>
                  </a:lnTo>
                  <a:lnTo>
                    <a:pt x="618" y="8419"/>
                  </a:lnTo>
                  <a:lnTo>
                    <a:pt x="541" y="8342"/>
                  </a:lnTo>
                  <a:lnTo>
                    <a:pt x="464" y="8264"/>
                  </a:lnTo>
                  <a:lnTo>
                    <a:pt x="386" y="8148"/>
                  </a:lnTo>
                  <a:lnTo>
                    <a:pt x="386" y="8033"/>
                  </a:lnTo>
                  <a:lnTo>
                    <a:pt x="386" y="7917"/>
                  </a:lnTo>
                  <a:lnTo>
                    <a:pt x="386" y="7801"/>
                  </a:lnTo>
                  <a:lnTo>
                    <a:pt x="502" y="7569"/>
                  </a:lnTo>
                  <a:lnTo>
                    <a:pt x="695" y="7415"/>
                  </a:lnTo>
                  <a:lnTo>
                    <a:pt x="850" y="7376"/>
                  </a:lnTo>
                  <a:close/>
                  <a:moveTo>
                    <a:pt x="3128" y="1"/>
                  </a:moveTo>
                  <a:lnTo>
                    <a:pt x="3089" y="39"/>
                  </a:lnTo>
                  <a:lnTo>
                    <a:pt x="3051" y="78"/>
                  </a:lnTo>
                  <a:lnTo>
                    <a:pt x="2819" y="503"/>
                  </a:lnTo>
                  <a:lnTo>
                    <a:pt x="2665" y="889"/>
                  </a:lnTo>
                  <a:lnTo>
                    <a:pt x="2356" y="1777"/>
                  </a:lnTo>
                  <a:lnTo>
                    <a:pt x="2085" y="2665"/>
                  </a:lnTo>
                  <a:lnTo>
                    <a:pt x="1854" y="3515"/>
                  </a:lnTo>
                  <a:lnTo>
                    <a:pt x="1313" y="5252"/>
                  </a:lnTo>
                  <a:lnTo>
                    <a:pt x="1043" y="6102"/>
                  </a:lnTo>
                  <a:lnTo>
                    <a:pt x="811" y="6990"/>
                  </a:lnTo>
                  <a:lnTo>
                    <a:pt x="657" y="6990"/>
                  </a:lnTo>
                  <a:lnTo>
                    <a:pt x="541" y="7029"/>
                  </a:lnTo>
                  <a:lnTo>
                    <a:pt x="386" y="7106"/>
                  </a:lnTo>
                  <a:lnTo>
                    <a:pt x="309" y="7222"/>
                  </a:lnTo>
                  <a:lnTo>
                    <a:pt x="271" y="7299"/>
                  </a:lnTo>
                  <a:lnTo>
                    <a:pt x="271" y="7376"/>
                  </a:lnTo>
                  <a:lnTo>
                    <a:pt x="116" y="7608"/>
                  </a:lnTo>
                  <a:lnTo>
                    <a:pt x="0" y="7840"/>
                  </a:lnTo>
                  <a:lnTo>
                    <a:pt x="0" y="8110"/>
                  </a:lnTo>
                  <a:lnTo>
                    <a:pt x="39" y="8264"/>
                  </a:lnTo>
                  <a:lnTo>
                    <a:pt x="78" y="8419"/>
                  </a:lnTo>
                  <a:lnTo>
                    <a:pt x="193" y="8573"/>
                  </a:lnTo>
                  <a:lnTo>
                    <a:pt x="348" y="8689"/>
                  </a:lnTo>
                  <a:lnTo>
                    <a:pt x="502" y="8805"/>
                  </a:lnTo>
                  <a:lnTo>
                    <a:pt x="657" y="8882"/>
                  </a:lnTo>
                  <a:lnTo>
                    <a:pt x="1043" y="8882"/>
                  </a:lnTo>
                  <a:lnTo>
                    <a:pt x="1236" y="8844"/>
                  </a:lnTo>
                  <a:lnTo>
                    <a:pt x="1429" y="8766"/>
                  </a:lnTo>
                  <a:lnTo>
                    <a:pt x="1584" y="8650"/>
                  </a:lnTo>
                  <a:lnTo>
                    <a:pt x="1699" y="8496"/>
                  </a:lnTo>
                  <a:lnTo>
                    <a:pt x="1777" y="8342"/>
                  </a:lnTo>
                  <a:lnTo>
                    <a:pt x="1854" y="8148"/>
                  </a:lnTo>
                  <a:lnTo>
                    <a:pt x="1854" y="7955"/>
                  </a:lnTo>
                  <a:lnTo>
                    <a:pt x="1854" y="7762"/>
                  </a:lnTo>
                  <a:lnTo>
                    <a:pt x="1815" y="7608"/>
                  </a:lnTo>
                  <a:lnTo>
                    <a:pt x="1738" y="7415"/>
                  </a:lnTo>
                  <a:lnTo>
                    <a:pt x="1622" y="7299"/>
                  </a:lnTo>
                  <a:lnTo>
                    <a:pt x="1506" y="7183"/>
                  </a:lnTo>
                  <a:lnTo>
                    <a:pt x="1352" y="7106"/>
                  </a:lnTo>
                  <a:lnTo>
                    <a:pt x="1197" y="7029"/>
                  </a:lnTo>
                  <a:lnTo>
                    <a:pt x="1545" y="6179"/>
                  </a:lnTo>
                  <a:lnTo>
                    <a:pt x="1815" y="5330"/>
                  </a:lnTo>
                  <a:lnTo>
                    <a:pt x="2394" y="3592"/>
                  </a:lnTo>
                  <a:lnTo>
                    <a:pt x="2665" y="2781"/>
                  </a:lnTo>
                  <a:lnTo>
                    <a:pt x="2974" y="1932"/>
                  </a:lnTo>
                  <a:lnTo>
                    <a:pt x="3244" y="1082"/>
                  </a:lnTo>
                  <a:lnTo>
                    <a:pt x="3321" y="657"/>
                  </a:lnTo>
                  <a:lnTo>
                    <a:pt x="3398" y="232"/>
                  </a:lnTo>
                  <a:lnTo>
                    <a:pt x="3360" y="117"/>
                  </a:lnTo>
                  <a:lnTo>
                    <a:pt x="3244" y="39"/>
                  </a:lnTo>
                  <a:lnTo>
                    <a:pt x="312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13"/>
            <p:cNvSpPr/>
            <p:nvPr/>
          </p:nvSpPr>
          <p:spPr>
            <a:xfrm>
              <a:off x="2488400" y="2725700"/>
              <a:ext cx="48275" cy="165100"/>
            </a:xfrm>
            <a:custGeom>
              <a:avLst/>
              <a:gdLst/>
              <a:ahLst/>
              <a:cxnLst/>
              <a:rect l="l" t="t" r="r" b="b"/>
              <a:pathLst>
                <a:path w="1931" h="6604" extrusionOk="0">
                  <a:moveTo>
                    <a:pt x="271" y="1"/>
                  </a:moveTo>
                  <a:lnTo>
                    <a:pt x="193" y="39"/>
                  </a:lnTo>
                  <a:lnTo>
                    <a:pt x="155" y="39"/>
                  </a:lnTo>
                  <a:lnTo>
                    <a:pt x="0" y="155"/>
                  </a:lnTo>
                  <a:lnTo>
                    <a:pt x="0" y="194"/>
                  </a:lnTo>
                  <a:lnTo>
                    <a:pt x="348" y="1815"/>
                  </a:lnTo>
                  <a:lnTo>
                    <a:pt x="773" y="3437"/>
                  </a:lnTo>
                  <a:lnTo>
                    <a:pt x="1236" y="5021"/>
                  </a:lnTo>
                  <a:lnTo>
                    <a:pt x="1738" y="6604"/>
                  </a:lnTo>
                  <a:lnTo>
                    <a:pt x="1931" y="6565"/>
                  </a:lnTo>
                  <a:lnTo>
                    <a:pt x="1622" y="4982"/>
                  </a:lnTo>
                  <a:lnTo>
                    <a:pt x="1236" y="3360"/>
                  </a:lnTo>
                  <a:lnTo>
                    <a:pt x="773" y="1777"/>
                  </a:lnTo>
                  <a:lnTo>
                    <a:pt x="271" y="194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13"/>
            <p:cNvSpPr/>
            <p:nvPr/>
          </p:nvSpPr>
          <p:spPr>
            <a:xfrm>
              <a:off x="2130250" y="2495950"/>
              <a:ext cx="246175" cy="107175"/>
            </a:xfrm>
            <a:custGeom>
              <a:avLst/>
              <a:gdLst/>
              <a:ahLst/>
              <a:cxnLst/>
              <a:rect l="l" t="t" r="r" b="b"/>
              <a:pathLst>
                <a:path w="9847" h="4287" extrusionOk="0">
                  <a:moveTo>
                    <a:pt x="8882" y="2742"/>
                  </a:moveTo>
                  <a:lnTo>
                    <a:pt x="9113" y="2819"/>
                  </a:lnTo>
                  <a:lnTo>
                    <a:pt x="9229" y="2896"/>
                  </a:lnTo>
                  <a:lnTo>
                    <a:pt x="9306" y="3012"/>
                  </a:lnTo>
                  <a:lnTo>
                    <a:pt x="9384" y="3089"/>
                  </a:lnTo>
                  <a:lnTo>
                    <a:pt x="9384" y="3205"/>
                  </a:lnTo>
                  <a:lnTo>
                    <a:pt x="9422" y="3321"/>
                  </a:lnTo>
                  <a:lnTo>
                    <a:pt x="9384" y="3437"/>
                  </a:lnTo>
                  <a:lnTo>
                    <a:pt x="9268" y="3630"/>
                  </a:lnTo>
                  <a:lnTo>
                    <a:pt x="9113" y="3785"/>
                  </a:lnTo>
                  <a:lnTo>
                    <a:pt x="8920" y="3862"/>
                  </a:lnTo>
                  <a:lnTo>
                    <a:pt x="8727" y="3862"/>
                  </a:lnTo>
                  <a:lnTo>
                    <a:pt x="8573" y="3785"/>
                  </a:lnTo>
                  <a:lnTo>
                    <a:pt x="8418" y="3630"/>
                  </a:lnTo>
                  <a:lnTo>
                    <a:pt x="8302" y="3437"/>
                  </a:lnTo>
                  <a:lnTo>
                    <a:pt x="8302" y="3244"/>
                  </a:lnTo>
                  <a:lnTo>
                    <a:pt x="8341" y="3051"/>
                  </a:lnTo>
                  <a:lnTo>
                    <a:pt x="8380" y="2858"/>
                  </a:lnTo>
                  <a:lnTo>
                    <a:pt x="8418" y="2819"/>
                  </a:lnTo>
                  <a:lnTo>
                    <a:pt x="8650" y="2742"/>
                  </a:lnTo>
                  <a:close/>
                  <a:moveTo>
                    <a:pt x="155" y="0"/>
                  </a:moveTo>
                  <a:lnTo>
                    <a:pt x="77" y="39"/>
                  </a:lnTo>
                  <a:lnTo>
                    <a:pt x="39" y="78"/>
                  </a:lnTo>
                  <a:lnTo>
                    <a:pt x="0" y="155"/>
                  </a:lnTo>
                  <a:lnTo>
                    <a:pt x="39" y="271"/>
                  </a:lnTo>
                  <a:lnTo>
                    <a:pt x="77" y="348"/>
                  </a:lnTo>
                  <a:lnTo>
                    <a:pt x="116" y="386"/>
                  </a:lnTo>
                  <a:lnTo>
                    <a:pt x="618" y="618"/>
                  </a:lnTo>
                  <a:lnTo>
                    <a:pt x="1120" y="773"/>
                  </a:lnTo>
                  <a:lnTo>
                    <a:pt x="2124" y="1081"/>
                  </a:lnTo>
                  <a:lnTo>
                    <a:pt x="4286" y="1738"/>
                  </a:lnTo>
                  <a:lnTo>
                    <a:pt x="6101" y="2317"/>
                  </a:lnTo>
                  <a:lnTo>
                    <a:pt x="7028" y="2587"/>
                  </a:lnTo>
                  <a:lnTo>
                    <a:pt x="7993" y="2819"/>
                  </a:lnTo>
                  <a:lnTo>
                    <a:pt x="7916" y="2974"/>
                  </a:lnTo>
                  <a:lnTo>
                    <a:pt x="7878" y="3089"/>
                  </a:lnTo>
                  <a:lnTo>
                    <a:pt x="7878" y="3398"/>
                  </a:lnTo>
                  <a:lnTo>
                    <a:pt x="7993" y="3707"/>
                  </a:lnTo>
                  <a:lnTo>
                    <a:pt x="8109" y="3939"/>
                  </a:lnTo>
                  <a:lnTo>
                    <a:pt x="8225" y="4093"/>
                  </a:lnTo>
                  <a:lnTo>
                    <a:pt x="8380" y="4171"/>
                  </a:lnTo>
                  <a:lnTo>
                    <a:pt x="8573" y="4248"/>
                  </a:lnTo>
                  <a:lnTo>
                    <a:pt x="8727" y="4287"/>
                  </a:lnTo>
                  <a:lnTo>
                    <a:pt x="8920" y="4287"/>
                  </a:lnTo>
                  <a:lnTo>
                    <a:pt x="9075" y="4248"/>
                  </a:lnTo>
                  <a:lnTo>
                    <a:pt x="9268" y="4209"/>
                  </a:lnTo>
                  <a:lnTo>
                    <a:pt x="9422" y="4093"/>
                  </a:lnTo>
                  <a:lnTo>
                    <a:pt x="9538" y="3978"/>
                  </a:lnTo>
                  <a:lnTo>
                    <a:pt x="9654" y="3823"/>
                  </a:lnTo>
                  <a:lnTo>
                    <a:pt x="9770" y="3669"/>
                  </a:lnTo>
                  <a:lnTo>
                    <a:pt x="9808" y="3514"/>
                  </a:lnTo>
                  <a:lnTo>
                    <a:pt x="9847" y="3321"/>
                  </a:lnTo>
                  <a:lnTo>
                    <a:pt x="9847" y="3128"/>
                  </a:lnTo>
                  <a:lnTo>
                    <a:pt x="9770" y="2974"/>
                  </a:lnTo>
                  <a:lnTo>
                    <a:pt x="9692" y="2781"/>
                  </a:lnTo>
                  <a:lnTo>
                    <a:pt x="9577" y="2665"/>
                  </a:lnTo>
                  <a:lnTo>
                    <a:pt x="9422" y="2549"/>
                  </a:lnTo>
                  <a:lnTo>
                    <a:pt x="9229" y="2433"/>
                  </a:lnTo>
                  <a:lnTo>
                    <a:pt x="9075" y="2394"/>
                  </a:lnTo>
                  <a:lnTo>
                    <a:pt x="8688" y="2394"/>
                  </a:lnTo>
                  <a:lnTo>
                    <a:pt x="8495" y="2472"/>
                  </a:lnTo>
                  <a:lnTo>
                    <a:pt x="8341" y="2549"/>
                  </a:lnTo>
                  <a:lnTo>
                    <a:pt x="7298" y="2163"/>
                  </a:lnTo>
                  <a:lnTo>
                    <a:pt x="6294" y="1815"/>
                  </a:lnTo>
                  <a:lnTo>
                    <a:pt x="4209" y="1159"/>
                  </a:lnTo>
                  <a:lnTo>
                    <a:pt x="3244" y="850"/>
                  </a:lnTo>
                  <a:lnTo>
                    <a:pt x="2240" y="502"/>
                  </a:lnTo>
                  <a:lnTo>
                    <a:pt x="1236" y="193"/>
                  </a:lnTo>
                  <a:lnTo>
                    <a:pt x="734" y="7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13"/>
            <p:cNvSpPr/>
            <p:nvPr/>
          </p:nvSpPr>
          <p:spPr>
            <a:xfrm>
              <a:off x="2452675" y="2582825"/>
              <a:ext cx="296400" cy="356250"/>
            </a:xfrm>
            <a:custGeom>
              <a:avLst/>
              <a:gdLst/>
              <a:ahLst/>
              <a:cxnLst/>
              <a:rect l="l" t="t" r="r" b="b"/>
              <a:pathLst>
                <a:path w="11856" h="14250" extrusionOk="0">
                  <a:moveTo>
                    <a:pt x="7221" y="1"/>
                  </a:moveTo>
                  <a:lnTo>
                    <a:pt x="6990" y="194"/>
                  </a:lnTo>
                  <a:lnTo>
                    <a:pt x="8032" y="1777"/>
                  </a:lnTo>
                  <a:lnTo>
                    <a:pt x="9114" y="3283"/>
                  </a:lnTo>
                  <a:lnTo>
                    <a:pt x="8032" y="2704"/>
                  </a:lnTo>
                  <a:lnTo>
                    <a:pt x="6913" y="2202"/>
                  </a:lnTo>
                  <a:lnTo>
                    <a:pt x="6758" y="2472"/>
                  </a:lnTo>
                  <a:lnTo>
                    <a:pt x="8225" y="3283"/>
                  </a:lnTo>
                  <a:lnTo>
                    <a:pt x="9731" y="4094"/>
                  </a:lnTo>
                  <a:lnTo>
                    <a:pt x="10388" y="4905"/>
                  </a:lnTo>
                  <a:lnTo>
                    <a:pt x="10388" y="4943"/>
                  </a:lnTo>
                  <a:lnTo>
                    <a:pt x="10697" y="4827"/>
                  </a:lnTo>
                  <a:lnTo>
                    <a:pt x="10658" y="4712"/>
                  </a:lnTo>
                  <a:lnTo>
                    <a:pt x="10620" y="4596"/>
                  </a:lnTo>
                  <a:lnTo>
                    <a:pt x="10620" y="4596"/>
                  </a:lnTo>
                  <a:lnTo>
                    <a:pt x="10929" y="4712"/>
                  </a:lnTo>
                  <a:lnTo>
                    <a:pt x="11160" y="4827"/>
                  </a:lnTo>
                  <a:lnTo>
                    <a:pt x="11315" y="5021"/>
                  </a:lnTo>
                  <a:lnTo>
                    <a:pt x="11431" y="5252"/>
                  </a:lnTo>
                  <a:lnTo>
                    <a:pt x="11469" y="5484"/>
                  </a:lnTo>
                  <a:lnTo>
                    <a:pt x="11469" y="5754"/>
                  </a:lnTo>
                  <a:lnTo>
                    <a:pt x="11431" y="6063"/>
                  </a:lnTo>
                  <a:lnTo>
                    <a:pt x="11353" y="6372"/>
                  </a:lnTo>
                  <a:lnTo>
                    <a:pt x="11083" y="7028"/>
                  </a:lnTo>
                  <a:lnTo>
                    <a:pt x="10813" y="7646"/>
                  </a:lnTo>
                  <a:lnTo>
                    <a:pt x="10504" y="8148"/>
                  </a:lnTo>
                  <a:lnTo>
                    <a:pt x="10233" y="8573"/>
                  </a:lnTo>
                  <a:lnTo>
                    <a:pt x="9654" y="9345"/>
                  </a:lnTo>
                  <a:lnTo>
                    <a:pt x="9036" y="10079"/>
                  </a:lnTo>
                  <a:lnTo>
                    <a:pt x="8380" y="10736"/>
                  </a:lnTo>
                  <a:lnTo>
                    <a:pt x="7646" y="11353"/>
                  </a:lnTo>
                  <a:lnTo>
                    <a:pt x="6874" y="11933"/>
                  </a:lnTo>
                  <a:lnTo>
                    <a:pt x="6024" y="12435"/>
                  </a:lnTo>
                  <a:lnTo>
                    <a:pt x="5175" y="12898"/>
                  </a:lnTo>
                  <a:lnTo>
                    <a:pt x="4287" y="13284"/>
                  </a:lnTo>
                  <a:lnTo>
                    <a:pt x="3862" y="13439"/>
                  </a:lnTo>
                  <a:lnTo>
                    <a:pt x="3283" y="13632"/>
                  </a:lnTo>
                  <a:lnTo>
                    <a:pt x="2665" y="13786"/>
                  </a:lnTo>
                  <a:lnTo>
                    <a:pt x="1970" y="13941"/>
                  </a:lnTo>
                  <a:lnTo>
                    <a:pt x="1043" y="13941"/>
                  </a:lnTo>
                  <a:lnTo>
                    <a:pt x="811" y="13863"/>
                  </a:lnTo>
                  <a:lnTo>
                    <a:pt x="580" y="13709"/>
                  </a:lnTo>
                  <a:lnTo>
                    <a:pt x="425" y="13554"/>
                  </a:lnTo>
                  <a:lnTo>
                    <a:pt x="309" y="13323"/>
                  </a:lnTo>
                  <a:lnTo>
                    <a:pt x="232" y="13052"/>
                  </a:lnTo>
                  <a:lnTo>
                    <a:pt x="1" y="13130"/>
                  </a:lnTo>
                  <a:lnTo>
                    <a:pt x="1" y="13400"/>
                  </a:lnTo>
                  <a:lnTo>
                    <a:pt x="39" y="13632"/>
                  </a:lnTo>
                  <a:lnTo>
                    <a:pt x="155" y="13825"/>
                  </a:lnTo>
                  <a:lnTo>
                    <a:pt x="271" y="13941"/>
                  </a:lnTo>
                  <a:lnTo>
                    <a:pt x="464" y="14056"/>
                  </a:lnTo>
                  <a:lnTo>
                    <a:pt x="657" y="14172"/>
                  </a:lnTo>
                  <a:lnTo>
                    <a:pt x="889" y="14211"/>
                  </a:lnTo>
                  <a:lnTo>
                    <a:pt x="1120" y="14249"/>
                  </a:lnTo>
                  <a:lnTo>
                    <a:pt x="1661" y="14249"/>
                  </a:lnTo>
                  <a:lnTo>
                    <a:pt x="2163" y="14211"/>
                  </a:lnTo>
                  <a:lnTo>
                    <a:pt x="2665" y="14134"/>
                  </a:lnTo>
                  <a:lnTo>
                    <a:pt x="3051" y="14056"/>
                  </a:lnTo>
                  <a:lnTo>
                    <a:pt x="3708" y="13863"/>
                  </a:lnTo>
                  <a:lnTo>
                    <a:pt x="4364" y="13632"/>
                  </a:lnTo>
                  <a:lnTo>
                    <a:pt x="5020" y="13361"/>
                  </a:lnTo>
                  <a:lnTo>
                    <a:pt x="5638" y="13091"/>
                  </a:lnTo>
                  <a:lnTo>
                    <a:pt x="6256" y="12743"/>
                  </a:lnTo>
                  <a:lnTo>
                    <a:pt x="6835" y="12396"/>
                  </a:lnTo>
                  <a:lnTo>
                    <a:pt x="7415" y="12010"/>
                  </a:lnTo>
                  <a:lnTo>
                    <a:pt x="7955" y="11585"/>
                  </a:lnTo>
                  <a:lnTo>
                    <a:pt x="8457" y="11160"/>
                  </a:lnTo>
                  <a:lnTo>
                    <a:pt x="8959" y="10697"/>
                  </a:lnTo>
                  <a:lnTo>
                    <a:pt x="9423" y="10234"/>
                  </a:lnTo>
                  <a:lnTo>
                    <a:pt x="9847" y="9732"/>
                  </a:lnTo>
                  <a:lnTo>
                    <a:pt x="10272" y="9191"/>
                  </a:lnTo>
                  <a:lnTo>
                    <a:pt x="10620" y="8650"/>
                  </a:lnTo>
                  <a:lnTo>
                    <a:pt x="11006" y="8071"/>
                  </a:lnTo>
                  <a:lnTo>
                    <a:pt x="11315" y="7492"/>
                  </a:lnTo>
                  <a:lnTo>
                    <a:pt x="11546" y="6951"/>
                  </a:lnTo>
                  <a:lnTo>
                    <a:pt x="11778" y="6411"/>
                  </a:lnTo>
                  <a:lnTo>
                    <a:pt x="11817" y="6102"/>
                  </a:lnTo>
                  <a:lnTo>
                    <a:pt x="11855" y="5831"/>
                  </a:lnTo>
                  <a:lnTo>
                    <a:pt x="11855" y="5523"/>
                  </a:lnTo>
                  <a:lnTo>
                    <a:pt x="11778" y="5252"/>
                  </a:lnTo>
                  <a:lnTo>
                    <a:pt x="11701" y="5021"/>
                  </a:lnTo>
                  <a:lnTo>
                    <a:pt x="11585" y="4866"/>
                  </a:lnTo>
                  <a:lnTo>
                    <a:pt x="11469" y="4673"/>
                  </a:lnTo>
                  <a:lnTo>
                    <a:pt x="11315" y="4519"/>
                  </a:lnTo>
                  <a:lnTo>
                    <a:pt x="11122" y="4403"/>
                  </a:lnTo>
                  <a:lnTo>
                    <a:pt x="10929" y="4325"/>
                  </a:lnTo>
                  <a:lnTo>
                    <a:pt x="10735" y="4248"/>
                  </a:lnTo>
                  <a:lnTo>
                    <a:pt x="10504" y="4210"/>
                  </a:lnTo>
                  <a:lnTo>
                    <a:pt x="10465" y="4248"/>
                  </a:lnTo>
                  <a:lnTo>
                    <a:pt x="10388" y="4248"/>
                  </a:lnTo>
                  <a:lnTo>
                    <a:pt x="9654" y="3167"/>
                  </a:lnTo>
                  <a:lnTo>
                    <a:pt x="8882" y="2086"/>
                  </a:lnTo>
                  <a:lnTo>
                    <a:pt x="8032" y="1043"/>
                  </a:lnTo>
                  <a:lnTo>
                    <a:pt x="72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13"/>
            <p:cNvSpPr/>
            <p:nvPr/>
          </p:nvSpPr>
          <p:spPr>
            <a:xfrm>
              <a:off x="2371575" y="2703500"/>
              <a:ext cx="351425" cy="207575"/>
            </a:xfrm>
            <a:custGeom>
              <a:avLst/>
              <a:gdLst/>
              <a:ahLst/>
              <a:cxnLst/>
              <a:rect l="l" t="t" r="r" b="b"/>
              <a:pathLst>
                <a:path w="14057" h="8303" extrusionOk="0">
                  <a:moveTo>
                    <a:pt x="13941" y="0"/>
                  </a:moveTo>
                  <a:lnTo>
                    <a:pt x="13632" y="116"/>
                  </a:lnTo>
                  <a:lnTo>
                    <a:pt x="13632" y="155"/>
                  </a:lnTo>
                  <a:lnTo>
                    <a:pt x="13555" y="773"/>
                  </a:lnTo>
                  <a:lnTo>
                    <a:pt x="13439" y="1313"/>
                  </a:lnTo>
                  <a:lnTo>
                    <a:pt x="13284" y="1854"/>
                  </a:lnTo>
                  <a:lnTo>
                    <a:pt x="13053" y="2395"/>
                  </a:lnTo>
                  <a:lnTo>
                    <a:pt x="12782" y="2897"/>
                  </a:lnTo>
                  <a:lnTo>
                    <a:pt x="12473" y="3360"/>
                  </a:lnTo>
                  <a:lnTo>
                    <a:pt x="12126" y="3823"/>
                  </a:lnTo>
                  <a:lnTo>
                    <a:pt x="11778" y="4248"/>
                  </a:lnTo>
                  <a:lnTo>
                    <a:pt x="11547" y="4325"/>
                  </a:lnTo>
                  <a:lnTo>
                    <a:pt x="11585" y="4441"/>
                  </a:lnTo>
                  <a:lnTo>
                    <a:pt x="11547" y="4480"/>
                  </a:lnTo>
                  <a:lnTo>
                    <a:pt x="11392" y="4557"/>
                  </a:lnTo>
                  <a:lnTo>
                    <a:pt x="11469" y="4557"/>
                  </a:lnTo>
                  <a:lnTo>
                    <a:pt x="10967" y="5020"/>
                  </a:lnTo>
                  <a:lnTo>
                    <a:pt x="10427" y="5445"/>
                  </a:lnTo>
                  <a:lnTo>
                    <a:pt x="9539" y="6063"/>
                  </a:lnTo>
                  <a:lnTo>
                    <a:pt x="8612" y="6642"/>
                  </a:lnTo>
                  <a:lnTo>
                    <a:pt x="8149" y="6912"/>
                  </a:lnTo>
                  <a:lnTo>
                    <a:pt x="7647" y="7144"/>
                  </a:lnTo>
                  <a:lnTo>
                    <a:pt x="7145" y="7376"/>
                  </a:lnTo>
                  <a:lnTo>
                    <a:pt x="6643" y="7569"/>
                  </a:lnTo>
                  <a:lnTo>
                    <a:pt x="6604" y="7453"/>
                  </a:lnTo>
                  <a:lnTo>
                    <a:pt x="6411" y="7492"/>
                  </a:lnTo>
                  <a:lnTo>
                    <a:pt x="4905" y="6372"/>
                  </a:lnTo>
                  <a:lnTo>
                    <a:pt x="3322" y="5291"/>
                  </a:lnTo>
                  <a:lnTo>
                    <a:pt x="1739" y="4248"/>
                  </a:lnTo>
                  <a:lnTo>
                    <a:pt x="78" y="3321"/>
                  </a:lnTo>
                  <a:lnTo>
                    <a:pt x="1" y="3399"/>
                  </a:lnTo>
                  <a:lnTo>
                    <a:pt x="3051" y="5600"/>
                  </a:lnTo>
                  <a:lnTo>
                    <a:pt x="6141" y="7723"/>
                  </a:lnTo>
                  <a:lnTo>
                    <a:pt x="5639" y="7839"/>
                  </a:lnTo>
                  <a:lnTo>
                    <a:pt x="5175" y="7916"/>
                  </a:lnTo>
                  <a:lnTo>
                    <a:pt x="4673" y="7955"/>
                  </a:lnTo>
                  <a:lnTo>
                    <a:pt x="4210" y="7994"/>
                  </a:lnTo>
                  <a:lnTo>
                    <a:pt x="4094" y="7994"/>
                  </a:lnTo>
                  <a:lnTo>
                    <a:pt x="4055" y="8071"/>
                  </a:lnTo>
                  <a:lnTo>
                    <a:pt x="4248" y="8303"/>
                  </a:lnTo>
                  <a:lnTo>
                    <a:pt x="5098" y="8303"/>
                  </a:lnTo>
                  <a:lnTo>
                    <a:pt x="5523" y="8264"/>
                  </a:lnTo>
                  <a:lnTo>
                    <a:pt x="5948" y="8187"/>
                  </a:lnTo>
                  <a:lnTo>
                    <a:pt x="6372" y="8110"/>
                  </a:lnTo>
                  <a:lnTo>
                    <a:pt x="6797" y="7955"/>
                  </a:lnTo>
                  <a:lnTo>
                    <a:pt x="7647" y="7646"/>
                  </a:lnTo>
                  <a:lnTo>
                    <a:pt x="8458" y="7221"/>
                  </a:lnTo>
                  <a:lnTo>
                    <a:pt x="9230" y="6758"/>
                  </a:lnTo>
                  <a:lnTo>
                    <a:pt x="10002" y="6295"/>
                  </a:lnTo>
                  <a:lnTo>
                    <a:pt x="10659" y="5793"/>
                  </a:lnTo>
                  <a:lnTo>
                    <a:pt x="11315" y="5252"/>
                  </a:lnTo>
                  <a:lnTo>
                    <a:pt x="11933" y="4673"/>
                  </a:lnTo>
                  <a:lnTo>
                    <a:pt x="12512" y="4055"/>
                  </a:lnTo>
                  <a:lnTo>
                    <a:pt x="12975" y="3360"/>
                  </a:lnTo>
                  <a:lnTo>
                    <a:pt x="13207" y="3012"/>
                  </a:lnTo>
                  <a:lnTo>
                    <a:pt x="13400" y="2665"/>
                  </a:lnTo>
                  <a:lnTo>
                    <a:pt x="13555" y="2279"/>
                  </a:lnTo>
                  <a:lnTo>
                    <a:pt x="13709" y="1893"/>
                  </a:lnTo>
                  <a:lnTo>
                    <a:pt x="13864" y="1506"/>
                  </a:lnTo>
                  <a:lnTo>
                    <a:pt x="13941" y="1082"/>
                  </a:lnTo>
                  <a:lnTo>
                    <a:pt x="14018" y="657"/>
                  </a:lnTo>
                  <a:lnTo>
                    <a:pt x="14057" y="232"/>
                  </a:lnTo>
                  <a:lnTo>
                    <a:pt x="14018" y="116"/>
                  </a:lnTo>
                  <a:lnTo>
                    <a:pt x="13941" y="39"/>
                  </a:lnTo>
                  <a:lnTo>
                    <a:pt x="139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13"/>
            <p:cNvSpPr/>
            <p:nvPr/>
          </p:nvSpPr>
          <p:spPr>
            <a:xfrm>
              <a:off x="2362900" y="2786525"/>
              <a:ext cx="114900" cy="130350"/>
            </a:xfrm>
            <a:custGeom>
              <a:avLst/>
              <a:gdLst/>
              <a:ahLst/>
              <a:cxnLst/>
              <a:rect l="l" t="t" r="r" b="b"/>
              <a:pathLst>
                <a:path w="4596" h="5214" extrusionOk="0">
                  <a:moveTo>
                    <a:pt x="232" y="0"/>
                  </a:moveTo>
                  <a:lnTo>
                    <a:pt x="0" y="193"/>
                  </a:lnTo>
                  <a:lnTo>
                    <a:pt x="502" y="888"/>
                  </a:lnTo>
                  <a:lnTo>
                    <a:pt x="1004" y="1622"/>
                  </a:lnTo>
                  <a:lnTo>
                    <a:pt x="1545" y="2279"/>
                  </a:lnTo>
                  <a:lnTo>
                    <a:pt x="2124" y="2974"/>
                  </a:lnTo>
                  <a:lnTo>
                    <a:pt x="3283" y="4248"/>
                  </a:lnTo>
                  <a:lnTo>
                    <a:pt x="3746" y="4789"/>
                  </a:lnTo>
                  <a:lnTo>
                    <a:pt x="3630" y="4789"/>
                  </a:lnTo>
                  <a:lnTo>
                    <a:pt x="3592" y="4866"/>
                  </a:lnTo>
                  <a:lnTo>
                    <a:pt x="3592" y="4982"/>
                  </a:lnTo>
                  <a:lnTo>
                    <a:pt x="3823" y="4904"/>
                  </a:lnTo>
                  <a:lnTo>
                    <a:pt x="4055" y="5059"/>
                  </a:lnTo>
                  <a:lnTo>
                    <a:pt x="4287" y="5213"/>
                  </a:lnTo>
                  <a:lnTo>
                    <a:pt x="4441" y="5213"/>
                  </a:lnTo>
                  <a:lnTo>
                    <a:pt x="4518" y="5175"/>
                  </a:lnTo>
                  <a:lnTo>
                    <a:pt x="4557" y="5097"/>
                  </a:lnTo>
                  <a:lnTo>
                    <a:pt x="4557" y="5059"/>
                  </a:lnTo>
                  <a:lnTo>
                    <a:pt x="4595" y="4982"/>
                  </a:lnTo>
                  <a:lnTo>
                    <a:pt x="4402" y="4750"/>
                  </a:lnTo>
                  <a:lnTo>
                    <a:pt x="4325" y="4750"/>
                  </a:lnTo>
                  <a:lnTo>
                    <a:pt x="4016" y="4480"/>
                  </a:lnTo>
                  <a:lnTo>
                    <a:pt x="3746" y="4171"/>
                  </a:lnTo>
                  <a:lnTo>
                    <a:pt x="3244" y="3553"/>
                  </a:lnTo>
                  <a:lnTo>
                    <a:pt x="2201" y="2394"/>
                  </a:lnTo>
                  <a:lnTo>
                    <a:pt x="1197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13"/>
            <p:cNvSpPr/>
            <p:nvPr/>
          </p:nvSpPr>
          <p:spPr>
            <a:xfrm>
              <a:off x="2323325" y="2542275"/>
              <a:ext cx="309900" cy="249100"/>
            </a:xfrm>
            <a:custGeom>
              <a:avLst/>
              <a:gdLst/>
              <a:ahLst/>
              <a:cxnLst/>
              <a:rect l="l" t="t" r="r" b="b"/>
              <a:pathLst>
                <a:path w="12396" h="9964" extrusionOk="0">
                  <a:moveTo>
                    <a:pt x="10079" y="426"/>
                  </a:moveTo>
                  <a:lnTo>
                    <a:pt x="10272" y="464"/>
                  </a:lnTo>
                  <a:lnTo>
                    <a:pt x="10465" y="503"/>
                  </a:lnTo>
                  <a:lnTo>
                    <a:pt x="10581" y="541"/>
                  </a:lnTo>
                  <a:lnTo>
                    <a:pt x="10735" y="657"/>
                  </a:lnTo>
                  <a:lnTo>
                    <a:pt x="10851" y="850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28" y="1430"/>
                  </a:lnTo>
                  <a:lnTo>
                    <a:pt x="10890" y="1661"/>
                  </a:lnTo>
                  <a:lnTo>
                    <a:pt x="10812" y="1854"/>
                  </a:lnTo>
                  <a:lnTo>
                    <a:pt x="10619" y="2202"/>
                  </a:lnTo>
                  <a:lnTo>
                    <a:pt x="10310" y="2588"/>
                  </a:lnTo>
                  <a:lnTo>
                    <a:pt x="9963" y="2936"/>
                  </a:lnTo>
                  <a:lnTo>
                    <a:pt x="9422" y="3476"/>
                  </a:lnTo>
                  <a:lnTo>
                    <a:pt x="8843" y="3978"/>
                  </a:lnTo>
                  <a:lnTo>
                    <a:pt x="8186" y="4480"/>
                  </a:lnTo>
                  <a:lnTo>
                    <a:pt x="7569" y="4982"/>
                  </a:lnTo>
                  <a:lnTo>
                    <a:pt x="6912" y="5484"/>
                  </a:lnTo>
                  <a:lnTo>
                    <a:pt x="6256" y="5947"/>
                  </a:lnTo>
                  <a:lnTo>
                    <a:pt x="5483" y="6411"/>
                  </a:lnTo>
                  <a:lnTo>
                    <a:pt x="4711" y="6874"/>
                  </a:lnTo>
                  <a:lnTo>
                    <a:pt x="3939" y="7299"/>
                  </a:lnTo>
                  <a:lnTo>
                    <a:pt x="3128" y="7724"/>
                  </a:lnTo>
                  <a:lnTo>
                    <a:pt x="2471" y="7994"/>
                  </a:lnTo>
                  <a:lnTo>
                    <a:pt x="2163" y="8110"/>
                  </a:lnTo>
                  <a:lnTo>
                    <a:pt x="1815" y="8226"/>
                  </a:lnTo>
                  <a:lnTo>
                    <a:pt x="1506" y="8264"/>
                  </a:lnTo>
                  <a:lnTo>
                    <a:pt x="1159" y="8303"/>
                  </a:lnTo>
                  <a:lnTo>
                    <a:pt x="811" y="8303"/>
                  </a:lnTo>
                  <a:lnTo>
                    <a:pt x="463" y="8226"/>
                  </a:lnTo>
                  <a:lnTo>
                    <a:pt x="502" y="8148"/>
                  </a:lnTo>
                  <a:lnTo>
                    <a:pt x="463" y="8033"/>
                  </a:lnTo>
                  <a:lnTo>
                    <a:pt x="463" y="7917"/>
                  </a:lnTo>
                  <a:lnTo>
                    <a:pt x="463" y="7801"/>
                  </a:lnTo>
                  <a:lnTo>
                    <a:pt x="502" y="7569"/>
                  </a:lnTo>
                  <a:lnTo>
                    <a:pt x="618" y="7299"/>
                  </a:lnTo>
                  <a:lnTo>
                    <a:pt x="772" y="7029"/>
                  </a:lnTo>
                  <a:lnTo>
                    <a:pt x="1159" y="6565"/>
                  </a:lnTo>
                  <a:lnTo>
                    <a:pt x="1467" y="6179"/>
                  </a:lnTo>
                  <a:lnTo>
                    <a:pt x="2008" y="5561"/>
                  </a:lnTo>
                  <a:lnTo>
                    <a:pt x="2549" y="4982"/>
                  </a:lnTo>
                  <a:lnTo>
                    <a:pt x="3128" y="4441"/>
                  </a:lnTo>
                  <a:lnTo>
                    <a:pt x="3746" y="3862"/>
                  </a:lnTo>
                  <a:lnTo>
                    <a:pt x="4364" y="3360"/>
                  </a:lnTo>
                  <a:lnTo>
                    <a:pt x="5020" y="2858"/>
                  </a:lnTo>
                  <a:lnTo>
                    <a:pt x="5715" y="2434"/>
                  </a:lnTo>
                  <a:lnTo>
                    <a:pt x="6410" y="1970"/>
                  </a:lnTo>
                  <a:lnTo>
                    <a:pt x="7105" y="1584"/>
                  </a:lnTo>
                  <a:lnTo>
                    <a:pt x="7839" y="1236"/>
                  </a:lnTo>
                  <a:lnTo>
                    <a:pt x="8457" y="928"/>
                  </a:lnTo>
                  <a:lnTo>
                    <a:pt x="8843" y="734"/>
                  </a:lnTo>
                  <a:lnTo>
                    <a:pt x="9268" y="580"/>
                  </a:lnTo>
                  <a:lnTo>
                    <a:pt x="9692" y="464"/>
                  </a:lnTo>
                  <a:lnTo>
                    <a:pt x="10079" y="426"/>
                  </a:lnTo>
                  <a:close/>
                  <a:moveTo>
                    <a:pt x="11237" y="464"/>
                  </a:moveTo>
                  <a:lnTo>
                    <a:pt x="11430" y="580"/>
                  </a:lnTo>
                  <a:lnTo>
                    <a:pt x="11585" y="773"/>
                  </a:lnTo>
                  <a:lnTo>
                    <a:pt x="11700" y="966"/>
                  </a:lnTo>
                  <a:lnTo>
                    <a:pt x="11778" y="1236"/>
                  </a:lnTo>
                  <a:lnTo>
                    <a:pt x="11778" y="1468"/>
                  </a:lnTo>
                  <a:lnTo>
                    <a:pt x="11778" y="1738"/>
                  </a:lnTo>
                  <a:lnTo>
                    <a:pt x="11739" y="1970"/>
                  </a:lnTo>
                  <a:lnTo>
                    <a:pt x="11662" y="2240"/>
                  </a:lnTo>
                  <a:lnTo>
                    <a:pt x="11430" y="2627"/>
                  </a:lnTo>
                  <a:lnTo>
                    <a:pt x="11160" y="3013"/>
                  </a:lnTo>
                  <a:lnTo>
                    <a:pt x="10851" y="3399"/>
                  </a:lnTo>
                  <a:lnTo>
                    <a:pt x="10542" y="3746"/>
                  </a:lnTo>
                  <a:lnTo>
                    <a:pt x="9847" y="4480"/>
                  </a:lnTo>
                  <a:lnTo>
                    <a:pt x="9075" y="5137"/>
                  </a:lnTo>
                  <a:lnTo>
                    <a:pt x="8264" y="5793"/>
                  </a:lnTo>
                  <a:lnTo>
                    <a:pt x="7453" y="6372"/>
                  </a:lnTo>
                  <a:lnTo>
                    <a:pt x="6603" y="6990"/>
                  </a:lnTo>
                  <a:lnTo>
                    <a:pt x="5754" y="7569"/>
                  </a:lnTo>
                  <a:lnTo>
                    <a:pt x="4866" y="8110"/>
                  </a:lnTo>
                  <a:lnTo>
                    <a:pt x="3977" y="8612"/>
                  </a:lnTo>
                  <a:lnTo>
                    <a:pt x="3128" y="9037"/>
                  </a:lnTo>
                  <a:lnTo>
                    <a:pt x="2703" y="9191"/>
                  </a:lnTo>
                  <a:lnTo>
                    <a:pt x="2240" y="9346"/>
                  </a:lnTo>
                  <a:lnTo>
                    <a:pt x="1969" y="9384"/>
                  </a:lnTo>
                  <a:lnTo>
                    <a:pt x="1661" y="9423"/>
                  </a:lnTo>
                  <a:lnTo>
                    <a:pt x="1313" y="9384"/>
                  </a:lnTo>
                  <a:lnTo>
                    <a:pt x="1004" y="9346"/>
                  </a:lnTo>
                  <a:lnTo>
                    <a:pt x="734" y="9191"/>
                  </a:lnTo>
                  <a:lnTo>
                    <a:pt x="541" y="9037"/>
                  </a:lnTo>
                  <a:lnTo>
                    <a:pt x="463" y="8921"/>
                  </a:lnTo>
                  <a:lnTo>
                    <a:pt x="386" y="8805"/>
                  </a:lnTo>
                  <a:lnTo>
                    <a:pt x="348" y="8650"/>
                  </a:lnTo>
                  <a:lnTo>
                    <a:pt x="309" y="8496"/>
                  </a:lnTo>
                  <a:lnTo>
                    <a:pt x="579" y="8612"/>
                  </a:lnTo>
                  <a:lnTo>
                    <a:pt x="888" y="8728"/>
                  </a:lnTo>
                  <a:lnTo>
                    <a:pt x="1197" y="8766"/>
                  </a:lnTo>
                  <a:lnTo>
                    <a:pt x="1506" y="8766"/>
                  </a:lnTo>
                  <a:lnTo>
                    <a:pt x="1815" y="8728"/>
                  </a:lnTo>
                  <a:lnTo>
                    <a:pt x="2124" y="8650"/>
                  </a:lnTo>
                  <a:lnTo>
                    <a:pt x="2742" y="8457"/>
                  </a:lnTo>
                  <a:lnTo>
                    <a:pt x="3321" y="8187"/>
                  </a:lnTo>
                  <a:lnTo>
                    <a:pt x="3939" y="7917"/>
                  </a:lnTo>
                  <a:lnTo>
                    <a:pt x="4981" y="7299"/>
                  </a:lnTo>
                  <a:lnTo>
                    <a:pt x="6526" y="6372"/>
                  </a:lnTo>
                  <a:lnTo>
                    <a:pt x="7298" y="5832"/>
                  </a:lnTo>
                  <a:lnTo>
                    <a:pt x="8071" y="5291"/>
                  </a:lnTo>
                  <a:lnTo>
                    <a:pt x="8804" y="4750"/>
                  </a:lnTo>
                  <a:lnTo>
                    <a:pt x="9499" y="4133"/>
                  </a:lnTo>
                  <a:lnTo>
                    <a:pt x="10156" y="3515"/>
                  </a:lnTo>
                  <a:lnTo>
                    <a:pt x="10774" y="2820"/>
                  </a:lnTo>
                  <a:lnTo>
                    <a:pt x="10967" y="2588"/>
                  </a:lnTo>
                  <a:lnTo>
                    <a:pt x="11121" y="2356"/>
                  </a:lnTo>
                  <a:lnTo>
                    <a:pt x="11276" y="2047"/>
                  </a:lnTo>
                  <a:lnTo>
                    <a:pt x="11391" y="1777"/>
                  </a:lnTo>
                  <a:lnTo>
                    <a:pt x="11469" y="1468"/>
                  </a:lnTo>
                  <a:lnTo>
                    <a:pt x="11507" y="1159"/>
                  </a:lnTo>
                  <a:lnTo>
                    <a:pt x="11430" y="889"/>
                  </a:lnTo>
                  <a:lnTo>
                    <a:pt x="11314" y="580"/>
                  </a:lnTo>
                  <a:lnTo>
                    <a:pt x="11237" y="464"/>
                  </a:lnTo>
                  <a:close/>
                  <a:moveTo>
                    <a:pt x="9924" y="1"/>
                  </a:moveTo>
                  <a:lnTo>
                    <a:pt x="9654" y="39"/>
                  </a:lnTo>
                  <a:lnTo>
                    <a:pt x="9306" y="117"/>
                  </a:lnTo>
                  <a:lnTo>
                    <a:pt x="8920" y="194"/>
                  </a:lnTo>
                  <a:lnTo>
                    <a:pt x="8186" y="503"/>
                  </a:lnTo>
                  <a:lnTo>
                    <a:pt x="7491" y="850"/>
                  </a:lnTo>
                  <a:lnTo>
                    <a:pt x="6835" y="1198"/>
                  </a:lnTo>
                  <a:lnTo>
                    <a:pt x="6101" y="1584"/>
                  </a:lnTo>
                  <a:lnTo>
                    <a:pt x="5406" y="2009"/>
                  </a:lnTo>
                  <a:lnTo>
                    <a:pt x="4750" y="2472"/>
                  </a:lnTo>
                  <a:lnTo>
                    <a:pt x="4093" y="2974"/>
                  </a:lnTo>
                  <a:lnTo>
                    <a:pt x="3360" y="3553"/>
                  </a:lnTo>
                  <a:lnTo>
                    <a:pt x="2665" y="4210"/>
                  </a:lnTo>
                  <a:lnTo>
                    <a:pt x="1969" y="4866"/>
                  </a:lnTo>
                  <a:lnTo>
                    <a:pt x="1352" y="5600"/>
                  </a:lnTo>
                  <a:lnTo>
                    <a:pt x="888" y="6141"/>
                  </a:lnTo>
                  <a:lnTo>
                    <a:pt x="618" y="6449"/>
                  </a:lnTo>
                  <a:lnTo>
                    <a:pt x="348" y="6797"/>
                  </a:lnTo>
                  <a:lnTo>
                    <a:pt x="155" y="7145"/>
                  </a:lnTo>
                  <a:lnTo>
                    <a:pt x="0" y="7492"/>
                  </a:lnTo>
                  <a:lnTo>
                    <a:pt x="0" y="7685"/>
                  </a:lnTo>
                  <a:lnTo>
                    <a:pt x="0" y="7840"/>
                  </a:lnTo>
                  <a:lnTo>
                    <a:pt x="0" y="8033"/>
                  </a:lnTo>
                  <a:lnTo>
                    <a:pt x="77" y="8187"/>
                  </a:lnTo>
                  <a:lnTo>
                    <a:pt x="77" y="8264"/>
                  </a:lnTo>
                  <a:lnTo>
                    <a:pt x="77" y="8342"/>
                  </a:lnTo>
                  <a:lnTo>
                    <a:pt x="39" y="8496"/>
                  </a:lnTo>
                  <a:lnTo>
                    <a:pt x="39" y="8650"/>
                  </a:lnTo>
                  <a:lnTo>
                    <a:pt x="77" y="8805"/>
                  </a:lnTo>
                  <a:lnTo>
                    <a:pt x="116" y="8959"/>
                  </a:lnTo>
                  <a:lnTo>
                    <a:pt x="309" y="9230"/>
                  </a:lnTo>
                  <a:lnTo>
                    <a:pt x="541" y="9500"/>
                  </a:lnTo>
                  <a:lnTo>
                    <a:pt x="734" y="9616"/>
                  </a:lnTo>
                  <a:lnTo>
                    <a:pt x="965" y="9732"/>
                  </a:lnTo>
                  <a:lnTo>
                    <a:pt x="1236" y="9770"/>
                  </a:lnTo>
                  <a:lnTo>
                    <a:pt x="1467" y="9809"/>
                  </a:lnTo>
                  <a:lnTo>
                    <a:pt x="1583" y="9963"/>
                  </a:lnTo>
                  <a:lnTo>
                    <a:pt x="1815" y="9770"/>
                  </a:lnTo>
                  <a:lnTo>
                    <a:pt x="1892" y="9770"/>
                  </a:lnTo>
                  <a:lnTo>
                    <a:pt x="1892" y="9848"/>
                  </a:lnTo>
                  <a:lnTo>
                    <a:pt x="1931" y="9848"/>
                  </a:lnTo>
                  <a:lnTo>
                    <a:pt x="2008" y="9770"/>
                  </a:lnTo>
                  <a:lnTo>
                    <a:pt x="2394" y="9654"/>
                  </a:lnTo>
                  <a:lnTo>
                    <a:pt x="2935" y="9500"/>
                  </a:lnTo>
                  <a:lnTo>
                    <a:pt x="3514" y="9268"/>
                  </a:lnTo>
                  <a:lnTo>
                    <a:pt x="4055" y="9037"/>
                  </a:lnTo>
                  <a:lnTo>
                    <a:pt x="4557" y="8766"/>
                  </a:lnTo>
                  <a:lnTo>
                    <a:pt x="5599" y="8148"/>
                  </a:lnTo>
                  <a:lnTo>
                    <a:pt x="6603" y="7492"/>
                  </a:lnTo>
                  <a:lnTo>
                    <a:pt x="6758" y="7376"/>
                  </a:lnTo>
                  <a:lnTo>
                    <a:pt x="7839" y="6643"/>
                  </a:lnTo>
                  <a:lnTo>
                    <a:pt x="8688" y="5986"/>
                  </a:lnTo>
                  <a:lnTo>
                    <a:pt x="9538" y="5330"/>
                  </a:lnTo>
                  <a:lnTo>
                    <a:pt x="10388" y="4596"/>
                  </a:lnTo>
                  <a:lnTo>
                    <a:pt x="10774" y="4171"/>
                  </a:lnTo>
                  <a:lnTo>
                    <a:pt x="11121" y="3785"/>
                  </a:lnTo>
                  <a:lnTo>
                    <a:pt x="11160" y="3901"/>
                  </a:lnTo>
                  <a:lnTo>
                    <a:pt x="11430" y="3824"/>
                  </a:lnTo>
                  <a:lnTo>
                    <a:pt x="11932" y="4094"/>
                  </a:lnTo>
                  <a:lnTo>
                    <a:pt x="12087" y="3824"/>
                  </a:lnTo>
                  <a:lnTo>
                    <a:pt x="11353" y="3476"/>
                  </a:lnTo>
                  <a:lnTo>
                    <a:pt x="11662" y="3051"/>
                  </a:lnTo>
                  <a:lnTo>
                    <a:pt x="11932" y="2588"/>
                  </a:lnTo>
                  <a:lnTo>
                    <a:pt x="12087" y="2202"/>
                  </a:lnTo>
                  <a:lnTo>
                    <a:pt x="12164" y="1816"/>
                  </a:lnTo>
                  <a:lnTo>
                    <a:pt x="12395" y="1623"/>
                  </a:lnTo>
                  <a:lnTo>
                    <a:pt x="12164" y="1391"/>
                  </a:lnTo>
                  <a:lnTo>
                    <a:pt x="12125" y="1082"/>
                  </a:lnTo>
                  <a:lnTo>
                    <a:pt x="12048" y="812"/>
                  </a:lnTo>
                  <a:lnTo>
                    <a:pt x="11932" y="580"/>
                  </a:lnTo>
                  <a:lnTo>
                    <a:pt x="11778" y="387"/>
                  </a:lnTo>
                  <a:lnTo>
                    <a:pt x="11585" y="194"/>
                  </a:lnTo>
                  <a:lnTo>
                    <a:pt x="11353" y="78"/>
                  </a:lnTo>
                  <a:lnTo>
                    <a:pt x="11044" y="39"/>
                  </a:lnTo>
                  <a:lnTo>
                    <a:pt x="10735" y="39"/>
                  </a:lnTo>
                  <a:lnTo>
                    <a:pt x="10619" y="78"/>
                  </a:lnTo>
                  <a:lnTo>
                    <a:pt x="103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13"/>
            <p:cNvSpPr/>
            <p:nvPr/>
          </p:nvSpPr>
          <p:spPr>
            <a:xfrm>
              <a:off x="902300" y="1957275"/>
              <a:ext cx="17400" cy="181500"/>
            </a:xfrm>
            <a:custGeom>
              <a:avLst/>
              <a:gdLst/>
              <a:ahLst/>
              <a:cxnLst/>
              <a:rect l="l" t="t" r="r" b="b"/>
              <a:pathLst>
                <a:path w="696" h="7260" extrusionOk="0">
                  <a:moveTo>
                    <a:pt x="425" y="0"/>
                  </a:moveTo>
                  <a:lnTo>
                    <a:pt x="348" y="888"/>
                  </a:lnTo>
                  <a:lnTo>
                    <a:pt x="232" y="1815"/>
                  </a:lnTo>
                  <a:lnTo>
                    <a:pt x="154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13"/>
            <p:cNvSpPr/>
            <p:nvPr/>
          </p:nvSpPr>
          <p:spPr>
            <a:xfrm>
              <a:off x="779675" y="19978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6" y="5097"/>
                  </a:lnTo>
                  <a:lnTo>
                    <a:pt x="4326" y="5445"/>
                  </a:lnTo>
                  <a:lnTo>
                    <a:pt x="4635" y="5792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5" y="5252"/>
                  </a:lnTo>
                  <a:lnTo>
                    <a:pt x="4403" y="4866"/>
                  </a:lnTo>
                  <a:lnTo>
                    <a:pt x="3862" y="4170"/>
                  </a:lnTo>
                  <a:lnTo>
                    <a:pt x="2704" y="2780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13"/>
            <p:cNvSpPr/>
            <p:nvPr/>
          </p:nvSpPr>
          <p:spPr>
            <a:xfrm>
              <a:off x="781625" y="1619400"/>
              <a:ext cx="153500" cy="186325"/>
            </a:xfrm>
            <a:custGeom>
              <a:avLst/>
              <a:gdLst/>
              <a:ahLst/>
              <a:cxnLst/>
              <a:rect l="l" t="t" r="r" b="b"/>
              <a:pathLst>
                <a:path w="6140" h="7453" extrusionOk="0">
                  <a:moveTo>
                    <a:pt x="888" y="5908"/>
                  </a:moveTo>
                  <a:lnTo>
                    <a:pt x="1081" y="5985"/>
                  </a:lnTo>
                  <a:lnTo>
                    <a:pt x="1236" y="6024"/>
                  </a:lnTo>
                  <a:lnTo>
                    <a:pt x="1390" y="6178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6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89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7"/>
                  </a:lnTo>
                  <a:lnTo>
                    <a:pt x="386" y="6371"/>
                  </a:lnTo>
                  <a:lnTo>
                    <a:pt x="425" y="6256"/>
                  </a:lnTo>
                  <a:lnTo>
                    <a:pt x="502" y="6178"/>
                  </a:lnTo>
                  <a:lnTo>
                    <a:pt x="695" y="6024"/>
                  </a:lnTo>
                  <a:lnTo>
                    <a:pt x="888" y="5908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5" y="1313"/>
                  </a:lnTo>
                  <a:lnTo>
                    <a:pt x="4016" y="2047"/>
                  </a:lnTo>
                  <a:lnTo>
                    <a:pt x="3437" y="2780"/>
                  </a:lnTo>
                  <a:lnTo>
                    <a:pt x="2278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2" y="5561"/>
                  </a:lnTo>
                  <a:lnTo>
                    <a:pt x="618" y="5599"/>
                  </a:lnTo>
                  <a:lnTo>
                    <a:pt x="541" y="5676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7"/>
                  </a:lnTo>
                  <a:lnTo>
                    <a:pt x="0" y="6603"/>
                  </a:lnTo>
                  <a:lnTo>
                    <a:pt x="39" y="6796"/>
                  </a:lnTo>
                  <a:lnTo>
                    <a:pt x="116" y="6989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5"/>
                  </a:lnTo>
                  <a:lnTo>
                    <a:pt x="695" y="7453"/>
                  </a:lnTo>
                  <a:lnTo>
                    <a:pt x="1081" y="7453"/>
                  </a:lnTo>
                  <a:lnTo>
                    <a:pt x="1274" y="7414"/>
                  </a:lnTo>
                  <a:lnTo>
                    <a:pt x="1429" y="7298"/>
                  </a:lnTo>
                  <a:lnTo>
                    <a:pt x="1583" y="7182"/>
                  </a:lnTo>
                  <a:lnTo>
                    <a:pt x="1699" y="7067"/>
                  </a:lnTo>
                  <a:lnTo>
                    <a:pt x="1815" y="6873"/>
                  </a:lnTo>
                  <a:lnTo>
                    <a:pt x="1854" y="6680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8"/>
                  </a:lnTo>
                  <a:lnTo>
                    <a:pt x="1738" y="6024"/>
                  </a:lnTo>
                  <a:lnTo>
                    <a:pt x="1661" y="5908"/>
                  </a:lnTo>
                  <a:lnTo>
                    <a:pt x="1545" y="5792"/>
                  </a:lnTo>
                  <a:lnTo>
                    <a:pt x="2163" y="5097"/>
                  </a:lnTo>
                  <a:lnTo>
                    <a:pt x="2742" y="4402"/>
                  </a:lnTo>
                  <a:lnTo>
                    <a:pt x="3939" y="3012"/>
                  </a:lnTo>
                  <a:lnTo>
                    <a:pt x="4479" y="2394"/>
                  </a:lnTo>
                  <a:lnTo>
                    <a:pt x="5097" y="1699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3"/>
                  </a:lnTo>
                  <a:lnTo>
                    <a:pt x="6063" y="77"/>
                  </a:lnTo>
                  <a:lnTo>
                    <a:pt x="598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13"/>
            <p:cNvSpPr/>
            <p:nvPr/>
          </p:nvSpPr>
          <p:spPr>
            <a:xfrm>
              <a:off x="752650" y="1995875"/>
              <a:ext cx="30925" cy="168975"/>
            </a:xfrm>
            <a:custGeom>
              <a:avLst/>
              <a:gdLst/>
              <a:ahLst/>
              <a:cxnLst/>
              <a:rect l="l" t="t" r="r" b="b"/>
              <a:pathLst>
                <a:path w="1237" h="6759" extrusionOk="0">
                  <a:moveTo>
                    <a:pt x="1121" y="1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7"/>
                  </a:lnTo>
                  <a:lnTo>
                    <a:pt x="541" y="1738"/>
                  </a:lnTo>
                  <a:lnTo>
                    <a:pt x="310" y="3399"/>
                  </a:lnTo>
                  <a:lnTo>
                    <a:pt x="117" y="5059"/>
                  </a:lnTo>
                  <a:lnTo>
                    <a:pt x="1" y="6720"/>
                  </a:lnTo>
                  <a:lnTo>
                    <a:pt x="232" y="6758"/>
                  </a:lnTo>
                  <a:lnTo>
                    <a:pt x="503" y="5137"/>
                  </a:lnTo>
                  <a:lnTo>
                    <a:pt x="773" y="3515"/>
                  </a:lnTo>
                  <a:lnTo>
                    <a:pt x="966" y="1854"/>
                  </a:lnTo>
                  <a:lnTo>
                    <a:pt x="1082" y="233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13"/>
            <p:cNvSpPr/>
            <p:nvPr/>
          </p:nvSpPr>
          <p:spPr>
            <a:xfrm>
              <a:off x="527725" y="16473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0" y="6141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2" y="6681"/>
                  </a:lnTo>
                  <a:lnTo>
                    <a:pt x="7337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19" y="6836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6" y="6102"/>
                  </a:lnTo>
                  <a:lnTo>
                    <a:pt x="6642" y="5909"/>
                  </a:lnTo>
                  <a:lnTo>
                    <a:pt x="6797" y="5754"/>
                  </a:lnTo>
                  <a:close/>
                  <a:moveTo>
                    <a:pt x="232" y="1"/>
                  </a:moveTo>
                  <a:lnTo>
                    <a:pt x="155" y="40"/>
                  </a:lnTo>
                  <a:lnTo>
                    <a:pt x="78" y="40"/>
                  </a:lnTo>
                  <a:lnTo>
                    <a:pt x="39" y="117"/>
                  </a:lnTo>
                  <a:lnTo>
                    <a:pt x="0" y="233"/>
                  </a:lnTo>
                  <a:lnTo>
                    <a:pt x="0" y="310"/>
                  </a:lnTo>
                  <a:lnTo>
                    <a:pt x="39" y="387"/>
                  </a:lnTo>
                  <a:lnTo>
                    <a:pt x="425" y="773"/>
                  </a:lnTo>
                  <a:lnTo>
                    <a:pt x="811" y="1121"/>
                  </a:lnTo>
                  <a:lnTo>
                    <a:pt x="1622" y="1777"/>
                  </a:lnTo>
                  <a:lnTo>
                    <a:pt x="3399" y="3206"/>
                  </a:lnTo>
                  <a:lnTo>
                    <a:pt x="4866" y="4442"/>
                  </a:lnTo>
                  <a:lnTo>
                    <a:pt x="5638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7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6"/>
                  </a:lnTo>
                  <a:lnTo>
                    <a:pt x="6295" y="6990"/>
                  </a:lnTo>
                  <a:lnTo>
                    <a:pt x="6411" y="7145"/>
                  </a:lnTo>
                  <a:lnTo>
                    <a:pt x="6565" y="7222"/>
                  </a:lnTo>
                  <a:lnTo>
                    <a:pt x="6719" y="7299"/>
                  </a:lnTo>
                  <a:lnTo>
                    <a:pt x="6874" y="7338"/>
                  </a:lnTo>
                  <a:lnTo>
                    <a:pt x="7067" y="7338"/>
                  </a:lnTo>
                  <a:lnTo>
                    <a:pt x="7260" y="7299"/>
                  </a:lnTo>
                  <a:lnTo>
                    <a:pt x="7453" y="7260"/>
                  </a:lnTo>
                  <a:lnTo>
                    <a:pt x="7608" y="7145"/>
                  </a:lnTo>
                  <a:lnTo>
                    <a:pt x="7723" y="7029"/>
                  </a:lnTo>
                  <a:lnTo>
                    <a:pt x="7839" y="6913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2" y="6411"/>
                  </a:lnTo>
                  <a:lnTo>
                    <a:pt x="8032" y="6218"/>
                  </a:lnTo>
                  <a:lnTo>
                    <a:pt x="7955" y="6025"/>
                  </a:lnTo>
                  <a:lnTo>
                    <a:pt x="7839" y="5870"/>
                  </a:lnTo>
                  <a:lnTo>
                    <a:pt x="7723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1" y="5446"/>
                  </a:lnTo>
                  <a:lnTo>
                    <a:pt x="7028" y="5446"/>
                  </a:lnTo>
                  <a:lnTo>
                    <a:pt x="6835" y="5484"/>
                  </a:lnTo>
                  <a:lnTo>
                    <a:pt x="6024" y="4712"/>
                  </a:lnTo>
                  <a:lnTo>
                    <a:pt x="5213" y="4017"/>
                  </a:lnTo>
                  <a:lnTo>
                    <a:pt x="3514" y="2627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9"/>
                  </a:lnTo>
                  <a:lnTo>
                    <a:pt x="734" y="310"/>
                  </a:lnTo>
                  <a:lnTo>
                    <a:pt x="309" y="40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13"/>
            <p:cNvSpPr/>
            <p:nvPr/>
          </p:nvSpPr>
          <p:spPr>
            <a:xfrm>
              <a:off x="668675" y="1916725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0"/>
                  </a:moveTo>
                  <a:lnTo>
                    <a:pt x="11469" y="78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7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438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1" y="6681"/>
                  </a:lnTo>
                  <a:lnTo>
                    <a:pt x="13515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8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3"/>
                  </a:lnTo>
                  <a:lnTo>
                    <a:pt x="1081" y="10697"/>
                  </a:lnTo>
                  <a:lnTo>
                    <a:pt x="811" y="10542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6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0" y="9886"/>
                  </a:lnTo>
                  <a:lnTo>
                    <a:pt x="39" y="10117"/>
                  </a:lnTo>
                  <a:lnTo>
                    <a:pt x="77" y="10311"/>
                  </a:lnTo>
                  <a:lnTo>
                    <a:pt x="193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1" y="11353"/>
                  </a:lnTo>
                  <a:lnTo>
                    <a:pt x="2626" y="11430"/>
                  </a:lnTo>
                  <a:lnTo>
                    <a:pt x="3321" y="11508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8"/>
                  </a:lnTo>
                  <a:lnTo>
                    <a:pt x="6063" y="11430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4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7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7" y="6565"/>
                  </a:lnTo>
                  <a:lnTo>
                    <a:pt x="14017" y="6333"/>
                  </a:lnTo>
                  <a:lnTo>
                    <a:pt x="14017" y="6140"/>
                  </a:lnTo>
                  <a:lnTo>
                    <a:pt x="13940" y="5908"/>
                  </a:lnTo>
                  <a:lnTo>
                    <a:pt x="13863" y="5715"/>
                  </a:lnTo>
                  <a:lnTo>
                    <a:pt x="13747" y="5522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6"/>
                  </a:lnTo>
                  <a:lnTo>
                    <a:pt x="13091" y="5136"/>
                  </a:lnTo>
                  <a:lnTo>
                    <a:pt x="12820" y="3823"/>
                  </a:lnTo>
                  <a:lnTo>
                    <a:pt x="12511" y="2549"/>
                  </a:lnTo>
                  <a:lnTo>
                    <a:pt x="12164" y="1275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13"/>
            <p:cNvSpPr/>
            <p:nvPr/>
          </p:nvSpPr>
          <p:spPr>
            <a:xfrm>
              <a:off x="643575" y="2007475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0"/>
                  </a:moveTo>
                  <a:lnTo>
                    <a:pt x="0" y="39"/>
                  </a:lnTo>
                  <a:lnTo>
                    <a:pt x="1970" y="3205"/>
                  </a:lnTo>
                  <a:lnTo>
                    <a:pt x="4055" y="6333"/>
                  </a:lnTo>
                  <a:lnTo>
                    <a:pt x="3553" y="6294"/>
                  </a:lnTo>
                  <a:lnTo>
                    <a:pt x="3051" y="6179"/>
                  </a:lnTo>
                  <a:lnTo>
                    <a:pt x="2587" y="6024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5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7" y="6719"/>
                  </a:lnTo>
                  <a:lnTo>
                    <a:pt x="4132" y="6796"/>
                  </a:lnTo>
                  <a:lnTo>
                    <a:pt x="4595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8" y="6642"/>
                  </a:lnTo>
                  <a:lnTo>
                    <a:pt x="8148" y="6487"/>
                  </a:lnTo>
                  <a:lnTo>
                    <a:pt x="8959" y="6294"/>
                  </a:lnTo>
                  <a:lnTo>
                    <a:pt x="9770" y="6024"/>
                  </a:lnTo>
                  <a:lnTo>
                    <a:pt x="10581" y="5715"/>
                  </a:lnTo>
                  <a:lnTo>
                    <a:pt x="11314" y="5368"/>
                  </a:lnTo>
                  <a:lnTo>
                    <a:pt x="12009" y="4904"/>
                  </a:lnTo>
                  <a:lnTo>
                    <a:pt x="12357" y="4673"/>
                  </a:lnTo>
                  <a:lnTo>
                    <a:pt x="12666" y="4402"/>
                  </a:lnTo>
                  <a:lnTo>
                    <a:pt x="12975" y="4093"/>
                  </a:lnTo>
                  <a:lnTo>
                    <a:pt x="13284" y="3784"/>
                  </a:lnTo>
                  <a:lnTo>
                    <a:pt x="13515" y="3476"/>
                  </a:lnTo>
                  <a:lnTo>
                    <a:pt x="13786" y="3128"/>
                  </a:lnTo>
                  <a:lnTo>
                    <a:pt x="13979" y="2780"/>
                  </a:lnTo>
                  <a:lnTo>
                    <a:pt x="14211" y="2394"/>
                  </a:lnTo>
                  <a:lnTo>
                    <a:pt x="14211" y="2278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4" y="2163"/>
                  </a:lnTo>
                  <a:lnTo>
                    <a:pt x="13554" y="2703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6"/>
                  </a:lnTo>
                  <a:lnTo>
                    <a:pt x="12009" y="4364"/>
                  </a:lnTo>
                  <a:lnTo>
                    <a:pt x="11546" y="4711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6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1"/>
                  </a:lnTo>
                  <a:lnTo>
                    <a:pt x="6758" y="6294"/>
                  </a:lnTo>
                  <a:lnTo>
                    <a:pt x="6217" y="6333"/>
                  </a:lnTo>
                  <a:lnTo>
                    <a:pt x="5677" y="6410"/>
                  </a:lnTo>
                  <a:lnTo>
                    <a:pt x="4557" y="6410"/>
                  </a:lnTo>
                  <a:lnTo>
                    <a:pt x="4595" y="6294"/>
                  </a:lnTo>
                  <a:lnTo>
                    <a:pt x="4364" y="6256"/>
                  </a:lnTo>
                  <a:lnTo>
                    <a:pt x="3398" y="4634"/>
                  </a:lnTo>
                  <a:lnTo>
                    <a:pt x="2356" y="3012"/>
                  </a:lnTo>
                  <a:lnTo>
                    <a:pt x="1275" y="1468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13"/>
            <p:cNvSpPr/>
            <p:nvPr/>
          </p:nvSpPr>
          <p:spPr>
            <a:xfrm>
              <a:off x="633925" y="2005525"/>
              <a:ext cx="61800" cy="160300"/>
            </a:xfrm>
            <a:custGeom>
              <a:avLst/>
              <a:gdLst/>
              <a:ahLst/>
              <a:cxnLst/>
              <a:rect l="l" t="t" r="r" b="b"/>
              <a:pathLst>
                <a:path w="2472" h="6412" extrusionOk="0">
                  <a:moveTo>
                    <a:pt x="309" y="1"/>
                  </a:moveTo>
                  <a:lnTo>
                    <a:pt x="0" y="78"/>
                  </a:lnTo>
                  <a:lnTo>
                    <a:pt x="193" y="928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5"/>
                  </a:lnTo>
                  <a:lnTo>
                    <a:pt x="1661" y="5716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6" y="5909"/>
                  </a:lnTo>
                  <a:lnTo>
                    <a:pt x="1931" y="6141"/>
                  </a:lnTo>
                  <a:lnTo>
                    <a:pt x="2085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1" y="6257"/>
                  </a:lnTo>
                  <a:lnTo>
                    <a:pt x="2356" y="5948"/>
                  </a:lnTo>
                  <a:lnTo>
                    <a:pt x="2278" y="5948"/>
                  </a:lnTo>
                  <a:lnTo>
                    <a:pt x="2124" y="5600"/>
                  </a:lnTo>
                  <a:lnTo>
                    <a:pt x="1969" y="5214"/>
                  </a:lnTo>
                  <a:lnTo>
                    <a:pt x="1738" y="4442"/>
                  </a:lnTo>
                  <a:lnTo>
                    <a:pt x="1197" y="2936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13"/>
            <p:cNvSpPr/>
            <p:nvPr/>
          </p:nvSpPr>
          <p:spPr>
            <a:xfrm>
              <a:off x="609775" y="18510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9" y="541"/>
                  </a:lnTo>
                  <a:lnTo>
                    <a:pt x="12435" y="657"/>
                  </a:lnTo>
                  <a:lnTo>
                    <a:pt x="12628" y="734"/>
                  </a:lnTo>
                  <a:lnTo>
                    <a:pt x="12744" y="812"/>
                  </a:lnTo>
                  <a:lnTo>
                    <a:pt x="12859" y="966"/>
                  </a:lnTo>
                  <a:lnTo>
                    <a:pt x="12937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7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0"/>
                  </a:lnTo>
                  <a:lnTo>
                    <a:pt x="12242" y="2472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8" y="3206"/>
                  </a:lnTo>
                  <a:lnTo>
                    <a:pt x="9925" y="3437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1"/>
                  </a:lnTo>
                  <a:lnTo>
                    <a:pt x="5021" y="4596"/>
                  </a:lnTo>
                  <a:lnTo>
                    <a:pt x="4133" y="4712"/>
                  </a:lnTo>
                  <a:lnTo>
                    <a:pt x="3244" y="4789"/>
                  </a:lnTo>
                  <a:lnTo>
                    <a:pt x="2202" y="4789"/>
                  </a:lnTo>
                  <a:lnTo>
                    <a:pt x="1854" y="4750"/>
                  </a:lnTo>
                  <a:lnTo>
                    <a:pt x="1507" y="4673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1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4"/>
                  </a:lnTo>
                  <a:lnTo>
                    <a:pt x="3013" y="2356"/>
                  </a:lnTo>
                  <a:lnTo>
                    <a:pt x="3708" y="2009"/>
                  </a:lnTo>
                  <a:lnTo>
                    <a:pt x="4480" y="1700"/>
                  </a:lnTo>
                  <a:lnTo>
                    <a:pt x="5252" y="1429"/>
                  </a:lnTo>
                  <a:lnTo>
                    <a:pt x="6025" y="1198"/>
                  </a:lnTo>
                  <a:lnTo>
                    <a:pt x="6836" y="1005"/>
                  </a:lnTo>
                  <a:lnTo>
                    <a:pt x="7608" y="812"/>
                  </a:lnTo>
                  <a:lnTo>
                    <a:pt x="8419" y="696"/>
                  </a:lnTo>
                  <a:lnTo>
                    <a:pt x="9230" y="580"/>
                  </a:lnTo>
                  <a:lnTo>
                    <a:pt x="10041" y="541"/>
                  </a:lnTo>
                  <a:lnTo>
                    <a:pt x="10736" y="503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2" y="1314"/>
                  </a:lnTo>
                  <a:lnTo>
                    <a:pt x="13709" y="1507"/>
                  </a:lnTo>
                  <a:lnTo>
                    <a:pt x="13748" y="1738"/>
                  </a:lnTo>
                  <a:lnTo>
                    <a:pt x="13709" y="2009"/>
                  </a:lnTo>
                  <a:lnTo>
                    <a:pt x="13632" y="2240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7"/>
                  </a:lnTo>
                  <a:lnTo>
                    <a:pt x="12049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2" y="4634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2" y="5793"/>
                  </a:lnTo>
                  <a:lnTo>
                    <a:pt x="3708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6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6" y="5484"/>
                  </a:lnTo>
                  <a:lnTo>
                    <a:pt x="503" y="5252"/>
                  </a:lnTo>
                  <a:lnTo>
                    <a:pt x="348" y="5021"/>
                  </a:lnTo>
                  <a:lnTo>
                    <a:pt x="310" y="4866"/>
                  </a:lnTo>
                  <a:lnTo>
                    <a:pt x="310" y="4750"/>
                  </a:lnTo>
                  <a:lnTo>
                    <a:pt x="310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2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3" y="5214"/>
                  </a:lnTo>
                  <a:lnTo>
                    <a:pt x="1931" y="5252"/>
                  </a:lnTo>
                  <a:lnTo>
                    <a:pt x="2588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7" y="5059"/>
                  </a:lnTo>
                  <a:lnTo>
                    <a:pt x="6913" y="4789"/>
                  </a:lnTo>
                  <a:lnTo>
                    <a:pt x="7840" y="4596"/>
                  </a:lnTo>
                  <a:lnTo>
                    <a:pt x="8728" y="4403"/>
                  </a:lnTo>
                  <a:lnTo>
                    <a:pt x="9616" y="4132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8"/>
                  </a:lnTo>
                  <a:lnTo>
                    <a:pt x="12435" y="2974"/>
                  </a:lnTo>
                  <a:lnTo>
                    <a:pt x="12705" y="2819"/>
                  </a:lnTo>
                  <a:lnTo>
                    <a:pt x="12937" y="2588"/>
                  </a:lnTo>
                  <a:lnTo>
                    <a:pt x="13130" y="2395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4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8" y="1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5"/>
                  </a:lnTo>
                  <a:lnTo>
                    <a:pt x="4133" y="1352"/>
                  </a:lnTo>
                  <a:lnTo>
                    <a:pt x="3244" y="1700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3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4" y="4132"/>
                  </a:lnTo>
                  <a:lnTo>
                    <a:pt x="194" y="4171"/>
                  </a:lnTo>
                  <a:lnTo>
                    <a:pt x="117" y="4325"/>
                  </a:lnTo>
                  <a:lnTo>
                    <a:pt x="39" y="4480"/>
                  </a:lnTo>
                  <a:lnTo>
                    <a:pt x="1" y="4634"/>
                  </a:lnTo>
                  <a:lnTo>
                    <a:pt x="1" y="4789"/>
                  </a:lnTo>
                  <a:lnTo>
                    <a:pt x="39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7" y="6063"/>
                  </a:lnTo>
                  <a:lnTo>
                    <a:pt x="966" y="6256"/>
                  </a:lnTo>
                  <a:lnTo>
                    <a:pt x="1275" y="6179"/>
                  </a:lnTo>
                  <a:lnTo>
                    <a:pt x="1314" y="6218"/>
                  </a:lnTo>
                  <a:lnTo>
                    <a:pt x="1314" y="6256"/>
                  </a:lnTo>
                  <a:lnTo>
                    <a:pt x="1352" y="6295"/>
                  </a:lnTo>
                  <a:lnTo>
                    <a:pt x="1468" y="6256"/>
                  </a:lnTo>
                  <a:lnTo>
                    <a:pt x="1816" y="6295"/>
                  </a:lnTo>
                  <a:lnTo>
                    <a:pt x="2395" y="6333"/>
                  </a:lnTo>
                  <a:lnTo>
                    <a:pt x="3013" y="6372"/>
                  </a:lnTo>
                  <a:lnTo>
                    <a:pt x="3592" y="6333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4" y="5523"/>
                  </a:lnTo>
                  <a:lnTo>
                    <a:pt x="9037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5" y="3939"/>
                  </a:lnTo>
                  <a:lnTo>
                    <a:pt x="12898" y="3669"/>
                  </a:lnTo>
                  <a:lnTo>
                    <a:pt x="13361" y="3321"/>
                  </a:lnTo>
                  <a:lnTo>
                    <a:pt x="13632" y="3051"/>
                  </a:lnTo>
                  <a:lnTo>
                    <a:pt x="13825" y="2704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9"/>
                  </a:lnTo>
                  <a:lnTo>
                    <a:pt x="14134" y="1738"/>
                  </a:lnTo>
                  <a:lnTo>
                    <a:pt x="14095" y="1468"/>
                  </a:lnTo>
                  <a:lnTo>
                    <a:pt x="14018" y="1236"/>
                  </a:lnTo>
                  <a:lnTo>
                    <a:pt x="13902" y="1005"/>
                  </a:lnTo>
                  <a:lnTo>
                    <a:pt x="13748" y="812"/>
                  </a:lnTo>
                  <a:lnTo>
                    <a:pt x="13477" y="618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5" y="155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13"/>
            <p:cNvSpPr/>
            <p:nvPr/>
          </p:nvSpPr>
          <p:spPr>
            <a:xfrm>
              <a:off x="4200000" y="452900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1"/>
                  </a:lnTo>
                  <a:lnTo>
                    <a:pt x="0" y="7261"/>
                  </a:lnTo>
                  <a:lnTo>
                    <a:pt x="193" y="7261"/>
                  </a:lnTo>
                  <a:lnTo>
                    <a:pt x="425" y="5484"/>
                  </a:lnTo>
                  <a:lnTo>
                    <a:pt x="580" y="3669"/>
                  </a:lnTo>
                  <a:lnTo>
                    <a:pt x="695" y="1854"/>
                  </a:lnTo>
                  <a:lnTo>
                    <a:pt x="695" y="928"/>
                  </a:lnTo>
                  <a:lnTo>
                    <a:pt x="695" y="40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13"/>
            <p:cNvSpPr/>
            <p:nvPr/>
          </p:nvSpPr>
          <p:spPr>
            <a:xfrm>
              <a:off x="4077400" y="4569550"/>
              <a:ext cx="121650" cy="144850"/>
            </a:xfrm>
            <a:custGeom>
              <a:avLst/>
              <a:gdLst/>
              <a:ahLst/>
              <a:cxnLst/>
              <a:rect l="l" t="t" r="r" b="b"/>
              <a:pathLst>
                <a:path w="4866" h="5794" extrusionOk="0">
                  <a:moveTo>
                    <a:pt x="155" y="1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6"/>
                  </a:lnTo>
                  <a:lnTo>
                    <a:pt x="2896" y="3631"/>
                  </a:lnTo>
                  <a:lnTo>
                    <a:pt x="3476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6"/>
                  </a:lnTo>
                  <a:lnTo>
                    <a:pt x="4866" y="5639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8" y="1352"/>
                  </a:lnTo>
                  <a:lnTo>
                    <a:pt x="811" y="65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13"/>
            <p:cNvSpPr/>
            <p:nvPr/>
          </p:nvSpPr>
          <p:spPr>
            <a:xfrm>
              <a:off x="4079325" y="419112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9"/>
                  </a:moveTo>
                  <a:lnTo>
                    <a:pt x="1082" y="5986"/>
                  </a:lnTo>
                  <a:lnTo>
                    <a:pt x="1236" y="6025"/>
                  </a:lnTo>
                  <a:lnTo>
                    <a:pt x="1391" y="6179"/>
                  </a:lnTo>
                  <a:lnTo>
                    <a:pt x="1468" y="6334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6" y="6951"/>
                  </a:lnTo>
                  <a:lnTo>
                    <a:pt x="1159" y="7029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6"/>
                  </a:lnTo>
                  <a:lnTo>
                    <a:pt x="425" y="6720"/>
                  </a:lnTo>
                  <a:lnTo>
                    <a:pt x="387" y="6643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5" y="6256"/>
                  </a:lnTo>
                  <a:lnTo>
                    <a:pt x="503" y="6179"/>
                  </a:lnTo>
                  <a:lnTo>
                    <a:pt x="696" y="6025"/>
                  </a:lnTo>
                  <a:lnTo>
                    <a:pt x="889" y="5909"/>
                  </a:lnTo>
                  <a:close/>
                  <a:moveTo>
                    <a:pt x="5909" y="1"/>
                  </a:moveTo>
                  <a:lnTo>
                    <a:pt x="5831" y="39"/>
                  </a:lnTo>
                  <a:lnTo>
                    <a:pt x="5522" y="310"/>
                  </a:lnTo>
                  <a:lnTo>
                    <a:pt x="5175" y="619"/>
                  </a:lnTo>
                  <a:lnTo>
                    <a:pt x="4596" y="1314"/>
                  </a:lnTo>
                  <a:lnTo>
                    <a:pt x="4017" y="2047"/>
                  </a:lnTo>
                  <a:lnTo>
                    <a:pt x="3437" y="2781"/>
                  </a:lnTo>
                  <a:lnTo>
                    <a:pt x="2279" y="4133"/>
                  </a:lnTo>
                  <a:lnTo>
                    <a:pt x="1738" y="4866"/>
                  </a:lnTo>
                  <a:lnTo>
                    <a:pt x="1198" y="5561"/>
                  </a:lnTo>
                  <a:lnTo>
                    <a:pt x="1043" y="5523"/>
                  </a:lnTo>
                  <a:lnTo>
                    <a:pt x="889" y="5523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1" y="6334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4" y="7145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3" y="6527"/>
                  </a:lnTo>
                  <a:lnTo>
                    <a:pt x="1854" y="6334"/>
                  </a:lnTo>
                  <a:lnTo>
                    <a:pt x="1815" y="6179"/>
                  </a:lnTo>
                  <a:lnTo>
                    <a:pt x="1738" y="6025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3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9" y="657"/>
                  </a:lnTo>
                  <a:lnTo>
                    <a:pt x="6102" y="310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13"/>
            <p:cNvSpPr/>
            <p:nvPr/>
          </p:nvSpPr>
          <p:spPr>
            <a:xfrm>
              <a:off x="4050375" y="4567625"/>
              <a:ext cx="30900" cy="168975"/>
            </a:xfrm>
            <a:custGeom>
              <a:avLst/>
              <a:gdLst/>
              <a:ahLst/>
              <a:cxnLst/>
              <a:rect l="l" t="t" r="r" b="b"/>
              <a:pathLst>
                <a:path w="1236" h="6759" extrusionOk="0">
                  <a:moveTo>
                    <a:pt x="1120" y="1"/>
                  </a:moveTo>
                  <a:lnTo>
                    <a:pt x="1081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9"/>
                  </a:lnTo>
                  <a:lnTo>
                    <a:pt x="116" y="5059"/>
                  </a:lnTo>
                  <a:lnTo>
                    <a:pt x="0" y="6720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2" y="3515"/>
                  </a:lnTo>
                  <a:lnTo>
                    <a:pt x="965" y="1854"/>
                  </a:lnTo>
                  <a:lnTo>
                    <a:pt x="1081" y="232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13"/>
            <p:cNvSpPr/>
            <p:nvPr/>
          </p:nvSpPr>
          <p:spPr>
            <a:xfrm>
              <a:off x="3825425" y="421912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8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2"/>
                  </a:lnTo>
                  <a:lnTo>
                    <a:pt x="6643" y="5909"/>
                  </a:lnTo>
                  <a:lnTo>
                    <a:pt x="6797" y="5754"/>
                  </a:lnTo>
                  <a:close/>
                  <a:moveTo>
                    <a:pt x="233" y="1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10"/>
                  </a:lnTo>
                  <a:lnTo>
                    <a:pt x="39" y="387"/>
                  </a:lnTo>
                  <a:lnTo>
                    <a:pt x="426" y="773"/>
                  </a:lnTo>
                  <a:lnTo>
                    <a:pt x="812" y="1120"/>
                  </a:lnTo>
                  <a:lnTo>
                    <a:pt x="1623" y="1777"/>
                  </a:lnTo>
                  <a:lnTo>
                    <a:pt x="3399" y="3206"/>
                  </a:lnTo>
                  <a:lnTo>
                    <a:pt x="4866" y="4441"/>
                  </a:lnTo>
                  <a:lnTo>
                    <a:pt x="5639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2"/>
                  </a:lnTo>
                  <a:lnTo>
                    <a:pt x="6720" y="7299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9"/>
                  </a:lnTo>
                  <a:lnTo>
                    <a:pt x="7454" y="7260"/>
                  </a:lnTo>
                  <a:lnTo>
                    <a:pt x="7608" y="7144"/>
                  </a:lnTo>
                  <a:lnTo>
                    <a:pt x="7724" y="7029"/>
                  </a:lnTo>
                  <a:lnTo>
                    <a:pt x="7840" y="6913"/>
                  </a:lnTo>
                  <a:lnTo>
                    <a:pt x="7956" y="6758"/>
                  </a:lnTo>
                  <a:lnTo>
                    <a:pt x="7994" y="6565"/>
                  </a:lnTo>
                  <a:lnTo>
                    <a:pt x="8033" y="6411"/>
                  </a:lnTo>
                  <a:lnTo>
                    <a:pt x="8033" y="6218"/>
                  </a:lnTo>
                  <a:lnTo>
                    <a:pt x="7956" y="6025"/>
                  </a:lnTo>
                  <a:lnTo>
                    <a:pt x="7840" y="5870"/>
                  </a:lnTo>
                  <a:lnTo>
                    <a:pt x="7724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6" y="5484"/>
                  </a:lnTo>
                  <a:lnTo>
                    <a:pt x="6025" y="4712"/>
                  </a:lnTo>
                  <a:lnTo>
                    <a:pt x="5214" y="4017"/>
                  </a:lnTo>
                  <a:lnTo>
                    <a:pt x="3515" y="2626"/>
                  </a:lnTo>
                  <a:lnTo>
                    <a:pt x="2743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5" y="310"/>
                  </a:lnTo>
                  <a:lnTo>
                    <a:pt x="310" y="39"/>
                  </a:lnTo>
                  <a:lnTo>
                    <a:pt x="23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13"/>
            <p:cNvSpPr/>
            <p:nvPr/>
          </p:nvSpPr>
          <p:spPr>
            <a:xfrm>
              <a:off x="3966375" y="4488475"/>
              <a:ext cx="350450" cy="288650"/>
            </a:xfrm>
            <a:custGeom>
              <a:avLst/>
              <a:gdLst/>
              <a:ahLst/>
              <a:cxnLst/>
              <a:rect l="l" t="t" r="r" b="b"/>
              <a:pathLst>
                <a:path w="14018" h="11546" extrusionOk="0">
                  <a:moveTo>
                    <a:pt x="11778" y="0"/>
                  </a:moveTo>
                  <a:lnTo>
                    <a:pt x="11469" y="77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8" y="2780"/>
                  </a:lnTo>
                  <a:lnTo>
                    <a:pt x="10658" y="1892"/>
                  </a:lnTo>
                  <a:lnTo>
                    <a:pt x="10427" y="2085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168" y="5522"/>
                  </a:lnTo>
                  <a:lnTo>
                    <a:pt x="13439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2" y="6681"/>
                  </a:lnTo>
                  <a:lnTo>
                    <a:pt x="13516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4" y="7955"/>
                  </a:lnTo>
                  <a:lnTo>
                    <a:pt x="12203" y="8418"/>
                  </a:lnTo>
                  <a:lnTo>
                    <a:pt x="11740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1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0" y="11160"/>
                  </a:lnTo>
                  <a:lnTo>
                    <a:pt x="3013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2"/>
                  </a:lnTo>
                  <a:lnTo>
                    <a:pt x="1082" y="10696"/>
                  </a:lnTo>
                  <a:lnTo>
                    <a:pt x="812" y="10542"/>
                  </a:lnTo>
                  <a:lnTo>
                    <a:pt x="618" y="10388"/>
                  </a:lnTo>
                  <a:lnTo>
                    <a:pt x="464" y="10194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7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1" y="9886"/>
                  </a:lnTo>
                  <a:lnTo>
                    <a:pt x="39" y="10117"/>
                  </a:lnTo>
                  <a:lnTo>
                    <a:pt x="78" y="10310"/>
                  </a:lnTo>
                  <a:lnTo>
                    <a:pt x="194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2" y="11353"/>
                  </a:lnTo>
                  <a:lnTo>
                    <a:pt x="2626" y="11430"/>
                  </a:lnTo>
                  <a:lnTo>
                    <a:pt x="3321" y="11507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7"/>
                  </a:lnTo>
                  <a:lnTo>
                    <a:pt x="6063" y="11430"/>
                  </a:lnTo>
                  <a:lnTo>
                    <a:pt x="6758" y="11314"/>
                  </a:lnTo>
                  <a:lnTo>
                    <a:pt x="7415" y="11160"/>
                  </a:lnTo>
                  <a:lnTo>
                    <a:pt x="8071" y="11005"/>
                  </a:lnTo>
                  <a:lnTo>
                    <a:pt x="8728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8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3"/>
                  </a:lnTo>
                  <a:lnTo>
                    <a:pt x="14018" y="6140"/>
                  </a:lnTo>
                  <a:lnTo>
                    <a:pt x="13941" y="5908"/>
                  </a:lnTo>
                  <a:lnTo>
                    <a:pt x="13863" y="5715"/>
                  </a:lnTo>
                  <a:lnTo>
                    <a:pt x="13748" y="5522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6"/>
                  </a:lnTo>
                  <a:lnTo>
                    <a:pt x="13091" y="5136"/>
                  </a:lnTo>
                  <a:lnTo>
                    <a:pt x="12821" y="3823"/>
                  </a:lnTo>
                  <a:lnTo>
                    <a:pt x="12512" y="2549"/>
                  </a:lnTo>
                  <a:lnTo>
                    <a:pt x="12164" y="1274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13"/>
            <p:cNvSpPr/>
            <p:nvPr/>
          </p:nvSpPr>
          <p:spPr>
            <a:xfrm>
              <a:off x="3941275" y="457920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1" y="40"/>
                  </a:lnTo>
                  <a:lnTo>
                    <a:pt x="1970" y="3206"/>
                  </a:lnTo>
                  <a:lnTo>
                    <a:pt x="4055" y="6334"/>
                  </a:lnTo>
                  <a:lnTo>
                    <a:pt x="4055" y="6334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3"/>
                  </a:lnTo>
                  <a:lnTo>
                    <a:pt x="3708" y="6720"/>
                  </a:lnTo>
                  <a:lnTo>
                    <a:pt x="4132" y="6797"/>
                  </a:lnTo>
                  <a:lnTo>
                    <a:pt x="4596" y="6836"/>
                  </a:lnTo>
                  <a:lnTo>
                    <a:pt x="5484" y="6836"/>
                  </a:lnTo>
                  <a:lnTo>
                    <a:pt x="6372" y="6759"/>
                  </a:lnTo>
                  <a:lnTo>
                    <a:pt x="7299" y="6643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9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5"/>
                  </a:lnTo>
                  <a:lnTo>
                    <a:pt x="13863" y="2125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1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3"/>
                  </a:lnTo>
                  <a:lnTo>
                    <a:pt x="10349" y="5253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6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8" y="6334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7"/>
                  </a:lnTo>
                  <a:lnTo>
                    <a:pt x="3399" y="4635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13"/>
            <p:cNvSpPr/>
            <p:nvPr/>
          </p:nvSpPr>
          <p:spPr>
            <a:xfrm>
              <a:off x="3931625" y="457727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1"/>
                  </a:moveTo>
                  <a:lnTo>
                    <a:pt x="0" y="78"/>
                  </a:lnTo>
                  <a:lnTo>
                    <a:pt x="194" y="927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6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9"/>
                  </a:lnTo>
                  <a:lnTo>
                    <a:pt x="1931" y="6140"/>
                  </a:lnTo>
                  <a:lnTo>
                    <a:pt x="2086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4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13"/>
            <p:cNvSpPr/>
            <p:nvPr/>
          </p:nvSpPr>
          <p:spPr>
            <a:xfrm>
              <a:off x="3907500" y="442282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0" y="464"/>
                  </a:moveTo>
                  <a:lnTo>
                    <a:pt x="11623" y="502"/>
                  </a:lnTo>
                  <a:lnTo>
                    <a:pt x="12048" y="541"/>
                  </a:lnTo>
                  <a:lnTo>
                    <a:pt x="12434" y="657"/>
                  </a:lnTo>
                  <a:lnTo>
                    <a:pt x="12627" y="734"/>
                  </a:lnTo>
                  <a:lnTo>
                    <a:pt x="12743" y="811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6" y="1699"/>
                  </a:lnTo>
                  <a:lnTo>
                    <a:pt x="12820" y="1892"/>
                  </a:lnTo>
                  <a:lnTo>
                    <a:pt x="12704" y="2086"/>
                  </a:lnTo>
                  <a:lnTo>
                    <a:pt x="12589" y="2240"/>
                  </a:lnTo>
                  <a:lnTo>
                    <a:pt x="12241" y="2472"/>
                  </a:lnTo>
                  <a:lnTo>
                    <a:pt x="11816" y="2742"/>
                  </a:lnTo>
                  <a:lnTo>
                    <a:pt x="11391" y="2935"/>
                  </a:lnTo>
                  <a:lnTo>
                    <a:pt x="10658" y="3205"/>
                  </a:lnTo>
                  <a:lnTo>
                    <a:pt x="9924" y="3437"/>
                  </a:lnTo>
                  <a:lnTo>
                    <a:pt x="9152" y="3707"/>
                  </a:lnTo>
                  <a:lnTo>
                    <a:pt x="8380" y="3900"/>
                  </a:lnTo>
                  <a:lnTo>
                    <a:pt x="7607" y="4094"/>
                  </a:lnTo>
                  <a:lnTo>
                    <a:pt x="6796" y="4287"/>
                  </a:lnTo>
                  <a:lnTo>
                    <a:pt x="5908" y="4441"/>
                  </a:lnTo>
                  <a:lnTo>
                    <a:pt x="5020" y="4596"/>
                  </a:lnTo>
                  <a:lnTo>
                    <a:pt x="4132" y="4711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0"/>
                  </a:lnTo>
                  <a:lnTo>
                    <a:pt x="1506" y="4673"/>
                  </a:lnTo>
                  <a:lnTo>
                    <a:pt x="1197" y="4557"/>
                  </a:lnTo>
                  <a:lnTo>
                    <a:pt x="888" y="4441"/>
                  </a:lnTo>
                  <a:lnTo>
                    <a:pt x="579" y="4248"/>
                  </a:lnTo>
                  <a:lnTo>
                    <a:pt x="657" y="4171"/>
                  </a:lnTo>
                  <a:lnTo>
                    <a:pt x="695" y="4055"/>
                  </a:lnTo>
                  <a:lnTo>
                    <a:pt x="695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1" y="3437"/>
                  </a:lnTo>
                  <a:lnTo>
                    <a:pt x="1313" y="3244"/>
                  </a:lnTo>
                  <a:lnTo>
                    <a:pt x="1854" y="2935"/>
                  </a:lnTo>
                  <a:lnTo>
                    <a:pt x="2278" y="2703"/>
                  </a:lnTo>
                  <a:lnTo>
                    <a:pt x="3012" y="2356"/>
                  </a:lnTo>
                  <a:lnTo>
                    <a:pt x="3707" y="2008"/>
                  </a:lnTo>
                  <a:lnTo>
                    <a:pt x="4479" y="1699"/>
                  </a:lnTo>
                  <a:lnTo>
                    <a:pt x="5252" y="1429"/>
                  </a:lnTo>
                  <a:lnTo>
                    <a:pt x="6024" y="1197"/>
                  </a:lnTo>
                  <a:lnTo>
                    <a:pt x="6835" y="1004"/>
                  </a:lnTo>
                  <a:lnTo>
                    <a:pt x="7607" y="811"/>
                  </a:lnTo>
                  <a:lnTo>
                    <a:pt x="8418" y="695"/>
                  </a:lnTo>
                  <a:lnTo>
                    <a:pt x="9229" y="580"/>
                  </a:lnTo>
                  <a:lnTo>
                    <a:pt x="10040" y="541"/>
                  </a:lnTo>
                  <a:lnTo>
                    <a:pt x="10735" y="502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1" y="1313"/>
                  </a:lnTo>
                  <a:lnTo>
                    <a:pt x="13708" y="1506"/>
                  </a:lnTo>
                  <a:lnTo>
                    <a:pt x="13747" y="1738"/>
                  </a:lnTo>
                  <a:lnTo>
                    <a:pt x="13708" y="2008"/>
                  </a:lnTo>
                  <a:lnTo>
                    <a:pt x="13631" y="2240"/>
                  </a:lnTo>
                  <a:lnTo>
                    <a:pt x="13515" y="2472"/>
                  </a:lnTo>
                  <a:lnTo>
                    <a:pt x="13399" y="2703"/>
                  </a:lnTo>
                  <a:lnTo>
                    <a:pt x="13206" y="2896"/>
                  </a:lnTo>
                  <a:lnTo>
                    <a:pt x="12859" y="3205"/>
                  </a:lnTo>
                  <a:lnTo>
                    <a:pt x="12473" y="3437"/>
                  </a:lnTo>
                  <a:lnTo>
                    <a:pt x="12048" y="3669"/>
                  </a:lnTo>
                  <a:lnTo>
                    <a:pt x="11623" y="3900"/>
                  </a:lnTo>
                  <a:lnTo>
                    <a:pt x="10658" y="4287"/>
                  </a:lnTo>
                  <a:lnTo>
                    <a:pt x="9731" y="4634"/>
                  </a:lnTo>
                  <a:lnTo>
                    <a:pt x="8766" y="4904"/>
                  </a:lnTo>
                  <a:lnTo>
                    <a:pt x="7762" y="5175"/>
                  </a:lnTo>
                  <a:lnTo>
                    <a:pt x="6758" y="5406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8"/>
                  </a:lnTo>
                  <a:lnTo>
                    <a:pt x="2780" y="5986"/>
                  </a:lnTo>
                  <a:lnTo>
                    <a:pt x="2278" y="5986"/>
                  </a:lnTo>
                  <a:lnTo>
                    <a:pt x="1815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5" y="5484"/>
                  </a:lnTo>
                  <a:lnTo>
                    <a:pt x="502" y="5252"/>
                  </a:lnTo>
                  <a:lnTo>
                    <a:pt x="348" y="5020"/>
                  </a:lnTo>
                  <a:lnTo>
                    <a:pt x="309" y="4866"/>
                  </a:lnTo>
                  <a:lnTo>
                    <a:pt x="309" y="4750"/>
                  </a:lnTo>
                  <a:lnTo>
                    <a:pt x="309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3"/>
                  </a:lnTo>
                  <a:lnTo>
                    <a:pt x="1931" y="5252"/>
                  </a:lnTo>
                  <a:lnTo>
                    <a:pt x="2587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6" y="5059"/>
                  </a:lnTo>
                  <a:lnTo>
                    <a:pt x="6912" y="4789"/>
                  </a:lnTo>
                  <a:lnTo>
                    <a:pt x="7839" y="4596"/>
                  </a:lnTo>
                  <a:lnTo>
                    <a:pt x="8727" y="4402"/>
                  </a:lnTo>
                  <a:lnTo>
                    <a:pt x="9615" y="4132"/>
                  </a:lnTo>
                  <a:lnTo>
                    <a:pt x="10503" y="3862"/>
                  </a:lnTo>
                  <a:lnTo>
                    <a:pt x="11353" y="3514"/>
                  </a:lnTo>
                  <a:lnTo>
                    <a:pt x="12164" y="3128"/>
                  </a:lnTo>
                  <a:lnTo>
                    <a:pt x="12434" y="2974"/>
                  </a:lnTo>
                  <a:lnTo>
                    <a:pt x="12704" y="2819"/>
                  </a:lnTo>
                  <a:lnTo>
                    <a:pt x="12936" y="2588"/>
                  </a:lnTo>
                  <a:lnTo>
                    <a:pt x="13129" y="2394"/>
                  </a:lnTo>
                  <a:lnTo>
                    <a:pt x="13322" y="2124"/>
                  </a:lnTo>
                  <a:lnTo>
                    <a:pt x="13438" y="1854"/>
                  </a:lnTo>
                  <a:lnTo>
                    <a:pt x="13515" y="1584"/>
                  </a:lnTo>
                  <a:lnTo>
                    <a:pt x="13515" y="1236"/>
                  </a:lnTo>
                  <a:lnTo>
                    <a:pt x="13477" y="1120"/>
                  </a:lnTo>
                  <a:close/>
                  <a:moveTo>
                    <a:pt x="10658" y="0"/>
                  </a:moveTo>
                  <a:lnTo>
                    <a:pt x="9886" y="39"/>
                  </a:lnTo>
                  <a:lnTo>
                    <a:pt x="9113" y="116"/>
                  </a:lnTo>
                  <a:lnTo>
                    <a:pt x="8302" y="232"/>
                  </a:lnTo>
                  <a:lnTo>
                    <a:pt x="7530" y="348"/>
                  </a:lnTo>
                  <a:lnTo>
                    <a:pt x="6719" y="541"/>
                  </a:lnTo>
                  <a:lnTo>
                    <a:pt x="5908" y="734"/>
                  </a:lnTo>
                  <a:lnTo>
                    <a:pt x="5020" y="1004"/>
                  </a:lnTo>
                  <a:lnTo>
                    <a:pt x="4132" y="1352"/>
                  </a:lnTo>
                  <a:lnTo>
                    <a:pt x="3244" y="1699"/>
                  </a:lnTo>
                  <a:lnTo>
                    <a:pt x="2394" y="2124"/>
                  </a:lnTo>
                  <a:lnTo>
                    <a:pt x="1776" y="2433"/>
                  </a:lnTo>
                  <a:lnTo>
                    <a:pt x="1390" y="2626"/>
                  </a:lnTo>
                  <a:lnTo>
                    <a:pt x="1043" y="2858"/>
                  </a:lnTo>
                  <a:lnTo>
                    <a:pt x="695" y="3090"/>
                  </a:lnTo>
                  <a:lnTo>
                    <a:pt x="463" y="3398"/>
                  </a:lnTo>
                  <a:lnTo>
                    <a:pt x="348" y="3553"/>
                  </a:lnTo>
                  <a:lnTo>
                    <a:pt x="270" y="3707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3" y="4132"/>
                  </a:lnTo>
                  <a:lnTo>
                    <a:pt x="193" y="4171"/>
                  </a:lnTo>
                  <a:lnTo>
                    <a:pt x="116" y="4325"/>
                  </a:lnTo>
                  <a:lnTo>
                    <a:pt x="39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5136"/>
                  </a:lnTo>
                  <a:lnTo>
                    <a:pt x="193" y="5445"/>
                  </a:lnTo>
                  <a:lnTo>
                    <a:pt x="348" y="5638"/>
                  </a:lnTo>
                  <a:lnTo>
                    <a:pt x="502" y="5831"/>
                  </a:lnTo>
                  <a:lnTo>
                    <a:pt x="695" y="5947"/>
                  </a:lnTo>
                  <a:lnTo>
                    <a:pt x="927" y="6063"/>
                  </a:lnTo>
                  <a:lnTo>
                    <a:pt x="965" y="6256"/>
                  </a:lnTo>
                  <a:lnTo>
                    <a:pt x="1274" y="6179"/>
                  </a:lnTo>
                  <a:lnTo>
                    <a:pt x="1313" y="6217"/>
                  </a:lnTo>
                  <a:lnTo>
                    <a:pt x="1313" y="6256"/>
                  </a:lnTo>
                  <a:lnTo>
                    <a:pt x="1352" y="6295"/>
                  </a:lnTo>
                  <a:lnTo>
                    <a:pt x="1467" y="6256"/>
                  </a:lnTo>
                  <a:lnTo>
                    <a:pt x="1815" y="6295"/>
                  </a:lnTo>
                  <a:lnTo>
                    <a:pt x="2394" y="6333"/>
                  </a:lnTo>
                  <a:lnTo>
                    <a:pt x="3012" y="6372"/>
                  </a:lnTo>
                  <a:lnTo>
                    <a:pt x="3591" y="6333"/>
                  </a:lnTo>
                  <a:lnTo>
                    <a:pt x="4171" y="6295"/>
                  </a:lnTo>
                  <a:lnTo>
                    <a:pt x="5368" y="6101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3" y="5522"/>
                  </a:lnTo>
                  <a:lnTo>
                    <a:pt x="9036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5" y="4132"/>
                  </a:lnTo>
                  <a:lnTo>
                    <a:pt x="12125" y="4248"/>
                  </a:lnTo>
                  <a:lnTo>
                    <a:pt x="12395" y="4287"/>
                  </a:lnTo>
                  <a:lnTo>
                    <a:pt x="12782" y="4711"/>
                  </a:lnTo>
                  <a:lnTo>
                    <a:pt x="13013" y="4518"/>
                  </a:lnTo>
                  <a:lnTo>
                    <a:pt x="12434" y="3939"/>
                  </a:lnTo>
                  <a:lnTo>
                    <a:pt x="12897" y="3669"/>
                  </a:lnTo>
                  <a:lnTo>
                    <a:pt x="13361" y="3321"/>
                  </a:lnTo>
                  <a:lnTo>
                    <a:pt x="13631" y="3051"/>
                  </a:lnTo>
                  <a:lnTo>
                    <a:pt x="13824" y="2703"/>
                  </a:lnTo>
                  <a:lnTo>
                    <a:pt x="14133" y="2626"/>
                  </a:lnTo>
                  <a:lnTo>
                    <a:pt x="14017" y="2317"/>
                  </a:lnTo>
                  <a:lnTo>
                    <a:pt x="14095" y="2008"/>
                  </a:lnTo>
                  <a:lnTo>
                    <a:pt x="14133" y="1738"/>
                  </a:lnTo>
                  <a:lnTo>
                    <a:pt x="14095" y="1468"/>
                  </a:lnTo>
                  <a:lnTo>
                    <a:pt x="14017" y="1236"/>
                  </a:lnTo>
                  <a:lnTo>
                    <a:pt x="13901" y="1004"/>
                  </a:lnTo>
                  <a:lnTo>
                    <a:pt x="13747" y="811"/>
                  </a:lnTo>
                  <a:lnTo>
                    <a:pt x="13477" y="618"/>
                  </a:lnTo>
                  <a:lnTo>
                    <a:pt x="13168" y="502"/>
                  </a:lnTo>
                  <a:lnTo>
                    <a:pt x="13091" y="502"/>
                  </a:lnTo>
                  <a:lnTo>
                    <a:pt x="12897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2" y="116"/>
                  </a:lnTo>
                  <a:lnTo>
                    <a:pt x="11816" y="3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13"/>
            <p:cNvSpPr/>
            <p:nvPr/>
          </p:nvSpPr>
          <p:spPr>
            <a:xfrm>
              <a:off x="5030225" y="191865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13"/>
            <p:cNvSpPr/>
            <p:nvPr/>
          </p:nvSpPr>
          <p:spPr>
            <a:xfrm>
              <a:off x="4907625" y="1959200"/>
              <a:ext cx="121650" cy="144825"/>
            </a:xfrm>
            <a:custGeom>
              <a:avLst/>
              <a:gdLst/>
              <a:ahLst/>
              <a:cxnLst/>
              <a:rect l="l" t="t" r="r" b="b"/>
              <a:pathLst>
                <a:path w="4866" h="5793" extrusionOk="0">
                  <a:moveTo>
                    <a:pt x="155" y="0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5"/>
                  </a:lnTo>
                  <a:lnTo>
                    <a:pt x="2896" y="3630"/>
                  </a:lnTo>
                  <a:lnTo>
                    <a:pt x="3475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7" y="1352"/>
                  </a:lnTo>
                  <a:lnTo>
                    <a:pt x="811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13"/>
            <p:cNvSpPr/>
            <p:nvPr/>
          </p:nvSpPr>
          <p:spPr>
            <a:xfrm>
              <a:off x="4909550" y="158077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8" y="5909"/>
                  </a:moveTo>
                  <a:lnTo>
                    <a:pt x="1082" y="5986"/>
                  </a:lnTo>
                  <a:lnTo>
                    <a:pt x="1236" y="6024"/>
                  </a:lnTo>
                  <a:lnTo>
                    <a:pt x="1390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7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8"/>
                  </a:lnTo>
                  <a:lnTo>
                    <a:pt x="386" y="6372"/>
                  </a:lnTo>
                  <a:lnTo>
                    <a:pt x="425" y="6256"/>
                  </a:lnTo>
                  <a:lnTo>
                    <a:pt x="502" y="6179"/>
                  </a:lnTo>
                  <a:lnTo>
                    <a:pt x="695" y="6024"/>
                  </a:lnTo>
                  <a:lnTo>
                    <a:pt x="888" y="5909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6" y="2047"/>
                  </a:lnTo>
                  <a:lnTo>
                    <a:pt x="3437" y="2781"/>
                  </a:lnTo>
                  <a:lnTo>
                    <a:pt x="2279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8"/>
                  </a:lnTo>
                  <a:lnTo>
                    <a:pt x="0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6"/>
                  </a:lnTo>
                  <a:lnTo>
                    <a:pt x="695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699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9"/>
                  </a:lnTo>
                  <a:lnTo>
                    <a:pt x="1738" y="6024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2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13"/>
            <p:cNvSpPr/>
            <p:nvPr/>
          </p:nvSpPr>
          <p:spPr>
            <a:xfrm>
              <a:off x="4880575" y="1957275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1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2" y="1738"/>
                  </a:lnTo>
                  <a:lnTo>
                    <a:pt x="310" y="3398"/>
                  </a:lnTo>
                  <a:lnTo>
                    <a:pt x="117" y="5059"/>
                  </a:lnTo>
                  <a:lnTo>
                    <a:pt x="1" y="6719"/>
                  </a:lnTo>
                  <a:lnTo>
                    <a:pt x="233" y="6758"/>
                  </a:lnTo>
                  <a:lnTo>
                    <a:pt x="503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7" y="77"/>
                  </a:lnTo>
                  <a:lnTo>
                    <a:pt x="1237" y="39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13"/>
            <p:cNvSpPr/>
            <p:nvPr/>
          </p:nvSpPr>
          <p:spPr>
            <a:xfrm>
              <a:off x="4655650" y="16087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4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7" y="6796"/>
                  </a:lnTo>
                  <a:lnTo>
                    <a:pt x="7106" y="6912"/>
                  </a:lnTo>
                  <a:lnTo>
                    <a:pt x="6913" y="6912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1"/>
                  </a:lnTo>
                  <a:lnTo>
                    <a:pt x="6642" y="5908"/>
                  </a:lnTo>
                  <a:lnTo>
                    <a:pt x="6797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2" y="1120"/>
                  </a:lnTo>
                  <a:lnTo>
                    <a:pt x="1622" y="1777"/>
                  </a:lnTo>
                  <a:lnTo>
                    <a:pt x="3399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1" y="5599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1"/>
                  </a:lnTo>
                  <a:lnTo>
                    <a:pt x="6063" y="6410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1"/>
                  </a:lnTo>
                  <a:lnTo>
                    <a:pt x="6720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8" y="7144"/>
                  </a:lnTo>
                  <a:lnTo>
                    <a:pt x="7724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3" y="6410"/>
                  </a:lnTo>
                  <a:lnTo>
                    <a:pt x="8033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4" y="5715"/>
                  </a:lnTo>
                  <a:lnTo>
                    <a:pt x="7569" y="5599"/>
                  </a:lnTo>
                  <a:lnTo>
                    <a:pt x="7415" y="5522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5" y="5484"/>
                  </a:lnTo>
                  <a:lnTo>
                    <a:pt x="6025" y="4711"/>
                  </a:lnTo>
                  <a:lnTo>
                    <a:pt x="5214" y="4016"/>
                  </a:lnTo>
                  <a:lnTo>
                    <a:pt x="3515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10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13"/>
            <p:cNvSpPr/>
            <p:nvPr/>
          </p:nvSpPr>
          <p:spPr>
            <a:xfrm>
              <a:off x="4796600" y="1878100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1"/>
                  </a:moveTo>
                  <a:lnTo>
                    <a:pt x="11469" y="78"/>
                  </a:lnTo>
                  <a:lnTo>
                    <a:pt x="11855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8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9"/>
                  </a:lnTo>
                  <a:lnTo>
                    <a:pt x="13168" y="5523"/>
                  </a:lnTo>
                  <a:lnTo>
                    <a:pt x="13438" y="5716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1"/>
                  </a:lnTo>
                  <a:lnTo>
                    <a:pt x="13631" y="6681"/>
                  </a:lnTo>
                  <a:lnTo>
                    <a:pt x="13516" y="6913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9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1" y="10543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39" y="9655"/>
                  </a:lnTo>
                  <a:lnTo>
                    <a:pt x="0" y="9886"/>
                  </a:lnTo>
                  <a:lnTo>
                    <a:pt x="39" y="10118"/>
                  </a:lnTo>
                  <a:lnTo>
                    <a:pt x="78" y="10311"/>
                  </a:lnTo>
                  <a:lnTo>
                    <a:pt x="193" y="10465"/>
                  </a:lnTo>
                  <a:lnTo>
                    <a:pt x="348" y="10620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8"/>
                  </a:lnTo>
                  <a:lnTo>
                    <a:pt x="2201" y="11354"/>
                  </a:lnTo>
                  <a:lnTo>
                    <a:pt x="2626" y="11431"/>
                  </a:lnTo>
                  <a:lnTo>
                    <a:pt x="3321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3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5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7"/>
                  </a:lnTo>
                  <a:lnTo>
                    <a:pt x="13747" y="7376"/>
                  </a:lnTo>
                  <a:lnTo>
                    <a:pt x="13863" y="7145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0" y="5909"/>
                  </a:lnTo>
                  <a:lnTo>
                    <a:pt x="13863" y="5716"/>
                  </a:lnTo>
                  <a:lnTo>
                    <a:pt x="13747" y="5523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4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13"/>
            <p:cNvSpPr/>
            <p:nvPr/>
          </p:nvSpPr>
          <p:spPr>
            <a:xfrm>
              <a:off x="4771500" y="196885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0" y="39"/>
                  </a:lnTo>
                  <a:lnTo>
                    <a:pt x="1970" y="3206"/>
                  </a:lnTo>
                  <a:lnTo>
                    <a:pt x="4055" y="6333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2"/>
                  </a:lnTo>
                  <a:lnTo>
                    <a:pt x="3707" y="6720"/>
                  </a:lnTo>
                  <a:lnTo>
                    <a:pt x="4132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7" y="6333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13"/>
            <p:cNvSpPr/>
            <p:nvPr/>
          </p:nvSpPr>
          <p:spPr>
            <a:xfrm>
              <a:off x="4761850" y="196692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0"/>
                  </a:moveTo>
                  <a:lnTo>
                    <a:pt x="0" y="78"/>
                  </a:lnTo>
                  <a:lnTo>
                    <a:pt x="193" y="927"/>
                  </a:lnTo>
                  <a:lnTo>
                    <a:pt x="425" y="1777"/>
                  </a:lnTo>
                  <a:lnTo>
                    <a:pt x="657" y="2626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1" y="6140"/>
                  </a:lnTo>
                  <a:lnTo>
                    <a:pt x="2085" y="6333"/>
                  </a:lnTo>
                  <a:lnTo>
                    <a:pt x="2124" y="6410"/>
                  </a:lnTo>
                  <a:lnTo>
                    <a:pt x="2317" y="6410"/>
                  </a:lnTo>
                  <a:lnTo>
                    <a:pt x="2356" y="6333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7" y="2935"/>
                  </a:lnTo>
                  <a:lnTo>
                    <a:pt x="734" y="1468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13"/>
            <p:cNvSpPr/>
            <p:nvPr/>
          </p:nvSpPr>
          <p:spPr>
            <a:xfrm>
              <a:off x="4737700" y="181247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1" y="463"/>
                  </a:moveTo>
                  <a:lnTo>
                    <a:pt x="11624" y="502"/>
                  </a:lnTo>
                  <a:lnTo>
                    <a:pt x="12049" y="541"/>
                  </a:lnTo>
                  <a:lnTo>
                    <a:pt x="12435" y="656"/>
                  </a:lnTo>
                  <a:lnTo>
                    <a:pt x="12628" y="734"/>
                  </a:lnTo>
                  <a:lnTo>
                    <a:pt x="12744" y="811"/>
                  </a:lnTo>
                  <a:lnTo>
                    <a:pt x="12860" y="965"/>
                  </a:lnTo>
                  <a:lnTo>
                    <a:pt x="12937" y="1081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7" y="1699"/>
                  </a:lnTo>
                  <a:lnTo>
                    <a:pt x="12821" y="1892"/>
                  </a:lnTo>
                  <a:lnTo>
                    <a:pt x="12705" y="2085"/>
                  </a:lnTo>
                  <a:lnTo>
                    <a:pt x="12589" y="2240"/>
                  </a:lnTo>
                  <a:lnTo>
                    <a:pt x="12242" y="2471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9" y="3205"/>
                  </a:lnTo>
                  <a:lnTo>
                    <a:pt x="9925" y="3437"/>
                  </a:lnTo>
                  <a:lnTo>
                    <a:pt x="9153" y="3707"/>
                  </a:lnTo>
                  <a:lnTo>
                    <a:pt x="8380" y="3900"/>
                  </a:lnTo>
                  <a:lnTo>
                    <a:pt x="7608" y="4093"/>
                  </a:lnTo>
                  <a:lnTo>
                    <a:pt x="6797" y="4286"/>
                  </a:lnTo>
                  <a:lnTo>
                    <a:pt x="5909" y="4441"/>
                  </a:lnTo>
                  <a:lnTo>
                    <a:pt x="5021" y="4595"/>
                  </a:lnTo>
                  <a:lnTo>
                    <a:pt x="4133" y="4711"/>
                  </a:lnTo>
                  <a:lnTo>
                    <a:pt x="3245" y="4788"/>
                  </a:lnTo>
                  <a:lnTo>
                    <a:pt x="2202" y="4788"/>
                  </a:lnTo>
                  <a:lnTo>
                    <a:pt x="1854" y="4750"/>
                  </a:lnTo>
                  <a:lnTo>
                    <a:pt x="1507" y="4672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0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5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3"/>
                  </a:lnTo>
                  <a:lnTo>
                    <a:pt x="3013" y="2356"/>
                  </a:lnTo>
                  <a:lnTo>
                    <a:pt x="3708" y="2008"/>
                  </a:lnTo>
                  <a:lnTo>
                    <a:pt x="4480" y="1699"/>
                  </a:lnTo>
                  <a:lnTo>
                    <a:pt x="5253" y="1429"/>
                  </a:lnTo>
                  <a:lnTo>
                    <a:pt x="6025" y="1197"/>
                  </a:lnTo>
                  <a:lnTo>
                    <a:pt x="6836" y="1004"/>
                  </a:lnTo>
                  <a:lnTo>
                    <a:pt x="7608" y="811"/>
                  </a:lnTo>
                  <a:lnTo>
                    <a:pt x="8419" y="695"/>
                  </a:lnTo>
                  <a:lnTo>
                    <a:pt x="9230" y="579"/>
                  </a:lnTo>
                  <a:lnTo>
                    <a:pt x="10041" y="541"/>
                  </a:lnTo>
                  <a:lnTo>
                    <a:pt x="10736" y="502"/>
                  </a:lnTo>
                  <a:lnTo>
                    <a:pt x="11161" y="463"/>
                  </a:lnTo>
                  <a:close/>
                  <a:moveTo>
                    <a:pt x="13477" y="1120"/>
                  </a:moveTo>
                  <a:lnTo>
                    <a:pt x="13632" y="1313"/>
                  </a:lnTo>
                  <a:lnTo>
                    <a:pt x="13709" y="1506"/>
                  </a:lnTo>
                  <a:lnTo>
                    <a:pt x="13748" y="1738"/>
                  </a:lnTo>
                  <a:lnTo>
                    <a:pt x="13709" y="2008"/>
                  </a:lnTo>
                  <a:lnTo>
                    <a:pt x="13632" y="2240"/>
                  </a:lnTo>
                  <a:lnTo>
                    <a:pt x="13516" y="2471"/>
                  </a:lnTo>
                  <a:lnTo>
                    <a:pt x="13400" y="2703"/>
                  </a:lnTo>
                  <a:lnTo>
                    <a:pt x="13207" y="2896"/>
                  </a:lnTo>
                  <a:lnTo>
                    <a:pt x="12860" y="3205"/>
                  </a:lnTo>
                  <a:lnTo>
                    <a:pt x="12473" y="3437"/>
                  </a:lnTo>
                  <a:lnTo>
                    <a:pt x="12049" y="3668"/>
                  </a:lnTo>
                  <a:lnTo>
                    <a:pt x="11624" y="3900"/>
                  </a:lnTo>
                  <a:lnTo>
                    <a:pt x="10659" y="4286"/>
                  </a:lnTo>
                  <a:lnTo>
                    <a:pt x="9732" y="4634"/>
                  </a:lnTo>
                  <a:lnTo>
                    <a:pt x="8766" y="4904"/>
                  </a:lnTo>
                  <a:lnTo>
                    <a:pt x="7762" y="5174"/>
                  </a:lnTo>
                  <a:lnTo>
                    <a:pt x="6758" y="5406"/>
                  </a:lnTo>
                  <a:lnTo>
                    <a:pt x="5755" y="5599"/>
                  </a:lnTo>
                  <a:lnTo>
                    <a:pt x="4712" y="5792"/>
                  </a:lnTo>
                  <a:lnTo>
                    <a:pt x="3708" y="5908"/>
                  </a:lnTo>
                  <a:lnTo>
                    <a:pt x="2781" y="5985"/>
                  </a:lnTo>
                  <a:lnTo>
                    <a:pt x="2279" y="5985"/>
                  </a:lnTo>
                  <a:lnTo>
                    <a:pt x="1816" y="5947"/>
                  </a:lnTo>
                  <a:lnTo>
                    <a:pt x="1545" y="5869"/>
                  </a:lnTo>
                  <a:lnTo>
                    <a:pt x="1237" y="5792"/>
                  </a:lnTo>
                  <a:lnTo>
                    <a:pt x="928" y="5638"/>
                  </a:lnTo>
                  <a:lnTo>
                    <a:pt x="696" y="5483"/>
                  </a:lnTo>
                  <a:lnTo>
                    <a:pt x="503" y="5252"/>
                  </a:lnTo>
                  <a:lnTo>
                    <a:pt x="348" y="5020"/>
                  </a:lnTo>
                  <a:lnTo>
                    <a:pt x="310" y="4865"/>
                  </a:lnTo>
                  <a:lnTo>
                    <a:pt x="310" y="4750"/>
                  </a:lnTo>
                  <a:lnTo>
                    <a:pt x="310" y="4595"/>
                  </a:lnTo>
                  <a:lnTo>
                    <a:pt x="348" y="4441"/>
                  </a:lnTo>
                  <a:lnTo>
                    <a:pt x="542" y="4672"/>
                  </a:lnTo>
                  <a:lnTo>
                    <a:pt x="812" y="4865"/>
                  </a:lnTo>
                  <a:lnTo>
                    <a:pt x="1043" y="4981"/>
                  </a:lnTo>
                  <a:lnTo>
                    <a:pt x="1352" y="5097"/>
                  </a:lnTo>
                  <a:lnTo>
                    <a:pt x="1623" y="5213"/>
                  </a:lnTo>
                  <a:lnTo>
                    <a:pt x="1932" y="5252"/>
                  </a:lnTo>
                  <a:lnTo>
                    <a:pt x="2588" y="5329"/>
                  </a:lnTo>
                  <a:lnTo>
                    <a:pt x="3245" y="5290"/>
                  </a:lnTo>
                  <a:lnTo>
                    <a:pt x="3940" y="5252"/>
                  </a:lnTo>
                  <a:lnTo>
                    <a:pt x="5137" y="5059"/>
                  </a:lnTo>
                  <a:lnTo>
                    <a:pt x="6913" y="4788"/>
                  </a:lnTo>
                  <a:lnTo>
                    <a:pt x="7840" y="4595"/>
                  </a:lnTo>
                  <a:lnTo>
                    <a:pt x="8728" y="4402"/>
                  </a:lnTo>
                  <a:lnTo>
                    <a:pt x="9616" y="4132"/>
                  </a:lnTo>
                  <a:lnTo>
                    <a:pt x="10504" y="3861"/>
                  </a:lnTo>
                  <a:lnTo>
                    <a:pt x="11354" y="3514"/>
                  </a:lnTo>
                  <a:lnTo>
                    <a:pt x="12165" y="3128"/>
                  </a:lnTo>
                  <a:lnTo>
                    <a:pt x="12435" y="2973"/>
                  </a:lnTo>
                  <a:lnTo>
                    <a:pt x="12705" y="2819"/>
                  </a:lnTo>
                  <a:lnTo>
                    <a:pt x="12937" y="2587"/>
                  </a:lnTo>
                  <a:lnTo>
                    <a:pt x="13130" y="2394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3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9" y="0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4"/>
                  </a:lnTo>
                  <a:lnTo>
                    <a:pt x="4133" y="1352"/>
                  </a:lnTo>
                  <a:lnTo>
                    <a:pt x="3245" y="1699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89"/>
                  </a:lnTo>
                  <a:lnTo>
                    <a:pt x="464" y="3398"/>
                  </a:lnTo>
                  <a:lnTo>
                    <a:pt x="348" y="3553"/>
                  </a:lnTo>
                  <a:lnTo>
                    <a:pt x="271" y="3707"/>
                  </a:lnTo>
                  <a:lnTo>
                    <a:pt x="233" y="3861"/>
                  </a:lnTo>
                  <a:lnTo>
                    <a:pt x="233" y="4055"/>
                  </a:lnTo>
                  <a:lnTo>
                    <a:pt x="194" y="4132"/>
                  </a:lnTo>
                  <a:lnTo>
                    <a:pt x="194" y="4170"/>
                  </a:lnTo>
                  <a:lnTo>
                    <a:pt x="117" y="4325"/>
                  </a:lnTo>
                  <a:lnTo>
                    <a:pt x="40" y="4479"/>
                  </a:lnTo>
                  <a:lnTo>
                    <a:pt x="1" y="4634"/>
                  </a:lnTo>
                  <a:lnTo>
                    <a:pt x="1" y="4788"/>
                  </a:lnTo>
                  <a:lnTo>
                    <a:pt x="40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8" y="6063"/>
                  </a:lnTo>
                  <a:lnTo>
                    <a:pt x="966" y="6256"/>
                  </a:lnTo>
                  <a:lnTo>
                    <a:pt x="1275" y="6178"/>
                  </a:lnTo>
                  <a:lnTo>
                    <a:pt x="1314" y="6217"/>
                  </a:lnTo>
                  <a:lnTo>
                    <a:pt x="1314" y="6256"/>
                  </a:lnTo>
                  <a:lnTo>
                    <a:pt x="1352" y="6294"/>
                  </a:lnTo>
                  <a:lnTo>
                    <a:pt x="1468" y="6256"/>
                  </a:lnTo>
                  <a:lnTo>
                    <a:pt x="1816" y="6294"/>
                  </a:lnTo>
                  <a:lnTo>
                    <a:pt x="2395" y="6333"/>
                  </a:lnTo>
                  <a:lnTo>
                    <a:pt x="3013" y="6371"/>
                  </a:lnTo>
                  <a:lnTo>
                    <a:pt x="3592" y="6333"/>
                  </a:lnTo>
                  <a:lnTo>
                    <a:pt x="4171" y="6294"/>
                  </a:lnTo>
                  <a:lnTo>
                    <a:pt x="5368" y="6101"/>
                  </a:lnTo>
                  <a:lnTo>
                    <a:pt x="6565" y="5869"/>
                  </a:lnTo>
                  <a:lnTo>
                    <a:pt x="6758" y="5831"/>
                  </a:lnTo>
                  <a:lnTo>
                    <a:pt x="7994" y="5522"/>
                  </a:lnTo>
                  <a:lnTo>
                    <a:pt x="9037" y="5252"/>
                  </a:lnTo>
                  <a:lnTo>
                    <a:pt x="10079" y="4981"/>
                  </a:lnTo>
                  <a:lnTo>
                    <a:pt x="11161" y="4595"/>
                  </a:lnTo>
                  <a:lnTo>
                    <a:pt x="11663" y="4363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6"/>
                  </a:lnTo>
                  <a:lnTo>
                    <a:pt x="12782" y="4711"/>
                  </a:lnTo>
                  <a:lnTo>
                    <a:pt x="13014" y="4518"/>
                  </a:lnTo>
                  <a:lnTo>
                    <a:pt x="12435" y="3939"/>
                  </a:lnTo>
                  <a:lnTo>
                    <a:pt x="12898" y="3668"/>
                  </a:lnTo>
                  <a:lnTo>
                    <a:pt x="13362" y="3321"/>
                  </a:lnTo>
                  <a:lnTo>
                    <a:pt x="13632" y="3051"/>
                  </a:lnTo>
                  <a:lnTo>
                    <a:pt x="13825" y="2703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8"/>
                  </a:lnTo>
                  <a:lnTo>
                    <a:pt x="14134" y="1738"/>
                  </a:lnTo>
                  <a:lnTo>
                    <a:pt x="14095" y="1467"/>
                  </a:lnTo>
                  <a:lnTo>
                    <a:pt x="14018" y="1236"/>
                  </a:lnTo>
                  <a:lnTo>
                    <a:pt x="13902" y="1004"/>
                  </a:lnTo>
                  <a:lnTo>
                    <a:pt x="13748" y="811"/>
                  </a:lnTo>
                  <a:lnTo>
                    <a:pt x="13477" y="618"/>
                  </a:lnTo>
                  <a:lnTo>
                    <a:pt x="13169" y="502"/>
                  </a:lnTo>
                  <a:lnTo>
                    <a:pt x="13091" y="502"/>
                  </a:lnTo>
                  <a:lnTo>
                    <a:pt x="12898" y="386"/>
                  </a:lnTo>
                  <a:lnTo>
                    <a:pt x="12667" y="270"/>
                  </a:lnTo>
                  <a:lnTo>
                    <a:pt x="12435" y="154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13"/>
            <p:cNvSpPr/>
            <p:nvPr/>
          </p:nvSpPr>
          <p:spPr>
            <a:xfrm>
              <a:off x="6883725" y="1876175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6" y="1"/>
                  </a:moveTo>
                  <a:lnTo>
                    <a:pt x="348" y="889"/>
                  </a:lnTo>
                  <a:lnTo>
                    <a:pt x="232" y="1815"/>
                  </a:lnTo>
                  <a:lnTo>
                    <a:pt x="155" y="3630"/>
                  </a:lnTo>
                  <a:lnTo>
                    <a:pt x="1" y="7260"/>
                  </a:lnTo>
                  <a:lnTo>
                    <a:pt x="194" y="7260"/>
                  </a:lnTo>
                  <a:lnTo>
                    <a:pt x="426" y="5484"/>
                  </a:lnTo>
                  <a:lnTo>
                    <a:pt x="580" y="3669"/>
                  </a:lnTo>
                  <a:lnTo>
                    <a:pt x="696" y="1854"/>
                  </a:lnTo>
                  <a:lnTo>
                    <a:pt x="696" y="927"/>
                  </a:lnTo>
                  <a:lnTo>
                    <a:pt x="696" y="39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13"/>
            <p:cNvSpPr/>
            <p:nvPr/>
          </p:nvSpPr>
          <p:spPr>
            <a:xfrm>
              <a:off x="6761125" y="19167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5" y="5098"/>
                  </a:lnTo>
                  <a:lnTo>
                    <a:pt x="4326" y="5445"/>
                  </a:lnTo>
                  <a:lnTo>
                    <a:pt x="4634" y="5793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3" y="4866"/>
                  </a:lnTo>
                  <a:lnTo>
                    <a:pt x="3862" y="4171"/>
                  </a:lnTo>
                  <a:lnTo>
                    <a:pt x="2704" y="2781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13"/>
            <p:cNvSpPr/>
            <p:nvPr/>
          </p:nvSpPr>
          <p:spPr>
            <a:xfrm>
              <a:off x="6763050" y="1538300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8"/>
                  </a:moveTo>
                  <a:lnTo>
                    <a:pt x="1082" y="5986"/>
                  </a:lnTo>
                  <a:lnTo>
                    <a:pt x="1237" y="6024"/>
                  </a:lnTo>
                  <a:lnTo>
                    <a:pt x="1391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7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9" y="6990"/>
                  </a:lnTo>
                  <a:lnTo>
                    <a:pt x="464" y="6835"/>
                  </a:lnTo>
                  <a:lnTo>
                    <a:pt x="426" y="6719"/>
                  </a:lnTo>
                  <a:lnTo>
                    <a:pt x="387" y="6642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6" y="6256"/>
                  </a:lnTo>
                  <a:lnTo>
                    <a:pt x="503" y="6179"/>
                  </a:lnTo>
                  <a:lnTo>
                    <a:pt x="696" y="6024"/>
                  </a:lnTo>
                  <a:lnTo>
                    <a:pt x="889" y="5908"/>
                  </a:lnTo>
                  <a:close/>
                  <a:moveTo>
                    <a:pt x="5909" y="0"/>
                  </a:moveTo>
                  <a:lnTo>
                    <a:pt x="5832" y="39"/>
                  </a:lnTo>
                  <a:lnTo>
                    <a:pt x="5523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7" y="2047"/>
                  </a:lnTo>
                  <a:lnTo>
                    <a:pt x="3438" y="2781"/>
                  </a:lnTo>
                  <a:lnTo>
                    <a:pt x="2279" y="4132"/>
                  </a:lnTo>
                  <a:lnTo>
                    <a:pt x="1739" y="4866"/>
                  </a:lnTo>
                  <a:lnTo>
                    <a:pt x="1198" y="5561"/>
                  </a:lnTo>
                  <a:lnTo>
                    <a:pt x="1043" y="5522"/>
                  </a:lnTo>
                  <a:lnTo>
                    <a:pt x="889" y="5522"/>
                  </a:lnTo>
                  <a:lnTo>
                    <a:pt x="773" y="5561"/>
                  </a:lnTo>
                  <a:lnTo>
                    <a:pt x="619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10" y="5870"/>
                  </a:lnTo>
                  <a:lnTo>
                    <a:pt x="117" y="6063"/>
                  </a:lnTo>
                  <a:lnTo>
                    <a:pt x="1" y="6333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40" y="6797"/>
                  </a:lnTo>
                  <a:lnTo>
                    <a:pt x="117" y="6990"/>
                  </a:lnTo>
                  <a:lnTo>
                    <a:pt x="194" y="7144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4"/>
                  </a:lnTo>
                  <a:lnTo>
                    <a:pt x="1430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6" y="6874"/>
                  </a:lnTo>
                  <a:lnTo>
                    <a:pt x="1854" y="6681"/>
                  </a:lnTo>
                  <a:lnTo>
                    <a:pt x="1893" y="6526"/>
                  </a:lnTo>
                  <a:lnTo>
                    <a:pt x="1854" y="6333"/>
                  </a:lnTo>
                  <a:lnTo>
                    <a:pt x="1816" y="6179"/>
                  </a:lnTo>
                  <a:lnTo>
                    <a:pt x="1739" y="6024"/>
                  </a:lnTo>
                  <a:lnTo>
                    <a:pt x="1661" y="5908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3" y="4403"/>
                  </a:lnTo>
                  <a:lnTo>
                    <a:pt x="3940" y="3012"/>
                  </a:lnTo>
                  <a:lnTo>
                    <a:pt x="4480" y="2395"/>
                  </a:lnTo>
                  <a:lnTo>
                    <a:pt x="5098" y="1699"/>
                  </a:lnTo>
                  <a:lnTo>
                    <a:pt x="5639" y="1043"/>
                  </a:lnTo>
                  <a:lnTo>
                    <a:pt x="5909" y="657"/>
                  </a:lnTo>
                  <a:lnTo>
                    <a:pt x="6102" y="309"/>
                  </a:lnTo>
                  <a:lnTo>
                    <a:pt x="6141" y="193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13"/>
            <p:cNvSpPr/>
            <p:nvPr/>
          </p:nvSpPr>
          <p:spPr>
            <a:xfrm>
              <a:off x="6734100" y="1914800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0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8"/>
                  </a:lnTo>
                  <a:lnTo>
                    <a:pt x="116" y="5059"/>
                  </a:lnTo>
                  <a:lnTo>
                    <a:pt x="0" y="6719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6" y="77"/>
                  </a:lnTo>
                  <a:lnTo>
                    <a:pt x="1236" y="39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13"/>
            <p:cNvSpPr/>
            <p:nvPr/>
          </p:nvSpPr>
          <p:spPr>
            <a:xfrm>
              <a:off x="6509175" y="1566300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8" y="5870"/>
                  </a:lnTo>
                  <a:lnTo>
                    <a:pt x="7491" y="6024"/>
                  </a:lnTo>
                  <a:lnTo>
                    <a:pt x="7530" y="6140"/>
                  </a:lnTo>
                  <a:lnTo>
                    <a:pt x="7569" y="6256"/>
                  </a:lnTo>
                  <a:lnTo>
                    <a:pt x="7607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1" y="6681"/>
                  </a:lnTo>
                  <a:lnTo>
                    <a:pt x="7337" y="6796"/>
                  </a:lnTo>
                  <a:lnTo>
                    <a:pt x="7105" y="6912"/>
                  </a:lnTo>
                  <a:lnTo>
                    <a:pt x="6912" y="6912"/>
                  </a:lnTo>
                  <a:lnTo>
                    <a:pt x="6719" y="6835"/>
                  </a:lnTo>
                  <a:lnTo>
                    <a:pt x="6565" y="6681"/>
                  </a:lnTo>
                  <a:lnTo>
                    <a:pt x="6487" y="6488"/>
                  </a:lnTo>
                  <a:lnTo>
                    <a:pt x="6487" y="6294"/>
                  </a:lnTo>
                  <a:lnTo>
                    <a:pt x="6526" y="6101"/>
                  </a:lnTo>
                  <a:lnTo>
                    <a:pt x="6642" y="5908"/>
                  </a:lnTo>
                  <a:lnTo>
                    <a:pt x="6796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7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0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1" y="1120"/>
                  </a:lnTo>
                  <a:lnTo>
                    <a:pt x="1622" y="1777"/>
                  </a:lnTo>
                  <a:lnTo>
                    <a:pt x="3398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0" y="5599"/>
                  </a:lnTo>
                  <a:lnTo>
                    <a:pt x="6294" y="5677"/>
                  </a:lnTo>
                  <a:lnTo>
                    <a:pt x="6217" y="5792"/>
                  </a:lnTo>
                  <a:lnTo>
                    <a:pt x="6101" y="6101"/>
                  </a:lnTo>
                  <a:lnTo>
                    <a:pt x="6063" y="6410"/>
                  </a:lnTo>
                  <a:lnTo>
                    <a:pt x="6101" y="6681"/>
                  </a:lnTo>
                  <a:lnTo>
                    <a:pt x="6179" y="6835"/>
                  </a:lnTo>
                  <a:lnTo>
                    <a:pt x="6294" y="6990"/>
                  </a:lnTo>
                  <a:lnTo>
                    <a:pt x="6410" y="7144"/>
                  </a:lnTo>
                  <a:lnTo>
                    <a:pt x="6565" y="7221"/>
                  </a:lnTo>
                  <a:lnTo>
                    <a:pt x="6719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7" y="7144"/>
                  </a:lnTo>
                  <a:lnTo>
                    <a:pt x="7723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3" y="6565"/>
                  </a:lnTo>
                  <a:lnTo>
                    <a:pt x="8032" y="6410"/>
                  </a:lnTo>
                  <a:lnTo>
                    <a:pt x="8032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3" y="5715"/>
                  </a:lnTo>
                  <a:lnTo>
                    <a:pt x="7569" y="5599"/>
                  </a:lnTo>
                  <a:lnTo>
                    <a:pt x="7414" y="5522"/>
                  </a:lnTo>
                  <a:lnTo>
                    <a:pt x="7221" y="5445"/>
                  </a:lnTo>
                  <a:lnTo>
                    <a:pt x="7028" y="5445"/>
                  </a:lnTo>
                  <a:lnTo>
                    <a:pt x="6835" y="5484"/>
                  </a:lnTo>
                  <a:lnTo>
                    <a:pt x="6024" y="4711"/>
                  </a:lnTo>
                  <a:lnTo>
                    <a:pt x="5213" y="4016"/>
                  </a:lnTo>
                  <a:lnTo>
                    <a:pt x="3514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09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13"/>
            <p:cNvSpPr/>
            <p:nvPr/>
          </p:nvSpPr>
          <p:spPr>
            <a:xfrm>
              <a:off x="6650100" y="1835625"/>
              <a:ext cx="350475" cy="288675"/>
            </a:xfrm>
            <a:custGeom>
              <a:avLst/>
              <a:gdLst/>
              <a:ahLst/>
              <a:cxnLst/>
              <a:rect l="l" t="t" r="r" b="b"/>
              <a:pathLst>
                <a:path w="14019" h="11547" extrusionOk="0">
                  <a:moveTo>
                    <a:pt x="11778" y="1"/>
                  </a:moveTo>
                  <a:lnTo>
                    <a:pt x="11470" y="78"/>
                  </a:lnTo>
                  <a:lnTo>
                    <a:pt x="11856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9" y="1893"/>
                  </a:lnTo>
                  <a:lnTo>
                    <a:pt x="10427" y="2086"/>
                  </a:lnTo>
                  <a:lnTo>
                    <a:pt x="11470" y="3437"/>
                  </a:lnTo>
                  <a:lnTo>
                    <a:pt x="12551" y="4750"/>
                  </a:lnTo>
                  <a:lnTo>
                    <a:pt x="12860" y="5754"/>
                  </a:lnTo>
                  <a:lnTo>
                    <a:pt x="13169" y="5754"/>
                  </a:lnTo>
                  <a:lnTo>
                    <a:pt x="13207" y="5639"/>
                  </a:lnTo>
                  <a:lnTo>
                    <a:pt x="13169" y="5523"/>
                  </a:lnTo>
                  <a:lnTo>
                    <a:pt x="13439" y="5716"/>
                  </a:lnTo>
                  <a:lnTo>
                    <a:pt x="13593" y="5947"/>
                  </a:lnTo>
                  <a:lnTo>
                    <a:pt x="13671" y="6179"/>
                  </a:lnTo>
                  <a:lnTo>
                    <a:pt x="13709" y="6411"/>
                  </a:lnTo>
                  <a:lnTo>
                    <a:pt x="13632" y="6681"/>
                  </a:lnTo>
                  <a:lnTo>
                    <a:pt x="13516" y="6913"/>
                  </a:lnTo>
                  <a:lnTo>
                    <a:pt x="13362" y="7183"/>
                  </a:lnTo>
                  <a:lnTo>
                    <a:pt x="13169" y="7453"/>
                  </a:lnTo>
                  <a:lnTo>
                    <a:pt x="12744" y="7955"/>
                  </a:lnTo>
                  <a:lnTo>
                    <a:pt x="12203" y="8419"/>
                  </a:lnTo>
                  <a:lnTo>
                    <a:pt x="11740" y="8766"/>
                  </a:lnTo>
                  <a:lnTo>
                    <a:pt x="11354" y="9075"/>
                  </a:lnTo>
                  <a:lnTo>
                    <a:pt x="10543" y="9577"/>
                  </a:lnTo>
                  <a:lnTo>
                    <a:pt x="9655" y="10002"/>
                  </a:lnTo>
                  <a:lnTo>
                    <a:pt x="8767" y="10388"/>
                  </a:lnTo>
                  <a:lnTo>
                    <a:pt x="7878" y="10658"/>
                  </a:lnTo>
                  <a:lnTo>
                    <a:pt x="6952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1" y="11160"/>
                  </a:lnTo>
                  <a:lnTo>
                    <a:pt x="3013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2" y="10543"/>
                  </a:lnTo>
                  <a:lnTo>
                    <a:pt x="619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40" y="9654"/>
                  </a:lnTo>
                  <a:lnTo>
                    <a:pt x="1" y="9886"/>
                  </a:lnTo>
                  <a:lnTo>
                    <a:pt x="40" y="10118"/>
                  </a:lnTo>
                  <a:lnTo>
                    <a:pt x="78" y="10311"/>
                  </a:lnTo>
                  <a:lnTo>
                    <a:pt x="194" y="10465"/>
                  </a:lnTo>
                  <a:lnTo>
                    <a:pt x="348" y="10620"/>
                  </a:lnTo>
                  <a:lnTo>
                    <a:pt x="542" y="10774"/>
                  </a:lnTo>
                  <a:lnTo>
                    <a:pt x="773" y="10890"/>
                  </a:lnTo>
                  <a:lnTo>
                    <a:pt x="1237" y="11083"/>
                  </a:lnTo>
                  <a:lnTo>
                    <a:pt x="1739" y="11238"/>
                  </a:lnTo>
                  <a:lnTo>
                    <a:pt x="2202" y="11354"/>
                  </a:lnTo>
                  <a:lnTo>
                    <a:pt x="2627" y="11431"/>
                  </a:lnTo>
                  <a:lnTo>
                    <a:pt x="3322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9" y="11315"/>
                  </a:lnTo>
                  <a:lnTo>
                    <a:pt x="7415" y="11160"/>
                  </a:lnTo>
                  <a:lnTo>
                    <a:pt x="8071" y="11006"/>
                  </a:lnTo>
                  <a:lnTo>
                    <a:pt x="8728" y="10774"/>
                  </a:lnTo>
                  <a:lnTo>
                    <a:pt x="9346" y="10543"/>
                  </a:lnTo>
                  <a:lnTo>
                    <a:pt x="9964" y="10272"/>
                  </a:lnTo>
                  <a:lnTo>
                    <a:pt x="10543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9" y="8071"/>
                  </a:lnTo>
                  <a:lnTo>
                    <a:pt x="13555" y="7646"/>
                  </a:lnTo>
                  <a:lnTo>
                    <a:pt x="13748" y="7376"/>
                  </a:lnTo>
                  <a:lnTo>
                    <a:pt x="13864" y="7145"/>
                  </a:lnTo>
                  <a:lnTo>
                    <a:pt x="13980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1" y="5909"/>
                  </a:lnTo>
                  <a:lnTo>
                    <a:pt x="13864" y="5716"/>
                  </a:lnTo>
                  <a:lnTo>
                    <a:pt x="13748" y="5523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5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13"/>
            <p:cNvSpPr/>
            <p:nvPr/>
          </p:nvSpPr>
          <p:spPr>
            <a:xfrm>
              <a:off x="6625000" y="1926375"/>
              <a:ext cx="355300" cy="170900"/>
            </a:xfrm>
            <a:custGeom>
              <a:avLst/>
              <a:gdLst/>
              <a:ahLst/>
              <a:cxnLst/>
              <a:rect l="l" t="t" r="r" b="b"/>
              <a:pathLst>
                <a:path w="14212" h="6836" extrusionOk="0">
                  <a:moveTo>
                    <a:pt x="117" y="1"/>
                  </a:moveTo>
                  <a:lnTo>
                    <a:pt x="1" y="39"/>
                  </a:lnTo>
                  <a:lnTo>
                    <a:pt x="1970" y="3206"/>
                  </a:lnTo>
                  <a:lnTo>
                    <a:pt x="4056" y="6333"/>
                  </a:lnTo>
                  <a:lnTo>
                    <a:pt x="3554" y="6295"/>
                  </a:lnTo>
                  <a:lnTo>
                    <a:pt x="3052" y="6179"/>
                  </a:lnTo>
                  <a:lnTo>
                    <a:pt x="2588" y="6024"/>
                  </a:lnTo>
                  <a:lnTo>
                    <a:pt x="2125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8" y="6720"/>
                  </a:lnTo>
                  <a:lnTo>
                    <a:pt x="4133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9" y="6488"/>
                  </a:lnTo>
                  <a:lnTo>
                    <a:pt x="8960" y="6295"/>
                  </a:lnTo>
                  <a:lnTo>
                    <a:pt x="9771" y="6024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8" y="4673"/>
                  </a:lnTo>
                  <a:lnTo>
                    <a:pt x="12667" y="4403"/>
                  </a:lnTo>
                  <a:lnTo>
                    <a:pt x="12976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80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3" y="2163"/>
                  </a:lnTo>
                  <a:lnTo>
                    <a:pt x="14173" y="2124"/>
                  </a:lnTo>
                  <a:lnTo>
                    <a:pt x="13864" y="2124"/>
                  </a:lnTo>
                  <a:lnTo>
                    <a:pt x="13825" y="2163"/>
                  </a:lnTo>
                  <a:lnTo>
                    <a:pt x="13555" y="2704"/>
                  </a:lnTo>
                  <a:lnTo>
                    <a:pt x="13207" y="3167"/>
                  </a:lnTo>
                  <a:lnTo>
                    <a:pt x="12860" y="3630"/>
                  </a:lnTo>
                  <a:lnTo>
                    <a:pt x="12474" y="4016"/>
                  </a:lnTo>
                  <a:lnTo>
                    <a:pt x="12010" y="4364"/>
                  </a:lnTo>
                  <a:lnTo>
                    <a:pt x="11547" y="4712"/>
                  </a:lnTo>
                  <a:lnTo>
                    <a:pt x="11083" y="4982"/>
                  </a:lnTo>
                  <a:lnTo>
                    <a:pt x="10543" y="5252"/>
                  </a:lnTo>
                  <a:lnTo>
                    <a:pt x="10350" y="5252"/>
                  </a:lnTo>
                  <a:lnTo>
                    <a:pt x="10350" y="5368"/>
                  </a:lnTo>
                  <a:lnTo>
                    <a:pt x="10273" y="5368"/>
                  </a:lnTo>
                  <a:lnTo>
                    <a:pt x="10079" y="5407"/>
                  </a:lnTo>
                  <a:lnTo>
                    <a:pt x="10157" y="5445"/>
                  </a:lnTo>
                  <a:lnTo>
                    <a:pt x="9500" y="5677"/>
                  </a:lnTo>
                  <a:lnTo>
                    <a:pt x="8844" y="5870"/>
                  </a:lnTo>
                  <a:lnTo>
                    <a:pt x="7840" y="6102"/>
                  </a:lnTo>
                  <a:lnTo>
                    <a:pt x="6759" y="6295"/>
                  </a:lnTo>
                  <a:lnTo>
                    <a:pt x="6218" y="6333"/>
                  </a:lnTo>
                  <a:lnTo>
                    <a:pt x="5677" y="6411"/>
                  </a:lnTo>
                  <a:lnTo>
                    <a:pt x="4558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13"/>
            <p:cNvSpPr/>
            <p:nvPr/>
          </p:nvSpPr>
          <p:spPr>
            <a:xfrm>
              <a:off x="6615350" y="1924450"/>
              <a:ext cx="61825" cy="160275"/>
            </a:xfrm>
            <a:custGeom>
              <a:avLst/>
              <a:gdLst/>
              <a:ahLst/>
              <a:cxnLst/>
              <a:rect l="l" t="t" r="r" b="b"/>
              <a:pathLst>
                <a:path w="2473" h="6411" extrusionOk="0">
                  <a:moveTo>
                    <a:pt x="310" y="0"/>
                  </a:moveTo>
                  <a:lnTo>
                    <a:pt x="1" y="78"/>
                  </a:lnTo>
                  <a:lnTo>
                    <a:pt x="194" y="927"/>
                  </a:lnTo>
                  <a:lnTo>
                    <a:pt x="426" y="1777"/>
                  </a:lnTo>
                  <a:lnTo>
                    <a:pt x="657" y="2626"/>
                  </a:lnTo>
                  <a:lnTo>
                    <a:pt x="928" y="3476"/>
                  </a:lnTo>
                  <a:lnTo>
                    <a:pt x="1507" y="5097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2" y="6140"/>
                  </a:lnTo>
                  <a:lnTo>
                    <a:pt x="2086" y="6333"/>
                  </a:lnTo>
                  <a:lnTo>
                    <a:pt x="2125" y="6410"/>
                  </a:lnTo>
                  <a:lnTo>
                    <a:pt x="2318" y="6410"/>
                  </a:lnTo>
                  <a:lnTo>
                    <a:pt x="2356" y="6333"/>
                  </a:lnTo>
                  <a:lnTo>
                    <a:pt x="2434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5" y="5599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13"/>
            <p:cNvSpPr/>
            <p:nvPr/>
          </p:nvSpPr>
          <p:spPr>
            <a:xfrm>
              <a:off x="6591225" y="17699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8" y="542"/>
                  </a:lnTo>
                  <a:lnTo>
                    <a:pt x="12434" y="657"/>
                  </a:lnTo>
                  <a:lnTo>
                    <a:pt x="12628" y="735"/>
                  </a:lnTo>
                  <a:lnTo>
                    <a:pt x="12743" y="812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6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1"/>
                  </a:lnTo>
                  <a:lnTo>
                    <a:pt x="12241" y="2472"/>
                  </a:lnTo>
                  <a:lnTo>
                    <a:pt x="11817" y="2743"/>
                  </a:lnTo>
                  <a:lnTo>
                    <a:pt x="11392" y="2936"/>
                  </a:lnTo>
                  <a:lnTo>
                    <a:pt x="10658" y="3206"/>
                  </a:lnTo>
                  <a:lnTo>
                    <a:pt x="9924" y="3438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2"/>
                  </a:lnTo>
                  <a:lnTo>
                    <a:pt x="5020" y="4596"/>
                  </a:lnTo>
                  <a:lnTo>
                    <a:pt x="4132" y="4712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1"/>
                  </a:lnTo>
                  <a:lnTo>
                    <a:pt x="1506" y="4673"/>
                  </a:lnTo>
                  <a:lnTo>
                    <a:pt x="1198" y="4558"/>
                  </a:lnTo>
                  <a:lnTo>
                    <a:pt x="889" y="4442"/>
                  </a:lnTo>
                  <a:lnTo>
                    <a:pt x="580" y="4249"/>
                  </a:lnTo>
                  <a:lnTo>
                    <a:pt x="657" y="4171"/>
                  </a:lnTo>
                  <a:lnTo>
                    <a:pt x="696" y="4056"/>
                  </a:lnTo>
                  <a:lnTo>
                    <a:pt x="696" y="3940"/>
                  </a:lnTo>
                  <a:lnTo>
                    <a:pt x="734" y="3824"/>
                  </a:lnTo>
                  <a:lnTo>
                    <a:pt x="850" y="3631"/>
                  </a:lnTo>
                  <a:lnTo>
                    <a:pt x="1082" y="3438"/>
                  </a:lnTo>
                  <a:lnTo>
                    <a:pt x="1313" y="3245"/>
                  </a:lnTo>
                  <a:lnTo>
                    <a:pt x="1854" y="2936"/>
                  </a:lnTo>
                  <a:lnTo>
                    <a:pt x="2279" y="2704"/>
                  </a:lnTo>
                  <a:lnTo>
                    <a:pt x="3012" y="2356"/>
                  </a:lnTo>
                  <a:lnTo>
                    <a:pt x="3707" y="2009"/>
                  </a:lnTo>
                  <a:lnTo>
                    <a:pt x="4480" y="1700"/>
                  </a:lnTo>
                  <a:lnTo>
                    <a:pt x="5252" y="1430"/>
                  </a:lnTo>
                  <a:lnTo>
                    <a:pt x="6024" y="1198"/>
                  </a:lnTo>
                  <a:lnTo>
                    <a:pt x="6835" y="1005"/>
                  </a:lnTo>
                  <a:lnTo>
                    <a:pt x="7608" y="812"/>
                  </a:lnTo>
                  <a:lnTo>
                    <a:pt x="8418" y="696"/>
                  </a:lnTo>
                  <a:lnTo>
                    <a:pt x="9229" y="580"/>
                  </a:lnTo>
                  <a:lnTo>
                    <a:pt x="10040" y="542"/>
                  </a:lnTo>
                  <a:lnTo>
                    <a:pt x="10735" y="503"/>
                  </a:lnTo>
                  <a:lnTo>
                    <a:pt x="11160" y="464"/>
                  </a:lnTo>
                  <a:close/>
                  <a:moveTo>
                    <a:pt x="13477" y="1121"/>
                  </a:moveTo>
                  <a:lnTo>
                    <a:pt x="13631" y="1314"/>
                  </a:lnTo>
                  <a:lnTo>
                    <a:pt x="13709" y="1507"/>
                  </a:lnTo>
                  <a:lnTo>
                    <a:pt x="13747" y="1739"/>
                  </a:lnTo>
                  <a:lnTo>
                    <a:pt x="13709" y="2009"/>
                  </a:lnTo>
                  <a:lnTo>
                    <a:pt x="13631" y="2241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8"/>
                  </a:lnTo>
                  <a:lnTo>
                    <a:pt x="12048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1" y="4635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5" y="5948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9"/>
                  </a:lnTo>
                  <a:lnTo>
                    <a:pt x="696" y="5484"/>
                  </a:lnTo>
                  <a:lnTo>
                    <a:pt x="502" y="5253"/>
                  </a:lnTo>
                  <a:lnTo>
                    <a:pt x="348" y="5021"/>
                  </a:lnTo>
                  <a:lnTo>
                    <a:pt x="309" y="4866"/>
                  </a:lnTo>
                  <a:lnTo>
                    <a:pt x="309" y="4751"/>
                  </a:lnTo>
                  <a:lnTo>
                    <a:pt x="309" y="4596"/>
                  </a:lnTo>
                  <a:lnTo>
                    <a:pt x="348" y="4442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4"/>
                  </a:lnTo>
                  <a:lnTo>
                    <a:pt x="1931" y="5253"/>
                  </a:lnTo>
                  <a:lnTo>
                    <a:pt x="2588" y="5330"/>
                  </a:lnTo>
                  <a:lnTo>
                    <a:pt x="3244" y="5291"/>
                  </a:lnTo>
                  <a:lnTo>
                    <a:pt x="3939" y="5253"/>
                  </a:lnTo>
                  <a:lnTo>
                    <a:pt x="5136" y="5059"/>
                  </a:lnTo>
                  <a:lnTo>
                    <a:pt x="6913" y="4789"/>
                  </a:lnTo>
                  <a:lnTo>
                    <a:pt x="7839" y="4596"/>
                  </a:lnTo>
                  <a:lnTo>
                    <a:pt x="8727" y="4403"/>
                  </a:lnTo>
                  <a:lnTo>
                    <a:pt x="9616" y="4133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9"/>
                  </a:lnTo>
                  <a:lnTo>
                    <a:pt x="12434" y="2974"/>
                  </a:lnTo>
                  <a:lnTo>
                    <a:pt x="12705" y="2820"/>
                  </a:lnTo>
                  <a:lnTo>
                    <a:pt x="12936" y="2588"/>
                  </a:lnTo>
                  <a:lnTo>
                    <a:pt x="13129" y="2395"/>
                  </a:lnTo>
                  <a:lnTo>
                    <a:pt x="13323" y="2125"/>
                  </a:lnTo>
                  <a:lnTo>
                    <a:pt x="13438" y="1854"/>
                  </a:lnTo>
                  <a:lnTo>
                    <a:pt x="13516" y="1584"/>
                  </a:lnTo>
                  <a:lnTo>
                    <a:pt x="13516" y="1237"/>
                  </a:lnTo>
                  <a:lnTo>
                    <a:pt x="13477" y="1121"/>
                  </a:lnTo>
                  <a:close/>
                  <a:moveTo>
                    <a:pt x="10658" y="1"/>
                  </a:moveTo>
                  <a:lnTo>
                    <a:pt x="9886" y="40"/>
                  </a:lnTo>
                  <a:lnTo>
                    <a:pt x="9114" y="117"/>
                  </a:lnTo>
                  <a:lnTo>
                    <a:pt x="8303" y="233"/>
                  </a:lnTo>
                  <a:lnTo>
                    <a:pt x="7530" y="348"/>
                  </a:lnTo>
                  <a:lnTo>
                    <a:pt x="6719" y="542"/>
                  </a:lnTo>
                  <a:lnTo>
                    <a:pt x="5909" y="735"/>
                  </a:lnTo>
                  <a:lnTo>
                    <a:pt x="5020" y="1005"/>
                  </a:lnTo>
                  <a:lnTo>
                    <a:pt x="4132" y="1352"/>
                  </a:lnTo>
                  <a:lnTo>
                    <a:pt x="3244" y="1700"/>
                  </a:lnTo>
                  <a:lnTo>
                    <a:pt x="2395" y="2125"/>
                  </a:lnTo>
                  <a:lnTo>
                    <a:pt x="1777" y="2434"/>
                  </a:lnTo>
                  <a:lnTo>
                    <a:pt x="1391" y="2627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4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6"/>
                  </a:lnTo>
                  <a:lnTo>
                    <a:pt x="194" y="4133"/>
                  </a:lnTo>
                  <a:lnTo>
                    <a:pt x="194" y="4171"/>
                  </a:lnTo>
                  <a:lnTo>
                    <a:pt x="116" y="4326"/>
                  </a:lnTo>
                  <a:lnTo>
                    <a:pt x="39" y="4480"/>
                  </a:lnTo>
                  <a:lnTo>
                    <a:pt x="0" y="4635"/>
                  </a:lnTo>
                  <a:lnTo>
                    <a:pt x="0" y="4789"/>
                  </a:lnTo>
                  <a:lnTo>
                    <a:pt x="39" y="5137"/>
                  </a:lnTo>
                  <a:lnTo>
                    <a:pt x="194" y="5446"/>
                  </a:lnTo>
                  <a:lnTo>
                    <a:pt x="348" y="5639"/>
                  </a:lnTo>
                  <a:lnTo>
                    <a:pt x="502" y="5832"/>
                  </a:lnTo>
                  <a:lnTo>
                    <a:pt x="696" y="5948"/>
                  </a:lnTo>
                  <a:lnTo>
                    <a:pt x="927" y="6063"/>
                  </a:lnTo>
                  <a:lnTo>
                    <a:pt x="966" y="6257"/>
                  </a:lnTo>
                  <a:lnTo>
                    <a:pt x="1275" y="6179"/>
                  </a:lnTo>
                  <a:lnTo>
                    <a:pt x="1313" y="6218"/>
                  </a:lnTo>
                  <a:lnTo>
                    <a:pt x="1313" y="6257"/>
                  </a:lnTo>
                  <a:lnTo>
                    <a:pt x="1352" y="6295"/>
                  </a:lnTo>
                  <a:lnTo>
                    <a:pt x="1468" y="6257"/>
                  </a:lnTo>
                  <a:lnTo>
                    <a:pt x="1815" y="6295"/>
                  </a:lnTo>
                  <a:lnTo>
                    <a:pt x="2395" y="6334"/>
                  </a:lnTo>
                  <a:lnTo>
                    <a:pt x="3012" y="6372"/>
                  </a:lnTo>
                  <a:lnTo>
                    <a:pt x="3592" y="6334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2"/>
                  </a:lnTo>
                  <a:lnTo>
                    <a:pt x="7994" y="5523"/>
                  </a:lnTo>
                  <a:lnTo>
                    <a:pt x="9036" y="5253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3"/>
                  </a:lnTo>
                  <a:lnTo>
                    <a:pt x="12126" y="4249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4" y="3940"/>
                  </a:lnTo>
                  <a:lnTo>
                    <a:pt x="12898" y="3669"/>
                  </a:lnTo>
                  <a:lnTo>
                    <a:pt x="13361" y="3322"/>
                  </a:lnTo>
                  <a:lnTo>
                    <a:pt x="13631" y="3052"/>
                  </a:lnTo>
                  <a:lnTo>
                    <a:pt x="13825" y="2704"/>
                  </a:lnTo>
                  <a:lnTo>
                    <a:pt x="14133" y="2627"/>
                  </a:lnTo>
                  <a:lnTo>
                    <a:pt x="14018" y="2318"/>
                  </a:lnTo>
                  <a:lnTo>
                    <a:pt x="14095" y="2009"/>
                  </a:lnTo>
                  <a:lnTo>
                    <a:pt x="14133" y="1739"/>
                  </a:lnTo>
                  <a:lnTo>
                    <a:pt x="14095" y="1468"/>
                  </a:lnTo>
                  <a:lnTo>
                    <a:pt x="14018" y="1237"/>
                  </a:lnTo>
                  <a:lnTo>
                    <a:pt x="13902" y="1005"/>
                  </a:lnTo>
                  <a:lnTo>
                    <a:pt x="13747" y="812"/>
                  </a:lnTo>
                  <a:lnTo>
                    <a:pt x="13477" y="619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3" y="117"/>
                  </a:lnTo>
                  <a:lnTo>
                    <a:pt x="11817" y="40"/>
                  </a:lnTo>
                  <a:lnTo>
                    <a:pt x="1143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13"/>
            <p:cNvSpPr/>
            <p:nvPr/>
          </p:nvSpPr>
          <p:spPr>
            <a:xfrm>
              <a:off x="7229325" y="290815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6"/>
                  </a:lnTo>
                  <a:lnTo>
                    <a:pt x="3785" y="619"/>
                  </a:lnTo>
                  <a:lnTo>
                    <a:pt x="4094" y="889"/>
                  </a:lnTo>
                  <a:lnTo>
                    <a:pt x="4364" y="1121"/>
                  </a:lnTo>
                  <a:lnTo>
                    <a:pt x="4635" y="1430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4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23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3" y="5214"/>
                  </a:lnTo>
                  <a:lnTo>
                    <a:pt x="5446" y="5600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7"/>
                  </a:lnTo>
                  <a:lnTo>
                    <a:pt x="4210" y="8033"/>
                  </a:lnTo>
                  <a:lnTo>
                    <a:pt x="3940" y="8380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9" y="10041"/>
                  </a:lnTo>
                  <a:lnTo>
                    <a:pt x="1314" y="10234"/>
                  </a:lnTo>
                  <a:lnTo>
                    <a:pt x="889" y="10388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5"/>
                  </a:lnTo>
                  <a:lnTo>
                    <a:pt x="4828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1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4" y="2434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4"/>
                  </a:lnTo>
                  <a:lnTo>
                    <a:pt x="4905" y="1005"/>
                  </a:lnTo>
                  <a:lnTo>
                    <a:pt x="4596" y="696"/>
                  </a:lnTo>
                  <a:lnTo>
                    <a:pt x="4287" y="426"/>
                  </a:lnTo>
                  <a:lnTo>
                    <a:pt x="3940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13"/>
            <p:cNvSpPr/>
            <p:nvPr/>
          </p:nvSpPr>
          <p:spPr>
            <a:xfrm>
              <a:off x="7199400" y="3174600"/>
              <a:ext cx="61825" cy="89800"/>
            </a:xfrm>
            <a:custGeom>
              <a:avLst/>
              <a:gdLst/>
              <a:ahLst/>
              <a:cxnLst/>
              <a:rect l="l" t="t" r="r" b="b"/>
              <a:pathLst>
                <a:path w="2473" h="3592" extrusionOk="0">
                  <a:moveTo>
                    <a:pt x="1082" y="0"/>
                  </a:moveTo>
                  <a:lnTo>
                    <a:pt x="1005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32" y="2163"/>
                  </a:lnTo>
                  <a:lnTo>
                    <a:pt x="1932" y="2433"/>
                  </a:lnTo>
                  <a:lnTo>
                    <a:pt x="1816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1" y="3128"/>
                  </a:lnTo>
                  <a:lnTo>
                    <a:pt x="1198" y="3128"/>
                  </a:lnTo>
                  <a:lnTo>
                    <a:pt x="1043" y="3090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588"/>
                  </a:lnTo>
                  <a:lnTo>
                    <a:pt x="928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1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13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24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10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21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3"/>
                  </a:lnTo>
                  <a:lnTo>
                    <a:pt x="1700" y="3514"/>
                  </a:lnTo>
                  <a:lnTo>
                    <a:pt x="1854" y="3399"/>
                  </a:lnTo>
                  <a:lnTo>
                    <a:pt x="2047" y="3244"/>
                  </a:lnTo>
                  <a:lnTo>
                    <a:pt x="2202" y="3051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0"/>
                  </a:lnTo>
                  <a:lnTo>
                    <a:pt x="2434" y="2008"/>
                  </a:lnTo>
                  <a:lnTo>
                    <a:pt x="2395" y="1815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13"/>
            <p:cNvSpPr/>
            <p:nvPr/>
          </p:nvSpPr>
          <p:spPr>
            <a:xfrm>
              <a:off x="7111550" y="320550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77"/>
                  </a:lnTo>
                  <a:lnTo>
                    <a:pt x="3013" y="270"/>
                  </a:lnTo>
                  <a:lnTo>
                    <a:pt x="2781" y="502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5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1"/>
                  </a:lnTo>
                  <a:lnTo>
                    <a:pt x="966" y="2510"/>
                  </a:lnTo>
                  <a:lnTo>
                    <a:pt x="1198" y="2587"/>
                  </a:lnTo>
                  <a:lnTo>
                    <a:pt x="1430" y="2703"/>
                  </a:lnTo>
                  <a:lnTo>
                    <a:pt x="1623" y="2819"/>
                  </a:lnTo>
                  <a:lnTo>
                    <a:pt x="1816" y="2973"/>
                  </a:lnTo>
                  <a:lnTo>
                    <a:pt x="1970" y="3167"/>
                  </a:lnTo>
                  <a:lnTo>
                    <a:pt x="2047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093"/>
                  </a:lnTo>
                  <a:lnTo>
                    <a:pt x="2009" y="4325"/>
                  </a:lnTo>
                  <a:lnTo>
                    <a:pt x="1893" y="4518"/>
                  </a:lnTo>
                  <a:lnTo>
                    <a:pt x="1739" y="4711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5"/>
                  </a:lnTo>
                  <a:lnTo>
                    <a:pt x="657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32"/>
                  </a:lnTo>
                  <a:lnTo>
                    <a:pt x="966" y="4093"/>
                  </a:lnTo>
                  <a:lnTo>
                    <a:pt x="1121" y="4093"/>
                  </a:lnTo>
                  <a:lnTo>
                    <a:pt x="1237" y="4016"/>
                  </a:lnTo>
                  <a:lnTo>
                    <a:pt x="1314" y="3900"/>
                  </a:lnTo>
                  <a:lnTo>
                    <a:pt x="1314" y="3784"/>
                  </a:lnTo>
                  <a:lnTo>
                    <a:pt x="1275" y="3707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862"/>
                  </a:lnTo>
                  <a:lnTo>
                    <a:pt x="387" y="3977"/>
                  </a:lnTo>
                  <a:lnTo>
                    <a:pt x="310" y="4093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866"/>
                  </a:lnTo>
                  <a:lnTo>
                    <a:pt x="387" y="5097"/>
                  </a:lnTo>
                  <a:lnTo>
                    <a:pt x="541" y="5252"/>
                  </a:lnTo>
                  <a:lnTo>
                    <a:pt x="735" y="5368"/>
                  </a:lnTo>
                  <a:lnTo>
                    <a:pt x="966" y="5406"/>
                  </a:lnTo>
                  <a:lnTo>
                    <a:pt x="1198" y="5406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20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1"/>
                  </a:lnTo>
                  <a:lnTo>
                    <a:pt x="1739" y="2356"/>
                  </a:lnTo>
                  <a:lnTo>
                    <a:pt x="1507" y="2201"/>
                  </a:lnTo>
                  <a:lnTo>
                    <a:pt x="1275" y="2124"/>
                  </a:lnTo>
                  <a:lnTo>
                    <a:pt x="1623" y="1969"/>
                  </a:lnTo>
                  <a:lnTo>
                    <a:pt x="1932" y="1815"/>
                  </a:lnTo>
                  <a:lnTo>
                    <a:pt x="2241" y="1622"/>
                  </a:lnTo>
                  <a:lnTo>
                    <a:pt x="2549" y="1390"/>
                  </a:lnTo>
                  <a:lnTo>
                    <a:pt x="2820" y="1197"/>
                  </a:lnTo>
                  <a:lnTo>
                    <a:pt x="3090" y="965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77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13"/>
            <p:cNvSpPr/>
            <p:nvPr/>
          </p:nvSpPr>
          <p:spPr>
            <a:xfrm>
              <a:off x="6803600" y="3198725"/>
              <a:ext cx="310875" cy="124575"/>
            </a:xfrm>
            <a:custGeom>
              <a:avLst/>
              <a:gdLst/>
              <a:ahLst/>
              <a:cxnLst/>
              <a:rect l="l" t="t" r="r" b="b"/>
              <a:pathLst>
                <a:path w="12435" h="4983" extrusionOk="0">
                  <a:moveTo>
                    <a:pt x="232" y="1"/>
                  </a:moveTo>
                  <a:lnTo>
                    <a:pt x="1" y="233"/>
                  </a:lnTo>
                  <a:lnTo>
                    <a:pt x="503" y="966"/>
                  </a:lnTo>
                  <a:lnTo>
                    <a:pt x="1043" y="1623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4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4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3"/>
                  </a:lnTo>
                  <a:lnTo>
                    <a:pt x="11855" y="3862"/>
                  </a:lnTo>
                  <a:lnTo>
                    <a:pt x="12242" y="3592"/>
                  </a:lnTo>
                  <a:lnTo>
                    <a:pt x="12319" y="3553"/>
                  </a:lnTo>
                  <a:lnTo>
                    <a:pt x="12435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9"/>
                  </a:lnTo>
                  <a:lnTo>
                    <a:pt x="12010" y="3129"/>
                  </a:lnTo>
                  <a:lnTo>
                    <a:pt x="11933" y="3206"/>
                  </a:lnTo>
                  <a:lnTo>
                    <a:pt x="11585" y="3438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7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2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2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7"/>
                  </a:lnTo>
                  <a:lnTo>
                    <a:pt x="4596" y="3708"/>
                  </a:lnTo>
                  <a:lnTo>
                    <a:pt x="3901" y="3283"/>
                  </a:lnTo>
                  <a:lnTo>
                    <a:pt x="3206" y="2820"/>
                  </a:lnTo>
                  <a:lnTo>
                    <a:pt x="2588" y="2318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13"/>
            <p:cNvSpPr/>
            <p:nvPr/>
          </p:nvSpPr>
          <p:spPr>
            <a:xfrm>
              <a:off x="6719625" y="2898500"/>
              <a:ext cx="625575" cy="344675"/>
            </a:xfrm>
            <a:custGeom>
              <a:avLst/>
              <a:gdLst/>
              <a:ahLst/>
              <a:cxnLst/>
              <a:rect l="l" t="t" r="r" b="b"/>
              <a:pathLst>
                <a:path w="25023" h="13787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9"/>
                  </a:lnTo>
                  <a:lnTo>
                    <a:pt x="23787" y="2163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6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5"/>
                  </a:lnTo>
                  <a:lnTo>
                    <a:pt x="23169" y="1120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2"/>
                  </a:lnTo>
                  <a:lnTo>
                    <a:pt x="23864" y="3515"/>
                  </a:lnTo>
                  <a:lnTo>
                    <a:pt x="23787" y="3399"/>
                  </a:lnTo>
                  <a:lnTo>
                    <a:pt x="23748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1"/>
                  </a:lnTo>
                  <a:lnTo>
                    <a:pt x="16566" y="5407"/>
                  </a:lnTo>
                  <a:lnTo>
                    <a:pt x="16296" y="5445"/>
                  </a:lnTo>
                  <a:lnTo>
                    <a:pt x="15639" y="5523"/>
                  </a:lnTo>
                  <a:lnTo>
                    <a:pt x="15639" y="5484"/>
                  </a:lnTo>
                  <a:lnTo>
                    <a:pt x="15678" y="5368"/>
                  </a:lnTo>
                  <a:lnTo>
                    <a:pt x="15716" y="5252"/>
                  </a:lnTo>
                  <a:lnTo>
                    <a:pt x="15755" y="5175"/>
                  </a:lnTo>
                  <a:lnTo>
                    <a:pt x="15832" y="5098"/>
                  </a:lnTo>
                  <a:lnTo>
                    <a:pt x="15948" y="5021"/>
                  </a:lnTo>
                  <a:lnTo>
                    <a:pt x="16064" y="4982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8"/>
                  </a:lnTo>
                  <a:lnTo>
                    <a:pt x="24250" y="5523"/>
                  </a:lnTo>
                  <a:lnTo>
                    <a:pt x="24057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1"/>
                  </a:lnTo>
                  <a:lnTo>
                    <a:pt x="18111" y="5214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523"/>
                  </a:lnTo>
                  <a:lnTo>
                    <a:pt x="17029" y="5445"/>
                  </a:lnTo>
                  <a:lnTo>
                    <a:pt x="17068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2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7"/>
                  </a:lnTo>
                  <a:lnTo>
                    <a:pt x="14558" y="5870"/>
                  </a:lnTo>
                  <a:lnTo>
                    <a:pt x="14056" y="6102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600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4"/>
                  </a:moveTo>
                  <a:lnTo>
                    <a:pt x="19115" y="5523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6" y="6179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7"/>
                  </a:lnTo>
                  <a:lnTo>
                    <a:pt x="18844" y="5523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0" y="6102"/>
                  </a:lnTo>
                  <a:lnTo>
                    <a:pt x="20466" y="6140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7"/>
                  </a:lnTo>
                  <a:lnTo>
                    <a:pt x="20814" y="6720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8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1" y="5986"/>
                  </a:lnTo>
                  <a:lnTo>
                    <a:pt x="24019" y="6025"/>
                  </a:lnTo>
                  <a:lnTo>
                    <a:pt x="24096" y="6025"/>
                  </a:lnTo>
                  <a:lnTo>
                    <a:pt x="23941" y="6295"/>
                  </a:lnTo>
                  <a:lnTo>
                    <a:pt x="23748" y="6565"/>
                  </a:lnTo>
                  <a:lnTo>
                    <a:pt x="23517" y="6797"/>
                  </a:lnTo>
                  <a:lnTo>
                    <a:pt x="23246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7"/>
                  </a:lnTo>
                  <a:lnTo>
                    <a:pt x="23015" y="6295"/>
                  </a:lnTo>
                  <a:lnTo>
                    <a:pt x="23053" y="6179"/>
                  </a:lnTo>
                  <a:lnTo>
                    <a:pt x="23131" y="6102"/>
                  </a:lnTo>
                  <a:lnTo>
                    <a:pt x="23208" y="6025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8" y="6333"/>
                  </a:lnTo>
                  <a:lnTo>
                    <a:pt x="13168" y="6720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7"/>
                  </a:lnTo>
                  <a:lnTo>
                    <a:pt x="12627" y="6681"/>
                  </a:lnTo>
                  <a:lnTo>
                    <a:pt x="12666" y="6527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218"/>
                  </a:lnTo>
                  <a:lnTo>
                    <a:pt x="13013" y="6140"/>
                  </a:lnTo>
                  <a:lnTo>
                    <a:pt x="13129" y="6102"/>
                  </a:lnTo>
                  <a:close/>
                  <a:moveTo>
                    <a:pt x="22165" y="6565"/>
                  </a:moveTo>
                  <a:lnTo>
                    <a:pt x="22281" y="6604"/>
                  </a:lnTo>
                  <a:lnTo>
                    <a:pt x="22474" y="6720"/>
                  </a:lnTo>
                  <a:lnTo>
                    <a:pt x="22629" y="6874"/>
                  </a:lnTo>
                  <a:lnTo>
                    <a:pt x="22783" y="7029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6"/>
                  </a:lnTo>
                  <a:lnTo>
                    <a:pt x="22937" y="7144"/>
                  </a:lnTo>
                  <a:lnTo>
                    <a:pt x="22551" y="7222"/>
                  </a:lnTo>
                  <a:lnTo>
                    <a:pt x="22165" y="7260"/>
                  </a:lnTo>
                  <a:lnTo>
                    <a:pt x="21779" y="7222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49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5" y="7994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4"/>
                  </a:lnTo>
                  <a:lnTo>
                    <a:pt x="11816" y="7608"/>
                  </a:lnTo>
                  <a:lnTo>
                    <a:pt x="11894" y="7531"/>
                  </a:lnTo>
                  <a:lnTo>
                    <a:pt x="12009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3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2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3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5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4" y="9770"/>
                  </a:moveTo>
                  <a:lnTo>
                    <a:pt x="3900" y="9809"/>
                  </a:lnTo>
                  <a:lnTo>
                    <a:pt x="4016" y="9886"/>
                  </a:lnTo>
                  <a:lnTo>
                    <a:pt x="4093" y="10002"/>
                  </a:lnTo>
                  <a:lnTo>
                    <a:pt x="4132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5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6"/>
                  </a:lnTo>
                  <a:lnTo>
                    <a:pt x="5097" y="10774"/>
                  </a:lnTo>
                  <a:lnTo>
                    <a:pt x="5136" y="10890"/>
                  </a:lnTo>
                  <a:lnTo>
                    <a:pt x="5175" y="11044"/>
                  </a:lnTo>
                  <a:lnTo>
                    <a:pt x="5136" y="11238"/>
                  </a:lnTo>
                  <a:lnTo>
                    <a:pt x="5097" y="11431"/>
                  </a:lnTo>
                  <a:lnTo>
                    <a:pt x="4402" y="10929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5" y="11740"/>
                  </a:lnTo>
                  <a:lnTo>
                    <a:pt x="10658" y="11701"/>
                  </a:lnTo>
                  <a:lnTo>
                    <a:pt x="10503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5" y="10697"/>
                  </a:lnTo>
                  <a:lnTo>
                    <a:pt x="10928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10"/>
                  </a:lnTo>
                  <a:lnTo>
                    <a:pt x="6410" y="12242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8" y="11508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1" y="12744"/>
                  </a:lnTo>
                  <a:lnTo>
                    <a:pt x="9770" y="12937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2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39" y="13207"/>
                  </a:lnTo>
                  <a:lnTo>
                    <a:pt x="7337" y="13014"/>
                  </a:lnTo>
                  <a:lnTo>
                    <a:pt x="6835" y="12744"/>
                  </a:lnTo>
                  <a:lnTo>
                    <a:pt x="6990" y="12628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3" y="12628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7"/>
                  </a:lnTo>
                  <a:lnTo>
                    <a:pt x="9229" y="13130"/>
                  </a:lnTo>
                  <a:lnTo>
                    <a:pt x="9268" y="13207"/>
                  </a:lnTo>
                  <a:lnTo>
                    <a:pt x="9036" y="13284"/>
                  </a:lnTo>
                  <a:lnTo>
                    <a:pt x="8804" y="13323"/>
                  </a:lnTo>
                  <a:lnTo>
                    <a:pt x="8573" y="13323"/>
                  </a:lnTo>
                  <a:lnTo>
                    <a:pt x="8302" y="13284"/>
                  </a:lnTo>
                  <a:lnTo>
                    <a:pt x="8302" y="13207"/>
                  </a:lnTo>
                  <a:lnTo>
                    <a:pt x="8341" y="13014"/>
                  </a:lnTo>
                  <a:lnTo>
                    <a:pt x="8418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8"/>
                  </a:lnTo>
                  <a:close/>
                  <a:moveTo>
                    <a:pt x="22976" y="1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10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3" y="966"/>
                  </a:lnTo>
                  <a:lnTo>
                    <a:pt x="22706" y="1120"/>
                  </a:lnTo>
                  <a:lnTo>
                    <a:pt x="22629" y="1314"/>
                  </a:lnTo>
                  <a:lnTo>
                    <a:pt x="22590" y="1507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0" y="2279"/>
                  </a:lnTo>
                  <a:lnTo>
                    <a:pt x="23053" y="2395"/>
                  </a:lnTo>
                  <a:lnTo>
                    <a:pt x="23246" y="2511"/>
                  </a:lnTo>
                  <a:lnTo>
                    <a:pt x="23478" y="2511"/>
                  </a:lnTo>
                  <a:lnTo>
                    <a:pt x="23401" y="2704"/>
                  </a:lnTo>
                  <a:lnTo>
                    <a:pt x="23362" y="2897"/>
                  </a:lnTo>
                  <a:lnTo>
                    <a:pt x="23324" y="3090"/>
                  </a:lnTo>
                  <a:lnTo>
                    <a:pt x="23362" y="3283"/>
                  </a:lnTo>
                  <a:lnTo>
                    <a:pt x="23439" y="3515"/>
                  </a:lnTo>
                  <a:lnTo>
                    <a:pt x="23555" y="3708"/>
                  </a:lnTo>
                  <a:lnTo>
                    <a:pt x="23748" y="3901"/>
                  </a:lnTo>
                  <a:lnTo>
                    <a:pt x="23980" y="4017"/>
                  </a:lnTo>
                  <a:lnTo>
                    <a:pt x="23748" y="4210"/>
                  </a:lnTo>
                  <a:lnTo>
                    <a:pt x="23555" y="4480"/>
                  </a:lnTo>
                  <a:lnTo>
                    <a:pt x="23478" y="4750"/>
                  </a:lnTo>
                  <a:lnTo>
                    <a:pt x="23439" y="4905"/>
                  </a:lnTo>
                  <a:lnTo>
                    <a:pt x="23439" y="5021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3"/>
                  </a:lnTo>
                  <a:lnTo>
                    <a:pt x="23169" y="5561"/>
                  </a:lnTo>
                  <a:lnTo>
                    <a:pt x="22976" y="5716"/>
                  </a:lnTo>
                  <a:lnTo>
                    <a:pt x="22783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4" y="6295"/>
                  </a:lnTo>
                  <a:lnTo>
                    <a:pt x="22320" y="6256"/>
                  </a:lnTo>
                  <a:lnTo>
                    <a:pt x="22165" y="6218"/>
                  </a:lnTo>
                  <a:lnTo>
                    <a:pt x="21972" y="6218"/>
                  </a:lnTo>
                  <a:lnTo>
                    <a:pt x="21740" y="6295"/>
                  </a:lnTo>
                  <a:lnTo>
                    <a:pt x="21509" y="6411"/>
                  </a:lnTo>
                  <a:lnTo>
                    <a:pt x="21354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5"/>
                  </a:lnTo>
                  <a:lnTo>
                    <a:pt x="20736" y="5909"/>
                  </a:lnTo>
                  <a:lnTo>
                    <a:pt x="20582" y="5831"/>
                  </a:lnTo>
                  <a:lnTo>
                    <a:pt x="20427" y="5754"/>
                  </a:lnTo>
                  <a:lnTo>
                    <a:pt x="20234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6"/>
                  </a:lnTo>
                  <a:lnTo>
                    <a:pt x="19617" y="5484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1"/>
                  </a:lnTo>
                  <a:lnTo>
                    <a:pt x="18497" y="5407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6"/>
                  </a:lnTo>
                  <a:lnTo>
                    <a:pt x="17802" y="4557"/>
                  </a:lnTo>
                  <a:lnTo>
                    <a:pt x="17647" y="4519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8"/>
                  </a:lnTo>
                  <a:lnTo>
                    <a:pt x="16759" y="4943"/>
                  </a:lnTo>
                  <a:lnTo>
                    <a:pt x="16605" y="4789"/>
                  </a:lnTo>
                  <a:lnTo>
                    <a:pt x="16450" y="4712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82"/>
                  </a:lnTo>
                  <a:lnTo>
                    <a:pt x="14288" y="5021"/>
                  </a:lnTo>
                  <a:lnTo>
                    <a:pt x="14133" y="5098"/>
                  </a:lnTo>
                  <a:lnTo>
                    <a:pt x="14056" y="5175"/>
                  </a:lnTo>
                  <a:lnTo>
                    <a:pt x="13940" y="5291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6"/>
                  </a:lnTo>
                  <a:lnTo>
                    <a:pt x="13168" y="5716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8"/>
                  </a:lnTo>
                  <a:lnTo>
                    <a:pt x="12357" y="6372"/>
                  </a:lnTo>
                  <a:lnTo>
                    <a:pt x="12357" y="6527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7029"/>
                  </a:lnTo>
                  <a:lnTo>
                    <a:pt x="11894" y="7106"/>
                  </a:lnTo>
                  <a:lnTo>
                    <a:pt x="11662" y="7222"/>
                  </a:lnTo>
                  <a:lnTo>
                    <a:pt x="11507" y="7415"/>
                  </a:lnTo>
                  <a:lnTo>
                    <a:pt x="11392" y="7531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276" y="7994"/>
                  </a:lnTo>
                  <a:lnTo>
                    <a:pt x="11314" y="8148"/>
                  </a:lnTo>
                  <a:lnTo>
                    <a:pt x="11353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30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4"/>
                  </a:lnTo>
                  <a:lnTo>
                    <a:pt x="10619" y="10311"/>
                  </a:lnTo>
                  <a:lnTo>
                    <a:pt x="10426" y="10427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6"/>
                  </a:lnTo>
                  <a:lnTo>
                    <a:pt x="10040" y="11238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4" y="11740"/>
                  </a:lnTo>
                  <a:lnTo>
                    <a:pt x="9693" y="11855"/>
                  </a:lnTo>
                  <a:lnTo>
                    <a:pt x="9499" y="12010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9"/>
                  </a:lnTo>
                  <a:lnTo>
                    <a:pt x="9306" y="12473"/>
                  </a:lnTo>
                  <a:lnTo>
                    <a:pt x="9191" y="12396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5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3" y="12435"/>
                  </a:lnTo>
                  <a:lnTo>
                    <a:pt x="7878" y="12319"/>
                  </a:lnTo>
                  <a:lnTo>
                    <a:pt x="7723" y="12242"/>
                  </a:lnTo>
                  <a:lnTo>
                    <a:pt x="7492" y="12164"/>
                  </a:lnTo>
                  <a:lnTo>
                    <a:pt x="7221" y="12203"/>
                  </a:lnTo>
                  <a:lnTo>
                    <a:pt x="6990" y="12280"/>
                  </a:lnTo>
                  <a:lnTo>
                    <a:pt x="6796" y="12435"/>
                  </a:lnTo>
                  <a:lnTo>
                    <a:pt x="6796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431"/>
                  </a:lnTo>
                  <a:lnTo>
                    <a:pt x="6372" y="11315"/>
                  </a:lnTo>
                  <a:lnTo>
                    <a:pt x="6217" y="11199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8"/>
                  </a:lnTo>
                  <a:lnTo>
                    <a:pt x="5522" y="10967"/>
                  </a:lnTo>
                  <a:lnTo>
                    <a:pt x="5445" y="10736"/>
                  </a:lnTo>
                  <a:lnTo>
                    <a:pt x="5329" y="10504"/>
                  </a:lnTo>
                  <a:lnTo>
                    <a:pt x="5213" y="10427"/>
                  </a:lnTo>
                  <a:lnTo>
                    <a:pt x="5097" y="10388"/>
                  </a:lnTo>
                  <a:lnTo>
                    <a:pt x="4943" y="10311"/>
                  </a:lnTo>
                  <a:lnTo>
                    <a:pt x="4827" y="10311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500"/>
                  </a:lnTo>
                  <a:lnTo>
                    <a:pt x="3900" y="9461"/>
                  </a:lnTo>
                  <a:lnTo>
                    <a:pt x="3746" y="9423"/>
                  </a:lnTo>
                  <a:lnTo>
                    <a:pt x="3591" y="9423"/>
                  </a:lnTo>
                  <a:lnTo>
                    <a:pt x="3398" y="9461"/>
                  </a:lnTo>
                  <a:lnTo>
                    <a:pt x="3282" y="9538"/>
                  </a:lnTo>
                  <a:lnTo>
                    <a:pt x="3128" y="9616"/>
                  </a:lnTo>
                  <a:lnTo>
                    <a:pt x="3012" y="9770"/>
                  </a:lnTo>
                  <a:lnTo>
                    <a:pt x="2974" y="9616"/>
                  </a:lnTo>
                  <a:lnTo>
                    <a:pt x="2896" y="9461"/>
                  </a:lnTo>
                  <a:lnTo>
                    <a:pt x="2780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2"/>
                  </a:lnTo>
                  <a:lnTo>
                    <a:pt x="1352" y="9925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1"/>
                  </a:lnTo>
                  <a:lnTo>
                    <a:pt x="386" y="10427"/>
                  </a:lnTo>
                  <a:lnTo>
                    <a:pt x="271" y="10581"/>
                  </a:lnTo>
                  <a:lnTo>
                    <a:pt x="116" y="10890"/>
                  </a:lnTo>
                  <a:lnTo>
                    <a:pt x="0" y="11238"/>
                  </a:lnTo>
                  <a:lnTo>
                    <a:pt x="0" y="11585"/>
                  </a:lnTo>
                  <a:lnTo>
                    <a:pt x="77" y="11933"/>
                  </a:lnTo>
                  <a:lnTo>
                    <a:pt x="193" y="12242"/>
                  </a:lnTo>
                  <a:lnTo>
                    <a:pt x="386" y="12550"/>
                  </a:lnTo>
                  <a:lnTo>
                    <a:pt x="618" y="12821"/>
                  </a:lnTo>
                  <a:lnTo>
                    <a:pt x="811" y="12937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30"/>
                  </a:lnTo>
                  <a:lnTo>
                    <a:pt x="1738" y="13168"/>
                  </a:lnTo>
                  <a:lnTo>
                    <a:pt x="2085" y="13130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2"/>
                  </a:lnTo>
                  <a:lnTo>
                    <a:pt x="3591" y="12010"/>
                  </a:lnTo>
                  <a:lnTo>
                    <a:pt x="3553" y="11933"/>
                  </a:lnTo>
                  <a:lnTo>
                    <a:pt x="3514" y="11817"/>
                  </a:lnTo>
                  <a:lnTo>
                    <a:pt x="3437" y="11778"/>
                  </a:lnTo>
                  <a:lnTo>
                    <a:pt x="3321" y="11740"/>
                  </a:lnTo>
                  <a:lnTo>
                    <a:pt x="3282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2"/>
                  </a:lnTo>
                  <a:lnTo>
                    <a:pt x="2587" y="12435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94"/>
                  </a:lnTo>
                  <a:lnTo>
                    <a:pt x="502" y="11740"/>
                  </a:lnTo>
                  <a:lnTo>
                    <a:pt x="502" y="11546"/>
                  </a:lnTo>
                  <a:lnTo>
                    <a:pt x="502" y="11392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8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7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9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5" y="13439"/>
                  </a:lnTo>
                  <a:lnTo>
                    <a:pt x="7530" y="13593"/>
                  </a:lnTo>
                  <a:lnTo>
                    <a:pt x="7993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9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6"/>
                  </a:lnTo>
                  <a:lnTo>
                    <a:pt x="11314" y="11740"/>
                  </a:lnTo>
                  <a:lnTo>
                    <a:pt x="11507" y="11238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5" y="9114"/>
                  </a:lnTo>
                  <a:lnTo>
                    <a:pt x="12357" y="8612"/>
                  </a:lnTo>
                  <a:lnTo>
                    <a:pt x="12589" y="8110"/>
                  </a:lnTo>
                  <a:lnTo>
                    <a:pt x="12936" y="7646"/>
                  </a:lnTo>
                  <a:lnTo>
                    <a:pt x="13284" y="7299"/>
                  </a:lnTo>
                  <a:lnTo>
                    <a:pt x="13631" y="6990"/>
                  </a:lnTo>
                  <a:lnTo>
                    <a:pt x="14017" y="6720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2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29" y="7492"/>
                  </a:lnTo>
                  <a:lnTo>
                    <a:pt x="21316" y="7646"/>
                  </a:lnTo>
                  <a:lnTo>
                    <a:pt x="21740" y="7724"/>
                  </a:lnTo>
                  <a:lnTo>
                    <a:pt x="22165" y="7762"/>
                  </a:lnTo>
                  <a:lnTo>
                    <a:pt x="22590" y="7724"/>
                  </a:lnTo>
                  <a:lnTo>
                    <a:pt x="22976" y="7646"/>
                  </a:lnTo>
                  <a:lnTo>
                    <a:pt x="23362" y="7531"/>
                  </a:lnTo>
                  <a:lnTo>
                    <a:pt x="23710" y="7299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5"/>
                  </a:lnTo>
                  <a:lnTo>
                    <a:pt x="24752" y="5909"/>
                  </a:lnTo>
                  <a:lnTo>
                    <a:pt x="24868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10"/>
                  </a:lnTo>
                  <a:lnTo>
                    <a:pt x="24945" y="3746"/>
                  </a:lnTo>
                  <a:lnTo>
                    <a:pt x="24868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3" y="1970"/>
                  </a:lnTo>
                  <a:lnTo>
                    <a:pt x="24250" y="1584"/>
                  </a:lnTo>
                  <a:lnTo>
                    <a:pt x="24057" y="1198"/>
                  </a:lnTo>
                  <a:lnTo>
                    <a:pt x="23787" y="812"/>
                  </a:lnTo>
                  <a:lnTo>
                    <a:pt x="23941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8"/>
                  </a:lnTo>
                  <a:lnTo>
                    <a:pt x="230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13"/>
            <p:cNvSpPr/>
            <p:nvPr/>
          </p:nvSpPr>
          <p:spPr>
            <a:xfrm>
              <a:off x="5082350" y="43871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9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3" y="2433"/>
                  </a:lnTo>
                  <a:lnTo>
                    <a:pt x="5368" y="2819"/>
                  </a:lnTo>
                  <a:lnTo>
                    <a:pt x="5484" y="3206"/>
                  </a:lnTo>
                  <a:lnTo>
                    <a:pt x="5522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2" y="5214"/>
                  </a:lnTo>
                  <a:lnTo>
                    <a:pt x="5445" y="5600"/>
                  </a:lnTo>
                  <a:lnTo>
                    <a:pt x="5329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09" y="8032"/>
                  </a:lnTo>
                  <a:lnTo>
                    <a:pt x="3939" y="8380"/>
                  </a:lnTo>
                  <a:lnTo>
                    <a:pt x="3630" y="8728"/>
                  </a:lnTo>
                  <a:lnTo>
                    <a:pt x="3283" y="9036"/>
                  </a:lnTo>
                  <a:lnTo>
                    <a:pt x="2935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8" y="10040"/>
                  </a:lnTo>
                  <a:lnTo>
                    <a:pt x="1313" y="10234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0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4"/>
                  </a:lnTo>
                  <a:lnTo>
                    <a:pt x="4827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8" y="5793"/>
                  </a:lnTo>
                  <a:lnTo>
                    <a:pt x="6024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4"/>
                  </a:lnTo>
                  <a:lnTo>
                    <a:pt x="4904" y="1005"/>
                  </a:lnTo>
                  <a:lnTo>
                    <a:pt x="4596" y="696"/>
                  </a:lnTo>
                  <a:lnTo>
                    <a:pt x="4287" y="425"/>
                  </a:lnTo>
                  <a:lnTo>
                    <a:pt x="3939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13"/>
            <p:cNvSpPr/>
            <p:nvPr/>
          </p:nvSpPr>
          <p:spPr>
            <a:xfrm>
              <a:off x="5052425" y="4653550"/>
              <a:ext cx="61800" cy="89800"/>
            </a:xfrm>
            <a:custGeom>
              <a:avLst/>
              <a:gdLst/>
              <a:ahLst/>
              <a:cxnLst/>
              <a:rect l="l" t="t" r="r" b="b"/>
              <a:pathLst>
                <a:path w="2472" h="3592" extrusionOk="0">
                  <a:moveTo>
                    <a:pt x="1082" y="0"/>
                  </a:moveTo>
                  <a:lnTo>
                    <a:pt x="1004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5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699"/>
                  </a:lnTo>
                  <a:lnTo>
                    <a:pt x="1931" y="1931"/>
                  </a:lnTo>
                  <a:lnTo>
                    <a:pt x="1931" y="2163"/>
                  </a:lnTo>
                  <a:lnTo>
                    <a:pt x="1931" y="2433"/>
                  </a:lnTo>
                  <a:lnTo>
                    <a:pt x="1815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0" y="3128"/>
                  </a:lnTo>
                  <a:lnTo>
                    <a:pt x="1197" y="3128"/>
                  </a:lnTo>
                  <a:lnTo>
                    <a:pt x="1043" y="3089"/>
                  </a:lnTo>
                  <a:lnTo>
                    <a:pt x="927" y="3012"/>
                  </a:lnTo>
                  <a:lnTo>
                    <a:pt x="850" y="2896"/>
                  </a:lnTo>
                  <a:lnTo>
                    <a:pt x="811" y="2742"/>
                  </a:lnTo>
                  <a:lnTo>
                    <a:pt x="850" y="2587"/>
                  </a:lnTo>
                  <a:lnTo>
                    <a:pt x="927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0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5" y="1468"/>
                  </a:lnTo>
                  <a:lnTo>
                    <a:pt x="193" y="1313"/>
                  </a:lnTo>
                  <a:lnTo>
                    <a:pt x="0" y="1622"/>
                  </a:lnTo>
                  <a:lnTo>
                    <a:pt x="271" y="1892"/>
                  </a:lnTo>
                  <a:lnTo>
                    <a:pt x="580" y="2124"/>
                  </a:lnTo>
                  <a:lnTo>
                    <a:pt x="425" y="2356"/>
                  </a:lnTo>
                  <a:lnTo>
                    <a:pt x="348" y="2626"/>
                  </a:lnTo>
                  <a:lnTo>
                    <a:pt x="309" y="2896"/>
                  </a:lnTo>
                  <a:lnTo>
                    <a:pt x="348" y="3051"/>
                  </a:lnTo>
                  <a:lnTo>
                    <a:pt x="425" y="3167"/>
                  </a:lnTo>
                  <a:lnTo>
                    <a:pt x="541" y="3321"/>
                  </a:lnTo>
                  <a:lnTo>
                    <a:pt x="695" y="3476"/>
                  </a:lnTo>
                  <a:lnTo>
                    <a:pt x="888" y="3553"/>
                  </a:lnTo>
                  <a:lnTo>
                    <a:pt x="1082" y="3591"/>
                  </a:lnTo>
                  <a:lnTo>
                    <a:pt x="1275" y="3591"/>
                  </a:lnTo>
                  <a:lnTo>
                    <a:pt x="1506" y="3553"/>
                  </a:lnTo>
                  <a:lnTo>
                    <a:pt x="1699" y="3514"/>
                  </a:lnTo>
                  <a:lnTo>
                    <a:pt x="1854" y="3398"/>
                  </a:lnTo>
                  <a:lnTo>
                    <a:pt x="2047" y="3244"/>
                  </a:lnTo>
                  <a:lnTo>
                    <a:pt x="2201" y="3051"/>
                  </a:lnTo>
                  <a:lnTo>
                    <a:pt x="2317" y="2858"/>
                  </a:lnTo>
                  <a:lnTo>
                    <a:pt x="2394" y="2665"/>
                  </a:lnTo>
                  <a:lnTo>
                    <a:pt x="2433" y="2472"/>
                  </a:lnTo>
                  <a:lnTo>
                    <a:pt x="2472" y="2240"/>
                  </a:lnTo>
                  <a:lnTo>
                    <a:pt x="2433" y="2008"/>
                  </a:lnTo>
                  <a:lnTo>
                    <a:pt x="2394" y="1815"/>
                  </a:lnTo>
                  <a:lnTo>
                    <a:pt x="2317" y="1583"/>
                  </a:lnTo>
                  <a:lnTo>
                    <a:pt x="2201" y="1390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6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13"/>
            <p:cNvSpPr/>
            <p:nvPr/>
          </p:nvSpPr>
          <p:spPr>
            <a:xfrm>
              <a:off x="4964575" y="4684425"/>
              <a:ext cx="92700" cy="135200"/>
            </a:xfrm>
            <a:custGeom>
              <a:avLst/>
              <a:gdLst/>
              <a:ahLst/>
              <a:cxnLst/>
              <a:rect l="l" t="t" r="r" b="b"/>
              <a:pathLst>
                <a:path w="3708" h="5408" extrusionOk="0">
                  <a:moveTo>
                    <a:pt x="3398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2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7"/>
                  </a:lnTo>
                  <a:lnTo>
                    <a:pt x="1777" y="1430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2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4" y="2086"/>
                  </a:lnTo>
                  <a:lnTo>
                    <a:pt x="889" y="2125"/>
                  </a:lnTo>
                  <a:lnTo>
                    <a:pt x="850" y="2163"/>
                  </a:lnTo>
                  <a:lnTo>
                    <a:pt x="811" y="2241"/>
                  </a:lnTo>
                  <a:lnTo>
                    <a:pt x="811" y="2356"/>
                  </a:lnTo>
                  <a:lnTo>
                    <a:pt x="811" y="2434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7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1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8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4"/>
                  </a:lnTo>
                  <a:lnTo>
                    <a:pt x="1082" y="4944"/>
                  </a:lnTo>
                  <a:lnTo>
                    <a:pt x="889" y="4866"/>
                  </a:lnTo>
                  <a:lnTo>
                    <a:pt x="773" y="4751"/>
                  </a:lnTo>
                  <a:lnTo>
                    <a:pt x="695" y="4596"/>
                  </a:lnTo>
                  <a:lnTo>
                    <a:pt x="657" y="4442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3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7" y="3669"/>
                  </a:lnTo>
                  <a:lnTo>
                    <a:pt x="116" y="2936"/>
                  </a:lnTo>
                  <a:lnTo>
                    <a:pt x="0" y="3283"/>
                  </a:lnTo>
                  <a:lnTo>
                    <a:pt x="657" y="3785"/>
                  </a:lnTo>
                  <a:lnTo>
                    <a:pt x="502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9"/>
                  </a:lnTo>
                  <a:lnTo>
                    <a:pt x="193" y="4403"/>
                  </a:lnTo>
                  <a:lnTo>
                    <a:pt x="193" y="4558"/>
                  </a:lnTo>
                  <a:lnTo>
                    <a:pt x="193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3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7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5"/>
                  </a:lnTo>
                  <a:lnTo>
                    <a:pt x="2510" y="4442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7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2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6" y="2202"/>
                  </a:lnTo>
                  <a:lnTo>
                    <a:pt x="1275" y="2125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3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2"/>
                  </a:lnTo>
                  <a:lnTo>
                    <a:pt x="3514" y="387"/>
                  </a:lnTo>
                  <a:lnTo>
                    <a:pt x="3707" y="78"/>
                  </a:lnTo>
                  <a:lnTo>
                    <a:pt x="351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13"/>
            <p:cNvSpPr/>
            <p:nvPr/>
          </p:nvSpPr>
          <p:spPr>
            <a:xfrm>
              <a:off x="4656625" y="46776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89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8" y="3553"/>
                  </a:lnTo>
                  <a:lnTo>
                    <a:pt x="12434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8"/>
                  </a:lnTo>
                  <a:lnTo>
                    <a:pt x="12009" y="3128"/>
                  </a:lnTo>
                  <a:lnTo>
                    <a:pt x="11932" y="3206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40" y="4171"/>
                  </a:lnTo>
                  <a:lnTo>
                    <a:pt x="9615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2" y="4171"/>
                  </a:lnTo>
                  <a:lnTo>
                    <a:pt x="5368" y="4017"/>
                  </a:lnTo>
                  <a:lnTo>
                    <a:pt x="4595" y="3708"/>
                  </a:lnTo>
                  <a:lnTo>
                    <a:pt x="3900" y="3283"/>
                  </a:lnTo>
                  <a:lnTo>
                    <a:pt x="3205" y="2820"/>
                  </a:lnTo>
                  <a:lnTo>
                    <a:pt x="2587" y="2318"/>
                  </a:lnTo>
                  <a:lnTo>
                    <a:pt x="1970" y="1777"/>
                  </a:lnTo>
                  <a:lnTo>
                    <a:pt x="1390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13"/>
            <p:cNvSpPr/>
            <p:nvPr/>
          </p:nvSpPr>
          <p:spPr>
            <a:xfrm>
              <a:off x="4572625" y="43774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2"/>
                  </a:lnTo>
                  <a:lnTo>
                    <a:pt x="23479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5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2"/>
                  </a:lnTo>
                  <a:lnTo>
                    <a:pt x="23865" y="3514"/>
                  </a:lnTo>
                  <a:lnTo>
                    <a:pt x="23788" y="3399"/>
                  </a:lnTo>
                  <a:lnTo>
                    <a:pt x="23749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1"/>
                  </a:lnTo>
                  <a:lnTo>
                    <a:pt x="16567" y="5407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8"/>
                  </a:lnTo>
                  <a:lnTo>
                    <a:pt x="15949" y="5020"/>
                  </a:lnTo>
                  <a:lnTo>
                    <a:pt x="16065" y="4982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8" y="4982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7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2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600"/>
                  </a:lnTo>
                  <a:lnTo>
                    <a:pt x="14250" y="5445"/>
                  </a:lnTo>
                  <a:lnTo>
                    <a:pt x="14365" y="5368"/>
                  </a:lnTo>
                  <a:lnTo>
                    <a:pt x="14443" y="5329"/>
                  </a:lnTo>
                  <a:close/>
                  <a:moveTo>
                    <a:pt x="18999" y="5484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0" y="5677"/>
                  </a:lnTo>
                  <a:lnTo>
                    <a:pt x="18845" y="5522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1" y="6102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8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891" y="6951"/>
                  </a:lnTo>
                  <a:lnTo>
                    <a:pt x="20467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9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2" y="5986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2" y="6295"/>
                  </a:lnTo>
                  <a:lnTo>
                    <a:pt x="23749" y="6565"/>
                  </a:lnTo>
                  <a:lnTo>
                    <a:pt x="23517" y="6797"/>
                  </a:lnTo>
                  <a:lnTo>
                    <a:pt x="23247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131" y="6102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8" y="6797"/>
                  </a:lnTo>
                  <a:lnTo>
                    <a:pt x="12628" y="6681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2"/>
                  </a:lnTo>
                  <a:close/>
                  <a:moveTo>
                    <a:pt x="22166" y="6565"/>
                  </a:moveTo>
                  <a:lnTo>
                    <a:pt x="22282" y="6604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6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3" y="7106"/>
                  </a:lnTo>
                  <a:lnTo>
                    <a:pt x="21471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50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6" y="7994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40" y="7723"/>
                  </a:lnTo>
                  <a:lnTo>
                    <a:pt x="11817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2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8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5" y="9770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3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3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6" y="11739"/>
                  </a:lnTo>
                  <a:lnTo>
                    <a:pt x="10658" y="11701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6" y="10697"/>
                  </a:lnTo>
                  <a:lnTo>
                    <a:pt x="10929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4" y="11778"/>
                  </a:lnTo>
                  <a:lnTo>
                    <a:pt x="6372" y="12010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9" y="11508"/>
                  </a:lnTo>
                  <a:lnTo>
                    <a:pt x="5754" y="11469"/>
                  </a:lnTo>
                  <a:close/>
                  <a:moveTo>
                    <a:pt x="10543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3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40" y="13207"/>
                  </a:lnTo>
                  <a:lnTo>
                    <a:pt x="7338" y="13014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4" y="12627"/>
                  </a:moveTo>
                  <a:lnTo>
                    <a:pt x="8959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8" y="13207"/>
                  </a:lnTo>
                  <a:lnTo>
                    <a:pt x="9037" y="13284"/>
                  </a:lnTo>
                  <a:lnTo>
                    <a:pt x="8805" y="13323"/>
                  </a:lnTo>
                  <a:lnTo>
                    <a:pt x="8573" y="13323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42" y="13014"/>
                  </a:lnTo>
                  <a:lnTo>
                    <a:pt x="8419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7" y="0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1" y="2279"/>
                  </a:lnTo>
                  <a:lnTo>
                    <a:pt x="23054" y="2395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63" y="3283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1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80"/>
                  </a:lnTo>
                  <a:lnTo>
                    <a:pt x="23479" y="4750"/>
                  </a:lnTo>
                  <a:lnTo>
                    <a:pt x="23440" y="4905"/>
                  </a:lnTo>
                  <a:lnTo>
                    <a:pt x="23440" y="5020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5" y="6295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5"/>
                  </a:lnTo>
                  <a:lnTo>
                    <a:pt x="21509" y="6411"/>
                  </a:lnTo>
                  <a:lnTo>
                    <a:pt x="21355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9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4"/>
                  </a:lnTo>
                  <a:lnTo>
                    <a:pt x="19463" y="5329"/>
                  </a:lnTo>
                  <a:lnTo>
                    <a:pt x="19385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1"/>
                  </a:lnTo>
                  <a:lnTo>
                    <a:pt x="18497" y="5407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3" y="4673"/>
                  </a:lnTo>
                  <a:lnTo>
                    <a:pt x="17957" y="4596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5" y="5098"/>
                  </a:lnTo>
                  <a:lnTo>
                    <a:pt x="16760" y="4943"/>
                  </a:lnTo>
                  <a:lnTo>
                    <a:pt x="16605" y="4789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636" y="4943"/>
                  </a:lnTo>
                  <a:lnTo>
                    <a:pt x="14443" y="4982"/>
                  </a:lnTo>
                  <a:lnTo>
                    <a:pt x="14288" y="5020"/>
                  </a:lnTo>
                  <a:lnTo>
                    <a:pt x="14134" y="5098"/>
                  </a:lnTo>
                  <a:lnTo>
                    <a:pt x="14057" y="5175"/>
                  </a:lnTo>
                  <a:lnTo>
                    <a:pt x="13941" y="5291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90"/>
                  </a:lnTo>
                  <a:lnTo>
                    <a:pt x="12164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508" y="7415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4"/>
                  </a:lnTo>
                  <a:lnTo>
                    <a:pt x="11315" y="8148"/>
                  </a:lnTo>
                  <a:lnTo>
                    <a:pt x="11354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1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6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10"/>
                  </a:lnTo>
                  <a:lnTo>
                    <a:pt x="9423" y="12087"/>
                  </a:lnTo>
                  <a:lnTo>
                    <a:pt x="9384" y="12203"/>
                  </a:lnTo>
                  <a:lnTo>
                    <a:pt x="9346" y="12319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9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9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3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5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5" y="10735"/>
                  </a:lnTo>
                  <a:lnTo>
                    <a:pt x="5330" y="10504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3" y="10311"/>
                  </a:lnTo>
                  <a:lnTo>
                    <a:pt x="4828" y="10311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61"/>
                  </a:lnTo>
                  <a:lnTo>
                    <a:pt x="3746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6"/>
                  </a:lnTo>
                  <a:lnTo>
                    <a:pt x="3013" y="9770"/>
                  </a:lnTo>
                  <a:lnTo>
                    <a:pt x="2974" y="9616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700" y="9191"/>
                  </a:lnTo>
                  <a:lnTo>
                    <a:pt x="1545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1"/>
                  </a:lnTo>
                  <a:lnTo>
                    <a:pt x="812" y="12936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53" y="11932"/>
                  </a:lnTo>
                  <a:lnTo>
                    <a:pt x="3515" y="11817"/>
                  </a:lnTo>
                  <a:lnTo>
                    <a:pt x="3437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3"/>
                  </a:lnTo>
                  <a:lnTo>
                    <a:pt x="619" y="12048"/>
                  </a:lnTo>
                  <a:lnTo>
                    <a:pt x="541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1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30" y="10388"/>
                  </a:lnTo>
                  <a:lnTo>
                    <a:pt x="1738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1" y="13786"/>
                  </a:lnTo>
                  <a:lnTo>
                    <a:pt x="9346" y="13709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9" y="12473"/>
                  </a:lnTo>
                  <a:lnTo>
                    <a:pt x="11122" y="12126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114"/>
                  </a:lnTo>
                  <a:lnTo>
                    <a:pt x="12358" y="8612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84" y="7299"/>
                  </a:lnTo>
                  <a:lnTo>
                    <a:pt x="13632" y="6990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3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0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9"/>
                  </a:lnTo>
                  <a:lnTo>
                    <a:pt x="24058" y="6990"/>
                  </a:lnTo>
                  <a:lnTo>
                    <a:pt x="24367" y="6642"/>
                  </a:lnTo>
                  <a:lnTo>
                    <a:pt x="24598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84"/>
                  </a:lnTo>
                  <a:lnTo>
                    <a:pt x="24058" y="1198"/>
                  </a:lnTo>
                  <a:lnTo>
                    <a:pt x="23788" y="811"/>
                  </a:lnTo>
                  <a:lnTo>
                    <a:pt x="23942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70" y="78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13"/>
            <p:cNvSpPr/>
            <p:nvPr/>
          </p:nvSpPr>
          <p:spPr>
            <a:xfrm>
              <a:off x="4302325" y="9697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5" y="5599"/>
                  </a:lnTo>
                  <a:lnTo>
                    <a:pt x="5329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39" y="8380"/>
                  </a:lnTo>
                  <a:lnTo>
                    <a:pt x="3630" y="8727"/>
                  </a:lnTo>
                  <a:lnTo>
                    <a:pt x="3283" y="9036"/>
                  </a:lnTo>
                  <a:lnTo>
                    <a:pt x="2935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8" y="10040"/>
                  </a:lnTo>
                  <a:lnTo>
                    <a:pt x="1313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7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39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13"/>
            <p:cNvSpPr/>
            <p:nvPr/>
          </p:nvSpPr>
          <p:spPr>
            <a:xfrm>
              <a:off x="4272400" y="1236125"/>
              <a:ext cx="61800" cy="89825"/>
            </a:xfrm>
            <a:custGeom>
              <a:avLst/>
              <a:gdLst/>
              <a:ahLst/>
              <a:cxnLst/>
              <a:rect l="l" t="t" r="r" b="b"/>
              <a:pathLst>
                <a:path w="2472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4" y="349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1" y="1932"/>
                  </a:lnTo>
                  <a:lnTo>
                    <a:pt x="1931" y="2163"/>
                  </a:lnTo>
                  <a:lnTo>
                    <a:pt x="1931" y="2434"/>
                  </a:lnTo>
                  <a:lnTo>
                    <a:pt x="1815" y="2743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43"/>
                  </a:lnTo>
                  <a:lnTo>
                    <a:pt x="850" y="2588"/>
                  </a:lnTo>
                  <a:lnTo>
                    <a:pt x="927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0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5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5" y="2356"/>
                  </a:lnTo>
                  <a:lnTo>
                    <a:pt x="348" y="2627"/>
                  </a:lnTo>
                  <a:lnTo>
                    <a:pt x="309" y="2897"/>
                  </a:lnTo>
                  <a:lnTo>
                    <a:pt x="348" y="3052"/>
                  </a:lnTo>
                  <a:lnTo>
                    <a:pt x="425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7" y="2858"/>
                  </a:lnTo>
                  <a:lnTo>
                    <a:pt x="2395" y="2665"/>
                  </a:lnTo>
                  <a:lnTo>
                    <a:pt x="2433" y="2472"/>
                  </a:lnTo>
                  <a:lnTo>
                    <a:pt x="2472" y="2241"/>
                  </a:lnTo>
                  <a:lnTo>
                    <a:pt x="2433" y="2009"/>
                  </a:lnTo>
                  <a:lnTo>
                    <a:pt x="2395" y="1816"/>
                  </a:lnTo>
                  <a:lnTo>
                    <a:pt x="2317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13"/>
            <p:cNvSpPr/>
            <p:nvPr/>
          </p:nvSpPr>
          <p:spPr>
            <a:xfrm>
              <a:off x="4184550" y="1267025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1" y="2240"/>
                  </a:lnTo>
                  <a:lnTo>
                    <a:pt x="811" y="2356"/>
                  </a:lnTo>
                  <a:lnTo>
                    <a:pt x="811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0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9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6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2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2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13"/>
            <p:cNvSpPr/>
            <p:nvPr/>
          </p:nvSpPr>
          <p:spPr>
            <a:xfrm>
              <a:off x="3876600" y="12602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9" y="3553"/>
                  </a:lnTo>
                  <a:lnTo>
                    <a:pt x="12434" y="3205"/>
                  </a:lnTo>
                  <a:lnTo>
                    <a:pt x="12357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2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6" y="4016"/>
                  </a:lnTo>
                  <a:lnTo>
                    <a:pt x="10040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5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13"/>
            <p:cNvSpPr/>
            <p:nvPr/>
          </p:nvSpPr>
          <p:spPr>
            <a:xfrm>
              <a:off x="3792600" y="9600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1"/>
                  </a:lnTo>
                  <a:lnTo>
                    <a:pt x="23479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3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4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7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1"/>
                  </a:lnTo>
                  <a:lnTo>
                    <a:pt x="23865" y="3514"/>
                  </a:lnTo>
                  <a:lnTo>
                    <a:pt x="23788" y="3398"/>
                  </a:lnTo>
                  <a:lnTo>
                    <a:pt x="23749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7"/>
                  </a:lnTo>
                  <a:lnTo>
                    <a:pt x="24097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0"/>
                  </a:lnTo>
                  <a:lnTo>
                    <a:pt x="16567" y="5406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3"/>
                  </a:lnTo>
                  <a:lnTo>
                    <a:pt x="15679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7"/>
                  </a:lnTo>
                  <a:lnTo>
                    <a:pt x="15949" y="5020"/>
                  </a:lnTo>
                  <a:lnTo>
                    <a:pt x="16065" y="4981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7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4" y="5290"/>
                  </a:lnTo>
                  <a:lnTo>
                    <a:pt x="23826" y="5097"/>
                  </a:lnTo>
                  <a:lnTo>
                    <a:pt x="23788" y="4981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0"/>
                  </a:lnTo>
                  <a:lnTo>
                    <a:pt x="17107" y="5175"/>
                  </a:lnTo>
                  <a:lnTo>
                    <a:pt x="17185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1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599"/>
                  </a:lnTo>
                  <a:lnTo>
                    <a:pt x="14250" y="5445"/>
                  </a:lnTo>
                  <a:lnTo>
                    <a:pt x="14366" y="5368"/>
                  </a:lnTo>
                  <a:lnTo>
                    <a:pt x="14443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3" y="5561"/>
                  </a:lnTo>
                  <a:lnTo>
                    <a:pt x="19308" y="5677"/>
                  </a:lnTo>
                  <a:lnTo>
                    <a:pt x="19386" y="5831"/>
                  </a:lnTo>
                  <a:lnTo>
                    <a:pt x="19386" y="5985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1" y="5677"/>
                  </a:lnTo>
                  <a:lnTo>
                    <a:pt x="18845" y="5522"/>
                  </a:lnTo>
                  <a:lnTo>
                    <a:pt x="18999" y="5483"/>
                  </a:lnTo>
                  <a:close/>
                  <a:moveTo>
                    <a:pt x="20197" y="6063"/>
                  </a:moveTo>
                  <a:lnTo>
                    <a:pt x="20351" y="6101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9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2" y="6951"/>
                  </a:lnTo>
                  <a:lnTo>
                    <a:pt x="20467" y="6758"/>
                  </a:lnTo>
                  <a:lnTo>
                    <a:pt x="20081" y="6565"/>
                  </a:lnTo>
                  <a:lnTo>
                    <a:pt x="19810" y="6410"/>
                  </a:lnTo>
                  <a:lnTo>
                    <a:pt x="19849" y="6294"/>
                  </a:lnTo>
                  <a:lnTo>
                    <a:pt x="19888" y="6179"/>
                  </a:lnTo>
                  <a:lnTo>
                    <a:pt x="20003" y="6140"/>
                  </a:lnTo>
                  <a:lnTo>
                    <a:pt x="20081" y="6101"/>
                  </a:lnTo>
                  <a:lnTo>
                    <a:pt x="20197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2" y="5985"/>
                  </a:lnTo>
                  <a:lnTo>
                    <a:pt x="24019" y="6024"/>
                  </a:lnTo>
                  <a:lnTo>
                    <a:pt x="24097" y="6024"/>
                  </a:lnTo>
                  <a:lnTo>
                    <a:pt x="23942" y="6294"/>
                  </a:lnTo>
                  <a:lnTo>
                    <a:pt x="23749" y="6565"/>
                  </a:lnTo>
                  <a:lnTo>
                    <a:pt x="23517" y="6796"/>
                  </a:lnTo>
                  <a:lnTo>
                    <a:pt x="23247" y="6989"/>
                  </a:lnTo>
                  <a:lnTo>
                    <a:pt x="23208" y="6951"/>
                  </a:lnTo>
                  <a:lnTo>
                    <a:pt x="23093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4" y="6179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1"/>
                  </a:moveTo>
                  <a:lnTo>
                    <a:pt x="13478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9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7" y="6951"/>
                  </a:lnTo>
                  <a:lnTo>
                    <a:pt x="12628" y="6796"/>
                  </a:lnTo>
                  <a:lnTo>
                    <a:pt x="12628" y="6681"/>
                  </a:lnTo>
                  <a:lnTo>
                    <a:pt x="12667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1"/>
                  </a:lnTo>
                  <a:close/>
                  <a:moveTo>
                    <a:pt x="22166" y="6565"/>
                  </a:moveTo>
                  <a:lnTo>
                    <a:pt x="22282" y="6603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5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4" y="7105"/>
                  </a:lnTo>
                  <a:lnTo>
                    <a:pt x="21471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50" y="6565"/>
                  </a:lnTo>
                  <a:close/>
                  <a:moveTo>
                    <a:pt x="12280" y="7414"/>
                  </a:moveTo>
                  <a:lnTo>
                    <a:pt x="12474" y="7453"/>
                  </a:lnTo>
                  <a:lnTo>
                    <a:pt x="12126" y="7993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3" y="8109"/>
                  </a:lnTo>
                  <a:lnTo>
                    <a:pt x="11663" y="7955"/>
                  </a:lnTo>
                  <a:lnTo>
                    <a:pt x="11663" y="7839"/>
                  </a:lnTo>
                  <a:lnTo>
                    <a:pt x="11740" y="7723"/>
                  </a:lnTo>
                  <a:lnTo>
                    <a:pt x="11817" y="7607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5" y="7414"/>
                  </a:lnTo>
                  <a:close/>
                  <a:moveTo>
                    <a:pt x="2241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50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1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9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3" y="8997"/>
                  </a:moveTo>
                  <a:lnTo>
                    <a:pt x="11470" y="9499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8" y="9847"/>
                  </a:lnTo>
                  <a:lnTo>
                    <a:pt x="10929" y="9692"/>
                  </a:lnTo>
                  <a:lnTo>
                    <a:pt x="10929" y="9577"/>
                  </a:lnTo>
                  <a:lnTo>
                    <a:pt x="10968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70" y="8997"/>
                  </a:lnTo>
                  <a:close/>
                  <a:moveTo>
                    <a:pt x="3785" y="9770"/>
                  </a:moveTo>
                  <a:lnTo>
                    <a:pt x="3901" y="9808"/>
                  </a:lnTo>
                  <a:lnTo>
                    <a:pt x="4017" y="9886"/>
                  </a:lnTo>
                  <a:lnTo>
                    <a:pt x="4094" y="10001"/>
                  </a:lnTo>
                  <a:lnTo>
                    <a:pt x="4133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5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4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2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1" y="10619"/>
                  </a:moveTo>
                  <a:lnTo>
                    <a:pt x="10968" y="11198"/>
                  </a:lnTo>
                  <a:lnTo>
                    <a:pt x="10736" y="11739"/>
                  </a:lnTo>
                  <a:lnTo>
                    <a:pt x="10659" y="11700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6" y="10967"/>
                  </a:lnTo>
                  <a:lnTo>
                    <a:pt x="10581" y="10812"/>
                  </a:lnTo>
                  <a:lnTo>
                    <a:pt x="10736" y="10696"/>
                  </a:lnTo>
                  <a:lnTo>
                    <a:pt x="10929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7" y="11662"/>
                  </a:lnTo>
                  <a:lnTo>
                    <a:pt x="6334" y="11778"/>
                  </a:lnTo>
                  <a:lnTo>
                    <a:pt x="6372" y="12009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0"/>
                  </a:lnTo>
                  <a:lnTo>
                    <a:pt x="5446" y="11623"/>
                  </a:lnTo>
                  <a:lnTo>
                    <a:pt x="5561" y="11546"/>
                  </a:lnTo>
                  <a:lnTo>
                    <a:pt x="5639" y="11507"/>
                  </a:lnTo>
                  <a:lnTo>
                    <a:pt x="5755" y="11469"/>
                  </a:lnTo>
                  <a:close/>
                  <a:moveTo>
                    <a:pt x="10543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1" y="12936"/>
                  </a:lnTo>
                  <a:lnTo>
                    <a:pt x="9771" y="12859"/>
                  </a:lnTo>
                  <a:lnTo>
                    <a:pt x="9655" y="12666"/>
                  </a:lnTo>
                  <a:lnTo>
                    <a:pt x="9655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4" y="12164"/>
                  </a:lnTo>
                  <a:lnTo>
                    <a:pt x="10157" y="12087"/>
                  </a:lnTo>
                  <a:lnTo>
                    <a:pt x="10543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40" y="13206"/>
                  </a:lnTo>
                  <a:lnTo>
                    <a:pt x="7338" y="13013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4" y="12627"/>
                  </a:moveTo>
                  <a:lnTo>
                    <a:pt x="8960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9" y="13206"/>
                  </a:lnTo>
                  <a:lnTo>
                    <a:pt x="9037" y="13284"/>
                  </a:lnTo>
                  <a:lnTo>
                    <a:pt x="8805" y="13322"/>
                  </a:lnTo>
                  <a:lnTo>
                    <a:pt x="8573" y="13322"/>
                  </a:lnTo>
                  <a:lnTo>
                    <a:pt x="8303" y="13284"/>
                  </a:lnTo>
                  <a:lnTo>
                    <a:pt x="8303" y="13206"/>
                  </a:lnTo>
                  <a:lnTo>
                    <a:pt x="8342" y="13013"/>
                  </a:lnTo>
                  <a:lnTo>
                    <a:pt x="8419" y="12820"/>
                  </a:lnTo>
                  <a:lnTo>
                    <a:pt x="8573" y="12704"/>
                  </a:lnTo>
                  <a:lnTo>
                    <a:pt x="8651" y="12666"/>
                  </a:lnTo>
                  <a:lnTo>
                    <a:pt x="8767" y="12627"/>
                  </a:lnTo>
                  <a:close/>
                  <a:moveTo>
                    <a:pt x="22977" y="0"/>
                  </a:moveTo>
                  <a:lnTo>
                    <a:pt x="22900" y="39"/>
                  </a:lnTo>
                  <a:lnTo>
                    <a:pt x="22822" y="77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900" y="772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1" y="1506"/>
                  </a:lnTo>
                  <a:lnTo>
                    <a:pt x="22591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1" y="2278"/>
                  </a:lnTo>
                  <a:lnTo>
                    <a:pt x="23054" y="2394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2" y="2703"/>
                  </a:lnTo>
                  <a:lnTo>
                    <a:pt x="23363" y="2896"/>
                  </a:lnTo>
                  <a:lnTo>
                    <a:pt x="23324" y="3089"/>
                  </a:lnTo>
                  <a:lnTo>
                    <a:pt x="23363" y="3282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0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79"/>
                  </a:lnTo>
                  <a:lnTo>
                    <a:pt x="23479" y="4750"/>
                  </a:lnTo>
                  <a:lnTo>
                    <a:pt x="23440" y="4904"/>
                  </a:lnTo>
                  <a:lnTo>
                    <a:pt x="23440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2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5" y="6294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4"/>
                  </a:lnTo>
                  <a:lnTo>
                    <a:pt x="21509" y="6410"/>
                  </a:lnTo>
                  <a:lnTo>
                    <a:pt x="21355" y="6565"/>
                  </a:lnTo>
                  <a:lnTo>
                    <a:pt x="21201" y="6796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8"/>
                  </a:lnTo>
                  <a:lnTo>
                    <a:pt x="20583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1" y="5792"/>
                  </a:lnTo>
                  <a:lnTo>
                    <a:pt x="19888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3"/>
                  </a:lnTo>
                  <a:lnTo>
                    <a:pt x="19463" y="5329"/>
                  </a:lnTo>
                  <a:lnTo>
                    <a:pt x="19386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0"/>
                  </a:lnTo>
                  <a:lnTo>
                    <a:pt x="18497" y="5406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2" y="4981"/>
                  </a:lnTo>
                  <a:lnTo>
                    <a:pt x="18304" y="4866"/>
                  </a:lnTo>
                  <a:lnTo>
                    <a:pt x="18189" y="4750"/>
                  </a:lnTo>
                  <a:lnTo>
                    <a:pt x="18073" y="4673"/>
                  </a:lnTo>
                  <a:lnTo>
                    <a:pt x="17957" y="4595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8" y="4595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6" y="5097"/>
                  </a:lnTo>
                  <a:lnTo>
                    <a:pt x="16760" y="4943"/>
                  </a:lnTo>
                  <a:lnTo>
                    <a:pt x="16605" y="4788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1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7" y="5175"/>
                  </a:lnTo>
                  <a:lnTo>
                    <a:pt x="15022" y="5059"/>
                  </a:lnTo>
                  <a:lnTo>
                    <a:pt x="14829" y="4981"/>
                  </a:lnTo>
                  <a:lnTo>
                    <a:pt x="14636" y="4943"/>
                  </a:lnTo>
                  <a:lnTo>
                    <a:pt x="14443" y="4981"/>
                  </a:lnTo>
                  <a:lnTo>
                    <a:pt x="14288" y="5020"/>
                  </a:lnTo>
                  <a:lnTo>
                    <a:pt x="14134" y="5097"/>
                  </a:lnTo>
                  <a:lnTo>
                    <a:pt x="14057" y="5175"/>
                  </a:lnTo>
                  <a:lnTo>
                    <a:pt x="13941" y="5290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2" y="5715"/>
                  </a:lnTo>
                  <a:lnTo>
                    <a:pt x="13169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89"/>
                  </a:lnTo>
                  <a:lnTo>
                    <a:pt x="12165" y="7028"/>
                  </a:lnTo>
                  <a:lnTo>
                    <a:pt x="11894" y="7105"/>
                  </a:lnTo>
                  <a:lnTo>
                    <a:pt x="11663" y="7221"/>
                  </a:lnTo>
                  <a:lnTo>
                    <a:pt x="11508" y="7414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3"/>
                  </a:lnTo>
                  <a:lnTo>
                    <a:pt x="11315" y="8148"/>
                  </a:lnTo>
                  <a:lnTo>
                    <a:pt x="11354" y="8302"/>
                  </a:lnTo>
                  <a:lnTo>
                    <a:pt x="11392" y="8457"/>
                  </a:lnTo>
                  <a:lnTo>
                    <a:pt x="11470" y="8611"/>
                  </a:lnTo>
                  <a:lnTo>
                    <a:pt x="11199" y="8650"/>
                  </a:lnTo>
                  <a:lnTo>
                    <a:pt x="10968" y="8804"/>
                  </a:lnTo>
                  <a:lnTo>
                    <a:pt x="10774" y="8997"/>
                  </a:lnTo>
                  <a:lnTo>
                    <a:pt x="10659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0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5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3" y="12087"/>
                  </a:lnTo>
                  <a:lnTo>
                    <a:pt x="9384" y="12202"/>
                  </a:lnTo>
                  <a:lnTo>
                    <a:pt x="9346" y="12318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8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5" y="12550"/>
                  </a:lnTo>
                  <a:lnTo>
                    <a:pt x="8187" y="12704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2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9" y="11894"/>
                  </a:lnTo>
                  <a:lnTo>
                    <a:pt x="6681" y="11700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4"/>
                  </a:lnTo>
                  <a:lnTo>
                    <a:pt x="6218" y="11198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6" y="10735"/>
                  </a:lnTo>
                  <a:lnTo>
                    <a:pt x="5330" y="10503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4" y="10310"/>
                  </a:lnTo>
                  <a:lnTo>
                    <a:pt x="4828" y="10310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6" y="9499"/>
                  </a:lnTo>
                  <a:lnTo>
                    <a:pt x="3901" y="9461"/>
                  </a:lnTo>
                  <a:lnTo>
                    <a:pt x="3747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5"/>
                  </a:lnTo>
                  <a:lnTo>
                    <a:pt x="3013" y="9770"/>
                  </a:lnTo>
                  <a:lnTo>
                    <a:pt x="2974" y="9615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4" y="9036"/>
                  </a:lnTo>
                  <a:lnTo>
                    <a:pt x="2241" y="8997"/>
                  </a:lnTo>
                  <a:lnTo>
                    <a:pt x="2048" y="9036"/>
                  </a:lnTo>
                  <a:lnTo>
                    <a:pt x="1854" y="9113"/>
                  </a:lnTo>
                  <a:lnTo>
                    <a:pt x="1700" y="9190"/>
                  </a:lnTo>
                  <a:lnTo>
                    <a:pt x="1546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0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0"/>
                  </a:lnTo>
                  <a:lnTo>
                    <a:pt x="812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9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09"/>
                  </a:lnTo>
                  <a:lnTo>
                    <a:pt x="3554" y="11932"/>
                  </a:lnTo>
                  <a:lnTo>
                    <a:pt x="3515" y="11816"/>
                  </a:lnTo>
                  <a:lnTo>
                    <a:pt x="3438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5" y="11816"/>
                  </a:lnTo>
                  <a:lnTo>
                    <a:pt x="3052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8" y="12666"/>
                  </a:lnTo>
                  <a:lnTo>
                    <a:pt x="1739" y="12704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2"/>
                  </a:lnTo>
                  <a:lnTo>
                    <a:pt x="619" y="12048"/>
                  </a:lnTo>
                  <a:lnTo>
                    <a:pt x="542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2" y="11198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19"/>
                  </a:lnTo>
                  <a:lnTo>
                    <a:pt x="1044" y="10542"/>
                  </a:lnTo>
                  <a:lnTo>
                    <a:pt x="1237" y="10465"/>
                  </a:lnTo>
                  <a:lnTo>
                    <a:pt x="1430" y="10388"/>
                  </a:lnTo>
                  <a:lnTo>
                    <a:pt x="1739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4"/>
                  </a:lnTo>
                  <a:lnTo>
                    <a:pt x="6257" y="12975"/>
                  </a:lnTo>
                  <a:lnTo>
                    <a:pt x="6681" y="13206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8" y="13786"/>
                  </a:lnTo>
                  <a:lnTo>
                    <a:pt x="8921" y="13786"/>
                  </a:lnTo>
                  <a:lnTo>
                    <a:pt x="9346" y="13708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9" y="12782"/>
                  </a:lnTo>
                  <a:lnTo>
                    <a:pt x="10929" y="12473"/>
                  </a:lnTo>
                  <a:lnTo>
                    <a:pt x="11122" y="12125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3" y="10696"/>
                  </a:lnTo>
                  <a:lnTo>
                    <a:pt x="11972" y="9615"/>
                  </a:lnTo>
                  <a:lnTo>
                    <a:pt x="12126" y="9113"/>
                  </a:lnTo>
                  <a:lnTo>
                    <a:pt x="12358" y="8611"/>
                  </a:lnTo>
                  <a:lnTo>
                    <a:pt x="12589" y="8109"/>
                  </a:lnTo>
                  <a:lnTo>
                    <a:pt x="12937" y="7646"/>
                  </a:lnTo>
                  <a:lnTo>
                    <a:pt x="13284" y="7298"/>
                  </a:lnTo>
                  <a:lnTo>
                    <a:pt x="13632" y="6989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70" y="6101"/>
                  </a:lnTo>
                  <a:lnTo>
                    <a:pt x="15833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5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1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8"/>
                  </a:lnTo>
                  <a:lnTo>
                    <a:pt x="24058" y="6989"/>
                  </a:lnTo>
                  <a:lnTo>
                    <a:pt x="24367" y="6642"/>
                  </a:lnTo>
                  <a:lnTo>
                    <a:pt x="24599" y="6294"/>
                  </a:lnTo>
                  <a:lnTo>
                    <a:pt x="24753" y="5908"/>
                  </a:lnTo>
                  <a:lnTo>
                    <a:pt x="24869" y="5483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2"/>
                  </a:lnTo>
                  <a:lnTo>
                    <a:pt x="24792" y="2858"/>
                  </a:lnTo>
                  <a:lnTo>
                    <a:pt x="24637" y="2394"/>
                  </a:lnTo>
                  <a:lnTo>
                    <a:pt x="24444" y="1970"/>
                  </a:lnTo>
                  <a:lnTo>
                    <a:pt x="24251" y="1583"/>
                  </a:lnTo>
                  <a:lnTo>
                    <a:pt x="24058" y="1197"/>
                  </a:lnTo>
                  <a:lnTo>
                    <a:pt x="23788" y="811"/>
                  </a:lnTo>
                  <a:lnTo>
                    <a:pt x="23942" y="386"/>
                  </a:lnTo>
                  <a:lnTo>
                    <a:pt x="23595" y="232"/>
                  </a:lnTo>
                  <a:lnTo>
                    <a:pt x="23208" y="116"/>
                  </a:lnTo>
                  <a:lnTo>
                    <a:pt x="23170" y="77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13"/>
            <p:cNvSpPr/>
            <p:nvPr/>
          </p:nvSpPr>
          <p:spPr>
            <a:xfrm>
              <a:off x="5843050" y="1398325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5" y="1429"/>
                  </a:lnTo>
                  <a:lnTo>
                    <a:pt x="4866" y="1738"/>
                  </a:lnTo>
                  <a:lnTo>
                    <a:pt x="5059" y="2085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6" y="5599"/>
                  </a:lnTo>
                  <a:lnTo>
                    <a:pt x="5330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40" y="8380"/>
                  </a:lnTo>
                  <a:lnTo>
                    <a:pt x="3631" y="8727"/>
                  </a:lnTo>
                  <a:lnTo>
                    <a:pt x="3283" y="9036"/>
                  </a:lnTo>
                  <a:lnTo>
                    <a:pt x="2936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9" y="10040"/>
                  </a:lnTo>
                  <a:lnTo>
                    <a:pt x="1314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9" y="10967"/>
                  </a:lnTo>
                  <a:lnTo>
                    <a:pt x="1121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8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5" y="6294"/>
                  </a:lnTo>
                  <a:lnTo>
                    <a:pt x="5909" y="5792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5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40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13"/>
            <p:cNvSpPr/>
            <p:nvPr/>
          </p:nvSpPr>
          <p:spPr>
            <a:xfrm>
              <a:off x="5813125" y="1664750"/>
              <a:ext cx="61825" cy="89825"/>
            </a:xfrm>
            <a:custGeom>
              <a:avLst/>
              <a:gdLst/>
              <a:ahLst/>
              <a:cxnLst/>
              <a:rect l="l" t="t" r="r" b="b"/>
              <a:pathLst>
                <a:path w="2473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5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2"/>
                  </a:lnTo>
                  <a:lnTo>
                    <a:pt x="1932" y="2163"/>
                  </a:lnTo>
                  <a:lnTo>
                    <a:pt x="1932" y="2434"/>
                  </a:lnTo>
                  <a:lnTo>
                    <a:pt x="1816" y="2743"/>
                  </a:lnTo>
                  <a:lnTo>
                    <a:pt x="1739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8" y="3013"/>
                  </a:lnTo>
                  <a:lnTo>
                    <a:pt x="850" y="2897"/>
                  </a:lnTo>
                  <a:lnTo>
                    <a:pt x="812" y="2743"/>
                  </a:lnTo>
                  <a:lnTo>
                    <a:pt x="850" y="2588"/>
                  </a:lnTo>
                  <a:lnTo>
                    <a:pt x="928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1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6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6" y="2356"/>
                  </a:lnTo>
                  <a:lnTo>
                    <a:pt x="348" y="2627"/>
                  </a:lnTo>
                  <a:lnTo>
                    <a:pt x="310" y="2897"/>
                  </a:lnTo>
                  <a:lnTo>
                    <a:pt x="348" y="3052"/>
                  </a:lnTo>
                  <a:lnTo>
                    <a:pt x="426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1"/>
                  </a:lnTo>
                  <a:lnTo>
                    <a:pt x="2434" y="2009"/>
                  </a:lnTo>
                  <a:lnTo>
                    <a:pt x="2395" y="1816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13"/>
            <p:cNvSpPr/>
            <p:nvPr/>
          </p:nvSpPr>
          <p:spPr>
            <a:xfrm>
              <a:off x="5725275" y="169565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5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4" y="1931"/>
                  </a:lnTo>
                  <a:lnTo>
                    <a:pt x="1082" y="2009"/>
                  </a:lnTo>
                  <a:lnTo>
                    <a:pt x="1121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30" y="2704"/>
                  </a:lnTo>
                  <a:lnTo>
                    <a:pt x="1623" y="2820"/>
                  </a:lnTo>
                  <a:lnTo>
                    <a:pt x="1816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5" y="3630"/>
                  </a:lnTo>
                  <a:lnTo>
                    <a:pt x="2125" y="3901"/>
                  </a:lnTo>
                  <a:lnTo>
                    <a:pt x="2086" y="4094"/>
                  </a:lnTo>
                  <a:lnTo>
                    <a:pt x="2009" y="4325"/>
                  </a:lnTo>
                  <a:lnTo>
                    <a:pt x="1893" y="4519"/>
                  </a:lnTo>
                  <a:lnTo>
                    <a:pt x="1739" y="4712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5" y="4287"/>
                  </a:lnTo>
                  <a:lnTo>
                    <a:pt x="812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1" y="4094"/>
                  </a:lnTo>
                  <a:lnTo>
                    <a:pt x="1237" y="4017"/>
                  </a:lnTo>
                  <a:lnTo>
                    <a:pt x="1314" y="3901"/>
                  </a:lnTo>
                  <a:lnTo>
                    <a:pt x="1314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10" y="4094"/>
                  </a:lnTo>
                  <a:lnTo>
                    <a:pt x="233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2"/>
                  </a:lnTo>
                  <a:lnTo>
                    <a:pt x="1739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3" y="1970"/>
                  </a:lnTo>
                  <a:lnTo>
                    <a:pt x="1932" y="1816"/>
                  </a:lnTo>
                  <a:lnTo>
                    <a:pt x="2241" y="1622"/>
                  </a:lnTo>
                  <a:lnTo>
                    <a:pt x="2549" y="1391"/>
                  </a:lnTo>
                  <a:lnTo>
                    <a:pt x="2820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13"/>
            <p:cNvSpPr/>
            <p:nvPr/>
          </p:nvSpPr>
          <p:spPr>
            <a:xfrm>
              <a:off x="5417325" y="16889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232"/>
                  </a:lnTo>
                  <a:lnTo>
                    <a:pt x="503" y="966"/>
                  </a:lnTo>
                  <a:lnTo>
                    <a:pt x="1043" y="1622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3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6" y="3862"/>
                  </a:lnTo>
                  <a:lnTo>
                    <a:pt x="12242" y="3591"/>
                  </a:lnTo>
                  <a:lnTo>
                    <a:pt x="12319" y="3553"/>
                  </a:lnTo>
                  <a:lnTo>
                    <a:pt x="12435" y="3205"/>
                  </a:lnTo>
                  <a:lnTo>
                    <a:pt x="12358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3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3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13"/>
            <p:cNvSpPr/>
            <p:nvPr/>
          </p:nvSpPr>
          <p:spPr>
            <a:xfrm>
              <a:off x="5333350" y="138867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5"/>
                  </a:moveTo>
                  <a:lnTo>
                    <a:pt x="23633" y="1467"/>
                  </a:lnTo>
                  <a:lnTo>
                    <a:pt x="23941" y="2008"/>
                  </a:lnTo>
                  <a:lnTo>
                    <a:pt x="23787" y="2163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2" y="1969"/>
                  </a:lnTo>
                  <a:lnTo>
                    <a:pt x="23015" y="1815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4"/>
                  </a:lnTo>
                  <a:lnTo>
                    <a:pt x="23169" y="1120"/>
                  </a:lnTo>
                  <a:lnTo>
                    <a:pt x="23285" y="965"/>
                  </a:lnTo>
                  <a:close/>
                  <a:moveTo>
                    <a:pt x="24096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7"/>
                  </a:lnTo>
                  <a:lnTo>
                    <a:pt x="24096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0"/>
                  </a:lnTo>
                  <a:lnTo>
                    <a:pt x="16566" y="5406"/>
                  </a:lnTo>
                  <a:lnTo>
                    <a:pt x="16296" y="5445"/>
                  </a:lnTo>
                  <a:lnTo>
                    <a:pt x="15639" y="5522"/>
                  </a:lnTo>
                  <a:lnTo>
                    <a:pt x="15639" y="5483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5" y="5175"/>
                  </a:lnTo>
                  <a:lnTo>
                    <a:pt x="15832" y="5097"/>
                  </a:lnTo>
                  <a:lnTo>
                    <a:pt x="15948" y="5020"/>
                  </a:lnTo>
                  <a:lnTo>
                    <a:pt x="16064" y="4981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522"/>
                  </a:lnTo>
                  <a:lnTo>
                    <a:pt x="24057" y="5445"/>
                  </a:lnTo>
                  <a:lnTo>
                    <a:pt x="23903" y="5290"/>
                  </a:lnTo>
                  <a:lnTo>
                    <a:pt x="23826" y="5097"/>
                  </a:lnTo>
                  <a:lnTo>
                    <a:pt x="23787" y="4981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2" y="5638"/>
                  </a:lnTo>
                  <a:lnTo>
                    <a:pt x="17570" y="5522"/>
                  </a:lnTo>
                  <a:lnTo>
                    <a:pt x="17029" y="5445"/>
                  </a:lnTo>
                  <a:lnTo>
                    <a:pt x="17068" y="5290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3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6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599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6"/>
                  </a:lnTo>
                  <a:lnTo>
                    <a:pt x="19385" y="5831"/>
                  </a:lnTo>
                  <a:lnTo>
                    <a:pt x="19385" y="5985"/>
                  </a:lnTo>
                  <a:lnTo>
                    <a:pt x="19346" y="6178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6"/>
                  </a:lnTo>
                  <a:lnTo>
                    <a:pt x="18844" y="5522"/>
                  </a:lnTo>
                  <a:lnTo>
                    <a:pt x="18999" y="5483"/>
                  </a:lnTo>
                  <a:close/>
                  <a:moveTo>
                    <a:pt x="20196" y="6063"/>
                  </a:moveTo>
                  <a:lnTo>
                    <a:pt x="20350" y="6101"/>
                  </a:lnTo>
                  <a:lnTo>
                    <a:pt x="20466" y="6140"/>
                  </a:lnTo>
                  <a:lnTo>
                    <a:pt x="20543" y="6178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0"/>
                  </a:lnTo>
                  <a:lnTo>
                    <a:pt x="19848" y="6294"/>
                  </a:lnTo>
                  <a:lnTo>
                    <a:pt x="19887" y="6178"/>
                  </a:lnTo>
                  <a:lnTo>
                    <a:pt x="20003" y="6140"/>
                  </a:lnTo>
                  <a:lnTo>
                    <a:pt x="20080" y="6101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1" y="5985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1" y="6294"/>
                  </a:lnTo>
                  <a:lnTo>
                    <a:pt x="23748" y="6565"/>
                  </a:lnTo>
                  <a:lnTo>
                    <a:pt x="23517" y="6796"/>
                  </a:lnTo>
                  <a:lnTo>
                    <a:pt x="23246" y="6989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8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78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6"/>
                  </a:lnTo>
                  <a:lnTo>
                    <a:pt x="12627" y="6680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59" y="6217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719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44"/>
                  </a:lnTo>
                  <a:lnTo>
                    <a:pt x="22551" y="7221"/>
                  </a:lnTo>
                  <a:lnTo>
                    <a:pt x="22165" y="7260"/>
                  </a:lnTo>
                  <a:lnTo>
                    <a:pt x="21779" y="7221"/>
                  </a:lnTo>
                  <a:lnTo>
                    <a:pt x="21393" y="7105"/>
                  </a:lnTo>
                  <a:lnTo>
                    <a:pt x="21470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414"/>
                  </a:moveTo>
                  <a:lnTo>
                    <a:pt x="12473" y="7453"/>
                  </a:lnTo>
                  <a:lnTo>
                    <a:pt x="12125" y="7993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09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3"/>
                  </a:lnTo>
                  <a:lnTo>
                    <a:pt x="11816" y="7607"/>
                  </a:lnTo>
                  <a:lnTo>
                    <a:pt x="11894" y="7530"/>
                  </a:lnTo>
                  <a:lnTo>
                    <a:pt x="12009" y="7453"/>
                  </a:lnTo>
                  <a:lnTo>
                    <a:pt x="12164" y="7414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1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2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7"/>
                  </a:lnTo>
                  <a:close/>
                  <a:moveTo>
                    <a:pt x="3785" y="9770"/>
                  </a:moveTo>
                  <a:lnTo>
                    <a:pt x="3900" y="9808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32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5"/>
                  </a:lnTo>
                  <a:lnTo>
                    <a:pt x="5097" y="10774"/>
                  </a:lnTo>
                  <a:lnTo>
                    <a:pt x="5136" y="10889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928"/>
                  </a:lnTo>
                  <a:lnTo>
                    <a:pt x="4441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19"/>
                  </a:moveTo>
                  <a:lnTo>
                    <a:pt x="10967" y="11198"/>
                  </a:lnTo>
                  <a:lnTo>
                    <a:pt x="10735" y="11739"/>
                  </a:lnTo>
                  <a:lnTo>
                    <a:pt x="10658" y="11700"/>
                  </a:lnTo>
                  <a:lnTo>
                    <a:pt x="10504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2"/>
                  </a:lnTo>
                  <a:lnTo>
                    <a:pt x="10735" y="10696"/>
                  </a:lnTo>
                  <a:lnTo>
                    <a:pt x="10928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09"/>
                  </a:lnTo>
                  <a:lnTo>
                    <a:pt x="6410" y="12241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0"/>
                  </a:lnTo>
                  <a:lnTo>
                    <a:pt x="5445" y="11623"/>
                  </a:lnTo>
                  <a:lnTo>
                    <a:pt x="5561" y="11546"/>
                  </a:lnTo>
                  <a:lnTo>
                    <a:pt x="5638" y="11507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39" y="13206"/>
                  </a:lnTo>
                  <a:lnTo>
                    <a:pt x="7337" y="13013"/>
                  </a:lnTo>
                  <a:lnTo>
                    <a:pt x="6835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3" y="12627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6"/>
                  </a:lnTo>
                  <a:lnTo>
                    <a:pt x="9229" y="13129"/>
                  </a:lnTo>
                  <a:lnTo>
                    <a:pt x="9268" y="13206"/>
                  </a:lnTo>
                  <a:lnTo>
                    <a:pt x="9036" y="13284"/>
                  </a:lnTo>
                  <a:lnTo>
                    <a:pt x="8804" y="13322"/>
                  </a:lnTo>
                  <a:lnTo>
                    <a:pt x="8573" y="13322"/>
                  </a:lnTo>
                  <a:lnTo>
                    <a:pt x="8302" y="13284"/>
                  </a:lnTo>
                  <a:lnTo>
                    <a:pt x="8302" y="13206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704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6" y="0"/>
                  </a:moveTo>
                  <a:lnTo>
                    <a:pt x="22899" y="39"/>
                  </a:lnTo>
                  <a:lnTo>
                    <a:pt x="22822" y="77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2"/>
                  </a:lnTo>
                  <a:lnTo>
                    <a:pt x="22783" y="965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0" y="2278"/>
                  </a:lnTo>
                  <a:lnTo>
                    <a:pt x="23053" y="2394"/>
                  </a:lnTo>
                  <a:lnTo>
                    <a:pt x="23246" y="2510"/>
                  </a:lnTo>
                  <a:lnTo>
                    <a:pt x="23478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82"/>
                  </a:lnTo>
                  <a:lnTo>
                    <a:pt x="23439" y="3514"/>
                  </a:lnTo>
                  <a:lnTo>
                    <a:pt x="23555" y="3707"/>
                  </a:lnTo>
                  <a:lnTo>
                    <a:pt x="23748" y="3900"/>
                  </a:lnTo>
                  <a:lnTo>
                    <a:pt x="23980" y="4016"/>
                  </a:lnTo>
                  <a:lnTo>
                    <a:pt x="23748" y="4209"/>
                  </a:lnTo>
                  <a:lnTo>
                    <a:pt x="23555" y="4479"/>
                  </a:lnTo>
                  <a:lnTo>
                    <a:pt x="23478" y="4750"/>
                  </a:lnTo>
                  <a:lnTo>
                    <a:pt x="23439" y="4904"/>
                  </a:lnTo>
                  <a:lnTo>
                    <a:pt x="23439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1" y="5522"/>
                  </a:lnTo>
                  <a:lnTo>
                    <a:pt x="23169" y="5561"/>
                  </a:lnTo>
                  <a:lnTo>
                    <a:pt x="22976" y="5715"/>
                  </a:lnTo>
                  <a:lnTo>
                    <a:pt x="22783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4" y="6294"/>
                  </a:lnTo>
                  <a:lnTo>
                    <a:pt x="22320" y="6256"/>
                  </a:lnTo>
                  <a:lnTo>
                    <a:pt x="22165" y="6217"/>
                  </a:lnTo>
                  <a:lnTo>
                    <a:pt x="21972" y="6217"/>
                  </a:lnTo>
                  <a:lnTo>
                    <a:pt x="21740" y="6294"/>
                  </a:lnTo>
                  <a:lnTo>
                    <a:pt x="21509" y="6410"/>
                  </a:lnTo>
                  <a:lnTo>
                    <a:pt x="21354" y="6565"/>
                  </a:lnTo>
                  <a:lnTo>
                    <a:pt x="21200" y="6796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4"/>
                  </a:lnTo>
                  <a:lnTo>
                    <a:pt x="20736" y="5908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4" y="5754"/>
                  </a:lnTo>
                  <a:lnTo>
                    <a:pt x="20080" y="5792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3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0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1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5"/>
                  </a:lnTo>
                  <a:lnTo>
                    <a:pt x="17802" y="4557"/>
                  </a:lnTo>
                  <a:lnTo>
                    <a:pt x="17647" y="4518"/>
                  </a:lnTo>
                  <a:lnTo>
                    <a:pt x="17493" y="4557"/>
                  </a:lnTo>
                  <a:lnTo>
                    <a:pt x="17377" y="4595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7"/>
                  </a:lnTo>
                  <a:lnTo>
                    <a:pt x="16759" y="4943"/>
                  </a:lnTo>
                  <a:lnTo>
                    <a:pt x="16605" y="4788"/>
                  </a:lnTo>
                  <a:lnTo>
                    <a:pt x="16450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1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1"/>
                  </a:lnTo>
                  <a:lnTo>
                    <a:pt x="14635" y="4943"/>
                  </a:lnTo>
                  <a:lnTo>
                    <a:pt x="14442" y="4981"/>
                  </a:lnTo>
                  <a:lnTo>
                    <a:pt x="14288" y="5020"/>
                  </a:lnTo>
                  <a:lnTo>
                    <a:pt x="14133" y="5097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7"/>
                  </a:lnTo>
                  <a:lnTo>
                    <a:pt x="12357" y="6372"/>
                  </a:lnTo>
                  <a:lnTo>
                    <a:pt x="12357" y="6526"/>
                  </a:lnTo>
                  <a:lnTo>
                    <a:pt x="12357" y="6680"/>
                  </a:lnTo>
                  <a:lnTo>
                    <a:pt x="12357" y="6835"/>
                  </a:lnTo>
                  <a:lnTo>
                    <a:pt x="12434" y="6989"/>
                  </a:lnTo>
                  <a:lnTo>
                    <a:pt x="12164" y="7028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414"/>
                  </a:lnTo>
                  <a:lnTo>
                    <a:pt x="11392" y="7530"/>
                  </a:lnTo>
                  <a:lnTo>
                    <a:pt x="11353" y="7684"/>
                  </a:lnTo>
                  <a:lnTo>
                    <a:pt x="11314" y="7839"/>
                  </a:lnTo>
                  <a:lnTo>
                    <a:pt x="11276" y="7993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57"/>
                  </a:lnTo>
                  <a:lnTo>
                    <a:pt x="11469" y="8611"/>
                  </a:lnTo>
                  <a:lnTo>
                    <a:pt x="11199" y="8650"/>
                  </a:lnTo>
                  <a:lnTo>
                    <a:pt x="10967" y="8804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3"/>
                  </a:lnTo>
                  <a:lnTo>
                    <a:pt x="10619" y="10310"/>
                  </a:lnTo>
                  <a:lnTo>
                    <a:pt x="10426" y="10426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5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4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2" y="12087"/>
                  </a:lnTo>
                  <a:lnTo>
                    <a:pt x="9384" y="12202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95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4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202"/>
                  </a:lnTo>
                  <a:lnTo>
                    <a:pt x="6990" y="12280"/>
                  </a:lnTo>
                  <a:lnTo>
                    <a:pt x="6796" y="12434"/>
                  </a:lnTo>
                  <a:lnTo>
                    <a:pt x="6796" y="12048"/>
                  </a:lnTo>
                  <a:lnTo>
                    <a:pt x="6758" y="11893"/>
                  </a:lnTo>
                  <a:lnTo>
                    <a:pt x="6681" y="11700"/>
                  </a:lnTo>
                  <a:lnTo>
                    <a:pt x="6603" y="11546"/>
                  </a:lnTo>
                  <a:lnTo>
                    <a:pt x="6526" y="11430"/>
                  </a:lnTo>
                  <a:lnTo>
                    <a:pt x="6372" y="11314"/>
                  </a:lnTo>
                  <a:lnTo>
                    <a:pt x="6217" y="11198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7"/>
                  </a:lnTo>
                  <a:lnTo>
                    <a:pt x="5522" y="10967"/>
                  </a:lnTo>
                  <a:lnTo>
                    <a:pt x="5445" y="10735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88"/>
                  </a:lnTo>
                  <a:lnTo>
                    <a:pt x="4943" y="10310"/>
                  </a:lnTo>
                  <a:lnTo>
                    <a:pt x="4827" y="10310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499"/>
                  </a:lnTo>
                  <a:lnTo>
                    <a:pt x="3900" y="9461"/>
                  </a:lnTo>
                  <a:lnTo>
                    <a:pt x="3746" y="9422"/>
                  </a:lnTo>
                  <a:lnTo>
                    <a:pt x="3591" y="9422"/>
                  </a:lnTo>
                  <a:lnTo>
                    <a:pt x="3398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70"/>
                  </a:lnTo>
                  <a:lnTo>
                    <a:pt x="2974" y="9615"/>
                  </a:lnTo>
                  <a:lnTo>
                    <a:pt x="2896" y="9461"/>
                  </a:lnTo>
                  <a:lnTo>
                    <a:pt x="2781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9036"/>
                  </a:lnTo>
                  <a:lnTo>
                    <a:pt x="1854" y="9113"/>
                  </a:lnTo>
                  <a:lnTo>
                    <a:pt x="1699" y="9190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1"/>
                  </a:lnTo>
                  <a:lnTo>
                    <a:pt x="1352" y="9924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0"/>
                  </a:lnTo>
                  <a:lnTo>
                    <a:pt x="386" y="10426"/>
                  </a:lnTo>
                  <a:lnTo>
                    <a:pt x="271" y="10581"/>
                  </a:lnTo>
                  <a:lnTo>
                    <a:pt x="116" y="10889"/>
                  </a:lnTo>
                  <a:lnTo>
                    <a:pt x="0" y="11237"/>
                  </a:lnTo>
                  <a:lnTo>
                    <a:pt x="0" y="11585"/>
                  </a:lnTo>
                  <a:lnTo>
                    <a:pt x="77" y="11932"/>
                  </a:lnTo>
                  <a:lnTo>
                    <a:pt x="193" y="12241"/>
                  </a:lnTo>
                  <a:lnTo>
                    <a:pt x="386" y="12550"/>
                  </a:lnTo>
                  <a:lnTo>
                    <a:pt x="618" y="12820"/>
                  </a:lnTo>
                  <a:lnTo>
                    <a:pt x="811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5" y="13129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1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78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4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2"/>
                  </a:lnTo>
                  <a:lnTo>
                    <a:pt x="618" y="12048"/>
                  </a:lnTo>
                  <a:lnTo>
                    <a:pt x="541" y="11893"/>
                  </a:lnTo>
                  <a:lnTo>
                    <a:pt x="502" y="11739"/>
                  </a:lnTo>
                  <a:lnTo>
                    <a:pt x="502" y="11546"/>
                  </a:lnTo>
                  <a:lnTo>
                    <a:pt x="502" y="11391"/>
                  </a:lnTo>
                  <a:lnTo>
                    <a:pt x="541" y="11198"/>
                  </a:lnTo>
                  <a:lnTo>
                    <a:pt x="579" y="11044"/>
                  </a:lnTo>
                  <a:lnTo>
                    <a:pt x="657" y="10889"/>
                  </a:lnTo>
                  <a:lnTo>
                    <a:pt x="773" y="10774"/>
                  </a:lnTo>
                  <a:lnTo>
                    <a:pt x="888" y="10619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6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5"/>
                  </a:lnTo>
                  <a:lnTo>
                    <a:pt x="5870" y="12704"/>
                  </a:lnTo>
                  <a:lnTo>
                    <a:pt x="6256" y="12975"/>
                  </a:lnTo>
                  <a:lnTo>
                    <a:pt x="6681" y="13206"/>
                  </a:lnTo>
                  <a:lnTo>
                    <a:pt x="7105" y="13438"/>
                  </a:lnTo>
                  <a:lnTo>
                    <a:pt x="7530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8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5"/>
                  </a:lnTo>
                  <a:lnTo>
                    <a:pt x="11314" y="11739"/>
                  </a:lnTo>
                  <a:lnTo>
                    <a:pt x="11507" y="11237"/>
                  </a:lnTo>
                  <a:lnTo>
                    <a:pt x="11662" y="10696"/>
                  </a:lnTo>
                  <a:lnTo>
                    <a:pt x="11971" y="9615"/>
                  </a:lnTo>
                  <a:lnTo>
                    <a:pt x="12125" y="9113"/>
                  </a:lnTo>
                  <a:lnTo>
                    <a:pt x="12357" y="8611"/>
                  </a:lnTo>
                  <a:lnTo>
                    <a:pt x="12589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89"/>
                  </a:lnTo>
                  <a:lnTo>
                    <a:pt x="14017" y="6719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4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0" y="7723"/>
                  </a:lnTo>
                  <a:lnTo>
                    <a:pt x="22165" y="7762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530"/>
                  </a:lnTo>
                  <a:lnTo>
                    <a:pt x="23710" y="7298"/>
                  </a:lnTo>
                  <a:lnTo>
                    <a:pt x="24057" y="6989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908"/>
                  </a:lnTo>
                  <a:lnTo>
                    <a:pt x="24868" y="5483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5" y="3746"/>
                  </a:lnTo>
                  <a:lnTo>
                    <a:pt x="24868" y="3282"/>
                  </a:lnTo>
                  <a:lnTo>
                    <a:pt x="24791" y="2858"/>
                  </a:lnTo>
                  <a:lnTo>
                    <a:pt x="24637" y="2394"/>
                  </a:lnTo>
                  <a:lnTo>
                    <a:pt x="24443" y="1969"/>
                  </a:lnTo>
                  <a:lnTo>
                    <a:pt x="24250" y="1583"/>
                  </a:lnTo>
                  <a:lnTo>
                    <a:pt x="24057" y="1197"/>
                  </a:lnTo>
                  <a:lnTo>
                    <a:pt x="23787" y="811"/>
                  </a:lnTo>
                  <a:lnTo>
                    <a:pt x="23941" y="386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7"/>
                  </a:lnTo>
                  <a:lnTo>
                    <a:pt x="230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13"/>
            <p:cNvSpPr/>
            <p:nvPr/>
          </p:nvSpPr>
          <p:spPr>
            <a:xfrm>
              <a:off x="5955050" y="3275975"/>
              <a:ext cx="152550" cy="277075"/>
            </a:xfrm>
            <a:custGeom>
              <a:avLst/>
              <a:gdLst/>
              <a:ahLst/>
              <a:cxnLst/>
              <a:rect l="l" t="t" r="r" b="b"/>
              <a:pathLst>
                <a:path w="6102" h="11083" extrusionOk="0">
                  <a:moveTo>
                    <a:pt x="3553" y="0"/>
                  </a:moveTo>
                  <a:lnTo>
                    <a:pt x="3398" y="463"/>
                  </a:lnTo>
                  <a:lnTo>
                    <a:pt x="3746" y="656"/>
                  </a:lnTo>
                  <a:lnTo>
                    <a:pt x="4093" y="888"/>
                  </a:lnTo>
                  <a:lnTo>
                    <a:pt x="4364" y="1158"/>
                  </a:lnTo>
                  <a:lnTo>
                    <a:pt x="4634" y="1467"/>
                  </a:lnTo>
                  <a:lnTo>
                    <a:pt x="4866" y="1776"/>
                  </a:lnTo>
                  <a:lnTo>
                    <a:pt x="5059" y="2124"/>
                  </a:lnTo>
                  <a:lnTo>
                    <a:pt x="5213" y="2471"/>
                  </a:lnTo>
                  <a:lnTo>
                    <a:pt x="5368" y="2819"/>
                  </a:lnTo>
                  <a:lnTo>
                    <a:pt x="5445" y="3205"/>
                  </a:lnTo>
                  <a:lnTo>
                    <a:pt x="5522" y="3630"/>
                  </a:lnTo>
                  <a:lnTo>
                    <a:pt x="5561" y="4016"/>
                  </a:lnTo>
                  <a:lnTo>
                    <a:pt x="5561" y="4441"/>
                  </a:lnTo>
                  <a:lnTo>
                    <a:pt x="5561" y="4827"/>
                  </a:lnTo>
                  <a:lnTo>
                    <a:pt x="5522" y="5252"/>
                  </a:lnTo>
                  <a:lnTo>
                    <a:pt x="5406" y="5638"/>
                  </a:lnTo>
                  <a:lnTo>
                    <a:pt x="5290" y="6024"/>
                  </a:lnTo>
                  <a:lnTo>
                    <a:pt x="5136" y="6449"/>
                  </a:lnTo>
                  <a:lnTo>
                    <a:pt x="4943" y="6873"/>
                  </a:lnTo>
                  <a:lnTo>
                    <a:pt x="4711" y="7298"/>
                  </a:lnTo>
                  <a:lnTo>
                    <a:pt x="4480" y="7684"/>
                  </a:lnTo>
                  <a:lnTo>
                    <a:pt x="4209" y="8070"/>
                  </a:lnTo>
                  <a:lnTo>
                    <a:pt x="3900" y="8418"/>
                  </a:lnTo>
                  <a:lnTo>
                    <a:pt x="3591" y="8727"/>
                  </a:lnTo>
                  <a:lnTo>
                    <a:pt x="3244" y="9036"/>
                  </a:lnTo>
                  <a:lnTo>
                    <a:pt x="2896" y="9345"/>
                  </a:lnTo>
                  <a:lnTo>
                    <a:pt x="2549" y="9615"/>
                  </a:lnTo>
                  <a:lnTo>
                    <a:pt x="2124" y="9847"/>
                  </a:lnTo>
                  <a:lnTo>
                    <a:pt x="1738" y="10078"/>
                  </a:lnTo>
                  <a:lnTo>
                    <a:pt x="1313" y="10272"/>
                  </a:lnTo>
                  <a:lnTo>
                    <a:pt x="888" y="10426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7" y="11082"/>
                  </a:lnTo>
                  <a:lnTo>
                    <a:pt x="579" y="10967"/>
                  </a:lnTo>
                  <a:lnTo>
                    <a:pt x="1081" y="10851"/>
                  </a:lnTo>
                  <a:lnTo>
                    <a:pt x="1583" y="10696"/>
                  </a:lnTo>
                  <a:lnTo>
                    <a:pt x="2047" y="10465"/>
                  </a:lnTo>
                  <a:lnTo>
                    <a:pt x="2510" y="10233"/>
                  </a:lnTo>
                  <a:lnTo>
                    <a:pt x="2935" y="9963"/>
                  </a:lnTo>
                  <a:lnTo>
                    <a:pt x="3360" y="9654"/>
                  </a:lnTo>
                  <a:lnTo>
                    <a:pt x="3784" y="9306"/>
                  </a:lnTo>
                  <a:lnTo>
                    <a:pt x="4132" y="8959"/>
                  </a:lnTo>
                  <a:lnTo>
                    <a:pt x="4480" y="8572"/>
                  </a:lnTo>
                  <a:lnTo>
                    <a:pt x="4788" y="8148"/>
                  </a:lnTo>
                  <a:lnTo>
                    <a:pt x="5097" y="7723"/>
                  </a:lnTo>
                  <a:lnTo>
                    <a:pt x="5329" y="7260"/>
                  </a:lnTo>
                  <a:lnTo>
                    <a:pt x="5561" y="6796"/>
                  </a:lnTo>
                  <a:lnTo>
                    <a:pt x="5754" y="6294"/>
                  </a:lnTo>
                  <a:lnTo>
                    <a:pt x="5908" y="5792"/>
                  </a:lnTo>
                  <a:lnTo>
                    <a:pt x="5986" y="5367"/>
                  </a:lnTo>
                  <a:lnTo>
                    <a:pt x="6063" y="4943"/>
                  </a:lnTo>
                  <a:lnTo>
                    <a:pt x="6101" y="4518"/>
                  </a:lnTo>
                  <a:lnTo>
                    <a:pt x="6063" y="4093"/>
                  </a:lnTo>
                  <a:lnTo>
                    <a:pt x="6024" y="3668"/>
                  </a:lnTo>
                  <a:lnTo>
                    <a:pt x="5986" y="3244"/>
                  </a:lnTo>
                  <a:lnTo>
                    <a:pt x="5870" y="2858"/>
                  </a:lnTo>
                  <a:lnTo>
                    <a:pt x="5715" y="2433"/>
                  </a:lnTo>
                  <a:lnTo>
                    <a:pt x="5561" y="2047"/>
                  </a:lnTo>
                  <a:lnTo>
                    <a:pt x="5368" y="1699"/>
                  </a:lnTo>
                  <a:lnTo>
                    <a:pt x="5136" y="1352"/>
                  </a:lnTo>
                  <a:lnTo>
                    <a:pt x="4866" y="1043"/>
                  </a:lnTo>
                  <a:lnTo>
                    <a:pt x="4595" y="734"/>
                  </a:lnTo>
                  <a:lnTo>
                    <a:pt x="4286" y="463"/>
                  </a:lnTo>
                  <a:lnTo>
                    <a:pt x="3939" y="232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13"/>
            <p:cNvSpPr/>
            <p:nvPr/>
          </p:nvSpPr>
          <p:spPr>
            <a:xfrm>
              <a:off x="5925125" y="3542400"/>
              <a:ext cx="60825" cy="90775"/>
            </a:xfrm>
            <a:custGeom>
              <a:avLst/>
              <a:gdLst/>
              <a:ahLst/>
              <a:cxnLst/>
              <a:rect l="l" t="t" r="r" b="b"/>
              <a:pathLst>
                <a:path w="2433" h="3631" extrusionOk="0">
                  <a:moveTo>
                    <a:pt x="1197" y="1"/>
                  </a:moveTo>
                  <a:lnTo>
                    <a:pt x="1081" y="39"/>
                  </a:lnTo>
                  <a:lnTo>
                    <a:pt x="1004" y="78"/>
                  </a:lnTo>
                  <a:lnTo>
                    <a:pt x="966" y="117"/>
                  </a:lnTo>
                  <a:lnTo>
                    <a:pt x="927" y="194"/>
                  </a:lnTo>
                  <a:lnTo>
                    <a:pt x="927" y="271"/>
                  </a:lnTo>
                  <a:lnTo>
                    <a:pt x="850" y="271"/>
                  </a:lnTo>
                  <a:lnTo>
                    <a:pt x="772" y="310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41"/>
                  </a:lnTo>
                  <a:lnTo>
                    <a:pt x="695" y="619"/>
                  </a:lnTo>
                  <a:lnTo>
                    <a:pt x="772" y="696"/>
                  </a:lnTo>
                  <a:lnTo>
                    <a:pt x="850" y="734"/>
                  </a:lnTo>
                  <a:lnTo>
                    <a:pt x="1081" y="812"/>
                  </a:lnTo>
                  <a:lnTo>
                    <a:pt x="1274" y="966"/>
                  </a:lnTo>
                  <a:lnTo>
                    <a:pt x="1468" y="1121"/>
                  </a:lnTo>
                  <a:lnTo>
                    <a:pt x="1622" y="1275"/>
                  </a:lnTo>
                  <a:lnTo>
                    <a:pt x="1738" y="1507"/>
                  </a:lnTo>
                  <a:lnTo>
                    <a:pt x="1854" y="1700"/>
                  </a:lnTo>
                  <a:lnTo>
                    <a:pt x="1892" y="1931"/>
                  </a:lnTo>
                  <a:lnTo>
                    <a:pt x="1931" y="2163"/>
                  </a:lnTo>
                  <a:lnTo>
                    <a:pt x="1892" y="2472"/>
                  </a:lnTo>
                  <a:lnTo>
                    <a:pt x="1815" y="2742"/>
                  </a:lnTo>
                  <a:lnTo>
                    <a:pt x="1738" y="2897"/>
                  </a:lnTo>
                  <a:lnTo>
                    <a:pt x="1622" y="2974"/>
                  </a:lnTo>
                  <a:lnTo>
                    <a:pt x="1506" y="3090"/>
                  </a:lnTo>
                  <a:lnTo>
                    <a:pt x="1390" y="3128"/>
                  </a:lnTo>
                  <a:lnTo>
                    <a:pt x="1197" y="3167"/>
                  </a:lnTo>
                  <a:lnTo>
                    <a:pt x="1043" y="3128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81"/>
                  </a:lnTo>
                  <a:lnTo>
                    <a:pt x="811" y="2626"/>
                  </a:lnTo>
                  <a:lnTo>
                    <a:pt x="888" y="2472"/>
                  </a:lnTo>
                  <a:lnTo>
                    <a:pt x="1043" y="2356"/>
                  </a:lnTo>
                  <a:lnTo>
                    <a:pt x="1120" y="2279"/>
                  </a:lnTo>
                  <a:lnTo>
                    <a:pt x="1159" y="2163"/>
                  </a:lnTo>
                  <a:lnTo>
                    <a:pt x="1120" y="2047"/>
                  </a:lnTo>
                  <a:lnTo>
                    <a:pt x="1043" y="1970"/>
                  </a:lnTo>
                  <a:lnTo>
                    <a:pt x="618" y="1623"/>
                  </a:lnTo>
                  <a:lnTo>
                    <a:pt x="425" y="1468"/>
                  </a:lnTo>
                  <a:lnTo>
                    <a:pt x="193" y="1352"/>
                  </a:lnTo>
                  <a:lnTo>
                    <a:pt x="0" y="1623"/>
                  </a:lnTo>
                  <a:lnTo>
                    <a:pt x="270" y="1893"/>
                  </a:lnTo>
                  <a:lnTo>
                    <a:pt x="541" y="2163"/>
                  </a:lnTo>
                  <a:lnTo>
                    <a:pt x="386" y="2395"/>
                  </a:lnTo>
                  <a:lnTo>
                    <a:pt x="309" y="2626"/>
                  </a:lnTo>
                  <a:lnTo>
                    <a:pt x="309" y="2935"/>
                  </a:lnTo>
                  <a:lnTo>
                    <a:pt x="348" y="3051"/>
                  </a:lnTo>
                  <a:lnTo>
                    <a:pt x="425" y="3206"/>
                  </a:lnTo>
                  <a:lnTo>
                    <a:pt x="541" y="3360"/>
                  </a:lnTo>
                  <a:lnTo>
                    <a:pt x="695" y="3476"/>
                  </a:lnTo>
                  <a:lnTo>
                    <a:pt x="850" y="3592"/>
                  </a:lnTo>
                  <a:lnTo>
                    <a:pt x="1081" y="3630"/>
                  </a:lnTo>
                  <a:lnTo>
                    <a:pt x="1274" y="3630"/>
                  </a:lnTo>
                  <a:lnTo>
                    <a:pt x="1468" y="3592"/>
                  </a:lnTo>
                  <a:lnTo>
                    <a:pt x="1661" y="3515"/>
                  </a:lnTo>
                  <a:lnTo>
                    <a:pt x="1854" y="3437"/>
                  </a:lnTo>
                  <a:lnTo>
                    <a:pt x="2047" y="3283"/>
                  </a:lnTo>
                  <a:lnTo>
                    <a:pt x="2201" y="3090"/>
                  </a:lnTo>
                  <a:lnTo>
                    <a:pt x="2317" y="2897"/>
                  </a:lnTo>
                  <a:lnTo>
                    <a:pt x="2394" y="2704"/>
                  </a:lnTo>
                  <a:lnTo>
                    <a:pt x="2433" y="2472"/>
                  </a:lnTo>
                  <a:lnTo>
                    <a:pt x="2433" y="2279"/>
                  </a:lnTo>
                  <a:lnTo>
                    <a:pt x="2433" y="2047"/>
                  </a:lnTo>
                  <a:lnTo>
                    <a:pt x="2356" y="1816"/>
                  </a:lnTo>
                  <a:lnTo>
                    <a:pt x="2317" y="1623"/>
                  </a:lnTo>
                  <a:lnTo>
                    <a:pt x="2201" y="1391"/>
                  </a:lnTo>
                  <a:lnTo>
                    <a:pt x="1931" y="1005"/>
                  </a:lnTo>
                  <a:lnTo>
                    <a:pt x="1622" y="657"/>
                  </a:lnTo>
                  <a:lnTo>
                    <a:pt x="1274" y="425"/>
                  </a:lnTo>
                  <a:lnTo>
                    <a:pt x="11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13"/>
            <p:cNvSpPr/>
            <p:nvPr/>
          </p:nvSpPr>
          <p:spPr>
            <a:xfrm>
              <a:off x="5836300" y="3573300"/>
              <a:ext cx="93675" cy="136150"/>
            </a:xfrm>
            <a:custGeom>
              <a:avLst/>
              <a:gdLst/>
              <a:ahLst/>
              <a:cxnLst/>
              <a:rect l="l" t="t" r="r" b="b"/>
              <a:pathLst>
                <a:path w="3747" h="5446" extrusionOk="0">
                  <a:moveTo>
                    <a:pt x="3515" y="0"/>
                  </a:moveTo>
                  <a:lnTo>
                    <a:pt x="3437" y="39"/>
                  </a:lnTo>
                  <a:lnTo>
                    <a:pt x="3360" y="78"/>
                  </a:lnTo>
                  <a:lnTo>
                    <a:pt x="3283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88" y="773"/>
                  </a:lnTo>
                  <a:lnTo>
                    <a:pt x="2356" y="1004"/>
                  </a:lnTo>
                  <a:lnTo>
                    <a:pt x="2086" y="1236"/>
                  </a:lnTo>
                  <a:lnTo>
                    <a:pt x="1777" y="1468"/>
                  </a:lnTo>
                  <a:lnTo>
                    <a:pt x="1159" y="1815"/>
                  </a:lnTo>
                  <a:lnTo>
                    <a:pt x="1120" y="1892"/>
                  </a:lnTo>
                  <a:lnTo>
                    <a:pt x="1082" y="1970"/>
                  </a:lnTo>
                  <a:lnTo>
                    <a:pt x="1082" y="2047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927" y="2124"/>
                  </a:lnTo>
                  <a:lnTo>
                    <a:pt x="850" y="2201"/>
                  </a:lnTo>
                  <a:lnTo>
                    <a:pt x="812" y="2279"/>
                  </a:lnTo>
                  <a:lnTo>
                    <a:pt x="812" y="2356"/>
                  </a:lnTo>
                  <a:lnTo>
                    <a:pt x="850" y="2433"/>
                  </a:lnTo>
                  <a:lnTo>
                    <a:pt x="889" y="2510"/>
                  </a:lnTo>
                  <a:lnTo>
                    <a:pt x="1005" y="2549"/>
                  </a:lnTo>
                  <a:lnTo>
                    <a:pt x="1236" y="2626"/>
                  </a:lnTo>
                  <a:lnTo>
                    <a:pt x="1468" y="2703"/>
                  </a:lnTo>
                  <a:lnTo>
                    <a:pt x="1661" y="2858"/>
                  </a:lnTo>
                  <a:lnTo>
                    <a:pt x="1854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63" y="3669"/>
                  </a:lnTo>
                  <a:lnTo>
                    <a:pt x="2163" y="3900"/>
                  </a:lnTo>
                  <a:lnTo>
                    <a:pt x="2124" y="4132"/>
                  </a:lnTo>
                  <a:lnTo>
                    <a:pt x="2047" y="4364"/>
                  </a:lnTo>
                  <a:lnTo>
                    <a:pt x="1931" y="4557"/>
                  </a:lnTo>
                  <a:lnTo>
                    <a:pt x="1777" y="4711"/>
                  </a:lnTo>
                  <a:lnTo>
                    <a:pt x="1584" y="4866"/>
                  </a:lnTo>
                  <a:lnTo>
                    <a:pt x="1352" y="4943"/>
                  </a:lnTo>
                  <a:lnTo>
                    <a:pt x="1236" y="4982"/>
                  </a:lnTo>
                  <a:lnTo>
                    <a:pt x="1120" y="4982"/>
                  </a:lnTo>
                  <a:lnTo>
                    <a:pt x="927" y="4904"/>
                  </a:lnTo>
                  <a:lnTo>
                    <a:pt x="773" y="4789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73" y="4287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1005" y="4132"/>
                  </a:lnTo>
                  <a:lnTo>
                    <a:pt x="1120" y="4094"/>
                  </a:lnTo>
                  <a:lnTo>
                    <a:pt x="1275" y="4055"/>
                  </a:lnTo>
                  <a:lnTo>
                    <a:pt x="1352" y="3939"/>
                  </a:lnTo>
                  <a:lnTo>
                    <a:pt x="1314" y="3823"/>
                  </a:lnTo>
                  <a:lnTo>
                    <a:pt x="1314" y="3746"/>
                  </a:lnTo>
                  <a:lnTo>
                    <a:pt x="1236" y="3669"/>
                  </a:lnTo>
                  <a:lnTo>
                    <a:pt x="155" y="2935"/>
                  </a:lnTo>
                  <a:lnTo>
                    <a:pt x="1" y="3321"/>
                  </a:lnTo>
                  <a:lnTo>
                    <a:pt x="657" y="3785"/>
                  </a:lnTo>
                  <a:lnTo>
                    <a:pt x="541" y="3900"/>
                  </a:lnTo>
                  <a:lnTo>
                    <a:pt x="425" y="4016"/>
                  </a:lnTo>
                  <a:lnTo>
                    <a:pt x="310" y="4132"/>
                  </a:lnTo>
                  <a:lnTo>
                    <a:pt x="271" y="4248"/>
                  </a:lnTo>
                  <a:lnTo>
                    <a:pt x="232" y="4402"/>
                  </a:lnTo>
                  <a:lnTo>
                    <a:pt x="194" y="4557"/>
                  </a:lnTo>
                  <a:lnTo>
                    <a:pt x="232" y="4750"/>
                  </a:lnTo>
                  <a:lnTo>
                    <a:pt x="271" y="4904"/>
                  </a:lnTo>
                  <a:lnTo>
                    <a:pt x="425" y="5136"/>
                  </a:lnTo>
                  <a:lnTo>
                    <a:pt x="580" y="5291"/>
                  </a:lnTo>
                  <a:lnTo>
                    <a:pt x="773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29" y="5406"/>
                  </a:lnTo>
                  <a:lnTo>
                    <a:pt x="1661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79" y="4866"/>
                  </a:lnTo>
                  <a:lnTo>
                    <a:pt x="2433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626" y="3978"/>
                  </a:lnTo>
                  <a:lnTo>
                    <a:pt x="2626" y="3746"/>
                  </a:lnTo>
                  <a:lnTo>
                    <a:pt x="2588" y="3514"/>
                  </a:lnTo>
                  <a:lnTo>
                    <a:pt x="2511" y="3283"/>
                  </a:lnTo>
                  <a:lnTo>
                    <a:pt x="2395" y="3090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70" y="2510"/>
                  </a:lnTo>
                  <a:lnTo>
                    <a:pt x="1777" y="2356"/>
                  </a:lnTo>
                  <a:lnTo>
                    <a:pt x="1545" y="2240"/>
                  </a:lnTo>
                  <a:lnTo>
                    <a:pt x="1314" y="2124"/>
                  </a:lnTo>
                  <a:lnTo>
                    <a:pt x="1661" y="2008"/>
                  </a:lnTo>
                  <a:lnTo>
                    <a:pt x="1970" y="1854"/>
                  </a:lnTo>
                  <a:lnTo>
                    <a:pt x="2279" y="1661"/>
                  </a:lnTo>
                  <a:lnTo>
                    <a:pt x="2588" y="1429"/>
                  </a:lnTo>
                  <a:lnTo>
                    <a:pt x="2858" y="1236"/>
                  </a:lnTo>
                  <a:lnTo>
                    <a:pt x="3128" y="966"/>
                  </a:lnTo>
                  <a:lnTo>
                    <a:pt x="3360" y="695"/>
                  </a:lnTo>
                  <a:lnTo>
                    <a:pt x="3476" y="541"/>
                  </a:lnTo>
                  <a:lnTo>
                    <a:pt x="3553" y="387"/>
                  </a:lnTo>
                  <a:lnTo>
                    <a:pt x="3746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13"/>
            <p:cNvSpPr/>
            <p:nvPr/>
          </p:nvSpPr>
          <p:spPr>
            <a:xfrm>
              <a:off x="5529325" y="35675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463" y="927"/>
                  </a:lnTo>
                  <a:lnTo>
                    <a:pt x="1043" y="1622"/>
                  </a:lnTo>
                  <a:lnTo>
                    <a:pt x="1661" y="2279"/>
                  </a:lnTo>
                  <a:lnTo>
                    <a:pt x="2356" y="2858"/>
                  </a:lnTo>
                  <a:lnTo>
                    <a:pt x="3089" y="3360"/>
                  </a:lnTo>
                  <a:lnTo>
                    <a:pt x="3862" y="3824"/>
                  </a:lnTo>
                  <a:lnTo>
                    <a:pt x="4672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21" y="4905"/>
                  </a:lnTo>
                  <a:lnTo>
                    <a:pt x="7684" y="4943"/>
                  </a:lnTo>
                  <a:lnTo>
                    <a:pt x="8109" y="4982"/>
                  </a:lnTo>
                  <a:lnTo>
                    <a:pt x="8534" y="4943"/>
                  </a:lnTo>
                  <a:lnTo>
                    <a:pt x="8959" y="4905"/>
                  </a:lnTo>
                  <a:lnTo>
                    <a:pt x="9383" y="4866"/>
                  </a:lnTo>
                  <a:lnTo>
                    <a:pt x="9808" y="4750"/>
                  </a:lnTo>
                  <a:lnTo>
                    <a:pt x="10233" y="4634"/>
                  </a:lnTo>
                  <a:lnTo>
                    <a:pt x="10658" y="4480"/>
                  </a:lnTo>
                  <a:lnTo>
                    <a:pt x="11044" y="4326"/>
                  </a:lnTo>
                  <a:lnTo>
                    <a:pt x="11469" y="4094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280" y="3553"/>
                  </a:lnTo>
                  <a:lnTo>
                    <a:pt x="12434" y="3167"/>
                  </a:lnTo>
                  <a:lnTo>
                    <a:pt x="12241" y="3167"/>
                  </a:lnTo>
                  <a:lnTo>
                    <a:pt x="12202" y="3128"/>
                  </a:lnTo>
                  <a:lnTo>
                    <a:pt x="12009" y="3128"/>
                  </a:lnTo>
                  <a:lnTo>
                    <a:pt x="11893" y="3167"/>
                  </a:lnTo>
                  <a:lnTo>
                    <a:pt x="11546" y="3437"/>
                  </a:lnTo>
                  <a:lnTo>
                    <a:pt x="11198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01" y="4171"/>
                  </a:lnTo>
                  <a:lnTo>
                    <a:pt x="9615" y="4287"/>
                  </a:lnTo>
                  <a:lnTo>
                    <a:pt x="9190" y="4364"/>
                  </a:lnTo>
                  <a:lnTo>
                    <a:pt x="8766" y="4403"/>
                  </a:lnTo>
                  <a:lnTo>
                    <a:pt x="8341" y="4441"/>
                  </a:lnTo>
                  <a:lnTo>
                    <a:pt x="7916" y="4480"/>
                  </a:lnTo>
                  <a:lnTo>
                    <a:pt x="7453" y="4441"/>
                  </a:lnTo>
                  <a:lnTo>
                    <a:pt x="7028" y="4403"/>
                  </a:lnTo>
                  <a:lnTo>
                    <a:pt x="6603" y="4326"/>
                  </a:lnTo>
                  <a:lnTo>
                    <a:pt x="6178" y="4248"/>
                  </a:lnTo>
                  <a:lnTo>
                    <a:pt x="5792" y="4132"/>
                  </a:lnTo>
                  <a:lnTo>
                    <a:pt x="5368" y="4017"/>
                  </a:lnTo>
                  <a:lnTo>
                    <a:pt x="4595" y="3669"/>
                  </a:lnTo>
                  <a:lnTo>
                    <a:pt x="3862" y="3283"/>
                  </a:lnTo>
                  <a:lnTo>
                    <a:pt x="3205" y="2820"/>
                  </a:lnTo>
                  <a:lnTo>
                    <a:pt x="2549" y="2318"/>
                  </a:lnTo>
                  <a:lnTo>
                    <a:pt x="1969" y="1777"/>
                  </a:lnTo>
                  <a:lnTo>
                    <a:pt x="1352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13"/>
            <p:cNvSpPr/>
            <p:nvPr/>
          </p:nvSpPr>
          <p:spPr>
            <a:xfrm>
              <a:off x="5445325" y="3267275"/>
              <a:ext cx="624625" cy="344650"/>
            </a:xfrm>
            <a:custGeom>
              <a:avLst/>
              <a:gdLst/>
              <a:ahLst/>
              <a:cxnLst/>
              <a:rect l="l" t="t" r="r" b="b"/>
              <a:pathLst>
                <a:path w="24985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03" y="2008"/>
                  </a:lnTo>
                  <a:lnTo>
                    <a:pt x="23787" y="2124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170" y="2086"/>
                  </a:lnTo>
                  <a:lnTo>
                    <a:pt x="23054" y="1970"/>
                  </a:lnTo>
                  <a:lnTo>
                    <a:pt x="22976" y="1815"/>
                  </a:lnTo>
                  <a:lnTo>
                    <a:pt x="22938" y="1622"/>
                  </a:lnTo>
                  <a:lnTo>
                    <a:pt x="22976" y="1429"/>
                  </a:lnTo>
                  <a:lnTo>
                    <a:pt x="23015" y="1236"/>
                  </a:lnTo>
                  <a:lnTo>
                    <a:pt x="23131" y="1082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42"/>
                  </a:lnTo>
                  <a:lnTo>
                    <a:pt x="24289" y="3090"/>
                  </a:lnTo>
                  <a:lnTo>
                    <a:pt x="24367" y="3437"/>
                  </a:lnTo>
                  <a:lnTo>
                    <a:pt x="24405" y="3785"/>
                  </a:lnTo>
                  <a:lnTo>
                    <a:pt x="24173" y="3707"/>
                  </a:lnTo>
                  <a:lnTo>
                    <a:pt x="23942" y="3592"/>
                  </a:lnTo>
                  <a:lnTo>
                    <a:pt x="23826" y="3514"/>
                  </a:lnTo>
                  <a:lnTo>
                    <a:pt x="23787" y="3399"/>
                  </a:lnTo>
                  <a:lnTo>
                    <a:pt x="23710" y="3283"/>
                  </a:lnTo>
                  <a:lnTo>
                    <a:pt x="23672" y="3128"/>
                  </a:lnTo>
                  <a:lnTo>
                    <a:pt x="23710" y="2897"/>
                  </a:lnTo>
                  <a:lnTo>
                    <a:pt x="23787" y="2704"/>
                  </a:lnTo>
                  <a:lnTo>
                    <a:pt x="23903" y="2549"/>
                  </a:lnTo>
                  <a:lnTo>
                    <a:pt x="24096" y="2433"/>
                  </a:lnTo>
                  <a:close/>
                  <a:moveTo>
                    <a:pt x="16142" y="4943"/>
                  </a:moveTo>
                  <a:lnTo>
                    <a:pt x="16257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28" y="5252"/>
                  </a:lnTo>
                  <a:lnTo>
                    <a:pt x="16566" y="5407"/>
                  </a:lnTo>
                  <a:lnTo>
                    <a:pt x="16296" y="5407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40" y="5368"/>
                  </a:lnTo>
                  <a:lnTo>
                    <a:pt x="15678" y="5252"/>
                  </a:lnTo>
                  <a:lnTo>
                    <a:pt x="15755" y="5136"/>
                  </a:lnTo>
                  <a:lnTo>
                    <a:pt x="15833" y="5059"/>
                  </a:lnTo>
                  <a:lnTo>
                    <a:pt x="15949" y="5020"/>
                  </a:lnTo>
                  <a:lnTo>
                    <a:pt x="16026" y="4982"/>
                  </a:lnTo>
                  <a:lnTo>
                    <a:pt x="16142" y="4943"/>
                  </a:lnTo>
                  <a:close/>
                  <a:moveTo>
                    <a:pt x="24444" y="4248"/>
                  </a:moveTo>
                  <a:lnTo>
                    <a:pt x="24405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07"/>
                  </a:lnTo>
                  <a:lnTo>
                    <a:pt x="23903" y="5252"/>
                  </a:lnTo>
                  <a:lnTo>
                    <a:pt x="23787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865" y="4596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763" y="4866"/>
                  </a:lnTo>
                  <a:lnTo>
                    <a:pt x="17879" y="4905"/>
                  </a:lnTo>
                  <a:lnTo>
                    <a:pt x="17957" y="4982"/>
                  </a:lnTo>
                  <a:lnTo>
                    <a:pt x="18072" y="5175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484"/>
                  </a:lnTo>
                  <a:lnTo>
                    <a:pt x="17030" y="5407"/>
                  </a:lnTo>
                  <a:lnTo>
                    <a:pt x="17030" y="5291"/>
                  </a:lnTo>
                  <a:lnTo>
                    <a:pt x="17107" y="5136"/>
                  </a:lnTo>
                  <a:lnTo>
                    <a:pt x="17184" y="5059"/>
                  </a:lnTo>
                  <a:lnTo>
                    <a:pt x="17261" y="4943"/>
                  </a:lnTo>
                  <a:lnTo>
                    <a:pt x="17377" y="4866"/>
                  </a:lnTo>
                  <a:lnTo>
                    <a:pt x="17493" y="4827"/>
                  </a:lnTo>
                  <a:close/>
                  <a:moveTo>
                    <a:pt x="14558" y="5291"/>
                  </a:moveTo>
                  <a:lnTo>
                    <a:pt x="14674" y="5329"/>
                  </a:lnTo>
                  <a:lnTo>
                    <a:pt x="14790" y="5368"/>
                  </a:lnTo>
                  <a:lnTo>
                    <a:pt x="14906" y="5445"/>
                  </a:lnTo>
                  <a:lnTo>
                    <a:pt x="14983" y="5522"/>
                  </a:lnTo>
                  <a:lnTo>
                    <a:pt x="15060" y="5677"/>
                  </a:lnTo>
                  <a:lnTo>
                    <a:pt x="14520" y="5870"/>
                  </a:lnTo>
                  <a:lnTo>
                    <a:pt x="14056" y="6102"/>
                  </a:lnTo>
                  <a:lnTo>
                    <a:pt x="14018" y="6024"/>
                  </a:lnTo>
                  <a:lnTo>
                    <a:pt x="14018" y="5793"/>
                  </a:lnTo>
                  <a:lnTo>
                    <a:pt x="14095" y="5600"/>
                  </a:lnTo>
                  <a:lnTo>
                    <a:pt x="14249" y="5445"/>
                  </a:lnTo>
                  <a:lnTo>
                    <a:pt x="14327" y="5368"/>
                  </a:lnTo>
                  <a:lnTo>
                    <a:pt x="14443" y="5329"/>
                  </a:lnTo>
                  <a:lnTo>
                    <a:pt x="14558" y="5291"/>
                  </a:lnTo>
                  <a:close/>
                  <a:moveTo>
                    <a:pt x="19076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47" y="5793"/>
                  </a:lnTo>
                  <a:lnTo>
                    <a:pt x="19385" y="5986"/>
                  </a:lnTo>
                  <a:lnTo>
                    <a:pt x="19347" y="6140"/>
                  </a:lnTo>
                  <a:lnTo>
                    <a:pt x="18574" y="5831"/>
                  </a:lnTo>
                  <a:lnTo>
                    <a:pt x="18613" y="5715"/>
                  </a:lnTo>
                  <a:lnTo>
                    <a:pt x="18652" y="5638"/>
                  </a:lnTo>
                  <a:lnTo>
                    <a:pt x="18806" y="5522"/>
                  </a:lnTo>
                  <a:lnTo>
                    <a:pt x="18999" y="5484"/>
                  </a:lnTo>
                  <a:close/>
                  <a:moveTo>
                    <a:pt x="20312" y="6063"/>
                  </a:moveTo>
                  <a:lnTo>
                    <a:pt x="20428" y="6102"/>
                  </a:lnTo>
                  <a:lnTo>
                    <a:pt x="20544" y="6179"/>
                  </a:lnTo>
                  <a:lnTo>
                    <a:pt x="20660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53" y="6913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10" y="6256"/>
                  </a:lnTo>
                  <a:lnTo>
                    <a:pt x="19887" y="6179"/>
                  </a:lnTo>
                  <a:lnTo>
                    <a:pt x="19964" y="6102"/>
                  </a:lnTo>
                  <a:lnTo>
                    <a:pt x="20080" y="6063"/>
                  </a:lnTo>
                  <a:close/>
                  <a:moveTo>
                    <a:pt x="23710" y="5870"/>
                  </a:moveTo>
                  <a:lnTo>
                    <a:pt x="23942" y="5986"/>
                  </a:lnTo>
                  <a:lnTo>
                    <a:pt x="24058" y="5986"/>
                  </a:lnTo>
                  <a:lnTo>
                    <a:pt x="23903" y="6295"/>
                  </a:lnTo>
                  <a:lnTo>
                    <a:pt x="23710" y="6565"/>
                  </a:lnTo>
                  <a:lnTo>
                    <a:pt x="23478" y="6797"/>
                  </a:lnTo>
                  <a:lnTo>
                    <a:pt x="23247" y="6990"/>
                  </a:lnTo>
                  <a:lnTo>
                    <a:pt x="23208" y="6913"/>
                  </a:lnTo>
                  <a:lnTo>
                    <a:pt x="23054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092" y="6063"/>
                  </a:lnTo>
                  <a:lnTo>
                    <a:pt x="23170" y="5986"/>
                  </a:lnTo>
                  <a:lnTo>
                    <a:pt x="23285" y="5947"/>
                  </a:lnTo>
                  <a:lnTo>
                    <a:pt x="23478" y="5870"/>
                  </a:lnTo>
                  <a:close/>
                  <a:moveTo>
                    <a:pt x="13207" y="6102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670" y="6333"/>
                  </a:lnTo>
                  <a:lnTo>
                    <a:pt x="13130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3"/>
                  </a:lnTo>
                  <a:lnTo>
                    <a:pt x="12628" y="6797"/>
                  </a:lnTo>
                  <a:lnTo>
                    <a:pt x="12628" y="6642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179"/>
                  </a:lnTo>
                  <a:lnTo>
                    <a:pt x="12975" y="6140"/>
                  </a:lnTo>
                  <a:lnTo>
                    <a:pt x="13091" y="6102"/>
                  </a:lnTo>
                  <a:close/>
                  <a:moveTo>
                    <a:pt x="22166" y="6565"/>
                  </a:moveTo>
                  <a:lnTo>
                    <a:pt x="22281" y="6604"/>
                  </a:lnTo>
                  <a:lnTo>
                    <a:pt x="22436" y="6681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1" y="7067"/>
                  </a:lnTo>
                  <a:lnTo>
                    <a:pt x="22899" y="7067"/>
                  </a:lnTo>
                  <a:lnTo>
                    <a:pt x="22976" y="7106"/>
                  </a:lnTo>
                  <a:lnTo>
                    <a:pt x="22938" y="7106"/>
                  </a:lnTo>
                  <a:lnTo>
                    <a:pt x="22552" y="7221"/>
                  </a:lnTo>
                  <a:lnTo>
                    <a:pt x="22166" y="7221"/>
                  </a:lnTo>
                  <a:lnTo>
                    <a:pt x="21779" y="7183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19"/>
                  </a:lnTo>
                  <a:lnTo>
                    <a:pt x="21779" y="6604"/>
                  </a:lnTo>
                  <a:lnTo>
                    <a:pt x="22011" y="6565"/>
                  </a:lnTo>
                  <a:close/>
                  <a:moveTo>
                    <a:pt x="12280" y="7376"/>
                  </a:moveTo>
                  <a:lnTo>
                    <a:pt x="12473" y="7415"/>
                  </a:lnTo>
                  <a:lnTo>
                    <a:pt x="12087" y="7955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24" y="8071"/>
                  </a:lnTo>
                  <a:lnTo>
                    <a:pt x="11624" y="7955"/>
                  </a:lnTo>
                  <a:lnTo>
                    <a:pt x="11662" y="7839"/>
                  </a:lnTo>
                  <a:lnTo>
                    <a:pt x="11701" y="7723"/>
                  </a:lnTo>
                  <a:lnTo>
                    <a:pt x="11778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26" y="7415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56" y="9422"/>
                  </a:lnTo>
                  <a:lnTo>
                    <a:pt x="2433" y="9461"/>
                  </a:lnTo>
                  <a:lnTo>
                    <a:pt x="2511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588" y="10002"/>
                  </a:lnTo>
                  <a:lnTo>
                    <a:pt x="2124" y="9886"/>
                  </a:lnTo>
                  <a:lnTo>
                    <a:pt x="1622" y="9886"/>
                  </a:lnTo>
                  <a:lnTo>
                    <a:pt x="1661" y="9731"/>
                  </a:lnTo>
                  <a:lnTo>
                    <a:pt x="1738" y="9616"/>
                  </a:lnTo>
                  <a:lnTo>
                    <a:pt x="1815" y="9538"/>
                  </a:lnTo>
                  <a:lnTo>
                    <a:pt x="1893" y="9461"/>
                  </a:lnTo>
                  <a:lnTo>
                    <a:pt x="2009" y="9384"/>
                  </a:lnTo>
                  <a:lnTo>
                    <a:pt x="2124" y="9345"/>
                  </a:lnTo>
                  <a:close/>
                  <a:moveTo>
                    <a:pt x="11624" y="8998"/>
                  </a:moveTo>
                  <a:lnTo>
                    <a:pt x="11469" y="9500"/>
                  </a:lnTo>
                  <a:lnTo>
                    <a:pt x="11315" y="10002"/>
                  </a:lnTo>
                  <a:lnTo>
                    <a:pt x="11238" y="10272"/>
                  </a:lnTo>
                  <a:lnTo>
                    <a:pt x="11044" y="10079"/>
                  </a:lnTo>
                  <a:lnTo>
                    <a:pt x="10967" y="9809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29" y="9422"/>
                  </a:lnTo>
                  <a:lnTo>
                    <a:pt x="11006" y="9307"/>
                  </a:lnTo>
                  <a:lnTo>
                    <a:pt x="11122" y="9152"/>
                  </a:lnTo>
                  <a:lnTo>
                    <a:pt x="11276" y="9036"/>
                  </a:lnTo>
                  <a:lnTo>
                    <a:pt x="11469" y="8998"/>
                  </a:lnTo>
                  <a:close/>
                  <a:moveTo>
                    <a:pt x="3746" y="9731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2" y="10118"/>
                  </a:lnTo>
                  <a:lnTo>
                    <a:pt x="4171" y="10233"/>
                  </a:lnTo>
                  <a:lnTo>
                    <a:pt x="4132" y="10388"/>
                  </a:lnTo>
                  <a:lnTo>
                    <a:pt x="4094" y="10504"/>
                  </a:lnTo>
                  <a:lnTo>
                    <a:pt x="4017" y="10620"/>
                  </a:lnTo>
                  <a:lnTo>
                    <a:pt x="3862" y="10542"/>
                  </a:lnTo>
                  <a:lnTo>
                    <a:pt x="3476" y="10311"/>
                  </a:lnTo>
                  <a:lnTo>
                    <a:pt x="3051" y="10156"/>
                  </a:lnTo>
                  <a:lnTo>
                    <a:pt x="3128" y="10002"/>
                  </a:lnTo>
                  <a:lnTo>
                    <a:pt x="3244" y="9924"/>
                  </a:lnTo>
                  <a:lnTo>
                    <a:pt x="3360" y="9809"/>
                  </a:lnTo>
                  <a:lnTo>
                    <a:pt x="3476" y="9770"/>
                  </a:lnTo>
                  <a:lnTo>
                    <a:pt x="3630" y="9731"/>
                  </a:lnTo>
                  <a:close/>
                  <a:moveTo>
                    <a:pt x="4827" y="10620"/>
                  </a:moveTo>
                  <a:lnTo>
                    <a:pt x="4905" y="10658"/>
                  </a:lnTo>
                  <a:lnTo>
                    <a:pt x="4982" y="10697"/>
                  </a:lnTo>
                  <a:lnTo>
                    <a:pt x="5059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59" y="11430"/>
                  </a:lnTo>
                  <a:lnTo>
                    <a:pt x="4403" y="10890"/>
                  </a:lnTo>
                  <a:lnTo>
                    <a:pt x="4441" y="10813"/>
                  </a:lnTo>
                  <a:lnTo>
                    <a:pt x="4480" y="10735"/>
                  </a:lnTo>
                  <a:lnTo>
                    <a:pt x="4634" y="10658"/>
                  </a:lnTo>
                  <a:lnTo>
                    <a:pt x="4827" y="10620"/>
                  </a:lnTo>
                  <a:close/>
                  <a:moveTo>
                    <a:pt x="11160" y="10620"/>
                  </a:moveTo>
                  <a:lnTo>
                    <a:pt x="10929" y="11199"/>
                  </a:lnTo>
                  <a:lnTo>
                    <a:pt x="10697" y="11739"/>
                  </a:lnTo>
                  <a:lnTo>
                    <a:pt x="10658" y="11701"/>
                  </a:lnTo>
                  <a:lnTo>
                    <a:pt x="10465" y="11508"/>
                  </a:lnTo>
                  <a:lnTo>
                    <a:pt x="10388" y="11315"/>
                  </a:lnTo>
                  <a:lnTo>
                    <a:pt x="10388" y="11122"/>
                  </a:lnTo>
                  <a:lnTo>
                    <a:pt x="10427" y="10967"/>
                  </a:lnTo>
                  <a:lnTo>
                    <a:pt x="10542" y="10774"/>
                  </a:lnTo>
                  <a:lnTo>
                    <a:pt x="10697" y="10658"/>
                  </a:lnTo>
                  <a:lnTo>
                    <a:pt x="10929" y="10620"/>
                  </a:lnTo>
                  <a:close/>
                  <a:moveTo>
                    <a:pt x="5947" y="11469"/>
                  </a:moveTo>
                  <a:lnTo>
                    <a:pt x="6063" y="11508"/>
                  </a:lnTo>
                  <a:lnTo>
                    <a:pt x="6140" y="11546"/>
                  </a:lnTo>
                  <a:lnTo>
                    <a:pt x="6218" y="11662"/>
                  </a:lnTo>
                  <a:lnTo>
                    <a:pt x="6295" y="11739"/>
                  </a:lnTo>
                  <a:lnTo>
                    <a:pt x="6372" y="11971"/>
                  </a:lnTo>
                  <a:lnTo>
                    <a:pt x="6411" y="12203"/>
                  </a:lnTo>
                  <a:lnTo>
                    <a:pt x="6372" y="12473"/>
                  </a:lnTo>
                  <a:lnTo>
                    <a:pt x="5870" y="12087"/>
                  </a:lnTo>
                  <a:lnTo>
                    <a:pt x="5407" y="11701"/>
                  </a:lnTo>
                  <a:lnTo>
                    <a:pt x="5445" y="11585"/>
                  </a:lnTo>
                  <a:lnTo>
                    <a:pt x="5523" y="11508"/>
                  </a:lnTo>
                  <a:lnTo>
                    <a:pt x="5638" y="11469"/>
                  </a:lnTo>
                  <a:close/>
                  <a:moveTo>
                    <a:pt x="10542" y="12048"/>
                  </a:moveTo>
                  <a:lnTo>
                    <a:pt x="10388" y="12280"/>
                  </a:lnTo>
                  <a:lnTo>
                    <a:pt x="10195" y="12550"/>
                  </a:lnTo>
                  <a:lnTo>
                    <a:pt x="9963" y="12743"/>
                  </a:lnTo>
                  <a:lnTo>
                    <a:pt x="9770" y="12936"/>
                  </a:lnTo>
                  <a:lnTo>
                    <a:pt x="9732" y="12859"/>
                  </a:lnTo>
                  <a:lnTo>
                    <a:pt x="9654" y="12666"/>
                  </a:lnTo>
                  <a:lnTo>
                    <a:pt x="9616" y="12473"/>
                  </a:lnTo>
                  <a:lnTo>
                    <a:pt x="9693" y="12319"/>
                  </a:lnTo>
                  <a:lnTo>
                    <a:pt x="9809" y="12203"/>
                  </a:lnTo>
                  <a:lnTo>
                    <a:pt x="9963" y="12126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37" y="12473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01" y="12821"/>
                  </a:lnTo>
                  <a:lnTo>
                    <a:pt x="7878" y="13014"/>
                  </a:lnTo>
                  <a:lnTo>
                    <a:pt x="7839" y="13207"/>
                  </a:lnTo>
                  <a:lnTo>
                    <a:pt x="7299" y="13014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44" y="12512"/>
                  </a:lnTo>
                  <a:lnTo>
                    <a:pt x="7337" y="12473"/>
                  </a:lnTo>
                  <a:close/>
                  <a:moveTo>
                    <a:pt x="8843" y="12628"/>
                  </a:moveTo>
                  <a:lnTo>
                    <a:pt x="8921" y="12666"/>
                  </a:lnTo>
                  <a:lnTo>
                    <a:pt x="9075" y="12743"/>
                  </a:lnTo>
                  <a:lnTo>
                    <a:pt x="9191" y="12936"/>
                  </a:lnTo>
                  <a:lnTo>
                    <a:pt x="9230" y="13130"/>
                  </a:lnTo>
                  <a:lnTo>
                    <a:pt x="9230" y="13207"/>
                  </a:lnTo>
                  <a:lnTo>
                    <a:pt x="9036" y="13245"/>
                  </a:lnTo>
                  <a:lnTo>
                    <a:pt x="8805" y="13284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03" y="13014"/>
                  </a:lnTo>
                  <a:lnTo>
                    <a:pt x="8419" y="12821"/>
                  </a:lnTo>
                  <a:lnTo>
                    <a:pt x="8534" y="12666"/>
                  </a:lnTo>
                  <a:lnTo>
                    <a:pt x="8650" y="12628"/>
                  </a:lnTo>
                  <a:close/>
                  <a:moveTo>
                    <a:pt x="22861" y="0"/>
                  </a:moveTo>
                  <a:lnTo>
                    <a:pt x="22822" y="78"/>
                  </a:lnTo>
                  <a:lnTo>
                    <a:pt x="22745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783" y="387"/>
                  </a:lnTo>
                  <a:lnTo>
                    <a:pt x="22822" y="387"/>
                  </a:lnTo>
                  <a:lnTo>
                    <a:pt x="22861" y="464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668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22" y="2240"/>
                  </a:lnTo>
                  <a:lnTo>
                    <a:pt x="23015" y="2395"/>
                  </a:lnTo>
                  <a:lnTo>
                    <a:pt x="23247" y="2472"/>
                  </a:lnTo>
                  <a:lnTo>
                    <a:pt x="23478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24" y="3244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862"/>
                  </a:lnTo>
                  <a:lnTo>
                    <a:pt x="23942" y="4016"/>
                  </a:lnTo>
                  <a:lnTo>
                    <a:pt x="23710" y="4209"/>
                  </a:lnTo>
                  <a:lnTo>
                    <a:pt x="23556" y="4480"/>
                  </a:lnTo>
                  <a:lnTo>
                    <a:pt x="23440" y="4750"/>
                  </a:lnTo>
                  <a:lnTo>
                    <a:pt x="23440" y="4866"/>
                  </a:lnTo>
                  <a:lnTo>
                    <a:pt x="23440" y="5020"/>
                  </a:lnTo>
                  <a:lnTo>
                    <a:pt x="23478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70" y="5561"/>
                  </a:lnTo>
                  <a:lnTo>
                    <a:pt x="22938" y="5677"/>
                  </a:lnTo>
                  <a:lnTo>
                    <a:pt x="22783" y="5870"/>
                  </a:lnTo>
                  <a:lnTo>
                    <a:pt x="22668" y="6102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1972" y="6217"/>
                  </a:lnTo>
                  <a:lnTo>
                    <a:pt x="21741" y="6256"/>
                  </a:lnTo>
                  <a:lnTo>
                    <a:pt x="21509" y="6411"/>
                  </a:lnTo>
                  <a:lnTo>
                    <a:pt x="21316" y="6565"/>
                  </a:lnTo>
                  <a:lnTo>
                    <a:pt x="21200" y="6758"/>
                  </a:lnTo>
                  <a:lnTo>
                    <a:pt x="21084" y="6449"/>
                  </a:lnTo>
                  <a:lnTo>
                    <a:pt x="20930" y="6140"/>
                  </a:lnTo>
                  <a:lnTo>
                    <a:pt x="20853" y="5986"/>
                  </a:lnTo>
                  <a:lnTo>
                    <a:pt x="20698" y="5870"/>
                  </a:lnTo>
                  <a:lnTo>
                    <a:pt x="20582" y="5793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42" y="5793"/>
                  </a:lnTo>
                  <a:lnTo>
                    <a:pt x="19887" y="5831"/>
                  </a:lnTo>
                  <a:lnTo>
                    <a:pt x="19733" y="5947"/>
                  </a:lnTo>
                  <a:lnTo>
                    <a:pt x="19694" y="5715"/>
                  </a:lnTo>
                  <a:lnTo>
                    <a:pt x="19617" y="5484"/>
                  </a:lnTo>
                  <a:lnTo>
                    <a:pt x="19462" y="5291"/>
                  </a:lnTo>
                  <a:lnTo>
                    <a:pt x="19347" y="5213"/>
                  </a:lnTo>
                  <a:lnTo>
                    <a:pt x="19231" y="5175"/>
                  </a:lnTo>
                  <a:lnTo>
                    <a:pt x="19038" y="5136"/>
                  </a:lnTo>
                  <a:lnTo>
                    <a:pt x="18806" y="5175"/>
                  </a:lnTo>
                  <a:lnTo>
                    <a:pt x="18613" y="5252"/>
                  </a:lnTo>
                  <a:lnTo>
                    <a:pt x="18458" y="5407"/>
                  </a:lnTo>
                  <a:lnTo>
                    <a:pt x="18458" y="5252"/>
                  </a:lnTo>
                  <a:lnTo>
                    <a:pt x="18420" y="5098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7" y="4557"/>
                  </a:lnTo>
                  <a:lnTo>
                    <a:pt x="17802" y="4518"/>
                  </a:lnTo>
                  <a:lnTo>
                    <a:pt x="17493" y="4518"/>
                  </a:lnTo>
                  <a:lnTo>
                    <a:pt x="17377" y="4557"/>
                  </a:lnTo>
                  <a:lnTo>
                    <a:pt x="17223" y="4634"/>
                  </a:lnTo>
                  <a:lnTo>
                    <a:pt x="17107" y="4711"/>
                  </a:lnTo>
                  <a:lnTo>
                    <a:pt x="17030" y="4827"/>
                  </a:lnTo>
                  <a:lnTo>
                    <a:pt x="16875" y="5059"/>
                  </a:lnTo>
                  <a:lnTo>
                    <a:pt x="16759" y="4905"/>
                  </a:lnTo>
                  <a:lnTo>
                    <a:pt x="16605" y="4789"/>
                  </a:lnTo>
                  <a:lnTo>
                    <a:pt x="16451" y="4673"/>
                  </a:lnTo>
                  <a:lnTo>
                    <a:pt x="16257" y="4634"/>
                  </a:lnTo>
                  <a:lnTo>
                    <a:pt x="16103" y="4634"/>
                  </a:lnTo>
                  <a:lnTo>
                    <a:pt x="15910" y="4673"/>
                  </a:lnTo>
                  <a:lnTo>
                    <a:pt x="15755" y="4750"/>
                  </a:lnTo>
                  <a:lnTo>
                    <a:pt x="15640" y="4827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291"/>
                  </a:lnTo>
                  <a:lnTo>
                    <a:pt x="15374" y="5460"/>
                  </a:lnTo>
                  <a:lnTo>
                    <a:pt x="15331" y="5329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597" y="4943"/>
                  </a:lnTo>
                  <a:lnTo>
                    <a:pt x="14404" y="4943"/>
                  </a:lnTo>
                  <a:lnTo>
                    <a:pt x="14249" y="5020"/>
                  </a:lnTo>
                  <a:lnTo>
                    <a:pt x="14134" y="5098"/>
                  </a:lnTo>
                  <a:lnTo>
                    <a:pt x="14018" y="5175"/>
                  </a:lnTo>
                  <a:lnTo>
                    <a:pt x="13941" y="5291"/>
                  </a:lnTo>
                  <a:lnTo>
                    <a:pt x="13825" y="5522"/>
                  </a:lnTo>
                  <a:lnTo>
                    <a:pt x="13747" y="5831"/>
                  </a:lnTo>
                  <a:lnTo>
                    <a:pt x="13593" y="5754"/>
                  </a:lnTo>
                  <a:lnTo>
                    <a:pt x="13361" y="5677"/>
                  </a:lnTo>
                  <a:lnTo>
                    <a:pt x="13130" y="5677"/>
                  </a:lnTo>
                  <a:lnTo>
                    <a:pt x="12937" y="5715"/>
                  </a:lnTo>
                  <a:lnTo>
                    <a:pt x="12705" y="5831"/>
                  </a:lnTo>
                  <a:lnTo>
                    <a:pt x="12589" y="5947"/>
                  </a:lnTo>
                  <a:lnTo>
                    <a:pt x="12473" y="6063"/>
                  </a:lnTo>
                  <a:lnTo>
                    <a:pt x="12396" y="6217"/>
                  </a:lnTo>
                  <a:lnTo>
                    <a:pt x="12357" y="6333"/>
                  </a:lnTo>
                  <a:lnTo>
                    <a:pt x="12319" y="6526"/>
                  </a:lnTo>
                  <a:lnTo>
                    <a:pt x="12319" y="6681"/>
                  </a:lnTo>
                  <a:lnTo>
                    <a:pt x="12357" y="6835"/>
                  </a:lnTo>
                  <a:lnTo>
                    <a:pt x="12396" y="6990"/>
                  </a:lnTo>
                  <a:lnTo>
                    <a:pt x="12126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469" y="7376"/>
                  </a:lnTo>
                  <a:lnTo>
                    <a:pt x="11392" y="7530"/>
                  </a:lnTo>
                  <a:lnTo>
                    <a:pt x="11315" y="7685"/>
                  </a:lnTo>
                  <a:lnTo>
                    <a:pt x="11276" y="7839"/>
                  </a:lnTo>
                  <a:lnTo>
                    <a:pt x="11276" y="7994"/>
                  </a:lnTo>
                  <a:lnTo>
                    <a:pt x="11276" y="8148"/>
                  </a:lnTo>
                  <a:lnTo>
                    <a:pt x="11315" y="8303"/>
                  </a:lnTo>
                  <a:lnTo>
                    <a:pt x="11392" y="8457"/>
                  </a:lnTo>
                  <a:lnTo>
                    <a:pt x="11469" y="8573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20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02"/>
                  </a:lnTo>
                  <a:lnTo>
                    <a:pt x="10851" y="10233"/>
                  </a:lnTo>
                  <a:lnTo>
                    <a:pt x="10620" y="10272"/>
                  </a:lnTo>
                  <a:lnTo>
                    <a:pt x="10388" y="10388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40" y="11006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56" y="11701"/>
                  </a:lnTo>
                  <a:lnTo>
                    <a:pt x="9925" y="11739"/>
                  </a:lnTo>
                  <a:lnTo>
                    <a:pt x="9693" y="11817"/>
                  </a:lnTo>
                  <a:lnTo>
                    <a:pt x="9500" y="11971"/>
                  </a:lnTo>
                  <a:lnTo>
                    <a:pt x="9423" y="12087"/>
                  </a:lnTo>
                  <a:lnTo>
                    <a:pt x="9345" y="12203"/>
                  </a:lnTo>
                  <a:lnTo>
                    <a:pt x="9307" y="12319"/>
                  </a:lnTo>
                  <a:lnTo>
                    <a:pt x="9307" y="12473"/>
                  </a:lnTo>
                  <a:lnTo>
                    <a:pt x="9152" y="12357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689" y="12280"/>
                  </a:lnTo>
                  <a:lnTo>
                    <a:pt x="8534" y="12319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48" y="12705"/>
                  </a:lnTo>
                  <a:lnTo>
                    <a:pt x="8071" y="12550"/>
                  </a:lnTo>
                  <a:lnTo>
                    <a:pt x="7994" y="12434"/>
                  </a:lnTo>
                  <a:lnTo>
                    <a:pt x="7839" y="12319"/>
                  </a:lnTo>
                  <a:lnTo>
                    <a:pt x="7724" y="12241"/>
                  </a:lnTo>
                  <a:lnTo>
                    <a:pt x="7453" y="12164"/>
                  </a:lnTo>
                  <a:lnTo>
                    <a:pt x="7222" y="12164"/>
                  </a:lnTo>
                  <a:lnTo>
                    <a:pt x="6990" y="12241"/>
                  </a:lnTo>
                  <a:lnTo>
                    <a:pt x="6758" y="12396"/>
                  </a:lnTo>
                  <a:lnTo>
                    <a:pt x="6758" y="12048"/>
                  </a:lnTo>
                  <a:lnTo>
                    <a:pt x="6720" y="11855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488" y="11392"/>
                  </a:lnTo>
                  <a:lnTo>
                    <a:pt x="6372" y="11276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870" y="11122"/>
                  </a:lnTo>
                  <a:lnTo>
                    <a:pt x="5677" y="11160"/>
                  </a:lnTo>
                  <a:lnTo>
                    <a:pt x="5523" y="11199"/>
                  </a:lnTo>
                  <a:lnTo>
                    <a:pt x="5523" y="10967"/>
                  </a:lnTo>
                  <a:lnTo>
                    <a:pt x="5445" y="10697"/>
                  </a:lnTo>
                  <a:lnTo>
                    <a:pt x="5291" y="10504"/>
                  </a:lnTo>
                  <a:lnTo>
                    <a:pt x="5214" y="10426"/>
                  </a:lnTo>
                  <a:lnTo>
                    <a:pt x="5098" y="10349"/>
                  </a:lnTo>
                  <a:lnTo>
                    <a:pt x="4943" y="10311"/>
                  </a:lnTo>
                  <a:lnTo>
                    <a:pt x="4673" y="10311"/>
                  </a:lnTo>
                  <a:lnTo>
                    <a:pt x="4519" y="10349"/>
                  </a:lnTo>
                  <a:lnTo>
                    <a:pt x="4519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22"/>
                  </a:lnTo>
                  <a:lnTo>
                    <a:pt x="3553" y="9422"/>
                  </a:lnTo>
                  <a:lnTo>
                    <a:pt x="3399" y="9461"/>
                  </a:lnTo>
                  <a:lnTo>
                    <a:pt x="3244" y="9538"/>
                  </a:lnTo>
                  <a:lnTo>
                    <a:pt x="3128" y="9616"/>
                  </a:lnTo>
                  <a:lnTo>
                    <a:pt x="2974" y="9731"/>
                  </a:lnTo>
                  <a:lnTo>
                    <a:pt x="2974" y="9616"/>
                  </a:lnTo>
                  <a:lnTo>
                    <a:pt x="2897" y="9422"/>
                  </a:lnTo>
                  <a:lnTo>
                    <a:pt x="2742" y="9268"/>
                  </a:lnTo>
                  <a:lnTo>
                    <a:pt x="2588" y="9114"/>
                  </a:lnTo>
                  <a:lnTo>
                    <a:pt x="2433" y="9036"/>
                  </a:lnTo>
                  <a:lnTo>
                    <a:pt x="2202" y="8998"/>
                  </a:lnTo>
                  <a:lnTo>
                    <a:pt x="2009" y="8998"/>
                  </a:lnTo>
                  <a:lnTo>
                    <a:pt x="1815" y="9075"/>
                  </a:lnTo>
                  <a:lnTo>
                    <a:pt x="1661" y="9191"/>
                  </a:lnTo>
                  <a:lnTo>
                    <a:pt x="1545" y="9345"/>
                  </a:lnTo>
                  <a:lnTo>
                    <a:pt x="1429" y="9500"/>
                  </a:lnTo>
                  <a:lnTo>
                    <a:pt x="1352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889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48" y="10426"/>
                  </a:lnTo>
                  <a:lnTo>
                    <a:pt x="232" y="10581"/>
                  </a:lnTo>
                  <a:lnTo>
                    <a:pt x="78" y="10890"/>
                  </a:lnTo>
                  <a:lnTo>
                    <a:pt x="1" y="11199"/>
                  </a:lnTo>
                  <a:lnTo>
                    <a:pt x="1" y="11546"/>
                  </a:lnTo>
                  <a:lnTo>
                    <a:pt x="39" y="11894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8" y="12782"/>
                  </a:lnTo>
                  <a:lnTo>
                    <a:pt x="773" y="12898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13" y="13130"/>
                  </a:lnTo>
                  <a:lnTo>
                    <a:pt x="1700" y="13168"/>
                  </a:lnTo>
                  <a:lnTo>
                    <a:pt x="2086" y="13091"/>
                  </a:lnTo>
                  <a:lnTo>
                    <a:pt x="2472" y="12975"/>
                  </a:lnTo>
                  <a:lnTo>
                    <a:pt x="2781" y="12782"/>
                  </a:lnTo>
                  <a:lnTo>
                    <a:pt x="3090" y="12512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15" y="11932"/>
                  </a:lnTo>
                  <a:lnTo>
                    <a:pt x="3515" y="11817"/>
                  </a:lnTo>
                  <a:lnTo>
                    <a:pt x="3437" y="11739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8" y="12434"/>
                  </a:lnTo>
                  <a:lnTo>
                    <a:pt x="2317" y="12550"/>
                  </a:lnTo>
                  <a:lnTo>
                    <a:pt x="2009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20" y="12550"/>
                  </a:lnTo>
                  <a:lnTo>
                    <a:pt x="966" y="12434"/>
                  </a:lnTo>
                  <a:lnTo>
                    <a:pt x="812" y="12319"/>
                  </a:lnTo>
                  <a:lnTo>
                    <a:pt x="696" y="12203"/>
                  </a:lnTo>
                  <a:lnTo>
                    <a:pt x="580" y="12048"/>
                  </a:lnTo>
                  <a:lnTo>
                    <a:pt x="541" y="11855"/>
                  </a:lnTo>
                  <a:lnTo>
                    <a:pt x="503" y="11701"/>
                  </a:lnTo>
                  <a:lnTo>
                    <a:pt x="464" y="11546"/>
                  </a:lnTo>
                  <a:lnTo>
                    <a:pt x="464" y="11353"/>
                  </a:lnTo>
                  <a:lnTo>
                    <a:pt x="503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889" y="10620"/>
                  </a:lnTo>
                  <a:lnTo>
                    <a:pt x="1043" y="10504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00" y="10349"/>
                  </a:lnTo>
                  <a:lnTo>
                    <a:pt x="2279" y="10349"/>
                  </a:lnTo>
                  <a:lnTo>
                    <a:pt x="2588" y="10426"/>
                  </a:lnTo>
                  <a:lnTo>
                    <a:pt x="2858" y="10504"/>
                  </a:lnTo>
                  <a:lnTo>
                    <a:pt x="3128" y="10620"/>
                  </a:lnTo>
                  <a:lnTo>
                    <a:pt x="3630" y="10928"/>
                  </a:lnTo>
                  <a:lnTo>
                    <a:pt x="4132" y="11276"/>
                  </a:lnTo>
                  <a:lnTo>
                    <a:pt x="4634" y="11662"/>
                  </a:lnTo>
                  <a:lnTo>
                    <a:pt x="5523" y="12396"/>
                  </a:lnTo>
                  <a:lnTo>
                    <a:pt x="5870" y="12666"/>
                  </a:lnTo>
                  <a:lnTo>
                    <a:pt x="6256" y="12936"/>
                  </a:lnTo>
                  <a:lnTo>
                    <a:pt x="6681" y="13207"/>
                  </a:lnTo>
                  <a:lnTo>
                    <a:pt x="7106" y="13400"/>
                  </a:lnTo>
                  <a:lnTo>
                    <a:pt x="7530" y="13593"/>
                  </a:lnTo>
                  <a:lnTo>
                    <a:pt x="7994" y="13709"/>
                  </a:lnTo>
                  <a:lnTo>
                    <a:pt x="8419" y="13786"/>
                  </a:lnTo>
                  <a:lnTo>
                    <a:pt x="8921" y="13786"/>
                  </a:lnTo>
                  <a:lnTo>
                    <a:pt x="9345" y="13670"/>
                  </a:lnTo>
                  <a:lnTo>
                    <a:pt x="9693" y="13554"/>
                  </a:lnTo>
                  <a:lnTo>
                    <a:pt x="10040" y="13323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890" y="12473"/>
                  </a:lnTo>
                  <a:lnTo>
                    <a:pt x="11122" y="12087"/>
                  </a:lnTo>
                  <a:lnTo>
                    <a:pt x="11315" y="11739"/>
                  </a:lnTo>
                  <a:lnTo>
                    <a:pt x="11508" y="11199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075"/>
                  </a:lnTo>
                  <a:lnTo>
                    <a:pt x="12319" y="8573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45" y="7299"/>
                  </a:lnTo>
                  <a:lnTo>
                    <a:pt x="13632" y="6951"/>
                  </a:lnTo>
                  <a:lnTo>
                    <a:pt x="14018" y="6681"/>
                  </a:lnTo>
                  <a:lnTo>
                    <a:pt x="14443" y="6449"/>
                  </a:lnTo>
                  <a:lnTo>
                    <a:pt x="14867" y="6256"/>
                  </a:lnTo>
                  <a:lnTo>
                    <a:pt x="15331" y="6102"/>
                  </a:lnTo>
                  <a:lnTo>
                    <a:pt x="15794" y="5986"/>
                  </a:lnTo>
                  <a:lnTo>
                    <a:pt x="16296" y="5909"/>
                  </a:lnTo>
                  <a:lnTo>
                    <a:pt x="16875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08"/>
                  </a:lnTo>
                  <a:lnTo>
                    <a:pt x="21741" y="7723"/>
                  </a:lnTo>
                  <a:lnTo>
                    <a:pt x="22127" y="7762"/>
                  </a:lnTo>
                  <a:lnTo>
                    <a:pt x="22552" y="7723"/>
                  </a:lnTo>
                  <a:lnTo>
                    <a:pt x="22976" y="7646"/>
                  </a:lnTo>
                  <a:lnTo>
                    <a:pt x="23363" y="7492"/>
                  </a:lnTo>
                  <a:lnTo>
                    <a:pt x="23710" y="7260"/>
                  </a:lnTo>
                  <a:lnTo>
                    <a:pt x="24058" y="6990"/>
                  </a:lnTo>
                  <a:lnTo>
                    <a:pt x="24328" y="6642"/>
                  </a:lnTo>
                  <a:lnTo>
                    <a:pt x="24560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46" y="5059"/>
                  </a:lnTo>
                  <a:lnTo>
                    <a:pt x="24984" y="4634"/>
                  </a:lnTo>
                  <a:lnTo>
                    <a:pt x="24984" y="4171"/>
                  </a:lnTo>
                  <a:lnTo>
                    <a:pt x="24946" y="3707"/>
                  </a:lnTo>
                  <a:lnTo>
                    <a:pt x="24869" y="3283"/>
                  </a:lnTo>
                  <a:lnTo>
                    <a:pt x="24753" y="2819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45"/>
                  </a:lnTo>
                  <a:lnTo>
                    <a:pt x="24019" y="1159"/>
                  </a:lnTo>
                  <a:lnTo>
                    <a:pt x="23787" y="811"/>
                  </a:lnTo>
                  <a:lnTo>
                    <a:pt x="23942" y="348"/>
                  </a:lnTo>
                  <a:lnTo>
                    <a:pt x="23556" y="232"/>
                  </a:lnTo>
                  <a:lnTo>
                    <a:pt x="23170" y="78"/>
                  </a:lnTo>
                  <a:lnTo>
                    <a:pt x="23131" y="39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13"/>
            <p:cNvSpPr/>
            <p:nvPr/>
          </p:nvSpPr>
          <p:spPr>
            <a:xfrm>
              <a:off x="1687125" y="961000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1"/>
                  </a:moveTo>
                  <a:lnTo>
                    <a:pt x="3438" y="464"/>
                  </a:lnTo>
                  <a:lnTo>
                    <a:pt x="3785" y="657"/>
                  </a:lnTo>
                  <a:lnTo>
                    <a:pt x="4094" y="889"/>
                  </a:lnTo>
                  <a:lnTo>
                    <a:pt x="4364" y="1159"/>
                  </a:lnTo>
                  <a:lnTo>
                    <a:pt x="4635" y="1468"/>
                  </a:lnTo>
                  <a:lnTo>
                    <a:pt x="4866" y="1777"/>
                  </a:lnTo>
                  <a:lnTo>
                    <a:pt x="5059" y="2086"/>
                  </a:lnTo>
                  <a:lnTo>
                    <a:pt x="5253" y="2472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61" y="3592"/>
                  </a:lnTo>
                  <a:lnTo>
                    <a:pt x="5600" y="4017"/>
                  </a:lnTo>
                  <a:lnTo>
                    <a:pt x="5600" y="4403"/>
                  </a:lnTo>
                  <a:lnTo>
                    <a:pt x="5561" y="4828"/>
                  </a:lnTo>
                  <a:lnTo>
                    <a:pt x="5523" y="5214"/>
                  </a:lnTo>
                  <a:lnTo>
                    <a:pt x="5446" y="5639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99"/>
                  </a:lnTo>
                  <a:lnTo>
                    <a:pt x="4519" y="7685"/>
                  </a:lnTo>
                  <a:lnTo>
                    <a:pt x="4249" y="8033"/>
                  </a:lnTo>
                  <a:lnTo>
                    <a:pt x="3940" y="8419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46"/>
                  </a:lnTo>
                  <a:lnTo>
                    <a:pt x="2549" y="9616"/>
                  </a:lnTo>
                  <a:lnTo>
                    <a:pt x="2163" y="9848"/>
                  </a:lnTo>
                  <a:lnTo>
                    <a:pt x="1739" y="10041"/>
                  </a:lnTo>
                  <a:lnTo>
                    <a:pt x="1352" y="10234"/>
                  </a:lnTo>
                  <a:lnTo>
                    <a:pt x="889" y="10427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5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49" y="10234"/>
                  </a:lnTo>
                  <a:lnTo>
                    <a:pt x="2974" y="9963"/>
                  </a:lnTo>
                  <a:lnTo>
                    <a:pt x="3399" y="9654"/>
                  </a:lnTo>
                  <a:lnTo>
                    <a:pt x="3785" y="9307"/>
                  </a:lnTo>
                  <a:lnTo>
                    <a:pt x="4171" y="8921"/>
                  </a:lnTo>
                  <a:lnTo>
                    <a:pt x="4519" y="8535"/>
                  </a:lnTo>
                  <a:lnTo>
                    <a:pt x="4828" y="8148"/>
                  </a:lnTo>
                  <a:lnTo>
                    <a:pt x="5098" y="7685"/>
                  </a:lnTo>
                  <a:lnTo>
                    <a:pt x="5368" y="7260"/>
                  </a:lnTo>
                  <a:lnTo>
                    <a:pt x="5600" y="6797"/>
                  </a:lnTo>
                  <a:lnTo>
                    <a:pt x="5793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94"/>
                  </a:lnTo>
                  <a:lnTo>
                    <a:pt x="6063" y="3669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5" y="2434"/>
                  </a:lnTo>
                  <a:lnTo>
                    <a:pt x="5561" y="2047"/>
                  </a:lnTo>
                  <a:lnTo>
                    <a:pt x="5368" y="1700"/>
                  </a:lnTo>
                  <a:lnTo>
                    <a:pt x="5137" y="1352"/>
                  </a:lnTo>
                  <a:lnTo>
                    <a:pt x="4905" y="1005"/>
                  </a:lnTo>
                  <a:lnTo>
                    <a:pt x="4596" y="734"/>
                  </a:lnTo>
                  <a:lnTo>
                    <a:pt x="4287" y="464"/>
                  </a:lnTo>
                  <a:lnTo>
                    <a:pt x="3940" y="232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13"/>
            <p:cNvSpPr/>
            <p:nvPr/>
          </p:nvSpPr>
          <p:spPr>
            <a:xfrm>
              <a:off x="1657200" y="1227450"/>
              <a:ext cx="61825" cy="90775"/>
            </a:xfrm>
            <a:custGeom>
              <a:avLst/>
              <a:gdLst/>
              <a:ahLst/>
              <a:cxnLst/>
              <a:rect l="l" t="t" r="r" b="b"/>
              <a:pathLst>
                <a:path w="2473" h="3631" extrusionOk="0">
                  <a:moveTo>
                    <a:pt x="1198" y="0"/>
                  </a:moveTo>
                  <a:lnTo>
                    <a:pt x="1082" y="39"/>
                  </a:lnTo>
                  <a:lnTo>
                    <a:pt x="1005" y="39"/>
                  </a:lnTo>
                  <a:lnTo>
                    <a:pt x="966" y="116"/>
                  </a:lnTo>
                  <a:lnTo>
                    <a:pt x="966" y="194"/>
                  </a:lnTo>
                  <a:lnTo>
                    <a:pt x="966" y="232"/>
                  </a:lnTo>
                  <a:lnTo>
                    <a:pt x="850" y="271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5" y="618"/>
                  </a:lnTo>
                  <a:lnTo>
                    <a:pt x="773" y="657"/>
                  </a:lnTo>
                  <a:lnTo>
                    <a:pt x="850" y="734"/>
                  </a:lnTo>
                  <a:lnTo>
                    <a:pt x="1082" y="811"/>
                  </a:lnTo>
                  <a:lnTo>
                    <a:pt x="1275" y="966"/>
                  </a:lnTo>
                  <a:lnTo>
                    <a:pt x="1468" y="1120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70" y="2163"/>
                  </a:lnTo>
                  <a:lnTo>
                    <a:pt x="1932" y="2472"/>
                  </a:lnTo>
                  <a:lnTo>
                    <a:pt x="1816" y="2742"/>
                  </a:lnTo>
                  <a:lnTo>
                    <a:pt x="1739" y="2897"/>
                  </a:lnTo>
                  <a:lnTo>
                    <a:pt x="1661" y="2974"/>
                  </a:lnTo>
                  <a:lnTo>
                    <a:pt x="1545" y="3090"/>
                  </a:lnTo>
                  <a:lnTo>
                    <a:pt x="1391" y="3128"/>
                  </a:lnTo>
                  <a:lnTo>
                    <a:pt x="1237" y="3167"/>
                  </a:lnTo>
                  <a:lnTo>
                    <a:pt x="1043" y="3128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626"/>
                  </a:lnTo>
                  <a:lnTo>
                    <a:pt x="928" y="2472"/>
                  </a:lnTo>
                  <a:lnTo>
                    <a:pt x="1082" y="2356"/>
                  </a:lnTo>
                  <a:lnTo>
                    <a:pt x="1159" y="2279"/>
                  </a:lnTo>
                  <a:lnTo>
                    <a:pt x="1159" y="2163"/>
                  </a:lnTo>
                  <a:lnTo>
                    <a:pt x="1159" y="2047"/>
                  </a:lnTo>
                  <a:lnTo>
                    <a:pt x="1082" y="1970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52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63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48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60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630"/>
                  </a:lnTo>
                  <a:lnTo>
                    <a:pt x="1275" y="3630"/>
                  </a:lnTo>
                  <a:lnTo>
                    <a:pt x="1507" y="3592"/>
                  </a:lnTo>
                  <a:lnTo>
                    <a:pt x="1700" y="3514"/>
                  </a:lnTo>
                  <a:lnTo>
                    <a:pt x="1854" y="3437"/>
                  </a:lnTo>
                  <a:lnTo>
                    <a:pt x="2047" y="3244"/>
                  </a:lnTo>
                  <a:lnTo>
                    <a:pt x="2202" y="3090"/>
                  </a:lnTo>
                  <a:lnTo>
                    <a:pt x="2318" y="2897"/>
                  </a:lnTo>
                  <a:lnTo>
                    <a:pt x="2395" y="2703"/>
                  </a:lnTo>
                  <a:lnTo>
                    <a:pt x="2434" y="2472"/>
                  </a:lnTo>
                  <a:lnTo>
                    <a:pt x="2472" y="2279"/>
                  </a:lnTo>
                  <a:lnTo>
                    <a:pt x="2434" y="2047"/>
                  </a:lnTo>
                  <a:lnTo>
                    <a:pt x="2395" y="1815"/>
                  </a:lnTo>
                  <a:lnTo>
                    <a:pt x="2318" y="1622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13"/>
            <p:cNvSpPr/>
            <p:nvPr/>
          </p:nvSpPr>
          <p:spPr>
            <a:xfrm>
              <a:off x="1569350" y="1258350"/>
              <a:ext cx="92700" cy="136125"/>
            </a:xfrm>
            <a:custGeom>
              <a:avLst/>
              <a:gdLst/>
              <a:ahLst/>
              <a:cxnLst/>
              <a:rect l="l" t="t" r="r" b="b"/>
              <a:pathLst>
                <a:path w="3708" h="5445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67"/>
                  </a:lnTo>
                  <a:lnTo>
                    <a:pt x="1159" y="1815"/>
                  </a:lnTo>
                  <a:lnTo>
                    <a:pt x="1082" y="1892"/>
                  </a:lnTo>
                  <a:lnTo>
                    <a:pt x="1082" y="1969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201"/>
                  </a:lnTo>
                  <a:lnTo>
                    <a:pt x="812" y="2278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510"/>
                  </a:lnTo>
                  <a:lnTo>
                    <a:pt x="966" y="2549"/>
                  </a:lnTo>
                  <a:lnTo>
                    <a:pt x="1198" y="2626"/>
                  </a:lnTo>
                  <a:lnTo>
                    <a:pt x="1430" y="2703"/>
                  </a:lnTo>
                  <a:lnTo>
                    <a:pt x="1623" y="2858"/>
                  </a:lnTo>
                  <a:lnTo>
                    <a:pt x="1816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132"/>
                  </a:lnTo>
                  <a:lnTo>
                    <a:pt x="2009" y="4364"/>
                  </a:lnTo>
                  <a:lnTo>
                    <a:pt x="1893" y="4557"/>
                  </a:lnTo>
                  <a:lnTo>
                    <a:pt x="1739" y="4711"/>
                  </a:lnTo>
                  <a:lnTo>
                    <a:pt x="1545" y="4866"/>
                  </a:lnTo>
                  <a:lnTo>
                    <a:pt x="1314" y="4943"/>
                  </a:lnTo>
                  <a:lnTo>
                    <a:pt x="1198" y="4981"/>
                  </a:lnTo>
                  <a:lnTo>
                    <a:pt x="1082" y="4981"/>
                  </a:lnTo>
                  <a:lnTo>
                    <a:pt x="889" y="4904"/>
                  </a:lnTo>
                  <a:lnTo>
                    <a:pt x="773" y="4788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966" y="4132"/>
                  </a:lnTo>
                  <a:lnTo>
                    <a:pt x="1121" y="4093"/>
                  </a:lnTo>
                  <a:lnTo>
                    <a:pt x="1237" y="4055"/>
                  </a:lnTo>
                  <a:lnTo>
                    <a:pt x="1314" y="3939"/>
                  </a:lnTo>
                  <a:lnTo>
                    <a:pt x="1314" y="3784"/>
                  </a:lnTo>
                  <a:lnTo>
                    <a:pt x="1275" y="3746"/>
                  </a:lnTo>
                  <a:lnTo>
                    <a:pt x="1237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900"/>
                  </a:lnTo>
                  <a:lnTo>
                    <a:pt x="387" y="3977"/>
                  </a:lnTo>
                  <a:lnTo>
                    <a:pt x="310" y="4132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904"/>
                  </a:lnTo>
                  <a:lnTo>
                    <a:pt x="387" y="5097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30" y="5406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41" y="4866"/>
                  </a:lnTo>
                  <a:lnTo>
                    <a:pt x="2395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89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510"/>
                  </a:lnTo>
                  <a:lnTo>
                    <a:pt x="1739" y="2356"/>
                  </a:lnTo>
                  <a:lnTo>
                    <a:pt x="1507" y="2240"/>
                  </a:lnTo>
                  <a:lnTo>
                    <a:pt x="1275" y="2124"/>
                  </a:lnTo>
                  <a:lnTo>
                    <a:pt x="1623" y="2008"/>
                  </a:lnTo>
                  <a:lnTo>
                    <a:pt x="1932" y="1815"/>
                  </a:lnTo>
                  <a:lnTo>
                    <a:pt x="2279" y="1661"/>
                  </a:lnTo>
                  <a:lnTo>
                    <a:pt x="2549" y="1429"/>
                  </a:lnTo>
                  <a:lnTo>
                    <a:pt x="2820" y="1197"/>
                  </a:lnTo>
                  <a:lnTo>
                    <a:pt x="3129" y="966"/>
                  </a:lnTo>
                  <a:lnTo>
                    <a:pt x="3360" y="695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13"/>
            <p:cNvSpPr/>
            <p:nvPr/>
          </p:nvSpPr>
          <p:spPr>
            <a:xfrm>
              <a:off x="1261400" y="125255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194"/>
                  </a:lnTo>
                  <a:lnTo>
                    <a:pt x="503" y="927"/>
                  </a:lnTo>
                  <a:lnTo>
                    <a:pt x="1043" y="1622"/>
                  </a:lnTo>
                  <a:lnTo>
                    <a:pt x="1700" y="2240"/>
                  </a:lnTo>
                  <a:lnTo>
                    <a:pt x="2356" y="2858"/>
                  </a:lnTo>
                  <a:lnTo>
                    <a:pt x="3090" y="3360"/>
                  </a:lnTo>
                  <a:lnTo>
                    <a:pt x="3901" y="3823"/>
                  </a:lnTo>
                  <a:lnTo>
                    <a:pt x="4673" y="4209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05"/>
                  </a:lnTo>
                  <a:lnTo>
                    <a:pt x="7685" y="4943"/>
                  </a:lnTo>
                  <a:lnTo>
                    <a:pt x="8110" y="4982"/>
                  </a:lnTo>
                  <a:lnTo>
                    <a:pt x="8535" y="4943"/>
                  </a:lnTo>
                  <a:lnTo>
                    <a:pt x="8998" y="4905"/>
                  </a:lnTo>
                  <a:lnTo>
                    <a:pt x="9423" y="4866"/>
                  </a:lnTo>
                  <a:lnTo>
                    <a:pt x="9848" y="4750"/>
                  </a:lnTo>
                  <a:lnTo>
                    <a:pt x="10272" y="4634"/>
                  </a:lnTo>
                  <a:lnTo>
                    <a:pt x="10658" y="4480"/>
                  </a:lnTo>
                  <a:lnTo>
                    <a:pt x="11083" y="4325"/>
                  </a:lnTo>
                  <a:lnTo>
                    <a:pt x="11469" y="4094"/>
                  </a:lnTo>
                  <a:lnTo>
                    <a:pt x="11856" y="3862"/>
                  </a:lnTo>
                  <a:lnTo>
                    <a:pt x="12242" y="3592"/>
                  </a:lnTo>
                  <a:lnTo>
                    <a:pt x="12319" y="3514"/>
                  </a:lnTo>
                  <a:lnTo>
                    <a:pt x="12435" y="3167"/>
                  </a:lnTo>
                  <a:lnTo>
                    <a:pt x="12280" y="3167"/>
                  </a:lnTo>
                  <a:lnTo>
                    <a:pt x="12203" y="3128"/>
                  </a:lnTo>
                  <a:lnTo>
                    <a:pt x="12126" y="3090"/>
                  </a:lnTo>
                  <a:lnTo>
                    <a:pt x="12010" y="3128"/>
                  </a:lnTo>
                  <a:lnTo>
                    <a:pt x="11933" y="3167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03"/>
                  </a:lnTo>
                  <a:lnTo>
                    <a:pt x="8342" y="4441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3" y="4325"/>
                  </a:lnTo>
                  <a:lnTo>
                    <a:pt x="6218" y="4248"/>
                  </a:lnTo>
                  <a:lnTo>
                    <a:pt x="5793" y="4132"/>
                  </a:lnTo>
                  <a:lnTo>
                    <a:pt x="5407" y="4016"/>
                  </a:lnTo>
                  <a:lnTo>
                    <a:pt x="4596" y="3669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13"/>
            <p:cNvSpPr/>
            <p:nvPr/>
          </p:nvSpPr>
          <p:spPr>
            <a:xfrm>
              <a:off x="1177425" y="95232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8"/>
                  </a:lnTo>
                  <a:lnTo>
                    <a:pt x="23787" y="2124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47"/>
                  </a:lnTo>
                  <a:lnTo>
                    <a:pt x="23092" y="1931"/>
                  </a:lnTo>
                  <a:lnTo>
                    <a:pt x="23015" y="1815"/>
                  </a:lnTo>
                  <a:lnTo>
                    <a:pt x="22976" y="1622"/>
                  </a:lnTo>
                  <a:lnTo>
                    <a:pt x="22976" y="1429"/>
                  </a:lnTo>
                  <a:lnTo>
                    <a:pt x="23053" y="1236"/>
                  </a:lnTo>
                  <a:lnTo>
                    <a:pt x="23169" y="1081"/>
                  </a:lnTo>
                  <a:lnTo>
                    <a:pt x="23285" y="966"/>
                  </a:lnTo>
                  <a:close/>
                  <a:moveTo>
                    <a:pt x="24096" y="2394"/>
                  </a:moveTo>
                  <a:lnTo>
                    <a:pt x="24212" y="2742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784"/>
                  </a:lnTo>
                  <a:lnTo>
                    <a:pt x="24173" y="3707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3"/>
                  </a:lnTo>
                  <a:lnTo>
                    <a:pt x="23710" y="3128"/>
                  </a:lnTo>
                  <a:lnTo>
                    <a:pt x="23710" y="2896"/>
                  </a:lnTo>
                  <a:lnTo>
                    <a:pt x="23787" y="2703"/>
                  </a:lnTo>
                  <a:lnTo>
                    <a:pt x="23941" y="2549"/>
                  </a:lnTo>
                  <a:lnTo>
                    <a:pt x="24096" y="2394"/>
                  </a:lnTo>
                  <a:close/>
                  <a:moveTo>
                    <a:pt x="16180" y="4943"/>
                  </a:moveTo>
                  <a:lnTo>
                    <a:pt x="16296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66" y="5252"/>
                  </a:lnTo>
                  <a:lnTo>
                    <a:pt x="16566" y="5406"/>
                  </a:lnTo>
                  <a:lnTo>
                    <a:pt x="16296" y="5406"/>
                  </a:lnTo>
                  <a:lnTo>
                    <a:pt x="15678" y="5479"/>
                  </a:lnTo>
                  <a:lnTo>
                    <a:pt x="15678" y="5479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94" y="5136"/>
                  </a:lnTo>
                  <a:lnTo>
                    <a:pt x="15871" y="5059"/>
                  </a:lnTo>
                  <a:lnTo>
                    <a:pt x="15948" y="5020"/>
                  </a:lnTo>
                  <a:lnTo>
                    <a:pt x="16064" y="4943"/>
                  </a:lnTo>
                  <a:close/>
                  <a:moveTo>
                    <a:pt x="24443" y="4209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484"/>
                  </a:lnTo>
                  <a:lnTo>
                    <a:pt x="24057" y="5406"/>
                  </a:lnTo>
                  <a:lnTo>
                    <a:pt x="23903" y="5252"/>
                  </a:lnTo>
                  <a:lnTo>
                    <a:pt x="23826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903" y="4595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09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04"/>
                  </a:lnTo>
                  <a:lnTo>
                    <a:pt x="17995" y="4982"/>
                  </a:lnTo>
                  <a:lnTo>
                    <a:pt x="18111" y="5175"/>
                  </a:lnTo>
                  <a:lnTo>
                    <a:pt x="18149" y="5406"/>
                  </a:lnTo>
                  <a:lnTo>
                    <a:pt x="18072" y="5599"/>
                  </a:lnTo>
                  <a:lnTo>
                    <a:pt x="17570" y="5484"/>
                  </a:lnTo>
                  <a:lnTo>
                    <a:pt x="17029" y="5406"/>
                  </a:lnTo>
                  <a:lnTo>
                    <a:pt x="17068" y="5290"/>
                  </a:lnTo>
                  <a:lnTo>
                    <a:pt x="17107" y="5136"/>
                  </a:lnTo>
                  <a:lnTo>
                    <a:pt x="17184" y="5020"/>
                  </a:lnTo>
                  <a:lnTo>
                    <a:pt x="17300" y="4943"/>
                  </a:lnTo>
                  <a:lnTo>
                    <a:pt x="17416" y="4866"/>
                  </a:lnTo>
                  <a:lnTo>
                    <a:pt x="17531" y="4827"/>
                  </a:lnTo>
                  <a:close/>
                  <a:moveTo>
                    <a:pt x="14597" y="5290"/>
                  </a:moveTo>
                  <a:lnTo>
                    <a:pt x="14713" y="5329"/>
                  </a:lnTo>
                  <a:lnTo>
                    <a:pt x="14828" y="5368"/>
                  </a:lnTo>
                  <a:lnTo>
                    <a:pt x="14944" y="5445"/>
                  </a:lnTo>
                  <a:lnTo>
                    <a:pt x="15021" y="5522"/>
                  </a:lnTo>
                  <a:lnTo>
                    <a:pt x="15060" y="5638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24"/>
                  </a:lnTo>
                  <a:lnTo>
                    <a:pt x="14056" y="5792"/>
                  </a:lnTo>
                  <a:lnTo>
                    <a:pt x="14133" y="5599"/>
                  </a:lnTo>
                  <a:lnTo>
                    <a:pt x="14249" y="5406"/>
                  </a:lnTo>
                  <a:lnTo>
                    <a:pt x="14365" y="5368"/>
                  </a:lnTo>
                  <a:lnTo>
                    <a:pt x="14481" y="5329"/>
                  </a:lnTo>
                  <a:lnTo>
                    <a:pt x="14597" y="5290"/>
                  </a:lnTo>
                  <a:close/>
                  <a:moveTo>
                    <a:pt x="19115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85" y="5792"/>
                  </a:lnTo>
                  <a:lnTo>
                    <a:pt x="19385" y="5986"/>
                  </a:lnTo>
                  <a:lnTo>
                    <a:pt x="19346" y="6140"/>
                  </a:lnTo>
                  <a:lnTo>
                    <a:pt x="18613" y="5792"/>
                  </a:lnTo>
                  <a:lnTo>
                    <a:pt x="18651" y="5715"/>
                  </a:lnTo>
                  <a:lnTo>
                    <a:pt x="18690" y="5638"/>
                  </a:lnTo>
                  <a:lnTo>
                    <a:pt x="18844" y="5522"/>
                  </a:lnTo>
                  <a:lnTo>
                    <a:pt x="18999" y="5484"/>
                  </a:lnTo>
                  <a:close/>
                  <a:moveTo>
                    <a:pt x="20350" y="6063"/>
                  </a:moveTo>
                  <a:lnTo>
                    <a:pt x="20466" y="6101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52" y="6719"/>
                  </a:lnTo>
                  <a:lnTo>
                    <a:pt x="20891" y="6912"/>
                  </a:lnTo>
                  <a:lnTo>
                    <a:pt x="20891" y="6912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48" y="6256"/>
                  </a:lnTo>
                  <a:lnTo>
                    <a:pt x="19887" y="6179"/>
                  </a:lnTo>
                  <a:lnTo>
                    <a:pt x="20003" y="6101"/>
                  </a:lnTo>
                  <a:lnTo>
                    <a:pt x="20080" y="6063"/>
                  </a:lnTo>
                  <a:close/>
                  <a:moveTo>
                    <a:pt x="23748" y="5870"/>
                  </a:moveTo>
                  <a:lnTo>
                    <a:pt x="23941" y="5947"/>
                  </a:lnTo>
                  <a:lnTo>
                    <a:pt x="24019" y="5986"/>
                  </a:lnTo>
                  <a:lnTo>
                    <a:pt x="24096" y="5986"/>
                  </a:lnTo>
                  <a:lnTo>
                    <a:pt x="23941" y="6294"/>
                  </a:lnTo>
                  <a:lnTo>
                    <a:pt x="23748" y="6526"/>
                  </a:lnTo>
                  <a:lnTo>
                    <a:pt x="23517" y="6758"/>
                  </a:lnTo>
                  <a:lnTo>
                    <a:pt x="23246" y="6951"/>
                  </a:lnTo>
                  <a:lnTo>
                    <a:pt x="23208" y="6912"/>
                  </a:lnTo>
                  <a:lnTo>
                    <a:pt x="23092" y="6719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9"/>
                  </a:lnTo>
                  <a:lnTo>
                    <a:pt x="23131" y="6063"/>
                  </a:lnTo>
                  <a:lnTo>
                    <a:pt x="23208" y="5986"/>
                  </a:lnTo>
                  <a:lnTo>
                    <a:pt x="23285" y="5908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2"/>
                  </a:lnTo>
                  <a:lnTo>
                    <a:pt x="12627" y="6796"/>
                  </a:lnTo>
                  <a:lnTo>
                    <a:pt x="12627" y="6642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98" y="6179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681"/>
                  </a:lnTo>
                  <a:lnTo>
                    <a:pt x="22629" y="6835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05"/>
                  </a:lnTo>
                  <a:lnTo>
                    <a:pt x="22551" y="7221"/>
                  </a:lnTo>
                  <a:lnTo>
                    <a:pt x="22165" y="7221"/>
                  </a:lnTo>
                  <a:lnTo>
                    <a:pt x="21779" y="7183"/>
                  </a:lnTo>
                  <a:lnTo>
                    <a:pt x="21393" y="7105"/>
                  </a:lnTo>
                  <a:lnTo>
                    <a:pt x="21509" y="6912"/>
                  </a:lnTo>
                  <a:lnTo>
                    <a:pt x="21625" y="6719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376"/>
                  </a:moveTo>
                  <a:lnTo>
                    <a:pt x="12473" y="7414"/>
                  </a:lnTo>
                  <a:lnTo>
                    <a:pt x="12125" y="7955"/>
                  </a:lnTo>
                  <a:lnTo>
                    <a:pt x="11816" y="8534"/>
                  </a:lnTo>
                  <a:lnTo>
                    <a:pt x="11701" y="8341"/>
                  </a:lnTo>
                  <a:lnTo>
                    <a:pt x="11662" y="8071"/>
                  </a:lnTo>
                  <a:lnTo>
                    <a:pt x="11662" y="7955"/>
                  </a:lnTo>
                  <a:lnTo>
                    <a:pt x="11701" y="7800"/>
                  </a:lnTo>
                  <a:lnTo>
                    <a:pt x="11739" y="7685"/>
                  </a:lnTo>
                  <a:lnTo>
                    <a:pt x="11816" y="7607"/>
                  </a:lnTo>
                  <a:lnTo>
                    <a:pt x="11932" y="7492"/>
                  </a:lnTo>
                  <a:lnTo>
                    <a:pt x="12048" y="7453"/>
                  </a:lnTo>
                  <a:lnTo>
                    <a:pt x="12164" y="7414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94" y="9384"/>
                  </a:lnTo>
                  <a:lnTo>
                    <a:pt x="2472" y="9461"/>
                  </a:lnTo>
                  <a:lnTo>
                    <a:pt x="2549" y="9538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9963"/>
                  </a:lnTo>
                  <a:lnTo>
                    <a:pt x="2124" y="9886"/>
                  </a:lnTo>
                  <a:lnTo>
                    <a:pt x="1661" y="9847"/>
                  </a:lnTo>
                  <a:lnTo>
                    <a:pt x="1699" y="9731"/>
                  </a:lnTo>
                  <a:lnTo>
                    <a:pt x="1738" y="9615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lnTo>
                    <a:pt x="2124" y="9345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01"/>
                  </a:lnTo>
                  <a:lnTo>
                    <a:pt x="11276" y="10272"/>
                  </a:lnTo>
                  <a:lnTo>
                    <a:pt x="11237" y="10233"/>
                  </a:lnTo>
                  <a:lnTo>
                    <a:pt x="11083" y="10040"/>
                  </a:lnTo>
                  <a:lnTo>
                    <a:pt x="10967" y="9808"/>
                  </a:lnTo>
                  <a:lnTo>
                    <a:pt x="10928" y="9693"/>
                  </a:lnTo>
                  <a:lnTo>
                    <a:pt x="10928" y="9538"/>
                  </a:lnTo>
                  <a:lnTo>
                    <a:pt x="10967" y="9422"/>
                  </a:lnTo>
                  <a:lnTo>
                    <a:pt x="11006" y="9306"/>
                  </a:lnTo>
                  <a:lnTo>
                    <a:pt x="11121" y="9152"/>
                  </a:lnTo>
                  <a:lnTo>
                    <a:pt x="11276" y="9036"/>
                  </a:lnTo>
                  <a:lnTo>
                    <a:pt x="11469" y="8997"/>
                  </a:lnTo>
                  <a:close/>
                  <a:moveTo>
                    <a:pt x="3785" y="9731"/>
                  </a:moveTo>
                  <a:lnTo>
                    <a:pt x="3900" y="9770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71" y="10117"/>
                  </a:lnTo>
                  <a:lnTo>
                    <a:pt x="4171" y="10233"/>
                  </a:lnTo>
                  <a:lnTo>
                    <a:pt x="4171" y="10388"/>
                  </a:lnTo>
                  <a:lnTo>
                    <a:pt x="4132" y="10503"/>
                  </a:lnTo>
                  <a:lnTo>
                    <a:pt x="4055" y="10619"/>
                  </a:lnTo>
                  <a:lnTo>
                    <a:pt x="3900" y="10542"/>
                  </a:lnTo>
                  <a:lnTo>
                    <a:pt x="3514" y="10310"/>
                  </a:lnTo>
                  <a:lnTo>
                    <a:pt x="3089" y="10117"/>
                  </a:lnTo>
                  <a:lnTo>
                    <a:pt x="3167" y="10001"/>
                  </a:lnTo>
                  <a:lnTo>
                    <a:pt x="3244" y="9886"/>
                  </a:lnTo>
                  <a:lnTo>
                    <a:pt x="3360" y="9808"/>
                  </a:lnTo>
                  <a:lnTo>
                    <a:pt x="3514" y="9770"/>
                  </a:lnTo>
                  <a:lnTo>
                    <a:pt x="3630" y="9731"/>
                  </a:lnTo>
                  <a:close/>
                  <a:moveTo>
                    <a:pt x="4827" y="10619"/>
                  </a:moveTo>
                  <a:lnTo>
                    <a:pt x="4943" y="10658"/>
                  </a:lnTo>
                  <a:lnTo>
                    <a:pt x="5020" y="10697"/>
                  </a:lnTo>
                  <a:lnTo>
                    <a:pt x="5097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890"/>
                  </a:lnTo>
                  <a:lnTo>
                    <a:pt x="4441" y="10812"/>
                  </a:lnTo>
                  <a:lnTo>
                    <a:pt x="4518" y="10735"/>
                  </a:lnTo>
                  <a:lnTo>
                    <a:pt x="4673" y="10658"/>
                  </a:lnTo>
                  <a:lnTo>
                    <a:pt x="4827" y="10619"/>
                  </a:lnTo>
                  <a:close/>
                  <a:moveTo>
                    <a:pt x="11160" y="10619"/>
                  </a:moveTo>
                  <a:lnTo>
                    <a:pt x="10967" y="11199"/>
                  </a:lnTo>
                  <a:lnTo>
                    <a:pt x="10735" y="11739"/>
                  </a:lnTo>
                  <a:lnTo>
                    <a:pt x="10697" y="11662"/>
                  </a:lnTo>
                  <a:lnTo>
                    <a:pt x="10504" y="11507"/>
                  </a:lnTo>
                  <a:lnTo>
                    <a:pt x="10426" y="11314"/>
                  </a:lnTo>
                  <a:lnTo>
                    <a:pt x="10388" y="11121"/>
                  </a:lnTo>
                  <a:lnTo>
                    <a:pt x="10465" y="10928"/>
                  </a:lnTo>
                  <a:lnTo>
                    <a:pt x="10581" y="10774"/>
                  </a:lnTo>
                  <a:lnTo>
                    <a:pt x="10735" y="10658"/>
                  </a:lnTo>
                  <a:lnTo>
                    <a:pt x="10928" y="10619"/>
                  </a:lnTo>
                  <a:close/>
                  <a:moveTo>
                    <a:pt x="5754" y="11430"/>
                  </a:moveTo>
                  <a:lnTo>
                    <a:pt x="5986" y="11469"/>
                  </a:lnTo>
                  <a:lnTo>
                    <a:pt x="6063" y="11507"/>
                  </a:lnTo>
                  <a:lnTo>
                    <a:pt x="6179" y="11546"/>
                  </a:lnTo>
                  <a:lnTo>
                    <a:pt x="6256" y="11662"/>
                  </a:lnTo>
                  <a:lnTo>
                    <a:pt x="6333" y="11739"/>
                  </a:lnTo>
                  <a:lnTo>
                    <a:pt x="6410" y="11971"/>
                  </a:lnTo>
                  <a:lnTo>
                    <a:pt x="6410" y="12203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84" y="11585"/>
                  </a:lnTo>
                  <a:lnTo>
                    <a:pt x="5561" y="11507"/>
                  </a:lnTo>
                  <a:lnTo>
                    <a:pt x="5638" y="11469"/>
                  </a:lnTo>
                  <a:lnTo>
                    <a:pt x="5754" y="11430"/>
                  </a:lnTo>
                  <a:close/>
                  <a:moveTo>
                    <a:pt x="10542" y="12009"/>
                  </a:moveTo>
                  <a:lnTo>
                    <a:pt x="10388" y="12280"/>
                  </a:lnTo>
                  <a:lnTo>
                    <a:pt x="10195" y="12511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27"/>
                  </a:lnTo>
                  <a:lnTo>
                    <a:pt x="9654" y="12473"/>
                  </a:lnTo>
                  <a:lnTo>
                    <a:pt x="9693" y="12318"/>
                  </a:lnTo>
                  <a:lnTo>
                    <a:pt x="9808" y="12203"/>
                  </a:lnTo>
                  <a:lnTo>
                    <a:pt x="9963" y="12125"/>
                  </a:lnTo>
                  <a:lnTo>
                    <a:pt x="10156" y="12087"/>
                  </a:lnTo>
                  <a:lnTo>
                    <a:pt x="10542" y="12009"/>
                  </a:lnTo>
                  <a:close/>
                  <a:moveTo>
                    <a:pt x="7376" y="12473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168"/>
                  </a:lnTo>
                  <a:lnTo>
                    <a:pt x="7337" y="12975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83" y="12511"/>
                  </a:lnTo>
                  <a:lnTo>
                    <a:pt x="7376" y="12473"/>
                  </a:lnTo>
                  <a:close/>
                  <a:moveTo>
                    <a:pt x="8959" y="12627"/>
                  </a:moveTo>
                  <a:lnTo>
                    <a:pt x="9113" y="12743"/>
                  </a:lnTo>
                  <a:lnTo>
                    <a:pt x="9229" y="12936"/>
                  </a:lnTo>
                  <a:lnTo>
                    <a:pt x="9268" y="13091"/>
                  </a:lnTo>
                  <a:lnTo>
                    <a:pt x="9268" y="13207"/>
                  </a:lnTo>
                  <a:lnTo>
                    <a:pt x="9036" y="13245"/>
                  </a:lnTo>
                  <a:lnTo>
                    <a:pt x="8804" y="13284"/>
                  </a:lnTo>
                  <a:lnTo>
                    <a:pt x="8302" y="13284"/>
                  </a:lnTo>
                  <a:lnTo>
                    <a:pt x="8341" y="13207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666"/>
                  </a:lnTo>
                  <a:lnTo>
                    <a:pt x="8650" y="12627"/>
                  </a:lnTo>
                  <a:close/>
                  <a:moveTo>
                    <a:pt x="22899" y="0"/>
                  </a:moveTo>
                  <a:lnTo>
                    <a:pt x="22822" y="77"/>
                  </a:lnTo>
                  <a:lnTo>
                    <a:pt x="22783" y="116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386"/>
                  </a:lnTo>
                  <a:lnTo>
                    <a:pt x="22860" y="425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629" y="1506"/>
                  </a:lnTo>
                  <a:lnTo>
                    <a:pt x="22629" y="1699"/>
                  </a:lnTo>
                  <a:lnTo>
                    <a:pt x="22629" y="1854"/>
                  </a:lnTo>
                  <a:lnTo>
                    <a:pt x="22706" y="2047"/>
                  </a:lnTo>
                  <a:lnTo>
                    <a:pt x="22860" y="2240"/>
                  </a:lnTo>
                  <a:lnTo>
                    <a:pt x="23053" y="2394"/>
                  </a:lnTo>
                  <a:lnTo>
                    <a:pt x="23285" y="2472"/>
                  </a:lnTo>
                  <a:lnTo>
                    <a:pt x="23517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44"/>
                  </a:lnTo>
                  <a:lnTo>
                    <a:pt x="23439" y="3476"/>
                  </a:lnTo>
                  <a:lnTo>
                    <a:pt x="23594" y="3707"/>
                  </a:lnTo>
                  <a:lnTo>
                    <a:pt x="23748" y="3862"/>
                  </a:lnTo>
                  <a:lnTo>
                    <a:pt x="23980" y="3978"/>
                  </a:lnTo>
                  <a:lnTo>
                    <a:pt x="23748" y="4209"/>
                  </a:lnTo>
                  <a:lnTo>
                    <a:pt x="23555" y="4441"/>
                  </a:lnTo>
                  <a:lnTo>
                    <a:pt x="23478" y="4750"/>
                  </a:lnTo>
                  <a:lnTo>
                    <a:pt x="23439" y="4866"/>
                  </a:lnTo>
                  <a:lnTo>
                    <a:pt x="23439" y="5020"/>
                  </a:lnTo>
                  <a:lnTo>
                    <a:pt x="23517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69" y="5561"/>
                  </a:lnTo>
                  <a:lnTo>
                    <a:pt x="22976" y="5677"/>
                  </a:lnTo>
                  <a:lnTo>
                    <a:pt x="22822" y="5870"/>
                  </a:lnTo>
                  <a:lnTo>
                    <a:pt x="22706" y="6101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2165" y="6179"/>
                  </a:lnTo>
                  <a:lnTo>
                    <a:pt x="21972" y="6217"/>
                  </a:lnTo>
                  <a:lnTo>
                    <a:pt x="21740" y="6256"/>
                  </a:lnTo>
                  <a:lnTo>
                    <a:pt x="21547" y="6372"/>
                  </a:lnTo>
                  <a:lnTo>
                    <a:pt x="21354" y="6565"/>
                  </a:lnTo>
                  <a:lnTo>
                    <a:pt x="21200" y="6758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5986"/>
                  </a:lnTo>
                  <a:lnTo>
                    <a:pt x="20736" y="5870"/>
                  </a:lnTo>
                  <a:lnTo>
                    <a:pt x="20582" y="5792"/>
                  </a:lnTo>
                  <a:lnTo>
                    <a:pt x="20428" y="5754"/>
                  </a:lnTo>
                  <a:lnTo>
                    <a:pt x="20080" y="5754"/>
                  </a:lnTo>
                  <a:lnTo>
                    <a:pt x="19887" y="5831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4"/>
                  </a:lnTo>
                  <a:lnTo>
                    <a:pt x="19462" y="5290"/>
                  </a:lnTo>
                  <a:lnTo>
                    <a:pt x="19385" y="5213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52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58" y="5097"/>
                  </a:lnTo>
                  <a:lnTo>
                    <a:pt x="18381" y="4982"/>
                  </a:lnTo>
                  <a:lnTo>
                    <a:pt x="18304" y="4827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6" y="4557"/>
                  </a:lnTo>
                  <a:lnTo>
                    <a:pt x="17802" y="4518"/>
                  </a:lnTo>
                  <a:lnTo>
                    <a:pt x="17531" y="4518"/>
                  </a:lnTo>
                  <a:lnTo>
                    <a:pt x="17377" y="4557"/>
                  </a:lnTo>
                  <a:lnTo>
                    <a:pt x="17261" y="4634"/>
                  </a:lnTo>
                  <a:lnTo>
                    <a:pt x="17145" y="4711"/>
                  </a:lnTo>
                  <a:lnTo>
                    <a:pt x="17029" y="4827"/>
                  </a:lnTo>
                  <a:lnTo>
                    <a:pt x="16875" y="5059"/>
                  </a:lnTo>
                  <a:lnTo>
                    <a:pt x="16759" y="4904"/>
                  </a:lnTo>
                  <a:lnTo>
                    <a:pt x="16605" y="4788"/>
                  </a:lnTo>
                  <a:lnTo>
                    <a:pt x="16450" y="4673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27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290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29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43"/>
                  </a:lnTo>
                  <a:lnTo>
                    <a:pt x="14288" y="5020"/>
                  </a:lnTo>
                  <a:lnTo>
                    <a:pt x="14172" y="5059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22"/>
                  </a:lnTo>
                  <a:lnTo>
                    <a:pt x="13786" y="5831"/>
                  </a:lnTo>
                  <a:lnTo>
                    <a:pt x="13593" y="5715"/>
                  </a:lnTo>
                  <a:lnTo>
                    <a:pt x="13361" y="5677"/>
                  </a:lnTo>
                  <a:lnTo>
                    <a:pt x="13168" y="5677"/>
                  </a:lnTo>
                  <a:lnTo>
                    <a:pt x="12936" y="5715"/>
                  </a:lnTo>
                  <a:lnTo>
                    <a:pt x="12743" y="5831"/>
                  </a:lnTo>
                  <a:lnTo>
                    <a:pt x="12627" y="5908"/>
                  </a:lnTo>
                  <a:lnTo>
                    <a:pt x="12511" y="6063"/>
                  </a:lnTo>
                  <a:lnTo>
                    <a:pt x="12434" y="6179"/>
                  </a:lnTo>
                  <a:lnTo>
                    <a:pt x="12357" y="6333"/>
                  </a:lnTo>
                  <a:lnTo>
                    <a:pt x="12357" y="6488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6990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376"/>
                  </a:lnTo>
                  <a:lnTo>
                    <a:pt x="11430" y="7530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314" y="7994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18"/>
                  </a:lnTo>
                  <a:lnTo>
                    <a:pt x="11507" y="8573"/>
                  </a:lnTo>
                  <a:lnTo>
                    <a:pt x="11237" y="8650"/>
                  </a:lnTo>
                  <a:lnTo>
                    <a:pt x="10967" y="8766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619" y="9770"/>
                  </a:lnTo>
                  <a:lnTo>
                    <a:pt x="10697" y="10001"/>
                  </a:lnTo>
                  <a:lnTo>
                    <a:pt x="10851" y="10233"/>
                  </a:lnTo>
                  <a:lnTo>
                    <a:pt x="10619" y="10272"/>
                  </a:lnTo>
                  <a:lnTo>
                    <a:pt x="10426" y="10388"/>
                  </a:lnTo>
                  <a:lnTo>
                    <a:pt x="10272" y="10581"/>
                  </a:lnTo>
                  <a:lnTo>
                    <a:pt x="10117" y="10774"/>
                  </a:lnTo>
                  <a:lnTo>
                    <a:pt x="10079" y="10967"/>
                  </a:lnTo>
                  <a:lnTo>
                    <a:pt x="10040" y="11199"/>
                  </a:lnTo>
                  <a:lnTo>
                    <a:pt x="10079" y="11469"/>
                  </a:lnTo>
                  <a:lnTo>
                    <a:pt x="10195" y="11662"/>
                  </a:lnTo>
                  <a:lnTo>
                    <a:pt x="9924" y="11739"/>
                  </a:lnTo>
                  <a:lnTo>
                    <a:pt x="9693" y="11816"/>
                  </a:lnTo>
                  <a:lnTo>
                    <a:pt x="9500" y="11971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57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18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164"/>
                  </a:lnTo>
                  <a:lnTo>
                    <a:pt x="6990" y="12241"/>
                  </a:lnTo>
                  <a:lnTo>
                    <a:pt x="6796" y="12396"/>
                  </a:lnTo>
                  <a:lnTo>
                    <a:pt x="6796" y="12048"/>
                  </a:lnTo>
                  <a:lnTo>
                    <a:pt x="6758" y="11855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392"/>
                  </a:lnTo>
                  <a:lnTo>
                    <a:pt x="6410" y="11276"/>
                  </a:lnTo>
                  <a:lnTo>
                    <a:pt x="6256" y="11199"/>
                  </a:lnTo>
                  <a:lnTo>
                    <a:pt x="6063" y="11160"/>
                  </a:lnTo>
                  <a:lnTo>
                    <a:pt x="5870" y="11121"/>
                  </a:lnTo>
                  <a:lnTo>
                    <a:pt x="5715" y="11160"/>
                  </a:lnTo>
                  <a:lnTo>
                    <a:pt x="5522" y="11199"/>
                  </a:lnTo>
                  <a:lnTo>
                    <a:pt x="5522" y="10928"/>
                  </a:lnTo>
                  <a:lnTo>
                    <a:pt x="5445" y="10697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49"/>
                  </a:lnTo>
                  <a:lnTo>
                    <a:pt x="4943" y="10310"/>
                  </a:lnTo>
                  <a:lnTo>
                    <a:pt x="4673" y="10310"/>
                  </a:lnTo>
                  <a:lnTo>
                    <a:pt x="4557" y="10349"/>
                  </a:lnTo>
                  <a:lnTo>
                    <a:pt x="4518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09" y="9577"/>
                  </a:lnTo>
                  <a:lnTo>
                    <a:pt x="4093" y="9461"/>
                  </a:lnTo>
                  <a:lnTo>
                    <a:pt x="3900" y="9422"/>
                  </a:lnTo>
                  <a:lnTo>
                    <a:pt x="3746" y="9384"/>
                  </a:lnTo>
                  <a:lnTo>
                    <a:pt x="3591" y="9422"/>
                  </a:lnTo>
                  <a:lnTo>
                    <a:pt x="3437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31"/>
                  </a:lnTo>
                  <a:lnTo>
                    <a:pt x="2974" y="9615"/>
                  </a:lnTo>
                  <a:lnTo>
                    <a:pt x="2896" y="9422"/>
                  </a:lnTo>
                  <a:lnTo>
                    <a:pt x="2781" y="9268"/>
                  </a:lnTo>
                  <a:lnTo>
                    <a:pt x="2626" y="9113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8997"/>
                  </a:lnTo>
                  <a:lnTo>
                    <a:pt x="1854" y="9075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499"/>
                  </a:lnTo>
                  <a:lnTo>
                    <a:pt x="1390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272"/>
                  </a:lnTo>
                  <a:lnTo>
                    <a:pt x="386" y="10426"/>
                  </a:lnTo>
                  <a:lnTo>
                    <a:pt x="271" y="10542"/>
                  </a:lnTo>
                  <a:lnTo>
                    <a:pt x="116" y="10851"/>
                  </a:lnTo>
                  <a:lnTo>
                    <a:pt x="39" y="11199"/>
                  </a:lnTo>
                  <a:lnTo>
                    <a:pt x="0" y="11546"/>
                  </a:lnTo>
                  <a:lnTo>
                    <a:pt x="77" y="11894"/>
                  </a:lnTo>
                  <a:lnTo>
                    <a:pt x="193" y="12241"/>
                  </a:lnTo>
                  <a:lnTo>
                    <a:pt x="386" y="12511"/>
                  </a:lnTo>
                  <a:lnTo>
                    <a:pt x="618" y="12782"/>
                  </a:lnTo>
                  <a:lnTo>
                    <a:pt x="811" y="12898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124" y="13091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11"/>
                  </a:lnTo>
                  <a:lnTo>
                    <a:pt x="3360" y="12203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39"/>
                  </a:lnTo>
                  <a:lnTo>
                    <a:pt x="3283" y="11739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50"/>
                  </a:lnTo>
                  <a:lnTo>
                    <a:pt x="2047" y="12666"/>
                  </a:lnTo>
                  <a:lnTo>
                    <a:pt x="1429" y="12666"/>
                  </a:lnTo>
                  <a:lnTo>
                    <a:pt x="1159" y="12550"/>
                  </a:lnTo>
                  <a:lnTo>
                    <a:pt x="966" y="12434"/>
                  </a:lnTo>
                  <a:lnTo>
                    <a:pt x="811" y="12318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55"/>
                  </a:lnTo>
                  <a:lnTo>
                    <a:pt x="502" y="11701"/>
                  </a:lnTo>
                  <a:lnTo>
                    <a:pt x="502" y="11546"/>
                  </a:lnTo>
                  <a:lnTo>
                    <a:pt x="502" y="11353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927" y="10619"/>
                  </a:lnTo>
                  <a:lnTo>
                    <a:pt x="1043" y="10503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317" y="10349"/>
                  </a:lnTo>
                  <a:lnTo>
                    <a:pt x="2587" y="10426"/>
                  </a:lnTo>
                  <a:lnTo>
                    <a:pt x="2858" y="10503"/>
                  </a:lnTo>
                  <a:lnTo>
                    <a:pt x="3128" y="10619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908" y="12666"/>
                  </a:lnTo>
                  <a:lnTo>
                    <a:pt x="6294" y="12936"/>
                  </a:lnTo>
                  <a:lnTo>
                    <a:pt x="6681" y="13207"/>
                  </a:lnTo>
                  <a:lnTo>
                    <a:pt x="7105" y="13400"/>
                  </a:lnTo>
                  <a:lnTo>
                    <a:pt x="7530" y="13593"/>
                  </a:lnTo>
                  <a:lnTo>
                    <a:pt x="7994" y="13708"/>
                  </a:lnTo>
                  <a:lnTo>
                    <a:pt x="8457" y="13786"/>
                  </a:lnTo>
                  <a:lnTo>
                    <a:pt x="8920" y="13747"/>
                  </a:lnTo>
                  <a:lnTo>
                    <a:pt x="9345" y="13670"/>
                  </a:lnTo>
                  <a:lnTo>
                    <a:pt x="9731" y="13515"/>
                  </a:lnTo>
                  <a:lnTo>
                    <a:pt x="10079" y="13322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34"/>
                  </a:lnTo>
                  <a:lnTo>
                    <a:pt x="11121" y="12087"/>
                  </a:lnTo>
                  <a:lnTo>
                    <a:pt x="11314" y="11739"/>
                  </a:lnTo>
                  <a:lnTo>
                    <a:pt x="11507" y="11199"/>
                  </a:lnTo>
                  <a:lnTo>
                    <a:pt x="11662" y="10658"/>
                  </a:lnTo>
                  <a:lnTo>
                    <a:pt x="11971" y="9615"/>
                  </a:lnTo>
                  <a:lnTo>
                    <a:pt x="12164" y="9075"/>
                  </a:lnTo>
                  <a:lnTo>
                    <a:pt x="12357" y="8573"/>
                  </a:lnTo>
                  <a:lnTo>
                    <a:pt x="12627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51"/>
                  </a:lnTo>
                  <a:lnTo>
                    <a:pt x="14017" y="6681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6"/>
                  </a:lnTo>
                  <a:lnTo>
                    <a:pt x="16296" y="5908"/>
                  </a:lnTo>
                  <a:lnTo>
                    <a:pt x="16914" y="5908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2"/>
                  </a:lnTo>
                  <a:lnTo>
                    <a:pt x="21316" y="7607"/>
                  </a:lnTo>
                  <a:lnTo>
                    <a:pt x="21740" y="7685"/>
                  </a:lnTo>
                  <a:lnTo>
                    <a:pt x="22165" y="7723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492"/>
                  </a:lnTo>
                  <a:lnTo>
                    <a:pt x="23748" y="7260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870"/>
                  </a:lnTo>
                  <a:lnTo>
                    <a:pt x="24907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171"/>
                  </a:lnTo>
                  <a:lnTo>
                    <a:pt x="24984" y="3707"/>
                  </a:lnTo>
                  <a:lnTo>
                    <a:pt x="24907" y="3283"/>
                  </a:lnTo>
                  <a:lnTo>
                    <a:pt x="24791" y="2819"/>
                  </a:lnTo>
                  <a:lnTo>
                    <a:pt x="24637" y="2394"/>
                  </a:lnTo>
                  <a:lnTo>
                    <a:pt x="24482" y="1970"/>
                  </a:lnTo>
                  <a:lnTo>
                    <a:pt x="24250" y="1545"/>
                  </a:lnTo>
                  <a:lnTo>
                    <a:pt x="24057" y="1159"/>
                  </a:lnTo>
                  <a:lnTo>
                    <a:pt x="23826" y="811"/>
                  </a:lnTo>
                  <a:lnTo>
                    <a:pt x="23941" y="348"/>
                  </a:lnTo>
                  <a:lnTo>
                    <a:pt x="23594" y="193"/>
                  </a:lnTo>
                  <a:lnTo>
                    <a:pt x="23208" y="77"/>
                  </a:lnTo>
                  <a:lnTo>
                    <a:pt x="23169" y="39"/>
                  </a:lnTo>
                  <a:lnTo>
                    <a:pt x="2309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13"/>
            <p:cNvSpPr/>
            <p:nvPr/>
          </p:nvSpPr>
          <p:spPr>
            <a:xfrm>
              <a:off x="2133125" y="3382150"/>
              <a:ext cx="437350" cy="302200"/>
            </a:xfrm>
            <a:custGeom>
              <a:avLst/>
              <a:gdLst/>
              <a:ahLst/>
              <a:cxnLst/>
              <a:rect l="l" t="t" r="r" b="b"/>
              <a:pathLst>
                <a:path w="17494" h="12088" extrusionOk="0">
                  <a:moveTo>
                    <a:pt x="12087" y="541"/>
                  </a:moveTo>
                  <a:lnTo>
                    <a:pt x="12203" y="580"/>
                  </a:lnTo>
                  <a:lnTo>
                    <a:pt x="12319" y="657"/>
                  </a:lnTo>
                  <a:lnTo>
                    <a:pt x="12628" y="889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93"/>
                  </a:lnTo>
                  <a:lnTo>
                    <a:pt x="13478" y="2279"/>
                  </a:lnTo>
                  <a:lnTo>
                    <a:pt x="13632" y="2665"/>
                  </a:lnTo>
                  <a:lnTo>
                    <a:pt x="13825" y="3476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511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3" y="1738"/>
                  </a:lnTo>
                  <a:lnTo>
                    <a:pt x="11508" y="1429"/>
                  </a:lnTo>
                  <a:lnTo>
                    <a:pt x="11431" y="1082"/>
                  </a:lnTo>
                  <a:lnTo>
                    <a:pt x="11663" y="734"/>
                  </a:lnTo>
                  <a:lnTo>
                    <a:pt x="11779" y="618"/>
                  </a:lnTo>
                  <a:lnTo>
                    <a:pt x="11856" y="541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90" y="1738"/>
                  </a:lnTo>
                  <a:lnTo>
                    <a:pt x="16567" y="1854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704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6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700"/>
                  </a:lnTo>
                  <a:lnTo>
                    <a:pt x="16103" y="1622"/>
                  </a:lnTo>
                  <a:close/>
                  <a:moveTo>
                    <a:pt x="13864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52"/>
                  </a:lnTo>
                  <a:lnTo>
                    <a:pt x="12667" y="5484"/>
                  </a:lnTo>
                  <a:lnTo>
                    <a:pt x="12165" y="5793"/>
                  </a:lnTo>
                  <a:lnTo>
                    <a:pt x="11894" y="5909"/>
                  </a:lnTo>
                  <a:lnTo>
                    <a:pt x="11624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8" y="5291"/>
                  </a:lnTo>
                  <a:lnTo>
                    <a:pt x="11122" y="5098"/>
                  </a:lnTo>
                  <a:lnTo>
                    <a:pt x="11277" y="4982"/>
                  </a:lnTo>
                  <a:lnTo>
                    <a:pt x="11547" y="4750"/>
                  </a:lnTo>
                  <a:lnTo>
                    <a:pt x="11817" y="4673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2" y="5407"/>
                  </a:lnTo>
                  <a:lnTo>
                    <a:pt x="16412" y="5677"/>
                  </a:lnTo>
                  <a:lnTo>
                    <a:pt x="16644" y="6025"/>
                  </a:lnTo>
                  <a:lnTo>
                    <a:pt x="16876" y="6333"/>
                  </a:lnTo>
                  <a:lnTo>
                    <a:pt x="16992" y="6681"/>
                  </a:lnTo>
                  <a:lnTo>
                    <a:pt x="16992" y="6835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374" y="7337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835"/>
                  </a:lnTo>
                  <a:lnTo>
                    <a:pt x="15370" y="6565"/>
                  </a:lnTo>
                  <a:lnTo>
                    <a:pt x="15061" y="6179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78"/>
                  </a:lnTo>
                  <a:lnTo>
                    <a:pt x="11470" y="116"/>
                  </a:lnTo>
                  <a:lnTo>
                    <a:pt x="11354" y="232"/>
                  </a:lnTo>
                  <a:lnTo>
                    <a:pt x="11161" y="425"/>
                  </a:lnTo>
                  <a:lnTo>
                    <a:pt x="11006" y="618"/>
                  </a:lnTo>
                  <a:lnTo>
                    <a:pt x="10929" y="812"/>
                  </a:lnTo>
                  <a:lnTo>
                    <a:pt x="10929" y="1043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700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2" y="2742"/>
                  </a:lnTo>
                  <a:lnTo>
                    <a:pt x="12396" y="3090"/>
                  </a:lnTo>
                  <a:lnTo>
                    <a:pt x="12860" y="3437"/>
                  </a:lnTo>
                  <a:lnTo>
                    <a:pt x="12860" y="3437"/>
                  </a:lnTo>
                  <a:lnTo>
                    <a:pt x="12049" y="3322"/>
                  </a:lnTo>
                  <a:lnTo>
                    <a:pt x="11199" y="3283"/>
                  </a:lnTo>
                  <a:lnTo>
                    <a:pt x="10388" y="3360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45"/>
                  </a:lnTo>
                  <a:lnTo>
                    <a:pt x="9075" y="1622"/>
                  </a:lnTo>
                  <a:lnTo>
                    <a:pt x="9153" y="2124"/>
                  </a:lnTo>
                  <a:lnTo>
                    <a:pt x="9153" y="2626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630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50"/>
                  </a:lnTo>
                  <a:lnTo>
                    <a:pt x="5832" y="5252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51"/>
                  </a:lnTo>
                  <a:lnTo>
                    <a:pt x="3090" y="7724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56"/>
                  </a:lnTo>
                  <a:lnTo>
                    <a:pt x="542" y="10967"/>
                  </a:lnTo>
                  <a:lnTo>
                    <a:pt x="1" y="11817"/>
                  </a:lnTo>
                  <a:lnTo>
                    <a:pt x="349" y="12087"/>
                  </a:lnTo>
                  <a:lnTo>
                    <a:pt x="1546" y="10542"/>
                  </a:lnTo>
                  <a:lnTo>
                    <a:pt x="2743" y="8998"/>
                  </a:lnTo>
                  <a:lnTo>
                    <a:pt x="3360" y="8226"/>
                  </a:lnTo>
                  <a:lnTo>
                    <a:pt x="4017" y="7531"/>
                  </a:lnTo>
                  <a:lnTo>
                    <a:pt x="4712" y="6835"/>
                  </a:lnTo>
                  <a:lnTo>
                    <a:pt x="5484" y="6179"/>
                  </a:lnTo>
                  <a:lnTo>
                    <a:pt x="6257" y="5600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8" y="4441"/>
                  </a:lnTo>
                  <a:lnTo>
                    <a:pt x="8921" y="4287"/>
                  </a:lnTo>
                  <a:lnTo>
                    <a:pt x="9423" y="4132"/>
                  </a:lnTo>
                  <a:lnTo>
                    <a:pt x="9886" y="4017"/>
                  </a:lnTo>
                  <a:lnTo>
                    <a:pt x="10388" y="3939"/>
                  </a:lnTo>
                  <a:lnTo>
                    <a:pt x="10852" y="3862"/>
                  </a:lnTo>
                  <a:lnTo>
                    <a:pt x="11354" y="3823"/>
                  </a:lnTo>
                  <a:lnTo>
                    <a:pt x="11856" y="3823"/>
                  </a:lnTo>
                  <a:lnTo>
                    <a:pt x="12358" y="3862"/>
                  </a:lnTo>
                  <a:lnTo>
                    <a:pt x="12860" y="3939"/>
                  </a:lnTo>
                  <a:lnTo>
                    <a:pt x="12358" y="4017"/>
                  </a:lnTo>
                  <a:lnTo>
                    <a:pt x="11856" y="4132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712"/>
                  </a:lnTo>
                  <a:lnTo>
                    <a:pt x="10697" y="4866"/>
                  </a:lnTo>
                  <a:lnTo>
                    <a:pt x="10543" y="5098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86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3"/>
                  </a:lnTo>
                  <a:lnTo>
                    <a:pt x="11006" y="6449"/>
                  </a:lnTo>
                  <a:lnTo>
                    <a:pt x="11585" y="6449"/>
                  </a:lnTo>
                  <a:lnTo>
                    <a:pt x="11894" y="6372"/>
                  </a:lnTo>
                  <a:lnTo>
                    <a:pt x="12165" y="6295"/>
                  </a:lnTo>
                  <a:lnTo>
                    <a:pt x="12628" y="6063"/>
                  </a:lnTo>
                  <a:lnTo>
                    <a:pt x="13053" y="5831"/>
                  </a:lnTo>
                  <a:lnTo>
                    <a:pt x="13439" y="5523"/>
                  </a:lnTo>
                  <a:lnTo>
                    <a:pt x="13400" y="5561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47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876" y="7878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6"/>
                  </a:lnTo>
                  <a:lnTo>
                    <a:pt x="17378" y="7531"/>
                  </a:lnTo>
                  <a:lnTo>
                    <a:pt x="17416" y="7415"/>
                  </a:lnTo>
                  <a:lnTo>
                    <a:pt x="17455" y="7260"/>
                  </a:lnTo>
                  <a:lnTo>
                    <a:pt x="17494" y="6951"/>
                  </a:lnTo>
                  <a:lnTo>
                    <a:pt x="17416" y="6642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827"/>
                  </a:lnTo>
                  <a:lnTo>
                    <a:pt x="16026" y="4634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39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90"/>
                  </a:lnTo>
                  <a:lnTo>
                    <a:pt x="16914" y="2897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6" y="2202"/>
                  </a:lnTo>
                  <a:lnTo>
                    <a:pt x="17107" y="1931"/>
                  </a:lnTo>
                  <a:lnTo>
                    <a:pt x="17069" y="1700"/>
                  </a:lnTo>
                  <a:lnTo>
                    <a:pt x="16914" y="1507"/>
                  </a:lnTo>
                  <a:lnTo>
                    <a:pt x="16760" y="1352"/>
                  </a:lnTo>
                  <a:lnTo>
                    <a:pt x="16567" y="1236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75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80" y="2472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89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55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13"/>
            <p:cNvSpPr/>
            <p:nvPr/>
          </p:nvSpPr>
          <p:spPr>
            <a:xfrm>
              <a:off x="2371575" y="3521175"/>
              <a:ext cx="106225" cy="123575"/>
            </a:xfrm>
            <a:custGeom>
              <a:avLst/>
              <a:gdLst/>
              <a:ahLst/>
              <a:cxnLst/>
              <a:rect l="l" t="t" r="r" b="b"/>
              <a:pathLst>
                <a:path w="4249" h="4943" extrusionOk="0">
                  <a:moveTo>
                    <a:pt x="3862" y="0"/>
                  </a:moveTo>
                  <a:lnTo>
                    <a:pt x="3592" y="541"/>
                  </a:lnTo>
                  <a:lnTo>
                    <a:pt x="3245" y="1120"/>
                  </a:lnTo>
                  <a:lnTo>
                    <a:pt x="2897" y="1661"/>
                  </a:lnTo>
                  <a:lnTo>
                    <a:pt x="2511" y="2163"/>
                  </a:lnTo>
                  <a:lnTo>
                    <a:pt x="1932" y="2858"/>
                  </a:lnTo>
                  <a:lnTo>
                    <a:pt x="1314" y="3475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48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50"/>
                  </a:lnTo>
                  <a:lnTo>
                    <a:pt x="966" y="4518"/>
                  </a:lnTo>
                  <a:lnTo>
                    <a:pt x="1314" y="4209"/>
                  </a:lnTo>
                  <a:lnTo>
                    <a:pt x="1700" y="3900"/>
                  </a:lnTo>
                  <a:lnTo>
                    <a:pt x="2009" y="3553"/>
                  </a:lnTo>
                  <a:lnTo>
                    <a:pt x="2356" y="3167"/>
                  </a:lnTo>
                  <a:lnTo>
                    <a:pt x="2897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2"/>
                  </a:lnTo>
                  <a:lnTo>
                    <a:pt x="4248" y="155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13"/>
            <p:cNvSpPr/>
            <p:nvPr/>
          </p:nvSpPr>
          <p:spPr>
            <a:xfrm>
              <a:off x="2320425" y="3522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1"/>
                  </a:moveTo>
                  <a:lnTo>
                    <a:pt x="1004" y="310"/>
                  </a:ln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314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507"/>
                  </a:lnTo>
                  <a:lnTo>
                    <a:pt x="579" y="1430"/>
                  </a:lnTo>
                  <a:lnTo>
                    <a:pt x="502" y="1314"/>
                  </a:lnTo>
                  <a:lnTo>
                    <a:pt x="464" y="1236"/>
                  </a:lnTo>
                  <a:lnTo>
                    <a:pt x="425" y="1005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426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1"/>
                  </a:moveTo>
                  <a:lnTo>
                    <a:pt x="850" y="39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117"/>
                  </a:lnTo>
                  <a:lnTo>
                    <a:pt x="271" y="232"/>
                  </a:lnTo>
                  <a:lnTo>
                    <a:pt x="155" y="348"/>
                  </a:lnTo>
                  <a:lnTo>
                    <a:pt x="77" y="541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68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932"/>
                  </a:lnTo>
                  <a:lnTo>
                    <a:pt x="1622" y="1816"/>
                  </a:lnTo>
                  <a:lnTo>
                    <a:pt x="1777" y="1700"/>
                  </a:lnTo>
                  <a:lnTo>
                    <a:pt x="1892" y="1545"/>
                  </a:lnTo>
                  <a:lnTo>
                    <a:pt x="1970" y="1352"/>
                  </a:lnTo>
                  <a:lnTo>
                    <a:pt x="2047" y="1198"/>
                  </a:lnTo>
                  <a:lnTo>
                    <a:pt x="2085" y="1005"/>
                  </a:lnTo>
                  <a:lnTo>
                    <a:pt x="2047" y="812"/>
                  </a:lnTo>
                  <a:lnTo>
                    <a:pt x="1970" y="619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78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13"/>
            <p:cNvSpPr/>
            <p:nvPr/>
          </p:nvSpPr>
          <p:spPr>
            <a:xfrm>
              <a:off x="2264425" y="357522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8"/>
                  </a:lnTo>
                  <a:lnTo>
                    <a:pt x="3939" y="4248"/>
                  </a:lnTo>
                  <a:lnTo>
                    <a:pt x="4017" y="5407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917"/>
                  </a:lnTo>
                  <a:lnTo>
                    <a:pt x="3901" y="8534"/>
                  </a:lnTo>
                  <a:lnTo>
                    <a:pt x="3746" y="9152"/>
                  </a:lnTo>
                  <a:lnTo>
                    <a:pt x="3515" y="9732"/>
                  </a:lnTo>
                  <a:lnTo>
                    <a:pt x="3244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93"/>
                  </a:lnTo>
                  <a:lnTo>
                    <a:pt x="773" y="9384"/>
                  </a:lnTo>
                  <a:lnTo>
                    <a:pt x="696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618" y="2742"/>
                  </a:lnTo>
                  <a:lnTo>
                    <a:pt x="1391" y="2395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39"/>
                  </a:lnTo>
                  <a:lnTo>
                    <a:pt x="3476" y="310"/>
                  </a:lnTo>
                  <a:lnTo>
                    <a:pt x="3051" y="657"/>
                  </a:lnTo>
                  <a:lnTo>
                    <a:pt x="2626" y="966"/>
                  </a:lnTo>
                  <a:lnTo>
                    <a:pt x="2202" y="1313"/>
                  </a:lnTo>
                  <a:lnTo>
                    <a:pt x="1314" y="1893"/>
                  </a:lnTo>
                  <a:lnTo>
                    <a:pt x="425" y="2472"/>
                  </a:lnTo>
                  <a:lnTo>
                    <a:pt x="348" y="2549"/>
                  </a:lnTo>
                  <a:lnTo>
                    <a:pt x="348" y="2626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3"/>
                  </a:lnTo>
                  <a:lnTo>
                    <a:pt x="155" y="4866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4"/>
                  </a:lnTo>
                  <a:lnTo>
                    <a:pt x="1391" y="11199"/>
                  </a:lnTo>
                  <a:lnTo>
                    <a:pt x="1622" y="11315"/>
                  </a:lnTo>
                  <a:lnTo>
                    <a:pt x="1816" y="11392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53"/>
                  </a:lnTo>
                  <a:lnTo>
                    <a:pt x="3051" y="11237"/>
                  </a:lnTo>
                  <a:lnTo>
                    <a:pt x="3283" y="11044"/>
                  </a:lnTo>
                  <a:lnTo>
                    <a:pt x="3476" y="10890"/>
                  </a:lnTo>
                  <a:lnTo>
                    <a:pt x="3669" y="10658"/>
                  </a:lnTo>
                  <a:lnTo>
                    <a:pt x="3823" y="10388"/>
                  </a:lnTo>
                  <a:lnTo>
                    <a:pt x="3978" y="10156"/>
                  </a:lnTo>
                  <a:lnTo>
                    <a:pt x="4171" y="9538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222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57" y="4982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1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39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13"/>
            <p:cNvSpPr/>
            <p:nvPr/>
          </p:nvSpPr>
          <p:spPr>
            <a:xfrm>
              <a:off x="2268300" y="338120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70"/>
                  </a:lnTo>
                  <a:lnTo>
                    <a:pt x="1120" y="463"/>
                  </a:lnTo>
                  <a:lnTo>
                    <a:pt x="850" y="656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64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90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68"/>
                  </a:lnTo>
                  <a:lnTo>
                    <a:pt x="502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815"/>
                  </a:lnTo>
                  <a:lnTo>
                    <a:pt x="888" y="1583"/>
                  </a:lnTo>
                  <a:lnTo>
                    <a:pt x="1043" y="1352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92" y="656"/>
                  </a:lnTo>
                  <a:lnTo>
                    <a:pt x="2124" y="579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5"/>
                  </a:lnTo>
                  <a:lnTo>
                    <a:pt x="3514" y="1158"/>
                  </a:lnTo>
                  <a:lnTo>
                    <a:pt x="3591" y="1390"/>
                  </a:lnTo>
                  <a:lnTo>
                    <a:pt x="3668" y="1660"/>
                  </a:lnTo>
                  <a:lnTo>
                    <a:pt x="4132" y="1583"/>
                  </a:lnTo>
                  <a:lnTo>
                    <a:pt x="4016" y="1197"/>
                  </a:lnTo>
                  <a:lnTo>
                    <a:pt x="3823" y="811"/>
                  </a:lnTo>
                  <a:lnTo>
                    <a:pt x="3630" y="541"/>
                  </a:lnTo>
                  <a:lnTo>
                    <a:pt x="3398" y="270"/>
                  </a:lnTo>
                  <a:lnTo>
                    <a:pt x="3244" y="193"/>
                  </a:lnTo>
                  <a:lnTo>
                    <a:pt x="3089" y="116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13"/>
            <p:cNvSpPr/>
            <p:nvPr/>
          </p:nvSpPr>
          <p:spPr>
            <a:xfrm>
              <a:off x="2141825" y="3698800"/>
              <a:ext cx="126500" cy="70500"/>
            </a:xfrm>
            <a:custGeom>
              <a:avLst/>
              <a:gdLst/>
              <a:ahLst/>
              <a:cxnLst/>
              <a:rect l="l" t="t" r="r" b="b"/>
              <a:pathLst>
                <a:path w="5060" h="2820" extrusionOk="0">
                  <a:moveTo>
                    <a:pt x="4905" y="0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3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0"/>
                  </a:lnTo>
                  <a:lnTo>
                    <a:pt x="1" y="2587"/>
                  </a:lnTo>
                  <a:lnTo>
                    <a:pt x="39" y="2703"/>
                  </a:lnTo>
                  <a:lnTo>
                    <a:pt x="116" y="2781"/>
                  </a:lnTo>
                  <a:lnTo>
                    <a:pt x="387" y="2819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1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13"/>
            <p:cNvSpPr/>
            <p:nvPr/>
          </p:nvSpPr>
          <p:spPr>
            <a:xfrm>
              <a:off x="2258625" y="3569425"/>
              <a:ext cx="44450" cy="43475"/>
            </a:xfrm>
            <a:custGeom>
              <a:avLst/>
              <a:gdLst/>
              <a:ahLst/>
              <a:cxnLst/>
              <a:rect l="l" t="t" r="r" b="b"/>
              <a:pathLst>
                <a:path w="1778" h="1739" extrusionOk="0">
                  <a:moveTo>
                    <a:pt x="773" y="310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9"/>
                  </a:lnTo>
                  <a:lnTo>
                    <a:pt x="1391" y="773"/>
                  </a:lnTo>
                  <a:lnTo>
                    <a:pt x="1391" y="966"/>
                  </a:lnTo>
                  <a:lnTo>
                    <a:pt x="1352" y="1044"/>
                  </a:lnTo>
                  <a:lnTo>
                    <a:pt x="1275" y="1159"/>
                  </a:lnTo>
                  <a:lnTo>
                    <a:pt x="1198" y="1237"/>
                  </a:lnTo>
                  <a:lnTo>
                    <a:pt x="1082" y="1314"/>
                  </a:lnTo>
                  <a:lnTo>
                    <a:pt x="889" y="1352"/>
                  </a:lnTo>
                  <a:lnTo>
                    <a:pt x="696" y="1352"/>
                  </a:lnTo>
                  <a:lnTo>
                    <a:pt x="542" y="1237"/>
                  </a:lnTo>
                  <a:lnTo>
                    <a:pt x="426" y="1082"/>
                  </a:lnTo>
                  <a:lnTo>
                    <a:pt x="387" y="889"/>
                  </a:lnTo>
                  <a:lnTo>
                    <a:pt x="387" y="735"/>
                  </a:lnTo>
                  <a:lnTo>
                    <a:pt x="464" y="580"/>
                  </a:lnTo>
                  <a:lnTo>
                    <a:pt x="542" y="387"/>
                  </a:lnTo>
                  <a:lnTo>
                    <a:pt x="542" y="348"/>
                  </a:lnTo>
                  <a:lnTo>
                    <a:pt x="773" y="310"/>
                  </a:lnTo>
                  <a:close/>
                  <a:moveTo>
                    <a:pt x="773" y="1"/>
                  </a:moveTo>
                  <a:lnTo>
                    <a:pt x="619" y="40"/>
                  </a:lnTo>
                  <a:lnTo>
                    <a:pt x="464" y="117"/>
                  </a:lnTo>
                  <a:lnTo>
                    <a:pt x="426" y="155"/>
                  </a:lnTo>
                  <a:lnTo>
                    <a:pt x="348" y="194"/>
                  </a:lnTo>
                  <a:lnTo>
                    <a:pt x="233" y="271"/>
                  </a:lnTo>
                  <a:lnTo>
                    <a:pt x="117" y="387"/>
                  </a:lnTo>
                  <a:lnTo>
                    <a:pt x="40" y="503"/>
                  </a:lnTo>
                  <a:lnTo>
                    <a:pt x="1" y="657"/>
                  </a:lnTo>
                  <a:lnTo>
                    <a:pt x="1" y="850"/>
                  </a:lnTo>
                  <a:lnTo>
                    <a:pt x="1" y="1005"/>
                  </a:lnTo>
                  <a:lnTo>
                    <a:pt x="40" y="1159"/>
                  </a:lnTo>
                  <a:lnTo>
                    <a:pt x="117" y="1314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9" y="1739"/>
                  </a:lnTo>
                  <a:lnTo>
                    <a:pt x="966" y="1739"/>
                  </a:lnTo>
                  <a:lnTo>
                    <a:pt x="1121" y="1700"/>
                  </a:lnTo>
                  <a:lnTo>
                    <a:pt x="1275" y="1623"/>
                  </a:lnTo>
                  <a:lnTo>
                    <a:pt x="1430" y="1545"/>
                  </a:lnTo>
                  <a:lnTo>
                    <a:pt x="1584" y="1430"/>
                  </a:lnTo>
                  <a:lnTo>
                    <a:pt x="1661" y="1275"/>
                  </a:lnTo>
                  <a:lnTo>
                    <a:pt x="1739" y="1121"/>
                  </a:lnTo>
                  <a:lnTo>
                    <a:pt x="1777" y="928"/>
                  </a:lnTo>
                  <a:lnTo>
                    <a:pt x="1777" y="773"/>
                  </a:lnTo>
                  <a:lnTo>
                    <a:pt x="1739" y="580"/>
                  </a:lnTo>
                  <a:lnTo>
                    <a:pt x="1661" y="426"/>
                  </a:lnTo>
                  <a:lnTo>
                    <a:pt x="1546" y="271"/>
                  </a:lnTo>
                  <a:lnTo>
                    <a:pt x="1430" y="155"/>
                  </a:lnTo>
                  <a:lnTo>
                    <a:pt x="1275" y="78"/>
                  </a:lnTo>
                  <a:lnTo>
                    <a:pt x="1121" y="40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13"/>
            <p:cNvSpPr/>
            <p:nvPr/>
          </p:nvSpPr>
          <p:spPr>
            <a:xfrm>
              <a:off x="2208425" y="362157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4" y="386"/>
                  </a:moveTo>
                  <a:lnTo>
                    <a:pt x="1121" y="425"/>
                  </a:lnTo>
                  <a:lnTo>
                    <a:pt x="1198" y="463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9" y="1274"/>
                  </a:lnTo>
                  <a:lnTo>
                    <a:pt x="696" y="1236"/>
                  </a:lnTo>
                  <a:lnTo>
                    <a:pt x="542" y="1159"/>
                  </a:lnTo>
                  <a:lnTo>
                    <a:pt x="464" y="1081"/>
                  </a:lnTo>
                  <a:lnTo>
                    <a:pt x="426" y="965"/>
                  </a:lnTo>
                  <a:lnTo>
                    <a:pt x="387" y="888"/>
                  </a:lnTo>
                  <a:lnTo>
                    <a:pt x="387" y="772"/>
                  </a:lnTo>
                  <a:lnTo>
                    <a:pt x="426" y="579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850" y="0"/>
                  </a:moveTo>
                  <a:lnTo>
                    <a:pt x="735" y="39"/>
                  </a:lnTo>
                  <a:lnTo>
                    <a:pt x="619" y="77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79"/>
                  </a:lnTo>
                  <a:lnTo>
                    <a:pt x="40" y="734"/>
                  </a:lnTo>
                  <a:lnTo>
                    <a:pt x="1" y="888"/>
                  </a:lnTo>
                  <a:lnTo>
                    <a:pt x="40" y="1043"/>
                  </a:lnTo>
                  <a:lnTo>
                    <a:pt x="78" y="1197"/>
                  </a:lnTo>
                  <a:lnTo>
                    <a:pt x="194" y="1352"/>
                  </a:lnTo>
                  <a:lnTo>
                    <a:pt x="310" y="1467"/>
                  </a:lnTo>
                  <a:lnTo>
                    <a:pt x="464" y="1583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13"/>
            <p:cNvSpPr/>
            <p:nvPr/>
          </p:nvSpPr>
          <p:spPr>
            <a:xfrm>
              <a:off x="2017300" y="364860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271" y="0"/>
                  </a:moveTo>
                  <a:lnTo>
                    <a:pt x="155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39" y="386"/>
                  </a:lnTo>
                  <a:lnTo>
                    <a:pt x="348" y="888"/>
                  </a:lnTo>
                  <a:lnTo>
                    <a:pt x="657" y="1390"/>
                  </a:lnTo>
                  <a:lnTo>
                    <a:pt x="1043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205"/>
                  </a:lnTo>
                  <a:lnTo>
                    <a:pt x="2703" y="3553"/>
                  </a:lnTo>
                  <a:lnTo>
                    <a:pt x="3205" y="3900"/>
                  </a:lnTo>
                  <a:lnTo>
                    <a:pt x="3553" y="3746"/>
                  </a:lnTo>
                  <a:lnTo>
                    <a:pt x="2780" y="3012"/>
                  </a:lnTo>
                  <a:lnTo>
                    <a:pt x="2047" y="2240"/>
                  </a:lnTo>
                  <a:lnTo>
                    <a:pt x="1352" y="1429"/>
                  </a:lnTo>
                  <a:lnTo>
                    <a:pt x="1043" y="1004"/>
                  </a:lnTo>
                  <a:lnTo>
                    <a:pt x="734" y="541"/>
                  </a:lnTo>
                  <a:lnTo>
                    <a:pt x="1622" y="695"/>
                  </a:lnTo>
                  <a:lnTo>
                    <a:pt x="2510" y="888"/>
                  </a:lnTo>
                  <a:lnTo>
                    <a:pt x="3012" y="1043"/>
                  </a:lnTo>
                  <a:lnTo>
                    <a:pt x="3514" y="1197"/>
                  </a:lnTo>
                  <a:lnTo>
                    <a:pt x="4016" y="1390"/>
                  </a:lnTo>
                  <a:lnTo>
                    <a:pt x="4518" y="1506"/>
                  </a:lnTo>
                  <a:lnTo>
                    <a:pt x="4595" y="1506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84"/>
                  </a:lnTo>
                  <a:lnTo>
                    <a:pt x="4904" y="1506"/>
                  </a:lnTo>
                  <a:lnTo>
                    <a:pt x="4982" y="1429"/>
                  </a:lnTo>
                  <a:lnTo>
                    <a:pt x="4634" y="1159"/>
                  </a:lnTo>
                  <a:lnTo>
                    <a:pt x="4171" y="888"/>
                  </a:lnTo>
                  <a:lnTo>
                    <a:pt x="3630" y="657"/>
                  </a:lnTo>
                  <a:lnTo>
                    <a:pt x="3089" y="464"/>
                  </a:lnTo>
                  <a:lnTo>
                    <a:pt x="2510" y="309"/>
                  </a:lnTo>
                  <a:lnTo>
                    <a:pt x="1931" y="193"/>
                  </a:lnTo>
                  <a:lnTo>
                    <a:pt x="1352" y="116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13"/>
            <p:cNvSpPr/>
            <p:nvPr/>
          </p:nvSpPr>
          <p:spPr>
            <a:xfrm>
              <a:off x="2084875" y="3742225"/>
              <a:ext cx="66625" cy="99475"/>
            </a:xfrm>
            <a:custGeom>
              <a:avLst/>
              <a:gdLst/>
              <a:ahLst/>
              <a:cxnLst/>
              <a:rect l="l" t="t" r="r" b="b"/>
              <a:pathLst>
                <a:path w="2665" h="3979" extrusionOk="0">
                  <a:moveTo>
                    <a:pt x="850" y="1"/>
                  </a:moveTo>
                  <a:lnTo>
                    <a:pt x="502" y="155"/>
                  </a:lnTo>
                  <a:lnTo>
                    <a:pt x="618" y="233"/>
                  </a:lnTo>
                  <a:lnTo>
                    <a:pt x="464" y="619"/>
                  </a:lnTo>
                  <a:lnTo>
                    <a:pt x="271" y="1082"/>
                  </a:lnTo>
                  <a:lnTo>
                    <a:pt x="116" y="1623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74"/>
                  </a:lnTo>
                  <a:lnTo>
                    <a:pt x="77" y="3206"/>
                  </a:lnTo>
                  <a:lnTo>
                    <a:pt x="155" y="3399"/>
                  </a:lnTo>
                  <a:lnTo>
                    <a:pt x="309" y="3592"/>
                  </a:lnTo>
                  <a:lnTo>
                    <a:pt x="464" y="3747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78"/>
                  </a:lnTo>
                  <a:lnTo>
                    <a:pt x="1313" y="3940"/>
                  </a:lnTo>
                  <a:lnTo>
                    <a:pt x="1506" y="3824"/>
                  </a:lnTo>
                  <a:lnTo>
                    <a:pt x="1661" y="3708"/>
                  </a:lnTo>
                  <a:lnTo>
                    <a:pt x="1815" y="3515"/>
                  </a:lnTo>
                  <a:lnTo>
                    <a:pt x="1970" y="3322"/>
                  </a:lnTo>
                  <a:lnTo>
                    <a:pt x="2085" y="3090"/>
                  </a:lnTo>
                  <a:lnTo>
                    <a:pt x="2317" y="2550"/>
                  </a:lnTo>
                  <a:lnTo>
                    <a:pt x="2510" y="2009"/>
                  </a:lnTo>
                  <a:lnTo>
                    <a:pt x="2626" y="1507"/>
                  </a:lnTo>
                  <a:lnTo>
                    <a:pt x="2665" y="1082"/>
                  </a:lnTo>
                  <a:lnTo>
                    <a:pt x="2394" y="1044"/>
                  </a:lnTo>
                  <a:lnTo>
                    <a:pt x="2008" y="2048"/>
                  </a:lnTo>
                  <a:lnTo>
                    <a:pt x="1738" y="2704"/>
                  </a:lnTo>
                  <a:lnTo>
                    <a:pt x="1545" y="3052"/>
                  </a:lnTo>
                  <a:lnTo>
                    <a:pt x="1468" y="3206"/>
                  </a:lnTo>
                  <a:lnTo>
                    <a:pt x="1313" y="3322"/>
                  </a:lnTo>
                  <a:lnTo>
                    <a:pt x="1159" y="3322"/>
                  </a:lnTo>
                  <a:lnTo>
                    <a:pt x="966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936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79" y="2086"/>
                  </a:lnTo>
                  <a:lnTo>
                    <a:pt x="618" y="1623"/>
                  </a:lnTo>
                  <a:lnTo>
                    <a:pt x="734" y="1198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13"/>
            <p:cNvSpPr/>
            <p:nvPr/>
          </p:nvSpPr>
          <p:spPr>
            <a:xfrm>
              <a:off x="456275" y="23994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80"/>
                  </a:lnTo>
                  <a:lnTo>
                    <a:pt x="12280" y="657"/>
                  </a:lnTo>
                  <a:lnTo>
                    <a:pt x="12628" y="850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54"/>
                  </a:lnTo>
                  <a:lnTo>
                    <a:pt x="13478" y="2240"/>
                  </a:lnTo>
                  <a:lnTo>
                    <a:pt x="13632" y="2665"/>
                  </a:lnTo>
                  <a:lnTo>
                    <a:pt x="13825" y="3438"/>
                  </a:lnTo>
                  <a:lnTo>
                    <a:pt x="13825" y="3438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472"/>
                  </a:lnTo>
                  <a:lnTo>
                    <a:pt x="12010" y="2125"/>
                  </a:lnTo>
                  <a:lnTo>
                    <a:pt x="11817" y="1932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734"/>
                  </a:lnTo>
                  <a:lnTo>
                    <a:pt x="11740" y="619"/>
                  </a:lnTo>
                  <a:lnTo>
                    <a:pt x="11856" y="541"/>
                  </a:lnTo>
                  <a:lnTo>
                    <a:pt x="11972" y="503"/>
                  </a:lnTo>
                  <a:close/>
                  <a:moveTo>
                    <a:pt x="16219" y="1584"/>
                  </a:moveTo>
                  <a:lnTo>
                    <a:pt x="16296" y="1623"/>
                  </a:lnTo>
                  <a:lnTo>
                    <a:pt x="16412" y="1661"/>
                  </a:lnTo>
                  <a:lnTo>
                    <a:pt x="16490" y="1738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7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661"/>
                  </a:lnTo>
                  <a:lnTo>
                    <a:pt x="16103" y="1623"/>
                  </a:lnTo>
                  <a:lnTo>
                    <a:pt x="16219" y="1584"/>
                  </a:lnTo>
                  <a:close/>
                  <a:moveTo>
                    <a:pt x="13825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9"/>
                  </a:lnTo>
                  <a:lnTo>
                    <a:pt x="10890" y="5445"/>
                  </a:lnTo>
                  <a:lnTo>
                    <a:pt x="10968" y="5252"/>
                  </a:lnTo>
                  <a:lnTo>
                    <a:pt x="11122" y="5098"/>
                  </a:lnTo>
                  <a:lnTo>
                    <a:pt x="11277" y="4943"/>
                  </a:lnTo>
                  <a:lnTo>
                    <a:pt x="11547" y="4750"/>
                  </a:lnTo>
                  <a:lnTo>
                    <a:pt x="11817" y="4635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25" y="4287"/>
                  </a:lnTo>
                  <a:close/>
                  <a:moveTo>
                    <a:pt x="14404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7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44" y="5986"/>
                  </a:lnTo>
                  <a:lnTo>
                    <a:pt x="16876" y="6334"/>
                  </a:lnTo>
                  <a:lnTo>
                    <a:pt x="16992" y="6681"/>
                  </a:lnTo>
                  <a:lnTo>
                    <a:pt x="16992" y="6836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8"/>
                  </a:lnTo>
                  <a:lnTo>
                    <a:pt x="16374" y="7338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370" y="6565"/>
                  </a:lnTo>
                  <a:lnTo>
                    <a:pt x="15061" y="6141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06" y="619"/>
                  </a:lnTo>
                  <a:lnTo>
                    <a:pt x="10929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33" y="2742"/>
                  </a:lnTo>
                  <a:lnTo>
                    <a:pt x="12396" y="3090"/>
                  </a:lnTo>
                  <a:lnTo>
                    <a:pt x="12860" y="3399"/>
                  </a:lnTo>
                  <a:lnTo>
                    <a:pt x="12860" y="3399"/>
                  </a:lnTo>
                  <a:lnTo>
                    <a:pt x="12049" y="3283"/>
                  </a:lnTo>
                  <a:lnTo>
                    <a:pt x="11199" y="3283"/>
                  </a:lnTo>
                  <a:lnTo>
                    <a:pt x="10388" y="3322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623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082" y="10156"/>
                  </a:lnTo>
                  <a:lnTo>
                    <a:pt x="503" y="10967"/>
                  </a:lnTo>
                  <a:lnTo>
                    <a:pt x="1" y="11778"/>
                  </a:lnTo>
                  <a:lnTo>
                    <a:pt x="348" y="12049"/>
                  </a:lnTo>
                  <a:lnTo>
                    <a:pt x="1546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79"/>
                  </a:lnTo>
                  <a:lnTo>
                    <a:pt x="6257" y="5561"/>
                  </a:lnTo>
                  <a:lnTo>
                    <a:pt x="7106" y="5059"/>
                  </a:lnTo>
                  <a:lnTo>
                    <a:pt x="7994" y="4596"/>
                  </a:lnTo>
                  <a:lnTo>
                    <a:pt x="8458" y="4441"/>
                  </a:lnTo>
                  <a:lnTo>
                    <a:pt x="8921" y="4248"/>
                  </a:lnTo>
                  <a:lnTo>
                    <a:pt x="9423" y="4133"/>
                  </a:lnTo>
                  <a:lnTo>
                    <a:pt x="9886" y="4017"/>
                  </a:lnTo>
                  <a:lnTo>
                    <a:pt x="10388" y="3901"/>
                  </a:lnTo>
                  <a:lnTo>
                    <a:pt x="10852" y="3862"/>
                  </a:lnTo>
                  <a:lnTo>
                    <a:pt x="11354" y="3824"/>
                  </a:lnTo>
                  <a:lnTo>
                    <a:pt x="11856" y="3824"/>
                  </a:lnTo>
                  <a:lnTo>
                    <a:pt x="12358" y="3862"/>
                  </a:lnTo>
                  <a:lnTo>
                    <a:pt x="12860" y="3901"/>
                  </a:lnTo>
                  <a:lnTo>
                    <a:pt x="12319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47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4"/>
                  </a:lnTo>
                  <a:lnTo>
                    <a:pt x="11006" y="6411"/>
                  </a:lnTo>
                  <a:lnTo>
                    <a:pt x="11277" y="6449"/>
                  </a:lnTo>
                  <a:lnTo>
                    <a:pt x="11585" y="6411"/>
                  </a:lnTo>
                  <a:lnTo>
                    <a:pt x="11856" y="6372"/>
                  </a:lnTo>
                  <a:lnTo>
                    <a:pt x="12165" y="6256"/>
                  </a:lnTo>
                  <a:lnTo>
                    <a:pt x="12628" y="6063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760" y="7878"/>
                  </a:lnTo>
                  <a:lnTo>
                    <a:pt x="16876" y="7840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7"/>
                  </a:lnTo>
                  <a:lnTo>
                    <a:pt x="17378" y="7531"/>
                  </a:lnTo>
                  <a:lnTo>
                    <a:pt x="17416" y="7376"/>
                  </a:lnTo>
                  <a:lnTo>
                    <a:pt x="17455" y="7260"/>
                  </a:lnTo>
                  <a:lnTo>
                    <a:pt x="17493" y="6951"/>
                  </a:lnTo>
                  <a:lnTo>
                    <a:pt x="17416" y="6604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4"/>
                  </a:lnTo>
                  <a:lnTo>
                    <a:pt x="17146" y="2163"/>
                  </a:lnTo>
                  <a:lnTo>
                    <a:pt x="17107" y="1932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36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41" y="2434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13"/>
            <p:cNvSpPr/>
            <p:nvPr/>
          </p:nvSpPr>
          <p:spPr>
            <a:xfrm>
              <a:off x="694725" y="25374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8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13"/>
            <p:cNvSpPr/>
            <p:nvPr/>
          </p:nvSpPr>
          <p:spPr>
            <a:xfrm>
              <a:off x="643575" y="25393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657" y="1468"/>
                  </a:lnTo>
                  <a:lnTo>
                    <a:pt x="579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3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5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13"/>
            <p:cNvSpPr/>
            <p:nvPr/>
          </p:nvSpPr>
          <p:spPr>
            <a:xfrm>
              <a:off x="587575" y="25924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3" y="1893"/>
                  </a:lnTo>
                  <a:lnTo>
                    <a:pt x="425" y="2433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5" y="11353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1"/>
                  </a:lnTo>
                  <a:lnTo>
                    <a:pt x="3669" y="10620"/>
                  </a:lnTo>
                  <a:lnTo>
                    <a:pt x="3823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5" y="2742"/>
                  </a:lnTo>
                  <a:lnTo>
                    <a:pt x="4287" y="2395"/>
                  </a:lnTo>
                  <a:lnTo>
                    <a:pt x="4210" y="1429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13"/>
            <p:cNvSpPr/>
            <p:nvPr/>
          </p:nvSpPr>
          <p:spPr>
            <a:xfrm>
              <a:off x="591450" y="23984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8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0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13"/>
            <p:cNvSpPr/>
            <p:nvPr/>
          </p:nvSpPr>
          <p:spPr>
            <a:xfrm>
              <a:off x="464975" y="27160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0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13"/>
            <p:cNvSpPr/>
            <p:nvPr/>
          </p:nvSpPr>
          <p:spPr>
            <a:xfrm>
              <a:off x="581775" y="25867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0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5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13"/>
            <p:cNvSpPr/>
            <p:nvPr/>
          </p:nvSpPr>
          <p:spPr>
            <a:xfrm>
              <a:off x="531575" y="26388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1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13"/>
            <p:cNvSpPr/>
            <p:nvPr/>
          </p:nvSpPr>
          <p:spPr>
            <a:xfrm>
              <a:off x="340450" y="26658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0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0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1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13"/>
            <p:cNvSpPr/>
            <p:nvPr/>
          </p:nvSpPr>
          <p:spPr>
            <a:xfrm>
              <a:off x="408025" y="27595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7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79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1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13"/>
            <p:cNvSpPr/>
            <p:nvPr/>
          </p:nvSpPr>
          <p:spPr>
            <a:xfrm>
              <a:off x="6642400" y="2349200"/>
              <a:ext cx="437325" cy="301225"/>
            </a:xfrm>
            <a:custGeom>
              <a:avLst/>
              <a:gdLst/>
              <a:ahLst/>
              <a:cxnLst/>
              <a:rect l="l" t="t" r="r" b="b"/>
              <a:pathLst>
                <a:path w="17493" h="12049" extrusionOk="0">
                  <a:moveTo>
                    <a:pt x="12086" y="503"/>
                  </a:moveTo>
                  <a:lnTo>
                    <a:pt x="12202" y="580"/>
                  </a:lnTo>
                  <a:lnTo>
                    <a:pt x="12280" y="657"/>
                  </a:lnTo>
                  <a:lnTo>
                    <a:pt x="12627" y="850"/>
                  </a:lnTo>
                  <a:lnTo>
                    <a:pt x="12897" y="1159"/>
                  </a:lnTo>
                  <a:lnTo>
                    <a:pt x="13129" y="1507"/>
                  </a:lnTo>
                  <a:lnTo>
                    <a:pt x="13322" y="1854"/>
                  </a:lnTo>
                  <a:lnTo>
                    <a:pt x="13477" y="2240"/>
                  </a:lnTo>
                  <a:lnTo>
                    <a:pt x="13631" y="2665"/>
                  </a:lnTo>
                  <a:lnTo>
                    <a:pt x="13824" y="3438"/>
                  </a:lnTo>
                  <a:lnTo>
                    <a:pt x="13090" y="3013"/>
                  </a:lnTo>
                  <a:lnTo>
                    <a:pt x="12704" y="2781"/>
                  </a:lnTo>
                  <a:lnTo>
                    <a:pt x="12357" y="2472"/>
                  </a:lnTo>
                  <a:lnTo>
                    <a:pt x="12009" y="2125"/>
                  </a:lnTo>
                  <a:lnTo>
                    <a:pt x="11816" y="1932"/>
                  </a:lnTo>
                  <a:lnTo>
                    <a:pt x="11662" y="1700"/>
                  </a:lnTo>
                  <a:lnTo>
                    <a:pt x="11507" y="1391"/>
                  </a:lnTo>
                  <a:lnTo>
                    <a:pt x="11430" y="1043"/>
                  </a:lnTo>
                  <a:lnTo>
                    <a:pt x="11662" y="735"/>
                  </a:lnTo>
                  <a:lnTo>
                    <a:pt x="11739" y="619"/>
                  </a:lnTo>
                  <a:lnTo>
                    <a:pt x="11855" y="541"/>
                  </a:lnTo>
                  <a:lnTo>
                    <a:pt x="11971" y="503"/>
                  </a:lnTo>
                  <a:close/>
                  <a:moveTo>
                    <a:pt x="16218" y="1584"/>
                  </a:moveTo>
                  <a:lnTo>
                    <a:pt x="16296" y="1623"/>
                  </a:lnTo>
                  <a:lnTo>
                    <a:pt x="16411" y="1661"/>
                  </a:lnTo>
                  <a:lnTo>
                    <a:pt x="16489" y="1738"/>
                  </a:lnTo>
                  <a:lnTo>
                    <a:pt x="16566" y="1816"/>
                  </a:lnTo>
                  <a:lnTo>
                    <a:pt x="16604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4" y="2511"/>
                  </a:lnTo>
                  <a:lnTo>
                    <a:pt x="16527" y="2665"/>
                  </a:lnTo>
                  <a:lnTo>
                    <a:pt x="16411" y="2820"/>
                  </a:lnTo>
                  <a:lnTo>
                    <a:pt x="16296" y="2974"/>
                  </a:lnTo>
                  <a:lnTo>
                    <a:pt x="15948" y="3206"/>
                  </a:lnTo>
                  <a:lnTo>
                    <a:pt x="15562" y="3399"/>
                  </a:lnTo>
                  <a:lnTo>
                    <a:pt x="15137" y="3553"/>
                  </a:lnTo>
                  <a:lnTo>
                    <a:pt x="14712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7"/>
                  </a:lnTo>
                  <a:lnTo>
                    <a:pt x="15098" y="2279"/>
                  </a:lnTo>
                  <a:lnTo>
                    <a:pt x="15407" y="1970"/>
                  </a:lnTo>
                  <a:lnTo>
                    <a:pt x="15639" y="1816"/>
                  </a:lnTo>
                  <a:lnTo>
                    <a:pt x="15871" y="1661"/>
                  </a:lnTo>
                  <a:lnTo>
                    <a:pt x="16102" y="1623"/>
                  </a:lnTo>
                  <a:lnTo>
                    <a:pt x="16218" y="1584"/>
                  </a:lnTo>
                  <a:close/>
                  <a:moveTo>
                    <a:pt x="13824" y="4287"/>
                  </a:moveTo>
                  <a:lnTo>
                    <a:pt x="13670" y="4557"/>
                  </a:lnTo>
                  <a:lnTo>
                    <a:pt x="13477" y="4789"/>
                  </a:lnTo>
                  <a:lnTo>
                    <a:pt x="13245" y="5021"/>
                  </a:lnTo>
                  <a:lnTo>
                    <a:pt x="13013" y="5214"/>
                  </a:lnTo>
                  <a:lnTo>
                    <a:pt x="12666" y="5484"/>
                  </a:lnTo>
                  <a:lnTo>
                    <a:pt x="12164" y="5754"/>
                  </a:lnTo>
                  <a:lnTo>
                    <a:pt x="11893" y="5870"/>
                  </a:lnTo>
                  <a:lnTo>
                    <a:pt x="11623" y="5948"/>
                  </a:lnTo>
                  <a:lnTo>
                    <a:pt x="11391" y="5986"/>
                  </a:lnTo>
                  <a:lnTo>
                    <a:pt x="11198" y="5948"/>
                  </a:lnTo>
                  <a:lnTo>
                    <a:pt x="11044" y="5870"/>
                  </a:lnTo>
                  <a:lnTo>
                    <a:pt x="10967" y="5793"/>
                  </a:lnTo>
                  <a:lnTo>
                    <a:pt x="10928" y="5716"/>
                  </a:lnTo>
                  <a:lnTo>
                    <a:pt x="10889" y="5639"/>
                  </a:lnTo>
                  <a:lnTo>
                    <a:pt x="10889" y="5446"/>
                  </a:lnTo>
                  <a:lnTo>
                    <a:pt x="10967" y="5252"/>
                  </a:lnTo>
                  <a:lnTo>
                    <a:pt x="11121" y="5098"/>
                  </a:lnTo>
                  <a:lnTo>
                    <a:pt x="11276" y="4944"/>
                  </a:lnTo>
                  <a:lnTo>
                    <a:pt x="11546" y="4750"/>
                  </a:lnTo>
                  <a:lnTo>
                    <a:pt x="11816" y="4635"/>
                  </a:lnTo>
                  <a:lnTo>
                    <a:pt x="12086" y="4557"/>
                  </a:lnTo>
                  <a:lnTo>
                    <a:pt x="12627" y="4480"/>
                  </a:lnTo>
                  <a:lnTo>
                    <a:pt x="13245" y="4403"/>
                  </a:lnTo>
                  <a:lnTo>
                    <a:pt x="13554" y="4364"/>
                  </a:lnTo>
                  <a:lnTo>
                    <a:pt x="13824" y="4287"/>
                  </a:lnTo>
                  <a:close/>
                  <a:moveTo>
                    <a:pt x="14403" y="4248"/>
                  </a:moveTo>
                  <a:lnTo>
                    <a:pt x="15098" y="4596"/>
                  </a:lnTo>
                  <a:lnTo>
                    <a:pt x="15407" y="4789"/>
                  </a:lnTo>
                  <a:lnTo>
                    <a:pt x="15716" y="4982"/>
                  </a:lnTo>
                  <a:lnTo>
                    <a:pt x="15909" y="5137"/>
                  </a:lnTo>
                  <a:lnTo>
                    <a:pt x="16141" y="5368"/>
                  </a:lnTo>
                  <a:lnTo>
                    <a:pt x="16411" y="5677"/>
                  </a:lnTo>
                  <a:lnTo>
                    <a:pt x="16643" y="5986"/>
                  </a:lnTo>
                  <a:lnTo>
                    <a:pt x="16875" y="6334"/>
                  </a:lnTo>
                  <a:lnTo>
                    <a:pt x="16991" y="6681"/>
                  </a:lnTo>
                  <a:lnTo>
                    <a:pt x="16991" y="6836"/>
                  </a:lnTo>
                  <a:lnTo>
                    <a:pt x="16991" y="6990"/>
                  </a:lnTo>
                  <a:lnTo>
                    <a:pt x="16952" y="7106"/>
                  </a:lnTo>
                  <a:lnTo>
                    <a:pt x="16836" y="7222"/>
                  </a:lnTo>
                  <a:lnTo>
                    <a:pt x="16759" y="7299"/>
                  </a:lnTo>
                  <a:lnTo>
                    <a:pt x="16643" y="7338"/>
                  </a:lnTo>
                  <a:lnTo>
                    <a:pt x="16373" y="7338"/>
                  </a:lnTo>
                  <a:lnTo>
                    <a:pt x="16141" y="7222"/>
                  </a:lnTo>
                  <a:lnTo>
                    <a:pt x="15871" y="7029"/>
                  </a:lnTo>
                  <a:lnTo>
                    <a:pt x="15600" y="6797"/>
                  </a:lnTo>
                  <a:lnTo>
                    <a:pt x="15369" y="6565"/>
                  </a:lnTo>
                  <a:lnTo>
                    <a:pt x="15060" y="6141"/>
                  </a:lnTo>
                  <a:lnTo>
                    <a:pt x="14828" y="5716"/>
                  </a:lnTo>
                  <a:lnTo>
                    <a:pt x="14635" y="5252"/>
                  </a:lnTo>
                  <a:lnTo>
                    <a:pt x="14519" y="4750"/>
                  </a:lnTo>
                  <a:lnTo>
                    <a:pt x="14403" y="4248"/>
                  </a:lnTo>
                  <a:close/>
                  <a:moveTo>
                    <a:pt x="11855" y="1"/>
                  </a:moveTo>
                  <a:lnTo>
                    <a:pt x="11584" y="39"/>
                  </a:lnTo>
                  <a:lnTo>
                    <a:pt x="11469" y="117"/>
                  </a:lnTo>
                  <a:lnTo>
                    <a:pt x="11353" y="194"/>
                  </a:lnTo>
                  <a:lnTo>
                    <a:pt x="11160" y="387"/>
                  </a:lnTo>
                  <a:lnTo>
                    <a:pt x="11005" y="619"/>
                  </a:lnTo>
                  <a:lnTo>
                    <a:pt x="10928" y="812"/>
                  </a:lnTo>
                  <a:lnTo>
                    <a:pt x="10928" y="1005"/>
                  </a:lnTo>
                  <a:lnTo>
                    <a:pt x="10928" y="1236"/>
                  </a:lnTo>
                  <a:lnTo>
                    <a:pt x="11005" y="1468"/>
                  </a:lnTo>
                  <a:lnTo>
                    <a:pt x="11082" y="1661"/>
                  </a:lnTo>
                  <a:lnTo>
                    <a:pt x="11198" y="1893"/>
                  </a:lnTo>
                  <a:lnTo>
                    <a:pt x="11546" y="2318"/>
                  </a:lnTo>
                  <a:lnTo>
                    <a:pt x="11932" y="2742"/>
                  </a:lnTo>
                  <a:lnTo>
                    <a:pt x="12395" y="3090"/>
                  </a:lnTo>
                  <a:lnTo>
                    <a:pt x="12859" y="3399"/>
                  </a:lnTo>
                  <a:lnTo>
                    <a:pt x="12859" y="3399"/>
                  </a:lnTo>
                  <a:lnTo>
                    <a:pt x="12048" y="3283"/>
                  </a:lnTo>
                  <a:lnTo>
                    <a:pt x="11198" y="3283"/>
                  </a:lnTo>
                  <a:lnTo>
                    <a:pt x="10387" y="3322"/>
                  </a:lnTo>
                  <a:lnTo>
                    <a:pt x="9615" y="3476"/>
                  </a:lnTo>
                  <a:lnTo>
                    <a:pt x="9654" y="3013"/>
                  </a:lnTo>
                  <a:lnTo>
                    <a:pt x="9654" y="2511"/>
                  </a:lnTo>
                  <a:lnTo>
                    <a:pt x="9615" y="2009"/>
                  </a:lnTo>
                  <a:lnTo>
                    <a:pt x="9538" y="1507"/>
                  </a:lnTo>
                  <a:lnTo>
                    <a:pt x="9075" y="1623"/>
                  </a:lnTo>
                  <a:lnTo>
                    <a:pt x="9152" y="2086"/>
                  </a:lnTo>
                  <a:lnTo>
                    <a:pt x="9152" y="2588"/>
                  </a:lnTo>
                  <a:lnTo>
                    <a:pt x="9152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5" y="3901"/>
                  </a:lnTo>
                  <a:lnTo>
                    <a:pt x="7414" y="4287"/>
                  </a:lnTo>
                  <a:lnTo>
                    <a:pt x="6603" y="4712"/>
                  </a:lnTo>
                  <a:lnTo>
                    <a:pt x="5831" y="5214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5" y="6218"/>
                  </a:lnTo>
                  <a:lnTo>
                    <a:pt x="3823" y="6913"/>
                  </a:lnTo>
                  <a:lnTo>
                    <a:pt x="3089" y="7685"/>
                  </a:lnTo>
                  <a:lnTo>
                    <a:pt x="2394" y="8496"/>
                  </a:lnTo>
                  <a:lnTo>
                    <a:pt x="1738" y="9307"/>
                  </a:lnTo>
                  <a:lnTo>
                    <a:pt x="1081" y="10157"/>
                  </a:lnTo>
                  <a:lnTo>
                    <a:pt x="502" y="10967"/>
                  </a:lnTo>
                  <a:lnTo>
                    <a:pt x="0" y="11778"/>
                  </a:lnTo>
                  <a:lnTo>
                    <a:pt x="348" y="12049"/>
                  </a:lnTo>
                  <a:lnTo>
                    <a:pt x="1545" y="10504"/>
                  </a:lnTo>
                  <a:lnTo>
                    <a:pt x="2742" y="8959"/>
                  </a:lnTo>
                  <a:lnTo>
                    <a:pt x="3360" y="8226"/>
                  </a:lnTo>
                  <a:lnTo>
                    <a:pt x="4016" y="7492"/>
                  </a:lnTo>
                  <a:lnTo>
                    <a:pt x="4711" y="6797"/>
                  </a:lnTo>
                  <a:lnTo>
                    <a:pt x="5483" y="6179"/>
                  </a:lnTo>
                  <a:lnTo>
                    <a:pt x="6256" y="5561"/>
                  </a:lnTo>
                  <a:lnTo>
                    <a:pt x="7105" y="5059"/>
                  </a:lnTo>
                  <a:lnTo>
                    <a:pt x="7993" y="4596"/>
                  </a:lnTo>
                  <a:lnTo>
                    <a:pt x="8457" y="4442"/>
                  </a:lnTo>
                  <a:lnTo>
                    <a:pt x="8920" y="4248"/>
                  </a:lnTo>
                  <a:lnTo>
                    <a:pt x="9422" y="4133"/>
                  </a:lnTo>
                  <a:lnTo>
                    <a:pt x="9885" y="4017"/>
                  </a:lnTo>
                  <a:lnTo>
                    <a:pt x="10387" y="3901"/>
                  </a:lnTo>
                  <a:lnTo>
                    <a:pt x="10851" y="3862"/>
                  </a:lnTo>
                  <a:lnTo>
                    <a:pt x="11353" y="3824"/>
                  </a:lnTo>
                  <a:lnTo>
                    <a:pt x="11855" y="3824"/>
                  </a:lnTo>
                  <a:lnTo>
                    <a:pt x="12357" y="3862"/>
                  </a:lnTo>
                  <a:lnTo>
                    <a:pt x="12859" y="3901"/>
                  </a:lnTo>
                  <a:lnTo>
                    <a:pt x="12318" y="3978"/>
                  </a:lnTo>
                  <a:lnTo>
                    <a:pt x="11855" y="4094"/>
                  </a:lnTo>
                  <a:lnTo>
                    <a:pt x="11391" y="4287"/>
                  </a:lnTo>
                  <a:lnTo>
                    <a:pt x="11198" y="4403"/>
                  </a:lnTo>
                  <a:lnTo>
                    <a:pt x="11005" y="4557"/>
                  </a:lnTo>
                  <a:lnTo>
                    <a:pt x="10851" y="4673"/>
                  </a:lnTo>
                  <a:lnTo>
                    <a:pt x="10696" y="4866"/>
                  </a:lnTo>
                  <a:lnTo>
                    <a:pt x="10542" y="5059"/>
                  </a:lnTo>
                  <a:lnTo>
                    <a:pt x="10465" y="5291"/>
                  </a:lnTo>
                  <a:lnTo>
                    <a:pt x="10387" y="5523"/>
                  </a:lnTo>
                  <a:lnTo>
                    <a:pt x="10387" y="5754"/>
                  </a:lnTo>
                  <a:lnTo>
                    <a:pt x="10426" y="5948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4"/>
                  </a:lnTo>
                  <a:lnTo>
                    <a:pt x="11005" y="6411"/>
                  </a:lnTo>
                  <a:lnTo>
                    <a:pt x="11276" y="6449"/>
                  </a:lnTo>
                  <a:lnTo>
                    <a:pt x="11584" y="6411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3"/>
                  </a:lnTo>
                  <a:lnTo>
                    <a:pt x="13438" y="5484"/>
                  </a:lnTo>
                  <a:lnTo>
                    <a:pt x="13399" y="5523"/>
                  </a:lnTo>
                  <a:lnTo>
                    <a:pt x="13786" y="5716"/>
                  </a:lnTo>
                  <a:lnTo>
                    <a:pt x="14056" y="4866"/>
                  </a:lnTo>
                  <a:lnTo>
                    <a:pt x="14210" y="5407"/>
                  </a:lnTo>
                  <a:lnTo>
                    <a:pt x="14403" y="5909"/>
                  </a:lnTo>
                  <a:lnTo>
                    <a:pt x="14674" y="6411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7" y="7299"/>
                  </a:lnTo>
                  <a:lnTo>
                    <a:pt x="15678" y="7492"/>
                  </a:lnTo>
                  <a:lnTo>
                    <a:pt x="15987" y="7685"/>
                  </a:lnTo>
                  <a:lnTo>
                    <a:pt x="16296" y="7801"/>
                  </a:lnTo>
                  <a:lnTo>
                    <a:pt x="16604" y="7878"/>
                  </a:lnTo>
                  <a:lnTo>
                    <a:pt x="16759" y="7878"/>
                  </a:lnTo>
                  <a:lnTo>
                    <a:pt x="16875" y="7840"/>
                  </a:lnTo>
                  <a:lnTo>
                    <a:pt x="17029" y="7801"/>
                  </a:lnTo>
                  <a:lnTo>
                    <a:pt x="17184" y="7724"/>
                  </a:lnTo>
                  <a:lnTo>
                    <a:pt x="17299" y="7647"/>
                  </a:lnTo>
                  <a:lnTo>
                    <a:pt x="17377" y="7531"/>
                  </a:lnTo>
                  <a:lnTo>
                    <a:pt x="17415" y="7376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5" y="6604"/>
                  </a:lnTo>
                  <a:lnTo>
                    <a:pt x="17299" y="6295"/>
                  </a:lnTo>
                  <a:lnTo>
                    <a:pt x="17184" y="5986"/>
                  </a:lnTo>
                  <a:lnTo>
                    <a:pt x="17029" y="5716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1"/>
                  </a:lnTo>
                  <a:lnTo>
                    <a:pt x="16257" y="4789"/>
                  </a:lnTo>
                  <a:lnTo>
                    <a:pt x="16025" y="4596"/>
                  </a:lnTo>
                  <a:lnTo>
                    <a:pt x="15523" y="4287"/>
                  </a:lnTo>
                  <a:lnTo>
                    <a:pt x="14944" y="4017"/>
                  </a:lnTo>
                  <a:lnTo>
                    <a:pt x="15407" y="3901"/>
                  </a:lnTo>
                  <a:lnTo>
                    <a:pt x="15832" y="3746"/>
                  </a:lnTo>
                  <a:lnTo>
                    <a:pt x="16218" y="3515"/>
                  </a:lnTo>
                  <a:lnTo>
                    <a:pt x="16604" y="3244"/>
                  </a:lnTo>
                  <a:lnTo>
                    <a:pt x="16759" y="3051"/>
                  </a:lnTo>
                  <a:lnTo>
                    <a:pt x="16913" y="2858"/>
                  </a:lnTo>
                  <a:lnTo>
                    <a:pt x="17029" y="2665"/>
                  </a:lnTo>
                  <a:lnTo>
                    <a:pt x="17106" y="2434"/>
                  </a:lnTo>
                  <a:lnTo>
                    <a:pt x="17145" y="2163"/>
                  </a:lnTo>
                  <a:lnTo>
                    <a:pt x="17106" y="1932"/>
                  </a:lnTo>
                  <a:lnTo>
                    <a:pt x="17068" y="1700"/>
                  </a:lnTo>
                  <a:lnTo>
                    <a:pt x="16913" y="1468"/>
                  </a:lnTo>
                  <a:lnTo>
                    <a:pt x="16759" y="1314"/>
                  </a:lnTo>
                  <a:lnTo>
                    <a:pt x="16566" y="1198"/>
                  </a:lnTo>
                  <a:lnTo>
                    <a:pt x="16334" y="1159"/>
                  </a:lnTo>
                  <a:lnTo>
                    <a:pt x="16102" y="1159"/>
                  </a:lnTo>
                  <a:lnTo>
                    <a:pt x="15909" y="1198"/>
                  </a:lnTo>
                  <a:lnTo>
                    <a:pt x="15678" y="1236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5" y="1777"/>
                  </a:lnTo>
                  <a:lnTo>
                    <a:pt x="14596" y="2163"/>
                  </a:lnTo>
                  <a:lnTo>
                    <a:pt x="14326" y="2588"/>
                  </a:lnTo>
                  <a:lnTo>
                    <a:pt x="14094" y="3013"/>
                  </a:lnTo>
                  <a:lnTo>
                    <a:pt x="13940" y="2434"/>
                  </a:lnTo>
                  <a:lnTo>
                    <a:pt x="13747" y="1893"/>
                  </a:lnTo>
                  <a:lnTo>
                    <a:pt x="13515" y="1352"/>
                  </a:lnTo>
                  <a:lnTo>
                    <a:pt x="13168" y="850"/>
                  </a:lnTo>
                  <a:lnTo>
                    <a:pt x="13013" y="657"/>
                  </a:lnTo>
                  <a:lnTo>
                    <a:pt x="12820" y="464"/>
                  </a:lnTo>
                  <a:lnTo>
                    <a:pt x="12588" y="271"/>
                  </a:lnTo>
                  <a:lnTo>
                    <a:pt x="12357" y="117"/>
                  </a:lnTo>
                  <a:lnTo>
                    <a:pt x="12086" y="39"/>
                  </a:lnTo>
                  <a:lnTo>
                    <a:pt x="118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13"/>
            <p:cNvSpPr/>
            <p:nvPr/>
          </p:nvSpPr>
          <p:spPr>
            <a:xfrm>
              <a:off x="6880825" y="24872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5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40" y="4943"/>
                  </a:lnTo>
                  <a:lnTo>
                    <a:pt x="155" y="4943"/>
                  </a:lnTo>
                  <a:lnTo>
                    <a:pt x="542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9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13"/>
            <p:cNvSpPr/>
            <p:nvPr/>
          </p:nvSpPr>
          <p:spPr>
            <a:xfrm>
              <a:off x="6829675" y="24891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580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9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9"/>
                  </a:lnTo>
                  <a:lnTo>
                    <a:pt x="78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8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4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6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13"/>
            <p:cNvSpPr/>
            <p:nvPr/>
          </p:nvSpPr>
          <p:spPr>
            <a:xfrm>
              <a:off x="6773675" y="25422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4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52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2"/>
                  </a:lnTo>
                  <a:lnTo>
                    <a:pt x="2935" y="1430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4" y="1893"/>
                  </a:lnTo>
                  <a:lnTo>
                    <a:pt x="425" y="2434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6" y="11354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20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2"/>
                  </a:lnTo>
                  <a:lnTo>
                    <a:pt x="3669" y="10620"/>
                  </a:lnTo>
                  <a:lnTo>
                    <a:pt x="3824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6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3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6" y="2742"/>
                  </a:lnTo>
                  <a:lnTo>
                    <a:pt x="4287" y="2395"/>
                  </a:lnTo>
                  <a:lnTo>
                    <a:pt x="4210" y="1430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13"/>
            <p:cNvSpPr/>
            <p:nvPr/>
          </p:nvSpPr>
          <p:spPr>
            <a:xfrm>
              <a:off x="6777550" y="23482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9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1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13"/>
            <p:cNvSpPr/>
            <p:nvPr/>
          </p:nvSpPr>
          <p:spPr>
            <a:xfrm>
              <a:off x="6651075" y="26658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1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13"/>
            <p:cNvSpPr/>
            <p:nvPr/>
          </p:nvSpPr>
          <p:spPr>
            <a:xfrm>
              <a:off x="6767875" y="25365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1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6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13"/>
            <p:cNvSpPr/>
            <p:nvPr/>
          </p:nvSpPr>
          <p:spPr>
            <a:xfrm>
              <a:off x="6717675" y="2588625"/>
              <a:ext cx="42525" cy="41525"/>
            </a:xfrm>
            <a:custGeom>
              <a:avLst/>
              <a:gdLst/>
              <a:ahLst/>
              <a:cxnLst/>
              <a:rect l="l" t="t" r="r" b="b"/>
              <a:pathLst>
                <a:path w="1701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2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9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3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8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13"/>
            <p:cNvSpPr/>
            <p:nvPr/>
          </p:nvSpPr>
          <p:spPr>
            <a:xfrm>
              <a:off x="6526550" y="26156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1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1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2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13"/>
            <p:cNvSpPr/>
            <p:nvPr/>
          </p:nvSpPr>
          <p:spPr>
            <a:xfrm>
              <a:off x="6594125" y="27093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8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13"/>
            <p:cNvSpPr/>
            <p:nvPr/>
          </p:nvSpPr>
          <p:spPr>
            <a:xfrm>
              <a:off x="4086075" y="21291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7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6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2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69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7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5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5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8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4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4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8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13"/>
            <p:cNvSpPr/>
            <p:nvPr/>
          </p:nvSpPr>
          <p:spPr>
            <a:xfrm>
              <a:off x="4324525" y="22671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13"/>
            <p:cNvSpPr/>
            <p:nvPr/>
          </p:nvSpPr>
          <p:spPr>
            <a:xfrm>
              <a:off x="4273375" y="2268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13"/>
            <p:cNvSpPr/>
            <p:nvPr/>
          </p:nvSpPr>
          <p:spPr>
            <a:xfrm>
              <a:off x="4217375" y="2321200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0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2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13"/>
            <p:cNvSpPr/>
            <p:nvPr/>
          </p:nvSpPr>
          <p:spPr>
            <a:xfrm>
              <a:off x="4221225" y="2127175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13"/>
            <p:cNvSpPr/>
            <p:nvPr/>
          </p:nvSpPr>
          <p:spPr>
            <a:xfrm>
              <a:off x="4094775" y="2444775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4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5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13"/>
            <p:cNvSpPr/>
            <p:nvPr/>
          </p:nvSpPr>
          <p:spPr>
            <a:xfrm>
              <a:off x="4211575" y="2315425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4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2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13"/>
            <p:cNvSpPr/>
            <p:nvPr/>
          </p:nvSpPr>
          <p:spPr>
            <a:xfrm>
              <a:off x="4161375" y="2367550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6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6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1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13"/>
            <p:cNvSpPr/>
            <p:nvPr/>
          </p:nvSpPr>
          <p:spPr>
            <a:xfrm>
              <a:off x="3971200" y="23945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4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2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13"/>
            <p:cNvSpPr/>
            <p:nvPr/>
          </p:nvSpPr>
          <p:spPr>
            <a:xfrm>
              <a:off x="4037825" y="2489175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3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3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69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7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9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5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13"/>
            <p:cNvSpPr/>
            <p:nvPr/>
          </p:nvSpPr>
          <p:spPr>
            <a:xfrm>
              <a:off x="6036125" y="3735475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8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5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3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6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8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6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9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5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9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6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13"/>
            <p:cNvSpPr/>
            <p:nvPr/>
          </p:nvSpPr>
          <p:spPr>
            <a:xfrm>
              <a:off x="6274575" y="3873525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13"/>
            <p:cNvSpPr/>
            <p:nvPr/>
          </p:nvSpPr>
          <p:spPr>
            <a:xfrm>
              <a:off x="6223425" y="3874500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13"/>
            <p:cNvSpPr/>
            <p:nvPr/>
          </p:nvSpPr>
          <p:spPr>
            <a:xfrm>
              <a:off x="6167425" y="3927575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1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13"/>
            <p:cNvSpPr/>
            <p:nvPr/>
          </p:nvSpPr>
          <p:spPr>
            <a:xfrm>
              <a:off x="6171275" y="3733550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3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13"/>
            <p:cNvSpPr/>
            <p:nvPr/>
          </p:nvSpPr>
          <p:spPr>
            <a:xfrm>
              <a:off x="6044825" y="4051150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5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13"/>
            <p:cNvSpPr/>
            <p:nvPr/>
          </p:nvSpPr>
          <p:spPr>
            <a:xfrm>
              <a:off x="6161625" y="3921800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5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3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3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13"/>
            <p:cNvSpPr/>
            <p:nvPr/>
          </p:nvSpPr>
          <p:spPr>
            <a:xfrm>
              <a:off x="6111425" y="39739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0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13"/>
            <p:cNvSpPr/>
            <p:nvPr/>
          </p:nvSpPr>
          <p:spPr>
            <a:xfrm>
              <a:off x="5921250" y="4000950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5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3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13"/>
            <p:cNvSpPr/>
            <p:nvPr/>
          </p:nvSpPr>
          <p:spPr>
            <a:xfrm>
              <a:off x="5987875" y="4095550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4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4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70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8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13"/>
            <p:cNvSpPr/>
            <p:nvPr/>
          </p:nvSpPr>
          <p:spPr>
            <a:xfrm>
              <a:off x="560550" y="1107750"/>
              <a:ext cx="437325" cy="302175"/>
            </a:xfrm>
            <a:custGeom>
              <a:avLst/>
              <a:gdLst/>
              <a:ahLst/>
              <a:cxnLst/>
              <a:rect l="l" t="t" r="r" b="b"/>
              <a:pathLst>
                <a:path w="17493" h="12087" extrusionOk="0">
                  <a:moveTo>
                    <a:pt x="11971" y="502"/>
                  </a:moveTo>
                  <a:lnTo>
                    <a:pt x="12087" y="541"/>
                  </a:lnTo>
                  <a:lnTo>
                    <a:pt x="12203" y="579"/>
                  </a:lnTo>
                  <a:lnTo>
                    <a:pt x="12280" y="657"/>
                  </a:lnTo>
                  <a:lnTo>
                    <a:pt x="12627" y="888"/>
                  </a:lnTo>
                  <a:lnTo>
                    <a:pt x="12898" y="1159"/>
                  </a:lnTo>
                  <a:lnTo>
                    <a:pt x="13129" y="1506"/>
                  </a:lnTo>
                  <a:lnTo>
                    <a:pt x="13322" y="1854"/>
                  </a:lnTo>
                  <a:lnTo>
                    <a:pt x="13477" y="2278"/>
                  </a:lnTo>
                  <a:lnTo>
                    <a:pt x="13593" y="2665"/>
                  </a:lnTo>
                  <a:lnTo>
                    <a:pt x="13824" y="3437"/>
                  </a:lnTo>
                  <a:lnTo>
                    <a:pt x="13824" y="3437"/>
                  </a:lnTo>
                  <a:lnTo>
                    <a:pt x="13091" y="3012"/>
                  </a:lnTo>
                  <a:lnTo>
                    <a:pt x="12705" y="2780"/>
                  </a:lnTo>
                  <a:lnTo>
                    <a:pt x="12357" y="2510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2" y="1738"/>
                  </a:lnTo>
                  <a:lnTo>
                    <a:pt x="11508" y="1429"/>
                  </a:lnTo>
                  <a:lnTo>
                    <a:pt x="11430" y="1081"/>
                  </a:lnTo>
                  <a:lnTo>
                    <a:pt x="11662" y="734"/>
                  </a:lnTo>
                  <a:lnTo>
                    <a:pt x="11739" y="618"/>
                  </a:lnTo>
                  <a:lnTo>
                    <a:pt x="11855" y="541"/>
                  </a:lnTo>
                  <a:lnTo>
                    <a:pt x="11971" y="502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89" y="1738"/>
                  </a:lnTo>
                  <a:lnTo>
                    <a:pt x="16566" y="1854"/>
                  </a:lnTo>
                  <a:lnTo>
                    <a:pt x="16605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5" y="2510"/>
                  </a:lnTo>
                  <a:lnTo>
                    <a:pt x="16528" y="2665"/>
                  </a:lnTo>
                  <a:lnTo>
                    <a:pt x="16412" y="2819"/>
                  </a:lnTo>
                  <a:lnTo>
                    <a:pt x="16296" y="2974"/>
                  </a:lnTo>
                  <a:lnTo>
                    <a:pt x="15948" y="3205"/>
                  </a:lnTo>
                  <a:lnTo>
                    <a:pt x="15524" y="3398"/>
                  </a:lnTo>
                  <a:lnTo>
                    <a:pt x="15137" y="3553"/>
                  </a:lnTo>
                  <a:lnTo>
                    <a:pt x="14713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6"/>
                  </a:lnTo>
                  <a:lnTo>
                    <a:pt x="15060" y="2278"/>
                  </a:lnTo>
                  <a:lnTo>
                    <a:pt x="15408" y="1970"/>
                  </a:lnTo>
                  <a:lnTo>
                    <a:pt x="15639" y="1815"/>
                  </a:lnTo>
                  <a:lnTo>
                    <a:pt x="15871" y="1699"/>
                  </a:lnTo>
                  <a:lnTo>
                    <a:pt x="16103" y="1622"/>
                  </a:lnTo>
                  <a:close/>
                  <a:moveTo>
                    <a:pt x="13824" y="4286"/>
                  </a:moveTo>
                  <a:lnTo>
                    <a:pt x="13670" y="4557"/>
                  </a:lnTo>
                  <a:lnTo>
                    <a:pt x="13477" y="4788"/>
                  </a:lnTo>
                  <a:lnTo>
                    <a:pt x="13245" y="5020"/>
                  </a:lnTo>
                  <a:lnTo>
                    <a:pt x="13014" y="5252"/>
                  </a:lnTo>
                  <a:lnTo>
                    <a:pt x="12666" y="5484"/>
                  </a:lnTo>
                  <a:lnTo>
                    <a:pt x="12125" y="5792"/>
                  </a:lnTo>
                  <a:lnTo>
                    <a:pt x="11855" y="5908"/>
                  </a:lnTo>
                  <a:lnTo>
                    <a:pt x="11623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4" y="5870"/>
                  </a:lnTo>
                  <a:lnTo>
                    <a:pt x="10967" y="5792"/>
                  </a:lnTo>
                  <a:lnTo>
                    <a:pt x="10928" y="5715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7" y="5290"/>
                  </a:lnTo>
                  <a:lnTo>
                    <a:pt x="11121" y="5097"/>
                  </a:lnTo>
                  <a:lnTo>
                    <a:pt x="11276" y="4943"/>
                  </a:lnTo>
                  <a:lnTo>
                    <a:pt x="11546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7" y="4480"/>
                  </a:lnTo>
                  <a:lnTo>
                    <a:pt x="13245" y="4402"/>
                  </a:lnTo>
                  <a:lnTo>
                    <a:pt x="13554" y="4364"/>
                  </a:lnTo>
                  <a:lnTo>
                    <a:pt x="13824" y="4286"/>
                  </a:lnTo>
                  <a:close/>
                  <a:moveTo>
                    <a:pt x="14404" y="4248"/>
                  </a:moveTo>
                  <a:lnTo>
                    <a:pt x="15060" y="4595"/>
                  </a:lnTo>
                  <a:lnTo>
                    <a:pt x="15408" y="4788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1" y="5368"/>
                  </a:lnTo>
                  <a:lnTo>
                    <a:pt x="16412" y="5677"/>
                  </a:lnTo>
                  <a:lnTo>
                    <a:pt x="16643" y="6024"/>
                  </a:lnTo>
                  <a:lnTo>
                    <a:pt x="16875" y="6333"/>
                  </a:lnTo>
                  <a:lnTo>
                    <a:pt x="16991" y="6681"/>
                  </a:lnTo>
                  <a:lnTo>
                    <a:pt x="16991" y="6835"/>
                  </a:lnTo>
                  <a:lnTo>
                    <a:pt x="16991" y="6990"/>
                  </a:lnTo>
                  <a:lnTo>
                    <a:pt x="16952" y="7105"/>
                  </a:lnTo>
                  <a:lnTo>
                    <a:pt x="16836" y="7221"/>
                  </a:lnTo>
                  <a:lnTo>
                    <a:pt x="16759" y="7298"/>
                  </a:lnTo>
                  <a:lnTo>
                    <a:pt x="16643" y="7337"/>
                  </a:lnTo>
                  <a:lnTo>
                    <a:pt x="16373" y="7337"/>
                  </a:lnTo>
                  <a:lnTo>
                    <a:pt x="16141" y="7221"/>
                  </a:lnTo>
                  <a:lnTo>
                    <a:pt x="15871" y="7028"/>
                  </a:lnTo>
                  <a:lnTo>
                    <a:pt x="15601" y="6835"/>
                  </a:lnTo>
                  <a:lnTo>
                    <a:pt x="15369" y="6565"/>
                  </a:lnTo>
                  <a:lnTo>
                    <a:pt x="15060" y="6179"/>
                  </a:lnTo>
                  <a:lnTo>
                    <a:pt x="14828" y="5715"/>
                  </a:lnTo>
                  <a:lnTo>
                    <a:pt x="14635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5" y="0"/>
                  </a:moveTo>
                  <a:lnTo>
                    <a:pt x="11585" y="77"/>
                  </a:lnTo>
                  <a:lnTo>
                    <a:pt x="11469" y="116"/>
                  </a:lnTo>
                  <a:lnTo>
                    <a:pt x="11353" y="232"/>
                  </a:lnTo>
                  <a:lnTo>
                    <a:pt x="11160" y="425"/>
                  </a:lnTo>
                  <a:lnTo>
                    <a:pt x="11006" y="618"/>
                  </a:lnTo>
                  <a:lnTo>
                    <a:pt x="10928" y="811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67" y="1468"/>
                  </a:lnTo>
                  <a:lnTo>
                    <a:pt x="11083" y="1699"/>
                  </a:lnTo>
                  <a:lnTo>
                    <a:pt x="11199" y="1892"/>
                  </a:lnTo>
                  <a:lnTo>
                    <a:pt x="11546" y="2317"/>
                  </a:lnTo>
                  <a:lnTo>
                    <a:pt x="11932" y="2742"/>
                  </a:lnTo>
                  <a:lnTo>
                    <a:pt x="12396" y="3089"/>
                  </a:lnTo>
                  <a:lnTo>
                    <a:pt x="12859" y="3437"/>
                  </a:lnTo>
                  <a:lnTo>
                    <a:pt x="12048" y="3321"/>
                  </a:lnTo>
                  <a:lnTo>
                    <a:pt x="11199" y="3282"/>
                  </a:lnTo>
                  <a:lnTo>
                    <a:pt x="10388" y="3360"/>
                  </a:lnTo>
                  <a:lnTo>
                    <a:pt x="9615" y="3476"/>
                  </a:lnTo>
                  <a:lnTo>
                    <a:pt x="9654" y="3012"/>
                  </a:lnTo>
                  <a:lnTo>
                    <a:pt x="9654" y="2510"/>
                  </a:lnTo>
                  <a:lnTo>
                    <a:pt x="9615" y="2008"/>
                  </a:lnTo>
                  <a:lnTo>
                    <a:pt x="9500" y="1506"/>
                  </a:lnTo>
                  <a:lnTo>
                    <a:pt x="9075" y="1622"/>
                  </a:lnTo>
                  <a:lnTo>
                    <a:pt x="9152" y="2085"/>
                  </a:lnTo>
                  <a:lnTo>
                    <a:pt x="9152" y="2587"/>
                  </a:lnTo>
                  <a:lnTo>
                    <a:pt x="9113" y="3089"/>
                  </a:lnTo>
                  <a:lnTo>
                    <a:pt x="9075" y="3514"/>
                  </a:lnTo>
                  <a:lnTo>
                    <a:pt x="9075" y="3630"/>
                  </a:lnTo>
                  <a:lnTo>
                    <a:pt x="8225" y="3900"/>
                  </a:lnTo>
                  <a:lnTo>
                    <a:pt x="7414" y="4286"/>
                  </a:lnTo>
                  <a:lnTo>
                    <a:pt x="6604" y="4711"/>
                  </a:lnTo>
                  <a:lnTo>
                    <a:pt x="5831" y="5252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6" y="6217"/>
                  </a:lnTo>
                  <a:lnTo>
                    <a:pt x="3823" y="6951"/>
                  </a:lnTo>
                  <a:lnTo>
                    <a:pt x="3090" y="7685"/>
                  </a:lnTo>
                  <a:lnTo>
                    <a:pt x="2394" y="8495"/>
                  </a:lnTo>
                  <a:lnTo>
                    <a:pt x="1738" y="9306"/>
                  </a:lnTo>
                  <a:lnTo>
                    <a:pt x="1082" y="10156"/>
                  </a:lnTo>
                  <a:lnTo>
                    <a:pt x="502" y="10967"/>
                  </a:lnTo>
                  <a:lnTo>
                    <a:pt x="0" y="11816"/>
                  </a:lnTo>
                  <a:lnTo>
                    <a:pt x="309" y="12087"/>
                  </a:lnTo>
                  <a:lnTo>
                    <a:pt x="1545" y="10503"/>
                  </a:lnTo>
                  <a:lnTo>
                    <a:pt x="2742" y="8959"/>
                  </a:lnTo>
                  <a:lnTo>
                    <a:pt x="3360" y="8225"/>
                  </a:lnTo>
                  <a:lnTo>
                    <a:pt x="4016" y="7491"/>
                  </a:lnTo>
                  <a:lnTo>
                    <a:pt x="4711" y="6835"/>
                  </a:lnTo>
                  <a:lnTo>
                    <a:pt x="5484" y="6179"/>
                  </a:lnTo>
                  <a:lnTo>
                    <a:pt x="6256" y="5599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7" y="4441"/>
                  </a:lnTo>
                  <a:lnTo>
                    <a:pt x="8920" y="4248"/>
                  </a:lnTo>
                  <a:lnTo>
                    <a:pt x="9422" y="4132"/>
                  </a:lnTo>
                  <a:lnTo>
                    <a:pt x="9886" y="4016"/>
                  </a:lnTo>
                  <a:lnTo>
                    <a:pt x="10388" y="3939"/>
                  </a:lnTo>
                  <a:lnTo>
                    <a:pt x="10851" y="3862"/>
                  </a:lnTo>
                  <a:lnTo>
                    <a:pt x="11353" y="3823"/>
                  </a:lnTo>
                  <a:lnTo>
                    <a:pt x="11855" y="3823"/>
                  </a:lnTo>
                  <a:lnTo>
                    <a:pt x="12357" y="3862"/>
                  </a:lnTo>
                  <a:lnTo>
                    <a:pt x="12821" y="3939"/>
                  </a:lnTo>
                  <a:lnTo>
                    <a:pt x="12319" y="4016"/>
                  </a:lnTo>
                  <a:lnTo>
                    <a:pt x="11855" y="4132"/>
                  </a:lnTo>
                  <a:lnTo>
                    <a:pt x="11392" y="4286"/>
                  </a:lnTo>
                  <a:lnTo>
                    <a:pt x="11199" y="4402"/>
                  </a:lnTo>
                  <a:lnTo>
                    <a:pt x="11006" y="4557"/>
                  </a:lnTo>
                  <a:lnTo>
                    <a:pt x="10813" y="4711"/>
                  </a:lnTo>
                  <a:lnTo>
                    <a:pt x="10697" y="4866"/>
                  </a:lnTo>
                  <a:lnTo>
                    <a:pt x="10542" y="5059"/>
                  </a:lnTo>
                  <a:lnTo>
                    <a:pt x="10465" y="5290"/>
                  </a:lnTo>
                  <a:lnTo>
                    <a:pt x="10388" y="5522"/>
                  </a:lnTo>
                  <a:lnTo>
                    <a:pt x="10388" y="5754"/>
                  </a:lnTo>
                  <a:lnTo>
                    <a:pt x="10426" y="5947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3"/>
                  </a:lnTo>
                  <a:lnTo>
                    <a:pt x="11006" y="6410"/>
                  </a:lnTo>
                  <a:lnTo>
                    <a:pt x="11276" y="6449"/>
                  </a:lnTo>
                  <a:lnTo>
                    <a:pt x="11585" y="6410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2"/>
                  </a:lnTo>
                  <a:lnTo>
                    <a:pt x="13422" y="5533"/>
                  </a:lnTo>
                  <a:lnTo>
                    <a:pt x="13422" y="5533"/>
                  </a:lnTo>
                  <a:lnTo>
                    <a:pt x="13786" y="5715"/>
                  </a:lnTo>
                  <a:lnTo>
                    <a:pt x="14056" y="4866"/>
                  </a:lnTo>
                  <a:lnTo>
                    <a:pt x="14211" y="5406"/>
                  </a:lnTo>
                  <a:lnTo>
                    <a:pt x="14404" y="5908"/>
                  </a:lnTo>
                  <a:lnTo>
                    <a:pt x="14674" y="6410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8" y="7298"/>
                  </a:lnTo>
                  <a:lnTo>
                    <a:pt x="15678" y="7491"/>
                  </a:lnTo>
                  <a:lnTo>
                    <a:pt x="15987" y="7685"/>
                  </a:lnTo>
                  <a:lnTo>
                    <a:pt x="16296" y="7800"/>
                  </a:lnTo>
                  <a:lnTo>
                    <a:pt x="16605" y="7878"/>
                  </a:lnTo>
                  <a:lnTo>
                    <a:pt x="16875" y="7878"/>
                  </a:lnTo>
                  <a:lnTo>
                    <a:pt x="17030" y="7800"/>
                  </a:lnTo>
                  <a:lnTo>
                    <a:pt x="17184" y="7723"/>
                  </a:lnTo>
                  <a:lnTo>
                    <a:pt x="17300" y="7646"/>
                  </a:lnTo>
                  <a:lnTo>
                    <a:pt x="17377" y="7530"/>
                  </a:lnTo>
                  <a:lnTo>
                    <a:pt x="17416" y="7414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6" y="6603"/>
                  </a:lnTo>
                  <a:lnTo>
                    <a:pt x="17300" y="6294"/>
                  </a:lnTo>
                  <a:lnTo>
                    <a:pt x="17184" y="5986"/>
                  </a:lnTo>
                  <a:lnTo>
                    <a:pt x="17030" y="5715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0"/>
                  </a:lnTo>
                  <a:lnTo>
                    <a:pt x="16257" y="4788"/>
                  </a:lnTo>
                  <a:lnTo>
                    <a:pt x="16026" y="4634"/>
                  </a:lnTo>
                  <a:lnTo>
                    <a:pt x="15524" y="4286"/>
                  </a:lnTo>
                  <a:lnTo>
                    <a:pt x="14944" y="4016"/>
                  </a:lnTo>
                  <a:lnTo>
                    <a:pt x="15408" y="3900"/>
                  </a:lnTo>
                  <a:lnTo>
                    <a:pt x="15832" y="3746"/>
                  </a:lnTo>
                  <a:lnTo>
                    <a:pt x="16219" y="3514"/>
                  </a:lnTo>
                  <a:lnTo>
                    <a:pt x="16605" y="3244"/>
                  </a:lnTo>
                  <a:lnTo>
                    <a:pt x="16759" y="3089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5" y="2201"/>
                  </a:lnTo>
                  <a:lnTo>
                    <a:pt x="17107" y="1931"/>
                  </a:lnTo>
                  <a:lnTo>
                    <a:pt x="17068" y="1699"/>
                  </a:lnTo>
                  <a:lnTo>
                    <a:pt x="16914" y="1506"/>
                  </a:lnTo>
                  <a:lnTo>
                    <a:pt x="16759" y="1313"/>
                  </a:lnTo>
                  <a:lnTo>
                    <a:pt x="16528" y="1236"/>
                  </a:lnTo>
                  <a:lnTo>
                    <a:pt x="16334" y="1159"/>
                  </a:lnTo>
                  <a:lnTo>
                    <a:pt x="16103" y="1159"/>
                  </a:lnTo>
                  <a:lnTo>
                    <a:pt x="15910" y="1197"/>
                  </a:lnTo>
                  <a:lnTo>
                    <a:pt x="15678" y="1275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6" y="2587"/>
                  </a:lnTo>
                  <a:lnTo>
                    <a:pt x="14095" y="3012"/>
                  </a:lnTo>
                  <a:lnTo>
                    <a:pt x="13940" y="2433"/>
                  </a:lnTo>
                  <a:lnTo>
                    <a:pt x="13747" y="1892"/>
                  </a:lnTo>
                  <a:lnTo>
                    <a:pt x="13516" y="1352"/>
                  </a:lnTo>
                  <a:lnTo>
                    <a:pt x="13168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7" y="155"/>
                  </a:lnTo>
                  <a:lnTo>
                    <a:pt x="12087" y="39"/>
                  </a:lnTo>
                  <a:lnTo>
                    <a:pt x="118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13"/>
            <p:cNvSpPr/>
            <p:nvPr/>
          </p:nvSpPr>
          <p:spPr>
            <a:xfrm>
              <a:off x="799000" y="1245800"/>
              <a:ext cx="106200" cy="124550"/>
            </a:xfrm>
            <a:custGeom>
              <a:avLst/>
              <a:gdLst/>
              <a:ahLst/>
              <a:cxnLst/>
              <a:rect l="l" t="t" r="r" b="b"/>
              <a:pathLst>
                <a:path w="4248" h="4982" extrusionOk="0">
                  <a:moveTo>
                    <a:pt x="3862" y="0"/>
                  </a:moveTo>
                  <a:lnTo>
                    <a:pt x="3591" y="579"/>
                  </a:lnTo>
                  <a:lnTo>
                    <a:pt x="3244" y="1159"/>
                  </a:lnTo>
                  <a:lnTo>
                    <a:pt x="2896" y="1699"/>
                  </a:lnTo>
                  <a:lnTo>
                    <a:pt x="2510" y="2201"/>
                  </a:lnTo>
                  <a:lnTo>
                    <a:pt x="1931" y="2858"/>
                  </a:lnTo>
                  <a:lnTo>
                    <a:pt x="1313" y="3475"/>
                  </a:lnTo>
                  <a:lnTo>
                    <a:pt x="1004" y="3784"/>
                  </a:lnTo>
                  <a:lnTo>
                    <a:pt x="657" y="4016"/>
                  </a:lnTo>
                  <a:lnTo>
                    <a:pt x="309" y="4286"/>
                  </a:lnTo>
                  <a:lnTo>
                    <a:pt x="0" y="4595"/>
                  </a:lnTo>
                  <a:lnTo>
                    <a:pt x="39" y="4981"/>
                  </a:lnTo>
                  <a:lnTo>
                    <a:pt x="155" y="4981"/>
                  </a:lnTo>
                  <a:lnTo>
                    <a:pt x="541" y="4788"/>
                  </a:lnTo>
                  <a:lnTo>
                    <a:pt x="927" y="4557"/>
                  </a:lnTo>
                  <a:lnTo>
                    <a:pt x="1313" y="4248"/>
                  </a:lnTo>
                  <a:lnTo>
                    <a:pt x="1699" y="3939"/>
                  </a:lnTo>
                  <a:lnTo>
                    <a:pt x="2008" y="3591"/>
                  </a:lnTo>
                  <a:lnTo>
                    <a:pt x="2356" y="3205"/>
                  </a:lnTo>
                  <a:lnTo>
                    <a:pt x="2896" y="2510"/>
                  </a:lnTo>
                  <a:lnTo>
                    <a:pt x="3321" y="1969"/>
                  </a:lnTo>
                  <a:lnTo>
                    <a:pt x="3669" y="1390"/>
                  </a:lnTo>
                  <a:lnTo>
                    <a:pt x="3978" y="811"/>
                  </a:lnTo>
                  <a:lnTo>
                    <a:pt x="4248" y="193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13"/>
            <p:cNvSpPr/>
            <p:nvPr/>
          </p:nvSpPr>
          <p:spPr>
            <a:xfrm>
              <a:off x="747825" y="12477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5" y="271"/>
                  </a:move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7"/>
                  </a:lnTo>
                  <a:lnTo>
                    <a:pt x="1545" y="1313"/>
                  </a:lnTo>
                  <a:lnTo>
                    <a:pt x="1429" y="1391"/>
                  </a:lnTo>
                  <a:lnTo>
                    <a:pt x="1352" y="1468"/>
                  </a:lnTo>
                  <a:lnTo>
                    <a:pt x="1198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468"/>
                  </a:lnTo>
                  <a:lnTo>
                    <a:pt x="580" y="1429"/>
                  </a:lnTo>
                  <a:lnTo>
                    <a:pt x="503" y="1313"/>
                  </a:lnTo>
                  <a:lnTo>
                    <a:pt x="464" y="1197"/>
                  </a:lnTo>
                  <a:lnTo>
                    <a:pt x="425" y="1004"/>
                  </a:lnTo>
                  <a:lnTo>
                    <a:pt x="425" y="773"/>
                  </a:lnTo>
                  <a:lnTo>
                    <a:pt x="541" y="580"/>
                  </a:lnTo>
                  <a:lnTo>
                    <a:pt x="696" y="425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78"/>
                  </a:lnTo>
                  <a:lnTo>
                    <a:pt x="657" y="116"/>
                  </a:lnTo>
                  <a:lnTo>
                    <a:pt x="541" y="78"/>
                  </a:lnTo>
                  <a:lnTo>
                    <a:pt x="425" y="116"/>
                  </a:lnTo>
                  <a:lnTo>
                    <a:pt x="271" y="193"/>
                  </a:lnTo>
                  <a:lnTo>
                    <a:pt x="155" y="348"/>
                  </a:lnTo>
                  <a:lnTo>
                    <a:pt x="78" y="502"/>
                  </a:lnTo>
                  <a:lnTo>
                    <a:pt x="1" y="695"/>
                  </a:lnTo>
                  <a:lnTo>
                    <a:pt x="1" y="889"/>
                  </a:lnTo>
                  <a:lnTo>
                    <a:pt x="1" y="1082"/>
                  </a:lnTo>
                  <a:lnTo>
                    <a:pt x="39" y="1275"/>
                  </a:lnTo>
                  <a:lnTo>
                    <a:pt x="78" y="1429"/>
                  </a:lnTo>
                  <a:lnTo>
                    <a:pt x="194" y="1622"/>
                  </a:lnTo>
                  <a:lnTo>
                    <a:pt x="310" y="1777"/>
                  </a:lnTo>
                  <a:lnTo>
                    <a:pt x="464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043" y="2008"/>
                  </a:lnTo>
                  <a:lnTo>
                    <a:pt x="1236" y="1970"/>
                  </a:lnTo>
                  <a:lnTo>
                    <a:pt x="1429" y="1892"/>
                  </a:lnTo>
                  <a:lnTo>
                    <a:pt x="1584" y="1815"/>
                  </a:lnTo>
                  <a:lnTo>
                    <a:pt x="1738" y="1699"/>
                  </a:lnTo>
                  <a:lnTo>
                    <a:pt x="1893" y="1545"/>
                  </a:lnTo>
                  <a:lnTo>
                    <a:pt x="1970" y="1352"/>
                  </a:lnTo>
                  <a:lnTo>
                    <a:pt x="2047" y="1197"/>
                  </a:lnTo>
                  <a:lnTo>
                    <a:pt x="2086" y="1004"/>
                  </a:lnTo>
                  <a:lnTo>
                    <a:pt x="2047" y="811"/>
                  </a:lnTo>
                  <a:lnTo>
                    <a:pt x="1970" y="580"/>
                  </a:lnTo>
                  <a:lnTo>
                    <a:pt x="1893" y="425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78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13"/>
            <p:cNvSpPr/>
            <p:nvPr/>
          </p:nvSpPr>
          <p:spPr>
            <a:xfrm>
              <a:off x="691825" y="1300825"/>
              <a:ext cx="114925" cy="285775"/>
            </a:xfrm>
            <a:custGeom>
              <a:avLst/>
              <a:gdLst/>
              <a:ahLst/>
              <a:cxnLst/>
              <a:rect l="l" t="t" r="r" b="b"/>
              <a:pathLst>
                <a:path w="4597" h="11431" extrusionOk="0">
                  <a:moveTo>
                    <a:pt x="3631" y="888"/>
                  </a:moveTo>
                  <a:lnTo>
                    <a:pt x="3708" y="2008"/>
                  </a:lnTo>
                  <a:lnTo>
                    <a:pt x="3824" y="3128"/>
                  </a:lnTo>
                  <a:lnTo>
                    <a:pt x="3940" y="4248"/>
                  </a:lnTo>
                  <a:lnTo>
                    <a:pt x="4017" y="5406"/>
                  </a:lnTo>
                  <a:lnTo>
                    <a:pt x="4056" y="6603"/>
                  </a:lnTo>
                  <a:lnTo>
                    <a:pt x="4056" y="7260"/>
                  </a:lnTo>
                  <a:lnTo>
                    <a:pt x="3978" y="7878"/>
                  </a:lnTo>
                  <a:lnTo>
                    <a:pt x="3901" y="8534"/>
                  </a:lnTo>
                  <a:lnTo>
                    <a:pt x="3747" y="9152"/>
                  </a:lnTo>
                  <a:lnTo>
                    <a:pt x="3515" y="9731"/>
                  </a:lnTo>
                  <a:lnTo>
                    <a:pt x="3245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2"/>
                  </a:lnTo>
                  <a:lnTo>
                    <a:pt x="1623" y="10696"/>
                  </a:lnTo>
                  <a:lnTo>
                    <a:pt x="1353" y="10503"/>
                  </a:lnTo>
                  <a:lnTo>
                    <a:pt x="1121" y="10233"/>
                  </a:lnTo>
                  <a:lnTo>
                    <a:pt x="966" y="9963"/>
                  </a:lnTo>
                  <a:lnTo>
                    <a:pt x="851" y="9692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95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9" y="4055"/>
                  </a:lnTo>
                  <a:lnTo>
                    <a:pt x="580" y="2780"/>
                  </a:lnTo>
                  <a:lnTo>
                    <a:pt x="542" y="2742"/>
                  </a:lnTo>
                  <a:lnTo>
                    <a:pt x="580" y="2742"/>
                  </a:lnTo>
                  <a:lnTo>
                    <a:pt x="1353" y="2356"/>
                  </a:lnTo>
                  <a:lnTo>
                    <a:pt x="2163" y="1931"/>
                  </a:lnTo>
                  <a:lnTo>
                    <a:pt x="2936" y="1429"/>
                  </a:lnTo>
                  <a:lnTo>
                    <a:pt x="3283" y="1159"/>
                  </a:lnTo>
                  <a:lnTo>
                    <a:pt x="3631" y="888"/>
                  </a:lnTo>
                  <a:close/>
                  <a:moveTo>
                    <a:pt x="3978" y="0"/>
                  </a:moveTo>
                  <a:lnTo>
                    <a:pt x="3901" y="39"/>
                  </a:lnTo>
                  <a:lnTo>
                    <a:pt x="3476" y="309"/>
                  </a:lnTo>
                  <a:lnTo>
                    <a:pt x="3052" y="657"/>
                  </a:lnTo>
                  <a:lnTo>
                    <a:pt x="2627" y="966"/>
                  </a:lnTo>
                  <a:lnTo>
                    <a:pt x="2202" y="1313"/>
                  </a:lnTo>
                  <a:lnTo>
                    <a:pt x="1314" y="1892"/>
                  </a:lnTo>
                  <a:lnTo>
                    <a:pt x="426" y="2472"/>
                  </a:lnTo>
                  <a:lnTo>
                    <a:pt x="349" y="2549"/>
                  </a:lnTo>
                  <a:lnTo>
                    <a:pt x="349" y="2626"/>
                  </a:lnTo>
                  <a:lnTo>
                    <a:pt x="271" y="2665"/>
                  </a:lnTo>
                  <a:lnTo>
                    <a:pt x="233" y="2780"/>
                  </a:lnTo>
                  <a:lnTo>
                    <a:pt x="194" y="3823"/>
                  </a:lnTo>
                  <a:lnTo>
                    <a:pt x="155" y="4827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7"/>
                  </a:lnTo>
                  <a:lnTo>
                    <a:pt x="155" y="7685"/>
                  </a:lnTo>
                  <a:lnTo>
                    <a:pt x="155" y="8418"/>
                  </a:lnTo>
                  <a:lnTo>
                    <a:pt x="233" y="9152"/>
                  </a:lnTo>
                  <a:lnTo>
                    <a:pt x="310" y="9615"/>
                  </a:lnTo>
                  <a:lnTo>
                    <a:pt x="503" y="10079"/>
                  </a:lnTo>
                  <a:lnTo>
                    <a:pt x="735" y="10503"/>
                  </a:lnTo>
                  <a:lnTo>
                    <a:pt x="1044" y="10890"/>
                  </a:lnTo>
                  <a:lnTo>
                    <a:pt x="1198" y="11044"/>
                  </a:lnTo>
                  <a:lnTo>
                    <a:pt x="1391" y="11198"/>
                  </a:lnTo>
                  <a:lnTo>
                    <a:pt x="1623" y="11314"/>
                  </a:lnTo>
                  <a:lnTo>
                    <a:pt x="1816" y="11392"/>
                  </a:lnTo>
                  <a:lnTo>
                    <a:pt x="2048" y="11430"/>
                  </a:lnTo>
                  <a:lnTo>
                    <a:pt x="2279" y="11430"/>
                  </a:lnTo>
                  <a:lnTo>
                    <a:pt x="2550" y="11392"/>
                  </a:lnTo>
                  <a:lnTo>
                    <a:pt x="2820" y="11314"/>
                  </a:lnTo>
                  <a:lnTo>
                    <a:pt x="3052" y="11198"/>
                  </a:lnTo>
                  <a:lnTo>
                    <a:pt x="3283" y="11044"/>
                  </a:lnTo>
                  <a:lnTo>
                    <a:pt x="3476" y="10851"/>
                  </a:lnTo>
                  <a:lnTo>
                    <a:pt x="3669" y="10658"/>
                  </a:lnTo>
                  <a:lnTo>
                    <a:pt x="3824" y="10388"/>
                  </a:lnTo>
                  <a:lnTo>
                    <a:pt x="3978" y="10117"/>
                  </a:lnTo>
                  <a:lnTo>
                    <a:pt x="4171" y="9538"/>
                  </a:lnTo>
                  <a:lnTo>
                    <a:pt x="4326" y="8920"/>
                  </a:lnTo>
                  <a:lnTo>
                    <a:pt x="4442" y="8302"/>
                  </a:lnTo>
                  <a:lnTo>
                    <a:pt x="4519" y="7723"/>
                  </a:lnTo>
                  <a:lnTo>
                    <a:pt x="4558" y="7221"/>
                  </a:lnTo>
                  <a:lnTo>
                    <a:pt x="4596" y="6642"/>
                  </a:lnTo>
                  <a:lnTo>
                    <a:pt x="4596" y="6101"/>
                  </a:lnTo>
                  <a:lnTo>
                    <a:pt x="4519" y="4981"/>
                  </a:lnTo>
                  <a:lnTo>
                    <a:pt x="4442" y="3862"/>
                  </a:lnTo>
                  <a:lnTo>
                    <a:pt x="4326" y="2780"/>
                  </a:lnTo>
                  <a:lnTo>
                    <a:pt x="4287" y="2394"/>
                  </a:lnTo>
                  <a:lnTo>
                    <a:pt x="4210" y="1468"/>
                  </a:lnTo>
                  <a:lnTo>
                    <a:pt x="4133" y="541"/>
                  </a:lnTo>
                  <a:lnTo>
                    <a:pt x="4094" y="386"/>
                  </a:lnTo>
                  <a:lnTo>
                    <a:pt x="4133" y="348"/>
                  </a:lnTo>
                  <a:lnTo>
                    <a:pt x="4171" y="270"/>
                  </a:lnTo>
                  <a:lnTo>
                    <a:pt x="4210" y="193"/>
                  </a:lnTo>
                  <a:lnTo>
                    <a:pt x="4171" y="77"/>
                  </a:lnTo>
                  <a:lnTo>
                    <a:pt x="4094" y="39"/>
                  </a:lnTo>
                  <a:lnTo>
                    <a:pt x="40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13"/>
            <p:cNvSpPr/>
            <p:nvPr/>
          </p:nvSpPr>
          <p:spPr>
            <a:xfrm>
              <a:off x="695700" y="1106775"/>
              <a:ext cx="102350" cy="132275"/>
            </a:xfrm>
            <a:custGeom>
              <a:avLst/>
              <a:gdLst/>
              <a:ahLst/>
              <a:cxnLst/>
              <a:rect l="l" t="t" r="r" b="b"/>
              <a:pathLst>
                <a:path w="4094" h="5291" extrusionOk="0">
                  <a:moveTo>
                    <a:pt x="2279" y="1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4" y="1893"/>
                  </a:lnTo>
                  <a:lnTo>
                    <a:pt x="116" y="2279"/>
                  </a:lnTo>
                  <a:lnTo>
                    <a:pt x="39" y="2665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1"/>
                  </a:lnTo>
                  <a:lnTo>
                    <a:pt x="425" y="5291"/>
                  </a:lnTo>
                  <a:lnTo>
                    <a:pt x="464" y="4750"/>
                  </a:lnTo>
                  <a:lnTo>
                    <a:pt x="464" y="4210"/>
                  </a:lnTo>
                  <a:lnTo>
                    <a:pt x="464" y="3630"/>
                  </a:lnTo>
                  <a:lnTo>
                    <a:pt x="464" y="3090"/>
                  </a:lnTo>
                  <a:lnTo>
                    <a:pt x="541" y="2549"/>
                  </a:lnTo>
                  <a:lnTo>
                    <a:pt x="657" y="2047"/>
                  </a:lnTo>
                  <a:lnTo>
                    <a:pt x="773" y="1816"/>
                  </a:lnTo>
                  <a:lnTo>
                    <a:pt x="889" y="1545"/>
                  </a:lnTo>
                  <a:lnTo>
                    <a:pt x="1043" y="1352"/>
                  </a:lnTo>
                  <a:lnTo>
                    <a:pt x="1198" y="1120"/>
                  </a:lnTo>
                  <a:lnTo>
                    <a:pt x="1391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80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4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2" y="1391"/>
                  </a:lnTo>
                  <a:lnTo>
                    <a:pt x="3669" y="1661"/>
                  </a:lnTo>
                  <a:lnTo>
                    <a:pt x="4094" y="1545"/>
                  </a:lnTo>
                  <a:lnTo>
                    <a:pt x="3978" y="1159"/>
                  </a:lnTo>
                  <a:lnTo>
                    <a:pt x="3823" y="812"/>
                  </a:lnTo>
                  <a:lnTo>
                    <a:pt x="3630" y="503"/>
                  </a:lnTo>
                  <a:lnTo>
                    <a:pt x="3399" y="271"/>
                  </a:lnTo>
                  <a:lnTo>
                    <a:pt x="3244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13"/>
            <p:cNvSpPr/>
            <p:nvPr/>
          </p:nvSpPr>
          <p:spPr>
            <a:xfrm>
              <a:off x="569225" y="1424375"/>
              <a:ext cx="126500" cy="69550"/>
            </a:xfrm>
            <a:custGeom>
              <a:avLst/>
              <a:gdLst/>
              <a:ahLst/>
              <a:cxnLst/>
              <a:rect l="l" t="t" r="r" b="b"/>
              <a:pathLst>
                <a:path w="5060" h="2782" extrusionOk="0">
                  <a:moveTo>
                    <a:pt x="4905" y="1"/>
                  </a:moveTo>
                  <a:lnTo>
                    <a:pt x="3824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30" y="1854"/>
                  </a:lnTo>
                  <a:lnTo>
                    <a:pt x="773" y="2125"/>
                  </a:lnTo>
                  <a:lnTo>
                    <a:pt x="117" y="2395"/>
                  </a:lnTo>
                  <a:lnTo>
                    <a:pt x="40" y="2472"/>
                  </a:lnTo>
                  <a:lnTo>
                    <a:pt x="1" y="2588"/>
                  </a:lnTo>
                  <a:lnTo>
                    <a:pt x="40" y="2665"/>
                  </a:lnTo>
                  <a:lnTo>
                    <a:pt x="117" y="2781"/>
                  </a:lnTo>
                  <a:lnTo>
                    <a:pt x="387" y="2781"/>
                  </a:lnTo>
                  <a:lnTo>
                    <a:pt x="1082" y="2627"/>
                  </a:lnTo>
                  <a:lnTo>
                    <a:pt x="1739" y="2356"/>
                  </a:lnTo>
                  <a:lnTo>
                    <a:pt x="2356" y="2047"/>
                  </a:lnTo>
                  <a:lnTo>
                    <a:pt x="2974" y="1739"/>
                  </a:lnTo>
                  <a:lnTo>
                    <a:pt x="3553" y="1430"/>
                  </a:lnTo>
                  <a:lnTo>
                    <a:pt x="4094" y="1082"/>
                  </a:lnTo>
                  <a:lnTo>
                    <a:pt x="4596" y="735"/>
                  </a:lnTo>
                  <a:lnTo>
                    <a:pt x="5059" y="310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13"/>
            <p:cNvSpPr/>
            <p:nvPr/>
          </p:nvSpPr>
          <p:spPr>
            <a:xfrm>
              <a:off x="686050" y="1295025"/>
              <a:ext cx="44425" cy="43475"/>
            </a:xfrm>
            <a:custGeom>
              <a:avLst/>
              <a:gdLst/>
              <a:ahLst/>
              <a:cxnLst/>
              <a:rect l="l" t="t" r="r" b="b"/>
              <a:pathLst>
                <a:path w="1777" h="1739" extrusionOk="0">
                  <a:moveTo>
                    <a:pt x="773" y="309"/>
                  </a:moveTo>
                  <a:lnTo>
                    <a:pt x="966" y="348"/>
                  </a:lnTo>
                  <a:lnTo>
                    <a:pt x="1159" y="464"/>
                  </a:lnTo>
                  <a:lnTo>
                    <a:pt x="1313" y="580"/>
                  </a:lnTo>
                  <a:lnTo>
                    <a:pt x="1390" y="773"/>
                  </a:lnTo>
                  <a:lnTo>
                    <a:pt x="1390" y="966"/>
                  </a:lnTo>
                  <a:lnTo>
                    <a:pt x="1352" y="1043"/>
                  </a:lnTo>
                  <a:lnTo>
                    <a:pt x="1275" y="1159"/>
                  </a:lnTo>
                  <a:lnTo>
                    <a:pt x="1197" y="1236"/>
                  </a:lnTo>
                  <a:lnTo>
                    <a:pt x="1082" y="1275"/>
                  </a:lnTo>
                  <a:lnTo>
                    <a:pt x="888" y="1352"/>
                  </a:lnTo>
                  <a:lnTo>
                    <a:pt x="695" y="1352"/>
                  </a:lnTo>
                  <a:lnTo>
                    <a:pt x="541" y="1236"/>
                  </a:lnTo>
                  <a:lnTo>
                    <a:pt x="425" y="1082"/>
                  </a:lnTo>
                  <a:lnTo>
                    <a:pt x="386" y="889"/>
                  </a:lnTo>
                  <a:lnTo>
                    <a:pt x="386" y="734"/>
                  </a:lnTo>
                  <a:lnTo>
                    <a:pt x="464" y="541"/>
                  </a:lnTo>
                  <a:lnTo>
                    <a:pt x="541" y="387"/>
                  </a:lnTo>
                  <a:lnTo>
                    <a:pt x="541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8" y="39"/>
                  </a:lnTo>
                  <a:lnTo>
                    <a:pt x="464" y="116"/>
                  </a:lnTo>
                  <a:lnTo>
                    <a:pt x="425" y="155"/>
                  </a:lnTo>
                  <a:lnTo>
                    <a:pt x="348" y="155"/>
                  </a:lnTo>
                  <a:lnTo>
                    <a:pt x="232" y="271"/>
                  </a:lnTo>
                  <a:lnTo>
                    <a:pt x="116" y="387"/>
                  </a:lnTo>
                  <a:lnTo>
                    <a:pt x="39" y="502"/>
                  </a:lnTo>
                  <a:lnTo>
                    <a:pt x="0" y="657"/>
                  </a:lnTo>
                  <a:lnTo>
                    <a:pt x="0" y="850"/>
                  </a:lnTo>
                  <a:lnTo>
                    <a:pt x="0" y="1004"/>
                  </a:lnTo>
                  <a:lnTo>
                    <a:pt x="39" y="1159"/>
                  </a:lnTo>
                  <a:lnTo>
                    <a:pt x="116" y="1313"/>
                  </a:lnTo>
                  <a:lnTo>
                    <a:pt x="193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8" y="1738"/>
                  </a:lnTo>
                  <a:lnTo>
                    <a:pt x="966" y="1738"/>
                  </a:lnTo>
                  <a:lnTo>
                    <a:pt x="1120" y="1700"/>
                  </a:lnTo>
                  <a:lnTo>
                    <a:pt x="1275" y="1622"/>
                  </a:lnTo>
                  <a:lnTo>
                    <a:pt x="1429" y="1545"/>
                  </a:lnTo>
                  <a:lnTo>
                    <a:pt x="1584" y="1391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27"/>
                  </a:lnTo>
                  <a:lnTo>
                    <a:pt x="1777" y="773"/>
                  </a:lnTo>
                  <a:lnTo>
                    <a:pt x="1738" y="580"/>
                  </a:lnTo>
                  <a:lnTo>
                    <a:pt x="1661" y="425"/>
                  </a:lnTo>
                  <a:lnTo>
                    <a:pt x="1545" y="271"/>
                  </a:lnTo>
                  <a:lnTo>
                    <a:pt x="1429" y="155"/>
                  </a:lnTo>
                  <a:lnTo>
                    <a:pt x="1275" y="78"/>
                  </a:lnTo>
                  <a:lnTo>
                    <a:pt x="1120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13"/>
            <p:cNvSpPr/>
            <p:nvPr/>
          </p:nvSpPr>
          <p:spPr>
            <a:xfrm>
              <a:off x="635850" y="1347150"/>
              <a:ext cx="42500" cy="41550"/>
            </a:xfrm>
            <a:custGeom>
              <a:avLst/>
              <a:gdLst/>
              <a:ahLst/>
              <a:cxnLst/>
              <a:rect l="l" t="t" r="r" b="b"/>
              <a:pathLst>
                <a:path w="1700" h="1662" extrusionOk="0">
                  <a:moveTo>
                    <a:pt x="1004" y="387"/>
                  </a:moveTo>
                  <a:lnTo>
                    <a:pt x="1120" y="425"/>
                  </a:lnTo>
                  <a:lnTo>
                    <a:pt x="1159" y="464"/>
                  </a:lnTo>
                  <a:lnTo>
                    <a:pt x="1236" y="541"/>
                  </a:lnTo>
                  <a:lnTo>
                    <a:pt x="1313" y="734"/>
                  </a:lnTo>
                  <a:lnTo>
                    <a:pt x="1313" y="927"/>
                  </a:lnTo>
                  <a:lnTo>
                    <a:pt x="1236" y="1082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8" y="1275"/>
                  </a:lnTo>
                  <a:lnTo>
                    <a:pt x="695" y="1236"/>
                  </a:lnTo>
                  <a:lnTo>
                    <a:pt x="541" y="1121"/>
                  </a:lnTo>
                  <a:lnTo>
                    <a:pt x="464" y="1082"/>
                  </a:lnTo>
                  <a:lnTo>
                    <a:pt x="425" y="966"/>
                  </a:lnTo>
                  <a:lnTo>
                    <a:pt x="386" y="889"/>
                  </a:lnTo>
                  <a:lnTo>
                    <a:pt x="386" y="773"/>
                  </a:lnTo>
                  <a:lnTo>
                    <a:pt x="425" y="541"/>
                  </a:lnTo>
                  <a:lnTo>
                    <a:pt x="541" y="580"/>
                  </a:lnTo>
                  <a:lnTo>
                    <a:pt x="618" y="541"/>
                  </a:lnTo>
                  <a:lnTo>
                    <a:pt x="773" y="425"/>
                  </a:lnTo>
                  <a:lnTo>
                    <a:pt x="927" y="387"/>
                  </a:lnTo>
                  <a:close/>
                  <a:moveTo>
                    <a:pt x="734" y="1"/>
                  </a:moveTo>
                  <a:lnTo>
                    <a:pt x="618" y="39"/>
                  </a:lnTo>
                  <a:lnTo>
                    <a:pt x="502" y="117"/>
                  </a:lnTo>
                  <a:lnTo>
                    <a:pt x="348" y="194"/>
                  </a:lnTo>
                  <a:lnTo>
                    <a:pt x="232" y="310"/>
                  </a:lnTo>
                  <a:lnTo>
                    <a:pt x="155" y="425"/>
                  </a:lnTo>
                  <a:lnTo>
                    <a:pt x="78" y="580"/>
                  </a:lnTo>
                  <a:lnTo>
                    <a:pt x="39" y="696"/>
                  </a:lnTo>
                  <a:lnTo>
                    <a:pt x="0" y="850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3" y="1352"/>
                  </a:lnTo>
                  <a:lnTo>
                    <a:pt x="309" y="1468"/>
                  </a:lnTo>
                  <a:lnTo>
                    <a:pt x="464" y="1584"/>
                  </a:lnTo>
                  <a:lnTo>
                    <a:pt x="657" y="1623"/>
                  </a:lnTo>
                  <a:lnTo>
                    <a:pt x="811" y="1661"/>
                  </a:lnTo>
                  <a:lnTo>
                    <a:pt x="1004" y="1661"/>
                  </a:lnTo>
                  <a:lnTo>
                    <a:pt x="1197" y="1584"/>
                  </a:lnTo>
                  <a:lnTo>
                    <a:pt x="1352" y="1507"/>
                  </a:lnTo>
                  <a:lnTo>
                    <a:pt x="1468" y="1391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699" y="927"/>
                  </a:lnTo>
                  <a:lnTo>
                    <a:pt x="1699" y="734"/>
                  </a:lnTo>
                  <a:lnTo>
                    <a:pt x="1661" y="541"/>
                  </a:lnTo>
                  <a:lnTo>
                    <a:pt x="1584" y="387"/>
                  </a:lnTo>
                  <a:lnTo>
                    <a:pt x="1506" y="232"/>
                  </a:lnTo>
                  <a:lnTo>
                    <a:pt x="1390" y="155"/>
                  </a:lnTo>
                  <a:lnTo>
                    <a:pt x="1275" y="78"/>
                  </a:lnTo>
                  <a:lnTo>
                    <a:pt x="10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13"/>
            <p:cNvSpPr/>
            <p:nvPr/>
          </p:nvSpPr>
          <p:spPr>
            <a:xfrm>
              <a:off x="444700" y="13741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71" y="1"/>
                  </a:moveTo>
                  <a:lnTo>
                    <a:pt x="116" y="40"/>
                  </a:lnTo>
                  <a:lnTo>
                    <a:pt x="39" y="117"/>
                  </a:lnTo>
                  <a:lnTo>
                    <a:pt x="1" y="233"/>
                  </a:lnTo>
                  <a:lnTo>
                    <a:pt x="39" y="387"/>
                  </a:lnTo>
                  <a:lnTo>
                    <a:pt x="348" y="889"/>
                  </a:lnTo>
                  <a:lnTo>
                    <a:pt x="657" y="1391"/>
                  </a:lnTo>
                  <a:lnTo>
                    <a:pt x="1005" y="1854"/>
                  </a:lnTo>
                  <a:lnTo>
                    <a:pt x="1391" y="2318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4" y="3553"/>
                  </a:lnTo>
                  <a:lnTo>
                    <a:pt x="3167" y="3901"/>
                  </a:lnTo>
                  <a:lnTo>
                    <a:pt x="3553" y="3747"/>
                  </a:lnTo>
                  <a:lnTo>
                    <a:pt x="2781" y="3013"/>
                  </a:lnTo>
                  <a:lnTo>
                    <a:pt x="2047" y="2241"/>
                  </a:lnTo>
                  <a:lnTo>
                    <a:pt x="1352" y="1430"/>
                  </a:lnTo>
                  <a:lnTo>
                    <a:pt x="1043" y="1005"/>
                  </a:lnTo>
                  <a:lnTo>
                    <a:pt x="734" y="542"/>
                  </a:lnTo>
                  <a:lnTo>
                    <a:pt x="1622" y="696"/>
                  </a:lnTo>
                  <a:lnTo>
                    <a:pt x="2511" y="889"/>
                  </a:lnTo>
                  <a:lnTo>
                    <a:pt x="3013" y="1044"/>
                  </a:lnTo>
                  <a:lnTo>
                    <a:pt x="3515" y="1198"/>
                  </a:lnTo>
                  <a:lnTo>
                    <a:pt x="4017" y="1352"/>
                  </a:lnTo>
                  <a:lnTo>
                    <a:pt x="4480" y="1507"/>
                  </a:lnTo>
                  <a:lnTo>
                    <a:pt x="4596" y="1507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5" y="1507"/>
                  </a:lnTo>
                  <a:lnTo>
                    <a:pt x="4943" y="1430"/>
                  </a:lnTo>
                  <a:lnTo>
                    <a:pt x="4634" y="1159"/>
                  </a:lnTo>
                  <a:lnTo>
                    <a:pt x="4171" y="850"/>
                  </a:lnTo>
                  <a:lnTo>
                    <a:pt x="3630" y="619"/>
                  </a:lnTo>
                  <a:lnTo>
                    <a:pt x="3090" y="464"/>
                  </a:lnTo>
                  <a:lnTo>
                    <a:pt x="2511" y="310"/>
                  </a:lnTo>
                  <a:lnTo>
                    <a:pt x="1931" y="194"/>
                  </a:lnTo>
                  <a:lnTo>
                    <a:pt x="1352" y="117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13"/>
            <p:cNvSpPr/>
            <p:nvPr/>
          </p:nvSpPr>
          <p:spPr>
            <a:xfrm>
              <a:off x="512275" y="1467825"/>
              <a:ext cx="66650" cy="99450"/>
            </a:xfrm>
            <a:custGeom>
              <a:avLst/>
              <a:gdLst/>
              <a:ahLst/>
              <a:cxnLst/>
              <a:rect l="l" t="t" r="r" b="b"/>
              <a:pathLst>
                <a:path w="2666" h="3978" extrusionOk="0">
                  <a:moveTo>
                    <a:pt x="850" y="1"/>
                  </a:moveTo>
                  <a:lnTo>
                    <a:pt x="464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2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1" y="2704"/>
                  </a:lnTo>
                  <a:lnTo>
                    <a:pt x="39" y="2974"/>
                  </a:lnTo>
                  <a:lnTo>
                    <a:pt x="78" y="3206"/>
                  </a:lnTo>
                  <a:lnTo>
                    <a:pt x="155" y="3399"/>
                  </a:lnTo>
                  <a:lnTo>
                    <a:pt x="271" y="3592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9" y="3939"/>
                  </a:lnTo>
                  <a:lnTo>
                    <a:pt x="1082" y="3978"/>
                  </a:lnTo>
                  <a:lnTo>
                    <a:pt x="1314" y="3939"/>
                  </a:lnTo>
                  <a:lnTo>
                    <a:pt x="1507" y="3823"/>
                  </a:lnTo>
                  <a:lnTo>
                    <a:pt x="1661" y="3708"/>
                  </a:lnTo>
                  <a:lnTo>
                    <a:pt x="1816" y="3514"/>
                  </a:lnTo>
                  <a:lnTo>
                    <a:pt x="1970" y="3321"/>
                  </a:lnTo>
                  <a:lnTo>
                    <a:pt x="2086" y="3090"/>
                  </a:lnTo>
                  <a:lnTo>
                    <a:pt x="2318" y="2549"/>
                  </a:lnTo>
                  <a:lnTo>
                    <a:pt x="2472" y="2009"/>
                  </a:lnTo>
                  <a:lnTo>
                    <a:pt x="2626" y="1507"/>
                  </a:lnTo>
                  <a:lnTo>
                    <a:pt x="2665" y="1043"/>
                  </a:lnTo>
                  <a:lnTo>
                    <a:pt x="2395" y="1043"/>
                  </a:lnTo>
                  <a:lnTo>
                    <a:pt x="2009" y="2009"/>
                  </a:lnTo>
                  <a:lnTo>
                    <a:pt x="1738" y="2665"/>
                  </a:lnTo>
                  <a:lnTo>
                    <a:pt x="1545" y="3051"/>
                  </a:lnTo>
                  <a:lnTo>
                    <a:pt x="1468" y="3206"/>
                  </a:lnTo>
                  <a:lnTo>
                    <a:pt x="1314" y="3283"/>
                  </a:lnTo>
                  <a:lnTo>
                    <a:pt x="1159" y="3283"/>
                  </a:lnTo>
                  <a:lnTo>
                    <a:pt x="966" y="3206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8"/>
                  </a:lnTo>
                  <a:lnTo>
                    <a:pt x="889" y="773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91" name="Google Shape;2891;p13"/>
          <p:cNvSpPr txBox="1">
            <a:spLocks noGrp="1"/>
          </p:cNvSpPr>
          <p:nvPr>
            <p:ph type="title"/>
          </p:nvPr>
        </p:nvSpPr>
        <p:spPr>
          <a:xfrm>
            <a:off x="1636933" y="1495192"/>
            <a:ext cx="28671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 b="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892" name="Google Shape;2892;p13"/>
          <p:cNvSpPr txBox="1">
            <a:spLocks noGrp="1"/>
          </p:cNvSpPr>
          <p:nvPr>
            <p:ph type="subTitle" idx="1"/>
          </p:nvPr>
        </p:nvSpPr>
        <p:spPr>
          <a:xfrm>
            <a:off x="1636933" y="1861330"/>
            <a:ext cx="28671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2893" name="Google Shape;2893;p13"/>
          <p:cNvSpPr txBox="1">
            <a:spLocks noGrp="1"/>
          </p:cNvSpPr>
          <p:nvPr>
            <p:ph type="title" idx="2"/>
          </p:nvPr>
        </p:nvSpPr>
        <p:spPr>
          <a:xfrm flipH="1">
            <a:off x="5510697" y="1495196"/>
            <a:ext cx="28671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 b="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894" name="Google Shape;2894;p13"/>
          <p:cNvSpPr txBox="1">
            <a:spLocks noGrp="1"/>
          </p:cNvSpPr>
          <p:nvPr>
            <p:ph type="subTitle" idx="3"/>
          </p:nvPr>
        </p:nvSpPr>
        <p:spPr>
          <a:xfrm flipH="1">
            <a:off x="5510697" y="1861337"/>
            <a:ext cx="28668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2895" name="Google Shape;2895;p13"/>
          <p:cNvSpPr txBox="1">
            <a:spLocks noGrp="1"/>
          </p:cNvSpPr>
          <p:nvPr>
            <p:ph type="title" idx="4" hasCustomPrompt="1"/>
          </p:nvPr>
        </p:nvSpPr>
        <p:spPr>
          <a:xfrm>
            <a:off x="824088" y="1691825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896" name="Google Shape;2896;p13"/>
          <p:cNvSpPr txBox="1">
            <a:spLocks noGrp="1"/>
          </p:cNvSpPr>
          <p:nvPr>
            <p:ph type="title" idx="5" hasCustomPrompt="1"/>
          </p:nvPr>
        </p:nvSpPr>
        <p:spPr>
          <a:xfrm flipH="1">
            <a:off x="4699062" y="1691825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897" name="Google Shape;2897;p13"/>
          <p:cNvSpPr txBox="1">
            <a:spLocks noGrp="1"/>
          </p:cNvSpPr>
          <p:nvPr>
            <p:ph type="title" idx="6"/>
          </p:nvPr>
        </p:nvSpPr>
        <p:spPr>
          <a:xfrm>
            <a:off x="720000" y="539500"/>
            <a:ext cx="7704000" cy="457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898" name="Google Shape;2898;p13"/>
          <p:cNvSpPr txBox="1">
            <a:spLocks noGrp="1"/>
          </p:cNvSpPr>
          <p:nvPr>
            <p:ph type="title" idx="7"/>
          </p:nvPr>
        </p:nvSpPr>
        <p:spPr>
          <a:xfrm>
            <a:off x="1636933" y="3181313"/>
            <a:ext cx="28671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 b="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899" name="Google Shape;2899;p13"/>
          <p:cNvSpPr txBox="1">
            <a:spLocks noGrp="1"/>
          </p:cNvSpPr>
          <p:nvPr>
            <p:ph type="subTitle" idx="8"/>
          </p:nvPr>
        </p:nvSpPr>
        <p:spPr>
          <a:xfrm>
            <a:off x="1636933" y="3548690"/>
            <a:ext cx="28677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2900" name="Google Shape;2900;p13"/>
          <p:cNvSpPr txBox="1">
            <a:spLocks noGrp="1"/>
          </p:cNvSpPr>
          <p:nvPr>
            <p:ph type="title" idx="9"/>
          </p:nvPr>
        </p:nvSpPr>
        <p:spPr>
          <a:xfrm flipH="1">
            <a:off x="5510697" y="3181313"/>
            <a:ext cx="28671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 b="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901" name="Google Shape;2901;p13"/>
          <p:cNvSpPr txBox="1">
            <a:spLocks noGrp="1"/>
          </p:cNvSpPr>
          <p:nvPr>
            <p:ph type="subTitle" idx="13"/>
          </p:nvPr>
        </p:nvSpPr>
        <p:spPr>
          <a:xfrm flipH="1">
            <a:off x="5510697" y="3548690"/>
            <a:ext cx="28668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2902" name="Google Shape;2902;p13"/>
          <p:cNvSpPr txBox="1">
            <a:spLocks noGrp="1"/>
          </p:cNvSpPr>
          <p:nvPr>
            <p:ph type="title" idx="14" hasCustomPrompt="1"/>
          </p:nvPr>
        </p:nvSpPr>
        <p:spPr>
          <a:xfrm>
            <a:off x="824088" y="3377950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903" name="Google Shape;2903;p13"/>
          <p:cNvSpPr txBox="1">
            <a:spLocks noGrp="1"/>
          </p:cNvSpPr>
          <p:nvPr>
            <p:ph type="title" idx="15" hasCustomPrompt="1"/>
          </p:nvPr>
        </p:nvSpPr>
        <p:spPr>
          <a:xfrm flipH="1">
            <a:off x="4699062" y="3377950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grpSp>
        <p:nvGrpSpPr>
          <p:cNvPr id="2904" name="Google Shape;2904;p13"/>
          <p:cNvGrpSpPr/>
          <p:nvPr/>
        </p:nvGrpSpPr>
        <p:grpSpPr>
          <a:xfrm>
            <a:off x="8387100" y="-77375"/>
            <a:ext cx="297100" cy="2315550"/>
            <a:chOff x="8234700" y="-5937"/>
            <a:chExt cx="297100" cy="2315550"/>
          </a:xfrm>
        </p:grpSpPr>
        <p:sp>
          <p:nvSpPr>
            <p:cNvPr id="2905" name="Google Shape;2905;p13"/>
            <p:cNvSpPr/>
            <p:nvPr/>
          </p:nvSpPr>
          <p:spPr>
            <a:xfrm>
              <a:off x="8384650" y="-5937"/>
              <a:ext cx="25" cy="2172350"/>
            </a:xfrm>
            <a:custGeom>
              <a:avLst/>
              <a:gdLst/>
              <a:ahLst/>
              <a:cxnLst/>
              <a:rect l="l" t="t" r="r" b="b"/>
              <a:pathLst>
                <a:path w="1" h="86894" extrusionOk="0">
                  <a:moveTo>
                    <a:pt x="0" y="8689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13"/>
            <p:cNvSpPr/>
            <p:nvPr/>
          </p:nvSpPr>
          <p:spPr>
            <a:xfrm>
              <a:off x="8384650" y="-5937"/>
              <a:ext cx="25" cy="2172350"/>
            </a:xfrm>
            <a:custGeom>
              <a:avLst/>
              <a:gdLst/>
              <a:ahLst/>
              <a:cxnLst/>
              <a:rect l="l" t="t" r="r" b="b"/>
              <a:pathLst>
                <a:path w="1" h="86894" fill="none" extrusionOk="0">
                  <a:moveTo>
                    <a:pt x="0" y="86893"/>
                  </a:moveTo>
                  <a:lnTo>
                    <a:pt x="0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13"/>
            <p:cNvSpPr/>
            <p:nvPr/>
          </p:nvSpPr>
          <p:spPr>
            <a:xfrm>
              <a:off x="8374525" y="-5937"/>
              <a:ext cx="19700" cy="2172350"/>
            </a:xfrm>
            <a:custGeom>
              <a:avLst/>
              <a:gdLst/>
              <a:ahLst/>
              <a:cxnLst/>
              <a:rect l="l" t="t" r="r" b="b"/>
              <a:pathLst>
                <a:path w="788" h="86894" extrusionOk="0">
                  <a:moveTo>
                    <a:pt x="1" y="0"/>
                  </a:moveTo>
                  <a:lnTo>
                    <a:pt x="1" y="86893"/>
                  </a:lnTo>
                  <a:lnTo>
                    <a:pt x="787" y="86893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13"/>
            <p:cNvSpPr/>
            <p:nvPr/>
          </p:nvSpPr>
          <p:spPr>
            <a:xfrm>
              <a:off x="8234700" y="2027088"/>
              <a:ext cx="297100" cy="282525"/>
            </a:xfrm>
            <a:custGeom>
              <a:avLst/>
              <a:gdLst/>
              <a:ahLst/>
              <a:cxnLst/>
              <a:rect l="l" t="t" r="r" b="b"/>
              <a:pathLst>
                <a:path w="11884" h="11301" extrusionOk="0">
                  <a:moveTo>
                    <a:pt x="5931" y="1"/>
                  </a:moveTo>
                  <a:lnTo>
                    <a:pt x="3707" y="3191"/>
                  </a:lnTo>
                  <a:lnTo>
                    <a:pt x="0" y="4314"/>
                  </a:lnTo>
                  <a:lnTo>
                    <a:pt x="2337" y="7437"/>
                  </a:lnTo>
                  <a:lnTo>
                    <a:pt x="2269" y="11301"/>
                  </a:lnTo>
                  <a:lnTo>
                    <a:pt x="5931" y="10043"/>
                  </a:lnTo>
                  <a:lnTo>
                    <a:pt x="9615" y="11301"/>
                  </a:lnTo>
                  <a:lnTo>
                    <a:pt x="9548" y="7437"/>
                  </a:lnTo>
                  <a:lnTo>
                    <a:pt x="11884" y="4314"/>
                  </a:lnTo>
                  <a:lnTo>
                    <a:pt x="8155" y="3191"/>
                  </a:lnTo>
                  <a:lnTo>
                    <a:pt x="593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09" name="Google Shape;2909;p13"/>
          <p:cNvGrpSpPr/>
          <p:nvPr/>
        </p:nvGrpSpPr>
        <p:grpSpPr>
          <a:xfrm>
            <a:off x="166950" y="-76200"/>
            <a:ext cx="599250" cy="1418100"/>
            <a:chOff x="310050" y="0"/>
            <a:chExt cx="599250" cy="1418100"/>
          </a:xfrm>
        </p:grpSpPr>
        <p:sp>
          <p:nvSpPr>
            <p:cNvPr id="2910" name="Google Shape;2910;p13"/>
            <p:cNvSpPr/>
            <p:nvPr/>
          </p:nvSpPr>
          <p:spPr>
            <a:xfrm>
              <a:off x="608250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extrusionOk="0">
                  <a:moveTo>
                    <a:pt x="1" y="36662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13"/>
            <p:cNvSpPr/>
            <p:nvPr/>
          </p:nvSpPr>
          <p:spPr>
            <a:xfrm>
              <a:off x="608250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fill="none" extrusionOk="0">
                  <a:moveTo>
                    <a:pt x="1" y="36662"/>
                  </a:moveTo>
                  <a:lnTo>
                    <a:pt x="1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13"/>
            <p:cNvSpPr/>
            <p:nvPr/>
          </p:nvSpPr>
          <p:spPr>
            <a:xfrm>
              <a:off x="598700" y="0"/>
              <a:ext cx="19700" cy="916575"/>
            </a:xfrm>
            <a:custGeom>
              <a:avLst/>
              <a:gdLst/>
              <a:ahLst/>
              <a:cxnLst/>
              <a:rect l="l" t="t" r="r" b="b"/>
              <a:pathLst>
                <a:path w="788" h="36663" extrusionOk="0">
                  <a:moveTo>
                    <a:pt x="1" y="0"/>
                  </a:moveTo>
                  <a:lnTo>
                    <a:pt x="1" y="36662"/>
                  </a:lnTo>
                  <a:lnTo>
                    <a:pt x="787" y="366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13"/>
            <p:cNvSpPr/>
            <p:nvPr/>
          </p:nvSpPr>
          <p:spPr>
            <a:xfrm>
              <a:off x="310050" y="847475"/>
              <a:ext cx="599250" cy="57062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Rezervirano mjesto sadržaja 2">
            <a:extLst>
              <a:ext uri="{FF2B5EF4-FFF2-40B4-BE49-F238E27FC236}">
                <a16:creationId xmlns:a16="http://schemas.microsoft.com/office/drawing/2014/main" id="{9E8196CB-1DE2-A126-9605-6AC3F386D566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783012" y="4566187"/>
            <a:ext cx="1577975" cy="425450"/>
          </a:xfrm>
        </p:spPr>
        <p:txBody>
          <a:bodyPr/>
          <a:lstStyle/>
          <a:p>
            <a:pPr lvl="0"/>
            <a:r>
              <a:rPr lang="hr-HR"/>
              <a:t>Kliknite da biste uredili matrice</a:t>
            </a:r>
          </a:p>
          <a:p>
            <a:pPr lvl="1"/>
            <a:r>
              <a:rPr lang="hr-HR"/>
              <a:t>Druga razina</a:t>
            </a:r>
          </a:p>
          <a:p>
            <a:pPr lvl="2"/>
            <a:r>
              <a:rPr lang="hr-HR"/>
              <a:t>Treća razina</a:t>
            </a:r>
          </a:p>
          <a:p>
            <a:pPr lvl="3"/>
            <a:r>
              <a:rPr lang="hr-HR"/>
              <a:t>Četvrta razina</a:t>
            </a:r>
          </a:p>
          <a:p>
            <a:pPr lvl="4"/>
            <a:r>
              <a:rPr lang="hr-HR"/>
              <a:t>Peta razina stilove teksta</a:t>
            </a:r>
            <a:endParaRPr 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 userDrawn="1">
  <p:cSld name="CUSTOM_14_1">
    <p:spTree>
      <p:nvGrpSpPr>
        <p:cNvPr id="1" name="Shape 3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81" name="Google Shape;3781;p17"/>
          <p:cNvGrpSpPr/>
          <p:nvPr/>
        </p:nvGrpSpPr>
        <p:grpSpPr>
          <a:xfrm flipH="1">
            <a:off x="162878" y="103243"/>
            <a:ext cx="8818245" cy="4937014"/>
            <a:chOff x="238125" y="857725"/>
            <a:chExt cx="7143750" cy="3999525"/>
          </a:xfrm>
        </p:grpSpPr>
        <p:sp>
          <p:nvSpPr>
            <p:cNvPr id="3782" name="Google Shape;3782;p17"/>
            <p:cNvSpPr/>
            <p:nvPr/>
          </p:nvSpPr>
          <p:spPr>
            <a:xfrm>
              <a:off x="3447000" y="857725"/>
              <a:ext cx="309925" cy="605300"/>
            </a:xfrm>
            <a:custGeom>
              <a:avLst/>
              <a:gdLst/>
              <a:ahLst/>
              <a:cxnLst/>
              <a:rect l="l" t="t" r="r" b="b"/>
              <a:pathLst>
                <a:path w="12397" h="24212" extrusionOk="0">
                  <a:moveTo>
                    <a:pt x="7955" y="463"/>
                  </a:moveTo>
                  <a:lnTo>
                    <a:pt x="8496" y="502"/>
                  </a:lnTo>
                  <a:lnTo>
                    <a:pt x="9037" y="618"/>
                  </a:lnTo>
                  <a:lnTo>
                    <a:pt x="9500" y="811"/>
                  </a:lnTo>
                  <a:lnTo>
                    <a:pt x="9925" y="1043"/>
                  </a:lnTo>
                  <a:lnTo>
                    <a:pt x="10311" y="1352"/>
                  </a:lnTo>
                  <a:lnTo>
                    <a:pt x="10659" y="1699"/>
                  </a:lnTo>
                  <a:lnTo>
                    <a:pt x="10967" y="2085"/>
                  </a:lnTo>
                  <a:lnTo>
                    <a:pt x="11238" y="2510"/>
                  </a:lnTo>
                  <a:lnTo>
                    <a:pt x="11469" y="2973"/>
                  </a:lnTo>
                  <a:lnTo>
                    <a:pt x="11663" y="3437"/>
                  </a:lnTo>
                  <a:lnTo>
                    <a:pt x="11778" y="3939"/>
                  </a:lnTo>
                  <a:lnTo>
                    <a:pt x="11856" y="4441"/>
                  </a:lnTo>
                  <a:lnTo>
                    <a:pt x="11894" y="4981"/>
                  </a:lnTo>
                  <a:lnTo>
                    <a:pt x="11894" y="5483"/>
                  </a:lnTo>
                  <a:lnTo>
                    <a:pt x="11817" y="5985"/>
                  </a:lnTo>
                  <a:lnTo>
                    <a:pt x="11701" y="6487"/>
                  </a:lnTo>
                  <a:lnTo>
                    <a:pt x="11547" y="6989"/>
                  </a:lnTo>
                  <a:lnTo>
                    <a:pt x="11315" y="7453"/>
                  </a:lnTo>
                  <a:lnTo>
                    <a:pt x="11083" y="7916"/>
                  </a:lnTo>
                  <a:lnTo>
                    <a:pt x="10813" y="8341"/>
                  </a:lnTo>
                  <a:lnTo>
                    <a:pt x="10504" y="8766"/>
                  </a:lnTo>
                  <a:lnTo>
                    <a:pt x="10195" y="9152"/>
                  </a:lnTo>
                  <a:lnTo>
                    <a:pt x="9848" y="9499"/>
                  </a:lnTo>
                  <a:lnTo>
                    <a:pt x="9461" y="9847"/>
                  </a:lnTo>
                  <a:lnTo>
                    <a:pt x="9037" y="10156"/>
                  </a:lnTo>
                  <a:lnTo>
                    <a:pt x="8651" y="10465"/>
                  </a:lnTo>
                  <a:lnTo>
                    <a:pt x="8187" y="10735"/>
                  </a:lnTo>
                  <a:lnTo>
                    <a:pt x="7762" y="11005"/>
                  </a:lnTo>
                  <a:lnTo>
                    <a:pt x="6836" y="11469"/>
                  </a:lnTo>
                  <a:lnTo>
                    <a:pt x="5870" y="11855"/>
                  </a:lnTo>
                  <a:lnTo>
                    <a:pt x="5677" y="11855"/>
                  </a:lnTo>
                  <a:lnTo>
                    <a:pt x="5639" y="11932"/>
                  </a:lnTo>
                  <a:lnTo>
                    <a:pt x="5600" y="11932"/>
                  </a:lnTo>
                  <a:lnTo>
                    <a:pt x="4982" y="11276"/>
                  </a:lnTo>
                  <a:lnTo>
                    <a:pt x="4442" y="10542"/>
                  </a:lnTo>
                  <a:lnTo>
                    <a:pt x="3978" y="9808"/>
                  </a:lnTo>
                  <a:lnTo>
                    <a:pt x="3746" y="9383"/>
                  </a:lnTo>
                  <a:lnTo>
                    <a:pt x="3592" y="8997"/>
                  </a:lnTo>
                  <a:lnTo>
                    <a:pt x="3438" y="8611"/>
                  </a:lnTo>
                  <a:lnTo>
                    <a:pt x="3283" y="8186"/>
                  </a:lnTo>
                  <a:lnTo>
                    <a:pt x="3167" y="7762"/>
                  </a:lnTo>
                  <a:lnTo>
                    <a:pt x="3090" y="7298"/>
                  </a:lnTo>
                  <a:lnTo>
                    <a:pt x="3051" y="6873"/>
                  </a:lnTo>
                  <a:lnTo>
                    <a:pt x="3013" y="6410"/>
                  </a:lnTo>
                  <a:lnTo>
                    <a:pt x="3051" y="5947"/>
                  </a:lnTo>
                  <a:lnTo>
                    <a:pt x="3090" y="5483"/>
                  </a:lnTo>
                  <a:lnTo>
                    <a:pt x="3167" y="5020"/>
                  </a:lnTo>
                  <a:lnTo>
                    <a:pt x="3244" y="4557"/>
                  </a:lnTo>
                  <a:lnTo>
                    <a:pt x="3399" y="4093"/>
                  </a:lnTo>
                  <a:lnTo>
                    <a:pt x="3592" y="3668"/>
                  </a:lnTo>
                  <a:lnTo>
                    <a:pt x="3785" y="3205"/>
                  </a:lnTo>
                  <a:lnTo>
                    <a:pt x="4055" y="2819"/>
                  </a:lnTo>
                  <a:lnTo>
                    <a:pt x="4326" y="2394"/>
                  </a:lnTo>
                  <a:lnTo>
                    <a:pt x="4635" y="2047"/>
                  </a:lnTo>
                  <a:lnTo>
                    <a:pt x="4944" y="1699"/>
                  </a:lnTo>
                  <a:lnTo>
                    <a:pt x="5330" y="1390"/>
                  </a:lnTo>
                  <a:lnTo>
                    <a:pt x="5716" y="1081"/>
                  </a:lnTo>
                  <a:lnTo>
                    <a:pt x="6102" y="850"/>
                  </a:lnTo>
                  <a:lnTo>
                    <a:pt x="6527" y="695"/>
                  </a:lnTo>
                  <a:lnTo>
                    <a:pt x="6990" y="541"/>
                  </a:lnTo>
                  <a:lnTo>
                    <a:pt x="7453" y="463"/>
                  </a:lnTo>
                  <a:close/>
                  <a:moveTo>
                    <a:pt x="5561" y="12279"/>
                  </a:moveTo>
                  <a:lnTo>
                    <a:pt x="5600" y="12318"/>
                  </a:lnTo>
                  <a:lnTo>
                    <a:pt x="5677" y="12357"/>
                  </a:lnTo>
                  <a:lnTo>
                    <a:pt x="5793" y="12897"/>
                  </a:lnTo>
                  <a:lnTo>
                    <a:pt x="5793" y="12897"/>
                  </a:lnTo>
                  <a:lnTo>
                    <a:pt x="5098" y="12588"/>
                  </a:lnTo>
                  <a:lnTo>
                    <a:pt x="5561" y="12279"/>
                  </a:lnTo>
                  <a:close/>
                  <a:moveTo>
                    <a:pt x="3322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3" y="13979"/>
                  </a:lnTo>
                  <a:lnTo>
                    <a:pt x="2781" y="13940"/>
                  </a:lnTo>
                  <a:lnTo>
                    <a:pt x="2511" y="13824"/>
                  </a:lnTo>
                  <a:lnTo>
                    <a:pt x="2936" y="13399"/>
                  </a:lnTo>
                  <a:lnTo>
                    <a:pt x="3322" y="12975"/>
                  </a:lnTo>
                  <a:close/>
                  <a:moveTo>
                    <a:pt x="3940" y="14326"/>
                  </a:moveTo>
                  <a:lnTo>
                    <a:pt x="5098" y="14519"/>
                  </a:lnTo>
                  <a:lnTo>
                    <a:pt x="4442" y="15485"/>
                  </a:lnTo>
                  <a:lnTo>
                    <a:pt x="4287" y="15214"/>
                  </a:lnTo>
                  <a:lnTo>
                    <a:pt x="4171" y="14944"/>
                  </a:lnTo>
                  <a:lnTo>
                    <a:pt x="4055" y="14635"/>
                  </a:lnTo>
                  <a:lnTo>
                    <a:pt x="3978" y="14365"/>
                  </a:lnTo>
                  <a:lnTo>
                    <a:pt x="3940" y="14326"/>
                  </a:lnTo>
                  <a:close/>
                  <a:moveTo>
                    <a:pt x="3746" y="14596"/>
                  </a:moveTo>
                  <a:lnTo>
                    <a:pt x="3824" y="14944"/>
                  </a:lnTo>
                  <a:lnTo>
                    <a:pt x="3978" y="15291"/>
                  </a:lnTo>
                  <a:lnTo>
                    <a:pt x="4133" y="15600"/>
                  </a:lnTo>
                  <a:lnTo>
                    <a:pt x="4287" y="15909"/>
                  </a:lnTo>
                  <a:lnTo>
                    <a:pt x="4364" y="15987"/>
                  </a:lnTo>
                  <a:lnTo>
                    <a:pt x="4055" y="16411"/>
                  </a:lnTo>
                  <a:lnTo>
                    <a:pt x="3746" y="16875"/>
                  </a:lnTo>
                  <a:lnTo>
                    <a:pt x="3592" y="16411"/>
                  </a:lnTo>
                  <a:lnTo>
                    <a:pt x="3476" y="15948"/>
                  </a:lnTo>
                  <a:lnTo>
                    <a:pt x="3476" y="15716"/>
                  </a:lnTo>
                  <a:lnTo>
                    <a:pt x="3476" y="15446"/>
                  </a:lnTo>
                  <a:lnTo>
                    <a:pt x="3515" y="15214"/>
                  </a:lnTo>
                  <a:lnTo>
                    <a:pt x="3553" y="14983"/>
                  </a:lnTo>
                  <a:lnTo>
                    <a:pt x="3746" y="14596"/>
                  </a:lnTo>
                  <a:close/>
                  <a:moveTo>
                    <a:pt x="4480" y="16334"/>
                  </a:moveTo>
                  <a:lnTo>
                    <a:pt x="4673" y="16759"/>
                  </a:lnTo>
                  <a:lnTo>
                    <a:pt x="4789" y="17222"/>
                  </a:lnTo>
                  <a:lnTo>
                    <a:pt x="4789" y="17222"/>
                  </a:lnTo>
                  <a:lnTo>
                    <a:pt x="4364" y="17106"/>
                  </a:lnTo>
                  <a:lnTo>
                    <a:pt x="3940" y="17029"/>
                  </a:lnTo>
                  <a:lnTo>
                    <a:pt x="4480" y="16334"/>
                  </a:lnTo>
                  <a:close/>
                  <a:moveTo>
                    <a:pt x="2472" y="16875"/>
                  </a:moveTo>
                  <a:lnTo>
                    <a:pt x="3399" y="17106"/>
                  </a:lnTo>
                  <a:lnTo>
                    <a:pt x="3476" y="17261"/>
                  </a:lnTo>
                  <a:lnTo>
                    <a:pt x="3322" y="17377"/>
                  </a:lnTo>
                  <a:lnTo>
                    <a:pt x="3167" y="17570"/>
                  </a:lnTo>
                  <a:lnTo>
                    <a:pt x="2897" y="17917"/>
                  </a:lnTo>
                  <a:lnTo>
                    <a:pt x="2665" y="17415"/>
                  </a:lnTo>
                  <a:lnTo>
                    <a:pt x="2472" y="16875"/>
                  </a:lnTo>
                  <a:close/>
                  <a:moveTo>
                    <a:pt x="3360" y="19732"/>
                  </a:moveTo>
                  <a:lnTo>
                    <a:pt x="4055" y="20427"/>
                  </a:lnTo>
                  <a:lnTo>
                    <a:pt x="3553" y="20659"/>
                  </a:lnTo>
                  <a:lnTo>
                    <a:pt x="3013" y="20968"/>
                  </a:lnTo>
                  <a:lnTo>
                    <a:pt x="3167" y="20350"/>
                  </a:lnTo>
                  <a:lnTo>
                    <a:pt x="3360" y="19732"/>
                  </a:lnTo>
                  <a:close/>
                  <a:moveTo>
                    <a:pt x="5677" y="20118"/>
                  </a:moveTo>
                  <a:lnTo>
                    <a:pt x="5986" y="20196"/>
                  </a:lnTo>
                  <a:lnTo>
                    <a:pt x="5716" y="20891"/>
                  </a:lnTo>
                  <a:lnTo>
                    <a:pt x="5368" y="21547"/>
                  </a:lnTo>
                  <a:lnTo>
                    <a:pt x="4673" y="20582"/>
                  </a:lnTo>
                  <a:lnTo>
                    <a:pt x="4635" y="20543"/>
                  </a:lnTo>
                  <a:lnTo>
                    <a:pt x="4673" y="20234"/>
                  </a:lnTo>
                  <a:lnTo>
                    <a:pt x="5021" y="20157"/>
                  </a:lnTo>
                  <a:lnTo>
                    <a:pt x="5330" y="20118"/>
                  </a:lnTo>
                  <a:close/>
                  <a:moveTo>
                    <a:pt x="7453" y="0"/>
                  </a:moveTo>
                  <a:lnTo>
                    <a:pt x="7067" y="39"/>
                  </a:lnTo>
                  <a:lnTo>
                    <a:pt x="6720" y="154"/>
                  </a:lnTo>
                  <a:lnTo>
                    <a:pt x="6334" y="270"/>
                  </a:lnTo>
                  <a:lnTo>
                    <a:pt x="5986" y="425"/>
                  </a:lnTo>
                  <a:lnTo>
                    <a:pt x="5639" y="579"/>
                  </a:lnTo>
                  <a:lnTo>
                    <a:pt x="5291" y="811"/>
                  </a:lnTo>
                  <a:lnTo>
                    <a:pt x="4944" y="1043"/>
                  </a:lnTo>
                  <a:lnTo>
                    <a:pt x="4635" y="1313"/>
                  </a:lnTo>
                  <a:lnTo>
                    <a:pt x="4364" y="1622"/>
                  </a:lnTo>
                  <a:lnTo>
                    <a:pt x="4094" y="1892"/>
                  </a:lnTo>
                  <a:lnTo>
                    <a:pt x="3824" y="2240"/>
                  </a:lnTo>
                  <a:lnTo>
                    <a:pt x="3592" y="2549"/>
                  </a:lnTo>
                  <a:lnTo>
                    <a:pt x="3399" y="2896"/>
                  </a:lnTo>
                  <a:lnTo>
                    <a:pt x="3206" y="3282"/>
                  </a:lnTo>
                  <a:lnTo>
                    <a:pt x="3051" y="3630"/>
                  </a:lnTo>
                  <a:lnTo>
                    <a:pt x="2897" y="4016"/>
                  </a:lnTo>
                  <a:lnTo>
                    <a:pt x="2781" y="4402"/>
                  </a:lnTo>
                  <a:lnTo>
                    <a:pt x="2704" y="4788"/>
                  </a:lnTo>
                  <a:lnTo>
                    <a:pt x="2627" y="5174"/>
                  </a:lnTo>
                  <a:lnTo>
                    <a:pt x="2588" y="5599"/>
                  </a:lnTo>
                  <a:lnTo>
                    <a:pt x="2549" y="5985"/>
                  </a:lnTo>
                  <a:lnTo>
                    <a:pt x="2549" y="6410"/>
                  </a:lnTo>
                  <a:lnTo>
                    <a:pt x="2549" y="6835"/>
                  </a:lnTo>
                  <a:lnTo>
                    <a:pt x="2665" y="7723"/>
                  </a:lnTo>
                  <a:lnTo>
                    <a:pt x="2742" y="8148"/>
                  </a:lnTo>
                  <a:lnTo>
                    <a:pt x="2858" y="8572"/>
                  </a:lnTo>
                  <a:lnTo>
                    <a:pt x="3013" y="8997"/>
                  </a:lnTo>
                  <a:lnTo>
                    <a:pt x="3167" y="9383"/>
                  </a:lnTo>
                  <a:lnTo>
                    <a:pt x="3322" y="9808"/>
                  </a:lnTo>
                  <a:lnTo>
                    <a:pt x="3553" y="10194"/>
                  </a:lnTo>
                  <a:lnTo>
                    <a:pt x="3746" y="10542"/>
                  </a:lnTo>
                  <a:lnTo>
                    <a:pt x="4017" y="10928"/>
                  </a:lnTo>
                  <a:lnTo>
                    <a:pt x="4287" y="11237"/>
                  </a:lnTo>
                  <a:lnTo>
                    <a:pt x="4596" y="11546"/>
                  </a:lnTo>
                  <a:lnTo>
                    <a:pt x="4905" y="11855"/>
                  </a:lnTo>
                  <a:lnTo>
                    <a:pt x="5252" y="12086"/>
                  </a:lnTo>
                  <a:lnTo>
                    <a:pt x="4557" y="12473"/>
                  </a:lnTo>
                  <a:lnTo>
                    <a:pt x="4480" y="12550"/>
                  </a:lnTo>
                  <a:lnTo>
                    <a:pt x="4442" y="12666"/>
                  </a:lnTo>
                  <a:lnTo>
                    <a:pt x="4480" y="12781"/>
                  </a:lnTo>
                  <a:lnTo>
                    <a:pt x="4596" y="12859"/>
                  </a:lnTo>
                  <a:lnTo>
                    <a:pt x="5021" y="13013"/>
                  </a:lnTo>
                  <a:lnTo>
                    <a:pt x="4673" y="13168"/>
                  </a:lnTo>
                  <a:lnTo>
                    <a:pt x="4403" y="13361"/>
                  </a:lnTo>
                  <a:lnTo>
                    <a:pt x="4094" y="13554"/>
                  </a:lnTo>
                  <a:lnTo>
                    <a:pt x="3862" y="13785"/>
                  </a:lnTo>
                  <a:lnTo>
                    <a:pt x="3824" y="13477"/>
                  </a:lnTo>
                  <a:lnTo>
                    <a:pt x="3746" y="13168"/>
                  </a:lnTo>
                  <a:lnTo>
                    <a:pt x="3631" y="12859"/>
                  </a:lnTo>
                  <a:lnTo>
                    <a:pt x="3515" y="12550"/>
                  </a:lnTo>
                  <a:lnTo>
                    <a:pt x="3476" y="12473"/>
                  </a:lnTo>
                  <a:lnTo>
                    <a:pt x="3360" y="12434"/>
                  </a:lnTo>
                  <a:lnTo>
                    <a:pt x="3283" y="12473"/>
                  </a:lnTo>
                  <a:lnTo>
                    <a:pt x="3206" y="12511"/>
                  </a:lnTo>
                  <a:lnTo>
                    <a:pt x="2665" y="13168"/>
                  </a:lnTo>
                  <a:lnTo>
                    <a:pt x="2086" y="13747"/>
                  </a:lnTo>
                  <a:lnTo>
                    <a:pt x="2047" y="13824"/>
                  </a:lnTo>
                  <a:lnTo>
                    <a:pt x="2009" y="13901"/>
                  </a:lnTo>
                  <a:lnTo>
                    <a:pt x="2047" y="13979"/>
                  </a:lnTo>
                  <a:lnTo>
                    <a:pt x="2086" y="14056"/>
                  </a:lnTo>
                  <a:lnTo>
                    <a:pt x="2395" y="14210"/>
                  </a:lnTo>
                  <a:lnTo>
                    <a:pt x="2742" y="14287"/>
                  </a:lnTo>
                  <a:lnTo>
                    <a:pt x="3051" y="14365"/>
                  </a:lnTo>
                  <a:lnTo>
                    <a:pt x="3399" y="14365"/>
                  </a:lnTo>
                  <a:lnTo>
                    <a:pt x="3244" y="14635"/>
                  </a:lnTo>
                  <a:lnTo>
                    <a:pt x="3129" y="14944"/>
                  </a:lnTo>
                  <a:lnTo>
                    <a:pt x="3090" y="15176"/>
                  </a:lnTo>
                  <a:lnTo>
                    <a:pt x="3051" y="15407"/>
                  </a:lnTo>
                  <a:lnTo>
                    <a:pt x="3051" y="15871"/>
                  </a:lnTo>
                  <a:lnTo>
                    <a:pt x="3129" y="16295"/>
                  </a:lnTo>
                  <a:lnTo>
                    <a:pt x="3244" y="16759"/>
                  </a:lnTo>
                  <a:lnTo>
                    <a:pt x="2781" y="16566"/>
                  </a:lnTo>
                  <a:lnTo>
                    <a:pt x="2279" y="16411"/>
                  </a:lnTo>
                  <a:lnTo>
                    <a:pt x="2202" y="16411"/>
                  </a:lnTo>
                  <a:lnTo>
                    <a:pt x="2125" y="16450"/>
                  </a:lnTo>
                  <a:lnTo>
                    <a:pt x="2047" y="16527"/>
                  </a:lnTo>
                  <a:lnTo>
                    <a:pt x="2047" y="16643"/>
                  </a:lnTo>
                  <a:lnTo>
                    <a:pt x="2163" y="17106"/>
                  </a:lnTo>
                  <a:lnTo>
                    <a:pt x="2279" y="17531"/>
                  </a:lnTo>
                  <a:lnTo>
                    <a:pt x="2472" y="17956"/>
                  </a:lnTo>
                  <a:lnTo>
                    <a:pt x="2704" y="18381"/>
                  </a:lnTo>
                  <a:lnTo>
                    <a:pt x="2781" y="18458"/>
                  </a:lnTo>
                  <a:lnTo>
                    <a:pt x="2858" y="18496"/>
                  </a:lnTo>
                  <a:lnTo>
                    <a:pt x="2936" y="18458"/>
                  </a:lnTo>
                  <a:lnTo>
                    <a:pt x="3013" y="18381"/>
                  </a:lnTo>
                  <a:lnTo>
                    <a:pt x="3322" y="18033"/>
                  </a:lnTo>
                  <a:lnTo>
                    <a:pt x="3515" y="17801"/>
                  </a:lnTo>
                  <a:lnTo>
                    <a:pt x="3631" y="17608"/>
                  </a:lnTo>
                  <a:lnTo>
                    <a:pt x="3708" y="17763"/>
                  </a:lnTo>
                  <a:lnTo>
                    <a:pt x="3978" y="18342"/>
                  </a:lnTo>
                  <a:lnTo>
                    <a:pt x="4133" y="18960"/>
                  </a:lnTo>
                  <a:lnTo>
                    <a:pt x="4248" y="19539"/>
                  </a:lnTo>
                  <a:lnTo>
                    <a:pt x="4248" y="20157"/>
                  </a:lnTo>
                  <a:lnTo>
                    <a:pt x="3438" y="19307"/>
                  </a:lnTo>
                  <a:lnTo>
                    <a:pt x="3399" y="19269"/>
                  </a:lnTo>
                  <a:lnTo>
                    <a:pt x="3206" y="19269"/>
                  </a:lnTo>
                  <a:lnTo>
                    <a:pt x="3167" y="19346"/>
                  </a:lnTo>
                  <a:lnTo>
                    <a:pt x="2974" y="19809"/>
                  </a:lnTo>
                  <a:lnTo>
                    <a:pt x="2781" y="20273"/>
                  </a:lnTo>
                  <a:lnTo>
                    <a:pt x="2665" y="20775"/>
                  </a:lnTo>
                  <a:lnTo>
                    <a:pt x="2627" y="21315"/>
                  </a:lnTo>
                  <a:lnTo>
                    <a:pt x="2627" y="21393"/>
                  </a:lnTo>
                  <a:lnTo>
                    <a:pt x="2704" y="21470"/>
                  </a:lnTo>
                  <a:lnTo>
                    <a:pt x="2781" y="21508"/>
                  </a:lnTo>
                  <a:lnTo>
                    <a:pt x="2897" y="21470"/>
                  </a:lnTo>
                  <a:lnTo>
                    <a:pt x="3515" y="21161"/>
                  </a:lnTo>
                  <a:lnTo>
                    <a:pt x="4171" y="20775"/>
                  </a:lnTo>
                  <a:lnTo>
                    <a:pt x="4055" y="21161"/>
                  </a:lnTo>
                  <a:lnTo>
                    <a:pt x="3901" y="21547"/>
                  </a:lnTo>
                  <a:lnTo>
                    <a:pt x="3669" y="22049"/>
                  </a:lnTo>
                  <a:lnTo>
                    <a:pt x="3322" y="22551"/>
                  </a:lnTo>
                  <a:lnTo>
                    <a:pt x="2897" y="23014"/>
                  </a:lnTo>
                  <a:lnTo>
                    <a:pt x="2627" y="23246"/>
                  </a:lnTo>
                  <a:lnTo>
                    <a:pt x="2395" y="23401"/>
                  </a:lnTo>
                  <a:lnTo>
                    <a:pt x="2125" y="23594"/>
                  </a:lnTo>
                  <a:lnTo>
                    <a:pt x="1854" y="23709"/>
                  </a:lnTo>
                  <a:lnTo>
                    <a:pt x="1584" y="23787"/>
                  </a:lnTo>
                  <a:lnTo>
                    <a:pt x="1314" y="23787"/>
                  </a:lnTo>
                  <a:lnTo>
                    <a:pt x="1082" y="23748"/>
                  </a:lnTo>
                  <a:lnTo>
                    <a:pt x="812" y="23671"/>
                  </a:lnTo>
                  <a:lnTo>
                    <a:pt x="541" y="23516"/>
                  </a:lnTo>
                  <a:lnTo>
                    <a:pt x="310" y="23285"/>
                  </a:lnTo>
                  <a:lnTo>
                    <a:pt x="233" y="23246"/>
                  </a:lnTo>
                  <a:lnTo>
                    <a:pt x="78" y="23246"/>
                  </a:lnTo>
                  <a:lnTo>
                    <a:pt x="39" y="23362"/>
                  </a:lnTo>
                  <a:lnTo>
                    <a:pt x="1" y="23401"/>
                  </a:lnTo>
                  <a:lnTo>
                    <a:pt x="39" y="23478"/>
                  </a:lnTo>
                  <a:lnTo>
                    <a:pt x="155" y="23632"/>
                  </a:lnTo>
                  <a:lnTo>
                    <a:pt x="271" y="23787"/>
                  </a:lnTo>
                  <a:lnTo>
                    <a:pt x="387" y="23903"/>
                  </a:lnTo>
                  <a:lnTo>
                    <a:pt x="541" y="24018"/>
                  </a:lnTo>
                  <a:lnTo>
                    <a:pt x="696" y="24096"/>
                  </a:lnTo>
                  <a:lnTo>
                    <a:pt x="889" y="24134"/>
                  </a:lnTo>
                  <a:lnTo>
                    <a:pt x="1236" y="24211"/>
                  </a:lnTo>
                  <a:lnTo>
                    <a:pt x="1584" y="24173"/>
                  </a:lnTo>
                  <a:lnTo>
                    <a:pt x="1970" y="24096"/>
                  </a:lnTo>
                  <a:lnTo>
                    <a:pt x="2318" y="23941"/>
                  </a:lnTo>
                  <a:lnTo>
                    <a:pt x="2665" y="23748"/>
                  </a:lnTo>
                  <a:lnTo>
                    <a:pt x="3013" y="23478"/>
                  </a:lnTo>
                  <a:lnTo>
                    <a:pt x="3322" y="23207"/>
                  </a:lnTo>
                  <a:lnTo>
                    <a:pt x="3631" y="22860"/>
                  </a:lnTo>
                  <a:lnTo>
                    <a:pt x="3901" y="22512"/>
                  </a:lnTo>
                  <a:lnTo>
                    <a:pt x="4133" y="22126"/>
                  </a:lnTo>
                  <a:lnTo>
                    <a:pt x="4326" y="21702"/>
                  </a:lnTo>
                  <a:lnTo>
                    <a:pt x="4480" y="21315"/>
                  </a:lnTo>
                  <a:lnTo>
                    <a:pt x="4596" y="20852"/>
                  </a:lnTo>
                  <a:lnTo>
                    <a:pt x="5214" y="21972"/>
                  </a:lnTo>
                  <a:lnTo>
                    <a:pt x="5291" y="22049"/>
                  </a:lnTo>
                  <a:lnTo>
                    <a:pt x="5368" y="22088"/>
                  </a:lnTo>
                  <a:lnTo>
                    <a:pt x="5446" y="22049"/>
                  </a:lnTo>
                  <a:lnTo>
                    <a:pt x="5523" y="22010"/>
                  </a:lnTo>
                  <a:lnTo>
                    <a:pt x="5793" y="21547"/>
                  </a:lnTo>
                  <a:lnTo>
                    <a:pt x="6025" y="21084"/>
                  </a:lnTo>
                  <a:lnTo>
                    <a:pt x="6411" y="20118"/>
                  </a:lnTo>
                  <a:lnTo>
                    <a:pt x="6411" y="20041"/>
                  </a:lnTo>
                  <a:lnTo>
                    <a:pt x="6411" y="19964"/>
                  </a:lnTo>
                  <a:lnTo>
                    <a:pt x="6372" y="19925"/>
                  </a:lnTo>
                  <a:lnTo>
                    <a:pt x="6295" y="19887"/>
                  </a:lnTo>
                  <a:lnTo>
                    <a:pt x="5909" y="19771"/>
                  </a:lnTo>
                  <a:lnTo>
                    <a:pt x="5484" y="19732"/>
                  </a:lnTo>
                  <a:lnTo>
                    <a:pt x="5098" y="19732"/>
                  </a:lnTo>
                  <a:lnTo>
                    <a:pt x="4673" y="19848"/>
                  </a:lnTo>
                  <a:lnTo>
                    <a:pt x="4635" y="19230"/>
                  </a:lnTo>
                  <a:lnTo>
                    <a:pt x="4519" y="18651"/>
                  </a:lnTo>
                  <a:lnTo>
                    <a:pt x="4287" y="18033"/>
                  </a:lnTo>
                  <a:lnTo>
                    <a:pt x="4055" y="17454"/>
                  </a:lnTo>
                  <a:lnTo>
                    <a:pt x="4055" y="17454"/>
                  </a:lnTo>
                  <a:lnTo>
                    <a:pt x="4519" y="17531"/>
                  </a:lnTo>
                  <a:lnTo>
                    <a:pt x="4982" y="17608"/>
                  </a:lnTo>
                  <a:lnTo>
                    <a:pt x="5059" y="17608"/>
                  </a:lnTo>
                  <a:lnTo>
                    <a:pt x="5098" y="17531"/>
                  </a:lnTo>
                  <a:lnTo>
                    <a:pt x="5137" y="17492"/>
                  </a:lnTo>
                  <a:lnTo>
                    <a:pt x="5137" y="17377"/>
                  </a:lnTo>
                  <a:lnTo>
                    <a:pt x="5098" y="17029"/>
                  </a:lnTo>
                  <a:lnTo>
                    <a:pt x="4982" y="16643"/>
                  </a:lnTo>
                  <a:lnTo>
                    <a:pt x="4828" y="16295"/>
                  </a:lnTo>
                  <a:lnTo>
                    <a:pt x="4673" y="15987"/>
                  </a:lnTo>
                  <a:lnTo>
                    <a:pt x="4596" y="15909"/>
                  </a:lnTo>
                  <a:lnTo>
                    <a:pt x="4635" y="15909"/>
                  </a:lnTo>
                  <a:lnTo>
                    <a:pt x="5600" y="14481"/>
                  </a:lnTo>
                  <a:lnTo>
                    <a:pt x="5639" y="14365"/>
                  </a:lnTo>
                  <a:lnTo>
                    <a:pt x="5600" y="14287"/>
                  </a:lnTo>
                  <a:lnTo>
                    <a:pt x="5561" y="14210"/>
                  </a:lnTo>
                  <a:lnTo>
                    <a:pt x="5446" y="14172"/>
                  </a:lnTo>
                  <a:lnTo>
                    <a:pt x="4210" y="13979"/>
                  </a:lnTo>
                  <a:lnTo>
                    <a:pt x="4480" y="13747"/>
                  </a:lnTo>
                  <a:lnTo>
                    <a:pt x="4789" y="13554"/>
                  </a:lnTo>
                  <a:lnTo>
                    <a:pt x="5098" y="13361"/>
                  </a:lnTo>
                  <a:lnTo>
                    <a:pt x="5407" y="13168"/>
                  </a:lnTo>
                  <a:lnTo>
                    <a:pt x="6025" y="13399"/>
                  </a:lnTo>
                  <a:lnTo>
                    <a:pt x="6141" y="13438"/>
                  </a:lnTo>
                  <a:lnTo>
                    <a:pt x="6218" y="13361"/>
                  </a:lnTo>
                  <a:lnTo>
                    <a:pt x="6256" y="13283"/>
                  </a:lnTo>
                  <a:lnTo>
                    <a:pt x="6295" y="13168"/>
                  </a:lnTo>
                  <a:lnTo>
                    <a:pt x="6179" y="12704"/>
                  </a:lnTo>
                  <a:lnTo>
                    <a:pt x="6063" y="12241"/>
                  </a:lnTo>
                  <a:lnTo>
                    <a:pt x="6913" y="11932"/>
                  </a:lnTo>
                  <a:lnTo>
                    <a:pt x="7724" y="11584"/>
                  </a:lnTo>
                  <a:lnTo>
                    <a:pt x="8535" y="11121"/>
                  </a:lnTo>
                  <a:lnTo>
                    <a:pt x="9268" y="10619"/>
                  </a:lnTo>
                  <a:lnTo>
                    <a:pt x="9963" y="10078"/>
                  </a:lnTo>
                  <a:lnTo>
                    <a:pt x="10311" y="9770"/>
                  </a:lnTo>
                  <a:lnTo>
                    <a:pt x="10620" y="9422"/>
                  </a:lnTo>
                  <a:lnTo>
                    <a:pt x="10890" y="9074"/>
                  </a:lnTo>
                  <a:lnTo>
                    <a:pt x="11161" y="8727"/>
                  </a:lnTo>
                  <a:lnTo>
                    <a:pt x="11392" y="8341"/>
                  </a:lnTo>
                  <a:lnTo>
                    <a:pt x="11624" y="7955"/>
                  </a:lnTo>
                  <a:lnTo>
                    <a:pt x="11817" y="7568"/>
                  </a:lnTo>
                  <a:lnTo>
                    <a:pt x="11971" y="7182"/>
                  </a:lnTo>
                  <a:lnTo>
                    <a:pt x="12126" y="6758"/>
                  </a:lnTo>
                  <a:lnTo>
                    <a:pt x="12242" y="6333"/>
                  </a:lnTo>
                  <a:lnTo>
                    <a:pt x="12319" y="5947"/>
                  </a:lnTo>
                  <a:lnTo>
                    <a:pt x="12358" y="5522"/>
                  </a:lnTo>
                  <a:lnTo>
                    <a:pt x="12396" y="5097"/>
                  </a:lnTo>
                  <a:lnTo>
                    <a:pt x="12396" y="4672"/>
                  </a:lnTo>
                  <a:lnTo>
                    <a:pt x="12358" y="4248"/>
                  </a:lnTo>
                  <a:lnTo>
                    <a:pt x="12280" y="3823"/>
                  </a:lnTo>
                  <a:lnTo>
                    <a:pt x="12203" y="3437"/>
                  </a:lnTo>
                  <a:lnTo>
                    <a:pt x="12049" y="3051"/>
                  </a:lnTo>
                  <a:lnTo>
                    <a:pt x="11894" y="2664"/>
                  </a:lnTo>
                  <a:lnTo>
                    <a:pt x="11701" y="2278"/>
                  </a:lnTo>
                  <a:lnTo>
                    <a:pt x="11469" y="1892"/>
                  </a:lnTo>
                  <a:lnTo>
                    <a:pt x="11161" y="1545"/>
                  </a:lnTo>
                  <a:lnTo>
                    <a:pt x="10890" y="1274"/>
                  </a:lnTo>
                  <a:lnTo>
                    <a:pt x="10620" y="1004"/>
                  </a:lnTo>
                  <a:lnTo>
                    <a:pt x="10311" y="772"/>
                  </a:lnTo>
                  <a:lnTo>
                    <a:pt x="9963" y="579"/>
                  </a:lnTo>
                  <a:lnTo>
                    <a:pt x="9655" y="386"/>
                  </a:lnTo>
                  <a:lnTo>
                    <a:pt x="9307" y="232"/>
                  </a:lnTo>
                  <a:lnTo>
                    <a:pt x="8921" y="116"/>
                  </a:lnTo>
                  <a:lnTo>
                    <a:pt x="8573" y="39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17"/>
            <p:cNvSpPr/>
            <p:nvPr/>
          </p:nvSpPr>
          <p:spPr>
            <a:xfrm>
              <a:off x="5860425" y="885700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9" y="310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3"/>
                  </a:lnTo>
                  <a:lnTo>
                    <a:pt x="7299" y="503"/>
                  </a:lnTo>
                  <a:lnTo>
                    <a:pt x="7454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4"/>
                  </a:lnTo>
                  <a:lnTo>
                    <a:pt x="6295" y="4944"/>
                  </a:lnTo>
                  <a:lnTo>
                    <a:pt x="6218" y="3978"/>
                  </a:lnTo>
                  <a:lnTo>
                    <a:pt x="6141" y="2974"/>
                  </a:lnTo>
                  <a:lnTo>
                    <a:pt x="6141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5"/>
                  </a:lnTo>
                  <a:lnTo>
                    <a:pt x="6450" y="503"/>
                  </a:lnTo>
                  <a:lnTo>
                    <a:pt x="6527" y="426"/>
                  </a:lnTo>
                  <a:lnTo>
                    <a:pt x="6643" y="348"/>
                  </a:lnTo>
                  <a:lnTo>
                    <a:pt x="6759" y="310"/>
                  </a:lnTo>
                  <a:close/>
                  <a:moveTo>
                    <a:pt x="11972" y="4712"/>
                  </a:moveTo>
                  <a:lnTo>
                    <a:pt x="12087" y="4750"/>
                  </a:lnTo>
                  <a:lnTo>
                    <a:pt x="12165" y="4828"/>
                  </a:lnTo>
                  <a:lnTo>
                    <a:pt x="12281" y="4905"/>
                  </a:lnTo>
                  <a:lnTo>
                    <a:pt x="12319" y="4982"/>
                  </a:lnTo>
                  <a:lnTo>
                    <a:pt x="12396" y="5137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2"/>
                  </a:lnTo>
                  <a:lnTo>
                    <a:pt x="10041" y="5832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9" y="5252"/>
                  </a:lnTo>
                  <a:lnTo>
                    <a:pt x="7956" y="5021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9" y="4750"/>
                  </a:lnTo>
                  <a:lnTo>
                    <a:pt x="11354" y="4712"/>
                  </a:lnTo>
                  <a:close/>
                  <a:moveTo>
                    <a:pt x="5639" y="5754"/>
                  </a:moveTo>
                  <a:lnTo>
                    <a:pt x="4558" y="6449"/>
                  </a:lnTo>
                  <a:lnTo>
                    <a:pt x="3438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30" y="7917"/>
                  </a:lnTo>
                  <a:lnTo>
                    <a:pt x="1121" y="7955"/>
                  </a:lnTo>
                  <a:lnTo>
                    <a:pt x="928" y="7917"/>
                  </a:lnTo>
                  <a:lnTo>
                    <a:pt x="851" y="7878"/>
                  </a:lnTo>
                  <a:lnTo>
                    <a:pt x="773" y="7801"/>
                  </a:lnTo>
                  <a:lnTo>
                    <a:pt x="735" y="7685"/>
                  </a:lnTo>
                  <a:lnTo>
                    <a:pt x="696" y="7531"/>
                  </a:lnTo>
                  <a:lnTo>
                    <a:pt x="696" y="7376"/>
                  </a:lnTo>
                  <a:lnTo>
                    <a:pt x="696" y="7222"/>
                  </a:lnTo>
                  <a:lnTo>
                    <a:pt x="735" y="7145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3"/>
                  </a:lnTo>
                  <a:lnTo>
                    <a:pt x="2743" y="6449"/>
                  </a:lnTo>
                  <a:lnTo>
                    <a:pt x="3592" y="6295"/>
                  </a:lnTo>
                  <a:lnTo>
                    <a:pt x="4635" y="6063"/>
                  </a:lnTo>
                  <a:lnTo>
                    <a:pt x="5137" y="5909"/>
                  </a:lnTo>
                  <a:lnTo>
                    <a:pt x="5639" y="5754"/>
                  </a:lnTo>
                  <a:close/>
                  <a:moveTo>
                    <a:pt x="6952" y="1"/>
                  </a:moveTo>
                  <a:lnTo>
                    <a:pt x="6720" y="39"/>
                  </a:lnTo>
                  <a:lnTo>
                    <a:pt x="6527" y="117"/>
                  </a:lnTo>
                  <a:lnTo>
                    <a:pt x="6334" y="233"/>
                  </a:lnTo>
                  <a:lnTo>
                    <a:pt x="6141" y="426"/>
                  </a:lnTo>
                  <a:lnTo>
                    <a:pt x="5986" y="619"/>
                  </a:lnTo>
                  <a:lnTo>
                    <a:pt x="5909" y="812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2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4" y="5021"/>
                  </a:lnTo>
                  <a:lnTo>
                    <a:pt x="6025" y="5137"/>
                  </a:lnTo>
                  <a:lnTo>
                    <a:pt x="6064" y="5252"/>
                  </a:lnTo>
                  <a:lnTo>
                    <a:pt x="5523" y="5446"/>
                  </a:lnTo>
                  <a:lnTo>
                    <a:pt x="4982" y="5561"/>
                  </a:lnTo>
                  <a:lnTo>
                    <a:pt x="3940" y="5832"/>
                  </a:lnTo>
                  <a:lnTo>
                    <a:pt x="2858" y="6025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1" y="6643"/>
                  </a:lnTo>
                  <a:lnTo>
                    <a:pt x="503" y="6836"/>
                  </a:lnTo>
                  <a:lnTo>
                    <a:pt x="233" y="7029"/>
                  </a:lnTo>
                  <a:lnTo>
                    <a:pt x="117" y="7145"/>
                  </a:lnTo>
                  <a:lnTo>
                    <a:pt x="40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40" y="7724"/>
                  </a:lnTo>
                  <a:lnTo>
                    <a:pt x="117" y="7917"/>
                  </a:lnTo>
                  <a:lnTo>
                    <a:pt x="233" y="8033"/>
                  </a:lnTo>
                  <a:lnTo>
                    <a:pt x="349" y="8149"/>
                  </a:lnTo>
                  <a:lnTo>
                    <a:pt x="503" y="8226"/>
                  </a:lnTo>
                  <a:lnTo>
                    <a:pt x="619" y="8264"/>
                  </a:lnTo>
                  <a:lnTo>
                    <a:pt x="928" y="8342"/>
                  </a:lnTo>
                  <a:lnTo>
                    <a:pt x="1275" y="8342"/>
                  </a:lnTo>
                  <a:lnTo>
                    <a:pt x="1623" y="8303"/>
                  </a:lnTo>
                  <a:lnTo>
                    <a:pt x="1932" y="8187"/>
                  </a:lnTo>
                  <a:lnTo>
                    <a:pt x="2550" y="7994"/>
                  </a:lnTo>
                  <a:lnTo>
                    <a:pt x="3554" y="7531"/>
                  </a:lnTo>
                  <a:lnTo>
                    <a:pt x="4519" y="6990"/>
                  </a:lnTo>
                  <a:lnTo>
                    <a:pt x="5446" y="6372"/>
                  </a:lnTo>
                  <a:lnTo>
                    <a:pt x="5909" y="6063"/>
                  </a:lnTo>
                  <a:lnTo>
                    <a:pt x="6334" y="5716"/>
                  </a:lnTo>
                  <a:lnTo>
                    <a:pt x="6527" y="6102"/>
                  </a:lnTo>
                  <a:lnTo>
                    <a:pt x="6643" y="6295"/>
                  </a:lnTo>
                  <a:lnTo>
                    <a:pt x="6759" y="6449"/>
                  </a:lnTo>
                  <a:lnTo>
                    <a:pt x="7029" y="6372"/>
                  </a:lnTo>
                  <a:lnTo>
                    <a:pt x="7029" y="6334"/>
                  </a:lnTo>
                  <a:lnTo>
                    <a:pt x="6836" y="5986"/>
                  </a:lnTo>
                  <a:lnTo>
                    <a:pt x="6759" y="5832"/>
                  </a:lnTo>
                  <a:lnTo>
                    <a:pt x="6720" y="5639"/>
                  </a:lnTo>
                  <a:lnTo>
                    <a:pt x="6720" y="5561"/>
                  </a:lnTo>
                  <a:lnTo>
                    <a:pt x="7569" y="5832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8"/>
                  </a:lnTo>
                  <a:lnTo>
                    <a:pt x="11006" y="6218"/>
                  </a:lnTo>
                  <a:lnTo>
                    <a:pt x="11470" y="6179"/>
                  </a:lnTo>
                  <a:lnTo>
                    <a:pt x="11933" y="6141"/>
                  </a:lnTo>
                  <a:lnTo>
                    <a:pt x="12358" y="5986"/>
                  </a:lnTo>
                  <a:lnTo>
                    <a:pt x="12512" y="5909"/>
                  </a:lnTo>
                  <a:lnTo>
                    <a:pt x="12667" y="5793"/>
                  </a:lnTo>
                  <a:lnTo>
                    <a:pt x="12821" y="5677"/>
                  </a:lnTo>
                  <a:lnTo>
                    <a:pt x="12898" y="5523"/>
                  </a:lnTo>
                  <a:lnTo>
                    <a:pt x="12976" y="5368"/>
                  </a:lnTo>
                  <a:lnTo>
                    <a:pt x="12976" y="5175"/>
                  </a:lnTo>
                  <a:lnTo>
                    <a:pt x="12976" y="4982"/>
                  </a:lnTo>
                  <a:lnTo>
                    <a:pt x="12898" y="4828"/>
                  </a:lnTo>
                  <a:lnTo>
                    <a:pt x="12821" y="4712"/>
                  </a:lnTo>
                  <a:lnTo>
                    <a:pt x="12744" y="4635"/>
                  </a:lnTo>
                  <a:lnTo>
                    <a:pt x="12628" y="4519"/>
                  </a:lnTo>
                  <a:lnTo>
                    <a:pt x="12474" y="4480"/>
                  </a:lnTo>
                  <a:lnTo>
                    <a:pt x="12165" y="4364"/>
                  </a:lnTo>
                  <a:lnTo>
                    <a:pt x="11817" y="4326"/>
                  </a:lnTo>
                  <a:lnTo>
                    <a:pt x="11470" y="4326"/>
                  </a:lnTo>
                  <a:lnTo>
                    <a:pt x="10890" y="4364"/>
                  </a:lnTo>
                  <a:lnTo>
                    <a:pt x="9848" y="4403"/>
                  </a:lnTo>
                  <a:lnTo>
                    <a:pt x="8844" y="4480"/>
                  </a:lnTo>
                  <a:lnTo>
                    <a:pt x="7840" y="4635"/>
                  </a:lnTo>
                  <a:lnTo>
                    <a:pt x="6836" y="4828"/>
                  </a:lnTo>
                  <a:lnTo>
                    <a:pt x="7376" y="3476"/>
                  </a:lnTo>
                  <a:lnTo>
                    <a:pt x="7647" y="2742"/>
                  </a:lnTo>
                  <a:lnTo>
                    <a:pt x="7840" y="2047"/>
                  </a:lnTo>
                  <a:lnTo>
                    <a:pt x="7917" y="1816"/>
                  </a:lnTo>
                  <a:lnTo>
                    <a:pt x="7917" y="1545"/>
                  </a:lnTo>
                  <a:lnTo>
                    <a:pt x="7917" y="1314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9"/>
                  </a:lnTo>
                  <a:lnTo>
                    <a:pt x="7531" y="426"/>
                  </a:lnTo>
                  <a:lnTo>
                    <a:pt x="7338" y="271"/>
                  </a:lnTo>
                  <a:lnTo>
                    <a:pt x="7261" y="155"/>
                  </a:lnTo>
                  <a:lnTo>
                    <a:pt x="7145" y="78"/>
                  </a:lnTo>
                  <a:lnTo>
                    <a:pt x="695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17"/>
            <p:cNvSpPr/>
            <p:nvPr/>
          </p:nvSpPr>
          <p:spPr>
            <a:xfrm>
              <a:off x="6760175" y="920450"/>
              <a:ext cx="375550" cy="387150"/>
            </a:xfrm>
            <a:custGeom>
              <a:avLst/>
              <a:gdLst/>
              <a:ahLst/>
              <a:cxnLst/>
              <a:rect l="l" t="t" r="r" b="b"/>
              <a:pathLst>
                <a:path w="15022" h="15486" extrusionOk="0">
                  <a:moveTo>
                    <a:pt x="7491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2" y="850"/>
                  </a:lnTo>
                  <a:lnTo>
                    <a:pt x="10194" y="1044"/>
                  </a:lnTo>
                  <a:lnTo>
                    <a:pt x="10696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79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79" y="9230"/>
                  </a:lnTo>
                  <a:lnTo>
                    <a:pt x="4170" y="10041"/>
                  </a:lnTo>
                  <a:lnTo>
                    <a:pt x="3977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91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8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91" y="503"/>
                  </a:lnTo>
                  <a:close/>
                  <a:moveTo>
                    <a:pt x="11971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52" y="3206"/>
                  </a:lnTo>
                  <a:lnTo>
                    <a:pt x="13322" y="3669"/>
                  </a:lnTo>
                  <a:lnTo>
                    <a:pt x="13592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7" y="6797"/>
                  </a:lnTo>
                  <a:lnTo>
                    <a:pt x="12164" y="6952"/>
                  </a:lnTo>
                  <a:lnTo>
                    <a:pt x="11391" y="7145"/>
                  </a:lnTo>
                  <a:lnTo>
                    <a:pt x="10658" y="7415"/>
                  </a:lnTo>
                  <a:lnTo>
                    <a:pt x="9963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7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7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1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0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719" y="12667"/>
                  </a:lnTo>
                  <a:lnTo>
                    <a:pt x="6178" y="12782"/>
                  </a:lnTo>
                  <a:lnTo>
                    <a:pt x="5676" y="12937"/>
                  </a:lnTo>
                  <a:lnTo>
                    <a:pt x="5174" y="13130"/>
                  </a:lnTo>
                  <a:lnTo>
                    <a:pt x="4672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69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4" y="4519"/>
                  </a:lnTo>
                  <a:lnTo>
                    <a:pt x="2471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80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6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58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0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8"/>
                  </a:lnTo>
                  <a:lnTo>
                    <a:pt x="3244" y="13439"/>
                  </a:lnTo>
                  <a:lnTo>
                    <a:pt x="3166" y="13439"/>
                  </a:lnTo>
                  <a:lnTo>
                    <a:pt x="3051" y="13478"/>
                  </a:lnTo>
                  <a:lnTo>
                    <a:pt x="2973" y="13516"/>
                  </a:lnTo>
                  <a:lnTo>
                    <a:pt x="3051" y="13362"/>
                  </a:lnTo>
                  <a:lnTo>
                    <a:pt x="3166" y="13207"/>
                  </a:lnTo>
                  <a:lnTo>
                    <a:pt x="3321" y="13130"/>
                  </a:lnTo>
                  <a:lnTo>
                    <a:pt x="3475" y="13014"/>
                  </a:lnTo>
                  <a:lnTo>
                    <a:pt x="3668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0" y="13362"/>
                  </a:lnTo>
                  <a:lnTo>
                    <a:pt x="11893" y="13478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7" y="14983"/>
                  </a:lnTo>
                  <a:lnTo>
                    <a:pt x="7375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3" y="14636"/>
                  </a:lnTo>
                  <a:lnTo>
                    <a:pt x="5020" y="14482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50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6" y="12860"/>
                  </a:lnTo>
                  <a:close/>
                  <a:moveTo>
                    <a:pt x="7607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84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5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9"/>
                  </a:lnTo>
                  <a:lnTo>
                    <a:pt x="270" y="9925"/>
                  </a:lnTo>
                  <a:lnTo>
                    <a:pt x="463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6" y="14134"/>
                  </a:lnTo>
                  <a:lnTo>
                    <a:pt x="3475" y="14327"/>
                  </a:lnTo>
                  <a:lnTo>
                    <a:pt x="3784" y="14520"/>
                  </a:lnTo>
                  <a:lnTo>
                    <a:pt x="4132" y="14597"/>
                  </a:lnTo>
                  <a:lnTo>
                    <a:pt x="4557" y="14829"/>
                  </a:lnTo>
                  <a:lnTo>
                    <a:pt x="4981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98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8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1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5" y="8882"/>
                  </a:lnTo>
                  <a:lnTo>
                    <a:pt x="14983" y="8303"/>
                  </a:lnTo>
                  <a:lnTo>
                    <a:pt x="15021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3" y="233"/>
                  </a:lnTo>
                  <a:lnTo>
                    <a:pt x="8766" y="117"/>
                  </a:lnTo>
                  <a:lnTo>
                    <a:pt x="8186" y="40"/>
                  </a:lnTo>
                  <a:lnTo>
                    <a:pt x="76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17"/>
            <p:cNvSpPr/>
            <p:nvPr/>
          </p:nvSpPr>
          <p:spPr>
            <a:xfrm>
              <a:off x="1177425" y="95232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8"/>
                  </a:lnTo>
                  <a:lnTo>
                    <a:pt x="23787" y="2124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47"/>
                  </a:lnTo>
                  <a:lnTo>
                    <a:pt x="23092" y="1931"/>
                  </a:lnTo>
                  <a:lnTo>
                    <a:pt x="23015" y="1815"/>
                  </a:lnTo>
                  <a:lnTo>
                    <a:pt x="22976" y="1622"/>
                  </a:lnTo>
                  <a:lnTo>
                    <a:pt x="22976" y="1429"/>
                  </a:lnTo>
                  <a:lnTo>
                    <a:pt x="23053" y="1236"/>
                  </a:lnTo>
                  <a:lnTo>
                    <a:pt x="23169" y="1081"/>
                  </a:lnTo>
                  <a:lnTo>
                    <a:pt x="23285" y="966"/>
                  </a:lnTo>
                  <a:close/>
                  <a:moveTo>
                    <a:pt x="24096" y="2394"/>
                  </a:moveTo>
                  <a:lnTo>
                    <a:pt x="24212" y="2742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784"/>
                  </a:lnTo>
                  <a:lnTo>
                    <a:pt x="24173" y="3707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3"/>
                  </a:lnTo>
                  <a:lnTo>
                    <a:pt x="23710" y="3128"/>
                  </a:lnTo>
                  <a:lnTo>
                    <a:pt x="23710" y="2896"/>
                  </a:lnTo>
                  <a:lnTo>
                    <a:pt x="23787" y="2703"/>
                  </a:lnTo>
                  <a:lnTo>
                    <a:pt x="23941" y="2549"/>
                  </a:lnTo>
                  <a:lnTo>
                    <a:pt x="24096" y="2394"/>
                  </a:lnTo>
                  <a:close/>
                  <a:moveTo>
                    <a:pt x="16180" y="4943"/>
                  </a:moveTo>
                  <a:lnTo>
                    <a:pt x="16296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66" y="5252"/>
                  </a:lnTo>
                  <a:lnTo>
                    <a:pt x="16566" y="5406"/>
                  </a:lnTo>
                  <a:lnTo>
                    <a:pt x="16296" y="5406"/>
                  </a:lnTo>
                  <a:lnTo>
                    <a:pt x="15678" y="5479"/>
                  </a:lnTo>
                  <a:lnTo>
                    <a:pt x="15678" y="5479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94" y="5136"/>
                  </a:lnTo>
                  <a:lnTo>
                    <a:pt x="15871" y="5059"/>
                  </a:lnTo>
                  <a:lnTo>
                    <a:pt x="15948" y="5020"/>
                  </a:lnTo>
                  <a:lnTo>
                    <a:pt x="16064" y="4943"/>
                  </a:lnTo>
                  <a:close/>
                  <a:moveTo>
                    <a:pt x="24443" y="4209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484"/>
                  </a:lnTo>
                  <a:lnTo>
                    <a:pt x="24057" y="5406"/>
                  </a:lnTo>
                  <a:lnTo>
                    <a:pt x="23903" y="5252"/>
                  </a:lnTo>
                  <a:lnTo>
                    <a:pt x="23826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903" y="4595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09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04"/>
                  </a:lnTo>
                  <a:lnTo>
                    <a:pt x="17995" y="4982"/>
                  </a:lnTo>
                  <a:lnTo>
                    <a:pt x="18111" y="5175"/>
                  </a:lnTo>
                  <a:lnTo>
                    <a:pt x="18149" y="5406"/>
                  </a:lnTo>
                  <a:lnTo>
                    <a:pt x="18072" y="5599"/>
                  </a:lnTo>
                  <a:lnTo>
                    <a:pt x="17570" y="5484"/>
                  </a:lnTo>
                  <a:lnTo>
                    <a:pt x="17029" y="5406"/>
                  </a:lnTo>
                  <a:lnTo>
                    <a:pt x="17068" y="5290"/>
                  </a:lnTo>
                  <a:lnTo>
                    <a:pt x="17107" y="5136"/>
                  </a:lnTo>
                  <a:lnTo>
                    <a:pt x="17184" y="5020"/>
                  </a:lnTo>
                  <a:lnTo>
                    <a:pt x="17300" y="4943"/>
                  </a:lnTo>
                  <a:lnTo>
                    <a:pt x="17416" y="4866"/>
                  </a:lnTo>
                  <a:lnTo>
                    <a:pt x="17531" y="4827"/>
                  </a:lnTo>
                  <a:close/>
                  <a:moveTo>
                    <a:pt x="14597" y="5290"/>
                  </a:moveTo>
                  <a:lnTo>
                    <a:pt x="14713" y="5329"/>
                  </a:lnTo>
                  <a:lnTo>
                    <a:pt x="14828" y="5368"/>
                  </a:lnTo>
                  <a:lnTo>
                    <a:pt x="14944" y="5445"/>
                  </a:lnTo>
                  <a:lnTo>
                    <a:pt x="15021" y="5522"/>
                  </a:lnTo>
                  <a:lnTo>
                    <a:pt x="15060" y="5638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24"/>
                  </a:lnTo>
                  <a:lnTo>
                    <a:pt x="14056" y="5792"/>
                  </a:lnTo>
                  <a:lnTo>
                    <a:pt x="14133" y="5599"/>
                  </a:lnTo>
                  <a:lnTo>
                    <a:pt x="14249" y="5406"/>
                  </a:lnTo>
                  <a:lnTo>
                    <a:pt x="14365" y="5368"/>
                  </a:lnTo>
                  <a:lnTo>
                    <a:pt x="14481" y="5329"/>
                  </a:lnTo>
                  <a:lnTo>
                    <a:pt x="14597" y="5290"/>
                  </a:lnTo>
                  <a:close/>
                  <a:moveTo>
                    <a:pt x="19115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85" y="5792"/>
                  </a:lnTo>
                  <a:lnTo>
                    <a:pt x="19385" y="5986"/>
                  </a:lnTo>
                  <a:lnTo>
                    <a:pt x="19346" y="6140"/>
                  </a:lnTo>
                  <a:lnTo>
                    <a:pt x="18613" y="5792"/>
                  </a:lnTo>
                  <a:lnTo>
                    <a:pt x="18651" y="5715"/>
                  </a:lnTo>
                  <a:lnTo>
                    <a:pt x="18690" y="5638"/>
                  </a:lnTo>
                  <a:lnTo>
                    <a:pt x="18844" y="5522"/>
                  </a:lnTo>
                  <a:lnTo>
                    <a:pt x="18999" y="5484"/>
                  </a:lnTo>
                  <a:close/>
                  <a:moveTo>
                    <a:pt x="20350" y="6063"/>
                  </a:moveTo>
                  <a:lnTo>
                    <a:pt x="20466" y="6101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52" y="6719"/>
                  </a:lnTo>
                  <a:lnTo>
                    <a:pt x="20891" y="6912"/>
                  </a:lnTo>
                  <a:lnTo>
                    <a:pt x="20891" y="6912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48" y="6256"/>
                  </a:lnTo>
                  <a:lnTo>
                    <a:pt x="19887" y="6179"/>
                  </a:lnTo>
                  <a:lnTo>
                    <a:pt x="20003" y="6101"/>
                  </a:lnTo>
                  <a:lnTo>
                    <a:pt x="20080" y="6063"/>
                  </a:lnTo>
                  <a:close/>
                  <a:moveTo>
                    <a:pt x="23748" y="5870"/>
                  </a:moveTo>
                  <a:lnTo>
                    <a:pt x="23941" y="5947"/>
                  </a:lnTo>
                  <a:lnTo>
                    <a:pt x="24019" y="5986"/>
                  </a:lnTo>
                  <a:lnTo>
                    <a:pt x="24096" y="5986"/>
                  </a:lnTo>
                  <a:lnTo>
                    <a:pt x="23941" y="6294"/>
                  </a:lnTo>
                  <a:lnTo>
                    <a:pt x="23748" y="6526"/>
                  </a:lnTo>
                  <a:lnTo>
                    <a:pt x="23517" y="6758"/>
                  </a:lnTo>
                  <a:lnTo>
                    <a:pt x="23246" y="6951"/>
                  </a:lnTo>
                  <a:lnTo>
                    <a:pt x="23208" y="6912"/>
                  </a:lnTo>
                  <a:lnTo>
                    <a:pt x="23092" y="6719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9"/>
                  </a:lnTo>
                  <a:lnTo>
                    <a:pt x="23131" y="6063"/>
                  </a:lnTo>
                  <a:lnTo>
                    <a:pt x="23208" y="5986"/>
                  </a:lnTo>
                  <a:lnTo>
                    <a:pt x="23285" y="5908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2"/>
                  </a:lnTo>
                  <a:lnTo>
                    <a:pt x="12627" y="6796"/>
                  </a:lnTo>
                  <a:lnTo>
                    <a:pt x="12627" y="6642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98" y="6179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681"/>
                  </a:lnTo>
                  <a:lnTo>
                    <a:pt x="22629" y="6835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05"/>
                  </a:lnTo>
                  <a:lnTo>
                    <a:pt x="22551" y="7221"/>
                  </a:lnTo>
                  <a:lnTo>
                    <a:pt x="22165" y="7221"/>
                  </a:lnTo>
                  <a:lnTo>
                    <a:pt x="21779" y="7183"/>
                  </a:lnTo>
                  <a:lnTo>
                    <a:pt x="21393" y="7105"/>
                  </a:lnTo>
                  <a:lnTo>
                    <a:pt x="21509" y="6912"/>
                  </a:lnTo>
                  <a:lnTo>
                    <a:pt x="21625" y="6719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376"/>
                  </a:moveTo>
                  <a:lnTo>
                    <a:pt x="12473" y="7414"/>
                  </a:lnTo>
                  <a:lnTo>
                    <a:pt x="12125" y="7955"/>
                  </a:lnTo>
                  <a:lnTo>
                    <a:pt x="11816" y="8534"/>
                  </a:lnTo>
                  <a:lnTo>
                    <a:pt x="11701" y="8341"/>
                  </a:lnTo>
                  <a:lnTo>
                    <a:pt x="11662" y="8071"/>
                  </a:lnTo>
                  <a:lnTo>
                    <a:pt x="11662" y="7955"/>
                  </a:lnTo>
                  <a:lnTo>
                    <a:pt x="11701" y="7800"/>
                  </a:lnTo>
                  <a:lnTo>
                    <a:pt x="11739" y="7685"/>
                  </a:lnTo>
                  <a:lnTo>
                    <a:pt x="11816" y="7607"/>
                  </a:lnTo>
                  <a:lnTo>
                    <a:pt x="11932" y="7492"/>
                  </a:lnTo>
                  <a:lnTo>
                    <a:pt x="12048" y="7453"/>
                  </a:lnTo>
                  <a:lnTo>
                    <a:pt x="12164" y="7414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94" y="9384"/>
                  </a:lnTo>
                  <a:lnTo>
                    <a:pt x="2472" y="9461"/>
                  </a:lnTo>
                  <a:lnTo>
                    <a:pt x="2549" y="9538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9963"/>
                  </a:lnTo>
                  <a:lnTo>
                    <a:pt x="2124" y="9886"/>
                  </a:lnTo>
                  <a:lnTo>
                    <a:pt x="1661" y="9847"/>
                  </a:lnTo>
                  <a:lnTo>
                    <a:pt x="1699" y="9731"/>
                  </a:lnTo>
                  <a:lnTo>
                    <a:pt x="1738" y="9615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lnTo>
                    <a:pt x="2124" y="9345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01"/>
                  </a:lnTo>
                  <a:lnTo>
                    <a:pt x="11276" y="10272"/>
                  </a:lnTo>
                  <a:lnTo>
                    <a:pt x="11237" y="10233"/>
                  </a:lnTo>
                  <a:lnTo>
                    <a:pt x="11083" y="10040"/>
                  </a:lnTo>
                  <a:lnTo>
                    <a:pt x="10967" y="9808"/>
                  </a:lnTo>
                  <a:lnTo>
                    <a:pt x="10928" y="9693"/>
                  </a:lnTo>
                  <a:lnTo>
                    <a:pt x="10928" y="9538"/>
                  </a:lnTo>
                  <a:lnTo>
                    <a:pt x="10967" y="9422"/>
                  </a:lnTo>
                  <a:lnTo>
                    <a:pt x="11006" y="9306"/>
                  </a:lnTo>
                  <a:lnTo>
                    <a:pt x="11121" y="9152"/>
                  </a:lnTo>
                  <a:lnTo>
                    <a:pt x="11276" y="9036"/>
                  </a:lnTo>
                  <a:lnTo>
                    <a:pt x="11469" y="8997"/>
                  </a:lnTo>
                  <a:close/>
                  <a:moveTo>
                    <a:pt x="3785" y="9731"/>
                  </a:moveTo>
                  <a:lnTo>
                    <a:pt x="3900" y="9770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71" y="10117"/>
                  </a:lnTo>
                  <a:lnTo>
                    <a:pt x="4171" y="10233"/>
                  </a:lnTo>
                  <a:lnTo>
                    <a:pt x="4171" y="10388"/>
                  </a:lnTo>
                  <a:lnTo>
                    <a:pt x="4132" y="10503"/>
                  </a:lnTo>
                  <a:lnTo>
                    <a:pt x="4055" y="10619"/>
                  </a:lnTo>
                  <a:lnTo>
                    <a:pt x="3900" y="10542"/>
                  </a:lnTo>
                  <a:lnTo>
                    <a:pt x="3514" y="10310"/>
                  </a:lnTo>
                  <a:lnTo>
                    <a:pt x="3089" y="10117"/>
                  </a:lnTo>
                  <a:lnTo>
                    <a:pt x="3167" y="10001"/>
                  </a:lnTo>
                  <a:lnTo>
                    <a:pt x="3244" y="9886"/>
                  </a:lnTo>
                  <a:lnTo>
                    <a:pt x="3360" y="9808"/>
                  </a:lnTo>
                  <a:lnTo>
                    <a:pt x="3514" y="9770"/>
                  </a:lnTo>
                  <a:lnTo>
                    <a:pt x="3630" y="9731"/>
                  </a:lnTo>
                  <a:close/>
                  <a:moveTo>
                    <a:pt x="4827" y="10619"/>
                  </a:moveTo>
                  <a:lnTo>
                    <a:pt x="4943" y="10658"/>
                  </a:lnTo>
                  <a:lnTo>
                    <a:pt x="5020" y="10697"/>
                  </a:lnTo>
                  <a:lnTo>
                    <a:pt x="5097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890"/>
                  </a:lnTo>
                  <a:lnTo>
                    <a:pt x="4441" y="10812"/>
                  </a:lnTo>
                  <a:lnTo>
                    <a:pt x="4518" y="10735"/>
                  </a:lnTo>
                  <a:lnTo>
                    <a:pt x="4673" y="10658"/>
                  </a:lnTo>
                  <a:lnTo>
                    <a:pt x="4827" y="10619"/>
                  </a:lnTo>
                  <a:close/>
                  <a:moveTo>
                    <a:pt x="11160" y="10619"/>
                  </a:moveTo>
                  <a:lnTo>
                    <a:pt x="10967" y="11199"/>
                  </a:lnTo>
                  <a:lnTo>
                    <a:pt x="10735" y="11739"/>
                  </a:lnTo>
                  <a:lnTo>
                    <a:pt x="10697" y="11662"/>
                  </a:lnTo>
                  <a:lnTo>
                    <a:pt x="10504" y="11507"/>
                  </a:lnTo>
                  <a:lnTo>
                    <a:pt x="10426" y="11314"/>
                  </a:lnTo>
                  <a:lnTo>
                    <a:pt x="10388" y="11121"/>
                  </a:lnTo>
                  <a:lnTo>
                    <a:pt x="10465" y="10928"/>
                  </a:lnTo>
                  <a:lnTo>
                    <a:pt x="10581" y="10774"/>
                  </a:lnTo>
                  <a:lnTo>
                    <a:pt x="10735" y="10658"/>
                  </a:lnTo>
                  <a:lnTo>
                    <a:pt x="10928" y="10619"/>
                  </a:lnTo>
                  <a:close/>
                  <a:moveTo>
                    <a:pt x="5754" y="11430"/>
                  </a:moveTo>
                  <a:lnTo>
                    <a:pt x="5986" y="11469"/>
                  </a:lnTo>
                  <a:lnTo>
                    <a:pt x="6063" y="11507"/>
                  </a:lnTo>
                  <a:lnTo>
                    <a:pt x="6179" y="11546"/>
                  </a:lnTo>
                  <a:lnTo>
                    <a:pt x="6256" y="11662"/>
                  </a:lnTo>
                  <a:lnTo>
                    <a:pt x="6333" y="11739"/>
                  </a:lnTo>
                  <a:lnTo>
                    <a:pt x="6410" y="11971"/>
                  </a:lnTo>
                  <a:lnTo>
                    <a:pt x="6410" y="12203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84" y="11585"/>
                  </a:lnTo>
                  <a:lnTo>
                    <a:pt x="5561" y="11507"/>
                  </a:lnTo>
                  <a:lnTo>
                    <a:pt x="5638" y="11469"/>
                  </a:lnTo>
                  <a:lnTo>
                    <a:pt x="5754" y="11430"/>
                  </a:lnTo>
                  <a:close/>
                  <a:moveTo>
                    <a:pt x="10542" y="12009"/>
                  </a:moveTo>
                  <a:lnTo>
                    <a:pt x="10388" y="12280"/>
                  </a:lnTo>
                  <a:lnTo>
                    <a:pt x="10195" y="12511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27"/>
                  </a:lnTo>
                  <a:lnTo>
                    <a:pt x="9654" y="12473"/>
                  </a:lnTo>
                  <a:lnTo>
                    <a:pt x="9693" y="12318"/>
                  </a:lnTo>
                  <a:lnTo>
                    <a:pt x="9808" y="12203"/>
                  </a:lnTo>
                  <a:lnTo>
                    <a:pt x="9963" y="12125"/>
                  </a:lnTo>
                  <a:lnTo>
                    <a:pt x="10156" y="12087"/>
                  </a:lnTo>
                  <a:lnTo>
                    <a:pt x="10542" y="12009"/>
                  </a:lnTo>
                  <a:close/>
                  <a:moveTo>
                    <a:pt x="7376" y="12473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168"/>
                  </a:lnTo>
                  <a:lnTo>
                    <a:pt x="7337" y="12975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83" y="12511"/>
                  </a:lnTo>
                  <a:lnTo>
                    <a:pt x="7376" y="12473"/>
                  </a:lnTo>
                  <a:close/>
                  <a:moveTo>
                    <a:pt x="8959" y="12627"/>
                  </a:moveTo>
                  <a:lnTo>
                    <a:pt x="9113" y="12743"/>
                  </a:lnTo>
                  <a:lnTo>
                    <a:pt x="9229" y="12936"/>
                  </a:lnTo>
                  <a:lnTo>
                    <a:pt x="9268" y="13091"/>
                  </a:lnTo>
                  <a:lnTo>
                    <a:pt x="9268" y="13207"/>
                  </a:lnTo>
                  <a:lnTo>
                    <a:pt x="9036" y="13245"/>
                  </a:lnTo>
                  <a:lnTo>
                    <a:pt x="8804" y="13284"/>
                  </a:lnTo>
                  <a:lnTo>
                    <a:pt x="8302" y="13284"/>
                  </a:lnTo>
                  <a:lnTo>
                    <a:pt x="8341" y="13207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666"/>
                  </a:lnTo>
                  <a:lnTo>
                    <a:pt x="8650" y="12627"/>
                  </a:lnTo>
                  <a:close/>
                  <a:moveTo>
                    <a:pt x="22899" y="0"/>
                  </a:moveTo>
                  <a:lnTo>
                    <a:pt x="22822" y="77"/>
                  </a:lnTo>
                  <a:lnTo>
                    <a:pt x="22783" y="116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386"/>
                  </a:lnTo>
                  <a:lnTo>
                    <a:pt x="22860" y="425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629" y="1506"/>
                  </a:lnTo>
                  <a:lnTo>
                    <a:pt x="22629" y="1699"/>
                  </a:lnTo>
                  <a:lnTo>
                    <a:pt x="22629" y="1854"/>
                  </a:lnTo>
                  <a:lnTo>
                    <a:pt x="22706" y="2047"/>
                  </a:lnTo>
                  <a:lnTo>
                    <a:pt x="22860" y="2240"/>
                  </a:lnTo>
                  <a:lnTo>
                    <a:pt x="23053" y="2394"/>
                  </a:lnTo>
                  <a:lnTo>
                    <a:pt x="23285" y="2472"/>
                  </a:lnTo>
                  <a:lnTo>
                    <a:pt x="23517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44"/>
                  </a:lnTo>
                  <a:lnTo>
                    <a:pt x="23439" y="3476"/>
                  </a:lnTo>
                  <a:lnTo>
                    <a:pt x="23594" y="3707"/>
                  </a:lnTo>
                  <a:lnTo>
                    <a:pt x="23748" y="3862"/>
                  </a:lnTo>
                  <a:lnTo>
                    <a:pt x="23980" y="3978"/>
                  </a:lnTo>
                  <a:lnTo>
                    <a:pt x="23748" y="4209"/>
                  </a:lnTo>
                  <a:lnTo>
                    <a:pt x="23555" y="4441"/>
                  </a:lnTo>
                  <a:lnTo>
                    <a:pt x="23478" y="4750"/>
                  </a:lnTo>
                  <a:lnTo>
                    <a:pt x="23439" y="4866"/>
                  </a:lnTo>
                  <a:lnTo>
                    <a:pt x="23439" y="5020"/>
                  </a:lnTo>
                  <a:lnTo>
                    <a:pt x="23517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69" y="5561"/>
                  </a:lnTo>
                  <a:lnTo>
                    <a:pt x="22976" y="5677"/>
                  </a:lnTo>
                  <a:lnTo>
                    <a:pt x="22822" y="5870"/>
                  </a:lnTo>
                  <a:lnTo>
                    <a:pt x="22706" y="6101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2165" y="6179"/>
                  </a:lnTo>
                  <a:lnTo>
                    <a:pt x="21972" y="6217"/>
                  </a:lnTo>
                  <a:lnTo>
                    <a:pt x="21740" y="6256"/>
                  </a:lnTo>
                  <a:lnTo>
                    <a:pt x="21547" y="6372"/>
                  </a:lnTo>
                  <a:lnTo>
                    <a:pt x="21354" y="6565"/>
                  </a:lnTo>
                  <a:lnTo>
                    <a:pt x="21200" y="6758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5986"/>
                  </a:lnTo>
                  <a:lnTo>
                    <a:pt x="20736" y="5870"/>
                  </a:lnTo>
                  <a:lnTo>
                    <a:pt x="20582" y="5792"/>
                  </a:lnTo>
                  <a:lnTo>
                    <a:pt x="20428" y="5754"/>
                  </a:lnTo>
                  <a:lnTo>
                    <a:pt x="20080" y="5754"/>
                  </a:lnTo>
                  <a:lnTo>
                    <a:pt x="19887" y="5831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4"/>
                  </a:lnTo>
                  <a:lnTo>
                    <a:pt x="19462" y="5290"/>
                  </a:lnTo>
                  <a:lnTo>
                    <a:pt x="19385" y="5213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52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58" y="5097"/>
                  </a:lnTo>
                  <a:lnTo>
                    <a:pt x="18381" y="4982"/>
                  </a:lnTo>
                  <a:lnTo>
                    <a:pt x="18304" y="4827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6" y="4557"/>
                  </a:lnTo>
                  <a:lnTo>
                    <a:pt x="17802" y="4518"/>
                  </a:lnTo>
                  <a:lnTo>
                    <a:pt x="17531" y="4518"/>
                  </a:lnTo>
                  <a:lnTo>
                    <a:pt x="17377" y="4557"/>
                  </a:lnTo>
                  <a:lnTo>
                    <a:pt x="17261" y="4634"/>
                  </a:lnTo>
                  <a:lnTo>
                    <a:pt x="17145" y="4711"/>
                  </a:lnTo>
                  <a:lnTo>
                    <a:pt x="17029" y="4827"/>
                  </a:lnTo>
                  <a:lnTo>
                    <a:pt x="16875" y="5059"/>
                  </a:lnTo>
                  <a:lnTo>
                    <a:pt x="16759" y="4904"/>
                  </a:lnTo>
                  <a:lnTo>
                    <a:pt x="16605" y="4788"/>
                  </a:lnTo>
                  <a:lnTo>
                    <a:pt x="16450" y="4673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27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290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29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43"/>
                  </a:lnTo>
                  <a:lnTo>
                    <a:pt x="14288" y="5020"/>
                  </a:lnTo>
                  <a:lnTo>
                    <a:pt x="14172" y="5059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22"/>
                  </a:lnTo>
                  <a:lnTo>
                    <a:pt x="13786" y="5831"/>
                  </a:lnTo>
                  <a:lnTo>
                    <a:pt x="13593" y="5715"/>
                  </a:lnTo>
                  <a:lnTo>
                    <a:pt x="13361" y="5677"/>
                  </a:lnTo>
                  <a:lnTo>
                    <a:pt x="13168" y="5677"/>
                  </a:lnTo>
                  <a:lnTo>
                    <a:pt x="12936" y="5715"/>
                  </a:lnTo>
                  <a:lnTo>
                    <a:pt x="12743" y="5831"/>
                  </a:lnTo>
                  <a:lnTo>
                    <a:pt x="12627" y="5908"/>
                  </a:lnTo>
                  <a:lnTo>
                    <a:pt x="12511" y="6063"/>
                  </a:lnTo>
                  <a:lnTo>
                    <a:pt x="12434" y="6179"/>
                  </a:lnTo>
                  <a:lnTo>
                    <a:pt x="12357" y="6333"/>
                  </a:lnTo>
                  <a:lnTo>
                    <a:pt x="12357" y="6488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6990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376"/>
                  </a:lnTo>
                  <a:lnTo>
                    <a:pt x="11430" y="7530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314" y="7994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18"/>
                  </a:lnTo>
                  <a:lnTo>
                    <a:pt x="11507" y="8573"/>
                  </a:lnTo>
                  <a:lnTo>
                    <a:pt x="11237" y="8650"/>
                  </a:lnTo>
                  <a:lnTo>
                    <a:pt x="10967" y="8766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619" y="9770"/>
                  </a:lnTo>
                  <a:lnTo>
                    <a:pt x="10697" y="10001"/>
                  </a:lnTo>
                  <a:lnTo>
                    <a:pt x="10851" y="10233"/>
                  </a:lnTo>
                  <a:lnTo>
                    <a:pt x="10619" y="10272"/>
                  </a:lnTo>
                  <a:lnTo>
                    <a:pt x="10426" y="10388"/>
                  </a:lnTo>
                  <a:lnTo>
                    <a:pt x="10272" y="10581"/>
                  </a:lnTo>
                  <a:lnTo>
                    <a:pt x="10117" y="10774"/>
                  </a:lnTo>
                  <a:lnTo>
                    <a:pt x="10079" y="10967"/>
                  </a:lnTo>
                  <a:lnTo>
                    <a:pt x="10040" y="11199"/>
                  </a:lnTo>
                  <a:lnTo>
                    <a:pt x="10079" y="11469"/>
                  </a:lnTo>
                  <a:lnTo>
                    <a:pt x="10195" y="11662"/>
                  </a:lnTo>
                  <a:lnTo>
                    <a:pt x="9924" y="11739"/>
                  </a:lnTo>
                  <a:lnTo>
                    <a:pt x="9693" y="11816"/>
                  </a:lnTo>
                  <a:lnTo>
                    <a:pt x="9500" y="11971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57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18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164"/>
                  </a:lnTo>
                  <a:lnTo>
                    <a:pt x="6990" y="12241"/>
                  </a:lnTo>
                  <a:lnTo>
                    <a:pt x="6796" y="12396"/>
                  </a:lnTo>
                  <a:lnTo>
                    <a:pt x="6796" y="12048"/>
                  </a:lnTo>
                  <a:lnTo>
                    <a:pt x="6758" y="11855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392"/>
                  </a:lnTo>
                  <a:lnTo>
                    <a:pt x="6410" y="11276"/>
                  </a:lnTo>
                  <a:lnTo>
                    <a:pt x="6256" y="11199"/>
                  </a:lnTo>
                  <a:lnTo>
                    <a:pt x="6063" y="11160"/>
                  </a:lnTo>
                  <a:lnTo>
                    <a:pt x="5870" y="11121"/>
                  </a:lnTo>
                  <a:lnTo>
                    <a:pt x="5715" y="11160"/>
                  </a:lnTo>
                  <a:lnTo>
                    <a:pt x="5522" y="11199"/>
                  </a:lnTo>
                  <a:lnTo>
                    <a:pt x="5522" y="10928"/>
                  </a:lnTo>
                  <a:lnTo>
                    <a:pt x="5445" y="10697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49"/>
                  </a:lnTo>
                  <a:lnTo>
                    <a:pt x="4943" y="10310"/>
                  </a:lnTo>
                  <a:lnTo>
                    <a:pt x="4673" y="10310"/>
                  </a:lnTo>
                  <a:lnTo>
                    <a:pt x="4557" y="10349"/>
                  </a:lnTo>
                  <a:lnTo>
                    <a:pt x="4518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09" y="9577"/>
                  </a:lnTo>
                  <a:lnTo>
                    <a:pt x="4093" y="9461"/>
                  </a:lnTo>
                  <a:lnTo>
                    <a:pt x="3900" y="9422"/>
                  </a:lnTo>
                  <a:lnTo>
                    <a:pt x="3746" y="9384"/>
                  </a:lnTo>
                  <a:lnTo>
                    <a:pt x="3591" y="9422"/>
                  </a:lnTo>
                  <a:lnTo>
                    <a:pt x="3437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31"/>
                  </a:lnTo>
                  <a:lnTo>
                    <a:pt x="2974" y="9615"/>
                  </a:lnTo>
                  <a:lnTo>
                    <a:pt x="2896" y="9422"/>
                  </a:lnTo>
                  <a:lnTo>
                    <a:pt x="2781" y="9268"/>
                  </a:lnTo>
                  <a:lnTo>
                    <a:pt x="2626" y="9113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8997"/>
                  </a:lnTo>
                  <a:lnTo>
                    <a:pt x="1854" y="9075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499"/>
                  </a:lnTo>
                  <a:lnTo>
                    <a:pt x="1390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272"/>
                  </a:lnTo>
                  <a:lnTo>
                    <a:pt x="386" y="10426"/>
                  </a:lnTo>
                  <a:lnTo>
                    <a:pt x="271" y="10542"/>
                  </a:lnTo>
                  <a:lnTo>
                    <a:pt x="116" y="10851"/>
                  </a:lnTo>
                  <a:lnTo>
                    <a:pt x="39" y="11199"/>
                  </a:lnTo>
                  <a:lnTo>
                    <a:pt x="0" y="11546"/>
                  </a:lnTo>
                  <a:lnTo>
                    <a:pt x="77" y="11894"/>
                  </a:lnTo>
                  <a:lnTo>
                    <a:pt x="193" y="12241"/>
                  </a:lnTo>
                  <a:lnTo>
                    <a:pt x="386" y="12511"/>
                  </a:lnTo>
                  <a:lnTo>
                    <a:pt x="618" y="12782"/>
                  </a:lnTo>
                  <a:lnTo>
                    <a:pt x="811" y="12898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124" y="13091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11"/>
                  </a:lnTo>
                  <a:lnTo>
                    <a:pt x="3360" y="12203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39"/>
                  </a:lnTo>
                  <a:lnTo>
                    <a:pt x="3283" y="11739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50"/>
                  </a:lnTo>
                  <a:lnTo>
                    <a:pt x="2047" y="12666"/>
                  </a:lnTo>
                  <a:lnTo>
                    <a:pt x="1429" y="12666"/>
                  </a:lnTo>
                  <a:lnTo>
                    <a:pt x="1159" y="12550"/>
                  </a:lnTo>
                  <a:lnTo>
                    <a:pt x="966" y="12434"/>
                  </a:lnTo>
                  <a:lnTo>
                    <a:pt x="811" y="12318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55"/>
                  </a:lnTo>
                  <a:lnTo>
                    <a:pt x="502" y="11701"/>
                  </a:lnTo>
                  <a:lnTo>
                    <a:pt x="502" y="11546"/>
                  </a:lnTo>
                  <a:lnTo>
                    <a:pt x="502" y="11353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927" y="10619"/>
                  </a:lnTo>
                  <a:lnTo>
                    <a:pt x="1043" y="10503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317" y="10349"/>
                  </a:lnTo>
                  <a:lnTo>
                    <a:pt x="2587" y="10426"/>
                  </a:lnTo>
                  <a:lnTo>
                    <a:pt x="2858" y="10503"/>
                  </a:lnTo>
                  <a:lnTo>
                    <a:pt x="3128" y="10619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908" y="12666"/>
                  </a:lnTo>
                  <a:lnTo>
                    <a:pt x="6294" y="12936"/>
                  </a:lnTo>
                  <a:lnTo>
                    <a:pt x="6681" y="13207"/>
                  </a:lnTo>
                  <a:lnTo>
                    <a:pt x="7105" y="13400"/>
                  </a:lnTo>
                  <a:lnTo>
                    <a:pt x="7530" y="13593"/>
                  </a:lnTo>
                  <a:lnTo>
                    <a:pt x="7994" y="13708"/>
                  </a:lnTo>
                  <a:lnTo>
                    <a:pt x="8457" y="13786"/>
                  </a:lnTo>
                  <a:lnTo>
                    <a:pt x="8920" y="13747"/>
                  </a:lnTo>
                  <a:lnTo>
                    <a:pt x="9345" y="13670"/>
                  </a:lnTo>
                  <a:lnTo>
                    <a:pt x="9731" y="13515"/>
                  </a:lnTo>
                  <a:lnTo>
                    <a:pt x="10079" y="13322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34"/>
                  </a:lnTo>
                  <a:lnTo>
                    <a:pt x="11121" y="12087"/>
                  </a:lnTo>
                  <a:lnTo>
                    <a:pt x="11314" y="11739"/>
                  </a:lnTo>
                  <a:lnTo>
                    <a:pt x="11507" y="11199"/>
                  </a:lnTo>
                  <a:lnTo>
                    <a:pt x="11662" y="10658"/>
                  </a:lnTo>
                  <a:lnTo>
                    <a:pt x="11971" y="9615"/>
                  </a:lnTo>
                  <a:lnTo>
                    <a:pt x="12164" y="9075"/>
                  </a:lnTo>
                  <a:lnTo>
                    <a:pt x="12357" y="8573"/>
                  </a:lnTo>
                  <a:lnTo>
                    <a:pt x="12627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51"/>
                  </a:lnTo>
                  <a:lnTo>
                    <a:pt x="14017" y="6681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6"/>
                  </a:lnTo>
                  <a:lnTo>
                    <a:pt x="16296" y="5908"/>
                  </a:lnTo>
                  <a:lnTo>
                    <a:pt x="16914" y="5908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2"/>
                  </a:lnTo>
                  <a:lnTo>
                    <a:pt x="21316" y="7607"/>
                  </a:lnTo>
                  <a:lnTo>
                    <a:pt x="21740" y="7685"/>
                  </a:lnTo>
                  <a:lnTo>
                    <a:pt x="22165" y="7723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492"/>
                  </a:lnTo>
                  <a:lnTo>
                    <a:pt x="23748" y="7260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870"/>
                  </a:lnTo>
                  <a:lnTo>
                    <a:pt x="24907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171"/>
                  </a:lnTo>
                  <a:lnTo>
                    <a:pt x="24984" y="3707"/>
                  </a:lnTo>
                  <a:lnTo>
                    <a:pt x="24907" y="3283"/>
                  </a:lnTo>
                  <a:lnTo>
                    <a:pt x="24791" y="2819"/>
                  </a:lnTo>
                  <a:lnTo>
                    <a:pt x="24637" y="2394"/>
                  </a:lnTo>
                  <a:lnTo>
                    <a:pt x="24482" y="1970"/>
                  </a:lnTo>
                  <a:lnTo>
                    <a:pt x="24250" y="1545"/>
                  </a:lnTo>
                  <a:lnTo>
                    <a:pt x="24057" y="1159"/>
                  </a:lnTo>
                  <a:lnTo>
                    <a:pt x="23826" y="811"/>
                  </a:lnTo>
                  <a:lnTo>
                    <a:pt x="23941" y="348"/>
                  </a:lnTo>
                  <a:lnTo>
                    <a:pt x="23594" y="193"/>
                  </a:lnTo>
                  <a:lnTo>
                    <a:pt x="23208" y="77"/>
                  </a:lnTo>
                  <a:lnTo>
                    <a:pt x="23169" y="39"/>
                  </a:lnTo>
                  <a:lnTo>
                    <a:pt x="2309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17"/>
            <p:cNvSpPr/>
            <p:nvPr/>
          </p:nvSpPr>
          <p:spPr>
            <a:xfrm>
              <a:off x="3792600" y="9600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1"/>
                  </a:lnTo>
                  <a:lnTo>
                    <a:pt x="23479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3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4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7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1"/>
                  </a:lnTo>
                  <a:lnTo>
                    <a:pt x="23865" y="3514"/>
                  </a:lnTo>
                  <a:lnTo>
                    <a:pt x="23788" y="3398"/>
                  </a:lnTo>
                  <a:lnTo>
                    <a:pt x="23749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7"/>
                  </a:lnTo>
                  <a:lnTo>
                    <a:pt x="24097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0"/>
                  </a:lnTo>
                  <a:lnTo>
                    <a:pt x="16567" y="5406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3"/>
                  </a:lnTo>
                  <a:lnTo>
                    <a:pt x="15679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7"/>
                  </a:lnTo>
                  <a:lnTo>
                    <a:pt x="15949" y="5020"/>
                  </a:lnTo>
                  <a:lnTo>
                    <a:pt x="16065" y="4981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7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4" y="5290"/>
                  </a:lnTo>
                  <a:lnTo>
                    <a:pt x="23826" y="5097"/>
                  </a:lnTo>
                  <a:lnTo>
                    <a:pt x="23788" y="4981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0"/>
                  </a:lnTo>
                  <a:lnTo>
                    <a:pt x="17107" y="5175"/>
                  </a:lnTo>
                  <a:lnTo>
                    <a:pt x="17185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1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599"/>
                  </a:lnTo>
                  <a:lnTo>
                    <a:pt x="14250" y="5445"/>
                  </a:lnTo>
                  <a:lnTo>
                    <a:pt x="14366" y="5368"/>
                  </a:lnTo>
                  <a:lnTo>
                    <a:pt x="14443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3" y="5561"/>
                  </a:lnTo>
                  <a:lnTo>
                    <a:pt x="19308" y="5677"/>
                  </a:lnTo>
                  <a:lnTo>
                    <a:pt x="19386" y="5831"/>
                  </a:lnTo>
                  <a:lnTo>
                    <a:pt x="19386" y="5985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1" y="5677"/>
                  </a:lnTo>
                  <a:lnTo>
                    <a:pt x="18845" y="5522"/>
                  </a:lnTo>
                  <a:lnTo>
                    <a:pt x="18999" y="5483"/>
                  </a:lnTo>
                  <a:close/>
                  <a:moveTo>
                    <a:pt x="20197" y="6063"/>
                  </a:moveTo>
                  <a:lnTo>
                    <a:pt x="20351" y="6101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9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2" y="6951"/>
                  </a:lnTo>
                  <a:lnTo>
                    <a:pt x="20467" y="6758"/>
                  </a:lnTo>
                  <a:lnTo>
                    <a:pt x="20081" y="6565"/>
                  </a:lnTo>
                  <a:lnTo>
                    <a:pt x="19810" y="6410"/>
                  </a:lnTo>
                  <a:lnTo>
                    <a:pt x="19849" y="6294"/>
                  </a:lnTo>
                  <a:lnTo>
                    <a:pt x="19888" y="6179"/>
                  </a:lnTo>
                  <a:lnTo>
                    <a:pt x="20003" y="6140"/>
                  </a:lnTo>
                  <a:lnTo>
                    <a:pt x="20081" y="6101"/>
                  </a:lnTo>
                  <a:lnTo>
                    <a:pt x="20197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2" y="5985"/>
                  </a:lnTo>
                  <a:lnTo>
                    <a:pt x="24019" y="6024"/>
                  </a:lnTo>
                  <a:lnTo>
                    <a:pt x="24097" y="6024"/>
                  </a:lnTo>
                  <a:lnTo>
                    <a:pt x="23942" y="6294"/>
                  </a:lnTo>
                  <a:lnTo>
                    <a:pt x="23749" y="6565"/>
                  </a:lnTo>
                  <a:lnTo>
                    <a:pt x="23517" y="6796"/>
                  </a:lnTo>
                  <a:lnTo>
                    <a:pt x="23247" y="6989"/>
                  </a:lnTo>
                  <a:lnTo>
                    <a:pt x="23208" y="6951"/>
                  </a:lnTo>
                  <a:lnTo>
                    <a:pt x="23093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4" y="6179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1"/>
                  </a:moveTo>
                  <a:lnTo>
                    <a:pt x="13478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9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7" y="6951"/>
                  </a:lnTo>
                  <a:lnTo>
                    <a:pt x="12628" y="6796"/>
                  </a:lnTo>
                  <a:lnTo>
                    <a:pt x="12628" y="6681"/>
                  </a:lnTo>
                  <a:lnTo>
                    <a:pt x="12667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1"/>
                  </a:lnTo>
                  <a:close/>
                  <a:moveTo>
                    <a:pt x="22166" y="6565"/>
                  </a:moveTo>
                  <a:lnTo>
                    <a:pt x="22282" y="6603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5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4" y="7105"/>
                  </a:lnTo>
                  <a:lnTo>
                    <a:pt x="21471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50" y="6565"/>
                  </a:lnTo>
                  <a:close/>
                  <a:moveTo>
                    <a:pt x="12280" y="7414"/>
                  </a:moveTo>
                  <a:lnTo>
                    <a:pt x="12474" y="7453"/>
                  </a:lnTo>
                  <a:lnTo>
                    <a:pt x="12126" y="7993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3" y="8109"/>
                  </a:lnTo>
                  <a:lnTo>
                    <a:pt x="11663" y="7955"/>
                  </a:lnTo>
                  <a:lnTo>
                    <a:pt x="11663" y="7839"/>
                  </a:lnTo>
                  <a:lnTo>
                    <a:pt x="11740" y="7723"/>
                  </a:lnTo>
                  <a:lnTo>
                    <a:pt x="11817" y="7607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5" y="7414"/>
                  </a:lnTo>
                  <a:close/>
                  <a:moveTo>
                    <a:pt x="2241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50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1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9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3" y="8997"/>
                  </a:moveTo>
                  <a:lnTo>
                    <a:pt x="11470" y="9499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8" y="9847"/>
                  </a:lnTo>
                  <a:lnTo>
                    <a:pt x="10929" y="9692"/>
                  </a:lnTo>
                  <a:lnTo>
                    <a:pt x="10929" y="9577"/>
                  </a:lnTo>
                  <a:lnTo>
                    <a:pt x="10968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70" y="8997"/>
                  </a:lnTo>
                  <a:close/>
                  <a:moveTo>
                    <a:pt x="3785" y="9770"/>
                  </a:moveTo>
                  <a:lnTo>
                    <a:pt x="3901" y="9808"/>
                  </a:lnTo>
                  <a:lnTo>
                    <a:pt x="4017" y="9886"/>
                  </a:lnTo>
                  <a:lnTo>
                    <a:pt x="4094" y="10001"/>
                  </a:lnTo>
                  <a:lnTo>
                    <a:pt x="4133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5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4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2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1" y="10619"/>
                  </a:moveTo>
                  <a:lnTo>
                    <a:pt x="10968" y="11198"/>
                  </a:lnTo>
                  <a:lnTo>
                    <a:pt x="10736" y="11739"/>
                  </a:lnTo>
                  <a:lnTo>
                    <a:pt x="10659" y="11700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6" y="10967"/>
                  </a:lnTo>
                  <a:lnTo>
                    <a:pt x="10581" y="10812"/>
                  </a:lnTo>
                  <a:lnTo>
                    <a:pt x="10736" y="10696"/>
                  </a:lnTo>
                  <a:lnTo>
                    <a:pt x="10929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7" y="11662"/>
                  </a:lnTo>
                  <a:lnTo>
                    <a:pt x="6334" y="11778"/>
                  </a:lnTo>
                  <a:lnTo>
                    <a:pt x="6372" y="12009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0"/>
                  </a:lnTo>
                  <a:lnTo>
                    <a:pt x="5446" y="11623"/>
                  </a:lnTo>
                  <a:lnTo>
                    <a:pt x="5561" y="11546"/>
                  </a:lnTo>
                  <a:lnTo>
                    <a:pt x="5639" y="11507"/>
                  </a:lnTo>
                  <a:lnTo>
                    <a:pt x="5755" y="11469"/>
                  </a:lnTo>
                  <a:close/>
                  <a:moveTo>
                    <a:pt x="10543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1" y="12936"/>
                  </a:lnTo>
                  <a:lnTo>
                    <a:pt x="9771" y="12859"/>
                  </a:lnTo>
                  <a:lnTo>
                    <a:pt x="9655" y="12666"/>
                  </a:lnTo>
                  <a:lnTo>
                    <a:pt x="9655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4" y="12164"/>
                  </a:lnTo>
                  <a:lnTo>
                    <a:pt x="10157" y="12087"/>
                  </a:lnTo>
                  <a:lnTo>
                    <a:pt x="10543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40" y="13206"/>
                  </a:lnTo>
                  <a:lnTo>
                    <a:pt x="7338" y="13013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4" y="12627"/>
                  </a:moveTo>
                  <a:lnTo>
                    <a:pt x="8960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9" y="13206"/>
                  </a:lnTo>
                  <a:lnTo>
                    <a:pt x="9037" y="13284"/>
                  </a:lnTo>
                  <a:lnTo>
                    <a:pt x="8805" y="13322"/>
                  </a:lnTo>
                  <a:lnTo>
                    <a:pt x="8573" y="13322"/>
                  </a:lnTo>
                  <a:lnTo>
                    <a:pt x="8303" y="13284"/>
                  </a:lnTo>
                  <a:lnTo>
                    <a:pt x="8303" y="13206"/>
                  </a:lnTo>
                  <a:lnTo>
                    <a:pt x="8342" y="13013"/>
                  </a:lnTo>
                  <a:lnTo>
                    <a:pt x="8419" y="12820"/>
                  </a:lnTo>
                  <a:lnTo>
                    <a:pt x="8573" y="12704"/>
                  </a:lnTo>
                  <a:lnTo>
                    <a:pt x="8651" y="12666"/>
                  </a:lnTo>
                  <a:lnTo>
                    <a:pt x="8767" y="12627"/>
                  </a:lnTo>
                  <a:close/>
                  <a:moveTo>
                    <a:pt x="22977" y="0"/>
                  </a:moveTo>
                  <a:lnTo>
                    <a:pt x="22900" y="39"/>
                  </a:lnTo>
                  <a:lnTo>
                    <a:pt x="22822" y="77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900" y="772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1" y="1506"/>
                  </a:lnTo>
                  <a:lnTo>
                    <a:pt x="22591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1" y="2278"/>
                  </a:lnTo>
                  <a:lnTo>
                    <a:pt x="23054" y="2394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2" y="2703"/>
                  </a:lnTo>
                  <a:lnTo>
                    <a:pt x="23363" y="2896"/>
                  </a:lnTo>
                  <a:lnTo>
                    <a:pt x="23324" y="3089"/>
                  </a:lnTo>
                  <a:lnTo>
                    <a:pt x="23363" y="3282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0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79"/>
                  </a:lnTo>
                  <a:lnTo>
                    <a:pt x="23479" y="4750"/>
                  </a:lnTo>
                  <a:lnTo>
                    <a:pt x="23440" y="4904"/>
                  </a:lnTo>
                  <a:lnTo>
                    <a:pt x="23440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2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5" y="6294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4"/>
                  </a:lnTo>
                  <a:lnTo>
                    <a:pt x="21509" y="6410"/>
                  </a:lnTo>
                  <a:lnTo>
                    <a:pt x="21355" y="6565"/>
                  </a:lnTo>
                  <a:lnTo>
                    <a:pt x="21201" y="6796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8"/>
                  </a:lnTo>
                  <a:lnTo>
                    <a:pt x="20583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1" y="5792"/>
                  </a:lnTo>
                  <a:lnTo>
                    <a:pt x="19888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3"/>
                  </a:lnTo>
                  <a:lnTo>
                    <a:pt x="19463" y="5329"/>
                  </a:lnTo>
                  <a:lnTo>
                    <a:pt x="19386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0"/>
                  </a:lnTo>
                  <a:lnTo>
                    <a:pt x="18497" y="5406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2" y="4981"/>
                  </a:lnTo>
                  <a:lnTo>
                    <a:pt x="18304" y="4866"/>
                  </a:lnTo>
                  <a:lnTo>
                    <a:pt x="18189" y="4750"/>
                  </a:lnTo>
                  <a:lnTo>
                    <a:pt x="18073" y="4673"/>
                  </a:lnTo>
                  <a:lnTo>
                    <a:pt x="17957" y="4595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8" y="4595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6" y="5097"/>
                  </a:lnTo>
                  <a:lnTo>
                    <a:pt x="16760" y="4943"/>
                  </a:lnTo>
                  <a:lnTo>
                    <a:pt x="16605" y="4788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1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7" y="5175"/>
                  </a:lnTo>
                  <a:lnTo>
                    <a:pt x="15022" y="5059"/>
                  </a:lnTo>
                  <a:lnTo>
                    <a:pt x="14829" y="4981"/>
                  </a:lnTo>
                  <a:lnTo>
                    <a:pt x="14636" y="4943"/>
                  </a:lnTo>
                  <a:lnTo>
                    <a:pt x="14443" y="4981"/>
                  </a:lnTo>
                  <a:lnTo>
                    <a:pt x="14288" y="5020"/>
                  </a:lnTo>
                  <a:lnTo>
                    <a:pt x="14134" y="5097"/>
                  </a:lnTo>
                  <a:lnTo>
                    <a:pt x="14057" y="5175"/>
                  </a:lnTo>
                  <a:lnTo>
                    <a:pt x="13941" y="5290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2" y="5715"/>
                  </a:lnTo>
                  <a:lnTo>
                    <a:pt x="13169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89"/>
                  </a:lnTo>
                  <a:lnTo>
                    <a:pt x="12165" y="7028"/>
                  </a:lnTo>
                  <a:lnTo>
                    <a:pt x="11894" y="7105"/>
                  </a:lnTo>
                  <a:lnTo>
                    <a:pt x="11663" y="7221"/>
                  </a:lnTo>
                  <a:lnTo>
                    <a:pt x="11508" y="7414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3"/>
                  </a:lnTo>
                  <a:lnTo>
                    <a:pt x="11315" y="8148"/>
                  </a:lnTo>
                  <a:lnTo>
                    <a:pt x="11354" y="8302"/>
                  </a:lnTo>
                  <a:lnTo>
                    <a:pt x="11392" y="8457"/>
                  </a:lnTo>
                  <a:lnTo>
                    <a:pt x="11470" y="8611"/>
                  </a:lnTo>
                  <a:lnTo>
                    <a:pt x="11199" y="8650"/>
                  </a:lnTo>
                  <a:lnTo>
                    <a:pt x="10968" y="8804"/>
                  </a:lnTo>
                  <a:lnTo>
                    <a:pt x="10774" y="8997"/>
                  </a:lnTo>
                  <a:lnTo>
                    <a:pt x="10659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0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5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3" y="12087"/>
                  </a:lnTo>
                  <a:lnTo>
                    <a:pt x="9384" y="12202"/>
                  </a:lnTo>
                  <a:lnTo>
                    <a:pt x="9346" y="12318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8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5" y="12550"/>
                  </a:lnTo>
                  <a:lnTo>
                    <a:pt x="8187" y="12704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2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9" y="11894"/>
                  </a:lnTo>
                  <a:lnTo>
                    <a:pt x="6681" y="11700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4"/>
                  </a:lnTo>
                  <a:lnTo>
                    <a:pt x="6218" y="11198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6" y="10735"/>
                  </a:lnTo>
                  <a:lnTo>
                    <a:pt x="5330" y="10503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4" y="10310"/>
                  </a:lnTo>
                  <a:lnTo>
                    <a:pt x="4828" y="10310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6" y="9499"/>
                  </a:lnTo>
                  <a:lnTo>
                    <a:pt x="3901" y="9461"/>
                  </a:lnTo>
                  <a:lnTo>
                    <a:pt x="3747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5"/>
                  </a:lnTo>
                  <a:lnTo>
                    <a:pt x="3013" y="9770"/>
                  </a:lnTo>
                  <a:lnTo>
                    <a:pt x="2974" y="9615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4" y="9036"/>
                  </a:lnTo>
                  <a:lnTo>
                    <a:pt x="2241" y="8997"/>
                  </a:lnTo>
                  <a:lnTo>
                    <a:pt x="2048" y="9036"/>
                  </a:lnTo>
                  <a:lnTo>
                    <a:pt x="1854" y="9113"/>
                  </a:lnTo>
                  <a:lnTo>
                    <a:pt x="1700" y="9190"/>
                  </a:lnTo>
                  <a:lnTo>
                    <a:pt x="1546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0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0"/>
                  </a:lnTo>
                  <a:lnTo>
                    <a:pt x="812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9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09"/>
                  </a:lnTo>
                  <a:lnTo>
                    <a:pt x="3554" y="11932"/>
                  </a:lnTo>
                  <a:lnTo>
                    <a:pt x="3515" y="11816"/>
                  </a:lnTo>
                  <a:lnTo>
                    <a:pt x="3438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5" y="11816"/>
                  </a:lnTo>
                  <a:lnTo>
                    <a:pt x="3052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8" y="12666"/>
                  </a:lnTo>
                  <a:lnTo>
                    <a:pt x="1739" y="12704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2"/>
                  </a:lnTo>
                  <a:lnTo>
                    <a:pt x="619" y="12048"/>
                  </a:lnTo>
                  <a:lnTo>
                    <a:pt x="542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2" y="11198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19"/>
                  </a:lnTo>
                  <a:lnTo>
                    <a:pt x="1044" y="10542"/>
                  </a:lnTo>
                  <a:lnTo>
                    <a:pt x="1237" y="10465"/>
                  </a:lnTo>
                  <a:lnTo>
                    <a:pt x="1430" y="10388"/>
                  </a:lnTo>
                  <a:lnTo>
                    <a:pt x="1739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4"/>
                  </a:lnTo>
                  <a:lnTo>
                    <a:pt x="6257" y="12975"/>
                  </a:lnTo>
                  <a:lnTo>
                    <a:pt x="6681" y="13206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8" y="13786"/>
                  </a:lnTo>
                  <a:lnTo>
                    <a:pt x="8921" y="13786"/>
                  </a:lnTo>
                  <a:lnTo>
                    <a:pt x="9346" y="13708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9" y="12782"/>
                  </a:lnTo>
                  <a:lnTo>
                    <a:pt x="10929" y="12473"/>
                  </a:lnTo>
                  <a:lnTo>
                    <a:pt x="11122" y="12125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3" y="10696"/>
                  </a:lnTo>
                  <a:lnTo>
                    <a:pt x="11972" y="9615"/>
                  </a:lnTo>
                  <a:lnTo>
                    <a:pt x="12126" y="9113"/>
                  </a:lnTo>
                  <a:lnTo>
                    <a:pt x="12358" y="8611"/>
                  </a:lnTo>
                  <a:lnTo>
                    <a:pt x="12589" y="8109"/>
                  </a:lnTo>
                  <a:lnTo>
                    <a:pt x="12937" y="7646"/>
                  </a:lnTo>
                  <a:lnTo>
                    <a:pt x="13284" y="7298"/>
                  </a:lnTo>
                  <a:lnTo>
                    <a:pt x="13632" y="6989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70" y="6101"/>
                  </a:lnTo>
                  <a:lnTo>
                    <a:pt x="15833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5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1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8"/>
                  </a:lnTo>
                  <a:lnTo>
                    <a:pt x="24058" y="6989"/>
                  </a:lnTo>
                  <a:lnTo>
                    <a:pt x="24367" y="6642"/>
                  </a:lnTo>
                  <a:lnTo>
                    <a:pt x="24599" y="6294"/>
                  </a:lnTo>
                  <a:lnTo>
                    <a:pt x="24753" y="5908"/>
                  </a:lnTo>
                  <a:lnTo>
                    <a:pt x="24869" y="5483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2"/>
                  </a:lnTo>
                  <a:lnTo>
                    <a:pt x="24792" y="2858"/>
                  </a:lnTo>
                  <a:lnTo>
                    <a:pt x="24637" y="2394"/>
                  </a:lnTo>
                  <a:lnTo>
                    <a:pt x="24444" y="1970"/>
                  </a:lnTo>
                  <a:lnTo>
                    <a:pt x="24251" y="1583"/>
                  </a:lnTo>
                  <a:lnTo>
                    <a:pt x="24058" y="1197"/>
                  </a:lnTo>
                  <a:lnTo>
                    <a:pt x="23788" y="811"/>
                  </a:lnTo>
                  <a:lnTo>
                    <a:pt x="23942" y="386"/>
                  </a:lnTo>
                  <a:lnTo>
                    <a:pt x="23595" y="232"/>
                  </a:lnTo>
                  <a:lnTo>
                    <a:pt x="23208" y="116"/>
                  </a:lnTo>
                  <a:lnTo>
                    <a:pt x="23170" y="77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17"/>
            <p:cNvSpPr/>
            <p:nvPr/>
          </p:nvSpPr>
          <p:spPr>
            <a:xfrm>
              <a:off x="1687125" y="961000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1"/>
                  </a:moveTo>
                  <a:lnTo>
                    <a:pt x="3438" y="464"/>
                  </a:lnTo>
                  <a:lnTo>
                    <a:pt x="3785" y="657"/>
                  </a:lnTo>
                  <a:lnTo>
                    <a:pt x="4094" y="889"/>
                  </a:lnTo>
                  <a:lnTo>
                    <a:pt x="4364" y="1159"/>
                  </a:lnTo>
                  <a:lnTo>
                    <a:pt x="4635" y="1468"/>
                  </a:lnTo>
                  <a:lnTo>
                    <a:pt x="4866" y="1777"/>
                  </a:lnTo>
                  <a:lnTo>
                    <a:pt x="5059" y="2086"/>
                  </a:lnTo>
                  <a:lnTo>
                    <a:pt x="5253" y="2472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61" y="3592"/>
                  </a:lnTo>
                  <a:lnTo>
                    <a:pt x="5600" y="4017"/>
                  </a:lnTo>
                  <a:lnTo>
                    <a:pt x="5600" y="4403"/>
                  </a:lnTo>
                  <a:lnTo>
                    <a:pt x="5561" y="4828"/>
                  </a:lnTo>
                  <a:lnTo>
                    <a:pt x="5523" y="5214"/>
                  </a:lnTo>
                  <a:lnTo>
                    <a:pt x="5446" y="5639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99"/>
                  </a:lnTo>
                  <a:lnTo>
                    <a:pt x="4519" y="7685"/>
                  </a:lnTo>
                  <a:lnTo>
                    <a:pt x="4249" y="8033"/>
                  </a:lnTo>
                  <a:lnTo>
                    <a:pt x="3940" y="8419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46"/>
                  </a:lnTo>
                  <a:lnTo>
                    <a:pt x="2549" y="9616"/>
                  </a:lnTo>
                  <a:lnTo>
                    <a:pt x="2163" y="9848"/>
                  </a:lnTo>
                  <a:lnTo>
                    <a:pt x="1739" y="10041"/>
                  </a:lnTo>
                  <a:lnTo>
                    <a:pt x="1352" y="10234"/>
                  </a:lnTo>
                  <a:lnTo>
                    <a:pt x="889" y="10427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5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49" y="10234"/>
                  </a:lnTo>
                  <a:lnTo>
                    <a:pt x="2974" y="9963"/>
                  </a:lnTo>
                  <a:lnTo>
                    <a:pt x="3399" y="9654"/>
                  </a:lnTo>
                  <a:lnTo>
                    <a:pt x="3785" y="9307"/>
                  </a:lnTo>
                  <a:lnTo>
                    <a:pt x="4171" y="8921"/>
                  </a:lnTo>
                  <a:lnTo>
                    <a:pt x="4519" y="8535"/>
                  </a:lnTo>
                  <a:lnTo>
                    <a:pt x="4828" y="8148"/>
                  </a:lnTo>
                  <a:lnTo>
                    <a:pt x="5098" y="7685"/>
                  </a:lnTo>
                  <a:lnTo>
                    <a:pt x="5368" y="7260"/>
                  </a:lnTo>
                  <a:lnTo>
                    <a:pt x="5600" y="6797"/>
                  </a:lnTo>
                  <a:lnTo>
                    <a:pt x="5793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94"/>
                  </a:lnTo>
                  <a:lnTo>
                    <a:pt x="6063" y="3669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5" y="2434"/>
                  </a:lnTo>
                  <a:lnTo>
                    <a:pt x="5561" y="2047"/>
                  </a:lnTo>
                  <a:lnTo>
                    <a:pt x="5368" y="1700"/>
                  </a:lnTo>
                  <a:lnTo>
                    <a:pt x="5137" y="1352"/>
                  </a:lnTo>
                  <a:lnTo>
                    <a:pt x="4905" y="1005"/>
                  </a:lnTo>
                  <a:lnTo>
                    <a:pt x="4596" y="734"/>
                  </a:lnTo>
                  <a:lnTo>
                    <a:pt x="4287" y="464"/>
                  </a:lnTo>
                  <a:lnTo>
                    <a:pt x="3940" y="232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17"/>
            <p:cNvSpPr/>
            <p:nvPr/>
          </p:nvSpPr>
          <p:spPr>
            <a:xfrm>
              <a:off x="4302325" y="9697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5" y="5599"/>
                  </a:lnTo>
                  <a:lnTo>
                    <a:pt x="5329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39" y="8380"/>
                  </a:lnTo>
                  <a:lnTo>
                    <a:pt x="3630" y="8727"/>
                  </a:lnTo>
                  <a:lnTo>
                    <a:pt x="3283" y="9036"/>
                  </a:lnTo>
                  <a:lnTo>
                    <a:pt x="2935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8" y="10040"/>
                  </a:lnTo>
                  <a:lnTo>
                    <a:pt x="1313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7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39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17"/>
            <p:cNvSpPr/>
            <p:nvPr/>
          </p:nvSpPr>
          <p:spPr>
            <a:xfrm>
              <a:off x="5445325" y="9890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1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3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8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9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40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7" y="7183"/>
                  </a:lnTo>
                  <a:lnTo>
                    <a:pt x="12743" y="6681"/>
                  </a:lnTo>
                  <a:lnTo>
                    <a:pt x="12435" y="6218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6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17"/>
            <p:cNvSpPr/>
            <p:nvPr/>
          </p:nvSpPr>
          <p:spPr>
            <a:xfrm>
              <a:off x="4674950" y="1001550"/>
              <a:ext cx="375575" cy="387150"/>
            </a:xfrm>
            <a:custGeom>
              <a:avLst/>
              <a:gdLst/>
              <a:ahLst/>
              <a:cxnLst/>
              <a:rect l="l" t="t" r="r" b="b"/>
              <a:pathLst>
                <a:path w="15023" h="15486" extrusionOk="0">
                  <a:moveTo>
                    <a:pt x="7492" y="503"/>
                  </a:moveTo>
                  <a:lnTo>
                    <a:pt x="8033" y="541"/>
                  </a:lnTo>
                  <a:lnTo>
                    <a:pt x="8612" y="580"/>
                  </a:lnTo>
                  <a:lnTo>
                    <a:pt x="9153" y="696"/>
                  </a:lnTo>
                  <a:lnTo>
                    <a:pt x="9693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1" y="1545"/>
                  </a:lnTo>
                  <a:lnTo>
                    <a:pt x="11624" y="1815"/>
                  </a:lnTo>
                  <a:lnTo>
                    <a:pt x="10813" y="2202"/>
                  </a:lnTo>
                  <a:lnTo>
                    <a:pt x="10079" y="2626"/>
                  </a:lnTo>
                  <a:lnTo>
                    <a:pt x="9307" y="3090"/>
                  </a:lnTo>
                  <a:lnTo>
                    <a:pt x="8612" y="3630"/>
                  </a:lnTo>
                  <a:lnTo>
                    <a:pt x="7956" y="4171"/>
                  </a:lnTo>
                  <a:lnTo>
                    <a:pt x="7299" y="4789"/>
                  </a:lnTo>
                  <a:lnTo>
                    <a:pt x="6720" y="5445"/>
                  </a:lnTo>
                  <a:lnTo>
                    <a:pt x="6141" y="6140"/>
                  </a:lnTo>
                  <a:lnTo>
                    <a:pt x="5639" y="6874"/>
                  </a:lnTo>
                  <a:lnTo>
                    <a:pt x="5214" y="7646"/>
                  </a:lnTo>
                  <a:lnTo>
                    <a:pt x="4789" y="8419"/>
                  </a:lnTo>
                  <a:lnTo>
                    <a:pt x="4480" y="9230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4" y="11778"/>
                  </a:lnTo>
                  <a:lnTo>
                    <a:pt x="3747" y="12666"/>
                  </a:lnTo>
                  <a:lnTo>
                    <a:pt x="3592" y="12666"/>
                  </a:lnTo>
                  <a:lnTo>
                    <a:pt x="3283" y="11855"/>
                  </a:lnTo>
                  <a:lnTo>
                    <a:pt x="3052" y="11044"/>
                  </a:lnTo>
                  <a:lnTo>
                    <a:pt x="2858" y="10195"/>
                  </a:lnTo>
                  <a:lnTo>
                    <a:pt x="2704" y="9345"/>
                  </a:lnTo>
                  <a:lnTo>
                    <a:pt x="2588" y="8534"/>
                  </a:lnTo>
                  <a:lnTo>
                    <a:pt x="2550" y="7685"/>
                  </a:lnTo>
                  <a:lnTo>
                    <a:pt x="2588" y="6797"/>
                  </a:lnTo>
                  <a:lnTo>
                    <a:pt x="2704" y="5947"/>
                  </a:lnTo>
                  <a:lnTo>
                    <a:pt x="2858" y="5214"/>
                  </a:lnTo>
                  <a:lnTo>
                    <a:pt x="3052" y="4519"/>
                  </a:lnTo>
                  <a:lnTo>
                    <a:pt x="3322" y="3823"/>
                  </a:lnTo>
                  <a:lnTo>
                    <a:pt x="3669" y="3206"/>
                  </a:lnTo>
                  <a:lnTo>
                    <a:pt x="4017" y="2588"/>
                  </a:lnTo>
                  <a:lnTo>
                    <a:pt x="4442" y="1970"/>
                  </a:lnTo>
                  <a:lnTo>
                    <a:pt x="4905" y="1429"/>
                  </a:lnTo>
                  <a:lnTo>
                    <a:pt x="5407" y="889"/>
                  </a:lnTo>
                  <a:lnTo>
                    <a:pt x="5909" y="734"/>
                  </a:lnTo>
                  <a:lnTo>
                    <a:pt x="6411" y="618"/>
                  </a:lnTo>
                  <a:lnTo>
                    <a:pt x="6952" y="541"/>
                  </a:lnTo>
                  <a:lnTo>
                    <a:pt x="7492" y="503"/>
                  </a:lnTo>
                  <a:close/>
                  <a:moveTo>
                    <a:pt x="11972" y="2086"/>
                  </a:moveTo>
                  <a:lnTo>
                    <a:pt x="12358" y="2433"/>
                  </a:lnTo>
                  <a:lnTo>
                    <a:pt x="12705" y="2819"/>
                  </a:lnTo>
                  <a:lnTo>
                    <a:pt x="13053" y="3206"/>
                  </a:lnTo>
                  <a:lnTo>
                    <a:pt x="13323" y="3669"/>
                  </a:lnTo>
                  <a:lnTo>
                    <a:pt x="13593" y="4094"/>
                  </a:lnTo>
                  <a:lnTo>
                    <a:pt x="13864" y="4596"/>
                  </a:lnTo>
                  <a:lnTo>
                    <a:pt x="14057" y="5098"/>
                  </a:lnTo>
                  <a:lnTo>
                    <a:pt x="14211" y="5600"/>
                  </a:lnTo>
                  <a:lnTo>
                    <a:pt x="14327" y="6102"/>
                  </a:lnTo>
                  <a:lnTo>
                    <a:pt x="14443" y="6642"/>
                  </a:lnTo>
                  <a:lnTo>
                    <a:pt x="13671" y="6681"/>
                  </a:lnTo>
                  <a:lnTo>
                    <a:pt x="12898" y="6797"/>
                  </a:lnTo>
                  <a:lnTo>
                    <a:pt x="12165" y="6951"/>
                  </a:lnTo>
                  <a:lnTo>
                    <a:pt x="11392" y="7144"/>
                  </a:lnTo>
                  <a:lnTo>
                    <a:pt x="10659" y="7415"/>
                  </a:lnTo>
                  <a:lnTo>
                    <a:pt x="9964" y="7724"/>
                  </a:lnTo>
                  <a:lnTo>
                    <a:pt x="9230" y="8032"/>
                  </a:lnTo>
                  <a:lnTo>
                    <a:pt x="8535" y="8419"/>
                  </a:lnTo>
                  <a:lnTo>
                    <a:pt x="7878" y="8843"/>
                  </a:lnTo>
                  <a:lnTo>
                    <a:pt x="7261" y="9307"/>
                  </a:lnTo>
                  <a:lnTo>
                    <a:pt x="6643" y="9809"/>
                  </a:lnTo>
                  <a:lnTo>
                    <a:pt x="6102" y="10349"/>
                  </a:lnTo>
                  <a:lnTo>
                    <a:pt x="5561" y="10890"/>
                  </a:lnTo>
                  <a:lnTo>
                    <a:pt x="5098" y="11508"/>
                  </a:lnTo>
                  <a:lnTo>
                    <a:pt x="4635" y="12126"/>
                  </a:lnTo>
                  <a:lnTo>
                    <a:pt x="4249" y="12821"/>
                  </a:lnTo>
                  <a:lnTo>
                    <a:pt x="4133" y="12743"/>
                  </a:lnTo>
                  <a:lnTo>
                    <a:pt x="3978" y="12666"/>
                  </a:lnTo>
                  <a:lnTo>
                    <a:pt x="4094" y="11817"/>
                  </a:lnTo>
                  <a:lnTo>
                    <a:pt x="4326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4" y="8496"/>
                  </a:lnTo>
                  <a:lnTo>
                    <a:pt x="5600" y="7724"/>
                  </a:lnTo>
                  <a:lnTo>
                    <a:pt x="6025" y="6990"/>
                  </a:lnTo>
                  <a:lnTo>
                    <a:pt x="6527" y="6295"/>
                  </a:lnTo>
                  <a:lnTo>
                    <a:pt x="7067" y="5600"/>
                  </a:lnTo>
                  <a:lnTo>
                    <a:pt x="7608" y="4982"/>
                  </a:lnTo>
                  <a:lnTo>
                    <a:pt x="8226" y="4403"/>
                  </a:lnTo>
                  <a:lnTo>
                    <a:pt x="8921" y="3823"/>
                  </a:lnTo>
                  <a:lnTo>
                    <a:pt x="9616" y="3321"/>
                  </a:lnTo>
                  <a:lnTo>
                    <a:pt x="10350" y="2858"/>
                  </a:lnTo>
                  <a:lnTo>
                    <a:pt x="11122" y="2472"/>
                  </a:lnTo>
                  <a:lnTo>
                    <a:pt x="11972" y="2086"/>
                  </a:lnTo>
                  <a:close/>
                  <a:moveTo>
                    <a:pt x="14482" y="6990"/>
                  </a:moveTo>
                  <a:lnTo>
                    <a:pt x="14482" y="7839"/>
                  </a:lnTo>
                  <a:lnTo>
                    <a:pt x="14443" y="8689"/>
                  </a:lnTo>
                  <a:lnTo>
                    <a:pt x="14288" y="9538"/>
                  </a:lnTo>
                  <a:lnTo>
                    <a:pt x="14173" y="9963"/>
                  </a:lnTo>
                  <a:lnTo>
                    <a:pt x="14057" y="10349"/>
                  </a:lnTo>
                  <a:lnTo>
                    <a:pt x="13902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3" y="12241"/>
                  </a:lnTo>
                  <a:lnTo>
                    <a:pt x="12782" y="12589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2" y="13052"/>
                  </a:lnTo>
                  <a:lnTo>
                    <a:pt x="11701" y="12937"/>
                  </a:lnTo>
                  <a:lnTo>
                    <a:pt x="11122" y="12782"/>
                  </a:lnTo>
                  <a:lnTo>
                    <a:pt x="10543" y="12628"/>
                  </a:lnTo>
                  <a:lnTo>
                    <a:pt x="10002" y="12550"/>
                  </a:lnTo>
                  <a:lnTo>
                    <a:pt x="9423" y="12512"/>
                  </a:lnTo>
                  <a:lnTo>
                    <a:pt x="8844" y="12473"/>
                  </a:lnTo>
                  <a:lnTo>
                    <a:pt x="8303" y="12473"/>
                  </a:lnTo>
                  <a:lnTo>
                    <a:pt x="7763" y="12512"/>
                  </a:lnTo>
                  <a:lnTo>
                    <a:pt x="7222" y="12589"/>
                  </a:lnTo>
                  <a:lnTo>
                    <a:pt x="6720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1"/>
                  </a:lnTo>
                  <a:lnTo>
                    <a:pt x="4557" y="13130"/>
                  </a:lnTo>
                  <a:lnTo>
                    <a:pt x="4442" y="12937"/>
                  </a:lnTo>
                  <a:lnTo>
                    <a:pt x="4905" y="12319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1" y="10620"/>
                  </a:lnTo>
                  <a:lnTo>
                    <a:pt x="6990" y="10118"/>
                  </a:lnTo>
                  <a:lnTo>
                    <a:pt x="7569" y="9654"/>
                  </a:lnTo>
                  <a:lnTo>
                    <a:pt x="8149" y="9230"/>
                  </a:lnTo>
                  <a:lnTo>
                    <a:pt x="8767" y="8805"/>
                  </a:lnTo>
                  <a:lnTo>
                    <a:pt x="9423" y="8457"/>
                  </a:lnTo>
                  <a:lnTo>
                    <a:pt x="10079" y="8110"/>
                  </a:lnTo>
                  <a:lnTo>
                    <a:pt x="10736" y="7839"/>
                  </a:lnTo>
                  <a:lnTo>
                    <a:pt x="11470" y="7569"/>
                  </a:lnTo>
                  <a:lnTo>
                    <a:pt x="12165" y="7376"/>
                  </a:lnTo>
                  <a:lnTo>
                    <a:pt x="12937" y="7183"/>
                  </a:lnTo>
                  <a:lnTo>
                    <a:pt x="13671" y="7067"/>
                  </a:lnTo>
                  <a:lnTo>
                    <a:pt x="14482" y="6990"/>
                  </a:lnTo>
                  <a:close/>
                  <a:moveTo>
                    <a:pt x="4519" y="1236"/>
                  </a:moveTo>
                  <a:lnTo>
                    <a:pt x="4055" y="1854"/>
                  </a:lnTo>
                  <a:lnTo>
                    <a:pt x="3631" y="2472"/>
                  </a:lnTo>
                  <a:lnTo>
                    <a:pt x="3245" y="3128"/>
                  </a:lnTo>
                  <a:lnTo>
                    <a:pt x="2936" y="3823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8" y="6025"/>
                  </a:lnTo>
                  <a:lnTo>
                    <a:pt x="2241" y="6797"/>
                  </a:lnTo>
                  <a:lnTo>
                    <a:pt x="2202" y="7569"/>
                  </a:lnTo>
                  <a:lnTo>
                    <a:pt x="2202" y="8341"/>
                  </a:lnTo>
                  <a:lnTo>
                    <a:pt x="2279" y="9114"/>
                  </a:lnTo>
                  <a:lnTo>
                    <a:pt x="2395" y="9886"/>
                  </a:lnTo>
                  <a:lnTo>
                    <a:pt x="2550" y="10620"/>
                  </a:lnTo>
                  <a:lnTo>
                    <a:pt x="2781" y="11353"/>
                  </a:lnTo>
                  <a:lnTo>
                    <a:pt x="3013" y="12087"/>
                  </a:lnTo>
                  <a:lnTo>
                    <a:pt x="3322" y="12743"/>
                  </a:lnTo>
                  <a:lnTo>
                    <a:pt x="3129" y="12898"/>
                  </a:lnTo>
                  <a:lnTo>
                    <a:pt x="2936" y="13052"/>
                  </a:lnTo>
                  <a:lnTo>
                    <a:pt x="2820" y="13245"/>
                  </a:lnTo>
                  <a:lnTo>
                    <a:pt x="2743" y="13439"/>
                  </a:lnTo>
                  <a:lnTo>
                    <a:pt x="2395" y="13014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7" y="11624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9" y="10118"/>
                  </a:lnTo>
                  <a:lnTo>
                    <a:pt x="735" y="9616"/>
                  </a:lnTo>
                  <a:lnTo>
                    <a:pt x="619" y="9114"/>
                  </a:lnTo>
                  <a:lnTo>
                    <a:pt x="542" y="8573"/>
                  </a:lnTo>
                  <a:lnTo>
                    <a:pt x="503" y="8032"/>
                  </a:lnTo>
                  <a:lnTo>
                    <a:pt x="503" y="7492"/>
                  </a:lnTo>
                  <a:lnTo>
                    <a:pt x="542" y="6951"/>
                  </a:lnTo>
                  <a:lnTo>
                    <a:pt x="619" y="6411"/>
                  </a:lnTo>
                  <a:lnTo>
                    <a:pt x="773" y="5870"/>
                  </a:lnTo>
                  <a:lnTo>
                    <a:pt x="928" y="5329"/>
                  </a:lnTo>
                  <a:lnTo>
                    <a:pt x="1198" y="4673"/>
                  </a:lnTo>
                  <a:lnTo>
                    <a:pt x="1546" y="4055"/>
                  </a:lnTo>
                  <a:lnTo>
                    <a:pt x="1932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2009"/>
                  </a:lnTo>
                  <a:lnTo>
                    <a:pt x="3940" y="1584"/>
                  </a:lnTo>
                  <a:lnTo>
                    <a:pt x="4519" y="1236"/>
                  </a:lnTo>
                  <a:close/>
                  <a:moveTo>
                    <a:pt x="3862" y="12975"/>
                  </a:moveTo>
                  <a:lnTo>
                    <a:pt x="4017" y="13052"/>
                  </a:lnTo>
                  <a:lnTo>
                    <a:pt x="4171" y="13168"/>
                  </a:lnTo>
                  <a:lnTo>
                    <a:pt x="4287" y="13284"/>
                  </a:lnTo>
                  <a:lnTo>
                    <a:pt x="4326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6" y="13941"/>
                  </a:lnTo>
                  <a:lnTo>
                    <a:pt x="4210" y="14095"/>
                  </a:lnTo>
                  <a:lnTo>
                    <a:pt x="3785" y="13825"/>
                  </a:lnTo>
                  <a:lnTo>
                    <a:pt x="3360" y="13477"/>
                  </a:lnTo>
                  <a:lnTo>
                    <a:pt x="3245" y="13439"/>
                  </a:lnTo>
                  <a:lnTo>
                    <a:pt x="3167" y="13439"/>
                  </a:lnTo>
                  <a:lnTo>
                    <a:pt x="3052" y="13477"/>
                  </a:lnTo>
                  <a:lnTo>
                    <a:pt x="2974" y="13516"/>
                  </a:lnTo>
                  <a:lnTo>
                    <a:pt x="3052" y="13361"/>
                  </a:lnTo>
                  <a:lnTo>
                    <a:pt x="3167" y="13207"/>
                  </a:lnTo>
                  <a:lnTo>
                    <a:pt x="3322" y="13130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53" y="12859"/>
                  </a:moveTo>
                  <a:lnTo>
                    <a:pt x="9616" y="12898"/>
                  </a:lnTo>
                  <a:lnTo>
                    <a:pt x="10118" y="12975"/>
                  </a:lnTo>
                  <a:lnTo>
                    <a:pt x="10504" y="13014"/>
                  </a:lnTo>
                  <a:lnTo>
                    <a:pt x="11006" y="13130"/>
                  </a:lnTo>
                  <a:lnTo>
                    <a:pt x="11508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8"/>
                  </a:lnTo>
                  <a:lnTo>
                    <a:pt x="10659" y="14249"/>
                  </a:lnTo>
                  <a:lnTo>
                    <a:pt x="10234" y="14443"/>
                  </a:lnTo>
                  <a:lnTo>
                    <a:pt x="9770" y="14636"/>
                  </a:lnTo>
                  <a:lnTo>
                    <a:pt x="9307" y="14751"/>
                  </a:lnTo>
                  <a:lnTo>
                    <a:pt x="8844" y="14867"/>
                  </a:lnTo>
                  <a:lnTo>
                    <a:pt x="8342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3" y="14945"/>
                  </a:lnTo>
                  <a:lnTo>
                    <a:pt x="6411" y="14867"/>
                  </a:lnTo>
                  <a:lnTo>
                    <a:pt x="5948" y="14790"/>
                  </a:lnTo>
                  <a:lnTo>
                    <a:pt x="5484" y="14636"/>
                  </a:lnTo>
                  <a:lnTo>
                    <a:pt x="5021" y="14481"/>
                  </a:lnTo>
                  <a:lnTo>
                    <a:pt x="4596" y="14288"/>
                  </a:lnTo>
                  <a:lnTo>
                    <a:pt x="4712" y="14018"/>
                  </a:lnTo>
                  <a:lnTo>
                    <a:pt x="4751" y="13747"/>
                  </a:lnTo>
                  <a:lnTo>
                    <a:pt x="4712" y="13593"/>
                  </a:lnTo>
                  <a:lnTo>
                    <a:pt x="5561" y="13323"/>
                  </a:lnTo>
                  <a:lnTo>
                    <a:pt x="6411" y="13091"/>
                  </a:lnTo>
                  <a:lnTo>
                    <a:pt x="7299" y="12937"/>
                  </a:lnTo>
                  <a:lnTo>
                    <a:pt x="8187" y="12859"/>
                  </a:lnTo>
                  <a:close/>
                  <a:moveTo>
                    <a:pt x="7608" y="1"/>
                  </a:moveTo>
                  <a:lnTo>
                    <a:pt x="6990" y="39"/>
                  </a:lnTo>
                  <a:lnTo>
                    <a:pt x="6450" y="116"/>
                  </a:lnTo>
                  <a:lnTo>
                    <a:pt x="5870" y="232"/>
                  </a:lnTo>
                  <a:lnTo>
                    <a:pt x="5330" y="387"/>
                  </a:lnTo>
                  <a:lnTo>
                    <a:pt x="4789" y="580"/>
                  </a:lnTo>
                  <a:lnTo>
                    <a:pt x="4249" y="812"/>
                  </a:lnTo>
                  <a:lnTo>
                    <a:pt x="3785" y="1120"/>
                  </a:lnTo>
                  <a:lnTo>
                    <a:pt x="3283" y="1429"/>
                  </a:lnTo>
                  <a:lnTo>
                    <a:pt x="2820" y="1777"/>
                  </a:lnTo>
                  <a:lnTo>
                    <a:pt x="2395" y="2163"/>
                  </a:lnTo>
                  <a:lnTo>
                    <a:pt x="2009" y="2588"/>
                  </a:lnTo>
                  <a:lnTo>
                    <a:pt x="1623" y="3013"/>
                  </a:lnTo>
                  <a:lnTo>
                    <a:pt x="1275" y="3515"/>
                  </a:lnTo>
                  <a:lnTo>
                    <a:pt x="966" y="4017"/>
                  </a:lnTo>
                  <a:lnTo>
                    <a:pt x="696" y="4596"/>
                  </a:lnTo>
                  <a:lnTo>
                    <a:pt x="426" y="5252"/>
                  </a:lnTo>
                  <a:lnTo>
                    <a:pt x="233" y="5909"/>
                  </a:lnTo>
                  <a:lnTo>
                    <a:pt x="117" y="6565"/>
                  </a:lnTo>
                  <a:lnTo>
                    <a:pt x="40" y="7222"/>
                  </a:lnTo>
                  <a:lnTo>
                    <a:pt x="1" y="7917"/>
                  </a:lnTo>
                  <a:lnTo>
                    <a:pt x="40" y="8612"/>
                  </a:lnTo>
                  <a:lnTo>
                    <a:pt x="117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6" y="11238"/>
                  </a:lnTo>
                  <a:lnTo>
                    <a:pt x="1005" y="11817"/>
                  </a:lnTo>
                  <a:lnTo>
                    <a:pt x="1352" y="12396"/>
                  </a:lnTo>
                  <a:lnTo>
                    <a:pt x="1739" y="12937"/>
                  </a:lnTo>
                  <a:lnTo>
                    <a:pt x="2202" y="13439"/>
                  </a:lnTo>
                  <a:lnTo>
                    <a:pt x="2704" y="13902"/>
                  </a:lnTo>
                  <a:lnTo>
                    <a:pt x="2781" y="13941"/>
                  </a:lnTo>
                  <a:lnTo>
                    <a:pt x="2820" y="13941"/>
                  </a:lnTo>
                  <a:lnTo>
                    <a:pt x="2936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520"/>
                  </a:lnTo>
                  <a:lnTo>
                    <a:pt x="4133" y="14597"/>
                  </a:lnTo>
                  <a:lnTo>
                    <a:pt x="4557" y="14829"/>
                  </a:lnTo>
                  <a:lnTo>
                    <a:pt x="4982" y="14983"/>
                  </a:lnTo>
                  <a:lnTo>
                    <a:pt x="5407" y="15138"/>
                  </a:lnTo>
                  <a:lnTo>
                    <a:pt x="5870" y="15292"/>
                  </a:lnTo>
                  <a:lnTo>
                    <a:pt x="6334" y="15369"/>
                  </a:lnTo>
                  <a:lnTo>
                    <a:pt x="6797" y="15447"/>
                  </a:lnTo>
                  <a:lnTo>
                    <a:pt x="7299" y="15485"/>
                  </a:lnTo>
                  <a:lnTo>
                    <a:pt x="7763" y="15485"/>
                  </a:lnTo>
                  <a:lnTo>
                    <a:pt x="8226" y="15447"/>
                  </a:lnTo>
                  <a:lnTo>
                    <a:pt x="8689" y="15408"/>
                  </a:lnTo>
                  <a:lnTo>
                    <a:pt x="9153" y="15331"/>
                  </a:lnTo>
                  <a:lnTo>
                    <a:pt x="9616" y="15215"/>
                  </a:lnTo>
                  <a:lnTo>
                    <a:pt x="10079" y="15060"/>
                  </a:lnTo>
                  <a:lnTo>
                    <a:pt x="10543" y="14867"/>
                  </a:lnTo>
                  <a:lnTo>
                    <a:pt x="10968" y="14674"/>
                  </a:lnTo>
                  <a:lnTo>
                    <a:pt x="11392" y="14443"/>
                  </a:lnTo>
                  <a:lnTo>
                    <a:pt x="11856" y="14134"/>
                  </a:lnTo>
                  <a:lnTo>
                    <a:pt x="12319" y="13786"/>
                  </a:lnTo>
                  <a:lnTo>
                    <a:pt x="12744" y="13400"/>
                  </a:lnTo>
                  <a:lnTo>
                    <a:pt x="13130" y="12975"/>
                  </a:lnTo>
                  <a:lnTo>
                    <a:pt x="13478" y="12550"/>
                  </a:lnTo>
                  <a:lnTo>
                    <a:pt x="13786" y="12048"/>
                  </a:lnTo>
                  <a:lnTo>
                    <a:pt x="14057" y="11585"/>
                  </a:lnTo>
                  <a:lnTo>
                    <a:pt x="14288" y="11044"/>
                  </a:lnTo>
                  <a:lnTo>
                    <a:pt x="14520" y="10542"/>
                  </a:lnTo>
                  <a:lnTo>
                    <a:pt x="14675" y="10002"/>
                  </a:lnTo>
                  <a:lnTo>
                    <a:pt x="14829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5" y="6604"/>
                  </a:lnTo>
                  <a:lnTo>
                    <a:pt x="14829" y="5986"/>
                  </a:lnTo>
                  <a:lnTo>
                    <a:pt x="14675" y="5407"/>
                  </a:lnTo>
                  <a:lnTo>
                    <a:pt x="14482" y="4827"/>
                  </a:lnTo>
                  <a:lnTo>
                    <a:pt x="14250" y="4287"/>
                  </a:lnTo>
                  <a:lnTo>
                    <a:pt x="13980" y="3746"/>
                  </a:lnTo>
                  <a:lnTo>
                    <a:pt x="13671" y="3244"/>
                  </a:lnTo>
                  <a:lnTo>
                    <a:pt x="13323" y="2742"/>
                  </a:lnTo>
                  <a:lnTo>
                    <a:pt x="12937" y="2317"/>
                  </a:lnTo>
                  <a:lnTo>
                    <a:pt x="12512" y="1893"/>
                  </a:lnTo>
                  <a:lnTo>
                    <a:pt x="12049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3" y="618"/>
                  </a:lnTo>
                  <a:lnTo>
                    <a:pt x="9964" y="387"/>
                  </a:lnTo>
                  <a:lnTo>
                    <a:pt x="9384" y="232"/>
                  </a:lnTo>
                  <a:lnTo>
                    <a:pt x="8767" y="116"/>
                  </a:lnTo>
                  <a:lnTo>
                    <a:pt x="8187" y="39"/>
                  </a:lnTo>
                  <a:lnTo>
                    <a:pt x="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17"/>
            <p:cNvSpPr/>
            <p:nvPr/>
          </p:nvSpPr>
          <p:spPr>
            <a:xfrm>
              <a:off x="5477175" y="10025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2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17"/>
            <p:cNvSpPr/>
            <p:nvPr/>
          </p:nvSpPr>
          <p:spPr>
            <a:xfrm>
              <a:off x="2850400" y="1030525"/>
              <a:ext cx="475950" cy="686400"/>
            </a:xfrm>
            <a:custGeom>
              <a:avLst/>
              <a:gdLst/>
              <a:ahLst/>
              <a:cxnLst/>
              <a:rect l="l" t="t" r="r" b="b"/>
              <a:pathLst>
                <a:path w="19038" h="27456" extrusionOk="0">
                  <a:moveTo>
                    <a:pt x="18690" y="309"/>
                  </a:moveTo>
                  <a:lnTo>
                    <a:pt x="18690" y="463"/>
                  </a:lnTo>
                  <a:lnTo>
                    <a:pt x="18382" y="2047"/>
                  </a:lnTo>
                  <a:lnTo>
                    <a:pt x="17995" y="3668"/>
                  </a:lnTo>
                  <a:lnTo>
                    <a:pt x="17609" y="5252"/>
                  </a:lnTo>
                  <a:lnTo>
                    <a:pt x="17184" y="6873"/>
                  </a:lnTo>
                  <a:lnTo>
                    <a:pt x="16489" y="6873"/>
                  </a:lnTo>
                  <a:lnTo>
                    <a:pt x="16180" y="6835"/>
                  </a:lnTo>
                  <a:lnTo>
                    <a:pt x="15833" y="6758"/>
                  </a:lnTo>
                  <a:lnTo>
                    <a:pt x="15524" y="6680"/>
                  </a:lnTo>
                  <a:lnTo>
                    <a:pt x="15215" y="6565"/>
                  </a:lnTo>
                  <a:lnTo>
                    <a:pt x="14906" y="6410"/>
                  </a:lnTo>
                  <a:lnTo>
                    <a:pt x="14597" y="6217"/>
                  </a:lnTo>
                  <a:lnTo>
                    <a:pt x="14327" y="6024"/>
                  </a:lnTo>
                  <a:lnTo>
                    <a:pt x="14057" y="5792"/>
                  </a:lnTo>
                  <a:lnTo>
                    <a:pt x="13593" y="5329"/>
                  </a:lnTo>
                  <a:lnTo>
                    <a:pt x="13168" y="4788"/>
                  </a:lnTo>
                  <a:lnTo>
                    <a:pt x="12782" y="4248"/>
                  </a:lnTo>
                  <a:lnTo>
                    <a:pt x="13477" y="3668"/>
                  </a:lnTo>
                  <a:lnTo>
                    <a:pt x="14172" y="3128"/>
                  </a:lnTo>
                  <a:lnTo>
                    <a:pt x="14868" y="2587"/>
                  </a:lnTo>
                  <a:lnTo>
                    <a:pt x="15601" y="2085"/>
                  </a:lnTo>
                  <a:lnTo>
                    <a:pt x="16374" y="1622"/>
                  </a:lnTo>
                  <a:lnTo>
                    <a:pt x="17146" y="1158"/>
                  </a:lnTo>
                  <a:lnTo>
                    <a:pt x="17918" y="734"/>
                  </a:lnTo>
                  <a:lnTo>
                    <a:pt x="18690" y="309"/>
                  </a:lnTo>
                  <a:close/>
                  <a:moveTo>
                    <a:pt x="6063" y="12434"/>
                  </a:moveTo>
                  <a:lnTo>
                    <a:pt x="5793" y="13013"/>
                  </a:lnTo>
                  <a:lnTo>
                    <a:pt x="5600" y="13592"/>
                  </a:lnTo>
                  <a:lnTo>
                    <a:pt x="5446" y="14172"/>
                  </a:lnTo>
                  <a:lnTo>
                    <a:pt x="5291" y="14790"/>
                  </a:lnTo>
                  <a:lnTo>
                    <a:pt x="5252" y="15369"/>
                  </a:lnTo>
                  <a:lnTo>
                    <a:pt x="5214" y="15407"/>
                  </a:lnTo>
                  <a:lnTo>
                    <a:pt x="4750" y="16102"/>
                  </a:lnTo>
                  <a:lnTo>
                    <a:pt x="4287" y="16797"/>
                  </a:lnTo>
                  <a:lnTo>
                    <a:pt x="4171" y="17106"/>
                  </a:lnTo>
                  <a:lnTo>
                    <a:pt x="4017" y="17415"/>
                  </a:lnTo>
                  <a:lnTo>
                    <a:pt x="3824" y="17724"/>
                  </a:lnTo>
                  <a:lnTo>
                    <a:pt x="3746" y="17840"/>
                  </a:lnTo>
                  <a:lnTo>
                    <a:pt x="3631" y="17956"/>
                  </a:lnTo>
                  <a:lnTo>
                    <a:pt x="3476" y="18033"/>
                  </a:lnTo>
                  <a:lnTo>
                    <a:pt x="3283" y="18072"/>
                  </a:lnTo>
                  <a:lnTo>
                    <a:pt x="2858" y="18110"/>
                  </a:lnTo>
                  <a:lnTo>
                    <a:pt x="2009" y="18149"/>
                  </a:lnTo>
                  <a:lnTo>
                    <a:pt x="426" y="18342"/>
                  </a:lnTo>
                  <a:lnTo>
                    <a:pt x="426" y="18342"/>
                  </a:lnTo>
                  <a:lnTo>
                    <a:pt x="850" y="17724"/>
                  </a:lnTo>
                  <a:lnTo>
                    <a:pt x="1275" y="17106"/>
                  </a:lnTo>
                  <a:lnTo>
                    <a:pt x="1661" y="16489"/>
                  </a:lnTo>
                  <a:lnTo>
                    <a:pt x="2009" y="15832"/>
                  </a:lnTo>
                  <a:lnTo>
                    <a:pt x="2549" y="14751"/>
                  </a:lnTo>
                  <a:lnTo>
                    <a:pt x="2820" y="14017"/>
                  </a:lnTo>
                  <a:lnTo>
                    <a:pt x="3013" y="13670"/>
                  </a:lnTo>
                  <a:lnTo>
                    <a:pt x="3206" y="13322"/>
                  </a:lnTo>
                  <a:lnTo>
                    <a:pt x="3360" y="13322"/>
                  </a:lnTo>
                  <a:lnTo>
                    <a:pt x="3399" y="13245"/>
                  </a:lnTo>
                  <a:lnTo>
                    <a:pt x="3438" y="13206"/>
                  </a:lnTo>
                  <a:lnTo>
                    <a:pt x="4750" y="12782"/>
                  </a:lnTo>
                  <a:lnTo>
                    <a:pt x="6063" y="12434"/>
                  </a:lnTo>
                  <a:close/>
                  <a:moveTo>
                    <a:pt x="12551" y="4441"/>
                  </a:moveTo>
                  <a:lnTo>
                    <a:pt x="12898" y="5020"/>
                  </a:lnTo>
                  <a:lnTo>
                    <a:pt x="13362" y="5561"/>
                  </a:lnTo>
                  <a:lnTo>
                    <a:pt x="13864" y="6101"/>
                  </a:lnTo>
                  <a:lnTo>
                    <a:pt x="14172" y="6333"/>
                  </a:lnTo>
                  <a:lnTo>
                    <a:pt x="14443" y="6565"/>
                  </a:lnTo>
                  <a:lnTo>
                    <a:pt x="14752" y="6758"/>
                  </a:lnTo>
                  <a:lnTo>
                    <a:pt x="15061" y="6951"/>
                  </a:lnTo>
                  <a:lnTo>
                    <a:pt x="15370" y="7067"/>
                  </a:lnTo>
                  <a:lnTo>
                    <a:pt x="15717" y="7182"/>
                  </a:lnTo>
                  <a:lnTo>
                    <a:pt x="16026" y="7260"/>
                  </a:lnTo>
                  <a:lnTo>
                    <a:pt x="16721" y="7260"/>
                  </a:lnTo>
                  <a:lnTo>
                    <a:pt x="17107" y="7182"/>
                  </a:lnTo>
                  <a:lnTo>
                    <a:pt x="16682" y="8573"/>
                  </a:lnTo>
                  <a:lnTo>
                    <a:pt x="16180" y="9963"/>
                  </a:lnTo>
                  <a:lnTo>
                    <a:pt x="15756" y="11160"/>
                  </a:lnTo>
                  <a:lnTo>
                    <a:pt x="15254" y="12357"/>
                  </a:lnTo>
                  <a:lnTo>
                    <a:pt x="14752" y="13515"/>
                  </a:lnTo>
                  <a:lnTo>
                    <a:pt x="14172" y="14635"/>
                  </a:lnTo>
                  <a:lnTo>
                    <a:pt x="13555" y="15793"/>
                  </a:lnTo>
                  <a:lnTo>
                    <a:pt x="13207" y="16373"/>
                  </a:lnTo>
                  <a:lnTo>
                    <a:pt x="12860" y="16952"/>
                  </a:lnTo>
                  <a:lnTo>
                    <a:pt x="12473" y="17493"/>
                  </a:lnTo>
                  <a:lnTo>
                    <a:pt x="12087" y="17995"/>
                  </a:lnTo>
                  <a:lnTo>
                    <a:pt x="11624" y="18458"/>
                  </a:lnTo>
                  <a:lnTo>
                    <a:pt x="11161" y="18883"/>
                  </a:lnTo>
                  <a:lnTo>
                    <a:pt x="10620" y="19230"/>
                  </a:lnTo>
                  <a:lnTo>
                    <a:pt x="10079" y="19462"/>
                  </a:lnTo>
                  <a:lnTo>
                    <a:pt x="9809" y="19578"/>
                  </a:lnTo>
                  <a:lnTo>
                    <a:pt x="9539" y="19655"/>
                  </a:lnTo>
                  <a:lnTo>
                    <a:pt x="9230" y="19694"/>
                  </a:lnTo>
                  <a:lnTo>
                    <a:pt x="8959" y="19732"/>
                  </a:lnTo>
                  <a:lnTo>
                    <a:pt x="8689" y="19732"/>
                  </a:lnTo>
                  <a:lnTo>
                    <a:pt x="8380" y="19694"/>
                  </a:lnTo>
                  <a:lnTo>
                    <a:pt x="8110" y="19616"/>
                  </a:lnTo>
                  <a:lnTo>
                    <a:pt x="7840" y="19539"/>
                  </a:lnTo>
                  <a:lnTo>
                    <a:pt x="7569" y="19423"/>
                  </a:lnTo>
                  <a:lnTo>
                    <a:pt x="7299" y="19269"/>
                  </a:lnTo>
                  <a:lnTo>
                    <a:pt x="7067" y="19114"/>
                  </a:lnTo>
                  <a:lnTo>
                    <a:pt x="6836" y="18883"/>
                  </a:lnTo>
                  <a:lnTo>
                    <a:pt x="6450" y="18458"/>
                  </a:lnTo>
                  <a:lnTo>
                    <a:pt x="6141" y="17956"/>
                  </a:lnTo>
                  <a:lnTo>
                    <a:pt x="5870" y="17454"/>
                  </a:lnTo>
                  <a:lnTo>
                    <a:pt x="5716" y="16913"/>
                  </a:lnTo>
                  <a:lnTo>
                    <a:pt x="5639" y="16334"/>
                  </a:lnTo>
                  <a:lnTo>
                    <a:pt x="5600" y="15755"/>
                  </a:lnTo>
                  <a:lnTo>
                    <a:pt x="5639" y="15214"/>
                  </a:lnTo>
                  <a:lnTo>
                    <a:pt x="5716" y="14635"/>
                  </a:lnTo>
                  <a:lnTo>
                    <a:pt x="5832" y="14056"/>
                  </a:lnTo>
                  <a:lnTo>
                    <a:pt x="6025" y="13515"/>
                  </a:lnTo>
                  <a:lnTo>
                    <a:pt x="6218" y="13013"/>
                  </a:lnTo>
                  <a:lnTo>
                    <a:pt x="6450" y="12473"/>
                  </a:lnTo>
                  <a:lnTo>
                    <a:pt x="6952" y="11469"/>
                  </a:lnTo>
                  <a:lnTo>
                    <a:pt x="7531" y="10465"/>
                  </a:lnTo>
                  <a:lnTo>
                    <a:pt x="8149" y="9461"/>
                  </a:lnTo>
                  <a:lnTo>
                    <a:pt x="8844" y="8495"/>
                  </a:lnTo>
                  <a:lnTo>
                    <a:pt x="9539" y="7530"/>
                  </a:lnTo>
                  <a:lnTo>
                    <a:pt x="10311" y="6642"/>
                  </a:lnTo>
                  <a:lnTo>
                    <a:pt x="10852" y="6063"/>
                  </a:lnTo>
                  <a:lnTo>
                    <a:pt x="11392" y="5522"/>
                  </a:lnTo>
                  <a:lnTo>
                    <a:pt x="11971" y="4981"/>
                  </a:lnTo>
                  <a:lnTo>
                    <a:pt x="12551" y="4441"/>
                  </a:lnTo>
                  <a:close/>
                  <a:moveTo>
                    <a:pt x="5986" y="18419"/>
                  </a:moveTo>
                  <a:lnTo>
                    <a:pt x="6218" y="18767"/>
                  </a:lnTo>
                  <a:lnTo>
                    <a:pt x="6450" y="19076"/>
                  </a:lnTo>
                  <a:lnTo>
                    <a:pt x="6758" y="19346"/>
                  </a:lnTo>
                  <a:lnTo>
                    <a:pt x="7067" y="19616"/>
                  </a:lnTo>
                  <a:lnTo>
                    <a:pt x="7415" y="19809"/>
                  </a:lnTo>
                  <a:lnTo>
                    <a:pt x="7801" y="19964"/>
                  </a:lnTo>
                  <a:lnTo>
                    <a:pt x="8187" y="20080"/>
                  </a:lnTo>
                  <a:lnTo>
                    <a:pt x="8612" y="20118"/>
                  </a:lnTo>
                  <a:lnTo>
                    <a:pt x="8535" y="20466"/>
                  </a:lnTo>
                  <a:lnTo>
                    <a:pt x="8496" y="20852"/>
                  </a:lnTo>
                  <a:lnTo>
                    <a:pt x="7994" y="20813"/>
                  </a:lnTo>
                  <a:lnTo>
                    <a:pt x="7531" y="20698"/>
                  </a:lnTo>
                  <a:lnTo>
                    <a:pt x="7106" y="20504"/>
                  </a:lnTo>
                  <a:lnTo>
                    <a:pt x="6720" y="20273"/>
                  </a:lnTo>
                  <a:lnTo>
                    <a:pt x="6334" y="20002"/>
                  </a:lnTo>
                  <a:lnTo>
                    <a:pt x="6025" y="19655"/>
                  </a:lnTo>
                  <a:lnTo>
                    <a:pt x="5716" y="19307"/>
                  </a:lnTo>
                  <a:lnTo>
                    <a:pt x="5446" y="18883"/>
                  </a:lnTo>
                  <a:lnTo>
                    <a:pt x="5446" y="18844"/>
                  </a:lnTo>
                  <a:lnTo>
                    <a:pt x="5986" y="18419"/>
                  </a:lnTo>
                  <a:close/>
                  <a:moveTo>
                    <a:pt x="5291" y="18960"/>
                  </a:moveTo>
                  <a:lnTo>
                    <a:pt x="5523" y="19462"/>
                  </a:lnTo>
                  <a:lnTo>
                    <a:pt x="5793" y="19887"/>
                  </a:lnTo>
                  <a:lnTo>
                    <a:pt x="6141" y="20234"/>
                  </a:lnTo>
                  <a:lnTo>
                    <a:pt x="6527" y="20582"/>
                  </a:lnTo>
                  <a:lnTo>
                    <a:pt x="6952" y="20813"/>
                  </a:lnTo>
                  <a:lnTo>
                    <a:pt x="7453" y="21006"/>
                  </a:lnTo>
                  <a:lnTo>
                    <a:pt x="7955" y="21122"/>
                  </a:lnTo>
                  <a:lnTo>
                    <a:pt x="8457" y="21161"/>
                  </a:lnTo>
                  <a:lnTo>
                    <a:pt x="8496" y="21702"/>
                  </a:lnTo>
                  <a:lnTo>
                    <a:pt x="7878" y="21624"/>
                  </a:lnTo>
                  <a:lnTo>
                    <a:pt x="7299" y="21508"/>
                  </a:lnTo>
                  <a:lnTo>
                    <a:pt x="6797" y="21315"/>
                  </a:lnTo>
                  <a:lnTo>
                    <a:pt x="6295" y="21084"/>
                  </a:lnTo>
                  <a:lnTo>
                    <a:pt x="5870" y="20775"/>
                  </a:lnTo>
                  <a:lnTo>
                    <a:pt x="5446" y="20389"/>
                  </a:lnTo>
                  <a:lnTo>
                    <a:pt x="5021" y="19964"/>
                  </a:lnTo>
                  <a:lnTo>
                    <a:pt x="4673" y="19501"/>
                  </a:lnTo>
                  <a:lnTo>
                    <a:pt x="4828" y="19385"/>
                  </a:lnTo>
                  <a:lnTo>
                    <a:pt x="4982" y="19269"/>
                  </a:lnTo>
                  <a:lnTo>
                    <a:pt x="5291" y="18960"/>
                  </a:lnTo>
                  <a:close/>
                  <a:moveTo>
                    <a:pt x="13555" y="16527"/>
                  </a:moveTo>
                  <a:lnTo>
                    <a:pt x="13748" y="17184"/>
                  </a:lnTo>
                  <a:lnTo>
                    <a:pt x="13979" y="17840"/>
                  </a:lnTo>
                  <a:lnTo>
                    <a:pt x="14250" y="18458"/>
                  </a:lnTo>
                  <a:lnTo>
                    <a:pt x="14597" y="19037"/>
                  </a:lnTo>
                  <a:lnTo>
                    <a:pt x="13670" y="20157"/>
                  </a:lnTo>
                  <a:lnTo>
                    <a:pt x="12782" y="21315"/>
                  </a:lnTo>
                  <a:lnTo>
                    <a:pt x="11083" y="23748"/>
                  </a:lnTo>
                  <a:lnTo>
                    <a:pt x="10736" y="22783"/>
                  </a:lnTo>
                  <a:lnTo>
                    <a:pt x="10350" y="21856"/>
                  </a:lnTo>
                  <a:lnTo>
                    <a:pt x="10234" y="21586"/>
                  </a:lnTo>
                  <a:lnTo>
                    <a:pt x="10195" y="21354"/>
                  </a:lnTo>
                  <a:lnTo>
                    <a:pt x="10195" y="21238"/>
                  </a:lnTo>
                  <a:lnTo>
                    <a:pt x="10234" y="21122"/>
                  </a:lnTo>
                  <a:lnTo>
                    <a:pt x="10388" y="20813"/>
                  </a:lnTo>
                  <a:lnTo>
                    <a:pt x="10813" y="20234"/>
                  </a:lnTo>
                  <a:lnTo>
                    <a:pt x="11199" y="19578"/>
                  </a:lnTo>
                  <a:lnTo>
                    <a:pt x="11199" y="19501"/>
                  </a:lnTo>
                  <a:lnTo>
                    <a:pt x="11199" y="19462"/>
                  </a:lnTo>
                  <a:lnTo>
                    <a:pt x="11161" y="19346"/>
                  </a:lnTo>
                  <a:lnTo>
                    <a:pt x="11585" y="18999"/>
                  </a:lnTo>
                  <a:lnTo>
                    <a:pt x="11971" y="18612"/>
                  </a:lnTo>
                  <a:lnTo>
                    <a:pt x="12358" y="18226"/>
                  </a:lnTo>
                  <a:lnTo>
                    <a:pt x="12705" y="17801"/>
                  </a:lnTo>
                  <a:lnTo>
                    <a:pt x="13130" y="17184"/>
                  </a:lnTo>
                  <a:lnTo>
                    <a:pt x="13555" y="16527"/>
                  </a:lnTo>
                  <a:close/>
                  <a:moveTo>
                    <a:pt x="5677" y="21161"/>
                  </a:moveTo>
                  <a:lnTo>
                    <a:pt x="5948" y="21393"/>
                  </a:lnTo>
                  <a:lnTo>
                    <a:pt x="6256" y="21547"/>
                  </a:lnTo>
                  <a:lnTo>
                    <a:pt x="6565" y="21702"/>
                  </a:lnTo>
                  <a:lnTo>
                    <a:pt x="6913" y="21817"/>
                  </a:lnTo>
                  <a:lnTo>
                    <a:pt x="6836" y="22010"/>
                  </a:lnTo>
                  <a:lnTo>
                    <a:pt x="6797" y="22204"/>
                  </a:lnTo>
                  <a:lnTo>
                    <a:pt x="6643" y="22088"/>
                  </a:lnTo>
                  <a:lnTo>
                    <a:pt x="6604" y="22010"/>
                  </a:lnTo>
                  <a:lnTo>
                    <a:pt x="6411" y="22010"/>
                  </a:lnTo>
                  <a:lnTo>
                    <a:pt x="6372" y="22088"/>
                  </a:lnTo>
                  <a:lnTo>
                    <a:pt x="6218" y="22628"/>
                  </a:lnTo>
                  <a:lnTo>
                    <a:pt x="6025" y="23092"/>
                  </a:lnTo>
                  <a:lnTo>
                    <a:pt x="5832" y="23594"/>
                  </a:lnTo>
                  <a:lnTo>
                    <a:pt x="5600" y="24057"/>
                  </a:lnTo>
                  <a:lnTo>
                    <a:pt x="5330" y="24482"/>
                  </a:lnTo>
                  <a:lnTo>
                    <a:pt x="5021" y="24907"/>
                  </a:lnTo>
                  <a:lnTo>
                    <a:pt x="4712" y="25331"/>
                  </a:lnTo>
                  <a:lnTo>
                    <a:pt x="4364" y="25717"/>
                  </a:lnTo>
                  <a:lnTo>
                    <a:pt x="4248" y="25293"/>
                  </a:lnTo>
                  <a:lnTo>
                    <a:pt x="4171" y="24868"/>
                  </a:lnTo>
                  <a:lnTo>
                    <a:pt x="4171" y="24482"/>
                  </a:lnTo>
                  <a:lnTo>
                    <a:pt x="4210" y="24057"/>
                  </a:lnTo>
                  <a:lnTo>
                    <a:pt x="4326" y="23671"/>
                  </a:lnTo>
                  <a:lnTo>
                    <a:pt x="4480" y="23285"/>
                  </a:lnTo>
                  <a:lnTo>
                    <a:pt x="4673" y="22899"/>
                  </a:lnTo>
                  <a:lnTo>
                    <a:pt x="4944" y="22512"/>
                  </a:lnTo>
                  <a:lnTo>
                    <a:pt x="5175" y="22204"/>
                  </a:lnTo>
                  <a:lnTo>
                    <a:pt x="5330" y="21895"/>
                  </a:lnTo>
                  <a:lnTo>
                    <a:pt x="5407" y="21740"/>
                  </a:lnTo>
                  <a:lnTo>
                    <a:pt x="5407" y="21586"/>
                  </a:lnTo>
                  <a:lnTo>
                    <a:pt x="5368" y="21470"/>
                  </a:lnTo>
                  <a:lnTo>
                    <a:pt x="5291" y="21315"/>
                  </a:lnTo>
                  <a:lnTo>
                    <a:pt x="5446" y="21238"/>
                  </a:lnTo>
                  <a:lnTo>
                    <a:pt x="5677" y="21161"/>
                  </a:lnTo>
                  <a:close/>
                  <a:moveTo>
                    <a:pt x="4905" y="20466"/>
                  </a:moveTo>
                  <a:lnTo>
                    <a:pt x="5175" y="20736"/>
                  </a:lnTo>
                  <a:lnTo>
                    <a:pt x="5484" y="21006"/>
                  </a:lnTo>
                  <a:lnTo>
                    <a:pt x="5252" y="21084"/>
                  </a:lnTo>
                  <a:lnTo>
                    <a:pt x="5021" y="21161"/>
                  </a:lnTo>
                  <a:lnTo>
                    <a:pt x="4982" y="21200"/>
                  </a:lnTo>
                  <a:lnTo>
                    <a:pt x="4944" y="21277"/>
                  </a:lnTo>
                  <a:lnTo>
                    <a:pt x="4982" y="21354"/>
                  </a:lnTo>
                  <a:lnTo>
                    <a:pt x="5021" y="21393"/>
                  </a:lnTo>
                  <a:lnTo>
                    <a:pt x="5059" y="21470"/>
                  </a:lnTo>
                  <a:lnTo>
                    <a:pt x="5098" y="21547"/>
                  </a:lnTo>
                  <a:lnTo>
                    <a:pt x="5059" y="21779"/>
                  </a:lnTo>
                  <a:lnTo>
                    <a:pt x="4905" y="22049"/>
                  </a:lnTo>
                  <a:lnTo>
                    <a:pt x="4750" y="22358"/>
                  </a:lnTo>
                  <a:lnTo>
                    <a:pt x="4364" y="22937"/>
                  </a:lnTo>
                  <a:lnTo>
                    <a:pt x="4133" y="23323"/>
                  </a:lnTo>
                  <a:lnTo>
                    <a:pt x="3940" y="23748"/>
                  </a:lnTo>
                  <a:lnTo>
                    <a:pt x="3862" y="24212"/>
                  </a:lnTo>
                  <a:lnTo>
                    <a:pt x="3824" y="24714"/>
                  </a:lnTo>
                  <a:lnTo>
                    <a:pt x="3862" y="25177"/>
                  </a:lnTo>
                  <a:lnTo>
                    <a:pt x="3940" y="25409"/>
                  </a:lnTo>
                  <a:lnTo>
                    <a:pt x="4017" y="25640"/>
                  </a:lnTo>
                  <a:lnTo>
                    <a:pt x="4133" y="25872"/>
                  </a:lnTo>
                  <a:lnTo>
                    <a:pt x="4248" y="26065"/>
                  </a:lnTo>
                  <a:lnTo>
                    <a:pt x="4287" y="26104"/>
                  </a:lnTo>
                  <a:lnTo>
                    <a:pt x="4364" y="26104"/>
                  </a:lnTo>
                  <a:lnTo>
                    <a:pt x="4403" y="26065"/>
                  </a:lnTo>
                  <a:lnTo>
                    <a:pt x="4442" y="25988"/>
                  </a:lnTo>
                  <a:lnTo>
                    <a:pt x="4480" y="25988"/>
                  </a:lnTo>
                  <a:lnTo>
                    <a:pt x="4828" y="25602"/>
                  </a:lnTo>
                  <a:lnTo>
                    <a:pt x="5175" y="25215"/>
                  </a:lnTo>
                  <a:lnTo>
                    <a:pt x="5484" y="24791"/>
                  </a:lnTo>
                  <a:lnTo>
                    <a:pt x="5793" y="24366"/>
                  </a:lnTo>
                  <a:lnTo>
                    <a:pt x="6025" y="23903"/>
                  </a:lnTo>
                  <a:lnTo>
                    <a:pt x="6256" y="23439"/>
                  </a:lnTo>
                  <a:lnTo>
                    <a:pt x="6450" y="22937"/>
                  </a:lnTo>
                  <a:lnTo>
                    <a:pt x="6604" y="22435"/>
                  </a:lnTo>
                  <a:lnTo>
                    <a:pt x="6720" y="22551"/>
                  </a:lnTo>
                  <a:lnTo>
                    <a:pt x="6913" y="22590"/>
                  </a:lnTo>
                  <a:lnTo>
                    <a:pt x="6952" y="22628"/>
                  </a:lnTo>
                  <a:lnTo>
                    <a:pt x="7029" y="22590"/>
                  </a:lnTo>
                  <a:lnTo>
                    <a:pt x="7067" y="22512"/>
                  </a:lnTo>
                  <a:lnTo>
                    <a:pt x="7067" y="22474"/>
                  </a:lnTo>
                  <a:lnTo>
                    <a:pt x="7145" y="21895"/>
                  </a:lnTo>
                  <a:lnTo>
                    <a:pt x="7608" y="22010"/>
                  </a:lnTo>
                  <a:lnTo>
                    <a:pt x="7724" y="22512"/>
                  </a:lnTo>
                  <a:lnTo>
                    <a:pt x="7762" y="23014"/>
                  </a:lnTo>
                  <a:lnTo>
                    <a:pt x="7801" y="23555"/>
                  </a:lnTo>
                  <a:lnTo>
                    <a:pt x="7801" y="24057"/>
                  </a:lnTo>
                  <a:lnTo>
                    <a:pt x="7608" y="23903"/>
                  </a:lnTo>
                  <a:lnTo>
                    <a:pt x="7492" y="23671"/>
                  </a:lnTo>
                  <a:lnTo>
                    <a:pt x="7376" y="23439"/>
                  </a:lnTo>
                  <a:lnTo>
                    <a:pt x="7338" y="23169"/>
                  </a:lnTo>
                  <a:lnTo>
                    <a:pt x="7338" y="23092"/>
                  </a:lnTo>
                  <a:lnTo>
                    <a:pt x="7299" y="23053"/>
                  </a:lnTo>
                  <a:lnTo>
                    <a:pt x="7183" y="23014"/>
                  </a:lnTo>
                  <a:lnTo>
                    <a:pt x="7106" y="23014"/>
                  </a:lnTo>
                  <a:lnTo>
                    <a:pt x="7067" y="23053"/>
                  </a:lnTo>
                  <a:lnTo>
                    <a:pt x="7029" y="23092"/>
                  </a:lnTo>
                  <a:lnTo>
                    <a:pt x="6990" y="23169"/>
                  </a:lnTo>
                  <a:lnTo>
                    <a:pt x="6952" y="23787"/>
                  </a:lnTo>
                  <a:lnTo>
                    <a:pt x="6797" y="24405"/>
                  </a:lnTo>
                  <a:lnTo>
                    <a:pt x="6681" y="24675"/>
                  </a:lnTo>
                  <a:lnTo>
                    <a:pt x="6565" y="24984"/>
                  </a:lnTo>
                  <a:lnTo>
                    <a:pt x="6411" y="25254"/>
                  </a:lnTo>
                  <a:lnTo>
                    <a:pt x="6218" y="25524"/>
                  </a:lnTo>
                  <a:lnTo>
                    <a:pt x="5832" y="25988"/>
                  </a:lnTo>
                  <a:lnTo>
                    <a:pt x="5600" y="26219"/>
                  </a:lnTo>
                  <a:lnTo>
                    <a:pt x="5368" y="26451"/>
                  </a:lnTo>
                  <a:lnTo>
                    <a:pt x="5098" y="26644"/>
                  </a:lnTo>
                  <a:lnTo>
                    <a:pt x="4828" y="26799"/>
                  </a:lnTo>
                  <a:lnTo>
                    <a:pt x="4557" y="26953"/>
                  </a:lnTo>
                  <a:lnTo>
                    <a:pt x="4248" y="27030"/>
                  </a:lnTo>
                  <a:lnTo>
                    <a:pt x="4017" y="27030"/>
                  </a:lnTo>
                  <a:lnTo>
                    <a:pt x="3862" y="26992"/>
                  </a:lnTo>
                  <a:lnTo>
                    <a:pt x="3708" y="26915"/>
                  </a:lnTo>
                  <a:lnTo>
                    <a:pt x="3592" y="26760"/>
                  </a:lnTo>
                  <a:lnTo>
                    <a:pt x="3515" y="26606"/>
                  </a:lnTo>
                  <a:lnTo>
                    <a:pt x="3438" y="26413"/>
                  </a:lnTo>
                  <a:lnTo>
                    <a:pt x="3322" y="25988"/>
                  </a:lnTo>
                  <a:lnTo>
                    <a:pt x="3206" y="25293"/>
                  </a:lnTo>
                  <a:lnTo>
                    <a:pt x="3167" y="24945"/>
                  </a:lnTo>
                  <a:lnTo>
                    <a:pt x="3167" y="24598"/>
                  </a:lnTo>
                  <a:lnTo>
                    <a:pt x="3206" y="24173"/>
                  </a:lnTo>
                  <a:lnTo>
                    <a:pt x="3283" y="23787"/>
                  </a:lnTo>
                  <a:lnTo>
                    <a:pt x="3360" y="23401"/>
                  </a:lnTo>
                  <a:lnTo>
                    <a:pt x="3515" y="23014"/>
                  </a:lnTo>
                  <a:lnTo>
                    <a:pt x="3708" y="22667"/>
                  </a:lnTo>
                  <a:lnTo>
                    <a:pt x="3901" y="22319"/>
                  </a:lnTo>
                  <a:lnTo>
                    <a:pt x="4171" y="22010"/>
                  </a:lnTo>
                  <a:lnTo>
                    <a:pt x="4480" y="21702"/>
                  </a:lnTo>
                  <a:lnTo>
                    <a:pt x="4519" y="21624"/>
                  </a:lnTo>
                  <a:lnTo>
                    <a:pt x="4519" y="21547"/>
                  </a:lnTo>
                  <a:lnTo>
                    <a:pt x="4442" y="21470"/>
                  </a:lnTo>
                  <a:lnTo>
                    <a:pt x="4364" y="21431"/>
                  </a:lnTo>
                  <a:lnTo>
                    <a:pt x="3553" y="21315"/>
                  </a:lnTo>
                  <a:lnTo>
                    <a:pt x="3862" y="21045"/>
                  </a:lnTo>
                  <a:lnTo>
                    <a:pt x="4171" y="20775"/>
                  </a:lnTo>
                  <a:lnTo>
                    <a:pt x="4519" y="20582"/>
                  </a:lnTo>
                  <a:lnTo>
                    <a:pt x="4905" y="20466"/>
                  </a:lnTo>
                  <a:close/>
                  <a:moveTo>
                    <a:pt x="18845" y="0"/>
                  </a:moveTo>
                  <a:lnTo>
                    <a:pt x="18806" y="77"/>
                  </a:lnTo>
                  <a:lnTo>
                    <a:pt x="18729" y="39"/>
                  </a:lnTo>
                  <a:lnTo>
                    <a:pt x="18652" y="39"/>
                  </a:lnTo>
                  <a:lnTo>
                    <a:pt x="17455" y="618"/>
                  </a:lnTo>
                  <a:lnTo>
                    <a:pt x="16296" y="1236"/>
                  </a:lnTo>
                  <a:lnTo>
                    <a:pt x="15215" y="1931"/>
                  </a:lnTo>
                  <a:lnTo>
                    <a:pt x="14134" y="2664"/>
                  </a:lnTo>
                  <a:lnTo>
                    <a:pt x="13091" y="3475"/>
                  </a:lnTo>
                  <a:lnTo>
                    <a:pt x="12087" y="4325"/>
                  </a:lnTo>
                  <a:lnTo>
                    <a:pt x="11161" y="5213"/>
                  </a:lnTo>
                  <a:lnTo>
                    <a:pt x="10272" y="6178"/>
                  </a:lnTo>
                  <a:lnTo>
                    <a:pt x="9384" y="7144"/>
                  </a:lnTo>
                  <a:lnTo>
                    <a:pt x="8573" y="8186"/>
                  </a:lnTo>
                  <a:lnTo>
                    <a:pt x="7840" y="9268"/>
                  </a:lnTo>
                  <a:lnTo>
                    <a:pt x="7145" y="10387"/>
                  </a:lnTo>
                  <a:lnTo>
                    <a:pt x="6643" y="11276"/>
                  </a:lnTo>
                  <a:lnTo>
                    <a:pt x="6179" y="12164"/>
                  </a:lnTo>
                  <a:lnTo>
                    <a:pt x="5368" y="12241"/>
                  </a:lnTo>
                  <a:lnTo>
                    <a:pt x="4557" y="12395"/>
                  </a:lnTo>
                  <a:lnTo>
                    <a:pt x="3785" y="12627"/>
                  </a:lnTo>
                  <a:lnTo>
                    <a:pt x="3013" y="12936"/>
                  </a:lnTo>
                  <a:lnTo>
                    <a:pt x="2936" y="12975"/>
                  </a:lnTo>
                  <a:lnTo>
                    <a:pt x="2897" y="13013"/>
                  </a:lnTo>
                  <a:lnTo>
                    <a:pt x="2897" y="13168"/>
                  </a:lnTo>
                  <a:lnTo>
                    <a:pt x="2704" y="13361"/>
                  </a:lnTo>
                  <a:lnTo>
                    <a:pt x="2549" y="13592"/>
                  </a:lnTo>
                  <a:lnTo>
                    <a:pt x="2395" y="13863"/>
                  </a:lnTo>
                  <a:lnTo>
                    <a:pt x="2279" y="14133"/>
                  </a:lnTo>
                  <a:lnTo>
                    <a:pt x="2086" y="14712"/>
                  </a:lnTo>
                  <a:lnTo>
                    <a:pt x="1854" y="15214"/>
                  </a:lnTo>
                  <a:lnTo>
                    <a:pt x="1430" y="15987"/>
                  </a:lnTo>
                  <a:lnTo>
                    <a:pt x="1005" y="16759"/>
                  </a:lnTo>
                  <a:lnTo>
                    <a:pt x="541" y="17493"/>
                  </a:lnTo>
                  <a:lnTo>
                    <a:pt x="39" y="18226"/>
                  </a:lnTo>
                  <a:lnTo>
                    <a:pt x="1" y="18303"/>
                  </a:lnTo>
                  <a:lnTo>
                    <a:pt x="1" y="18381"/>
                  </a:lnTo>
                  <a:lnTo>
                    <a:pt x="39" y="18419"/>
                  </a:lnTo>
                  <a:lnTo>
                    <a:pt x="117" y="18458"/>
                  </a:lnTo>
                  <a:lnTo>
                    <a:pt x="117" y="18535"/>
                  </a:lnTo>
                  <a:lnTo>
                    <a:pt x="117" y="18612"/>
                  </a:lnTo>
                  <a:lnTo>
                    <a:pt x="155" y="18651"/>
                  </a:lnTo>
                  <a:lnTo>
                    <a:pt x="233" y="18690"/>
                  </a:lnTo>
                  <a:lnTo>
                    <a:pt x="1159" y="18612"/>
                  </a:lnTo>
                  <a:lnTo>
                    <a:pt x="2086" y="18574"/>
                  </a:lnTo>
                  <a:lnTo>
                    <a:pt x="3901" y="18381"/>
                  </a:lnTo>
                  <a:lnTo>
                    <a:pt x="3978" y="18342"/>
                  </a:lnTo>
                  <a:lnTo>
                    <a:pt x="4055" y="18265"/>
                  </a:lnTo>
                  <a:lnTo>
                    <a:pt x="4596" y="17106"/>
                  </a:lnTo>
                  <a:lnTo>
                    <a:pt x="5252" y="15987"/>
                  </a:lnTo>
                  <a:lnTo>
                    <a:pt x="5291" y="16566"/>
                  </a:lnTo>
                  <a:lnTo>
                    <a:pt x="5446" y="17106"/>
                  </a:lnTo>
                  <a:lnTo>
                    <a:pt x="5600" y="17647"/>
                  </a:lnTo>
                  <a:lnTo>
                    <a:pt x="5832" y="18188"/>
                  </a:lnTo>
                  <a:lnTo>
                    <a:pt x="5446" y="18381"/>
                  </a:lnTo>
                  <a:lnTo>
                    <a:pt x="5059" y="18651"/>
                  </a:lnTo>
                  <a:lnTo>
                    <a:pt x="4673" y="18960"/>
                  </a:lnTo>
                  <a:lnTo>
                    <a:pt x="4519" y="19153"/>
                  </a:lnTo>
                  <a:lnTo>
                    <a:pt x="4403" y="19346"/>
                  </a:lnTo>
                  <a:lnTo>
                    <a:pt x="4403" y="19423"/>
                  </a:lnTo>
                  <a:lnTo>
                    <a:pt x="4442" y="19501"/>
                  </a:lnTo>
                  <a:lnTo>
                    <a:pt x="4442" y="19539"/>
                  </a:lnTo>
                  <a:lnTo>
                    <a:pt x="4442" y="19616"/>
                  </a:lnTo>
                  <a:lnTo>
                    <a:pt x="4596" y="19964"/>
                  </a:lnTo>
                  <a:lnTo>
                    <a:pt x="4789" y="20273"/>
                  </a:lnTo>
                  <a:lnTo>
                    <a:pt x="4519" y="20311"/>
                  </a:lnTo>
                  <a:lnTo>
                    <a:pt x="4287" y="20389"/>
                  </a:lnTo>
                  <a:lnTo>
                    <a:pt x="4055" y="20504"/>
                  </a:lnTo>
                  <a:lnTo>
                    <a:pt x="3862" y="20620"/>
                  </a:lnTo>
                  <a:lnTo>
                    <a:pt x="3669" y="20775"/>
                  </a:lnTo>
                  <a:lnTo>
                    <a:pt x="3476" y="20968"/>
                  </a:lnTo>
                  <a:lnTo>
                    <a:pt x="3283" y="21161"/>
                  </a:lnTo>
                  <a:lnTo>
                    <a:pt x="3129" y="21354"/>
                  </a:lnTo>
                  <a:lnTo>
                    <a:pt x="3090" y="21431"/>
                  </a:lnTo>
                  <a:lnTo>
                    <a:pt x="3129" y="21508"/>
                  </a:lnTo>
                  <a:lnTo>
                    <a:pt x="3167" y="21586"/>
                  </a:lnTo>
                  <a:lnTo>
                    <a:pt x="3244" y="21624"/>
                  </a:lnTo>
                  <a:lnTo>
                    <a:pt x="4017" y="21702"/>
                  </a:lnTo>
                  <a:lnTo>
                    <a:pt x="3746" y="22010"/>
                  </a:lnTo>
                  <a:lnTo>
                    <a:pt x="3476" y="22358"/>
                  </a:lnTo>
                  <a:lnTo>
                    <a:pt x="3283" y="22706"/>
                  </a:lnTo>
                  <a:lnTo>
                    <a:pt x="3129" y="23092"/>
                  </a:lnTo>
                  <a:lnTo>
                    <a:pt x="3013" y="23478"/>
                  </a:lnTo>
                  <a:lnTo>
                    <a:pt x="2897" y="23864"/>
                  </a:lnTo>
                  <a:lnTo>
                    <a:pt x="2858" y="24289"/>
                  </a:lnTo>
                  <a:lnTo>
                    <a:pt x="2858" y="24714"/>
                  </a:lnTo>
                  <a:lnTo>
                    <a:pt x="2858" y="25370"/>
                  </a:lnTo>
                  <a:lnTo>
                    <a:pt x="2897" y="25795"/>
                  </a:lnTo>
                  <a:lnTo>
                    <a:pt x="2974" y="26219"/>
                  </a:lnTo>
                  <a:lnTo>
                    <a:pt x="3090" y="26644"/>
                  </a:lnTo>
                  <a:lnTo>
                    <a:pt x="3244" y="26992"/>
                  </a:lnTo>
                  <a:lnTo>
                    <a:pt x="3360" y="27146"/>
                  </a:lnTo>
                  <a:lnTo>
                    <a:pt x="3438" y="27262"/>
                  </a:lnTo>
                  <a:lnTo>
                    <a:pt x="3553" y="27378"/>
                  </a:lnTo>
                  <a:lnTo>
                    <a:pt x="3708" y="27417"/>
                  </a:lnTo>
                  <a:lnTo>
                    <a:pt x="3862" y="27455"/>
                  </a:lnTo>
                  <a:lnTo>
                    <a:pt x="4017" y="27455"/>
                  </a:lnTo>
                  <a:lnTo>
                    <a:pt x="4364" y="27417"/>
                  </a:lnTo>
                  <a:lnTo>
                    <a:pt x="4750" y="27262"/>
                  </a:lnTo>
                  <a:lnTo>
                    <a:pt x="5098" y="27069"/>
                  </a:lnTo>
                  <a:lnTo>
                    <a:pt x="5407" y="26837"/>
                  </a:lnTo>
                  <a:lnTo>
                    <a:pt x="5716" y="26567"/>
                  </a:lnTo>
                  <a:lnTo>
                    <a:pt x="6218" y="26065"/>
                  </a:lnTo>
                  <a:lnTo>
                    <a:pt x="6565" y="25602"/>
                  </a:lnTo>
                  <a:lnTo>
                    <a:pt x="6874" y="25100"/>
                  </a:lnTo>
                  <a:lnTo>
                    <a:pt x="7106" y="24559"/>
                  </a:lnTo>
                  <a:lnTo>
                    <a:pt x="7260" y="23980"/>
                  </a:lnTo>
                  <a:lnTo>
                    <a:pt x="7376" y="24134"/>
                  </a:lnTo>
                  <a:lnTo>
                    <a:pt x="7531" y="24289"/>
                  </a:lnTo>
                  <a:lnTo>
                    <a:pt x="7685" y="24405"/>
                  </a:lnTo>
                  <a:lnTo>
                    <a:pt x="7878" y="24520"/>
                  </a:lnTo>
                  <a:lnTo>
                    <a:pt x="7955" y="24559"/>
                  </a:lnTo>
                  <a:lnTo>
                    <a:pt x="8033" y="24520"/>
                  </a:lnTo>
                  <a:lnTo>
                    <a:pt x="8110" y="24482"/>
                  </a:lnTo>
                  <a:lnTo>
                    <a:pt x="8110" y="24366"/>
                  </a:lnTo>
                  <a:lnTo>
                    <a:pt x="8149" y="23787"/>
                  </a:lnTo>
                  <a:lnTo>
                    <a:pt x="8149" y="23208"/>
                  </a:lnTo>
                  <a:lnTo>
                    <a:pt x="8071" y="22628"/>
                  </a:lnTo>
                  <a:lnTo>
                    <a:pt x="7955" y="22049"/>
                  </a:lnTo>
                  <a:lnTo>
                    <a:pt x="8535" y="22049"/>
                  </a:lnTo>
                  <a:lnTo>
                    <a:pt x="8651" y="22010"/>
                  </a:lnTo>
                  <a:lnTo>
                    <a:pt x="8728" y="21972"/>
                  </a:lnTo>
                  <a:lnTo>
                    <a:pt x="8766" y="21933"/>
                  </a:lnTo>
                  <a:lnTo>
                    <a:pt x="8766" y="21895"/>
                  </a:lnTo>
                  <a:lnTo>
                    <a:pt x="8844" y="21006"/>
                  </a:lnTo>
                  <a:lnTo>
                    <a:pt x="8921" y="20543"/>
                  </a:lnTo>
                  <a:lnTo>
                    <a:pt x="8998" y="20118"/>
                  </a:lnTo>
                  <a:lnTo>
                    <a:pt x="9153" y="20118"/>
                  </a:lnTo>
                  <a:lnTo>
                    <a:pt x="9577" y="20041"/>
                  </a:lnTo>
                  <a:lnTo>
                    <a:pt x="9963" y="19964"/>
                  </a:lnTo>
                  <a:lnTo>
                    <a:pt x="10311" y="19809"/>
                  </a:lnTo>
                  <a:lnTo>
                    <a:pt x="10659" y="19655"/>
                  </a:lnTo>
                  <a:lnTo>
                    <a:pt x="10157" y="20389"/>
                  </a:lnTo>
                  <a:lnTo>
                    <a:pt x="9616" y="21161"/>
                  </a:lnTo>
                  <a:lnTo>
                    <a:pt x="9577" y="21238"/>
                  </a:lnTo>
                  <a:lnTo>
                    <a:pt x="9616" y="21354"/>
                  </a:lnTo>
                  <a:lnTo>
                    <a:pt x="9963" y="22049"/>
                  </a:lnTo>
                  <a:lnTo>
                    <a:pt x="10272" y="22783"/>
                  </a:lnTo>
                  <a:lnTo>
                    <a:pt x="10581" y="23516"/>
                  </a:lnTo>
                  <a:lnTo>
                    <a:pt x="10813" y="24250"/>
                  </a:lnTo>
                  <a:lnTo>
                    <a:pt x="10890" y="24327"/>
                  </a:lnTo>
                  <a:lnTo>
                    <a:pt x="11006" y="24405"/>
                  </a:lnTo>
                  <a:lnTo>
                    <a:pt x="11122" y="24405"/>
                  </a:lnTo>
                  <a:lnTo>
                    <a:pt x="11199" y="24289"/>
                  </a:lnTo>
                  <a:lnTo>
                    <a:pt x="13130" y="21740"/>
                  </a:lnTo>
                  <a:lnTo>
                    <a:pt x="14095" y="20389"/>
                  </a:lnTo>
                  <a:lnTo>
                    <a:pt x="14520" y="19732"/>
                  </a:lnTo>
                  <a:lnTo>
                    <a:pt x="14945" y="19037"/>
                  </a:lnTo>
                  <a:lnTo>
                    <a:pt x="14983" y="18960"/>
                  </a:lnTo>
                  <a:lnTo>
                    <a:pt x="14945" y="18883"/>
                  </a:lnTo>
                  <a:lnTo>
                    <a:pt x="14790" y="18535"/>
                  </a:lnTo>
                  <a:lnTo>
                    <a:pt x="14597" y="18149"/>
                  </a:lnTo>
                  <a:lnTo>
                    <a:pt x="14288" y="17454"/>
                  </a:lnTo>
                  <a:lnTo>
                    <a:pt x="13786" y="16180"/>
                  </a:lnTo>
                  <a:lnTo>
                    <a:pt x="14211" y="15369"/>
                  </a:lnTo>
                  <a:lnTo>
                    <a:pt x="14674" y="14558"/>
                  </a:lnTo>
                  <a:lnTo>
                    <a:pt x="15061" y="13708"/>
                  </a:lnTo>
                  <a:lnTo>
                    <a:pt x="15447" y="12897"/>
                  </a:lnTo>
                  <a:lnTo>
                    <a:pt x="16065" y="11391"/>
                  </a:lnTo>
                  <a:lnTo>
                    <a:pt x="16644" y="9885"/>
                  </a:lnTo>
                  <a:lnTo>
                    <a:pt x="17146" y="8341"/>
                  </a:lnTo>
                  <a:lnTo>
                    <a:pt x="17609" y="6796"/>
                  </a:lnTo>
                  <a:lnTo>
                    <a:pt x="17995" y="5213"/>
                  </a:lnTo>
                  <a:lnTo>
                    <a:pt x="18382" y="3630"/>
                  </a:lnTo>
                  <a:lnTo>
                    <a:pt x="18729" y="2047"/>
                  </a:lnTo>
                  <a:lnTo>
                    <a:pt x="19038" y="463"/>
                  </a:lnTo>
                  <a:lnTo>
                    <a:pt x="19038" y="386"/>
                  </a:lnTo>
                  <a:lnTo>
                    <a:pt x="18999" y="309"/>
                  </a:lnTo>
                  <a:lnTo>
                    <a:pt x="18999" y="232"/>
                  </a:lnTo>
                  <a:lnTo>
                    <a:pt x="18999" y="77"/>
                  </a:lnTo>
                  <a:lnTo>
                    <a:pt x="18961" y="39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17"/>
            <p:cNvSpPr/>
            <p:nvPr/>
          </p:nvSpPr>
          <p:spPr>
            <a:xfrm>
              <a:off x="5947325" y="1038225"/>
              <a:ext cx="458575" cy="289650"/>
            </a:xfrm>
            <a:custGeom>
              <a:avLst/>
              <a:gdLst/>
              <a:ahLst/>
              <a:cxnLst/>
              <a:rect l="l" t="t" r="r" b="b"/>
              <a:pathLst>
                <a:path w="18343" h="11586" extrusionOk="0">
                  <a:moveTo>
                    <a:pt x="17068" y="387"/>
                  </a:moveTo>
                  <a:lnTo>
                    <a:pt x="17145" y="426"/>
                  </a:lnTo>
                  <a:lnTo>
                    <a:pt x="17223" y="503"/>
                  </a:lnTo>
                  <a:lnTo>
                    <a:pt x="17300" y="735"/>
                  </a:lnTo>
                  <a:lnTo>
                    <a:pt x="17377" y="928"/>
                  </a:lnTo>
                  <a:lnTo>
                    <a:pt x="17377" y="1121"/>
                  </a:lnTo>
                  <a:lnTo>
                    <a:pt x="17338" y="1314"/>
                  </a:lnTo>
                  <a:lnTo>
                    <a:pt x="17223" y="1546"/>
                  </a:lnTo>
                  <a:lnTo>
                    <a:pt x="16952" y="1893"/>
                  </a:lnTo>
                  <a:lnTo>
                    <a:pt x="16721" y="2125"/>
                  </a:lnTo>
                  <a:lnTo>
                    <a:pt x="16450" y="2356"/>
                  </a:lnTo>
                  <a:lnTo>
                    <a:pt x="16180" y="2550"/>
                  </a:lnTo>
                  <a:lnTo>
                    <a:pt x="15871" y="2665"/>
                  </a:lnTo>
                  <a:lnTo>
                    <a:pt x="15871" y="2086"/>
                  </a:lnTo>
                  <a:lnTo>
                    <a:pt x="15910" y="1777"/>
                  </a:lnTo>
                  <a:lnTo>
                    <a:pt x="15948" y="1468"/>
                  </a:lnTo>
                  <a:lnTo>
                    <a:pt x="16025" y="1198"/>
                  </a:lnTo>
                  <a:lnTo>
                    <a:pt x="16180" y="928"/>
                  </a:lnTo>
                  <a:lnTo>
                    <a:pt x="16334" y="696"/>
                  </a:lnTo>
                  <a:lnTo>
                    <a:pt x="16605" y="503"/>
                  </a:lnTo>
                  <a:lnTo>
                    <a:pt x="16836" y="426"/>
                  </a:lnTo>
                  <a:lnTo>
                    <a:pt x="16991" y="387"/>
                  </a:lnTo>
                  <a:close/>
                  <a:moveTo>
                    <a:pt x="14597" y="2974"/>
                  </a:moveTo>
                  <a:lnTo>
                    <a:pt x="14867" y="3013"/>
                  </a:lnTo>
                  <a:lnTo>
                    <a:pt x="15137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7"/>
                  </a:lnTo>
                  <a:lnTo>
                    <a:pt x="14056" y="3862"/>
                  </a:lnTo>
                  <a:lnTo>
                    <a:pt x="13786" y="3940"/>
                  </a:lnTo>
                  <a:lnTo>
                    <a:pt x="13477" y="4017"/>
                  </a:lnTo>
                  <a:lnTo>
                    <a:pt x="13052" y="4017"/>
                  </a:lnTo>
                  <a:lnTo>
                    <a:pt x="12975" y="3940"/>
                  </a:lnTo>
                  <a:lnTo>
                    <a:pt x="12975" y="3862"/>
                  </a:lnTo>
                  <a:lnTo>
                    <a:pt x="12975" y="3708"/>
                  </a:lnTo>
                  <a:lnTo>
                    <a:pt x="13014" y="3476"/>
                  </a:lnTo>
                  <a:lnTo>
                    <a:pt x="13052" y="3360"/>
                  </a:lnTo>
                  <a:lnTo>
                    <a:pt x="13207" y="3245"/>
                  </a:lnTo>
                  <a:lnTo>
                    <a:pt x="13400" y="3167"/>
                  </a:lnTo>
                  <a:lnTo>
                    <a:pt x="13709" y="3052"/>
                  </a:lnTo>
                  <a:lnTo>
                    <a:pt x="14018" y="3013"/>
                  </a:lnTo>
                  <a:lnTo>
                    <a:pt x="14326" y="2974"/>
                  </a:lnTo>
                  <a:close/>
                  <a:moveTo>
                    <a:pt x="15678" y="3283"/>
                  </a:moveTo>
                  <a:lnTo>
                    <a:pt x="16334" y="3476"/>
                  </a:lnTo>
                  <a:lnTo>
                    <a:pt x="16643" y="3554"/>
                  </a:lnTo>
                  <a:lnTo>
                    <a:pt x="16991" y="3669"/>
                  </a:lnTo>
                  <a:lnTo>
                    <a:pt x="17261" y="3824"/>
                  </a:lnTo>
                  <a:lnTo>
                    <a:pt x="17531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79" y="4596"/>
                  </a:lnTo>
                  <a:lnTo>
                    <a:pt x="17918" y="4789"/>
                  </a:lnTo>
                  <a:lnTo>
                    <a:pt x="17879" y="4944"/>
                  </a:lnTo>
                  <a:lnTo>
                    <a:pt x="17802" y="5059"/>
                  </a:lnTo>
                  <a:lnTo>
                    <a:pt x="17647" y="5137"/>
                  </a:lnTo>
                  <a:lnTo>
                    <a:pt x="17493" y="5175"/>
                  </a:lnTo>
                  <a:lnTo>
                    <a:pt x="17338" y="5175"/>
                  </a:lnTo>
                  <a:lnTo>
                    <a:pt x="17145" y="5137"/>
                  </a:lnTo>
                  <a:lnTo>
                    <a:pt x="16991" y="5059"/>
                  </a:lnTo>
                  <a:lnTo>
                    <a:pt x="16643" y="4789"/>
                  </a:lnTo>
                  <a:lnTo>
                    <a:pt x="16373" y="4480"/>
                  </a:lnTo>
                  <a:lnTo>
                    <a:pt x="16180" y="4210"/>
                  </a:lnTo>
                  <a:lnTo>
                    <a:pt x="15987" y="3901"/>
                  </a:lnTo>
                  <a:lnTo>
                    <a:pt x="15832" y="3592"/>
                  </a:lnTo>
                  <a:lnTo>
                    <a:pt x="15678" y="3283"/>
                  </a:lnTo>
                  <a:close/>
                  <a:moveTo>
                    <a:pt x="4634" y="542"/>
                  </a:moveTo>
                  <a:lnTo>
                    <a:pt x="5252" y="580"/>
                  </a:lnTo>
                  <a:lnTo>
                    <a:pt x="5831" y="696"/>
                  </a:lnTo>
                  <a:lnTo>
                    <a:pt x="6410" y="850"/>
                  </a:lnTo>
                  <a:lnTo>
                    <a:pt x="6990" y="1121"/>
                  </a:lnTo>
                  <a:lnTo>
                    <a:pt x="7492" y="1430"/>
                  </a:lnTo>
                  <a:lnTo>
                    <a:pt x="7916" y="1739"/>
                  </a:lnTo>
                  <a:lnTo>
                    <a:pt x="8303" y="2086"/>
                  </a:lnTo>
                  <a:lnTo>
                    <a:pt x="8650" y="2472"/>
                  </a:lnTo>
                  <a:lnTo>
                    <a:pt x="8959" y="2858"/>
                  </a:lnTo>
                  <a:lnTo>
                    <a:pt x="9538" y="3669"/>
                  </a:lnTo>
                  <a:lnTo>
                    <a:pt x="10156" y="4480"/>
                  </a:lnTo>
                  <a:lnTo>
                    <a:pt x="10388" y="4828"/>
                  </a:lnTo>
                  <a:lnTo>
                    <a:pt x="10697" y="5137"/>
                  </a:lnTo>
                  <a:lnTo>
                    <a:pt x="11006" y="5446"/>
                  </a:lnTo>
                  <a:lnTo>
                    <a:pt x="11353" y="5677"/>
                  </a:lnTo>
                  <a:lnTo>
                    <a:pt x="11701" y="5870"/>
                  </a:lnTo>
                  <a:lnTo>
                    <a:pt x="12125" y="5986"/>
                  </a:lnTo>
                  <a:lnTo>
                    <a:pt x="12512" y="6025"/>
                  </a:lnTo>
                  <a:lnTo>
                    <a:pt x="12975" y="5986"/>
                  </a:lnTo>
                  <a:lnTo>
                    <a:pt x="13322" y="5870"/>
                  </a:lnTo>
                  <a:lnTo>
                    <a:pt x="13631" y="5755"/>
                  </a:lnTo>
                  <a:lnTo>
                    <a:pt x="13902" y="5600"/>
                  </a:lnTo>
                  <a:lnTo>
                    <a:pt x="14172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8" y="4712"/>
                  </a:lnTo>
                  <a:lnTo>
                    <a:pt x="14983" y="4442"/>
                  </a:lnTo>
                  <a:lnTo>
                    <a:pt x="14751" y="5253"/>
                  </a:lnTo>
                  <a:lnTo>
                    <a:pt x="14442" y="5986"/>
                  </a:lnTo>
                  <a:lnTo>
                    <a:pt x="14056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1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6" y="10272"/>
                  </a:lnTo>
                  <a:lnTo>
                    <a:pt x="9615" y="10466"/>
                  </a:lnTo>
                  <a:lnTo>
                    <a:pt x="9075" y="10659"/>
                  </a:lnTo>
                  <a:lnTo>
                    <a:pt x="8496" y="10774"/>
                  </a:lnTo>
                  <a:lnTo>
                    <a:pt x="7955" y="10890"/>
                  </a:lnTo>
                  <a:lnTo>
                    <a:pt x="7376" y="10929"/>
                  </a:lnTo>
                  <a:lnTo>
                    <a:pt x="6835" y="10929"/>
                  </a:lnTo>
                  <a:lnTo>
                    <a:pt x="6256" y="10890"/>
                  </a:lnTo>
                  <a:lnTo>
                    <a:pt x="5715" y="10774"/>
                  </a:lnTo>
                  <a:lnTo>
                    <a:pt x="5175" y="10620"/>
                  </a:lnTo>
                  <a:lnTo>
                    <a:pt x="4634" y="10466"/>
                  </a:lnTo>
                  <a:lnTo>
                    <a:pt x="4132" y="10195"/>
                  </a:lnTo>
                  <a:lnTo>
                    <a:pt x="3630" y="9925"/>
                  </a:lnTo>
                  <a:lnTo>
                    <a:pt x="3128" y="9577"/>
                  </a:lnTo>
                  <a:lnTo>
                    <a:pt x="2665" y="9191"/>
                  </a:lnTo>
                  <a:lnTo>
                    <a:pt x="2201" y="8767"/>
                  </a:lnTo>
                  <a:lnTo>
                    <a:pt x="1777" y="8303"/>
                  </a:lnTo>
                  <a:lnTo>
                    <a:pt x="1429" y="7801"/>
                  </a:lnTo>
                  <a:lnTo>
                    <a:pt x="1082" y="7261"/>
                  </a:lnTo>
                  <a:lnTo>
                    <a:pt x="811" y="6720"/>
                  </a:lnTo>
                  <a:lnTo>
                    <a:pt x="618" y="6141"/>
                  </a:lnTo>
                  <a:lnTo>
                    <a:pt x="464" y="5523"/>
                  </a:lnTo>
                  <a:lnTo>
                    <a:pt x="425" y="4905"/>
                  </a:lnTo>
                  <a:lnTo>
                    <a:pt x="464" y="4287"/>
                  </a:lnTo>
                  <a:lnTo>
                    <a:pt x="618" y="3708"/>
                  </a:lnTo>
                  <a:lnTo>
                    <a:pt x="811" y="3129"/>
                  </a:lnTo>
                  <a:lnTo>
                    <a:pt x="1120" y="2588"/>
                  </a:lnTo>
                  <a:lnTo>
                    <a:pt x="1468" y="2086"/>
                  </a:lnTo>
                  <a:lnTo>
                    <a:pt x="1892" y="1661"/>
                  </a:lnTo>
                  <a:lnTo>
                    <a:pt x="2356" y="1275"/>
                  </a:lnTo>
                  <a:lnTo>
                    <a:pt x="2896" y="1005"/>
                  </a:lnTo>
                  <a:lnTo>
                    <a:pt x="3476" y="773"/>
                  </a:lnTo>
                  <a:lnTo>
                    <a:pt x="4055" y="619"/>
                  </a:lnTo>
                  <a:lnTo>
                    <a:pt x="4634" y="542"/>
                  </a:lnTo>
                  <a:close/>
                  <a:moveTo>
                    <a:pt x="16875" y="1"/>
                  </a:moveTo>
                  <a:lnTo>
                    <a:pt x="16682" y="40"/>
                  </a:lnTo>
                  <a:lnTo>
                    <a:pt x="16450" y="155"/>
                  </a:lnTo>
                  <a:lnTo>
                    <a:pt x="16257" y="271"/>
                  </a:lnTo>
                  <a:lnTo>
                    <a:pt x="16103" y="426"/>
                  </a:lnTo>
                  <a:lnTo>
                    <a:pt x="15948" y="580"/>
                  </a:lnTo>
                  <a:lnTo>
                    <a:pt x="15832" y="773"/>
                  </a:lnTo>
                  <a:lnTo>
                    <a:pt x="15717" y="1005"/>
                  </a:lnTo>
                  <a:lnTo>
                    <a:pt x="15601" y="1237"/>
                  </a:lnTo>
                  <a:lnTo>
                    <a:pt x="15485" y="1739"/>
                  </a:lnTo>
                  <a:lnTo>
                    <a:pt x="15446" y="2279"/>
                  </a:lnTo>
                  <a:lnTo>
                    <a:pt x="15485" y="2820"/>
                  </a:lnTo>
                  <a:lnTo>
                    <a:pt x="15369" y="2820"/>
                  </a:lnTo>
                  <a:lnTo>
                    <a:pt x="15330" y="2858"/>
                  </a:lnTo>
                  <a:lnTo>
                    <a:pt x="14906" y="2743"/>
                  </a:lnTo>
                  <a:lnTo>
                    <a:pt x="14442" y="2665"/>
                  </a:lnTo>
                  <a:lnTo>
                    <a:pt x="13979" y="2665"/>
                  </a:lnTo>
                  <a:lnTo>
                    <a:pt x="13516" y="2743"/>
                  </a:lnTo>
                  <a:lnTo>
                    <a:pt x="13168" y="2858"/>
                  </a:lnTo>
                  <a:lnTo>
                    <a:pt x="12975" y="2974"/>
                  </a:lnTo>
                  <a:lnTo>
                    <a:pt x="12782" y="3090"/>
                  </a:lnTo>
                  <a:lnTo>
                    <a:pt x="12627" y="3206"/>
                  </a:lnTo>
                  <a:lnTo>
                    <a:pt x="12512" y="3360"/>
                  </a:lnTo>
                  <a:lnTo>
                    <a:pt x="12396" y="3554"/>
                  </a:lnTo>
                  <a:lnTo>
                    <a:pt x="12396" y="3747"/>
                  </a:lnTo>
                  <a:lnTo>
                    <a:pt x="12396" y="3940"/>
                  </a:lnTo>
                  <a:lnTo>
                    <a:pt x="12473" y="4094"/>
                  </a:lnTo>
                  <a:lnTo>
                    <a:pt x="12627" y="4210"/>
                  </a:lnTo>
                  <a:lnTo>
                    <a:pt x="12782" y="4287"/>
                  </a:lnTo>
                  <a:lnTo>
                    <a:pt x="12975" y="4364"/>
                  </a:lnTo>
                  <a:lnTo>
                    <a:pt x="13168" y="4403"/>
                  </a:lnTo>
                  <a:lnTo>
                    <a:pt x="13516" y="4364"/>
                  </a:lnTo>
                  <a:lnTo>
                    <a:pt x="13863" y="4326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8" y="3824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3" y="4866"/>
                  </a:lnTo>
                  <a:lnTo>
                    <a:pt x="13940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29" y="5446"/>
                  </a:lnTo>
                  <a:lnTo>
                    <a:pt x="12743" y="5523"/>
                  </a:lnTo>
                  <a:lnTo>
                    <a:pt x="12396" y="5523"/>
                  </a:lnTo>
                  <a:lnTo>
                    <a:pt x="12048" y="5446"/>
                  </a:lnTo>
                  <a:lnTo>
                    <a:pt x="11739" y="5330"/>
                  </a:lnTo>
                  <a:lnTo>
                    <a:pt x="11430" y="5137"/>
                  </a:lnTo>
                  <a:lnTo>
                    <a:pt x="11121" y="4905"/>
                  </a:lnTo>
                  <a:lnTo>
                    <a:pt x="10851" y="4635"/>
                  </a:lnTo>
                  <a:lnTo>
                    <a:pt x="10542" y="4210"/>
                  </a:lnTo>
                  <a:lnTo>
                    <a:pt x="10195" y="3785"/>
                  </a:lnTo>
                  <a:lnTo>
                    <a:pt x="9615" y="2936"/>
                  </a:lnTo>
                  <a:lnTo>
                    <a:pt x="9307" y="2511"/>
                  </a:lnTo>
                  <a:lnTo>
                    <a:pt x="8959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6" y="966"/>
                  </a:lnTo>
                  <a:lnTo>
                    <a:pt x="7105" y="657"/>
                  </a:lnTo>
                  <a:lnTo>
                    <a:pt x="6526" y="426"/>
                  </a:lnTo>
                  <a:lnTo>
                    <a:pt x="5947" y="271"/>
                  </a:lnTo>
                  <a:lnTo>
                    <a:pt x="5329" y="155"/>
                  </a:lnTo>
                  <a:lnTo>
                    <a:pt x="4750" y="117"/>
                  </a:lnTo>
                  <a:lnTo>
                    <a:pt x="4132" y="155"/>
                  </a:lnTo>
                  <a:lnTo>
                    <a:pt x="3553" y="271"/>
                  </a:lnTo>
                  <a:lnTo>
                    <a:pt x="3283" y="348"/>
                  </a:lnTo>
                  <a:lnTo>
                    <a:pt x="2935" y="464"/>
                  </a:lnTo>
                  <a:lnTo>
                    <a:pt x="2588" y="619"/>
                  </a:lnTo>
                  <a:lnTo>
                    <a:pt x="2279" y="812"/>
                  </a:lnTo>
                  <a:lnTo>
                    <a:pt x="1931" y="1005"/>
                  </a:lnTo>
                  <a:lnTo>
                    <a:pt x="1661" y="1275"/>
                  </a:lnTo>
                  <a:lnTo>
                    <a:pt x="1352" y="1546"/>
                  </a:lnTo>
                  <a:lnTo>
                    <a:pt x="1082" y="1854"/>
                  </a:lnTo>
                  <a:lnTo>
                    <a:pt x="850" y="2163"/>
                  </a:lnTo>
                  <a:lnTo>
                    <a:pt x="541" y="2665"/>
                  </a:lnTo>
                  <a:lnTo>
                    <a:pt x="309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0" y="4712"/>
                  </a:lnTo>
                  <a:lnTo>
                    <a:pt x="39" y="5214"/>
                  </a:lnTo>
                  <a:lnTo>
                    <a:pt x="78" y="5716"/>
                  </a:lnTo>
                  <a:lnTo>
                    <a:pt x="193" y="6218"/>
                  </a:lnTo>
                  <a:lnTo>
                    <a:pt x="386" y="6720"/>
                  </a:lnTo>
                  <a:lnTo>
                    <a:pt x="580" y="7222"/>
                  </a:lnTo>
                  <a:lnTo>
                    <a:pt x="811" y="7685"/>
                  </a:lnTo>
                  <a:lnTo>
                    <a:pt x="1082" y="8110"/>
                  </a:lnTo>
                  <a:lnTo>
                    <a:pt x="1429" y="8573"/>
                  </a:lnTo>
                  <a:lnTo>
                    <a:pt x="1777" y="8960"/>
                  </a:lnTo>
                  <a:lnTo>
                    <a:pt x="2124" y="9384"/>
                  </a:lnTo>
                  <a:lnTo>
                    <a:pt x="2549" y="9732"/>
                  </a:lnTo>
                  <a:lnTo>
                    <a:pt x="3090" y="10157"/>
                  </a:lnTo>
                  <a:lnTo>
                    <a:pt x="3630" y="10504"/>
                  </a:lnTo>
                  <a:lnTo>
                    <a:pt x="4209" y="10774"/>
                  </a:lnTo>
                  <a:lnTo>
                    <a:pt x="4789" y="11045"/>
                  </a:lnTo>
                  <a:lnTo>
                    <a:pt x="5406" y="11199"/>
                  </a:lnTo>
                  <a:lnTo>
                    <a:pt x="6024" y="11354"/>
                  </a:lnTo>
                  <a:lnTo>
                    <a:pt x="6642" y="11392"/>
                  </a:lnTo>
                  <a:lnTo>
                    <a:pt x="7260" y="11431"/>
                  </a:lnTo>
                  <a:lnTo>
                    <a:pt x="7337" y="11585"/>
                  </a:lnTo>
                  <a:lnTo>
                    <a:pt x="7646" y="11392"/>
                  </a:lnTo>
                  <a:lnTo>
                    <a:pt x="8457" y="11315"/>
                  </a:lnTo>
                  <a:lnTo>
                    <a:pt x="9268" y="11122"/>
                  </a:lnTo>
                  <a:lnTo>
                    <a:pt x="10079" y="10813"/>
                  </a:lnTo>
                  <a:lnTo>
                    <a:pt x="10851" y="10466"/>
                  </a:lnTo>
                  <a:lnTo>
                    <a:pt x="11546" y="10041"/>
                  </a:lnTo>
                  <a:lnTo>
                    <a:pt x="12164" y="9577"/>
                  </a:lnTo>
                  <a:lnTo>
                    <a:pt x="12434" y="9384"/>
                  </a:lnTo>
                  <a:lnTo>
                    <a:pt x="13052" y="8805"/>
                  </a:lnTo>
                  <a:lnTo>
                    <a:pt x="13631" y="8187"/>
                  </a:lnTo>
                  <a:lnTo>
                    <a:pt x="14133" y="7492"/>
                  </a:lnTo>
                  <a:lnTo>
                    <a:pt x="14597" y="6797"/>
                  </a:lnTo>
                  <a:lnTo>
                    <a:pt x="14944" y="6025"/>
                  </a:lnTo>
                  <a:lnTo>
                    <a:pt x="15099" y="5639"/>
                  </a:lnTo>
                  <a:lnTo>
                    <a:pt x="15253" y="5214"/>
                  </a:lnTo>
                  <a:lnTo>
                    <a:pt x="15330" y="4828"/>
                  </a:lnTo>
                  <a:lnTo>
                    <a:pt x="15408" y="4403"/>
                  </a:lnTo>
                  <a:lnTo>
                    <a:pt x="15485" y="4017"/>
                  </a:lnTo>
                  <a:lnTo>
                    <a:pt x="15485" y="3592"/>
                  </a:lnTo>
                  <a:lnTo>
                    <a:pt x="15678" y="4056"/>
                  </a:lnTo>
                  <a:lnTo>
                    <a:pt x="15948" y="4480"/>
                  </a:lnTo>
                  <a:lnTo>
                    <a:pt x="16257" y="4866"/>
                  </a:lnTo>
                  <a:lnTo>
                    <a:pt x="16605" y="5214"/>
                  </a:lnTo>
                  <a:lnTo>
                    <a:pt x="16759" y="5368"/>
                  </a:lnTo>
                  <a:lnTo>
                    <a:pt x="16991" y="5484"/>
                  </a:lnTo>
                  <a:lnTo>
                    <a:pt x="17184" y="5561"/>
                  </a:lnTo>
                  <a:lnTo>
                    <a:pt x="17416" y="5639"/>
                  </a:lnTo>
                  <a:lnTo>
                    <a:pt x="17609" y="5677"/>
                  </a:lnTo>
                  <a:lnTo>
                    <a:pt x="17840" y="5639"/>
                  </a:lnTo>
                  <a:lnTo>
                    <a:pt x="18033" y="5523"/>
                  </a:lnTo>
                  <a:lnTo>
                    <a:pt x="18188" y="5330"/>
                  </a:lnTo>
                  <a:lnTo>
                    <a:pt x="18304" y="5137"/>
                  </a:lnTo>
                  <a:lnTo>
                    <a:pt x="18342" y="4944"/>
                  </a:lnTo>
                  <a:lnTo>
                    <a:pt x="18304" y="4712"/>
                  </a:lnTo>
                  <a:lnTo>
                    <a:pt x="18265" y="4519"/>
                  </a:lnTo>
                  <a:lnTo>
                    <a:pt x="18188" y="4287"/>
                  </a:lnTo>
                  <a:lnTo>
                    <a:pt x="18072" y="4133"/>
                  </a:lnTo>
                  <a:lnTo>
                    <a:pt x="17956" y="3940"/>
                  </a:lnTo>
                  <a:lnTo>
                    <a:pt x="17802" y="3785"/>
                  </a:lnTo>
                  <a:lnTo>
                    <a:pt x="17647" y="3631"/>
                  </a:lnTo>
                  <a:lnTo>
                    <a:pt x="17416" y="3476"/>
                  </a:lnTo>
                  <a:lnTo>
                    <a:pt x="16952" y="3245"/>
                  </a:lnTo>
                  <a:lnTo>
                    <a:pt x="16489" y="3052"/>
                  </a:lnTo>
                  <a:lnTo>
                    <a:pt x="15987" y="2936"/>
                  </a:lnTo>
                  <a:lnTo>
                    <a:pt x="16412" y="2781"/>
                  </a:lnTo>
                  <a:lnTo>
                    <a:pt x="16836" y="2511"/>
                  </a:lnTo>
                  <a:lnTo>
                    <a:pt x="17184" y="2202"/>
                  </a:lnTo>
                  <a:lnTo>
                    <a:pt x="17493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3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0" y="194"/>
                  </a:lnTo>
                  <a:lnTo>
                    <a:pt x="17454" y="117"/>
                  </a:lnTo>
                  <a:lnTo>
                    <a:pt x="17338" y="40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17"/>
            <p:cNvSpPr/>
            <p:nvPr/>
          </p:nvSpPr>
          <p:spPr>
            <a:xfrm>
              <a:off x="5978200" y="1074925"/>
              <a:ext cx="144850" cy="162200"/>
            </a:xfrm>
            <a:custGeom>
              <a:avLst/>
              <a:gdLst/>
              <a:ahLst/>
              <a:cxnLst/>
              <a:rect l="l" t="t" r="r" b="b"/>
              <a:pathLst>
                <a:path w="5794" h="6488" extrusionOk="0">
                  <a:moveTo>
                    <a:pt x="2241" y="425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7" y="734"/>
                  </a:lnTo>
                  <a:lnTo>
                    <a:pt x="4171" y="1004"/>
                  </a:lnTo>
                  <a:lnTo>
                    <a:pt x="4558" y="1313"/>
                  </a:lnTo>
                  <a:lnTo>
                    <a:pt x="4751" y="1506"/>
                  </a:lnTo>
                  <a:lnTo>
                    <a:pt x="4905" y="1738"/>
                  </a:lnTo>
                  <a:lnTo>
                    <a:pt x="5021" y="1931"/>
                  </a:lnTo>
                  <a:lnTo>
                    <a:pt x="5137" y="2163"/>
                  </a:lnTo>
                  <a:lnTo>
                    <a:pt x="5214" y="2433"/>
                  </a:lnTo>
                  <a:lnTo>
                    <a:pt x="5291" y="2703"/>
                  </a:lnTo>
                  <a:lnTo>
                    <a:pt x="5330" y="3167"/>
                  </a:lnTo>
                  <a:lnTo>
                    <a:pt x="5330" y="3630"/>
                  </a:lnTo>
                  <a:lnTo>
                    <a:pt x="5214" y="4132"/>
                  </a:lnTo>
                  <a:lnTo>
                    <a:pt x="5021" y="4557"/>
                  </a:lnTo>
                  <a:lnTo>
                    <a:pt x="4789" y="4982"/>
                  </a:lnTo>
                  <a:lnTo>
                    <a:pt x="4480" y="5329"/>
                  </a:lnTo>
                  <a:lnTo>
                    <a:pt x="4287" y="5484"/>
                  </a:lnTo>
                  <a:lnTo>
                    <a:pt x="4094" y="5638"/>
                  </a:lnTo>
                  <a:lnTo>
                    <a:pt x="3901" y="5754"/>
                  </a:lnTo>
                  <a:lnTo>
                    <a:pt x="3669" y="5831"/>
                  </a:lnTo>
                  <a:lnTo>
                    <a:pt x="3360" y="5947"/>
                  </a:lnTo>
                  <a:lnTo>
                    <a:pt x="3090" y="5986"/>
                  </a:lnTo>
                  <a:lnTo>
                    <a:pt x="2820" y="6024"/>
                  </a:lnTo>
                  <a:lnTo>
                    <a:pt x="2550" y="5986"/>
                  </a:lnTo>
                  <a:lnTo>
                    <a:pt x="2279" y="5947"/>
                  </a:lnTo>
                  <a:lnTo>
                    <a:pt x="2048" y="5870"/>
                  </a:lnTo>
                  <a:lnTo>
                    <a:pt x="1855" y="5754"/>
                  </a:lnTo>
                  <a:lnTo>
                    <a:pt x="1623" y="5638"/>
                  </a:lnTo>
                  <a:lnTo>
                    <a:pt x="1430" y="5484"/>
                  </a:lnTo>
                  <a:lnTo>
                    <a:pt x="1275" y="5291"/>
                  </a:lnTo>
                  <a:lnTo>
                    <a:pt x="1082" y="5097"/>
                  </a:lnTo>
                  <a:lnTo>
                    <a:pt x="966" y="4904"/>
                  </a:lnTo>
                  <a:lnTo>
                    <a:pt x="696" y="4441"/>
                  </a:lnTo>
                  <a:lnTo>
                    <a:pt x="542" y="3900"/>
                  </a:lnTo>
                  <a:lnTo>
                    <a:pt x="426" y="3398"/>
                  </a:lnTo>
                  <a:lnTo>
                    <a:pt x="426" y="2858"/>
                  </a:lnTo>
                  <a:lnTo>
                    <a:pt x="503" y="2317"/>
                  </a:lnTo>
                  <a:lnTo>
                    <a:pt x="542" y="2047"/>
                  </a:lnTo>
                  <a:lnTo>
                    <a:pt x="657" y="1815"/>
                  </a:lnTo>
                  <a:lnTo>
                    <a:pt x="735" y="1584"/>
                  </a:lnTo>
                  <a:lnTo>
                    <a:pt x="889" y="1352"/>
                  </a:lnTo>
                  <a:lnTo>
                    <a:pt x="1044" y="1159"/>
                  </a:lnTo>
                  <a:lnTo>
                    <a:pt x="1237" y="1004"/>
                  </a:lnTo>
                  <a:lnTo>
                    <a:pt x="1430" y="811"/>
                  </a:lnTo>
                  <a:lnTo>
                    <a:pt x="1661" y="695"/>
                  </a:lnTo>
                  <a:lnTo>
                    <a:pt x="1893" y="580"/>
                  </a:lnTo>
                  <a:lnTo>
                    <a:pt x="2202" y="502"/>
                  </a:lnTo>
                  <a:lnTo>
                    <a:pt x="2241" y="464"/>
                  </a:lnTo>
                  <a:lnTo>
                    <a:pt x="2241" y="425"/>
                  </a:lnTo>
                  <a:close/>
                  <a:moveTo>
                    <a:pt x="2279" y="0"/>
                  </a:moveTo>
                  <a:lnTo>
                    <a:pt x="1970" y="39"/>
                  </a:lnTo>
                  <a:lnTo>
                    <a:pt x="1893" y="78"/>
                  </a:lnTo>
                  <a:lnTo>
                    <a:pt x="1816" y="116"/>
                  </a:lnTo>
                  <a:lnTo>
                    <a:pt x="1816" y="193"/>
                  </a:lnTo>
                  <a:lnTo>
                    <a:pt x="1816" y="271"/>
                  </a:lnTo>
                  <a:lnTo>
                    <a:pt x="1507" y="348"/>
                  </a:lnTo>
                  <a:lnTo>
                    <a:pt x="1275" y="464"/>
                  </a:lnTo>
                  <a:lnTo>
                    <a:pt x="1044" y="618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7"/>
                  </a:lnTo>
                  <a:lnTo>
                    <a:pt x="349" y="1429"/>
                  </a:lnTo>
                  <a:lnTo>
                    <a:pt x="233" y="1661"/>
                  </a:lnTo>
                  <a:lnTo>
                    <a:pt x="117" y="1931"/>
                  </a:lnTo>
                  <a:lnTo>
                    <a:pt x="78" y="2201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0"/>
                  </a:lnTo>
                  <a:lnTo>
                    <a:pt x="271" y="4518"/>
                  </a:lnTo>
                  <a:lnTo>
                    <a:pt x="387" y="4827"/>
                  </a:lnTo>
                  <a:lnTo>
                    <a:pt x="542" y="5097"/>
                  </a:lnTo>
                  <a:lnTo>
                    <a:pt x="696" y="5329"/>
                  </a:lnTo>
                  <a:lnTo>
                    <a:pt x="851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0"/>
                  </a:lnTo>
                  <a:lnTo>
                    <a:pt x="1739" y="6256"/>
                  </a:lnTo>
                  <a:lnTo>
                    <a:pt x="2009" y="6372"/>
                  </a:lnTo>
                  <a:lnTo>
                    <a:pt x="2279" y="6449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49"/>
                  </a:lnTo>
                  <a:lnTo>
                    <a:pt x="3554" y="6372"/>
                  </a:lnTo>
                  <a:lnTo>
                    <a:pt x="3862" y="6256"/>
                  </a:lnTo>
                  <a:lnTo>
                    <a:pt x="4133" y="6140"/>
                  </a:lnTo>
                  <a:lnTo>
                    <a:pt x="4403" y="5986"/>
                  </a:lnTo>
                  <a:lnTo>
                    <a:pt x="4635" y="5793"/>
                  </a:lnTo>
                  <a:lnTo>
                    <a:pt x="4866" y="5599"/>
                  </a:lnTo>
                  <a:lnTo>
                    <a:pt x="5060" y="5368"/>
                  </a:lnTo>
                  <a:lnTo>
                    <a:pt x="5214" y="5136"/>
                  </a:lnTo>
                  <a:lnTo>
                    <a:pt x="5368" y="4866"/>
                  </a:lnTo>
                  <a:lnTo>
                    <a:pt x="5523" y="4634"/>
                  </a:lnTo>
                  <a:lnTo>
                    <a:pt x="5639" y="4325"/>
                  </a:lnTo>
                  <a:lnTo>
                    <a:pt x="5716" y="4055"/>
                  </a:lnTo>
                  <a:lnTo>
                    <a:pt x="5755" y="3746"/>
                  </a:lnTo>
                  <a:lnTo>
                    <a:pt x="5793" y="3437"/>
                  </a:lnTo>
                  <a:lnTo>
                    <a:pt x="5793" y="3128"/>
                  </a:lnTo>
                  <a:lnTo>
                    <a:pt x="5793" y="2858"/>
                  </a:lnTo>
                  <a:lnTo>
                    <a:pt x="5716" y="2549"/>
                  </a:lnTo>
                  <a:lnTo>
                    <a:pt x="5639" y="2240"/>
                  </a:lnTo>
                  <a:lnTo>
                    <a:pt x="5523" y="1931"/>
                  </a:lnTo>
                  <a:lnTo>
                    <a:pt x="5368" y="1661"/>
                  </a:lnTo>
                  <a:lnTo>
                    <a:pt x="5214" y="1390"/>
                  </a:lnTo>
                  <a:lnTo>
                    <a:pt x="5021" y="1159"/>
                  </a:lnTo>
                  <a:lnTo>
                    <a:pt x="4828" y="927"/>
                  </a:lnTo>
                  <a:lnTo>
                    <a:pt x="4596" y="734"/>
                  </a:lnTo>
                  <a:lnTo>
                    <a:pt x="4326" y="541"/>
                  </a:lnTo>
                  <a:lnTo>
                    <a:pt x="4094" y="386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17"/>
            <p:cNvSpPr/>
            <p:nvPr/>
          </p:nvSpPr>
          <p:spPr>
            <a:xfrm>
              <a:off x="5341075" y="109905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2" y="2742"/>
                  </a:lnTo>
                  <a:lnTo>
                    <a:pt x="966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17"/>
            <p:cNvSpPr/>
            <p:nvPr/>
          </p:nvSpPr>
          <p:spPr>
            <a:xfrm>
              <a:off x="695700" y="1106775"/>
              <a:ext cx="102350" cy="132275"/>
            </a:xfrm>
            <a:custGeom>
              <a:avLst/>
              <a:gdLst/>
              <a:ahLst/>
              <a:cxnLst/>
              <a:rect l="l" t="t" r="r" b="b"/>
              <a:pathLst>
                <a:path w="4094" h="5291" extrusionOk="0">
                  <a:moveTo>
                    <a:pt x="2279" y="1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4" y="1893"/>
                  </a:lnTo>
                  <a:lnTo>
                    <a:pt x="116" y="2279"/>
                  </a:lnTo>
                  <a:lnTo>
                    <a:pt x="39" y="2665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1"/>
                  </a:lnTo>
                  <a:lnTo>
                    <a:pt x="425" y="5291"/>
                  </a:lnTo>
                  <a:lnTo>
                    <a:pt x="464" y="4750"/>
                  </a:lnTo>
                  <a:lnTo>
                    <a:pt x="464" y="4210"/>
                  </a:lnTo>
                  <a:lnTo>
                    <a:pt x="464" y="3630"/>
                  </a:lnTo>
                  <a:lnTo>
                    <a:pt x="464" y="3090"/>
                  </a:lnTo>
                  <a:lnTo>
                    <a:pt x="541" y="2549"/>
                  </a:lnTo>
                  <a:lnTo>
                    <a:pt x="657" y="2047"/>
                  </a:lnTo>
                  <a:lnTo>
                    <a:pt x="773" y="1816"/>
                  </a:lnTo>
                  <a:lnTo>
                    <a:pt x="889" y="1545"/>
                  </a:lnTo>
                  <a:lnTo>
                    <a:pt x="1043" y="1352"/>
                  </a:lnTo>
                  <a:lnTo>
                    <a:pt x="1198" y="1120"/>
                  </a:lnTo>
                  <a:lnTo>
                    <a:pt x="1391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80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4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2" y="1391"/>
                  </a:lnTo>
                  <a:lnTo>
                    <a:pt x="3669" y="1661"/>
                  </a:lnTo>
                  <a:lnTo>
                    <a:pt x="4094" y="1545"/>
                  </a:lnTo>
                  <a:lnTo>
                    <a:pt x="3978" y="1159"/>
                  </a:lnTo>
                  <a:lnTo>
                    <a:pt x="3823" y="812"/>
                  </a:lnTo>
                  <a:lnTo>
                    <a:pt x="3630" y="503"/>
                  </a:lnTo>
                  <a:lnTo>
                    <a:pt x="3399" y="271"/>
                  </a:lnTo>
                  <a:lnTo>
                    <a:pt x="3244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17"/>
            <p:cNvSpPr/>
            <p:nvPr/>
          </p:nvSpPr>
          <p:spPr>
            <a:xfrm>
              <a:off x="560550" y="1107750"/>
              <a:ext cx="437325" cy="302175"/>
            </a:xfrm>
            <a:custGeom>
              <a:avLst/>
              <a:gdLst/>
              <a:ahLst/>
              <a:cxnLst/>
              <a:rect l="l" t="t" r="r" b="b"/>
              <a:pathLst>
                <a:path w="17493" h="12087" extrusionOk="0">
                  <a:moveTo>
                    <a:pt x="11971" y="502"/>
                  </a:moveTo>
                  <a:lnTo>
                    <a:pt x="12087" y="541"/>
                  </a:lnTo>
                  <a:lnTo>
                    <a:pt x="12203" y="579"/>
                  </a:lnTo>
                  <a:lnTo>
                    <a:pt x="12280" y="657"/>
                  </a:lnTo>
                  <a:lnTo>
                    <a:pt x="12627" y="888"/>
                  </a:lnTo>
                  <a:lnTo>
                    <a:pt x="12898" y="1159"/>
                  </a:lnTo>
                  <a:lnTo>
                    <a:pt x="13129" y="1506"/>
                  </a:lnTo>
                  <a:lnTo>
                    <a:pt x="13322" y="1854"/>
                  </a:lnTo>
                  <a:lnTo>
                    <a:pt x="13477" y="2278"/>
                  </a:lnTo>
                  <a:lnTo>
                    <a:pt x="13593" y="2665"/>
                  </a:lnTo>
                  <a:lnTo>
                    <a:pt x="13824" y="3437"/>
                  </a:lnTo>
                  <a:lnTo>
                    <a:pt x="13824" y="3437"/>
                  </a:lnTo>
                  <a:lnTo>
                    <a:pt x="13091" y="3012"/>
                  </a:lnTo>
                  <a:lnTo>
                    <a:pt x="12705" y="2780"/>
                  </a:lnTo>
                  <a:lnTo>
                    <a:pt x="12357" y="2510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2" y="1738"/>
                  </a:lnTo>
                  <a:lnTo>
                    <a:pt x="11508" y="1429"/>
                  </a:lnTo>
                  <a:lnTo>
                    <a:pt x="11430" y="1081"/>
                  </a:lnTo>
                  <a:lnTo>
                    <a:pt x="11662" y="734"/>
                  </a:lnTo>
                  <a:lnTo>
                    <a:pt x="11739" y="618"/>
                  </a:lnTo>
                  <a:lnTo>
                    <a:pt x="11855" y="541"/>
                  </a:lnTo>
                  <a:lnTo>
                    <a:pt x="11971" y="502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89" y="1738"/>
                  </a:lnTo>
                  <a:lnTo>
                    <a:pt x="16566" y="1854"/>
                  </a:lnTo>
                  <a:lnTo>
                    <a:pt x="16605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5" y="2510"/>
                  </a:lnTo>
                  <a:lnTo>
                    <a:pt x="16528" y="2665"/>
                  </a:lnTo>
                  <a:lnTo>
                    <a:pt x="16412" y="2819"/>
                  </a:lnTo>
                  <a:lnTo>
                    <a:pt x="16296" y="2974"/>
                  </a:lnTo>
                  <a:lnTo>
                    <a:pt x="15948" y="3205"/>
                  </a:lnTo>
                  <a:lnTo>
                    <a:pt x="15524" y="3398"/>
                  </a:lnTo>
                  <a:lnTo>
                    <a:pt x="15137" y="3553"/>
                  </a:lnTo>
                  <a:lnTo>
                    <a:pt x="14713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6"/>
                  </a:lnTo>
                  <a:lnTo>
                    <a:pt x="15060" y="2278"/>
                  </a:lnTo>
                  <a:lnTo>
                    <a:pt x="15408" y="1970"/>
                  </a:lnTo>
                  <a:lnTo>
                    <a:pt x="15639" y="1815"/>
                  </a:lnTo>
                  <a:lnTo>
                    <a:pt x="15871" y="1699"/>
                  </a:lnTo>
                  <a:lnTo>
                    <a:pt x="16103" y="1622"/>
                  </a:lnTo>
                  <a:close/>
                  <a:moveTo>
                    <a:pt x="13824" y="4286"/>
                  </a:moveTo>
                  <a:lnTo>
                    <a:pt x="13670" y="4557"/>
                  </a:lnTo>
                  <a:lnTo>
                    <a:pt x="13477" y="4788"/>
                  </a:lnTo>
                  <a:lnTo>
                    <a:pt x="13245" y="5020"/>
                  </a:lnTo>
                  <a:lnTo>
                    <a:pt x="13014" y="5252"/>
                  </a:lnTo>
                  <a:lnTo>
                    <a:pt x="12666" y="5484"/>
                  </a:lnTo>
                  <a:lnTo>
                    <a:pt x="12125" y="5792"/>
                  </a:lnTo>
                  <a:lnTo>
                    <a:pt x="11855" y="5908"/>
                  </a:lnTo>
                  <a:lnTo>
                    <a:pt x="11623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4" y="5870"/>
                  </a:lnTo>
                  <a:lnTo>
                    <a:pt x="10967" y="5792"/>
                  </a:lnTo>
                  <a:lnTo>
                    <a:pt x="10928" y="5715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7" y="5290"/>
                  </a:lnTo>
                  <a:lnTo>
                    <a:pt x="11121" y="5097"/>
                  </a:lnTo>
                  <a:lnTo>
                    <a:pt x="11276" y="4943"/>
                  </a:lnTo>
                  <a:lnTo>
                    <a:pt x="11546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7" y="4480"/>
                  </a:lnTo>
                  <a:lnTo>
                    <a:pt x="13245" y="4402"/>
                  </a:lnTo>
                  <a:lnTo>
                    <a:pt x="13554" y="4364"/>
                  </a:lnTo>
                  <a:lnTo>
                    <a:pt x="13824" y="4286"/>
                  </a:lnTo>
                  <a:close/>
                  <a:moveTo>
                    <a:pt x="14404" y="4248"/>
                  </a:moveTo>
                  <a:lnTo>
                    <a:pt x="15060" y="4595"/>
                  </a:lnTo>
                  <a:lnTo>
                    <a:pt x="15408" y="4788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1" y="5368"/>
                  </a:lnTo>
                  <a:lnTo>
                    <a:pt x="16412" y="5677"/>
                  </a:lnTo>
                  <a:lnTo>
                    <a:pt x="16643" y="6024"/>
                  </a:lnTo>
                  <a:lnTo>
                    <a:pt x="16875" y="6333"/>
                  </a:lnTo>
                  <a:lnTo>
                    <a:pt x="16991" y="6681"/>
                  </a:lnTo>
                  <a:lnTo>
                    <a:pt x="16991" y="6835"/>
                  </a:lnTo>
                  <a:lnTo>
                    <a:pt x="16991" y="6990"/>
                  </a:lnTo>
                  <a:lnTo>
                    <a:pt x="16952" y="7105"/>
                  </a:lnTo>
                  <a:lnTo>
                    <a:pt x="16836" y="7221"/>
                  </a:lnTo>
                  <a:lnTo>
                    <a:pt x="16759" y="7298"/>
                  </a:lnTo>
                  <a:lnTo>
                    <a:pt x="16643" y="7337"/>
                  </a:lnTo>
                  <a:lnTo>
                    <a:pt x="16373" y="7337"/>
                  </a:lnTo>
                  <a:lnTo>
                    <a:pt x="16141" y="7221"/>
                  </a:lnTo>
                  <a:lnTo>
                    <a:pt x="15871" y="7028"/>
                  </a:lnTo>
                  <a:lnTo>
                    <a:pt x="15601" y="6835"/>
                  </a:lnTo>
                  <a:lnTo>
                    <a:pt x="15369" y="6565"/>
                  </a:lnTo>
                  <a:lnTo>
                    <a:pt x="15060" y="6179"/>
                  </a:lnTo>
                  <a:lnTo>
                    <a:pt x="14828" y="5715"/>
                  </a:lnTo>
                  <a:lnTo>
                    <a:pt x="14635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5" y="0"/>
                  </a:moveTo>
                  <a:lnTo>
                    <a:pt x="11585" y="77"/>
                  </a:lnTo>
                  <a:lnTo>
                    <a:pt x="11469" y="116"/>
                  </a:lnTo>
                  <a:lnTo>
                    <a:pt x="11353" y="232"/>
                  </a:lnTo>
                  <a:lnTo>
                    <a:pt x="11160" y="425"/>
                  </a:lnTo>
                  <a:lnTo>
                    <a:pt x="11006" y="618"/>
                  </a:lnTo>
                  <a:lnTo>
                    <a:pt x="10928" y="811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67" y="1468"/>
                  </a:lnTo>
                  <a:lnTo>
                    <a:pt x="11083" y="1699"/>
                  </a:lnTo>
                  <a:lnTo>
                    <a:pt x="11199" y="1892"/>
                  </a:lnTo>
                  <a:lnTo>
                    <a:pt x="11546" y="2317"/>
                  </a:lnTo>
                  <a:lnTo>
                    <a:pt x="11932" y="2742"/>
                  </a:lnTo>
                  <a:lnTo>
                    <a:pt x="12396" y="3089"/>
                  </a:lnTo>
                  <a:lnTo>
                    <a:pt x="12859" y="3437"/>
                  </a:lnTo>
                  <a:lnTo>
                    <a:pt x="12048" y="3321"/>
                  </a:lnTo>
                  <a:lnTo>
                    <a:pt x="11199" y="3282"/>
                  </a:lnTo>
                  <a:lnTo>
                    <a:pt x="10388" y="3360"/>
                  </a:lnTo>
                  <a:lnTo>
                    <a:pt x="9615" y="3476"/>
                  </a:lnTo>
                  <a:lnTo>
                    <a:pt x="9654" y="3012"/>
                  </a:lnTo>
                  <a:lnTo>
                    <a:pt x="9654" y="2510"/>
                  </a:lnTo>
                  <a:lnTo>
                    <a:pt x="9615" y="2008"/>
                  </a:lnTo>
                  <a:lnTo>
                    <a:pt x="9500" y="1506"/>
                  </a:lnTo>
                  <a:lnTo>
                    <a:pt x="9075" y="1622"/>
                  </a:lnTo>
                  <a:lnTo>
                    <a:pt x="9152" y="2085"/>
                  </a:lnTo>
                  <a:lnTo>
                    <a:pt x="9152" y="2587"/>
                  </a:lnTo>
                  <a:lnTo>
                    <a:pt x="9113" y="3089"/>
                  </a:lnTo>
                  <a:lnTo>
                    <a:pt x="9075" y="3514"/>
                  </a:lnTo>
                  <a:lnTo>
                    <a:pt x="9075" y="3630"/>
                  </a:lnTo>
                  <a:lnTo>
                    <a:pt x="8225" y="3900"/>
                  </a:lnTo>
                  <a:lnTo>
                    <a:pt x="7414" y="4286"/>
                  </a:lnTo>
                  <a:lnTo>
                    <a:pt x="6604" y="4711"/>
                  </a:lnTo>
                  <a:lnTo>
                    <a:pt x="5831" y="5252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6" y="6217"/>
                  </a:lnTo>
                  <a:lnTo>
                    <a:pt x="3823" y="6951"/>
                  </a:lnTo>
                  <a:lnTo>
                    <a:pt x="3090" y="7685"/>
                  </a:lnTo>
                  <a:lnTo>
                    <a:pt x="2394" y="8495"/>
                  </a:lnTo>
                  <a:lnTo>
                    <a:pt x="1738" y="9306"/>
                  </a:lnTo>
                  <a:lnTo>
                    <a:pt x="1082" y="10156"/>
                  </a:lnTo>
                  <a:lnTo>
                    <a:pt x="502" y="10967"/>
                  </a:lnTo>
                  <a:lnTo>
                    <a:pt x="0" y="11816"/>
                  </a:lnTo>
                  <a:lnTo>
                    <a:pt x="309" y="12087"/>
                  </a:lnTo>
                  <a:lnTo>
                    <a:pt x="1545" y="10503"/>
                  </a:lnTo>
                  <a:lnTo>
                    <a:pt x="2742" y="8959"/>
                  </a:lnTo>
                  <a:lnTo>
                    <a:pt x="3360" y="8225"/>
                  </a:lnTo>
                  <a:lnTo>
                    <a:pt x="4016" y="7491"/>
                  </a:lnTo>
                  <a:lnTo>
                    <a:pt x="4711" y="6835"/>
                  </a:lnTo>
                  <a:lnTo>
                    <a:pt x="5484" y="6179"/>
                  </a:lnTo>
                  <a:lnTo>
                    <a:pt x="6256" y="5599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7" y="4441"/>
                  </a:lnTo>
                  <a:lnTo>
                    <a:pt x="8920" y="4248"/>
                  </a:lnTo>
                  <a:lnTo>
                    <a:pt x="9422" y="4132"/>
                  </a:lnTo>
                  <a:lnTo>
                    <a:pt x="9886" y="4016"/>
                  </a:lnTo>
                  <a:lnTo>
                    <a:pt x="10388" y="3939"/>
                  </a:lnTo>
                  <a:lnTo>
                    <a:pt x="10851" y="3862"/>
                  </a:lnTo>
                  <a:lnTo>
                    <a:pt x="11353" y="3823"/>
                  </a:lnTo>
                  <a:lnTo>
                    <a:pt x="11855" y="3823"/>
                  </a:lnTo>
                  <a:lnTo>
                    <a:pt x="12357" y="3862"/>
                  </a:lnTo>
                  <a:lnTo>
                    <a:pt x="12821" y="3939"/>
                  </a:lnTo>
                  <a:lnTo>
                    <a:pt x="12319" y="4016"/>
                  </a:lnTo>
                  <a:lnTo>
                    <a:pt x="11855" y="4132"/>
                  </a:lnTo>
                  <a:lnTo>
                    <a:pt x="11392" y="4286"/>
                  </a:lnTo>
                  <a:lnTo>
                    <a:pt x="11199" y="4402"/>
                  </a:lnTo>
                  <a:lnTo>
                    <a:pt x="11006" y="4557"/>
                  </a:lnTo>
                  <a:lnTo>
                    <a:pt x="10813" y="4711"/>
                  </a:lnTo>
                  <a:lnTo>
                    <a:pt x="10697" y="4866"/>
                  </a:lnTo>
                  <a:lnTo>
                    <a:pt x="10542" y="5059"/>
                  </a:lnTo>
                  <a:lnTo>
                    <a:pt x="10465" y="5290"/>
                  </a:lnTo>
                  <a:lnTo>
                    <a:pt x="10388" y="5522"/>
                  </a:lnTo>
                  <a:lnTo>
                    <a:pt x="10388" y="5754"/>
                  </a:lnTo>
                  <a:lnTo>
                    <a:pt x="10426" y="5947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3"/>
                  </a:lnTo>
                  <a:lnTo>
                    <a:pt x="11006" y="6410"/>
                  </a:lnTo>
                  <a:lnTo>
                    <a:pt x="11276" y="6449"/>
                  </a:lnTo>
                  <a:lnTo>
                    <a:pt x="11585" y="6410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2"/>
                  </a:lnTo>
                  <a:lnTo>
                    <a:pt x="13422" y="5533"/>
                  </a:lnTo>
                  <a:lnTo>
                    <a:pt x="13422" y="5533"/>
                  </a:lnTo>
                  <a:lnTo>
                    <a:pt x="13786" y="5715"/>
                  </a:lnTo>
                  <a:lnTo>
                    <a:pt x="14056" y="4866"/>
                  </a:lnTo>
                  <a:lnTo>
                    <a:pt x="14211" y="5406"/>
                  </a:lnTo>
                  <a:lnTo>
                    <a:pt x="14404" y="5908"/>
                  </a:lnTo>
                  <a:lnTo>
                    <a:pt x="14674" y="6410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8" y="7298"/>
                  </a:lnTo>
                  <a:lnTo>
                    <a:pt x="15678" y="7491"/>
                  </a:lnTo>
                  <a:lnTo>
                    <a:pt x="15987" y="7685"/>
                  </a:lnTo>
                  <a:lnTo>
                    <a:pt x="16296" y="7800"/>
                  </a:lnTo>
                  <a:lnTo>
                    <a:pt x="16605" y="7878"/>
                  </a:lnTo>
                  <a:lnTo>
                    <a:pt x="16875" y="7878"/>
                  </a:lnTo>
                  <a:lnTo>
                    <a:pt x="17030" y="7800"/>
                  </a:lnTo>
                  <a:lnTo>
                    <a:pt x="17184" y="7723"/>
                  </a:lnTo>
                  <a:lnTo>
                    <a:pt x="17300" y="7646"/>
                  </a:lnTo>
                  <a:lnTo>
                    <a:pt x="17377" y="7530"/>
                  </a:lnTo>
                  <a:lnTo>
                    <a:pt x="17416" y="7414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6" y="6603"/>
                  </a:lnTo>
                  <a:lnTo>
                    <a:pt x="17300" y="6294"/>
                  </a:lnTo>
                  <a:lnTo>
                    <a:pt x="17184" y="5986"/>
                  </a:lnTo>
                  <a:lnTo>
                    <a:pt x="17030" y="5715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0"/>
                  </a:lnTo>
                  <a:lnTo>
                    <a:pt x="16257" y="4788"/>
                  </a:lnTo>
                  <a:lnTo>
                    <a:pt x="16026" y="4634"/>
                  </a:lnTo>
                  <a:lnTo>
                    <a:pt x="15524" y="4286"/>
                  </a:lnTo>
                  <a:lnTo>
                    <a:pt x="14944" y="4016"/>
                  </a:lnTo>
                  <a:lnTo>
                    <a:pt x="15408" y="3900"/>
                  </a:lnTo>
                  <a:lnTo>
                    <a:pt x="15832" y="3746"/>
                  </a:lnTo>
                  <a:lnTo>
                    <a:pt x="16219" y="3514"/>
                  </a:lnTo>
                  <a:lnTo>
                    <a:pt x="16605" y="3244"/>
                  </a:lnTo>
                  <a:lnTo>
                    <a:pt x="16759" y="3089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5" y="2201"/>
                  </a:lnTo>
                  <a:lnTo>
                    <a:pt x="17107" y="1931"/>
                  </a:lnTo>
                  <a:lnTo>
                    <a:pt x="17068" y="1699"/>
                  </a:lnTo>
                  <a:lnTo>
                    <a:pt x="16914" y="1506"/>
                  </a:lnTo>
                  <a:lnTo>
                    <a:pt x="16759" y="1313"/>
                  </a:lnTo>
                  <a:lnTo>
                    <a:pt x="16528" y="1236"/>
                  </a:lnTo>
                  <a:lnTo>
                    <a:pt x="16334" y="1159"/>
                  </a:lnTo>
                  <a:lnTo>
                    <a:pt x="16103" y="1159"/>
                  </a:lnTo>
                  <a:lnTo>
                    <a:pt x="15910" y="1197"/>
                  </a:lnTo>
                  <a:lnTo>
                    <a:pt x="15678" y="1275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6" y="2587"/>
                  </a:lnTo>
                  <a:lnTo>
                    <a:pt x="14095" y="3012"/>
                  </a:lnTo>
                  <a:lnTo>
                    <a:pt x="13940" y="2433"/>
                  </a:lnTo>
                  <a:lnTo>
                    <a:pt x="13747" y="1892"/>
                  </a:lnTo>
                  <a:lnTo>
                    <a:pt x="13516" y="1352"/>
                  </a:lnTo>
                  <a:lnTo>
                    <a:pt x="13168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7" y="155"/>
                  </a:lnTo>
                  <a:lnTo>
                    <a:pt x="12087" y="39"/>
                  </a:lnTo>
                  <a:lnTo>
                    <a:pt x="118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17"/>
            <p:cNvSpPr/>
            <p:nvPr/>
          </p:nvSpPr>
          <p:spPr>
            <a:xfrm>
              <a:off x="5590125" y="11338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17"/>
            <p:cNvSpPr/>
            <p:nvPr/>
          </p:nvSpPr>
          <p:spPr>
            <a:xfrm>
              <a:off x="5491675" y="1139600"/>
              <a:ext cx="21250" cy="8725"/>
            </a:xfrm>
            <a:custGeom>
              <a:avLst/>
              <a:gdLst/>
              <a:ahLst/>
              <a:cxnLst/>
              <a:rect l="l" t="t" r="r" b="b"/>
              <a:pathLst>
                <a:path w="850" h="349" extrusionOk="0">
                  <a:moveTo>
                    <a:pt x="425" y="1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4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4"/>
                  </a:lnTo>
                  <a:lnTo>
                    <a:pt x="811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17"/>
            <p:cNvSpPr/>
            <p:nvPr/>
          </p:nvSpPr>
          <p:spPr>
            <a:xfrm>
              <a:off x="2443975" y="1153125"/>
              <a:ext cx="315725" cy="477875"/>
            </a:xfrm>
            <a:custGeom>
              <a:avLst/>
              <a:gdLst/>
              <a:ahLst/>
              <a:cxnLst/>
              <a:rect l="l" t="t" r="r" b="b"/>
              <a:pathLst>
                <a:path w="12629" h="19115" extrusionOk="0">
                  <a:moveTo>
                    <a:pt x="1005" y="618"/>
                  </a:moveTo>
                  <a:lnTo>
                    <a:pt x="1661" y="850"/>
                  </a:lnTo>
                  <a:lnTo>
                    <a:pt x="2318" y="1120"/>
                  </a:lnTo>
                  <a:lnTo>
                    <a:pt x="2743" y="1352"/>
                  </a:lnTo>
                  <a:lnTo>
                    <a:pt x="3167" y="1583"/>
                  </a:lnTo>
                  <a:lnTo>
                    <a:pt x="3322" y="1699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1"/>
                  </a:lnTo>
                  <a:lnTo>
                    <a:pt x="4017" y="2819"/>
                  </a:lnTo>
                  <a:lnTo>
                    <a:pt x="5677" y="6796"/>
                  </a:lnTo>
                  <a:lnTo>
                    <a:pt x="9075" y="15021"/>
                  </a:lnTo>
                  <a:lnTo>
                    <a:pt x="9153" y="15098"/>
                  </a:lnTo>
                  <a:lnTo>
                    <a:pt x="9191" y="15137"/>
                  </a:lnTo>
                  <a:lnTo>
                    <a:pt x="9346" y="15137"/>
                  </a:lnTo>
                  <a:lnTo>
                    <a:pt x="8921" y="15369"/>
                  </a:lnTo>
                  <a:lnTo>
                    <a:pt x="7956" y="13515"/>
                  </a:lnTo>
                  <a:lnTo>
                    <a:pt x="6990" y="11662"/>
                  </a:lnTo>
                  <a:lnTo>
                    <a:pt x="5021" y="7955"/>
                  </a:lnTo>
                  <a:lnTo>
                    <a:pt x="3013" y="4286"/>
                  </a:lnTo>
                  <a:lnTo>
                    <a:pt x="1005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20" y="11739"/>
                  </a:lnTo>
                  <a:lnTo>
                    <a:pt x="7763" y="13593"/>
                  </a:lnTo>
                  <a:lnTo>
                    <a:pt x="8805" y="15446"/>
                  </a:lnTo>
                  <a:lnTo>
                    <a:pt x="8651" y="15523"/>
                  </a:lnTo>
                  <a:lnTo>
                    <a:pt x="7415" y="13747"/>
                  </a:lnTo>
                  <a:lnTo>
                    <a:pt x="6179" y="12009"/>
                  </a:lnTo>
                  <a:lnTo>
                    <a:pt x="3592" y="8534"/>
                  </a:lnTo>
                  <a:lnTo>
                    <a:pt x="2318" y="6758"/>
                  </a:lnTo>
                  <a:lnTo>
                    <a:pt x="1005" y="4943"/>
                  </a:lnTo>
                  <a:lnTo>
                    <a:pt x="850" y="4711"/>
                  </a:lnTo>
                  <a:lnTo>
                    <a:pt x="735" y="4479"/>
                  </a:lnTo>
                  <a:lnTo>
                    <a:pt x="619" y="4209"/>
                  </a:lnTo>
                  <a:lnTo>
                    <a:pt x="542" y="3939"/>
                  </a:lnTo>
                  <a:lnTo>
                    <a:pt x="464" y="3398"/>
                  </a:lnTo>
                  <a:lnTo>
                    <a:pt x="426" y="2819"/>
                  </a:lnTo>
                  <a:lnTo>
                    <a:pt x="464" y="2240"/>
                  </a:lnTo>
                  <a:lnTo>
                    <a:pt x="503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3" y="12357"/>
                  </a:lnTo>
                  <a:lnTo>
                    <a:pt x="11817" y="12434"/>
                  </a:lnTo>
                  <a:lnTo>
                    <a:pt x="12165" y="12859"/>
                  </a:lnTo>
                  <a:lnTo>
                    <a:pt x="12242" y="13052"/>
                  </a:lnTo>
                  <a:lnTo>
                    <a:pt x="12280" y="13245"/>
                  </a:lnTo>
                  <a:lnTo>
                    <a:pt x="12242" y="13438"/>
                  </a:lnTo>
                  <a:lnTo>
                    <a:pt x="12203" y="13631"/>
                  </a:lnTo>
                  <a:lnTo>
                    <a:pt x="12049" y="14017"/>
                  </a:lnTo>
                  <a:lnTo>
                    <a:pt x="11856" y="14365"/>
                  </a:lnTo>
                  <a:lnTo>
                    <a:pt x="11508" y="14790"/>
                  </a:lnTo>
                  <a:lnTo>
                    <a:pt x="11122" y="15176"/>
                  </a:lnTo>
                  <a:lnTo>
                    <a:pt x="10697" y="15523"/>
                  </a:lnTo>
                  <a:lnTo>
                    <a:pt x="10273" y="15871"/>
                  </a:lnTo>
                  <a:lnTo>
                    <a:pt x="10157" y="15871"/>
                  </a:lnTo>
                  <a:lnTo>
                    <a:pt x="10118" y="15987"/>
                  </a:lnTo>
                  <a:lnTo>
                    <a:pt x="9771" y="16180"/>
                  </a:lnTo>
                  <a:lnTo>
                    <a:pt x="9114" y="16604"/>
                  </a:lnTo>
                  <a:lnTo>
                    <a:pt x="8458" y="16952"/>
                  </a:lnTo>
                  <a:lnTo>
                    <a:pt x="7724" y="17261"/>
                  </a:lnTo>
                  <a:lnTo>
                    <a:pt x="6990" y="17493"/>
                  </a:lnTo>
                  <a:lnTo>
                    <a:pt x="6643" y="17608"/>
                  </a:lnTo>
                  <a:lnTo>
                    <a:pt x="6295" y="17647"/>
                  </a:lnTo>
                  <a:lnTo>
                    <a:pt x="5755" y="17647"/>
                  </a:lnTo>
                  <a:lnTo>
                    <a:pt x="5562" y="17570"/>
                  </a:lnTo>
                  <a:lnTo>
                    <a:pt x="5446" y="17493"/>
                  </a:lnTo>
                  <a:lnTo>
                    <a:pt x="5330" y="17415"/>
                  </a:lnTo>
                  <a:lnTo>
                    <a:pt x="5098" y="17184"/>
                  </a:lnTo>
                  <a:lnTo>
                    <a:pt x="4982" y="16875"/>
                  </a:lnTo>
                  <a:lnTo>
                    <a:pt x="4905" y="16604"/>
                  </a:lnTo>
                  <a:lnTo>
                    <a:pt x="4944" y="16411"/>
                  </a:lnTo>
                  <a:lnTo>
                    <a:pt x="4982" y="16218"/>
                  </a:lnTo>
                  <a:lnTo>
                    <a:pt x="5060" y="16064"/>
                  </a:lnTo>
                  <a:lnTo>
                    <a:pt x="5175" y="15948"/>
                  </a:lnTo>
                  <a:lnTo>
                    <a:pt x="5291" y="15832"/>
                  </a:lnTo>
                  <a:lnTo>
                    <a:pt x="5407" y="15755"/>
                  </a:lnTo>
                  <a:lnTo>
                    <a:pt x="5523" y="15716"/>
                  </a:lnTo>
                  <a:lnTo>
                    <a:pt x="5639" y="15755"/>
                  </a:lnTo>
                  <a:lnTo>
                    <a:pt x="5793" y="15832"/>
                  </a:lnTo>
                  <a:lnTo>
                    <a:pt x="5948" y="15948"/>
                  </a:lnTo>
                  <a:lnTo>
                    <a:pt x="6064" y="16141"/>
                  </a:lnTo>
                  <a:lnTo>
                    <a:pt x="6257" y="16373"/>
                  </a:lnTo>
                  <a:lnTo>
                    <a:pt x="6102" y="16411"/>
                  </a:lnTo>
                  <a:lnTo>
                    <a:pt x="6025" y="16450"/>
                  </a:lnTo>
                  <a:lnTo>
                    <a:pt x="6025" y="16566"/>
                  </a:lnTo>
                  <a:lnTo>
                    <a:pt x="6064" y="16643"/>
                  </a:lnTo>
                  <a:lnTo>
                    <a:pt x="6141" y="16643"/>
                  </a:lnTo>
                  <a:lnTo>
                    <a:pt x="6913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30" y="15716"/>
                  </a:lnTo>
                  <a:lnTo>
                    <a:pt x="9616" y="15485"/>
                  </a:lnTo>
                  <a:lnTo>
                    <a:pt x="9964" y="15253"/>
                  </a:lnTo>
                  <a:lnTo>
                    <a:pt x="10273" y="15021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2" y="14172"/>
                  </a:lnTo>
                  <a:lnTo>
                    <a:pt x="11354" y="13824"/>
                  </a:lnTo>
                  <a:lnTo>
                    <a:pt x="11547" y="13515"/>
                  </a:lnTo>
                  <a:lnTo>
                    <a:pt x="11547" y="13438"/>
                  </a:lnTo>
                  <a:lnTo>
                    <a:pt x="11547" y="13361"/>
                  </a:lnTo>
                  <a:lnTo>
                    <a:pt x="11508" y="13284"/>
                  </a:lnTo>
                  <a:lnTo>
                    <a:pt x="11431" y="13245"/>
                  </a:lnTo>
                  <a:lnTo>
                    <a:pt x="11238" y="13245"/>
                  </a:lnTo>
                  <a:lnTo>
                    <a:pt x="11161" y="13322"/>
                  </a:lnTo>
                  <a:lnTo>
                    <a:pt x="10968" y="13670"/>
                  </a:lnTo>
                  <a:lnTo>
                    <a:pt x="10775" y="13554"/>
                  </a:lnTo>
                  <a:lnTo>
                    <a:pt x="10659" y="13438"/>
                  </a:lnTo>
                  <a:lnTo>
                    <a:pt x="10620" y="13284"/>
                  </a:lnTo>
                  <a:lnTo>
                    <a:pt x="10581" y="13168"/>
                  </a:lnTo>
                  <a:lnTo>
                    <a:pt x="10620" y="13013"/>
                  </a:lnTo>
                  <a:lnTo>
                    <a:pt x="10659" y="12859"/>
                  </a:lnTo>
                  <a:lnTo>
                    <a:pt x="10852" y="12627"/>
                  </a:lnTo>
                  <a:lnTo>
                    <a:pt x="10929" y="12473"/>
                  </a:lnTo>
                  <a:lnTo>
                    <a:pt x="11045" y="12357"/>
                  </a:lnTo>
                  <a:lnTo>
                    <a:pt x="11122" y="12318"/>
                  </a:lnTo>
                  <a:lnTo>
                    <a:pt x="11238" y="12280"/>
                  </a:lnTo>
                  <a:close/>
                  <a:moveTo>
                    <a:pt x="426" y="0"/>
                  </a:moveTo>
                  <a:lnTo>
                    <a:pt x="349" y="39"/>
                  </a:lnTo>
                  <a:lnTo>
                    <a:pt x="271" y="116"/>
                  </a:lnTo>
                  <a:lnTo>
                    <a:pt x="233" y="193"/>
                  </a:lnTo>
                  <a:lnTo>
                    <a:pt x="78" y="2587"/>
                  </a:lnTo>
                  <a:lnTo>
                    <a:pt x="40" y="3012"/>
                  </a:lnTo>
                  <a:lnTo>
                    <a:pt x="1" y="3475"/>
                  </a:lnTo>
                  <a:lnTo>
                    <a:pt x="40" y="3900"/>
                  </a:lnTo>
                  <a:lnTo>
                    <a:pt x="117" y="4325"/>
                  </a:lnTo>
                  <a:lnTo>
                    <a:pt x="233" y="4518"/>
                  </a:lnTo>
                  <a:lnTo>
                    <a:pt x="349" y="4750"/>
                  </a:lnTo>
                  <a:lnTo>
                    <a:pt x="619" y="5175"/>
                  </a:lnTo>
                  <a:lnTo>
                    <a:pt x="1237" y="5985"/>
                  </a:lnTo>
                  <a:lnTo>
                    <a:pt x="2665" y="7955"/>
                  </a:lnTo>
                  <a:lnTo>
                    <a:pt x="5446" y="11816"/>
                  </a:lnTo>
                  <a:lnTo>
                    <a:pt x="6874" y="13747"/>
                  </a:lnTo>
                  <a:lnTo>
                    <a:pt x="8342" y="15639"/>
                  </a:lnTo>
                  <a:lnTo>
                    <a:pt x="7492" y="15987"/>
                  </a:lnTo>
                  <a:lnTo>
                    <a:pt x="6643" y="16257"/>
                  </a:lnTo>
                  <a:lnTo>
                    <a:pt x="6643" y="16257"/>
                  </a:lnTo>
                  <a:lnTo>
                    <a:pt x="6681" y="16102"/>
                  </a:lnTo>
                  <a:lnTo>
                    <a:pt x="6681" y="15948"/>
                  </a:lnTo>
                  <a:lnTo>
                    <a:pt x="6643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4" y="15369"/>
                  </a:lnTo>
                  <a:lnTo>
                    <a:pt x="6179" y="15292"/>
                  </a:lnTo>
                  <a:lnTo>
                    <a:pt x="6025" y="15253"/>
                  </a:lnTo>
                  <a:lnTo>
                    <a:pt x="5716" y="15253"/>
                  </a:lnTo>
                  <a:lnTo>
                    <a:pt x="5484" y="15292"/>
                  </a:lnTo>
                  <a:lnTo>
                    <a:pt x="5214" y="15407"/>
                  </a:lnTo>
                  <a:lnTo>
                    <a:pt x="5021" y="15600"/>
                  </a:lnTo>
                  <a:lnTo>
                    <a:pt x="4828" y="15794"/>
                  </a:lnTo>
                  <a:lnTo>
                    <a:pt x="4712" y="16025"/>
                  </a:lnTo>
                  <a:lnTo>
                    <a:pt x="4596" y="16296"/>
                  </a:lnTo>
                  <a:lnTo>
                    <a:pt x="4596" y="16566"/>
                  </a:lnTo>
                  <a:lnTo>
                    <a:pt x="4635" y="16991"/>
                  </a:lnTo>
                  <a:lnTo>
                    <a:pt x="4751" y="17300"/>
                  </a:lnTo>
                  <a:lnTo>
                    <a:pt x="4905" y="17531"/>
                  </a:lnTo>
                  <a:lnTo>
                    <a:pt x="5098" y="17724"/>
                  </a:lnTo>
                  <a:lnTo>
                    <a:pt x="5368" y="17840"/>
                  </a:lnTo>
                  <a:lnTo>
                    <a:pt x="5677" y="17917"/>
                  </a:lnTo>
                  <a:lnTo>
                    <a:pt x="6025" y="17956"/>
                  </a:lnTo>
                  <a:lnTo>
                    <a:pt x="6372" y="17917"/>
                  </a:lnTo>
                  <a:lnTo>
                    <a:pt x="6720" y="17840"/>
                  </a:lnTo>
                  <a:lnTo>
                    <a:pt x="7106" y="17763"/>
                  </a:lnTo>
                  <a:lnTo>
                    <a:pt x="7878" y="17531"/>
                  </a:lnTo>
                  <a:lnTo>
                    <a:pt x="8573" y="17222"/>
                  </a:lnTo>
                  <a:lnTo>
                    <a:pt x="9153" y="16952"/>
                  </a:lnTo>
                  <a:lnTo>
                    <a:pt x="9230" y="16875"/>
                  </a:lnTo>
                  <a:lnTo>
                    <a:pt x="9462" y="16759"/>
                  </a:lnTo>
                  <a:lnTo>
                    <a:pt x="10234" y="16257"/>
                  </a:lnTo>
                  <a:lnTo>
                    <a:pt x="10813" y="17106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4"/>
                  </a:lnTo>
                  <a:lnTo>
                    <a:pt x="12280" y="19037"/>
                  </a:lnTo>
                  <a:lnTo>
                    <a:pt x="12203" y="18883"/>
                  </a:lnTo>
                  <a:lnTo>
                    <a:pt x="11817" y="18149"/>
                  </a:lnTo>
                  <a:lnTo>
                    <a:pt x="11392" y="17454"/>
                  </a:lnTo>
                  <a:lnTo>
                    <a:pt x="10929" y="16759"/>
                  </a:lnTo>
                  <a:lnTo>
                    <a:pt x="10466" y="16102"/>
                  </a:lnTo>
                  <a:lnTo>
                    <a:pt x="10968" y="15716"/>
                  </a:lnTo>
                  <a:lnTo>
                    <a:pt x="11470" y="15253"/>
                  </a:lnTo>
                  <a:lnTo>
                    <a:pt x="11894" y="14790"/>
                  </a:lnTo>
                  <a:lnTo>
                    <a:pt x="12126" y="14558"/>
                  </a:lnTo>
                  <a:lnTo>
                    <a:pt x="12280" y="14288"/>
                  </a:lnTo>
                  <a:lnTo>
                    <a:pt x="12435" y="14056"/>
                  </a:lnTo>
                  <a:lnTo>
                    <a:pt x="12512" y="13786"/>
                  </a:lnTo>
                  <a:lnTo>
                    <a:pt x="12589" y="13554"/>
                  </a:lnTo>
                  <a:lnTo>
                    <a:pt x="12628" y="13284"/>
                  </a:lnTo>
                  <a:lnTo>
                    <a:pt x="12589" y="13052"/>
                  </a:lnTo>
                  <a:lnTo>
                    <a:pt x="12512" y="12820"/>
                  </a:lnTo>
                  <a:lnTo>
                    <a:pt x="12358" y="12589"/>
                  </a:lnTo>
                  <a:lnTo>
                    <a:pt x="12165" y="12357"/>
                  </a:lnTo>
                  <a:lnTo>
                    <a:pt x="11972" y="12202"/>
                  </a:lnTo>
                  <a:lnTo>
                    <a:pt x="11740" y="12087"/>
                  </a:lnTo>
                  <a:lnTo>
                    <a:pt x="11470" y="12009"/>
                  </a:lnTo>
                  <a:lnTo>
                    <a:pt x="11238" y="12009"/>
                  </a:lnTo>
                  <a:lnTo>
                    <a:pt x="10968" y="12048"/>
                  </a:lnTo>
                  <a:lnTo>
                    <a:pt x="10736" y="12125"/>
                  </a:lnTo>
                  <a:lnTo>
                    <a:pt x="10543" y="12280"/>
                  </a:lnTo>
                  <a:lnTo>
                    <a:pt x="10388" y="12511"/>
                  </a:lnTo>
                  <a:lnTo>
                    <a:pt x="10311" y="12704"/>
                  </a:lnTo>
                  <a:lnTo>
                    <a:pt x="10273" y="12897"/>
                  </a:lnTo>
                  <a:lnTo>
                    <a:pt x="10273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20" y="13786"/>
                  </a:lnTo>
                  <a:lnTo>
                    <a:pt x="10813" y="13901"/>
                  </a:lnTo>
                  <a:lnTo>
                    <a:pt x="10504" y="14249"/>
                  </a:lnTo>
                  <a:lnTo>
                    <a:pt x="10157" y="14597"/>
                  </a:lnTo>
                  <a:lnTo>
                    <a:pt x="9771" y="14867"/>
                  </a:lnTo>
                  <a:lnTo>
                    <a:pt x="9431" y="15083"/>
                  </a:lnTo>
                  <a:lnTo>
                    <a:pt x="9431" y="15083"/>
                  </a:lnTo>
                  <a:lnTo>
                    <a:pt x="9462" y="15021"/>
                  </a:lnTo>
                  <a:lnTo>
                    <a:pt x="9500" y="14944"/>
                  </a:lnTo>
                  <a:lnTo>
                    <a:pt x="9462" y="14828"/>
                  </a:lnTo>
                  <a:lnTo>
                    <a:pt x="5716" y="5754"/>
                  </a:lnTo>
                  <a:lnTo>
                    <a:pt x="4789" y="3475"/>
                  </a:lnTo>
                  <a:lnTo>
                    <a:pt x="4364" y="2471"/>
                  </a:lnTo>
                  <a:lnTo>
                    <a:pt x="4133" y="1969"/>
                  </a:lnTo>
                  <a:lnTo>
                    <a:pt x="3978" y="1738"/>
                  </a:lnTo>
                  <a:lnTo>
                    <a:pt x="3824" y="1545"/>
                  </a:lnTo>
                  <a:lnTo>
                    <a:pt x="3515" y="1236"/>
                  </a:lnTo>
                  <a:lnTo>
                    <a:pt x="3129" y="965"/>
                  </a:lnTo>
                  <a:lnTo>
                    <a:pt x="2743" y="772"/>
                  </a:lnTo>
                  <a:lnTo>
                    <a:pt x="2279" y="541"/>
                  </a:lnTo>
                  <a:lnTo>
                    <a:pt x="1816" y="386"/>
                  </a:lnTo>
                  <a:lnTo>
                    <a:pt x="1391" y="232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17"/>
            <p:cNvSpPr/>
            <p:nvPr/>
          </p:nvSpPr>
          <p:spPr>
            <a:xfrm>
              <a:off x="5383550" y="11801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2"/>
                  </a:lnTo>
                  <a:lnTo>
                    <a:pt x="1583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2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17"/>
            <p:cNvSpPr/>
            <p:nvPr/>
          </p:nvSpPr>
          <p:spPr>
            <a:xfrm>
              <a:off x="1657200" y="1227450"/>
              <a:ext cx="61825" cy="90775"/>
            </a:xfrm>
            <a:custGeom>
              <a:avLst/>
              <a:gdLst/>
              <a:ahLst/>
              <a:cxnLst/>
              <a:rect l="l" t="t" r="r" b="b"/>
              <a:pathLst>
                <a:path w="2473" h="3631" extrusionOk="0">
                  <a:moveTo>
                    <a:pt x="1198" y="0"/>
                  </a:moveTo>
                  <a:lnTo>
                    <a:pt x="1082" y="39"/>
                  </a:lnTo>
                  <a:lnTo>
                    <a:pt x="1005" y="39"/>
                  </a:lnTo>
                  <a:lnTo>
                    <a:pt x="966" y="116"/>
                  </a:lnTo>
                  <a:lnTo>
                    <a:pt x="966" y="194"/>
                  </a:lnTo>
                  <a:lnTo>
                    <a:pt x="966" y="232"/>
                  </a:lnTo>
                  <a:lnTo>
                    <a:pt x="850" y="271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5" y="618"/>
                  </a:lnTo>
                  <a:lnTo>
                    <a:pt x="773" y="657"/>
                  </a:lnTo>
                  <a:lnTo>
                    <a:pt x="850" y="734"/>
                  </a:lnTo>
                  <a:lnTo>
                    <a:pt x="1082" y="811"/>
                  </a:lnTo>
                  <a:lnTo>
                    <a:pt x="1275" y="966"/>
                  </a:lnTo>
                  <a:lnTo>
                    <a:pt x="1468" y="1120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70" y="2163"/>
                  </a:lnTo>
                  <a:lnTo>
                    <a:pt x="1932" y="2472"/>
                  </a:lnTo>
                  <a:lnTo>
                    <a:pt x="1816" y="2742"/>
                  </a:lnTo>
                  <a:lnTo>
                    <a:pt x="1739" y="2897"/>
                  </a:lnTo>
                  <a:lnTo>
                    <a:pt x="1661" y="2974"/>
                  </a:lnTo>
                  <a:lnTo>
                    <a:pt x="1545" y="3090"/>
                  </a:lnTo>
                  <a:lnTo>
                    <a:pt x="1391" y="3128"/>
                  </a:lnTo>
                  <a:lnTo>
                    <a:pt x="1237" y="3167"/>
                  </a:lnTo>
                  <a:lnTo>
                    <a:pt x="1043" y="3128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626"/>
                  </a:lnTo>
                  <a:lnTo>
                    <a:pt x="928" y="2472"/>
                  </a:lnTo>
                  <a:lnTo>
                    <a:pt x="1082" y="2356"/>
                  </a:lnTo>
                  <a:lnTo>
                    <a:pt x="1159" y="2279"/>
                  </a:lnTo>
                  <a:lnTo>
                    <a:pt x="1159" y="2163"/>
                  </a:lnTo>
                  <a:lnTo>
                    <a:pt x="1159" y="2047"/>
                  </a:lnTo>
                  <a:lnTo>
                    <a:pt x="1082" y="1970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52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63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48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60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630"/>
                  </a:lnTo>
                  <a:lnTo>
                    <a:pt x="1275" y="3630"/>
                  </a:lnTo>
                  <a:lnTo>
                    <a:pt x="1507" y="3592"/>
                  </a:lnTo>
                  <a:lnTo>
                    <a:pt x="1700" y="3514"/>
                  </a:lnTo>
                  <a:lnTo>
                    <a:pt x="1854" y="3437"/>
                  </a:lnTo>
                  <a:lnTo>
                    <a:pt x="2047" y="3244"/>
                  </a:lnTo>
                  <a:lnTo>
                    <a:pt x="2202" y="3090"/>
                  </a:lnTo>
                  <a:lnTo>
                    <a:pt x="2318" y="2897"/>
                  </a:lnTo>
                  <a:lnTo>
                    <a:pt x="2395" y="2703"/>
                  </a:lnTo>
                  <a:lnTo>
                    <a:pt x="2434" y="2472"/>
                  </a:lnTo>
                  <a:lnTo>
                    <a:pt x="2472" y="2279"/>
                  </a:lnTo>
                  <a:lnTo>
                    <a:pt x="2434" y="2047"/>
                  </a:lnTo>
                  <a:lnTo>
                    <a:pt x="2395" y="1815"/>
                  </a:lnTo>
                  <a:lnTo>
                    <a:pt x="2318" y="1622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17"/>
            <p:cNvSpPr/>
            <p:nvPr/>
          </p:nvSpPr>
          <p:spPr>
            <a:xfrm>
              <a:off x="6055450" y="1230350"/>
              <a:ext cx="302175" cy="155450"/>
            </a:xfrm>
            <a:custGeom>
              <a:avLst/>
              <a:gdLst/>
              <a:ahLst/>
              <a:cxnLst/>
              <a:rect l="l" t="t" r="r" b="b"/>
              <a:pathLst>
                <a:path w="12087" h="6218" extrusionOk="0">
                  <a:moveTo>
                    <a:pt x="11739" y="0"/>
                  </a:moveTo>
                  <a:lnTo>
                    <a:pt x="11662" y="39"/>
                  </a:lnTo>
                  <a:lnTo>
                    <a:pt x="11585" y="78"/>
                  </a:lnTo>
                  <a:lnTo>
                    <a:pt x="11507" y="116"/>
                  </a:lnTo>
                  <a:lnTo>
                    <a:pt x="11469" y="232"/>
                  </a:lnTo>
                  <a:lnTo>
                    <a:pt x="11469" y="309"/>
                  </a:lnTo>
                  <a:lnTo>
                    <a:pt x="11507" y="425"/>
                  </a:lnTo>
                  <a:lnTo>
                    <a:pt x="11585" y="580"/>
                  </a:lnTo>
                  <a:lnTo>
                    <a:pt x="11623" y="773"/>
                  </a:lnTo>
                  <a:lnTo>
                    <a:pt x="11585" y="966"/>
                  </a:lnTo>
                  <a:lnTo>
                    <a:pt x="11507" y="1120"/>
                  </a:lnTo>
                  <a:lnTo>
                    <a:pt x="11392" y="1275"/>
                  </a:lnTo>
                  <a:lnTo>
                    <a:pt x="11276" y="1429"/>
                  </a:lnTo>
                  <a:lnTo>
                    <a:pt x="10928" y="1738"/>
                  </a:lnTo>
                  <a:lnTo>
                    <a:pt x="10503" y="2008"/>
                  </a:lnTo>
                  <a:lnTo>
                    <a:pt x="10079" y="2240"/>
                  </a:lnTo>
                  <a:lnTo>
                    <a:pt x="9422" y="2587"/>
                  </a:lnTo>
                  <a:lnTo>
                    <a:pt x="9036" y="2781"/>
                  </a:lnTo>
                  <a:lnTo>
                    <a:pt x="9036" y="2703"/>
                  </a:lnTo>
                  <a:lnTo>
                    <a:pt x="8959" y="2626"/>
                  </a:lnTo>
                  <a:lnTo>
                    <a:pt x="8495" y="2201"/>
                  </a:lnTo>
                  <a:lnTo>
                    <a:pt x="8109" y="1699"/>
                  </a:lnTo>
                  <a:lnTo>
                    <a:pt x="7839" y="1892"/>
                  </a:lnTo>
                  <a:lnTo>
                    <a:pt x="7993" y="2201"/>
                  </a:lnTo>
                  <a:lnTo>
                    <a:pt x="8187" y="2510"/>
                  </a:lnTo>
                  <a:lnTo>
                    <a:pt x="8418" y="2781"/>
                  </a:lnTo>
                  <a:lnTo>
                    <a:pt x="8650" y="2974"/>
                  </a:lnTo>
                  <a:lnTo>
                    <a:pt x="7607" y="3514"/>
                  </a:lnTo>
                  <a:lnTo>
                    <a:pt x="6565" y="3978"/>
                  </a:lnTo>
                  <a:lnTo>
                    <a:pt x="5252" y="4518"/>
                  </a:lnTo>
                  <a:lnTo>
                    <a:pt x="3939" y="4982"/>
                  </a:lnTo>
                  <a:lnTo>
                    <a:pt x="3669" y="5059"/>
                  </a:lnTo>
                  <a:lnTo>
                    <a:pt x="3707" y="4711"/>
                  </a:lnTo>
                  <a:lnTo>
                    <a:pt x="3630" y="4364"/>
                  </a:lnTo>
                  <a:lnTo>
                    <a:pt x="3514" y="4055"/>
                  </a:lnTo>
                  <a:lnTo>
                    <a:pt x="3321" y="3707"/>
                  </a:lnTo>
                  <a:lnTo>
                    <a:pt x="3012" y="3900"/>
                  </a:lnTo>
                  <a:lnTo>
                    <a:pt x="3128" y="4171"/>
                  </a:lnTo>
                  <a:lnTo>
                    <a:pt x="3205" y="4441"/>
                  </a:lnTo>
                  <a:lnTo>
                    <a:pt x="3244" y="4866"/>
                  </a:lnTo>
                  <a:lnTo>
                    <a:pt x="3244" y="5252"/>
                  </a:lnTo>
                  <a:lnTo>
                    <a:pt x="2356" y="5522"/>
                  </a:lnTo>
                  <a:lnTo>
                    <a:pt x="1892" y="5638"/>
                  </a:lnTo>
                  <a:lnTo>
                    <a:pt x="1429" y="5677"/>
                  </a:lnTo>
                  <a:lnTo>
                    <a:pt x="1043" y="5715"/>
                  </a:lnTo>
                  <a:lnTo>
                    <a:pt x="850" y="5715"/>
                  </a:lnTo>
                  <a:lnTo>
                    <a:pt x="695" y="5677"/>
                  </a:lnTo>
                  <a:lnTo>
                    <a:pt x="579" y="5599"/>
                  </a:lnTo>
                  <a:lnTo>
                    <a:pt x="464" y="5522"/>
                  </a:lnTo>
                  <a:lnTo>
                    <a:pt x="386" y="5406"/>
                  </a:lnTo>
                  <a:lnTo>
                    <a:pt x="348" y="5291"/>
                  </a:lnTo>
                  <a:lnTo>
                    <a:pt x="309" y="5213"/>
                  </a:lnTo>
                  <a:lnTo>
                    <a:pt x="270" y="5175"/>
                  </a:lnTo>
                  <a:lnTo>
                    <a:pt x="155" y="5136"/>
                  </a:lnTo>
                  <a:lnTo>
                    <a:pt x="77" y="5175"/>
                  </a:lnTo>
                  <a:lnTo>
                    <a:pt x="39" y="5213"/>
                  </a:lnTo>
                  <a:lnTo>
                    <a:pt x="0" y="5291"/>
                  </a:lnTo>
                  <a:lnTo>
                    <a:pt x="0" y="5445"/>
                  </a:lnTo>
                  <a:lnTo>
                    <a:pt x="39" y="5599"/>
                  </a:lnTo>
                  <a:lnTo>
                    <a:pt x="77" y="5754"/>
                  </a:lnTo>
                  <a:lnTo>
                    <a:pt x="155" y="5870"/>
                  </a:lnTo>
                  <a:lnTo>
                    <a:pt x="232" y="5947"/>
                  </a:lnTo>
                  <a:lnTo>
                    <a:pt x="309" y="6024"/>
                  </a:lnTo>
                  <a:lnTo>
                    <a:pt x="541" y="6140"/>
                  </a:lnTo>
                  <a:lnTo>
                    <a:pt x="811" y="6179"/>
                  </a:lnTo>
                  <a:lnTo>
                    <a:pt x="1120" y="6217"/>
                  </a:lnTo>
                  <a:lnTo>
                    <a:pt x="1429" y="6179"/>
                  </a:lnTo>
                  <a:lnTo>
                    <a:pt x="1699" y="6140"/>
                  </a:lnTo>
                  <a:lnTo>
                    <a:pt x="2896" y="5831"/>
                  </a:lnTo>
                  <a:lnTo>
                    <a:pt x="4093" y="5445"/>
                  </a:lnTo>
                  <a:lnTo>
                    <a:pt x="5290" y="5020"/>
                  </a:lnTo>
                  <a:lnTo>
                    <a:pt x="6449" y="4557"/>
                  </a:lnTo>
                  <a:lnTo>
                    <a:pt x="7530" y="4093"/>
                  </a:lnTo>
                  <a:lnTo>
                    <a:pt x="8573" y="3591"/>
                  </a:lnTo>
                  <a:lnTo>
                    <a:pt x="9615" y="3051"/>
                  </a:lnTo>
                  <a:lnTo>
                    <a:pt x="10619" y="2472"/>
                  </a:lnTo>
                  <a:lnTo>
                    <a:pt x="10928" y="2279"/>
                  </a:lnTo>
                  <a:lnTo>
                    <a:pt x="11276" y="2047"/>
                  </a:lnTo>
                  <a:lnTo>
                    <a:pt x="11546" y="1777"/>
                  </a:lnTo>
                  <a:lnTo>
                    <a:pt x="11816" y="1506"/>
                  </a:lnTo>
                  <a:lnTo>
                    <a:pt x="12009" y="1197"/>
                  </a:lnTo>
                  <a:lnTo>
                    <a:pt x="12048" y="1043"/>
                  </a:lnTo>
                  <a:lnTo>
                    <a:pt x="12087" y="888"/>
                  </a:lnTo>
                  <a:lnTo>
                    <a:pt x="12087" y="695"/>
                  </a:lnTo>
                  <a:lnTo>
                    <a:pt x="12048" y="502"/>
                  </a:lnTo>
                  <a:lnTo>
                    <a:pt x="12009" y="309"/>
                  </a:lnTo>
                  <a:lnTo>
                    <a:pt x="11894" y="116"/>
                  </a:lnTo>
                  <a:lnTo>
                    <a:pt x="11816" y="39"/>
                  </a:lnTo>
                  <a:lnTo>
                    <a:pt x="1173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17"/>
            <p:cNvSpPr/>
            <p:nvPr/>
          </p:nvSpPr>
          <p:spPr>
            <a:xfrm>
              <a:off x="4272400" y="1236125"/>
              <a:ext cx="61800" cy="89825"/>
            </a:xfrm>
            <a:custGeom>
              <a:avLst/>
              <a:gdLst/>
              <a:ahLst/>
              <a:cxnLst/>
              <a:rect l="l" t="t" r="r" b="b"/>
              <a:pathLst>
                <a:path w="2472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4" y="349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1" y="1932"/>
                  </a:lnTo>
                  <a:lnTo>
                    <a:pt x="1931" y="2163"/>
                  </a:lnTo>
                  <a:lnTo>
                    <a:pt x="1931" y="2434"/>
                  </a:lnTo>
                  <a:lnTo>
                    <a:pt x="1815" y="2743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43"/>
                  </a:lnTo>
                  <a:lnTo>
                    <a:pt x="850" y="2588"/>
                  </a:lnTo>
                  <a:lnTo>
                    <a:pt x="927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0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5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5" y="2356"/>
                  </a:lnTo>
                  <a:lnTo>
                    <a:pt x="348" y="2627"/>
                  </a:lnTo>
                  <a:lnTo>
                    <a:pt x="309" y="2897"/>
                  </a:lnTo>
                  <a:lnTo>
                    <a:pt x="348" y="3052"/>
                  </a:lnTo>
                  <a:lnTo>
                    <a:pt x="425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7" y="2858"/>
                  </a:lnTo>
                  <a:lnTo>
                    <a:pt x="2395" y="2665"/>
                  </a:lnTo>
                  <a:lnTo>
                    <a:pt x="2433" y="2472"/>
                  </a:lnTo>
                  <a:lnTo>
                    <a:pt x="2472" y="2241"/>
                  </a:lnTo>
                  <a:lnTo>
                    <a:pt x="2433" y="2009"/>
                  </a:lnTo>
                  <a:lnTo>
                    <a:pt x="2395" y="1816"/>
                  </a:lnTo>
                  <a:lnTo>
                    <a:pt x="2317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17"/>
            <p:cNvSpPr/>
            <p:nvPr/>
          </p:nvSpPr>
          <p:spPr>
            <a:xfrm>
              <a:off x="799000" y="1245800"/>
              <a:ext cx="106200" cy="124550"/>
            </a:xfrm>
            <a:custGeom>
              <a:avLst/>
              <a:gdLst/>
              <a:ahLst/>
              <a:cxnLst/>
              <a:rect l="l" t="t" r="r" b="b"/>
              <a:pathLst>
                <a:path w="4248" h="4982" extrusionOk="0">
                  <a:moveTo>
                    <a:pt x="3862" y="0"/>
                  </a:moveTo>
                  <a:lnTo>
                    <a:pt x="3591" y="579"/>
                  </a:lnTo>
                  <a:lnTo>
                    <a:pt x="3244" y="1159"/>
                  </a:lnTo>
                  <a:lnTo>
                    <a:pt x="2896" y="1699"/>
                  </a:lnTo>
                  <a:lnTo>
                    <a:pt x="2510" y="2201"/>
                  </a:lnTo>
                  <a:lnTo>
                    <a:pt x="1931" y="2858"/>
                  </a:lnTo>
                  <a:lnTo>
                    <a:pt x="1313" y="3475"/>
                  </a:lnTo>
                  <a:lnTo>
                    <a:pt x="1004" y="3784"/>
                  </a:lnTo>
                  <a:lnTo>
                    <a:pt x="657" y="4016"/>
                  </a:lnTo>
                  <a:lnTo>
                    <a:pt x="309" y="4286"/>
                  </a:lnTo>
                  <a:lnTo>
                    <a:pt x="0" y="4595"/>
                  </a:lnTo>
                  <a:lnTo>
                    <a:pt x="39" y="4981"/>
                  </a:lnTo>
                  <a:lnTo>
                    <a:pt x="155" y="4981"/>
                  </a:lnTo>
                  <a:lnTo>
                    <a:pt x="541" y="4788"/>
                  </a:lnTo>
                  <a:lnTo>
                    <a:pt x="927" y="4557"/>
                  </a:lnTo>
                  <a:lnTo>
                    <a:pt x="1313" y="4248"/>
                  </a:lnTo>
                  <a:lnTo>
                    <a:pt x="1699" y="3939"/>
                  </a:lnTo>
                  <a:lnTo>
                    <a:pt x="2008" y="3591"/>
                  </a:lnTo>
                  <a:lnTo>
                    <a:pt x="2356" y="3205"/>
                  </a:lnTo>
                  <a:lnTo>
                    <a:pt x="2896" y="2510"/>
                  </a:lnTo>
                  <a:lnTo>
                    <a:pt x="3321" y="1969"/>
                  </a:lnTo>
                  <a:lnTo>
                    <a:pt x="3669" y="1390"/>
                  </a:lnTo>
                  <a:lnTo>
                    <a:pt x="3978" y="811"/>
                  </a:lnTo>
                  <a:lnTo>
                    <a:pt x="4248" y="193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17"/>
            <p:cNvSpPr/>
            <p:nvPr/>
          </p:nvSpPr>
          <p:spPr>
            <a:xfrm>
              <a:off x="747825" y="12477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5" y="271"/>
                  </a:move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7"/>
                  </a:lnTo>
                  <a:lnTo>
                    <a:pt x="1545" y="1313"/>
                  </a:lnTo>
                  <a:lnTo>
                    <a:pt x="1429" y="1391"/>
                  </a:lnTo>
                  <a:lnTo>
                    <a:pt x="1352" y="1468"/>
                  </a:lnTo>
                  <a:lnTo>
                    <a:pt x="1198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468"/>
                  </a:lnTo>
                  <a:lnTo>
                    <a:pt x="580" y="1429"/>
                  </a:lnTo>
                  <a:lnTo>
                    <a:pt x="503" y="1313"/>
                  </a:lnTo>
                  <a:lnTo>
                    <a:pt x="464" y="1197"/>
                  </a:lnTo>
                  <a:lnTo>
                    <a:pt x="425" y="1004"/>
                  </a:lnTo>
                  <a:lnTo>
                    <a:pt x="425" y="773"/>
                  </a:lnTo>
                  <a:lnTo>
                    <a:pt x="541" y="580"/>
                  </a:lnTo>
                  <a:lnTo>
                    <a:pt x="696" y="425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78"/>
                  </a:lnTo>
                  <a:lnTo>
                    <a:pt x="657" y="116"/>
                  </a:lnTo>
                  <a:lnTo>
                    <a:pt x="541" y="78"/>
                  </a:lnTo>
                  <a:lnTo>
                    <a:pt x="425" y="116"/>
                  </a:lnTo>
                  <a:lnTo>
                    <a:pt x="271" y="193"/>
                  </a:lnTo>
                  <a:lnTo>
                    <a:pt x="155" y="348"/>
                  </a:lnTo>
                  <a:lnTo>
                    <a:pt x="78" y="502"/>
                  </a:lnTo>
                  <a:lnTo>
                    <a:pt x="1" y="695"/>
                  </a:lnTo>
                  <a:lnTo>
                    <a:pt x="1" y="889"/>
                  </a:lnTo>
                  <a:lnTo>
                    <a:pt x="1" y="1082"/>
                  </a:lnTo>
                  <a:lnTo>
                    <a:pt x="39" y="1275"/>
                  </a:lnTo>
                  <a:lnTo>
                    <a:pt x="78" y="1429"/>
                  </a:lnTo>
                  <a:lnTo>
                    <a:pt x="194" y="1622"/>
                  </a:lnTo>
                  <a:lnTo>
                    <a:pt x="310" y="1777"/>
                  </a:lnTo>
                  <a:lnTo>
                    <a:pt x="464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043" y="2008"/>
                  </a:lnTo>
                  <a:lnTo>
                    <a:pt x="1236" y="1970"/>
                  </a:lnTo>
                  <a:lnTo>
                    <a:pt x="1429" y="1892"/>
                  </a:lnTo>
                  <a:lnTo>
                    <a:pt x="1584" y="1815"/>
                  </a:lnTo>
                  <a:lnTo>
                    <a:pt x="1738" y="1699"/>
                  </a:lnTo>
                  <a:lnTo>
                    <a:pt x="1893" y="1545"/>
                  </a:lnTo>
                  <a:lnTo>
                    <a:pt x="1970" y="1352"/>
                  </a:lnTo>
                  <a:lnTo>
                    <a:pt x="2047" y="1197"/>
                  </a:lnTo>
                  <a:lnTo>
                    <a:pt x="2086" y="1004"/>
                  </a:lnTo>
                  <a:lnTo>
                    <a:pt x="2047" y="811"/>
                  </a:lnTo>
                  <a:lnTo>
                    <a:pt x="1970" y="580"/>
                  </a:lnTo>
                  <a:lnTo>
                    <a:pt x="1893" y="425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78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17"/>
            <p:cNvSpPr/>
            <p:nvPr/>
          </p:nvSpPr>
          <p:spPr>
            <a:xfrm>
              <a:off x="1261400" y="125255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194"/>
                  </a:lnTo>
                  <a:lnTo>
                    <a:pt x="503" y="927"/>
                  </a:lnTo>
                  <a:lnTo>
                    <a:pt x="1043" y="1622"/>
                  </a:lnTo>
                  <a:lnTo>
                    <a:pt x="1700" y="2240"/>
                  </a:lnTo>
                  <a:lnTo>
                    <a:pt x="2356" y="2858"/>
                  </a:lnTo>
                  <a:lnTo>
                    <a:pt x="3090" y="3360"/>
                  </a:lnTo>
                  <a:lnTo>
                    <a:pt x="3901" y="3823"/>
                  </a:lnTo>
                  <a:lnTo>
                    <a:pt x="4673" y="4209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05"/>
                  </a:lnTo>
                  <a:lnTo>
                    <a:pt x="7685" y="4943"/>
                  </a:lnTo>
                  <a:lnTo>
                    <a:pt x="8110" y="4982"/>
                  </a:lnTo>
                  <a:lnTo>
                    <a:pt x="8535" y="4943"/>
                  </a:lnTo>
                  <a:lnTo>
                    <a:pt x="8998" y="4905"/>
                  </a:lnTo>
                  <a:lnTo>
                    <a:pt x="9423" y="4866"/>
                  </a:lnTo>
                  <a:lnTo>
                    <a:pt x="9848" y="4750"/>
                  </a:lnTo>
                  <a:lnTo>
                    <a:pt x="10272" y="4634"/>
                  </a:lnTo>
                  <a:lnTo>
                    <a:pt x="10658" y="4480"/>
                  </a:lnTo>
                  <a:lnTo>
                    <a:pt x="11083" y="4325"/>
                  </a:lnTo>
                  <a:lnTo>
                    <a:pt x="11469" y="4094"/>
                  </a:lnTo>
                  <a:lnTo>
                    <a:pt x="11856" y="3862"/>
                  </a:lnTo>
                  <a:lnTo>
                    <a:pt x="12242" y="3592"/>
                  </a:lnTo>
                  <a:lnTo>
                    <a:pt x="12319" y="3514"/>
                  </a:lnTo>
                  <a:lnTo>
                    <a:pt x="12435" y="3167"/>
                  </a:lnTo>
                  <a:lnTo>
                    <a:pt x="12280" y="3167"/>
                  </a:lnTo>
                  <a:lnTo>
                    <a:pt x="12203" y="3128"/>
                  </a:lnTo>
                  <a:lnTo>
                    <a:pt x="12126" y="3090"/>
                  </a:lnTo>
                  <a:lnTo>
                    <a:pt x="12010" y="3128"/>
                  </a:lnTo>
                  <a:lnTo>
                    <a:pt x="11933" y="3167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03"/>
                  </a:lnTo>
                  <a:lnTo>
                    <a:pt x="8342" y="4441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3" y="4325"/>
                  </a:lnTo>
                  <a:lnTo>
                    <a:pt x="6218" y="4248"/>
                  </a:lnTo>
                  <a:lnTo>
                    <a:pt x="5793" y="4132"/>
                  </a:lnTo>
                  <a:lnTo>
                    <a:pt x="5407" y="4016"/>
                  </a:lnTo>
                  <a:lnTo>
                    <a:pt x="4596" y="3669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17"/>
            <p:cNvSpPr/>
            <p:nvPr/>
          </p:nvSpPr>
          <p:spPr>
            <a:xfrm>
              <a:off x="1569350" y="1258350"/>
              <a:ext cx="92700" cy="136125"/>
            </a:xfrm>
            <a:custGeom>
              <a:avLst/>
              <a:gdLst/>
              <a:ahLst/>
              <a:cxnLst/>
              <a:rect l="l" t="t" r="r" b="b"/>
              <a:pathLst>
                <a:path w="3708" h="5445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67"/>
                  </a:lnTo>
                  <a:lnTo>
                    <a:pt x="1159" y="1815"/>
                  </a:lnTo>
                  <a:lnTo>
                    <a:pt x="1082" y="1892"/>
                  </a:lnTo>
                  <a:lnTo>
                    <a:pt x="1082" y="1969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201"/>
                  </a:lnTo>
                  <a:lnTo>
                    <a:pt x="812" y="2278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510"/>
                  </a:lnTo>
                  <a:lnTo>
                    <a:pt x="966" y="2549"/>
                  </a:lnTo>
                  <a:lnTo>
                    <a:pt x="1198" y="2626"/>
                  </a:lnTo>
                  <a:lnTo>
                    <a:pt x="1430" y="2703"/>
                  </a:lnTo>
                  <a:lnTo>
                    <a:pt x="1623" y="2858"/>
                  </a:lnTo>
                  <a:lnTo>
                    <a:pt x="1816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132"/>
                  </a:lnTo>
                  <a:lnTo>
                    <a:pt x="2009" y="4364"/>
                  </a:lnTo>
                  <a:lnTo>
                    <a:pt x="1893" y="4557"/>
                  </a:lnTo>
                  <a:lnTo>
                    <a:pt x="1739" y="4711"/>
                  </a:lnTo>
                  <a:lnTo>
                    <a:pt x="1545" y="4866"/>
                  </a:lnTo>
                  <a:lnTo>
                    <a:pt x="1314" y="4943"/>
                  </a:lnTo>
                  <a:lnTo>
                    <a:pt x="1198" y="4981"/>
                  </a:lnTo>
                  <a:lnTo>
                    <a:pt x="1082" y="4981"/>
                  </a:lnTo>
                  <a:lnTo>
                    <a:pt x="889" y="4904"/>
                  </a:lnTo>
                  <a:lnTo>
                    <a:pt x="773" y="4788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966" y="4132"/>
                  </a:lnTo>
                  <a:lnTo>
                    <a:pt x="1121" y="4093"/>
                  </a:lnTo>
                  <a:lnTo>
                    <a:pt x="1237" y="4055"/>
                  </a:lnTo>
                  <a:lnTo>
                    <a:pt x="1314" y="3939"/>
                  </a:lnTo>
                  <a:lnTo>
                    <a:pt x="1314" y="3784"/>
                  </a:lnTo>
                  <a:lnTo>
                    <a:pt x="1275" y="3746"/>
                  </a:lnTo>
                  <a:lnTo>
                    <a:pt x="1237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900"/>
                  </a:lnTo>
                  <a:lnTo>
                    <a:pt x="387" y="3977"/>
                  </a:lnTo>
                  <a:lnTo>
                    <a:pt x="310" y="4132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904"/>
                  </a:lnTo>
                  <a:lnTo>
                    <a:pt x="387" y="5097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30" y="5406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41" y="4866"/>
                  </a:lnTo>
                  <a:lnTo>
                    <a:pt x="2395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89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510"/>
                  </a:lnTo>
                  <a:lnTo>
                    <a:pt x="1739" y="2356"/>
                  </a:lnTo>
                  <a:lnTo>
                    <a:pt x="1507" y="2240"/>
                  </a:lnTo>
                  <a:lnTo>
                    <a:pt x="1275" y="2124"/>
                  </a:lnTo>
                  <a:lnTo>
                    <a:pt x="1623" y="2008"/>
                  </a:lnTo>
                  <a:lnTo>
                    <a:pt x="1932" y="1815"/>
                  </a:lnTo>
                  <a:lnTo>
                    <a:pt x="2279" y="1661"/>
                  </a:lnTo>
                  <a:lnTo>
                    <a:pt x="2549" y="1429"/>
                  </a:lnTo>
                  <a:lnTo>
                    <a:pt x="2820" y="1197"/>
                  </a:lnTo>
                  <a:lnTo>
                    <a:pt x="3129" y="966"/>
                  </a:lnTo>
                  <a:lnTo>
                    <a:pt x="3360" y="695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17"/>
            <p:cNvSpPr/>
            <p:nvPr/>
          </p:nvSpPr>
          <p:spPr>
            <a:xfrm>
              <a:off x="3876600" y="12602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9" y="3553"/>
                  </a:lnTo>
                  <a:lnTo>
                    <a:pt x="12434" y="3205"/>
                  </a:lnTo>
                  <a:lnTo>
                    <a:pt x="12357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2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6" y="4016"/>
                  </a:lnTo>
                  <a:lnTo>
                    <a:pt x="10040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5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17"/>
            <p:cNvSpPr/>
            <p:nvPr/>
          </p:nvSpPr>
          <p:spPr>
            <a:xfrm>
              <a:off x="4184550" y="1267025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1" y="2240"/>
                  </a:lnTo>
                  <a:lnTo>
                    <a:pt x="811" y="2356"/>
                  </a:lnTo>
                  <a:lnTo>
                    <a:pt x="811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0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9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6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2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2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17"/>
            <p:cNvSpPr/>
            <p:nvPr/>
          </p:nvSpPr>
          <p:spPr>
            <a:xfrm>
              <a:off x="3067625" y="1293100"/>
              <a:ext cx="105250" cy="105250"/>
            </a:xfrm>
            <a:custGeom>
              <a:avLst/>
              <a:gdLst/>
              <a:ahLst/>
              <a:cxnLst/>
              <a:rect l="l" t="t" r="r" b="b"/>
              <a:pathLst>
                <a:path w="4210" h="4210" extrusionOk="0">
                  <a:moveTo>
                    <a:pt x="2317" y="348"/>
                  </a:moveTo>
                  <a:lnTo>
                    <a:pt x="2472" y="425"/>
                  </a:lnTo>
                  <a:lnTo>
                    <a:pt x="2665" y="464"/>
                  </a:lnTo>
                  <a:lnTo>
                    <a:pt x="2819" y="579"/>
                  </a:lnTo>
                  <a:lnTo>
                    <a:pt x="2974" y="695"/>
                  </a:lnTo>
                  <a:lnTo>
                    <a:pt x="3128" y="811"/>
                  </a:lnTo>
                  <a:lnTo>
                    <a:pt x="3205" y="850"/>
                  </a:lnTo>
                  <a:lnTo>
                    <a:pt x="3360" y="1081"/>
                  </a:lnTo>
                  <a:lnTo>
                    <a:pt x="3553" y="1313"/>
                  </a:lnTo>
                  <a:lnTo>
                    <a:pt x="3669" y="1545"/>
                  </a:lnTo>
                  <a:lnTo>
                    <a:pt x="3784" y="1815"/>
                  </a:lnTo>
                  <a:lnTo>
                    <a:pt x="3823" y="2085"/>
                  </a:lnTo>
                  <a:lnTo>
                    <a:pt x="3823" y="2356"/>
                  </a:lnTo>
                  <a:lnTo>
                    <a:pt x="3784" y="2665"/>
                  </a:lnTo>
                  <a:lnTo>
                    <a:pt x="3669" y="2935"/>
                  </a:lnTo>
                  <a:lnTo>
                    <a:pt x="3476" y="3244"/>
                  </a:lnTo>
                  <a:lnTo>
                    <a:pt x="3205" y="3476"/>
                  </a:lnTo>
                  <a:lnTo>
                    <a:pt x="2896" y="3669"/>
                  </a:lnTo>
                  <a:lnTo>
                    <a:pt x="2587" y="3785"/>
                  </a:lnTo>
                  <a:lnTo>
                    <a:pt x="2201" y="3862"/>
                  </a:lnTo>
                  <a:lnTo>
                    <a:pt x="1854" y="3823"/>
                  </a:lnTo>
                  <a:lnTo>
                    <a:pt x="1506" y="3746"/>
                  </a:lnTo>
                  <a:lnTo>
                    <a:pt x="1197" y="3591"/>
                  </a:lnTo>
                  <a:lnTo>
                    <a:pt x="927" y="3398"/>
                  </a:lnTo>
                  <a:lnTo>
                    <a:pt x="695" y="3167"/>
                  </a:lnTo>
                  <a:lnTo>
                    <a:pt x="541" y="2858"/>
                  </a:lnTo>
                  <a:lnTo>
                    <a:pt x="425" y="2549"/>
                  </a:lnTo>
                  <a:lnTo>
                    <a:pt x="348" y="2240"/>
                  </a:lnTo>
                  <a:lnTo>
                    <a:pt x="348" y="1892"/>
                  </a:lnTo>
                  <a:lnTo>
                    <a:pt x="425" y="1583"/>
                  </a:lnTo>
                  <a:lnTo>
                    <a:pt x="541" y="1275"/>
                  </a:lnTo>
                  <a:lnTo>
                    <a:pt x="772" y="966"/>
                  </a:lnTo>
                  <a:lnTo>
                    <a:pt x="1081" y="695"/>
                  </a:lnTo>
                  <a:lnTo>
                    <a:pt x="1390" y="502"/>
                  </a:lnTo>
                  <a:lnTo>
                    <a:pt x="1738" y="386"/>
                  </a:lnTo>
                  <a:lnTo>
                    <a:pt x="2124" y="348"/>
                  </a:lnTo>
                  <a:close/>
                  <a:moveTo>
                    <a:pt x="1892" y="0"/>
                  </a:moveTo>
                  <a:lnTo>
                    <a:pt x="1545" y="77"/>
                  </a:lnTo>
                  <a:lnTo>
                    <a:pt x="1197" y="232"/>
                  </a:lnTo>
                  <a:lnTo>
                    <a:pt x="850" y="425"/>
                  </a:lnTo>
                  <a:lnTo>
                    <a:pt x="618" y="618"/>
                  </a:lnTo>
                  <a:lnTo>
                    <a:pt x="464" y="811"/>
                  </a:lnTo>
                  <a:lnTo>
                    <a:pt x="309" y="966"/>
                  </a:lnTo>
                  <a:lnTo>
                    <a:pt x="232" y="1159"/>
                  </a:lnTo>
                  <a:lnTo>
                    <a:pt x="116" y="1390"/>
                  </a:lnTo>
                  <a:lnTo>
                    <a:pt x="39" y="1815"/>
                  </a:lnTo>
                  <a:lnTo>
                    <a:pt x="0" y="2240"/>
                  </a:lnTo>
                  <a:lnTo>
                    <a:pt x="77" y="2665"/>
                  </a:lnTo>
                  <a:lnTo>
                    <a:pt x="232" y="3051"/>
                  </a:lnTo>
                  <a:lnTo>
                    <a:pt x="464" y="3437"/>
                  </a:lnTo>
                  <a:lnTo>
                    <a:pt x="618" y="3591"/>
                  </a:lnTo>
                  <a:lnTo>
                    <a:pt x="772" y="3746"/>
                  </a:lnTo>
                  <a:lnTo>
                    <a:pt x="1120" y="3978"/>
                  </a:lnTo>
                  <a:lnTo>
                    <a:pt x="1506" y="4132"/>
                  </a:lnTo>
                  <a:lnTo>
                    <a:pt x="1931" y="4209"/>
                  </a:lnTo>
                  <a:lnTo>
                    <a:pt x="2317" y="4209"/>
                  </a:lnTo>
                  <a:lnTo>
                    <a:pt x="2742" y="4132"/>
                  </a:lnTo>
                  <a:lnTo>
                    <a:pt x="3128" y="3978"/>
                  </a:lnTo>
                  <a:lnTo>
                    <a:pt x="3476" y="3785"/>
                  </a:lnTo>
                  <a:lnTo>
                    <a:pt x="3784" y="3476"/>
                  </a:lnTo>
                  <a:lnTo>
                    <a:pt x="3900" y="3321"/>
                  </a:lnTo>
                  <a:lnTo>
                    <a:pt x="4016" y="3128"/>
                  </a:lnTo>
                  <a:lnTo>
                    <a:pt x="4093" y="2935"/>
                  </a:lnTo>
                  <a:lnTo>
                    <a:pt x="4132" y="2703"/>
                  </a:lnTo>
                  <a:lnTo>
                    <a:pt x="4209" y="2279"/>
                  </a:lnTo>
                  <a:lnTo>
                    <a:pt x="4171" y="1854"/>
                  </a:lnTo>
                  <a:lnTo>
                    <a:pt x="4055" y="1429"/>
                  </a:lnTo>
                  <a:lnTo>
                    <a:pt x="3939" y="1236"/>
                  </a:lnTo>
                  <a:lnTo>
                    <a:pt x="3823" y="1043"/>
                  </a:lnTo>
                  <a:lnTo>
                    <a:pt x="3707" y="888"/>
                  </a:lnTo>
                  <a:lnTo>
                    <a:pt x="3553" y="734"/>
                  </a:lnTo>
                  <a:lnTo>
                    <a:pt x="3360" y="579"/>
                  </a:lnTo>
                  <a:lnTo>
                    <a:pt x="3167" y="502"/>
                  </a:lnTo>
                  <a:lnTo>
                    <a:pt x="3128" y="502"/>
                  </a:lnTo>
                  <a:lnTo>
                    <a:pt x="3051" y="348"/>
                  </a:lnTo>
                  <a:lnTo>
                    <a:pt x="2896" y="232"/>
                  </a:lnTo>
                  <a:lnTo>
                    <a:pt x="2780" y="116"/>
                  </a:lnTo>
                  <a:lnTo>
                    <a:pt x="2626" y="77"/>
                  </a:lnTo>
                  <a:lnTo>
                    <a:pt x="2433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17"/>
            <p:cNvSpPr/>
            <p:nvPr/>
          </p:nvSpPr>
          <p:spPr>
            <a:xfrm>
              <a:off x="686050" y="1295025"/>
              <a:ext cx="44425" cy="43475"/>
            </a:xfrm>
            <a:custGeom>
              <a:avLst/>
              <a:gdLst/>
              <a:ahLst/>
              <a:cxnLst/>
              <a:rect l="l" t="t" r="r" b="b"/>
              <a:pathLst>
                <a:path w="1777" h="1739" extrusionOk="0">
                  <a:moveTo>
                    <a:pt x="773" y="309"/>
                  </a:moveTo>
                  <a:lnTo>
                    <a:pt x="966" y="348"/>
                  </a:lnTo>
                  <a:lnTo>
                    <a:pt x="1159" y="464"/>
                  </a:lnTo>
                  <a:lnTo>
                    <a:pt x="1313" y="580"/>
                  </a:lnTo>
                  <a:lnTo>
                    <a:pt x="1390" y="773"/>
                  </a:lnTo>
                  <a:lnTo>
                    <a:pt x="1390" y="966"/>
                  </a:lnTo>
                  <a:lnTo>
                    <a:pt x="1352" y="1043"/>
                  </a:lnTo>
                  <a:lnTo>
                    <a:pt x="1275" y="1159"/>
                  </a:lnTo>
                  <a:lnTo>
                    <a:pt x="1197" y="1236"/>
                  </a:lnTo>
                  <a:lnTo>
                    <a:pt x="1082" y="1275"/>
                  </a:lnTo>
                  <a:lnTo>
                    <a:pt x="888" y="1352"/>
                  </a:lnTo>
                  <a:lnTo>
                    <a:pt x="695" y="1352"/>
                  </a:lnTo>
                  <a:lnTo>
                    <a:pt x="541" y="1236"/>
                  </a:lnTo>
                  <a:lnTo>
                    <a:pt x="425" y="1082"/>
                  </a:lnTo>
                  <a:lnTo>
                    <a:pt x="386" y="889"/>
                  </a:lnTo>
                  <a:lnTo>
                    <a:pt x="386" y="734"/>
                  </a:lnTo>
                  <a:lnTo>
                    <a:pt x="464" y="541"/>
                  </a:lnTo>
                  <a:lnTo>
                    <a:pt x="541" y="387"/>
                  </a:lnTo>
                  <a:lnTo>
                    <a:pt x="541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8" y="39"/>
                  </a:lnTo>
                  <a:lnTo>
                    <a:pt x="464" y="116"/>
                  </a:lnTo>
                  <a:lnTo>
                    <a:pt x="425" y="155"/>
                  </a:lnTo>
                  <a:lnTo>
                    <a:pt x="348" y="155"/>
                  </a:lnTo>
                  <a:lnTo>
                    <a:pt x="232" y="271"/>
                  </a:lnTo>
                  <a:lnTo>
                    <a:pt x="116" y="387"/>
                  </a:lnTo>
                  <a:lnTo>
                    <a:pt x="39" y="502"/>
                  </a:lnTo>
                  <a:lnTo>
                    <a:pt x="0" y="657"/>
                  </a:lnTo>
                  <a:lnTo>
                    <a:pt x="0" y="850"/>
                  </a:lnTo>
                  <a:lnTo>
                    <a:pt x="0" y="1004"/>
                  </a:lnTo>
                  <a:lnTo>
                    <a:pt x="39" y="1159"/>
                  </a:lnTo>
                  <a:lnTo>
                    <a:pt x="116" y="1313"/>
                  </a:lnTo>
                  <a:lnTo>
                    <a:pt x="193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8" y="1738"/>
                  </a:lnTo>
                  <a:lnTo>
                    <a:pt x="966" y="1738"/>
                  </a:lnTo>
                  <a:lnTo>
                    <a:pt x="1120" y="1700"/>
                  </a:lnTo>
                  <a:lnTo>
                    <a:pt x="1275" y="1622"/>
                  </a:lnTo>
                  <a:lnTo>
                    <a:pt x="1429" y="1545"/>
                  </a:lnTo>
                  <a:lnTo>
                    <a:pt x="1584" y="1391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27"/>
                  </a:lnTo>
                  <a:lnTo>
                    <a:pt x="1777" y="773"/>
                  </a:lnTo>
                  <a:lnTo>
                    <a:pt x="1738" y="580"/>
                  </a:lnTo>
                  <a:lnTo>
                    <a:pt x="1661" y="425"/>
                  </a:lnTo>
                  <a:lnTo>
                    <a:pt x="1545" y="271"/>
                  </a:lnTo>
                  <a:lnTo>
                    <a:pt x="1429" y="155"/>
                  </a:lnTo>
                  <a:lnTo>
                    <a:pt x="1275" y="78"/>
                  </a:lnTo>
                  <a:lnTo>
                    <a:pt x="1120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17"/>
            <p:cNvSpPr/>
            <p:nvPr/>
          </p:nvSpPr>
          <p:spPr>
            <a:xfrm>
              <a:off x="691825" y="1300825"/>
              <a:ext cx="114925" cy="285775"/>
            </a:xfrm>
            <a:custGeom>
              <a:avLst/>
              <a:gdLst/>
              <a:ahLst/>
              <a:cxnLst/>
              <a:rect l="l" t="t" r="r" b="b"/>
              <a:pathLst>
                <a:path w="4597" h="11431" extrusionOk="0">
                  <a:moveTo>
                    <a:pt x="3631" y="888"/>
                  </a:moveTo>
                  <a:lnTo>
                    <a:pt x="3708" y="2008"/>
                  </a:lnTo>
                  <a:lnTo>
                    <a:pt x="3824" y="3128"/>
                  </a:lnTo>
                  <a:lnTo>
                    <a:pt x="3940" y="4248"/>
                  </a:lnTo>
                  <a:lnTo>
                    <a:pt x="4017" y="5406"/>
                  </a:lnTo>
                  <a:lnTo>
                    <a:pt x="4056" y="6603"/>
                  </a:lnTo>
                  <a:lnTo>
                    <a:pt x="4056" y="7260"/>
                  </a:lnTo>
                  <a:lnTo>
                    <a:pt x="3978" y="7878"/>
                  </a:lnTo>
                  <a:lnTo>
                    <a:pt x="3901" y="8534"/>
                  </a:lnTo>
                  <a:lnTo>
                    <a:pt x="3747" y="9152"/>
                  </a:lnTo>
                  <a:lnTo>
                    <a:pt x="3515" y="9731"/>
                  </a:lnTo>
                  <a:lnTo>
                    <a:pt x="3245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2"/>
                  </a:lnTo>
                  <a:lnTo>
                    <a:pt x="1623" y="10696"/>
                  </a:lnTo>
                  <a:lnTo>
                    <a:pt x="1353" y="10503"/>
                  </a:lnTo>
                  <a:lnTo>
                    <a:pt x="1121" y="10233"/>
                  </a:lnTo>
                  <a:lnTo>
                    <a:pt x="966" y="9963"/>
                  </a:lnTo>
                  <a:lnTo>
                    <a:pt x="851" y="9692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95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9" y="4055"/>
                  </a:lnTo>
                  <a:lnTo>
                    <a:pt x="580" y="2780"/>
                  </a:lnTo>
                  <a:lnTo>
                    <a:pt x="542" y="2742"/>
                  </a:lnTo>
                  <a:lnTo>
                    <a:pt x="580" y="2742"/>
                  </a:lnTo>
                  <a:lnTo>
                    <a:pt x="1353" y="2356"/>
                  </a:lnTo>
                  <a:lnTo>
                    <a:pt x="2163" y="1931"/>
                  </a:lnTo>
                  <a:lnTo>
                    <a:pt x="2936" y="1429"/>
                  </a:lnTo>
                  <a:lnTo>
                    <a:pt x="3283" y="1159"/>
                  </a:lnTo>
                  <a:lnTo>
                    <a:pt x="3631" y="888"/>
                  </a:lnTo>
                  <a:close/>
                  <a:moveTo>
                    <a:pt x="3978" y="0"/>
                  </a:moveTo>
                  <a:lnTo>
                    <a:pt x="3901" y="39"/>
                  </a:lnTo>
                  <a:lnTo>
                    <a:pt x="3476" y="309"/>
                  </a:lnTo>
                  <a:lnTo>
                    <a:pt x="3052" y="657"/>
                  </a:lnTo>
                  <a:lnTo>
                    <a:pt x="2627" y="966"/>
                  </a:lnTo>
                  <a:lnTo>
                    <a:pt x="2202" y="1313"/>
                  </a:lnTo>
                  <a:lnTo>
                    <a:pt x="1314" y="1892"/>
                  </a:lnTo>
                  <a:lnTo>
                    <a:pt x="426" y="2472"/>
                  </a:lnTo>
                  <a:lnTo>
                    <a:pt x="349" y="2549"/>
                  </a:lnTo>
                  <a:lnTo>
                    <a:pt x="349" y="2626"/>
                  </a:lnTo>
                  <a:lnTo>
                    <a:pt x="271" y="2665"/>
                  </a:lnTo>
                  <a:lnTo>
                    <a:pt x="233" y="2780"/>
                  </a:lnTo>
                  <a:lnTo>
                    <a:pt x="194" y="3823"/>
                  </a:lnTo>
                  <a:lnTo>
                    <a:pt x="155" y="4827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7"/>
                  </a:lnTo>
                  <a:lnTo>
                    <a:pt x="155" y="7685"/>
                  </a:lnTo>
                  <a:lnTo>
                    <a:pt x="155" y="8418"/>
                  </a:lnTo>
                  <a:lnTo>
                    <a:pt x="233" y="9152"/>
                  </a:lnTo>
                  <a:lnTo>
                    <a:pt x="310" y="9615"/>
                  </a:lnTo>
                  <a:lnTo>
                    <a:pt x="503" y="10079"/>
                  </a:lnTo>
                  <a:lnTo>
                    <a:pt x="735" y="10503"/>
                  </a:lnTo>
                  <a:lnTo>
                    <a:pt x="1044" y="10890"/>
                  </a:lnTo>
                  <a:lnTo>
                    <a:pt x="1198" y="11044"/>
                  </a:lnTo>
                  <a:lnTo>
                    <a:pt x="1391" y="11198"/>
                  </a:lnTo>
                  <a:lnTo>
                    <a:pt x="1623" y="11314"/>
                  </a:lnTo>
                  <a:lnTo>
                    <a:pt x="1816" y="11392"/>
                  </a:lnTo>
                  <a:lnTo>
                    <a:pt x="2048" y="11430"/>
                  </a:lnTo>
                  <a:lnTo>
                    <a:pt x="2279" y="11430"/>
                  </a:lnTo>
                  <a:lnTo>
                    <a:pt x="2550" y="11392"/>
                  </a:lnTo>
                  <a:lnTo>
                    <a:pt x="2820" y="11314"/>
                  </a:lnTo>
                  <a:lnTo>
                    <a:pt x="3052" y="11198"/>
                  </a:lnTo>
                  <a:lnTo>
                    <a:pt x="3283" y="11044"/>
                  </a:lnTo>
                  <a:lnTo>
                    <a:pt x="3476" y="10851"/>
                  </a:lnTo>
                  <a:lnTo>
                    <a:pt x="3669" y="10658"/>
                  </a:lnTo>
                  <a:lnTo>
                    <a:pt x="3824" y="10388"/>
                  </a:lnTo>
                  <a:lnTo>
                    <a:pt x="3978" y="10117"/>
                  </a:lnTo>
                  <a:lnTo>
                    <a:pt x="4171" y="9538"/>
                  </a:lnTo>
                  <a:lnTo>
                    <a:pt x="4326" y="8920"/>
                  </a:lnTo>
                  <a:lnTo>
                    <a:pt x="4442" y="8302"/>
                  </a:lnTo>
                  <a:lnTo>
                    <a:pt x="4519" y="7723"/>
                  </a:lnTo>
                  <a:lnTo>
                    <a:pt x="4558" y="7221"/>
                  </a:lnTo>
                  <a:lnTo>
                    <a:pt x="4596" y="6642"/>
                  </a:lnTo>
                  <a:lnTo>
                    <a:pt x="4596" y="6101"/>
                  </a:lnTo>
                  <a:lnTo>
                    <a:pt x="4519" y="4981"/>
                  </a:lnTo>
                  <a:lnTo>
                    <a:pt x="4442" y="3862"/>
                  </a:lnTo>
                  <a:lnTo>
                    <a:pt x="4326" y="2780"/>
                  </a:lnTo>
                  <a:lnTo>
                    <a:pt x="4287" y="2394"/>
                  </a:lnTo>
                  <a:lnTo>
                    <a:pt x="4210" y="1468"/>
                  </a:lnTo>
                  <a:lnTo>
                    <a:pt x="4133" y="541"/>
                  </a:lnTo>
                  <a:lnTo>
                    <a:pt x="4094" y="386"/>
                  </a:lnTo>
                  <a:lnTo>
                    <a:pt x="4133" y="348"/>
                  </a:lnTo>
                  <a:lnTo>
                    <a:pt x="4171" y="270"/>
                  </a:lnTo>
                  <a:lnTo>
                    <a:pt x="4210" y="193"/>
                  </a:lnTo>
                  <a:lnTo>
                    <a:pt x="4171" y="77"/>
                  </a:lnTo>
                  <a:lnTo>
                    <a:pt x="4094" y="39"/>
                  </a:lnTo>
                  <a:lnTo>
                    <a:pt x="40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17"/>
            <p:cNvSpPr/>
            <p:nvPr/>
          </p:nvSpPr>
          <p:spPr>
            <a:xfrm>
              <a:off x="635850" y="1347150"/>
              <a:ext cx="42500" cy="41550"/>
            </a:xfrm>
            <a:custGeom>
              <a:avLst/>
              <a:gdLst/>
              <a:ahLst/>
              <a:cxnLst/>
              <a:rect l="l" t="t" r="r" b="b"/>
              <a:pathLst>
                <a:path w="1700" h="1662" extrusionOk="0">
                  <a:moveTo>
                    <a:pt x="1004" y="387"/>
                  </a:moveTo>
                  <a:lnTo>
                    <a:pt x="1120" y="425"/>
                  </a:lnTo>
                  <a:lnTo>
                    <a:pt x="1159" y="464"/>
                  </a:lnTo>
                  <a:lnTo>
                    <a:pt x="1236" y="541"/>
                  </a:lnTo>
                  <a:lnTo>
                    <a:pt x="1313" y="734"/>
                  </a:lnTo>
                  <a:lnTo>
                    <a:pt x="1313" y="927"/>
                  </a:lnTo>
                  <a:lnTo>
                    <a:pt x="1236" y="1082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8" y="1275"/>
                  </a:lnTo>
                  <a:lnTo>
                    <a:pt x="695" y="1236"/>
                  </a:lnTo>
                  <a:lnTo>
                    <a:pt x="541" y="1121"/>
                  </a:lnTo>
                  <a:lnTo>
                    <a:pt x="464" y="1082"/>
                  </a:lnTo>
                  <a:lnTo>
                    <a:pt x="425" y="966"/>
                  </a:lnTo>
                  <a:lnTo>
                    <a:pt x="386" y="889"/>
                  </a:lnTo>
                  <a:lnTo>
                    <a:pt x="386" y="773"/>
                  </a:lnTo>
                  <a:lnTo>
                    <a:pt x="425" y="541"/>
                  </a:lnTo>
                  <a:lnTo>
                    <a:pt x="541" y="580"/>
                  </a:lnTo>
                  <a:lnTo>
                    <a:pt x="618" y="541"/>
                  </a:lnTo>
                  <a:lnTo>
                    <a:pt x="773" y="425"/>
                  </a:lnTo>
                  <a:lnTo>
                    <a:pt x="927" y="387"/>
                  </a:lnTo>
                  <a:close/>
                  <a:moveTo>
                    <a:pt x="734" y="1"/>
                  </a:moveTo>
                  <a:lnTo>
                    <a:pt x="618" y="39"/>
                  </a:lnTo>
                  <a:lnTo>
                    <a:pt x="502" y="117"/>
                  </a:lnTo>
                  <a:lnTo>
                    <a:pt x="348" y="194"/>
                  </a:lnTo>
                  <a:lnTo>
                    <a:pt x="232" y="310"/>
                  </a:lnTo>
                  <a:lnTo>
                    <a:pt x="155" y="425"/>
                  </a:lnTo>
                  <a:lnTo>
                    <a:pt x="78" y="580"/>
                  </a:lnTo>
                  <a:lnTo>
                    <a:pt x="39" y="696"/>
                  </a:lnTo>
                  <a:lnTo>
                    <a:pt x="0" y="850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3" y="1352"/>
                  </a:lnTo>
                  <a:lnTo>
                    <a:pt x="309" y="1468"/>
                  </a:lnTo>
                  <a:lnTo>
                    <a:pt x="464" y="1584"/>
                  </a:lnTo>
                  <a:lnTo>
                    <a:pt x="657" y="1623"/>
                  </a:lnTo>
                  <a:lnTo>
                    <a:pt x="811" y="1661"/>
                  </a:lnTo>
                  <a:lnTo>
                    <a:pt x="1004" y="1661"/>
                  </a:lnTo>
                  <a:lnTo>
                    <a:pt x="1197" y="1584"/>
                  </a:lnTo>
                  <a:lnTo>
                    <a:pt x="1352" y="1507"/>
                  </a:lnTo>
                  <a:lnTo>
                    <a:pt x="1468" y="1391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699" y="927"/>
                  </a:lnTo>
                  <a:lnTo>
                    <a:pt x="1699" y="734"/>
                  </a:lnTo>
                  <a:lnTo>
                    <a:pt x="1661" y="541"/>
                  </a:lnTo>
                  <a:lnTo>
                    <a:pt x="1584" y="387"/>
                  </a:lnTo>
                  <a:lnTo>
                    <a:pt x="1506" y="232"/>
                  </a:lnTo>
                  <a:lnTo>
                    <a:pt x="1390" y="155"/>
                  </a:lnTo>
                  <a:lnTo>
                    <a:pt x="1275" y="78"/>
                  </a:lnTo>
                  <a:lnTo>
                    <a:pt x="10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17"/>
            <p:cNvSpPr/>
            <p:nvPr/>
          </p:nvSpPr>
          <p:spPr>
            <a:xfrm>
              <a:off x="444700" y="13741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71" y="1"/>
                  </a:moveTo>
                  <a:lnTo>
                    <a:pt x="116" y="40"/>
                  </a:lnTo>
                  <a:lnTo>
                    <a:pt x="39" y="117"/>
                  </a:lnTo>
                  <a:lnTo>
                    <a:pt x="1" y="233"/>
                  </a:lnTo>
                  <a:lnTo>
                    <a:pt x="39" y="387"/>
                  </a:lnTo>
                  <a:lnTo>
                    <a:pt x="348" y="889"/>
                  </a:lnTo>
                  <a:lnTo>
                    <a:pt x="657" y="1391"/>
                  </a:lnTo>
                  <a:lnTo>
                    <a:pt x="1005" y="1854"/>
                  </a:lnTo>
                  <a:lnTo>
                    <a:pt x="1391" y="2318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4" y="3553"/>
                  </a:lnTo>
                  <a:lnTo>
                    <a:pt x="3167" y="3901"/>
                  </a:lnTo>
                  <a:lnTo>
                    <a:pt x="3553" y="3747"/>
                  </a:lnTo>
                  <a:lnTo>
                    <a:pt x="2781" y="3013"/>
                  </a:lnTo>
                  <a:lnTo>
                    <a:pt x="2047" y="2241"/>
                  </a:lnTo>
                  <a:lnTo>
                    <a:pt x="1352" y="1430"/>
                  </a:lnTo>
                  <a:lnTo>
                    <a:pt x="1043" y="1005"/>
                  </a:lnTo>
                  <a:lnTo>
                    <a:pt x="734" y="542"/>
                  </a:lnTo>
                  <a:lnTo>
                    <a:pt x="1622" y="696"/>
                  </a:lnTo>
                  <a:lnTo>
                    <a:pt x="2511" y="889"/>
                  </a:lnTo>
                  <a:lnTo>
                    <a:pt x="3013" y="1044"/>
                  </a:lnTo>
                  <a:lnTo>
                    <a:pt x="3515" y="1198"/>
                  </a:lnTo>
                  <a:lnTo>
                    <a:pt x="4017" y="1352"/>
                  </a:lnTo>
                  <a:lnTo>
                    <a:pt x="4480" y="1507"/>
                  </a:lnTo>
                  <a:lnTo>
                    <a:pt x="4596" y="1507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5" y="1507"/>
                  </a:lnTo>
                  <a:lnTo>
                    <a:pt x="4943" y="1430"/>
                  </a:lnTo>
                  <a:lnTo>
                    <a:pt x="4634" y="1159"/>
                  </a:lnTo>
                  <a:lnTo>
                    <a:pt x="4171" y="850"/>
                  </a:lnTo>
                  <a:lnTo>
                    <a:pt x="3630" y="619"/>
                  </a:lnTo>
                  <a:lnTo>
                    <a:pt x="3090" y="464"/>
                  </a:lnTo>
                  <a:lnTo>
                    <a:pt x="2511" y="310"/>
                  </a:lnTo>
                  <a:lnTo>
                    <a:pt x="1931" y="194"/>
                  </a:lnTo>
                  <a:lnTo>
                    <a:pt x="1352" y="117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17"/>
            <p:cNvSpPr/>
            <p:nvPr/>
          </p:nvSpPr>
          <p:spPr>
            <a:xfrm>
              <a:off x="5333350" y="138867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5"/>
                  </a:moveTo>
                  <a:lnTo>
                    <a:pt x="23633" y="1467"/>
                  </a:lnTo>
                  <a:lnTo>
                    <a:pt x="23941" y="2008"/>
                  </a:lnTo>
                  <a:lnTo>
                    <a:pt x="23787" y="2163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2" y="1969"/>
                  </a:lnTo>
                  <a:lnTo>
                    <a:pt x="23015" y="1815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4"/>
                  </a:lnTo>
                  <a:lnTo>
                    <a:pt x="23169" y="1120"/>
                  </a:lnTo>
                  <a:lnTo>
                    <a:pt x="23285" y="965"/>
                  </a:lnTo>
                  <a:close/>
                  <a:moveTo>
                    <a:pt x="24096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7"/>
                  </a:lnTo>
                  <a:lnTo>
                    <a:pt x="24096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0"/>
                  </a:lnTo>
                  <a:lnTo>
                    <a:pt x="16566" y="5406"/>
                  </a:lnTo>
                  <a:lnTo>
                    <a:pt x="16296" y="5445"/>
                  </a:lnTo>
                  <a:lnTo>
                    <a:pt x="15639" y="5522"/>
                  </a:lnTo>
                  <a:lnTo>
                    <a:pt x="15639" y="5483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5" y="5175"/>
                  </a:lnTo>
                  <a:lnTo>
                    <a:pt x="15832" y="5097"/>
                  </a:lnTo>
                  <a:lnTo>
                    <a:pt x="15948" y="5020"/>
                  </a:lnTo>
                  <a:lnTo>
                    <a:pt x="16064" y="4981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522"/>
                  </a:lnTo>
                  <a:lnTo>
                    <a:pt x="24057" y="5445"/>
                  </a:lnTo>
                  <a:lnTo>
                    <a:pt x="23903" y="5290"/>
                  </a:lnTo>
                  <a:lnTo>
                    <a:pt x="23826" y="5097"/>
                  </a:lnTo>
                  <a:lnTo>
                    <a:pt x="23787" y="4981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2" y="5638"/>
                  </a:lnTo>
                  <a:lnTo>
                    <a:pt x="17570" y="5522"/>
                  </a:lnTo>
                  <a:lnTo>
                    <a:pt x="17029" y="5445"/>
                  </a:lnTo>
                  <a:lnTo>
                    <a:pt x="17068" y="5290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3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6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599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6"/>
                  </a:lnTo>
                  <a:lnTo>
                    <a:pt x="19385" y="5831"/>
                  </a:lnTo>
                  <a:lnTo>
                    <a:pt x="19385" y="5985"/>
                  </a:lnTo>
                  <a:lnTo>
                    <a:pt x="19346" y="6178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6"/>
                  </a:lnTo>
                  <a:lnTo>
                    <a:pt x="18844" y="5522"/>
                  </a:lnTo>
                  <a:lnTo>
                    <a:pt x="18999" y="5483"/>
                  </a:lnTo>
                  <a:close/>
                  <a:moveTo>
                    <a:pt x="20196" y="6063"/>
                  </a:moveTo>
                  <a:lnTo>
                    <a:pt x="20350" y="6101"/>
                  </a:lnTo>
                  <a:lnTo>
                    <a:pt x="20466" y="6140"/>
                  </a:lnTo>
                  <a:lnTo>
                    <a:pt x="20543" y="6178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0"/>
                  </a:lnTo>
                  <a:lnTo>
                    <a:pt x="19848" y="6294"/>
                  </a:lnTo>
                  <a:lnTo>
                    <a:pt x="19887" y="6178"/>
                  </a:lnTo>
                  <a:lnTo>
                    <a:pt x="20003" y="6140"/>
                  </a:lnTo>
                  <a:lnTo>
                    <a:pt x="20080" y="6101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1" y="5985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1" y="6294"/>
                  </a:lnTo>
                  <a:lnTo>
                    <a:pt x="23748" y="6565"/>
                  </a:lnTo>
                  <a:lnTo>
                    <a:pt x="23517" y="6796"/>
                  </a:lnTo>
                  <a:lnTo>
                    <a:pt x="23246" y="6989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8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78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6"/>
                  </a:lnTo>
                  <a:lnTo>
                    <a:pt x="12627" y="6680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59" y="6217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719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44"/>
                  </a:lnTo>
                  <a:lnTo>
                    <a:pt x="22551" y="7221"/>
                  </a:lnTo>
                  <a:lnTo>
                    <a:pt x="22165" y="7260"/>
                  </a:lnTo>
                  <a:lnTo>
                    <a:pt x="21779" y="7221"/>
                  </a:lnTo>
                  <a:lnTo>
                    <a:pt x="21393" y="7105"/>
                  </a:lnTo>
                  <a:lnTo>
                    <a:pt x="21470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414"/>
                  </a:moveTo>
                  <a:lnTo>
                    <a:pt x="12473" y="7453"/>
                  </a:lnTo>
                  <a:lnTo>
                    <a:pt x="12125" y="7993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09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3"/>
                  </a:lnTo>
                  <a:lnTo>
                    <a:pt x="11816" y="7607"/>
                  </a:lnTo>
                  <a:lnTo>
                    <a:pt x="11894" y="7530"/>
                  </a:lnTo>
                  <a:lnTo>
                    <a:pt x="12009" y="7453"/>
                  </a:lnTo>
                  <a:lnTo>
                    <a:pt x="12164" y="7414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1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2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7"/>
                  </a:lnTo>
                  <a:close/>
                  <a:moveTo>
                    <a:pt x="3785" y="9770"/>
                  </a:moveTo>
                  <a:lnTo>
                    <a:pt x="3900" y="9808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32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5"/>
                  </a:lnTo>
                  <a:lnTo>
                    <a:pt x="5097" y="10774"/>
                  </a:lnTo>
                  <a:lnTo>
                    <a:pt x="5136" y="10889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928"/>
                  </a:lnTo>
                  <a:lnTo>
                    <a:pt x="4441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19"/>
                  </a:moveTo>
                  <a:lnTo>
                    <a:pt x="10967" y="11198"/>
                  </a:lnTo>
                  <a:lnTo>
                    <a:pt x="10735" y="11739"/>
                  </a:lnTo>
                  <a:lnTo>
                    <a:pt x="10658" y="11700"/>
                  </a:lnTo>
                  <a:lnTo>
                    <a:pt x="10504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2"/>
                  </a:lnTo>
                  <a:lnTo>
                    <a:pt x="10735" y="10696"/>
                  </a:lnTo>
                  <a:lnTo>
                    <a:pt x="10928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09"/>
                  </a:lnTo>
                  <a:lnTo>
                    <a:pt x="6410" y="12241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0"/>
                  </a:lnTo>
                  <a:lnTo>
                    <a:pt x="5445" y="11623"/>
                  </a:lnTo>
                  <a:lnTo>
                    <a:pt x="5561" y="11546"/>
                  </a:lnTo>
                  <a:lnTo>
                    <a:pt x="5638" y="11507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39" y="13206"/>
                  </a:lnTo>
                  <a:lnTo>
                    <a:pt x="7337" y="13013"/>
                  </a:lnTo>
                  <a:lnTo>
                    <a:pt x="6835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3" y="12627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6"/>
                  </a:lnTo>
                  <a:lnTo>
                    <a:pt x="9229" y="13129"/>
                  </a:lnTo>
                  <a:lnTo>
                    <a:pt x="9268" y="13206"/>
                  </a:lnTo>
                  <a:lnTo>
                    <a:pt x="9036" y="13284"/>
                  </a:lnTo>
                  <a:lnTo>
                    <a:pt x="8804" y="13322"/>
                  </a:lnTo>
                  <a:lnTo>
                    <a:pt x="8573" y="13322"/>
                  </a:lnTo>
                  <a:lnTo>
                    <a:pt x="8302" y="13284"/>
                  </a:lnTo>
                  <a:lnTo>
                    <a:pt x="8302" y="13206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704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6" y="0"/>
                  </a:moveTo>
                  <a:lnTo>
                    <a:pt x="22899" y="39"/>
                  </a:lnTo>
                  <a:lnTo>
                    <a:pt x="22822" y="77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2"/>
                  </a:lnTo>
                  <a:lnTo>
                    <a:pt x="22783" y="965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0" y="2278"/>
                  </a:lnTo>
                  <a:lnTo>
                    <a:pt x="23053" y="2394"/>
                  </a:lnTo>
                  <a:lnTo>
                    <a:pt x="23246" y="2510"/>
                  </a:lnTo>
                  <a:lnTo>
                    <a:pt x="23478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82"/>
                  </a:lnTo>
                  <a:lnTo>
                    <a:pt x="23439" y="3514"/>
                  </a:lnTo>
                  <a:lnTo>
                    <a:pt x="23555" y="3707"/>
                  </a:lnTo>
                  <a:lnTo>
                    <a:pt x="23748" y="3900"/>
                  </a:lnTo>
                  <a:lnTo>
                    <a:pt x="23980" y="4016"/>
                  </a:lnTo>
                  <a:lnTo>
                    <a:pt x="23748" y="4209"/>
                  </a:lnTo>
                  <a:lnTo>
                    <a:pt x="23555" y="4479"/>
                  </a:lnTo>
                  <a:lnTo>
                    <a:pt x="23478" y="4750"/>
                  </a:lnTo>
                  <a:lnTo>
                    <a:pt x="23439" y="4904"/>
                  </a:lnTo>
                  <a:lnTo>
                    <a:pt x="23439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1" y="5522"/>
                  </a:lnTo>
                  <a:lnTo>
                    <a:pt x="23169" y="5561"/>
                  </a:lnTo>
                  <a:lnTo>
                    <a:pt x="22976" y="5715"/>
                  </a:lnTo>
                  <a:lnTo>
                    <a:pt x="22783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4" y="6294"/>
                  </a:lnTo>
                  <a:lnTo>
                    <a:pt x="22320" y="6256"/>
                  </a:lnTo>
                  <a:lnTo>
                    <a:pt x="22165" y="6217"/>
                  </a:lnTo>
                  <a:lnTo>
                    <a:pt x="21972" y="6217"/>
                  </a:lnTo>
                  <a:lnTo>
                    <a:pt x="21740" y="6294"/>
                  </a:lnTo>
                  <a:lnTo>
                    <a:pt x="21509" y="6410"/>
                  </a:lnTo>
                  <a:lnTo>
                    <a:pt x="21354" y="6565"/>
                  </a:lnTo>
                  <a:lnTo>
                    <a:pt x="21200" y="6796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4"/>
                  </a:lnTo>
                  <a:lnTo>
                    <a:pt x="20736" y="5908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4" y="5754"/>
                  </a:lnTo>
                  <a:lnTo>
                    <a:pt x="20080" y="5792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3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0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1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5"/>
                  </a:lnTo>
                  <a:lnTo>
                    <a:pt x="17802" y="4557"/>
                  </a:lnTo>
                  <a:lnTo>
                    <a:pt x="17647" y="4518"/>
                  </a:lnTo>
                  <a:lnTo>
                    <a:pt x="17493" y="4557"/>
                  </a:lnTo>
                  <a:lnTo>
                    <a:pt x="17377" y="4595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7"/>
                  </a:lnTo>
                  <a:lnTo>
                    <a:pt x="16759" y="4943"/>
                  </a:lnTo>
                  <a:lnTo>
                    <a:pt x="16605" y="4788"/>
                  </a:lnTo>
                  <a:lnTo>
                    <a:pt x="16450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1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1"/>
                  </a:lnTo>
                  <a:lnTo>
                    <a:pt x="14635" y="4943"/>
                  </a:lnTo>
                  <a:lnTo>
                    <a:pt x="14442" y="4981"/>
                  </a:lnTo>
                  <a:lnTo>
                    <a:pt x="14288" y="5020"/>
                  </a:lnTo>
                  <a:lnTo>
                    <a:pt x="14133" y="5097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7"/>
                  </a:lnTo>
                  <a:lnTo>
                    <a:pt x="12357" y="6372"/>
                  </a:lnTo>
                  <a:lnTo>
                    <a:pt x="12357" y="6526"/>
                  </a:lnTo>
                  <a:lnTo>
                    <a:pt x="12357" y="6680"/>
                  </a:lnTo>
                  <a:lnTo>
                    <a:pt x="12357" y="6835"/>
                  </a:lnTo>
                  <a:lnTo>
                    <a:pt x="12434" y="6989"/>
                  </a:lnTo>
                  <a:lnTo>
                    <a:pt x="12164" y="7028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414"/>
                  </a:lnTo>
                  <a:lnTo>
                    <a:pt x="11392" y="7530"/>
                  </a:lnTo>
                  <a:lnTo>
                    <a:pt x="11353" y="7684"/>
                  </a:lnTo>
                  <a:lnTo>
                    <a:pt x="11314" y="7839"/>
                  </a:lnTo>
                  <a:lnTo>
                    <a:pt x="11276" y="7993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57"/>
                  </a:lnTo>
                  <a:lnTo>
                    <a:pt x="11469" y="8611"/>
                  </a:lnTo>
                  <a:lnTo>
                    <a:pt x="11199" y="8650"/>
                  </a:lnTo>
                  <a:lnTo>
                    <a:pt x="10967" y="8804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3"/>
                  </a:lnTo>
                  <a:lnTo>
                    <a:pt x="10619" y="10310"/>
                  </a:lnTo>
                  <a:lnTo>
                    <a:pt x="10426" y="10426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5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4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2" y="12087"/>
                  </a:lnTo>
                  <a:lnTo>
                    <a:pt x="9384" y="12202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95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4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202"/>
                  </a:lnTo>
                  <a:lnTo>
                    <a:pt x="6990" y="12280"/>
                  </a:lnTo>
                  <a:lnTo>
                    <a:pt x="6796" y="12434"/>
                  </a:lnTo>
                  <a:lnTo>
                    <a:pt x="6796" y="12048"/>
                  </a:lnTo>
                  <a:lnTo>
                    <a:pt x="6758" y="11893"/>
                  </a:lnTo>
                  <a:lnTo>
                    <a:pt x="6681" y="11700"/>
                  </a:lnTo>
                  <a:lnTo>
                    <a:pt x="6603" y="11546"/>
                  </a:lnTo>
                  <a:lnTo>
                    <a:pt x="6526" y="11430"/>
                  </a:lnTo>
                  <a:lnTo>
                    <a:pt x="6372" y="11314"/>
                  </a:lnTo>
                  <a:lnTo>
                    <a:pt x="6217" y="11198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7"/>
                  </a:lnTo>
                  <a:lnTo>
                    <a:pt x="5522" y="10967"/>
                  </a:lnTo>
                  <a:lnTo>
                    <a:pt x="5445" y="10735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88"/>
                  </a:lnTo>
                  <a:lnTo>
                    <a:pt x="4943" y="10310"/>
                  </a:lnTo>
                  <a:lnTo>
                    <a:pt x="4827" y="10310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499"/>
                  </a:lnTo>
                  <a:lnTo>
                    <a:pt x="3900" y="9461"/>
                  </a:lnTo>
                  <a:lnTo>
                    <a:pt x="3746" y="9422"/>
                  </a:lnTo>
                  <a:lnTo>
                    <a:pt x="3591" y="9422"/>
                  </a:lnTo>
                  <a:lnTo>
                    <a:pt x="3398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70"/>
                  </a:lnTo>
                  <a:lnTo>
                    <a:pt x="2974" y="9615"/>
                  </a:lnTo>
                  <a:lnTo>
                    <a:pt x="2896" y="9461"/>
                  </a:lnTo>
                  <a:lnTo>
                    <a:pt x="2781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9036"/>
                  </a:lnTo>
                  <a:lnTo>
                    <a:pt x="1854" y="9113"/>
                  </a:lnTo>
                  <a:lnTo>
                    <a:pt x="1699" y="9190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1"/>
                  </a:lnTo>
                  <a:lnTo>
                    <a:pt x="1352" y="9924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0"/>
                  </a:lnTo>
                  <a:lnTo>
                    <a:pt x="386" y="10426"/>
                  </a:lnTo>
                  <a:lnTo>
                    <a:pt x="271" y="10581"/>
                  </a:lnTo>
                  <a:lnTo>
                    <a:pt x="116" y="10889"/>
                  </a:lnTo>
                  <a:lnTo>
                    <a:pt x="0" y="11237"/>
                  </a:lnTo>
                  <a:lnTo>
                    <a:pt x="0" y="11585"/>
                  </a:lnTo>
                  <a:lnTo>
                    <a:pt x="77" y="11932"/>
                  </a:lnTo>
                  <a:lnTo>
                    <a:pt x="193" y="12241"/>
                  </a:lnTo>
                  <a:lnTo>
                    <a:pt x="386" y="12550"/>
                  </a:lnTo>
                  <a:lnTo>
                    <a:pt x="618" y="12820"/>
                  </a:lnTo>
                  <a:lnTo>
                    <a:pt x="811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5" y="13129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1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78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4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2"/>
                  </a:lnTo>
                  <a:lnTo>
                    <a:pt x="618" y="12048"/>
                  </a:lnTo>
                  <a:lnTo>
                    <a:pt x="541" y="11893"/>
                  </a:lnTo>
                  <a:lnTo>
                    <a:pt x="502" y="11739"/>
                  </a:lnTo>
                  <a:lnTo>
                    <a:pt x="502" y="11546"/>
                  </a:lnTo>
                  <a:lnTo>
                    <a:pt x="502" y="11391"/>
                  </a:lnTo>
                  <a:lnTo>
                    <a:pt x="541" y="11198"/>
                  </a:lnTo>
                  <a:lnTo>
                    <a:pt x="579" y="11044"/>
                  </a:lnTo>
                  <a:lnTo>
                    <a:pt x="657" y="10889"/>
                  </a:lnTo>
                  <a:lnTo>
                    <a:pt x="773" y="10774"/>
                  </a:lnTo>
                  <a:lnTo>
                    <a:pt x="888" y="10619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6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5"/>
                  </a:lnTo>
                  <a:lnTo>
                    <a:pt x="5870" y="12704"/>
                  </a:lnTo>
                  <a:lnTo>
                    <a:pt x="6256" y="12975"/>
                  </a:lnTo>
                  <a:lnTo>
                    <a:pt x="6681" y="13206"/>
                  </a:lnTo>
                  <a:lnTo>
                    <a:pt x="7105" y="13438"/>
                  </a:lnTo>
                  <a:lnTo>
                    <a:pt x="7530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8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5"/>
                  </a:lnTo>
                  <a:lnTo>
                    <a:pt x="11314" y="11739"/>
                  </a:lnTo>
                  <a:lnTo>
                    <a:pt x="11507" y="11237"/>
                  </a:lnTo>
                  <a:lnTo>
                    <a:pt x="11662" y="10696"/>
                  </a:lnTo>
                  <a:lnTo>
                    <a:pt x="11971" y="9615"/>
                  </a:lnTo>
                  <a:lnTo>
                    <a:pt x="12125" y="9113"/>
                  </a:lnTo>
                  <a:lnTo>
                    <a:pt x="12357" y="8611"/>
                  </a:lnTo>
                  <a:lnTo>
                    <a:pt x="12589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89"/>
                  </a:lnTo>
                  <a:lnTo>
                    <a:pt x="14017" y="6719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4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0" y="7723"/>
                  </a:lnTo>
                  <a:lnTo>
                    <a:pt x="22165" y="7762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530"/>
                  </a:lnTo>
                  <a:lnTo>
                    <a:pt x="23710" y="7298"/>
                  </a:lnTo>
                  <a:lnTo>
                    <a:pt x="24057" y="6989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908"/>
                  </a:lnTo>
                  <a:lnTo>
                    <a:pt x="24868" y="5483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5" y="3746"/>
                  </a:lnTo>
                  <a:lnTo>
                    <a:pt x="24868" y="3282"/>
                  </a:lnTo>
                  <a:lnTo>
                    <a:pt x="24791" y="2858"/>
                  </a:lnTo>
                  <a:lnTo>
                    <a:pt x="24637" y="2394"/>
                  </a:lnTo>
                  <a:lnTo>
                    <a:pt x="24443" y="1969"/>
                  </a:lnTo>
                  <a:lnTo>
                    <a:pt x="24250" y="1583"/>
                  </a:lnTo>
                  <a:lnTo>
                    <a:pt x="24057" y="1197"/>
                  </a:lnTo>
                  <a:lnTo>
                    <a:pt x="23787" y="811"/>
                  </a:lnTo>
                  <a:lnTo>
                    <a:pt x="23941" y="386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7"/>
                  </a:lnTo>
                  <a:lnTo>
                    <a:pt x="230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17"/>
            <p:cNvSpPr/>
            <p:nvPr/>
          </p:nvSpPr>
          <p:spPr>
            <a:xfrm>
              <a:off x="5843050" y="1398325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5" y="1429"/>
                  </a:lnTo>
                  <a:lnTo>
                    <a:pt x="4866" y="1738"/>
                  </a:lnTo>
                  <a:lnTo>
                    <a:pt x="5059" y="2085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6" y="5599"/>
                  </a:lnTo>
                  <a:lnTo>
                    <a:pt x="5330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40" y="8380"/>
                  </a:lnTo>
                  <a:lnTo>
                    <a:pt x="3631" y="8727"/>
                  </a:lnTo>
                  <a:lnTo>
                    <a:pt x="3283" y="9036"/>
                  </a:lnTo>
                  <a:lnTo>
                    <a:pt x="2936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9" y="10040"/>
                  </a:lnTo>
                  <a:lnTo>
                    <a:pt x="1314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9" y="10967"/>
                  </a:lnTo>
                  <a:lnTo>
                    <a:pt x="1121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8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5" y="6294"/>
                  </a:lnTo>
                  <a:lnTo>
                    <a:pt x="5909" y="5792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5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40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17"/>
            <p:cNvSpPr/>
            <p:nvPr/>
          </p:nvSpPr>
          <p:spPr>
            <a:xfrm>
              <a:off x="569225" y="1424375"/>
              <a:ext cx="126500" cy="69550"/>
            </a:xfrm>
            <a:custGeom>
              <a:avLst/>
              <a:gdLst/>
              <a:ahLst/>
              <a:cxnLst/>
              <a:rect l="l" t="t" r="r" b="b"/>
              <a:pathLst>
                <a:path w="5060" h="2782" extrusionOk="0">
                  <a:moveTo>
                    <a:pt x="4905" y="1"/>
                  </a:moveTo>
                  <a:lnTo>
                    <a:pt x="3824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30" y="1854"/>
                  </a:lnTo>
                  <a:lnTo>
                    <a:pt x="773" y="2125"/>
                  </a:lnTo>
                  <a:lnTo>
                    <a:pt x="117" y="2395"/>
                  </a:lnTo>
                  <a:lnTo>
                    <a:pt x="40" y="2472"/>
                  </a:lnTo>
                  <a:lnTo>
                    <a:pt x="1" y="2588"/>
                  </a:lnTo>
                  <a:lnTo>
                    <a:pt x="40" y="2665"/>
                  </a:lnTo>
                  <a:lnTo>
                    <a:pt x="117" y="2781"/>
                  </a:lnTo>
                  <a:lnTo>
                    <a:pt x="387" y="2781"/>
                  </a:lnTo>
                  <a:lnTo>
                    <a:pt x="1082" y="2627"/>
                  </a:lnTo>
                  <a:lnTo>
                    <a:pt x="1739" y="2356"/>
                  </a:lnTo>
                  <a:lnTo>
                    <a:pt x="2356" y="2047"/>
                  </a:lnTo>
                  <a:lnTo>
                    <a:pt x="2974" y="1739"/>
                  </a:lnTo>
                  <a:lnTo>
                    <a:pt x="3553" y="1430"/>
                  </a:lnTo>
                  <a:lnTo>
                    <a:pt x="4094" y="1082"/>
                  </a:lnTo>
                  <a:lnTo>
                    <a:pt x="4596" y="735"/>
                  </a:lnTo>
                  <a:lnTo>
                    <a:pt x="5059" y="310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17"/>
            <p:cNvSpPr/>
            <p:nvPr/>
          </p:nvSpPr>
          <p:spPr>
            <a:xfrm>
              <a:off x="512275" y="1467825"/>
              <a:ext cx="66650" cy="99450"/>
            </a:xfrm>
            <a:custGeom>
              <a:avLst/>
              <a:gdLst/>
              <a:ahLst/>
              <a:cxnLst/>
              <a:rect l="l" t="t" r="r" b="b"/>
              <a:pathLst>
                <a:path w="2666" h="3978" extrusionOk="0">
                  <a:moveTo>
                    <a:pt x="850" y="1"/>
                  </a:moveTo>
                  <a:lnTo>
                    <a:pt x="464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2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1" y="2704"/>
                  </a:lnTo>
                  <a:lnTo>
                    <a:pt x="39" y="2974"/>
                  </a:lnTo>
                  <a:lnTo>
                    <a:pt x="78" y="3206"/>
                  </a:lnTo>
                  <a:lnTo>
                    <a:pt x="155" y="3399"/>
                  </a:lnTo>
                  <a:lnTo>
                    <a:pt x="271" y="3592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9" y="3939"/>
                  </a:lnTo>
                  <a:lnTo>
                    <a:pt x="1082" y="3978"/>
                  </a:lnTo>
                  <a:lnTo>
                    <a:pt x="1314" y="3939"/>
                  </a:lnTo>
                  <a:lnTo>
                    <a:pt x="1507" y="3823"/>
                  </a:lnTo>
                  <a:lnTo>
                    <a:pt x="1661" y="3708"/>
                  </a:lnTo>
                  <a:lnTo>
                    <a:pt x="1816" y="3514"/>
                  </a:lnTo>
                  <a:lnTo>
                    <a:pt x="1970" y="3321"/>
                  </a:lnTo>
                  <a:lnTo>
                    <a:pt x="2086" y="3090"/>
                  </a:lnTo>
                  <a:lnTo>
                    <a:pt x="2318" y="2549"/>
                  </a:lnTo>
                  <a:lnTo>
                    <a:pt x="2472" y="2009"/>
                  </a:lnTo>
                  <a:lnTo>
                    <a:pt x="2626" y="1507"/>
                  </a:lnTo>
                  <a:lnTo>
                    <a:pt x="2665" y="1043"/>
                  </a:lnTo>
                  <a:lnTo>
                    <a:pt x="2395" y="1043"/>
                  </a:lnTo>
                  <a:lnTo>
                    <a:pt x="2009" y="2009"/>
                  </a:lnTo>
                  <a:lnTo>
                    <a:pt x="1738" y="2665"/>
                  </a:lnTo>
                  <a:lnTo>
                    <a:pt x="1545" y="3051"/>
                  </a:lnTo>
                  <a:lnTo>
                    <a:pt x="1468" y="3206"/>
                  </a:lnTo>
                  <a:lnTo>
                    <a:pt x="1314" y="3283"/>
                  </a:lnTo>
                  <a:lnTo>
                    <a:pt x="1159" y="3283"/>
                  </a:lnTo>
                  <a:lnTo>
                    <a:pt x="966" y="3206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8"/>
                  </a:lnTo>
                  <a:lnTo>
                    <a:pt x="889" y="773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17"/>
            <p:cNvSpPr/>
            <p:nvPr/>
          </p:nvSpPr>
          <p:spPr>
            <a:xfrm>
              <a:off x="4008850" y="152575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4"/>
                  </a:lnTo>
                  <a:lnTo>
                    <a:pt x="7029" y="1313"/>
                  </a:lnTo>
                  <a:lnTo>
                    <a:pt x="7531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7"/>
                  </a:lnTo>
                  <a:lnTo>
                    <a:pt x="8573" y="3707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1" y="3862"/>
                  </a:lnTo>
                  <a:lnTo>
                    <a:pt x="2433" y="4016"/>
                  </a:lnTo>
                  <a:lnTo>
                    <a:pt x="2318" y="4132"/>
                  </a:lnTo>
                  <a:lnTo>
                    <a:pt x="2124" y="4209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1" y="4248"/>
                  </a:lnTo>
                  <a:lnTo>
                    <a:pt x="734" y="4132"/>
                  </a:lnTo>
                  <a:lnTo>
                    <a:pt x="387" y="4016"/>
                  </a:lnTo>
                  <a:lnTo>
                    <a:pt x="503" y="3514"/>
                  </a:lnTo>
                  <a:lnTo>
                    <a:pt x="657" y="3012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8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7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3" y="5947"/>
                  </a:lnTo>
                  <a:lnTo>
                    <a:pt x="10543" y="5870"/>
                  </a:lnTo>
                  <a:lnTo>
                    <a:pt x="10543" y="5754"/>
                  </a:lnTo>
                  <a:lnTo>
                    <a:pt x="10620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0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9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7" y="3205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8"/>
                  </a:lnTo>
                  <a:lnTo>
                    <a:pt x="1314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3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7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3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8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7" y="6526"/>
                  </a:lnTo>
                  <a:lnTo>
                    <a:pt x="11740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1" y="7916"/>
                  </a:lnTo>
                  <a:lnTo>
                    <a:pt x="12551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7" y="7183"/>
                  </a:lnTo>
                  <a:lnTo>
                    <a:pt x="12744" y="6681"/>
                  </a:lnTo>
                  <a:lnTo>
                    <a:pt x="12435" y="6217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9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4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5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6" y="193"/>
                  </a:lnTo>
                  <a:lnTo>
                    <a:pt x="5291" y="78"/>
                  </a:lnTo>
                  <a:lnTo>
                    <a:pt x="4828" y="39"/>
                  </a:lnTo>
                  <a:lnTo>
                    <a:pt x="44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17"/>
            <p:cNvSpPr/>
            <p:nvPr/>
          </p:nvSpPr>
          <p:spPr>
            <a:xfrm>
              <a:off x="6763050" y="1538300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8"/>
                  </a:moveTo>
                  <a:lnTo>
                    <a:pt x="1082" y="5986"/>
                  </a:lnTo>
                  <a:lnTo>
                    <a:pt x="1237" y="6024"/>
                  </a:lnTo>
                  <a:lnTo>
                    <a:pt x="1391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7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9" y="6990"/>
                  </a:lnTo>
                  <a:lnTo>
                    <a:pt x="464" y="6835"/>
                  </a:lnTo>
                  <a:lnTo>
                    <a:pt x="426" y="6719"/>
                  </a:lnTo>
                  <a:lnTo>
                    <a:pt x="387" y="6642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6" y="6256"/>
                  </a:lnTo>
                  <a:lnTo>
                    <a:pt x="503" y="6179"/>
                  </a:lnTo>
                  <a:lnTo>
                    <a:pt x="696" y="6024"/>
                  </a:lnTo>
                  <a:lnTo>
                    <a:pt x="889" y="5908"/>
                  </a:lnTo>
                  <a:close/>
                  <a:moveTo>
                    <a:pt x="5909" y="0"/>
                  </a:moveTo>
                  <a:lnTo>
                    <a:pt x="5832" y="39"/>
                  </a:lnTo>
                  <a:lnTo>
                    <a:pt x="5523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7" y="2047"/>
                  </a:lnTo>
                  <a:lnTo>
                    <a:pt x="3438" y="2781"/>
                  </a:lnTo>
                  <a:lnTo>
                    <a:pt x="2279" y="4132"/>
                  </a:lnTo>
                  <a:lnTo>
                    <a:pt x="1739" y="4866"/>
                  </a:lnTo>
                  <a:lnTo>
                    <a:pt x="1198" y="5561"/>
                  </a:lnTo>
                  <a:lnTo>
                    <a:pt x="1043" y="5522"/>
                  </a:lnTo>
                  <a:lnTo>
                    <a:pt x="889" y="5522"/>
                  </a:lnTo>
                  <a:lnTo>
                    <a:pt x="773" y="5561"/>
                  </a:lnTo>
                  <a:lnTo>
                    <a:pt x="619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10" y="5870"/>
                  </a:lnTo>
                  <a:lnTo>
                    <a:pt x="117" y="6063"/>
                  </a:lnTo>
                  <a:lnTo>
                    <a:pt x="1" y="6333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40" y="6797"/>
                  </a:lnTo>
                  <a:lnTo>
                    <a:pt x="117" y="6990"/>
                  </a:lnTo>
                  <a:lnTo>
                    <a:pt x="194" y="7144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4"/>
                  </a:lnTo>
                  <a:lnTo>
                    <a:pt x="1430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6" y="6874"/>
                  </a:lnTo>
                  <a:lnTo>
                    <a:pt x="1854" y="6681"/>
                  </a:lnTo>
                  <a:lnTo>
                    <a:pt x="1893" y="6526"/>
                  </a:lnTo>
                  <a:lnTo>
                    <a:pt x="1854" y="6333"/>
                  </a:lnTo>
                  <a:lnTo>
                    <a:pt x="1816" y="6179"/>
                  </a:lnTo>
                  <a:lnTo>
                    <a:pt x="1739" y="6024"/>
                  </a:lnTo>
                  <a:lnTo>
                    <a:pt x="1661" y="5908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3" y="4403"/>
                  </a:lnTo>
                  <a:lnTo>
                    <a:pt x="3940" y="3012"/>
                  </a:lnTo>
                  <a:lnTo>
                    <a:pt x="4480" y="2395"/>
                  </a:lnTo>
                  <a:lnTo>
                    <a:pt x="5098" y="1699"/>
                  </a:lnTo>
                  <a:lnTo>
                    <a:pt x="5639" y="1043"/>
                  </a:lnTo>
                  <a:lnTo>
                    <a:pt x="5909" y="657"/>
                  </a:lnTo>
                  <a:lnTo>
                    <a:pt x="6102" y="309"/>
                  </a:lnTo>
                  <a:lnTo>
                    <a:pt x="6141" y="193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17"/>
            <p:cNvSpPr/>
            <p:nvPr/>
          </p:nvSpPr>
          <p:spPr>
            <a:xfrm>
              <a:off x="4040700" y="153927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5" y="7298"/>
                  </a:moveTo>
                  <a:lnTo>
                    <a:pt x="8496" y="7375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1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4"/>
                  </a:lnTo>
                  <a:lnTo>
                    <a:pt x="8110" y="10156"/>
                  </a:lnTo>
                  <a:lnTo>
                    <a:pt x="7840" y="10078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6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7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2" y="8766"/>
                  </a:lnTo>
                  <a:lnTo>
                    <a:pt x="1546" y="8727"/>
                  </a:lnTo>
                  <a:lnTo>
                    <a:pt x="40" y="8688"/>
                  </a:lnTo>
                  <a:lnTo>
                    <a:pt x="1" y="8688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6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6"/>
                  </a:lnTo>
                  <a:lnTo>
                    <a:pt x="6759" y="9847"/>
                  </a:lnTo>
                  <a:lnTo>
                    <a:pt x="6990" y="10078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0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7"/>
                  </a:lnTo>
                  <a:lnTo>
                    <a:pt x="9539" y="10194"/>
                  </a:lnTo>
                  <a:lnTo>
                    <a:pt x="9771" y="9963"/>
                  </a:lnTo>
                  <a:lnTo>
                    <a:pt x="9925" y="9692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7"/>
                  </a:lnTo>
                  <a:lnTo>
                    <a:pt x="6565" y="8186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79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17"/>
            <p:cNvSpPr/>
            <p:nvPr/>
          </p:nvSpPr>
          <p:spPr>
            <a:xfrm>
              <a:off x="1387875" y="1558575"/>
              <a:ext cx="374575" cy="387125"/>
            </a:xfrm>
            <a:custGeom>
              <a:avLst/>
              <a:gdLst/>
              <a:ahLst/>
              <a:cxnLst/>
              <a:rect l="l" t="t" r="r" b="b"/>
              <a:pathLst>
                <a:path w="14983" h="15485" extrusionOk="0">
                  <a:moveTo>
                    <a:pt x="7453" y="502"/>
                  </a:moveTo>
                  <a:lnTo>
                    <a:pt x="8032" y="541"/>
                  </a:lnTo>
                  <a:lnTo>
                    <a:pt x="8573" y="580"/>
                  </a:lnTo>
                  <a:lnTo>
                    <a:pt x="9152" y="695"/>
                  </a:lnTo>
                  <a:lnTo>
                    <a:pt x="9654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0" y="1545"/>
                  </a:lnTo>
                  <a:lnTo>
                    <a:pt x="11585" y="1854"/>
                  </a:lnTo>
                  <a:lnTo>
                    <a:pt x="10812" y="2201"/>
                  </a:lnTo>
                  <a:lnTo>
                    <a:pt x="10040" y="2626"/>
                  </a:lnTo>
                  <a:lnTo>
                    <a:pt x="9306" y="3090"/>
                  </a:lnTo>
                  <a:lnTo>
                    <a:pt x="8611" y="3630"/>
                  </a:lnTo>
                  <a:lnTo>
                    <a:pt x="7916" y="4171"/>
                  </a:lnTo>
                  <a:lnTo>
                    <a:pt x="7299" y="4789"/>
                  </a:lnTo>
                  <a:lnTo>
                    <a:pt x="6681" y="5445"/>
                  </a:lnTo>
                  <a:lnTo>
                    <a:pt x="6140" y="6140"/>
                  </a:lnTo>
                  <a:lnTo>
                    <a:pt x="5638" y="6874"/>
                  </a:lnTo>
                  <a:lnTo>
                    <a:pt x="5175" y="7646"/>
                  </a:lnTo>
                  <a:lnTo>
                    <a:pt x="4789" y="8418"/>
                  </a:lnTo>
                  <a:lnTo>
                    <a:pt x="4441" y="9229"/>
                  </a:lnTo>
                  <a:lnTo>
                    <a:pt x="4171" y="10040"/>
                  </a:lnTo>
                  <a:lnTo>
                    <a:pt x="3939" y="10890"/>
                  </a:lnTo>
                  <a:lnTo>
                    <a:pt x="3823" y="11778"/>
                  </a:lnTo>
                  <a:lnTo>
                    <a:pt x="3746" y="12666"/>
                  </a:lnTo>
                  <a:lnTo>
                    <a:pt x="3553" y="12666"/>
                  </a:lnTo>
                  <a:lnTo>
                    <a:pt x="3283" y="11855"/>
                  </a:lnTo>
                  <a:lnTo>
                    <a:pt x="3051" y="11044"/>
                  </a:lnTo>
                  <a:lnTo>
                    <a:pt x="2819" y="10195"/>
                  </a:lnTo>
                  <a:lnTo>
                    <a:pt x="2665" y="9384"/>
                  </a:lnTo>
                  <a:lnTo>
                    <a:pt x="2588" y="8534"/>
                  </a:lnTo>
                  <a:lnTo>
                    <a:pt x="2549" y="7685"/>
                  </a:lnTo>
                  <a:lnTo>
                    <a:pt x="2588" y="6797"/>
                  </a:lnTo>
                  <a:lnTo>
                    <a:pt x="2665" y="5947"/>
                  </a:lnTo>
                  <a:lnTo>
                    <a:pt x="2858" y="5213"/>
                  </a:lnTo>
                  <a:lnTo>
                    <a:pt x="3051" y="4518"/>
                  </a:lnTo>
                  <a:lnTo>
                    <a:pt x="3321" y="3823"/>
                  </a:lnTo>
                  <a:lnTo>
                    <a:pt x="3630" y="3205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29"/>
                  </a:lnTo>
                  <a:lnTo>
                    <a:pt x="5406" y="888"/>
                  </a:lnTo>
                  <a:lnTo>
                    <a:pt x="5908" y="734"/>
                  </a:lnTo>
                  <a:lnTo>
                    <a:pt x="6410" y="618"/>
                  </a:lnTo>
                  <a:lnTo>
                    <a:pt x="6912" y="541"/>
                  </a:lnTo>
                  <a:lnTo>
                    <a:pt x="7453" y="502"/>
                  </a:lnTo>
                  <a:close/>
                  <a:moveTo>
                    <a:pt x="11932" y="2086"/>
                  </a:moveTo>
                  <a:lnTo>
                    <a:pt x="12318" y="2433"/>
                  </a:lnTo>
                  <a:lnTo>
                    <a:pt x="12666" y="2819"/>
                  </a:lnTo>
                  <a:lnTo>
                    <a:pt x="13014" y="3205"/>
                  </a:lnTo>
                  <a:lnTo>
                    <a:pt x="13322" y="3669"/>
                  </a:lnTo>
                  <a:lnTo>
                    <a:pt x="13593" y="4093"/>
                  </a:lnTo>
                  <a:lnTo>
                    <a:pt x="13824" y="4595"/>
                  </a:lnTo>
                  <a:lnTo>
                    <a:pt x="14018" y="5097"/>
                  </a:lnTo>
                  <a:lnTo>
                    <a:pt x="14211" y="5599"/>
                  </a:lnTo>
                  <a:lnTo>
                    <a:pt x="14326" y="6101"/>
                  </a:lnTo>
                  <a:lnTo>
                    <a:pt x="14404" y="6642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25" y="6951"/>
                  </a:lnTo>
                  <a:lnTo>
                    <a:pt x="11392" y="7144"/>
                  </a:lnTo>
                  <a:lnTo>
                    <a:pt x="10658" y="7414"/>
                  </a:lnTo>
                  <a:lnTo>
                    <a:pt x="9924" y="7723"/>
                  </a:lnTo>
                  <a:lnTo>
                    <a:pt x="9229" y="8032"/>
                  </a:lnTo>
                  <a:lnTo>
                    <a:pt x="8534" y="8418"/>
                  </a:lnTo>
                  <a:lnTo>
                    <a:pt x="7878" y="8843"/>
                  </a:lnTo>
                  <a:lnTo>
                    <a:pt x="7221" y="9306"/>
                  </a:lnTo>
                  <a:lnTo>
                    <a:pt x="6642" y="9808"/>
                  </a:lnTo>
                  <a:lnTo>
                    <a:pt x="6063" y="10349"/>
                  </a:lnTo>
                  <a:lnTo>
                    <a:pt x="5561" y="10890"/>
                  </a:lnTo>
                  <a:lnTo>
                    <a:pt x="5059" y="11508"/>
                  </a:lnTo>
                  <a:lnTo>
                    <a:pt x="4634" y="12125"/>
                  </a:lnTo>
                  <a:lnTo>
                    <a:pt x="4248" y="12820"/>
                  </a:lnTo>
                  <a:lnTo>
                    <a:pt x="4093" y="12743"/>
                  </a:lnTo>
                  <a:lnTo>
                    <a:pt x="3939" y="12666"/>
                  </a:lnTo>
                  <a:lnTo>
                    <a:pt x="4093" y="11816"/>
                  </a:lnTo>
                  <a:lnTo>
                    <a:pt x="4287" y="10928"/>
                  </a:lnTo>
                  <a:lnTo>
                    <a:pt x="4557" y="10117"/>
                  </a:lnTo>
                  <a:lnTo>
                    <a:pt x="4827" y="9306"/>
                  </a:lnTo>
                  <a:lnTo>
                    <a:pt x="5175" y="8496"/>
                  </a:lnTo>
                  <a:lnTo>
                    <a:pt x="5561" y="7723"/>
                  </a:lnTo>
                  <a:lnTo>
                    <a:pt x="6024" y="6990"/>
                  </a:lnTo>
                  <a:lnTo>
                    <a:pt x="6488" y="6295"/>
                  </a:lnTo>
                  <a:lnTo>
                    <a:pt x="7028" y="5599"/>
                  </a:lnTo>
                  <a:lnTo>
                    <a:pt x="7607" y="4982"/>
                  </a:lnTo>
                  <a:lnTo>
                    <a:pt x="8225" y="4402"/>
                  </a:lnTo>
                  <a:lnTo>
                    <a:pt x="8882" y="3823"/>
                  </a:lnTo>
                  <a:lnTo>
                    <a:pt x="9577" y="3321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42" y="6990"/>
                  </a:moveTo>
                  <a:lnTo>
                    <a:pt x="14481" y="7839"/>
                  </a:lnTo>
                  <a:lnTo>
                    <a:pt x="14404" y="8689"/>
                  </a:lnTo>
                  <a:lnTo>
                    <a:pt x="14249" y="9538"/>
                  </a:lnTo>
                  <a:lnTo>
                    <a:pt x="14172" y="9963"/>
                  </a:lnTo>
                  <a:lnTo>
                    <a:pt x="14018" y="10388"/>
                  </a:lnTo>
                  <a:lnTo>
                    <a:pt x="13863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89"/>
                  </a:lnTo>
                  <a:lnTo>
                    <a:pt x="12473" y="12898"/>
                  </a:lnTo>
                  <a:lnTo>
                    <a:pt x="12203" y="13207"/>
                  </a:lnTo>
                  <a:lnTo>
                    <a:pt x="11932" y="13052"/>
                  </a:lnTo>
                  <a:lnTo>
                    <a:pt x="11662" y="12936"/>
                  </a:lnTo>
                  <a:lnTo>
                    <a:pt x="11083" y="12782"/>
                  </a:lnTo>
                  <a:lnTo>
                    <a:pt x="10542" y="12627"/>
                  </a:lnTo>
                  <a:lnTo>
                    <a:pt x="9963" y="12550"/>
                  </a:lnTo>
                  <a:lnTo>
                    <a:pt x="9384" y="12512"/>
                  </a:lnTo>
                  <a:lnTo>
                    <a:pt x="8843" y="12473"/>
                  </a:lnTo>
                  <a:lnTo>
                    <a:pt x="8303" y="12473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6"/>
                  </a:lnTo>
                  <a:lnTo>
                    <a:pt x="6179" y="12782"/>
                  </a:lnTo>
                  <a:lnTo>
                    <a:pt x="5638" y="12975"/>
                  </a:lnTo>
                  <a:lnTo>
                    <a:pt x="5136" y="13129"/>
                  </a:lnTo>
                  <a:lnTo>
                    <a:pt x="4673" y="13361"/>
                  </a:lnTo>
                  <a:lnTo>
                    <a:pt x="4557" y="13129"/>
                  </a:lnTo>
                  <a:lnTo>
                    <a:pt x="4402" y="12936"/>
                  </a:lnTo>
                  <a:lnTo>
                    <a:pt x="4866" y="12318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0" y="10619"/>
                  </a:lnTo>
                  <a:lnTo>
                    <a:pt x="6951" y="10117"/>
                  </a:lnTo>
                  <a:lnTo>
                    <a:pt x="7530" y="9654"/>
                  </a:lnTo>
                  <a:lnTo>
                    <a:pt x="8148" y="9229"/>
                  </a:lnTo>
                  <a:lnTo>
                    <a:pt x="8766" y="8804"/>
                  </a:lnTo>
                  <a:lnTo>
                    <a:pt x="9384" y="8457"/>
                  </a:lnTo>
                  <a:lnTo>
                    <a:pt x="10040" y="8109"/>
                  </a:lnTo>
                  <a:lnTo>
                    <a:pt x="10735" y="7839"/>
                  </a:lnTo>
                  <a:lnTo>
                    <a:pt x="11430" y="7569"/>
                  </a:lnTo>
                  <a:lnTo>
                    <a:pt x="12164" y="7376"/>
                  </a:lnTo>
                  <a:lnTo>
                    <a:pt x="12898" y="7183"/>
                  </a:lnTo>
                  <a:lnTo>
                    <a:pt x="13670" y="7067"/>
                  </a:lnTo>
                  <a:lnTo>
                    <a:pt x="14442" y="6990"/>
                  </a:lnTo>
                  <a:close/>
                  <a:moveTo>
                    <a:pt x="4518" y="1275"/>
                  </a:moveTo>
                  <a:lnTo>
                    <a:pt x="4016" y="1854"/>
                  </a:lnTo>
                  <a:lnTo>
                    <a:pt x="3591" y="2472"/>
                  </a:lnTo>
                  <a:lnTo>
                    <a:pt x="3244" y="3128"/>
                  </a:lnTo>
                  <a:lnTo>
                    <a:pt x="2935" y="3823"/>
                  </a:lnTo>
                  <a:lnTo>
                    <a:pt x="2665" y="4518"/>
                  </a:lnTo>
                  <a:lnTo>
                    <a:pt x="2472" y="5291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3"/>
                  </a:lnTo>
                  <a:lnTo>
                    <a:pt x="2356" y="9886"/>
                  </a:lnTo>
                  <a:lnTo>
                    <a:pt x="2549" y="10619"/>
                  </a:lnTo>
                  <a:lnTo>
                    <a:pt x="2742" y="11353"/>
                  </a:lnTo>
                  <a:lnTo>
                    <a:pt x="3012" y="12087"/>
                  </a:lnTo>
                  <a:lnTo>
                    <a:pt x="3283" y="12782"/>
                  </a:lnTo>
                  <a:lnTo>
                    <a:pt x="3089" y="12898"/>
                  </a:lnTo>
                  <a:lnTo>
                    <a:pt x="2935" y="13052"/>
                  </a:lnTo>
                  <a:lnTo>
                    <a:pt x="2819" y="13245"/>
                  </a:lnTo>
                  <a:lnTo>
                    <a:pt x="2703" y="13438"/>
                  </a:lnTo>
                  <a:lnTo>
                    <a:pt x="2394" y="13014"/>
                  </a:lnTo>
                  <a:lnTo>
                    <a:pt x="2047" y="12550"/>
                  </a:lnTo>
                  <a:lnTo>
                    <a:pt x="1777" y="12087"/>
                  </a:lnTo>
                  <a:lnTo>
                    <a:pt x="1506" y="11623"/>
                  </a:lnTo>
                  <a:lnTo>
                    <a:pt x="1275" y="11121"/>
                  </a:lnTo>
                  <a:lnTo>
                    <a:pt x="1043" y="10619"/>
                  </a:lnTo>
                  <a:lnTo>
                    <a:pt x="850" y="10117"/>
                  </a:lnTo>
                  <a:lnTo>
                    <a:pt x="734" y="9615"/>
                  </a:lnTo>
                  <a:lnTo>
                    <a:pt x="618" y="9113"/>
                  </a:lnTo>
                  <a:lnTo>
                    <a:pt x="541" y="8573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0"/>
                  </a:lnTo>
                  <a:lnTo>
                    <a:pt x="734" y="5870"/>
                  </a:lnTo>
                  <a:lnTo>
                    <a:pt x="927" y="5329"/>
                  </a:lnTo>
                  <a:lnTo>
                    <a:pt x="1197" y="4673"/>
                  </a:lnTo>
                  <a:lnTo>
                    <a:pt x="1506" y="4055"/>
                  </a:lnTo>
                  <a:lnTo>
                    <a:pt x="1892" y="3476"/>
                  </a:lnTo>
                  <a:lnTo>
                    <a:pt x="2356" y="2935"/>
                  </a:lnTo>
                  <a:lnTo>
                    <a:pt x="2819" y="2433"/>
                  </a:lnTo>
                  <a:lnTo>
                    <a:pt x="3360" y="2008"/>
                  </a:lnTo>
                  <a:lnTo>
                    <a:pt x="3900" y="1584"/>
                  </a:lnTo>
                  <a:lnTo>
                    <a:pt x="4518" y="1275"/>
                  </a:lnTo>
                  <a:close/>
                  <a:moveTo>
                    <a:pt x="3823" y="12975"/>
                  </a:moveTo>
                  <a:lnTo>
                    <a:pt x="4016" y="13052"/>
                  </a:lnTo>
                  <a:lnTo>
                    <a:pt x="4132" y="13168"/>
                  </a:lnTo>
                  <a:lnTo>
                    <a:pt x="4248" y="13284"/>
                  </a:lnTo>
                  <a:lnTo>
                    <a:pt x="4325" y="13438"/>
                  </a:lnTo>
                  <a:lnTo>
                    <a:pt x="4364" y="13631"/>
                  </a:lnTo>
                  <a:lnTo>
                    <a:pt x="4325" y="13786"/>
                  </a:lnTo>
                  <a:lnTo>
                    <a:pt x="4287" y="13940"/>
                  </a:lnTo>
                  <a:lnTo>
                    <a:pt x="4209" y="14095"/>
                  </a:lnTo>
                  <a:lnTo>
                    <a:pt x="3746" y="13824"/>
                  </a:lnTo>
                  <a:lnTo>
                    <a:pt x="3321" y="13477"/>
                  </a:lnTo>
                  <a:lnTo>
                    <a:pt x="3244" y="13438"/>
                  </a:lnTo>
                  <a:lnTo>
                    <a:pt x="3128" y="13438"/>
                  </a:lnTo>
                  <a:lnTo>
                    <a:pt x="3051" y="13477"/>
                  </a:lnTo>
                  <a:lnTo>
                    <a:pt x="2974" y="13515"/>
                  </a:lnTo>
                  <a:lnTo>
                    <a:pt x="3051" y="13361"/>
                  </a:lnTo>
                  <a:lnTo>
                    <a:pt x="3167" y="13245"/>
                  </a:lnTo>
                  <a:lnTo>
                    <a:pt x="3321" y="13129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13" y="12859"/>
                  </a:moveTo>
                  <a:lnTo>
                    <a:pt x="9615" y="12898"/>
                  </a:lnTo>
                  <a:lnTo>
                    <a:pt x="10079" y="12975"/>
                  </a:lnTo>
                  <a:lnTo>
                    <a:pt x="10504" y="13014"/>
                  </a:lnTo>
                  <a:lnTo>
                    <a:pt x="11006" y="13129"/>
                  </a:lnTo>
                  <a:lnTo>
                    <a:pt x="11469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7"/>
                  </a:lnTo>
                  <a:lnTo>
                    <a:pt x="10658" y="14249"/>
                  </a:lnTo>
                  <a:lnTo>
                    <a:pt x="10195" y="14442"/>
                  </a:lnTo>
                  <a:lnTo>
                    <a:pt x="9770" y="14635"/>
                  </a:lnTo>
                  <a:lnTo>
                    <a:pt x="9306" y="14751"/>
                  </a:lnTo>
                  <a:lnTo>
                    <a:pt x="8804" y="14867"/>
                  </a:lnTo>
                  <a:lnTo>
                    <a:pt x="8341" y="14944"/>
                  </a:lnTo>
                  <a:lnTo>
                    <a:pt x="7839" y="14983"/>
                  </a:lnTo>
                  <a:lnTo>
                    <a:pt x="7376" y="14983"/>
                  </a:lnTo>
                  <a:lnTo>
                    <a:pt x="6874" y="14944"/>
                  </a:lnTo>
                  <a:lnTo>
                    <a:pt x="6410" y="14867"/>
                  </a:lnTo>
                  <a:lnTo>
                    <a:pt x="5947" y="14790"/>
                  </a:lnTo>
                  <a:lnTo>
                    <a:pt x="5484" y="14674"/>
                  </a:lnTo>
                  <a:lnTo>
                    <a:pt x="5020" y="14481"/>
                  </a:lnTo>
                  <a:lnTo>
                    <a:pt x="4557" y="14288"/>
                  </a:lnTo>
                  <a:lnTo>
                    <a:pt x="4673" y="14017"/>
                  </a:lnTo>
                  <a:lnTo>
                    <a:pt x="4711" y="13747"/>
                  </a:lnTo>
                  <a:lnTo>
                    <a:pt x="4711" y="13593"/>
                  </a:lnTo>
                  <a:lnTo>
                    <a:pt x="5561" y="13322"/>
                  </a:lnTo>
                  <a:lnTo>
                    <a:pt x="6410" y="13091"/>
                  </a:lnTo>
                  <a:lnTo>
                    <a:pt x="7260" y="12936"/>
                  </a:lnTo>
                  <a:lnTo>
                    <a:pt x="8148" y="12859"/>
                  </a:lnTo>
                  <a:close/>
                  <a:moveTo>
                    <a:pt x="7569" y="0"/>
                  </a:moveTo>
                  <a:lnTo>
                    <a:pt x="6990" y="39"/>
                  </a:lnTo>
                  <a:lnTo>
                    <a:pt x="6410" y="116"/>
                  </a:lnTo>
                  <a:lnTo>
                    <a:pt x="5870" y="232"/>
                  </a:lnTo>
                  <a:lnTo>
                    <a:pt x="5291" y="386"/>
                  </a:lnTo>
                  <a:lnTo>
                    <a:pt x="4750" y="580"/>
                  </a:lnTo>
                  <a:lnTo>
                    <a:pt x="4248" y="811"/>
                  </a:lnTo>
                  <a:lnTo>
                    <a:pt x="3746" y="1120"/>
                  </a:lnTo>
                  <a:lnTo>
                    <a:pt x="3283" y="1429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1970" y="2588"/>
                  </a:lnTo>
                  <a:lnTo>
                    <a:pt x="1622" y="3012"/>
                  </a:lnTo>
                  <a:lnTo>
                    <a:pt x="1275" y="3514"/>
                  </a:lnTo>
                  <a:lnTo>
                    <a:pt x="966" y="4016"/>
                  </a:lnTo>
                  <a:lnTo>
                    <a:pt x="657" y="4595"/>
                  </a:lnTo>
                  <a:lnTo>
                    <a:pt x="425" y="5252"/>
                  </a:lnTo>
                  <a:lnTo>
                    <a:pt x="232" y="5908"/>
                  </a:lnTo>
                  <a:lnTo>
                    <a:pt x="116" y="6565"/>
                  </a:lnTo>
                  <a:lnTo>
                    <a:pt x="0" y="7221"/>
                  </a:lnTo>
                  <a:lnTo>
                    <a:pt x="0" y="7916"/>
                  </a:lnTo>
                  <a:lnTo>
                    <a:pt x="39" y="8611"/>
                  </a:lnTo>
                  <a:lnTo>
                    <a:pt x="116" y="9268"/>
                  </a:lnTo>
                  <a:lnTo>
                    <a:pt x="232" y="9924"/>
                  </a:lnTo>
                  <a:lnTo>
                    <a:pt x="425" y="10581"/>
                  </a:lnTo>
                  <a:lnTo>
                    <a:pt x="695" y="11237"/>
                  </a:lnTo>
                  <a:lnTo>
                    <a:pt x="966" y="11855"/>
                  </a:lnTo>
                  <a:lnTo>
                    <a:pt x="1313" y="12396"/>
                  </a:lnTo>
                  <a:lnTo>
                    <a:pt x="1738" y="12975"/>
                  </a:lnTo>
                  <a:lnTo>
                    <a:pt x="2201" y="13477"/>
                  </a:lnTo>
                  <a:lnTo>
                    <a:pt x="2703" y="13902"/>
                  </a:lnTo>
                  <a:lnTo>
                    <a:pt x="2742" y="13940"/>
                  </a:lnTo>
                  <a:lnTo>
                    <a:pt x="2819" y="13940"/>
                  </a:lnTo>
                  <a:lnTo>
                    <a:pt x="2896" y="13902"/>
                  </a:lnTo>
                  <a:lnTo>
                    <a:pt x="3167" y="14133"/>
                  </a:lnTo>
                  <a:lnTo>
                    <a:pt x="3437" y="14326"/>
                  </a:lnTo>
                  <a:lnTo>
                    <a:pt x="3785" y="14519"/>
                  </a:lnTo>
                  <a:lnTo>
                    <a:pt x="4093" y="14597"/>
                  </a:lnTo>
                  <a:lnTo>
                    <a:pt x="4518" y="14828"/>
                  </a:lnTo>
                  <a:lnTo>
                    <a:pt x="4943" y="14983"/>
                  </a:lnTo>
                  <a:lnTo>
                    <a:pt x="5406" y="15137"/>
                  </a:lnTo>
                  <a:lnTo>
                    <a:pt x="5870" y="15292"/>
                  </a:lnTo>
                  <a:lnTo>
                    <a:pt x="6333" y="15369"/>
                  </a:lnTo>
                  <a:lnTo>
                    <a:pt x="6797" y="15446"/>
                  </a:lnTo>
                  <a:lnTo>
                    <a:pt x="7260" y="15485"/>
                  </a:lnTo>
                  <a:lnTo>
                    <a:pt x="7723" y="15485"/>
                  </a:lnTo>
                  <a:lnTo>
                    <a:pt x="8225" y="15446"/>
                  </a:lnTo>
                  <a:lnTo>
                    <a:pt x="8689" y="15408"/>
                  </a:lnTo>
                  <a:lnTo>
                    <a:pt x="9152" y="15330"/>
                  </a:lnTo>
                  <a:lnTo>
                    <a:pt x="9615" y="15215"/>
                  </a:lnTo>
                  <a:lnTo>
                    <a:pt x="10079" y="15060"/>
                  </a:lnTo>
                  <a:lnTo>
                    <a:pt x="10504" y="14906"/>
                  </a:lnTo>
                  <a:lnTo>
                    <a:pt x="10928" y="14674"/>
                  </a:lnTo>
                  <a:lnTo>
                    <a:pt x="11353" y="14442"/>
                  </a:lnTo>
                  <a:lnTo>
                    <a:pt x="11855" y="14133"/>
                  </a:lnTo>
                  <a:lnTo>
                    <a:pt x="12318" y="13786"/>
                  </a:lnTo>
                  <a:lnTo>
                    <a:pt x="12705" y="13400"/>
                  </a:lnTo>
                  <a:lnTo>
                    <a:pt x="13091" y="12975"/>
                  </a:lnTo>
                  <a:lnTo>
                    <a:pt x="13438" y="12550"/>
                  </a:lnTo>
                  <a:lnTo>
                    <a:pt x="13747" y="12048"/>
                  </a:lnTo>
                  <a:lnTo>
                    <a:pt x="14056" y="11585"/>
                  </a:lnTo>
                  <a:lnTo>
                    <a:pt x="14288" y="11044"/>
                  </a:lnTo>
                  <a:lnTo>
                    <a:pt x="14481" y="10542"/>
                  </a:lnTo>
                  <a:lnTo>
                    <a:pt x="14674" y="10002"/>
                  </a:lnTo>
                  <a:lnTo>
                    <a:pt x="14790" y="9422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3"/>
                  </a:lnTo>
                  <a:lnTo>
                    <a:pt x="14983" y="7144"/>
                  </a:lnTo>
                  <a:lnTo>
                    <a:pt x="14906" y="6603"/>
                  </a:lnTo>
                  <a:lnTo>
                    <a:pt x="14828" y="5986"/>
                  </a:lnTo>
                  <a:lnTo>
                    <a:pt x="14674" y="5406"/>
                  </a:lnTo>
                  <a:lnTo>
                    <a:pt x="14481" y="4827"/>
                  </a:lnTo>
                  <a:lnTo>
                    <a:pt x="14249" y="4287"/>
                  </a:lnTo>
                  <a:lnTo>
                    <a:pt x="13979" y="3746"/>
                  </a:lnTo>
                  <a:lnTo>
                    <a:pt x="13631" y="3244"/>
                  </a:lnTo>
                  <a:lnTo>
                    <a:pt x="13284" y="2742"/>
                  </a:lnTo>
                  <a:lnTo>
                    <a:pt x="12898" y="2317"/>
                  </a:lnTo>
                  <a:lnTo>
                    <a:pt x="12512" y="1892"/>
                  </a:lnTo>
                  <a:lnTo>
                    <a:pt x="12048" y="1506"/>
                  </a:lnTo>
                  <a:lnTo>
                    <a:pt x="11546" y="1197"/>
                  </a:lnTo>
                  <a:lnTo>
                    <a:pt x="11044" y="888"/>
                  </a:lnTo>
                  <a:lnTo>
                    <a:pt x="10504" y="618"/>
                  </a:lnTo>
                  <a:lnTo>
                    <a:pt x="9963" y="386"/>
                  </a:lnTo>
                  <a:lnTo>
                    <a:pt x="9345" y="232"/>
                  </a:lnTo>
                  <a:lnTo>
                    <a:pt x="8766" y="116"/>
                  </a:lnTo>
                  <a:lnTo>
                    <a:pt x="8148" y="39"/>
                  </a:lnTo>
                  <a:lnTo>
                    <a:pt x="756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17"/>
            <p:cNvSpPr/>
            <p:nvPr/>
          </p:nvSpPr>
          <p:spPr>
            <a:xfrm>
              <a:off x="6509175" y="1566300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8" y="5870"/>
                  </a:lnTo>
                  <a:lnTo>
                    <a:pt x="7491" y="6024"/>
                  </a:lnTo>
                  <a:lnTo>
                    <a:pt x="7530" y="6140"/>
                  </a:lnTo>
                  <a:lnTo>
                    <a:pt x="7569" y="6256"/>
                  </a:lnTo>
                  <a:lnTo>
                    <a:pt x="7607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1" y="6681"/>
                  </a:lnTo>
                  <a:lnTo>
                    <a:pt x="7337" y="6796"/>
                  </a:lnTo>
                  <a:lnTo>
                    <a:pt x="7105" y="6912"/>
                  </a:lnTo>
                  <a:lnTo>
                    <a:pt x="6912" y="6912"/>
                  </a:lnTo>
                  <a:lnTo>
                    <a:pt x="6719" y="6835"/>
                  </a:lnTo>
                  <a:lnTo>
                    <a:pt x="6565" y="6681"/>
                  </a:lnTo>
                  <a:lnTo>
                    <a:pt x="6487" y="6488"/>
                  </a:lnTo>
                  <a:lnTo>
                    <a:pt x="6487" y="6294"/>
                  </a:lnTo>
                  <a:lnTo>
                    <a:pt x="6526" y="6101"/>
                  </a:lnTo>
                  <a:lnTo>
                    <a:pt x="6642" y="5908"/>
                  </a:lnTo>
                  <a:lnTo>
                    <a:pt x="6796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7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0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1" y="1120"/>
                  </a:lnTo>
                  <a:lnTo>
                    <a:pt x="1622" y="1777"/>
                  </a:lnTo>
                  <a:lnTo>
                    <a:pt x="3398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0" y="5599"/>
                  </a:lnTo>
                  <a:lnTo>
                    <a:pt x="6294" y="5677"/>
                  </a:lnTo>
                  <a:lnTo>
                    <a:pt x="6217" y="5792"/>
                  </a:lnTo>
                  <a:lnTo>
                    <a:pt x="6101" y="6101"/>
                  </a:lnTo>
                  <a:lnTo>
                    <a:pt x="6063" y="6410"/>
                  </a:lnTo>
                  <a:lnTo>
                    <a:pt x="6101" y="6681"/>
                  </a:lnTo>
                  <a:lnTo>
                    <a:pt x="6179" y="6835"/>
                  </a:lnTo>
                  <a:lnTo>
                    <a:pt x="6294" y="6990"/>
                  </a:lnTo>
                  <a:lnTo>
                    <a:pt x="6410" y="7144"/>
                  </a:lnTo>
                  <a:lnTo>
                    <a:pt x="6565" y="7221"/>
                  </a:lnTo>
                  <a:lnTo>
                    <a:pt x="6719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7" y="7144"/>
                  </a:lnTo>
                  <a:lnTo>
                    <a:pt x="7723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3" y="6565"/>
                  </a:lnTo>
                  <a:lnTo>
                    <a:pt x="8032" y="6410"/>
                  </a:lnTo>
                  <a:lnTo>
                    <a:pt x="8032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3" y="5715"/>
                  </a:lnTo>
                  <a:lnTo>
                    <a:pt x="7569" y="5599"/>
                  </a:lnTo>
                  <a:lnTo>
                    <a:pt x="7414" y="5522"/>
                  </a:lnTo>
                  <a:lnTo>
                    <a:pt x="7221" y="5445"/>
                  </a:lnTo>
                  <a:lnTo>
                    <a:pt x="7028" y="5445"/>
                  </a:lnTo>
                  <a:lnTo>
                    <a:pt x="6835" y="5484"/>
                  </a:lnTo>
                  <a:lnTo>
                    <a:pt x="6024" y="4711"/>
                  </a:lnTo>
                  <a:lnTo>
                    <a:pt x="5213" y="4016"/>
                  </a:lnTo>
                  <a:lnTo>
                    <a:pt x="3514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09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17"/>
            <p:cNvSpPr/>
            <p:nvPr/>
          </p:nvSpPr>
          <p:spPr>
            <a:xfrm>
              <a:off x="2672775" y="1574975"/>
              <a:ext cx="84975" cy="94650"/>
            </a:xfrm>
            <a:custGeom>
              <a:avLst/>
              <a:gdLst/>
              <a:ahLst/>
              <a:cxnLst/>
              <a:rect l="l" t="t" r="r" b="b"/>
              <a:pathLst>
                <a:path w="3399" h="3786" extrusionOk="0">
                  <a:moveTo>
                    <a:pt x="78" y="1"/>
                  </a:moveTo>
                  <a:lnTo>
                    <a:pt x="1" y="78"/>
                  </a:lnTo>
                  <a:lnTo>
                    <a:pt x="1" y="117"/>
                  </a:lnTo>
                  <a:lnTo>
                    <a:pt x="348" y="889"/>
                  </a:lnTo>
                  <a:lnTo>
                    <a:pt x="812" y="1661"/>
                  </a:lnTo>
                  <a:lnTo>
                    <a:pt x="1275" y="2395"/>
                  </a:lnTo>
                  <a:lnTo>
                    <a:pt x="1738" y="3090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5"/>
                  </a:lnTo>
                  <a:lnTo>
                    <a:pt x="3013" y="3708"/>
                  </a:lnTo>
                  <a:lnTo>
                    <a:pt x="3206" y="3592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90"/>
                  </a:lnTo>
                  <a:lnTo>
                    <a:pt x="3399" y="2897"/>
                  </a:lnTo>
                  <a:lnTo>
                    <a:pt x="3360" y="2704"/>
                  </a:lnTo>
                  <a:lnTo>
                    <a:pt x="3283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90" y="2742"/>
                  </a:lnTo>
                  <a:lnTo>
                    <a:pt x="3128" y="2858"/>
                  </a:lnTo>
                  <a:lnTo>
                    <a:pt x="2897" y="3013"/>
                  </a:lnTo>
                  <a:lnTo>
                    <a:pt x="2665" y="3129"/>
                  </a:lnTo>
                  <a:lnTo>
                    <a:pt x="2511" y="3206"/>
                  </a:lnTo>
                  <a:lnTo>
                    <a:pt x="2318" y="3206"/>
                  </a:lnTo>
                  <a:lnTo>
                    <a:pt x="2202" y="3167"/>
                  </a:lnTo>
                  <a:lnTo>
                    <a:pt x="2047" y="3090"/>
                  </a:lnTo>
                  <a:lnTo>
                    <a:pt x="1931" y="2936"/>
                  </a:lnTo>
                  <a:lnTo>
                    <a:pt x="1854" y="2742"/>
                  </a:lnTo>
                  <a:lnTo>
                    <a:pt x="1700" y="2511"/>
                  </a:lnTo>
                  <a:lnTo>
                    <a:pt x="1082" y="1507"/>
                  </a:lnTo>
                  <a:lnTo>
                    <a:pt x="619" y="773"/>
                  </a:lnTo>
                  <a:lnTo>
                    <a:pt x="387" y="387"/>
                  </a:lnTo>
                  <a:lnTo>
                    <a:pt x="117" y="39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17"/>
            <p:cNvSpPr/>
            <p:nvPr/>
          </p:nvSpPr>
          <p:spPr>
            <a:xfrm>
              <a:off x="4909550" y="158077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8" y="5909"/>
                  </a:moveTo>
                  <a:lnTo>
                    <a:pt x="1082" y="5986"/>
                  </a:lnTo>
                  <a:lnTo>
                    <a:pt x="1236" y="6024"/>
                  </a:lnTo>
                  <a:lnTo>
                    <a:pt x="1390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7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8"/>
                  </a:lnTo>
                  <a:lnTo>
                    <a:pt x="386" y="6372"/>
                  </a:lnTo>
                  <a:lnTo>
                    <a:pt x="425" y="6256"/>
                  </a:lnTo>
                  <a:lnTo>
                    <a:pt x="502" y="6179"/>
                  </a:lnTo>
                  <a:lnTo>
                    <a:pt x="695" y="6024"/>
                  </a:lnTo>
                  <a:lnTo>
                    <a:pt x="888" y="5909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6" y="2047"/>
                  </a:lnTo>
                  <a:lnTo>
                    <a:pt x="3437" y="2781"/>
                  </a:lnTo>
                  <a:lnTo>
                    <a:pt x="2279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8"/>
                  </a:lnTo>
                  <a:lnTo>
                    <a:pt x="0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6"/>
                  </a:lnTo>
                  <a:lnTo>
                    <a:pt x="695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699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9"/>
                  </a:lnTo>
                  <a:lnTo>
                    <a:pt x="1738" y="6024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2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17"/>
            <p:cNvSpPr/>
            <p:nvPr/>
          </p:nvSpPr>
          <p:spPr>
            <a:xfrm>
              <a:off x="4655650" y="16087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4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7" y="6796"/>
                  </a:lnTo>
                  <a:lnTo>
                    <a:pt x="7106" y="6912"/>
                  </a:lnTo>
                  <a:lnTo>
                    <a:pt x="6913" y="6912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1"/>
                  </a:lnTo>
                  <a:lnTo>
                    <a:pt x="6642" y="5908"/>
                  </a:lnTo>
                  <a:lnTo>
                    <a:pt x="6797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2" y="1120"/>
                  </a:lnTo>
                  <a:lnTo>
                    <a:pt x="1622" y="1777"/>
                  </a:lnTo>
                  <a:lnTo>
                    <a:pt x="3399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1" y="5599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1"/>
                  </a:lnTo>
                  <a:lnTo>
                    <a:pt x="6063" y="6410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1"/>
                  </a:lnTo>
                  <a:lnTo>
                    <a:pt x="6720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8" y="7144"/>
                  </a:lnTo>
                  <a:lnTo>
                    <a:pt x="7724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3" y="6410"/>
                  </a:lnTo>
                  <a:lnTo>
                    <a:pt x="8033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4" y="5715"/>
                  </a:lnTo>
                  <a:lnTo>
                    <a:pt x="7569" y="5599"/>
                  </a:lnTo>
                  <a:lnTo>
                    <a:pt x="7415" y="5522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5" y="5484"/>
                  </a:lnTo>
                  <a:lnTo>
                    <a:pt x="6025" y="4711"/>
                  </a:lnTo>
                  <a:lnTo>
                    <a:pt x="5214" y="4016"/>
                  </a:lnTo>
                  <a:lnTo>
                    <a:pt x="3515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10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17"/>
            <p:cNvSpPr/>
            <p:nvPr/>
          </p:nvSpPr>
          <p:spPr>
            <a:xfrm>
              <a:off x="781625" y="1619400"/>
              <a:ext cx="153500" cy="186325"/>
            </a:xfrm>
            <a:custGeom>
              <a:avLst/>
              <a:gdLst/>
              <a:ahLst/>
              <a:cxnLst/>
              <a:rect l="l" t="t" r="r" b="b"/>
              <a:pathLst>
                <a:path w="6140" h="7453" extrusionOk="0">
                  <a:moveTo>
                    <a:pt x="888" y="5908"/>
                  </a:moveTo>
                  <a:lnTo>
                    <a:pt x="1081" y="5985"/>
                  </a:lnTo>
                  <a:lnTo>
                    <a:pt x="1236" y="6024"/>
                  </a:lnTo>
                  <a:lnTo>
                    <a:pt x="1390" y="6178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6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89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7"/>
                  </a:lnTo>
                  <a:lnTo>
                    <a:pt x="386" y="6371"/>
                  </a:lnTo>
                  <a:lnTo>
                    <a:pt x="425" y="6256"/>
                  </a:lnTo>
                  <a:lnTo>
                    <a:pt x="502" y="6178"/>
                  </a:lnTo>
                  <a:lnTo>
                    <a:pt x="695" y="6024"/>
                  </a:lnTo>
                  <a:lnTo>
                    <a:pt x="888" y="5908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5" y="1313"/>
                  </a:lnTo>
                  <a:lnTo>
                    <a:pt x="4016" y="2047"/>
                  </a:lnTo>
                  <a:lnTo>
                    <a:pt x="3437" y="2780"/>
                  </a:lnTo>
                  <a:lnTo>
                    <a:pt x="2278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2" y="5561"/>
                  </a:lnTo>
                  <a:lnTo>
                    <a:pt x="618" y="5599"/>
                  </a:lnTo>
                  <a:lnTo>
                    <a:pt x="541" y="5676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7"/>
                  </a:lnTo>
                  <a:lnTo>
                    <a:pt x="0" y="6603"/>
                  </a:lnTo>
                  <a:lnTo>
                    <a:pt x="39" y="6796"/>
                  </a:lnTo>
                  <a:lnTo>
                    <a:pt x="116" y="6989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5"/>
                  </a:lnTo>
                  <a:lnTo>
                    <a:pt x="695" y="7453"/>
                  </a:lnTo>
                  <a:lnTo>
                    <a:pt x="1081" y="7453"/>
                  </a:lnTo>
                  <a:lnTo>
                    <a:pt x="1274" y="7414"/>
                  </a:lnTo>
                  <a:lnTo>
                    <a:pt x="1429" y="7298"/>
                  </a:lnTo>
                  <a:lnTo>
                    <a:pt x="1583" y="7182"/>
                  </a:lnTo>
                  <a:lnTo>
                    <a:pt x="1699" y="7067"/>
                  </a:lnTo>
                  <a:lnTo>
                    <a:pt x="1815" y="6873"/>
                  </a:lnTo>
                  <a:lnTo>
                    <a:pt x="1854" y="6680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8"/>
                  </a:lnTo>
                  <a:lnTo>
                    <a:pt x="1738" y="6024"/>
                  </a:lnTo>
                  <a:lnTo>
                    <a:pt x="1661" y="5908"/>
                  </a:lnTo>
                  <a:lnTo>
                    <a:pt x="1545" y="5792"/>
                  </a:lnTo>
                  <a:lnTo>
                    <a:pt x="2163" y="5097"/>
                  </a:lnTo>
                  <a:lnTo>
                    <a:pt x="2742" y="4402"/>
                  </a:lnTo>
                  <a:lnTo>
                    <a:pt x="3939" y="3012"/>
                  </a:lnTo>
                  <a:lnTo>
                    <a:pt x="4479" y="2394"/>
                  </a:lnTo>
                  <a:lnTo>
                    <a:pt x="5097" y="1699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3"/>
                  </a:lnTo>
                  <a:lnTo>
                    <a:pt x="6063" y="77"/>
                  </a:lnTo>
                  <a:lnTo>
                    <a:pt x="598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17"/>
            <p:cNvSpPr/>
            <p:nvPr/>
          </p:nvSpPr>
          <p:spPr>
            <a:xfrm>
              <a:off x="1926550" y="1629050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3"/>
                  </a:lnTo>
                  <a:lnTo>
                    <a:pt x="2008" y="966"/>
                  </a:lnTo>
                  <a:lnTo>
                    <a:pt x="2124" y="1120"/>
                  </a:lnTo>
                  <a:lnTo>
                    <a:pt x="2201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1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5" y="502"/>
                  </a:lnTo>
                  <a:lnTo>
                    <a:pt x="811" y="464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3" y="425"/>
                  </a:lnTo>
                  <a:lnTo>
                    <a:pt x="78" y="618"/>
                  </a:lnTo>
                  <a:lnTo>
                    <a:pt x="0" y="811"/>
                  </a:lnTo>
                  <a:lnTo>
                    <a:pt x="0" y="1004"/>
                  </a:lnTo>
                  <a:lnTo>
                    <a:pt x="0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7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1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4"/>
                  </a:lnTo>
                  <a:lnTo>
                    <a:pt x="2626" y="2896"/>
                  </a:lnTo>
                  <a:lnTo>
                    <a:pt x="2703" y="2317"/>
                  </a:lnTo>
                  <a:lnTo>
                    <a:pt x="2703" y="2008"/>
                  </a:lnTo>
                  <a:lnTo>
                    <a:pt x="2703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699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17"/>
            <p:cNvSpPr/>
            <p:nvPr/>
          </p:nvSpPr>
          <p:spPr>
            <a:xfrm>
              <a:off x="3904600" y="163580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0" y="194"/>
                  </a:lnTo>
                  <a:lnTo>
                    <a:pt x="2240" y="309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7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17"/>
            <p:cNvSpPr/>
            <p:nvPr/>
          </p:nvSpPr>
          <p:spPr>
            <a:xfrm>
              <a:off x="527725" y="16473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0" y="6141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2" y="6681"/>
                  </a:lnTo>
                  <a:lnTo>
                    <a:pt x="7337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19" y="6836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6" y="6102"/>
                  </a:lnTo>
                  <a:lnTo>
                    <a:pt x="6642" y="5909"/>
                  </a:lnTo>
                  <a:lnTo>
                    <a:pt x="6797" y="5754"/>
                  </a:lnTo>
                  <a:close/>
                  <a:moveTo>
                    <a:pt x="232" y="1"/>
                  </a:moveTo>
                  <a:lnTo>
                    <a:pt x="155" y="40"/>
                  </a:lnTo>
                  <a:lnTo>
                    <a:pt x="78" y="40"/>
                  </a:lnTo>
                  <a:lnTo>
                    <a:pt x="39" y="117"/>
                  </a:lnTo>
                  <a:lnTo>
                    <a:pt x="0" y="233"/>
                  </a:lnTo>
                  <a:lnTo>
                    <a:pt x="0" y="310"/>
                  </a:lnTo>
                  <a:lnTo>
                    <a:pt x="39" y="387"/>
                  </a:lnTo>
                  <a:lnTo>
                    <a:pt x="425" y="773"/>
                  </a:lnTo>
                  <a:lnTo>
                    <a:pt x="811" y="1121"/>
                  </a:lnTo>
                  <a:lnTo>
                    <a:pt x="1622" y="1777"/>
                  </a:lnTo>
                  <a:lnTo>
                    <a:pt x="3399" y="3206"/>
                  </a:lnTo>
                  <a:lnTo>
                    <a:pt x="4866" y="4442"/>
                  </a:lnTo>
                  <a:lnTo>
                    <a:pt x="5638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7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6"/>
                  </a:lnTo>
                  <a:lnTo>
                    <a:pt x="6295" y="6990"/>
                  </a:lnTo>
                  <a:lnTo>
                    <a:pt x="6411" y="7145"/>
                  </a:lnTo>
                  <a:lnTo>
                    <a:pt x="6565" y="7222"/>
                  </a:lnTo>
                  <a:lnTo>
                    <a:pt x="6719" y="7299"/>
                  </a:lnTo>
                  <a:lnTo>
                    <a:pt x="6874" y="7338"/>
                  </a:lnTo>
                  <a:lnTo>
                    <a:pt x="7067" y="7338"/>
                  </a:lnTo>
                  <a:lnTo>
                    <a:pt x="7260" y="7299"/>
                  </a:lnTo>
                  <a:lnTo>
                    <a:pt x="7453" y="7260"/>
                  </a:lnTo>
                  <a:lnTo>
                    <a:pt x="7608" y="7145"/>
                  </a:lnTo>
                  <a:lnTo>
                    <a:pt x="7723" y="7029"/>
                  </a:lnTo>
                  <a:lnTo>
                    <a:pt x="7839" y="6913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2" y="6411"/>
                  </a:lnTo>
                  <a:lnTo>
                    <a:pt x="8032" y="6218"/>
                  </a:lnTo>
                  <a:lnTo>
                    <a:pt x="7955" y="6025"/>
                  </a:lnTo>
                  <a:lnTo>
                    <a:pt x="7839" y="5870"/>
                  </a:lnTo>
                  <a:lnTo>
                    <a:pt x="7723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1" y="5446"/>
                  </a:lnTo>
                  <a:lnTo>
                    <a:pt x="7028" y="5446"/>
                  </a:lnTo>
                  <a:lnTo>
                    <a:pt x="6835" y="5484"/>
                  </a:lnTo>
                  <a:lnTo>
                    <a:pt x="6024" y="4712"/>
                  </a:lnTo>
                  <a:lnTo>
                    <a:pt x="5213" y="4017"/>
                  </a:lnTo>
                  <a:lnTo>
                    <a:pt x="3514" y="2627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9"/>
                  </a:lnTo>
                  <a:lnTo>
                    <a:pt x="734" y="310"/>
                  </a:lnTo>
                  <a:lnTo>
                    <a:pt x="309" y="40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17"/>
            <p:cNvSpPr/>
            <p:nvPr/>
          </p:nvSpPr>
          <p:spPr>
            <a:xfrm>
              <a:off x="5813125" y="1664750"/>
              <a:ext cx="61825" cy="89825"/>
            </a:xfrm>
            <a:custGeom>
              <a:avLst/>
              <a:gdLst/>
              <a:ahLst/>
              <a:cxnLst/>
              <a:rect l="l" t="t" r="r" b="b"/>
              <a:pathLst>
                <a:path w="2473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5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2"/>
                  </a:lnTo>
                  <a:lnTo>
                    <a:pt x="1932" y="2163"/>
                  </a:lnTo>
                  <a:lnTo>
                    <a:pt x="1932" y="2434"/>
                  </a:lnTo>
                  <a:lnTo>
                    <a:pt x="1816" y="2743"/>
                  </a:lnTo>
                  <a:lnTo>
                    <a:pt x="1739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8" y="3013"/>
                  </a:lnTo>
                  <a:lnTo>
                    <a:pt x="850" y="2897"/>
                  </a:lnTo>
                  <a:lnTo>
                    <a:pt x="812" y="2743"/>
                  </a:lnTo>
                  <a:lnTo>
                    <a:pt x="850" y="2588"/>
                  </a:lnTo>
                  <a:lnTo>
                    <a:pt x="928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1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6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6" y="2356"/>
                  </a:lnTo>
                  <a:lnTo>
                    <a:pt x="348" y="2627"/>
                  </a:lnTo>
                  <a:lnTo>
                    <a:pt x="310" y="2897"/>
                  </a:lnTo>
                  <a:lnTo>
                    <a:pt x="348" y="3052"/>
                  </a:lnTo>
                  <a:lnTo>
                    <a:pt x="426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1"/>
                  </a:lnTo>
                  <a:lnTo>
                    <a:pt x="2434" y="2009"/>
                  </a:lnTo>
                  <a:lnTo>
                    <a:pt x="2395" y="1816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17"/>
            <p:cNvSpPr/>
            <p:nvPr/>
          </p:nvSpPr>
          <p:spPr>
            <a:xfrm>
              <a:off x="4153650" y="167055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2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40" y="232"/>
                  </a:lnTo>
                  <a:lnTo>
                    <a:pt x="1" y="271"/>
                  </a:lnTo>
                  <a:lnTo>
                    <a:pt x="40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4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17"/>
            <p:cNvSpPr/>
            <p:nvPr/>
          </p:nvSpPr>
          <p:spPr>
            <a:xfrm>
              <a:off x="4055200" y="1676350"/>
              <a:ext cx="21250" cy="8700"/>
            </a:xfrm>
            <a:custGeom>
              <a:avLst/>
              <a:gdLst/>
              <a:ahLst/>
              <a:cxnLst/>
              <a:rect l="l" t="t" r="r" b="b"/>
              <a:pathLst>
                <a:path w="850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17"/>
            <p:cNvSpPr/>
            <p:nvPr/>
          </p:nvSpPr>
          <p:spPr>
            <a:xfrm>
              <a:off x="5417325" y="16889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232"/>
                  </a:lnTo>
                  <a:lnTo>
                    <a:pt x="503" y="966"/>
                  </a:lnTo>
                  <a:lnTo>
                    <a:pt x="1043" y="1622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3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6" y="3862"/>
                  </a:lnTo>
                  <a:lnTo>
                    <a:pt x="12242" y="3591"/>
                  </a:lnTo>
                  <a:lnTo>
                    <a:pt x="12319" y="3553"/>
                  </a:lnTo>
                  <a:lnTo>
                    <a:pt x="12435" y="3205"/>
                  </a:lnTo>
                  <a:lnTo>
                    <a:pt x="12358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3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3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17"/>
            <p:cNvSpPr/>
            <p:nvPr/>
          </p:nvSpPr>
          <p:spPr>
            <a:xfrm>
              <a:off x="5725275" y="169565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5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4" y="1931"/>
                  </a:lnTo>
                  <a:lnTo>
                    <a:pt x="1082" y="2009"/>
                  </a:lnTo>
                  <a:lnTo>
                    <a:pt x="1121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30" y="2704"/>
                  </a:lnTo>
                  <a:lnTo>
                    <a:pt x="1623" y="2820"/>
                  </a:lnTo>
                  <a:lnTo>
                    <a:pt x="1816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5" y="3630"/>
                  </a:lnTo>
                  <a:lnTo>
                    <a:pt x="2125" y="3901"/>
                  </a:lnTo>
                  <a:lnTo>
                    <a:pt x="2086" y="4094"/>
                  </a:lnTo>
                  <a:lnTo>
                    <a:pt x="2009" y="4325"/>
                  </a:lnTo>
                  <a:lnTo>
                    <a:pt x="1893" y="4519"/>
                  </a:lnTo>
                  <a:lnTo>
                    <a:pt x="1739" y="4712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5" y="4287"/>
                  </a:lnTo>
                  <a:lnTo>
                    <a:pt x="812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1" y="4094"/>
                  </a:lnTo>
                  <a:lnTo>
                    <a:pt x="1237" y="4017"/>
                  </a:lnTo>
                  <a:lnTo>
                    <a:pt x="1314" y="3901"/>
                  </a:lnTo>
                  <a:lnTo>
                    <a:pt x="1314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10" y="4094"/>
                  </a:lnTo>
                  <a:lnTo>
                    <a:pt x="233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2"/>
                  </a:lnTo>
                  <a:lnTo>
                    <a:pt x="1739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3" y="1970"/>
                  </a:lnTo>
                  <a:lnTo>
                    <a:pt x="1932" y="1816"/>
                  </a:lnTo>
                  <a:lnTo>
                    <a:pt x="2241" y="1622"/>
                  </a:lnTo>
                  <a:lnTo>
                    <a:pt x="2549" y="1391"/>
                  </a:lnTo>
                  <a:lnTo>
                    <a:pt x="2820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17"/>
            <p:cNvSpPr/>
            <p:nvPr/>
          </p:nvSpPr>
          <p:spPr>
            <a:xfrm>
              <a:off x="1994125" y="1698550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6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4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4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17"/>
            <p:cNvSpPr/>
            <p:nvPr/>
          </p:nvSpPr>
          <p:spPr>
            <a:xfrm>
              <a:off x="3947075" y="171690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3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8" y="579"/>
                  </a:lnTo>
                  <a:lnTo>
                    <a:pt x="425" y="772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17"/>
            <p:cNvSpPr/>
            <p:nvPr/>
          </p:nvSpPr>
          <p:spPr>
            <a:xfrm>
              <a:off x="2585900" y="1732325"/>
              <a:ext cx="305075" cy="236550"/>
            </a:xfrm>
            <a:custGeom>
              <a:avLst/>
              <a:gdLst/>
              <a:ahLst/>
              <a:cxnLst/>
              <a:rect l="l" t="t" r="r" b="b"/>
              <a:pathLst>
                <a:path w="12203" h="9462" extrusionOk="0">
                  <a:moveTo>
                    <a:pt x="5329" y="349"/>
                  </a:moveTo>
                  <a:lnTo>
                    <a:pt x="5522" y="426"/>
                  </a:lnTo>
                  <a:lnTo>
                    <a:pt x="5600" y="426"/>
                  </a:lnTo>
                  <a:lnTo>
                    <a:pt x="5831" y="657"/>
                  </a:lnTo>
                  <a:lnTo>
                    <a:pt x="5986" y="889"/>
                  </a:lnTo>
                  <a:lnTo>
                    <a:pt x="6063" y="1198"/>
                  </a:lnTo>
                  <a:lnTo>
                    <a:pt x="6102" y="1468"/>
                  </a:lnTo>
                  <a:lnTo>
                    <a:pt x="6140" y="1777"/>
                  </a:lnTo>
                  <a:lnTo>
                    <a:pt x="6102" y="2086"/>
                  </a:lnTo>
                  <a:lnTo>
                    <a:pt x="6024" y="2704"/>
                  </a:lnTo>
                  <a:lnTo>
                    <a:pt x="5715" y="4866"/>
                  </a:lnTo>
                  <a:lnTo>
                    <a:pt x="5715" y="4905"/>
                  </a:lnTo>
                  <a:lnTo>
                    <a:pt x="5561" y="4982"/>
                  </a:lnTo>
                  <a:lnTo>
                    <a:pt x="5291" y="4017"/>
                  </a:lnTo>
                  <a:lnTo>
                    <a:pt x="5020" y="3090"/>
                  </a:lnTo>
                  <a:lnTo>
                    <a:pt x="4750" y="1970"/>
                  </a:lnTo>
                  <a:lnTo>
                    <a:pt x="4673" y="1468"/>
                  </a:lnTo>
                  <a:lnTo>
                    <a:pt x="4673" y="1159"/>
                  </a:lnTo>
                  <a:lnTo>
                    <a:pt x="4673" y="851"/>
                  </a:lnTo>
                  <a:lnTo>
                    <a:pt x="4750" y="619"/>
                  </a:lnTo>
                  <a:lnTo>
                    <a:pt x="4827" y="503"/>
                  </a:lnTo>
                  <a:lnTo>
                    <a:pt x="4904" y="426"/>
                  </a:lnTo>
                  <a:lnTo>
                    <a:pt x="5020" y="349"/>
                  </a:lnTo>
                  <a:close/>
                  <a:moveTo>
                    <a:pt x="11199" y="3515"/>
                  </a:moveTo>
                  <a:lnTo>
                    <a:pt x="11315" y="3554"/>
                  </a:lnTo>
                  <a:lnTo>
                    <a:pt x="11392" y="3592"/>
                  </a:lnTo>
                  <a:lnTo>
                    <a:pt x="11508" y="3708"/>
                  </a:lnTo>
                  <a:lnTo>
                    <a:pt x="11585" y="3824"/>
                  </a:lnTo>
                  <a:lnTo>
                    <a:pt x="11701" y="4133"/>
                  </a:lnTo>
                  <a:lnTo>
                    <a:pt x="11585" y="4287"/>
                  </a:lnTo>
                  <a:lnTo>
                    <a:pt x="11430" y="4403"/>
                  </a:lnTo>
                  <a:lnTo>
                    <a:pt x="11237" y="4519"/>
                  </a:lnTo>
                  <a:lnTo>
                    <a:pt x="11044" y="4596"/>
                  </a:lnTo>
                  <a:lnTo>
                    <a:pt x="10581" y="4751"/>
                  </a:lnTo>
                  <a:lnTo>
                    <a:pt x="10195" y="4866"/>
                  </a:lnTo>
                  <a:lnTo>
                    <a:pt x="9422" y="5021"/>
                  </a:lnTo>
                  <a:lnTo>
                    <a:pt x="8650" y="5137"/>
                  </a:lnTo>
                  <a:lnTo>
                    <a:pt x="7994" y="5175"/>
                  </a:lnTo>
                  <a:lnTo>
                    <a:pt x="7376" y="5175"/>
                  </a:lnTo>
                  <a:lnTo>
                    <a:pt x="6102" y="5137"/>
                  </a:lnTo>
                  <a:lnTo>
                    <a:pt x="7260" y="4673"/>
                  </a:lnTo>
                  <a:lnTo>
                    <a:pt x="8418" y="4249"/>
                  </a:lnTo>
                  <a:lnTo>
                    <a:pt x="9075" y="4017"/>
                  </a:lnTo>
                  <a:lnTo>
                    <a:pt x="9770" y="3824"/>
                  </a:lnTo>
                  <a:lnTo>
                    <a:pt x="10465" y="3631"/>
                  </a:lnTo>
                  <a:lnTo>
                    <a:pt x="10928" y="3554"/>
                  </a:lnTo>
                  <a:lnTo>
                    <a:pt x="11083" y="3515"/>
                  </a:lnTo>
                  <a:close/>
                  <a:moveTo>
                    <a:pt x="5136" y="5909"/>
                  </a:moveTo>
                  <a:lnTo>
                    <a:pt x="4209" y="6797"/>
                  </a:lnTo>
                  <a:lnTo>
                    <a:pt x="3244" y="7685"/>
                  </a:lnTo>
                  <a:lnTo>
                    <a:pt x="2742" y="8110"/>
                  </a:lnTo>
                  <a:lnTo>
                    <a:pt x="2163" y="8535"/>
                  </a:lnTo>
                  <a:lnTo>
                    <a:pt x="1854" y="8728"/>
                  </a:lnTo>
                  <a:lnTo>
                    <a:pt x="1468" y="8921"/>
                  </a:lnTo>
                  <a:lnTo>
                    <a:pt x="1197" y="8998"/>
                  </a:lnTo>
                  <a:lnTo>
                    <a:pt x="1004" y="9037"/>
                  </a:lnTo>
                  <a:lnTo>
                    <a:pt x="888" y="8998"/>
                  </a:lnTo>
                  <a:lnTo>
                    <a:pt x="811" y="8960"/>
                  </a:lnTo>
                  <a:lnTo>
                    <a:pt x="734" y="8844"/>
                  </a:lnTo>
                  <a:lnTo>
                    <a:pt x="695" y="8689"/>
                  </a:lnTo>
                  <a:lnTo>
                    <a:pt x="657" y="8535"/>
                  </a:lnTo>
                  <a:lnTo>
                    <a:pt x="618" y="8419"/>
                  </a:lnTo>
                  <a:lnTo>
                    <a:pt x="657" y="8342"/>
                  </a:lnTo>
                  <a:lnTo>
                    <a:pt x="695" y="8265"/>
                  </a:lnTo>
                  <a:lnTo>
                    <a:pt x="850" y="8110"/>
                  </a:lnTo>
                  <a:lnTo>
                    <a:pt x="1120" y="7956"/>
                  </a:lnTo>
                  <a:lnTo>
                    <a:pt x="1699" y="7608"/>
                  </a:lnTo>
                  <a:lnTo>
                    <a:pt x="2472" y="7222"/>
                  </a:lnTo>
                  <a:lnTo>
                    <a:pt x="3244" y="6874"/>
                  </a:lnTo>
                  <a:lnTo>
                    <a:pt x="4209" y="6411"/>
                  </a:lnTo>
                  <a:lnTo>
                    <a:pt x="4673" y="6179"/>
                  </a:lnTo>
                  <a:lnTo>
                    <a:pt x="5136" y="5909"/>
                  </a:lnTo>
                  <a:close/>
                  <a:moveTo>
                    <a:pt x="5136" y="1"/>
                  </a:moveTo>
                  <a:lnTo>
                    <a:pt x="4943" y="78"/>
                  </a:lnTo>
                  <a:lnTo>
                    <a:pt x="4750" y="194"/>
                  </a:lnTo>
                  <a:lnTo>
                    <a:pt x="4596" y="387"/>
                  </a:lnTo>
                  <a:lnTo>
                    <a:pt x="4441" y="580"/>
                  </a:lnTo>
                  <a:lnTo>
                    <a:pt x="4364" y="812"/>
                  </a:lnTo>
                  <a:lnTo>
                    <a:pt x="4325" y="1044"/>
                  </a:lnTo>
                  <a:lnTo>
                    <a:pt x="4325" y="1507"/>
                  </a:lnTo>
                  <a:lnTo>
                    <a:pt x="4402" y="1970"/>
                  </a:lnTo>
                  <a:lnTo>
                    <a:pt x="4634" y="2897"/>
                  </a:lnTo>
                  <a:lnTo>
                    <a:pt x="4982" y="4017"/>
                  </a:lnTo>
                  <a:lnTo>
                    <a:pt x="5175" y="4558"/>
                  </a:lnTo>
                  <a:lnTo>
                    <a:pt x="5368" y="5098"/>
                  </a:lnTo>
                  <a:lnTo>
                    <a:pt x="5368" y="5214"/>
                  </a:lnTo>
                  <a:lnTo>
                    <a:pt x="5406" y="5330"/>
                  </a:lnTo>
                  <a:lnTo>
                    <a:pt x="4943" y="5600"/>
                  </a:lnTo>
                  <a:lnTo>
                    <a:pt x="4480" y="5870"/>
                  </a:lnTo>
                  <a:lnTo>
                    <a:pt x="3476" y="6334"/>
                  </a:lnTo>
                  <a:lnTo>
                    <a:pt x="2472" y="6797"/>
                  </a:lnTo>
                  <a:lnTo>
                    <a:pt x="1970" y="7029"/>
                  </a:lnTo>
                  <a:lnTo>
                    <a:pt x="1468" y="7299"/>
                  </a:lnTo>
                  <a:lnTo>
                    <a:pt x="966" y="7608"/>
                  </a:lnTo>
                  <a:lnTo>
                    <a:pt x="657" y="7801"/>
                  </a:lnTo>
                  <a:lnTo>
                    <a:pt x="348" y="8071"/>
                  </a:lnTo>
                  <a:lnTo>
                    <a:pt x="116" y="8342"/>
                  </a:lnTo>
                  <a:lnTo>
                    <a:pt x="39" y="8458"/>
                  </a:lnTo>
                  <a:lnTo>
                    <a:pt x="0" y="8612"/>
                  </a:lnTo>
                  <a:lnTo>
                    <a:pt x="0" y="8767"/>
                  </a:lnTo>
                  <a:lnTo>
                    <a:pt x="0" y="8921"/>
                  </a:lnTo>
                  <a:lnTo>
                    <a:pt x="78" y="9037"/>
                  </a:lnTo>
                  <a:lnTo>
                    <a:pt x="232" y="9191"/>
                  </a:lnTo>
                  <a:lnTo>
                    <a:pt x="348" y="9307"/>
                  </a:lnTo>
                  <a:lnTo>
                    <a:pt x="502" y="9384"/>
                  </a:lnTo>
                  <a:lnTo>
                    <a:pt x="618" y="9423"/>
                  </a:lnTo>
                  <a:lnTo>
                    <a:pt x="773" y="9462"/>
                  </a:lnTo>
                  <a:lnTo>
                    <a:pt x="1120" y="9462"/>
                  </a:lnTo>
                  <a:lnTo>
                    <a:pt x="1429" y="9384"/>
                  </a:lnTo>
                  <a:lnTo>
                    <a:pt x="1738" y="9230"/>
                  </a:lnTo>
                  <a:lnTo>
                    <a:pt x="2047" y="9075"/>
                  </a:lnTo>
                  <a:lnTo>
                    <a:pt x="2588" y="8767"/>
                  </a:lnTo>
                  <a:lnTo>
                    <a:pt x="3476" y="8071"/>
                  </a:lnTo>
                  <a:lnTo>
                    <a:pt x="4287" y="7338"/>
                  </a:lnTo>
                  <a:lnTo>
                    <a:pt x="5098" y="6565"/>
                  </a:lnTo>
                  <a:lnTo>
                    <a:pt x="5445" y="6141"/>
                  </a:lnTo>
                  <a:lnTo>
                    <a:pt x="5793" y="5677"/>
                  </a:lnTo>
                  <a:lnTo>
                    <a:pt x="5793" y="5716"/>
                  </a:lnTo>
                  <a:lnTo>
                    <a:pt x="6063" y="6064"/>
                  </a:lnTo>
                  <a:lnTo>
                    <a:pt x="6217" y="6218"/>
                  </a:lnTo>
                  <a:lnTo>
                    <a:pt x="6372" y="6334"/>
                  </a:lnTo>
                  <a:lnTo>
                    <a:pt x="6603" y="6179"/>
                  </a:lnTo>
                  <a:lnTo>
                    <a:pt x="6603" y="6141"/>
                  </a:lnTo>
                  <a:lnTo>
                    <a:pt x="6333" y="5870"/>
                  </a:lnTo>
                  <a:lnTo>
                    <a:pt x="6217" y="5716"/>
                  </a:lnTo>
                  <a:lnTo>
                    <a:pt x="6179" y="5523"/>
                  </a:lnTo>
                  <a:lnTo>
                    <a:pt x="6140" y="5484"/>
                  </a:lnTo>
                  <a:lnTo>
                    <a:pt x="7028" y="5562"/>
                  </a:lnTo>
                  <a:lnTo>
                    <a:pt x="7955" y="5562"/>
                  </a:lnTo>
                  <a:lnTo>
                    <a:pt x="8882" y="5484"/>
                  </a:lnTo>
                  <a:lnTo>
                    <a:pt x="9770" y="5330"/>
                  </a:lnTo>
                  <a:lnTo>
                    <a:pt x="10465" y="5175"/>
                  </a:lnTo>
                  <a:lnTo>
                    <a:pt x="10890" y="5060"/>
                  </a:lnTo>
                  <a:lnTo>
                    <a:pt x="11315" y="4905"/>
                  </a:lnTo>
                  <a:lnTo>
                    <a:pt x="11701" y="4673"/>
                  </a:lnTo>
                  <a:lnTo>
                    <a:pt x="11894" y="4558"/>
                  </a:lnTo>
                  <a:lnTo>
                    <a:pt x="12010" y="4403"/>
                  </a:lnTo>
                  <a:lnTo>
                    <a:pt x="12125" y="4249"/>
                  </a:lnTo>
                  <a:lnTo>
                    <a:pt x="12164" y="4094"/>
                  </a:lnTo>
                  <a:lnTo>
                    <a:pt x="12203" y="3901"/>
                  </a:lnTo>
                  <a:lnTo>
                    <a:pt x="12164" y="3708"/>
                  </a:lnTo>
                  <a:lnTo>
                    <a:pt x="12125" y="3554"/>
                  </a:lnTo>
                  <a:lnTo>
                    <a:pt x="12010" y="3438"/>
                  </a:lnTo>
                  <a:lnTo>
                    <a:pt x="11932" y="3322"/>
                  </a:lnTo>
                  <a:lnTo>
                    <a:pt x="11817" y="3245"/>
                  </a:lnTo>
                  <a:lnTo>
                    <a:pt x="11662" y="3167"/>
                  </a:lnTo>
                  <a:lnTo>
                    <a:pt x="11508" y="3167"/>
                  </a:lnTo>
                  <a:lnTo>
                    <a:pt x="11199" y="3129"/>
                  </a:lnTo>
                  <a:lnTo>
                    <a:pt x="10851" y="3167"/>
                  </a:lnTo>
                  <a:lnTo>
                    <a:pt x="10504" y="3245"/>
                  </a:lnTo>
                  <a:lnTo>
                    <a:pt x="9924" y="3360"/>
                  </a:lnTo>
                  <a:lnTo>
                    <a:pt x="8959" y="3669"/>
                  </a:lnTo>
                  <a:lnTo>
                    <a:pt x="7994" y="3978"/>
                  </a:lnTo>
                  <a:lnTo>
                    <a:pt x="7028" y="4326"/>
                  </a:lnTo>
                  <a:lnTo>
                    <a:pt x="6102" y="4751"/>
                  </a:lnTo>
                  <a:lnTo>
                    <a:pt x="6333" y="3283"/>
                  </a:lnTo>
                  <a:lnTo>
                    <a:pt x="6449" y="2550"/>
                  </a:lnTo>
                  <a:lnTo>
                    <a:pt x="6488" y="1816"/>
                  </a:lnTo>
                  <a:lnTo>
                    <a:pt x="6488" y="1546"/>
                  </a:lnTo>
                  <a:lnTo>
                    <a:pt x="6449" y="1275"/>
                  </a:lnTo>
                  <a:lnTo>
                    <a:pt x="6372" y="1044"/>
                  </a:lnTo>
                  <a:lnTo>
                    <a:pt x="6295" y="851"/>
                  </a:lnTo>
                  <a:lnTo>
                    <a:pt x="6179" y="619"/>
                  </a:lnTo>
                  <a:lnTo>
                    <a:pt x="6024" y="464"/>
                  </a:lnTo>
                  <a:lnTo>
                    <a:pt x="5831" y="310"/>
                  </a:lnTo>
                  <a:lnTo>
                    <a:pt x="5600" y="155"/>
                  </a:lnTo>
                  <a:lnTo>
                    <a:pt x="5484" y="78"/>
                  </a:lnTo>
                  <a:lnTo>
                    <a:pt x="5368" y="40"/>
                  </a:lnTo>
                  <a:lnTo>
                    <a:pt x="51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17"/>
            <p:cNvSpPr/>
            <p:nvPr/>
          </p:nvSpPr>
          <p:spPr>
            <a:xfrm>
              <a:off x="1851250" y="17671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2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0" y="5368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9"/>
                  </a:lnTo>
                  <a:lnTo>
                    <a:pt x="3978" y="888"/>
                  </a:lnTo>
                  <a:lnTo>
                    <a:pt x="4634" y="657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2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4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29" y="7376"/>
                  </a:lnTo>
                  <a:lnTo>
                    <a:pt x="13438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4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1" y="8611"/>
                  </a:lnTo>
                  <a:lnTo>
                    <a:pt x="18651" y="8534"/>
                  </a:lnTo>
                  <a:lnTo>
                    <a:pt x="18651" y="8457"/>
                  </a:lnTo>
                  <a:lnTo>
                    <a:pt x="18651" y="8380"/>
                  </a:lnTo>
                  <a:lnTo>
                    <a:pt x="18651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0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17"/>
            <p:cNvSpPr/>
            <p:nvPr/>
          </p:nvSpPr>
          <p:spPr>
            <a:xfrm>
              <a:off x="6591225" y="17699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8" y="542"/>
                  </a:lnTo>
                  <a:lnTo>
                    <a:pt x="12434" y="657"/>
                  </a:lnTo>
                  <a:lnTo>
                    <a:pt x="12628" y="735"/>
                  </a:lnTo>
                  <a:lnTo>
                    <a:pt x="12743" y="812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6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1"/>
                  </a:lnTo>
                  <a:lnTo>
                    <a:pt x="12241" y="2472"/>
                  </a:lnTo>
                  <a:lnTo>
                    <a:pt x="11817" y="2743"/>
                  </a:lnTo>
                  <a:lnTo>
                    <a:pt x="11392" y="2936"/>
                  </a:lnTo>
                  <a:lnTo>
                    <a:pt x="10658" y="3206"/>
                  </a:lnTo>
                  <a:lnTo>
                    <a:pt x="9924" y="3438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2"/>
                  </a:lnTo>
                  <a:lnTo>
                    <a:pt x="5020" y="4596"/>
                  </a:lnTo>
                  <a:lnTo>
                    <a:pt x="4132" y="4712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1"/>
                  </a:lnTo>
                  <a:lnTo>
                    <a:pt x="1506" y="4673"/>
                  </a:lnTo>
                  <a:lnTo>
                    <a:pt x="1198" y="4558"/>
                  </a:lnTo>
                  <a:lnTo>
                    <a:pt x="889" y="4442"/>
                  </a:lnTo>
                  <a:lnTo>
                    <a:pt x="580" y="4249"/>
                  </a:lnTo>
                  <a:lnTo>
                    <a:pt x="657" y="4171"/>
                  </a:lnTo>
                  <a:lnTo>
                    <a:pt x="696" y="4056"/>
                  </a:lnTo>
                  <a:lnTo>
                    <a:pt x="696" y="3940"/>
                  </a:lnTo>
                  <a:lnTo>
                    <a:pt x="734" y="3824"/>
                  </a:lnTo>
                  <a:lnTo>
                    <a:pt x="850" y="3631"/>
                  </a:lnTo>
                  <a:lnTo>
                    <a:pt x="1082" y="3438"/>
                  </a:lnTo>
                  <a:lnTo>
                    <a:pt x="1313" y="3245"/>
                  </a:lnTo>
                  <a:lnTo>
                    <a:pt x="1854" y="2936"/>
                  </a:lnTo>
                  <a:lnTo>
                    <a:pt x="2279" y="2704"/>
                  </a:lnTo>
                  <a:lnTo>
                    <a:pt x="3012" y="2356"/>
                  </a:lnTo>
                  <a:lnTo>
                    <a:pt x="3707" y="2009"/>
                  </a:lnTo>
                  <a:lnTo>
                    <a:pt x="4480" y="1700"/>
                  </a:lnTo>
                  <a:lnTo>
                    <a:pt x="5252" y="1430"/>
                  </a:lnTo>
                  <a:lnTo>
                    <a:pt x="6024" y="1198"/>
                  </a:lnTo>
                  <a:lnTo>
                    <a:pt x="6835" y="1005"/>
                  </a:lnTo>
                  <a:lnTo>
                    <a:pt x="7608" y="812"/>
                  </a:lnTo>
                  <a:lnTo>
                    <a:pt x="8418" y="696"/>
                  </a:lnTo>
                  <a:lnTo>
                    <a:pt x="9229" y="580"/>
                  </a:lnTo>
                  <a:lnTo>
                    <a:pt x="10040" y="542"/>
                  </a:lnTo>
                  <a:lnTo>
                    <a:pt x="10735" y="503"/>
                  </a:lnTo>
                  <a:lnTo>
                    <a:pt x="11160" y="464"/>
                  </a:lnTo>
                  <a:close/>
                  <a:moveTo>
                    <a:pt x="13477" y="1121"/>
                  </a:moveTo>
                  <a:lnTo>
                    <a:pt x="13631" y="1314"/>
                  </a:lnTo>
                  <a:lnTo>
                    <a:pt x="13709" y="1507"/>
                  </a:lnTo>
                  <a:lnTo>
                    <a:pt x="13747" y="1739"/>
                  </a:lnTo>
                  <a:lnTo>
                    <a:pt x="13709" y="2009"/>
                  </a:lnTo>
                  <a:lnTo>
                    <a:pt x="13631" y="2241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8"/>
                  </a:lnTo>
                  <a:lnTo>
                    <a:pt x="12048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1" y="4635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5" y="5948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9"/>
                  </a:lnTo>
                  <a:lnTo>
                    <a:pt x="696" y="5484"/>
                  </a:lnTo>
                  <a:lnTo>
                    <a:pt x="502" y="5253"/>
                  </a:lnTo>
                  <a:lnTo>
                    <a:pt x="348" y="5021"/>
                  </a:lnTo>
                  <a:lnTo>
                    <a:pt x="309" y="4866"/>
                  </a:lnTo>
                  <a:lnTo>
                    <a:pt x="309" y="4751"/>
                  </a:lnTo>
                  <a:lnTo>
                    <a:pt x="309" y="4596"/>
                  </a:lnTo>
                  <a:lnTo>
                    <a:pt x="348" y="4442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4"/>
                  </a:lnTo>
                  <a:lnTo>
                    <a:pt x="1931" y="5253"/>
                  </a:lnTo>
                  <a:lnTo>
                    <a:pt x="2588" y="5330"/>
                  </a:lnTo>
                  <a:lnTo>
                    <a:pt x="3244" y="5291"/>
                  </a:lnTo>
                  <a:lnTo>
                    <a:pt x="3939" y="5253"/>
                  </a:lnTo>
                  <a:lnTo>
                    <a:pt x="5136" y="5059"/>
                  </a:lnTo>
                  <a:lnTo>
                    <a:pt x="6913" y="4789"/>
                  </a:lnTo>
                  <a:lnTo>
                    <a:pt x="7839" y="4596"/>
                  </a:lnTo>
                  <a:lnTo>
                    <a:pt x="8727" y="4403"/>
                  </a:lnTo>
                  <a:lnTo>
                    <a:pt x="9616" y="4133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9"/>
                  </a:lnTo>
                  <a:lnTo>
                    <a:pt x="12434" y="2974"/>
                  </a:lnTo>
                  <a:lnTo>
                    <a:pt x="12705" y="2820"/>
                  </a:lnTo>
                  <a:lnTo>
                    <a:pt x="12936" y="2588"/>
                  </a:lnTo>
                  <a:lnTo>
                    <a:pt x="13129" y="2395"/>
                  </a:lnTo>
                  <a:lnTo>
                    <a:pt x="13323" y="2125"/>
                  </a:lnTo>
                  <a:lnTo>
                    <a:pt x="13438" y="1854"/>
                  </a:lnTo>
                  <a:lnTo>
                    <a:pt x="13516" y="1584"/>
                  </a:lnTo>
                  <a:lnTo>
                    <a:pt x="13516" y="1237"/>
                  </a:lnTo>
                  <a:lnTo>
                    <a:pt x="13477" y="1121"/>
                  </a:lnTo>
                  <a:close/>
                  <a:moveTo>
                    <a:pt x="10658" y="1"/>
                  </a:moveTo>
                  <a:lnTo>
                    <a:pt x="9886" y="40"/>
                  </a:lnTo>
                  <a:lnTo>
                    <a:pt x="9114" y="117"/>
                  </a:lnTo>
                  <a:lnTo>
                    <a:pt x="8303" y="233"/>
                  </a:lnTo>
                  <a:lnTo>
                    <a:pt x="7530" y="348"/>
                  </a:lnTo>
                  <a:lnTo>
                    <a:pt x="6719" y="542"/>
                  </a:lnTo>
                  <a:lnTo>
                    <a:pt x="5909" y="735"/>
                  </a:lnTo>
                  <a:lnTo>
                    <a:pt x="5020" y="1005"/>
                  </a:lnTo>
                  <a:lnTo>
                    <a:pt x="4132" y="1352"/>
                  </a:lnTo>
                  <a:lnTo>
                    <a:pt x="3244" y="1700"/>
                  </a:lnTo>
                  <a:lnTo>
                    <a:pt x="2395" y="2125"/>
                  </a:lnTo>
                  <a:lnTo>
                    <a:pt x="1777" y="2434"/>
                  </a:lnTo>
                  <a:lnTo>
                    <a:pt x="1391" y="2627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4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6"/>
                  </a:lnTo>
                  <a:lnTo>
                    <a:pt x="194" y="4133"/>
                  </a:lnTo>
                  <a:lnTo>
                    <a:pt x="194" y="4171"/>
                  </a:lnTo>
                  <a:lnTo>
                    <a:pt x="116" y="4326"/>
                  </a:lnTo>
                  <a:lnTo>
                    <a:pt x="39" y="4480"/>
                  </a:lnTo>
                  <a:lnTo>
                    <a:pt x="0" y="4635"/>
                  </a:lnTo>
                  <a:lnTo>
                    <a:pt x="0" y="4789"/>
                  </a:lnTo>
                  <a:lnTo>
                    <a:pt x="39" y="5137"/>
                  </a:lnTo>
                  <a:lnTo>
                    <a:pt x="194" y="5446"/>
                  </a:lnTo>
                  <a:lnTo>
                    <a:pt x="348" y="5639"/>
                  </a:lnTo>
                  <a:lnTo>
                    <a:pt x="502" y="5832"/>
                  </a:lnTo>
                  <a:lnTo>
                    <a:pt x="696" y="5948"/>
                  </a:lnTo>
                  <a:lnTo>
                    <a:pt x="927" y="6063"/>
                  </a:lnTo>
                  <a:lnTo>
                    <a:pt x="966" y="6257"/>
                  </a:lnTo>
                  <a:lnTo>
                    <a:pt x="1275" y="6179"/>
                  </a:lnTo>
                  <a:lnTo>
                    <a:pt x="1313" y="6218"/>
                  </a:lnTo>
                  <a:lnTo>
                    <a:pt x="1313" y="6257"/>
                  </a:lnTo>
                  <a:lnTo>
                    <a:pt x="1352" y="6295"/>
                  </a:lnTo>
                  <a:lnTo>
                    <a:pt x="1468" y="6257"/>
                  </a:lnTo>
                  <a:lnTo>
                    <a:pt x="1815" y="6295"/>
                  </a:lnTo>
                  <a:lnTo>
                    <a:pt x="2395" y="6334"/>
                  </a:lnTo>
                  <a:lnTo>
                    <a:pt x="3012" y="6372"/>
                  </a:lnTo>
                  <a:lnTo>
                    <a:pt x="3592" y="6334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2"/>
                  </a:lnTo>
                  <a:lnTo>
                    <a:pt x="7994" y="5523"/>
                  </a:lnTo>
                  <a:lnTo>
                    <a:pt x="9036" y="5253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3"/>
                  </a:lnTo>
                  <a:lnTo>
                    <a:pt x="12126" y="4249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4" y="3940"/>
                  </a:lnTo>
                  <a:lnTo>
                    <a:pt x="12898" y="3669"/>
                  </a:lnTo>
                  <a:lnTo>
                    <a:pt x="13361" y="3322"/>
                  </a:lnTo>
                  <a:lnTo>
                    <a:pt x="13631" y="3052"/>
                  </a:lnTo>
                  <a:lnTo>
                    <a:pt x="13825" y="2704"/>
                  </a:lnTo>
                  <a:lnTo>
                    <a:pt x="14133" y="2627"/>
                  </a:lnTo>
                  <a:lnTo>
                    <a:pt x="14018" y="2318"/>
                  </a:lnTo>
                  <a:lnTo>
                    <a:pt x="14095" y="2009"/>
                  </a:lnTo>
                  <a:lnTo>
                    <a:pt x="14133" y="1739"/>
                  </a:lnTo>
                  <a:lnTo>
                    <a:pt x="14095" y="1468"/>
                  </a:lnTo>
                  <a:lnTo>
                    <a:pt x="14018" y="1237"/>
                  </a:lnTo>
                  <a:lnTo>
                    <a:pt x="13902" y="1005"/>
                  </a:lnTo>
                  <a:lnTo>
                    <a:pt x="13747" y="812"/>
                  </a:lnTo>
                  <a:lnTo>
                    <a:pt x="13477" y="619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3" y="117"/>
                  </a:lnTo>
                  <a:lnTo>
                    <a:pt x="11817" y="40"/>
                  </a:lnTo>
                  <a:lnTo>
                    <a:pt x="1143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17"/>
            <p:cNvSpPr/>
            <p:nvPr/>
          </p:nvSpPr>
          <p:spPr>
            <a:xfrm>
              <a:off x="2687250" y="1806675"/>
              <a:ext cx="449900" cy="337900"/>
            </a:xfrm>
            <a:custGeom>
              <a:avLst/>
              <a:gdLst/>
              <a:ahLst/>
              <a:cxnLst/>
              <a:rect l="l" t="t" r="r" b="b"/>
              <a:pathLst>
                <a:path w="17996" h="13516" extrusionOk="0">
                  <a:moveTo>
                    <a:pt x="15794" y="386"/>
                  </a:moveTo>
                  <a:lnTo>
                    <a:pt x="15872" y="425"/>
                  </a:lnTo>
                  <a:lnTo>
                    <a:pt x="15949" y="464"/>
                  </a:lnTo>
                  <a:lnTo>
                    <a:pt x="16103" y="657"/>
                  </a:lnTo>
                  <a:lnTo>
                    <a:pt x="16181" y="850"/>
                  </a:lnTo>
                  <a:lnTo>
                    <a:pt x="16258" y="1043"/>
                  </a:lnTo>
                  <a:lnTo>
                    <a:pt x="16219" y="1236"/>
                  </a:lnTo>
                  <a:lnTo>
                    <a:pt x="16181" y="1468"/>
                  </a:lnTo>
                  <a:lnTo>
                    <a:pt x="15987" y="1892"/>
                  </a:lnTo>
                  <a:lnTo>
                    <a:pt x="15833" y="2163"/>
                  </a:lnTo>
                  <a:lnTo>
                    <a:pt x="15601" y="2433"/>
                  </a:lnTo>
                  <a:lnTo>
                    <a:pt x="15370" y="2665"/>
                  </a:lnTo>
                  <a:lnTo>
                    <a:pt x="15099" y="2896"/>
                  </a:lnTo>
                  <a:lnTo>
                    <a:pt x="14983" y="2279"/>
                  </a:lnTo>
                  <a:lnTo>
                    <a:pt x="14945" y="1970"/>
                  </a:lnTo>
                  <a:lnTo>
                    <a:pt x="14906" y="1699"/>
                  </a:lnTo>
                  <a:lnTo>
                    <a:pt x="14945" y="1390"/>
                  </a:lnTo>
                  <a:lnTo>
                    <a:pt x="15022" y="1120"/>
                  </a:lnTo>
                  <a:lnTo>
                    <a:pt x="15138" y="850"/>
                  </a:lnTo>
                  <a:lnTo>
                    <a:pt x="15331" y="618"/>
                  </a:lnTo>
                  <a:lnTo>
                    <a:pt x="15563" y="464"/>
                  </a:lnTo>
                  <a:lnTo>
                    <a:pt x="15679" y="386"/>
                  </a:lnTo>
                  <a:close/>
                  <a:moveTo>
                    <a:pt x="14481" y="3437"/>
                  </a:moveTo>
                  <a:lnTo>
                    <a:pt x="14443" y="3591"/>
                  </a:lnTo>
                  <a:lnTo>
                    <a:pt x="14134" y="3939"/>
                  </a:lnTo>
                  <a:lnTo>
                    <a:pt x="13786" y="4287"/>
                  </a:lnTo>
                  <a:lnTo>
                    <a:pt x="13593" y="4441"/>
                  </a:lnTo>
                  <a:lnTo>
                    <a:pt x="13362" y="4595"/>
                  </a:lnTo>
                  <a:lnTo>
                    <a:pt x="13091" y="4711"/>
                  </a:lnTo>
                  <a:lnTo>
                    <a:pt x="12782" y="4750"/>
                  </a:lnTo>
                  <a:lnTo>
                    <a:pt x="12667" y="4789"/>
                  </a:lnTo>
                  <a:lnTo>
                    <a:pt x="12589" y="4750"/>
                  </a:lnTo>
                  <a:lnTo>
                    <a:pt x="12551" y="4673"/>
                  </a:lnTo>
                  <a:lnTo>
                    <a:pt x="12512" y="4518"/>
                  </a:lnTo>
                  <a:lnTo>
                    <a:pt x="12474" y="4287"/>
                  </a:lnTo>
                  <a:lnTo>
                    <a:pt x="12512" y="4171"/>
                  </a:lnTo>
                  <a:lnTo>
                    <a:pt x="12628" y="4055"/>
                  </a:lnTo>
                  <a:lnTo>
                    <a:pt x="12821" y="3900"/>
                  </a:lnTo>
                  <a:lnTo>
                    <a:pt x="13091" y="3746"/>
                  </a:lnTo>
                  <a:lnTo>
                    <a:pt x="13362" y="3591"/>
                  </a:lnTo>
                  <a:lnTo>
                    <a:pt x="13632" y="3514"/>
                  </a:lnTo>
                  <a:lnTo>
                    <a:pt x="13941" y="3437"/>
                  </a:lnTo>
                  <a:close/>
                  <a:moveTo>
                    <a:pt x="15061" y="3514"/>
                  </a:moveTo>
                  <a:lnTo>
                    <a:pt x="15717" y="3553"/>
                  </a:lnTo>
                  <a:lnTo>
                    <a:pt x="16065" y="3591"/>
                  </a:lnTo>
                  <a:lnTo>
                    <a:pt x="16412" y="3630"/>
                  </a:lnTo>
                  <a:lnTo>
                    <a:pt x="16721" y="3707"/>
                  </a:lnTo>
                  <a:lnTo>
                    <a:pt x="17030" y="3823"/>
                  </a:lnTo>
                  <a:lnTo>
                    <a:pt x="17262" y="4016"/>
                  </a:lnTo>
                  <a:lnTo>
                    <a:pt x="17378" y="4171"/>
                  </a:lnTo>
                  <a:lnTo>
                    <a:pt x="17493" y="4287"/>
                  </a:lnTo>
                  <a:lnTo>
                    <a:pt x="17571" y="4480"/>
                  </a:lnTo>
                  <a:lnTo>
                    <a:pt x="17571" y="4634"/>
                  </a:lnTo>
                  <a:lnTo>
                    <a:pt x="17493" y="4789"/>
                  </a:lnTo>
                  <a:lnTo>
                    <a:pt x="17378" y="4904"/>
                  </a:lnTo>
                  <a:lnTo>
                    <a:pt x="17262" y="4982"/>
                  </a:lnTo>
                  <a:lnTo>
                    <a:pt x="17069" y="5020"/>
                  </a:lnTo>
                  <a:lnTo>
                    <a:pt x="16914" y="4982"/>
                  </a:lnTo>
                  <a:lnTo>
                    <a:pt x="16721" y="4943"/>
                  </a:lnTo>
                  <a:lnTo>
                    <a:pt x="16335" y="4750"/>
                  </a:lnTo>
                  <a:lnTo>
                    <a:pt x="15987" y="4518"/>
                  </a:lnTo>
                  <a:lnTo>
                    <a:pt x="15717" y="4287"/>
                  </a:lnTo>
                  <a:lnTo>
                    <a:pt x="15485" y="4055"/>
                  </a:lnTo>
                  <a:lnTo>
                    <a:pt x="15254" y="3785"/>
                  </a:lnTo>
                  <a:lnTo>
                    <a:pt x="15061" y="3514"/>
                  </a:lnTo>
                  <a:close/>
                  <a:moveTo>
                    <a:pt x="4866" y="3128"/>
                  </a:moveTo>
                  <a:lnTo>
                    <a:pt x="5484" y="3167"/>
                  </a:lnTo>
                  <a:lnTo>
                    <a:pt x="6102" y="3283"/>
                  </a:lnTo>
                  <a:lnTo>
                    <a:pt x="6681" y="3514"/>
                  </a:lnTo>
                  <a:lnTo>
                    <a:pt x="7145" y="3707"/>
                  </a:lnTo>
                  <a:lnTo>
                    <a:pt x="7569" y="3978"/>
                  </a:lnTo>
                  <a:lnTo>
                    <a:pt x="7994" y="4248"/>
                  </a:lnTo>
                  <a:lnTo>
                    <a:pt x="8380" y="4557"/>
                  </a:lnTo>
                  <a:lnTo>
                    <a:pt x="9153" y="5213"/>
                  </a:lnTo>
                  <a:lnTo>
                    <a:pt x="9925" y="5908"/>
                  </a:lnTo>
                  <a:lnTo>
                    <a:pt x="10234" y="6179"/>
                  </a:lnTo>
                  <a:lnTo>
                    <a:pt x="10581" y="6410"/>
                  </a:lnTo>
                  <a:lnTo>
                    <a:pt x="10968" y="6642"/>
                  </a:lnTo>
                  <a:lnTo>
                    <a:pt x="11354" y="6797"/>
                  </a:lnTo>
                  <a:lnTo>
                    <a:pt x="11740" y="6874"/>
                  </a:lnTo>
                  <a:lnTo>
                    <a:pt x="12165" y="6912"/>
                  </a:lnTo>
                  <a:lnTo>
                    <a:pt x="12589" y="6874"/>
                  </a:lnTo>
                  <a:lnTo>
                    <a:pt x="13014" y="6719"/>
                  </a:lnTo>
                  <a:lnTo>
                    <a:pt x="13323" y="6565"/>
                  </a:lnTo>
                  <a:lnTo>
                    <a:pt x="13593" y="6372"/>
                  </a:lnTo>
                  <a:lnTo>
                    <a:pt x="13825" y="6179"/>
                  </a:lnTo>
                  <a:lnTo>
                    <a:pt x="14018" y="5947"/>
                  </a:lnTo>
                  <a:lnTo>
                    <a:pt x="14211" y="5677"/>
                  </a:lnTo>
                  <a:lnTo>
                    <a:pt x="14366" y="5406"/>
                  </a:lnTo>
                  <a:lnTo>
                    <a:pt x="14520" y="5097"/>
                  </a:lnTo>
                  <a:lnTo>
                    <a:pt x="14636" y="4789"/>
                  </a:lnTo>
                  <a:lnTo>
                    <a:pt x="14559" y="5638"/>
                  </a:lnTo>
                  <a:lnTo>
                    <a:pt x="14404" y="6449"/>
                  </a:lnTo>
                  <a:lnTo>
                    <a:pt x="14211" y="7221"/>
                  </a:lnTo>
                  <a:lnTo>
                    <a:pt x="13941" y="7994"/>
                  </a:lnTo>
                  <a:lnTo>
                    <a:pt x="13593" y="8727"/>
                  </a:lnTo>
                  <a:lnTo>
                    <a:pt x="13169" y="9422"/>
                  </a:lnTo>
                  <a:lnTo>
                    <a:pt x="12667" y="10117"/>
                  </a:lnTo>
                  <a:lnTo>
                    <a:pt x="12087" y="10735"/>
                  </a:lnTo>
                  <a:lnTo>
                    <a:pt x="11624" y="11160"/>
                  </a:lnTo>
                  <a:lnTo>
                    <a:pt x="11199" y="11546"/>
                  </a:lnTo>
                  <a:lnTo>
                    <a:pt x="10697" y="11855"/>
                  </a:lnTo>
                  <a:lnTo>
                    <a:pt x="10195" y="12164"/>
                  </a:lnTo>
                  <a:lnTo>
                    <a:pt x="9693" y="12396"/>
                  </a:lnTo>
                  <a:lnTo>
                    <a:pt x="9153" y="12627"/>
                  </a:lnTo>
                  <a:lnTo>
                    <a:pt x="8612" y="12782"/>
                  </a:lnTo>
                  <a:lnTo>
                    <a:pt x="8071" y="12898"/>
                  </a:lnTo>
                  <a:lnTo>
                    <a:pt x="7531" y="12975"/>
                  </a:lnTo>
                  <a:lnTo>
                    <a:pt x="6990" y="13014"/>
                  </a:lnTo>
                  <a:lnTo>
                    <a:pt x="6411" y="12975"/>
                  </a:lnTo>
                  <a:lnTo>
                    <a:pt x="5870" y="12898"/>
                  </a:lnTo>
                  <a:lnTo>
                    <a:pt x="5291" y="12782"/>
                  </a:lnTo>
                  <a:lnTo>
                    <a:pt x="4751" y="12627"/>
                  </a:lnTo>
                  <a:lnTo>
                    <a:pt x="4171" y="12396"/>
                  </a:lnTo>
                  <a:lnTo>
                    <a:pt x="3631" y="12125"/>
                  </a:lnTo>
                  <a:lnTo>
                    <a:pt x="3090" y="11816"/>
                  </a:lnTo>
                  <a:lnTo>
                    <a:pt x="2588" y="11469"/>
                  </a:lnTo>
                  <a:lnTo>
                    <a:pt x="2125" y="11044"/>
                  </a:lnTo>
                  <a:lnTo>
                    <a:pt x="1700" y="10581"/>
                  </a:lnTo>
                  <a:lnTo>
                    <a:pt x="1314" y="10117"/>
                  </a:lnTo>
                  <a:lnTo>
                    <a:pt x="966" y="9577"/>
                  </a:lnTo>
                  <a:lnTo>
                    <a:pt x="696" y="8998"/>
                  </a:lnTo>
                  <a:lnTo>
                    <a:pt x="542" y="8418"/>
                  </a:lnTo>
                  <a:lnTo>
                    <a:pt x="426" y="7801"/>
                  </a:lnTo>
                  <a:lnTo>
                    <a:pt x="426" y="7221"/>
                  </a:lnTo>
                  <a:lnTo>
                    <a:pt x="503" y="6603"/>
                  </a:lnTo>
                  <a:lnTo>
                    <a:pt x="696" y="6024"/>
                  </a:lnTo>
                  <a:lnTo>
                    <a:pt x="928" y="5484"/>
                  </a:lnTo>
                  <a:lnTo>
                    <a:pt x="1237" y="4943"/>
                  </a:lnTo>
                  <a:lnTo>
                    <a:pt x="1623" y="4480"/>
                  </a:lnTo>
                  <a:lnTo>
                    <a:pt x="2048" y="4055"/>
                  </a:lnTo>
                  <a:lnTo>
                    <a:pt x="2588" y="3707"/>
                  </a:lnTo>
                  <a:lnTo>
                    <a:pt x="3129" y="3437"/>
                  </a:lnTo>
                  <a:lnTo>
                    <a:pt x="3708" y="3244"/>
                  </a:lnTo>
                  <a:lnTo>
                    <a:pt x="4287" y="3167"/>
                  </a:lnTo>
                  <a:lnTo>
                    <a:pt x="4866" y="3128"/>
                  </a:lnTo>
                  <a:close/>
                  <a:moveTo>
                    <a:pt x="15717" y="0"/>
                  </a:moveTo>
                  <a:lnTo>
                    <a:pt x="15524" y="39"/>
                  </a:lnTo>
                  <a:lnTo>
                    <a:pt x="15331" y="155"/>
                  </a:lnTo>
                  <a:lnTo>
                    <a:pt x="15138" y="271"/>
                  </a:lnTo>
                  <a:lnTo>
                    <a:pt x="14983" y="464"/>
                  </a:lnTo>
                  <a:lnTo>
                    <a:pt x="14829" y="618"/>
                  </a:lnTo>
                  <a:lnTo>
                    <a:pt x="14713" y="850"/>
                  </a:lnTo>
                  <a:lnTo>
                    <a:pt x="14636" y="1043"/>
                  </a:lnTo>
                  <a:lnTo>
                    <a:pt x="14597" y="1275"/>
                  </a:lnTo>
                  <a:lnTo>
                    <a:pt x="14559" y="1545"/>
                  </a:lnTo>
                  <a:lnTo>
                    <a:pt x="14520" y="2047"/>
                  </a:lnTo>
                  <a:lnTo>
                    <a:pt x="14597" y="2588"/>
                  </a:lnTo>
                  <a:lnTo>
                    <a:pt x="14752" y="3090"/>
                  </a:lnTo>
                  <a:lnTo>
                    <a:pt x="14713" y="3128"/>
                  </a:lnTo>
                  <a:lnTo>
                    <a:pt x="14675" y="3167"/>
                  </a:lnTo>
                  <a:lnTo>
                    <a:pt x="14636" y="3205"/>
                  </a:lnTo>
                  <a:lnTo>
                    <a:pt x="14173" y="3128"/>
                  </a:lnTo>
                  <a:lnTo>
                    <a:pt x="13709" y="3167"/>
                  </a:lnTo>
                  <a:lnTo>
                    <a:pt x="13246" y="3283"/>
                  </a:lnTo>
                  <a:lnTo>
                    <a:pt x="12821" y="3476"/>
                  </a:lnTo>
                  <a:lnTo>
                    <a:pt x="12512" y="3669"/>
                  </a:lnTo>
                  <a:lnTo>
                    <a:pt x="12358" y="3785"/>
                  </a:lnTo>
                  <a:lnTo>
                    <a:pt x="12203" y="3939"/>
                  </a:lnTo>
                  <a:lnTo>
                    <a:pt x="12049" y="4132"/>
                  </a:lnTo>
                  <a:lnTo>
                    <a:pt x="11972" y="4287"/>
                  </a:lnTo>
                  <a:lnTo>
                    <a:pt x="11933" y="4480"/>
                  </a:lnTo>
                  <a:lnTo>
                    <a:pt x="11933" y="4673"/>
                  </a:lnTo>
                  <a:lnTo>
                    <a:pt x="12010" y="4866"/>
                  </a:lnTo>
                  <a:lnTo>
                    <a:pt x="12126" y="5020"/>
                  </a:lnTo>
                  <a:lnTo>
                    <a:pt x="12280" y="5097"/>
                  </a:lnTo>
                  <a:lnTo>
                    <a:pt x="12435" y="5136"/>
                  </a:lnTo>
                  <a:lnTo>
                    <a:pt x="12628" y="5175"/>
                  </a:lnTo>
                  <a:lnTo>
                    <a:pt x="12821" y="5136"/>
                  </a:lnTo>
                  <a:lnTo>
                    <a:pt x="13207" y="5059"/>
                  </a:lnTo>
                  <a:lnTo>
                    <a:pt x="13516" y="4904"/>
                  </a:lnTo>
                  <a:lnTo>
                    <a:pt x="13825" y="4711"/>
                  </a:lnTo>
                  <a:lnTo>
                    <a:pt x="14095" y="4480"/>
                  </a:lnTo>
                  <a:lnTo>
                    <a:pt x="14366" y="4248"/>
                  </a:lnTo>
                  <a:lnTo>
                    <a:pt x="14211" y="4711"/>
                  </a:lnTo>
                  <a:lnTo>
                    <a:pt x="14018" y="5175"/>
                  </a:lnTo>
                  <a:lnTo>
                    <a:pt x="13864" y="5406"/>
                  </a:lnTo>
                  <a:lnTo>
                    <a:pt x="13709" y="5599"/>
                  </a:lnTo>
                  <a:lnTo>
                    <a:pt x="13555" y="5793"/>
                  </a:lnTo>
                  <a:lnTo>
                    <a:pt x="13362" y="5947"/>
                  </a:lnTo>
                  <a:lnTo>
                    <a:pt x="13053" y="6179"/>
                  </a:lnTo>
                  <a:lnTo>
                    <a:pt x="12705" y="6333"/>
                  </a:lnTo>
                  <a:lnTo>
                    <a:pt x="12358" y="6410"/>
                  </a:lnTo>
                  <a:lnTo>
                    <a:pt x="12010" y="6410"/>
                  </a:lnTo>
                  <a:lnTo>
                    <a:pt x="11663" y="6372"/>
                  </a:lnTo>
                  <a:lnTo>
                    <a:pt x="11315" y="6256"/>
                  </a:lnTo>
                  <a:lnTo>
                    <a:pt x="10968" y="6101"/>
                  </a:lnTo>
                  <a:lnTo>
                    <a:pt x="10659" y="5870"/>
                  </a:lnTo>
                  <a:lnTo>
                    <a:pt x="10234" y="5561"/>
                  </a:lnTo>
                  <a:lnTo>
                    <a:pt x="9809" y="5213"/>
                  </a:lnTo>
                  <a:lnTo>
                    <a:pt x="9037" y="4480"/>
                  </a:lnTo>
                  <a:lnTo>
                    <a:pt x="8651" y="4132"/>
                  </a:lnTo>
                  <a:lnTo>
                    <a:pt x="8226" y="3823"/>
                  </a:lnTo>
                  <a:lnTo>
                    <a:pt x="7801" y="3514"/>
                  </a:lnTo>
                  <a:lnTo>
                    <a:pt x="7299" y="3244"/>
                  </a:lnTo>
                  <a:lnTo>
                    <a:pt x="6720" y="3012"/>
                  </a:lnTo>
                  <a:lnTo>
                    <a:pt x="6102" y="2819"/>
                  </a:lnTo>
                  <a:lnTo>
                    <a:pt x="5523" y="2742"/>
                  </a:lnTo>
                  <a:lnTo>
                    <a:pt x="4905" y="2703"/>
                  </a:lnTo>
                  <a:lnTo>
                    <a:pt x="4287" y="2703"/>
                  </a:lnTo>
                  <a:lnTo>
                    <a:pt x="3708" y="2819"/>
                  </a:lnTo>
                  <a:lnTo>
                    <a:pt x="3129" y="2974"/>
                  </a:lnTo>
                  <a:lnTo>
                    <a:pt x="2549" y="3205"/>
                  </a:lnTo>
                  <a:lnTo>
                    <a:pt x="2318" y="3360"/>
                  </a:lnTo>
                  <a:lnTo>
                    <a:pt x="2009" y="3553"/>
                  </a:lnTo>
                  <a:lnTo>
                    <a:pt x="1700" y="3785"/>
                  </a:lnTo>
                  <a:lnTo>
                    <a:pt x="1430" y="4016"/>
                  </a:lnTo>
                  <a:lnTo>
                    <a:pt x="1159" y="4325"/>
                  </a:lnTo>
                  <a:lnTo>
                    <a:pt x="928" y="4595"/>
                  </a:lnTo>
                  <a:lnTo>
                    <a:pt x="696" y="4943"/>
                  </a:lnTo>
                  <a:lnTo>
                    <a:pt x="503" y="5291"/>
                  </a:lnTo>
                  <a:lnTo>
                    <a:pt x="348" y="5677"/>
                  </a:lnTo>
                  <a:lnTo>
                    <a:pt x="155" y="6217"/>
                  </a:lnTo>
                  <a:lnTo>
                    <a:pt x="40" y="6758"/>
                  </a:lnTo>
                  <a:lnTo>
                    <a:pt x="1" y="7299"/>
                  </a:lnTo>
                  <a:lnTo>
                    <a:pt x="1" y="7801"/>
                  </a:lnTo>
                  <a:lnTo>
                    <a:pt x="78" y="8303"/>
                  </a:lnTo>
                  <a:lnTo>
                    <a:pt x="194" y="8804"/>
                  </a:lnTo>
                  <a:lnTo>
                    <a:pt x="387" y="9306"/>
                  </a:lnTo>
                  <a:lnTo>
                    <a:pt x="580" y="9770"/>
                  </a:lnTo>
                  <a:lnTo>
                    <a:pt x="850" y="10195"/>
                  </a:lnTo>
                  <a:lnTo>
                    <a:pt x="1159" y="10658"/>
                  </a:lnTo>
                  <a:lnTo>
                    <a:pt x="1507" y="11044"/>
                  </a:lnTo>
                  <a:lnTo>
                    <a:pt x="1893" y="11430"/>
                  </a:lnTo>
                  <a:lnTo>
                    <a:pt x="2279" y="11778"/>
                  </a:lnTo>
                  <a:lnTo>
                    <a:pt x="2704" y="12125"/>
                  </a:lnTo>
                  <a:lnTo>
                    <a:pt x="3167" y="12396"/>
                  </a:lnTo>
                  <a:lnTo>
                    <a:pt x="3631" y="12666"/>
                  </a:lnTo>
                  <a:lnTo>
                    <a:pt x="4249" y="12975"/>
                  </a:lnTo>
                  <a:lnTo>
                    <a:pt x="4866" y="13168"/>
                  </a:lnTo>
                  <a:lnTo>
                    <a:pt x="5484" y="13361"/>
                  </a:lnTo>
                  <a:lnTo>
                    <a:pt x="6141" y="13438"/>
                  </a:lnTo>
                  <a:lnTo>
                    <a:pt x="6759" y="13515"/>
                  </a:lnTo>
                  <a:lnTo>
                    <a:pt x="7376" y="13477"/>
                  </a:lnTo>
                  <a:lnTo>
                    <a:pt x="7994" y="13438"/>
                  </a:lnTo>
                  <a:lnTo>
                    <a:pt x="8612" y="13284"/>
                  </a:lnTo>
                  <a:lnTo>
                    <a:pt x="8728" y="13438"/>
                  </a:lnTo>
                  <a:lnTo>
                    <a:pt x="8998" y="13207"/>
                  </a:lnTo>
                  <a:lnTo>
                    <a:pt x="9770" y="12898"/>
                  </a:lnTo>
                  <a:lnTo>
                    <a:pt x="10504" y="12550"/>
                  </a:lnTo>
                  <a:lnTo>
                    <a:pt x="11238" y="12087"/>
                  </a:lnTo>
                  <a:lnTo>
                    <a:pt x="11933" y="11546"/>
                  </a:lnTo>
                  <a:lnTo>
                    <a:pt x="12474" y="11044"/>
                  </a:lnTo>
                  <a:lnTo>
                    <a:pt x="13014" y="10426"/>
                  </a:lnTo>
                  <a:lnTo>
                    <a:pt x="13246" y="10195"/>
                  </a:lnTo>
                  <a:lnTo>
                    <a:pt x="13207" y="10156"/>
                  </a:lnTo>
                  <a:lnTo>
                    <a:pt x="13709" y="9461"/>
                  </a:lnTo>
                  <a:lnTo>
                    <a:pt x="14134" y="8727"/>
                  </a:lnTo>
                  <a:lnTo>
                    <a:pt x="14481" y="7955"/>
                  </a:lnTo>
                  <a:lnTo>
                    <a:pt x="14752" y="7183"/>
                  </a:lnTo>
                  <a:lnTo>
                    <a:pt x="14945" y="6333"/>
                  </a:lnTo>
                  <a:lnTo>
                    <a:pt x="15022" y="5947"/>
                  </a:lnTo>
                  <a:lnTo>
                    <a:pt x="15061" y="5522"/>
                  </a:lnTo>
                  <a:lnTo>
                    <a:pt x="15061" y="5097"/>
                  </a:lnTo>
                  <a:lnTo>
                    <a:pt x="15061" y="4673"/>
                  </a:lnTo>
                  <a:lnTo>
                    <a:pt x="15022" y="4248"/>
                  </a:lnTo>
                  <a:lnTo>
                    <a:pt x="14945" y="3862"/>
                  </a:lnTo>
                  <a:lnTo>
                    <a:pt x="15215" y="4248"/>
                  </a:lnTo>
                  <a:lnTo>
                    <a:pt x="15563" y="4595"/>
                  </a:lnTo>
                  <a:lnTo>
                    <a:pt x="15949" y="4943"/>
                  </a:lnTo>
                  <a:lnTo>
                    <a:pt x="16374" y="5213"/>
                  </a:lnTo>
                  <a:lnTo>
                    <a:pt x="16567" y="5291"/>
                  </a:lnTo>
                  <a:lnTo>
                    <a:pt x="16798" y="5368"/>
                  </a:lnTo>
                  <a:lnTo>
                    <a:pt x="17030" y="5445"/>
                  </a:lnTo>
                  <a:lnTo>
                    <a:pt x="17262" y="5445"/>
                  </a:lnTo>
                  <a:lnTo>
                    <a:pt x="17493" y="5406"/>
                  </a:lnTo>
                  <a:lnTo>
                    <a:pt x="17687" y="5329"/>
                  </a:lnTo>
                  <a:lnTo>
                    <a:pt x="17841" y="5175"/>
                  </a:lnTo>
                  <a:lnTo>
                    <a:pt x="17957" y="4982"/>
                  </a:lnTo>
                  <a:lnTo>
                    <a:pt x="17995" y="4750"/>
                  </a:lnTo>
                  <a:lnTo>
                    <a:pt x="17995" y="4557"/>
                  </a:lnTo>
                  <a:lnTo>
                    <a:pt x="17957" y="4325"/>
                  </a:lnTo>
                  <a:lnTo>
                    <a:pt x="17841" y="4132"/>
                  </a:lnTo>
                  <a:lnTo>
                    <a:pt x="17725" y="3978"/>
                  </a:lnTo>
                  <a:lnTo>
                    <a:pt x="17571" y="3785"/>
                  </a:lnTo>
                  <a:lnTo>
                    <a:pt x="17416" y="3669"/>
                  </a:lnTo>
                  <a:lnTo>
                    <a:pt x="17262" y="3553"/>
                  </a:lnTo>
                  <a:lnTo>
                    <a:pt x="17030" y="3437"/>
                  </a:lnTo>
                  <a:lnTo>
                    <a:pt x="16798" y="3321"/>
                  </a:lnTo>
                  <a:lnTo>
                    <a:pt x="16296" y="3205"/>
                  </a:lnTo>
                  <a:lnTo>
                    <a:pt x="15794" y="3128"/>
                  </a:lnTo>
                  <a:lnTo>
                    <a:pt x="15254" y="3128"/>
                  </a:lnTo>
                  <a:lnTo>
                    <a:pt x="15679" y="2858"/>
                  </a:lnTo>
                  <a:lnTo>
                    <a:pt x="16026" y="2510"/>
                  </a:lnTo>
                  <a:lnTo>
                    <a:pt x="16296" y="2124"/>
                  </a:lnTo>
                  <a:lnTo>
                    <a:pt x="16528" y="1661"/>
                  </a:lnTo>
                  <a:lnTo>
                    <a:pt x="16567" y="1429"/>
                  </a:lnTo>
                  <a:lnTo>
                    <a:pt x="16605" y="1197"/>
                  </a:lnTo>
                  <a:lnTo>
                    <a:pt x="16644" y="927"/>
                  </a:lnTo>
                  <a:lnTo>
                    <a:pt x="16605" y="657"/>
                  </a:lnTo>
                  <a:lnTo>
                    <a:pt x="16528" y="425"/>
                  </a:lnTo>
                  <a:lnTo>
                    <a:pt x="16412" y="232"/>
                  </a:lnTo>
                  <a:lnTo>
                    <a:pt x="16219" y="78"/>
                  </a:lnTo>
                  <a:lnTo>
                    <a:pt x="16103" y="39"/>
                  </a:lnTo>
                  <a:lnTo>
                    <a:pt x="1594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17"/>
            <p:cNvSpPr/>
            <p:nvPr/>
          </p:nvSpPr>
          <p:spPr>
            <a:xfrm>
              <a:off x="4737700" y="181247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1" y="463"/>
                  </a:moveTo>
                  <a:lnTo>
                    <a:pt x="11624" y="502"/>
                  </a:lnTo>
                  <a:lnTo>
                    <a:pt x="12049" y="541"/>
                  </a:lnTo>
                  <a:lnTo>
                    <a:pt x="12435" y="656"/>
                  </a:lnTo>
                  <a:lnTo>
                    <a:pt x="12628" y="734"/>
                  </a:lnTo>
                  <a:lnTo>
                    <a:pt x="12744" y="811"/>
                  </a:lnTo>
                  <a:lnTo>
                    <a:pt x="12860" y="965"/>
                  </a:lnTo>
                  <a:lnTo>
                    <a:pt x="12937" y="1081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7" y="1699"/>
                  </a:lnTo>
                  <a:lnTo>
                    <a:pt x="12821" y="1892"/>
                  </a:lnTo>
                  <a:lnTo>
                    <a:pt x="12705" y="2085"/>
                  </a:lnTo>
                  <a:lnTo>
                    <a:pt x="12589" y="2240"/>
                  </a:lnTo>
                  <a:lnTo>
                    <a:pt x="12242" y="2471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9" y="3205"/>
                  </a:lnTo>
                  <a:lnTo>
                    <a:pt x="9925" y="3437"/>
                  </a:lnTo>
                  <a:lnTo>
                    <a:pt x="9153" y="3707"/>
                  </a:lnTo>
                  <a:lnTo>
                    <a:pt x="8380" y="3900"/>
                  </a:lnTo>
                  <a:lnTo>
                    <a:pt x="7608" y="4093"/>
                  </a:lnTo>
                  <a:lnTo>
                    <a:pt x="6797" y="4286"/>
                  </a:lnTo>
                  <a:lnTo>
                    <a:pt x="5909" y="4441"/>
                  </a:lnTo>
                  <a:lnTo>
                    <a:pt x="5021" y="4595"/>
                  </a:lnTo>
                  <a:lnTo>
                    <a:pt x="4133" y="4711"/>
                  </a:lnTo>
                  <a:lnTo>
                    <a:pt x="3245" y="4788"/>
                  </a:lnTo>
                  <a:lnTo>
                    <a:pt x="2202" y="4788"/>
                  </a:lnTo>
                  <a:lnTo>
                    <a:pt x="1854" y="4750"/>
                  </a:lnTo>
                  <a:lnTo>
                    <a:pt x="1507" y="4672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0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5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3"/>
                  </a:lnTo>
                  <a:lnTo>
                    <a:pt x="3013" y="2356"/>
                  </a:lnTo>
                  <a:lnTo>
                    <a:pt x="3708" y="2008"/>
                  </a:lnTo>
                  <a:lnTo>
                    <a:pt x="4480" y="1699"/>
                  </a:lnTo>
                  <a:lnTo>
                    <a:pt x="5253" y="1429"/>
                  </a:lnTo>
                  <a:lnTo>
                    <a:pt x="6025" y="1197"/>
                  </a:lnTo>
                  <a:lnTo>
                    <a:pt x="6836" y="1004"/>
                  </a:lnTo>
                  <a:lnTo>
                    <a:pt x="7608" y="811"/>
                  </a:lnTo>
                  <a:lnTo>
                    <a:pt x="8419" y="695"/>
                  </a:lnTo>
                  <a:lnTo>
                    <a:pt x="9230" y="579"/>
                  </a:lnTo>
                  <a:lnTo>
                    <a:pt x="10041" y="541"/>
                  </a:lnTo>
                  <a:lnTo>
                    <a:pt x="10736" y="502"/>
                  </a:lnTo>
                  <a:lnTo>
                    <a:pt x="11161" y="463"/>
                  </a:lnTo>
                  <a:close/>
                  <a:moveTo>
                    <a:pt x="13477" y="1120"/>
                  </a:moveTo>
                  <a:lnTo>
                    <a:pt x="13632" y="1313"/>
                  </a:lnTo>
                  <a:lnTo>
                    <a:pt x="13709" y="1506"/>
                  </a:lnTo>
                  <a:lnTo>
                    <a:pt x="13748" y="1738"/>
                  </a:lnTo>
                  <a:lnTo>
                    <a:pt x="13709" y="2008"/>
                  </a:lnTo>
                  <a:lnTo>
                    <a:pt x="13632" y="2240"/>
                  </a:lnTo>
                  <a:lnTo>
                    <a:pt x="13516" y="2471"/>
                  </a:lnTo>
                  <a:lnTo>
                    <a:pt x="13400" y="2703"/>
                  </a:lnTo>
                  <a:lnTo>
                    <a:pt x="13207" y="2896"/>
                  </a:lnTo>
                  <a:lnTo>
                    <a:pt x="12860" y="3205"/>
                  </a:lnTo>
                  <a:lnTo>
                    <a:pt x="12473" y="3437"/>
                  </a:lnTo>
                  <a:lnTo>
                    <a:pt x="12049" y="3668"/>
                  </a:lnTo>
                  <a:lnTo>
                    <a:pt x="11624" y="3900"/>
                  </a:lnTo>
                  <a:lnTo>
                    <a:pt x="10659" y="4286"/>
                  </a:lnTo>
                  <a:lnTo>
                    <a:pt x="9732" y="4634"/>
                  </a:lnTo>
                  <a:lnTo>
                    <a:pt x="8766" y="4904"/>
                  </a:lnTo>
                  <a:lnTo>
                    <a:pt x="7762" y="5174"/>
                  </a:lnTo>
                  <a:lnTo>
                    <a:pt x="6758" y="5406"/>
                  </a:lnTo>
                  <a:lnTo>
                    <a:pt x="5755" y="5599"/>
                  </a:lnTo>
                  <a:lnTo>
                    <a:pt x="4712" y="5792"/>
                  </a:lnTo>
                  <a:lnTo>
                    <a:pt x="3708" y="5908"/>
                  </a:lnTo>
                  <a:lnTo>
                    <a:pt x="2781" y="5985"/>
                  </a:lnTo>
                  <a:lnTo>
                    <a:pt x="2279" y="5985"/>
                  </a:lnTo>
                  <a:lnTo>
                    <a:pt x="1816" y="5947"/>
                  </a:lnTo>
                  <a:lnTo>
                    <a:pt x="1545" y="5869"/>
                  </a:lnTo>
                  <a:lnTo>
                    <a:pt x="1237" y="5792"/>
                  </a:lnTo>
                  <a:lnTo>
                    <a:pt x="928" y="5638"/>
                  </a:lnTo>
                  <a:lnTo>
                    <a:pt x="696" y="5483"/>
                  </a:lnTo>
                  <a:lnTo>
                    <a:pt x="503" y="5252"/>
                  </a:lnTo>
                  <a:lnTo>
                    <a:pt x="348" y="5020"/>
                  </a:lnTo>
                  <a:lnTo>
                    <a:pt x="310" y="4865"/>
                  </a:lnTo>
                  <a:lnTo>
                    <a:pt x="310" y="4750"/>
                  </a:lnTo>
                  <a:lnTo>
                    <a:pt x="310" y="4595"/>
                  </a:lnTo>
                  <a:lnTo>
                    <a:pt x="348" y="4441"/>
                  </a:lnTo>
                  <a:lnTo>
                    <a:pt x="542" y="4672"/>
                  </a:lnTo>
                  <a:lnTo>
                    <a:pt x="812" y="4865"/>
                  </a:lnTo>
                  <a:lnTo>
                    <a:pt x="1043" y="4981"/>
                  </a:lnTo>
                  <a:lnTo>
                    <a:pt x="1352" y="5097"/>
                  </a:lnTo>
                  <a:lnTo>
                    <a:pt x="1623" y="5213"/>
                  </a:lnTo>
                  <a:lnTo>
                    <a:pt x="1932" y="5252"/>
                  </a:lnTo>
                  <a:lnTo>
                    <a:pt x="2588" y="5329"/>
                  </a:lnTo>
                  <a:lnTo>
                    <a:pt x="3245" y="5290"/>
                  </a:lnTo>
                  <a:lnTo>
                    <a:pt x="3940" y="5252"/>
                  </a:lnTo>
                  <a:lnTo>
                    <a:pt x="5137" y="5059"/>
                  </a:lnTo>
                  <a:lnTo>
                    <a:pt x="6913" y="4788"/>
                  </a:lnTo>
                  <a:lnTo>
                    <a:pt x="7840" y="4595"/>
                  </a:lnTo>
                  <a:lnTo>
                    <a:pt x="8728" y="4402"/>
                  </a:lnTo>
                  <a:lnTo>
                    <a:pt x="9616" y="4132"/>
                  </a:lnTo>
                  <a:lnTo>
                    <a:pt x="10504" y="3861"/>
                  </a:lnTo>
                  <a:lnTo>
                    <a:pt x="11354" y="3514"/>
                  </a:lnTo>
                  <a:lnTo>
                    <a:pt x="12165" y="3128"/>
                  </a:lnTo>
                  <a:lnTo>
                    <a:pt x="12435" y="2973"/>
                  </a:lnTo>
                  <a:lnTo>
                    <a:pt x="12705" y="2819"/>
                  </a:lnTo>
                  <a:lnTo>
                    <a:pt x="12937" y="2587"/>
                  </a:lnTo>
                  <a:lnTo>
                    <a:pt x="13130" y="2394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3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9" y="0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4"/>
                  </a:lnTo>
                  <a:lnTo>
                    <a:pt x="4133" y="1352"/>
                  </a:lnTo>
                  <a:lnTo>
                    <a:pt x="3245" y="1699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89"/>
                  </a:lnTo>
                  <a:lnTo>
                    <a:pt x="464" y="3398"/>
                  </a:lnTo>
                  <a:lnTo>
                    <a:pt x="348" y="3553"/>
                  </a:lnTo>
                  <a:lnTo>
                    <a:pt x="271" y="3707"/>
                  </a:lnTo>
                  <a:lnTo>
                    <a:pt x="233" y="3861"/>
                  </a:lnTo>
                  <a:lnTo>
                    <a:pt x="233" y="4055"/>
                  </a:lnTo>
                  <a:lnTo>
                    <a:pt x="194" y="4132"/>
                  </a:lnTo>
                  <a:lnTo>
                    <a:pt x="194" y="4170"/>
                  </a:lnTo>
                  <a:lnTo>
                    <a:pt x="117" y="4325"/>
                  </a:lnTo>
                  <a:lnTo>
                    <a:pt x="40" y="4479"/>
                  </a:lnTo>
                  <a:lnTo>
                    <a:pt x="1" y="4634"/>
                  </a:lnTo>
                  <a:lnTo>
                    <a:pt x="1" y="4788"/>
                  </a:lnTo>
                  <a:lnTo>
                    <a:pt x="40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8" y="6063"/>
                  </a:lnTo>
                  <a:lnTo>
                    <a:pt x="966" y="6256"/>
                  </a:lnTo>
                  <a:lnTo>
                    <a:pt x="1275" y="6178"/>
                  </a:lnTo>
                  <a:lnTo>
                    <a:pt x="1314" y="6217"/>
                  </a:lnTo>
                  <a:lnTo>
                    <a:pt x="1314" y="6256"/>
                  </a:lnTo>
                  <a:lnTo>
                    <a:pt x="1352" y="6294"/>
                  </a:lnTo>
                  <a:lnTo>
                    <a:pt x="1468" y="6256"/>
                  </a:lnTo>
                  <a:lnTo>
                    <a:pt x="1816" y="6294"/>
                  </a:lnTo>
                  <a:lnTo>
                    <a:pt x="2395" y="6333"/>
                  </a:lnTo>
                  <a:lnTo>
                    <a:pt x="3013" y="6371"/>
                  </a:lnTo>
                  <a:lnTo>
                    <a:pt x="3592" y="6333"/>
                  </a:lnTo>
                  <a:lnTo>
                    <a:pt x="4171" y="6294"/>
                  </a:lnTo>
                  <a:lnTo>
                    <a:pt x="5368" y="6101"/>
                  </a:lnTo>
                  <a:lnTo>
                    <a:pt x="6565" y="5869"/>
                  </a:lnTo>
                  <a:lnTo>
                    <a:pt x="6758" y="5831"/>
                  </a:lnTo>
                  <a:lnTo>
                    <a:pt x="7994" y="5522"/>
                  </a:lnTo>
                  <a:lnTo>
                    <a:pt x="9037" y="5252"/>
                  </a:lnTo>
                  <a:lnTo>
                    <a:pt x="10079" y="4981"/>
                  </a:lnTo>
                  <a:lnTo>
                    <a:pt x="11161" y="4595"/>
                  </a:lnTo>
                  <a:lnTo>
                    <a:pt x="11663" y="4363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6"/>
                  </a:lnTo>
                  <a:lnTo>
                    <a:pt x="12782" y="4711"/>
                  </a:lnTo>
                  <a:lnTo>
                    <a:pt x="13014" y="4518"/>
                  </a:lnTo>
                  <a:lnTo>
                    <a:pt x="12435" y="3939"/>
                  </a:lnTo>
                  <a:lnTo>
                    <a:pt x="12898" y="3668"/>
                  </a:lnTo>
                  <a:lnTo>
                    <a:pt x="13362" y="3321"/>
                  </a:lnTo>
                  <a:lnTo>
                    <a:pt x="13632" y="3051"/>
                  </a:lnTo>
                  <a:lnTo>
                    <a:pt x="13825" y="2703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8"/>
                  </a:lnTo>
                  <a:lnTo>
                    <a:pt x="14134" y="1738"/>
                  </a:lnTo>
                  <a:lnTo>
                    <a:pt x="14095" y="1467"/>
                  </a:lnTo>
                  <a:lnTo>
                    <a:pt x="14018" y="1236"/>
                  </a:lnTo>
                  <a:lnTo>
                    <a:pt x="13902" y="1004"/>
                  </a:lnTo>
                  <a:lnTo>
                    <a:pt x="13748" y="811"/>
                  </a:lnTo>
                  <a:lnTo>
                    <a:pt x="13477" y="618"/>
                  </a:lnTo>
                  <a:lnTo>
                    <a:pt x="13169" y="502"/>
                  </a:lnTo>
                  <a:lnTo>
                    <a:pt x="13091" y="502"/>
                  </a:lnTo>
                  <a:lnTo>
                    <a:pt x="12898" y="386"/>
                  </a:lnTo>
                  <a:lnTo>
                    <a:pt x="12667" y="270"/>
                  </a:lnTo>
                  <a:lnTo>
                    <a:pt x="12435" y="154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17"/>
            <p:cNvSpPr/>
            <p:nvPr/>
          </p:nvSpPr>
          <p:spPr>
            <a:xfrm>
              <a:off x="2291450" y="1821150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7" y="1"/>
                  </a:moveTo>
                  <a:lnTo>
                    <a:pt x="1893" y="78"/>
                  </a:lnTo>
                  <a:lnTo>
                    <a:pt x="1738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5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39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3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1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1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8" y="1005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2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1" y="2704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1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6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6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2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3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2" y="5793"/>
                  </a:lnTo>
                  <a:lnTo>
                    <a:pt x="4828" y="5638"/>
                  </a:lnTo>
                  <a:lnTo>
                    <a:pt x="4248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6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3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17"/>
            <p:cNvSpPr/>
            <p:nvPr/>
          </p:nvSpPr>
          <p:spPr>
            <a:xfrm>
              <a:off x="6650100" y="1835625"/>
              <a:ext cx="350475" cy="288675"/>
            </a:xfrm>
            <a:custGeom>
              <a:avLst/>
              <a:gdLst/>
              <a:ahLst/>
              <a:cxnLst/>
              <a:rect l="l" t="t" r="r" b="b"/>
              <a:pathLst>
                <a:path w="14019" h="11547" extrusionOk="0">
                  <a:moveTo>
                    <a:pt x="11778" y="1"/>
                  </a:moveTo>
                  <a:lnTo>
                    <a:pt x="11470" y="78"/>
                  </a:lnTo>
                  <a:lnTo>
                    <a:pt x="11856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9" y="1893"/>
                  </a:lnTo>
                  <a:lnTo>
                    <a:pt x="10427" y="2086"/>
                  </a:lnTo>
                  <a:lnTo>
                    <a:pt x="11470" y="3437"/>
                  </a:lnTo>
                  <a:lnTo>
                    <a:pt x="12551" y="4750"/>
                  </a:lnTo>
                  <a:lnTo>
                    <a:pt x="12860" y="5754"/>
                  </a:lnTo>
                  <a:lnTo>
                    <a:pt x="13169" y="5754"/>
                  </a:lnTo>
                  <a:lnTo>
                    <a:pt x="13207" y="5639"/>
                  </a:lnTo>
                  <a:lnTo>
                    <a:pt x="13169" y="5523"/>
                  </a:lnTo>
                  <a:lnTo>
                    <a:pt x="13439" y="5716"/>
                  </a:lnTo>
                  <a:lnTo>
                    <a:pt x="13593" y="5947"/>
                  </a:lnTo>
                  <a:lnTo>
                    <a:pt x="13671" y="6179"/>
                  </a:lnTo>
                  <a:lnTo>
                    <a:pt x="13709" y="6411"/>
                  </a:lnTo>
                  <a:lnTo>
                    <a:pt x="13632" y="6681"/>
                  </a:lnTo>
                  <a:lnTo>
                    <a:pt x="13516" y="6913"/>
                  </a:lnTo>
                  <a:lnTo>
                    <a:pt x="13362" y="7183"/>
                  </a:lnTo>
                  <a:lnTo>
                    <a:pt x="13169" y="7453"/>
                  </a:lnTo>
                  <a:lnTo>
                    <a:pt x="12744" y="7955"/>
                  </a:lnTo>
                  <a:lnTo>
                    <a:pt x="12203" y="8419"/>
                  </a:lnTo>
                  <a:lnTo>
                    <a:pt x="11740" y="8766"/>
                  </a:lnTo>
                  <a:lnTo>
                    <a:pt x="11354" y="9075"/>
                  </a:lnTo>
                  <a:lnTo>
                    <a:pt x="10543" y="9577"/>
                  </a:lnTo>
                  <a:lnTo>
                    <a:pt x="9655" y="10002"/>
                  </a:lnTo>
                  <a:lnTo>
                    <a:pt x="8767" y="10388"/>
                  </a:lnTo>
                  <a:lnTo>
                    <a:pt x="7878" y="10658"/>
                  </a:lnTo>
                  <a:lnTo>
                    <a:pt x="6952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1" y="11160"/>
                  </a:lnTo>
                  <a:lnTo>
                    <a:pt x="3013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2" y="10543"/>
                  </a:lnTo>
                  <a:lnTo>
                    <a:pt x="619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40" y="9654"/>
                  </a:lnTo>
                  <a:lnTo>
                    <a:pt x="1" y="9886"/>
                  </a:lnTo>
                  <a:lnTo>
                    <a:pt x="40" y="10118"/>
                  </a:lnTo>
                  <a:lnTo>
                    <a:pt x="78" y="10311"/>
                  </a:lnTo>
                  <a:lnTo>
                    <a:pt x="194" y="10465"/>
                  </a:lnTo>
                  <a:lnTo>
                    <a:pt x="348" y="10620"/>
                  </a:lnTo>
                  <a:lnTo>
                    <a:pt x="542" y="10774"/>
                  </a:lnTo>
                  <a:lnTo>
                    <a:pt x="773" y="10890"/>
                  </a:lnTo>
                  <a:lnTo>
                    <a:pt x="1237" y="11083"/>
                  </a:lnTo>
                  <a:lnTo>
                    <a:pt x="1739" y="11238"/>
                  </a:lnTo>
                  <a:lnTo>
                    <a:pt x="2202" y="11354"/>
                  </a:lnTo>
                  <a:lnTo>
                    <a:pt x="2627" y="11431"/>
                  </a:lnTo>
                  <a:lnTo>
                    <a:pt x="3322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9" y="11315"/>
                  </a:lnTo>
                  <a:lnTo>
                    <a:pt x="7415" y="11160"/>
                  </a:lnTo>
                  <a:lnTo>
                    <a:pt x="8071" y="11006"/>
                  </a:lnTo>
                  <a:lnTo>
                    <a:pt x="8728" y="10774"/>
                  </a:lnTo>
                  <a:lnTo>
                    <a:pt x="9346" y="10543"/>
                  </a:lnTo>
                  <a:lnTo>
                    <a:pt x="9964" y="10272"/>
                  </a:lnTo>
                  <a:lnTo>
                    <a:pt x="10543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9" y="8071"/>
                  </a:lnTo>
                  <a:lnTo>
                    <a:pt x="13555" y="7646"/>
                  </a:lnTo>
                  <a:lnTo>
                    <a:pt x="13748" y="7376"/>
                  </a:lnTo>
                  <a:lnTo>
                    <a:pt x="13864" y="7145"/>
                  </a:lnTo>
                  <a:lnTo>
                    <a:pt x="13980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1" y="5909"/>
                  </a:lnTo>
                  <a:lnTo>
                    <a:pt x="13864" y="5716"/>
                  </a:lnTo>
                  <a:lnTo>
                    <a:pt x="13748" y="5523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5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17"/>
            <p:cNvSpPr/>
            <p:nvPr/>
          </p:nvSpPr>
          <p:spPr>
            <a:xfrm>
              <a:off x="609775" y="18510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9" y="541"/>
                  </a:lnTo>
                  <a:lnTo>
                    <a:pt x="12435" y="657"/>
                  </a:lnTo>
                  <a:lnTo>
                    <a:pt x="12628" y="734"/>
                  </a:lnTo>
                  <a:lnTo>
                    <a:pt x="12744" y="812"/>
                  </a:lnTo>
                  <a:lnTo>
                    <a:pt x="12859" y="966"/>
                  </a:lnTo>
                  <a:lnTo>
                    <a:pt x="12937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7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0"/>
                  </a:lnTo>
                  <a:lnTo>
                    <a:pt x="12242" y="2472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8" y="3206"/>
                  </a:lnTo>
                  <a:lnTo>
                    <a:pt x="9925" y="3437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1"/>
                  </a:lnTo>
                  <a:lnTo>
                    <a:pt x="5021" y="4596"/>
                  </a:lnTo>
                  <a:lnTo>
                    <a:pt x="4133" y="4712"/>
                  </a:lnTo>
                  <a:lnTo>
                    <a:pt x="3244" y="4789"/>
                  </a:lnTo>
                  <a:lnTo>
                    <a:pt x="2202" y="4789"/>
                  </a:lnTo>
                  <a:lnTo>
                    <a:pt x="1854" y="4750"/>
                  </a:lnTo>
                  <a:lnTo>
                    <a:pt x="1507" y="4673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1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4"/>
                  </a:lnTo>
                  <a:lnTo>
                    <a:pt x="3013" y="2356"/>
                  </a:lnTo>
                  <a:lnTo>
                    <a:pt x="3708" y="2009"/>
                  </a:lnTo>
                  <a:lnTo>
                    <a:pt x="4480" y="1700"/>
                  </a:lnTo>
                  <a:lnTo>
                    <a:pt x="5252" y="1429"/>
                  </a:lnTo>
                  <a:lnTo>
                    <a:pt x="6025" y="1198"/>
                  </a:lnTo>
                  <a:lnTo>
                    <a:pt x="6836" y="1005"/>
                  </a:lnTo>
                  <a:lnTo>
                    <a:pt x="7608" y="812"/>
                  </a:lnTo>
                  <a:lnTo>
                    <a:pt x="8419" y="696"/>
                  </a:lnTo>
                  <a:lnTo>
                    <a:pt x="9230" y="580"/>
                  </a:lnTo>
                  <a:lnTo>
                    <a:pt x="10041" y="541"/>
                  </a:lnTo>
                  <a:lnTo>
                    <a:pt x="10736" y="503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2" y="1314"/>
                  </a:lnTo>
                  <a:lnTo>
                    <a:pt x="13709" y="1507"/>
                  </a:lnTo>
                  <a:lnTo>
                    <a:pt x="13748" y="1738"/>
                  </a:lnTo>
                  <a:lnTo>
                    <a:pt x="13709" y="2009"/>
                  </a:lnTo>
                  <a:lnTo>
                    <a:pt x="13632" y="2240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7"/>
                  </a:lnTo>
                  <a:lnTo>
                    <a:pt x="12049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2" y="4634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2" y="5793"/>
                  </a:lnTo>
                  <a:lnTo>
                    <a:pt x="3708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6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6" y="5484"/>
                  </a:lnTo>
                  <a:lnTo>
                    <a:pt x="503" y="5252"/>
                  </a:lnTo>
                  <a:lnTo>
                    <a:pt x="348" y="5021"/>
                  </a:lnTo>
                  <a:lnTo>
                    <a:pt x="310" y="4866"/>
                  </a:lnTo>
                  <a:lnTo>
                    <a:pt x="310" y="4750"/>
                  </a:lnTo>
                  <a:lnTo>
                    <a:pt x="310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2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3" y="5214"/>
                  </a:lnTo>
                  <a:lnTo>
                    <a:pt x="1931" y="5252"/>
                  </a:lnTo>
                  <a:lnTo>
                    <a:pt x="2588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7" y="5059"/>
                  </a:lnTo>
                  <a:lnTo>
                    <a:pt x="6913" y="4789"/>
                  </a:lnTo>
                  <a:lnTo>
                    <a:pt x="7840" y="4596"/>
                  </a:lnTo>
                  <a:lnTo>
                    <a:pt x="8728" y="4403"/>
                  </a:lnTo>
                  <a:lnTo>
                    <a:pt x="9616" y="4132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8"/>
                  </a:lnTo>
                  <a:lnTo>
                    <a:pt x="12435" y="2974"/>
                  </a:lnTo>
                  <a:lnTo>
                    <a:pt x="12705" y="2819"/>
                  </a:lnTo>
                  <a:lnTo>
                    <a:pt x="12937" y="2588"/>
                  </a:lnTo>
                  <a:lnTo>
                    <a:pt x="13130" y="2395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4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8" y="1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5"/>
                  </a:lnTo>
                  <a:lnTo>
                    <a:pt x="4133" y="1352"/>
                  </a:lnTo>
                  <a:lnTo>
                    <a:pt x="3244" y="1700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3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4" y="4132"/>
                  </a:lnTo>
                  <a:lnTo>
                    <a:pt x="194" y="4171"/>
                  </a:lnTo>
                  <a:lnTo>
                    <a:pt x="117" y="4325"/>
                  </a:lnTo>
                  <a:lnTo>
                    <a:pt x="39" y="4480"/>
                  </a:lnTo>
                  <a:lnTo>
                    <a:pt x="1" y="4634"/>
                  </a:lnTo>
                  <a:lnTo>
                    <a:pt x="1" y="4789"/>
                  </a:lnTo>
                  <a:lnTo>
                    <a:pt x="39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7" y="6063"/>
                  </a:lnTo>
                  <a:lnTo>
                    <a:pt x="966" y="6256"/>
                  </a:lnTo>
                  <a:lnTo>
                    <a:pt x="1275" y="6179"/>
                  </a:lnTo>
                  <a:lnTo>
                    <a:pt x="1314" y="6218"/>
                  </a:lnTo>
                  <a:lnTo>
                    <a:pt x="1314" y="6256"/>
                  </a:lnTo>
                  <a:lnTo>
                    <a:pt x="1352" y="6295"/>
                  </a:lnTo>
                  <a:lnTo>
                    <a:pt x="1468" y="6256"/>
                  </a:lnTo>
                  <a:lnTo>
                    <a:pt x="1816" y="6295"/>
                  </a:lnTo>
                  <a:lnTo>
                    <a:pt x="2395" y="6333"/>
                  </a:lnTo>
                  <a:lnTo>
                    <a:pt x="3013" y="6372"/>
                  </a:lnTo>
                  <a:lnTo>
                    <a:pt x="3592" y="6333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4" y="5523"/>
                  </a:lnTo>
                  <a:lnTo>
                    <a:pt x="9037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5" y="3939"/>
                  </a:lnTo>
                  <a:lnTo>
                    <a:pt x="12898" y="3669"/>
                  </a:lnTo>
                  <a:lnTo>
                    <a:pt x="13361" y="3321"/>
                  </a:lnTo>
                  <a:lnTo>
                    <a:pt x="13632" y="3051"/>
                  </a:lnTo>
                  <a:lnTo>
                    <a:pt x="13825" y="2704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9"/>
                  </a:lnTo>
                  <a:lnTo>
                    <a:pt x="14134" y="1738"/>
                  </a:lnTo>
                  <a:lnTo>
                    <a:pt x="14095" y="1468"/>
                  </a:lnTo>
                  <a:lnTo>
                    <a:pt x="14018" y="1236"/>
                  </a:lnTo>
                  <a:lnTo>
                    <a:pt x="13902" y="1005"/>
                  </a:lnTo>
                  <a:lnTo>
                    <a:pt x="13748" y="812"/>
                  </a:lnTo>
                  <a:lnTo>
                    <a:pt x="13477" y="618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5" y="155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17"/>
            <p:cNvSpPr/>
            <p:nvPr/>
          </p:nvSpPr>
          <p:spPr>
            <a:xfrm>
              <a:off x="6883725" y="1876175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6" y="1"/>
                  </a:moveTo>
                  <a:lnTo>
                    <a:pt x="348" y="889"/>
                  </a:lnTo>
                  <a:lnTo>
                    <a:pt x="232" y="1815"/>
                  </a:lnTo>
                  <a:lnTo>
                    <a:pt x="155" y="3630"/>
                  </a:lnTo>
                  <a:lnTo>
                    <a:pt x="1" y="7260"/>
                  </a:lnTo>
                  <a:lnTo>
                    <a:pt x="194" y="7260"/>
                  </a:lnTo>
                  <a:lnTo>
                    <a:pt x="426" y="5484"/>
                  </a:lnTo>
                  <a:lnTo>
                    <a:pt x="580" y="3669"/>
                  </a:lnTo>
                  <a:lnTo>
                    <a:pt x="696" y="1854"/>
                  </a:lnTo>
                  <a:lnTo>
                    <a:pt x="696" y="927"/>
                  </a:lnTo>
                  <a:lnTo>
                    <a:pt x="696" y="39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17"/>
            <p:cNvSpPr/>
            <p:nvPr/>
          </p:nvSpPr>
          <p:spPr>
            <a:xfrm>
              <a:off x="4796600" y="1878100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1"/>
                  </a:moveTo>
                  <a:lnTo>
                    <a:pt x="11469" y="78"/>
                  </a:lnTo>
                  <a:lnTo>
                    <a:pt x="11855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8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9"/>
                  </a:lnTo>
                  <a:lnTo>
                    <a:pt x="13168" y="5523"/>
                  </a:lnTo>
                  <a:lnTo>
                    <a:pt x="13438" y="5716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1"/>
                  </a:lnTo>
                  <a:lnTo>
                    <a:pt x="13631" y="6681"/>
                  </a:lnTo>
                  <a:lnTo>
                    <a:pt x="13516" y="6913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9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1" y="10543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39" y="9655"/>
                  </a:lnTo>
                  <a:lnTo>
                    <a:pt x="0" y="9886"/>
                  </a:lnTo>
                  <a:lnTo>
                    <a:pt x="39" y="10118"/>
                  </a:lnTo>
                  <a:lnTo>
                    <a:pt x="78" y="10311"/>
                  </a:lnTo>
                  <a:lnTo>
                    <a:pt x="193" y="10465"/>
                  </a:lnTo>
                  <a:lnTo>
                    <a:pt x="348" y="10620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8"/>
                  </a:lnTo>
                  <a:lnTo>
                    <a:pt x="2201" y="11354"/>
                  </a:lnTo>
                  <a:lnTo>
                    <a:pt x="2626" y="11431"/>
                  </a:lnTo>
                  <a:lnTo>
                    <a:pt x="3321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3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5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7"/>
                  </a:lnTo>
                  <a:lnTo>
                    <a:pt x="13747" y="7376"/>
                  </a:lnTo>
                  <a:lnTo>
                    <a:pt x="13863" y="7145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0" y="5909"/>
                  </a:lnTo>
                  <a:lnTo>
                    <a:pt x="13863" y="5716"/>
                  </a:lnTo>
                  <a:lnTo>
                    <a:pt x="13747" y="5523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4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17"/>
            <p:cNvSpPr/>
            <p:nvPr/>
          </p:nvSpPr>
          <p:spPr>
            <a:xfrm>
              <a:off x="6050625" y="1898375"/>
              <a:ext cx="329200" cy="241375"/>
            </a:xfrm>
            <a:custGeom>
              <a:avLst/>
              <a:gdLst/>
              <a:ahLst/>
              <a:cxnLst/>
              <a:rect l="l" t="t" r="r" b="b"/>
              <a:pathLst>
                <a:path w="13168" h="9655" extrusionOk="0">
                  <a:moveTo>
                    <a:pt x="5368" y="619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5"/>
                  </a:lnTo>
                  <a:lnTo>
                    <a:pt x="8109" y="2356"/>
                  </a:lnTo>
                  <a:lnTo>
                    <a:pt x="8264" y="2627"/>
                  </a:lnTo>
                  <a:lnTo>
                    <a:pt x="8380" y="2858"/>
                  </a:lnTo>
                  <a:lnTo>
                    <a:pt x="8495" y="3129"/>
                  </a:lnTo>
                  <a:lnTo>
                    <a:pt x="8573" y="3437"/>
                  </a:lnTo>
                  <a:lnTo>
                    <a:pt x="8611" y="3708"/>
                  </a:lnTo>
                  <a:lnTo>
                    <a:pt x="8573" y="3708"/>
                  </a:lnTo>
                  <a:lnTo>
                    <a:pt x="7723" y="3824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1"/>
                  </a:lnTo>
                  <a:lnTo>
                    <a:pt x="5792" y="3862"/>
                  </a:lnTo>
                  <a:lnTo>
                    <a:pt x="5638" y="3746"/>
                  </a:lnTo>
                  <a:lnTo>
                    <a:pt x="5561" y="3553"/>
                  </a:lnTo>
                  <a:lnTo>
                    <a:pt x="5483" y="3283"/>
                  </a:lnTo>
                  <a:lnTo>
                    <a:pt x="5406" y="2627"/>
                  </a:lnTo>
                  <a:lnTo>
                    <a:pt x="5368" y="1970"/>
                  </a:lnTo>
                  <a:lnTo>
                    <a:pt x="5368" y="619"/>
                  </a:lnTo>
                  <a:close/>
                  <a:moveTo>
                    <a:pt x="2742" y="889"/>
                  </a:moveTo>
                  <a:lnTo>
                    <a:pt x="2626" y="3090"/>
                  </a:lnTo>
                  <a:lnTo>
                    <a:pt x="2626" y="3515"/>
                  </a:lnTo>
                  <a:lnTo>
                    <a:pt x="2587" y="3708"/>
                  </a:lnTo>
                  <a:lnTo>
                    <a:pt x="2510" y="3862"/>
                  </a:lnTo>
                  <a:lnTo>
                    <a:pt x="2433" y="3978"/>
                  </a:lnTo>
                  <a:lnTo>
                    <a:pt x="2278" y="4094"/>
                  </a:lnTo>
                  <a:lnTo>
                    <a:pt x="2124" y="4210"/>
                  </a:lnTo>
                  <a:lnTo>
                    <a:pt x="1892" y="4248"/>
                  </a:lnTo>
                  <a:lnTo>
                    <a:pt x="1699" y="4287"/>
                  </a:lnTo>
                  <a:lnTo>
                    <a:pt x="1506" y="4287"/>
                  </a:lnTo>
                  <a:lnTo>
                    <a:pt x="1120" y="4210"/>
                  </a:lnTo>
                  <a:lnTo>
                    <a:pt x="734" y="4133"/>
                  </a:lnTo>
                  <a:lnTo>
                    <a:pt x="386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8" y="2549"/>
                  </a:lnTo>
                  <a:lnTo>
                    <a:pt x="1159" y="2125"/>
                  </a:lnTo>
                  <a:lnTo>
                    <a:pt x="1506" y="1738"/>
                  </a:lnTo>
                  <a:lnTo>
                    <a:pt x="1892" y="1391"/>
                  </a:lnTo>
                  <a:lnTo>
                    <a:pt x="2317" y="1121"/>
                  </a:lnTo>
                  <a:lnTo>
                    <a:pt x="2742" y="889"/>
                  </a:lnTo>
                  <a:close/>
                  <a:moveTo>
                    <a:pt x="10774" y="5368"/>
                  </a:moveTo>
                  <a:lnTo>
                    <a:pt x="11198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14" y="6179"/>
                  </a:lnTo>
                  <a:lnTo>
                    <a:pt x="11198" y="6256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32"/>
                  </a:lnTo>
                  <a:lnTo>
                    <a:pt x="10542" y="5716"/>
                  </a:lnTo>
                  <a:lnTo>
                    <a:pt x="10619" y="5523"/>
                  </a:lnTo>
                  <a:lnTo>
                    <a:pt x="10658" y="5407"/>
                  </a:lnTo>
                  <a:lnTo>
                    <a:pt x="10774" y="5368"/>
                  </a:lnTo>
                  <a:close/>
                  <a:moveTo>
                    <a:pt x="4402" y="1"/>
                  </a:moveTo>
                  <a:lnTo>
                    <a:pt x="3939" y="39"/>
                  </a:lnTo>
                  <a:lnTo>
                    <a:pt x="3514" y="117"/>
                  </a:lnTo>
                  <a:lnTo>
                    <a:pt x="3051" y="194"/>
                  </a:lnTo>
                  <a:lnTo>
                    <a:pt x="2626" y="348"/>
                  </a:lnTo>
                  <a:lnTo>
                    <a:pt x="2240" y="541"/>
                  </a:lnTo>
                  <a:lnTo>
                    <a:pt x="1854" y="773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9"/>
                  </a:lnTo>
                  <a:lnTo>
                    <a:pt x="386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31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57"/>
                  </a:lnTo>
                  <a:lnTo>
                    <a:pt x="348" y="4287"/>
                  </a:lnTo>
                  <a:lnTo>
                    <a:pt x="965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5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364"/>
                  </a:lnTo>
                  <a:lnTo>
                    <a:pt x="2858" y="4248"/>
                  </a:lnTo>
                  <a:lnTo>
                    <a:pt x="2896" y="4094"/>
                  </a:lnTo>
                  <a:lnTo>
                    <a:pt x="2973" y="3939"/>
                  </a:lnTo>
                  <a:lnTo>
                    <a:pt x="3012" y="3631"/>
                  </a:lnTo>
                  <a:lnTo>
                    <a:pt x="3012" y="2974"/>
                  </a:lnTo>
                  <a:lnTo>
                    <a:pt x="3089" y="734"/>
                  </a:lnTo>
                  <a:lnTo>
                    <a:pt x="3514" y="619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23"/>
                  </a:lnTo>
                  <a:lnTo>
                    <a:pt x="5059" y="2704"/>
                  </a:lnTo>
                  <a:lnTo>
                    <a:pt x="5097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0" y="4017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6"/>
                  </a:lnTo>
                  <a:lnTo>
                    <a:pt x="6217" y="4326"/>
                  </a:lnTo>
                  <a:lnTo>
                    <a:pt x="6565" y="4287"/>
                  </a:lnTo>
                  <a:lnTo>
                    <a:pt x="7607" y="4210"/>
                  </a:lnTo>
                  <a:lnTo>
                    <a:pt x="8650" y="4055"/>
                  </a:lnTo>
                  <a:lnTo>
                    <a:pt x="8650" y="4441"/>
                  </a:lnTo>
                  <a:lnTo>
                    <a:pt x="8611" y="4866"/>
                  </a:lnTo>
                  <a:lnTo>
                    <a:pt x="8611" y="4905"/>
                  </a:lnTo>
                  <a:lnTo>
                    <a:pt x="8611" y="5021"/>
                  </a:lnTo>
                  <a:lnTo>
                    <a:pt x="8650" y="5059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0" y="4905"/>
                  </a:lnTo>
                  <a:lnTo>
                    <a:pt x="9384" y="4905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03" y="5252"/>
                  </a:lnTo>
                  <a:lnTo>
                    <a:pt x="10426" y="5330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16"/>
                  </a:lnTo>
                  <a:lnTo>
                    <a:pt x="10233" y="5870"/>
                  </a:lnTo>
                  <a:lnTo>
                    <a:pt x="10233" y="6025"/>
                  </a:lnTo>
                  <a:lnTo>
                    <a:pt x="10272" y="6179"/>
                  </a:lnTo>
                  <a:lnTo>
                    <a:pt x="10349" y="6334"/>
                  </a:lnTo>
                  <a:lnTo>
                    <a:pt x="10503" y="6488"/>
                  </a:lnTo>
                  <a:lnTo>
                    <a:pt x="10696" y="6565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41" y="6913"/>
                  </a:lnTo>
                  <a:lnTo>
                    <a:pt x="12395" y="7222"/>
                  </a:lnTo>
                  <a:lnTo>
                    <a:pt x="12473" y="7569"/>
                  </a:lnTo>
                  <a:lnTo>
                    <a:pt x="12511" y="7917"/>
                  </a:lnTo>
                  <a:lnTo>
                    <a:pt x="12550" y="8264"/>
                  </a:lnTo>
                  <a:lnTo>
                    <a:pt x="12550" y="8998"/>
                  </a:lnTo>
                  <a:lnTo>
                    <a:pt x="12473" y="8998"/>
                  </a:lnTo>
                  <a:lnTo>
                    <a:pt x="12434" y="9037"/>
                  </a:lnTo>
                  <a:lnTo>
                    <a:pt x="12357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54"/>
                  </a:lnTo>
                  <a:lnTo>
                    <a:pt x="12125" y="9654"/>
                  </a:lnTo>
                  <a:lnTo>
                    <a:pt x="12820" y="9616"/>
                  </a:lnTo>
                  <a:lnTo>
                    <a:pt x="12936" y="9577"/>
                  </a:lnTo>
                  <a:lnTo>
                    <a:pt x="13013" y="9461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091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685"/>
                  </a:lnTo>
                  <a:lnTo>
                    <a:pt x="12936" y="7183"/>
                  </a:lnTo>
                  <a:lnTo>
                    <a:pt x="12704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276" y="5098"/>
                  </a:lnTo>
                  <a:lnTo>
                    <a:pt x="10967" y="4905"/>
                  </a:lnTo>
                  <a:lnTo>
                    <a:pt x="10619" y="4750"/>
                  </a:lnTo>
                  <a:lnTo>
                    <a:pt x="10233" y="4596"/>
                  </a:lnTo>
                  <a:lnTo>
                    <a:pt x="9886" y="4480"/>
                  </a:lnTo>
                  <a:lnTo>
                    <a:pt x="9499" y="4403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186" y="1584"/>
                  </a:lnTo>
                  <a:lnTo>
                    <a:pt x="7839" y="1275"/>
                  </a:lnTo>
                  <a:lnTo>
                    <a:pt x="7453" y="966"/>
                  </a:lnTo>
                  <a:lnTo>
                    <a:pt x="7067" y="734"/>
                  </a:lnTo>
                  <a:lnTo>
                    <a:pt x="6603" y="503"/>
                  </a:lnTo>
                  <a:lnTo>
                    <a:pt x="6178" y="348"/>
                  </a:lnTo>
                  <a:lnTo>
                    <a:pt x="5715" y="194"/>
                  </a:lnTo>
                  <a:lnTo>
                    <a:pt x="5290" y="78"/>
                  </a:lnTo>
                  <a:lnTo>
                    <a:pt x="482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17"/>
            <p:cNvSpPr/>
            <p:nvPr/>
          </p:nvSpPr>
          <p:spPr>
            <a:xfrm>
              <a:off x="1849325" y="1901275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7" y="1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6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1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7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0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4" y="7299"/>
                  </a:lnTo>
                  <a:lnTo>
                    <a:pt x="14712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3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3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9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4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6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17"/>
            <p:cNvSpPr/>
            <p:nvPr/>
          </p:nvSpPr>
          <p:spPr>
            <a:xfrm>
              <a:off x="1935225" y="191092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503" y="1"/>
                  </a:move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40" y="541"/>
                  </a:lnTo>
                  <a:lnTo>
                    <a:pt x="1" y="734"/>
                  </a:lnTo>
                  <a:lnTo>
                    <a:pt x="40" y="927"/>
                  </a:lnTo>
                  <a:lnTo>
                    <a:pt x="117" y="1082"/>
                  </a:lnTo>
                  <a:lnTo>
                    <a:pt x="194" y="1159"/>
                  </a:lnTo>
                  <a:lnTo>
                    <a:pt x="348" y="1159"/>
                  </a:lnTo>
                  <a:lnTo>
                    <a:pt x="426" y="1043"/>
                  </a:lnTo>
                  <a:lnTo>
                    <a:pt x="426" y="1005"/>
                  </a:lnTo>
                  <a:lnTo>
                    <a:pt x="387" y="927"/>
                  </a:lnTo>
                  <a:lnTo>
                    <a:pt x="387" y="850"/>
                  </a:lnTo>
                  <a:lnTo>
                    <a:pt x="348" y="773"/>
                  </a:lnTo>
                  <a:lnTo>
                    <a:pt x="426" y="580"/>
                  </a:lnTo>
                  <a:lnTo>
                    <a:pt x="542" y="425"/>
                  </a:lnTo>
                  <a:lnTo>
                    <a:pt x="619" y="387"/>
                  </a:lnTo>
                  <a:lnTo>
                    <a:pt x="773" y="387"/>
                  </a:lnTo>
                  <a:lnTo>
                    <a:pt x="850" y="425"/>
                  </a:lnTo>
                  <a:lnTo>
                    <a:pt x="966" y="580"/>
                  </a:lnTo>
                  <a:lnTo>
                    <a:pt x="1005" y="657"/>
                  </a:lnTo>
                  <a:lnTo>
                    <a:pt x="1005" y="734"/>
                  </a:lnTo>
                  <a:lnTo>
                    <a:pt x="966" y="927"/>
                  </a:lnTo>
                  <a:lnTo>
                    <a:pt x="966" y="1005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82" y="1159"/>
                  </a:lnTo>
                  <a:lnTo>
                    <a:pt x="1198" y="1159"/>
                  </a:lnTo>
                  <a:lnTo>
                    <a:pt x="1275" y="1121"/>
                  </a:lnTo>
                  <a:lnTo>
                    <a:pt x="1314" y="1082"/>
                  </a:lnTo>
                  <a:lnTo>
                    <a:pt x="1391" y="889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48"/>
                  </a:lnTo>
                  <a:lnTo>
                    <a:pt x="1198" y="194"/>
                  </a:lnTo>
                  <a:lnTo>
                    <a:pt x="1044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17"/>
            <p:cNvSpPr/>
            <p:nvPr/>
          </p:nvSpPr>
          <p:spPr>
            <a:xfrm>
              <a:off x="6081500" y="1911900"/>
              <a:ext cx="255850" cy="266475"/>
            </a:xfrm>
            <a:custGeom>
              <a:avLst/>
              <a:gdLst/>
              <a:ahLst/>
              <a:cxnLst/>
              <a:rect l="l" t="t" r="r" b="b"/>
              <a:pathLst>
                <a:path w="10234" h="10659" extrusionOk="0">
                  <a:moveTo>
                    <a:pt x="8303" y="7299"/>
                  </a:moveTo>
                  <a:lnTo>
                    <a:pt x="8535" y="7376"/>
                  </a:lnTo>
                  <a:lnTo>
                    <a:pt x="8766" y="7453"/>
                  </a:lnTo>
                  <a:lnTo>
                    <a:pt x="8998" y="7569"/>
                  </a:lnTo>
                  <a:lnTo>
                    <a:pt x="9191" y="7723"/>
                  </a:lnTo>
                  <a:lnTo>
                    <a:pt x="9384" y="7878"/>
                  </a:lnTo>
                  <a:lnTo>
                    <a:pt x="9539" y="8109"/>
                  </a:lnTo>
                  <a:lnTo>
                    <a:pt x="9655" y="8341"/>
                  </a:lnTo>
                  <a:lnTo>
                    <a:pt x="9693" y="8573"/>
                  </a:lnTo>
                  <a:lnTo>
                    <a:pt x="9732" y="8843"/>
                  </a:lnTo>
                  <a:lnTo>
                    <a:pt x="9693" y="9152"/>
                  </a:lnTo>
                  <a:lnTo>
                    <a:pt x="9577" y="9422"/>
                  </a:lnTo>
                  <a:lnTo>
                    <a:pt x="9423" y="9654"/>
                  </a:lnTo>
                  <a:lnTo>
                    <a:pt x="9230" y="9847"/>
                  </a:lnTo>
                  <a:lnTo>
                    <a:pt x="8959" y="10002"/>
                  </a:lnTo>
                  <a:lnTo>
                    <a:pt x="8728" y="10117"/>
                  </a:lnTo>
                  <a:lnTo>
                    <a:pt x="8419" y="10156"/>
                  </a:lnTo>
                  <a:lnTo>
                    <a:pt x="8149" y="10156"/>
                  </a:lnTo>
                  <a:lnTo>
                    <a:pt x="7878" y="10079"/>
                  </a:lnTo>
                  <a:lnTo>
                    <a:pt x="7647" y="9963"/>
                  </a:lnTo>
                  <a:lnTo>
                    <a:pt x="7415" y="9770"/>
                  </a:lnTo>
                  <a:lnTo>
                    <a:pt x="7222" y="9577"/>
                  </a:lnTo>
                  <a:lnTo>
                    <a:pt x="7067" y="9345"/>
                  </a:lnTo>
                  <a:lnTo>
                    <a:pt x="6990" y="9075"/>
                  </a:lnTo>
                  <a:lnTo>
                    <a:pt x="6951" y="8805"/>
                  </a:lnTo>
                  <a:lnTo>
                    <a:pt x="6990" y="8496"/>
                  </a:lnTo>
                  <a:lnTo>
                    <a:pt x="7067" y="8264"/>
                  </a:lnTo>
                  <a:lnTo>
                    <a:pt x="7183" y="8071"/>
                  </a:lnTo>
                  <a:lnTo>
                    <a:pt x="7338" y="7878"/>
                  </a:lnTo>
                  <a:lnTo>
                    <a:pt x="7531" y="7723"/>
                  </a:lnTo>
                  <a:lnTo>
                    <a:pt x="7762" y="7569"/>
                  </a:lnTo>
                  <a:lnTo>
                    <a:pt x="8187" y="7337"/>
                  </a:lnTo>
                  <a:lnTo>
                    <a:pt x="8264" y="7299"/>
                  </a:lnTo>
                  <a:close/>
                  <a:moveTo>
                    <a:pt x="2897" y="0"/>
                  </a:moveTo>
                  <a:lnTo>
                    <a:pt x="2704" y="39"/>
                  </a:lnTo>
                  <a:lnTo>
                    <a:pt x="2665" y="78"/>
                  </a:lnTo>
                  <a:lnTo>
                    <a:pt x="2665" y="1313"/>
                  </a:lnTo>
                  <a:lnTo>
                    <a:pt x="2665" y="2588"/>
                  </a:lnTo>
                  <a:lnTo>
                    <a:pt x="2704" y="3823"/>
                  </a:lnTo>
                  <a:lnTo>
                    <a:pt x="2742" y="5059"/>
                  </a:lnTo>
                  <a:lnTo>
                    <a:pt x="2936" y="7492"/>
                  </a:lnTo>
                  <a:lnTo>
                    <a:pt x="2936" y="8148"/>
                  </a:lnTo>
                  <a:lnTo>
                    <a:pt x="2974" y="8457"/>
                  </a:lnTo>
                  <a:lnTo>
                    <a:pt x="3013" y="8611"/>
                  </a:lnTo>
                  <a:lnTo>
                    <a:pt x="3090" y="8766"/>
                  </a:lnTo>
                  <a:lnTo>
                    <a:pt x="1584" y="8689"/>
                  </a:lnTo>
                  <a:lnTo>
                    <a:pt x="1" y="8689"/>
                  </a:lnTo>
                  <a:lnTo>
                    <a:pt x="39" y="8998"/>
                  </a:lnTo>
                  <a:lnTo>
                    <a:pt x="812" y="9113"/>
                  </a:lnTo>
                  <a:lnTo>
                    <a:pt x="1584" y="9152"/>
                  </a:lnTo>
                  <a:lnTo>
                    <a:pt x="3167" y="9229"/>
                  </a:lnTo>
                  <a:lnTo>
                    <a:pt x="4866" y="9306"/>
                  </a:lnTo>
                  <a:lnTo>
                    <a:pt x="5677" y="9306"/>
                  </a:lnTo>
                  <a:lnTo>
                    <a:pt x="6527" y="9229"/>
                  </a:lnTo>
                  <a:lnTo>
                    <a:pt x="6643" y="9538"/>
                  </a:lnTo>
                  <a:lnTo>
                    <a:pt x="6797" y="9847"/>
                  </a:lnTo>
                  <a:lnTo>
                    <a:pt x="6990" y="10079"/>
                  </a:lnTo>
                  <a:lnTo>
                    <a:pt x="7260" y="10310"/>
                  </a:lnTo>
                  <a:lnTo>
                    <a:pt x="7531" y="10465"/>
                  </a:lnTo>
                  <a:lnTo>
                    <a:pt x="7840" y="10581"/>
                  </a:lnTo>
                  <a:lnTo>
                    <a:pt x="8149" y="10658"/>
                  </a:lnTo>
                  <a:lnTo>
                    <a:pt x="8457" y="10658"/>
                  </a:lnTo>
                  <a:lnTo>
                    <a:pt x="8766" y="10619"/>
                  </a:lnTo>
                  <a:lnTo>
                    <a:pt x="9075" y="10504"/>
                  </a:lnTo>
                  <a:lnTo>
                    <a:pt x="9346" y="10388"/>
                  </a:lnTo>
                  <a:lnTo>
                    <a:pt x="9577" y="10195"/>
                  </a:lnTo>
                  <a:lnTo>
                    <a:pt x="9809" y="9963"/>
                  </a:lnTo>
                  <a:lnTo>
                    <a:pt x="9963" y="9693"/>
                  </a:lnTo>
                  <a:lnTo>
                    <a:pt x="10118" y="9422"/>
                  </a:lnTo>
                  <a:lnTo>
                    <a:pt x="10195" y="9113"/>
                  </a:lnTo>
                  <a:lnTo>
                    <a:pt x="10234" y="9113"/>
                  </a:lnTo>
                  <a:lnTo>
                    <a:pt x="10234" y="8766"/>
                  </a:lnTo>
                  <a:lnTo>
                    <a:pt x="10195" y="8380"/>
                  </a:lnTo>
                  <a:lnTo>
                    <a:pt x="10041" y="8071"/>
                  </a:lnTo>
                  <a:lnTo>
                    <a:pt x="9886" y="7762"/>
                  </a:lnTo>
                  <a:lnTo>
                    <a:pt x="9655" y="7492"/>
                  </a:lnTo>
                  <a:lnTo>
                    <a:pt x="9346" y="7260"/>
                  </a:lnTo>
                  <a:lnTo>
                    <a:pt x="9037" y="7105"/>
                  </a:lnTo>
                  <a:lnTo>
                    <a:pt x="8689" y="7028"/>
                  </a:lnTo>
                  <a:lnTo>
                    <a:pt x="8342" y="6990"/>
                  </a:lnTo>
                  <a:lnTo>
                    <a:pt x="8226" y="7067"/>
                  </a:lnTo>
                  <a:lnTo>
                    <a:pt x="8187" y="7028"/>
                  </a:lnTo>
                  <a:lnTo>
                    <a:pt x="8110" y="6990"/>
                  </a:lnTo>
                  <a:lnTo>
                    <a:pt x="7955" y="6990"/>
                  </a:lnTo>
                  <a:lnTo>
                    <a:pt x="7762" y="7028"/>
                  </a:lnTo>
                  <a:lnTo>
                    <a:pt x="7453" y="7144"/>
                  </a:lnTo>
                  <a:lnTo>
                    <a:pt x="7183" y="7337"/>
                  </a:lnTo>
                  <a:lnTo>
                    <a:pt x="6951" y="7569"/>
                  </a:lnTo>
                  <a:lnTo>
                    <a:pt x="6758" y="7878"/>
                  </a:lnTo>
                  <a:lnTo>
                    <a:pt x="6604" y="8187"/>
                  </a:lnTo>
                  <a:lnTo>
                    <a:pt x="6488" y="8496"/>
                  </a:lnTo>
                  <a:lnTo>
                    <a:pt x="6488" y="8843"/>
                  </a:lnTo>
                  <a:lnTo>
                    <a:pt x="5716" y="8766"/>
                  </a:lnTo>
                  <a:lnTo>
                    <a:pt x="3476" y="8766"/>
                  </a:lnTo>
                  <a:lnTo>
                    <a:pt x="3515" y="8689"/>
                  </a:lnTo>
                  <a:lnTo>
                    <a:pt x="3515" y="8650"/>
                  </a:lnTo>
                  <a:lnTo>
                    <a:pt x="3476" y="8573"/>
                  </a:lnTo>
                  <a:lnTo>
                    <a:pt x="3438" y="8496"/>
                  </a:lnTo>
                  <a:lnTo>
                    <a:pt x="3399" y="8457"/>
                  </a:lnTo>
                  <a:lnTo>
                    <a:pt x="3322" y="8457"/>
                  </a:lnTo>
                  <a:lnTo>
                    <a:pt x="3244" y="8496"/>
                  </a:lnTo>
                  <a:lnTo>
                    <a:pt x="3322" y="8380"/>
                  </a:lnTo>
                  <a:lnTo>
                    <a:pt x="3322" y="8225"/>
                  </a:lnTo>
                  <a:lnTo>
                    <a:pt x="3322" y="8071"/>
                  </a:lnTo>
                  <a:lnTo>
                    <a:pt x="3283" y="7955"/>
                  </a:lnTo>
                  <a:lnTo>
                    <a:pt x="3244" y="7337"/>
                  </a:lnTo>
                  <a:lnTo>
                    <a:pt x="3167" y="6410"/>
                  </a:lnTo>
                  <a:lnTo>
                    <a:pt x="3051" y="4325"/>
                  </a:lnTo>
                  <a:lnTo>
                    <a:pt x="2974" y="2201"/>
                  </a:lnTo>
                  <a:lnTo>
                    <a:pt x="2897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17"/>
            <p:cNvSpPr/>
            <p:nvPr/>
          </p:nvSpPr>
          <p:spPr>
            <a:xfrm>
              <a:off x="2715250" y="1912850"/>
              <a:ext cx="147725" cy="161250"/>
            </a:xfrm>
            <a:custGeom>
              <a:avLst/>
              <a:gdLst/>
              <a:ahLst/>
              <a:cxnLst/>
              <a:rect l="l" t="t" r="r" b="b"/>
              <a:pathLst>
                <a:path w="5909" h="6450" extrusionOk="0">
                  <a:moveTo>
                    <a:pt x="2781" y="503"/>
                  </a:moveTo>
                  <a:lnTo>
                    <a:pt x="3283" y="580"/>
                  </a:lnTo>
                  <a:lnTo>
                    <a:pt x="3746" y="735"/>
                  </a:lnTo>
                  <a:lnTo>
                    <a:pt x="4210" y="966"/>
                  </a:lnTo>
                  <a:lnTo>
                    <a:pt x="4403" y="1082"/>
                  </a:lnTo>
                  <a:lnTo>
                    <a:pt x="4596" y="1275"/>
                  </a:lnTo>
                  <a:lnTo>
                    <a:pt x="4750" y="1468"/>
                  </a:lnTo>
                  <a:lnTo>
                    <a:pt x="4943" y="1661"/>
                  </a:lnTo>
                  <a:lnTo>
                    <a:pt x="5059" y="1893"/>
                  </a:lnTo>
                  <a:lnTo>
                    <a:pt x="5175" y="2125"/>
                  </a:lnTo>
                  <a:lnTo>
                    <a:pt x="5330" y="2588"/>
                  </a:lnTo>
                  <a:lnTo>
                    <a:pt x="5407" y="3052"/>
                  </a:lnTo>
                  <a:lnTo>
                    <a:pt x="5407" y="3515"/>
                  </a:lnTo>
                  <a:lnTo>
                    <a:pt x="5368" y="4017"/>
                  </a:lnTo>
                  <a:lnTo>
                    <a:pt x="5214" y="4442"/>
                  </a:lnTo>
                  <a:lnTo>
                    <a:pt x="4982" y="4866"/>
                  </a:lnTo>
                  <a:lnTo>
                    <a:pt x="4828" y="5059"/>
                  </a:lnTo>
                  <a:lnTo>
                    <a:pt x="4673" y="5253"/>
                  </a:lnTo>
                  <a:lnTo>
                    <a:pt x="4480" y="5407"/>
                  </a:lnTo>
                  <a:lnTo>
                    <a:pt x="4287" y="5561"/>
                  </a:lnTo>
                  <a:lnTo>
                    <a:pt x="4017" y="5716"/>
                  </a:lnTo>
                  <a:lnTo>
                    <a:pt x="3746" y="5832"/>
                  </a:lnTo>
                  <a:lnTo>
                    <a:pt x="3515" y="5909"/>
                  </a:lnTo>
                  <a:lnTo>
                    <a:pt x="3244" y="5948"/>
                  </a:lnTo>
                  <a:lnTo>
                    <a:pt x="2742" y="5948"/>
                  </a:lnTo>
                  <a:lnTo>
                    <a:pt x="2511" y="5870"/>
                  </a:lnTo>
                  <a:lnTo>
                    <a:pt x="2279" y="5793"/>
                  </a:lnTo>
                  <a:lnTo>
                    <a:pt x="2047" y="5677"/>
                  </a:lnTo>
                  <a:lnTo>
                    <a:pt x="1816" y="5561"/>
                  </a:lnTo>
                  <a:lnTo>
                    <a:pt x="1623" y="5407"/>
                  </a:lnTo>
                  <a:lnTo>
                    <a:pt x="1429" y="5214"/>
                  </a:lnTo>
                  <a:lnTo>
                    <a:pt x="1082" y="4828"/>
                  </a:lnTo>
                  <a:lnTo>
                    <a:pt x="812" y="4364"/>
                  </a:lnTo>
                  <a:lnTo>
                    <a:pt x="619" y="3862"/>
                  </a:lnTo>
                  <a:lnTo>
                    <a:pt x="464" y="3322"/>
                  </a:lnTo>
                  <a:lnTo>
                    <a:pt x="426" y="2820"/>
                  </a:lnTo>
                  <a:lnTo>
                    <a:pt x="426" y="2550"/>
                  </a:lnTo>
                  <a:lnTo>
                    <a:pt x="464" y="2279"/>
                  </a:lnTo>
                  <a:lnTo>
                    <a:pt x="503" y="2048"/>
                  </a:lnTo>
                  <a:lnTo>
                    <a:pt x="619" y="1777"/>
                  </a:lnTo>
                  <a:lnTo>
                    <a:pt x="696" y="1584"/>
                  </a:lnTo>
                  <a:lnTo>
                    <a:pt x="850" y="1352"/>
                  </a:lnTo>
                  <a:lnTo>
                    <a:pt x="1005" y="1159"/>
                  </a:lnTo>
                  <a:lnTo>
                    <a:pt x="1198" y="966"/>
                  </a:lnTo>
                  <a:lnTo>
                    <a:pt x="1429" y="812"/>
                  </a:lnTo>
                  <a:lnTo>
                    <a:pt x="1700" y="657"/>
                  </a:lnTo>
                  <a:lnTo>
                    <a:pt x="1738" y="619"/>
                  </a:lnTo>
                  <a:lnTo>
                    <a:pt x="1738" y="580"/>
                  </a:lnTo>
                  <a:lnTo>
                    <a:pt x="2240" y="503"/>
                  </a:lnTo>
                  <a:close/>
                  <a:moveTo>
                    <a:pt x="2588" y="1"/>
                  </a:moveTo>
                  <a:lnTo>
                    <a:pt x="2279" y="40"/>
                  </a:lnTo>
                  <a:lnTo>
                    <a:pt x="1970" y="78"/>
                  </a:lnTo>
                  <a:lnTo>
                    <a:pt x="1661" y="155"/>
                  </a:lnTo>
                  <a:lnTo>
                    <a:pt x="1391" y="233"/>
                  </a:lnTo>
                  <a:lnTo>
                    <a:pt x="1314" y="310"/>
                  </a:lnTo>
                  <a:lnTo>
                    <a:pt x="1236" y="387"/>
                  </a:lnTo>
                  <a:lnTo>
                    <a:pt x="1236" y="464"/>
                  </a:lnTo>
                  <a:lnTo>
                    <a:pt x="1275" y="542"/>
                  </a:lnTo>
                  <a:lnTo>
                    <a:pt x="1005" y="657"/>
                  </a:lnTo>
                  <a:lnTo>
                    <a:pt x="773" y="850"/>
                  </a:lnTo>
                  <a:lnTo>
                    <a:pt x="580" y="1044"/>
                  </a:lnTo>
                  <a:lnTo>
                    <a:pt x="426" y="1237"/>
                  </a:lnTo>
                  <a:lnTo>
                    <a:pt x="271" y="1468"/>
                  </a:lnTo>
                  <a:lnTo>
                    <a:pt x="155" y="1700"/>
                  </a:lnTo>
                  <a:lnTo>
                    <a:pt x="78" y="1970"/>
                  </a:lnTo>
                  <a:lnTo>
                    <a:pt x="39" y="2241"/>
                  </a:lnTo>
                  <a:lnTo>
                    <a:pt x="1" y="2511"/>
                  </a:lnTo>
                  <a:lnTo>
                    <a:pt x="1" y="2781"/>
                  </a:lnTo>
                  <a:lnTo>
                    <a:pt x="39" y="3360"/>
                  </a:lnTo>
                  <a:lnTo>
                    <a:pt x="155" y="3901"/>
                  </a:lnTo>
                  <a:lnTo>
                    <a:pt x="387" y="4442"/>
                  </a:lnTo>
                  <a:lnTo>
                    <a:pt x="696" y="5021"/>
                  </a:lnTo>
                  <a:lnTo>
                    <a:pt x="889" y="5253"/>
                  </a:lnTo>
                  <a:lnTo>
                    <a:pt x="1082" y="5484"/>
                  </a:lnTo>
                  <a:lnTo>
                    <a:pt x="1275" y="5716"/>
                  </a:lnTo>
                  <a:lnTo>
                    <a:pt x="1507" y="5909"/>
                  </a:lnTo>
                  <a:lnTo>
                    <a:pt x="1738" y="6063"/>
                  </a:lnTo>
                  <a:lnTo>
                    <a:pt x="2009" y="6179"/>
                  </a:lnTo>
                  <a:lnTo>
                    <a:pt x="2240" y="6295"/>
                  </a:lnTo>
                  <a:lnTo>
                    <a:pt x="2511" y="6372"/>
                  </a:lnTo>
                  <a:lnTo>
                    <a:pt x="2820" y="6411"/>
                  </a:lnTo>
                  <a:lnTo>
                    <a:pt x="3090" y="6450"/>
                  </a:lnTo>
                  <a:lnTo>
                    <a:pt x="3399" y="6411"/>
                  </a:lnTo>
                  <a:lnTo>
                    <a:pt x="3669" y="6334"/>
                  </a:lnTo>
                  <a:lnTo>
                    <a:pt x="3978" y="6218"/>
                  </a:lnTo>
                  <a:lnTo>
                    <a:pt x="4326" y="6102"/>
                  </a:lnTo>
                  <a:lnTo>
                    <a:pt x="4557" y="5909"/>
                  </a:lnTo>
                  <a:lnTo>
                    <a:pt x="4828" y="5716"/>
                  </a:lnTo>
                  <a:lnTo>
                    <a:pt x="5021" y="5523"/>
                  </a:lnTo>
                  <a:lnTo>
                    <a:pt x="5214" y="5291"/>
                  </a:lnTo>
                  <a:lnTo>
                    <a:pt x="5407" y="5059"/>
                  </a:lnTo>
                  <a:lnTo>
                    <a:pt x="5561" y="4789"/>
                  </a:lnTo>
                  <a:lnTo>
                    <a:pt x="5677" y="4519"/>
                  </a:lnTo>
                  <a:lnTo>
                    <a:pt x="5754" y="4249"/>
                  </a:lnTo>
                  <a:lnTo>
                    <a:pt x="5832" y="3940"/>
                  </a:lnTo>
                  <a:lnTo>
                    <a:pt x="5870" y="3669"/>
                  </a:lnTo>
                  <a:lnTo>
                    <a:pt x="5909" y="3360"/>
                  </a:lnTo>
                  <a:lnTo>
                    <a:pt x="5870" y="3052"/>
                  </a:lnTo>
                  <a:lnTo>
                    <a:pt x="5832" y="2743"/>
                  </a:lnTo>
                  <a:lnTo>
                    <a:pt x="5793" y="2472"/>
                  </a:lnTo>
                  <a:lnTo>
                    <a:pt x="5716" y="2163"/>
                  </a:lnTo>
                  <a:lnTo>
                    <a:pt x="5600" y="1893"/>
                  </a:lnTo>
                  <a:lnTo>
                    <a:pt x="5445" y="1584"/>
                  </a:lnTo>
                  <a:lnTo>
                    <a:pt x="5252" y="1352"/>
                  </a:lnTo>
                  <a:lnTo>
                    <a:pt x="5059" y="1082"/>
                  </a:lnTo>
                  <a:lnTo>
                    <a:pt x="4828" y="889"/>
                  </a:lnTo>
                  <a:lnTo>
                    <a:pt x="4596" y="696"/>
                  </a:lnTo>
                  <a:lnTo>
                    <a:pt x="4364" y="503"/>
                  </a:lnTo>
                  <a:lnTo>
                    <a:pt x="4094" y="348"/>
                  </a:lnTo>
                  <a:lnTo>
                    <a:pt x="3785" y="233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40"/>
                  </a:lnTo>
                  <a:lnTo>
                    <a:pt x="25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17"/>
            <p:cNvSpPr/>
            <p:nvPr/>
          </p:nvSpPr>
          <p:spPr>
            <a:xfrm>
              <a:off x="1882150" y="19148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6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3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3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3" y="464"/>
                  </a:lnTo>
                  <a:lnTo>
                    <a:pt x="541" y="386"/>
                  </a:lnTo>
                  <a:lnTo>
                    <a:pt x="772" y="386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5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4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4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17"/>
            <p:cNvSpPr/>
            <p:nvPr/>
          </p:nvSpPr>
          <p:spPr>
            <a:xfrm>
              <a:off x="6734100" y="1914800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0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8"/>
                  </a:lnTo>
                  <a:lnTo>
                    <a:pt x="116" y="5059"/>
                  </a:lnTo>
                  <a:lnTo>
                    <a:pt x="0" y="6719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6" y="77"/>
                  </a:lnTo>
                  <a:lnTo>
                    <a:pt x="1236" y="39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17"/>
            <p:cNvSpPr/>
            <p:nvPr/>
          </p:nvSpPr>
          <p:spPr>
            <a:xfrm>
              <a:off x="668675" y="1916725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0"/>
                  </a:moveTo>
                  <a:lnTo>
                    <a:pt x="11469" y="78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7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438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1" y="6681"/>
                  </a:lnTo>
                  <a:lnTo>
                    <a:pt x="13515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8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3"/>
                  </a:lnTo>
                  <a:lnTo>
                    <a:pt x="1081" y="10697"/>
                  </a:lnTo>
                  <a:lnTo>
                    <a:pt x="811" y="10542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6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0" y="9886"/>
                  </a:lnTo>
                  <a:lnTo>
                    <a:pt x="39" y="10117"/>
                  </a:lnTo>
                  <a:lnTo>
                    <a:pt x="77" y="10311"/>
                  </a:lnTo>
                  <a:lnTo>
                    <a:pt x="193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1" y="11353"/>
                  </a:lnTo>
                  <a:lnTo>
                    <a:pt x="2626" y="11430"/>
                  </a:lnTo>
                  <a:lnTo>
                    <a:pt x="3321" y="11508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8"/>
                  </a:lnTo>
                  <a:lnTo>
                    <a:pt x="6063" y="11430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4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7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7" y="6565"/>
                  </a:lnTo>
                  <a:lnTo>
                    <a:pt x="14017" y="6333"/>
                  </a:lnTo>
                  <a:lnTo>
                    <a:pt x="14017" y="6140"/>
                  </a:lnTo>
                  <a:lnTo>
                    <a:pt x="13940" y="5908"/>
                  </a:lnTo>
                  <a:lnTo>
                    <a:pt x="13863" y="5715"/>
                  </a:lnTo>
                  <a:lnTo>
                    <a:pt x="13747" y="5522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6"/>
                  </a:lnTo>
                  <a:lnTo>
                    <a:pt x="13091" y="5136"/>
                  </a:lnTo>
                  <a:lnTo>
                    <a:pt x="12820" y="3823"/>
                  </a:lnTo>
                  <a:lnTo>
                    <a:pt x="12511" y="2549"/>
                  </a:lnTo>
                  <a:lnTo>
                    <a:pt x="12164" y="1275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17"/>
            <p:cNvSpPr/>
            <p:nvPr/>
          </p:nvSpPr>
          <p:spPr>
            <a:xfrm>
              <a:off x="6761125" y="19167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5" y="5098"/>
                  </a:lnTo>
                  <a:lnTo>
                    <a:pt x="4326" y="5445"/>
                  </a:lnTo>
                  <a:lnTo>
                    <a:pt x="4634" y="5793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3" y="4866"/>
                  </a:lnTo>
                  <a:lnTo>
                    <a:pt x="3862" y="4171"/>
                  </a:lnTo>
                  <a:lnTo>
                    <a:pt x="2704" y="2781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17"/>
            <p:cNvSpPr/>
            <p:nvPr/>
          </p:nvSpPr>
          <p:spPr>
            <a:xfrm>
              <a:off x="5030225" y="191865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17"/>
            <p:cNvSpPr/>
            <p:nvPr/>
          </p:nvSpPr>
          <p:spPr>
            <a:xfrm>
              <a:off x="6615350" y="1924450"/>
              <a:ext cx="61825" cy="160275"/>
            </a:xfrm>
            <a:custGeom>
              <a:avLst/>
              <a:gdLst/>
              <a:ahLst/>
              <a:cxnLst/>
              <a:rect l="l" t="t" r="r" b="b"/>
              <a:pathLst>
                <a:path w="2473" h="6411" extrusionOk="0">
                  <a:moveTo>
                    <a:pt x="310" y="0"/>
                  </a:moveTo>
                  <a:lnTo>
                    <a:pt x="1" y="78"/>
                  </a:lnTo>
                  <a:lnTo>
                    <a:pt x="194" y="927"/>
                  </a:lnTo>
                  <a:lnTo>
                    <a:pt x="426" y="1777"/>
                  </a:lnTo>
                  <a:lnTo>
                    <a:pt x="657" y="2626"/>
                  </a:lnTo>
                  <a:lnTo>
                    <a:pt x="928" y="3476"/>
                  </a:lnTo>
                  <a:lnTo>
                    <a:pt x="1507" y="5097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2" y="6140"/>
                  </a:lnTo>
                  <a:lnTo>
                    <a:pt x="2086" y="6333"/>
                  </a:lnTo>
                  <a:lnTo>
                    <a:pt x="2125" y="6410"/>
                  </a:lnTo>
                  <a:lnTo>
                    <a:pt x="2318" y="6410"/>
                  </a:lnTo>
                  <a:lnTo>
                    <a:pt x="2356" y="6333"/>
                  </a:lnTo>
                  <a:lnTo>
                    <a:pt x="2434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5" y="5599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17"/>
            <p:cNvSpPr/>
            <p:nvPr/>
          </p:nvSpPr>
          <p:spPr>
            <a:xfrm>
              <a:off x="3366875" y="19263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1" y="2317"/>
                  </a:lnTo>
                  <a:lnTo>
                    <a:pt x="6449" y="3901"/>
                  </a:lnTo>
                  <a:lnTo>
                    <a:pt x="6527" y="6990"/>
                  </a:lnTo>
                  <a:lnTo>
                    <a:pt x="3515" y="6758"/>
                  </a:lnTo>
                  <a:lnTo>
                    <a:pt x="2009" y="6642"/>
                  </a:lnTo>
                  <a:lnTo>
                    <a:pt x="503" y="6604"/>
                  </a:lnTo>
                  <a:lnTo>
                    <a:pt x="1352" y="5986"/>
                  </a:lnTo>
                  <a:lnTo>
                    <a:pt x="2202" y="5291"/>
                  </a:lnTo>
                  <a:lnTo>
                    <a:pt x="2974" y="4557"/>
                  </a:lnTo>
                  <a:lnTo>
                    <a:pt x="3708" y="3823"/>
                  </a:lnTo>
                  <a:lnTo>
                    <a:pt x="4441" y="3090"/>
                  </a:lnTo>
                  <a:lnTo>
                    <a:pt x="5137" y="2356"/>
                  </a:lnTo>
                  <a:lnTo>
                    <a:pt x="5793" y="1584"/>
                  </a:lnTo>
                  <a:lnTo>
                    <a:pt x="6449" y="773"/>
                  </a:lnTo>
                  <a:close/>
                  <a:moveTo>
                    <a:pt x="6720" y="1"/>
                  </a:moveTo>
                  <a:lnTo>
                    <a:pt x="6643" y="39"/>
                  </a:lnTo>
                  <a:lnTo>
                    <a:pt x="6565" y="39"/>
                  </a:lnTo>
                  <a:lnTo>
                    <a:pt x="6488" y="116"/>
                  </a:lnTo>
                  <a:lnTo>
                    <a:pt x="4982" y="1854"/>
                  </a:lnTo>
                  <a:lnTo>
                    <a:pt x="4210" y="2704"/>
                  </a:lnTo>
                  <a:lnTo>
                    <a:pt x="3438" y="3515"/>
                  </a:lnTo>
                  <a:lnTo>
                    <a:pt x="2588" y="4287"/>
                  </a:lnTo>
                  <a:lnTo>
                    <a:pt x="1738" y="5059"/>
                  </a:lnTo>
                  <a:lnTo>
                    <a:pt x="889" y="5793"/>
                  </a:lnTo>
                  <a:lnTo>
                    <a:pt x="39" y="6604"/>
                  </a:lnTo>
                  <a:lnTo>
                    <a:pt x="1" y="6642"/>
                  </a:lnTo>
                  <a:lnTo>
                    <a:pt x="1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1" y="6913"/>
                  </a:lnTo>
                  <a:lnTo>
                    <a:pt x="39" y="6990"/>
                  </a:lnTo>
                  <a:lnTo>
                    <a:pt x="117" y="7144"/>
                  </a:lnTo>
                  <a:lnTo>
                    <a:pt x="387" y="6990"/>
                  </a:lnTo>
                  <a:lnTo>
                    <a:pt x="1893" y="7144"/>
                  </a:lnTo>
                  <a:lnTo>
                    <a:pt x="3438" y="7299"/>
                  </a:lnTo>
                  <a:lnTo>
                    <a:pt x="6527" y="7453"/>
                  </a:lnTo>
                  <a:lnTo>
                    <a:pt x="6565" y="9307"/>
                  </a:lnTo>
                  <a:lnTo>
                    <a:pt x="6527" y="12628"/>
                  </a:lnTo>
                  <a:lnTo>
                    <a:pt x="6951" y="12628"/>
                  </a:lnTo>
                  <a:lnTo>
                    <a:pt x="6990" y="9461"/>
                  </a:lnTo>
                  <a:lnTo>
                    <a:pt x="6990" y="7492"/>
                  </a:lnTo>
                  <a:lnTo>
                    <a:pt x="8651" y="7569"/>
                  </a:lnTo>
                  <a:lnTo>
                    <a:pt x="10311" y="7646"/>
                  </a:lnTo>
                  <a:lnTo>
                    <a:pt x="10311" y="7183"/>
                  </a:lnTo>
                  <a:lnTo>
                    <a:pt x="8651" y="7106"/>
                  </a:lnTo>
                  <a:lnTo>
                    <a:pt x="6990" y="7028"/>
                  </a:lnTo>
                  <a:lnTo>
                    <a:pt x="7029" y="5368"/>
                  </a:lnTo>
                  <a:lnTo>
                    <a:pt x="6990" y="3708"/>
                  </a:lnTo>
                  <a:lnTo>
                    <a:pt x="6951" y="2047"/>
                  </a:lnTo>
                  <a:lnTo>
                    <a:pt x="6797" y="387"/>
                  </a:lnTo>
                  <a:lnTo>
                    <a:pt x="6990" y="194"/>
                  </a:lnTo>
                  <a:lnTo>
                    <a:pt x="6836" y="39"/>
                  </a:lnTo>
                  <a:lnTo>
                    <a:pt x="67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17"/>
            <p:cNvSpPr/>
            <p:nvPr/>
          </p:nvSpPr>
          <p:spPr>
            <a:xfrm>
              <a:off x="6625000" y="1926375"/>
              <a:ext cx="355300" cy="170900"/>
            </a:xfrm>
            <a:custGeom>
              <a:avLst/>
              <a:gdLst/>
              <a:ahLst/>
              <a:cxnLst/>
              <a:rect l="l" t="t" r="r" b="b"/>
              <a:pathLst>
                <a:path w="14212" h="6836" extrusionOk="0">
                  <a:moveTo>
                    <a:pt x="117" y="1"/>
                  </a:moveTo>
                  <a:lnTo>
                    <a:pt x="1" y="39"/>
                  </a:lnTo>
                  <a:lnTo>
                    <a:pt x="1970" y="3206"/>
                  </a:lnTo>
                  <a:lnTo>
                    <a:pt x="4056" y="6333"/>
                  </a:lnTo>
                  <a:lnTo>
                    <a:pt x="3554" y="6295"/>
                  </a:lnTo>
                  <a:lnTo>
                    <a:pt x="3052" y="6179"/>
                  </a:lnTo>
                  <a:lnTo>
                    <a:pt x="2588" y="6024"/>
                  </a:lnTo>
                  <a:lnTo>
                    <a:pt x="2125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8" y="6720"/>
                  </a:lnTo>
                  <a:lnTo>
                    <a:pt x="4133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9" y="6488"/>
                  </a:lnTo>
                  <a:lnTo>
                    <a:pt x="8960" y="6295"/>
                  </a:lnTo>
                  <a:lnTo>
                    <a:pt x="9771" y="6024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8" y="4673"/>
                  </a:lnTo>
                  <a:lnTo>
                    <a:pt x="12667" y="4403"/>
                  </a:lnTo>
                  <a:lnTo>
                    <a:pt x="12976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80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3" y="2163"/>
                  </a:lnTo>
                  <a:lnTo>
                    <a:pt x="14173" y="2124"/>
                  </a:lnTo>
                  <a:lnTo>
                    <a:pt x="13864" y="2124"/>
                  </a:lnTo>
                  <a:lnTo>
                    <a:pt x="13825" y="2163"/>
                  </a:lnTo>
                  <a:lnTo>
                    <a:pt x="13555" y="2704"/>
                  </a:lnTo>
                  <a:lnTo>
                    <a:pt x="13207" y="3167"/>
                  </a:lnTo>
                  <a:lnTo>
                    <a:pt x="12860" y="3630"/>
                  </a:lnTo>
                  <a:lnTo>
                    <a:pt x="12474" y="4016"/>
                  </a:lnTo>
                  <a:lnTo>
                    <a:pt x="12010" y="4364"/>
                  </a:lnTo>
                  <a:lnTo>
                    <a:pt x="11547" y="4712"/>
                  </a:lnTo>
                  <a:lnTo>
                    <a:pt x="11083" y="4982"/>
                  </a:lnTo>
                  <a:lnTo>
                    <a:pt x="10543" y="5252"/>
                  </a:lnTo>
                  <a:lnTo>
                    <a:pt x="10350" y="5252"/>
                  </a:lnTo>
                  <a:lnTo>
                    <a:pt x="10350" y="5368"/>
                  </a:lnTo>
                  <a:lnTo>
                    <a:pt x="10273" y="5368"/>
                  </a:lnTo>
                  <a:lnTo>
                    <a:pt x="10079" y="5407"/>
                  </a:lnTo>
                  <a:lnTo>
                    <a:pt x="10157" y="5445"/>
                  </a:lnTo>
                  <a:lnTo>
                    <a:pt x="9500" y="5677"/>
                  </a:lnTo>
                  <a:lnTo>
                    <a:pt x="8844" y="5870"/>
                  </a:lnTo>
                  <a:lnTo>
                    <a:pt x="7840" y="6102"/>
                  </a:lnTo>
                  <a:lnTo>
                    <a:pt x="6759" y="6295"/>
                  </a:lnTo>
                  <a:lnTo>
                    <a:pt x="6218" y="6333"/>
                  </a:lnTo>
                  <a:lnTo>
                    <a:pt x="5677" y="6411"/>
                  </a:lnTo>
                  <a:lnTo>
                    <a:pt x="4558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17"/>
            <p:cNvSpPr/>
            <p:nvPr/>
          </p:nvSpPr>
          <p:spPr>
            <a:xfrm>
              <a:off x="3536800" y="19312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3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6" y="7492"/>
                  </a:lnTo>
                  <a:lnTo>
                    <a:pt x="6371" y="7453"/>
                  </a:lnTo>
                  <a:lnTo>
                    <a:pt x="6371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59" y="12087"/>
                  </a:lnTo>
                  <a:lnTo>
                    <a:pt x="1583" y="14983"/>
                  </a:lnTo>
                  <a:lnTo>
                    <a:pt x="772" y="16451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8" y="16759"/>
                  </a:lnTo>
                  <a:lnTo>
                    <a:pt x="1969" y="15369"/>
                  </a:lnTo>
                  <a:lnTo>
                    <a:pt x="2780" y="13979"/>
                  </a:lnTo>
                  <a:lnTo>
                    <a:pt x="3591" y="12589"/>
                  </a:lnTo>
                  <a:lnTo>
                    <a:pt x="4441" y="11199"/>
                  </a:lnTo>
                  <a:lnTo>
                    <a:pt x="5290" y="9809"/>
                  </a:lnTo>
                  <a:lnTo>
                    <a:pt x="5715" y="9191"/>
                  </a:lnTo>
                  <a:lnTo>
                    <a:pt x="6178" y="8612"/>
                  </a:lnTo>
                  <a:lnTo>
                    <a:pt x="6603" y="8033"/>
                  </a:lnTo>
                  <a:lnTo>
                    <a:pt x="6989" y="7453"/>
                  </a:lnTo>
                  <a:lnTo>
                    <a:pt x="6989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89" y="7067"/>
                  </a:lnTo>
                  <a:lnTo>
                    <a:pt x="6873" y="7029"/>
                  </a:lnTo>
                  <a:lnTo>
                    <a:pt x="6835" y="7029"/>
                  </a:lnTo>
                  <a:lnTo>
                    <a:pt x="6101" y="6102"/>
                  </a:lnTo>
                  <a:lnTo>
                    <a:pt x="5290" y="5175"/>
                  </a:lnTo>
                  <a:lnTo>
                    <a:pt x="3668" y="3437"/>
                  </a:lnTo>
                  <a:lnTo>
                    <a:pt x="1969" y="1700"/>
                  </a:lnTo>
                  <a:lnTo>
                    <a:pt x="1081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17"/>
            <p:cNvSpPr/>
            <p:nvPr/>
          </p:nvSpPr>
          <p:spPr>
            <a:xfrm>
              <a:off x="902300" y="1957275"/>
              <a:ext cx="17400" cy="181500"/>
            </a:xfrm>
            <a:custGeom>
              <a:avLst/>
              <a:gdLst/>
              <a:ahLst/>
              <a:cxnLst/>
              <a:rect l="l" t="t" r="r" b="b"/>
              <a:pathLst>
                <a:path w="696" h="7260" extrusionOk="0">
                  <a:moveTo>
                    <a:pt x="425" y="0"/>
                  </a:moveTo>
                  <a:lnTo>
                    <a:pt x="348" y="888"/>
                  </a:lnTo>
                  <a:lnTo>
                    <a:pt x="232" y="1815"/>
                  </a:lnTo>
                  <a:lnTo>
                    <a:pt x="154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17"/>
            <p:cNvSpPr/>
            <p:nvPr/>
          </p:nvSpPr>
          <p:spPr>
            <a:xfrm>
              <a:off x="4880575" y="1957275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1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2" y="1738"/>
                  </a:lnTo>
                  <a:lnTo>
                    <a:pt x="310" y="3398"/>
                  </a:lnTo>
                  <a:lnTo>
                    <a:pt x="117" y="5059"/>
                  </a:lnTo>
                  <a:lnTo>
                    <a:pt x="1" y="6719"/>
                  </a:lnTo>
                  <a:lnTo>
                    <a:pt x="233" y="6758"/>
                  </a:lnTo>
                  <a:lnTo>
                    <a:pt x="503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7" y="77"/>
                  </a:lnTo>
                  <a:lnTo>
                    <a:pt x="1237" y="39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17"/>
            <p:cNvSpPr/>
            <p:nvPr/>
          </p:nvSpPr>
          <p:spPr>
            <a:xfrm>
              <a:off x="4907625" y="1959200"/>
              <a:ext cx="121650" cy="144825"/>
            </a:xfrm>
            <a:custGeom>
              <a:avLst/>
              <a:gdLst/>
              <a:ahLst/>
              <a:cxnLst/>
              <a:rect l="l" t="t" r="r" b="b"/>
              <a:pathLst>
                <a:path w="4866" h="5793" extrusionOk="0">
                  <a:moveTo>
                    <a:pt x="155" y="0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5"/>
                  </a:lnTo>
                  <a:lnTo>
                    <a:pt x="2896" y="3630"/>
                  </a:lnTo>
                  <a:lnTo>
                    <a:pt x="3475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7" y="1352"/>
                  </a:lnTo>
                  <a:lnTo>
                    <a:pt x="811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17"/>
            <p:cNvSpPr/>
            <p:nvPr/>
          </p:nvSpPr>
          <p:spPr>
            <a:xfrm>
              <a:off x="4761850" y="196692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0"/>
                  </a:moveTo>
                  <a:lnTo>
                    <a:pt x="0" y="78"/>
                  </a:lnTo>
                  <a:lnTo>
                    <a:pt x="193" y="927"/>
                  </a:lnTo>
                  <a:lnTo>
                    <a:pt x="425" y="1777"/>
                  </a:lnTo>
                  <a:lnTo>
                    <a:pt x="657" y="2626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1" y="6140"/>
                  </a:lnTo>
                  <a:lnTo>
                    <a:pt x="2085" y="6333"/>
                  </a:lnTo>
                  <a:lnTo>
                    <a:pt x="2124" y="6410"/>
                  </a:lnTo>
                  <a:lnTo>
                    <a:pt x="2317" y="6410"/>
                  </a:lnTo>
                  <a:lnTo>
                    <a:pt x="2356" y="6333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7" y="2935"/>
                  </a:lnTo>
                  <a:lnTo>
                    <a:pt x="734" y="1468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17"/>
            <p:cNvSpPr/>
            <p:nvPr/>
          </p:nvSpPr>
          <p:spPr>
            <a:xfrm>
              <a:off x="4771500" y="196885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0" y="39"/>
                  </a:lnTo>
                  <a:lnTo>
                    <a:pt x="1970" y="3206"/>
                  </a:lnTo>
                  <a:lnTo>
                    <a:pt x="4055" y="6333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2"/>
                  </a:lnTo>
                  <a:lnTo>
                    <a:pt x="3707" y="6720"/>
                  </a:lnTo>
                  <a:lnTo>
                    <a:pt x="4132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7" y="6333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17"/>
            <p:cNvSpPr/>
            <p:nvPr/>
          </p:nvSpPr>
          <p:spPr>
            <a:xfrm>
              <a:off x="5286050" y="19765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1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4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3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8"/>
                  </a:lnTo>
                  <a:lnTo>
                    <a:pt x="6951" y="12628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8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17"/>
            <p:cNvSpPr/>
            <p:nvPr/>
          </p:nvSpPr>
          <p:spPr>
            <a:xfrm>
              <a:off x="5455950" y="19814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17"/>
            <p:cNvSpPr/>
            <p:nvPr/>
          </p:nvSpPr>
          <p:spPr>
            <a:xfrm>
              <a:off x="752650" y="1995875"/>
              <a:ext cx="30925" cy="168975"/>
            </a:xfrm>
            <a:custGeom>
              <a:avLst/>
              <a:gdLst/>
              <a:ahLst/>
              <a:cxnLst/>
              <a:rect l="l" t="t" r="r" b="b"/>
              <a:pathLst>
                <a:path w="1237" h="6759" extrusionOk="0">
                  <a:moveTo>
                    <a:pt x="1121" y="1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7"/>
                  </a:lnTo>
                  <a:lnTo>
                    <a:pt x="541" y="1738"/>
                  </a:lnTo>
                  <a:lnTo>
                    <a:pt x="310" y="3399"/>
                  </a:lnTo>
                  <a:lnTo>
                    <a:pt x="117" y="5059"/>
                  </a:lnTo>
                  <a:lnTo>
                    <a:pt x="1" y="6720"/>
                  </a:lnTo>
                  <a:lnTo>
                    <a:pt x="232" y="6758"/>
                  </a:lnTo>
                  <a:lnTo>
                    <a:pt x="503" y="5137"/>
                  </a:lnTo>
                  <a:lnTo>
                    <a:pt x="773" y="3515"/>
                  </a:lnTo>
                  <a:lnTo>
                    <a:pt x="966" y="1854"/>
                  </a:lnTo>
                  <a:lnTo>
                    <a:pt x="1082" y="233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17"/>
            <p:cNvSpPr/>
            <p:nvPr/>
          </p:nvSpPr>
          <p:spPr>
            <a:xfrm>
              <a:off x="779675" y="19978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6" y="5097"/>
                  </a:lnTo>
                  <a:lnTo>
                    <a:pt x="4326" y="5445"/>
                  </a:lnTo>
                  <a:lnTo>
                    <a:pt x="4635" y="5792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5" y="5252"/>
                  </a:lnTo>
                  <a:lnTo>
                    <a:pt x="4403" y="4866"/>
                  </a:lnTo>
                  <a:lnTo>
                    <a:pt x="3862" y="4170"/>
                  </a:lnTo>
                  <a:lnTo>
                    <a:pt x="2704" y="2780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17"/>
            <p:cNvSpPr/>
            <p:nvPr/>
          </p:nvSpPr>
          <p:spPr>
            <a:xfrm>
              <a:off x="2839800" y="2000700"/>
              <a:ext cx="270325" cy="209525"/>
            </a:xfrm>
            <a:custGeom>
              <a:avLst/>
              <a:gdLst/>
              <a:ahLst/>
              <a:cxnLst/>
              <a:rect l="l" t="t" r="r" b="b"/>
              <a:pathLst>
                <a:path w="10813" h="8381" extrusionOk="0">
                  <a:moveTo>
                    <a:pt x="10233" y="1"/>
                  </a:moveTo>
                  <a:lnTo>
                    <a:pt x="10156" y="78"/>
                  </a:lnTo>
                  <a:lnTo>
                    <a:pt x="10117" y="155"/>
                  </a:lnTo>
                  <a:lnTo>
                    <a:pt x="10079" y="233"/>
                  </a:lnTo>
                  <a:lnTo>
                    <a:pt x="10079" y="348"/>
                  </a:lnTo>
                  <a:lnTo>
                    <a:pt x="10156" y="426"/>
                  </a:lnTo>
                  <a:lnTo>
                    <a:pt x="10272" y="580"/>
                  </a:lnTo>
                  <a:lnTo>
                    <a:pt x="10310" y="735"/>
                  </a:lnTo>
                  <a:lnTo>
                    <a:pt x="10349" y="928"/>
                  </a:lnTo>
                  <a:lnTo>
                    <a:pt x="10310" y="1121"/>
                  </a:lnTo>
                  <a:lnTo>
                    <a:pt x="10233" y="1275"/>
                  </a:lnTo>
                  <a:lnTo>
                    <a:pt x="10156" y="1468"/>
                  </a:lnTo>
                  <a:lnTo>
                    <a:pt x="9847" y="1854"/>
                  </a:lnTo>
                  <a:lnTo>
                    <a:pt x="9538" y="2202"/>
                  </a:lnTo>
                  <a:lnTo>
                    <a:pt x="9152" y="2511"/>
                  </a:lnTo>
                  <a:lnTo>
                    <a:pt x="8611" y="3013"/>
                  </a:lnTo>
                  <a:lnTo>
                    <a:pt x="8264" y="3283"/>
                  </a:lnTo>
                  <a:lnTo>
                    <a:pt x="8225" y="3206"/>
                  </a:lnTo>
                  <a:lnTo>
                    <a:pt x="8148" y="3129"/>
                  </a:lnTo>
                  <a:lnTo>
                    <a:pt x="7607" y="2820"/>
                  </a:lnTo>
                  <a:lnTo>
                    <a:pt x="7144" y="2434"/>
                  </a:lnTo>
                  <a:lnTo>
                    <a:pt x="6912" y="2665"/>
                  </a:lnTo>
                  <a:lnTo>
                    <a:pt x="7105" y="2936"/>
                  </a:lnTo>
                  <a:lnTo>
                    <a:pt x="7376" y="3167"/>
                  </a:lnTo>
                  <a:lnTo>
                    <a:pt x="7646" y="3399"/>
                  </a:lnTo>
                  <a:lnTo>
                    <a:pt x="7955" y="3553"/>
                  </a:lnTo>
                  <a:lnTo>
                    <a:pt x="7028" y="4287"/>
                  </a:lnTo>
                  <a:lnTo>
                    <a:pt x="6101" y="4982"/>
                  </a:lnTo>
                  <a:lnTo>
                    <a:pt x="4943" y="5793"/>
                  </a:lnTo>
                  <a:lnTo>
                    <a:pt x="3746" y="6527"/>
                  </a:lnTo>
                  <a:lnTo>
                    <a:pt x="3553" y="6681"/>
                  </a:lnTo>
                  <a:lnTo>
                    <a:pt x="3475" y="6334"/>
                  </a:lnTo>
                  <a:lnTo>
                    <a:pt x="3321" y="6025"/>
                  </a:lnTo>
                  <a:lnTo>
                    <a:pt x="3128" y="5716"/>
                  </a:lnTo>
                  <a:lnTo>
                    <a:pt x="2896" y="5446"/>
                  </a:lnTo>
                  <a:lnTo>
                    <a:pt x="2626" y="5677"/>
                  </a:lnTo>
                  <a:lnTo>
                    <a:pt x="2819" y="5909"/>
                  </a:lnTo>
                  <a:lnTo>
                    <a:pt x="2935" y="6179"/>
                  </a:lnTo>
                  <a:lnTo>
                    <a:pt x="3051" y="6565"/>
                  </a:lnTo>
                  <a:lnTo>
                    <a:pt x="3128" y="6952"/>
                  </a:lnTo>
                  <a:lnTo>
                    <a:pt x="2317" y="7376"/>
                  </a:lnTo>
                  <a:lnTo>
                    <a:pt x="1892" y="7608"/>
                  </a:lnTo>
                  <a:lnTo>
                    <a:pt x="1467" y="7762"/>
                  </a:lnTo>
                  <a:lnTo>
                    <a:pt x="1081" y="7878"/>
                  </a:lnTo>
                  <a:lnTo>
                    <a:pt x="927" y="7917"/>
                  </a:lnTo>
                  <a:lnTo>
                    <a:pt x="772" y="7917"/>
                  </a:lnTo>
                  <a:lnTo>
                    <a:pt x="618" y="7878"/>
                  </a:lnTo>
                  <a:lnTo>
                    <a:pt x="502" y="7840"/>
                  </a:lnTo>
                  <a:lnTo>
                    <a:pt x="386" y="7724"/>
                  </a:lnTo>
                  <a:lnTo>
                    <a:pt x="309" y="7608"/>
                  </a:lnTo>
                  <a:lnTo>
                    <a:pt x="270" y="7569"/>
                  </a:lnTo>
                  <a:lnTo>
                    <a:pt x="232" y="7531"/>
                  </a:lnTo>
                  <a:lnTo>
                    <a:pt x="116" y="7492"/>
                  </a:lnTo>
                  <a:lnTo>
                    <a:pt x="39" y="7569"/>
                  </a:lnTo>
                  <a:lnTo>
                    <a:pt x="0" y="7608"/>
                  </a:lnTo>
                  <a:lnTo>
                    <a:pt x="0" y="7685"/>
                  </a:lnTo>
                  <a:lnTo>
                    <a:pt x="39" y="7840"/>
                  </a:lnTo>
                  <a:lnTo>
                    <a:pt x="77" y="7994"/>
                  </a:lnTo>
                  <a:lnTo>
                    <a:pt x="155" y="8110"/>
                  </a:lnTo>
                  <a:lnTo>
                    <a:pt x="270" y="8226"/>
                  </a:lnTo>
                  <a:lnTo>
                    <a:pt x="348" y="8264"/>
                  </a:lnTo>
                  <a:lnTo>
                    <a:pt x="463" y="8342"/>
                  </a:lnTo>
                  <a:lnTo>
                    <a:pt x="734" y="8380"/>
                  </a:lnTo>
                  <a:lnTo>
                    <a:pt x="1004" y="8380"/>
                  </a:lnTo>
                  <a:lnTo>
                    <a:pt x="1274" y="8342"/>
                  </a:lnTo>
                  <a:lnTo>
                    <a:pt x="1545" y="8264"/>
                  </a:lnTo>
                  <a:lnTo>
                    <a:pt x="1815" y="8149"/>
                  </a:lnTo>
                  <a:lnTo>
                    <a:pt x="2935" y="7569"/>
                  </a:lnTo>
                  <a:lnTo>
                    <a:pt x="4055" y="6952"/>
                  </a:lnTo>
                  <a:lnTo>
                    <a:pt x="5097" y="6295"/>
                  </a:lnTo>
                  <a:lnTo>
                    <a:pt x="6140" y="5561"/>
                  </a:lnTo>
                  <a:lnTo>
                    <a:pt x="7067" y="4866"/>
                  </a:lnTo>
                  <a:lnTo>
                    <a:pt x="7993" y="4171"/>
                  </a:lnTo>
                  <a:lnTo>
                    <a:pt x="8881" y="3399"/>
                  </a:lnTo>
                  <a:lnTo>
                    <a:pt x="9731" y="2627"/>
                  </a:lnTo>
                  <a:lnTo>
                    <a:pt x="10001" y="2356"/>
                  </a:lnTo>
                  <a:lnTo>
                    <a:pt x="10272" y="2047"/>
                  </a:lnTo>
                  <a:lnTo>
                    <a:pt x="10503" y="1739"/>
                  </a:lnTo>
                  <a:lnTo>
                    <a:pt x="10696" y="1430"/>
                  </a:lnTo>
                  <a:lnTo>
                    <a:pt x="10812" y="1082"/>
                  </a:lnTo>
                  <a:lnTo>
                    <a:pt x="10812" y="928"/>
                  </a:lnTo>
                  <a:lnTo>
                    <a:pt x="10812" y="735"/>
                  </a:lnTo>
                  <a:lnTo>
                    <a:pt x="10774" y="580"/>
                  </a:lnTo>
                  <a:lnTo>
                    <a:pt x="10735" y="387"/>
                  </a:lnTo>
                  <a:lnTo>
                    <a:pt x="10619" y="233"/>
                  </a:lnTo>
                  <a:lnTo>
                    <a:pt x="10465" y="40"/>
                  </a:lnTo>
                  <a:lnTo>
                    <a:pt x="103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17"/>
            <p:cNvSpPr/>
            <p:nvPr/>
          </p:nvSpPr>
          <p:spPr>
            <a:xfrm>
              <a:off x="633925" y="2005525"/>
              <a:ext cx="61800" cy="160300"/>
            </a:xfrm>
            <a:custGeom>
              <a:avLst/>
              <a:gdLst/>
              <a:ahLst/>
              <a:cxnLst/>
              <a:rect l="l" t="t" r="r" b="b"/>
              <a:pathLst>
                <a:path w="2472" h="6412" extrusionOk="0">
                  <a:moveTo>
                    <a:pt x="309" y="1"/>
                  </a:moveTo>
                  <a:lnTo>
                    <a:pt x="0" y="78"/>
                  </a:lnTo>
                  <a:lnTo>
                    <a:pt x="193" y="928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5"/>
                  </a:lnTo>
                  <a:lnTo>
                    <a:pt x="1661" y="5716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6" y="5909"/>
                  </a:lnTo>
                  <a:lnTo>
                    <a:pt x="1931" y="6141"/>
                  </a:lnTo>
                  <a:lnTo>
                    <a:pt x="2085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1" y="6257"/>
                  </a:lnTo>
                  <a:lnTo>
                    <a:pt x="2356" y="5948"/>
                  </a:lnTo>
                  <a:lnTo>
                    <a:pt x="2278" y="5948"/>
                  </a:lnTo>
                  <a:lnTo>
                    <a:pt x="2124" y="5600"/>
                  </a:lnTo>
                  <a:lnTo>
                    <a:pt x="1969" y="5214"/>
                  </a:lnTo>
                  <a:lnTo>
                    <a:pt x="1738" y="4442"/>
                  </a:lnTo>
                  <a:lnTo>
                    <a:pt x="1197" y="2936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17"/>
            <p:cNvSpPr/>
            <p:nvPr/>
          </p:nvSpPr>
          <p:spPr>
            <a:xfrm>
              <a:off x="643575" y="2007475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0"/>
                  </a:moveTo>
                  <a:lnTo>
                    <a:pt x="0" y="39"/>
                  </a:lnTo>
                  <a:lnTo>
                    <a:pt x="1970" y="3205"/>
                  </a:lnTo>
                  <a:lnTo>
                    <a:pt x="4055" y="6333"/>
                  </a:lnTo>
                  <a:lnTo>
                    <a:pt x="3553" y="6294"/>
                  </a:lnTo>
                  <a:lnTo>
                    <a:pt x="3051" y="6179"/>
                  </a:lnTo>
                  <a:lnTo>
                    <a:pt x="2587" y="6024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5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7" y="6719"/>
                  </a:lnTo>
                  <a:lnTo>
                    <a:pt x="4132" y="6796"/>
                  </a:lnTo>
                  <a:lnTo>
                    <a:pt x="4595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8" y="6642"/>
                  </a:lnTo>
                  <a:lnTo>
                    <a:pt x="8148" y="6487"/>
                  </a:lnTo>
                  <a:lnTo>
                    <a:pt x="8959" y="6294"/>
                  </a:lnTo>
                  <a:lnTo>
                    <a:pt x="9770" y="6024"/>
                  </a:lnTo>
                  <a:lnTo>
                    <a:pt x="10581" y="5715"/>
                  </a:lnTo>
                  <a:lnTo>
                    <a:pt x="11314" y="5368"/>
                  </a:lnTo>
                  <a:lnTo>
                    <a:pt x="12009" y="4904"/>
                  </a:lnTo>
                  <a:lnTo>
                    <a:pt x="12357" y="4673"/>
                  </a:lnTo>
                  <a:lnTo>
                    <a:pt x="12666" y="4402"/>
                  </a:lnTo>
                  <a:lnTo>
                    <a:pt x="12975" y="4093"/>
                  </a:lnTo>
                  <a:lnTo>
                    <a:pt x="13284" y="3784"/>
                  </a:lnTo>
                  <a:lnTo>
                    <a:pt x="13515" y="3476"/>
                  </a:lnTo>
                  <a:lnTo>
                    <a:pt x="13786" y="3128"/>
                  </a:lnTo>
                  <a:lnTo>
                    <a:pt x="13979" y="2780"/>
                  </a:lnTo>
                  <a:lnTo>
                    <a:pt x="14211" y="2394"/>
                  </a:lnTo>
                  <a:lnTo>
                    <a:pt x="14211" y="2278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4" y="2163"/>
                  </a:lnTo>
                  <a:lnTo>
                    <a:pt x="13554" y="2703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6"/>
                  </a:lnTo>
                  <a:lnTo>
                    <a:pt x="12009" y="4364"/>
                  </a:lnTo>
                  <a:lnTo>
                    <a:pt x="11546" y="4711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6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1"/>
                  </a:lnTo>
                  <a:lnTo>
                    <a:pt x="6758" y="6294"/>
                  </a:lnTo>
                  <a:lnTo>
                    <a:pt x="6217" y="6333"/>
                  </a:lnTo>
                  <a:lnTo>
                    <a:pt x="5677" y="6410"/>
                  </a:lnTo>
                  <a:lnTo>
                    <a:pt x="4557" y="6410"/>
                  </a:lnTo>
                  <a:lnTo>
                    <a:pt x="4595" y="6294"/>
                  </a:lnTo>
                  <a:lnTo>
                    <a:pt x="4364" y="6256"/>
                  </a:lnTo>
                  <a:lnTo>
                    <a:pt x="3398" y="4634"/>
                  </a:lnTo>
                  <a:lnTo>
                    <a:pt x="2356" y="3012"/>
                  </a:lnTo>
                  <a:lnTo>
                    <a:pt x="1275" y="1468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17"/>
            <p:cNvSpPr/>
            <p:nvPr/>
          </p:nvSpPr>
          <p:spPr>
            <a:xfrm>
              <a:off x="5946350" y="2008425"/>
              <a:ext cx="112975" cy="132300"/>
            </a:xfrm>
            <a:custGeom>
              <a:avLst/>
              <a:gdLst/>
              <a:ahLst/>
              <a:cxnLst/>
              <a:rect l="l" t="t" r="r" b="b"/>
              <a:pathLst>
                <a:path w="4519" h="5292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55"/>
                  </a:lnTo>
                  <a:lnTo>
                    <a:pt x="2240" y="271"/>
                  </a:lnTo>
                  <a:lnTo>
                    <a:pt x="2009" y="426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082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08"/>
                  </a:lnTo>
                  <a:lnTo>
                    <a:pt x="1" y="4055"/>
                  </a:lnTo>
                  <a:lnTo>
                    <a:pt x="1" y="4364"/>
                  </a:lnTo>
                  <a:lnTo>
                    <a:pt x="39" y="4673"/>
                  </a:lnTo>
                  <a:lnTo>
                    <a:pt x="117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789"/>
                  </a:lnTo>
                  <a:lnTo>
                    <a:pt x="696" y="4712"/>
                  </a:lnTo>
                  <a:lnTo>
                    <a:pt x="580" y="4557"/>
                  </a:lnTo>
                  <a:lnTo>
                    <a:pt x="541" y="4442"/>
                  </a:lnTo>
                  <a:lnTo>
                    <a:pt x="503" y="4248"/>
                  </a:lnTo>
                  <a:lnTo>
                    <a:pt x="541" y="4055"/>
                  </a:lnTo>
                  <a:lnTo>
                    <a:pt x="580" y="3592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27" y="2318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16" y="1159"/>
                  </a:lnTo>
                  <a:lnTo>
                    <a:pt x="2202" y="889"/>
                  </a:lnTo>
                  <a:lnTo>
                    <a:pt x="2627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6" y="464"/>
                  </a:lnTo>
                  <a:lnTo>
                    <a:pt x="4441" y="464"/>
                  </a:lnTo>
                  <a:lnTo>
                    <a:pt x="4519" y="426"/>
                  </a:lnTo>
                  <a:lnTo>
                    <a:pt x="4519" y="348"/>
                  </a:lnTo>
                  <a:lnTo>
                    <a:pt x="4519" y="155"/>
                  </a:lnTo>
                  <a:lnTo>
                    <a:pt x="4210" y="155"/>
                  </a:lnTo>
                  <a:lnTo>
                    <a:pt x="3901" y="78"/>
                  </a:lnTo>
                  <a:lnTo>
                    <a:pt x="36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17"/>
            <p:cNvSpPr/>
            <p:nvPr/>
          </p:nvSpPr>
          <p:spPr>
            <a:xfrm>
              <a:off x="6195425" y="2043175"/>
              <a:ext cx="25125" cy="11625"/>
            </a:xfrm>
            <a:custGeom>
              <a:avLst/>
              <a:gdLst/>
              <a:ahLst/>
              <a:cxnLst/>
              <a:rect l="l" t="t" r="r" b="b"/>
              <a:pathLst>
                <a:path w="1005" h="465" extrusionOk="0">
                  <a:moveTo>
                    <a:pt x="773" y="1"/>
                  </a:moveTo>
                  <a:lnTo>
                    <a:pt x="541" y="40"/>
                  </a:lnTo>
                  <a:lnTo>
                    <a:pt x="309" y="78"/>
                  </a:lnTo>
                  <a:lnTo>
                    <a:pt x="78" y="155"/>
                  </a:lnTo>
                  <a:lnTo>
                    <a:pt x="39" y="194"/>
                  </a:lnTo>
                  <a:lnTo>
                    <a:pt x="0" y="271"/>
                  </a:lnTo>
                  <a:lnTo>
                    <a:pt x="0" y="348"/>
                  </a:lnTo>
                  <a:lnTo>
                    <a:pt x="78" y="426"/>
                  </a:lnTo>
                  <a:lnTo>
                    <a:pt x="116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580" y="348"/>
                  </a:lnTo>
                  <a:lnTo>
                    <a:pt x="773" y="387"/>
                  </a:lnTo>
                  <a:lnTo>
                    <a:pt x="850" y="348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04" y="233"/>
                  </a:lnTo>
                  <a:lnTo>
                    <a:pt x="1004" y="155"/>
                  </a:lnTo>
                  <a:lnTo>
                    <a:pt x="966" y="78"/>
                  </a:lnTo>
                  <a:lnTo>
                    <a:pt x="888" y="40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17"/>
            <p:cNvSpPr/>
            <p:nvPr/>
          </p:nvSpPr>
          <p:spPr>
            <a:xfrm>
              <a:off x="6096950" y="2048975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155" y="1"/>
                  </a:moveTo>
                  <a:lnTo>
                    <a:pt x="116" y="39"/>
                  </a:lnTo>
                  <a:lnTo>
                    <a:pt x="39" y="78"/>
                  </a:lnTo>
                  <a:lnTo>
                    <a:pt x="1" y="155"/>
                  </a:lnTo>
                  <a:lnTo>
                    <a:pt x="39" y="271"/>
                  </a:lnTo>
                  <a:lnTo>
                    <a:pt x="116" y="310"/>
                  </a:lnTo>
                  <a:lnTo>
                    <a:pt x="155" y="310"/>
                  </a:lnTo>
                  <a:lnTo>
                    <a:pt x="425" y="348"/>
                  </a:lnTo>
                  <a:lnTo>
                    <a:pt x="734" y="348"/>
                  </a:lnTo>
                  <a:lnTo>
                    <a:pt x="812" y="271"/>
                  </a:lnTo>
                  <a:lnTo>
                    <a:pt x="850" y="155"/>
                  </a:lnTo>
                  <a:lnTo>
                    <a:pt x="812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17"/>
            <p:cNvSpPr/>
            <p:nvPr/>
          </p:nvSpPr>
          <p:spPr>
            <a:xfrm>
              <a:off x="5988825" y="2089525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580"/>
                  </a:lnTo>
                  <a:lnTo>
                    <a:pt x="2549" y="696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59"/>
                  </a:lnTo>
                  <a:lnTo>
                    <a:pt x="3206" y="1429"/>
                  </a:lnTo>
                  <a:lnTo>
                    <a:pt x="3244" y="1661"/>
                  </a:lnTo>
                  <a:lnTo>
                    <a:pt x="3244" y="1931"/>
                  </a:lnTo>
                  <a:lnTo>
                    <a:pt x="3206" y="2201"/>
                  </a:lnTo>
                  <a:lnTo>
                    <a:pt x="3090" y="2433"/>
                  </a:lnTo>
                  <a:lnTo>
                    <a:pt x="2974" y="2665"/>
                  </a:lnTo>
                  <a:lnTo>
                    <a:pt x="2781" y="2858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47" y="3244"/>
                  </a:lnTo>
                  <a:lnTo>
                    <a:pt x="1777" y="3244"/>
                  </a:lnTo>
                  <a:lnTo>
                    <a:pt x="1468" y="3167"/>
                  </a:lnTo>
                  <a:lnTo>
                    <a:pt x="1198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24"/>
                  </a:lnTo>
                  <a:lnTo>
                    <a:pt x="464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8" y="889"/>
                  </a:lnTo>
                  <a:lnTo>
                    <a:pt x="1121" y="734"/>
                  </a:lnTo>
                  <a:lnTo>
                    <a:pt x="1352" y="580"/>
                  </a:lnTo>
                  <a:lnTo>
                    <a:pt x="1584" y="464"/>
                  </a:lnTo>
                  <a:close/>
                  <a:moveTo>
                    <a:pt x="1700" y="0"/>
                  </a:moveTo>
                  <a:lnTo>
                    <a:pt x="1545" y="78"/>
                  </a:lnTo>
                  <a:lnTo>
                    <a:pt x="1352" y="116"/>
                  </a:lnTo>
                  <a:lnTo>
                    <a:pt x="1314" y="155"/>
                  </a:lnTo>
                  <a:lnTo>
                    <a:pt x="1082" y="271"/>
                  </a:lnTo>
                  <a:lnTo>
                    <a:pt x="812" y="387"/>
                  </a:lnTo>
                  <a:lnTo>
                    <a:pt x="619" y="541"/>
                  </a:lnTo>
                  <a:lnTo>
                    <a:pt x="426" y="734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1" y="2086"/>
                  </a:lnTo>
                  <a:lnTo>
                    <a:pt x="39" y="2279"/>
                  </a:lnTo>
                  <a:lnTo>
                    <a:pt x="117" y="2472"/>
                  </a:lnTo>
                  <a:lnTo>
                    <a:pt x="310" y="2819"/>
                  </a:lnTo>
                  <a:lnTo>
                    <a:pt x="541" y="3128"/>
                  </a:lnTo>
                  <a:lnTo>
                    <a:pt x="850" y="3399"/>
                  </a:lnTo>
                  <a:lnTo>
                    <a:pt x="1198" y="3592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07"/>
                  </a:lnTo>
                  <a:lnTo>
                    <a:pt x="2356" y="3669"/>
                  </a:lnTo>
                  <a:lnTo>
                    <a:pt x="2627" y="3553"/>
                  </a:lnTo>
                  <a:lnTo>
                    <a:pt x="2897" y="3399"/>
                  </a:lnTo>
                  <a:lnTo>
                    <a:pt x="3129" y="3244"/>
                  </a:lnTo>
                  <a:lnTo>
                    <a:pt x="3322" y="3012"/>
                  </a:lnTo>
                  <a:lnTo>
                    <a:pt x="3476" y="2742"/>
                  </a:lnTo>
                  <a:lnTo>
                    <a:pt x="3631" y="2472"/>
                  </a:lnTo>
                  <a:lnTo>
                    <a:pt x="3708" y="2201"/>
                  </a:lnTo>
                  <a:lnTo>
                    <a:pt x="3746" y="1893"/>
                  </a:lnTo>
                  <a:lnTo>
                    <a:pt x="3708" y="1584"/>
                  </a:lnTo>
                  <a:lnTo>
                    <a:pt x="3669" y="1275"/>
                  </a:lnTo>
                  <a:lnTo>
                    <a:pt x="3515" y="966"/>
                  </a:lnTo>
                  <a:lnTo>
                    <a:pt x="3322" y="696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17"/>
            <p:cNvSpPr/>
            <p:nvPr/>
          </p:nvSpPr>
          <p:spPr>
            <a:xfrm>
              <a:off x="3369775" y="2101100"/>
              <a:ext cx="174750" cy="292550"/>
            </a:xfrm>
            <a:custGeom>
              <a:avLst/>
              <a:gdLst/>
              <a:ahLst/>
              <a:cxnLst/>
              <a:rect l="l" t="t" r="r" b="b"/>
              <a:pathLst>
                <a:path w="6990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3" y="6256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3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1" y="11508"/>
                  </a:lnTo>
                  <a:lnTo>
                    <a:pt x="6951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8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5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3" y="8573"/>
                  </a:lnTo>
                  <a:lnTo>
                    <a:pt x="6295" y="9500"/>
                  </a:lnTo>
                  <a:lnTo>
                    <a:pt x="6256" y="10427"/>
                  </a:lnTo>
                  <a:lnTo>
                    <a:pt x="5986" y="9886"/>
                  </a:lnTo>
                  <a:lnTo>
                    <a:pt x="5252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17"/>
            <p:cNvSpPr/>
            <p:nvPr/>
          </p:nvSpPr>
          <p:spPr>
            <a:xfrm>
              <a:off x="4221225" y="2127175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17"/>
            <p:cNvSpPr/>
            <p:nvPr/>
          </p:nvSpPr>
          <p:spPr>
            <a:xfrm>
              <a:off x="4086075" y="21291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7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6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2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69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7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5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5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8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4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4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8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17"/>
            <p:cNvSpPr/>
            <p:nvPr/>
          </p:nvSpPr>
          <p:spPr>
            <a:xfrm>
              <a:off x="5288925" y="2151300"/>
              <a:ext cx="174775" cy="292550"/>
            </a:xfrm>
            <a:custGeom>
              <a:avLst/>
              <a:gdLst/>
              <a:ahLst/>
              <a:cxnLst/>
              <a:rect l="l" t="t" r="r" b="b"/>
              <a:pathLst>
                <a:path w="6991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17"/>
            <p:cNvSpPr/>
            <p:nvPr/>
          </p:nvSpPr>
          <p:spPr>
            <a:xfrm>
              <a:off x="1498900" y="21899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7" y="618"/>
                  </a:moveTo>
                  <a:lnTo>
                    <a:pt x="5947" y="773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5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3" y="3900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0"/>
                  </a:lnTo>
                  <a:lnTo>
                    <a:pt x="5792" y="3862"/>
                  </a:lnTo>
                  <a:lnTo>
                    <a:pt x="5676" y="3746"/>
                  </a:lnTo>
                  <a:lnTo>
                    <a:pt x="5561" y="3553"/>
                  </a:lnTo>
                  <a:lnTo>
                    <a:pt x="5483" y="3321"/>
                  </a:lnTo>
                  <a:lnTo>
                    <a:pt x="5406" y="2626"/>
                  </a:lnTo>
                  <a:lnTo>
                    <a:pt x="5367" y="1970"/>
                  </a:lnTo>
                  <a:lnTo>
                    <a:pt x="5367" y="618"/>
                  </a:lnTo>
                  <a:close/>
                  <a:moveTo>
                    <a:pt x="2780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7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6" y="3012"/>
                  </a:lnTo>
                  <a:lnTo>
                    <a:pt x="888" y="2549"/>
                  </a:lnTo>
                  <a:lnTo>
                    <a:pt x="1158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0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2" y="6295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0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4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8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6" y="4287"/>
                  </a:lnTo>
                  <a:lnTo>
                    <a:pt x="965" y="4518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3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7" y="3398"/>
                  </a:lnTo>
                  <a:lnTo>
                    <a:pt x="5174" y="3746"/>
                  </a:lnTo>
                  <a:lnTo>
                    <a:pt x="5213" y="3900"/>
                  </a:lnTo>
                  <a:lnTo>
                    <a:pt x="5290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69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7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0" y="4904"/>
                  </a:lnTo>
                  <a:lnTo>
                    <a:pt x="9383" y="4904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3" y="6488"/>
                  </a:lnTo>
                  <a:lnTo>
                    <a:pt x="10696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6" y="6565"/>
                  </a:lnTo>
                  <a:lnTo>
                    <a:pt x="12280" y="6912"/>
                  </a:lnTo>
                  <a:lnTo>
                    <a:pt x="12395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8" y="8998"/>
                  </a:lnTo>
                  <a:lnTo>
                    <a:pt x="12511" y="8998"/>
                  </a:lnTo>
                  <a:lnTo>
                    <a:pt x="12434" y="9075"/>
                  </a:lnTo>
                  <a:lnTo>
                    <a:pt x="12395" y="9113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3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0" y="7723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7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4" y="5098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6"/>
                  </a:lnTo>
                  <a:lnTo>
                    <a:pt x="9885" y="4480"/>
                  </a:lnTo>
                  <a:lnTo>
                    <a:pt x="9538" y="4441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4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8" y="348"/>
                  </a:lnTo>
                  <a:lnTo>
                    <a:pt x="5715" y="193"/>
                  </a:lnTo>
                  <a:lnTo>
                    <a:pt x="5290" y="78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17"/>
            <p:cNvSpPr/>
            <p:nvPr/>
          </p:nvSpPr>
          <p:spPr>
            <a:xfrm>
              <a:off x="1530750" y="22034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7" y="7454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5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3"/>
                  </a:lnTo>
                  <a:lnTo>
                    <a:pt x="9538" y="9423"/>
                  </a:lnTo>
                  <a:lnTo>
                    <a:pt x="9384" y="9655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8" y="10195"/>
                  </a:lnTo>
                  <a:lnTo>
                    <a:pt x="8109" y="10157"/>
                  </a:lnTo>
                  <a:lnTo>
                    <a:pt x="7839" y="10079"/>
                  </a:lnTo>
                  <a:lnTo>
                    <a:pt x="7607" y="9964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8" y="9346"/>
                  </a:lnTo>
                  <a:lnTo>
                    <a:pt x="6951" y="9075"/>
                  </a:lnTo>
                  <a:lnTo>
                    <a:pt x="6912" y="8805"/>
                  </a:lnTo>
                  <a:lnTo>
                    <a:pt x="6951" y="8535"/>
                  </a:lnTo>
                  <a:lnTo>
                    <a:pt x="7028" y="8265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3" y="7569"/>
                  </a:lnTo>
                  <a:lnTo>
                    <a:pt x="8148" y="7338"/>
                  </a:lnTo>
                  <a:lnTo>
                    <a:pt x="8225" y="7299"/>
                  </a:lnTo>
                  <a:close/>
                  <a:moveTo>
                    <a:pt x="2858" y="1"/>
                  </a:moveTo>
                  <a:lnTo>
                    <a:pt x="2665" y="40"/>
                  </a:lnTo>
                  <a:lnTo>
                    <a:pt x="2665" y="78"/>
                  </a:lnTo>
                  <a:lnTo>
                    <a:pt x="2626" y="1353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3" y="5098"/>
                  </a:lnTo>
                  <a:lnTo>
                    <a:pt x="2896" y="7492"/>
                  </a:lnTo>
                  <a:lnTo>
                    <a:pt x="2896" y="8149"/>
                  </a:lnTo>
                  <a:lnTo>
                    <a:pt x="2935" y="8458"/>
                  </a:lnTo>
                  <a:lnTo>
                    <a:pt x="2974" y="8612"/>
                  </a:lnTo>
                  <a:lnTo>
                    <a:pt x="3051" y="8767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0" y="8689"/>
                  </a:lnTo>
                  <a:lnTo>
                    <a:pt x="0" y="9037"/>
                  </a:lnTo>
                  <a:lnTo>
                    <a:pt x="773" y="9114"/>
                  </a:lnTo>
                  <a:lnTo>
                    <a:pt x="1545" y="9153"/>
                  </a:lnTo>
                  <a:lnTo>
                    <a:pt x="3128" y="9230"/>
                  </a:lnTo>
                  <a:lnTo>
                    <a:pt x="4827" y="9307"/>
                  </a:lnTo>
                  <a:lnTo>
                    <a:pt x="5677" y="9307"/>
                  </a:lnTo>
                  <a:lnTo>
                    <a:pt x="6488" y="9269"/>
                  </a:lnTo>
                  <a:lnTo>
                    <a:pt x="6603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1" y="10311"/>
                  </a:lnTo>
                  <a:lnTo>
                    <a:pt x="7492" y="10466"/>
                  </a:lnTo>
                  <a:lnTo>
                    <a:pt x="7801" y="10581"/>
                  </a:lnTo>
                  <a:lnTo>
                    <a:pt x="8109" y="10659"/>
                  </a:lnTo>
                  <a:lnTo>
                    <a:pt x="8418" y="10697"/>
                  </a:lnTo>
                  <a:lnTo>
                    <a:pt x="8727" y="10620"/>
                  </a:lnTo>
                  <a:lnTo>
                    <a:pt x="9036" y="10543"/>
                  </a:lnTo>
                  <a:lnTo>
                    <a:pt x="9306" y="10388"/>
                  </a:lnTo>
                  <a:lnTo>
                    <a:pt x="9538" y="10195"/>
                  </a:lnTo>
                  <a:lnTo>
                    <a:pt x="9770" y="9964"/>
                  </a:lnTo>
                  <a:lnTo>
                    <a:pt x="9924" y="9693"/>
                  </a:lnTo>
                  <a:lnTo>
                    <a:pt x="10079" y="9423"/>
                  </a:lnTo>
                  <a:lnTo>
                    <a:pt x="10156" y="9153"/>
                  </a:lnTo>
                  <a:lnTo>
                    <a:pt x="10195" y="9153"/>
                  </a:lnTo>
                  <a:lnTo>
                    <a:pt x="10195" y="8767"/>
                  </a:lnTo>
                  <a:lnTo>
                    <a:pt x="10156" y="8419"/>
                  </a:lnTo>
                  <a:lnTo>
                    <a:pt x="10040" y="8071"/>
                  </a:lnTo>
                  <a:lnTo>
                    <a:pt x="9847" y="7763"/>
                  </a:lnTo>
                  <a:lnTo>
                    <a:pt x="9615" y="7492"/>
                  </a:lnTo>
                  <a:lnTo>
                    <a:pt x="9306" y="7261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6" y="6990"/>
                  </a:lnTo>
                  <a:lnTo>
                    <a:pt x="7723" y="7029"/>
                  </a:lnTo>
                  <a:lnTo>
                    <a:pt x="7414" y="7145"/>
                  </a:lnTo>
                  <a:lnTo>
                    <a:pt x="7144" y="7338"/>
                  </a:lnTo>
                  <a:lnTo>
                    <a:pt x="6912" y="7569"/>
                  </a:lnTo>
                  <a:lnTo>
                    <a:pt x="6719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5" y="8805"/>
                  </a:lnTo>
                  <a:lnTo>
                    <a:pt x="4943" y="8767"/>
                  </a:lnTo>
                  <a:lnTo>
                    <a:pt x="3476" y="8767"/>
                  </a:lnTo>
                  <a:lnTo>
                    <a:pt x="3476" y="8728"/>
                  </a:lnTo>
                  <a:lnTo>
                    <a:pt x="3476" y="8651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5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6"/>
                  </a:lnTo>
                  <a:lnTo>
                    <a:pt x="3205" y="7338"/>
                  </a:lnTo>
                  <a:lnTo>
                    <a:pt x="3128" y="6450"/>
                  </a:lnTo>
                  <a:lnTo>
                    <a:pt x="3012" y="4326"/>
                  </a:lnTo>
                  <a:lnTo>
                    <a:pt x="2935" y="2202"/>
                  </a:lnTo>
                  <a:lnTo>
                    <a:pt x="2896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17"/>
            <p:cNvSpPr/>
            <p:nvPr/>
          </p:nvSpPr>
          <p:spPr>
            <a:xfrm>
              <a:off x="4324525" y="22671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17"/>
            <p:cNvSpPr/>
            <p:nvPr/>
          </p:nvSpPr>
          <p:spPr>
            <a:xfrm>
              <a:off x="4273375" y="2268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17"/>
            <p:cNvSpPr/>
            <p:nvPr/>
          </p:nvSpPr>
          <p:spPr>
            <a:xfrm>
              <a:off x="1394625" y="22999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94"/>
                  </a:lnTo>
                  <a:lnTo>
                    <a:pt x="2240" y="309"/>
                  </a:lnTo>
                  <a:lnTo>
                    <a:pt x="2009" y="425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46"/>
                  </a:lnTo>
                  <a:lnTo>
                    <a:pt x="1" y="4055"/>
                  </a:lnTo>
                  <a:lnTo>
                    <a:pt x="1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4" y="4711"/>
                  </a:lnTo>
                  <a:lnTo>
                    <a:pt x="580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9"/>
                  </a:lnTo>
                  <a:lnTo>
                    <a:pt x="2626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4"/>
                  </a:lnTo>
                  <a:lnTo>
                    <a:pt x="4210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17"/>
            <p:cNvSpPr/>
            <p:nvPr/>
          </p:nvSpPr>
          <p:spPr>
            <a:xfrm>
              <a:off x="4211575" y="2315425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4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2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17"/>
            <p:cNvSpPr/>
            <p:nvPr/>
          </p:nvSpPr>
          <p:spPr>
            <a:xfrm>
              <a:off x="2413100" y="2319275"/>
              <a:ext cx="84975" cy="222075"/>
            </a:xfrm>
            <a:custGeom>
              <a:avLst/>
              <a:gdLst/>
              <a:ahLst/>
              <a:cxnLst/>
              <a:rect l="l" t="t" r="r" b="b"/>
              <a:pathLst>
                <a:path w="3399" h="8883" extrusionOk="0">
                  <a:moveTo>
                    <a:pt x="1043" y="7376"/>
                  </a:moveTo>
                  <a:lnTo>
                    <a:pt x="1197" y="7453"/>
                  </a:lnTo>
                  <a:lnTo>
                    <a:pt x="1352" y="7608"/>
                  </a:lnTo>
                  <a:lnTo>
                    <a:pt x="1429" y="7685"/>
                  </a:lnTo>
                  <a:lnTo>
                    <a:pt x="1468" y="7801"/>
                  </a:lnTo>
                  <a:lnTo>
                    <a:pt x="1468" y="8033"/>
                  </a:lnTo>
                  <a:lnTo>
                    <a:pt x="1390" y="8226"/>
                  </a:lnTo>
                  <a:lnTo>
                    <a:pt x="1313" y="8342"/>
                  </a:lnTo>
                  <a:lnTo>
                    <a:pt x="1236" y="8419"/>
                  </a:lnTo>
                  <a:lnTo>
                    <a:pt x="1159" y="8457"/>
                  </a:lnTo>
                  <a:lnTo>
                    <a:pt x="1043" y="8496"/>
                  </a:lnTo>
                  <a:lnTo>
                    <a:pt x="811" y="8496"/>
                  </a:lnTo>
                  <a:lnTo>
                    <a:pt x="618" y="8419"/>
                  </a:lnTo>
                  <a:lnTo>
                    <a:pt x="541" y="8342"/>
                  </a:lnTo>
                  <a:lnTo>
                    <a:pt x="464" y="8264"/>
                  </a:lnTo>
                  <a:lnTo>
                    <a:pt x="386" y="8148"/>
                  </a:lnTo>
                  <a:lnTo>
                    <a:pt x="386" y="8033"/>
                  </a:lnTo>
                  <a:lnTo>
                    <a:pt x="386" y="7917"/>
                  </a:lnTo>
                  <a:lnTo>
                    <a:pt x="386" y="7801"/>
                  </a:lnTo>
                  <a:lnTo>
                    <a:pt x="502" y="7569"/>
                  </a:lnTo>
                  <a:lnTo>
                    <a:pt x="695" y="7415"/>
                  </a:lnTo>
                  <a:lnTo>
                    <a:pt x="850" y="7376"/>
                  </a:lnTo>
                  <a:close/>
                  <a:moveTo>
                    <a:pt x="3128" y="1"/>
                  </a:moveTo>
                  <a:lnTo>
                    <a:pt x="3089" y="39"/>
                  </a:lnTo>
                  <a:lnTo>
                    <a:pt x="3051" y="78"/>
                  </a:lnTo>
                  <a:lnTo>
                    <a:pt x="2819" y="503"/>
                  </a:lnTo>
                  <a:lnTo>
                    <a:pt x="2665" y="889"/>
                  </a:lnTo>
                  <a:lnTo>
                    <a:pt x="2356" y="1777"/>
                  </a:lnTo>
                  <a:lnTo>
                    <a:pt x="2085" y="2665"/>
                  </a:lnTo>
                  <a:lnTo>
                    <a:pt x="1854" y="3515"/>
                  </a:lnTo>
                  <a:lnTo>
                    <a:pt x="1313" y="5252"/>
                  </a:lnTo>
                  <a:lnTo>
                    <a:pt x="1043" y="6102"/>
                  </a:lnTo>
                  <a:lnTo>
                    <a:pt x="811" y="6990"/>
                  </a:lnTo>
                  <a:lnTo>
                    <a:pt x="657" y="6990"/>
                  </a:lnTo>
                  <a:lnTo>
                    <a:pt x="541" y="7029"/>
                  </a:lnTo>
                  <a:lnTo>
                    <a:pt x="386" y="7106"/>
                  </a:lnTo>
                  <a:lnTo>
                    <a:pt x="309" y="7222"/>
                  </a:lnTo>
                  <a:lnTo>
                    <a:pt x="271" y="7299"/>
                  </a:lnTo>
                  <a:lnTo>
                    <a:pt x="271" y="7376"/>
                  </a:lnTo>
                  <a:lnTo>
                    <a:pt x="116" y="7608"/>
                  </a:lnTo>
                  <a:lnTo>
                    <a:pt x="0" y="7840"/>
                  </a:lnTo>
                  <a:lnTo>
                    <a:pt x="0" y="8110"/>
                  </a:lnTo>
                  <a:lnTo>
                    <a:pt x="39" y="8264"/>
                  </a:lnTo>
                  <a:lnTo>
                    <a:pt x="78" y="8419"/>
                  </a:lnTo>
                  <a:lnTo>
                    <a:pt x="193" y="8573"/>
                  </a:lnTo>
                  <a:lnTo>
                    <a:pt x="348" y="8689"/>
                  </a:lnTo>
                  <a:lnTo>
                    <a:pt x="502" y="8805"/>
                  </a:lnTo>
                  <a:lnTo>
                    <a:pt x="657" y="8882"/>
                  </a:lnTo>
                  <a:lnTo>
                    <a:pt x="1043" y="8882"/>
                  </a:lnTo>
                  <a:lnTo>
                    <a:pt x="1236" y="8844"/>
                  </a:lnTo>
                  <a:lnTo>
                    <a:pt x="1429" y="8766"/>
                  </a:lnTo>
                  <a:lnTo>
                    <a:pt x="1584" y="8650"/>
                  </a:lnTo>
                  <a:lnTo>
                    <a:pt x="1699" y="8496"/>
                  </a:lnTo>
                  <a:lnTo>
                    <a:pt x="1777" y="8342"/>
                  </a:lnTo>
                  <a:lnTo>
                    <a:pt x="1854" y="8148"/>
                  </a:lnTo>
                  <a:lnTo>
                    <a:pt x="1854" y="7955"/>
                  </a:lnTo>
                  <a:lnTo>
                    <a:pt x="1854" y="7762"/>
                  </a:lnTo>
                  <a:lnTo>
                    <a:pt x="1815" y="7608"/>
                  </a:lnTo>
                  <a:lnTo>
                    <a:pt x="1738" y="7415"/>
                  </a:lnTo>
                  <a:lnTo>
                    <a:pt x="1622" y="7299"/>
                  </a:lnTo>
                  <a:lnTo>
                    <a:pt x="1506" y="7183"/>
                  </a:lnTo>
                  <a:lnTo>
                    <a:pt x="1352" y="7106"/>
                  </a:lnTo>
                  <a:lnTo>
                    <a:pt x="1197" y="7029"/>
                  </a:lnTo>
                  <a:lnTo>
                    <a:pt x="1545" y="6179"/>
                  </a:lnTo>
                  <a:lnTo>
                    <a:pt x="1815" y="5330"/>
                  </a:lnTo>
                  <a:lnTo>
                    <a:pt x="2394" y="3592"/>
                  </a:lnTo>
                  <a:lnTo>
                    <a:pt x="2665" y="2781"/>
                  </a:lnTo>
                  <a:lnTo>
                    <a:pt x="2974" y="1932"/>
                  </a:lnTo>
                  <a:lnTo>
                    <a:pt x="3244" y="1082"/>
                  </a:lnTo>
                  <a:lnTo>
                    <a:pt x="3321" y="657"/>
                  </a:lnTo>
                  <a:lnTo>
                    <a:pt x="3398" y="232"/>
                  </a:lnTo>
                  <a:lnTo>
                    <a:pt x="3360" y="117"/>
                  </a:lnTo>
                  <a:lnTo>
                    <a:pt x="3244" y="39"/>
                  </a:lnTo>
                  <a:lnTo>
                    <a:pt x="312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17"/>
            <p:cNvSpPr/>
            <p:nvPr/>
          </p:nvSpPr>
          <p:spPr>
            <a:xfrm>
              <a:off x="4217375" y="2321200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0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2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17"/>
            <p:cNvSpPr/>
            <p:nvPr/>
          </p:nvSpPr>
          <p:spPr>
            <a:xfrm>
              <a:off x="1643700" y="2334725"/>
              <a:ext cx="26075" cy="11600"/>
            </a:xfrm>
            <a:custGeom>
              <a:avLst/>
              <a:gdLst/>
              <a:ahLst/>
              <a:cxnLst/>
              <a:rect l="l" t="t" r="r" b="b"/>
              <a:pathLst>
                <a:path w="1043" h="464" extrusionOk="0">
                  <a:moveTo>
                    <a:pt x="773" y="1"/>
                  </a:moveTo>
                  <a:lnTo>
                    <a:pt x="541" y="39"/>
                  </a:lnTo>
                  <a:lnTo>
                    <a:pt x="309" y="78"/>
                  </a:lnTo>
                  <a:lnTo>
                    <a:pt x="77" y="194"/>
                  </a:lnTo>
                  <a:lnTo>
                    <a:pt x="39" y="232"/>
                  </a:lnTo>
                  <a:lnTo>
                    <a:pt x="0" y="271"/>
                  </a:lnTo>
                  <a:lnTo>
                    <a:pt x="39" y="387"/>
                  </a:lnTo>
                  <a:lnTo>
                    <a:pt x="77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43" y="232"/>
                  </a:lnTo>
                  <a:lnTo>
                    <a:pt x="1004" y="155"/>
                  </a:lnTo>
                  <a:lnTo>
                    <a:pt x="966" y="116"/>
                  </a:lnTo>
                  <a:lnTo>
                    <a:pt x="888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17"/>
            <p:cNvSpPr/>
            <p:nvPr/>
          </p:nvSpPr>
          <p:spPr>
            <a:xfrm>
              <a:off x="5914500" y="2336650"/>
              <a:ext cx="309900" cy="605325"/>
            </a:xfrm>
            <a:custGeom>
              <a:avLst/>
              <a:gdLst/>
              <a:ahLst/>
              <a:cxnLst/>
              <a:rect l="l" t="t" r="r" b="b"/>
              <a:pathLst>
                <a:path w="12396" h="24213" extrusionOk="0">
                  <a:moveTo>
                    <a:pt x="7955" y="464"/>
                  </a:moveTo>
                  <a:lnTo>
                    <a:pt x="8496" y="503"/>
                  </a:lnTo>
                  <a:lnTo>
                    <a:pt x="9036" y="619"/>
                  </a:lnTo>
                  <a:lnTo>
                    <a:pt x="9500" y="812"/>
                  </a:lnTo>
                  <a:lnTo>
                    <a:pt x="9924" y="1043"/>
                  </a:lnTo>
                  <a:lnTo>
                    <a:pt x="10311" y="1352"/>
                  </a:lnTo>
                  <a:lnTo>
                    <a:pt x="10658" y="1700"/>
                  </a:lnTo>
                  <a:lnTo>
                    <a:pt x="10967" y="2086"/>
                  </a:lnTo>
                  <a:lnTo>
                    <a:pt x="11237" y="2511"/>
                  </a:lnTo>
                  <a:lnTo>
                    <a:pt x="11469" y="2974"/>
                  </a:lnTo>
                  <a:lnTo>
                    <a:pt x="11662" y="3438"/>
                  </a:lnTo>
                  <a:lnTo>
                    <a:pt x="11778" y="3940"/>
                  </a:lnTo>
                  <a:lnTo>
                    <a:pt x="11855" y="4442"/>
                  </a:lnTo>
                  <a:lnTo>
                    <a:pt x="11894" y="4982"/>
                  </a:lnTo>
                  <a:lnTo>
                    <a:pt x="11894" y="5484"/>
                  </a:lnTo>
                  <a:lnTo>
                    <a:pt x="11817" y="5986"/>
                  </a:lnTo>
                  <a:lnTo>
                    <a:pt x="11701" y="6488"/>
                  </a:lnTo>
                  <a:lnTo>
                    <a:pt x="11546" y="6990"/>
                  </a:lnTo>
                  <a:lnTo>
                    <a:pt x="11315" y="7453"/>
                  </a:lnTo>
                  <a:lnTo>
                    <a:pt x="11083" y="7917"/>
                  </a:lnTo>
                  <a:lnTo>
                    <a:pt x="10813" y="8342"/>
                  </a:lnTo>
                  <a:lnTo>
                    <a:pt x="10504" y="8766"/>
                  </a:lnTo>
                  <a:lnTo>
                    <a:pt x="10195" y="9153"/>
                  </a:lnTo>
                  <a:lnTo>
                    <a:pt x="9847" y="9500"/>
                  </a:lnTo>
                  <a:lnTo>
                    <a:pt x="9461" y="9848"/>
                  </a:lnTo>
                  <a:lnTo>
                    <a:pt x="9036" y="10157"/>
                  </a:lnTo>
                  <a:lnTo>
                    <a:pt x="8650" y="10465"/>
                  </a:lnTo>
                  <a:lnTo>
                    <a:pt x="8187" y="10736"/>
                  </a:lnTo>
                  <a:lnTo>
                    <a:pt x="7762" y="11006"/>
                  </a:lnTo>
                  <a:lnTo>
                    <a:pt x="6835" y="11469"/>
                  </a:lnTo>
                  <a:lnTo>
                    <a:pt x="5870" y="11856"/>
                  </a:lnTo>
                  <a:lnTo>
                    <a:pt x="5677" y="11856"/>
                  </a:lnTo>
                  <a:lnTo>
                    <a:pt x="5638" y="11933"/>
                  </a:lnTo>
                  <a:lnTo>
                    <a:pt x="5600" y="11933"/>
                  </a:lnTo>
                  <a:lnTo>
                    <a:pt x="4982" y="11276"/>
                  </a:lnTo>
                  <a:lnTo>
                    <a:pt x="4441" y="10543"/>
                  </a:lnTo>
                  <a:lnTo>
                    <a:pt x="3978" y="9809"/>
                  </a:lnTo>
                  <a:lnTo>
                    <a:pt x="3746" y="9384"/>
                  </a:lnTo>
                  <a:lnTo>
                    <a:pt x="3592" y="8998"/>
                  </a:lnTo>
                  <a:lnTo>
                    <a:pt x="3437" y="8612"/>
                  </a:lnTo>
                  <a:lnTo>
                    <a:pt x="3283" y="8187"/>
                  </a:lnTo>
                  <a:lnTo>
                    <a:pt x="3167" y="7762"/>
                  </a:lnTo>
                  <a:lnTo>
                    <a:pt x="3090" y="7299"/>
                  </a:lnTo>
                  <a:lnTo>
                    <a:pt x="3051" y="6874"/>
                  </a:lnTo>
                  <a:lnTo>
                    <a:pt x="3012" y="6411"/>
                  </a:lnTo>
                  <a:lnTo>
                    <a:pt x="3051" y="5948"/>
                  </a:lnTo>
                  <a:lnTo>
                    <a:pt x="3090" y="5484"/>
                  </a:lnTo>
                  <a:lnTo>
                    <a:pt x="3167" y="5021"/>
                  </a:lnTo>
                  <a:lnTo>
                    <a:pt x="3244" y="4557"/>
                  </a:lnTo>
                  <a:lnTo>
                    <a:pt x="3399" y="4094"/>
                  </a:lnTo>
                  <a:lnTo>
                    <a:pt x="3592" y="3669"/>
                  </a:lnTo>
                  <a:lnTo>
                    <a:pt x="3785" y="3206"/>
                  </a:lnTo>
                  <a:lnTo>
                    <a:pt x="4055" y="2820"/>
                  </a:lnTo>
                  <a:lnTo>
                    <a:pt x="4325" y="2395"/>
                  </a:lnTo>
                  <a:lnTo>
                    <a:pt x="4634" y="2047"/>
                  </a:lnTo>
                  <a:lnTo>
                    <a:pt x="4943" y="1700"/>
                  </a:lnTo>
                  <a:lnTo>
                    <a:pt x="5329" y="1391"/>
                  </a:lnTo>
                  <a:lnTo>
                    <a:pt x="5715" y="1082"/>
                  </a:lnTo>
                  <a:lnTo>
                    <a:pt x="6102" y="850"/>
                  </a:lnTo>
                  <a:lnTo>
                    <a:pt x="6526" y="696"/>
                  </a:lnTo>
                  <a:lnTo>
                    <a:pt x="6990" y="541"/>
                  </a:lnTo>
                  <a:lnTo>
                    <a:pt x="7453" y="464"/>
                  </a:lnTo>
                  <a:close/>
                  <a:moveTo>
                    <a:pt x="5561" y="12280"/>
                  </a:moveTo>
                  <a:lnTo>
                    <a:pt x="5600" y="12319"/>
                  </a:lnTo>
                  <a:lnTo>
                    <a:pt x="5677" y="12358"/>
                  </a:lnTo>
                  <a:lnTo>
                    <a:pt x="5793" y="12898"/>
                  </a:lnTo>
                  <a:lnTo>
                    <a:pt x="5098" y="12589"/>
                  </a:lnTo>
                  <a:lnTo>
                    <a:pt x="5561" y="12280"/>
                  </a:lnTo>
                  <a:close/>
                  <a:moveTo>
                    <a:pt x="3321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2" y="13979"/>
                  </a:lnTo>
                  <a:lnTo>
                    <a:pt x="2781" y="13941"/>
                  </a:lnTo>
                  <a:lnTo>
                    <a:pt x="2510" y="13825"/>
                  </a:lnTo>
                  <a:lnTo>
                    <a:pt x="2935" y="13400"/>
                  </a:lnTo>
                  <a:lnTo>
                    <a:pt x="3321" y="12975"/>
                  </a:lnTo>
                  <a:close/>
                  <a:moveTo>
                    <a:pt x="3939" y="14327"/>
                  </a:moveTo>
                  <a:lnTo>
                    <a:pt x="5098" y="14520"/>
                  </a:lnTo>
                  <a:lnTo>
                    <a:pt x="4441" y="15485"/>
                  </a:lnTo>
                  <a:lnTo>
                    <a:pt x="4287" y="15215"/>
                  </a:lnTo>
                  <a:lnTo>
                    <a:pt x="4171" y="14945"/>
                  </a:lnTo>
                  <a:lnTo>
                    <a:pt x="4055" y="14636"/>
                  </a:lnTo>
                  <a:lnTo>
                    <a:pt x="3978" y="14366"/>
                  </a:lnTo>
                  <a:lnTo>
                    <a:pt x="3939" y="14327"/>
                  </a:lnTo>
                  <a:close/>
                  <a:moveTo>
                    <a:pt x="3746" y="14597"/>
                  </a:moveTo>
                  <a:lnTo>
                    <a:pt x="3823" y="14945"/>
                  </a:lnTo>
                  <a:lnTo>
                    <a:pt x="3978" y="15292"/>
                  </a:lnTo>
                  <a:lnTo>
                    <a:pt x="4132" y="15601"/>
                  </a:lnTo>
                  <a:lnTo>
                    <a:pt x="4287" y="15910"/>
                  </a:lnTo>
                  <a:lnTo>
                    <a:pt x="4364" y="15987"/>
                  </a:lnTo>
                  <a:lnTo>
                    <a:pt x="4055" y="16412"/>
                  </a:lnTo>
                  <a:lnTo>
                    <a:pt x="3746" y="16875"/>
                  </a:lnTo>
                  <a:lnTo>
                    <a:pt x="3592" y="16412"/>
                  </a:lnTo>
                  <a:lnTo>
                    <a:pt x="3476" y="15949"/>
                  </a:lnTo>
                  <a:lnTo>
                    <a:pt x="3476" y="15717"/>
                  </a:lnTo>
                  <a:lnTo>
                    <a:pt x="3476" y="15447"/>
                  </a:lnTo>
                  <a:lnTo>
                    <a:pt x="3514" y="15215"/>
                  </a:lnTo>
                  <a:lnTo>
                    <a:pt x="3553" y="14983"/>
                  </a:lnTo>
                  <a:lnTo>
                    <a:pt x="3746" y="14597"/>
                  </a:lnTo>
                  <a:close/>
                  <a:moveTo>
                    <a:pt x="4480" y="16335"/>
                  </a:moveTo>
                  <a:lnTo>
                    <a:pt x="4673" y="16760"/>
                  </a:lnTo>
                  <a:lnTo>
                    <a:pt x="4789" y="17223"/>
                  </a:lnTo>
                  <a:lnTo>
                    <a:pt x="4364" y="17107"/>
                  </a:lnTo>
                  <a:lnTo>
                    <a:pt x="3939" y="17030"/>
                  </a:lnTo>
                  <a:lnTo>
                    <a:pt x="4480" y="16335"/>
                  </a:lnTo>
                  <a:close/>
                  <a:moveTo>
                    <a:pt x="2472" y="16875"/>
                  </a:moveTo>
                  <a:lnTo>
                    <a:pt x="3399" y="17107"/>
                  </a:lnTo>
                  <a:lnTo>
                    <a:pt x="3476" y="17262"/>
                  </a:lnTo>
                  <a:lnTo>
                    <a:pt x="3321" y="17377"/>
                  </a:lnTo>
                  <a:lnTo>
                    <a:pt x="3167" y="17571"/>
                  </a:lnTo>
                  <a:lnTo>
                    <a:pt x="2897" y="17918"/>
                  </a:lnTo>
                  <a:lnTo>
                    <a:pt x="2665" y="17416"/>
                  </a:lnTo>
                  <a:lnTo>
                    <a:pt x="2472" y="16875"/>
                  </a:lnTo>
                  <a:close/>
                  <a:moveTo>
                    <a:pt x="3360" y="19733"/>
                  </a:moveTo>
                  <a:lnTo>
                    <a:pt x="4055" y="20428"/>
                  </a:lnTo>
                  <a:lnTo>
                    <a:pt x="3553" y="20660"/>
                  </a:lnTo>
                  <a:lnTo>
                    <a:pt x="3012" y="20969"/>
                  </a:lnTo>
                  <a:lnTo>
                    <a:pt x="3012" y="20969"/>
                  </a:lnTo>
                  <a:lnTo>
                    <a:pt x="3167" y="20351"/>
                  </a:lnTo>
                  <a:lnTo>
                    <a:pt x="3360" y="19733"/>
                  </a:lnTo>
                  <a:close/>
                  <a:moveTo>
                    <a:pt x="5677" y="20119"/>
                  </a:moveTo>
                  <a:lnTo>
                    <a:pt x="5986" y="20196"/>
                  </a:lnTo>
                  <a:lnTo>
                    <a:pt x="5715" y="20891"/>
                  </a:lnTo>
                  <a:lnTo>
                    <a:pt x="5368" y="21548"/>
                  </a:lnTo>
                  <a:lnTo>
                    <a:pt x="4673" y="20583"/>
                  </a:lnTo>
                  <a:lnTo>
                    <a:pt x="4634" y="20544"/>
                  </a:lnTo>
                  <a:lnTo>
                    <a:pt x="4673" y="20235"/>
                  </a:lnTo>
                  <a:lnTo>
                    <a:pt x="5020" y="20158"/>
                  </a:lnTo>
                  <a:lnTo>
                    <a:pt x="5329" y="20119"/>
                  </a:lnTo>
                  <a:close/>
                  <a:moveTo>
                    <a:pt x="7453" y="1"/>
                  </a:moveTo>
                  <a:lnTo>
                    <a:pt x="7067" y="39"/>
                  </a:lnTo>
                  <a:lnTo>
                    <a:pt x="6719" y="155"/>
                  </a:lnTo>
                  <a:lnTo>
                    <a:pt x="6333" y="271"/>
                  </a:lnTo>
                  <a:lnTo>
                    <a:pt x="5986" y="426"/>
                  </a:lnTo>
                  <a:lnTo>
                    <a:pt x="5638" y="580"/>
                  </a:lnTo>
                  <a:lnTo>
                    <a:pt x="5291" y="812"/>
                  </a:lnTo>
                  <a:lnTo>
                    <a:pt x="4943" y="1043"/>
                  </a:lnTo>
                  <a:lnTo>
                    <a:pt x="4634" y="1314"/>
                  </a:lnTo>
                  <a:lnTo>
                    <a:pt x="4364" y="1623"/>
                  </a:lnTo>
                  <a:lnTo>
                    <a:pt x="4094" y="1893"/>
                  </a:lnTo>
                  <a:lnTo>
                    <a:pt x="3823" y="2240"/>
                  </a:lnTo>
                  <a:lnTo>
                    <a:pt x="3592" y="2549"/>
                  </a:lnTo>
                  <a:lnTo>
                    <a:pt x="3399" y="2897"/>
                  </a:lnTo>
                  <a:lnTo>
                    <a:pt x="3205" y="3283"/>
                  </a:lnTo>
                  <a:lnTo>
                    <a:pt x="3051" y="3631"/>
                  </a:lnTo>
                  <a:lnTo>
                    <a:pt x="2897" y="4017"/>
                  </a:lnTo>
                  <a:lnTo>
                    <a:pt x="2781" y="4403"/>
                  </a:lnTo>
                  <a:lnTo>
                    <a:pt x="2703" y="4789"/>
                  </a:lnTo>
                  <a:lnTo>
                    <a:pt x="2626" y="5175"/>
                  </a:lnTo>
                  <a:lnTo>
                    <a:pt x="2588" y="5600"/>
                  </a:lnTo>
                  <a:lnTo>
                    <a:pt x="2549" y="5986"/>
                  </a:lnTo>
                  <a:lnTo>
                    <a:pt x="2549" y="6411"/>
                  </a:lnTo>
                  <a:lnTo>
                    <a:pt x="2549" y="6836"/>
                  </a:lnTo>
                  <a:lnTo>
                    <a:pt x="2665" y="7724"/>
                  </a:lnTo>
                  <a:lnTo>
                    <a:pt x="2742" y="8149"/>
                  </a:lnTo>
                  <a:lnTo>
                    <a:pt x="2858" y="8573"/>
                  </a:lnTo>
                  <a:lnTo>
                    <a:pt x="3012" y="8998"/>
                  </a:lnTo>
                  <a:lnTo>
                    <a:pt x="3167" y="9384"/>
                  </a:lnTo>
                  <a:lnTo>
                    <a:pt x="3321" y="9809"/>
                  </a:lnTo>
                  <a:lnTo>
                    <a:pt x="3553" y="10195"/>
                  </a:lnTo>
                  <a:lnTo>
                    <a:pt x="3746" y="10543"/>
                  </a:lnTo>
                  <a:lnTo>
                    <a:pt x="4016" y="10929"/>
                  </a:lnTo>
                  <a:lnTo>
                    <a:pt x="4287" y="11238"/>
                  </a:lnTo>
                  <a:lnTo>
                    <a:pt x="4596" y="11547"/>
                  </a:lnTo>
                  <a:lnTo>
                    <a:pt x="4905" y="11856"/>
                  </a:lnTo>
                  <a:lnTo>
                    <a:pt x="5252" y="12087"/>
                  </a:lnTo>
                  <a:lnTo>
                    <a:pt x="4557" y="12473"/>
                  </a:lnTo>
                  <a:lnTo>
                    <a:pt x="4480" y="12551"/>
                  </a:lnTo>
                  <a:lnTo>
                    <a:pt x="4441" y="12666"/>
                  </a:lnTo>
                  <a:lnTo>
                    <a:pt x="4480" y="12782"/>
                  </a:lnTo>
                  <a:lnTo>
                    <a:pt x="4596" y="12860"/>
                  </a:lnTo>
                  <a:lnTo>
                    <a:pt x="5020" y="13014"/>
                  </a:lnTo>
                  <a:lnTo>
                    <a:pt x="4673" y="13168"/>
                  </a:lnTo>
                  <a:lnTo>
                    <a:pt x="4403" y="13362"/>
                  </a:lnTo>
                  <a:lnTo>
                    <a:pt x="4094" y="13555"/>
                  </a:lnTo>
                  <a:lnTo>
                    <a:pt x="3862" y="13786"/>
                  </a:lnTo>
                  <a:lnTo>
                    <a:pt x="3823" y="13477"/>
                  </a:lnTo>
                  <a:lnTo>
                    <a:pt x="3746" y="13168"/>
                  </a:lnTo>
                  <a:lnTo>
                    <a:pt x="3630" y="12860"/>
                  </a:lnTo>
                  <a:lnTo>
                    <a:pt x="3514" y="12551"/>
                  </a:lnTo>
                  <a:lnTo>
                    <a:pt x="3476" y="12473"/>
                  </a:lnTo>
                  <a:lnTo>
                    <a:pt x="3360" y="12435"/>
                  </a:lnTo>
                  <a:lnTo>
                    <a:pt x="3283" y="12473"/>
                  </a:lnTo>
                  <a:lnTo>
                    <a:pt x="3205" y="12512"/>
                  </a:lnTo>
                  <a:lnTo>
                    <a:pt x="2665" y="13168"/>
                  </a:lnTo>
                  <a:lnTo>
                    <a:pt x="2086" y="13748"/>
                  </a:lnTo>
                  <a:lnTo>
                    <a:pt x="2047" y="13825"/>
                  </a:lnTo>
                  <a:lnTo>
                    <a:pt x="2008" y="13902"/>
                  </a:lnTo>
                  <a:lnTo>
                    <a:pt x="2047" y="13979"/>
                  </a:lnTo>
                  <a:lnTo>
                    <a:pt x="2086" y="14057"/>
                  </a:lnTo>
                  <a:lnTo>
                    <a:pt x="2395" y="14211"/>
                  </a:lnTo>
                  <a:lnTo>
                    <a:pt x="2742" y="14288"/>
                  </a:lnTo>
                  <a:lnTo>
                    <a:pt x="3051" y="14366"/>
                  </a:lnTo>
                  <a:lnTo>
                    <a:pt x="3399" y="14366"/>
                  </a:lnTo>
                  <a:lnTo>
                    <a:pt x="3244" y="14636"/>
                  </a:lnTo>
                  <a:lnTo>
                    <a:pt x="3128" y="14945"/>
                  </a:lnTo>
                  <a:lnTo>
                    <a:pt x="3090" y="15176"/>
                  </a:lnTo>
                  <a:lnTo>
                    <a:pt x="3051" y="15408"/>
                  </a:lnTo>
                  <a:lnTo>
                    <a:pt x="3051" y="15872"/>
                  </a:lnTo>
                  <a:lnTo>
                    <a:pt x="3128" y="16296"/>
                  </a:lnTo>
                  <a:lnTo>
                    <a:pt x="3244" y="16760"/>
                  </a:lnTo>
                  <a:lnTo>
                    <a:pt x="2781" y="16567"/>
                  </a:lnTo>
                  <a:lnTo>
                    <a:pt x="2279" y="16412"/>
                  </a:lnTo>
                  <a:lnTo>
                    <a:pt x="2201" y="16412"/>
                  </a:lnTo>
                  <a:lnTo>
                    <a:pt x="2124" y="16451"/>
                  </a:lnTo>
                  <a:lnTo>
                    <a:pt x="2047" y="16528"/>
                  </a:lnTo>
                  <a:lnTo>
                    <a:pt x="2047" y="16644"/>
                  </a:lnTo>
                  <a:lnTo>
                    <a:pt x="2163" y="17107"/>
                  </a:lnTo>
                  <a:lnTo>
                    <a:pt x="2279" y="17532"/>
                  </a:lnTo>
                  <a:lnTo>
                    <a:pt x="2472" y="17957"/>
                  </a:lnTo>
                  <a:lnTo>
                    <a:pt x="2703" y="18381"/>
                  </a:lnTo>
                  <a:lnTo>
                    <a:pt x="2781" y="18459"/>
                  </a:lnTo>
                  <a:lnTo>
                    <a:pt x="2858" y="18497"/>
                  </a:lnTo>
                  <a:lnTo>
                    <a:pt x="2935" y="18459"/>
                  </a:lnTo>
                  <a:lnTo>
                    <a:pt x="3012" y="18381"/>
                  </a:lnTo>
                  <a:lnTo>
                    <a:pt x="3321" y="18034"/>
                  </a:lnTo>
                  <a:lnTo>
                    <a:pt x="3514" y="17802"/>
                  </a:lnTo>
                  <a:lnTo>
                    <a:pt x="3630" y="17609"/>
                  </a:lnTo>
                  <a:lnTo>
                    <a:pt x="3707" y="17764"/>
                  </a:lnTo>
                  <a:lnTo>
                    <a:pt x="3978" y="18343"/>
                  </a:lnTo>
                  <a:lnTo>
                    <a:pt x="4132" y="18961"/>
                  </a:lnTo>
                  <a:lnTo>
                    <a:pt x="4248" y="19540"/>
                  </a:lnTo>
                  <a:lnTo>
                    <a:pt x="4248" y="20158"/>
                  </a:lnTo>
                  <a:lnTo>
                    <a:pt x="3437" y="19308"/>
                  </a:lnTo>
                  <a:lnTo>
                    <a:pt x="3399" y="19270"/>
                  </a:lnTo>
                  <a:lnTo>
                    <a:pt x="3205" y="19270"/>
                  </a:lnTo>
                  <a:lnTo>
                    <a:pt x="3167" y="19347"/>
                  </a:lnTo>
                  <a:lnTo>
                    <a:pt x="2974" y="19810"/>
                  </a:lnTo>
                  <a:lnTo>
                    <a:pt x="2781" y="20274"/>
                  </a:lnTo>
                  <a:lnTo>
                    <a:pt x="2665" y="20776"/>
                  </a:lnTo>
                  <a:lnTo>
                    <a:pt x="2626" y="21316"/>
                  </a:lnTo>
                  <a:lnTo>
                    <a:pt x="2626" y="21393"/>
                  </a:lnTo>
                  <a:lnTo>
                    <a:pt x="2703" y="21471"/>
                  </a:lnTo>
                  <a:lnTo>
                    <a:pt x="2781" y="21509"/>
                  </a:lnTo>
                  <a:lnTo>
                    <a:pt x="2897" y="21471"/>
                  </a:lnTo>
                  <a:lnTo>
                    <a:pt x="3514" y="21162"/>
                  </a:lnTo>
                  <a:lnTo>
                    <a:pt x="4171" y="20776"/>
                  </a:lnTo>
                  <a:lnTo>
                    <a:pt x="4171" y="20776"/>
                  </a:lnTo>
                  <a:lnTo>
                    <a:pt x="4055" y="21162"/>
                  </a:lnTo>
                  <a:lnTo>
                    <a:pt x="3901" y="21548"/>
                  </a:lnTo>
                  <a:lnTo>
                    <a:pt x="3669" y="22050"/>
                  </a:lnTo>
                  <a:lnTo>
                    <a:pt x="3321" y="22552"/>
                  </a:lnTo>
                  <a:lnTo>
                    <a:pt x="2897" y="23015"/>
                  </a:lnTo>
                  <a:lnTo>
                    <a:pt x="2626" y="23247"/>
                  </a:lnTo>
                  <a:lnTo>
                    <a:pt x="2395" y="23401"/>
                  </a:lnTo>
                  <a:lnTo>
                    <a:pt x="2124" y="23594"/>
                  </a:lnTo>
                  <a:lnTo>
                    <a:pt x="1854" y="23710"/>
                  </a:lnTo>
                  <a:lnTo>
                    <a:pt x="1584" y="23788"/>
                  </a:lnTo>
                  <a:lnTo>
                    <a:pt x="1313" y="23788"/>
                  </a:lnTo>
                  <a:lnTo>
                    <a:pt x="1082" y="23749"/>
                  </a:lnTo>
                  <a:lnTo>
                    <a:pt x="811" y="23672"/>
                  </a:lnTo>
                  <a:lnTo>
                    <a:pt x="541" y="23517"/>
                  </a:lnTo>
                  <a:lnTo>
                    <a:pt x="309" y="23286"/>
                  </a:lnTo>
                  <a:lnTo>
                    <a:pt x="232" y="23247"/>
                  </a:lnTo>
                  <a:lnTo>
                    <a:pt x="78" y="23247"/>
                  </a:lnTo>
                  <a:lnTo>
                    <a:pt x="39" y="23363"/>
                  </a:lnTo>
                  <a:lnTo>
                    <a:pt x="0" y="23401"/>
                  </a:lnTo>
                  <a:lnTo>
                    <a:pt x="39" y="23479"/>
                  </a:lnTo>
                  <a:lnTo>
                    <a:pt x="155" y="23633"/>
                  </a:lnTo>
                  <a:lnTo>
                    <a:pt x="271" y="23788"/>
                  </a:lnTo>
                  <a:lnTo>
                    <a:pt x="387" y="23903"/>
                  </a:lnTo>
                  <a:lnTo>
                    <a:pt x="541" y="24019"/>
                  </a:lnTo>
                  <a:lnTo>
                    <a:pt x="695" y="24096"/>
                  </a:lnTo>
                  <a:lnTo>
                    <a:pt x="889" y="24135"/>
                  </a:lnTo>
                  <a:lnTo>
                    <a:pt x="1236" y="24212"/>
                  </a:lnTo>
                  <a:lnTo>
                    <a:pt x="1584" y="24174"/>
                  </a:lnTo>
                  <a:lnTo>
                    <a:pt x="1970" y="24096"/>
                  </a:lnTo>
                  <a:lnTo>
                    <a:pt x="2317" y="23942"/>
                  </a:lnTo>
                  <a:lnTo>
                    <a:pt x="2665" y="23749"/>
                  </a:lnTo>
                  <a:lnTo>
                    <a:pt x="3012" y="23479"/>
                  </a:lnTo>
                  <a:lnTo>
                    <a:pt x="3321" y="23208"/>
                  </a:lnTo>
                  <a:lnTo>
                    <a:pt x="3630" y="22861"/>
                  </a:lnTo>
                  <a:lnTo>
                    <a:pt x="3901" y="22513"/>
                  </a:lnTo>
                  <a:lnTo>
                    <a:pt x="4132" y="22127"/>
                  </a:lnTo>
                  <a:lnTo>
                    <a:pt x="4325" y="21702"/>
                  </a:lnTo>
                  <a:lnTo>
                    <a:pt x="4480" y="21316"/>
                  </a:lnTo>
                  <a:lnTo>
                    <a:pt x="4596" y="20853"/>
                  </a:lnTo>
                  <a:lnTo>
                    <a:pt x="5213" y="21973"/>
                  </a:lnTo>
                  <a:lnTo>
                    <a:pt x="5291" y="22050"/>
                  </a:lnTo>
                  <a:lnTo>
                    <a:pt x="5368" y="22088"/>
                  </a:lnTo>
                  <a:lnTo>
                    <a:pt x="5445" y="22050"/>
                  </a:lnTo>
                  <a:lnTo>
                    <a:pt x="5522" y="22011"/>
                  </a:lnTo>
                  <a:lnTo>
                    <a:pt x="5793" y="21548"/>
                  </a:lnTo>
                  <a:lnTo>
                    <a:pt x="6024" y="21084"/>
                  </a:lnTo>
                  <a:lnTo>
                    <a:pt x="6410" y="20119"/>
                  </a:lnTo>
                  <a:lnTo>
                    <a:pt x="6410" y="20042"/>
                  </a:lnTo>
                  <a:lnTo>
                    <a:pt x="6410" y="19965"/>
                  </a:lnTo>
                  <a:lnTo>
                    <a:pt x="6372" y="19926"/>
                  </a:lnTo>
                  <a:lnTo>
                    <a:pt x="6295" y="19887"/>
                  </a:lnTo>
                  <a:lnTo>
                    <a:pt x="5908" y="19772"/>
                  </a:lnTo>
                  <a:lnTo>
                    <a:pt x="5484" y="19733"/>
                  </a:lnTo>
                  <a:lnTo>
                    <a:pt x="5098" y="19733"/>
                  </a:lnTo>
                  <a:lnTo>
                    <a:pt x="4673" y="19849"/>
                  </a:lnTo>
                  <a:lnTo>
                    <a:pt x="4634" y="19231"/>
                  </a:lnTo>
                  <a:lnTo>
                    <a:pt x="4518" y="18652"/>
                  </a:lnTo>
                  <a:lnTo>
                    <a:pt x="4287" y="18034"/>
                  </a:lnTo>
                  <a:lnTo>
                    <a:pt x="4055" y="17455"/>
                  </a:lnTo>
                  <a:lnTo>
                    <a:pt x="4518" y="17532"/>
                  </a:lnTo>
                  <a:lnTo>
                    <a:pt x="4982" y="17609"/>
                  </a:lnTo>
                  <a:lnTo>
                    <a:pt x="5059" y="17609"/>
                  </a:lnTo>
                  <a:lnTo>
                    <a:pt x="5098" y="17532"/>
                  </a:lnTo>
                  <a:lnTo>
                    <a:pt x="5136" y="17493"/>
                  </a:lnTo>
                  <a:lnTo>
                    <a:pt x="5136" y="17377"/>
                  </a:lnTo>
                  <a:lnTo>
                    <a:pt x="5098" y="17030"/>
                  </a:lnTo>
                  <a:lnTo>
                    <a:pt x="4982" y="16644"/>
                  </a:lnTo>
                  <a:lnTo>
                    <a:pt x="4827" y="16296"/>
                  </a:lnTo>
                  <a:lnTo>
                    <a:pt x="4673" y="15987"/>
                  </a:lnTo>
                  <a:lnTo>
                    <a:pt x="4596" y="15910"/>
                  </a:lnTo>
                  <a:lnTo>
                    <a:pt x="4634" y="15910"/>
                  </a:lnTo>
                  <a:lnTo>
                    <a:pt x="5600" y="14481"/>
                  </a:lnTo>
                  <a:lnTo>
                    <a:pt x="5638" y="14366"/>
                  </a:lnTo>
                  <a:lnTo>
                    <a:pt x="5600" y="14288"/>
                  </a:lnTo>
                  <a:lnTo>
                    <a:pt x="5561" y="14211"/>
                  </a:lnTo>
                  <a:lnTo>
                    <a:pt x="5445" y="14172"/>
                  </a:lnTo>
                  <a:lnTo>
                    <a:pt x="4209" y="13979"/>
                  </a:lnTo>
                  <a:lnTo>
                    <a:pt x="4480" y="13748"/>
                  </a:lnTo>
                  <a:lnTo>
                    <a:pt x="4789" y="13555"/>
                  </a:lnTo>
                  <a:lnTo>
                    <a:pt x="5098" y="13362"/>
                  </a:lnTo>
                  <a:lnTo>
                    <a:pt x="5406" y="13168"/>
                  </a:lnTo>
                  <a:lnTo>
                    <a:pt x="6024" y="13400"/>
                  </a:lnTo>
                  <a:lnTo>
                    <a:pt x="6140" y="13439"/>
                  </a:lnTo>
                  <a:lnTo>
                    <a:pt x="6217" y="13362"/>
                  </a:lnTo>
                  <a:lnTo>
                    <a:pt x="6256" y="13284"/>
                  </a:lnTo>
                  <a:lnTo>
                    <a:pt x="6295" y="13168"/>
                  </a:lnTo>
                  <a:lnTo>
                    <a:pt x="6179" y="12705"/>
                  </a:lnTo>
                  <a:lnTo>
                    <a:pt x="6063" y="12242"/>
                  </a:lnTo>
                  <a:lnTo>
                    <a:pt x="6912" y="11933"/>
                  </a:lnTo>
                  <a:lnTo>
                    <a:pt x="7723" y="11585"/>
                  </a:lnTo>
                  <a:lnTo>
                    <a:pt x="8534" y="11122"/>
                  </a:lnTo>
                  <a:lnTo>
                    <a:pt x="9268" y="10620"/>
                  </a:lnTo>
                  <a:lnTo>
                    <a:pt x="9963" y="10079"/>
                  </a:lnTo>
                  <a:lnTo>
                    <a:pt x="10311" y="9770"/>
                  </a:lnTo>
                  <a:lnTo>
                    <a:pt x="10620" y="9423"/>
                  </a:lnTo>
                  <a:lnTo>
                    <a:pt x="10890" y="9075"/>
                  </a:lnTo>
                  <a:lnTo>
                    <a:pt x="11160" y="8728"/>
                  </a:lnTo>
                  <a:lnTo>
                    <a:pt x="11392" y="8342"/>
                  </a:lnTo>
                  <a:lnTo>
                    <a:pt x="11623" y="7955"/>
                  </a:lnTo>
                  <a:lnTo>
                    <a:pt x="11817" y="7569"/>
                  </a:lnTo>
                  <a:lnTo>
                    <a:pt x="11971" y="7183"/>
                  </a:lnTo>
                  <a:lnTo>
                    <a:pt x="12125" y="6758"/>
                  </a:lnTo>
                  <a:lnTo>
                    <a:pt x="12241" y="6334"/>
                  </a:lnTo>
                  <a:lnTo>
                    <a:pt x="12319" y="5948"/>
                  </a:lnTo>
                  <a:lnTo>
                    <a:pt x="12357" y="5523"/>
                  </a:lnTo>
                  <a:lnTo>
                    <a:pt x="12396" y="5098"/>
                  </a:lnTo>
                  <a:lnTo>
                    <a:pt x="12396" y="4673"/>
                  </a:lnTo>
                  <a:lnTo>
                    <a:pt x="12357" y="4248"/>
                  </a:lnTo>
                  <a:lnTo>
                    <a:pt x="12280" y="3824"/>
                  </a:lnTo>
                  <a:lnTo>
                    <a:pt x="12203" y="3438"/>
                  </a:lnTo>
                  <a:lnTo>
                    <a:pt x="12048" y="3051"/>
                  </a:lnTo>
                  <a:lnTo>
                    <a:pt x="11894" y="2665"/>
                  </a:lnTo>
                  <a:lnTo>
                    <a:pt x="11701" y="2279"/>
                  </a:lnTo>
                  <a:lnTo>
                    <a:pt x="11469" y="1893"/>
                  </a:lnTo>
                  <a:lnTo>
                    <a:pt x="11160" y="1545"/>
                  </a:lnTo>
                  <a:lnTo>
                    <a:pt x="10890" y="1275"/>
                  </a:lnTo>
                  <a:lnTo>
                    <a:pt x="10620" y="1005"/>
                  </a:lnTo>
                  <a:lnTo>
                    <a:pt x="10311" y="773"/>
                  </a:lnTo>
                  <a:lnTo>
                    <a:pt x="9963" y="580"/>
                  </a:lnTo>
                  <a:lnTo>
                    <a:pt x="9654" y="387"/>
                  </a:lnTo>
                  <a:lnTo>
                    <a:pt x="9307" y="233"/>
                  </a:lnTo>
                  <a:lnTo>
                    <a:pt x="8920" y="117"/>
                  </a:lnTo>
                  <a:lnTo>
                    <a:pt x="8573" y="39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17"/>
            <p:cNvSpPr/>
            <p:nvPr/>
          </p:nvSpPr>
          <p:spPr>
            <a:xfrm>
              <a:off x="1545225" y="23405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1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17"/>
            <p:cNvSpPr/>
            <p:nvPr/>
          </p:nvSpPr>
          <p:spPr>
            <a:xfrm>
              <a:off x="6777550" y="23482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9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1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17"/>
            <p:cNvSpPr/>
            <p:nvPr/>
          </p:nvSpPr>
          <p:spPr>
            <a:xfrm>
              <a:off x="6642400" y="2349200"/>
              <a:ext cx="437325" cy="301225"/>
            </a:xfrm>
            <a:custGeom>
              <a:avLst/>
              <a:gdLst/>
              <a:ahLst/>
              <a:cxnLst/>
              <a:rect l="l" t="t" r="r" b="b"/>
              <a:pathLst>
                <a:path w="17493" h="12049" extrusionOk="0">
                  <a:moveTo>
                    <a:pt x="12086" y="503"/>
                  </a:moveTo>
                  <a:lnTo>
                    <a:pt x="12202" y="580"/>
                  </a:lnTo>
                  <a:lnTo>
                    <a:pt x="12280" y="657"/>
                  </a:lnTo>
                  <a:lnTo>
                    <a:pt x="12627" y="850"/>
                  </a:lnTo>
                  <a:lnTo>
                    <a:pt x="12897" y="1159"/>
                  </a:lnTo>
                  <a:lnTo>
                    <a:pt x="13129" y="1507"/>
                  </a:lnTo>
                  <a:lnTo>
                    <a:pt x="13322" y="1854"/>
                  </a:lnTo>
                  <a:lnTo>
                    <a:pt x="13477" y="2240"/>
                  </a:lnTo>
                  <a:lnTo>
                    <a:pt x="13631" y="2665"/>
                  </a:lnTo>
                  <a:lnTo>
                    <a:pt x="13824" y="3438"/>
                  </a:lnTo>
                  <a:lnTo>
                    <a:pt x="13090" y="3013"/>
                  </a:lnTo>
                  <a:lnTo>
                    <a:pt x="12704" y="2781"/>
                  </a:lnTo>
                  <a:lnTo>
                    <a:pt x="12357" y="2472"/>
                  </a:lnTo>
                  <a:lnTo>
                    <a:pt x="12009" y="2125"/>
                  </a:lnTo>
                  <a:lnTo>
                    <a:pt x="11816" y="1932"/>
                  </a:lnTo>
                  <a:lnTo>
                    <a:pt x="11662" y="1700"/>
                  </a:lnTo>
                  <a:lnTo>
                    <a:pt x="11507" y="1391"/>
                  </a:lnTo>
                  <a:lnTo>
                    <a:pt x="11430" y="1043"/>
                  </a:lnTo>
                  <a:lnTo>
                    <a:pt x="11662" y="735"/>
                  </a:lnTo>
                  <a:lnTo>
                    <a:pt x="11739" y="619"/>
                  </a:lnTo>
                  <a:lnTo>
                    <a:pt x="11855" y="541"/>
                  </a:lnTo>
                  <a:lnTo>
                    <a:pt x="11971" y="503"/>
                  </a:lnTo>
                  <a:close/>
                  <a:moveTo>
                    <a:pt x="16218" y="1584"/>
                  </a:moveTo>
                  <a:lnTo>
                    <a:pt x="16296" y="1623"/>
                  </a:lnTo>
                  <a:lnTo>
                    <a:pt x="16411" y="1661"/>
                  </a:lnTo>
                  <a:lnTo>
                    <a:pt x="16489" y="1738"/>
                  </a:lnTo>
                  <a:lnTo>
                    <a:pt x="16566" y="1816"/>
                  </a:lnTo>
                  <a:lnTo>
                    <a:pt x="16604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4" y="2511"/>
                  </a:lnTo>
                  <a:lnTo>
                    <a:pt x="16527" y="2665"/>
                  </a:lnTo>
                  <a:lnTo>
                    <a:pt x="16411" y="2820"/>
                  </a:lnTo>
                  <a:lnTo>
                    <a:pt x="16296" y="2974"/>
                  </a:lnTo>
                  <a:lnTo>
                    <a:pt x="15948" y="3206"/>
                  </a:lnTo>
                  <a:lnTo>
                    <a:pt x="15562" y="3399"/>
                  </a:lnTo>
                  <a:lnTo>
                    <a:pt x="15137" y="3553"/>
                  </a:lnTo>
                  <a:lnTo>
                    <a:pt x="14712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7"/>
                  </a:lnTo>
                  <a:lnTo>
                    <a:pt x="15098" y="2279"/>
                  </a:lnTo>
                  <a:lnTo>
                    <a:pt x="15407" y="1970"/>
                  </a:lnTo>
                  <a:lnTo>
                    <a:pt x="15639" y="1816"/>
                  </a:lnTo>
                  <a:lnTo>
                    <a:pt x="15871" y="1661"/>
                  </a:lnTo>
                  <a:lnTo>
                    <a:pt x="16102" y="1623"/>
                  </a:lnTo>
                  <a:lnTo>
                    <a:pt x="16218" y="1584"/>
                  </a:lnTo>
                  <a:close/>
                  <a:moveTo>
                    <a:pt x="13824" y="4287"/>
                  </a:moveTo>
                  <a:lnTo>
                    <a:pt x="13670" y="4557"/>
                  </a:lnTo>
                  <a:lnTo>
                    <a:pt x="13477" y="4789"/>
                  </a:lnTo>
                  <a:lnTo>
                    <a:pt x="13245" y="5021"/>
                  </a:lnTo>
                  <a:lnTo>
                    <a:pt x="13013" y="5214"/>
                  </a:lnTo>
                  <a:lnTo>
                    <a:pt x="12666" y="5484"/>
                  </a:lnTo>
                  <a:lnTo>
                    <a:pt x="12164" y="5754"/>
                  </a:lnTo>
                  <a:lnTo>
                    <a:pt x="11893" y="5870"/>
                  </a:lnTo>
                  <a:lnTo>
                    <a:pt x="11623" y="5948"/>
                  </a:lnTo>
                  <a:lnTo>
                    <a:pt x="11391" y="5986"/>
                  </a:lnTo>
                  <a:lnTo>
                    <a:pt x="11198" y="5948"/>
                  </a:lnTo>
                  <a:lnTo>
                    <a:pt x="11044" y="5870"/>
                  </a:lnTo>
                  <a:lnTo>
                    <a:pt x="10967" y="5793"/>
                  </a:lnTo>
                  <a:lnTo>
                    <a:pt x="10928" y="5716"/>
                  </a:lnTo>
                  <a:lnTo>
                    <a:pt x="10889" y="5639"/>
                  </a:lnTo>
                  <a:lnTo>
                    <a:pt x="10889" y="5446"/>
                  </a:lnTo>
                  <a:lnTo>
                    <a:pt x="10967" y="5252"/>
                  </a:lnTo>
                  <a:lnTo>
                    <a:pt x="11121" y="5098"/>
                  </a:lnTo>
                  <a:lnTo>
                    <a:pt x="11276" y="4944"/>
                  </a:lnTo>
                  <a:lnTo>
                    <a:pt x="11546" y="4750"/>
                  </a:lnTo>
                  <a:lnTo>
                    <a:pt x="11816" y="4635"/>
                  </a:lnTo>
                  <a:lnTo>
                    <a:pt x="12086" y="4557"/>
                  </a:lnTo>
                  <a:lnTo>
                    <a:pt x="12627" y="4480"/>
                  </a:lnTo>
                  <a:lnTo>
                    <a:pt x="13245" y="4403"/>
                  </a:lnTo>
                  <a:lnTo>
                    <a:pt x="13554" y="4364"/>
                  </a:lnTo>
                  <a:lnTo>
                    <a:pt x="13824" y="4287"/>
                  </a:lnTo>
                  <a:close/>
                  <a:moveTo>
                    <a:pt x="14403" y="4248"/>
                  </a:moveTo>
                  <a:lnTo>
                    <a:pt x="15098" y="4596"/>
                  </a:lnTo>
                  <a:lnTo>
                    <a:pt x="15407" y="4789"/>
                  </a:lnTo>
                  <a:lnTo>
                    <a:pt x="15716" y="4982"/>
                  </a:lnTo>
                  <a:lnTo>
                    <a:pt x="15909" y="5137"/>
                  </a:lnTo>
                  <a:lnTo>
                    <a:pt x="16141" y="5368"/>
                  </a:lnTo>
                  <a:lnTo>
                    <a:pt x="16411" y="5677"/>
                  </a:lnTo>
                  <a:lnTo>
                    <a:pt x="16643" y="5986"/>
                  </a:lnTo>
                  <a:lnTo>
                    <a:pt x="16875" y="6334"/>
                  </a:lnTo>
                  <a:lnTo>
                    <a:pt x="16991" y="6681"/>
                  </a:lnTo>
                  <a:lnTo>
                    <a:pt x="16991" y="6836"/>
                  </a:lnTo>
                  <a:lnTo>
                    <a:pt x="16991" y="6990"/>
                  </a:lnTo>
                  <a:lnTo>
                    <a:pt x="16952" y="7106"/>
                  </a:lnTo>
                  <a:lnTo>
                    <a:pt x="16836" y="7222"/>
                  </a:lnTo>
                  <a:lnTo>
                    <a:pt x="16759" y="7299"/>
                  </a:lnTo>
                  <a:lnTo>
                    <a:pt x="16643" y="7338"/>
                  </a:lnTo>
                  <a:lnTo>
                    <a:pt x="16373" y="7338"/>
                  </a:lnTo>
                  <a:lnTo>
                    <a:pt x="16141" y="7222"/>
                  </a:lnTo>
                  <a:lnTo>
                    <a:pt x="15871" y="7029"/>
                  </a:lnTo>
                  <a:lnTo>
                    <a:pt x="15600" y="6797"/>
                  </a:lnTo>
                  <a:lnTo>
                    <a:pt x="15369" y="6565"/>
                  </a:lnTo>
                  <a:lnTo>
                    <a:pt x="15060" y="6141"/>
                  </a:lnTo>
                  <a:lnTo>
                    <a:pt x="14828" y="5716"/>
                  </a:lnTo>
                  <a:lnTo>
                    <a:pt x="14635" y="5252"/>
                  </a:lnTo>
                  <a:lnTo>
                    <a:pt x="14519" y="4750"/>
                  </a:lnTo>
                  <a:lnTo>
                    <a:pt x="14403" y="4248"/>
                  </a:lnTo>
                  <a:close/>
                  <a:moveTo>
                    <a:pt x="11855" y="1"/>
                  </a:moveTo>
                  <a:lnTo>
                    <a:pt x="11584" y="39"/>
                  </a:lnTo>
                  <a:lnTo>
                    <a:pt x="11469" y="117"/>
                  </a:lnTo>
                  <a:lnTo>
                    <a:pt x="11353" y="194"/>
                  </a:lnTo>
                  <a:lnTo>
                    <a:pt x="11160" y="387"/>
                  </a:lnTo>
                  <a:lnTo>
                    <a:pt x="11005" y="619"/>
                  </a:lnTo>
                  <a:lnTo>
                    <a:pt x="10928" y="812"/>
                  </a:lnTo>
                  <a:lnTo>
                    <a:pt x="10928" y="1005"/>
                  </a:lnTo>
                  <a:lnTo>
                    <a:pt x="10928" y="1236"/>
                  </a:lnTo>
                  <a:lnTo>
                    <a:pt x="11005" y="1468"/>
                  </a:lnTo>
                  <a:lnTo>
                    <a:pt x="11082" y="1661"/>
                  </a:lnTo>
                  <a:lnTo>
                    <a:pt x="11198" y="1893"/>
                  </a:lnTo>
                  <a:lnTo>
                    <a:pt x="11546" y="2318"/>
                  </a:lnTo>
                  <a:lnTo>
                    <a:pt x="11932" y="2742"/>
                  </a:lnTo>
                  <a:lnTo>
                    <a:pt x="12395" y="3090"/>
                  </a:lnTo>
                  <a:lnTo>
                    <a:pt x="12859" y="3399"/>
                  </a:lnTo>
                  <a:lnTo>
                    <a:pt x="12859" y="3399"/>
                  </a:lnTo>
                  <a:lnTo>
                    <a:pt x="12048" y="3283"/>
                  </a:lnTo>
                  <a:lnTo>
                    <a:pt x="11198" y="3283"/>
                  </a:lnTo>
                  <a:lnTo>
                    <a:pt x="10387" y="3322"/>
                  </a:lnTo>
                  <a:lnTo>
                    <a:pt x="9615" y="3476"/>
                  </a:lnTo>
                  <a:lnTo>
                    <a:pt x="9654" y="3013"/>
                  </a:lnTo>
                  <a:lnTo>
                    <a:pt x="9654" y="2511"/>
                  </a:lnTo>
                  <a:lnTo>
                    <a:pt x="9615" y="2009"/>
                  </a:lnTo>
                  <a:lnTo>
                    <a:pt x="9538" y="1507"/>
                  </a:lnTo>
                  <a:lnTo>
                    <a:pt x="9075" y="1623"/>
                  </a:lnTo>
                  <a:lnTo>
                    <a:pt x="9152" y="2086"/>
                  </a:lnTo>
                  <a:lnTo>
                    <a:pt x="9152" y="2588"/>
                  </a:lnTo>
                  <a:lnTo>
                    <a:pt x="9152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5" y="3901"/>
                  </a:lnTo>
                  <a:lnTo>
                    <a:pt x="7414" y="4287"/>
                  </a:lnTo>
                  <a:lnTo>
                    <a:pt x="6603" y="4712"/>
                  </a:lnTo>
                  <a:lnTo>
                    <a:pt x="5831" y="5214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5" y="6218"/>
                  </a:lnTo>
                  <a:lnTo>
                    <a:pt x="3823" y="6913"/>
                  </a:lnTo>
                  <a:lnTo>
                    <a:pt x="3089" y="7685"/>
                  </a:lnTo>
                  <a:lnTo>
                    <a:pt x="2394" y="8496"/>
                  </a:lnTo>
                  <a:lnTo>
                    <a:pt x="1738" y="9307"/>
                  </a:lnTo>
                  <a:lnTo>
                    <a:pt x="1081" y="10157"/>
                  </a:lnTo>
                  <a:lnTo>
                    <a:pt x="502" y="10967"/>
                  </a:lnTo>
                  <a:lnTo>
                    <a:pt x="0" y="11778"/>
                  </a:lnTo>
                  <a:lnTo>
                    <a:pt x="348" y="12049"/>
                  </a:lnTo>
                  <a:lnTo>
                    <a:pt x="1545" y="10504"/>
                  </a:lnTo>
                  <a:lnTo>
                    <a:pt x="2742" y="8959"/>
                  </a:lnTo>
                  <a:lnTo>
                    <a:pt x="3360" y="8226"/>
                  </a:lnTo>
                  <a:lnTo>
                    <a:pt x="4016" y="7492"/>
                  </a:lnTo>
                  <a:lnTo>
                    <a:pt x="4711" y="6797"/>
                  </a:lnTo>
                  <a:lnTo>
                    <a:pt x="5483" y="6179"/>
                  </a:lnTo>
                  <a:lnTo>
                    <a:pt x="6256" y="5561"/>
                  </a:lnTo>
                  <a:lnTo>
                    <a:pt x="7105" y="5059"/>
                  </a:lnTo>
                  <a:lnTo>
                    <a:pt x="7993" y="4596"/>
                  </a:lnTo>
                  <a:lnTo>
                    <a:pt x="8457" y="4442"/>
                  </a:lnTo>
                  <a:lnTo>
                    <a:pt x="8920" y="4248"/>
                  </a:lnTo>
                  <a:lnTo>
                    <a:pt x="9422" y="4133"/>
                  </a:lnTo>
                  <a:lnTo>
                    <a:pt x="9885" y="4017"/>
                  </a:lnTo>
                  <a:lnTo>
                    <a:pt x="10387" y="3901"/>
                  </a:lnTo>
                  <a:lnTo>
                    <a:pt x="10851" y="3862"/>
                  </a:lnTo>
                  <a:lnTo>
                    <a:pt x="11353" y="3824"/>
                  </a:lnTo>
                  <a:lnTo>
                    <a:pt x="11855" y="3824"/>
                  </a:lnTo>
                  <a:lnTo>
                    <a:pt x="12357" y="3862"/>
                  </a:lnTo>
                  <a:lnTo>
                    <a:pt x="12859" y="3901"/>
                  </a:lnTo>
                  <a:lnTo>
                    <a:pt x="12318" y="3978"/>
                  </a:lnTo>
                  <a:lnTo>
                    <a:pt x="11855" y="4094"/>
                  </a:lnTo>
                  <a:lnTo>
                    <a:pt x="11391" y="4287"/>
                  </a:lnTo>
                  <a:lnTo>
                    <a:pt x="11198" y="4403"/>
                  </a:lnTo>
                  <a:lnTo>
                    <a:pt x="11005" y="4557"/>
                  </a:lnTo>
                  <a:lnTo>
                    <a:pt x="10851" y="4673"/>
                  </a:lnTo>
                  <a:lnTo>
                    <a:pt x="10696" y="4866"/>
                  </a:lnTo>
                  <a:lnTo>
                    <a:pt x="10542" y="5059"/>
                  </a:lnTo>
                  <a:lnTo>
                    <a:pt x="10465" y="5291"/>
                  </a:lnTo>
                  <a:lnTo>
                    <a:pt x="10387" y="5523"/>
                  </a:lnTo>
                  <a:lnTo>
                    <a:pt x="10387" y="5754"/>
                  </a:lnTo>
                  <a:lnTo>
                    <a:pt x="10426" y="5948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4"/>
                  </a:lnTo>
                  <a:lnTo>
                    <a:pt x="11005" y="6411"/>
                  </a:lnTo>
                  <a:lnTo>
                    <a:pt x="11276" y="6449"/>
                  </a:lnTo>
                  <a:lnTo>
                    <a:pt x="11584" y="6411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3"/>
                  </a:lnTo>
                  <a:lnTo>
                    <a:pt x="13438" y="5484"/>
                  </a:lnTo>
                  <a:lnTo>
                    <a:pt x="13399" y="5523"/>
                  </a:lnTo>
                  <a:lnTo>
                    <a:pt x="13786" y="5716"/>
                  </a:lnTo>
                  <a:lnTo>
                    <a:pt x="14056" y="4866"/>
                  </a:lnTo>
                  <a:lnTo>
                    <a:pt x="14210" y="5407"/>
                  </a:lnTo>
                  <a:lnTo>
                    <a:pt x="14403" y="5909"/>
                  </a:lnTo>
                  <a:lnTo>
                    <a:pt x="14674" y="6411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7" y="7299"/>
                  </a:lnTo>
                  <a:lnTo>
                    <a:pt x="15678" y="7492"/>
                  </a:lnTo>
                  <a:lnTo>
                    <a:pt x="15987" y="7685"/>
                  </a:lnTo>
                  <a:lnTo>
                    <a:pt x="16296" y="7801"/>
                  </a:lnTo>
                  <a:lnTo>
                    <a:pt x="16604" y="7878"/>
                  </a:lnTo>
                  <a:lnTo>
                    <a:pt x="16759" y="7878"/>
                  </a:lnTo>
                  <a:lnTo>
                    <a:pt x="16875" y="7840"/>
                  </a:lnTo>
                  <a:lnTo>
                    <a:pt x="17029" y="7801"/>
                  </a:lnTo>
                  <a:lnTo>
                    <a:pt x="17184" y="7724"/>
                  </a:lnTo>
                  <a:lnTo>
                    <a:pt x="17299" y="7647"/>
                  </a:lnTo>
                  <a:lnTo>
                    <a:pt x="17377" y="7531"/>
                  </a:lnTo>
                  <a:lnTo>
                    <a:pt x="17415" y="7376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5" y="6604"/>
                  </a:lnTo>
                  <a:lnTo>
                    <a:pt x="17299" y="6295"/>
                  </a:lnTo>
                  <a:lnTo>
                    <a:pt x="17184" y="5986"/>
                  </a:lnTo>
                  <a:lnTo>
                    <a:pt x="17029" y="5716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1"/>
                  </a:lnTo>
                  <a:lnTo>
                    <a:pt x="16257" y="4789"/>
                  </a:lnTo>
                  <a:lnTo>
                    <a:pt x="16025" y="4596"/>
                  </a:lnTo>
                  <a:lnTo>
                    <a:pt x="15523" y="4287"/>
                  </a:lnTo>
                  <a:lnTo>
                    <a:pt x="14944" y="4017"/>
                  </a:lnTo>
                  <a:lnTo>
                    <a:pt x="15407" y="3901"/>
                  </a:lnTo>
                  <a:lnTo>
                    <a:pt x="15832" y="3746"/>
                  </a:lnTo>
                  <a:lnTo>
                    <a:pt x="16218" y="3515"/>
                  </a:lnTo>
                  <a:lnTo>
                    <a:pt x="16604" y="3244"/>
                  </a:lnTo>
                  <a:lnTo>
                    <a:pt x="16759" y="3051"/>
                  </a:lnTo>
                  <a:lnTo>
                    <a:pt x="16913" y="2858"/>
                  </a:lnTo>
                  <a:lnTo>
                    <a:pt x="17029" y="2665"/>
                  </a:lnTo>
                  <a:lnTo>
                    <a:pt x="17106" y="2434"/>
                  </a:lnTo>
                  <a:lnTo>
                    <a:pt x="17145" y="2163"/>
                  </a:lnTo>
                  <a:lnTo>
                    <a:pt x="17106" y="1932"/>
                  </a:lnTo>
                  <a:lnTo>
                    <a:pt x="17068" y="1700"/>
                  </a:lnTo>
                  <a:lnTo>
                    <a:pt x="16913" y="1468"/>
                  </a:lnTo>
                  <a:lnTo>
                    <a:pt x="16759" y="1314"/>
                  </a:lnTo>
                  <a:lnTo>
                    <a:pt x="16566" y="1198"/>
                  </a:lnTo>
                  <a:lnTo>
                    <a:pt x="16334" y="1159"/>
                  </a:lnTo>
                  <a:lnTo>
                    <a:pt x="16102" y="1159"/>
                  </a:lnTo>
                  <a:lnTo>
                    <a:pt x="15909" y="1198"/>
                  </a:lnTo>
                  <a:lnTo>
                    <a:pt x="15678" y="1236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5" y="1777"/>
                  </a:lnTo>
                  <a:lnTo>
                    <a:pt x="14596" y="2163"/>
                  </a:lnTo>
                  <a:lnTo>
                    <a:pt x="14326" y="2588"/>
                  </a:lnTo>
                  <a:lnTo>
                    <a:pt x="14094" y="3013"/>
                  </a:lnTo>
                  <a:lnTo>
                    <a:pt x="13940" y="2434"/>
                  </a:lnTo>
                  <a:lnTo>
                    <a:pt x="13747" y="1893"/>
                  </a:lnTo>
                  <a:lnTo>
                    <a:pt x="13515" y="1352"/>
                  </a:lnTo>
                  <a:lnTo>
                    <a:pt x="13168" y="850"/>
                  </a:lnTo>
                  <a:lnTo>
                    <a:pt x="13013" y="657"/>
                  </a:lnTo>
                  <a:lnTo>
                    <a:pt x="12820" y="464"/>
                  </a:lnTo>
                  <a:lnTo>
                    <a:pt x="12588" y="271"/>
                  </a:lnTo>
                  <a:lnTo>
                    <a:pt x="12357" y="117"/>
                  </a:lnTo>
                  <a:lnTo>
                    <a:pt x="12086" y="39"/>
                  </a:lnTo>
                  <a:lnTo>
                    <a:pt x="118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17"/>
            <p:cNvSpPr/>
            <p:nvPr/>
          </p:nvSpPr>
          <p:spPr>
            <a:xfrm>
              <a:off x="4161375" y="2367550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6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6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1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17"/>
            <p:cNvSpPr/>
            <p:nvPr/>
          </p:nvSpPr>
          <p:spPr>
            <a:xfrm>
              <a:off x="4673025" y="2378175"/>
              <a:ext cx="330175" cy="176675"/>
            </a:xfrm>
            <a:custGeom>
              <a:avLst/>
              <a:gdLst/>
              <a:ahLst/>
              <a:cxnLst/>
              <a:rect l="l" t="t" r="r" b="b"/>
              <a:pathLst>
                <a:path w="13207" h="7067" extrusionOk="0">
                  <a:moveTo>
                    <a:pt x="8110" y="309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79"/>
                  </a:lnTo>
                  <a:lnTo>
                    <a:pt x="8728" y="888"/>
                  </a:lnTo>
                  <a:lnTo>
                    <a:pt x="8766" y="1197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7"/>
                  </a:lnTo>
                  <a:lnTo>
                    <a:pt x="8033" y="2858"/>
                  </a:lnTo>
                  <a:lnTo>
                    <a:pt x="6836" y="4711"/>
                  </a:lnTo>
                  <a:lnTo>
                    <a:pt x="6681" y="4711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7"/>
                  </a:lnTo>
                  <a:lnTo>
                    <a:pt x="7453" y="888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09"/>
                  </a:lnTo>
                  <a:close/>
                  <a:moveTo>
                    <a:pt x="5909" y="5406"/>
                  </a:moveTo>
                  <a:lnTo>
                    <a:pt x="4673" y="5831"/>
                  </a:lnTo>
                  <a:lnTo>
                    <a:pt x="3437" y="6217"/>
                  </a:lnTo>
                  <a:lnTo>
                    <a:pt x="2781" y="6372"/>
                  </a:lnTo>
                  <a:lnTo>
                    <a:pt x="2125" y="6526"/>
                  </a:lnTo>
                  <a:lnTo>
                    <a:pt x="1700" y="6565"/>
                  </a:lnTo>
                  <a:lnTo>
                    <a:pt x="1314" y="6603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7"/>
                  </a:lnTo>
                  <a:lnTo>
                    <a:pt x="696" y="6063"/>
                  </a:lnTo>
                  <a:lnTo>
                    <a:pt x="696" y="5908"/>
                  </a:lnTo>
                  <a:lnTo>
                    <a:pt x="734" y="5792"/>
                  </a:lnTo>
                  <a:lnTo>
                    <a:pt x="812" y="5715"/>
                  </a:lnTo>
                  <a:lnTo>
                    <a:pt x="889" y="5677"/>
                  </a:lnTo>
                  <a:lnTo>
                    <a:pt x="1082" y="5599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6"/>
                  </a:lnTo>
                  <a:close/>
                  <a:moveTo>
                    <a:pt x="7067" y="5097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5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8"/>
                  </a:lnTo>
                  <a:lnTo>
                    <a:pt x="12589" y="6024"/>
                  </a:lnTo>
                  <a:lnTo>
                    <a:pt x="12628" y="6179"/>
                  </a:lnTo>
                  <a:lnTo>
                    <a:pt x="12589" y="6526"/>
                  </a:lnTo>
                  <a:lnTo>
                    <a:pt x="12435" y="6603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3"/>
                  </a:lnTo>
                  <a:lnTo>
                    <a:pt x="10929" y="6526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8"/>
                  </a:lnTo>
                  <a:lnTo>
                    <a:pt x="8226" y="5677"/>
                  </a:lnTo>
                  <a:lnTo>
                    <a:pt x="7067" y="5097"/>
                  </a:lnTo>
                  <a:close/>
                  <a:moveTo>
                    <a:pt x="8148" y="0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6"/>
                  </a:lnTo>
                  <a:lnTo>
                    <a:pt x="6681" y="2433"/>
                  </a:lnTo>
                  <a:lnTo>
                    <a:pt x="6527" y="3591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0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7"/>
                  </a:lnTo>
                  <a:lnTo>
                    <a:pt x="1391" y="5175"/>
                  </a:lnTo>
                  <a:lnTo>
                    <a:pt x="1005" y="5213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599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4"/>
                  </a:lnTo>
                  <a:lnTo>
                    <a:pt x="117" y="6449"/>
                  </a:lnTo>
                  <a:lnTo>
                    <a:pt x="232" y="6603"/>
                  </a:lnTo>
                  <a:lnTo>
                    <a:pt x="348" y="6681"/>
                  </a:lnTo>
                  <a:lnTo>
                    <a:pt x="464" y="6796"/>
                  </a:lnTo>
                  <a:lnTo>
                    <a:pt x="773" y="6912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2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5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8"/>
                  </a:lnTo>
                  <a:lnTo>
                    <a:pt x="6758" y="6101"/>
                  </a:lnTo>
                  <a:lnTo>
                    <a:pt x="6836" y="6294"/>
                  </a:lnTo>
                  <a:lnTo>
                    <a:pt x="7106" y="6256"/>
                  </a:lnTo>
                  <a:lnTo>
                    <a:pt x="7106" y="6217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6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6"/>
                  </a:lnTo>
                  <a:lnTo>
                    <a:pt x="11045" y="6951"/>
                  </a:lnTo>
                  <a:lnTo>
                    <a:pt x="11469" y="7028"/>
                  </a:lnTo>
                  <a:lnTo>
                    <a:pt x="11933" y="7067"/>
                  </a:lnTo>
                  <a:lnTo>
                    <a:pt x="12396" y="7028"/>
                  </a:lnTo>
                  <a:lnTo>
                    <a:pt x="12589" y="6990"/>
                  </a:lnTo>
                  <a:lnTo>
                    <a:pt x="12782" y="6912"/>
                  </a:lnTo>
                  <a:lnTo>
                    <a:pt x="12937" y="6796"/>
                  </a:lnTo>
                  <a:lnTo>
                    <a:pt x="13053" y="6681"/>
                  </a:lnTo>
                  <a:lnTo>
                    <a:pt x="13130" y="6526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4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6"/>
                  </a:lnTo>
                  <a:lnTo>
                    <a:pt x="12242" y="5290"/>
                  </a:lnTo>
                  <a:lnTo>
                    <a:pt x="11894" y="5213"/>
                  </a:lnTo>
                  <a:lnTo>
                    <a:pt x="11315" y="5097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1"/>
                  </a:lnTo>
                  <a:lnTo>
                    <a:pt x="8071" y="3514"/>
                  </a:lnTo>
                  <a:lnTo>
                    <a:pt x="8496" y="2858"/>
                  </a:lnTo>
                  <a:lnTo>
                    <a:pt x="8844" y="2201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6"/>
                  </a:lnTo>
                  <a:lnTo>
                    <a:pt x="9075" y="1275"/>
                  </a:lnTo>
                  <a:lnTo>
                    <a:pt x="9037" y="1004"/>
                  </a:lnTo>
                  <a:lnTo>
                    <a:pt x="8959" y="811"/>
                  </a:lnTo>
                  <a:lnTo>
                    <a:pt x="8882" y="579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17"/>
            <p:cNvSpPr/>
            <p:nvPr/>
          </p:nvSpPr>
          <p:spPr>
            <a:xfrm>
              <a:off x="1437100" y="2381075"/>
              <a:ext cx="93675" cy="93650"/>
            </a:xfrm>
            <a:custGeom>
              <a:avLst/>
              <a:gdLst/>
              <a:ahLst/>
              <a:cxnLst/>
              <a:rect l="l" t="t" r="r" b="b"/>
              <a:pathLst>
                <a:path w="3747" h="3746" extrusionOk="0">
                  <a:moveTo>
                    <a:pt x="1584" y="463"/>
                  </a:moveTo>
                  <a:lnTo>
                    <a:pt x="2086" y="541"/>
                  </a:lnTo>
                  <a:lnTo>
                    <a:pt x="2318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5"/>
                  </a:lnTo>
                  <a:lnTo>
                    <a:pt x="3090" y="1197"/>
                  </a:lnTo>
                  <a:lnTo>
                    <a:pt x="3206" y="1429"/>
                  </a:lnTo>
                  <a:lnTo>
                    <a:pt x="3244" y="1699"/>
                  </a:lnTo>
                  <a:lnTo>
                    <a:pt x="3244" y="1969"/>
                  </a:lnTo>
                  <a:lnTo>
                    <a:pt x="3206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7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3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3"/>
                  </a:lnTo>
                  <a:close/>
                  <a:moveTo>
                    <a:pt x="1893" y="0"/>
                  </a:moveTo>
                  <a:lnTo>
                    <a:pt x="1700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4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9" y="579"/>
                  </a:lnTo>
                  <a:lnTo>
                    <a:pt x="425" y="772"/>
                  </a:lnTo>
                  <a:lnTo>
                    <a:pt x="271" y="965"/>
                  </a:lnTo>
                  <a:lnTo>
                    <a:pt x="155" y="1236"/>
                  </a:lnTo>
                  <a:lnTo>
                    <a:pt x="78" y="1467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7" y="2510"/>
                  </a:lnTo>
                  <a:lnTo>
                    <a:pt x="310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8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7" y="3437"/>
                  </a:lnTo>
                  <a:lnTo>
                    <a:pt x="3128" y="3244"/>
                  </a:lnTo>
                  <a:lnTo>
                    <a:pt x="3322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8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5" y="1004"/>
                  </a:lnTo>
                  <a:lnTo>
                    <a:pt x="3322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17"/>
            <p:cNvSpPr/>
            <p:nvPr/>
          </p:nvSpPr>
          <p:spPr>
            <a:xfrm>
              <a:off x="3476925" y="23916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7" y="1159"/>
                  </a:lnTo>
                  <a:lnTo>
                    <a:pt x="1391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6" y="1816"/>
                  </a:lnTo>
                  <a:lnTo>
                    <a:pt x="387" y="1700"/>
                  </a:lnTo>
                  <a:lnTo>
                    <a:pt x="348" y="1584"/>
                  </a:lnTo>
                  <a:lnTo>
                    <a:pt x="387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2" y="1623"/>
                  </a:lnTo>
                  <a:lnTo>
                    <a:pt x="3669" y="1700"/>
                  </a:lnTo>
                  <a:lnTo>
                    <a:pt x="3747" y="1816"/>
                  </a:lnTo>
                  <a:lnTo>
                    <a:pt x="3747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9" y="2356"/>
                  </a:lnTo>
                  <a:lnTo>
                    <a:pt x="3206" y="2434"/>
                  </a:lnTo>
                  <a:lnTo>
                    <a:pt x="3013" y="2395"/>
                  </a:lnTo>
                  <a:lnTo>
                    <a:pt x="2820" y="2356"/>
                  </a:lnTo>
                  <a:lnTo>
                    <a:pt x="2627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1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90" y="1468"/>
                  </a:lnTo>
                  <a:close/>
                  <a:moveTo>
                    <a:pt x="3747" y="4750"/>
                  </a:moveTo>
                  <a:lnTo>
                    <a:pt x="3901" y="4789"/>
                  </a:lnTo>
                  <a:lnTo>
                    <a:pt x="4017" y="4828"/>
                  </a:lnTo>
                  <a:lnTo>
                    <a:pt x="4094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3" y="5368"/>
                  </a:lnTo>
                  <a:lnTo>
                    <a:pt x="4094" y="5484"/>
                  </a:lnTo>
                  <a:lnTo>
                    <a:pt x="3978" y="5600"/>
                  </a:lnTo>
                  <a:lnTo>
                    <a:pt x="3785" y="5754"/>
                  </a:lnTo>
                  <a:lnTo>
                    <a:pt x="3515" y="5870"/>
                  </a:lnTo>
                  <a:lnTo>
                    <a:pt x="3129" y="5870"/>
                  </a:lnTo>
                  <a:lnTo>
                    <a:pt x="2743" y="5793"/>
                  </a:lnTo>
                  <a:lnTo>
                    <a:pt x="2936" y="5368"/>
                  </a:lnTo>
                  <a:lnTo>
                    <a:pt x="3051" y="5214"/>
                  </a:lnTo>
                  <a:lnTo>
                    <a:pt x="3206" y="5021"/>
                  </a:lnTo>
                  <a:lnTo>
                    <a:pt x="3476" y="4866"/>
                  </a:lnTo>
                  <a:lnTo>
                    <a:pt x="3631" y="4789"/>
                  </a:lnTo>
                  <a:lnTo>
                    <a:pt x="3747" y="4750"/>
                  </a:lnTo>
                  <a:close/>
                  <a:moveTo>
                    <a:pt x="1121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3" y="6102"/>
                  </a:lnTo>
                  <a:lnTo>
                    <a:pt x="1430" y="6256"/>
                  </a:lnTo>
                  <a:lnTo>
                    <a:pt x="1237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6" y="6334"/>
                  </a:lnTo>
                  <a:lnTo>
                    <a:pt x="503" y="6179"/>
                  </a:lnTo>
                  <a:lnTo>
                    <a:pt x="426" y="6025"/>
                  </a:lnTo>
                  <a:lnTo>
                    <a:pt x="426" y="5909"/>
                  </a:lnTo>
                  <a:lnTo>
                    <a:pt x="464" y="5754"/>
                  </a:lnTo>
                  <a:lnTo>
                    <a:pt x="580" y="5677"/>
                  </a:lnTo>
                  <a:lnTo>
                    <a:pt x="696" y="5600"/>
                  </a:lnTo>
                  <a:lnTo>
                    <a:pt x="850" y="5523"/>
                  </a:lnTo>
                  <a:close/>
                  <a:moveTo>
                    <a:pt x="5716" y="6218"/>
                  </a:moveTo>
                  <a:lnTo>
                    <a:pt x="5870" y="6334"/>
                  </a:lnTo>
                  <a:lnTo>
                    <a:pt x="5948" y="6411"/>
                  </a:lnTo>
                  <a:lnTo>
                    <a:pt x="5986" y="6527"/>
                  </a:lnTo>
                  <a:lnTo>
                    <a:pt x="6025" y="6681"/>
                  </a:lnTo>
                  <a:lnTo>
                    <a:pt x="5986" y="6797"/>
                  </a:lnTo>
                  <a:lnTo>
                    <a:pt x="5909" y="7067"/>
                  </a:lnTo>
                  <a:lnTo>
                    <a:pt x="5793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1" y="7801"/>
                  </a:lnTo>
                  <a:lnTo>
                    <a:pt x="5059" y="7917"/>
                  </a:lnTo>
                  <a:lnTo>
                    <a:pt x="5098" y="7878"/>
                  </a:lnTo>
                  <a:lnTo>
                    <a:pt x="5021" y="7415"/>
                  </a:lnTo>
                  <a:lnTo>
                    <a:pt x="4982" y="7183"/>
                  </a:lnTo>
                  <a:lnTo>
                    <a:pt x="5021" y="6952"/>
                  </a:lnTo>
                  <a:lnTo>
                    <a:pt x="5137" y="6681"/>
                  </a:lnTo>
                  <a:lnTo>
                    <a:pt x="5214" y="6527"/>
                  </a:lnTo>
                  <a:lnTo>
                    <a:pt x="5330" y="6372"/>
                  </a:lnTo>
                  <a:lnTo>
                    <a:pt x="5446" y="6256"/>
                  </a:lnTo>
                  <a:lnTo>
                    <a:pt x="5600" y="6218"/>
                  </a:lnTo>
                  <a:close/>
                  <a:moveTo>
                    <a:pt x="8960" y="8071"/>
                  </a:moveTo>
                  <a:lnTo>
                    <a:pt x="9153" y="8110"/>
                  </a:lnTo>
                  <a:lnTo>
                    <a:pt x="9268" y="8187"/>
                  </a:lnTo>
                  <a:lnTo>
                    <a:pt x="9346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7" y="9153"/>
                  </a:lnTo>
                  <a:lnTo>
                    <a:pt x="8805" y="9346"/>
                  </a:lnTo>
                  <a:lnTo>
                    <a:pt x="8689" y="9384"/>
                  </a:lnTo>
                  <a:lnTo>
                    <a:pt x="8612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2" y="9346"/>
                  </a:lnTo>
                  <a:lnTo>
                    <a:pt x="8264" y="9346"/>
                  </a:lnTo>
                  <a:lnTo>
                    <a:pt x="8226" y="8960"/>
                  </a:lnTo>
                  <a:lnTo>
                    <a:pt x="8226" y="8766"/>
                  </a:lnTo>
                  <a:lnTo>
                    <a:pt x="8264" y="8573"/>
                  </a:lnTo>
                  <a:lnTo>
                    <a:pt x="8342" y="8342"/>
                  </a:lnTo>
                  <a:lnTo>
                    <a:pt x="8496" y="8187"/>
                  </a:lnTo>
                  <a:lnTo>
                    <a:pt x="8728" y="8110"/>
                  </a:lnTo>
                  <a:lnTo>
                    <a:pt x="8844" y="8071"/>
                  </a:lnTo>
                  <a:close/>
                  <a:moveTo>
                    <a:pt x="4944" y="8380"/>
                  </a:moveTo>
                  <a:lnTo>
                    <a:pt x="4944" y="8419"/>
                  </a:lnTo>
                  <a:lnTo>
                    <a:pt x="4751" y="8805"/>
                  </a:lnTo>
                  <a:lnTo>
                    <a:pt x="4596" y="8960"/>
                  </a:lnTo>
                  <a:lnTo>
                    <a:pt x="4442" y="9153"/>
                  </a:lnTo>
                  <a:lnTo>
                    <a:pt x="4210" y="9307"/>
                  </a:lnTo>
                  <a:lnTo>
                    <a:pt x="3940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9" y="9346"/>
                  </a:lnTo>
                  <a:lnTo>
                    <a:pt x="3322" y="9191"/>
                  </a:lnTo>
                  <a:lnTo>
                    <a:pt x="3322" y="9075"/>
                  </a:lnTo>
                  <a:lnTo>
                    <a:pt x="3322" y="8960"/>
                  </a:lnTo>
                  <a:lnTo>
                    <a:pt x="3399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5" y="8458"/>
                  </a:lnTo>
                  <a:lnTo>
                    <a:pt x="4055" y="8380"/>
                  </a:lnTo>
                  <a:lnTo>
                    <a:pt x="4326" y="8380"/>
                  </a:lnTo>
                  <a:lnTo>
                    <a:pt x="4905" y="8419"/>
                  </a:lnTo>
                  <a:lnTo>
                    <a:pt x="4944" y="8380"/>
                  </a:lnTo>
                  <a:close/>
                  <a:moveTo>
                    <a:pt x="7994" y="10002"/>
                  </a:moveTo>
                  <a:lnTo>
                    <a:pt x="7956" y="10195"/>
                  </a:lnTo>
                  <a:lnTo>
                    <a:pt x="7917" y="10350"/>
                  </a:lnTo>
                  <a:lnTo>
                    <a:pt x="7840" y="10543"/>
                  </a:lnTo>
                  <a:lnTo>
                    <a:pt x="7724" y="10697"/>
                  </a:lnTo>
                  <a:lnTo>
                    <a:pt x="7608" y="10813"/>
                  </a:lnTo>
                  <a:lnTo>
                    <a:pt x="7492" y="10929"/>
                  </a:lnTo>
                  <a:lnTo>
                    <a:pt x="7338" y="11045"/>
                  </a:lnTo>
                  <a:lnTo>
                    <a:pt x="7145" y="11083"/>
                  </a:lnTo>
                  <a:lnTo>
                    <a:pt x="6952" y="11122"/>
                  </a:lnTo>
                  <a:lnTo>
                    <a:pt x="6797" y="11083"/>
                  </a:lnTo>
                  <a:lnTo>
                    <a:pt x="6720" y="11045"/>
                  </a:lnTo>
                  <a:lnTo>
                    <a:pt x="6681" y="10967"/>
                  </a:lnTo>
                  <a:lnTo>
                    <a:pt x="6643" y="10890"/>
                  </a:lnTo>
                  <a:lnTo>
                    <a:pt x="6604" y="10813"/>
                  </a:lnTo>
                  <a:lnTo>
                    <a:pt x="6643" y="10620"/>
                  </a:lnTo>
                  <a:lnTo>
                    <a:pt x="6720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2" y="10157"/>
                  </a:lnTo>
                  <a:lnTo>
                    <a:pt x="7492" y="10079"/>
                  </a:lnTo>
                  <a:lnTo>
                    <a:pt x="7724" y="10041"/>
                  </a:lnTo>
                  <a:lnTo>
                    <a:pt x="7994" y="10002"/>
                  </a:lnTo>
                  <a:close/>
                  <a:moveTo>
                    <a:pt x="2202" y="1"/>
                  </a:moveTo>
                  <a:lnTo>
                    <a:pt x="2009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1" y="812"/>
                  </a:lnTo>
                  <a:lnTo>
                    <a:pt x="1237" y="773"/>
                  </a:lnTo>
                  <a:lnTo>
                    <a:pt x="1043" y="735"/>
                  </a:lnTo>
                  <a:lnTo>
                    <a:pt x="696" y="735"/>
                  </a:lnTo>
                  <a:lnTo>
                    <a:pt x="541" y="812"/>
                  </a:lnTo>
                  <a:lnTo>
                    <a:pt x="387" y="889"/>
                  </a:lnTo>
                  <a:lnTo>
                    <a:pt x="233" y="1005"/>
                  </a:lnTo>
                  <a:lnTo>
                    <a:pt x="117" y="1159"/>
                  </a:lnTo>
                  <a:lnTo>
                    <a:pt x="39" y="1314"/>
                  </a:lnTo>
                  <a:lnTo>
                    <a:pt x="1" y="1468"/>
                  </a:lnTo>
                  <a:lnTo>
                    <a:pt x="1" y="1623"/>
                  </a:lnTo>
                  <a:lnTo>
                    <a:pt x="1" y="1777"/>
                  </a:lnTo>
                  <a:lnTo>
                    <a:pt x="78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6" y="2279"/>
                  </a:lnTo>
                  <a:lnTo>
                    <a:pt x="580" y="2356"/>
                  </a:lnTo>
                  <a:lnTo>
                    <a:pt x="735" y="2395"/>
                  </a:lnTo>
                  <a:lnTo>
                    <a:pt x="1043" y="2434"/>
                  </a:lnTo>
                  <a:lnTo>
                    <a:pt x="1391" y="2395"/>
                  </a:lnTo>
                  <a:lnTo>
                    <a:pt x="1700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9" y="4635"/>
                  </a:lnTo>
                  <a:lnTo>
                    <a:pt x="1777" y="5021"/>
                  </a:lnTo>
                  <a:lnTo>
                    <a:pt x="1893" y="5368"/>
                  </a:lnTo>
                  <a:lnTo>
                    <a:pt x="1584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3" y="5252"/>
                  </a:lnTo>
                  <a:lnTo>
                    <a:pt x="387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8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8" y="6218"/>
                  </a:lnTo>
                  <a:lnTo>
                    <a:pt x="155" y="6334"/>
                  </a:lnTo>
                  <a:lnTo>
                    <a:pt x="233" y="6450"/>
                  </a:lnTo>
                  <a:lnTo>
                    <a:pt x="348" y="6565"/>
                  </a:lnTo>
                  <a:lnTo>
                    <a:pt x="503" y="6643"/>
                  </a:lnTo>
                  <a:lnTo>
                    <a:pt x="657" y="6720"/>
                  </a:lnTo>
                  <a:lnTo>
                    <a:pt x="812" y="6758"/>
                  </a:lnTo>
                  <a:lnTo>
                    <a:pt x="1121" y="6758"/>
                  </a:lnTo>
                  <a:lnTo>
                    <a:pt x="1430" y="6681"/>
                  </a:lnTo>
                  <a:lnTo>
                    <a:pt x="1700" y="6527"/>
                  </a:lnTo>
                  <a:lnTo>
                    <a:pt x="1932" y="6295"/>
                  </a:lnTo>
                  <a:lnTo>
                    <a:pt x="2125" y="6063"/>
                  </a:lnTo>
                  <a:lnTo>
                    <a:pt x="2395" y="6527"/>
                  </a:lnTo>
                  <a:lnTo>
                    <a:pt x="2743" y="6990"/>
                  </a:lnTo>
                  <a:lnTo>
                    <a:pt x="3129" y="7376"/>
                  </a:lnTo>
                  <a:lnTo>
                    <a:pt x="3592" y="7762"/>
                  </a:lnTo>
                  <a:lnTo>
                    <a:pt x="4017" y="7994"/>
                  </a:lnTo>
                  <a:lnTo>
                    <a:pt x="3824" y="8033"/>
                  </a:lnTo>
                  <a:lnTo>
                    <a:pt x="3631" y="8110"/>
                  </a:lnTo>
                  <a:lnTo>
                    <a:pt x="3438" y="8187"/>
                  </a:lnTo>
                  <a:lnTo>
                    <a:pt x="3283" y="8342"/>
                  </a:lnTo>
                  <a:lnTo>
                    <a:pt x="3167" y="8458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6" y="8882"/>
                  </a:lnTo>
                  <a:lnTo>
                    <a:pt x="2897" y="9075"/>
                  </a:lnTo>
                  <a:lnTo>
                    <a:pt x="2936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2" y="9770"/>
                  </a:lnTo>
                  <a:lnTo>
                    <a:pt x="3515" y="9848"/>
                  </a:lnTo>
                  <a:lnTo>
                    <a:pt x="3708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9" y="9770"/>
                  </a:lnTo>
                  <a:lnTo>
                    <a:pt x="4403" y="9693"/>
                  </a:lnTo>
                  <a:lnTo>
                    <a:pt x="4673" y="9461"/>
                  </a:lnTo>
                  <a:lnTo>
                    <a:pt x="4905" y="9153"/>
                  </a:lnTo>
                  <a:lnTo>
                    <a:pt x="5098" y="8844"/>
                  </a:lnTo>
                  <a:lnTo>
                    <a:pt x="5214" y="8496"/>
                  </a:lnTo>
                  <a:lnTo>
                    <a:pt x="6527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6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5" y="9809"/>
                  </a:lnTo>
                  <a:lnTo>
                    <a:pt x="6797" y="9963"/>
                  </a:lnTo>
                  <a:lnTo>
                    <a:pt x="6643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5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5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6" y="11508"/>
                  </a:lnTo>
                  <a:lnTo>
                    <a:pt x="7029" y="11508"/>
                  </a:lnTo>
                  <a:lnTo>
                    <a:pt x="7222" y="11469"/>
                  </a:lnTo>
                  <a:lnTo>
                    <a:pt x="7415" y="11392"/>
                  </a:lnTo>
                  <a:lnTo>
                    <a:pt x="7569" y="11315"/>
                  </a:lnTo>
                  <a:lnTo>
                    <a:pt x="7724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10" y="10697"/>
                  </a:lnTo>
                  <a:lnTo>
                    <a:pt x="8226" y="10465"/>
                  </a:lnTo>
                  <a:lnTo>
                    <a:pt x="8264" y="10234"/>
                  </a:lnTo>
                  <a:lnTo>
                    <a:pt x="8303" y="9963"/>
                  </a:lnTo>
                  <a:lnTo>
                    <a:pt x="8342" y="9925"/>
                  </a:lnTo>
                  <a:lnTo>
                    <a:pt x="8728" y="10272"/>
                  </a:lnTo>
                  <a:lnTo>
                    <a:pt x="9075" y="10659"/>
                  </a:lnTo>
                  <a:lnTo>
                    <a:pt x="9346" y="11122"/>
                  </a:lnTo>
                  <a:lnTo>
                    <a:pt x="9462" y="11354"/>
                  </a:lnTo>
                  <a:lnTo>
                    <a:pt x="9539" y="11585"/>
                  </a:lnTo>
                  <a:lnTo>
                    <a:pt x="9655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5" y="12937"/>
                  </a:lnTo>
                  <a:lnTo>
                    <a:pt x="9577" y="13284"/>
                  </a:lnTo>
                  <a:lnTo>
                    <a:pt x="9462" y="13593"/>
                  </a:lnTo>
                  <a:lnTo>
                    <a:pt x="9191" y="14211"/>
                  </a:lnTo>
                  <a:lnTo>
                    <a:pt x="9153" y="14288"/>
                  </a:lnTo>
                  <a:lnTo>
                    <a:pt x="9153" y="14327"/>
                  </a:lnTo>
                  <a:lnTo>
                    <a:pt x="9230" y="14404"/>
                  </a:lnTo>
                  <a:lnTo>
                    <a:pt x="9307" y="14443"/>
                  </a:lnTo>
                  <a:lnTo>
                    <a:pt x="9423" y="14404"/>
                  </a:lnTo>
                  <a:lnTo>
                    <a:pt x="9577" y="14250"/>
                  </a:lnTo>
                  <a:lnTo>
                    <a:pt x="9732" y="14057"/>
                  </a:lnTo>
                  <a:lnTo>
                    <a:pt x="9848" y="13902"/>
                  </a:lnTo>
                  <a:lnTo>
                    <a:pt x="9925" y="13671"/>
                  </a:lnTo>
                  <a:lnTo>
                    <a:pt x="10079" y="13246"/>
                  </a:lnTo>
                  <a:lnTo>
                    <a:pt x="10118" y="12782"/>
                  </a:lnTo>
                  <a:lnTo>
                    <a:pt x="10118" y="12319"/>
                  </a:lnTo>
                  <a:lnTo>
                    <a:pt x="10041" y="11856"/>
                  </a:lnTo>
                  <a:lnTo>
                    <a:pt x="9925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7" y="10272"/>
                  </a:lnTo>
                  <a:lnTo>
                    <a:pt x="9037" y="9963"/>
                  </a:lnTo>
                  <a:lnTo>
                    <a:pt x="8728" y="9693"/>
                  </a:lnTo>
                  <a:lnTo>
                    <a:pt x="8960" y="9577"/>
                  </a:lnTo>
                  <a:lnTo>
                    <a:pt x="9230" y="9423"/>
                  </a:lnTo>
                  <a:lnTo>
                    <a:pt x="9462" y="9191"/>
                  </a:lnTo>
                  <a:lnTo>
                    <a:pt x="9616" y="8921"/>
                  </a:lnTo>
                  <a:lnTo>
                    <a:pt x="9732" y="8612"/>
                  </a:lnTo>
                  <a:lnTo>
                    <a:pt x="9732" y="8496"/>
                  </a:lnTo>
                  <a:lnTo>
                    <a:pt x="9732" y="8342"/>
                  </a:lnTo>
                  <a:lnTo>
                    <a:pt x="9693" y="8187"/>
                  </a:lnTo>
                  <a:lnTo>
                    <a:pt x="9616" y="8071"/>
                  </a:lnTo>
                  <a:lnTo>
                    <a:pt x="9500" y="7956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7" y="7724"/>
                  </a:lnTo>
                  <a:lnTo>
                    <a:pt x="8689" y="7724"/>
                  </a:lnTo>
                  <a:lnTo>
                    <a:pt x="8535" y="7762"/>
                  </a:lnTo>
                  <a:lnTo>
                    <a:pt x="8380" y="7840"/>
                  </a:lnTo>
                  <a:lnTo>
                    <a:pt x="8226" y="7956"/>
                  </a:lnTo>
                  <a:lnTo>
                    <a:pt x="8110" y="8071"/>
                  </a:lnTo>
                  <a:lnTo>
                    <a:pt x="7956" y="8264"/>
                  </a:lnTo>
                  <a:lnTo>
                    <a:pt x="7878" y="8535"/>
                  </a:lnTo>
                  <a:lnTo>
                    <a:pt x="7840" y="8766"/>
                  </a:lnTo>
                  <a:lnTo>
                    <a:pt x="7840" y="9037"/>
                  </a:lnTo>
                  <a:lnTo>
                    <a:pt x="7222" y="8766"/>
                  </a:lnTo>
                  <a:lnTo>
                    <a:pt x="6643" y="8496"/>
                  </a:lnTo>
                  <a:lnTo>
                    <a:pt x="5368" y="8033"/>
                  </a:lnTo>
                  <a:lnTo>
                    <a:pt x="5639" y="7878"/>
                  </a:lnTo>
                  <a:lnTo>
                    <a:pt x="5870" y="7685"/>
                  </a:lnTo>
                  <a:lnTo>
                    <a:pt x="6063" y="7454"/>
                  </a:lnTo>
                  <a:lnTo>
                    <a:pt x="6218" y="7183"/>
                  </a:lnTo>
                  <a:lnTo>
                    <a:pt x="6334" y="6874"/>
                  </a:lnTo>
                  <a:lnTo>
                    <a:pt x="6334" y="6720"/>
                  </a:lnTo>
                  <a:lnTo>
                    <a:pt x="6334" y="6527"/>
                  </a:lnTo>
                  <a:lnTo>
                    <a:pt x="6334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5" y="5948"/>
                  </a:lnTo>
                  <a:lnTo>
                    <a:pt x="5870" y="5870"/>
                  </a:lnTo>
                  <a:lnTo>
                    <a:pt x="5716" y="5832"/>
                  </a:lnTo>
                  <a:lnTo>
                    <a:pt x="5561" y="5870"/>
                  </a:lnTo>
                  <a:lnTo>
                    <a:pt x="5407" y="5909"/>
                  </a:lnTo>
                  <a:lnTo>
                    <a:pt x="5253" y="5986"/>
                  </a:lnTo>
                  <a:lnTo>
                    <a:pt x="5137" y="6063"/>
                  </a:lnTo>
                  <a:lnTo>
                    <a:pt x="4905" y="6334"/>
                  </a:lnTo>
                  <a:lnTo>
                    <a:pt x="4751" y="6643"/>
                  </a:lnTo>
                  <a:lnTo>
                    <a:pt x="4635" y="7029"/>
                  </a:lnTo>
                  <a:lnTo>
                    <a:pt x="4635" y="7222"/>
                  </a:lnTo>
                  <a:lnTo>
                    <a:pt x="4635" y="7415"/>
                  </a:lnTo>
                  <a:lnTo>
                    <a:pt x="4635" y="7608"/>
                  </a:lnTo>
                  <a:lnTo>
                    <a:pt x="4712" y="7762"/>
                  </a:lnTo>
                  <a:lnTo>
                    <a:pt x="4094" y="7454"/>
                  </a:lnTo>
                  <a:lnTo>
                    <a:pt x="3824" y="7299"/>
                  </a:lnTo>
                  <a:lnTo>
                    <a:pt x="3553" y="7106"/>
                  </a:lnTo>
                  <a:lnTo>
                    <a:pt x="3322" y="6874"/>
                  </a:lnTo>
                  <a:lnTo>
                    <a:pt x="3090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2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3" y="5986"/>
                  </a:lnTo>
                  <a:lnTo>
                    <a:pt x="4249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9" y="5407"/>
                  </a:lnTo>
                  <a:lnTo>
                    <a:pt x="4557" y="5214"/>
                  </a:lnTo>
                  <a:lnTo>
                    <a:pt x="4519" y="5059"/>
                  </a:lnTo>
                  <a:lnTo>
                    <a:pt x="4480" y="4866"/>
                  </a:lnTo>
                  <a:lnTo>
                    <a:pt x="4403" y="4712"/>
                  </a:lnTo>
                  <a:lnTo>
                    <a:pt x="4287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1" y="4364"/>
                  </a:lnTo>
                  <a:lnTo>
                    <a:pt x="3708" y="4364"/>
                  </a:lnTo>
                  <a:lnTo>
                    <a:pt x="3553" y="4403"/>
                  </a:lnTo>
                  <a:lnTo>
                    <a:pt x="3399" y="4442"/>
                  </a:lnTo>
                  <a:lnTo>
                    <a:pt x="3245" y="4519"/>
                  </a:lnTo>
                  <a:lnTo>
                    <a:pt x="3090" y="4635"/>
                  </a:lnTo>
                  <a:lnTo>
                    <a:pt x="2820" y="4905"/>
                  </a:lnTo>
                  <a:lnTo>
                    <a:pt x="2588" y="5214"/>
                  </a:lnTo>
                  <a:lnTo>
                    <a:pt x="2434" y="5561"/>
                  </a:lnTo>
                  <a:lnTo>
                    <a:pt x="2395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6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5" y="2318"/>
                  </a:lnTo>
                  <a:lnTo>
                    <a:pt x="2356" y="2511"/>
                  </a:lnTo>
                  <a:lnTo>
                    <a:pt x="2588" y="2627"/>
                  </a:lnTo>
                  <a:lnTo>
                    <a:pt x="2820" y="2743"/>
                  </a:lnTo>
                  <a:lnTo>
                    <a:pt x="3129" y="2781"/>
                  </a:lnTo>
                  <a:lnTo>
                    <a:pt x="3283" y="2743"/>
                  </a:lnTo>
                  <a:lnTo>
                    <a:pt x="3476" y="2704"/>
                  </a:lnTo>
                  <a:lnTo>
                    <a:pt x="3631" y="2627"/>
                  </a:lnTo>
                  <a:lnTo>
                    <a:pt x="3785" y="2549"/>
                  </a:lnTo>
                  <a:lnTo>
                    <a:pt x="3901" y="2434"/>
                  </a:lnTo>
                  <a:lnTo>
                    <a:pt x="4017" y="2279"/>
                  </a:lnTo>
                  <a:lnTo>
                    <a:pt x="4094" y="2125"/>
                  </a:lnTo>
                  <a:lnTo>
                    <a:pt x="4133" y="1970"/>
                  </a:lnTo>
                  <a:lnTo>
                    <a:pt x="4094" y="1777"/>
                  </a:lnTo>
                  <a:lnTo>
                    <a:pt x="4055" y="1623"/>
                  </a:lnTo>
                  <a:lnTo>
                    <a:pt x="4017" y="1507"/>
                  </a:lnTo>
                  <a:lnTo>
                    <a:pt x="3901" y="1352"/>
                  </a:lnTo>
                  <a:lnTo>
                    <a:pt x="3785" y="1237"/>
                  </a:lnTo>
                  <a:lnTo>
                    <a:pt x="3631" y="1159"/>
                  </a:lnTo>
                  <a:lnTo>
                    <a:pt x="3515" y="1121"/>
                  </a:lnTo>
                  <a:lnTo>
                    <a:pt x="3322" y="1082"/>
                  </a:lnTo>
                  <a:lnTo>
                    <a:pt x="3167" y="1043"/>
                  </a:lnTo>
                  <a:lnTo>
                    <a:pt x="3013" y="1082"/>
                  </a:lnTo>
                  <a:lnTo>
                    <a:pt x="2743" y="1159"/>
                  </a:lnTo>
                  <a:lnTo>
                    <a:pt x="2472" y="1314"/>
                  </a:lnTo>
                  <a:lnTo>
                    <a:pt x="2241" y="1545"/>
                  </a:lnTo>
                  <a:lnTo>
                    <a:pt x="2511" y="78"/>
                  </a:lnTo>
                  <a:lnTo>
                    <a:pt x="220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17"/>
            <p:cNvSpPr/>
            <p:nvPr/>
          </p:nvSpPr>
          <p:spPr>
            <a:xfrm>
              <a:off x="3971200" y="23945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4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2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17"/>
            <p:cNvSpPr/>
            <p:nvPr/>
          </p:nvSpPr>
          <p:spPr>
            <a:xfrm>
              <a:off x="591450" y="23984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8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0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17"/>
            <p:cNvSpPr/>
            <p:nvPr/>
          </p:nvSpPr>
          <p:spPr>
            <a:xfrm>
              <a:off x="456275" y="23994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80"/>
                  </a:lnTo>
                  <a:lnTo>
                    <a:pt x="12280" y="657"/>
                  </a:lnTo>
                  <a:lnTo>
                    <a:pt x="12628" y="850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54"/>
                  </a:lnTo>
                  <a:lnTo>
                    <a:pt x="13478" y="2240"/>
                  </a:lnTo>
                  <a:lnTo>
                    <a:pt x="13632" y="2665"/>
                  </a:lnTo>
                  <a:lnTo>
                    <a:pt x="13825" y="3438"/>
                  </a:lnTo>
                  <a:lnTo>
                    <a:pt x="13825" y="3438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472"/>
                  </a:lnTo>
                  <a:lnTo>
                    <a:pt x="12010" y="2125"/>
                  </a:lnTo>
                  <a:lnTo>
                    <a:pt x="11817" y="1932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734"/>
                  </a:lnTo>
                  <a:lnTo>
                    <a:pt x="11740" y="619"/>
                  </a:lnTo>
                  <a:lnTo>
                    <a:pt x="11856" y="541"/>
                  </a:lnTo>
                  <a:lnTo>
                    <a:pt x="11972" y="503"/>
                  </a:lnTo>
                  <a:close/>
                  <a:moveTo>
                    <a:pt x="16219" y="1584"/>
                  </a:moveTo>
                  <a:lnTo>
                    <a:pt x="16296" y="1623"/>
                  </a:lnTo>
                  <a:lnTo>
                    <a:pt x="16412" y="1661"/>
                  </a:lnTo>
                  <a:lnTo>
                    <a:pt x="16490" y="1738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7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661"/>
                  </a:lnTo>
                  <a:lnTo>
                    <a:pt x="16103" y="1623"/>
                  </a:lnTo>
                  <a:lnTo>
                    <a:pt x="16219" y="1584"/>
                  </a:lnTo>
                  <a:close/>
                  <a:moveTo>
                    <a:pt x="13825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9"/>
                  </a:lnTo>
                  <a:lnTo>
                    <a:pt x="10890" y="5445"/>
                  </a:lnTo>
                  <a:lnTo>
                    <a:pt x="10968" y="5252"/>
                  </a:lnTo>
                  <a:lnTo>
                    <a:pt x="11122" y="5098"/>
                  </a:lnTo>
                  <a:lnTo>
                    <a:pt x="11277" y="4943"/>
                  </a:lnTo>
                  <a:lnTo>
                    <a:pt x="11547" y="4750"/>
                  </a:lnTo>
                  <a:lnTo>
                    <a:pt x="11817" y="4635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25" y="4287"/>
                  </a:lnTo>
                  <a:close/>
                  <a:moveTo>
                    <a:pt x="14404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7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44" y="5986"/>
                  </a:lnTo>
                  <a:lnTo>
                    <a:pt x="16876" y="6334"/>
                  </a:lnTo>
                  <a:lnTo>
                    <a:pt x="16992" y="6681"/>
                  </a:lnTo>
                  <a:lnTo>
                    <a:pt x="16992" y="6836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8"/>
                  </a:lnTo>
                  <a:lnTo>
                    <a:pt x="16374" y="7338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370" y="6565"/>
                  </a:lnTo>
                  <a:lnTo>
                    <a:pt x="15061" y="6141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06" y="619"/>
                  </a:lnTo>
                  <a:lnTo>
                    <a:pt x="10929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33" y="2742"/>
                  </a:lnTo>
                  <a:lnTo>
                    <a:pt x="12396" y="3090"/>
                  </a:lnTo>
                  <a:lnTo>
                    <a:pt x="12860" y="3399"/>
                  </a:lnTo>
                  <a:lnTo>
                    <a:pt x="12860" y="3399"/>
                  </a:lnTo>
                  <a:lnTo>
                    <a:pt x="12049" y="3283"/>
                  </a:lnTo>
                  <a:lnTo>
                    <a:pt x="11199" y="3283"/>
                  </a:lnTo>
                  <a:lnTo>
                    <a:pt x="10388" y="3322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623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082" y="10156"/>
                  </a:lnTo>
                  <a:lnTo>
                    <a:pt x="503" y="10967"/>
                  </a:lnTo>
                  <a:lnTo>
                    <a:pt x="1" y="11778"/>
                  </a:lnTo>
                  <a:lnTo>
                    <a:pt x="348" y="12049"/>
                  </a:lnTo>
                  <a:lnTo>
                    <a:pt x="1546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79"/>
                  </a:lnTo>
                  <a:lnTo>
                    <a:pt x="6257" y="5561"/>
                  </a:lnTo>
                  <a:lnTo>
                    <a:pt x="7106" y="5059"/>
                  </a:lnTo>
                  <a:lnTo>
                    <a:pt x="7994" y="4596"/>
                  </a:lnTo>
                  <a:lnTo>
                    <a:pt x="8458" y="4441"/>
                  </a:lnTo>
                  <a:lnTo>
                    <a:pt x="8921" y="4248"/>
                  </a:lnTo>
                  <a:lnTo>
                    <a:pt x="9423" y="4133"/>
                  </a:lnTo>
                  <a:lnTo>
                    <a:pt x="9886" y="4017"/>
                  </a:lnTo>
                  <a:lnTo>
                    <a:pt x="10388" y="3901"/>
                  </a:lnTo>
                  <a:lnTo>
                    <a:pt x="10852" y="3862"/>
                  </a:lnTo>
                  <a:lnTo>
                    <a:pt x="11354" y="3824"/>
                  </a:lnTo>
                  <a:lnTo>
                    <a:pt x="11856" y="3824"/>
                  </a:lnTo>
                  <a:lnTo>
                    <a:pt x="12358" y="3862"/>
                  </a:lnTo>
                  <a:lnTo>
                    <a:pt x="12860" y="3901"/>
                  </a:lnTo>
                  <a:lnTo>
                    <a:pt x="12319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47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4"/>
                  </a:lnTo>
                  <a:lnTo>
                    <a:pt x="11006" y="6411"/>
                  </a:lnTo>
                  <a:lnTo>
                    <a:pt x="11277" y="6449"/>
                  </a:lnTo>
                  <a:lnTo>
                    <a:pt x="11585" y="6411"/>
                  </a:lnTo>
                  <a:lnTo>
                    <a:pt x="11856" y="6372"/>
                  </a:lnTo>
                  <a:lnTo>
                    <a:pt x="12165" y="6256"/>
                  </a:lnTo>
                  <a:lnTo>
                    <a:pt x="12628" y="6063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760" y="7878"/>
                  </a:lnTo>
                  <a:lnTo>
                    <a:pt x="16876" y="7840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7"/>
                  </a:lnTo>
                  <a:lnTo>
                    <a:pt x="17378" y="7531"/>
                  </a:lnTo>
                  <a:lnTo>
                    <a:pt x="17416" y="7376"/>
                  </a:lnTo>
                  <a:lnTo>
                    <a:pt x="17455" y="7260"/>
                  </a:lnTo>
                  <a:lnTo>
                    <a:pt x="17493" y="6951"/>
                  </a:lnTo>
                  <a:lnTo>
                    <a:pt x="17416" y="6604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4"/>
                  </a:lnTo>
                  <a:lnTo>
                    <a:pt x="17146" y="2163"/>
                  </a:lnTo>
                  <a:lnTo>
                    <a:pt x="17107" y="1932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36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41" y="2434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17"/>
            <p:cNvSpPr/>
            <p:nvPr/>
          </p:nvSpPr>
          <p:spPr>
            <a:xfrm>
              <a:off x="5396100" y="24418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4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2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6" y="9153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3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7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5"/>
                  </a:lnTo>
                  <a:lnTo>
                    <a:pt x="695" y="735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4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50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3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9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6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8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2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4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7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17"/>
            <p:cNvSpPr/>
            <p:nvPr/>
          </p:nvSpPr>
          <p:spPr>
            <a:xfrm>
              <a:off x="4094775" y="2444775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4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5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17"/>
            <p:cNvSpPr/>
            <p:nvPr/>
          </p:nvSpPr>
          <p:spPr>
            <a:xfrm>
              <a:off x="6880825" y="24872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5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40" y="4943"/>
                  </a:lnTo>
                  <a:lnTo>
                    <a:pt x="155" y="4943"/>
                  </a:lnTo>
                  <a:lnTo>
                    <a:pt x="542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9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17"/>
            <p:cNvSpPr/>
            <p:nvPr/>
          </p:nvSpPr>
          <p:spPr>
            <a:xfrm>
              <a:off x="4037825" y="2489175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3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3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69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7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9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5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17"/>
            <p:cNvSpPr/>
            <p:nvPr/>
          </p:nvSpPr>
          <p:spPr>
            <a:xfrm>
              <a:off x="6829675" y="24891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580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9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9"/>
                  </a:lnTo>
                  <a:lnTo>
                    <a:pt x="78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8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4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6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17"/>
            <p:cNvSpPr/>
            <p:nvPr/>
          </p:nvSpPr>
          <p:spPr>
            <a:xfrm>
              <a:off x="2130250" y="2495950"/>
              <a:ext cx="246175" cy="107175"/>
            </a:xfrm>
            <a:custGeom>
              <a:avLst/>
              <a:gdLst/>
              <a:ahLst/>
              <a:cxnLst/>
              <a:rect l="l" t="t" r="r" b="b"/>
              <a:pathLst>
                <a:path w="9847" h="4287" extrusionOk="0">
                  <a:moveTo>
                    <a:pt x="8882" y="2742"/>
                  </a:moveTo>
                  <a:lnTo>
                    <a:pt x="9113" y="2819"/>
                  </a:lnTo>
                  <a:lnTo>
                    <a:pt x="9229" y="2896"/>
                  </a:lnTo>
                  <a:lnTo>
                    <a:pt x="9306" y="3012"/>
                  </a:lnTo>
                  <a:lnTo>
                    <a:pt x="9384" y="3089"/>
                  </a:lnTo>
                  <a:lnTo>
                    <a:pt x="9384" y="3205"/>
                  </a:lnTo>
                  <a:lnTo>
                    <a:pt x="9422" y="3321"/>
                  </a:lnTo>
                  <a:lnTo>
                    <a:pt x="9384" y="3437"/>
                  </a:lnTo>
                  <a:lnTo>
                    <a:pt x="9268" y="3630"/>
                  </a:lnTo>
                  <a:lnTo>
                    <a:pt x="9113" y="3785"/>
                  </a:lnTo>
                  <a:lnTo>
                    <a:pt x="8920" y="3862"/>
                  </a:lnTo>
                  <a:lnTo>
                    <a:pt x="8727" y="3862"/>
                  </a:lnTo>
                  <a:lnTo>
                    <a:pt x="8573" y="3785"/>
                  </a:lnTo>
                  <a:lnTo>
                    <a:pt x="8418" y="3630"/>
                  </a:lnTo>
                  <a:lnTo>
                    <a:pt x="8302" y="3437"/>
                  </a:lnTo>
                  <a:lnTo>
                    <a:pt x="8302" y="3244"/>
                  </a:lnTo>
                  <a:lnTo>
                    <a:pt x="8341" y="3051"/>
                  </a:lnTo>
                  <a:lnTo>
                    <a:pt x="8380" y="2858"/>
                  </a:lnTo>
                  <a:lnTo>
                    <a:pt x="8418" y="2819"/>
                  </a:lnTo>
                  <a:lnTo>
                    <a:pt x="8650" y="2742"/>
                  </a:lnTo>
                  <a:close/>
                  <a:moveTo>
                    <a:pt x="155" y="0"/>
                  </a:moveTo>
                  <a:lnTo>
                    <a:pt x="77" y="39"/>
                  </a:lnTo>
                  <a:lnTo>
                    <a:pt x="39" y="78"/>
                  </a:lnTo>
                  <a:lnTo>
                    <a:pt x="0" y="155"/>
                  </a:lnTo>
                  <a:lnTo>
                    <a:pt x="39" y="271"/>
                  </a:lnTo>
                  <a:lnTo>
                    <a:pt x="77" y="348"/>
                  </a:lnTo>
                  <a:lnTo>
                    <a:pt x="116" y="386"/>
                  </a:lnTo>
                  <a:lnTo>
                    <a:pt x="618" y="618"/>
                  </a:lnTo>
                  <a:lnTo>
                    <a:pt x="1120" y="773"/>
                  </a:lnTo>
                  <a:lnTo>
                    <a:pt x="2124" y="1081"/>
                  </a:lnTo>
                  <a:lnTo>
                    <a:pt x="4286" y="1738"/>
                  </a:lnTo>
                  <a:lnTo>
                    <a:pt x="6101" y="2317"/>
                  </a:lnTo>
                  <a:lnTo>
                    <a:pt x="7028" y="2587"/>
                  </a:lnTo>
                  <a:lnTo>
                    <a:pt x="7993" y="2819"/>
                  </a:lnTo>
                  <a:lnTo>
                    <a:pt x="7916" y="2974"/>
                  </a:lnTo>
                  <a:lnTo>
                    <a:pt x="7878" y="3089"/>
                  </a:lnTo>
                  <a:lnTo>
                    <a:pt x="7878" y="3398"/>
                  </a:lnTo>
                  <a:lnTo>
                    <a:pt x="7993" y="3707"/>
                  </a:lnTo>
                  <a:lnTo>
                    <a:pt x="8109" y="3939"/>
                  </a:lnTo>
                  <a:lnTo>
                    <a:pt x="8225" y="4093"/>
                  </a:lnTo>
                  <a:lnTo>
                    <a:pt x="8380" y="4171"/>
                  </a:lnTo>
                  <a:lnTo>
                    <a:pt x="8573" y="4248"/>
                  </a:lnTo>
                  <a:lnTo>
                    <a:pt x="8727" y="4287"/>
                  </a:lnTo>
                  <a:lnTo>
                    <a:pt x="8920" y="4287"/>
                  </a:lnTo>
                  <a:lnTo>
                    <a:pt x="9075" y="4248"/>
                  </a:lnTo>
                  <a:lnTo>
                    <a:pt x="9268" y="4209"/>
                  </a:lnTo>
                  <a:lnTo>
                    <a:pt x="9422" y="4093"/>
                  </a:lnTo>
                  <a:lnTo>
                    <a:pt x="9538" y="3978"/>
                  </a:lnTo>
                  <a:lnTo>
                    <a:pt x="9654" y="3823"/>
                  </a:lnTo>
                  <a:lnTo>
                    <a:pt x="9770" y="3669"/>
                  </a:lnTo>
                  <a:lnTo>
                    <a:pt x="9808" y="3514"/>
                  </a:lnTo>
                  <a:lnTo>
                    <a:pt x="9847" y="3321"/>
                  </a:lnTo>
                  <a:lnTo>
                    <a:pt x="9847" y="3128"/>
                  </a:lnTo>
                  <a:lnTo>
                    <a:pt x="9770" y="2974"/>
                  </a:lnTo>
                  <a:lnTo>
                    <a:pt x="9692" y="2781"/>
                  </a:lnTo>
                  <a:lnTo>
                    <a:pt x="9577" y="2665"/>
                  </a:lnTo>
                  <a:lnTo>
                    <a:pt x="9422" y="2549"/>
                  </a:lnTo>
                  <a:lnTo>
                    <a:pt x="9229" y="2433"/>
                  </a:lnTo>
                  <a:lnTo>
                    <a:pt x="9075" y="2394"/>
                  </a:lnTo>
                  <a:lnTo>
                    <a:pt x="8688" y="2394"/>
                  </a:lnTo>
                  <a:lnTo>
                    <a:pt x="8495" y="2472"/>
                  </a:lnTo>
                  <a:lnTo>
                    <a:pt x="8341" y="2549"/>
                  </a:lnTo>
                  <a:lnTo>
                    <a:pt x="7298" y="2163"/>
                  </a:lnTo>
                  <a:lnTo>
                    <a:pt x="6294" y="1815"/>
                  </a:lnTo>
                  <a:lnTo>
                    <a:pt x="4209" y="1159"/>
                  </a:lnTo>
                  <a:lnTo>
                    <a:pt x="3244" y="850"/>
                  </a:lnTo>
                  <a:lnTo>
                    <a:pt x="2240" y="502"/>
                  </a:lnTo>
                  <a:lnTo>
                    <a:pt x="1236" y="193"/>
                  </a:lnTo>
                  <a:lnTo>
                    <a:pt x="734" y="7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17"/>
            <p:cNvSpPr/>
            <p:nvPr/>
          </p:nvSpPr>
          <p:spPr>
            <a:xfrm>
              <a:off x="4737700" y="2534550"/>
              <a:ext cx="459550" cy="296400"/>
            </a:xfrm>
            <a:custGeom>
              <a:avLst/>
              <a:gdLst/>
              <a:ahLst/>
              <a:cxnLst/>
              <a:rect l="l" t="t" r="r" b="b"/>
              <a:pathLst>
                <a:path w="18382" h="11856" extrusionOk="0">
                  <a:moveTo>
                    <a:pt x="17648" y="2936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9"/>
                  </a:lnTo>
                  <a:lnTo>
                    <a:pt x="17880" y="3322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40"/>
                  </a:lnTo>
                  <a:lnTo>
                    <a:pt x="17648" y="4133"/>
                  </a:lnTo>
                  <a:lnTo>
                    <a:pt x="17300" y="4403"/>
                  </a:lnTo>
                  <a:lnTo>
                    <a:pt x="17030" y="4596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4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5"/>
                  </a:lnTo>
                  <a:lnTo>
                    <a:pt x="16528" y="3515"/>
                  </a:lnTo>
                  <a:lnTo>
                    <a:pt x="16721" y="3283"/>
                  </a:lnTo>
                  <a:lnTo>
                    <a:pt x="16953" y="3129"/>
                  </a:lnTo>
                  <a:lnTo>
                    <a:pt x="17223" y="2974"/>
                  </a:lnTo>
                  <a:lnTo>
                    <a:pt x="17493" y="2936"/>
                  </a:lnTo>
                  <a:close/>
                  <a:moveTo>
                    <a:pt x="14211" y="4866"/>
                  </a:moveTo>
                  <a:lnTo>
                    <a:pt x="14481" y="4905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30"/>
                  </a:lnTo>
                  <a:lnTo>
                    <a:pt x="14752" y="5523"/>
                  </a:lnTo>
                  <a:lnTo>
                    <a:pt x="14288" y="5677"/>
                  </a:lnTo>
                  <a:lnTo>
                    <a:pt x="14018" y="5716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600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7"/>
                  </a:lnTo>
                  <a:lnTo>
                    <a:pt x="13169" y="5021"/>
                  </a:lnTo>
                  <a:lnTo>
                    <a:pt x="13323" y="4944"/>
                  </a:lnTo>
                  <a:lnTo>
                    <a:pt x="13555" y="4905"/>
                  </a:lnTo>
                  <a:lnTo>
                    <a:pt x="13864" y="4866"/>
                  </a:lnTo>
                  <a:close/>
                  <a:moveTo>
                    <a:pt x="15756" y="5523"/>
                  </a:moveTo>
                  <a:lnTo>
                    <a:pt x="16374" y="5832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4"/>
                  </a:lnTo>
                  <a:lnTo>
                    <a:pt x="17571" y="6913"/>
                  </a:lnTo>
                  <a:lnTo>
                    <a:pt x="17609" y="7067"/>
                  </a:lnTo>
                  <a:lnTo>
                    <a:pt x="17609" y="7222"/>
                  </a:lnTo>
                  <a:lnTo>
                    <a:pt x="17609" y="7454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4"/>
                  </a:lnTo>
                  <a:lnTo>
                    <a:pt x="17146" y="7724"/>
                  </a:lnTo>
                  <a:lnTo>
                    <a:pt x="16953" y="7685"/>
                  </a:lnTo>
                  <a:lnTo>
                    <a:pt x="16798" y="7608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7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2"/>
                  </a:lnTo>
                  <a:lnTo>
                    <a:pt x="15756" y="5523"/>
                  </a:lnTo>
                  <a:close/>
                  <a:moveTo>
                    <a:pt x="4944" y="464"/>
                  </a:moveTo>
                  <a:lnTo>
                    <a:pt x="5561" y="503"/>
                  </a:lnTo>
                  <a:lnTo>
                    <a:pt x="6141" y="657"/>
                  </a:lnTo>
                  <a:lnTo>
                    <a:pt x="6681" y="889"/>
                  </a:lnTo>
                  <a:lnTo>
                    <a:pt x="7222" y="1198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5"/>
                  </a:lnTo>
                  <a:lnTo>
                    <a:pt x="8766" y="2781"/>
                  </a:lnTo>
                  <a:lnTo>
                    <a:pt x="9037" y="3206"/>
                  </a:lnTo>
                  <a:lnTo>
                    <a:pt x="9268" y="3669"/>
                  </a:lnTo>
                  <a:lnTo>
                    <a:pt x="9693" y="4596"/>
                  </a:lnTo>
                  <a:lnTo>
                    <a:pt x="10079" y="5523"/>
                  </a:lnTo>
                  <a:lnTo>
                    <a:pt x="10272" y="5909"/>
                  </a:lnTo>
                  <a:lnTo>
                    <a:pt x="10504" y="6295"/>
                  </a:lnTo>
                  <a:lnTo>
                    <a:pt x="10736" y="6643"/>
                  </a:lnTo>
                  <a:lnTo>
                    <a:pt x="11006" y="6913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1"/>
                  </a:lnTo>
                  <a:lnTo>
                    <a:pt x="13207" y="7492"/>
                  </a:lnTo>
                  <a:lnTo>
                    <a:pt x="13516" y="7415"/>
                  </a:lnTo>
                  <a:lnTo>
                    <a:pt x="13825" y="7260"/>
                  </a:lnTo>
                  <a:lnTo>
                    <a:pt x="14095" y="7106"/>
                  </a:lnTo>
                  <a:lnTo>
                    <a:pt x="14366" y="6952"/>
                  </a:lnTo>
                  <a:lnTo>
                    <a:pt x="14597" y="6720"/>
                  </a:lnTo>
                  <a:lnTo>
                    <a:pt x="14829" y="6488"/>
                  </a:lnTo>
                  <a:lnTo>
                    <a:pt x="14829" y="6488"/>
                  </a:lnTo>
                  <a:lnTo>
                    <a:pt x="14404" y="7222"/>
                  </a:lnTo>
                  <a:lnTo>
                    <a:pt x="13941" y="7878"/>
                  </a:lnTo>
                  <a:lnTo>
                    <a:pt x="13439" y="8535"/>
                  </a:lnTo>
                  <a:lnTo>
                    <a:pt x="12860" y="9114"/>
                  </a:lnTo>
                  <a:lnTo>
                    <a:pt x="12242" y="9616"/>
                  </a:lnTo>
                  <a:lnTo>
                    <a:pt x="11547" y="10079"/>
                  </a:lnTo>
                  <a:lnTo>
                    <a:pt x="10813" y="10504"/>
                  </a:lnTo>
                  <a:lnTo>
                    <a:pt x="10041" y="10813"/>
                  </a:lnTo>
                  <a:lnTo>
                    <a:pt x="9462" y="11006"/>
                  </a:lnTo>
                  <a:lnTo>
                    <a:pt x="8882" y="11161"/>
                  </a:lnTo>
                  <a:lnTo>
                    <a:pt x="8303" y="11276"/>
                  </a:lnTo>
                  <a:lnTo>
                    <a:pt x="7724" y="11315"/>
                  </a:lnTo>
                  <a:lnTo>
                    <a:pt x="7145" y="11354"/>
                  </a:lnTo>
                  <a:lnTo>
                    <a:pt x="6604" y="11315"/>
                  </a:lnTo>
                  <a:lnTo>
                    <a:pt x="6025" y="11238"/>
                  </a:lnTo>
                  <a:lnTo>
                    <a:pt x="5484" y="11122"/>
                  </a:lnTo>
                  <a:lnTo>
                    <a:pt x="4944" y="10967"/>
                  </a:lnTo>
                  <a:lnTo>
                    <a:pt x="4442" y="10736"/>
                  </a:lnTo>
                  <a:lnTo>
                    <a:pt x="3940" y="10504"/>
                  </a:lnTo>
                  <a:lnTo>
                    <a:pt x="3476" y="10195"/>
                  </a:lnTo>
                  <a:lnTo>
                    <a:pt x="3013" y="9848"/>
                  </a:lnTo>
                  <a:lnTo>
                    <a:pt x="2549" y="9461"/>
                  </a:lnTo>
                  <a:lnTo>
                    <a:pt x="2163" y="9037"/>
                  </a:lnTo>
                  <a:lnTo>
                    <a:pt x="1777" y="8573"/>
                  </a:lnTo>
                  <a:lnTo>
                    <a:pt x="1430" y="8033"/>
                  </a:lnTo>
                  <a:lnTo>
                    <a:pt x="1121" y="7492"/>
                  </a:lnTo>
                  <a:lnTo>
                    <a:pt x="850" y="6913"/>
                  </a:lnTo>
                  <a:lnTo>
                    <a:pt x="657" y="6334"/>
                  </a:lnTo>
                  <a:lnTo>
                    <a:pt x="503" y="5754"/>
                  </a:lnTo>
                  <a:lnTo>
                    <a:pt x="426" y="5137"/>
                  </a:lnTo>
                  <a:lnTo>
                    <a:pt x="426" y="4519"/>
                  </a:lnTo>
                  <a:lnTo>
                    <a:pt x="503" y="3862"/>
                  </a:lnTo>
                  <a:lnTo>
                    <a:pt x="696" y="3283"/>
                  </a:lnTo>
                  <a:lnTo>
                    <a:pt x="928" y="2743"/>
                  </a:lnTo>
                  <a:lnTo>
                    <a:pt x="1275" y="2241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80"/>
                  </a:lnTo>
                  <a:lnTo>
                    <a:pt x="4326" y="464"/>
                  </a:lnTo>
                  <a:close/>
                  <a:moveTo>
                    <a:pt x="4519" y="1"/>
                  </a:moveTo>
                  <a:lnTo>
                    <a:pt x="4249" y="39"/>
                  </a:lnTo>
                  <a:lnTo>
                    <a:pt x="3901" y="78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6"/>
                  </a:lnTo>
                  <a:lnTo>
                    <a:pt x="2472" y="580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4"/>
                  </a:lnTo>
                  <a:lnTo>
                    <a:pt x="1082" y="1700"/>
                  </a:lnTo>
                  <a:lnTo>
                    <a:pt x="773" y="2163"/>
                  </a:lnTo>
                  <a:lnTo>
                    <a:pt x="503" y="2627"/>
                  </a:lnTo>
                  <a:lnTo>
                    <a:pt x="310" y="3090"/>
                  </a:lnTo>
                  <a:lnTo>
                    <a:pt x="155" y="3592"/>
                  </a:lnTo>
                  <a:lnTo>
                    <a:pt x="40" y="4094"/>
                  </a:lnTo>
                  <a:lnTo>
                    <a:pt x="1" y="4596"/>
                  </a:lnTo>
                  <a:lnTo>
                    <a:pt x="1" y="5137"/>
                  </a:lnTo>
                  <a:lnTo>
                    <a:pt x="78" y="5639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9"/>
                  </a:lnTo>
                  <a:lnTo>
                    <a:pt x="1237" y="8612"/>
                  </a:lnTo>
                  <a:lnTo>
                    <a:pt x="1545" y="9037"/>
                  </a:lnTo>
                  <a:lnTo>
                    <a:pt x="2009" y="9577"/>
                  </a:lnTo>
                  <a:lnTo>
                    <a:pt x="2472" y="10041"/>
                  </a:lnTo>
                  <a:lnTo>
                    <a:pt x="2974" y="10427"/>
                  </a:lnTo>
                  <a:lnTo>
                    <a:pt x="3476" y="10813"/>
                  </a:lnTo>
                  <a:lnTo>
                    <a:pt x="4055" y="11083"/>
                  </a:lnTo>
                  <a:lnTo>
                    <a:pt x="4596" y="11354"/>
                  </a:lnTo>
                  <a:lnTo>
                    <a:pt x="5214" y="11547"/>
                  </a:lnTo>
                  <a:lnTo>
                    <a:pt x="5832" y="11701"/>
                  </a:lnTo>
                  <a:lnTo>
                    <a:pt x="5870" y="11856"/>
                  </a:lnTo>
                  <a:lnTo>
                    <a:pt x="6218" y="11778"/>
                  </a:lnTo>
                  <a:lnTo>
                    <a:pt x="7029" y="11817"/>
                  </a:lnTo>
                  <a:lnTo>
                    <a:pt x="7840" y="11817"/>
                  </a:lnTo>
                  <a:lnTo>
                    <a:pt x="8689" y="11701"/>
                  </a:lnTo>
                  <a:lnTo>
                    <a:pt x="9539" y="11508"/>
                  </a:lnTo>
                  <a:lnTo>
                    <a:pt x="10272" y="11238"/>
                  </a:lnTo>
                  <a:lnTo>
                    <a:pt x="11006" y="10929"/>
                  </a:lnTo>
                  <a:lnTo>
                    <a:pt x="11315" y="10813"/>
                  </a:lnTo>
                  <a:lnTo>
                    <a:pt x="11315" y="10774"/>
                  </a:lnTo>
                  <a:lnTo>
                    <a:pt x="12049" y="10350"/>
                  </a:lnTo>
                  <a:lnTo>
                    <a:pt x="12705" y="9848"/>
                  </a:lnTo>
                  <a:lnTo>
                    <a:pt x="13362" y="9307"/>
                  </a:lnTo>
                  <a:lnTo>
                    <a:pt x="13941" y="8689"/>
                  </a:lnTo>
                  <a:lnTo>
                    <a:pt x="14481" y="8033"/>
                  </a:lnTo>
                  <a:lnTo>
                    <a:pt x="14713" y="7685"/>
                  </a:lnTo>
                  <a:lnTo>
                    <a:pt x="14906" y="7299"/>
                  </a:lnTo>
                  <a:lnTo>
                    <a:pt x="15099" y="6952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20"/>
                  </a:lnTo>
                  <a:lnTo>
                    <a:pt x="15987" y="7145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7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3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4"/>
                  </a:lnTo>
                  <a:lnTo>
                    <a:pt x="18034" y="7260"/>
                  </a:lnTo>
                  <a:lnTo>
                    <a:pt x="17995" y="7029"/>
                  </a:lnTo>
                  <a:lnTo>
                    <a:pt x="17918" y="6836"/>
                  </a:lnTo>
                  <a:lnTo>
                    <a:pt x="17841" y="6643"/>
                  </a:lnTo>
                  <a:lnTo>
                    <a:pt x="17725" y="6450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6"/>
                  </a:lnTo>
                  <a:lnTo>
                    <a:pt x="16567" y="5446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2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4"/>
                  </a:lnTo>
                  <a:lnTo>
                    <a:pt x="18343" y="3553"/>
                  </a:lnTo>
                  <a:lnTo>
                    <a:pt x="18382" y="3322"/>
                  </a:lnTo>
                  <a:lnTo>
                    <a:pt x="18343" y="3090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4"/>
                  </a:lnTo>
                  <a:lnTo>
                    <a:pt x="17841" y="2588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8"/>
                  </a:lnTo>
                  <a:lnTo>
                    <a:pt x="16953" y="2704"/>
                  </a:lnTo>
                  <a:lnTo>
                    <a:pt x="16760" y="2781"/>
                  </a:lnTo>
                  <a:lnTo>
                    <a:pt x="16567" y="2936"/>
                  </a:lnTo>
                  <a:lnTo>
                    <a:pt x="16412" y="3090"/>
                  </a:lnTo>
                  <a:lnTo>
                    <a:pt x="16258" y="3283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1"/>
                  </a:lnTo>
                  <a:lnTo>
                    <a:pt x="15524" y="5021"/>
                  </a:lnTo>
                  <a:lnTo>
                    <a:pt x="15099" y="4789"/>
                  </a:lnTo>
                  <a:lnTo>
                    <a:pt x="14675" y="4635"/>
                  </a:lnTo>
                  <a:lnTo>
                    <a:pt x="14211" y="4519"/>
                  </a:lnTo>
                  <a:lnTo>
                    <a:pt x="13748" y="4519"/>
                  </a:lnTo>
                  <a:lnTo>
                    <a:pt x="13362" y="4596"/>
                  </a:lnTo>
                  <a:lnTo>
                    <a:pt x="13169" y="4635"/>
                  </a:lnTo>
                  <a:lnTo>
                    <a:pt x="12975" y="4712"/>
                  </a:lnTo>
                  <a:lnTo>
                    <a:pt x="12782" y="4789"/>
                  </a:lnTo>
                  <a:lnTo>
                    <a:pt x="12628" y="4944"/>
                  </a:lnTo>
                  <a:lnTo>
                    <a:pt x="12512" y="5098"/>
                  </a:lnTo>
                  <a:lnTo>
                    <a:pt x="12435" y="5252"/>
                  </a:lnTo>
                  <a:lnTo>
                    <a:pt x="12396" y="5446"/>
                  </a:lnTo>
                  <a:lnTo>
                    <a:pt x="12473" y="5639"/>
                  </a:lnTo>
                  <a:lnTo>
                    <a:pt x="12551" y="5793"/>
                  </a:lnTo>
                  <a:lnTo>
                    <a:pt x="12705" y="5909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1"/>
                  </a:lnTo>
                  <a:lnTo>
                    <a:pt x="13786" y="6141"/>
                  </a:lnTo>
                  <a:lnTo>
                    <a:pt x="14134" y="6102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20"/>
                  </a:lnTo>
                  <a:lnTo>
                    <a:pt x="13671" y="6836"/>
                  </a:lnTo>
                  <a:lnTo>
                    <a:pt x="13439" y="6952"/>
                  </a:lnTo>
                  <a:lnTo>
                    <a:pt x="13207" y="7029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1"/>
                  </a:lnTo>
                  <a:lnTo>
                    <a:pt x="10968" y="6141"/>
                  </a:lnTo>
                  <a:lnTo>
                    <a:pt x="10774" y="5793"/>
                  </a:lnTo>
                  <a:lnTo>
                    <a:pt x="10504" y="5330"/>
                  </a:lnTo>
                  <a:lnTo>
                    <a:pt x="10311" y="4828"/>
                  </a:lnTo>
                  <a:lnTo>
                    <a:pt x="9886" y="3862"/>
                  </a:lnTo>
                  <a:lnTo>
                    <a:pt x="9655" y="3399"/>
                  </a:lnTo>
                  <a:lnTo>
                    <a:pt x="9423" y="2936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2"/>
                  </a:lnTo>
                  <a:lnTo>
                    <a:pt x="6874" y="503"/>
                  </a:lnTo>
                  <a:lnTo>
                    <a:pt x="6295" y="271"/>
                  </a:lnTo>
                  <a:lnTo>
                    <a:pt x="5716" y="117"/>
                  </a:lnTo>
                  <a:lnTo>
                    <a:pt x="5137" y="39"/>
                  </a:lnTo>
                  <a:lnTo>
                    <a:pt x="451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17"/>
            <p:cNvSpPr/>
            <p:nvPr/>
          </p:nvSpPr>
          <p:spPr>
            <a:xfrm>
              <a:off x="6767875" y="25365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1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6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17"/>
            <p:cNvSpPr/>
            <p:nvPr/>
          </p:nvSpPr>
          <p:spPr>
            <a:xfrm>
              <a:off x="694725" y="25374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8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17"/>
            <p:cNvSpPr/>
            <p:nvPr/>
          </p:nvSpPr>
          <p:spPr>
            <a:xfrm>
              <a:off x="643575" y="25393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657" y="1468"/>
                  </a:lnTo>
                  <a:lnTo>
                    <a:pt x="579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3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5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17"/>
            <p:cNvSpPr/>
            <p:nvPr/>
          </p:nvSpPr>
          <p:spPr>
            <a:xfrm>
              <a:off x="2323325" y="2542275"/>
              <a:ext cx="309900" cy="249100"/>
            </a:xfrm>
            <a:custGeom>
              <a:avLst/>
              <a:gdLst/>
              <a:ahLst/>
              <a:cxnLst/>
              <a:rect l="l" t="t" r="r" b="b"/>
              <a:pathLst>
                <a:path w="12396" h="9964" extrusionOk="0">
                  <a:moveTo>
                    <a:pt x="10079" y="426"/>
                  </a:moveTo>
                  <a:lnTo>
                    <a:pt x="10272" y="464"/>
                  </a:lnTo>
                  <a:lnTo>
                    <a:pt x="10465" y="503"/>
                  </a:lnTo>
                  <a:lnTo>
                    <a:pt x="10581" y="541"/>
                  </a:lnTo>
                  <a:lnTo>
                    <a:pt x="10735" y="657"/>
                  </a:lnTo>
                  <a:lnTo>
                    <a:pt x="10851" y="850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28" y="1430"/>
                  </a:lnTo>
                  <a:lnTo>
                    <a:pt x="10890" y="1661"/>
                  </a:lnTo>
                  <a:lnTo>
                    <a:pt x="10812" y="1854"/>
                  </a:lnTo>
                  <a:lnTo>
                    <a:pt x="10619" y="2202"/>
                  </a:lnTo>
                  <a:lnTo>
                    <a:pt x="10310" y="2588"/>
                  </a:lnTo>
                  <a:lnTo>
                    <a:pt x="9963" y="2936"/>
                  </a:lnTo>
                  <a:lnTo>
                    <a:pt x="9422" y="3476"/>
                  </a:lnTo>
                  <a:lnTo>
                    <a:pt x="8843" y="3978"/>
                  </a:lnTo>
                  <a:lnTo>
                    <a:pt x="8186" y="4480"/>
                  </a:lnTo>
                  <a:lnTo>
                    <a:pt x="7569" y="4982"/>
                  </a:lnTo>
                  <a:lnTo>
                    <a:pt x="6912" y="5484"/>
                  </a:lnTo>
                  <a:lnTo>
                    <a:pt x="6256" y="5947"/>
                  </a:lnTo>
                  <a:lnTo>
                    <a:pt x="5483" y="6411"/>
                  </a:lnTo>
                  <a:lnTo>
                    <a:pt x="4711" y="6874"/>
                  </a:lnTo>
                  <a:lnTo>
                    <a:pt x="3939" y="7299"/>
                  </a:lnTo>
                  <a:lnTo>
                    <a:pt x="3128" y="7724"/>
                  </a:lnTo>
                  <a:lnTo>
                    <a:pt x="2471" y="7994"/>
                  </a:lnTo>
                  <a:lnTo>
                    <a:pt x="2163" y="8110"/>
                  </a:lnTo>
                  <a:lnTo>
                    <a:pt x="1815" y="8226"/>
                  </a:lnTo>
                  <a:lnTo>
                    <a:pt x="1506" y="8264"/>
                  </a:lnTo>
                  <a:lnTo>
                    <a:pt x="1159" y="8303"/>
                  </a:lnTo>
                  <a:lnTo>
                    <a:pt x="811" y="8303"/>
                  </a:lnTo>
                  <a:lnTo>
                    <a:pt x="463" y="8226"/>
                  </a:lnTo>
                  <a:lnTo>
                    <a:pt x="502" y="8148"/>
                  </a:lnTo>
                  <a:lnTo>
                    <a:pt x="463" y="8033"/>
                  </a:lnTo>
                  <a:lnTo>
                    <a:pt x="463" y="7917"/>
                  </a:lnTo>
                  <a:lnTo>
                    <a:pt x="463" y="7801"/>
                  </a:lnTo>
                  <a:lnTo>
                    <a:pt x="502" y="7569"/>
                  </a:lnTo>
                  <a:lnTo>
                    <a:pt x="618" y="7299"/>
                  </a:lnTo>
                  <a:lnTo>
                    <a:pt x="772" y="7029"/>
                  </a:lnTo>
                  <a:lnTo>
                    <a:pt x="1159" y="6565"/>
                  </a:lnTo>
                  <a:lnTo>
                    <a:pt x="1467" y="6179"/>
                  </a:lnTo>
                  <a:lnTo>
                    <a:pt x="2008" y="5561"/>
                  </a:lnTo>
                  <a:lnTo>
                    <a:pt x="2549" y="4982"/>
                  </a:lnTo>
                  <a:lnTo>
                    <a:pt x="3128" y="4441"/>
                  </a:lnTo>
                  <a:lnTo>
                    <a:pt x="3746" y="3862"/>
                  </a:lnTo>
                  <a:lnTo>
                    <a:pt x="4364" y="3360"/>
                  </a:lnTo>
                  <a:lnTo>
                    <a:pt x="5020" y="2858"/>
                  </a:lnTo>
                  <a:lnTo>
                    <a:pt x="5715" y="2434"/>
                  </a:lnTo>
                  <a:lnTo>
                    <a:pt x="6410" y="1970"/>
                  </a:lnTo>
                  <a:lnTo>
                    <a:pt x="7105" y="1584"/>
                  </a:lnTo>
                  <a:lnTo>
                    <a:pt x="7839" y="1236"/>
                  </a:lnTo>
                  <a:lnTo>
                    <a:pt x="8457" y="928"/>
                  </a:lnTo>
                  <a:lnTo>
                    <a:pt x="8843" y="734"/>
                  </a:lnTo>
                  <a:lnTo>
                    <a:pt x="9268" y="580"/>
                  </a:lnTo>
                  <a:lnTo>
                    <a:pt x="9692" y="464"/>
                  </a:lnTo>
                  <a:lnTo>
                    <a:pt x="10079" y="426"/>
                  </a:lnTo>
                  <a:close/>
                  <a:moveTo>
                    <a:pt x="11237" y="464"/>
                  </a:moveTo>
                  <a:lnTo>
                    <a:pt x="11430" y="580"/>
                  </a:lnTo>
                  <a:lnTo>
                    <a:pt x="11585" y="773"/>
                  </a:lnTo>
                  <a:lnTo>
                    <a:pt x="11700" y="966"/>
                  </a:lnTo>
                  <a:lnTo>
                    <a:pt x="11778" y="1236"/>
                  </a:lnTo>
                  <a:lnTo>
                    <a:pt x="11778" y="1468"/>
                  </a:lnTo>
                  <a:lnTo>
                    <a:pt x="11778" y="1738"/>
                  </a:lnTo>
                  <a:lnTo>
                    <a:pt x="11739" y="1970"/>
                  </a:lnTo>
                  <a:lnTo>
                    <a:pt x="11662" y="2240"/>
                  </a:lnTo>
                  <a:lnTo>
                    <a:pt x="11430" y="2627"/>
                  </a:lnTo>
                  <a:lnTo>
                    <a:pt x="11160" y="3013"/>
                  </a:lnTo>
                  <a:lnTo>
                    <a:pt x="10851" y="3399"/>
                  </a:lnTo>
                  <a:lnTo>
                    <a:pt x="10542" y="3746"/>
                  </a:lnTo>
                  <a:lnTo>
                    <a:pt x="9847" y="4480"/>
                  </a:lnTo>
                  <a:lnTo>
                    <a:pt x="9075" y="5137"/>
                  </a:lnTo>
                  <a:lnTo>
                    <a:pt x="8264" y="5793"/>
                  </a:lnTo>
                  <a:lnTo>
                    <a:pt x="7453" y="6372"/>
                  </a:lnTo>
                  <a:lnTo>
                    <a:pt x="6603" y="6990"/>
                  </a:lnTo>
                  <a:lnTo>
                    <a:pt x="5754" y="7569"/>
                  </a:lnTo>
                  <a:lnTo>
                    <a:pt x="4866" y="8110"/>
                  </a:lnTo>
                  <a:lnTo>
                    <a:pt x="3977" y="8612"/>
                  </a:lnTo>
                  <a:lnTo>
                    <a:pt x="3128" y="9037"/>
                  </a:lnTo>
                  <a:lnTo>
                    <a:pt x="2703" y="9191"/>
                  </a:lnTo>
                  <a:lnTo>
                    <a:pt x="2240" y="9346"/>
                  </a:lnTo>
                  <a:lnTo>
                    <a:pt x="1969" y="9384"/>
                  </a:lnTo>
                  <a:lnTo>
                    <a:pt x="1661" y="9423"/>
                  </a:lnTo>
                  <a:lnTo>
                    <a:pt x="1313" y="9384"/>
                  </a:lnTo>
                  <a:lnTo>
                    <a:pt x="1004" y="9346"/>
                  </a:lnTo>
                  <a:lnTo>
                    <a:pt x="734" y="9191"/>
                  </a:lnTo>
                  <a:lnTo>
                    <a:pt x="541" y="9037"/>
                  </a:lnTo>
                  <a:lnTo>
                    <a:pt x="463" y="8921"/>
                  </a:lnTo>
                  <a:lnTo>
                    <a:pt x="386" y="8805"/>
                  </a:lnTo>
                  <a:lnTo>
                    <a:pt x="348" y="8650"/>
                  </a:lnTo>
                  <a:lnTo>
                    <a:pt x="309" y="8496"/>
                  </a:lnTo>
                  <a:lnTo>
                    <a:pt x="579" y="8612"/>
                  </a:lnTo>
                  <a:lnTo>
                    <a:pt x="888" y="8728"/>
                  </a:lnTo>
                  <a:lnTo>
                    <a:pt x="1197" y="8766"/>
                  </a:lnTo>
                  <a:lnTo>
                    <a:pt x="1506" y="8766"/>
                  </a:lnTo>
                  <a:lnTo>
                    <a:pt x="1815" y="8728"/>
                  </a:lnTo>
                  <a:lnTo>
                    <a:pt x="2124" y="8650"/>
                  </a:lnTo>
                  <a:lnTo>
                    <a:pt x="2742" y="8457"/>
                  </a:lnTo>
                  <a:lnTo>
                    <a:pt x="3321" y="8187"/>
                  </a:lnTo>
                  <a:lnTo>
                    <a:pt x="3939" y="7917"/>
                  </a:lnTo>
                  <a:lnTo>
                    <a:pt x="4981" y="7299"/>
                  </a:lnTo>
                  <a:lnTo>
                    <a:pt x="6526" y="6372"/>
                  </a:lnTo>
                  <a:lnTo>
                    <a:pt x="7298" y="5832"/>
                  </a:lnTo>
                  <a:lnTo>
                    <a:pt x="8071" y="5291"/>
                  </a:lnTo>
                  <a:lnTo>
                    <a:pt x="8804" y="4750"/>
                  </a:lnTo>
                  <a:lnTo>
                    <a:pt x="9499" y="4133"/>
                  </a:lnTo>
                  <a:lnTo>
                    <a:pt x="10156" y="3515"/>
                  </a:lnTo>
                  <a:lnTo>
                    <a:pt x="10774" y="2820"/>
                  </a:lnTo>
                  <a:lnTo>
                    <a:pt x="10967" y="2588"/>
                  </a:lnTo>
                  <a:lnTo>
                    <a:pt x="11121" y="2356"/>
                  </a:lnTo>
                  <a:lnTo>
                    <a:pt x="11276" y="2047"/>
                  </a:lnTo>
                  <a:lnTo>
                    <a:pt x="11391" y="1777"/>
                  </a:lnTo>
                  <a:lnTo>
                    <a:pt x="11469" y="1468"/>
                  </a:lnTo>
                  <a:lnTo>
                    <a:pt x="11507" y="1159"/>
                  </a:lnTo>
                  <a:lnTo>
                    <a:pt x="11430" y="889"/>
                  </a:lnTo>
                  <a:lnTo>
                    <a:pt x="11314" y="580"/>
                  </a:lnTo>
                  <a:lnTo>
                    <a:pt x="11237" y="464"/>
                  </a:lnTo>
                  <a:close/>
                  <a:moveTo>
                    <a:pt x="9924" y="1"/>
                  </a:moveTo>
                  <a:lnTo>
                    <a:pt x="9654" y="39"/>
                  </a:lnTo>
                  <a:lnTo>
                    <a:pt x="9306" y="117"/>
                  </a:lnTo>
                  <a:lnTo>
                    <a:pt x="8920" y="194"/>
                  </a:lnTo>
                  <a:lnTo>
                    <a:pt x="8186" y="503"/>
                  </a:lnTo>
                  <a:lnTo>
                    <a:pt x="7491" y="850"/>
                  </a:lnTo>
                  <a:lnTo>
                    <a:pt x="6835" y="1198"/>
                  </a:lnTo>
                  <a:lnTo>
                    <a:pt x="6101" y="1584"/>
                  </a:lnTo>
                  <a:lnTo>
                    <a:pt x="5406" y="2009"/>
                  </a:lnTo>
                  <a:lnTo>
                    <a:pt x="4750" y="2472"/>
                  </a:lnTo>
                  <a:lnTo>
                    <a:pt x="4093" y="2974"/>
                  </a:lnTo>
                  <a:lnTo>
                    <a:pt x="3360" y="3553"/>
                  </a:lnTo>
                  <a:lnTo>
                    <a:pt x="2665" y="4210"/>
                  </a:lnTo>
                  <a:lnTo>
                    <a:pt x="1969" y="4866"/>
                  </a:lnTo>
                  <a:lnTo>
                    <a:pt x="1352" y="5600"/>
                  </a:lnTo>
                  <a:lnTo>
                    <a:pt x="888" y="6141"/>
                  </a:lnTo>
                  <a:lnTo>
                    <a:pt x="618" y="6449"/>
                  </a:lnTo>
                  <a:lnTo>
                    <a:pt x="348" y="6797"/>
                  </a:lnTo>
                  <a:lnTo>
                    <a:pt x="155" y="7145"/>
                  </a:lnTo>
                  <a:lnTo>
                    <a:pt x="0" y="7492"/>
                  </a:lnTo>
                  <a:lnTo>
                    <a:pt x="0" y="7685"/>
                  </a:lnTo>
                  <a:lnTo>
                    <a:pt x="0" y="7840"/>
                  </a:lnTo>
                  <a:lnTo>
                    <a:pt x="0" y="8033"/>
                  </a:lnTo>
                  <a:lnTo>
                    <a:pt x="77" y="8187"/>
                  </a:lnTo>
                  <a:lnTo>
                    <a:pt x="77" y="8264"/>
                  </a:lnTo>
                  <a:lnTo>
                    <a:pt x="77" y="8342"/>
                  </a:lnTo>
                  <a:lnTo>
                    <a:pt x="39" y="8496"/>
                  </a:lnTo>
                  <a:lnTo>
                    <a:pt x="39" y="8650"/>
                  </a:lnTo>
                  <a:lnTo>
                    <a:pt x="77" y="8805"/>
                  </a:lnTo>
                  <a:lnTo>
                    <a:pt x="116" y="8959"/>
                  </a:lnTo>
                  <a:lnTo>
                    <a:pt x="309" y="9230"/>
                  </a:lnTo>
                  <a:lnTo>
                    <a:pt x="541" y="9500"/>
                  </a:lnTo>
                  <a:lnTo>
                    <a:pt x="734" y="9616"/>
                  </a:lnTo>
                  <a:lnTo>
                    <a:pt x="965" y="9732"/>
                  </a:lnTo>
                  <a:lnTo>
                    <a:pt x="1236" y="9770"/>
                  </a:lnTo>
                  <a:lnTo>
                    <a:pt x="1467" y="9809"/>
                  </a:lnTo>
                  <a:lnTo>
                    <a:pt x="1583" y="9963"/>
                  </a:lnTo>
                  <a:lnTo>
                    <a:pt x="1815" y="9770"/>
                  </a:lnTo>
                  <a:lnTo>
                    <a:pt x="1892" y="9770"/>
                  </a:lnTo>
                  <a:lnTo>
                    <a:pt x="1892" y="9848"/>
                  </a:lnTo>
                  <a:lnTo>
                    <a:pt x="1931" y="9848"/>
                  </a:lnTo>
                  <a:lnTo>
                    <a:pt x="2008" y="9770"/>
                  </a:lnTo>
                  <a:lnTo>
                    <a:pt x="2394" y="9654"/>
                  </a:lnTo>
                  <a:lnTo>
                    <a:pt x="2935" y="9500"/>
                  </a:lnTo>
                  <a:lnTo>
                    <a:pt x="3514" y="9268"/>
                  </a:lnTo>
                  <a:lnTo>
                    <a:pt x="4055" y="9037"/>
                  </a:lnTo>
                  <a:lnTo>
                    <a:pt x="4557" y="8766"/>
                  </a:lnTo>
                  <a:lnTo>
                    <a:pt x="5599" y="8148"/>
                  </a:lnTo>
                  <a:lnTo>
                    <a:pt x="6603" y="7492"/>
                  </a:lnTo>
                  <a:lnTo>
                    <a:pt x="6758" y="7376"/>
                  </a:lnTo>
                  <a:lnTo>
                    <a:pt x="7839" y="6643"/>
                  </a:lnTo>
                  <a:lnTo>
                    <a:pt x="8688" y="5986"/>
                  </a:lnTo>
                  <a:lnTo>
                    <a:pt x="9538" y="5330"/>
                  </a:lnTo>
                  <a:lnTo>
                    <a:pt x="10388" y="4596"/>
                  </a:lnTo>
                  <a:lnTo>
                    <a:pt x="10774" y="4171"/>
                  </a:lnTo>
                  <a:lnTo>
                    <a:pt x="11121" y="3785"/>
                  </a:lnTo>
                  <a:lnTo>
                    <a:pt x="11160" y="3901"/>
                  </a:lnTo>
                  <a:lnTo>
                    <a:pt x="11430" y="3824"/>
                  </a:lnTo>
                  <a:lnTo>
                    <a:pt x="11932" y="4094"/>
                  </a:lnTo>
                  <a:lnTo>
                    <a:pt x="12087" y="3824"/>
                  </a:lnTo>
                  <a:lnTo>
                    <a:pt x="11353" y="3476"/>
                  </a:lnTo>
                  <a:lnTo>
                    <a:pt x="11662" y="3051"/>
                  </a:lnTo>
                  <a:lnTo>
                    <a:pt x="11932" y="2588"/>
                  </a:lnTo>
                  <a:lnTo>
                    <a:pt x="12087" y="2202"/>
                  </a:lnTo>
                  <a:lnTo>
                    <a:pt x="12164" y="1816"/>
                  </a:lnTo>
                  <a:lnTo>
                    <a:pt x="12395" y="1623"/>
                  </a:lnTo>
                  <a:lnTo>
                    <a:pt x="12164" y="1391"/>
                  </a:lnTo>
                  <a:lnTo>
                    <a:pt x="12125" y="1082"/>
                  </a:lnTo>
                  <a:lnTo>
                    <a:pt x="12048" y="812"/>
                  </a:lnTo>
                  <a:lnTo>
                    <a:pt x="11932" y="580"/>
                  </a:lnTo>
                  <a:lnTo>
                    <a:pt x="11778" y="387"/>
                  </a:lnTo>
                  <a:lnTo>
                    <a:pt x="11585" y="194"/>
                  </a:lnTo>
                  <a:lnTo>
                    <a:pt x="11353" y="78"/>
                  </a:lnTo>
                  <a:lnTo>
                    <a:pt x="11044" y="39"/>
                  </a:lnTo>
                  <a:lnTo>
                    <a:pt x="10735" y="39"/>
                  </a:lnTo>
                  <a:lnTo>
                    <a:pt x="10619" y="78"/>
                  </a:lnTo>
                  <a:lnTo>
                    <a:pt x="103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17"/>
            <p:cNvSpPr/>
            <p:nvPr/>
          </p:nvSpPr>
          <p:spPr>
            <a:xfrm>
              <a:off x="6773675" y="25422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4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52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2"/>
                  </a:lnTo>
                  <a:lnTo>
                    <a:pt x="2935" y="1430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4" y="1893"/>
                  </a:lnTo>
                  <a:lnTo>
                    <a:pt x="425" y="2434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6" y="11354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20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2"/>
                  </a:lnTo>
                  <a:lnTo>
                    <a:pt x="3669" y="10620"/>
                  </a:lnTo>
                  <a:lnTo>
                    <a:pt x="3824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6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3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6" y="2742"/>
                  </a:lnTo>
                  <a:lnTo>
                    <a:pt x="4287" y="2395"/>
                  </a:lnTo>
                  <a:lnTo>
                    <a:pt x="4210" y="1430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17"/>
            <p:cNvSpPr/>
            <p:nvPr/>
          </p:nvSpPr>
          <p:spPr>
            <a:xfrm>
              <a:off x="4769575" y="2562550"/>
              <a:ext cx="144825" cy="164150"/>
            </a:xfrm>
            <a:custGeom>
              <a:avLst/>
              <a:gdLst/>
              <a:ahLst/>
              <a:cxnLst/>
              <a:rect l="l" t="t" r="r" b="b"/>
              <a:pathLst>
                <a:path w="5793" h="6566" extrusionOk="0">
                  <a:moveTo>
                    <a:pt x="2858" y="464"/>
                  </a:moveTo>
                  <a:lnTo>
                    <a:pt x="3360" y="619"/>
                  </a:lnTo>
                  <a:lnTo>
                    <a:pt x="3823" y="812"/>
                  </a:lnTo>
                  <a:lnTo>
                    <a:pt x="4248" y="1082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9"/>
                  </a:lnTo>
                  <a:lnTo>
                    <a:pt x="5252" y="2511"/>
                  </a:lnTo>
                  <a:lnTo>
                    <a:pt x="5290" y="2781"/>
                  </a:lnTo>
                  <a:lnTo>
                    <a:pt x="5329" y="3051"/>
                  </a:lnTo>
                  <a:lnTo>
                    <a:pt x="5329" y="3322"/>
                  </a:lnTo>
                  <a:lnTo>
                    <a:pt x="5290" y="3785"/>
                  </a:lnTo>
                  <a:lnTo>
                    <a:pt x="5175" y="4248"/>
                  </a:lnTo>
                  <a:lnTo>
                    <a:pt x="4982" y="4712"/>
                  </a:lnTo>
                  <a:lnTo>
                    <a:pt x="4711" y="5098"/>
                  </a:lnTo>
                  <a:lnTo>
                    <a:pt x="4364" y="5445"/>
                  </a:lnTo>
                  <a:lnTo>
                    <a:pt x="4016" y="5716"/>
                  </a:lnTo>
                  <a:lnTo>
                    <a:pt x="3784" y="5832"/>
                  </a:lnTo>
                  <a:lnTo>
                    <a:pt x="3553" y="5947"/>
                  </a:lnTo>
                  <a:lnTo>
                    <a:pt x="3321" y="6025"/>
                  </a:lnTo>
                  <a:lnTo>
                    <a:pt x="3089" y="6063"/>
                  </a:lnTo>
                  <a:lnTo>
                    <a:pt x="2780" y="6102"/>
                  </a:lnTo>
                  <a:lnTo>
                    <a:pt x="2510" y="6102"/>
                  </a:lnTo>
                  <a:lnTo>
                    <a:pt x="2201" y="6063"/>
                  </a:lnTo>
                  <a:lnTo>
                    <a:pt x="1970" y="5986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600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1"/>
                  </a:lnTo>
                  <a:lnTo>
                    <a:pt x="734" y="4789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5"/>
                  </a:lnTo>
                  <a:lnTo>
                    <a:pt x="464" y="2974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700"/>
                  </a:lnTo>
                  <a:lnTo>
                    <a:pt x="966" y="1507"/>
                  </a:lnTo>
                  <a:lnTo>
                    <a:pt x="1120" y="1275"/>
                  </a:lnTo>
                  <a:lnTo>
                    <a:pt x="1313" y="1121"/>
                  </a:lnTo>
                  <a:lnTo>
                    <a:pt x="1506" y="927"/>
                  </a:lnTo>
                  <a:lnTo>
                    <a:pt x="1738" y="812"/>
                  </a:lnTo>
                  <a:lnTo>
                    <a:pt x="1970" y="696"/>
                  </a:lnTo>
                  <a:lnTo>
                    <a:pt x="2201" y="580"/>
                  </a:lnTo>
                  <a:lnTo>
                    <a:pt x="2472" y="541"/>
                  </a:lnTo>
                  <a:lnTo>
                    <a:pt x="2780" y="503"/>
                  </a:lnTo>
                  <a:lnTo>
                    <a:pt x="2819" y="503"/>
                  </a:lnTo>
                  <a:lnTo>
                    <a:pt x="2858" y="464"/>
                  </a:lnTo>
                  <a:close/>
                  <a:moveTo>
                    <a:pt x="2665" y="1"/>
                  </a:moveTo>
                  <a:lnTo>
                    <a:pt x="2587" y="39"/>
                  </a:lnTo>
                  <a:lnTo>
                    <a:pt x="2510" y="78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1"/>
                  </a:lnTo>
                  <a:lnTo>
                    <a:pt x="1854" y="310"/>
                  </a:lnTo>
                  <a:lnTo>
                    <a:pt x="1622" y="387"/>
                  </a:lnTo>
                  <a:lnTo>
                    <a:pt x="1390" y="503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7"/>
                  </a:lnTo>
                  <a:lnTo>
                    <a:pt x="348" y="1738"/>
                  </a:lnTo>
                  <a:lnTo>
                    <a:pt x="155" y="2279"/>
                  </a:lnTo>
                  <a:lnTo>
                    <a:pt x="39" y="2858"/>
                  </a:lnTo>
                  <a:lnTo>
                    <a:pt x="0" y="3399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3"/>
                  </a:lnTo>
                  <a:lnTo>
                    <a:pt x="309" y="4943"/>
                  </a:lnTo>
                  <a:lnTo>
                    <a:pt x="425" y="5214"/>
                  </a:lnTo>
                  <a:lnTo>
                    <a:pt x="579" y="5445"/>
                  </a:lnTo>
                  <a:lnTo>
                    <a:pt x="734" y="5677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8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7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7"/>
                  </a:lnTo>
                  <a:lnTo>
                    <a:pt x="3476" y="6449"/>
                  </a:lnTo>
                  <a:lnTo>
                    <a:pt x="3784" y="6334"/>
                  </a:lnTo>
                  <a:lnTo>
                    <a:pt x="4055" y="6218"/>
                  </a:lnTo>
                  <a:lnTo>
                    <a:pt x="4325" y="6063"/>
                  </a:lnTo>
                  <a:lnTo>
                    <a:pt x="4557" y="5909"/>
                  </a:lnTo>
                  <a:lnTo>
                    <a:pt x="4788" y="5716"/>
                  </a:lnTo>
                  <a:lnTo>
                    <a:pt x="4982" y="5484"/>
                  </a:lnTo>
                  <a:lnTo>
                    <a:pt x="5175" y="5252"/>
                  </a:lnTo>
                  <a:lnTo>
                    <a:pt x="5329" y="4982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1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8"/>
                  </a:lnTo>
                  <a:lnTo>
                    <a:pt x="5561" y="2047"/>
                  </a:lnTo>
                  <a:lnTo>
                    <a:pt x="5406" y="1777"/>
                  </a:lnTo>
                  <a:lnTo>
                    <a:pt x="5252" y="1507"/>
                  </a:lnTo>
                  <a:lnTo>
                    <a:pt x="5059" y="1275"/>
                  </a:lnTo>
                  <a:lnTo>
                    <a:pt x="4866" y="1043"/>
                  </a:lnTo>
                  <a:lnTo>
                    <a:pt x="4634" y="812"/>
                  </a:lnTo>
                  <a:lnTo>
                    <a:pt x="4402" y="619"/>
                  </a:lnTo>
                  <a:lnTo>
                    <a:pt x="4132" y="464"/>
                  </a:lnTo>
                  <a:lnTo>
                    <a:pt x="3862" y="310"/>
                  </a:lnTo>
                  <a:lnTo>
                    <a:pt x="3591" y="194"/>
                  </a:lnTo>
                  <a:lnTo>
                    <a:pt x="3282" y="117"/>
                  </a:lnTo>
                  <a:lnTo>
                    <a:pt x="2974" y="39"/>
                  </a:lnTo>
                  <a:lnTo>
                    <a:pt x="266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17"/>
            <p:cNvSpPr/>
            <p:nvPr/>
          </p:nvSpPr>
          <p:spPr>
            <a:xfrm>
              <a:off x="2452675" y="2582825"/>
              <a:ext cx="296400" cy="356250"/>
            </a:xfrm>
            <a:custGeom>
              <a:avLst/>
              <a:gdLst/>
              <a:ahLst/>
              <a:cxnLst/>
              <a:rect l="l" t="t" r="r" b="b"/>
              <a:pathLst>
                <a:path w="11856" h="14250" extrusionOk="0">
                  <a:moveTo>
                    <a:pt x="7221" y="1"/>
                  </a:moveTo>
                  <a:lnTo>
                    <a:pt x="6990" y="194"/>
                  </a:lnTo>
                  <a:lnTo>
                    <a:pt x="8032" y="1777"/>
                  </a:lnTo>
                  <a:lnTo>
                    <a:pt x="9114" y="3283"/>
                  </a:lnTo>
                  <a:lnTo>
                    <a:pt x="8032" y="2704"/>
                  </a:lnTo>
                  <a:lnTo>
                    <a:pt x="6913" y="2202"/>
                  </a:lnTo>
                  <a:lnTo>
                    <a:pt x="6758" y="2472"/>
                  </a:lnTo>
                  <a:lnTo>
                    <a:pt x="8225" y="3283"/>
                  </a:lnTo>
                  <a:lnTo>
                    <a:pt x="9731" y="4094"/>
                  </a:lnTo>
                  <a:lnTo>
                    <a:pt x="10388" y="4905"/>
                  </a:lnTo>
                  <a:lnTo>
                    <a:pt x="10388" y="4943"/>
                  </a:lnTo>
                  <a:lnTo>
                    <a:pt x="10697" y="4827"/>
                  </a:lnTo>
                  <a:lnTo>
                    <a:pt x="10658" y="4712"/>
                  </a:lnTo>
                  <a:lnTo>
                    <a:pt x="10620" y="4596"/>
                  </a:lnTo>
                  <a:lnTo>
                    <a:pt x="10620" y="4596"/>
                  </a:lnTo>
                  <a:lnTo>
                    <a:pt x="10929" y="4712"/>
                  </a:lnTo>
                  <a:lnTo>
                    <a:pt x="11160" y="4827"/>
                  </a:lnTo>
                  <a:lnTo>
                    <a:pt x="11315" y="5021"/>
                  </a:lnTo>
                  <a:lnTo>
                    <a:pt x="11431" y="5252"/>
                  </a:lnTo>
                  <a:lnTo>
                    <a:pt x="11469" y="5484"/>
                  </a:lnTo>
                  <a:lnTo>
                    <a:pt x="11469" y="5754"/>
                  </a:lnTo>
                  <a:lnTo>
                    <a:pt x="11431" y="6063"/>
                  </a:lnTo>
                  <a:lnTo>
                    <a:pt x="11353" y="6372"/>
                  </a:lnTo>
                  <a:lnTo>
                    <a:pt x="11083" y="7028"/>
                  </a:lnTo>
                  <a:lnTo>
                    <a:pt x="10813" y="7646"/>
                  </a:lnTo>
                  <a:lnTo>
                    <a:pt x="10504" y="8148"/>
                  </a:lnTo>
                  <a:lnTo>
                    <a:pt x="10233" y="8573"/>
                  </a:lnTo>
                  <a:lnTo>
                    <a:pt x="9654" y="9345"/>
                  </a:lnTo>
                  <a:lnTo>
                    <a:pt x="9036" y="10079"/>
                  </a:lnTo>
                  <a:lnTo>
                    <a:pt x="8380" y="10736"/>
                  </a:lnTo>
                  <a:lnTo>
                    <a:pt x="7646" y="11353"/>
                  </a:lnTo>
                  <a:lnTo>
                    <a:pt x="6874" y="11933"/>
                  </a:lnTo>
                  <a:lnTo>
                    <a:pt x="6024" y="12435"/>
                  </a:lnTo>
                  <a:lnTo>
                    <a:pt x="5175" y="12898"/>
                  </a:lnTo>
                  <a:lnTo>
                    <a:pt x="4287" y="13284"/>
                  </a:lnTo>
                  <a:lnTo>
                    <a:pt x="3862" y="13439"/>
                  </a:lnTo>
                  <a:lnTo>
                    <a:pt x="3283" y="13632"/>
                  </a:lnTo>
                  <a:lnTo>
                    <a:pt x="2665" y="13786"/>
                  </a:lnTo>
                  <a:lnTo>
                    <a:pt x="1970" y="13941"/>
                  </a:lnTo>
                  <a:lnTo>
                    <a:pt x="1043" y="13941"/>
                  </a:lnTo>
                  <a:lnTo>
                    <a:pt x="811" y="13863"/>
                  </a:lnTo>
                  <a:lnTo>
                    <a:pt x="580" y="13709"/>
                  </a:lnTo>
                  <a:lnTo>
                    <a:pt x="425" y="13554"/>
                  </a:lnTo>
                  <a:lnTo>
                    <a:pt x="309" y="13323"/>
                  </a:lnTo>
                  <a:lnTo>
                    <a:pt x="232" y="13052"/>
                  </a:lnTo>
                  <a:lnTo>
                    <a:pt x="1" y="13130"/>
                  </a:lnTo>
                  <a:lnTo>
                    <a:pt x="1" y="13400"/>
                  </a:lnTo>
                  <a:lnTo>
                    <a:pt x="39" y="13632"/>
                  </a:lnTo>
                  <a:lnTo>
                    <a:pt x="155" y="13825"/>
                  </a:lnTo>
                  <a:lnTo>
                    <a:pt x="271" y="13941"/>
                  </a:lnTo>
                  <a:lnTo>
                    <a:pt x="464" y="14056"/>
                  </a:lnTo>
                  <a:lnTo>
                    <a:pt x="657" y="14172"/>
                  </a:lnTo>
                  <a:lnTo>
                    <a:pt x="889" y="14211"/>
                  </a:lnTo>
                  <a:lnTo>
                    <a:pt x="1120" y="14249"/>
                  </a:lnTo>
                  <a:lnTo>
                    <a:pt x="1661" y="14249"/>
                  </a:lnTo>
                  <a:lnTo>
                    <a:pt x="2163" y="14211"/>
                  </a:lnTo>
                  <a:lnTo>
                    <a:pt x="2665" y="14134"/>
                  </a:lnTo>
                  <a:lnTo>
                    <a:pt x="3051" y="14056"/>
                  </a:lnTo>
                  <a:lnTo>
                    <a:pt x="3708" y="13863"/>
                  </a:lnTo>
                  <a:lnTo>
                    <a:pt x="4364" y="13632"/>
                  </a:lnTo>
                  <a:lnTo>
                    <a:pt x="5020" y="13361"/>
                  </a:lnTo>
                  <a:lnTo>
                    <a:pt x="5638" y="13091"/>
                  </a:lnTo>
                  <a:lnTo>
                    <a:pt x="6256" y="12743"/>
                  </a:lnTo>
                  <a:lnTo>
                    <a:pt x="6835" y="12396"/>
                  </a:lnTo>
                  <a:lnTo>
                    <a:pt x="7415" y="12010"/>
                  </a:lnTo>
                  <a:lnTo>
                    <a:pt x="7955" y="11585"/>
                  </a:lnTo>
                  <a:lnTo>
                    <a:pt x="8457" y="11160"/>
                  </a:lnTo>
                  <a:lnTo>
                    <a:pt x="8959" y="10697"/>
                  </a:lnTo>
                  <a:lnTo>
                    <a:pt x="9423" y="10234"/>
                  </a:lnTo>
                  <a:lnTo>
                    <a:pt x="9847" y="9732"/>
                  </a:lnTo>
                  <a:lnTo>
                    <a:pt x="10272" y="9191"/>
                  </a:lnTo>
                  <a:lnTo>
                    <a:pt x="10620" y="8650"/>
                  </a:lnTo>
                  <a:lnTo>
                    <a:pt x="11006" y="8071"/>
                  </a:lnTo>
                  <a:lnTo>
                    <a:pt x="11315" y="7492"/>
                  </a:lnTo>
                  <a:lnTo>
                    <a:pt x="11546" y="6951"/>
                  </a:lnTo>
                  <a:lnTo>
                    <a:pt x="11778" y="6411"/>
                  </a:lnTo>
                  <a:lnTo>
                    <a:pt x="11817" y="6102"/>
                  </a:lnTo>
                  <a:lnTo>
                    <a:pt x="11855" y="5831"/>
                  </a:lnTo>
                  <a:lnTo>
                    <a:pt x="11855" y="5523"/>
                  </a:lnTo>
                  <a:lnTo>
                    <a:pt x="11778" y="5252"/>
                  </a:lnTo>
                  <a:lnTo>
                    <a:pt x="11701" y="5021"/>
                  </a:lnTo>
                  <a:lnTo>
                    <a:pt x="11585" y="4866"/>
                  </a:lnTo>
                  <a:lnTo>
                    <a:pt x="11469" y="4673"/>
                  </a:lnTo>
                  <a:lnTo>
                    <a:pt x="11315" y="4519"/>
                  </a:lnTo>
                  <a:lnTo>
                    <a:pt x="11122" y="4403"/>
                  </a:lnTo>
                  <a:lnTo>
                    <a:pt x="10929" y="4325"/>
                  </a:lnTo>
                  <a:lnTo>
                    <a:pt x="10735" y="4248"/>
                  </a:lnTo>
                  <a:lnTo>
                    <a:pt x="10504" y="4210"/>
                  </a:lnTo>
                  <a:lnTo>
                    <a:pt x="10465" y="4248"/>
                  </a:lnTo>
                  <a:lnTo>
                    <a:pt x="10388" y="4248"/>
                  </a:lnTo>
                  <a:lnTo>
                    <a:pt x="9654" y="3167"/>
                  </a:lnTo>
                  <a:lnTo>
                    <a:pt x="8882" y="2086"/>
                  </a:lnTo>
                  <a:lnTo>
                    <a:pt x="8032" y="1043"/>
                  </a:lnTo>
                  <a:lnTo>
                    <a:pt x="72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17"/>
            <p:cNvSpPr/>
            <p:nvPr/>
          </p:nvSpPr>
          <p:spPr>
            <a:xfrm>
              <a:off x="581775" y="25867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0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5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17"/>
            <p:cNvSpPr/>
            <p:nvPr/>
          </p:nvSpPr>
          <p:spPr>
            <a:xfrm>
              <a:off x="6717675" y="2588625"/>
              <a:ext cx="42525" cy="41525"/>
            </a:xfrm>
            <a:custGeom>
              <a:avLst/>
              <a:gdLst/>
              <a:ahLst/>
              <a:cxnLst/>
              <a:rect l="l" t="t" r="r" b="b"/>
              <a:pathLst>
                <a:path w="1701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2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9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3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8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17"/>
            <p:cNvSpPr/>
            <p:nvPr/>
          </p:nvSpPr>
          <p:spPr>
            <a:xfrm>
              <a:off x="587575" y="25924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3" y="1893"/>
                  </a:lnTo>
                  <a:lnTo>
                    <a:pt x="425" y="2433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5" y="11353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1"/>
                  </a:lnTo>
                  <a:lnTo>
                    <a:pt x="3669" y="10620"/>
                  </a:lnTo>
                  <a:lnTo>
                    <a:pt x="3823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5" y="2742"/>
                  </a:lnTo>
                  <a:lnTo>
                    <a:pt x="4287" y="2395"/>
                  </a:lnTo>
                  <a:lnTo>
                    <a:pt x="4210" y="1429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17"/>
            <p:cNvSpPr/>
            <p:nvPr/>
          </p:nvSpPr>
          <p:spPr>
            <a:xfrm>
              <a:off x="6526550" y="26156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1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1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2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17"/>
            <p:cNvSpPr/>
            <p:nvPr/>
          </p:nvSpPr>
          <p:spPr>
            <a:xfrm>
              <a:off x="1725750" y="2629175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2"/>
                  </a:lnTo>
                  <a:lnTo>
                    <a:pt x="2008" y="965"/>
                  </a:lnTo>
                  <a:lnTo>
                    <a:pt x="2124" y="1120"/>
                  </a:lnTo>
                  <a:lnTo>
                    <a:pt x="2202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6" y="502"/>
                  </a:lnTo>
                  <a:lnTo>
                    <a:pt x="811" y="463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0"/>
                  </a:lnTo>
                  <a:lnTo>
                    <a:pt x="194" y="425"/>
                  </a:lnTo>
                  <a:lnTo>
                    <a:pt x="78" y="618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8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2" y="2973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3"/>
                  </a:lnTo>
                  <a:lnTo>
                    <a:pt x="2626" y="2896"/>
                  </a:lnTo>
                  <a:lnTo>
                    <a:pt x="2704" y="2317"/>
                  </a:lnTo>
                  <a:lnTo>
                    <a:pt x="2704" y="2008"/>
                  </a:lnTo>
                  <a:lnTo>
                    <a:pt x="2704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00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17"/>
            <p:cNvSpPr/>
            <p:nvPr/>
          </p:nvSpPr>
          <p:spPr>
            <a:xfrm>
              <a:off x="2602300" y="2637850"/>
              <a:ext cx="63750" cy="173800"/>
            </a:xfrm>
            <a:custGeom>
              <a:avLst/>
              <a:gdLst/>
              <a:ahLst/>
              <a:cxnLst/>
              <a:rect l="l" t="t" r="r" b="b"/>
              <a:pathLst>
                <a:path w="2550" h="6952" extrusionOk="0">
                  <a:moveTo>
                    <a:pt x="271" y="1"/>
                  </a:moveTo>
                  <a:lnTo>
                    <a:pt x="1" y="78"/>
                  </a:lnTo>
                  <a:lnTo>
                    <a:pt x="232" y="927"/>
                  </a:lnTo>
                  <a:lnTo>
                    <a:pt x="503" y="1816"/>
                  </a:lnTo>
                  <a:lnTo>
                    <a:pt x="1082" y="3515"/>
                  </a:lnTo>
                  <a:lnTo>
                    <a:pt x="2318" y="6951"/>
                  </a:lnTo>
                  <a:lnTo>
                    <a:pt x="2549" y="6874"/>
                  </a:lnTo>
                  <a:lnTo>
                    <a:pt x="2047" y="5136"/>
                  </a:lnTo>
                  <a:lnTo>
                    <a:pt x="1507" y="3399"/>
                  </a:lnTo>
                  <a:lnTo>
                    <a:pt x="928" y="1661"/>
                  </a:lnTo>
                  <a:lnTo>
                    <a:pt x="619" y="81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17"/>
            <p:cNvSpPr/>
            <p:nvPr/>
          </p:nvSpPr>
          <p:spPr>
            <a:xfrm>
              <a:off x="531575" y="26388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1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17"/>
            <p:cNvSpPr/>
            <p:nvPr/>
          </p:nvSpPr>
          <p:spPr>
            <a:xfrm>
              <a:off x="340450" y="26658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0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0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1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17"/>
            <p:cNvSpPr/>
            <p:nvPr/>
          </p:nvSpPr>
          <p:spPr>
            <a:xfrm>
              <a:off x="6651075" y="26658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1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17"/>
            <p:cNvSpPr/>
            <p:nvPr/>
          </p:nvSpPr>
          <p:spPr>
            <a:xfrm>
              <a:off x="1793325" y="26986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7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5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5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3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17"/>
            <p:cNvSpPr/>
            <p:nvPr/>
          </p:nvSpPr>
          <p:spPr>
            <a:xfrm>
              <a:off x="2371575" y="2703500"/>
              <a:ext cx="351425" cy="207575"/>
            </a:xfrm>
            <a:custGeom>
              <a:avLst/>
              <a:gdLst/>
              <a:ahLst/>
              <a:cxnLst/>
              <a:rect l="l" t="t" r="r" b="b"/>
              <a:pathLst>
                <a:path w="14057" h="8303" extrusionOk="0">
                  <a:moveTo>
                    <a:pt x="13941" y="0"/>
                  </a:moveTo>
                  <a:lnTo>
                    <a:pt x="13632" y="116"/>
                  </a:lnTo>
                  <a:lnTo>
                    <a:pt x="13632" y="155"/>
                  </a:lnTo>
                  <a:lnTo>
                    <a:pt x="13555" y="773"/>
                  </a:lnTo>
                  <a:lnTo>
                    <a:pt x="13439" y="1313"/>
                  </a:lnTo>
                  <a:lnTo>
                    <a:pt x="13284" y="1854"/>
                  </a:lnTo>
                  <a:lnTo>
                    <a:pt x="13053" y="2395"/>
                  </a:lnTo>
                  <a:lnTo>
                    <a:pt x="12782" y="2897"/>
                  </a:lnTo>
                  <a:lnTo>
                    <a:pt x="12473" y="3360"/>
                  </a:lnTo>
                  <a:lnTo>
                    <a:pt x="12126" y="3823"/>
                  </a:lnTo>
                  <a:lnTo>
                    <a:pt x="11778" y="4248"/>
                  </a:lnTo>
                  <a:lnTo>
                    <a:pt x="11547" y="4325"/>
                  </a:lnTo>
                  <a:lnTo>
                    <a:pt x="11585" y="4441"/>
                  </a:lnTo>
                  <a:lnTo>
                    <a:pt x="11547" y="4480"/>
                  </a:lnTo>
                  <a:lnTo>
                    <a:pt x="11392" y="4557"/>
                  </a:lnTo>
                  <a:lnTo>
                    <a:pt x="11469" y="4557"/>
                  </a:lnTo>
                  <a:lnTo>
                    <a:pt x="10967" y="5020"/>
                  </a:lnTo>
                  <a:lnTo>
                    <a:pt x="10427" y="5445"/>
                  </a:lnTo>
                  <a:lnTo>
                    <a:pt x="9539" y="6063"/>
                  </a:lnTo>
                  <a:lnTo>
                    <a:pt x="8612" y="6642"/>
                  </a:lnTo>
                  <a:lnTo>
                    <a:pt x="8149" y="6912"/>
                  </a:lnTo>
                  <a:lnTo>
                    <a:pt x="7647" y="7144"/>
                  </a:lnTo>
                  <a:lnTo>
                    <a:pt x="7145" y="7376"/>
                  </a:lnTo>
                  <a:lnTo>
                    <a:pt x="6643" y="7569"/>
                  </a:lnTo>
                  <a:lnTo>
                    <a:pt x="6604" y="7453"/>
                  </a:lnTo>
                  <a:lnTo>
                    <a:pt x="6411" y="7492"/>
                  </a:lnTo>
                  <a:lnTo>
                    <a:pt x="4905" y="6372"/>
                  </a:lnTo>
                  <a:lnTo>
                    <a:pt x="3322" y="5291"/>
                  </a:lnTo>
                  <a:lnTo>
                    <a:pt x="1739" y="4248"/>
                  </a:lnTo>
                  <a:lnTo>
                    <a:pt x="78" y="3321"/>
                  </a:lnTo>
                  <a:lnTo>
                    <a:pt x="1" y="3399"/>
                  </a:lnTo>
                  <a:lnTo>
                    <a:pt x="3051" y="5600"/>
                  </a:lnTo>
                  <a:lnTo>
                    <a:pt x="6141" y="7723"/>
                  </a:lnTo>
                  <a:lnTo>
                    <a:pt x="5639" y="7839"/>
                  </a:lnTo>
                  <a:lnTo>
                    <a:pt x="5175" y="7916"/>
                  </a:lnTo>
                  <a:lnTo>
                    <a:pt x="4673" y="7955"/>
                  </a:lnTo>
                  <a:lnTo>
                    <a:pt x="4210" y="7994"/>
                  </a:lnTo>
                  <a:lnTo>
                    <a:pt x="4094" y="7994"/>
                  </a:lnTo>
                  <a:lnTo>
                    <a:pt x="4055" y="8071"/>
                  </a:lnTo>
                  <a:lnTo>
                    <a:pt x="4248" y="8303"/>
                  </a:lnTo>
                  <a:lnTo>
                    <a:pt x="5098" y="8303"/>
                  </a:lnTo>
                  <a:lnTo>
                    <a:pt x="5523" y="8264"/>
                  </a:lnTo>
                  <a:lnTo>
                    <a:pt x="5948" y="8187"/>
                  </a:lnTo>
                  <a:lnTo>
                    <a:pt x="6372" y="8110"/>
                  </a:lnTo>
                  <a:lnTo>
                    <a:pt x="6797" y="7955"/>
                  </a:lnTo>
                  <a:lnTo>
                    <a:pt x="7647" y="7646"/>
                  </a:lnTo>
                  <a:lnTo>
                    <a:pt x="8458" y="7221"/>
                  </a:lnTo>
                  <a:lnTo>
                    <a:pt x="9230" y="6758"/>
                  </a:lnTo>
                  <a:lnTo>
                    <a:pt x="10002" y="6295"/>
                  </a:lnTo>
                  <a:lnTo>
                    <a:pt x="10659" y="5793"/>
                  </a:lnTo>
                  <a:lnTo>
                    <a:pt x="11315" y="5252"/>
                  </a:lnTo>
                  <a:lnTo>
                    <a:pt x="11933" y="4673"/>
                  </a:lnTo>
                  <a:lnTo>
                    <a:pt x="12512" y="4055"/>
                  </a:lnTo>
                  <a:lnTo>
                    <a:pt x="12975" y="3360"/>
                  </a:lnTo>
                  <a:lnTo>
                    <a:pt x="13207" y="3012"/>
                  </a:lnTo>
                  <a:lnTo>
                    <a:pt x="13400" y="2665"/>
                  </a:lnTo>
                  <a:lnTo>
                    <a:pt x="13555" y="2279"/>
                  </a:lnTo>
                  <a:lnTo>
                    <a:pt x="13709" y="1893"/>
                  </a:lnTo>
                  <a:lnTo>
                    <a:pt x="13864" y="1506"/>
                  </a:lnTo>
                  <a:lnTo>
                    <a:pt x="13941" y="1082"/>
                  </a:lnTo>
                  <a:lnTo>
                    <a:pt x="14018" y="657"/>
                  </a:lnTo>
                  <a:lnTo>
                    <a:pt x="14057" y="232"/>
                  </a:lnTo>
                  <a:lnTo>
                    <a:pt x="14018" y="116"/>
                  </a:lnTo>
                  <a:lnTo>
                    <a:pt x="13941" y="39"/>
                  </a:lnTo>
                  <a:lnTo>
                    <a:pt x="139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17"/>
            <p:cNvSpPr/>
            <p:nvPr/>
          </p:nvSpPr>
          <p:spPr>
            <a:xfrm>
              <a:off x="6594125" y="27093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8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17"/>
            <p:cNvSpPr/>
            <p:nvPr/>
          </p:nvSpPr>
          <p:spPr>
            <a:xfrm>
              <a:off x="464975" y="27160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0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17"/>
            <p:cNvSpPr/>
            <p:nvPr/>
          </p:nvSpPr>
          <p:spPr>
            <a:xfrm>
              <a:off x="2488400" y="2725700"/>
              <a:ext cx="48275" cy="165100"/>
            </a:xfrm>
            <a:custGeom>
              <a:avLst/>
              <a:gdLst/>
              <a:ahLst/>
              <a:cxnLst/>
              <a:rect l="l" t="t" r="r" b="b"/>
              <a:pathLst>
                <a:path w="1931" h="6604" extrusionOk="0">
                  <a:moveTo>
                    <a:pt x="271" y="1"/>
                  </a:moveTo>
                  <a:lnTo>
                    <a:pt x="193" y="39"/>
                  </a:lnTo>
                  <a:lnTo>
                    <a:pt x="155" y="39"/>
                  </a:lnTo>
                  <a:lnTo>
                    <a:pt x="0" y="155"/>
                  </a:lnTo>
                  <a:lnTo>
                    <a:pt x="0" y="194"/>
                  </a:lnTo>
                  <a:lnTo>
                    <a:pt x="348" y="1815"/>
                  </a:lnTo>
                  <a:lnTo>
                    <a:pt x="773" y="3437"/>
                  </a:lnTo>
                  <a:lnTo>
                    <a:pt x="1236" y="5021"/>
                  </a:lnTo>
                  <a:lnTo>
                    <a:pt x="1738" y="6604"/>
                  </a:lnTo>
                  <a:lnTo>
                    <a:pt x="1931" y="6565"/>
                  </a:lnTo>
                  <a:lnTo>
                    <a:pt x="1622" y="4982"/>
                  </a:lnTo>
                  <a:lnTo>
                    <a:pt x="1236" y="3360"/>
                  </a:lnTo>
                  <a:lnTo>
                    <a:pt x="773" y="1777"/>
                  </a:lnTo>
                  <a:lnTo>
                    <a:pt x="271" y="194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17"/>
            <p:cNvSpPr/>
            <p:nvPr/>
          </p:nvSpPr>
          <p:spPr>
            <a:xfrm>
              <a:off x="2495150" y="2725700"/>
              <a:ext cx="165100" cy="91725"/>
            </a:xfrm>
            <a:custGeom>
              <a:avLst/>
              <a:gdLst/>
              <a:ahLst/>
              <a:cxnLst/>
              <a:rect l="l" t="t" r="r" b="b"/>
              <a:pathLst>
                <a:path w="6604" h="3669" extrusionOk="0">
                  <a:moveTo>
                    <a:pt x="116" y="1"/>
                  </a:moveTo>
                  <a:lnTo>
                    <a:pt x="1" y="194"/>
                  </a:lnTo>
                  <a:lnTo>
                    <a:pt x="1622" y="1043"/>
                  </a:lnTo>
                  <a:lnTo>
                    <a:pt x="3244" y="1893"/>
                  </a:lnTo>
                  <a:lnTo>
                    <a:pt x="4017" y="2356"/>
                  </a:lnTo>
                  <a:lnTo>
                    <a:pt x="4827" y="2819"/>
                  </a:lnTo>
                  <a:lnTo>
                    <a:pt x="5638" y="3283"/>
                  </a:lnTo>
                  <a:lnTo>
                    <a:pt x="6024" y="3476"/>
                  </a:lnTo>
                  <a:lnTo>
                    <a:pt x="6449" y="3669"/>
                  </a:lnTo>
                  <a:lnTo>
                    <a:pt x="6604" y="3592"/>
                  </a:lnTo>
                  <a:lnTo>
                    <a:pt x="6604" y="3515"/>
                  </a:lnTo>
                  <a:lnTo>
                    <a:pt x="6565" y="3437"/>
                  </a:lnTo>
                  <a:lnTo>
                    <a:pt x="6218" y="3167"/>
                  </a:lnTo>
                  <a:lnTo>
                    <a:pt x="5870" y="2935"/>
                  </a:lnTo>
                  <a:lnTo>
                    <a:pt x="5098" y="2472"/>
                  </a:lnTo>
                  <a:lnTo>
                    <a:pt x="3515" y="1622"/>
                  </a:lnTo>
                  <a:lnTo>
                    <a:pt x="1815" y="773"/>
                  </a:lnTo>
                  <a:lnTo>
                    <a:pt x="966" y="387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17"/>
            <p:cNvSpPr/>
            <p:nvPr/>
          </p:nvSpPr>
          <p:spPr>
            <a:xfrm>
              <a:off x="4212550" y="2732450"/>
              <a:ext cx="315700" cy="477900"/>
            </a:xfrm>
            <a:custGeom>
              <a:avLst/>
              <a:gdLst/>
              <a:ahLst/>
              <a:cxnLst/>
              <a:rect l="l" t="t" r="r" b="b"/>
              <a:pathLst>
                <a:path w="12628" h="19116" extrusionOk="0">
                  <a:moveTo>
                    <a:pt x="1004" y="619"/>
                  </a:moveTo>
                  <a:lnTo>
                    <a:pt x="1661" y="850"/>
                  </a:lnTo>
                  <a:lnTo>
                    <a:pt x="2317" y="1121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5"/>
                  </a:lnTo>
                  <a:lnTo>
                    <a:pt x="3862" y="2472"/>
                  </a:lnTo>
                  <a:lnTo>
                    <a:pt x="4016" y="2820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8"/>
                  </a:lnTo>
                  <a:lnTo>
                    <a:pt x="9345" y="15138"/>
                  </a:lnTo>
                  <a:lnTo>
                    <a:pt x="8920" y="15370"/>
                  </a:lnTo>
                  <a:lnTo>
                    <a:pt x="7955" y="13516"/>
                  </a:lnTo>
                  <a:lnTo>
                    <a:pt x="6990" y="11663"/>
                  </a:lnTo>
                  <a:lnTo>
                    <a:pt x="5020" y="7956"/>
                  </a:lnTo>
                  <a:lnTo>
                    <a:pt x="3012" y="4287"/>
                  </a:lnTo>
                  <a:lnTo>
                    <a:pt x="1004" y="619"/>
                  </a:lnTo>
                  <a:close/>
                  <a:moveTo>
                    <a:pt x="657" y="503"/>
                  </a:moveTo>
                  <a:lnTo>
                    <a:pt x="657" y="541"/>
                  </a:lnTo>
                  <a:lnTo>
                    <a:pt x="4673" y="8033"/>
                  </a:lnTo>
                  <a:lnTo>
                    <a:pt x="6719" y="11740"/>
                  </a:lnTo>
                  <a:lnTo>
                    <a:pt x="7762" y="13593"/>
                  </a:lnTo>
                  <a:lnTo>
                    <a:pt x="8805" y="15447"/>
                  </a:lnTo>
                  <a:lnTo>
                    <a:pt x="8650" y="15524"/>
                  </a:lnTo>
                  <a:lnTo>
                    <a:pt x="7414" y="13748"/>
                  </a:lnTo>
                  <a:lnTo>
                    <a:pt x="6179" y="12010"/>
                  </a:lnTo>
                  <a:lnTo>
                    <a:pt x="3592" y="8535"/>
                  </a:lnTo>
                  <a:lnTo>
                    <a:pt x="2317" y="6758"/>
                  </a:lnTo>
                  <a:lnTo>
                    <a:pt x="1004" y="4944"/>
                  </a:lnTo>
                  <a:lnTo>
                    <a:pt x="850" y="4712"/>
                  </a:lnTo>
                  <a:lnTo>
                    <a:pt x="734" y="4480"/>
                  </a:lnTo>
                  <a:lnTo>
                    <a:pt x="618" y="4210"/>
                  </a:lnTo>
                  <a:lnTo>
                    <a:pt x="541" y="3940"/>
                  </a:lnTo>
                  <a:lnTo>
                    <a:pt x="464" y="3399"/>
                  </a:lnTo>
                  <a:lnTo>
                    <a:pt x="425" y="2820"/>
                  </a:lnTo>
                  <a:lnTo>
                    <a:pt x="464" y="2241"/>
                  </a:lnTo>
                  <a:lnTo>
                    <a:pt x="502" y="1661"/>
                  </a:lnTo>
                  <a:lnTo>
                    <a:pt x="657" y="503"/>
                  </a:lnTo>
                  <a:close/>
                  <a:moveTo>
                    <a:pt x="11508" y="12280"/>
                  </a:moveTo>
                  <a:lnTo>
                    <a:pt x="11662" y="12358"/>
                  </a:lnTo>
                  <a:lnTo>
                    <a:pt x="11817" y="12435"/>
                  </a:lnTo>
                  <a:lnTo>
                    <a:pt x="12164" y="12860"/>
                  </a:lnTo>
                  <a:lnTo>
                    <a:pt x="12241" y="13053"/>
                  </a:lnTo>
                  <a:lnTo>
                    <a:pt x="12280" y="13246"/>
                  </a:lnTo>
                  <a:lnTo>
                    <a:pt x="12241" y="13439"/>
                  </a:lnTo>
                  <a:lnTo>
                    <a:pt x="12203" y="13632"/>
                  </a:lnTo>
                  <a:lnTo>
                    <a:pt x="12048" y="14018"/>
                  </a:lnTo>
                  <a:lnTo>
                    <a:pt x="11855" y="14366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2"/>
                  </a:lnTo>
                  <a:lnTo>
                    <a:pt x="10156" y="15872"/>
                  </a:lnTo>
                  <a:lnTo>
                    <a:pt x="10118" y="15987"/>
                  </a:lnTo>
                  <a:lnTo>
                    <a:pt x="9770" y="16180"/>
                  </a:lnTo>
                  <a:lnTo>
                    <a:pt x="9114" y="16605"/>
                  </a:lnTo>
                  <a:lnTo>
                    <a:pt x="8457" y="16953"/>
                  </a:lnTo>
                  <a:lnTo>
                    <a:pt x="7723" y="17262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5" y="17648"/>
                  </a:lnTo>
                  <a:lnTo>
                    <a:pt x="5754" y="17648"/>
                  </a:lnTo>
                  <a:lnTo>
                    <a:pt x="5561" y="17571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8" y="17184"/>
                  </a:lnTo>
                  <a:lnTo>
                    <a:pt x="4982" y="16876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5"/>
                  </a:lnTo>
                  <a:lnTo>
                    <a:pt x="5175" y="15949"/>
                  </a:lnTo>
                  <a:lnTo>
                    <a:pt x="5291" y="15833"/>
                  </a:lnTo>
                  <a:lnTo>
                    <a:pt x="5406" y="15756"/>
                  </a:lnTo>
                  <a:lnTo>
                    <a:pt x="5522" y="15717"/>
                  </a:lnTo>
                  <a:lnTo>
                    <a:pt x="5638" y="15756"/>
                  </a:lnTo>
                  <a:lnTo>
                    <a:pt x="5793" y="15833"/>
                  </a:lnTo>
                  <a:lnTo>
                    <a:pt x="5947" y="15949"/>
                  </a:lnTo>
                  <a:lnTo>
                    <a:pt x="6063" y="16142"/>
                  </a:lnTo>
                  <a:lnTo>
                    <a:pt x="6256" y="16374"/>
                  </a:lnTo>
                  <a:lnTo>
                    <a:pt x="6102" y="16412"/>
                  </a:lnTo>
                  <a:lnTo>
                    <a:pt x="6024" y="16451"/>
                  </a:lnTo>
                  <a:lnTo>
                    <a:pt x="6024" y="16567"/>
                  </a:lnTo>
                  <a:lnTo>
                    <a:pt x="6063" y="16644"/>
                  </a:lnTo>
                  <a:lnTo>
                    <a:pt x="6140" y="16644"/>
                  </a:lnTo>
                  <a:lnTo>
                    <a:pt x="6912" y="16567"/>
                  </a:lnTo>
                  <a:lnTo>
                    <a:pt x="7685" y="16374"/>
                  </a:lnTo>
                  <a:lnTo>
                    <a:pt x="8496" y="16065"/>
                  </a:lnTo>
                  <a:lnTo>
                    <a:pt x="9229" y="15717"/>
                  </a:lnTo>
                  <a:lnTo>
                    <a:pt x="9616" y="15485"/>
                  </a:lnTo>
                  <a:lnTo>
                    <a:pt x="9963" y="15254"/>
                  </a:lnTo>
                  <a:lnTo>
                    <a:pt x="10272" y="15022"/>
                  </a:lnTo>
                  <a:lnTo>
                    <a:pt x="10581" y="14752"/>
                  </a:lnTo>
                  <a:lnTo>
                    <a:pt x="10890" y="14481"/>
                  </a:lnTo>
                  <a:lnTo>
                    <a:pt x="11121" y="14173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9"/>
                  </a:lnTo>
                  <a:lnTo>
                    <a:pt x="11546" y="13362"/>
                  </a:lnTo>
                  <a:lnTo>
                    <a:pt x="11508" y="13284"/>
                  </a:lnTo>
                  <a:lnTo>
                    <a:pt x="11430" y="13246"/>
                  </a:lnTo>
                  <a:lnTo>
                    <a:pt x="11237" y="13246"/>
                  </a:lnTo>
                  <a:lnTo>
                    <a:pt x="11160" y="13323"/>
                  </a:lnTo>
                  <a:lnTo>
                    <a:pt x="10967" y="13671"/>
                  </a:lnTo>
                  <a:lnTo>
                    <a:pt x="10774" y="13555"/>
                  </a:lnTo>
                  <a:lnTo>
                    <a:pt x="10658" y="13439"/>
                  </a:lnTo>
                  <a:lnTo>
                    <a:pt x="10619" y="13284"/>
                  </a:lnTo>
                  <a:lnTo>
                    <a:pt x="10581" y="13169"/>
                  </a:lnTo>
                  <a:lnTo>
                    <a:pt x="10619" y="13014"/>
                  </a:lnTo>
                  <a:lnTo>
                    <a:pt x="10658" y="12860"/>
                  </a:lnTo>
                  <a:lnTo>
                    <a:pt x="10851" y="12628"/>
                  </a:lnTo>
                  <a:lnTo>
                    <a:pt x="10928" y="12473"/>
                  </a:lnTo>
                  <a:lnTo>
                    <a:pt x="11044" y="12358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1"/>
                  </a:moveTo>
                  <a:lnTo>
                    <a:pt x="348" y="40"/>
                  </a:lnTo>
                  <a:lnTo>
                    <a:pt x="271" y="117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3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6"/>
                  </a:lnTo>
                  <a:lnTo>
                    <a:pt x="232" y="4519"/>
                  </a:lnTo>
                  <a:lnTo>
                    <a:pt x="348" y="4751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6"/>
                  </a:lnTo>
                  <a:lnTo>
                    <a:pt x="5445" y="11817"/>
                  </a:lnTo>
                  <a:lnTo>
                    <a:pt x="6874" y="13748"/>
                  </a:lnTo>
                  <a:lnTo>
                    <a:pt x="8341" y="15640"/>
                  </a:lnTo>
                  <a:lnTo>
                    <a:pt x="7492" y="15987"/>
                  </a:lnTo>
                  <a:lnTo>
                    <a:pt x="6642" y="16258"/>
                  </a:lnTo>
                  <a:lnTo>
                    <a:pt x="6681" y="16103"/>
                  </a:lnTo>
                  <a:lnTo>
                    <a:pt x="6681" y="15949"/>
                  </a:lnTo>
                  <a:lnTo>
                    <a:pt x="6642" y="15756"/>
                  </a:lnTo>
                  <a:lnTo>
                    <a:pt x="6565" y="15640"/>
                  </a:lnTo>
                  <a:lnTo>
                    <a:pt x="6488" y="15485"/>
                  </a:lnTo>
                  <a:lnTo>
                    <a:pt x="6333" y="15370"/>
                  </a:lnTo>
                  <a:lnTo>
                    <a:pt x="6179" y="15292"/>
                  </a:lnTo>
                  <a:lnTo>
                    <a:pt x="6024" y="15254"/>
                  </a:lnTo>
                  <a:lnTo>
                    <a:pt x="5715" y="15254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6" y="16296"/>
                  </a:lnTo>
                  <a:lnTo>
                    <a:pt x="4596" y="16567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8" y="17725"/>
                  </a:lnTo>
                  <a:lnTo>
                    <a:pt x="5368" y="17841"/>
                  </a:lnTo>
                  <a:lnTo>
                    <a:pt x="5677" y="17918"/>
                  </a:lnTo>
                  <a:lnTo>
                    <a:pt x="6024" y="17957"/>
                  </a:lnTo>
                  <a:lnTo>
                    <a:pt x="6372" y="17918"/>
                  </a:lnTo>
                  <a:lnTo>
                    <a:pt x="6719" y="17841"/>
                  </a:lnTo>
                  <a:lnTo>
                    <a:pt x="7106" y="17764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3"/>
                  </a:lnTo>
                  <a:lnTo>
                    <a:pt x="9229" y="16876"/>
                  </a:lnTo>
                  <a:lnTo>
                    <a:pt x="9461" y="16760"/>
                  </a:lnTo>
                  <a:lnTo>
                    <a:pt x="10233" y="16258"/>
                  </a:lnTo>
                  <a:lnTo>
                    <a:pt x="10813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4"/>
                  </a:lnTo>
                  <a:lnTo>
                    <a:pt x="11817" y="18150"/>
                  </a:lnTo>
                  <a:lnTo>
                    <a:pt x="11392" y="17455"/>
                  </a:lnTo>
                  <a:lnTo>
                    <a:pt x="10928" y="16760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4"/>
                  </a:lnTo>
                  <a:lnTo>
                    <a:pt x="11894" y="14790"/>
                  </a:lnTo>
                  <a:lnTo>
                    <a:pt x="12125" y="14559"/>
                  </a:lnTo>
                  <a:lnTo>
                    <a:pt x="12280" y="14288"/>
                  </a:lnTo>
                  <a:lnTo>
                    <a:pt x="12434" y="14057"/>
                  </a:lnTo>
                  <a:lnTo>
                    <a:pt x="12512" y="13786"/>
                  </a:lnTo>
                  <a:lnTo>
                    <a:pt x="12589" y="13555"/>
                  </a:lnTo>
                  <a:lnTo>
                    <a:pt x="12627" y="13284"/>
                  </a:lnTo>
                  <a:lnTo>
                    <a:pt x="12589" y="13053"/>
                  </a:lnTo>
                  <a:lnTo>
                    <a:pt x="12512" y="12821"/>
                  </a:lnTo>
                  <a:lnTo>
                    <a:pt x="12357" y="12589"/>
                  </a:lnTo>
                  <a:lnTo>
                    <a:pt x="12164" y="12358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9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1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2"/>
                  </a:lnTo>
                  <a:lnTo>
                    <a:pt x="10619" y="13786"/>
                  </a:lnTo>
                  <a:lnTo>
                    <a:pt x="10813" y="13902"/>
                  </a:lnTo>
                  <a:lnTo>
                    <a:pt x="10504" y="14250"/>
                  </a:lnTo>
                  <a:lnTo>
                    <a:pt x="10156" y="14597"/>
                  </a:lnTo>
                  <a:lnTo>
                    <a:pt x="9770" y="14868"/>
                  </a:lnTo>
                  <a:lnTo>
                    <a:pt x="9430" y="15084"/>
                  </a:lnTo>
                  <a:lnTo>
                    <a:pt x="9461" y="15022"/>
                  </a:lnTo>
                  <a:lnTo>
                    <a:pt x="9500" y="14945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9"/>
                  </a:lnTo>
                  <a:lnTo>
                    <a:pt x="3823" y="1545"/>
                  </a:lnTo>
                  <a:lnTo>
                    <a:pt x="3514" y="1237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1" y="233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17"/>
            <p:cNvSpPr/>
            <p:nvPr/>
          </p:nvSpPr>
          <p:spPr>
            <a:xfrm>
              <a:off x="3419975" y="2751775"/>
              <a:ext cx="68575" cy="77250"/>
            </a:xfrm>
            <a:custGeom>
              <a:avLst/>
              <a:gdLst/>
              <a:ahLst/>
              <a:cxnLst/>
              <a:rect l="l" t="t" r="r" b="b"/>
              <a:pathLst>
                <a:path w="2743" h="3090" extrusionOk="0">
                  <a:moveTo>
                    <a:pt x="1198" y="464"/>
                  </a:moveTo>
                  <a:lnTo>
                    <a:pt x="1429" y="502"/>
                  </a:lnTo>
                  <a:lnTo>
                    <a:pt x="1700" y="618"/>
                  </a:lnTo>
                  <a:lnTo>
                    <a:pt x="1893" y="772"/>
                  </a:lnTo>
                  <a:lnTo>
                    <a:pt x="2047" y="966"/>
                  </a:lnTo>
                  <a:lnTo>
                    <a:pt x="2163" y="1159"/>
                  </a:lnTo>
                  <a:lnTo>
                    <a:pt x="2240" y="1352"/>
                  </a:lnTo>
                  <a:lnTo>
                    <a:pt x="2356" y="1738"/>
                  </a:lnTo>
                  <a:lnTo>
                    <a:pt x="2395" y="2163"/>
                  </a:lnTo>
                  <a:lnTo>
                    <a:pt x="2395" y="2587"/>
                  </a:lnTo>
                  <a:lnTo>
                    <a:pt x="2240" y="2433"/>
                  </a:lnTo>
                  <a:lnTo>
                    <a:pt x="2047" y="2278"/>
                  </a:lnTo>
                  <a:lnTo>
                    <a:pt x="1661" y="2085"/>
                  </a:lnTo>
                  <a:lnTo>
                    <a:pt x="1275" y="1931"/>
                  </a:lnTo>
                  <a:lnTo>
                    <a:pt x="1043" y="1815"/>
                  </a:lnTo>
                  <a:lnTo>
                    <a:pt x="850" y="1699"/>
                  </a:lnTo>
                  <a:lnTo>
                    <a:pt x="657" y="1545"/>
                  </a:lnTo>
                  <a:lnTo>
                    <a:pt x="503" y="1390"/>
                  </a:lnTo>
                  <a:lnTo>
                    <a:pt x="425" y="1197"/>
                  </a:lnTo>
                  <a:lnTo>
                    <a:pt x="425" y="1081"/>
                  </a:lnTo>
                  <a:lnTo>
                    <a:pt x="425" y="966"/>
                  </a:lnTo>
                  <a:lnTo>
                    <a:pt x="503" y="811"/>
                  </a:lnTo>
                  <a:lnTo>
                    <a:pt x="541" y="695"/>
                  </a:lnTo>
                  <a:lnTo>
                    <a:pt x="618" y="618"/>
                  </a:lnTo>
                  <a:lnTo>
                    <a:pt x="734" y="541"/>
                  </a:lnTo>
                  <a:lnTo>
                    <a:pt x="850" y="464"/>
                  </a:lnTo>
                  <a:close/>
                  <a:moveTo>
                    <a:pt x="1043" y="0"/>
                  </a:moveTo>
                  <a:lnTo>
                    <a:pt x="812" y="77"/>
                  </a:lnTo>
                  <a:lnTo>
                    <a:pt x="580" y="155"/>
                  </a:lnTo>
                  <a:lnTo>
                    <a:pt x="387" y="309"/>
                  </a:lnTo>
                  <a:lnTo>
                    <a:pt x="232" y="464"/>
                  </a:lnTo>
                  <a:lnTo>
                    <a:pt x="116" y="618"/>
                  </a:lnTo>
                  <a:lnTo>
                    <a:pt x="39" y="811"/>
                  </a:lnTo>
                  <a:lnTo>
                    <a:pt x="1" y="1043"/>
                  </a:lnTo>
                  <a:lnTo>
                    <a:pt x="39" y="1236"/>
                  </a:lnTo>
                  <a:lnTo>
                    <a:pt x="78" y="1468"/>
                  </a:lnTo>
                  <a:lnTo>
                    <a:pt x="194" y="1661"/>
                  </a:lnTo>
                  <a:lnTo>
                    <a:pt x="387" y="1892"/>
                  </a:lnTo>
                  <a:lnTo>
                    <a:pt x="657" y="2085"/>
                  </a:lnTo>
                  <a:lnTo>
                    <a:pt x="927" y="2201"/>
                  </a:lnTo>
                  <a:lnTo>
                    <a:pt x="1236" y="2317"/>
                  </a:lnTo>
                  <a:lnTo>
                    <a:pt x="1507" y="2433"/>
                  </a:lnTo>
                  <a:lnTo>
                    <a:pt x="1777" y="2587"/>
                  </a:lnTo>
                  <a:lnTo>
                    <a:pt x="2009" y="2780"/>
                  </a:lnTo>
                  <a:lnTo>
                    <a:pt x="2240" y="3012"/>
                  </a:lnTo>
                  <a:lnTo>
                    <a:pt x="2317" y="3051"/>
                  </a:lnTo>
                  <a:lnTo>
                    <a:pt x="2395" y="3089"/>
                  </a:lnTo>
                  <a:lnTo>
                    <a:pt x="2472" y="3051"/>
                  </a:lnTo>
                  <a:lnTo>
                    <a:pt x="2549" y="3012"/>
                  </a:lnTo>
                  <a:lnTo>
                    <a:pt x="2588" y="3012"/>
                  </a:lnTo>
                  <a:lnTo>
                    <a:pt x="2626" y="2935"/>
                  </a:lnTo>
                  <a:lnTo>
                    <a:pt x="2704" y="2356"/>
                  </a:lnTo>
                  <a:lnTo>
                    <a:pt x="2742" y="2047"/>
                  </a:lnTo>
                  <a:lnTo>
                    <a:pt x="2704" y="1738"/>
                  </a:lnTo>
                  <a:lnTo>
                    <a:pt x="2665" y="1429"/>
                  </a:lnTo>
                  <a:lnTo>
                    <a:pt x="2588" y="1159"/>
                  </a:lnTo>
                  <a:lnTo>
                    <a:pt x="2472" y="888"/>
                  </a:lnTo>
                  <a:lnTo>
                    <a:pt x="2317" y="618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38" y="155"/>
                  </a:lnTo>
                  <a:lnTo>
                    <a:pt x="1507" y="77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17"/>
            <p:cNvSpPr/>
            <p:nvPr/>
          </p:nvSpPr>
          <p:spPr>
            <a:xfrm>
              <a:off x="408025" y="27595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7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79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1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17"/>
            <p:cNvSpPr/>
            <p:nvPr/>
          </p:nvSpPr>
          <p:spPr>
            <a:xfrm>
              <a:off x="1650450" y="2767225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1" y="5367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8"/>
                  </a:lnTo>
                  <a:lnTo>
                    <a:pt x="3978" y="888"/>
                  </a:lnTo>
                  <a:lnTo>
                    <a:pt x="4634" y="656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2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3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30" y="7375"/>
                  </a:lnTo>
                  <a:lnTo>
                    <a:pt x="13439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5"/>
                  </a:lnTo>
                  <a:lnTo>
                    <a:pt x="16721" y="9885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3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1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79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7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17"/>
            <p:cNvSpPr/>
            <p:nvPr/>
          </p:nvSpPr>
          <p:spPr>
            <a:xfrm>
              <a:off x="4802400" y="27817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0"/>
                  </a:moveTo>
                  <a:lnTo>
                    <a:pt x="12434" y="39"/>
                  </a:lnTo>
                  <a:lnTo>
                    <a:pt x="12357" y="77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8"/>
                  </a:lnTo>
                  <a:lnTo>
                    <a:pt x="12164" y="1043"/>
                  </a:lnTo>
                  <a:lnTo>
                    <a:pt x="12009" y="1197"/>
                  </a:lnTo>
                  <a:lnTo>
                    <a:pt x="11855" y="1313"/>
                  </a:lnTo>
                  <a:lnTo>
                    <a:pt x="11430" y="1545"/>
                  </a:lnTo>
                  <a:lnTo>
                    <a:pt x="11005" y="1699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4" y="2085"/>
                  </a:lnTo>
                  <a:lnTo>
                    <a:pt x="9345" y="2008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0"/>
                  </a:lnTo>
                  <a:lnTo>
                    <a:pt x="8611" y="1699"/>
                  </a:lnTo>
                  <a:lnTo>
                    <a:pt x="8804" y="2008"/>
                  </a:lnTo>
                  <a:lnTo>
                    <a:pt x="8997" y="2279"/>
                  </a:lnTo>
                  <a:lnTo>
                    <a:pt x="7839" y="2587"/>
                  </a:lnTo>
                  <a:lnTo>
                    <a:pt x="6719" y="2819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9" y="3282"/>
                  </a:lnTo>
                  <a:lnTo>
                    <a:pt x="3746" y="2935"/>
                  </a:lnTo>
                  <a:lnTo>
                    <a:pt x="3784" y="2587"/>
                  </a:lnTo>
                  <a:lnTo>
                    <a:pt x="3707" y="2240"/>
                  </a:lnTo>
                  <a:lnTo>
                    <a:pt x="3630" y="1892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7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8"/>
                  </a:lnTo>
                  <a:lnTo>
                    <a:pt x="1815" y="3437"/>
                  </a:lnTo>
                  <a:lnTo>
                    <a:pt x="1352" y="3398"/>
                  </a:lnTo>
                  <a:lnTo>
                    <a:pt x="965" y="3360"/>
                  </a:lnTo>
                  <a:lnTo>
                    <a:pt x="772" y="3282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3"/>
                  </a:lnTo>
                  <a:lnTo>
                    <a:pt x="309" y="2665"/>
                  </a:lnTo>
                  <a:lnTo>
                    <a:pt x="232" y="2587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3"/>
                  </a:lnTo>
                  <a:lnTo>
                    <a:pt x="0" y="2858"/>
                  </a:lnTo>
                  <a:lnTo>
                    <a:pt x="0" y="3012"/>
                  </a:lnTo>
                  <a:lnTo>
                    <a:pt x="0" y="3167"/>
                  </a:lnTo>
                  <a:lnTo>
                    <a:pt x="39" y="3282"/>
                  </a:lnTo>
                  <a:lnTo>
                    <a:pt x="116" y="3398"/>
                  </a:lnTo>
                  <a:lnTo>
                    <a:pt x="193" y="3514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0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0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2"/>
                  </a:lnTo>
                  <a:lnTo>
                    <a:pt x="12048" y="1699"/>
                  </a:lnTo>
                  <a:lnTo>
                    <a:pt x="12357" y="1506"/>
                  </a:lnTo>
                  <a:lnTo>
                    <a:pt x="12627" y="1236"/>
                  </a:lnTo>
                  <a:lnTo>
                    <a:pt x="12704" y="1081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79"/>
                  </a:lnTo>
                  <a:lnTo>
                    <a:pt x="12820" y="386"/>
                  </a:lnTo>
                  <a:lnTo>
                    <a:pt x="12743" y="155"/>
                  </a:lnTo>
                  <a:lnTo>
                    <a:pt x="12704" y="77"/>
                  </a:lnTo>
                  <a:lnTo>
                    <a:pt x="12627" y="39"/>
                  </a:lnTo>
                  <a:lnTo>
                    <a:pt x="125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17"/>
            <p:cNvSpPr/>
            <p:nvPr/>
          </p:nvSpPr>
          <p:spPr>
            <a:xfrm>
              <a:off x="2362900" y="2786525"/>
              <a:ext cx="114900" cy="130350"/>
            </a:xfrm>
            <a:custGeom>
              <a:avLst/>
              <a:gdLst/>
              <a:ahLst/>
              <a:cxnLst/>
              <a:rect l="l" t="t" r="r" b="b"/>
              <a:pathLst>
                <a:path w="4596" h="5214" extrusionOk="0">
                  <a:moveTo>
                    <a:pt x="232" y="0"/>
                  </a:moveTo>
                  <a:lnTo>
                    <a:pt x="0" y="193"/>
                  </a:lnTo>
                  <a:lnTo>
                    <a:pt x="502" y="888"/>
                  </a:lnTo>
                  <a:lnTo>
                    <a:pt x="1004" y="1622"/>
                  </a:lnTo>
                  <a:lnTo>
                    <a:pt x="1545" y="2279"/>
                  </a:lnTo>
                  <a:lnTo>
                    <a:pt x="2124" y="2974"/>
                  </a:lnTo>
                  <a:lnTo>
                    <a:pt x="3283" y="4248"/>
                  </a:lnTo>
                  <a:lnTo>
                    <a:pt x="3746" y="4789"/>
                  </a:lnTo>
                  <a:lnTo>
                    <a:pt x="3630" y="4789"/>
                  </a:lnTo>
                  <a:lnTo>
                    <a:pt x="3592" y="4866"/>
                  </a:lnTo>
                  <a:lnTo>
                    <a:pt x="3592" y="4982"/>
                  </a:lnTo>
                  <a:lnTo>
                    <a:pt x="3823" y="4904"/>
                  </a:lnTo>
                  <a:lnTo>
                    <a:pt x="4055" y="5059"/>
                  </a:lnTo>
                  <a:lnTo>
                    <a:pt x="4287" y="5213"/>
                  </a:lnTo>
                  <a:lnTo>
                    <a:pt x="4441" y="5213"/>
                  </a:lnTo>
                  <a:lnTo>
                    <a:pt x="4518" y="5175"/>
                  </a:lnTo>
                  <a:lnTo>
                    <a:pt x="4557" y="5097"/>
                  </a:lnTo>
                  <a:lnTo>
                    <a:pt x="4557" y="5059"/>
                  </a:lnTo>
                  <a:lnTo>
                    <a:pt x="4595" y="4982"/>
                  </a:lnTo>
                  <a:lnTo>
                    <a:pt x="4402" y="4750"/>
                  </a:lnTo>
                  <a:lnTo>
                    <a:pt x="4325" y="4750"/>
                  </a:lnTo>
                  <a:lnTo>
                    <a:pt x="4016" y="4480"/>
                  </a:lnTo>
                  <a:lnTo>
                    <a:pt x="3746" y="4171"/>
                  </a:lnTo>
                  <a:lnTo>
                    <a:pt x="3244" y="3553"/>
                  </a:lnTo>
                  <a:lnTo>
                    <a:pt x="2201" y="2394"/>
                  </a:lnTo>
                  <a:lnTo>
                    <a:pt x="1197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17"/>
            <p:cNvSpPr/>
            <p:nvPr/>
          </p:nvSpPr>
          <p:spPr>
            <a:xfrm>
              <a:off x="2090650" y="2821275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8" y="0"/>
                  </a:moveTo>
                  <a:lnTo>
                    <a:pt x="1893" y="78"/>
                  </a:lnTo>
                  <a:lnTo>
                    <a:pt x="1739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4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40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4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2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2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4" y="1622"/>
                  </a:lnTo>
                  <a:lnTo>
                    <a:pt x="1237" y="1313"/>
                  </a:lnTo>
                  <a:lnTo>
                    <a:pt x="1468" y="1004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2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3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2" y="2703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2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5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5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9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5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3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6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3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2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3" y="5793"/>
                  </a:lnTo>
                  <a:lnTo>
                    <a:pt x="4828" y="5638"/>
                  </a:lnTo>
                  <a:lnTo>
                    <a:pt x="4249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5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2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17"/>
            <p:cNvSpPr/>
            <p:nvPr/>
          </p:nvSpPr>
          <p:spPr>
            <a:xfrm>
              <a:off x="3488525" y="28212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120" y="387"/>
                  </a:moveTo>
                  <a:lnTo>
                    <a:pt x="1313" y="425"/>
                  </a:lnTo>
                  <a:lnTo>
                    <a:pt x="1506" y="464"/>
                  </a:lnTo>
                  <a:lnTo>
                    <a:pt x="1661" y="580"/>
                  </a:lnTo>
                  <a:lnTo>
                    <a:pt x="1738" y="734"/>
                  </a:lnTo>
                  <a:lnTo>
                    <a:pt x="1777" y="889"/>
                  </a:lnTo>
                  <a:lnTo>
                    <a:pt x="1738" y="966"/>
                  </a:lnTo>
                  <a:lnTo>
                    <a:pt x="1699" y="1004"/>
                  </a:lnTo>
                  <a:lnTo>
                    <a:pt x="1661" y="1082"/>
                  </a:lnTo>
                  <a:lnTo>
                    <a:pt x="1545" y="1120"/>
                  </a:lnTo>
                  <a:lnTo>
                    <a:pt x="1236" y="1159"/>
                  </a:lnTo>
                  <a:lnTo>
                    <a:pt x="927" y="1159"/>
                  </a:lnTo>
                  <a:lnTo>
                    <a:pt x="579" y="1198"/>
                  </a:lnTo>
                  <a:lnTo>
                    <a:pt x="464" y="1236"/>
                  </a:lnTo>
                  <a:lnTo>
                    <a:pt x="309" y="1313"/>
                  </a:lnTo>
                  <a:lnTo>
                    <a:pt x="309" y="1159"/>
                  </a:lnTo>
                  <a:lnTo>
                    <a:pt x="348" y="1004"/>
                  </a:lnTo>
                  <a:lnTo>
                    <a:pt x="386" y="850"/>
                  </a:lnTo>
                  <a:lnTo>
                    <a:pt x="464" y="734"/>
                  </a:lnTo>
                  <a:lnTo>
                    <a:pt x="541" y="618"/>
                  </a:lnTo>
                  <a:lnTo>
                    <a:pt x="657" y="541"/>
                  </a:lnTo>
                  <a:lnTo>
                    <a:pt x="811" y="464"/>
                  </a:lnTo>
                  <a:lnTo>
                    <a:pt x="927" y="425"/>
                  </a:lnTo>
                  <a:lnTo>
                    <a:pt x="1120" y="387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79" y="116"/>
                  </a:lnTo>
                  <a:lnTo>
                    <a:pt x="425" y="232"/>
                  </a:lnTo>
                  <a:lnTo>
                    <a:pt x="271" y="387"/>
                  </a:lnTo>
                  <a:lnTo>
                    <a:pt x="155" y="541"/>
                  </a:lnTo>
                  <a:lnTo>
                    <a:pt x="77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68"/>
                  </a:lnTo>
                  <a:lnTo>
                    <a:pt x="116" y="1661"/>
                  </a:lnTo>
                  <a:lnTo>
                    <a:pt x="155" y="1738"/>
                  </a:lnTo>
                  <a:lnTo>
                    <a:pt x="232" y="1815"/>
                  </a:lnTo>
                  <a:lnTo>
                    <a:pt x="309" y="1815"/>
                  </a:lnTo>
                  <a:lnTo>
                    <a:pt x="425" y="1777"/>
                  </a:lnTo>
                  <a:lnTo>
                    <a:pt x="541" y="1661"/>
                  </a:lnTo>
                  <a:lnTo>
                    <a:pt x="695" y="1584"/>
                  </a:lnTo>
                  <a:lnTo>
                    <a:pt x="850" y="1545"/>
                  </a:lnTo>
                  <a:lnTo>
                    <a:pt x="1043" y="1545"/>
                  </a:lnTo>
                  <a:lnTo>
                    <a:pt x="1390" y="1506"/>
                  </a:lnTo>
                  <a:lnTo>
                    <a:pt x="1583" y="1506"/>
                  </a:lnTo>
                  <a:lnTo>
                    <a:pt x="1738" y="1468"/>
                  </a:lnTo>
                  <a:lnTo>
                    <a:pt x="1931" y="1391"/>
                  </a:lnTo>
                  <a:lnTo>
                    <a:pt x="2047" y="1275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811"/>
                  </a:lnTo>
                  <a:lnTo>
                    <a:pt x="2124" y="657"/>
                  </a:lnTo>
                  <a:lnTo>
                    <a:pt x="2047" y="502"/>
                  </a:lnTo>
                  <a:lnTo>
                    <a:pt x="1970" y="348"/>
                  </a:lnTo>
                  <a:lnTo>
                    <a:pt x="1777" y="194"/>
                  </a:lnTo>
                  <a:lnTo>
                    <a:pt x="1622" y="116"/>
                  </a:lnTo>
                  <a:lnTo>
                    <a:pt x="1429" y="39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17"/>
            <p:cNvSpPr/>
            <p:nvPr/>
          </p:nvSpPr>
          <p:spPr>
            <a:xfrm>
              <a:off x="3345650" y="2889825"/>
              <a:ext cx="466300" cy="248125"/>
            </a:xfrm>
            <a:custGeom>
              <a:avLst/>
              <a:gdLst/>
              <a:ahLst/>
              <a:cxnLst/>
              <a:rect l="l" t="t" r="r" b="b"/>
              <a:pathLst>
                <a:path w="18652" h="9925" extrusionOk="0">
                  <a:moveTo>
                    <a:pt x="6140" y="0"/>
                  </a:moveTo>
                  <a:lnTo>
                    <a:pt x="5561" y="39"/>
                  </a:lnTo>
                  <a:lnTo>
                    <a:pt x="4982" y="155"/>
                  </a:lnTo>
                  <a:lnTo>
                    <a:pt x="4402" y="309"/>
                  </a:lnTo>
                  <a:lnTo>
                    <a:pt x="3862" y="502"/>
                  </a:lnTo>
                  <a:lnTo>
                    <a:pt x="3283" y="772"/>
                  </a:lnTo>
                  <a:lnTo>
                    <a:pt x="2781" y="1081"/>
                  </a:lnTo>
                  <a:lnTo>
                    <a:pt x="2279" y="1467"/>
                  </a:lnTo>
                  <a:lnTo>
                    <a:pt x="1815" y="1892"/>
                  </a:lnTo>
                  <a:lnTo>
                    <a:pt x="1390" y="2317"/>
                  </a:lnTo>
                  <a:lnTo>
                    <a:pt x="1043" y="2780"/>
                  </a:lnTo>
                  <a:lnTo>
                    <a:pt x="734" y="3244"/>
                  </a:lnTo>
                  <a:lnTo>
                    <a:pt x="464" y="3746"/>
                  </a:lnTo>
                  <a:lnTo>
                    <a:pt x="271" y="4286"/>
                  </a:lnTo>
                  <a:lnTo>
                    <a:pt x="116" y="4827"/>
                  </a:lnTo>
                  <a:lnTo>
                    <a:pt x="0" y="5368"/>
                  </a:lnTo>
                  <a:lnTo>
                    <a:pt x="348" y="5445"/>
                  </a:lnTo>
                  <a:lnTo>
                    <a:pt x="425" y="5020"/>
                  </a:lnTo>
                  <a:lnTo>
                    <a:pt x="541" y="4595"/>
                  </a:lnTo>
                  <a:lnTo>
                    <a:pt x="773" y="4016"/>
                  </a:lnTo>
                  <a:lnTo>
                    <a:pt x="1081" y="3437"/>
                  </a:lnTo>
                  <a:lnTo>
                    <a:pt x="1468" y="2896"/>
                  </a:lnTo>
                  <a:lnTo>
                    <a:pt x="1892" y="2394"/>
                  </a:lnTo>
                  <a:lnTo>
                    <a:pt x="2356" y="1931"/>
                  </a:lnTo>
                  <a:lnTo>
                    <a:pt x="2858" y="1545"/>
                  </a:lnTo>
                  <a:lnTo>
                    <a:pt x="3398" y="1197"/>
                  </a:lnTo>
                  <a:lnTo>
                    <a:pt x="3978" y="888"/>
                  </a:lnTo>
                  <a:lnTo>
                    <a:pt x="4595" y="657"/>
                  </a:lnTo>
                  <a:lnTo>
                    <a:pt x="5252" y="502"/>
                  </a:lnTo>
                  <a:lnTo>
                    <a:pt x="5908" y="425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39" y="618"/>
                  </a:lnTo>
                  <a:lnTo>
                    <a:pt x="8457" y="811"/>
                  </a:lnTo>
                  <a:lnTo>
                    <a:pt x="9075" y="1120"/>
                  </a:lnTo>
                  <a:lnTo>
                    <a:pt x="9422" y="1313"/>
                  </a:lnTo>
                  <a:lnTo>
                    <a:pt x="9731" y="1506"/>
                  </a:lnTo>
                  <a:lnTo>
                    <a:pt x="10002" y="1738"/>
                  </a:lnTo>
                  <a:lnTo>
                    <a:pt x="10272" y="1969"/>
                  </a:lnTo>
                  <a:lnTo>
                    <a:pt x="10774" y="2471"/>
                  </a:lnTo>
                  <a:lnTo>
                    <a:pt x="11199" y="3051"/>
                  </a:lnTo>
                  <a:lnTo>
                    <a:pt x="11546" y="3630"/>
                  </a:lnTo>
                  <a:lnTo>
                    <a:pt x="11855" y="4286"/>
                  </a:lnTo>
                  <a:lnTo>
                    <a:pt x="12164" y="4943"/>
                  </a:lnTo>
                  <a:lnTo>
                    <a:pt x="12396" y="5638"/>
                  </a:lnTo>
                  <a:lnTo>
                    <a:pt x="12627" y="6217"/>
                  </a:lnTo>
                  <a:lnTo>
                    <a:pt x="12859" y="6835"/>
                  </a:lnTo>
                  <a:lnTo>
                    <a:pt x="13129" y="7414"/>
                  </a:lnTo>
                  <a:lnTo>
                    <a:pt x="13438" y="7993"/>
                  </a:lnTo>
                  <a:lnTo>
                    <a:pt x="13786" y="8495"/>
                  </a:lnTo>
                  <a:lnTo>
                    <a:pt x="14211" y="8959"/>
                  </a:lnTo>
                  <a:lnTo>
                    <a:pt x="14442" y="9190"/>
                  </a:lnTo>
                  <a:lnTo>
                    <a:pt x="14713" y="9383"/>
                  </a:lnTo>
                  <a:lnTo>
                    <a:pt x="14983" y="9538"/>
                  </a:lnTo>
                  <a:lnTo>
                    <a:pt x="15253" y="9692"/>
                  </a:lnTo>
                  <a:lnTo>
                    <a:pt x="15717" y="9847"/>
                  </a:lnTo>
                  <a:lnTo>
                    <a:pt x="16219" y="9924"/>
                  </a:lnTo>
                  <a:lnTo>
                    <a:pt x="16682" y="9885"/>
                  </a:lnTo>
                  <a:lnTo>
                    <a:pt x="17145" y="9808"/>
                  </a:lnTo>
                  <a:lnTo>
                    <a:pt x="17609" y="9654"/>
                  </a:lnTo>
                  <a:lnTo>
                    <a:pt x="17802" y="9538"/>
                  </a:lnTo>
                  <a:lnTo>
                    <a:pt x="17995" y="9383"/>
                  </a:lnTo>
                  <a:lnTo>
                    <a:pt x="18188" y="9229"/>
                  </a:lnTo>
                  <a:lnTo>
                    <a:pt x="18342" y="9075"/>
                  </a:lnTo>
                  <a:lnTo>
                    <a:pt x="18497" y="8881"/>
                  </a:lnTo>
                  <a:lnTo>
                    <a:pt x="18613" y="8650"/>
                  </a:lnTo>
                  <a:lnTo>
                    <a:pt x="18651" y="8573"/>
                  </a:lnTo>
                  <a:lnTo>
                    <a:pt x="18613" y="8457"/>
                  </a:lnTo>
                  <a:lnTo>
                    <a:pt x="18651" y="8418"/>
                  </a:lnTo>
                  <a:lnTo>
                    <a:pt x="18613" y="8341"/>
                  </a:lnTo>
                  <a:lnTo>
                    <a:pt x="18304" y="8380"/>
                  </a:lnTo>
                  <a:lnTo>
                    <a:pt x="18265" y="8418"/>
                  </a:lnTo>
                  <a:lnTo>
                    <a:pt x="18033" y="8766"/>
                  </a:lnTo>
                  <a:lnTo>
                    <a:pt x="17802" y="8997"/>
                  </a:lnTo>
                  <a:lnTo>
                    <a:pt x="17493" y="9229"/>
                  </a:lnTo>
                  <a:lnTo>
                    <a:pt x="17184" y="9345"/>
                  </a:lnTo>
                  <a:lnTo>
                    <a:pt x="16798" y="9461"/>
                  </a:lnTo>
                  <a:lnTo>
                    <a:pt x="16064" y="9461"/>
                  </a:lnTo>
                  <a:lnTo>
                    <a:pt x="15717" y="9383"/>
                  </a:lnTo>
                  <a:lnTo>
                    <a:pt x="15330" y="9229"/>
                  </a:lnTo>
                  <a:lnTo>
                    <a:pt x="15021" y="9036"/>
                  </a:lnTo>
                  <a:lnTo>
                    <a:pt x="14674" y="8766"/>
                  </a:lnTo>
                  <a:lnTo>
                    <a:pt x="14404" y="8495"/>
                  </a:lnTo>
                  <a:lnTo>
                    <a:pt x="14133" y="8186"/>
                  </a:lnTo>
                  <a:lnTo>
                    <a:pt x="13902" y="7878"/>
                  </a:lnTo>
                  <a:lnTo>
                    <a:pt x="13709" y="7530"/>
                  </a:lnTo>
                  <a:lnTo>
                    <a:pt x="13515" y="7182"/>
                  </a:lnTo>
                  <a:lnTo>
                    <a:pt x="13207" y="6526"/>
                  </a:lnTo>
                  <a:lnTo>
                    <a:pt x="12936" y="5870"/>
                  </a:lnTo>
                  <a:lnTo>
                    <a:pt x="12434" y="4518"/>
                  </a:lnTo>
                  <a:lnTo>
                    <a:pt x="12164" y="3862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317"/>
                  </a:lnTo>
                  <a:lnTo>
                    <a:pt x="11005" y="2047"/>
                  </a:lnTo>
                  <a:lnTo>
                    <a:pt x="10542" y="1583"/>
                  </a:lnTo>
                  <a:lnTo>
                    <a:pt x="10040" y="1197"/>
                  </a:lnTo>
                  <a:lnTo>
                    <a:pt x="9538" y="888"/>
                  </a:lnTo>
                  <a:lnTo>
                    <a:pt x="9036" y="579"/>
                  </a:lnTo>
                  <a:lnTo>
                    <a:pt x="8457" y="386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17"/>
            <p:cNvSpPr/>
            <p:nvPr/>
          </p:nvSpPr>
          <p:spPr>
            <a:xfrm>
              <a:off x="6719625" y="2898500"/>
              <a:ext cx="625575" cy="344675"/>
            </a:xfrm>
            <a:custGeom>
              <a:avLst/>
              <a:gdLst/>
              <a:ahLst/>
              <a:cxnLst/>
              <a:rect l="l" t="t" r="r" b="b"/>
              <a:pathLst>
                <a:path w="25023" h="13787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9"/>
                  </a:lnTo>
                  <a:lnTo>
                    <a:pt x="23787" y="2163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6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5"/>
                  </a:lnTo>
                  <a:lnTo>
                    <a:pt x="23169" y="1120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2"/>
                  </a:lnTo>
                  <a:lnTo>
                    <a:pt x="23864" y="3515"/>
                  </a:lnTo>
                  <a:lnTo>
                    <a:pt x="23787" y="3399"/>
                  </a:lnTo>
                  <a:lnTo>
                    <a:pt x="23748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1"/>
                  </a:lnTo>
                  <a:lnTo>
                    <a:pt x="16566" y="5407"/>
                  </a:lnTo>
                  <a:lnTo>
                    <a:pt x="16296" y="5445"/>
                  </a:lnTo>
                  <a:lnTo>
                    <a:pt x="15639" y="5523"/>
                  </a:lnTo>
                  <a:lnTo>
                    <a:pt x="15639" y="5484"/>
                  </a:lnTo>
                  <a:lnTo>
                    <a:pt x="15678" y="5368"/>
                  </a:lnTo>
                  <a:lnTo>
                    <a:pt x="15716" y="5252"/>
                  </a:lnTo>
                  <a:lnTo>
                    <a:pt x="15755" y="5175"/>
                  </a:lnTo>
                  <a:lnTo>
                    <a:pt x="15832" y="5098"/>
                  </a:lnTo>
                  <a:lnTo>
                    <a:pt x="15948" y="5021"/>
                  </a:lnTo>
                  <a:lnTo>
                    <a:pt x="16064" y="4982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8"/>
                  </a:lnTo>
                  <a:lnTo>
                    <a:pt x="24250" y="5523"/>
                  </a:lnTo>
                  <a:lnTo>
                    <a:pt x="24057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1"/>
                  </a:lnTo>
                  <a:lnTo>
                    <a:pt x="18111" y="5214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523"/>
                  </a:lnTo>
                  <a:lnTo>
                    <a:pt x="17029" y="5445"/>
                  </a:lnTo>
                  <a:lnTo>
                    <a:pt x="17068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2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7"/>
                  </a:lnTo>
                  <a:lnTo>
                    <a:pt x="14558" y="5870"/>
                  </a:lnTo>
                  <a:lnTo>
                    <a:pt x="14056" y="6102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600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4"/>
                  </a:moveTo>
                  <a:lnTo>
                    <a:pt x="19115" y="5523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6" y="6179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7"/>
                  </a:lnTo>
                  <a:lnTo>
                    <a:pt x="18844" y="5523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0" y="6102"/>
                  </a:lnTo>
                  <a:lnTo>
                    <a:pt x="20466" y="6140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7"/>
                  </a:lnTo>
                  <a:lnTo>
                    <a:pt x="20814" y="6720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8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1" y="5986"/>
                  </a:lnTo>
                  <a:lnTo>
                    <a:pt x="24019" y="6025"/>
                  </a:lnTo>
                  <a:lnTo>
                    <a:pt x="24096" y="6025"/>
                  </a:lnTo>
                  <a:lnTo>
                    <a:pt x="23941" y="6295"/>
                  </a:lnTo>
                  <a:lnTo>
                    <a:pt x="23748" y="6565"/>
                  </a:lnTo>
                  <a:lnTo>
                    <a:pt x="23517" y="6797"/>
                  </a:lnTo>
                  <a:lnTo>
                    <a:pt x="23246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7"/>
                  </a:lnTo>
                  <a:lnTo>
                    <a:pt x="23015" y="6295"/>
                  </a:lnTo>
                  <a:lnTo>
                    <a:pt x="23053" y="6179"/>
                  </a:lnTo>
                  <a:lnTo>
                    <a:pt x="23131" y="6102"/>
                  </a:lnTo>
                  <a:lnTo>
                    <a:pt x="23208" y="6025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8" y="6333"/>
                  </a:lnTo>
                  <a:lnTo>
                    <a:pt x="13168" y="6720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7"/>
                  </a:lnTo>
                  <a:lnTo>
                    <a:pt x="12627" y="6681"/>
                  </a:lnTo>
                  <a:lnTo>
                    <a:pt x="12666" y="6527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218"/>
                  </a:lnTo>
                  <a:lnTo>
                    <a:pt x="13013" y="6140"/>
                  </a:lnTo>
                  <a:lnTo>
                    <a:pt x="13129" y="6102"/>
                  </a:lnTo>
                  <a:close/>
                  <a:moveTo>
                    <a:pt x="22165" y="6565"/>
                  </a:moveTo>
                  <a:lnTo>
                    <a:pt x="22281" y="6604"/>
                  </a:lnTo>
                  <a:lnTo>
                    <a:pt x="22474" y="6720"/>
                  </a:lnTo>
                  <a:lnTo>
                    <a:pt x="22629" y="6874"/>
                  </a:lnTo>
                  <a:lnTo>
                    <a:pt x="22783" y="7029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6"/>
                  </a:lnTo>
                  <a:lnTo>
                    <a:pt x="22937" y="7144"/>
                  </a:lnTo>
                  <a:lnTo>
                    <a:pt x="22551" y="7222"/>
                  </a:lnTo>
                  <a:lnTo>
                    <a:pt x="22165" y="7260"/>
                  </a:lnTo>
                  <a:lnTo>
                    <a:pt x="21779" y="7222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49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5" y="7994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4"/>
                  </a:lnTo>
                  <a:lnTo>
                    <a:pt x="11816" y="7608"/>
                  </a:lnTo>
                  <a:lnTo>
                    <a:pt x="11894" y="7531"/>
                  </a:lnTo>
                  <a:lnTo>
                    <a:pt x="12009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3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2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3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5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4" y="9770"/>
                  </a:moveTo>
                  <a:lnTo>
                    <a:pt x="3900" y="9809"/>
                  </a:lnTo>
                  <a:lnTo>
                    <a:pt x="4016" y="9886"/>
                  </a:lnTo>
                  <a:lnTo>
                    <a:pt x="4093" y="10002"/>
                  </a:lnTo>
                  <a:lnTo>
                    <a:pt x="4132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5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6"/>
                  </a:lnTo>
                  <a:lnTo>
                    <a:pt x="5097" y="10774"/>
                  </a:lnTo>
                  <a:lnTo>
                    <a:pt x="5136" y="10890"/>
                  </a:lnTo>
                  <a:lnTo>
                    <a:pt x="5175" y="11044"/>
                  </a:lnTo>
                  <a:lnTo>
                    <a:pt x="5136" y="11238"/>
                  </a:lnTo>
                  <a:lnTo>
                    <a:pt x="5097" y="11431"/>
                  </a:lnTo>
                  <a:lnTo>
                    <a:pt x="4402" y="10929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5" y="11740"/>
                  </a:lnTo>
                  <a:lnTo>
                    <a:pt x="10658" y="11701"/>
                  </a:lnTo>
                  <a:lnTo>
                    <a:pt x="10503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5" y="10697"/>
                  </a:lnTo>
                  <a:lnTo>
                    <a:pt x="10928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10"/>
                  </a:lnTo>
                  <a:lnTo>
                    <a:pt x="6410" y="12242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8" y="11508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1" y="12744"/>
                  </a:lnTo>
                  <a:lnTo>
                    <a:pt x="9770" y="12937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2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39" y="13207"/>
                  </a:lnTo>
                  <a:lnTo>
                    <a:pt x="7337" y="13014"/>
                  </a:lnTo>
                  <a:lnTo>
                    <a:pt x="6835" y="12744"/>
                  </a:lnTo>
                  <a:lnTo>
                    <a:pt x="6990" y="12628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3" y="12628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7"/>
                  </a:lnTo>
                  <a:lnTo>
                    <a:pt x="9229" y="13130"/>
                  </a:lnTo>
                  <a:lnTo>
                    <a:pt x="9268" y="13207"/>
                  </a:lnTo>
                  <a:lnTo>
                    <a:pt x="9036" y="13284"/>
                  </a:lnTo>
                  <a:lnTo>
                    <a:pt x="8804" y="13323"/>
                  </a:lnTo>
                  <a:lnTo>
                    <a:pt x="8573" y="13323"/>
                  </a:lnTo>
                  <a:lnTo>
                    <a:pt x="8302" y="13284"/>
                  </a:lnTo>
                  <a:lnTo>
                    <a:pt x="8302" y="13207"/>
                  </a:lnTo>
                  <a:lnTo>
                    <a:pt x="8341" y="13014"/>
                  </a:lnTo>
                  <a:lnTo>
                    <a:pt x="8418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8"/>
                  </a:lnTo>
                  <a:close/>
                  <a:moveTo>
                    <a:pt x="22976" y="1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10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3" y="966"/>
                  </a:lnTo>
                  <a:lnTo>
                    <a:pt x="22706" y="1120"/>
                  </a:lnTo>
                  <a:lnTo>
                    <a:pt x="22629" y="1314"/>
                  </a:lnTo>
                  <a:lnTo>
                    <a:pt x="22590" y="1507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0" y="2279"/>
                  </a:lnTo>
                  <a:lnTo>
                    <a:pt x="23053" y="2395"/>
                  </a:lnTo>
                  <a:lnTo>
                    <a:pt x="23246" y="2511"/>
                  </a:lnTo>
                  <a:lnTo>
                    <a:pt x="23478" y="2511"/>
                  </a:lnTo>
                  <a:lnTo>
                    <a:pt x="23401" y="2704"/>
                  </a:lnTo>
                  <a:lnTo>
                    <a:pt x="23362" y="2897"/>
                  </a:lnTo>
                  <a:lnTo>
                    <a:pt x="23324" y="3090"/>
                  </a:lnTo>
                  <a:lnTo>
                    <a:pt x="23362" y="3283"/>
                  </a:lnTo>
                  <a:lnTo>
                    <a:pt x="23439" y="3515"/>
                  </a:lnTo>
                  <a:lnTo>
                    <a:pt x="23555" y="3708"/>
                  </a:lnTo>
                  <a:lnTo>
                    <a:pt x="23748" y="3901"/>
                  </a:lnTo>
                  <a:lnTo>
                    <a:pt x="23980" y="4017"/>
                  </a:lnTo>
                  <a:lnTo>
                    <a:pt x="23748" y="4210"/>
                  </a:lnTo>
                  <a:lnTo>
                    <a:pt x="23555" y="4480"/>
                  </a:lnTo>
                  <a:lnTo>
                    <a:pt x="23478" y="4750"/>
                  </a:lnTo>
                  <a:lnTo>
                    <a:pt x="23439" y="4905"/>
                  </a:lnTo>
                  <a:lnTo>
                    <a:pt x="23439" y="5021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3"/>
                  </a:lnTo>
                  <a:lnTo>
                    <a:pt x="23169" y="5561"/>
                  </a:lnTo>
                  <a:lnTo>
                    <a:pt x="22976" y="5716"/>
                  </a:lnTo>
                  <a:lnTo>
                    <a:pt x="22783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4" y="6295"/>
                  </a:lnTo>
                  <a:lnTo>
                    <a:pt x="22320" y="6256"/>
                  </a:lnTo>
                  <a:lnTo>
                    <a:pt x="22165" y="6218"/>
                  </a:lnTo>
                  <a:lnTo>
                    <a:pt x="21972" y="6218"/>
                  </a:lnTo>
                  <a:lnTo>
                    <a:pt x="21740" y="6295"/>
                  </a:lnTo>
                  <a:lnTo>
                    <a:pt x="21509" y="6411"/>
                  </a:lnTo>
                  <a:lnTo>
                    <a:pt x="21354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5"/>
                  </a:lnTo>
                  <a:lnTo>
                    <a:pt x="20736" y="5909"/>
                  </a:lnTo>
                  <a:lnTo>
                    <a:pt x="20582" y="5831"/>
                  </a:lnTo>
                  <a:lnTo>
                    <a:pt x="20427" y="5754"/>
                  </a:lnTo>
                  <a:lnTo>
                    <a:pt x="20234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6"/>
                  </a:lnTo>
                  <a:lnTo>
                    <a:pt x="19617" y="5484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1"/>
                  </a:lnTo>
                  <a:lnTo>
                    <a:pt x="18497" y="5407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6"/>
                  </a:lnTo>
                  <a:lnTo>
                    <a:pt x="17802" y="4557"/>
                  </a:lnTo>
                  <a:lnTo>
                    <a:pt x="17647" y="4519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8"/>
                  </a:lnTo>
                  <a:lnTo>
                    <a:pt x="16759" y="4943"/>
                  </a:lnTo>
                  <a:lnTo>
                    <a:pt x="16605" y="4789"/>
                  </a:lnTo>
                  <a:lnTo>
                    <a:pt x="16450" y="4712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82"/>
                  </a:lnTo>
                  <a:lnTo>
                    <a:pt x="14288" y="5021"/>
                  </a:lnTo>
                  <a:lnTo>
                    <a:pt x="14133" y="5098"/>
                  </a:lnTo>
                  <a:lnTo>
                    <a:pt x="14056" y="5175"/>
                  </a:lnTo>
                  <a:lnTo>
                    <a:pt x="13940" y="5291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6"/>
                  </a:lnTo>
                  <a:lnTo>
                    <a:pt x="13168" y="5716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8"/>
                  </a:lnTo>
                  <a:lnTo>
                    <a:pt x="12357" y="6372"/>
                  </a:lnTo>
                  <a:lnTo>
                    <a:pt x="12357" y="6527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7029"/>
                  </a:lnTo>
                  <a:lnTo>
                    <a:pt x="11894" y="7106"/>
                  </a:lnTo>
                  <a:lnTo>
                    <a:pt x="11662" y="7222"/>
                  </a:lnTo>
                  <a:lnTo>
                    <a:pt x="11507" y="7415"/>
                  </a:lnTo>
                  <a:lnTo>
                    <a:pt x="11392" y="7531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276" y="7994"/>
                  </a:lnTo>
                  <a:lnTo>
                    <a:pt x="11314" y="8148"/>
                  </a:lnTo>
                  <a:lnTo>
                    <a:pt x="11353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30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4"/>
                  </a:lnTo>
                  <a:lnTo>
                    <a:pt x="10619" y="10311"/>
                  </a:lnTo>
                  <a:lnTo>
                    <a:pt x="10426" y="10427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6"/>
                  </a:lnTo>
                  <a:lnTo>
                    <a:pt x="10040" y="11238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4" y="11740"/>
                  </a:lnTo>
                  <a:lnTo>
                    <a:pt x="9693" y="11855"/>
                  </a:lnTo>
                  <a:lnTo>
                    <a:pt x="9499" y="12010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9"/>
                  </a:lnTo>
                  <a:lnTo>
                    <a:pt x="9306" y="12473"/>
                  </a:lnTo>
                  <a:lnTo>
                    <a:pt x="9191" y="12396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5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3" y="12435"/>
                  </a:lnTo>
                  <a:lnTo>
                    <a:pt x="7878" y="12319"/>
                  </a:lnTo>
                  <a:lnTo>
                    <a:pt x="7723" y="12242"/>
                  </a:lnTo>
                  <a:lnTo>
                    <a:pt x="7492" y="12164"/>
                  </a:lnTo>
                  <a:lnTo>
                    <a:pt x="7221" y="12203"/>
                  </a:lnTo>
                  <a:lnTo>
                    <a:pt x="6990" y="12280"/>
                  </a:lnTo>
                  <a:lnTo>
                    <a:pt x="6796" y="12435"/>
                  </a:lnTo>
                  <a:lnTo>
                    <a:pt x="6796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431"/>
                  </a:lnTo>
                  <a:lnTo>
                    <a:pt x="6372" y="11315"/>
                  </a:lnTo>
                  <a:lnTo>
                    <a:pt x="6217" y="11199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8"/>
                  </a:lnTo>
                  <a:lnTo>
                    <a:pt x="5522" y="10967"/>
                  </a:lnTo>
                  <a:lnTo>
                    <a:pt x="5445" y="10736"/>
                  </a:lnTo>
                  <a:lnTo>
                    <a:pt x="5329" y="10504"/>
                  </a:lnTo>
                  <a:lnTo>
                    <a:pt x="5213" y="10427"/>
                  </a:lnTo>
                  <a:lnTo>
                    <a:pt x="5097" y="10388"/>
                  </a:lnTo>
                  <a:lnTo>
                    <a:pt x="4943" y="10311"/>
                  </a:lnTo>
                  <a:lnTo>
                    <a:pt x="4827" y="10311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500"/>
                  </a:lnTo>
                  <a:lnTo>
                    <a:pt x="3900" y="9461"/>
                  </a:lnTo>
                  <a:lnTo>
                    <a:pt x="3746" y="9423"/>
                  </a:lnTo>
                  <a:lnTo>
                    <a:pt x="3591" y="9423"/>
                  </a:lnTo>
                  <a:lnTo>
                    <a:pt x="3398" y="9461"/>
                  </a:lnTo>
                  <a:lnTo>
                    <a:pt x="3282" y="9538"/>
                  </a:lnTo>
                  <a:lnTo>
                    <a:pt x="3128" y="9616"/>
                  </a:lnTo>
                  <a:lnTo>
                    <a:pt x="3012" y="9770"/>
                  </a:lnTo>
                  <a:lnTo>
                    <a:pt x="2974" y="9616"/>
                  </a:lnTo>
                  <a:lnTo>
                    <a:pt x="2896" y="9461"/>
                  </a:lnTo>
                  <a:lnTo>
                    <a:pt x="2780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2"/>
                  </a:lnTo>
                  <a:lnTo>
                    <a:pt x="1352" y="9925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1"/>
                  </a:lnTo>
                  <a:lnTo>
                    <a:pt x="386" y="10427"/>
                  </a:lnTo>
                  <a:lnTo>
                    <a:pt x="271" y="10581"/>
                  </a:lnTo>
                  <a:lnTo>
                    <a:pt x="116" y="10890"/>
                  </a:lnTo>
                  <a:lnTo>
                    <a:pt x="0" y="11238"/>
                  </a:lnTo>
                  <a:lnTo>
                    <a:pt x="0" y="11585"/>
                  </a:lnTo>
                  <a:lnTo>
                    <a:pt x="77" y="11933"/>
                  </a:lnTo>
                  <a:lnTo>
                    <a:pt x="193" y="12242"/>
                  </a:lnTo>
                  <a:lnTo>
                    <a:pt x="386" y="12550"/>
                  </a:lnTo>
                  <a:lnTo>
                    <a:pt x="618" y="12821"/>
                  </a:lnTo>
                  <a:lnTo>
                    <a:pt x="811" y="12937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30"/>
                  </a:lnTo>
                  <a:lnTo>
                    <a:pt x="1738" y="13168"/>
                  </a:lnTo>
                  <a:lnTo>
                    <a:pt x="2085" y="13130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2"/>
                  </a:lnTo>
                  <a:lnTo>
                    <a:pt x="3591" y="12010"/>
                  </a:lnTo>
                  <a:lnTo>
                    <a:pt x="3553" y="11933"/>
                  </a:lnTo>
                  <a:lnTo>
                    <a:pt x="3514" y="11817"/>
                  </a:lnTo>
                  <a:lnTo>
                    <a:pt x="3437" y="11778"/>
                  </a:lnTo>
                  <a:lnTo>
                    <a:pt x="3321" y="11740"/>
                  </a:lnTo>
                  <a:lnTo>
                    <a:pt x="3282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2"/>
                  </a:lnTo>
                  <a:lnTo>
                    <a:pt x="2587" y="12435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94"/>
                  </a:lnTo>
                  <a:lnTo>
                    <a:pt x="502" y="11740"/>
                  </a:lnTo>
                  <a:lnTo>
                    <a:pt x="502" y="11546"/>
                  </a:lnTo>
                  <a:lnTo>
                    <a:pt x="502" y="11392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8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7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9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5" y="13439"/>
                  </a:lnTo>
                  <a:lnTo>
                    <a:pt x="7530" y="13593"/>
                  </a:lnTo>
                  <a:lnTo>
                    <a:pt x="7993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9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6"/>
                  </a:lnTo>
                  <a:lnTo>
                    <a:pt x="11314" y="11740"/>
                  </a:lnTo>
                  <a:lnTo>
                    <a:pt x="11507" y="11238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5" y="9114"/>
                  </a:lnTo>
                  <a:lnTo>
                    <a:pt x="12357" y="8612"/>
                  </a:lnTo>
                  <a:lnTo>
                    <a:pt x="12589" y="8110"/>
                  </a:lnTo>
                  <a:lnTo>
                    <a:pt x="12936" y="7646"/>
                  </a:lnTo>
                  <a:lnTo>
                    <a:pt x="13284" y="7299"/>
                  </a:lnTo>
                  <a:lnTo>
                    <a:pt x="13631" y="6990"/>
                  </a:lnTo>
                  <a:lnTo>
                    <a:pt x="14017" y="6720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2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29" y="7492"/>
                  </a:lnTo>
                  <a:lnTo>
                    <a:pt x="21316" y="7646"/>
                  </a:lnTo>
                  <a:lnTo>
                    <a:pt x="21740" y="7724"/>
                  </a:lnTo>
                  <a:lnTo>
                    <a:pt x="22165" y="7762"/>
                  </a:lnTo>
                  <a:lnTo>
                    <a:pt x="22590" y="7724"/>
                  </a:lnTo>
                  <a:lnTo>
                    <a:pt x="22976" y="7646"/>
                  </a:lnTo>
                  <a:lnTo>
                    <a:pt x="23362" y="7531"/>
                  </a:lnTo>
                  <a:lnTo>
                    <a:pt x="23710" y="7299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5"/>
                  </a:lnTo>
                  <a:lnTo>
                    <a:pt x="24752" y="5909"/>
                  </a:lnTo>
                  <a:lnTo>
                    <a:pt x="24868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10"/>
                  </a:lnTo>
                  <a:lnTo>
                    <a:pt x="24945" y="3746"/>
                  </a:lnTo>
                  <a:lnTo>
                    <a:pt x="24868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3" y="1970"/>
                  </a:lnTo>
                  <a:lnTo>
                    <a:pt x="24250" y="1584"/>
                  </a:lnTo>
                  <a:lnTo>
                    <a:pt x="24057" y="1198"/>
                  </a:lnTo>
                  <a:lnTo>
                    <a:pt x="23787" y="812"/>
                  </a:lnTo>
                  <a:lnTo>
                    <a:pt x="23941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8"/>
                  </a:lnTo>
                  <a:lnTo>
                    <a:pt x="230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17"/>
            <p:cNvSpPr/>
            <p:nvPr/>
          </p:nvSpPr>
          <p:spPr>
            <a:xfrm>
              <a:off x="1648525" y="2901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5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8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5" y="7299"/>
                  </a:lnTo>
                  <a:lnTo>
                    <a:pt x="14713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4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4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5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7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17"/>
            <p:cNvSpPr/>
            <p:nvPr/>
          </p:nvSpPr>
          <p:spPr>
            <a:xfrm>
              <a:off x="7229325" y="290815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6"/>
                  </a:lnTo>
                  <a:lnTo>
                    <a:pt x="3785" y="619"/>
                  </a:lnTo>
                  <a:lnTo>
                    <a:pt x="4094" y="889"/>
                  </a:lnTo>
                  <a:lnTo>
                    <a:pt x="4364" y="1121"/>
                  </a:lnTo>
                  <a:lnTo>
                    <a:pt x="4635" y="1430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4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23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3" y="5214"/>
                  </a:lnTo>
                  <a:lnTo>
                    <a:pt x="5446" y="5600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7"/>
                  </a:lnTo>
                  <a:lnTo>
                    <a:pt x="4210" y="8033"/>
                  </a:lnTo>
                  <a:lnTo>
                    <a:pt x="3940" y="8380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9" y="10041"/>
                  </a:lnTo>
                  <a:lnTo>
                    <a:pt x="1314" y="10234"/>
                  </a:lnTo>
                  <a:lnTo>
                    <a:pt x="889" y="10388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5"/>
                  </a:lnTo>
                  <a:lnTo>
                    <a:pt x="4828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1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4" y="2434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4"/>
                  </a:lnTo>
                  <a:lnTo>
                    <a:pt x="4905" y="1005"/>
                  </a:lnTo>
                  <a:lnTo>
                    <a:pt x="4596" y="696"/>
                  </a:lnTo>
                  <a:lnTo>
                    <a:pt x="4287" y="426"/>
                  </a:lnTo>
                  <a:lnTo>
                    <a:pt x="3940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17"/>
            <p:cNvSpPr/>
            <p:nvPr/>
          </p:nvSpPr>
          <p:spPr>
            <a:xfrm>
              <a:off x="1734450" y="2911050"/>
              <a:ext cx="35725" cy="29000"/>
            </a:xfrm>
            <a:custGeom>
              <a:avLst/>
              <a:gdLst/>
              <a:ahLst/>
              <a:cxnLst/>
              <a:rect l="l" t="t" r="r" b="b"/>
              <a:pathLst>
                <a:path w="1429" h="1160" extrusionOk="0">
                  <a:moveTo>
                    <a:pt x="502" y="1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7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2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5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3"/>
                  </a:lnTo>
                  <a:lnTo>
                    <a:pt x="425" y="580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772" y="387"/>
                  </a:lnTo>
                  <a:lnTo>
                    <a:pt x="850" y="425"/>
                  </a:lnTo>
                  <a:lnTo>
                    <a:pt x="965" y="580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5" y="927"/>
                  </a:lnTo>
                  <a:lnTo>
                    <a:pt x="965" y="1005"/>
                  </a:lnTo>
                  <a:lnTo>
                    <a:pt x="965" y="1082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4" y="1120"/>
                  </a:lnTo>
                  <a:lnTo>
                    <a:pt x="1313" y="1082"/>
                  </a:lnTo>
                  <a:lnTo>
                    <a:pt x="1390" y="889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4"/>
                  </a:lnTo>
                  <a:lnTo>
                    <a:pt x="1043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17"/>
            <p:cNvSpPr/>
            <p:nvPr/>
          </p:nvSpPr>
          <p:spPr>
            <a:xfrm>
              <a:off x="6320925" y="2913950"/>
              <a:ext cx="315700" cy="477875"/>
            </a:xfrm>
            <a:custGeom>
              <a:avLst/>
              <a:gdLst/>
              <a:ahLst/>
              <a:cxnLst/>
              <a:rect l="l" t="t" r="r" b="b"/>
              <a:pathLst>
                <a:path w="12628" h="19115" extrusionOk="0">
                  <a:moveTo>
                    <a:pt x="1004" y="618"/>
                  </a:moveTo>
                  <a:lnTo>
                    <a:pt x="1661" y="850"/>
                  </a:lnTo>
                  <a:lnTo>
                    <a:pt x="2317" y="1120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2"/>
                  </a:lnTo>
                  <a:lnTo>
                    <a:pt x="4016" y="2819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7"/>
                  </a:lnTo>
                  <a:lnTo>
                    <a:pt x="9345" y="15137"/>
                  </a:lnTo>
                  <a:lnTo>
                    <a:pt x="8920" y="15369"/>
                  </a:lnTo>
                  <a:lnTo>
                    <a:pt x="7955" y="13516"/>
                  </a:lnTo>
                  <a:lnTo>
                    <a:pt x="6990" y="11662"/>
                  </a:lnTo>
                  <a:lnTo>
                    <a:pt x="5020" y="7955"/>
                  </a:lnTo>
                  <a:lnTo>
                    <a:pt x="3012" y="4287"/>
                  </a:lnTo>
                  <a:lnTo>
                    <a:pt x="1004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19" y="11739"/>
                  </a:lnTo>
                  <a:lnTo>
                    <a:pt x="7762" y="13593"/>
                  </a:lnTo>
                  <a:lnTo>
                    <a:pt x="8804" y="15446"/>
                  </a:lnTo>
                  <a:lnTo>
                    <a:pt x="8650" y="15524"/>
                  </a:lnTo>
                  <a:lnTo>
                    <a:pt x="7414" y="13747"/>
                  </a:lnTo>
                  <a:lnTo>
                    <a:pt x="6179" y="12010"/>
                  </a:lnTo>
                  <a:lnTo>
                    <a:pt x="3591" y="8534"/>
                  </a:lnTo>
                  <a:lnTo>
                    <a:pt x="2317" y="6758"/>
                  </a:lnTo>
                  <a:lnTo>
                    <a:pt x="1004" y="4943"/>
                  </a:lnTo>
                  <a:lnTo>
                    <a:pt x="850" y="4711"/>
                  </a:lnTo>
                  <a:lnTo>
                    <a:pt x="734" y="4480"/>
                  </a:lnTo>
                  <a:lnTo>
                    <a:pt x="618" y="4209"/>
                  </a:lnTo>
                  <a:lnTo>
                    <a:pt x="541" y="3939"/>
                  </a:lnTo>
                  <a:lnTo>
                    <a:pt x="464" y="3399"/>
                  </a:lnTo>
                  <a:lnTo>
                    <a:pt x="425" y="2819"/>
                  </a:lnTo>
                  <a:lnTo>
                    <a:pt x="464" y="2240"/>
                  </a:lnTo>
                  <a:lnTo>
                    <a:pt x="502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2" y="12357"/>
                  </a:lnTo>
                  <a:lnTo>
                    <a:pt x="11816" y="12434"/>
                  </a:lnTo>
                  <a:lnTo>
                    <a:pt x="12164" y="12859"/>
                  </a:lnTo>
                  <a:lnTo>
                    <a:pt x="12241" y="13052"/>
                  </a:lnTo>
                  <a:lnTo>
                    <a:pt x="12280" y="13245"/>
                  </a:lnTo>
                  <a:lnTo>
                    <a:pt x="12241" y="13438"/>
                  </a:lnTo>
                  <a:lnTo>
                    <a:pt x="12203" y="13631"/>
                  </a:lnTo>
                  <a:lnTo>
                    <a:pt x="12048" y="14018"/>
                  </a:lnTo>
                  <a:lnTo>
                    <a:pt x="11855" y="14365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1"/>
                  </a:lnTo>
                  <a:lnTo>
                    <a:pt x="10156" y="15871"/>
                  </a:lnTo>
                  <a:lnTo>
                    <a:pt x="10117" y="15987"/>
                  </a:lnTo>
                  <a:lnTo>
                    <a:pt x="9770" y="16180"/>
                  </a:lnTo>
                  <a:lnTo>
                    <a:pt x="9113" y="16605"/>
                  </a:lnTo>
                  <a:lnTo>
                    <a:pt x="8457" y="16952"/>
                  </a:lnTo>
                  <a:lnTo>
                    <a:pt x="7723" y="17261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4" y="17647"/>
                  </a:lnTo>
                  <a:lnTo>
                    <a:pt x="5754" y="17647"/>
                  </a:lnTo>
                  <a:lnTo>
                    <a:pt x="5561" y="17570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7" y="17184"/>
                  </a:lnTo>
                  <a:lnTo>
                    <a:pt x="4982" y="16875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4"/>
                  </a:lnTo>
                  <a:lnTo>
                    <a:pt x="5175" y="15948"/>
                  </a:lnTo>
                  <a:lnTo>
                    <a:pt x="5291" y="15833"/>
                  </a:lnTo>
                  <a:lnTo>
                    <a:pt x="5406" y="15755"/>
                  </a:lnTo>
                  <a:lnTo>
                    <a:pt x="5522" y="15717"/>
                  </a:lnTo>
                  <a:lnTo>
                    <a:pt x="5638" y="15755"/>
                  </a:lnTo>
                  <a:lnTo>
                    <a:pt x="5793" y="15833"/>
                  </a:lnTo>
                  <a:lnTo>
                    <a:pt x="5947" y="15948"/>
                  </a:lnTo>
                  <a:lnTo>
                    <a:pt x="6063" y="16141"/>
                  </a:lnTo>
                  <a:lnTo>
                    <a:pt x="6256" y="16373"/>
                  </a:lnTo>
                  <a:lnTo>
                    <a:pt x="6101" y="16412"/>
                  </a:lnTo>
                  <a:lnTo>
                    <a:pt x="6024" y="16450"/>
                  </a:lnTo>
                  <a:lnTo>
                    <a:pt x="6024" y="16566"/>
                  </a:lnTo>
                  <a:lnTo>
                    <a:pt x="6063" y="16643"/>
                  </a:lnTo>
                  <a:lnTo>
                    <a:pt x="6140" y="16643"/>
                  </a:lnTo>
                  <a:lnTo>
                    <a:pt x="6912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29" y="15717"/>
                  </a:lnTo>
                  <a:lnTo>
                    <a:pt x="9615" y="15485"/>
                  </a:lnTo>
                  <a:lnTo>
                    <a:pt x="9963" y="15253"/>
                  </a:lnTo>
                  <a:lnTo>
                    <a:pt x="10272" y="15022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1" y="14172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8"/>
                  </a:lnTo>
                  <a:lnTo>
                    <a:pt x="11546" y="13361"/>
                  </a:lnTo>
                  <a:lnTo>
                    <a:pt x="11508" y="13284"/>
                  </a:lnTo>
                  <a:lnTo>
                    <a:pt x="11430" y="13245"/>
                  </a:lnTo>
                  <a:lnTo>
                    <a:pt x="11237" y="13245"/>
                  </a:lnTo>
                  <a:lnTo>
                    <a:pt x="11160" y="13323"/>
                  </a:lnTo>
                  <a:lnTo>
                    <a:pt x="10967" y="13670"/>
                  </a:lnTo>
                  <a:lnTo>
                    <a:pt x="10774" y="13554"/>
                  </a:lnTo>
                  <a:lnTo>
                    <a:pt x="10658" y="13438"/>
                  </a:lnTo>
                  <a:lnTo>
                    <a:pt x="10619" y="13284"/>
                  </a:lnTo>
                  <a:lnTo>
                    <a:pt x="10581" y="13168"/>
                  </a:lnTo>
                  <a:lnTo>
                    <a:pt x="10619" y="13014"/>
                  </a:lnTo>
                  <a:lnTo>
                    <a:pt x="10658" y="12859"/>
                  </a:lnTo>
                  <a:lnTo>
                    <a:pt x="10851" y="12627"/>
                  </a:lnTo>
                  <a:lnTo>
                    <a:pt x="10928" y="12473"/>
                  </a:lnTo>
                  <a:lnTo>
                    <a:pt x="11044" y="12357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0"/>
                  </a:moveTo>
                  <a:lnTo>
                    <a:pt x="348" y="39"/>
                  </a:lnTo>
                  <a:lnTo>
                    <a:pt x="271" y="116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2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5"/>
                  </a:lnTo>
                  <a:lnTo>
                    <a:pt x="232" y="4518"/>
                  </a:lnTo>
                  <a:lnTo>
                    <a:pt x="348" y="4750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5"/>
                  </a:lnTo>
                  <a:lnTo>
                    <a:pt x="5445" y="11817"/>
                  </a:lnTo>
                  <a:lnTo>
                    <a:pt x="6874" y="13747"/>
                  </a:lnTo>
                  <a:lnTo>
                    <a:pt x="8341" y="15639"/>
                  </a:lnTo>
                  <a:lnTo>
                    <a:pt x="7492" y="15987"/>
                  </a:lnTo>
                  <a:lnTo>
                    <a:pt x="6642" y="16257"/>
                  </a:lnTo>
                  <a:lnTo>
                    <a:pt x="6642" y="16257"/>
                  </a:lnTo>
                  <a:lnTo>
                    <a:pt x="6681" y="16103"/>
                  </a:lnTo>
                  <a:lnTo>
                    <a:pt x="6681" y="15948"/>
                  </a:lnTo>
                  <a:lnTo>
                    <a:pt x="6642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3" y="15369"/>
                  </a:lnTo>
                  <a:lnTo>
                    <a:pt x="6179" y="15292"/>
                  </a:lnTo>
                  <a:lnTo>
                    <a:pt x="6024" y="15253"/>
                  </a:lnTo>
                  <a:lnTo>
                    <a:pt x="5715" y="15253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5" y="16296"/>
                  </a:lnTo>
                  <a:lnTo>
                    <a:pt x="4595" y="16566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7" y="17725"/>
                  </a:lnTo>
                  <a:lnTo>
                    <a:pt x="5368" y="17840"/>
                  </a:lnTo>
                  <a:lnTo>
                    <a:pt x="5677" y="17918"/>
                  </a:lnTo>
                  <a:lnTo>
                    <a:pt x="6024" y="17956"/>
                  </a:lnTo>
                  <a:lnTo>
                    <a:pt x="6372" y="17918"/>
                  </a:lnTo>
                  <a:lnTo>
                    <a:pt x="6719" y="17840"/>
                  </a:lnTo>
                  <a:lnTo>
                    <a:pt x="7105" y="17763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2"/>
                  </a:lnTo>
                  <a:lnTo>
                    <a:pt x="9229" y="16875"/>
                  </a:lnTo>
                  <a:lnTo>
                    <a:pt x="9461" y="16759"/>
                  </a:lnTo>
                  <a:lnTo>
                    <a:pt x="10233" y="16257"/>
                  </a:lnTo>
                  <a:lnTo>
                    <a:pt x="10812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3"/>
                  </a:lnTo>
                  <a:lnTo>
                    <a:pt x="11816" y="18149"/>
                  </a:lnTo>
                  <a:lnTo>
                    <a:pt x="11392" y="17454"/>
                  </a:lnTo>
                  <a:lnTo>
                    <a:pt x="10928" y="16759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3"/>
                  </a:lnTo>
                  <a:lnTo>
                    <a:pt x="11894" y="14790"/>
                  </a:lnTo>
                  <a:lnTo>
                    <a:pt x="12125" y="14558"/>
                  </a:lnTo>
                  <a:lnTo>
                    <a:pt x="12280" y="14288"/>
                  </a:lnTo>
                  <a:lnTo>
                    <a:pt x="12434" y="14056"/>
                  </a:lnTo>
                  <a:lnTo>
                    <a:pt x="12511" y="13786"/>
                  </a:lnTo>
                  <a:lnTo>
                    <a:pt x="12589" y="13554"/>
                  </a:lnTo>
                  <a:lnTo>
                    <a:pt x="12627" y="13284"/>
                  </a:lnTo>
                  <a:lnTo>
                    <a:pt x="12589" y="13052"/>
                  </a:lnTo>
                  <a:lnTo>
                    <a:pt x="12511" y="12821"/>
                  </a:lnTo>
                  <a:lnTo>
                    <a:pt x="12357" y="12589"/>
                  </a:lnTo>
                  <a:lnTo>
                    <a:pt x="12164" y="12357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8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0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0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19" y="13786"/>
                  </a:lnTo>
                  <a:lnTo>
                    <a:pt x="10812" y="13902"/>
                  </a:lnTo>
                  <a:lnTo>
                    <a:pt x="10504" y="14249"/>
                  </a:lnTo>
                  <a:lnTo>
                    <a:pt x="10156" y="14597"/>
                  </a:lnTo>
                  <a:lnTo>
                    <a:pt x="9770" y="14867"/>
                  </a:lnTo>
                  <a:lnTo>
                    <a:pt x="9430" y="15083"/>
                  </a:lnTo>
                  <a:lnTo>
                    <a:pt x="9461" y="15022"/>
                  </a:lnTo>
                  <a:lnTo>
                    <a:pt x="9500" y="14944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8"/>
                  </a:lnTo>
                  <a:lnTo>
                    <a:pt x="3823" y="1545"/>
                  </a:lnTo>
                  <a:lnTo>
                    <a:pt x="3514" y="1236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0" y="232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17"/>
            <p:cNvSpPr/>
            <p:nvPr/>
          </p:nvSpPr>
          <p:spPr>
            <a:xfrm>
              <a:off x="1681350" y="2914925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5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4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4" y="463"/>
                  </a:lnTo>
                  <a:lnTo>
                    <a:pt x="541" y="386"/>
                  </a:lnTo>
                  <a:lnTo>
                    <a:pt x="773" y="386"/>
                  </a:lnTo>
                  <a:lnTo>
                    <a:pt x="850" y="463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5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17"/>
            <p:cNvSpPr/>
            <p:nvPr/>
          </p:nvSpPr>
          <p:spPr>
            <a:xfrm>
              <a:off x="3785850" y="2943875"/>
              <a:ext cx="199850" cy="231725"/>
            </a:xfrm>
            <a:custGeom>
              <a:avLst/>
              <a:gdLst/>
              <a:ahLst/>
              <a:cxnLst/>
              <a:rect l="l" t="t" r="r" b="b"/>
              <a:pathLst>
                <a:path w="7994" h="9269" extrusionOk="0">
                  <a:moveTo>
                    <a:pt x="2163" y="1"/>
                  </a:moveTo>
                  <a:lnTo>
                    <a:pt x="2009" y="39"/>
                  </a:lnTo>
                  <a:lnTo>
                    <a:pt x="1854" y="78"/>
                  </a:lnTo>
                  <a:lnTo>
                    <a:pt x="1700" y="194"/>
                  </a:lnTo>
                  <a:lnTo>
                    <a:pt x="1429" y="425"/>
                  </a:lnTo>
                  <a:lnTo>
                    <a:pt x="1159" y="734"/>
                  </a:lnTo>
                  <a:lnTo>
                    <a:pt x="966" y="1005"/>
                  </a:lnTo>
                  <a:lnTo>
                    <a:pt x="696" y="1391"/>
                  </a:lnTo>
                  <a:lnTo>
                    <a:pt x="503" y="1777"/>
                  </a:lnTo>
                  <a:lnTo>
                    <a:pt x="310" y="2163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1" y="3514"/>
                  </a:lnTo>
                  <a:lnTo>
                    <a:pt x="1" y="3978"/>
                  </a:lnTo>
                  <a:lnTo>
                    <a:pt x="39" y="4441"/>
                  </a:lnTo>
                  <a:lnTo>
                    <a:pt x="155" y="4905"/>
                  </a:lnTo>
                  <a:lnTo>
                    <a:pt x="271" y="5368"/>
                  </a:lnTo>
                  <a:lnTo>
                    <a:pt x="464" y="5793"/>
                  </a:lnTo>
                  <a:lnTo>
                    <a:pt x="696" y="6218"/>
                  </a:lnTo>
                  <a:lnTo>
                    <a:pt x="1005" y="6179"/>
                  </a:lnTo>
                  <a:lnTo>
                    <a:pt x="850" y="5870"/>
                  </a:lnTo>
                  <a:lnTo>
                    <a:pt x="734" y="5522"/>
                  </a:lnTo>
                  <a:lnTo>
                    <a:pt x="618" y="5175"/>
                  </a:lnTo>
                  <a:lnTo>
                    <a:pt x="541" y="4789"/>
                  </a:lnTo>
                  <a:lnTo>
                    <a:pt x="503" y="4441"/>
                  </a:lnTo>
                  <a:lnTo>
                    <a:pt x="464" y="4055"/>
                  </a:lnTo>
                  <a:lnTo>
                    <a:pt x="464" y="3708"/>
                  </a:lnTo>
                  <a:lnTo>
                    <a:pt x="464" y="3360"/>
                  </a:lnTo>
                  <a:lnTo>
                    <a:pt x="503" y="2974"/>
                  </a:lnTo>
                  <a:lnTo>
                    <a:pt x="580" y="2626"/>
                  </a:lnTo>
                  <a:lnTo>
                    <a:pt x="696" y="2279"/>
                  </a:lnTo>
                  <a:lnTo>
                    <a:pt x="850" y="1931"/>
                  </a:lnTo>
                  <a:lnTo>
                    <a:pt x="1005" y="1622"/>
                  </a:lnTo>
                  <a:lnTo>
                    <a:pt x="1236" y="1313"/>
                  </a:lnTo>
                  <a:lnTo>
                    <a:pt x="1468" y="1043"/>
                  </a:lnTo>
                  <a:lnTo>
                    <a:pt x="1738" y="773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503"/>
                  </a:lnTo>
                  <a:lnTo>
                    <a:pt x="2279" y="618"/>
                  </a:lnTo>
                  <a:lnTo>
                    <a:pt x="2395" y="850"/>
                  </a:lnTo>
                  <a:lnTo>
                    <a:pt x="2588" y="1236"/>
                  </a:lnTo>
                  <a:lnTo>
                    <a:pt x="2742" y="1584"/>
                  </a:lnTo>
                  <a:lnTo>
                    <a:pt x="2858" y="1970"/>
                  </a:lnTo>
                  <a:lnTo>
                    <a:pt x="2974" y="2356"/>
                  </a:lnTo>
                  <a:lnTo>
                    <a:pt x="3051" y="2742"/>
                  </a:lnTo>
                  <a:lnTo>
                    <a:pt x="3090" y="3090"/>
                  </a:lnTo>
                  <a:lnTo>
                    <a:pt x="3090" y="3476"/>
                  </a:lnTo>
                  <a:lnTo>
                    <a:pt x="3051" y="3823"/>
                  </a:lnTo>
                  <a:lnTo>
                    <a:pt x="2974" y="4171"/>
                  </a:lnTo>
                  <a:lnTo>
                    <a:pt x="2897" y="4480"/>
                  </a:lnTo>
                  <a:lnTo>
                    <a:pt x="2742" y="4827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61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56" y="5793"/>
                  </a:lnTo>
                  <a:lnTo>
                    <a:pt x="2395" y="5831"/>
                  </a:lnTo>
                  <a:lnTo>
                    <a:pt x="2433" y="5793"/>
                  </a:lnTo>
                  <a:lnTo>
                    <a:pt x="2626" y="5754"/>
                  </a:lnTo>
                  <a:lnTo>
                    <a:pt x="2781" y="5716"/>
                  </a:lnTo>
                  <a:lnTo>
                    <a:pt x="3167" y="5677"/>
                  </a:lnTo>
                  <a:lnTo>
                    <a:pt x="3592" y="5716"/>
                  </a:lnTo>
                  <a:lnTo>
                    <a:pt x="4017" y="5831"/>
                  </a:lnTo>
                  <a:lnTo>
                    <a:pt x="4441" y="5947"/>
                  </a:lnTo>
                  <a:lnTo>
                    <a:pt x="4827" y="6102"/>
                  </a:lnTo>
                  <a:lnTo>
                    <a:pt x="5214" y="6295"/>
                  </a:lnTo>
                  <a:lnTo>
                    <a:pt x="5523" y="6449"/>
                  </a:lnTo>
                  <a:lnTo>
                    <a:pt x="5831" y="6642"/>
                  </a:lnTo>
                  <a:lnTo>
                    <a:pt x="6140" y="6874"/>
                  </a:lnTo>
                  <a:lnTo>
                    <a:pt x="6411" y="7106"/>
                  </a:lnTo>
                  <a:lnTo>
                    <a:pt x="6681" y="7337"/>
                  </a:lnTo>
                  <a:lnTo>
                    <a:pt x="6913" y="7646"/>
                  </a:lnTo>
                  <a:lnTo>
                    <a:pt x="7144" y="7917"/>
                  </a:lnTo>
                  <a:lnTo>
                    <a:pt x="7337" y="8225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56" y="8805"/>
                  </a:lnTo>
                  <a:lnTo>
                    <a:pt x="5870" y="8843"/>
                  </a:lnTo>
                  <a:lnTo>
                    <a:pt x="5445" y="8805"/>
                  </a:lnTo>
                  <a:lnTo>
                    <a:pt x="5059" y="8766"/>
                  </a:lnTo>
                  <a:lnTo>
                    <a:pt x="4634" y="8650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33" y="7106"/>
                  </a:lnTo>
                  <a:lnTo>
                    <a:pt x="1931" y="6604"/>
                  </a:lnTo>
                  <a:lnTo>
                    <a:pt x="1854" y="6526"/>
                  </a:lnTo>
                  <a:lnTo>
                    <a:pt x="1777" y="6526"/>
                  </a:lnTo>
                  <a:lnTo>
                    <a:pt x="1661" y="6565"/>
                  </a:lnTo>
                  <a:lnTo>
                    <a:pt x="1622" y="6565"/>
                  </a:lnTo>
                  <a:lnTo>
                    <a:pt x="1584" y="6604"/>
                  </a:lnTo>
                  <a:lnTo>
                    <a:pt x="1429" y="6874"/>
                  </a:lnTo>
                  <a:lnTo>
                    <a:pt x="1622" y="6913"/>
                  </a:lnTo>
                  <a:lnTo>
                    <a:pt x="2240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592" y="8573"/>
                  </a:lnTo>
                  <a:lnTo>
                    <a:pt x="3978" y="8805"/>
                  </a:lnTo>
                  <a:lnTo>
                    <a:pt x="4364" y="8998"/>
                  </a:lnTo>
                  <a:lnTo>
                    <a:pt x="4789" y="9152"/>
                  </a:lnTo>
                  <a:lnTo>
                    <a:pt x="5252" y="9229"/>
                  </a:lnTo>
                  <a:lnTo>
                    <a:pt x="5677" y="9268"/>
                  </a:lnTo>
                  <a:lnTo>
                    <a:pt x="6102" y="9229"/>
                  </a:lnTo>
                  <a:lnTo>
                    <a:pt x="6565" y="9191"/>
                  </a:lnTo>
                  <a:lnTo>
                    <a:pt x="6990" y="9114"/>
                  </a:lnTo>
                  <a:lnTo>
                    <a:pt x="7878" y="8882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7994" y="8650"/>
                  </a:lnTo>
                  <a:lnTo>
                    <a:pt x="7994" y="8573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183" y="7299"/>
                  </a:lnTo>
                  <a:lnTo>
                    <a:pt x="6874" y="6951"/>
                  </a:lnTo>
                  <a:lnTo>
                    <a:pt x="6488" y="6604"/>
                  </a:lnTo>
                  <a:lnTo>
                    <a:pt x="6102" y="6295"/>
                  </a:lnTo>
                  <a:lnTo>
                    <a:pt x="5677" y="6063"/>
                  </a:lnTo>
                  <a:lnTo>
                    <a:pt x="5252" y="5831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01" y="5368"/>
                  </a:lnTo>
                  <a:lnTo>
                    <a:pt x="3592" y="5329"/>
                  </a:lnTo>
                  <a:lnTo>
                    <a:pt x="3283" y="5291"/>
                  </a:lnTo>
                  <a:lnTo>
                    <a:pt x="2974" y="5291"/>
                  </a:lnTo>
                  <a:lnTo>
                    <a:pt x="3167" y="4982"/>
                  </a:lnTo>
                  <a:lnTo>
                    <a:pt x="3283" y="4673"/>
                  </a:lnTo>
                  <a:lnTo>
                    <a:pt x="3399" y="4325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44"/>
                  </a:lnTo>
                  <a:lnTo>
                    <a:pt x="3476" y="2858"/>
                  </a:lnTo>
                  <a:lnTo>
                    <a:pt x="3437" y="2510"/>
                  </a:lnTo>
                  <a:lnTo>
                    <a:pt x="3322" y="1970"/>
                  </a:lnTo>
                  <a:lnTo>
                    <a:pt x="3128" y="1468"/>
                  </a:lnTo>
                  <a:lnTo>
                    <a:pt x="2935" y="1005"/>
                  </a:lnTo>
                  <a:lnTo>
                    <a:pt x="2704" y="503"/>
                  </a:lnTo>
                  <a:lnTo>
                    <a:pt x="2588" y="309"/>
                  </a:lnTo>
                  <a:lnTo>
                    <a:pt x="2433" y="116"/>
                  </a:lnTo>
                  <a:lnTo>
                    <a:pt x="2356" y="78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17"/>
            <p:cNvSpPr/>
            <p:nvPr/>
          </p:nvSpPr>
          <p:spPr>
            <a:xfrm>
              <a:off x="1264300" y="2944850"/>
              <a:ext cx="455675" cy="657425"/>
            </a:xfrm>
            <a:custGeom>
              <a:avLst/>
              <a:gdLst/>
              <a:ahLst/>
              <a:cxnLst/>
              <a:rect l="l" t="t" r="r" b="b"/>
              <a:pathLst>
                <a:path w="18227" h="26297" extrusionOk="0">
                  <a:moveTo>
                    <a:pt x="310" y="348"/>
                  </a:moveTo>
                  <a:lnTo>
                    <a:pt x="425" y="386"/>
                  </a:lnTo>
                  <a:lnTo>
                    <a:pt x="1700" y="1429"/>
                  </a:lnTo>
                  <a:lnTo>
                    <a:pt x="2974" y="2510"/>
                  </a:lnTo>
                  <a:lnTo>
                    <a:pt x="4210" y="3591"/>
                  </a:lnTo>
                  <a:lnTo>
                    <a:pt x="5445" y="4673"/>
                  </a:lnTo>
                  <a:lnTo>
                    <a:pt x="5098" y="5290"/>
                  </a:lnTo>
                  <a:lnTo>
                    <a:pt x="4943" y="5599"/>
                  </a:lnTo>
                  <a:lnTo>
                    <a:pt x="4712" y="5831"/>
                  </a:lnTo>
                  <a:lnTo>
                    <a:pt x="4519" y="6101"/>
                  </a:lnTo>
                  <a:lnTo>
                    <a:pt x="4248" y="6294"/>
                  </a:lnTo>
                  <a:lnTo>
                    <a:pt x="3978" y="6526"/>
                  </a:lnTo>
                  <a:lnTo>
                    <a:pt x="3669" y="6680"/>
                  </a:lnTo>
                  <a:lnTo>
                    <a:pt x="3360" y="6835"/>
                  </a:lnTo>
                  <a:lnTo>
                    <a:pt x="3051" y="6989"/>
                  </a:lnTo>
                  <a:lnTo>
                    <a:pt x="2395" y="7182"/>
                  </a:lnTo>
                  <a:lnTo>
                    <a:pt x="1738" y="7298"/>
                  </a:lnTo>
                  <a:lnTo>
                    <a:pt x="1082" y="7414"/>
                  </a:lnTo>
                  <a:lnTo>
                    <a:pt x="889" y="6526"/>
                  </a:lnTo>
                  <a:lnTo>
                    <a:pt x="734" y="5677"/>
                  </a:lnTo>
                  <a:lnTo>
                    <a:pt x="580" y="4788"/>
                  </a:lnTo>
                  <a:lnTo>
                    <a:pt x="464" y="3900"/>
                  </a:lnTo>
                  <a:lnTo>
                    <a:pt x="387" y="3012"/>
                  </a:lnTo>
                  <a:lnTo>
                    <a:pt x="348" y="2124"/>
                  </a:lnTo>
                  <a:lnTo>
                    <a:pt x="310" y="1236"/>
                  </a:lnTo>
                  <a:lnTo>
                    <a:pt x="310" y="348"/>
                  </a:lnTo>
                  <a:close/>
                  <a:moveTo>
                    <a:pt x="12357" y="12318"/>
                  </a:moveTo>
                  <a:lnTo>
                    <a:pt x="13014" y="12473"/>
                  </a:lnTo>
                  <a:lnTo>
                    <a:pt x="13709" y="12550"/>
                  </a:lnTo>
                  <a:lnTo>
                    <a:pt x="14404" y="12589"/>
                  </a:lnTo>
                  <a:lnTo>
                    <a:pt x="15060" y="12550"/>
                  </a:lnTo>
                  <a:lnTo>
                    <a:pt x="15640" y="13901"/>
                  </a:lnTo>
                  <a:lnTo>
                    <a:pt x="16296" y="15214"/>
                  </a:lnTo>
                  <a:lnTo>
                    <a:pt x="17648" y="17840"/>
                  </a:lnTo>
                  <a:lnTo>
                    <a:pt x="16644" y="17686"/>
                  </a:lnTo>
                  <a:lnTo>
                    <a:pt x="15640" y="17647"/>
                  </a:lnTo>
                  <a:lnTo>
                    <a:pt x="15331" y="17608"/>
                  </a:lnTo>
                  <a:lnTo>
                    <a:pt x="15099" y="17531"/>
                  </a:lnTo>
                  <a:lnTo>
                    <a:pt x="14983" y="17493"/>
                  </a:lnTo>
                  <a:lnTo>
                    <a:pt x="14906" y="17415"/>
                  </a:lnTo>
                  <a:lnTo>
                    <a:pt x="14751" y="17106"/>
                  </a:lnTo>
                  <a:lnTo>
                    <a:pt x="14365" y="16489"/>
                  </a:lnTo>
                  <a:lnTo>
                    <a:pt x="13979" y="15832"/>
                  </a:lnTo>
                  <a:lnTo>
                    <a:pt x="13941" y="15794"/>
                  </a:lnTo>
                  <a:lnTo>
                    <a:pt x="13902" y="15755"/>
                  </a:lnTo>
                  <a:lnTo>
                    <a:pt x="13747" y="15755"/>
                  </a:lnTo>
                  <a:lnTo>
                    <a:pt x="13670" y="15214"/>
                  </a:lnTo>
                  <a:lnTo>
                    <a:pt x="13516" y="14712"/>
                  </a:lnTo>
                  <a:lnTo>
                    <a:pt x="13323" y="14172"/>
                  </a:lnTo>
                  <a:lnTo>
                    <a:pt x="13091" y="13670"/>
                  </a:lnTo>
                  <a:lnTo>
                    <a:pt x="12744" y="13013"/>
                  </a:lnTo>
                  <a:lnTo>
                    <a:pt x="12357" y="12318"/>
                  </a:lnTo>
                  <a:close/>
                  <a:moveTo>
                    <a:pt x="5677" y="4904"/>
                  </a:moveTo>
                  <a:lnTo>
                    <a:pt x="6720" y="5947"/>
                  </a:lnTo>
                  <a:lnTo>
                    <a:pt x="7762" y="6989"/>
                  </a:lnTo>
                  <a:lnTo>
                    <a:pt x="8612" y="7916"/>
                  </a:lnTo>
                  <a:lnTo>
                    <a:pt x="9423" y="8920"/>
                  </a:lnTo>
                  <a:lnTo>
                    <a:pt x="10234" y="9886"/>
                  </a:lnTo>
                  <a:lnTo>
                    <a:pt x="10967" y="10928"/>
                  </a:lnTo>
                  <a:lnTo>
                    <a:pt x="11701" y="12009"/>
                  </a:lnTo>
                  <a:lnTo>
                    <a:pt x="12087" y="12550"/>
                  </a:lnTo>
                  <a:lnTo>
                    <a:pt x="12396" y="13129"/>
                  </a:lnTo>
                  <a:lnTo>
                    <a:pt x="12705" y="13708"/>
                  </a:lnTo>
                  <a:lnTo>
                    <a:pt x="12975" y="14326"/>
                  </a:lnTo>
                  <a:lnTo>
                    <a:pt x="13207" y="14944"/>
                  </a:lnTo>
                  <a:lnTo>
                    <a:pt x="13361" y="15562"/>
                  </a:lnTo>
                  <a:lnTo>
                    <a:pt x="13439" y="16180"/>
                  </a:lnTo>
                  <a:lnTo>
                    <a:pt x="13400" y="16759"/>
                  </a:lnTo>
                  <a:lnTo>
                    <a:pt x="13361" y="17068"/>
                  </a:lnTo>
                  <a:lnTo>
                    <a:pt x="13284" y="17338"/>
                  </a:lnTo>
                  <a:lnTo>
                    <a:pt x="13207" y="17608"/>
                  </a:lnTo>
                  <a:lnTo>
                    <a:pt x="13091" y="17879"/>
                  </a:lnTo>
                  <a:lnTo>
                    <a:pt x="12975" y="18149"/>
                  </a:lnTo>
                  <a:lnTo>
                    <a:pt x="12821" y="18381"/>
                  </a:lnTo>
                  <a:lnTo>
                    <a:pt x="12628" y="18612"/>
                  </a:lnTo>
                  <a:lnTo>
                    <a:pt x="12435" y="18806"/>
                  </a:lnTo>
                  <a:lnTo>
                    <a:pt x="12203" y="18999"/>
                  </a:lnTo>
                  <a:lnTo>
                    <a:pt x="11971" y="19153"/>
                  </a:lnTo>
                  <a:lnTo>
                    <a:pt x="11662" y="19308"/>
                  </a:lnTo>
                  <a:lnTo>
                    <a:pt x="11392" y="19423"/>
                  </a:lnTo>
                  <a:lnTo>
                    <a:pt x="10813" y="19539"/>
                  </a:lnTo>
                  <a:lnTo>
                    <a:pt x="10234" y="19616"/>
                  </a:lnTo>
                  <a:lnTo>
                    <a:pt x="9693" y="19578"/>
                  </a:lnTo>
                  <a:lnTo>
                    <a:pt x="9114" y="19462"/>
                  </a:lnTo>
                  <a:lnTo>
                    <a:pt x="8573" y="19308"/>
                  </a:lnTo>
                  <a:lnTo>
                    <a:pt x="8032" y="19076"/>
                  </a:lnTo>
                  <a:lnTo>
                    <a:pt x="7531" y="18767"/>
                  </a:lnTo>
                  <a:lnTo>
                    <a:pt x="7067" y="18458"/>
                  </a:lnTo>
                  <a:lnTo>
                    <a:pt x="6642" y="18072"/>
                  </a:lnTo>
                  <a:lnTo>
                    <a:pt x="6256" y="17686"/>
                  </a:lnTo>
                  <a:lnTo>
                    <a:pt x="5870" y="17261"/>
                  </a:lnTo>
                  <a:lnTo>
                    <a:pt x="5484" y="16798"/>
                  </a:lnTo>
                  <a:lnTo>
                    <a:pt x="4827" y="15871"/>
                  </a:lnTo>
                  <a:lnTo>
                    <a:pt x="4210" y="14944"/>
                  </a:lnTo>
                  <a:lnTo>
                    <a:pt x="3592" y="13901"/>
                  </a:lnTo>
                  <a:lnTo>
                    <a:pt x="3051" y="12859"/>
                  </a:lnTo>
                  <a:lnTo>
                    <a:pt x="2549" y="11778"/>
                  </a:lnTo>
                  <a:lnTo>
                    <a:pt x="2086" y="10696"/>
                  </a:lnTo>
                  <a:lnTo>
                    <a:pt x="1816" y="9963"/>
                  </a:lnTo>
                  <a:lnTo>
                    <a:pt x="1584" y="9190"/>
                  </a:lnTo>
                  <a:lnTo>
                    <a:pt x="1352" y="8457"/>
                  </a:lnTo>
                  <a:lnTo>
                    <a:pt x="1159" y="7723"/>
                  </a:lnTo>
                  <a:lnTo>
                    <a:pt x="1816" y="7646"/>
                  </a:lnTo>
                  <a:lnTo>
                    <a:pt x="2549" y="7491"/>
                  </a:lnTo>
                  <a:lnTo>
                    <a:pt x="3244" y="7298"/>
                  </a:lnTo>
                  <a:lnTo>
                    <a:pt x="3592" y="7144"/>
                  </a:lnTo>
                  <a:lnTo>
                    <a:pt x="3901" y="6989"/>
                  </a:lnTo>
                  <a:lnTo>
                    <a:pt x="4248" y="6796"/>
                  </a:lnTo>
                  <a:lnTo>
                    <a:pt x="4519" y="6603"/>
                  </a:lnTo>
                  <a:lnTo>
                    <a:pt x="4789" y="6410"/>
                  </a:lnTo>
                  <a:lnTo>
                    <a:pt x="5059" y="6140"/>
                  </a:lnTo>
                  <a:lnTo>
                    <a:pt x="5252" y="5870"/>
                  </a:lnTo>
                  <a:lnTo>
                    <a:pt x="5445" y="5599"/>
                  </a:lnTo>
                  <a:lnTo>
                    <a:pt x="5561" y="5252"/>
                  </a:lnTo>
                  <a:lnTo>
                    <a:pt x="5677" y="4904"/>
                  </a:lnTo>
                  <a:close/>
                  <a:moveTo>
                    <a:pt x="13284" y="18381"/>
                  </a:moveTo>
                  <a:lnTo>
                    <a:pt x="13593" y="18612"/>
                  </a:lnTo>
                  <a:lnTo>
                    <a:pt x="13902" y="18844"/>
                  </a:lnTo>
                  <a:lnTo>
                    <a:pt x="13632" y="19230"/>
                  </a:lnTo>
                  <a:lnTo>
                    <a:pt x="13323" y="19578"/>
                  </a:lnTo>
                  <a:lnTo>
                    <a:pt x="12975" y="19887"/>
                  </a:lnTo>
                  <a:lnTo>
                    <a:pt x="12589" y="20157"/>
                  </a:lnTo>
                  <a:lnTo>
                    <a:pt x="12164" y="20350"/>
                  </a:lnTo>
                  <a:lnTo>
                    <a:pt x="11701" y="20505"/>
                  </a:lnTo>
                  <a:lnTo>
                    <a:pt x="11238" y="20582"/>
                  </a:lnTo>
                  <a:lnTo>
                    <a:pt x="10736" y="20620"/>
                  </a:lnTo>
                  <a:lnTo>
                    <a:pt x="10697" y="20620"/>
                  </a:lnTo>
                  <a:lnTo>
                    <a:pt x="10581" y="19964"/>
                  </a:lnTo>
                  <a:lnTo>
                    <a:pt x="10967" y="19887"/>
                  </a:lnTo>
                  <a:lnTo>
                    <a:pt x="11392" y="19810"/>
                  </a:lnTo>
                  <a:lnTo>
                    <a:pt x="11740" y="19694"/>
                  </a:lnTo>
                  <a:lnTo>
                    <a:pt x="12126" y="19501"/>
                  </a:lnTo>
                  <a:lnTo>
                    <a:pt x="12473" y="19308"/>
                  </a:lnTo>
                  <a:lnTo>
                    <a:pt x="12782" y="19037"/>
                  </a:lnTo>
                  <a:lnTo>
                    <a:pt x="13052" y="18728"/>
                  </a:lnTo>
                  <a:lnTo>
                    <a:pt x="13284" y="18381"/>
                  </a:lnTo>
                  <a:close/>
                  <a:moveTo>
                    <a:pt x="14172" y="18999"/>
                  </a:moveTo>
                  <a:lnTo>
                    <a:pt x="14636" y="19230"/>
                  </a:lnTo>
                  <a:lnTo>
                    <a:pt x="14327" y="19732"/>
                  </a:lnTo>
                  <a:lnTo>
                    <a:pt x="13941" y="20157"/>
                  </a:lnTo>
                  <a:lnTo>
                    <a:pt x="13516" y="20543"/>
                  </a:lnTo>
                  <a:lnTo>
                    <a:pt x="13091" y="20852"/>
                  </a:lnTo>
                  <a:lnTo>
                    <a:pt x="12589" y="21122"/>
                  </a:lnTo>
                  <a:lnTo>
                    <a:pt x="12087" y="21315"/>
                  </a:lnTo>
                  <a:lnTo>
                    <a:pt x="11508" y="21470"/>
                  </a:lnTo>
                  <a:lnTo>
                    <a:pt x="10929" y="21624"/>
                  </a:lnTo>
                  <a:lnTo>
                    <a:pt x="10929" y="21393"/>
                  </a:lnTo>
                  <a:lnTo>
                    <a:pt x="10851" y="21200"/>
                  </a:lnTo>
                  <a:lnTo>
                    <a:pt x="10736" y="20814"/>
                  </a:lnTo>
                  <a:lnTo>
                    <a:pt x="11276" y="20852"/>
                  </a:lnTo>
                  <a:lnTo>
                    <a:pt x="11778" y="20775"/>
                  </a:lnTo>
                  <a:lnTo>
                    <a:pt x="12280" y="20659"/>
                  </a:lnTo>
                  <a:lnTo>
                    <a:pt x="12744" y="20427"/>
                  </a:lnTo>
                  <a:lnTo>
                    <a:pt x="13168" y="20157"/>
                  </a:lnTo>
                  <a:lnTo>
                    <a:pt x="13554" y="19810"/>
                  </a:lnTo>
                  <a:lnTo>
                    <a:pt x="13863" y="19423"/>
                  </a:lnTo>
                  <a:lnTo>
                    <a:pt x="14172" y="18999"/>
                  </a:lnTo>
                  <a:close/>
                  <a:moveTo>
                    <a:pt x="14018" y="20659"/>
                  </a:moveTo>
                  <a:lnTo>
                    <a:pt x="14172" y="20852"/>
                  </a:lnTo>
                  <a:lnTo>
                    <a:pt x="14288" y="20968"/>
                  </a:lnTo>
                  <a:lnTo>
                    <a:pt x="14134" y="21007"/>
                  </a:lnTo>
                  <a:lnTo>
                    <a:pt x="14056" y="21045"/>
                  </a:lnTo>
                  <a:lnTo>
                    <a:pt x="14018" y="21122"/>
                  </a:lnTo>
                  <a:lnTo>
                    <a:pt x="13979" y="21200"/>
                  </a:lnTo>
                  <a:lnTo>
                    <a:pt x="14018" y="21277"/>
                  </a:lnTo>
                  <a:lnTo>
                    <a:pt x="14404" y="21663"/>
                  </a:lnTo>
                  <a:lnTo>
                    <a:pt x="14751" y="22049"/>
                  </a:lnTo>
                  <a:lnTo>
                    <a:pt x="15099" y="22435"/>
                  </a:lnTo>
                  <a:lnTo>
                    <a:pt x="15408" y="22860"/>
                  </a:lnTo>
                  <a:lnTo>
                    <a:pt x="15678" y="23285"/>
                  </a:lnTo>
                  <a:lnTo>
                    <a:pt x="15910" y="23748"/>
                  </a:lnTo>
                  <a:lnTo>
                    <a:pt x="16142" y="24250"/>
                  </a:lnTo>
                  <a:lnTo>
                    <a:pt x="16335" y="24714"/>
                  </a:lnTo>
                  <a:lnTo>
                    <a:pt x="15871" y="24636"/>
                  </a:lnTo>
                  <a:lnTo>
                    <a:pt x="15485" y="24521"/>
                  </a:lnTo>
                  <a:lnTo>
                    <a:pt x="15099" y="24327"/>
                  </a:lnTo>
                  <a:lnTo>
                    <a:pt x="14790" y="24096"/>
                  </a:lnTo>
                  <a:lnTo>
                    <a:pt x="14481" y="23825"/>
                  </a:lnTo>
                  <a:lnTo>
                    <a:pt x="14211" y="23517"/>
                  </a:lnTo>
                  <a:lnTo>
                    <a:pt x="13979" y="23169"/>
                  </a:lnTo>
                  <a:lnTo>
                    <a:pt x="13747" y="22744"/>
                  </a:lnTo>
                  <a:lnTo>
                    <a:pt x="13593" y="22397"/>
                  </a:lnTo>
                  <a:lnTo>
                    <a:pt x="13400" y="22126"/>
                  </a:lnTo>
                  <a:lnTo>
                    <a:pt x="13284" y="22011"/>
                  </a:lnTo>
                  <a:lnTo>
                    <a:pt x="13130" y="21895"/>
                  </a:lnTo>
                  <a:lnTo>
                    <a:pt x="12975" y="21856"/>
                  </a:lnTo>
                  <a:lnTo>
                    <a:pt x="12821" y="21895"/>
                  </a:lnTo>
                  <a:lnTo>
                    <a:pt x="12821" y="21702"/>
                  </a:lnTo>
                  <a:lnTo>
                    <a:pt x="12898" y="21470"/>
                  </a:lnTo>
                  <a:lnTo>
                    <a:pt x="13207" y="21315"/>
                  </a:lnTo>
                  <a:lnTo>
                    <a:pt x="13477" y="21122"/>
                  </a:lnTo>
                  <a:lnTo>
                    <a:pt x="13786" y="20891"/>
                  </a:lnTo>
                  <a:lnTo>
                    <a:pt x="14018" y="20659"/>
                  </a:lnTo>
                  <a:close/>
                  <a:moveTo>
                    <a:pt x="5291" y="17145"/>
                  </a:moveTo>
                  <a:lnTo>
                    <a:pt x="5677" y="17608"/>
                  </a:lnTo>
                  <a:lnTo>
                    <a:pt x="6102" y="18072"/>
                  </a:lnTo>
                  <a:lnTo>
                    <a:pt x="6565" y="18497"/>
                  </a:lnTo>
                  <a:lnTo>
                    <a:pt x="7029" y="18883"/>
                  </a:lnTo>
                  <a:lnTo>
                    <a:pt x="7531" y="19192"/>
                  </a:lnTo>
                  <a:lnTo>
                    <a:pt x="7531" y="19230"/>
                  </a:lnTo>
                  <a:lnTo>
                    <a:pt x="7917" y="19964"/>
                  </a:lnTo>
                  <a:lnTo>
                    <a:pt x="8380" y="20698"/>
                  </a:lnTo>
                  <a:lnTo>
                    <a:pt x="8573" y="20968"/>
                  </a:lnTo>
                  <a:lnTo>
                    <a:pt x="8805" y="21238"/>
                  </a:lnTo>
                  <a:lnTo>
                    <a:pt x="8998" y="21509"/>
                  </a:lnTo>
                  <a:lnTo>
                    <a:pt x="9036" y="21663"/>
                  </a:lnTo>
                  <a:lnTo>
                    <a:pt x="9075" y="21817"/>
                  </a:lnTo>
                  <a:lnTo>
                    <a:pt x="9075" y="22011"/>
                  </a:lnTo>
                  <a:lnTo>
                    <a:pt x="9036" y="22204"/>
                  </a:lnTo>
                  <a:lnTo>
                    <a:pt x="8882" y="22590"/>
                  </a:lnTo>
                  <a:lnTo>
                    <a:pt x="8496" y="23362"/>
                  </a:lnTo>
                  <a:lnTo>
                    <a:pt x="7955" y="24868"/>
                  </a:lnTo>
                  <a:lnTo>
                    <a:pt x="7608" y="24173"/>
                  </a:lnTo>
                  <a:lnTo>
                    <a:pt x="7260" y="23555"/>
                  </a:lnTo>
                  <a:lnTo>
                    <a:pt x="6874" y="22899"/>
                  </a:lnTo>
                  <a:lnTo>
                    <a:pt x="6488" y="22281"/>
                  </a:lnTo>
                  <a:lnTo>
                    <a:pt x="5716" y="21315"/>
                  </a:lnTo>
                  <a:lnTo>
                    <a:pt x="5214" y="20736"/>
                  </a:lnTo>
                  <a:lnTo>
                    <a:pt x="4982" y="20389"/>
                  </a:lnTo>
                  <a:lnTo>
                    <a:pt x="4789" y="20080"/>
                  </a:lnTo>
                  <a:lnTo>
                    <a:pt x="4827" y="20003"/>
                  </a:lnTo>
                  <a:lnTo>
                    <a:pt x="4827" y="19925"/>
                  </a:lnTo>
                  <a:lnTo>
                    <a:pt x="4827" y="19887"/>
                  </a:lnTo>
                  <a:lnTo>
                    <a:pt x="4750" y="19810"/>
                  </a:lnTo>
                  <a:lnTo>
                    <a:pt x="5021" y="18458"/>
                  </a:lnTo>
                  <a:lnTo>
                    <a:pt x="5291" y="17145"/>
                  </a:lnTo>
                  <a:close/>
                  <a:moveTo>
                    <a:pt x="14481" y="20157"/>
                  </a:moveTo>
                  <a:lnTo>
                    <a:pt x="15022" y="20273"/>
                  </a:lnTo>
                  <a:lnTo>
                    <a:pt x="15485" y="20466"/>
                  </a:lnTo>
                  <a:lnTo>
                    <a:pt x="15987" y="20659"/>
                  </a:lnTo>
                  <a:lnTo>
                    <a:pt x="16451" y="20891"/>
                  </a:lnTo>
                  <a:lnTo>
                    <a:pt x="16180" y="21007"/>
                  </a:lnTo>
                  <a:lnTo>
                    <a:pt x="15949" y="21007"/>
                  </a:lnTo>
                  <a:lnTo>
                    <a:pt x="15678" y="20968"/>
                  </a:lnTo>
                  <a:lnTo>
                    <a:pt x="15447" y="20891"/>
                  </a:lnTo>
                  <a:lnTo>
                    <a:pt x="15292" y="20891"/>
                  </a:lnTo>
                  <a:lnTo>
                    <a:pt x="15176" y="20968"/>
                  </a:lnTo>
                  <a:lnTo>
                    <a:pt x="15176" y="21045"/>
                  </a:lnTo>
                  <a:lnTo>
                    <a:pt x="15176" y="21084"/>
                  </a:lnTo>
                  <a:lnTo>
                    <a:pt x="15215" y="21161"/>
                  </a:lnTo>
                  <a:lnTo>
                    <a:pt x="15253" y="21200"/>
                  </a:lnTo>
                  <a:lnTo>
                    <a:pt x="15794" y="21547"/>
                  </a:lnTo>
                  <a:lnTo>
                    <a:pt x="16257" y="21972"/>
                  </a:lnTo>
                  <a:lnTo>
                    <a:pt x="16489" y="22204"/>
                  </a:lnTo>
                  <a:lnTo>
                    <a:pt x="16682" y="22435"/>
                  </a:lnTo>
                  <a:lnTo>
                    <a:pt x="16837" y="22706"/>
                  </a:lnTo>
                  <a:lnTo>
                    <a:pt x="16991" y="22976"/>
                  </a:lnTo>
                  <a:lnTo>
                    <a:pt x="17223" y="23517"/>
                  </a:lnTo>
                  <a:lnTo>
                    <a:pt x="17339" y="23825"/>
                  </a:lnTo>
                  <a:lnTo>
                    <a:pt x="17416" y="24173"/>
                  </a:lnTo>
                  <a:lnTo>
                    <a:pt x="17493" y="24482"/>
                  </a:lnTo>
                  <a:lnTo>
                    <a:pt x="17532" y="24791"/>
                  </a:lnTo>
                  <a:lnTo>
                    <a:pt x="17493" y="25100"/>
                  </a:lnTo>
                  <a:lnTo>
                    <a:pt x="17455" y="25409"/>
                  </a:lnTo>
                  <a:lnTo>
                    <a:pt x="17339" y="25602"/>
                  </a:lnTo>
                  <a:lnTo>
                    <a:pt x="17223" y="25756"/>
                  </a:lnTo>
                  <a:lnTo>
                    <a:pt x="17068" y="25833"/>
                  </a:lnTo>
                  <a:lnTo>
                    <a:pt x="16914" y="25872"/>
                  </a:lnTo>
                  <a:lnTo>
                    <a:pt x="16528" y="25872"/>
                  </a:lnTo>
                  <a:lnTo>
                    <a:pt x="16103" y="25756"/>
                  </a:lnTo>
                  <a:lnTo>
                    <a:pt x="15447" y="25563"/>
                  </a:lnTo>
                  <a:lnTo>
                    <a:pt x="15099" y="25409"/>
                  </a:lnTo>
                  <a:lnTo>
                    <a:pt x="14790" y="25254"/>
                  </a:lnTo>
                  <a:lnTo>
                    <a:pt x="14443" y="25061"/>
                  </a:lnTo>
                  <a:lnTo>
                    <a:pt x="14095" y="24829"/>
                  </a:lnTo>
                  <a:lnTo>
                    <a:pt x="13786" y="24559"/>
                  </a:lnTo>
                  <a:lnTo>
                    <a:pt x="13516" y="24250"/>
                  </a:lnTo>
                  <a:lnTo>
                    <a:pt x="13284" y="23903"/>
                  </a:lnTo>
                  <a:lnTo>
                    <a:pt x="13091" y="23555"/>
                  </a:lnTo>
                  <a:lnTo>
                    <a:pt x="12937" y="23208"/>
                  </a:lnTo>
                  <a:lnTo>
                    <a:pt x="12821" y="22783"/>
                  </a:lnTo>
                  <a:lnTo>
                    <a:pt x="12744" y="22706"/>
                  </a:lnTo>
                  <a:lnTo>
                    <a:pt x="12666" y="22667"/>
                  </a:lnTo>
                  <a:lnTo>
                    <a:pt x="12589" y="22706"/>
                  </a:lnTo>
                  <a:lnTo>
                    <a:pt x="12512" y="22744"/>
                  </a:lnTo>
                  <a:lnTo>
                    <a:pt x="12048" y="23439"/>
                  </a:lnTo>
                  <a:lnTo>
                    <a:pt x="11933" y="23053"/>
                  </a:lnTo>
                  <a:lnTo>
                    <a:pt x="11855" y="22628"/>
                  </a:lnTo>
                  <a:lnTo>
                    <a:pt x="11855" y="22242"/>
                  </a:lnTo>
                  <a:lnTo>
                    <a:pt x="11894" y="21817"/>
                  </a:lnTo>
                  <a:lnTo>
                    <a:pt x="12280" y="21740"/>
                  </a:lnTo>
                  <a:lnTo>
                    <a:pt x="12666" y="21586"/>
                  </a:lnTo>
                  <a:lnTo>
                    <a:pt x="12589" y="21817"/>
                  </a:lnTo>
                  <a:lnTo>
                    <a:pt x="12589" y="22049"/>
                  </a:lnTo>
                  <a:lnTo>
                    <a:pt x="12589" y="22126"/>
                  </a:lnTo>
                  <a:lnTo>
                    <a:pt x="12628" y="22165"/>
                  </a:lnTo>
                  <a:lnTo>
                    <a:pt x="12937" y="22165"/>
                  </a:lnTo>
                  <a:lnTo>
                    <a:pt x="13130" y="22319"/>
                  </a:lnTo>
                  <a:lnTo>
                    <a:pt x="13323" y="22551"/>
                  </a:lnTo>
                  <a:lnTo>
                    <a:pt x="13516" y="22821"/>
                  </a:lnTo>
                  <a:lnTo>
                    <a:pt x="13863" y="23439"/>
                  </a:lnTo>
                  <a:lnTo>
                    <a:pt x="14095" y="23825"/>
                  </a:lnTo>
                  <a:lnTo>
                    <a:pt x="14404" y="24173"/>
                  </a:lnTo>
                  <a:lnTo>
                    <a:pt x="14751" y="24482"/>
                  </a:lnTo>
                  <a:lnTo>
                    <a:pt x="15176" y="24752"/>
                  </a:lnTo>
                  <a:lnTo>
                    <a:pt x="15640" y="24907"/>
                  </a:lnTo>
                  <a:lnTo>
                    <a:pt x="15871" y="24945"/>
                  </a:lnTo>
                  <a:lnTo>
                    <a:pt x="16103" y="24984"/>
                  </a:lnTo>
                  <a:lnTo>
                    <a:pt x="16566" y="24984"/>
                  </a:lnTo>
                  <a:lnTo>
                    <a:pt x="16644" y="24945"/>
                  </a:lnTo>
                  <a:lnTo>
                    <a:pt x="16644" y="24907"/>
                  </a:lnTo>
                  <a:lnTo>
                    <a:pt x="16644" y="24829"/>
                  </a:lnTo>
                  <a:lnTo>
                    <a:pt x="16605" y="24791"/>
                  </a:lnTo>
                  <a:lnTo>
                    <a:pt x="16605" y="24752"/>
                  </a:lnTo>
                  <a:lnTo>
                    <a:pt x="16451" y="24250"/>
                  </a:lnTo>
                  <a:lnTo>
                    <a:pt x="16257" y="23748"/>
                  </a:lnTo>
                  <a:lnTo>
                    <a:pt x="16026" y="23285"/>
                  </a:lnTo>
                  <a:lnTo>
                    <a:pt x="15755" y="22821"/>
                  </a:lnTo>
                  <a:lnTo>
                    <a:pt x="15485" y="22397"/>
                  </a:lnTo>
                  <a:lnTo>
                    <a:pt x="15176" y="22011"/>
                  </a:lnTo>
                  <a:lnTo>
                    <a:pt x="14829" y="21586"/>
                  </a:lnTo>
                  <a:lnTo>
                    <a:pt x="14443" y="21238"/>
                  </a:lnTo>
                  <a:lnTo>
                    <a:pt x="14597" y="21161"/>
                  </a:lnTo>
                  <a:lnTo>
                    <a:pt x="14713" y="21045"/>
                  </a:lnTo>
                  <a:lnTo>
                    <a:pt x="14751" y="20968"/>
                  </a:lnTo>
                  <a:lnTo>
                    <a:pt x="14751" y="20929"/>
                  </a:lnTo>
                  <a:lnTo>
                    <a:pt x="14713" y="20852"/>
                  </a:lnTo>
                  <a:lnTo>
                    <a:pt x="14674" y="20814"/>
                  </a:lnTo>
                  <a:lnTo>
                    <a:pt x="14211" y="20505"/>
                  </a:lnTo>
                  <a:lnTo>
                    <a:pt x="14481" y="20157"/>
                  </a:lnTo>
                  <a:close/>
                  <a:moveTo>
                    <a:pt x="155" y="0"/>
                  </a:moveTo>
                  <a:lnTo>
                    <a:pt x="116" y="39"/>
                  </a:lnTo>
                  <a:lnTo>
                    <a:pt x="78" y="77"/>
                  </a:lnTo>
                  <a:lnTo>
                    <a:pt x="116" y="155"/>
                  </a:lnTo>
                  <a:lnTo>
                    <a:pt x="78" y="193"/>
                  </a:lnTo>
                  <a:lnTo>
                    <a:pt x="39" y="270"/>
                  </a:lnTo>
                  <a:lnTo>
                    <a:pt x="1" y="1583"/>
                  </a:lnTo>
                  <a:lnTo>
                    <a:pt x="39" y="2896"/>
                  </a:lnTo>
                  <a:lnTo>
                    <a:pt x="116" y="4171"/>
                  </a:lnTo>
                  <a:lnTo>
                    <a:pt x="310" y="5483"/>
                  </a:lnTo>
                  <a:lnTo>
                    <a:pt x="541" y="6758"/>
                  </a:lnTo>
                  <a:lnTo>
                    <a:pt x="850" y="8032"/>
                  </a:lnTo>
                  <a:lnTo>
                    <a:pt x="1198" y="9306"/>
                  </a:lnTo>
                  <a:lnTo>
                    <a:pt x="1622" y="10542"/>
                  </a:lnTo>
                  <a:lnTo>
                    <a:pt x="2124" y="11739"/>
                  </a:lnTo>
                  <a:lnTo>
                    <a:pt x="2665" y="12936"/>
                  </a:lnTo>
                  <a:lnTo>
                    <a:pt x="3283" y="14095"/>
                  </a:lnTo>
                  <a:lnTo>
                    <a:pt x="3978" y="15214"/>
                  </a:lnTo>
                  <a:lnTo>
                    <a:pt x="4519" y="16064"/>
                  </a:lnTo>
                  <a:lnTo>
                    <a:pt x="5098" y="16913"/>
                  </a:lnTo>
                  <a:lnTo>
                    <a:pt x="4827" y="17686"/>
                  </a:lnTo>
                  <a:lnTo>
                    <a:pt x="4596" y="18458"/>
                  </a:lnTo>
                  <a:lnTo>
                    <a:pt x="4441" y="19269"/>
                  </a:lnTo>
                  <a:lnTo>
                    <a:pt x="4325" y="20080"/>
                  </a:lnTo>
                  <a:lnTo>
                    <a:pt x="4325" y="20157"/>
                  </a:lnTo>
                  <a:lnTo>
                    <a:pt x="4364" y="20196"/>
                  </a:lnTo>
                  <a:lnTo>
                    <a:pt x="4480" y="20273"/>
                  </a:lnTo>
                  <a:lnTo>
                    <a:pt x="4596" y="20543"/>
                  </a:lnTo>
                  <a:lnTo>
                    <a:pt x="4712" y="20775"/>
                  </a:lnTo>
                  <a:lnTo>
                    <a:pt x="4905" y="21045"/>
                  </a:lnTo>
                  <a:lnTo>
                    <a:pt x="5059" y="21277"/>
                  </a:lnTo>
                  <a:lnTo>
                    <a:pt x="5484" y="21702"/>
                  </a:lnTo>
                  <a:lnTo>
                    <a:pt x="5831" y="22165"/>
                  </a:lnTo>
                  <a:lnTo>
                    <a:pt x="6333" y="22860"/>
                  </a:lnTo>
                  <a:lnTo>
                    <a:pt x="6835" y="23594"/>
                  </a:lnTo>
                  <a:lnTo>
                    <a:pt x="7260" y="24366"/>
                  </a:lnTo>
                  <a:lnTo>
                    <a:pt x="7646" y="25138"/>
                  </a:lnTo>
                  <a:lnTo>
                    <a:pt x="7724" y="25216"/>
                  </a:lnTo>
                  <a:lnTo>
                    <a:pt x="7878" y="25216"/>
                  </a:lnTo>
                  <a:lnTo>
                    <a:pt x="7917" y="25177"/>
                  </a:lnTo>
                  <a:lnTo>
                    <a:pt x="7994" y="25216"/>
                  </a:lnTo>
                  <a:lnTo>
                    <a:pt x="8110" y="25216"/>
                  </a:lnTo>
                  <a:lnTo>
                    <a:pt x="8187" y="25138"/>
                  </a:lnTo>
                  <a:lnTo>
                    <a:pt x="8534" y="24327"/>
                  </a:lnTo>
                  <a:lnTo>
                    <a:pt x="8921" y="23478"/>
                  </a:lnTo>
                  <a:lnTo>
                    <a:pt x="9577" y="21779"/>
                  </a:lnTo>
                  <a:lnTo>
                    <a:pt x="9577" y="21663"/>
                  </a:lnTo>
                  <a:lnTo>
                    <a:pt x="9538" y="21586"/>
                  </a:lnTo>
                  <a:lnTo>
                    <a:pt x="8766" y="20543"/>
                  </a:lnTo>
                  <a:lnTo>
                    <a:pt x="8071" y="19462"/>
                  </a:lnTo>
                  <a:lnTo>
                    <a:pt x="8612" y="19694"/>
                  </a:lnTo>
                  <a:lnTo>
                    <a:pt x="9152" y="19848"/>
                  </a:lnTo>
                  <a:lnTo>
                    <a:pt x="9732" y="19925"/>
                  </a:lnTo>
                  <a:lnTo>
                    <a:pt x="10311" y="19964"/>
                  </a:lnTo>
                  <a:lnTo>
                    <a:pt x="10311" y="20389"/>
                  </a:lnTo>
                  <a:lnTo>
                    <a:pt x="10349" y="20852"/>
                  </a:lnTo>
                  <a:lnTo>
                    <a:pt x="10465" y="21315"/>
                  </a:lnTo>
                  <a:lnTo>
                    <a:pt x="10542" y="21547"/>
                  </a:lnTo>
                  <a:lnTo>
                    <a:pt x="10697" y="21740"/>
                  </a:lnTo>
                  <a:lnTo>
                    <a:pt x="10736" y="21779"/>
                  </a:lnTo>
                  <a:lnTo>
                    <a:pt x="10813" y="21779"/>
                  </a:lnTo>
                  <a:lnTo>
                    <a:pt x="10851" y="21856"/>
                  </a:lnTo>
                  <a:lnTo>
                    <a:pt x="10929" y="21856"/>
                  </a:lnTo>
                  <a:lnTo>
                    <a:pt x="11315" y="21895"/>
                  </a:lnTo>
                  <a:lnTo>
                    <a:pt x="11662" y="21856"/>
                  </a:lnTo>
                  <a:lnTo>
                    <a:pt x="11624" y="22126"/>
                  </a:lnTo>
                  <a:lnTo>
                    <a:pt x="11585" y="22358"/>
                  </a:lnTo>
                  <a:lnTo>
                    <a:pt x="11546" y="22590"/>
                  </a:lnTo>
                  <a:lnTo>
                    <a:pt x="11585" y="22860"/>
                  </a:lnTo>
                  <a:lnTo>
                    <a:pt x="11624" y="23092"/>
                  </a:lnTo>
                  <a:lnTo>
                    <a:pt x="11662" y="23323"/>
                  </a:lnTo>
                  <a:lnTo>
                    <a:pt x="11778" y="23594"/>
                  </a:lnTo>
                  <a:lnTo>
                    <a:pt x="11894" y="23825"/>
                  </a:lnTo>
                  <a:lnTo>
                    <a:pt x="11933" y="23903"/>
                  </a:lnTo>
                  <a:lnTo>
                    <a:pt x="12010" y="23903"/>
                  </a:lnTo>
                  <a:lnTo>
                    <a:pt x="12087" y="23864"/>
                  </a:lnTo>
                  <a:lnTo>
                    <a:pt x="12164" y="23825"/>
                  </a:lnTo>
                  <a:lnTo>
                    <a:pt x="12589" y="23208"/>
                  </a:lnTo>
                  <a:lnTo>
                    <a:pt x="12744" y="23594"/>
                  </a:lnTo>
                  <a:lnTo>
                    <a:pt x="12937" y="23941"/>
                  </a:lnTo>
                  <a:lnTo>
                    <a:pt x="13168" y="24289"/>
                  </a:lnTo>
                  <a:lnTo>
                    <a:pt x="13439" y="24598"/>
                  </a:lnTo>
                  <a:lnTo>
                    <a:pt x="13709" y="24907"/>
                  </a:lnTo>
                  <a:lnTo>
                    <a:pt x="14018" y="25177"/>
                  </a:lnTo>
                  <a:lnTo>
                    <a:pt x="14365" y="25409"/>
                  </a:lnTo>
                  <a:lnTo>
                    <a:pt x="14713" y="25602"/>
                  </a:lnTo>
                  <a:lnTo>
                    <a:pt x="15331" y="25911"/>
                  </a:lnTo>
                  <a:lnTo>
                    <a:pt x="15717" y="26027"/>
                  </a:lnTo>
                  <a:lnTo>
                    <a:pt x="16142" y="26181"/>
                  </a:lnTo>
                  <a:lnTo>
                    <a:pt x="16566" y="26258"/>
                  </a:lnTo>
                  <a:lnTo>
                    <a:pt x="16953" y="26297"/>
                  </a:lnTo>
                  <a:lnTo>
                    <a:pt x="17146" y="26297"/>
                  </a:lnTo>
                  <a:lnTo>
                    <a:pt x="17300" y="26258"/>
                  </a:lnTo>
                  <a:lnTo>
                    <a:pt x="17416" y="26181"/>
                  </a:lnTo>
                  <a:lnTo>
                    <a:pt x="17570" y="26104"/>
                  </a:lnTo>
                  <a:lnTo>
                    <a:pt x="17648" y="25949"/>
                  </a:lnTo>
                  <a:lnTo>
                    <a:pt x="17725" y="25833"/>
                  </a:lnTo>
                  <a:lnTo>
                    <a:pt x="17841" y="25486"/>
                  </a:lnTo>
                  <a:lnTo>
                    <a:pt x="17879" y="25100"/>
                  </a:lnTo>
                  <a:lnTo>
                    <a:pt x="17841" y="24675"/>
                  </a:lnTo>
                  <a:lnTo>
                    <a:pt x="17802" y="24289"/>
                  </a:lnTo>
                  <a:lnTo>
                    <a:pt x="17686" y="23903"/>
                  </a:lnTo>
                  <a:lnTo>
                    <a:pt x="17493" y="23246"/>
                  </a:lnTo>
                  <a:lnTo>
                    <a:pt x="17223" y="22706"/>
                  </a:lnTo>
                  <a:lnTo>
                    <a:pt x="16914" y="22204"/>
                  </a:lnTo>
                  <a:lnTo>
                    <a:pt x="16528" y="21740"/>
                  </a:lnTo>
                  <a:lnTo>
                    <a:pt x="16103" y="21354"/>
                  </a:lnTo>
                  <a:lnTo>
                    <a:pt x="16296" y="21315"/>
                  </a:lnTo>
                  <a:lnTo>
                    <a:pt x="16489" y="21277"/>
                  </a:lnTo>
                  <a:lnTo>
                    <a:pt x="16682" y="21161"/>
                  </a:lnTo>
                  <a:lnTo>
                    <a:pt x="16875" y="21045"/>
                  </a:lnTo>
                  <a:lnTo>
                    <a:pt x="16914" y="21007"/>
                  </a:lnTo>
                  <a:lnTo>
                    <a:pt x="16953" y="20929"/>
                  </a:lnTo>
                  <a:lnTo>
                    <a:pt x="16914" y="20814"/>
                  </a:lnTo>
                  <a:lnTo>
                    <a:pt x="16875" y="20775"/>
                  </a:lnTo>
                  <a:lnTo>
                    <a:pt x="16335" y="20466"/>
                  </a:lnTo>
                  <a:lnTo>
                    <a:pt x="15833" y="20196"/>
                  </a:lnTo>
                  <a:lnTo>
                    <a:pt x="15292" y="20003"/>
                  </a:lnTo>
                  <a:lnTo>
                    <a:pt x="14713" y="19848"/>
                  </a:lnTo>
                  <a:lnTo>
                    <a:pt x="14983" y="19346"/>
                  </a:lnTo>
                  <a:lnTo>
                    <a:pt x="14983" y="19230"/>
                  </a:lnTo>
                  <a:lnTo>
                    <a:pt x="14983" y="19114"/>
                  </a:lnTo>
                  <a:lnTo>
                    <a:pt x="14983" y="19076"/>
                  </a:lnTo>
                  <a:lnTo>
                    <a:pt x="14945" y="19037"/>
                  </a:lnTo>
                  <a:lnTo>
                    <a:pt x="14172" y="18574"/>
                  </a:lnTo>
                  <a:lnTo>
                    <a:pt x="13825" y="18342"/>
                  </a:lnTo>
                  <a:lnTo>
                    <a:pt x="13477" y="18033"/>
                  </a:lnTo>
                  <a:lnTo>
                    <a:pt x="13554" y="17879"/>
                  </a:lnTo>
                  <a:lnTo>
                    <a:pt x="13670" y="17493"/>
                  </a:lnTo>
                  <a:lnTo>
                    <a:pt x="13747" y="17106"/>
                  </a:lnTo>
                  <a:lnTo>
                    <a:pt x="13786" y="16720"/>
                  </a:lnTo>
                  <a:lnTo>
                    <a:pt x="13825" y="16334"/>
                  </a:lnTo>
                  <a:lnTo>
                    <a:pt x="14249" y="17106"/>
                  </a:lnTo>
                  <a:lnTo>
                    <a:pt x="14674" y="17956"/>
                  </a:lnTo>
                  <a:lnTo>
                    <a:pt x="14751" y="18033"/>
                  </a:lnTo>
                  <a:lnTo>
                    <a:pt x="14867" y="18033"/>
                  </a:lnTo>
                  <a:lnTo>
                    <a:pt x="15640" y="18072"/>
                  </a:lnTo>
                  <a:lnTo>
                    <a:pt x="16412" y="18110"/>
                  </a:lnTo>
                  <a:lnTo>
                    <a:pt x="17184" y="18188"/>
                  </a:lnTo>
                  <a:lnTo>
                    <a:pt x="17957" y="18304"/>
                  </a:lnTo>
                  <a:lnTo>
                    <a:pt x="18111" y="18304"/>
                  </a:lnTo>
                  <a:lnTo>
                    <a:pt x="18188" y="18226"/>
                  </a:lnTo>
                  <a:lnTo>
                    <a:pt x="18227" y="18110"/>
                  </a:lnTo>
                  <a:lnTo>
                    <a:pt x="18188" y="17995"/>
                  </a:lnTo>
                  <a:lnTo>
                    <a:pt x="16798" y="15099"/>
                  </a:lnTo>
                  <a:lnTo>
                    <a:pt x="16064" y="13631"/>
                  </a:lnTo>
                  <a:lnTo>
                    <a:pt x="15678" y="12936"/>
                  </a:lnTo>
                  <a:lnTo>
                    <a:pt x="15253" y="12241"/>
                  </a:lnTo>
                  <a:lnTo>
                    <a:pt x="15176" y="12202"/>
                  </a:lnTo>
                  <a:lnTo>
                    <a:pt x="15099" y="12202"/>
                  </a:lnTo>
                  <a:lnTo>
                    <a:pt x="14713" y="12164"/>
                  </a:lnTo>
                  <a:lnTo>
                    <a:pt x="14288" y="12164"/>
                  </a:lnTo>
                  <a:lnTo>
                    <a:pt x="13516" y="12125"/>
                  </a:lnTo>
                  <a:lnTo>
                    <a:pt x="12164" y="12009"/>
                  </a:lnTo>
                  <a:lnTo>
                    <a:pt x="11662" y="11198"/>
                  </a:lnTo>
                  <a:lnTo>
                    <a:pt x="11122" y="10465"/>
                  </a:lnTo>
                  <a:lnTo>
                    <a:pt x="10542" y="9731"/>
                  </a:lnTo>
                  <a:lnTo>
                    <a:pt x="10002" y="8997"/>
                  </a:lnTo>
                  <a:lnTo>
                    <a:pt x="8959" y="7762"/>
                  </a:lnTo>
                  <a:lnTo>
                    <a:pt x="7839" y="6565"/>
                  </a:lnTo>
                  <a:lnTo>
                    <a:pt x="6720" y="5406"/>
                  </a:lnTo>
                  <a:lnTo>
                    <a:pt x="5561" y="4286"/>
                  </a:lnTo>
                  <a:lnTo>
                    <a:pt x="4325" y="3205"/>
                  </a:lnTo>
                  <a:lnTo>
                    <a:pt x="3128" y="2163"/>
                  </a:lnTo>
                  <a:lnTo>
                    <a:pt x="1854" y="1120"/>
                  </a:lnTo>
                  <a:lnTo>
                    <a:pt x="580" y="116"/>
                  </a:lnTo>
                  <a:lnTo>
                    <a:pt x="541" y="77"/>
                  </a:lnTo>
                  <a:lnTo>
                    <a:pt x="464" y="77"/>
                  </a:lnTo>
                  <a:lnTo>
                    <a:pt x="348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17"/>
            <p:cNvSpPr/>
            <p:nvPr/>
          </p:nvSpPr>
          <p:spPr>
            <a:xfrm>
              <a:off x="668675" y="2948700"/>
              <a:ext cx="256800" cy="152550"/>
            </a:xfrm>
            <a:custGeom>
              <a:avLst/>
              <a:gdLst/>
              <a:ahLst/>
              <a:cxnLst/>
              <a:rect l="l" t="t" r="r" b="b"/>
              <a:pathLst>
                <a:path w="10272" h="6102" extrusionOk="0">
                  <a:moveTo>
                    <a:pt x="541" y="1"/>
                  </a:moveTo>
                  <a:lnTo>
                    <a:pt x="425" y="39"/>
                  </a:lnTo>
                  <a:lnTo>
                    <a:pt x="348" y="116"/>
                  </a:lnTo>
                  <a:lnTo>
                    <a:pt x="232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889"/>
                  </a:lnTo>
                  <a:lnTo>
                    <a:pt x="0" y="1275"/>
                  </a:lnTo>
                  <a:lnTo>
                    <a:pt x="0" y="1622"/>
                  </a:lnTo>
                  <a:lnTo>
                    <a:pt x="0" y="2047"/>
                  </a:lnTo>
                  <a:lnTo>
                    <a:pt x="77" y="2511"/>
                  </a:lnTo>
                  <a:lnTo>
                    <a:pt x="155" y="2935"/>
                  </a:lnTo>
                  <a:lnTo>
                    <a:pt x="309" y="3321"/>
                  </a:lnTo>
                  <a:lnTo>
                    <a:pt x="502" y="3785"/>
                  </a:lnTo>
                  <a:lnTo>
                    <a:pt x="734" y="4171"/>
                  </a:lnTo>
                  <a:lnTo>
                    <a:pt x="1004" y="4557"/>
                  </a:lnTo>
                  <a:lnTo>
                    <a:pt x="1313" y="4905"/>
                  </a:lnTo>
                  <a:lnTo>
                    <a:pt x="1699" y="5214"/>
                  </a:lnTo>
                  <a:lnTo>
                    <a:pt x="2047" y="5523"/>
                  </a:lnTo>
                  <a:lnTo>
                    <a:pt x="2472" y="5754"/>
                  </a:lnTo>
                  <a:lnTo>
                    <a:pt x="2896" y="5947"/>
                  </a:lnTo>
                  <a:lnTo>
                    <a:pt x="3167" y="5716"/>
                  </a:lnTo>
                  <a:lnTo>
                    <a:pt x="2819" y="5561"/>
                  </a:lnTo>
                  <a:lnTo>
                    <a:pt x="2510" y="5368"/>
                  </a:lnTo>
                  <a:lnTo>
                    <a:pt x="2240" y="5136"/>
                  </a:lnTo>
                  <a:lnTo>
                    <a:pt x="1931" y="4905"/>
                  </a:lnTo>
                  <a:lnTo>
                    <a:pt x="1661" y="4634"/>
                  </a:lnTo>
                  <a:lnTo>
                    <a:pt x="1429" y="4364"/>
                  </a:lnTo>
                  <a:lnTo>
                    <a:pt x="1197" y="4094"/>
                  </a:lnTo>
                  <a:lnTo>
                    <a:pt x="1004" y="3785"/>
                  </a:lnTo>
                  <a:lnTo>
                    <a:pt x="811" y="3476"/>
                  </a:lnTo>
                  <a:lnTo>
                    <a:pt x="657" y="3128"/>
                  </a:lnTo>
                  <a:lnTo>
                    <a:pt x="541" y="2781"/>
                  </a:lnTo>
                  <a:lnTo>
                    <a:pt x="464" y="2433"/>
                  </a:lnTo>
                  <a:lnTo>
                    <a:pt x="425" y="2086"/>
                  </a:lnTo>
                  <a:lnTo>
                    <a:pt x="386" y="1700"/>
                  </a:lnTo>
                  <a:lnTo>
                    <a:pt x="425" y="1352"/>
                  </a:lnTo>
                  <a:lnTo>
                    <a:pt x="464" y="966"/>
                  </a:lnTo>
                  <a:lnTo>
                    <a:pt x="541" y="696"/>
                  </a:lnTo>
                  <a:lnTo>
                    <a:pt x="579" y="541"/>
                  </a:lnTo>
                  <a:lnTo>
                    <a:pt x="657" y="464"/>
                  </a:lnTo>
                  <a:lnTo>
                    <a:pt x="811" y="503"/>
                  </a:lnTo>
                  <a:lnTo>
                    <a:pt x="1043" y="618"/>
                  </a:lnTo>
                  <a:lnTo>
                    <a:pt x="1429" y="812"/>
                  </a:lnTo>
                  <a:lnTo>
                    <a:pt x="1738" y="1005"/>
                  </a:lnTo>
                  <a:lnTo>
                    <a:pt x="2085" y="1236"/>
                  </a:lnTo>
                  <a:lnTo>
                    <a:pt x="2394" y="1468"/>
                  </a:lnTo>
                  <a:lnTo>
                    <a:pt x="2665" y="1738"/>
                  </a:lnTo>
                  <a:lnTo>
                    <a:pt x="2935" y="2009"/>
                  </a:lnTo>
                  <a:lnTo>
                    <a:pt x="3167" y="2279"/>
                  </a:lnTo>
                  <a:lnTo>
                    <a:pt x="3360" y="2588"/>
                  </a:lnTo>
                  <a:lnTo>
                    <a:pt x="3514" y="2897"/>
                  </a:lnTo>
                  <a:lnTo>
                    <a:pt x="3630" y="3244"/>
                  </a:lnTo>
                  <a:lnTo>
                    <a:pt x="3707" y="3592"/>
                  </a:lnTo>
                  <a:lnTo>
                    <a:pt x="3784" y="3939"/>
                  </a:lnTo>
                  <a:lnTo>
                    <a:pt x="3784" y="4325"/>
                  </a:lnTo>
                  <a:lnTo>
                    <a:pt x="3823" y="4403"/>
                  </a:lnTo>
                  <a:lnTo>
                    <a:pt x="3939" y="4480"/>
                  </a:lnTo>
                  <a:lnTo>
                    <a:pt x="3939" y="4557"/>
                  </a:lnTo>
                  <a:lnTo>
                    <a:pt x="3978" y="4596"/>
                  </a:lnTo>
                  <a:lnTo>
                    <a:pt x="4016" y="4596"/>
                  </a:lnTo>
                  <a:lnTo>
                    <a:pt x="4055" y="4557"/>
                  </a:lnTo>
                  <a:lnTo>
                    <a:pt x="4171" y="4403"/>
                  </a:lnTo>
                  <a:lnTo>
                    <a:pt x="4286" y="4287"/>
                  </a:lnTo>
                  <a:lnTo>
                    <a:pt x="4595" y="4017"/>
                  </a:lnTo>
                  <a:lnTo>
                    <a:pt x="4943" y="3785"/>
                  </a:lnTo>
                  <a:lnTo>
                    <a:pt x="5329" y="3630"/>
                  </a:lnTo>
                  <a:lnTo>
                    <a:pt x="5754" y="3476"/>
                  </a:lnTo>
                  <a:lnTo>
                    <a:pt x="6179" y="3360"/>
                  </a:lnTo>
                  <a:lnTo>
                    <a:pt x="6565" y="3283"/>
                  </a:lnTo>
                  <a:lnTo>
                    <a:pt x="6912" y="3206"/>
                  </a:lnTo>
                  <a:lnTo>
                    <a:pt x="7260" y="3167"/>
                  </a:lnTo>
                  <a:lnTo>
                    <a:pt x="7646" y="3167"/>
                  </a:lnTo>
                  <a:lnTo>
                    <a:pt x="7994" y="3206"/>
                  </a:lnTo>
                  <a:lnTo>
                    <a:pt x="8380" y="3244"/>
                  </a:lnTo>
                  <a:lnTo>
                    <a:pt x="8727" y="3321"/>
                  </a:lnTo>
                  <a:lnTo>
                    <a:pt x="9075" y="3399"/>
                  </a:lnTo>
                  <a:lnTo>
                    <a:pt x="9422" y="3553"/>
                  </a:lnTo>
                  <a:lnTo>
                    <a:pt x="9770" y="3669"/>
                  </a:lnTo>
                  <a:lnTo>
                    <a:pt x="9499" y="4017"/>
                  </a:lnTo>
                  <a:lnTo>
                    <a:pt x="9229" y="4364"/>
                  </a:lnTo>
                  <a:lnTo>
                    <a:pt x="8920" y="4634"/>
                  </a:lnTo>
                  <a:lnTo>
                    <a:pt x="8611" y="4905"/>
                  </a:lnTo>
                  <a:lnTo>
                    <a:pt x="8264" y="5136"/>
                  </a:lnTo>
                  <a:lnTo>
                    <a:pt x="7916" y="5329"/>
                  </a:lnTo>
                  <a:lnTo>
                    <a:pt x="7530" y="5484"/>
                  </a:lnTo>
                  <a:lnTo>
                    <a:pt x="7105" y="5600"/>
                  </a:lnTo>
                  <a:lnTo>
                    <a:pt x="6719" y="5638"/>
                  </a:lnTo>
                  <a:lnTo>
                    <a:pt x="6333" y="5677"/>
                  </a:lnTo>
                  <a:lnTo>
                    <a:pt x="5599" y="5677"/>
                  </a:lnTo>
                  <a:lnTo>
                    <a:pt x="4866" y="5600"/>
                  </a:lnTo>
                  <a:lnTo>
                    <a:pt x="4093" y="5484"/>
                  </a:lnTo>
                  <a:lnTo>
                    <a:pt x="4016" y="5484"/>
                  </a:lnTo>
                  <a:lnTo>
                    <a:pt x="3978" y="5523"/>
                  </a:lnTo>
                  <a:lnTo>
                    <a:pt x="3900" y="5638"/>
                  </a:lnTo>
                  <a:lnTo>
                    <a:pt x="3862" y="5638"/>
                  </a:lnTo>
                  <a:lnTo>
                    <a:pt x="3862" y="5716"/>
                  </a:lnTo>
                  <a:lnTo>
                    <a:pt x="3900" y="6025"/>
                  </a:lnTo>
                  <a:lnTo>
                    <a:pt x="4093" y="5909"/>
                  </a:lnTo>
                  <a:lnTo>
                    <a:pt x="4943" y="6025"/>
                  </a:lnTo>
                  <a:lnTo>
                    <a:pt x="5792" y="6102"/>
                  </a:lnTo>
                  <a:lnTo>
                    <a:pt x="6217" y="6102"/>
                  </a:lnTo>
                  <a:lnTo>
                    <a:pt x="6642" y="6063"/>
                  </a:lnTo>
                  <a:lnTo>
                    <a:pt x="7105" y="6025"/>
                  </a:lnTo>
                  <a:lnTo>
                    <a:pt x="7530" y="5947"/>
                  </a:lnTo>
                  <a:lnTo>
                    <a:pt x="7955" y="5793"/>
                  </a:lnTo>
                  <a:lnTo>
                    <a:pt x="8341" y="5600"/>
                  </a:lnTo>
                  <a:lnTo>
                    <a:pt x="8727" y="5368"/>
                  </a:lnTo>
                  <a:lnTo>
                    <a:pt x="9075" y="5098"/>
                  </a:lnTo>
                  <a:lnTo>
                    <a:pt x="9384" y="4789"/>
                  </a:lnTo>
                  <a:lnTo>
                    <a:pt x="9654" y="4441"/>
                  </a:lnTo>
                  <a:lnTo>
                    <a:pt x="10233" y="3746"/>
                  </a:lnTo>
                  <a:lnTo>
                    <a:pt x="10272" y="3630"/>
                  </a:lnTo>
                  <a:lnTo>
                    <a:pt x="10272" y="3553"/>
                  </a:lnTo>
                  <a:lnTo>
                    <a:pt x="10233" y="3476"/>
                  </a:lnTo>
                  <a:lnTo>
                    <a:pt x="10156" y="3399"/>
                  </a:lnTo>
                  <a:lnTo>
                    <a:pt x="9693" y="3206"/>
                  </a:lnTo>
                  <a:lnTo>
                    <a:pt x="9229" y="3013"/>
                  </a:lnTo>
                  <a:lnTo>
                    <a:pt x="8766" y="2897"/>
                  </a:lnTo>
                  <a:lnTo>
                    <a:pt x="8264" y="2781"/>
                  </a:lnTo>
                  <a:lnTo>
                    <a:pt x="7800" y="2742"/>
                  </a:lnTo>
                  <a:lnTo>
                    <a:pt x="7298" y="2742"/>
                  </a:lnTo>
                  <a:lnTo>
                    <a:pt x="6796" y="2781"/>
                  </a:lnTo>
                  <a:lnTo>
                    <a:pt x="6294" y="2858"/>
                  </a:lnTo>
                  <a:lnTo>
                    <a:pt x="5870" y="3013"/>
                  </a:lnTo>
                  <a:lnTo>
                    <a:pt x="5290" y="3206"/>
                  </a:lnTo>
                  <a:lnTo>
                    <a:pt x="4982" y="3321"/>
                  </a:lnTo>
                  <a:lnTo>
                    <a:pt x="4673" y="3476"/>
                  </a:lnTo>
                  <a:lnTo>
                    <a:pt x="4402" y="3630"/>
                  </a:lnTo>
                  <a:lnTo>
                    <a:pt x="4209" y="3823"/>
                  </a:lnTo>
                  <a:lnTo>
                    <a:pt x="4132" y="3476"/>
                  </a:lnTo>
                  <a:lnTo>
                    <a:pt x="4055" y="3128"/>
                  </a:lnTo>
                  <a:lnTo>
                    <a:pt x="3939" y="2781"/>
                  </a:lnTo>
                  <a:lnTo>
                    <a:pt x="3784" y="2472"/>
                  </a:lnTo>
                  <a:lnTo>
                    <a:pt x="3591" y="2163"/>
                  </a:lnTo>
                  <a:lnTo>
                    <a:pt x="3360" y="1854"/>
                  </a:lnTo>
                  <a:lnTo>
                    <a:pt x="3128" y="1584"/>
                  </a:lnTo>
                  <a:lnTo>
                    <a:pt x="2858" y="1314"/>
                  </a:lnTo>
                  <a:lnTo>
                    <a:pt x="2472" y="966"/>
                  </a:lnTo>
                  <a:lnTo>
                    <a:pt x="2008" y="696"/>
                  </a:lnTo>
                  <a:lnTo>
                    <a:pt x="1545" y="425"/>
                  </a:lnTo>
                  <a:lnTo>
                    <a:pt x="1081" y="194"/>
                  </a:lnTo>
                  <a:lnTo>
                    <a:pt x="850" y="78"/>
                  </a:lnTo>
                  <a:lnTo>
                    <a:pt x="657" y="39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17"/>
            <p:cNvSpPr/>
            <p:nvPr/>
          </p:nvSpPr>
          <p:spPr>
            <a:xfrm>
              <a:off x="3343725" y="3024000"/>
              <a:ext cx="482700" cy="227850"/>
            </a:xfrm>
            <a:custGeom>
              <a:avLst/>
              <a:gdLst/>
              <a:ahLst/>
              <a:cxnLst/>
              <a:rect l="l" t="t" r="r" b="b"/>
              <a:pathLst>
                <a:path w="19308" h="9114" extrusionOk="0">
                  <a:moveTo>
                    <a:pt x="77" y="1"/>
                  </a:moveTo>
                  <a:lnTo>
                    <a:pt x="0" y="618"/>
                  </a:lnTo>
                  <a:lnTo>
                    <a:pt x="0" y="1236"/>
                  </a:lnTo>
                  <a:lnTo>
                    <a:pt x="39" y="1854"/>
                  </a:lnTo>
                  <a:lnTo>
                    <a:pt x="154" y="2472"/>
                  </a:lnTo>
                  <a:lnTo>
                    <a:pt x="309" y="3090"/>
                  </a:lnTo>
                  <a:lnTo>
                    <a:pt x="502" y="3669"/>
                  </a:lnTo>
                  <a:lnTo>
                    <a:pt x="772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69" y="5947"/>
                  </a:lnTo>
                  <a:lnTo>
                    <a:pt x="2433" y="6449"/>
                  </a:lnTo>
                  <a:lnTo>
                    <a:pt x="2935" y="6913"/>
                  </a:lnTo>
                  <a:lnTo>
                    <a:pt x="3514" y="7299"/>
                  </a:lnTo>
                  <a:lnTo>
                    <a:pt x="4093" y="7646"/>
                  </a:lnTo>
                  <a:lnTo>
                    <a:pt x="4672" y="7994"/>
                  </a:lnTo>
                  <a:lnTo>
                    <a:pt x="5329" y="8264"/>
                  </a:lnTo>
                  <a:lnTo>
                    <a:pt x="5947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98"/>
                  </a:lnTo>
                  <a:lnTo>
                    <a:pt x="8688" y="9075"/>
                  </a:lnTo>
                  <a:lnTo>
                    <a:pt x="9383" y="9114"/>
                  </a:lnTo>
                  <a:lnTo>
                    <a:pt x="10079" y="9114"/>
                  </a:lnTo>
                  <a:lnTo>
                    <a:pt x="10735" y="9075"/>
                  </a:lnTo>
                  <a:lnTo>
                    <a:pt x="11391" y="9036"/>
                  </a:lnTo>
                  <a:lnTo>
                    <a:pt x="12048" y="8921"/>
                  </a:lnTo>
                  <a:lnTo>
                    <a:pt x="12704" y="8805"/>
                  </a:lnTo>
                  <a:lnTo>
                    <a:pt x="13361" y="8612"/>
                  </a:lnTo>
                  <a:lnTo>
                    <a:pt x="14017" y="8419"/>
                  </a:lnTo>
                  <a:lnTo>
                    <a:pt x="14635" y="8187"/>
                  </a:lnTo>
                  <a:lnTo>
                    <a:pt x="15253" y="7917"/>
                  </a:lnTo>
                  <a:lnTo>
                    <a:pt x="15871" y="7569"/>
                  </a:lnTo>
                  <a:lnTo>
                    <a:pt x="16411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28" y="4905"/>
                  </a:lnTo>
                  <a:lnTo>
                    <a:pt x="19076" y="4325"/>
                  </a:lnTo>
                  <a:lnTo>
                    <a:pt x="19307" y="3708"/>
                  </a:lnTo>
                  <a:lnTo>
                    <a:pt x="19114" y="3669"/>
                  </a:lnTo>
                  <a:lnTo>
                    <a:pt x="18767" y="4171"/>
                  </a:lnTo>
                  <a:lnTo>
                    <a:pt x="18381" y="4673"/>
                  </a:lnTo>
                  <a:lnTo>
                    <a:pt x="17995" y="5136"/>
                  </a:lnTo>
                  <a:lnTo>
                    <a:pt x="17608" y="5561"/>
                  </a:lnTo>
                  <a:lnTo>
                    <a:pt x="17145" y="5986"/>
                  </a:lnTo>
                  <a:lnTo>
                    <a:pt x="16720" y="6372"/>
                  </a:lnTo>
                  <a:lnTo>
                    <a:pt x="16218" y="6720"/>
                  </a:lnTo>
                  <a:lnTo>
                    <a:pt x="15716" y="7028"/>
                  </a:lnTo>
                  <a:lnTo>
                    <a:pt x="15214" y="7337"/>
                  </a:lnTo>
                  <a:lnTo>
                    <a:pt x="14674" y="7608"/>
                  </a:lnTo>
                  <a:lnTo>
                    <a:pt x="14133" y="7839"/>
                  </a:lnTo>
                  <a:lnTo>
                    <a:pt x="13554" y="8032"/>
                  </a:lnTo>
                  <a:lnTo>
                    <a:pt x="12975" y="8225"/>
                  </a:lnTo>
                  <a:lnTo>
                    <a:pt x="12395" y="8380"/>
                  </a:lnTo>
                  <a:lnTo>
                    <a:pt x="11816" y="8496"/>
                  </a:lnTo>
                  <a:lnTo>
                    <a:pt x="11198" y="8573"/>
                  </a:lnTo>
                  <a:lnTo>
                    <a:pt x="10503" y="8612"/>
                  </a:lnTo>
                  <a:lnTo>
                    <a:pt x="9808" y="8650"/>
                  </a:lnTo>
                  <a:lnTo>
                    <a:pt x="9075" y="8612"/>
                  </a:lnTo>
                  <a:lnTo>
                    <a:pt x="8379" y="8573"/>
                  </a:lnTo>
                  <a:lnTo>
                    <a:pt x="7684" y="8457"/>
                  </a:lnTo>
                  <a:lnTo>
                    <a:pt x="6989" y="8303"/>
                  </a:lnTo>
                  <a:lnTo>
                    <a:pt x="6294" y="8110"/>
                  </a:lnTo>
                  <a:lnTo>
                    <a:pt x="5638" y="7878"/>
                  </a:lnTo>
                  <a:lnTo>
                    <a:pt x="4981" y="7608"/>
                  </a:lnTo>
                  <a:lnTo>
                    <a:pt x="4364" y="7299"/>
                  </a:lnTo>
                  <a:lnTo>
                    <a:pt x="3784" y="6951"/>
                  </a:lnTo>
                  <a:lnTo>
                    <a:pt x="3205" y="6526"/>
                  </a:lnTo>
                  <a:lnTo>
                    <a:pt x="2664" y="6063"/>
                  </a:lnTo>
                  <a:lnTo>
                    <a:pt x="2201" y="5561"/>
                  </a:lnTo>
                  <a:lnTo>
                    <a:pt x="1738" y="5020"/>
                  </a:lnTo>
                  <a:lnTo>
                    <a:pt x="1352" y="4403"/>
                  </a:lnTo>
                  <a:lnTo>
                    <a:pt x="1081" y="3901"/>
                  </a:lnTo>
                  <a:lnTo>
                    <a:pt x="850" y="3399"/>
                  </a:lnTo>
                  <a:lnTo>
                    <a:pt x="656" y="2858"/>
                  </a:lnTo>
                  <a:lnTo>
                    <a:pt x="502" y="2317"/>
                  </a:lnTo>
                  <a:lnTo>
                    <a:pt x="425" y="1777"/>
                  </a:lnTo>
                  <a:lnTo>
                    <a:pt x="348" y="1198"/>
                  </a:lnTo>
                  <a:lnTo>
                    <a:pt x="386" y="618"/>
                  </a:lnTo>
                  <a:lnTo>
                    <a:pt x="425" y="78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17"/>
            <p:cNvSpPr/>
            <p:nvPr/>
          </p:nvSpPr>
          <p:spPr>
            <a:xfrm>
              <a:off x="238125" y="3026900"/>
              <a:ext cx="84975" cy="55050"/>
            </a:xfrm>
            <a:custGeom>
              <a:avLst/>
              <a:gdLst/>
              <a:ahLst/>
              <a:cxnLst/>
              <a:rect l="l" t="t" r="r" b="b"/>
              <a:pathLst>
                <a:path w="3399" h="2202" extrusionOk="0">
                  <a:moveTo>
                    <a:pt x="1506" y="425"/>
                  </a:moveTo>
                  <a:lnTo>
                    <a:pt x="1738" y="502"/>
                  </a:lnTo>
                  <a:lnTo>
                    <a:pt x="1931" y="580"/>
                  </a:lnTo>
                  <a:lnTo>
                    <a:pt x="2124" y="657"/>
                  </a:lnTo>
                  <a:lnTo>
                    <a:pt x="2433" y="927"/>
                  </a:lnTo>
                  <a:lnTo>
                    <a:pt x="2742" y="1236"/>
                  </a:lnTo>
                  <a:lnTo>
                    <a:pt x="2973" y="1545"/>
                  </a:lnTo>
                  <a:lnTo>
                    <a:pt x="2549" y="1545"/>
                  </a:lnTo>
                  <a:lnTo>
                    <a:pt x="2085" y="1584"/>
                  </a:lnTo>
                  <a:lnTo>
                    <a:pt x="1699" y="1699"/>
                  </a:lnTo>
                  <a:lnTo>
                    <a:pt x="1467" y="1777"/>
                  </a:lnTo>
                  <a:lnTo>
                    <a:pt x="965" y="1777"/>
                  </a:lnTo>
                  <a:lnTo>
                    <a:pt x="772" y="1738"/>
                  </a:lnTo>
                  <a:lnTo>
                    <a:pt x="579" y="1622"/>
                  </a:lnTo>
                  <a:lnTo>
                    <a:pt x="502" y="1545"/>
                  </a:lnTo>
                  <a:lnTo>
                    <a:pt x="463" y="1429"/>
                  </a:lnTo>
                  <a:lnTo>
                    <a:pt x="386" y="1313"/>
                  </a:lnTo>
                  <a:lnTo>
                    <a:pt x="386" y="1159"/>
                  </a:lnTo>
                  <a:lnTo>
                    <a:pt x="386" y="1043"/>
                  </a:lnTo>
                  <a:lnTo>
                    <a:pt x="425" y="927"/>
                  </a:lnTo>
                  <a:lnTo>
                    <a:pt x="463" y="811"/>
                  </a:lnTo>
                  <a:lnTo>
                    <a:pt x="541" y="734"/>
                  </a:lnTo>
                  <a:lnTo>
                    <a:pt x="734" y="580"/>
                  </a:lnTo>
                  <a:lnTo>
                    <a:pt x="1004" y="502"/>
                  </a:lnTo>
                  <a:lnTo>
                    <a:pt x="1236" y="425"/>
                  </a:lnTo>
                  <a:close/>
                  <a:moveTo>
                    <a:pt x="1004" y="0"/>
                  </a:moveTo>
                  <a:lnTo>
                    <a:pt x="772" y="78"/>
                  </a:lnTo>
                  <a:lnTo>
                    <a:pt x="541" y="193"/>
                  </a:lnTo>
                  <a:lnTo>
                    <a:pt x="386" y="309"/>
                  </a:lnTo>
                  <a:lnTo>
                    <a:pt x="193" y="502"/>
                  </a:lnTo>
                  <a:lnTo>
                    <a:pt x="77" y="734"/>
                  </a:lnTo>
                  <a:lnTo>
                    <a:pt x="0" y="927"/>
                  </a:lnTo>
                  <a:lnTo>
                    <a:pt x="0" y="1159"/>
                  </a:lnTo>
                  <a:lnTo>
                    <a:pt x="0" y="1391"/>
                  </a:lnTo>
                  <a:lnTo>
                    <a:pt x="77" y="1584"/>
                  </a:lnTo>
                  <a:lnTo>
                    <a:pt x="154" y="1777"/>
                  </a:lnTo>
                  <a:lnTo>
                    <a:pt x="309" y="1931"/>
                  </a:lnTo>
                  <a:lnTo>
                    <a:pt x="463" y="2047"/>
                  </a:lnTo>
                  <a:lnTo>
                    <a:pt x="695" y="2163"/>
                  </a:lnTo>
                  <a:lnTo>
                    <a:pt x="1004" y="2201"/>
                  </a:lnTo>
                  <a:lnTo>
                    <a:pt x="1274" y="2201"/>
                  </a:lnTo>
                  <a:lnTo>
                    <a:pt x="1583" y="2163"/>
                  </a:lnTo>
                  <a:lnTo>
                    <a:pt x="1892" y="2086"/>
                  </a:lnTo>
                  <a:lnTo>
                    <a:pt x="2201" y="2008"/>
                  </a:lnTo>
                  <a:lnTo>
                    <a:pt x="2510" y="1931"/>
                  </a:lnTo>
                  <a:lnTo>
                    <a:pt x="2819" y="1931"/>
                  </a:lnTo>
                  <a:lnTo>
                    <a:pt x="3089" y="2008"/>
                  </a:lnTo>
                  <a:lnTo>
                    <a:pt x="3205" y="2008"/>
                  </a:lnTo>
                  <a:lnTo>
                    <a:pt x="3282" y="1970"/>
                  </a:lnTo>
                  <a:lnTo>
                    <a:pt x="3359" y="1893"/>
                  </a:lnTo>
                  <a:lnTo>
                    <a:pt x="3359" y="1815"/>
                  </a:lnTo>
                  <a:lnTo>
                    <a:pt x="3398" y="1777"/>
                  </a:lnTo>
                  <a:lnTo>
                    <a:pt x="3398" y="1699"/>
                  </a:lnTo>
                  <a:lnTo>
                    <a:pt x="3089" y="1159"/>
                  </a:lnTo>
                  <a:lnTo>
                    <a:pt x="2935" y="927"/>
                  </a:lnTo>
                  <a:lnTo>
                    <a:pt x="2742" y="695"/>
                  </a:lnTo>
                  <a:lnTo>
                    <a:pt x="2510" y="464"/>
                  </a:lnTo>
                  <a:lnTo>
                    <a:pt x="2278" y="309"/>
                  </a:lnTo>
                  <a:lnTo>
                    <a:pt x="2008" y="155"/>
                  </a:lnTo>
                  <a:lnTo>
                    <a:pt x="1738" y="3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17"/>
            <p:cNvSpPr/>
            <p:nvPr/>
          </p:nvSpPr>
          <p:spPr>
            <a:xfrm>
              <a:off x="3429625" y="3033650"/>
              <a:ext cx="35750" cy="29950"/>
            </a:xfrm>
            <a:custGeom>
              <a:avLst/>
              <a:gdLst/>
              <a:ahLst/>
              <a:cxnLst/>
              <a:rect l="l" t="t" r="r" b="b"/>
              <a:pathLst>
                <a:path w="1430" h="1198" extrusionOk="0">
                  <a:moveTo>
                    <a:pt x="657" y="1"/>
                  </a:moveTo>
                  <a:lnTo>
                    <a:pt x="464" y="39"/>
                  </a:ln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1" y="580"/>
                  </a:lnTo>
                  <a:lnTo>
                    <a:pt x="1" y="773"/>
                  </a:lnTo>
                  <a:lnTo>
                    <a:pt x="39" y="927"/>
                  </a:lnTo>
                  <a:lnTo>
                    <a:pt x="117" y="1121"/>
                  </a:lnTo>
                  <a:lnTo>
                    <a:pt x="155" y="1159"/>
                  </a:lnTo>
                  <a:lnTo>
                    <a:pt x="232" y="1198"/>
                  </a:lnTo>
                  <a:lnTo>
                    <a:pt x="348" y="1159"/>
                  </a:lnTo>
                  <a:lnTo>
                    <a:pt x="387" y="1082"/>
                  </a:lnTo>
                  <a:lnTo>
                    <a:pt x="426" y="1005"/>
                  </a:lnTo>
                  <a:lnTo>
                    <a:pt x="387" y="966"/>
                  </a:lnTo>
                  <a:lnTo>
                    <a:pt x="348" y="850"/>
                  </a:lnTo>
                  <a:lnTo>
                    <a:pt x="348" y="773"/>
                  </a:lnTo>
                  <a:lnTo>
                    <a:pt x="387" y="580"/>
                  </a:lnTo>
                  <a:lnTo>
                    <a:pt x="503" y="464"/>
                  </a:lnTo>
                  <a:lnTo>
                    <a:pt x="580" y="425"/>
                  </a:lnTo>
                  <a:lnTo>
                    <a:pt x="696" y="387"/>
                  </a:lnTo>
                  <a:lnTo>
                    <a:pt x="773" y="425"/>
                  </a:lnTo>
                  <a:lnTo>
                    <a:pt x="850" y="464"/>
                  </a:lnTo>
                  <a:lnTo>
                    <a:pt x="966" y="580"/>
                  </a:lnTo>
                  <a:lnTo>
                    <a:pt x="1005" y="696"/>
                  </a:lnTo>
                  <a:lnTo>
                    <a:pt x="1005" y="773"/>
                  </a:lnTo>
                  <a:lnTo>
                    <a:pt x="966" y="966"/>
                  </a:lnTo>
                  <a:lnTo>
                    <a:pt x="928" y="1043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43" y="1159"/>
                  </a:lnTo>
                  <a:lnTo>
                    <a:pt x="1236" y="1159"/>
                  </a:lnTo>
                  <a:lnTo>
                    <a:pt x="1314" y="1082"/>
                  </a:lnTo>
                  <a:lnTo>
                    <a:pt x="1391" y="927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87"/>
                  </a:lnTo>
                  <a:lnTo>
                    <a:pt x="1159" y="232"/>
                  </a:lnTo>
                  <a:lnTo>
                    <a:pt x="1005" y="117"/>
                  </a:lnTo>
                  <a:lnTo>
                    <a:pt x="850" y="39"/>
                  </a:lnTo>
                  <a:lnTo>
                    <a:pt x="65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17"/>
            <p:cNvSpPr/>
            <p:nvPr/>
          </p:nvSpPr>
          <p:spPr>
            <a:xfrm>
              <a:off x="3375575" y="3037525"/>
              <a:ext cx="34775" cy="29950"/>
            </a:xfrm>
            <a:custGeom>
              <a:avLst/>
              <a:gdLst/>
              <a:ahLst/>
              <a:cxnLst/>
              <a:rect l="l" t="t" r="r" b="b"/>
              <a:pathLst>
                <a:path w="1391" h="1198" extrusionOk="0">
                  <a:moveTo>
                    <a:pt x="657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0"/>
                  </a:lnTo>
                  <a:lnTo>
                    <a:pt x="39" y="425"/>
                  </a:lnTo>
                  <a:lnTo>
                    <a:pt x="0" y="618"/>
                  </a:lnTo>
                  <a:lnTo>
                    <a:pt x="39" y="811"/>
                  </a:lnTo>
                  <a:lnTo>
                    <a:pt x="116" y="1004"/>
                  </a:lnTo>
                  <a:lnTo>
                    <a:pt x="232" y="1120"/>
                  </a:lnTo>
                  <a:lnTo>
                    <a:pt x="425" y="1197"/>
                  </a:lnTo>
                  <a:lnTo>
                    <a:pt x="502" y="1197"/>
                  </a:lnTo>
                  <a:lnTo>
                    <a:pt x="541" y="1159"/>
                  </a:lnTo>
                  <a:lnTo>
                    <a:pt x="541" y="1081"/>
                  </a:lnTo>
                  <a:lnTo>
                    <a:pt x="502" y="1004"/>
                  </a:lnTo>
                  <a:lnTo>
                    <a:pt x="425" y="927"/>
                  </a:lnTo>
                  <a:lnTo>
                    <a:pt x="386" y="850"/>
                  </a:lnTo>
                  <a:lnTo>
                    <a:pt x="386" y="734"/>
                  </a:lnTo>
                  <a:lnTo>
                    <a:pt x="386" y="618"/>
                  </a:lnTo>
                  <a:lnTo>
                    <a:pt x="425" y="541"/>
                  </a:lnTo>
                  <a:lnTo>
                    <a:pt x="464" y="464"/>
                  </a:lnTo>
                  <a:lnTo>
                    <a:pt x="580" y="425"/>
                  </a:lnTo>
                  <a:lnTo>
                    <a:pt x="695" y="386"/>
                  </a:lnTo>
                  <a:lnTo>
                    <a:pt x="811" y="425"/>
                  </a:lnTo>
                  <a:lnTo>
                    <a:pt x="888" y="464"/>
                  </a:lnTo>
                  <a:lnTo>
                    <a:pt x="927" y="579"/>
                  </a:lnTo>
                  <a:lnTo>
                    <a:pt x="966" y="657"/>
                  </a:lnTo>
                  <a:lnTo>
                    <a:pt x="1043" y="888"/>
                  </a:lnTo>
                  <a:lnTo>
                    <a:pt x="1082" y="966"/>
                  </a:lnTo>
                  <a:lnTo>
                    <a:pt x="1120" y="1081"/>
                  </a:lnTo>
                  <a:lnTo>
                    <a:pt x="1159" y="1120"/>
                  </a:lnTo>
                  <a:lnTo>
                    <a:pt x="1236" y="1120"/>
                  </a:lnTo>
                  <a:lnTo>
                    <a:pt x="1313" y="1043"/>
                  </a:lnTo>
                  <a:lnTo>
                    <a:pt x="1352" y="966"/>
                  </a:lnTo>
                  <a:lnTo>
                    <a:pt x="1390" y="850"/>
                  </a:lnTo>
                  <a:lnTo>
                    <a:pt x="1352" y="618"/>
                  </a:lnTo>
                  <a:lnTo>
                    <a:pt x="1313" y="425"/>
                  </a:lnTo>
                  <a:lnTo>
                    <a:pt x="1197" y="232"/>
                  </a:lnTo>
                  <a:lnTo>
                    <a:pt x="1043" y="116"/>
                  </a:lnTo>
                  <a:lnTo>
                    <a:pt x="850" y="3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17"/>
            <p:cNvSpPr/>
            <p:nvPr/>
          </p:nvSpPr>
          <p:spPr>
            <a:xfrm>
              <a:off x="333675" y="3041375"/>
              <a:ext cx="49275" cy="56025"/>
            </a:xfrm>
            <a:custGeom>
              <a:avLst/>
              <a:gdLst/>
              <a:ahLst/>
              <a:cxnLst/>
              <a:rect l="l" t="t" r="r" b="b"/>
              <a:pathLst>
                <a:path w="1971" h="2241" extrusionOk="0">
                  <a:moveTo>
                    <a:pt x="1237" y="425"/>
                  </a:moveTo>
                  <a:lnTo>
                    <a:pt x="1391" y="464"/>
                  </a:lnTo>
                  <a:lnTo>
                    <a:pt x="1507" y="580"/>
                  </a:lnTo>
                  <a:lnTo>
                    <a:pt x="1545" y="657"/>
                  </a:lnTo>
                  <a:lnTo>
                    <a:pt x="1545" y="734"/>
                  </a:lnTo>
                  <a:lnTo>
                    <a:pt x="1507" y="812"/>
                  </a:lnTo>
                  <a:lnTo>
                    <a:pt x="1468" y="889"/>
                  </a:lnTo>
                  <a:lnTo>
                    <a:pt x="1275" y="1082"/>
                  </a:lnTo>
                  <a:lnTo>
                    <a:pt x="1005" y="1314"/>
                  </a:lnTo>
                  <a:lnTo>
                    <a:pt x="773" y="1507"/>
                  </a:lnTo>
                  <a:lnTo>
                    <a:pt x="657" y="1661"/>
                  </a:lnTo>
                  <a:lnTo>
                    <a:pt x="619" y="1777"/>
                  </a:lnTo>
                  <a:lnTo>
                    <a:pt x="503" y="1661"/>
                  </a:lnTo>
                  <a:lnTo>
                    <a:pt x="464" y="1545"/>
                  </a:lnTo>
                  <a:lnTo>
                    <a:pt x="387" y="1391"/>
                  </a:lnTo>
                  <a:lnTo>
                    <a:pt x="387" y="1236"/>
                  </a:lnTo>
                  <a:lnTo>
                    <a:pt x="387" y="1082"/>
                  </a:lnTo>
                  <a:lnTo>
                    <a:pt x="426" y="966"/>
                  </a:lnTo>
                  <a:lnTo>
                    <a:pt x="464" y="812"/>
                  </a:lnTo>
                  <a:lnTo>
                    <a:pt x="580" y="696"/>
                  </a:lnTo>
                  <a:lnTo>
                    <a:pt x="696" y="580"/>
                  </a:lnTo>
                  <a:lnTo>
                    <a:pt x="850" y="464"/>
                  </a:lnTo>
                  <a:lnTo>
                    <a:pt x="1043" y="425"/>
                  </a:lnTo>
                  <a:close/>
                  <a:moveTo>
                    <a:pt x="1121" y="1"/>
                  </a:moveTo>
                  <a:lnTo>
                    <a:pt x="928" y="39"/>
                  </a:lnTo>
                  <a:lnTo>
                    <a:pt x="735" y="116"/>
                  </a:lnTo>
                  <a:lnTo>
                    <a:pt x="541" y="232"/>
                  </a:lnTo>
                  <a:lnTo>
                    <a:pt x="348" y="348"/>
                  </a:lnTo>
                  <a:lnTo>
                    <a:pt x="233" y="503"/>
                  </a:lnTo>
                  <a:lnTo>
                    <a:pt x="117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68"/>
                  </a:lnTo>
                  <a:lnTo>
                    <a:pt x="117" y="1622"/>
                  </a:lnTo>
                  <a:lnTo>
                    <a:pt x="233" y="1816"/>
                  </a:lnTo>
                  <a:lnTo>
                    <a:pt x="348" y="1931"/>
                  </a:lnTo>
                  <a:lnTo>
                    <a:pt x="503" y="2086"/>
                  </a:lnTo>
                  <a:lnTo>
                    <a:pt x="657" y="2163"/>
                  </a:lnTo>
                  <a:lnTo>
                    <a:pt x="735" y="2240"/>
                  </a:lnTo>
                  <a:lnTo>
                    <a:pt x="850" y="2240"/>
                  </a:lnTo>
                  <a:lnTo>
                    <a:pt x="928" y="2202"/>
                  </a:lnTo>
                  <a:lnTo>
                    <a:pt x="966" y="2086"/>
                  </a:lnTo>
                  <a:lnTo>
                    <a:pt x="1005" y="1931"/>
                  </a:lnTo>
                  <a:lnTo>
                    <a:pt x="1082" y="1777"/>
                  </a:lnTo>
                  <a:lnTo>
                    <a:pt x="1198" y="1661"/>
                  </a:lnTo>
                  <a:lnTo>
                    <a:pt x="1314" y="1507"/>
                  </a:lnTo>
                  <a:lnTo>
                    <a:pt x="1623" y="1314"/>
                  </a:lnTo>
                  <a:lnTo>
                    <a:pt x="1739" y="1198"/>
                  </a:lnTo>
                  <a:lnTo>
                    <a:pt x="1854" y="1043"/>
                  </a:lnTo>
                  <a:lnTo>
                    <a:pt x="1932" y="889"/>
                  </a:lnTo>
                  <a:lnTo>
                    <a:pt x="1970" y="696"/>
                  </a:lnTo>
                  <a:lnTo>
                    <a:pt x="1932" y="541"/>
                  </a:lnTo>
                  <a:lnTo>
                    <a:pt x="1893" y="387"/>
                  </a:lnTo>
                  <a:lnTo>
                    <a:pt x="1777" y="271"/>
                  </a:lnTo>
                  <a:lnTo>
                    <a:pt x="1661" y="155"/>
                  </a:lnTo>
                  <a:lnTo>
                    <a:pt x="1507" y="78"/>
                  </a:lnTo>
                  <a:lnTo>
                    <a:pt x="1352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17"/>
            <p:cNvSpPr/>
            <p:nvPr/>
          </p:nvSpPr>
          <p:spPr>
            <a:xfrm>
              <a:off x="312450" y="3078050"/>
              <a:ext cx="440225" cy="234625"/>
            </a:xfrm>
            <a:custGeom>
              <a:avLst/>
              <a:gdLst/>
              <a:ahLst/>
              <a:cxnLst/>
              <a:rect l="l" t="t" r="r" b="b"/>
              <a:pathLst>
                <a:path w="17609" h="9385" extrusionOk="0">
                  <a:moveTo>
                    <a:pt x="6256" y="1"/>
                  </a:moveTo>
                  <a:lnTo>
                    <a:pt x="5638" y="40"/>
                  </a:lnTo>
                  <a:lnTo>
                    <a:pt x="5059" y="155"/>
                  </a:lnTo>
                  <a:lnTo>
                    <a:pt x="4480" y="271"/>
                  </a:lnTo>
                  <a:lnTo>
                    <a:pt x="3939" y="503"/>
                  </a:lnTo>
                  <a:lnTo>
                    <a:pt x="3398" y="735"/>
                  </a:lnTo>
                  <a:lnTo>
                    <a:pt x="2896" y="1044"/>
                  </a:lnTo>
                  <a:lnTo>
                    <a:pt x="2433" y="1391"/>
                  </a:lnTo>
                  <a:lnTo>
                    <a:pt x="1970" y="1777"/>
                  </a:lnTo>
                  <a:lnTo>
                    <a:pt x="1584" y="2202"/>
                  </a:lnTo>
                  <a:lnTo>
                    <a:pt x="1197" y="2665"/>
                  </a:lnTo>
                  <a:lnTo>
                    <a:pt x="888" y="3206"/>
                  </a:lnTo>
                  <a:lnTo>
                    <a:pt x="618" y="3747"/>
                  </a:lnTo>
                  <a:lnTo>
                    <a:pt x="386" y="4287"/>
                  </a:lnTo>
                  <a:lnTo>
                    <a:pt x="193" y="4905"/>
                  </a:lnTo>
                  <a:lnTo>
                    <a:pt x="78" y="5484"/>
                  </a:lnTo>
                  <a:lnTo>
                    <a:pt x="0" y="6102"/>
                  </a:lnTo>
                  <a:lnTo>
                    <a:pt x="0" y="6681"/>
                  </a:lnTo>
                  <a:lnTo>
                    <a:pt x="39" y="7261"/>
                  </a:lnTo>
                  <a:lnTo>
                    <a:pt x="155" y="7801"/>
                  </a:lnTo>
                  <a:lnTo>
                    <a:pt x="309" y="8342"/>
                  </a:lnTo>
                  <a:lnTo>
                    <a:pt x="502" y="8882"/>
                  </a:lnTo>
                  <a:lnTo>
                    <a:pt x="734" y="9384"/>
                  </a:lnTo>
                  <a:lnTo>
                    <a:pt x="1043" y="9230"/>
                  </a:lnTo>
                  <a:lnTo>
                    <a:pt x="888" y="8844"/>
                  </a:lnTo>
                  <a:lnTo>
                    <a:pt x="734" y="8458"/>
                  </a:lnTo>
                  <a:lnTo>
                    <a:pt x="541" y="7801"/>
                  </a:lnTo>
                  <a:lnTo>
                    <a:pt x="425" y="7183"/>
                  </a:lnTo>
                  <a:lnTo>
                    <a:pt x="425" y="6527"/>
                  </a:lnTo>
                  <a:lnTo>
                    <a:pt x="425" y="5870"/>
                  </a:lnTo>
                  <a:lnTo>
                    <a:pt x="541" y="5253"/>
                  </a:lnTo>
                  <a:lnTo>
                    <a:pt x="695" y="4596"/>
                  </a:lnTo>
                  <a:lnTo>
                    <a:pt x="927" y="3978"/>
                  </a:lnTo>
                  <a:lnTo>
                    <a:pt x="1236" y="3399"/>
                  </a:lnTo>
                  <a:lnTo>
                    <a:pt x="1584" y="2858"/>
                  </a:lnTo>
                  <a:lnTo>
                    <a:pt x="2008" y="2318"/>
                  </a:lnTo>
                  <a:lnTo>
                    <a:pt x="2472" y="1854"/>
                  </a:lnTo>
                  <a:lnTo>
                    <a:pt x="2974" y="1468"/>
                  </a:lnTo>
                  <a:lnTo>
                    <a:pt x="3553" y="1121"/>
                  </a:lnTo>
                  <a:lnTo>
                    <a:pt x="4132" y="851"/>
                  </a:lnTo>
                  <a:lnTo>
                    <a:pt x="4750" y="657"/>
                  </a:lnTo>
                  <a:lnTo>
                    <a:pt x="5406" y="503"/>
                  </a:lnTo>
                  <a:lnTo>
                    <a:pt x="5793" y="464"/>
                  </a:lnTo>
                  <a:lnTo>
                    <a:pt x="6912" y="464"/>
                  </a:lnTo>
                  <a:lnTo>
                    <a:pt x="7607" y="580"/>
                  </a:lnTo>
                  <a:lnTo>
                    <a:pt x="8264" y="773"/>
                  </a:lnTo>
                  <a:lnTo>
                    <a:pt x="8920" y="1044"/>
                  </a:lnTo>
                  <a:lnTo>
                    <a:pt x="9538" y="1352"/>
                  </a:lnTo>
                  <a:lnTo>
                    <a:pt x="10195" y="1739"/>
                  </a:lnTo>
                  <a:lnTo>
                    <a:pt x="10813" y="2125"/>
                  </a:lnTo>
                  <a:lnTo>
                    <a:pt x="11315" y="2472"/>
                  </a:lnTo>
                  <a:lnTo>
                    <a:pt x="11894" y="2781"/>
                  </a:lnTo>
                  <a:lnTo>
                    <a:pt x="12434" y="3090"/>
                  </a:lnTo>
                  <a:lnTo>
                    <a:pt x="13052" y="3360"/>
                  </a:lnTo>
                  <a:lnTo>
                    <a:pt x="13631" y="3554"/>
                  </a:lnTo>
                  <a:lnTo>
                    <a:pt x="14249" y="3708"/>
                  </a:lnTo>
                  <a:lnTo>
                    <a:pt x="14867" y="3708"/>
                  </a:lnTo>
                  <a:lnTo>
                    <a:pt x="15215" y="3669"/>
                  </a:lnTo>
                  <a:lnTo>
                    <a:pt x="15524" y="3631"/>
                  </a:lnTo>
                  <a:lnTo>
                    <a:pt x="15987" y="3476"/>
                  </a:lnTo>
                  <a:lnTo>
                    <a:pt x="16412" y="3245"/>
                  </a:lnTo>
                  <a:lnTo>
                    <a:pt x="16798" y="2936"/>
                  </a:lnTo>
                  <a:lnTo>
                    <a:pt x="17107" y="2588"/>
                  </a:lnTo>
                  <a:lnTo>
                    <a:pt x="17377" y="2202"/>
                  </a:lnTo>
                  <a:lnTo>
                    <a:pt x="17454" y="1970"/>
                  </a:lnTo>
                  <a:lnTo>
                    <a:pt x="17531" y="1739"/>
                  </a:lnTo>
                  <a:lnTo>
                    <a:pt x="17609" y="1507"/>
                  </a:lnTo>
                  <a:lnTo>
                    <a:pt x="17609" y="1275"/>
                  </a:lnTo>
                  <a:lnTo>
                    <a:pt x="17609" y="1044"/>
                  </a:lnTo>
                  <a:lnTo>
                    <a:pt x="17570" y="773"/>
                  </a:lnTo>
                  <a:lnTo>
                    <a:pt x="17531" y="696"/>
                  </a:lnTo>
                  <a:lnTo>
                    <a:pt x="17493" y="657"/>
                  </a:lnTo>
                  <a:lnTo>
                    <a:pt x="17454" y="580"/>
                  </a:lnTo>
                  <a:lnTo>
                    <a:pt x="17416" y="542"/>
                  </a:lnTo>
                  <a:lnTo>
                    <a:pt x="17145" y="773"/>
                  </a:lnTo>
                  <a:lnTo>
                    <a:pt x="17145" y="851"/>
                  </a:lnTo>
                  <a:lnTo>
                    <a:pt x="17184" y="1198"/>
                  </a:lnTo>
                  <a:lnTo>
                    <a:pt x="17145" y="1584"/>
                  </a:lnTo>
                  <a:lnTo>
                    <a:pt x="17030" y="1893"/>
                  </a:lnTo>
                  <a:lnTo>
                    <a:pt x="16836" y="2241"/>
                  </a:lnTo>
                  <a:lnTo>
                    <a:pt x="16605" y="2511"/>
                  </a:lnTo>
                  <a:lnTo>
                    <a:pt x="16334" y="2743"/>
                  </a:lnTo>
                  <a:lnTo>
                    <a:pt x="16026" y="2936"/>
                  </a:lnTo>
                  <a:lnTo>
                    <a:pt x="15678" y="3090"/>
                  </a:lnTo>
                  <a:lnTo>
                    <a:pt x="15292" y="3206"/>
                  </a:lnTo>
                  <a:lnTo>
                    <a:pt x="14906" y="3245"/>
                  </a:lnTo>
                  <a:lnTo>
                    <a:pt x="14520" y="3245"/>
                  </a:lnTo>
                  <a:lnTo>
                    <a:pt x="14133" y="3206"/>
                  </a:lnTo>
                  <a:lnTo>
                    <a:pt x="13747" y="3129"/>
                  </a:lnTo>
                  <a:lnTo>
                    <a:pt x="13361" y="3013"/>
                  </a:lnTo>
                  <a:lnTo>
                    <a:pt x="12975" y="2858"/>
                  </a:lnTo>
                  <a:lnTo>
                    <a:pt x="12627" y="2704"/>
                  </a:lnTo>
                  <a:lnTo>
                    <a:pt x="12010" y="2356"/>
                  </a:lnTo>
                  <a:lnTo>
                    <a:pt x="11353" y="1970"/>
                  </a:lnTo>
                  <a:lnTo>
                    <a:pt x="10156" y="1198"/>
                  </a:lnTo>
                  <a:lnTo>
                    <a:pt x="9538" y="851"/>
                  </a:lnTo>
                  <a:lnTo>
                    <a:pt x="8882" y="542"/>
                  </a:lnTo>
                  <a:lnTo>
                    <a:pt x="8225" y="271"/>
                  </a:lnTo>
                  <a:lnTo>
                    <a:pt x="7878" y="155"/>
                  </a:lnTo>
                  <a:lnTo>
                    <a:pt x="7492" y="78"/>
                  </a:lnTo>
                  <a:lnTo>
                    <a:pt x="687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17"/>
            <p:cNvSpPr/>
            <p:nvPr/>
          </p:nvSpPr>
          <p:spPr>
            <a:xfrm>
              <a:off x="330800" y="3096400"/>
              <a:ext cx="446975" cy="310875"/>
            </a:xfrm>
            <a:custGeom>
              <a:avLst/>
              <a:gdLst/>
              <a:ahLst/>
              <a:cxnLst/>
              <a:rect l="l" t="t" r="r" b="b"/>
              <a:pathLst>
                <a:path w="17879" h="12435" extrusionOk="0">
                  <a:moveTo>
                    <a:pt x="17608" y="1"/>
                  </a:moveTo>
                  <a:lnTo>
                    <a:pt x="17415" y="117"/>
                  </a:lnTo>
                  <a:lnTo>
                    <a:pt x="17454" y="734"/>
                  </a:lnTo>
                  <a:lnTo>
                    <a:pt x="17454" y="1352"/>
                  </a:lnTo>
                  <a:lnTo>
                    <a:pt x="17415" y="1931"/>
                  </a:lnTo>
                  <a:lnTo>
                    <a:pt x="17338" y="2549"/>
                  </a:lnTo>
                  <a:lnTo>
                    <a:pt x="17261" y="3128"/>
                  </a:lnTo>
                  <a:lnTo>
                    <a:pt x="17106" y="3708"/>
                  </a:lnTo>
                  <a:lnTo>
                    <a:pt x="16952" y="4287"/>
                  </a:lnTo>
                  <a:lnTo>
                    <a:pt x="16720" y="4828"/>
                  </a:lnTo>
                  <a:lnTo>
                    <a:pt x="16489" y="5368"/>
                  </a:lnTo>
                  <a:lnTo>
                    <a:pt x="16257" y="5909"/>
                  </a:lnTo>
                  <a:lnTo>
                    <a:pt x="15948" y="6449"/>
                  </a:lnTo>
                  <a:lnTo>
                    <a:pt x="15600" y="6951"/>
                  </a:lnTo>
                  <a:lnTo>
                    <a:pt x="15253" y="7415"/>
                  </a:lnTo>
                  <a:lnTo>
                    <a:pt x="14867" y="7917"/>
                  </a:lnTo>
                  <a:lnTo>
                    <a:pt x="14481" y="8341"/>
                  </a:lnTo>
                  <a:lnTo>
                    <a:pt x="14017" y="8805"/>
                  </a:lnTo>
                  <a:lnTo>
                    <a:pt x="13515" y="9268"/>
                  </a:lnTo>
                  <a:lnTo>
                    <a:pt x="12975" y="9693"/>
                  </a:lnTo>
                  <a:lnTo>
                    <a:pt x="12395" y="10118"/>
                  </a:lnTo>
                  <a:lnTo>
                    <a:pt x="11778" y="10465"/>
                  </a:lnTo>
                  <a:lnTo>
                    <a:pt x="11160" y="10813"/>
                  </a:lnTo>
                  <a:lnTo>
                    <a:pt x="10503" y="11122"/>
                  </a:lnTo>
                  <a:lnTo>
                    <a:pt x="9847" y="11392"/>
                  </a:lnTo>
                  <a:lnTo>
                    <a:pt x="9190" y="11585"/>
                  </a:lnTo>
                  <a:lnTo>
                    <a:pt x="8495" y="11778"/>
                  </a:lnTo>
                  <a:lnTo>
                    <a:pt x="7839" y="11894"/>
                  </a:lnTo>
                  <a:lnTo>
                    <a:pt x="7144" y="11971"/>
                  </a:lnTo>
                  <a:lnTo>
                    <a:pt x="6449" y="11971"/>
                  </a:lnTo>
                  <a:lnTo>
                    <a:pt x="5754" y="11933"/>
                  </a:lnTo>
                  <a:lnTo>
                    <a:pt x="5059" y="11817"/>
                  </a:lnTo>
                  <a:lnTo>
                    <a:pt x="4364" y="11624"/>
                  </a:lnTo>
                  <a:lnTo>
                    <a:pt x="3668" y="11392"/>
                  </a:lnTo>
                  <a:lnTo>
                    <a:pt x="3166" y="11160"/>
                  </a:lnTo>
                  <a:lnTo>
                    <a:pt x="2664" y="10890"/>
                  </a:lnTo>
                  <a:lnTo>
                    <a:pt x="2201" y="10581"/>
                  </a:lnTo>
                  <a:lnTo>
                    <a:pt x="1738" y="10234"/>
                  </a:lnTo>
                  <a:lnTo>
                    <a:pt x="1352" y="9847"/>
                  </a:lnTo>
                  <a:lnTo>
                    <a:pt x="965" y="9423"/>
                  </a:lnTo>
                  <a:lnTo>
                    <a:pt x="618" y="8959"/>
                  </a:lnTo>
                  <a:lnTo>
                    <a:pt x="309" y="8496"/>
                  </a:lnTo>
                  <a:lnTo>
                    <a:pt x="0" y="8650"/>
                  </a:lnTo>
                  <a:lnTo>
                    <a:pt x="309" y="9191"/>
                  </a:lnTo>
                  <a:lnTo>
                    <a:pt x="695" y="9693"/>
                  </a:lnTo>
                  <a:lnTo>
                    <a:pt x="1081" y="10156"/>
                  </a:lnTo>
                  <a:lnTo>
                    <a:pt x="1545" y="10581"/>
                  </a:lnTo>
                  <a:lnTo>
                    <a:pt x="2047" y="10967"/>
                  </a:lnTo>
                  <a:lnTo>
                    <a:pt x="2549" y="11315"/>
                  </a:lnTo>
                  <a:lnTo>
                    <a:pt x="3128" y="11624"/>
                  </a:lnTo>
                  <a:lnTo>
                    <a:pt x="3746" y="11894"/>
                  </a:lnTo>
                  <a:lnTo>
                    <a:pt x="4402" y="12126"/>
                  </a:lnTo>
                  <a:lnTo>
                    <a:pt x="5097" y="12280"/>
                  </a:lnTo>
                  <a:lnTo>
                    <a:pt x="5754" y="12357"/>
                  </a:lnTo>
                  <a:lnTo>
                    <a:pt x="6449" y="12435"/>
                  </a:lnTo>
                  <a:lnTo>
                    <a:pt x="7144" y="12396"/>
                  </a:lnTo>
                  <a:lnTo>
                    <a:pt x="7800" y="12357"/>
                  </a:lnTo>
                  <a:lnTo>
                    <a:pt x="8495" y="12242"/>
                  </a:lnTo>
                  <a:lnTo>
                    <a:pt x="9152" y="12087"/>
                  </a:lnTo>
                  <a:lnTo>
                    <a:pt x="9808" y="11894"/>
                  </a:lnTo>
                  <a:lnTo>
                    <a:pt x="10465" y="11662"/>
                  </a:lnTo>
                  <a:lnTo>
                    <a:pt x="11121" y="11353"/>
                  </a:lnTo>
                  <a:lnTo>
                    <a:pt x="11739" y="11044"/>
                  </a:lnTo>
                  <a:lnTo>
                    <a:pt x="12318" y="10697"/>
                  </a:lnTo>
                  <a:lnTo>
                    <a:pt x="12897" y="10311"/>
                  </a:lnTo>
                  <a:lnTo>
                    <a:pt x="13477" y="9925"/>
                  </a:lnTo>
                  <a:lnTo>
                    <a:pt x="13979" y="9461"/>
                  </a:lnTo>
                  <a:lnTo>
                    <a:pt x="14481" y="9037"/>
                  </a:lnTo>
                  <a:lnTo>
                    <a:pt x="14944" y="8573"/>
                  </a:lnTo>
                  <a:lnTo>
                    <a:pt x="15369" y="8071"/>
                  </a:lnTo>
                  <a:lnTo>
                    <a:pt x="15794" y="7531"/>
                  </a:lnTo>
                  <a:lnTo>
                    <a:pt x="16180" y="6990"/>
                  </a:lnTo>
                  <a:lnTo>
                    <a:pt x="16566" y="6411"/>
                  </a:lnTo>
                  <a:lnTo>
                    <a:pt x="16875" y="5793"/>
                  </a:lnTo>
                  <a:lnTo>
                    <a:pt x="17184" y="5214"/>
                  </a:lnTo>
                  <a:lnTo>
                    <a:pt x="17415" y="4557"/>
                  </a:lnTo>
                  <a:lnTo>
                    <a:pt x="17608" y="3939"/>
                  </a:lnTo>
                  <a:lnTo>
                    <a:pt x="17763" y="3283"/>
                  </a:lnTo>
                  <a:lnTo>
                    <a:pt x="17840" y="2626"/>
                  </a:lnTo>
                  <a:lnTo>
                    <a:pt x="17879" y="1970"/>
                  </a:lnTo>
                  <a:lnTo>
                    <a:pt x="17840" y="1314"/>
                  </a:lnTo>
                  <a:lnTo>
                    <a:pt x="17763" y="657"/>
                  </a:lnTo>
                  <a:lnTo>
                    <a:pt x="1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17"/>
            <p:cNvSpPr/>
            <p:nvPr/>
          </p:nvSpPr>
          <p:spPr>
            <a:xfrm>
              <a:off x="4441350" y="3154325"/>
              <a:ext cx="84975" cy="94625"/>
            </a:xfrm>
            <a:custGeom>
              <a:avLst/>
              <a:gdLst/>
              <a:ahLst/>
              <a:cxnLst/>
              <a:rect l="l" t="t" r="r" b="b"/>
              <a:pathLst>
                <a:path w="3399" h="3785" extrusionOk="0">
                  <a:moveTo>
                    <a:pt x="77" y="1"/>
                  </a:moveTo>
                  <a:lnTo>
                    <a:pt x="0" y="78"/>
                  </a:lnTo>
                  <a:lnTo>
                    <a:pt x="0" y="116"/>
                  </a:lnTo>
                  <a:lnTo>
                    <a:pt x="348" y="889"/>
                  </a:lnTo>
                  <a:lnTo>
                    <a:pt x="811" y="1661"/>
                  </a:lnTo>
                  <a:lnTo>
                    <a:pt x="1274" y="2395"/>
                  </a:lnTo>
                  <a:lnTo>
                    <a:pt x="1738" y="3090"/>
                  </a:lnTo>
                  <a:lnTo>
                    <a:pt x="2008" y="3437"/>
                  </a:lnTo>
                  <a:lnTo>
                    <a:pt x="2201" y="3553"/>
                  </a:lnTo>
                  <a:lnTo>
                    <a:pt x="2394" y="3669"/>
                  </a:lnTo>
                  <a:lnTo>
                    <a:pt x="2587" y="3746"/>
                  </a:lnTo>
                  <a:lnTo>
                    <a:pt x="2780" y="3785"/>
                  </a:lnTo>
                  <a:lnTo>
                    <a:pt x="3012" y="3708"/>
                  </a:lnTo>
                  <a:lnTo>
                    <a:pt x="3205" y="3592"/>
                  </a:lnTo>
                  <a:lnTo>
                    <a:pt x="3321" y="3437"/>
                  </a:lnTo>
                  <a:lnTo>
                    <a:pt x="3398" y="3244"/>
                  </a:lnTo>
                  <a:lnTo>
                    <a:pt x="3398" y="3090"/>
                  </a:lnTo>
                  <a:lnTo>
                    <a:pt x="3398" y="2897"/>
                  </a:lnTo>
                  <a:lnTo>
                    <a:pt x="3360" y="2704"/>
                  </a:lnTo>
                  <a:lnTo>
                    <a:pt x="3282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89" y="2742"/>
                  </a:lnTo>
                  <a:lnTo>
                    <a:pt x="3128" y="2858"/>
                  </a:lnTo>
                  <a:lnTo>
                    <a:pt x="2896" y="3012"/>
                  </a:lnTo>
                  <a:lnTo>
                    <a:pt x="2665" y="3128"/>
                  </a:lnTo>
                  <a:lnTo>
                    <a:pt x="2510" y="3206"/>
                  </a:lnTo>
                  <a:lnTo>
                    <a:pt x="2317" y="3206"/>
                  </a:lnTo>
                  <a:lnTo>
                    <a:pt x="2201" y="3167"/>
                  </a:lnTo>
                  <a:lnTo>
                    <a:pt x="2047" y="3090"/>
                  </a:lnTo>
                  <a:lnTo>
                    <a:pt x="1931" y="2935"/>
                  </a:lnTo>
                  <a:lnTo>
                    <a:pt x="1854" y="2742"/>
                  </a:lnTo>
                  <a:lnTo>
                    <a:pt x="1699" y="2511"/>
                  </a:lnTo>
                  <a:lnTo>
                    <a:pt x="1081" y="1507"/>
                  </a:lnTo>
                  <a:lnTo>
                    <a:pt x="618" y="773"/>
                  </a:lnTo>
                  <a:lnTo>
                    <a:pt x="386" y="387"/>
                  </a:lnTo>
                  <a:lnTo>
                    <a:pt x="116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17"/>
            <p:cNvSpPr/>
            <p:nvPr/>
          </p:nvSpPr>
          <p:spPr>
            <a:xfrm>
              <a:off x="7199400" y="3174600"/>
              <a:ext cx="61825" cy="89800"/>
            </a:xfrm>
            <a:custGeom>
              <a:avLst/>
              <a:gdLst/>
              <a:ahLst/>
              <a:cxnLst/>
              <a:rect l="l" t="t" r="r" b="b"/>
              <a:pathLst>
                <a:path w="2473" h="3592" extrusionOk="0">
                  <a:moveTo>
                    <a:pt x="1082" y="0"/>
                  </a:moveTo>
                  <a:lnTo>
                    <a:pt x="1005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32" y="2163"/>
                  </a:lnTo>
                  <a:lnTo>
                    <a:pt x="1932" y="2433"/>
                  </a:lnTo>
                  <a:lnTo>
                    <a:pt x="1816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1" y="3128"/>
                  </a:lnTo>
                  <a:lnTo>
                    <a:pt x="1198" y="3128"/>
                  </a:lnTo>
                  <a:lnTo>
                    <a:pt x="1043" y="3090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588"/>
                  </a:lnTo>
                  <a:lnTo>
                    <a:pt x="928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1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13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24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10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21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3"/>
                  </a:lnTo>
                  <a:lnTo>
                    <a:pt x="1700" y="3514"/>
                  </a:lnTo>
                  <a:lnTo>
                    <a:pt x="1854" y="3399"/>
                  </a:lnTo>
                  <a:lnTo>
                    <a:pt x="2047" y="3244"/>
                  </a:lnTo>
                  <a:lnTo>
                    <a:pt x="2202" y="3051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0"/>
                  </a:lnTo>
                  <a:lnTo>
                    <a:pt x="2434" y="2008"/>
                  </a:lnTo>
                  <a:lnTo>
                    <a:pt x="2395" y="1815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17"/>
            <p:cNvSpPr/>
            <p:nvPr/>
          </p:nvSpPr>
          <p:spPr>
            <a:xfrm>
              <a:off x="6803600" y="3198725"/>
              <a:ext cx="310875" cy="124575"/>
            </a:xfrm>
            <a:custGeom>
              <a:avLst/>
              <a:gdLst/>
              <a:ahLst/>
              <a:cxnLst/>
              <a:rect l="l" t="t" r="r" b="b"/>
              <a:pathLst>
                <a:path w="12435" h="4983" extrusionOk="0">
                  <a:moveTo>
                    <a:pt x="232" y="1"/>
                  </a:moveTo>
                  <a:lnTo>
                    <a:pt x="1" y="233"/>
                  </a:lnTo>
                  <a:lnTo>
                    <a:pt x="503" y="966"/>
                  </a:lnTo>
                  <a:lnTo>
                    <a:pt x="1043" y="1623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4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4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3"/>
                  </a:lnTo>
                  <a:lnTo>
                    <a:pt x="11855" y="3862"/>
                  </a:lnTo>
                  <a:lnTo>
                    <a:pt x="12242" y="3592"/>
                  </a:lnTo>
                  <a:lnTo>
                    <a:pt x="12319" y="3553"/>
                  </a:lnTo>
                  <a:lnTo>
                    <a:pt x="12435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9"/>
                  </a:lnTo>
                  <a:lnTo>
                    <a:pt x="12010" y="3129"/>
                  </a:lnTo>
                  <a:lnTo>
                    <a:pt x="11933" y="3206"/>
                  </a:lnTo>
                  <a:lnTo>
                    <a:pt x="11585" y="3438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7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2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2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7"/>
                  </a:lnTo>
                  <a:lnTo>
                    <a:pt x="4596" y="3708"/>
                  </a:lnTo>
                  <a:lnTo>
                    <a:pt x="3901" y="3283"/>
                  </a:lnTo>
                  <a:lnTo>
                    <a:pt x="3206" y="2820"/>
                  </a:lnTo>
                  <a:lnTo>
                    <a:pt x="2588" y="2318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17"/>
            <p:cNvSpPr/>
            <p:nvPr/>
          </p:nvSpPr>
          <p:spPr>
            <a:xfrm>
              <a:off x="7111550" y="320550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77"/>
                  </a:lnTo>
                  <a:lnTo>
                    <a:pt x="3013" y="270"/>
                  </a:lnTo>
                  <a:lnTo>
                    <a:pt x="2781" y="502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5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1"/>
                  </a:lnTo>
                  <a:lnTo>
                    <a:pt x="966" y="2510"/>
                  </a:lnTo>
                  <a:lnTo>
                    <a:pt x="1198" y="2587"/>
                  </a:lnTo>
                  <a:lnTo>
                    <a:pt x="1430" y="2703"/>
                  </a:lnTo>
                  <a:lnTo>
                    <a:pt x="1623" y="2819"/>
                  </a:lnTo>
                  <a:lnTo>
                    <a:pt x="1816" y="2973"/>
                  </a:lnTo>
                  <a:lnTo>
                    <a:pt x="1970" y="3167"/>
                  </a:lnTo>
                  <a:lnTo>
                    <a:pt x="2047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093"/>
                  </a:lnTo>
                  <a:lnTo>
                    <a:pt x="2009" y="4325"/>
                  </a:lnTo>
                  <a:lnTo>
                    <a:pt x="1893" y="4518"/>
                  </a:lnTo>
                  <a:lnTo>
                    <a:pt x="1739" y="4711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5"/>
                  </a:lnTo>
                  <a:lnTo>
                    <a:pt x="657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32"/>
                  </a:lnTo>
                  <a:lnTo>
                    <a:pt x="966" y="4093"/>
                  </a:lnTo>
                  <a:lnTo>
                    <a:pt x="1121" y="4093"/>
                  </a:lnTo>
                  <a:lnTo>
                    <a:pt x="1237" y="4016"/>
                  </a:lnTo>
                  <a:lnTo>
                    <a:pt x="1314" y="3900"/>
                  </a:lnTo>
                  <a:lnTo>
                    <a:pt x="1314" y="3784"/>
                  </a:lnTo>
                  <a:lnTo>
                    <a:pt x="1275" y="3707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862"/>
                  </a:lnTo>
                  <a:lnTo>
                    <a:pt x="387" y="3977"/>
                  </a:lnTo>
                  <a:lnTo>
                    <a:pt x="310" y="4093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866"/>
                  </a:lnTo>
                  <a:lnTo>
                    <a:pt x="387" y="5097"/>
                  </a:lnTo>
                  <a:lnTo>
                    <a:pt x="541" y="5252"/>
                  </a:lnTo>
                  <a:lnTo>
                    <a:pt x="735" y="5368"/>
                  </a:lnTo>
                  <a:lnTo>
                    <a:pt x="966" y="5406"/>
                  </a:lnTo>
                  <a:lnTo>
                    <a:pt x="1198" y="5406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20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1"/>
                  </a:lnTo>
                  <a:lnTo>
                    <a:pt x="1739" y="2356"/>
                  </a:lnTo>
                  <a:lnTo>
                    <a:pt x="1507" y="2201"/>
                  </a:lnTo>
                  <a:lnTo>
                    <a:pt x="1275" y="2124"/>
                  </a:lnTo>
                  <a:lnTo>
                    <a:pt x="1623" y="1969"/>
                  </a:lnTo>
                  <a:lnTo>
                    <a:pt x="1932" y="1815"/>
                  </a:lnTo>
                  <a:lnTo>
                    <a:pt x="2241" y="1622"/>
                  </a:lnTo>
                  <a:lnTo>
                    <a:pt x="2549" y="1390"/>
                  </a:lnTo>
                  <a:lnTo>
                    <a:pt x="2820" y="1197"/>
                  </a:lnTo>
                  <a:lnTo>
                    <a:pt x="3090" y="965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77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17"/>
            <p:cNvSpPr/>
            <p:nvPr/>
          </p:nvSpPr>
          <p:spPr>
            <a:xfrm>
              <a:off x="1402350" y="3219000"/>
              <a:ext cx="106225" cy="103325"/>
            </a:xfrm>
            <a:custGeom>
              <a:avLst/>
              <a:gdLst/>
              <a:ahLst/>
              <a:cxnLst/>
              <a:rect l="l" t="t" r="r" b="b"/>
              <a:pathLst>
                <a:path w="4249" h="4133" extrusionOk="0">
                  <a:moveTo>
                    <a:pt x="2317" y="387"/>
                  </a:moveTo>
                  <a:lnTo>
                    <a:pt x="2588" y="425"/>
                  </a:lnTo>
                  <a:lnTo>
                    <a:pt x="2858" y="503"/>
                  </a:lnTo>
                  <a:lnTo>
                    <a:pt x="3128" y="619"/>
                  </a:lnTo>
                  <a:lnTo>
                    <a:pt x="3321" y="812"/>
                  </a:lnTo>
                  <a:lnTo>
                    <a:pt x="3553" y="1043"/>
                  </a:lnTo>
                  <a:lnTo>
                    <a:pt x="3708" y="1352"/>
                  </a:lnTo>
                  <a:lnTo>
                    <a:pt x="3823" y="1700"/>
                  </a:lnTo>
                  <a:lnTo>
                    <a:pt x="3862" y="2047"/>
                  </a:lnTo>
                  <a:lnTo>
                    <a:pt x="3785" y="2395"/>
                  </a:lnTo>
                  <a:lnTo>
                    <a:pt x="3708" y="2742"/>
                  </a:lnTo>
                  <a:lnTo>
                    <a:pt x="3514" y="3051"/>
                  </a:lnTo>
                  <a:lnTo>
                    <a:pt x="3283" y="3322"/>
                  </a:lnTo>
                  <a:lnTo>
                    <a:pt x="3012" y="3515"/>
                  </a:lnTo>
                  <a:lnTo>
                    <a:pt x="2704" y="3669"/>
                  </a:lnTo>
                  <a:lnTo>
                    <a:pt x="2395" y="3746"/>
                  </a:lnTo>
                  <a:lnTo>
                    <a:pt x="2047" y="3785"/>
                  </a:lnTo>
                  <a:lnTo>
                    <a:pt x="1738" y="3746"/>
                  </a:lnTo>
                  <a:lnTo>
                    <a:pt x="1391" y="3631"/>
                  </a:lnTo>
                  <a:lnTo>
                    <a:pt x="1120" y="3476"/>
                  </a:lnTo>
                  <a:lnTo>
                    <a:pt x="850" y="3283"/>
                  </a:lnTo>
                  <a:lnTo>
                    <a:pt x="618" y="3013"/>
                  </a:lnTo>
                  <a:lnTo>
                    <a:pt x="464" y="2665"/>
                  </a:lnTo>
                  <a:lnTo>
                    <a:pt x="348" y="2318"/>
                  </a:lnTo>
                  <a:lnTo>
                    <a:pt x="348" y="1931"/>
                  </a:lnTo>
                  <a:lnTo>
                    <a:pt x="387" y="1545"/>
                  </a:lnTo>
                  <a:lnTo>
                    <a:pt x="541" y="1236"/>
                  </a:lnTo>
                  <a:lnTo>
                    <a:pt x="618" y="1082"/>
                  </a:lnTo>
                  <a:lnTo>
                    <a:pt x="734" y="927"/>
                  </a:lnTo>
                  <a:lnTo>
                    <a:pt x="889" y="812"/>
                  </a:lnTo>
                  <a:lnTo>
                    <a:pt x="1043" y="696"/>
                  </a:lnTo>
                  <a:lnTo>
                    <a:pt x="1236" y="619"/>
                  </a:lnTo>
                  <a:lnTo>
                    <a:pt x="1429" y="541"/>
                  </a:lnTo>
                  <a:lnTo>
                    <a:pt x="1468" y="503"/>
                  </a:lnTo>
                  <a:lnTo>
                    <a:pt x="1777" y="425"/>
                  </a:lnTo>
                  <a:lnTo>
                    <a:pt x="2047" y="387"/>
                  </a:lnTo>
                  <a:close/>
                  <a:moveTo>
                    <a:pt x="1931" y="1"/>
                  </a:moveTo>
                  <a:lnTo>
                    <a:pt x="1738" y="39"/>
                  </a:lnTo>
                  <a:lnTo>
                    <a:pt x="1507" y="117"/>
                  </a:lnTo>
                  <a:lnTo>
                    <a:pt x="1313" y="232"/>
                  </a:lnTo>
                  <a:lnTo>
                    <a:pt x="1159" y="348"/>
                  </a:lnTo>
                  <a:lnTo>
                    <a:pt x="1120" y="387"/>
                  </a:lnTo>
                  <a:lnTo>
                    <a:pt x="966" y="387"/>
                  </a:lnTo>
                  <a:lnTo>
                    <a:pt x="773" y="464"/>
                  </a:lnTo>
                  <a:lnTo>
                    <a:pt x="657" y="541"/>
                  </a:lnTo>
                  <a:lnTo>
                    <a:pt x="503" y="657"/>
                  </a:lnTo>
                  <a:lnTo>
                    <a:pt x="387" y="773"/>
                  </a:lnTo>
                  <a:lnTo>
                    <a:pt x="309" y="927"/>
                  </a:lnTo>
                  <a:lnTo>
                    <a:pt x="155" y="1236"/>
                  </a:lnTo>
                  <a:lnTo>
                    <a:pt x="39" y="1623"/>
                  </a:lnTo>
                  <a:lnTo>
                    <a:pt x="1" y="2009"/>
                  </a:lnTo>
                  <a:lnTo>
                    <a:pt x="39" y="2356"/>
                  </a:lnTo>
                  <a:lnTo>
                    <a:pt x="78" y="2704"/>
                  </a:lnTo>
                  <a:lnTo>
                    <a:pt x="155" y="2897"/>
                  </a:lnTo>
                  <a:lnTo>
                    <a:pt x="271" y="3090"/>
                  </a:lnTo>
                  <a:lnTo>
                    <a:pt x="387" y="3283"/>
                  </a:lnTo>
                  <a:lnTo>
                    <a:pt x="541" y="3437"/>
                  </a:lnTo>
                  <a:lnTo>
                    <a:pt x="850" y="3746"/>
                  </a:lnTo>
                  <a:lnTo>
                    <a:pt x="1236" y="3939"/>
                  </a:lnTo>
                  <a:lnTo>
                    <a:pt x="1661" y="4094"/>
                  </a:lnTo>
                  <a:lnTo>
                    <a:pt x="2086" y="4133"/>
                  </a:lnTo>
                  <a:lnTo>
                    <a:pt x="2510" y="4094"/>
                  </a:lnTo>
                  <a:lnTo>
                    <a:pt x="2742" y="4055"/>
                  </a:lnTo>
                  <a:lnTo>
                    <a:pt x="2974" y="3978"/>
                  </a:lnTo>
                  <a:lnTo>
                    <a:pt x="3321" y="3746"/>
                  </a:lnTo>
                  <a:lnTo>
                    <a:pt x="3630" y="3476"/>
                  </a:lnTo>
                  <a:lnTo>
                    <a:pt x="3862" y="3167"/>
                  </a:lnTo>
                  <a:lnTo>
                    <a:pt x="4055" y="2781"/>
                  </a:lnTo>
                  <a:lnTo>
                    <a:pt x="4171" y="2395"/>
                  </a:lnTo>
                  <a:lnTo>
                    <a:pt x="4248" y="2009"/>
                  </a:lnTo>
                  <a:lnTo>
                    <a:pt x="4210" y="1584"/>
                  </a:lnTo>
                  <a:lnTo>
                    <a:pt x="4094" y="1198"/>
                  </a:lnTo>
                  <a:lnTo>
                    <a:pt x="3978" y="1005"/>
                  </a:lnTo>
                  <a:lnTo>
                    <a:pt x="3862" y="812"/>
                  </a:lnTo>
                  <a:lnTo>
                    <a:pt x="3708" y="657"/>
                  </a:lnTo>
                  <a:lnTo>
                    <a:pt x="3553" y="503"/>
                  </a:lnTo>
                  <a:lnTo>
                    <a:pt x="3206" y="232"/>
                  </a:lnTo>
                  <a:lnTo>
                    <a:pt x="2781" y="78"/>
                  </a:lnTo>
                  <a:lnTo>
                    <a:pt x="23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17"/>
            <p:cNvSpPr/>
            <p:nvPr/>
          </p:nvSpPr>
          <p:spPr>
            <a:xfrm>
              <a:off x="4924025" y="3220925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6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5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5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0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7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17"/>
            <p:cNvSpPr/>
            <p:nvPr/>
          </p:nvSpPr>
          <p:spPr>
            <a:xfrm>
              <a:off x="2672775" y="3239275"/>
              <a:ext cx="330175" cy="176700"/>
            </a:xfrm>
            <a:custGeom>
              <a:avLst/>
              <a:gdLst/>
              <a:ahLst/>
              <a:cxnLst/>
              <a:rect l="l" t="t" r="r" b="b"/>
              <a:pathLst>
                <a:path w="13207" h="7068" extrusionOk="0">
                  <a:moveTo>
                    <a:pt x="8110" y="310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80"/>
                  </a:lnTo>
                  <a:lnTo>
                    <a:pt x="8728" y="889"/>
                  </a:lnTo>
                  <a:lnTo>
                    <a:pt x="8766" y="1198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8"/>
                  </a:lnTo>
                  <a:lnTo>
                    <a:pt x="8033" y="2858"/>
                  </a:lnTo>
                  <a:lnTo>
                    <a:pt x="6836" y="4712"/>
                  </a:lnTo>
                  <a:lnTo>
                    <a:pt x="6681" y="4712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8"/>
                  </a:lnTo>
                  <a:lnTo>
                    <a:pt x="7453" y="889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10"/>
                  </a:lnTo>
                  <a:close/>
                  <a:moveTo>
                    <a:pt x="5909" y="5407"/>
                  </a:moveTo>
                  <a:lnTo>
                    <a:pt x="4673" y="5831"/>
                  </a:lnTo>
                  <a:lnTo>
                    <a:pt x="3437" y="6218"/>
                  </a:lnTo>
                  <a:lnTo>
                    <a:pt x="2781" y="6372"/>
                  </a:lnTo>
                  <a:lnTo>
                    <a:pt x="2125" y="6527"/>
                  </a:lnTo>
                  <a:lnTo>
                    <a:pt x="1700" y="6565"/>
                  </a:lnTo>
                  <a:lnTo>
                    <a:pt x="1314" y="6604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8"/>
                  </a:lnTo>
                  <a:lnTo>
                    <a:pt x="696" y="6063"/>
                  </a:lnTo>
                  <a:lnTo>
                    <a:pt x="696" y="5909"/>
                  </a:lnTo>
                  <a:lnTo>
                    <a:pt x="734" y="5793"/>
                  </a:lnTo>
                  <a:lnTo>
                    <a:pt x="812" y="5716"/>
                  </a:lnTo>
                  <a:lnTo>
                    <a:pt x="889" y="5677"/>
                  </a:lnTo>
                  <a:lnTo>
                    <a:pt x="1082" y="5600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7"/>
                  </a:lnTo>
                  <a:close/>
                  <a:moveTo>
                    <a:pt x="7067" y="5098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6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9"/>
                  </a:lnTo>
                  <a:lnTo>
                    <a:pt x="12589" y="6025"/>
                  </a:lnTo>
                  <a:lnTo>
                    <a:pt x="12628" y="6179"/>
                  </a:lnTo>
                  <a:lnTo>
                    <a:pt x="12589" y="6527"/>
                  </a:lnTo>
                  <a:lnTo>
                    <a:pt x="12435" y="6604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4"/>
                  </a:lnTo>
                  <a:lnTo>
                    <a:pt x="10929" y="6527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9"/>
                  </a:lnTo>
                  <a:lnTo>
                    <a:pt x="8226" y="5677"/>
                  </a:lnTo>
                  <a:lnTo>
                    <a:pt x="7067" y="5098"/>
                  </a:lnTo>
                  <a:close/>
                  <a:moveTo>
                    <a:pt x="8148" y="1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7"/>
                  </a:lnTo>
                  <a:lnTo>
                    <a:pt x="6681" y="2433"/>
                  </a:lnTo>
                  <a:lnTo>
                    <a:pt x="6527" y="3592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1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8"/>
                  </a:lnTo>
                  <a:lnTo>
                    <a:pt x="1391" y="5175"/>
                  </a:lnTo>
                  <a:lnTo>
                    <a:pt x="1005" y="5214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600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5"/>
                  </a:lnTo>
                  <a:lnTo>
                    <a:pt x="117" y="6449"/>
                  </a:lnTo>
                  <a:lnTo>
                    <a:pt x="232" y="6604"/>
                  </a:lnTo>
                  <a:lnTo>
                    <a:pt x="348" y="6681"/>
                  </a:lnTo>
                  <a:lnTo>
                    <a:pt x="464" y="6797"/>
                  </a:lnTo>
                  <a:lnTo>
                    <a:pt x="773" y="6913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3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6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9"/>
                  </a:lnTo>
                  <a:lnTo>
                    <a:pt x="6758" y="6102"/>
                  </a:lnTo>
                  <a:lnTo>
                    <a:pt x="6836" y="6295"/>
                  </a:lnTo>
                  <a:lnTo>
                    <a:pt x="7106" y="6256"/>
                  </a:lnTo>
                  <a:lnTo>
                    <a:pt x="7106" y="6218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7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7"/>
                  </a:lnTo>
                  <a:lnTo>
                    <a:pt x="11045" y="6951"/>
                  </a:lnTo>
                  <a:lnTo>
                    <a:pt x="11469" y="7029"/>
                  </a:lnTo>
                  <a:lnTo>
                    <a:pt x="11933" y="7067"/>
                  </a:lnTo>
                  <a:lnTo>
                    <a:pt x="12396" y="7029"/>
                  </a:lnTo>
                  <a:lnTo>
                    <a:pt x="12589" y="6990"/>
                  </a:lnTo>
                  <a:lnTo>
                    <a:pt x="12782" y="6913"/>
                  </a:lnTo>
                  <a:lnTo>
                    <a:pt x="12937" y="6797"/>
                  </a:lnTo>
                  <a:lnTo>
                    <a:pt x="13053" y="6681"/>
                  </a:lnTo>
                  <a:lnTo>
                    <a:pt x="13130" y="6527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5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7"/>
                  </a:lnTo>
                  <a:lnTo>
                    <a:pt x="12242" y="5291"/>
                  </a:lnTo>
                  <a:lnTo>
                    <a:pt x="11894" y="5214"/>
                  </a:lnTo>
                  <a:lnTo>
                    <a:pt x="11315" y="5098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2"/>
                  </a:lnTo>
                  <a:lnTo>
                    <a:pt x="8071" y="3515"/>
                  </a:lnTo>
                  <a:lnTo>
                    <a:pt x="8496" y="2858"/>
                  </a:lnTo>
                  <a:lnTo>
                    <a:pt x="8843" y="2202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7"/>
                  </a:lnTo>
                  <a:lnTo>
                    <a:pt x="9075" y="1275"/>
                  </a:lnTo>
                  <a:lnTo>
                    <a:pt x="9037" y="1005"/>
                  </a:lnTo>
                  <a:lnTo>
                    <a:pt x="8959" y="812"/>
                  </a:lnTo>
                  <a:lnTo>
                    <a:pt x="8882" y="580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17"/>
            <p:cNvSpPr/>
            <p:nvPr/>
          </p:nvSpPr>
          <p:spPr>
            <a:xfrm>
              <a:off x="410925" y="3256650"/>
              <a:ext cx="35725" cy="33825"/>
            </a:xfrm>
            <a:custGeom>
              <a:avLst/>
              <a:gdLst/>
              <a:ahLst/>
              <a:cxnLst/>
              <a:rect l="l" t="t" r="r" b="b"/>
              <a:pathLst>
                <a:path w="1429" h="1353" extrusionOk="0">
                  <a:moveTo>
                    <a:pt x="579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71"/>
                  </a:lnTo>
                  <a:lnTo>
                    <a:pt x="39" y="425"/>
                  </a:lnTo>
                  <a:lnTo>
                    <a:pt x="0" y="619"/>
                  </a:lnTo>
                  <a:lnTo>
                    <a:pt x="0" y="812"/>
                  </a:lnTo>
                  <a:lnTo>
                    <a:pt x="77" y="966"/>
                  </a:lnTo>
                  <a:lnTo>
                    <a:pt x="155" y="1121"/>
                  </a:lnTo>
                  <a:lnTo>
                    <a:pt x="309" y="1275"/>
                  </a:lnTo>
                  <a:lnTo>
                    <a:pt x="463" y="1352"/>
                  </a:lnTo>
                  <a:lnTo>
                    <a:pt x="618" y="1352"/>
                  </a:lnTo>
                  <a:lnTo>
                    <a:pt x="695" y="1236"/>
                  </a:lnTo>
                  <a:lnTo>
                    <a:pt x="695" y="1121"/>
                  </a:lnTo>
                  <a:lnTo>
                    <a:pt x="657" y="1082"/>
                  </a:lnTo>
                  <a:lnTo>
                    <a:pt x="579" y="1043"/>
                  </a:lnTo>
                  <a:lnTo>
                    <a:pt x="502" y="1005"/>
                  </a:lnTo>
                  <a:lnTo>
                    <a:pt x="463" y="927"/>
                  </a:lnTo>
                  <a:lnTo>
                    <a:pt x="386" y="773"/>
                  </a:lnTo>
                  <a:lnTo>
                    <a:pt x="386" y="580"/>
                  </a:lnTo>
                  <a:lnTo>
                    <a:pt x="425" y="503"/>
                  </a:lnTo>
                  <a:lnTo>
                    <a:pt x="502" y="425"/>
                  </a:lnTo>
                  <a:lnTo>
                    <a:pt x="579" y="387"/>
                  </a:lnTo>
                  <a:lnTo>
                    <a:pt x="657" y="387"/>
                  </a:lnTo>
                  <a:lnTo>
                    <a:pt x="850" y="425"/>
                  </a:lnTo>
                  <a:lnTo>
                    <a:pt x="927" y="464"/>
                  </a:lnTo>
                  <a:lnTo>
                    <a:pt x="965" y="541"/>
                  </a:lnTo>
                  <a:lnTo>
                    <a:pt x="1043" y="696"/>
                  </a:lnTo>
                  <a:lnTo>
                    <a:pt x="1081" y="773"/>
                  </a:lnTo>
                  <a:lnTo>
                    <a:pt x="1120" y="812"/>
                  </a:lnTo>
                  <a:lnTo>
                    <a:pt x="1274" y="812"/>
                  </a:lnTo>
                  <a:lnTo>
                    <a:pt x="1352" y="734"/>
                  </a:lnTo>
                  <a:lnTo>
                    <a:pt x="1390" y="696"/>
                  </a:lnTo>
                  <a:lnTo>
                    <a:pt x="1429" y="619"/>
                  </a:lnTo>
                  <a:lnTo>
                    <a:pt x="1390" y="425"/>
                  </a:lnTo>
                  <a:lnTo>
                    <a:pt x="1274" y="271"/>
                  </a:lnTo>
                  <a:lnTo>
                    <a:pt x="1159" y="117"/>
                  </a:lnTo>
                  <a:lnTo>
                    <a:pt x="965" y="39"/>
                  </a:lnTo>
                  <a:lnTo>
                    <a:pt x="77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17"/>
            <p:cNvSpPr/>
            <p:nvPr/>
          </p:nvSpPr>
          <p:spPr>
            <a:xfrm>
              <a:off x="5445325" y="3267275"/>
              <a:ext cx="624625" cy="344650"/>
            </a:xfrm>
            <a:custGeom>
              <a:avLst/>
              <a:gdLst/>
              <a:ahLst/>
              <a:cxnLst/>
              <a:rect l="l" t="t" r="r" b="b"/>
              <a:pathLst>
                <a:path w="24985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03" y="2008"/>
                  </a:lnTo>
                  <a:lnTo>
                    <a:pt x="23787" y="2124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170" y="2086"/>
                  </a:lnTo>
                  <a:lnTo>
                    <a:pt x="23054" y="1970"/>
                  </a:lnTo>
                  <a:lnTo>
                    <a:pt x="22976" y="1815"/>
                  </a:lnTo>
                  <a:lnTo>
                    <a:pt x="22938" y="1622"/>
                  </a:lnTo>
                  <a:lnTo>
                    <a:pt x="22976" y="1429"/>
                  </a:lnTo>
                  <a:lnTo>
                    <a:pt x="23015" y="1236"/>
                  </a:lnTo>
                  <a:lnTo>
                    <a:pt x="23131" y="1082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42"/>
                  </a:lnTo>
                  <a:lnTo>
                    <a:pt x="24289" y="3090"/>
                  </a:lnTo>
                  <a:lnTo>
                    <a:pt x="24367" y="3437"/>
                  </a:lnTo>
                  <a:lnTo>
                    <a:pt x="24405" y="3785"/>
                  </a:lnTo>
                  <a:lnTo>
                    <a:pt x="24173" y="3707"/>
                  </a:lnTo>
                  <a:lnTo>
                    <a:pt x="23942" y="3592"/>
                  </a:lnTo>
                  <a:lnTo>
                    <a:pt x="23826" y="3514"/>
                  </a:lnTo>
                  <a:lnTo>
                    <a:pt x="23787" y="3399"/>
                  </a:lnTo>
                  <a:lnTo>
                    <a:pt x="23710" y="3283"/>
                  </a:lnTo>
                  <a:lnTo>
                    <a:pt x="23672" y="3128"/>
                  </a:lnTo>
                  <a:lnTo>
                    <a:pt x="23710" y="2897"/>
                  </a:lnTo>
                  <a:lnTo>
                    <a:pt x="23787" y="2704"/>
                  </a:lnTo>
                  <a:lnTo>
                    <a:pt x="23903" y="2549"/>
                  </a:lnTo>
                  <a:lnTo>
                    <a:pt x="24096" y="2433"/>
                  </a:lnTo>
                  <a:close/>
                  <a:moveTo>
                    <a:pt x="16142" y="4943"/>
                  </a:moveTo>
                  <a:lnTo>
                    <a:pt x="16257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28" y="5252"/>
                  </a:lnTo>
                  <a:lnTo>
                    <a:pt x="16566" y="5407"/>
                  </a:lnTo>
                  <a:lnTo>
                    <a:pt x="16296" y="5407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40" y="5368"/>
                  </a:lnTo>
                  <a:lnTo>
                    <a:pt x="15678" y="5252"/>
                  </a:lnTo>
                  <a:lnTo>
                    <a:pt x="15755" y="5136"/>
                  </a:lnTo>
                  <a:lnTo>
                    <a:pt x="15833" y="5059"/>
                  </a:lnTo>
                  <a:lnTo>
                    <a:pt x="15949" y="5020"/>
                  </a:lnTo>
                  <a:lnTo>
                    <a:pt x="16026" y="4982"/>
                  </a:lnTo>
                  <a:lnTo>
                    <a:pt x="16142" y="4943"/>
                  </a:lnTo>
                  <a:close/>
                  <a:moveTo>
                    <a:pt x="24444" y="4248"/>
                  </a:moveTo>
                  <a:lnTo>
                    <a:pt x="24405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07"/>
                  </a:lnTo>
                  <a:lnTo>
                    <a:pt x="23903" y="5252"/>
                  </a:lnTo>
                  <a:lnTo>
                    <a:pt x="23787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865" y="4596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763" y="4866"/>
                  </a:lnTo>
                  <a:lnTo>
                    <a:pt x="17879" y="4905"/>
                  </a:lnTo>
                  <a:lnTo>
                    <a:pt x="17957" y="4982"/>
                  </a:lnTo>
                  <a:lnTo>
                    <a:pt x="18072" y="5175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484"/>
                  </a:lnTo>
                  <a:lnTo>
                    <a:pt x="17030" y="5407"/>
                  </a:lnTo>
                  <a:lnTo>
                    <a:pt x="17030" y="5291"/>
                  </a:lnTo>
                  <a:lnTo>
                    <a:pt x="17107" y="5136"/>
                  </a:lnTo>
                  <a:lnTo>
                    <a:pt x="17184" y="5059"/>
                  </a:lnTo>
                  <a:lnTo>
                    <a:pt x="17261" y="4943"/>
                  </a:lnTo>
                  <a:lnTo>
                    <a:pt x="17377" y="4866"/>
                  </a:lnTo>
                  <a:lnTo>
                    <a:pt x="17493" y="4827"/>
                  </a:lnTo>
                  <a:close/>
                  <a:moveTo>
                    <a:pt x="14558" y="5291"/>
                  </a:moveTo>
                  <a:lnTo>
                    <a:pt x="14674" y="5329"/>
                  </a:lnTo>
                  <a:lnTo>
                    <a:pt x="14790" y="5368"/>
                  </a:lnTo>
                  <a:lnTo>
                    <a:pt x="14906" y="5445"/>
                  </a:lnTo>
                  <a:lnTo>
                    <a:pt x="14983" y="5522"/>
                  </a:lnTo>
                  <a:lnTo>
                    <a:pt x="15060" y="5677"/>
                  </a:lnTo>
                  <a:lnTo>
                    <a:pt x="14520" y="5870"/>
                  </a:lnTo>
                  <a:lnTo>
                    <a:pt x="14056" y="6102"/>
                  </a:lnTo>
                  <a:lnTo>
                    <a:pt x="14018" y="6024"/>
                  </a:lnTo>
                  <a:lnTo>
                    <a:pt x="14018" y="5793"/>
                  </a:lnTo>
                  <a:lnTo>
                    <a:pt x="14095" y="5600"/>
                  </a:lnTo>
                  <a:lnTo>
                    <a:pt x="14249" y="5445"/>
                  </a:lnTo>
                  <a:lnTo>
                    <a:pt x="14327" y="5368"/>
                  </a:lnTo>
                  <a:lnTo>
                    <a:pt x="14443" y="5329"/>
                  </a:lnTo>
                  <a:lnTo>
                    <a:pt x="14558" y="5291"/>
                  </a:lnTo>
                  <a:close/>
                  <a:moveTo>
                    <a:pt x="19076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47" y="5793"/>
                  </a:lnTo>
                  <a:lnTo>
                    <a:pt x="19385" y="5986"/>
                  </a:lnTo>
                  <a:lnTo>
                    <a:pt x="19347" y="6140"/>
                  </a:lnTo>
                  <a:lnTo>
                    <a:pt x="18574" y="5831"/>
                  </a:lnTo>
                  <a:lnTo>
                    <a:pt x="18613" y="5715"/>
                  </a:lnTo>
                  <a:lnTo>
                    <a:pt x="18652" y="5638"/>
                  </a:lnTo>
                  <a:lnTo>
                    <a:pt x="18806" y="5522"/>
                  </a:lnTo>
                  <a:lnTo>
                    <a:pt x="18999" y="5484"/>
                  </a:lnTo>
                  <a:close/>
                  <a:moveTo>
                    <a:pt x="20312" y="6063"/>
                  </a:moveTo>
                  <a:lnTo>
                    <a:pt x="20428" y="6102"/>
                  </a:lnTo>
                  <a:lnTo>
                    <a:pt x="20544" y="6179"/>
                  </a:lnTo>
                  <a:lnTo>
                    <a:pt x="20660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53" y="6913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10" y="6256"/>
                  </a:lnTo>
                  <a:lnTo>
                    <a:pt x="19887" y="6179"/>
                  </a:lnTo>
                  <a:lnTo>
                    <a:pt x="19964" y="6102"/>
                  </a:lnTo>
                  <a:lnTo>
                    <a:pt x="20080" y="6063"/>
                  </a:lnTo>
                  <a:close/>
                  <a:moveTo>
                    <a:pt x="23710" y="5870"/>
                  </a:moveTo>
                  <a:lnTo>
                    <a:pt x="23942" y="5986"/>
                  </a:lnTo>
                  <a:lnTo>
                    <a:pt x="24058" y="5986"/>
                  </a:lnTo>
                  <a:lnTo>
                    <a:pt x="23903" y="6295"/>
                  </a:lnTo>
                  <a:lnTo>
                    <a:pt x="23710" y="6565"/>
                  </a:lnTo>
                  <a:lnTo>
                    <a:pt x="23478" y="6797"/>
                  </a:lnTo>
                  <a:lnTo>
                    <a:pt x="23247" y="6990"/>
                  </a:lnTo>
                  <a:lnTo>
                    <a:pt x="23208" y="6913"/>
                  </a:lnTo>
                  <a:lnTo>
                    <a:pt x="23054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092" y="6063"/>
                  </a:lnTo>
                  <a:lnTo>
                    <a:pt x="23170" y="5986"/>
                  </a:lnTo>
                  <a:lnTo>
                    <a:pt x="23285" y="5947"/>
                  </a:lnTo>
                  <a:lnTo>
                    <a:pt x="23478" y="5870"/>
                  </a:lnTo>
                  <a:close/>
                  <a:moveTo>
                    <a:pt x="13207" y="6102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670" y="6333"/>
                  </a:lnTo>
                  <a:lnTo>
                    <a:pt x="13130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3"/>
                  </a:lnTo>
                  <a:lnTo>
                    <a:pt x="12628" y="6797"/>
                  </a:lnTo>
                  <a:lnTo>
                    <a:pt x="12628" y="6642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179"/>
                  </a:lnTo>
                  <a:lnTo>
                    <a:pt x="12975" y="6140"/>
                  </a:lnTo>
                  <a:lnTo>
                    <a:pt x="13091" y="6102"/>
                  </a:lnTo>
                  <a:close/>
                  <a:moveTo>
                    <a:pt x="22166" y="6565"/>
                  </a:moveTo>
                  <a:lnTo>
                    <a:pt x="22281" y="6604"/>
                  </a:lnTo>
                  <a:lnTo>
                    <a:pt x="22436" y="6681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1" y="7067"/>
                  </a:lnTo>
                  <a:lnTo>
                    <a:pt x="22899" y="7067"/>
                  </a:lnTo>
                  <a:lnTo>
                    <a:pt x="22976" y="7106"/>
                  </a:lnTo>
                  <a:lnTo>
                    <a:pt x="22938" y="7106"/>
                  </a:lnTo>
                  <a:lnTo>
                    <a:pt x="22552" y="7221"/>
                  </a:lnTo>
                  <a:lnTo>
                    <a:pt x="22166" y="7221"/>
                  </a:lnTo>
                  <a:lnTo>
                    <a:pt x="21779" y="7183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19"/>
                  </a:lnTo>
                  <a:lnTo>
                    <a:pt x="21779" y="6604"/>
                  </a:lnTo>
                  <a:lnTo>
                    <a:pt x="22011" y="6565"/>
                  </a:lnTo>
                  <a:close/>
                  <a:moveTo>
                    <a:pt x="12280" y="7376"/>
                  </a:moveTo>
                  <a:lnTo>
                    <a:pt x="12473" y="7415"/>
                  </a:lnTo>
                  <a:lnTo>
                    <a:pt x="12087" y="7955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24" y="8071"/>
                  </a:lnTo>
                  <a:lnTo>
                    <a:pt x="11624" y="7955"/>
                  </a:lnTo>
                  <a:lnTo>
                    <a:pt x="11662" y="7839"/>
                  </a:lnTo>
                  <a:lnTo>
                    <a:pt x="11701" y="7723"/>
                  </a:lnTo>
                  <a:lnTo>
                    <a:pt x="11778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26" y="7415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56" y="9422"/>
                  </a:lnTo>
                  <a:lnTo>
                    <a:pt x="2433" y="9461"/>
                  </a:lnTo>
                  <a:lnTo>
                    <a:pt x="2511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588" y="10002"/>
                  </a:lnTo>
                  <a:lnTo>
                    <a:pt x="2124" y="9886"/>
                  </a:lnTo>
                  <a:lnTo>
                    <a:pt x="1622" y="9886"/>
                  </a:lnTo>
                  <a:lnTo>
                    <a:pt x="1661" y="9731"/>
                  </a:lnTo>
                  <a:lnTo>
                    <a:pt x="1738" y="9616"/>
                  </a:lnTo>
                  <a:lnTo>
                    <a:pt x="1815" y="9538"/>
                  </a:lnTo>
                  <a:lnTo>
                    <a:pt x="1893" y="9461"/>
                  </a:lnTo>
                  <a:lnTo>
                    <a:pt x="2009" y="9384"/>
                  </a:lnTo>
                  <a:lnTo>
                    <a:pt x="2124" y="9345"/>
                  </a:lnTo>
                  <a:close/>
                  <a:moveTo>
                    <a:pt x="11624" y="8998"/>
                  </a:moveTo>
                  <a:lnTo>
                    <a:pt x="11469" y="9500"/>
                  </a:lnTo>
                  <a:lnTo>
                    <a:pt x="11315" y="10002"/>
                  </a:lnTo>
                  <a:lnTo>
                    <a:pt x="11238" y="10272"/>
                  </a:lnTo>
                  <a:lnTo>
                    <a:pt x="11044" y="10079"/>
                  </a:lnTo>
                  <a:lnTo>
                    <a:pt x="10967" y="9809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29" y="9422"/>
                  </a:lnTo>
                  <a:lnTo>
                    <a:pt x="11006" y="9307"/>
                  </a:lnTo>
                  <a:lnTo>
                    <a:pt x="11122" y="9152"/>
                  </a:lnTo>
                  <a:lnTo>
                    <a:pt x="11276" y="9036"/>
                  </a:lnTo>
                  <a:lnTo>
                    <a:pt x="11469" y="8998"/>
                  </a:lnTo>
                  <a:close/>
                  <a:moveTo>
                    <a:pt x="3746" y="9731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2" y="10118"/>
                  </a:lnTo>
                  <a:lnTo>
                    <a:pt x="4171" y="10233"/>
                  </a:lnTo>
                  <a:lnTo>
                    <a:pt x="4132" y="10388"/>
                  </a:lnTo>
                  <a:lnTo>
                    <a:pt x="4094" y="10504"/>
                  </a:lnTo>
                  <a:lnTo>
                    <a:pt x="4017" y="10620"/>
                  </a:lnTo>
                  <a:lnTo>
                    <a:pt x="3862" y="10542"/>
                  </a:lnTo>
                  <a:lnTo>
                    <a:pt x="3476" y="10311"/>
                  </a:lnTo>
                  <a:lnTo>
                    <a:pt x="3051" y="10156"/>
                  </a:lnTo>
                  <a:lnTo>
                    <a:pt x="3128" y="10002"/>
                  </a:lnTo>
                  <a:lnTo>
                    <a:pt x="3244" y="9924"/>
                  </a:lnTo>
                  <a:lnTo>
                    <a:pt x="3360" y="9809"/>
                  </a:lnTo>
                  <a:lnTo>
                    <a:pt x="3476" y="9770"/>
                  </a:lnTo>
                  <a:lnTo>
                    <a:pt x="3630" y="9731"/>
                  </a:lnTo>
                  <a:close/>
                  <a:moveTo>
                    <a:pt x="4827" y="10620"/>
                  </a:moveTo>
                  <a:lnTo>
                    <a:pt x="4905" y="10658"/>
                  </a:lnTo>
                  <a:lnTo>
                    <a:pt x="4982" y="10697"/>
                  </a:lnTo>
                  <a:lnTo>
                    <a:pt x="5059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59" y="11430"/>
                  </a:lnTo>
                  <a:lnTo>
                    <a:pt x="4403" y="10890"/>
                  </a:lnTo>
                  <a:lnTo>
                    <a:pt x="4441" y="10813"/>
                  </a:lnTo>
                  <a:lnTo>
                    <a:pt x="4480" y="10735"/>
                  </a:lnTo>
                  <a:lnTo>
                    <a:pt x="4634" y="10658"/>
                  </a:lnTo>
                  <a:lnTo>
                    <a:pt x="4827" y="10620"/>
                  </a:lnTo>
                  <a:close/>
                  <a:moveTo>
                    <a:pt x="11160" y="10620"/>
                  </a:moveTo>
                  <a:lnTo>
                    <a:pt x="10929" y="11199"/>
                  </a:lnTo>
                  <a:lnTo>
                    <a:pt x="10697" y="11739"/>
                  </a:lnTo>
                  <a:lnTo>
                    <a:pt x="10658" y="11701"/>
                  </a:lnTo>
                  <a:lnTo>
                    <a:pt x="10465" y="11508"/>
                  </a:lnTo>
                  <a:lnTo>
                    <a:pt x="10388" y="11315"/>
                  </a:lnTo>
                  <a:lnTo>
                    <a:pt x="10388" y="11122"/>
                  </a:lnTo>
                  <a:lnTo>
                    <a:pt x="10427" y="10967"/>
                  </a:lnTo>
                  <a:lnTo>
                    <a:pt x="10542" y="10774"/>
                  </a:lnTo>
                  <a:lnTo>
                    <a:pt x="10697" y="10658"/>
                  </a:lnTo>
                  <a:lnTo>
                    <a:pt x="10929" y="10620"/>
                  </a:lnTo>
                  <a:close/>
                  <a:moveTo>
                    <a:pt x="5947" y="11469"/>
                  </a:moveTo>
                  <a:lnTo>
                    <a:pt x="6063" y="11508"/>
                  </a:lnTo>
                  <a:lnTo>
                    <a:pt x="6140" y="11546"/>
                  </a:lnTo>
                  <a:lnTo>
                    <a:pt x="6218" y="11662"/>
                  </a:lnTo>
                  <a:lnTo>
                    <a:pt x="6295" y="11739"/>
                  </a:lnTo>
                  <a:lnTo>
                    <a:pt x="6372" y="11971"/>
                  </a:lnTo>
                  <a:lnTo>
                    <a:pt x="6411" y="12203"/>
                  </a:lnTo>
                  <a:lnTo>
                    <a:pt x="6372" y="12473"/>
                  </a:lnTo>
                  <a:lnTo>
                    <a:pt x="5870" y="12087"/>
                  </a:lnTo>
                  <a:lnTo>
                    <a:pt x="5407" y="11701"/>
                  </a:lnTo>
                  <a:lnTo>
                    <a:pt x="5445" y="11585"/>
                  </a:lnTo>
                  <a:lnTo>
                    <a:pt x="5523" y="11508"/>
                  </a:lnTo>
                  <a:lnTo>
                    <a:pt x="5638" y="11469"/>
                  </a:lnTo>
                  <a:close/>
                  <a:moveTo>
                    <a:pt x="10542" y="12048"/>
                  </a:moveTo>
                  <a:lnTo>
                    <a:pt x="10388" y="12280"/>
                  </a:lnTo>
                  <a:lnTo>
                    <a:pt x="10195" y="12550"/>
                  </a:lnTo>
                  <a:lnTo>
                    <a:pt x="9963" y="12743"/>
                  </a:lnTo>
                  <a:lnTo>
                    <a:pt x="9770" y="12936"/>
                  </a:lnTo>
                  <a:lnTo>
                    <a:pt x="9732" y="12859"/>
                  </a:lnTo>
                  <a:lnTo>
                    <a:pt x="9654" y="12666"/>
                  </a:lnTo>
                  <a:lnTo>
                    <a:pt x="9616" y="12473"/>
                  </a:lnTo>
                  <a:lnTo>
                    <a:pt x="9693" y="12319"/>
                  </a:lnTo>
                  <a:lnTo>
                    <a:pt x="9809" y="12203"/>
                  </a:lnTo>
                  <a:lnTo>
                    <a:pt x="9963" y="12126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37" y="12473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01" y="12821"/>
                  </a:lnTo>
                  <a:lnTo>
                    <a:pt x="7878" y="13014"/>
                  </a:lnTo>
                  <a:lnTo>
                    <a:pt x="7839" y="13207"/>
                  </a:lnTo>
                  <a:lnTo>
                    <a:pt x="7299" y="13014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44" y="12512"/>
                  </a:lnTo>
                  <a:lnTo>
                    <a:pt x="7337" y="12473"/>
                  </a:lnTo>
                  <a:close/>
                  <a:moveTo>
                    <a:pt x="8843" y="12628"/>
                  </a:moveTo>
                  <a:lnTo>
                    <a:pt x="8921" y="12666"/>
                  </a:lnTo>
                  <a:lnTo>
                    <a:pt x="9075" y="12743"/>
                  </a:lnTo>
                  <a:lnTo>
                    <a:pt x="9191" y="12936"/>
                  </a:lnTo>
                  <a:lnTo>
                    <a:pt x="9230" y="13130"/>
                  </a:lnTo>
                  <a:lnTo>
                    <a:pt x="9230" y="13207"/>
                  </a:lnTo>
                  <a:lnTo>
                    <a:pt x="9036" y="13245"/>
                  </a:lnTo>
                  <a:lnTo>
                    <a:pt x="8805" y="13284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03" y="13014"/>
                  </a:lnTo>
                  <a:lnTo>
                    <a:pt x="8419" y="12821"/>
                  </a:lnTo>
                  <a:lnTo>
                    <a:pt x="8534" y="12666"/>
                  </a:lnTo>
                  <a:lnTo>
                    <a:pt x="8650" y="12628"/>
                  </a:lnTo>
                  <a:close/>
                  <a:moveTo>
                    <a:pt x="22861" y="0"/>
                  </a:moveTo>
                  <a:lnTo>
                    <a:pt x="22822" y="78"/>
                  </a:lnTo>
                  <a:lnTo>
                    <a:pt x="22745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783" y="387"/>
                  </a:lnTo>
                  <a:lnTo>
                    <a:pt x="22822" y="387"/>
                  </a:lnTo>
                  <a:lnTo>
                    <a:pt x="22861" y="464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668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22" y="2240"/>
                  </a:lnTo>
                  <a:lnTo>
                    <a:pt x="23015" y="2395"/>
                  </a:lnTo>
                  <a:lnTo>
                    <a:pt x="23247" y="2472"/>
                  </a:lnTo>
                  <a:lnTo>
                    <a:pt x="23478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24" y="3244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862"/>
                  </a:lnTo>
                  <a:lnTo>
                    <a:pt x="23942" y="4016"/>
                  </a:lnTo>
                  <a:lnTo>
                    <a:pt x="23710" y="4209"/>
                  </a:lnTo>
                  <a:lnTo>
                    <a:pt x="23556" y="4480"/>
                  </a:lnTo>
                  <a:lnTo>
                    <a:pt x="23440" y="4750"/>
                  </a:lnTo>
                  <a:lnTo>
                    <a:pt x="23440" y="4866"/>
                  </a:lnTo>
                  <a:lnTo>
                    <a:pt x="23440" y="5020"/>
                  </a:lnTo>
                  <a:lnTo>
                    <a:pt x="23478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70" y="5561"/>
                  </a:lnTo>
                  <a:lnTo>
                    <a:pt x="22938" y="5677"/>
                  </a:lnTo>
                  <a:lnTo>
                    <a:pt x="22783" y="5870"/>
                  </a:lnTo>
                  <a:lnTo>
                    <a:pt x="22668" y="6102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1972" y="6217"/>
                  </a:lnTo>
                  <a:lnTo>
                    <a:pt x="21741" y="6256"/>
                  </a:lnTo>
                  <a:lnTo>
                    <a:pt x="21509" y="6411"/>
                  </a:lnTo>
                  <a:lnTo>
                    <a:pt x="21316" y="6565"/>
                  </a:lnTo>
                  <a:lnTo>
                    <a:pt x="21200" y="6758"/>
                  </a:lnTo>
                  <a:lnTo>
                    <a:pt x="21084" y="6449"/>
                  </a:lnTo>
                  <a:lnTo>
                    <a:pt x="20930" y="6140"/>
                  </a:lnTo>
                  <a:lnTo>
                    <a:pt x="20853" y="5986"/>
                  </a:lnTo>
                  <a:lnTo>
                    <a:pt x="20698" y="5870"/>
                  </a:lnTo>
                  <a:lnTo>
                    <a:pt x="20582" y="5793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42" y="5793"/>
                  </a:lnTo>
                  <a:lnTo>
                    <a:pt x="19887" y="5831"/>
                  </a:lnTo>
                  <a:lnTo>
                    <a:pt x="19733" y="5947"/>
                  </a:lnTo>
                  <a:lnTo>
                    <a:pt x="19694" y="5715"/>
                  </a:lnTo>
                  <a:lnTo>
                    <a:pt x="19617" y="5484"/>
                  </a:lnTo>
                  <a:lnTo>
                    <a:pt x="19462" y="5291"/>
                  </a:lnTo>
                  <a:lnTo>
                    <a:pt x="19347" y="5213"/>
                  </a:lnTo>
                  <a:lnTo>
                    <a:pt x="19231" y="5175"/>
                  </a:lnTo>
                  <a:lnTo>
                    <a:pt x="19038" y="5136"/>
                  </a:lnTo>
                  <a:lnTo>
                    <a:pt x="18806" y="5175"/>
                  </a:lnTo>
                  <a:lnTo>
                    <a:pt x="18613" y="5252"/>
                  </a:lnTo>
                  <a:lnTo>
                    <a:pt x="18458" y="5407"/>
                  </a:lnTo>
                  <a:lnTo>
                    <a:pt x="18458" y="5252"/>
                  </a:lnTo>
                  <a:lnTo>
                    <a:pt x="18420" y="5098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7" y="4557"/>
                  </a:lnTo>
                  <a:lnTo>
                    <a:pt x="17802" y="4518"/>
                  </a:lnTo>
                  <a:lnTo>
                    <a:pt x="17493" y="4518"/>
                  </a:lnTo>
                  <a:lnTo>
                    <a:pt x="17377" y="4557"/>
                  </a:lnTo>
                  <a:lnTo>
                    <a:pt x="17223" y="4634"/>
                  </a:lnTo>
                  <a:lnTo>
                    <a:pt x="17107" y="4711"/>
                  </a:lnTo>
                  <a:lnTo>
                    <a:pt x="17030" y="4827"/>
                  </a:lnTo>
                  <a:lnTo>
                    <a:pt x="16875" y="5059"/>
                  </a:lnTo>
                  <a:lnTo>
                    <a:pt x="16759" y="4905"/>
                  </a:lnTo>
                  <a:lnTo>
                    <a:pt x="16605" y="4789"/>
                  </a:lnTo>
                  <a:lnTo>
                    <a:pt x="16451" y="4673"/>
                  </a:lnTo>
                  <a:lnTo>
                    <a:pt x="16257" y="4634"/>
                  </a:lnTo>
                  <a:lnTo>
                    <a:pt x="16103" y="4634"/>
                  </a:lnTo>
                  <a:lnTo>
                    <a:pt x="15910" y="4673"/>
                  </a:lnTo>
                  <a:lnTo>
                    <a:pt x="15755" y="4750"/>
                  </a:lnTo>
                  <a:lnTo>
                    <a:pt x="15640" y="4827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291"/>
                  </a:lnTo>
                  <a:lnTo>
                    <a:pt x="15374" y="5460"/>
                  </a:lnTo>
                  <a:lnTo>
                    <a:pt x="15331" y="5329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597" y="4943"/>
                  </a:lnTo>
                  <a:lnTo>
                    <a:pt x="14404" y="4943"/>
                  </a:lnTo>
                  <a:lnTo>
                    <a:pt x="14249" y="5020"/>
                  </a:lnTo>
                  <a:lnTo>
                    <a:pt x="14134" y="5098"/>
                  </a:lnTo>
                  <a:lnTo>
                    <a:pt x="14018" y="5175"/>
                  </a:lnTo>
                  <a:lnTo>
                    <a:pt x="13941" y="5291"/>
                  </a:lnTo>
                  <a:lnTo>
                    <a:pt x="13825" y="5522"/>
                  </a:lnTo>
                  <a:lnTo>
                    <a:pt x="13747" y="5831"/>
                  </a:lnTo>
                  <a:lnTo>
                    <a:pt x="13593" y="5754"/>
                  </a:lnTo>
                  <a:lnTo>
                    <a:pt x="13361" y="5677"/>
                  </a:lnTo>
                  <a:lnTo>
                    <a:pt x="13130" y="5677"/>
                  </a:lnTo>
                  <a:lnTo>
                    <a:pt x="12937" y="5715"/>
                  </a:lnTo>
                  <a:lnTo>
                    <a:pt x="12705" y="5831"/>
                  </a:lnTo>
                  <a:lnTo>
                    <a:pt x="12589" y="5947"/>
                  </a:lnTo>
                  <a:lnTo>
                    <a:pt x="12473" y="6063"/>
                  </a:lnTo>
                  <a:lnTo>
                    <a:pt x="12396" y="6217"/>
                  </a:lnTo>
                  <a:lnTo>
                    <a:pt x="12357" y="6333"/>
                  </a:lnTo>
                  <a:lnTo>
                    <a:pt x="12319" y="6526"/>
                  </a:lnTo>
                  <a:lnTo>
                    <a:pt x="12319" y="6681"/>
                  </a:lnTo>
                  <a:lnTo>
                    <a:pt x="12357" y="6835"/>
                  </a:lnTo>
                  <a:lnTo>
                    <a:pt x="12396" y="6990"/>
                  </a:lnTo>
                  <a:lnTo>
                    <a:pt x="12126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469" y="7376"/>
                  </a:lnTo>
                  <a:lnTo>
                    <a:pt x="11392" y="7530"/>
                  </a:lnTo>
                  <a:lnTo>
                    <a:pt x="11315" y="7685"/>
                  </a:lnTo>
                  <a:lnTo>
                    <a:pt x="11276" y="7839"/>
                  </a:lnTo>
                  <a:lnTo>
                    <a:pt x="11276" y="7994"/>
                  </a:lnTo>
                  <a:lnTo>
                    <a:pt x="11276" y="8148"/>
                  </a:lnTo>
                  <a:lnTo>
                    <a:pt x="11315" y="8303"/>
                  </a:lnTo>
                  <a:lnTo>
                    <a:pt x="11392" y="8457"/>
                  </a:lnTo>
                  <a:lnTo>
                    <a:pt x="11469" y="8573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20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02"/>
                  </a:lnTo>
                  <a:lnTo>
                    <a:pt x="10851" y="10233"/>
                  </a:lnTo>
                  <a:lnTo>
                    <a:pt x="10620" y="10272"/>
                  </a:lnTo>
                  <a:lnTo>
                    <a:pt x="10388" y="10388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40" y="11006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56" y="11701"/>
                  </a:lnTo>
                  <a:lnTo>
                    <a:pt x="9925" y="11739"/>
                  </a:lnTo>
                  <a:lnTo>
                    <a:pt x="9693" y="11817"/>
                  </a:lnTo>
                  <a:lnTo>
                    <a:pt x="9500" y="11971"/>
                  </a:lnTo>
                  <a:lnTo>
                    <a:pt x="9423" y="12087"/>
                  </a:lnTo>
                  <a:lnTo>
                    <a:pt x="9345" y="12203"/>
                  </a:lnTo>
                  <a:lnTo>
                    <a:pt x="9307" y="12319"/>
                  </a:lnTo>
                  <a:lnTo>
                    <a:pt x="9307" y="12473"/>
                  </a:lnTo>
                  <a:lnTo>
                    <a:pt x="9152" y="12357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689" y="12280"/>
                  </a:lnTo>
                  <a:lnTo>
                    <a:pt x="8534" y="12319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48" y="12705"/>
                  </a:lnTo>
                  <a:lnTo>
                    <a:pt x="8071" y="12550"/>
                  </a:lnTo>
                  <a:lnTo>
                    <a:pt x="7994" y="12434"/>
                  </a:lnTo>
                  <a:lnTo>
                    <a:pt x="7839" y="12319"/>
                  </a:lnTo>
                  <a:lnTo>
                    <a:pt x="7724" y="12241"/>
                  </a:lnTo>
                  <a:lnTo>
                    <a:pt x="7453" y="12164"/>
                  </a:lnTo>
                  <a:lnTo>
                    <a:pt x="7222" y="12164"/>
                  </a:lnTo>
                  <a:lnTo>
                    <a:pt x="6990" y="12241"/>
                  </a:lnTo>
                  <a:lnTo>
                    <a:pt x="6758" y="12396"/>
                  </a:lnTo>
                  <a:lnTo>
                    <a:pt x="6758" y="12048"/>
                  </a:lnTo>
                  <a:lnTo>
                    <a:pt x="6720" y="11855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488" y="11392"/>
                  </a:lnTo>
                  <a:lnTo>
                    <a:pt x="6372" y="11276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870" y="11122"/>
                  </a:lnTo>
                  <a:lnTo>
                    <a:pt x="5677" y="11160"/>
                  </a:lnTo>
                  <a:lnTo>
                    <a:pt x="5523" y="11199"/>
                  </a:lnTo>
                  <a:lnTo>
                    <a:pt x="5523" y="10967"/>
                  </a:lnTo>
                  <a:lnTo>
                    <a:pt x="5445" y="10697"/>
                  </a:lnTo>
                  <a:lnTo>
                    <a:pt x="5291" y="10504"/>
                  </a:lnTo>
                  <a:lnTo>
                    <a:pt x="5214" y="10426"/>
                  </a:lnTo>
                  <a:lnTo>
                    <a:pt x="5098" y="10349"/>
                  </a:lnTo>
                  <a:lnTo>
                    <a:pt x="4943" y="10311"/>
                  </a:lnTo>
                  <a:lnTo>
                    <a:pt x="4673" y="10311"/>
                  </a:lnTo>
                  <a:lnTo>
                    <a:pt x="4519" y="10349"/>
                  </a:lnTo>
                  <a:lnTo>
                    <a:pt x="4519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22"/>
                  </a:lnTo>
                  <a:lnTo>
                    <a:pt x="3553" y="9422"/>
                  </a:lnTo>
                  <a:lnTo>
                    <a:pt x="3399" y="9461"/>
                  </a:lnTo>
                  <a:lnTo>
                    <a:pt x="3244" y="9538"/>
                  </a:lnTo>
                  <a:lnTo>
                    <a:pt x="3128" y="9616"/>
                  </a:lnTo>
                  <a:lnTo>
                    <a:pt x="2974" y="9731"/>
                  </a:lnTo>
                  <a:lnTo>
                    <a:pt x="2974" y="9616"/>
                  </a:lnTo>
                  <a:lnTo>
                    <a:pt x="2897" y="9422"/>
                  </a:lnTo>
                  <a:lnTo>
                    <a:pt x="2742" y="9268"/>
                  </a:lnTo>
                  <a:lnTo>
                    <a:pt x="2588" y="9114"/>
                  </a:lnTo>
                  <a:lnTo>
                    <a:pt x="2433" y="9036"/>
                  </a:lnTo>
                  <a:lnTo>
                    <a:pt x="2202" y="8998"/>
                  </a:lnTo>
                  <a:lnTo>
                    <a:pt x="2009" y="8998"/>
                  </a:lnTo>
                  <a:lnTo>
                    <a:pt x="1815" y="9075"/>
                  </a:lnTo>
                  <a:lnTo>
                    <a:pt x="1661" y="9191"/>
                  </a:lnTo>
                  <a:lnTo>
                    <a:pt x="1545" y="9345"/>
                  </a:lnTo>
                  <a:lnTo>
                    <a:pt x="1429" y="9500"/>
                  </a:lnTo>
                  <a:lnTo>
                    <a:pt x="1352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889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48" y="10426"/>
                  </a:lnTo>
                  <a:lnTo>
                    <a:pt x="232" y="10581"/>
                  </a:lnTo>
                  <a:lnTo>
                    <a:pt x="78" y="10890"/>
                  </a:lnTo>
                  <a:lnTo>
                    <a:pt x="1" y="11199"/>
                  </a:lnTo>
                  <a:lnTo>
                    <a:pt x="1" y="11546"/>
                  </a:lnTo>
                  <a:lnTo>
                    <a:pt x="39" y="11894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8" y="12782"/>
                  </a:lnTo>
                  <a:lnTo>
                    <a:pt x="773" y="12898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13" y="13130"/>
                  </a:lnTo>
                  <a:lnTo>
                    <a:pt x="1700" y="13168"/>
                  </a:lnTo>
                  <a:lnTo>
                    <a:pt x="2086" y="13091"/>
                  </a:lnTo>
                  <a:lnTo>
                    <a:pt x="2472" y="12975"/>
                  </a:lnTo>
                  <a:lnTo>
                    <a:pt x="2781" y="12782"/>
                  </a:lnTo>
                  <a:lnTo>
                    <a:pt x="3090" y="12512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15" y="11932"/>
                  </a:lnTo>
                  <a:lnTo>
                    <a:pt x="3515" y="11817"/>
                  </a:lnTo>
                  <a:lnTo>
                    <a:pt x="3437" y="11739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8" y="12434"/>
                  </a:lnTo>
                  <a:lnTo>
                    <a:pt x="2317" y="12550"/>
                  </a:lnTo>
                  <a:lnTo>
                    <a:pt x="2009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20" y="12550"/>
                  </a:lnTo>
                  <a:lnTo>
                    <a:pt x="966" y="12434"/>
                  </a:lnTo>
                  <a:lnTo>
                    <a:pt x="812" y="12319"/>
                  </a:lnTo>
                  <a:lnTo>
                    <a:pt x="696" y="12203"/>
                  </a:lnTo>
                  <a:lnTo>
                    <a:pt x="580" y="12048"/>
                  </a:lnTo>
                  <a:lnTo>
                    <a:pt x="541" y="11855"/>
                  </a:lnTo>
                  <a:lnTo>
                    <a:pt x="503" y="11701"/>
                  </a:lnTo>
                  <a:lnTo>
                    <a:pt x="464" y="11546"/>
                  </a:lnTo>
                  <a:lnTo>
                    <a:pt x="464" y="11353"/>
                  </a:lnTo>
                  <a:lnTo>
                    <a:pt x="503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889" y="10620"/>
                  </a:lnTo>
                  <a:lnTo>
                    <a:pt x="1043" y="10504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00" y="10349"/>
                  </a:lnTo>
                  <a:lnTo>
                    <a:pt x="2279" y="10349"/>
                  </a:lnTo>
                  <a:lnTo>
                    <a:pt x="2588" y="10426"/>
                  </a:lnTo>
                  <a:lnTo>
                    <a:pt x="2858" y="10504"/>
                  </a:lnTo>
                  <a:lnTo>
                    <a:pt x="3128" y="10620"/>
                  </a:lnTo>
                  <a:lnTo>
                    <a:pt x="3630" y="10928"/>
                  </a:lnTo>
                  <a:lnTo>
                    <a:pt x="4132" y="11276"/>
                  </a:lnTo>
                  <a:lnTo>
                    <a:pt x="4634" y="11662"/>
                  </a:lnTo>
                  <a:lnTo>
                    <a:pt x="5523" y="12396"/>
                  </a:lnTo>
                  <a:lnTo>
                    <a:pt x="5870" y="12666"/>
                  </a:lnTo>
                  <a:lnTo>
                    <a:pt x="6256" y="12936"/>
                  </a:lnTo>
                  <a:lnTo>
                    <a:pt x="6681" y="13207"/>
                  </a:lnTo>
                  <a:lnTo>
                    <a:pt x="7106" y="13400"/>
                  </a:lnTo>
                  <a:lnTo>
                    <a:pt x="7530" y="13593"/>
                  </a:lnTo>
                  <a:lnTo>
                    <a:pt x="7994" y="13709"/>
                  </a:lnTo>
                  <a:lnTo>
                    <a:pt x="8419" y="13786"/>
                  </a:lnTo>
                  <a:lnTo>
                    <a:pt x="8921" y="13786"/>
                  </a:lnTo>
                  <a:lnTo>
                    <a:pt x="9345" y="13670"/>
                  </a:lnTo>
                  <a:lnTo>
                    <a:pt x="9693" y="13554"/>
                  </a:lnTo>
                  <a:lnTo>
                    <a:pt x="10040" y="13323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890" y="12473"/>
                  </a:lnTo>
                  <a:lnTo>
                    <a:pt x="11122" y="12087"/>
                  </a:lnTo>
                  <a:lnTo>
                    <a:pt x="11315" y="11739"/>
                  </a:lnTo>
                  <a:lnTo>
                    <a:pt x="11508" y="11199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075"/>
                  </a:lnTo>
                  <a:lnTo>
                    <a:pt x="12319" y="8573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45" y="7299"/>
                  </a:lnTo>
                  <a:lnTo>
                    <a:pt x="13632" y="6951"/>
                  </a:lnTo>
                  <a:lnTo>
                    <a:pt x="14018" y="6681"/>
                  </a:lnTo>
                  <a:lnTo>
                    <a:pt x="14443" y="6449"/>
                  </a:lnTo>
                  <a:lnTo>
                    <a:pt x="14867" y="6256"/>
                  </a:lnTo>
                  <a:lnTo>
                    <a:pt x="15331" y="6102"/>
                  </a:lnTo>
                  <a:lnTo>
                    <a:pt x="15794" y="5986"/>
                  </a:lnTo>
                  <a:lnTo>
                    <a:pt x="16296" y="5909"/>
                  </a:lnTo>
                  <a:lnTo>
                    <a:pt x="16875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08"/>
                  </a:lnTo>
                  <a:lnTo>
                    <a:pt x="21741" y="7723"/>
                  </a:lnTo>
                  <a:lnTo>
                    <a:pt x="22127" y="7762"/>
                  </a:lnTo>
                  <a:lnTo>
                    <a:pt x="22552" y="7723"/>
                  </a:lnTo>
                  <a:lnTo>
                    <a:pt x="22976" y="7646"/>
                  </a:lnTo>
                  <a:lnTo>
                    <a:pt x="23363" y="7492"/>
                  </a:lnTo>
                  <a:lnTo>
                    <a:pt x="23710" y="7260"/>
                  </a:lnTo>
                  <a:lnTo>
                    <a:pt x="24058" y="6990"/>
                  </a:lnTo>
                  <a:lnTo>
                    <a:pt x="24328" y="6642"/>
                  </a:lnTo>
                  <a:lnTo>
                    <a:pt x="24560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46" y="5059"/>
                  </a:lnTo>
                  <a:lnTo>
                    <a:pt x="24984" y="4634"/>
                  </a:lnTo>
                  <a:lnTo>
                    <a:pt x="24984" y="4171"/>
                  </a:lnTo>
                  <a:lnTo>
                    <a:pt x="24946" y="3707"/>
                  </a:lnTo>
                  <a:lnTo>
                    <a:pt x="24869" y="3283"/>
                  </a:lnTo>
                  <a:lnTo>
                    <a:pt x="24753" y="2819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45"/>
                  </a:lnTo>
                  <a:lnTo>
                    <a:pt x="24019" y="1159"/>
                  </a:lnTo>
                  <a:lnTo>
                    <a:pt x="23787" y="811"/>
                  </a:lnTo>
                  <a:lnTo>
                    <a:pt x="23942" y="348"/>
                  </a:lnTo>
                  <a:lnTo>
                    <a:pt x="23556" y="232"/>
                  </a:lnTo>
                  <a:lnTo>
                    <a:pt x="23170" y="78"/>
                  </a:lnTo>
                  <a:lnTo>
                    <a:pt x="23131" y="39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17"/>
            <p:cNvSpPr/>
            <p:nvPr/>
          </p:nvSpPr>
          <p:spPr>
            <a:xfrm>
              <a:off x="5955050" y="3275975"/>
              <a:ext cx="152550" cy="277075"/>
            </a:xfrm>
            <a:custGeom>
              <a:avLst/>
              <a:gdLst/>
              <a:ahLst/>
              <a:cxnLst/>
              <a:rect l="l" t="t" r="r" b="b"/>
              <a:pathLst>
                <a:path w="6102" h="11083" extrusionOk="0">
                  <a:moveTo>
                    <a:pt x="3553" y="0"/>
                  </a:moveTo>
                  <a:lnTo>
                    <a:pt x="3398" y="463"/>
                  </a:lnTo>
                  <a:lnTo>
                    <a:pt x="3746" y="656"/>
                  </a:lnTo>
                  <a:lnTo>
                    <a:pt x="4093" y="888"/>
                  </a:lnTo>
                  <a:lnTo>
                    <a:pt x="4364" y="1158"/>
                  </a:lnTo>
                  <a:lnTo>
                    <a:pt x="4634" y="1467"/>
                  </a:lnTo>
                  <a:lnTo>
                    <a:pt x="4866" y="1776"/>
                  </a:lnTo>
                  <a:lnTo>
                    <a:pt x="5059" y="2124"/>
                  </a:lnTo>
                  <a:lnTo>
                    <a:pt x="5213" y="2471"/>
                  </a:lnTo>
                  <a:lnTo>
                    <a:pt x="5368" y="2819"/>
                  </a:lnTo>
                  <a:lnTo>
                    <a:pt x="5445" y="3205"/>
                  </a:lnTo>
                  <a:lnTo>
                    <a:pt x="5522" y="3630"/>
                  </a:lnTo>
                  <a:lnTo>
                    <a:pt x="5561" y="4016"/>
                  </a:lnTo>
                  <a:lnTo>
                    <a:pt x="5561" y="4441"/>
                  </a:lnTo>
                  <a:lnTo>
                    <a:pt x="5561" y="4827"/>
                  </a:lnTo>
                  <a:lnTo>
                    <a:pt x="5522" y="5252"/>
                  </a:lnTo>
                  <a:lnTo>
                    <a:pt x="5406" y="5638"/>
                  </a:lnTo>
                  <a:lnTo>
                    <a:pt x="5290" y="6024"/>
                  </a:lnTo>
                  <a:lnTo>
                    <a:pt x="5136" y="6449"/>
                  </a:lnTo>
                  <a:lnTo>
                    <a:pt x="4943" y="6873"/>
                  </a:lnTo>
                  <a:lnTo>
                    <a:pt x="4711" y="7298"/>
                  </a:lnTo>
                  <a:lnTo>
                    <a:pt x="4480" y="7684"/>
                  </a:lnTo>
                  <a:lnTo>
                    <a:pt x="4209" y="8070"/>
                  </a:lnTo>
                  <a:lnTo>
                    <a:pt x="3900" y="8418"/>
                  </a:lnTo>
                  <a:lnTo>
                    <a:pt x="3591" y="8727"/>
                  </a:lnTo>
                  <a:lnTo>
                    <a:pt x="3244" y="9036"/>
                  </a:lnTo>
                  <a:lnTo>
                    <a:pt x="2896" y="9345"/>
                  </a:lnTo>
                  <a:lnTo>
                    <a:pt x="2549" y="9615"/>
                  </a:lnTo>
                  <a:lnTo>
                    <a:pt x="2124" y="9847"/>
                  </a:lnTo>
                  <a:lnTo>
                    <a:pt x="1738" y="10078"/>
                  </a:lnTo>
                  <a:lnTo>
                    <a:pt x="1313" y="10272"/>
                  </a:lnTo>
                  <a:lnTo>
                    <a:pt x="888" y="10426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7" y="11082"/>
                  </a:lnTo>
                  <a:lnTo>
                    <a:pt x="579" y="10967"/>
                  </a:lnTo>
                  <a:lnTo>
                    <a:pt x="1081" y="10851"/>
                  </a:lnTo>
                  <a:lnTo>
                    <a:pt x="1583" y="10696"/>
                  </a:lnTo>
                  <a:lnTo>
                    <a:pt x="2047" y="10465"/>
                  </a:lnTo>
                  <a:lnTo>
                    <a:pt x="2510" y="10233"/>
                  </a:lnTo>
                  <a:lnTo>
                    <a:pt x="2935" y="9963"/>
                  </a:lnTo>
                  <a:lnTo>
                    <a:pt x="3360" y="9654"/>
                  </a:lnTo>
                  <a:lnTo>
                    <a:pt x="3784" y="9306"/>
                  </a:lnTo>
                  <a:lnTo>
                    <a:pt x="4132" y="8959"/>
                  </a:lnTo>
                  <a:lnTo>
                    <a:pt x="4480" y="8572"/>
                  </a:lnTo>
                  <a:lnTo>
                    <a:pt x="4788" y="8148"/>
                  </a:lnTo>
                  <a:lnTo>
                    <a:pt x="5097" y="7723"/>
                  </a:lnTo>
                  <a:lnTo>
                    <a:pt x="5329" y="7260"/>
                  </a:lnTo>
                  <a:lnTo>
                    <a:pt x="5561" y="6796"/>
                  </a:lnTo>
                  <a:lnTo>
                    <a:pt x="5754" y="6294"/>
                  </a:lnTo>
                  <a:lnTo>
                    <a:pt x="5908" y="5792"/>
                  </a:lnTo>
                  <a:lnTo>
                    <a:pt x="5986" y="5367"/>
                  </a:lnTo>
                  <a:lnTo>
                    <a:pt x="6063" y="4943"/>
                  </a:lnTo>
                  <a:lnTo>
                    <a:pt x="6101" y="4518"/>
                  </a:lnTo>
                  <a:lnTo>
                    <a:pt x="6063" y="4093"/>
                  </a:lnTo>
                  <a:lnTo>
                    <a:pt x="6024" y="3668"/>
                  </a:lnTo>
                  <a:lnTo>
                    <a:pt x="5986" y="3244"/>
                  </a:lnTo>
                  <a:lnTo>
                    <a:pt x="5870" y="2858"/>
                  </a:lnTo>
                  <a:lnTo>
                    <a:pt x="5715" y="2433"/>
                  </a:lnTo>
                  <a:lnTo>
                    <a:pt x="5561" y="2047"/>
                  </a:lnTo>
                  <a:lnTo>
                    <a:pt x="5368" y="1699"/>
                  </a:lnTo>
                  <a:lnTo>
                    <a:pt x="5136" y="1352"/>
                  </a:lnTo>
                  <a:lnTo>
                    <a:pt x="4866" y="1043"/>
                  </a:lnTo>
                  <a:lnTo>
                    <a:pt x="4595" y="734"/>
                  </a:lnTo>
                  <a:lnTo>
                    <a:pt x="4286" y="463"/>
                  </a:lnTo>
                  <a:lnTo>
                    <a:pt x="3939" y="232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17"/>
            <p:cNvSpPr/>
            <p:nvPr/>
          </p:nvSpPr>
          <p:spPr>
            <a:xfrm>
              <a:off x="369400" y="3292375"/>
              <a:ext cx="35750" cy="31875"/>
            </a:xfrm>
            <a:custGeom>
              <a:avLst/>
              <a:gdLst/>
              <a:ahLst/>
              <a:cxnLst/>
              <a:rect l="l" t="t" r="r" b="b"/>
              <a:pathLst>
                <a:path w="1430" h="1275" extrusionOk="0">
                  <a:moveTo>
                    <a:pt x="618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1"/>
                  </a:lnTo>
                  <a:lnTo>
                    <a:pt x="39" y="464"/>
                  </a:lnTo>
                  <a:lnTo>
                    <a:pt x="1" y="657"/>
                  </a:lnTo>
                  <a:lnTo>
                    <a:pt x="39" y="850"/>
                  </a:lnTo>
                  <a:lnTo>
                    <a:pt x="116" y="1004"/>
                  </a:lnTo>
                  <a:lnTo>
                    <a:pt x="271" y="1159"/>
                  </a:lnTo>
                  <a:lnTo>
                    <a:pt x="425" y="1236"/>
                  </a:lnTo>
                  <a:lnTo>
                    <a:pt x="618" y="1275"/>
                  </a:lnTo>
                  <a:lnTo>
                    <a:pt x="812" y="1236"/>
                  </a:lnTo>
                  <a:lnTo>
                    <a:pt x="850" y="1198"/>
                  </a:lnTo>
                  <a:lnTo>
                    <a:pt x="889" y="1120"/>
                  </a:lnTo>
                  <a:lnTo>
                    <a:pt x="812" y="1043"/>
                  </a:lnTo>
                  <a:lnTo>
                    <a:pt x="734" y="1004"/>
                  </a:lnTo>
                  <a:lnTo>
                    <a:pt x="657" y="1004"/>
                  </a:lnTo>
                  <a:lnTo>
                    <a:pt x="541" y="966"/>
                  </a:lnTo>
                  <a:lnTo>
                    <a:pt x="464" y="889"/>
                  </a:lnTo>
                  <a:lnTo>
                    <a:pt x="425" y="811"/>
                  </a:lnTo>
                  <a:lnTo>
                    <a:pt x="387" y="696"/>
                  </a:lnTo>
                  <a:lnTo>
                    <a:pt x="425" y="618"/>
                  </a:lnTo>
                  <a:lnTo>
                    <a:pt x="464" y="502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812" y="387"/>
                  </a:lnTo>
                  <a:lnTo>
                    <a:pt x="927" y="464"/>
                  </a:lnTo>
                  <a:lnTo>
                    <a:pt x="1082" y="618"/>
                  </a:lnTo>
                  <a:lnTo>
                    <a:pt x="1198" y="657"/>
                  </a:lnTo>
                  <a:lnTo>
                    <a:pt x="1275" y="696"/>
                  </a:lnTo>
                  <a:lnTo>
                    <a:pt x="1352" y="696"/>
                  </a:lnTo>
                  <a:lnTo>
                    <a:pt x="1391" y="657"/>
                  </a:lnTo>
                  <a:lnTo>
                    <a:pt x="1429" y="541"/>
                  </a:lnTo>
                  <a:lnTo>
                    <a:pt x="1391" y="464"/>
                  </a:lnTo>
                  <a:lnTo>
                    <a:pt x="1352" y="348"/>
                  </a:lnTo>
                  <a:lnTo>
                    <a:pt x="1198" y="194"/>
                  </a:lnTo>
                  <a:lnTo>
                    <a:pt x="1005" y="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17"/>
            <p:cNvSpPr/>
            <p:nvPr/>
          </p:nvSpPr>
          <p:spPr>
            <a:xfrm>
              <a:off x="6549700" y="3335825"/>
              <a:ext cx="85000" cy="94625"/>
            </a:xfrm>
            <a:custGeom>
              <a:avLst/>
              <a:gdLst/>
              <a:ahLst/>
              <a:cxnLst/>
              <a:rect l="l" t="t" r="r" b="b"/>
              <a:pathLst>
                <a:path w="3400" h="3785" extrusionOk="0">
                  <a:moveTo>
                    <a:pt x="78" y="0"/>
                  </a:moveTo>
                  <a:lnTo>
                    <a:pt x="1" y="77"/>
                  </a:lnTo>
                  <a:lnTo>
                    <a:pt x="1" y="116"/>
                  </a:lnTo>
                  <a:lnTo>
                    <a:pt x="349" y="888"/>
                  </a:lnTo>
                  <a:lnTo>
                    <a:pt x="812" y="1661"/>
                  </a:lnTo>
                  <a:lnTo>
                    <a:pt x="1275" y="2394"/>
                  </a:lnTo>
                  <a:lnTo>
                    <a:pt x="1739" y="3089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4"/>
                  </a:lnTo>
                  <a:lnTo>
                    <a:pt x="3013" y="3707"/>
                  </a:lnTo>
                  <a:lnTo>
                    <a:pt x="3206" y="3591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89"/>
                  </a:lnTo>
                  <a:lnTo>
                    <a:pt x="3399" y="2896"/>
                  </a:lnTo>
                  <a:lnTo>
                    <a:pt x="3360" y="2703"/>
                  </a:lnTo>
                  <a:lnTo>
                    <a:pt x="3283" y="2510"/>
                  </a:lnTo>
                  <a:lnTo>
                    <a:pt x="3129" y="2163"/>
                  </a:lnTo>
                  <a:lnTo>
                    <a:pt x="2936" y="2240"/>
                  </a:lnTo>
                  <a:lnTo>
                    <a:pt x="3052" y="2587"/>
                  </a:lnTo>
                  <a:lnTo>
                    <a:pt x="3090" y="2742"/>
                  </a:lnTo>
                  <a:lnTo>
                    <a:pt x="3129" y="2858"/>
                  </a:lnTo>
                  <a:lnTo>
                    <a:pt x="2897" y="3012"/>
                  </a:lnTo>
                  <a:lnTo>
                    <a:pt x="2665" y="3128"/>
                  </a:lnTo>
                  <a:lnTo>
                    <a:pt x="2511" y="3205"/>
                  </a:lnTo>
                  <a:lnTo>
                    <a:pt x="2318" y="3205"/>
                  </a:lnTo>
                  <a:lnTo>
                    <a:pt x="2202" y="3167"/>
                  </a:lnTo>
                  <a:lnTo>
                    <a:pt x="2048" y="3089"/>
                  </a:lnTo>
                  <a:lnTo>
                    <a:pt x="1932" y="2935"/>
                  </a:lnTo>
                  <a:lnTo>
                    <a:pt x="1855" y="2742"/>
                  </a:lnTo>
                  <a:lnTo>
                    <a:pt x="1700" y="2510"/>
                  </a:lnTo>
                  <a:lnTo>
                    <a:pt x="1082" y="1506"/>
                  </a:lnTo>
                  <a:lnTo>
                    <a:pt x="619" y="772"/>
                  </a:lnTo>
                  <a:lnTo>
                    <a:pt x="387" y="386"/>
                  </a:lnTo>
                  <a:lnTo>
                    <a:pt x="117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17"/>
            <p:cNvSpPr/>
            <p:nvPr/>
          </p:nvSpPr>
          <p:spPr>
            <a:xfrm>
              <a:off x="2268300" y="338120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70"/>
                  </a:lnTo>
                  <a:lnTo>
                    <a:pt x="1120" y="463"/>
                  </a:lnTo>
                  <a:lnTo>
                    <a:pt x="850" y="656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64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90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68"/>
                  </a:lnTo>
                  <a:lnTo>
                    <a:pt x="502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815"/>
                  </a:lnTo>
                  <a:lnTo>
                    <a:pt x="888" y="1583"/>
                  </a:lnTo>
                  <a:lnTo>
                    <a:pt x="1043" y="1352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92" y="656"/>
                  </a:lnTo>
                  <a:lnTo>
                    <a:pt x="2124" y="579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5"/>
                  </a:lnTo>
                  <a:lnTo>
                    <a:pt x="3514" y="1158"/>
                  </a:lnTo>
                  <a:lnTo>
                    <a:pt x="3591" y="1390"/>
                  </a:lnTo>
                  <a:lnTo>
                    <a:pt x="3668" y="1660"/>
                  </a:lnTo>
                  <a:lnTo>
                    <a:pt x="4132" y="1583"/>
                  </a:lnTo>
                  <a:lnTo>
                    <a:pt x="4016" y="1197"/>
                  </a:lnTo>
                  <a:lnTo>
                    <a:pt x="3823" y="811"/>
                  </a:lnTo>
                  <a:lnTo>
                    <a:pt x="3630" y="541"/>
                  </a:lnTo>
                  <a:lnTo>
                    <a:pt x="3398" y="270"/>
                  </a:lnTo>
                  <a:lnTo>
                    <a:pt x="3244" y="193"/>
                  </a:lnTo>
                  <a:lnTo>
                    <a:pt x="3089" y="116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17"/>
            <p:cNvSpPr/>
            <p:nvPr/>
          </p:nvSpPr>
          <p:spPr>
            <a:xfrm>
              <a:off x="2133125" y="3382150"/>
              <a:ext cx="437350" cy="302200"/>
            </a:xfrm>
            <a:custGeom>
              <a:avLst/>
              <a:gdLst/>
              <a:ahLst/>
              <a:cxnLst/>
              <a:rect l="l" t="t" r="r" b="b"/>
              <a:pathLst>
                <a:path w="17494" h="12088" extrusionOk="0">
                  <a:moveTo>
                    <a:pt x="12087" y="541"/>
                  </a:moveTo>
                  <a:lnTo>
                    <a:pt x="12203" y="580"/>
                  </a:lnTo>
                  <a:lnTo>
                    <a:pt x="12319" y="657"/>
                  </a:lnTo>
                  <a:lnTo>
                    <a:pt x="12628" y="889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93"/>
                  </a:lnTo>
                  <a:lnTo>
                    <a:pt x="13478" y="2279"/>
                  </a:lnTo>
                  <a:lnTo>
                    <a:pt x="13632" y="2665"/>
                  </a:lnTo>
                  <a:lnTo>
                    <a:pt x="13825" y="3476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511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3" y="1738"/>
                  </a:lnTo>
                  <a:lnTo>
                    <a:pt x="11508" y="1429"/>
                  </a:lnTo>
                  <a:lnTo>
                    <a:pt x="11431" y="1082"/>
                  </a:lnTo>
                  <a:lnTo>
                    <a:pt x="11663" y="734"/>
                  </a:lnTo>
                  <a:lnTo>
                    <a:pt x="11779" y="618"/>
                  </a:lnTo>
                  <a:lnTo>
                    <a:pt x="11856" y="541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90" y="1738"/>
                  </a:lnTo>
                  <a:lnTo>
                    <a:pt x="16567" y="1854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704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6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700"/>
                  </a:lnTo>
                  <a:lnTo>
                    <a:pt x="16103" y="1622"/>
                  </a:lnTo>
                  <a:close/>
                  <a:moveTo>
                    <a:pt x="13864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52"/>
                  </a:lnTo>
                  <a:lnTo>
                    <a:pt x="12667" y="5484"/>
                  </a:lnTo>
                  <a:lnTo>
                    <a:pt x="12165" y="5793"/>
                  </a:lnTo>
                  <a:lnTo>
                    <a:pt x="11894" y="5909"/>
                  </a:lnTo>
                  <a:lnTo>
                    <a:pt x="11624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8" y="5291"/>
                  </a:lnTo>
                  <a:lnTo>
                    <a:pt x="11122" y="5098"/>
                  </a:lnTo>
                  <a:lnTo>
                    <a:pt x="11277" y="4982"/>
                  </a:lnTo>
                  <a:lnTo>
                    <a:pt x="11547" y="4750"/>
                  </a:lnTo>
                  <a:lnTo>
                    <a:pt x="11817" y="4673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2" y="5407"/>
                  </a:lnTo>
                  <a:lnTo>
                    <a:pt x="16412" y="5677"/>
                  </a:lnTo>
                  <a:lnTo>
                    <a:pt x="16644" y="6025"/>
                  </a:lnTo>
                  <a:lnTo>
                    <a:pt x="16876" y="6333"/>
                  </a:lnTo>
                  <a:lnTo>
                    <a:pt x="16992" y="6681"/>
                  </a:lnTo>
                  <a:lnTo>
                    <a:pt x="16992" y="6835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374" y="7337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835"/>
                  </a:lnTo>
                  <a:lnTo>
                    <a:pt x="15370" y="6565"/>
                  </a:lnTo>
                  <a:lnTo>
                    <a:pt x="15061" y="6179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78"/>
                  </a:lnTo>
                  <a:lnTo>
                    <a:pt x="11470" y="116"/>
                  </a:lnTo>
                  <a:lnTo>
                    <a:pt x="11354" y="232"/>
                  </a:lnTo>
                  <a:lnTo>
                    <a:pt x="11161" y="425"/>
                  </a:lnTo>
                  <a:lnTo>
                    <a:pt x="11006" y="618"/>
                  </a:lnTo>
                  <a:lnTo>
                    <a:pt x="10929" y="812"/>
                  </a:lnTo>
                  <a:lnTo>
                    <a:pt x="10929" y="1043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700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2" y="2742"/>
                  </a:lnTo>
                  <a:lnTo>
                    <a:pt x="12396" y="3090"/>
                  </a:lnTo>
                  <a:lnTo>
                    <a:pt x="12860" y="3437"/>
                  </a:lnTo>
                  <a:lnTo>
                    <a:pt x="12860" y="3437"/>
                  </a:lnTo>
                  <a:lnTo>
                    <a:pt x="12049" y="3322"/>
                  </a:lnTo>
                  <a:lnTo>
                    <a:pt x="11199" y="3283"/>
                  </a:lnTo>
                  <a:lnTo>
                    <a:pt x="10388" y="3360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45"/>
                  </a:lnTo>
                  <a:lnTo>
                    <a:pt x="9075" y="1622"/>
                  </a:lnTo>
                  <a:lnTo>
                    <a:pt x="9153" y="2124"/>
                  </a:lnTo>
                  <a:lnTo>
                    <a:pt x="9153" y="2626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630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50"/>
                  </a:lnTo>
                  <a:lnTo>
                    <a:pt x="5832" y="5252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51"/>
                  </a:lnTo>
                  <a:lnTo>
                    <a:pt x="3090" y="7724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56"/>
                  </a:lnTo>
                  <a:lnTo>
                    <a:pt x="542" y="10967"/>
                  </a:lnTo>
                  <a:lnTo>
                    <a:pt x="1" y="11817"/>
                  </a:lnTo>
                  <a:lnTo>
                    <a:pt x="349" y="12087"/>
                  </a:lnTo>
                  <a:lnTo>
                    <a:pt x="1546" y="10542"/>
                  </a:lnTo>
                  <a:lnTo>
                    <a:pt x="2743" y="8998"/>
                  </a:lnTo>
                  <a:lnTo>
                    <a:pt x="3360" y="8226"/>
                  </a:lnTo>
                  <a:lnTo>
                    <a:pt x="4017" y="7531"/>
                  </a:lnTo>
                  <a:lnTo>
                    <a:pt x="4712" y="6835"/>
                  </a:lnTo>
                  <a:lnTo>
                    <a:pt x="5484" y="6179"/>
                  </a:lnTo>
                  <a:lnTo>
                    <a:pt x="6257" y="5600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8" y="4441"/>
                  </a:lnTo>
                  <a:lnTo>
                    <a:pt x="8921" y="4287"/>
                  </a:lnTo>
                  <a:lnTo>
                    <a:pt x="9423" y="4132"/>
                  </a:lnTo>
                  <a:lnTo>
                    <a:pt x="9886" y="4017"/>
                  </a:lnTo>
                  <a:lnTo>
                    <a:pt x="10388" y="3939"/>
                  </a:lnTo>
                  <a:lnTo>
                    <a:pt x="10852" y="3862"/>
                  </a:lnTo>
                  <a:lnTo>
                    <a:pt x="11354" y="3823"/>
                  </a:lnTo>
                  <a:lnTo>
                    <a:pt x="11856" y="3823"/>
                  </a:lnTo>
                  <a:lnTo>
                    <a:pt x="12358" y="3862"/>
                  </a:lnTo>
                  <a:lnTo>
                    <a:pt x="12860" y="3939"/>
                  </a:lnTo>
                  <a:lnTo>
                    <a:pt x="12358" y="4017"/>
                  </a:lnTo>
                  <a:lnTo>
                    <a:pt x="11856" y="4132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712"/>
                  </a:lnTo>
                  <a:lnTo>
                    <a:pt x="10697" y="4866"/>
                  </a:lnTo>
                  <a:lnTo>
                    <a:pt x="10543" y="5098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86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3"/>
                  </a:lnTo>
                  <a:lnTo>
                    <a:pt x="11006" y="6449"/>
                  </a:lnTo>
                  <a:lnTo>
                    <a:pt x="11585" y="6449"/>
                  </a:lnTo>
                  <a:lnTo>
                    <a:pt x="11894" y="6372"/>
                  </a:lnTo>
                  <a:lnTo>
                    <a:pt x="12165" y="6295"/>
                  </a:lnTo>
                  <a:lnTo>
                    <a:pt x="12628" y="6063"/>
                  </a:lnTo>
                  <a:lnTo>
                    <a:pt x="13053" y="5831"/>
                  </a:lnTo>
                  <a:lnTo>
                    <a:pt x="13439" y="5523"/>
                  </a:lnTo>
                  <a:lnTo>
                    <a:pt x="13400" y="5561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47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876" y="7878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6"/>
                  </a:lnTo>
                  <a:lnTo>
                    <a:pt x="17378" y="7531"/>
                  </a:lnTo>
                  <a:lnTo>
                    <a:pt x="17416" y="7415"/>
                  </a:lnTo>
                  <a:lnTo>
                    <a:pt x="17455" y="7260"/>
                  </a:lnTo>
                  <a:lnTo>
                    <a:pt x="17494" y="6951"/>
                  </a:lnTo>
                  <a:lnTo>
                    <a:pt x="17416" y="6642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827"/>
                  </a:lnTo>
                  <a:lnTo>
                    <a:pt x="16026" y="4634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39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90"/>
                  </a:lnTo>
                  <a:lnTo>
                    <a:pt x="16914" y="2897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6" y="2202"/>
                  </a:lnTo>
                  <a:lnTo>
                    <a:pt x="17107" y="1931"/>
                  </a:lnTo>
                  <a:lnTo>
                    <a:pt x="17069" y="1700"/>
                  </a:lnTo>
                  <a:lnTo>
                    <a:pt x="16914" y="1507"/>
                  </a:lnTo>
                  <a:lnTo>
                    <a:pt x="16760" y="1352"/>
                  </a:lnTo>
                  <a:lnTo>
                    <a:pt x="16567" y="1236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75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80" y="2472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89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55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17"/>
            <p:cNvSpPr/>
            <p:nvPr/>
          </p:nvSpPr>
          <p:spPr>
            <a:xfrm>
              <a:off x="2737450" y="3395675"/>
              <a:ext cx="459550" cy="296375"/>
            </a:xfrm>
            <a:custGeom>
              <a:avLst/>
              <a:gdLst/>
              <a:ahLst/>
              <a:cxnLst/>
              <a:rect l="l" t="t" r="r" b="b"/>
              <a:pathLst>
                <a:path w="18382" h="11855" extrusionOk="0">
                  <a:moveTo>
                    <a:pt x="17648" y="2935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8"/>
                  </a:lnTo>
                  <a:lnTo>
                    <a:pt x="17880" y="3321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39"/>
                  </a:lnTo>
                  <a:lnTo>
                    <a:pt x="17648" y="4132"/>
                  </a:lnTo>
                  <a:lnTo>
                    <a:pt x="17300" y="4402"/>
                  </a:lnTo>
                  <a:lnTo>
                    <a:pt x="17030" y="4595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3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4"/>
                  </a:lnTo>
                  <a:lnTo>
                    <a:pt x="16528" y="3514"/>
                  </a:lnTo>
                  <a:lnTo>
                    <a:pt x="16721" y="3282"/>
                  </a:lnTo>
                  <a:lnTo>
                    <a:pt x="16953" y="3128"/>
                  </a:lnTo>
                  <a:lnTo>
                    <a:pt x="17223" y="2974"/>
                  </a:lnTo>
                  <a:lnTo>
                    <a:pt x="17493" y="2935"/>
                  </a:lnTo>
                  <a:close/>
                  <a:moveTo>
                    <a:pt x="14211" y="4866"/>
                  </a:moveTo>
                  <a:lnTo>
                    <a:pt x="14481" y="4904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29"/>
                  </a:lnTo>
                  <a:lnTo>
                    <a:pt x="14752" y="5522"/>
                  </a:lnTo>
                  <a:lnTo>
                    <a:pt x="14288" y="5677"/>
                  </a:lnTo>
                  <a:lnTo>
                    <a:pt x="14018" y="5715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599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6"/>
                  </a:lnTo>
                  <a:lnTo>
                    <a:pt x="13169" y="5020"/>
                  </a:lnTo>
                  <a:lnTo>
                    <a:pt x="13323" y="4943"/>
                  </a:lnTo>
                  <a:lnTo>
                    <a:pt x="13555" y="4904"/>
                  </a:lnTo>
                  <a:lnTo>
                    <a:pt x="13864" y="4866"/>
                  </a:lnTo>
                  <a:close/>
                  <a:moveTo>
                    <a:pt x="15756" y="5522"/>
                  </a:moveTo>
                  <a:lnTo>
                    <a:pt x="16374" y="5831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3"/>
                  </a:lnTo>
                  <a:lnTo>
                    <a:pt x="17571" y="6912"/>
                  </a:lnTo>
                  <a:lnTo>
                    <a:pt x="17609" y="7067"/>
                  </a:lnTo>
                  <a:lnTo>
                    <a:pt x="17609" y="7221"/>
                  </a:lnTo>
                  <a:lnTo>
                    <a:pt x="17609" y="7453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3"/>
                  </a:lnTo>
                  <a:lnTo>
                    <a:pt x="17146" y="7723"/>
                  </a:lnTo>
                  <a:lnTo>
                    <a:pt x="16953" y="7685"/>
                  </a:lnTo>
                  <a:lnTo>
                    <a:pt x="16798" y="7607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6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1"/>
                  </a:lnTo>
                  <a:lnTo>
                    <a:pt x="15756" y="5522"/>
                  </a:lnTo>
                  <a:close/>
                  <a:moveTo>
                    <a:pt x="4944" y="464"/>
                  </a:moveTo>
                  <a:lnTo>
                    <a:pt x="5561" y="502"/>
                  </a:lnTo>
                  <a:lnTo>
                    <a:pt x="6141" y="657"/>
                  </a:lnTo>
                  <a:lnTo>
                    <a:pt x="6681" y="888"/>
                  </a:lnTo>
                  <a:lnTo>
                    <a:pt x="7222" y="1197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4"/>
                  </a:lnTo>
                  <a:lnTo>
                    <a:pt x="8766" y="2781"/>
                  </a:lnTo>
                  <a:lnTo>
                    <a:pt x="9037" y="3205"/>
                  </a:lnTo>
                  <a:lnTo>
                    <a:pt x="9268" y="3669"/>
                  </a:lnTo>
                  <a:lnTo>
                    <a:pt x="9693" y="4595"/>
                  </a:lnTo>
                  <a:lnTo>
                    <a:pt x="10079" y="5522"/>
                  </a:lnTo>
                  <a:lnTo>
                    <a:pt x="10272" y="5908"/>
                  </a:lnTo>
                  <a:lnTo>
                    <a:pt x="10504" y="6294"/>
                  </a:lnTo>
                  <a:lnTo>
                    <a:pt x="10736" y="6642"/>
                  </a:lnTo>
                  <a:lnTo>
                    <a:pt x="11006" y="6912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0"/>
                  </a:lnTo>
                  <a:lnTo>
                    <a:pt x="13207" y="7492"/>
                  </a:lnTo>
                  <a:lnTo>
                    <a:pt x="13516" y="7414"/>
                  </a:lnTo>
                  <a:lnTo>
                    <a:pt x="13825" y="7260"/>
                  </a:lnTo>
                  <a:lnTo>
                    <a:pt x="14095" y="7105"/>
                  </a:lnTo>
                  <a:lnTo>
                    <a:pt x="14366" y="6951"/>
                  </a:lnTo>
                  <a:lnTo>
                    <a:pt x="14597" y="6719"/>
                  </a:lnTo>
                  <a:lnTo>
                    <a:pt x="14829" y="6488"/>
                  </a:lnTo>
                  <a:lnTo>
                    <a:pt x="14404" y="7221"/>
                  </a:lnTo>
                  <a:lnTo>
                    <a:pt x="13941" y="7878"/>
                  </a:lnTo>
                  <a:lnTo>
                    <a:pt x="13439" y="8534"/>
                  </a:lnTo>
                  <a:lnTo>
                    <a:pt x="12860" y="9113"/>
                  </a:lnTo>
                  <a:lnTo>
                    <a:pt x="12242" y="9615"/>
                  </a:lnTo>
                  <a:lnTo>
                    <a:pt x="11547" y="10079"/>
                  </a:lnTo>
                  <a:lnTo>
                    <a:pt x="10813" y="10503"/>
                  </a:lnTo>
                  <a:lnTo>
                    <a:pt x="10041" y="10812"/>
                  </a:lnTo>
                  <a:lnTo>
                    <a:pt x="9462" y="11005"/>
                  </a:lnTo>
                  <a:lnTo>
                    <a:pt x="8882" y="11160"/>
                  </a:lnTo>
                  <a:lnTo>
                    <a:pt x="8303" y="11276"/>
                  </a:lnTo>
                  <a:lnTo>
                    <a:pt x="7724" y="11314"/>
                  </a:lnTo>
                  <a:lnTo>
                    <a:pt x="7145" y="11353"/>
                  </a:lnTo>
                  <a:lnTo>
                    <a:pt x="6604" y="11314"/>
                  </a:lnTo>
                  <a:lnTo>
                    <a:pt x="6025" y="11237"/>
                  </a:lnTo>
                  <a:lnTo>
                    <a:pt x="5484" y="11121"/>
                  </a:lnTo>
                  <a:lnTo>
                    <a:pt x="4944" y="10967"/>
                  </a:lnTo>
                  <a:lnTo>
                    <a:pt x="4442" y="10735"/>
                  </a:lnTo>
                  <a:lnTo>
                    <a:pt x="3940" y="10503"/>
                  </a:lnTo>
                  <a:lnTo>
                    <a:pt x="3476" y="10195"/>
                  </a:lnTo>
                  <a:lnTo>
                    <a:pt x="3013" y="9847"/>
                  </a:lnTo>
                  <a:lnTo>
                    <a:pt x="2549" y="9461"/>
                  </a:lnTo>
                  <a:lnTo>
                    <a:pt x="2163" y="9036"/>
                  </a:lnTo>
                  <a:lnTo>
                    <a:pt x="1777" y="8573"/>
                  </a:lnTo>
                  <a:lnTo>
                    <a:pt x="1430" y="8032"/>
                  </a:lnTo>
                  <a:lnTo>
                    <a:pt x="1121" y="7492"/>
                  </a:lnTo>
                  <a:lnTo>
                    <a:pt x="850" y="6912"/>
                  </a:lnTo>
                  <a:lnTo>
                    <a:pt x="657" y="6333"/>
                  </a:lnTo>
                  <a:lnTo>
                    <a:pt x="503" y="5754"/>
                  </a:lnTo>
                  <a:lnTo>
                    <a:pt x="426" y="5136"/>
                  </a:lnTo>
                  <a:lnTo>
                    <a:pt x="426" y="4518"/>
                  </a:lnTo>
                  <a:lnTo>
                    <a:pt x="503" y="3862"/>
                  </a:lnTo>
                  <a:lnTo>
                    <a:pt x="696" y="3282"/>
                  </a:lnTo>
                  <a:lnTo>
                    <a:pt x="928" y="2742"/>
                  </a:lnTo>
                  <a:lnTo>
                    <a:pt x="1275" y="2240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79"/>
                  </a:lnTo>
                  <a:lnTo>
                    <a:pt x="4326" y="464"/>
                  </a:lnTo>
                  <a:close/>
                  <a:moveTo>
                    <a:pt x="4519" y="0"/>
                  </a:moveTo>
                  <a:lnTo>
                    <a:pt x="4249" y="39"/>
                  </a:lnTo>
                  <a:lnTo>
                    <a:pt x="3901" y="77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5"/>
                  </a:lnTo>
                  <a:lnTo>
                    <a:pt x="2472" y="579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3"/>
                  </a:lnTo>
                  <a:lnTo>
                    <a:pt x="1082" y="1699"/>
                  </a:lnTo>
                  <a:lnTo>
                    <a:pt x="773" y="2163"/>
                  </a:lnTo>
                  <a:lnTo>
                    <a:pt x="503" y="2626"/>
                  </a:lnTo>
                  <a:lnTo>
                    <a:pt x="310" y="3089"/>
                  </a:lnTo>
                  <a:lnTo>
                    <a:pt x="155" y="3591"/>
                  </a:lnTo>
                  <a:lnTo>
                    <a:pt x="40" y="4093"/>
                  </a:lnTo>
                  <a:lnTo>
                    <a:pt x="1" y="4595"/>
                  </a:lnTo>
                  <a:lnTo>
                    <a:pt x="1" y="5136"/>
                  </a:lnTo>
                  <a:lnTo>
                    <a:pt x="78" y="5638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8"/>
                  </a:lnTo>
                  <a:lnTo>
                    <a:pt x="1237" y="8611"/>
                  </a:lnTo>
                  <a:lnTo>
                    <a:pt x="1545" y="9036"/>
                  </a:lnTo>
                  <a:lnTo>
                    <a:pt x="2009" y="9577"/>
                  </a:lnTo>
                  <a:lnTo>
                    <a:pt x="2472" y="10040"/>
                  </a:lnTo>
                  <a:lnTo>
                    <a:pt x="2974" y="10426"/>
                  </a:lnTo>
                  <a:lnTo>
                    <a:pt x="3476" y="10812"/>
                  </a:lnTo>
                  <a:lnTo>
                    <a:pt x="4055" y="11083"/>
                  </a:lnTo>
                  <a:lnTo>
                    <a:pt x="4596" y="11353"/>
                  </a:lnTo>
                  <a:lnTo>
                    <a:pt x="5214" y="11546"/>
                  </a:lnTo>
                  <a:lnTo>
                    <a:pt x="5832" y="11701"/>
                  </a:lnTo>
                  <a:lnTo>
                    <a:pt x="5870" y="11855"/>
                  </a:lnTo>
                  <a:lnTo>
                    <a:pt x="6218" y="11778"/>
                  </a:lnTo>
                  <a:lnTo>
                    <a:pt x="7029" y="11816"/>
                  </a:lnTo>
                  <a:lnTo>
                    <a:pt x="7840" y="11816"/>
                  </a:lnTo>
                  <a:lnTo>
                    <a:pt x="8689" y="11701"/>
                  </a:lnTo>
                  <a:lnTo>
                    <a:pt x="9539" y="11507"/>
                  </a:lnTo>
                  <a:lnTo>
                    <a:pt x="10272" y="11237"/>
                  </a:lnTo>
                  <a:lnTo>
                    <a:pt x="11006" y="10928"/>
                  </a:lnTo>
                  <a:lnTo>
                    <a:pt x="11315" y="10812"/>
                  </a:lnTo>
                  <a:lnTo>
                    <a:pt x="11315" y="10774"/>
                  </a:lnTo>
                  <a:lnTo>
                    <a:pt x="12049" y="10349"/>
                  </a:lnTo>
                  <a:lnTo>
                    <a:pt x="12705" y="9847"/>
                  </a:lnTo>
                  <a:lnTo>
                    <a:pt x="13362" y="9306"/>
                  </a:lnTo>
                  <a:lnTo>
                    <a:pt x="13941" y="8689"/>
                  </a:lnTo>
                  <a:lnTo>
                    <a:pt x="14481" y="8032"/>
                  </a:lnTo>
                  <a:lnTo>
                    <a:pt x="14713" y="7685"/>
                  </a:lnTo>
                  <a:lnTo>
                    <a:pt x="14906" y="7298"/>
                  </a:lnTo>
                  <a:lnTo>
                    <a:pt x="15099" y="6951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19"/>
                  </a:lnTo>
                  <a:lnTo>
                    <a:pt x="15987" y="7144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6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2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3"/>
                  </a:lnTo>
                  <a:lnTo>
                    <a:pt x="18034" y="7260"/>
                  </a:lnTo>
                  <a:lnTo>
                    <a:pt x="17995" y="7028"/>
                  </a:lnTo>
                  <a:lnTo>
                    <a:pt x="17918" y="6835"/>
                  </a:lnTo>
                  <a:lnTo>
                    <a:pt x="17841" y="6642"/>
                  </a:lnTo>
                  <a:lnTo>
                    <a:pt x="17725" y="6449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5"/>
                  </a:lnTo>
                  <a:lnTo>
                    <a:pt x="16567" y="5445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1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3"/>
                  </a:lnTo>
                  <a:lnTo>
                    <a:pt x="18343" y="3553"/>
                  </a:lnTo>
                  <a:lnTo>
                    <a:pt x="18382" y="3321"/>
                  </a:lnTo>
                  <a:lnTo>
                    <a:pt x="18343" y="3089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3"/>
                  </a:lnTo>
                  <a:lnTo>
                    <a:pt x="17841" y="2587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7"/>
                  </a:lnTo>
                  <a:lnTo>
                    <a:pt x="16953" y="2703"/>
                  </a:lnTo>
                  <a:lnTo>
                    <a:pt x="16760" y="2781"/>
                  </a:lnTo>
                  <a:lnTo>
                    <a:pt x="16567" y="2935"/>
                  </a:lnTo>
                  <a:lnTo>
                    <a:pt x="16412" y="3089"/>
                  </a:lnTo>
                  <a:lnTo>
                    <a:pt x="16258" y="3282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0"/>
                  </a:lnTo>
                  <a:lnTo>
                    <a:pt x="15524" y="5020"/>
                  </a:lnTo>
                  <a:lnTo>
                    <a:pt x="15099" y="4788"/>
                  </a:lnTo>
                  <a:lnTo>
                    <a:pt x="14675" y="4634"/>
                  </a:lnTo>
                  <a:lnTo>
                    <a:pt x="14211" y="4518"/>
                  </a:lnTo>
                  <a:lnTo>
                    <a:pt x="13748" y="4518"/>
                  </a:lnTo>
                  <a:lnTo>
                    <a:pt x="13362" y="4595"/>
                  </a:lnTo>
                  <a:lnTo>
                    <a:pt x="13169" y="4634"/>
                  </a:lnTo>
                  <a:lnTo>
                    <a:pt x="12975" y="4711"/>
                  </a:lnTo>
                  <a:lnTo>
                    <a:pt x="12782" y="4788"/>
                  </a:lnTo>
                  <a:lnTo>
                    <a:pt x="12628" y="4943"/>
                  </a:lnTo>
                  <a:lnTo>
                    <a:pt x="12512" y="5097"/>
                  </a:lnTo>
                  <a:lnTo>
                    <a:pt x="12435" y="5252"/>
                  </a:lnTo>
                  <a:lnTo>
                    <a:pt x="12396" y="5445"/>
                  </a:lnTo>
                  <a:lnTo>
                    <a:pt x="12473" y="5638"/>
                  </a:lnTo>
                  <a:lnTo>
                    <a:pt x="12551" y="5792"/>
                  </a:lnTo>
                  <a:lnTo>
                    <a:pt x="12705" y="5908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0"/>
                  </a:lnTo>
                  <a:lnTo>
                    <a:pt x="13786" y="6140"/>
                  </a:lnTo>
                  <a:lnTo>
                    <a:pt x="14134" y="6101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19"/>
                  </a:lnTo>
                  <a:lnTo>
                    <a:pt x="13671" y="6835"/>
                  </a:lnTo>
                  <a:lnTo>
                    <a:pt x="13439" y="6951"/>
                  </a:lnTo>
                  <a:lnTo>
                    <a:pt x="13207" y="7028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0"/>
                  </a:lnTo>
                  <a:lnTo>
                    <a:pt x="10968" y="6140"/>
                  </a:lnTo>
                  <a:lnTo>
                    <a:pt x="10774" y="5792"/>
                  </a:lnTo>
                  <a:lnTo>
                    <a:pt x="10504" y="5329"/>
                  </a:lnTo>
                  <a:lnTo>
                    <a:pt x="10311" y="4827"/>
                  </a:lnTo>
                  <a:lnTo>
                    <a:pt x="9886" y="3862"/>
                  </a:lnTo>
                  <a:lnTo>
                    <a:pt x="9655" y="3398"/>
                  </a:lnTo>
                  <a:lnTo>
                    <a:pt x="9423" y="2935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1"/>
                  </a:lnTo>
                  <a:lnTo>
                    <a:pt x="6874" y="502"/>
                  </a:lnTo>
                  <a:lnTo>
                    <a:pt x="6295" y="271"/>
                  </a:lnTo>
                  <a:lnTo>
                    <a:pt x="5716" y="116"/>
                  </a:lnTo>
                  <a:lnTo>
                    <a:pt x="5137" y="39"/>
                  </a:lnTo>
                  <a:lnTo>
                    <a:pt x="451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17"/>
            <p:cNvSpPr/>
            <p:nvPr/>
          </p:nvSpPr>
          <p:spPr>
            <a:xfrm>
              <a:off x="2769325" y="3423675"/>
              <a:ext cx="144825" cy="164125"/>
            </a:xfrm>
            <a:custGeom>
              <a:avLst/>
              <a:gdLst/>
              <a:ahLst/>
              <a:cxnLst/>
              <a:rect l="l" t="t" r="r" b="b"/>
              <a:pathLst>
                <a:path w="5793" h="6565" extrusionOk="0">
                  <a:moveTo>
                    <a:pt x="2858" y="463"/>
                  </a:moveTo>
                  <a:lnTo>
                    <a:pt x="3360" y="618"/>
                  </a:lnTo>
                  <a:lnTo>
                    <a:pt x="3823" y="811"/>
                  </a:lnTo>
                  <a:lnTo>
                    <a:pt x="4248" y="1081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8"/>
                  </a:lnTo>
                  <a:lnTo>
                    <a:pt x="5252" y="2510"/>
                  </a:lnTo>
                  <a:lnTo>
                    <a:pt x="5290" y="2780"/>
                  </a:lnTo>
                  <a:lnTo>
                    <a:pt x="5329" y="3051"/>
                  </a:lnTo>
                  <a:lnTo>
                    <a:pt x="5329" y="3321"/>
                  </a:lnTo>
                  <a:lnTo>
                    <a:pt x="5290" y="3784"/>
                  </a:lnTo>
                  <a:lnTo>
                    <a:pt x="5175" y="4248"/>
                  </a:lnTo>
                  <a:lnTo>
                    <a:pt x="4981" y="4711"/>
                  </a:lnTo>
                  <a:lnTo>
                    <a:pt x="4711" y="5097"/>
                  </a:lnTo>
                  <a:lnTo>
                    <a:pt x="4364" y="5445"/>
                  </a:lnTo>
                  <a:lnTo>
                    <a:pt x="4016" y="5715"/>
                  </a:lnTo>
                  <a:lnTo>
                    <a:pt x="3784" y="5831"/>
                  </a:lnTo>
                  <a:lnTo>
                    <a:pt x="3553" y="5947"/>
                  </a:lnTo>
                  <a:lnTo>
                    <a:pt x="3321" y="6024"/>
                  </a:lnTo>
                  <a:lnTo>
                    <a:pt x="3089" y="6063"/>
                  </a:lnTo>
                  <a:lnTo>
                    <a:pt x="2780" y="6101"/>
                  </a:lnTo>
                  <a:lnTo>
                    <a:pt x="2510" y="6101"/>
                  </a:lnTo>
                  <a:lnTo>
                    <a:pt x="2201" y="6063"/>
                  </a:lnTo>
                  <a:lnTo>
                    <a:pt x="1970" y="5985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599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0"/>
                  </a:lnTo>
                  <a:lnTo>
                    <a:pt x="734" y="4788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4"/>
                  </a:lnTo>
                  <a:lnTo>
                    <a:pt x="464" y="2973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699"/>
                  </a:lnTo>
                  <a:lnTo>
                    <a:pt x="966" y="1506"/>
                  </a:lnTo>
                  <a:lnTo>
                    <a:pt x="1120" y="1274"/>
                  </a:lnTo>
                  <a:lnTo>
                    <a:pt x="1313" y="1120"/>
                  </a:lnTo>
                  <a:lnTo>
                    <a:pt x="1506" y="927"/>
                  </a:lnTo>
                  <a:lnTo>
                    <a:pt x="1738" y="811"/>
                  </a:lnTo>
                  <a:lnTo>
                    <a:pt x="1970" y="695"/>
                  </a:lnTo>
                  <a:lnTo>
                    <a:pt x="2201" y="579"/>
                  </a:lnTo>
                  <a:lnTo>
                    <a:pt x="2472" y="541"/>
                  </a:lnTo>
                  <a:lnTo>
                    <a:pt x="2780" y="502"/>
                  </a:lnTo>
                  <a:lnTo>
                    <a:pt x="2819" y="502"/>
                  </a:lnTo>
                  <a:lnTo>
                    <a:pt x="2858" y="463"/>
                  </a:lnTo>
                  <a:close/>
                  <a:moveTo>
                    <a:pt x="2665" y="0"/>
                  </a:moveTo>
                  <a:lnTo>
                    <a:pt x="2587" y="39"/>
                  </a:lnTo>
                  <a:lnTo>
                    <a:pt x="2510" y="77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0"/>
                  </a:lnTo>
                  <a:lnTo>
                    <a:pt x="1854" y="309"/>
                  </a:lnTo>
                  <a:lnTo>
                    <a:pt x="1622" y="386"/>
                  </a:lnTo>
                  <a:lnTo>
                    <a:pt x="1390" y="502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6"/>
                  </a:lnTo>
                  <a:lnTo>
                    <a:pt x="348" y="1738"/>
                  </a:lnTo>
                  <a:lnTo>
                    <a:pt x="155" y="2278"/>
                  </a:lnTo>
                  <a:lnTo>
                    <a:pt x="39" y="2858"/>
                  </a:lnTo>
                  <a:lnTo>
                    <a:pt x="0" y="3398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2"/>
                  </a:lnTo>
                  <a:lnTo>
                    <a:pt x="309" y="4943"/>
                  </a:lnTo>
                  <a:lnTo>
                    <a:pt x="425" y="5213"/>
                  </a:lnTo>
                  <a:lnTo>
                    <a:pt x="579" y="5445"/>
                  </a:lnTo>
                  <a:lnTo>
                    <a:pt x="734" y="5676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7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6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6"/>
                  </a:lnTo>
                  <a:lnTo>
                    <a:pt x="3476" y="6449"/>
                  </a:lnTo>
                  <a:lnTo>
                    <a:pt x="3784" y="6333"/>
                  </a:lnTo>
                  <a:lnTo>
                    <a:pt x="4055" y="6217"/>
                  </a:lnTo>
                  <a:lnTo>
                    <a:pt x="4325" y="6063"/>
                  </a:lnTo>
                  <a:lnTo>
                    <a:pt x="4557" y="5908"/>
                  </a:lnTo>
                  <a:lnTo>
                    <a:pt x="4788" y="5715"/>
                  </a:lnTo>
                  <a:lnTo>
                    <a:pt x="4981" y="5483"/>
                  </a:lnTo>
                  <a:lnTo>
                    <a:pt x="5175" y="5252"/>
                  </a:lnTo>
                  <a:lnTo>
                    <a:pt x="5329" y="4981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0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7"/>
                  </a:lnTo>
                  <a:lnTo>
                    <a:pt x="5561" y="2047"/>
                  </a:lnTo>
                  <a:lnTo>
                    <a:pt x="5406" y="1776"/>
                  </a:lnTo>
                  <a:lnTo>
                    <a:pt x="5252" y="1506"/>
                  </a:lnTo>
                  <a:lnTo>
                    <a:pt x="5059" y="1274"/>
                  </a:lnTo>
                  <a:lnTo>
                    <a:pt x="4866" y="1043"/>
                  </a:lnTo>
                  <a:lnTo>
                    <a:pt x="4634" y="811"/>
                  </a:lnTo>
                  <a:lnTo>
                    <a:pt x="4402" y="618"/>
                  </a:lnTo>
                  <a:lnTo>
                    <a:pt x="4132" y="463"/>
                  </a:lnTo>
                  <a:lnTo>
                    <a:pt x="3862" y="309"/>
                  </a:lnTo>
                  <a:lnTo>
                    <a:pt x="3591" y="193"/>
                  </a:lnTo>
                  <a:lnTo>
                    <a:pt x="3282" y="116"/>
                  </a:lnTo>
                  <a:lnTo>
                    <a:pt x="2974" y="39"/>
                  </a:lnTo>
                  <a:lnTo>
                    <a:pt x="266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17"/>
            <p:cNvSpPr/>
            <p:nvPr/>
          </p:nvSpPr>
          <p:spPr>
            <a:xfrm>
              <a:off x="3889150" y="34449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3" y="3823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0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4" y="5986"/>
                  </a:lnTo>
                  <a:lnTo>
                    <a:pt x="11430" y="6140"/>
                  </a:lnTo>
                  <a:lnTo>
                    <a:pt x="11353" y="6218"/>
                  </a:lnTo>
                  <a:lnTo>
                    <a:pt x="11237" y="6256"/>
                  </a:lnTo>
                  <a:lnTo>
                    <a:pt x="11083" y="6295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0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9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4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1" y="9616"/>
                  </a:lnTo>
                  <a:lnTo>
                    <a:pt x="12936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5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17"/>
            <p:cNvSpPr/>
            <p:nvPr/>
          </p:nvSpPr>
          <p:spPr>
            <a:xfrm>
              <a:off x="4428800" y="3447800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0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3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2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7"/>
                  </a:lnTo>
                  <a:lnTo>
                    <a:pt x="6951" y="12627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7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17"/>
            <p:cNvSpPr/>
            <p:nvPr/>
          </p:nvSpPr>
          <p:spPr>
            <a:xfrm>
              <a:off x="4598700" y="3452625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49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1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17"/>
            <p:cNvSpPr/>
            <p:nvPr/>
          </p:nvSpPr>
          <p:spPr>
            <a:xfrm>
              <a:off x="3921000" y="34584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59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1" y="9075"/>
                  </a:lnTo>
                  <a:lnTo>
                    <a:pt x="6913" y="8804"/>
                  </a:lnTo>
                  <a:lnTo>
                    <a:pt x="6951" y="8534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8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0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8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4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4"/>
                  </a:lnTo>
                  <a:lnTo>
                    <a:pt x="6449" y="8843"/>
                  </a:lnTo>
                  <a:lnTo>
                    <a:pt x="5716" y="8804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5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17"/>
            <p:cNvSpPr/>
            <p:nvPr/>
          </p:nvSpPr>
          <p:spPr>
            <a:xfrm>
              <a:off x="1220850" y="3492200"/>
              <a:ext cx="274200" cy="516500"/>
            </a:xfrm>
            <a:custGeom>
              <a:avLst/>
              <a:gdLst/>
              <a:ahLst/>
              <a:cxnLst/>
              <a:rect l="l" t="t" r="r" b="b"/>
              <a:pathLst>
                <a:path w="10968" h="20660" extrusionOk="0">
                  <a:moveTo>
                    <a:pt x="1468" y="657"/>
                  </a:moveTo>
                  <a:lnTo>
                    <a:pt x="2086" y="1005"/>
                  </a:lnTo>
                  <a:lnTo>
                    <a:pt x="2665" y="1391"/>
                  </a:lnTo>
                  <a:lnTo>
                    <a:pt x="3052" y="1661"/>
                  </a:lnTo>
                  <a:lnTo>
                    <a:pt x="3438" y="1970"/>
                  </a:lnTo>
                  <a:lnTo>
                    <a:pt x="3592" y="2125"/>
                  </a:lnTo>
                  <a:lnTo>
                    <a:pt x="3708" y="2279"/>
                  </a:lnTo>
                  <a:lnTo>
                    <a:pt x="3862" y="2588"/>
                  </a:lnTo>
                  <a:lnTo>
                    <a:pt x="3978" y="2935"/>
                  </a:lnTo>
                  <a:lnTo>
                    <a:pt x="4055" y="3322"/>
                  </a:lnTo>
                  <a:lnTo>
                    <a:pt x="5098" y="7492"/>
                  </a:lnTo>
                  <a:lnTo>
                    <a:pt x="7222" y="16180"/>
                  </a:lnTo>
                  <a:lnTo>
                    <a:pt x="7261" y="16258"/>
                  </a:lnTo>
                  <a:lnTo>
                    <a:pt x="7299" y="16296"/>
                  </a:lnTo>
                  <a:lnTo>
                    <a:pt x="7369" y="16331"/>
                  </a:lnTo>
                  <a:lnTo>
                    <a:pt x="7369" y="16331"/>
                  </a:lnTo>
                  <a:lnTo>
                    <a:pt x="6990" y="16489"/>
                  </a:lnTo>
                  <a:lnTo>
                    <a:pt x="6334" y="14481"/>
                  </a:lnTo>
                  <a:lnTo>
                    <a:pt x="5677" y="12512"/>
                  </a:lnTo>
                  <a:lnTo>
                    <a:pt x="4287" y="8573"/>
                  </a:lnTo>
                  <a:lnTo>
                    <a:pt x="2858" y="4634"/>
                  </a:lnTo>
                  <a:lnTo>
                    <a:pt x="1468" y="657"/>
                  </a:lnTo>
                  <a:close/>
                  <a:moveTo>
                    <a:pt x="1121" y="503"/>
                  </a:moveTo>
                  <a:lnTo>
                    <a:pt x="1121" y="580"/>
                  </a:lnTo>
                  <a:lnTo>
                    <a:pt x="3940" y="8573"/>
                  </a:lnTo>
                  <a:lnTo>
                    <a:pt x="5368" y="12551"/>
                  </a:lnTo>
                  <a:lnTo>
                    <a:pt x="6102" y="14558"/>
                  </a:lnTo>
                  <a:lnTo>
                    <a:pt x="6874" y="16528"/>
                  </a:lnTo>
                  <a:lnTo>
                    <a:pt x="6681" y="16566"/>
                  </a:lnTo>
                  <a:lnTo>
                    <a:pt x="5755" y="14636"/>
                  </a:lnTo>
                  <a:lnTo>
                    <a:pt x="4789" y="12705"/>
                  </a:lnTo>
                  <a:lnTo>
                    <a:pt x="2820" y="8882"/>
                  </a:lnTo>
                  <a:lnTo>
                    <a:pt x="1777" y="6951"/>
                  </a:lnTo>
                  <a:lnTo>
                    <a:pt x="773" y="4982"/>
                  </a:lnTo>
                  <a:lnTo>
                    <a:pt x="657" y="4712"/>
                  </a:lnTo>
                  <a:lnTo>
                    <a:pt x="580" y="4441"/>
                  </a:lnTo>
                  <a:lnTo>
                    <a:pt x="542" y="4171"/>
                  </a:lnTo>
                  <a:lnTo>
                    <a:pt x="503" y="3901"/>
                  </a:lnTo>
                  <a:lnTo>
                    <a:pt x="503" y="3322"/>
                  </a:lnTo>
                  <a:lnTo>
                    <a:pt x="542" y="2781"/>
                  </a:lnTo>
                  <a:lnTo>
                    <a:pt x="657" y="2202"/>
                  </a:lnTo>
                  <a:lnTo>
                    <a:pt x="812" y="1623"/>
                  </a:lnTo>
                  <a:lnTo>
                    <a:pt x="1121" y="503"/>
                  </a:lnTo>
                  <a:close/>
                  <a:moveTo>
                    <a:pt x="9886" y="13786"/>
                  </a:moveTo>
                  <a:lnTo>
                    <a:pt x="10041" y="13825"/>
                  </a:lnTo>
                  <a:lnTo>
                    <a:pt x="10157" y="13902"/>
                  </a:lnTo>
                  <a:lnTo>
                    <a:pt x="10311" y="14018"/>
                  </a:lnTo>
                  <a:lnTo>
                    <a:pt x="10581" y="14481"/>
                  </a:lnTo>
                  <a:lnTo>
                    <a:pt x="10620" y="14674"/>
                  </a:lnTo>
                  <a:lnTo>
                    <a:pt x="10620" y="14906"/>
                  </a:lnTo>
                  <a:lnTo>
                    <a:pt x="10581" y="15099"/>
                  </a:lnTo>
                  <a:lnTo>
                    <a:pt x="10504" y="15254"/>
                  </a:lnTo>
                  <a:lnTo>
                    <a:pt x="10311" y="15640"/>
                  </a:lnTo>
                  <a:lnTo>
                    <a:pt x="10041" y="15910"/>
                  </a:lnTo>
                  <a:lnTo>
                    <a:pt x="9655" y="16296"/>
                  </a:lnTo>
                  <a:lnTo>
                    <a:pt x="9191" y="16605"/>
                  </a:lnTo>
                  <a:lnTo>
                    <a:pt x="8728" y="16914"/>
                  </a:lnTo>
                  <a:lnTo>
                    <a:pt x="8265" y="17184"/>
                  </a:lnTo>
                  <a:lnTo>
                    <a:pt x="8149" y="17184"/>
                  </a:lnTo>
                  <a:lnTo>
                    <a:pt x="8071" y="17262"/>
                  </a:lnTo>
                  <a:lnTo>
                    <a:pt x="7724" y="17416"/>
                  </a:lnTo>
                  <a:lnTo>
                    <a:pt x="7029" y="17725"/>
                  </a:lnTo>
                  <a:lnTo>
                    <a:pt x="6295" y="17995"/>
                  </a:lnTo>
                  <a:lnTo>
                    <a:pt x="5523" y="18150"/>
                  </a:lnTo>
                  <a:lnTo>
                    <a:pt x="4789" y="18304"/>
                  </a:lnTo>
                  <a:lnTo>
                    <a:pt x="4403" y="18343"/>
                  </a:lnTo>
                  <a:lnTo>
                    <a:pt x="4055" y="18343"/>
                  </a:lnTo>
                  <a:lnTo>
                    <a:pt x="3669" y="18266"/>
                  </a:lnTo>
                  <a:lnTo>
                    <a:pt x="3515" y="18227"/>
                  </a:lnTo>
                  <a:lnTo>
                    <a:pt x="3360" y="18150"/>
                  </a:lnTo>
                  <a:lnTo>
                    <a:pt x="3245" y="18034"/>
                  </a:lnTo>
                  <a:lnTo>
                    <a:pt x="3129" y="17957"/>
                  </a:lnTo>
                  <a:lnTo>
                    <a:pt x="2974" y="17686"/>
                  </a:lnTo>
                  <a:lnTo>
                    <a:pt x="2858" y="17377"/>
                  </a:lnTo>
                  <a:lnTo>
                    <a:pt x="2858" y="17068"/>
                  </a:lnTo>
                  <a:lnTo>
                    <a:pt x="2897" y="16875"/>
                  </a:lnTo>
                  <a:lnTo>
                    <a:pt x="2974" y="16721"/>
                  </a:lnTo>
                  <a:lnTo>
                    <a:pt x="3090" y="16566"/>
                  </a:lnTo>
                  <a:lnTo>
                    <a:pt x="3206" y="16451"/>
                  </a:lnTo>
                  <a:lnTo>
                    <a:pt x="3322" y="16373"/>
                  </a:lnTo>
                  <a:lnTo>
                    <a:pt x="3476" y="16296"/>
                  </a:lnTo>
                  <a:lnTo>
                    <a:pt x="3592" y="16296"/>
                  </a:lnTo>
                  <a:lnTo>
                    <a:pt x="3708" y="16335"/>
                  </a:lnTo>
                  <a:lnTo>
                    <a:pt x="3824" y="16451"/>
                  </a:lnTo>
                  <a:lnTo>
                    <a:pt x="3940" y="16605"/>
                  </a:lnTo>
                  <a:lnTo>
                    <a:pt x="4094" y="16798"/>
                  </a:lnTo>
                  <a:lnTo>
                    <a:pt x="4210" y="17068"/>
                  </a:lnTo>
                  <a:lnTo>
                    <a:pt x="4055" y="17068"/>
                  </a:lnTo>
                  <a:lnTo>
                    <a:pt x="3978" y="17107"/>
                  </a:lnTo>
                  <a:lnTo>
                    <a:pt x="3940" y="17184"/>
                  </a:lnTo>
                  <a:lnTo>
                    <a:pt x="3978" y="17300"/>
                  </a:lnTo>
                  <a:lnTo>
                    <a:pt x="4055" y="17339"/>
                  </a:lnTo>
                  <a:lnTo>
                    <a:pt x="4828" y="17339"/>
                  </a:lnTo>
                  <a:lnTo>
                    <a:pt x="5639" y="17262"/>
                  </a:lnTo>
                  <a:lnTo>
                    <a:pt x="6450" y="17107"/>
                  </a:lnTo>
                  <a:lnTo>
                    <a:pt x="7261" y="16875"/>
                  </a:lnTo>
                  <a:lnTo>
                    <a:pt x="7647" y="16721"/>
                  </a:lnTo>
                  <a:lnTo>
                    <a:pt x="8033" y="16528"/>
                  </a:lnTo>
                  <a:lnTo>
                    <a:pt x="8419" y="16335"/>
                  </a:lnTo>
                  <a:lnTo>
                    <a:pt x="8728" y="16103"/>
                  </a:lnTo>
                  <a:lnTo>
                    <a:pt x="9075" y="15871"/>
                  </a:lnTo>
                  <a:lnTo>
                    <a:pt x="9384" y="15601"/>
                  </a:lnTo>
                  <a:lnTo>
                    <a:pt x="9616" y="15331"/>
                  </a:lnTo>
                  <a:lnTo>
                    <a:pt x="9886" y="15022"/>
                  </a:lnTo>
                  <a:lnTo>
                    <a:pt x="9886" y="14945"/>
                  </a:lnTo>
                  <a:lnTo>
                    <a:pt x="9886" y="14906"/>
                  </a:lnTo>
                  <a:lnTo>
                    <a:pt x="9848" y="14829"/>
                  </a:lnTo>
                  <a:lnTo>
                    <a:pt x="9809" y="14790"/>
                  </a:lnTo>
                  <a:lnTo>
                    <a:pt x="9732" y="14752"/>
                  </a:lnTo>
                  <a:lnTo>
                    <a:pt x="9616" y="14752"/>
                  </a:lnTo>
                  <a:lnTo>
                    <a:pt x="9539" y="14790"/>
                  </a:lnTo>
                  <a:lnTo>
                    <a:pt x="9307" y="15099"/>
                  </a:lnTo>
                  <a:lnTo>
                    <a:pt x="9114" y="14945"/>
                  </a:lnTo>
                  <a:lnTo>
                    <a:pt x="9037" y="14829"/>
                  </a:lnTo>
                  <a:lnTo>
                    <a:pt x="8998" y="14674"/>
                  </a:lnTo>
                  <a:lnTo>
                    <a:pt x="8998" y="14558"/>
                  </a:lnTo>
                  <a:lnTo>
                    <a:pt x="9037" y="14404"/>
                  </a:lnTo>
                  <a:lnTo>
                    <a:pt x="9114" y="14288"/>
                  </a:lnTo>
                  <a:lnTo>
                    <a:pt x="9346" y="14056"/>
                  </a:lnTo>
                  <a:lnTo>
                    <a:pt x="9462" y="13941"/>
                  </a:lnTo>
                  <a:lnTo>
                    <a:pt x="9539" y="13825"/>
                  </a:lnTo>
                  <a:lnTo>
                    <a:pt x="9655" y="13786"/>
                  </a:lnTo>
                  <a:close/>
                  <a:moveTo>
                    <a:pt x="889" y="1"/>
                  </a:moveTo>
                  <a:lnTo>
                    <a:pt x="812" y="78"/>
                  </a:lnTo>
                  <a:lnTo>
                    <a:pt x="773" y="155"/>
                  </a:lnTo>
                  <a:lnTo>
                    <a:pt x="194" y="2511"/>
                  </a:lnTo>
                  <a:lnTo>
                    <a:pt x="117" y="2897"/>
                  </a:lnTo>
                  <a:lnTo>
                    <a:pt x="40" y="3322"/>
                  </a:lnTo>
                  <a:lnTo>
                    <a:pt x="1" y="3746"/>
                  </a:lnTo>
                  <a:lnTo>
                    <a:pt x="1" y="4210"/>
                  </a:lnTo>
                  <a:lnTo>
                    <a:pt x="78" y="4441"/>
                  </a:lnTo>
                  <a:lnTo>
                    <a:pt x="155" y="4673"/>
                  </a:lnTo>
                  <a:lnTo>
                    <a:pt x="348" y="5136"/>
                  </a:lnTo>
                  <a:lnTo>
                    <a:pt x="850" y="6025"/>
                  </a:lnTo>
                  <a:lnTo>
                    <a:pt x="1970" y="8187"/>
                  </a:lnTo>
                  <a:lnTo>
                    <a:pt x="4133" y="12435"/>
                  </a:lnTo>
                  <a:lnTo>
                    <a:pt x="5253" y="14558"/>
                  </a:lnTo>
                  <a:lnTo>
                    <a:pt x="6411" y="16682"/>
                  </a:lnTo>
                  <a:lnTo>
                    <a:pt x="5484" y="16875"/>
                  </a:lnTo>
                  <a:lnTo>
                    <a:pt x="4596" y="16991"/>
                  </a:lnTo>
                  <a:lnTo>
                    <a:pt x="4596" y="16991"/>
                  </a:lnTo>
                  <a:lnTo>
                    <a:pt x="4673" y="16837"/>
                  </a:lnTo>
                  <a:lnTo>
                    <a:pt x="4712" y="16682"/>
                  </a:lnTo>
                  <a:lnTo>
                    <a:pt x="4712" y="16528"/>
                  </a:lnTo>
                  <a:lnTo>
                    <a:pt x="4635" y="16373"/>
                  </a:lnTo>
                  <a:lnTo>
                    <a:pt x="4557" y="16219"/>
                  </a:lnTo>
                  <a:lnTo>
                    <a:pt x="4442" y="16103"/>
                  </a:lnTo>
                  <a:lnTo>
                    <a:pt x="4326" y="15987"/>
                  </a:lnTo>
                  <a:lnTo>
                    <a:pt x="4133" y="15910"/>
                  </a:lnTo>
                  <a:lnTo>
                    <a:pt x="3862" y="15871"/>
                  </a:lnTo>
                  <a:lnTo>
                    <a:pt x="3592" y="15871"/>
                  </a:lnTo>
                  <a:lnTo>
                    <a:pt x="3322" y="15949"/>
                  </a:lnTo>
                  <a:lnTo>
                    <a:pt x="3090" y="16103"/>
                  </a:lnTo>
                  <a:lnTo>
                    <a:pt x="2897" y="16258"/>
                  </a:lnTo>
                  <a:lnTo>
                    <a:pt x="2743" y="16489"/>
                  </a:lnTo>
                  <a:lnTo>
                    <a:pt x="2588" y="16721"/>
                  </a:lnTo>
                  <a:lnTo>
                    <a:pt x="2550" y="16991"/>
                  </a:lnTo>
                  <a:lnTo>
                    <a:pt x="2511" y="17416"/>
                  </a:lnTo>
                  <a:lnTo>
                    <a:pt x="2550" y="17725"/>
                  </a:lnTo>
                  <a:lnTo>
                    <a:pt x="2704" y="17995"/>
                  </a:lnTo>
                  <a:lnTo>
                    <a:pt x="2858" y="18227"/>
                  </a:lnTo>
                  <a:lnTo>
                    <a:pt x="3129" y="18381"/>
                  </a:lnTo>
                  <a:lnTo>
                    <a:pt x="3399" y="18497"/>
                  </a:lnTo>
                  <a:lnTo>
                    <a:pt x="3747" y="18574"/>
                  </a:lnTo>
                  <a:lnTo>
                    <a:pt x="4094" y="18613"/>
                  </a:lnTo>
                  <a:lnTo>
                    <a:pt x="4442" y="18613"/>
                  </a:lnTo>
                  <a:lnTo>
                    <a:pt x="4828" y="18574"/>
                  </a:lnTo>
                  <a:lnTo>
                    <a:pt x="5639" y="18420"/>
                  </a:lnTo>
                  <a:lnTo>
                    <a:pt x="6334" y="18266"/>
                  </a:lnTo>
                  <a:lnTo>
                    <a:pt x="6952" y="18072"/>
                  </a:lnTo>
                  <a:lnTo>
                    <a:pt x="7067" y="18034"/>
                  </a:lnTo>
                  <a:lnTo>
                    <a:pt x="7299" y="17957"/>
                  </a:lnTo>
                  <a:lnTo>
                    <a:pt x="8149" y="17570"/>
                  </a:lnTo>
                  <a:lnTo>
                    <a:pt x="8612" y="18497"/>
                  </a:lnTo>
                  <a:lnTo>
                    <a:pt x="9037" y="19463"/>
                  </a:lnTo>
                  <a:lnTo>
                    <a:pt x="9269" y="20003"/>
                  </a:lnTo>
                  <a:lnTo>
                    <a:pt x="9423" y="20351"/>
                  </a:lnTo>
                  <a:lnTo>
                    <a:pt x="9539" y="20660"/>
                  </a:lnTo>
                  <a:lnTo>
                    <a:pt x="9770" y="20621"/>
                  </a:lnTo>
                  <a:lnTo>
                    <a:pt x="9693" y="20428"/>
                  </a:lnTo>
                  <a:lnTo>
                    <a:pt x="9423" y="19656"/>
                  </a:lnTo>
                  <a:lnTo>
                    <a:pt x="9114" y="18922"/>
                  </a:lnTo>
                  <a:lnTo>
                    <a:pt x="8767" y="18150"/>
                  </a:lnTo>
                  <a:lnTo>
                    <a:pt x="8419" y="17416"/>
                  </a:lnTo>
                  <a:lnTo>
                    <a:pt x="8960" y="17107"/>
                  </a:lnTo>
                  <a:lnTo>
                    <a:pt x="9539" y="16760"/>
                  </a:lnTo>
                  <a:lnTo>
                    <a:pt x="10041" y="16373"/>
                  </a:lnTo>
                  <a:lnTo>
                    <a:pt x="10272" y="16180"/>
                  </a:lnTo>
                  <a:lnTo>
                    <a:pt x="10466" y="15949"/>
                  </a:lnTo>
                  <a:lnTo>
                    <a:pt x="10659" y="15717"/>
                  </a:lnTo>
                  <a:lnTo>
                    <a:pt x="10813" y="15485"/>
                  </a:lnTo>
                  <a:lnTo>
                    <a:pt x="10929" y="15254"/>
                  </a:lnTo>
                  <a:lnTo>
                    <a:pt x="10968" y="14983"/>
                  </a:lnTo>
                  <a:lnTo>
                    <a:pt x="10968" y="14752"/>
                  </a:lnTo>
                  <a:lnTo>
                    <a:pt x="10929" y="14520"/>
                  </a:lnTo>
                  <a:lnTo>
                    <a:pt x="10852" y="14250"/>
                  </a:lnTo>
                  <a:lnTo>
                    <a:pt x="10659" y="13979"/>
                  </a:lnTo>
                  <a:lnTo>
                    <a:pt x="10504" y="13825"/>
                  </a:lnTo>
                  <a:lnTo>
                    <a:pt x="10272" y="13670"/>
                  </a:lnTo>
                  <a:lnTo>
                    <a:pt x="10041" y="13555"/>
                  </a:lnTo>
                  <a:lnTo>
                    <a:pt x="9809" y="13516"/>
                  </a:lnTo>
                  <a:lnTo>
                    <a:pt x="9539" y="13516"/>
                  </a:lnTo>
                  <a:lnTo>
                    <a:pt x="9307" y="13555"/>
                  </a:lnTo>
                  <a:lnTo>
                    <a:pt x="9075" y="13670"/>
                  </a:lnTo>
                  <a:lnTo>
                    <a:pt x="8882" y="13863"/>
                  </a:lnTo>
                  <a:lnTo>
                    <a:pt x="8767" y="14056"/>
                  </a:lnTo>
                  <a:lnTo>
                    <a:pt x="8728" y="14250"/>
                  </a:lnTo>
                  <a:lnTo>
                    <a:pt x="8689" y="14443"/>
                  </a:lnTo>
                  <a:lnTo>
                    <a:pt x="8689" y="14636"/>
                  </a:lnTo>
                  <a:lnTo>
                    <a:pt x="8728" y="14829"/>
                  </a:lnTo>
                  <a:lnTo>
                    <a:pt x="8805" y="15022"/>
                  </a:lnTo>
                  <a:lnTo>
                    <a:pt x="8921" y="15176"/>
                  </a:lnTo>
                  <a:lnTo>
                    <a:pt x="9075" y="15331"/>
                  </a:lnTo>
                  <a:lnTo>
                    <a:pt x="8728" y="15640"/>
                  </a:lnTo>
                  <a:lnTo>
                    <a:pt x="8342" y="15871"/>
                  </a:lnTo>
                  <a:lnTo>
                    <a:pt x="7917" y="16103"/>
                  </a:lnTo>
                  <a:lnTo>
                    <a:pt x="7454" y="16296"/>
                  </a:lnTo>
                  <a:lnTo>
                    <a:pt x="7531" y="16258"/>
                  </a:lnTo>
                  <a:lnTo>
                    <a:pt x="7608" y="16219"/>
                  </a:lnTo>
                  <a:lnTo>
                    <a:pt x="7608" y="16142"/>
                  </a:lnTo>
                  <a:lnTo>
                    <a:pt x="7608" y="16026"/>
                  </a:lnTo>
                  <a:lnTo>
                    <a:pt x="5330" y="6488"/>
                  </a:lnTo>
                  <a:lnTo>
                    <a:pt x="4712" y="4094"/>
                  </a:lnTo>
                  <a:lnTo>
                    <a:pt x="4480" y="3013"/>
                  </a:lnTo>
                  <a:lnTo>
                    <a:pt x="4326" y="2511"/>
                  </a:lnTo>
                  <a:lnTo>
                    <a:pt x="4249" y="2240"/>
                  </a:lnTo>
                  <a:lnTo>
                    <a:pt x="4094" y="2009"/>
                  </a:lnTo>
                  <a:lnTo>
                    <a:pt x="3824" y="1700"/>
                  </a:lnTo>
                  <a:lnTo>
                    <a:pt x="3515" y="1352"/>
                  </a:lnTo>
                  <a:lnTo>
                    <a:pt x="3129" y="1082"/>
                  </a:lnTo>
                  <a:lnTo>
                    <a:pt x="2704" y="812"/>
                  </a:lnTo>
                  <a:lnTo>
                    <a:pt x="2318" y="580"/>
                  </a:lnTo>
                  <a:lnTo>
                    <a:pt x="1854" y="387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17"/>
            <p:cNvSpPr/>
            <p:nvPr/>
          </p:nvSpPr>
          <p:spPr>
            <a:xfrm>
              <a:off x="319200" y="3515375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8" y="309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2"/>
                  </a:lnTo>
                  <a:lnTo>
                    <a:pt x="7299" y="502"/>
                  </a:lnTo>
                  <a:lnTo>
                    <a:pt x="7453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3"/>
                  </a:lnTo>
                  <a:lnTo>
                    <a:pt x="6295" y="4943"/>
                  </a:lnTo>
                  <a:lnTo>
                    <a:pt x="6218" y="3978"/>
                  </a:lnTo>
                  <a:lnTo>
                    <a:pt x="6140" y="2974"/>
                  </a:lnTo>
                  <a:lnTo>
                    <a:pt x="6140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4"/>
                  </a:lnTo>
                  <a:lnTo>
                    <a:pt x="6449" y="502"/>
                  </a:lnTo>
                  <a:lnTo>
                    <a:pt x="6527" y="425"/>
                  </a:lnTo>
                  <a:lnTo>
                    <a:pt x="6642" y="348"/>
                  </a:lnTo>
                  <a:lnTo>
                    <a:pt x="6758" y="309"/>
                  </a:lnTo>
                  <a:close/>
                  <a:moveTo>
                    <a:pt x="11971" y="4711"/>
                  </a:moveTo>
                  <a:lnTo>
                    <a:pt x="12087" y="4750"/>
                  </a:lnTo>
                  <a:lnTo>
                    <a:pt x="12164" y="4827"/>
                  </a:lnTo>
                  <a:lnTo>
                    <a:pt x="12280" y="4905"/>
                  </a:lnTo>
                  <a:lnTo>
                    <a:pt x="12319" y="4982"/>
                  </a:lnTo>
                  <a:lnTo>
                    <a:pt x="12396" y="5136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1"/>
                  </a:lnTo>
                  <a:lnTo>
                    <a:pt x="10041" y="5831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8" y="5252"/>
                  </a:lnTo>
                  <a:lnTo>
                    <a:pt x="7955" y="5020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8" y="4750"/>
                  </a:lnTo>
                  <a:lnTo>
                    <a:pt x="11353" y="4711"/>
                  </a:lnTo>
                  <a:close/>
                  <a:moveTo>
                    <a:pt x="5638" y="5754"/>
                  </a:moveTo>
                  <a:lnTo>
                    <a:pt x="4557" y="6449"/>
                  </a:lnTo>
                  <a:lnTo>
                    <a:pt x="3437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29" y="7917"/>
                  </a:lnTo>
                  <a:lnTo>
                    <a:pt x="1120" y="7955"/>
                  </a:lnTo>
                  <a:lnTo>
                    <a:pt x="927" y="7917"/>
                  </a:lnTo>
                  <a:lnTo>
                    <a:pt x="850" y="7878"/>
                  </a:lnTo>
                  <a:lnTo>
                    <a:pt x="773" y="7801"/>
                  </a:lnTo>
                  <a:lnTo>
                    <a:pt x="734" y="7685"/>
                  </a:lnTo>
                  <a:lnTo>
                    <a:pt x="696" y="7530"/>
                  </a:lnTo>
                  <a:lnTo>
                    <a:pt x="696" y="7376"/>
                  </a:lnTo>
                  <a:lnTo>
                    <a:pt x="696" y="7221"/>
                  </a:lnTo>
                  <a:lnTo>
                    <a:pt x="734" y="7144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2"/>
                  </a:lnTo>
                  <a:lnTo>
                    <a:pt x="2742" y="6449"/>
                  </a:lnTo>
                  <a:lnTo>
                    <a:pt x="3592" y="6295"/>
                  </a:lnTo>
                  <a:lnTo>
                    <a:pt x="4634" y="6063"/>
                  </a:lnTo>
                  <a:lnTo>
                    <a:pt x="5136" y="5909"/>
                  </a:lnTo>
                  <a:lnTo>
                    <a:pt x="5638" y="5754"/>
                  </a:lnTo>
                  <a:close/>
                  <a:moveTo>
                    <a:pt x="6951" y="0"/>
                  </a:moveTo>
                  <a:lnTo>
                    <a:pt x="6720" y="39"/>
                  </a:lnTo>
                  <a:lnTo>
                    <a:pt x="6527" y="116"/>
                  </a:lnTo>
                  <a:lnTo>
                    <a:pt x="6333" y="232"/>
                  </a:lnTo>
                  <a:lnTo>
                    <a:pt x="6140" y="425"/>
                  </a:lnTo>
                  <a:lnTo>
                    <a:pt x="5986" y="618"/>
                  </a:lnTo>
                  <a:lnTo>
                    <a:pt x="5909" y="811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1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3" y="5020"/>
                  </a:lnTo>
                  <a:lnTo>
                    <a:pt x="6025" y="5136"/>
                  </a:lnTo>
                  <a:lnTo>
                    <a:pt x="6063" y="5252"/>
                  </a:lnTo>
                  <a:lnTo>
                    <a:pt x="5523" y="5445"/>
                  </a:lnTo>
                  <a:lnTo>
                    <a:pt x="4982" y="5561"/>
                  </a:lnTo>
                  <a:lnTo>
                    <a:pt x="3939" y="5831"/>
                  </a:lnTo>
                  <a:lnTo>
                    <a:pt x="2858" y="6024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0" y="6642"/>
                  </a:lnTo>
                  <a:lnTo>
                    <a:pt x="503" y="6835"/>
                  </a:lnTo>
                  <a:lnTo>
                    <a:pt x="232" y="7028"/>
                  </a:lnTo>
                  <a:lnTo>
                    <a:pt x="116" y="7144"/>
                  </a:lnTo>
                  <a:lnTo>
                    <a:pt x="39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39" y="7723"/>
                  </a:lnTo>
                  <a:lnTo>
                    <a:pt x="116" y="7917"/>
                  </a:lnTo>
                  <a:lnTo>
                    <a:pt x="232" y="8032"/>
                  </a:lnTo>
                  <a:lnTo>
                    <a:pt x="348" y="8148"/>
                  </a:lnTo>
                  <a:lnTo>
                    <a:pt x="503" y="8225"/>
                  </a:lnTo>
                  <a:lnTo>
                    <a:pt x="618" y="8264"/>
                  </a:lnTo>
                  <a:lnTo>
                    <a:pt x="927" y="8341"/>
                  </a:lnTo>
                  <a:lnTo>
                    <a:pt x="1275" y="8341"/>
                  </a:lnTo>
                  <a:lnTo>
                    <a:pt x="1622" y="8303"/>
                  </a:lnTo>
                  <a:lnTo>
                    <a:pt x="1931" y="8187"/>
                  </a:lnTo>
                  <a:lnTo>
                    <a:pt x="2549" y="7994"/>
                  </a:lnTo>
                  <a:lnTo>
                    <a:pt x="3553" y="7530"/>
                  </a:lnTo>
                  <a:lnTo>
                    <a:pt x="4519" y="6990"/>
                  </a:lnTo>
                  <a:lnTo>
                    <a:pt x="5445" y="6372"/>
                  </a:lnTo>
                  <a:lnTo>
                    <a:pt x="5909" y="6063"/>
                  </a:lnTo>
                  <a:lnTo>
                    <a:pt x="6333" y="5715"/>
                  </a:lnTo>
                  <a:lnTo>
                    <a:pt x="6527" y="6102"/>
                  </a:lnTo>
                  <a:lnTo>
                    <a:pt x="6642" y="6295"/>
                  </a:lnTo>
                  <a:lnTo>
                    <a:pt x="6758" y="6449"/>
                  </a:lnTo>
                  <a:lnTo>
                    <a:pt x="7029" y="6372"/>
                  </a:lnTo>
                  <a:lnTo>
                    <a:pt x="7029" y="6333"/>
                  </a:lnTo>
                  <a:lnTo>
                    <a:pt x="6835" y="5986"/>
                  </a:lnTo>
                  <a:lnTo>
                    <a:pt x="6758" y="5831"/>
                  </a:lnTo>
                  <a:lnTo>
                    <a:pt x="6720" y="5638"/>
                  </a:lnTo>
                  <a:lnTo>
                    <a:pt x="6720" y="5561"/>
                  </a:lnTo>
                  <a:lnTo>
                    <a:pt x="7569" y="5831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7"/>
                  </a:lnTo>
                  <a:lnTo>
                    <a:pt x="11006" y="6217"/>
                  </a:lnTo>
                  <a:lnTo>
                    <a:pt x="11469" y="6179"/>
                  </a:lnTo>
                  <a:lnTo>
                    <a:pt x="11933" y="6140"/>
                  </a:lnTo>
                  <a:lnTo>
                    <a:pt x="12357" y="5986"/>
                  </a:lnTo>
                  <a:lnTo>
                    <a:pt x="12512" y="5909"/>
                  </a:lnTo>
                  <a:lnTo>
                    <a:pt x="12666" y="5793"/>
                  </a:lnTo>
                  <a:lnTo>
                    <a:pt x="12821" y="5677"/>
                  </a:lnTo>
                  <a:lnTo>
                    <a:pt x="12898" y="5522"/>
                  </a:lnTo>
                  <a:lnTo>
                    <a:pt x="12975" y="5368"/>
                  </a:lnTo>
                  <a:lnTo>
                    <a:pt x="12975" y="5175"/>
                  </a:lnTo>
                  <a:lnTo>
                    <a:pt x="12975" y="4982"/>
                  </a:lnTo>
                  <a:lnTo>
                    <a:pt x="12898" y="4827"/>
                  </a:lnTo>
                  <a:lnTo>
                    <a:pt x="12821" y="4711"/>
                  </a:lnTo>
                  <a:lnTo>
                    <a:pt x="12744" y="4634"/>
                  </a:lnTo>
                  <a:lnTo>
                    <a:pt x="12628" y="4518"/>
                  </a:lnTo>
                  <a:lnTo>
                    <a:pt x="12473" y="4480"/>
                  </a:lnTo>
                  <a:lnTo>
                    <a:pt x="12164" y="4364"/>
                  </a:lnTo>
                  <a:lnTo>
                    <a:pt x="11817" y="4325"/>
                  </a:lnTo>
                  <a:lnTo>
                    <a:pt x="11469" y="4325"/>
                  </a:lnTo>
                  <a:lnTo>
                    <a:pt x="10890" y="4364"/>
                  </a:lnTo>
                  <a:lnTo>
                    <a:pt x="9847" y="4403"/>
                  </a:lnTo>
                  <a:lnTo>
                    <a:pt x="8843" y="4480"/>
                  </a:lnTo>
                  <a:lnTo>
                    <a:pt x="7839" y="4634"/>
                  </a:lnTo>
                  <a:lnTo>
                    <a:pt x="6835" y="4827"/>
                  </a:lnTo>
                  <a:lnTo>
                    <a:pt x="7376" y="3476"/>
                  </a:lnTo>
                  <a:lnTo>
                    <a:pt x="7646" y="2742"/>
                  </a:lnTo>
                  <a:lnTo>
                    <a:pt x="7839" y="2047"/>
                  </a:lnTo>
                  <a:lnTo>
                    <a:pt x="7917" y="1815"/>
                  </a:lnTo>
                  <a:lnTo>
                    <a:pt x="7917" y="1545"/>
                  </a:lnTo>
                  <a:lnTo>
                    <a:pt x="7917" y="1313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8"/>
                  </a:lnTo>
                  <a:lnTo>
                    <a:pt x="7531" y="425"/>
                  </a:lnTo>
                  <a:lnTo>
                    <a:pt x="7337" y="271"/>
                  </a:lnTo>
                  <a:lnTo>
                    <a:pt x="7260" y="155"/>
                  </a:lnTo>
                  <a:lnTo>
                    <a:pt x="7144" y="78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17"/>
            <p:cNvSpPr/>
            <p:nvPr/>
          </p:nvSpPr>
          <p:spPr>
            <a:xfrm>
              <a:off x="2371575" y="3521175"/>
              <a:ext cx="106225" cy="123575"/>
            </a:xfrm>
            <a:custGeom>
              <a:avLst/>
              <a:gdLst/>
              <a:ahLst/>
              <a:cxnLst/>
              <a:rect l="l" t="t" r="r" b="b"/>
              <a:pathLst>
                <a:path w="4249" h="4943" extrusionOk="0">
                  <a:moveTo>
                    <a:pt x="3862" y="0"/>
                  </a:moveTo>
                  <a:lnTo>
                    <a:pt x="3592" y="541"/>
                  </a:lnTo>
                  <a:lnTo>
                    <a:pt x="3245" y="1120"/>
                  </a:lnTo>
                  <a:lnTo>
                    <a:pt x="2897" y="1661"/>
                  </a:lnTo>
                  <a:lnTo>
                    <a:pt x="2511" y="2163"/>
                  </a:lnTo>
                  <a:lnTo>
                    <a:pt x="1932" y="2858"/>
                  </a:lnTo>
                  <a:lnTo>
                    <a:pt x="1314" y="3475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48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50"/>
                  </a:lnTo>
                  <a:lnTo>
                    <a:pt x="966" y="4518"/>
                  </a:lnTo>
                  <a:lnTo>
                    <a:pt x="1314" y="4209"/>
                  </a:lnTo>
                  <a:lnTo>
                    <a:pt x="1700" y="3900"/>
                  </a:lnTo>
                  <a:lnTo>
                    <a:pt x="2009" y="3553"/>
                  </a:lnTo>
                  <a:lnTo>
                    <a:pt x="2356" y="3167"/>
                  </a:lnTo>
                  <a:lnTo>
                    <a:pt x="2897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2"/>
                  </a:lnTo>
                  <a:lnTo>
                    <a:pt x="4248" y="155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17"/>
            <p:cNvSpPr/>
            <p:nvPr/>
          </p:nvSpPr>
          <p:spPr>
            <a:xfrm>
              <a:off x="2320425" y="3522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1"/>
                  </a:moveTo>
                  <a:lnTo>
                    <a:pt x="1004" y="310"/>
                  </a:ln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314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507"/>
                  </a:lnTo>
                  <a:lnTo>
                    <a:pt x="579" y="1430"/>
                  </a:lnTo>
                  <a:lnTo>
                    <a:pt x="502" y="1314"/>
                  </a:lnTo>
                  <a:lnTo>
                    <a:pt x="464" y="1236"/>
                  </a:lnTo>
                  <a:lnTo>
                    <a:pt x="425" y="1005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426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1"/>
                  </a:moveTo>
                  <a:lnTo>
                    <a:pt x="850" y="39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117"/>
                  </a:lnTo>
                  <a:lnTo>
                    <a:pt x="271" y="232"/>
                  </a:lnTo>
                  <a:lnTo>
                    <a:pt x="155" y="348"/>
                  </a:lnTo>
                  <a:lnTo>
                    <a:pt x="77" y="541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68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932"/>
                  </a:lnTo>
                  <a:lnTo>
                    <a:pt x="1622" y="1816"/>
                  </a:lnTo>
                  <a:lnTo>
                    <a:pt x="1777" y="1700"/>
                  </a:lnTo>
                  <a:lnTo>
                    <a:pt x="1892" y="1545"/>
                  </a:lnTo>
                  <a:lnTo>
                    <a:pt x="1970" y="1352"/>
                  </a:lnTo>
                  <a:lnTo>
                    <a:pt x="2047" y="1198"/>
                  </a:lnTo>
                  <a:lnTo>
                    <a:pt x="2085" y="1005"/>
                  </a:lnTo>
                  <a:lnTo>
                    <a:pt x="2047" y="812"/>
                  </a:lnTo>
                  <a:lnTo>
                    <a:pt x="1970" y="619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78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17"/>
            <p:cNvSpPr/>
            <p:nvPr/>
          </p:nvSpPr>
          <p:spPr>
            <a:xfrm>
              <a:off x="5925125" y="3542400"/>
              <a:ext cx="60825" cy="90775"/>
            </a:xfrm>
            <a:custGeom>
              <a:avLst/>
              <a:gdLst/>
              <a:ahLst/>
              <a:cxnLst/>
              <a:rect l="l" t="t" r="r" b="b"/>
              <a:pathLst>
                <a:path w="2433" h="3631" extrusionOk="0">
                  <a:moveTo>
                    <a:pt x="1197" y="1"/>
                  </a:moveTo>
                  <a:lnTo>
                    <a:pt x="1081" y="39"/>
                  </a:lnTo>
                  <a:lnTo>
                    <a:pt x="1004" y="78"/>
                  </a:lnTo>
                  <a:lnTo>
                    <a:pt x="966" y="117"/>
                  </a:lnTo>
                  <a:lnTo>
                    <a:pt x="927" y="194"/>
                  </a:lnTo>
                  <a:lnTo>
                    <a:pt x="927" y="271"/>
                  </a:lnTo>
                  <a:lnTo>
                    <a:pt x="850" y="271"/>
                  </a:lnTo>
                  <a:lnTo>
                    <a:pt x="772" y="310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41"/>
                  </a:lnTo>
                  <a:lnTo>
                    <a:pt x="695" y="619"/>
                  </a:lnTo>
                  <a:lnTo>
                    <a:pt x="772" y="696"/>
                  </a:lnTo>
                  <a:lnTo>
                    <a:pt x="850" y="734"/>
                  </a:lnTo>
                  <a:lnTo>
                    <a:pt x="1081" y="812"/>
                  </a:lnTo>
                  <a:lnTo>
                    <a:pt x="1274" y="966"/>
                  </a:lnTo>
                  <a:lnTo>
                    <a:pt x="1468" y="1121"/>
                  </a:lnTo>
                  <a:lnTo>
                    <a:pt x="1622" y="1275"/>
                  </a:lnTo>
                  <a:lnTo>
                    <a:pt x="1738" y="1507"/>
                  </a:lnTo>
                  <a:lnTo>
                    <a:pt x="1854" y="1700"/>
                  </a:lnTo>
                  <a:lnTo>
                    <a:pt x="1892" y="1931"/>
                  </a:lnTo>
                  <a:lnTo>
                    <a:pt x="1931" y="2163"/>
                  </a:lnTo>
                  <a:lnTo>
                    <a:pt x="1892" y="2472"/>
                  </a:lnTo>
                  <a:lnTo>
                    <a:pt x="1815" y="2742"/>
                  </a:lnTo>
                  <a:lnTo>
                    <a:pt x="1738" y="2897"/>
                  </a:lnTo>
                  <a:lnTo>
                    <a:pt x="1622" y="2974"/>
                  </a:lnTo>
                  <a:lnTo>
                    <a:pt x="1506" y="3090"/>
                  </a:lnTo>
                  <a:lnTo>
                    <a:pt x="1390" y="3128"/>
                  </a:lnTo>
                  <a:lnTo>
                    <a:pt x="1197" y="3167"/>
                  </a:lnTo>
                  <a:lnTo>
                    <a:pt x="1043" y="3128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81"/>
                  </a:lnTo>
                  <a:lnTo>
                    <a:pt x="811" y="2626"/>
                  </a:lnTo>
                  <a:lnTo>
                    <a:pt x="888" y="2472"/>
                  </a:lnTo>
                  <a:lnTo>
                    <a:pt x="1043" y="2356"/>
                  </a:lnTo>
                  <a:lnTo>
                    <a:pt x="1120" y="2279"/>
                  </a:lnTo>
                  <a:lnTo>
                    <a:pt x="1159" y="2163"/>
                  </a:lnTo>
                  <a:lnTo>
                    <a:pt x="1120" y="2047"/>
                  </a:lnTo>
                  <a:lnTo>
                    <a:pt x="1043" y="1970"/>
                  </a:lnTo>
                  <a:lnTo>
                    <a:pt x="618" y="1623"/>
                  </a:lnTo>
                  <a:lnTo>
                    <a:pt x="425" y="1468"/>
                  </a:lnTo>
                  <a:lnTo>
                    <a:pt x="193" y="1352"/>
                  </a:lnTo>
                  <a:lnTo>
                    <a:pt x="0" y="1623"/>
                  </a:lnTo>
                  <a:lnTo>
                    <a:pt x="270" y="1893"/>
                  </a:lnTo>
                  <a:lnTo>
                    <a:pt x="541" y="2163"/>
                  </a:lnTo>
                  <a:lnTo>
                    <a:pt x="386" y="2395"/>
                  </a:lnTo>
                  <a:lnTo>
                    <a:pt x="309" y="2626"/>
                  </a:lnTo>
                  <a:lnTo>
                    <a:pt x="309" y="2935"/>
                  </a:lnTo>
                  <a:lnTo>
                    <a:pt x="348" y="3051"/>
                  </a:lnTo>
                  <a:lnTo>
                    <a:pt x="425" y="3206"/>
                  </a:lnTo>
                  <a:lnTo>
                    <a:pt x="541" y="3360"/>
                  </a:lnTo>
                  <a:lnTo>
                    <a:pt x="695" y="3476"/>
                  </a:lnTo>
                  <a:lnTo>
                    <a:pt x="850" y="3592"/>
                  </a:lnTo>
                  <a:lnTo>
                    <a:pt x="1081" y="3630"/>
                  </a:lnTo>
                  <a:lnTo>
                    <a:pt x="1274" y="3630"/>
                  </a:lnTo>
                  <a:lnTo>
                    <a:pt x="1468" y="3592"/>
                  </a:lnTo>
                  <a:lnTo>
                    <a:pt x="1661" y="3515"/>
                  </a:lnTo>
                  <a:lnTo>
                    <a:pt x="1854" y="3437"/>
                  </a:lnTo>
                  <a:lnTo>
                    <a:pt x="2047" y="3283"/>
                  </a:lnTo>
                  <a:lnTo>
                    <a:pt x="2201" y="3090"/>
                  </a:lnTo>
                  <a:lnTo>
                    <a:pt x="2317" y="2897"/>
                  </a:lnTo>
                  <a:lnTo>
                    <a:pt x="2394" y="2704"/>
                  </a:lnTo>
                  <a:lnTo>
                    <a:pt x="2433" y="2472"/>
                  </a:lnTo>
                  <a:lnTo>
                    <a:pt x="2433" y="2279"/>
                  </a:lnTo>
                  <a:lnTo>
                    <a:pt x="2433" y="2047"/>
                  </a:lnTo>
                  <a:lnTo>
                    <a:pt x="2356" y="1816"/>
                  </a:lnTo>
                  <a:lnTo>
                    <a:pt x="2317" y="1623"/>
                  </a:lnTo>
                  <a:lnTo>
                    <a:pt x="2201" y="1391"/>
                  </a:lnTo>
                  <a:lnTo>
                    <a:pt x="1931" y="1005"/>
                  </a:lnTo>
                  <a:lnTo>
                    <a:pt x="1622" y="657"/>
                  </a:lnTo>
                  <a:lnTo>
                    <a:pt x="1274" y="425"/>
                  </a:lnTo>
                  <a:lnTo>
                    <a:pt x="11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17"/>
            <p:cNvSpPr/>
            <p:nvPr/>
          </p:nvSpPr>
          <p:spPr>
            <a:xfrm>
              <a:off x="5032150" y="354530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17"/>
            <p:cNvSpPr/>
            <p:nvPr/>
          </p:nvSpPr>
          <p:spPr>
            <a:xfrm>
              <a:off x="3784900" y="3554950"/>
              <a:ext cx="112950" cy="132275"/>
            </a:xfrm>
            <a:custGeom>
              <a:avLst/>
              <a:gdLst/>
              <a:ahLst/>
              <a:cxnLst/>
              <a:rect l="l" t="t" r="r" b="b"/>
              <a:pathLst>
                <a:path w="4518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3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5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8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6" y="3167"/>
                  </a:lnTo>
                  <a:lnTo>
                    <a:pt x="772" y="2742"/>
                  </a:lnTo>
                  <a:lnTo>
                    <a:pt x="965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79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17"/>
            <p:cNvSpPr/>
            <p:nvPr/>
          </p:nvSpPr>
          <p:spPr>
            <a:xfrm>
              <a:off x="5529325" y="35675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463" y="927"/>
                  </a:lnTo>
                  <a:lnTo>
                    <a:pt x="1043" y="1622"/>
                  </a:lnTo>
                  <a:lnTo>
                    <a:pt x="1661" y="2279"/>
                  </a:lnTo>
                  <a:lnTo>
                    <a:pt x="2356" y="2858"/>
                  </a:lnTo>
                  <a:lnTo>
                    <a:pt x="3089" y="3360"/>
                  </a:lnTo>
                  <a:lnTo>
                    <a:pt x="3862" y="3824"/>
                  </a:lnTo>
                  <a:lnTo>
                    <a:pt x="4672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21" y="4905"/>
                  </a:lnTo>
                  <a:lnTo>
                    <a:pt x="7684" y="4943"/>
                  </a:lnTo>
                  <a:lnTo>
                    <a:pt x="8109" y="4982"/>
                  </a:lnTo>
                  <a:lnTo>
                    <a:pt x="8534" y="4943"/>
                  </a:lnTo>
                  <a:lnTo>
                    <a:pt x="8959" y="4905"/>
                  </a:lnTo>
                  <a:lnTo>
                    <a:pt x="9383" y="4866"/>
                  </a:lnTo>
                  <a:lnTo>
                    <a:pt x="9808" y="4750"/>
                  </a:lnTo>
                  <a:lnTo>
                    <a:pt x="10233" y="4634"/>
                  </a:lnTo>
                  <a:lnTo>
                    <a:pt x="10658" y="4480"/>
                  </a:lnTo>
                  <a:lnTo>
                    <a:pt x="11044" y="4326"/>
                  </a:lnTo>
                  <a:lnTo>
                    <a:pt x="11469" y="4094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280" y="3553"/>
                  </a:lnTo>
                  <a:lnTo>
                    <a:pt x="12434" y="3167"/>
                  </a:lnTo>
                  <a:lnTo>
                    <a:pt x="12241" y="3167"/>
                  </a:lnTo>
                  <a:lnTo>
                    <a:pt x="12202" y="3128"/>
                  </a:lnTo>
                  <a:lnTo>
                    <a:pt x="12009" y="3128"/>
                  </a:lnTo>
                  <a:lnTo>
                    <a:pt x="11893" y="3167"/>
                  </a:lnTo>
                  <a:lnTo>
                    <a:pt x="11546" y="3437"/>
                  </a:lnTo>
                  <a:lnTo>
                    <a:pt x="11198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01" y="4171"/>
                  </a:lnTo>
                  <a:lnTo>
                    <a:pt x="9615" y="4287"/>
                  </a:lnTo>
                  <a:lnTo>
                    <a:pt x="9190" y="4364"/>
                  </a:lnTo>
                  <a:lnTo>
                    <a:pt x="8766" y="4403"/>
                  </a:lnTo>
                  <a:lnTo>
                    <a:pt x="8341" y="4441"/>
                  </a:lnTo>
                  <a:lnTo>
                    <a:pt x="7916" y="4480"/>
                  </a:lnTo>
                  <a:lnTo>
                    <a:pt x="7453" y="4441"/>
                  </a:lnTo>
                  <a:lnTo>
                    <a:pt x="7028" y="4403"/>
                  </a:lnTo>
                  <a:lnTo>
                    <a:pt x="6603" y="4326"/>
                  </a:lnTo>
                  <a:lnTo>
                    <a:pt x="6178" y="4248"/>
                  </a:lnTo>
                  <a:lnTo>
                    <a:pt x="5792" y="4132"/>
                  </a:lnTo>
                  <a:lnTo>
                    <a:pt x="5368" y="4017"/>
                  </a:lnTo>
                  <a:lnTo>
                    <a:pt x="4595" y="3669"/>
                  </a:lnTo>
                  <a:lnTo>
                    <a:pt x="3862" y="3283"/>
                  </a:lnTo>
                  <a:lnTo>
                    <a:pt x="3205" y="2820"/>
                  </a:lnTo>
                  <a:lnTo>
                    <a:pt x="2549" y="2318"/>
                  </a:lnTo>
                  <a:lnTo>
                    <a:pt x="1969" y="1777"/>
                  </a:lnTo>
                  <a:lnTo>
                    <a:pt x="1352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17"/>
            <p:cNvSpPr/>
            <p:nvPr/>
          </p:nvSpPr>
          <p:spPr>
            <a:xfrm>
              <a:off x="2258625" y="3569425"/>
              <a:ext cx="44450" cy="43475"/>
            </a:xfrm>
            <a:custGeom>
              <a:avLst/>
              <a:gdLst/>
              <a:ahLst/>
              <a:cxnLst/>
              <a:rect l="l" t="t" r="r" b="b"/>
              <a:pathLst>
                <a:path w="1778" h="1739" extrusionOk="0">
                  <a:moveTo>
                    <a:pt x="773" y="310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9"/>
                  </a:lnTo>
                  <a:lnTo>
                    <a:pt x="1391" y="773"/>
                  </a:lnTo>
                  <a:lnTo>
                    <a:pt x="1391" y="966"/>
                  </a:lnTo>
                  <a:lnTo>
                    <a:pt x="1352" y="1044"/>
                  </a:lnTo>
                  <a:lnTo>
                    <a:pt x="1275" y="1159"/>
                  </a:lnTo>
                  <a:lnTo>
                    <a:pt x="1198" y="1237"/>
                  </a:lnTo>
                  <a:lnTo>
                    <a:pt x="1082" y="1314"/>
                  </a:lnTo>
                  <a:lnTo>
                    <a:pt x="889" y="1352"/>
                  </a:lnTo>
                  <a:lnTo>
                    <a:pt x="696" y="1352"/>
                  </a:lnTo>
                  <a:lnTo>
                    <a:pt x="542" y="1237"/>
                  </a:lnTo>
                  <a:lnTo>
                    <a:pt x="426" y="1082"/>
                  </a:lnTo>
                  <a:lnTo>
                    <a:pt x="387" y="889"/>
                  </a:lnTo>
                  <a:lnTo>
                    <a:pt x="387" y="735"/>
                  </a:lnTo>
                  <a:lnTo>
                    <a:pt x="464" y="580"/>
                  </a:lnTo>
                  <a:lnTo>
                    <a:pt x="542" y="387"/>
                  </a:lnTo>
                  <a:lnTo>
                    <a:pt x="542" y="348"/>
                  </a:lnTo>
                  <a:lnTo>
                    <a:pt x="773" y="310"/>
                  </a:lnTo>
                  <a:close/>
                  <a:moveTo>
                    <a:pt x="773" y="1"/>
                  </a:moveTo>
                  <a:lnTo>
                    <a:pt x="619" y="40"/>
                  </a:lnTo>
                  <a:lnTo>
                    <a:pt x="464" y="117"/>
                  </a:lnTo>
                  <a:lnTo>
                    <a:pt x="426" y="155"/>
                  </a:lnTo>
                  <a:lnTo>
                    <a:pt x="348" y="194"/>
                  </a:lnTo>
                  <a:lnTo>
                    <a:pt x="233" y="271"/>
                  </a:lnTo>
                  <a:lnTo>
                    <a:pt x="117" y="387"/>
                  </a:lnTo>
                  <a:lnTo>
                    <a:pt x="40" y="503"/>
                  </a:lnTo>
                  <a:lnTo>
                    <a:pt x="1" y="657"/>
                  </a:lnTo>
                  <a:lnTo>
                    <a:pt x="1" y="850"/>
                  </a:lnTo>
                  <a:lnTo>
                    <a:pt x="1" y="1005"/>
                  </a:lnTo>
                  <a:lnTo>
                    <a:pt x="40" y="1159"/>
                  </a:lnTo>
                  <a:lnTo>
                    <a:pt x="117" y="1314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9" y="1739"/>
                  </a:lnTo>
                  <a:lnTo>
                    <a:pt x="966" y="1739"/>
                  </a:lnTo>
                  <a:lnTo>
                    <a:pt x="1121" y="1700"/>
                  </a:lnTo>
                  <a:lnTo>
                    <a:pt x="1275" y="1623"/>
                  </a:lnTo>
                  <a:lnTo>
                    <a:pt x="1430" y="1545"/>
                  </a:lnTo>
                  <a:lnTo>
                    <a:pt x="1584" y="1430"/>
                  </a:lnTo>
                  <a:lnTo>
                    <a:pt x="1661" y="1275"/>
                  </a:lnTo>
                  <a:lnTo>
                    <a:pt x="1739" y="1121"/>
                  </a:lnTo>
                  <a:lnTo>
                    <a:pt x="1777" y="928"/>
                  </a:lnTo>
                  <a:lnTo>
                    <a:pt x="1777" y="773"/>
                  </a:lnTo>
                  <a:lnTo>
                    <a:pt x="1739" y="580"/>
                  </a:lnTo>
                  <a:lnTo>
                    <a:pt x="1661" y="426"/>
                  </a:lnTo>
                  <a:lnTo>
                    <a:pt x="1546" y="271"/>
                  </a:lnTo>
                  <a:lnTo>
                    <a:pt x="1430" y="155"/>
                  </a:lnTo>
                  <a:lnTo>
                    <a:pt x="1275" y="78"/>
                  </a:lnTo>
                  <a:lnTo>
                    <a:pt x="1121" y="40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17"/>
            <p:cNvSpPr/>
            <p:nvPr/>
          </p:nvSpPr>
          <p:spPr>
            <a:xfrm>
              <a:off x="5836300" y="3573300"/>
              <a:ext cx="93675" cy="136150"/>
            </a:xfrm>
            <a:custGeom>
              <a:avLst/>
              <a:gdLst/>
              <a:ahLst/>
              <a:cxnLst/>
              <a:rect l="l" t="t" r="r" b="b"/>
              <a:pathLst>
                <a:path w="3747" h="5446" extrusionOk="0">
                  <a:moveTo>
                    <a:pt x="3515" y="0"/>
                  </a:moveTo>
                  <a:lnTo>
                    <a:pt x="3437" y="39"/>
                  </a:lnTo>
                  <a:lnTo>
                    <a:pt x="3360" y="78"/>
                  </a:lnTo>
                  <a:lnTo>
                    <a:pt x="3283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88" y="773"/>
                  </a:lnTo>
                  <a:lnTo>
                    <a:pt x="2356" y="1004"/>
                  </a:lnTo>
                  <a:lnTo>
                    <a:pt x="2086" y="1236"/>
                  </a:lnTo>
                  <a:lnTo>
                    <a:pt x="1777" y="1468"/>
                  </a:lnTo>
                  <a:lnTo>
                    <a:pt x="1159" y="1815"/>
                  </a:lnTo>
                  <a:lnTo>
                    <a:pt x="1120" y="1892"/>
                  </a:lnTo>
                  <a:lnTo>
                    <a:pt x="1082" y="1970"/>
                  </a:lnTo>
                  <a:lnTo>
                    <a:pt x="1082" y="2047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927" y="2124"/>
                  </a:lnTo>
                  <a:lnTo>
                    <a:pt x="850" y="2201"/>
                  </a:lnTo>
                  <a:lnTo>
                    <a:pt x="812" y="2279"/>
                  </a:lnTo>
                  <a:lnTo>
                    <a:pt x="812" y="2356"/>
                  </a:lnTo>
                  <a:lnTo>
                    <a:pt x="850" y="2433"/>
                  </a:lnTo>
                  <a:lnTo>
                    <a:pt x="889" y="2510"/>
                  </a:lnTo>
                  <a:lnTo>
                    <a:pt x="1005" y="2549"/>
                  </a:lnTo>
                  <a:lnTo>
                    <a:pt x="1236" y="2626"/>
                  </a:lnTo>
                  <a:lnTo>
                    <a:pt x="1468" y="2703"/>
                  </a:lnTo>
                  <a:lnTo>
                    <a:pt x="1661" y="2858"/>
                  </a:lnTo>
                  <a:lnTo>
                    <a:pt x="1854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63" y="3669"/>
                  </a:lnTo>
                  <a:lnTo>
                    <a:pt x="2163" y="3900"/>
                  </a:lnTo>
                  <a:lnTo>
                    <a:pt x="2124" y="4132"/>
                  </a:lnTo>
                  <a:lnTo>
                    <a:pt x="2047" y="4364"/>
                  </a:lnTo>
                  <a:lnTo>
                    <a:pt x="1931" y="4557"/>
                  </a:lnTo>
                  <a:lnTo>
                    <a:pt x="1777" y="4711"/>
                  </a:lnTo>
                  <a:lnTo>
                    <a:pt x="1584" y="4866"/>
                  </a:lnTo>
                  <a:lnTo>
                    <a:pt x="1352" y="4943"/>
                  </a:lnTo>
                  <a:lnTo>
                    <a:pt x="1236" y="4982"/>
                  </a:lnTo>
                  <a:lnTo>
                    <a:pt x="1120" y="4982"/>
                  </a:lnTo>
                  <a:lnTo>
                    <a:pt x="927" y="4904"/>
                  </a:lnTo>
                  <a:lnTo>
                    <a:pt x="773" y="4789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73" y="4287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1005" y="4132"/>
                  </a:lnTo>
                  <a:lnTo>
                    <a:pt x="1120" y="4094"/>
                  </a:lnTo>
                  <a:lnTo>
                    <a:pt x="1275" y="4055"/>
                  </a:lnTo>
                  <a:lnTo>
                    <a:pt x="1352" y="3939"/>
                  </a:lnTo>
                  <a:lnTo>
                    <a:pt x="1314" y="3823"/>
                  </a:lnTo>
                  <a:lnTo>
                    <a:pt x="1314" y="3746"/>
                  </a:lnTo>
                  <a:lnTo>
                    <a:pt x="1236" y="3669"/>
                  </a:lnTo>
                  <a:lnTo>
                    <a:pt x="155" y="2935"/>
                  </a:lnTo>
                  <a:lnTo>
                    <a:pt x="1" y="3321"/>
                  </a:lnTo>
                  <a:lnTo>
                    <a:pt x="657" y="3785"/>
                  </a:lnTo>
                  <a:lnTo>
                    <a:pt x="541" y="3900"/>
                  </a:lnTo>
                  <a:lnTo>
                    <a:pt x="425" y="4016"/>
                  </a:lnTo>
                  <a:lnTo>
                    <a:pt x="310" y="4132"/>
                  </a:lnTo>
                  <a:lnTo>
                    <a:pt x="271" y="4248"/>
                  </a:lnTo>
                  <a:lnTo>
                    <a:pt x="232" y="4402"/>
                  </a:lnTo>
                  <a:lnTo>
                    <a:pt x="194" y="4557"/>
                  </a:lnTo>
                  <a:lnTo>
                    <a:pt x="232" y="4750"/>
                  </a:lnTo>
                  <a:lnTo>
                    <a:pt x="271" y="4904"/>
                  </a:lnTo>
                  <a:lnTo>
                    <a:pt x="425" y="5136"/>
                  </a:lnTo>
                  <a:lnTo>
                    <a:pt x="580" y="5291"/>
                  </a:lnTo>
                  <a:lnTo>
                    <a:pt x="773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29" y="5406"/>
                  </a:lnTo>
                  <a:lnTo>
                    <a:pt x="1661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79" y="4866"/>
                  </a:lnTo>
                  <a:lnTo>
                    <a:pt x="2433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626" y="3978"/>
                  </a:lnTo>
                  <a:lnTo>
                    <a:pt x="2626" y="3746"/>
                  </a:lnTo>
                  <a:lnTo>
                    <a:pt x="2588" y="3514"/>
                  </a:lnTo>
                  <a:lnTo>
                    <a:pt x="2511" y="3283"/>
                  </a:lnTo>
                  <a:lnTo>
                    <a:pt x="2395" y="3090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70" y="2510"/>
                  </a:lnTo>
                  <a:lnTo>
                    <a:pt x="1777" y="2356"/>
                  </a:lnTo>
                  <a:lnTo>
                    <a:pt x="1545" y="2240"/>
                  </a:lnTo>
                  <a:lnTo>
                    <a:pt x="1314" y="2124"/>
                  </a:lnTo>
                  <a:lnTo>
                    <a:pt x="1661" y="2008"/>
                  </a:lnTo>
                  <a:lnTo>
                    <a:pt x="1970" y="1854"/>
                  </a:lnTo>
                  <a:lnTo>
                    <a:pt x="2279" y="1661"/>
                  </a:lnTo>
                  <a:lnTo>
                    <a:pt x="2588" y="1429"/>
                  </a:lnTo>
                  <a:lnTo>
                    <a:pt x="2858" y="1236"/>
                  </a:lnTo>
                  <a:lnTo>
                    <a:pt x="3128" y="966"/>
                  </a:lnTo>
                  <a:lnTo>
                    <a:pt x="3360" y="695"/>
                  </a:lnTo>
                  <a:lnTo>
                    <a:pt x="3476" y="541"/>
                  </a:lnTo>
                  <a:lnTo>
                    <a:pt x="3553" y="387"/>
                  </a:lnTo>
                  <a:lnTo>
                    <a:pt x="3746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17"/>
            <p:cNvSpPr/>
            <p:nvPr/>
          </p:nvSpPr>
          <p:spPr>
            <a:xfrm>
              <a:off x="2264425" y="357522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8"/>
                  </a:lnTo>
                  <a:lnTo>
                    <a:pt x="3939" y="4248"/>
                  </a:lnTo>
                  <a:lnTo>
                    <a:pt x="4017" y="5407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917"/>
                  </a:lnTo>
                  <a:lnTo>
                    <a:pt x="3901" y="8534"/>
                  </a:lnTo>
                  <a:lnTo>
                    <a:pt x="3746" y="9152"/>
                  </a:lnTo>
                  <a:lnTo>
                    <a:pt x="3515" y="9732"/>
                  </a:lnTo>
                  <a:lnTo>
                    <a:pt x="3244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93"/>
                  </a:lnTo>
                  <a:lnTo>
                    <a:pt x="773" y="9384"/>
                  </a:lnTo>
                  <a:lnTo>
                    <a:pt x="696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618" y="2742"/>
                  </a:lnTo>
                  <a:lnTo>
                    <a:pt x="1391" y="2395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39"/>
                  </a:lnTo>
                  <a:lnTo>
                    <a:pt x="3476" y="310"/>
                  </a:lnTo>
                  <a:lnTo>
                    <a:pt x="3051" y="657"/>
                  </a:lnTo>
                  <a:lnTo>
                    <a:pt x="2626" y="966"/>
                  </a:lnTo>
                  <a:lnTo>
                    <a:pt x="2202" y="1313"/>
                  </a:lnTo>
                  <a:lnTo>
                    <a:pt x="1314" y="1893"/>
                  </a:lnTo>
                  <a:lnTo>
                    <a:pt x="425" y="2472"/>
                  </a:lnTo>
                  <a:lnTo>
                    <a:pt x="348" y="2549"/>
                  </a:lnTo>
                  <a:lnTo>
                    <a:pt x="348" y="2626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3"/>
                  </a:lnTo>
                  <a:lnTo>
                    <a:pt x="155" y="4866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4"/>
                  </a:lnTo>
                  <a:lnTo>
                    <a:pt x="1391" y="11199"/>
                  </a:lnTo>
                  <a:lnTo>
                    <a:pt x="1622" y="11315"/>
                  </a:lnTo>
                  <a:lnTo>
                    <a:pt x="1816" y="11392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53"/>
                  </a:lnTo>
                  <a:lnTo>
                    <a:pt x="3051" y="11237"/>
                  </a:lnTo>
                  <a:lnTo>
                    <a:pt x="3283" y="11044"/>
                  </a:lnTo>
                  <a:lnTo>
                    <a:pt x="3476" y="10890"/>
                  </a:lnTo>
                  <a:lnTo>
                    <a:pt x="3669" y="10658"/>
                  </a:lnTo>
                  <a:lnTo>
                    <a:pt x="3823" y="10388"/>
                  </a:lnTo>
                  <a:lnTo>
                    <a:pt x="3978" y="10156"/>
                  </a:lnTo>
                  <a:lnTo>
                    <a:pt x="4171" y="9538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222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57" y="4982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1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39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17"/>
            <p:cNvSpPr/>
            <p:nvPr/>
          </p:nvSpPr>
          <p:spPr>
            <a:xfrm>
              <a:off x="4033950" y="35897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17"/>
            <p:cNvSpPr/>
            <p:nvPr/>
          </p:nvSpPr>
          <p:spPr>
            <a:xfrm>
              <a:off x="3935475" y="3595500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426" y="1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40" y="78"/>
                  </a:lnTo>
                  <a:lnTo>
                    <a:pt x="1" y="194"/>
                  </a:lnTo>
                  <a:lnTo>
                    <a:pt x="40" y="271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1"/>
                  </a:lnTo>
                  <a:lnTo>
                    <a:pt x="850" y="194"/>
                  </a:lnTo>
                  <a:lnTo>
                    <a:pt x="812" y="78"/>
                  </a:lnTo>
                  <a:lnTo>
                    <a:pt x="73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17"/>
            <p:cNvSpPr/>
            <p:nvPr/>
          </p:nvSpPr>
          <p:spPr>
            <a:xfrm>
              <a:off x="6924275" y="3599350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4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4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1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6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17"/>
            <p:cNvSpPr/>
            <p:nvPr/>
          </p:nvSpPr>
          <p:spPr>
            <a:xfrm>
              <a:off x="2208425" y="362157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4" y="386"/>
                  </a:moveTo>
                  <a:lnTo>
                    <a:pt x="1121" y="425"/>
                  </a:lnTo>
                  <a:lnTo>
                    <a:pt x="1198" y="463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9" y="1274"/>
                  </a:lnTo>
                  <a:lnTo>
                    <a:pt x="696" y="1236"/>
                  </a:lnTo>
                  <a:lnTo>
                    <a:pt x="542" y="1159"/>
                  </a:lnTo>
                  <a:lnTo>
                    <a:pt x="464" y="1081"/>
                  </a:lnTo>
                  <a:lnTo>
                    <a:pt x="426" y="965"/>
                  </a:lnTo>
                  <a:lnTo>
                    <a:pt x="387" y="888"/>
                  </a:lnTo>
                  <a:lnTo>
                    <a:pt x="387" y="772"/>
                  </a:lnTo>
                  <a:lnTo>
                    <a:pt x="426" y="579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850" y="0"/>
                  </a:moveTo>
                  <a:lnTo>
                    <a:pt x="735" y="39"/>
                  </a:lnTo>
                  <a:lnTo>
                    <a:pt x="619" y="77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79"/>
                  </a:lnTo>
                  <a:lnTo>
                    <a:pt x="40" y="734"/>
                  </a:lnTo>
                  <a:lnTo>
                    <a:pt x="1" y="888"/>
                  </a:lnTo>
                  <a:lnTo>
                    <a:pt x="40" y="1043"/>
                  </a:lnTo>
                  <a:lnTo>
                    <a:pt x="78" y="1197"/>
                  </a:lnTo>
                  <a:lnTo>
                    <a:pt x="194" y="1352"/>
                  </a:lnTo>
                  <a:lnTo>
                    <a:pt x="310" y="1467"/>
                  </a:lnTo>
                  <a:lnTo>
                    <a:pt x="464" y="1583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17"/>
            <p:cNvSpPr/>
            <p:nvPr/>
          </p:nvSpPr>
          <p:spPr>
            <a:xfrm>
              <a:off x="4431675" y="3622525"/>
              <a:ext cx="174775" cy="292525"/>
            </a:xfrm>
            <a:custGeom>
              <a:avLst/>
              <a:gdLst/>
              <a:ahLst/>
              <a:cxnLst/>
              <a:rect l="l" t="t" r="r" b="b"/>
              <a:pathLst>
                <a:path w="6991" h="11701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5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3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8"/>
                  </a:lnTo>
                  <a:lnTo>
                    <a:pt x="6411" y="5638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2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17"/>
            <p:cNvSpPr/>
            <p:nvPr/>
          </p:nvSpPr>
          <p:spPr>
            <a:xfrm>
              <a:off x="3827375" y="36360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3" y="2665"/>
                  </a:lnTo>
                  <a:lnTo>
                    <a:pt x="2780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6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5" y="2896"/>
                  </a:lnTo>
                  <a:lnTo>
                    <a:pt x="772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0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3" y="3707"/>
                  </a:lnTo>
                  <a:lnTo>
                    <a:pt x="1969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5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8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17"/>
            <p:cNvSpPr/>
            <p:nvPr/>
          </p:nvSpPr>
          <p:spPr>
            <a:xfrm>
              <a:off x="2802150" y="36428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1"/>
                  </a:moveTo>
                  <a:lnTo>
                    <a:pt x="12434" y="39"/>
                  </a:lnTo>
                  <a:lnTo>
                    <a:pt x="12357" y="78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9"/>
                  </a:lnTo>
                  <a:lnTo>
                    <a:pt x="12164" y="1043"/>
                  </a:lnTo>
                  <a:lnTo>
                    <a:pt x="12009" y="1198"/>
                  </a:lnTo>
                  <a:lnTo>
                    <a:pt x="11855" y="1314"/>
                  </a:lnTo>
                  <a:lnTo>
                    <a:pt x="11430" y="1545"/>
                  </a:lnTo>
                  <a:lnTo>
                    <a:pt x="11005" y="1700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3" y="2086"/>
                  </a:lnTo>
                  <a:lnTo>
                    <a:pt x="9345" y="2009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1"/>
                  </a:lnTo>
                  <a:lnTo>
                    <a:pt x="8611" y="1700"/>
                  </a:lnTo>
                  <a:lnTo>
                    <a:pt x="8804" y="2009"/>
                  </a:lnTo>
                  <a:lnTo>
                    <a:pt x="8997" y="2279"/>
                  </a:lnTo>
                  <a:lnTo>
                    <a:pt x="7839" y="2588"/>
                  </a:lnTo>
                  <a:lnTo>
                    <a:pt x="6719" y="2820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8" y="3283"/>
                  </a:lnTo>
                  <a:lnTo>
                    <a:pt x="3746" y="2935"/>
                  </a:lnTo>
                  <a:lnTo>
                    <a:pt x="3784" y="2588"/>
                  </a:lnTo>
                  <a:lnTo>
                    <a:pt x="3707" y="2240"/>
                  </a:lnTo>
                  <a:lnTo>
                    <a:pt x="3630" y="1893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8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9"/>
                  </a:lnTo>
                  <a:lnTo>
                    <a:pt x="1815" y="3437"/>
                  </a:lnTo>
                  <a:lnTo>
                    <a:pt x="1352" y="3399"/>
                  </a:lnTo>
                  <a:lnTo>
                    <a:pt x="965" y="3360"/>
                  </a:lnTo>
                  <a:lnTo>
                    <a:pt x="772" y="3283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4"/>
                  </a:lnTo>
                  <a:lnTo>
                    <a:pt x="309" y="2665"/>
                  </a:lnTo>
                  <a:lnTo>
                    <a:pt x="232" y="2588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4"/>
                  </a:lnTo>
                  <a:lnTo>
                    <a:pt x="0" y="2858"/>
                  </a:lnTo>
                  <a:lnTo>
                    <a:pt x="0" y="3013"/>
                  </a:lnTo>
                  <a:lnTo>
                    <a:pt x="0" y="3167"/>
                  </a:lnTo>
                  <a:lnTo>
                    <a:pt x="39" y="3283"/>
                  </a:lnTo>
                  <a:lnTo>
                    <a:pt x="116" y="3399"/>
                  </a:lnTo>
                  <a:lnTo>
                    <a:pt x="193" y="3515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1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1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3"/>
                  </a:lnTo>
                  <a:lnTo>
                    <a:pt x="12048" y="1700"/>
                  </a:lnTo>
                  <a:lnTo>
                    <a:pt x="12357" y="1507"/>
                  </a:lnTo>
                  <a:lnTo>
                    <a:pt x="12627" y="1236"/>
                  </a:lnTo>
                  <a:lnTo>
                    <a:pt x="12704" y="1082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80"/>
                  </a:lnTo>
                  <a:lnTo>
                    <a:pt x="12820" y="387"/>
                  </a:lnTo>
                  <a:lnTo>
                    <a:pt x="12743" y="155"/>
                  </a:lnTo>
                  <a:lnTo>
                    <a:pt x="12704" y="78"/>
                  </a:lnTo>
                  <a:lnTo>
                    <a:pt x="12627" y="39"/>
                  </a:lnTo>
                  <a:lnTo>
                    <a:pt x="125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17"/>
            <p:cNvSpPr/>
            <p:nvPr/>
          </p:nvSpPr>
          <p:spPr>
            <a:xfrm>
              <a:off x="2017300" y="364860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271" y="0"/>
                  </a:moveTo>
                  <a:lnTo>
                    <a:pt x="155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39" y="386"/>
                  </a:lnTo>
                  <a:lnTo>
                    <a:pt x="348" y="888"/>
                  </a:lnTo>
                  <a:lnTo>
                    <a:pt x="657" y="1390"/>
                  </a:lnTo>
                  <a:lnTo>
                    <a:pt x="1043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205"/>
                  </a:lnTo>
                  <a:lnTo>
                    <a:pt x="2703" y="3553"/>
                  </a:lnTo>
                  <a:lnTo>
                    <a:pt x="3205" y="3900"/>
                  </a:lnTo>
                  <a:lnTo>
                    <a:pt x="3553" y="3746"/>
                  </a:lnTo>
                  <a:lnTo>
                    <a:pt x="2780" y="3012"/>
                  </a:lnTo>
                  <a:lnTo>
                    <a:pt x="2047" y="2240"/>
                  </a:lnTo>
                  <a:lnTo>
                    <a:pt x="1352" y="1429"/>
                  </a:lnTo>
                  <a:lnTo>
                    <a:pt x="1043" y="1004"/>
                  </a:lnTo>
                  <a:lnTo>
                    <a:pt x="734" y="541"/>
                  </a:lnTo>
                  <a:lnTo>
                    <a:pt x="1622" y="695"/>
                  </a:lnTo>
                  <a:lnTo>
                    <a:pt x="2510" y="888"/>
                  </a:lnTo>
                  <a:lnTo>
                    <a:pt x="3012" y="1043"/>
                  </a:lnTo>
                  <a:lnTo>
                    <a:pt x="3514" y="1197"/>
                  </a:lnTo>
                  <a:lnTo>
                    <a:pt x="4016" y="1390"/>
                  </a:lnTo>
                  <a:lnTo>
                    <a:pt x="4518" y="1506"/>
                  </a:lnTo>
                  <a:lnTo>
                    <a:pt x="4595" y="1506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84"/>
                  </a:lnTo>
                  <a:lnTo>
                    <a:pt x="4904" y="1506"/>
                  </a:lnTo>
                  <a:lnTo>
                    <a:pt x="4982" y="1429"/>
                  </a:lnTo>
                  <a:lnTo>
                    <a:pt x="4634" y="1159"/>
                  </a:lnTo>
                  <a:lnTo>
                    <a:pt x="4171" y="888"/>
                  </a:lnTo>
                  <a:lnTo>
                    <a:pt x="3630" y="657"/>
                  </a:lnTo>
                  <a:lnTo>
                    <a:pt x="3089" y="464"/>
                  </a:lnTo>
                  <a:lnTo>
                    <a:pt x="2510" y="309"/>
                  </a:lnTo>
                  <a:lnTo>
                    <a:pt x="1931" y="193"/>
                  </a:lnTo>
                  <a:lnTo>
                    <a:pt x="1352" y="116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17"/>
            <p:cNvSpPr/>
            <p:nvPr/>
          </p:nvSpPr>
          <p:spPr>
            <a:xfrm>
              <a:off x="1564525" y="3658250"/>
              <a:ext cx="248125" cy="295425"/>
            </a:xfrm>
            <a:custGeom>
              <a:avLst/>
              <a:gdLst/>
              <a:ahLst/>
              <a:cxnLst/>
              <a:rect l="l" t="t" r="r" b="b"/>
              <a:pathLst>
                <a:path w="9925" h="11817" extrusionOk="0">
                  <a:moveTo>
                    <a:pt x="3785" y="850"/>
                  </a:moveTo>
                  <a:lnTo>
                    <a:pt x="4326" y="2279"/>
                  </a:lnTo>
                  <a:lnTo>
                    <a:pt x="4944" y="3746"/>
                  </a:lnTo>
                  <a:lnTo>
                    <a:pt x="6179" y="6565"/>
                  </a:lnTo>
                  <a:lnTo>
                    <a:pt x="3322" y="7492"/>
                  </a:lnTo>
                  <a:lnTo>
                    <a:pt x="1893" y="7955"/>
                  </a:lnTo>
                  <a:lnTo>
                    <a:pt x="464" y="8457"/>
                  </a:lnTo>
                  <a:lnTo>
                    <a:pt x="464" y="8457"/>
                  </a:lnTo>
                  <a:lnTo>
                    <a:pt x="1043" y="7569"/>
                  </a:lnTo>
                  <a:lnTo>
                    <a:pt x="1507" y="6604"/>
                  </a:lnTo>
                  <a:lnTo>
                    <a:pt x="1970" y="5638"/>
                  </a:lnTo>
                  <a:lnTo>
                    <a:pt x="2395" y="4673"/>
                  </a:lnTo>
                  <a:lnTo>
                    <a:pt x="2781" y="3746"/>
                  </a:lnTo>
                  <a:lnTo>
                    <a:pt x="3167" y="2781"/>
                  </a:lnTo>
                  <a:lnTo>
                    <a:pt x="3476" y="1815"/>
                  </a:lnTo>
                  <a:lnTo>
                    <a:pt x="3785" y="850"/>
                  </a:lnTo>
                  <a:close/>
                  <a:moveTo>
                    <a:pt x="3824" y="0"/>
                  </a:moveTo>
                  <a:lnTo>
                    <a:pt x="3746" y="39"/>
                  </a:lnTo>
                  <a:lnTo>
                    <a:pt x="3708" y="78"/>
                  </a:lnTo>
                  <a:lnTo>
                    <a:pt x="3592" y="116"/>
                  </a:lnTo>
                  <a:lnTo>
                    <a:pt x="3553" y="194"/>
                  </a:lnTo>
                  <a:lnTo>
                    <a:pt x="2820" y="2395"/>
                  </a:lnTo>
                  <a:lnTo>
                    <a:pt x="2434" y="3476"/>
                  </a:lnTo>
                  <a:lnTo>
                    <a:pt x="2009" y="4518"/>
                  </a:lnTo>
                  <a:lnTo>
                    <a:pt x="1545" y="5561"/>
                  </a:lnTo>
                  <a:lnTo>
                    <a:pt x="1043" y="6604"/>
                  </a:lnTo>
                  <a:lnTo>
                    <a:pt x="503" y="7608"/>
                  </a:lnTo>
                  <a:lnTo>
                    <a:pt x="39" y="8650"/>
                  </a:lnTo>
                  <a:lnTo>
                    <a:pt x="1" y="8689"/>
                  </a:lnTo>
                  <a:lnTo>
                    <a:pt x="39" y="8766"/>
                  </a:lnTo>
                  <a:lnTo>
                    <a:pt x="117" y="8805"/>
                  </a:lnTo>
                  <a:lnTo>
                    <a:pt x="117" y="8843"/>
                  </a:lnTo>
                  <a:lnTo>
                    <a:pt x="117" y="8920"/>
                  </a:lnTo>
                  <a:lnTo>
                    <a:pt x="155" y="8998"/>
                  </a:lnTo>
                  <a:lnTo>
                    <a:pt x="310" y="9114"/>
                  </a:lnTo>
                  <a:lnTo>
                    <a:pt x="464" y="8882"/>
                  </a:lnTo>
                  <a:lnTo>
                    <a:pt x="1970" y="8457"/>
                  </a:lnTo>
                  <a:lnTo>
                    <a:pt x="3438" y="7994"/>
                  </a:lnTo>
                  <a:lnTo>
                    <a:pt x="6372" y="7028"/>
                  </a:lnTo>
                  <a:lnTo>
                    <a:pt x="7106" y="8689"/>
                  </a:lnTo>
                  <a:lnTo>
                    <a:pt x="8303" y="11817"/>
                  </a:lnTo>
                  <a:lnTo>
                    <a:pt x="8689" y="11662"/>
                  </a:lnTo>
                  <a:lnTo>
                    <a:pt x="7531" y="8689"/>
                  </a:lnTo>
                  <a:lnTo>
                    <a:pt x="6797" y="6874"/>
                  </a:lnTo>
                  <a:lnTo>
                    <a:pt x="8380" y="6333"/>
                  </a:lnTo>
                  <a:lnTo>
                    <a:pt x="9925" y="5754"/>
                  </a:lnTo>
                  <a:lnTo>
                    <a:pt x="9770" y="5329"/>
                  </a:lnTo>
                  <a:lnTo>
                    <a:pt x="8187" y="5909"/>
                  </a:lnTo>
                  <a:lnTo>
                    <a:pt x="6643" y="6449"/>
                  </a:lnTo>
                  <a:lnTo>
                    <a:pt x="6025" y="4905"/>
                  </a:lnTo>
                  <a:lnTo>
                    <a:pt x="5407" y="3360"/>
                  </a:lnTo>
                  <a:lnTo>
                    <a:pt x="4712" y="1854"/>
                  </a:lnTo>
                  <a:lnTo>
                    <a:pt x="3978" y="348"/>
                  </a:lnTo>
                  <a:lnTo>
                    <a:pt x="4055" y="78"/>
                  </a:lnTo>
                  <a:lnTo>
                    <a:pt x="3862" y="39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17"/>
            <p:cNvSpPr/>
            <p:nvPr/>
          </p:nvSpPr>
          <p:spPr>
            <a:xfrm>
              <a:off x="1663975" y="3660175"/>
              <a:ext cx="229775" cy="419975"/>
            </a:xfrm>
            <a:custGeom>
              <a:avLst/>
              <a:gdLst/>
              <a:ahLst/>
              <a:cxnLst/>
              <a:rect l="l" t="t" r="r" b="b"/>
              <a:pathLst>
                <a:path w="9191" h="16799" extrusionOk="0">
                  <a:moveTo>
                    <a:pt x="77" y="1"/>
                  </a:moveTo>
                  <a:lnTo>
                    <a:pt x="0" y="271"/>
                  </a:lnTo>
                  <a:lnTo>
                    <a:pt x="2124" y="1275"/>
                  </a:lnTo>
                  <a:lnTo>
                    <a:pt x="4286" y="2240"/>
                  </a:lnTo>
                  <a:lnTo>
                    <a:pt x="5290" y="2742"/>
                  </a:lnTo>
                  <a:lnTo>
                    <a:pt x="6294" y="3244"/>
                  </a:lnTo>
                  <a:lnTo>
                    <a:pt x="7298" y="3746"/>
                  </a:lnTo>
                  <a:lnTo>
                    <a:pt x="8302" y="4248"/>
                  </a:lnTo>
                  <a:lnTo>
                    <a:pt x="7028" y="4750"/>
                  </a:lnTo>
                  <a:lnTo>
                    <a:pt x="5792" y="5252"/>
                  </a:lnTo>
                  <a:lnTo>
                    <a:pt x="5947" y="5677"/>
                  </a:lnTo>
                  <a:lnTo>
                    <a:pt x="7298" y="5175"/>
                  </a:lnTo>
                  <a:lnTo>
                    <a:pt x="7955" y="4905"/>
                  </a:lnTo>
                  <a:lnTo>
                    <a:pt x="8611" y="4596"/>
                  </a:lnTo>
                  <a:lnTo>
                    <a:pt x="8457" y="5136"/>
                  </a:lnTo>
                  <a:lnTo>
                    <a:pt x="8341" y="5638"/>
                  </a:lnTo>
                  <a:lnTo>
                    <a:pt x="8148" y="6681"/>
                  </a:lnTo>
                  <a:lnTo>
                    <a:pt x="7839" y="8380"/>
                  </a:lnTo>
                  <a:lnTo>
                    <a:pt x="7569" y="10041"/>
                  </a:lnTo>
                  <a:lnTo>
                    <a:pt x="7028" y="13361"/>
                  </a:lnTo>
                  <a:lnTo>
                    <a:pt x="6796" y="15060"/>
                  </a:lnTo>
                  <a:lnTo>
                    <a:pt x="6681" y="15871"/>
                  </a:lnTo>
                  <a:lnTo>
                    <a:pt x="6642" y="16721"/>
                  </a:lnTo>
                  <a:lnTo>
                    <a:pt x="6989" y="16798"/>
                  </a:lnTo>
                  <a:lnTo>
                    <a:pt x="7298" y="15215"/>
                  </a:lnTo>
                  <a:lnTo>
                    <a:pt x="7530" y="13593"/>
                  </a:lnTo>
                  <a:lnTo>
                    <a:pt x="7723" y="12010"/>
                  </a:lnTo>
                  <a:lnTo>
                    <a:pt x="7955" y="10427"/>
                  </a:lnTo>
                  <a:lnTo>
                    <a:pt x="8225" y="8805"/>
                  </a:lnTo>
                  <a:lnTo>
                    <a:pt x="8495" y="7183"/>
                  </a:lnTo>
                  <a:lnTo>
                    <a:pt x="8689" y="6488"/>
                  </a:lnTo>
                  <a:lnTo>
                    <a:pt x="8882" y="5793"/>
                  </a:lnTo>
                  <a:lnTo>
                    <a:pt x="9036" y="5059"/>
                  </a:lnTo>
                  <a:lnTo>
                    <a:pt x="9152" y="4364"/>
                  </a:lnTo>
                  <a:lnTo>
                    <a:pt x="9152" y="4287"/>
                  </a:lnTo>
                  <a:lnTo>
                    <a:pt x="9190" y="4210"/>
                  </a:lnTo>
                  <a:lnTo>
                    <a:pt x="9113" y="4094"/>
                  </a:lnTo>
                  <a:lnTo>
                    <a:pt x="9036" y="4017"/>
                  </a:lnTo>
                  <a:lnTo>
                    <a:pt x="8920" y="4017"/>
                  </a:lnTo>
                  <a:lnTo>
                    <a:pt x="8882" y="4055"/>
                  </a:lnTo>
                  <a:lnTo>
                    <a:pt x="7839" y="3437"/>
                  </a:lnTo>
                  <a:lnTo>
                    <a:pt x="6758" y="2897"/>
                  </a:lnTo>
                  <a:lnTo>
                    <a:pt x="4595" y="1893"/>
                  </a:lnTo>
                  <a:lnTo>
                    <a:pt x="2356" y="927"/>
                  </a:lnTo>
                  <a:lnTo>
                    <a:pt x="1236" y="464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17"/>
            <p:cNvSpPr/>
            <p:nvPr/>
          </p:nvSpPr>
          <p:spPr>
            <a:xfrm>
              <a:off x="406075" y="3667900"/>
              <a:ext cx="458600" cy="289650"/>
            </a:xfrm>
            <a:custGeom>
              <a:avLst/>
              <a:gdLst/>
              <a:ahLst/>
              <a:cxnLst/>
              <a:rect l="l" t="t" r="r" b="b"/>
              <a:pathLst>
                <a:path w="18344" h="11586" extrusionOk="0">
                  <a:moveTo>
                    <a:pt x="17069" y="387"/>
                  </a:moveTo>
                  <a:lnTo>
                    <a:pt x="17146" y="425"/>
                  </a:lnTo>
                  <a:lnTo>
                    <a:pt x="17223" y="503"/>
                  </a:lnTo>
                  <a:lnTo>
                    <a:pt x="17300" y="734"/>
                  </a:lnTo>
                  <a:lnTo>
                    <a:pt x="17378" y="927"/>
                  </a:lnTo>
                  <a:lnTo>
                    <a:pt x="17378" y="1120"/>
                  </a:lnTo>
                  <a:lnTo>
                    <a:pt x="17339" y="1314"/>
                  </a:lnTo>
                  <a:lnTo>
                    <a:pt x="17223" y="1545"/>
                  </a:lnTo>
                  <a:lnTo>
                    <a:pt x="16953" y="1893"/>
                  </a:lnTo>
                  <a:lnTo>
                    <a:pt x="16721" y="2124"/>
                  </a:lnTo>
                  <a:lnTo>
                    <a:pt x="16451" y="2356"/>
                  </a:lnTo>
                  <a:lnTo>
                    <a:pt x="16181" y="2549"/>
                  </a:lnTo>
                  <a:lnTo>
                    <a:pt x="15872" y="2665"/>
                  </a:lnTo>
                  <a:lnTo>
                    <a:pt x="15872" y="2086"/>
                  </a:lnTo>
                  <a:lnTo>
                    <a:pt x="15910" y="1777"/>
                  </a:lnTo>
                  <a:lnTo>
                    <a:pt x="15949" y="1468"/>
                  </a:lnTo>
                  <a:lnTo>
                    <a:pt x="16026" y="1198"/>
                  </a:lnTo>
                  <a:lnTo>
                    <a:pt x="16181" y="927"/>
                  </a:lnTo>
                  <a:lnTo>
                    <a:pt x="16335" y="696"/>
                  </a:lnTo>
                  <a:lnTo>
                    <a:pt x="16605" y="503"/>
                  </a:lnTo>
                  <a:lnTo>
                    <a:pt x="16837" y="425"/>
                  </a:lnTo>
                  <a:lnTo>
                    <a:pt x="16992" y="387"/>
                  </a:lnTo>
                  <a:close/>
                  <a:moveTo>
                    <a:pt x="14597" y="2974"/>
                  </a:moveTo>
                  <a:lnTo>
                    <a:pt x="14868" y="3013"/>
                  </a:lnTo>
                  <a:lnTo>
                    <a:pt x="15138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6"/>
                  </a:lnTo>
                  <a:lnTo>
                    <a:pt x="14057" y="3862"/>
                  </a:lnTo>
                  <a:lnTo>
                    <a:pt x="13786" y="3939"/>
                  </a:lnTo>
                  <a:lnTo>
                    <a:pt x="13478" y="4017"/>
                  </a:lnTo>
                  <a:lnTo>
                    <a:pt x="13053" y="4017"/>
                  </a:lnTo>
                  <a:lnTo>
                    <a:pt x="12976" y="3939"/>
                  </a:lnTo>
                  <a:lnTo>
                    <a:pt x="12976" y="3862"/>
                  </a:lnTo>
                  <a:lnTo>
                    <a:pt x="12976" y="3708"/>
                  </a:lnTo>
                  <a:lnTo>
                    <a:pt x="13014" y="3476"/>
                  </a:lnTo>
                  <a:lnTo>
                    <a:pt x="13053" y="3360"/>
                  </a:lnTo>
                  <a:lnTo>
                    <a:pt x="13207" y="3244"/>
                  </a:lnTo>
                  <a:lnTo>
                    <a:pt x="13400" y="3167"/>
                  </a:lnTo>
                  <a:lnTo>
                    <a:pt x="13709" y="3051"/>
                  </a:lnTo>
                  <a:lnTo>
                    <a:pt x="14018" y="3013"/>
                  </a:lnTo>
                  <a:lnTo>
                    <a:pt x="14327" y="2974"/>
                  </a:lnTo>
                  <a:close/>
                  <a:moveTo>
                    <a:pt x="15679" y="3283"/>
                  </a:moveTo>
                  <a:lnTo>
                    <a:pt x="16335" y="3476"/>
                  </a:lnTo>
                  <a:lnTo>
                    <a:pt x="16644" y="3553"/>
                  </a:lnTo>
                  <a:lnTo>
                    <a:pt x="16992" y="3669"/>
                  </a:lnTo>
                  <a:lnTo>
                    <a:pt x="17262" y="3823"/>
                  </a:lnTo>
                  <a:lnTo>
                    <a:pt x="17532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80" y="4596"/>
                  </a:lnTo>
                  <a:lnTo>
                    <a:pt x="17918" y="4789"/>
                  </a:lnTo>
                  <a:lnTo>
                    <a:pt x="17880" y="4943"/>
                  </a:lnTo>
                  <a:lnTo>
                    <a:pt x="17802" y="5059"/>
                  </a:lnTo>
                  <a:lnTo>
                    <a:pt x="17648" y="5136"/>
                  </a:lnTo>
                  <a:lnTo>
                    <a:pt x="17494" y="5175"/>
                  </a:lnTo>
                  <a:lnTo>
                    <a:pt x="17339" y="5175"/>
                  </a:lnTo>
                  <a:lnTo>
                    <a:pt x="17146" y="5136"/>
                  </a:lnTo>
                  <a:lnTo>
                    <a:pt x="16992" y="5059"/>
                  </a:lnTo>
                  <a:lnTo>
                    <a:pt x="16644" y="4789"/>
                  </a:lnTo>
                  <a:lnTo>
                    <a:pt x="16374" y="4480"/>
                  </a:lnTo>
                  <a:lnTo>
                    <a:pt x="16181" y="4210"/>
                  </a:lnTo>
                  <a:lnTo>
                    <a:pt x="15988" y="3901"/>
                  </a:lnTo>
                  <a:lnTo>
                    <a:pt x="15833" y="3592"/>
                  </a:lnTo>
                  <a:lnTo>
                    <a:pt x="15679" y="3283"/>
                  </a:lnTo>
                  <a:close/>
                  <a:moveTo>
                    <a:pt x="4635" y="541"/>
                  </a:moveTo>
                  <a:lnTo>
                    <a:pt x="5253" y="580"/>
                  </a:lnTo>
                  <a:lnTo>
                    <a:pt x="5832" y="696"/>
                  </a:lnTo>
                  <a:lnTo>
                    <a:pt x="6411" y="850"/>
                  </a:lnTo>
                  <a:lnTo>
                    <a:pt x="6990" y="1120"/>
                  </a:lnTo>
                  <a:lnTo>
                    <a:pt x="7492" y="1429"/>
                  </a:lnTo>
                  <a:lnTo>
                    <a:pt x="7917" y="1738"/>
                  </a:lnTo>
                  <a:lnTo>
                    <a:pt x="8303" y="2086"/>
                  </a:lnTo>
                  <a:lnTo>
                    <a:pt x="8651" y="2472"/>
                  </a:lnTo>
                  <a:lnTo>
                    <a:pt x="8960" y="2858"/>
                  </a:lnTo>
                  <a:lnTo>
                    <a:pt x="9539" y="3669"/>
                  </a:lnTo>
                  <a:lnTo>
                    <a:pt x="10157" y="4480"/>
                  </a:lnTo>
                  <a:lnTo>
                    <a:pt x="10388" y="4827"/>
                  </a:lnTo>
                  <a:lnTo>
                    <a:pt x="10697" y="5136"/>
                  </a:lnTo>
                  <a:lnTo>
                    <a:pt x="11006" y="5445"/>
                  </a:lnTo>
                  <a:lnTo>
                    <a:pt x="11354" y="5677"/>
                  </a:lnTo>
                  <a:lnTo>
                    <a:pt x="11701" y="5870"/>
                  </a:lnTo>
                  <a:lnTo>
                    <a:pt x="12126" y="5986"/>
                  </a:lnTo>
                  <a:lnTo>
                    <a:pt x="12512" y="6025"/>
                  </a:lnTo>
                  <a:lnTo>
                    <a:pt x="12976" y="5986"/>
                  </a:lnTo>
                  <a:lnTo>
                    <a:pt x="13323" y="5870"/>
                  </a:lnTo>
                  <a:lnTo>
                    <a:pt x="13632" y="5754"/>
                  </a:lnTo>
                  <a:lnTo>
                    <a:pt x="13902" y="5600"/>
                  </a:lnTo>
                  <a:lnTo>
                    <a:pt x="14173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9" y="4712"/>
                  </a:lnTo>
                  <a:lnTo>
                    <a:pt x="14984" y="4441"/>
                  </a:lnTo>
                  <a:lnTo>
                    <a:pt x="14752" y="5252"/>
                  </a:lnTo>
                  <a:lnTo>
                    <a:pt x="14443" y="5986"/>
                  </a:lnTo>
                  <a:lnTo>
                    <a:pt x="14057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0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7" y="10272"/>
                  </a:lnTo>
                  <a:lnTo>
                    <a:pt x="9616" y="10465"/>
                  </a:lnTo>
                  <a:lnTo>
                    <a:pt x="9075" y="10658"/>
                  </a:lnTo>
                  <a:lnTo>
                    <a:pt x="8496" y="10774"/>
                  </a:lnTo>
                  <a:lnTo>
                    <a:pt x="7956" y="10890"/>
                  </a:lnTo>
                  <a:lnTo>
                    <a:pt x="7376" y="10929"/>
                  </a:lnTo>
                  <a:lnTo>
                    <a:pt x="6836" y="10929"/>
                  </a:lnTo>
                  <a:lnTo>
                    <a:pt x="6257" y="10890"/>
                  </a:lnTo>
                  <a:lnTo>
                    <a:pt x="5716" y="10774"/>
                  </a:lnTo>
                  <a:lnTo>
                    <a:pt x="5175" y="10620"/>
                  </a:lnTo>
                  <a:lnTo>
                    <a:pt x="4635" y="10465"/>
                  </a:lnTo>
                  <a:lnTo>
                    <a:pt x="4133" y="10195"/>
                  </a:lnTo>
                  <a:lnTo>
                    <a:pt x="3631" y="9925"/>
                  </a:lnTo>
                  <a:lnTo>
                    <a:pt x="3129" y="9577"/>
                  </a:lnTo>
                  <a:lnTo>
                    <a:pt x="2665" y="9191"/>
                  </a:lnTo>
                  <a:lnTo>
                    <a:pt x="2202" y="8766"/>
                  </a:lnTo>
                  <a:lnTo>
                    <a:pt x="1777" y="8303"/>
                  </a:lnTo>
                  <a:lnTo>
                    <a:pt x="1430" y="7801"/>
                  </a:lnTo>
                  <a:lnTo>
                    <a:pt x="1082" y="7260"/>
                  </a:lnTo>
                  <a:lnTo>
                    <a:pt x="812" y="6720"/>
                  </a:lnTo>
                  <a:lnTo>
                    <a:pt x="619" y="6140"/>
                  </a:lnTo>
                  <a:lnTo>
                    <a:pt x="464" y="5523"/>
                  </a:lnTo>
                  <a:lnTo>
                    <a:pt x="426" y="4905"/>
                  </a:lnTo>
                  <a:lnTo>
                    <a:pt x="464" y="4287"/>
                  </a:lnTo>
                  <a:lnTo>
                    <a:pt x="619" y="3708"/>
                  </a:lnTo>
                  <a:lnTo>
                    <a:pt x="812" y="3128"/>
                  </a:lnTo>
                  <a:lnTo>
                    <a:pt x="1121" y="2588"/>
                  </a:lnTo>
                  <a:lnTo>
                    <a:pt x="1468" y="2086"/>
                  </a:lnTo>
                  <a:lnTo>
                    <a:pt x="1893" y="1661"/>
                  </a:lnTo>
                  <a:lnTo>
                    <a:pt x="2356" y="1275"/>
                  </a:lnTo>
                  <a:lnTo>
                    <a:pt x="2897" y="1005"/>
                  </a:lnTo>
                  <a:lnTo>
                    <a:pt x="3476" y="773"/>
                  </a:lnTo>
                  <a:lnTo>
                    <a:pt x="4056" y="618"/>
                  </a:lnTo>
                  <a:lnTo>
                    <a:pt x="4635" y="541"/>
                  </a:lnTo>
                  <a:close/>
                  <a:moveTo>
                    <a:pt x="16876" y="1"/>
                  </a:moveTo>
                  <a:lnTo>
                    <a:pt x="16683" y="39"/>
                  </a:lnTo>
                  <a:lnTo>
                    <a:pt x="16451" y="155"/>
                  </a:lnTo>
                  <a:lnTo>
                    <a:pt x="16258" y="271"/>
                  </a:lnTo>
                  <a:lnTo>
                    <a:pt x="16103" y="425"/>
                  </a:lnTo>
                  <a:lnTo>
                    <a:pt x="15949" y="580"/>
                  </a:lnTo>
                  <a:lnTo>
                    <a:pt x="15833" y="773"/>
                  </a:lnTo>
                  <a:lnTo>
                    <a:pt x="15717" y="1005"/>
                  </a:lnTo>
                  <a:lnTo>
                    <a:pt x="15601" y="1236"/>
                  </a:lnTo>
                  <a:lnTo>
                    <a:pt x="15486" y="1738"/>
                  </a:lnTo>
                  <a:lnTo>
                    <a:pt x="15447" y="2279"/>
                  </a:lnTo>
                  <a:lnTo>
                    <a:pt x="15486" y="2819"/>
                  </a:lnTo>
                  <a:lnTo>
                    <a:pt x="15370" y="2819"/>
                  </a:lnTo>
                  <a:lnTo>
                    <a:pt x="15331" y="2858"/>
                  </a:lnTo>
                  <a:lnTo>
                    <a:pt x="14906" y="2742"/>
                  </a:lnTo>
                  <a:lnTo>
                    <a:pt x="14443" y="2665"/>
                  </a:lnTo>
                  <a:lnTo>
                    <a:pt x="13980" y="2665"/>
                  </a:lnTo>
                  <a:lnTo>
                    <a:pt x="13516" y="2742"/>
                  </a:lnTo>
                  <a:lnTo>
                    <a:pt x="13169" y="2858"/>
                  </a:lnTo>
                  <a:lnTo>
                    <a:pt x="12976" y="2974"/>
                  </a:lnTo>
                  <a:lnTo>
                    <a:pt x="12783" y="3090"/>
                  </a:lnTo>
                  <a:lnTo>
                    <a:pt x="12628" y="3206"/>
                  </a:lnTo>
                  <a:lnTo>
                    <a:pt x="12512" y="3360"/>
                  </a:lnTo>
                  <a:lnTo>
                    <a:pt x="12396" y="3553"/>
                  </a:lnTo>
                  <a:lnTo>
                    <a:pt x="12396" y="3746"/>
                  </a:lnTo>
                  <a:lnTo>
                    <a:pt x="12396" y="3939"/>
                  </a:lnTo>
                  <a:lnTo>
                    <a:pt x="12474" y="4094"/>
                  </a:lnTo>
                  <a:lnTo>
                    <a:pt x="12628" y="4210"/>
                  </a:lnTo>
                  <a:lnTo>
                    <a:pt x="12783" y="4287"/>
                  </a:lnTo>
                  <a:lnTo>
                    <a:pt x="12976" y="4364"/>
                  </a:lnTo>
                  <a:lnTo>
                    <a:pt x="13169" y="4403"/>
                  </a:lnTo>
                  <a:lnTo>
                    <a:pt x="13516" y="4364"/>
                  </a:lnTo>
                  <a:lnTo>
                    <a:pt x="13864" y="4325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9" y="3823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4" y="4866"/>
                  </a:lnTo>
                  <a:lnTo>
                    <a:pt x="13941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30" y="5445"/>
                  </a:lnTo>
                  <a:lnTo>
                    <a:pt x="12744" y="5523"/>
                  </a:lnTo>
                  <a:lnTo>
                    <a:pt x="12396" y="5523"/>
                  </a:lnTo>
                  <a:lnTo>
                    <a:pt x="12049" y="5445"/>
                  </a:lnTo>
                  <a:lnTo>
                    <a:pt x="11740" y="5329"/>
                  </a:lnTo>
                  <a:lnTo>
                    <a:pt x="11431" y="5136"/>
                  </a:lnTo>
                  <a:lnTo>
                    <a:pt x="11122" y="4905"/>
                  </a:lnTo>
                  <a:lnTo>
                    <a:pt x="10852" y="4634"/>
                  </a:lnTo>
                  <a:lnTo>
                    <a:pt x="10543" y="4210"/>
                  </a:lnTo>
                  <a:lnTo>
                    <a:pt x="10195" y="3785"/>
                  </a:lnTo>
                  <a:lnTo>
                    <a:pt x="9616" y="2935"/>
                  </a:lnTo>
                  <a:lnTo>
                    <a:pt x="9307" y="2511"/>
                  </a:lnTo>
                  <a:lnTo>
                    <a:pt x="8960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7" y="966"/>
                  </a:lnTo>
                  <a:lnTo>
                    <a:pt x="7106" y="657"/>
                  </a:lnTo>
                  <a:lnTo>
                    <a:pt x="6527" y="425"/>
                  </a:lnTo>
                  <a:lnTo>
                    <a:pt x="5948" y="271"/>
                  </a:lnTo>
                  <a:lnTo>
                    <a:pt x="5330" y="155"/>
                  </a:lnTo>
                  <a:lnTo>
                    <a:pt x="4751" y="116"/>
                  </a:lnTo>
                  <a:lnTo>
                    <a:pt x="4133" y="155"/>
                  </a:lnTo>
                  <a:lnTo>
                    <a:pt x="3554" y="271"/>
                  </a:lnTo>
                  <a:lnTo>
                    <a:pt x="3283" y="348"/>
                  </a:lnTo>
                  <a:lnTo>
                    <a:pt x="2936" y="464"/>
                  </a:lnTo>
                  <a:lnTo>
                    <a:pt x="2588" y="618"/>
                  </a:lnTo>
                  <a:lnTo>
                    <a:pt x="2279" y="812"/>
                  </a:lnTo>
                  <a:lnTo>
                    <a:pt x="1932" y="1005"/>
                  </a:lnTo>
                  <a:lnTo>
                    <a:pt x="1661" y="1275"/>
                  </a:lnTo>
                  <a:lnTo>
                    <a:pt x="1353" y="1545"/>
                  </a:lnTo>
                  <a:lnTo>
                    <a:pt x="1082" y="1854"/>
                  </a:lnTo>
                  <a:lnTo>
                    <a:pt x="851" y="2163"/>
                  </a:lnTo>
                  <a:lnTo>
                    <a:pt x="542" y="2665"/>
                  </a:lnTo>
                  <a:lnTo>
                    <a:pt x="310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1" y="4712"/>
                  </a:lnTo>
                  <a:lnTo>
                    <a:pt x="40" y="5214"/>
                  </a:lnTo>
                  <a:lnTo>
                    <a:pt x="78" y="5716"/>
                  </a:lnTo>
                  <a:lnTo>
                    <a:pt x="194" y="6218"/>
                  </a:lnTo>
                  <a:lnTo>
                    <a:pt x="387" y="6720"/>
                  </a:lnTo>
                  <a:lnTo>
                    <a:pt x="580" y="7222"/>
                  </a:lnTo>
                  <a:lnTo>
                    <a:pt x="812" y="7685"/>
                  </a:lnTo>
                  <a:lnTo>
                    <a:pt x="1082" y="8110"/>
                  </a:lnTo>
                  <a:lnTo>
                    <a:pt x="1430" y="8573"/>
                  </a:lnTo>
                  <a:lnTo>
                    <a:pt x="1777" y="8959"/>
                  </a:lnTo>
                  <a:lnTo>
                    <a:pt x="2125" y="9384"/>
                  </a:lnTo>
                  <a:lnTo>
                    <a:pt x="2550" y="9732"/>
                  </a:lnTo>
                  <a:lnTo>
                    <a:pt x="3090" y="10156"/>
                  </a:lnTo>
                  <a:lnTo>
                    <a:pt x="3631" y="10504"/>
                  </a:lnTo>
                  <a:lnTo>
                    <a:pt x="4210" y="10774"/>
                  </a:lnTo>
                  <a:lnTo>
                    <a:pt x="4789" y="11044"/>
                  </a:lnTo>
                  <a:lnTo>
                    <a:pt x="5407" y="11199"/>
                  </a:lnTo>
                  <a:lnTo>
                    <a:pt x="6025" y="11353"/>
                  </a:lnTo>
                  <a:lnTo>
                    <a:pt x="6643" y="11392"/>
                  </a:lnTo>
                  <a:lnTo>
                    <a:pt x="7261" y="11431"/>
                  </a:lnTo>
                  <a:lnTo>
                    <a:pt x="7338" y="11585"/>
                  </a:lnTo>
                  <a:lnTo>
                    <a:pt x="7647" y="11392"/>
                  </a:lnTo>
                  <a:lnTo>
                    <a:pt x="8458" y="11315"/>
                  </a:lnTo>
                  <a:lnTo>
                    <a:pt x="9269" y="11122"/>
                  </a:lnTo>
                  <a:lnTo>
                    <a:pt x="10079" y="10813"/>
                  </a:lnTo>
                  <a:lnTo>
                    <a:pt x="10852" y="10465"/>
                  </a:lnTo>
                  <a:lnTo>
                    <a:pt x="11547" y="10040"/>
                  </a:lnTo>
                  <a:lnTo>
                    <a:pt x="12165" y="9577"/>
                  </a:lnTo>
                  <a:lnTo>
                    <a:pt x="12435" y="9384"/>
                  </a:lnTo>
                  <a:lnTo>
                    <a:pt x="13053" y="8805"/>
                  </a:lnTo>
                  <a:lnTo>
                    <a:pt x="13632" y="8187"/>
                  </a:lnTo>
                  <a:lnTo>
                    <a:pt x="14134" y="7492"/>
                  </a:lnTo>
                  <a:lnTo>
                    <a:pt x="14597" y="6797"/>
                  </a:lnTo>
                  <a:lnTo>
                    <a:pt x="14945" y="6025"/>
                  </a:lnTo>
                  <a:lnTo>
                    <a:pt x="15099" y="5638"/>
                  </a:lnTo>
                  <a:lnTo>
                    <a:pt x="15254" y="5214"/>
                  </a:lnTo>
                  <a:lnTo>
                    <a:pt x="15331" y="4827"/>
                  </a:lnTo>
                  <a:lnTo>
                    <a:pt x="15408" y="4403"/>
                  </a:lnTo>
                  <a:lnTo>
                    <a:pt x="15486" y="4017"/>
                  </a:lnTo>
                  <a:lnTo>
                    <a:pt x="15486" y="3592"/>
                  </a:lnTo>
                  <a:lnTo>
                    <a:pt x="15679" y="4055"/>
                  </a:lnTo>
                  <a:lnTo>
                    <a:pt x="15949" y="4480"/>
                  </a:lnTo>
                  <a:lnTo>
                    <a:pt x="16258" y="4866"/>
                  </a:lnTo>
                  <a:lnTo>
                    <a:pt x="16605" y="5214"/>
                  </a:lnTo>
                  <a:lnTo>
                    <a:pt x="16760" y="5368"/>
                  </a:lnTo>
                  <a:lnTo>
                    <a:pt x="16992" y="5484"/>
                  </a:lnTo>
                  <a:lnTo>
                    <a:pt x="17185" y="5561"/>
                  </a:lnTo>
                  <a:lnTo>
                    <a:pt x="17416" y="5638"/>
                  </a:lnTo>
                  <a:lnTo>
                    <a:pt x="17609" y="5677"/>
                  </a:lnTo>
                  <a:lnTo>
                    <a:pt x="17841" y="5638"/>
                  </a:lnTo>
                  <a:lnTo>
                    <a:pt x="18034" y="5523"/>
                  </a:lnTo>
                  <a:lnTo>
                    <a:pt x="18189" y="5329"/>
                  </a:lnTo>
                  <a:lnTo>
                    <a:pt x="18304" y="5136"/>
                  </a:lnTo>
                  <a:lnTo>
                    <a:pt x="18343" y="4943"/>
                  </a:lnTo>
                  <a:lnTo>
                    <a:pt x="18304" y="4712"/>
                  </a:lnTo>
                  <a:lnTo>
                    <a:pt x="18266" y="4519"/>
                  </a:lnTo>
                  <a:lnTo>
                    <a:pt x="18189" y="4287"/>
                  </a:lnTo>
                  <a:lnTo>
                    <a:pt x="18073" y="4132"/>
                  </a:lnTo>
                  <a:lnTo>
                    <a:pt x="17957" y="3939"/>
                  </a:lnTo>
                  <a:lnTo>
                    <a:pt x="17802" y="3785"/>
                  </a:lnTo>
                  <a:lnTo>
                    <a:pt x="17648" y="3630"/>
                  </a:lnTo>
                  <a:lnTo>
                    <a:pt x="17416" y="3476"/>
                  </a:lnTo>
                  <a:lnTo>
                    <a:pt x="16953" y="3244"/>
                  </a:lnTo>
                  <a:lnTo>
                    <a:pt x="16490" y="3051"/>
                  </a:lnTo>
                  <a:lnTo>
                    <a:pt x="15988" y="2935"/>
                  </a:lnTo>
                  <a:lnTo>
                    <a:pt x="16412" y="2781"/>
                  </a:lnTo>
                  <a:lnTo>
                    <a:pt x="16837" y="2511"/>
                  </a:lnTo>
                  <a:lnTo>
                    <a:pt x="17185" y="2202"/>
                  </a:lnTo>
                  <a:lnTo>
                    <a:pt x="17494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4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1" y="194"/>
                  </a:lnTo>
                  <a:lnTo>
                    <a:pt x="17455" y="116"/>
                  </a:lnTo>
                  <a:lnTo>
                    <a:pt x="17339" y="39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17"/>
            <p:cNvSpPr/>
            <p:nvPr/>
          </p:nvSpPr>
          <p:spPr>
            <a:xfrm>
              <a:off x="2141825" y="3698800"/>
              <a:ext cx="126500" cy="70500"/>
            </a:xfrm>
            <a:custGeom>
              <a:avLst/>
              <a:gdLst/>
              <a:ahLst/>
              <a:cxnLst/>
              <a:rect l="l" t="t" r="r" b="b"/>
              <a:pathLst>
                <a:path w="5060" h="2820" extrusionOk="0">
                  <a:moveTo>
                    <a:pt x="4905" y="0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3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0"/>
                  </a:lnTo>
                  <a:lnTo>
                    <a:pt x="1" y="2587"/>
                  </a:lnTo>
                  <a:lnTo>
                    <a:pt x="39" y="2703"/>
                  </a:lnTo>
                  <a:lnTo>
                    <a:pt x="116" y="2781"/>
                  </a:lnTo>
                  <a:lnTo>
                    <a:pt x="387" y="2819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1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17"/>
            <p:cNvSpPr/>
            <p:nvPr/>
          </p:nvSpPr>
          <p:spPr>
            <a:xfrm>
              <a:off x="436975" y="3704575"/>
              <a:ext cx="144825" cy="162225"/>
            </a:xfrm>
            <a:custGeom>
              <a:avLst/>
              <a:gdLst/>
              <a:ahLst/>
              <a:cxnLst/>
              <a:rect l="l" t="t" r="r" b="b"/>
              <a:pathLst>
                <a:path w="5793" h="6489" extrusionOk="0">
                  <a:moveTo>
                    <a:pt x="2240" y="426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6" y="735"/>
                  </a:lnTo>
                  <a:lnTo>
                    <a:pt x="4171" y="1005"/>
                  </a:lnTo>
                  <a:lnTo>
                    <a:pt x="4557" y="1314"/>
                  </a:lnTo>
                  <a:lnTo>
                    <a:pt x="4750" y="1507"/>
                  </a:lnTo>
                  <a:lnTo>
                    <a:pt x="4905" y="1739"/>
                  </a:lnTo>
                  <a:lnTo>
                    <a:pt x="5021" y="1932"/>
                  </a:lnTo>
                  <a:lnTo>
                    <a:pt x="5136" y="2163"/>
                  </a:lnTo>
                  <a:lnTo>
                    <a:pt x="5214" y="2434"/>
                  </a:lnTo>
                  <a:lnTo>
                    <a:pt x="5291" y="2704"/>
                  </a:lnTo>
                  <a:lnTo>
                    <a:pt x="5330" y="3167"/>
                  </a:lnTo>
                  <a:lnTo>
                    <a:pt x="5330" y="3631"/>
                  </a:lnTo>
                  <a:lnTo>
                    <a:pt x="5214" y="4133"/>
                  </a:lnTo>
                  <a:lnTo>
                    <a:pt x="5021" y="4558"/>
                  </a:lnTo>
                  <a:lnTo>
                    <a:pt x="4789" y="4982"/>
                  </a:lnTo>
                  <a:lnTo>
                    <a:pt x="4480" y="5330"/>
                  </a:lnTo>
                  <a:lnTo>
                    <a:pt x="4287" y="5484"/>
                  </a:lnTo>
                  <a:lnTo>
                    <a:pt x="4094" y="5639"/>
                  </a:lnTo>
                  <a:lnTo>
                    <a:pt x="3901" y="5755"/>
                  </a:lnTo>
                  <a:lnTo>
                    <a:pt x="3669" y="5832"/>
                  </a:lnTo>
                  <a:lnTo>
                    <a:pt x="3360" y="5948"/>
                  </a:lnTo>
                  <a:lnTo>
                    <a:pt x="3090" y="5986"/>
                  </a:lnTo>
                  <a:lnTo>
                    <a:pt x="2820" y="6025"/>
                  </a:lnTo>
                  <a:lnTo>
                    <a:pt x="2549" y="5986"/>
                  </a:lnTo>
                  <a:lnTo>
                    <a:pt x="2279" y="5948"/>
                  </a:lnTo>
                  <a:lnTo>
                    <a:pt x="2047" y="5870"/>
                  </a:lnTo>
                  <a:lnTo>
                    <a:pt x="1854" y="5755"/>
                  </a:lnTo>
                  <a:lnTo>
                    <a:pt x="1622" y="5639"/>
                  </a:lnTo>
                  <a:lnTo>
                    <a:pt x="1429" y="5484"/>
                  </a:lnTo>
                  <a:lnTo>
                    <a:pt x="1275" y="5291"/>
                  </a:lnTo>
                  <a:lnTo>
                    <a:pt x="1082" y="5098"/>
                  </a:lnTo>
                  <a:lnTo>
                    <a:pt x="966" y="4905"/>
                  </a:lnTo>
                  <a:lnTo>
                    <a:pt x="696" y="4442"/>
                  </a:lnTo>
                  <a:lnTo>
                    <a:pt x="541" y="3901"/>
                  </a:lnTo>
                  <a:lnTo>
                    <a:pt x="425" y="3399"/>
                  </a:lnTo>
                  <a:lnTo>
                    <a:pt x="425" y="2858"/>
                  </a:lnTo>
                  <a:lnTo>
                    <a:pt x="503" y="2318"/>
                  </a:lnTo>
                  <a:lnTo>
                    <a:pt x="541" y="2048"/>
                  </a:lnTo>
                  <a:lnTo>
                    <a:pt x="657" y="1816"/>
                  </a:lnTo>
                  <a:lnTo>
                    <a:pt x="734" y="1584"/>
                  </a:lnTo>
                  <a:lnTo>
                    <a:pt x="889" y="1352"/>
                  </a:lnTo>
                  <a:lnTo>
                    <a:pt x="1043" y="1159"/>
                  </a:lnTo>
                  <a:lnTo>
                    <a:pt x="1236" y="1005"/>
                  </a:lnTo>
                  <a:lnTo>
                    <a:pt x="1429" y="812"/>
                  </a:lnTo>
                  <a:lnTo>
                    <a:pt x="1661" y="696"/>
                  </a:lnTo>
                  <a:lnTo>
                    <a:pt x="1893" y="580"/>
                  </a:lnTo>
                  <a:lnTo>
                    <a:pt x="2202" y="503"/>
                  </a:lnTo>
                  <a:lnTo>
                    <a:pt x="2240" y="464"/>
                  </a:lnTo>
                  <a:lnTo>
                    <a:pt x="2240" y="426"/>
                  </a:lnTo>
                  <a:close/>
                  <a:moveTo>
                    <a:pt x="2279" y="1"/>
                  </a:moveTo>
                  <a:lnTo>
                    <a:pt x="1970" y="40"/>
                  </a:lnTo>
                  <a:lnTo>
                    <a:pt x="1893" y="78"/>
                  </a:lnTo>
                  <a:lnTo>
                    <a:pt x="1816" y="117"/>
                  </a:lnTo>
                  <a:lnTo>
                    <a:pt x="1816" y="194"/>
                  </a:lnTo>
                  <a:lnTo>
                    <a:pt x="1816" y="271"/>
                  </a:lnTo>
                  <a:lnTo>
                    <a:pt x="1507" y="349"/>
                  </a:lnTo>
                  <a:lnTo>
                    <a:pt x="1275" y="464"/>
                  </a:lnTo>
                  <a:lnTo>
                    <a:pt x="1043" y="619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8"/>
                  </a:lnTo>
                  <a:lnTo>
                    <a:pt x="348" y="1430"/>
                  </a:lnTo>
                  <a:lnTo>
                    <a:pt x="232" y="1661"/>
                  </a:lnTo>
                  <a:lnTo>
                    <a:pt x="117" y="1932"/>
                  </a:lnTo>
                  <a:lnTo>
                    <a:pt x="78" y="2202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1"/>
                  </a:lnTo>
                  <a:lnTo>
                    <a:pt x="271" y="4519"/>
                  </a:lnTo>
                  <a:lnTo>
                    <a:pt x="387" y="4828"/>
                  </a:lnTo>
                  <a:lnTo>
                    <a:pt x="541" y="5098"/>
                  </a:lnTo>
                  <a:lnTo>
                    <a:pt x="696" y="5330"/>
                  </a:lnTo>
                  <a:lnTo>
                    <a:pt x="850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1"/>
                  </a:lnTo>
                  <a:lnTo>
                    <a:pt x="1738" y="6257"/>
                  </a:lnTo>
                  <a:lnTo>
                    <a:pt x="2009" y="6372"/>
                  </a:lnTo>
                  <a:lnTo>
                    <a:pt x="2279" y="6450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50"/>
                  </a:lnTo>
                  <a:lnTo>
                    <a:pt x="3553" y="6372"/>
                  </a:lnTo>
                  <a:lnTo>
                    <a:pt x="3862" y="6257"/>
                  </a:lnTo>
                  <a:lnTo>
                    <a:pt x="4132" y="6141"/>
                  </a:lnTo>
                  <a:lnTo>
                    <a:pt x="4403" y="5986"/>
                  </a:lnTo>
                  <a:lnTo>
                    <a:pt x="4634" y="5793"/>
                  </a:lnTo>
                  <a:lnTo>
                    <a:pt x="4866" y="5600"/>
                  </a:lnTo>
                  <a:lnTo>
                    <a:pt x="5059" y="5368"/>
                  </a:lnTo>
                  <a:lnTo>
                    <a:pt x="5214" y="5137"/>
                  </a:lnTo>
                  <a:lnTo>
                    <a:pt x="5368" y="4866"/>
                  </a:lnTo>
                  <a:lnTo>
                    <a:pt x="5523" y="4635"/>
                  </a:lnTo>
                  <a:lnTo>
                    <a:pt x="5638" y="4326"/>
                  </a:lnTo>
                  <a:lnTo>
                    <a:pt x="5716" y="4056"/>
                  </a:lnTo>
                  <a:lnTo>
                    <a:pt x="5754" y="3747"/>
                  </a:lnTo>
                  <a:lnTo>
                    <a:pt x="5793" y="3438"/>
                  </a:lnTo>
                  <a:lnTo>
                    <a:pt x="5793" y="3129"/>
                  </a:lnTo>
                  <a:lnTo>
                    <a:pt x="5793" y="2858"/>
                  </a:lnTo>
                  <a:lnTo>
                    <a:pt x="5716" y="2550"/>
                  </a:lnTo>
                  <a:lnTo>
                    <a:pt x="5638" y="2241"/>
                  </a:lnTo>
                  <a:lnTo>
                    <a:pt x="5523" y="1932"/>
                  </a:lnTo>
                  <a:lnTo>
                    <a:pt x="5368" y="1661"/>
                  </a:lnTo>
                  <a:lnTo>
                    <a:pt x="5214" y="1391"/>
                  </a:lnTo>
                  <a:lnTo>
                    <a:pt x="5021" y="1159"/>
                  </a:lnTo>
                  <a:lnTo>
                    <a:pt x="4828" y="928"/>
                  </a:lnTo>
                  <a:lnTo>
                    <a:pt x="4596" y="735"/>
                  </a:lnTo>
                  <a:lnTo>
                    <a:pt x="4326" y="542"/>
                  </a:lnTo>
                  <a:lnTo>
                    <a:pt x="4094" y="387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17"/>
            <p:cNvSpPr/>
            <p:nvPr/>
          </p:nvSpPr>
          <p:spPr>
            <a:xfrm>
              <a:off x="6171275" y="3733550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3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17"/>
            <p:cNvSpPr/>
            <p:nvPr/>
          </p:nvSpPr>
          <p:spPr>
            <a:xfrm>
              <a:off x="6036125" y="3735475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8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5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3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6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8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6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9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5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9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6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17"/>
            <p:cNvSpPr/>
            <p:nvPr/>
          </p:nvSpPr>
          <p:spPr>
            <a:xfrm>
              <a:off x="2084875" y="3742225"/>
              <a:ext cx="66625" cy="99475"/>
            </a:xfrm>
            <a:custGeom>
              <a:avLst/>
              <a:gdLst/>
              <a:ahLst/>
              <a:cxnLst/>
              <a:rect l="l" t="t" r="r" b="b"/>
              <a:pathLst>
                <a:path w="2665" h="3979" extrusionOk="0">
                  <a:moveTo>
                    <a:pt x="850" y="1"/>
                  </a:moveTo>
                  <a:lnTo>
                    <a:pt x="502" y="155"/>
                  </a:lnTo>
                  <a:lnTo>
                    <a:pt x="618" y="233"/>
                  </a:lnTo>
                  <a:lnTo>
                    <a:pt x="464" y="619"/>
                  </a:lnTo>
                  <a:lnTo>
                    <a:pt x="271" y="1082"/>
                  </a:lnTo>
                  <a:lnTo>
                    <a:pt x="116" y="1623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74"/>
                  </a:lnTo>
                  <a:lnTo>
                    <a:pt x="77" y="3206"/>
                  </a:lnTo>
                  <a:lnTo>
                    <a:pt x="155" y="3399"/>
                  </a:lnTo>
                  <a:lnTo>
                    <a:pt x="309" y="3592"/>
                  </a:lnTo>
                  <a:lnTo>
                    <a:pt x="464" y="3747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78"/>
                  </a:lnTo>
                  <a:lnTo>
                    <a:pt x="1313" y="3940"/>
                  </a:lnTo>
                  <a:lnTo>
                    <a:pt x="1506" y="3824"/>
                  </a:lnTo>
                  <a:lnTo>
                    <a:pt x="1661" y="3708"/>
                  </a:lnTo>
                  <a:lnTo>
                    <a:pt x="1815" y="3515"/>
                  </a:lnTo>
                  <a:lnTo>
                    <a:pt x="1970" y="3322"/>
                  </a:lnTo>
                  <a:lnTo>
                    <a:pt x="2085" y="3090"/>
                  </a:lnTo>
                  <a:lnTo>
                    <a:pt x="2317" y="2550"/>
                  </a:lnTo>
                  <a:lnTo>
                    <a:pt x="2510" y="2009"/>
                  </a:lnTo>
                  <a:lnTo>
                    <a:pt x="2626" y="1507"/>
                  </a:lnTo>
                  <a:lnTo>
                    <a:pt x="2665" y="1082"/>
                  </a:lnTo>
                  <a:lnTo>
                    <a:pt x="2394" y="1044"/>
                  </a:lnTo>
                  <a:lnTo>
                    <a:pt x="2008" y="2048"/>
                  </a:lnTo>
                  <a:lnTo>
                    <a:pt x="1738" y="2704"/>
                  </a:lnTo>
                  <a:lnTo>
                    <a:pt x="1545" y="3052"/>
                  </a:lnTo>
                  <a:lnTo>
                    <a:pt x="1468" y="3206"/>
                  </a:lnTo>
                  <a:lnTo>
                    <a:pt x="1313" y="3322"/>
                  </a:lnTo>
                  <a:lnTo>
                    <a:pt x="1159" y="3322"/>
                  </a:lnTo>
                  <a:lnTo>
                    <a:pt x="966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936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79" y="2086"/>
                  </a:lnTo>
                  <a:lnTo>
                    <a:pt x="618" y="1623"/>
                  </a:lnTo>
                  <a:lnTo>
                    <a:pt x="734" y="1198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17"/>
            <p:cNvSpPr/>
            <p:nvPr/>
          </p:nvSpPr>
          <p:spPr>
            <a:xfrm>
              <a:off x="3315725" y="3754775"/>
              <a:ext cx="374575" cy="387150"/>
            </a:xfrm>
            <a:custGeom>
              <a:avLst/>
              <a:gdLst/>
              <a:ahLst/>
              <a:cxnLst/>
              <a:rect l="l" t="t" r="r" b="b"/>
              <a:pathLst>
                <a:path w="14983" h="15486" extrusionOk="0">
                  <a:moveTo>
                    <a:pt x="7453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44"/>
                  </a:lnTo>
                  <a:lnTo>
                    <a:pt x="10697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40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80" y="9230"/>
                  </a:lnTo>
                  <a:lnTo>
                    <a:pt x="4171" y="10041"/>
                  </a:lnTo>
                  <a:lnTo>
                    <a:pt x="3978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53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9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53" y="503"/>
                  </a:lnTo>
                  <a:close/>
                  <a:moveTo>
                    <a:pt x="11932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13" y="3206"/>
                  </a:lnTo>
                  <a:lnTo>
                    <a:pt x="13322" y="3669"/>
                  </a:lnTo>
                  <a:lnTo>
                    <a:pt x="13593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2"/>
                  </a:lnTo>
                  <a:lnTo>
                    <a:pt x="11392" y="7145"/>
                  </a:lnTo>
                  <a:lnTo>
                    <a:pt x="10658" y="7415"/>
                  </a:lnTo>
                  <a:lnTo>
                    <a:pt x="9924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8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8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2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1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7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30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42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19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1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286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39"/>
                  </a:lnTo>
                  <a:lnTo>
                    <a:pt x="3051" y="13477"/>
                  </a:lnTo>
                  <a:lnTo>
                    <a:pt x="2974" y="13516"/>
                  </a:lnTo>
                  <a:lnTo>
                    <a:pt x="3051" y="13362"/>
                  </a:lnTo>
                  <a:lnTo>
                    <a:pt x="3167" y="13207"/>
                  </a:lnTo>
                  <a:lnTo>
                    <a:pt x="3321" y="13130"/>
                  </a:lnTo>
                  <a:lnTo>
                    <a:pt x="3476" y="13014"/>
                  </a:lnTo>
                  <a:lnTo>
                    <a:pt x="3669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1" y="13362"/>
                  </a:lnTo>
                  <a:lnTo>
                    <a:pt x="11894" y="13477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11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7" y="12860"/>
                  </a:lnTo>
                  <a:close/>
                  <a:moveTo>
                    <a:pt x="7569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46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6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4" y="14520"/>
                  </a:lnTo>
                  <a:lnTo>
                    <a:pt x="4093" y="14597"/>
                  </a:lnTo>
                  <a:lnTo>
                    <a:pt x="4518" y="14829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60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9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2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4" y="233"/>
                  </a:lnTo>
                  <a:lnTo>
                    <a:pt x="8766" y="117"/>
                  </a:lnTo>
                  <a:lnTo>
                    <a:pt x="8187" y="40"/>
                  </a:lnTo>
                  <a:lnTo>
                    <a:pt x="756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17"/>
            <p:cNvSpPr/>
            <p:nvPr/>
          </p:nvSpPr>
          <p:spPr>
            <a:xfrm>
              <a:off x="514200" y="3860000"/>
              <a:ext cx="302200" cy="155450"/>
            </a:xfrm>
            <a:custGeom>
              <a:avLst/>
              <a:gdLst/>
              <a:ahLst/>
              <a:cxnLst/>
              <a:rect l="l" t="t" r="r" b="b"/>
              <a:pathLst>
                <a:path w="12088" h="6218" extrusionOk="0">
                  <a:moveTo>
                    <a:pt x="11740" y="1"/>
                  </a:moveTo>
                  <a:lnTo>
                    <a:pt x="11663" y="40"/>
                  </a:lnTo>
                  <a:lnTo>
                    <a:pt x="11585" y="78"/>
                  </a:lnTo>
                  <a:lnTo>
                    <a:pt x="11508" y="117"/>
                  </a:lnTo>
                  <a:lnTo>
                    <a:pt x="11469" y="233"/>
                  </a:lnTo>
                  <a:lnTo>
                    <a:pt x="11469" y="310"/>
                  </a:lnTo>
                  <a:lnTo>
                    <a:pt x="11508" y="426"/>
                  </a:lnTo>
                  <a:lnTo>
                    <a:pt x="11585" y="580"/>
                  </a:lnTo>
                  <a:lnTo>
                    <a:pt x="11624" y="773"/>
                  </a:lnTo>
                  <a:lnTo>
                    <a:pt x="11585" y="966"/>
                  </a:lnTo>
                  <a:lnTo>
                    <a:pt x="11508" y="1121"/>
                  </a:lnTo>
                  <a:lnTo>
                    <a:pt x="11392" y="1275"/>
                  </a:lnTo>
                  <a:lnTo>
                    <a:pt x="11276" y="1430"/>
                  </a:lnTo>
                  <a:lnTo>
                    <a:pt x="10929" y="1739"/>
                  </a:lnTo>
                  <a:lnTo>
                    <a:pt x="10504" y="2009"/>
                  </a:lnTo>
                  <a:lnTo>
                    <a:pt x="10079" y="2241"/>
                  </a:lnTo>
                  <a:lnTo>
                    <a:pt x="9423" y="2588"/>
                  </a:lnTo>
                  <a:lnTo>
                    <a:pt x="9037" y="2781"/>
                  </a:lnTo>
                  <a:lnTo>
                    <a:pt x="9037" y="2704"/>
                  </a:lnTo>
                  <a:lnTo>
                    <a:pt x="8960" y="2627"/>
                  </a:lnTo>
                  <a:lnTo>
                    <a:pt x="8496" y="2202"/>
                  </a:lnTo>
                  <a:lnTo>
                    <a:pt x="8110" y="1700"/>
                  </a:lnTo>
                  <a:lnTo>
                    <a:pt x="7840" y="1893"/>
                  </a:lnTo>
                  <a:lnTo>
                    <a:pt x="7994" y="2202"/>
                  </a:lnTo>
                  <a:lnTo>
                    <a:pt x="8187" y="2511"/>
                  </a:lnTo>
                  <a:lnTo>
                    <a:pt x="8419" y="2781"/>
                  </a:lnTo>
                  <a:lnTo>
                    <a:pt x="8651" y="2974"/>
                  </a:lnTo>
                  <a:lnTo>
                    <a:pt x="7608" y="3515"/>
                  </a:lnTo>
                  <a:lnTo>
                    <a:pt x="6565" y="3978"/>
                  </a:lnTo>
                  <a:lnTo>
                    <a:pt x="5252" y="4519"/>
                  </a:lnTo>
                  <a:lnTo>
                    <a:pt x="3940" y="4982"/>
                  </a:lnTo>
                  <a:lnTo>
                    <a:pt x="3669" y="5059"/>
                  </a:lnTo>
                  <a:lnTo>
                    <a:pt x="3708" y="4712"/>
                  </a:lnTo>
                  <a:lnTo>
                    <a:pt x="3631" y="4364"/>
                  </a:lnTo>
                  <a:lnTo>
                    <a:pt x="3515" y="4055"/>
                  </a:lnTo>
                  <a:lnTo>
                    <a:pt x="3322" y="3708"/>
                  </a:lnTo>
                  <a:lnTo>
                    <a:pt x="3013" y="3901"/>
                  </a:lnTo>
                  <a:lnTo>
                    <a:pt x="3129" y="4171"/>
                  </a:lnTo>
                  <a:lnTo>
                    <a:pt x="3206" y="4442"/>
                  </a:lnTo>
                  <a:lnTo>
                    <a:pt x="3245" y="4866"/>
                  </a:lnTo>
                  <a:lnTo>
                    <a:pt x="3245" y="5253"/>
                  </a:lnTo>
                  <a:lnTo>
                    <a:pt x="2356" y="5523"/>
                  </a:lnTo>
                  <a:lnTo>
                    <a:pt x="1893" y="5639"/>
                  </a:lnTo>
                  <a:lnTo>
                    <a:pt x="1430" y="5677"/>
                  </a:lnTo>
                  <a:lnTo>
                    <a:pt x="1043" y="5716"/>
                  </a:lnTo>
                  <a:lnTo>
                    <a:pt x="850" y="5716"/>
                  </a:lnTo>
                  <a:lnTo>
                    <a:pt x="696" y="5677"/>
                  </a:lnTo>
                  <a:lnTo>
                    <a:pt x="580" y="5600"/>
                  </a:lnTo>
                  <a:lnTo>
                    <a:pt x="464" y="5523"/>
                  </a:lnTo>
                  <a:lnTo>
                    <a:pt x="387" y="5407"/>
                  </a:lnTo>
                  <a:lnTo>
                    <a:pt x="348" y="5291"/>
                  </a:lnTo>
                  <a:lnTo>
                    <a:pt x="310" y="5214"/>
                  </a:lnTo>
                  <a:lnTo>
                    <a:pt x="271" y="5175"/>
                  </a:lnTo>
                  <a:lnTo>
                    <a:pt x="155" y="5137"/>
                  </a:lnTo>
                  <a:lnTo>
                    <a:pt x="78" y="5175"/>
                  </a:lnTo>
                  <a:lnTo>
                    <a:pt x="39" y="5214"/>
                  </a:lnTo>
                  <a:lnTo>
                    <a:pt x="1" y="5291"/>
                  </a:lnTo>
                  <a:lnTo>
                    <a:pt x="1" y="5446"/>
                  </a:lnTo>
                  <a:lnTo>
                    <a:pt x="39" y="5600"/>
                  </a:lnTo>
                  <a:lnTo>
                    <a:pt x="78" y="5755"/>
                  </a:lnTo>
                  <a:lnTo>
                    <a:pt x="155" y="5870"/>
                  </a:lnTo>
                  <a:lnTo>
                    <a:pt x="233" y="5948"/>
                  </a:lnTo>
                  <a:lnTo>
                    <a:pt x="310" y="6025"/>
                  </a:lnTo>
                  <a:lnTo>
                    <a:pt x="541" y="6141"/>
                  </a:lnTo>
                  <a:lnTo>
                    <a:pt x="812" y="6179"/>
                  </a:lnTo>
                  <a:lnTo>
                    <a:pt x="1121" y="6218"/>
                  </a:lnTo>
                  <a:lnTo>
                    <a:pt x="1430" y="6179"/>
                  </a:lnTo>
                  <a:lnTo>
                    <a:pt x="1700" y="6141"/>
                  </a:lnTo>
                  <a:lnTo>
                    <a:pt x="2897" y="5832"/>
                  </a:lnTo>
                  <a:lnTo>
                    <a:pt x="4094" y="5446"/>
                  </a:lnTo>
                  <a:lnTo>
                    <a:pt x="5291" y="5021"/>
                  </a:lnTo>
                  <a:lnTo>
                    <a:pt x="6450" y="4557"/>
                  </a:lnTo>
                  <a:lnTo>
                    <a:pt x="7531" y="4094"/>
                  </a:lnTo>
                  <a:lnTo>
                    <a:pt x="8573" y="3592"/>
                  </a:lnTo>
                  <a:lnTo>
                    <a:pt x="9616" y="3052"/>
                  </a:lnTo>
                  <a:lnTo>
                    <a:pt x="10620" y="2472"/>
                  </a:lnTo>
                  <a:lnTo>
                    <a:pt x="10929" y="2279"/>
                  </a:lnTo>
                  <a:lnTo>
                    <a:pt x="11276" y="2048"/>
                  </a:lnTo>
                  <a:lnTo>
                    <a:pt x="11547" y="1777"/>
                  </a:lnTo>
                  <a:lnTo>
                    <a:pt x="11817" y="1507"/>
                  </a:lnTo>
                  <a:lnTo>
                    <a:pt x="12010" y="1198"/>
                  </a:lnTo>
                  <a:lnTo>
                    <a:pt x="12049" y="1044"/>
                  </a:lnTo>
                  <a:lnTo>
                    <a:pt x="12087" y="889"/>
                  </a:lnTo>
                  <a:lnTo>
                    <a:pt x="12087" y="696"/>
                  </a:lnTo>
                  <a:lnTo>
                    <a:pt x="12049" y="503"/>
                  </a:lnTo>
                  <a:lnTo>
                    <a:pt x="12010" y="310"/>
                  </a:lnTo>
                  <a:lnTo>
                    <a:pt x="11894" y="117"/>
                  </a:lnTo>
                  <a:lnTo>
                    <a:pt x="11817" y="40"/>
                  </a:lnTo>
                  <a:lnTo>
                    <a:pt x="1174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17"/>
            <p:cNvSpPr/>
            <p:nvPr/>
          </p:nvSpPr>
          <p:spPr>
            <a:xfrm>
              <a:off x="6274575" y="3873525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17"/>
            <p:cNvSpPr/>
            <p:nvPr/>
          </p:nvSpPr>
          <p:spPr>
            <a:xfrm>
              <a:off x="6223425" y="3874500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17"/>
            <p:cNvSpPr/>
            <p:nvPr/>
          </p:nvSpPr>
          <p:spPr>
            <a:xfrm>
              <a:off x="1572250" y="3880275"/>
              <a:ext cx="267450" cy="210475"/>
            </a:xfrm>
            <a:custGeom>
              <a:avLst/>
              <a:gdLst/>
              <a:ahLst/>
              <a:cxnLst/>
              <a:rect l="l" t="t" r="r" b="b"/>
              <a:pathLst>
                <a:path w="10698" h="8419" extrusionOk="0">
                  <a:moveTo>
                    <a:pt x="155" y="1"/>
                  </a:moveTo>
                  <a:lnTo>
                    <a:pt x="1" y="233"/>
                  </a:lnTo>
                  <a:lnTo>
                    <a:pt x="1391" y="1314"/>
                  </a:lnTo>
                  <a:lnTo>
                    <a:pt x="2781" y="2395"/>
                  </a:lnTo>
                  <a:lnTo>
                    <a:pt x="4210" y="3476"/>
                  </a:lnTo>
                  <a:lnTo>
                    <a:pt x="5600" y="4596"/>
                  </a:lnTo>
                  <a:lnTo>
                    <a:pt x="6951" y="5677"/>
                  </a:lnTo>
                  <a:lnTo>
                    <a:pt x="8303" y="6797"/>
                  </a:lnTo>
                  <a:lnTo>
                    <a:pt x="9616" y="7917"/>
                  </a:lnTo>
                  <a:lnTo>
                    <a:pt x="9963" y="8226"/>
                  </a:lnTo>
                  <a:lnTo>
                    <a:pt x="10118" y="8342"/>
                  </a:lnTo>
                  <a:lnTo>
                    <a:pt x="10311" y="8419"/>
                  </a:lnTo>
                  <a:lnTo>
                    <a:pt x="10658" y="8380"/>
                  </a:lnTo>
                  <a:lnTo>
                    <a:pt x="10697" y="8264"/>
                  </a:lnTo>
                  <a:lnTo>
                    <a:pt x="10697" y="8149"/>
                  </a:lnTo>
                  <a:lnTo>
                    <a:pt x="10658" y="8033"/>
                  </a:lnTo>
                  <a:lnTo>
                    <a:pt x="10658" y="7994"/>
                  </a:lnTo>
                  <a:lnTo>
                    <a:pt x="10311" y="7917"/>
                  </a:lnTo>
                  <a:lnTo>
                    <a:pt x="10002" y="6952"/>
                  </a:lnTo>
                  <a:lnTo>
                    <a:pt x="9654" y="5986"/>
                  </a:lnTo>
                  <a:lnTo>
                    <a:pt x="8882" y="4094"/>
                  </a:lnTo>
                  <a:lnTo>
                    <a:pt x="8380" y="2781"/>
                  </a:lnTo>
                  <a:lnTo>
                    <a:pt x="7994" y="2936"/>
                  </a:lnTo>
                  <a:lnTo>
                    <a:pt x="8419" y="3940"/>
                  </a:lnTo>
                  <a:lnTo>
                    <a:pt x="9037" y="5677"/>
                  </a:lnTo>
                  <a:lnTo>
                    <a:pt x="9346" y="6565"/>
                  </a:lnTo>
                  <a:lnTo>
                    <a:pt x="9654" y="7415"/>
                  </a:lnTo>
                  <a:lnTo>
                    <a:pt x="9230" y="7029"/>
                  </a:lnTo>
                  <a:lnTo>
                    <a:pt x="7994" y="5986"/>
                  </a:lnTo>
                  <a:lnTo>
                    <a:pt x="6720" y="4905"/>
                  </a:lnTo>
                  <a:lnTo>
                    <a:pt x="5407" y="3862"/>
                  </a:lnTo>
                  <a:lnTo>
                    <a:pt x="4133" y="2858"/>
                  </a:lnTo>
                  <a:lnTo>
                    <a:pt x="2820" y="1854"/>
                  </a:lnTo>
                  <a:lnTo>
                    <a:pt x="1507" y="928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17"/>
            <p:cNvSpPr/>
            <p:nvPr/>
          </p:nvSpPr>
          <p:spPr>
            <a:xfrm>
              <a:off x="4538850" y="3913100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3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3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6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1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0"/>
                  </a:lnTo>
                  <a:lnTo>
                    <a:pt x="9268" y="8921"/>
                  </a:lnTo>
                  <a:lnTo>
                    <a:pt x="9036" y="9152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2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6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4"/>
                  </a:lnTo>
                  <a:lnTo>
                    <a:pt x="695" y="734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1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3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5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49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2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4"/>
                  </a:lnTo>
                  <a:lnTo>
                    <a:pt x="7762" y="9654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8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5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7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1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39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3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6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17"/>
            <p:cNvSpPr/>
            <p:nvPr/>
          </p:nvSpPr>
          <p:spPr>
            <a:xfrm>
              <a:off x="6161625" y="3921800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5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3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3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17"/>
            <p:cNvSpPr/>
            <p:nvPr/>
          </p:nvSpPr>
          <p:spPr>
            <a:xfrm>
              <a:off x="7032400" y="3923725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6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8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6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17"/>
            <p:cNvSpPr/>
            <p:nvPr/>
          </p:nvSpPr>
          <p:spPr>
            <a:xfrm>
              <a:off x="6167425" y="3927575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1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17"/>
            <p:cNvSpPr/>
            <p:nvPr/>
          </p:nvSpPr>
          <p:spPr>
            <a:xfrm>
              <a:off x="1394625" y="3943025"/>
              <a:ext cx="74350" cy="103325"/>
            </a:xfrm>
            <a:custGeom>
              <a:avLst/>
              <a:gdLst/>
              <a:ahLst/>
              <a:cxnLst/>
              <a:rect l="l" t="t" r="r" b="b"/>
              <a:pathLst>
                <a:path w="2974" h="4133" extrusionOk="0">
                  <a:moveTo>
                    <a:pt x="116" y="1"/>
                  </a:moveTo>
                  <a:lnTo>
                    <a:pt x="1" y="39"/>
                  </a:lnTo>
                  <a:lnTo>
                    <a:pt x="1" y="78"/>
                  </a:lnTo>
                  <a:lnTo>
                    <a:pt x="271" y="928"/>
                  </a:lnTo>
                  <a:lnTo>
                    <a:pt x="580" y="1738"/>
                  </a:lnTo>
                  <a:lnTo>
                    <a:pt x="927" y="2549"/>
                  </a:lnTo>
                  <a:lnTo>
                    <a:pt x="1275" y="3283"/>
                  </a:lnTo>
                  <a:lnTo>
                    <a:pt x="1507" y="3669"/>
                  </a:lnTo>
                  <a:lnTo>
                    <a:pt x="1661" y="3824"/>
                  </a:lnTo>
                  <a:lnTo>
                    <a:pt x="1854" y="3978"/>
                  </a:lnTo>
                  <a:lnTo>
                    <a:pt x="2009" y="4055"/>
                  </a:lnTo>
                  <a:lnTo>
                    <a:pt x="2240" y="4133"/>
                  </a:lnTo>
                  <a:lnTo>
                    <a:pt x="2433" y="4094"/>
                  </a:lnTo>
                  <a:lnTo>
                    <a:pt x="2665" y="4017"/>
                  </a:lnTo>
                  <a:lnTo>
                    <a:pt x="2781" y="3862"/>
                  </a:lnTo>
                  <a:lnTo>
                    <a:pt x="2897" y="3708"/>
                  </a:lnTo>
                  <a:lnTo>
                    <a:pt x="2935" y="3515"/>
                  </a:lnTo>
                  <a:lnTo>
                    <a:pt x="2974" y="3360"/>
                  </a:lnTo>
                  <a:lnTo>
                    <a:pt x="2935" y="3129"/>
                  </a:lnTo>
                  <a:lnTo>
                    <a:pt x="2897" y="2936"/>
                  </a:lnTo>
                  <a:lnTo>
                    <a:pt x="2819" y="2588"/>
                  </a:lnTo>
                  <a:lnTo>
                    <a:pt x="2588" y="2627"/>
                  </a:lnTo>
                  <a:lnTo>
                    <a:pt x="2665" y="2974"/>
                  </a:lnTo>
                  <a:lnTo>
                    <a:pt x="2704" y="3129"/>
                  </a:lnTo>
                  <a:lnTo>
                    <a:pt x="2665" y="3283"/>
                  </a:lnTo>
                  <a:lnTo>
                    <a:pt x="2433" y="3399"/>
                  </a:lnTo>
                  <a:lnTo>
                    <a:pt x="2202" y="3476"/>
                  </a:lnTo>
                  <a:lnTo>
                    <a:pt x="2009" y="3515"/>
                  </a:lnTo>
                  <a:lnTo>
                    <a:pt x="1854" y="3476"/>
                  </a:lnTo>
                  <a:lnTo>
                    <a:pt x="1700" y="3438"/>
                  </a:lnTo>
                  <a:lnTo>
                    <a:pt x="1584" y="3322"/>
                  </a:lnTo>
                  <a:lnTo>
                    <a:pt x="1507" y="3167"/>
                  </a:lnTo>
                  <a:lnTo>
                    <a:pt x="1468" y="2974"/>
                  </a:lnTo>
                  <a:lnTo>
                    <a:pt x="1352" y="2704"/>
                  </a:lnTo>
                  <a:lnTo>
                    <a:pt x="889" y="1623"/>
                  </a:lnTo>
                  <a:lnTo>
                    <a:pt x="541" y="812"/>
                  </a:lnTo>
                  <a:lnTo>
                    <a:pt x="348" y="426"/>
                  </a:lnTo>
                  <a:lnTo>
                    <a:pt x="155" y="39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17"/>
            <p:cNvSpPr/>
            <p:nvPr/>
          </p:nvSpPr>
          <p:spPr>
            <a:xfrm>
              <a:off x="2923775" y="3946900"/>
              <a:ext cx="335975" cy="782925"/>
            </a:xfrm>
            <a:custGeom>
              <a:avLst/>
              <a:gdLst/>
              <a:ahLst/>
              <a:cxnLst/>
              <a:rect l="l" t="t" r="r" b="b"/>
              <a:pathLst>
                <a:path w="13439" h="31317" extrusionOk="0">
                  <a:moveTo>
                    <a:pt x="6488" y="386"/>
                  </a:moveTo>
                  <a:lnTo>
                    <a:pt x="6526" y="464"/>
                  </a:lnTo>
                  <a:lnTo>
                    <a:pt x="7144" y="2008"/>
                  </a:lnTo>
                  <a:lnTo>
                    <a:pt x="7685" y="3553"/>
                  </a:lnTo>
                  <a:lnTo>
                    <a:pt x="8226" y="5136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1"/>
                  </a:lnTo>
                  <a:lnTo>
                    <a:pt x="7530" y="7337"/>
                  </a:lnTo>
                  <a:lnTo>
                    <a:pt x="7222" y="7453"/>
                  </a:lnTo>
                  <a:lnTo>
                    <a:pt x="6913" y="7530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0"/>
                  </a:lnTo>
                  <a:lnTo>
                    <a:pt x="5522" y="7492"/>
                  </a:lnTo>
                  <a:lnTo>
                    <a:pt x="4866" y="7337"/>
                  </a:lnTo>
                  <a:lnTo>
                    <a:pt x="4210" y="7105"/>
                  </a:lnTo>
                  <a:lnTo>
                    <a:pt x="3592" y="6874"/>
                  </a:lnTo>
                  <a:lnTo>
                    <a:pt x="3862" y="6024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3"/>
                  </a:lnTo>
                  <a:lnTo>
                    <a:pt x="5214" y="2742"/>
                  </a:lnTo>
                  <a:lnTo>
                    <a:pt x="5600" y="1931"/>
                  </a:lnTo>
                  <a:lnTo>
                    <a:pt x="6024" y="1159"/>
                  </a:lnTo>
                  <a:lnTo>
                    <a:pt x="6488" y="386"/>
                  </a:lnTo>
                  <a:close/>
                  <a:moveTo>
                    <a:pt x="8805" y="7028"/>
                  </a:moveTo>
                  <a:lnTo>
                    <a:pt x="9230" y="8418"/>
                  </a:lnTo>
                  <a:lnTo>
                    <a:pt x="9577" y="9847"/>
                  </a:lnTo>
                  <a:lnTo>
                    <a:pt x="9847" y="11083"/>
                  </a:lnTo>
                  <a:lnTo>
                    <a:pt x="10079" y="12357"/>
                  </a:lnTo>
                  <a:lnTo>
                    <a:pt x="10233" y="13631"/>
                  </a:lnTo>
                  <a:lnTo>
                    <a:pt x="10388" y="14906"/>
                  </a:lnTo>
                  <a:lnTo>
                    <a:pt x="10465" y="16180"/>
                  </a:lnTo>
                  <a:lnTo>
                    <a:pt x="10504" y="16836"/>
                  </a:lnTo>
                  <a:lnTo>
                    <a:pt x="10504" y="17493"/>
                  </a:lnTo>
                  <a:lnTo>
                    <a:pt x="10504" y="18188"/>
                  </a:lnTo>
                  <a:lnTo>
                    <a:pt x="10427" y="18844"/>
                  </a:lnTo>
                  <a:lnTo>
                    <a:pt x="10311" y="19462"/>
                  </a:lnTo>
                  <a:lnTo>
                    <a:pt x="10118" y="20080"/>
                  </a:lnTo>
                  <a:lnTo>
                    <a:pt x="9886" y="20659"/>
                  </a:lnTo>
                  <a:lnTo>
                    <a:pt x="9538" y="21161"/>
                  </a:lnTo>
                  <a:lnTo>
                    <a:pt x="9384" y="21393"/>
                  </a:lnTo>
                  <a:lnTo>
                    <a:pt x="9152" y="21586"/>
                  </a:lnTo>
                  <a:lnTo>
                    <a:pt x="8959" y="21779"/>
                  </a:lnTo>
                  <a:lnTo>
                    <a:pt x="8728" y="21972"/>
                  </a:lnTo>
                  <a:lnTo>
                    <a:pt x="8496" y="22127"/>
                  </a:lnTo>
                  <a:lnTo>
                    <a:pt x="8226" y="22242"/>
                  </a:lnTo>
                  <a:lnTo>
                    <a:pt x="7955" y="22358"/>
                  </a:lnTo>
                  <a:lnTo>
                    <a:pt x="7685" y="22435"/>
                  </a:lnTo>
                  <a:lnTo>
                    <a:pt x="7415" y="22474"/>
                  </a:lnTo>
                  <a:lnTo>
                    <a:pt x="6797" y="22474"/>
                  </a:lnTo>
                  <a:lnTo>
                    <a:pt x="6488" y="22435"/>
                  </a:lnTo>
                  <a:lnTo>
                    <a:pt x="5909" y="22281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4"/>
                  </a:lnTo>
                  <a:lnTo>
                    <a:pt x="4094" y="20929"/>
                  </a:lnTo>
                  <a:lnTo>
                    <a:pt x="3785" y="20466"/>
                  </a:lnTo>
                  <a:lnTo>
                    <a:pt x="3476" y="19964"/>
                  </a:lnTo>
                  <a:lnTo>
                    <a:pt x="3244" y="19424"/>
                  </a:lnTo>
                  <a:lnTo>
                    <a:pt x="3051" y="18883"/>
                  </a:lnTo>
                  <a:lnTo>
                    <a:pt x="2897" y="18342"/>
                  </a:lnTo>
                  <a:lnTo>
                    <a:pt x="2781" y="17802"/>
                  </a:lnTo>
                  <a:lnTo>
                    <a:pt x="2704" y="17222"/>
                  </a:lnTo>
                  <a:lnTo>
                    <a:pt x="2588" y="16103"/>
                  </a:lnTo>
                  <a:lnTo>
                    <a:pt x="2511" y="14944"/>
                  </a:lnTo>
                  <a:lnTo>
                    <a:pt x="2511" y="13747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2"/>
                  </a:lnTo>
                  <a:lnTo>
                    <a:pt x="3128" y="8689"/>
                  </a:lnTo>
                  <a:lnTo>
                    <a:pt x="3283" y="7916"/>
                  </a:lnTo>
                  <a:lnTo>
                    <a:pt x="3515" y="7183"/>
                  </a:lnTo>
                  <a:lnTo>
                    <a:pt x="4132" y="7453"/>
                  </a:lnTo>
                  <a:lnTo>
                    <a:pt x="4827" y="7685"/>
                  </a:lnTo>
                  <a:lnTo>
                    <a:pt x="5522" y="7839"/>
                  </a:lnTo>
                  <a:lnTo>
                    <a:pt x="5909" y="7916"/>
                  </a:lnTo>
                  <a:lnTo>
                    <a:pt x="6256" y="7916"/>
                  </a:lnTo>
                  <a:lnTo>
                    <a:pt x="6604" y="7955"/>
                  </a:lnTo>
                  <a:lnTo>
                    <a:pt x="6990" y="7916"/>
                  </a:lnTo>
                  <a:lnTo>
                    <a:pt x="7299" y="7878"/>
                  </a:lnTo>
                  <a:lnTo>
                    <a:pt x="7646" y="7762"/>
                  </a:lnTo>
                  <a:lnTo>
                    <a:pt x="7955" y="7646"/>
                  </a:lnTo>
                  <a:lnTo>
                    <a:pt x="8264" y="7492"/>
                  </a:lnTo>
                  <a:lnTo>
                    <a:pt x="8573" y="7260"/>
                  </a:lnTo>
                  <a:lnTo>
                    <a:pt x="8805" y="7028"/>
                  </a:lnTo>
                  <a:close/>
                  <a:moveTo>
                    <a:pt x="8650" y="22474"/>
                  </a:moveTo>
                  <a:lnTo>
                    <a:pt x="8766" y="22822"/>
                  </a:lnTo>
                  <a:lnTo>
                    <a:pt x="8921" y="23169"/>
                  </a:lnTo>
                  <a:lnTo>
                    <a:pt x="8496" y="23401"/>
                  </a:lnTo>
                  <a:lnTo>
                    <a:pt x="8071" y="23555"/>
                  </a:lnTo>
                  <a:lnTo>
                    <a:pt x="7608" y="23633"/>
                  </a:lnTo>
                  <a:lnTo>
                    <a:pt x="7144" y="23671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2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4"/>
                  </a:lnTo>
                  <a:lnTo>
                    <a:pt x="5870" y="22629"/>
                  </a:lnTo>
                  <a:lnTo>
                    <a:pt x="6256" y="22783"/>
                  </a:lnTo>
                  <a:lnTo>
                    <a:pt x="6681" y="22860"/>
                  </a:lnTo>
                  <a:lnTo>
                    <a:pt x="7067" y="22899"/>
                  </a:lnTo>
                  <a:lnTo>
                    <a:pt x="7453" y="22860"/>
                  </a:lnTo>
                  <a:lnTo>
                    <a:pt x="7878" y="22822"/>
                  </a:lnTo>
                  <a:lnTo>
                    <a:pt x="8264" y="22667"/>
                  </a:lnTo>
                  <a:lnTo>
                    <a:pt x="8650" y="22474"/>
                  </a:lnTo>
                  <a:close/>
                  <a:moveTo>
                    <a:pt x="10890" y="16798"/>
                  </a:moveTo>
                  <a:lnTo>
                    <a:pt x="11392" y="17261"/>
                  </a:lnTo>
                  <a:lnTo>
                    <a:pt x="11933" y="17647"/>
                  </a:lnTo>
                  <a:lnTo>
                    <a:pt x="12512" y="18033"/>
                  </a:lnTo>
                  <a:lnTo>
                    <a:pt x="13091" y="18342"/>
                  </a:lnTo>
                  <a:lnTo>
                    <a:pt x="12937" y="19771"/>
                  </a:lnTo>
                  <a:lnTo>
                    <a:pt x="12821" y="21238"/>
                  </a:lnTo>
                  <a:lnTo>
                    <a:pt x="12705" y="24212"/>
                  </a:lnTo>
                  <a:lnTo>
                    <a:pt x="11894" y="23594"/>
                  </a:lnTo>
                  <a:lnTo>
                    <a:pt x="11044" y="23015"/>
                  </a:lnTo>
                  <a:lnTo>
                    <a:pt x="10813" y="22860"/>
                  </a:lnTo>
                  <a:lnTo>
                    <a:pt x="10620" y="22667"/>
                  </a:lnTo>
                  <a:lnTo>
                    <a:pt x="10581" y="22590"/>
                  </a:lnTo>
                  <a:lnTo>
                    <a:pt x="10542" y="22435"/>
                  </a:lnTo>
                  <a:lnTo>
                    <a:pt x="10542" y="22127"/>
                  </a:lnTo>
                  <a:lnTo>
                    <a:pt x="10542" y="21393"/>
                  </a:lnTo>
                  <a:lnTo>
                    <a:pt x="10504" y="20659"/>
                  </a:lnTo>
                  <a:lnTo>
                    <a:pt x="10504" y="20582"/>
                  </a:lnTo>
                  <a:lnTo>
                    <a:pt x="10465" y="20543"/>
                  </a:lnTo>
                  <a:lnTo>
                    <a:pt x="10388" y="20466"/>
                  </a:lnTo>
                  <a:lnTo>
                    <a:pt x="10542" y="19964"/>
                  </a:lnTo>
                  <a:lnTo>
                    <a:pt x="10697" y="19424"/>
                  </a:lnTo>
                  <a:lnTo>
                    <a:pt x="10774" y="18883"/>
                  </a:lnTo>
                  <a:lnTo>
                    <a:pt x="10851" y="18304"/>
                  </a:lnTo>
                  <a:lnTo>
                    <a:pt x="10890" y="17570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4"/>
                  </a:lnTo>
                  <a:lnTo>
                    <a:pt x="6140" y="23826"/>
                  </a:lnTo>
                  <a:lnTo>
                    <a:pt x="6642" y="23941"/>
                  </a:lnTo>
                  <a:lnTo>
                    <a:pt x="7144" y="23980"/>
                  </a:lnTo>
                  <a:lnTo>
                    <a:pt x="7646" y="23980"/>
                  </a:lnTo>
                  <a:lnTo>
                    <a:pt x="8148" y="23864"/>
                  </a:lnTo>
                  <a:lnTo>
                    <a:pt x="8612" y="23710"/>
                  </a:lnTo>
                  <a:lnTo>
                    <a:pt x="9075" y="23439"/>
                  </a:lnTo>
                  <a:lnTo>
                    <a:pt x="9384" y="23903"/>
                  </a:lnTo>
                  <a:lnTo>
                    <a:pt x="8843" y="24173"/>
                  </a:lnTo>
                  <a:lnTo>
                    <a:pt x="8303" y="24366"/>
                  </a:lnTo>
                  <a:lnTo>
                    <a:pt x="7762" y="24482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3"/>
                  </a:lnTo>
                  <a:lnTo>
                    <a:pt x="5561" y="24289"/>
                  </a:lnTo>
                  <a:lnTo>
                    <a:pt x="4982" y="24096"/>
                  </a:lnTo>
                  <a:lnTo>
                    <a:pt x="5059" y="23903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7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2"/>
                  </a:lnTo>
                  <a:lnTo>
                    <a:pt x="2974" y="19771"/>
                  </a:lnTo>
                  <a:lnTo>
                    <a:pt x="3244" y="20312"/>
                  </a:lnTo>
                  <a:lnTo>
                    <a:pt x="3244" y="20350"/>
                  </a:lnTo>
                  <a:lnTo>
                    <a:pt x="3206" y="21200"/>
                  </a:lnTo>
                  <a:lnTo>
                    <a:pt x="3244" y="22049"/>
                  </a:lnTo>
                  <a:lnTo>
                    <a:pt x="3283" y="22358"/>
                  </a:lnTo>
                  <a:lnTo>
                    <a:pt x="3321" y="22706"/>
                  </a:lnTo>
                  <a:lnTo>
                    <a:pt x="3321" y="23053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8"/>
                  </a:lnTo>
                  <a:lnTo>
                    <a:pt x="3051" y="23633"/>
                  </a:lnTo>
                  <a:lnTo>
                    <a:pt x="2704" y="23903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5"/>
                  </a:lnTo>
                  <a:lnTo>
                    <a:pt x="850" y="23941"/>
                  </a:lnTo>
                  <a:lnTo>
                    <a:pt x="811" y="23169"/>
                  </a:lnTo>
                  <a:lnTo>
                    <a:pt x="773" y="22435"/>
                  </a:lnTo>
                  <a:lnTo>
                    <a:pt x="657" y="21238"/>
                  </a:lnTo>
                  <a:lnTo>
                    <a:pt x="503" y="20466"/>
                  </a:lnTo>
                  <a:lnTo>
                    <a:pt x="425" y="20080"/>
                  </a:lnTo>
                  <a:lnTo>
                    <a:pt x="464" y="19694"/>
                  </a:lnTo>
                  <a:lnTo>
                    <a:pt x="503" y="19655"/>
                  </a:lnTo>
                  <a:lnTo>
                    <a:pt x="541" y="19578"/>
                  </a:lnTo>
                  <a:lnTo>
                    <a:pt x="541" y="19539"/>
                  </a:lnTo>
                  <a:lnTo>
                    <a:pt x="541" y="19462"/>
                  </a:lnTo>
                  <a:lnTo>
                    <a:pt x="1429" y="18420"/>
                  </a:lnTo>
                  <a:lnTo>
                    <a:pt x="2356" y="17377"/>
                  </a:lnTo>
                  <a:close/>
                  <a:moveTo>
                    <a:pt x="8148" y="24830"/>
                  </a:moveTo>
                  <a:lnTo>
                    <a:pt x="8148" y="25061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7"/>
                  </a:lnTo>
                  <a:lnTo>
                    <a:pt x="7878" y="25216"/>
                  </a:lnTo>
                  <a:lnTo>
                    <a:pt x="7839" y="25293"/>
                  </a:lnTo>
                  <a:lnTo>
                    <a:pt x="7839" y="25370"/>
                  </a:lnTo>
                  <a:lnTo>
                    <a:pt x="7994" y="25872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59"/>
                  </a:lnTo>
                  <a:lnTo>
                    <a:pt x="8148" y="28961"/>
                  </a:lnTo>
                  <a:lnTo>
                    <a:pt x="8071" y="29502"/>
                  </a:lnTo>
                  <a:lnTo>
                    <a:pt x="7762" y="29193"/>
                  </a:lnTo>
                  <a:lnTo>
                    <a:pt x="7453" y="28884"/>
                  </a:lnTo>
                  <a:lnTo>
                    <a:pt x="7260" y="28537"/>
                  </a:lnTo>
                  <a:lnTo>
                    <a:pt x="7067" y="28189"/>
                  </a:lnTo>
                  <a:lnTo>
                    <a:pt x="6951" y="27803"/>
                  </a:lnTo>
                  <a:lnTo>
                    <a:pt x="6874" y="27417"/>
                  </a:lnTo>
                  <a:lnTo>
                    <a:pt x="6835" y="26953"/>
                  </a:lnTo>
                  <a:lnTo>
                    <a:pt x="6835" y="26490"/>
                  </a:lnTo>
                  <a:lnTo>
                    <a:pt x="6874" y="26104"/>
                  </a:lnTo>
                  <a:lnTo>
                    <a:pt x="6874" y="25756"/>
                  </a:lnTo>
                  <a:lnTo>
                    <a:pt x="6835" y="25602"/>
                  </a:lnTo>
                  <a:lnTo>
                    <a:pt x="6758" y="25486"/>
                  </a:lnTo>
                  <a:lnTo>
                    <a:pt x="6642" y="25370"/>
                  </a:lnTo>
                  <a:lnTo>
                    <a:pt x="6488" y="25293"/>
                  </a:lnTo>
                  <a:lnTo>
                    <a:pt x="6604" y="25100"/>
                  </a:lnTo>
                  <a:lnTo>
                    <a:pt x="6720" y="24984"/>
                  </a:lnTo>
                  <a:lnTo>
                    <a:pt x="7106" y="24984"/>
                  </a:lnTo>
                  <a:lnTo>
                    <a:pt x="7453" y="24945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4"/>
                  </a:lnTo>
                  <a:lnTo>
                    <a:pt x="9500" y="25409"/>
                  </a:lnTo>
                  <a:lnTo>
                    <a:pt x="9809" y="25795"/>
                  </a:lnTo>
                  <a:lnTo>
                    <a:pt x="10118" y="26258"/>
                  </a:lnTo>
                  <a:lnTo>
                    <a:pt x="9847" y="26220"/>
                  </a:lnTo>
                  <a:lnTo>
                    <a:pt x="9616" y="26104"/>
                  </a:lnTo>
                  <a:lnTo>
                    <a:pt x="9423" y="25949"/>
                  </a:lnTo>
                  <a:lnTo>
                    <a:pt x="9230" y="25756"/>
                  </a:lnTo>
                  <a:lnTo>
                    <a:pt x="9191" y="25679"/>
                  </a:lnTo>
                  <a:lnTo>
                    <a:pt x="8998" y="25679"/>
                  </a:lnTo>
                  <a:lnTo>
                    <a:pt x="8959" y="25718"/>
                  </a:lnTo>
                  <a:lnTo>
                    <a:pt x="8921" y="25795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0"/>
                  </a:lnTo>
                  <a:lnTo>
                    <a:pt x="9423" y="27069"/>
                  </a:lnTo>
                  <a:lnTo>
                    <a:pt x="9500" y="27378"/>
                  </a:lnTo>
                  <a:lnTo>
                    <a:pt x="9538" y="27687"/>
                  </a:lnTo>
                  <a:lnTo>
                    <a:pt x="9538" y="27996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79"/>
                  </a:lnTo>
                  <a:lnTo>
                    <a:pt x="9230" y="29888"/>
                  </a:lnTo>
                  <a:lnTo>
                    <a:pt x="9075" y="30158"/>
                  </a:lnTo>
                  <a:lnTo>
                    <a:pt x="8921" y="30429"/>
                  </a:lnTo>
                  <a:lnTo>
                    <a:pt x="8728" y="30660"/>
                  </a:lnTo>
                  <a:lnTo>
                    <a:pt x="8534" y="30776"/>
                  </a:lnTo>
                  <a:lnTo>
                    <a:pt x="8341" y="30853"/>
                  </a:lnTo>
                  <a:lnTo>
                    <a:pt x="8187" y="30853"/>
                  </a:lnTo>
                  <a:lnTo>
                    <a:pt x="7994" y="30776"/>
                  </a:lnTo>
                  <a:lnTo>
                    <a:pt x="7839" y="30699"/>
                  </a:lnTo>
                  <a:lnTo>
                    <a:pt x="7685" y="30583"/>
                  </a:lnTo>
                  <a:lnTo>
                    <a:pt x="7376" y="30274"/>
                  </a:lnTo>
                  <a:lnTo>
                    <a:pt x="6874" y="29772"/>
                  </a:lnTo>
                  <a:lnTo>
                    <a:pt x="6681" y="29502"/>
                  </a:lnTo>
                  <a:lnTo>
                    <a:pt x="6488" y="29193"/>
                  </a:lnTo>
                  <a:lnTo>
                    <a:pt x="6295" y="28846"/>
                  </a:lnTo>
                  <a:lnTo>
                    <a:pt x="6102" y="28459"/>
                  </a:lnTo>
                  <a:lnTo>
                    <a:pt x="5986" y="28073"/>
                  </a:lnTo>
                  <a:lnTo>
                    <a:pt x="5909" y="27687"/>
                  </a:lnTo>
                  <a:lnTo>
                    <a:pt x="5870" y="27262"/>
                  </a:lnTo>
                  <a:lnTo>
                    <a:pt x="5870" y="26876"/>
                  </a:lnTo>
                  <a:lnTo>
                    <a:pt x="5909" y="26490"/>
                  </a:lnTo>
                  <a:lnTo>
                    <a:pt x="6024" y="26065"/>
                  </a:lnTo>
                  <a:lnTo>
                    <a:pt x="6024" y="25949"/>
                  </a:lnTo>
                  <a:lnTo>
                    <a:pt x="5947" y="25911"/>
                  </a:lnTo>
                  <a:lnTo>
                    <a:pt x="5870" y="25872"/>
                  </a:lnTo>
                  <a:lnTo>
                    <a:pt x="5793" y="25872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7"/>
                  </a:lnTo>
                  <a:lnTo>
                    <a:pt x="5445" y="25100"/>
                  </a:lnTo>
                  <a:lnTo>
                    <a:pt x="5716" y="24752"/>
                  </a:lnTo>
                  <a:lnTo>
                    <a:pt x="6102" y="24868"/>
                  </a:lnTo>
                  <a:lnTo>
                    <a:pt x="6488" y="24945"/>
                  </a:lnTo>
                  <a:lnTo>
                    <a:pt x="6333" y="25100"/>
                  </a:lnTo>
                  <a:lnTo>
                    <a:pt x="6179" y="25293"/>
                  </a:lnTo>
                  <a:lnTo>
                    <a:pt x="6179" y="25370"/>
                  </a:lnTo>
                  <a:lnTo>
                    <a:pt x="6179" y="25447"/>
                  </a:lnTo>
                  <a:lnTo>
                    <a:pt x="6256" y="25486"/>
                  </a:lnTo>
                  <a:lnTo>
                    <a:pt x="6295" y="25486"/>
                  </a:lnTo>
                  <a:lnTo>
                    <a:pt x="6372" y="25525"/>
                  </a:lnTo>
                  <a:lnTo>
                    <a:pt x="6449" y="25602"/>
                  </a:lnTo>
                  <a:lnTo>
                    <a:pt x="6526" y="25795"/>
                  </a:lnTo>
                  <a:lnTo>
                    <a:pt x="6565" y="26104"/>
                  </a:lnTo>
                  <a:lnTo>
                    <a:pt x="6604" y="26451"/>
                  </a:lnTo>
                  <a:lnTo>
                    <a:pt x="6604" y="27146"/>
                  </a:lnTo>
                  <a:lnTo>
                    <a:pt x="6604" y="27610"/>
                  </a:lnTo>
                  <a:lnTo>
                    <a:pt x="6681" y="28073"/>
                  </a:lnTo>
                  <a:lnTo>
                    <a:pt x="6835" y="28498"/>
                  </a:lnTo>
                  <a:lnTo>
                    <a:pt x="7067" y="28923"/>
                  </a:lnTo>
                  <a:lnTo>
                    <a:pt x="7376" y="29309"/>
                  </a:lnTo>
                  <a:lnTo>
                    <a:pt x="7569" y="29463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49"/>
                  </a:lnTo>
                  <a:lnTo>
                    <a:pt x="8264" y="29849"/>
                  </a:lnTo>
                  <a:lnTo>
                    <a:pt x="8303" y="29811"/>
                  </a:lnTo>
                  <a:lnTo>
                    <a:pt x="8303" y="29734"/>
                  </a:lnTo>
                  <a:lnTo>
                    <a:pt x="8303" y="29695"/>
                  </a:lnTo>
                  <a:lnTo>
                    <a:pt x="8303" y="29656"/>
                  </a:lnTo>
                  <a:lnTo>
                    <a:pt x="8419" y="29154"/>
                  </a:lnTo>
                  <a:lnTo>
                    <a:pt x="8496" y="28614"/>
                  </a:lnTo>
                  <a:lnTo>
                    <a:pt x="8534" y="28112"/>
                  </a:lnTo>
                  <a:lnTo>
                    <a:pt x="8534" y="27571"/>
                  </a:lnTo>
                  <a:lnTo>
                    <a:pt x="8534" y="27069"/>
                  </a:lnTo>
                  <a:lnTo>
                    <a:pt x="8457" y="26567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6"/>
                  </a:lnTo>
                  <a:lnTo>
                    <a:pt x="8650" y="25409"/>
                  </a:lnTo>
                  <a:lnTo>
                    <a:pt x="8650" y="25370"/>
                  </a:lnTo>
                  <a:lnTo>
                    <a:pt x="8612" y="25293"/>
                  </a:lnTo>
                  <a:lnTo>
                    <a:pt x="8380" y="24791"/>
                  </a:lnTo>
                  <a:lnTo>
                    <a:pt x="8805" y="24637"/>
                  </a:lnTo>
                  <a:close/>
                  <a:moveTo>
                    <a:pt x="6449" y="0"/>
                  </a:moveTo>
                  <a:lnTo>
                    <a:pt x="6411" y="39"/>
                  </a:lnTo>
                  <a:lnTo>
                    <a:pt x="6411" y="116"/>
                  </a:lnTo>
                  <a:lnTo>
                    <a:pt x="6333" y="116"/>
                  </a:lnTo>
                  <a:lnTo>
                    <a:pt x="6295" y="193"/>
                  </a:lnTo>
                  <a:lnTo>
                    <a:pt x="5600" y="1275"/>
                  </a:lnTo>
                  <a:lnTo>
                    <a:pt x="4943" y="2433"/>
                  </a:lnTo>
                  <a:lnTo>
                    <a:pt x="4403" y="3591"/>
                  </a:lnTo>
                  <a:lnTo>
                    <a:pt x="3901" y="4827"/>
                  </a:lnTo>
                  <a:lnTo>
                    <a:pt x="3437" y="6063"/>
                  </a:lnTo>
                  <a:lnTo>
                    <a:pt x="3090" y="7298"/>
                  </a:lnTo>
                  <a:lnTo>
                    <a:pt x="2742" y="8573"/>
                  </a:lnTo>
                  <a:lnTo>
                    <a:pt x="2511" y="9847"/>
                  </a:lnTo>
                  <a:lnTo>
                    <a:pt x="2317" y="11160"/>
                  </a:lnTo>
                  <a:lnTo>
                    <a:pt x="2202" y="12473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8"/>
                  </a:lnTo>
                  <a:lnTo>
                    <a:pt x="541" y="18806"/>
                  </a:lnTo>
                  <a:lnTo>
                    <a:pt x="39" y="19462"/>
                  </a:lnTo>
                  <a:lnTo>
                    <a:pt x="1" y="19501"/>
                  </a:lnTo>
                  <a:lnTo>
                    <a:pt x="1" y="19578"/>
                  </a:lnTo>
                  <a:lnTo>
                    <a:pt x="78" y="19694"/>
                  </a:lnTo>
                  <a:lnTo>
                    <a:pt x="39" y="19964"/>
                  </a:lnTo>
                  <a:lnTo>
                    <a:pt x="39" y="20273"/>
                  </a:lnTo>
                  <a:lnTo>
                    <a:pt x="39" y="20543"/>
                  </a:lnTo>
                  <a:lnTo>
                    <a:pt x="78" y="20852"/>
                  </a:lnTo>
                  <a:lnTo>
                    <a:pt x="194" y="21431"/>
                  </a:lnTo>
                  <a:lnTo>
                    <a:pt x="309" y="22011"/>
                  </a:lnTo>
                  <a:lnTo>
                    <a:pt x="387" y="22899"/>
                  </a:lnTo>
                  <a:lnTo>
                    <a:pt x="425" y="23748"/>
                  </a:lnTo>
                  <a:lnTo>
                    <a:pt x="425" y="24637"/>
                  </a:lnTo>
                  <a:lnTo>
                    <a:pt x="387" y="25486"/>
                  </a:lnTo>
                  <a:lnTo>
                    <a:pt x="387" y="25602"/>
                  </a:lnTo>
                  <a:lnTo>
                    <a:pt x="464" y="25640"/>
                  </a:lnTo>
                  <a:lnTo>
                    <a:pt x="503" y="25679"/>
                  </a:lnTo>
                  <a:lnTo>
                    <a:pt x="580" y="25679"/>
                  </a:lnTo>
                  <a:lnTo>
                    <a:pt x="618" y="25756"/>
                  </a:lnTo>
                  <a:lnTo>
                    <a:pt x="696" y="25795"/>
                  </a:lnTo>
                  <a:lnTo>
                    <a:pt x="811" y="25795"/>
                  </a:lnTo>
                  <a:lnTo>
                    <a:pt x="1584" y="25254"/>
                  </a:lnTo>
                  <a:lnTo>
                    <a:pt x="2279" y="24714"/>
                  </a:lnTo>
                  <a:lnTo>
                    <a:pt x="3746" y="23594"/>
                  </a:lnTo>
                  <a:lnTo>
                    <a:pt x="3785" y="23478"/>
                  </a:lnTo>
                  <a:lnTo>
                    <a:pt x="3785" y="23362"/>
                  </a:lnTo>
                  <a:lnTo>
                    <a:pt x="3630" y="22088"/>
                  </a:lnTo>
                  <a:lnTo>
                    <a:pt x="3592" y="20814"/>
                  </a:lnTo>
                  <a:lnTo>
                    <a:pt x="3939" y="21277"/>
                  </a:lnTo>
                  <a:lnTo>
                    <a:pt x="4364" y="21663"/>
                  </a:lnTo>
                  <a:lnTo>
                    <a:pt x="4789" y="22049"/>
                  </a:lnTo>
                  <a:lnTo>
                    <a:pt x="5252" y="22358"/>
                  </a:lnTo>
                  <a:lnTo>
                    <a:pt x="5059" y="22744"/>
                  </a:lnTo>
                  <a:lnTo>
                    <a:pt x="4866" y="23169"/>
                  </a:lnTo>
                  <a:lnTo>
                    <a:pt x="4712" y="23633"/>
                  </a:lnTo>
                  <a:lnTo>
                    <a:pt x="4673" y="23864"/>
                  </a:lnTo>
                  <a:lnTo>
                    <a:pt x="4712" y="24096"/>
                  </a:lnTo>
                  <a:lnTo>
                    <a:pt x="4750" y="24173"/>
                  </a:lnTo>
                  <a:lnTo>
                    <a:pt x="4789" y="24212"/>
                  </a:lnTo>
                  <a:lnTo>
                    <a:pt x="4827" y="24250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5"/>
                  </a:lnTo>
                  <a:lnTo>
                    <a:pt x="5329" y="24868"/>
                  </a:lnTo>
                  <a:lnTo>
                    <a:pt x="5175" y="25061"/>
                  </a:lnTo>
                  <a:lnTo>
                    <a:pt x="5020" y="25254"/>
                  </a:lnTo>
                  <a:lnTo>
                    <a:pt x="4905" y="25486"/>
                  </a:lnTo>
                  <a:lnTo>
                    <a:pt x="4827" y="25718"/>
                  </a:lnTo>
                  <a:lnTo>
                    <a:pt x="4750" y="25949"/>
                  </a:lnTo>
                  <a:lnTo>
                    <a:pt x="4712" y="26220"/>
                  </a:lnTo>
                  <a:lnTo>
                    <a:pt x="4712" y="26490"/>
                  </a:lnTo>
                  <a:lnTo>
                    <a:pt x="4712" y="26567"/>
                  </a:lnTo>
                  <a:lnTo>
                    <a:pt x="4789" y="26644"/>
                  </a:lnTo>
                  <a:lnTo>
                    <a:pt x="4943" y="26644"/>
                  </a:lnTo>
                  <a:lnTo>
                    <a:pt x="5638" y="26297"/>
                  </a:lnTo>
                  <a:lnTo>
                    <a:pt x="5638" y="26297"/>
                  </a:lnTo>
                  <a:lnTo>
                    <a:pt x="5561" y="26722"/>
                  </a:lnTo>
                  <a:lnTo>
                    <a:pt x="5561" y="27146"/>
                  </a:lnTo>
                  <a:lnTo>
                    <a:pt x="5561" y="27533"/>
                  </a:lnTo>
                  <a:lnTo>
                    <a:pt x="5638" y="27957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3"/>
                  </a:lnTo>
                  <a:lnTo>
                    <a:pt x="6642" y="30004"/>
                  </a:lnTo>
                  <a:lnTo>
                    <a:pt x="6913" y="30351"/>
                  </a:lnTo>
                  <a:lnTo>
                    <a:pt x="7183" y="30660"/>
                  </a:lnTo>
                  <a:lnTo>
                    <a:pt x="7530" y="30969"/>
                  </a:lnTo>
                  <a:lnTo>
                    <a:pt x="7839" y="31162"/>
                  </a:lnTo>
                  <a:lnTo>
                    <a:pt x="7994" y="31240"/>
                  </a:lnTo>
                  <a:lnTo>
                    <a:pt x="8148" y="31317"/>
                  </a:lnTo>
                  <a:lnTo>
                    <a:pt x="8303" y="31317"/>
                  </a:lnTo>
                  <a:lnTo>
                    <a:pt x="8457" y="31278"/>
                  </a:lnTo>
                  <a:lnTo>
                    <a:pt x="8612" y="31240"/>
                  </a:lnTo>
                  <a:lnTo>
                    <a:pt x="8766" y="31162"/>
                  </a:lnTo>
                  <a:lnTo>
                    <a:pt x="8998" y="30892"/>
                  </a:lnTo>
                  <a:lnTo>
                    <a:pt x="9230" y="30583"/>
                  </a:lnTo>
                  <a:lnTo>
                    <a:pt x="9423" y="30236"/>
                  </a:lnTo>
                  <a:lnTo>
                    <a:pt x="9577" y="29849"/>
                  </a:lnTo>
                  <a:lnTo>
                    <a:pt x="9693" y="29463"/>
                  </a:lnTo>
                  <a:lnTo>
                    <a:pt x="9847" y="28807"/>
                  </a:lnTo>
                  <a:lnTo>
                    <a:pt x="9886" y="28228"/>
                  </a:lnTo>
                  <a:lnTo>
                    <a:pt x="9847" y="27610"/>
                  </a:lnTo>
                  <a:lnTo>
                    <a:pt x="9770" y="27031"/>
                  </a:lnTo>
                  <a:lnTo>
                    <a:pt x="9577" y="26490"/>
                  </a:lnTo>
                  <a:lnTo>
                    <a:pt x="9770" y="26529"/>
                  </a:lnTo>
                  <a:lnTo>
                    <a:pt x="9963" y="26567"/>
                  </a:lnTo>
                  <a:lnTo>
                    <a:pt x="10156" y="26606"/>
                  </a:lnTo>
                  <a:lnTo>
                    <a:pt x="10388" y="26606"/>
                  </a:lnTo>
                  <a:lnTo>
                    <a:pt x="10465" y="26567"/>
                  </a:lnTo>
                  <a:lnTo>
                    <a:pt x="10542" y="26529"/>
                  </a:lnTo>
                  <a:lnTo>
                    <a:pt x="10542" y="26451"/>
                  </a:lnTo>
                  <a:lnTo>
                    <a:pt x="10542" y="26336"/>
                  </a:lnTo>
                  <a:lnTo>
                    <a:pt x="10233" y="25834"/>
                  </a:lnTo>
                  <a:lnTo>
                    <a:pt x="9925" y="25332"/>
                  </a:lnTo>
                  <a:lnTo>
                    <a:pt x="9538" y="24868"/>
                  </a:lnTo>
                  <a:lnTo>
                    <a:pt x="9114" y="24482"/>
                  </a:lnTo>
                  <a:lnTo>
                    <a:pt x="9616" y="24135"/>
                  </a:lnTo>
                  <a:lnTo>
                    <a:pt x="9693" y="24057"/>
                  </a:lnTo>
                  <a:lnTo>
                    <a:pt x="9732" y="23980"/>
                  </a:lnTo>
                  <a:lnTo>
                    <a:pt x="9770" y="23941"/>
                  </a:lnTo>
                  <a:lnTo>
                    <a:pt x="9732" y="23864"/>
                  </a:lnTo>
                  <a:lnTo>
                    <a:pt x="9307" y="23092"/>
                  </a:lnTo>
                  <a:lnTo>
                    <a:pt x="9114" y="22706"/>
                  </a:lnTo>
                  <a:lnTo>
                    <a:pt x="8959" y="22281"/>
                  </a:lnTo>
                  <a:lnTo>
                    <a:pt x="9114" y="22204"/>
                  </a:lnTo>
                  <a:lnTo>
                    <a:pt x="9423" y="21933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8"/>
                  </a:lnTo>
                  <a:lnTo>
                    <a:pt x="10118" y="21895"/>
                  </a:lnTo>
                  <a:lnTo>
                    <a:pt x="10040" y="22822"/>
                  </a:lnTo>
                  <a:lnTo>
                    <a:pt x="10079" y="22899"/>
                  </a:lnTo>
                  <a:lnTo>
                    <a:pt x="10156" y="22976"/>
                  </a:lnTo>
                  <a:lnTo>
                    <a:pt x="10813" y="23401"/>
                  </a:lnTo>
                  <a:lnTo>
                    <a:pt x="11469" y="23826"/>
                  </a:lnTo>
                  <a:lnTo>
                    <a:pt x="12126" y="24289"/>
                  </a:lnTo>
                  <a:lnTo>
                    <a:pt x="12743" y="24752"/>
                  </a:lnTo>
                  <a:lnTo>
                    <a:pt x="12859" y="24830"/>
                  </a:lnTo>
                  <a:lnTo>
                    <a:pt x="12975" y="24791"/>
                  </a:lnTo>
                  <a:lnTo>
                    <a:pt x="13052" y="24752"/>
                  </a:lnTo>
                  <a:lnTo>
                    <a:pt x="13091" y="24637"/>
                  </a:lnTo>
                  <a:lnTo>
                    <a:pt x="13323" y="21393"/>
                  </a:lnTo>
                  <a:lnTo>
                    <a:pt x="13400" y="19771"/>
                  </a:lnTo>
                  <a:lnTo>
                    <a:pt x="13439" y="18960"/>
                  </a:lnTo>
                  <a:lnTo>
                    <a:pt x="13400" y="18188"/>
                  </a:lnTo>
                  <a:lnTo>
                    <a:pt x="13361" y="18072"/>
                  </a:lnTo>
                  <a:lnTo>
                    <a:pt x="13323" y="18033"/>
                  </a:lnTo>
                  <a:lnTo>
                    <a:pt x="13284" y="18033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4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8"/>
                  </a:lnTo>
                  <a:lnTo>
                    <a:pt x="10620" y="13631"/>
                  </a:lnTo>
                  <a:lnTo>
                    <a:pt x="10504" y="12705"/>
                  </a:lnTo>
                  <a:lnTo>
                    <a:pt x="10233" y="11121"/>
                  </a:lnTo>
                  <a:lnTo>
                    <a:pt x="9886" y="9538"/>
                  </a:lnTo>
                  <a:lnTo>
                    <a:pt x="9500" y="7955"/>
                  </a:lnTo>
                  <a:lnTo>
                    <a:pt x="9036" y="6410"/>
                  </a:lnTo>
                  <a:lnTo>
                    <a:pt x="8534" y="4866"/>
                  </a:lnTo>
                  <a:lnTo>
                    <a:pt x="7994" y="3321"/>
                  </a:lnTo>
                  <a:lnTo>
                    <a:pt x="7415" y="1815"/>
                  </a:lnTo>
                  <a:lnTo>
                    <a:pt x="6835" y="309"/>
                  </a:lnTo>
                  <a:lnTo>
                    <a:pt x="6797" y="232"/>
                  </a:lnTo>
                  <a:lnTo>
                    <a:pt x="6720" y="193"/>
                  </a:lnTo>
                  <a:lnTo>
                    <a:pt x="6642" y="155"/>
                  </a:lnTo>
                  <a:lnTo>
                    <a:pt x="6604" y="39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17"/>
            <p:cNvSpPr/>
            <p:nvPr/>
          </p:nvSpPr>
          <p:spPr>
            <a:xfrm>
              <a:off x="6111425" y="39739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0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17"/>
            <p:cNvSpPr/>
            <p:nvPr/>
          </p:nvSpPr>
          <p:spPr>
            <a:xfrm>
              <a:off x="5921250" y="4000950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5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3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17"/>
            <p:cNvSpPr/>
            <p:nvPr/>
          </p:nvSpPr>
          <p:spPr>
            <a:xfrm>
              <a:off x="6044825" y="4051150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5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17"/>
            <p:cNvSpPr/>
            <p:nvPr/>
          </p:nvSpPr>
          <p:spPr>
            <a:xfrm>
              <a:off x="1792350" y="4089775"/>
              <a:ext cx="345650" cy="269350"/>
            </a:xfrm>
            <a:custGeom>
              <a:avLst/>
              <a:gdLst/>
              <a:ahLst/>
              <a:cxnLst/>
              <a:rect l="l" t="t" r="r" b="b"/>
              <a:pathLst>
                <a:path w="13826" h="10774" extrusionOk="0">
                  <a:moveTo>
                    <a:pt x="3438" y="1004"/>
                  </a:moveTo>
                  <a:lnTo>
                    <a:pt x="3515" y="1081"/>
                  </a:lnTo>
                  <a:lnTo>
                    <a:pt x="3631" y="1159"/>
                  </a:lnTo>
                  <a:lnTo>
                    <a:pt x="3669" y="1275"/>
                  </a:lnTo>
                  <a:lnTo>
                    <a:pt x="3669" y="1429"/>
                  </a:lnTo>
                  <a:lnTo>
                    <a:pt x="3592" y="1661"/>
                  </a:lnTo>
                  <a:lnTo>
                    <a:pt x="3515" y="1815"/>
                  </a:lnTo>
                  <a:lnTo>
                    <a:pt x="3360" y="1931"/>
                  </a:lnTo>
                  <a:lnTo>
                    <a:pt x="3167" y="1970"/>
                  </a:lnTo>
                  <a:lnTo>
                    <a:pt x="2974" y="2008"/>
                  </a:lnTo>
                  <a:lnTo>
                    <a:pt x="2781" y="2008"/>
                  </a:lnTo>
                  <a:lnTo>
                    <a:pt x="2356" y="1931"/>
                  </a:lnTo>
                  <a:lnTo>
                    <a:pt x="2395" y="1892"/>
                  </a:lnTo>
                  <a:lnTo>
                    <a:pt x="2472" y="1661"/>
                  </a:lnTo>
                  <a:lnTo>
                    <a:pt x="2588" y="1429"/>
                  </a:lnTo>
                  <a:lnTo>
                    <a:pt x="2704" y="1236"/>
                  </a:lnTo>
                  <a:lnTo>
                    <a:pt x="2897" y="1081"/>
                  </a:lnTo>
                  <a:lnTo>
                    <a:pt x="3013" y="1004"/>
                  </a:lnTo>
                  <a:close/>
                  <a:moveTo>
                    <a:pt x="1044" y="1468"/>
                  </a:moveTo>
                  <a:lnTo>
                    <a:pt x="1237" y="1545"/>
                  </a:lnTo>
                  <a:lnTo>
                    <a:pt x="1430" y="1622"/>
                  </a:lnTo>
                  <a:lnTo>
                    <a:pt x="1623" y="1777"/>
                  </a:lnTo>
                  <a:lnTo>
                    <a:pt x="1816" y="1892"/>
                  </a:lnTo>
                  <a:lnTo>
                    <a:pt x="1507" y="2201"/>
                  </a:lnTo>
                  <a:lnTo>
                    <a:pt x="1314" y="2356"/>
                  </a:lnTo>
                  <a:lnTo>
                    <a:pt x="1121" y="2433"/>
                  </a:lnTo>
                  <a:lnTo>
                    <a:pt x="966" y="2472"/>
                  </a:lnTo>
                  <a:lnTo>
                    <a:pt x="812" y="2472"/>
                  </a:lnTo>
                  <a:lnTo>
                    <a:pt x="696" y="2433"/>
                  </a:lnTo>
                  <a:lnTo>
                    <a:pt x="580" y="2394"/>
                  </a:lnTo>
                  <a:lnTo>
                    <a:pt x="464" y="2317"/>
                  </a:lnTo>
                  <a:lnTo>
                    <a:pt x="387" y="2201"/>
                  </a:lnTo>
                  <a:lnTo>
                    <a:pt x="387" y="2085"/>
                  </a:lnTo>
                  <a:lnTo>
                    <a:pt x="426" y="1892"/>
                  </a:lnTo>
                  <a:lnTo>
                    <a:pt x="503" y="1699"/>
                  </a:lnTo>
                  <a:lnTo>
                    <a:pt x="657" y="1545"/>
                  </a:lnTo>
                  <a:lnTo>
                    <a:pt x="850" y="1468"/>
                  </a:lnTo>
                  <a:close/>
                  <a:moveTo>
                    <a:pt x="4866" y="3823"/>
                  </a:moveTo>
                  <a:lnTo>
                    <a:pt x="5021" y="3862"/>
                  </a:lnTo>
                  <a:lnTo>
                    <a:pt x="5137" y="3939"/>
                  </a:lnTo>
                  <a:lnTo>
                    <a:pt x="5253" y="4055"/>
                  </a:lnTo>
                  <a:lnTo>
                    <a:pt x="5330" y="4171"/>
                  </a:lnTo>
                  <a:lnTo>
                    <a:pt x="5330" y="4325"/>
                  </a:lnTo>
                  <a:lnTo>
                    <a:pt x="5330" y="4441"/>
                  </a:lnTo>
                  <a:lnTo>
                    <a:pt x="5291" y="4557"/>
                  </a:lnTo>
                  <a:lnTo>
                    <a:pt x="5137" y="4788"/>
                  </a:lnTo>
                  <a:lnTo>
                    <a:pt x="4944" y="4982"/>
                  </a:lnTo>
                  <a:lnTo>
                    <a:pt x="4751" y="5097"/>
                  </a:lnTo>
                  <a:lnTo>
                    <a:pt x="4557" y="5136"/>
                  </a:lnTo>
                  <a:lnTo>
                    <a:pt x="4171" y="5213"/>
                  </a:lnTo>
                  <a:lnTo>
                    <a:pt x="4171" y="5213"/>
                  </a:lnTo>
                  <a:lnTo>
                    <a:pt x="4210" y="4750"/>
                  </a:lnTo>
                  <a:lnTo>
                    <a:pt x="4287" y="4557"/>
                  </a:lnTo>
                  <a:lnTo>
                    <a:pt x="4364" y="4325"/>
                  </a:lnTo>
                  <a:lnTo>
                    <a:pt x="4519" y="4055"/>
                  </a:lnTo>
                  <a:lnTo>
                    <a:pt x="4635" y="3978"/>
                  </a:lnTo>
                  <a:lnTo>
                    <a:pt x="4751" y="3900"/>
                  </a:lnTo>
                  <a:lnTo>
                    <a:pt x="4866" y="3823"/>
                  </a:lnTo>
                  <a:close/>
                  <a:moveTo>
                    <a:pt x="7299" y="4518"/>
                  </a:moveTo>
                  <a:lnTo>
                    <a:pt x="7415" y="4595"/>
                  </a:lnTo>
                  <a:lnTo>
                    <a:pt x="7492" y="4673"/>
                  </a:lnTo>
                  <a:lnTo>
                    <a:pt x="7531" y="4788"/>
                  </a:lnTo>
                  <a:lnTo>
                    <a:pt x="7569" y="4943"/>
                  </a:lnTo>
                  <a:lnTo>
                    <a:pt x="7608" y="5175"/>
                  </a:lnTo>
                  <a:lnTo>
                    <a:pt x="7569" y="5445"/>
                  </a:lnTo>
                  <a:lnTo>
                    <a:pt x="7531" y="5677"/>
                  </a:lnTo>
                  <a:lnTo>
                    <a:pt x="7454" y="5908"/>
                  </a:lnTo>
                  <a:lnTo>
                    <a:pt x="7299" y="6101"/>
                  </a:lnTo>
                  <a:lnTo>
                    <a:pt x="7145" y="6294"/>
                  </a:lnTo>
                  <a:lnTo>
                    <a:pt x="6913" y="5870"/>
                  </a:lnTo>
                  <a:lnTo>
                    <a:pt x="6797" y="5677"/>
                  </a:lnTo>
                  <a:lnTo>
                    <a:pt x="6759" y="5445"/>
                  </a:lnTo>
                  <a:lnTo>
                    <a:pt x="6720" y="5136"/>
                  </a:lnTo>
                  <a:lnTo>
                    <a:pt x="6759" y="4943"/>
                  </a:lnTo>
                  <a:lnTo>
                    <a:pt x="6797" y="4788"/>
                  </a:lnTo>
                  <a:lnTo>
                    <a:pt x="6874" y="4634"/>
                  </a:lnTo>
                  <a:lnTo>
                    <a:pt x="6990" y="4557"/>
                  </a:lnTo>
                  <a:lnTo>
                    <a:pt x="7106" y="4518"/>
                  </a:lnTo>
                  <a:close/>
                  <a:moveTo>
                    <a:pt x="11161" y="4982"/>
                  </a:moveTo>
                  <a:lnTo>
                    <a:pt x="11276" y="5059"/>
                  </a:lnTo>
                  <a:lnTo>
                    <a:pt x="11354" y="5136"/>
                  </a:lnTo>
                  <a:lnTo>
                    <a:pt x="11392" y="5252"/>
                  </a:lnTo>
                  <a:lnTo>
                    <a:pt x="11431" y="5368"/>
                  </a:lnTo>
                  <a:lnTo>
                    <a:pt x="11392" y="5677"/>
                  </a:lnTo>
                  <a:lnTo>
                    <a:pt x="11315" y="5986"/>
                  </a:lnTo>
                  <a:lnTo>
                    <a:pt x="11161" y="6217"/>
                  </a:lnTo>
                  <a:lnTo>
                    <a:pt x="11083" y="6333"/>
                  </a:lnTo>
                  <a:lnTo>
                    <a:pt x="10968" y="6372"/>
                  </a:lnTo>
                  <a:lnTo>
                    <a:pt x="10890" y="6410"/>
                  </a:lnTo>
                  <a:lnTo>
                    <a:pt x="10736" y="6410"/>
                  </a:lnTo>
                  <a:lnTo>
                    <a:pt x="10697" y="6449"/>
                  </a:lnTo>
                  <a:lnTo>
                    <a:pt x="10659" y="6449"/>
                  </a:lnTo>
                  <a:lnTo>
                    <a:pt x="10466" y="6101"/>
                  </a:lnTo>
                  <a:lnTo>
                    <a:pt x="10388" y="5947"/>
                  </a:lnTo>
                  <a:lnTo>
                    <a:pt x="10350" y="5715"/>
                  </a:lnTo>
                  <a:lnTo>
                    <a:pt x="10350" y="5484"/>
                  </a:lnTo>
                  <a:lnTo>
                    <a:pt x="10427" y="5252"/>
                  </a:lnTo>
                  <a:lnTo>
                    <a:pt x="10581" y="5097"/>
                  </a:lnTo>
                  <a:lnTo>
                    <a:pt x="10697" y="5059"/>
                  </a:lnTo>
                  <a:lnTo>
                    <a:pt x="10813" y="4982"/>
                  </a:lnTo>
                  <a:close/>
                  <a:moveTo>
                    <a:pt x="3052" y="5522"/>
                  </a:moveTo>
                  <a:lnTo>
                    <a:pt x="3476" y="5561"/>
                  </a:lnTo>
                  <a:lnTo>
                    <a:pt x="3283" y="5947"/>
                  </a:lnTo>
                  <a:lnTo>
                    <a:pt x="3167" y="6140"/>
                  </a:lnTo>
                  <a:lnTo>
                    <a:pt x="3013" y="6294"/>
                  </a:lnTo>
                  <a:lnTo>
                    <a:pt x="2858" y="6410"/>
                  </a:lnTo>
                  <a:lnTo>
                    <a:pt x="2704" y="6488"/>
                  </a:lnTo>
                  <a:lnTo>
                    <a:pt x="2472" y="6488"/>
                  </a:lnTo>
                  <a:lnTo>
                    <a:pt x="2279" y="6410"/>
                  </a:lnTo>
                  <a:lnTo>
                    <a:pt x="2125" y="6294"/>
                  </a:lnTo>
                  <a:lnTo>
                    <a:pt x="2086" y="6179"/>
                  </a:lnTo>
                  <a:lnTo>
                    <a:pt x="2086" y="6063"/>
                  </a:lnTo>
                  <a:lnTo>
                    <a:pt x="2125" y="5908"/>
                  </a:lnTo>
                  <a:lnTo>
                    <a:pt x="2241" y="5792"/>
                  </a:lnTo>
                  <a:lnTo>
                    <a:pt x="2356" y="5677"/>
                  </a:lnTo>
                  <a:lnTo>
                    <a:pt x="2472" y="5599"/>
                  </a:lnTo>
                  <a:lnTo>
                    <a:pt x="2588" y="5561"/>
                  </a:lnTo>
                  <a:lnTo>
                    <a:pt x="2820" y="5522"/>
                  </a:lnTo>
                  <a:close/>
                  <a:moveTo>
                    <a:pt x="7222" y="6796"/>
                  </a:moveTo>
                  <a:lnTo>
                    <a:pt x="7183" y="7260"/>
                  </a:lnTo>
                  <a:lnTo>
                    <a:pt x="7106" y="7453"/>
                  </a:lnTo>
                  <a:lnTo>
                    <a:pt x="7029" y="7685"/>
                  </a:lnTo>
                  <a:lnTo>
                    <a:pt x="6874" y="7916"/>
                  </a:lnTo>
                  <a:lnTo>
                    <a:pt x="6681" y="8148"/>
                  </a:lnTo>
                  <a:lnTo>
                    <a:pt x="6565" y="8225"/>
                  </a:lnTo>
                  <a:lnTo>
                    <a:pt x="6450" y="8264"/>
                  </a:lnTo>
                  <a:lnTo>
                    <a:pt x="6295" y="8302"/>
                  </a:lnTo>
                  <a:lnTo>
                    <a:pt x="6141" y="8225"/>
                  </a:lnTo>
                  <a:lnTo>
                    <a:pt x="6025" y="8148"/>
                  </a:lnTo>
                  <a:lnTo>
                    <a:pt x="5948" y="8032"/>
                  </a:lnTo>
                  <a:lnTo>
                    <a:pt x="5909" y="7916"/>
                  </a:lnTo>
                  <a:lnTo>
                    <a:pt x="5909" y="7800"/>
                  </a:lnTo>
                  <a:lnTo>
                    <a:pt x="5948" y="7646"/>
                  </a:lnTo>
                  <a:lnTo>
                    <a:pt x="6025" y="7530"/>
                  </a:lnTo>
                  <a:lnTo>
                    <a:pt x="6179" y="7298"/>
                  </a:lnTo>
                  <a:lnTo>
                    <a:pt x="6411" y="7144"/>
                  </a:lnTo>
                  <a:lnTo>
                    <a:pt x="6643" y="7028"/>
                  </a:lnTo>
                  <a:lnTo>
                    <a:pt x="7183" y="6835"/>
                  </a:lnTo>
                  <a:lnTo>
                    <a:pt x="7183" y="6796"/>
                  </a:lnTo>
                  <a:close/>
                  <a:moveTo>
                    <a:pt x="10620" y="7144"/>
                  </a:moveTo>
                  <a:lnTo>
                    <a:pt x="10659" y="7337"/>
                  </a:lnTo>
                  <a:lnTo>
                    <a:pt x="10697" y="7530"/>
                  </a:lnTo>
                  <a:lnTo>
                    <a:pt x="10697" y="7685"/>
                  </a:lnTo>
                  <a:lnTo>
                    <a:pt x="10659" y="7878"/>
                  </a:lnTo>
                  <a:lnTo>
                    <a:pt x="10620" y="8032"/>
                  </a:lnTo>
                  <a:lnTo>
                    <a:pt x="10504" y="8187"/>
                  </a:lnTo>
                  <a:lnTo>
                    <a:pt x="10427" y="8341"/>
                  </a:lnTo>
                  <a:lnTo>
                    <a:pt x="10272" y="8457"/>
                  </a:lnTo>
                  <a:lnTo>
                    <a:pt x="10118" y="8573"/>
                  </a:lnTo>
                  <a:lnTo>
                    <a:pt x="9925" y="8611"/>
                  </a:lnTo>
                  <a:lnTo>
                    <a:pt x="9848" y="8573"/>
                  </a:lnTo>
                  <a:lnTo>
                    <a:pt x="9770" y="8573"/>
                  </a:lnTo>
                  <a:lnTo>
                    <a:pt x="9732" y="8496"/>
                  </a:lnTo>
                  <a:lnTo>
                    <a:pt x="9655" y="8418"/>
                  </a:lnTo>
                  <a:lnTo>
                    <a:pt x="9616" y="8225"/>
                  </a:lnTo>
                  <a:lnTo>
                    <a:pt x="9655" y="8071"/>
                  </a:lnTo>
                  <a:lnTo>
                    <a:pt x="9732" y="7916"/>
                  </a:lnTo>
                  <a:lnTo>
                    <a:pt x="9809" y="7762"/>
                  </a:lnTo>
                  <a:lnTo>
                    <a:pt x="10002" y="7569"/>
                  </a:lnTo>
                  <a:lnTo>
                    <a:pt x="10195" y="7414"/>
                  </a:lnTo>
                  <a:lnTo>
                    <a:pt x="10388" y="7260"/>
                  </a:lnTo>
                  <a:lnTo>
                    <a:pt x="10620" y="7144"/>
                  </a:lnTo>
                  <a:close/>
                  <a:moveTo>
                    <a:pt x="1854" y="0"/>
                  </a:moveTo>
                  <a:lnTo>
                    <a:pt x="1507" y="39"/>
                  </a:lnTo>
                  <a:lnTo>
                    <a:pt x="1584" y="734"/>
                  </a:lnTo>
                  <a:lnTo>
                    <a:pt x="1700" y="1429"/>
                  </a:lnTo>
                  <a:lnTo>
                    <a:pt x="1584" y="1313"/>
                  </a:lnTo>
                  <a:lnTo>
                    <a:pt x="1430" y="1236"/>
                  </a:lnTo>
                  <a:lnTo>
                    <a:pt x="1275" y="1159"/>
                  </a:lnTo>
                  <a:lnTo>
                    <a:pt x="1082" y="1120"/>
                  </a:lnTo>
                  <a:lnTo>
                    <a:pt x="889" y="1120"/>
                  </a:lnTo>
                  <a:lnTo>
                    <a:pt x="735" y="1159"/>
                  </a:lnTo>
                  <a:lnTo>
                    <a:pt x="542" y="1236"/>
                  </a:lnTo>
                  <a:lnTo>
                    <a:pt x="387" y="1313"/>
                  </a:lnTo>
                  <a:lnTo>
                    <a:pt x="271" y="1429"/>
                  </a:lnTo>
                  <a:lnTo>
                    <a:pt x="155" y="1545"/>
                  </a:lnTo>
                  <a:lnTo>
                    <a:pt x="78" y="1738"/>
                  </a:lnTo>
                  <a:lnTo>
                    <a:pt x="40" y="1892"/>
                  </a:lnTo>
                  <a:lnTo>
                    <a:pt x="1" y="2085"/>
                  </a:lnTo>
                  <a:lnTo>
                    <a:pt x="40" y="2240"/>
                  </a:lnTo>
                  <a:lnTo>
                    <a:pt x="78" y="2394"/>
                  </a:lnTo>
                  <a:lnTo>
                    <a:pt x="155" y="2549"/>
                  </a:lnTo>
                  <a:lnTo>
                    <a:pt x="271" y="2665"/>
                  </a:lnTo>
                  <a:lnTo>
                    <a:pt x="387" y="2742"/>
                  </a:lnTo>
                  <a:lnTo>
                    <a:pt x="542" y="2819"/>
                  </a:lnTo>
                  <a:lnTo>
                    <a:pt x="735" y="2858"/>
                  </a:lnTo>
                  <a:lnTo>
                    <a:pt x="1044" y="2858"/>
                  </a:lnTo>
                  <a:lnTo>
                    <a:pt x="1352" y="2742"/>
                  </a:lnTo>
                  <a:lnTo>
                    <a:pt x="1661" y="2587"/>
                  </a:lnTo>
                  <a:lnTo>
                    <a:pt x="1932" y="2356"/>
                  </a:lnTo>
                  <a:lnTo>
                    <a:pt x="2163" y="3089"/>
                  </a:lnTo>
                  <a:lnTo>
                    <a:pt x="2434" y="3823"/>
                  </a:lnTo>
                  <a:lnTo>
                    <a:pt x="2820" y="4518"/>
                  </a:lnTo>
                  <a:lnTo>
                    <a:pt x="3013" y="4827"/>
                  </a:lnTo>
                  <a:lnTo>
                    <a:pt x="3245" y="5136"/>
                  </a:lnTo>
                  <a:lnTo>
                    <a:pt x="2936" y="5136"/>
                  </a:lnTo>
                  <a:lnTo>
                    <a:pt x="2588" y="5175"/>
                  </a:lnTo>
                  <a:lnTo>
                    <a:pt x="2318" y="5252"/>
                  </a:lnTo>
                  <a:lnTo>
                    <a:pt x="2048" y="5445"/>
                  </a:lnTo>
                  <a:lnTo>
                    <a:pt x="1932" y="5561"/>
                  </a:lnTo>
                  <a:lnTo>
                    <a:pt x="1854" y="5677"/>
                  </a:lnTo>
                  <a:lnTo>
                    <a:pt x="1777" y="5831"/>
                  </a:lnTo>
                  <a:lnTo>
                    <a:pt x="1739" y="5986"/>
                  </a:lnTo>
                  <a:lnTo>
                    <a:pt x="1700" y="6140"/>
                  </a:lnTo>
                  <a:lnTo>
                    <a:pt x="1739" y="6294"/>
                  </a:lnTo>
                  <a:lnTo>
                    <a:pt x="1777" y="6449"/>
                  </a:lnTo>
                  <a:lnTo>
                    <a:pt x="1893" y="6603"/>
                  </a:lnTo>
                  <a:lnTo>
                    <a:pt x="2009" y="6681"/>
                  </a:lnTo>
                  <a:lnTo>
                    <a:pt x="2125" y="6758"/>
                  </a:lnTo>
                  <a:lnTo>
                    <a:pt x="2279" y="6835"/>
                  </a:lnTo>
                  <a:lnTo>
                    <a:pt x="2434" y="6874"/>
                  </a:lnTo>
                  <a:lnTo>
                    <a:pt x="2588" y="6874"/>
                  </a:lnTo>
                  <a:lnTo>
                    <a:pt x="2743" y="6835"/>
                  </a:lnTo>
                  <a:lnTo>
                    <a:pt x="2897" y="6796"/>
                  </a:lnTo>
                  <a:lnTo>
                    <a:pt x="3052" y="6719"/>
                  </a:lnTo>
                  <a:lnTo>
                    <a:pt x="3283" y="6526"/>
                  </a:lnTo>
                  <a:lnTo>
                    <a:pt x="3476" y="6294"/>
                  </a:lnTo>
                  <a:lnTo>
                    <a:pt x="3631" y="5986"/>
                  </a:lnTo>
                  <a:lnTo>
                    <a:pt x="3747" y="5677"/>
                  </a:lnTo>
                  <a:lnTo>
                    <a:pt x="4171" y="6024"/>
                  </a:lnTo>
                  <a:lnTo>
                    <a:pt x="4635" y="6333"/>
                  </a:lnTo>
                  <a:lnTo>
                    <a:pt x="5137" y="6565"/>
                  </a:lnTo>
                  <a:lnTo>
                    <a:pt x="5716" y="6719"/>
                  </a:lnTo>
                  <a:lnTo>
                    <a:pt x="6218" y="6796"/>
                  </a:lnTo>
                  <a:lnTo>
                    <a:pt x="6025" y="6912"/>
                  </a:lnTo>
                  <a:lnTo>
                    <a:pt x="5870" y="7028"/>
                  </a:lnTo>
                  <a:lnTo>
                    <a:pt x="5755" y="7183"/>
                  </a:lnTo>
                  <a:lnTo>
                    <a:pt x="5639" y="7376"/>
                  </a:lnTo>
                  <a:lnTo>
                    <a:pt x="5561" y="7530"/>
                  </a:lnTo>
                  <a:lnTo>
                    <a:pt x="5523" y="7685"/>
                  </a:lnTo>
                  <a:lnTo>
                    <a:pt x="5523" y="7878"/>
                  </a:lnTo>
                  <a:lnTo>
                    <a:pt x="5523" y="8032"/>
                  </a:lnTo>
                  <a:lnTo>
                    <a:pt x="5561" y="8187"/>
                  </a:lnTo>
                  <a:lnTo>
                    <a:pt x="5639" y="8341"/>
                  </a:lnTo>
                  <a:lnTo>
                    <a:pt x="5755" y="8457"/>
                  </a:lnTo>
                  <a:lnTo>
                    <a:pt x="5909" y="8573"/>
                  </a:lnTo>
                  <a:lnTo>
                    <a:pt x="6063" y="8650"/>
                  </a:lnTo>
                  <a:lnTo>
                    <a:pt x="6257" y="8689"/>
                  </a:lnTo>
                  <a:lnTo>
                    <a:pt x="6411" y="8689"/>
                  </a:lnTo>
                  <a:lnTo>
                    <a:pt x="6604" y="8650"/>
                  </a:lnTo>
                  <a:lnTo>
                    <a:pt x="6759" y="8573"/>
                  </a:lnTo>
                  <a:lnTo>
                    <a:pt x="6952" y="8457"/>
                  </a:lnTo>
                  <a:lnTo>
                    <a:pt x="7067" y="8341"/>
                  </a:lnTo>
                  <a:lnTo>
                    <a:pt x="7183" y="8187"/>
                  </a:lnTo>
                  <a:lnTo>
                    <a:pt x="7376" y="7878"/>
                  </a:lnTo>
                  <a:lnTo>
                    <a:pt x="7492" y="7530"/>
                  </a:lnTo>
                  <a:lnTo>
                    <a:pt x="7531" y="7183"/>
                  </a:lnTo>
                  <a:lnTo>
                    <a:pt x="7531" y="6796"/>
                  </a:lnTo>
                  <a:lnTo>
                    <a:pt x="8882" y="6719"/>
                  </a:lnTo>
                  <a:lnTo>
                    <a:pt x="9577" y="6719"/>
                  </a:lnTo>
                  <a:lnTo>
                    <a:pt x="10272" y="6796"/>
                  </a:lnTo>
                  <a:lnTo>
                    <a:pt x="10466" y="6835"/>
                  </a:lnTo>
                  <a:lnTo>
                    <a:pt x="10311" y="6912"/>
                  </a:lnTo>
                  <a:lnTo>
                    <a:pt x="10118" y="7028"/>
                  </a:lnTo>
                  <a:lnTo>
                    <a:pt x="9809" y="7260"/>
                  </a:lnTo>
                  <a:lnTo>
                    <a:pt x="9539" y="7569"/>
                  </a:lnTo>
                  <a:lnTo>
                    <a:pt x="9423" y="7723"/>
                  </a:lnTo>
                  <a:lnTo>
                    <a:pt x="9346" y="7916"/>
                  </a:lnTo>
                  <a:lnTo>
                    <a:pt x="9307" y="8109"/>
                  </a:lnTo>
                  <a:lnTo>
                    <a:pt x="9269" y="8264"/>
                  </a:lnTo>
                  <a:lnTo>
                    <a:pt x="9307" y="8457"/>
                  </a:lnTo>
                  <a:lnTo>
                    <a:pt x="9384" y="8611"/>
                  </a:lnTo>
                  <a:lnTo>
                    <a:pt x="9462" y="8766"/>
                  </a:lnTo>
                  <a:lnTo>
                    <a:pt x="9616" y="8882"/>
                  </a:lnTo>
                  <a:lnTo>
                    <a:pt x="9770" y="8959"/>
                  </a:lnTo>
                  <a:lnTo>
                    <a:pt x="9964" y="8998"/>
                  </a:lnTo>
                  <a:lnTo>
                    <a:pt x="10157" y="8959"/>
                  </a:lnTo>
                  <a:lnTo>
                    <a:pt x="10311" y="8882"/>
                  </a:lnTo>
                  <a:lnTo>
                    <a:pt x="10466" y="8804"/>
                  </a:lnTo>
                  <a:lnTo>
                    <a:pt x="10620" y="8650"/>
                  </a:lnTo>
                  <a:lnTo>
                    <a:pt x="10736" y="8534"/>
                  </a:lnTo>
                  <a:lnTo>
                    <a:pt x="10852" y="8341"/>
                  </a:lnTo>
                  <a:lnTo>
                    <a:pt x="10929" y="8187"/>
                  </a:lnTo>
                  <a:lnTo>
                    <a:pt x="11006" y="7994"/>
                  </a:lnTo>
                  <a:lnTo>
                    <a:pt x="11045" y="7762"/>
                  </a:lnTo>
                  <a:lnTo>
                    <a:pt x="11045" y="7492"/>
                  </a:lnTo>
                  <a:lnTo>
                    <a:pt x="10968" y="7221"/>
                  </a:lnTo>
                  <a:lnTo>
                    <a:pt x="10890" y="6990"/>
                  </a:lnTo>
                  <a:lnTo>
                    <a:pt x="10929" y="6951"/>
                  </a:lnTo>
                  <a:lnTo>
                    <a:pt x="11431" y="7105"/>
                  </a:lnTo>
                  <a:lnTo>
                    <a:pt x="11894" y="7376"/>
                  </a:lnTo>
                  <a:lnTo>
                    <a:pt x="12319" y="7685"/>
                  </a:lnTo>
                  <a:lnTo>
                    <a:pt x="12512" y="7839"/>
                  </a:lnTo>
                  <a:lnTo>
                    <a:pt x="12705" y="8032"/>
                  </a:lnTo>
                  <a:lnTo>
                    <a:pt x="12898" y="8341"/>
                  </a:lnTo>
                  <a:lnTo>
                    <a:pt x="13091" y="8650"/>
                  </a:lnTo>
                  <a:lnTo>
                    <a:pt x="13207" y="8920"/>
                  </a:lnTo>
                  <a:lnTo>
                    <a:pt x="13284" y="9268"/>
                  </a:lnTo>
                  <a:lnTo>
                    <a:pt x="13323" y="9577"/>
                  </a:lnTo>
                  <a:lnTo>
                    <a:pt x="13362" y="9924"/>
                  </a:lnTo>
                  <a:lnTo>
                    <a:pt x="13323" y="10619"/>
                  </a:lnTo>
                  <a:lnTo>
                    <a:pt x="13323" y="10658"/>
                  </a:lnTo>
                  <a:lnTo>
                    <a:pt x="13362" y="10735"/>
                  </a:lnTo>
                  <a:lnTo>
                    <a:pt x="13439" y="10774"/>
                  </a:lnTo>
                  <a:lnTo>
                    <a:pt x="13555" y="10774"/>
                  </a:lnTo>
                  <a:lnTo>
                    <a:pt x="13632" y="10697"/>
                  </a:lnTo>
                  <a:lnTo>
                    <a:pt x="13709" y="10465"/>
                  </a:lnTo>
                  <a:lnTo>
                    <a:pt x="13786" y="10272"/>
                  </a:lnTo>
                  <a:lnTo>
                    <a:pt x="13825" y="10040"/>
                  </a:lnTo>
                  <a:lnTo>
                    <a:pt x="13825" y="9808"/>
                  </a:lnTo>
                  <a:lnTo>
                    <a:pt x="13786" y="9384"/>
                  </a:lnTo>
                  <a:lnTo>
                    <a:pt x="13671" y="8920"/>
                  </a:lnTo>
                  <a:lnTo>
                    <a:pt x="13478" y="8496"/>
                  </a:lnTo>
                  <a:lnTo>
                    <a:pt x="13246" y="8109"/>
                  </a:lnTo>
                  <a:lnTo>
                    <a:pt x="12976" y="7723"/>
                  </a:lnTo>
                  <a:lnTo>
                    <a:pt x="12667" y="7414"/>
                  </a:lnTo>
                  <a:lnTo>
                    <a:pt x="12319" y="7144"/>
                  </a:lnTo>
                  <a:lnTo>
                    <a:pt x="11972" y="6912"/>
                  </a:lnTo>
                  <a:lnTo>
                    <a:pt x="11585" y="6719"/>
                  </a:lnTo>
                  <a:lnTo>
                    <a:pt x="11199" y="6565"/>
                  </a:lnTo>
                  <a:lnTo>
                    <a:pt x="11392" y="6410"/>
                  </a:lnTo>
                  <a:lnTo>
                    <a:pt x="11585" y="6140"/>
                  </a:lnTo>
                  <a:lnTo>
                    <a:pt x="11701" y="5831"/>
                  </a:lnTo>
                  <a:lnTo>
                    <a:pt x="11740" y="5522"/>
                  </a:lnTo>
                  <a:lnTo>
                    <a:pt x="11740" y="5213"/>
                  </a:lnTo>
                  <a:lnTo>
                    <a:pt x="11701" y="5059"/>
                  </a:lnTo>
                  <a:lnTo>
                    <a:pt x="11624" y="4943"/>
                  </a:lnTo>
                  <a:lnTo>
                    <a:pt x="11547" y="4827"/>
                  </a:lnTo>
                  <a:lnTo>
                    <a:pt x="11431" y="4750"/>
                  </a:lnTo>
                  <a:lnTo>
                    <a:pt x="11276" y="4673"/>
                  </a:lnTo>
                  <a:lnTo>
                    <a:pt x="11122" y="4634"/>
                  </a:lnTo>
                  <a:lnTo>
                    <a:pt x="10774" y="4634"/>
                  </a:lnTo>
                  <a:lnTo>
                    <a:pt x="10581" y="4711"/>
                  </a:lnTo>
                  <a:lnTo>
                    <a:pt x="10427" y="4788"/>
                  </a:lnTo>
                  <a:lnTo>
                    <a:pt x="10311" y="4866"/>
                  </a:lnTo>
                  <a:lnTo>
                    <a:pt x="10195" y="5020"/>
                  </a:lnTo>
                  <a:lnTo>
                    <a:pt x="10079" y="5136"/>
                  </a:lnTo>
                  <a:lnTo>
                    <a:pt x="10002" y="5329"/>
                  </a:lnTo>
                  <a:lnTo>
                    <a:pt x="9964" y="5561"/>
                  </a:lnTo>
                  <a:lnTo>
                    <a:pt x="9964" y="5831"/>
                  </a:lnTo>
                  <a:lnTo>
                    <a:pt x="10041" y="6063"/>
                  </a:lnTo>
                  <a:lnTo>
                    <a:pt x="10118" y="6333"/>
                  </a:lnTo>
                  <a:lnTo>
                    <a:pt x="9462" y="6256"/>
                  </a:lnTo>
                  <a:lnTo>
                    <a:pt x="8805" y="6256"/>
                  </a:lnTo>
                  <a:lnTo>
                    <a:pt x="7492" y="6333"/>
                  </a:lnTo>
                  <a:lnTo>
                    <a:pt x="7685" y="6063"/>
                  </a:lnTo>
                  <a:lnTo>
                    <a:pt x="7801" y="5792"/>
                  </a:lnTo>
                  <a:lnTo>
                    <a:pt x="7878" y="5522"/>
                  </a:lnTo>
                  <a:lnTo>
                    <a:pt x="7956" y="5213"/>
                  </a:lnTo>
                  <a:lnTo>
                    <a:pt x="7917" y="4866"/>
                  </a:lnTo>
                  <a:lnTo>
                    <a:pt x="7878" y="4711"/>
                  </a:lnTo>
                  <a:lnTo>
                    <a:pt x="7801" y="4557"/>
                  </a:lnTo>
                  <a:lnTo>
                    <a:pt x="7724" y="4402"/>
                  </a:lnTo>
                  <a:lnTo>
                    <a:pt x="7608" y="4287"/>
                  </a:lnTo>
                  <a:lnTo>
                    <a:pt x="7492" y="4209"/>
                  </a:lnTo>
                  <a:lnTo>
                    <a:pt x="7299" y="4132"/>
                  </a:lnTo>
                  <a:lnTo>
                    <a:pt x="6990" y="4132"/>
                  </a:lnTo>
                  <a:lnTo>
                    <a:pt x="6836" y="4209"/>
                  </a:lnTo>
                  <a:lnTo>
                    <a:pt x="6720" y="4325"/>
                  </a:lnTo>
                  <a:lnTo>
                    <a:pt x="6604" y="4441"/>
                  </a:lnTo>
                  <a:lnTo>
                    <a:pt x="6527" y="4595"/>
                  </a:lnTo>
                  <a:lnTo>
                    <a:pt x="6411" y="4904"/>
                  </a:lnTo>
                  <a:lnTo>
                    <a:pt x="6372" y="5252"/>
                  </a:lnTo>
                  <a:lnTo>
                    <a:pt x="6411" y="5638"/>
                  </a:lnTo>
                  <a:lnTo>
                    <a:pt x="6450" y="5831"/>
                  </a:lnTo>
                  <a:lnTo>
                    <a:pt x="6527" y="6024"/>
                  </a:lnTo>
                  <a:lnTo>
                    <a:pt x="6643" y="6179"/>
                  </a:lnTo>
                  <a:lnTo>
                    <a:pt x="6759" y="6333"/>
                  </a:lnTo>
                  <a:lnTo>
                    <a:pt x="6102" y="6256"/>
                  </a:lnTo>
                  <a:lnTo>
                    <a:pt x="5755" y="6217"/>
                  </a:lnTo>
                  <a:lnTo>
                    <a:pt x="5446" y="6140"/>
                  </a:lnTo>
                  <a:lnTo>
                    <a:pt x="5137" y="6024"/>
                  </a:lnTo>
                  <a:lnTo>
                    <a:pt x="4828" y="5870"/>
                  </a:lnTo>
                  <a:lnTo>
                    <a:pt x="4519" y="5715"/>
                  </a:lnTo>
                  <a:lnTo>
                    <a:pt x="4210" y="5522"/>
                  </a:lnTo>
                  <a:lnTo>
                    <a:pt x="4557" y="5484"/>
                  </a:lnTo>
                  <a:lnTo>
                    <a:pt x="4905" y="5406"/>
                  </a:lnTo>
                  <a:lnTo>
                    <a:pt x="5175" y="5252"/>
                  </a:lnTo>
                  <a:lnTo>
                    <a:pt x="5446" y="5020"/>
                  </a:lnTo>
                  <a:lnTo>
                    <a:pt x="5561" y="4866"/>
                  </a:lnTo>
                  <a:lnTo>
                    <a:pt x="5639" y="4711"/>
                  </a:lnTo>
                  <a:lnTo>
                    <a:pt x="5677" y="4518"/>
                  </a:lnTo>
                  <a:lnTo>
                    <a:pt x="5716" y="4364"/>
                  </a:lnTo>
                  <a:lnTo>
                    <a:pt x="5716" y="4171"/>
                  </a:lnTo>
                  <a:lnTo>
                    <a:pt x="5639" y="4016"/>
                  </a:lnTo>
                  <a:lnTo>
                    <a:pt x="5561" y="3862"/>
                  </a:lnTo>
                  <a:lnTo>
                    <a:pt x="5446" y="3707"/>
                  </a:lnTo>
                  <a:lnTo>
                    <a:pt x="5330" y="3591"/>
                  </a:lnTo>
                  <a:lnTo>
                    <a:pt x="5175" y="3514"/>
                  </a:lnTo>
                  <a:lnTo>
                    <a:pt x="5021" y="3476"/>
                  </a:lnTo>
                  <a:lnTo>
                    <a:pt x="4866" y="3437"/>
                  </a:lnTo>
                  <a:lnTo>
                    <a:pt x="4712" y="3476"/>
                  </a:lnTo>
                  <a:lnTo>
                    <a:pt x="4557" y="3514"/>
                  </a:lnTo>
                  <a:lnTo>
                    <a:pt x="4442" y="3630"/>
                  </a:lnTo>
                  <a:lnTo>
                    <a:pt x="4287" y="3707"/>
                  </a:lnTo>
                  <a:lnTo>
                    <a:pt x="4171" y="3862"/>
                  </a:lnTo>
                  <a:lnTo>
                    <a:pt x="4055" y="4016"/>
                  </a:lnTo>
                  <a:lnTo>
                    <a:pt x="3940" y="4364"/>
                  </a:lnTo>
                  <a:lnTo>
                    <a:pt x="3824" y="4750"/>
                  </a:lnTo>
                  <a:lnTo>
                    <a:pt x="3785" y="5097"/>
                  </a:lnTo>
                  <a:lnTo>
                    <a:pt x="3515" y="4788"/>
                  </a:lnTo>
                  <a:lnTo>
                    <a:pt x="3283" y="4441"/>
                  </a:lnTo>
                  <a:lnTo>
                    <a:pt x="3052" y="4093"/>
                  </a:lnTo>
                  <a:lnTo>
                    <a:pt x="2858" y="3746"/>
                  </a:lnTo>
                  <a:lnTo>
                    <a:pt x="2704" y="3398"/>
                  </a:lnTo>
                  <a:lnTo>
                    <a:pt x="2550" y="3012"/>
                  </a:lnTo>
                  <a:lnTo>
                    <a:pt x="2318" y="2240"/>
                  </a:lnTo>
                  <a:lnTo>
                    <a:pt x="2318" y="2240"/>
                  </a:lnTo>
                  <a:lnTo>
                    <a:pt x="2588" y="2317"/>
                  </a:lnTo>
                  <a:lnTo>
                    <a:pt x="2858" y="2356"/>
                  </a:lnTo>
                  <a:lnTo>
                    <a:pt x="3129" y="2356"/>
                  </a:lnTo>
                  <a:lnTo>
                    <a:pt x="3399" y="2279"/>
                  </a:lnTo>
                  <a:lnTo>
                    <a:pt x="3554" y="2201"/>
                  </a:lnTo>
                  <a:lnTo>
                    <a:pt x="3708" y="2085"/>
                  </a:lnTo>
                  <a:lnTo>
                    <a:pt x="3824" y="1970"/>
                  </a:lnTo>
                  <a:lnTo>
                    <a:pt x="3940" y="1815"/>
                  </a:lnTo>
                  <a:lnTo>
                    <a:pt x="4017" y="1661"/>
                  </a:lnTo>
                  <a:lnTo>
                    <a:pt x="4055" y="1506"/>
                  </a:lnTo>
                  <a:lnTo>
                    <a:pt x="4055" y="1313"/>
                  </a:lnTo>
                  <a:lnTo>
                    <a:pt x="4017" y="1159"/>
                  </a:lnTo>
                  <a:lnTo>
                    <a:pt x="3978" y="1004"/>
                  </a:lnTo>
                  <a:lnTo>
                    <a:pt x="3862" y="850"/>
                  </a:lnTo>
                  <a:lnTo>
                    <a:pt x="3747" y="773"/>
                  </a:lnTo>
                  <a:lnTo>
                    <a:pt x="3592" y="695"/>
                  </a:lnTo>
                  <a:lnTo>
                    <a:pt x="3438" y="618"/>
                  </a:lnTo>
                  <a:lnTo>
                    <a:pt x="3283" y="579"/>
                  </a:lnTo>
                  <a:lnTo>
                    <a:pt x="3129" y="579"/>
                  </a:lnTo>
                  <a:lnTo>
                    <a:pt x="2974" y="618"/>
                  </a:lnTo>
                  <a:lnTo>
                    <a:pt x="2820" y="657"/>
                  </a:lnTo>
                  <a:lnTo>
                    <a:pt x="2665" y="734"/>
                  </a:lnTo>
                  <a:lnTo>
                    <a:pt x="2434" y="927"/>
                  </a:lnTo>
                  <a:lnTo>
                    <a:pt x="2241" y="1159"/>
                  </a:lnTo>
                  <a:lnTo>
                    <a:pt x="2125" y="146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17"/>
            <p:cNvSpPr/>
            <p:nvPr/>
          </p:nvSpPr>
          <p:spPr>
            <a:xfrm>
              <a:off x="5987875" y="4095550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4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4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70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8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17"/>
            <p:cNvSpPr/>
            <p:nvPr/>
          </p:nvSpPr>
          <p:spPr>
            <a:xfrm>
              <a:off x="4079325" y="419112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9"/>
                  </a:moveTo>
                  <a:lnTo>
                    <a:pt x="1082" y="5986"/>
                  </a:lnTo>
                  <a:lnTo>
                    <a:pt x="1236" y="6025"/>
                  </a:lnTo>
                  <a:lnTo>
                    <a:pt x="1391" y="6179"/>
                  </a:lnTo>
                  <a:lnTo>
                    <a:pt x="1468" y="6334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6" y="6951"/>
                  </a:lnTo>
                  <a:lnTo>
                    <a:pt x="1159" y="7029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6"/>
                  </a:lnTo>
                  <a:lnTo>
                    <a:pt x="425" y="6720"/>
                  </a:lnTo>
                  <a:lnTo>
                    <a:pt x="387" y="6643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5" y="6256"/>
                  </a:lnTo>
                  <a:lnTo>
                    <a:pt x="503" y="6179"/>
                  </a:lnTo>
                  <a:lnTo>
                    <a:pt x="696" y="6025"/>
                  </a:lnTo>
                  <a:lnTo>
                    <a:pt x="889" y="5909"/>
                  </a:lnTo>
                  <a:close/>
                  <a:moveTo>
                    <a:pt x="5909" y="1"/>
                  </a:moveTo>
                  <a:lnTo>
                    <a:pt x="5831" y="39"/>
                  </a:lnTo>
                  <a:lnTo>
                    <a:pt x="5522" y="310"/>
                  </a:lnTo>
                  <a:lnTo>
                    <a:pt x="5175" y="619"/>
                  </a:lnTo>
                  <a:lnTo>
                    <a:pt x="4596" y="1314"/>
                  </a:lnTo>
                  <a:lnTo>
                    <a:pt x="4017" y="2047"/>
                  </a:lnTo>
                  <a:lnTo>
                    <a:pt x="3437" y="2781"/>
                  </a:lnTo>
                  <a:lnTo>
                    <a:pt x="2279" y="4133"/>
                  </a:lnTo>
                  <a:lnTo>
                    <a:pt x="1738" y="4866"/>
                  </a:lnTo>
                  <a:lnTo>
                    <a:pt x="1198" y="5561"/>
                  </a:lnTo>
                  <a:lnTo>
                    <a:pt x="1043" y="5523"/>
                  </a:lnTo>
                  <a:lnTo>
                    <a:pt x="889" y="5523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1" y="6334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4" y="7145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3" y="6527"/>
                  </a:lnTo>
                  <a:lnTo>
                    <a:pt x="1854" y="6334"/>
                  </a:lnTo>
                  <a:lnTo>
                    <a:pt x="1815" y="6179"/>
                  </a:lnTo>
                  <a:lnTo>
                    <a:pt x="1738" y="6025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3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9" y="657"/>
                  </a:lnTo>
                  <a:lnTo>
                    <a:pt x="6102" y="310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17"/>
            <p:cNvSpPr/>
            <p:nvPr/>
          </p:nvSpPr>
          <p:spPr>
            <a:xfrm>
              <a:off x="3825425" y="421912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8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2"/>
                  </a:lnTo>
                  <a:lnTo>
                    <a:pt x="6643" y="5909"/>
                  </a:lnTo>
                  <a:lnTo>
                    <a:pt x="6797" y="5754"/>
                  </a:lnTo>
                  <a:close/>
                  <a:moveTo>
                    <a:pt x="233" y="1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10"/>
                  </a:lnTo>
                  <a:lnTo>
                    <a:pt x="39" y="387"/>
                  </a:lnTo>
                  <a:lnTo>
                    <a:pt x="426" y="773"/>
                  </a:lnTo>
                  <a:lnTo>
                    <a:pt x="812" y="1120"/>
                  </a:lnTo>
                  <a:lnTo>
                    <a:pt x="1623" y="1777"/>
                  </a:lnTo>
                  <a:lnTo>
                    <a:pt x="3399" y="3206"/>
                  </a:lnTo>
                  <a:lnTo>
                    <a:pt x="4866" y="4441"/>
                  </a:lnTo>
                  <a:lnTo>
                    <a:pt x="5639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2"/>
                  </a:lnTo>
                  <a:lnTo>
                    <a:pt x="6720" y="7299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9"/>
                  </a:lnTo>
                  <a:lnTo>
                    <a:pt x="7454" y="7260"/>
                  </a:lnTo>
                  <a:lnTo>
                    <a:pt x="7608" y="7144"/>
                  </a:lnTo>
                  <a:lnTo>
                    <a:pt x="7724" y="7029"/>
                  </a:lnTo>
                  <a:lnTo>
                    <a:pt x="7840" y="6913"/>
                  </a:lnTo>
                  <a:lnTo>
                    <a:pt x="7956" y="6758"/>
                  </a:lnTo>
                  <a:lnTo>
                    <a:pt x="7994" y="6565"/>
                  </a:lnTo>
                  <a:lnTo>
                    <a:pt x="8033" y="6411"/>
                  </a:lnTo>
                  <a:lnTo>
                    <a:pt x="8033" y="6218"/>
                  </a:lnTo>
                  <a:lnTo>
                    <a:pt x="7956" y="6025"/>
                  </a:lnTo>
                  <a:lnTo>
                    <a:pt x="7840" y="5870"/>
                  </a:lnTo>
                  <a:lnTo>
                    <a:pt x="7724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6" y="5484"/>
                  </a:lnTo>
                  <a:lnTo>
                    <a:pt x="6025" y="4712"/>
                  </a:lnTo>
                  <a:lnTo>
                    <a:pt x="5214" y="4017"/>
                  </a:lnTo>
                  <a:lnTo>
                    <a:pt x="3515" y="2626"/>
                  </a:lnTo>
                  <a:lnTo>
                    <a:pt x="2743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5" y="310"/>
                  </a:lnTo>
                  <a:lnTo>
                    <a:pt x="310" y="39"/>
                  </a:lnTo>
                  <a:lnTo>
                    <a:pt x="23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17"/>
            <p:cNvSpPr/>
            <p:nvPr/>
          </p:nvSpPr>
          <p:spPr>
            <a:xfrm>
              <a:off x="3401625" y="4223000"/>
              <a:ext cx="240425" cy="634250"/>
            </a:xfrm>
            <a:custGeom>
              <a:avLst/>
              <a:gdLst/>
              <a:ahLst/>
              <a:cxnLst/>
              <a:rect l="l" t="t" r="r" b="b"/>
              <a:pathLst>
                <a:path w="9617" h="25370" extrusionOk="0">
                  <a:moveTo>
                    <a:pt x="4751" y="463"/>
                  </a:moveTo>
                  <a:lnTo>
                    <a:pt x="5291" y="502"/>
                  </a:lnTo>
                  <a:lnTo>
                    <a:pt x="5755" y="579"/>
                  </a:lnTo>
                  <a:lnTo>
                    <a:pt x="6218" y="772"/>
                  </a:lnTo>
                  <a:lnTo>
                    <a:pt x="6681" y="965"/>
                  </a:lnTo>
                  <a:lnTo>
                    <a:pt x="7067" y="1236"/>
                  </a:lnTo>
                  <a:lnTo>
                    <a:pt x="7454" y="1583"/>
                  </a:lnTo>
                  <a:lnTo>
                    <a:pt x="7801" y="1931"/>
                  </a:lnTo>
                  <a:lnTo>
                    <a:pt x="8149" y="2356"/>
                  </a:lnTo>
                  <a:lnTo>
                    <a:pt x="8419" y="2780"/>
                  </a:lnTo>
                  <a:lnTo>
                    <a:pt x="8651" y="3244"/>
                  </a:lnTo>
                  <a:lnTo>
                    <a:pt x="8844" y="3707"/>
                  </a:lnTo>
                  <a:lnTo>
                    <a:pt x="8998" y="4209"/>
                  </a:lnTo>
                  <a:lnTo>
                    <a:pt x="9075" y="4711"/>
                  </a:lnTo>
                  <a:lnTo>
                    <a:pt x="9114" y="5213"/>
                  </a:lnTo>
                  <a:lnTo>
                    <a:pt x="9114" y="5754"/>
                  </a:lnTo>
                  <a:lnTo>
                    <a:pt x="9075" y="6256"/>
                  </a:lnTo>
                  <a:lnTo>
                    <a:pt x="8998" y="6758"/>
                  </a:lnTo>
                  <a:lnTo>
                    <a:pt x="8882" y="7260"/>
                  </a:lnTo>
                  <a:lnTo>
                    <a:pt x="8689" y="7723"/>
                  </a:lnTo>
                  <a:lnTo>
                    <a:pt x="8496" y="8225"/>
                  </a:lnTo>
                  <a:lnTo>
                    <a:pt x="8303" y="8650"/>
                  </a:lnTo>
                  <a:lnTo>
                    <a:pt x="8033" y="9113"/>
                  </a:lnTo>
                  <a:lnTo>
                    <a:pt x="7763" y="9538"/>
                  </a:lnTo>
                  <a:lnTo>
                    <a:pt x="7454" y="9924"/>
                  </a:lnTo>
                  <a:lnTo>
                    <a:pt x="7106" y="10349"/>
                  </a:lnTo>
                  <a:lnTo>
                    <a:pt x="6759" y="10735"/>
                  </a:lnTo>
                  <a:lnTo>
                    <a:pt x="6025" y="11469"/>
                  </a:lnTo>
                  <a:lnTo>
                    <a:pt x="5253" y="12125"/>
                  </a:lnTo>
                  <a:lnTo>
                    <a:pt x="5098" y="12125"/>
                  </a:lnTo>
                  <a:lnTo>
                    <a:pt x="5059" y="12202"/>
                  </a:lnTo>
                  <a:lnTo>
                    <a:pt x="5021" y="12241"/>
                  </a:lnTo>
                  <a:lnTo>
                    <a:pt x="5021" y="12280"/>
                  </a:lnTo>
                  <a:lnTo>
                    <a:pt x="4210" y="11816"/>
                  </a:lnTo>
                  <a:lnTo>
                    <a:pt x="3476" y="11314"/>
                  </a:lnTo>
                  <a:lnTo>
                    <a:pt x="2781" y="10735"/>
                  </a:lnTo>
                  <a:lnTo>
                    <a:pt x="2472" y="10426"/>
                  </a:lnTo>
                  <a:lnTo>
                    <a:pt x="2163" y="10117"/>
                  </a:lnTo>
                  <a:lnTo>
                    <a:pt x="1893" y="9770"/>
                  </a:lnTo>
                  <a:lnTo>
                    <a:pt x="1661" y="9422"/>
                  </a:lnTo>
                  <a:lnTo>
                    <a:pt x="1430" y="9036"/>
                  </a:lnTo>
                  <a:lnTo>
                    <a:pt x="1198" y="8650"/>
                  </a:lnTo>
                  <a:lnTo>
                    <a:pt x="1005" y="8264"/>
                  </a:lnTo>
                  <a:lnTo>
                    <a:pt x="850" y="7839"/>
                  </a:lnTo>
                  <a:lnTo>
                    <a:pt x="735" y="7376"/>
                  </a:lnTo>
                  <a:lnTo>
                    <a:pt x="619" y="6912"/>
                  </a:lnTo>
                  <a:lnTo>
                    <a:pt x="542" y="6449"/>
                  </a:lnTo>
                  <a:lnTo>
                    <a:pt x="503" y="5985"/>
                  </a:lnTo>
                  <a:lnTo>
                    <a:pt x="503" y="5522"/>
                  </a:lnTo>
                  <a:lnTo>
                    <a:pt x="542" y="5020"/>
                  </a:lnTo>
                  <a:lnTo>
                    <a:pt x="619" y="4557"/>
                  </a:lnTo>
                  <a:lnTo>
                    <a:pt x="696" y="4055"/>
                  </a:lnTo>
                  <a:lnTo>
                    <a:pt x="850" y="3591"/>
                  </a:lnTo>
                  <a:lnTo>
                    <a:pt x="1005" y="3167"/>
                  </a:lnTo>
                  <a:lnTo>
                    <a:pt x="1237" y="2742"/>
                  </a:lnTo>
                  <a:lnTo>
                    <a:pt x="1468" y="2317"/>
                  </a:lnTo>
                  <a:lnTo>
                    <a:pt x="1739" y="1931"/>
                  </a:lnTo>
                  <a:lnTo>
                    <a:pt x="2086" y="1583"/>
                  </a:lnTo>
                  <a:lnTo>
                    <a:pt x="2434" y="1274"/>
                  </a:lnTo>
                  <a:lnTo>
                    <a:pt x="2820" y="1004"/>
                  </a:lnTo>
                  <a:lnTo>
                    <a:pt x="3245" y="811"/>
                  </a:lnTo>
                  <a:lnTo>
                    <a:pt x="3708" y="618"/>
                  </a:lnTo>
                  <a:lnTo>
                    <a:pt x="4249" y="502"/>
                  </a:lnTo>
                  <a:lnTo>
                    <a:pt x="4751" y="463"/>
                  </a:lnTo>
                  <a:close/>
                  <a:moveTo>
                    <a:pt x="5137" y="12627"/>
                  </a:moveTo>
                  <a:lnTo>
                    <a:pt x="5214" y="12666"/>
                  </a:lnTo>
                  <a:lnTo>
                    <a:pt x="5484" y="13129"/>
                  </a:lnTo>
                  <a:lnTo>
                    <a:pt x="4751" y="13052"/>
                  </a:lnTo>
                  <a:lnTo>
                    <a:pt x="5059" y="12627"/>
                  </a:lnTo>
                  <a:close/>
                  <a:moveTo>
                    <a:pt x="3167" y="13979"/>
                  </a:moveTo>
                  <a:lnTo>
                    <a:pt x="3476" y="14403"/>
                  </a:lnTo>
                  <a:lnTo>
                    <a:pt x="3708" y="14828"/>
                  </a:lnTo>
                  <a:lnTo>
                    <a:pt x="3669" y="14867"/>
                  </a:lnTo>
                  <a:lnTo>
                    <a:pt x="3438" y="14944"/>
                  </a:lnTo>
                  <a:lnTo>
                    <a:pt x="3167" y="15021"/>
                  </a:lnTo>
                  <a:lnTo>
                    <a:pt x="2936" y="15060"/>
                  </a:lnTo>
                  <a:lnTo>
                    <a:pt x="2665" y="15021"/>
                  </a:lnTo>
                  <a:lnTo>
                    <a:pt x="2936" y="14519"/>
                  </a:lnTo>
                  <a:lnTo>
                    <a:pt x="3167" y="13979"/>
                  </a:lnTo>
                  <a:close/>
                  <a:moveTo>
                    <a:pt x="5330" y="14867"/>
                  </a:moveTo>
                  <a:lnTo>
                    <a:pt x="5021" y="15987"/>
                  </a:lnTo>
                  <a:lnTo>
                    <a:pt x="4789" y="15794"/>
                  </a:lnTo>
                  <a:lnTo>
                    <a:pt x="4557" y="15562"/>
                  </a:lnTo>
                  <a:lnTo>
                    <a:pt x="4364" y="15330"/>
                  </a:lnTo>
                  <a:lnTo>
                    <a:pt x="4210" y="15098"/>
                  </a:lnTo>
                  <a:lnTo>
                    <a:pt x="4171" y="15060"/>
                  </a:lnTo>
                  <a:lnTo>
                    <a:pt x="5330" y="14867"/>
                  </a:lnTo>
                  <a:close/>
                  <a:moveTo>
                    <a:pt x="4055" y="15407"/>
                  </a:moveTo>
                  <a:lnTo>
                    <a:pt x="4249" y="15678"/>
                  </a:lnTo>
                  <a:lnTo>
                    <a:pt x="4480" y="15948"/>
                  </a:lnTo>
                  <a:lnTo>
                    <a:pt x="4712" y="16218"/>
                  </a:lnTo>
                  <a:lnTo>
                    <a:pt x="4982" y="16450"/>
                  </a:lnTo>
                  <a:lnTo>
                    <a:pt x="5098" y="16489"/>
                  </a:lnTo>
                  <a:lnTo>
                    <a:pt x="4905" y="16991"/>
                  </a:lnTo>
                  <a:lnTo>
                    <a:pt x="4789" y="17531"/>
                  </a:lnTo>
                  <a:lnTo>
                    <a:pt x="4480" y="17145"/>
                  </a:lnTo>
                  <a:lnTo>
                    <a:pt x="4249" y="16759"/>
                  </a:lnTo>
                  <a:lnTo>
                    <a:pt x="4133" y="16527"/>
                  </a:lnTo>
                  <a:lnTo>
                    <a:pt x="4055" y="16296"/>
                  </a:lnTo>
                  <a:lnTo>
                    <a:pt x="4017" y="16064"/>
                  </a:lnTo>
                  <a:lnTo>
                    <a:pt x="4017" y="15794"/>
                  </a:lnTo>
                  <a:lnTo>
                    <a:pt x="4055" y="15407"/>
                  </a:lnTo>
                  <a:close/>
                  <a:moveTo>
                    <a:pt x="5291" y="16798"/>
                  </a:moveTo>
                  <a:lnTo>
                    <a:pt x="5600" y="17145"/>
                  </a:lnTo>
                  <a:lnTo>
                    <a:pt x="5870" y="17531"/>
                  </a:lnTo>
                  <a:lnTo>
                    <a:pt x="5446" y="17570"/>
                  </a:lnTo>
                  <a:lnTo>
                    <a:pt x="5021" y="17647"/>
                  </a:lnTo>
                  <a:lnTo>
                    <a:pt x="5291" y="16798"/>
                  </a:lnTo>
                  <a:close/>
                  <a:moveTo>
                    <a:pt x="4557" y="17879"/>
                  </a:moveTo>
                  <a:lnTo>
                    <a:pt x="4635" y="17995"/>
                  </a:lnTo>
                  <a:lnTo>
                    <a:pt x="4519" y="18149"/>
                  </a:lnTo>
                  <a:lnTo>
                    <a:pt x="4403" y="18381"/>
                  </a:lnTo>
                  <a:lnTo>
                    <a:pt x="4287" y="18805"/>
                  </a:lnTo>
                  <a:lnTo>
                    <a:pt x="3901" y="18381"/>
                  </a:lnTo>
                  <a:lnTo>
                    <a:pt x="3553" y="17917"/>
                  </a:lnTo>
                  <a:lnTo>
                    <a:pt x="4557" y="17879"/>
                  </a:lnTo>
                  <a:close/>
                  <a:moveTo>
                    <a:pt x="7917" y="20003"/>
                  </a:moveTo>
                  <a:lnTo>
                    <a:pt x="7878" y="20736"/>
                  </a:lnTo>
                  <a:lnTo>
                    <a:pt x="7763" y="21509"/>
                  </a:lnTo>
                  <a:lnTo>
                    <a:pt x="6797" y="20775"/>
                  </a:lnTo>
                  <a:lnTo>
                    <a:pt x="6759" y="20736"/>
                  </a:lnTo>
                  <a:lnTo>
                    <a:pt x="6681" y="20466"/>
                  </a:lnTo>
                  <a:lnTo>
                    <a:pt x="6990" y="20273"/>
                  </a:lnTo>
                  <a:lnTo>
                    <a:pt x="7299" y="20118"/>
                  </a:lnTo>
                  <a:lnTo>
                    <a:pt x="7608" y="20041"/>
                  </a:lnTo>
                  <a:lnTo>
                    <a:pt x="7917" y="20003"/>
                  </a:lnTo>
                  <a:close/>
                  <a:moveTo>
                    <a:pt x="5330" y="20389"/>
                  </a:moveTo>
                  <a:lnTo>
                    <a:pt x="6179" y="20813"/>
                  </a:lnTo>
                  <a:lnTo>
                    <a:pt x="5755" y="21200"/>
                  </a:lnTo>
                  <a:lnTo>
                    <a:pt x="5368" y="21663"/>
                  </a:lnTo>
                  <a:lnTo>
                    <a:pt x="5291" y="21007"/>
                  </a:lnTo>
                  <a:lnTo>
                    <a:pt x="5330" y="20389"/>
                  </a:lnTo>
                  <a:close/>
                  <a:moveTo>
                    <a:pt x="4905" y="0"/>
                  </a:moveTo>
                  <a:lnTo>
                    <a:pt x="4519" y="39"/>
                  </a:lnTo>
                  <a:lnTo>
                    <a:pt x="4171" y="39"/>
                  </a:lnTo>
                  <a:lnTo>
                    <a:pt x="3785" y="116"/>
                  </a:lnTo>
                  <a:lnTo>
                    <a:pt x="3438" y="232"/>
                  </a:lnTo>
                  <a:lnTo>
                    <a:pt x="3090" y="348"/>
                  </a:lnTo>
                  <a:lnTo>
                    <a:pt x="2743" y="502"/>
                  </a:lnTo>
                  <a:lnTo>
                    <a:pt x="2434" y="695"/>
                  </a:lnTo>
                  <a:lnTo>
                    <a:pt x="2086" y="927"/>
                  </a:lnTo>
                  <a:lnTo>
                    <a:pt x="1816" y="1197"/>
                  </a:lnTo>
                  <a:lnTo>
                    <a:pt x="1507" y="1506"/>
                  </a:lnTo>
                  <a:lnTo>
                    <a:pt x="1275" y="1815"/>
                  </a:lnTo>
                  <a:lnTo>
                    <a:pt x="1044" y="2124"/>
                  </a:lnTo>
                  <a:lnTo>
                    <a:pt x="812" y="2471"/>
                  </a:lnTo>
                  <a:lnTo>
                    <a:pt x="619" y="2858"/>
                  </a:lnTo>
                  <a:lnTo>
                    <a:pt x="464" y="3205"/>
                  </a:lnTo>
                  <a:lnTo>
                    <a:pt x="310" y="3591"/>
                  </a:lnTo>
                  <a:lnTo>
                    <a:pt x="233" y="3977"/>
                  </a:lnTo>
                  <a:lnTo>
                    <a:pt x="117" y="4364"/>
                  </a:lnTo>
                  <a:lnTo>
                    <a:pt x="78" y="4750"/>
                  </a:lnTo>
                  <a:lnTo>
                    <a:pt x="1" y="5174"/>
                  </a:lnTo>
                  <a:lnTo>
                    <a:pt x="1" y="5561"/>
                  </a:lnTo>
                  <a:lnTo>
                    <a:pt x="1" y="5985"/>
                  </a:lnTo>
                  <a:lnTo>
                    <a:pt x="40" y="6372"/>
                  </a:lnTo>
                  <a:lnTo>
                    <a:pt x="78" y="6796"/>
                  </a:lnTo>
                  <a:lnTo>
                    <a:pt x="155" y="7182"/>
                  </a:lnTo>
                  <a:lnTo>
                    <a:pt x="271" y="7569"/>
                  </a:lnTo>
                  <a:lnTo>
                    <a:pt x="387" y="7993"/>
                  </a:lnTo>
                  <a:lnTo>
                    <a:pt x="542" y="8380"/>
                  </a:lnTo>
                  <a:lnTo>
                    <a:pt x="928" y="9152"/>
                  </a:lnTo>
                  <a:lnTo>
                    <a:pt x="1121" y="9538"/>
                  </a:lnTo>
                  <a:lnTo>
                    <a:pt x="1352" y="9924"/>
                  </a:lnTo>
                  <a:lnTo>
                    <a:pt x="1623" y="10272"/>
                  </a:lnTo>
                  <a:lnTo>
                    <a:pt x="1893" y="10619"/>
                  </a:lnTo>
                  <a:lnTo>
                    <a:pt x="2202" y="10928"/>
                  </a:lnTo>
                  <a:lnTo>
                    <a:pt x="2511" y="11237"/>
                  </a:lnTo>
                  <a:lnTo>
                    <a:pt x="2820" y="11546"/>
                  </a:lnTo>
                  <a:lnTo>
                    <a:pt x="3167" y="11778"/>
                  </a:lnTo>
                  <a:lnTo>
                    <a:pt x="3553" y="12009"/>
                  </a:lnTo>
                  <a:lnTo>
                    <a:pt x="3940" y="12241"/>
                  </a:lnTo>
                  <a:lnTo>
                    <a:pt x="4326" y="12395"/>
                  </a:lnTo>
                  <a:lnTo>
                    <a:pt x="4712" y="12550"/>
                  </a:lnTo>
                  <a:lnTo>
                    <a:pt x="4171" y="13091"/>
                  </a:lnTo>
                  <a:lnTo>
                    <a:pt x="4133" y="13206"/>
                  </a:lnTo>
                  <a:lnTo>
                    <a:pt x="4133" y="13322"/>
                  </a:lnTo>
                  <a:lnTo>
                    <a:pt x="4210" y="13399"/>
                  </a:lnTo>
                  <a:lnTo>
                    <a:pt x="4326" y="13438"/>
                  </a:lnTo>
                  <a:lnTo>
                    <a:pt x="4789" y="13477"/>
                  </a:lnTo>
                  <a:lnTo>
                    <a:pt x="4519" y="13747"/>
                  </a:lnTo>
                  <a:lnTo>
                    <a:pt x="4287" y="13979"/>
                  </a:lnTo>
                  <a:lnTo>
                    <a:pt x="4094" y="14288"/>
                  </a:lnTo>
                  <a:lnTo>
                    <a:pt x="3940" y="14596"/>
                  </a:lnTo>
                  <a:lnTo>
                    <a:pt x="3785" y="14288"/>
                  </a:lnTo>
                  <a:lnTo>
                    <a:pt x="3631" y="14017"/>
                  </a:lnTo>
                  <a:lnTo>
                    <a:pt x="3438" y="13747"/>
                  </a:lnTo>
                  <a:lnTo>
                    <a:pt x="3206" y="13477"/>
                  </a:lnTo>
                  <a:lnTo>
                    <a:pt x="3129" y="13438"/>
                  </a:lnTo>
                  <a:lnTo>
                    <a:pt x="3051" y="13438"/>
                  </a:lnTo>
                  <a:lnTo>
                    <a:pt x="2974" y="13477"/>
                  </a:lnTo>
                  <a:lnTo>
                    <a:pt x="2897" y="13593"/>
                  </a:lnTo>
                  <a:lnTo>
                    <a:pt x="2588" y="14326"/>
                  </a:lnTo>
                  <a:lnTo>
                    <a:pt x="2241" y="15098"/>
                  </a:lnTo>
                  <a:lnTo>
                    <a:pt x="2202" y="15176"/>
                  </a:lnTo>
                  <a:lnTo>
                    <a:pt x="2202" y="15253"/>
                  </a:lnTo>
                  <a:lnTo>
                    <a:pt x="2241" y="15330"/>
                  </a:lnTo>
                  <a:lnTo>
                    <a:pt x="2318" y="15369"/>
                  </a:lnTo>
                  <a:lnTo>
                    <a:pt x="2665" y="15407"/>
                  </a:lnTo>
                  <a:lnTo>
                    <a:pt x="3013" y="15407"/>
                  </a:lnTo>
                  <a:lnTo>
                    <a:pt x="3360" y="15369"/>
                  </a:lnTo>
                  <a:lnTo>
                    <a:pt x="3669" y="15253"/>
                  </a:lnTo>
                  <a:lnTo>
                    <a:pt x="3669" y="15253"/>
                  </a:lnTo>
                  <a:lnTo>
                    <a:pt x="3631" y="15562"/>
                  </a:lnTo>
                  <a:lnTo>
                    <a:pt x="3592" y="15909"/>
                  </a:lnTo>
                  <a:lnTo>
                    <a:pt x="3631" y="16141"/>
                  </a:lnTo>
                  <a:lnTo>
                    <a:pt x="3669" y="16373"/>
                  </a:lnTo>
                  <a:lnTo>
                    <a:pt x="3785" y="16798"/>
                  </a:lnTo>
                  <a:lnTo>
                    <a:pt x="4017" y="17184"/>
                  </a:lnTo>
                  <a:lnTo>
                    <a:pt x="4287" y="17570"/>
                  </a:lnTo>
                  <a:lnTo>
                    <a:pt x="3245" y="17570"/>
                  </a:lnTo>
                  <a:lnTo>
                    <a:pt x="3167" y="17608"/>
                  </a:lnTo>
                  <a:lnTo>
                    <a:pt x="3090" y="17647"/>
                  </a:lnTo>
                  <a:lnTo>
                    <a:pt x="3051" y="17763"/>
                  </a:lnTo>
                  <a:lnTo>
                    <a:pt x="3090" y="17840"/>
                  </a:lnTo>
                  <a:lnTo>
                    <a:pt x="3322" y="18265"/>
                  </a:lnTo>
                  <a:lnTo>
                    <a:pt x="3592" y="18612"/>
                  </a:lnTo>
                  <a:lnTo>
                    <a:pt x="3901" y="18960"/>
                  </a:lnTo>
                  <a:lnTo>
                    <a:pt x="4249" y="19307"/>
                  </a:lnTo>
                  <a:lnTo>
                    <a:pt x="4326" y="19346"/>
                  </a:lnTo>
                  <a:lnTo>
                    <a:pt x="4442" y="19346"/>
                  </a:lnTo>
                  <a:lnTo>
                    <a:pt x="4519" y="19307"/>
                  </a:lnTo>
                  <a:lnTo>
                    <a:pt x="4557" y="19230"/>
                  </a:lnTo>
                  <a:lnTo>
                    <a:pt x="4751" y="18767"/>
                  </a:lnTo>
                  <a:lnTo>
                    <a:pt x="4828" y="18497"/>
                  </a:lnTo>
                  <a:lnTo>
                    <a:pt x="4905" y="18265"/>
                  </a:lnTo>
                  <a:lnTo>
                    <a:pt x="5021" y="18381"/>
                  </a:lnTo>
                  <a:lnTo>
                    <a:pt x="5446" y="18883"/>
                  </a:lnTo>
                  <a:lnTo>
                    <a:pt x="5793" y="19385"/>
                  </a:lnTo>
                  <a:lnTo>
                    <a:pt x="6063" y="19964"/>
                  </a:lnTo>
                  <a:lnTo>
                    <a:pt x="6257" y="20543"/>
                  </a:lnTo>
                  <a:lnTo>
                    <a:pt x="5253" y="19964"/>
                  </a:lnTo>
                  <a:lnTo>
                    <a:pt x="5175" y="19925"/>
                  </a:lnTo>
                  <a:lnTo>
                    <a:pt x="5098" y="19925"/>
                  </a:lnTo>
                  <a:lnTo>
                    <a:pt x="5021" y="20003"/>
                  </a:lnTo>
                  <a:lnTo>
                    <a:pt x="4982" y="20041"/>
                  </a:lnTo>
                  <a:lnTo>
                    <a:pt x="4944" y="20582"/>
                  </a:lnTo>
                  <a:lnTo>
                    <a:pt x="4944" y="21084"/>
                  </a:lnTo>
                  <a:lnTo>
                    <a:pt x="4982" y="21586"/>
                  </a:lnTo>
                  <a:lnTo>
                    <a:pt x="5059" y="22088"/>
                  </a:lnTo>
                  <a:lnTo>
                    <a:pt x="5098" y="22204"/>
                  </a:lnTo>
                  <a:lnTo>
                    <a:pt x="5214" y="22242"/>
                  </a:lnTo>
                  <a:lnTo>
                    <a:pt x="5291" y="22242"/>
                  </a:lnTo>
                  <a:lnTo>
                    <a:pt x="5368" y="22165"/>
                  </a:lnTo>
                  <a:lnTo>
                    <a:pt x="5870" y="21663"/>
                  </a:lnTo>
                  <a:lnTo>
                    <a:pt x="6372" y="21161"/>
                  </a:lnTo>
                  <a:lnTo>
                    <a:pt x="6411" y="21547"/>
                  </a:lnTo>
                  <a:lnTo>
                    <a:pt x="6372" y="21933"/>
                  </a:lnTo>
                  <a:lnTo>
                    <a:pt x="6295" y="22474"/>
                  </a:lnTo>
                  <a:lnTo>
                    <a:pt x="6102" y="23053"/>
                  </a:lnTo>
                  <a:lnTo>
                    <a:pt x="5870" y="23671"/>
                  </a:lnTo>
                  <a:lnTo>
                    <a:pt x="5677" y="23941"/>
                  </a:lnTo>
                  <a:lnTo>
                    <a:pt x="5523" y="24173"/>
                  </a:lnTo>
                  <a:lnTo>
                    <a:pt x="5330" y="24405"/>
                  </a:lnTo>
                  <a:lnTo>
                    <a:pt x="5098" y="24598"/>
                  </a:lnTo>
                  <a:lnTo>
                    <a:pt x="4866" y="24752"/>
                  </a:lnTo>
                  <a:lnTo>
                    <a:pt x="4635" y="24868"/>
                  </a:lnTo>
                  <a:lnTo>
                    <a:pt x="4364" y="24945"/>
                  </a:lnTo>
                  <a:lnTo>
                    <a:pt x="4094" y="24907"/>
                  </a:lnTo>
                  <a:lnTo>
                    <a:pt x="3785" y="24868"/>
                  </a:lnTo>
                  <a:lnTo>
                    <a:pt x="3476" y="24714"/>
                  </a:lnTo>
                  <a:lnTo>
                    <a:pt x="3399" y="24675"/>
                  </a:lnTo>
                  <a:lnTo>
                    <a:pt x="3360" y="24675"/>
                  </a:lnTo>
                  <a:lnTo>
                    <a:pt x="3283" y="24752"/>
                  </a:lnTo>
                  <a:lnTo>
                    <a:pt x="3245" y="24868"/>
                  </a:lnTo>
                  <a:lnTo>
                    <a:pt x="3245" y="24907"/>
                  </a:lnTo>
                  <a:lnTo>
                    <a:pt x="3283" y="24945"/>
                  </a:lnTo>
                  <a:lnTo>
                    <a:pt x="3438" y="25100"/>
                  </a:lnTo>
                  <a:lnTo>
                    <a:pt x="3592" y="25216"/>
                  </a:lnTo>
                  <a:lnTo>
                    <a:pt x="3785" y="25293"/>
                  </a:lnTo>
                  <a:lnTo>
                    <a:pt x="3940" y="25331"/>
                  </a:lnTo>
                  <a:lnTo>
                    <a:pt x="4133" y="25370"/>
                  </a:lnTo>
                  <a:lnTo>
                    <a:pt x="4287" y="25370"/>
                  </a:lnTo>
                  <a:lnTo>
                    <a:pt x="4635" y="25293"/>
                  </a:lnTo>
                  <a:lnTo>
                    <a:pt x="4982" y="25138"/>
                  </a:lnTo>
                  <a:lnTo>
                    <a:pt x="5330" y="24945"/>
                  </a:lnTo>
                  <a:lnTo>
                    <a:pt x="5600" y="24714"/>
                  </a:lnTo>
                  <a:lnTo>
                    <a:pt x="5870" y="24443"/>
                  </a:lnTo>
                  <a:lnTo>
                    <a:pt x="6141" y="24057"/>
                  </a:lnTo>
                  <a:lnTo>
                    <a:pt x="6334" y="23671"/>
                  </a:lnTo>
                  <a:lnTo>
                    <a:pt x="6527" y="23285"/>
                  </a:lnTo>
                  <a:lnTo>
                    <a:pt x="6643" y="22860"/>
                  </a:lnTo>
                  <a:lnTo>
                    <a:pt x="6759" y="22435"/>
                  </a:lnTo>
                  <a:lnTo>
                    <a:pt x="6797" y="21972"/>
                  </a:lnTo>
                  <a:lnTo>
                    <a:pt x="6836" y="21547"/>
                  </a:lnTo>
                  <a:lnTo>
                    <a:pt x="6797" y="21084"/>
                  </a:lnTo>
                  <a:lnTo>
                    <a:pt x="7763" y="21933"/>
                  </a:lnTo>
                  <a:lnTo>
                    <a:pt x="7840" y="21972"/>
                  </a:lnTo>
                  <a:lnTo>
                    <a:pt x="7917" y="21972"/>
                  </a:lnTo>
                  <a:lnTo>
                    <a:pt x="7994" y="21933"/>
                  </a:lnTo>
                  <a:lnTo>
                    <a:pt x="8071" y="21856"/>
                  </a:lnTo>
                  <a:lnTo>
                    <a:pt x="8149" y="21354"/>
                  </a:lnTo>
                  <a:lnTo>
                    <a:pt x="8226" y="20852"/>
                  </a:lnTo>
                  <a:lnTo>
                    <a:pt x="8303" y="19809"/>
                  </a:lnTo>
                  <a:lnTo>
                    <a:pt x="8303" y="19732"/>
                  </a:lnTo>
                  <a:lnTo>
                    <a:pt x="8265" y="19694"/>
                  </a:lnTo>
                  <a:lnTo>
                    <a:pt x="8187" y="19655"/>
                  </a:lnTo>
                  <a:lnTo>
                    <a:pt x="8149" y="19616"/>
                  </a:lnTo>
                  <a:lnTo>
                    <a:pt x="7724" y="19655"/>
                  </a:lnTo>
                  <a:lnTo>
                    <a:pt x="7299" y="19732"/>
                  </a:lnTo>
                  <a:lnTo>
                    <a:pt x="6952" y="19848"/>
                  </a:lnTo>
                  <a:lnTo>
                    <a:pt x="6604" y="20080"/>
                  </a:lnTo>
                  <a:lnTo>
                    <a:pt x="6334" y="19539"/>
                  </a:lnTo>
                  <a:lnTo>
                    <a:pt x="6025" y="18999"/>
                  </a:lnTo>
                  <a:lnTo>
                    <a:pt x="5677" y="18497"/>
                  </a:lnTo>
                  <a:lnTo>
                    <a:pt x="5253" y="18033"/>
                  </a:lnTo>
                  <a:lnTo>
                    <a:pt x="5214" y="17995"/>
                  </a:lnTo>
                  <a:lnTo>
                    <a:pt x="5716" y="17956"/>
                  </a:lnTo>
                  <a:lnTo>
                    <a:pt x="6179" y="17879"/>
                  </a:lnTo>
                  <a:lnTo>
                    <a:pt x="6257" y="17840"/>
                  </a:lnTo>
                  <a:lnTo>
                    <a:pt x="6295" y="17763"/>
                  </a:lnTo>
                  <a:lnTo>
                    <a:pt x="6295" y="17686"/>
                  </a:lnTo>
                  <a:lnTo>
                    <a:pt x="6257" y="17608"/>
                  </a:lnTo>
                  <a:lnTo>
                    <a:pt x="6102" y="17261"/>
                  </a:lnTo>
                  <a:lnTo>
                    <a:pt x="5870" y="16952"/>
                  </a:lnTo>
                  <a:lnTo>
                    <a:pt x="5639" y="16682"/>
                  </a:lnTo>
                  <a:lnTo>
                    <a:pt x="5368" y="16411"/>
                  </a:lnTo>
                  <a:lnTo>
                    <a:pt x="5291" y="16373"/>
                  </a:lnTo>
                  <a:lnTo>
                    <a:pt x="5793" y="14674"/>
                  </a:lnTo>
                  <a:lnTo>
                    <a:pt x="5793" y="14558"/>
                  </a:lnTo>
                  <a:lnTo>
                    <a:pt x="5755" y="14481"/>
                  </a:lnTo>
                  <a:lnTo>
                    <a:pt x="5677" y="14442"/>
                  </a:lnTo>
                  <a:lnTo>
                    <a:pt x="5561" y="14442"/>
                  </a:lnTo>
                  <a:lnTo>
                    <a:pt x="4326" y="14674"/>
                  </a:lnTo>
                  <a:lnTo>
                    <a:pt x="4326" y="14674"/>
                  </a:lnTo>
                  <a:lnTo>
                    <a:pt x="4519" y="14326"/>
                  </a:lnTo>
                  <a:lnTo>
                    <a:pt x="4751" y="14056"/>
                  </a:lnTo>
                  <a:lnTo>
                    <a:pt x="4982" y="13786"/>
                  </a:lnTo>
                  <a:lnTo>
                    <a:pt x="5214" y="13515"/>
                  </a:lnTo>
                  <a:lnTo>
                    <a:pt x="5870" y="13554"/>
                  </a:lnTo>
                  <a:lnTo>
                    <a:pt x="5986" y="13515"/>
                  </a:lnTo>
                  <a:lnTo>
                    <a:pt x="6025" y="13438"/>
                  </a:lnTo>
                  <a:lnTo>
                    <a:pt x="6063" y="13361"/>
                  </a:lnTo>
                  <a:lnTo>
                    <a:pt x="6025" y="13245"/>
                  </a:lnTo>
                  <a:lnTo>
                    <a:pt x="5832" y="12820"/>
                  </a:lnTo>
                  <a:lnTo>
                    <a:pt x="5561" y="12434"/>
                  </a:lnTo>
                  <a:lnTo>
                    <a:pt x="6257" y="11893"/>
                  </a:lnTo>
                  <a:lnTo>
                    <a:pt x="6913" y="11276"/>
                  </a:lnTo>
                  <a:lnTo>
                    <a:pt x="7531" y="10619"/>
                  </a:lnTo>
                  <a:lnTo>
                    <a:pt x="8110" y="9885"/>
                  </a:lnTo>
                  <a:lnTo>
                    <a:pt x="8573" y="9152"/>
                  </a:lnTo>
                  <a:lnTo>
                    <a:pt x="8805" y="8766"/>
                  </a:lnTo>
                  <a:lnTo>
                    <a:pt x="8998" y="8341"/>
                  </a:lnTo>
                  <a:lnTo>
                    <a:pt x="9153" y="7916"/>
                  </a:lnTo>
                  <a:lnTo>
                    <a:pt x="9307" y="7491"/>
                  </a:lnTo>
                  <a:lnTo>
                    <a:pt x="9423" y="7067"/>
                  </a:lnTo>
                  <a:lnTo>
                    <a:pt x="9500" y="6642"/>
                  </a:lnTo>
                  <a:lnTo>
                    <a:pt x="9577" y="6217"/>
                  </a:lnTo>
                  <a:lnTo>
                    <a:pt x="9616" y="5754"/>
                  </a:lnTo>
                  <a:lnTo>
                    <a:pt x="9616" y="5329"/>
                  </a:lnTo>
                  <a:lnTo>
                    <a:pt x="9577" y="4904"/>
                  </a:lnTo>
                  <a:lnTo>
                    <a:pt x="9539" y="4479"/>
                  </a:lnTo>
                  <a:lnTo>
                    <a:pt x="9462" y="4093"/>
                  </a:lnTo>
                  <a:lnTo>
                    <a:pt x="9346" y="3669"/>
                  </a:lnTo>
                  <a:lnTo>
                    <a:pt x="9230" y="3282"/>
                  </a:lnTo>
                  <a:lnTo>
                    <a:pt x="9037" y="2896"/>
                  </a:lnTo>
                  <a:lnTo>
                    <a:pt x="8882" y="2510"/>
                  </a:lnTo>
                  <a:lnTo>
                    <a:pt x="8651" y="2163"/>
                  </a:lnTo>
                  <a:lnTo>
                    <a:pt x="8380" y="1815"/>
                  </a:lnTo>
                  <a:lnTo>
                    <a:pt x="8110" y="1506"/>
                  </a:lnTo>
                  <a:lnTo>
                    <a:pt x="7801" y="1197"/>
                  </a:lnTo>
                  <a:lnTo>
                    <a:pt x="7492" y="927"/>
                  </a:lnTo>
                  <a:lnTo>
                    <a:pt x="7106" y="695"/>
                  </a:lnTo>
                  <a:lnTo>
                    <a:pt x="6759" y="502"/>
                  </a:lnTo>
                  <a:lnTo>
                    <a:pt x="6411" y="348"/>
                  </a:lnTo>
                  <a:lnTo>
                    <a:pt x="6025" y="193"/>
                  </a:lnTo>
                  <a:lnTo>
                    <a:pt x="5639" y="116"/>
                  </a:lnTo>
                  <a:lnTo>
                    <a:pt x="5291" y="3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17"/>
            <p:cNvSpPr/>
            <p:nvPr/>
          </p:nvSpPr>
          <p:spPr>
            <a:xfrm>
              <a:off x="3031900" y="427125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4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8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1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9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5"/>
                  </a:lnTo>
                  <a:lnTo>
                    <a:pt x="1159" y="541"/>
                  </a:lnTo>
                  <a:lnTo>
                    <a:pt x="1352" y="426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9"/>
                  </a:lnTo>
                  <a:lnTo>
                    <a:pt x="309" y="928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6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3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4"/>
                  </a:lnTo>
                  <a:lnTo>
                    <a:pt x="1468" y="4017"/>
                  </a:lnTo>
                  <a:lnTo>
                    <a:pt x="1661" y="4094"/>
                  </a:lnTo>
                  <a:lnTo>
                    <a:pt x="1893" y="4133"/>
                  </a:lnTo>
                  <a:lnTo>
                    <a:pt x="2317" y="4133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3"/>
                  </a:lnTo>
                  <a:lnTo>
                    <a:pt x="4171" y="1430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7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17"/>
            <p:cNvSpPr/>
            <p:nvPr/>
          </p:nvSpPr>
          <p:spPr>
            <a:xfrm>
              <a:off x="5567925" y="4274150"/>
              <a:ext cx="67600" cy="76300"/>
            </a:xfrm>
            <a:custGeom>
              <a:avLst/>
              <a:gdLst/>
              <a:ahLst/>
              <a:cxnLst/>
              <a:rect l="l" t="t" r="r" b="b"/>
              <a:pathLst>
                <a:path w="2704" h="3052" extrusionOk="0">
                  <a:moveTo>
                    <a:pt x="1159" y="425"/>
                  </a:moveTo>
                  <a:lnTo>
                    <a:pt x="1429" y="503"/>
                  </a:lnTo>
                  <a:lnTo>
                    <a:pt x="1661" y="619"/>
                  </a:lnTo>
                  <a:lnTo>
                    <a:pt x="1854" y="773"/>
                  </a:lnTo>
                  <a:lnTo>
                    <a:pt x="2009" y="966"/>
                  </a:lnTo>
                  <a:lnTo>
                    <a:pt x="2124" y="1121"/>
                  </a:lnTo>
                  <a:lnTo>
                    <a:pt x="2202" y="1314"/>
                  </a:lnTo>
                  <a:lnTo>
                    <a:pt x="2318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5"/>
                  </a:lnTo>
                  <a:lnTo>
                    <a:pt x="2047" y="2279"/>
                  </a:lnTo>
                  <a:lnTo>
                    <a:pt x="1623" y="2047"/>
                  </a:lnTo>
                  <a:lnTo>
                    <a:pt x="1236" y="1893"/>
                  </a:lnTo>
                  <a:lnTo>
                    <a:pt x="1005" y="1777"/>
                  </a:lnTo>
                  <a:lnTo>
                    <a:pt x="812" y="1661"/>
                  </a:lnTo>
                  <a:lnTo>
                    <a:pt x="619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2"/>
                  </a:lnTo>
                  <a:lnTo>
                    <a:pt x="541" y="657"/>
                  </a:lnTo>
                  <a:lnTo>
                    <a:pt x="619" y="580"/>
                  </a:lnTo>
                  <a:lnTo>
                    <a:pt x="696" y="503"/>
                  </a:lnTo>
                  <a:lnTo>
                    <a:pt x="812" y="464"/>
                  </a:lnTo>
                  <a:lnTo>
                    <a:pt x="927" y="425"/>
                  </a:lnTo>
                  <a:close/>
                  <a:moveTo>
                    <a:pt x="1005" y="1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4" y="425"/>
                  </a:lnTo>
                  <a:lnTo>
                    <a:pt x="78" y="619"/>
                  </a:lnTo>
                  <a:lnTo>
                    <a:pt x="1" y="812"/>
                  </a:lnTo>
                  <a:lnTo>
                    <a:pt x="1" y="1005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3"/>
                  </a:lnTo>
                  <a:lnTo>
                    <a:pt x="387" y="1854"/>
                  </a:lnTo>
                  <a:lnTo>
                    <a:pt x="619" y="2047"/>
                  </a:lnTo>
                  <a:lnTo>
                    <a:pt x="889" y="2202"/>
                  </a:lnTo>
                  <a:lnTo>
                    <a:pt x="1198" y="2318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9" y="2742"/>
                  </a:lnTo>
                  <a:lnTo>
                    <a:pt x="2202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1" y="3013"/>
                  </a:lnTo>
                  <a:lnTo>
                    <a:pt x="2588" y="2974"/>
                  </a:lnTo>
                  <a:lnTo>
                    <a:pt x="2626" y="2897"/>
                  </a:lnTo>
                  <a:lnTo>
                    <a:pt x="2704" y="2318"/>
                  </a:lnTo>
                  <a:lnTo>
                    <a:pt x="2704" y="2009"/>
                  </a:lnTo>
                  <a:lnTo>
                    <a:pt x="2704" y="1700"/>
                  </a:lnTo>
                  <a:lnTo>
                    <a:pt x="2626" y="1429"/>
                  </a:lnTo>
                  <a:lnTo>
                    <a:pt x="2549" y="1121"/>
                  </a:lnTo>
                  <a:lnTo>
                    <a:pt x="2433" y="850"/>
                  </a:lnTo>
                  <a:lnTo>
                    <a:pt x="2279" y="580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700" y="117"/>
                  </a:lnTo>
                  <a:lnTo>
                    <a:pt x="1507" y="39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17"/>
            <p:cNvSpPr/>
            <p:nvPr/>
          </p:nvSpPr>
          <p:spPr>
            <a:xfrm>
              <a:off x="2254775" y="4312775"/>
              <a:ext cx="326325" cy="190200"/>
            </a:xfrm>
            <a:custGeom>
              <a:avLst/>
              <a:gdLst/>
              <a:ahLst/>
              <a:cxnLst/>
              <a:rect l="l" t="t" r="r" b="b"/>
              <a:pathLst>
                <a:path w="13053" h="7608" extrusionOk="0">
                  <a:moveTo>
                    <a:pt x="8920" y="271"/>
                  </a:moveTo>
                  <a:lnTo>
                    <a:pt x="9036" y="348"/>
                  </a:lnTo>
                  <a:lnTo>
                    <a:pt x="9191" y="464"/>
                  </a:lnTo>
                  <a:lnTo>
                    <a:pt x="9307" y="618"/>
                  </a:lnTo>
                  <a:lnTo>
                    <a:pt x="9384" y="657"/>
                  </a:lnTo>
                  <a:lnTo>
                    <a:pt x="9422" y="966"/>
                  </a:lnTo>
                  <a:lnTo>
                    <a:pt x="9422" y="1275"/>
                  </a:lnTo>
                  <a:lnTo>
                    <a:pt x="9345" y="1545"/>
                  </a:lnTo>
                  <a:lnTo>
                    <a:pt x="9229" y="1815"/>
                  </a:lnTo>
                  <a:lnTo>
                    <a:pt x="9036" y="2085"/>
                  </a:lnTo>
                  <a:lnTo>
                    <a:pt x="8882" y="2317"/>
                  </a:lnTo>
                  <a:lnTo>
                    <a:pt x="8457" y="2781"/>
                  </a:lnTo>
                  <a:lnTo>
                    <a:pt x="6990" y="4441"/>
                  </a:lnTo>
                  <a:lnTo>
                    <a:pt x="6835" y="4441"/>
                  </a:lnTo>
                  <a:lnTo>
                    <a:pt x="7106" y="3476"/>
                  </a:lnTo>
                  <a:lnTo>
                    <a:pt x="7415" y="2549"/>
                  </a:lnTo>
                  <a:lnTo>
                    <a:pt x="7801" y="1506"/>
                  </a:lnTo>
                  <a:lnTo>
                    <a:pt x="8032" y="1043"/>
                  </a:lnTo>
                  <a:lnTo>
                    <a:pt x="8187" y="773"/>
                  </a:lnTo>
                  <a:lnTo>
                    <a:pt x="8380" y="502"/>
                  </a:lnTo>
                  <a:lnTo>
                    <a:pt x="8573" y="348"/>
                  </a:lnTo>
                  <a:lnTo>
                    <a:pt x="8689" y="271"/>
                  </a:lnTo>
                  <a:close/>
                  <a:moveTo>
                    <a:pt x="2124" y="4441"/>
                  </a:moveTo>
                  <a:lnTo>
                    <a:pt x="2974" y="4557"/>
                  </a:lnTo>
                  <a:lnTo>
                    <a:pt x="3823" y="4711"/>
                  </a:lnTo>
                  <a:lnTo>
                    <a:pt x="4905" y="4866"/>
                  </a:lnTo>
                  <a:lnTo>
                    <a:pt x="5407" y="4943"/>
                  </a:lnTo>
                  <a:lnTo>
                    <a:pt x="5947" y="4982"/>
                  </a:lnTo>
                  <a:lnTo>
                    <a:pt x="4673" y="5213"/>
                  </a:lnTo>
                  <a:lnTo>
                    <a:pt x="3399" y="5406"/>
                  </a:lnTo>
                  <a:lnTo>
                    <a:pt x="2703" y="5484"/>
                  </a:lnTo>
                  <a:lnTo>
                    <a:pt x="1622" y="5484"/>
                  </a:lnTo>
                  <a:lnTo>
                    <a:pt x="1236" y="5445"/>
                  </a:lnTo>
                  <a:lnTo>
                    <a:pt x="966" y="5368"/>
                  </a:lnTo>
                  <a:lnTo>
                    <a:pt x="773" y="5291"/>
                  </a:lnTo>
                  <a:lnTo>
                    <a:pt x="696" y="5213"/>
                  </a:lnTo>
                  <a:lnTo>
                    <a:pt x="657" y="5097"/>
                  </a:lnTo>
                  <a:lnTo>
                    <a:pt x="657" y="4982"/>
                  </a:lnTo>
                  <a:lnTo>
                    <a:pt x="696" y="4827"/>
                  </a:lnTo>
                  <a:lnTo>
                    <a:pt x="734" y="4673"/>
                  </a:lnTo>
                  <a:lnTo>
                    <a:pt x="811" y="4557"/>
                  </a:lnTo>
                  <a:lnTo>
                    <a:pt x="889" y="4480"/>
                  </a:lnTo>
                  <a:lnTo>
                    <a:pt x="966" y="4441"/>
                  </a:lnTo>
                  <a:close/>
                  <a:moveTo>
                    <a:pt x="7183" y="4866"/>
                  </a:moveTo>
                  <a:lnTo>
                    <a:pt x="8380" y="5097"/>
                  </a:lnTo>
                  <a:lnTo>
                    <a:pt x="9616" y="5406"/>
                  </a:lnTo>
                  <a:lnTo>
                    <a:pt x="10272" y="5599"/>
                  </a:lnTo>
                  <a:lnTo>
                    <a:pt x="10967" y="5792"/>
                  </a:lnTo>
                  <a:lnTo>
                    <a:pt x="11662" y="6024"/>
                  </a:lnTo>
                  <a:lnTo>
                    <a:pt x="12087" y="6217"/>
                  </a:lnTo>
                  <a:lnTo>
                    <a:pt x="12203" y="6256"/>
                  </a:lnTo>
                  <a:lnTo>
                    <a:pt x="12319" y="6333"/>
                  </a:lnTo>
                  <a:lnTo>
                    <a:pt x="12396" y="6410"/>
                  </a:lnTo>
                  <a:lnTo>
                    <a:pt x="12434" y="6526"/>
                  </a:lnTo>
                  <a:lnTo>
                    <a:pt x="12473" y="6642"/>
                  </a:lnTo>
                  <a:lnTo>
                    <a:pt x="12473" y="6796"/>
                  </a:lnTo>
                  <a:lnTo>
                    <a:pt x="12396" y="7144"/>
                  </a:lnTo>
                  <a:lnTo>
                    <a:pt x="12241" y="7183"/>
                  </a:lnTo>
                  <a:lnTo>
                    <a:pt x="12010" y="7221"/>
                  </a:lnTo>
                  <a:lnTo>
                    <a:pt x="11817" y="7183"/>
                  </a:lnTo>
                  <a:lnTo>
                    <a:pt x="11585" y="7144"/>
                  </a:lnTo>
                  <a:lnTo>
                    <a:pt x="11122" y="7028"/>
                  </a:lnTo>
                  <a:lnTo>
                    <a:pt x="10735" y="6874"/>
                  </a:lnTo>
                  <a:lnTo>
                    <a:pt x="10002" y="6603"/>
                  </a:lnTo>
                  <a:lnTo>
                    <a:pt x="9307" y="6256"/>
                  </a:lnTo>
                  <a:lnTo>
                    <a:pt x="8766" y="5947"/>
                  </a:lnTo>
                  <a:lnTo>
                    <a:pt x="8225" y="5599"/>
                  </a:lnTo>
                  <a:lnTo>
                    <a:pt x="7183" y="4866"/>
                  </a:lnTo>
                  <a:close/>
                  <a:moveTo>
                    <a:pt x="8805" y="0"/>
                  </a:moveTo>
                  <a:lnTo>
                    <a:pt x="8573" y="39"/>
                  </a:lnTo>
                  <a:lnTo>
                    <a:pt x="8341" y="155"/>
                  </a:lnTo>
                  <a:lnTo>
                    <a:pt x="8110" y="271"/>
                  </a:lnTo>
                  <a:lnTo>
                    <a:pt x="7955" y="464"/>
                  </a:lnTo>
                  <a:lnTo>
                    <a:pt x="7723" y="850"/>
                  </a:lnTo>
                  <a:lnTo>
                    <a:pt x="7492" y="1275"/>
                  </a:lnTo>
                  <a:lnTo>
                    <a:pt x="7183" y="2201"/>
                  </a:lnTo>
                  <a:lnTo>
                    <a:pt x="6835" y="3321"/>
                  </a:lnTo>
                  <a:lnTo>
                    <a:pt x="6719" y="3862"/>
                  </a:lnTo>
                  <a:lnTo>
                    <a:pt x="6604" y="4441"/>
                  </a:lnTo>
                  <a:lnTo>
                    <a:pt x="6526" y="4518"/>
                  </a:lnTo>
                  <a:lnTo>
                    <a:pt x="6526" y="4634"/>
                  </a:lnTo>
                  <a:lnTo>
                    <a:pt x="5947" y="4595"/>
                  </a:lnTo>
                  <a:lnTo>
                    <a:pt x="5407" y="4557"/>
                  </a:lnTo>
                  <a:lnTo>
                    <a:pt x="4325" y="4402"/>
                  </a:lnTo>
                  <a:lnTo>
                    <a:pt x="3244" y="4209"/>
                  </a:lnTo>
                  <a:lnTo>
                    <a:pt x="2703" y="4132"/>
                  </a:lnTo>
                  <a:lnTo>
                    <a:pt x="2124" y="4093"/>
                  </a:lnTo>
                  <a:lnTo>
                    <a:pt x="1545" y="4055"/>
                  </a:lnTo>
                  <a:lnTo>
                    <a:pt x="1159" y="4055"/>
                  </a:lnTo>
                  <a:lnTo>
                    <a:pt x="773" y="4093"/>
                  </a:lnTo>
                  <a:lnTo>
                    <a:pt x="425" y="4209"/>
                  </a:lnTo>
                  <a:lnTo>
                    <a:pt x="271" y="4287"/>
                  </a:lnTo>
                  <a:lnTo>
                    <a:pt x="155" y="4364"/>
                  </a:lnTo>
                  <a:lnTo>
                    <a:pt x="78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4982"/>
                  </a:lnTo>
                  <a:lnTo>
                    <a:pt x="78" y="5136"/>
                  </a:lnTo>
                  <a:lnTo>
                    <a:pt x="155" y="5252"/>
                  </a:lnTo>
                  <a:lnTo>
                    <a:pt x="232" y="5406"/>
                  </a:lnTo>
                  <a:lnTo>
                    <a:pt x="348" y="5522"/>
                  </a:lnTo>
                  <a:lnTo>
                    <a:pt x="618" y="5677"/>
                  </a:lnTo>
                  <a:lnTo>
                    <a:pt x="927" y="5792"/>
                  </a:lnTo>
                  <a:lnTo>
                    <a:pt x="1275" y="5870"/>
                  </a:lnTo>
                  <a:lnTo>
                    <a:pt x="1622" y="5908"/>
                  </a:lnTo>
                  <a:lnTo>
                    <a:pt x="2240" y="5908"/>
                  </a:lnTo>
                  <a:lnTo>
                    <a:pt x="3360" y="5831"/>
                  </a:lnTo>
                  <a:lnTo>
                    <a:pt x="4441" y="5715"/>
                  </a:lnTo>
                  <a:lnTo>
                    <a:pt x="5561" y="5484"/>
                  </a:lnTo>
                  <a:lnTo>
                    <a:pt x="6102" y="5329"/>
                  </a:lnTo>
                  <a:lnTo>
                    <a:pt x="6604" y="5136"/>
                  </a:lnTo>
                  <a:lnTo>
                    <a:pt x="6604" y="5175"/>
                  </a:lnTo>
                  <a:lnTo>
                    <a:pt x="6642" y="5599"/>
                  </a:lnTo>
                  <a:lnTo>
                    <a:pt x="6681" y="5792"/>
                  </a:lnTo>
                  <a:lnTo>
                    <a:pt x="6758" y="5986"/>
                  </a:lnTo>
                  <a:lnTo>
                    <a:pt x="7028" y="6024"/>
                  </a:lnTo>
                  <a:lnTo>
                    <a:pt x="7028" y="5986"/>
                  </a:lnTo>
                  <a:lnTo>
                    <a:pt x="6951" y="5599"/>
                  </a:lnTo>
                  <a:lnTo>
                    <a:pt x="6951" y="5406"/>
                  </a:lnTo>
                  <a:lnTo>
                    <a:pt x="6990" y="5213"/>
                  </a:lnTo>
                  <a:lnTo>
                    <a:pt x="7028" y="5175"/>
                  </a:lnTo>
                  <a:lnTo>
                    <a:pt x="7723" y="5754"/>
                  </a:lnTo>
                  <a:lnTo>
                    <a:pt x="8496" y="6256"/>
                  </a:lnTo>
                  <a:lnTo>
                    <a:pt x="9307" y="6681"/>
                  </a:lnTo>
                  <a:lnTo>
                    <a:pt x="10118" y="7067"/>
                  </a:lnTo>
                  <a:lnTo>
                    <a:pt x="10774" y="7337"/>
                  </a:lnTo>
                  <a:lnTo>
                    <a:pt x="11237" y="7453"/>
                  </a:lnTo>
                  <a:lnTo>
                    <a:pt x="11662" y="7569"/>
                  </a:lnTo>
                  <a:lnTo>
                    <a:pt x="12126" y="7607"/>
                  </a:lnTo>
                  <a:lnTo>
                    <a:pt x="12319" y="7569"/>
                  </a:lnTo>
                  <a:lnTo>
                    <a:pt x="12512" y="7530"/>
                  </a:lnTo>
                  <a:lnTo>
                    <a:pt x="12666" y="7453"/>
                  </a:lnTo>
                  <a:lnTo>
                    <a:pt x="12821" y="7376"/>
                  </a:lnTo>
                  <a:lnTo>
                    <a:pt x="12936" y="7221"/>
                  </a:lnTo>
                  <a:lnTo>
                    <a:pt x="13014" y="7028"/>
                  </a:lnTo>
                  <a:lnTo>
                    <a:pt x="13052" y="6874"/>
                  </a:lnTo>
                  <a:lnTo>
                    <a:pt x="13052" y="6719"/>
                  </a:lnTo>
                  <a:lnTo>
                    <a:pt x="13014" y="6565"/>
                  </a:lnTo>
                  <a:lnTo>
                    <a:pt x="12975" y="6449"/>
                  </a:lnTo>
                  <a:lnTo>
                    <a:pt x="12898" y="6333"/>
                  </a:lnTo>
                  <a:lnTo>
                    <a:pt x="12782" y="6217"/>
                  </a:lnTo>
                  <a:lnTo>
                    <a:pt x="12512" y="6024"/>
                  </a:lnTo>
                  <a:lnTo>
                    <a:pt x="12241" y="5870"/>
                  </a:lnTo>
                  <a:lnTo>
                    <a:pt x="11894" y="5715"/>
                  </a:lnTo>
                  <a:lnTo>
                    <a:pt x="11353" y="5522"/>
                  </a:lnTo>
                  <a:lnTo>
                    <a:pt x="10388" y="5213"/>
                  </a:lnTo>
                  <a:lnTo>
                    <a:pt x="9384" y="4943"/>
                  </a:lnTo>
                  <a:lnTo>
                    <a:pt x="8380" y="4711"/>
                  </a:lnTo>
                  <a:lnTo>
                    <a:pt x="7376" y="4518"/>
                  </a:lnTo>
                  <a:lnTo>
                    <a:pt x="8418" y="3437"/>
                  </a:lnTo>
                  <a:lnTo>
                    <a:pt x="8882" y="2896"/>
                  </a:lnTo>
                  <a:lnTo>
                    <a:pt x="9345" y="2279"/>
                  </a:lnTo>
                  <a:lnTo>
                    <a:pt x="9461" y="2085"/>
                  </a:lnTo>
                  <a:lnTo>
                    <a:pt x="9577" y="1854"/>
                  </a:lnTo>
                  <a:lnTo>
                    <a:pt x="9654" y="1622"/>
                  </a:lnTo>
                  <a:lnTo>
                    <a:pt x="9731" y="1390"/>
                  </a:lnTo>
                  <a:lnTo>
                    <a:pt x="9731" y="1159"/>
                  </a:lnTo>
                  <a:lnTo>
                    <a:pt x="9693" y="927"/>
                  </a:lnTo>
                  <a:lnTo>
                    <a:pt x="9654" y="657"/>
                  </a:lnTo>
                  <a:lnTo>
                    <a:pt x="9500" y="464"/>
                  </a:lnTo>
                  <a:lnTo>
                    <a:pt x="9461" y="309"/>
                  </a:lnTo>
                  <a:lnTo>
                    <a:pt x="9384" y="232"/>
                  </a:lnTo>
                  <a:lnTo>
                    <a:pt x="9229" y="78"/>
                  </a:lnTo>
                  <a:lnTo>
                    <a:pt x="90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17"/>
            <p:cNvSpPr/>
            <p:nvPr/>
          </p:nvSpPr>
          <p:spPr>
            <a:xfrm>
              <a:off x="1058675" y="4315675"/>
              <a:ext cx="594700" cy="534825"/>
            </a:xfrm>
            <a:custGeom>
              <a:avLst/>
              <a:gdLst/>
              <a:ahLst/>
              <a:cxnLst/>
              <a:rect l="l" t="t" r="r" b="b"/>
              <a:pathLst>
                <a:path w="23788" h="21393" extrusionOk="0">
                  <a:moveTo>
                    <a:pt x="23478" y="270"/>
                  </a:moveTo>
                  <a:lnTo>
                    <a:pt x="23401" y="386"/>
                  </a:lnTo>
                  <a:lnTo>
                    <a:pt x="22590" y="1815"/>
                  </a:lnTo>
                  <a:lnTo>
                    <a:pt x="21741" y="3205"/>
                  </a:lnTo>
                  <a:lnTo>
                    <a:pt x="20853" y="4595"/>
                  </a:lnTo>
                  <a:lnTo>
                    <a:pt x="19926" y="5985"/>
                  </a:lnTo>
                  <a:lnTo>
                    <a:pt x="19269" y="5754"/>
                  </a:lnTo>
                  <a:lnTo>
                    <a:pt x="18999" y="5638"/>
                  </a:lnTo>
                  <a:lnTo>
                    <a:pt x="18690" y="5483"/>
                  </a:lnTo>
                  <a:lnTo>
                    <a:pt x="18420" y="5290"/>
                  </a:lnTo>
                  <a:lnTo>
                    <a:pt x="18150" y="5059"/>
                  </a:lnTo>
                  <a:lnTo>
                    <a:pt x="17918" y="4827"/>
                  </a:lnTo>
                  <a:lnTo>
                    <a:pt x="17686" y="4557"/>
                  </a:lnTo>
                  <a:lnTo>
                    <a:pt x="17493" y="4286"/>
                  </a:lnTo>
                  <a:lnTo>
                    <a:pt x="17339" y="3977"/>
                  </a:lnTo>
                  <a:lnTo>
                    <a:pt x="17030" y="3360"/>
                  </a:lnTo>
                  <a:lnTo>
                    <a:pt x="16798" y="2742"/>
                  </a:lnTo>
                  <a:lnTo>
                    <a:pt x="16605" y="2085"/>
                  </a:lnTo>
                  <a:lnTo>
                    <a:pt x="17416" y="1776"/>
                  </a:lnTo>
                  <a:lnTo>
                    <a:pt x="18265" y="1467"/>
                  </a:lnTo>
                  <a:lnTo>
                    <a:pt x="19115" y="1197"/>
                  </a:lnTo>
                  <a:lnTo>
                    <a:pt x="19965" y="965"/>
                  </a:lnTo>
                  <a:lnTo>
                    <a:pt x="20853" y="772"/>
                  </a:lnTo>
                  <a:lnTo>
                    <a:pt x="21702" y="579"/>
                  </a:lnTo>
                  <a:lnTo>
                    <a:pt x="22590" y="425"/>
                  </a:lnTo>
                  <a:lnTo>
                    <a:pt x="23478" y="270"/>
                  </a:lnTo>
                  <a:close/>
                  <a:moveTo>
                    <a:pt x="4866" y="7607"/>
                  </a:moveTo>
                  <a:lnTo>
                    <a:pt x="6256" y="7646"/>
                  </a:lnTo>
                  <a:lnTo>
                    <a:pt x="7608" y="7723"/>
                  </a:lnTo>
                  <a:lnTo>
                    <a:pt x="7222" y="8186"/>
                  </a:lnTo>
                  <a:lnTo>
                    <a:pt x="6835" y="8650"/>
                  </a:lnTo>
                  <a:lnTo>
                    <a:pt x="6488" y="9190"/>
                  </a:lnTo>
                  <a:lnTo>
                    <a:pt x="6140" y="9692"/>
                  </a:lnTo>
                  <a:lnTo>
                    <a:pt x="5909" y="10233"/>
                  </a:lnTo>
                  <a:lnTo>
                    <a:pt x="5870" y="10272"/>
                  </a:lnTo>
                  <a:lnTo>
                    <a:pt x="5214" y="10774"/>
                  </a:lnTo>
                  <a:lnTo>
                    <a:pt x="4557" y="11314"/>
                  </a:lnTo>
                  <a:lnTo>
                    <a:pt x="4326" y="11546"/>
                  </a:lnTo>
                  <a:lnTo>
                    <a:pt x="4094" y="11816"/>
                  </a:lnTo>
                  <a:lnTo>
                    <a:pt x="3824" y="12048"/>
                  </a:lnTo>
                  <a:lnTo>
                    <a:pt x="3708" y="12125"/>
                  </a:lnTo>
                  <a:lnTo>
                    <a:pt x="3553" y="12164"/>
                  </a:lnTo>
                  <a:lnTo>
                    <a:pt x="3399" y="12202"/>
                  </a:lnTo>
                  <a:lnTo>
                    <a:pt x="3206" y="12164"/>
                  </a:lnTo>
                  <a:lnTo>
                    <a:pt x="2742" y="12087"/>
                  </a:lnTo>
                  <a:lnTo>
                    <a:pt x="1970" y="11855"/>
                  </a:lnTo>
                  <a:lnTo>
                    <a:pt x="387" y="11507"/>
                  </a:lnTo>
                  <a:lnTo>
                    <a:pt x="1005" y="11083"/>
                  </a:lnTo>
                  <a:lnTo>
                    <a:pt x="1584" y="10658"/>
                  </a:lnTo>
                  <a:lnTo>
                    <a:pt x="2163" y="10156"/>
                  </a:lnTo>
                  <a:lnTo>
                    <a:pt x="2704" y="9654"/>
                  </a:lnTo>
                  <a:lnTo>
                    <a:pt x="3553" y="8804"/>
                  </a:lnTo>
                  <a:lnTo>
                    <a:pt x="4055" y="8186"/>
                  </a:lnTo>
                  <a:lnTo>
                    <a:pt x="4326" y="7916"/>
                  </a:lnTo>
                  <a:lnTo>
                    <a:pt x="4634" y="7684"/>
                  </a:lnTo>
                  <a:lnTo>
                    <a:pt x="4789" y="7684"/>
                  </a:lnTo>
                  <a:lnTo>
                    <a:pt x="4827" y="7646"/>
                  </a:lnTo>
                  <a:lnTo>
                    <a:pt x="4866" y="7607"/>
                  </a:lnTo>
                  <a:close/>
                  <a:moveTo>
                    <a:pt x="16296" y="2201"/>
                  </a:moveTo>
                  <a:lnTo>
                    <a:pt x="16489" y="2858"/>
                  </a:lnTo>
                  <a:lnTo>
                    <a:pt x="16721" y="3553"/>
                  </a:lnTo>
                  <a:lnTo>
                    <a:pt x="17030" y="4209"/>
                  </a:lnTo>
                  <a:lnTo>
                    <a:pt x="17223" y="4518"/>
                  </a:lnTo>
                  <a:lnTo>
                    <a:pt x="17455" y="4827"/>
                  </a:lnTo>
                  <a:lnTo>
                    <a:pt x="17648" y="5136"/>
                  </a:lnTo>
                  <a:lnTo>
                    <a:pt x="17879" y="5368"/>
                  </a:lnTo>
                  <a:lnTo>
                    <a:pt x="18150" y="5599"/>
                  </a:lnTo>
                  <a:lnTo>
                    <a:pt x="18420" y="5831"/>
                  </a:lnTo>
                  <a:lnTo>
                    <a:pt x="18729" y="5985"/>
                  </a:lnTo>
                  <a:lnTo>
                    <a:pt x="19038" y="6140"/>
                  </a:lnTo>
                  <a:lnTo>
                    <a:pt x="19385" y="6217"/>
                  </a:lnTo>
                  <a:lnTo>
                    <a:pt x="19771" y="6256"/>
                  </a:lnTo>
                  <a:lnTo>
                    <a:pt x="18922" y="7453"/>
                  </a:lnTo>
                  <a:lnTo>
                    <a:pt x="18034" y="8611"/>
                  </a:lnTo>
                  <a:lnTo>
                    <a:pt x="17223" y="9615"/>
                  </a:lnTo>
                  <a:lnTo>
                    <a:pt x="16373" y="10581"/>
                  </a:lnTo>
                  <a:lnTo>
                    <a:pt x="15524" y="11507"/>
                  </a:lnTo>
                  <a:lnTo>
                    <a:pt x="14597" y="12395"/>
                  </a:lnTo>
                  <a:lnTo>
                    <a:pt x="13670" y="13284"/>
                  </a:lnTo>
                  <a:lnTo>
                    <a:pt x="13168" y="13747"/>
                  </a:lnTo>
                  <a:lnTo>
                    <a:pt x="12628" y="14172"/>
                  </a:lnTo>
                  <a:lnTo>
                    <a:pt x="12126" y="14558"/>
                  </a:lnTo>
                  <a:lnTo>
                    <a:pt x="11546" y="14905"/>
                  </a:lnTo>
                  <a:lnTo>
                    <a:pt x="10967" y="15214"/>
                  </a:lnTo>
                  <a:lnTo>
                    <a:pt x="10388" y="15446"/>
                  </a:lnTo>
                  <a:lnTo>
                    <a:pt x="9809" y="15600"/>
                  </a:lnTo>
                  <a:lnTo>
                    <a:pt x="9191" y="15678"/>
                  </a:lnTo>
                  <a:lnTo>
                    <a:pt x="8612" y="15678"/>
                  </a:lnTo>
                  <a:lnTo>
                    <a:pt x="8341" y="15639"/>
                  </a:lnTo>
                  <a:lnTo>
                    <a:pt x="8033" y="15562"/>
                  </a:lnTo>
                  <a:lnTo>
                    <a:pt x="7762" y="15446"/>
                  </a:lnTo>
                  <a:lnTo>
                    <a:pt x="7531" y="15330"/>
                  </a:lnTo>
                  <a:lnTo>
                    <a:pt x="7260" y="15214"/>
                  </a:lnTo>
                  <a:lnTo>
                    <a:pt x="7029" y="15021"/>
                  </a:lnTo>
                  <a:lnTo>
                    <a:pt x="6835" y="14828"/>
                  </a:lnTo>
                  <a:lnTo>
                    <a:pt x="6642" y="14597"/>
                  </a:lnTo>
                  <a:lnTo>
                    <a:pt x="6449" y="14365"/>
                  </a:lnTo>
                  <a:lnTo>
                    <a:pt x="6295" y="14095"/>
                  </a:lnTo>
                  <a:lnTo>
                    <a:pt x="6063" y="13554"/>
                  </a:lnTo>
                  <a:lnTo>
                    <a:pt x="5909" y="13013"/>
                  </a:lnTo>
                  <a:lnTo>
                    <a:pt x="5870" y="12434"/>
                  </a:lnTo>
                  <a:lnTo>
                    <a:pt x="5870" y="11855"/>
                  </a:lnTo>
                  <a:lnTo>
                    <a:pt x="5986" y="11314"/>
                  </a:lnTo>
                  <a:lnTo>
                    <a:pt x="6140" y="10735"/>
                  </a:lnTo>
                  <a:lnTo>
                    <a:pt x="6333" y="10194"/>
                  </a:lnTo>
                  <a:lnTo>
                    <a:pt x="6604" y="9692"/>
                  </a:lnTo>
                  <a:lnTo>
                    <a:pt x="6913" y="9229"/>
                  </a:lnTo>
                  <a:lnTo>
                    <a:pt x="7222" y="8766"/>
                  </a:lnTo>
                  <a:lnTo>
                    <a:pt x="7569" y="8302"/>
                  </a:lnTo>
                  <a:lnTo>
                    <a:pt x="7955" y="7878"/>
                  </a:lnTo>
                  <a:lnTo>
                    <a:pt x="8766" y="7067"/>
                  </a:lnTo>
                  <a:lnTo>
                    <a:pt x="9616" y="6333"/>
                  </a:lnTo>
                  <a:lnTo>
                    <a:pt x="10542" y="5561"/>
                  </a:lnTo>
                  <a:lnTo>
                    <a:pt x="11508" y="4866"/>
                  </a:lnTo>
                  <a:lnTo>
                    <a:pt x="12473" y="4209"/>
                  </a:lnTo>
                  <a:lnTo>
                    <a:pt x="13516" y="3591"/>
                  </a:lnTo>
                  <a:lnTo>
                    <a:pt x="14211" y="3205"/>
                  </a:lnTo>
                  <a:lnTo>
                    <a:pt x="14906" y="2858"/>
                  </a:lnTo>
                  <a:lnTo>
                    <a:pt x="15601" y="2510"/>
                  </a:lnTo>
                  <a:lnTo>
                    <a:pt x="16296" y="2201"/>
                  </a:lnTo>
                  <a:close/>
                  <a:moveTo>
                    <a:pt x="5638" y="13361"/>
                  </a:moveTo>
                  <a:lnTo>
                    <a:pt x="5754" y="13747"/>
                  </a:lnTo>
                  <a:lnTo>
                    <a:pt x="5870" y="14133"/>
                  </a:lnTo>
                  <a:lnTo>
                    <a:pt x="6063" y="14519"/>
                  </a:lnTo>
                  <a:lnTo>
                    <a:pt x="6295" y="14828"/>
                  </a:lnTo>
                  <a:lnTo>
                    <a:pt x="6565" y="15137"/>
                  </a:lnTo>
                  <a:lnTo>
                    <a:pt x="6874" y="15407"/>
                  </a:lnTo>
                  <a:lnTo>
                    <a:pt x="7222" y="15639"/>
                  </a:lnTo>
                  <a:lnTo>
                    <a:pt x="7608" y="15832"/>
                  </a:lnTo>
                  <a:lnTo>
                    <a:pt x="7415" y="16141"/>
                  </a:lnTo>
                  <a:lnTo>
                    <a:pt x="7260" y="16489"/>
                  </a:lnTo>
                  <a:lnTo>
                    <a:pt x="6797" y="16296"/>
                  </a:lnTo>
                  <a:lnTo>
                    <a:pt x="6411" y="16025"/>
                  </a:lnTo>
                  <a:lnTo>
                    <a:pt x="6025" y="15716"/>
                  </a:lnTo>
                  <a:lnTo>
                    <a:pt x="5716" y="15369"/>
                  </a:lnTo>
                  <a:lnTo>
                    <a:pt x="5484" y="14983"/>
                  </a:lnTo>
                  <a:lnTo>
                    <a:pt x="5252" y="14558"/>
                  </a:lnTo>
                  <a:lnTo>
                    <a:pt x="5098" y="14133"/>
                  </a:lnTo>
                  <a:lnTo>
                    <a:pt x="5021" y="13631"/>
                  </a:lnTo>
                  <a:lnTo>
                    <a:pt x="4982" y="13593"/>
                  </a:lnTo>
                  <a:lnTo>
                    <a:pt x="5638" y="13361"/>
                  </a:lnTo>
                  <a:close/>
                  <a:moveTo>
                    <a:pt x="4827" y="13670"/>
                  </a:moveTo>
                  <a:lnTo>
                    <a:pt x="4866" y="14210"/>
                  </a:lnTo>
                  <a:lnTo>
                    <a:pt x="4982" y="14712"/>
                  </a:lnTo>
                  <a:lnTo>
                    <a:pt x="5214" y="15176"/>
                  </a:lnTo>
                  <a:lnTo>
                    <a:pt x="5484" y="15600"/>
                  </a:lnTo>
                  <a:lnTo>
                    <a:pt x="5831" y="15948"/>
                  </a:lnTo>
                  <a:lnTo>
                    <a:pt x="6218" y="16296"/>
                  </a:lnTo>
                  <a:lnTo>
                    <a:pt x="6642" y="16566"/>
                  </a:lnTo>
                  <a:lnTo>
                    <a:pt x="7106" y="16759"/>
                  </a:lnTo>
                  <a:lnTo>
                    <a:pt x="6951" y="17300"/>
                  </a:lnTo>
                  <a:lnTo>
                    <a:pt x="6411" y="17029"/>
                  </a:lnTo>
                  <a:lnTo>
                    <a:pt x="5909" y="16720"/>
                  </a:lnTo>
                  <a:lnTo>
                    <a:pt x="5484" y="16373"/>
                  </a:lnTo>
                  <a:lnTo>
                    <a:pt x="5098" y="15987"/>
                  </a:lnTo>
                  <a:lnTo>
                    <a:pt x="4789" y="15562"/>
                  </a:lnTo>
                  <a:lnTo>
                    <a:pt x="4480" y="15060"/>
                  </a:lnTo>
                  <a:lnTo>
                    <a:pt x="4248" y="14558"/>
                  </a:lnTo>
                  <a:lnTo>
                    <a:pt x="4055" y="13979"/>
                  </a:lnTo>
                  <a:lnTo>
                    <a:pt x="4248" y="13940"/>
                  </a:lnTo>
                  <a:lnTo>
                    <a:pt x="4441" y="13863"/>
                  </a:lnTo>
                  <a:lnTo>
                    <a:pt x="4827" y="13670"/>
                  </a:lnTo>
                  <a:close/>
                  <a:moveTo>
                    <a:pt x="4441" y="15871"/>
                  </a:moveTo>
                  <a:lnTo>
                    <a:pt x="4673" y="16180"/>
                  </a:lnTo>
                  <a:lnTo>
                    <a:pt x="4905" y="16450"/>
                  </a:lnTo>
                  <a:lnTo>
                    <a:pt x="5175" y="16682"/>
                  </a:lnTo>
                  <a:lnTo>
                    <a:pt x="5445" y="16913"/>
                  </a:lnTo>
                  <a:lnTo>
                    <a:pt x="5291" y="17029"/>
                  </a:lnTo>
                  <a:lnTo>
                    <a:pt x="5214" y="17222"/>
                  </a:lnTo>
                  <a:lnTo>
                    <a:pt x="5098" y="17068"/>
                  </a:lnTo>
                  <a:lnTo>
                    <a:pt x="5059" y="16991"/>
                  </a:lnTo>
                  <a:lnTo>
                    <a:pt x="4982" y="16952"/>
                  </a:lnTo>
                  <a:lnTo>
                    <a:pt x="4905" y="16952"/>
                  </a:lnTo>
                  <a:lnTo>
                    <a:pt x="4827" y="16991"/>
                  </a:lnTo>
                  <a:lnTo>
                    <a:pt x="4519" y="17415"/>
                  </a:lnTo>
                  <a:lnTo>
                    <a:pt x="4210" y="17840"/>
                  </a:lnTo>
                  <a:lnTo>
                    <a:pt x="3862" y="18226"/>
                  </a:lnTo>
                  <a:lnTo>
                    <a:pt x="3476" y="18574"/>
                  </a:lnTo>
                  <a:lnTo>
                    <a:pt x="3090" y="18921"/>
                  </a:lnTo>
                  <a:lnTo>
                    <a:pt x="2665" y="19230"/>
                  </a:lnTo>
                  <a:lnTo>
                    <a:pt x="2240" y="19501"/>
                  </a:lnTo>
                  <a:lnTo>
                    <a:pt x="1777" y="19771"/>
                  </a:lnTo>
                  <a:lnTo>
                    <a:pt x="1777" y="19771"/>
                  </a:lnTo>
                  <a:lnTo>
                    <a:pt x="1816" y="19346"/>
                  </a:lnTo>
                  <a:lnTo>
                    <a:pt x="1854" y="18921"/>
                  </a:lnTo>
                  <a:lnTo>
                    <a:pt x="2009" y="18535"/>
                  </a:lnTo>
                  <a:lnTo>
                    <a:pt x="2163" y="18188"/>
                  </a:lnTo>
                  <a:lnTo>
                    <a:pt x="2395" y="17840"/>
                  </a:lnTo>
                  <a:lnTo>
                    <a:pt x="2665" y="17531"/>
                  </a:lnTo>
                  <a:lnTo>
                    <a:pt x="2974" y="17222"/>
                  </a:lnTo>
                  <a:lnTo>
                    <a:pt x="3360" y="16913"/>
                  </a:lnTo>
                  <a:lnTo>
                    <a:pt x="3669" y="16720"/>
                  </a:lnTo>
                  <a:lnTo>
                    <a:pt x="3939" y="16489"/>
                  </a:lnTo>
                  <a:lnTo>
                    <a:pt x="4017" y="16334"/>
                  </a:lnTo>
                  <a:lnTo>
                    <a:pt x="4094" y="16218"/>
                  </a:lnTo>
                  <a:lnTo>
                    <a:pt x="4094" y="16064"/>
                  </a:lnTo>
                  <a:lnTo>
                    <a:pt x="4055" y="15871"/>
                  </a:lnTo>
                  <a:close/>
                  <a:moveTo>
                    <a:pt x="13439" y="13979"/>
                  </a:moveTo>
                  <a:lnTo>
                    <a:pt x="13400" y="14674"/>
                  </a:lnTo>
                  <a:lnTo>
                    <a:pt x="13400" y="15369"/>
                  </a:lnTo>
                  <a:lnTo>
                    <a:pt x="13477" y="16025"/>
                  </a:lnTo>
                  <a:lnTo>
                    <a:pt x="13632" y="16682"/>
                  </a:lnTo>
                  <a:lnTo>
                    <a:pt x="12396" y="17454"/>
                  </a:lnTo>
                  <a:lnTo>
                    <a:pt x="11160" y="18304"/>
                  </a:lnTo>
                  <a:lnTo>
                    <a:pt x="8805" y="20041"/>
                  </a:lnTo>
                  <a:lnTo>
                    <a:pt x="8766" y="19037"/>
                  </a:lnTo>
                  <a:lnTo>
                    <a:pt x="8689" y="18033"/>
                  </a:lnTo>
                  <a:lnTo>
                    <a:pt x="8650" y="17724"/>
                  </a:lnTo>
                  <a:lnTo>
                    <a:pt x="8689" y="17493"/>
                  </a:lnTo>
                  <a:lnTo>
                    <a:pt x="8728" y="17377"/>
                  </a:lnTo>
                  <a:lnTo>
                    <a:pt x="8805" y="17261"/>
                  </a:lnTo>
                  <a:lnTo>
                    <a:pt x="9037" y="17068"/>
                  </a:lnTo>
                  <a:lnTo>
                    <a:pt x="9654" y="16604"/>
                  </a:lnTo>
                  <a:lnTo>
                    <a:pt x="10195" y="16141"/>
                  </a:lnTo>
                  <a:lnTo>
                    <a:pt x="10234" y="16064"/>
                  </a:lnTo>
                  <a:lnTo>
                    <a:pt x="10272" y="16025"/>
                  </a:lnTo>
                  <a:lnTo>
                    <a:pt x="10234" y="15909"/>
                  </a:lnTo>
                  <a:lnTo>
                    <a:pt x="10774" y="15716"/>
                  </a:lnTo>
                  <a:lnTo>
                    <a:pt x="11276" y="15485"/>
                  </a:lnTo>
                  <a:lnTo>
                    <a:pt x="11740" y="15214"/>
                  </a:lnTo>
                  <a:lnTo>
                    <a:pt x="12203" y="14905"/>
                  </a:lnTo>
                  <a:lnTo>
                    <a:pt x="12821" y="14481"/>
                  </a:lnTo>
                  <a:lnTo>
                    <a:pt x="13439" y="13979"/>
                  </a:lnTo>
                  <a:close/>
                  <a:moveTo>
                    <a:pt x="3978" y="14944"/>
                  </a:moveTo>
                  <a:lnTo>
                    <a:pt x="4132" y="15330"/>
                  </a:lnTo>
                  <a:lnTo>
                    <a:pt x="4326" y="15678"/>
                  </a:lnTo>
                  <a:lnTo>
                    <a:pt x="3862" y="15678"/>
                  </a:lnTo>
                  <a:lnTo>
                    <a:pt x="3785" y="15716"/>
                  </a:lnTo>
                  <a:lnTo>
                    <a:pt x="3746" y="15755"/>
                  </a:lnTo>
                  <a:lnTo>
                    <a:pt x="3746" y="15832"/>
                  </a:lnTo>
                  <a:lnTo>
                    <a:pt x="3785" y="15871"/>
                  </a:lnTo>
                  <a:lnTo>
                    <a:pt x="3785" y="15948"/>
                  </a:lnTo>
                  <a:lnTo>
                    <a:pt x="3785" y="16064"/>
                  </a:lnTo>
                  <a:lnTo>
                    <a:pt x="3669" y="16257"/>
                  </a:lnTo>
                  <a:lnTo>
                    <a:pt x="3476" y="16489"/>
                  </a:lnTo>
                  <a:lnTo>
                    <a:pt x="3206" y="16720"/>
                  </a:lnTo>
                  <a:lnTo>
                    <a:pt x="2665" y="17145"/>
                  </a:lnTo>
                  <a:lnTo>
                    <a:pt x="2318" y="17415"/>
                  </a:lnTo>
                  <a:lnTo>
                    <a:pt x="2009" y="17802"/>
                  </a:lnTo>
                  <a:lnTo>
                    <a:pt x="1777" y="18188"/>
                  </a:lnTo>
                  <a:lnTo>
                    <a:pt x="1584" y="18651"/>
                  </a:lnTo>
                  <a:lnTo>
                    <a:pt x="1507" y="19114"/>
                  </a:lnTo>
                  <a:lnTo>
                    <a:pt x="1468" y="19346"/>
                  </a:lnTo>
                  <a:lnTo>
                    <a:pt x="1468" y="19578"/>
                  </a:lnTo>
                  <a:lnTo>
                    <a:pt x="1507" y="19848"/>
                  </a:lnTo>
                  <a:lnTo>
                    <a:pt x="1545" y="20080"/>
                  </a:lnTo>
                  <a:lnTo>
                    <a:pt x="1622" y="20118"/>
                  </a:lnTo>
                  <a:lnTo>
                    <a:pt x="1738" y="20118"/>
                  </a:lnTo>
                  <a:lnTo>
                    <a:pt x="1777" y="20041"/>
                  </a:lnTo>
                  <a:lnTo>
                    <a:pt x="2279" y="19809"/>
                  </a:lnTo>
                  <a:lnTo>
                    <a:pt x="2742" y="19578"/>
                  </a:lnTo>
                  <a:lnTo>
                    <a:pt x="3167" y="19269"/>
                  </a:lnTo>
                  <a:lnTo>
                    <a:pt x="3553" y="18960"/>
                  </a:lnTo>
                  <a:lnTo>
                    <a:pt x="3939" y="18612"/>
                  </a:lnTo>
                  <a:lnTo>
                    <a:pt x="4287" y="18226"/>
                  </a:lnTo>
                  <a:lnTo>
                    <a:pt x="4634" y="17802"/>
                  </a:lnTo>
                  <a:lnTo>
                    <a:pt x="4943" y="17377"/>
                  </a:lnTo>
                  <a:lnTo>
                    <a:pt x="5059" y="17531"/>
                  </a:lnTo>
                  <a:lnTo>
                    <a:pt x="5175" y="17647"/>
                  </a:lnTo>
                  <a:lnTo>
                    <a:pt x="5291" y="17647"/>
                  </a:lnTo>
                  <a:lnTo>
                    <a:pt x="5368" y="17608"/>
                  </a:lnTo>
                  <a:lnTo>
                    <a:pt x="5368" y="17531"/>
                  </a:lnTo>
                  <a:lnTo>
                    <a:pt x="5638" y="17068"/>
                  </a:lnTo>
                  <a:lnTo>
                    <a:pt x="6025" y="17300"/>
                  </a:lnTo>
                  <a:lnTo>
                    <a:pt x="5986" y="17802"/>
                  </a:lnTo>
                  <a:lnTo>
                    <a:pt x="5870" y="18304"/>
                  </a:lnTo>
                  <a:lnTo>
                    <a:pt x="5754" y="18806"/>
                  </a:lnTo>
                  <a:lnTo>
                    <a:pt x="5561" y="19308"/>
                  </a:lnTo>
                  <a:lnTo>
                    <a:pt x="5445" y="19076"/>
                  </a:lnTo>
                  <a:lnTo>
                    <a:pt x="5407" y="18844"/>
                  </a:lnTo>
                  <a:lnTo>
                    <a:pt x="5368" y="18574"/>
                  </a:lnTo>
                  <a:lnTo>
                    <a:pt x="5407" y="18304"/>
                  </a:lnTo>
                  <a:lnTo>
                    <a:pt x="5445" y="18226"/>
                  </a:lnTo>
                  <a:lnTo>
                    <a:pt x="5407" y="18188"/>
                  </a:lnTo>
                  <a:lnTo>
                    <a:pt x="5329" y="18110"/>
                  </a:lnTo>
                  <a:lnTo>
                    <a:pt x="5252" y="18072"/>
                  </a:lnTo>
                  <a:lnTo>
                    <a:pt x="5214" y="18110"/>
                  </a:lnTo>
                  <a:lnTo>
                    <a:pt x="5136" y="18110"/>
                  </a:lnTo>
                  <a:lnTo>
                    <a:pt x="5098" y="18188"/>
                  </a:lnTo>
                  <a:lnTo>
                    <a:pt x="4827" y="18767"/>
                  </a:lnTo>
                  <a:lnTo>
                    <a:pt x="4519" y="19308"/>
                  </a:lnTo>
                  <a:lnTo>
                    <a:pt x="4326" y="19539"/>
                  </a:lnTo>
                  <a:lnTo>
                    <a:pt x="4094" y="19771"/>
                  </a:lnTo>
                  <a:lnTo>
                    <a:pt x="3862" y="19964"/>
                  </a:lnTo>
                  <a:lnTo>
                    <a:pt x="3592" y="20196"/>
                  </a:lnTo>
                  <a:lnTo>
                    <a:pt x="3090" y="20505"/>
                  </a:lnTo>
                  <a:lnTo>
                    <a:pt x="2820" y="20659"/>
                  </a:lnTo>
                  <a:lnTo>
                    <a:pt x="2511" y="20775"/>
                  </a:lnTo>
                  <a:lnTo>
                    <a:pt x="2202" y="20891"/>
                  </a:lnTo>
                  <a:lnTo>
                    <a:pt x="1893" y="20968"/>
                  </a:lnTo>
                  <a:lnTo>
                    <a:pt x="1584" y="21007"/>
                  </a:lnTo>
                  <a:lnTo>
                    <a:pt x="1275" y="20968"/>
                  </a:lnTo>
                  <a:lnTo>
                    <a:pt x="1043" y="20929"/>
                  </a:lnTo>
                  <a:lnTo>
                    <a:pt x="889" y="20813"/>
                  </a:lnTo>
                  <a:lnTo>
                    <a:pt x="773" y="20698"/>
                  </a:lnTo>
                  <a:lnTo>
                    <a:pt x="734" y="20543"/>
                  </a:lnTo>
                  <a:lnTo>
                    <a:pt x="696" y="20350"/>
                  </a:lnTo>
                  <a:lnTo>
                    <a:pt x="696" y="20157"/>
                  </a:lnTo>
                  <a:lnTo>
                    <a:pt x="734" y="19732"/>
                  </a:lnTo>
                  <a:lnTo>
                    <a:pt x="812" y="19037"/>
                  </a:lnTo>
                  <a:lnTo>
                    <a:pt x="889" y="18690"/>
                  </a:lnTo>
                  <a:lnTo>
                    <a:pt x="1005" y="18342"/>
                  </a:lnTo>
                  <a:lnTo>
                    <a:pt x="1159" y="17956"/>
                  </a:lnTo>
                  <a:lnTo>
                    <a:pt x="1352" y="17608"/>
                  </a:lnTo>
                  <a:lnTo>
                    <a:pt x="1584" y="17261"/>
                  </a:lnTo>
                  <a:lnTo>
                    <a:pt x="1854" y="16952"/>
                  </a:lnTo>
                  <a:lnTo>
                    <a:pt x="2124" y="16682"/>
                  </a:lnTo>
                  <a:lnTo>
                    <a:pt x="2433" y="16411"/>
                  </a:lnTo>
                  <a:lnTo>
                    <a:pt x="2781" y="16180"/>
                  </a:lnTo>
                  <a:lnTo>
                    <a:pt x="3167" y="16025"/>
                  </a:lnTo>
                  <a:lnTo>
                    <a:pt x="3244" y="15948"/>
                  </a:lnTo>
                  <a:lnTo>
                    <a:pt x="3244" y="15871"/>
                  </a:lnTo>
                  <a:lnTo>
                    <a:pt x="3206" y="15794"/>
                  </a:lnTo>
                  <a:lnTo>
                    <a:pt x="3167" y="15716"/>
                  </a:lnTo>
                  <a:lnTo>
                    <a:pt x="2433" y="15369"/>
                  </a:lnTo>
                  <a:lnTo>
                    <a:pt x="2781" y="15176"/>
                  </a:lnTo>
                  <a:lnTo>
                    <a:pt x="3167" y="15021"/>
                  </a:lnTo>
                  <a:lnTo>
                    <a:pt x="3553" y="14983"/>
                  </a:lnTo>
                  <a:lnTo>
                    <a:pt x="3978" y="14944"/>
                  </a:lnTo>
                  <a:close/>
                  <a:moveTo>
                    <a:pt x="23478" y="0"/>
                  </a:moveTo>
                  <a:lnTo>
                    <a:pt x="22204" y="155"/>
                  </a:lnTo>
                  <a:lnTo>
                    <a:pt x="20891" y="386"/>
                  </a:lnTo>
                  <a:lnTo>
                    <a:pt x="19617" y="657"/>
                  </a:lnTo>
                  <a:lnTo>
                    <a:pt x="18381" y="1043"/>
                  </a:lnTo>
                  <a:lnTo>
                    <a:pt x="17146" y="1467"/>
                  </a:lnTo>
                  <a:lnTo>
                    <a:pt x="15949" y="1969"/>
                  </a:lnTo>
                  <a:lnTo>
                    <a:pt x="14752" y="2510"/>
                  </a:lnTo>
                  <a:lnTo>
                    <a:pt x="13593" y="3128"/>
                  </a:lnTo>
                  <a:lnTo>
                    <a:pt x="12473" y="3784"/>
                  </a:lnTo>
                  <a:lnTo>
                    <a:pt x="11353" y="4518"/>
                  </a:lnTo>
                  <a:lnTo>
                    <a:pt x="10311" y="5290"/>
                  </a:lnTo>
                  <a:lnTo>
                    <a:pt x="9307" y="6140"/>
                  </a:lnTo>
                  <a:lnTo>
                    <a:pt x="8535" y="6796"/>
                  </a:lnTo>
                  <a:lnTo>
                    <a:pt x="7801" y="7491"/>
                  </a:lnTo>
                  <a:lnTo>
                    <a:pt x="7029" y="7337"/>
                  </a:lnTo>
                  <a:lnTo>
                    <a:pt x="6218" y="7221"/>
                  </a:lnTo>
                  <a:lnTo>
                    <a:pt x="5407" y="7182"/>
                  </a:lnTo>
                  <a:lnTo>
                    <a:pt x="4557" y="7221"/>
                  </a:lnTo>
                  <a:lnTo>
                    <a:pt x="4519" y="7221"/>
                  </a:lnTo>
                  <a:lnTo>
                    <a:pt x="4441" y="7260"/>
                  </a:lnTo>
                  <a:lnTo>
                    <a:pt x="4403" y="7414"/>
                  </a:lnTo>
                  <a:lnTo>
                    <a:pt x="4171" y="7530"/>
                  </a:lnTo>
                  <a:lnTo>
                    <a:pt x="3939" y="7723"/>
                  </a:lnTo>
                  <a:lnTo>
                    <a:pt x="3708" y="7916"/>
                  </a:lnTo>
                  <a:lnTo>
                    <a:pt x="3515" y="8148"/>
                  </a:lnTo>
                  <a:lnTo>
                    <a:pt x="3128" y="8611"/>
                  </a:lnTo>
                  <a:lnTo>
                    <a:pt x="2742" y="9036"/>
                  </a:lnTo>
                  <a:lnTo>
                    <a:pt x="2124" y="9654"/>
                  </a:lnTo>
                  <a:lnTo>
                    <a:pt x="1468" y="10194"/>
                  </a:lnTo>
                  <a:lnTo>
                    <a:pt x="773" y="10774"/>
                  </a:lnTo>
                  <a:lnTo>
                    <a:pt x="78" y="11276"/>
                  </a:lnTo>
                  <a:lnTo>
                    <a:pt x="1" y="11353"/>
                  </a:lnTo>
                  <a:lnTo>
                    <a:pt x="1" y="11430"/>
                  </a:lnTo>
                  <a:lnTo>
                    <a:pt x="1" y="11507"/>
                  </a:lnTo>
                  <a:lnTo>
                    <a:pt x="39" y="11546"/>
                  </a:lnTo>
                  <a:lnTo>
                    <a:pt x="39" y="11623"/>
                  </a:lnTo>
                  <a:lnTo>
                    <a:pt x="39" y="11700"/>
                  </a:lnTo>
                  <a:lnTo>
                    <a:pt x="78" y="11739"/>
                  </a:lnTo>
                  <a:lnTo>
                    <a:pt x="116" y="11778"/>
                  </a:lnTo>
                  <a:lnTo>
                    <a:pt x="1005" y="12048"/>
                  </a:lnTo>
                  <a:lnTo>
                    <a:pt x="1893" y="12280"/>
                  </a:lnTo>
                  <a:lnTo>
                    <a:pt x="3669" y="12666"/>
                  </a:lnTo>
                  <a:lnTo>
                    <a:pt x="3785" y="12666"/>
                  </a:lnTo>
                  <a:lnTo>
                    <a:pt x="3862" y="12589"/>
                  </a:lnTo>
                  <a:lnTo>
                    <a:pt x="4750" y="11700"/>
                  </a:lnTo>
                  <a:lnTo>
                    <a:pt x="5716" y="10851"/>
                  </a:lnTo>
                  <a:lnTo>
                    <a:pt x="5600" y="11391"/>
                  </a:lnTo>
                  <a:lnTo>
                    <a:pt x="5523" y="11971"/>
                  </a:lnTo>
                  <a:lnTo>
                    <a:pt x="5523" y="12550"/>
                  </a:lnTo>
                  <a:lnTo>
                    <a:pt x="5600" y="13091"/>
                  </a:lnTo>
                  <a:lnTo>
                    <a:pt x="5136" y="13168"/>
                  </a:lnTo>
                  <a:lnTo>
                    <a:pt x="4712" y="13284"/>
                  </a:lnTo>
                  <a:lnTo>
                    <a:pt x="4248" y="13477"/>
                  </a:lnTo>
                  <a:lnTo>
                    <a:pt x="4017" y="13593"/>
                  </a:lnTo>
                  <a:lnTo>
                    <a:pt x="3862" y="13747"/>
                  </a:lnTo>
                  <a:lnTo>
                    <a:pt x="3824" y="13824"/>
                  </a:lnTo>
                  <a:lnTo>
                    <a:pt x="3862" y="13901"/>
                  </a:lnTo>
                  <a:lnTo>
                    <a:pt x="3824" y="13940"/>
                  </a:lnTo>
                  <a:lnTo>
                    <a:pt x="3785" y="14017"/>
                  </a:lnTo>
                  <a:lnTo>
                    <a:pt x="3824" y="14403"/>
                  </a:lnTo>
                  <a:lnTo>
                    <a:pt x="3901" y="14751"/>
                  </a:lnTo>
                  <a:lnTo>
                    <a:pt x="3669" y="14712"/>
                  </a:lnTo>
                  <a:lnTo>
                    <a:pt x="3399" y="14712"/>
                  </a:lnTo>
                  <a:lnTo>
                    <a:pt x="3167" y="14751"/>
                  </a:lnTo>
                  <a:lnTo>
                    <a:pt x="2935" y="14790"/>
                  </a:lnTo>
                  <a:lnTo>
                    <a:pt x="2665" y="14867"/>
                  </a:lnTo>
                  <a:lnTo>
                    <a:pt x="2433" y="14983"/>
                  </a:lnTo>
                  <a:lnTo>
                    <a:pt x="2240" y="15098"/>
                  </a:lnTo>
                  <a:lnTo>
                    <a:pt x="2009" y="15253"/>
                  </a:lnTo>
                  <a:lnTo>
                    <a:pt x="1931" y="15330"/>
                  </a:lnTo>
                  <a:lnTo>
                    <a:pt x="1931" y="15407"/>
                  </a:lnTo>
                  <a:lnTo>
                    <a:pt x="1970" y="15485"/>
                  </a:lnTo>
                  <a:lnTo>
                    <a:pt x="2047" y="15523"/>
                  </a:lnTo>
                  <a:lnTo>
                    <a:pt x="2704" y="15871"/>
                  </a:lnTo>
                  <a:lnTo>
                    <a:pt x="2356" y="16064"/>
                  </a:lnTo>
                  <a:lnTo>
                    <a:pt x="2047" y="16334"/>
                  </a:lnTo>
                  <a:lnTo>
                    <a:pt x="1738" y="16604"/>
                  </a:lnTo>
                  <a:lnTo>
                    <a:pt x="1468" y="16875"/>
                  </a:lnTo>
                  <a:lnTo>
                    <a:pt x="1198" y="17222"/>
                  </a:lnTo>
                  <a:lnTo>
                    <a:pt x="1005" y="17570"/>
                  </a:lnTo>
                  <a:lnTo>
                    <a:pt x="812" y="17956"/>
                  </a:lnTo>
                  <a:lnTo>
                    <a:pt x="657" y="18342"/>
                  </a:lnTo>
                  <a:lnTo>
                    <a:pt x="464" y="18960"/>
                  </a:lnTo>
                  <a:lnTo>
                    <a:pt x="387" y="19385"/>
                  </a:lnTo>
                  <a:lnTo>
                    <a:pt x="310" y="19809"/>
                  </a:lnTo>
                  <a:lnTo>
                    <a:pt x="271" y="20234"/>
                  </a:lnTo>
                  <a:lnTo>
                    <a:pt x="310" y="20659"/>
                  </a:lnTo>
                  <a:lnTo>
                    <a:pt x="348" y="20813"/>
                  </a:lnTo>
                  <a:lnTo>
                    <a:pt x="425" y="20968"/>
                  </a:lnTo>
                  <a:lnTo>
                    <a:pt x="503" y="21084"/>
                  </a:lnTo>
                  <a:lnTo>
                    <a:pt x="618" y="21200"/>
                  </a:lnTo>
                  <a:lnTo>
                    <a:pt x="773" y="21277"/>
                  </a:lnTo>
                  <a:lnTo>
                    <a:pt x="927" y="21315"/>
                  </a:lnTo>
                  <a:lnTo>
                    <a:pt x="1275" y="21393"/>
                  </a:lnTo>
                  <a:lnTo>
                    <a:pt x="1661" y="21354"/>
                  </a:lnTo>
                  <a:lnTo>
                    <a:pt x="2047" y="21277"/>
                  </a:lnTo>
                  <a:lnTo>
                    <a:pt x="2433" y="21161"/>
                  </a:lnTo>
                  <a:lnTo>
                    <a:pt x="2820" y="21007"/>
                  </a:lnTo>
                  <a:lnTo>
                    <a:pt x="3437" y="20698"/>
                  </a:lnTo>
                  <a:lnTo>
                    <a:pt x="3901" y="20389"/>
                  </a:lnTo>
                  <a:lnTo>
                    <a:pt x="4364" y="20003"/>
                  </a:lnTo>
                  <a:lnTo>
                    <a:pt x="4750" y="19539"/>
                  </a:lnTo>
                  <a:lnTo>
                    <a:pt x="5098" y="19037"/>
                  </a:lnTo>
                  <a:lnTo>
                    <a:pt x="5136" y="19230"/>
                  </a:lnTo>
                  <a:lnTo>
                    <a:pt x="5214" y="19423"/>
                  </a:lnTo>
                  <a:lnTo>
                    <a:pt x="5329" y="19578"/>
                  </a:lnTo>
                  <a:lnTo>
                    <a:pt x="5484" y="19771"/>
                  </a:lnTo>
                  <a:lnTo>
                    <a:pt x="5561" y="19809"/>
                  </a:lnTo>
                  <a:lnTo>
                    <a:pt x="5638" y="19809"/>
                  </a:lnTo>
                  <a:lnTo>
                    <a:pt x="5716" y="19771"/>
                  </a:lnTo>
                  <a:lnTo>
                    <a:pt x="5793" y="19694"/>
                  </a:lnTo>
                  <a:lnTo>
                    <a:pt x="5986" y="19153"/>
                  </a:lnTo>
                  <a:lnTo>
                    <a:pt x="6179" y="18612"/>
                  </a:lnTo>
                  <a:lnTo>
                    <a:pt x="6295" y="18033"/>
                  </a:lnTo>
                  <a:lnTo>
                    <a:pt x="6372" y="17454"/>
                  </a:lnTo>
                  <a:lnTo>
                    <a:pt x="6913" y="17608"/>
                  </a:lnTo>
                  <a:lnTo>
                    <a:pt x="7183" y="17608"/>
                  </a:lnTo>
                  <a:lnTo>
                    <a:pt x="7183" y="17531"/>
                  </a:lnTo>
                  <a:lnTo>
                    <a:pt x="7531" y="16720"/>
                  </a:lnTo>
                  <a:lnTo>
                    <a:pt x="7724" y="16334"/>
                  </a:lnTo>
                  <a:lnTo>
                    <a:pt x="7955" y="15948"/>
                  </a:lnTo>
                  <a:lnTo>
                    <a:pt x="8110" y="15987"/>
                  </a:lnTo>
                  <a:lnTo>
                    <a:pt x="8535" y="16064"/>
                  </a:lnTo>
                  <a:lnTo>
                    <a:pt x="8921" y="16102"/>
                  </a:lnTo>
                  <a:lnTo>
                    <a:pt x="9307" y="16064"/>
                  </a:lnTo>
                  <a:lnTo>
                    <a:pt x="9693" y="16025"/>
                  </a:lnTo>
                  <a:lnTo>
                    <a:pt x="9693" y="16025"/>
                  </a:lnTo>
                  <a:lnTo>
                    <a:pt x="8998" y="16604"/>
                  </a:lnTo>
                  <a:lnTo>
                    <a:pt x="8226" y="17106"/>
                  </a:lnTo>
                  <a:lnTo>
                    <a:pt x="8148" y="17222"/>
                  </a:lnTo>
                  <a:lnTo>
                    <a:pt x="8148" y="17300"/>
                  </a:lnTo>
                  <a:lnTo>
                    <a:pt x="8264" y="18110"/>
                  </a:lnTo>
                  <a:lnTo>
                    <a:pt x="8341" y="18883"/>
                  </a:lnTo>
                  <a:lnTo>
                    <a:pt x="8380" y="19655"/>
                  </a:lnTo>
                  <a:lnTo>
                    <a:pt x="8380" y="20427"/>
                  </a:lnTo>
                  <a:lnTo>
                    <a:pt x="8419" y="20543"/>
                  </a:lnTo>
                  <a:lnTo>
                    <a:pt x="8496" y="20620"/>
                  </a:lnTo>
                  <a:lnTo>
                    <a:pt x="8612" y="20659"/>
                  </a:lnTo>
                  <a:lnTo>
                    <a:pt x="8728" y="20620"/>
                  </a:lnTo>
                  <a:lnTo>
                    <a:pt x="11392" y="18806"/>
                  </a:lnTo>
                  <a:lnTo>
                    <a:pt x="12705" y="17840"/>
                  </a:lnTo>
                  <a:lnTo>
                    <a:pt x="13323" y="17338"/>
                  </a:lnTo>
                  <a:lnTo>
                    <a:pt x="13941" y="16836"/>
                  </a:lnTo>
                  <a:lnTo>
                    <a:pt x="13979" y="16759"/>
                  </a:lnTo>
                  <a:lnTo>
                    <a:pt x="13979" y="16682"/>
                  </a:lnTo>
                  <a:lnTo>
                    <a:pt x="13979" y="16643"/>
                  </a:lnTo>
                  <a:lnTo>
                    <a:pt x="13941" y="16257"/>
                  </a:lnTo>
                  <a:lnTo>
                    <a:pt x="13902" y="15871"/>
                  </a:lnTo>
                  <a:lnTo>
                    <a:pt x="13825" y="15098"/>
                  </a:lnTo>
                  <a:lnTo>
                    <a:pt x="13748" y="13747"/>
                  </a:lnTo>
                  <a:lnTo>
                    <a:pt x="14443" y="13129"/>
                  </a:lnTo>
                  <a:lnTo>
                    <a:pt x="15099" y="12473"/>
                  </a:lnTo>
                  <a:lnTo>
                    <a:pt x="15756" y="11816"/>
                  </a:lnTo>
                  <a:lnTo>
                    <a:pt x="16373" y="11121"/>
                  </a:lnTo>
                  <a:lnTo>
                    <a:pt x="17455" y="9924"/>
                  </a:lnTo>
                  <a:lnTo>
                    <a:pt x="18459" y="8650"/>
                  </a:lnTo>
                  <a:lnTo>
                    <a:pt x="19424" y="7376"/>
                  </a:lnTo>
                  <a:lnTo>
                    <a:pt x="20351" y="6024"/>
                  </a:lnTo>
                  <a:lnTo>
                    <a:pt x="21239" y="4673"/>
                  </a:lnTo>
                  <a:lnTo>
                    <a:pt x="22088" y="3321"/>
                  </a:lnTo>
                  <a:lnTo>
                    <a:pt x="22938" y="1931"/>
                  </a:lnTo>
                  <a:lnTo>
                    <a:pt x="23749" y="502"/>
                  </a:lnTo>
                  <a:lnTo>
                    <a:pt x="23749" y="425"/>
                  </a:lnTo>
                  <a:lnTo>
                    <a:pt x="23749" y="348"/>
                  </a:lnTo>
                  <a:lnTo>
                    <a:pt x="23749" y="270"/>
                  </a:lnTo>
                  <a:lnTo>
                    <a:pt x="23787" y="155"/>
                  </a:lnTo>
                  <a:lnTo>
                    <a:pt x="23787" y="77"/>
                  </a:lnTo>
                  <a:lnTo>
                    <a:pt x="23749" y="39"/>
                  </a:lnTo>
                  <a:lnTo>
                    <a:pt x="23672" y="0"/>
                  </a:lnTo>
                  <a:lnTo>
                    <a:pt x="23633" y="39"/>
                  </a:lnTo>
                  <a:lnTo>
                    <a:pt x="23633" y="77"/>
                  </a:lnTo>
                  <a:lnTo>
                    <a:pt x="235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17"/>
            <p:cNvSpPr/>
            <p:nvPr/>
          </p:nvSpPr>
          <p:spPr>
            <a:xfrm>
              <a:off x="5635500" y="4343650"/>
              <a:ext cx="54100" cy="45400"/>
            </a:xfrm>
            <a:custGeom>
              <a:avLst/>
              <a:gdLst/>
              <a:ahLst/>
              <a:cxnLst/>
              <a:rect l="l" t="t" r="r" b="b"/>
              <a:pathLst>
                <a:path w="2164" h="1816" extrusionOk="0">
                  <a:moveTo>
                    <a:pt x="1314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5"/>
                  </a:lnTo>
                  <a:lnTo>
                    <a:pt x="1777" y="889"/>
                  </a:lnTo>
                  <a:lnTo>
                    <a:pt x="1777" y="928"/>
                  </a:lnTo>
                  <a:lnTo>
                    <a:pt x="1738" y="1005"/>
                  </a:lnTo>
                  <a:lnTo>
                    <a:pt x="1661" y="1044"/>
                  </a:lnTo>
                  <a:lnTo>
                    <a:pt x="1584" y="1082"/>
                  </a:lnTo>
                  <a:lnTo>
                    <a:pt x="1275" y="1121"/>
                  </a:lnTo>
                  <a:lnTo>
                    <a:pt x="927" y="1121"/>
                  </a:lnTo>
                  <a:lnTo>
                    <a:pt x="619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1"/>
                  </a:lnTo>
                  <a:lnTo>
                    <a:pt x="348" y="1005"/>
                  </a:lnTo>
                  <a:lnTo>
                    <a:pt x="387" y="850"/>
                  </a:lnTo>
                  <a:lnTo>
                    <a:pt x="464" y="735"/>
                  </a:lnTo>
                  <a:lnTo>
                    <a:pt x="580" y="619"/>
                  </a:lnTo>
                  <a:lnTo>
                    <a:pt x="657" y="503"/>
                  </a:lnTo>
                  <a:lnTo>
                    <a:pt x="812" y="426"/>
                  </a:lnTo>
                  <a:lnTo>
                    <a:pt x="966" y="387"/>
                  </a:lnTo>
                  <a:close/>
                  <a:moveTo>
                    <a:pt x="1005" y="1"/>
                  </a:moveTo>
                  <a:lnTo>
                    <a:pt x="812" y="40"/>
                  </a:lnTo>
                  <a:lnTo>
                    <a:pt x="619" y="117"/>
                  </a:lnTo>
                  <a:lnTo>
                    <a:pt x="425" y="233"/>
                  </a:lnTo>
                  <a:lnTo>
                    <a:pt x="271" y="348"/>
                  </a:lnTo>
                  <a:lnTo>
                    <a:pt x="155" y="503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30"/>
                  </a:lnTo>
                  <a:lnTo>
                    <a:pt x="117" y="1623"/>
                  </a:lnTo>
                  <a:lnTo>
                    <a:pt x="155" y="1739"/>
                  </a:lnTo>
                  <a:lnTo>
                    <a:pt x="232" y="1777"/>
                  </a:lnTo>
                  <a:lnTo>
                    <a:pt x="348" y="1816"/>
                  </a:lnTo>
                  <a:lnTo>
                    <a:pt x="425" y="1739"/>
                  </a:lnTo>
                  <a:lnTo>
                    <a:pt x="580" y="1623"/>
                  </a:lnTo>
                  <a:lnTo>
                    <a:pt x="696" y="1546"/>
                  </a:lnTo>
                  <a:lnTo>
                    <a:pt x="889" y="1507"/>
                  </a:lnTo>
                  <a:lnTo>
                    <a:pt x="1429" y="1507"/>
                  </a:lnTo>
                  <a:lnTo>
                    <a:pt x="1584" y="1468"/>
                  </a:lnTo>
                  <a:lnTo>
                    <a:pt x="1777" y="1430"/>
                  </a:lnTo>
                  <a:lnTo>
                    <a:pt x="1931" y="1352"/>
                  </a:lnTo>
                  <a:lnTo>
                    <a:pt x="2047" y="1237"/>
                  </a:lnTo>
                  <a:lnTo>
                    <a:pt x="2125" y="1121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9"/>
                  </a:lnTo>
                  <a:lnTo>
                    <a:pt x="2086" y="464"/>
                  </a:lnTo>
                  <a:lnTo>
                    <a:pt x="1970" y="310"/>
                  </a:lnTo>
                  <a:lnTo>
                    <a:pt x="1816" y="194"/>
                  </a:lnTo>
                  <a:lnTo>
                    <a:pt x="1623" y="78"/>
                  </a:lnTo>
                  <a:lnTo>
                    <a:pt x="142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17"/>
            <p:cNvSpPr/>
            <p:nvPr/>
          </p:nvSpPr>
          <p:spPr>
            <a:xfrm>
              <a:off x="4572625" y="43774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2"/>
                  </a:lnTo>
                  <a:lnTo>
                    <a:pt x="23479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5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2"/>
                  </a:lnTo>
                  <a:lnTo>
                    <a:pt x="23865" y="3514"/>
                  </a:lnTo>
                  <a:lnTo>
                    <a:pt x="23788" y="3399"/>
                  </a:lnTo>
                  <a:lnTo>
                    <a:pt x="23749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1"/>
                  </a:lnTo>
                  <a:lnTo>
                    <a:pt x="16567" y="5407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8"/>
                  </a:lnTo>
                  <a:lnTo>
                    <a:pt x="15949" y="5020"/>
                  </a:lnTo>
                  <a:lnTo>
                    <a:pt x="16065" y="4982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8" y="4982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7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2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600"/>
                  </a:lnTo>
                  <a:lnTo>
                    <a:pt x="14250" y="5445"/>
                  </a:lnTo>
                  <a:lnTo>
                    <a:pt x="14365" y="5368"/>
                  </a:lnTo>
                  <a:lnTo>
                    <a:pt x="14443" y="5329"/>
                  </a:lnTo>
                  <a:close/>
                  <a:moveTo>
                    <a:pt x="18999" y="5484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0" y="5677"/>
                  </a:lnTo>
                  <a:lnTo>
                    <a:pt x="18845" y="5522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1" y="6102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8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891" y="6951"/>
                  </a:lnTo>
                  <a:lnTo>
                    <a:pt x="20467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9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2" y="5986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2" y="6295"/>
                  </a:lnTo>
                  <a:lnTo>
                    <a:pt x="23749" y="6565"/>
                  </a:lnTo>
                  <a:lnTo>
                    <a:pt x="23517" y="6797"/>
                  </a:lnTo>
                  <a:lnTo>
                    <a:pt x="23247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131" y="6102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8" y="6797"/>
                  </a:lnTo>
                  <a:lnTo>
                    <a:pt x="12628" y="6681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2"/>
                  </a:lnTo>
                  <a:close/>
                  <a:moveTo>
                    <a:pt x="22166" y="6565"/>
                  </a:moveTo>
                  <a:lnTo>
                    <a:pt x="22282" y="6604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6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3" y="7106"/>
                  </a:lnTo>
                  <a:lnTo>
                    <a:pt x="21471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50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6" y="7994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40" y="7723"/>
                  </a:lnTo>
                  <a:lnTo>
                    <a:pt x="11817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2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8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5" y="9770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3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3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6" y="11739"/>
                  </a:lnTo>
                  <a:lnTo>
                    <a:pt x="10658" y="11701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6" y="10697"/>
                  </a:lnTo>
                  <a:lnTo>
                    <a:pt x="10929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4" y="11778"/>
                  </a:lnTo>
                  <a:lnTo>
                    <a:pt x="6372" y="12010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9" y="11508"/>
                  </a:lnTo>
                  <a:lnTo>
                    <a:pt x="5754" y="11469"/>
                  </a:lnTo>
                  <a:close/>
                  <a:moveTo>
                    <a:pt x="10543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3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40" y="13207"/>
                  </a:lnTo>
                  <a:lnTo>
                    <a:pt x="7338" y="13014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4" y="12627"/>
                  </a:moveTo>
                  <a:lnTo>
                    <a:pt x="8959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8" y="13207"/>
                  </a:lnTo>
                  <a:lnTo>
                    <a:pt x="9037" y="13284"/>
                  </a:lnTo>
                  <a:lnTo>
                    <a:pt x="8805" y="13323"/>
                  </a:lnTo>
                  <a:lnTo>
                    <a:pt x="8573" y="13323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42" y="13014"/>
                  </a:lnTo>
                  <a:lnTo>
                    <a:pt x="8419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7" y="0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1" y="2279"/>
                  </a:lnTo>
                  <a:lnTo>
                    <a:pt x="23054" y="2395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63" y="3283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1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80"/>
                  </a:lnTo>
                  <a:lnTo>
                    <a:pt x="23479" y="4750"/>
                  </a:lnTo>
                  <a:lnTo>
                    <a:pt x="23440" y="4905"/>
                  </a:lnTo>
                  <a:lnTo>
                    <a:pt x="23440" y="5020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5" y="6295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5"/>
                  </a:lnTo>
                  <a:lnTo>
                    <a:pt x="21509" y="6411"/>
                  </a:lnTo>
                  <a:lnTo>
                    <a:pt x="21355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9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4"/>
                  </a:lnTo>
                  <a:lnTo>
                    <a:pt x="19463" y="5329"/>
                  </a:lnTo>
                  <a:lnTo>
                    <a:pt x="19385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1"/>
                  </a:lnTo>
                  <a:lnTo>
                    <a:pt x="18497" y="5407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3" y="4673"/>
                  </a:lnTo>
                  <a:lnTo>
                    <a:pt x="17957" y="4596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5" y="5098"/>
                  </a:lnTo>
                  <a:lnTo>
                    <a:pt x="16760" y="4943"/>
                  </a:lnTo>
                  <a:lnTo>
                    <a:pt x="16605" y="4789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636" y="4943"/>
                  </a:lnTo>
                  <a:lnTo>
                    <a:pt x="14443" y="4982"/>
                  </a:lnTo>
                  <a:lnTo>
                    <a:pt x="14288" y="5020"/>
                  </a:lnTo>
                  <a:lnTo>
                    <a:pt x="14134" y="5098"/>
                  </a:lnTo>
                  <a:lnTo>
                    <a:pt x="14057" y="5175"/>
                  </a:lnTo>
                  <a:lnTo>
                    <a:pt x="13941" y="5291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90"/>
                  </a:lnTo>
                  <a:lnTo>
                    <a:pt x="12164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508" y="7415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4"/>
                  </a:lnTo>
                  <a:lnTo>
                    <a:pt x="11315" y="8148"/>
                  </a:lnTo>
                  <a:lnTo>
                    <a:pt x="11354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1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6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10"/>
                  </a:lnTo>
                  <a:lnTo>
                    <a:pt x="9423" y="12087"/>
                  </a:lnTo>
                  <a:lnTo>
                    <a:pt x="9384" y="12203"/>
                  </a:lnTo>
                  <a:lnTo>
                    <a:pt x="9346" y="12319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9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9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3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5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5" y="10735"/>
                  </a:lnTo>
                  <a:lnTo>
                    <a:pt x="5330" y="10504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3" y="10311"/>
                  </a:lnTo>
                  <a:lnTo>
                    <a:pt x="4828" y="10311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61"/>
                  </a:lnTo>
                  <a:lnTo>
                    <a:pt x="3746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6"/>
                  </a:lnTo>
                  <a:lnTo>
                    <a:pt x="3013" y="9770"/>
                  </a:lnTo>
                  <a:lnTo>
                    <a:pt x="2974" y="9616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700" y="9191"/>
                  </a:lnTo>
                  <a:lnTo>
                    <a:pt x="1545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1"/>
                  </a:lnTo>
                  <a:lnTo>
                    <a:pt x="812" y="12936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53" y="11932"/>
                  </a:lnTo>
                  <a:lnTo>
                    <a:pt x="3515" y="11817"/>
                  </a:lnTo>
                  <a:lnTo>
                    <a:pt x="3437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3"/>
                  </a:lnTo>
                  <a:lnTo>
                    <a:pt x="619" y="12048"/>
                  </a:lnTo>
                  <a:lnTo>
                    <a:pt x="541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1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30" y="10388"/>
                  </a:lnTo>
                  <a:lnTo>
                    <a:pt x="1738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1" y="13786"/>
                  </a:lnTo>
                  <a:lnTo>
                    <a:pt x="9346" y="13709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9" y="12473"/>
                  </a:lnTo>
                  <a:lnTo>
                    <a:pt x="11122" y="12126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114"/>
                  </a:lnTo>
                  <a:lnTo>
                    <a:pt x="12358" y="8612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84" y="7299"/>
                  </a:lnTo>
                  <a:lnTo>
                    <a:pt x="13632" y="6990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3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0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9"/>
                  </a:lnTo>
                  <a:lnTo>
                    <a:pt x="24058" y="6990"/>
                  </a:lnTo>
                  <a:lnTo>
                    <a:pt x="24367" y="6642"/>
                  </a:lnTo>
                  <a:lnTo>
                    <a:pt x="24598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84"/>
                  </a:lnTo>
                  <a:lnTo>
                    <a:pt x="24058" y="1198"/>
                  </a:lnTo>
                  <a:lnTo>
                    <a:pt x="23788" y="811"/>
                  </a:lnTo>
                  <a:lnTo>
                    <a:pt x="23942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70" y="78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17"/>
            <p:cNvSpPr/>
            <p:nvPr/>
          </p:nvSpPr>
          <p:spPr>
            <a:xfrm>
              <a:off x="5082350" y="43871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9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3" y="2433"/>
                  </a:lnTo>
                  <a:lnTo>
                    <a:pt x="5368" y="2819"/>
                  </a:lnTo>
                  <a:lnTo>
                    <a:pt x="5484" y="3206"/>
                  </a:lnTo>
                  <a:lnTo>
                    <a:pt x="5522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2" y="5214"/>
                  </a:lnTo>
                  <a:lnTo>
                    <a:pt x="5445" y="5600"/>
                  </a:lnTo>
                  <a:lnTo>
                    <a:pt x="5329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09" y="8032"/>
                  </a:lnTo>
                  <a:lnTo>
                    <a:pt x="3939" y="8380"/>
                  </a:lnTo>
                  <a:lnTo>
                    <a:pt x="3630" y="8728"/>
                  </a:lnTo>
                  <a:lnTo>
                    <a:pt x="3283" y="9036"/>
                  </a:lnTo>
                  <a:lnTo>
                    <a:pt x="2935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8" y="10040"/>
                  </a:lnTo>
                  <a:lnTo>
                    <a:pt x="1313" y="10234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0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4"/>
                  </a:lnTo>
                  <a:lnTo>
                    <a:pt x="4827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8" y="5793"/>
                  </a:lnTo>
                  <a:lnTo>
                    <a:pt x="6024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4"/>
                  </a:lnTo>
                  <a:lnTo>
                    <a:pt x="4904" y="1005"/>
                  </a:lnTo>
                  <a:lnTo>
                    <a:pt x="4596" y="696"/>
                  </a:lnTo>
                  <a:lnTo>
                    <a:pt x="4287" y="425"/>
                  </a:lnTo>
                  <a:lnTo>
                    <a:pt x="3939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17"/>
            <p:cNvSpPr/>
            <p:nvPr/>
          </p:nvSpPr>
          <p:spPr>
            <a:xfrm>
              <a:off x="5492625" y="44122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1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1"/>
                  </a:lnTo>
                  <a:lnTo>
                    <a:pt x="3862" y="503"/>
                  </a:lnTo>
                  <a:lnTo>
                    <a:pt x="3322" y="773"/>
                  </a:lnTo>
                  <a:lnTo>
                    <a:pt x="2781" y="1082"/>
                  </a:lnTo>
                  <a:lnTo>
                    <a:pt x="2279" y="1429"/>
                  </a:lnTo>
                  <a:lnTo>
                    <a:pt x="1816" y="1854"/>
                  </a:lnTo>
                  <a:lnTo>
                    <a:pt x="1429" y="2279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7" y="4789"/>
                  </a:lnTo>
                  <a:lnTo>
                    <a:pt x="1" y="5368"/>
                  </a:lnTo>
                  <a:lnTo>
                    <a:pt x="348" y="5407"/>
                  </a:lnTo>
                  <a:lnTo>
                    <a:pt x="464" y="4982"/>
                  </a:lnTo>
                  <a:lnTo>
                    <a:pt x="580" y="4596"/>
                  </a:lnTo>
                  <a:lnTo>
                    <a:pt x="812" y="3978"/>
                  </a:lnTo>
                  <a:lnTo>
                    <a:pt x="1121" y="3399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7"/>
                  </a:lnTo>
                  <a:lnTo>
                    <a:pt x="3399" y="1159"/>
                  </a:lnTo>
                  <a:lnTo>
                    <a:pt x="3978" y="889"/>
                  </a:lnTo>
                  <a:lnTo>
                    <a:pt x="4635" y="657"/>
                  </a:lnTo>
                  <a:lnTo>
                    <a:pt x="5252" y="464"/>
                  </a:lnTo>
                  <a:lnTo>
                    <a:pt x="5909" y="387"/>
                  </a:lnTo>
                  <a:lnTo>
                    <a:pt x="6565" y="387"/>
                  </a:lnTo>
                  <a:lnTo>
                    <a:pt x="7222" y="464"/>
                  </a:lnTo>
                  <a:lnTo>
                    <a:pt x="7878" y="580"/>
                  </a:lnTo>
                  <a:lnTo>
                    <a:pt x="8496" y="812"/>
                  </a:lnTo>
                  <a:lnTo>
                    <a:pt x="9114" y="1082"/>
                  </a:lnTo>
                  <a:lnTo>
                    <a:pt x="9423" y="1275"/>
                  </a:lnTo>
                  <a:lnTo>
                    <a:pt x="9732" y="1507"/>
                  </a:lnTo>
                  <a:lnTo>
                    <a:pt x="10041" y="1700"/>
                  </a:lnTo>
                  <a:lnTo>
                    <a:pt x="10311" y="1931"/>
                  </a:lnTo>
                  <a:lnTo>
                    <a:pt x="10774" y="2472"/>
                  </a:lnTo>
                  <a:lnTo>
                    <a:pt x="11199" y="3013"/>
                  </a:lnTo>
                  <a:lnTo>
                    <a:pt x="11547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8"/>
                  </a:lnTo>
                  <a:lnTo>
                    <a:pt x="12859" y="6797"/>
                  </a:lnTo>
                  <a:lnTo>
                    <a:pt x="13130" y="7376"/>
                  </a:lnTo>
                  <a:lnTo>
                    <a:pt x="13439" y="7955"/>
                  </a:lnTo>
                  <a:lnTo>
                    <a:pt x="13825" y="8496"/>
                  </a:lnTo>
                  <a:lnTo>
                    <a:pt x="14250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500"/>
                  </a:lnTo>
                  <a:lnTo>
                    <a:pt x="15292" y="9654"/>
                  </a:lnTo>
                  <a:lnTo>
                    <a:pt x="15756" y="9809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9"/>
                  </a:lnTo>
                  <a:lnTo>
                    <a:pt x="17609" y="9616"/>
                  </a:lnTo>
                  <a:lnTo>
                    <a:pt x="17841" y="9500"/>
                  </a:lnTo>
                  <a:lnTo>
                    <a:pt x="18034" y="9384"/>
                  </a:lnTo>
                  <a:lnTo>
                    <a:pt x="18188" y="9230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2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80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6" y="8419"/>
                  </a:lnTo>
                  <a:lnTo>
                    <a:pt x="18072" y="8728"/>
                  </a:lnTo>
                  <a:lnTo>
                    <a:pt x="17802" y="8998"/>
                  </a:lnTo>
                  <a:lnTo>
                    <a:pt x="17493" y="9191"/>
                  </a:lnTo>
                  <a:lnTo>
                    <a:pt x="17184" y="9345"/>
                  </a:lnTo>
                  <a:lnTo>
                    <a:pt x="16837" y="9423"/>
                  </a:lnTo>
                  <a:lnTo>
                    <a:pt x="16451" y="9461"/>
                  </a:lnTo>
                  <a:lnTo>
                    <a:pt x="16103" y="9423"/>
                  </a:lnTo>
                  <a:lnTo>
                    <a:pt x="15717" y="9345"/>
                  </a:lnTo>
                  <a:lnTo>
                    <a:pt x="15369" y="9191"/>
                  </a:lnTo>
                  <a:lnTo>
                    <a:pt x="15022" y="8998"/>
                  </a:lnTo>
                  <a:lnTo>
                    <a:pt x="14713" y="8766"/>
                  </a:lnTo>
                  <a:lnTo>
                    <a:pt x="14404" y="8496"/>
                  </a:lnTo>
                  <a:lnTo>
                    <a:pt x="14172" y="8187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5" y="7183"/>
                  </a:lnTo>
                  <a:lnTo>
                    <a:pt x="13246" y="6526"/>
                  </a:lnTo>
                  <a:lnTo>
                    <a:pt x="12975" y="5831"/>
                  </a:lnTo>
                  <a:lnTo>
                    <a:pt x="12473" y="4480"/>
                  </a:lnTo>
                  <a:lnTo>
                    <a:pt x="12164" y="3823"/>
                  </a:lnTo>
                  <a:lnTo>
                    <a:pt x="11855" y="3206"/>
                  </a:lnTo>
                  <a:lnTo>
                    <a:pt x="11469" y="2588"/>
                  </a:lnTo>
                  <a:lnTo>
                    <a:pt x="11238" y="2279"/>
                  </a:lnTo>
                  <a:lnTo>
                    <a:pt x="11006" y="2009"/>
                  </a:lnTo>
                  <a:lnTo>
                    <a:pt x="10543" y="1584"/>
                  </a:lnTo>
                  <a:lnTo>
                    <a:pt x="10079" y="1198"/>
                  </a:lnTo>
                  <a:lnTo>
                    <a:pt x="9577" y="850"/>
                  </a:lnTo>
                  <a:lnTo>
                    <a:pt x="9037" y="580"/>
                  </a:lnTo>
                  <a:lnTo>
                    <a:pt x="8496" y="348"/>
                  </a:lnTo>
                  <a:lnTo>
                    <a:pt x="7917" y="194"/>
                  </a:lnTo>
                  <a:lnTo>
                    <a:pt x="7338" y="78"/>
                  </a:lnTo>
                  <a:lnTo>
                    <a:pt x="67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17"/>
            <p:cNvSpPr/>
            <p:nvPr/>
          </p:nvSpPr>
          <p:spPr>
            <a:xfrm>
              <a:off x="3907500" y="442282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0" y="464"/>
                  </a:moveTo>
                  <a:lnTo>
                    <a:pt x="11623" y="502"/>
                  </a:lnTo>
                  <a:lnTo>
                    <a:pt x="12048" y="541"/>
                  </a:lnTo>
                  <a:lnTo>
                    <a:pt x="12434" y="657"/>
                  </a:lnTo>
                  <a:lnTo>
                    <a:pt x="12627" y="734"/>
                  </a:lnTo>
                  <a:lnTo>
                    <a:pt x="12743" y="811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6" y="1699"/>
                  </a:lnTo>
                  <a:lnTo>
                    <a:pt x="12820" y="1892"/>
                  </a:lnTo>
                  <a:lnTo>
                    <a:pt x="12704" y="2086"/>
                  </a:lnTo>
                  <a:lnTo>
                    <a:pt x="12589" y="2240"/>
                  </a:lnTo>
                  <a:lnTo>
                    <a:pt x="12241" y="2472"/>
                  </a:lnTo>
                  <a:lnTo>
                    <a:pt x="11816" y="2742"/>
                  </a:lnTo>
                  <a:lnTo>
                    <a:pt x="11391" y="2935"/>
                  </a:lnTo>
                  <a:lnTo>
                    <a:pt x="10658" y="3205"/>
                  </a:lnTo>
                  <a:lnTo>
                    <a:pt x="9924" y="3437"/>
                  </a:lnTo>
                  <a:lnTo>
                    <a:pt x="9152" y="3707"/>
                  </a:lnTo>
                  <a:lnTo>
                    <a:pt x="8380" y="3900"/>
                  </a:lnTo>
                  <a:lnTo>
                    <a:pt x="7607" y="4094"/>
                  </a:lnTo>
                  <a:lnTo>
                    <a:pt x="6796" y="4287"/>
                  </a:lnTo>
                  <a:lnTo>
                    <a:pt x="5908" y="4441"/>
                  </a:lnTo>
                  <a:lnTo>
                    <a:pt x="5020" y="4596"/>
                  </a:lnTo>
                  <a:lnTo>
                    <a:pt x="4132" y="4711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0"/>
                  </a:lnTo>
                  <a:lnTo>
                    <a:pt x="1506" y="4673"/>
                  </a:lnTo>
                  <a:lnTo>
                    <a:pt x="1197" y="4557"/>
                  </a:lnTo>
                  <a:lnTo>
                    <a:pt x="888" y="4441"/>
                  </a:lnTo>
                  <a:lnTo>
                    <a:pt x="579" y="4248"/>
                  </a:lnTo>
                  <a:lnTo>
                    <a:pt x="657" y="4171"/>
                  </a:lnTo>
                  <a:lnTo>
                    <a:pt x="695" y="4055"/>
                  </a:lnTo>
                  <a:lnTo>
                    <a:pt x="695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1" y="3437"/>
                  </a:lnTo>
                  <a:lnTo>
                    <a:pt x="1313" y="3244"/>
                  </a:lnTo>
                  <a:lnTo>
                    <a:pt x="1854" y="2935"/>
                  </a:lnTo>
                  <a:lnTo>
                    <a:pt x="2278" y="2703"/>
                  </a:lnTo>
                  <a:lnTo>
                    <a:pt x="3012" y="2356"/>
                  </a:lnTo>
                  <a:lnTo>
                    <a:pt x="3707" y="2008"/>
                  </a:lnTo>
                  <a:lnTo>
                    <a:pt x="4479" y="1699"/>
                  </a:lnTo>
                  <a:lnTo>
                    <a:pt x="5252" y="1429"/>
                  </a:lnTo>
                  <a:lnTo>
                    <a:pt x="6024" y="1197"/>
                  </a:lnTo>
                  <a:lnTo>
                    <a:pt x="6835" y="1004"/>
                  </a:lnTo>
                  <a:lnTo>
                    <a:pt x="7607" y="811"/>
                  </a:lnTo>
                  <a:lnTo>
                    <a:pt x="8418" y="695"/>
                  </a:lnTo>
                  <a:lnTo>
                    <a:pt x="9229" y="580"/>
                  </a:lnTo>
                  <a:lnTo>
                    <a:pt x="10040" y="541"/>
                  </a:lnTo>
                  <a:lnTo>
                    <a:pt x="10735" y="502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1" y="1313"/>
                  </a:lnTo>
                  <a:lnTo>
                    <a:pt x="13708" y="1506"/>
                  </a:lnTo>
                  <a:lnTo>
                    <a:pt x="13747" y="1738"/>
                  </a:lnTo>
                  <a:lnTo>
                    <a:pt x="13708" y="2008"/>
                  </a:lnTo>
                  <a:lnTo>
                    <a:pt x="13631" y="2240"/>
                  </a:lnTo>
                  <a:lnTo>
                    <a:pt x="13515" y="2472"/>
                  </a:lnTo>
                  <a:lnTo>
                    <a:pt x="13399" y="2703"/>
                  </a:lnTo>
                  <a:lnTo>
                    <a:pt x="13206" y="2896"/>
                  </a:lnTo>
                  <a:lnTo>
                    <a:pt x="12859" y="3205"/>
                  </a:lnTo>
                  <a:lnTo>
                    <a:pt x="12473" y="3437"/>
                  </a:lnTo>
                  <a:lnTo>
                    <a:pt x="12048" y="3669"/>
                  </a:lnTo>
                  <a:lnTo>
                    <a:pt x="11623" y="3900"/>
                  </a:lnTo>
                  <a:lnTo>
                    <a:pt x="10658" y="4287"/>
                  </a:lnTo>
                  <a:lnTo>
                    <a:pt x="9731" y="4634"/>
                  </a:lnTo>
                  <a:lnTo>
                    <a:pt x="8766" y="4904"/>
                  </a:lnTo>
                  <a:lnTo>
                    <a:pt x="7762" y="5175"/>
                  </a:lnTo>
                  <a:lnTo>
                    <a:pt x="6758" y="5406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8"/>
                  </a:lnTo>
                  <a:lnTo>
                    <a:pt x="2780" y="5986"/>
                  </a:lnTo>
                  <a:lnTo>
                    <a:pt x="2278" y="5986"/>
                  </a:lnTo>
                  <a:lnTo>
                    <a:pt x="1815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5" y="5484"/>
                  </a:lnTo>
                  <a:lnTo>
                    <a:pt x="502" y="5252"/>
                  </a:lnTo>
                  <a:lnTo>
                    <a:pt x="348" y="5020"/>
                  </a:lnTo>
                  <a:lnTo>
                    <a:pt x="309" y="4866"/>
                  </a:lnTo>
                  <a:lnTo>
                    <a:pt x="309" y="4750"/>
                  </a:lnTo>
                  <a:lnTo>
                    <a:pt x="309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3"/>
                  </a:lnTo>
                  <a:lnTo>
                    <a:pt x="1931" y="5252"/>
                  </a:lnTo>
                  <a:lnTo>
                    <a:pt x="2587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6" y="5059"/>
                  </a:lnTo>
                  <a:lnTo>
                    <a:pt x="6912" y="4789"/>
                  </a:lnTo>
                  <a:lnTo>
                    <a:pt x="7839" y="4596"/>
                  </a:lnTo>
                  <a:lnTo>
                    <a:pt x="8727" y="4402"/>
                  </a:lnTo>
                  <a:lnTo>
                    <a:pt x="9615" y="4132"/>
                  </a:lnTo>
                  <a:lnTo>
                    <a:pt x="10503" y="3862"/>
                  </a:lnTo>
                  <a:lnTo>
                    <a:pt x="11353" y="3514"/>
                  </a:lnTo>
                  <a:lnTo>
                    <a:pt x="12164" y="3128"/>
                  </a:lnTo>
                  <a:lnTo>
                    <a:pt x="12434" y="2974"/>
                  </a:lnTo>
                  <a:lnTo>
                    <a:pt x="12704" y="2819"/>
                  </a:lnTo>
                  <a:lnTo>
                    <a:pt x="12936" y="2588"/>
                  </a:lnTo>
                  <a:lnTo>
                    <a:pt x="13129" y="2394"/>
                  </a:lnTo>
                  <a:lnTo>
                    <a:pt x="13322" y="2124"/>
                  </a:lnTo>
                  <a:lnTo>
                    <a:pt x="13438" y="1854"/>
                  </a:lnTo>
                  <a:lnTo>
                    <a:pt x="13515" y="1584"/>
                  </a:lnTo>
                  <a:lnTo>
                    <a:pt x="13515" y="1236"/>
                  </a:lnTo>
                  <a:lnTo>
                    <a:pt x="13477" y="1120"/>
                  </a:lnTo>
                  <a:close/>
                  <a:moveTo>
                    <a:pt x="10658" y="0"/>
                  </a:moveTo>
                  <a:lnTo>
                    <a:pt x="9886" y="39"/>
                  </a:lnTo>
                  <a:lnTo>
                    <a:pt x="9113" y="116"/>
                  </a:lnTo>
                  <a:lnTo>
                    <a:pt x="8302" y="232"/>
                  </a:lnTo>
                  <a:lnTo>
                    <a:pt x="7530" y="348"/>
                  </a:lnTo>
                  <a:lnTo>
                    <a:pt x="6719" y="541"/>
                  </a:lnTo>
                  <a:lnTo>
                    <a:pt x="5908" y="734"/>
                  </a:lnTo>
                  <a:lnTo>
                    <a:pt x="5020" y="1004"/>
                  </a:lnTo>
                  <a:lnTo>
                    <a:pt x="4132" y="1352"/>
                  </a:lnTo>
                  <a:lnTo>
                    <a:pt x="3244" y="1699"/>
                  </a:lnTo>
                  <a:lnTo>
                    <a:pt x="2394" y="2124"/>
                  </a:lnTo>
                  <a:lnTo>
                    <a:pt x="1776" y="2433"/>
                  </a:lnTo>
                  <a:lnTo>
                    <a:pt x="1390" y="2626"/>
                  </a:lnTo>
                  <a:lnTo>
                    <a:pt x="1043" y="2858"/>
                  </a:lnTo>
                  <a:lnTo>
                    <a:pt x="695" y="3090"/>
                  </a:lnTo>
                  <a:lnTo>
                    <a:pt x="463" y="3398"/>
                  </a:lnTo>
                  <a:lnTo>
                    <a:pt x="348" y="3553"/>
                  </a:lnTo>
                  <a:lnTo>
                    <a:pt x="270" y="3707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3" y="4132"/>
                  </a:lnTo>
                  <a:lnTo>
                    <a:pt x="193" y="4171"/>
                  </a:lnTo>
                  <a:lnTo>
                    <a:pt x="116" y="4325"/>
                  </a:lnTo>
                  <a:lnTo>
                    <a:pt x="39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5136"/>
                  </a:lnTo>
                  <a:lnTo>
                    <a:pt x="193" y="5445"/>
                  </a:lnTo>
                  <a:lnTo>
                    <a:pt x="348" y="5638"/>
                  </a:lnTo>
                  <a:lnTo>
                    <a:pt x="502" y="5831"/>
                  </a:lnTo>
                  <a:lnTo>
                    <a:pt x="695" y="5947"/>
                  </a:lnTo>
                  <a:lnTo>
                    <a:pt x="927" y="6063"/>
                  </a:lnTo>
                  <a:lnTo>
                    <a:pt x="965" y="6256"/>
                  </a:lnTo>
                  <a:lnTo>
                    <a:pt x="1274" y="6179"/>
                  </a:lnTo>
                  <a:lnTo>
                    <a:pt x="1313" y="6217"/>
                  </a:lnTo>
                  <a:lnTo>
                    <a:pt x="1313" y="6256"/>
                  </a:lnTo>
                  <a:lnTo>
                    <a:pt x="1352" y="6295"/>
                  </a:lnTo>
                  <a:lnTo>
                    <a:pt x="1467" y="6256"/>
                  </a:lnTo>
                  <a:lnTo>
                    <a:pt x="1815" y="6295"/>
                  </a:lnTo>
                  <a:lnTo>
                    <a:pt x="2394" y="6333"/>
                  </a:lnTo>
                  <a:lnTo>
                    <a:pt x="3012" y="6372"/>
                  </a:lnTo>
                  <a:lnTo>
                    <a:pt x="3591" y="6333"/>
                  </a:lnTo>
                  <a:lnTo>
                    <a:pt x="4171" y="6295"/>
                  </a:lnTo>
                  <a:lnTo>
                    <a:pt x="5368" y="6101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3" y="5522"/>
                  </a:lnTo>
                  <a:lnTo>
                    <a:pt x="9036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5" y="4132"/>
                  </a:lnTo>
                  <a:lnTo>
                    <a:pt x="12125" y="4248"/>
                  </a:lnTo>
                  <a:lnTo>
                    <a:pt x="12395" y="4287"/>
                  </a:lnTo>
                  <a:lnTo>
                    <a:pt x="12782" y="4711"/>
                  </a:lnTo>
                  <a:lnTo>
                    <a:pt x="13013" y="4518"/>
                  </a:lnTo>
                  <a:lnTo>
                    <a:pt x="12434" y="3939"/>
                  </a:lnTo>
                  <a:lnTo>
                    <a:pt x="12897" y="3669"/>
                  </a:lnTo>
                  <a:lnTo>
                    <a:pt x="13361" y="3321"/>
                  </a:lnTo>
                  <a:lnTo>
                    <a:pt x="13631" y="3051"/>
                  </a:lnTo>
                  <a:lnTo>
                    <a:pt x="13824" y="2703"/>
                  </a:lnTo>
                  <a:lnTo>
                    <a:pt x="14133" y="2626"/>
                  </a:lnTo>
                  <a:lnTo>
                    <a:pt x="14017" y="2317"/>
                  </a:lnTo>
                  <a:lnTo>
                    <a:pt x="14095" y="2008"/>
                  </a:lnTo>
                  <a:lnTo>
                    <a:pt x="14133" y="1738"/>
                  </a:lnTo>
                  <a:lnTo>
                    <a:pt x="14095" y="1468"/>
                  </a:lnTo>
                  <a:lnTo>
                    <a:pt x="14017" y="1236"/>
                  </a:lnTo>
                  <a:lnTo>
                    <a:pt x="13901" y="1004"/>
                  </a:lnTo>
                  <a:lnTo>
                    <a:pt x="13747" y="811"/>
                  </a:lnTo>
                  <a:lnTo>
                    <a:pt x="13477" y="618"/>
                  </a:lnTo>
                  <a:lnTo>
                    <a:pt x="13168" y="502"/>
                  </a:lnTo>
                  <a:lnTo>
                    <a:pt x="13091" y="502"/>
                  </a:lnTo>
                  <a:lnTo>
                    <a:pt x="12897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2" y="116"/>
                  </a:lnTo>
                  <a:lnTo>
                    <a:pt x="11816" y="3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17"/>
            <p:cNvSpPr/>
            <p:nvPr/>
          </p:nvSpPr>
          <p:spPr>
            <a:xfrm>
              <a:off x="299900" y="4449850"/>
              <a:ext cx="375550" cy="386175"/>
            </a:xfrm>
            <a:custGeom>
              <a:avLst/>
              <a:gdLst/>
              <a:ahLst/>
              <a:cxnLst/>
              <a:rect l="l" t="t" r="r" b="b"/>
              <a:pathLst>
                <a:path w="15022" h="15447" extrusionOk="0">
                  <a:moveTo>
                    <a:pt x="8032" y="503"/>
                  </a:move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05"/>
                  </a:lnTo>
                  <a:lnTo>
                    <a:pt x="10697" y="1236"/>
                  </a:lnTo>
                  <a:lnTo>
                    <a:pt x="11160" y="1507"/>
                  </a:lnTo>
                  <a:lnTo>
                    <a:pt x="11623" y="1815"/>
                  </a:lnTo>
                  <a:lnTo>
                    <a:pt x="10813" y="2163"/>
                  </a:lnTo>
                  <a:lnTo>
                    <a:pt x="10079" y="2588"/>
                  </a:lnTo>
                  <a:lnTo>
                    <a:pt x="9307" y="3090"/>
                  </a:lnTo>
                  <a:lnTo>
                    <a:pt x="8611" y="3592"/>
                  </a:lnTo>
                  <a:lnTo>
                    <a:pt x="7955" y="4171"/>
                  </a:lnTo>
                  <a:lnTo>
                    <a:pt x="7299" y="4789"/>
                  </a:lnTo>
                  <a:lnTo>
                    <a:pt x="6719" y="5445"/>
                  </a:lnTo>
                  <a:lnTo>
                    <a:pt x="6140" y="6140"/>
                  </a:lnTo>
                  <a:lnTo>
                    <a:pt x="5638" y="6835"/>
                  </a:lnTo>
                  <a:lnTo>
                    <a:pt x="5213" y="7608"/>
                  </a:lnTo>
                  <a:lnTo>
                    <a:pt x="4789" y="8380"/>
                  </a:lnTo>
                  <a:lnTo>
                    <a:pt x="4480" y="9191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3" y="11739"/>
                  </a:lnTo>
                  <a:lnTo>
                    <a:pt x="3746" y="12628"/>
                  </a:lnTo>
                  <a:lnTo>
                    <a:pt x="3592" y="12666"/>
                  </a:lnTo>
                  <a:lnTo>
                    <a:pt x="3283" y="11817"/>
                  </a:lnTo>
                  <a:lnTo>
                    <a:pt x="3051" y="11006"/>
                  </a:lnTo>
                  <a:lnTo>
                    <a:pt x="2858" y="10195"/>
                  </a:lnTo>
                  <a:lnTo>
                    <a:pt x="2703" y="9345"/>
                  </a:lnTo>
                  <a:lnTo>
                    <a:pt x="2588" y="8496"/>
                  </a:lnTo>
                  <a:lnTo>
                    <a:pt x="2549" y="7646"/>
                  </a:lnTo>
                  <a:lnTo>
                    <a:pt x="2588" y="6797"/>
                  </a:lnTo>
                  <a:lnTo>
                    <a:pt x="2703" y="5909"/>
                  </a:lnTo>
                  <a:lnTo>
                    <a:pt x="2858" y="5214"/>
                  </a:lnTo>
                  <a:lnTo>
                    <a:pt x="3051" y="4480"/>
                  </a:lnTo>
                  <a:lnTo>
                    <a:pt x="3321" y="3823"/>
                  </a:lnTo>
                  <a:lnTo>
                    <a:pt x="3669" y="3167"/>
                  </a:lnTo>
                  <a:lnTo>
                    <a:pt x="4016" y="2549"/>
                  </a:lnTo>
                  <a:lnTo>
                    <a:pt x="4441" y="1970"/>
                  </a:lnTo>
                  <a:lnTo>
                    <a:pt x="4904" y="1391"/>
                  </a:lnTo>
                  <a:lnTo>
                    <a:pt x="5406" y="850"/>
                  </a:lnTo>
                  <a:lnTo>
                    <a:pt x="5908" y="696"/>
                  </a:lnTo>
                  <a:lnTo>
                    <a:pt x="6410" y="618"/>
                  </a:lnTo>
                  <a:lnTo>
                    <a:pt x="6951" y="541"/>
                  </a:lnTo>
                  <a:lnTo>
                    <a:pt x="7492" y="503"/>
                  </a:lnTo>
                  <a:close/>
                  <a:moveTo>
                    <a:pt x="11971" y="2086"/>
                  </a:moveTo>
                  <a:lnTo>
                    <a:pt x="12357" y="2433"/>
                  </a:lnTo>
                  <a:lnTo>
                    <a:pt x="12705" y="2781"/>
                  </a:lnTo>
                  <a:lnTo>
                    <a:pt x="13052" y="3206"/>
                  </a:lnTo>
                  <a:lnTo>
                    <a:pt x="13322" y="3630"/>
                  </a:lnTo>
                  <a:lnTo>
                    <a:pt x="13593" y="4094"/>
                  </a:lnTo>
                  <a:lnTo>
                    <a:pt x="13863" y="4557"/>
                  </a:lnTo>
                  <a:lnTo>
                    <a:pt x="14056" y="5059"/>
                  </a:lnTo>
                  <a:lnTo>
                    <a:pt x="14211" y="5600"/>
                  </a:lnTo>
                  <a:lnTo>
                    <a:pt x="14326" y="6102"/>
                  </a:lnTo>
                  <a:lnTo>
                    <a:pt x="14442" y="6604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1"/>
                  </a:lnTo>
                  <a:lnTo>
                    <a:pt x="11392" y="7144"/>
                  </a:lnTo>
                  <a:lnTo>
                    <a:pt x="10658" y="7376"/>
                  </a:lnTo>
                  <a:lnTo>
                    <a:pt x="9963" y="7685"/>
                  </a:lnTo>
                  <a:lnTo>
                    <a:pt x="9229" y="8032"/>
                  </a:lnTo>
                  <a:lnTo>
                    <a:pt x="8534" y="8419"/>
                  </a:lnTo>
                  <a:lnTo>
                    <a:pt x="7878" y="8843"/>
                  </a:lnTo>
                  <a:lnTo>
                    <a:pt x="7260" y="9268"/>
                  </a:lnTo>
                  <a:lnTo>
                    <a:pt x="6642" y="9770"/>
                  </a:lnTo>
                  <a:lnTo>
                    <a:pt x="6102" y="10311"/>
                  </a:lnTo>
                  <a:lnTo>
                    <a:pt x="5561" y="10890"/>
                  </a:lnTo>
                  <a:lnTo>
                    <a:pt x="5098" y="11469"/>
                  </a:lnTo>
                  <a:lnTo>
                    <a:pt x="4634" y="12126"/>
                  </a:lnTo>
                  <a:lnTo>
                    <a:pt x="4248" y="12782"/>
                  </a:lnTo>
                  <a:lnTo>
                    <a:pt x="4132" y="12705"/>
                  </a:lnTo>
                  <a:lnTo>
                    <a:pt x="3978" y="12666"/>
                  </a:lnTo>
                  <a:lnTo>
                    <a:pt x="4094" y="11778"/>
                  </a:lnTo>
                  <a:lnTo>
                    <a:pt x="4325" y="10929"/>
                  </a:lnTo>
                  <a:lnTo>
                    <a:pt x="4557" y="10079"/>
                  </a:lnTo>
                  <a:lnTo>
                    <a:pt x="4866" y="9268"/>
                  </a:lnTo>
                  <a:lnTo>
                    <a:pt x="5213" y="8496"/>
                  </a:lnTo>
                  <a:lnTo>
                    <a:pt x="5600" y="7724"/>
                  </a:lnTo>
                  <a:lnTo>
                    <a:pt x="6024" y="6990"/>
                  </a:lnTo>
                  <a:lnTo>
                    <a:pt x="6526" y="6256"/>
                  </a:lnTo>
                  <a:lnTo>
                    <a:pt x="7067" y="5600"/>
                  </a:lnTo>
                  <a:lnTo>
                    <a:pt x="7607" y="4943"/>
                  </a:lnTo>
                  <a:lnTo>
                    <a:pt x="8225" y="4364"/>
                  </a:lnTo>
                  <a:lnTo>
                    <a:pt x="8920" y="3823"/>
                  </a:lnTo>
                  <a:lnTo>
                    <a:pt x="9615" y="3321"/>
                  </a:lnTo>
                  <a:lnTo>
                    <a:pt x="10349" y="2858"/>
                  </a:lnTo>
                  <a:lnTo>
                    <a:pt x="11121" y="2433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39"/>
                  </a:lnTo>
                  <a:lnTo>
                    <a:pt x="14442" y="8689"/>
                  </a:lnTo>
                  <a:lnTo>
                    <a:pt x="14288" y="9538"/>
                  </a:lnTo>
                  <a:lnTo>
                    <a:pt x="14172" y="9925"/>
                  </a:lnTo>
                  <a:lnTo>
                    <a:pt x="14056" y="10349"/>
                  </a:lnTo>
                  <a:lnTo>
                    <a:pt x="13902" y="10735"/>
                  </a:lnTo>
                  <a:lnTo>
                    <a:pt x="13709" y="11122"/>
                  </a:lnTo>
                  <a:lnTo>
                    <a:pt x="13516" y="11508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50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1" y="13014"/>
                  </a:lnTo>
                  <a:lnTo>
                    <a:pt x="11701" y="12898"/>
                  </a:lnTo>
                  <a:lnTo>
                    <a:pt x="11121" y="12743"/>
                  </a:lnTo>
                  <a:lnTo>
                    <a:pt x="10542" y="12628"/>
                  </a:lnTo>
                  <a:lnTo>
                    <a:pt x="10002" y="12550"/>
                  </a:lnTo>
                  <a:lnTo>
                    <a:pt x="9422" y="12473"/>
                  </a:lnTo>
                  <a:lnTo>
                    <a:pt x="8843" y="12435"/>
                  </a:lnTo>
                  <a:lnTo>
                    <a:pt x="8303" y="12435"/>
                  </a:lnTo>
                  <a:lnTo>
                    <a:pt x="7762" y="12473"/>
                  </a:lnTo>
                  <a:lnTo>
                    <a:pt x="7221" y="12550"/>
                  </a:lnTo>
                  <a:lnTo>
                    <a:pt x="6719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23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01"/>
                  </a:lnTo>
                  <a:lnTo>
                    <a:pt x="5870" y="11160"/>
                  </a:lnTo>
                  <a:lnTo>
                    <a:pt x="6410" y="10620"/>
                  </a:lnTo>
                  <a:lnTo>
                    <a:pt x="6990" y="10118"/>
                  </a:lnTo>
                  <a:lnTo>
                    <a:pt x="7569" y="9616"/>
                  </a:lnTo>
                  <a:lnTo>
                    <a:pt x="8148" y="9191"/>
                  </a:lnTo>
                  <a:lnTo>
                    <a:pt x="8766" y="8805"/>
                  </a:lnTo>
                  <a:lnTo>
                    <a:pt x="9422" y="8419"/>
                  </a:lnTo>
                  <a:lnTo>
                    <a:pt x="10079" y="8110"/>
                  </a:lnTo>
                  <a:lnTo>
                    <a:pt x="10735" y="7801"/>
                  </a:lnTo>
                  <a:lnTo>
                    <a:pt x="11469" y="7569"/>
                  </a:lnTo>
                  <a:lnTo>
                    <a:pt x="12164" y="7337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6"/>
                  </a:moveTo>
                  <a:lnTo>
                    <a:pt x="4055" y="1815"/>
                  </a:lnTo>
                  <a:lnTo>
                    <a:pt x="3630" y="2433"/>
                  </a:lnTo>
                  <a:lnTo>
                    <a:pt x="3244" y="3090"/>
                  </a:lnTo>
                  <a:lnTo>
                    <a:pt x="2935" y="3785"/>
                  </a:lnTo>
                  <a:lnTo>
                    <a:pt x="2665" y="4519"/>
                  </a:lnTo>
                  <a:lnTo>
                    <a:pt x="2472" y="5252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4"/>
                  </a:lnTo>
                  <a:lnTo>
                    <a:pt x="2394" y="9847"/>
                  </a:lnTo>
                  <a:lnTo>
                    <a:pt x="2549" y="10620"/>
                  </a:lnTo>
                  <a:lnTo>
                    <a:pt x="2781" y="11353"/>
                  </a:lnTo>
                  <a:lnTo>
                    <a:pt x="3012" y="12048"/>
                  </a:lnTo>
                  <a:lnTo>
                    <a:pt x="3321" y="12743"/>
                  </a:lnTo>
                  <a:lnTo>
                    <a:pt x="3128" y="12859"/>
                  </a:lnTo>
                  <a:lnTo>
                    <a:pt x="2935" y="13014"/>
                  </a:lnTo>
                  <a:lnTo>
                    <a:pt x="2819" y="13207"/>
                  </a:lnTo>
                  <a:lnTo>
                    <a:pt x="2742" y="13439"/>
                  </a:lnTo>
                  <a:lnTo>
                    <a:pt x="2394" y="12975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6" y="11585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075"/>
                  </a:lnTo>
                  <a:lnTo>
                    <a:pt x="541" y="8534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1"/>
                  </a:lnTo>
                  <a:lnTo>
                    <a:pt x="773" y="5870"/>
                  </a:lnTo>
                  <a:lnTo>
                    <a:pt x="927" y="5291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1970"/>
                  </a:lnTo>
                  <a:lnTo>
                    <a:pt x="3939" y="1584"/>
                  </a:lnTo>
                  <a:lnTo>
                    <a:pt x="4518" y="1236"/>
                  </a:lnTo>
                  <a:close/>
                  <a:moveTo>
                    <a:pt x="3862" y="12975"/>
                  </a:moveTo>
                  <a:lnTo>
                    <a:pt x="4016" y="13014"/>
                  </a:lnTo>
                  <a:lnTo>
                    <a:pt x="4171" y="13130"/>
                  </a:lnTo>
                  <a:lnTo>
                    <a:pt x="4287" y="13284"/>
                  </a:lnTo>
                  <a:lnTo>
                    <a:pt x="4325" y="13439"/>
                  </a:lnTo>
                  <a:lnTo>
                    <a:pt x="4364" y="13593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5" y="13786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00"/>
                  </a:lnTo>
                  <a:lnTo>
                    <a:pt x="3051" y="13439"/>
                  </a:lnTo>
                  <a:lnTo>
                    <a:pt x="2974" y="13516"/>
                  </a:lnTo>
                  <a:lnTo>
                    <a:pt x="3051" y="13361"/>
                  </a:lnTo>
                  <a:lnTo>
                    <a:pt x="3167" y="13207"/>
                  </a:lnTo>
                  <a:lnTo>
                    <a:pt x="3321" y="13091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8187" y="12821"/>
                  </a:moveTo>
                  <a:lnTo>
                    <a:pt x="9152" y="12859"/>
                  </a:lnTo>
                  <a:lnTo>
                    <a:pt x="9615" y="12898"/>
                  </a:lnTo>
                  <a:lnTo>
                    <a:pt x="10117" y="12937"/>
                  </a:lnTo>
                  <a:lnTo>
                    <a:pt x="10504" y="13014"/>
                  </a:lnTo>
                  <a:lnTo>
                    <a:pt x="11006" y="13091"/>
                  </a:lnTo>
                  <a:lnTo>
                    <a:pt x="11508" y="13245"/>
                  </a:lnTo>
                  <a:lnTo>
                    <a:pt x="11701" y="13323"/>
                  </a:lnTo>
                  <a:lnTo>
                    <a:pt x="11894" y="13439"/>
                  </a:lnTo>
                  <a:lnTo>
                    <a:pt x="11508" y="13747"/>
                  </a:lnTo>
                  <a:lnTo>
                    <a:pt x="11083" y="14018"/>
                  </a:lnTo>
                  <a:lnTo>
                    <a:pt x="10658" y="14249"/>
                  </a:lnTo>
                  <a:lnTo>
                    <a:pt x="10233" y="14442"/>
                  </a:lnTo>
                  <a:lnTo>
                    <a:pt x="9770" y="14597"/>
                  </a:lnTo>
                  <a:lnTo>
                    <a:pt x="9307" y="14751"/>
                  </a:lnTo>
                  <a:lnTo>
                    <a:pt x="8843" y="14829"/>
                  </a:lnTo>
                  <a:lnTo>
                    <a:pt x="8341" y="14906"/>
                  </a:lnTo>
                  <a:lnTo>
                    <a:pt x="7878" y="14944"/>
                  </a:lnTo>
                  <a:lnTo>
                    <a:pt x="7376" y="14944"/>
                  </a:lnTo>
                  <a:lnTo>
                    <a:pt x="6912" y="14906"/>
                  </a:lnTo>
                  <a:lnTo>
                    <a:pt x="6410" y="14867"/>
                  </a:lnTo>
                  <a:lnTo>
                    <a:pt x="5947" y="14751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6" y="14288"/>
                  </a:lnTo>
                  <a:lnTo>
                    <a:pt x="4711" y="14018"/>
                  </a:lnTo>
                  <a:lnTo>
                    <a:pt x="4750" y="13709"/>
                  </a:lnTo>
                  <a:lnTo>
                    <a:pt x="4711" y="13593"/>
                  </a:lnTo>
                  <a:lnTo>
                    <a:pt x="5561" y="13284"/>
                  </a:lnTo>
                  <a:lnTo>
                    <a:pt x="6410" y="13091"/>
                  </a:lnTo>
                  <a:lnTo>
                    <a:pt x="7299" y="12937"/>
                  </a:lnTo>
                  <a:lnTo>
                    <a:pt x="8187" y="12821"/>
                  </a:lnTo>
                  <a:close/>
                  <a:moveTo>
                    <a:pt x="6990" y="1"/>
                  </a:moveTo>
                  <a:lnTo>
                    <a:pt x="6449" y="78"/>
                  </a:lnTo>
                  <a:lnTo>
                    <a:pt x="5870" y="194"/>
                  </a:lnTo>
                  <a:lnTo>
                    <a:pt x="5329" y="348"/>
                  </a:lnTo>
                  <a:lnTo>
                    <a:pt x="4789" y="580"/>
                  </a:lnTo>
                  <a:lnTo>
                    <a:pt x="4248" y="811"/>
                  </a:lnTo>
                  <a:lnTo>
                    <a:pt x="3785" y="1082"/>
                  </a:lnTo>
                  <a:lnTo>
                    <a:pt x="3283" y="1391"/>
                  </a:lnTo>
                  <a:lnTo>
                    <a:pt x="2819" y="1738"/>
                  </a:lnTo>
                  <a:lnTo>
                    <a:pt x="2394" y="2124"/>
                  </a:lnTo>
                  <a:lnTo>
                    <a:pt x="2008" y="2549"/>
                  </a:lnTo>
                  <a:lnTo>
                    <a:pt x="1622" y="3013"/>
                  </a:lnTo>
                  <a:lnTo>
                    <a:pt x="1275" y="3476"/>
                  </a:lnTo>
                  <a:lnTo>
                    <a:pt x="966" y="3978"/>
                  </a:lnTo>
                  <a:lnTo>
                    <a:pt x="695" y="4596"/>
                  </a:lnTo>
                  <a:lnTo>
                    <a:pt x="425" y="5214"/>
                  </a:lnTo>
                  <a:lnTo>
                    <a:pt x="232" y="5870"/>
                  </a:lnTo>
                  <a:lnTo>
                    <a:pt x="116" y="6526"/>
                  </a:lnTo>
                  <a:lnTo>
                    <a:pt x="39" y="7222"/>
                  </a:lnTo>
                  <a:lnTo>
                    <a:pt x="0" y="7878"/>
                  </a:lnTo>
                  <a:lnTo>
                    <a:pt x="39" y="8573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199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1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481"/>
                  </a:lnTo>
                  <a:lnTo>
                    <a:pt x="4132" y="14597"/>
                  </a:lnTo>
                  <a:lnTo>
                    <a:pt x="4557" y="14790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53"/>
                  </a:lnTo>
                  <a:lnTo>
                    <a:pt x="6333" y="15369"/>
                  </a:lnTo>
                  <a:lnTo>
                    <a:pt x="6797" y="15408"/>
                  </a:lnTo>
                  <a:lnTo>
                    <a:pt x="7299" y="15446"/>
                  </a:lnTo>
                  <a:lnTo>
                    <a:pt x="8225" y="15446"/>
                  </a:lnTo>
                  <a:lnTo>
                    <a:pt x="8689" y="15369"/>
                  </a:lnTo>
                  <a:lnTo>
                    <a:pt x="9152" y="15292"/>
                  </a:lnTo>
                  <a:lnTo>
                    <a:pt x="9615" y="15176"/>
                  </a:lnTo>
                  <a:lnTo>
                    <a:pt x="10079" y="15022"/>
                  </a:lnTo>
                  <a:lnTo>
                    <a:pt x="10542" y="14867"/>
                  </a:lnTo>
                  <a:lnTo>
                    <a:pt x="10967" y="14674"/>
                  </a:lnTo>
                  <a:lnTo>
                    <a:pt x="11392" y="14442"/>
                  </a:lnTo>
                  <a:lnTo>
                    <a:pt x="11855" y="14134"/>
                  </a:lnTo>
                  <a:lnTo>
                    <a:pt x="12318" y="13747"/>
                  </a:lnTo>
                  <a:lnTo>
                    <a:pt x="12743" y="13361"/>
                  </a:lnTo>
                  <a:lnTo>
                    <a:pt x="13129" y="12975"/>
                  </a:lnTo>
                  <a:lnTo>
                    <a:pt x="13477" y="12512"/>
                  </a:lnTo>
                  <a:lnTo>
                    <a:pt x="13786" y="12048"/>
                  </a:lnTo>
                  <a:lnTo>
                    <a:pt x="14056" y="11546"/>
                  </a:lnTo>
                  <a:lnTo>
                    <a:pt x="14288" y="11044"/>
                  </a:lnTo>
                  <a:lnTo>
                    <a:pt x="14520" y="10504"/>
                  </a:lnTo>
                  <a:lnTo>
                    <a:pt x="14674" y="9963"/>
                  </a:lnTo>
                  <a:lnTo>
                    <a:pt x="14828" y="9423"/>
                  </a:lnTo>
                  <a:lnTo>
                    <a:pt x="14906" y="8843"/>
                  </a:lnTo>
                  <a:lnTo>
                    <a:pt x="14983" y="8264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4" y="6565"/>
                  </a:lnTo>
                  <a:lnTo>
                    <a:pt x="14828" y="5986"/>
                  </a:lnTo>
                  <a:lnTo>
                    <a:pt x="14674" y="5368"/>
                  </a:lnTo>
                  <a:lnTo>
                    <a:pt x="14481" y="4789"/>
                  </a:lnTo>
                  <a:lnTo>
                    <a:pt x="14249" y="4248"/>
                  </a:lnTo>
                  <a:lnTo>
                    <a:pt x="13979" y="3708"/>
                  </a:lnTo>
                  <a:lnTo>
                    <a:pt x="13670" y="3206"/>
                  </a:lnTo>
                  <a:lnTo>
                    <a:pt x="13322" y="2742"/>
                  </a:lnTo>
                  <a:lnTo>
                    <a:pt x="12936" y="2279"/>
                  </a:lnTo>
                  <a:lnTo>
                    <a:pt x="12512" y="1893"/>
                  </a:lnTo>
                  <a:lnTo>
                    <a:pt x="12048" y="1507"/>
                  </a:lnTo>
                  <a:lnTo>
                    <a:pt x="11585" y="1159"/>
                  </a:lnTo>
                  <a:lnTo>
                    <a:pt x="11083" y="850"/>
                  </a:lnTo>
                  <a:lnTo>
                    <a:pt x="10542" y="580"/>
                  </a:lnTo>
                  <a:lnTo>
                    <a:pt x="9963" y="387"/>
                  </a:lnTo>
                  <a:lnTo>
                    <a:pt x="9384" y="194"/>
                  </a:lnTo>
                  <a:lnTo>
                    <a:pt x="8766" y="78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17"/>
            <p:cNvSpPr/>
            <p:nvPr/>
          </p:nvSpPr>
          <p:spPr>
            <a:xfrm>
              <a:off x="2298225" y="4462400"/>
              <a:ext cx="461475" cy="306050"/>
            </a:xfrm>
            <a:custGeom>
              <a:avLst/>
              <a:gdLst/>
              <a:ahLst/>
              <a:cxnLst/>
              <a:rect l="l" t="t" r="r" b="b"/>
              <a:pathLst>
                <a:path w="18459" h="12242" extrusionOk="0">
                  <a:moveTo>
                    <a:pt x="17609" y="4943"/>
                  </a:moveTo>
                  <a:lnTo>
                    <a:pt x="17763" y="4982"/>
                  </a:lnTo>
                  <a:lnTo>
                    <a:pt x="17879" y="5020"/>
                  </a:lnTo>
                  <a:lnTo>
                    <a:pt x="17917" y="5098"/>
                  </a:lnTo>
                  <a:lnTo>
                    <a:pt x="17956" y="5175"/>
                  </a:lnTo>
                  <a:lnTo>
                    <a:pt x="17956" y="5407"/>
                  </a:lnTo>
                  <a:lnTo>
                    <a:pt x="17956" y="5638"/>
                  </a:lnTo>
                  <a:lnTo>
                    <a:pt x="17879" y="5793"/>
                  </a:lnTo>
                  <a:lnTo>
                    <a:pt x="17763" y="5986"/>
                  </a:lnTo>
                  <a:lnTo>
                    <a:pt x="17570" y="6140"/>
                  </a:lnTo>
                  <a:lnTo>
                    <a:pt x="17222" y="6372"/>
                  </a:lnTo>
                  <a:lnTo>
                    <a:pt x="16913" y="6526"/>
                  </a:lnTo>
                  <a:lnTo>
                    <a:pt x="16566" y="6642"/>
                  </a:lnTo>
                  <a:lnTo>
                    <a:pt x="16257" y="6681"/>
                  </a:lnTo>
                  <a:lnTo>
                    <a:pt x="15909" y="6720"/>
                  </a:lnTo>
                  <a:lnTo>
                    <a:pt x="16141" y="6140"/>
                  </a:lnTo>
                  <a:lnTo>
                    <a:pt x="16257" y="5870"/>
                  </a:lnTo>
                  <a:lnTo>
                    <a:pt x="16411" y="5600"/>
                  </a:lnTo>
                  <a:lnTo>
                    <a:pt x="16605" y="5368"/>
                  </a:lnTo>
                  <a:lnTo>
                    <a:pt x="16798" y="5175"/>
                  </a:lnTo>
                  <a:lnTo>
                    <a:pt x="17068" y="5059"/>
                  </a:lnTo>
                  <a:lnTo>
                    <a:pt x="17377" y="4943"/>
                  </a:lnTo>
                  <a:close/>
                  <a:moveTo>
                    <a:pt x="13747" y="6295"/>
                  </a:moveTo>
                  <a:lnTo>
                    <a:pt x="14056" y="6333"/>
                  </a:lnTo>
                  <a:lnTo>
                    <a:pt x="14365" y="6411"/>
                  </a:lnTo>
                  <a:lnTo>
                    <a:pt x="14597" y="6526"/>
                  </a:lnTo>
                  <a:lnTo>
                    <a:pt x="14828" y="6681"/>
                  </a:lnTo>
                  <a:lnTo>
                    <a:pt x="15060" y="6835"/>
                  </a:lnTo>
                  <a:lnTo>
                    <a:pt x="14983" y="6951"/>
                  </a:lnTo>
                  <a:lnTo>
                    <a:pt x="14519" y="7067"/>
                  </a:lnTo>
                  <a:lnTo>
                    <a:pt x="14056" y="7144"/>
                  </a:lnTo>
                  <a:lnTo>
                    <a:pt x="13515" y="7144"/>
                  </a:lnTo>
                  <a:lnTo>
                    <a:pt x="13206" y="7106"/>
                  </a:lnTo>
                  <a:lnTo>
                    <a:pt x="12936" y="6990"/>
                  </a:lnTo>
                  <a:lnTo>
                    <a:pt x="12820" y="6951"/>
                  </a:lnTo>
                  <a:lnTo>
                    <a:pt x="12782" y="6874"/>
                  </a:lnTo>
                  <a:lnTo>
                    <a:pt x="12782" y="6758"/>
                  </a:lnTo>
                  <a:lnTo>
                    <a:pt x="12859" y="6642"/>
                  </a:lnTo>
                  <a:lnTo>
                    <a:pt x="12936" y="6449"/>
                  </a:lnTo>
                  <a:lnTo>
                    <a:pt x="13052" y="6333"/>
                  </a:lnTo>
                  <a:lnTo>
                    <a:pt x="13206" y="6295"/>
                  </a:lnTo>
                  <a:close/>
                  <a:moveTo>
                    <a:pt x="15523" y="7222"/>
                  </a:moveTo>
                  <a:lnTo>
                    <a:pt x="16064" y="7608"/>
                  </a:lnTo>
                  <a:lnTo>
                    <a:pt x="16334" y="7839"/>
                  </a:lnTo>
                  <a:lnTo>
                    <a:pt x="16566" y="8071"/>
                  </a:lnTo>
                  <a:lnTo>
                    <a:pt x="16798" y="8303"/>
                  </a:lnTo>
                  <a:lnTo>
                    <a:pt x="16991" y="8573"/>
                  </a:lnTo>
                  <a:lnTo>
                    <a:pt x="17068" y="8882"/>
                  </a:lnTo>
                  <a:lnTo>
                    <a:pt x="17107" y="9036"/>
                  </a:lnTo>
                  <a:lnTo>
                    <a:pt x="17107" y="9229"/>
                  </a:lnTo>
                  <a:lnTo>
                    <a:pt x="17068" y="9423"/>
                  </a:lnTo>
                  <a:lnTo>
                    <a:pt x="16952" y="9538"/>
                  </a:lnTo>
                  <a:lnTo>
                    <a:pt x="16836" y="9616"/>
                  </a:lnTo>
                  <a:lnTo>
                    <a:pt x="16682" y="9654"/>
                  </a:lnTo>
                  <a:lnTo>
                    <a:pt x="16527" y="9654"/>
                  </a:lnTo>
                  <a:lnTo>
                    <a:pt x="16373" y="9577"/>
                  </a:lnTo>
                  <a:lnTo>
                    <a:pt x="16218" y="9461"/>
                  </a:lnTo>
                  <a:lnTo>
                    <a:pt x="16103" y="9307"/>
                  </a:lnTo>
                  <a:lnTo>
                    <a:pt x="15909" y="8959"/>
                  </a:lnTo>
                  <a:lnTo>
                    <a:pt x="15716" y="8573"/>
                  </a:lnTo>
                  <a:lnTo>
                    <a:pt x="15639" y="8226"/>
                  </a:lnTo>
                  <a:lnTo>
                    <a:pt x="15562" y="7917"/>
                  </a:lnTo>
                  <a:lnTo>
                    <a:pt x="15523" y="7569"/>
                  </a:lnTo>
                  <a:lnTo>
                    <a:pt x="15523" y="7222"/>
                  </a:lnTo>
                  <a:close/>
                  <a:moveTo>
                    <a:pt x="5020" y="464"/>
                  </a:moveTo>
                  <a:lnTo>
                    <a:pt x="5638" y="541"/>
                  </a:lnTo>
                  <a:lnTo>
                    <a:pt x="6217" y="696"/>
                  </a:lnTo>
                  <a:lnTo>
                    <a:pt x="6758" y="927"/>
                  </a:lnTo>
                  <a:lnTo>
                    <a:pt x="7260" y="1236"/>
                  </a:lnTo>
                  <a:lnTo>
                    <a:pt x="7723" y="1622"/>
                  </a:lnTo>
                  <a:lnTo>
                    <a:pt x="8186" y="2047"/>
                  </a:lnTo>
                  <a:lnTo>
                    <a:pt x="8534" y="2549"/>
                  </a:lnTo>
                  <a:lnTo>
                    <a:pt x="8804" y="3013"/>
                  </a:lnTo>
                  <a:lnTo>
                    <a:pt x="9036" y="3437"/>
                  </a:lnTo>
                  <a:lnTo>
                    <a:pt x="9229" y="3901"/>
                  </a:lnTo>
                  <a:lnTo>
                    <a:pt x="9384" y="4403"/>
                  </a:lnTo>
                  <a:lnTo>
                    <a:pt x="9654" y="5368"/>
                  </a:lnTo>
                  <a:lnTo>
                    <a:pt x="9924" y="6333"/>
                  </a:lnTo>
                  <a:lnTo>
                    <a:pt x="10040" y="6758"/>
                  </a:lnTo>
                  <a:lnTo>
                    <a:pt x="10194" y="7144"/>
                  </a:lnTo>
                  <a:lnTo>
                    <a:pt x="10388" y="7530"/>
                  </a:lnTo>
                  <a:lnTo>
                    <a:pt x="10619" y="7878"/>
                  </a:lnTo>
                  <a:lnTo>
                    <a:pt x="10890" y="8187"/>
                  </a:lnTo>
                  <a:lnTo>
                    <a:pt x="11198" y="8419"/>
                  </a:lnTo>
                  <a:lnTo>
                    <a:pt x="11585" y="8612"/>
                  </a:lnTo>
                  <a:lnTo>
                    <a:pt x="12009" y="8766"/>
                  </a:lnTo>
                  <a:lnTo>
                    <a:pt x="12357" y="8805"/>
                  </a:lnTo>
                  <a:lnTo>
                    <a:pt x="12704" y="8766"/>
                  </a:lnTo>
                  <a:lnTo>
                    <a:pt x="13013" y="8728"/>
                  </a:lnTo>
                  <a:lnTo>
                    <a:pt x="13322" y="8650"/>
                  </a:lnTo>
                  <a:lnTo>
                    <a:pt x="13631" y="8534"/>
                  </a:lnTo>
                  <a:lnTo>
                    <a:pt x="13901" y="8419"/>
                  </a:lnTo>
                  <a:lnTo>
                    <a:pt x="14172" y="8226"/>
                  </a:lnTo>
                  <a:lnTo>
                    <a:pt x="14442" y="8071"/>
                  </a:lnTo>
                  <a:lnTo>
                    <a:pt x="13940" y="8689"/>
                  </a:lnTo>
                  <a:lnTo>
                    <a:pt x="13361" y="9307"/>
                  </a:lnTo>
                  <a:lnTo>
                    <a:pt x="12743" y="9847"/>
                  </a:lnTo>
                  <a:lnTo>
                    <a:pt x="12087" y="10311"/>
                  </a:lnTo>
                  <a:lnTo>
                    <a:pt x="11392" y="10735"/>
                  </a:lnTo>
                  <a:lnTo>
                    <a:pt x="10658" y="11083"/>
                  </a:lnTo>
                  <a:lnTo>
                    <a:pt x="9847" y="11353"/>
                  </a:lnTo>
                  <a:lnTo>
                    <a:pt x="9036" y="11585"/>
                  </a:lnTo>
                  <a:lnTo>
                    <a:pt x="8418" y="11662"/>
                  </a:lnTo>
                  <a:lnTo>
                    <a:pt x="7839" y="11739"/>
                  </a:lnTo>
                  <a:lnTo>
                    <a:pt x="7260" y="11739"/>
                  </a:lnTo>
                  <a:lnTo>
                    <a:pt x="6680" y="11701"/>
                  </a:lnTo>
                  <a:lnTo>
                    <a:pt x="6101" y="11624"/>
                  </a:lnTo>
                  <a:lnTo>
                    <a:pt x="5561" y="11508"/>
                  </a:lnTo>
                  <a:lnTo>
                    <a:pt x="5020" y="11353"/>
                  </a:lnTo>
                  <a:lnTo>
                    <a:pt x="4518" y="11160"/>
                  </a:lnTo>
                  <a:lnTo>
                    <a:pt x="4016" y="10929"/>
                  </a:lnTo>
                  <a:lnTo>
                    <a:pt x="3514" y="10620"/>
                  </a:lnTo>
                  <a:lnTo>
                    <a:pt x="3089" y="10311"/>
                  </a:lnTo>
                  <a:lnTo>
                    <a:pt x="2626" y="9925"/>
                  </a:lnTo>
                  <a:lnTo>
                    <a:pt x="2240" y="9538"/>
                  </a:lnTo>
                  <a:lnTo>
                    <a:pt x="1854" y="9075"/>
                  </a:lnTo>
                  <a:lnTo>
                    <a:pt x="1545" y="8573"/>
                  </a:lnTo>
                  <a:lnTo>
                    <a:pt x="1236" y="8071"/>
                  </a:lnTo>
                  <a:lnTo>
                    <a:pt x="965" y="7492"/>
                  </a:lnTo>
                  <a:lnTo>
                    <a:pt x="734" y="6913"/>
                  </a:lnTo>
                  <a:lnTo>
                    <a:pt x="579" y="6295"/>
                  </a:lnTo>
                  <a:lnTo>
                    <a:pt x="464" y="5677"/>
                  </a:lnTo>
                  <a:lnTo>
                    <a:pt x="425" y="5059"/>
                  </a:lnTo>
                  <a:lnTo>
                    <a:pt x="425" y="4441"/>
                  </a:lnTo>
                  <a:lnTo>
                    <a:pt x="541" y="3823"/>
                  </a:lnTo>
                  <a:lnTo>
                    <a:pt x="695" y="3244"/>
                  </a:lnTo>
                  <a:lnTo>
                    <a:pt x="965" y="2704"/>
                  </a:lnTo>
                  <a:lnTo>
                    <a:pt x="1313" y="2163"/>
                  </a:lnTo>
                  <a:lnTo>
                    <a:pt x="1699" y="1738"/>
                  </a:lnTo>
                  <a:lnTo>
                    <a:pt x="2163" y="1313"/>
                  </a:lnTo>
                  <a:lnTo>
                    <a:pt x="2665" y="1005"/>
                  </a:lnTo>
                  <a:lnTo>
                    <a:pt x="3205" y="734"/>
                  </a:lnTo>
                  <a:lnTo>
                    <a:pt x="3784" y="580"/>
                  </a:lnTo>
                  <a:lnTo>
                    <a:pt x="4402" y="464"/>
                  </a:lnTo>
                  <a:close/>
                  <a:moveTo>
                    <a:pt x="4634" y="1"/>
                  </a:moveTo>
                  <a:lnTo>
                    <a:pt x="4248" y="39"/>
                  </a:lnTo>
                  <a:lnTo>
                    <a:pt x="3900" y="78"/>
                  </a:lnTo>
                  <a:lnTo>
                    <a:pt x="3514" y="155"/>
                  </a:lnTo>
                  <a:lnTo>
                    <a:pt x="3128" y="271"/>
                  </a:lnTo>
                  <a:lnTo>
                    <a:pt x="2780" y="425"/>
                  </a:lnTo>
                  <a:lnTo>
                    <a:pt x="2433" y="618"/>
                  </a:lnTo>
                  <a:lnTo>
                    <a:pt x="2085" y="850"/>
                  </a:lnTo>
                  <a:lnTo>
                    <a:pt x="1622" y="1198"/>
                  </a:lnTo>
                  <a:lnTo>
                    <a:pt x="1236" y="1584"/>
                  </a:lnTo>
                  <a:lnTo>
                    <a:pt x="888" y="2009"/>
                  </a:lnTo>
                  <a:lnTo>
                    <a:pt x="618" y="2433"/>
                  </a:lnTo>
                  <a:lnTo>
                    <a:pt x="386" y="2897"/>
                  </a:lnTo>
                  <a:lnTo>
                    <a:pt x="232" y="3399"/>
                  </a:lnTo>
                  <a:lnTo>
                    <a:pt x="77" y="3901"/>
                  </a:lnTo>
                  <a:lnTo>
                    <a:pt x="0" y="4403"/>
                  </a:lnTo>
                  <a:lnTo>
                    <a:pt x="0" y="4905"/>
                  </a:lnTo>
                  <a:lnTo>
                    <a:pt x="0" y="5445"/>
                  </a:lnTo>
                  <a:lnTo>
                    <a:pt x="77" y="5986"/>
                  </a:lnTo>
                  <a:lnTo>
                    <a:pt x="155" y="6488"/>
                  </a:lnTo>
                  <a:lnTo>
                    <a:pt x="309" y="7028"/>
                  </a:lnTo>
                  <a:lnTo>
                    <a:pt x="464" y="7530"/>
                  </a:lnTo>
                  <a:lnTo>
                    <a:pt x="695" y="8032"/>
                  </a:lnTo>
                  <a:lnTo>
                    <a:pt x="927" y="8496"/>
                  </a:lnTo>
                  <a:lnTo>
                    <a:pt x="1274" y="9075"/>
                  </a:lnTo>
                  <a:lnTo>
                    <a:pt x="1661" y="9616"/>
                  </a:lnTo>
                  <a:lnTo>
                    <a:pt x="2124" y="10079"/>
                  </a:lnTo>
                  <a:lnTo>
                    <a:pt x="2587" y="10542"/>
                  </a:lnTo>
                  <a:lnTo>
                    <a:pt x="3089" y="10929"/>
                  </a:lnTo>
                  <a:lnTo>
                    <a:pt x="3591" y="11276"/>
                  </a:lnTo>
                  <a:lnTo>
                    <a:pt x="4171" y="11546"/>
                  </a:lnTo>
                  <a:lnTo>
                    <a:pt x="4750" y="11778"/>
                  </a:lnTo>
                  <a:lnTo>
                    <a:pt x="4750" y="11933"/>
                  </a:lnTo>
                  <a:lnTo>
                    <a:pt x="5097" y="11894"/>
                  </a:lnTo>
                  <a:lnTo>
                    <a:pt x="5908" y="12087"/>
                  </a:lnTo>
                  <a:lnTo>
                    <a:pt x="6719" y="12203"/>
                  </a:lnTo>
                  <a:lnTo>
                    <a:pt x="7569" y="12241"/>
                  </a:lnTo>
                  <a:lnTo>
                    <a:pt x="8418" y="12164"/>
                  </a:lnTo>
                  <a:lnTo>
                    <a:pt x="9190" y="12048"/>
                  </a:lnTo>
                  <a:lnTo>
                    <a:pt x="9963" y="11855"/>
                  </a:lnTo>
                  <a:lnTo>
                    <a:pt x="10310" y="11739"/>
                  </a:lnTo>
                  <a:lnTo>
                    <a:pt x="10272" y="11739"/>
                  </a:lnTo>
                  <a:lnTo>
                    <a:pt x="11083" y="11431"/>
                  </a:lnTo>
                  <a:lnTo>
                    <a:pt x="11855" y="11044"/>
                  </a:lnTo>
                  <a:lnTo>
                    <a:pt x="12550" y="10581"/>
                  </a:lnTo>
                  <a:lnTo>
                    <a:pt x="13245" y="10079"/>
                  </a:lnTo>
                  <a:lnTo>
                    <a:pt x="13863" y="9500"/>
                  </a:lnTo>
                  <a:lnTo>
                    <a:pt x="14133" y="9191"/>
                  </a:lnTo>
                  <a:lnTo>
                    <a:pt x="14403" y="8882"/>
                  </a:lnTo>
                  <a:lnTo>
                    <a:pt x="14635" y="8534"/>
                  </a:lnTo>
                  <a:lnTo>
                    <a:pt x="14867" y="8187"/>
                  </a:lnTo>
                  <a:lnTo>
                    <a:pt x="15060" y="7801"/>
                  </a:lnTo>
                  <a:lnTo>
                    <a:pt x="15253" y="7415"/>
                  </a:lnTo>
                  <a:lnTo>
                    <a:pt x="15253" y="7917"/>
                  </a:lnTo>
                  <a:lnTo>
                    <a:pt x="15330" y="8419"/>
                  </a:lnTo>
                  <a:lnTo>
                    <a:pt x="15485" y="8882"/>
                  </a:lnTo>
                  <a:lnTo>
                    <a:pt x="15678" y="9345"/>
                  </a:lnTo>
                  <a:lnTo>
                    <a:pt x="15794" y="9538"/>
                  </a:lnTo>
                  <a:lnTo>
                    <a:pt x="15948" y="9731"/>
                  </a:lnTo>
                  <a:lnTo>
                    <a:pt x="16103" y="9886"/>
                  </a:lnTo>
                  <a:lnTo>
                    <a:pt x="16257" y="10040"/>
                  </a:lnTo>
                  <a:lnTo>
                    <a:pt x="16489" y="10156"/>
                  </a:lnTo>
                  <a:lnTo>
                    <a:pt x="16682" y="10195"/>
                  </a:lnTo>
                  <a:lnTo>
                    <a:pt x="16913" y="10156"/>
                  </a:lnTo>
                  <a:lnTo>
                    <a:pt x="17107" y="10040"/>
                  </a:lnTo>
                  <a:lnTo>
                    <a:pt x="17300" y="9886"/>
                  </a:lnTo>
                  <a:lnTo>
                    <a:pt x="17377" y="9693"/>
                  </a:lnTo>
                  <a:lnTo>
                    <a:pt x="17454" y="9500"/>
                  </a:lnTo>
                  <a:lnTo>
                    <a:pt x="17493" y="9268"/>
                  </a:lnTo>
                  <a:lnTo>
                    <a:pt x="17493" y="9075"/>
                  </a:lnTo>
                  <a:lnTo>
                    <a:pt x="17454" y="8843"/>
                  </a:lnTo>
                  <a:lnTo>
                    <a:pt x="17415" y="8650"/>
                  </a:lnTo>
                  <a:lnTo>
                    <a:pt x="17338" y="8457"/>
                  </a:lnTo>
                  <a:lnTo>
                    <a:pt x="17222" y="8226"/>
                  </a:lnTo>
                  <a:lnTo>
                    <a:pt x="17068" y="8032"/>
                  </a:lnTo>
                  <a:lnTo>
                    <a:pt x="16720" y="7646"/>
                  </a:lnTo>
                  <a:lnTo>
                    <a:pt x="16334" y="7299"/>
                  </a:lnTo>
                  <a:lnTo>
                    <a:pt x="15909" y="6990"/>
                  </a:lnTo>
                  <a:lnTo>
                    <a:pt x="16373" y="6990"/>
                  </a:lnTo>
                  <a:lnTo>
                    <a:pt x="16875" y="6913"/>
                  </a:lnTo>
                  <a:lnTo>
                    <a:pt x="17338" y="6720"/>
                  </a:lnTo>
                  <a:lnTo>
                    <a:pt x="17763" y="6488"/>
                  </a:lnTo>
                  <a:lnTo>
                    <a:pt x="17917" y="6333"/>
                  </a:lnTo>
                  <a:lnTo>
                    <a:pt x="18110" y="6140"/>
                  </a:lnTo>
                  <a:lnTo>
                    <a:pt x="18265" y="5947"/>
                  </a:lnTo>
                  <a:lnTo>
                    <a:pt x="18381" y="5716"/>
                  </a:lnTo>
                  <a:lnTo>
                    <a:pt x="18458" y="5484"/>
                  </a:lnTo>
                  <a:lnTo>
                    <a:pt x="18458" y="5214"/>
                  </a:lnTo>
                  <a:lnTo>
                    <a:pt x="18381" y="4982"/>
                  </a:lnTo>
                  <a:lnTo>
                    <a:pt x="18304" y="4905"/>
                  </a:lnTo>
                  <a:lnTo>
                    <a:pt x="18226" y="4789"/>
                  </a:lnTo>
                  <a:lnTo>
                    <a:pt x="18033" y="4673"/>
                  </a:lnTo>
                  <a:lnTo>
                    <a:pt x="17802" y="4596"/>
                  </a:lnTo>
                  <a:lnTo>
                    <a:pt x="17609" y="4557"/>
                  </a:lnTo>
                  <a:lnTo>
                    <a:pt x="17377" y="4557"/>
                  </a:lnTo>
                  <a:lnTo>
                    <a:pt x="17145" y="4634"/>
                  </a:lnTo>
                  <a:lnTo>
                    <a:pt x="16913" y="4712"/>
                  </a:lnTo>
                  <a:lnTo>
                    <a:pt x="16720" y="4789"/>
                  </a:lnTo>
                  <a:lnTo>
                    <a:pt x="16566" y="4905"/>
                  </a:lnTo>
                  <a:lnTo>
                    <a:pt x="16373" y="5098"/>
                  </a:lnTo>
                  <a:lnTo>
                    <a:pt x="16180" y="5291"/>
                  </a:lnTo>
                  <a:lnTo>
                    <a:pt x="15871" y="5716"/>
                  </a:lnTo>
                  <a:lnTo>
                    <a:pt x="15639" y="6179"/>
                  </a:lnTo>
                  <a:lnTo>
                    <a:pt x="15485" y="6681"/>
                  </a:lnTo>
                  <a:lnTo>
                    <a:pt x="15407" y="6681"/>
                  </a:lnTo>
                  <a:lnTo>
                    <a:pt x="15330" y="6720"/>
                  </a:lnTo>
                  <a:lnTo>
                    <a:pt x="14983" y="6411"/>
                  </a:lnTo>
                  <a:lnTo>
                    <a:pt x="14597" y="6179"/>
                  </a:lnTo>
                  <a:lnTo>
                    <a:pt x="14172" y="6024"/>
                  </a:lnTo>
                  <a:lnTo>
                    <a:pt x="13708" y="5947"/>
                  </a:lnTo>
                  <a:lnTo>
                    <a:pt x="13322" y="5909"/>
                  </a:lnTo>
                  <a:lnTo>
                    <a:pt x="13091" y="5947"/>
                  </a:lnTo>
                  <a:lnTo>
                    <a:pt x="12897" y="5986"/>
                  </a:lnTo>
                  <a:lnTo>
                    <a:pt x="12704" y="6063"/>
                  </a:lnTo>
                  <a:lnTo>
                    <a:pt x="12511" y="6140"/>
                  </a:lnTo>
                  <a:lnTo>
                    <a:pt x="12357" y="6295"/>
                  </a:lnTo>
                  <a:lnTo>
                    <a:pt x="12280" y="6449"/>
                  </a:lnTo>
                  <a:lnTo>
                    <a:pt x="12202" y="6642"/>
                  </a:lnTo>
                  <a:lnTo>
                    <a:pt x="12241" y="6835"/>
                  </a:lnTo>
                  <a:lnTo>
                    <a:pt x="12318" y="6990"/>
                  </a:lnTo>
                  <a:lnTo>
                    <a:pt x="12434" y="7106"/>
                  </a:lnTo>
                  <a:lnTo>
                    <a:pt x="12589" y="7260"/>
                  </a:lnTo>
                  <a:lnTo>
                    <a:pt x="12782" y="7337"/>
                  </a:lnTo>
                  <a:lnTo>
                    <a:pt x="13129" y="7453"/>
                  </a:lnTo>
                  <a:lnTo>
                    <a:pt x="13477" y="7530"/>
                  </a:lnTo>
                  <a:lnTo>
                    <a:pt x="13824" y="7530"/>
                  </a:lnTo>
                  <a:lnTo>
                    <a:pt x="14172" y="7492"/>
                  </a:lnTo>
                  <a:lnTo>
                    <a:pt x="14519" y="7415"/>
                  </a:lnTo>
                  <a:lnTo>
                    <a:pt x="14133" y="7762"/>
                  </a:lnTo>
                  <a:lnTo>
                    <a:pt x="13708" y="8032"/>
                  </a:lnTo>
                  <a:lnTo>
                    <a:pt x="13477" y="8110"/>
                  </a:lnTo>
                  <a:lnTo>
                    <a:pt x="13245" y="8226"/>
                  </a:lnTo>
                  <a:lnTo>
                    <a:pt x="13013" y="8264"/>
                  </a:lnTo>
                  <a:lnTo>
                    <a:pt x="12743" y="8303"/>
                  </a:lnTo>
                  <a:lnTo>
                    <a:pt x="12357" y="8303"/>
                  </a:lnTo>
                  <a:lnTo>
                    <a:pt x="11971" y="8264"/>
                  </a:lnTo>
                  <a:lnTo>
                    <a:pt x="11662" y="8110"/>
                  </a:lnTo>
                  <a:lnTo>
                    <a:pt x="11353" y="7955"/>
                  </a:lnTo>
                  <a:lnTo>
                    <a:pt x="11083" y="7685"/>
                  </a:lnTo>
                  <a:lnTo>
                    <a:pt x="10890" y="7415"/>
                  </a:lnTo>
                  <a:lnTo>
                    <a:pt x="10696" y="7106"/>
                  </a:lnTo>
                  <a:lnTo>
                    <a:pt x="10542" y="6720"/>
                  </a:lnTo>
                  <a:lnTo>
                    <a:pt x="10388" y="6218"/>
                  </a:lnTo>
                  <a:lnTo>
                    <a:pt x="10233" y="5716"/>
                  </a:lnTo>
                  <a:lnTo>
                    <a:pt x="9963" y="4673"/>
                  </a:lnTo>
                  <a:lnTo>
                    <a:pt x="9847" y="4171"/>
                  </a:lnTo>
                  <a:lnTo>
                    <a:pt x="9654" y="3669"/>
                  </a:lnTo>
                  <a:lnTo>
                    <a:pt x="9461" y="3167"/>
                  </a:lnTo>
                  <a:lnTo>
                    <a:pt x="9229" y="2704"/>
                  </a:lnTo>
                  <a:lnTo>
                    <a:pt x="8843" y="2163"/>
                  </a:lnTo>
                  <a:lnTo>
                    <a:pt x="8457" y="1700"/>
                  </a:lnTo>
                  <a:lnTo>
                    <a:pt x="7993" y="1275"/>
                  </a:lnTo>
                  <a:lnTo>
                    <a:pt x="7530" y="889"/>
                  </a:lnTo>
                  <a:lnTo>
                    <a:pt x="6989" y="580"/>
                  </a:lnTo>
                  <a:lnTo>
                    <a:pt x="6449" y="348"/>
                  </a:lnTo>
                  <a:lnTo>
                    <a:pt x="5870" y="155"/>
                  </a:lnTo>
                  <a:lnTo>
                    <a:pt x="5290" y="39"/>
                  </a:lnTo>
                  <a:lnTo>
                    <a:pt x="50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17"/>
            <p:cNvSpPr/>
            <p:nvPr/>
          </p:nvSpPr>
          <p:spPr>
            <a:xfrm>
              <a:off x="5932850" y="4466275"/>
              <a:ext cx="200800" cy="230725"/>
            </a:xfrm>
            <a:custGeom>
              <a:avLst/>
              <a:gdLst/>
              <a:ahLst/>
              <a:cxnLst/>
              <a:rect l="l" t="t" r="r" b="b"/>
              <a:pathLst>
                <a:path w="8032" h="9229" extrusionOk="0">
                  <a:moveTo>
                    <a:pt x="2047" y="0"/>
                  </a:moveTo>
                  <a:lnTo>
                    <a:pt x="1892" y="77"/>
                  </a:lnTo>
                  <a:lnTo>
                    <a:pt x="1738" y="154"/>
                  </a:lnTo>
                  <a:lnTo>
                    <a:pt x="1429" y="425"/>
                  </a:lnTo>
                  <a:lnTo>
                    <a:pt x="1197" y="734"/>
                  </a:lnTo>
                  <a:lnTo>
                    <a:pt x="965" y="1004"/>
                  </a:lnTo>
                  <a:lnTo>
                    <a:pt x="734" y="1352"/>
                  </a:lnTo>
                  <a:lnTo>
                    <a:pt x="502" y="1738"/>
                  </a:lnTo>
                  <a:lnTo>
                    <a:pt x="348" y="2124"/>
                  </a:lnTo>
                  <a:lnTo>
                    <a:pt x="193" y="2549"/>
                  </a:lnTo>
                  <a:lnTo>
                    <a:pt x="77" y="3012"/>
                  </a:lnTo>
                  <a:lnTo>
                    <a:pt x="39" y="3475"/>
                  </a:lnTo>
                  <a:lnTo>
                    <a:pt x="0" y="3939"/>
                  </a:lnTo>
                  <a:lnTo>
                    <a:pt x="77" y="4441"/>
                  </a:lnTo>
                  <a:lnTo>
                    <a:pt x="155" y="4904"/>
                  </a:lnTo>
                  <a:lnTo>
                    <a:pt x="270" y="5329"/>
                  </a:lnTo>
                  <a:lnTo>
                    <a:pt x="463" y="5792"/>
                  </a:lnTo>
                  <a:lnTo>
                    <a:pt x="695" y="6178"/>
                  </a:lnTo>
                  <a:lnTo>
                    <a:pt x="1043" y="6178"/>
                  </a:lnTo>
                  <a:lnTo>
                    <a:pt x="888" y="5831"/>
                  </a:lnTo>
                  <a:lnTo>
                    <a:pt x="734" y="5483"/>
                  </a:lnTo>
                  <a:lnTo>
                    <a:pt x="657" y="5136"/>
                  </a:lnTo>
                  <a:lnTo>
                    <a:pt x="541" y="4788"/>
                  </a:lnTo>
                  <a:lnTo>
                    <a:pt x="502" y="4402"/>
                  </a:lnTo>
                  <a:lnTo>
                    <a:pt x="463" y="4055"/>
                  </a:lnTo>
                  <a:lnTo>
                    <a:pt x="463" y="3668"/>
                  </a:lnTo>
                  <a:lnTo>
                    <a:pt x="463" y="3321"/>
                  </a:lnTo>
                  <a:lnTo>
                    <a:pt x="541" y="2973"/>
                  </a:lnTo>
                  <a:lnTo>
                    <a:pt x="618" y="2626"/>
                  </a:lnTo>
                  <a:lnTo>
                    <a:pt x="734" y="2278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7" y="1004"/>
                  </a:lnTo>
                  <a:lnTo>
                    <a:pt x="1776" y="734"/>
                  </a:lnTo>
                  <a:lnTo>
                    <a:pt x="1969" y="579"/>
                  </a:lnTo>
                  <a:lnTo>
                    <a:pt x="2085" y="502"/>
                  </a:lnTo>
                  <a:lnTo>
                    <a:pt x="2201" y="463"/>
                  </a:lnTo>
                  <a:lnTo>
                    <a:pt x="2317" y="579"/>
                  </a:lnTo>
                  <a:lnTo>
                    <a:pt x="2433" y="811"/>
                  </a:lnTo>
                  <a:lnTo>
                    <a:pt x="2587" y="1197"/>
                  </a:lnTo>
                  <a:lnTo>
                    <a:pt x="2742" y="1583"/>
                  </a:lnTo>
                  <a:lnTo>
                    <a:pt x="2858" y="1931"/>
                  </a:lnTo>
                  <a:lnTo>
                    <a:pt x="2973" y="2317"/>
                  </a:lnTo>
                  <a:lnTo>
                    <a:pt x="3051" y="2703"/>
                  </a:lnTo>
                  <a:lnTo>
                    <a:pt x="3089" y="3089"/>
                  </a:lnTo>
                  <a:lnTo>
                    <a:pt x="3089" y="3437"/>
                  </a:lnTo>
                  <a:lnTo>
                    <a:pt x="3051" y="3784"/>
                  </a:lnTo>
                  <a:lnTo>
                    <a:pt x="3012" y="4132"/>
                  </a:lnTo>
                  <a:lnTo>
                    <a:pt x="2896" y="4479"/>
                  </a:lnTo>
                  <a:lnTo>
                    <a:pt x="2780" y="4788"/>
                  </a:lnTo>
                  <a:lnTo>
                    <a:pt x="2587" y="5136"/>
                  </a:lnTo>
                  <a:lnTo>
                    <a:pt x="2394" y="5445"/>
                  </a:lnTo>
                  <a:lnTo>
                    <a:pt x="2356" y="5522"/>
                  </a:lnTo>
                  <a:lnTo>
                    <a:pt x="2394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4" y="5792"/>
                  </a:lnTo>
                  <a:lnTo>
                    <a:pt x="2471" y="5792"/>
                  </a:lnTo>
                  <a:lnTo>
                    <a:pt x="2626" y="5715"/>
                  </a:lnTo>
                  <a:lnTo>
                    <a:pt x="2819" y="5676"/>
                  </a:lnTo>
                  <a:lnTo>
                    <a:pt x="3205" y="5676"/>
                  </a:lnTo>
                  <a:lnTo>
                    <a:pt x="3630" y="5715"/>
                  </a:lnTo>
                  <a:lnTo>
                    <a:pt x="4055" y="5792"/>
                  </a:lnTo>
                  <a:lnTo>
                    <a:pt x="4441" y="5947"/>
                  </a:lnTo>
                  <a:lnTo>
                    <a:pt x="4866" y="6101"/>
                  </a:lnTo>
                  <a:lnTo>
                    <a:pt x="5213" y="6256"/>
                  </a:lnTo>
                  <a:lnTo>
                    <a:pt x="5522" y="6449"/>
                  </a:lnTo>
                  <a:lnTo>
                    <a:pt x="5831" y="6642"/>
                  </a:lnTo>
                  <a:lnTo>
                    <a:pt x="6140" y="6835"/>
                  </a:lnTo>
                  <a:lnTo>
                    <a:pt x="6410" y="7067"/>
                  </a:lnTo>
                  <a:lnTo>
                    <a:pt x="6680" y="7337"/>
                  </a:lnTo>
                  <a:lnTo>
                    <a:pt x="6912" y="7607"/>
                  </a:lnTo>
                  <a:lnTo>
                    <a:pt x="7144" y="7877"/>
                  </a:lnTo>
                  <a:lnTo>
                    <a:pt x="7337" y="8186"/>
                  </a:lnTo>
                  <a:lnTo>
                    <a:pt x="7530" y="8534"/>
                  </a:lnTo>
                  <a:lnTo>
                    <a:pt x="7105" y="8650"/>
                  </a:lnTo>
                  <a:lnTo>
                    <a:pt x="6680" y="8727"/>
                  </a:lnTo>
                  <a:lnTo>
                    <a:pt x="6294" y="8766"/>
                  </a:lnTo>
                  <a:lnTo>
                    <a:pt x="5870" y="8804"/>
                  </a:lnTo>
                  <a:lnTo>
                    <a:pt x="5483" y="8804"/>
                  </a:lnTo>
                  <a:lnTo>
                    <a:pt x="5059" y="8727"/>
                  </a:lnTo>
                  <a:lnTo>
                    <a:pt x="4672" y="8611"/>
                  </a:lnTo>
                  <a:lnTo>
                    <a:pt x="4248" y="8457"/>
                  </a:lnTo>
                  <a:lnTo>
                    <a:pt x="3900" y="8264"/>
                  </a:lnTo>
                  <a:lnTo>
                    <a:pt x="3591" y="8071"/>
                  </a:lnTo>
                  <a:lnTo>
                    <a:pt x="3012" y="7607"/>
                  </a:lnTo>
                  <a:lnTo>
                    <a:pt x="2471" y="7105"/>
                  </a:lnTo>
                  <a:lnTo>
                    <a:pt x="1931" y="6565"/>
                  </a:lnTo>
                  <a:lnTo>
                    <a:pt x="1854" y="6526"/>
                  </a:lnTo>
                  <a:lnTo>
                    <a:pt x="1815" y="6487"/>
                  </a:lnTo>
                  <a:lnTo>
                    <a:pt x="1661" y="6526"/>
                  </a:lnTo>
                  <a:lnTo>
                    <a:pt x="1622" y="6526"/>
                  </a:lnTo>
                  <a:lnTo>
                    <a:pt x="1583" y="6565"/>
                  </a:lnTo>
                  <a:lnTo>
                    <a:pt x="1429" y="6835"/>
                  </a:lnTo>
                  <a:lnTo>
                    <a:pt x="1661" y="6873"/>
                  </a:lnTo>
                  <a:lnTo>
                    <a:pt x="2278" y="7491"/>
                  </a:lnTo>
                  <a:lnTo>
                    <a:pt x="2896" y="8071"/>
                  </a:lnTo>
                  <a:lnTo>
                    <a:pt x="3244" y="8341"/>
                  </a:lnTo>
                  <a:lnTo>
                    <a:pt x="3630" y="8573"/>
                  </a:lnTo>
                  <a:lnTo>
                    <a:pt x="3977" y="8766"/>
                  </a:lnTo>
                  <a:lnTo>
                    <a:pt x="4364" y="8959"/>
                  </a:lnTo>
                  <a:lnTo>
                    <a:pt x="4827" y="9113"/>
                  </a:lnTo>
                  <a:lnTo>
                    <a:pt x="5252" y="9190"/>
                  </a:lnTo>
                  <a:lnTo>
                    <a:pt x="5676" y="9229"/>
                  </a:lnTo>
                  <a:lnTo>
                    <a:pt x="6140" y="9229"/>
                  </a:lnTo>
                  <a:lnTo>
                    <a:pt x="6565" y="9152"/>
                  </a:lnTo>
                  <a:lnTo>
                    <a:pt x="6989" y="9074"/>
                  </a:lnTo>
                  <a:lnTo>
                    <a:pt x="7878" y="8843"/>
                  </a:lnTo>
                  <a:lnTo>
                    <a:pt x="7955" y="8804"/>
                  </a:lnTo>
                  <a:lnTo>
                    <a:pt x="7993" y="8727"/>
                  </a:lnTo>
                  <a:lnTo>
                    <a:pt x="8032" y="8650"/>
                  </a:lnTo>
                  <a:lnTo>
                    <a:pt x="7993" y="8534"/>
                  </a:lnTo>
                  <a:lnTo>
                    <a:pt x="7762" y="8109"/>
                  </a:lnTo>
                  <a:lnTo>
                    <a:pt x="7491" y="7684"/>
                  </a:lnTo>
                  <a:lnTo>
                    <a:pt x="7221" y="7298"/>
                  </a:lnTo>
                  <a:lnTo>
                    <a:pt x="6874" y="6912"/>
                  </a:lnTo>
                  <a:lnTo>
                    <a:pt x="6526" y="6603"/>
                  </a:lnTo>
                  <a:lnTo>
                    <a:pt x="6140" y="6294"/>
                  </a:lnTo>
                  <a:lnTo>
                    <a:pt x="5715" y="6024"/>
                  </a:lnTo>
                  <a:lnTo>
                    <a:pt x="5252" y="5792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39" y="5367"/>
                  </a:lnTo>
                  <a:lnTo>
                    <a:pt x="3591" y="5290"/>
                  </a:lnTo>
                  <a:lnTo>
                    <a:pt x="3012" y="5290"/>
                  </a:lnTo>
                  <a:lnTo>
                    <a:pt x="3167" y="4981"/>
                  </a:lnTo>
                  <a:lnTo>
                    <a:pt x="3321" y="4634"/>
                  </a:lnTo>
                  <a:lnTo>
                    <a:pt x="3398" y="4286"/>
                  </a:lnTo>
                  <a:lnTo>
                    <a:pt x="3475" y="3939"/>
                  </a:lnTo>
                  <a:lnTo>
                    <a:pt x="3514" y="3591"/>
                  </a:lnTo>
                  <a:lnTo>
                    <a:pt x="3514" y="3205"/>
                  </a:lnTo>
                  <a:lnTo>
                    <a:pt x="3514" y="2858"/>
                  </a:lnTo>
                  <a:lnTo>
                    <a:pt x="3437" y="2471"/>
                  </a:lnTo>
                  <a:lnTo>
                    <a:pt x="3321" y="1969"/>
                  </a:lnTo>
                  <a:lnTo>
                    <a:pt x="3167" y="1467"/>
                  </a:lnTo>
                  <a:lnTo>
                    <a:pt x="2935" y="965"/>
                  </a:lnTo>
                  <a:lnTo>
                    <a:pt x="2703" y="502"/>
                  </a:lnTo>
                  <a:lnTo>
                    <a:pt x="2587" y="270"/>
                  </a:lnTo>
                  <a:lnTo>
                    <a:pt x="2471" y="116"/>
                  </a:lnTo>
                  <a:lnTo>
                    <a:pt x="2356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17"/>
            <p:cNvSpPr/>
            <p:nvPr/>
          </p:nvSpPr>
          <p:spPr>
            <a:xfrm>
              <a:off x="2331050" y="4488475"/>
              <a:ext cx="145775" cy="163175"/>
            </a:xfrm>
            <a:custGeom>
              <a:avLst/>
              <a:gdLst/>
              <a:ahLst/>
              <a:cxnLst/>
              <a:rect l="l" t="t" r="r" b="b"/>
              <a:pathLst>
                <a:path w="5831" h="6527" extrusionOk="0">
                  <a:moveTo>
                    <a:pt x="3321" y="502"/>
                  </a:moveTo>
                  <a:lnTo>
                    <a:pt x="3784" y="695"/>
                  </a:lnTo>
                  <a:lnTo>
                    <a:pt x="4248" y="1004"/>
                  </a:lnTo>
                  <a:lnTo>
                    <a:pt x="4595" y="1313"/>
                  </a:lnTo>
                  <a:lnTo>
                    <a:pt x="4904" y="1738"/>
                  </a:lnTo>
                  <a:lnTo>
                    <a:pt x="5174" y="2163"/>
                  </a:lnTo>
                  <a:lnTo>
                    <a:pt x="5252" y="2394"/>
                  </a:lnTo>
                  <a:lnTo>
                    <a:pt x="5329" y="2665"/>
                  </a:lnTo>
                  <a:lnTo>
                    <a:pt x="5367" y="2896"/>
                  </a:lnTo>
                  <a:lnTo>
                    <a:pt x="5367" y="3167"/>
                  </a:lnTo>
                  <a:lnTo>
                    <a:pt x="5367" y="3437"/>
                  </a:lnTo>
                  <a:lnTo>
                    <a:pt x="5329" y="3707"/>
                  </a:lnTo>
                  <a:lnTo>
                    <a:pt x="5213" y="4171"/>
                  </a:lnTo>
                  <a:lnTo>
                    <a:pt x="5020" y="4595"/>
                  </a:lnTo>
                  <a:lnTo>
                    <a:pt x="4750" y="4981"/>
                  </a:lnTo>
                  <a:lnTo>
                    <a:pt x="4441" y="5368"/>
                  </a:lnTo>
                  <a:lnTo>
                    <a:pt x="4055" y="5638"/>
                  </a:lnTo>
                  <a:lnTo>
                    <a:pt x="3630" y="5870"/>
                  </a:lnTo>
                  <a:lnTo>
                    <a:pt x="3398" y="5947"/>
                  </a:lnTo>
                  <a:lnTo>
                    <a:pt x="3166" y="6024"/>
                  </a:lnTo>
                  <a:lnTo>
                    <a:pt x="2935" y="6024"/>
                  </a:lnTo>
                  <a:lnTo>
                    <a:pt x="2703" y="6063"/>
                  </a:lnTo>
                  <a:lnTo>
                    <a:pt x="2394" y="6024"/>
                  </a:lnTo>
                  <a:lnTo>
                    <a:pt x="2085" y="5985"/>
                  </a:lnTo>
                  <a:lnTo>
                    <a:pt x="1815" y="5908"/>
                  </a:lnTo>
                  <a:lnTo>
                    <a:pt x="1583" y="5792"/>
                  </a:lnTo>
                  <a:lnTo>
                    <a:pt x="1390" y="5677"/>
                  </a:lnTo>
                  <a:lnTo>
                    <a:pt x="1197" y="5522"/>
                  </a:lnTo>
                  <a:lnTo>
                    <a:pt x="1004" y="5329"/>
                  </a:lnTo>
                  <a:lnTo>
                    <a:pt x="850" y="5136"/>
                  </a:lnTo>
                  <a:lnTo>
                    <a:pt x="734" y="4904"/>
                  </a:lnTo>
                  <a:lnTo>
                    <a:pt x="656" y="4673"/>
                  </a:lnTo>
                  <a:lnTo>
                    <a:pt x="541" y="4441"/>
                  </a:lnTo>
                  <a:lnTo>
                    <a:pt x="502" y="4209"/>
                  </a:lnTo>
                  <a:lnTo>
                    <a:pt x="425" y="3669"/>
                  </a:lnTo>
                  <a:lnTo>
                    <a:pt x="463" y="3128"/>
                  </a:lnTo>
                  <a:lnTo>
                    <a:pt x="579" y="2587"/>
                  </a:lnTo>
                  <a:lnTo>
                    <a:pt x="734" y="2085"/>
                  </a:lnTo>
                  <a:lnTo>
                    <a:pt x="1004" y="1622"/>
                  </a:lnTo>
                  <a:lnTo>
                    <a:pt x="1158" y="1390"/>
                  </a:lnTo>
                  <a:lnTo>
                    <a:pt x="1313" y="1197"/>
                  </a:lnTo>
                  <a:lnTo>
                    <a:pt x="1506" y="1043"/>
                  </a:lnTo>
                  <a:lnTo>
                    <a:pt x="1699" y="888"/>
                  </a:lnTo>
                  <a:lnTo>
                    <a:pt x="1931" y="734"/>
                  </a:lnTo>
                  <a:lnTo>
                    <a:pt x="2162" y="657"/>
                  </a:lnTo>
                  <a:lnTo>
                    <a:pt x="2394" y="579"/>
                  </a:lnTo>
                  <a:lnTo>
                    <a:pt x="2664" y="502"/>
                  </a:lnTo>
                  <a:lnTo>
                    <a:pt x="2935" y="502"/>
                  </a:lnTo>
                  <a:lnTo>
                    <a:pt x="3244" y="541"/>
                  </a:lnTo>
                  <a:lnTo>
                    <a:pt x="3282" y="502"/>
                  </a:lnTo>
                  <a:close/>
                  <a:moveTo>
                    <a:pt x="3128" y="0"/>
                  </a:moveTo>
                  <a:lnTo>
                    <a:pt x="3051" y="39"/>
                  </a:lnTo>
                  <a:lnTo>
                    <a:pt x="2973" y="116"/>
                  </a:lnTo>
                  <a:lnTo>
                    <a:pt x="2973" y="193"/>
                  </a:lnTo>
                  <a:lnTo>
                    <a:pt x="2664" y="155"/>
                  </a:lnTo>
                  <a:lnTo>
                    <a:pt x="2394" y="193"/>
                  </a:lnTo>
                  <a:lnTo>
                    <a:pt x="2124" y="232"/>
                  </a:lnTo>
                  <a:lnTo>
                    <a:pt x="1854" y="309"/>
                  </a:lnTo>
                  <a:lnTo>
                    <a:pt x="1622" y="425"/>
                  </a:lnTo>
                  <a:lnTo>
                    <a:pt x="1390" y="579"/>
                  </a:lnTo>
                  <a:lnTo>
                    <a:pt x="1197" y="734"/>
                  </a:lnTo>
                  <a:lnTo>
                    <a:pt x="965" y="927"/>
                  </a:lnTo>
                  <a:lnTo>
                    <a:pt x="811" y="1120"/>
                  </a:lnTo>
                  <a:lnTo>
                    <a:pt x="656" y="1352"/>
                  </a:lnTo>
                  <a:lnTo>
                    <a:pt x="386" y="1854"/>
                  </a:lnTo>
                  <a:lnTo>
                    <a:pt x="154" y="2394"/>
                  </a:lnTo>
                  <a:lnTo>
                    <a:pt x="39" y="2974"/>
                  </a:lnTo>
                  <a:lnTo>
                    <a:pt x="0" y="3591"/>
                  </a:lnTo>
                  <a:lnTo>
                    <a:pt x="0" y="3900"/>
                  </a:lnTo>
                  <a:lnTo>
                    <a:pt x="39" y="4209"/>
                  </a:lnTo>
                  <a:lnTo>
                    <a:pt x="116" y="4518"/>
                  </a:lnTo>
                  <a:lnTo>
                    <a:pt x="193" y="4788"/>
                  </a:lnTo>
                  <a:lnTo>
                    <a:pt x="270" y="5059"/>
                  </a:lnTo>
                  <a:lnTo>
                    <a:pt x="425" y="5329"/>
                  </a:lnTo>
                  <a:lnTo>
                    <a:pt x="579" y="5561"/>
                  </a:lnTo>
                  <a:lnTo>
                    <a:pt x="772" y="5754"/>
                  </a:lnTo>
                  <a:lnTo>
                    <a:pt x="965" y="5947"/>
                  </a:lnTo>
                  <a:lnTo>
                    <a:pt x="1197" y="6101"/>
                  </a:lnTo>
                  <a:lnTo>
                    <a:pt x="1467" y="6256"/>
                  </a:lnTo>
                  <a:lnTo>
                    <a:pt x="1738" y="6372"/>
                  </a:lnTo>
                  <a:lnTo>
                    <a:pt x="2085" y="6449"/>
                  </a:lnTo>
                  <a:lnTo>
                    <a:pt x="2394" y="6487"/>
                  </a:lnTo>
                  <a:lnTo>
                    <a:pt x="2742" y="6526"/>
                  </a:lnTo>
                  <a:lnTo>
                    <a:pt x="3012" y="6487"/>
                  </a:lnTo>
                  <a:lnTo>
                    <a:pt x="3321" y="6449"/>
                  </a:lnTo>
                  <a:lnTo>
                    <a:pt x="3630" y="6372"/>
                  </a:lnTo>
                  <a:lnTo>
                    <a:pt x="3900" y="6256"/>
                  </a:lnTo>
                  <a:lnTo>
                    <a:pt x="4170" y="6101"/>
                  </a:lnTo>
                  <a:lnTo>
                    <a:pt x="4402" y="5947"/>
                  </a:lnTo>
                  <a:lnTo>
                    <a:pt x="4634" y="5792"/>
                  </a:lnTo>
                  <a:lnTo>
                    <a:pt x="4866" y="5561"/>
                  </a:lnTo>
                  <a:lnTo>
                    <a:pt x="5059" y="5368"/>
                  </a:lnTo>
                  <a:lnTo>
                    <a:pt x="5252" y="5097"/>
                  </a:lnTo>
                  <a:lnTo>
                    <a:pt x="5406" y="4866"/>
                  </a:lnTo>
                  <a:lnTo>
                    <a:pt x="5522" y="4595"/>
                  </a:lnTo>
                  <a:lnTo>
                    <a:pt x="5638" y="4286"/>
                  </a:lnTo>
                  <a:lnTo>
                    <a:pt x="5754" y="4016"/>
                  </a:lnTo>
                  <a:lnTo>
                    <a:pt x="5792" y="3707"/>
                  </a:lnTo>
                  <a:lnTo>
                    <a:pt x="5831" y="3398"/>
                  </a:lnTo>
                  <a:lnTo>
                    <a:pt x="5831" y="3089"/>
                  </a:lnTo>
                  <a:lnTo>
                    <a:pt x="5792" y="2780"/>
                  </a:lnTo>
                  <a:lnTo>
                    <a:pt x="5754" y="2472"/>
                  </a:lnTo>
                  <a:lnTo>
                    <a:pt x="5638" y="2163"/>
                  </a:lnTo>
                  <a:lnTo>
                    <a:pt x="5522" y="1892"/>
                  </a:lnTo>
                  <a:lnTo>
                    <a:pt x="5406" y="1622"/>
                  </a:lnTo>
                  <a:lnTo>
                    <a:pt x="5213" y="1352"/>
                  </a:lnTo>
                  <a:lnTo>
                    <a:pt x="5020" y="1120"/>
                  </a:lnTo>
                  <a:lnTo>
                    <a:pt x="4827" y="888"/>
                  </a:lnTo>
                  <a:lnTo>
                    <a:pt x="4595" y="695"/>
                  </a:lnTo>
                  <a:lnTo>
                    <a:pt x="4364" y="502"/>
                  </a:lnTo>
                  <a:lnTo>
                    <a:pt x="4093" y="348"/>
                  </a:lnTo>
                  <a:lnTo>
                    <a:pt x="3823" y="193"/>
                  </a:lnTo>
                  <a:lnTo>
                    <a:pt x="3514" y="116"/>
                  </a:lnTo>
                  <a:lnTo>
                    <a:pt x="32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17"/>
            <p:cNvSpPr/>
            <p:nvPr/>
          </p:nvSpPr>
          <p:spPr>
            <a:xfrm>
              <a:off x="3966375" y="4488475"/>
              <a:ext cx="350450" cy="288650"/>
            </a:xfrm>
            <a:custGeom>
              <a:avLst/>
              <a:gdLst/>
              <a:ahLst/>
              <a:cxnLst/>
              <a:rect l="l" t="t" r="r" b="b"/>
              <a:pathLst>
                <a:path w="14018" h="11546" extrusionOk="0">
                  <a:moveTo>
                    <a:pt x="11778" y="0"/>
                  </a:moveTo>
                  <a:lnTo>
                    <a:pt x="11469" y="77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8" y="2780"/>
                  </a:lnTo>
                  <a:lnTo>
                    <a:pt x="10658" y="1892"/>
                  </a:lnTo>
                  <a:lnTo>
                    <a:pt x="10427" y="2085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168" y="5522"/>
                  </a:lnTo>
                  <a:lnTo>
                    <a:pt x="13439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2" y="6681"/>
                  </a:lnTo>
                  <a:lnTo>
                    <a:pt x="13516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4" y="7955"/>
                  </a:lnTo>
                  <a:lnTo>
                    <a:pt x="12203" y="8418"/>
                  </a:lnTo>
                  <a:lnTo>
                    <a:pt x="11740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1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0" y="11160"/>
                  </a:lnTo>
                  <a:lnTo>
                    <a:pt x="3013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2"/>
                  </a:lnTo>
                  <a:lnTo>
                    <a:pt x="1082" y="10696"/>
                  </a:lnTo>
                  <a:lnTo>
                    <a:pt x="812" y="10542"/>
                  </a:lnTo>
                  <a:lnTo>
                    <a:pt x="618" y="10388"/>
                  </a:lnTo>
                  <a:lnTo>
                    <a:pt x="464" y="10194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7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1" y="9886"/>
                  </a:lnTo>
                  <a:lnTo>
                    <a:pt x="39" y="10117"/>
                  </a:lnTo>
                  <a:lnTo>
                    <a:pt x="78" y="10310"/>
                  </a:lnTo>
                  <a:lnTo>
                    <a:pt x="194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2" y="11353"/>
                  </a:lnTo>
                  <a:lnTo>
                    <a:pt x="2626" y="11430"/>
                  </a:lnTo>
                  <a:lnTo>
                    <a:pt x="3321" y="11507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7"/>
                  </a:lnTo>
                  <a:lnTo>
                    <a:pt x="6063" y="11430"/>
                  </a:lnTo>
                  <a:lnTo>
                    <a:pt x="6758" y="11314"/>
                  </a:lnTo>
                  <a:lnTo>
                    <a:pt x="7415" y="11160"/>
                  </a:lnTo>
                  <a:lnTo>
                    <a:pt x="8071" y="11005"/>
                  </a:lnTo>
                  <a:lnTo>
                    <a:pt x="8728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8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3"/>
                  </a:lnTo>
                  <a:lnTo>
                    <a:pt x="14018" y="6140"/>
                  </a:lnTo>
                  <a:lnTo>
                    <a:pt x="13941" y="5908"/>
                  </a:lnTo>
                  <a:lnTo>
                    <a:pt x="13863" y="5715"/>
                  </a:lnTo>
                  <a:lnTo>
                    <a:pt x="13748" y="5522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6"/>
                  </a:lnTo>
                  <a:lnTo>
                    <a:pt x="13091" y="5136"/>
                  </a:lnTo>
                  <a:lnTo>
                    <a:pt x="12821" y="3823"/>
                  </a:lnTo>
                  <a:lnTo>
                    <a:pt x="12512" y="2549"/>
                  </a:lnTo>
                  <a:lnTo>
                    <a:pt x="12164" y="1274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17"/>
            <p:cNvSpPr/>
            <p:nvPr/>
          </p:nvSpPr>
          <p:spPr>
            <a:xfrm>
              <a:off x="1307750" y="4498125"/>
              <a:ext cx="103325" cy="105250"/>
            </a:xfrm>
            <a:custGeom>
              <a:avLst/>
              <a:gdLst/>
              <a:ahLst/>
              <a:cxnLst/>
              <a:rect l="l" t="t" r="r" b="b"/>
              <a:pathLst>
                <a:path w="4133" h="4210" extrusionOk="0">
                  <a:moveTo>
                    <a:pt x="2317" y="348"/>
                  </a:moveTo>
                  <a:lnTo>
                    <a:pt x="2665" y="425"/>
                  </a:lnTo>
                  <a:lnTo>
                    <a:pt x="2819" y="502"/>
                  </a:lnTo>
                  <a:lnTo>
                    <a:pt x="2974" y="618"/>
                  </a:lnTo>
                  <a:lnTo>
                    <a:pt x="3128" y="734"/>
                  </a:lnTo>
                  <a:lnTo>
                    <a:pt x="3244" y="850"/>
                  </a:lnTo>
                  <a:lnTo>
                    <a:pt x="3360" y="1043"/>
                  </a:lnTo>
                  <a:lnTo>
                    <a:pt x="3476" y="1197"/>
                  </a:lnTo>
                  <a:lnTo>
                    <a:pt x="3514" y="1236"/>
                  </a:lnTo>
                  <a:lnTo>
                    <a:pt x="3630" y="1545"/>
                  </a:lnTo>
                  <a:lnTo>
                    <a:pt x="3707" y="1815"/>
                  </a:lnTo>
                  <a:lnTo>
                    <a:pt x="3746" y="2086"/>
                  </a:lnTo>
                  <a:lnTo>
                    <a:pt x="3746" y="2356"/>
                  </a:lnTo>
                  <a:lnTo>
                    <a:pt x="3707" y="2626"/>
                  </a:lnTo>
                  <a:lnTo>
                    <a:pt x="3630" y="2896"/>
                  </a:lnTo>
                  <a:lnTo>
                    <a:pt x="3514" y="3128"/>
                  </a:lnTo>
                  <a:lnTo>
                    <a:pt x="3283" y="3398"/>
                  </a:lnTo>
                  <a:lnTo>
                    <a:pt x="3012" y="3591"/>
                  </a:lnTo>
                  <a:lnTo>
                    <a:pt x="2703" y="3746"/>
                  </a:lnTo>
                  <a:lnTo>
                    <a:pt x="2356" y="3823"/>
                  </a:lnTo>
                  <a:lnTo>
                    <a:pt x="2008" y="3862"/>
                  </a:lnTo>
                  <a:lnTo>
                    <a:pt x="1661" y="3785"/>
                  </a:lnTo>
                  <a:lnTo>
                    <a:pt x="1313" y="3669"/>
                  </a:lnTo>
                  <a:lnTo>
                    <a:pt x="1004" y="3476"/>
                  </a:lnTo>
                  <a:lnTo>
                    <a:pt x="734" y="3244"/>
                  </a:lnTo>
                  <a:lnTo>
                    <a:pt x="579" y="2935"/>
                  </a:lnTo>
                  <a:lnTo>
                    <a:pt x="425" y="2665"/>
                  </a:lnTo>
                  <a:lnTo>
                    <a:pt x="386" y="2317"/>
                  </a:lnTo>
                  <a:lnTo>
                    <a:pt x="348" y="2008"/>
                  </a:lnTo>
                  <a:lnTo>
                    <a:pt x="386" y="1661"/>
                  </a:lnTo>
                  <a:lnTo>
                    <a:pt x="502" y="1352"/>
                  </a:lnTo>
                  <a:lnTo>
                    <a:pt x="657" y="1043"/>
                  </a:lnTo>
                  <a:lnTo>
                    <a:pt x="888" y="811"/>
                  </a:lnTo>
                  <a:lnTo>
                    <a:pt x="1197" y="580"/>
                  </a:lnTo>
                  <a:lnTo>
                    <a:pt x="1545" y="425"/>
                  </a:lnTo>
                  <a:lnTo>
                    <a:pt x="1931" y="348"/>
                  </a:lnTo>
                  <a:close/>
                  <a:moveTo>
                    <a:pt x="2201" y="0"/>
                  </a:moveTo>
                  <a:lnTo>
                    <a:pt x="1815" y="39"/>
                  </a:lnTo>
                  <a:lnTo>
                    <a:pt x="1468" y="116"/>
                  </a:lnTo>
                  <a:lnTo>
                    <a:pt x="1120" y="232"/>
                  </a:lnTo>
                  <a:lnTo>
                    <a:pt x="927" y="348"/>
                  </a:lnTo>
                  <a:lnTo>
                    <a:pt x="773" y="464"/>
                  </a:lnTo>
                  <a:lnTo>
                    <a:pt x="579" y="618"/>
                  </a:lnTo>
                  <a:lnTo>
                    <a:pt x="464" y="773"/>
                  </a:lnTo>
                  <a:lnTo>
                    <a:pt x="232" y="1159"/>
                  </a:lnTo>
                  <a:lnTo>
                    <a:pt x="78" y="1545"/>
                  </a:lnTo>
                  <a:lnTo>
                    <a:pt x="0" y="1970"/>
                  </a:lnTo>
                  <a:lnTo>
                    <a:pt x="0" y="2394"/>
                  </a:lnTo>
                  <a:lnTo>
                    <a:pt x="116" y="2858"/>
                  </a:lnTo>
                  <a:lnTo>
                    <a:pt x="193" y="3051"/>
                  </a:lnTo>
                  <a:lnTo>
                    <a:pt x="309" y="3244"/>
                  </a:lnTo>
                  <a:lnTo>
                    <a:pt x="579" y="3553"/>
                  </a:lnTo>
                  <a:lnTo>
                    <a:pt x="888" y="3823"/>
                  </a:lnTo>
                  <a:lnTo>
                    <a:pt x="1236" y="4016"/>
                  </a:lnTo>
                  <a:lnTo>
                    <a:pt x="1622" y="4171"/>
                  </a:lnTo>
                  <a:lnTo>
                    <a:pt x="2047" y="4209"/>
                  </a:lnTo>
                  <a:lnTo>
                    <a:pt x="2472" y="4209"/>
                  </a:lnTo>
                  <a:lnTo>
                    <a:pt x="2858" y="4093"/>
                  </a:lnTo>
                  <a:lnTo>
                    <a:pt x="3244" y="3939"/>
                  </a:lnTo>
                  <a:lnTo>
                    <a:pt x="3398" y="3823"/>
                  </a:lnTo>
                  <a:lnTo>
                    <a:pt x="3553" y="3669"/>
                  </a:lnTo>
                  <a:lnTo>
                    <a:pt x="3707" y="3514"/>
                  </a:lnTo>
                  <a:lnTo>
                    <a:pt x="3823" y="3321"/>
                  </a:lnTo>
                  <a:lnTo>
                    <a:pt x="4016" y="2935"/>
                  </a:lnTo>
                  <a:lnTo>
                    <a:pt x="4132" y="2510"/>
                  </a:lnTo>
                  <a:lnTo>
                    <a:pt x="4132" y="2047"/>
                  </a:lnTo>
                  <a:lnTo>
                    <a:pt x="4132" y="1854"/>
                  </a:lnTo>
                  <a:lnTo>
                    <a:pt x="4055" y="1622"/>
                  </a:lnTo>
                  <a:lnTo>
                    <a:pt x="4016" y="1429"/>
                  </a:lnTo>
                  <a:lnTo>
                    <a:pt x="3900" y="1236"/>
                  </a:lnTo>
                  <a:lnTo>
                    <a:pt x="3785" y="1082"/>
                  </a:lnTo>
                  <a:lnTo>
                    <a:pt x="3630" y="927"/>
                  </a:lnTo>
                  <a:lnTo>
                    <a:pt x="3591" y="888"/>
                  </a:lnTo>
                  <a:lnTo>
                    <a:pt x="3553" y="734"/>
                  </a:lnTo>
                  <a:lnTo>
                    <a:pt x="3437" y="580"/>
                  </a:lnTo>
                  <a:lnTo>
                    <a:pt x="3360" y="425"/>
                  </a:lnTo>
                  <a:lnTo>
                    <a:pt x="3244" y="348"/>
                  </a:lnTo>
                  <a:lnTo>
                    <a:pt x="3089" y="232"/>
                  </a:lnTo>
                  <a:lnTo>
                    <a:pt x="2935" y="155"/>
                  </a:lnTo>
                  <a:lnTo>
                    <a:pt x="2587" y="39"/>
                  </a:lnTo>
                  <a:lnTo>
                    <a:pt x="220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17"/>
            <p:cNvSpPr/>
            <p:nvPr/>
          </p:nvSpPr>
          <p:spPr>
            <a:xfrm>
              <a:off x="6468625" y="45261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8" y="618"/>
                  </a:moveTo>
                  <a:lnTo>
                    <a:pt x="5947" y="772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2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4" y="3900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0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6" y="2626"/>
                  </a:lnTo>
                  <a:lnTo>
                    <a:pt x="5368" y="1969"/>
                  </a:lnTo>
                  <a:lnTo>
                    <a:pt x="5368" y="618"/>
                  </a:lnTo>
                  <a:close/>
                  <a:moveTo>
                    <a:pt x="2781" y="888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6"/>
                  </a:lnTo>
                  <a:lnTo>
                    <a:pt x="1545" y="4286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7" y="3012"/>
                  </a:lnTo>
                  <a:lnTo>
                    <a:pt x="888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1" y="888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5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3" y="6294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6"/>
                  </a:lnTo>
                  <a:lnTo>
                    <a:pt x="2240" y="579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4"/>
                  </a:lnTo>
                  <a:lnTo>
                    <a:pt x="232" y="2780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3"/>
                  </a:lnTo>
                  <a:lnTo>
                    <a:pt x="39" y="4557"/>
                  </a:lnTo>
                  <a:lnTo>
                    <a:pt x="348" y="4595"/>
                  </a:lnTo>
                  <a:lnTo>
                    <a:pt x="386" y="4286"/>
                  </a:lnTo>
                  <a:lnTo>
                    <a:pt x="966" y="4518"/>
                  </a:lnTo>
                  <a:lnTo>
                    <a:pt x="1313" y="4595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79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4" y="3977"/>
                  </a:lnTo>
                  <a:lnTo>
                    <a:pt x="3012" y="3630"/>
                  </a:lnTo>
                  <a:lnTo>
                    <a:pt x="3012" y="2973"/>
                  </a:lnTo>
                  <a:lnTo>
                    <a:pt x="3128" y="772"/>
                  </a:lnTo>
                  <a:lnTo>
                    <a:pt x="3514" y="657"/>
                  </a:lnTo>
                  <a:lnTo>
                    <a:pt x="3939" y="579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8" y="579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8" y="3398"/>
                  </a:lnTo>
                  <a:lnTo>
                    <a:pt x="5175" y="3746"/>
                  </a:lnTo>
                  <a:lnTo>
                    <a:pt x="5213" y="3900"/>
                  </a:lnTo>
                  <a:lnTo>
                    <a:pt x="5291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6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6"/>
                  </a:lnTo>
                  <a:lnTo>
                    <a:pt x="7607" y="4209"/>
                  </a:lnTo>
                  <a:lnTo>
                    <a:pt x="8650" y="4093"/>
                  </a:lnTo>
                  <a:lnTo>
                    <a:pt x="8650" y="4479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7"/>
                  </a:lnTo>
                  <a:lnTo>
                    <a:pt x="8766" y="5097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1" y="4904"/>
                  </a:lnTo>
                  <a:lnTo>
                    <a:pt x="9384" y="4904"/>
                  </a:lnTo>
                  <a:lnTo>
                    <a:pt x="9809" y="4981"/>
                  </a:lnTo>
                  <a:lnTo>
                    <a:pt x="10195" y="5097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599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7"/>
                  </a:lnTo>
                  <a:lnTo>
                    <a:pt x="10697" y="6603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3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9" y="8997"/>
                  </a:lnTo>
                  <a:lnTo>
                    <a:pt x="12512" y="8997"/>
                  </a:lnTo>
                  <a:lnTo>
                    <a:pt x="12434" y="9075"/>
                  </a:lnTo>
                  <a:lnTo>
                    <a:pt x="12396" y="9113"/>
                  </a:lnTo>
                  <a:lnTo>
                    <a:pt x="12357" y="9190"/>
                  </a:lnTo>
                  <a:lnTo>
                    <a:pt x="11469" y="9306"/>
                  </a:lnTo>
                  <a:lnTo>
                    <a:pt x="11469" y="9692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4" y="9499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7"/>
                  </a:lnTo>
                  <a:lnTo>
                    <a:pt x="13168" y="8766"/>
                  </a:lnTo>
                  <a:lnTo>
                    <a:pt x="13168" y="8495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6" y="7182"/>
                  </a:lnTo>
                  <a:lnTo>
                    <a:pt x="12743" y="6680"/>
                  </a:lnTo>
                  <a:lnTo>
                    <a:pt x="12434" y="6217"/>
                  </a:lnTo>
                  <a:lnTo>
                    <a:pt x="12125" y="5792"/>
                  </a:lnTo>
                  <a:lnTo>
                    <a:pt x="11778" y="5445"/>
                  </a:lnTo>
                  <a:lnTo>
                    <a:pt x="11315" y="5097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5"/>
                  </a:lnTo>
                  <a:lnTo>
                    <a:pt x="9886" y="4479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7"/>
                  </a:lnTo>
                  <a:lnTo>
                    <a:pt x="9229" y="3514"/>
                  </a:lnTo>
                  <a:lnTo>
                    <a:pt x="9152" y="3089"/>
                  </a:lnTo>
                  <a:lnTo>
                    <a:pt x="8998" y="2665"/>
                  </a:lnTo>
                  <a:lnTo>
                    <a:pt x="8805" y="2278"/>
                  </a:lnTo>
                  <a:lnTo>
                    <a:pt x="8534" y="1931"/>
                  </a:lnTo>
                  <a:lnTo>
                    <a:pt x="8225" y="1583"/>
                  </a:lnTo>
                  <a:lnTo>
                    <a:pt x="7839" y="1274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5" y="193"/>
                  </a:lnTo>
                  <a:lnTo>
                    <a:pt x="5291" y="77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17"/>
            <p:cNvSpPr/>
            <p:nvPr/>
          </p:nvSpPr>
          <p:spPr>
            <a:xfrm>
              <a:off x="4200000" y="452900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1"/>
                  </a:lnTo>
                  <a:lnTo>
                    <a:pt x="0" y="7261"/>
                  </a:lnTo>
                  <a:lnTo>
                    <a:pt x="193" y="7261"/>
                  </a:lnTo>
                  <a:lnTo>
                    <a:pt x="425" y="5484"/>
                  </a:lnTo>
                  <a:lnTo>
                    <a:pt x="580" y="3669"/>
                  </a:lnTo>
                  <a:lnTo>
                    <a:pt x="695" y="1854"/>
                  </a:lnTo>
                  <a:lnTo>
                    <a:pt x="695" y="928"/>
                  </a:lnTo>
                  <a:lnTo>
                    <a:pt x="695" y="40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17"/>
            <p:cNvSpPr/>
            <p:nvPr/>
          </p:nvSpPr>
          <p:spPr>
            <a:xfrm>
              <a:off x="6500475" y="45396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6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3"/>
                  </a:lnTo>
                  <a:lnTo>
                    <a:pt x="9384" y="9654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39" y="10079"/>
                  </a:lnTo>
                  <a:lnTo>
                    <a:pt x="7608" y="9963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9" y="9346"/>
                  </a:lnTo>
                  <a:lnTo>
                    <a:pt x="6951" y="9075"/>
                  </a:lnTo>
                  <a:lnTo>
                    <a:pt x="6913" y="8805"/>
                  </a:lnTo>
                  <a:lnTo>
                    <a:pt x="6951" y="8535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4" y="7569"/>
                  </a:lnTo>
                  <a:lnTo>
                    <a:pt x="8148" y="7338"/>
                  </a:lnTo>
                  <a:lnTo>
                    <a:pt x="8226" y="7299"/>
                  </a:lnTo>
                  <a:close/>
                  <a:moveTo>
                    <a:pt x="2858" y="1"/>
                  </a:moveTo>
                  <a:lnTo>
                    <a:pt x="2665" y="39"/>
                  </a:lnTo>
                  <a:lnTo>
                    <a:pt x="2665" y="78"/>
                  </a:lnTo>
                  <a:lnTo>
                    <a:pt x="2626" y="1352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4" y="5098"/>
                  </a:lnTo>
                  <a:lnTo>
                    <a:pt x="2897" y="7492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2"/>
                  </a:lnTo>
                  <a:lnTo>
                    <a:pt x="3051" y="8766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7"/>
                  </a:lnTo>
                  <a:lnTo>
                    <a:pt x="773" y="9114"/>
                  </a:lnTo>
                  <a:lnTo>
                    <a:pt x="1545" y="9152"/>
                  </a:lnTo>
                  <a:lnTo>
                    <a:pt x="3128" y="9230"/>
                  </a:lnTo>
                  <a:lnTo>
                    <a:pt x="4828" y="9307"/>
                  </a:lnTo>
                  <a:lnTo>
                    <a:pt x="5677" y="9307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2" y="10311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20"/>
                  </a:lnTo>
                  <a:lnTo>
                    <a:pt x="9037" y="10543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3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9"/>
                  </a:lnTo>
                  <a:lnTo>
                    <a:pt x="10041" y="8071"/>
                  </a:lnTo>
                  <a:lnTo>
                    <a:pt x="9847" y="7762"/>
                  </a:lnTo>
                  <a:lnTo>
                    <a:pt x="9616" y="7492"/>
                  </a:lnTo>
                  <a:lnTo>
                    <a:pt x="9307" y="7260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7" y="6990"/>
                  </a:lnTo>
                  <a:lnTo>
                    <a:pt x="7724" y="7029"/>
                  </a:lnTo>
                  <a:lnTo>
                    <a:pt x="7415" y="7144"/>
                  </a:lnTo>
                  <a:lnTo>
                    <a:pt x="7144" y="7338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6" y="8805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8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6" y="8535"/>
                  </a:lnTo>
                  <a:lnTo>
                    <a:pt x="3206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5"/>
                  </a:lnTo>
                  <a:lnTo>
                    <a:pt x="3206" y="7338"/>
                  </a:lnTo>
                  <a:lnTo>
                    <a:pt x="3128" y="6449"/>
                  </a:lnTo>
                  <a:lnTo>
                    <a:pt x="3013" y="4326"/>
                  </a:lnTo>
                  <a:lnTo>
                    <a:pt x="2935" y="2202"/>
                  </a:lnTo>
                  <a:lnTo>
                    <a:pt x="2897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17"/>
            <p:cNvSpPr/>
            <p:nvPr/>
          </p:nvSpPr>
          <p:spPr>
            <a:xfrm>
              <a:off x="5490700" y="4546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79"/>
                  </a:lnTo>
                  <a:lnTo>
                    <a:pt x="0" y="1197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8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6"/>
                  </a:lnTo>
                  <a:lnTo>
                    <a:pt x="1970" y="5947"/>
                  </a:lnTo>
                  <a:lnTo>
                    <a:pt x="2433" y="6410"/>
                  </a:lnTo>
                  <a:lnTo>
                    <a:pt x="2974" y="6873"/>
                  </a:lnTo>
                  <a:lnTo>
                    <a:pt x="3514" y="7260"/>
                  </a:lnTo>
                  <a:lnTo>
                    <a:pt x="4094" y="7646"/>
                  </a:lnTo>
                  <a:lnTo>
                    <a:pt x="4712" y="7955"/>
                  </a:lnTo>
                  <a:lnTo>
                    <a:pt x="5329" y="8225"/>
                  </a:lnTo>
                  <a:lnTo>
                    <a:pt x="5986" y="8495"/>
                  </a:lnTo>
                  <a:lnTo>
                    <a:pt x="6642" y="8688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3"/>
                  </a:lnTo>
                  <a:lnTo>
                    <a:pt x="10774" y="9075"/>
                  </a:lnTo>
                  <a:lnTo>
                    <a:pt x="11392" y="8997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1"/>
                  </a:lnTo>
                  <a:lnTo>
                    <a:pt x="14018" y="8379"/>
                  </a:lnTo>
                  <a:lnTo>
                    <a:pt x="14636" y="8148"/>
                  </a:lnTo>
                  <a:lnTo>
                    <a:pt x="15253" y="7877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0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4"/>
                  </a:lnTo>
                  <a:lnTo>
                    <a:pt x="19076" y="4286"/>
                  </a:lnTo>
                  <a:lnTo>
                    <a:pt x="19347" y="3668"/>
                  </a:lnTo>
                  <a:lnTo>
                    <a:pt x="19115" y="3630"/>
                  </a:lnTo>
                  <a:lnTo>
                    <a:pt x="18767" y="4170"/>
                  </a:lnTo>
                  <a:lnTo>
                    <a:pt x="18420" y="4634"/>
                  </a:lnTo>
                  <a:lnTo>
                    <a:pt x="18034" y="5097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0"/>
                  </a:lnTo>
                  <a:lnTo>
                    <a:pt x="15755" y="7028"/>
                  </a:lnTo>
                  <a:lnTo>
                    <a:pt x="15215" y="7298"/>
                  </a:lnTo>
                  <a:lnTo>
                    <a:pt x="14713" y="7569"/>
                  </a:lnTo>
                  <a:lnTo>
                    <a:pt x="14134" y="7800"/>
                  </a:lnTo>
                  <a:lnTo>
                    <a:pt x="13593" y="8032"/>
                  </a:lnTo>
                  <a:lnTo>
                    <a:pt x="13014" y="8186"/>
                  </a:lnTo>
                  <a:lnTo>
                    <a:pt x="12434" y="8341"/>
                  </a:lnTo>
                  <a:lnTo>
                    <a:pt x="11817" y="8457"/>
                  </a:lnTo>
                  <a:lnTo>
                    <a:pt x="11199" y="8534"/>
                  </a:lnTo>
                  <a:lnTo>
                    <a:pt x="10504" y="8611"/>
                  </a:lnTo>
                  <a:lnTo>
                    <a:pt x="9114" y="8611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2"/>
                  </a:lnTo>
                  <a:lnTo>
                    <a:pt x="6333" y="8109"/>
                  </a:lnTo>
                  <a:lnTo>
                    <a:pt x="5638" y="7877"/>
                  </a:lnTo>
                  <a:lnTo>
                    <a:pt x="5020" y="7607"/>
                  </a:lnTo>
                  <a:lnTo>
                    <a:pt x="4364" y="7260"/>
                  </a:lnTo>
                  <a:lnTo>
                    <a:pt x="3785" y="6912"/>
                  </a:lnTo>
                  <a:lnTo>
                    <a:pt x="3206" y="6487"/>
                  </a:lnTo>
                  <a:lnTo>
                    <a:pt x="2704" y="6063"/>
                  </a:lnTo>
                  <a:lnTo>
                    <a:pt x="2202" y="5561"/>
                  </a:lnTo>
                  <a:lnTo>
                    <a:pt x="1777" y="4981"/>
                  </a:lnTo>
                  <a:lnTo>
                    <a:pt x="1391" y="4402"/>
                  </a:lnTo>
                  <a:lnTo>
                    <a:pt x="1120" y="3900"/>
                  </a:lnTo>
                  <a:lnTo>
                    <a:pt x="850" y="3360"/>
                  </a:lnTo>
                  <a:lnTo>
                    <a:pt x="696" y="2858"/>
                  </a:lnTo>
                  <a:lnTo>
                    <a:pt x="541" y="2278"/>
                  </a:lnTo>
                  <a:lnTo>
                    <a:pt x="425" y="1738"/>
                  </a:lnTo>
                  <a:lnTo>
                    <a:pt x="387" y="1158"/>
                  </a:lnTo>
                  <a:lnTo>
                    <a:pt x="387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17"/>
            <p:cNvSpPr/>
            <p:nvPr/>
          </p:nvSpPr>
          <p:spPr>
            <a:xfrm>
              <a:off x="5576625" y="4556050"/>
              <a:ext cx="35725" cy="28975"/>
            </a:xfrm>
            <a:custGeom>
              <a:avLst/>
              <a:gdLst/>
              <a:ahLst/>
              <a:cxnLst/>
              <a:rect l="l" t="t" r="r" b="b"/>
              <a:pathLst>
                <a:path w="1429" h="1159" extrusionOk="0">
                  <a:moveTo>
                    <a:pt x="502" y="0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6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1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4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2"/>
                  </a:lnTo>
                  <a:lnTo>
                    <a:pt x="425" y="579"/>
                  </a:lnTo>
                  <a:lnTo>
                    <a:pt x="541" y="425"/>
                  </a:lnTo>
                  <a:lnTo>
                    <a:pt x="618" y="386"/>
                  </a:lnTo>
                  <a:lnTo>
                    <a:pt x="773" y="386"/>
                  </a:lnTo>
                  <a:lnTo>
                    <a:pt x="850" y="425"/>
                  </a:lnTo>
                  <a:lnTo>
                    <a:pt x="966" y="579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6" y="927"/>
                  </a:lnTo>
                  <a:lnTo>
                    <a:pt x="966" y="1004"/>
                  </a:lnTo>
                  <a:lnTo>
                    <a:pt x="966" y="1081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5" y="1120"/>
                  </a:lnTo>
                  <a:lnTo>
                    <a:pt x="1313" y="1081"/>
                  </a:lnTo>
                  <a:lnTo>
                    <a:pt x="1390" y="888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3"/>
                  </a:lnTo>
                  <a:lnTo>
                    <a:pt x="1043" y="77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17"/>
            <p:cNvSpPr/>
            <p:nvPr/>
          </p:nvSpPr>
          <p:spPr>
            <a:xfrm>
              <a:off x="5523525" y="45599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2"/>
                  </a:lnTo>
                  <a:lnTo>
                    <a:pt x="78" y="966"/>
                  </a:lnTo>
                  <a:lnTo>
                    <a:pt x="232" y="1082"/>
                  </a:lnTo>
                  <a:lnTo>
                    <a:pt x="387" y="1198"/>
                  </a:lnTo>
                  <a:lnTo>
                    <a:pt x="464" y="1198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5"/>
                  </a:lnTo>
                  <a:lnTo>
                    <a:pt x="387" y="927"/>
                  </a:lnTo>
                  <a:lnTo>
                    <a:pt x="348" y="812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7" y="503"/>
                  </a:lnTo>
                  <a:lnTo>
                    <a:pt x="464" y="464"/>
                  </a:lnTo>
                  <a:lnTo>
                    <a:pt x="541" y="387"/>
                  </a:lnTo>
                  <a:lnTo>
                    <a:pt x="773" y="387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2" y="1043"/>
                  </a:lnTo>
                  <a:lnTo>
                    <a:pt x="1159" y="1082"/>
                  </a:lnTo>
                  <a:lnTo>
                    <a:pt x="1197" y="1082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7"/>
                  </a:lnTo>
                  <a:lnTo>
                    <a:pt x="1159" y="232"/>
                  </a:lnTo>
                  <a:lnTo>
                    <a:pt x="1004" y="78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17"/>
            <p:cNvSpPr/>
            <p:nvPr/>
          </p:nvSpPr>
          <p:spPr>
            <a:xfrm>
              <a:off x="4050375" y="4567625"/>
              <a:ext cx="30900" cy="168975"/>
            </a:xfrm>
            <a:custGeom>
              <a:avLst/>
              <a:gdLst/>
              <a:ahLst/>
              <a:cxnLst/>
              <a:rect l="l" t="t" r="r" b="b"/>
              <a:pathLst>
                <a:path w="1236" h="6759" extrusionOk="0">
                  <a:moveTo>
                    <a:pt x="1120" y="1"/>
                  </a:moveTo>
                  <a:lnTo>
                    <a:pt x="1081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9"/>
                  </a:lnTo>
                  <a:lnTo>
                    <a:pt x="116" y="5059"/>
                  </a:lnTo>
                  <a:lnTo>
                    <a:pt x="0" y="6720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2" y="3515"/>
                  </a:lnTo>
                  <a:lnTo>
                    <a:pt x="965" y="1854"/>
                  </a:lnTo>
                  <a:lnTo>
                    <a:pt x="1081" y="232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17"/>
            <p:cNvSpPr/>
            <p:nvPr/>
          </p:nvSpPr>
          <p:spPr>
            <a:xfrm>
              <a:off x="4077400" y="4569550"/>
              <a:ext cx="121650" cy="144850"/>
            </a:xfrm>
            <a:custGeom>
              <a:avLst/>
              <a:gdLst/>
              <a:ahLst/>
              <a:cxnLst/>
              <a:rect l="l" t="t" r="r" b="b"/>
              <a:pathLst>
                <a:path w="4866" h="5794" extrusionOk="0">
                  <a:moveTo>
                    <a:pt x="155" y="1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6"/>
                  </a:lnTo>
                  <a:lnTo>
                    <a:pt x="2896" y="3631"/>
                  </a:lnTo>
                  <a:lnTo>
                    <a:pt x="3476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6"/>
                  </a:lnTo>
                  <a:lnTo>
                    <a:pt x="4866" y="5639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8" y="1352"/>
                  </a:lnTo>
                  <a:lnTo>
                    <a:pt x="811" y="65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17"/>
            <p:cNvSpPr/>
            <p:nvPr/>
          </p:nvSpPr>
          <p:spPr>
            <a:xfrm>
              <a:off x="3931625" y="457727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1"/>
                  </a:moveTo>
                  <a:lnTo>
                    <a:pt x="0" y="78"/>
                  </a:lnTo>
                  <a:lnTo>
                    <a:pt x="194" y="927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6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9"/>
                  </a:lnTo>
                  <a:lnTo>
                    <a:pt x="1931" y="6140"/>
                  </a:lnTo>
                  <a:lnTo>
                    <a:pt x="2086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4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17"/>
            <p:cNvSpPr/>
            <p:nvPr/>
          </p:nvSpPr>
          <p:spPr>
            <a:xfrm>
              <a:off x="3941275" y="457920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1" y="40"/>
                  </a:lnTo>
                  <a:lnTo>
                    <a:pt x="1970" y="3206"/>
                  </a:lnTo>
                  <a:lnTo>
                    <a:pt x="4055" y="6334"/>
                  </a:lnTo>
                  <a:lnTo>
                    <a:pt x="4055" y="6334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3"/>
                  </a:lnTo>
                  <a:lnTo>
                    <a:pt x="3708" y="6720"/>
                  </a:lnTo>
                  <a:lnTo>
                    <a:pt x="4132" y="6797"/>
                  </a:lnTo>
                  <a:lnTo>
                    <a:pt x="4596" y="6836"/>
                  </a:lnTo>
                  <a:lnTo>
                    <a:pt x="5484" y="6836"/>
                  </a:lnTo>
                  <a:lnTo>
                    <a:pt x="6372" y="6759"/>
                  </a:lnTo>
                  <a:lnTo>
                    <a:pt x="7299" y="6643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9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5"/>
                  </a:lnTo>
                  <a:lnTo>
                    <a:pt x="13863" y="2125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1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3"/>
                  </a:lnTo>
                  <a:lnTo>
                    <a:pt x="10349" y="5253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6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8" y="6334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7"/>
                  </a:lnTo>
                  <a:lnTo>
                    <a:pt x="3399" y="4635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17"/>
            <p:cNvSpPr/>
            <p:nvPr/>
          </p:nvSpPr>
          <p:spPr>
            <a:xfrm>
              <a:off x="6364350" y="46361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2" y="39"/>
                  </a:lnTo>
                  <a:lnTo>
                    <a:pt x="2781" y="77"/>
                  </a:lnTo>
                  <a:lnTo>
                    <a:pt x="2511" y="193"/>
                  </a:lnTo>
                  <a:lnTo>
                    <a:pt x="2241" y="309"/>
                  </a:lnTo>
                  <a:lnTo>
                    <a:pt x="2009" y="425"/>
                  </a:lnTo>
                  <a:lnTo>
                    <a:pt x="1739" y="579"/>
                  </a:lnTo>
                  <a:lnTo>
                    <a:pt x="1507" y="773"/>
                  </a:lnTo>
                  <a:lnTo>
                    <a:pt x="1121" y="1197"/>
                  </a:lnTo>
                  <a:lnTo>
                    <a:pt x="735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8"/>
                  </a:lnTo>
                  <a:lnTo>
                    <a:pt x="40" y="3746"/>
                  </a:lnTo>
                  <a:lnTo>
                    <a:pt x="1" y="4055"/>
                  </a:lnTo>
                  <a:lnTo>
                    <a:pt x="1" y="4402"/>
                  </a:lnTo>
                  <a:lnTo>
                    <a:pt x="40" y="4673"/>
                  </a:lnTo>
                  <a:lnTo>
                    <a:pt x="117" y="4904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5" y="5252"/>
                  </a:lnTo>
                  <a:lnTo>
                    <a:pt x="966" y="5290"/>
                  </a:lnTo>
                  <a:lnTo>
                    <a:pt x="1700" y="5290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5" y="4711"/>
                  </a:lnTo>
                  <a:lnTo>
                    <a:pt x="580" y="4595"/>
                  </a:lnTo>
                  <a:lnTo>
                    <a:pt x="542" y="4441"/>
                  </a:lnTo>
                  <a:lnTo>
                    <a:pt x="542" y="4248"/>
                  </a:lnTo>
                  <a:lnTo>
                    <a:pt x="542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8"/>
                  </a:lnTo>
                  <a:lnTo>
                    <a:pt x="2627" y="695"/>
                  </a:lnTo>
                  <a:lnTo>
                    <a:pt x="3090" y="579"/>
                  </a:lnTo>
                  <a:lnTo>
                    <a:pt x="3592" y="541"/>
                  </a:lnTo>
                  <a:lnTo>
                    <a:pt x="4094" y="579"/>
                  </a:lnTo>
                  <a:lnTo>
                    <a:pt x="4249" y="541"/>
                  </a:lnTo>
                  <a:lnTo>
                    <a:pt x="4326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3"/>
                  </a:lnTo>
                  <a:lnTo>
                    <a:pt x="4210" y="155"/>
                  </a:lnTo>
                  <a:lnTo>
                    <a:pt x="3940" y="77"/>
                  </a:lnTo>
                  <a:lnTo>
                    <a:pt x="3631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17"/>
            <p:cNvSpPr/>
            <p:nvPr/>
          </p:nvSpPr>
          <p:spPr>
            <a:xfrm>
              <a:off x="5052425" y="4653550"/>
              <a:ext cx="61800" cy="89800"/>
            </a:xfrm>
            <a:custGeom>
              <a:avLst/>
              <a:gdLst/>
              <a:ahLst/>
              <a:cxnLst/>
              <a:rect l="l" t="t" r="r" b="b"/>
              <a:pathLst>
                <a:path w="2472" h="3592" extrusionOk="0">
                  <a:moveTo>
                    <a:pt x="1082" y="0"/>
                  </a:moveTo>
                  <a:lnTo>
                    <a:pt x="1004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5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699"/>
                  </a:lnTo>
                  <a:lnTo>
                    <a:pt x="1931" y="1931"/>
                  </a:lnTo>
                  <a:lnTo>
                    <a:pt x="1931" y="2163"/>
                  </a:lnTo>
                  <a:lnTo>
                    <a:pt x="1931" y="2433"/>
                  </a:lnTo>
                  <a:lnTo>
                    <a:pt x="1815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0" y="3128"/>
                  </a:lnTo>
                  <a:lnTo>
                    <a:pt x="1197" y="3128"/>
                  </a:lnTo>
                  <a:lnTo>
                    <a:pt x="1043" y="3089"/>
                  </a:lnTo>
                  <a:lnTo>
                    <a:pt x="927" y="3012"/>
                  </a:lnTo>
                  <a:lnTo>
                    <a:pt x="850" y="2896"/>
                  </a:lnTo>
                  <a:lnTo>
                    <a:pt x="811" y="2742"/>
                  </a:lnTo>
                  <a:lnTo>
                    <a:pt x="850" y="2587"/>
                  </a:lnTo>
                  <a:lnTo>
                    <a:pt x="927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0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5" y="1468"/>
                  </a:lnTo>
                  <a:lnTo>
                    <a:pt x="193" y="1313"/>
                  </a:lnTo>
                  <a:lnTo>
                    <a:pt x="0" y="1622"/>
                  </a:lnTo>
                  <a:lnTo>
                    <a:pt x="271" y="1892"/>
                  </a:lnTo>
                  <a:lnTo>
                    <a:pt x="580" y="2124"/>
                  </a:lnTo>
                  <a:lnTo>
                    <a:pt x="425" y="2356"/>
                  </a:lnTo>
                  <a:lnTo>
                    <a:pt x="348" y="2626"/>
                  </a:lnTo>
                  <a:lnTo>
                    <a:pt x="309" y="2896"/>
                  </a:lnTo>
                  <a:lnTo>
                    <a:pt x="348" y="3051"/>
                  </a:lnTo>
                  <a:lnTo>
                    <a:pt x="425" y="3167"/>
                  </a:lnTo>
                  <a:lnTo>
                    <a:pt x="541" y="3321"/>
                  </a:lnTo>
                  <a:lnTo>
                    <a:pt x="695" y="3476"/>
                  </a:lnTo>
                  <a:lnTo>
                    <a:pt x="888" y="3553"/>
                  </a:lnTo>
                  <a:lnTo>
                    <a:pt x="1082" y="3591"/>
                  </a:lnTo>
                  <a:lnTo>
                    <a:pt x="1275" y="3591"/>
                  </a:lnTo>
                  <a:lnTo>
                    <a:pt x="1506" y="3553"/>
                  </a:lnTo>
                  <a:lnTo>
                    <a:pt x="1699" y="3514"/>
                  </a:lnTo>
                  <a:lnTo>
                    <a:pt x="1854" y="3398"/>
                  </a:lnTo>
                  <a:lnTo>
                    <a:pt x="2047" y="3244"/>
                  </a:lnTo>
                  <a:lnTo>
                    <a:pt x="2201" y="3051"/>
                  </a:lnTo>
                  <a:lnTo>
                    <a:pt x="2317" y="2858"/>
                  </a:lnTo>
                  <a:lnTo>
                    <a:pt x="2394" y="2665"/>
                  </a:lnTo>
                  <a:lnTo>
                    <a:pt x="2433" y="2472"/>
                  </a:lnTo>
                  <a:lnTo>
                    <a:pt x="2472" y="2240"/>
                  </a:lnTo>
                  <a:lnTo>
                    <a:pt x="2433" y="2008"/>
                  </a:lnTo>
                  <a:lnTo>
                    <a:pt x="2394" y="1815"/>
                  </a:lnTo>
                  <a:lnTo>
                    <a:pt x="2317" y="1583"/>
                  </a:lnTo>
                  <a:lnTo>
                    <a:pt x="2201" y="1390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6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17"/>
            <p:cNvSpPr/>
            <p:nvPr/>
          </p:nvSpPr>
          <p:spPr>
            <a:xfrm>
              <a:off x="6613425" y="4670925"/>
              <a:ext cx="26100" cy="11600"/>
            </a:xfrm>
            <a:custGeom>
              <a:avLst/>
              <a:gdLst/>
              <a:ahLst/>
              <a:cxnLst/>
              <a:rect l="l" t="t" r="r" b="b"/>
              <a:pathLst>
                <a:path w="1044" h="464" extrusionOk="0">
                  <a:moveTo>
                    <a:pt x="773" y="0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3"/>
                  </a:lnTo>
                  <a:lnTo>
                    <a:pt x="39" y="232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17"/>
            <p:cNvSpPr/>
            <p:nvPr/>
          </p:nvSpPr>
          <p:spPr>
            <a:xfrm>
              <a:off x="6514950" y="46767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6" y="0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39" y="77"/>
                  </a:lnTo>
                  <a:lnTo>
                    <a:pt x="1" y="193"/>
                  </a:lnTo>
                  <a:lnTo>
                    <a:pt x="39" y="270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0"/>
                  </a:lnTo>
                  <a:lnTo>
                    <a:pt x="850" y="193"/>
                  </a:lnTo>
                  <a:lnTo>
                    <a:pt x="812" y="77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17"/>
            <p:cNvSpPr/>
            <p:nvPr/>
          </p:nvSpPr>
          <p:spPr>
            <a:xfrm>
              <a:off x="4656625" y="46776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89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8" y="3553"/>
                  </a:lnTo>
                  <a:lnTo>
                    <a:pt x="12434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8"/>
                  </a:lnTo>
                  <a:lnTo>
                    <a:pt x="12009" y="3128"/>
                  </a:lnTo>
                  <a:lnTo>
                    <a:pt x="11932" y="3206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40" y="4171"/>
                  </a:lnTo>
                  <a:lnTo>
                    <a:pt x="9615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2" y="4171"/>
                  </a:lnTo>
                  <a:lnTo>
                    <a:pt x="5368" y="4017"/>
                  </a:lnTo>
                  <a:lnTo>
                    <a:pt x="4595" y="3708"/>
                  </a:lnTo>
                  <a:lnTo>
                    <a:pt x="3900" y="3283"/>
                  </a:lnTo>
                  <a:lnTo>
                    <a:pt x="3205" y="2820"/>
                  </a:lnTo>
                  <a:lnTo>
                    <a:pt x="2587" y="2318"/>
                  </a:lnTo>
                  <a:lnTo>
                    <a:pt x="1970" y="1777"/>
                  </a:lnTo>
                  <a:lnTo>
                    <a:pt x="1390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17"/>
            <p:cNvSpPr/>
            <p:nvPr/>
          </p:nvSpPr>
          <p:spPr>
            <a:xfrm>
              <a:off x="4964575" y="4684425"/>
              <a:ext cx="92700" cy="135200"/>
            </a:xfrm>
            <a:custGeom>
              <a:avLst/>
              <a:gdLst/>
              <a:ahLst/>
              <a:cxnLst/>
              <a:rect l="l" t="t" r="r" b="b"/>
              <a:pathLst>
                <a:path w="3708" h="5408" extrusionOk="0">
                  <a:moveTo>
                    <a:pt x="3398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2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7"/>
                  </a:lnTo>
                  <a:lnTo>
                    <a:pt x="1777" y="1430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2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4" y="2086"/>
                  </a:lnTo>
                  <a:lnTo>
                    <a:pt x="889" y="2125"/>
                  </a:lnTo>
                  <a:lnTo>
                    <a:pt x="850" y="2163"/>
                  </a:lnTo>
                  <a:lnTo>
                    <a:pt x="811" y="2241"/>
                  </a:lnTo>
                  <a:lnTo>
                    <a:pt x="811" y="2356"/>
                  </a:lnTo>
                  <a:lnTo>
                    <a:pt x="811" y="2434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7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1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8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4"/>
                  </a:lnTo>
                  <a:lnTo>
                    <a:pt x="1082" y="4944"/>
                  </a:lnTo>
                  <a:lnTo>
                    <a:pt x="889" y="4866"/>
                  </a:lnTo>
                  <a:lnTo>
                    <a:pt x="773" y="4751"/>
                  </a:lnTo>
                  <a:lnTo>
                    <a:pt x="695" y="4596"/>
                  </a:lnTo>
                  <a:lnTo>
                    <a:pt x="657" y="4442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3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7" y="3669"/>
                  </a:lnTo>
                  <a:lnTo>
                    <a:pt x="116" y="2936"/>
                  </a:lnTo>
                  <a:lnTo>
                    <a:pt x="0" y="3283"/>
                  </a:lnTo>
                  <a:lnTo>
                    <a:pt x="657" y="3785"/>
                  </a:lnTo>
                  <a:lnTo>
                    <a:pt x="502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9"/>
                  </a:lnTo>
                  <a:lnTo>
                    <a:pt x="193" y="4403"/>
                  </a:lnTo>
                  <a:lnTo>
                    <a:pt x="193" y="4558"/>
                  </a:lnTo>
                  <a:lnTo>
                    <a:pt x="193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3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7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5"/>
                  </a:lnTo>
                  <a:lnTo>
                    <a:pt x="2510" y="4442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7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2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6" y="2202"/>
                  </a:lnTo>
                  <a:lnTo>
                    <a:pt x="1275" y="2125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3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2"/>
                  </a:lnTo>
                  <a:lnTo>
                    <a:pt x="3514" y="387"/>
                  </a:lnTo>
                  <a:lnTo>
                    <a:pt x="3707" y="78"/>
                  </a:lnTo>
                  <a:lnTo>
                    <a:pt x="351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17"/>
            <p:cNvSpPr/>
            <p:nvPr/>
          </p:nvSpPr>
          <p:spPr>
            <a:xfrm>
              <a:off x="6406825" y="4717250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619"/>
                  </a:lnTo>
                  <a:lnTo>
                    <a:pt x="2550" y="696"/>
                  </a:lnTo>
                  <a:lnTo>
                    <a:pt x="2743" y="812"/>
                  </a:lnTo>
                  <a:lnTo>
                    <a:pt x="2936" y="966"/>
                  </a:lnTo>
                  <a:lnTo>
                    <a:pt x="3090" y="1198"/>
                  </a:lnTo>
                  <a:lnTo>
                    <a:pt x="3206" y="1430"/>
                  </a:lnTo>
                  <a:lnTo>
                    <a:pt x="3245" y="1700"/>
                  </a:lnTo>
                  <a:lnTo>
                    <a:pt x="3245" y="1970"/>
                  </a:lnTo>
                  <a:lnTo>
                    <a:pt x="3206" y="2202"/>
                  </a:lnTo>
                  <a:lnTo>
                    <a:pt x="3090" y="2472"/>
                  </a:lnTo>
                  <a:lnTo>
                    <a:pt x="2974" y="2665"/>
                  </a:lnTo>
                  <a:lnTo>
                    <a:pt x="2781" y="2897"/>
                  </a:lnTo>
                  <a:lnTo>
                    <a:pt x="2588" y="3051"/>
                  </a:lnTo>
                  <a:lnTo>
                    <a:pt x="2357" y="3167"/>
                  </a:lnTo>
                  <a:lnTo>
                    <a:pt x="2086" y="3245"/>
                  </a:lnTo>
                  <a:lnTo>
                    <a:pt x="1777" y="3245"/>
                  </a:lnTo>
                  <a:lnTo>
                    <a:pt x="1507" y="3167"/>
                  </a:lnTo>
                  <a:lnTo>
                    <a:pt x="1237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4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5" y="1121"/>
                  </a:lnTo>
                  <a:lnTo>
                    <a:pt x="928" y="928"/>
                  </a:lnTo>
                  <a:lnTo>
                    <a:pt x="1121" y="735"/>
                  </a:lnTo>
                  <a:lnTo>
                    <a:pt x="1353" y="580"/>
                  </a:lnTo>
                  <a:lnTo>
                    <a:pt x="1584" y="464"/>
                  </a:lnTo>
                  <a:close/>
                  <a:moveTo>
                    <a:pt x="1893" y="1"/>
                  </a:moveTo>
                  <a:lnTo>
                    <a:pt x="1700" y="39"/>
                  </a:lnTo>
                  <a:lnTo>
                    <a:pt x="1546" y="78"/>
                  </a:lnTo>
                  <a:lnTo>
                    <a:pt x="1353" y="155"/>
                  </a:lnTo>
                  <a:lnTo>
                    <a:pt x="1314" y="194"/>
                  </a:lnTo>
                  <a:lnTo>
                    <a:pt x="1082" y="271"/>
                  </a:lnTo>
                  <a:lnTo>
                    <a:pt x="851" y="387"/>
                  </a:lnTo>
                  <a:lnTo>
                    <a:pt x="619" y="580"/>
                  </a:lnTo>
                  <a:lnTo>
                    <a:pt x="426" y="773"/>
                  </a:lnTo>
                  <a:lnTo>
                    <a:pt x="271" y="966"/>
                  </a:lnTo>
                  <a:lnTo>
                    <a:pt x="155" y="1237"/>
                  </a:lnTo>
                  <a:lnTo>
                    <a:pt x="78" y="1468"/>
                  </a:lnTo>
                  <a:lnTo>
                    <a:pt x="1" y="1739"/>
                  </a:lnTo>
                  <a:lnTo>
                    <a:pt x="1" y="2047"/>
                  </a:lnTo>
                  <a:lnTo>
                    <a:pt x="40" y="2125"/>
                  </a:lnTo>
                  <a:lnTo>
                    <a:pt x="40" y="2318"/>
                  </a:lnTo>
                  <a:lnTo>
                    <a:pt x="117" y="2511"/>
                  </a:lnTo>
                  <a:lnTo>
                    <a:pt x="310" y="2858"/>
                  </a:lnTo>
                  <a:lnTo>
                    <a:pt x="542" y="3167"/>
                  </a:lnTo>
                  <a:lnTo>
                    <a:pt x="851" y="3399"/>
                  </a:lnTo>
                  <a:lnTo>
                    <a:pt x="1198" y="3592"/>
                  </a:lnTo>
                  <a:lnTo>
                    <a:pt x="1584" y="3708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7" y="3669"/>
                  </a:lnTo>
                  <a:lnTo>
                    <a:pt x="2627" y="3592"/>
                  </a:lnTo>
                  <a:lnTo>
                    <a:pt x="2897" y="3438"/>
                  </a:lnTo>
                  <a:lnTo>
                    <a:pt x="3129" y="3245"/>
                  </a:lnTo>
                  <a:lnTo>
                    <a:pt x="3322" y="3013"/>
                  </a:lnTo>
                  <a:lnTo>
                    <a:pt x="3476" y="2781"/>
                  </a:lnTo>
                  <a:lnTo>
                    <a:pt x="3631" y="2511"/>
                  </a:lnTo>
                  <a:lnTo>
                    <a:pt x="3708" y="2202"/>
                  </a:lnTo>
                  <a:lnTo>
                    <a:pt x="3747" y="1932"/>
                  </a:lnTo>
                  <a:lnTo>
                    <a:pt x="3747" y="1584"/>
                  </a:lnTo>
                  <a:lnTo>
                    <a:pt x="3669" y="1314"/>
                  </a:lnTo>
                  <a:lnTo>
                    <a:pt x="3515" y="1005"/>
                  </a:lnTo>
                  <a:lnTo>
                    <a:pt x="3322" y="696"/>
                  </a:lnTo>
                  <a:lnTo>
                    <a:pt x="3052" y="426"/>
                  </a:lnTo>
                  <a:lnTo>
                    <a:pt x="2743" y="233"/>
                  </a:lnTo>
                  <a:lnTo>
                    <a:pt x="2395" y="7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17"/>
            <p:cNvSpPr/>
            <p:nvPr/>
          </p:nvSpPr>
          <p:spPr>
            <a:xfrm>
              <a:off x="2332000" y="4749125"/>
              <a:ext cx="326325" cy="58900"/>
            </a:xfrm>
            <a:custGeom>
              <a:avLst/>
              <a:gdLst/>
              <a:ahLst/>
              <a:cxnLst/>
              <a:rect l="l" t="t" r="r" b="b"/>
              <a:pathLst>
                <a:path w="13053" h="2356" extrusionOk="0">
                  <a:moveTo>
                    <a:pt x="12782" y="0"/>
                  </a:moveTo>
                  <a:lnTo>
                    <a:pt x="12705" y="39"/>
                  </a:lnTo>
                  <a:lnTo>
                    <a:pt x="12628" y="116"/>
                  </a:lnTo>
                  <a:lnTo>
                    <a:pt x="12589" y="193"/>
                  </a:lnTo>
                  <a:lnTo>
                    <a:pt x="12589" y="309"/>
                  </a:lnTo>
                  <a:lnTo>
                    <a:pt x="12589" y="502"/>
                  </a:lnTo>
                  <a:lnTo>
                    <a:pt x="12550" y="657"/>
                  </a:lnTo>
                  <a:lnTo>
                    <a:pt x="12435" y="811"/>
                  </a:lnTo>
                  <a:lnTo>
                    <a:pt x="12319" y="966"/>
                  </a:lnTo>
                  <a:lnTo>
                    <a:pt x="12164" y="1081"/>
                  </a:lnTo>
                  <a:lnTo>
                    <a:pt x="11971" y="1159"/>
                  </a:lnTo>
                  <a:lnTo>
                    <a:pt x="11546" y="1313"/>
                  </a:lnTo>
                  <a:lnTo>
                    <a:pt x="11083" y="1429"/>
                  </a:lnTo>
                  <a:lnTo>
                    <a:pt x="10581" y="1506"/>
                  </a:lnTo>
                  <a:lnTo>
                    <a:pt x="9847" y="1583"/>
                  </a:lnTo>
                  <a:lnTo>
                    <a:pt x="9423" y="1622"/>
                  </a:lnTo>
                  <a:lnTo>
                    <a:pt x="9423" y="1545"/>
                  </a:lnTo>
                  <a:lnTo>
                    <a:pt x="9423" y="1468"/>
                  </a:lnTo>
                  <a:lnTo>
                    <a:pt x="9152" y="888"/>
                  </a:lnTo>
                  <a:lnTo>
                    <a:pt x="8959" y="270"/>
                  </a:lnTo>
                  <a:lnTo>
                    <a:pt x="8612" y="386"/>
                  </a:lnTo>
                  <a:lnTo>
                    <a:pt x="8650" y="695"/>
                  </a:lnTo>
                  <a:lnTo>
                    <a:pt x="8728" y="1043"/>
                  </a:lnTo>
                  <a:lnTo>
                    <a:pt x="8843" y="1390"/>
                  </a:lnTo>
                  <a:lnTo>
                    <a:pt x="8998" y="1661"/>
                  </a:lnTo>
                  <a:lnTo>
                    <a:pt x="7839" y="1776"/>
                  </a:lnTo>
                  <a:lnTo>
                    <a:pt x="6681" y="1854"/>
                  </a:lnTo>
                  <a:lnTo>
                    <a:pt x="5252" y="1892"/>
                  </a:lnTo>
                  <a:lnTo>
                    <a:pt x="3862" y="1854"/>
                  </a:lnTo>
                  <a:lnTo>
                    <a:pt x="3592" y="1815"/>
                  </a:lnTo>
                  <a:lnTo>
                    <a:pt x="3746" y="1506"/>
                  </a:lnTo>
                  <a:lnTo>
                    <a:pt x="3785" y="1159"/>
                  </a:lnTo>
                  <a:lnTo>
                    <a:pt x="3785" y="811"/>
                  </a:lnTo>
                  <a:lnTo>
                    <a:pt x="3746" y="425"/>
                  </a:lnTo>
                  <a:lnTo>
                    <a:pt x="3399" y="464"/>
                  </a:lnTo>
                  <a:lnTo>
                    <a:pt x="3399" y="772"/>
                  </a:lnTo>
                  <a:lnTo>
                    <a:pt x="3360" y="1081"/>
                  </a:lnTo>
                  <a:lnTo>
                    <a:pt x="3244" y="1468"/>
                  </a:lnTo>
                  <a:lnTo>
                    <a:pt x="3128" y="1815"/>
                  </a:lnTo>
                  <a:lnTo>
                    <a:pt x="2202" y="1738"/>
                  </a:lnTo>
                  <a:lnTo>
                    <a:pt x="1738" y="1699"/>
                  </a:lnTo>
                  <a:lnTo>
                    <a:pt x="1275" y="1622"/>
                  </a:lnTo>
                  <a:lnTo>
                    <a:pt x="889" y="1468"/>
                  </a:lnTo>
                  <a:lnTo>
                    <a:pt x="734" y="1390"/>
                  </a:lnTo>
                  <a:lnTo>
                    <a:pt x="618" y="1313"/>
                  </a:lnTo>
                  <a:lnTo>
                    <a:pt x="503" y="1197"/>
                  </a:lnTo>
                  <a:lnTo>
                    <a:pt x="425" y="1081"/>
                  </a:lnTo>
                  <a:lnTo>
                    <a:pt x="387" y="966"/>
                  </a:lnTo>
                  <a:lnTo>
                    <a:pt x="387" y="811"/>
                  </a:lnTo>
                  <a:lnTo>
                    <a:pt x="387" y="772"/>
                  </a:lnTo>
                  <a:lnTo>
                    <a:pt x="387" y="695"/>
                  </a:lnTo>
                  <a:lnTo>
                    <a:pt x="310" y="618"/>
                  </a:lnTo>
                  <a:lnTo>
                    <a:pt x="194" y="618"/>
                  </a:lnTo>
                  <a:lnTo>
                    <a:pt x="155" y="657"/>
                  </a:lnTo>
                  <a:lnTo>
                    <a:pt x="116" y="695"/>
                  </a:lnTo>
                  <a:lnTo>
                    <a:pt x="39" y="850"/>
                  </a:lnTo>
                  <a:lnTo>
                    <a:pt x="1" y="1004"/>
                  </a:lnTo>
                  <a:lnTo>
                    <a:pt x="1" y="1159"/>
                  </a:lnTo>
                  <a:lnTo>
                    <a:pt x="1" y="1274"/>
                  </a:lnTo>
                  <a:lnTo>
                    <a:pt x="39" y="1390"/>
                  </a:lnTo>
                  <a:lnTo>
                    <a:pt x="116" y="1506"/>
                  </a:lnTo>
                  <a:lnTo>
                    <a:pt x="310" y="1699"/>
                  </a:lnTo>
                  <a:lnTo>
                    <a:pt x="541" y="1854"/>
                  </a:lnTo>
                  <a:lnTo>
                    <a:pt x="812" y="1970"/>
                  </a:lnTo>
                  <a:lnTo>
                    <a:pt x="1082" y="2047"/>
                  </a:lnTo>
                  <a:lnTo>
                    <a:pt x="1352" y="2085"/>
                  </a:lnTo>
                  <a:lnTo>
                    <a:pt x="2626" y="2240"/>
                  </a:lnTo>
                  <a:lnTo>
                    <a:pt x="3862" y="2317"/>
                  </a:lnTo>
                  <a:lnTo>
                    <a:pt x="5136" y="2356"/>
                  </a:lnTo>
                  <a:lnTo>
                    <a:pt x="6372" y="2356"/>
                  </a:lnTo>
                  <a:lnTo>
                    <a:pt x="7531" y="2278"/>
                  </a:lnTo>
                  <a:lnTo>
                    <a:pt x="8689" y="2201"/>
                  </a:lnTo>
                  <a:lnTo>
                    <a:pt x="9847" y="2047"/>
                  </a:lnTo>
                  <a:lnTo>
                    <a:pt x="11006" y="1892"/>
                  </a:lnTo>
                  <a:lnTo>
                    <a:pt x="11392" y="1815"/>
                  </a:lnTo>
                  <a:lnTo>
                    <a:pt x="11740" y="1738"/>
                  </a:lnTo>
                  <a:lnTo>
                    <a:pt x="12126" y="1583"/>
                  </a:lnTo>
                  <a:lnTo>
                    <a:pt x="12473" y="1429"/>
                  </a:lnTo>
                  <a:lnTo>
                    <a:pt x="12744" y="1236"/>
                  </a:lnTo>
                  <a:lnTo>
                    <a:pt x="12859" y="1081"/>
                  </a:lnTo>
                  <a:lnTo>
                    <a:pt x="12937" y="927"/>
                  </a:lnTo>
                  <a:lnTo>
                    <a:pt x="13014" y="772"/>
                  </a:lnTo>
                  <a:lnTo>
                    <a:pt x="13052" y="579"/>
                  </a:lnTo>
                  <a:lnTo>
                    <a:pt x="13052" y="386"/>
                  </a:lnTo>
                  <a:lnTo>
                    <a:pt x="13052" y="155"/>
                  </a:lnTo>
                  <a:lnTo>
                    <a:pt x="13014" y="77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56" name="Google Shape;4056;p17"/>
          <p:cNvSpPr txBox="1">
            <a:spLocks noGrp="1"/>
          </p:cNvSpPr>
          <p:nvPr>
            <p:ph type="title"/>
          </p:nvPr>
        </p:nvSpPr>
        <p:spPr>
          <a:xfrm>
            <a:off x="720000" y="539500"/>
            <a:ext cx="7704000" cy="457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057" name="Google Shape;4057;p17"/>
          <p:cNvSpPr txBox="1">
            <a:spLocks noGrp="1"/>
          </p:cNvSpPr>
          <p:nvPr>
            <p:ph type="subTitle" idx="1"/>
          </p:nvPr>
        </p:nvSpPr>
        <p:spPr>
          <a:xfrm>
            <a:off x="719929" y="2779776"/>
            <a:ext cx="2501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Titillium Web"/>
              <a:buNone/>
              <a:defRPr sz="2500">
                <a:latin typeface="BioRhyme"/>
                <a:ea typeface="BioRhyme"/>
                <a:cs typeface="BioRhyme"/>
                <a:sym typeface="BioRhym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4058" name="Google Shape;4058;p17"/>
          <p:cNvSpPr txBox="1">
            <a:spLocks noGrp="1"/>
          </p:cNvSpPr>
          <p:nvPr>
            <p:ph type="subTitle" idx="2"/>
          </p:nvPr>
        </p:nvSpPr>
        <p:spPr>
          <a:xfrm>
            <a:off x="719929" y="3154680"/>
            <a:ext cx="2501700" cy="822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4059" name="Google Shape;4059;p17"/>
          <p:cNvSpPr txBox="1">
            <a:spLocks noGrp="1"/>
          </p:cNvSpPr>
          <p:nvPr>
            <p:ph type="subTitle" idx="3"/>
          </p:nvPr>
        </p:nvSpPr>
        <p:spPr>
          <a:xfrm>
            <a:off x="3320929" y="2779776"/>
            <a:ext cx="2501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Titillium Web"/>
              <a:buNone/>
              <a:defRPr sz="2500">
                <a:latin typeface="BioRhyme"/>
                <a:ea typeface="BioRhyme"/>
                <a:cs typeface="BioRhyme"/>
                <a:sym typeface="BioRhym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4060" name="Google Shape;4060;p17"/>
          <p:cNvSpPr txBox="1">
            <a:spLocks noGrp="1"/>
          </p:cNvSpPr>
          <p:nvPr>
            <p:ph type="subTitle" idx="4"/>
          </p:nvPr>
        </p:nvSpPr>
        <p:spPr>
          <a:xfrm>
            <a:off x="3320929" y="3154680"/>
            <a:ext cx="2501700" cy="822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4061" name="Google Shape;4061;p17"/>
          <p:cNvSpPr txBox="1">
            <a:spLocks noGrp="1"/>
          </p:cNvSpPr>
          <p:nvPr>
            <p:ph type="subTitle" idx="5"/>
          </p:nvPr>
        </p:nvSpPr>
        <p:spPr>
          <a:xfrm>
            <a:off x="5922371" y="2779776"/>
            <a:ext cx="2501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Titillium Web"/>
              <a:buNone/>
              <a:defRPr sz="2500">
                <a:latin typeface="BioRhyme"/>
                <a:ea typeface="BioRhyme"/>
                <a:cs typeface="BioRhyme"/>
                <a:sym typeface="BioRhym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4062" name="Google Shape;4062;p17"/>
          <p:cNvSpPr txBox="1">
            <a:spLocks noGrp="1"/>
          </p:cNvSpPr>
          <p:nvPr>
            <p:ph type="subTitle" idx="6"/>
          </p:nvPr>
        </p:nvSpPr>
        <p:spPr>
          <a:xfrm>
            <a:off x="5922371" y="3154680"/>
            <a:ext cx="2501700" cy="822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grpSp>
        <p:nvGrpSpPr>
          <p:cNvPr id="4063" name="Google Shape;4063;p17"/>
          <p:cNvGrpSpPr/>
          <p:nvPr/>
        </p:nvGrpSpPr>
        <p:grpSpPr>
          <a:xfrm>
            <a:off x="310050" y="-86900"/>
            <a:ext cx="599250" cy="1418100"/>
            <a:chOff x="310050" y="-1175"/>
            <a:chExt cx="599250" cy="1418100"/>
          </a:xfrm>
        </p:grpSpPr>
        <p:grpSp>
          <p:nvGrpSpPr>
            <p:cNvPr id="4064" name="Google Shape;4064;p17"/>
            <p:cNvGrpSpPr/>
            <p:nvPr/>
          </p:nvGrpSpPr>
          <p:grpSpPr>
            <a:xfrm>
              <a:off x="310050" y="-1175"/>
              <a:ext cx="599250" cy="1418100"/>
              <a:chOff x="310050" y="0"/>
              <a:chExt cx="599250" cy="1418100"/>
            </a:xfrm>
          </p:grpSpPr>
          <p:sp>
            <p:nvSpPr>
              <p:cNvPr id="4065" name="Google Shape;4065;p17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extrusionOk="0">
                    <a:moveTo>
                      <a:pt x="1" y="36662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6" name="Google Shape;4066;p17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fill="none" extrusionOk="0">
                    <a:moveTo>
                      <a:pt x="1" y="36662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7" name="Google Shape;4067;p17"/>
              <p:cNvSpPr/>
              <p:nvPr/>
            </p:nvSpPr>
            <p:spPr>
              <a:xfrm>
                <a:off x="598700" y="0"/>
                <a:ext cx="19700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6663" extrusionOk="0">
                    <a:moveTo>
                      <a:pt x="1" y="0"/>
                    </a:moveTo>
                    <a:lnTo>
                      <a:pt x="1" y="36662"/>
                    </a:lnTo>
                    <a:lnTo>
                      <a:pt x="787" y="3666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8" name="Google Shape;4068;p17"/>
              <p:cNvSpPr/>
              <p:nvPr/>
            </p:nvSpPr>
            <p:spPr>
              <a:xfrm>
                <a:off x="310050" y="847475"/>
                <a:ext cx="599250" cy="570625"/>
              </a:xfrm>
              <a:custGeom>
                <a:avLst/>
                <a:gdLst/>
                <a:ahLst/>
                <a:cxnLst/>
                <a:rect l="l" t="t" r="r" b="b"/>
                <a:pathLst>
                  <a:path w="23970" h="22825" extrusionOk="0">
                    <a:moveTo>
                      <a:pt x="11996" y="0"/>
                    </a:moveTo>
                    <a:lnTo>
                      <a:pt x="7503" y="6425"/>
                    </a:lnTo>
                    <a:lnTo>
                      <a:pt x="0" y="8716"/>
                    </a:lnTo>
                    <a:lnTo>
                      <a:pt x="4718" y="14984"/>
                    </a:lnTo>
                    <a:lnTo>
                      <a:pt x="4560" y="22824"/>
                    </a:lnTo>
                    <a:lnTo>
                      <a:pt x="11996" y="20286"/>
                    </a:lnTo>
                    <a:lnTo>
                      <a:pt x="19409" y="22824"/>
                    </a:lnTo>
                    <a:lnTo>
                      <a:pt x="19252" y="14984"/>
                    </a:lnTo>
                    <a:lnTo>
                      <a:pt x="23970" y="8716"/>
                    </a:lnTo>
                    <a:lnTo>
                      <a:pt x="16489" y="6425"/>
                    </a:lnTo>
                    <a:lnTo>
                      <a:pt x="1199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069" name="Google Shape;4069;p17"/>
            <p:cNvSpPr/>
            <p:nvPr/>
          </p:nvSpPr>
          <p:spPr>
            <a:xfrm>
              <a:off x="445600" y="979650"/>
              <a:ext cx="328149" cy="312474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70" name="Google Shape;4070;p17"/>
          <p:cNvGrpSpPr/>
          <p:nvPr/>
        </p:nvGrpSpPr>
        <p:grpSpPr>
          <a:xfrm>
            <a:off x="8424000" y="-86900"/>
            <a:ext cx="599250" cy="1418100"/>
            <a:chOff x="310050" y="-1175"/>
            <a:chExt cx="599250" cy="1418100"/>
          </a:xfrm>
        </p:grpSpPr>
        <p:grpSp>
          <p:nvGrpSpPr>
            <p:cNvPr id="4071" name="Google Shape;4071;p17"/>
            <p:cNvGrpSpPr/>
            <p:nvPr/>
          </p:nvGrpSpPr>
          <p:grpSpPr>
            <a:xfrm>
              <a:off x="310050" y="-1175"/>
              <a:ext cx="599250" cy="1418100"/>
              <a:chOff x="310050" y="0"/>
              <a:chExt cx="599250" cy="1418100"/>
            </a:xfrm>
          </p:grpSpPr>
          <p:sp>
            <p:nvSpPr>
              <p:cNvPr id="4072" name="Google Shape;4072;p17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extrusionOk="0">
                    <a:moveTo>
                      <a:pt x="1" y="36662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3" name="Google Shape;4073;p17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fill="none" extrusionOk="0">
                    <a:moveTo>
                      <a:pt x="1" y="36662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4" name="Google Shape;4074;p17"/>
              <p:cNvSpPr/>
              <p:nvPr/>
            </p:nvSpPr>
            <p:spPr>
              <a:xfrm>
                <a:off x="598700" y="0"/>
                <a:ext cx="19700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6663" extrusionOk="0">
                    <a:moveTo>
                      <a:pt x="1" y="0"/>
                    </a:moveTo>
                    <a:lnTo>
                      <a:pt x="1" y="36662"/>
                    </a:lnTo>
                    <a:lnTo>
                      <a:pt x="787" y="3666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5" name="Google Shape;4075;p17"/>
              <p:cNvSpPr/>
              <p:nvPr/>
            </p:nvSpPr>
            <p:spPr>
              <a:xfrm>
                <a:off x="310050" y="847475"/>
                <a:ext cx="599250" cy="570625"/>
              </a:xfrm>
              <a:custGeom>
                <a:avLst/>
                <a:gdLst/>
                <a:ahLst/>
                <a:cxnLst/>
                <a:rect l="l" t="t" r="r" b="b"/>
                <a:pathLst>
                  <a:path w="23970" h="22825" extrusionOk="0">
                    <a:moveTo>
                      <a:pt x="11996" y="0"/>
                    </a:moveTo>
                    <a:lnTo>
                      <a:pt x="7503" y="6425"/>
                    </a:lnTo>
                    <a:lnTo>
                      <a:pt x="0" y="8716"/>
                    </a:lnTo>
                    <a:lnTo>
                      <a:pt x="4718" y="14984"/>
                    </a:lnTo>
                    <a:lnTo>
                      <a:pt x="4560" y="22824"/>
                    </a:lnTo>
                    <a:lnTo>
                      <a:pt x="11996" y="20286"/>
                    </a:lnTo>
                    <a:lnTo>
                      <a:pt x="19409" y="22824"/>
                    </a:lnTo>
                    <a:lnTo>
                      <a:pt x="19252" y="14984"/>
                    </a:lnTo>
                    <a:lnTo>
                      <a:pt x="23970" y="8716"/>
                    </a:lnTo>
                    <a:lnTo>
                      <a:pt x="16489" y="6425"/>
                    </a:lnTo>
                    <a:lnTo>
                      <a:pt x="1199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076" name="Google Shape;4076;p17"/>
            <p:cNvSpPr/>
            <p:nvPr/>
          </p:nvSpPr>
          <p:spPr>
            <a:xfrm>
              <a:off x="445600" y="979650"/>
              <a:ext cx="328149" cy="312474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Rezervirano mjesto sadržaja 2">
            <a:extLst>
              <a:ext uri="{FF2B5EF4-FFF2-40B4-BE49-F238E27FC236}">
                <a16:creationId xmlns:a16="http://schemas.microsoft.com/office/drawing/2014/main" id="{C7BC0F5F-2EAE-2455-B2FF-63C751453C8B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783012" y="4566187"/>
            <a:ext cx="1577975" cy="425450"/>
          </a:xfrm>
        </p:spPr>
        <p:txBody>
          <a:bodyPr/>
          <a:lstStyle/>
          <a:p>
            <a:pPr lvl="0"/>
            <a:r>
              <a:rPr lang="hr-HR"/>
              <a:t>Kliknite da biste uredili matrice</a:t>
            </a:r>
          </a:p>
          <a:p>
            <a:pPr lvl="1"/>
            <a:r>
              <a:rPr lang="hr-HR"/>
              <a:t>Druga razina</a:t>
            </a:r>
          </a:p>
          <a:p>
            <a:pPr lvl="2"/>
            <a:r>
              <a:rPr lang="hr-HR"/>
              <a:t>Treća razina</a:t>
            </a:r>
          </a:p>
          <a:p>
            <a:pPr lvl="3"/>
            <a:r>
              <a:rPr lang="hr-HR"/>
              <a:t>Četvrta razina</a:t>
            </a:r>
          </a:p>
          <a:p>
            <a:pPr lvl="4"/>
            <a:r>
              <a:rPr lang="hr-HR"/>
              <a:t>Peta razina stilove teksta</a:t>
            </a:r>
            <a:endParaRPr lang="en-US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7_1">
    <p:spTree>
      <p:nvGrpSpPr>
        <p:cNvPr id="1" name="Shape 40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78" name="Google Shape;4078;p18"/>
          <p:cNvGrpSpPr/>
          <p:nvPr/>
        </p:nvGrpSpPr>
        <p:grpSpPr>
          <a:xfrm flipH="1">
            <a:off x="162878" y="103243"/>
            <a:ext cx="8818245" cy="4937014"/>
            <a:chOff x="238125" y="857725"/>
            <a:chExt cx="7143750" cy="3999525"/>
          </a:xfrm>
        </p:grpSpPr>
        <p:sp>
          <p:nvSpPr>
            <p:cNvPr id="4079" name="Google Shape;4079;p18"/>
            <p:cNvSpPr/>
            <p:nvPr/>
          </p:nvSpPr>
          <p:spPr>
            <a:xfrm>
              <a:off x="3447000" y="857725"/>
              <a:ext cx="309925" cy="605300"/>
            </a:xfrm>
            <a:custGeom>
              <a:avLst/>
              <a:gdLst/>
              <a:ahLst/>
              <a:cxnLst/>
              <a:rect l="l" t="t" r="r" b="b"/>
              <a:pathLst>
                <a:path w="12397" h="24212" extrusionOk="0">
                  <a:moveTo>
                    <a:pt x="7955" y="463"/>
                  </a:moveTo>
                  <a:lnTo>
                    <a:pt x="8496" y="502"/>
                  </a:lnTo>
                  <a:lnTo>
                    <a:pt x="9037" y="618"/>
                  </a:lnTo>
                  <a:lnTo>
                    <a:pt x="9500" y="811"/>
                  </a:lnTo>
                  <a:lnTo>
                    <a:pt x="9925" y="1043"/>
                  </a:lnTo>
                  <a:lnTo>
                    <a:pt x="10311" y="1352"/>
                  </a:lnTo>
                  <a:lnTo>
                    <a:pt x="10659" y="1699"/>
                  </a:lnTo>
                  <a:lnTo>
                    <a:pt x="10967" y="2085"/>
                  </a:lnTo>
                  <a:lnTo>
                    <a:pt x="11238" y="2510"/>
                  </a:lnTo>
                  <a:lnTo>
                    <a:pt x="11469" y="2973"/>
                  </a:lnTo>
                  <a:lnTo>
                    <a:pt x="11663" y="3437"/>
                  </a:lnTo>
                  <a:lnTo>
                    <a:pt x="11778" y="3939"/>
                  </a:lnTo>
                  <a:lnTo>
                    <a:pt x="11856" y="4441"/>
                  </a:lnTo>
                  <a:lnTo>
                    <a:pt x="11894" y="4981"/>
                  </a:lnTo>
                  <a:lnTo>
                    <a:pt x="11894" y="5483"/>
                  </a:lnTo>
                  <a:lnTo>
                    <a:pt x="11817" y="5985"/>
                  </a:lnTo>
                  <a:lnTo>
                    <a:pt x="11701" y="6487"/>
                  </a:lnTo>
                  <a:lnTo>
                    <a:pt x="11547" y="6989"/>
                  </a:lnTo>
                  <a:lnTo>
                    <a:pt x="11315" y="7453"/>
                  </a:lnTo>
                  <a:lnTo>
                    <a:pt x="11083" y="7916"/>
                  </a:lnTo>
                  <a:lnTo>
                    <a:pt x="10813" y="8341"/>
                  </a:lnTo>
                  <a:lnTo>
                    <a:pt x="10504" y="8766"/>
                  </a:lnTo>
                  <a:lnTo>
                    <a:pt x="10195" y="9152"/>
                  </a:lnTo>
                  <a:lnTo>
                    <a:pt x="9848" y="9499"/>
                  </a:lnTo>
                  <a:lnTo>
                    <a:pt x="9461" y="9847"/>
                  </a:lnTo>
                  <a:lnTo>
                    <a:pt x="9037" y="10156"/>
                  </a:lnTo>
                  <a:lnTo>
                    <a:pt x="8651" y="10465"/>
                  </a:lnTo>
                  <a:lnTo>
                    <a:pt x="8187" y="10735"/>
                  </a:lnTo>
                  <a:lnTo>
                    <a:pt x="7762" y="11005"/>
                  </a:lnTo>
                  <a:lnTo>
                    <a:pt x="6836" y="11469"/>
                  </a:lnTo>
                  <a:lnTo>
                    <a:pt x="5870" y="11855"/>
                  </a:lnTo>
                  <a:lnTo>
                    <a:pt x="5677" y="11855"/>
                  </a:lnTo>
                  <a:lnTo>
                    <a:pt x="5639" y="11932"/>
                  </a:lnTo>
                  <a:lnTo>
                    <a:pt x="5600" y="11932"/>
                  </a:lnTo>
                  <a:lnTo>
                    <a:pt x="4982" y="11276"/>
                  </a:lnTo>
                  <a:lnTo>
                    <a:pt x="4442" y="10542"/>
                  </a:lnTo>
                  <a:lnTo>
                    <a:pt x="3978" y="9808"/>
                  </a:lnTo>
                  <a:lnTo>
                    <a:pt x="3746" y="9383"/>
                  </a:lnTo>
                  <a:lnTo>
                    <a:pt x="3592" y="8997"/>
                  </a:lnTo>
                  <a:lnTo>
                    <a:pt x="3438" y="8611"/>
                  </a:lnTo>
                  <a:lnTo>
                    <a:pt x="3283" y="8186"/>
                  </a:lnTo>
                  <a:lnTo>
                    <a:pt x="3167" y="7762"/>
                  </a:lnTo>
                  <a:lnTo>
                    <a:pt x="3090" y="7298"/>
                  </a:lnTo>
                  <a:lnTo>
                    <a:pt x="3051" y="6873"/>
                  </a:lnTo>
                  <a:lnTo>
                    <a:pt x="3013" y="6410"/>
                  </a:lnTo>
                  <a:lnTo>
                    <a:pt x="3051" y="5947"/>
                  </a:lnTo>
                  <a:lnTo>
                    <a:pt x="3090" y="5483"/>
                  </a:lnTo>
                  <a:lnTo>
                    <a:pt x="3167" y="5020"/>
                  </a:lnTo>
                  <a:lnTo>
                    <a:pt x="3244" y="4557"/>
                  </a:lnTo>
                  <a:lnTo>
                    <a:pt x="3399" y="4093"/>
                  </a:lnTo>
                  <a:lnTo>
                    <a:pt x="3592" y="3668"/>
                  </a:lnTo>
                  <a:lnTo>
                    <a:pt x="3785" y="3205"/>
                  </a:lnTo>
                  <a:lnTo>
                    <a:pt x="4055" y="2819"/>
                  </a:lnTo>
                  <a:lnTo>
                    <a:pt x="4326" y="2394"/>
                  </a:lnTo>
                  <a:lnTo>
                    <a:pt x="4635" y="2047"/>
                  </a:lnTo>
                  <a:lnTo>
                    <a:pt x="4944" y="1699"/>
                  </a:lnTo>
                  <a:lnTo>
                    <a:pt x="5330" y="1390"/>
                  </a:lnTo>
                  <a:lnTo>
                    <a:pt x="5716" y="1081"/>
                  </a:lnTo>
                  <a:lnTo>
                    <a:pt x="6102" y="850"/>
                  </a:lnTo>
                  <a:lnTo>
                    <a:pt x="6527" y="695"/>
                  </a:lnTo>
                  <a:lnTo>
                    <a:pt x="6990" y="541"/>
                  </a:lnTo>
                  <a:lnTo>
                    <a:pt x="7453" y="463"/>
                  </a:lnTo>
                  <a:close/>
                  <a:moveTo>
                    <a:pt x="5561" y="12279"/>
                  </a:moveTo>
                  <a:lnTo>
                    <a:pt x="5600" y="12318"/>
                  </a:lnTo>
                  <a:lnTo>
                    <a:pt x="5677" y="12357"/>
                  </a:lnTo>
                  <a:lnTo>
                    <a:pt x="5793" y="12897"/>
                  </a:lnTo>
                  <a:lnTo>
                    <a:pt x="5793" y="12897"/>
                  </a:lnTo>
                  <a:lnTo>
                    <a:pt x="5098" y="12588"/>
                  </a:lnTo>
                  <a:lnTo>
                    <a:pt x="5561" y="12279"/>
                  </a:lnTo>
                  <a:close/>
                  <a:moveTo>
                    <a:pt x="3322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3" y="13979"/>
                  </a:lnTo>
                  <a:lnTo>
                    <a:pt x="2781" y="13940"/>
                  </a:lnTo>
                  <a:lnTo>
                    <a:pt x="2511" y="13824"/>
                  </a:lnTo>
                  <a:lnTo>
                    <a:pt x="2936" y="13399"/>
                  </a:lnTo>
                  <a:lnTo>
                    <a:pt x="3322" y="12975"/>
                  </a:lnTo>
                  <a:close/>
                  <a:moveTo>
                    <a:pt x="3940" y="14326"/>
                  </a:moveTo>
                  <a:lnTo>
                    <a:pt x="5098" y="14519"/>
                  </a:lnTo>
                  <a:lnTo>
                    <a:pt x="4442" y="15485"/>
                  </a:lnTo>
                  <a:lnTo>
                    <a:pt x="4287" y="15214"/>
                  </a:lnTo>
                  <a:lnTo>
                    <a:pt x="4171" y="14944"/>
                  </a:lnTo>
                  <a:lnTo>
                    <a:pt x="4055" y="14635"/>
                  </a:lnTo>
                  <a:lnTo>
                    <a:pt x="3978" y="14365"/>
                  </a:lnTo>
                  <a:lnTo>
                    <a:pt x="3940" y="14326"/>
                  </a:lnTo>
                  <a:close/>
                  <a:moveTo>
                    <a:pt x="3746" y="14596"/>
                  </a:moveTo>
                  <a:lnTo>
                    <a:pt x="3824" y="14944"/>
                  </a:lnTo>
                  <a:lnTo>
                    <a:pt x="3978" y="15291"/>
                  </a:lnTo>
                  <a:lnTo>
                    <a:pt x="4133" y="15600"/>
                  </a:lnTo>
                  <a:lnTo>
                    <a:pt x="4287" y="15909"/>
                  </a:lnTo>
                  <a:lnTo>
                    <a:pt x="4364" y="15987"/>
                  </a:lnTo>
                  <a:lnTo>
                    <a:pt x="4055" y="16411"/>
                  </a:lnTo>
                  <a:lnTo>
                    <a:pt x="3746" y="16875"/>
                  </a:lnTo>
                  <a:lnTo>
                    <a:pt x="3592" y="16411"/>
                  </a:lnTo>
                  <a:lnTo>
                    <a:pt x="3476" y="15948"/>
                  </a:lnTo>
                  <a:lnTo>
                    <a:pt x="3476" y="15716"/>
                  </a:lnTo>
                  <a:lnTo>
                    <a:pt x="3476" y="15446"/>
                  </a:lnTo>
                  <a:lnTo>
                    <a:pt x="3515" y="15214"/>
                  </a:lnTo>
                  <a:lnTo>
                    <a:pt x="3553" y="14983"/>
                  </a:lnTo>
                  <a:lnTo>
                    <a:pt x="3746" y="14596"/>
                  </a:lnTo>
                  <a:close/>
                  <a:moveTo>
                    <a:pt x="4480" y="16334"/>
                  </a:moveTo>
                  <a:lnTo>
                    <a:pt x="4673" y="16759"/>
                  </a:lnTo>
                  <a:lnTo>
                    <a:pt x="4789" y="17222"/>
                  </a:lnTo>
                  <a:lnTo>
                    <a:pt x="4789" y="17222"/>
                  </a:lnTo>
                  <a:lnTo>
                    <a:pt x="4364" y="17106"/>
                  </a:lnTo>
                  <a:lnTo>
                    <a:pt x="3940" y="17029"/>
                  </a:lnTo>
                  <a:lnTo>
                    <a:pt x="4480" y="16334"/>
                  </a:lnTo>
                  <a:close/>
                  <a:moveTo>
                    <a:pt x="2472" y="16875"/>
                  </a:moveTo>
                  <a:lnTo>
                    <a:pt x="3399" y="17106"/>
                  </a:lnTo>
                  <a:lnTo>
                    <a:pt x="3476" y="17261"/>
                  </a:lnTo>
                  <a:lnTo>
                    <a:pt x="3322" y="17377"/>
                  </a:lnTo>
                  <a:lnTo>
                    <a:pt x="3167" y="17570"/>
                  </a:lnTo>
                  <a:lnTo>
                    <a:pt x="2897" y="17917"/>
                  </a:lnTo>
                  <a:lnTo>
                    <a:pt x="2665" y="17415"/>
                  </a:lnTo>
                  <a:lnTo>
                    <a:pt x="2472" y="16875"/>
                  </a:lnTo>
                  <a:close/>
                  <a:moveTo>
                    <a:pt x="3360" y="19732"/>
                  </a:moveTo>
                  <a:lnTo>
                    <a:pt x="4055" y="20427"/>
                  </a:lnTo>
                  <a:lnTo>
                    <a:pt x="3553" y="20659"/>
                  </a:lnTo>
                  <a:lnTo>
                    <a:pt x="3013" y="20968"/>
                  </a:lnTo>
                  <a:lnTo>
                    <a:pt x="3167" y="20350"/>
                  </a:lnTo>
                  <a:lnTo>
                    <a:pt x="3360" y="19732"/>
                  </a:lnTo>
                  <a:close/>
                  <a:moveTo>
                    <a:pt x="5677" y="20118"/>
                  </a:moveTo>
                  <a:lnTo>
                    <a:pt x="5986" y="20196"/>
                  </a:lnTo>
                  <a:lnTo>
                    <a:pt x="5716" y="20891"/>
                  </a:lnTo>
                  <a:lnTo>
                    <a:pt x="5368" y="21547"/>
                  </a:lnTo>
                  <a:lnTo>
                    <a:pt x="4673" y="20582"/>
                  </a:lnTo>
                  <a:lnTo>
                    <a:pt x="4635" y="20543"/>
                  </a:lnTo>
                  <a:lnTo>
                    <a:pt x="4673" y="20234"/>
                  </a:lnTo>
                  <a:lnTo>
                    <a:pt x="5021" y="20157"/>
                  </a:lnTo>
                  <a:lnTo>
                    <a:pt x="5330" y="20118"/>
                  </a:lnTo>
                  <a:close/>
                  <a:moveTo>
                    <a:pt x="7453" y="0"/>
                  </a:moveTo>
                  <a:lnTo>
                    <a:pt x="7067" y="39"/>
                  </a:lnTo>
                  <a:lnTo>
                    <a:pt x="6720" y="154"/>
                  </a:lnTo>
                  <a:lnTo>
                    <a:pt x="6334" y="270"/>
                  </a:lnTo>
                  <a:lnTo>
                    <a:pt x="5986" y="425"/>
                  </a:lnTo>
                  <a:lnTo>
                    <a:pt x="5639" y="579"/>
                  </a:lnTo>
                  <a:lnTo>
                    <a:pt x="5291" y="811"/>
                  </a:lnTo>
                  <a:lnTo>
                    <a:pt x="4944" y="1043"/>
                  </a:lnTo>
                  <a:lnTo>
                    <a:pt x="4635" y="1313"/>
                  </a:lnTo>
                  <a:lnTo>
                    <a:pt x="4364" y="1622"/>
                  </a:lnTo>
                  <a:lnTo>
                    <a:pt x="4094" y="1892"/>
                  </a:lnTo>
                  <a:lnTo>
                    <a:pt x="3824" y="2240"/>
                  </a:lnTo>
                  <a:lnTo>
                    <a:pt x="3592" y="2549"/>
                  </a:lnTo>
                  <a:lnTo>
                    <a:pt x="3399" y="2896"/>
                  </a:lnTo>
                  <a:lnTo>
                    <a:pt x="3206" y="3282"/>
                  </a:lnTo>
                  <a:lnTo>
                    <a:pt x="3051" y="3630"/>
                  </a:lnTo>
                  <a:lnTo>
                    <a:pt x="2897" y="4016"/>
                  </a:lnTo>
                  <a:lnTo>
                    <a:pt x="2781" y="4402"/>
                  </a:lnTo>
                  <a:lnTo>
                    <a:pt x="2704" y="4788"/>
                  </a:lnTo>
                  <a:lnTo>
                    <a:pt x="2627" y="5174"/>
                  </a:lnTo>
                  <a:lnTo>
                    <a:pt x="2588" y="5599"/>
                  </a:lnTo>
                  <a:lnTo>
                    <a:pt x="2549" y="5985"/>
                  </a:lnTo>
                  <a:lnTo>
                    <a:pt x="2549" y="6410"/>
                  </a:lnTo>
                  <a:lnTo>
                    <a:pt x="2549" y="6835"/>
                  </a:lnTo>
                  <a:lnTo>
                    <a:pt x="2665" y="7723"/>
                  </a:lnTo>
                  <a:lnTo>
                    <a:pt x="2742" y="8148"/>
                  </a:lnTo>
                  <a:lnTo>
                    <a:pt x="2858" y="8572"/>
                  </a:lnTo>
                  <a:lnTo>
                    <a:pt x="3013" y="8997"/>
                  </a:lnTo>
                  <a:lnTo>
                    <a:pt x="3167" y="9383"/>
                  </a:lnTo>
                  <a:lnTo>
                    <a:pt x="3322" y="9808"/>
                  </a:lnTo>
                  <a:lnTo>
                    <a:pt x="3553" y="10194"/>
                  </a:lnTo>
                  <a:lnTo>
                    <a:pt x="3746" y="10542"/>
                  </a:lnTo>
                  <a:lnTo>
                    <a:pt x="4017" y="10928"/>
                  </a:lnTo>
                  <a:lnTo>
                    <a:pt x="4287" y="11237"/>
                  </a:lnTo>
                  <a:lnTo>
                    <a:pt x="4596" y="11546"/>
                  </a:lnTo>
                  <a:lnTo>
                    <a:pt x="4905" y="11855"/>
                  </a:lnTo>
                  <a:lnTo>
                    <a:pt x="5252" y="12086"/>
                  </a:lnTo>
                  <a:lnTo>
                    <a:pt x="4557" y="12473"/>
                  </a:lnTo>
                  <a:lnTo>
                    <a:pt x="4480" y="12550"/>
                  </a:lnTo>
                  <a:lnTo>
                    <a:pt x="4442" y="12666"/>
                  </a:lnTo>
                  <a:lnTo>
                    <a:pt x="4480" y="12781"/>
                  </a:lnTo>
                  <a:lnTo>
                    <a:pt x="4596" y="12859"/>
                  </a:lnTo>
                  <a:lnTo>
                    <a:pt x="5021" y="13013"/>
                  </a:lnTo>
                  <a:lnTo>
                    <a:pt x="4673" y="13168"/>
                  </a:lnTo>
                  <a:lnTo>
                    <a:pt x="4403" y="13361"/>
                  </a:lnTo>
                  <a:lnTo>
                    <a:pt x="4094" y="13554"/>
                  </a:lnTo>
                  <a:lnTo>
                    <a:pt x="3862" y="13785"/>
                  </a:lnTo>
                  <a:lnTo>
                    <a:pt x="3824" y="13477"/>
                  </a:lnTo>
                  <a:lnTo>
                    <a:pt x="3746" y="13168"/>
                  </a:lnTo>
                  <a:lnTo>
                    <a:pt x="3631" y="12859"/>
                  </a:lnTo>
                  <a:lnTo>
                    <a:pt x="3515" y="12550"/>
                  </a:lnTo>
                  <a:lnTo>
                    <a:pt x="3476" y="12473"/>
                  </a:lnTo>
                  <a:lnTo>
                    <a:pt x="3360" y="12434"/>
                  </a:lnTo>
                  <a:lnTo>
                    <a:pt x="3283" y="12473"/>
                  </a:lnTo>
                  <a:lnTo>
                    <a:pt x="3206" y="12511"/>
                  </a:lnTo>
                  <a:lnTo>
                    <a:pt x="2665" y="13168"/>
                  </a:lnTo>
                  <a:lnTo>
                    <a:pt x="2086" y="13747"/>
                  </a:lnTo>
                  <a:lnTo>
                    <a:pt x="2047" y="13824"/>
                  </a:lnTo>
                  <a:lnTo>
                    <a:pt x="2009" y="13901"/>
                  </a:lnTo>
                  <a:lnTo>
                    <a:pt x="2047" y="13979"/>
                  </a:lnTo>
                  <a:lnTo>
                    <a:pt x="2086" y="14056"/>
                  </a:lnTo>
                  <a:lnTo>
                    <a:pt x="2395" y="14210"/>
                  </a:lnTo>
                  <a:lnTo>
                    <a:pt x="2742" y="14287"/>
                  </a:lnTo>
                  <a:lnTo>
                    <a:pt x="3051" y="14365"/>
                  </a:lnTo>
                  <a:lnTo>
                    <a:pt x="3399" y="14365"/>
                  </a:lnTo>
                  <a:lnTo>
                    <a:pt x="3244" y="14635"/>
                  </a:lnTo>
                  <a:lnTo>
                    <a:pt x="3129" y="14944"/>
                  </a:lnTo>
                  <a:lnTo>
                    <a:pt x="3090" y="15176"/>
                  </a:lnTo>
                  <a:lnTo>
                    <a:pt x="3051" y="15407"/>
                  </a:lnTo>
                  <a:lnTo>
                    <a:pt x="3051" y="15871"/>
                  </a:lnTo>
                  <a:lnTo>
                    <a:pt x="3129" y="16295"/>
                  </a:lnTo>
                  <a:lnTo>
                    <a:pt x="3244" y="16759"/>
                  </a:lnTo>
                  <a:lnTo>
                    <a:pt x="2781" y="16566"/>
                  </a:lnTo>
                  <a:lnTo>
                    <a:pt x="2279" y="16411"/>
                  </a:lnTo>
                  <a:lnTo>
                    <a:pt x="2202" y="16411"/>
                  </a:lnTo>
                  <a:lnTo>
                    <a:pt x="2125" y="16450"/>
                  </a:lnTo>
                  <a:lnTo>
                    <a:pt x="2047" y="16527"/>
                  </a:lnTo>
                  <a:lnTo>
                    <a:pt x="2047" y="16643"/>
                  </a:lnTo>
                  <a:lnTo>
                    <a:pt x="2163" y="17106"/>
                  </a:lnTo>
                  <a:lnTo>
                    <a:pt x="2279" y="17531"/>
                  </a:lnTo>
                  <a:lnTo>
                    <a:pt x="2472" y="17956"/>
                  </a:lnTo>
                  <a:lnTo>
                    <a:pt x="2704" y="18381"/>
                  </a:lnTo>
                  <a:lnTo>
                    <a:pt x="2781" y="18458"/>
                  </a:lnTo>
                  <a:lnTo>
                    <a:pt x="2858" y="18496"/>
                  </a:lnTo>
                  <a:lnTo>
                    <a:pt x="2936" y="18458"/>
                  </a:lnTo>
                  <a:lnTo>
                    <a:pt x="3013" y="18381"/>
                  </a:lnTo>
                  <a:lnTo>
                    <a:pt x="3322" y="18033"/>
                  </a:lnTo>
                  <a:lnTo>
                    <a:pt x="3515" y="17801"/>
                  </a:lnTo>
                  <a:lnTo>
                    <a:pt x="3631" y="17608"/>
                  </a:lnTo>
                  <a:lnTo>
                    <a:pt x="3708" y="17763"/>
                  </a:lnTo>
                  <a:lnTo>
                    <a:pt x="3978" y="18342"/>
                  </a:lnTo>
                  <a:lnTo>
                    <a:pt x="4133" y="18960"/>
                  </a:lnTo>
                  <a:lnTo>
                    <a:pt x="4248" y="19539"/>
                  </a:lnTo>
                  <a:lnTo>
                    <a:pt x="4248" y="20157"/>
                  </a:lnTo>
                  <a:lnTo>
                    <a:pt x="3438" y="19307"/>
                  </a:lnTo>
                  <a:lnTo>
                    <a:pt x="3399" y="19269"/>
                  </a:lnTo>
                  <a:lnTo>
                    <a:pt x="3206" y="19269"/>
                  </a:lnTo>
                  <a:lnTo>
                    <a:pt x="3167" y="19346"/>
                  </a:lnTo>
                  <a:lnTo>
                    <a:pt x="2974" y="19809"/>
                  </a:lnTo>
                  <a:lnTo>
                    <a:pt x="2781" y="20273"/>
                  </a:lnTo>
                  <a:lnTo>
                    <a:pt x="2665" y="20775"/>
                  </a:lnTo>
                  <a:lnTo>
                    <a:pt x="2627" y="21315"/>
                  </a:lnTo>
                  <a:lnTo>
                    <a:pt x="2627" y="21393"/>
                  </a:lnTo>
                  <a:lnTo>
                    <a:pt x="2704" y="21470"/>
                  </a:lnTo>
                  <a:lnTo>
                    <a:pt x="2781" y="21508"/>
                  </a:lnTo>
                  <a:lnTo>
                    <a:pt x="2897" y="21470"/>
                  </a:lnTo>
                  <a:lnTo>
                    <a:pt x="3515" y="21161"/>
                  </a:lnTo>
                  <a:lnTo>
                    <a:pt x="4171" y="20775"/>
                  </a:lnTo>
                  <a:lnTo>
                    <a:pt x="4055" y="21161"/>
                  </a:lnTo>
                  <a:lnTo>
                    <a:pt x="3901" y="21547"/>
                  </a:lnTo>
                  <a:lnTo>
                    <a:pt x="3669" y="22049"/>
                  </a:lnTo>
                  <a:lnTo>
                    <a:pt x="3322" y="22551"/>
                  </a:lnTo>
                  <a:lnTo>
                    <a:pt x="2897" y="23014"/>
                  </a:lnTo>
                  <a:lnTo>
                    <a:pt x="2627" y="23246"/>
                  </a:lnTo>
                  <a:lnTo>
                    <a:pt x="2395" y="23401"/>
                  </a:lnTo>
                  <a:lnTo>
                    <a:pt x="2125" y="23594"/>
                  </a:lnTo>
                  <a:lnTo>
                    <a:pt x="1854" y="23709"/>
                  </a:lnTo>
                  <a:lnTo>
                    <a:pt x="1584" y="23787"/>
                  </a:lnTo>
                  <a:lnTo>
                    <a:pt x="1314" y="23787"/>
                  </a:lnTo>
                  <a:lnTo>
                    <a:pt x="1082" y="23748"/>
                  </a:lnTo>
                  <a:lnTo>
                    <a:pt x="812" y="23671"/>
                  </a:lnTo>
                  <a:lnTo>
                    <a:pt x="541" y="23516"/>
                  </a:lnTo>
                  <a:lnTo>
                    <a:pt x="310" y="23285"/>
                  </a:lnTo>
                  <a:lnTo>
                    <a:pt x="233" y="23246"/>
                  </a:lnTo>
                  <a:lnTo>
                    <a:pt x="78" y="23246"/>
                  </a:lnTo>
                  <a:lnTo>
                    <a:pt x="39" y="23362"/>
                  </a:lnTo>
                  <a:lnTo>
                    <a:pt x="1" y="23401"/>
                  </a:lnTo>
                  <a:lnTo>
                    <a:pt x="39" y="23478"/>
                  </a:lnTo>
                  <a:lnTo>
                    <a:pt x="155" y="23632"/>
                  </a:lnTo>
                  <a:lnTo>
                    <a:pt x="271" y="23787"/>
                  </a:lnTo>
                  <a:lnTo>
                    <a:pt x="387" y="23903"/>
                  </a:lnTo>
                  <a:lnTo>
                    <a:pt x="541" y="24018"/>
                  </a:lnTo>
                  <a:lnTo>
                    <a:pt x="696" y="24096"/>
                  </a:lnTo>
                  <a:lnTo>
                    <a:pt x="889" y="24134"/>
                  </a:lnTo>
                  <a:lnTo>
                    <a:pt x="1236" y="24211"/>
                  </a:lnTo>
                  <a:lnTo>
                    <a:pt x="1584" y="24173"/>
                  </a:lnTo>
                  <a:lnTo>
                    <a:pt x="1970" y="24096"/>
                  </a:lnTo>
                  <a:lnTo>
                    <a:pt x="2318" y="23941"/>
                  </a:lnTo>
                  <a:lnTo>
                    <a:pt x="2665" y="23748"/>
                  </a:lnTo>
                  <a:lnTo>
                    <a:pt x="3013" y="23478"/>
                  </a:lnTo>
                  <a:lnTo>
                    <a:pt x="3322" y="23207"/>
                  </a:lnTo>
                  <a:lnTo>
                    <a:pt x="3631" y="22860"/>
                  </a:lnTo>
                  <a:lnTo>
                    <a:pt x="3901" y="22512"/>
                  </a:lnTo>
                  <a:lnTo>
                    <a:pt x="4133" y="22126"/>
                  </a:lnTo>
                  <a:lnTo>
                    <a:pt x="4326" y="21702"/>
                  </a:lnTo>
                  <a:lnTo>
                    <a:pt x="4480" y="21315"/>
                  </a:lnTo>
                  <a:lnTo>
                    <a:pt x="4596" y="20852"/>
                  </a:lnTo>
                  <a:lnTo>
                    <a:pt x="5214" y="21972"/>
                  </a:lnTo>
                  <a:lnTo>
                    <a:pt x="5291" y="22049"/>
                  </a:lnTo>
                  <a:lnTo>
                    <a:pt x="5368" y="22088"/>
                  </a:lnTo>
                  <a:lnTo>
                    <a:pt x="5446" y="22049"/>
                  </a:lnTo>
                  <a:lnTo>
                    <a:pt x="5523" y="22010"/>
                  </a:lnTo>
                  <a:lnTo>
                    <a:pt x="5793" y="21547"/>
                  </a:lnTo>
                  <a:lnTo>
                    <a:pt x="6025" y="21084"/>
                  </a:lnTo>
                  <a:lnTo>
                    <a:pt x="6411" y="20118"/>
                  </a:lnTo>
                  <a:lnTo>
                    <a:pt x="6411" y="20041"/>
                  </a:lnTo>
                  <a:lnTo>
                    <a:pt x="6411" y="19964"/>
                  </a:lnTo>
                  <a:lnTo>
                    <a:pt x="6372" y="19925"/>
                  </a:lnTo>
                  <a:lnTo>
                    <a:pt x="6295" y="19887"/>
                  </a:lnTo>
                  <a:lnTo>
                    <a:pt x="5909" y="19771"/>
                  </a:lnTo>
                  <a:lnTo>
                    <a:pt x="5484" y="19732"/>
                  </a:lnTo>
                  <a:lnTo>
                    <a:pt x="5098" y="19732"/>
                  </a:lnTo>
                  <a:lnTo>
                    <a:pt x="4673" y="19848"/>
                  </a:lnTo>
                  <a:lnTo>
                    <a:pt x="4635" y="19230"/>
                  </a:lnTo>
                  <a:lnTo>
                    <a:pt x="4519" y="18651"/>
                  </a:lnTo>
                  <a:lnTo>
                    <a:pt x="4287" y="18033"/>
                  </a:lnTo>
                  <a:lnTo>
                    <a:pt x="4055" y="17454"/>
                  </a:lnTo>
                  <a:lnTo>
                    <a:pt x="4055" y="17454"/>
                  </a:lnTo>
                  <a:lnTo>
                    <a:pt x="4519" y="17531"/>
                  </a:lnTo>
                  <a:lnTo>
                    <a:pt x="4982" y="17608"/>
                  </a:lnTo>
                  <a:lnTo>
                    <a:pt x="5059" y="17608"/>
                  </a:lnTo>
                  <a:lnTo>
                    <a:pt x="5098" y="17531"/>
                  </a:lnTo>
                  <a:lnTo>
                    <a:pt x="5137" y="17492"/>
                  </a:lnTo>
                  <a:lnTo>
                    <a:pt x="5137" y="17377"/>
                  </a:lnTo>
                  <a:lnTo>
                    <a:pt x="5098" y="17029"/>
                  </a:lnTo>
                  <a:lnTo>
                    <a:pt x="4982" y="16643"/>
                  </a:lnTo>
                  <a:lnTo>
                    <a:pt x="4828" y="16295"/>
                  </a:lnTo>
                  <a:lnTo>
                    <a:pt x="4673" y="15987"/>
                  </a:lnTo>
                  <a:lnTo>
                    <a:pt x="4596" y="15909"/>
                  </a:lnTo>
                  <a:lnTo>
                    <a:pt x="4635" y="15909"/>
                  </a:lnTo>
                  <a:lnTo>
                    <a:pt x="5600" y="14481"/>
                  </a:lnTo>
                  <a:lnTo>
                    <a:pt x="5639" y="14365"/>
                  </a:lnTo>
                  <a:lnTo>
                    <a:pt x="5600" y="14287"/>
                  </a:lnTo>
                  <a:lnTo>
                    <a:pt x="5561" y="14210"/>
                  </a:lnTo>
                  <a:lnTo>
                    <a:pt x="5446" y="14172"/>
                  </a:lnTo>
                  <a:lnTo>
                    <a:pt x="4210" y="13979"/>
                  </a:lnTo>
                  <a:lnTo>
                    <a:pt x="4480" y="13747"/>
                  </a:lnTo>
                  <a:lnTo>
                    <a:pt x="4789" y="13554"/>
                  </a:lnTo>
                  <a:lnTo>
                    <a:pt x="5098" y="13361"/>
                  </a:lnTo>
                  <a:lnTo>
                    <a:pt x="5407" y="13168"/>
                  </a:lnTo>
                  <a:lnTo>
                    <a:pt x="6025" y="13399"/>
                  </a:lnTo>
                  <a:lnTo>
                    <a:pt x="6141" y="13438"/>
                  </a:lnTo>
                  <a:lnTo>
                    <a:pt x="6218" y="13361"/>
                  </a:lnTo>
                  <a:lnTo>
                    <a:pt x="6256" y="13283"/>
                  </a:lnTo>
                  <a:lnTo>
                    <a:pt x="6295" y="13168"/>
                  </a:lnTo>
                  <a:lnTo>
                    <a:pt x="6179" y="12704"/>
                  </a:lnTo>
                  <a:lnTo>
                    <a:pt x="6063" y="12241"/>
                  </a:lnTo>
                  <a:lnTo>
                    <a:pt x="6913" y="11932"/>
                  </a:lnTo>
                  <a:lnTo>
                    <a:pt x="7724" y="11584"/>
                  </a:lnTo>
                  <a:lnTo>
                    <a:pt x="8535" y="11121"/>
                  </a:lnTo>
                  <a:lnTo>
                    <a:pt x="9268" y="10619"/>
                  </a:lnTo>
                  <a:lnTo>
                    <a:pt x="9963" y="10078"/>
                  </a:lnTo>
                  <a:lnTo>
                    <a:pt x="10311" y="9770"/>
                  </a:lnTo>
                  <a:lnTo>
                    <a:pt x="10620" y="9422"/>
                  </a:lnTo>
                  <a:lnTo>
                    <a:pt x="10890" y="9074"/>
                  </a:lnTo>
                  <a:lnTo>
                    <a:pt x="11161" y="8727"/>
                  </a:lnTo>
                  <a:lnTo>
                    <a:pt x="11392" y="8341"/>
                  </a:lnTo>
                  <a:lnTo>
                    <a:pt x="11624" y="7955"/>
                  </a:lnTo>
                  <a:lnTo>
                    <a:pt x="11817" y="7568"/>
                  </a:lnTo>
                  <a:lnTo>
                    <a:pt x="11971" y="7182"/>
                  </a:lnTo>
                  <a:lnTo>
                    <a:pt x="12126" y="6758"/>
                  </a:lnTo>
                  <a:lnTo>
                    <a:pt x="12242" y="6333"/>
                  </a:lnTo>
                  <a:lnTo>
                    <a:pt x="12319" y="5947"/>
                  </a:lnTo>
                  <a:lnTo>
                    <a:pt x="12358" y="5522"/>
                  </a:lnTo>
                  <a:lnTo>
                    <a:pt x="12396" y="5097"/>
                  </a:lnTo>
                  <a:lnTo>
                    <a:pt x="12396" y="4672"/>
                  </a:lnTo>
                  <a:lnTo>
                    <a:pt x="12358" y="4248"/>
                  </a:lnTo>
                  <a:lnTo>
                    <a:pt x="12280" y="3823"/>
                  </a:lnTo>
                  <a:lnTo>
                    <a:pt x="12203" y="3437"/>
                  </a:lnTo>
                  <a:lnTo>
                    <a:pt x="12049" y="3051"/>
                  </a:lnTo>
                  <a:lnTo>
                    <a:pt x="11894" y="2664"/>
                  </a:lnTo>
                  <a:lnTo>
                    <a:pt x="11701" y="2278"/>
                  </a:lnTo>
                  <a:lnTo>
                    <a:pt x="11469" y="1892"/>
                  </a:lnTo>
                  <a:lnTo>
                    <a:pt x="11161" y="1545"/>
                  </a:lnTo>
                  <a:lnTo>
                    <a:pt x="10890" y="1274"/>
                  </a:lnTo>
                  <a:lnTo>
                    <a:pt x="10620" y="1004"/>
                  </a:lnTo>
                  <a:lnTo>
                    <a:pt x="10311" y="772"/>
                  </a:lnTo>
                  <a:lnTo>
                    <a:pt x="9963" y="579"/>
                  </a:lnTo>
                  <a:lnTo>
                    <a:pt x="9655" y="386"/>
                  </a:lnTo>
                  <a:lnTo>
                    <a:pt x="9307" y="232"/>
                  </a:lnTo>
                  <a:lnTo>
                    <a:pt x="8921" y="116"/>
                  </a:lnTo>
                  <a:lnTo>
                    <a:pt x="8573" y="39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18"/>
            <p:cNvSpPr/>
            <p:nvPr/>
          </p:nvSpPr>
          <p:spPr>
            <a:xfrm>
              <a:off x="5860425" y="885700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9" y="310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3"/>
                  </a:lnTo>
                  <a:lnTo>
                    <a:pt x="7299" y="503"/>
                  </a:lnTo>
                  <a:lnTo>
                    <a:pt x="7454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4"/>
                  </a:lnTo>
                  <a:lnTo>
                    <a:pt x="6295" y="4944"/>
                  </a:lnTo>
                  <a:lnTo>
                    <a:pt x="6218" y="3978"/>
                  </a:lnTo>
                  <a:lnTo>
                    <a:pt x="6141" y="2974"/>
                  </a:lnTo>
                  <a:lnTo>
                    <a:pt x="6141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5"/>
                  </a:lnTo>
                  <a:lnTo>
                    <a:pt x="6450" y="503"/>
                  </a:lnTo>
                  <a:lnTo>
                    <a:pt x="6527" y="426"/>
                  </a:lnTo>
                  <a:lnTo>
                    <a:pt x="6643" y="348"/>
                  </a:lnTo>
                  <a:lnTo>
                    <a:pt x="6759" y="310"/>
                  </a:lnTo>
                  <a:close/>
                  <a:moveTo>
                    <a:pt x="11972" y="4712"/>
                  </a:moveTo>
                  <a:lnTo>
                    <a:pt x="12087" y="4750"/>
                  </a:lnTo>
                  <a:lnTo>
                    <a:pt x="12165" y="4828"/>
                  </a:lnTo>
                  <a:lnTo>
                    <a:pt x="12281" y="4905"/>
                  </a:lnTo>
                  <a:lnTo>
                    <a:pt x="12319" y="4982"/>
                  </a:lnTo>
                  <a:lnTo>
                    <a:pt x="12396" y="5137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2"/>
                  </a:lnTo>
                  <a:lnTo>
                    <a:pt x="10041" y="5832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9" y="5252"/>
                  </a:lnTo>
                  <a:lnTo>
                    <a:pt x="7956" y="5021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9" y="4750"/>
                  </a:lnTo>
                  <a:lnTo>
                    <a:pt x="11354" y="4712"/>
                  </a:lnTo>
                  <a:close/>
                  <a:moveTo>
                    <a:pt x="5639" y="5754"/>
                  </a:moveTo>
                  <a:lnTo>
                    <a:pt x="4558" y="6449"/>
                  </a:lnTo>
                  <a:lnTo>
                    <a:pt x="3438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30" y="7917"/>
                  </a:lnTo>
                  <a:lnTo>
                    <a:pt x="1121" y="7955"/>
                  </a:lnTo>
                  <a:lnTo>
                    <a:pt x="928" y="7917"/>
                  </a:lnTo>
                  <a:lnTo>
                    <a:pt x="851" y="7878"/>
                  </a:lnTo>
                  <a:lnTo>
                    <a:pt x="773" y="7801"/>
                  </a:lnTo>
                  <a:lnTo>
                    <a:pt x="735" y="7685"/>
                  </a:lnTo>
                  <a:lnTo>
                    <a:pt x="696" y="7531"/>
                  </a:lnTo>
                  <a:lnTo>
                    <a:pt x="696" y="7376"/>
                  </a:lnTo>
                  <a:lnTo>
                    <a:pt x="696" y="7222"/>
                  </a:lnTo>
                  <a:lnTo>
                    <a:pt x="735" y="7145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3"/>
                  </a:lnTo>
                  <a:lnTo>
                    <a:pt x="2743" y="6449"/>
                  </a:lnTo>
                  <a:lnTo>
                    <a:pt x="3592" y="6295"/>
                  </a:lnTo>
                  <a:lnTo>
                    <a:pt x="4635" y="6063"/>
                  </a:lnTo>
                  <a:lnTo>
                    <a:pt x="5137" y="5909"/>
                  </a:lnTo>
                  <a:lnTo>
                    <a:pt x="5639" y="5754"/>
                  </a:lnTo>
                  <a:close/>
                  <a:moveTo>
                    <a:pt x="6952" y="1"/>
                  </a:moveTo>
                  <a:lnTo>
                    <a:pt x="6720" y="39"/>
                  </a:lnTo>
                  <a:lnTo>
                    <a:pt x="6527" y="117"/>
                  </a:lnTo>
                  <a:lnTo>
                    <a:pt x="6334" y="233"/>
                  </a:lnTo>
                  <a:lnTo>
                    <a:pt x="6141" y="426"/>
                  </a:lnTo>
                  <a:lnTo>
                    <a:pt x="5986" y="619"/>
                  </a:lnTo>
                  <a:lnTo>
                    <a:pt x="5909" y="812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2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4" y="5021"/>
                  </a:lnTo>
                  <a:lnTo>
                    <a:pt x="6025" y="5137"/>
                  </a:lnTo>
                  <a:lnTo>
                    <a:pt x="6064" y="5252"/>
                  </a:lnTo>
                  <a:lnTo>
                    <a:pt x="5523" y="5446"/>
                  </a:lnTo>
                  <a:lnTo>
                    <a:pt x="4982" y="5561"/>
                  </a:lnTo>
                  <a:lnTo>
                    <a:pt x="3940" y="5832"/>
                  </a:lnTo>
                  <a:lnTo>
                    <a:pt x="2858" y="6025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1" y="6643"/>
                  </a:lnTo>
                  <a:lnTo>
                    <a:pt x="503" y="6836"/>
                  </a:lnTo>
                  <a:lnTo>
                    <a:pt x="233" y="7029"/>
                  </a:lnTo>
                  <a:lnTo>
                    <a:pt x="117" y="7145"/>
                  </a:lnTo>
                  <a:lnTo>
                    <a:pt x="40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40" y="7724"/>
                  </a:lnTo>
                  <a:lnTo>
                    <a:pt x="117" y="7917"/>
                  </a:lnTo>
                  <a:lnTo>
                    <a:pt x="233" y="8033"/>
                  </a:lnTo>
                  <a:lnTo>
                    <a:pt x="349" y="8149"/>
                  </a:lnTo>
                  <a:lnTo>
                    <a:pt x="503" y="8226"/>
                  </a:lnTo>
                  <a:lnTo>
                    <a:pt x="619" y="8264"/>
                  </a:lnTo>
                  <a:lnTo>
                    <a:pt x="928" y="8342"/>
                  </a:lnTo>
                  <a:lnTo>
                    <a:pt x="1275" y="8342"/>
                  </a:lnTo>
                  <a:lnTo>
                    <a:pt x="1623" y="8303"/>
                  </a:lnTo>
                  <a:lnTo>
                    <a:pt x="1932" y="8187"/>
                  </a:lnTo>
                  <a:lnTo>
                    <a:pt x="2550" y="7994"/>
                  </a:lnTo>
                  <a:lnTo>
                    <a:pt x="3554" y="7531"/>
                  </a:lnTo>
                  <a:lnTo>
                    <a:pt x="4519" y="6990"/>
                  </a:lnTo>
                  <a:lnTo>
                    <a:pt x="5446" y="6372"/>
                  </a:lnTo>
                  <a:lnTo>
                    <a:pt x="5909" y="6063"/>
                  </a:lnTo>
                  <a:lnTo>
                    <a:pt x="6334" y="5716"/>
                  </a:lnTo>
                  <a:lnTo>
                    <a:pt x="6527" y="6102"/>
                  </a:lnTo>
                  <a:lnTo>
                    <a:pt x="6643" y="6295"/>
                  </a:lnTo>
                  <a:lnTo>
                    <a:pt x="6759" y="6449"/>
                  </a:lnTo>
                  <a:lnTo>
                    <a:pt x="7029" y="6372"/>
                  </a:lnTo>
                  <a:lnTo>
                    <a:pt x="7029" y="6334"/>
                  </a:lnTo>
                  <a:lnTo>
                    <a:pt x="6836" y="5986"/>
                  </a:lnTo>
                  <a:lnTo>
                    <a:pt x="6759" y="5832"/>
                  </a:lnTo>
                  <a:lnTo>
                    <a:pt x="6720" y="5639"/>
                  </a:lnTo>
                  <a:lnTo>
                    <a:pt x="6720" y="5561"/>
                  </a:lnTo>
                  <a:lnTo>
                    <a:pt x="7569" y="5832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8"/>
                  </a:lnTo>
                  <a:lnTo>
                    <a:pt x="11006" y="6218"/>
                  </a:lnTo>
                  <a:lnTo>
                    <a:pt x="11470" y="6179"/>
                  </a:lnTo>
                  <a:lnTo>
                    <a:pt x="11933" y="6141"/>
                  </a:lnTo>
                  <a:lnTo>
                    <a:pt x="12358" y="5986"/>
                  </a:lnTo>
                  <a:lnTo>
                    <a:pt x="12512" y="5909"/>
                  </a:lnTo>
                  <a:lnTo>
                    <a:pt x="12667" y="5793"/>
                  </a:lnTo>
                  <a:lnTo>
                    <a:pt x="12821" y="5677"/>
                  </a:lnTo>
                  <a:lnTo>
                    <a:pt x="12898" y="5523"/>
                  </a:lnTo>
                  <a:lnTo>
                    <a:pt x="12976" y="5368"/>
                  </a:lnTo>
                  <a:lnTo>
                    <a:pt x="12976" y="5175"/>
                  </a:lnTo>
                  <a:lnTo>
                    <a:pt x="12976" y="4982"/>
                  </a:lnTo>
                  <a:lnTo>
                    <a:pt x="12898" y="4828"/>
                  </a:lnTo>
                  <a:lnTo>
                    <a:pt x="12821" y="4712"/>
                  </a:lnTo>
                  <a:lnTo>
                    <a:pt x="12744" y="4635"/>
                  </a:lnTo>
                  <a:lnTo>
                    <a:pt x="12628" y="4519"/>
                  </a:lnTo>
                  <a:lnTo>
                    <a:pt x="12474" y="4480"/>
                  </a:lnTo>
                  <a:lnTo>
                    <a:pt x="12165" y="4364"/>
                  </a:lnTo>
                  <a:lnTo>
                    <a:pt x="11817" y="4326"/>
                  </a:lnTo>
                  <a:lnTo>
                    <a:pt x="11470" y="4326"/>
                  </a:lnTo>
                  <a:lnTo>
                    <a:pt x="10890" y="4364"/>
                  </a:lnTo>
                  <a:lnTo>
                    <a:pt x="9848" y="4403"/>
                  </a:lnTo>
                  <a:lnTo>
                    <a:pt x="8844" y="4480"/>
                  </a:lnTo>
                  <a:lnTo>
                    <a:pt x="7840" y="4635"/>
                  </a:lnTo>
                  <a:lnTo>
                    <a:pt x="6836" y="4828"/>
                  </a:lnTo>
                  <a:lnTo>
                    <a:pt x="7376" y="3476"/>
                  </a:lnTo>
                  <a:lnTo>
                    <a:pt x="7647" y="2742"/>
                  </a:lnTo>
                  <a:lnTo>
                    <a:pt x="7840" y="2047"/>
                  </a:lnTo>
                  <a:lnTo>
                    <a:pt x="7917" y="1816"/>
                  </a:lnTo>
                  <a:lnTo>
                    <a:pt x="7917" y="1545"/>
                  </a:lnTo>
                  <a:lnTo>
                    <a:pt x="7917" y="1314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9"/>
                  </a:lnTo>
                  <a:lnTo>
                    <a:pt x="7531" y="426"/>
                  </a:lnTo>
                  <a:lnTo>
                    <a:pt x="7338" y="271"/>
                  </a:lnTo>
                  <a:lnTo>
                    <a:pt x="7261" y="155"/>
                  </a:lnTo>
                  <a:lnTo>
                    <a:pt x="7145" y="78"/>
                  </a:lnTo>
                  <a:lnTo>
                    <a:pt x="695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18"/>
            <p:cNvSpPr/>
            <p:nvPr/>
          </p:nvSpPr>
          <p:spPr>
            <a:xfrm>
              <a:off x="6760175" y="920450"/>
              <a:ext cx="375550" cy="387150"/>
            </a:xfrm>
            <a:custGeom>
              <a:avLst/>
              <a:gdLst/>
              <a:ahLst/>
              <a:cxnLst/>
              <a:rect l="l" t="t" r="r" b="b"/>
              <a:pathLst>
                <a:path w="15022" h="15486" extrusionOk="0">
                  <a:moveTo>
                    <a:pt x="7491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2" y="850"/>
                  </a:lnTo>
                  <a:lnTo>
                    <a:pt x="10194" y="1044"/>
                  </a:lnTo>
                  <a:lnTo>
                    <a:pt x="10696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79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79" y="9230"/>
                  </a:lnTo>
                  <a:lnTo>
                    <a:pt x="4170" y="10041"/>
                  </a:lnTo>
                  <a:lnTo>
                    <a:pt x="3977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91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8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91" y="503"/>
                  </a:lnTo>
                  <a:close/>
                  <a:moveTo>
                    <a:pt x="11971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52" y="3206"/>
                  </a:lnTo>
                  <a:lnTo>
                    <a:pt x="13322" y="3669"/>
                  </a:lnTo>
                  <a:lnTo>
                    <a:pt x="13592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7" y="6797"/>
                  </a:lnTo>
                  <a:lnTo>
                    <a:pt x="12164" y="6952"/>
                  </a:lnTo>
                  <a:lnTo>
                    <a:pt x="11391" y="7145"/>
                  </a:lnTo>
                  <a:lnTo>
                    <a:pt x="10658" y="7415"/>
                  </a:lnTo>
                  <a:lnTo>
                    <a:pt x="9963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7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7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1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0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719" y="12667"/>
                  </a:lnTo>
                  <a:lnTo>
                    <a:pt x="6178" y="12782"/>
                  </a:lnTo>
                  <a:lnTo>
                    <a:pt x="5676" y="12937"/>
                  </a:lnTo>
                  <a:lnTo>
                    <a:pt x="5174" y="13130"/>
                  </a:lnTo>
                  <a:lnTo>
                    <a:pt x="4672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69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4" y="4519"/>
                  </a:lnTo>
                  <a:lnTo>
                    <a:pt x="2471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80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6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58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0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8"/>
                  </a:lnTo>
                  <a:lnTo>
                    <a:pt x="3244" y="13439"/>
                  </a:lnTo>
                  <a:lnTo>
                    <a:pt x="3166" y="13439"/>
                  </a:lnTo>
                  <a:lnTo>
                    <a:pt x="3051" y="13478"/>
                  </a:lnTo>
                  <a:lnTo>
                    <a:pt x="2973" y="13516"/>
                  </a:lnTo>
                  <a:lnTo>
                    <a:pt x="3051" y="13362"/>
                  </a:lnTo>
                  <a:lnTo>
                    <a:pt x="3166" y="13207"/>
                  </a:lnTo>
                  <a:lnTo>
                    <a:pt x="3321" y="13130"/>
                  </a:lnTo>
                  <a:lnTo>
                    <a:pt x="3475" y="13014"/>
                  </a:lnTo>
                  <a:lnTo>
                    <a:pt x="3668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0" y="13362"/>
                  </a:lnTo>
                  <a:lnTo>
                    <a:pt x="11893" y="13478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7" y="14983"/>
                  </a:lnTo>
                  <a:lnTo>
                    <a:pt x="7375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3" y="14636"/>
                  </a:lnTo>
                  <a:lnTo>
                    <a:pt x="5020" y="14482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50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6" y="12860"/>
                  </a:lnTo>
                  <a:close/>
                  <a:moveTo>
                    <a:pt x="7607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84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5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9"/>
                  </a:lnTo>
                  <a:lnTo>
                    <a:pt x="270" y="9925"/>
                  </a:lnTo>
                  <a:lnTo>
                    <a:pt x="463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6" y="14134"/>
                  </a:lnTo>
                  <a:lnTo>
                    <a:pt x="3475" y="14327"/>
                  </a:lnTo>
                  <a:lnTo>
                    <a:pt x="3784" y="14520"/>
                  </a:lnTo>
                  <a:lnTo>
                    <a:pt x="4132" y="14597"/>
                  </a:lnTo>
                  <a:lnTo>
                    <a:pt x="4557" y="14829"/>
                  </a:lnTo>
                  <a:lnTo>
                    <a:pt x="4981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98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8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1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5" y="8882"/>
                  </a:lnTo>
                  <a:lnTo>
                    <a:pt x="14983" y="8303"/>
                  </a:lnTo>
                  <a:lnTo>
                    <a:pt x="15021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3" y="233"/>
                  </a:lnTo>
                  <a:lnTo>
                    <a:pt x="8766" y="117"/>
                  </a:lnTo>
                  <a:lnTo>
                    <a:pt x="8186" y="40"/>
                  </a:lnTo>
                  <a:lnTo>
                    <a:pt x="76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18"/>
            <p:cNvSpPr/>
            <p:nvPr/>
          </p:nvSpPr>
          <p:spPr>
            <a:xfrm>
              <a:off x="1177425" y="95232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8"/>
                  </a:lnTo>
                  <a:lnTo>
                    <a:pt x="23787" y="2124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47"/>
                  </a:lnTo>
                  <a:lnTo>
                    <a:pt x="23092" y="1931"/>
                  </a:lnTo>
                  <a:lnTo>
                    <a:pt x="23015" y="1815"/>
                  </a:lnTo>
                  <a:lnTo>
                    <a:pt x="22976" y="1622"/>
                  </a:lnTo>
                  <a:lnTo>
                    <a:pt x="22976" y="1429"/>
                  </a:lnTo>
                  <a:lnTo>
                    <a:pt x="23053" y="1236"/>
                  </a:lnTo>
                  <a:lnTo>
                    <a:pt x="23169" y="1081"/>
                  </a:lnTo>
                  <a:lnTo>
                    <a:pt x="23285" y="966"/>
                  </a:lnTo>
                  <a:close/>
                  <a:moveTo>
                    <a:pt x="24096" y="2394"/>
                  </a:moveTo>
                  <a:lnTo>
                    <a:pt x="24212" y="2742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784"/>
                  </a:lnTo>
                  <a:lnTo>
                    <a:pt x="24173" y="3707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3"/>
                  </a:lnTo>
                  <a:lnTo>
                    <a:pt x="23710" y="3128"/>
                  </a:lnTo>
                  <a:lnTo>
                    <a:pt x="23710" y="2896"/>
                  </a:lnTo>
                  <a:lnTo>
                    <a:pt x="23787" y="2703"/>
                  </a:lnTo>
                  <a:lnTo>
                    <a:pt x="23941" y="2549"/>
                  </a:lnTo>
                  <a:lnTo>
                    <a:pt x="24096" y="2394"/>
                  </a:lnTo>
                  <a:close/>
                  <a:moveTo>
                    <a:pt x="16180" y="4943"/>
                  </a:moveTo>
                  <a:lnTo>
                    <a:pt x="16296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66" y="5252"/>
                  </a:lnTo>
                  <a:lnTo>
                    <a:pt x="16566" y="5406"/>
                  </a:lnTo>
                  <a:lnTo>
                    <a:pt x="16296" y="5406"/>
                  </a:lnTo>
                  <a:lnTo>
                    <a:pt x="15678" y="5479"/>
                  </a:lnTo>
                  <a:lnTo>
                    <a:pt x="15678" y="5479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94" y="5136"/>
                  </a:lnTo>
                  <a:lnTo>
                    <a:pt x="15871" y="5059"/>
                  </a:lnTo>
                  <a:lnTo>
                    <a:pt x="15948" y="5020"/>
                  </a:lnTo>
                  <a:lnTo>
                    <a:pt x="16064" y="4943"/>
                  </a:lnTo>
                  <a:close/>
                  <a:moveTo>
                    <a:pt x="24443" y="4209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484"/>
                  </a:lnTo>
                  <a:lnTo>
                    <a:pt x="24057" y="5406"/>
                  </a:lnTo>
                  <a:lnTo>
                    <a:pt x="23903" y="5252"/>
                  </a:lnTo>
                  <a:lnTo>
                    <a:pt x="23826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903" y="4595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09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04"/>
                  </a:lnTo>
                  <a:lnTo>
                    <a:pt x="17995" y="4982"/>
                  </a:lnTo>
                  <a:lnTo>
                    <a:pt x="18111" y="5175"/>
                  </a:lnTo>
                  <a:lnTo>
                    <a:pt x="18149" y="5406"/>
                  </a:lnTo>
                  <a:lnTo>
                    <a:pt x="18072" y="5599"/>
                  </a:lnTo>
                  <a:lnTo>
                    <a:pt x="17570" y="5484"/>
                  </a:lnTo>
                  <a:lnTo>
                    <a:pt x="17029" y="5406"/>
                  </a:lnTo>
                  <a:lnTo>
                    <a:pt x="17068" y="5290"/>
                  </a:lnTo>
                  <a:lnTo>
                    <a:pt x="17107" y="5136"/>
                  </a:lnTo>
                  <a:lnTo>
                    <a:pt x="17184" y="5020"/>
                  </a:lnTo>
                  <a:lnTo>
                    <a:pt x="17300" y="4943"/>
                  </a:lnTo>
                  <a:lnTo>
                    <a:pt x="17416" y="4866"/>
                  </a:lnTo>
                  <a:lnTo>
                    <a:pt x="17531" y="4827"/>
                  </a:lnTo>
                  <a:close/>
                  <a:moveTo>
                    <a:pt x="14597" y="5290"/>
                  </a:moveTo>
                  <a:lnTo>
                    <a:pt x="14713" y="5329"/>
                  </a:lnTo>
                  <a:lnTo>
                    <a:pt x="14828" y="5368"/>
                  </a:lnTo>
                  <a:lnTo>
                    <a:pt x="14944" y="5445"/>
                  </a:lnTo>
                  <a:lnTo>
                    <a:pt x="15021" y="5522"/>
                  </a:lnTo>
                  <a:lnTo>
                    <a:pt x="15060" y="5638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24"/>
                  </a:lnTo>
                  <a:lnTo>
                    <a:pt x="14056" y="5792"/>
                  </a:lnTo>
                  <a:lnTo>
                    <a:pt x="14133" y="5599"/>
                  </a:lnTo>
                  <a:lnTo>
                    <a:pt x="14249" y="5406"/>
                  </a:lnTo>
                  <a:lnTo>
                    <a:pt x="14365" y="5368"/>
                  </a:lnTo>
                  <a:lnTo>
                    <a:pt x="14481" y="5329"/>
                  </a:lnTo>
                  <a:lnTo>
                    <a:pt x="14597" y="5290"/>
                  </a:lnTo>
                  <a:close/>
                  <a:moveTo>
                    <a:pt x="19115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85" y="5792"/>
                  </a:lnTo>
                  <a:lnTo>
                    <a:pt x="19385" y="5986"/>
                  </a:lnTo>
                  <a:lnTo>
                    <a:pt x="19346" y="6140"/>
                  </a:lnTo>
                  <a:lnTo>
                    <a:pt x="18613" y="5792"/>
                  </a:lnTo>
                  <a:lnTo>
                    <a:pt x="18651" y="5715"/>
                  </a:lnTo>
                  <a:lnTo>
                    <a:pt x="18690" y="5638"/>
                  </a:lnTo>
                  <a:lnTo>
                    <a:pt x="18844" y="5522"/>
                  </a:lnTo>
                  <a:lnTo>
                    <a:pt x="18999" y="5484"/>
                  </a:lnTo>
                  <a:close/>
                  <a:moveTo>
                    <a:pt x="20350" y="6063"/>
                  </a:moveTo>
                  <a:lnTo>
                    <a:pt x="20466" y="6101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52" y="6719"/>
                  </a:lnTo>
                  <a:lnTo>
                    <a:pt x="20891" y="6912"/>
                  </a:lnTo>
                  <a:lnTo>
                    <a:pt x="20891" y="6912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48" y="6256"/>
                  </a:lnTo>
                  <a:lnTo>
                    <a:pt x="19887" y="6179"/>
                  </a:lnTo>
                  <a:lnTo>
                    <a:pt x="20003" y="6101"/>
                  </a:lnTo>
                  <a:lnTo>
                    <a:pt x="20080" y="6063"/>
                  </a:lnTo>
                  <a:close/>
                  <a:moveTo>
                    <a:pt x="23748" y="5870"/>
                  </a:moveTo>
                  <a:lnTo>
                    <a:pt x="23941" y="5947"/>
                  </a:lnTo>
                  <a:lnTo>
                    <a:pt x="24019" y="5986"/>
                  </a:lnTo>
                  <a:lnTo>
                    <a:pt x="24096" y="5986"/>
                  </a:lnTo>
                  <a:lnTo>
                    <a:pt x="23941" y="6294"/>
                  </a:lnTo>
                  <a:lnTo>
                    <a:pt x="23748" y="6526"/>
                  </a:lnTo>
                  <a:lnTo>
                    <a:pt x="23517" y="6758"/>
                  </a:lnTo>
                  <a:lnTo>
                    <a:pt x="23246" y="6951"/>
                  </a:lnTo>
                  <a:lnTo>
                    <a:pt x="23208" y="6912"/>
                  </a:lnTo>
                  <a:lnTo>
                    <a:pt x="23092" y="6719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9"/>
                  </a:lnTo>
                  <a:lnTo>
                    <a:pt x="23131" y="6063"/>
                  </a:lnTo>
                  <a:lnTo>
                    <a:pt x="23208" y="5986"/>
                  </a:lnTo>
                  <a:lnTo>
                    <a:pt x="23285" y="5908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2"/>
                  </a:lnTo>
                  <a:lnTo>
                    <a:pt x="12627" y="6796"/>
                  </a:lnTo>
                  <a:lnTo>
                    <a:pt x="12627" y="6642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98" y="6179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681"/>
                  </a:lnTo>
                  <a:lnTo>
                    <a:pt x="22629" y="6835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05"/>
                  </a:lnTo>
                  <a:lnTo>
                    <a:pt x="22551" y="7221"/>
                  </a:lnTo>
                  <a:lnTo>
                    <a:pt x="22165" y="7221"/>
                  </a:lnTo>
                  <a:lnTo>
                    <a:pt x="21779" y="7183"/>
                  </a:lnTo>
                  <a:lnTo>
                    <a:pt x="21393" y="7105"/>
                  </a:lnTo>
                  <a:lnTo>
                    <a:pt x="21509" y="6912"/>
                  </a:lnTo>
                  <a:lnTo>
                    <a:pt x="21625" y="6719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376"/>
                  </a:moveTo>
                  <a:lnTo>
                    <a:pt x="12473" y="7414"/>
                  </a:lnTo>
                  <a:lnTo>
                    <a:pt x="12125" y="7955"/>
                  </a:lnTo>
                  <a:lnTo>
                    <a:pt x="11816" y="8534"/>
                  </a:lnTo>
                  <a:lnTo>
                    <a:pt x="11701" y="8341"/>
                  </a:lnTo>
                  <a:lnTo>
                    <a:pt x="11662" y="8071"/>
                  </a:lnTo>
                  <a:lnTo>
                    <a:pt x="11662" y="7955"/>
                  </a:lnTo>
                  <a:lnTo>
                    <a:pt x="11701" y="7800"/>
                  </a:lnTo>
                  <a:lnTo>
                    <a:pt x="11739" y="7685"/>
                  </a:lnTo>
                  <a:lnTo>
                    <a:pt x="11816" y="7607"/>
                  </a:lnTo>
                  <a:lnTo>
                    <a:pt x="11932" y="7492"/>
                  </a:lnTo>
                  <a:lnTo>
                    <a:pt x="12048" y="7453"/>
                  </a:lnTo>
                  <a:lnTo>
                    <a:pt x="12164" y="7414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94" y="9384"/>
                  </a:lnTo>
                  <a:lnTo>
                    <a:pt x="2472" y="9461"/>
                  </a:lnTo>
                  <a:lnTo>
                    <a:pt x="2549" y="9538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9963"/>
                  </a:lnTo>
                  <a:lnTo>
                    <a:pt x="2124" y="9886"/>
                  </a:lnTo>
                  <a:lnTo>
                    <a:pt x="1661" y="9847"/>
                  </a:lnTo>
                  <a:lnTo>
                    <a:pt x="1699" y="9731"/>
                  </a:lnTo>
                  <a:lnTo>
                    <a:pt x="1738" y="9615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lnTo>
                    <a:pt x="2124" y="9345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01"/>
                  </a:lnTo>
                  <a:lnTo>
                    <a:pt x="11276" y="10272"/>
                  </a:lnTo>
                  <a:lnTo>
                    <a:pt x="11237" y="10233"/>
                  </a:lnTo>
                  <a:lnTo>
                    <a:pt x="11083" y="10040"/>
                  </a:lnTo>
                  <a:lnTo>
                    <a:pt x="10967" y="9808"/>
                  </a:lnTo>
                  <a:lnTo>
                    <a:pt x="10928" y="9693"/>
                  </a:lnTo>
                  <a:lnTo>
                    <a:pt x="10928" y="9538"/>
                  </a:lnTo>
                  <a:lnTo>
                    <a:pt x="10967" y="9422"/>
                  </a:lnTo>
                  <a:lnTo>
                    <a:pt x="11006" y="9306"/>
                  </a:lnTo>
                  <a:lnTo>
                    <a:pt x="11121" y="9152"/>
                  </a:lnTo>
                  <a:lnTo>
                    <a:pt x="11276" y="9036"/>
                  </a:lnTo>
                  <a:lnTo>
                    <a:pt x="11469" y="8997"/>
                  </a:lnTo>
                  <a:close/>
                  <a:moveTo>
                    <a:pt x="3785" y="9731"/>
                  </a:moveTo>
                  <a:lnTo>
                    <a:pt x="3900" y="9770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71" y="10117"/>
                  </a:lnTo>
                  <a:lnTo>
                    <a:pt x="4171" y="10233"/>
                  </a:lnTo>
                  <a:lnTo>
                    <a:pt x="4171" y="10388"/>
                  </a:lnTo>
                  <a:lnTo>
                    <a:pt x="4132" y="10503"/>
                  </a:lnTo>
                  <a:lnTo>
                    <a:pt x="4055" y="10619"/>
                  </a:lnTo>
                  <a:lnTo>
                    <a:pt x="3900" y="10542"/>
                  </a:lnTo>
                  <a:lnTo>
                    <a:pt x="3514" y="10310"/>
                  </a:lnTo>
                  <a:lnTo>
                    <a:pt x="3089" y="10117"/>
                  </a:lnTo>
                  <a:lnTo>
                    <a:pt x="3167" y="10001"/>
                  </a:lnTo>
                  <a:lnTo>
                    <a:pt x="3244" y="9886"/>
                  </a:lnTo>
                  <a:lnTo>
                    <a:pt x="3360" y="9808"/>
                  </a:lnTo>
                  <a:lnTo>
                    <a:pt x="3514" y="9770"/>
                  </a:lnTo>
                  <a:lnTo>
                    <a:pt x="3630" y="9731"/>
                  </a:lnTo>
                  <a:close/>
                  <a:moveTo>
                    <a:pt x="4827" y="10619"/>
                  </a:moveTo>
                  <a:lnTo>
                    <a:pt x="4943" y="10658"/>
                  </a:lnTo>
                  <a:lnTo>
                    <a:pt x="5020" y="10697"/>
                  </a:lnTo>
                  <a:lnTo>
                    <a:pt x="5097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890"/>
                  </a:lnTo>
                  <a:lnTo>
                    <a:pt x="4441" y="10812"/>
                  </a:lnTo>
                  <a:lnTo>
                    <a:pt x="4518" y="10735"/>
                  </a:lnTo>
                  <a:lnTo>
                    <a:pt x="4673" y="10658"/>
                  </a:lnTo>
                  <a:lnTo>
                    <a:pt x="4827" y="10619"/>
                  </a:lnTo>
                  <a:close/>
                  <a:moveTo>
                    <a:pt x="11160" y="10619"/>
                  </a:moveTo>
                  <a:lnTo>
                    <a:pt x="10967" y="11199"/>
                  </a:lnTo>
                  <a:lnTo>
                    <a:pt x="10735" y="11739"/>
                  </a:lnTo>
                  <a:lnTo>
                    <a:pt x="10697" y="11662"/>
                  </a:lnTo>
                  <a:lnTo>
                    <a:pt x="10504" y="11507"/>
                  </a:lnTo>
                  <a:lnTo>
                    <a:pt x="10426" y="11314"/>
                  </a:lnTo>
                  <a:lnTo>
                    <a:pt x="10388" y="11121"/>
                  </a:lnTo>
                  <a:lnTo>
                    <a:pt x="10465" y="10928"/>
                  </a:lnTo>
                  <a:lnTo>
                    <a:pt x="10581" y="10774"/>
                  </a:lnTo>
                  <a:lnTo>
                    <a:pt x="10735" y="10658"/>
                  </a:lnTo>
                  <a:lnTo>
                    <a:pt x="10928" y="10619"/>
                  </a:lnTo>
                  <a:close/>
                  <a:moveTo>
                    <a:pt x="5754" y="11430"/>
                  </a:moveTo>
                  <a:lnTo>
                    <a:pt x="5986" y="11469"/>
                  </a:lnTo>
                  <a:lnTo>
                    <a:pt x="6063" y="11507"/>
                  </a:lnTo>
                  <a:lnTo>
                    <a:pt x="6179" y="11546"/>
                  </a:lnTo>
                  <a:lnTo>
                    <a:pt x="6256" y="11662"/>
                  </a:lnTo>
                  <a:lnTo>
                    <a:pt x="6333" y="11739"/>
                  </a:lnTo>
                  <a:lnTo>
                    <a:pt x="6410" y="11971"/>
                  </a:lnTo>
                  <a:lnTo>
                    <a:pt x="6410" y="12203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84" y="11585"/>
                  </a:lnTo>
                  <a:lnTo>
                    <a:pt x="5561" y="11507"/>
                  </a:lnTo>
                  <a:lnTo>
                    <a:pt x="5638" y="11469"/>
                  </a:lnTo>
                  <a:lnTo>
                    <a:pt x="5754" y="11430"/>
                  </a:lnTo>
                  <a:close/>
                  <a:moveTo>
                    <a:pt x="10542" y="12009"/>
                  </a:moveTo>
                  <a:lnTo>
                    <a:pt x="10388" y="12280"/>
                  </a:lnTo>
                  <a:lnTo>
                    <a:pt x="10195" y="12511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27"/>
                  </a:lnTo>
                  <a:lnTo>
                    <a:pt x="9654" y="12473"/>
                  </a:lnTo>
                  <a:lnTo>
                    <a:pt x="9693" y="12318"/>
                  </a:lnTo>
                  <a:lnTo>
                    <a:pt x="9808" y="12203"/>
                  </a:lnTo>
                  <a:lnTo>
                    <a:pt x="9963" y="12125"/>
                  </a:lnTo>
                  <a:lnTo>
                    <a:pt x="10156" y="12087"/>
                  </a:lnTo>
                  <a:lnTo>
                    <a:pt x="10542" y="12009"/>
                  </a:lnTo>
                  <a:close/>
                  <a:moveTo>
                    <a:pt x="7376" y="12473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168"/>
                  </a:lnTo>
                  <a:lnTo>
                    <a:pt x="7337" y="12975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83" y="12511"/>
                  </a:lnTo>
                  <a:lnTo>
                    <a:pt x="7376" y="12473"/>
                  </a:lnTo>
                  <a:close/>
                  <a:moveTo>
                    <a:pt x="8959" y="12627"/>
                  </a:moveTo>
                  <a:lnTo>
                    <a:pt x="9113" y="12743"/>
                  </a:lnTo>
                  <a:lnTo>
                    <a:pt x="9229" y="12936"/>
                  </a:lnTo>
                  <a:lnTo>
                    <a:pt x="9268" y="13091"/>
                  </a:lnTo>
                  <a:lnTo>
                    <a:pt x="9268" y="13207"/>
                  </a:lnTo>
                  <a:lnTo>
                    <a:pt x="9036" y="13245"/>
                  </a:lnTo>
                  <a:lnTo>
                    <a:pt x="8804" y="13284"/>
                  </a:lnTo>
                  <a:lnTo>
                    <a:pt x="8302" y="13284"/>
                  </a:lnTo>
                  <a:lnTo>
                    <a:pt x="8341" y="13207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666"/>
                  </a:lnTo>
                  <a:lnTo>
                    <a:pt x="8650" y="12627"/>
                  </a:lnTo>
                  <a:close/>
                  <a:moveTo>
                    <a:pt x="22899" y="0"/>
                  </a:moveTo>
                  <a:lnTo>
                    <a:pt x="22822" y="77"/>
                  </a:lnTo>
                  <a:lnTo>
                    <a:pt x="22783" y="116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386"/>
                  </a:lnTo>
                  <a:lnTo>
                    <a:pt x="22860" y="425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629" y="1506"/>
                  </a:lnTo>
                  <a:lnTo>
                    <a:pt x="22629" y="1699"/>
                  </a:lnTo>
                  <a:lnTo>
                    <a:pt x="22629" y="1854"/>
                  </a:lnTo>
                  <a:lnTo>
                    <a:pt x="22706" y="2047"/>
                  </a:lnTo>
                  <a:lnTo>
                    <a:pt x="22860" y="2240"/>
                  </a:lnTo>
                  <a:lnTo>
                    <a:pt x="23053" y="2394"/>
                  </a:lnTo>
                  <a:lnTo>
                    <a:pt x="23285" y="2472"/>
                  </a:lnTo>
                  <a:lnTo>
                    <a:pt x="23517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44"/>
                  </a:lnTo>
                  <a:lnTo>
                    <a:pt x="23439" y="3476"/>
                  </a:lnTo>
                  <a:lnTo>
                    <a:pt x="23594" y="3707"/>
                  </a:lnTo>
                  <a:lnTo>
                    <a:pt x="23748" y="3862"/>
                  </a:lnTo>
                  <a:lnTo>
                    <a:pt x="23980" y="3978"/>
                  </a:lnTo>
                  <a:lnTo>
                    <a:pt x="23748" y="4209"/>
                  </a:lnTo>
                  <a:lnTo>
                    <a:pt x="23555" y="4441"/>
                  </a:lnTo>
                  <a:lnTo>
                    <a:pt x="23478" y="4750"/>
                  </a:lnTo>
                  <a:lnTo>
                    <a:pt x="23439" y="4866"/>
                  </a:lnTo>
                  <a:lnTo>
                    <a:pt x="23439" y="5020"/>
                  </a:lnTo>
                  <a:lnTo>
                    <a:pt x="23517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69" y="5561"/>
                  </a:lnTo>
                  <a:lnTo>
                    <a:pt x="22976" y="5677"/>
                  </a:lnTo>
                  <a:lnTo>
                    <a:pt x="22822" y="5870"/>
                  </a:lnTo>
                  <a:lnTo>
                    <a:pt x="22706" y="6101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2165" y="6179"/>
                  </a:lnTo>
                  <a:lnTo>
                    <a:pt x="21972" y="6217"/>
                  </a:lnTo>
                  <a:lnTo>
                    <a:pt x="21740" y="6256"/>
                  </a:lnTo>
                  <a:lnTo>
                    <a:pt x="21547" y="6372"/>
                  </a:lnTo>
                  <a:lnTo>
                    <a:pt x="21354" y="6565"/>
                  </a:lnTo>
                  <a:lnTo>
                    <a:pt x="21200" y="6758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5986"/>
                  </a:lnTo>
                  <a:lnTo>
                    <a:pt x="20736" y="5870"/>
                  </a:lnTo>
                  <a:lnTo>
                    <a:pt x="20582" y="5792"/>
                  </a:lnTo>
                  <a:lnTo>
                    <a:pt x="20428" y="5754"/>
                  </a:lnTo>
                  <a:lnTo>
                    <a:pt x="20080" y="5754"/>
                  </a:lnTo>
                  <a:lnTo>
                    <a:pt x="19887" y="5831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4"/>
                  </a:lnTo>
                  <a:lnTo>
                    <a:pt x="19462" y="5290"/>
                  </a:lnTo>
                  <a:lnTo>
                    <a:pt x="19385" y="5213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52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58" y="5097"/>
                  </a:lnTo>
                  <a:lnTo>
                    <a:pt x="18381" y="4982"/>
                  </a:lnTo>
                  <a:lnTo>
                    <a:pt x="18304" y="4827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6" y="4557"/>
                  </a:lnTo>
                  <a:lnTo>
                    <a:pt x="17802" y="4518"/>
                  </a:lnTo>
                  <a:lnTo>
                    <a:pt x="17531" y="4518"/>
                  </a:lnTo>
                  <a:lnTo>
                    <a:pt x="17377" y="4557"/>
                  </a:lnTo>
                  <a:lnTo>
                    <a:pt x="17261" y="4634"/>
                  </a:lnTo>
                  <a:lnTo>
                    <a:pt x="17145" y="4711"/>
                  </a:lnTo>
                  <a:lnTo>
                    <a:pt x="17029" y="4827"/>
                  </a:lnTo>
                  <a:lnTo>
                    <a:pt x="16875" y="5059"/>
                  </a:lnTo>
                  <a:lnTo>
                    <a:pt x="16759" y="4904"/>
                  </a:lnTo>
                  <a:lnTo>
                    <a:pt x="16605" y="4788"/>
                  </a:lnTo>
                  <a:lnTo>
                    <a:pt x="16450" y="4673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27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290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29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43"/>
                  </a:lnTo>
                  <a:lnTo>
                    <a:pt x="14288" y="5020"/>
                  </a:lnTo>
                  <a:lnTo>
                    <a:pt x="14172" y="5059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22"/>
                  </a:lnTo>
                  <a:lnTo>
                    <a:pt x="13786" y="5831"/>
                  </a:lnTo>
                  <a:lnTo>
                    <a:pt x="13593" y="5715"/>
                  </a:lnTo>
                  <a:lnTo>
                    <a:pt x="13361" y="5677"/>
                  </a:lnTo>
                  <a:lnTo>
                    <a:pt x="13168" y="5677"/>
                  </a:lnTo>
                  <a:lnTo>
                    <a:pt x="12936" y="5715"/>
                  </a:lnTo>
                  <a:lnTo>
                    <a:pt x="12743" y="5831"/>
                  </a:lnTo>
                  <a:lnTo>
                    <a:pt x="12627" y="5908"/>
                  </a:lnTo>
                  <a:lnTo>
                    <a:pt x="12511" y="6063"/>
                  </a:lnTo>
                  <a:lnTo>
                    <a:pt x="12434" y="6179"/>
                  </a:lnTo>
                  <a:lnTo>
                    <a:pt x="12357" y="6333"/>
                  </a:lnTo>
                  <a:lnTo>
                    <a:pt x="12357" y="6488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6990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376"/>
                  </a:lnTo>
                  <a:lnTo>
                    <a:pt x="11430" y="7530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314" y="7994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18"/>
                  </a:lnTo>
                  <a:lnTo>
                    <a:pt x="11507" y="8573"/>
                  </a:lnTo>
                  <a:lnTo>
                    <a:pt x="11237" y="8650"/>
                  </a:lnTo>
                  <a:lnTo>
                    <a:pt x="10967" y="8766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619" y="9770"/>
                  </a:lnTo>
                  <a:lnTo>
                    <a:pt x="10697" y="10001"/>
                  </a:lnTo>
                  <a:lnTo>
                    <a:pt x="10851" y="10233"/>
                  </a:lnTo>
                  <a:lnTo>
                    <a:pt x="10619" y="10272"/>
                  </a:lnTo>
                  <a:lnTo>
                    <a:pt x="10426" y="10388"/>
                  </a:lnTo>
                  <a:lnTo>
                    <a:pt x="10272" y="10581"/>
                  </a:lnTo>
                  <a:lnTo>
                    <a:pt x="10117" y="10774"/>
                  </a:lnTo>
                  <a:lnTo>
                    <a:pt x="10079" y="10967"/>
                  </a:lnTo>
                  <a:lnTo>
                    <a:pt x="10040" y="11199"/>
                  </a:lnTo>
                  <a:lnTo>
                    <a:pt x="10079" y="11469"/>
                  </a:lnTo>
                  <a:lnTo>
                    <a:pt x="10195" y="11662"/>
                  </a:lnTo>
                  <a:lnTo>
                    <a:pt x="9924" y="11739"/>
                  </a:lnTo>
                  <a:lnTo>
                    <a:pt x="9693" y="11816"/>
                  </a:lnTo>
                  <a:lnTo>
                    <a:pt x="9500" y="11971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57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18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164"/>
                  </a:lnTo>
                  <a:lnTo>
                    <a:pt x="6990" y="12241"/>
                  </a:lnTo>
                  <a:lnTo>
                    <a:pt x="6796" y="12396"/>
                  </a:lnTo>
                  <a:lnTo>
                    <a:pt x="6796" y="12048"/>
                  </a:lnTo>
                  <a:lnTo>
                    <a:pt x="6758" y="11855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392"/>
                  </a:lnTo>
                  <a:lnTo>
                    <a:pt x="6410" y="11276"/>
                  </a:lnTo>
                  <a:lnTo>
                    <a:pt x="6256" y="11199"/>
                  </a:lnTo>
                  <a:lnTo>
                    <a:pt x="6063" y="11160"/>
                  </a:lnTo>
                  <a:lnTo>
                    <a:pt x="5870" y="11121"/>
                  </a:lnTo>
                  <a:lnTo>
                    <a:pt x="5715" y="11160"/>
                  </a:lnTo>
                  <a:lnTo>
                    <a:pt x="5522" y="11199"/>
                  </a:lnTo>
                  <a:lnTo>
                    <a:pt x="5522" y="10928"/>
                  </a:lnTo>
                  <a:lnTo>
                    <a:pt x="5445" y="10697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49"/>
                  </a:lnTo>
                  <a:lnTo>
                    <a:pt x="4943" y="10310"/>
                  </a:lnTo>
                  <a:lnTo>
                    <a:pt x="4673" y="10310"/>
                  </a:lnTo>
                  <a:lnTo>
                    <a:pt x="4557" y="10349"/>
                  </a:lnTo>
                  <a:lnTo>
                    <a:pt x="4518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09" y="9577"/>
                  </a:lnTo>
                  <a:lnTo>
                    <a:pt x="4093" y="9461"/>
                  </a:lnTo>
                  <a:lnTo>
                    <a:pt x="3900" y="9422"/>
                  </a:lnTo>
                  <a:lnTo>
                    <a:pt x="3746" y="9384"/>
                  </a:lnTo>
                  <a:lnTo>
                    <a:pt x="3591" y="9422"/>
                  </a:lnTo>
                  <a:lnTo>
                    <a:pt x="3437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31"/>
                  </a:lnTo>
                  <a:lnTo>
                    <a:pt x="2974" y="9615"/>
                  </a:lnTo>
                  <a:lnTo>
                    <a:pt x="2896" y="9422"/>
                  </a:lnTo>
                  <a:lnTo>
                    <a:pt x="2781" y="9268"/>
                  </a:lnTo>
                  <a:lnTo>
                    <a:pt x="2626" y="9113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8997"/>
                  </a:lnTo>
                  <a:lnTo>
                    <a:pt x="1854" y="9075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499"/>
                  </a:lnTo>
                  <a:lnTo>
                    <a:pt x="1390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272"/>
                  </a:lnTo>
                  <a:lnTo>
                    <a:pt x="386" y="10426"/>
                  </a:lnTo>
                  <a:lnTo>
                    <a:pt x="271" y="10542"/>
                  </a:lnTo>
                  <a:lnTo>
                    <a:pt x="116" y="10851"/>
                  </a:lnTo>
                  <a:lnTo>
                    <a:pt x="39" y="11199"/>
                  </a:lnTo>
                  <a:lnTo>
                    <a:pt x="0" y="11546"/>
                  </a:lnTo>
                  <a:lnTo>
                    <a:pt x="77" y="11894"/>
                  </a:lnTo>
                  <a:lnTo>
                    <a:pt x="193" y="12241"/>
                  </a:lnTo>
                  <a:lnTo>
                    <a:pt x="386" y="12511"/>
                  </a:lnTo>
                  <a:lnTo>
                    <a:pt x="618" y="12782"/>
                  </a:lnTo>
                  <a:lnTo>
                    <a:pt x="811" y="12898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124" y="13091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11"/>
                  </a:lnTo>
                  <a:lnTo>
                    <a:pt x="3360" y="12203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39"/>
                  </a:lnTo>
                  <a:lnTo>
                    <a:pt x="3283" y="11739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50"/>
                  </a:lnTo>
                  <a:lnTo>
                    <a:pt x="2047" y="12666"/>
                  </a:lnTo>
                  <a:lnTo>
                    <a:pt x="1429" y="12666"/>
                  </a:lnTo>
                  <a:lnTo>
                    <a:pt x="1159" y="12550"/>
                  </a:lnTo>
                  <a:lnTo>
                    <a:pt x="966" y="12434"/>
                  </a:lnTo>
                  <a:lnTo>
                    <a:pt x="811" y="12318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55"/>
                  </a:lnTo>
                  <a:lnTo>
                    <a:pt x="502" y="11701"/>
                  </a:lnTo>
                  <a:lnTo>
                    <a:pt x="502" y="11546"/>
                  </a:lnTo>
                  <a:lnTo>
                    <a:pt x="502" y="11353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927" y="10619"/>
                  </a:lnTo>
                  <a:lnTo>
                    <a:pt x="1043" y="10503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317" y="10349"/>
                  </a:lnTo>
                  <a:lnTo>
                    <a:pt x="2587" y="10426"/>
                  </a:lnTo>
                  <a:lnTo>
                    <a:pt x="2858" y="10503"/>
                  </a:lnTo>
                  <a:lnTo>
                    <a:pt x="3128" y="10619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908" y="12666"/>
                  </a:lnTo>
                  <a:lnTo>
                    <a:pt x="6294" y="12936"/>
                  </a:lnTo>
                  <a:lnTo>
                    <a:pt x="6681" y="13207"/>
                  </a:lnTo>
                  <a:lnTo>
                    <a:pt x="7105" y="13400"/>
                  </a:lnTo>
                  <a:lnTo>
                    <a:pt x="7530" y="13593"/>
                  </a:lnTo>
                  <a:lnTo>
                    <a:pt x="7994" y="13708"/>
                  </a:lnTo>
                  <a:lnTo>
                    <a:pt x="8457" y="13786"/>
                  </a:lnTo>
                  <a:lnTo>
                    <a:pt x="8920" y="13747"/>
                  </a:lnTo>
                  <a:lnTo>
                    <a:pt x="9345" y="13670"/>
                  </a:lnTo>
                  <a:lnTo>
                    <a:pt x="9731" y="13515"/>
                  </a:lnTo>
                  <a:lnTo>
                    <a:pt x="10079" y="13322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34"/>
                  </a:lnTo>
                  <a:lnTo>
                    <a:pt x="11121" y="12087"/>
                  </a:lnTo>
                  <a:lnTo>
                    <a:pt x="11314" y="11739"/>
                  </a:lnTo>
                  <a:lnTo>
                    <a:pt x="11507" y="11199"/>
                  </a:lnTo>
                  <a:lnTo>
                    <a:pt x="11662" y="10658"/>
                  </a:lnTo>
                  <a:lnTo>
                    <a:pt x="11971" y="9615"/>
                  </a:lnTo>
                  <a:lnTo>
                    <a:pt x="12164" y="9075"/>
                  </a:lnTo>
                  <a:lnTo>
                    <a:pt x="12357" y="8573"/>
                  </a:lnTo>
                  <a:lnTo>
                    <a:pt x="12627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51"/>
                  </a:lnTo>
                  <a:lnTo>
                    <a:pt x="14017" y="6681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6"/>
                  </a:lnTo>
                  <a:lnTo>
                    <a:pt x="16296" y="5908"/>
                  </a:lnTo>
                  <a:lnTo>
                    <a:pt x="16914" y="5908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2"/>
                  </a:lnTo>
                  <a:lnTo>
                    <a:pt x="21316" y="7607"/>
                  </a:lnTo>
                  <a:lnTo>
                    <a:pt x="21740" y="7685"/>
                  </a:lnTo>
                  <a:lnTo>
                    <a:pt x="22165" y="7723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492"/>
                  </a:lnTo>
                  <a:lnTo>
                    <a:pt x="23748" y="7260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870"/>
                  </a:lnTo>
                  <a:lnTo>
                    <a:pt x="24907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171"/>
                  </a:lnTo>
                  <a:lnTo>
                    <a:pt x="24984" y="3707"/>
                  </a:lnTo>
                  <a:lnTo>
                    <a:pt x="24907" y="3283"/>
                  </a:lnTo>
                  <a:lnTo>
                    <a:pt x="24791" y="2819"/>
                  </a:lnTo>
                  <a:lnTo>
                    <a:pt x="24637" y="2394"/>
                  </a:lnTo>
                  <a:lnTo>
                    <a:pt x="24482" y="1970"/>
                  </a:lnTo>
                  <a:lnTo>
                    <a:pt x="24250" y="1545"/>
                  </a:lnTo>
                  <a:lnTo>
                    <a:pt x="24057" y="1159"/>
                  </a:lnTo>
                  <a:lnTo>
                    <a:pt x="23826" y="811"/>
                  </a:lnTo>
                  <a:lnTo>
                    <a:pt x="23941" y="348"/>
                  </a:lnTo>
                  <a:lnTo>
                    <a:pt x="23594" y="193"/>
                  </a:lnTo>
                  <a:lnTo>
                    <a:pt x="23208" y="77"/>
                  </a:lnTo>
                  <a:lnTo>
                    <a:pt x="23169" y="39"/>
                  </a:lnTo>
                  <a:lnTo>
                    <a:pt x="2309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18"/>
            <p:cNvSpPr/>
            <p:nvPr/>
          </p:nvSpPr>
          <p:spPr>
            <a:xfrm>
              <a:off x="3792600" y="9600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1"/>
                  </a:lnTo>
                  <a:lnTo>
                    <a:pt x="23479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3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4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7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1"/>
                  </a:lnTo>
                  <a:lnTo>
                    <a:pt x="23865" y="3514"/>
                  </a:lnTo>
                  <a:lnTo>
                    <a:pt x="23788" y="3398"/>
                  </a:lnTo>
                  <a:lnTo>
                    <a:pt x="23749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7"/>
                  </a:lnTo>
                  <a:lnTo>
                    <a:pt x="24097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0"/>
                  </a:lnTo>
                  <a:lnTo>
                    <a:pt x="16567" y="5406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3"/>
                  </a:lnTo>
                  <a:lnTo>
                    <a:pt x="15679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7"/>
                  </a:lnTo>
                  <a:lnTo>
                    <a:pt x="15949" y="5020"/>
                  </a:lnTo>
                  <a:lnTo>
                    <a:pt x="16065" y="4981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7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4" y="5290"/>
                  </a:lnTo>
                  <a:lnTo>
                    <a:pt x="23826" y="5097"/>
                  </a:lnTo>
                  <a:lnTo>
                    <a:pt x="23788" y="4981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0"/>
                  </a:lnTo>
                  <a:lnTo>
                    <a:pt x="17107" y="5175"/>
                  </a:lnTo>
                  <a:lnTo>
                    <a:pt x="17185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1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599"/>
                  </a:lnTo>
                  <a:lnTo>
                    <a:pt x="14250" y="5445"/>
                  </a:lnTo>
                  <a:lnTo>
                    <a:pt x="14366" y="5368"/>
                  </a:lnTo>
                  <a:lnTo>
                    <a:pt x="14443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3" y="5561"/>
                  </a:lnTo>
                  <a:lnTo>
                    <a:pt x="19308" y="5677"/>
                  </a:lnTo>
                  <a:lnTo>
                    <a:pt x="19386" y="5831"/>
                  </a:lnTo>
                  <a:lnTo>
                    <a:pt x="19386" y="5985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1" y="5677"/>
                  </a:lnTo>
                  <a:lnTo>
                    <a:pt x="18845" y="5522"/>
                  </a:lnTo>
                  <a:lnTo>
                    <a:pt x="18999" y="5483"/>
                  </a:lnTo>
                  <a:close/>
                  <a:moveTo>
                    <a:pt x="20197" y="6063"/>
                  </a:moveTo>
                  <a:lnTo>
                    <a:pt x="20351" y="6101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9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2" y="6951"/>
                  </a:lnTo>
                  <a:lnTo>
                    <a:pt x="20467" y="6758"/>
                  </a:lnTo>
                  <a:lnTo>
                    <a:pt x="20081" y="6565"/>
                  </a:lnTo>
                  <a:lnTo>
                    <a:pt x="19810" y="6410"/>
                  </a:lnTo>
                  <a:lnTo>
                    <a:pt x="19849" y="6294"/>
                  </a:lnTo>
                  <a:lnTo>
                    <a:pt x="19888" y="6179"/>
                  </a:lnTo>
                  <a:lnTo>
                    <a:pt x="20003" y="6140"/>
                  </a:lnTo>
                  <a:lnTo>
                    <a:pt x="20081" y="6101"/>
                  </a:lnTo>
                  <a:lnTo>
                    <a:pt x="20197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2" y="5985"/>
                  </a:lnTo>
                  <a:lnTo>
                    <a:pt x="24019" y="6024"/>
                  </a:lnTo>
                  <a:lnTo>
                    <a:pt x="24097" y="6024"/>
                  </a:lnTo>
                  <a:lnTo>
                    <a:pt x="23942" y="6294"/>
                  </a:lnTo>
                  <a:lnTo>
                    <a:pt x="23749" y="6565"/>
                  </a:lnTo>
                  <a:lnTo>
                    <a:pt x="23517" y="6796"/>
                  </a:lnTo>
                  <a:lnTo>
                    <a:pt x="23247" y="6989"/>
                  </a:lnTo>
                  <a:lnTo>
                    <a:pt x="23208" y="6951"/>
                  </a:lnTo>
                  <a:lnTo>
                    <a:pt x="23093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4" y="6179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1"/>
                  </a:moveTo>
                  <a:lnTo>
                    <a:pt x="13478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9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7" y="6951"/>
                  </a:lnTo>
                  <a:lnTo>
                    <a:pt x="12628" y="6796"/>
                  </a:lnTo>
                  <a:lnTo>
                    <a:pt x="12628" y="6681"/>
                  </a:lnTo>
                  <a:lnTo>
                    <a:pt x="12667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1"/>
                  </a:lnTo>
                  <a:close/>
                  <a:moveTo>
                    <a:pt x="22166" y="6565"/>
                  </a:moveTo>
                  <a:lnTo>
                    <a:pt x="22282" y="6603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5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4" y="7105"/>
                  </a:lnTo>
                  <a:lnTo>
                    <a:pt x="21471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50" y="6565"/>
                  </a:lnTo>
                  <a:close/>
                  <a:moveTo>
                    <a:pt x="12280" y="7414"/>
                  </a:moveTo>
                  <a:lnTo>
                    <a:pt x="12474" y="7453"/>
                  </a:lnTo>
                  <a:lnTo>
                    <a:pt x="12126" y="7993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3" y="8109"/>
                  </a:lnTo>
                  <a:lnTo>
                    <a:pt x="11663" y="7955"/>
                  </a:lnTo>
                  <a:lnTo>
                    <a:pt x="11663" y="7839"/>
                  </a:lnTo>
                  <a:lnTo>
                    <a:pt x="11740" y="7723"/>
                  </a:lnTo>
                  <a:lnTo>
                    <a:pt x="11817" y="7607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5" y="7414"/>
                  </a:lnTo>
                  <a:close/>
                  <a:moveTo>
                    <a:pt x="2241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50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1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9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3" y="8997"/>
                  </a:moveTo>
                  <a:lnTo>
                    <a:pt x="11470" y="9499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8" y="9847"/>
                  </a:lnTo>
                  <a:lnTo>
                    <a:pt x="10929" y="9692"/>
                  </a:lnTo>
                  <a:lnTo>
                    <a:pt x="10929" y="9577"/>
                  </a:lnTo>
                  <a:lnTo>
                    <a:pt x="10968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70" y="8997"/>
                  </a:lnTo>
                  <a:close/>
                  <a:moveTo>
                    <a:pt x="3785" y="9770"/>
                  </a:moveTo>
                  <a:lnTo>
                    <a:pt x="3901" y="9808"/>
                  </a:lnTo>
                  <a:lnTo>
                    <a:pt x="4017" y="9886"/>
                  </a:lnTo>
                  <a:lnTo>
                    <a:pt x="4094" y="10001"/>
                  </a:lnTo>
                  <a:lnTo>
                    <a:pt x="4133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5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4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2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1" y="10619"/>
                  </a:moveTo>
                  <a:lnTo>
                    <a:pt x="10968" y="11198"/>
                  </a:lnTo>
                  <a:lnTo>
                    <a:pt x="10736" y="11739"/>
                  </a:lnTo>
                  <a:lnTo>
                    <a:pt x="10659" y="11700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6" y="10967"/>
                  </a:lnTo>
                  <a:lnTo>
                    <a:pt x="10581" y="10812"/>
                  </a:lnTo>
                  <a:lnTo>
                    <a:pt x="10736" y="10696"/>
                  </a:lnTo>
                  <a:lnTo>
                    <a:pt x="10929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7" y="11662"/>
                  </a:lnTo>
                  <a:lnTo>
                    <a:pt x="6334" y="11778"/>
                  </a:lnTo>
                  <a:lnTo>
                    <a:pt x="6372" y="12009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0"/>
                  </a:lnTo>
                  <a:lnTo>
                    <a:pt x="5446" y="11623"/>
                  </a:lnTo>
                  <a:lnTo>
                    <a:pt x="5561" y="11546"/>
                  </a:lnTo>
                  <a:lnTo>
                    <a:pt x="5639" y="11507"/>
                  </a:lnTo>
                  <a:lnTo>
                    <a:pt x="5755" y="11469"/>
                  </a:lnTo>
                  <a:close/>
                  <a:moveTo>
                    <a:pt x="10543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1" y="12936"/>
                  </a:lnTo>
                  <a:lnTo>
                    <a:pt x="9771" y="12859"/>
                  </a:lnTo>
                  <a:lnTo>
                    <a:pt x="9655" y="12666"/>
                  </a:lnTo>
                  <a:lnTo>
                    <a:pt x="9655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4" y="12164"/>
                  </a:lnTo>
                  <a:lnTo>
                    <a:pt x="10157" y="12087"/>
                  </a:lnTo>
                  <a:lnTo>
                    <a:pt x="10543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40" y="13206"/>
                  </a:lnTo>
                  <a:lnTo>
                    <a:pt x="7338" y="13013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4" y="12627"/>
                  </a:moveTo>
                  <a:lnTo>
                    <a:pt x="8960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9" y="13206"/>
                  </a:lnTo>
                  <a:lnTo>
                    <a:pt x="9037" y="13284"/>
                  </a:lnTo>
                  <a:lnTo>
                    <a:pt x="8805" y="13322"/>
                  </a:lnTo>
                  <a:lnTo>
                    <a:pt x="8573" y="13322"/>
                  </a:lnTo>
                  <a:lnTo>
                    <a:pt x="8303" y="13284"/>
                  </a:lnTo>
                  <a:lnTo>
                    <a:pt x="8303" y="13206"/>
                  </a:lnTo>
                  <a:lnTo>
                    <a:pt x="8342" y="13013"/>
                  </a:lnTo>
                  <a:lnTo>
                    <a:pt x="8419" y="12820"/>
                  </a:lnTo>
                  <a:lnTo>
                    <a:pt x="8573" y="12704"/>
                  </a:lnTo>
                  <a:lnTo>
                    <a:pt x="8651" y="12666"/>
                  </a:lnTo>
                  <a:lnTo>
                    <a:pt x="8767" y="12627"/>
                  </a:lnTo>
                  <a:close/>
                  <a:moveTo>
                    <a:pt x="22977" y="0"/>
                  </a:moveTo>
                  <a:lnTo>
                    <a:pt x="22900" y="39"/>
                  </a:lnTo>
                  <a:lnTo>
                    <a:pt x="22822" y="77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900" y="772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1" y="1506"/>
                  </a:lnTo>
                  <a:lnTo>
                    <a:pt x="22591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1" y="2278"/>
                  </a:lnTo>
                  <a:lnTo>
                    <a:pt x="23054" y="2394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2" y="2703"/>
                  </a:lnTo>
                  <a:lnTo>
                    <a:pt x="23363" y="2896"/>
                  </a:lnTo>
                  <a:lnTo>
                    <a:pt x="23324" y="3089"/>
                  </a:lnTo>
                  <a:lnTo>
                    <a:pt x="23363" y="3282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0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79"/>
                  </a:lnTo>
                  <a:lnTo>
                    <a:pt x="23479" y="4750"/>
                  </a:lnTo>
                  <a:lnTo>
                    <a:pt x="23440" y="4904"/>
                  </a:lnTo>
                  <a:lnTo>
                    <a:pt x="23440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2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5" y="6294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4"/>
                  </a:lnTo>
                  <a:lnTo>
                    <a:pt x="21509" y="6410"/>
                  </a:lnTo>
                  <a:lnTo>
                    <a:pt x="21355" y="6565"/>
                  </a:lnTo>
                  <a:lnTo>
                    <a:pt x="21201" y="6796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8"/>
                  </a:lnTo>
                  <a:lnTo>
                    <a:pt x="20583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1" y="5792"/>
                  </a:lnTo>
                  <a:lnTo>
                    <a:pt x="19888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3"/>
                  </a:lnTo>
                  <a:lnTo>
                    <a:pt x="19463" y="5329"/>
                  </a:lnTo>
                  <a:lnTo>
                    <a:pt x="19386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0"/>
                  </a:lnTo>
                  <a:lnTo>
                    <a:pt x="18497" y="5406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2" y="4981"/>
                  </a:lnTo>
                  <a:lnTo>
                    <a:pt x="18304" y="4866"/>
                  </a:lnTo>
                  <a:lnTo>
                    <a:pt x="18189" y="4750"/>
                  </a:lnTo>
                  <a:lnTo>
                    <a:pt x="18073" y="4673"/>
                  </a:lnTo>
                  <a:lnTo>
                    <a:pt x="17957" y="4595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8" y="4595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6" y="5097"/>
                  </a:lnTo>
                  <a:lnTo>
                    <a:pt x="16760" y="4943"/>
                  </a:lnTo>
                  <a:lnTo>
                    <a:pt x="16605" y="4788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1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7" y="5175"/>
                  </a:lnTo>
                  <a:lnTo>
                    <a:pt x="15022" y="5059"/>
                  </a:lnTo>
                  <a:lnTo>
                    <a:pt x="14829" y="4981"/>
                  </a:lnTo>
                  <a:lnTo>
                    <a:pt x="14636" y="4943"/>
                  </a:lnTo>
                  <a:lnTo>
                    <a:pt x="14443" y="4981"/>
                  </a:lnTo>
                  <a:lnTo>
                    <a:pt x="14288" y="5020"/>
                  </a:lnTo>
                  <a:lnTo>
                    <a:pt x="14134" y="5097"/>
                  </a:lnTo>
                  <a:lnTo>
                    <a:pt x="14057" y="5175"/>
                  </a:lnTo>
                  <a:lnTo>
                    <a:pt x="13941" y="5290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2" y="5715"/>
                  </a:lnTo>
                  <a:lnTo>
                    <a:pt x="13169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89"/>
                  </a:lnTo>
                  <a:lnTo>
                    <a:pt x="12165" y="7028"/>
                  </a:lnTo>
                  <a:lnTo>
                    <a:pt x="11894" y="7105"/>
                  </a:lnTo>
                  <a:lnTo>
                    <a:pt x="11663" y="7221"/>
                  </a:lnTo>
                  <a:lnTo>
                    <a:pt x="11508" y="7414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3"/>
                  </a:lnTo>
                  <a:lnTo>
                    <a:pt x="11315" y="8148"/>
                  </a:lnTo>
                  <a:lnTo>
                    <a:pt x="11354" y="8302"/>
                  </a:lnTo>
                  <a:lnTo>
                    <a:pt x="11392" y="8457"/>
                  </a:lnTo>
                  <a:lnTo>
                    <a:pt x="11470" y="8611"/>
                  </a:lnTo>
                  <a:lnTo>
                    <a:pt x="11199" y="8650"/>
                  </a:lnTo>
                  <a:lnTo>
                    <a:pt x="10968" y="8804"/>
                  </a:lnTo>
                  <a:lnTo>
                    <a:pt x="10774" y="8997"/>
                  </a:lnTo>
                  <a:lnTo>
                    <a:pt x="10659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0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5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3" y="12087"/>
                  </a:lnTo>
                  <a:lnTo>
                    <a:pt x="9384" y="12202"/>
                  </a:lnTo>
                  <a:lnTo>
                    <a:pt x="9346" y="12318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8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5" y="12550"/>
                  </a:lnTo>
                  <a:lnTo>
                    <a:pt x="8187" y="12704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2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9" y="11894"/>
                  </a:lnTo>
                  <a:lnTo>
                    <a:pt x="6681" y="11700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4"/>
                  </a:lnTo>
                  <a:lnTo>
                    <a:pt x="6218" y="11198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6" y="10735"/>
                  </a:lnTo>
                  <a:lnTo>
                    <a:pt x="5330" y="10503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4" y="10310"/>
                  </a:lnTo>
                  <a:lnTo>
                    <a:pt x="4828" y="10310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6" y="9499"/>
                  </a:lnTo>
                  <a:lnTo>
                    <a:pt x="3901" y="9461"/>
                  </a:lnTo>
                  <a:lnTo>
                    <a:pt x="3747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5"/>
                  </a:lnTo>
                  <a:lnTo>
                    <a:pt x="3013" y="9770"/>
                  </a:lnTo>
                  <a:lnTo>
                    <a:pt x="2974" y="9615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4" y="9036"/>
                  </a:lnTo>
                  <a:lnTo>
                    <a:pt x="2241" y="8997"/>
                  </a:lnTo>
                  <a:lnTo>
                    <a:pt x="2048" y="9036"/>
                  </a:lnTo>
                  <a:lnTo>
                    <a:pt x="1854" y="9113"/>
                  </a:lnTo>
                  <a:lnTo>
                    <a:pt x="1700" y="9190"/>
                  </a:lnTo>
                  <a:lnTo>
                    <a:pt x="1546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0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0"/>
                  </a:lnTo>
                  <a:lnTo>
                    <a:pt x="812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9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09"/>
                  </a:lnTo>
                  <a:lnTo>
                    <a:pt x="3554" y="11932"/>
                  </a:lnTo>
                  <a:lnTo>
                    <a:pt x="3515" y="11816"/>
                  </a:lnTo>
                  <a:lnTo>
                    <a:pt x="3438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5" y="11816"/>
                  </a:lnTo>
                  <a:lnTo>
                    <a:pt x="3052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8" y="12666"/>
                  </a:lnTo>
                  <a:lnTo>
                    <a:pt x="1739" y="12704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2"/>
                  </a:lnTo>
                  <a:lnTo>
                    <a:pt x="619" y="12048"/>
                  </a:lnTo>
                  <a:lnTo>
                    <a:pt x="542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2" y="11198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19"/>
                  </a:lnTo>
                  <a:lnTo>
                    <a:pt x="1044" y="10542"/>
                  </a:lnTo>
                  <a:lnTo>
                    <a:pt x="1237" y="10465"/>
                  </a:lnTo>
                  <a:lnTo>
                    <a:pt x="1430" y="10388"/>
                  </a:lnTo>
                  <a:lnTo>
                    <a:pt x="1739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4"/>
                  </a:lnTo>
                  <a:lnTo>
                    <a:pt x="6257" y="12975"/>
                  </a:lnTo>
                  <a:lnTo>
                    <a:pt x="6681" y="13206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8" y="13786"/>
                  </a:lnTo>
                  <a:lnTo>
                    <a:pt x="8921" y="13786"/>
                  </a:lnTo>
                  <a:lnTo>
                    <a:pt x="9346" y="13708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9" y="12782"/>
                  </a:lnTo>
                  <a:lnTo>
                    <a:pt x="10929" y="12473"/>
                  </a:lnTo>
                  <a:lnTo>
                    <a:pt x="11122" y="12125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3" y="10696"/>
                  </a:lnTo>
                  <a:lnTo>
                    <a:pt x="11972" y="9615"/>
                  </a:lnTo>
                  <a:lnTo>
                    <a:pt x="12126" y="9113"/>
                  </a:lnTo>
                  <a:lnTo>
                    <a:pt x="12358" y="8611"/>
                  </a:lnTo>
                  <a:lnTo>
                    <a:pt x="12589" y="8109"/>
                  </a:lnTo>
                  <a:lnTo>
                    <a:pt x="12937" y="7646"/>
                  </a:lnTo>
                  <a:lnTo>
                    <a:pt x="13284" y="7298"/>
                  </a:lnTo>
                  <a:lnTo>
                    <a:pt x="13632" y="6989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70" y="6101"/>
                  </a:lnTo>
                  <a:lnTo>
                    <a:pt x="15833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5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1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8"/>
                  </a:lnTo>
                  <a:lnTo>
                    <a:pt x="24058" y="6989"/>
                  </a:lnTo>
                  <a:lnTo>
                    <a:pt x="24367" y="6642"/>
                  </a:lnTo>
                  <a:lnTo>
                    <a:pt x="24599" y="6294"/>
                  </a:lnTo>
                  <a:lnTo>
                    <a:pt x="24753" y="5908"/>
                  </a:lnTo>
                  <a:lnTo>
                    <a:pt x="24869" y="5483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2"/>
                  </a:lnTo>
                  <a:lnTo>
                    <a:pt x="24792" y="2858"/>
                  </a:lnTo>
                  <a:lnTo>
                    <a:pt x="24637" y="2394"/>
                  </a:lnTo>
                  <a:lnTo>
                    <a:pt x="24444" y="1970"/>
                  </a:lnTo>
                  <a:lnTo>
                    <a:pt x="24251" y="1583"/>
                  </a:lnTo>
                  <a:lnTo>
                    <a:pt x="24058" y="1197"/>
                  </a:lnTo>
                  <a:lnTo>
                    <a:pt x="23788" y="811"/>
                  </a:lnTo>
                  <a:lnTo>
                    <a:pt x="23942" y="386"/>
                  </a:lnTo>
                  <a:lnTo>
                    <a:pt x="23595" y="232"/>
                  </a:lnTo>
                  <a:lnTo>
                    <a:pt x="23208" y="116"/>
                  </a:lnTo>
                  <a:lnTo>
                    <a:pt x="23170" y="77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18"/>
            <p:cNvSpPr/>
            <p:nvPr/>
          </p:nvSpPr>
          <p:spPr>
            <a:xfrm>
              <a:off x="1687125" y="961000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1"/>
                  </a:moveTo>
                  <a:lnTo>
                    <a:pt x="3438" y="464"/>
                  </a:lnTo>
                  <a:lnTo>
                    <a:pt x="3785" y="657"/>
                  </a:lnTo>
                  <a:lnTo>
                    <a:pt x="4094" y="889"/>
                  </a:lnTo>
                  <a:lnTo>
                    <a:pt x="4364" y="1159"/>
                  </a:lnTo>
                  <a:lnTo>
                    <a:pt x="4635" y="1468"/>
                  </a:lnTo>
                  <a:lnTo>
                    <a:pt x="4866" y="1777"/>
                  </a:lnTo>
                  <a:lnTo>
                    <a:pt x="5059" y="2086"/>
                  </a:lnTo>
                  <a:lnTo>
                    <a:pt x="5253" y="2472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61" y="3592"/>
                  </a:lnTo>
                  <a:lnTo>
                    <a:pt x="5600" y="4017"/>
                  </a:lnTo>
                  <a:lnTo>
                    <a:pt x="5600" y="4403"/>
                  </a:lnTo>
                  <a:lnTo>
                    <a:pt x="5561" y="4828"/>
                  </a:lnTo>
                  <a:lnTo>
                    <a:pt x="5523" y="5214"/>
                  </a:lnTo>
                  <a:lnTo>
                    <a:pt x="5446" y="5639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99"/>
                  </a:lnTo>
                  <a:lnTo>
                    <a:pt x="4519" y="7685"/>
                  </a:lnTo>
                  <a:lnTo>
                    <a:pt x="4249" y="8033"/>
                  </a:lnTo>
                  <a:lnTo>
                    <a:pt x="3940" y="8419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46"/>
                  </a:lnTo>
                  <a:lnTo>
                    <a:pt x="2549" y="9616"/>
                  </a:lnTo>
                  <a:lnTo>
                    <a:pt x="2163" y="9848"/>
                  </a:lnTo>
                  <a:lnTo>
                    <a:pt x="1739" y="10041"/>
                  </a:lnTo>
                  <a:lnTo>
                    <a:pt x="1352" y="10234"/>
                  </a:lnTo>
                  <a:lnTo>
                    <a:pt x="889" y="10427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5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49" y="10234"/>
                  </a:lnTo>
                  <a:lnTo>
                    <a:pt x="2974" y="9963"/>
                  </a:lnTo>
                  <a:lnTo>
                    <a:pt x="3399" y="9654"/>
                  </a:lnTo>
                  <a:lnTo>
                    <a:pt x="3785" y="9307"/>
                  </a:lnTo>
                  <a:lnTo>
                    <a:pt x="4171" y="8921"/>
                  </a:lnTo>
                  <a:lnTo>
                    <a:pt x="4519" y="8535"/>
                  </a:lnTo>
                  <a:lnTo>
                    <a:pt x="4828" y="8148"/>
                  </a:lnTo>
                  <a:lnTo>
                    <a:pt x="5098" y="7685"/>
                  </a:lnTo>
                  <a:lnTo>
                    <a:pt x="5368" y="7260"/>
                  </a:lnTo>
                  <a:lnTo>
                    <a:pt x="5600" y="6797"/>
                  </a:lnTo>
                  <a:lnTo>
                    <a:pt x="5793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94"/>
                  </a:lnTo>
                  <a:lnTo>
                    <a:pt x="6063" y="3669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5" y="2434"/>
                  </a:lnTo>
                  <a:lnTo>
                    <a:pt x="5561" y="2047"/>
                  </a:lnTo>
                  <a:lnTo>
                    <a:pt x="5368" y="1700"/>
                  </a:lnTo>
                  <a:lnTo>
                    <a:pt x="5137" y="1352"/>
                  </a:lnTo>
                  <a:lnTo>
                    <a:pt x="4905" y="1005"/>
                  </a:lnTo>
                  <a:lnTo>
                    <a:pt x="4596" y="734"/>
                  </a:lnTo>
                  <a:lnTo>
                    <a:pt x="4287" y="464"/>
                  </a:lnTo>
                  <a:lnTo>
                    <a:pt x="3940" y="232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18"/>
            <p:cNvSpPr/>
            <p:nvPr/>
          </p:nvSpPr>
          <p:spPr>
            <a:xfrm>
              <a:off x="4302325" y="9697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5" y="5599"/>
                  </a:lnTo>
                  <a:lnTo>
                    <a:pt x="5329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39" y="8380"/>
                  </a:lnTo>
                  <a:lnTo>
                    <a:pt x="3630" y="8727"/>
                  </a:lnTo>
                  <a:lnTo>
                    <a:pt x="3283" y="9036"/>
                  </a:lnTo>
                  <a:lnTo>
                    <a:pt x="2935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8" y="10040"/>
                  </a:lnTo>
                  <a:lnTo>
                    <a:pt x="1313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7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39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18"/>
            <p:cNvSpPr/>
            <p:nvPr/>
          </p:nvSpPr>
          <p:spPr>
            <a:xfrm>
              <a:off x="5445325" y="9890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1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3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8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9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40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7" y="7183"/>
                  </a:lnTo>
                  <a:lnTo>
                    <a:pt x="12743" y="6681"/>
                  </a:lnTo>
                  <a:lnTo>
                    <a:pt x="12435" y="6218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6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18"/>
            <p:cNvSpPr/>
            <p:nvPr/>
          </p:nvSpPr>
          <p:spPr>
            <a:xfrm>
              <a:off x="4674950" y="1001550"/>
              <a:ext cx="375575" cy="387150"/>
            </a:xfrm>
            <a:custGeom>
              <a:avLst/>
              <a:gdLst/>
              <a:ahLst/>
              <a:cxnLst/>
              <a:rect l="l" t="t" r="r" b="b"/>
              <a:pathLst>
                <a:path w="15023" h="15486" extrusionOk="0">
                  <a:moveTo>
                    <a:pt x="7492" y="503"/>
                  </a:moveTo>
                  <a:lnTo>
                    <a:pt x="8033" y="541"/>
                  </a:lnTo>
                  <a:lnTo>
                    <a:pt x="8612" y="580"/>
                  </a:lnTo>
                  <a:lnTo>
                    <a:pt x="9153" y="696"/>
                  </a:lnTo>
                  <a:lnTo>
                    <a:pt x="9693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1" y="1545"/>
                  </a:lnTo>
                  <a:lnTo>
                    <a:pt x="11624" y="1815"/>
                  </a:lnTo>
                  <a:lnTo>
                    <a:pt x="10813" y="2202"/>
                  </a:lnTo>
                  <a:lnTo>
                    <a:pt x="10079" y="2626"/>
                  </a:lnTo>
                  <a:lnTo>
                    <a:pt x="9307" y="3090"/>
                  </a:lnTo>
                  <a:lnTo>
                    <a:pt x="8612" y="3630"/>
                  </a:lnTo>
                  <a:lnTo>
                    <a:pt x="7956" y="4171"/>
                  </a:lnTo>
                  <a:lnTo>
                    <a:pt x="7299" y="4789"/>
                  </a:lnTo>
                  <a:lnTo>
                    <a:pt x="6720" y="5445"/>
                  </a:lnTo>
                  <a:lnTo>
                    <a:pt x="6141" y="6140"/>
                  </a:lnTo>
                  <a:lnTo>
                    <a:pt x="5639" y="6874"/>
                  </a:lnTo>
                  <a:lnTo>
                    <a:pt x="5214" y="7646"/>
                  </a:lnTo>
                  <a:lnTo>
                    <a:pt x="4789" y="8419"/>
                  </a:lnTo>
                  <a:lnTo>
                    <a:pt x="4480" y="9230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4" y="11778"/>
                  </a:lnTo>
                  <a:lnTo>
                    <a:pt x="3747" y="12666"/>
                  </a:lnTo>
                  <a:lnTo>
                    <a:pt x="3592" y="12666"/>
                  </a:lnTo>
                  <a:lnTo>
                    <a:pt x="3283" y="11855"/>
                  </a:lnTo>
                  <a:lnTo>
                    <a:pt x="3052" y="11044"/>
                  </a:lnTo>
                  <a:lnTo>
                    <a:pt x="2858" y="10195"/>
                  </a:lnTo>
                  <a:lnTo>
                    <a:pt x="2704" y="9345"/>
                  </a:lnTo>
                  <a:lnTo>
                    <a:pt x="2588" y="8534"/>
                  </a:lnTo>
                  <a:lnTo>
                    <a:pt x="2550" y="7685"/>
                  </a:lnTo>
                  <a:lnTo>
                    <a:pt x="2588" y="6797"/>
                  </a:lnTo>
                  <a:lnTo>
                    <a:pt x="2704" y="5947"/>
                  </a:lnTo>
                  <a:lnTo>
                    <a:pt x="2858" y="5214"/>
                  </a:lnTo>
                  <a:lnTo>
                    <a:pt x="3052" y="4519"/>
                  </a:lnTo>
                  <a:lnTo>
                    <a:pt x="3322" y="3823"/>
                  </a:lnTo>
                  <a:lnTo>
                    <a:pt x="3669" y="3206"/>
                  </a:lnTo>
                  <a:lnTo>
                    <a:pt x="4017" y="2588"/>
                  </a:lnTo>
                  <a:lnTo>
                    <a:pt x="4442" y="1970"/>
                  </a:lnTo>
                  <a:lnTo>
                    <a:pt x="4905" y="1429"/>
                  </a:lnTo>
                  <a:lnTo>
                    <a:pt x="5407" y="889"/>
                  </a:lnTo>
                  <a:lnTo>
                    <a:pt x="5909" y="734"/>
                  </a:lnTo>
                  <a:lnTo>
                    <a:pt x="6411" y="618"/>
                  </a:lnTo>
                  <a:lnTo>
                    <a:pt x="6952" y="541"/>
                  </a:lnTo>
                  <a:lnTo>
                    <a:pt x="7492" y="503"/>
                  </a:lnTo>
                  <a:close/>
                  <a:moveTo>
                    <a:pt x="11972" y="2086"/>
                  </a:moveTo>
                  <a:lnTo>
                    <a:pt x="12358" y="2433"/>
                  </a:lnTo>
                  <a:lnTo>
                    <a:pt x="12705" y="2819"/>
                  </a:lnTo>
                  <a:lnTo>
                    <a:pt x="13053" y="3206"/>
                  </a:lnTo>
                  <a:lnTo>
                    <a:pt x="13323" y="3669"/>
                  </a:lnTo>
                  <a:lnTo>
                    <a:pt x="13593" y="4094"/>
                  </a:lnTo>
                  <a:lnTo>
                    <a:pt x="13864" y="4596"/>
                  </a:lnTo>
                  <a:lnTo>
                    <a:pt x="14057" y="5098"/>
                  </a:lnTo>
                  <a:lnTo>
                    <a:pt x="14211" y="5600"/>
                  </a:lnTo>
                  <a:lnTo>
                    <a:pt x="14327" y="6102"/>
                  </a:lnTo>
                  <a:lnTo>
                    <a:pt x="14443" y="6642"/>
                  </a:lnTo>
                  <a:lnTo>
                    <a:pt x="13671" y="6681"/>
                  </a:lnTo>
                  <a:lnTo>
                    <a:pt x="12898" y="6797"/>
                  </a:lnTo>
                  <a:lnTo>
                    <a:pt x="12165" y="6951"/>
                  </a:lnTo>
                  <a:lnTo>
                    <a:pt x="11392" y="7144"/>
                  </a:lnTo>
                  <a:lnTo>
                    <a:pt x="10659" y="7415"/>
                  </a:lnTo>
                  <a:lnTo>
                    <a:pt x="9964" y="7724"/>
                  </a:lnTo>
                  <a:lnTo>
                    <a:pt x="9230" y="8032"/>
                  </a:lnTo>
                  <a:lnTo>
                    <a:pt x="8535" y="8419"/>
                  </a:lnTo>
                  <a:lnTo>
                    <a:pt x="7878" y="8843"/>
                  </a:lnTo>
                  <a:lnTo>
                    <a:pt x="7261" y="9307"/>
                  </a:lnTo>
                  <a:lnTo>
                    <a:pt x="6643" y="9809"/>
                  </a:lnTo>
                  <a:lnTo>
                    <a:pt x="6102" y="10349"/>
                  </a:lnTo>
                  <a:lnTo>
                    <a:pt x="5561" y="10890"/>
                  </a:lnTo>
                  <a:lnTo>
                    <a:pt x="5098" y="11508"/>
                  </a:lnTo>
                  <a:lnTo>
                    <a:pt x="4635" y="12126"/>
                  </a:lnTo>
                  <a:lnTo>
                    <a:pt x="4249" y="12821"/>
                  </a:lnTo>
                  <a:lnTo>
                    <a:pt x="4133" y="12743"/>
                  </a:lnTo>
                  <a:lnTo>
                    <a:pt x="3978" y="12666"/>
                  </a:lnTo>
                  <a:lnTo>
                    <a:pt x="4094" y="11817"/>
                  </a:lnTo>
                  <a:lnTo>
                    <a:pt x="4326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4" y="8496"/>
                  </a:lnTo>
                  <a:lnTo>
                    <a:pt x="5600" y="7724"/>
                  </a:lnTo>
                  <a:lnTo>
                    <a:pt x="6025" y="6990"/>
                  </a:lnTo>
                  <a:lnTo>
                    <a:pt x="6527" y="6295"/>
                  </a:lnTo>
                  <a:lnTo>
                    <a:pt x="7067" y="5600"/>
                  </a:lnTo>
                  <a:lnTo>
                    <a:pt x="7608" y="4982"/>
                  </a:lnTo>
                  <a:lnTo>
                    <a:pt x="8226" y="4403"/>
                  </a:lnTo>
                  <a:lnTo>
                    <a:pt x="8921" y="3823"/>
                  </a:lnTo>
                  <a:lnTo>
                    <a:pt x="9616" y="3321"/>
                  </a:lnTo>
                  <a:lnTo>
                    <a:pt x="10350" y="2858"/>
                  </a:lnTo>
                  <a:lnTo>
                    <a:pt x="11122" y="2472"/>
                  </a:lnTo>
                  <a:lnTo>
                    <a:pt x="11972" y="2086"/>
                  </a:lnTo>
                  <a:close/>
                  <a:moveTo>
                    <a:pt x="14482" y="6990"/>
                  </a:moveTo>
                  <a:lnTo>
                    <a:pt x="14482" y="7839"/>
                  </a:lnTo>
                  <a:lnTo>
                    <a:pt x="14443" y="8689"/>
                  </a:lnTo>
                  <a:lnTo>
                    <a:pt x="14288" y="9538"/>
                  </a:lnTo>
                  <a:lnTo>
                    <a:pt x="14173" y="9963"/>
                  </a:lnTo>
                  <a:lnTo>
                    <a:pt x="14057" y="10349"/>
                  </a:lnTo>
                  <a:lnTo>
                    <a:pt x="13902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3" y="12241"/>
                  </a:lnTo>
                  <a:lnTo>
                    <a:pt x="12782" y="12589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2" y="13052"/>
                  </a:lnTo>
                  <a:lnTo>
                    <a:pt x="11701" y="12937"/>
                  </a:lnTo>
                  <a:lnTo>
                    <a:pt x="11122" y="12782"/>
                  </a:lnTo>
                  <a:lnTo>
                    <a:pt x="10543" y="12628"/>
                  </a:lnTo>
                  <a:lnTo>
                    <a:pt x="10002" y="12550"/>
                  </a:lnTo>
                  <a:lnTo>
                    <a:pt x="9423" y="12512"/>
                  </a:lnTo>
                  <a:lnTo>
                    <a:pt x="8844" y="12473"/>
                  </a:lnTo>
                  <a:lnTo>
                    <a:pt x="8303" y="12473"/>
                  </a:lnTo>
                  <a:lnTo>
                    <a:pt x="7763" y="12512"/>
                  </a:lnTo>
                  <a:lnTo>
                    <a:pt x="7222" y="12589"/>
                  </a:lnTo>
                  <a:lnTo>
                    <a:pt x="6720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1"/>
                  </a:lnTo>
                  <a:lnTo>
                    <a:pt x="4557" y="13130"/>
                  </a:lnTo>
                  <a:lnTo>
                    <a:pt x="4442" y="12937"/>
                  </a:lnTo>
                  <a:lnTo>
                    <a:pt x="4905" y="12319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1" y="10620"/>
                  </a:lnTo>
                  <a:lnTo>
                    <a:pt x="6990" y="10118"/>
                  </a:lnTo>
                  <a:lnTo>
                    <a:pt x="7569" y="9654"/>
                  </a:lnTo>
                  <a:lnTo>
                    <a:pt x="8149" y="9230"/>
                  </a:lnTo>
                  <a:lnTo>
                    <a:pt x="8767" y="8805"/>
                  </a:lnTo>
                  <a:lnTo>
                    <a:pt x="9423" y="8457"/>
                  </a:lnTo>
                  <a:lnTo>
                    <a:pt x="10079" y="8110"/>
                  </a:lnTo>
                  <a:lnTo>
                    <a:pt x="10736" y="7839"/>
                  </a:lnTo>
                  <a:lnTo>
                    <a:pt x="11470" y="7569"/>
                  </a:lnTo>
                  <a:lnTo>
                    <a:pt x="12165" y="7376"/>
                  </a:lnTo>
                  <a:lnTo>
                    <a:pt x="12937" y="7183"/>
                  </a:lnTo>
                  <a:lnTo>
                    <a:pt x="13671" y="7067"/>
                  </a:lnTo>
                  <a:lnTo>
                    <a:pt x="14482" y="6990"/>
                  </a:lnTo>
                  <a:close/>
                  <a:moveTo>
                    <a:pt x="4519" y="1236"/>
                  </a:moveTo>
                  <a:lnTo>
                    <a:pt x="4055" y="1854"/>
                  </a:lnTo>
                  <a:lnTo>
                    <a:pt x="3631" y="2472"/>
                  </a:lnTo>
                  <a:lnTo>
                    <a:pt x="3245" y="3128"/>
                  </a:lnTo>
                  <a:lnTo>
                    <a:pt x="2936" y="3823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8" y="6025"/>
                  </a:lnTo>
                  <a:lnTo>
                    <a:pt x="2241" y="6797"/>
                  </a:lnTo>
                  <a:lnTo>
                    <a:pt x="2202" y="7569"/>
                  </a:lnTo>
                  <a:lnTo>
                    <a:pt x="2202" y="8341"/>
                  </a:lnTo>
                  <a:lnTo>
                    <a:pt x="2279" y="9114"/>
                  </a:lnTo>
                  <a:lnTo>
                    <a:pt x="2395" y="9886"/>
                  </a:lnTo>
                  <a:lnTo>
                    <a:pt x="2550" y="10620"/>
                  </a:lnTo>
                  <a:lnTo>
                    <a:pt x="2781" y="11353"/>
                  </a:lnTo>
                  <a:lnTo>
                    <a:pt x="3013" y="12087"/>
                  </a:lnTo>
                  <a:lnTo>
                    <a:pt x="3322" y="12743"/>
                  </a:lnTo>
                  <a:lnTo>
                    <a:pt x="3129" y="12898"/>
                  </a:lnTo>
                  <a:lnTo>
                    <a:pt x="2936" y="13052"/>
                  </a:lnTo>
                  <a:lnTo>
                    <a:pt x="2820" y="13245"/>
                  </a:lnTo>
                  <a:lnTo>
                    <a:pt x="2743" y="13439"/>
                  </a:lnTo>
                  <a:lnTo>
                    <a:pt x="2395" y="13014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7" y="11624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9" y="10118"/>
                  </a:lnTo>
                  <a:lnTo>
                    <a:pt x="735" y="9616"/>
                  </a:lnTo>
                  <a:lnTo>
                    <a:pt x="619" y="9114"/>
                  </a:lnTo>
                  <a:lnTo>
                    <a:pt x="542" y="8573"/>
                  </a:lnTo>
                  <a:lnTo>
                    <a:pt x="503" y="8032"/>
                  </a:lnTo>
                  <a:lnTo>
                    <a:pt x="503" y="7492"/>
                  </a:lnTo>
                  <a:lnTo>
                    <a:pt x="542" y="6951"/>
                  </a:lnTo>
                  <a:lnTo>
                    <a:pt x="619" y="6411"/>
                  </a:lnTo>
                  <a:lnTo>
                    <a:pt x="773" y="5870"/>
                  </a:lnTo>
                  <a:lnTo>
                    <a:pt x="928" y="5329"/>
                  </a:lnTo>
                  <a:lnTo>
                    <a:pt x="1198" y="4673"/>
                  </a:lnTo>
                  <a:lnTo>
                    <a:pt x="1546" y="4055"/>
                  </a:lnTo>
                  <a:lnTo>
                    <a:pt x="1932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2009"/>
                  </a:lnTo>
                  <a:lnTo>
                    <a:pt x="3940" y="1584"/>
                  </a:lnTo>
                  <a:lnTo>
                    <a:pt x="4519" y="1236"/>
                  </a:lnTo>
                  <a:close/>
                  <a:moveTo>
                    <a:pt x="3862" y="12975"/>
                  </a:moveTo>
                  <a:lnTo>
                    <a:pt x="4017" y="13052"/>
                  </a:lnTo>
                  <a:lnTo>
                    <a:pt x="4171" y="13168"/>
                  </a:lnTo>
                  <a:lnTo>
                    <a:pt x="4287" y="13284"/>
                  </a:lnTo>
                  <a:lnTo>
                    <a:pt x="4326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6" y="13941"/>
                  </a:lnTo>
                  <a:lnTo>
                    <a:pt x="4210" y="14095"/>
                  </a:lnTo>
                  <a:lnTo>
                    <a:pt x="3785" y="13825"/>
                  </a:lnTo>
                  <a:lnTo>
                    <a:pt x="3360" y="13477"/>
                  </a:lnTo>
                  <a:lnTo>
                    <a:pt x="3245" y="13439"/>
                  </a:lnTo>
                  <a:lnTo>
                    <a:pt x="3167" y="13439"/>
                  </a:lnTo>
                  <a:lnTo>
                    <a:pt x="3052" y="13477"/>
                  </a:lnTo>
                  <a:lnTo>
                    <a:pt x="2974" y="13516"/>
                  </a:lnTo>
                  <a:lnTo>
                    <a:pt x="3052" y="13361"/>
                  </a:lnTo>
                  <a:lnTo>
                    <a:pt x="3167" y="13207"/>
                  </a:lnTo>
                  <a:lnTo>
                    <a:pt x="3322" y="13130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53" y="12859"/>
                  </a:moveTo>
                  <a:lnTo>
                    <a:pt x="9616" y="12898"/>
                  </a:lnTo>
                  <a:lnTo>
                    <a:pt x="10118" y="12975"/>
                  </a:lnTo>
                  <a:lnTo>
                    <a:pt x="10504" y="13014"/>
                  </a:lnTo>
                  <a:lnTo>
                    <a:pt x="11006" y="13130"/>
                  </a:lnTo>
                  <a:lnTo>
                    <a:pt x="11508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8"/>
                  </a:lnTo>
                  <a:lnTo>
                    <a:pt x="10659" y="14249"/>
                  </a:lnTo>
                  <a:lnTo>
                    <a:pt x="10234" y="14443"/>
                  </a:lnTo>
                  <a:lnTo>
                    <a:pt x="9770" y="14636"/>
                  </a:lnTo>
                  <a:lnTo>
                    <a:pt x="9307" y="14751"/>
                  </a:lnTo>
                  <a:lnTo>
                    <a:pt x="8844" y="14867"/>
                  </a:lnTo>
                  <a:lnTo>
                    <a:pt x="8342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3" y="14945"/>
                  </a:lnTo>
                  <a:lnTo>
                    <a:pt x="6411" y="14867"/>
                  </a:lnTo>
                  <a:lnTo>
                    <a:pt x="5948" y="14790"/>
                  </a:lnTo>
                  <a:lnTo>
                    <a:pt x="5484" y="14636"/>
                  </a:lnTo>
                  <a:lnTo>
                    <a:pt x="5021" y="14481"/>
                  </a:lnTo>
                  <a:lnTo>
                    <a:pt x="4596" y="14288"/>
                  </a:lnTo>
                  <a:lnTo>
                    <a:pt x="4712" y="14018"/>
                  </a:lnTo>
                  <a:lnTo>
                    <a:pt x="4751" y="13747"/>
                  </a:lnTo>
                  <a:lnTo>
                    <a:pt x="4712" y="13593"/>
                  </a:lnTo>
                  <a:lnTo>
                    <a:pt x="5561" y="13323"/>
                  </a:lnTo>
                  <a:lnTo>
                    <a:pt x="6411" y="13091"/>
                  </a:lnTo>
                  <a:lnTo>
                    <a:pt x="7299" y="12937"/>
                  </a:lnTo>
                  <a:lnTo>
                    <a:pt x="8187" y="12859"/>
                  </a:lnTo>
                  <a:close/>
                  <a:moveTo>
                    <a:pt x="7608" y="1"/>
                  </a:moveTo>
                  <a:lnTo>
                    <a:pt x="6990" y="39"/>
                  </a:lnTo>
                  <a:lnTo>
                    <a:pt x="6450" y="116"/>
                  </a:lnTo>
                  <a:lnTo>
                    <a:pt x="5870" y="232"/>
                  </a:lnTo>
                  <a:lnTo>
                    <a:pt x="5330" y="387"/>
                  </a:lnTo>
                  <a:lnTo>
                    <a:pt x="4789" y="580"/>
                  </a:lnTo>
                  <a:lnTo>
                    <a:pt x="4249" y="812"/>
                  </a:lnTo>
                  <a:lnTo>
                    <a:pt x="3785" y="1120"/>
                  </a:lnTo>
                  <a:lnTo>
                    <a:pt x="3283" y="1429"/>
                  </a:lnTo>
                  <a:lnTo>
                    <a:pt x="2820" y="1777"/>
                  </a:lnTo>
                  <a:lnTo>
                    <a:pt x="2395" y="2163"/>
                  </a:lnTo>
                  <a:lnTo>
                    <a:pt x="2009" y="2588"/>
                  </a:lnTo>
                  <a:lnTo>
                    <a:pt x="1623" y="3013"/>
                  </a:lnTo>
                  <a:lnTo>
                    <a:pt x="1275" y="3515"/>
                  </a:lnTo>
                  <a:lnTo>
                    <a:pt x="966" y="4017"/>
                  </a:lnTo>
                  <a:lnTo>
                    <a:pt x="696" y="4596"/>
                  </a:lnTo>
                  <a:lnTo>
                    <a:pt x="426" y="5252"/>
                  </a:lnTo>
                  <a:lnTo>
                    <a:pt x="233" y="5909"/>
                  </a:lnTo>
                  <a:lnTo>
                    <a:pt x="117" y="6565"/>
                  </a:lnTo>
                  <a:lnTo>
                    <a:pt x="40" y="7222"/>
                  </a:lnTo>
                  <a:lnTo>
                    <a:pt x="1" y="7917"/>
                  </a:lnTo>
                  <a:lnTo>
                    <a:pt x="40" y="8612"/>
                  </a:lnTo>
                  <a:lnTo>
                    <a:pt x="117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6" y="11238"/>
                  </a:lnTo>
                  <a:lnTo>
                    <a:pt x="1005" y="11817"/>
                  </a:lnTo>
                  <a:lnTo>
                    <a:pt x="1352" y="12396"/>
                  </a:lnTo>
                  <a:lnTo>
                    <a:pt x="1739" y="12937"/>
                  </a:lnTo>
                  <a:lnTo>
                    <a:pt x="2202" y="13439"/>
                  </a:lnTo>
                  <a:lnTo>
                    <a:pt x="2704" y="13902"/>
                  </a:lnTo>
                  <a:lnTo>
                    <a:pt x="2781" y="13941"/>
                  </a:lnTo>
                  <a:lnTo>
                    <a:pt x="2820" y="13941"/>
                  </a:lnTo>
                  <a:lnTo>
                    <a:pt x="2936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520"/>
                  </a:lnTo>
                  <a:lnTo>
                    <a:pt x="4133" y="14597"/>
                  </a:lnTo>
                  <a:lnTo>
                    <a:pt x="4557" y="14829"/>
                  </a:lnTo>
                  <a:lnTo>
                    <a:pt x="4982" y="14983"/>
                  </a:lnTo>
                  <a:lnTo>
                    <a:pt x="5407" y="15138"/>
                  </a:lnTo>
                  <a:lnTo>
                    <a:pt x="5870" y="15292"/>
                  </a:lnTo>
                  <a:lnTo>
                    <a:pt x="6334" y="15369"/>
                  </a:lnTo>
                  <a:lnTo>
                    <a:pt x="6797" y="15447"/>
                  </a:lnTo>
                  <a:lnTo>
                    <a:pt x="7299" y="15485"/>
                  </a:lnTo>
                  <a:lnTo>
                    <a:pt x="7763" y="15485"/>
                  </a:lnTo>
                  <a:lnTo>
                    <a:pt x="8226" y="15447"/>
                  </a:lnTo>
                  <a:lnTo>
                    <a:pt x="8689" y="15408"/>
                  </a:lnTo>
                  <a:lnTo>
                    <a:pt x="9153" y="15331"/>
                  </a:lnTo>
                  <a:lnTo>
                    <a:pt x="9616" y="15215"/>
                  </a:lnTo>
                  <a:lnTo>
                    <a:pt x="10079" y="15060"/>
                  </a:lnTo>
                  <a:lnTo>
                    <a:pt x="10543" y="14867"/>
                  </a:lnTo>
                  <a:lnTo>
                    <a:pt x="10968" y="14674"/>
                  </a:lnTo>
                  <a:lnTo>
                    <a:pt x="11392" y="14443"/>
                  </a:lnTo>
                  <a:lnTo>
                    <a:pt x="11856" y="14134"/>
                  </a:lnTo>
                  <a:lnTo>
                    <a:pt x="12319" y="13786"/>
                  </a:lnTo>
                  <a:lnTo>
                    <a:pt x="12744" y="13400"/>
                  </a:lnTo>
                  <a:lnTo>
                    <a:pt x="13130" y="12975"/>
                  </a:lnTo>
                  <a:lnTo>
                    <a:pt x="13478" y="12550"/>
                  </a:lnTo>
                  <a:lnTo>
                    <a:pt x="13786" y="12048"/>
                  </a:lnTo>
                  <a:lnTo>
                    <a:pt x="14057" y="11585"/>
                  </a:lnTo>
                  <a:lnTo>
                    <a:pt x="14288" y="11044"/>
                  </a:lnTo>
                  <a:lnTo>
                    <a:pt x="14520" y="10542"/>
                  </a:lnTo>
                  <a:lnTo>
                    <a:pt x="14675" y="10002"/>
                  </a:lnTo>
                  <a:lnTo>
                    <a:pt x="14829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5" y="6604"/>
                  </a:lnTo>
                  <a:lnTo>
                    <a:pt x="14829" y="5986"/>
                  </a:lnTo>
                  <a:lnTo>
                    <a:pt x="14675" y="5407"/>
                  </a:lnTo>
                  <a:lnTo>
                    <a:pt x="14482" y="4827"/>
                  </a:lnTo>
                  <a:lnTo>
                    <a:pt x="14250" y="4287"/>
                  </a:lnTo>
                  <a:lnTo>
                    <a:pt x="13980" y="3746"/>
                  </a:lnTo>
                  <a:lnTo>
                    <a:pt x="13671" y="3244"/>
                  </a:lnTo>
                  <a:lnTo>
                    <a:pt x="13323" y="2742"/>
                  </a:lnTo>
                  <a:lnTo>
                    <a:pt x="12937" y="2317"/>
                  </a:lnTo>
                  <a:lnTo>
                    <a:pt x="12512" y="1893"/>
                  </a:lnTo>
                  <a:lnTo>
                    <a:pt x="12049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3" y="618"/>
                  </a:lnTo>
                  <a:lnTo>
                    <a:pt x="9964" y="387"/>
                  </a:lnTo>
                  <a:lnTo>
                    <a:pt x="9384" y="232"/>
                  </a:lnTo>
                  <a:lnTo>
                    <a:pt x="8767" y="116"/>
                  </a:lnTo>
                  <a:lnTo>
                    <a:pt x="8187" y="39"/>
                  </a:lnTo>
                  <a:lnTo>
                    <a:pt x="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18"/>
            <p:cNvSpPr/>
            <p:nvPr/>
          </p:nvSpPr>
          <p:spPr>
            <a:xfrm>
              <a:off x="5477175" y="10025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2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18"/>
            <p:cNvSpPr/>
            <p:nvPr/>
          </p:nvSpPr>
          <p:spPr>
            <a:xfrm>
              <a:off x="2850400" y="1030525"/>
              <a:ext cx="475950" cy="686400"/>
            </a:xfrm>
            <a:custGeom>
              <a:avLst/>
              <a:gdLst/>
              <a:ahLst/>
              <a:cxnLst/>
              <a:rect l="l" t="t" r="r" b="b"/>
              <a:pathLst>
                <a:path w="19038" h="27456" extrusionOk="0">
                  <a:moveTo>
                    <a:pt x="18690" y="309"/>
                  </a:moveTo>
                  <a:lnTo>
                    <a:pt x="18690" y="463"/>
                  </a:lnTo>
                  <a:lnTo>
                    <a:pt x="18382" y="2047"/>
                  </a:lnTo>
                  <a:lnTo>
                    <a:pt x="17995" y="3668"/>
                  </a:lnTo>
                  <a:lnTo>
                    <a:pt x="17609" y="5252"/>
                  </a:lnTo>
                  <a:lnTo>
                    <a:pt x="17184" y="6873"/>
                  </a:lnTo>
                  <a:lnTo>
                    <a:pt x="16489" y="6873"/>
                  </a:lnTo>
                  <a:lnTo>
                    <a:pt x="16180" y="6835"/>
                  </a:lnTo>
                  <a:lnTo>
                    <a:pt x="15833" y="6758"/>
                  </a:lnTo>
                  <a:lnTo>
                    <a:pt x="15524" y="6680"/>
                  </a:lnTo>
                  <a:lnTo>
                    <a:pt x="15215" y="6565"/>
                  </a:lnTo>
                  <a:lnTo>
                    <a:pt x="14906" y="6410"/>
                  </a:lnTo>
                  <a:lnTo>
                    <a:pt x="14597" y="6217"/>
                  </a:lnTo>
                  <a:lnTo>
                    <a:pt x="14327" y="6024"/>
                  </a:lnTo>
                  <a:lnTo>
                    <a:pt x="14057" y="5792"/>
                  </a:lnTo>
                  <a:lnTo>
                    <a:pt x="13593" y="5329"/>
                  </a:lnTo>
                  <a:lnTo>
                    <a:pt x="13168" y="4788"/>
                  </a:lnTo>
                  <a:lnTo>
                    <a:pt x="12782" y="4248"/>
                  </a:lnTo>
                  <a:lnTo>
                    <a:pt x="13477" y="3668"/>
                  </a:lnTo>
                  <a:lnTo>
                    <a:pt x="14172" y="3128"/>
                  </a:lnTo>
                  <a:lnTo>
                    <a:pt x="14868" y="2587"/>
                  </a:lnTo>
                  <a:lnTo>
                    <a:pt x="15601" y="2085"/>
                  </a:lnTo>
                  <a:lnTo>
                    <a:pt x="16374" y="1622"/>
                  </a:lnTo>
                  <a:lnTo>
                    <a:pt x="17146" y="1158"/>
                  </a:lnTo>
                  <a:lnTo>
                    <a:pt x="17918" y="734"/>
                  </a:lnTo>
                  <a:lnTo>
                    <a:pt x="18690" y="309"/>
                  </a:lnTo>
                  <a:close/>
                  <a:moveTo>
                    <a:pt x="6063" y="12434"/>
                  </a:moveTo>
                  <a:lnTo>
                    <a:pt x="5793" y="13013"/>
                  </a:lnTo>
                  <a:lnTo>
                    <a:pt x="5600" y="13592"/>
                  </a:lnTo>
                  <a:lnTo>
                    <a:pt x="5446" y="14172"/>
                  </a:lnTo>
                  <a:lnTo>
                    <a:pt x="5291" y="14790"/>
                  </a:lnTo>
                  <a:lnTo>
                    <a:pt x="5252" y="15369"/>
                  </a:lnTo>
                  <a:lnTo>
                    <a:pt x="5214" y="15407"/>
                  </a:lnTo>
                  <a:lnTo>
                    <a:pt x="4750" y="16102"/>
                  </a:lnTo>
                  <a:lnTo>
                    <a:pt x="4287" y="16797"/>
                  </a:lnTo>
                  <a:lnTo>
                    <a:pt x="4171" y="17106"/>
                  </a:lnTo>
                  <a:lnTo>
                    <a:pt x="4017" y="17415"/>
                  </a:lnTo>
                  <a:lnTo>
                    <a:pt x="3824" y="17724"/>
                  </a:lnTo>
                  <a:lnTo>
                    <a:pt x="3746" y="17840"/>
                  </a:lnTo>
                  <a:lnTo>
                    <a:pt x="3631" y="17956"/>
                  </a:lnTo>
                  <a:lnTo>
                    <a:pt x="3476" y="18033"/>
                  </a:lnTo>
                  <a:lnTo>
                    <a:pt x="3283" y="18072"/>
                  </a:lnTo>
                  <a:lnTo>
                    <a:pt x="2858" y="18110"/>
                  </a:lnTo>
                  <a:lnTo>
                    <a:pt x="2009" y="18149"/>
                  </a:lnTo>
                  <a:lnTo>
                    <a:pt x="426" y="18342"/>
                  </a:lnTo>
                  <a:lnTo>
                    <a:pt x="426" y="18342"/>
                  </a:lnTo>
                  <a:lnTo>
                    <a:pt x="850" y="17724"/>
                  </a:lnTo>
                  <a:lnTo>
                    <a:pt x="1275" y="17106"/>
                  </a:lnTo>
                  <a:lnTo>
                    <a:pt x="1661" y="16489"/>
                  </a:lnTo>
                  <a:lnTo>
                    <a:pt x="2009" y="15832"/>
                  </a:lnTo>
                  <a:lnTo>
                    <a:pt x="2549" y="14751"/>
                  </a:lnTo>
                  <a:lnTo>
                    <a:pt x="2820" y="14017"/>
                  </a:lnTo>
                  <a:lnTo>
                    <a:pt x="3013" y="13670"/>
                  </a:lnTo>
                  <a:lnTo>
                    <a:pt x="3206" y="13322"/>
                  </a:lnTo>
                  <a:lnTo>
                    <a:pt x="3360" y="13322"/>
                  </a:lnTo>
                  <a:lnTo>
                    <a:pt x="3399" y="13245"/>
                  </a:lnTo>
                  <a:lnTo>
                    <a:pt x="3438" y="13206"/>
                  </a:lnTo>
                  <a:lnTo>
                    <a:pt x="4750" y="12782"/>
                  </a:lnTo>
                  <a:lnTo>
                    <a:pt x="6063" y="12434"/>
                  </a:lnTo>
                  <a:close/>
                  <a:moveTo>
                    <a:pt x="12551" y="4441"/>
                  </a:moveTo>
                  <a:lnTo>
                    <a:pt x="12898" y="5020"/>
                  </a:lnTo>
                  <a:lnTo>
                    <a:pt x="13362" y="5561"/>
                  </a:lnTo>
                  <a:lnTo>
                    <a:pt x="13864" y="6101"/>
                  </a:lnTo>
                  <a:lnTo>
                    <a:pt x="14172" y="6333"/>
                  </a:lnTo>
                  <a:lnTo>
                    <a:pt x="14443" y="6565"/>
                  </a:lnTo>
                  <a:lnTo>
                    <a:pt x="14752" y="6758"/>
                  </a:lnTo>
                  <a:lnTo>
                    <a:pt x="15061" y="6951"/>
                  </a:lnTo>
                  <a:lnTo>
                    <a:pt x="15370" y="7067"/>
                  </a:lnTo>
                  <a:lnTo>
                    <a:pt x="15717" y="7182"/>
                  </a:lnTo>
                  <a:lnTo>
                    <a:pt x="16026" y="7260"/>
                  </a:lnTo>
                  <a:lnTo>
                    <a:pt x="16721" y="7260"/>
                  </a:lnTo>
                  <a:lnTo>
                    <a:pt x="17107" y="7182"/>
                  </a:lnTo>
                  <a:lnTo>
                    <a:pt x="16682" y="8573"/>
                  </a:lnTo>
                  <a:lnTo>
                    <a:pt x="16180" y="9963"/>
                  </a:lnTo>
                  <a:lnTo>
                    <a:pt x="15756" y="11160"/>
                  </a:lnTo>
                  <a:lnTo>
                    <a:pt x="15254" y="12357"/>
                  </a:lnTo>
                  <a:lnTo>
                    <a:pt x="14752" y="13515"/>
                  </a:lnTo>
                  <a:lnTo>
                    <a:pt x="14172" y="14635"/>
                  </a:lnTo>
                  <a:lnTo>
                    <a:pt x="13555" y="15793"/>
                  </a:lnTo>
                  <a:lnTo>
                    <a:pt x="13207" y="16373"/>
                  </a:lnTo>
                  <a:lnTo>
                    <a:pt x="12860" y="16952"/>
                  </a:lnTo>
                  <a:lnTo>
                    <a:pt x="12473" y="17493"/>
                  </a:lnTo>
                  <a:lnTo>
                    <a:pt x="12087" y="17995"/>
                  </a:lnTo>
                  <a:lnTo>
                    <a:pt x="11624" y="18458"/>
                  </a:lnTo>
                  <a:lnTo>
                    <a:pt x="11161" y="18883"/>
                  </a:lnTo>
                  <a:lnTo>
                    <a:pt x="10620" y="19230"/>
                  </a:lnTo>
                  <a:lnTo>
                    <a:pt x="10079" y="19462"/>
                  </a:lnTo>
                  <a:lnTo>
                    <a:pt x="9809" y="19578"/>
                  </a:lnTo>
                  <a:lnTo>
                    <a:pt x="9539" y="19655"/>
                  </a:lnTo>
                  <a:lnTo>
                    <a:pt x="9230" y="19694"/>
                  </a:lnTo>
                  <a:lnTo>
                    <a:pt x="8959" y="19732"/>
                  </a:lnTo>
                  <a:lnTo>
                    <a:pt x="8689" y="19732"/>
                  </a:lnTo>
                  <a:lnTo>
                    <a:pt x="8380" y="19694"/>
                  </a:lnTo>
                  <a:lnTo>
                    <a:pt x="8110" y="19616"/>
                  </a:lnTo>
                  <a:lnTo>
                    <a:pt x="7840" y="19539"/>
                  </a:lnTo>
                  <a:lnTo>
                    <a:pt x="7569" y="19423"/>
                  </a:lnTo>
                  <a:lnTo>
                    <a:pt x="7299" y="19269"/>
                  </a:lnTo>
                  <a:lnTo>
                    <a:pt x="7067" y="19114"/>
                  </a:lnTo>
                  <a:lnTo>
                    <a:pt x="6836" y="18883"/>
                  </a:lnTo>
                  <a:lnTo>
                    <a:pt x="6450" y="18458"/>
                  </a:lnTo>
                  <a:lnTo>
                    <a:pt x="6141" y="17956"/>
                  </a:lnTo>
                  <a:lnTo>
                    <a:pt x="5870" y="17454"/>
                  </a:lnTo>
                  <a:lnTo>
                    <a:pt x="5716" y="16913"/>
                  </a:lnTo>
                  <a:lnTo>
                    <a:pt x="5639" y="16334"/>
                  </a:lnTo>
                  <a:lnTo>
                    <a:pt x="5600" y="15755"/>
                  </a:lnTo>
                  <a:lnTo>
                    <a:pt x="5639" y="15214"/>
                  </a:lnTo>
                  <a:lnTo>
                    <a:pt x="5716" y="14635"/>
                  </a:lnTo>
                  <a:lnTo>
                    <a:pt x="5832" y="14056"/>
                  </a:lnTo>
                  <a:lnTo>
                    <a:pt x="6025" y="13515"/>
                  </a:lnTo>
                  <a:lnTo>
                    <a:pt x="6218" y="13013"/>
                  </a:lnTo>
                  <a:lnTo>
                    <a:pt x="6450" y="12473"/>
                  </a:lnTo>
                  <a:lnTo>
                    <a:pt x="6952" y="11469"/>
                  </a:lnTo>
                  <a:lnTo>
                    <a:pt x="7531" y="10465"/>
                  </a:lnTo>
                  <a:lnTo>
                    <a:pt x="8149" y="9461"/>
                  </a:lnTo>
                  <a:lnTo>
                    <a:pt x="8844" y="8495"/>
                  </a:lnTo>
                  <a:lnTo>
                    <a:pt x="9539" y="7530"/>
                  </a:lnTo>
                  <a:lnTo>
                    <a:pt x="10311" y="6642"/>
                  </a:lnTo>
                  <a:lnTo>
                    <a:pt x="10852" y="6063"/>
                  </a:lnTo>
                  <a:lnTo>
                    <a:pt x="11392" y="5522"/>
                  </a:lnTo>
                  <a:lnTo>
                    <a:pt x="11971" y="4981"/>
                  </a:lnTo>
                  <a:lnTo>
                    <a:pt x="12551" y="4441"/>
                  </a:lnTo>
                  <a:close/>
                  <a:moveTo>
                    <a:pt x="5986" y="18419"/>
                  </a:moveTo>
                  <a:lnTo>
                    <a:pt x="6218" y="18767"/>
                  </a:lnTo>
                  <a:lnTo>
                    <a:pt x="6450" y="19076"/>
                  </a:lnTo>
                  <a:lnTo>
                    <a:pt x="6758" y="19346"/>
                  </a:lnTo>
                  <a:lnTo>
                    <a:pt x="7067" y="19616"/>
                  </a:lnTo>
                  <a:lnTo>
                    <a:pt x="7415" y="19809"/>
                  </a:lnTo>
                  <a:lnTo>
                    <a:pt x="7801" y="19964"/>
                  </a:lnTo>
                  <a:lnTo>
                    <a:pt x="8187" y="20080"/>
                  </a:lnTo>
                  <a:lnTo>
                    <a:pt x="8612" y="20118"/>
                  </a:lnTo>
                  <a:lnTo>
                    <a:pt x="8535" y="20466"/>
                  </a:lnTo>
                  <a:lnTo>
                    <a:pt x="8496" y="20852"/>
                  </a:lnTo>
                  <a:lnTo>
                    <a:pt x="7994" y="20813"/>
                  </a:lnTo>
                  <a:lnTo>
                    <a:pt x="7531" y="20698"/>
                  </a:lnTo>
                  <a:lnTo>
                    <a:pt x="7106" y="20504"/>
                  </a:lnTo>
                  <a:lnTo>
                    <a:pt x="6720" y="20273"/>
                  </a:lnTo>
                  <a:lnTo>
                    <a:pt x="6334" y="20002"/>
                  </a:lnTo>
                  <a:lnTo>
                    <a:pt x="6025" y="19655"/>
                  </a:lnTo>
                  <a:lnTo>
                    <a:pt x="5716" y="19307"/>
                  </a:lnTo>
                  <a:lnTo>
                    <a:pt x="5446" y="18883"/>
                  </a:lnTo>
                  <a:lnTo>
                    <a:pt x="5446" y="18844"/>
                  </a:lnTo>
                  <a:lnTo>
                    <a:pt x="5986" y="18419"/>
                  </a:lnTo>
                  <a:close/>
                  <a:moveTo>
                    <a:pt x="5291" y="18960"/>
                  </a:moveTo>
                  <a:lnTo>
                    <a:pt x="5523" y="19462"/>
                  </a:lnTo>
                  <a:lnTo>
                    <a:pt x="5793" y="19887"/>
                  </a:lnTo>
                  <a:lnTo>
                    <a:pt x="6141" y="20234"/>
                  </a:lnTo>
                  <a:lnTo>
                    <a:pt x="6527" y="20582"/>
                  </a:lnTo>
                  <a:lnTo>
                    <a:pt x="6952" y="20813"/>
                  </a:lnTo>
                  <a:lnTo>
                    <a:pt x="7453" y="21006"/>
                  </a:lnTo>
                  <a:lnTo>
                    <a:pt x="7955" y="21122"/>
                  </a:lnTo>
                  <a:lnTo>
                    <a:pt x="8457" y="21161"/>
                  </a:lnTo>
                  <a:lnTo>
                    <a:pt x="8496" y="21702"/>
                  </a:lnTo>
                  <a:lnTo>
                    <a:pt x="7878" y="21624"/>
                  </a:lnTo>
                  <a:lnTo>
                    <a:pt x="7299" y="21508"/>
                  </a:lnTo>
                  <a:lnTo>
                    <a:pt x="6797" y="21315"/>
                  </a:lnTo>
                  <a:lnTo>
                    <a:pt x="6295" y="21084"/>
                  </a:lnTo>
                  <a:lnTo>
                    <a:pt x="5870" y="20775"/>
                  </a:lnTo>
                  <a:lnTo>
                    <a:pt x="5446" y="20389"/>
                  </a:lnTo>
                  <a:lnTo>
                    <a:pt x="5021" y="19964"/>
                  </a:lnTo>
                  <a:lnTo>
                    <a:pt x="4673" y="19501"/>
                  </a:lnTo>
                  <a:lnTo>
                    <a:pt x="4828" y="19385"/>
                  </a:lnTo>
                  <a:lnTo>
                    <a:pt x="4982" y="19269"/>
                  </a:lnTo>
                  <a:lnTo>
                    <a:pt x="5291" y="18960"/>
                  </a:lnTo>
                  <a:close/>
                  <a:moveTo>
                    <a:pt x="13555" y="16527"/>
                  </a:moveTo>
                  <a:lnTo>
                    <a:pt x="13748" y="17184"/>
                  </a:lnTo>
                  <a:lnTo>
                    <a:pt x="13979" y="17840"/>
                  </a:lnTo>
                  <a:lnTo>
                    <a:pt x="14250" y="18458"/>
                  </a:lnTo>
                  <a:lnTo>
                    <a:pt x="14597" y="19037"/>
                  </a:lnTo>
                  <a:lnTo>
                    <a:pt x="13670" y="20157"/>
                  </a:lnTo>
                  <a:lnTo>
                    <a:pt x="12782" y="21315"/>
                  </a:lnTo>
                  <a:lnTo>
                    <a:pt x="11083" y="23748"/>
                  </a:lnTo>
                  <a:lnTo>
                    <a:pt x="10736" y="22783"/>
                  </a:lnTo>
                  <a:lnTo>
                    <a:pt x="10350" y="21856"/>
                  </a:lnTo>
                  <a:lnTo>
                    <a:pt x="10234" y="21586"/>
                  </a:lnTo>
                  <a:lnTo>
                    <a:pt x="10195" y="21354"/>
                  </a:lnTo>
                  <a:lnTo>
                    <a:pt x="10195" y="21238"/>
                  </a:lnTo>
                  <a:lnTo>
                    <a:pt x="10234" y="21122"/>
                  </a:lnTo>
                  <a:lnTo>
                    <a:pt x="10388" y="20813"/>
                  </a:lnTo>
                  <a:lnTo>
                    <a:pt x="10813" y="20234"/>
                  </a:lnTo>
                  <a:lnTo>
                    <a:pt x="11199" y="19578"/>
                  </a:lnTo>
                  <a:lnTo>
                    <a:pt x="11199" y="19501"/>
                  </a:lnTo>
                  <a:lnTo>
                    <a:pt x="11199" y="19462"/>
                  </a:lnTo>
                  <a:lnTo>
                    <a:pt x="11161" y="19346"/>
                  </a:lnTo>
                  <a:lnTo>
                    <a:pt x="11585" y="18999"/>
                  </a:lnTo>
                  <a:lnTo>
                    <a:pt x="11971" y="18612"/>
                  </a:lnTo>
                  <a:lnTo>
                    <a:pt x="12358" y="18226"/>
                  </a:lnTo>
                  <a:lnTo>
                    <a:pt x="12705" y="17801"/>
                  </a:lnTo>
                  <a:lnTo>
                    <a:pt x="13130" y="17184"/>
                  </a:lnTo>
                  <a:lnTo>
                    <a:pt x="13555" y="16527"/>
                  </a:lnTo>
                  <a:close/>
                  <a:moveTo>
                    <a:pt x="5677" y="21161"/>
                  </a:moveTo>
                  <a:lnTo>
                    <a:pt x="5948" y="21393"/>
                  </a:lnTo>
                  <a:lnTo>
                    <a:pt x="6256" y="21547"/>
                  </a:lnTo>
                  <a:lnTo>
                    <a:pt x="6565" y="21702"/>
                  </a:lnTo>
                  <a:lnTo>
                    <a:pt x="6913" y="21817"/>
                  </a:lnTo>
                  <a:lnTo>
                    <a:pt x="6836" y="22010"/>
                  </a:lnTo>
                  <a:lnTo>
                    <a:pt x="6797" y="22204"/>
                  </a:lnTo>
                  <a:lnTo>
                    <a:pt x="6643" y="22088"/>
                  </a:lnTo>
                  <a:lnTo>
                    <a:pt x="6604" y="22010"/>
                  </a:lnTo>
                  <a:lnTo>
                    <a:pt x="6411" y="22010"/>
                  </a:lnTo>
                  <a:lnTo>
                    <a:pt x="6372" y="22088"/>
                  </a:lnTo>
                  <a:lnTo>
                    <a:pt x="6218" y="22628"/>
                  </a:lnTo>
                  <a:lnTo>
                    <a:pt x="6025" y="23092"/>
                  </a:lnTo>
                  <a:lnTo>
                    <a:pt x="5832" y="23594"/>
                  </a:lnTo>
                  <a:lnTo>
                    <a:pt x="5600" y="24057"/>
                  </a:lnTo>
                  <a:lnTo>
                    <a:pt x="5330" y="24482"/>
                  </a:lnTo>
                  <a:lnTo>
                    <a:pt x="5021" y="24907"/>
                  </a:lnTo>
                  <a:lnTo>
                    <a:pt x="4712" y="25331"/>
                  </a:lnTo>
                  <a:lnTo>
                    <a:pt x="4364" y="25717"/>
                  </a:lnTo>
                  <a:lnTo>
                    <a:pt x="4248" y="25293"/>
                  </a:lnTo>
                  <a:lnTo>
                    <a:pt x="4171" y="24868"/>
                  </a:lnTo>
                  <a:lnTo>
                    <a:pt x="4171" y="24482"/>
                  </a:lnTo>
                  <a:lnTo>
                    <a:pt x="4210" y="24057"/>
                  </a:lnTo>
                  <a:lnTo>
                    <a:pt x="4326" y="23671"/>
                  </a:lnTo>
                  <a:lnTo>
                    <a:pt x="4480" y="23285"/>
                  </a:lnTo>
                  <a:lnTo>
                    <a:pt x="4673" y="22899"/>
                  </a:lnTo>
                  <a:lnTo>
                    <a:pt x="4944" y="22512"/>
                  </a:lnTo>
                  <a:lnTo>
                    <a:pt x="5175" y="22204"/>
                  </a:lnTo>
                  <a:lnTo>
                    <a:pt x="5330" y="21895"/>
                  </a:lnTo>
                  <a:lnTo>
                    <a:pt x="5407" y="21740"/>
                  </a:lnTo>
                  <a:lnTo>
                    <a:pt x="5407" y="21586"/>
                  </a:lnTo>
                  <a:lnTo>
                    <a:pt x="5368" y="21470"/>
                  </a:lnTo>
                  <a:lnTo>
                    <a:pt x="5291" y="21315"/>
                  </a:lnTo>
                  <a:lnTo>
                    <a:pt x="5446" y="21238"/>
                  </a:lnTo>
                  <a:lnTo>
                    <a:pt x="5677" y="21161"/>
                  </a:lnTo>
                  <a:close/>
                  <a:moveTo>
                    <a:pt x="4905" y="20466"/>
                  </a:moveTo>
                  <a:lnTo>
                    <a:pt x="5175" y="20736"/>
                  </a:lnTo>
                  <a:lnTo>
                    <a:pt x="5484" y="21006"/>
                  </a:lnTo>
                  <a:lnTo>
                    <a:pt x="5252" y="21084"/>
                  </a:lnTo>
                  <a:lnTo>
                    <a:pt x="5021" y="21161"/>
                  </a:lnTo>
                  <a:lnTo>
                    <a:pt x="4982" y="21200"/>
                  </a:lnTo>
                  <a:lnTo>
                    <a:pt x="4944" y="21277"/>
                  </a:lnTo>
                  <a:lnTo>
                    <a:pt x="4982" y="21354"/>
                  </a:lnTo>
                  <a:lnTo>
                    <a:pt x="5021" y="21393"/>
                  </a:lnTo>
                  <a:lnTo>
                    <a:pt x="5059" y="21470"/>
                  </a:lnTo>
                  <a:lnTo>
                    <a:pt x="5098" y="21547"/>
                  </a:lnTo>
                  <a:lnTo>
                    <a:pt x="5059" y="21779"/>
                  </a:lnTo>
                  <a:lnTo>
                    <a:pt x="4905" y="22049"/>
                  </a:lnTo>
                  <a:lnTo>
                    <a:pt x="4750" y="22358"/>
                  </a:lnTo>
                  <a:lnTo>
                    <a:pt x="4364" y="22937"/>
                  </a:lnTo>
                  <a:lnTo>
                    <a:pt x="4133" y="23323"/>
                  </a:lnTo>
                  <a:lnTo>
                    <a:pt x="3940" y="23748"/>
                  </a:lnTo>
                  <a:lnTo>
                    <a:pt x="3862" y="24212"/>
                  </a:lnTo>
                  <a:lnTo>
                    <a:pt x="3824" y="24714"/>
                  </a:lnTo>
                  <a:lnTo>
                    <a:pt x="3862" y="25177"/>
                  </a:lnTo>
                  <a:lnTo>
                    <a:pt x="3940" y="25409"/>
                  </a:lnTo>
                  <a:lnTo>
                    <a:pt x="4017" y="25640"/>
                  </a:lnTo>
                  <a:lnTo>
                    <a:pt x="4133" y="25872"/>
                  </a:lnTo>
                  <a:lnTo>
                    <a:pt x="4248" y="26065"/>
                  </a:lnTo>
                  <a:lnTo>
                    <a:pt x="4287" y="26104"/>
                  </a:lnTo>
                  <a:lnTo>
                    <a:pt x="4364" y="26104"/>
                  </a:lnTo>
                  <a:lnTo>
                    <a:pt x="4403" y="26065"/>
                  </a:lnTo>
                  <a:lnTo>
                    <a:pt x="4442" y="25988"/>
                  </a:lnTo>
                  <a:lnTo>
                    <a:pt x="4480" y="25988"/>
                  </a:lnTo>
                  <a:lnTo>
                    <a:pt x="4828" y="25602"/>
                  </a:lnTo>
                  <a:lnTo>
                    <a:pt x="5175" y="25215"/>
                  </a:lnTo>
                  <a:lnTo>
                    <a:pt x="5484" y="24791"/>
                  </a:lnTo>
                  <a:lnTo>
                    <a:pt x="5793" y="24366"/>
                  </a:lnTo>
                  <a:lnTo>
                    <a:pt x="6025" y="23903"/>
                  </a:lnTo>
                  <a:lnTo>
                    <a:pt x="6256" y="23439"/>
                  </a:lnTo>
                  <a:lnTo>
                    <a:pt x="6450" y="22937"/>
                  </a:lnTo>
                  <a:lnTo>
                    <a:pt x="6604" y="22435"/>
                  </a:lnTo>
                  <a:lnTo>
                    <a:pt x="6720" y="22551"/>
                  </a:lnTo>
                  <a:lnTo>
                    <a:pt x="6913" y="22590"/>
                  </a:lnTo>
                  <a:lnTo>
                    <a:pt x="6952" y="22628"/>
                  </a:lnTo>
                  <a:lnTo>
                    <a:pt x="7029" y="22590"/>
                  </a:lnTo>
                  <a:lnTo>
                    <a:pt x="7067" y="22512"/>
                  </a:lnTo>
                  <a:lnTo>
                    <a:pt x="7067" y="22474"/>
                  </a:lnTo>
                  <a:lnTo>
                    <a:pt x="7145" y="21895"/>
                  </a:lnTo>
                  <a:lnTo>
                    <a:pt x="7608" y="22010"/>
                  </a:lnTo>
                  <a:lnTo>
                    <a:pt x="7724" y="22512"/>
                  </a:lnTo>
                  <a:lnTo>
                    <a:pt x="7762" y="23014"/>
                  </a:lnTo>
                  <a:lnTo>
                    <a:pt x="7801" y="23555"/>
                  </a:lnTo>
                  <a:lnTo>
                    <a:pt x="7801" y="24057"/>
                  </a:lnTo>
                  <a:lnTo>
                    <a:pt x="7608" y="23903"/>
                  </a:lnTo>
                  <a:lnTo>
                    <a:pt x="7492" y="23671"/>
                  </a:lnTo>
                  <a:lnTo>
                    <a:pt x="7376" y="23439"/>
                  </a:lnTo>
                  <a:lnTo>
                    <a:pt x="7338" y="23169"/>
                  </a:lnTo>
                  <a:lnTo>
                    <a:pt x="7338" y="23092"/>
                  </a:lnTo>
                  <a:lnTo>
                    <a:pt x="7299" y="23053"/>
                  </a:lnTo>
                  <a:lnTo>
                    <a:pt x="7183" y="23014"/>
                  </a:lnTo>
                  <a:lnTo>
                    <a:pt x="7106" y="23014"/>
                  </a:lnTo>
                  <a:lnTo>
                    <a:pt x="7067" y="23053"/>
                  </a:lnTo>
                  <a:lnTo>
                    <a:pt x="7029" y="23092"/>
                  </a:lnTo>
                  <a:lnTo>
                    <a:pt x="6990" y="23169"/>
                  </a:lnTo>
                  <a:lnTo>
                    <a:pt x="6952" y="23787"/>
                  </a:lnTo>
                  <a:lnTo>
                    <a:pt x="6797" y="24405"/>
                  </a:lnTo>
                  <a:lnTo>
                    <a:pt x="6681" y="24675"/>
                  </a:lnTo>
                  <a:lnTo>
                    <a:pt x="6565" y="24984"/>
                  </a:lnTo>
                  <a:lnTo>
                    <a:pt x="6411" y="25254"/>
                  </a:lnTo>
                  <a:lnTo>
                    <a:pt x="6218" y="25524"/>
                  </a:lnTo>
                  <a:lnTo>
                    <a:pt x="5832" y="25988"/>
                  </a:lnTo>
                  <a:lnTo>
                    <a:pt x="5600" y="26219"/>
                  </a:lnTo>
                  <a:lnTo>
                    <a:pt x="5368" y="26451"/>
                  </a:lnTo>
                  <a:lnTo>
                    <a:pt x="5098" y="26644"/>
                  </a:lnTo>
                  <a:lnTo>
                    <a:pt x="4828" y="26799"/>
                  </a:lnTo>
                  <a:lnTo>
                    <a:pt x="4557" y="26953"/>
                  </a:lnTo>
                  <a:lnTo>
                    <a:pt x="4248" y="27030"/>
                  </a:lnTo>
                  <a:lnTo>
                    <a:pt x="4017" y="27030"/>
                  </a:lnTo>
                  <a:lnTo>
                    <a:pt x="3862" y="26992"/>
                  </a:lnTo>
                  <a:lnTo>
                    <a:pt x="3708" y="26915"/>
                  </a:lnTo>
                  <a:lnTo>
                    <a:pt x="3592" y="26760"/>
                  </a:lnTo>
                  <a:lnTo>
                    <a:pt x="3515" y="26606"/>
                  </a:lnTo>
                  <a:lnTo>
                    <a:pt x="3438" y="26413"/>
                  </a:lnTo>
                  <a:lnTo>
                    <a:pt x="3322" y="25988"/>
                  </a:lnTo>
                  <a:lnTo>
                    <a:pt x="3206" y="25293"/>
                  </a:lnTo>
                  <a:lnTo>
                    <a:pt x="3167" y="24945"/>
                  </a:lnTo>
                  <a:lnTo>
                    <a:pt x="3167" y="24598"/>
                  </a:lnTo>
                  <a:lnTo>
                    <a:pt x="3206" y="24173"/>
                  </a:lnTo>
                  <a:lnTo>
                    <a:pt x="3283" y="23787"/>
                  </a:lnTo>
                  <a:lnTo>
                    <a:pt x="3360" y="23401"/>
                  </a:lnTo>
                  <a:lnTo>
                    <a:pt x="3515" y="23014"/>
                  </a:lnTo>
                  <a:lnTo>
                    <a:pt x="3708" y="22667"/>
                  </a:lnTo>
                  <a:lnTo>
                    <a:pt x="3901" y="22319"/>
                  </a:lnTo>
                  <a:lnTo>
                    <a:pt x="4171" y="22010"/>
                  </a:lnTo>
                  <a:lnTo>
                    <a:pt x="4480" y="21702"/>
                  </a:lnTo>
                  <a:lnTo>
                    <a:pt x="4519" y="21624"/>
                  </a:lnTo>
                  <a:lnTo>
                    <a:pt x="4519" y="21547"/>
                  </a:lnTo>
                  <a:lnTo>
                    <a:pt x="4442" y="21470"/>
                  </a:lnTo>
                  <a:lnTo>
                    <a:pt x="4364" y="21431"/>
                  </a:lnTo>
                  <a:lnTo>
                    <a:pt x="3553" y="21315"/>
                  </a:lnTo>
                  <a:lnTo>
                    <a:pt x="3862" y="21045"/>
                  </a:lnTo>
                  <a:lnTo>
                    <a:pt x="4171" y="20775"/>
                  </a:lnTo>
                  <a:lnTo>
                    <a:pt x="4519" y="20582"/>
                  </a:lnTo>
                  <a:lnTo>
                    <a:pt x="4905" y="20466"/>
                  </a:lnTo>
                  <a:close/>
                  <a:moveTo>
                    <a:pt x="18845" y="0"/>
                  </a:moveTo>
                  <a:lnTo>
                    <a:pt x="18806" y="77"/>
                  </a:lnTo>
                  <a:lnTo>
                    <a:pt x="18729" y="39"/>
                  </a:lnTo>
                  <a:lnTo>
                    <a:pt x="18652" y="39"/>
                  </a:lnTo>
                  <a:lnTo>
                    <a:pt x="17455" y="618"/>
                  </a:lnTo>
                  <a:lnTo>
                    <a:pt x="16296" y="1236"/>
                  </a:lnTo>
                  <a:lnTo>
                    <a:pt x="15215" y="1931"/>
                  </a:lnTo>
                  <a:lnTo>
                    <a:pt x="14134" y="2664"/>
                  </a:lnTo>
                  <a:lnTo>
                    <a:pt x="13091" y="3475"/>
                  </a:lnTo>
                  <a:lnTo>
                    <a:pt x="12087" y="4325"/>
                  </a:lnTo>
                  <a:lnTo>
                    <a:pt x="11161" y="5213"/>
                  </a:lnTo>
                  <a:lnTo>
                    <a:pt x="10272" y="6178"/>
                  </a:lnTo>
                  <a:lnTo>
                    <a:pt x="9384" y="7144"/>
                  </a:lnTo>
                  <a:lnTo>
                    <a:pt x="8573" y="8186"/>
                  </a:lnTo>
                  <a:lnTo>
                    <a:pt x="7840" y="9268"/>
                  </a:lnTo>
                  <a:lnTo>
                    <a:pt x="7145" y="10387"/>
                  </a:lnTo>
                  <a:lnTo>
                    <a:pt x="6643" y="11276"/>
                  </a:lnTo>
                  <a:lnTo>
                    <a:pt x="6179" y="12164"/>
                  </a:lnTo>
                  <a:lnTo>
                    <a:pt x="5368" y="12241"/>
                  </a:lnTo>
                  <a:lnTo>
                    <a:pt x="4557" y="12395"/>
                  </a:lnTo>
                  <a:lnTo>
                    <a:pt x="3785" y="12627"/>
                  </a:lnTo>
                  <a:lnTo>
                    <a:pt x="3013" y="12936"/>
                  </a:lnTo>
                  <a:lnTo>
                    <a:pt x="2936" y="12975"/>
                  </a:lnTo>
                  <a:lnTo>
                    <a:pt x="2897" y="13013"/>
                  </a:lnTo>
                  <a:lnTo>
                    <a:pt x="2897" y="13168"/>
                  </a:lnTo>
                  <a:lnTo>
                    <a:pt x="2704" y="13361"/>
                  </a:lnTo>
                  <a:lnTo>
                    <a:pt x="2549" y="13592"/>
                  </a:lnTo>
                  <a:lnTo>
                    <a:pt x="2395" y="13863"/>
                  </a:lnTo>
                  <a:lnTo>
                    <a:pt x="2279" y="14133"/>
                  </a:lnTo>
                  <a:lnTo>
                    <a:pt x="2086" y="14712"/>
                  </a:lnTo>
                  <a:lnTo>
                    <a:pt x="1854" y="15214"/>
                  </a:lnTo>
                  <a:lnTo>
                    <a:pt x="1430" y="15987"/>
                  </a:lnTo>
                  <a:lnTo>
                    <a:pt x="1005" y="16759"/>
                  </a:lnTo>
                  <a:lnTo>
                    <a:pt x="541" y="17493"/>
                  </a:lnTo>
                  <a:lnTo>
                    <a:pt x="39" y="18226"/>
                  </a:lnTo>
                  <a:lnTo>
                    <a:pt x="1" y="18303"/>
                  </a:lnTo>
                  <a:lnTo>
                    <a:pt x="1" y="18381"/>
                  </a:lnTo>
                  <a:lnTo>
                    <a:pt x="39" y="18419"/>
                  </a:lnTo>
                  <a:lnTo>
                    <a:pt x="117" y="18458"/>
                  </a:lnTo>
                  <a:lnTo>
                    <a:pt x="117" y="18535"/>
                  </a:lnTo>
                  <a:lnTo>
                    <a:pt x="117" y="18612"/>
                  </a:lnTo>
                  <a:lnTo>
                    <a:pt x="155" y="18651"/>
                  </a:lnTo>
                  <a:lnTo>
                    <a:pt x="233" y="18690"/>
                  </a:lnTo>
                  <a:lnTo>
                    <a:pt x="1159" y="18612"/>
                  </a:lnTo>
                  <a:lnTo>
                    <a:pt x="2086" y="18574"/>
                  </a:lnTo>
                  <a:lnTo>
                    <a:pt x="3901" y="18381"/>
                  </a:lnTo>
                  <a:lnTo>
                    <a:pt x="3978" y="18342"/>
                  </a:lnTo>
                  <a:lnTo>
                    <a:pt x="4055" y="18265"/>
                  </a:lnTo>
                  <a:lnTo>
                    <a:pt x="4596" y="17106"/>
                  </a:lnTo>
                  <a:lnTo>
                    <a:pt x="5252" y="15987"/>
                  </a:lnTo>
                  <a:lnTo>
                    <a:pt x="5291" y="16566"/>
                  </a:lnTo>
                  <a:lnTo>
                    <a:pt x="5446" y="17106"/>
                  </a:lnTo>
                  <a:lnTo>
                    <a:pt x="5600" y="17647"/>
                  </a:lnTo>
                  <a:lnTo>
                    <a:pt x="5832" y="18188"/>
                  </a:lnTo>
                  <a:lnTo>
                    <a:pt x="5446" y="18381"/>
                  </a:lnTo>
                  <a:lnTo>
                    <a:pt x="5059" y="18651"/>
                  </a:lnTo>
                  <a:lnTo>
                    <a:pt x="4673" y="18960"/>
                  </a:lnTo>
                  <a:lnTo>
                    <a:pt x="4519" y="19153"/>
                  </a:lnTo>
                  <a:lnTo>
                    <a:pt x="4403" y="19346"/>
                  </a:lnTo>
                  <a:lnTo>
                    <a:pt x="4403" y="19423"/>
                  </a:lnTo>
                  <a:lnTo>
                    <a:pt x="4442" y="19501"/>
                  </a:lnTo>
                  <a:lnTo>
                    <a:pt x="4442" y="19539"/>
                  </a:lnTo>
                  <a:lnTo>
                    <a:pt x="4442" y="19616"/>
                  </a:lnTo>
                  <a:lnTo>
                    <a:pt x="4596" y="19964"/>
                  </a:lnTo>
                  <a:lnTo>
                    <a:pt x="4789" y="20273"/>
                  </a:lnTo>
                  <a:lnTo>
                    <a:pt x="4519" y="20311"/>
                  </a:lnTo>
                  <a:lnTo>
                    <a:pt x="4287" y="20389"/>
                  </a:lnTo>
                  <a:lnTo>
                    <a:pt x="4055" y="20504"/>
                  </a:lnTo>
                  <a:lnTo>
                    <a:pt x="3862" y="20620"/>
                  </a:lnTo>
                  <a:lnTo>
                    <a:pt x="3669" y="20775"/>
                  </a:lnTo>
                  <a:lnTo>
                    <a:pt x="3476" y="20968"/>
                  </a:lnTo>
                  <a:lnTo>
                    <a:pt x="3283" y="21161"/>
                  </a:lnTo>
                  <a:lnTo>
                    <a:pt x="3129" y="21354"/>
                  </a:lnTo>
                  <a:lnTo>
                    <a:pt x="3090" y="21431"/>
                  </a:lnTo>
                  <a:lnTo>
                    <a:pt x="3129" y="21508"/>
                  </a:lnTo>
                  <a:lnTo>
                    <a:pt x="3167" y="21586"/>
                  </a:lnTo>
                  <a:lnTo>
                    <a:pt x="3244" y="21624"/>
                  </a:lnTo>
                  <a:lnTo>
                    <a:pt x="4017" y="21702"/>
                  </a:lnTo>
                  <a:lnTo>
                    <a:pt x="3746" y="22010"/>
                  </a:lnTo>
                  <a:lnTo>
                    <a:pt x="3476" y="22358"/>
                  </a:lnTo>
                  <a:lnTo>
                    <a:pt x="3283" y="22706"/>
                  </a:lnTo>
                  <a:lnTo>
                    <a:pt x="3129" y="23092"/>
                  </a:lnTo>
                  <a:lnTo>
                    <a:pt x="3013" y="23478"/>
                  </a:lnTo>
                  <a:lnTo>
                    <a:pt x="2897" y="23864"/>
                  </a:lnTo>
                  <a:lnTo>
                    <a:pt x="2858" y="24289"/>
                  </a:lnTo>
                  <a:lnTo>
                    <a:pt x="2858" y="24714"/>
                  </a:lnTo>
                  <a:lnTo>
                    <a:pt x="2858" y="25370"/>
                  </a:lnTo>
                  <a:lnTo>
                    <a:pt x="2897" y="25795"/>
                  </a:lnTo>
                  <a:lnTo>
                    <a:pt x="2974" y="26219"/>
                  </a:lnTo>
                  <a:lnTo>
                    <a:pt x="3090" y="26644"/>
                  </a:lnTo>
                  <a:lnTo>
                    <a:pt x="3244" y="26992"/>
                  </a:lnTo>
                  <a:lnTo>
                    <a:pt x="3360" y="27146"/>
                  </a:lnTo>
                  <a:lnTo>
                    <a:pt x="3438" y="27262"/>
                  </a:lnTo>
                  <a:lnTo>
                    <a:pt x="3553" y="27378"/>
                  </a:lnTo>
                  <a:lnTo>
                    <a:pt x="3708" y="27417"/>
                  </a:lnTo>
                  <a:lnTo>
                    <a:pt x="3862" y="27455"/>
                  </a:lnTo>
                  <a:lnTo>
                    <a:pt x="4017" y="27455"/>
                  </a:lnTo>
                  <a:lnTo>
                    <a:pt x="4364" y="27417"/>
                  </a:lnTo>
                  <a:lnTo>
                    <a:pt x="4750" y="27262"/>
                  </a:lnTo>
                  <a:lnTo>
                    <a:pt x="5098" y="27069"/>
                  </a:lnTo>
                  <a:lnTo>
                    <a:pt x="5407" y="26837"/>
                  </a:lnTo>
                  <a:lnTo>
                    <a:pt x="5716" y="26567"/>
                  </a:lnTo>
                  <a:lnTo>
                    <a:pt x="6218" y="26065"/>
                  </a:lnTo>
                  <a:lnTo>
                    <a:pt x="6565" y="25602"/>
                  </a:lnTo>
                  <a:lnTo>
                    <a:pt x="6874" y="25100"/>
                  </a:lnTo>
                  <a:lnTo>
                    <a:pt x="7106" y="24559"/>
                  </a:lnTo>
                  <a:lnTo>
                    <a:pt x="7260" y="23980"/>
                  </a:lnTo>
                  <a:lnTo>
                    <a:pt x="7376" y="24134"/>
                  </a:lnTo>
                  <a:lnTo>
                    <a:pt x="7531" y="24289"/>
                  </a:lnTo>
                  <a:lnTo>
                    <a:pt x="7685" y="24405"/>
                  </a:lnTo>
                  <a:lnTo>
                    <a:pt x="7878" y="24520"/>
                  </a:lnTo>
                  <a:lnTo>
                    <a:pt x="7955" y="24559"/>
                  </a:lnTo>
                  <a:lnTo>
                    <a:pt x="8033" y="24520"/>
                  </a:lnTo>
                  <a:lnTo>
                    <a:pt x="8110" y="24482"/>
                  </a:lnTo>
                  <a:lnTo>
                    <a:pt x="8110" y="24366"/>
                  </a:lnTo>
                  <a:lnTo>
                    <a:pt x="8149" y="23787"/>
                  </a:lnTo>
                  <a:lnTo>
                    <a:pt x="8149" y="23208"/>
                  </a:lnTo>
                  <a:lnTo>
                    <a:pt x="8071" y="22628"/>
                  </a:lnTo>
                  <a:lnTo>
                    <a:pt x="7955" y="22049"/>
                  </a:lnTo>
                  <a:lnTo>
                    <a:pt x="8535" y="22049"/>
                  </a:lnTo>
                  <a:lnTo>
                    <a:pt x="8651" y="22010"/>
                  </a:lnTo>
                  <a:lnTo>
                    <a:pt x="8728" y="21972"/>
                  </a:lnTo>
                  <a:lnTo>
                    <a:pt x="8766" y="21933"/>
                  </a:lnTo>
                  <a:lnTo>
                    <a:pt x="8766" y="21895"/>
                  </a:lnTo>
                  <a:lnTo>
                    <a:pt x="8844" y="21006"/>
                  </a:lnTo>
                  <a:lnTo>
                    <a:pt x="8921" y="20543"/>
                  </a:lnTo>
                  <a:lnTo>
                    <a:pt x="8998" y="20118"/>
                  </a:lnTo>
                  <a:lnTo>
                    <a:pt x="9153" y="20118"/>
                  </a:lnTo>
                  <a:lnTo>
                    <a:pt x="9577" y="20041"/>
                  </a:lnTo>
                  <a:lnTo>
                    <a:pt x="9963" y="19964"/>
                  </a:lnTo>
                  <a:lnTo>
                    <a:pt x="10311" y="19809"/>
                  </a:lnTo>
                  <a:lnTo>
                    <a:pt x="10659" y="19655"/>
                  </a:lnTo>
                  <a:lnTo>
                    <a:pt x="10157" y="20389"/>
                  </a:lnTo>
                  <a:lnTo>
                    <a:pt x="9616" y="21161"/>
                  </a:lnTo>
                  <a:lnTo>
                    <a:pt x="9577" y="21238"/>
                  </a:lnTo>
                  <a:lnTo>
                    <a:pt x="9616" y="21354"/>
                  </a:lnTo>
                  <a:lnTo>
                    <a:pt x="9963" y="22049"/>
                  </a:lnTo>
                  <a:lnTo>
                    <a:pt x="10272" y="22783"/>
                  </a:lnTo>
                  <a:lnTo>
                    <a:pt x="10581" y="23516"/>
                  </a:lnTo>
                  <a:lnTo>
                    <a:pt x="10813" y="24250"/>
                  </a:lnTo>
                  <a:lnTo>
                    <a:pt x="10890" y="24327"/>
                  </a:lnTo>
                  <a:lnTo>
                    <a:pt x="11006" y="24405"/>
                  </a:lnTo>
                  <a:lnTo>
                    <a:pt x="11122" y="24405"/>
                  </a:lnTo>
                  <a:lnTo>
                    <a:pt x="11199" y="24289"/>
                  </a:lnTo>
                  <a:lnTo>
                    <a:pt x="13130" y="21740"/>
                  </a:lnTo>
                  <a:lnTo>
                    <a:pt x="14095" y="20389"/>
                  </a:lnTo>
                  <a:lnTo>
                    <a:pt x="14520" y="19732"/>
                  </a:lnTo>
                  <a:lnTo>
                    <a:pt x="14945" y="19037"/>
                  </a:lnTo>
                  <a:lnTo>
                    <a:pt x="14983" y="18960"/>
                  </a:lnTo>
                  <a:lnTo>
                    <a:pt x="14945" y="18883"/>
                  </a:lnTo>
                  <a:lnTo>
                    <a:pt x="14790" y="18535"/>
                  </a:lnTo>
                  <a:lnTo>
                    <a:pt x="14597" y="18149"/>
                  </a:lnTo>
                  <a:lnTo>
                    <a:pt x="14288" y="17454"/>
                  </a:lnTo>
                  <a:lnTo>
                    <a:pt x="13786" y="16180"/>
                  </a:lnTo>
                  <a:lnTo>
                    <a:pt x="14211" y="15369"/>
                  </a:lnTo>
                  <a:lnTo>
                    <a:pt x="14674" y="14558"/>
                  </a:lnTo>
                  <a:lnTo>
                    <a:pt x="15061" y="13708"/>
                  </a:lnTo>
                  <a:lnTo>
                    <a:pt x="15447" y="12897"/>
                  </a:lnTo>
                  <a:lnTo>
                    <a:pt x="16065" y="11391"/>
                  </a:lnTo>
                  <a:lnTo>
                    <a:pt x="16644" y="9885"/>
                  </a:lnTo>
                  <a:lnTo>
                    <a:pt x="17146" y="8341"/>
                  </a:lnTo>
                  <a:lnTo>
                    <a:pt x="17609" y="6796"/>
                  </a:lnTo>
                  <a:lnTo>
                    <a:pt x="17995" y="5213"/>
                  </a:lnTo>
                  <a:lnTo>
                    <a:pt x="18382" y="3630"/>
                  </a:lnTo>
                  <a:lnTo>
                    <a:pt x="18729" y="2047"/>
                  </a:lnTo>
                  <a:lnTo>
                    <a:pt x="19038" y="463"/>
                  </a:lnTo>
                  <a:lnTo>
                    <a:pt x="19038" y="386"/>
                  </a:lnTo>
                  <a:lnTo>
                    <a:pt x="18999" y="309"/>
                  </a:lnTo>
                  <a:lnTo>
                    <a:pt x="18999" y="232"/>
                  </a:lnTo>
                  <a:lnTo>
                    <a:pt x="18999" y="77"/>
                  </a:lnTo>
                  <a:lnTo>
                    <a:pt x="18961" y="39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18"/>
            <p:cNvSpPr/>
            <p:nvPr/>
          </p:nvSpPr>
          <p:spPr>
            <a:xfrm>
              <a:off x="5947325" y="1038225"/>
              <a:ext cx="458575" cy="289650"/>
            </a:xfrm>
            <a:custGeom>
              <a:avLst/>
              <a:gdLst/>
              <a:ahLst/>
              <a:cxnLst/>
              <a:rect l="l" t="t" r="r" b="b"/>
              <a:pathLst>
                <a:path w="18343" h="11586" extrusionOk="0">
                  <a:moveTo>
                    <a:pt x="17068" y="387"/>
                  </a:moveTo>
                  <a:lnTo>
                    <a:pt x="17145" y="426"/>
                  </a:lnTo>
                  <a:lnTo>
                    <a:pt x="17223" y="503"/>
                  </a:lnTo>
                  <a:lnTo>
                    <a:pt x="17300" y="735"/>
                  </a:lnTo>
                  <a:lnTo>
                    <a:pt x="17377" y="928"/>
                  </a:lnTo>
                  <a:lnTo>
                    <a:pt x="17377" y="1121"/>
                  </a:lnTo>
                  <a:lnTo>
                    <a:pt x="17338" y="1314"/>
                  </a:lnTo>
                  <a:lnTo>
                    <a:pt x="17223" y="1546"/>
                  </a:lnTo>
                  <a:lnTo>
                    <a:pt x="16952" y="1893"/>
                  </a:lnTo>
                  <a:lnTo>
                    <a:pt x="16721" y="2125"/>
                  </a:lnTo>
                  <a:lnTo>
                    <a:pt x="16450" y="2356"/>
                  </a:lnTo>
                  <a:lnTo>
                    <a:pt x="16180" y="2550"/>
                  </a:lnTo>
                  <a:lnTo>
                    <a:pt x="15871" y="2665"/>
                  </a:lnTo>
                  <a:lnTo>
                    <a:pt x="15871" y="2086"/>
                  </a:lnTo>
                  <a:lnTo>
                    <a:pt x="15910" y="1777"/>
                  </a:lnTo>
                  <a:lnTo>
                    <a:pt x="15948" y="1468"/>
                  </a:lnTo>
                  <a:lnTo>
                    <a:pt x="16025" y="1198"/>
                  </a:lnTo>
                  <a:lnTo>
                    <a:pt x="16180" y="928"/>
                  </a:lnTo>
                  <a:lnTo>
                    <a:pt x="16334" y="696"/>
                  </a:lnTo>
                  <a:lnTo>
                    <a:pt x="16605" y="503"/>
                  </a:lnTo>
                  <a:lnTo>
                    <a:pt x="16836" y="426"/>
                  </a:lnTo>
                  <a:lnTo>
                    <a:pt x="16991" y="387"/>
                  </a:lnTo>
                  <a:close/>
                  <a:moveTo>
                    <a:pt x="14597" y="2974"/>
                  </a:moveTo>
                  <a:lnTo>
                    <a:pt x="14867" y="3013"/>
                  </a:lnTo>
                  <a:lnTo>
                    <a:pt x="15137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7"/>
                  </a:lnTo>
                  <a:lnTo>
                    <a:pt x="14056" y="3862"/>
                  </a:lnTo>
                  <a:lnTo>
                    <a:pt x="13786" y="3940"/>
                  </a:lnTo>
                  <a:lnTo>
                    <a:pt x="13477" y="4017"/>
                  </a:lnTo>
                  <a:lnTo>
                    <a:pt x="13052" y="4017"/>
                  </a:lnTo>
                  <a:lnTo>
                    <a:pt x="12975" y="3940"/>
                  </a:lnTo>
                  <a:lnTo>
                    <a:pt x="12975" y="3862"/>
                  </a:lnTo>
                  <a:lnTo>
                    <a:pt x="12975" y="3708"/>
                  </a:lnTo>
                  <a:lnTo>
                    <a:pt x="13014" y="3476"/>
                  </a:lnTo>
                  <a:lnTo>
                    <a:pt x="13052" y="3360"/>
                  </a:lnTo>
                  <a:lnTo>
                    <a:pt x="13207" y="3245"/>
                  </a:lnTo>
                  <a:lnTo>
                    <a:pt x="13400" y="3167"/>
                  </a:lnTo>
                  <a:lnTo>
                    <a:pt x="13709" y="3052"/>
                  </a:lnTo>
                  <a:lnTo>
                    <a:pt x="14018" y="3013"/>
                  </a:lnTo>
                  <a:lnTo>
                    <a:pt x="14326" y="2974"/>
                  </a:lnTo>
                  <a:close/>
                  <a:moveTo>
                    <a:pt x="15678" y="3283"/>
                  </a:moveTo>
                  <a:lnTo>
                    <a:pt x="16334" y="3476"/>
                  </a:lnTo>
                  <a:lnTo>
                    <a:pt x="16643" y="3554"/>
                  </a:lnTo>
                  <a:lnTo>
                    <a:pt x="16991" y="3669"/>
                  </a:lnTo>
                  <a:lnTo>
                    <a:pt x="17261" y="3824"/>
                  </a:lnTo>
                  <a:lnTo>
                    <a:pt x="17531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79" y="4596"/>
                  </a:lnTo>
                  <a:lnTo>
                    <a:pt x="17918" y="4789"/>
                  </a:lnTo>
                  <a:lnTo>
                    <a:pt x="17879" y="4944"/>
                  </a:lnTo>
                  <a:lnTo>
                    <a:pt x="17802" y="5059"/>
                  </a:lnTo>
                  <a:lnTo>
                    <a:pt x="17647" y="5137"/>
                  </a:lnTo>
                  <a:lnTo>
                    <a:pt x="17493" y="5175"/>
                  </a:lnTo>
                  <a:lnTo>
                    <a:pt x="17338" y="5175"/>
                  </a:lnTo>
                  <a:lnTo>
                    <a:pt x="17145" y="5137"/>
                  </a:lnTo>
                  <a:lnTo>
                    <a:pt x="16991" y="5059"/>
                  </a:lnTo>
                  <a:lnTo>
                    <a:pt x="16643" y="4789"/>
                  </a:lnTo>
                  <a:lnTo>
                    <a:pt x="16373" y="4480"/>
                  </a:lnTo>
                  <a:lnTo>
                    <a:pt x="16180" y="4210"/>
                  </a:lnTo>
                  <a:lnTo>
                    <a:pt x="15987" y="3901"/>
                  </a:lnTo>
                  <a:lnTo>
                    <a:pt x="15832" y="3592"/>
                  </a:lnTo>
                  <a:lnTo>
                    <a:pt x="15678" y="3283"/>
                  </a:lnTo>
                  <a:close/>
                  <a:moveTo>
                    <a:pt x="4634" y="542"/>
                  </a:moveTo>
                  <a:lnTo>
                    <a:pt x="5252" y="580"/>
                  </a:lnTo>
                  <a:lnTo>
                    <a:pt x="5831" y="696"/>
                  </a:lnTo>
                  <a:lnTo>
                    <a:pt x="6410" y="850"/>
                  </a:lnTo>
                  <a:lnTo>
                    <a:pt x="6990" y="1121"/>
                  </a:lnTo>
                  <a:lnTo>
                    <a:pt x="7492" y="1430"/>
                  </a:lnTo>
                  <a:lnTo>
                    <a:pt x="7916" y="1739"/>
                  </a:lnTo>
                  <a:lnTo>
                    <a:pt x="8303" y="2086"/>
                  </a:lnTo>
                  <a:lnTo>
                    <a:pt x="8650" y="2472"/>
                  </a:lnTo>
                  <a:lnTo>
                    <a:pt x="8959" y="2858"/>
                  </a:lnTo>
                  <a:lnTo>
                    <a:pt x="9538" y="3669"/>
                  </a:lnTo>
                  <a:lnTo>
                    <a:pt x="10156" y="4480"/>
                  </a:lnTo>
                  <a:lnTo>
                    <a:pt x="10388" y="4828"/>
                  </a:lnTo>
                  <a:lnTo>
                    <a:pt x="10697" y="5137"/>
                  </a:lnTo>
                  <a:lnTo>
                    <a:pt x="11006" y="5446"/>
                  </a:lnTo>
                  <a:lnTo>
                    <a:pt x="11353" y="5677"/>
                  </a:lnTo>
                  <a:lnTo>
                    <a:pt x="11701" y="5870"/>
                  </a:lnTo>
                  <a:lnTo>
                    <a:pt x="12125" y="5986"/>
                  </a:lnTo>
                  <a:lnTo>
                    <a:pt x="12512" y="6025"/>
                  </a:lnTo>
                  <a:lnTo>
                    <a:pt x="12975" y="5986"/>
                  </a:lnTo>
                  <a:lnTo>
                    <a:pt x="13322" y="5870"/>
                  </a:lnTo>
                  <a:lnTo>
                    <a:pt x="13631" y="5755"/>
                  </a:lnTo>
                  <a:lnTo>
                    <a:pt x="13902" y="5600"/>
                  </a:lnTo>
                  <a:lnTo>
                    <a:pt x="14172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8" y="4712"/>
                  </a:lnTo>
                  <a:lnTo>
                    <a:pt x="14983" y="4442"/>
                  </a:lnTo>
                  <a:lnTo>
                    <a:pt x="14751" y="5253"/>
                  </a:lnTo>
                  <a:lnTo>
                    <a:pt x="14442" y="5986"/>
                  </a:lnTo>
                  <a:lnTo>
                    <a:pt x="14056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1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6" y="10272"/>
                  </a:lnTo>
                  <a:lnTo>
                    <a:pt x="9615" y="10466"/>
                  </a:lnTo>
                  <a:lnTo>
                    <a:pt x="9075" y="10659"/>
                  </a:lnTo>
                  <a:lnTo>
                    <a:pt x="8496" y="10774"/>
                  </a:lnTo>
                  <a:lnTo>
                    <a:pt x="7955" y="10890"/>
                  </a:lnTo>
                  <a:lnTo>
                    <a:pt x="7376" y="10929"/>
                  </a:lnTo>
                  <a:lnTo>
                    <a:pt x="6835" y="10929"/>
                  </a:lnTo>
                  <a:lnTo>
                    <a:pt x="6256" y="10890"/>
                  </a:lnTo>
                  <a:lnTo>
                    <a:pt x="5715" y="10774"/>
                  </a:lnTo>
                  <a:lnTo>
                    <a:pt x="5175" y="10620"/>
                  </a:lnTo>
                  <a:lnTo>
                    <a:pt x="4634" y="10466"/>
                  </a:lnTo>
                  <a:lnTo>
                    <a:pt x="4132" y="10195"/>
                  </a:lnTo>
                  <a:lnTo>
                    <a:pt x="3630" y="9925"/>
                  </a:lnTo>
                  <a:lnTo>
                    <a:pt x="3128" y="9577"/>
                  </a:lnTo>
                  <a:lnTo>
                    <a:pt x="2665" y="9191"/>
                  </a:lnTo>
                  <a:lnTo>
                    <a:pt x="2201" y="8767"/>
                  </a:lnTo>
                  <a:lnTo>
                    <a:pt x="1777" y="8303"/>
                  </a:lnTo>
                  <a:lnTo>
                    <a:pt x="1429" y="7801"/>
                  </a:lnTo>
                  <a:lnTo>
                    <a:pt x="1082" y="7261"/>
                  </a:lnTo>
                  <a:lnTo>
                    <a:pt x="811" y="6720"/>
                  </a:lnTo>
                  <a:lnTo>
                    <a:pt x="618" y="6141"/>
                  </a:lnTo>
                  <a:lnTo>
                    <a:pt x="464" y="5523"/>
                  </a:lnTo>
                  <a:lnTo>
                    <a:pt x="425" y="4905"/>
                  </a:lnTo>
                  <a:lnTo>
                    <a:pt x="464" y="4287"/>
                  </a:lnTo>
                  <a:lnTo>
                    <a:pt x="618" y="3708"/>
                  </a:lnTo>
                  <a:lnTo>
                    <a:pt x="811" y="3129"/>
                  </a:lnTo>
                  <a:lnTo>
                    <a:pt x="1120" y="2588"/>
                  </a:lnTo>
                  <a:lnTo>
                    <a:pt x="1468" y="2086"/>
                  </a:lnTo>
                  <a:lnTo>
                    <a:pt x="1892" y="1661"/>
                  </a:lnTo>
                  <a:lnTo>
                    <a:pt x="2356" y="1275"/>
                  </a:lnTo>
                  <a:lnTo>
                    <a:pt x="2896" y="1005"/>
                  </a:lnTo>
                  <a:lnTo>
                    <a:pt x="3476" y="773"/>
                  </a:lnTo>
                  <a:lnTo>
                    <a:pt x="4055" y="619"/>
                  </a:lnTo>
                  <a:lnTo>
                    <a:pt x="4634" y="542"/>
                  </a:lnTo>
                  <a:close/>
                  <a:moveTo>
                    <a:pt x="16875" y="1"/>
                  </a:moveTo>
                  <a:lnTo>
                    <a:pt x="16682" y="40"/>
                  </a:lnTo>
                  <a:lnTo>
                    <a:pt x="16450" y="155"/>
                  </a:lnTo>
                  <a:lnTo>
                    <a:pt x="16257" y="271"/>
                  </a:lnTo>
                  <a:lnTo>
                    <a:pt x="16103" y="426"/>
                  </a:lnTo>
                  <a:lnTo>
                    <a:pt x="15948" y="580"/>
                  </a:lnTo>
                  <a:lnTo>
                    <a:pt x="15832" y="773"/>
                  </a:lnTo>
                  <a:lnTo>
                    <a:pt x="15717" y="1005"/>
                  </a:lnTo>
                  <a:lnTo>
                    <a:pt x="15601" y="1237"/>
                  </a:lnTo>
                  <a:lnTo>
                    <a:pt x="15485" y="1739"/>
                  </a:lnTo>
                  <a:lnTo>
                    <a:pt x="15446" y="2279"/>
                  </a:lnTo>
                  <a:lnTo>
                    <a:pt x="15485" y="2820"/>
                  </a:lnTo>
                  <a:lnTo>
                    <a:pt x="15369" y="2820"/>
                  </a:lnTo>
                  <a:lnTo>
                    <a:pt x="15330" y="2858"/>
                  </a:lnTo>
                  <a:lnTo>
                    <a:pt x="14906" y="2743"/>
                  </a:lnTo>
                  <a:lnTo>
                    <a:pt x="14442" y="2665"/>
                  </a:lnTo>
                  <a:lnTo>
                    <a:pt x="13979" y="2665"/>
                  </a:lnTo>
                  <a:lnTo>
                    <a:pt x="13516" y="2743"/>
                  </a:lnTo>
                  <a:lnTo>
                    <a:pt x="13168" y="2858"/>
                  </a:lnTo>
                  <a:lnTo>
                    <a:pt x="12975" y="2974"/>
                  </a:lnTo>
                  <a:lnTo>
                    <a:pt x="12782" y="3090"/>
                  </a:lnTo>
                  <a:lnTo>
                    <a:pt x="12627" y="3206"/>
                  </a:lnTo>
                  <a:lnTo>
                    <a:pt x="12512" y="3360"/>
                  </a:lnTo>
                  <a:lnTo>
                    <a:pt x="12396" y="3554"/>
                  </a:lnTo>
                  <a:lnTo>
                    <a:pt x="12396" y="3747"/>
                  </a:lnTo>
                  <a:lnTo>
                    <a:pt x="12396" y="3940"/>
                  </a:lnTo>
                  <a:lnTo>
                    <a:pt x="12473" y="4094"/>
                  </a:lnTo>
                  <a:lnTo>
                    <a:pt x="12627" y="4210"/>
                  </a:lnTo>
                  <a:lnTo>
                    <a:pt x="12782" y="4287"/>
                  </a:lnTo>
                  <a:lnTo>
                    <a:pt x="12975" y="4364"/>
                  </a:lnTo>
                  <a:lnTo>
                    <a:pt x="13168" y="4403"/>
                  </a:lnTo>
                  <a:lnTo>
                    <a:pt x="13516" y="4364"/>
                  </a:lnTo>
                  <a:lnTo>
                    <a:pt x="13863" y="4326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8" y="3824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3" y="4866"/>
                  </a:lnTo>
                  <a:lnTo>
                    <a:pt x="13940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29" y="5446"/>
                  </a:lnTo>
                  <a:lnTo>
                    <a:pt x="12743" y="5523"/>
                  </a:lnTo>
                  <a:lnTo>
                    <a:pt x="12396" y="5523"/>
                  </a:lnTo>
                  <a:lnTo>
                    <a:pt x="12048" y="5446"/>
                  </a:lnTo>
                  <a:lnTo>
                    <a:pt x="11739" y="5330"/>
                  </a:lnTo>
                  <a:lnTo>
                    <a:pt x="11430" y="5137"/>
                  </a:lnTo>
                  <a:lnTo>
                    <a:pt x="11121" y="4905"/>
                  </a:lnTo>
                  <a:lnTo>
                    <a:pt x="10851" y="4635"/>
                  </a:lnTo>
                  <a:lnTo>
                    <a:pt x="10542" y="4210"/>
                  </a:lnTo>
                  <a:lnTo>
                    <a:pt x="10195" y="3785"/>
                  </a:lnTo>
                  <a:lnTo>
                    <a:pt x="9615" y="2936"/>
                  </a:lnTo>
                  <a:lnTo>
                    <a:pt x="9307" y="2511"/>
                  </a:lnTo>
                  <a:lnTo>
                    <a:pt x="8959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6" y="966"/>
                  </a:lnTo>
                  <a:lnTo>
                    <a:pt x="7105" y="657"/>
                  </a:lnTo>
                  <a:lnTo>
                    <a:pt x="6526" y="426"/>
                  </a:lnTo>
                  <a:lnTo>
                    <a:pt x="5947" y="271"/>
                  </a:lnTo>
                  <a:lnTo>
                    <a:pt x="5329" y="155"/>
                  </a:lnTo>
                  <a:lnTo>
                    <a:pt x="4750" y="117"/>
                  </a:lnTo>
                  <a:lnTo>
                    <a:pt x="4132" y="155"/>
                  </a:lnTo>
                  <a:lnTo>
                    <a:pt x="3553" y="271"/>
                  </a:lnTo>
                  <a:lnTo>
                    <a:pt x="3283" y="348"/>
                  </a:lnTo>
                  <a:lnTo>
                    <a:pt x="2935" y="464"/>
                  </a:lnTo>
                  <a:lnTo>
                    <a:pt x="2588" y="619"/>
                  </a:lnTo>
                  <a:lnTo>
                    <a:pt x="2279" y="812"/>
                  </a:lnTo>
                  <a:lnTo>
                    <a:pt x="1931" y="1005"/>
                  </a:lnTo>
                  <a:lnTo>
                    <a:pt x="1661" y="1275"/>
                  </a:lnTo>
                  <a:lnTo>
                    <a:pt x="1352" y="1546"/>
                  </a:lnTo>
                  <a:lnTo>
                    <a:pt x="1082" y="1854"/>
                  </a:lnTo>
                  <a:lnTo>
                    <a:pt x="850" y="2163"/>
                  </a:lnTo>
                  <a:lnTo>
                    <a:pt x="541" y="2665"/>
                  </a:lnTo>
                  <a:lnTo>
                    <a:pt x="309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0" y="4712"/>
                  </a:lnTo>
                  <a:lnTo>
                    <a:pt x="39" y="5214"/>
                  </a:lnTo>
                  <a:lnTo>
                    <a:pt x="78" y="5716"/>
                  </a:lnTo>
                  <a:lnTo>
                    <a:pt x="193" y="6218"/>
                  </a:lnTo>
                  <a:lnTo>
                    <a:pt x="386" y="6720"/>
                  </a:lnTo>
                  <a:lnTo>
                    <a:pt x="580" y="7222"/>
                  </a:lnTo>
                  <a:lnTo>
                    <a:pt x="811" y="7685"/>
                  </a:lnTo>
                  <a:lnTo>
                    <a:pt x="1082" y="8110"/>
                  </a:lnTo>
                  <a:lnTo>
                    <a:pt x="1429" y="8573"/>
                  </a:lnTo>
                  <a:lnTo>
                    <a:pt x="1777" y="8960"/>
                  </a:lnTo>
                  <a:lnTo>
                    <a:pt x="2124" y="9384"/>
                  </a:lnTo>
                  <a:lnTo>
                    <a:pt x="2549" y="9732"/>
                  </a:lnTo>
                  <a:lnTo>
                    <a:pt x="3090" y="10157"/>
                  </a:lnTo>
                  <a:lnTo>
                    <a:pt x="3630" y="10504"/>
                  </a:lnTo>
                  <a:lnTo>
                    <a:pt x="4209" y="10774"/>
                  </a:lnTo>
                  <a:lnTo>
                    <a:pt x="4789" y="11045"/>
                  </a:lnTo>
                  <a:lnTo>
                    <a:pt x="5406" y="11199"/>
                  </a:lnTo>
                  <a:lnTo>
                    <a:pt x="6024" y="11354"/>
                  </a:lnTo>
                  <a:lnTo>
                    <a:pt x="6642" y="11392"/>
                  </a:lnTo>
                  <a:lnTo>
                    <a:pt x="7260" y="11431"/>
                  </a:lnTo>
                  <a:lnTo>
                    <a:pt x="7337" y="11585"/>
                  </a:lnTo>
                  <a:lnTo>
                    <a:pt x="7646" y="11392"/>
                  </a:lnTo>
                  <a:lnTo>
                    <a:pt x="8457" y="11315"/>
                  </a:lnTo>
                  <a:lnTo>
                    <a:pt x="9268" y="11122"/>
                  </a:lnTo>
                  <a:lnTo>
                    <a:pt x="10079" y="10813"/>
                  </a:lnTo>
                  <a:lnTo>
                    <a:pt x="10851" y="10466"/>
                  </a:lnTo>
                  <a:lnTo>
                    <a:pt x="11546" y="10041"/>
                  </a:lnTo>
                  <a:lnTo>
                    <a:pt x="12164" y="9577"/>
                  </a:lnTo>
                  <a:lnTo>
                    <a:pt x="12434" y="9384"/>
                  </a:lnTo>
                  <a:lnTo>
                    <a:pt x="13052" y="8805"/>
                  </a:lnTo>
                  <a:lnTo>
                    <a:pt x="13631" y="8187"/>
                  </a:lnTo>
                  <a:lnTo>
                    <a:pt x="14133" y="7492"/>
                  </a:lnTo>
                  <a:lnTo>
                    <a:pt x="14597" y="6797"/>
                  </a:lnTo>
                  <a:lnTo>
                    <a:pt x="14944" y="6025"/>
                  </a:lnTo>
                  <a:lnTo>
                    <a:pt x="15099" y="5639"/>
                  </a:lnTo>
                  <a:lnTo>
                    <a:pt x="15253" y="5214"/>
                  </a:lnTo>
                  <a:lnTo>
                    <a:pt x="15330" y="4828"/>
                  </a:lnTo>
                  <a:lnTo>
                    <a:pt x="15408" y="4403"/>
                  </a:lnTo>
                  <a:lnTo>
                    <a:pt x="15485" y="4017"/>
                  </a:lnTo>
                  <a:lnTo>
                    <a:pt x="15485" y="3592"/>
                  </a:lnTo>
                  <a:lnTo>
                    <a:pt x="15678" y="4056"/>
                  </a:lnTo>
                  <a:lnTo>
                    <a:pt x="15948" y="4480"/>
                  </a:lnTo>
                  <a:lnTo>
                    <a:pt x="16257" y="4866"/>
                  </a:lnTo>
                  <a:lnTo>
                    <a:pt x="16605" y="5214"/>
                  </a:lnTo>
                  <a:lnTo>
                    <a:pt x="16759" y="5368"/>
                  </a:lnTo>
                  <a:lnTo>
                    <a:pt x="16991" y="5484"/>
                  </a:lnTo>
                  <a:lnTo>
                    <a:pt x="17184" y="5561"/>
                  </a:lnTo>
                  <a:lnTo>
                    <a:pt x="17416" y="5639"/>
                  </a:lnTo>
                  <a:lnTo>
                    <a:pt x="17609" y="5677"/>
                  </a:lnTo>
                  <a:lnTo>
                    <a:pt x="17840" y="5639"/>
                  </a:lnTo>
                  <a:lnTo>
                    <a:pt x="18033" y="5523"/>
                  </a:lnTo>
                  <a:lnTo>
                    <a:pt x="18188" y="5330"/>
                  </a:lnTo>
                  <a:lnTo>
                    <a:pt x="18304" y="5137"/>
                  </a:lnTo>
                  <a:lnTo>
                    <a:pt x="18342" y="4944"/>
                  </a:lnTo>
                  <a:lnTo>
                    <a:pt x="18304" y="4712"/>
                  </a:lnTo>
                  <a:lnTo>
                    <a:pt x="18265" y="4519"/>
                  </a:lnTo>
                  <a:lnTo>
                    <a:pt x="18188" y="4287"/>
                  </a:lnTo>
                  <a:lnTo>
                    <a:pt x="18072" y="4133"/>
                  </a:lnTo>
                  <a:lnTo>
                    <a:pt x="17956" y="3940"/>
                  </a:lnTo>
                  <a:lnTo>
                    <a:pt x="17802" y="3785"/>
                  </a:lnTo>
                  <a:lnTo>
                    <a:pt x="17647" y="3631"/>
                  </a:lnTo>
                  <a:lnTo>
                    <a:pt x="17416" y="3476"/>
                  </a:lnTo>
                  <a:lnTo>
                    <a:pt x="16952" y="3245"/>
                  </a:lnTo>
                  <a:lnTo>
                    <a:pt x="16489" y="3052"/>
                  </a:lnTo>
                  <a:lnTo>
                    <a:pt x="15987" y="2936"/>
                  </a:lnTo>
                  <a:lnTo>
                    <a:pt x="16412" y="2781"/>
                  </a:lnTo>
                  <a:lnTo>
                    <a:pt x="16836" y="2511"/>
                  </a:lnTo>
                  <a:lnTo>
                    <a:pt x="17184" y="2202"/>
                  </a:lnTo>
                  <a:lnTo>
                    <a:pt x="17493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3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0" y="194"/>
                  </a:lnTo>
                  <a:lnTo>
                    <a:pt x="17454" y="117"/>
                  </a:lnTo>
                  <a:lnTo>
                    <a:pt x="17338" y="40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18"/>
            <p:cNvSpPr/>
            <p:nvPr/>
          </p:nvSpPr>
          <p:spPr>
            <a:xfrm>
              <a:off x="5978200" y="1074925"/>
              <a:ext cx="144850" cy="162200"/>
            </a:xfrm>
            <a:custGeom>
              <a:avLst/>
              <a:gdLst/>
              <a:ahLst/>
              <a:cxnLst/>
              <a:rect l="l" t="t" r="r" b="b"/>
              <a:pathLst>
                <a:path w="5794" h="6488" extrusionOk="0">
                  <a:moveTo>
                    <a:pt x="2241" y="425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7" y="734"/>
                  </a:lnTo>
                  <a:lnTo>
                    <a:pt x="4171" y="1004"/>
                  </a:lnTo>
                  <a:lnTo>
                    <a:pt x="4558" y="1313"/>
                  </a:lnTo>
                  <a:lnTo>
                    <a:pt x="4751" y="1506"/>
                  </a:lnTo>
                  <a:lnTo>
                    <a:pt x="4905" y="1738"/>
                  </a:lnTo>
                  <a:lnTo>
                    <a:pt x="5021" y="1931"/>
                  </a:lnTo>
                  <a:lnTo>
                    <a:pt x="5137" y="2163"/>
                  </a:lnTo>
                  <a:lnTo>
                    <a:pt x="5214" y="2433"/>
                  </a:lnTo>
                  <a:lnTo>
                    <a:pt x="5291" y="2703"/>
                  </a:lnTo>
                  <a:lnTo>
                    <a:pt x="5330" y="3167"/>
                  </a:lnTo>
                  <a:lnTo>
                    <a:pt x="5330" y="3630"/>
                  </a:lnTo>
                  <a:lnTo>
                    <a:pt x="5214" y="4132"/>
                  </a:lnTo>
                  <a:lnTo>
                    <a:pt x="5021" y="4557"/>
                  </a:lnTo>
                  <a:lnTo>
                    <a:pt x="4789" y="4982"/>
                  </a:lnTo>
                  <a:lnTo>
                    <a:pt x="4480" y="5329"/>
                  </a:lnTo>
                  <a:lnTo>
                    <a:pt x="4287" y="5484"/>
                  </a:lnTo>
                  <a:lnTo>
                    <a:pt x="4094" y="5638"/>
                  </a:lnTo>
                  <a:lnTo>
                    <a:pt x="3901" y="5754"/>
                  </a:lnTo>
                  <a:lnTo>
                    <a:pt x="3669" y="5831"/>
                  </a:lnTo>
                  <a:lnTo>
                    <a:pt x="3360" y="5947"/>
                  </a:lnTo>
                  <a:lnTo>
                    <a:pt x="3090" y="5986"/>
                  </a:lnTo>
                  <a:lnTo>
                    <a:pt x="2820" y="6024"/>
                  </a:lnTo>
                  <a:lnTo>
                    <a:pt x="2550" y="5986"/>
                  </a:lnTo>
                  <a:lnTo>
                    <a:pt x="2279" y="5947"/>
                  </a:lnTo>
                  <a:lnTo>
                    <a:pt x="2048" y="5870"/>
                  </a:lnTo>
                  <a:lnTo>
                    <a:pt x="1855" y="5754"/>
                  </a:lnTo>
                  <a:lnTo>
                    <a:pt x="1623" y="5638"/>
                  </a:lnTo>
                  <a:lnTo>
                    <a:pt x="1430" y="5484"/>
                  </a:lnTo>
                  <a:lnTo>
                    <a:pt x="1275" y="5291"/>
                  </a:lnTo>
                  <a:lnTo>
                    <a:pt x="1082" y="5097"/>
                  </a:lnTo>
                  <a:lnTo>
                    <a:pt x="966" y="4904"/>
                  </a:lnTo>
                  <a:lnTo>
                    <a:pt x="696" y="4441"/>
                  </a:lnTo>
                  <a:lnTo>
                    <a:pt x="542" y="3900"/>
                  </a:lnTo>
                  <a:lnTo>
                    <a:pt x="426" y="3398"/>
                  </a:lnTo>
                  <a:lnTo>
                    <a:pt x="426" y="2858"/>
                  </a:lnTo>
                  <a:lnTo>
                    <a:pt x="503" y="2317"/>
                  </a:lnTo>
                  <a:lnTo>
                    <a:pt x="542" y="2047"/>
                  </a:lnTo>
                  <a:lnTo>
                    <a:pt x="657" y="1815"/>
                  </a:lnTo>
                  <a:lnTo>
                    <a:pt x="735" y="1584"/>
                  </a:lnTo>
                  <a:lnTo>
                    <a:pt x="889" y="1352"/>
                  </a:lnTo>
                  <a:lnTo>
                    <a:pt x="1044" y="1159"/>
                  </a:lnTo>
                  <a:lnTo>
                    <a:pt x="1237" y="1004"/>
                  </a:lnTo>
                  <a:lnTo>
                    <a:pt x="1430" y="811"/>
                  </a:lnTo>
                  <a:lnTo>
                    <a:pt x="1661" y="695"/>
                  </a:lnTo>
                  <a:lnTo>
                    <a:pt x="1893" y="580"/>
                  </a:lnTo>
                  <a:lnTo>
                    <a:pt x="2202" y="502"/>
                  </a:lnTo>
                  <a:lnTo>
                    <a:pt x="2241" y="464"/>
                  </a:lnTo>
                  <a:lnTo>
                    <a:pt x="2241" y="425"/>
                  </a:lnTo>
                  <a:close/>
                  <a:moveTo>
                    <a:pt x="2279" y="0"/>
                  </a:moveTo>
                  <a:lnTo>
                    <a:pt x="1970" y="39"/>
                  </a:lnTo>
                  <a:lnTo>
                    <a:pt x="1893" y="78"/>
                  </a:lnTo>
                  <a:lnTo>
                    <a:pt x="1816" y="116"/>
                  </a:lnTo>
                  <a:lnTo>
                    <a:pt x="1816" y="193"/>
                  </a:lnTo>
                  <a:lnTo>
                    <a:pt x="1816" y="271"/>
                  </a:lnTo>
                  <a:lnTo>
                    <a:pt x="1507" y="348"/>
                  </a:lnTo>
                  <a:lnTo>
                    <a:pt x="1275" y="464"/>
                  </a:lnTo>
                  <a:lnTo>
                    <a:pt x="1044" y="618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7"/>
                  </a:lnTo>
                  <a:lnTo>
                    <a:pt x="349" y="1429"/>
                  </a:lnTo>
                  <a:lnTo>
                    <a:pt x="233" y="1661"/>
                  </a:lnTo>
                  <a:lnTo>
                    <a:pt x="117" y="1931"/>
                  </a:lnTo>
                  <a:lnTo>
                    <a:pt x="78" y="2201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0"/>
                  </a:lnTo>
                  <a:lnTo>
                    <a:pt x="271" y="4518"/>
                  </a:lnTo>
                  <a:lnTo>
                    <a:pt x="387" y="4827"/>
                  </a:lnTo>
                  <a:lnTo>
                    <a:pt x="542" y="5097"/>
                  </a:lnTo>
                  <a:lnTo>
                    <a:pt x="696" y="5329"/>
                  </a:lnTo>
                  <a:lnTo>
                    <a:pt x="851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0"/>
                  </a:lnTo>
                  <a:lnTo>
                    <a:pt x="1739" y="6256"/>
                  </a:lnTo>
                  <a:lnTo>
                    <a:pt x="2009" y="6372"/>
                  </a:lnTo>
                  <a:lnTo>
                    <a:pt x="2279" y="6449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49"/>
                  </a:lnTo>
                  <a:lnTo>
                    <a:pt x="3554" y="6372"/>
                  </a:lnTo>
                  <a:lnTo>
                    <a:pt x="3862" y="6256"/>
                  </a:lnTo>
                  <a:lnTo>
                    <a:pt x="4133" y="6140"/>
                  </a:lnTo>
                  <a:lnTo>
                    <a:pt x="4403" y="5986"/>
                  </a:lnTo>
                  <a:lnTo>
                    <a:pt x="4635" y="5793"/>
                  </a:lnTo>
                  <a:lnTo>
                    <a:pt x="4866" y="5599"/>
                  </a:lnTo>
                  <a:lnTo>
                    <a:pt x="5060" y="5368"/>
                  </a:lnTo>
                  <a:lnTo>
                    <a:pt x="5214" y="5136"/>
                  </a:lnTo>
                  <a:lnTo>
                    <a:pt x="5368" y="4866"/>
                  </a:lnTo>
                  <a:lnTo>
                    <a:pt x="5523" y="4634"/>
                  </a:lnTo>
                  <a:lnTo>
                    <a:pt x="5639" y="4325"/>
                  </a:lnTo>
                  <a:lnTo>
                    <a:pt x="5716" y="4055"/>
                  </a:lnTo>
                  <a:lnTo>
                    <a:pt x="5755" y="3746"/>
                  </a:lnTo>
                  <a:lnTo>
                    <a:pt x="5793" y="3437"/>
                  </a:lnTo>
                  <a:lnTo>
                    <a:pt x="5793" y="3128"/>
                  </a:lnTo>
                  <a:lnTo>
                    <a:pt x="5793" y="2858"/>
                  </a:lnTo>
                  <a:lnTo>
                    <a:pt x="5716" y="2549"/>
                  </a:lnTo>
                  <a:lnTo>
                    <a:pt x="5639" y="2240"/>
                  </a:lnTo>
                  <a:lnTo>
                    <a:pt x="5523" y="1931"/>
                  </a:lnTo>
                  <a:lnTo>
                    <a:pt x="5368" y="1661"/>
                  </a:lnTo>
                  <a:lnTo>
                    <a:pt x="5214" y="1390"/>
                  </a:lnTo>
                  <a:lnTo>
                    <a:pt x="5021" y="1159"/>
                  </a:lnTo>
                  <a:lnTo>
                    <a:pt x="4828" y="927"/>
                  </a:lnTo>
                  <a:lnTo>
                    <a:pt x="4596" y="734"/>
                  </a:lnTo>
                  <a:lnTo>
                    <a:pt x="4326" y="541"/>
                  </a:lnTo>
                  <a:lnTo>
                    <a:pt x="4094" y="386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18"/>
            <p:cNvSpPr/>
            <p:nvPr/>
          </p:nvSpPr>
          <p:spPr>
            <a:xfrm>
              <a:off x="5341075" y="109905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2" y="2742"/>
                  </a:lnTo>
                  <a:lnTo>
                    <a:pt x="966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18"/>
            <p:cNvSpPr/>
            <p:nvPr/>
          </p:nvSpPr>
          <p:spPr>
            <a:xfrm>
              <a:off x="695700" y="1106775"/>
              <a:ext cx="102350" cy="132275"/>
            </a:xfrm>
            <a:custGeom>
              <a:avLst/>
              <a:gdLst/>
              <a:ahLst/>
              <a:cxnLst/>
              <a:rect l="l" t="t" r="r" b="b"/>
              <a:pathLst>
                <a:path w="4094" h="5291" extrusionOk="0">
                  <a:moveTo>
                    <a:pt x="2279" y="1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4" y="1893"/>
                  </a:lnTo>
                  <a:lnTo>
                    <a:pt x="116" y="2279"/>
                  </a:lnTo>
                  <a:lnTo>
                    <a:pt x="39" y="2665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1"/>
                  </a:lnTo>
                  <a:lnTo>
                    <a:pt x="425" y="5291"/>
                  </a:lnTo>
                  <a:lnTo>
                    <a:pt x="464" y="4750"/>
                  </a:lnTo>
                  <a:lnTo>
                    <a:pt x="464" y="4210"/>
                  </a:lnTo>
                  <a:lnTo>
                    <a:pt x="464" y="3630"/>
                  </a:lnTo>
                  <a:lnTo>
                    <a:pt x="464" y="3090"/>
                  </a:lnTo>
                  <a:lnTo>
                    <a:pt x="541" y="2549"/>
                  </a:lnTo>
                  <a:lnTo>
                    <a:pt x="657" y="2047"/>
                  </a:lnTo>
                  <a:lnTo>
                    <a:pt x="773" y="1816"/>
                  </a:lnTo>
                  <a:lnTo>
                    <a:pt x="889" y="1545"/>
                  </a:lnTo>
                  <a:lnTo>
                    <a:pt x="1043" y="1352"/>
                  </a:lnTo>
                  <a:lnTo>
                    <a:pt x="1198" y="1120"/>
                  </a:lnTo>
                  <a:lnTo>
                    <a:pt x="1391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80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4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2" y="1391"/>
                  </a:lnTo>
                  <a:lnTo>
                    <a:pt x="3669" y="1661"/>
                  </a:lnTo>
                  <a:lnTo>
                    <a:pt x="4094" y="1545"/>
                  </a:lnTo>
                  <a:lnTo>
                    <a:pt x="3978" y="1159"/>
                  </a:lnTo>
                  <a:lnTo>
                    <a:pt x="3823" y="812"/>
                  </a:lnTo>
                  <a:lnTo>
                    <a:pt x="3630" y="503"/>
                  </a:lnTo>
                  <a:lnTo>
                    <a:pt x="3399" y="271"/>
                  </a:lnTo>
                  <a:lnTo>
                    <a:pt x="3244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18"/>
            <p:cNvSpPr/>
            <p:nvPr/>
          </p:nvSpPr>
          <p:spPr>
            <a:xfrm>
              <a:off x="560550" y="1107750"/>
              <a:ext cx="437325" cy="302175"/>
            </a:xfrm>
            <a:custGeom>
              <a:avLst/>
              <a:gdLst/>
              <a:ahLst/>
              <a:cxnLst/>
              <a:rect l="l" t="t" r="r" b="b"/>
              <a:pathLst>
                <a:path w="17493" h="12087" extrusionOk="0">
                  <a:moveTo>
                    <a:pt x="11971" y="502"/>
                  </a:moveTo>
                  <a:lnTo>
                    <a:pt x="12087" y="541"/>
                  </a:lnTo>
                  <a:lnTo>
                    <a:pt x="12203" y="579"/>
                  </a:lnTo>
                  <a:lnTo>
                    <a:pt x="12280" y="657"/>
                  </a:lnTo>
                  <a:lnTo>
                    <a:pt x="12627" y="888"/>
                  </a:lnTo>
                  <a:lnTo>
                    <a:pt x="12898" y="1159"/>
                  </a:lnTo>
                  <a:lnTo>
                    <a:pt x="13129" y="1506"/>
                  </a:lnTo>
                  <a:lnTo>
                    <a:pt x="13322" y="1854"/>
                  </a:lnTo>
                  <a:lnTo>
                    <a:pt x="13477" y="2278"/>
                  </a:lnTo>
                  <a:lnTo>
                    <a:pt x="13593" y="2665"/>
                  </a:lnTo>
                  <a:lnTo>
                    <a:pt x="13824" y="3437"/>
                  </a:lnTo>
                  <a:lnTo>
                    <a:pt x="13824" y="3437"/>
                  </a:lnTo>
                  <a:lnTo>
                    <a:pt x="13091" y="3012"/>
                  </a:lnTo>
                  <a:lnTo>
                    <a:pt x="12705" y="2780"/>
                  </a:lnTo>
                  <a:lnTo>
                    <a:pt x="12357" y="2510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2" y="1738"/>
                  </a:lnTo>
                  <a:lnTo>
                    <a:pt x="11508" y="1429"/>
                  </a:lnTo>
                  <a:lnTo>
                    <a:pt x="11430" y="1081"/>
                  </a:lnTo>
                  <a:lnTo>
                    <a:pt x="11662" y="734"/>
                  </a:lnTo>
                  <a:lnTo>
                    <a:pt x="11739" y="618"/>
                  </a:lnTo>
                  <a:lnTo>
                    <a:pt x="11855" y="541"/>
                  </a:lnTo>
                  <a:lnTo>
                    <a:pt x="11971" y="502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89" y="1738"/>
                  </a:lnTo>
                  <a:lnTo>
                    <a:pt x="16566" y="1854"/>
                  </a:lnTo>
                  <a:lnTo>
                    <a:pt x="16605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5" y="2510"/>
                  </a:lnTo>
                  <a:lnTo>
                    <a:pt x="16528" y="2665"/>
                  </a:lnTo>
                  <a:lnTo>
                    <a:pt x="16412" y="2819"/>
                  </a:lnTo>
                  <a:lnTo>
                    <a:pt x="16296" y="2974"/>
                  </a:lnTo>
                  <a:lnTo>
                    <a:pt x="15948" y="3205"/>
                  </a:lnTo>
                  <a:lnTo>
                    <a:pt x="15524" y="3398"/>
                  </a:lnTo>
                  <a:lnTo>
                    <a:pt x="15137" y="3553"/>
                  </a:lnTo>
                  <a:lnTo>
                    <a:pt x="14713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6"/>
                  </a:lnTo>
                  <a:lnTo>
                    <a:pt x="15060" y="2278"/>
                  </a:lnTo>
                  <a:lnTo>
                    <a:pt x="15408" y="1970"/>
                  </a:lnTo>
                  <a:lnTo>
                    <a:pt x="15639" y="1815"/>
                  </a:lnTo>
                  <a:lnTo>
                    <a:pt x="15871" y="1699"/>
                  </a:lnTo>
                  <a:lnTo>
                    <a:pt x="16103" y="1622"/>
                  </a:lnTo>
                  <a:close/>
                  <a:moveTo>
                    <a:pt x="13824" y="4286"/>
                  </a:moveTo>
                  <a:lnTo>
                    <a:pt x="13670" y="4557"/>
                  </a:lnTo>
                  <a:lnTo>
                    <a:pt x="13477" y="4788"/>
                  </a:lnTo>
                  <a:lnTo>
                    <a:pt x="13245" y="5020"/>
                  </a:lnTo>
                  <a:lnTo>
                    <a:pt x="13014" y="5252"/>
                  </a:lnTo>
                  <a:lnTo>
                    <a:pt x="12666" y="5484"/>
                  </a:lnTo>
                  <a:lnTo>
                    <a:pt x="12125" y="5792"/>
                  </a:lnTo>
                  <a:lnTo>
                    <a:pt x="11855" y="5908"/>
                  </a:lnTo>
                  <a:lnTo>
                    <a:pt x="11623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4" y="5870"/>
                  </a:lnTo>
                  <a:lnTo>
                    <a:pt x="10967" y="5792"/>
                  </a:lnTo>
                  <a:lnTo>
                    <a:pt x="10928" y="5715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7" y="5290"/>
                  </a:lnTo>
                  <a:lnTo>
                    <a:pt x="11121" y="5097"/>
                  </a:lnTo>
                  <a:lnTo>
                    <a:pt x="11276" y="4943"/>
                  </a:lnTo>
                  <a:lnTo>
                    <a:pt x="11546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7" y="4480"/>
                  </a:lnTo>
                  <a:lnTo>
                    <a:pt x="13245" y="4402"/>
                  </a:lnTo>
                  <a:lnTo>
                    <a:pt x="13554" y="4364"/>
                  </a:lnTo>
                  <a:lnTo>
                    <a:pt x="13824" y="4286"/>
                  </a:lnTo>
                  <a:close/>
                  <a:moveTo>
                    <a:pt x="14404" y="4248"/>
                  </a:moveTo>
                  <a:lnTo>
                    <a:pt x="15060" y="4595"/>
                  </a:lnTo>
                  <a:lnTo>
                    <a:pt x="15408" y="4788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1" y="5368"/>
                  </a:lnTo>
                  <a:lnTo>
                    <a:pt x="16412" y="5677"/>
                  </a:lnTo>
                  <a:lnTo>
                    <a:pt x="16643" y="6024"/>
                  </a:lnTo>
                  <a:lnTo>
                    <a:pt x="16875" y="6333"/>
                  </a:lnTo>
                  <a:lnTo>
                    <a:pt x="16991" y="6681"/>
                  </a:lnTo>
                  <a:lnTo>
                    <a:pt x="16991" y="6835"/>
                  </a:lnTo>
                  <a:lnTo>
                    <a:pt x="16991" y="6990"/>
                  </a:lnTo>
                  <a:lnTo>
                    <a:pt x="16952" y="7105"/>
                  </a:lnTo>
                  <a:lnTo>
                    <a:pt x="16836" y="7221"/>
                  </a:lnTo>
                  <a:lnTo>
                    <a:pt x="16759" y="7298"/>
                  </a:lnTo>
                  <a:lnTo>
                    <a:pt x="16643" y="7337"/>
                  </a:lnTo>
                  <a:lnTo>
                    <a:pt x="16373" y="7337"/>
                  </a:lnTo>
                  <a:lnTo>
                    <a:pt x="16141" y="7221"/>
                  </a:lnTo>
                  <a:lnTo>
                    <a:pt x="15871" y="7028"/>
                  </a:lnTo>
                  <a:lnTo>
                    <a:pt x="15601" y="6835"/>
                  </a:lnTo>
                  <a:lnTo>
                    <a:pt x="15369" y="6565"/>
                  </a:lnTo>
                  <a:lnTo>
                    <a:pt x="15060" y="6179"/>
                  </a:lnTo>
                  <a:lnTo>
                    <a:pt x="14828" y="5715"/>
                  </a:lnTo>
                  <a:lnTo>
                    <a:pt x="14635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5" y="0"/>
                  </a:moveTo>
                  <a:lnTo>
                    <a:pt x="11585" y="77"/>
                  </a:lnTo>
                  <a:lnTo>
                    <a:pt x="11469" y="116"/>
                  </a:lnTo>
                  <a:lnTo>
                    <a:pt x="11353" y="232"/>
                  </a:lnTo>
                  <a:lnTo>
                    <a:pt x="11160" y="425"/>
                  </a:lnTo>
                  <a:lnTo>
                    <a:pt x="11006" y="618"/>
                  </a:lnTo>
                  <a:lnTo>
                    <a:pt x="10928" y="811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67" y="1468"/>
                  </a:lnTo>
                  <a:lnTo>
                    <a:pt x="11083" y="1699"/>
                  </a:lnTo>
                  <a:lnTo>
                    <a:pt x="11199" y="1892"/>
                  </a:lnTo>
                  <a:lnTo>
                    <a:pt x="11546" y="2317"/>
                  </a:lnTo>
                  <a:lnTo>
                    <a:pt x="11932" y="2742"/>
                  </a:lnTo>
                  <a:lnTo>
                    <a:pt x="12396" y="3089"/>
                  </a:lnTo>
                  <a:lnTo>
                    <a:pt x="12859" y="3437"/>
                  </a:lnTo>
                  <a:lnTo>
                    <a:pt x="12048" y="3321"/>
                  </a:lnTo>
                  <a:lnTo>
                    <a:pt x="11199" y="3282"/>
                  </a:lnTo>
                  <a:lnTo>
                    <a:pt x="10388" y="3360"/>
                  </a:lnTo>
                  <a:lnTo>
                    <a:pt x="9615" y="3476"/>
                  </a:lnTo>
                  <a:lnTo>
                    <a:pt x="9654" y="3012"/>
                  </a:lnTo>
                  <a:lnTo>
                    <a:pt x="9654" y="2510"/>
                  </a:lnTo>
                  <a:lnTo>
                    <a:pt x="9615" y="2008"/>
                  </a:lnTo>
                  <a:lnTo>
                    <a:pt x="9500" y="1506"/>
                  </a:lnTo>
                  <a:lnTo>
                    <a:pt x="9075" y="1622"/>
                  </a:lnTo>
                  <a:lnTo>
                    <a:pt x="9152" y="2085"/>
                  </a:lnTo>
                  <a:lnTo>
                    <a:pt x="9152" y="2587"/>
                  </a:lnTo>
                  <a:lnTo>
                    <a:pt x="9113" y="3089"/>
                  </a:lnTo>
                  <a:lnTo>
                    <a:pt x="9075" y="3514"/>
                  </a:lnTo>
                  <a:lnTo>
                    <a:pt x="9075" y="3630"/>
                  </a:lnTo>
                  <a:lnTo>
                    <a:pt x="8225" y="3900"/>
                  </a:lnTo>
                  <a:lnTo>
                    <a:pt x="7414" y="4286"/>
                  </a:lnTo>
                  <a:lnTo>
                    <a:pt x="6604" y="4711"/>
                  </a:lnTo>
                  <a:lnTo>
                    <a:pt x="5831" y="5252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6" y="6217"/>
                  </a:lnTo>
                  <a:lnTo>
                    <a:pt x="3823" y="6951"/>
                  </a:lnTo>
                  <a:lnTo>
                    <a:pt x="3090" y="7685"/>
                  </a:lnTo>
                  <a:lnTo>
                    <a:pt x="2394" y="8495"/>
                  </a:lnTo>
                  <a:lnTo>
                    <a:pt x="1738" y="9306"/>
                  </a:lnTo>
                  <a:lnTo>
                    <a:pt x="1082" y="10156"/>
                  </a:lnTo>
                  <a:lnTo>
                    <a:pt x="502" y="10967"/>
                  </a:lnTo>
                  <a:lnTo>
                    <a:pt x="0" y="11816"/>
                  </a:lnTo>
                  <a:lnTo>
                    <a:pt x="309" y="12087"/>
                  </a:lnTo>
                  <a:lnTo>
                    <a:pt x="1545" y="10503"/>
                  </a:lnTo>
                  <a:lnTo>
                    <a:pt x="2742" y="8959"/>
                  </a:lnTo>
                  <a:lnTo>
                    <a:pt x="3360" y="8225"/>
                  </a:lnTo>
                  <a:lnTo>
                    <a:pt x="4016" y="7491"/>
                  </a:lnTo>
                  <a:lnTo>
                    <a:pt x="4711" y="6835"/>
                  </a:lnTo>
                  <a:lnTo>
                    <a:pt x="5484" y="6179"/>
                  </a:lnTo>
                  <a:lnTo>
                    <a:pt x="6256" y="5599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7" y="4441"/>
                  </a:lnTo>
                  <a:lnTo>
                    <a:pt x="8920" y="4248"/>
                  </a:lnTo>
                  <a:lnTo>
                    <a:pt x="9422" y="4132"/>
                  </a:lnTo>
                  <a:lnTo>
                    <a:pt x="9886" y="4016"/>
                  </a:lnTo>
                  <a:lnTo>
                    <a:pt x="10388" y="3939"/>
                  </a:lnTo>
                  <a:lnTo>
                    <a:pt x="10851" y="3862"/>
                  </a:lnTo>
                  <a:lnTo>
                    <a:pt x="11353" y="3823"/>
                  </a:lnTo>
                  <a:lnTo>
                    <a:pt x="11855" y="3823"/>
                  </a:lnTo>
                  <a:lnTo>
                    <a:pt x="12357" y="3862"/>
                  </a:lnTo>
                  <a:lnTo>
                    <a:pt x="12821" y="3939"/>
                  </a:lnTo>
                  <a:lnTo>
                    <a:pt x="12319" y="4016"/>
                  </a:lnTo>
                  <a:lnTo>
                    <a:pt x="11855" y="4132"/>
                  </a:lnTo>
                  <a:lnTo>
                    <a:pt x="11392" y="4286"/>
                  </a:lnTo>
                  <a:lnTo>
                    <a:pt x="11199" y="4402"/>
                  </a:lnTo>
                  <a:lnTo>
                    <a:pt x="11006" y="4557"/>
                  </a:lnTo>
                  <a:lnTo>
                    <a:pt x="10813" y="4711"/>
                  </a:lnTo>
                  <a:lnTo>
                    <a:pt x="10697" y="4866"/>
                  </a:lnTo>
                  <a:lnTo>
                    <a:pt x="10542" y="5059"/>
                  </a:lnTo>
                  <a:lnTo>
                    <a:pt x="10465" y="5290"/>
                  </a:lnTo>
                  <a:lnTo>
                    <a:pt x="10388" y="5522"/>
                  </a:lnTo>
                  <a:lnTo>
                    <a:pt x="10388" y="5754"/>
                  </a:lnTo>
                  <a:lnTo>
                    <a:pt x="10426" y="5947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3"/>
                  </a:lnTo>
                  <a:lnTo>
                    <a:pt x="11006" y="6410"/>
                  </a:lnTo>
                  <a:lnTo>
                    <a:pt x="11276" y="6449"/>
                  </a:lnTo>
                  <a:lnTo>
                    <a:pt x="11585" y="6410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2"/>
                  </a:lnTo>
                  <a:lnTo>
                    <a:pt x="13422" y="5533"/>
                  </a:lnTo>
                  <a:lnTo>
                    <a:pt x="13422" y="5533"/>
                  </a:lnTo>
                  <a:lnTo>
                    <a:pt x="13786" y="5715"/>
                  </a:lnTo>
                  <a:lnTo>
                    <a:pt x="14056" y="4866"/>
                  </a:lnTo>
                  <a:lnTo>
                    <a:pt x="14211" y="5406"/>
                  </a:lnTo>
                  <a:lnTo>
                    <a:pt x="14404" y="5908"/>
                  </a:lnTo>
                  <a:lnTo>
                    <a:pt x="14674" y="6410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8" y="7298"/>
                  </a:lnTo>
                  <a:lnTo>
                    <a:pt x="15678" y="7491"/>
                  </a:lnTo>
                  <a:lnTo>
                    <a:pt x="15987" y="7685"/>
                  </a:lnTo>
                  <a:lnTo>
                    <a:pt x="16296" y="7800"/>
                  </a:lnTo>
                  <a:lnTo>
                    <a:pt x="16605" y="7878"/>
                  </a:lnTo>
                  <a:lnTo>
                    <a:pt x="16875" y="7878"/>
                  </a:lnTo>
                  <a:lnTo>
                    <a:pt x="17030" y="7800"/>
                  </a:lnTo>
                  <a:lnTo>
                    <a:pt x="17184" y="7723"/>
                  </a:lnTo>
                  <a:lnTo>
                    <a:pt x="17300" y="7646"/>
                  </a:lnTo>
                  <a:lnTo>
                    <a:pt x="17377" y="7530"/>
                  </a:lnTo>
                  <a:lnTo>
                    <a:pt x="17416" y="7414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6" y="6603"/>
                  </a:lnTo>
                  <a:lnTo>
                    <a:pt x="17300" y="6294"/>
                  </a:lnTo>
                  <a:lnTo>
                    <a:pt x="17184" y="5986"/>
                  </a:lnTo>
                  <a:lnTo>
                    <a:pt x="17030" y="5715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0"/>
                  </a:lnTo>
                  <a:lnTo>
                    <a:pt x="16257" y="4788"/>
                  </a:lnTo>
                  <a:lnTo>
                    <a:pt x="16026" y="4634"/>
                  </a:lnTo>
                  <a:lnTo>
                    <a:pt x="15524" y="4286"/>
                  </a:lnTo>
                  <a:lnTo>
                    <a:pt x="14944" y="4016"/>
                  </a:lnTo>
                  <a:lnTo>
                    <a:pt x="15408" y="3900"/>
                  </a:lnTo>
                  <a:lnTo>
                    <a:pt x="15832" y="3746"/>
                  </a:lnTo>
                  <a:lnTo>
                    <a:pt x="16219" y="3514"/>
                  </a:lnTo>
                  <a:lnTo>
                    <a:pt x="16605" y="3244"/>
                  </a:lnTo>
                  <a:lnTo>
                    <a:pt x="16759" y="3089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5" y="2201"/>
                  </a:lnTo>
                  <a:lnTo>
                    <a:pt x="17107" y="1931"/>
                  </a:lnTo>
                  <a:lnTo>
                    <a:pt x="17068" y="1699"/>
                  </a:lnTo>
                  <a:lnTo>
                    <a:pt x="16914" y="1506"/>
                  </a:lnTo>
                  <a:lnTo>
                    <a:pt x="16759" y="1313"/>
                  </a:lnTo>
                  <a:lnTo>
                    <a:pt x="16528" y="1236"/>
                  </a:lnTo>
                  <a:lnTo>
                    <a:pt x="16334" y="1159"/>
                  </a:lnTo>
                  <a:lnTo>
                    <a:pt x="16103" y="1159"/>
                  </a:lnTo>
                  <a:lnTo>
                    <a:pt x="15910" y="1197"/>
                  </a:lnTo>
                  <a:lnTo>
                    <a:pt x="15678" y="1275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6" y="2587"/>
                  </a:lnTo>
                  <a:lnTo>
                    <a:pt x="14095" y="3012"/>
                  </a:lnTo>
                  <a:lnTo>
                    <a:pt x="13940" y="2433"/>
                  </a:lnTo>
                  <a:lnTo>
                    <a:pt x="13747" y="1892"/>
                  </a:lnTo>
                  <a:lnTo>
                    <a:pt x="13516" y="1352"/>
                  </a:lnTo>
                  <a:lnTo>
                    <a:pt x="13168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7" y="155"/>
                  </a:lnTo>
                  <a:lnTo>
                    <a:pt x="12087" y="39"/>
                  </a:lnTo>
                  <a:lnTo>
                    <a:pt x="118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18"/>
            <p:cNvSpPr/>
            <p:nvPr/>
          </p:nvSpPr>
          <p:spPr>
            <a:xfrm>
              <a:off x="5590125" y="11338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18"/>
            <p:cNvSpPr/>
            <p:nvPr/>
          </p:nvSpPr>
          <p:spPr>
            <a:xfrm>
              <a:off x="5491675" y="1139600"/>
              <a:ext cx="21250" cy="8725"/>
            </a:xfrm>
            <a:custGeom>
              <a:avLst/>
              <a:gdLst/>
              <a:ahLst/>
              <a:cxnLst/>
              <a:rect l="l" t="t" r="r" b="b"/>
              <a:pathLst>
                <a:path w="850" h="349" extrusionOk="0">
                  <a:moveTo>
                    <a:pt x="425" y="1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4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4"/>
                  </a:lnTo>
                  <a:lnTo>
                    <a:pt x="811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18"/>
            <p:cNvSpPr/>
            <p:nvPr/>
          </p:nvSpPr>
          <p:spPr>
            <a:xfrm>
              <a:off x="2443975" y="1153125"/>
              <a:ext cx="315725" cy="477875"/>
            </a:xfrm>
            <a:custGeom>
              <a:avLst/>
              <a:gdLst/>
              <a:ahLst/>
              <a:cxnLst/>
              <a:rect l="l" t="t" r="r" b="b"/>
              <a:pathLst>
                <a:path w="12629" h="19115" extrusionOk="0">
                  <a:moveTo>
                    <a:pt x="1005" y="618"/>
                  </a:moveTo>
                  <a:lnTo>
                    <a:pt x="1661" y="850"/>
                  </a:lnTo>
                  <a:lnTo>
                    <a:pt x="2318" y="1120"/>
                  </a:lnTo>
                  <a:lnTo>
                    <a:pt x="2743" y="1352"/>
                  </a:lnTo>
                  <a:lnTo>
                    <a:pt x="3167" y="1583"/>
                  </a:lnTo>
                  <a:lnTo>
                    <a:pt x="3322" y="1699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1"/>
                  </a:lnTo>
                  <a:lnTo>
                    <a:pt x="4017" y="2819"/>
                  </a:lnTo>
                  <a:lnTo>
                    <a:pt x="5677" y="6796"/>
                  </a:lnTo>
                  <a:lnTo>
                    <a:pt x="9075" y="15021"/>
                  </a:lnTo>
                  <a:lnTo>
                    <a:pt x="9153" y="15098"/>
                  </a:lnTo>
                  <a:lnTo>
                    <a:pt x="9191" y="15137"/>
                  </a:lnTo>
                  <a:lnTo>
                    <a:pt x="9346" y="15137"/>
                  </a:lnTo>
                  <a:lnTo>
                    <a:pt x="8921" y="15369"/>
                  </a:lnTo>
                  <a:lnTo>
                    <a:pt x="7956" y="13515"/>
                  </a:lnTo>
                  <a:lnTo>
                    <a:pt x="6990" y="11662"/>
                  </a:lnTo>
                  <a:lnTo>
                    <a:pt x="5021" y="7955"/>
                  </a:lnTo>
                  <a:lnTo>
                    <a:pt x="3013" y="4286"/>
                  </a:lnTo>
                  <a:lnTo>
                    <a:pt x="1005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20" y="11739"/>
                  </a:lnTo>
                  <a:lnTo>
                    <a:pt x="7763" y="13593"/>
                  </a:lnTo>
                  <a:lnTo>
                    <a:pt x="8805" y="15446"/>
                  </a:lnTo>
                  <a:lnTo>
                    <a:pt x="8651" y="15523"/>
                  </a:lnTo>
                  <a:lnTo>
                    <a:pt x="7415" y="13747"/>
                  </a:lnTo>
                  <a:lnTo>
                    <a:pt x="6179" y="12009"/>
                  </a:lnTo>
                  <a:lnTo>
                    <a:pt x="3592" y="8534"/>
                  </a:lnTo>
                  <a:lnTo>
                    <a:pt x="2318" y="6758"/>
                  </a:lnTo>
                  <a:lnTo>
                    <a:pt x="1005" y="4943"/>
                  </a:lnTo>
                  <a:lnTo>
                    <a:pt x="850" y="4711"/>
                  </a:lnTo>
                  <a:lnTo>
                    <a:pt x="735" y="4479"/>
                  </a:lnTo>
                  <a:lnTo>
                    <a:pt x="619" y="4209"/>
                  </a:lnTo>
                  <a:lnTo>
                    <a:pt x="542" y="3939"/>
                  </a:lnTo>
                  <a:lnTo>
                    <a:pt x="464" y="3398"/>
                  </a:lnTo>
                  <a:lnTo>
                    <a:pt x="426" y="2819"/>
                  </a:lnTo>
                  <a:lnTo>
                    <a:pt x="464" y="2240"/>
                  </a:lnTo>
                  <a:lnTo>
                    <a:pt x="503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3" y="12357"/>
                  </a:lnTo>
                  <a:lnTo>
                    <a:pt x="11817" y="12434"/>
                  </a:lnTo>
                  <a:lnTo>
                    <a:pt x="12165" y="12859"/>
                  </a:lnTo>
                  <a:lnTo>
                    <a:pt x="12242" y="13052"/>
                  </a:lnTo>
                  <a:lnTo>
                    <a:pt x="12280" y="13245"/>
                  </a:lnTo>
                  <a:lnTo>
                    <a:pt x="12242" y="13438"/>
                  </a:lnTo>
                  <a:lnTo>
                    <a:pt x="12203" y="13631"/>
                  </a:lnTo>
                  <a:lnTo>
                    <a:pt x="12049" y="14017"/>
                  </a:lnTo>
                  <a:lnTo>
                    <a:pt x="11856" y="14365"/>
                  </a:lnTo>
                  <a:lnTo>
                    <a:pt x="11508" y="14790"/>
                  </a:lnTo>
                  <a:lnTo>
                    <a:pt x="11122" y="15176"/>
                  </a:lnTo>
                  <a:lnTo>
                    <a:pt x="10697" y="15523"/>
                  </a:lnTo>
                  <a:lnTo>
                    <a:pt x="10273" y="15871"/>
                  </a:lnTo>
                  <a:lnTo>
                    <a:pt x="10157" y="15871"/>
                  </a:lnTo>
                  <a:lnTo>
                    <a:pt x="10118" y="15987"/>
                  </a:lnTo>
                  <a:lnTo>
                    <a:pt x="9771" y="16180"/>
                  </a:lnTo>
                  <a:lnTo>
                    <a:pt x="9114" y="16604"/>
                  </a:lnTo>
                  <a:lnTo>
                    <a:pt x="8458" y="16952"/>
                  </a:lnTo>
                  <a:lnTo>
                    <a:pt x="7724" y="17261"/>
                  </a:lnTo>
                  <a:lnTo>
                    <a:pt x="6990" y="17493"/>
                  </a:lnTo>
                  <a:lnTo>
                    <a:pt x="6643" y="17608"/>
                  </a:lnTo>
                  <a:lnTo>
                    <a:pt x="6295" y="17647"/>
                  </a:lnTo>
                  <a:lnTo>
                    <a:pt x="5755" y="17647"/>
                  </a:lnTo>
                  <a:lnTo>
                    <a:pt x="5562" y="17570"/>
                  </a:lnTo>
                  <a:lnTo>
                    <a:pt x="5446" y="17493"/>
                  </a:lnTo>
                  <a:lnTo>
                    <a:pt x="5330" y="17415"/>
                  </a:lnTo>
                  <a:lnTo>
                    <a:pt x="5098" y="17184"/>
                  </a:lnTo>
                  <a:lnTo>
                    <a:pt x="4982" y="16875"/>
                  </a:lnTo>
                  <a:lnTo>
                    <a:pt x="4905" y="16604"/>
                  </a:lnTo>
                  <a:lnTo>
                    <a:pt x="4944" y="16411"/>
                  </a:lnTo>
                  <a:lnTo>
                    <a:pt x="4982" y="16218"/>
                  </a:lnTo>
                  <a:lnTo>
                    <a:pt x="5060" y="16064"/>
                  </a:lnTo>
                  <a:lnTo>
                    <a:pt x="5175" y="15948"/>
                  </a:lnTo>
                  <a:lnTo>
                    <a:pt x="5291" y="15832"/>
                  </a:lnTo>
                  <a:lnTo>
                    <a:pt x="5407" y="15755"/>
                  </a:lnTo>
                  <a:lnTo>
                    <a:pt x="5523" y="15716"/>
                  </a:lnTo>
                  <a:lnTo>
                    <a:pt x="5639" y="15755"/>
                  </a:lnTo>
                  <a:lnTo>
                    <a:pt x="5793" y="15832"/>
                  </a:lnTo>
                  <a:lnTo>
                    <a:pt x="5948" y="15948"/>
                  </a:lnTo>
                  <a:lnTo>
                    <a:pt x="6064" y="16141"/>
                  </a:lnTo>
                  <a:lnTo>
                    <a:pt x="6257" y="16373"/>
                  </a:lnTo>
                  <a:lnTo>
                    <a:pt x="6102" y="16411"/>
                  </a:lnTo>
                  <a:lnTo>
                    <a:pt x="6025" y="16450"/>
                  </a:lnTo>
                  <a:lnTo>
                    <a:pt x="6025" y="16566"/>
                  </a:lnTo>
                  <a:lnTo>
                    <a:pt x="6064" y="16643"/>
                  </a:lnTo>
                  <a:lnTo>
                    <a:pt x="6141" y="16643"/>
                  </a:lnTo>
                  <a:lnTo>
                    <a:pt x="6913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30" y="15716"/>
                  </a:lnTo>
                  <a:lnTo>
                    <a:pt x="9616" y="15485"/>
                  </a:lnTo>
                  <a:lnTo>
                    <a:pt x="9964" y="15253"/>
                  </a:lnTo>
                  <a:lnTo>
                    <a:pt x="10273" y="15021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2" y="14172"/>
                  </a:lnTo>
                  <a:lnTo>
                    <a:pt x="11354" y="13824"/>
                  </a:lnTo>
                  <a:lnTo>
                    <a:pt x="11547" y="13515"/>
                  </a:lnTo>
                  <a:lnTo>
                    <a:pt x="11547" y="13438"/>
                  </a:lnTo>
                  <a:lnTo>
                    <a:pt x="11547" y="13361"/>
                  </a:lnTo>
                  <a:lnTo>
                    <a:pt x="11508" y="13284"/>
                  </a:lnTo>
                  <a:lnTo>
                    <a:pt x="11431" y="13245"/>
                  </a:lnTo>
                  <a:lnTo>
                    <a:pt x="11238" y="13245"/>
                  </a:lnTo>
                  <a:lnTo>
                    <a:pt x="11161" y="13322"/>
                  </a:lnTo>
                  <a:lnTo>
                    <a:pt x="10968" y="13670"/>
                  </a:lnTo>
                  <a:lnTo>
                    <a:pt x="10775" y="13554"/>
                  </a:lnTo>
                  <a:lnTo>
                    <a:pt x="10659" y="13438"/>
                  </a:lnTo>
                  <a:lnTo>
                    <a:pt x="10620" y="13284"/>
                  </a:lnTo>
                  <a:lnTo>
                    <a:pt x="10581" y="13168"/>
                  </a:lnTo>
                  <a:lnTo>
                    <a:pt x="10620" y="13013"/>
                  </a:lnTo>
                  <a:lnTo>
                    <a:pt x="10659" y="12859"/>
                  </a:lnTo>
                  <a:lnTo>
                    <a:pt x="10852" y="12627"/>
                  </a:lnTo>
                  <a:lnTo>
                    <a:pt x="10929" y="12473"/>
                  </a:lnTo>
                  <a:lnTo>
                    <a:pt x="11045" y="12357"/>
                  </a:lnTo>
                  <a:lnTo>
                    <a:pt x="11122" y="12318"/>
                  </a:lnTo>
                  <a:lnTo>
                    <a:pt x="11238" y="12280"/>
                  </a:lnTo>
                  <a:close/>
                  <a:moveTo>
                    <a:pt x="426" y="0"/>
                  </a:moveTo>
                  <a:lnTo>
                    <a:pt x="349" y="39"/>
                  </a:lnTo>
                  <a:lnTo>
                    <a:pt x="271" y="116"/>
                  </a:lnTo>
                  <a:lnTo>
                    <a:pt x="233" y="193"/>
                  </a:lnTo>
                  <a:lnTo>
                    <a:pt x="78" y="2587"/>
                  </a:lnTo>
                  <a:lnTo>
                    <a:pt x="40" y="3012"/>
                  </a:lnTo>
                  <a:lnTo>
                    <a:pt x="1" y="3475"/>
                  </a:lnTo>
                  <a:lnTo>
                    <a:pt x="40" y="3900"/>
                  </a:lnTo>
                  <a:lnTo>
                    <a:pt x="117" y="4325"/>
                  </a:lnTo>
                  <a:lnTo>
                    <a:pt x="233" y="4518"/>
                  </a:lnTo>
                  <a:lnTo>
                    <a:pt x="349" y="4750"/>
                  </a:lnTo>
                  <a:lnTo>
                    <a:pt x="619" y="5175"/>
                  </a:lnTo>
                  <a:lnTo>
                    <a:pt x="1237" y="5985"/>
                  </a:lnTo>
                  <a:lnTo>
                    <a:pt x="2665" y="7955"/>
                  </a:lnTo>
                  <a:lnTo>
                    <a:pt x="5446" y="11816"/>
                  </a:lnTo>
                  <a:lnTo>
                    <a:pt x="6874" y="13747"/>
                  </a:lnTo>
                  <a:lnTo>
                    <a:pt x="8342" y="15639"/>
                  </a:lnTo>
                  <a:lnTo>
                    <a:pt x="7492" y="15987"/>
                  </a:lnTo>
                  <a:lnTo>
                    <a:pt x="6643" y="16257"/>
                  </a:lnTo>
                  <a:lnTo>
                    <a:pt x="6643" y="16257"/>
                  </a:lnTo>
                  <a:lnTo>
                    <a:pt x="6681" y="16102"/>
                  </a:lnTo>
                  <a:lnTo>
                    <a:pt x="6681" y="15948"/>
                  </a:lnTo>
                  <a:lnTo>
                    <a:pt x="6643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4" y="15369"/>
                  </a:lnTo>
                  <a:lnTo>
                    <a:pt x="6179" y="15292"/>
                  </a:lnTo>
                  <a:lnTo>
                    <a:pt x="6025" y="15253"/>
                  </a:lnTo>
                  <a:lnTo>
                    <a:pt x="5716" y="15253"/>
                  </a:lnTo>
                  <a:lnTo>
                    <a:pt x="5484" y="15292"/>
                  </a:lnTo>
                  <a:lnTo>
                    <a:pt x="5214" y="15407"/>
                  </a:lnTo>
                  <a:lnTo>
                    <a:pt x="5021" y="15600"/>
                  </a:lnTo>
                  <a:lnTo>
                    <a:pt x="4828" y="15794"/>
                  </a:lnTo>
                  <a:lnTo>
                    <a:pt x="4712" y="16025"/>
                  </a:lnTo>
                  <a:lnTo>
                    <a:pt x="4596" y="16296"/>
                  </a:lnTo>
                  <a:lnTo>
                    <a:pt x="4596" y="16566"/>
                  </a:lnTo>
                  <a:lnTo>
                    <a:pt x="4635" y="16991"/>
                  </a:lnTo>
                  <a:lnTo>
                    <a:pt x="4751" y="17300"/>
                  </a:lnTo>
                  <a:lnTo>
                    <a:pt x="4905" y="17531"/>
                  </a:lnTo>
                  <a:lnTo>
                    <a:pt x="5098" y="17724"/>
                  </a:lnTo>
                  <a:lnTo>
                    <a:pt x="5368" y="17840"/>
                  </a:lnTo>
                  <a:lnTo>
                    <a:pt x="5677" y="17917"/>
                  </a:lnTo>
                  <a:lnTo>
                    <a:pt x="6025" y="17956"/>
                  </a:lnTo>
                  <a:lnTo>
                    <a:pt x="6372" y="17917"/>
                  </a:lnTo>
                  <a:lnTo>
                    <a:pt x="6720" y="17840"/>
                  </a:lnTo>
                  <a:lnTo>
                    <a:pt x="7106" y="17763"/>
                  </a:lnTo>
                  <a:lnTo>
                    <a:pt x="7878" y="17531"/>
                  </a:lnTo>
                  <a:lnTo>
                    <a:pt x="8573" y="17222"/>
                  </a:lnTo>
                  <a:lnTo>
                    <a:pt x="9153" y="16952"/>
                  </a:lnTo>
                  <a:lnTo>
                    <a:pt x="9230" y="16875"/>
                  </a:lnTo>
                  <a:lnTo>
                    <a:pt x="9462" y="16759"/>
                  </a:lnTo>
                  <a:lnTo>
                    <a:pt x="10234" y="16257"/>
                  </a:lnTo>
                  <a:lnTo>
                    <a:pt x="10813" y="17106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4"/>
                  </a:lnTo>
                  <a:lnTo>
                    <a:pt x="12280" y="19037"/>
                  </a:lnTo>
                  <a:lnTo>
                    <a:pt x="12203" y="18883"/>
                  </a:lnTo>
                  <a:lnTo>
                    <a:pt x="11817" y="18149"/>
                  </a:lnTo>
                  <a:lnTo>
                    <a:pt x="11392" y="17454"/>
                  </a:lnTo>
                  <a:lnTo>
                    <a:pt x="10929" y="16759"/>
                  </a:lnTo>
                  <a:lnTo>
                    <a:pt x="10466" y="16102"/>
                  </a:lnTo>
                  <a:lnTo>
                    <a:pt x="10968" y="15716"/>
                  </a:lnTo>
                  <a:lnTo>
                    <a:pt x="11470" y="15253"/>
                  </a:lnTo>
                  <a:lnTo>
                    <a:pt x="11894" y="14790"/>
                  </a:lnTo>
                  <a:lnTo>
                    <a:pt x="12126" y="14558"/>
                  </a:lnTo>
                  <a:lnTo>
                    <a:pt x="12280" y="14288"/>
                  </a:lnTo>
                  <a:lnTo>
                    <a:pt x="12435" y="14056"/>
                  </a:lnTo>
                  <a:lnTo>
                    <a:pt x="12512" y="13786"/>
                  </a:lnTo>
                  <a:lnTo>
                    <a:pt x="12589" y="13554"/>
                  </a:lnTo>
                  <a:lnTo>
                    <a:pt x="12628" y="13284"/>
                  </a:lnTo>
                  <a:lnTo>
                    <a:pt x="12589" y="13052"/>
                  </a:lnTo>
                  <a:lnTo>
                    <a:pt x="12512" y="12820"/>
                  </a:lnTo>
                  <a:lnTo>
                    <a:pt x="12358" y="12589"/>
                  </a:lnTo>
                  <a:lnTo>
                    <a:pt x="12165" y="12357"/>
                  </a:lnTo>
                  <a:lnTo>
                    <a:pt x="11972" y="12202"/>
                  </a:lnTo>
                  <a:lnTo>
                    <a:pt x="11740" y="12087"/>
                  </a:lnTo>
                  <a:lnTo>
                    <a:pt x="11470" y="12009"/>
                  </a:lnTo>
                  <a:lnTo>
                    <a:pt x="11238" y="12009"/>
                  </a:lnTo>
                  <a:lnTo>
                    <a:pt x="10968" y="12048"/>
                  </a:lnTo>
                  <a:lnTo>
                    <a:pt x="10736" y="12125"/>
                  </a:lnTo>
                  <a:lnTo>
                    <a:pt x="10543" y="12280"/>
                  </a:lnTo>
                  <a:lnTo>
                    <a:pt x="10388" y="12511"/>
                  </a:lnTo>
                  <a:lnTo>
                    <a:pt x="10311" y="12704"/>
                  </a:lnTo>
                  <a:lnTo>
                    <a:pt x="10273" y="12897"/>
                  </a:lnTo>
                  <a:lnTo>
                    <a:pt x="10273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20" y="13786"/>
                  </a:lnTo>
                  <a:lnTo>
                    <a:pt x="10813" y="13901"/>
                  </a:lnTo>
                  <a:lnTo>
                    <a:pt x="10504" y="14249"/>
                  </a:lnTo>
                  <a:lnTo>
                    <a:pt x="10157" y="14597"/>
                  </a:lnTo>
                  <a:lnTo>
                    <a:pt x="9771" y="14867"/>
                  </a:lnTo>
                  <a:lnTo>
                    <a:pt x="9431" y="15083"/>
                  </a:lnTo>
                  <a:lnTo>
                    <a:pt x="9431" y="15083"/>
                  </a:lnTo>
                  <a:lnTo>
                    <a:pt x="9462" y="15021"/>
                  </a:lnTo>
                  <a:lnTo>
                    <a:pt x="9500" y="14944"/>
                  </a:lnTo>
                  <a:lnTo>
                    <a:pt x="9462" y="14828"/>
                  </a:lnTo>
                  <a:lnTo>
                    <a:pt x="5716" y="5754"/>
                  </a:lnTo>
                  <a:lnTo>
                    <a:pt x="4789" y="3475"/>
                  </a:lnTo>
                  <a:lnTo>
                    <a:pt x="4364" y="2471"/>
                  </a:lnTo>
                  <a:lnTo>
                    <a:pt x="4133" y="1969"/>
                  </a:lnTo>
                  <a:lnTo>
                    <a:pt x="3978" y="1738"/>
                  </a:lnTo>
                  <a:lnTo>
                    <a:pt x="3824" y="1545"/>
                  </a:lnTo>
                  <a:lnTo>
                    <a:pt x="3515" y="1236"/>
                  </a:lnTo>
                  <a:lnTo>
                    <a:pt x="3129" y="965"/>
                  </a:lnTo>
                  <a:lnTo>
                    <a:pt x="2743" y="772"/>
                  </a:lnTo>
                  <a:lnTo>
                    <a:pt x="2279" y="541"/>
                  </a:lnTo>
                  <a:lnTo>
                    <a:pt x="1816" y="386"/>
                  </a:lnTo>
                  <a:lnTo>
                    <a:pt x="1391" y="232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18"/>
            <p:cNvSpPr/>
            <p:nvPr/>
          </p:nvSpPr>
          <p:spPr>
            <a:xfrm>
              <a:off x="5383550" y="11801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2"/>
                  </a:lnTo>
                  <a:lnTo>
                    <a:pt x="1583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2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18"/>
            <p:cNvSpPr/>
            <p:nvPr/>
          </p:nvSpPr>
          <p:spPr>
            <a:xfrm>
              <a:off x="1657200" y="1227450"/>
              <a:ext cx="61825" cy="90775"/>
            </a:xfrm>
            <a:custGeom>
              <a:avLst/>
              <a:gdLst/>
              <a:ahLst/>
              <a:cxnLst/>
              <a:rect l="l" t="t" r="r" b="b"/>
              <a:pathLst>
                <a:path w="2473" h="3631" extrusionOk="0">
                  <a:moveTo>
                    <a:pt x="1198" y="0"/>
                  </a:moveTo>
                  <a:lnTo>
                    <a:pt x="1082" y="39"/>
                  </a:lnTo>
                  <a:lnTo>
                    <a:pt x="1005" y="39"/>
                  </a:lnTo>
                  <a:lnTo>
                    <a:pt x="966" y="116"/>
                  </a:lnTo>
                  <a:lnTo>
                    <a:pt x="966" y="194"/>
                  </a:lnTo>
                  <a:lnTo>
                    <a:pt x="966" y="232"/>
                  </a:lnTo>
                  <a:lnTo>
                    <a:pt x="850" y="271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5" y="618"/>
                  </a:lnTo>
                  <a:lnTo>
                    <a:pt x="773" y="657"/>
                  </a:lnTo>
                  <a:lnTo>
                    <a:pt x="850" y="734"/>
                  </a:lnTo>
                  <a:lnTo>
                    <a:pt x="1082" y="811"/>
                  </a:lnTo>
                  <a:lnTo>
                    <a:pt x="1275" y="966"/>
                  </a:lnTo>
                  <a:lnTo>
                    <a:pt x="1468" y="1120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70" y="2163"/>
                  </a:lnTo>
                  <a:lnTo>
                    <a:pt x="1932" y="2472"/>
                  </a:lnTo>
                  <a:lnTo>
                    <a:pt x="1816" y="2742"/>
                  </a:lnTo>
                  <a:lnTo>
                    <a:pt x="1739" y="2897"/>
                  </a:lnTo>
                  <a:lnTo>
                    <a:pt x="1661" y="2974"/>
                  </a:lnTo>
                  <a:lnTo>
                    <a:pt x="1545" y="3090"/>
                  </a:lnTo>
                  <a:lnTo>
                    <a:pt x="1391" y="3128"/>
                  </a:lnTo>
                  <a:lnTo>
                    <a:pt x="1237" y="3167"/>
                  </a:lnTo>
                  <a:lnTo>
                    <a:pt x="1043" y="3128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626"/>
                  </a:lnTo>
                  <a:lnTo>
                    <a:pt x="928" y="2472"/>
                  </a:lnTo>
                  <a:lnTo>
                    <a:pt x="1082" y="2356"/>
                  </a:lnTo>
                  <a:lnTo>
                    <a:pt x="1159" y="2279"/>
                  </a:lnTo>
                  <a:lnTo>
                    <a:pt x="1159" y="2163"/>
                  </a:lnTo>
                  <a:lnTo>
                    <a:pt x="1159" y="2047"/>
                  </a:lnTo>
                  <a:lnTo>
                    <a:pt x="1082" y="1970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52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63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48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60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630"/>
                  </a:lnTo>
                  <a:lnTo>
                    <a:pt x="1275" y="3630"/>
                  </a:lnTo>
                  <a:lnTo>
                    <a:pt x="1507" y="3592"/>
                  </a:lnTo>
                  <a:lnTo>
                    <a:pt x="1700" y="3514"/>
                  </a:lnTo>
                  <a:lnTo>
                    <a:pt x="1854" y="3437"/>
                  </a:lnTo>
                  <a:lnTo>
                    <a:pt x="2047" y="3244"/>
                  </a:lnTo>
                  <a:lnTo>
                    <a:pt x="2202" y="3090"/>
                  </a:lnTo>
                  <a:lnTo>
                    <a:pt x="2318" y="2897"/>
                  </a:lnTo>
                  <a:lnTo>
                    <a:pt x="2395" y="2703"/>
                  </a:lnTo>
                  <a:lnTo>
                    <a:pt x="2434" y="2472"/>
                  </a:lnTo>
                  <a:lnTo>
                    <a:pt x="2472" y="2279"/>
                  </a:lnTo>
                  <a:lnTo>
                    <a:pt x="2434" y="2047"/>
                  </a:lnTo>
                  <a:lnTo>
                    <a:pt x="2395" y="1815"/>
                  </a:lnTo>
                  <a:lnTo>
                    <a:pt x="2318" y="1622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18"/>
            <p:cNvSpPr/>
            <p:nvPr/>
          </p:nvSpPr>
          <p:spPr>
            <a:xfrm>
              <a:off x="6055450" y="1230350"/>
              <a:ext cx="302175" cy="155450"/>
            </a:xfrm>
            <a:custGeom>
              <a:avLst/>
              <a:gdLst/>
              <a:ahLst/>
              <a:cxnLst/>
              <a:rect l="l" t="t" r="r" b="b"/>
              <a:pathLst>
                <a:path w="12087" h="6218" extrusionOk="0">
                  <a:moveTo>
                    <a:pt x="11739" y="0"/>
                  </a:moveTo>
                  <a:lnTo>
                    <a:pt x="11662" y="39"/>
                  </a:lnTo>
                  <a:lnTo>
                    <a:pt x="11585" y="78"/>
                  </a:lnTo>
                  <a:lnTo>
                    <a:pt x="11507" y="116"/>
                  </a:lnTo>
                  <a:lnTo>
                    <a:pt x="11469" y="232"/>
                  </a:lnTo>
                  <a:lnTo>
                    <a:pt x="11469" y="309"/>
                  </a:lnTo>
                  <a:lnTo>
                    <a:pt x="11507" y="425"/>
                  </a:lnTo>
                  <a:lnTo>
                    <a:pt x="11585" y="580"/>
                  </a:lnTo>
                  <a:lnTo>
                    <a:pt x="11623" y="773"/>
                  </a:lnTo>
                  <a:lnTo>
                    <a:pt x="11585" y="966"/>
                  </a:lnTo>
                  <a:lnTo>
                    <a:pt x="11507" y="1120"/>
                  </a:lnTo>
                  <a:lnTo>
                    <a:pt x="11392" y="1275"/>
                  </a:lnTo>
                  <a:lnTo>
                    <a:pt x="11276" y="1429"/>
                  </a:lnTo>
                  <a:lnTo>
                    <a:pt x="10928" y="1738"/>
                  </a:lnTo>
                  <a:lnTo>
                    <a:pt x="10503" y="2008"/>
                  </a:lnTo>
                  <a:lnTo>
                    <a:pt x="10079" y="2240"/>
                  </a:lnTo>
                  <a:lnTo>
                    <a:pt x="9422" y="2587"/>
                  </a:lnTo>
                  <a:lnTo>
                    <a:pt x="9036" y="2781"/>
                  </a:lnTo>
                  <a:lnTo>
                    <a:pt x="9036" y="2703"/>
                  </a:lnTo>
                  <a:lnTo>
                    <a:pt x="8959" y="2626"/>
                  </a:lnTo>
                  <a:lnTo>
                    <a:pt x="8495" y="2201"/>
                  </a:lnTo>
                  <a:lnTo>
                    <a:pt x="8109" y="1699"/>
                  </a:lnTo>
                  <a:lnTo>
                    <a:pt x="7839" y="1892"/>
                  </a:lnTo>
                  <a:lnTo>
                    <a:pt x="7993" y="2201"/>
                  </a:lnTo>
                  <a:lnTo>
                    <a:pt x="8187" y="2510"/>
                  </a:lnTo>
                  <a:lnTo>
                    <a:pt x="8418" y="2781"/>
                  </a:lnTo>
                  <a:lnTo>
                    <a:pt x="8650" y="2974"/>
                  </a:lnTo>
                  <a:lnTo>
                    <a:pt x="7607" y="3514"/>
                  </a:lnTo>
                  <a:lnTo>
                    <a:pt x="6565" y="3978"/>
                  </a:lnTo>
                  <a:lnTo>
                    <a:pt x="5252" y="4518"/>
                  </a:lnTo>
                  <a:lnTo>
                    <a:pt x="3939" y="4982"/>
                  </a:lnTo>
                  <a:lnTo>
                    <a:pt x="3669" y="5059"/>
                  </a:lnTo>
                  <a:lnTo>
                    <a:pt x="3707" y="4711"/>
                  </a:lnTo>
                  <a:lnTo>
                    <a:pt x="3630" y="4364"/>
                  </a:lnTo>
                  <a:lnTo>
                    <a:pt x="3514" y="4055"/>
                  </a:lnTo>
                  <a:lnTo>
                    <a:pt x="3321" y="3707"/>
                  </a:lnTo>
                  <a:lnTo>
                    <a:pt x="3012" y="3900"/>
                  </a:lnTo>
                  <a:lnTo>
                    <a:pt x="3128" y="4171"/>
                  </a:lnTo>
                  <a:lnTo>
                    <a:pt x="3205" y="4441"/>
                  </a:lnTo>
                  <a:lnTo>
                    <a:pt x="3244" y="4866"/>
                  </a:lnTo>
                  <a:lnTo>
                    <a:pt x="3244" y="5252"/>
                  </a:lnTo>
                  <a:lnTo>
                    <a:pt x="2356" y="5522"/>
                  </a:lnTo>
                  <a:lnTo>
                    <a:pt x="1892" y="5638"/>
                  </a:lnTo>
                  <a:lnTo>
                    <a:pt x="1429" y="5677"/>
                  </a:lnTo>
                  <a:lnTo>
                    <a:pt x="1043" y="5715"/>
                  </a:lnTo>
                  <a:lnTo>
                    <a:pt x="850" y="5715"/>
                  </a:lnTo>
                  <a:lnTo>
                    <a:pt x="695" y="5677"/>
                  </a:lnTo>
                  <a:lnTo>
                    <a:pt x="579" y="5599"/>
                  </a:lnTo>
                  <a:lnTo>
                    <a:pt x="464" y="5522"/>
                  </a:lnTo>
                  <a:lnTo>
                    <a:pt x="386" y="5406"/>
                  </a:lnTo>
                  <a:lnTo>
                    <a:pt x="348" y="5291"/>
                  </a:lnTo>
                  <a:lnTo>
                    <a:pt x="309" y="5213"/>
                  </a:lnTo>
                  <a:lnTo>
                    <a:pt x="270" y="5175"/>
                  </a:lnTo>
                  <a:lnTo>
                    <a:pt x="155" y="5136"/>
                  </a:lnTo>
                  <a:lnTo>
                    <a:pt x="77" y="5175"/>
                  </a:lnTo>
                  <a:lnTo>
                    <a:pt x="39" y="5213"/>
                  </a:lnTo>
                  <a:lnTo>
                    <a:pt x="0" y="5291"/>
                  </a:lnTo>
                  <a:lnTo>
                    <a:pt x="0" y="5445"/>
                  </a:lnTo>
                  <a:lnTo>
                    <a:pt x="39" y="5599"/>
                  </a:lnTo>
                  <a:lnTo>
                    <a:pt x="77" y="5754"/>
                  </a:lnTo>
                  <a:lnTo>
                    <a:pt x="155" y="5870"/>
                  </a:lnTo>
                  <a:lnTo>
                    <a:pt x="232" y="5947"/>
                  </a:lnTo>
                  <a:lnTo>
                    <a:pt x="309" y="6024"/>
                  </a:lnTo>
                  <a:lnTo>
                    <a:pt x="541" y="6140"/>
                  </a:lnTo>
                  <a:lnTo>
                    <a:pt x="811" y="6179"/>
                  </a:lnTo>
                  <a:lnTo>
                    <a:pt x="1120" y="6217"/>
                  </a:lnTo>
                  <a:lnTo>
                    <a:pt x="1429" y="6179"/>
                  </a:lnTo>
                  <a:lnTo>
                    <a:pt x="1699" y="6140"/>
                  </a:lnTo>
                  <a:lnTo>
                    <a:pt x="2896" y="5831"/>
                  </a:lnTo>
                  <a:lnTo>
                    <a:pt x="4093" y="5445"/>
                  </a:lnTo>
                  <a:lnTo>
                    <a:pt x="5290" y="5020"/>
                  </a:lnTo>
                  <a:lnTo>
                    <a:pt x="6449" y="4557"/>
                  </a:lnTo>
                  <a:lnTo>
                    <a:pt x="7530" y="4093"/>
                  </a:lnTo>
                  <a:lnTo>
                    <a:pt x="8573" y="3591"/>
                  </a:lnTo>
                  <a:lnTo>
                    <a:pt x="9615" y="3051"/>
                  </a:lnTo>
                  <a:lnTo>
                    <a:pt x="10619" y="2472"/>
                  </a:lnTo>
                  <a:lnTo>
                    <a:pt x="10928" y="2279"/>
                  </a:lnTo>
                  <a:lnTo>
                    <a:pt x="11276" y="2047"/>
                  </a:lnTo>
                  <a:lnTo>
                    <a:pt x="11546" y="1777"/>
                  </a:lnTo>
                  <a:lnTo>
                    <a:pt x="11816" y="1506"/>
                  </a:lnTo>
                  <a:lnTo>
                    <a:pt x="12009" y="1197"/>
                  </a:lnTo>
                  <a:lnTo>
                    <a:pt x="12048" y="1043"/>
                  </a:lnTo>
                  <a:lnTo>
                    <a:pt x="12087" y="888"/>
                  </a:lnTo>
                  <a:lnTo>
                    <a:pt x="12087" y="695"/>
                  </a:lnTo>
                  <a:lnTo>
                    <a:pt x="12048" y="502"/>
                  </a:lnTo>
                  <a:lnTo>
                    <a:pt x="12009" y="309"/>
                  </a:lnTo>
                  <a:lnTo>
                    <a:pt x="11894" y="116"/>
                  </a:lnTo>
                  <a:lnTo>
                    <a:pt x="11816" y="39"/>
                  </a:lnTo>
                  <a:lnTo>
                    <a:pt x="1173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18"/>
            <p:cNvSpPr/>
            <p:nvPr/>
          </p:nvSpPr>
          <p:spPr>
            <a:xfrm>
              <a:off x="4272400" y="1236125"/>
              <a:ext cx="61800" cy="89825"/>
            </a:xfrm>
            <a:custGeom>
              <a:avLst/>
              <a:gdLst/>
              <a:ahLst/>
              <a:cxnLst/>
              <a:rect l="l" t="t" r="r" b="b"/>
              <a:pathLst>
                <a:path w="2472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4" y="349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1" y="1932"/>
                  </a:lnTo>
                  <a:lnTo>
                    <a:pt x="1931" y="2163"/>
                  </a:lnTo>
                  <a:lnTo>
                    <a:pt x="1931" y="2434"/>
                  </a:lnTo>
                  <a:lnTo>
                    <a:pt x="1815" y="2743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43"/>
                  </a:lnTo>
                  <a:lnTo>
                    <a:pt x="850" y="2588"/>
                  </a:lnTo>
                  <a:lnTo>
                    <a:pt x="927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0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5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5" y="2356"/>
                  </a:lnTo>
                  <a:lnTo>
                    <a:pt x="348" y="2627"/>
                  </a:lnTo>
                  <a:lnTo>
                    <a:pt x="309" y="2897"/>
                  </a:lnTo>
                  <a:lnTo>
                    <a:pt x="348" y="3052"/>
                  </a:lnTo>
                  <a:lnTo>
                    <a:pt x="425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7" y="2858"/>
                  </a:lnTo>
                  <a:lnTo>
                    <a:pt x="2395" y="2665"/>
                  </a:lnTo>
                  <a:lnTo>
                    <a:pt x="2433" y="2472"/>
                  </a:lnTo>
                  <a:lnTo>
                    <a:pt x="2472" y="2241"/>
                  </a:lnTo>
                  <a:lnTo>
                    <a:pt x="2433" y="2009"/>
                  </a:lnTo>
                  <a:lnTo>
                    <a:pt x="2395" y="1816"/>
                  </a:lnTo>
                  <a:lnTo>
                    <a:pt x="2317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18"/>
            <p:cNvSpPr/>
            <p:nvPr/>
          </p:nvSpPr>
          <p:spPr>
            <a:xfrm>
              <a:off x="799000" y="1245800"/>
              <a:ext cx="106200" cy="124550"/>
            </a:xfrm>
            <a:custGeom>
              <a:avLst/>
              <a:gdLst/>
              <a:ahLst/>
              <a:cxnLst/>
              <a:rect l="l" t="t" r="r" b="b"/>
              <a:pathLst>
                <a:path w="4248" h="4982" extrusionOk="0">
                  <a:moveTo>
                    <a:pt x="3862" y="0"/>
                  </a:moveTo>
                  <a:lnTo>
                    <a:pt x="3591" y="579"/>
                  </a:lnTo>
                  <a:lnTo>
                    <a:pt x="3244" y="1159"/>
                  </a:lnTo>
                  <a:lnTo>
                    <a:pt x="2896" y="1699"/>
                  </a:lnTo>
                  <a:lnTo>
                    <a:pt x="2510" y="2201"/>
                  </a:lnTo>
                  <a:lnTo>
                    <a:pt x="1931" y="2858"/>
                  </a:lnTo>
                  <a:lnTo>
                    <a:pt x="1313" y="3475"/>
                  </a:lnTo>
                  <a:lnTo>
                    <a:pt x="1004" y="3784"/>
                  </a:lnTo>
                  <a:lnTo>
                    <a:pt x="657" y="4016"/>
                  </a:lnTo>
                  <a:lnTo>
                    <a:pt x="309" y="4286"/>
                  </a:lnTo>
                  <a:lnTo>
                    <a:pt x="0" y="4595"/>
                  </a:lnTo>
                  <a:lnTo>
                    <a:pt x="39" y="4981"/>
                  </a:lnTo>
                  <a:lnTo>
                    <a:pt x="155" y="4981"/>
                  </a:lnTo>
                  <a:lnTo>
                    <a:pt x="541" y="4788"/>
                  </a:lnTo>
                  <a:lnTo>
                    <a:pt x="927" y="4557"/>
                  </a:lnTo>
                  <a:lnTo>
                    <a:pt x="1313" y="4248"/>
                  </a:lnTo>
                  <a:lnTo>
                    <a:pt x="1699" y="3939"/>
                  </a:lnTo>
                  <a:lnTo>
                    <a:pt x="2008" y="3591"/>
                  </a:lnTo>
                  <a:lnTo>
                    <a:pt x="2356" y="3205"/>
                  </a:lnTo>
                  <a:lnTo>
                    <a:pt x="2896" y="2510"/>
                  </a:lnTo>
                  <a:lnTo>
                    <a:pt x="3321" y="1969"/>
                  </a:lnTo>
                  <a:lnTo>
                    <a:pt x="3669" y="1390"/>
                  </a:lnTo>
                  <a:lnTo>
                    <a:pt x="3978" y="811"/>
                  </a:lnTo>
                  <a:lnTo>
                    <a:pt x="4248" y="193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18"/>
            <p:cNvSpPr/>
            <p:nvPr/>
          </p:nvSpPr>
          <p:spPr>
            <a:xfrm>
              <a:off x="747825" y="12477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5" y="271"/>
                  </a:move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7"/>
                  </a:lnTo>
                  <a:lnTo>
                    <a:pt x="1545" y="1313"/>
                  </a:lnTo>
                  <a:lnTo>
                    <a:pt x="1429" y="1391"/>
                  </a:lnTo>
                  <a:lnTo>
                    <a:pt x="1352" y="1468"/>
                  </a:lnTo>
                  <a:lnTo>
                    <a:pt x="1198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468"/>
                  </a:lnTo>
                  <a:lnTo>
                    <a:pt x="580" y="1429"/>
                  </a:lnTo>
                  <a:lnTo>
                    <a:pt x="503" y="1313"/>
                  </a:lnTo>
                  <a:lnTo>
                    <a:pt x="464" y="1197"/>
                  </a:lnTo>
                  <a:lnTo>
                    <a:pt x="425" y="1004"/>
                  </a:lnTo>
                  <a:lnTo>
                    <a:pt x="425" y="773"/>
                  </a:lnTo>
                  <a:lnTo>
                    <a:pt x="541" y="580"/>
                  </a:lnTo>
                  <a:lnTo>
                    <a:pt x="696" y="425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78"/>
                  </a:lnTo>
                  <a:lnTo>
                    <a:pt x="657" y="116"/>
                  </a:lnTo>
                  <a:lnTo>
                    <a:pt x="541" y="78"/>
                  </a:lnTo>
                  <a:lnTo>
                    <a:pt x="425" y="116"/>
                  </a:lnTo>
                  <a:lnTo>
                    <a:pt x="271" y="193"/>
                  </a:lnTo>
                  <a:lnTo>
                    <a:pt x="155" y="348"/>
                  </a:lnTo>
                  <a:lnTo>
                    <a:pt x="78" y="502"/>
                  </a:lnTo>
                  <a:lnTo>
                    <a:pt x="1" y="695"/>
                  </a:lnTo>
                  <a:lnTo>
                    <a:pt x="1" y="889"/>
                  </a:lnTo>
                  <a:lnTo>
                    <a:pt x="1" y="1082"/>
                  </a:lnTo>
                  <a:lnTo>
                    <a:pt x="39" y="1275"/>
                  </a:lnTo>
                  <a:lnTo>
                    <a:pt x="78" y="1429"/>
                  </a:lnTo>
                  <a:lnTo>
                    <a:pt x="194" y="1622"/>
                  </a:lnTo>
                  <a:lnTo>
                    <a:pt x="310" y="1777"/>
                  </a:lnTo>
                  <a:lnTo>
                    <a:pt x="464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043" y="2008"/>
                  </a:lnTo>
                  <a:lnTo>
                    <a:pt x="1236" y="1970"/>
                  </a:lnTo>
                  <a:lnTo>
                    <a:pt x="1429" y="1892"/>
                  </a:lnTo>
                  <a:lnTo>
                    <a:pt x="1584" y="1815"/>
                  </a:lnTo>
                  <a:lnTo>
                    <a:pt x="1738" y="1699"/>
                  </a:lnTo>
                  <a:lnTo>
                    <a:pt x="1893" y="1545"/>
                  </a:lnTo>
                  <a:lnTo>
                    <a:pt x="1970" y="1352"/>
                  </a:lnTo>
                  <a:lnTo>
                    <a:pt x="2047" y="1197"/>
                  </a:lnTo>
                  <a:lnTo>
                    <a:pt x="2086" y="1004"/>
                  </a:lnTo>
                  <a:lnTo>
                    <a:pt x="2047" y="811"/>
                  </a:lnTo>
                  <a:lnTo>
                    <a:pt x="1970" y="580"/>
                  </a:lnTo>
                  <a:lnTo>
                    <a:pt x="1893" y="425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78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18"/>
            <p:cNvSpPr/>
            <p:nvPr/>
          </p:nvSpPr>
          <p:spPr>
            <a:xfrm>
              <a:off x="1261400" y="125255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194"/>
                  </a:lnTo>
                  <a:lnTo>
                    <a:pt x="503" y="927"/>
                  </a:lnTo>
                  <a:lnTo>
                    <a:pt x="1043" y="1622"/>
                  </a:lnTo>
                  <a:lnTo>
                    <a:pt x="1700" y="2240"/>
                  </a:lnTo>
                  <a:lnTo>
                    <a:pt x="2356" y="2858"/>
                  </a:lnTo>
                  <a:lnTo>
                    <a:pt x="3090" y="3360"/>
                  </a:lnTo>
                  <a:lnTo>
                    <a:pt x="3901" y="3823"/>
                  </a:lnTo>
                  <a:lnTo>
                    <a:pt x="4673" y="4209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05"/>
                  </a:lnTo>
                  <a:lnTo>
                    <a:pt x="7685" y="4943"/>
                  </a:lnTo>
                  <a:lnTo>
                    <a:pt x="8110" y="4982"/>
                  </a:lnTo>
                  <a:lnTo>
                    <a:pt x="8535" y="4943"/>
                  </a:lnTo>
                  <a:lnTo>
                    <a:pt x="8998" y="4905"/>
                  </a:lnTo>
                  <a:lnTo>
                    <a:pt x="9423" y="4866"/>
                  </a:lnTo>
                  <a:lnTo>
                    <a:pt x="9848" y="4750"/>
                  </a:lnTo>
                  <a:lnTo>
                    <a:pt x="10272" y="4634"/>
                  </a:lnTo>
                  <a:lnTo>
                    <a:pt x="10658" y="4480"/>
                  </a:lnTo>
                  <a:lnTo>
                    <a:pt x="11083" y="4325"/>
                  </a:lnTo>
                  <a:lnTo>
                    <a:pt x="11469" y="4094"/>
                  </a:lnTo>
                  <a:lnTo>
                    <a:pt x="11856" y="3862"/>
                  </a:lnTo>
                  <a:lnTo>
                    <a:pt x="12242" y="3592"/>
                  </a:lnTo>
                  <a:lnTo>
                    <a:pt x="12319" y="3514"/>
                  </a:lnTo>
                  <a:lnTo>
                    <a:pt x="12435" y="3167"/>
                  </a:lnTo>
                  <a:lnTo>
                    <a:pt x="12280" y="3167"/>
                  </a:lnTo>
                  <a:lnTo>
                    <a:pt x="12203" y="3128"/>
                  </a:lnTo>
                  <a:lnTo>
                    <a:pt x="12126" y="3090"/>
                  </a:lnTo>
                  <a:lnTo>
                    <a:pt x="12010" y="3128"/>
                  </a:lnTo>
                  <a:lnTo>
                    <a:pt x="11933" y="3167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03"/>
                  </a:lnTo>
                  <a:lnTo>
                    <a:pt x="8342" y="4441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3" y="4325"/>
                  </a:lnTo>
                  <a:lnTo>
                    <a:pt x="6218" y="4248"/>
                  </a:lnTo>
                  <a:lnTo>
                    <a:pt x="5793" y="4132"/>
                  </a:lnTo>
                  <a:lnTo>
                    <a:pt x="5407" y="4016"/>
                  </a:lnTo>
                  <a:lnTo>
                    <a:pt x="4596" y="3669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18"/>
            <p:cNvSpPr/>
            <p:nvPr/>
          </p:nvSpPr>
          <p:spPr>
            <a:xfrm>
              <a:off x="1569350" y="1258350"/>
              <a:ext cx="92700" cy="136125"/>
            </a:xfrm>
            <a:custGeom>
              <a:avLst/>
              <a:gdLst/>
              <a:ahLst/>
              <a:cxnLst/>
              <a:rect l="l" t="t" r="r" b="b"/>
              <a:pathLst>
                <a:path w="3708" h="5445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67"/>
                  </a:lnTo>
                  <a:lnTo>
                    <a:pt x="1159" y="1815"/>
                  </a:lnTo>
                  <a:lnTo>
                    <a:pt x="1082" y="1892"/>
                  </a:lnTo>
                  <a:lnTo>
                    <a:pt x="1082" y="1969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201"/>
                  </a:lnTo>
                  <a:lnTo>
                    <a:pt x="812" y="2278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510"/>
                  </a:lnTo>
                  <a:lnTo>
                    <a:pt x="966" y="2549"/>
                  </a:lnTo>
                  <a:lnTo>
                    <a:pt x="1198" y="2626"/>
                  </a:lnTo>
                  <a:lnTo>
                    <a:pt x="1430" y="2703"/>
                  </a:lnTo>
                  <a:lnTo>
                    <a:pt x="1623" y="2858"/>
                  </a:lnTo>
                  <a:lnTo>
                    <a:pt x="1816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132"/>
                  </a:lnTo>
                  <a:lnTo>
                    <a:pt x="2009" y="4364"/>
                  </a:lnTo>
                  <a:lnTo>
                    <a:pt x="1893" y="4557"/>
                  </a:lnTo>
                  <a:lnTo>
                    <a:pt x="1739" y="4711"/>
                  </a:lnTo>
                  <a:lnTo>
                    <a:pt x="1545" y="4866"/>
                  </a:lnTo>
                  <a:lnTo>
                    <a:pt x="1314" y="4943"/>
                  </a:lnTo>
                  <a:lnTo>
                    <a:pt x="1198" y="4981"/>
                  </a:lnTo>
                  <a:lnTo>
                    <a:pt x="1082" y="4981"/>
                  </a:lnTo>
                  <a:lnTo>
                    <a:pt x="889" y="4904"/>
                  </a:lnTo>
                  <a:lnTo>
                    <a:pt x="773" y="4788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966" y="4132"/>
                  </a:lnTo>
                  <a:lnTo>
                    <a:pt x="1121" y="4093"/>
                  </a:lnTo>
                  <a:lnTo>
                    <a:pt x="1237" y="4055"/>
                  </a:lnTo>
                  <a:lnTo>
                    <a:pt x="1314" y="3939"/>
                  </a:lnTo>
                  <a:lnTo>
                    <a:pt x="1314" y="3784"/>
                  </a:lnTo>
                  <a:lnTo>
                    <a:pt x="1275" y="3746"/>
                  </a:lnTo>
                  <a:lnTo>
                    <a:pt x="1237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900"/>
                  </a:lnTo>
                  <a:lnTo>
                    <a:pt x="387" y="3977"/>
                  </a:lnTo>
                  <a:lnTo>
                    <a:pt x="310" y="4132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904"/>
                  </a:lnTo>
                  <a:lnTo>
                    <a:pt x="387" y="5097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30" y="5406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41" y="4866"/>
                  </a:lnTo>
                  <a:lnTo>
                    <a:pt x="2395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89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510"/>
                  </a:lnTo>
                  <a:lnTo>
                    <a:pt x="1739" y="2356"/>
                  </a:lnTo>
                  <a:lnTo>
                    <a:pt x="1507" y="2240"/>
                  </a:lnTo>
                  <a:lnTo>
                    <a:pt x="1275" y="2124"/>
                  </a:lnTo>
                  <a:lnTo>
                    <a:pt x="1623" y="2008"/>
                  </a:lnTo>
                  <a:lnTo>
                    <a:pt x="1932" y="1815"/>
                  </a:lnTo>
                  <a:lnTo>
                    <a:pt x="2279" y="1661"/>
                  </a:lnTo>
                  <a:lnTo>
                    <a:pt x="2549" y="1429"/>
                  </a:lnTo>
                  <a:lnTo>
                    <a:pt x="2820" y="1197"/>
                  </a:lnTo>
                  <a:lnTo>
                    <a:pt x="3129" y="966"/>
                  </a:lnTo>
                  <a:lnTo>
                    <a:pt x="3360" y="695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18"/>
            <p:cNvSpPr/>
            <p:nvPr/>
          </p:nvSpPr>
          <p:spPr>
            <a:xfrm>
              <a:off x="3876600" y="12602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9" y="3553"/>
                  </a:lnTo>
                  <a:lnTo>
                    <a:pt x="12434" y="3205"/>
                  </a:lnTo>
                  <a:lnTo>
                    <a:pt x="12357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2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6" y="4016"/>
                  </a:lnTo>
                  <a:lnTo>
                    <a:pt x="10040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5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18"/>
            <p:cNvSpPr/>
            <p:nvPr/>
          </p:nvSpPr>
          <p:spPr>
            <a:xfrm>
              <a:off x="4184550" y="1267025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1" y="2240"/>
                  </a:lnTo>
                  <a:lnTo>
                    <a:pt x="811" y="2356"/>
                  </a:lnTo>
                  <a:lnTo>
                    <a:pt x="811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0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9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6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2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2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18"/>
            <p:cNvSpPr/>
            <p:nvPr/>
          </p:nvSpPr>
          <p:spPr>
            <a:xfrm>
              <a:off x="3067625" y="1293100"/>
              <a:ext cx="105250" cy="105250"/>
            </a:xfrm>
            <a:custGeom>
              <a:avLst/>
              <a:gdLst/>
              <a:ahLst/>
              <a:cxnLst/>
              <a:rect l="l" t="t" r="r" b="b"/>
              <a:pathLst>
                <a:path w="4210" h="4210" extrusionOk="0">
                  <a:moveTo>
                    <a:pt x="2317" y="348"/>
                  </a:moveTo>
                  <a:lnTo>
                    <a:pt x="2472" y="425"/>
                  </a:lnTo>
                  <a:lnTo>
                    <a:pt x="2665" y="464"/>
                  </a:lnTo>
                  <a:lnTo>
                    <a:pt x="2819" y="579"/>
                  </a:lnTo>
                  <a:lnTo>
                    <a:pt x="2974" y="695"/>
                  </a:lnTo>
                  <a:lnTo>
                    <a:pt x="3128" y="811"/>
                  </a:lnTo>
                  <a:lnTo>
                    <a:pt x="3205" y="850"/>
                  </a:lnTo>
                  <a:lnTo>
                    <a:pt x="3360" y="1081"/>
                  </a:lnTo>
                  <a:lnTo>
                    <a:pt x="3553" y="1313"/>
                  </a:lnTo>
                  <a:lnTo>
                    <a:pt x="3669" y="1545"/>
                  </a:lnTo>
                  <a:lnTo>
                    <a:pt x="3784" y="1815"/>
                  </a:lnTo>
                  <a:lnTo>
                    <a:pt x="3823" y="2085"/>
                  </a:lnTo>
                  <a:lnTo>
                    <a:pt x="3823" y="2356"/>
                  </a:lnTo>
                  <a:lnTo>
                    <a:pt x="3784" y="2665"/>
                  </a:lnTo>
                  <a:lnTo>
                    <a:pt x="3669" y="2935"/>
                  </a:lnTo>
                  <a:lnTo>
                    <a:pt x="3476" y="3244"/>
                  </a:lnTo>
                  <a:lnTo>
                    <a:pt x="3205" y="3476"/>
                  </a:lnTo>
                  <a:lnTo>
                    <a:pt x="2896" y="3669"/>
                  </a:lnTo>
                  <a:lnTo>
                    <a:pt x="2587" y="3785"/>
                  </a:lnTo>
                  <a:lnTo>
                    <a:pt x="2201" y="3862"/>
                  </a:lnTo>
                  <a:lnTo>
                    <a:pt x="1854" y="3823"/>
                  </a:lnTo>
                  <a:lnTo>
                    <a:pt x="1506" y="3746"/>
                  </a:lnTo>
                  <a:lnTo>
                    <a:pt x="1197" y="3591"/>
                  </a:lnTo>
                  <a:lnTo>
                    <a:pt x="927" y="3398"/>
                  </a:lnTo>
                  <a:lnTo>
                    <a:pt x="695" y="3167"/>
                  </a:lnTo>
                  <a:lnTo>
                    <a:pt x="541" y="2858"/>
                  </a:lnTo>
                  <a:lnTo>
                    <a:pt x="425" y="2549"/>
                  </a:lnTo>
                  <a:lnTo>
                    <a:pt x="348" y="2240"/>
                  </a:lnTo>
                  <a:lnTo>
                    <a:pt x="348" y="1892"/>
                  </a:lnTo>
                  <a:lnTo>
                    <a:pt x="425" y="1583"/>
                  </a:lnTo>
                  <a:lnTo>
                    <a:pt x="541" y="1275"/>
                  </a:lnTo>
                  <a:lnTo>
                    <a:pt x="772" y="966"/>
                  </a:lnTo>
                  <a:lnTo>
                    <a:pt x="1081" y="695"/>
                  </a:lnTo>
                  <a:lnTo>
                    <a:pt x="1390" y="502"/>
                  </a:lnTo>
                  <a:lnTo>
                    <a:pt x="1738" y="386"/>
                  </a:lnTo>
                  <a:lnTo>
                    <a:pt x="2124" y="348"/>
                  </a:lnTo>
                  <a:close/>
                  <a:moveTo>
                    <a:pt x="1892" y="0"/>
                  </a:moveTo>
                  <a:lnTo>
                    <a:pt x="1545" y="77"/>
                  </a:lnTo>
                  <a:lnTo>
                    <a:pt x="1197" y="232"/>
                  </a:lnTo>
                  <a:lnTo>
                    <a:pt x="850" y="425"/>
                  </a:lnTo>
                  <a:lnTo>
                    <a:pt x="618" y="618"/>
                  </a:lnTo>
                  <a:lnTo>
                    <a:pt x="464" y="811"/>
                  </a:lnTo>
                  <a:lnTo>
                    <a:pt x="309" y="966"/>
                  </a:lnTo>
                  <a:lnTo>
                    <a:pt x="232" y="1159"/>
                  </a:lnTo>
                  <a:lnTo>
                    <a:pt x="116" y="1390"/>
                  </a:lnTo>
                  <a:lnTo>
                    <a:pt x="39" y="1815"/>
                  </a:lnTo>
                  <a:lnTo>
                    <a:pt x="0" y="2240"/>
                  </a:lnTo>
                  <a:lnTo>
                    <a:pt x="77" y="2665"/>
                  </a:lnTo>
                  <a:lnTo>
                    <a:pt x="232" y="3051"/>
                  </a:lnTo>
                  <a:lnTo>
                    <a:pt x="464" y="3437"/>
                  </a:lnTo>
                  <a:lnTo>
                    <a:pt x="618" y="3591"/>
                  </a:lnTo>
                  <a:lnTo>
                    <a:pt x="772" y="3746"/>
                  </a:lnTo>
                  <a:lnTo>
                    <a:pt x="1120" y="3978"/>
                  </a:lnTo>
                  <a:lnTo>
                    <a:pt x="1506" y="4132"/>
                  </a:lnTo>
                  <a:lnTo>
                    <a:pt x="1931" y="4209"/>
                  </a:lnTo>
                  <a:lnTo>
                    <a:pt x="2317" y="4209"/>
                  </a:lnTo>
                  <a:lnTo>
                    <a:pt x="2742" y="4132"/>
                  </a:lnTo>
                  <a:lnTo>
                    <a:pt x="3128" y="3978"/>
                  </a:lnTo>
                  <a:lnTo>
                    <a:pt x="3476" y="3785"/>
                  </a:lnTo>
                  <a:lnTo>
                    <a:pt x="3784" y="3476"/>
                  </a:lnTo>
                  <a:lnTo>
                    <a:pt x="3900" y="3321"/>
                  </a:lnTo>
                  <a:lnTo>
                    <a:pt x="4016" y="3128"/>
                  </a:lnTo>
                  <a:lnTo>
                    <a:pt x="4093" y="2935"/>
                  </a:lnTo>
                  <a:lnTo>
                    <a:pt x="4132" y="2703"/>
                  </a:lnTo>
                  <a:lnTo>
                    <a:pt x="4209" y="2279"/>
                  </a:lnTo>
                  <a:lnTo>
                    <a:pt x="4171" y="1854"/>
                  </a:lnTo>
                  <a:lnTo>
                    <a:pt x="4055" y="1429"/>
                  </a:lnTo>
                  <a:lnTo>
                    <a:pt x="3939" y="1236"/>
                  </a:lnTo>
                  <a:lnTo>
                    <a:pt x="3823" y="1043"/>
                  </a:lnTo>
                  <a:lnTo>
                    <a:pt x="3707" y="888"/>
                  </a:lnTo>
                  <a:lnTo>
                    <a:pt x="3553" y="734"/>
                  </a:lnTo>
                  <a:lnTo>
                    <a:pt x="3360" y="579"/>
                  </a:lnTo>
                  <a:lnTo>
                    <a:pt x="3167" y="502"/>
                  </a:lnTo>
                  <a:lnTo>
                    <a:pt x="3128" y="502"/>
                  </a:lnTo>
                  <a:lnTo>
                    <a:pt x="3051" y="348"/>
                  </a:lnTo>
                  <a:lnTo>
                    <a:pt x="2896" y="232"/>
                  </a:lnTo>
                  <a:lnTo>
                    <a:pt x="2780" y="116"/>
                  </a:lnTo>
                  <a:lnTo>
                    <a:pt x="2626" y="77"/>
                  </a:lnTo>
                  <a:lnTo>
                    <a:pt x="2433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18"/>
            <p:cNvSpPr/>
            <p:nvPr/>
          </p:nvSpPr>
          <p:spPr>
            <a:xfrm>
              <a:off x="686050" y="1295025"/>
              <a:ext cx="44425" cy="43475"/>
            </a:xfrm>
            <a:custGeom>
              <a:avLst/>
              <a:gdLst/>
              <a:ahLst/>
              <a:cxnLst/>
              <a:rect l="l" t="t" r="r" b="b"/>
              <a:pathLst>
                <a:path w="1777" h="1739" extrusionOk="0">
                  <a:moveTo>
                    <a:pt x="773" y="309"/>
                  </a:moveTo>
                  <a:lnTo>
                    <a:pt x="966" y="348"/>
                  </a:lnTo>
                  <a:lnTo>
                    <a:pt x="1159" y="464"/>
                  </a:lnTo>
                  <a:lnTo>
                    <a:pt x="1313" y="580"/>
                  </a:lnTo>
                  <a:lnTo>
                    <a:pt x="1390" y="773"/>
                  </a:lnTo>
                  <a:lnTo>
                    <a:pt x="1390" y="966"/>
                  </a:lnTo>
                  <a:lnTo>
                    <a:pt x="1352" y="1043"/>
                  </a:lnTo>
                  <a:lnTo>
                    <a:pt x="1275" y="1159"/>
                  </a:lnTo>
                  <a:lnTo>
                    <a:pt x="1197" y="1236"/>
                  </a:lnTo>
                  <a:lnTo>
                    <a:pt x="1082" y="1275"/>
                  </a:lnTo>
                  <a:lnTo>
                    <a:pt x="888" y="1352"/>
                  </a:lnTo>
                  <a:lnTo>
                    <a:pt x="695" y="1352"/>
                  </a:lnTo>
                  <a:lnTo>
                    <a:pt x="541" y="1236"/>
                  </a:lnTo>
                  <a:lnTo>
                    <a:pt x="425" y="1082"/>
                  </a:lnTo>
                  <a:lnTo>
                    <a:pt x="386" y="889"/>
                  </a:lnTo>
                  <a:lnTo>
                    <a:pt x="386" y="734"/>
                  </a:lnTo>
                  <a:lnTo>
                    <a:pt x="464" y="541"/>
                  </a:lnTo>
                  <a:lnTo>
                    <a:pt x="541" y="387"/>
                  </a:lnTo>
                  <a:lnTo>
                    <a:pt x="541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8" y="39"/>
                  </a:lnTo>
                  <a:lnTo>
                    <a:pt x="464" y="116"/>
                  </a:lnTo>
                  <a:lnTo>
                    <a:pt x="425" y="155"/>
                  </a:lnTo>
                  <a:lnTo>
                    <a:pt x="348" y="155"/>
                  </a:lnTo>
                  <a:lnTo>
                    <a:pt x="232" y="271"/>
                  </a:lnTo>
                  <a:lnTo>
                    <a:pt x="116" y="387"/>
                  </a:lnTo>
                  <a:lnTo>
                    <a:pt x="39" y="502"/>
                  </a:lnTo>
                  <a:lnTo>
                    <a:pt x="0" y="657"/>
                  </a:lnTo>
                  <a:lnTo>
                    <a:pt x="0" y="850"/>
                  </a:lnTo>
                  <a:lnTo>
                    <a:pt x="0" y="1004"/>
                  </a:lnTo>
                  <a:lnTo>
                    <a:pt x="39" y="1159"/>
                  </a:lnTo>
                  <a:lnTo>
                    <a:pt x="116" y="1313"/>
                  </a:lnTo>
                  <a:lnTo>
                    <a:pt x="193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8" y="1738"/>
                  </a:lnTo>
                  <a:lnTo>
                    <a:pt x="966" y="1738"/>
                  </a:lnTo>
                  <a:lnTo>
                    <a:pt x="1120" y="1700"/>
                  </a:lnTo>
                  <a:lnTo>
                    <a:pt x="1275" y="1622"/>
                  </a:lnTo>
                  <a:lnTo>
                    <a:pt x="1429" y="1545"/>
                  </a:lnTo>
                  <a:lnTo>
                    <a:pt x="1584" y="1391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27"/>
                  </a:lnTo>
                  <a:lnTo>
                    <a:pt x="1777" y="773"/>
                  </a:lnTo>
                  <a:lnTo>
                    <a:pt x="1738" y="580"/>
                  </a:lnTo>
                  <a:lnTo>
                    <a:pt x="1661" y="425"/>
                  </a:lnTo>
                  <a:lnTo>
                    <a:pt x="1545" y="271"/>
                  </a:lnTo>
                  <a:lnTo>
                    <a:pt x="1429" y="155"/>
                  </a:lnTo>
                  <a:lnTo>
                    <a:pt x="1275" y="78"/>
                  </a:lnTo>
                  <a:lnTo>
                    <a:pt x="1120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18"/>
            <p:cNvSpPr/>
            <p:nvPr/>
          </p:nvSpPr>
          <p:spPr>
            <a:xfrm>
              <a:off x="691825" y="1300825"/>
              <a:ext cx="114925" cy="285775"/>
            </a:xfrm>
            <a:custGeom>
              <a:avLst/>
              <a:gdLst/>
              <a:ahLst/>
              <a:cxnLst/>
              <a:rect l="l" t="t" r="r" b="b"/>
              <a:pathLst>
                <a:path w="4597" h="11431" extrusionOk="0">
                  <a:moveTo>
                    <a:pt x="3631" y="888"/>
                  </a:moveTo>
                  <a:lnTo>
                    <a:pt x="3708" y="2008"/>
                  </a:lnTo>
                  <a:lnTo>
                    <a:pt x="3824" y="3128"/>
                  </a:lnTo>
                  <a:lnTo>
                    <a:pt x="3940" y="4248"/>
                  </a:lnTo>
                  <a:lnTo>
                    <a:pt x="4017" y="5406"/>
                  </a:lnTo>
                  <a:lnTo>
                    <a:pt x="4056" y="6603"/>
                  </a:lnTo>
                  <a:lnTo>
                    <a:pt x="4056" y="7260"/>
                  </a:lnTo>
                  <a:lnTo>
                    <a:pt x="3978" y="7878"/>
                  </a:lnTo>
                  <a:lnTo>
                    <a:pt x="3901" y="8534"/>
                  </a:lnTo>
                  <a:lnTo>
                    <a:pt x="3747" y="9152"/>
                  </a:lnTo>
                  <a:lnTo>
                    <a:pt x="3515" y="9731"/>
                  </a:lnTo>
                  <a:lnTo>
                    <a:pt x="3245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2"/>
                  </a:lnTo>
                  <a:lnTo>
                    <a:pt x="1623" y="10696"/>
                  </a:lnTo>
                  <a:lnTo>
                    <a:pt x="1353" y="10503"/>
                  </a:lnTo>
                  <a:lnTo>
                    <a:pt x="1121" y="10233"/>
                  </a:lnTo>
                  <a:lnTo>
                    <a:pt x="966" y="9963"/>
                  </a:lnTo>
                  <a:lnTo>
                    <a:pt x="851" y="9692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95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9" y="4055"/>
                  </a:lnTo>
                  <a:lnTo>
                    <a:pt x="580" y="2780"/>
                  </a:lnTo>
                  <a:lnTo>
                    <a:pt x="542" y="2742"/>
                  </a:lnTo>
                  <a:lnTo>
                    <a:pt x="580" y="2742"/>
                  </a:lnTo>
                  <a:lnTo>
                    <a:pt x="1353" y="2356"/>
                  </a:lnTo>
                  <a:lnTo>
                    <a:pt x="2163" y="1931"/>
                  </a:lnTo>
                  <a:lnTo>
                    <a:pt x="2936" y="1429"/>
                  </a:lnTo>
                  <a:lnTo>
                    <a:pt x="3283" y="1159"/>
                  </a:lnTo>
                  <a:lnTo>
                    <a:pt x="3631" y="888"/>
                  </a:lnTo>
                  <a:close/>
                  <a:moveTo>
                    <a:pt x="3978" y="0"/>
                  </a:moveTo>
                  <a:lnTo>
                    <a:pt x="3901" y="39"/>
                  </a:lnTo>
                  <a:lnTo>
                    <a:pt x="3476" y="309"/>
                  </a:lnTo>
                  <a:lnTo>
                    <a:pt x="3052" y="657"/>
                  </a:lnTo>
                  <a:lnTo>
                    <a:pt x="2627" y="966"/>
                  </a:lnTo>
                  <a:lnTo>
                    <a:pt x="2202" y="1313"/>
                  </a:lnTo>
                  <a:lnTo>
                    <a:pt x="1314" y="1892"/>
                  </a:lnTo>
                  <a:lnTo>
                    <a:pt x="426" y="2472"/>
                  </a:lnTo>
                  <a:lnTo>
                    <a:pt x="349" y="2549"/>
                  </a:lnTo>
                  <a:lnTo>
                    <a:pt x="349" y="2626"/>
                  </a:lnTo>
                  <a:lnTo>
                    <a:pt x="271" y="2665"/>
                  </a:lnTo>
                  <a:lnTo>
                    <a:pt x="233" y="2780"/>
                  </a:lnTo>
                  <a:lnTo>
                    <a:pt x="194" y="3823"/>
                  </a:lnTo>
                  <a:lnTo>
                    <a:pt x="155" y="4827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7"/>
                  </a:lnTo>
                  <a:lnTo>
                    <a:pt x="155" y="7685"/>
                  </a:lnTo>
                  <a:lnTo>
                    <a:pt x="155" y="8418"/>
                  </a:lnTo>
                  <a:lnTo>
                    <a:pt x="233" y="9152"/>
                  </a:lnTo>
                  <a:lnTo>
                    <a:pt x="310" y="9615"/>
                  </a:lnTo>
                  <a:lnTo>
                    <a:pt x="503" y="10079"/>
                  </a:lnTo>
                  <a:lnTo>
                    <a:pt x="735" y="10503"/>
                  </a:lnTo>
                  <a:lnTo>
                    <a:pt x="1044" y="10890"/>
                  </a:lnTo>
                  <a:lnTo>
                    <a:pt x="1198" y="11044"/>
                  </a:lnTo>
                  <a:lnTo>
                    <a:pt x="1391" y="11198"/>
                  </a:lnTo>
                  <a:lnTo>
                    <a:pt x="1623" y="11314"/>
                  </a:lnTo>
                  <a:lnTo>
                    <a:pt x="1816" y="11392"/>
                  </a:lnTo>
                  <a:lnTo>
                    <a:pt x="2048" y="11430"/>
                  </a:lnTo>
                  <a:lnTo>
                    <a:pt x="2279" y="11430"/>
                  </a:lnTo>
                  <a:lnTo>
                    <a:pt x="2550" y="11392"/>
                  </a:lnTo>
                  <a:lnTo>
                    <a:pt x="2820" y="11314"/>
                  </a:lnTo>
                  <a:lnTo>
                    <a:pt x="3052" y="11198"/>
                  </a:lnTo>
                  <a:lnTo>
                    <a:pt x="3283" y="11044"/>
                  </a:lnTo>
                  <a:lnTo>
                    <a:pt x="3476" y="10851"/>
                  </a:lnTo>
                  <a:lnTo>
                    <a:pt x="3669" y="10658"/>
                  </a:lnTo>
                  <a:lnTo>
                    <a:pt x="3824" y="10388"/>
                  </a:lnTo>
                  <a:lnTo>
                    <a:pt x="3978" y="10117"/>
                  </a:lnTo>
                  <a:lnTo>
                    <a:pt x="4171" y="9538"/>
                  </a:lnTo>
                  <a:lnTo>
                    <a:pt x="4326" y="8920"/>
                  </a:lnTo>
                  <a:lnTo>
                    <a:pt x="4442" y="8302"/>
                  </a:lnTo>
                  <a:lnTo>
                    <a:pt x="4519" y="7723"/>
                  </a:lnTo>
                  <a:lnTo>
                    <a:pt x="4558" y="7221"/>
                  </a:lnTo>
                  <a:lnTo>
                    <a:pt x="4596" y="6642"/>
                  </a:lnTo>
                  <a:lnTo>
                    <a:pt x="4596" y="6101"/>
                  </a:lnTo>
                  <a:lnTo>
                    <a:pt x="4519" y="4981"/>
                  </a:lnTo>
                  <a:lnTo>
                    <a:pt x="4442" y="3862"/>
                  </a:lnTo>
                  <a:lnTo>
                    <a:pt x="4326" y="2780"/>
                  </a:lnTo>
                  <a:lnTo>
                    <a:pt x="4287" y="2394"/>
                  </a:lnTo>
                  <a:lnTo>
                    <a:pt x="4210" y="1468"/>
                  </a:lnTo>
                  <a:lnTo>
                    <a:pt x="4133" y="541"/>
                  </a:lnTo>
                  <a:lnTo>
                    <a:pt x="4094" y="386"/>
                  </a:lnTo>
                  <a:lnTo>
                    <a:pt x="4133" y="348"/>
                  </a:lnTo>
                  <a:lnTo>
                    <a:pt x="4171" y="270"/>
                  </a:lnTo>
                  <a:lnTo>
                    <a:pt x="4210" y="193"/>
                  </a:lnTo>
                  <a:lnTo>
                    <a:pt x="4171" y="77"/>
                  </a:lnTo>
                  <a:lnTo>
                    <a:pt x="4094" y="39"/>
                  </a:lnTo>
                  <a:lnTo>
                    <a:pt x="40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18"/>
            <p:cNvSpPr/>
            <p:nvPr/>
          </p:nvSpPr>
          <p:spPr>
            <a:xfrm>
              <a:off x="635850" y="1347150"/>
              <a:ext cx="42500" cy="41550"/>
            </a:xfrm>
            <a:custGeom>
              <a:avLst/>
              <a:gdLst/>
              <a:ahLst/>
              <a:cxnLst/>
              <a:rect l="l" t="t" r="r" b="b"/>
              <a:pathLst>
                <a:path w="1700" h="1662" extrusionOk="0">
                  <a:moveTo>
                    <a:pt x="1004" y="387"/>
                  </a:moveTo>
                  <a:lnTo>
                    <a:pt x="1120" y="425"/>
                  </a:lnTo>
                  <a:lnTo>
                    <a:pt x="1159" y="464"/>
                  </a:lnTo>
                  <a:lnTo>
                    <a:pt x="1236" y="541"/>
                  </a:lnTo>
                  <a:lnTo>
                    <a:pt x="1313" y="734"/>
                  </a:lnTo>
                  <a:lnTo>
                    <a:pt x="1313" y="927"/>
                  </a:lnTo>
                  <a:lnTo>
                    <a:pt x="1236" y="1082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8" y="1275"/>
                  </a:lnTo>
                  <a:lnTo>
                    <a:pt x="695" y="1236"/>
                  </a:lnTo>
                  <a:lnTo>
                    <a:pt x="541" y="1121"/>
                  </a:lnTo>
                  <a:lnTo>
                    <a:pt x="464" y="1082"/>
                  </a:lnTo>
                  <a:lnTo>
                    <a:pt x="425" y="966"/>
                  </a:lnTo>
                  <a:lnTo>
                    <a:pt x="386" y="889"/>
                  </a:lnTo>
                  <a:lnTo>
                    <a:pt x="386" y="773"/>
                  </a:lnTo>
                  <a:lnTo>
                    <a:pt x="425" y="541"/>
                  </a:lnTo>
                  <a:lnTo>
                    <a:pt x="541" y="580"/>
                  </a:lnTo>
                  <a:lnTo>
                    <a:pt x="618" y="541"/>
                  </a:lnTo>
                  <a:lnTo>
                    <a:pt x="773" y="425"/>
                  </a:lnTo>
                  <a:lnTo>
                    <a:pt x="927" y="387"/>
                  </a:lnTo>
                  <a:close/>
                  <a:moveTo>
                    <a:pt x="734" y="1"/>
                  </a:moveTo>
                  <a:lnTo>
                    <a:pt x="618" y="39"/>
                  </a:lnTo>
                  <a:lnTo>
                    <a:pt x="502" y="117"/>
                  </a:lnTo>
                  <a:lnTo>
                    <a:pt x="348" y="194"/>
                  </a:lnTo>
                  <a:lnTo>
                    <a:pt x="232" y="310"/>
                  </a:lnTo>
                  <a:lnTo>
                    <a:pt x="155" y="425"/>
                  </a:lnTo>
                  <a:lnTo>
                    <a:pt x="78" y="580"/>
                  </a:lnTo>
                  <a:lnTo>
                    <a:pt x="39" y="696"/>
                  </a:lnTo>
                  <a:lnTo>
                    <a:pt x="0" y="850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3" y="1352"/>
                  </a:lnTo>
                  <a:lnTo>
                    <a:pt x="309" y="1468"/>
                  </a:lnTo>
                  <a:lnTo>
                    <a:pt x="464" y="1584"/>
                  </a:lnTo>
                  <a:lnTo>
                    <a:pt x="657" y="1623"/>
                  </a:lnTo>
                  <a:lnTo>
                    <a:pt x="811" y="1661"/>
                  </a:lnTo>
                  <a:lnTo>
                    <a:pt x="1004" y="1661"/>
                  </a:lnTo>
                  <a:lnTo>
                    <a:pt x="1197" y="1584"/>
                  </a:lnTo>
                  <a:lnTo>
                    <a:pt x="1352" y="1507"/>
                  </a:lnTo>
                  <a:lnTo>
                    <a:pt x="1468" y="1391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699" y="927"/>
                  </a:lnTo>
                  <a:lnTo>
                    <a:pt x="1699" y="734"/>
                  </a:lnTo>
                  <a:lnTo>
                    <a:pt x="1661" y="541"/>
                  </a:lnTo>
                  <a:lnTo>
                    <a:pt x="1584" y="387"/>
                  </a:lnTo>
                  <a:lnTo>
                    <a:pt x="1506" y="232"/>
                  </a:lnTo>
                  <a:lnTo>
                    <a:pt x="1390" y="155"/>
                  </a:lnTo>
                  <a:lnTo>
                    <a:pt x="1275" y="78"/>
                  </a:lnTo>
                  <a:lnTo>
                    <a:pt x="10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18"/>
            <p:cNvSpPr/>
            <p:nvPr/>
          </p:nvSpPr>
          <p:spPr>
            <a:xfrm>
              <a:off x="444700" y="13741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71" y="1"/>
                  </a:moveTo>
                  <a:lnTo>
                    <a:pt x="116" y="40"/>
                  </a:lnTo>
                  <a:lnTo>
                    <a:pt x="39" y="117"/>
                  </a:lnTo>
                  <a:lnTo>
                    <a:pt x="1" y="233"/>
                  </a:lnTo>
                  <a:lnTo>
                    <a:pt x="39" y="387"/>
                  </a:lnTo>
                  <a:lnTo>
                    <a:pt x="348" y="889"/>
                  </a:lnTo>
                  <a:lnTo>
                    <a:pt x="657" y="1391"/>
                  </a:lnTo>
                  <a:lnTo>
                    <a:pt x="1005" y="1854"/>
                  </a:lnTo>
                  <a:lnTo>
                    <a:pt x="1391" y="2318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4" y="3553"/>
                  </a:lnTo>
                  <a:lnTo>
                    <a:pt x="3167" y="3901"/>
                  </a:lnTo>
                  <a:lnTo>
                    <a:pt x="3553" y="3747"/>
                  </a:lnTo>
                  <a:lnTo>
                    <a:pt x="2781" y="3013"/>
                  </a:lnTo>
                  <a:lnTo>
                    <a:pt x="2047" y="2241"/>
                  </a:lnTo>
                  <a:lnTo>
                    <a:pt x="1352" y="1430"/>
                  </a:lnTo>
                  <a:lnTo>
                    <a:pt x="1043" y="1005"/>
                  </a:lnTo>
                  <a:lnTo>
                    <a:pt x="734" y="542"/>
                  </a:lnTo>
                  <a:lnTo>
                    <a:pt x="1622" y="696"/>
                  </a:lnTo>
                  <a:lnTo>
                    <a:pt x="2511" y="889"/>
                  </a:lnTo>
                  <a:lnTo>
                    <a:pt x="3013" y="1044"/>
                  </a:lnTo>
                  <a:lnTo>
                    <a:pt x="3515" y="1198"/>
                  </a:lnTo>
                  <a:lnTo>
                    <a:pt x="4017" y="1352"/>
                  </a:lnTo>
                  <a:lnTo>
                    <a:pt x="4480" y="1507"/>
                  </a:lnTo>
                  <a:lnTo>
                    <a:pt x="4596" y="1507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5" y="1507"/>
                  </a:lnTo>
                  <a:lnTo>
                    <a:pt x="4943" y="1430"/>
                  </a:lnTo>
                  <a:lnTo>
                    <a:pt x="4634" y="1159"/>
                  </a:lnTo>
                  <a:lnTo>
                    <a:pt x="4171" y="850"/>
                  </a:lnTo>
                  <a:lnTo>
                    <a:pt x="3630" y="619"/>
                  </a:lnTo>
                  <a:lnTo>
                    <a:pt x="3090" y="464"/>
                  </a:lnTo>
                  <a:lnTo>
                    <a:pt x="2511" y="310"/>
                  </a:lnTo>
                  <a:lnTo>
                    <a:pt x="1931" y="194"/>
                  </a:lnTo>
                  <a:lnTo>
                    <a:pt x="1352" y="117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18"/>
            <p:cNvSpPr/>
            <p:nvPr/>
          </p:nvSpPr>
          <p:spPr>
            <a:xfrm>
              <a:off x="5333350" y="138867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5"/>
                  </a:moveTo>
                  <a:lnTo>
                    <a:pt x="23633" y="1467"/>
                  </a:lnTo>
                  <a:lnTo>
                    <a:pt x="23941" y="2008"/>
                  </a:lnTo>
                  <a:lnTo>
                    <a:pt x="23787" y="2163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2" y="1969"/>
                  </a:lnTo>
                  <a:lnTo>
                    <a:pt x="23015" y="1815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4"/>
                  </a:lnTo>
                  <a:lnTo>
                    <a:pt x="23169" y="1120"/>
                  </a:lnTo>
                  <a:lnTo>
                    <a:pt x="23285" y="965"/>
                  </a:lnTo>
                  <a:close/>
                  <a:moveTo>
                    <a:pt x="24096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7"/>
                  </a:lnTo>
                  <a:lnTo>
                    <a:pt x="24096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0"/>
                  </a:lnTo>
                  <a:lnTo>
                    <a:pt x="16566" y="5406"/>
                  </a:lnTo>
                  <a:lnTo>
                    <a:pt x="16296" y="5445"/>
                  </a:lnTo>
                  <a:lnTo>
                    <a:pt x="15639" y="5522"/>
                  </a:lnTo>
                  <a:lnTo>
                    <a:pt x="15639" y="5483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5" y="5175"/>
                  </a:lnTo>
                  <a:lnTo>
                    <a:pt x="15832" y="5097"/>
                  </a:lnTo>
                  <a:lnTo>
                    <a:pt x="15948" y="5020"/>
                  </a:lnTo>
                  <a:lnTo>
                    <a:pt x="16064" y="4981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522"/>
                  </a:lnTo>
                  <a:lnTo>
                    <a:pt x="24057" y="5445"/>
                  </a:lnTo>
                  <a:lnTo>
                    <a:pt x="23903" y="5290"/>
                  </a:lnTo>
                  <a:lnTo>
                    <a:pt x="23826" y="5097"/>
                  </a:lnTo>
                  <a:lnTo>
                    <a:pt x="23787" y="4981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2" y="5638"/>
                  </a:lnTo>
                  <a:lnTo>
                    <a:pt x="17570" y="5522"/>
                  </a:lnTo>
                  <a:lnTo>
                    <a:pt x="17029" y="5445"/>
                  </a:lnTo>
                  <a:lnTo>
                    <a:pt x="17068" y="5290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3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6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599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6"/>
                  </a:lnTo>
                  <a:lnTo>
                    <a:pt x="19385" y="5831"/>
                  </a:lnTo>
                  <a:lnTo>
                    <a:pt x="19385" y="5985"/>
                  </a:lnTo>
                  <a:lnTo>
                    <a:pt x="19346" y="6178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6"/>
                  </a:lnTo>
                  <a:lnTo>
                    <a:pt x="18844" y="5522"/>
                  </a:lnTo>
                  <a:lnTo>
                    <a:pt x="18999" y="5483"/>
                  </a:lnTo>
                  <a:close/>
                  <a:moveTo>
                    <a:pt x="20196" y="6063"/>
                  </a:moveTo>
                  <a:lnTo>
                    <a:pt x="20350" y="6101"/>
                  </a:lnTo>
                  <a:lnTo>
                    <a:pt x="20466" y="6140"/>
                  </a:lnTo>
                  <a:lnTo>
                    <a:pt x="20543" y="6178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0"/>
                  </a:lnTo>
                  <a:lnTo>
                    <a:pt x="19848" y="6294"/>
                  </a:lnTo>
                  <a:lnTo>
                    <a:pt x="19887" y="6178"/>
                  </a:lnTo>
                  <a:lnTo>
                    <a:pt x="20003" y="6140"/>
                  </a:lnTo>
                  <a:lnTo>
                    <a:pt x="20080" y="6101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1" y="5985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1" y="6294"/>
                  </a:lnTo>
                  <a:lnTo>
                    <a:pt x="23748" y="6565"/>
                  </a:lnTo>
                  <a:lnTo>
                    <a:pt x="23517" y="6796"/>
                  </a:lnTo>
                  <a:lnTo>
                    <a:pt x="23246" y="6989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8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78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6"/>
                  </a:lnTo>
                  <a:lnTo>
                    <a:pt x="12627" y="6680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59" y="6217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719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44"/>
                  </a:lnTo>
                  <a:lnTo>
                    <a:pt x="22551" y="7221"/>
                  </a:lnTo>
                  <a:lnTo>
                    <a:pt x="22165" y="7260"/>
                  </a:lnTo>
                  <a:lnTo>
                    <a:pt x="21779" y="7221"/>
                  </a:lnTo>
                  <a:lnTo>
                    <a:pt x="21393" y="7105"/>
                  </a:lnTo>
                  <a:lnTo>
                    <a:pt x="21470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414"/>
                  </a:moveTo>
                  <a:lnTo>
                    <a:pt x="12473" y="7453"/>
                  </a:lnTo>
                  <a:lnTo>
                    <a:pt x="12125" y="7993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09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3"/>
                  </a:lnTo>
                  <a:lnTo>
                    <a:pt x="11816" y="7607"/>
                  </a:lnTo>
                  <a:lnTo>
                    <a:pt x="11894" y="7530"/>
                  </a:lnTo>
                  <a:lnTo>
                    <a:pt x="12009" y="7453"/>
                  </a:lnTo>
                  <a:lnTo>
                    <a:pt x="12164" y="7414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1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2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7"/>
                  </a:lnTo>
                  <a:close/>
                  <a:moveTo>
                    <a:pt x="3785" y="9770"/>
                  </a:moveTo>
                  <a:lnTo>
                    <a:pt x="3900" y="9808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32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5"/>
                  </a:lnTo>
                  <a:lnTo>
                    <a:pt x="5097" y="10774"/>
                  </a:lnTo>
                  <a:lnTo>
                    <a:pt x="5136" y="10889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928"/>
                  </a:lnTo>
                  <a:lnTo>
                    <a:pt x="4441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19"/>
                  </a:moveTo>
                  <a:lnTo>
                    <a:pt x="10967" y="11198"/>
                  </a:lnTo>
                  <a:lnTo>
                    <a:pt x="10735" y="11739"/>
                  </a:lnTo>
                  <a:lnTo>
                    <a:pt x="10658" y="11700"/>
                  </a:lnTo>
                  <a:lnTo>
                    <a:pt x="10504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2"/>
                  </a:lnTo>
                  <a:lnTo>
                    <a:pt x="10735" y="10696"/>
                  </a:lnTo>
                  <a:lnTo>
                    <a:pt x="10928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09"/>
                  </a:lnTo>
                  <a:lnTo>
                    <a:pt x="6410" y="12241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0"/>
                  </a:lnTo>
                  <a:lnTo>
                    <a:pt x="5445" y="11623"/>
                  </a:lnTo>
                  <a:lnTo>
                    <a:pt x="5561" y="11546"/>
                  </a:lnTo>
                  <a:lnTo>
                    <a:pt x="5638" y="11507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39" y="13206"/>
                  </a:lnTo>
                  <a:lnTo>
                    <a:pt x="7337" y="13013"/>
                  </a:lnTo>
                  <a:lnTo>
                    <a:pt x="6835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3" y="12627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6"/>
                  </a:lnTo>
                  <a:lnTo>
                    <a:pt x="9229" y="13129"/>
                  </a:lnTo>
                  <a:lnTo>
                    <a:pt x="9268" y="13206"/>
                  </a:lnTo>
                  <a:lnTo>
                    <a:pt x="9036" y="13284"/>
                  </a:lnTo>
                  <a:lnTo>
                    <a:pt x="8804" y="13322"/>
                  </a:lnTo>
                  <a:lnTo>
                    <a:pt x="8573" y="13322"/>
                  </a:lnTo>
                  <a:lnTo>
                    <a:pt x="8302" y="13284"/>
                  </a:lnTo>
                  <a:lnTo>
                    <a:pt x="8302" y="13206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704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6" y="0"/>
                  </a:moveTo>
                  <a:lnTo>
                    <a:pt x="22899" y="39"/>
                  </a:lnTo>
                  <a:lnTo>
                    <a:pt x="22822" y="77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2"/>
                  </a:lnTo>
                  <a:lnTo>
                    <a:pt x="22783" y="965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0" y="2278"/>
                  </a:lnTo>
                  <a:lnTo>
                    <a:pt x="23053" y="2394"/>
                  </a:lnTo>
                  <a:lnTo>
                    <a:pt x="23246" y="2510"/>
                  </a:lnTo>
                  <a:lnTo>
                    <a:pt x="23478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82"/>
                  </a:lnTo>
                  <a:lnTo>
                    <a:pt x="23439" y="3514"/>
                  </a:lnTo>
                  <a:lnTo>
                    <a:pt x="23555" y="3707"/>
                  </a:lnTo>
                  <a:lnTo>
                    <a:pt x="23748" y="3900"/>
                  </a:lnTo>
                  <a:lnTo>
                    <a:pt x="23980" y="4016"/>
                  </a:lnTo>
                  <a:lnTo>
                    <a:pt x="23748" y="4209"/>
                  </a:lnTo>
                  <a:lnTo>
                    <a:pt x="23555" y="4479"/>
                  </a:lnTo>
                  <a:lnTo>
                    <a:pt x="23478" y="4750"/>
                  </a:lnTo>
                  <a:lnTo>
                    <a:pt x="23439" y="4904"/>
                  </a:lnTo>
                  <a:lnTo>
                    <a:pt x="23439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1" y="5522"/>
                  </a:lnTo>
                  <a:lnTo>
                    <a:pt x="23169" y="5561"/>
                  </a:lnTo>
                  <a:lnTo>
                    <a:pt x="22976" y="5715"/>
                  </a:lnTo>
                  <a:lnTo>
                    <a:pt x="22783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4" y="6294"/>
                  </a:lnTo>
                  <a:lnTo>
                    <a:pt x="22320" y="6256"/>
                  </a:lnTo>
                  <a:lnTo>
                    <a:pt x="22165" y="6217"/>
                  </a:lnTo>
                  <a:lnTo>
                    <a:pt x="21972" y="6217"/>
                  </a:lnTo>
                  <a:lnTo>
                    <a:pt x="21740" y="6294"/>
                  </a:lnTo>
                  <a:lnTo>
                    <a:pt x="21509" y="6410"/>
                  </a:lnTo>
                  <a:lnTo>
                    <a:pt x="21354" y="6565"/>
                  </a:lnTo>
                  <a:lnTo>
                    <a:pt x="21200" y="6796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4"/>
                  </a:lnTo>
                  <a:lnTo>
                    <a:pt x="20736" y="5908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4" y="5754"/>
                  </a:lnTo>
                  <a:lnTo>
                    <a:pt x="20080" y="5792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3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0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1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5"/>
                  </a:lnTo>
                  <a:lnTo>
                    <a:pt x="17802" y="4557"/>
                  </a:lnTo>
                  <a:lnTo>
                    <a:pt x="17647" y="4518"/>
                  </a:lnTo>
                  <a:lnTo>
                    <a:pt x="17493" y="4557"/>
                  </a:lnTo>
                  <a:lnTo>
                    <a:pt x="17377" y="4595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7"/>
                  </a:lnTo>
                  <a:lnTo>
                    <a:pt x="16759" y="4943"/>
                  </a:lnTo>
                  <a:lnTo>
                    <a:pt x="16605" y="4788"/>
                  </a:lnTo>
                  <a:lnTo>
                    <a:pt x="16450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1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1"/>
                  </a:lnTo>
                  <a:lnTo>
                    <a:pt x="14635" y="4943"/>
                  </a:lnTo>
                  <a:lnTo>
                    <a:pt x="14442" y="4981"/>
                  </a:lnTo>
                  <a:lnTo>
                    <a:pt x="14288" y="5020"/>
                  </a:lnTo>
                  <a:lnTo>
                    <a:pt x="14133" y="5097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7"/>
                  </a:lnTo>
                  <a:lnTo>
                    <a:pt x="12357" y="6372"/>
                  </a:lnTo>
                  <a:lnTo>
                    <a:pt x="12357" y="6526"/>
                  </a:lnTo>
                  <a:lnTo>
                    <a:pt x="12357" y="6680"/>
                  </a:lnTo>
                  <a:lnTo>
                    <a:pt x="12357" y="6835"/>
                  </a:lnTo>
                  <a:lnTo>
                    <a:pt x="12434" y="6989"/>
                  </a:lnTo>
                  <a:lnTo>
                    <a:pt x="12164" y="7028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414"/>
                  </a:lnTo>
                  <a:lnTo>
                    <a:pt x="11392" y="7530"/>
                  </a:lnTo>
                  <a:lnTo>
                    <a:pt x="11353" y="7684"/>
                  </a:lnTo>
                  <a:lnTo>
                    <a:pt x="11314" y="7839"/>
                  </a:lnTo>
                  <a:lnTo>
                    <a:pt x="11276" y="7993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57"/>
                  </a:lnTo>
                  <a:lnTo>
                    <a:pt x="11469" y="8611"/>
                  </a:lnTo>
                  <a:lnTo>
                    <a:pt x="11199" y="8650"/>
                  </a:lnTo>
                  <a:lnTo>
                    <a:pt x="10967" y="8804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3"/>
                  </a:lnTo>
                  <a:lnTo>
                    <a:pt x="10619" y="10310"/>
                  </a:lnTo>
                  <a:lnTo>
                    <a:pt x="10426" y="10426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5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4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2" y="12087"/>
                  </a:lnTo>
                  <a:lnTo>
                    <a:pt x="9384" y="12202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95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4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202"/>
                  </a:lnTo>
                  <a:lnTo>
                    <a:pt x="6990" y="12280"/>
                  </a:lnTo>
                  <a:lnTo>
                    <a:pt x="6796" y="12434"/>
                  </a:lnTo>
                  <a:lnTo>
                    <a:pt x="6796" y="12048"/>
                  </a:lnTo>
                  <a:lnTo>
                    <a:pt x="6758" y="11893"/>
                  </a:lnTo>
                  <a:lnTo>
                    <a:pt x="6681" y="11700"/>
                  </a:lnTo>
                  <a:lnTo>
                    <a:pt x="6603" y="11546"/>
                  </a:lnTo>
                  <a:lnTo>
                    <a:pt x="6526" y="11430"/>
                  </a:lnTo>
                  <a:lnTo>
                    <a:pt x="6372" y="11314"/>
                  </a:lnTo>
                  <a:lnTo>
                    <a:pt x="6217" y="11198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7"/>
                  </a:lnTo>
                  <a:lnTo>
                    <a:pt x="5522" y="10967"/>
                  </a:lnTo>
                  <a:lnTo>
                    <a:pt x="5445" y="10735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88"/>
                  </a:lnTo>
                  <a:lnTo>
                    <a:pt x="4943" y="10310"/>
                  </a:lnTo>
                  <a:lnTo>
                    <a:pt x="4827" y="10310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499"/>
                  </a:lnTo>
                  <a:lnTo>
                    <a:pt x="3900" y="9461"/>
                  </a:lnTo>
                  <a:lnTo>
                    <a:pt x="3746" y="9422"/>
                  </a:lnTo>
                  <a:lnTo>
                    <a:pt x="3591" y="9422"/>
                  </a:lnTo>
                  <a:lnTo>
                    <a:pt x="3398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70"/>
                  </a:lnTo>
                  <a:lnTo>
                    <a:pt x="2974" y="9615"/>
                  </a:lnTo>
                  <a:lnTo>
                    <a:pt x="2896" y="9461"/>
                  </a:lnTo>
                  <a:lnTo>
                    <a:pt x="2781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9036"/>
                  </a:lnTo>
                  <a:lnTo>
                    <a:pt x="1854" y="9113"/>
                  </a:lnTo>
                  <a:lnTo>
                    <a:pt x="1699" y="9190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1"/>
                  </a:lnTo>
                  <a:lnTo>
                    <a:pt x="1352" y="9924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0"/>
                  </a:lnTo>
                  <a:lnTo>
                    <a:pt x="386" y="10426"/>
                  </a:lnTo>
                  <a:lnTo>
                    <a:pt x="271" y="10581"/>
                  </a:lnTo>
                  <a:lnTo>
                    <a:pt x="116" y="10889"/>
                  </a:lnTo>
                  <a:lnTo>
                    <a:pt x="0" y="11237"/>
                  </a:lnTo>
                  <a:lnTo>
                    <a:pt x="0" y="11585"/>
                  </a:lnTo>
                  <a:lnTo>
                    <a:pt x="77" y="11932"/>
                  </a:lnTo>
                  <a:lnTo>
                    <a:pt x="193" y="12241"/>
                  </a:lnTo>
                  <a:lnTo>
                    <a:pt x="386" y="12550"/>
                  </a:lnTo>
                  <a:lnTo>
                    <a:pt x="618" y="12820"/>
                  </a:lnTo>
                  <a:lnTo>
                    <a:pt x="811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5" y="13129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1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78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4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2"/>
                  </a:lnTo>
                  <a:lnTo>
                    <a:pt x="618" y="12048"/>
                  </a:lnTo>
                  <a:lnTo>
                    <a:pt x="541" y="11893"/>
                  </a:lnTo>
                  <a:lnTo>
                    <a:pt x="502" y="11739"/>
                  </a:lnTo>
                  <a:lnTo>
                    <a:pt x="502" y="11546"/>
                  </a:lnTo>
                  <a:lnTo>
                    <a:pt x="502" y="11391"/>
                  </a:lnTo>
                  <a:lnTo>
                    <a:pt x="541" y="11198"/>
                  </a:lnTo>
                  <a:lnTo>
                    <a:pt x="579" y="11044"/>
                  </a:lnTo>
                  <a:lnTo>
                    <a:pt x="657" y="10889"/>
                  </a:lnTo>
                  <a:lnTo>
                    <a:pt x="773" y="10774"/>
                  </a:lnTo>
                  <a:lnTo>
                    <a:pt x="888" y="10619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6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5"/>
                  </a:lnTo>
                  <a:lnTo>
                    <a:pt x="5870" y="12704"/>
                  </a:lnTo>
                  <a:lnTo>
                    <a:pt x="6256" y="12975"/>
                  </a:lnTo>
                  <a:lnTo>
                    <a:pt x="6681" y="13206"/>
                  </a:lnTo>
                  <a:lnTo>
                    <a:pt x="7105" y="13438"/>
                  </a:lnTo>
                  <a:lnTo>
                    <a:pt x="7530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8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5"/>
                  </a:lnTo>
                  <a:lnTo>
                    <a:pt x="11314" y="11739"/>
                  </a:lnTo>
                  <a:lnTo>
                    <a:pt x="11507" y="11237"/>
                  </a:lnTo>
                  <a:lnTo>
                    <a:pt x="11662" y="10696"/>
                  </a:lnTo>
                  <a:lnTo>
                    <a:pt x="11971" y="9615"/>
                  </a:lnTo>
                  <a:lnTo>
                    <a:pt x="12125" y="9113"/>
                  </a:lnTo>
                  <a:lnTo>
                    <a:pt x="12357" y="8611"/>
                  </a:lnTo>
                  <a:lnTo>
                    <a:pt x="12589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89"/>
                  </a:lnTo>
                  <a:lnTo>
                    <a:pt x="14017" y="6719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4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0" y="7723"/>
                  </a:lnTo>
                  <a:lnTo>
                    <a:pt x="22165" y="7762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530"/>
                  </a:lnTo>
                  <a:lnTo>
                    <a:pt x="23710" y="7298"/>
                  </a:lnTo>
                  <a:lnTo>
                    <a:pt x="24057" y="6989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908"/>
                  </a:lnTo>
                  <a:lnTo>
                    <a:pt x="24868" y="5483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5" y="3746"/>
                  </a:lnTo>
                  <a:lnTo>
                    <a:pt x="24868" y="3282"/>
                  </a:lnTo>
                  <a:lnTo>
                    <a:pt x="24791" y="2858"/>
                  </a:lnTo>
                  <a:lnTo>
                    <a:pt x="24637" y="2394"/>
                  </a:lnTo>
                  <a:lnTo>
                    <a:pt x="24443" y="1969"/>
                  </a:lnTo>
                  <a:lnTo>
                    <a:pt x="24250" y="1583"/>
                  </a:lnTo>
                  <a:lnTo>
                    <a:pt x="24057" y="1197"/>
                  </a:lnTo>
                  <a:lnTo>
                    <a:pt x="23787" y="811"/>
                  </a:lnTo>
                  <a:lnTo>
                    <a:pt x="23941" y="386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7"/>
                  </a:lnTo>
                  <a:lnTo>
                    <a:pt x="230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18"/>
            <p:cNvSpPr/>
            <p:nvPr/>
          </p:nvSpPr>
          <p:spPr>
            <a:xfrm>
              <a:off x="5843050" y="1398325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5" y="1429"/>
                  </a:lnTo>
                  <a:lnTo>
                    <a:pt x="4866" y="1738"/>
                  </a:lnTo>
                  <a:lnTo>
                    <a:pt x="5059" y="2085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6" y="5599"/>
                  </a:lnTo>
                  <a:lnTo>
                    <a:pt x="5330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40" y="8380"/>
                  </a:lnTo>
                  <a:lnTo>
                    <a:pt x="3631" y="8727"/>
                  </a:lnTo>
                  <a:lnTo>
                    <a:pt x="3283" y="9036"/>
                  </a:lnTo>
                  <a:lnTo>
                    <a:pt x="2936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9" y="10040"/>
                  </a:lnTo>
                  <a:lnTo>
                    <a:pt x="1314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9" y="10967"/>
                  </a:lnTo>
                  <a:lnTo>
                    <a:pt x="1121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8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5" y="6294"/>
                  </a:lnTo>
                  <a:lnTo>
                    <a:pt x="5909" y="5792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5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40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18"/>
            <p:cNvSpPr/>
            <p:nvPr/>
          </p:nvSpPr>
          <p:spPr>
            <a:xfrm>
              <a:off x="569225" y="1424375"/>
              <a:ext cx="126500" cy="69550"/>
            </a:xfrm>
            <a:custGeom>
              <a:avLst/>
              <a:gdLst/>
              <a:ahLst/>
              <a:cxnLst/>
              <a:rect l="l" t="t" r="r" b="b"/>
              <a:pathLst>
                <a:path w="5060" h="2782" extrusionOk="0">
                  <a:moveTo>
                    <a:pt x="4905" y="1"/>
                  </a:moveTo>
                  <a:lnTo>
                    <a:pt x="3824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30" y="1854"/>
                  </a:lnTo>
                  <a:lnTo>
                    <a:pt x="773" y="2125"/>
                  </a:lnTo>
                  <a:lnTo>
                    <a:pt x="117" y="2395"/>
                  </a:lnTo>
                  <a:lnTo>
                    <a:pt x="40" y="2472"/>
                  </a:lnTo>
                  <a:lnTo>
                    <a:pt x="1" y="2588"/>
                  </a:lnTo>
                  <a:lnTo>
                    <a:pt x="40" y="2665"/>
                  </a:lnTo>
                  <a:lnTo>
                    <a:pt x="117" y="2781"/>
                  </a:lnTo>
                  <a:lnTo>
                    <a:pt x="387" y="2781"/>
                  </a:lnTo>
                  <a:lnTo>
                    <a:pt x="1082" y="2627"/>
                  </a:lnTo>
                  <a:lnTo>
                    <a:pt x="1739" y="2356"/>
                  </a:lnTo>
                  <a:lnTo>
                    <a:pt x="2356" y="2047"/>
                  </a:lnTo>
                  <a:lnTo>
                    <a:pt x="2974" y="1739"/>
                  </a:lnTo>
                  <a:lnTo>
                    <a:pt x="3553" y="1430"/>
                  </a:lnTo>
                  <a:lnTo>
                    <a:pt x="4094" y="1082"/>
                  </a:lnTo>
                  <a:lnTo>
                    <a:pt x="4596" y="735"/>
                  </a:lnTo>
                  <a:lnTo>
                    <a:pt x="5059" y="310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18"/>
            <p:cNvSpPr/>
            <p:nvPr/>
          </p:nvSpPr>
          <p:spPr>
            <a:xfrm>
              <a:off x="512275" y="1467825"/>
              <a:ext cx="66650" cy="99450"/>
            </a:xfrm>
            <a:custGeom>
              <a:avLst/>
              <a:gdLst/>
              <a:ahLst/>
              <a:cxnLst/>
              <a:rect l="l" t="t" r="r" b="b"/>
              <a:pathLst>
                <a:path w="2666" h="3978" extrusionOk="0">
                  <a:moveTo>
                    <a:pt x="850" y="1"/>
                  </a:moveTo>
                  <a:lnTo>
                    <a:pt x="464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2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1" y="2704"/>
                  </a:lnTo>
                  <a:lnTo>
                    <a:pt x="39" y="2974"/>
                  </a:lnTo>
                  <a:lnTo>
                    <a:pt x="78" y="3206"/>
                  </a:lnTo>
                  <a:lnTo>
                    <a:pt x="155" y="3399"/>
                  </a:lnTo>
                  <a:lnTo>
                    <a:pt x="271" y="3592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9" y="3939"/>
                  </a:lnTo>
                  <a:lnTo>
                    <a:pt x="1082" y="3978"/>
                  </a:lnTo>
                  <a:lnTo>
                    <a:pt x="1314" y="3939"/>
                  </a:lnTo>
                  <a:lnTo>
                    <a:pt x="1507" y="3823"/>
                  </a:lnTo>
                  <a:lnTo>
                    <a:pt x="1661" y="3708"/>
                  </a:lnTo>
                  <a:lnTo>
                    <a:pt x="1816" y="3514"/>
                  </a:lnTo>
                  <a:lnTo>
                    <a:pt x="1970" y="3321"/>
                  </a:lnTo>
                  <a:lnTo>
                    <a:pt x="2086" y="3090"/>
                  </a:lnTo>
                  <a:lnTo>
                    <a:pt x="2318" y="2549"/>
                  </a:lnTo>
                  <a:lnTo>
                    <a:pt x="2472" y="2009"/>
                  </a:lnTo>
                  <a:lnTo>
                    <a:pt x="2626" y="1507"/>
                  </a:lnTo>
                  <a:lnTo>
                    <a:pt x="2665" y="1043"/>
                  </a:lnTo>
                  <a:lnTo>
                    <a:pt x="2395" y="1043"/>
                  </a:lnTo>
                  <a:lnTo>
                    <a:pt x="2009" y="2009"/>
                  </a:lnTo>
                  <a:lnTo>
                    <a:pt x="1738" y="2665"/>
                  </a:lnTo>
                  <a:lnTo>
                    <a:pt x="1545" y="3051"/>
                  </a:lnTo>
                  <a:lnTo>
                    <a:pt x="1468" y="3206"/>
                  </a:lnTo>
                  <a:lnTo>
                    <a:pt x="1314" y="3283"/>
                  </a:lnTo>
                  <a:lnTo>
                    <a:pt x="1159" y="3283"/>
                  </a:lnTo>
                  <a:lnTo>
                    <a:pt x="966" y="3206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8"/>
                  </a:lnTo>
                  <a:lnTo>
                    <a:pt x="889" y="773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18"/>
            <p:cNvSpPr/>
            <p:nvPr/>
          </p:nvSpPr>
          <p:spPr>
            <a:xfrm>
              <a:off x="4008850" y="152575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4"/>
                  </a:lnTo>
                  <a:lnTo>
                    <a:pt x="7029" y="1313"/>
                  </a:lnTo>
                  <a:lnTo>
                    <a:pt x="7531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7"/>
                  </a:lnTo>
                  <a:lnTo>
                    <a:pt x="8573" y="3707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1" y="3862"/>
                  </a:lnTo>
                  <a:lnTo>
                    <a:pt x="2433" y="4016"/>
                  </a:lnTo>
                  <a:lnTo>
                    <a:pt x="2318" y="4132"/>
                  </a:lnTo>
                  <a:lnTo>
                    <a:pt x="2124" y="4209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1" y="4248"/>
                  </a:lnTo>
                  <a:lnTo>
                    <a:pt x="734" y="4132"/>
                  </a:lnTo>
                  <a:lnTo>
                    <a:pt x="387" y="4016"/>
                  </a:lnTo>
                  <a:lnTo>
                    <a:pt x="503" y="3514"/>
                  </a:lnTo>
                  <a:lnTo>
                    <a:pt x="657" y="3012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8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7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3" y="5947"/>
                  </a:lnTo>
                  <a:lnTo>
                    <a:pt x="10543" y="5870"/>
                  </a:lnTo>
                  <a:lnTo>
                    <a:pt x="10543" y="5754"/>
                  </a:lnTo>
                  <a:lnTo>
                    <a:pt x="10620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0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9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7" y="3205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8"/>
                  </a:lnTo>
                  <a:lnTo>
                    <a:pt x="1314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3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7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3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8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7" y="6526"/>
                  </a:lnTo>
                  <a:lnTo>
                    <a:pt x="11740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1" y="7916"/>
                  </a:lnTo>
                  <a:lnTo>
                    <a:pt x="12551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7" y="7183"/>
                  </a:lnTo>
                  <a:lnTo>
                    <a:pt x="12744" y="6681"/>
                  </a:lnTo>
                  <a:lnTo>
                    <a:pt x="12435" y="6217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9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4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5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6" y="193"/>
                  </a:lnTo>
                  <a:lnTo>
                    <a:pt x="5291" y="78"/>
                  </a:lnTo>
                  <a:lnTo>
                    <a:pt x="4828" y="39"/>
                  </a:lnTo>
                  <a:lnTo>
                    <a:pt x="44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18"/>
            <p:cNvSpPr/>
            <p:nvPr/>
          </p:nvSpPr>
          <p:spPr>
            <a:xfrm>
              <a:off x="6763050" y="1538300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8"/>
                  </a:moveTo>
                  <a:lnTo>
                    <a:pt x="1082" y="5986"/>
                  </a:lnTo>
                  <a:lnTo>
                    <a:pt x="1237" y="6024"/>
                  </a:lnTo>
                  <a:lnTo>
                    <a:pt x="1391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7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9" y="6990"/>
                  </a:lnTo>
                  <a:lnTo>
                    <a:pt x="464" y="6835"/>
                  </a:lnTo>
                  <a:lnTo>
                    <a:pt x="426" y="6719"/>
                  </a:lnTo>
                  <a:lnTo>
                    <a:pt x="387" y="6642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6" y="6256"/>
                  </a:lnTo>
                  <a:lnTo>
                    <a:pt x="503" y="6179"/>
                  </a:lnTo>
                  <a:lnTo>
                    <a:pt x="696" y="6024"/>
                  </a:lnTo>
                  <a:lnTo>
                    <a:pt x="889" y="5908"/>
                  </a:lnTo>
                  <a:close/>
                  <a:moveTo>
                    <a:pt x="5909" y="0"/>
                  </a:moveTo>
                  <a:lnTo>
                    <a:pt x="5832" y="39"/>
                  </a:lnTo>
                  <a:lnTo>
                    <a:pt x="5523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7" y="2047"/>
                  </a:lnTo>
                  <a:lnTo>
                    <a:pt x="3438" y="2781"/>
                  </a:lnTo>
                  <a:lnTo>
                    <a:pt x="2279" y="4132"/>
                  </a:lnTo>
                  <a:lnTo>
                    <a:pt x="1739" y="4866"/>
                  </a:lnTo>
                  <a:lnTo>
                    <a:pt x="1198" y="5561"/>
                  </a:lnTo>
                  <a:lnTo>
                    <a:pt x="1043" y="5522"/>
                  </a:lnTo>
                  <a:lnTo>
                    <a:pt x="889" y="5522"/>
                  </a:lnTo>
                  <a:lnTo>
                    <a:pt x="773" y="5561"/>
                  </a:lnTo>
                  <a:lnTo>
                    <a:pt x="619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10" y="5870"/>
                  </a:lnTo>
                  <a:lnTo>
                    <a:pt x="117" y="6063"/>
                  </a:lnTo>
                  <a:lnTo>
                    <a:pt x="1" y="6333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40" y="6797"/>
                  </a:lnTo>
                  <a:lnTo>
                    <a:pt x="117" y="6990"/>
                  </a:lnTo>
                  <a:lnTo>
                    <a:pt x="194" y="7144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4"/>
                  </a:lnTo>
                  <a:lnTo>
                    <a:pt x="1430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6" y="6874"/>
                  </a:lnTo>
                  <a:lnTo>
                    <a:pt x="1854" y="6681"/>
                  </a:lnTo>
                  <a:lnTo>
                    <a:pt x="1893" y="6526"/>
                  </a:lnTo>
                  <a:lnTo>
                    <a:pt x="1854" y="6333"/>
                  </a:lnTo>
                  <a:lnTo>
                    <a:pt x="1816" y="6179"/>
                  </a:lnTo>
                  <a:lnTo>
                    <a:pt x="1739" y="6024"/>
                  </a:lnTo>
                  <a:lnTo>
                    <a:pt x="1661" y="5908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3" y="4403"/>
                  </a:lnTo>
                  <a:lnTo>
                    <a:pt x="3940" y="3012"/>
                  </a:lnTo>
                  <a:lnTo>
                    <a:pt x="4480" y="2395"/>
                  </a:lnTo>
                  <a:lnTo>
                    <a:pt x="5098" y="1699"/>
                  </a:lnTo>
                  <a:lnTo>
                    <a:pt x="5639" y="1043"/>
                  </a:lnTo>
                  <a:lnTo>
                    <a:pt x="5909" y="657"/>
                  </a:lnTo>
                  <a:lnTo>
                    <a:pt x="6102" y="309"/>
                  </a:lnTo>
                  <a:lnTo>
                    <a:pt x="6141" y="193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18"/>
            <p:cNvSpPr/>
            <p:nvPr/>
          </p:nvSpPr>
          <p:spPr>
            <a:xfrm>
              <a:off x="4040700" y="153927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5" y="7298"/>
                  </a:moveTo>
                  <a:lnTo>
                    <a:pt x="8496" y="7375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1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4"/>
                  </a:lnTo>
                  <a:lnTo>
                    <a:pt x="8110" y="10156"/>
                  </a:lnTo>
                  <a:lnTo>
                    <a:pt x="7840" y="10078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6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7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2" y="8766"/>
                  </a:lnTo>
                  <a:lnTo>
                    <a:pt x="1546" y="8727"/>
                  </a:lnTo>
                  <a:lnTo>
                    <a:pt x="40" y="8688"/>
                  </a:lnTo>
                  <a:lnTo>
                    <a:pt x="1" y="8688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6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6"/>
                  </a:lnTo>
                  <a:lnTo>
                    <a:pt x="6759" y="9847"/>
                  </a:lnTo>
                  <a:lnTo>
                    <a:pt x="6990" y="10078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0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7"/>
                  </a:lnTo>
                  <a:lnTo>
                    <a:pt x="9539" y="10194"/>
                  </a:lnTo>
                  <a:lnTo>
                    <a:pt x="9771" y="9963"/>
                  </a:lnTo>
                  <a:lnTo>
                    <a:pt x="9925" y="9692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7"/>
                  </a:lnTo>
                  <a:lnTo>
                    <a:pt x="6565" y="8186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79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18"/>
            <p:cNvSpPr/>
            <p:nvPr/>
          </p:nvSpPr>
          <p:spPr>
            <a:xfrm>
              <a:off x="1387875" y="1558575"/>
              <a:ext cx="374575" cy="387125"/>
            </a:xfrm>
            <a:custGeom>
              <a:avLst/>
              <a:gdLst/>
              <a:ahLst/>
              <a:cxnLst/>
              <a:rect l="l" t="t" r="r" b="b"/>
              <a:pathLst>
                <a:path w="14983" h="15485" extrusionOk="0">
                  <a:moveTo>
                    <a:pt x="7453" y="502"/>
                  </a:moveTo>
                  <a:lnTo>
                    <a:pt x="8032" y="541"/>
                  </a:lnTo>
                  <a:lnTo>
                    <a:pt x="8573" y="580"/>
                  </a:lnTo>
                  <a:lnTo>
                    <a:pt x="9152" y="695"/>
                  </a:lnTo>
                  <a:lnTo>
                    <a:pt x="9654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0" y="1545"/>
                  </a:lnTo>
                  <a:lnTo>
                    <a:pt x="11585" y="1854"/>
                  </a:lnTo>
                  <a:lnTo>
                    <a:pt x="10812" y="2201"/>
                  </a:lnTo>
                  <a:lnTo>
                    <a:pt x="10040" y="2626"/>
                  </a:lnTo>
                  <a:lnTo>
                    <a:pt x="9306" y="3090"/>
                  </a:lnTo>
                  <a:lnTo>
                    <a:pt x="8611" y="3630"/>
                  </a:lnTo>
                  <a:lnTo>
                    <a:pt x="7916" y="4171"/>
                  </a:lnTo>
                  <a:lnTo>
                    <a:pt x="7299" y="4789"/>
                  </a:lnTo>
                  <a:lnTo>
                    <a:pt x="6681" y="5445"/>
                  </a:lnTo>
                  <a:lnTo>
                    <a:pt x="6140" y="6140"/>
                  </a:lnTo>
                  <a:lnTo>
                    <a:pt x="5638" y="6874"/>
                  </a:lnTo>
                  <a:lnTo>
                    <a:pt x="5175" y="7646"/>
                  </a:lnTo>
                  <a:lnTo>
                    <a:pt x="4789" y="8418"/>
                  </a:lnTo>
                  <a:lnTo>
                    <a:pt x="4441" y="9229"/>
                  </a:lnTo>
                  <a:lnTo>
                    <a:pt x="4171" y="10040"/>
                  </a:lnTo>
                  <a:lnTo>
                    <a:pt x="3939" y="10890"/>
                  </a:lnTo>
                  <a:lnTo>
                    <a:pt x="3823" y="11778"/>
                  </a:lnTo>
                  <a:lnTo>
                    <a:pt x="3746" y="12666"/>
                  </a:lnTo>
                  <a:lnTo>
                    <a:pt x="3553" y="12666"/>
                  </a:lnTo>
                  <a:lnTo>
                    <a:pt x="3283" y="11855"/>
                  </a:lnTo>
                  <a:lnTo>
                    <a:pt x="3051" y="11044"/>
                  </a:lnTo>
                  <a:lnTo>
                    <a:pt x="2819" y="10195"/>
                  </a:lnTo>
                  <a:lnTo>
                    <a:pt x="2665" y="9384"/>
                  </a:lnTo>
                  <a:lnTo>
                    <a:pt x="2588" y="8534"/>
                  </a:lnTo>
                  <a:lnTo>
                    <a:pt x="2549" y="7685"/>
                  </a:lnTo>
                  <a:lnTo>
                    <a:pt x="2588" y="6797"/>
                  </a:lnTo>
                  <a:lnTo>
                    <a:pt x="2665" y="5947"/>
                  </a:lnTo>
                  <a:lnTo>
                    <a:pt x="2858" y="5213"/>
                  </a:lnTo>
                  <a:lnTo>
                    <a:pt x="3051" y="4518"/>
                  </a:lnTo>
                  <a:lnTo>
                    <a:pt x="3321" y="3823"/>
                  </a:lnTo>
                  <a:lnTo>
                    <a:pt x="3630" y="3205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29"/>
                  </a:lnTo>
                  <a:lnTo>
                    <a:pt x="5406" y="888"/>
                  </a:lnTo>
                  <a:lnTo>
                    <a:pt x="5908" y="734"/>
                  </a:lnTo>
                  <a:lnTo>
                    <a:pt x="6410" y="618"/>
                  </a:lnTo>
                  <a:lnTo>
                    <a:pt x="6912" y="541"/>
                  </a:lnTo>
                  <a:lnTo>
                    <a:pt x="7453" y="502"/>
                  </a:lnTo>
                  <a:close/>
                  <a:moveTo>
                    <a:pt x="11932" y="2086"/>
                  </a:moveTo>
                  <a:lnTo>
                    <a:pt x="12318" y="2433"/>
                  </a:lnTo>
                  <a:lnTo>
                    <a:pt x="12666" y="2819"/>
                  </a:lnTo>
                  <a:lnTo>
                    <a:pt x="13014" y="3205"/>
                  </a:lnTo>
                  <a:lnTo>
                    <a:pt x="13322" y="3669"/>
                  </a:lnTo>
                  <a:lnTo>
                    <a:pt x="13593" y="4093"/>
                  </a:lnTo>
                  <a:lnTo>
                    <a:pt x="13824" y="4595"/>
                  </a:lnTo>
                  <a:lnTo>
                    <a:pt x="14018" y="5097"/>
                  </a:lnTo>
                  <a:lnTo>
                    <a:pt x="14211" y="5599"/>
                  </a:lnTo>
                  <a:lnTo>
                    <a:pt x="14326" y="6101"/>
                  </a:lnTo>
                  <a:lnTo>
                    <a:pt x="14404" y="6642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25" y="6951"/>
                  </a:lnTo>
                  <a:lnTo>
                    <a:pt x="11392" y="7144"/>
                  </a:lnTo>
                  <a:lnTo>
                    <a:pt x="10658" y="7414"/>
                  </a:lnTo>
                  <a:lnTo>
                    <a:pt x="9924" y="7723"/>
                  </a:lnTo>
                  <a:lnTo>
                    <a:pt x="9229" y="8032"/>
                  </a:lnTo>
                  <a:lnTo>
                    <a:pt x="8534" y="8418"/>
                  </a:lnTo>
                  <a:lnTo>
                    <a:pt x="7878" y="8843"/>
                  </a:lnTo>
                  <a:lnTo>
                    <a:pt x="7221" y="9306"/>
                  </a:lnTo>
                  <a:lnTo>
                    <a:pt x="6642" y="9808"/>
                  </a:lnTo>
                  <a:lnTo>
                    <a:pt x="6063" y="10349"/>
                  </a:lnTo>
                  <a:lnTo>
                    <a:pt x="5561" y="10890"/>
                  </a:lnTo>
                  <a:lnTo>
                    <a:pt x="5059" y="11508"/>
                  </a:lnTo>
                  <a:lnTo>
                    <a:pt x="4634" y="12125"/>
                  </a:lnTo>
                  <a:lnTo>
                    <a:pt x="4248" y="12820"/>
                  </a:lnTo>
                  <a:lnTo>
                    <a:pt x="4093" y="12743"/>
                  </a:lnTo>
                  <a:lnTo>
                    <a:pt x="3939" y="12666"/>
                  </a:lnTo>
                  <a:lnTo>
                    <a:pt x="4093" y="11816"/>
                  </a:lnTo>
                  <a:lnTo>
                    <a:pt x="4287" y="10928"/>
                  </a:lnTo>
                  <a:lnTo>
                    <a:pt x="4557" y="10117"/>
                  </a:lnTo>
                  <a:lnTo>
                    <a:pt x="4827" y="9306"/>
                  </a:lnTo>
                  <a:lnTo>
                    <a:pt x="5175" y="8496"/>
                  </a:lnTo>
                  <a:lnTo>
                    <a:pt x="5561" y="7723"/>
                  </a:lnTo>
                  <a:lnTo>
                    <a:pt x="6024" y="6990"/>
                  </a:lnTo>
                  <a:lnTo>
                    <a:pt x="6488" y="6295"/>
                  </a:lnTo>
                  <a:lnTo>
                    <a:pt x="7028" y="5599"/>
                  </a:lnTo>
                  <a:lnTo>
                    <a:pt x="7607" y="4982"/>
                  </a:lnTo>
                  <a:lnTo>
                    <a:pt x="8225" y="4402"/>
                  </a:lnTo>
                  <a:lnTo>
                    <a:pt x="8882" y="3823"/>
                  </a:lnTo>
                  <a:lnTo>
                    <a:pt x="9577" y="3321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42" y="6990"/>
                  </a:moveTo>
                  <a:lnTo>
                    <a:pt x="14481" y="7839"/>
                  </a:lnTo>
                  <a:lnTo>
                    <a:pt x="14404" y="8689"/>
                  </a:lnTo>
                  <a:lnTo>
                    <a:pt x="14249" y="9538"/>
                  </a:lnTo>
                  <a:lnTo>
                    <a:pt x="14172" y="9963"/>
                  </a:lnTo>
                  <a:lnTo>
                    <a:pt x="14018" y="10388"/>
                  </a:lnTo>
                  <a:lnTo>
                    <a:pt x="13863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89"/>
                  </a:lnTo>
                  <a:lnTo>
                    <a:pt x="12473" y="12898"/>
                  </a:lnTo>
                  <a:lnTo>
                    <a:pt x="12203" y="13207"/>
                  </a:lnTo>
                  <a:lnTo>
                    <a:pt x="11932" y="13052"/>
                  </a:lnTo>
                  <a:lnTo>
                    <a:pt x="11662" y="12936"/>
                  </a:lnTo>
                  <a:lnTo>
                    <a:pt x="11083" y="12782"/>
                  </a:lnTo>
                  <a:lnTo>
                    <a:pt x="10542" y="12627"/>
                  </a:lnTo>
                  <a:lnTo>
                    <a:pt x="9963" y="12550"/>
                  </a:lnTo>
                  <a:lnTo>
                    <a:pt x="9384" y="12512"/>
                  </a:lnTo>
                  <a:lnTo>
                    <a:pt x="8843" y="12473"/>
                  </a:lnTo>
                  <a:lnTo>
                    <a:pt x="8303" y="12473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6"/>
                  </a:lnTo>
                  <a:lnTo>
                    <a:pt x="6179" y="12782"/>
                  </a:lnTo>
                  <a:lnTo>
                    <a:pt x="5638" y="12975"/>
                  </a:lnTo>
                  <a:lnTo>
                    <a:pt x="5136" y="13129"/>
                  </a:lnTo>
                  <a:lnTo>
                    <a:pt x="4673" y="13361"/>
                  </a:lnTo>
                  <a:lnTo>
                    <a:pt x="4557" y="13129"/>
                  </a:lnTo>
                  <a:lnTo>
                    <a:pt x="4402" y="12936"/>
                  </a:lnTo>
                  <a:lnTo>
                    <a:pt x="4866" y="12318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0" y="10619"/>
                  </a:lnTo>
                  <a:lnTo>
                    <a:pt x="6951" y="10117"/>
                  </a:lnTo>
                  <a:lnTo>
                    <a:pt x="7530" y="9654"/>
                  </a:lnTo>
                  <a:lnTo>
                    <a:pt x="8148" y="9229"/>
                  </a:lnTo>
                  <a:lnTo>
                    <a:pt x="8766" y="8804"/>
                  </a:lnTo>
                  <a:lnTo>
                    <a:pt x="9384" y="8457"/>
                  </a:lnTo>
                  <a:lnTo>
                    <a:pt x="10040" y="8109"/>
                  </a:lnTo>
                  <a:lnTo>
                    <a:pt x="10735" y="7839"/>
                  </a:lnTo>
                  <a:lnTo>
                    <a:pt x="11430" y="7569"/>
                  </a:lnTo>
                  <a:lnTo>
                    <a:pt x="12164" y="7376"/>
                  </a:lnTo>
                  <a:lnTo>
                    <a:pt x="12898" y="7183"/>
                  </a:lnTo>
                  <a:lnTo>
                    <a:pt x="13670" y="7067"/>
                  </a:lnTo>
                  <a:lnTo>
                    <a:pt x="14442" y="6990"/>
                  </a:lnTo>
                  <a:close/>
                  <a:moveTo>
                    <a:pt x="4518" y="1275"/>
                  </a:moveTo>
                  <a:lnTo>
                    <a:pt x="4016" y="1854"/>
                  </a:lnTo>
                  <a:lnTo>
                    <a:pt x="3591" y="2472"/>
                  </a:lnTo>
                  <a:lnTo>
                    <a:pt x="3244" y="3128"/>
                  </a:lnTo>
                  <a:lnTo>
                    <a:pt x="2935" y="3823"/>
                  </a:lnTo>
                  <a:lnTo>
                    <a:pt x="2665" y="4518"/>
                  </a:lnTo>
                  <a:lnTo>
                    <a:pt x="2472" y="5291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3"/>
                  </a:lnTo>
                  <a:lnTo>
                    <a:pt x="2356" y="9886"/>
                  </a:lnTo>
                  <a:lnTo>
                    <a:pt x="2549" y="10619"/>
                  </a:lnTo>
                  <a:lnTo>
                    <a:pt x="2742" y="11353"/>
                  </a:lnTo>
                  <a:lnTo>
                    <a:pt x="3012" y="12087"/>
                  </a:lnTo>
                  <a:lnTo>
                    <a:pt x="3283" y="12782"/>
                  </a:lnTo>
                  <a:lnTo>
                    <a:pt x="3089" y="12898"/>
                  </a:lnTo>
                  <a:lnTo>
                    <a:pt x="2935" y="13052"/>
                  </a:lnTo>
                  <a:lnTo>
                    <a:pt x="2819" y="13245"/>
                  </a:lnTo>
                  <a:lnTo>
                    <a:pt x="2703" y="13438"/>
                  </a:lnTo>
                  <a:lnTo>
                    <a:pt x="2394" y="13014"/>
                  </a:lnTo>
                  <a:lnTo>
                    <a:pt x="2047" y="12550"/>
                  </a:lnTo>
                  <a:lnTo>
                    <a:pt x="1777" y="12087"/>
                  </a:lnTo>
                  <a:lnTo>
                    <a:pt x="1506" y="11623"/>
                  </a:lnTo>
                  <a:lnTo>
                    <a:pt x="1275" y="11121"/>
                  </a:lnTo>
                  <a:lnTo>
                    <a:pt x="1043" y="10619"/>
                  </a:lnTo>
                  <a:lnTo>
                    <a:pt x="850" y="10117"/>
                  </a:lnTo>
                  <a:lnTo>
                    <a:pt x="734" y="9615"/>
                  </a:lnTo>
                  <a:lnTo>
                    <a:pt x="618" y="9113"/>
                  </a:lnTo>
                  <a:lnTo>
                    <a:pt x="541" y="8573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0"/>
                  </a:lnTo>
                  <a:lnTo>
                    <a:pt x="734" y="5870"/>
                  </a:lnTo>
                  <a:lnTo>
                    <a:pt x="927" y="5329"/>
                  </a:lnTo>
                  <a:lnTo>
                    <a:pt x="1197" y="4673"/>
                  </a:lnTo>
                  <a:lnTo>
                    <a:pt x="1506" y="4055"/>
                  </a:lnTo>
                  <a:lnTo>
                    <a:pt x="1892" y="3476"/>
                  </a:lnTo>
                  <a:lnTo>
                    <a:pt x="2356" y="2935"/>
                  </a:lnTo>
                  <a:lnTo>
                    <a:pt x="2819" y="2433"/>
                  </a:lnTo>
                  <a:lnTo>
                    <a:pt x="3360" y="2008"/>
                  </a:lnTo>
                  <a:lnTo>
                    <a:pt x="3900" y="1584"/>
                  </a:lnTo>
                  <a:lnTo>
                    <a:pt x="4518" y="1275"/>
                  </a:lnTo>
                  <a:close/>
                  <a:moveTo>
                    <a:pt x="3823" y="12975"/>
                  </a:moveTo>
                  <a:lnTo>
                    <a:pt x="4016" y="13052"/>
                  </a:lnTo>
                  <a:lnTo>
                    <a:pt x="4132" y="13168"/>
                  </a:lnTo>
                  <a:lnTo>
                    <a:pt x="4248" y="13284"/>
                  </a:lnTo>
                  <a:lnTo>
                    <a:pt x="4325" y="13438"/>
                  </a:lnTo>
                  <a:lnTo>
                    <a:pt x="4364" y="13631"/>
                  </a:lnTo>
                  <a:lnTo>
                    <a:pt x="4325" y="13786"/>
                  </a:lnTo>
                  <a:lnTo>
                    <a:pt x="4287" y="13940"/>
                  </a:lnTo>
                  <a:lnTo>
                    <a:pt x="4209" y="14095"/>
                  </a:lnTo>
                  <a:lnTo>
                    <a:pt x="3746" y="13824"/>
                  </a:lnTo>
                  <a:lnTo>
                    <a:pt x="3321" y="13477"/>
                  </a:lnTo>
                  <a:lnTo>
                    <a:pt x="3244" y="13438"/>
                  </a:lnTo>
                  <a:lnTo>
                    <a:pt x="3128" y="13438"/>
                  </a:lnTo>
                  <a:lnTo>
                    <a:pt x="3051" y="13477"/>
                  </a:lnTo>
                  <a:lnTo>
                    <a:pt x="2974" y="13515"/>
                  </a:lnTo>
                  <a:lnTo>
                    <a:pt x="3051" y="13361"/>
                  </a:lnTo>
                  <a:lnTo>
                    <a:pt x="3167" y="13245"/>
                  </a:lnTo>
                  <a:lnTo>
                    <a:pt x="3321" y="13129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13" y="12859"/>
                  </a:moveTo>
                  <a:lnTo>
                    <a:pt x="9615" y="12898"/>
                  </a:lnTo>
                  <a:lnTo>
                    <a:pt x="10079" y="12975"/>
                  </a:lnTo>
                  <a:lnTo>
                    <a:pt x="10504" y="13014"/>
                  </a:lnTo>
                  <a:lnTo>
                    <a:pt x="11006" y="13129"/>
                  </a:lnTo>
                  <a:lnTo>
                    <a:pt x="11469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7"/>
                  </a:lnTo>
                  <a:lnTo>
                    <a:pt x="10658" y="14249"/>
                  </a:lnTo>
                  <a:lnTo>
                    <a:pt x="10195" y="14442"/>
                  </a:lnTo>
                  <a:lnTo>
                    <a:pt x="9770" y="14635"/>
                  </a:lnTo>
                  <a:lnTo>
                    <a:pt x="9306" y="14751"/>
                  </a:lnTo>
                  <a:lnTo>
                    <a:pt x="8804" y="14867"/>
                  </a:lnTo>
                  <a:lnTo>
                    <a:pt x="8341" y="14944"/>
                  </a:lnTo>
                  <a:lnTo>
                    <a:pt x="7839" y="14983"/>
                  </a:lnTo>
                  <a:lnTo>
                    <a:pt x="7376" y="14983"/>
                  </a:lnTo>
                  <a:lnTo>
                    <a:pt x="6874" y="14944"/>
                  </a:lnTo>
                  <a:lnTo>
                    <a:pt x="6410" y="14867"/>
                  </a:lnTo>
                  <a:lnTo>
                    <a:pt x="5947" y="14790"/>
                  </a:lnTo>
                  <a:lnTo>
                    <a:pt x="5484" y="14674"/>
                  </a:lnTo>
                  <a:lnTo>
                    <a:pt x="5020" y="14481"/>
                  </a:lnTo>
                  <a:lnTo>
                    <a:pt x="4557" y="14288"/>
                  </a:lnTo>
                  <a:lnTo>
                    <a:pt x="4673" y="14017"/>
                  </a:lnTo>
                  <a:lnTo>
                    <a:pt x="4711" y="13747"/>
                  </a:lnTo>
                  <a:lnTo>
                    <a:pt x="4711" y="13593"/>
                  </a:lnTo>
                  <a:lnTo>
                    <a:pt x="5561" y="13322"/>
                  </a:lnTo>
                  <a:lnTo>
                    <a:pt x="6410" y="13091"/>
                  </a:lnTo>
                  <a:lnTo>
                    <a:pt x="7260" y="12936"/>
                  </a:lnTo>
                  <a:lnTo>
                    <a:pt x="8148" y="12859"/>
                  </a:lnTo>
                  <a:close/>
                  <a:moveTo>
                    <a:pt x="7569" y="0"/>
                  </a:moveTo>
                  <a:lnTo>
                    <a:pt x="6990" y="39"/>
                  </a:lnTo>
                  <a:lnTo>
                    <a:pt x="6410" y="116"/>
                  </a:lnTo>
                  <a:lnTo>
                    <a:pt x="5870" y="232"/>
                  </a:lnTo>
                  <a:lnTo>
                    <a:pt x="5291" y="386"/>
                  </a:lnTo>
                  <a:lnTo>
                    <a:pt x="4750" y="580"/>
                  </a:lnTo>
                  <a:lnTo>
                    <a:pt x="4248" y="811"/>
                  </a:lnTo>
                  <a:lnTo>
                    <a:pt x="3746" y="1120"/>
                  </a:lnTo>
                  <a:lnTo>
                    <a:pt x="3283" y="1429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1970" y="2588"/>
                  </a:lnTo>
                  <a:lnTo>
                    <a:pt x="1622" y="3012"/>
                  </a:lnTo>
                  <a:lnTo>
                    <a:pt x="1275" y="3514"/>
                  </a:lnTo>
                  <a:lnTo>
                    <a:pt x="966" y="4016"/>
                  </a:lnTo>
                  <a:lnTo>
                    <a:pt x="657" y="4595"/>
                  </a:lnTo>
                  <a:lnTo>
                    <a:pt x="425" y="5252"/>
                  </a:lnTo>
                  <a:lnTo>
                    <a:pt x="232" y="5908"/>
                  </a:lnTo>
                  <a:lnTo>
                    <a:pt x="116" y="6565"/>
                  </a:lnTo>
                  <a:lnTo>
                    <a:pt x="0" y="7221"/>
                  </a:lnTo>
                  <a:lnTo>
                    <a:pt x="0" y="7916"/>
                  </a:lnTo>
                  <a:lnTo>
                    <a:pt x="39" y="8611"/>
                  </a:lnTo>
                  <a:lnTo>
                    <a:pt x="116" y="9268"/>
                  </a:lnTo>
                  <a:lnTo>
                    <a:pt x="232" y="9924"/>
                  </a:lnTo>
                  <a:lnTo>
                    <a:pt x="425" y="10581"/>
                  </a:lnTo>
                  <a:lnTo>
                    <a:pt x="695" y="11237"/>
                  </a:lnTo>
                  <a:lnTo>
                    <a:pt x="966" y="11855"/>
                  </a:lnTo>
                  <a:lnTo>
                    <a:pt x="1313" y="12396"/>
                  </a:lnTo>
                  <a:lnTo>
                    <a:pt x="1738" y="12975"/>
                  </a:lnTo>
                  <a:lnTo>
                    <a:pt x="2201" y="13477"/>
                  </a:lnTo>
                  <a:lnTo>
                    <a:pt x="2703" y="13902"/>
                  </a:lnTo>
                  <a:lnTo>
                    <a:pt x="2742" y="13940"/>
                  </a:lnTo>
                  <a:lnTo>
                    <a:pt x="2819" y="13940"/>
                  </a:lnTo>
                  <a:lnTo>
                    <a:pt x="2896" y="13902"/>
                  </a:lnTo>
                  <a:lnTo>
                    <a:pt x="3167" y="14133"/>
                  </a:lnTo>
                  <a:lnTo>
                    <a:pt x="3437" y="14326"/>
                  </a:lnTo>
                  <a:lnTo>
                    <a:pt x="3785" y="14519"/>
                  </a:lnTo>
                  <a:lnTo>
                    <a:pt x="4093" y="14597"/>
                  </a:lnTo>
                  <a:lnTo>
                    <a:pt x="4518" y="14828"/>
                  </a:lnTo>
                  <a:lnTo>
                    <a:pt x="4943" y="14983"/>
                  </a:lnTo>
                  <a:lnTo>
                    <a:pt x="5406" y="15137"/>
                  </a:lnTo>
                  <a:lnTo>
                    <a:pt x="5870" y="15292"/>
                  </a:lnTo>
                  <a:lnTo>
                    <a:pt x="6333" y="15369"/>
                  </a:lnTo>
                  <a:lnTo>
                    <a:pt x="6797" y="15446"/>
                  </a:lnTo>
                  <a:lnTo>
                    <a:pt x="7260" y="15485"/>
                  </a:lnTo>
                  <a:lnTo>
                    <a:pt x="7723" y="15485"/>
                  </a:lnTo>
                  <a:lnTo>
                    <a:pt x="8225" y="15446"/>
                  </a:lnTo>
                  <a:lnTo>
                    <a:pt x="8689" y="15408"/>
                  </a:lnTo>
                  <a:lnTo>
                    <a:pt x="9152" y="15330"/>
                  </a:lnTo>
                  <a:lnTo>
                    <a:pt x="9615" y="15215"/>
                  </a:lnTo>
                  <a:lnTo>
                    <a:pt x="10079" y="15060"/>
                  </a:lnTo>
                  <a:lnTo>
                    <a:pt x="10504" y="14906"/>
                  </a:lnTo>
                  <a:lnTo>
                    <a:pt x="10928" y="14674"/>
                  </a:lnTo>
                  <a:lnTo>
                    <a:pt x="11353" y="14442"/>
                  </a:lnTo>
                  <a:lnTo>
                    <a:pt x="11855" y="14133"/>
                  </a:lnTo>
                  <a:lnTo>
                    <a:pt x="12318" y="13786"/>
                  </a:lnTo>
                  <a:lnTo>
                    <a:pt x="12705" y="13400"/>
                  </a:lnTo>
                  <a:lnTo>
                    <a:pt x="13091" y="12975"/>
                  </a:lnTo>
                  <a:lnTo>
                    <a:pt x="13438" y="12550"/>
                  </a:lnTo>
                  <a:lnTo>
                    <a:pt x="13747" y="12048"/>
                  </a:lnTo>
                  <a:lnTo>
                    <a:pt x="14056" y="11585"/>
                  </a:lnTo>
                  <a:lnTo>
                    <a:pt x="14288" y="11044"/>
                  </a:lnTo>
                  <a:lnTo>
                    <a:pt x="14481" y="10542"/>
                  </a:lnTo>
                  <a:lnTo>
                    <a:pt x="14674" y="10002"/>
                  </a:lnTo>
                  <a:lnTo>
                    <a:pt x="14790" y="9422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3"/>
                  </a:lnTo>
                  <a:lnTo>
                    <a:pt x="14983" y="7144"/>
                  </a:lnTo>
                  <a:lnTo>
                    <a:pt x="14906" y="6603"/>
                  </a:lnTo>
                  <a:lnTo>
                    <a:pt x="14828" y="5986"/>
                  </a:lnTo>
                  <a:lnTo>
                    <a:pt x="14674" y="5406"/>
                  </a:lnTo>
                  <a:lnTo>
                    <a:pt x="14481" y="4827"/>
                  </a:lnTo>
                  <a:lnTo>
                    <a:pt x="14249" y="4287"/>
                  </a:lnTo>
                  <a:lnTo>
                    <a:pt x="13979" y="3746"/>
                  </a:lnTo>
                  <a:lnTo>
                    <a:pt x="13631" y="3244"/>
                  </a:lnTo>
                  <a:lnTo>
                    <a:pt x="13284" y="2742"/>
                  </a:lnTo>
                  <a:lnTo>
                    <a:pt x="12898" y="2317"/>
                  </a:lnTo>
                  <a:lnTo>
                    <a:pt x="12512" y="1892"/>
                  </a:lnTo>
                  <a:lnTo>
                    <a:pt x="12048" y="1506"/>
                  </a:lnTo>
                  <a:lnTo>
                    <a:pt x="11546" y="1197"/>
                  </a:lnTo>
                  <a:lnTo>
                    <a:pt x="11044" y="888"/>
                  </a:lnTo>
                  <a:lnTo>
                    <a:pt x="10504" y="618"/>
                  </a:lnTo>
                  <a:lnTo>
                    <a:pt x="9963" y="386"/>
                  </a:lnTo>
                  <a:lnTo>
                    <a:pt x="9345" y="232"/>
                  </a:lnTo>
                  <a:lnTo>
                    <a:pt x="8766" y="116"/>
                  </a:lnTo>
                  <a:lnTo>
                    <a:pt x="8148" y="39"/>
                  </a:lnTo>
                  <a:lnTo>
                    <a:pt x="756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18"/>
            <p:cNvSpPr/>
            <p:nvPr/>
          </p:nvSpPr>
          <p:spPr>
            <a:xfrm>
              <a:off x="6509175" y="1566300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8" y="5870"/>
                  </a:lnTo>
                  <a:lnTo>
                    <a:pt x="7491" y="6024"/>
                  </a:lnTo>
                  <a:lnTo>
                    <a:pt x="7530" y="6140"/>
                  </a:lnTo>
                  <a:lnTo>
                    <a:pt x="7569" y="6256"/>
                  </a:lnTo>
                  <a:lnTo>
                    <a:pt x="7607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1" y="6681"/>
                  </a:lnTo>
                  <a:lnTo>
                    <a:pt x="7337" y="6796"/>
                  </a:lnTo>
                  <a:lnTo>
                    <a:pt x="7105" y="6912"/>
                  </a:lnTo>
                  <a:lnTo>
                    <a:pt x="6912" y="6912"/>
                  </a:lnTo>
                  <a:lnTo>
                    <a:pt x="6719" y="6835"/>
                  </a:lnTo>
                  <a:lnTo>
                    <a:pt x="6565" y="6681"/>
                  </a:lnTo>
                  <a:lnTo>
                    <a:pt x="6487" y="6488"/>
                  </a:lnTo>
                  <a:lnTo>
                    <a:pt x="6487" y="6294"/>
                  </a:lnTo>
                  <a:lnTo>
                    <a:pt x="6526" y="6101"/>
                  </a:lnTo>
                  <a:lnTo>
                    <a:pt x="6642" y="5908"/>
                  </a:lnTo>
                  <a:lnTo>
                    <a:pt x="6796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7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0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1" y="1120"/>
                  </a:lnTo>
                  <a:lnTo>
                    <a:pt x="1622" y="1777"/>
                  </a:lnTo>
                  <a:lnTo>
                    <a:pt x="3398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0" y="5599"/>
                  </a:lnTo>
                  <a:lnTo>
                    <a:pt x="6294" y="5677"/>
                  </a:lnTo>
                  <a:lnTo>
                    <a:pt x="6217" y="5792"/>
                  </a:lnTo>
                  <a:lnTo>
                    <a:pt x="6101" y="6101"/>
                  </a:lnTo>
                  <a:lnTo>
                    <a:pt x="6063" y="6410"/>
                  </a:lnTo>
                  <a:lnTo>
                    <a:pt x="6101" y="6681"/>
                  </a:lnTo>
                  <a:lnTo>
                    <a:pt x="6179" y="6835"/>
                  </a:lnTo>
                  <a:lnTo>
                    <a:pt x="6294" y="6990"/>
                  </a:lnTo>
                  <a:lnTo>
                    <a:pt x="6410" y="7144"/>
                  </a:lnTo>
                  <a:lnTo>
                    <a:pt x="6565" y="7221"/>
                  </a:lnTo>
                  <a:lnTo>
                    <a:pt x="6719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7" y="7144"/>
                  </a:lnTo>
                  <a:lnTo>
                    <a:pt x="7723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3" y="6565"/>
                  </a:lnTo>
                  <a:lnTo>
                    <a:pt x="8032" y="6410"/>
                  </a:lnTo>
                  <a:lnTo>
                    <a:pt x="8032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3" y="5715"/>
                  </a:lnTo>
                  <a:lnTo>
                    <a:pt x="7569" y="5599"/>
                  </a:lnTo>
                  <a:lnTo>
                    <a:pt x="7414" y="5522"/>
                  </a:lnTo>
                  <a:lnTo>
                    <a:pt x="7221" y="5445"/>
                  </a:lnTo>
                  <a:lnTo>
                    <a:pt x="7028" y="5445"/>
                  </a:lnTo>
                  <a:lnTo>
                    <a:pt x="6835" y="5484"/>
                  </a:lnTo>
                  <a:lnTo>
                    <a:pt x="6024" y="4711"/>
                  </a:lnTo>
                  <a:lnTo>
                    <a:pt x="5213" y="4016"/>
                  </a:lnTo>
                  <a:lnTo>
                    <a:pt x="3514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09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18"/>
            <p:cNvSpPr/>
            <p:nvPr/>
          </p:nvSpPr>
          <p:spPr>
            <a:xfrm>
              <a:off x="2672775" y="1574975"/>
              <a:ext cx="84975" cy="94650"/>
            </a:xfrm>
            <a:custGeom>
              <a:avLst/>
              <a:gdLst/>
              <a:ahLst/>
              <a:cxnLst/>
              <a:rect l="l" t="t" r="r" b="b"/>
              <a:pathLst>
                <a:path w="3399" h="3786" extrusionOk="0">
                  <a:moveTo>
                    <a:pt x="78" y="1"/>
                  </a:moveTo>
                  <a:lnTo>
                    <a:pt x="1" y="78"/>
                  </a:lnTo>
                  <a:lnTo>
                    <a:pt x="1" y="117"/>
                  </a:lnTo>
                  <a:lnTo>
                    <a:pt x="348" y="889"/>
                  </a:lnTo>
                  <a:lnTo>
                    <a:pt x="812" y="1661"/>
                  </a:lnTo>
                  <a:lnTo>
                    <a:pt x="1275" y="2395"/>
                  </a:lnTo>
                  <a:lnTo>
                    <a:pt x="1738" y="3090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5"/>
                  </a:lnTo>
                  <a:lnTo>
                    <a:pt x="3013" y="3708"/>
                  </a:lnTo>
                  <a:lnTo>
                    <a:pt x="3206" y="3592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90"/>
                  </a:lnTo>
                  <a:lnTo>
                    <a:pt x="3399" y="2897"/>
                  </a:lnTo>
                  <a:lnTo>
                    <a:pt x="3360" y="2704"/>
                  </a:lnTo>
                  <a:lnTo>
                    <a:pt x="3283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90" y="2742"/>
                  </a:lnTo>
                  <a:lnTo>
                    <a:pt x="3128" y="2858"/>
                  </a:lnTo>
                  <a:lnTo>
                    <a:pt x="2897" y="3013"/>
                  </a:lnTo>
                  <a:lnTo>
                    <a:pt x="2665" y="3129"/>
                  </a:lnTo>
                  <a:lnTo>
                    <a:pt x="2511" y="3206"/>
                  </a:lnTo>
                  <a:lnTo>
                    <a:pt x="2318" y="3206"/>
                  </a:lnTo>
                  <a:lnTo>
                    <a:pt x="2202" y="3167"/>
                  </a:lnTo>
                  <a:lnTo>
                    <a:pt x="2047" y="3090"/>
                  </a:lnTo>
                  <a:lnTo>
                    <a:pt x="1931" y="2936"/>
                  </a:lnTo>
                  <a:lnTo>
                    <a:pt x="1854" y="2742"/>
                  </a:lnTo>
                  <a:lnTo>
                    <a:pt x="1700" y="2511"/>
                  </a:lnTo>
                  <a:lnTo>
                    <a:pt x="1082" y="1507"/>
                  </a:lnTo>
                  <a:lnTo>
                    <a:pt x="619" y="773"/>
                  </a:lnTo>
                  <a:lnTo>
                    <a:pt x="387" y="387"/>
                  </a:lnTo>
                  <a:lnTo>
                    <a:pt x="117" y="39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18"/>
            <p:cNvSpPr/>
            <p:nvPr/>
          </p:nvSpPr>
          <p:spPr>
            <a:xfrm>
              <a:off x="4909550" y="158077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8" y="5909"/>
                  </a:moveTo>
                  <a:lnTo>
                    <a:pt x="1082" y="5986"/>
                  </a:lnTo>
                  <a:lnTo>
                    <a:pt x="1236" y="6024"/>
                  </a:lnTo>
                  <a:lnTo>
                    <a:pt x="1390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7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8"/>
                  </a:lnTo>
                  <a:lnTo>
                    <a:pt x="386" y="6372"/>
                  </a:lnTo>
                  <a:lnTo>
                    <a:pt x="425" y="6256"/>
                  </a:lnTo>
                  <a:lnTo>
                    <a:pt x="502" y="6179"/>
                  </a:lnTo>
                  <a:lnTo>
                    <a:pt x="695" y="6024"/>
                  </a:lnTo>
                  <a:lnTo>
                    <a:pt x="888" y="5909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6" y="2047"/>
                  </a:lnTo>
                  <a:lnTo>
                    <a:pt x="3437" y="2781"/>
                  </a:lnTo>
                  <a:lnTo>
                    <a:pt x="2279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8"/>
                  </a:lnTo>
                  <a:lnTo>
                    <a:pt x="0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6"/>
                  </a:lnTo>
                  <a:lnTo>
                    <a:pt x="695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699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9"/>
                  </a:lnTo>
                  <a:lnTo>
                    <a:pt x="1738" y="6024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2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18"/>
            <p:cNvSpPr/>
            <p:nvPr/>
          </p:nvSpPr>
          <p:spPr>
            <a:xfrm>
              <a:off x="4655650" y="16087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4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7" y="6796"/>
                  </a:lnTo>
                  <a:lnTo>
                    <a:pt x="7106" y="6912"/>
                  </a:lnTo>
                  <a:lnTo>
                    <a:pt x="6913" y="6912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1"/>
                  </a:lnTo>
                  <a:lnTo>
                    <a:pt x="6642" y="5908"/>
                  </a:lnTo>
                  <a:lnTo>
                    <a:pt x="6797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2" y="1120"/>
                  </a:lnTo>
                  <a:lnTo>
                    <a:pt x="1622" y="1777"/>
                  </a:lnTo>
                  <a:lnTo>
                    <a:pt x="3399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1" y="5599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1"/>
                  </a:lnTo>
                  <a:lnTo>
                    <a:pt x="6063" y="6410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1"/>
                  </a:lnTo>
                  <a:lnTo>
                    <a:pt x="6720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8" y="7144"/>
                  </a:lnTo>
                  <a:lnTo>
                    <a:pt x="7724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3" y="6410"/>
                  </a:lnTo>
                  <a:lnTo>
                    <a:pt x="8033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4" y="5715"/>
                  </a:lnTo>
                  <a:lnTo>
                    <a:pt x="7569" y="5599"/>
                  </a:lnTo>
                  <a:lnTo>
                    <a:pt x="7415" y="5522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5" y="5484"/>
                  </a:lnTo>
                  <a:lnTo>
                    <a:pt x="6025" y="4711"/>
                  </a:lnTo>
                  <a:lnTo>
                    <a:pt x="5214" y="4016"/>
                  </a:lnTo>
                  <a:lnTo>
                    <a:pt x="3515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10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18"/>
            <p:cNvSpPr/>
            <p:nvPr/>
          </p:nvSpPr>
          <p:spPr>
            <a:xfrm>
              <a:off x="781625" y="1619400"/>
              <a:ext cx="153500" cy="186325"/>
            </a:xfrm>
            <a:custGeom>
              <a:avLst/>
              <a:gdLst/>
              <a:ahLst/>
              <a:cxnLst/>
              <a:rect l="l" t="t" r="r" b="b"/>
              <a:pathLst>
                <a:path w="6140" h="7453" extrusionOk="0">
                  <a:moveTo>
                    <a:pt x="888" y="5908"/>
                  </a:moveTo>
                  <a:lnTo>
                    <a:pt x="1081" y="5985"/>
                  </a:lnTo>
                  <a:lnTo>
                    <a:pt x="1236" y="6024"/>
                  </a:lnTo>
                  <a:lnTo>
                    <a:pt x="1390" y="6178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6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89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7"/>
                  </a:lnTo>
                  <a:lnTo>
                    <a:pt x="386" y="6371"/>
                  </a:lnTo>
                  <a:lnTo>
                    <a:pt x="425" y="6256"/>
                  </a:lnTo>
                  <a:lnTo>
                    <a:pt x="502" y="6178"/>
                  </a:lnTo>
                  <a:lnTo>
                    <a:pt x="695" y="6024"/>
                  </a:lnTo>
                  <a:lnTo>
                    <a:pt x="888" y="5908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5" y="1313"/>
                  </a:lnTo>
                  <a:lnTo>
                    <a:pt x="4016" y="2047"/>
                  </a:lnTo>
                  <a:lnTo>
                    <a:pt x="3437" y="2780"/>
                  </a:lnTo>
                  <a:lnTo>
                    <a:pt x="2278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2" y="5561"/>
                  </a:lnTo>
                  <a:lnTo>
                    <a:pt x="618" y="5599"/>
                  </a:lnTo>
                  <a:lnTo>
                    <a:pt x="541" y="5676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7"/>
                  </a:lnTo>
                  <a:lnTo>
                    <a:pt x="0" y="6603"/>
                  </a:lnTo>
                  <a:lnTo>
                    <a:pt x="39" y="6796"/>
                  </a:lnTo>
                  <a:lnTo>
                    <a:pt x="116" y="6989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5"/>
                  </a:lnTo>
                  <a:lnTo>
                    <a:pt x="695" y="7453"/>
                  </a:lnTo>
                  <a:lnTo>
                    <a:pt x="1081" y="7453"/>
                  </a:lnTo>
                  <a:lnTo>
                    <a:pt x="1274" y="7414"/>
                  </a:lnTo>
                  <a:lnTo>
                    <a:pt x="1429" y="7298"/>
                  </a:lnTo>
                  <a:lnTo>
                    <a:pt x="1583" y="7182"/>
                  </a:lnTo>
                  <a:lnTo>
                    <a:pt x="1699" y="7067"/>
                  </a:lnTo>
                  <a:lnTo>
                    <a:pt x="1815" y="6873"/>
                  </a:lnTo>
                  <a:lnTo>
                    <a:pt x="1854" y="6680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8"/>
                  </a:lnTo>
                  <a:lnTo>
                    <a:pt x="1738" y="6024"/>
                  </a:lnTo>
                  <a:lnTo>
                    <a:pt x="1661" y="5908"/>
                  </a:lnTo>
                  <a:lnTo>
                    <a:pt x="1545" y="5792"/>
                  </a:lnTo>
                  <a:lnTo>
                    <a:pt x="2163" y="5097"/>
                  </a:lnTo>
                  <a:lnTo>
                    <a:pt x="2742" y="4402"/>
                  </a:lnTo>
                  <a:lnTo>
                    <a:pt x="3939" y="3012"/>
                  </a:lnTo>
                  <a:lnTo>
                    <a:pt x="4479" y="2394"/>
                  </a:lnTo>
                  <a:lnTo>
                    <a:pt x="5097" y="1699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3"/>
                  </a:lnTo>
                  <a:lnTo>
                    <a:pt x="6063" y="77"/>
                  </a:lnTo>
                  <a:lnTo>
                    <a:pt x="598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18"/>
            <p:cNvSpPr/>
            <p:nvPr/>
          </p:nvSpPr>
          <p:spPr>
            <a:xfrm>
              <a:off x="1926550" y="1629050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3"/>
                  </a:lnTo>
                  <a:lnTo>
                    <a:pt x="2008" y="966"/>
                  </a:lnTo>
                  <a:lnTo>
                    <a:pt x="2124" y="1120"/>
                  </a:lnTo>
                  <a:lnTo>
                    <a:pt x="2201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1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5" y="502"/>
                  </a:lnTo>
                  <a:lnTo>
                    <a:pt x="811" y="464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3" y="425"/>
                  </a:lnTo>
                  <a:lnTo>
                    <a:pt x="78" y="618"/>
                  </a:lnTo>
                  <a:lnTo>
                    <a:pt x="0" y="811"/>
                  </a:lnTo>
                  <a:lnTo>
                    <a:pt x="0" y="1004"/>
                  </a:lnTo>
                  <a:lnTo>
                    <a:pt x="0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7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1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4"/>
                  </a:lnTo>
                  <a:lnTo>
                    <a:pt x="2626" y="2896"/>
                  </a:lnTo>
                  <a:lnTo>
                    <a:pt x="2703" y="2317"/>
                  </a:lnTo>
                  <a:lnTo>
                    <a:pt x="2703" y="2008"/>
                  </a:lnTo>
                  <a:lnTo>
                    <a:pt x="2703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699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18"/>
            <p:cNvSpPr/>
            <p:nvPr/>
          </p:nvSpPr>
          <p:spPr>
            <a:xfrm>
              <a:off x="3904600" y="163580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0" y="194"/>
                  </a:lnTo>
                  <a:lnTo>
                    <a:pt x="2240" y="309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7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18"/>
            <p:cNvSpPr/>
            <p:nvPr/>
          </p:nvSpPr>
          <p:spPr>
            <a:xfrm>
              <a:off x="527725" y="16473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0" y="6141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2" y="6681"/>
                  </a:lnTo>
                  <a:lnTo>
                    <a:pt x="7337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19" y="6836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6" y="6102"/>
                  </a:lnTo>
                  <a:lnTo>
                    <a:pt x="6642" y="5909"/>
                  </a:lnTo>
                  <a:lnTo>
                    <a:pt x="6797" y="5754"/>
                  </a:lnTo>
                  <a:close/>
                  <a:moveTo>
                    <a:pt x="232" y="1"/>
                  </a:moveTo>
                  <a:lnTo>
                    <a:pt x="155" y="40"/>
                  </a:lnTo>
                  <a:lnTo>
                    <a:pt x="78" y="40"/>
                  </a:lnTo>
                  <a:lnTo>
                    <a:pt x="39" y="117"/>
                  </a:lnTo>
                  <a:lnTo>
                    <a:pt x="0" y="233"/>
                  </a:lnTo>
                  <a:lnTo>
                    <a:pt x="0" y="310"/>
                  </a:lnTo>
                  <a:lnTo>
                    <a:pt x="39" y="387"/>
                  </a:lnTo>
                  <a:lnTo>
                    <a:pt x="425" y="773"/>
                  </a:lnTo>
                  <a:lnTo>
                    <a:pt x="811" y="1121"/>
                  </a:lnTo>
                  <a:lnTo>
                    <a:pt x="1622" y="1777"/>
                  </a:lnTo>
                  <a:lnTo>
                    <a:pt x="3399" y="3206"/>
                  </a:lnTo>
                  <a:lnTo>
                    <a:pt x="4866" y="4442"/>
                  </a:lnTo>
                  <a:lnTo>
                    <a:pt x="5638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7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6"/>
                  </a:lnTo>
                  <a:lnTo>
                    <a:pt x="6295" y="6990"/>
                  </a:lnTo>
                  <a:lnTo>
                    <a:pt x="6411" y="7145"/>
                  </a:lnTo>
                  <a:lnTo>
                    <a:pt x="6565" y="7222"/>
                  </a:lnTo>
                  <a:lnTo>
                    <a:pt x="6719" y="7299"/>
                  </a:lnTo>
                  <a:lnTo>
                    <a:pt x="6874" y="7338"/>
                  </a:lnTo>
                  <a:lnTo>
                    <a:pt x="7067" y="7338"/>
                  </a:lnTo>
                  <a:lnTo>
                    <a:pt x="7260" y="7299"/>
                  </a:lnTo>
                  <a:lnTo>
                    <a:pt x="7453" y="7260"/>
                  </a:lnTo>
                  <a:lnTo>
                    <a:pt x="7608" y="7145"/>
                  </a:lnTo>
                  <a:lnTo>
                    <a:pt x="7723" y="7029"/>
                  </a:lnTo>
                  <a:lnTo>
                    <a:pt x="7839" y="6913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2" y="6411"/>
                  </a:lnTo>
                  <a:lnTo>
                    <a:pt x="8032" y="6218"/>
                  </a:lnTo>
                  <a:lnTo>
                    <a:pt x="7955" y="6025"/>
                  </a:lnTo>
                  <a:lnTo>
                    <a:pt x="7839" y="5870"/>
                  </a:lnTo>
                  <a:lnTo>
                    <a:pt x="7723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1" y="5446"/>
                  </a:lnTo>
                  <a:lnTo>
                    <a:pt x="7028" y="5446"/>
                  </a:lnTo>
                  <a:lnTo>
                    <a:pt x="6835" y="5484"/>
                  </a:lnTo>
                  <a:lnTo>
                    <a:pt x="6024" y="4712"/>
                  </a:lnTo>
                  <a:lnTo>
                    <a:pt x="5213" y="4017"/>
                  </a:lnTo>
                  <a:lnTo>
                    <a:pt x="3514" y="2627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9"/>
                  </a:lnTo>
                  <a:lnTo>
                    <a:pt x="734" y="310"/>
                  </a:lnTo>
                  <a:lnTo>
                    <a:pt x="309" y="40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18"/>
            <p:cNvSpPr/>
            <p:nvPr/>
          </p:nvSpPr>
          <p:spPr>
            <a:xfrm>
              <a:off x="5813125" y="1664750"/>
              <a:ext cx="61825" cy="89825"/>
            </a:xfrm>
            <a:custGeom>
              <a:avLst/>
              <a:gdLst/>
              <a:ahLst/>
              <a:cxnLst/>
              <a:rect l="l" t="t" r="r" b="b"/>
              <a:pathLst>
                <a:path w="2473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5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2"/>
                  </a:lnTo>
                  <a:lnTo>
                    <a:pt x="1932" y="2163"/>
                  </a:lnTo>
                  <a:lnTo>
                    <a:pt x="1932" y="2434"/>
                  </a:lnTo>
                  <a:lnTo>
                    <a:pt x="1816" y="2743"/>
                  </a:lnTo>
                  <a:lnTo>
                    <a:pt x="1739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8" y="3013"/>
                  </a:lnTo>
                  <a:lnTo>
                    <a:pt x="850" y="2897"/>
                  </a:lnTo>
                  <a:lnTo>
                    <a:pt x="812" y="2743"/>
                  </a:lnTo>
                  <a:lnTo>
                    <a:pt x="850" y="2588"/>
                  </a:lnTo>
                  <a:lnTo>
                    <a:pt x="928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1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6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6" y="2356"/>
                  </a:lnTo>
                  <a:lnTo>
                    <a:pt x="348" y="2627"/>
                  </a:lnTo>
                  <a:lnTo>
                    <a:pt x="310" y="2897"/>
                  </a:lnTo>
                  <a:lnTo>
                    <a:pt x="348" y="3052"/>
                  </a:lnTo>
                  <a:lnTo>
                    <a:pt x="426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1"/>
                  </a:lnTo>
                  <a:lnTo>
                    <a:pt x="2434" y="2009"/>
                  </a:lnTo>
                  <a:lnTo>
                    <a:pt x="2395" y="1816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18"/>
            <p:cNvSpPr/>
            <p:nvPr/>
          </p:nvSpPr>
          <p:spPr>
            <a:xfrm>
              <a:off x="4153650" y="167055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2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40" y="232"/>
                  </a:lnTo>
                  <a:lnTo>
                    <a:pt x="1" y="271"/>
                  </a:lnTo>
                  <a:lnTo>
                    <a:pt x="40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4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18"/>
            <p:cNvSpPr/>
            <p:nvPr/>
          </p:nvSpPr>
          <p:spPr>
            <a:xfrm>
              <a:off x="4055200" y="1676350"/>
              <a:ext cx="21250" cy="8700"/>
            </a:xfrm>
            <a:custGeom>
              <a:avLst/>
              <a:gdLst/>
              <a:ahLst/>
              <a:cxnLst/>
              <a:rect l="l" t="t" r="r" b="b"/>
              <a:pathLst>
                <a:path w="850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18"/>
            <p:cNvSpPr/>
            <p:nvPr/>
          </p:nvSpPr>
          <p:spPr>
            <a:xfrm>
              <a:off x="5417325" y="16889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232"/>
                  </a:lnTo>
                  <a:lnTo>
                    <a:pt x="503" y="966"/>
                  </a:lnTo>
                  <a:lnTo>
                    <a:pt x="1043" y="1622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3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6" y="3862"/>
                  </a:lnTo>
                  <a:lnTo>
                    <a:pt x="12242" y="3591"/>
                  </a:lnTo>
                  <a:lnTo>
                    <a:pt x="12319" y="3553"/>
                  </a:lnTo>
                  <a:lnTo>
                    <a:pt x="12435" y="3205"/>
                  </a:lnTo>
                  <a:lnTo>
                    <a:pt x="12358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3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3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18"/>
            <p:cNvSpPr/>
            <p:nvPr/>
          </p:nvSpPr>
          <p:spPr>
            <a:xfrm>
              <a:off x="5725275" y="169565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5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4" y="1931"/>
                  </a:lnTo>
                  <a:lnTo>
                    <a:pt x="1082" y="2009"/>
                  </a:lnTo>
                  <a:lnTo>
                    <a:pt x="1121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30" y="2704"/>
                  </a:lnTo>
                  <a:lnTo>
                    <a:pt x="1623" y="2820"/>
                  </a:lnTo>
                  <a:lnTo>
                    <a:pt x="1816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5" y="3630"/>
                  </a:lnTo>
                  <a:lnTo>
                    <a:pt x="2125" y="3901"/>
                  </a:lnTo>
                  <a:lnTo>
                    <a:pt x="2086" y="4094"/>
                  </a:lnTo>
                  <a:lnTo>
                    <a:pt x="2009" y="4325"/>
                  </a:lnTo>
                  <a:lnTo>
                    <a:pt x="1893" y="4519"/>
                  </a:lnTo>
                  <a:lnTo>
                    <a:pt x="1739" y="4712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5" y="4287"/>
                  </a:lnTo>
                  <a:lnTo>
                    <a:pt x="812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1" y="4094"/>
                  </a:lnTo>
                  <a:lnTo>
                    <a:pt x="1237" y="4017"/>
                  </a:lnTo>
                  <a:lnTo>
                    <a:pt x="1314" y="3901"/>
                  </a:lnTo>
                  <a:lnTo>
                    <a:pt x="1314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10" y="4094"/>
                  </a:lnTo>
                  <a:lnTo>
                    <a:pt x="233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2"/>
                  </a:lnTo>
                  <a:lnTo>
                    <a:pt x="1739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3" y="1970"/>
                  </a:lnTo>
                  <a:lnTo>
                    <a:pt x="1932" y="1816"/>
                  </a:lnTo>
                  <a:lnTo>
                    <a:pt x="2241" y="1622"/>
                  </a:lnTo>
                  <a:lnTo>
                    <a:pt x="2549" y="1391"/>
                  </a:lnTo>
                  <a:lnTo>
                    <a:pt x="2820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18"/>
            <p:cNvSpPr/>
            <p:nvPr/>
          </p:nvSpPr>
          <p:spPr>
            <a:xfrm>
              <a:off x="1994125" y="1698550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6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4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4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18"/>
            <p:cNvSpPr/>
            <p:nvPr/>
          </p:nvSpPr>
          <p:spPr>
            <a:xfrm>
              <a:off x="3947075" y="171690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3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8" y="579"/>
                  </a:lnTo>
                  <a:lnTo>
                    <a:pt x="425" y="772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18"/>
            <p:cNvSpPr/>
            <p:nvPr/>
          </p:nvSpPr>
          <p:spPr>
            <a:xfrm>
              <a:off x="2585900" y="1732325"/>
              <a:ext cx="305075" cy="236550"/>
            </a:xfrm>
            <a:custGeom>
              <a:avLst/>
              <a:gdLst/>
              <a:ahLst/>
              <a:cxnLst/>
              <a:rect l="l" t="t" r="r" b="b"/>
              <a:pathLst>
                <a:path w="12203" h="9462" extrusionOk="0">
                  <a:moveTo>
                    <a:pt x="5329" y="349"/>
                  </a:moveTo>
                  <a:lnTo>
                    <a:pt x="5522" y="426"/>
                  </a:lnTo>
                  <a:lnTo>
                    <a:pt x="5600" y="426"/>
                  </a:lnTo>
                  <a:lnTo>
                    <a:pt x="5831" y="657"/>
                  </a:lnTo>
                  <a:lnTo>
                    <a:pt x="5986" y="889"/>
                  </a:lnTo>
                  <a:lnTo>
                    <a:pt x="6063" y="1198"/>
                  </a:lnTo>
                  <a:lnTo>
                    <a:pt x="6102" y="1468"/>
                  </a:lnTo>
                  <a:lnTo>
                    <a:pt x="6140" y="1777"/>
                  </a:lnTo>
                  <a:lnTo>
                    <a:pt x="6102" y="2086"/>
                  </a:lnTo>
                  <a:lnTo>
                    <a:pt x="6024" y="2704"/>
                  </a:lnTo>
                  <a:lnTo>
                    <a:pt x="5715" y="4866"/>
                  </a:lnTo>
                  <a:lnTo>
                    <a:pt x="5715" y="4905"/>
                  </a:lnTo>
                  <a:lnTo>
                    <a:pt x="5561" y="4982"/>
                  </a:lnTo>
                  <a:lnTo>
                    <a:pt x="5291" y="4017"/>
                  </a:lnTo>
                  <a:lnTo>
                    <a:pt x="5020" y="3090"/>
                  </a:lnTo>
                  <a:lnTo>
                    <a:pt x="4750" y="1970"/>
                  </a:lnTo>
                  <a:lnTo>
                    <a:pt x="4673" y="1468"/>
                  </a:lnTo>
                  <a:lnTo>
                    <a:pt x="4673" y="1159"/>
                  </a:lnTo>
                  <a:lnTo>
                    <a:pt x="4673" y="851"/>
                  </a:lnTo>
                  <a:lnTo>
                    <a:pt x="4750" y="619"/>
                  </a:lnTo>
                  <a:lnTo>
                    <a:pt x="4827" y="503"/>
                  </a:lnTo>
                  <a:lnTo>
                    <a:pt x="4904" y="426"/>
                  </a:lnTo>
                  <a:lnTo>
                    <a:pt x="5020" y="349"/>
                  </a:lnTo>
                  <a:close/>
                  <a:moveTo>
                    <a:pt x="11199" y="3515"/>
                  </a:moveTo>
                  <a:lnTo>
                    <a:pt x="11315" y="3554"/>
                  </a:lnTo>
                  <a:lnTo>
                    <a:pt x="11392" y="3592"/>
                  </a:lnTo>
                  <a:lnTo>
                    <a:pt x="11508" y="3708"/>
                  </a:lnTo>
                  <a:lnTo>
                    <a:pt x="11585" y="3824"/>
                  </a:lnTo>
                  <a:lnTo>
                    <a:pt x="11701" y="4133"/>
                  </a:lnTo>
                  <a:lnTo>
                    <a:pt x="11585" y="4287"/>
                  </a:lnTo>
                  <a:lnTo>
                    <a:pt x="11430" y="4403"/>
                  </a:lnTo>
                  <a:lnTo>
                    <a:pt x="11237" y="4519"/>
                  </a:lnTo>
                  <a:lnTo>
                    <a:pt x="11044" y="4596"/>
                  </a:lnTo>
                  <a:lnTo>
                    <a:pt x="10581" y="4751"/>
                  </a:lnTo>
                  <a:lnTo>
                    <a:pt x="10195" y="4866"/>
                  </a:lnTo>
                  <a:lnTo>
                    <a:pt x="9422" y="5021"/>
                  </a:lnTo>
                  <a:lnTo>
                    <a:pt x="8650" y="5137"/>
                  </a:lnTo>
                  <a:lnTo>
                    <a:pt x="7994" y="5175"/>
                  </a:lnTo>
                  <a:lnTo>
                    <a:pt x="7376" y="5175"/>
                  </a:lnTo>
                  <a:lnTo>
                    <a:pt x="6102" y="5137"/>
                  </a:lnTo>
                  <a:lnTo>
                    <a:pt x="7260" y="4673"/>
                  </a:lnTo>
                  <a:lnTo>
                    <a:pt x="8418" y="4249"/>
                  </a:lnTo>
                  <a:lnTo>
                    <a:pt x="9075" y="4017"/>
                  </a:lnTo>
                  <a:lnTo>
                    <a:pt x="9770" y="3824"/>
                  </a:lnTo>
                  <a:lnTo>
                    <a:pt x="10465" y="3631"/>
                  </a:lnTo>
                  <a:lnTo>
                    <a:pt x="10928" y="3554"/>
                  </a:lnTo>
                  <a:lnTo>
                    <a:pt x="11083" y="3515"/>
                  </a:lnTo>
                  <a:close/>
                  <a:moveTo>
                    <a:pt x="5136" y="5909"/>
                  </a:moveTo>
                  <a:lnTo>
                    <a:pt x="4209" y="6797"/>
                  </a:lnTo>
                  <a:lnTo>
                    <a:pt x="3244" y="7685"/>
                  </a:lnTo>
                  <a:lnTo>
                    <a:pt x="2742" y="8110"/>
                  </a:lnTo>
                  <a:lnTo>
                    <a:pt x="2163" y="8535"/>
                  </a:lnTo>
                  <a:lnTo>
                    <a:pt x="1854" y="8728"/>
                  </a:lnTo>
                  <a:lnTo>
                    <a:pt x="1468" y="8921"/>
                  </a:lnTo>
                  <a:lnTo>
                    <a:pt x="1197" y="8998"/>
                  </a:lnTo>
                  <a:lnTo>
                    <a:pt x="1004" y="9037"/>
                  </a:lnTo>
                  <a:lnTo>
                    <a:pt x="888" y="8998"/>
                  </a:lnTo>
                  <a:lnTo>
                    <a:pt x="811" y="8960"/>
                  </a:lnTo>
                  <a:lnTo>
                    <a:pt x="734" y="8844"/>
                  </a:lnTo>
                  <a:lnTo>
                    <a:pt x="695" y="8689"/>
                  </a:lnTo>
                  <a:lnTo>
                    <a:pt x="657" y="8535"/>
                  </a:lnTo>
                  <a:lnTo>
                    <a:pt x="618" y="8419"/>
                  </a:lnTo>
                  <a:lnTo>
                    <a:pt x="657" y="8342"/>
                  </a:lnTo>
                  <a:lnTo>
                    <a:pt x="695" y="8265"/>
                  </a:lnTo>
                  <a:lnTo>
                    <a:pt x="850" y="8110"/>
                  </a:lnTo>
                  <a:lnTo>
                    <a:pt x="1120" y="7956"/>
                  </a:lnTo>
                  <a:lnTo>
                    <a:pt x="1699" y="7608"/>
                  </a:lnTo>
                  <a:lnTo>
                    <a:pt x="2472" y="7222"/>
                  </a:lnTo>
                  <a:lnTo>
                    <a:pt x="3244" y="6874"/>
                  </a:lnTo>
                  <a:lnTo>
                    <a:pt x="4209" y="6411"/>
                  </a:lnTo>
                  <a:lnTo>
                    <a:pt x="4673" y="6179"/>
                  </a:lnTo>
                  <a:lnTo>
                    <a:pt x="5136" y="5909"/>
                  </a:lnTo>
                  <a:close/>
                  <a:moveTo>
                    <a:pt x="5136" y="1"/>
                  </a:moveTo>
                  <a:lnTo>
                    <a:pt x="4943" y="78"/>
                  </a:lnTo>
                  <a:lnTo>
                    <a:pt x="4750" y="194"/>
                  </a:lnTo>
                  <a:lnTo>
                    <a:pt x="4596" y="387"/>
                  </a:lnTo>
                  <a:lnTo>
                    <a:pt x="4441" y="580"/>
                  </a:lnTo>
                  <a:lnTo>
                    <a:pt x="4364" y="812"/>
                  </a:lnTo>
                  <a:lnTo>
                    <a:pt x="4325" y="1044"/>
                  </a:lnTo>
                  <a:lnTo>
                    <a:pt x="4325" y="1507"/>
                  </a:lnTo>
                  <a:lnTo>
                    <a:pt x="4402" y="1970"/>
                  </a:lnTo>
                  <a:lnTo>
                    <a:pt x="4634" y="2897"/>
                  </a:lnTo>
                  <a:lnTo>
                    <a:pt x="4982" y="4017"/>
                  </a:lnTo>
                  <a:lnTo>
                    <a:pt x="5175" y="4558"/>
                  </a:lnTo>
                  <a:lnTo>
                    <a:pt x="5368" y="5098"/>
                  </a:lnTo>
                  <a:lnTo>
                    <a:pt x="5368" y="5214"/>
                  </a:lnTo>
                  <a:lnTo>
                    <a:pt x="5406" y="5330"/>
                  </a:lnTo>
                  <a:lnTo>
                    <a:pt x="4943" y="5600"/>
                  </a:lnTo>
                  <a:lnTo>
                    <a:pt x="4480" y="5870"/>
                  </a:lnTo>
                  <a:lnTo>
                    <a:pt x="3476" y="6334"/>
                  </a:lnTo>
                  <a:lnTo>
                    <a:pt x="2472" y="6797"/>
                  </a:lnTo>
                  <a:lnTo>
                    <a:pt x="1970" y="7029"/>
                  </a:lnTo>
                  <a:lnTo>
                    <a:pt x="1468" y="7299"/>
                  </a:lnTo>
                  <a:lnTo>
                    <a:pt x="966" y="7608"/>
                  </a:lnTo>
                  <a:lnTo>
                    <a:pt x="657" y="7801"/>
                  </a:lnTo>
                  <a:lnTo>
                    <a:pt x="348" y="8071"/>
                  </a:lnTo>
                  <a:lnTo>
                    <a:pt x="116" y="8342"/>
                  </a:lnTo>
                  <a:lnTo>
                    <a:pt x="39" y="8458"/>
                  </a:lnTo>
                  <a:lnTo>
                    <a:pt x="0" y="8612"/>
                  </a:lnTo>
                  <a:lnTo>
                    <a:pt x="0" y="8767"/>
                  </a:lnTo>
                  <a:lnTo>
                    <a:pt x="0" y="8921"/>
                  </a:lnTo>
                  <a:lnTo>
                    <a:pt x="78" y="9037"/>
                  </a:lnTo>
                  <a:lnTo>
                    <a:pt x="232" y="9191"/>
                  </a:lnTo>
                  <a:lnTo>
                    <a:pt x="348" y="9307"/>
                  </a:lnTo>
                  <a:lnTo>
                    <a:pt x="502" y="9384"/>
                  </a:lnTo>
                  <a:lnTo>
                    <a:pt x="618" y="9423"/>
                  </a:lnTo>
                  <a:lnTo>
                    <a:pt x="773" y="9462"/>
                  </a:lnTo>
                  <a:lnTo>
                    <a:pt x="1120" y="9462"/>
                  </a:lnTo>
                  <a:lnTo>
                    <a:pt x="1429" y="9384"/>
                  </a:lnTo>
                  <a:lnTo>
                    <a:pt x="1738" y="9230"/>
                  </a:lnTo>
                  <a:lnTo>
                    <a:pt x="2047" y="9075"/>
                  </a:lnTo>
                  <a:lnTo>
                    <a:pt x="2588" y="8767"/>
                  </a:lnTo>
                  <a:lnTo>
                    <a:pt x="3476" y="8071"/>
                  </a:lnTo>
                  <a:lnTo>
                    <a:pt x="4287" y="7338"/>
                  </a:lnTo>
                  <a:lnTo>
                    <a:pt x="5098" y="6565"/>
                  </a:lnTo>
                  <a:lnTo>
                    <a:pt x="5445" y="6141"/>
                  </a:lnTo>
                  <a:lnTo>
                    <a:pt x="5793" y="5677"/>
                  </a:lnTo>
                  <a:lnTo>
                    <a:pt x="5793" y="5716"/>
                  </a:lnTo>
                  <a:lnTo>
                    <a:pt x="6063" y="6064"/>
                  </a:lnTo>
                  <a:lnTo>
                    <a:pt x="6217" y="6218"/>
                  </a:lnTo>
                  <a:lnTo>
                    <a:pt x="6372" y="6334"/>
                  </a:lnTo>
                  <a:lnTo>
                    <a:pt x="6603" y="6179"/>
                  </a:lnTo>
                  <a:lnTo>
                    <a:pt x="6603" y="6141"/>
                  </a:lnTo>
                  <a:lnTo>
                    <a:pt x="6333" y="5870"/>
                  </a:lnTo>
                  <a:lnTo>
                    <a:pt x="6217" y="5716"/>
                  </a:lnTo>
                  <a:lnTo>
                    <a:pt x="6179" y="5523"/>
                  </a:lnTo>
                  <a:lnTo>
                    <a:pt x="6140" y="5484"/>
                  </a:lnTo>
                  <a:lnTo>
                    <a:pt x="7028" y="5562"/>
                  </a:lnTo>
                  <a:lnTo>
                    <a:pt x="7955" y="5562"/>
                  </a:lnTo>
                  <a:lnTo>
                    <a:pt x="8882" y="5484"/>
                  </a:lnTo>
                  <a:lnTo>
                    <a:pt x="9770" y="5330"/>
                  </a:lnTo>
                  <a:lnTo>
                    <a:pt x="10465" y="5175"/>
                  </a:lnTo>
                  <a:lnTo>
                    <a:pt x="10890" y="5060"/>
                  </a:lnTo>
                  <a:lnTo>
                    <a:pt x="11315" y="4905"/>
                  </a:lnTo>
                  <a:lnTo>
                    <a:pt x="11701" y="4673"/>
                  </a:lnTo>
                  <a:lnTo>
                    <a:pt x="11894" y="4558"/>
                  </a:lnTo>
                  <a:lnTo>
                    <a:pt x="12010" y="4403"/>
                  </a:lnTo>
                  <a:lnTo>
                    <a:pt x="12125" y="4249"/>
                  </a:lnTo>
                  <a:lnTo>
                    <a:pt x="12164" y="4094"/>
                  </a:lnTo>
                  <a:lnTo>
                    <a:pt x="12203" y="3901"/>
                  </a:lnTo>
                  <a:lnTo>
                    <a:pt x="12164" y="3708"/>
                  </a:lnTo>
                  <a:lnTo>
                    <a:pt x="12125" y="3554"/>
                  </a:lnTo>
                  <a:lnTo>
                    <a:pt x="12010" y="3438"/>
                  </a:lnTo>
                  <a:lnTo>
                    <a:pt x="11932" y="3322"/>
                  </a:lnTo>
                  <a:lnTo>
                    <a:pt x="11817" y="3245"/>
                  </a:lnTo>
                  <a:lnTo>
                    <a:pt x="11662" y="3167"/>
                  </a:lnTo>
                  <a:lnTo>
                    <a:pt x="11508" y="3167"/>
                  </a:lnTo>
                  <a:lnTo>
                    <a:pt x="11199" y="3129"/>
                  </a:lnTo>
                  <a:lnTo>
                    <a:pt x="10851" y="3167"/>
                  </a:lnTo>
                  <a:lnTo>
                    <a:pt x="10504" y="3245"/>
                  </a:lnTo>
                  <a:lnTo>
                    <a:pt x="9924" y="3360"/>
                  </a:lnTo>
                  <a:lnTo>
                    <a:pt x="8959" y="3669"/>
                  </a:lnTo>
                  <a:lnTo>
                    <a:pt x="7994" y="3978"/>
                  </a:lnTo>
                  <a:lnTo>
                    <a:pt x="7028" y="4326"/>
                  </a:lnTo>
                  <a:lnTo>
                    <a:pt x="6102" y="4751"/>
                  </a:lnTo>
                  <a:lnTo>
                    <a:pt x="6333" y="3283"/>
                  </a:lnTo>
                  <a:lnTo>
                    <a:pt x="6449" y="2550"/>
                  </a:lnTo>
                  <a:lnTo>
                    <a:pt x="6488" y="1816"/>
                  </a:lnTo>
                  <a:lnTo>
                    <a:pt x="6488" y="1546"/>
                  </a:lnTo>
                  <a:lnTo>
                    <a:pt x="6449" y="1275"/>
                  </a:lnTo>
                  <a:lnTo>
                    <a:pt x="6372" y="1044"/>
                  </a:lnTo>
                  <a:lnTo>
                    <a:pt x="6295" y="851"/>
                  </a:lnTo>
                  <a:lnTo>
                    <a:pt x="6179" y="619"/>
                  </a:lnTo>
                  <a:lnTo>
                    <a:pt x="6024" y="464"/>
                  </a:lnTo>
                  <a:lnTo>
                    <a:pt x="5831" y="310"/>
                  </a:lnTo>
                  <a:lnTo>
                    <a:pt x="5600" y="155"/>
                  </a:lnTo>
                  <a:lnTo>
                    <a:pt x="5484" y="78"/>
                  </a:lnTo>
                  <a:lnTo>
                    <a:pt x="5368" y="40"/>
                  </a:lnTo>
                  <a:lnTo>
                    <a:pt x="51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18"/>
            <p:cNvSpPr/>
            <p:nvPr/>
          </p:nvSpPr>
          <p:spPr>
            <a:xfrm>
              <a:off x="1851250" y="17671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2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0" y="5368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9"/>
                  </a:lnTo>
                  <a:lnTo>
                    <a:pt x="3978" y="888"/>
                  </a:lnTo>
                  <a:lnTo>
                    <a:pt x="4634" y="657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2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4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29" y="7376"/>
                  </a:lnTo>
                  <a:lnTo>
                    <a:pt x="13438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4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1" y="8611"/>
                  </a:lnTo>
                  <a:lnTo>
                    <a:pt x="18651" y="8534"/>
                  </a:lnTo>
                  <a:lnTo>
                    <a:pt x="18651" y="8457"/>
                  </a:lnTo>
                  <a:lnTo>
                    <a:pt x="18651" y="8380"/>
                  </a:lnTo>
                  <a:lnTo>
                    <a:pt x="18651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0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18"/>
            <p:cNvSpPr/>
            <p:nvPr/>
          </p:nvSpPr>
          <p:spPr>
            <a:xfrm>
              <a:off x="6591225" y="17699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8" y="542"/>
                  </a:lnTo>
                  <a:lnTo>
                    <a:pt x="12434" y="657"/>
                  </a:lnTo>
                  <a:lnTo>
                    <a:pt x="12628" y="735"/>
                  </a:lnTo>
                  <a:lnTo>
                    <a:pt x="12743" y="812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6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1"/>
                  </a:lnTo>
                  <a:lnTo>
                    <a:pt x="12241" y="2472"/>
                  </a:lnTo>
                  <a:lnTo>
                    <a:pt x="11817" y="2743"/>
                  </a:lnTo>
                  <a:lnTo>
                    <a:pt x="11392" y="2936"/>
                  </a:lnTo>
                  <a:lnTo>
                    <a:pt x="10658" y="3206"/>
                  </a:lnTo>
                  <a:lnTo>
                    <a:pt x="9924" y="3438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2"/>
                  </a:lnTo>
                  <a:lnTo>
                    <a:pt x="5020" y="4596"/>
                  </a:lnTo>
                  <a:lnTo>
                    <a:pt x="4132" y="4712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1"/>
                  </a:lnTo>
                  <a:lnTo>
                    <a:pt x="1506" y="4673"/>
                  </a:lnTo>
                  <a:lnTo>
                    <a:pt x="1198" y="4558"/>
                  </a:lnTo>
                  <a:lnTo>
                    <a:pt x="889" y="4442"/>
                  </a:lnTo>
                  <a:lnTo>
                    <a:pt x="580" y="4249"/>
                  </a:lnTo>
                  <a:lnTo>
                    <a:pt x="657" y="4171"/>
                  </a:lnTo>
                  <a:lnTo>
                    <a:pt x="696" y="4056"/>
                  </a:lnTo>
                  <a:lnTo>
                    <a:pt x="696" y="3940"/>
                  </a:lnTo>
                  <a:lnTo>
                    <a:pt x="734" y="3824"/>
                  </a:lnTo>
                  <a:lnTo>
                    <a:pt x="850" y="3631"/>
                  </a:lnTo>
                  <a:lnTo>
                    <a:pt x="1082" y="3438"/>
                  </a:lnTo>
                  <a:lnTo>
                    <a:pt x="1313" y="3245"/>
                  </a:lnTo>
                  <a:lnTo>
                    <a:pt x="1854" y="2936"/>
                  </a:lnTo>
                  <a:lnTo>
                    <a:pt x="2279" y="2704"/>
                  </a:lnTo>
                  <a:lnTo>
                    <a:pt x="3012" y="2356"/>
                  </a:lnTo>
                  <a:lnTo>
                    <a:pt x="3707" y="2009"/>
                  </a:lnTo>
                  <a:lnTo>
                    <a:pt x="4480" y="1700"/>
                  </a:lnTo>
                  <a:lnTo>
                    <a:pt x="5252" y="1430"/>
                  </a:lnTo>
                  <a:lnTo>
                    <a:pt x="6024" y="1198"/>
                  </a:lnTo>
                  <a:lnTo>
                    <a:pt x="6835" y="1005"/>
                  </a:lnTo>
                  <a:lnTo>
                    <a:pt x="7608" y="812"/>
                  </a:lnTo>
                  <a:lnTo>
                    <a:pt x="8418" y="696"/>
                  </a:lnTo>
                  <a:lnTo>
                    <a:pt x="9229" y="580"/>
                  </a:lnTo>
                  <a:lnTo>
                    <a:pt x="10040" y="542"/>
                  </a:lnTo>
                  <a:lnTo>
                    <a:pt x="10735" y="503"/>
                  </a:lnTo>
                  <a:lnTo>
                    <a:pt x="11160" y="464"/>
                  </a:lnTo>
                  <a:close/>
                  <a:moveTo>
                    <a:pt x="13477" y="1121"/>
                  </a:moveTo>
                  <a:lnTo>
                    <a:pt x="13631" y="1314"/>
                  </a:lnTo>
                  <a:lnTo>
                    <a:pt x="13709" y="1507"/>
                  </a:lnTo>
                  <a:lnTo>
                    <a:pt x="13747" y="1739"/>
                  </a:lnTo>
                  <a:lnTo>
                    <a:pt x="13709" y="2009"/>
                  </a:lnTo>
                  <a:lnTo>
                    <a:pt x="13631" y="2241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8"/>
                  </a:lnTo>
                  <a:lnTo>
                    <a:pt x="12048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1" y="4635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5" y="5948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9"/>
                  </a:lnTo>
                  <a:lnTo>
                    <a:pt x="696" y="5484"/>
                  </a:lnTo>
                  <a:lnTo>
                    <a:pt x="502" y="5253"/>
                  </a:lnTo>
                  <a:lnTo>
                    <a:pt x="348" y="5021"/>
                  </a:lnTo>
                  <a:lnTo>
                    <a:pt x="309" y="4866"/>
                  </a:lnTo>
                  <a:lnTo>
                    <a:pt x="309" y="4751"/>
                  </a:lnTo>
                  <a:lnTo>
                    <a:pt x="309" y="4596"/>
                  </a:lnTo>
                  <a:lnTo>
                    <a:pt x="348" y="4442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4"/>
                  </a:lnTo>
                  <a:lnTo>
                    <a:pt x="1931" y="5253"/>
                  </a:lnTo>
                  <a:lnTo>
                    <a:pt x="2588" y="5330"/>
                  </a:lnTo>
                  <a:lnTo>
                    <a:pt x="3244" y="5291"/>
                  </a:lnTo>
                  <a:lnTo>
                    <a:pt x="3939" y="5253"/>
                  </a:lnTo>
                  <a:lnTo>
                    <a:pt x="5136" y="5059"/>
                  </a:lnTo>
                  <a:lnTo>
                    <a:pt x="6913" y="4789"/>
                  </a:lnTo>
                  <a:lnTo>
                    <a:pt x="7839" y="4596"/>
                  </a:lnTo>
                  <a:lnTo>
                    <a:pt x="8727" y="4403"/>
                  </a:lnTo>
                  <a:lnTo>
                    <a:pt x="9616" y="4133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9"/>
                  </a:lnTo>
                  <a:lnTo>
                    <a:pt x="12434" y="2974"/>
                  </a:lnTo>
                  <a:lnTo>
                    <a:pt x="12705" y="2820"/>
                  </a:lnTo>
                  <a:lnTo>
                    <a:pt x="12936" y="2588"/>
                  </a:lnTo>
                  <a:lnTo>
                    <a:pt x="13129" y="2395"/>
                  </a:lnTo>
                  <a:lnTo>
                    <a:pt x="13323" y="2125"/>
                  </a:lnTo>
                  <a:lnTo>
                    <a:pt x="13438" y="1854"/>
                  </a:lnTo>
                  <a:lnTo>
                    <a:pt x="13516" y="1584"/>
                  </a:lnTo>
                  <a:lnTo>
                    <a:pt x="13516" y="1237"/>
                  </a:lnTo>
                  <a:lnTo>
                    <a:pt x="13477" y="1121"/>
                  </a:lnTo>
                  <a:close/>
                  <a:moveTo>
                    <a:pt x="10658" y="1"/>
                  </a:moveTo>
                  <a:lnTo>
                    <a:pt x="9886" y="40"/>
                  </a:lnTo>
                  <a:lnTo>
                    <a:pt x="9114" y="117"/>
                  </a:lnTo>
                  <a:lnTo>
                    <a:pt x="8303" y="233"/>
                  </a:lnTo>
                  <a:lnTo>
                    <a:pt x="7530" y="348"/>
                  </a:lnTo>
                  <a:lnTo>
                    <a:pt x="6719" y="542"/>
                  </a:lnTo>
                  <a:lnTo>
                    <a:pt x="5909" y="735"/>
                  </a:lnTo>
                  <a:lnTo>
                    <a:pt x="5020" y="1005"/>
                  </a:lnTo>
                  <a:lnTo>
                    <a:pt x="4132" y="1352"/>
                  </a:lnTo>
                  <a:lnTo>
                    <a:pt x="3244" y="1700"/>
                  </a:lnTo>
                  <a:lnTo>
                    <a:pt x="2395" y="2125"/>
                  </a:lnTo>
                  <a:lnTo>
                    <a:pt x="1777" y="2434"/>
                  </a:lnTo>
                  <a:lnTo>
                    <a:pt x="1391" y="2627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4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6"/>
                  </a:lnTo>
                  <a:lnTo>
                    <a:pt x="194" y="4133"/>
                  </a:lnTo>
                  <a:lnTo>
                    <a:pt x="194" y="4171"/>
                  </a:lnTo>
                  <a:lnTo>
                    <a:pt x="116" y="4326"/>
                  </a:lnTo>
                  <a:lnTo>
                    <a:pt x="39" y="4480"/>
                  </a:lnTo>
                  <a:lnTo>
                    <a:pt x="0" y="4635"/>
                  </a:lnTo>
                  <a:lnTo>
                    <a:pt x="0" y="4789"/>
                  </a:lnTo>
                  <a:lnTo>
                    <a:pt x="39" y="5137"/>
                  </a:lnTo>
                  <a:lnTo>
                    <a:pt x="194" y="5446"/>
                  </a:lnTo>
                  <a:lnTo>
                    <a:pt x="348" y="5639"/>
                  </a:lnTo>
                  <a:lnTo>
                    <a:pt x="502" y="5832"/>
                  </a:lnTo>
                  <a:lnTo>
                    <a:pt x="696" y="5948"/>
                  </a:lnTo>
                  <a:lnTo>
                    <a:pt x="927" y="6063"/>
                  </a:lnTo>
                  <a:lnTo>
                    <a:pt x="966" y="6257"/>
                  </a:lnTo>
                  <a:lnTo>
                    <a:pt x="1275" y="6179"/>
                  </a:lnTo>
                  <a:lnTo>
                    <a:pt x="1313" y="6218"/>
                  </a:lnTo>
                  <a:lnTo>
                    <a:pt x="1313" y="6257"/>
                  </a:lnTo>
                  <a:lnTo>
                    <a:pt x="1352" y="6295"/>
                  </a:lnTo>
                  <a:lnTo>
                    <a:pt x="1468" y="6257"/>
                  </a:lnTo>
                  <a:lnTo>
                    <a:pt x="1815" y="6295"/>
                  </a:lnTo>
                  <a:lnTo>
                    <a:pt x="2395" y="6334"/>
                  </a:lnTo>
                  <a:lnTo>
                    <a:pt x="3012" y="6372"/>
                  </a:lnTo>
                  <a:lnTo>
                    <a:pt x="3592" y="6334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2"/>
                  </a:lnTo>
                  <a:lnTo>
                    <a:pt x="7994" y="5523"/>
                  </a:lnTo>
                  <a:lnTo>
                    <a:pt x="9036" y="5253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3"/>
                  </a:lnTo>
                  <a:lnTo>
                    <a:pt x="12126" y="4249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4" y="3940"/>
                  </a:lnTo>
                  <a:lnTo>
                    <a:pt x="12898" y="3669"/>
                  </a:lnTo>
                  <a:lnTo>
                    <a:pt x="13361" y="3322"/>
                  </a:lnTo>
                  <a:lnTo>
                    <a:pt x="13631" y="3052"/>
                  </a:lnTo>
                  <a:lnTo>
                    <a:pt x="13825" y="2704"/>
                  </a:lnTo>
                  <a:lnTo>
                    <a:pt x="14133" y="2627"/>
                  </a:lnTo>
                  <a:lnTo>
                    <a:pt x="14018" y="2318"/>
                  </a:lnTo>
                  <a:lnTo>
                    <a:pt x="14095" y="2009"/>
                  </a:lnTo>
                  <a:lnTo>
                    <a:pt x="14133" y="1739"/>
                  </a:lnTo>
                  <a:lnTo>
                    <a:pt x="14095" y="1468"/>
                  </a:lnTo>
                  <a:lnTo>
                    <a:pt x="14018" y="1237"/>
                  </a:lnTo>
                  <a:lnTo>
                    <a:pt x="13902" y="1005"/>
                  </a:lnTo>
                  <a:lnTo>
                    <a:pt x="13747" y="812"/>
                  </a:lnTo>
                  <a:lnTo>
                    <a:pt x="13477" y="619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3" y="117"/>
                  </a:lnTo>
                  <a:lnTo>
                    <a:pt x="11817" y="40"/>
                  </a:lnTo>
                  <a:lnTo>
                    <a:pt x="1143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18"/>
            <p:cNvSpPr/>
            <p:nvPr/>
          </p:nvSpPr>
          <p:spPr>
            <a:xfrm>
              <a:off x="2687250" y="1806675"/>
              <a:ext cx="449900" cy="337900"/>
            </a:xfrm>
            <a:custGeom>
              <a:avLst/>
              <a:gdLst/>
              <a:ahLst/>
              <a:cxnLst/>
              <a:rect l="l" t="t" r="r" b="b"/>
              <a:pathLst>
                <a:path w="17996" h="13516" extrusionOk="0">
                  <a:moveTo>
                    <a:pt x="15794" y="386"/>
                  </a:moveTo>
                  <a:lnTo>
                    <a:pt x="15872" y="425"/>
                  </a:lnTo>
                  <a:lnTo>
                    <a:pt x="15949" y="464"/>
                  </a:lnTo>
                  <a:lnTo>
                    <a:pt x="16103" y="657"/>
                  </a:lnTo>
                  <a:lnTo>
                    <a:pt x="16181" y="850"/>
                  </a:lnTo>
                  <a:lnTo>
                    <a:pt x="16258" y="1043"/>
                  </a:lnTo>
                  <a:lnTo>
                    <a:pt x="16219" y="1236"/>
                  </a:lnTo>
                  <a:lnTo>
                    <a:pt x="16181" y="1468"/>
                  </a:lnTo>
                  <a:lnTo>
                    <a:pt x="15987" y="1892"/>
                  </a:lnTo>
                  <a:lnTo>
                    <a:pt x="15833" y="2163"/>
                  </a:lnTo>
                  <a:lnTo>
                    <a:pt x="15601" y="2433"/>
                  </a:lnTo>
                  <a:lnTo>
                    <a:pt x="15370" y="2665"/>
                  </a:lnTo>
                  <a:lnTo>
                    <a:pt x="15099" y="2896"/>
                  </a:lnTo>
                  <a:lnTo>
                    <a:pt x="14983" y="2279"/>
                  </a:lnTo>
                  <a:lnTo>
                    <a:pt x="14945" y="1970"/>
                  </a:lnTo>
                  <a:lnTo>
                    <a:pt x="14906" y="1699"/>
                  </a:lnTo>
                  <a:lnTo>
                    <a:pt x="14945" y="1390"/>
                  </a:lnTo>
                  <a:lnTo>
                    <a:pt x="15022" y="1120"/>
                  </a:lnTo>
                  <a:lnTo>
                    <a:pt x="15138" y="850"/>
                  </a:lnTo>
                  <a:lnTo>
                    <a:pt x="15331" y="618"/>
                  </a:lnTo>
                  <a:lnTo>
                    <a:pt x="15563" y="464"/>
                  </a:lnTo>
                  <a:lnTo>
                    <a:pt x="15679" y="386"/>
                  </a:lnTo>
                  <a:close/>
                  <a:moveTo>
                    <a:pt x="14481" y="3437"/>
                  </a:moveTo>
                  <a:lnTo>
                    <a:pt x="14443" y="3591"/>
                  </a:lnTo>
                  <a:lnTo>
                    <a:pt x="14134" y="3939"/>
                  </a:lnTo>
                  <a:lnTo>
                    <a:pt x="13786" y="4287"/>
                  </a:lnTo>
                  <a:lnTo>
                    <a:pt x="13593" y="4441"/>
                  </a:lnTo>
                  <a:lnTo>
                    <a:pt x="13362" y="4595"/>
                  </a:lnTo>
                  <a:lnTo>
                    <a:pt x="13091" y="4711"/>
                  </a:lnTo>
                  <a:lnTo>
                    <a:pt x="12782" y="4750"/>
                  </a:lnTo>
                  <a:lnTo>
                    <a:pt x="12667" y="4789"/>
                  </a:lnTo>
                  <a:lnTo>
                    <a:pt x="12589" y="4750"/>
                  </a:lnTo>
                  <a:lnTo>
                    <a:pt x="12551" y="4673"/>
                  </a:lnTo>
                  <a:lnTo>
                    <a:pt x="12512" y="4518"/>
                  </a:lnTo>
                  <a:lnTo>
                    <a:pt x="12474" y="4287"/>
                  </a:lnTo>
                  <a:lnTo>
                    <a:pt x="12512" y="4171"/>
                  </a:lnTo>
                  <a:lnTo>
                    <a:pt x="12628" y="4055"/>
                  </a:lnTo>
                  <a:lnTo>
                    <a:pt x="12821" y="3900"/>
                  </a:lnTo>
                  <a:lnTo>
                    <a:pt x="13091" y="3746"/>
                  </a:lnTo>
                  <a:lnTo>
                    <a:pt x="13362" y="3591"/>
                  </a:lnTo>
                  <a:lnTo>
                    <a:pt x="13632" y="3514"/>
                  </a:lnTo>
                  <a:lnTo>
                    <a:pt x="13941" y="3437"/>
                  </a:lnTo>
                  <a:close/>
                  <a:moveTo>
                    <a:pt x="15061" y="3514"/>
                  </a:moveTo>
                  <a:lnTo>
                    <a:pt x="15717" y="3553"/>
                  </a:lnTo>
                  <a:lnTo>
                    <a:pt x="16065" y="3591"/>
                  </a:lnTo>
                  <a:lnTo>
                    <a:pt x="16412" y="3630"/>
                  </a:lnTo>
                  <a:lnTo>
                    <a:pt x="16721" y="3707"/>
                  </a:lnTo>
                  <a:lnTo>
                    <a:pt x="17030" y="3823"/>
                  </a:lnTo>
                  <a:lnTo>
                    <a:pt x="17262" y="4016"/>
                  </a:lnTo>
                  <a:lnTo>
                    <a:pt x="17378" y="4171"/>
                  </a:lnTo>
                  <a:lnTo>
                    <a:pt x="17493" y="4287"/>
                  </a:lnTo>
                  <a:lnTo>
                    <a:pt x="17571" y="4480"/>
                  </a:lnTo>
                  <a:lnTo>
                    <a:pt x="17571" y="4634"/>
                  </a:lnTo>
                  <a:lnTo>
                    <a:pt x="17493" y="4789"/>
                  </a:lnTo>
                  <a:lnTo>
                    <a:pt x="17378" y="4904"/>
                  </a:lnTo>
                  <a:lnTo>
                    <a:pt x="17262" y="4982"/>
                  </a:lnTo>
                  <a:lnTo>
                    <a:pt x="17069" y="5020"/>
                  </a:lnTo>
                  <a:lnTo>
                    <a:pt x="16914" y="4982"/>
                  </a:lnTo>
                  <a:lnTo>
                    <a:pt x="16721" y="4943"/>
                  </a:lnTo>
                  <a:lnTo>
                    <a:pt x="16335" y="4750"/>
                  </a:lnTo>
                  <a:lnTo>
                    <a:pt x="15987" y="4518"/>
                  </a:lnTo>
                  <a:lnTo>
                    <a:pt x="15717" y="4287"/>
                  </a:lnTo>
                  <a:lnTo>
                    <a:pt x="15485" y="4055"/>
                  </a:lnTo>
                  <a:lnTo>
                    <a:pt x="15254" y="3785"/>
                  </a:lnTo>
                  <a:lnTo>
                    <a:pt x="15061" y="3514"/>
                  </a:lnTo>
                  <a:close/>
                  <a:moveTo>
                    <a:pt x="4866" y="3128"/>
                  </a:moveTo>
                  <a:lnTo>
                    <a:pt x="5484" y="3167"/>
                  </a:lnTo>
                  <a:lnTo>
                    <a:pt x="6102" y="3283"/>
                  </a:lnTo>
                  <a:lnTo>
                    <a:pt x="6681" y="3514"/>
                  </a:lnTo>
                  <a:lnTo>
                    <a:pt x="7145" y="3707"/>
                  </a:lnTo>
                  <a:lnTo>
                    <a:pt x="7569" y="3978"/>
                  </a:lnTo>
                  <a:lnTo>
                    <a:pt x="7994" y="4248"/>
                  </a:lnTo>
                  <a:lnTo>
                    <a:pt x="8380" y="4557"/>
                  </a:lnTo>
                  <a:lnTo>
                    <a:pt x="9153" y="5213"/>
                  </a:lnTo>
                  <a:lnTo>
                    <a:pt x="9925" y="5908"/>
                  </a:lnTo>
                  <a:lnTo>
                    <a:pt x="10234" y="6179"/>
                  </a:lnTo>
                  <a:lnTo>
                    <a:pt x="10581" y="6410"/>
                  </a:lnTo>
                  <a:lnTo>
                    <a:pt x="10968" y="6642"/>
                  </a:lnTo>
                  <a:lnTo>
                    <a:pt x="11354" y="6797"/>
                  </a:lnTo>
                  <a:lnTo>
                    <a:pt x="11740" y="6874"/>
                  </a:lnTo>
                  <a:lnTo>
                    <a:pt x="12165" y="6912"/>
                  </a:lnTo>
                  <a:lnTo>
                    <a:pt x="12589" y="6874"/>
                  </a:lnTo>
                  <a:lnTo>
                    <a:pt x="13014" y="6719"/>
                  </a:lnTo>
                  <a:lnTo>
                    <a:pt x="13323" y="6565"/>
                  </a:lnTo>
                  <a:lnTo>
                    <a:pt x="13593" y="6372"/>
                  </a:lnTo>
                  <a:lnTo>
                    <a:pt x="13825" y="6179"/>
                  </a:lnTo>
                  <a:lnTo>
                    <a:pt x="14018" y="5947"/>
                  </a:lnTo>
                  <a:lnTo>
                    <a:pt x="14211" y="5677"/>
                  </a:lnTo>
                  <a:lnTo>
                    <a:pt x="14366" y="5406"/>
                  </a:lnTo>
                  <a:lnTo>
                    <a:pt x="14520" y="5097"/>
                  </a:lnTo>
                  <a:lnTo>
                    <a:pt x="14636" y="4789"/>
                  </a:lnTo>
                  <a:lnTo>
                    <a:pt x="14559" y="5638"/>
                  </a:lnTo>
                  <a:lnTo>
                    <a:pt x="14404" y="6449"/>
                  </a:lnTo>
                  <a:lnTo>
                    <a:pt x="14211" y="7221"/>
                  </a:lnTo>
                  <a:lnTo>
                    <a:pt x="13941" y="7994"/>
                  </a:lnTo>
                  <a:lnTo>
                    <a:pt x="13593" y="8727"/>
                  </a:lnTo>
                  <a:lnTo>
                    <a:pt x="13169" y="9422"/>
                  </a:lnTo>
                  <a:lnTo>
                    <a:pt x="12667" y="10117"/>
                  </a:lnTo>
                  <a:lnTo>
                    <a:pt x="12087" y="10735"/>
                  </a:lnTo>
                  <a:lnTo>
                    <a:pt x="11624" y="11160"/>
                  </a:lnTo>
                  <a:lnTo>
                    <a:pt x="11199" y="11546"/>
                  </a:lnTo>
                  <a:lnTo>
                    <a:pt x="10697" y="11855"/>
                  </a:lnTo>
                  <a:lnTo>
                    <a:pt x="10195" y="12164"/>
                  </a:lnTo>
                  <a:lnTo>
                    <a:pt x="9693" y="12396"/>
                  </a:lnTo>
                  <a:lnTo>
                    <a:pt x="9153" y="12627"/>
                  </a:lnTo>
                  <a:lnTo>
                    <a:pt x="8612" y="12782"/>
                  </a:lnTo>
                  <a:lnTo>
                    <a:pt x="8071" y="12898"/>
                  </a:lnTo>
                  <a:lnTo>
                    <a:pt x="7531" y="12975"/>
                  </a:lnTo>
                  <a:lnTo>
                    <a:pt x="6990" y="13014"/>
                  </a:lnTo>
                  <a:lnTo>
                    <a:pt x="6411" y="12975"/>
                  </a:lnTo>
                  <a:lnTo>
                    <a:pt x="5870" y="12898"/>
                  </a:lnTo>
                  <a:lnTo>
                    <a:pt x="5291" y="12782"/>
                  </a:lnTo>
                  <a:lnTo>
                    <a:pt x="4751" y="12627"/>
                  </a:lnTo>
                  <a:lnTo>
                    <a:pt x="4171" y="12396"/>
                  </a:lnTo>
                  <a:lnTo>
                    <a:pt x="3631" y="12125"/>
                  </a:lnTo>
                  <a:lnTo>
                    <a:pt x="3090" y="11816"/>
                  </a:lnTo>
                  <a:lnTo>
                    <a:pt x="2588" y="11469"/>
                  </a:lnTo>
                  <a:lnTo>
                    <a:pt x="2125" y="11044"/>
                  </a:lnTo>
                  <a:lnTo>
                    <a:pt x="1700" y="10581"/>
                  </a:lnTo>
                  <a:lnTo>
                    <a:pt x="1314" y="10117"/>
                  </a:lnTo>
                  <a:lnTo>
                    <a:pt x="966" y="9577"/>
                  </a:lnTo>
                  <a:lnTo>
                    <a:pt x="696" y="8998"/>
                  </a:lnTo>
                  <a:lnTo>
                    <a:pt x="542" y="8418"/>
                  </a:lnTo>
                  <a:lnTo>
                    <a:pt x="426" y="7801"/>
                  </a:lnTo>
                  <a:lnTo>
                    <a:pt x="426" y="7221"/>
                  </a:lnTo>
                  <a:lnTo>
                    <a:pt x="503" y="6603"/>
                  </a:lnTo>
                  <a:lnTo>
                    <a:pt x="696" y="6024"/>
                  </a:lnTo>
                  <a:lnTo>
                    <a:pt x="928" y="5484"/>
                  </a:lnTo>
                  <a:lnTo>
                    <a:pt x="1237" y="4943"/>
                  </a:lnTo>
                  <a:lnTo>
                    <a:pt x="1623" y="4480"/>
                  </a:lnTo>
                  <a:lnTo>
                    <a:pt x="2048" y="4055"/>
                  </a:lnTo>
                  <a:lnTo>
                    <a:pt x="2588" y="3707"/>
                  </a:lnTo>
                  <a:lnTo>
                    <a:pt x="3129" y="3437"/>
                  </a:lnTo>
                  <a:lnTo>
                    <a:pt x="3708" y="3244"/>
                  </a:lnTo>
                  <a:lnTo>
                    <a:pt x="4287" y="3167"/>
                  </a:lnTo>
                  <a:lnTo>
                    <a:pt x="4866" y="3128"/>
                  </a:lnTo>
                  <a:close/>
                  <a:moveTo>
                    <a:pt x="15717" y="0"/>
                  </a:moveTo>
                  <a:lnTo>
                    <a:pt x="15524" y="39"/>
                  </a:lnTo>
                  <a:lnTo>
                    <a:pt x="15331" y="155"/>
                  </a:lnTo>
                  <a:lnTo>
                    <a:pt x="15138" y="271"/>
                  </a:lnTo>
                  <a:lnTo>
                    <a:pt x="14983" y="464"/>
                  </a:lnTo>
                  <a:lnTo>
                    <a:pt x="14829" y="618"/>
                  </a:lnTo>
                  <a:lnTo>
                    <a:pt x="14713" y="850"/>
                  </a:lnTo>
                  <a:lnTo>
                    <a:pt x="14636" y="1043"/>
                  </a:lnTo>
                  <a:lnTo>
                    <a:pt x="14597" y="1275"/>
                  </a:lnTo>
                  <a:lnTo>
                    <a:pt x="14559" y="1545"/>
                  </a:lnTo>
                  <a:lnTo>
                    <a:pt x="14520" y="2047"/>
                  </a:lnTo>
                  <a:lnTo>
                    <a:pt x="14597" y="2588"/>
                  </a:lnTo>
                  <a:lnTo>
                    <a:pt x="14752" y="3090"/>
                  </a:lnTo>
                  <a:lnTo>
                    <a:pt x="14713" y="3128"/>
                  </a:lnTo>
                  <a:lnTo>
                    <a:pt x="14675" y="3167"/>
                  </a:lnTo>
                  <a:lnTo>
                    <a:pt x="14636" y="3205"/>
                  </a:lnTo>
                  <a:lnTo>
                    <a:pt x="14173" y="3128"/>
                  </a:lnTo>
                  <a:lnTo>
                    <a:pt x="13709" y="3167"/>
                  </a:lnTo>
                  <a:lnTo>
                    <a:pt x="13246" y="3283"/>
                  </a:lnTo>
                  <a:lnTo>
                    <a:pt x="12821" y="3476"/>
                  </a:lnTo>
                  <a:lnTo>
                    <a:pt x="12512" y="3669"/>
                  </a:lnTo>
                  <a:lnTo>
                    <a:pt x="12358" y="3785"/>
                  </a:lnTo>
                  <a:lnTo>
                    <a:pt x="12203" y="3939"/>
                  </a:lnTo>
                  <a:lnTo>
                    <a:pt x="12049" y="4132"/>
                  </a:lnTo>
                  <a:lnTo>
                    <a:pt x="11972" y="4287"/>
                  </a:lnTo>
                  <a:lnTo>
                    <a:pt x="11933" y="4480"/>
                  </a:lnTo>
                  <a:lnTo>
                    <a:pt x="11933" y="4673"/>
                  </a:lnTo>
                  <a:lnTo>
                    <a:pt x="12010" y="4866"/>
                  </a:lnTo>
                  <a:lnTo>
                    <a:pt x="12126" y="5020"/>
                  </a:lnTo>
                  <a:lnTo>
                    <a:pt x="12280" y="5097"/>
                  </a:lnTo>
                  <a:lnTo>
                    <a:pt x="12435" y="5136"/>
                  </a:lnTo>
                  <a:lnTo>
                    <a:pt x="12628" y="5175"/>
                  </a:lnTo>
                  <a:lnTo>
                    <a:pt x="12821" y="5136"/>
                  </a:lnTo>
                  <a:lnTo>
                    <a:pt x="13207" y="5059"/>
                  </a:lnTo>
                  <a:lnTo>
                    <a:pt x="13516" y="4904"/>
                  </a:lnTo>
                  <a:lnTo>
                    <a:pt x="13825" y="4711"/>
                  </a:lnTo>
                  <a:lnTo>
                    <a:pt x="14095" y="4480"/>
                  </a:lnTo>
                  <a:lnTo>
                    <a:pt x="14366" y="4248"/>
                  </a:lnTo>
                  <a:lnTo>
                    <a:pt x="14211" y="4711"/>
                  </a:lnTo>
                  <a:lnTo>
                    <a:pt x="14018" y="5175"/>
                  </a:lnTo>
                  <a:lnTo>
                    <a:pt x="13864" y="5406"/>
                  </a:lnTo>
                  <a:lnTo>
                    <a:pt x="13709" y="5599"/>
                  </a:lnTo>
                  <a:lnTo>
                    <a:pt x="13555" y="5793"/>
                  </a:lnTo>
                  <a:lnTo>
                    <a:pt x="13362" y="5947"/>
                  </a:lnTo>
                  <a:lnTo>
                    <a:pt x="13053" y="6179"/>
                  </a:lnTo>
                  <a:lnTo>
                    <a:pt x="12705" y="6333"/>
                  </a:lnTo>
                  <a:lnTo>
                    <a:pt x="12358" y="6410"/>
                  </a:lnTo>
                  <a:lnTo>
                    <a:pt x="12010" y="6410"/>
                  </a:lnTo>
                  <a:lnTo>
                    <a:pt x="11663" y="6372"/>
                  </a:lnTo>
                  <a:lnTo>
                    <a:pt x="11315" y="6256"/>
                  </a:lnTo>
                  <a:lnTo>
                    <a:pt x="10968" y="6101"/>
                  </a:lnTo>
                  <a:lnTo>
                    <a:pt x="10659" y="5870"/>
                  </a:lnTo>
                  <a:lnTo>
                    <a:pt x="10234" y="5561"/>
                  </a:lnTo>
                  <a:lnTo>
                    <a:pt x="9809" y="5213"/>
                  </a:lnTo>
                  <a:lnTo>
                    <a:pt x="9037" y="4480"/>
                  </a:lnTo>
                  <a:lnTo>
                    <a:pt x="8651" y="4132"/>
                  </a:lnTo>
                  <a:lnTo>
                    <a:pt x="8226" y="3823"/>
                  </a:lnTo>
                  <a:lnTo>
                    <a:pt x="7801" y="3514"/>
                  </a:lnTo>
                  <a:lnTo>
                    <a:pt x="7299" y="3244"/>
                  </a:lnTo>
                  <a:lnTo>
                    <a:pt x="6720" y="3012"/>
                  </a:lnTo>
                  <a:lnTo>
                    <a:pt x="6102" y="2819"/>
                  </a:lnTo>
                  <a:lnTo>
                    <a:pt x="5523" y="2742"/>
                  </a:lnTo>
                  <a:lnTo>
                    <a:pt x="4905" y="2703"/>
                  </a:lnTo>
                  <a:lnTo>
                    <a:pt x="4287" y="2703"/>
                  </a:lnTo>
                  <a:lnTo>
                    <a:pt x="3708" y="2819"/>
                  </a:lnTo>
                  <a:lnTo>
                    <a:pt x="3129" y="2974"/>
                  </a:lnTo>
                  <a:lnTo>
                    <a:pt x="2549" y="3205"/>
                  </a:lnTo>
                  <a:lnTo>
                    <a:pt x="2318" y="3360"/>
                  </a:lnTo>
                  <a:lnTo>
                    <a:pt x="2009" y="3553"/>
                  </a:lnTo>
                  <a:lnTo>
                    <a:pt x="1700" y="3785"/>
                  </a:lnTo>
                  <a:lnTo>
                    <a:pt x="1430" y="4016"/>
                  </a:lnTo>
                  <a:lnTo>
                    <a:pt x="1159" y="4325"/>
                  </a:lnTo>
                  <a:lnTo>
                    <a:pt x="928" y="4595"/>
                  </a:lnTo>
                  <a:lnTo>
                    <a:pt x="696" y="4943"/>
                  </a:lnTo>
                  <a:lnTo>
                    <a:pt x="503" y="5291"/>
                  </a:lnTo>
                  <a:lnTo>
                    <a:pt x="348" y="5677"/>
                  </a:lnTo>
                  <a:lnTo>
                    <a:pt x="155" y="6217"/>
                  </a:lnTo>
                  <a:lnTo>
                    <a:pt x="40" y="6758"/>
                  </a:lnTo>
                  <a:lnTo>
                    <a:pt x="1" y="7299"/>
                  </a:lnTo>
                  <a:lnTo>
                    <a:pt x="1" y="7801"/>
                  </a:lnTo>
                  <a:lnTo>
                    <a:pt x="78" y="8303"/>
                  </a:lnTo>
                  <a:lnTo>
                    <a:pt x="194" y="8804"/>
                  </a:lnTo>
                  <a:lnTo>
                    <a:pt x="387" y="9306"/>
                  </a:lnTo>
                  <a:lnTo>
                    <a:pt x="580" y="9770"/>
                  </a:lnTo>
                  <a:lnTo>
                    <a:pt x="850" y="10195"/>
                  </a:lnTo>
                  <a:lnTo>
                    <a:pt x="1159" y="10658"/>
                  </a:lnTo>
                  <a:lnTo>
                    <a:pt x="1507" y="11044"/>
                  </a:lnTo>
                  <a:lnTo>
                    <a:pt x="1893" y="11430"/>
                  </a:lnTo>
                  <a:lnTo>
                    <a:pt x="2279" y="11778"/>
                  </a:lnTo>
                  <a:lnTo>
                    <a:pt x="2704" y="12125"/>
                  </a:lnTo>
                  <a:lnTo>
                    <a:pt x="3167" y="12396"/>
                  </a:lnTo>
                  <a:lnTo>
                    <a:pt x="3631" y="12666"/>
                  </a:lnTo>
                  <a:lnTo>
                    <a:pt x="4249" y="12975"/>
                  </a:lnTo>
                  <a:lnTo>
                    <a:pt x="4866" y="13168"/>
                  </a:lnTo>
                  <a:lnTo>
                    <a:pt x="5484" y="13361"/>
                  </a:lnTo>
                  <a:lnTo>
                    <a:pt x="6141" y="13438"/>
                  </a:lnTo>
                  <a:lnTo>
                    <a:pt x="6759" y="13515"/>
                  </a:lnTo>
                  <a:lnTo>
                    <a:pt x="7376" y="13477"/>
                  </a:lnTo>
                  <a:lnTo>
                    <a:pt x="7994" y="13438"/>
                  </a:lnTo>
                  <a:lnTo>
                    <a:pt x="8612" y="13284"/>
                  </a:lnTo>
                  <a:lnTo>
                    <a:pt x="8728" y="13438"/>
                  </a:lnTo>
                  <a:lnTo>
                    <a:pt x="8998" y="13207"/>
                  </a:lnTo>
                  <a:lnTo>
                    <a:pt x="9770" y="12898"/>
                  </a:lnTo>
                  <a:lnTo>
                    <a:pt x="10504" y="12550"/>
                  </a:lnTo>
                  <a:lnTo>
                    <a:pt x="11238" y="12087"/>
                  </a:lnTo>
                  <a:lnTo>
                    <a:pt x="11933" y="11546"/>
                  </a:lnTo>
                  <a:lnTo>
                    <a:pt x="12474" y="11044"/>
                  </a:lnTo>
                  <a:lnTo>
                    <a:pt x="13014" y="10426"/>
                  </a:lnTo>
                  <a:lnTo>
                    <a:pt x="13246" y="10195"/>
                  </a:lnTo>
                  <a:lnTo>
                    <a:pt x="13207" y="10156"/>
                  </a:lnTo>
                  <a:lnTo>
                    <a:pt x="13709" y="9461"/>
                  </a:lnTo>
                  <a:lnTo>
                    <a:pt x="14134" y="8727"/>
                  </a:lnTo>
                  <a:lnTo>
                    <a:pt x="14481" y="7955"/>
                  </a:lnTo>
                  <a:lnTo>
                    <a:pt x="14752" y="7183"/>
                  </a:lnTo>
                  <a:lnTo>
                    <a:pt x="14945" y="6333"/>
                  </a:lnTo>
                  <a:lnTo>
                    <a:pt x="15022" y="5947"/>
                  </a:lnTo>
                  <a:lnTo>
                    <a:pt x="15061" y="5522"/>
                  </a:lnTo>
                  <a:lnTo>
                    <a:pt x="15061" y="5097"/>
                  </a:lnTo>
                  <a:lnTo>
                    <a:pt x="15061" y="4673"/>
                  </a:lnTo>
                  <a:lnTo>
                    <a:pt x="15022" y="4248"/>
                  </a:lnTo>
                  <a:lnTo>
                    <a:pt x="14945" y="3862"/>
                  </a:lnTo>
                  <a:lnTo>
                    <a:pt x="15215" y="4248"/>
                  </a:lnTo>
                  <a:lnTo>
                    <a:pt x="15563" y="4595"/>
                  </a:lnTo>
                  <a:lnTo>
                    <a:pt x="15949" y="4943"/>
                  </a:lnTo>
                  <a:lnTo>
                    <a:pt x="16374" y="5213"/>
                  </a:lnTo>
                  <a:lnTo>
                    <a:pt x="16567" y="5291"/>
                  </a:lnTo>
                  <a:lnTo>
                    <a:pt x="16798" y="5368"/>
                  </a:lnTo>
                  <a:lnTo>
                    <a:pt x="17030" y="5445"/>
                  </a:lnTo>
                  <a:lnTo>
                    <a:pt x="17262" y="5445"/>
                  </a:lnTo>
                  <a:lnTo>
                    <a:pt x="17493" y="5406"/>
                  </a:lnTo>
                  <a:lnTo>
                    <a:pt x="17687" y="5329"/>
                  </a:lnTo>
                  <a:lnTo>
                    <a:pt x="17841" y="5175"/>
                  </a:lnTo>
                  <a:lnTo>
                    <a:pt x="17957" y="4982"/>
                  </a:lnTo>
                  <a:lnTo>
                    <a:pt x="17995" y="4750"/>
                  </a:lnTo>
                  <a:lnTo>
                    <a:pt x="17995" y="4557"/>
                  </a:lnTo>
                  <a:lnTo>
                    <a:pt x="17957" y="4325"/>
                  </a:lnTo>
                  <a:lnTo>
                    <a:pt x="17841" y="4132"/>
                  </a:lnTo>
                  <a:lnTo>
                    <a:pt x="17725" y="3978"/>
                  </a:lnTo>
                  <a:lnTo>
                    <a:pt x="17571" y="3785"/>
                  </a:lnTo>
                  <a:lnTo>
                    <a:pt x="17416" y="3669"/>
                  </a:lnTo>
                  <a:lnTo>
                    <a:pt x="17262" y="3553"/>
                  </a:lnTo>
                  <a:lnTo>
                    <a:pt x="17030" y="3437"/>
                  </a:lnTo>
                  <a:lnTo>
                    <a:pt x="16798" y="3321"/>
                  </a:lnTo>
                  <a:lnTo>
                    <a:pt x="16296" y="3205"/>
                  </a:lnTo>
                  <a:lnTo>
                    <a:pt x="15794" y="3128"/>
                  </a:lnTo>
                  <a:lnTo>
                    <a:pt x="15254" y="3128"/>
                  </a:lnTo>
                  <a:lnTo>
                    <a:pt x="15679" y="2858"/>
                  </a:lnTo>
                  <a:lnTo>
                    <a:pt x="16026" y="2510"/>
                  </a:lnTo>
                  <a:lnTo>
                    <a:pt x="16296" y="2124"/>
                  </a:lnTo>
                  <a:lnTo>
                    <a:pt x="16528" y="1661"/>
                  </a:lnTo>
                  <a:lnTo>
                    <a:pt x="16567" y="1429"/>
                  </a:lnTo>
                  <a:lnTo>
                    <a:pt x="16605" y="1197"/>
                  </a:lnTo>
                  <a:lnTo>
                    <a:pt x="16644" y="927"/>
                  </a:lnTo>
                  <a:lnTo>
                    <a:pt x="16605" y="657"/>
                  </a:lnTo>
                  <a:lnTo>
                    <a:pt x="16528" y="425"/>
                  </a:lnTo>
                  <a:lnTo>
                    <a:pt x="16412" y="232"/>
                  </a:lnTo>
                  <a:lnTo>
                    <a:pt x="16219" y="78"/>
                  </a:lnTo>
                  <a:lnTo>
                    <a:pt x="16103" y="39"/>
                  </a:lnTo>
                  <a:lnTo>
                    <a:pt x="1594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18"/>
            <p:cNvSpPr/>
            <p:nvPr/>
          </p:nvSpPr>
          <p:spPr>
            <a:xfrm>
              <a:off x="4737700" y="181247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1" y="463"/>
                  </a:moveTo>
                  <a:lnTo>
                    <a:pt x="11624" y="502"/>
                  </a:lnTo>
                  <a:lnTo>
                    <a:pt x="12049" y="541"/>
                  </a:lnTo>
                  <a:lnTo>
                    <a:pt x="12435" y="656"/>
                  </a:lnTo>
                  <a:lnTo>
                    <a:pt x="12628" y="734"/>
                  </a:lnTo>
                  <a:lnTo>
                    <a:pt x="12744" y="811"/>
                  </a:lnTo>
                  <a:lnTo>
                    <a:pt x="12860" y="965"/>
                  </a:lnTo>
                  <a:lnTo>
                    <a:pt x="12937" y="1081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7" y="1699"/>
                  </a:lnTo>
                  <a:lnTo>
                    <a:pt x="12821" y="1892"/>
                  </a:lnTo>
                  <a:lnTo>
                    <a:pt x="12705" y="2085"/>
                  </a:lnTo>
                  <a:lnTo>
                    <a:pt x="12589" y="2240"/>
                  </a:lnTo>
                  <a:lnTo>
                    <a:pt x="12242" y="2471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9" y="3205"/>
                  </a:lnTo>
                  <a:lnTo>
                    <a:pt x="9925" y="3437"/>
                  </a:lnTo>
                  <a:lnTo>
                    <a:pt x="9153" y="3707"/>
                  </a:lnTo>
                  <a:lnTo>
                    <a:pt x="8380" y="3900"/>
                  </a:lnTo>
                  <a:lnTo>
                    <a:pt x="7608" y="4093"/>
                  </a:lnTo>
                  <a:lnTo>
                    <a:pt x="6797" y="4286"/>
                  </a:lnTo>
                  <a:lnTo>
                    <a:pt x="5909" y="4441"/>
                  </a:lnTo>
                  <a:lnTo>
                    <a:pt x="5021" y="4595"/>
                  </a:lnTo>
                  <a:lnTo>
                    <a:pt x="4133" y="4711"/>
                  </a:lnTo>
                  <a:lnTo>
                    <a:pt x="3245" y="4788"/>
                  </a:lnTo>
                  <a:lnTo>
                    <a:pt x="2202" y="4788"/>
                  </a:lnTo>
                  <a:lnTo>
                    <a:pt x="1854" y="4750"/>
                  </a:lnTo>
                  <a:lnTo>
                    <a:pt x="1507" y="4672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0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5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3"/>
                  </a:lnTo>
                  <a:lnTo>
                    <a:pt x="3013" y="2356"/>
                  </a:lnTo>
                  <a:lnTo>
                    <a:pt x="3708" y="2008"/>
                  </a:lnTo>
                  <a:lnTo>
                    <a:pt x="4480" y="1699"/>
                  </a:lnTo>
                  <a:lnTo>
                    <a:pt x="5253" y="1429"/>
                  </a:lnTo>
                  <a:lnTo>
                    <a:pt x="6025" y="1197"/>
                  </a:lnTo>
                  <a:lnTo>
                    <a:pt x="6836" y="1004"/>
                  </a:lnTo>
                  <a:lnTo>
                    <a:pt x="7608" y="811"/>
                  </a:lnTo>
                  <a:lnTo>
                    <a:pt x="8419" y="695"/>
                  </a:lnTo>
                  <a:lnTo>
                    <a:pt x="9230" y="579"/>
                  </a:lnTo>
                  <a:lnTo>
                    <a:pt x="10041" y="541"/>
                  </a:lnTo>
                  <a:lnTo>
                    <a:pt x="10736" y="502"/>
                  </a:lnTo>
                  <a:lnTo>
                    <a:pt x="11161" y="463"/>
                  </a:lnTo>
                  <a:close/>
                  <a:moveTo>
                    <a:pt x="13477" y="1120"/>
                  </a:moveTo>
                  <a:lnTo>
                    <a:pt x="13632" y="1313"/>
                  </a:lnTo>
                  <a:lnTo>
                    <a:pt x="13709" y="1506"/>
                  </a:lnTo>
                  <a:lnTo>
                    <a:pt x="13748" y="1738"/>
                  </a:lnTo>
                  <a:lnTo>
                    <a:pt x="13709" y="2008"/>
                  </a:lnTo>
                  <a:lnTo>
                    <a:pt x="13632" y="2240"/>
                  </a:lnTo>
                  <a:lnTo>
                    <a:pt x="13516" y="2471"/>
                  </a:lnTo>
                  <a:lnTo>
                    <a:pt x="13400" y="2703"/>
                  </a:lnTo>
                  <a:lnTo>
                    <a:pt x="13207" y="2896"/>
                  </a:lnTo>
                  <a:lnTo>
                    <a:pt x="12860" y="3205"/>
                  </a:lnTo>
                  <a:lnTo>
                    <a:pt x="12473" y="3437"/>
                  </a:lnTo>
                  <a:lnTo>
                    <a:pt x="12049" y="3668"/>
                  </a:lnTo>
                  <a:lnTo>
                    <a:pt x="11624" y="3900"/>
                  </a:lnTo>
                  <a:lnTo>
                    <a:pt x="10659" y="4286"/>
                  </a:lnTo>
                  <a:lnTo>
                    <a:pt x="9732" y="4634"/>
                  </a:lnTo>
                  <a:lnTo>
                    <a:pt x="8766" y="4904"/>
                  </a:lnTo>
                  <a:lnTo>
                    <a:pt x="7762" y="5174"/>
                  </a:lnTo>
                  <a:lnTo>
                    <a:pt x="6758" y="5406"/>
                  </a:lnTo>
                  <a:lnTo>
                    <a:pt x="5755" y="5599"/>
                  </a:lnTo>
                  <a:lnTo>
                    <a:pt x="4712" y="5792"/>
                  </a:lnTo>
                  <a:lnTo>
                    <a:pt x="3708" y="5908"/>
                  </a:lnTo>
                  <a:lnTo>
                    <a:pt x="2781" y="5985"/>
                  </a:lnTo>
                  <a:lnTo>
                    <a:pt x="2279" y="5985"/>
                  </a:lnTo>
                  <a:lnTo>
                    <a:pt x="1816" y="5947"/>
                  </a:lnTo>
                  <a:lnTo>
                    <a:pt x="1545" y="5869"/>
                  </a:lnTo>
                  <a:lnTo>
                    <a:pt x="1237" y="5792"/>
                  </a:lnTo>
                  <a:lnTo>
                    <a:pt x="928" y="5638"/>
                  </a:lnTo>
                  <a:lnTo>
                    <a:pt x="696" y="5483"/>
                  </a:lnTo>
                  <a:lnTo>
                    <a:pt x="503" y="5252"/>
                  </a:lnTo>
                  <a:lnTo>
                    <a:pt x="348" y="5020"/>
                  </a:lnTo>
                  <a:lnTo>
                    <a:pt x="310" y="4865"/>
                  </a:lnTo>
                  <a:lnTo>
                    <a:pt x="310" y="4750"/>
                  </a:lnTo>
                  <a:lnTo>
                    <a:pt x="310" y="4595"/>
                  </a:lnTo>
                  <a:lnTo>
                    <a:pt x="348" y="4441"/>
                  </a:lnTo>
                  <a:lnTo>
                    <a:pt x="542" y="4672"/>
                  </a:lnTo>
                  <a:lnTo>
                    <a:pt x="812" y="4865"/>
                  </a:lnTo>
                  <a:lnTo>
                    <a:pt x="1043" y="4981"/>
                  </a:lnTo>
                  <a:lnTo>
                    <a:pt x="1352" y="5097"/>
                  </a:lnTo>
                  <a:lnTo>
                    <a:pt x="1623" y="5213"/>
                  </a:lnTo>
                  <a:lnTo>
                    <a:pt x="1932" y="5252"/>
                  </a:lnTo>
                  <a:lnTo>
                    <a:pt x="2588" y="5329"/>
                  </a:lnTo>
                  <a:lnTo>
                    <a:pt x="3245" y="5290"/>
                  </a:lnTo>
                  <a:lnTo>
                    <a:pt x="3940" y="5252"/>
                  </a:lnTo>
                  <a:lnTo>
                    <a:pt x="5137" y="5059"/>
                  </a:lnTo>
                  <a:lnTo>
                    <a:pt x="6913" y="4788"/>
                  </a:lnTo>
                  <a:lnTo>
                    <a:pt x="7840" y="4595"/>
                  </a:lnTo>
                  <a:lnTo>
                    <a:pt x="8728" y="4402"/>
                  </a:lnTo>
                  <a:lnTo>
                    <a:pt x="9616" y="4132"/>
                  </a:lnTo>
                  <a:lnTo>
                    <a:pt x="10504" y="3861"/>
                  </a:lnTo>
                  <a:lnTo>
                    <a:pt x="11354" y="3514"/>
                  </a:lnTo>
                  <a:lnTo>
                    <a:pt x="12165" y="3128"/>
                  </a:lnTo>
                  <a:lnTo>
                    <a:pt x="12435" y="2973"/>
                  </a:lnTo>
                  <a:lnTo>
                    <a:pt x="12705" y="2819"/>
                  </a:lnTo>
                  <a:lnTo>
                    <a:pt x="12937" y="2587"/>
                  </a:lnTo>
                  <a:lnTo>
                    <a:pt x="13130" y="2394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3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9" y="0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4"/>
                  </a:lnTo>
                  <a:lnTo>
                    <a:pt x="4133" y="1352"/>
                  </a:lnTo>
                  <a:lnTo>
                    <a:pt x="3245" y="1699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89"/>
                  </a:lnTo>
                  <a:lnTo>
                    <a:pt x="464" y="3398"/>
                  </a:lnTo>
                  <a:lnTo>
                    <a:pt x="348" y="3553"/>
                  </a:lnTo>
                  <a:lnTo>
                    <a:pt x="271" y="3707"/>
                  </a:lnTo>
                  <a:lnTo>
                    <a:pt x="233" y="3861"/>
                  </a:lnTo>
                  <a:lnTo>
                    <a:pt x="233" y="4055"/>
                  </a:lnTo>
                  <a:lnTo>
                    <a:pt x="194" y="4132"/>
                  </a:lnTo>
                  <a:lnTo>
                    <a:pt x="194" y="4170"/>
                  </a:lnTo>
                  <a:lnTo>
                    <a:pt x="117" y="4325"/>
                  </a:lnTo>
                  <a:lnTo>
                    <a:pt x="40" y="4479"/>
                  </a:lnTo>
                  <a:lnTo>
                    <a:pt x="1" y="4634"/>
                  </a:lnTo>
                  <a:lnTo>
                    <a:pt x="1" y="4788"/>
                  </a:lnTo>
                  <a:lnTo>
                    <a:pt x="40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8" y="6063"/>
                  </a:lnTo>
                  <a:lnTo>
                    <a:pt x="966" y="6256"/>
                  </a:lnTo>
                  <a:lnTo>
                    <a:pt x="1275" y="6178"/>
                  </a:lnTo>
                  <a:lnTo>
                    <a:pt x="1314" y="6217"/>
                  </a:lnTo>
                  <a:lnTo>
                    <a:pt x="1314" y="6256"/>
                  </a:lnTo>
                  <a:lnTo>
                    <a:pt x="1352" y="6294"/>
                  </a:lnTo>
                  <a:lnTo>
                    <a:pt x="1468" y="6256"/>
                  </a:lnTo>
                  <a:lnTo>
                    <a:pt x="1816" y="6294"/>
                  </a:lnTo>
                  <a:lnTo>
                    <a:pt x="2395" y="6333"/>
                  </a:lnTo>
                  <a:lnTo>
                    <a:pt x="3013" y="6371"/>
                  </a:lnTo>
                  <a:lnTo>
                    <a:pt x="3592" y="6333"/>
                  </a:lnTo>
                  <a:lnTo>
                    <a:pt x="4171" y="6294"/>
                  </a:lnTo>
                  <a:lnTo>
                    <a:pt x="5368" y="6101"/>
                  </a:lnTo>
                  <a:lnTo>
                    <a:pt x="6565" y="5869"/>
                  </a:lnTo>
                  <a:lnTo>
                    <a:pt x="6758" y="5831"/>
                  </a:lnTo>
                  <a:lnTo>
                    <a:pt x="7994" y="5522"/>
                  </a:lnTo>
                  <a:lnTo>
                    <a:pt x="9037" y="5252"/>
                  </a:lnTo>
                  <a:lnTo>
                    <a:pt x="10079" y="4981"/>
                  </a:lnTo>
                  <a:lnTo>
                    <a:pt x="11161" y="4595"/>
                  </a:lnTo>
                  <a:lnTo>
                    <a:pt x="11663" y="4363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6"/>
                  </a:lnTo>
                  <a:lnTo>
                    <a:pt x="12782" y="4711"/>
                  </a:lnTo>
                  <a:lnTo>
                    <a:pt x="13014" y="4518"/>
                  </a:lnTo>
                  <a:lnTo>
                    <a:pt x="12435" y="3939"/>
                  </a:lnTo>
                  <a:lnTo>
                    <a:pt x="12898" y="3668"/>
                  </a:lnTo>
                  <a:lnTo>
                    <a:pt x="13362" y="3321"/>
                  </a:lnTo>
                  <a:lnTo>
                    <a:pt x="13632" y="3051"/>
                  </a:lnTo>
                  <a:lnTo>
                    <a:pt x="13825" y="2703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8"/>
                  </a:lnTo>
                  <a:lnTo>
                    <a:pt x="14134" y="1738"/>
                  </a:lnTo>
                  <a:lnTo>
                    <a:pt x="14095" y="1467"/>
                  </a:lnTo>
                  <a:lnTo>
                    <a:pt x="14018" y="1236"/>
                  </a:lnTo>
                  <a:lnTo>
                    <a:pt x="13902" y="1004"/>
                  </a:lnTo>
                  <a:lnTo>
                    <a:pt x="13748" y="811"/>
                  </a:lnTo>
                  <a:lnTo>
                    <a:pt x="13477" y="618"/>
                  </a:lnTo>
                  <a:lnTo>
                    <a:pt x="13169" y="502"/>
                  </a:lnTo>
                  <a:lnTo>
                    <a:pt x="13091" y="502"/>
                  </a:lnTo>
                  <a:lnTo>
                    <a:pt x="12898" y="386"/>
                  </a:lnTo>
                  <a:lnTo>
                    <a:pt x="12667" y="270"/>
                  </a:lnTo>
                  <a:lnTo>
                    <a:pt x="12435" y="154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18"/>
            <p:cNvSpPr/>
            <p:nvPr/>
          </p:nvSpPr>
          <p:spPr>
            <a:xfrm>
              <a:off x="2291450" y="1821150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7" y="1"/>
                  </a:moveTo>
                  <a:lnTo>
                    <a:pt x="1893" y="78"/>
                  </a:lnTo>
                  <a:lnTo>
                    <a:pt x="1738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5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39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3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1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1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8" y="1005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2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1" y="2704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1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6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6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2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3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2" y="5793"/>
                  </a:lnTo>
                  <a:lnTo>
                    <a:pt x="4828" y="5638"/>
                  </a:lnTo>
                  <a:lnTo>
                    <a:pt x="4248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6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3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18"/>
            <p:cNvSpPr/>
            <p:nvPr/>
          </p:nvSpPr>
          <p:spPr>
            <a:xfrm>
              <a:off x="6650100" y="1835625"/>
              <a:ext cx="350475" cy="288675"/>
            </a:xfrm>
            <a:custGeom>
              <a:avLst/>
              <a:gdLst/>
              <a:ahLst/>
              <a:cxnLst/>
              <a:rect l="l" t="t" r="r" b="b"/>
              <a:pathLst>
                <a:path w="14019" h="11547" extrusionOk="0">
                  <a:moveTo>
                    <a:pt x="11778" y="1"/>
                  </a:moveTo>
                  <a:lnTo>
                    <a:pt x="11470" y="78"/>
                  </a:lnTo>
                  <a:lnTo>
                    <a:pt x="11856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9" y="1893"/>
                  </a:lnTo>
                  <a:lnTo>
                    <a:pt x="10427" y="2086"/>
                  </a:lnTo>
                  <a:lnTo>
                    <a:pt x="11470" y="3437"/>
                  </a:lnTo>
                  <a:lnTo>
                    <a:pt x="12551" y="4750"/>
                  </a:lnTo>
                  <a:lnTo>
                    <a:pt x="12860" y="5754"/>
                  </a:lnTo>
                  <a:lnTo>
                    <a:pt x="13169" y="5754"/>
                  </a:lnTo>
                  <a:lnTo>
                    <a:pt x="13207" y="5639"/>
                  </a:lnTo>
                  <a:lnTo>
                    <a:pt x="13169" y="5523"/>
                  </a:lnTo>
                  <a:lnTo>
                    <a:pt x="13439" y="5716"/>
                  </a:lnTo>
                  <a:lnTo>
                    <a:pt x="13593" y="5947"/>
                  </a:lnTo>
                  <a:lnTo>
                    <a:pt x="13671" y="6179"/>
                  </a:lnTo>
                  <a:lnTo>
                    <a:pt x="13709" y="6411"/>
                  </a:lnTo>
                  <a:lnTo>
                    <a:pt x="13632" y="6681"/>
                  </a:lnTo>
                  <a:lnTo>
                    <a:pt x="13516" y="6913"/>
                  </a:lnTo>
                  <a:lnTo>
                    <a:pt x="13362" y="7183"/>
                  </a:lnTo>
                  <a:lnTo>
                    <a:pt x="13169" y="7453"/>
                  </a:lnTo>
                  <a:lnTo>
                    <a:pt x="12744" y="7955"/>
                  </a:lnTo>
                  <a:lnTo>
                    <a:pt x="12203" y="8419"/>
                  </a:lnTo>
                  <a:lnTo>
                    <a:pt x="11740" y="8766"/>
                  </a:lnTo>
                  <a:lnTo>
                    <a:pt x="11354" y="9075"/>
                  </a:lnTo>
                  <a:lnTo>
                    <a:pt x="10543" y="9577"/>
                  </a:lnTo>
                  <a:lnTo>
                    <a:pt x="9655" y="10002"/>
                  </a:lnTo>
                  <a:lnTo>
                    <a:pt x="8767" y="10388"/>
                  </a:lnTo>
                  <a:lnTo>
                    <a:pt x="7878" y="10658"/>
                  </a:lnTo>
                  <a:lnTo>
                    <a:pt x="6952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1" y="11160"/>
                  </a:lnTo>
                  <a:lnTo>
                    <a:pt x="3013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2" y="10543"/>
                  </a:lnTo>
                  <a:lnTo>
                    <a:pt x="619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40" y="9654"/>
                  </a:lnTo>
                  <a:lnTo>
                    <a:pt x="1" y="9886"/>
                  </a:lnTo>
                  <a:lnTo>
                    <a:pt x="40" y="10118"/>
                  </a:lnTo>
                  <a:lnTo>
                    <a:pt x="78" y="10311"/>
                  </a:lnTo>
                  <a:lnTo>
                    <a:pt x="194" y="10465"/>
                  </a:lnTo>
                  <a:lnTo>
                    <a:pt x="348" y="10620"/>
                  </a:lnTo>
                  <a:lnTo>
                    <a:pt x="542" y="10774"/>
                  </a:lnTo>
                  <a:lnTo>
                    <a:pt x="773" y="10890"/>
                  </a:lnTo>
                  <a:lnTo>
                    <a:pt x="1237" y="11083"/>
                  </a:lnTo>
                  <a:lnTo>
                    <a:pt x="1739" y="11238"/>
                  </a:lnTo>
                  <a:lnTo>
                    <a:pt x="2202" y="11354"/>
                  </a:lnTo>
                  <a:lnTo>
                    <a:pt x="2627" y="11431"/>
                  </a:lnTo>
                  <a:lnTo>
                    <a:pt x="3322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9" y="11315"/>
                  </a:lnTo>
                  <a:lnTo>
                    <a:pt x="7415" y="11160"/>
                  </a:lnTo>
                  <a:lnTo>
                    <a:pt x="8071" y="11006"/>
                  </a:lnTo>
                  <a:lnTo>
                    <a:pt x="8728" y="10774"/>
                  </a:lnTo>
                  <a:lnTo>
                    <a:pt x="9346" y="10543"/>
                  </a:lnTo>
                  <a:lnTo>
                    <a:pt x="9964" y="10272"/>
                  </a:lnTo>
                  <a:lnTo>
                    <a:pt x="10543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9" y="8071"/>
                  </a:lnTo>
                  <a:lnTo>
                    <a:pt x="13555" y="7646"/>
                  </a:lnTo>
                  <a:lnTo>
                    <a:pt x="13748" y="7376"/>
                  </a:lnTo>
                  <a:lnTo>
                    <a:pt x="13864" y="7145"/>
                  </a:lnTo>
                  <a:lnTo>
                    <a:pt x="13980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1" y="5909"/>
                  </a:lnTo>
                  <a:lnTo>
                    <a:pt x="13864" y="5716"/>
                  </a:lnTo>
                  <a:lnTo>
                    <a:pt x="13748" y="5523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5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18"/>
            <p:cNvSpPr/>
            <p:nvPr/>
          </p:nvSpPr>
          <p:spPr>
            <a:xfrm>
              <a:off x="609775" y="18510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9" y="541"/>
                  </a:lnTo>
                  <a:lnTo>
                    <a:pt x="12435" y="657"/>
                  </a:lnTo>
                  <a:lnTo>
                    <a:pt x="12628" y="734"/>
                  </a:lnTo>
                  <a:lnTo>
                    <a:pt x="12744" y="812"/>
                  </a:lnTo>
                  <a:lnTo>
                    <a:pt x="12859" y="966"/>
                  </a:lnTo>
                  <a:lnTo>
                    <a:pt x="12937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7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0"/>
                  </a:lnTo>
                  <a:lnTo>
                    <a:pt x="12242" y="2472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8" y="3206"/>
                  </a:lnTo>
                  <a:lnTo>
                    <a:pt x="9925" y="3437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1"/>
                  </a:lnTo>
                  <a:lnTo>
                    <a:pt x="5021" y="4596"/>
                  </a:lnTo>
                  <a:lnTo>
                    <a:pt x="4133" y="4712"/>
                  </a:lnTo>
                  <a:lnTo>
                    <a:pt x="3244" y="4789"/>
                  </a:lnTo>
                  <a:lnTo>
                    <a:pt x="2202" y="4789"/>
                  </a:lnTo>
                  <a:lnTo>
                    <a:pt x="1854" y="4750"/>
                  </a:lnTo>
                  <a:lnTo>
                    <a:pt x="1507" y="4673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1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4"/>
                  </a:lnTo>
                  <a:lnTo>
                    <a:pt x="3013" y="2356"/>
                  </a:lnTo>
                  <a:lnTo>
                    <a:pt x="3708" y="2009"/>
                  </a:lnTo>
                  <a:lnTo>
                    <a:pt x="4480" y="1700"/>
                  </a:lnTo>
                  <a:lnTo>
                    <a:pt x="5252" y="1429"/>
                  </a:lnTo>
                  <a:lnTo>
                    <a:pt x="6025" y="1198"/>
                  </a:lnTo>
                  <a:lnTo>
                    <a:pt x="6836" y="1005"/>
                  </a:lnTo>
                  <a:lnTo>
                    <a:pt x="7608" y="812"/>
                  </a:lnTo>
                  <a:lnTo>
                    <a:pt x="8419" y="696"/>
                  </a:lnTo>
                  <a:lnTo>
                    <a:pt x="9230" y="580"/>
                  </a:lnTo>
                  <a:lnTo>
                    <a:pt x="10041" y="541"/>
                  </a:lnTo>
                  <a:lnTo>
                    <a:pt x="10736" y="503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2" y="1314"/>
                  </a:lnTo>
                  <a:lnTo>
                    <a:pt x="13709" y="1507"/>
                  </a:lnTo>
                  <a:lnTo>
                    <a:pt x="13748" y="1738"/>
                  </a:lnTo>
                  <a:lnTo>
                    <a:pt x="13709" y="2009"/>
                  </a:lnTo>
                  <a:lnTo>
                    <a:pt x="13632" y="2240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7"/>
                  </a:lnTo>
                  <a:lnTo>
                    <a:pt x="12049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2" y="4634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2" y="5793"/>
                  </a:lnTo>
                  <a:lnTo>
                    <a:pt x="3708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6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6" y="5484"/>
                  </a:lnTo>
                  <a:lnTo>
                    <a:pt x="503" y="5252"/>
                  </a:lnTo>
                  <a:lnTo>
                    <a:pt x="348" y="5021"/>
                  </a:lnTo>
                  <a:lnTo>
                    <a:pt x="310" y="4866"/>
                  </a:lnTo>
                  <a:lnTo>
                    <a:pt x="310" y="4750"/>
                  </a:lnTo>
                  <a:lnTo>
                    <a:pt x="310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2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3" y="5214"/>
                  </a:lnTo>
                  <a:lnTo>
                    <a:pt x="1931" y="5252"/>
                  </a:lnTo>
                  <a:lnTo>
                    <a:pt x="2588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7" y="5059"/>
                  </a:lnTo>
                  <a:lnTo>
                    <a:pt x="6913" y="4789"/>
                  </a:lnTo>
                  <a:lnTo>
                    <a:pt x="7840" y="4596"/>
                  </a:lnTo>
                  <a:lnTo>
                    <a:pt x="8728" y="4403"/>
                  </a:lnTo>
                  <a:lnTo>
                    <a:pt x="9616" y="4132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8"/>
                  </a:lnTo>
                  <a:lnTo>
                    <a:pt x="12435" y="2974"/>
                  </a:lnTo>
                  <a:lnTo>
                    <a:pt x="12705" y="2819"/>
                  </a:lnTo>
                  <a:lnTo>
                    <a:pt x="12937" y="2588"/>
                  </a:lnTo>
                  <a:lnTo>
                    <a:pt x="13130" y="2395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4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8" y="1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5"/>
                  </a:lnTo>
                  <a:lnTo>
                    <a:pt x="4133" y="1352"/>
                  </a:lnTo>
                  <a:lnTo>
                    <a:pt x="3244" y="1700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3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4" y="4132"/>
                  </a:lnTo>
                  <a:lnTo>
                    <a:pt x="194" y="4171"/>
                  </a:lnTo>
                  <a:lnTo>
                    <a:pt x="117" y="4325"/>
                  </a:lnTo>
                  <a:lnTo>
                    <a:pt x="39" y="4480"/>
                  </a:lnTo>
                  <a:lnTo>
                    <a:pt x="1" y="4634"/>
                  </a:lnTo>
                  <a:lnTo>
                    <a:pt x="1" y="4789"/>
                  </a:lnTo>
                  <a:lnTo>
                    <a:pt x="39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7" y="6063"/>
                  </a:lnTo>
                  <a:lnTo>
                    <a:pt x="966" y="6256"/>
                  </a:lnTo>
                  <a:lnTo>
                    <a:pt x="1275" y="6179"/>
                  </a:lnTo>
                  <a:lnTo>
                    <a:pt x="1314" y="6218"/>
                  </a:lnTo>
                  <a:lnTo>
                    <a:pt x="1314" y="6256"/>
                  </a:lnTo>
                  <a:lnTo>
                    <a:pt x="1352" y="6295"/>
                  </a:lnTo>
                  <a:lnTo>
                    <a:pt x="1468" y="6256"/>
                  </a:lnTo>
                  <a:lnTo>
                    <a:pt x="1816" y="6295"/>
                  </a:lnTo>
                  <a:lnTo>
                    <a:pt x="2395" y="6333"/>
                  </a:lnTo>
                  <a:lnTo>
                    <a:pt x="3013" y="6372"/>
                  </a:lnTo>
                  <a:lnTo>
                    <a:pt x="3592" y="6333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4" y="5523"/>
                  </a:lnTo>
                  <a:lnTo>
                    <a:pt x="9037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5" y="3939"/>
                  </a:lnTo>
                  <a:lnTo>
                    <a:pt x="12898" y="3669"/>
                  </a:lnTo>
                  <a:lnTo>
                    <a:pt x="13361" y="3321"/>
                  </a:lnTo>
                  <a:lnTo>
                    <a:pt x="13632" y="3051"/>
                  </a:lnTo>
                  <a:lnTo>
                    <a:pt x="13825" y="2704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9"/>
                  </a:lnTo>
                  <a:lnTo>
                    <a:pt x="14134" y="1738"/>
                  </a:lnTo>
                  <a:lnTo>
                    <a:pt x="14095" y="1468"/>
                  </a:lnTo>
                  <a:lnTo>
                    <a:pt x="14018" y="1236"/>
                  </a:lnTo>
                  <a:lnTo>
                    <a:pt x="13902" y="1005"/>
                  </a:lnTo>
                  <a:lnTo>
                    <a:pt x="13748" y="812"/>
                  </a:lnTo>
                  <a:lnTo>
                    <a:pt x="13477" y="618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5" y="155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18"/>
            <p:cNvSpPr/>
            <p:nvPr/>
          </p:nvSpPr>
          <p:spPr>
            <a:xfrm>
              <a:off x="6883725" y="1876175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6" y="1"/>
                  </a:moveTo>
                  <a:lnTo>
                    <a:pt x="348" y="889"/>
                  </a:lnTo>
                  <a:lnTo>
                    <a:pt x="232" y="1815"/>
                  </a:lnTo>
                  <a:lnTo>
                    <a:pt x="155" y="3630"/>
                  </a:lnTo>
                  <a:lnTo>
                    <a:pt x="1" y="7260"/>
                  </a:lnTo>
                  <a:lnTo>
                    <a:pt x="194" y="7260"/>
                  </a:lnTo>
                  <a:lnTo>
                    <a:pt x="426" y="5484"/>
                  </a:lnTo>
                  <a:lnTo>
                    <a:pt x="580" y="3669"/>
                  </a:lnTo>
                  <a:lnTo>
                    <a:pt x="696" y="1854"/>
                  </a:lnTo>
                  <a:lnTo>
                    <a:pt x="696" y="927"/>
                  </a:lnTo>
                  <a:lnTo>
                    <a:pt x="696" y="39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18"/>
            <p:cNvSpPr/>
            <p:nvPr/>
          </p:nvSpPr>
          <p:spPr>
            <a:xfrm>
              <a:off x="4796600" y="1878100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1"/>
                  </a:moveTo>
                  <a:lnTo>
                    <a:pt x="11469" y="78"/>
                  </a:lnTo>
                  <a:lnTo>
                    <a:pt x="11855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8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9"/>
                  </a:lnTo>
                  <a:lnTo>
                    <a:pt x="13168" y="5523"/>
                  </a:lnTo>
                  <a:lnTo>
                    <a:pt x="13438" y="5716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1"/>
                  </a:lnTo>
                  <a:lnTo>
                    <a:pt x="13631" y="6681"/>
                  </a:lnTo>
                  <a:lnTo>
                    <a:pt x="13516" y="6913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9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1" y="10543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39" y="9655"/>
                  </a:lnTo>
                  <a:lnTo>
                    <a:pt x="0" y="9886"/>
                  </a:lnTo>
                  <a:lnTo>
                    <a:pt x="39" y="10118"/>
                  </a:lnTo>
                  <a:lnTo>
                    <a:pt x="78" y="10311"/>
                  </a:lnTo>
                  <a:lnTo>
                    <a:pt x="193" y="10465"/>
                  </a:lnTo>
                  <a:lnTo>
                    <a:pt x="348" y="10620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8"/>
                  </a:lnTo>
                  <a:lnTo>
                    <a:pt x="2201" y="11354"/>
                  </a:lnTo>
                  <a:lnTo>
                    <a:pt x="2626" y="11431"/>
                  </a:lnTo>
                  <a:lnTo>
                    <a:pt x="3321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3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5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7"/>
                  </a:lnTo>
                  <a:lnTo>
                    <a:pt x="13747" y="7376"/>
                  </a:lnTo>
                  <a:lnTo>
                    <a:pt x="13863" y="7145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0" y="5909"/>
                  </a:lnTo>
                  <a:lnTo>
                    <a:pt x="13863" y="5716"/>
                  </a:lnTo>
                  <a:lnTo>
                    <a:pt x="13747" y="5523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4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18"/>
            <p:cNvSpPr/>
            <p:nvPr/>
          </p:nvSpPr>
          <p:spPr>
            <a:xfrm>
              <a:off x="6050625" y="1898375"/>
              <a:ext cx="329200" cy="241375"/>
            </a:xfrm>
            <a:custGeom>
              <a:avLst/>
              <a:gdLst/>
              <a:ahLst/>
              <a:cxnLst/>
              <a:rect l="l" t="t" r="r" b="b"/>
              <a:pathLst>
                <a:path w="13168" h="9655" extrusionOk="0">
                  <a:moveTo>
                    <a:pt x="5368" y="619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5"/>
                  </a:lnTo>
                  <a:lnTo>
                    <a:pt x="8109" y="2356"/>
                  </a:lnTo>
                  <a:lnTo>
                    <a:pt x="8264" y="2627"/>
                  </a:lnTo>
                  <a:lnTo>
                    <a:pt x="8380" y="2858"/>
                  </a:lnTo>
                  <a:lnTo>
                    <a:pt x="8495" y="3129"/>
                  </a:lnTo>
                  <a:lnTo>
                    <a:pt x="8573" y="3437"/>
                  </a:lnTo>
                  <a:lnTo>
                    <a:pt x="8611" y="3708"/>
                  </a:lnTo>
                  <a:lnTo>
                    <a:pt x="8573" y="3708"/>
                  </a:lnTo>
                  <a:lnTo>
                    <a:pt x="7723" y="3824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1"/>
                  </a:lnTo>
                  <a:lnTo>
                    <a:pt x="5792" y="3862"/>
                  </a:lnTo>
                  <a:lnTo>
                    <a:pt x="5638" y="3746"/>
                  </a:lnTo>
                  <a:lnTo>
                    <a:pt x="5561" y="3553"/>
                  </a:lnTo>
                  <a:lnTo>
                    <a:pt x="5483" y="3283"/>
                  </a:lnTo>
                  <a:lnTo>
                    <a:pt x="5406" y="2627"/>
                  </a:lnTo>
                  <a:lnTo>
                    <a:pt x="5368" y="1970"/>
                  </a:lnTo>
                  <a:lnTo>
                    <a:pt x="5368" y="619"/>
                  </a:lnTo>
                  <a:close/>
                  <a:moveTo>
                    <a:pt x="2742" y="889"/>
                  </a:moveTo>
                  <a:lnTo>
                    <a:pt x="2626" y="3090"/>
                  </a:lnTo>
                  <a:lnTo>
                    <a:pt x="2626" y="3515"/>
                  </a:lnTo>
                  <a:lnTo>
                    <a:pt x="2587" y="3708"/>
                  </a:lnTo>
                  <a:lnTo>
                    <a:pt x="2510" y="3862"/>
                  </a:lnTo>
                  <a:lnTo>
                    <a:pt x="2433" y="3978"/>
                  </a:lnTo>
                  <a:lnTo>
                    <a:pt x="2278" y="4094"/>
                  </a:lnTo>
                  <a:lnTo>
                    <a:pt x="2124" y="4210"/>
                  </a:lnTo>
                  <a:lnTo>
                    <a:pt x="1892" y="4248"/>
                  </a:lnTo>
                  <a:lnTo>
                    <a:pt x="1699" y="4287"/>
                  </a:lnTo>
                  <a:lnTo>
                    <a:pt x="1506" y="4287"/>
                  </a:lnTo>
                  <a:lnTo>
                    <a:pt x="1120" y="4210"/>
                  </a:lnTo>
                  <a:lnTo>
                    <a:pt x="734" y="4133"/>
                  </a:lnTo>
                  <a:lnTo>
                    <a:pt x="386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8" y="2549"/>
                  </a:lnTo>
                  <a:lnTo>
                    <a:pt x="1159" y="2125"/>
                  </a:lnTo>
                  <a:lnTo>
                    <a:pt x="1506" y="1738"/>
                  </a:lnTo>
                  <a:lnTo>
                    <a:pt x="1892" y="1391"/>
                  </a:lnTo>
                  <a:lnTo>
                    <a:pt x="2317" y="1121"/>
                  </a:lnTo>
                  <a:lnTo>
                    <a:pt x="2742" y="889"/>
                  </a:lnTo>
                  <a:close/>
                  <a:moveTo>
                    <a:pt x="10774" y="5368"/>
                  </a:moveTo>
                  <a:lnTo>
                    <a:pt x="11198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14" y="6179"/>
                  </a:lnTo>
                  <a:lnTo>
                    <a:pt x="11198" y="6256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32"/>
                  </a:lnTo>
                  <a:lnTo>
                    <a:pt x="10542" y="5716"/>
                  </a:lnTo>
                  <a:lnTo>
                    <a:pt x="10619" y="5523"/>
                  </a:lnTo>
                  <a:lnTo>
                    <a:pt x="10658" y="5407"/>
                  </a:lnTo>
                  <a:lnTo>
                    <a:pt x="10774" y="5368"/>
                  </a:lnTo>
                  <a:close/>
                  <a:moveTo>
                    <a:pt x="4402" y="1"/>
                  </a:moveTo>
                  <a:lnTo>
                    <a:pt x="3939" y="39"/>
                  </a:lnTo>
                  <a:lnTo>
                    <a:pt x="3514" y="117"/>
                  </a:lnTo>
                  <a:lnTo>
                    <a:pt x="3051" y="194"/>
                  </a:lnTo>
                  <a:lnTo>
                    <a:pt x="2626" y="348"/>
                  </a:lnTo>
                  <a:lnTo>
                    <a:pt x="2240" y="541"/>
                  </a:lnTo>
                  <a:lnTo>
                    <a:pt x="1854" y="773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9"/>
                  </a:lnTo>
                  <a:lnTo>
                    <a:pt x="386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31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57"/>
                  </a:lnTo>
                  <a:lnTo>
                    <a:pt x="348" y="4287"/>
                  </a:lnTo>
                  <a:lnTo>
                    <a:pt x="965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5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364"/>
                  </a:lnTo>
                  <a:lnTo>
                    <a:pt x="2858" y="4248"/>
                  </a:lnTo>
                  <a:lnTo>
                    <a:pt x="2896" y="4094"/>
                  </a:lnTo>
                  <a:lnTo>
                    <a:pt x="2973" y="3939"/>
                  </a:lnTo>
                  <a:lnTo>
                    <a:pt x="3012" y="3631"/>
                  </a:lnTo>
                  <a:lnTo>
                    <a:pt x="3012" y="2974"/>
                  </a:lnTo>
                  <a:lnTo>
                    <a:pt x="3089" y="734"/>
                  </a:lnTo>
                  <a:lnTo>
                    <a:pt x="3514" y="619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23"/>
                  </a:lnTo>
                  <a:lnTo>
                    <a:pt x="5059" y="2704"/>
                  </a:lnTo>
                  <a:lnTo>
                    <a:pt x="5097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0" y="4017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6"/>
                  </a:lnTo>
                  <a:lnTo>
                    <a:pt x="6217" y="4326"/>
                  </a:lnTo>
                  <a:lnTo>
                    <a:pt x="6565" y="4287"/>
                  </a:lnTo>
                  <a:lnTo>
                    <a:pt x="7607" y="4210"/>
                  </a:lnTo>
                  <a:lnTo>
                    <a:pt x="8650" y="4055"/>
                  </a:lnTo>
                  <a:lnTo>
                    <a:pt x="8650" y="4441"/>
                  </a:lnTo>
                  <a:lnTo>
                    <a:pt x="8611" y="4866"/>
                  </a:lnTo>
                  <a:lnTo>
                    <a:pt x="8611" y="4905"/>
                  </a:lnTo>
                  <a:lnTo>
                    <a:pt x="8611" y="5021"/>
                  </a:lnTo>
                  <a:lnTo>
                    <a:pt x="8650" y="5059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0" y="4905"/>
                  </a:lnTo>
                  <a:lnTo>
                    <a:pt x="9384" y="4905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03" y="5252"/>
                  </a:lnTo>
                  <a:lnTo>
                    <a:pt x="10426" y="5330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16"/>
                  </a:lnTo>
                  <a:lnTo>
                    <a:pt x="10233" y="5870"/>
                  </a:lnTo>
                  <a:lnTo>
                    <a:pt x="10233" y="6025"/>
                  </a:lnTo>
                  <a:lnTo>
                    <a:pt x="10272" y="6179"/>
                  </a:lnTo>
                  <a:lnTo>
                    <a:pt x="10349" y="6334"/>
                  </a:lnTo>
                  <a:lnTo>
                    <a:pt x="10503" y="6488"/>
                  </a:lnTo>
                  <a:lnTo>
                    <a:pt x="10696" y="6565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41" y="6913"/>
                  </a:lnTo>
                  <a:lnTo>
                    <a:pt x="12395" y="7222"/>
                  </a:lnTo>
                  <a:lnTo>
                    <a:pt x="12473" y="7569"/>
                  </a:lnTo>
                  <a:lnTo>
                    <a:pt x="12511" y="7917"/>
                  </a:lnTo>
                  <a:lnTo>
                    <a:pt x="12550" y="8264"/>
                  </a:lnTo>
                  <a:lnTo>
                    <a:pt x="12550" y="8998"/>
                  </a:lnTo>
                  <a:lnTo>
                    <a:pt x="12473" y="8998"/>
                  </a:lnTo>
                  <a:lnTo>
                    <a:pt x="12434" y="9037"/>
                  </a:lnTo>
                  <a:lnTo>
                    <a:pt x="12357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54"/>
                  </a:lnTo>
                  <a:lnTo>
                    <a:pt x="12125" y="9654"/>
                  </a:lnTo>
                  <a:lnTo>
                    <a:pt x="12820" y="9616"/>
                  </a:lnTo>
                  <a:lnTo>
                    <a:pt x="12936" y="9577"/>
                  </a:lnTo>
                  <a:lnTo>
                    <a:pt x="13013" y="9461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091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685"/>
                  </a:lnTo>
                  <a:lnTo>
                    <a:pt x="12936" y="7183"/>
                  </a:lnTo>
                  <a:lnTo>
                    <a:pt x="12704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276" y="5098"/>
                  </a:lnTo>
                  <a:lnTo>
                    <a:pt x="10967" y="4905"/>
                  </a:lnTo>
                  <a:lnTo>
                    <a:pt x="10619" y="4750"/>
                  </a:lnTo>
                  <a:lnTo>
                    <a:pt x="10233" y="4596"/>
                  </a:lnTo>
                  <a:lnTo>
                    <a:pt x="9886" y="4480"/>
                  </a:lnTo>
                  <a:lnTo>
                    <a:pt x="9499" y="4403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186" y="1584"/>
                  </a:lnTo>
                  <a:lnTo>
                    <a:pt x="7839" y="1275"/>
                  </a:lnTo>
                  <a:lnTo>
                    <a:pt x="7453" y="966"/>
                  </a:lnTo>
                  <a:lnTo>
                    <a:pt x="7067" y="734"/>
                  </a:lnTo>
                  <a:lnTo>
                    <a:pt x="6603" y="503"/>
                  </a:lnTo>
                  <a:lnTo>
                    <a:pt x="6178" y="348"/>
                  </a:lnTo>
                  <a:lnTo>
                    <a:pt x="5715" y="194"/>
                  </a:lnTo>
                  <a:lnTo>
                    <a:pt x="5290" y="78"/>
                  </a:lnTo>
                  <a:lnTo>
                    <a:pt x="482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18"/>
            <p:cNvSpPr/>
            <p:nvPr/>
          </p:nvSpPr>
          <p:spPr>
            <a:xfrm>
              <a:off x="1849325" y="1901275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7" y="1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6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1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7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0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4" y="7299"/>
                  </a:lnTo>
                  <a:lnTo>
                    <a:pt x="14712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3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3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9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4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6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18"/>
            <p:cNvSpPr/>
            <p:nvPr/>
          </p:nvSpPr>
          <p:spPr>
            <a:xfrm>
              <a:off x="1935225" y="191092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503" y="1"/>
                  </a:move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40" y="541"/>
                  </a:lnTo>
                  <a:lnTo>
                    <a:pt x="1" y="734"/>
                  </a:lnTo>
                  <a:lnTo>
                    <a:pt x="40" y="927"/>
                  </a:lnTo>
                  <a:lnTo>
                    <a:pt x="117" y="1082"/>
                  </a:lnTo>
                  <a:lnTo>
                    <a:pt x="194" y="1159"/>
                  </a:lnTo>
                  <a:lnTo>
                    <a:pt x="348" y="1159"/>
                  </a:lnTo>
                  <a:lnTo>
                    <a:pt x="426" y="1043"/>
                  </a:lnTo>
                  <a:lnTo>
                    <a:pt x="426" y="1005"/>
                  </a:lnTo>
                  <a:lnTo>
                    <a:pt x="387" y="927"/>
                  </a:lnTo>
                  <a:lnTo>
                    <a:pt x="387" y="850"/>
                  </a:lnTo>
                  <a:lnTo>
                    <a:pt x="348" y="773"/>
                  </a:lnTo>
                  <a:lnTo>
                    <a:pt x="426" y="580"/>
                  </a:lnTo>
                  <a:lnTo>
                    <a:pt x="542" y="425"/>
                  </a:lnTo>
                  <a:lnTo>
                    <a:pt x="619" y="387"/>
                  </a:lnTo>
                  <a:lnTo>
                    <a:pt x="773" y="387"/>
                  </a:lnTo>
                  <a:lnTo>
                    <a:pt x="850" y="425"/>
                  </a:lnTo>
                  <a:lnTo>
                    <a:pt x="966" y="580"/>
                  </a:lnTo>
                  <a:lnTo>
                    <a:pt x="1005" y="657"/>
                  </a:lnTo>
                  <a:lnTo>
                    <a:pt x="1005" y="734"/>
                  </a:lnTo>
                  <a:lnTo>
                    <a:pt x="966" y="927"/>
                  </a:lnTo>
                  <a:lnTo>
                    <a:pt x="966" y="1005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82" y="1159"/>
                  </a:lnTo>
                  <a:lnTo>
                    <a:pt x="1198" y="1159"/>
                  </a:lnTo>
                  <a:lnTo>
                    <a:pt x="1275" y="1121"/>
                  </a:lnTo>
                  <a:lnTo>
                    <a:pt x="1314" y="1082"/>
                  </a:lnTo>
                  <a:lnTo>
                    <a:pt x="1391" y="889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48"/>
                  </a:lnTo>
                  <a:lnTo>
                    <a:pt x="1198" y="194"/>
                  </a:lnTo>
                  <a:lnTo>
                    <a:pt x="1044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18"/>
            <p:cNvSpPr/>
            <p:nvPr/>
          </p:nvSpPr>
          <p:spPr>
            <a:xfrm>
              <a:off x="6081500" y="1911900"/>
              <a:ext cx="255850" cy="266475"/>
            </a:xfrm>
            <a:custGeom>
              <a:avLst/>
              <a:gdLst/>
              <a:ahLst/>
              <a:cxnLst/>
              <a:rect l="l" t="t" r="r" b="b"/>
              <a:pathLst>
                <a:path w="10234" h="10659" extrusionOk="0">
                  <a:moveTo>
                    <a:pt x="8303" y="7299"/>
                  </a:moveTo>
                  <a:lnTo>
                    <a:pt x="8535" y="7376"/>
                  </a:lnTo>
                  <a:lnTo>
                    <a:pt x="8766" y="7453"/>
                  </a:lnTo>
                  <a:lnTo>
                    <a:pt x="8998" y="7569"/>
                  </a:lnTo>
                  <a:lnTo>
                    <a:pt x="9191" y="7723"/>
                  </a:lnTo>
                  <a:lnTo>
                    <a:pt x="9384" y="7878"/>
                  </a:lnTo>
                  <a:lnTo>
                    <a:pt x="9539" y="8109"/>
                  </a:lnTo>
                  <a:lnTo>
                    <a:pt x="9655" y="8341"/>
                  </a:lnTo>
                  <a:lnTo>
                    <a:pt x="9693" y="8573"/>
                  </a:lnTo>
                  <a:lnTo>
                    <a:pt x="9732" y="8843"/>
                  </a:lnTo>
                  <a:lnTo>
                    <a:pt x="9693" y="9152"/>
                  </a:lnTo>
                  <a:lnTo>
                    <a:pt x="9577" y="9422"/>
                  </a:lnTo>
                  <a:lnTo>
                    <a:pt x="9423" y="9654"/>
                  </a:lnTo>
                  <a:lnTo>
                    <a:pt x="9230" y="9847"/>
                  </a:lnTo>
                  <a:lnTo>
                    <a:pt x="8959" y="10002"/>
                  </a:lnTo>
                  <a:lnTo>
                    <a:pt x="8728" y="10117"/>
                  </a:lnTo>
                  <a:lnTo>
                    <a:pt x="8419" y="10156"/>
                  </a:lnTo>
                  <a:lnTo>
                    <a:pt x="8149" y="10156"/>
                  </a:lnTo>
                  <a:lnTo>
                    <a:pt x="7878" y="10079"/>
                  </a:lnTo>
                  <a:lnTo>
                    <a:pt x="7647" y="9963"/>
                  </a:lnTo>
                  <a:lnTo>
                    <a:pt x="7415" y="9770"/>
                  </a:lnTo>
                  <a:lnTo>
                    <a:pt x="7222" y="9577"/>
                  </a:lnTo>
                  <a:lnTo>
                    <a:pt x="7067" y="9345"/>
                  </a:lnTo>
                  <a:lnTo>
                    <a:pt x="6990" y="9075"/>
                  </a:lnTo>
                  <a:lnTo>
                    <a:pt x="6951" y="8805"/>
                  </a:lnTo>
                  <a:lnTo>
                    <a:pt x="6990" y="8496"/>
                  </a:lnTo>
                  <a:lnTo>
                    <a:pt x="7067" y="8264"/>
                  </a:lnTo>
                  <a:lnTo>
                    <a:pt x="7183" y="8071"/>
                  </a:lnTo>
                  <a:lnTo>
                    <a:pt x="7338" y="7878"/>
                  </a:lnTo>
                  <a:lnTo>
                    <a:pt x="7531" y="7723"/>
                  </a:lnTo>
                  <a:lnTo>
                    <a:pt x="7762" y="7569"/>
                  </a:lnTo>
                  <a:lnTo>
                    <a:pt x="8187" y="7337"/>
                  </a:lnTo>
                  <a:lnTo>
                    <a:pt x="8264" y="7299"/>
                  </a:lnTo>
                  <a:close/>
                  <a:moveTo>
                    <a:pt x="2897" y="0"/>
                  </a:moveTo>
                  <a:lnTo>
                    <a:pt x="2704" y="39"/>
                  </a:lnTo>
                  <a:lnTo>
                    <a:pt x="2665" y="78"/>
                  </a:lnTo>
                  <a:lnTo>
                    <a:pt x="2665" y="1313"/>
                  </a:lnTo>
                  <a:lnTo>
                    <a:pt x="2665" y="2588"/>
                  </a:lnTo>
                  <a:lnTo>
                    <a:pt x="2704" y="3823"/>
                  </a:lnTo>
                  <a:lnTo>
                    <a:pt x="2742" y="5059"/>
                  </a:lnTo>
                  <a:lnTo>
                    <a:pt x="2936" y="7492"/>
                  </a:lnTo>
                  <a:lnTo>
                    <a:pt x="2936" y="8148"/>
                  </a:lnTo>
                  <a:lnTo>
                    <a:pt x="2974" y="8457"/>
                  </a:lnTo>
                  <a:lnTo>
                    <a:pt x="3013" y="8611"/>
                  </a:lnTo>
                  <a:lnTo>
                    <a:pt x="3090" y="8766"/>
                  </a:lnTo>
                  <a:lnTo>
                    <a:pt x="1584" y="8689"/>
                  </a:lnTo>
                  <a:lnTo>
                    <a:pt x="1" y="8689"/>
                  </a:lnTo>
                  <a:lnTo>
                    <a:pt x="39" y="8998"/>
                  </a:lnTo>
                  <a:lnTo>
                    <a:pt x="812" y="9113"/>
                  </a:lnTo>
                  <a:lnTo>
                    <a:pt x="1584" y="9152"/>
                  </a:lnTo>
                  <a:lnTo>
                    <a:pt x="3167" y="9229"/>
                  </a:lnTo>
                  <a:lnTo>
                    <a:pt x="4866" y="9306"/>
                  </a:lnTo>
                  <a:lnTo>
                    <a:pt x="5677" y="9306"/>
                  </a:lnTo>
                  <a:lnTo>
                    <a:pt x="6527" y="9229"/>
                  </a:lnTo>
                  <a:lnTo>
                    <a:pt x="6643" y="9538"/>
                  </a:lnTo>
                  <a:lnTo>
                    <a:pt x="6797" y="9847"/>
                  </a:lnTo>
                  <a:lnTo>
                    <a:pt x="6990" y="10079"/>
                  </a:lnTo>
                  <a:lnTo>
                    <a:pt x="7260" y="10310"/>
                  </a:lnTo>
                  <a:lnTo>
                    <a:pt x="7531" y="10465"/>
                  </a:lnTo>
                  <a:lnTo>
                    <a:pt x="7840" y="10581"/>
                  </a:lnTo>
                  <a:lnTo>
                    <a:pt x="8149" y="10658"/>
                  </a:lnTo>
                  <a:lnTo>
                    <a:pt x="8457" y="10658"/>
                  </a:lnTo>
                  <a:lnTo>
                    <a:pt x="8766" y="10619"/>
                  </a:lnTo>
                  <a:lnTo>
                    <a:pt x="9075" y="10504"/>
                  </a:lnTo>
                  <a:lnTo>
                    <a:pt x="9346" y="10388"/>
                  </a:lnTo>
                  <a:lnTo>
                    <a:pt x="9577" y="10195"/>
                  </a:lnTo>
                  <a:lnTo>
                    <a:pt x="9809" y="9963"/>
                  </a:lnTo>
                  <a:lnTo>
                    <a:pt x="9963" y="9693"/>
                  </a:lnTo>
                  <a:lnTo>
                    <a:pt x="10118" y="9422"/>
                  </a:lnTo>
                  <a:lnTo>
                    <a:pt x="10195" y="9113"/>
                  </a:lnTo>
                  <a:lnTo>
                    <a:pt x="10234" y="9113"/>
                  </a:lnTo>
                  <a:lnTo>
                    <a:pt x="10234" y="8766"/>
                  </a:lnTo>
                  <a:lnTo>
                    <a:pt x="10195" y="8380"/>
                  </a:lnTo>
                  <a:lnTo>
                    <a:pt x="10041" y="8071"/>
                  </a:lnTo>
                  <a:lnTo>
                    <a:pt x="9886" y="7762"/>
                  </a:lnTo>
                  <a:lnTo>
                    <a:pt x="9655" y="7492"/>
                  </a:lnTo>
                  <a:lnTo>
                    <a:pt x="9346" y="7260"/>
                  </a:lnTo>
                  <a:lnTo>
                    <a:pt x="9037" y="7105"/>
                  </a:lnTo>
                  <a:lnTo>
                    <a:pt x="8689" y="7028"/>
                  </a:lnTo>
                  <a:lnTo>
                    <a:pt x="8342" y="6990"/>
                  </a:lnTo>
                  <a:lnTo>
                    <a:pt x="8226" y="7067"/>
                  </a:lnTo>
                  <a:lnTo>
                    <a:pt x="8187" y="7028"/>
                  </a:lnTo>
                  <a:lnTo>
                    <a:pt x="8110" y="6990"/>
                  </a:lnTo>
                  <a:lnTo>
                    <a:pt x="7955" y="6990"/>
                  </a:lnTo>
                  <a:lnTo>
                    <a:pt x="7762" y="7028"/>
                  </a:lnTo>
                  <a:lnTo>
                    <a:pt x="7453" y="7144"/>
                  </a:lnTo>
                  <a:lnTo>
                    <a:pt x="7183" y="7337"/>
                  </a:lnTo>
                  <a:lnTo>
                    <a:pt x="6951" y="7569"/>
                  </a:lnTo>
                  <a:lnTo>
                    <a:pt x="6758" y="7878"/>
                  </a:lnTo>
                  <a:lnTo>
                    <a:pt x="6604" y="8187"/>
                  </a:lnTo>
                  <a:lnTo>
                    <a:pt x="6488" y="8496"/>
                  </a:lnTo>
                  <a:lnTo>
                    <a:pt x="6488" y="8843"/>
                  </a:lnTo>
                  <a:lnTo>
                    <a:pt x="5716" y="8766"/>
                  </a:lnTo>
                  <a:lnTo>
                    <a:pt x="3476" y="8766"/>
                  </a:lnTo>
                  <a:lnTo>
                    <a:pt x="3515" y="8689"/>
                  </a:lnTo>
                  <a:lnTo>
                    <a:pt x="3515" y="8650"/>
                  </a:lnTo>
                  <a:lnTo>
                    <a:pt x="3476" y="8573"/>
                  </a:lnTo>
                  <a:lnTo>
                    <a:pt x="3438" y="8496"/>
                  </a:lnTo>
                  <a:lnTo>
                    <a:pt x="3399" y="8457"/>
                  </a:lnTo>
                  <a:lnTo>
                    <a:pt x="3322" y="8457"/>
                  </a:lnTo>
                  <a:lnTo>
                    <a:pt x="3244" y="8496"/>
                  </a:lnTo>
                  <a:lnTo>
                    <a:pt x="3322" y="8380"/>
                  </a:lnTo>
                  <a:lnTo>
                    <a:pt x="3322" y="8225"/>
                  </a:lnTo>
                  <a:lnTo>
                    <a:pt x="3322" y="8071"/>
                  </a:lnTo>
                  <a:lnTo>
                    <a:pt x="3283" y="7955"/>
                  </a:lnTo>
                  <a:lnTo>
                    <a:pt x="3244" y="7337"/>
                  </a:lnTo>
                  <a:lnTo>
                    <a:pt x="3167" y="6410"/>
                  </a:lnTo>
                  <a:lnTo>
                    <a:pt x="3051" y="4325"/>
                  </a:lnTo>
                  <a:lnTo>
                    <a:pt x="2974" y="2201"/>
                  </a:lnTo>
                  <a:lnTo>
                    <a:pt x="2897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18"/>
            <p:cNvSpPr/>
            <p:nvPr/>
          </p:nvSpPr>
          <p:spPr>
            <a:xfrm>
              <a:off x="2715250" y="1912850"/>
              <a:ext cx="147725" cy="161250"/>
            </a:xfrm>
            <a:custGeom>
              <a:avLst/>
              <a:gdLst/>
              <a:ahLst/>
              <a:cxnLst/>
              <a:rect l="l" t="t" r="r" b="b"/>
              <a:pathLst>
                <a:path w="5909" h="6450" extrusionOk="0">
                  <a:moveTo>
                    <a:pt x="2781" y="503"/>
                  </a:moveTo>
                  <a:lnTo>
                    <a:pt x="3283" y="580"/>
                  </a:lnTo>
                  <a:lnTo>
                    <a:pt x="3746" y="735"/>
                  </a:lnTo>
                  <a:lnTo>
                    <a:pt x="4210" y="966"/>
                  </a:lnTo>
                  <a:lnTo>
                    <a:pt x="4403" y="1082"/>
                  </a:lnTo>
                  <a:lnTo>
                    <a:pt x="4596" y="1275"/>
                  </a:lnTo>
                  <a:lnTo>
                    <a:pt x="4750" y="1468"/>
                  </a:lnTo>
                  <a:lnTo>
                    <a:pt x="4943" y="1661"/>
                  </a:lnTo>
                  <a:lnTo>
                    <a:pt x="5059" y="1893"/>
                  </a:lnTo>
                  <a:lnTo>
                    <a:pt x="5175" y="2125"/>
                  </a:lnTo>
                  <a:lnTo>
                    <a:pt x="5330" y="2588"/>
                  </a:lnTo>
                  <a:lnTo>
                    <a:pt x="5407" y="3052"/>
                  </a:lnTo>
                  <a:lnTo>
                    <a:pt x="5407" y="3515"/>
                  </a:lnTo>
                  <a:lnTo>
                    <a:pt x="5368" y="4017"/>
                  </a:lnTo>
                  <a:lnTo>
                    <a:pt x="5214" y="4442"/>
                  </a:lnTo>
                  <a:lnTo>
                    <a:pt x="4982" y="4866"/>
                  </a:lnTo>
                  <a:lnTo>
                    <a:pt x="4828" y="5059"/>
                  </a:lnTo>
                  <a:lnTo>
                    <a:pt x="4673" y="5253"/>
                  </a:lnTo>
                  <a:lnTo>
                    <a:pt x="4480" y="5407"/>
                  </a:lnTo>
                  <a:lnTo>
                    <a:pt x="4287" y="5561"/>
                  </a:lnTo>
                  <a:lnTo>
                    <a:pt x="4017" y="5716"/>
                  </a:lnTo>
                  <a:lnTo>
                    <a:pt x="3746" y="5832"/>
                  </a:lnTo>
                  <a:lnTo>
                    <a:pt x="3515" y="5909"/>
                  </a:lnTo>
                  <a:lnTo>
                    <a:pt x="3244" y="5948"/>
                  </a:lnTo>
                  <a:lnTo>
                    <a:pt x="2742" y="5948"/>
                  </a:lnTo>
                  <a:lnTo>
                    <a:pt x="2511" y="5870"/>
                  </a:lnTo>
                  <a:lnTo>
                    <a:pt x="2279" y="5793"/>
                  </a:lnTo>
                  <a:lnTo>
                    <a:pt x="2047" y="5677"/>
                  </a:lnTo>
                  <a:lnTo>
                    <a:pt x="1816" y="5561"/>
                  </a:lnTo>
                  <a:lnTo>
                    <a:pt x="1623" y="5407"/>
                  </a:lnTo>
                  <a:lnTo>
                    <a:pt x="1429" y="5214"/>
                  </a:lnTo>
                  <a:lnTo>
                    <a:pt x="1082" y="4828"/>
                  </a:lnTo>
                  <a:lnTo>
                    <a:pt x="812" y="4364"/>
                  </a:lnTo>
                  <a:lnTo>
                    <a:pt x="619" y="3862"/>
                  </a:lnTo>
                  <a:lnTo>
                    <a:pt x="464" y="3322"/>
                  </a:lnTo>
                  <a:lnTo>
                    <a:pt x="426" y="2820"/>
                  </a:lnTo>
                  <a:lnTo>
                    <a:pt x="426" y="2550"/>
                  </a:lnTo>
                  <a:lnTo>
                    <a:pt x="464" y="2279"/>
                  </a:lnTo>
                  <a:lnTo>
                    <a:pt x="503" y="2048"/>
                  </a:lnTo>
                  <a:lnTo>
                    <a:pt x="619" y="1777"/>
                  </a:lnTo>
                  <a:lnTo>
                    <a:pt x="696" y="1584"/>
                  </a:lnTo>
                  <a:lnTo>
                    <a:pt x="850" y="1352"/>
                  </a:lnTo>
                  <a:lnTo>
                    <a:pt x="1005" y="1159"/>
                  </a:lnTo>
                  <a:lnTo>
                    <a:pt x="1198" y="966"/>
                  </a:lnTo>
                  <a:lnTo>
                    <a:pt x="1429" y="812"/>
                  </a:lnTo>
                  <a:lnTo>
                    <a:pt x="1700" y="657"/>
                  </a:lnTo>
                  <a:lnTo>
                    <a:pt x="1738" y="619"/>
                  </a:lnTo>
                  <a:lnTo>
                    <a:pt x="1738" y="580"/>
                  </a:lnTo>
                  <a:lnTo>
                    <a:pt x="2240" y="503"/>
                  </a:lnTo>
                  <a:close/>
                  <a:moveTo>
                    <a:pt x="2588" y="1"/>
                  </a:moveTo>
                  <a:lnTo>
                    <a:pt x="2279" y="40"/>
                  </a:lnTo>
                  <a:lnTo>
                    <a:pt x="1970" y="78"/>
                  </a:lnTo>
                  <a:lnTo>
                    <a:pt x="1661" y="155"/>
                  </a:lnTo>
                  <a:lnTo>
                    <a:pt x="1391" y="233"/>
                  </a:lnTo>
                  <a:lnTo>
                    <a:pt x="1314" y="310"/>
                  </a:lnTo>
                  <a:lnTo>
                    <a:pt x="1236" y="387"/>
                  </a:lnTo>
                  <a:lnTo>
                    <a:pt x="1236" y="464"/>
                  </a:lnTo>
                  <a:lnTo>
                    <a:pt x="1275" y="542"/>
                  </a:lnTo>
                  <a:lnTo>
                    <a:pt x="1005" y="657"/>
                  </a:lnTo>
                  <a:lnTo>
                    <a:pt x="773" y="850"/>
                  </a:lnTo>
                  <a:lnTo>
                    <a:pt x="580" y="1044"/>
                  </a:lnTo>
                  <a:lnTo>
                    <a:pt x="426" y="1237"/>
                  </a:lnTo>
                  <a:lnTo>
                    <a:pt x="271" y="1468"/>
                  </a:lnTo>
                  <a:lnTo>
                    <a:pt x="155" y="1700"/>
                  </a:lnTo>
                  <a:lnTo>
                    <a:pt x="78" y="1970"/>
                  </a:lnTo>
                  <a:lnTo>
                    <a:pt x="39" y="2241"/>
                  </a:lnTo>
                  <a:lnTo>
                    <a:pt x="1" y="2511"/>
                  </a:lnTo>
                  <a:lnTo>
                    <a:pt x="1" y="2781"/>
                  </a:lnTo>
                  <a:lnTo>
                    <a:pt x="39" y="3360"/>
                  </a:lnTo>
                  <a:lnTo>
                    <a:pt x="155" y="3901"/>
                  </a:lnTo>
                  <a:lnTo>
                    <a:pt x="387" y="4442"/>
                  </a:lnTo>
                  <a:lnTo>
                    <a:pt x="696" y="5021"/>
                  </a:lnTo>
                  <a:lnTo>
                    <a:pt x="889" y="5253"/>
                  </a:lnTo>
                  <a:lnTo>
                    <a:pt x="1082" y="5484"/>
                  </a:lnTo>
                  <a:lnTo>
                    <a:pt x="1275" y="5716"/>
                  </a:lnTo>
                  <a:lnTo>
                    <a:pt x="1507" y="5909"/>
                  </a:lnTo>
                  <a:lnTo>
                    <a:pt x="1738" y="6063"/>
                  </a:lnTo>
                  <a:lnTo>
                    <a:pt x="2009" y="6179"/>
                  </a:lnTo>
                  <a:lnTo>
                    <a:pt x="2240" y="6295"/>
                  </a:lnTo>
                  <a:lnTo>
                    <a:pt x="2511" y="6372"/>
                  </a:lnTo>
                  <a:lnTo>
                    <a:pt x="2820" y="6411"/>
                  </a:lnTo>
                  <a:lnTo>
                    <a:pt x="3090" y="6450"/>
                  </a:lnTo>
                  <a:lnTo>
                    <a:pt x="3399" y="6411"/>
                  </a:lnTo>
                  <a:lnTo>
                    <a:pt x="3669" y="6334"/>
                  </a:lnTo>
                  <a:lnTo>
                    <a:pt x="3978" y="6218"/>
                  </a:lnTo>
                  <a:lnTo>
                    <a:pt x="4326" y="6102"/>
                  </a:lnTo>
                  <a:lnTo>
                    <a:pt x="4557" y="5909"/>
                  </a:lnTo>
                  <a:lnTo>
                    <a:pt x="4828" y="5716"/>
                  </a:lnTo>
                  <a:lnTo>
                    <a:pt x="5021" y="5523"/>
                  </a:lnTo>
                  <a:lnTo>
                    <a:pt x="5214" y="5291"/>
                  </a:lnTo>
                  <a:lnTo>
                    <a:pt x="5407" y="5059"/>
                  </a:lnTo>
                  <a:lnTo>
                    <a:pt x="5561" y="4789"/>
                  </a:lnTo>
                  <a:lnTo>
                    <a:pt x="5677" y="4519"/>
                  </a:lnTo>
                  <a:lnTo>
                    <a:pt x="5754" y="4249"/>
                  </a:lnTo>
                  <a:lnTo>
                    <a:pt x="5832" y="3940"/>
                  </a:lnTo>
                  <a:lnTo>
                    <a:pt x="5870" y="3669"/>
                  </a:lnTo>
                  <a:lnTo>
                    <a:pt x="5909" y="3360"/>
                  </a:lnTo>
                  <a:lnTo>
                    <a:pt x="5870" y="3052"/>
                  </a:lnTo>
                  <a:lnTo>
                    <a:pt x="5832" y="2743"/>
                  </a:lnTo>
                  <a:lnTo>
                    <a:pt x="5793" y="2472"/>
                  </a:lnTo>
                  <a:lnTo>
                    <a:pt x="5716" y="2163"/>
                  </a:lnTo>
                  <a:lnTo>
                    <a:pt x="5600" y="1893"/>
                  </a:lnTo>
                  <a:lnTo>
                    <a:pt x="5445" y="1584"/>
                  </a:lnTo>
                  <a:lnTo>
                    <a:pt x="5252" y="1352"/>
                  </a:lnTo>
                  <a:lnTo>
                    <a:pt x="5059" y="1082"/>
                  </a:lnTo>
                  <a:lnTo>
                    <a:pt x="4828" y="889"/>
                  </a:lnTo>
                  <a:lnTo>
                    <a:pt x="4596" y="696"/>
                  </a:lnTo>
                  <a:lnTo>
                    <a:pt x="4364" y="503"/>
                  </a:lnTo>
                  <a:lnTo>
                    <a:pt x="4094" y="348"/>
                  </a:lnTo>
                  <a:lnTo>
                    <a:pt x="3785" y="233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40"/>
                  </a:lnTo>
                  <a:lnTo>
                    <a:pt x="25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18"/>
            <p:cNvSpPr/>
            <p:nvPr/>
          </p:nvSpPr>
          <p:spPr>
            <a:xfrm>
              <a:off x="1882150" y="19148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6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3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3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3" y="464"/>
                  </a:lnTo>
                  <a:lnTo>
                    <a:pt x="541" y="386"/>
                  </a:lnTo>
                  <a:lnTo>
                    <a:pt x="772" y="386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5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4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4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18"/>
            <p:cNvSpPr/>
            <p:nvPr/>
          </p:nvSpPr>
          <p:spPr>
            <a:xfrm>
              <a:off x="6734100" y="1914800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0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8"/>
                  </a:lnTo>
                  <a:lnTo>
                    <a:pt x="116" y="5059"/>
                  </a:lnTo>
                  <a:lnTo>
                    <a:pt x="0" y="6719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6" y="77"/>
                  </a:lnTo>
                  <a:lnTo>
                    <a:pt x="1236" y="39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18"/>
            <p:cNvSpPr/>
            <p:nvPr/>
          </p:nvSpPr>
          <p:spPr>
            <a:xfrm>
              <a:off x="668675" y="1916725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0"/>
                  </a:moveTo>
                  <a:lnTo>
                    <a:pt x="11469" y="78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7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438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1" y="6681"/>
                  </a:lnTo>
                  <a:lnTo>
                    <a:pt x="13515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8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3"/>
                  </a:lnTo>
                  <a:lnTo>
                    <a:pt x="1081" y="10697"/>
                  </a:lnTo>
                  <a:lnTo>
                    <a:pt x="811" y="10542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6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0" y="9886"/>
                  </a:lnTo>
                  <a:lnTo>
                    <a:pt x="39" y="10117"/>
                  </a:lnTo>
                  <a:lnTo>
                    <a:pt x="77" y="10311"/>
                  </a:lnTo>
                  <a:lnTo>
                    <a:pt x="193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1" y="11353"/>
                  </a:lnTo>
                  <a:lnTo>
                    <a:pt x="2626" y="11430"/>
                  </a:lnTo>
                  <a:lnTo>
                    <a:pt x="3321" y="11508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8"/>
                  </a:lnTo>
                  <a:lnTo>
                    <a:pt x="6063" y="11430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4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7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7" y="6565"/>
                  </a:lnTo>
                  <a:lnTo>
                    <a:pt x="14017" y="6333"/>
                  </a:lnTo>
                  <a:lnTo>
                    <a:pt x="14017" y="6140"/>
                  </a:lnTo>
                  <a:lnTo>
                    <a:pt x="13940" y="5908"/>
                  </a:lnTo>
                  <a:lnTo>
                    <a:pt x="13863" y="5715"/>
                  </a:lnTo>
                  <a:lnTo>
                    <a:pt x="13747" y="5522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6"/>
                  </a:lnTo>
                  <a:lnTo>
                    <a:pt x="13091" y="5136"/>
                  </a:lnTo>
                  <a:lnTo>
                    <a:pt x="12820" y="3823"/>
                  </a:lnTo>
                  <a:lnTo>
                    <a:pt x="12511" y="2549"/>
                  </a:lnTo>
                  <a:lnTo>
                    <a:pt x="12164" y="1275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18"/>
            <p:cNvSpPr/>
            <p:nvPr/>
          </p:nvSpPr>
          <p:spPr>
            <a:xfrm>
              <a:off x="6761125" y="19167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5" y="5098"/>
                  </a:lnTo>
                  <a:lnTo>
                    <a:pt x="4326" y="5445"/>
                  </a:lnTo>
                  <a:lnTo>
                    <a:pt x="4634" y="5793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3" y="4866"/>
                  </a:lnTo>
                  <a:lnTo>
                    <a:pt x="3862" y="4171"/>
                  </a:lnTo>
                  <a:lnTo>
                    <a:pt x="2704" y="2781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18"/>
            <p:cNvSpPr/>
            <p:nvPr/>
          </p:nvSpPr>
          <p:spPr>
            <a:xfrm>
              <a:off x="5030225" y="191865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18"/>
            <p:cNvSpPr/>
            <p:nvPr/>
          </p:nvSpPr>
          <p:spPr>
            <a:xfrm>
              <a:off x="6615350" y="1924450"/>
              <a:ext cx="61825" cy="160275"/>
            </a:xfrm>
            <a:custGeom>
              <a:avLst/>
              <a:gdLst/>
              <a:ahLst/>
              <a:cxnLst/>
              <a:rect l="l" t="t" r="r" b="b"/>
              <a:pathLst>
                <a:path w="2473" h="6411" extrusionOk="0">
                  <a:moveTo>
                    <a:pt x="310" y="0"/>
                  </a:moveTo>
                  <a:lnTo>
                    <a:pt x="1" y="78"/>
                  </a:lnTo>
                  <a:lnTo>
                    <a:pt x="194" y="927"/>
                  </a:lnTo>
                  <a:lnTo>
                    <a:pt x="426" y="1777"/>
                  </a:lnTo>
                  <a:lnTo>
                    <a:pt x="657" y="2626"/>
                  </a:lnTo>
                  <a:lnTo>
                    <a:pt x="928" y="3476"/>
                  </a:lnTo>
                  <a:lnTo>
                    <a:pt x="1507" y="5097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2" y="6140"/>
                  </a:lnTo>
                  <a:lnTo>
                    <a:pt x="2086" y="6333"/>
                  </a:lnTo>
                  <a:lnTo>
                    <a:pt x="2125" y="6410"/>
                  </a:lnTo>
                  <a:lnTo>
                    <a:pt x="2318" y="6410"/>
                  </a:lnTo>
                  <a:lnTo>
                    <a:pt x="2356" y="6333"/>
                  </a:lnTo>
                  <a:lnTo>
                    <a:pt x="2434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5" y="5599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18"/>
            <p:cNvSpPr/>
            <p:nvPr/>
          </p:nvSpPr>
          <p:spPr>
            <a:xfrm>
              <a:off x="3366875" y="19263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1" y="2317"/>
                  </a:lnTo>
                  <a:lnTo>
                    <a:pt x="6449" y="3901"/>
                  </a:lnTo>
                  <a:lnTo>
                    <a:pt x="6527" y="6990"/>
                  </a:lnTo>
                  <a:lnTo>
                    <a:pt x="3515" y="6758"/>
                  </a:lnTo>
                  <a:lnTo>
                    <a:pt x="2009" y="6642"/>
                  </a:lnTo>
                  <a:lnTo>
                    <a:pt x="503" y="6604"/>
                  </a:lnTo>
                  <a:lnTo>
                    <a:pt x="1352" y="5986"/>
                  </a:lnTo>
                  <a:lnTo>
                    <a:pt x="2202" y="5291"/>
                  </a:lnTo>
                  <a:lnTo>
                    <a:pt x="2974" y="4557"/>
                  </a:lnTo>
                  <a:lnTo>
                    <a:pt x="3708" y="3823"/>
                  </a:lnTo>
                  <a:lnTo>
                    <a:pt x="4441" y="3090"/>
                  </a:lnTo>
                  <a:lnTo>
                    <a:pt x="5137" y="2356"/>
                  </a:lnTo>
                  <a:lnTo>
                    <a:pt x="5793" y="1584"/>
                  </a:lnTo>
                  <a:lnTo>
                    <a:pt x="6449" y="773"/>
                  </a:lnTo>
                  <a:close/>
                  <a:moveTo>
                    <a:pt x="6720" y="1"/>
                  </a:moveTo>
                  <a:lnTo>
                    <a:pt x="6643" y="39"/>
                  </a:lnTo>
                  <a:lnTo>
                    <a:pt x="6565" y="39"/>
                  </a:lnTo>
                  <a:lnTo>
                    <a:pt x="6488" y="116"/>
                  </a:lnTo>
                  <a:lnTo>
                    <a:pt x="4982" y="1854"/>
                  </a:lnTo>
                  <a:lnTo>
                    <a:pt x="4210" y="2704"/>
                  </a:lnTo>
                  <a:lnTo>
                    <a:pt x="3438" y="3515"/>
                  </a:lnTo>
                  <a:lnTo>
                    <a:pt x="2588" y="4287"/>
                  </a:lnTo>
                  <a:lnTo>
                    <a:pt x="1738" y="5059"/>
                  </a:lnTo>
                  <a:lnTo>
                    <a:pt x="889" y="5793"/>
                  </a:lnTo>
                  <a:lnTo>
                    <a:pt x="39" y="6604"/>
                  </a:lnTo>
                  <a:lnTo>
                    <a:pt x="1" y="6642"/>
                  </a:lnTo>
                  <a:lnTo>
                    <a:pt x="1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1" y="6913"/>
                  </a:lnTo>
                  <a:lnTo>
                    <a:pt x="39" y="6990"/>
                  </a:lnTo>
                  <a:lnTo>
                    <a:pt x="117" y="7144"/>
                  </a:lnTo>
                  <a:lnTo>
                    <a:pt x="387" y="6990"/>
                  </a:lnTo>
                  <a:lnTo>
                    <a:pt x="1893" y="7144"/>
                  </a:lnTo>
                  <a:lnTo>
                    <a:pt x="3438" y="7299"/>
                  </a:lnTo>
                  <a:lnTo>
                    <a:pt x="6527" y="7453"/>
                  </a:lnTo>
                  <a:lnTo>
                    <a:pt x="6565" y="9307"/>
                  </a:lnTo>
                  <a:lnTo>
                    <a:pt x="6527" y="12628"/>
                  </a:lnTo>
                  <a:lnTo>
                    <a:pt x="6951" y="12628"/>
                  </a:lnTo>
                  <a:lnTo>
                    <a:pt x="6990" y="9461"/>
                  </a:lnTo>
                  <a:lnTo>
                    <a:pt x="6990" y="7492"/>
                  </a:lnTo>
                  <a:lnTo>
                    <a:pt x="8651" y="7569"/>
                  </a:lnTo>
                  <a:lnTo>
                    <a:pt x="10311" y="7646"/>
                  </a:lnTo>
                  <a:lnTo>
                    <a:pt x="10311" y="7183"/>
                  </a:lnTo>
                  <a:lnTo>
                    <a:pt x="8651" y="7106"/>
                  </a:lnTo>
                  <a:lnTo>
                    <a:pt x="6990" y="7028"/>
                  </a:lnTo>
                  <a:lnTo>
                    <a:pt x="7029" y="5368"/>
                  </a:lnTo>
                  <a:lnTo>
                    <a:pt x="6990" y="3708"/>
                  </a:lnTo>
                  <a:lnTo>
                    <a:pt x="6951" y="2047"/>
                  </a:lnTo>
                  <a:lnTo>
                    <a:pt x="6797" y="387"/>
                  </a:lnTo>
                  <a:lnTo>
                    <a:pt x="6990" y="194"/>
                  </a:lnTo>
                  <a:lnTo>
                    <a:pt x="6836" y="39"/>
                  </a:lnTo>
                  <a:lnTo>
                    <a:pt x="67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18"/>
            <p:cNvSpPr/>
            <p:nvPr/>
          </p:nvSpPr>
          <p:spPr>
            <a:xfrm>
              <a:off x="6625000" y="1926375"/>
              <a:ext cx="355300" cy="170900"/>
            </a:xfrm>
            <a:custGeom>
              <a:avLst/>
              <a:gdLst/>
              <a:ahLst/>
              <a:cxnLst/>
              <a:rect l="l" t="t" r="r" b="b"/>
              <a:pathLst>
                <a:path w="14212" h="6836" extrusionOk="0">
                  <a:moveTo>
                    <a:pt x="117" y="1"/>
                  </a:moveTo>
                  <a:lnTo>
                    <a:pt x="1" y="39"/>
                  </a:lnTo>
                  <a:lnTo>
                    <a:pt x="1970" y="3206"/>
                  </a:lnTo>
                  <a:lnTo>
                    <a:pt x="4056" y="6333"/>
                  </a:lnTo>
                  <a:lnTo>
                    <a:pt x="3554" y="6295"/>
                  </a:lnTo>
                  <a:lnTo>
                    <a:pt x="3052" y="6179"/>
                  </a:lnTo>
                  <a:lnTo>
                    <a:pt x="2588" y="6024"/>
                  </a:lnTo>
                  <a:lnTo>
                    <a:pt x="2125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8" y="6720"/>
                  </a:lnTo>
                  <a:lnTo>
                    <a:pt x="4133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9" y="6488"/>
                  </a:lnTo>
                  <a:lnTo>
                    <a:pt x="8960" y="6295"/>
                  </a:lnTo>
                  <a:lnTo>
                    <a:pt x="9771" y="6024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8" y="4673"/>
                  </a:lnTo>
                  <a:lnTo>
                    <a:pt x="12667" y="4403"/>
                  </a:lnTo>
                  <a:lnTo>
                    <a:pt x="12976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80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3" y="2163"/>
                  </a:lnTo>
                  <a:lnTo>
                    <a:pt x="14173" y="2124"/>
                  </a:lnTo>
                  <a:lnTo>
                    <a:pt x="13864" y="2124"/>
                  </a:lnTo>
                  <a:lnTo>
                    <a:pt x="13825" y="2163"/>
                  </a:lnTo>
                  <a:lnTo>
                    <a:pt x="13555" y="2704"/>
                  </a:lnTo>
                  <a:lnTo>
                    <a:pt x="13207" y="3167"/>
                  </a:lnTo>
                  <a:lnTo>
                    <a:pt x="12860" y="3630"/>
                  </a:lnTo>
                  <a:lnTo>
                    <a:pt x="12474" y="4016"/>
                  </a:lnTo>
                  <a:lnTo>
                    <a:pt x="12010" y="4364"/>
                  </a:lnTo>
                  <a:lnTo>
                    <a:pt x="11547" y="4712"/>
                  </a:lnTo>
                  <a:lnTo>
                    <a:pt x="11083" y="4982"/>
                  </a:lnTo>
                  <a:lnTo>
                    <a:pt x="10543" y="5252"/>
                  </a:lnTo>
                  <a:lnTo>
                    <a:pt x="10350" y="5252"/>
                  </a:lnTo>
                  <a:lnTo>
                    <a:pt x="10350" y="5368"/>
                  </a:lnTo>
                  <a:lnTo>
                    <a:pt x="10273" y="5368"/>
                  </a:lnTo>
                  <a:lnTo>
                    <a:pt x="10079" y="5407"/>
                  </a:lnTo>
                  <a:lnTo>
                    <a:pt x="10157" y="5445"/>
                  </a:lnTo>
                  <a:lnTo>
                    <a:pt x="9500" y="5677"/>
                  </a:lnTo>
                  <a:lnTo>
                    <a:pt x="8844" y="5870"/>
                  </a:lnTo>
                  <a:lnTo>
                    <a:pt x="7840" y="6102"/>
                  </a:lnTo>
                  <a:lnTo>
                    <a:pt x="6759" y="6295"/>
                  </a:lnTo>
                  <a:lnTo>
                    <a:pt x="6218" y="6333"/>
                  </a:lnTo>
                  <a:lnTo>
                    <a:pt x="5677" y="6411"/>
                  </a:lnTo>
                  <a:lnTo>
                    <a:pt x="4558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18"/>
            <p:cNvSpPr/>
            <p:nvPr/>
          </p:nvSpPr>
          <p:spPr>
            <a:xfrm>
              <a:off x="3536800" y="19312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3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6" y="7492"/>
                  </a:lnTo>
                  <a:lnTo>
                    <a:pt x="6371" y="7453"/>
                  </a:lnTo>
                  <a:lnTo>
                    <a:pt x="6371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59" y="12087"/>
                  </a:lnTo>
                  <a:lnTo>
                    <a:pt x="1583" y="14983"/>
                  </a:lnTo>
                  <a:lnTo>
                    <a:pt x="772" y="16451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8" y="16759"/>
                  </a:lnTo>
                  <a:lnTo>
                    <a:pt x="1969" y="15369"/>
                  </a:lnTo>
                  <a:lnTo>
                    <a:pt x="2780" y="13979"/>
                  </a:lnTo>
                  <a:lnTo>
                    <a:pt x="3591" y="12589"/>
                  </a:lnTo>
                  <a:lnTo>
                    <a:pt x="4441" y="11199"/>
                  </a:lnTo>
                  <a:lnTo>
                    <a:pt x="5290" y="9809"/>
                  </a:lnTo>
                  <a:lnTo>
                    <a:pt x="5715" y="9191"/>
                  </a:lnTo>
                  <a:lnTo>
                    <a:pt x="6178" y="8612"/>
                  </a:lnTo>
                  <a:lnTo>
                    <a:pt x="6603" y="8033"/>
                  </a:lnTo>
                  <a:lnTo>
                    <a:pt x="6989" y="7453"/>
                  </a:lnTo>
                  <a:lnTo>
                    <a:pt x="6989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89" y="7067"/>
                  </a:lnTo>
                  <a:lnTo>
                    <a:pt x="6873" y="7029"/>
                  </a:lnTo>
                  <a:lnTo>
                    <a:pt x="6835" y="7029"/>
                  </a:lnTo>
                  <a:lnTo>
                    <a:pt x="6101" y="6102"/>
                  </a:lnTo>
                  <a:lnTo>
                    <a:pt x="5290" y="5175"/>
                  </a:lnTo>
                  <a:lnTo>
                    <a:pt x="3668" y="3437"/>
                  </a:lnTo>
                  <a:lnTo>
                    <a:pt x="1969" y="1700"/>
                  </a:lnTo>
                  <a:lnTo>
                    <a:pt x="1081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18"/>
            <p:cNvSpPr/>
            <p:nvPr/>
          </p:nvSpPr>
          <p:spPr>
            <a:xfrm>
              <a:off x="902300" y="1957275"/>
              <a:ext cx="17400" cy="181500"/>
            </a:xfrm>
            <a:custGeom>
              <a:avLst/>
              <a:gdLst/>
              <a:ahLst/>
              <a:cxnLst/>
              <a:rect l="l" t="t" r="r" b="b"/>
              <a:pathLst>
                <a:path w="696" h="7260" extrusionOk="0">
                  <a:moveTo>
                    <a:pt x="425" y="0"/>
                  </a:moveTo>
                  <a:lnTo>
                    <a:pt x="348" y="888"/>
                  </a:lnTo>
                  <a:lnTo>
                    <a:pt x="232" y="1815"/>
                  </a:lnTo>
                  <a:lnTo>
                    <a:pt x="154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18"/>
            <p:cNvSpPr/>
            <p:nvPr/>
          </p:nvSpPr>
          <p:spPr>
            <a:xfrm>
              <a:off x="4880575" y="1957275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1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2" y="1738"/>
                  </a:lnTo>
                  <a:lnTo>
                    <a:pt x="310" y="3398"/>
                  </a:lnTo>
                  <a:lnTo>
                    <a:pt x="117" y="5059"/>
                  </a:lnTo>
                  <a:lnTo>
                    <a:pt x="1" y="6719"/>
                  </a:lnTo>
                  <a:lnTo>
                    <a:pt x="233" y="6758"/>
                  </a:lnTo>
                  <a:lnTo>
                    <a:pt x="503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7" y="77"/>
                  </a:lnTo>
                  <a:lnTo>
                    <a:pt x="1237" y="39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18"/>
            <p:cNvSpPr/>
            <p:nvPr/>
          </p:nvSpPr>
          <p:spPr>
            <a:xfrm>
              <a:off x="4907625" y="1959200"/>
              <a:ext cx="121650" cy="144825"/>
            </a:xfrm>
            <a:custGeom>
              <a:avLst/>
              <a:gdLst/>
              <a:ahLst/>
              <a:cxnLst/>
              <a:rect l="l" t="t" r="r" b="b"/>
              <a:pathLst>
                <a:path w="4866" h="5793" extrusionOk="0">
                  <a:moveTo>
                    <a:pt x="155" y="0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5"/>
                  </a:lnTo>
                  <a:lnTo>
                    <a:pt x="2896" y="3630"/>
                  </a:lnTo>
                  <a:lnTo>
                    <a:pt x="3475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7" y="1352"/>
                  </a:lnTo>
                  <a:lnTo>
                    <a:pt x="811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18"/>
            <p:cNvSpPr/>
            <p:nvPr/>
          </p:nvSpPr>
          <p:spPr>
            <a:xfrm>
              <a:off x="4761850" y="196692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0"/>
                  </a:moveTo>
                  <a:lnTo>
                    <a:pt x="0" y="78"/>
                  </a:lnTo>
                  <a:lnTo>
                    <a:pt x="193" y="927"/>
                  </a:lnTo>
                  <a:lnTo>
                    <a:pt x="425" y="1777"/>
                  </a:lnTo>
                  <a:lnTo>
                    <a:pt x="657" y="2626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1" y="6140"/>
                  </a:lnTo>
                  <a:lnTo>
                    <a:pt x="2085" y="6333"/>
                  </a:lnTo>
                  <a:lnTo>
                    <a:pt x="2124" y="6410"/>
                  </a:lnTo>
                  <a:lnTo>
                    <a:pt x="2317" y="6410"/>
                  </a:lnTo>
                  <a:lnTo>
                    <a:pt x="2356" y="6333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7" y="2935"/>
                  </a:lnTo>
                  <a:lnTo>
                    <a:pt x="734" y="1468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18"/>
            <p:cNvSpPr/>
            <p:nvPr/>
          </p:nvSpPr>
          <p:spPr>
            <a:xfrm>
              <a:off x="4771500" y="196885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0" y="39"/>
                  </a:lnTo>
                  <a:lnTo>
                    <a:pt x="1970" y="3206"/>
                  </a:lnTo>
                  <a:lnTo>
                    <a:pt x="4055" y="6333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2"/>
                  </a:lnTo>
                  <a:lnTo>
                    <a:pt x="3707" y="6720"/>
                  </a:lnTo>
                  <a:lnTo>
                    <a:pt x="4132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7" y="6333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18"/>
            <p:cNvSpPr/>
            <p:nvPr/>
          </p:nvSpPr>
          <p:spPr>
            <a:xfrm>
              <a:off x="5286050" y="19765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1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4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3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8"/>
                  </a:lnTo>
                  <a:lnTo>
                    <a:pt x="6951" y="12628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8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18"/>
            <p:cNvSpPr/>
            <p:nvPr/>
          </p:nvSpPr>
          <p:spPr>
            <a:xfrm>
              <a:off x="5455950" y="19814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18"/>
            <p:cNvSpPr/>
            <p:nvPr/>
          </p:nvSpPr>
          <p:spPr>
            <a:xfrm>
              <a:off x="752650" y="1995875"/>
              <a:ext cx="30925" cy="168975"/>
            </a:xfrm>
            <a:custGeom>
              <a:avLst/>
              <a:gdLst/>
              <a:ahLst/>
              <a:cxnLst/>
              <a:rect l="l" t="t" r="r" b="b"/>
              <a:pathLst>
                <a:path w="1237" h="6759" extrusionOk="0">
                  <a:moveTo>
                    <a:pt x="1121" y="1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7"/>
                  </a:lnTo>
                  <a:lnTo>
                    <a:pt x="541" y="1738"/>
                  </a:lnTo>
                  <a:lnTo>
                    <a:pt x="310" y="3399"/>
                  </a:lnTo>
                  <a:lnTo>
                    <a:pt x="117" y="5059"/>
                  </a:lnTo>
                  <a:lnTo>
                    <a:pt x="1" y="6720"/>
                  </a:lnTo>
                  <a:lnTo>
                    <a:pt x="232" y="6758"/>
                  </a:lnTo>
                  <a:lnTo>
                    <a:pt x="503" y="5137"/>
                  </a:lnTo>
                  <a:lnTo>
                    <a:pt x="773" y="3515"/>
                  </a:lnTo>
                  <a:lnTo>
                    <a:pt x="966" y="1854"/>
                  </a:lnTo>
                  <a:lnTo>
                    <a:pt x="1082" y="233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18"/>
            <p:cNvSpPr/>
            <p:nvPr/>
          </p:nvSpPr>
          <p:spPr>
            <a:xfrm>
              <a:off x="779675" y="19978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6" y="5097"/>
                  </a:lnTo>
                  <a:lnTo>
                    <a:pt x="4326" y="5445"/>
                  </a:lnTo>
                  <a:lnTo>
                    <a:pt x="4635" y="5792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5" y="5252"/>
                  </a:lnTo>
                  <a:lnTo>
                    <a:pt x="4403" y="4866"/>
                  </a:lnTo>
                  <a:lnTo>
                    <a:pt x="3862" y="4170"/>
                  </a:lnTo>
                  <a:lnTo>
                    <a:pt x="2704" y="2780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18"/>
            <p:cNvSpPr/>
            <p:nvPr/>
          </p:nvSpPr>
          <p:spPr>
            <a:xfrm>
              <a:off x="2839800" y="2000700"/>
              <a:ext cx="270325" cy="209525"/>
            </a:xfrm>
            <a:custGeom>
              <a:avLst/>
              <a:gdLst/>
              <a:ahLst/>
              <a:cxnLst/>
              <a:rect l="l" t="t" r="r" b="b"/>
              <a:pathLst>
                <a:path w="10813" h="8381" extrusionOk="0">
                  <a:moveTo>
                    <a:pt x="10233" y="1"/>
                  </a:moveTo>
                  <a:lnTo>
                    <a:pt x="10156" y="78"/>
                  </a:lnTo>
                  <a:lnTo>
                    <a:pt x="10117" y="155"/>
                  </a:lnTo>
                  <a:lnTo>
                    <a:pt x="10079" y="233"/>
                  </a:lnTo>
                  <a:lnTo>
                    <a:pt x="10079" y="348"/>
                  </a:lnTo>
                  <a:lnTo>
                    <a:pt x="10156" y="426"/>
                  </a:lnTo>
                  <a:lnTo>
                    <a:pt x="10272" y="580"/>
                  </a:lnTo>
                  <a:lnTo>
                    <a:pt x="10310" y="735"/>
                  </a:lnTo>
                  <a:lnTo>
                    <a:pt x="10349" y="928"/>
                  </a:lnTo>
                  <a:lnTo>
                    <a:pt x="10310" y="1121"/>
                  </a:lnTo>
                  <a:lnTo>
                    <a:pt x="10233" y="1275"/>
                  </a:lnTo>
                  <a:lnTo>
                    <a:pt x="10156" y="1468"/>
                  </a:lnTo>
                  <a:lnTo>
                    <a:pt x="9847" y="1854"/>
                  </a:lnTo>
                  <a:lnTo>
                    <a:pt x="9538" y="2202"/>
                  </a:lnTo>
                  <a:lnTo>
                    <a:pt x="9152" y="2511"/>
                  </a:lnTo>
                  <a:lnTo>
                    <a:pt x="8611" y="3013"/>
                  </a:lnTo>
                  <a:lnTo>
                    <a:pt x="8264" y="3283"/>
                  </a:lnTo>
                  <a:lnTo>
                    <a:pt x="8225" y="3206"/>
                  </a:lnTo>
                  <a:lnTo>
                    <a:pt x="8148" y="3129"/>
                  </a:lnTo>
                  <a:lnTo>
                    <a:pt x="7607" y="2820"/>
                  </a:lnTo>
                  <a:lnTo>
                    <a:pt x="7144" y="2434"/>
                  </a:lnTo>
                  <a:lnTo>
                    <a:pt x="6912" y="2665"/>
                  </a:lnTo>
                  <a:lnTo>
                    <a:pt x="7105" y="2936"/>
                  </a:lnTo>
                  <a:lnTo>
                    <a:pt x="7376" y="3167"/>
                  </a:lnTo>
                  <a:lnTo>
                    <a:pt x="7646" y="3399"/>
                  </a:lnTo>
                  <a:lnTo>
                    <a:pt x="7955" y="3553"/>
                  </a:lnTo>
                  <a:lnTo>
                    <a:pt x="7028" y="4287"/>
                  </a:lnTo>
                  <a:lnTo>
                    <a:pt x="6101" y="4982"/>
                  </a:lnTo>
                  <a:lnTo>
                    <a:pt x="4943" y="5793"/>
                  </a:lnTo>
                  <a:lnTo>
                    <a:pt x="3746" y="6527"/>
                  </a:lnTo>
                  <a:lnTo>
                    <a:pt x="3553" y="6681"/>
                  </a:lnTo>
                  <a:lnTo>
                    <a:pt x="3475" y="6334"/>
                  </a:lnTo>
                  <a:lnTo>
                    <a:pt x="3321" y="6025"/>
                  </a:lnTo>
                  <a:lnTo>
                    <a:pt x="3128" y="5716"/>
                  </a:lnTo>
                  <a:lnTo>
                    <a:pt x="2896" y="5446"/>
                  </a:lnTo>
                  <a:lnTo>
                    <a:pt x="2626" y="5677"/>
                  </a:lnTo>
                  <a:lnTo>
                    <a:pt x="2819" y="5909"/>
                  </a:lnTo>
                  <a:lnTo>
                    <a:pt x="2935" y="6179"/>
                  </a:lnTo>
                  <a:lnTo>
                    <a:pt x="3051" y="6565"/>
                  </a:lnTo>
                  <a:lnTo>
                    <a:pt x="3128" y="6952"/>
                  </a:lnTo>
                  <a:lnTo>
                    <a:pt x="2317" y="7376"/>
                  </a:lnTo>
                  <a:lnTo>
                    <a:pt x="1892" y="7608"/>
                  </a:lnTo>
                  <a:lnTo>
                    <a:pt x="1467" y="7762"/>
                  </a:lnTo>
                  <a:lnTo>
                    <a:pt x="1081" y="7878"/>
                  </a:lnTo>
                  <a:lnTo>
                    <a:pt x="927" y="7917"/>
                  </a:lnTo>
                  <a:lnTo>
                    <a:pt x="772" y="7917"/>
                  </a:lnTo>
                  <a:lnTo>
                    <a:pt x="618" y="7878"/>
                  </a:lnTo>
                  <a:lnTo>
                    <a:pt x="502" y="7840"/>
                  </a:lnTo>
                  <a:lnTo>
                    <a:pt x="386" y="7724"/>
                  </a:lnTo>
                  <a:lnTo>
                    <a:pt x="309" y="7608"/>
                  </a:lnTo>
                  <a:lnTo>
                    <a:pt x="270" y="7569"/>
                  </a:lnTo>
                  <a:lnTo>
                    <a:pt x="232" y="7531"/>
                  </a:lnTo>
                  <a:lnTo>
                    <a:pt x="116" y="7492"/>
                  </a:lnTo>
                  <a:lnTo>
                    <a:pt x="39" y="7569"/>
                  </a:lnTo>
                  <a:lnTo>
                    <a:pt x="0" y="7608"/>
                  </a:lnTo>
                  <a:lnTo>
                    <a:pt x="0" y="7685"/>
                  </a:lnTo>
                  <a:lnTo>
                    <a:pt x="39" y="7840"/>
                  </a:lnTo>
                  <a:lnTo>
                    <a:pt x="77" y="7994"/>
                  </a:lnTo>
                  <a:lnTo>
                    <a:pt x="155" y="8110"/>
                  </a:lnTo>
                  <a:lnTo>
                    <a:pt x="270" y="8226"/>
                  </a:lnTo>
                  <a:lnTo>
                    <a:pt x="348" y="8264"/>
                  </a:lnTo>
                  <a:lnTo>
                    <a:pt x="463" y="8342"/>
                  </a:lnTo>
                  <a:lnTo>
                    <a:pt x="734" y="8380"/>
                  </a:lnTo>
                  <a:lnTo>
                    <a:pt x="1004" y="8380"/>
                  </a:lnTo>
                  <a:lnTo>
                    <a:pt x="1274" y="8342"/>
                  </a:lnTo>
                  <a:lnTo>
                    <a:pt x="1545" y="8264"/>
                  </a:lnTo>
                  <a:lnTo>
                    <a:pt x="1815" y="8149"/>
                  </a:lnTo>
                  <a:lnTo>
                    <a:pt x="2935" y="7569"/>
                  </a:lnTo>
                  <a:lnTo>
                    <a:pt x="4055" y="6952"/>
                  </a:lnTo>
                  <a:lnTo>
                    <a:pt x="5097" y="6295"/>
                  </a:lnTo>
                  <a:lnTo>
                    <a:pt x="6140" y="5561"/>
                  </a:lnTo>
                  <a:lnTo>
                    <a:pt x="7067" y="4866"/>
                  </a:lnTo>
                  <a:lnTo>
                    <a:pt x="7993" y="4171"/>
                  </a:lnTo>
                  <a:lnTo>
                    <a:pt x="8881" y="3399"/>
                  </a:lnTo>
                  <a:lnTo>
                    <a:pt x="9731" y="2627"/>
                  </a:lnTo>
                  <a:lnTo>
                    <a:pt x="10001" y="2356"/>
                  </a:lnTo>
                  <a:lnTo>
                    <a:pt x="10272" y="2047"/>
                  </a:lnTo>
                  <a:lnTo>
                    <a:pt x="10503" y="1739"/>
                  </a:lnTo>
                  <a:lnTo>
                    <a:pt x="10696" y="1430"/>
                  </a:lnTo>
                  <a:lnTo>
                    <a:pt x="10812" y="1082"/>
                  </a:lnTo>
                  <a:lnTo>
                    <a:pt x="10812" y="928"/>
                  </a:lnTo>
                  <a:lnTo>
                    <a:pt x="10812" y="735"/>
                  </a:lnTo>
                  <a:lnTo>
                    <a:pt x="10774" y="580"/>
                  </a:lnTo>
                  <a:lnTo>
                    <a:pt x="10735" y="387"/>
                  </a:lnTo>
                  <a:lnTo>
                    <a:pt x="10619" y="233"/>
                  </a:lnTo>
                  <a:lnTo>
                    <a:pt x="10465" y="40"/>
                  </a:lnTo>
                  <a:lnTo>
                    <a:pt x="103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18"/>
            <p:cNvSpPr/>
            <p:nvPr/>
          </p:nvSpPr>
          <p:spPr>
            <a:xfrm>
              <a:off x="633925" y="2005525"/>
              <a:ext cx="61800" cy="160300"/>
            </a:xfrm>
            <a:custGeom>
              <a:avLst/>
              <a:gdLst/>
              <a:ahLst/>
              <a:cxnLst/>
              <a:rect l="l" t="t" r="r" b="b"/>
              <a:pathLst>
                <a:path w="2472" h="6412" extrusionOk="0">
                  <a:moveTo>
                    <a:pt x="309" y="1"/>
                  </a:moveTo>
                  <a:lnTo>
                    <a:pt x="0" y="78"/>
                  </a:lnTo>
                  <a:lnTo>
                    <a:pt x="193" y="928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5"/>
                  </a:lnTo>
                  <a:lnTo>
                    <a:pt x="1661" y="5716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6" y="5909"/>
                  </a:lnTo>
                  <a:lnTo>
                    <a:pt x="1931" y="6141"/>
                  </a:lnTo>
                  <a:lnTo>
                    <a:pt x="2085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1" y="6257"/>
                  </a:lnTo>
                  <a:lnTo>
                    <a:pt x="2356" y="5948"/>
                  </a:lnTo>
                  <a:lnTo>
                    <a:pt x="2278" y="5948"/>
                  </a:lnTo>
                  <a:lnTo>
                    <a:pt x="2124" y="5600"/>
                  </a:lnTo>
                  <a:lnTo>
                    <a:pt x="1969" y="5214"/>
                  </a:lnTo>
                  <a:lnTo>
                    <a:pt x="1738" y="4442"/>
                  </a:lnTo>
                  <a:lnTo>
                    <a:pt x="1197" y="2936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18"/>
            <p:cNvSpPr/>
            <p:nvPr/>
          </p:nvSpPr>
          <p:spPr>
            <a:xfrm>
              <a:off x="643575" y="2007475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0"/>
                  </a:moveTo>
                  <a:lnTo>
                    <a:pt x="0" y="39"/>
                  </a:lnTo>
                  <a:lnTo>
                    <a:pt x="1970" y="3205"/>
                  </a:lnTo>
                  <a:lnTo>
                    <a:pt x="4055" y="6333"/>
                  </a:lnTo>
                  <a:lnTo>
                    <a:pt x="3553" y="6294"/>
                  </a:lnTo>
                  <a:lnTo>
                    <a:pt x="3051" y="6179"/>
                  </a:lnTo>
                  <a:lnTo>
                    <a:pt x="2587" y="6024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5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7" y="6719"/>
                  </a:lnTo>
                  <a:lnTo>
                    <a:pt x="4132" y="6796"/>
                  </a:lnTo>
                  <a:lnTo>
                    <a:pt x="4595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8" y="6642"/>
                  </a:lnTo>
                  <a:lnTo>
                    <a:pt x="8148" y="6487"/>
                  </a:lnTo>
                  <a:lnTo>
                    <a:pt x="8959" y="6294"/>
                  </a:lnTo>
                  <a:lnTo>
                    <a:pt x="9770" y="6024"/>
                  </a:lnTo>
                  <a:lnTo>
                    <a:pt x="10581" y="5715"/>
                  </a:lnTo>
                  <a:lnTo>
                    <a:pt x="11314" y="5368"/>
                  </a:lnTo>
                  <a:lnTo>
                    <a:pt x="12009" y="4904"/>
                  </a:lnTo>
                  <a:lnTo>
                    <a:pt x="12357" y="4673"/>
                  </a:lnTo>
                  <a:lnTo>
                    <a:pt x="12666" y="4402"/>
                  </a:lnTo>
                  <a:lnTo>
                    <a:pt x="12975" y="4093"/>
                  </a:lnTo>
                  <a:lnTo>
                    <a:pt x="13284" y="3784"/>
                  </a:lnTo>
                  <a:lnTo>
                    <a:pt x="13515" y="3476"/>
                  </a:lnTo>
                  <a:lnTo>
                    <a:pt x="13786" y="3128"/>
                  </a:lnTo>
                  <a:lnTo>
                    <a:pt x="13979" y="2780"/>
                  </a:lnTo>
                  <a:lnTo>
                    <a:pt x="14211" y="2394"/>
                  </a:lnTo>
                  <a:lnTo>
                    <a:pt x="14211" y="2278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4" y="2163"/>
                  </a:lnTo>
                  <a:lnTo>
                    <a:pt x="13554" y="2703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6"/>
                  </a:lnTo>
                  <a:lnTo>
                    <a:pt x="12009" y="4364"/>
                  </a:lnTo>
                  <a:lnTo>
                    <a:pt x="11546" y="4711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6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1"/>
                  </a:lnTo>
                  <a:lnTo>
                    <a:pt x="6758" y="6294"/>
                  </a:lnTo>
                  <a:lnTo>
                    <a:pt x="6217" y="6333"/>
                  </a:lnTo>
                  <a:lnTo>
                    <a:pt x="5677" y="6410"/>
                  </a:lnTo>
                  <a:lnTo>
                    <a:pt x="4557" y="6410"/>
                  </a:lnTo>
                  <a:lnTo>
                    <a:pt x="4595" y="6294"/>
                  </a:lnTo>
                  <a:lnTo>
                    <a:pt x="4364" y="6256"/>
                  </a:lnTo>
                  <a:lnTo>
                    <a:pt x="3398" y="4634"/>
                  </a:lnTo>
                  <a:lnTo>
                    <a:pt x="2356" y="3012"/>
                  </a:lnTo>
                  <a:lnTo>
                    <a:pt x="1275" y="1468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18"/>
            <p:cNvSpPr/>
            <p:nvPr/>
          </p:nvSpPr>
          <p:spPr>
            <a:xfrm>
              <a:off x="5946350" y="2008425"/>
              <a:ext cx="112975" cy="132300"/>
            </a:xfrm>
            <a:custGeom>
              <a:avLst/>
              <a:gdLst/>
              <a:ahLst/>
              <a:cxnLst/>
              <a:rect l="l" t="t" r="r" b="b"/>
              <a:pathLst>
                <a:path w="4519" h="5292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55"/>
                  </a:lnTo>
                  <a:lnTo>
                    <a:pt x="2240" y="271"/>
                  </a:lnTo>
                  <a:lnTo>
                    <a:pt x="2009" y="426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082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08"/>
                  </a:lnTo>
                  <a:lnTo>
                    <a:pt x="1" y="4055"/>
                  </a:lnTo>
                  <a:lnTo>
                    <a:pt x="1" y="4364"/>
                  </a:lnTo>
                  <a:lnTo>
                    <a:pt x="39" y="4673"/>
                  </a:lnTo>
                  <a:lnTo>
                    <a:pt x="117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789"/>
                  </a:lnTo>
                  <a:lnTo>
                    <a:pt x="696" y="4712"/>
                  </a:lnTo>
                  <a:lnTo>
                    <a:pt x="580" y="4557"/>
                  </a:lnTo>
                  <a:lnTo>
                    <a:pt x="541" y="4442"/>
                  </a:lnTo>
                  <a:lnTo>
                    <a:pt x="503" y="4248"/>
                  </a:lnTo>
                  <a:lnTo>
                    <a:pt x="541" y="4055"/>
                  </a:lnTo>
                  <a:lnTo>
                    <a:pt x="580" y="3592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27" y="2318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16" y="1159"/>
                  </a:lnTo>
                  <a:lnTo>
                    <a:pt x="2202" y="889"/>
                  </a:lnTo>
                  <a:lnTo>
                    <a:pt x="2627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6" y="464"/>
                  </a:lnTo>
                  <a:lnTo>
                    <a:pt x="4441" y="464"/>
                  </a:lnTo>
                  <a:lnTo>
                    <a:pt x="4519" y="426"/>
                  </a:lnTo>
                  <a:lnTo>
                    <a:pt x="4519" y="348"/>
                  </a:lnTo>
                  <a:lnTo>
                    <a:pt x="4519" y="155"/>
                  </a:lnTo>
                  <a:lnTo>
                    <a:pt x="4210" y="155"/>
                  </a:lnTo>
                  <a:lnTo>
                    <a:pt x="3901" y="78"/>
                  </a:lnTo>
                  <a:lnTo>
                    <a:pt x="36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18"/>
            <p:cNvSpPr/>
            <p:nvPr/>
          </p:nvSpPr>
          <p:spPr>
            <a:xfrm>
              <a:off x="6195425" y="2043175"/>
              <a:ext cx="25125" cy="11625"/>
            </a:xfrm>
            <a:custGeom>
              <a:avLst/>
              <a:gdLst/>
              <a:ahLst/>
              <a:cxnLst/>
              <a:rect l="l" t="t" r="r" b="b"/>
              <a:pathLst>
                <a:path w="1005" h="465" extrusionOk="0">
                  <a:moveTo>
                    <a:pt x="773" y="1"/>
                  </a:moveTo>
                  <a:lnTo>
                    <a:pt x="541" y="40"/>
                  </a:lnTo>
                  <a:lnTo>
                    <a:pt x="309" y="78"/>
                  </a:lnTo>
                  <a:lnTo>
                    <a:pt x="78" y="155"/>
                  </a:lnTo>
                  <a:lnTo>
                    <a:pt x="39" y="194"/>
                  </a:lnTo>
                  <a:lnTo>
                    <a:pt x="0" y="271"/>
                  </a:lnTo>
                  <a:lnTo>
                    <a:pt x="0" y="348"/>
                  </a:lnTo>
                  <a:lnTo>
                    <a:pt x="78" y="426"/>
                  </a:lnTo>
                  <a:lnTo>
                    <a:pt x="116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580" y="348"/>
                  </a:lnTo>
                  <a:lnTo>
                    <a:pt x="773" y="387"/>
                  </a:lnTo>
                  <a:lnTo>
                    <a:pt x="850" y="348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04" y="233"/>
                  </a:lnTo>
                  <a:lnTo>
                    <a:pt x="1004" y="155"/>
                  </a:lnTo>
                  <a:lnTo>
                    <a:pt x="966" y="78"/>
                  </a:lnTo>
                  <a:lnTo>
                    <a:pt x="888" y="40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18"/>
            <p:cNvSpPr/>
            <p:nvPr/>
          </p:nvSpPr>
          <p:spPr>
            <a:xfrm>
              <a:off x="6096950" y="2048975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155" y="1"/>
                  </a:moveTo>
                  <a:lnTo>
                    <a:pt x="116" y="39"/>
                  </a:lnTo>
                  <a:lnTo>
                    <a:pt x="39" y="78"/>
                  </a:lnTo>
                  <a:lnTo>
                    <a:pt x="1" y="155"/>
                  </a:lnTo>
                  <a:lnTo>
                    <a:pt x="39" y="271"/>
                  </a:lnTo>
                  <a:lnTo>
                    <a:pt x="116" y="310"/>
                  </a:lnTo>
                  <a:lnTo>
                    <a:pt x="155" y="310"/>
                  </a:lnTo>
                  <a:lnTo>
                    <a:pt x="425" y="348"/>
                  </a:lnTo>
                  <a:lnTo>
                    <a:pt x="734" y="348"/>
                  </a:lnTo>
                  <a:lnTo>
                    <a:pt x="812" y="271"/>
                  </a:lnTo>
                  <a:lnTo>
                    <a:pt x="850" y="155"/>
                  </a:lnTo>
                  <a:lnTo>
                    <a:pt x="812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18"/>
            <p:cNvSpPr/>
            <p:nvPr/>
          </p:nvSpPr>
          <p:spPr>
            <a:xfrm>
              <a:off x="5988825" y="2089525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580"/>
                  </a:lnTo>
                  <a:lnTo>
                    <a:pt x="2549" y="696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59"/>
                  </a:lnTo>
                  <a:lnTo>
                    <a:pt x="3206" y="1429"/>
                  </a:lnTo>
                  <a:lnTo>
                    <a:pt x="3244" y="1661"/>
                  </a:lnTo>
                  <a:lnTo>
                    <a:pt x="3244" y="1931"/>
                  </a:lnTo>
                  <a:lnTo>
                    <a:pt x="3206" y="2201"/>
                  </a:lnTo>
                  <a:lnTo>
                    <a:pt x="3090" y="2433"/>
                  </a:lnTo>
                  <a:lnTo>
                    <a:pt x="2974" y="2665"/>
                  </a:lnTo>
                  <a:lnTo>
                    <a:pt x="2781" y="2858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47" y="3244"/>
                  </a:lnTo>
                  <a:lnTo>
                    <a:pt x="1777" y="3244"/>
                  </a:lnTo>
                  <a:lnTo>
                    <a:pt x="1468" y="3167"/>
                  </a:lnTo>
                  <a:lnTo>
                    <a:pt x="1198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24"/>
                  </a:lnTo>
                  <a:lnTo>
                    <a:pt x="464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8" y="889"/>
                  </a:lnTo>
                  <a:lnTo>
                    <a:pt x="1121" y="734"/>
                  </a:lnTo>
                  <a:lnTo>
                    <a:pt x="1352" y="580"/>
                  </a:lnTo>
                  <a:lnTo>
                    <a:pt x="1584" y="464"/>
                  </a:lnTo>
                  <a:close/>
                  <a:moveTo>
                    <a:pt x="1700" y="0"/>
                  </a:moveTo>
                  <a:lnTo>
                    <a:pt x="1545" y="78"/>
                  </a:lnTo>
                  <a:lnTo>
                    <a:pt x="1352" y="116"/>
                  </a:lnTo>
                  <a:lnTo>
                    <a:pt x="1314" y="155"/>
                  </a:lnTo>
                  <a:lnTo>
                    <a:pt x="1082" y="271"/>
                  </a:lnTo>
                  <a:lnTo>
                    <a:pt x="812" y="387"/>
                  </a:lnTo>
                  <a:lnTo>
                    <a:pt x="619" y="541"/>
                  </a:lnTo>
                  <a:lnTo>
                    <a:pt x="426" y="734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1" y="2086"/>
                  </a:lnTo>
                  <a:lnTo>
                    <a:pt x="39" y="2279"/>
                  </a:lnTo>
                  <a:lnTo>
                    <a:pt x="117" y="2472"/>
                  </a:lnTo>
                  <a:lnTo>
                    <a:pt x="310" y="2819"/>
                  </a:lnTo>
                  <a:lnTo>
                    <a:pt x="541" y="3128"/>
                  </a:lnTo>
                  <a:lnTo>
                    <a:pt x="850" y="3399"/>
                  </a:lnTo>
                  <a:lnTo>
                    <a:pt x="1198" y="3592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07"/>
                  </a:lnTo>
                  <a:lnTo>
                    <a:pt x="2356" y="3669"/>
                  </a:lnTo>
                  <a:lnTo>
                    <a:pt x="2627" y="3553"/>
                  </a:lnTo>
                  <a:lnTo>
                    <a:pt x="2897" y="3399"/>
                  </a:lnTo>
                  <a:lnTo>
                    <a:pt x="3129" y="3244"/>
                  </a:lnTo>
                  <a:lnTo>
                    <a:pt x="3322" y="3012"/>
                  </a:lnTo>
                  <a:lnTo>
                    <a:pt x="3476" y="2742"/>
                  </a:lnTo>
                  <a:lnTo>
                    <a:pt x="3631" y="2472"/>
                  </a:lnTo>
                  <a:lnTo>
                    <a:pt x="3708" y="2201"/>
                  </a:lnTo>
                  <a:lnTo>
                    <a:pt x="3746" y="1893"/>
                  </a:lnTo>
                  <a:lnTo>
                    <a:pt x="3708" y="1584"/>
                  </a:lnTo>
                  <a:lnTo>
                    <a:pt x="3669" y="1275"/>
                  </a:lnTo>
                  <a:lnTo>
                    <a:pt x="3515" y="966"/>
                  </a:lnTo>
                  <a:lnTo>
                    <a:pt x="3322" y="696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18"/>
            <p:cNvSpPr/>
            <p:nvPr/>
          </p:nvSpPr>
          <p:spPr>
            <a:xfrm>
              <a:off x="3369775" y="2101100"/>
              <a:ext cx="174750" cy="292550"/>
            </a:xfrm>
            <a:custGeom>
              <a:avLst/>
              <a:gdLst/>
              <a:ahLst/>
              <a:cxnLst/>
              <a:rect l="l" t="t" r="r" b="b"/>
              <a:pathLst>
                <a:path w="6990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3" y="6256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3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1" y="11508"/>
                  </a:lnTo>
                  <a:lnTo>
                    <a:pt x="6951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8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5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3" y="8573"/>
                  </a:lnTo>
                  <a:lnTo>
                    <a:pt x="6295" y="9500"/>
                  </a:lnTo>
                  <a:lnTo>
                    <a:pt x="6256" y="10427"/>
                  </a:lnTo>
                  <a:lnTo>
                    <a:pt x="5986" y="9886"/>
                  </a:lnTo>
                  <a:lnTo>
                    <a:pt x="5252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18"/>
            <p:cNvSpPr/>
            <p:nvPr/>
          </p:nvSpPr>
          <p:spPr>
            <a:xfrm>
              <a:off x="4221225" y="2127175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18"/>
            <p:cNvSpPr/>
            <p:nvPr/>
          </p:nvSpPr>
          <p:spPr>
            <a:xfrm>
              <a:off x="4086075" y="21291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7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6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2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69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7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5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5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8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4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4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8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18"/>
            <p:cNvSpPr/>
            <p:nvPr/>
          </p:nvSpPr>
          <p:spPr>
            <a:xfrm>
              <a:off x="5288925" y="2151300"/>
              <a:ext cx="174775" cy="292550"/>
            </a:xfrm>
            <a:custGeom>
              <a:avLst/>
              <a:gdLst/>
              <a:ahLst/>
              <a:cxnLst/>
              <a:rect l="l" t="t" r="r" b="b"/>
              <a:pathLst>
                <a:path w="6991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18"/>
            <p:cNvSpPr/>
            <p:nvPr/>
          </p:nvSpPr>
          <p:spPr>
            <a:xfrm>
              <a:off x="1498900" y="21899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7" y="618"/>
                  </a:moveTo>
                  <a:lnTo>
                    <a:pt x="5947" y="773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5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3" y="3900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0"/>
                  </a:lnTo>
                  <a:lnTo>
                    <a:pt x="5792" y="3862"/>
                  </a:lnTo>
                  <a:lnTo>
                    <a:pt x="5676" y="3746"/>
                  </a:lnTo>
                  <a:lnTo>
                    <a:pt x="5561" y="3553"/>
                  </a:lnTo>
                  <a:lnTo>
                    <a:pt x="5483" y="3321"/>
                  </a:lnTo>
                  <a:lnTo>
                    <a:pt x="5406" y="2626"/>
                  </a:lnTo>
                  <a:lnTo>
                    <a:pt x="5367" y="1970"/>
                  </a:lnTo>
                  <a:lnTo>
                    <a:pt x="5367" y="618"/>
                  </a:lnTo>
                  <a:close/>
                  <a:moveTo>
                    <a:pt x="2780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7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6" y="3012"/>
                  </a:lnTo>
                  <a:lnTo>
                    <a:pt x="888" y="2549"/>
                  </a:lnTo>
                  <a:lnTo>
                    <a:pt x="1158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0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2" y="6295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0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4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8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6" y="4287"/>
                  </a:lnTo>
                  <a:lnTo>
                    <a:pt x="965" y="4518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3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7" y="3398"/>
                  </a:lnTo>
                  <a:lnTo>
                    <a:pt x="5174" y="3746"/>
                  </a:lnTo>
                  <a:lnTo>
                    <a:pt x="5213" y="3900"/>
                  </a:lnTo>
                  <a:lnTo>
                    <a:pt x="5290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69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7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0" y="4904"/>
                  </a:lnTo>
                  <a:lnTo>
                    <a:pt x="9383" y="4904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3" y="6488"/>
                  </a:lnTo>
                  <a:lnTo>
                    <a:pt x="10696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6" y="6565"/>
                  </a:lnTo>
                  <a:lnTo>
                    <a:pt x="12280" y="6912"/>
                  </a:lnTo>
                  <a:lnTo>
                    <a:pt x="12395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8" y="8998"/>
                  </a:lnTo>
                  <a:lnTo>
                    <a:pt x="12511" y="8998"/>
                  </a:lnTo>
                  <a:lnTo>
                    <a:pt x="12434" y="9075"/>
                  </a:lnTo>
                  <a:lnTo>
                    <a:pt x="12395" y="9113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3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0" y="7723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7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4" y="5098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6"/>
                  </a:lnTo>
                  <a:lnTo>
                    <a:pt x="9885" y="4480"/>
                  </a:lnTo>
                  <a:lnTo>
                    <a:pt x="9538" y="4441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4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8" y="348"/>
                  </a:lnTo>
                  <a:lnTo>
                    <a:pt x="5715" y="193"/>
                  </a:lnTo>
                  <a:lnTo>
                    <a:pt x="5290" y="78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18"/>
            <p:cNvSpPr/>
            <p:nvPr/>
          </p:nvSpPr>
          <p:spPr>
            <a:xfrm>
              <a:off x="1530750" y="22034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7" y="7454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5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3"/>
                  </a:lnTo>
                  <a:lnTo>
                    <a:pt x="9538" y="9423"/>
                  </a:lnTo>
                  <a:lnTo>
                    <a:pt x="9384" y="9655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8" y="10195"/>
                  </a:lnTo>
                  <a:lnTo>
                    <a:pt x="8109" y="10157"/>
                  </a:lnTo>
                  <a:lnTo>
                    <a:pt x="7839" y="10079"/>
                  </a:lnTo>
                  <a:lnTo>
                    <a:pt x="7607" y="9964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8" y="9346"/>
                  </a:lnTo>
                  <a:lnTo>
                    <a:pt x="6951" y="9075"/>
                  </a:lnTo>
                  <a:lnTo>
                    <a:pt x="6912" y="8805"/>
                  </a:lnTo>
                  <a:lnTo>
                    <a:pt x="6951" y="8535"/>
                  </a:lnTo>
                  <a:lnTo>
                    <a:pt x="7028" y="8265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3" y="7569"/>
                  </a:lnTo>
                  <a:lnTo>
                    <a:pt x="8148" y="7338"/>
                  </a:lnTo>
                  <a:lnTo>
                    <a:pt x="8225" y="7299"/>
                  </a:lnTo>
                  <a:close/>
                  <a:moveTo>
                    <a:pt x="2858" y="1"/>
                  </a:moveTo>
                  <a:lnTo>
                    <a:pt x="2665" y="40"/>
                  </a:lnTo>
                  <a:lnTo>
                    <a:pt x="2665" y="78"/>
                  </a:lnTo>
                  <a:lnTo>
                    <a:pt x="2626" y="1353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3" y="5098"/>
                  </a:lnTo>
                  <a:lnTo>
                    <a:pt x="2896" y="7492"/>
                  </a:lnTo>
                  <a:lnTo>
                    <a:pt x="2896" y="8149"/>
                  </a:lnTo>
                  <a:lnTo>
                    <a:pt x="2935" y="8458"/>
                  </a:lnTo>
                  <a:lnTo>
                    <a:pt x="2974" y="8612"/>
                  </a:lnTo>
                  <a:lnTo>
                    <a:pt x="3051" y="8767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0" y="8689"/>
                  </a:lnTo>
                  <a:lnTo>
                    <a:pt x="0" y="9037"/>
                  </a:lnTo>
                  <a:lnTo>
                    <a:pt x="773" y="9114"/>
                  </a:lnTo>
                  <a:lnTo>
                    <a:pt x="1545" y="9153"/>
                  </a:lnTo>
                  <a:lnTo>
                    <a:pt x="3128" y="9230"/>
                  </a:lnTo>
                  <a:lnTo>
                    <a:pt x="4827" y="9307"/>
                  </a:lnTo>
                  <a:lnTo>
                    <a:pt x="5677" y="9307"/>
                  </a:lnTo>
                  <a:lnTo>
                    <a:pt x="6488" y="9269"/>
                  </a:lnTo>
                  <a:lnTo>
                    <a:pt x="6603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1" y="10311"/>
                  </a:lnTo>
                  <a:lnTo>
                    <a:pt x="7492" y="10466"/>
                  </a:lnTo>
                  <a:lnTo>
                    <a:pt x="7801" y="10581"/>
                  </a:lnTo>
                  <a:lnTo>
                    <a:pt x="8109" y="10659"/>
                  </a:lnTo>
                  <a:lnTo>
                    <a:pt x="8418" y="10697"/>
                  </a:lnTo>
                  <a:lnTo>
                    <a:pt x="8727" y="10620"/>
                  </a:lnTo>
                  <a:lnTo>
                    <a:pt x="9036" y="10543"/>
                  </a:lnTo>
                  <a:lnTo>
                    <a:pt x="9306" y="10388"/>
                  </a:lnTo>
                  <a:lnTo>
                    <a:pt x="9538" y="10195"/>
                  </a:lnTo>
                  <a:lnTo>
                    <a:pt x="9770" y="9964"/>
                  </a:lnTo>
                  <a:lnTo>
                    <a:pt x="9924" y="9693"/>
                  </a:lnTo>
                  <a:lnTo>
                    <a:pt x="10079" y="9423"/>
                  </a:lnTo>
                  <a:lnTo>
                    <a:pt x="10156" y="9153"/>
                  </a:lnTo>
                  <a:lnTo>
                    <a:pt x="10195" y="9153"/>
                  </a:lnTo>
                  <a:lnTo>
                    <a:pt x="10195" y="8767"/>
                  </a:lnTo>
                  <a:lnTo>
                    <a:pt x="10156" y="8419"/>
                  </a:lnTo>
                  <a:lnTo>
                    <a:pt x="10040" y="8071"/>
                  </a:lnTo>
                  <a:lnTo>
                    <a:pt x="9847" y="7763"/>
                  </a:lnTo>
                  <a:lnTo>
                    <a:pt x="9615" y="7492"/>
                  </a:lnTo>
                  <a:lnTo>
                    <a:pt x="9306" y="7261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6" y="6990"/>
                  </a:lnTo>
                  <a:lnTo>
                    <a:pt x="7723" y="7029"/>
                  </a:lnTo>
                  <a:lnTo>
                    <a:pt x="7414" y="7145"/>
                  </a:lnTo>
                  <a:lnTo>
                    <a:pt x="7144" y="7338"/>
                  </a:lnTo>
                  <a:lnTo>
                    <a:pt x="6912" y="7569"/>
                  </a:lnTo>
                  <a:lnTo>
                    <a:pt x="6719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5" y="8805"/>
                  </a:lnTo>
                  <a:lnTo>
                    <a:pt x="4943" y="8767"/>
                  </a:lnTo>
                  <a:lnTo>
                    <a:pt x="3476" y="8767"/>
                  </a:lnTo>
                  <a:lnTo>
                    <a:pt x="3476" y="8728"/>
                  </a:lnTo>
                  <a:lnTo>
                    <a:pt x="3476" y="8651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5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6"/>
                  </a:lnTo>
                  <a:lnTo>
                    <a:pt x="3205" y="7338"/>
                  </a:lnTo>
                  <a:lnTo>
                    <a:pt x="3128" y="6450"/>
                  </a:lnTo>
                  <a:lnTo>
                    <a:pt x="3012" y="4326"/>
                  </a:lnTo>
                  <a:lnTo>
                    <a:pt x="2935" y="2202"/>
                  </a:lnTo>
                  <a:lnTo>
                    <a:pt x="2896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18"/>
            <p:cNvSpPr/>
            <p:nvPr/>
          </p:nvSpPr>
          <p:spPr>
            <a:xfrm>
              <a:off x="4324525" y="22671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18"/>
            <p:cNvSpPr/>
            <p:nvPr/>
          </p:nvSpPr>
          <p:spPr>
            <a:xfrm>
              <a:off x="4273375" y="2268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18"/>
            <p:cNvSpPr/>
            <p:nvPr/>
          </p:nvSpPr>
          <p:spPr>
            <a:xfrm>
              <a:off x="1394625" y="22999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94"/>
                  </a:lnTo>
                  <a:lnTo>
                    <a:pt x="2240" y="309"/>
                  </a:lnTo>
                  <a:lnTo>
                    <a:pt x="2009" y="425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46"/>
                  </a:lnTo>
                  <a:lnTo>
                    <a:pt x="1" y="4055"/>
                  </a:lnTo>
                  <a:lnTo>
                    <a:pt x="1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4" y="4711"/>
                  </a:lnTo>
                  <a:lnTo>
                    <a:pt x="580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9"/>
                  </a:lnTo>
                  <a:lnTo>
                    <a:pt x="2626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4"/>
                  </a:lnTo>
                  <a:lnTo>
                    <a:pt x="4210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18"/>
            <p:cNvSpPr/>
            <p:nvPr/>
          </p:nvSpPr>
          <p:spPr>
            <a:xfrm>
              <a:off x="4211575" y="2315425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4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2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18"/>
            <p:cNvSpPr/>
            <p:nvPr/>
          </p:nvSpPr>
          <p:spPr>
            <a:xfrm>
              <a:off x="2413100" y="2319275"/>
              <a:ext cx="84975" cy="222075"/>
            </a:xfrm>
            <a:custGeom>
              <a:avLst/>
              <a:gdLst/>
              <a:ahLst/>
              <a:cxnLst/>
              <a:rect l="l" t="t" r="r" b="b"/>
              <a:pathLst>
                <a:path w="3399" h="8883" extrusionOk="0">
                  <a:moveTo>
                    <a:pt x="1043" y="7376"/>
                  </a:moveTo>
                  <a:lnTo>
                    <a:pt x="1197" y="7453"/>
                  </a:lnTo>
                  <a:lnTo>
                    <a:pt x="1352" y="7608"/>
                  </a:lnTo>
                  <a:lnTo>
                    <a:pt x="1429" y="7685"/>
                  </a:lnTo>
                  <a:lnTo>
                    <a:pt x="1468" y="7801"/>
                  </a:lnTo>
                  <a:lnTo>
                    <a:pt x="1468" y="8033"/>
                  </a:lnTo>
                  <a:lnTo>
                    <a:pt x="1390" y="8226"/>
                  </a:lnTo>
                  <a:lnTo>
                    <a:pt x="1313" y="8342"/>
                  </a:lnTo>
                  <a:lnTo>
                    <a:pt x="1236" y="8419"/>
                  </a:lnTo>
                  <a:lnTo>
                    <a:pt x="1159" y="8457"/>
                  </a:lnTo>
                  <a:lnTo>
                    <a:pt x="1043" y="8496"/>
                  </a:lnTo>
                  <a:lnTo>
                    <a:pt x="811" y="8496"/>
                  </a:lnTo>
                  <a:lnTo>
                    <a:pt x="618" y="8419"/>
                  </a:lnTo>
                  <a:lnTo>
                    <a:pt x="541" y="8342"/>
                  </a:lnTo>
                  <a:lnTo>
                    <a:pt x="464" y="8264"/>
                  </a:lnTo>
                  <a:lnTo>
                    <a:pt x="386" y="8148"/>
                  </a:lnTo>
                  <a:lnTo>
                    <a:pt x="386" y="8033"/>
                  </a:lnTo>
                  <a:lnTo>
                    <a:pt x="386" y="7917"/>
                  </a:lnTo>
                  <a:lnTo>
                    <a:pt x="386" y="7801"/>
                  </a:lnTo>
                  <a:lnTo>
                    <a:pt x="502" y="7569"/>
                  </a:lnTo>
                  <a:lnTo>
                    <a:pt x="695" y="7415"/>
                  </a:lnTo>
                  <a:lnTo>
                    <a:pt x="850" y="7376"/>
                  </a:lnTo>
                  <a:close/>
                  <a:moveTo>
                    <a:pt x="3128" y="1"/>
                  </a:moveTo>
                  <a:lnTo>
                    <a:pt x="3089" y="39"/>
                  </a:lnTo>
                  <a:lnTo>
                    <a:pt x="3051" y="78"/>
                  </a:lnTo>
                  <a:lnTo>
                    <a:pt x="2819" y="503"/>
                  </a:lnTo>
                  <a:lnTo>
                    <a:pt x="2665" y="889"/>
                  </a:lnTo>
                  <a:lnTo>
                    <a:pt x="2356" y="1777"/>
                  </a:lnTo>
                  <a:lnTo>
                    <a:pt x="2085" y="2665"/>
                  </a:lnTo>
                  <a:lnTo>
                    <a:pt x="1854" y="3515"/>
                  </a:lnTo>
                  <a:lnTo>
                    <a:pt x="1313" y="5252"/>
                  </a:lnTo>
                  <a:lnTo>
                    <a:pt x="1043" y="6102"/>
                  </a:lnTo>
                  <a:lnTo>
                    <a:pt x="811" y="6990"/>
                  </a:lnTo>
                  <a:lnTo>
                    <a:pt x="657" y="6990"/>
                  </a:lnTo>
                  <a:lnTo>
                    <a:pt x="541" y="7029"/>
                  </a:lnTo>
                  <a:lnTo>
                    <a:pt x="386" y="7106"/>
                  </a:lnTo>
                  <a:lnTo>
                    <a:pt x="309" y="7222"/>
                  </a:lnTo>
                  <a:lnTo>
                    <a:pt x="271" y="7299"/>
                  </a:lnTo>
                  <a:lnTo>
                    <a:pt x="271" y="7376"/>
                  </a:lnTo>
                  <a:lnTo>
                    <a:pt x="116" y="7608"/>
                  </a:lnTo>
                  <a:lnTo>
                    <a:pt x="0" y="7840"/>
                  </a:lnTo>
                  <a:lnTo>
                    <a:pt x="0" y="8110"/>
                  </a:lnTo>
                  <a:lnTo>
                    <a:pt x="39" y="8264"/>
                  </a:lnTo>
                  <a:lnTo>
                    <a:pt x="78" y="8419"/>
                  </a:lnTo>
                  <a:lnTo>
                    <a:pt x="193" y="8573"/>
                  </a:lnTo>
                  <a:lnTo>
                    <a:pt x="348" y="8689"/>
                  </a:lnTo>
                  <a:lnTo>
                    <a:pt x="502" y="8805"/>
                  </a:lnTo>
                  <a:lnTo>
                    <a:pt x="657" y="8882"/>
                  </a:lnTo>
                  <a:lnTo>
                    <a:pt x="1043" y="8882"/>
                  </a:lnTo>
                  <a:lnTo>
                    <a:pt x="1236" y="8844"/>
                  </a:lnTo>
                  <a:lnTo>
                    <a:pt x="1429" y="8766"/>
                  </a:lnTo>
                  <a:lnTo>
                    <a:pt x="1584" y="8650"/>
                  </a:lnTo>
                  <a:lnTo>
                    <a:pt x="1699" y="8496"/>
                  </a:lnTo>
                  <a:lnTo>
                    <a:pt x="1777" y="8342"/>
                  </a:lnTo>
                  <a:lnTo>
                    <a:pt x="1854" y="8148"/>
                  </a:lnTo>
                  <a:lnTo>
                    <a:pt x="1854" y="7955"/>
                  </a:lnTo>
                  <a:lnTo>
                    <a:pt x="1854" y="7762"/>
                  </a:lnTo>
                  <a:lnTo>
                    <a:pt x="1815" y="7608"/>
                  </a:lnTo>
                  <a:lnTo>
                    <a:pt x="1738" y="7415"/>
                  </a:lnTo>
                  <a:lnTo>
                    <a:pt x="1622" y="7299"/>
                  </a:lnTo>
                  <a:lnTo>
                    <a:pt x="1506" y="7183"/>
                  </a:lnTo>
                  <a:lnTo>
                    <a:pt x="1352" y="7106"/>
                  </a:lnTo>
                  <a:lnTo>
                    <a:pt x="1197" y="7029"/>
                  </a:lnTo>
                  <a:lnTo>
                    <a:pt x="1545" y="6179"/>
                  </a:lnTo>
                  <a:lnTo>
                    <a:pt x="1815" y="5330"/>
                  </a:lnTo>
                  <a:lnTo>
                    <a:pt x="2394" y="3592"/>
                  </a:lnTo>
                  <a:lnTo>
                    <a:pt x="2665" y="2781"/>
                  </a:lnTo>
                  <a:lnTo>
                    <a:pt x="2974" y="1932"/>
                  </a:lnTo>
                  <a:lnTo>
                    <a:pt x="3244" y="1082"/>
                  </a:lnTo>
                  <a:lnTo>
                    <a:pt x="3321" y="657"/>
                  </a:lnTo>
                  <a:lnTo>
                    <a:pt x="3398" y="232"/>
                  </a:lnTo>
                  <a:lnTo>
                    <a:pt x="3360" y="117"/>
                  </a:lnTo>
                  <a:lnTo>
                    <a:pt x="3244" y="39"/>
                  </a:lnTo>
                  <a:lnTo>
                    <a:pt x="312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18"/>
            <p:cNvSpPr/>
            <p:nvPr/>
          </p:nvSpPr>
          <p:spPr>
            <a:xfrm>
              <a:off x="4217375" y="2321200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0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2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18"/>
            <p:cNvSpPr/>
            <p:nvPr/>
          </p:nvSpPr>
          <p:spPr>
            <a:xfrm>
              <a:off x="1643700" y="2334725"/>
              <a:ext cx="26075" cy="11600"/>
            </a:xfrm>
            <a:custGeom>
              <a:avLst/>
              <a:gdLst/>
              <a:ahLst/>
              <a:cxnLst/>
              <a:rect l="l" t="t" r="r" b="b"/>
              <a:pathLst>
                <a:path w="1043" h="464" extrusionOk="0">
                  <a:moveTo>
                    <a:pt x="773" y="1"/>
                  </a:moveTo>
                  <a:lnTo>
                    <a:pt x="541" y="39"/>
                  </a:lnTo>
                  <a:lnTo>
                    <a:pt x="309" y="78"/>
                  </a:lnTo>
                  <a:lnTo>
                    <a:pt x="77" y="194"/>
                  </a:lnTo>
                  <a:lnTo>
                    <a:pt x="39" y="232"/>
                  </a:lnTo>
                  <a:lnTo>
                    <a:pt x="0" y="271"/>
                  </a:lnTo>
                  <a:lnTo>
                    <a:pt x="39" y="387"/>
                  </a:lnTo>
                  <a:lnTo>
                    <a:pt x="77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43" y="232"/>
                  </a:lnTo>
                  <a:lnTo>
                    <a:pt x="1004" y="155"/>
                  </a:lnTo>
                  <a:lnTo>
                    <a:pt x="966" y="116"/>
                  </a:lnTo>
                  <a:lnTo>
                    <a:pt x="888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18"/>
            <p:cNvSpPr/>
            <p:nvPr/>
          </p:nvSpPr>
          <p:spPr>
            <a:xfrm>
              <a:off x="5914500" y="2336650"/>
              <a:ext cx="309900" cy="605325"/>
            </a:xfrm>
            <a:custGeom>
              <a:avLst/>
              <a:gdLst/>
              <a:ahLst/>
              <a:cxnLst/>
              <a:rect l="l" t="t" r="r" b="b"/>
              <a:pathLst>
                <a:path w="12396" h="24213" extrusionOk="0">
                  <a:moveTo>
                    <a:pt x="7955" y="464"/>
                  </a:moveTo>
                  <a:lnTo>
                    <a:pt x="8496" y="503"/>
                  </a:lnTo>
                  <a:lnTo>
                    <a:pt x="9036" y="619"/>
                  </a:lnTo>
                  <a:lnTo>
                    <a:pt x="9500" y="812"/>
                  </a:lnTo>
                  <a:lnTo>
                    <a:pt x="9924" y="1043"/>
                  </a:lnTo>
                  <a:lnTo>
                    <a:pt x="10311" y="1352"/>
                  </a:lnTo>
                  <a:lnTo>
                    <a:pt x="10658" y="1700"/>
                  </a:lnTo>
                  <a:lnTo>
                    <a:pt x="10967" y="2086"/>
                  </a:lnTo>
                  <a:lnTo>
                    <a:pt x="11237" y="2511"/>
                  </a:lnTo>
                  <a:lnTo>
                    <a:pt x="11469" y="2974"/>
                  </a:lnTo>
                  <a:lnTo>
                    <a:pt x="11662" y="3438"/>
                  </a:lnTo>
                  <a:lnTo>
                    <a:pt x="11778" y="3940"/>
                  </a:lnTo>
                  <a:lnTo>
                    <a:pt x="11855" y="4442"/>
                  </a:lnTo>
                  <a:lnTo>
                    <a:pt x="11894" y="4982"/>
                  </a:lnTo>
                  <a:lnTo>
                    <a:pt x="11894" y="5484"/>
                  </a:lnTo>
                  <a:lnTo>
                    <a:pt x="11817" y="5986"/>
                  </a:lnTo>
                  <a:lnTo>
                    <a:pt x="11701" y="6488"/>
                  </a:lnTo>
                  <a:lnTo>
                    <a:pt x="11546" y="6990"/>
                  </a:lnTo>
                  <a:lnTo>
                    <a:pt x="11315" y="7453"/>
                  </a:lnTo>
                  <a:lnTo>
                    <a:pt x="11083" y="7917"/>
                  </a:lnTo>
                  <a:lnTo>
                    <a:pt x="10813" y="8342"/>
                  </a:lnTo>
                  <a:lnTo>
                    <a:pt x="10504" y="8766"/>
                  </a:lnTo>
                  <a:lnTo>
                    <a:pt x="10195" y="9153"/>
                  </a:lnTo>
                  <a:lnTo>
                    <a:pt x="9847" y="9500"/>
                  </a:lnTo>
                  <a:lnTo>
                    <a:pt x="9461" y="9848"/>
                  </a:lnTo>
                  <a:lnTo>
                    <a:pt x="9036" y="10157"/>
                  </a:lnTo>
                  <a:lnTo>
                    <a:pt x="8650" y="10465"/>
                  </a:lnTo>
                  <a:lnTo>
                    <a:pt x="8187" y="10736"/>
                  </a:lnTo>
                  <a:lnTo>
                    <a:pt x="7762" y="11006"/>
                  </a:lnTo>
                  <a:lnTo>
                    <a:pt x="6835" y="11469"/>
                  </a:lnTo>
                  <a:lnTo>
                    <a:pt x="5870" y="11856"/>
                  </a:lnTo>
                  <a:lnTo>
                    <a:pt x="5677" y="11856"/>
                  </a:lnTo>
                  <a:lnTo>
                    <a:pt x="5638" y="11933"/>
                  </a:lnTo>
                  <a:lnTo>
                    <a:pt x="5600" y="11933"/>
                  </a:lnTo>
                  <a:lnTo>
                    <a:pt x="4982" y="11276"/>
                  </a:lnTo>
                  <a:lnTo>
                    <a:pt x="4441" y="10543"/>
                  </a:lnTo>
                  <a:lnTo>
                    <a:pt x="3978" y="9809"/>
                  </a:lnTo>
                  <a:lnTo>
                    <a:pt x="3746" y="9384"/>
                  </a:lnTo>
                  <a:lnTo>
                    <a:pt x="3592" y="8998"/>
                  </a:lnTo>
                  <a:lnTo>
                    <a:pt x="3437" y="8612"/>
                  </a:lnTo>
                  <a:lnTo>
                    <a:pt x="3283" y="8187"/>
                  </a:lnTo>
                  <a:lnTo>
                    <a:pt x="3167" y="7762"/>
                  </a:lnTo>
                  <a:lnTo>
                    <a:pt x="3090" y="7299"/>
                  </a:lnTo>
                  <a:lnTo>
                    <a:pt x="3051" y="6874"/>
                  </a:lnTo>
                  <a:lnTo>
                    <a:pt x="3012" y="6411"/>
                  </a:lnTo>
                  <a:lnTo>
                    <a:pt x="3051" y="5948"/>
                  </a:lnTo>
                  <a:lnTo>
                    <a:pt x="3090" y="5484"/>
                  </a:lnTo>
                  <a:lnTo>
                    <a:pt x="3167" y="5021"/>
                  </a:lnTo>
                  <a:lnTo>
                    <a:pt x="3244" y="4557"/>
                  </a:lnTo>
                  <a:lnTo>
                    <a:pt x="3399" y="4094"/>
                  </a:lnTo>
                  <a:lnTo>
                    <a:pt x="3592" y="3669"/>
                  </a:lnTo>
                  <a:lnTo>
                    <a:pt x="3785" y="3206"/>
                  </a:lnTo>
                  <a:lnTo>
                    <a:pt x="4055" y="2820"/>
                  </a:lnTo>
                  <a:lnTo>
                    <a:pt x="4325" y="2395"/>
                  </a:lnTo>
                  <a:lnTo>
                    <a:pt x="4634" y="2047"/>
                  </a:lnTo>
                  <a:lnTo>
                    <a:pt x="4943" y="1700"/>
                  </a:lnTo>
                  <a:lnTo>
                    <a:pt x="5329" y="1391"/>
                  </a:lnTo>
                  <a:lnTo>
                    <a:pt x="5715" y="1082"/>
                  </a:lnTo>
                  <a:lnTo>
                    <a:pt x="6102" y="850"/>
                  </a:lnTo>
                  <a:lnTo>
                    <a:pt x="6526" y="696"/>
                  </a:lnTo>
                  <a:lnTo>
                    <a:pt x="6990" y="541"/>
                  </a:lnTo>
                  <a:lnTo>
                    <a:pt x="7453" y="464"/>
                  </a:lnTo>
                  <a:close/>
                  <a:moveTo>
                    <a:pt x="5561" y="12280"/>
                  </a:moveTo>
                  <a:lnTo>
                    <a:pt x="5600" y="12319"/>
                  </a:lnTo>
                  <a:lnTo>
                    <a:pt x="5677" y="12358"/>
                  </a:lnTo>
                  <a:lnTo>
                    <a:pt x="5793" y="12898"/>
                  </a:lnTo>
                  <a:lnTo>
                    <a:pt x="5098" y="12589"/>
                  </a:lnTo>
                  <a:lnTo>
                    <a:pt x="5561" y="12280"/>
                  </a:lnTo>
                  <a:close/>
                  <a:moveTo>
                    <a:pt x="3321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2" y="13979"/>
                  </a:lnTo>
                  <a:lnTo>
                    <a:pt x="2781" y="13941"/>
                  </a:lnTo>
                  <a:lnTo>
                    <a:pt x="2510" y="13825"/>
                  </a:lnTo>
                  <a:lnTo>
                    <a:pt x="2935" y="13400"/>
                  </a:lnTo>
                  <a:lnTo>
                    <a:pt x="3321" y="12975"/>
                  </a:lnTo>
                  <a:close/>
                  <a:moveTo>
                    <a:pt x="3939" y="14327"/>
                  </a:moveTo>
                  <a:lnTo>
                    <a:pt x="5098" y="14520"/>
                  </a:lnTo>
                  <a:lnTo>
                    <a:pt x="4441" y="15485"/>
                  </a:lnTo>
                  <a:lnTo>
                    <a:pt x="4287" y="15215"/>
                  </a:lnTo>
                  <a:lnTo>
                    <a:pt x="4171" y="14945"/>
                  </a:lnTo>
                  <a:lnTo>
                    <a:pt x="4055" y="14636"/>
                  </a:lnTo>
                  <a:lnTo>
                    <a:pt x="3978" y="14366"/>
                  </a:lnTo>
                  <a:lnTo>
                    <a:pt x="3939" y="14327"/>
                  </a:lnTo>
                  <a:close/>
                  <a:moveTo>
                    <a:pt x="3746" y="14597"/>
                  </a:moveTo>
                  <a:lnTo>
                    <a:pt x="3823" y="14945"/>
                  </a:lnTo>
                  <a:lnTo>
                    <a:pt x="3978" y="15292"/>
                  </a:lnTo>
                  <a:lnTo>
                    <a:pt x="4132" y="15601"/>
                  </a:lnTo>
                  <a:lnTo>
                    <a:pt x="4287" y="15910"/>
                  </a:lnTo>
                  <a:lnTo>
                    <a:pt x="4364" y="15987"/>
                  </a:lnTo>
                  <a:lnTo>
                    <a:pt x="4055" y="16412"/>
                  </a:lnTo>
                  <a:lnTo>
                    <a:pt x="3746" y="16875"/>
                  </a:lnTo>
                  <a:lnTo>
                    <a:pt x="3592" y="16412"/>
                  </a:lnTo>
                  <a:lnTo>
                    <a:pt x="3476" y="15949"/>
                  </a:lnTo>
                  <a:lnTo>
                    <a:pt x="3476" y="15717"/>
                  </a:lnTo>
                  <a:lnTo>
                    <a:pt x="3476" y="15447"/>
                  </a:lnTo>
                  <a:lnTo>
                    <a:pt x="3514" y="15215"/>
                  </a:lnTo>
                  <a:lnTo>
                    <a:pt x="3553" y="14983"/>
                  </a:lnTo>
                  <a:lnTo>
                    <a:pt x="3746" y="14597"/>
                  </a:lnTo>
                  <a:close/>
                  <a:moveTo>
                    <a:pt x="4480" y="16335"/>
                  </a:moveTo>
                  <a:lnTo>
                    <a:pt x="4673" y="16760"/>
                  </a:lnTo>
                  <a:lnTo>
                    <a:pt x="4789" y="17223"/>
                  </a:lnTo>
                  <a:lnTo>
                    <a:pt x="4364" y="17107"/>
                  </a:lnTo>
                  <a:lnTo>
                    <a:pt x="3939" y="17030"/>
                  </a:lnTo>
                  <a:lnTo>
                    <a:pt x="4480" y="16335"/>
                  </a:lnTo>
                  <a:close/>
                  <a:moveTo>
                    <a:pt x="2472" y="16875"/>
                  </a:moveTo>
                  <a:lnTo>
                    <a:pt x="3399" y="17107"/>
                  </a:lnTo>
                  <a:lnTo>
                    <a:pt x="3476" y="17262"/>
                  </a:lnTo>
                  <a:lnTo>
                    <a:pt x="3321" y="17377"/>
                  </a:lnTo>
                  <a:lnTo>
                    <a:pt x="3167" y="17571"/>
                  </a:lnTo>
                  <a:lnTo>
                    <a:pt x="2897" y="17918"/>
                  </a:lnTo>
                  <a:lnTo>
                    <a:pt x="2665" y="17416"/>
                  </a:lnTo>
                  <a:lnTo>
                    <a:pt x="2472" y="16875"/>
                  </a:lnTo>
                  <a:close/>
                  <a:moveTo>
                    <a:pt x="3360" y="19733"/>
                  </a:moveTo>
                  <a:lnTo>
                    <a:pt x="4055" y="20428"/>
                  </a:lnTo>
                  <a:lnTo>
                    <a:pt x="3553" y="20660"/>
                  </a:lnTo>
                  <a:lnTo>
                    <a:pt x="3012" y="20969"/>
                  </a:lnTo>
                  <a:lnTo>
                    <a:pt x="3012" y="20969"/>
                  </a:lnTo>
                  <a:lnTo>
                    <a:pt x="3167" y="20351"/>
                  </a:lnTo>
                  <a:lnTo>
                    <a:pt x="3360" y="19733"/>
                  </a:lnTo>
                  <a:close/>
                  <a:moveTo>
                    <a:pt x="5677" y="20119"/>
                  </a:moveTo>
                  <a:lnTo>
                    <a:pt x="5986" y="20196"/>
                  </a:lnTo>
                  <a:lnTo>
                    <a:pt x="5715" y="20891"/>
                  </a:lnTo>
                  <a:lnTo>
                    <a:pt x="5368" y="21548"/>
                  </a:lnTo>
                  <a:lnTo>
                    <a:pt x="4673" y="20583"/>
                  </a:lnTo>
                  <a:lnTo>
                    <a:pt x="4634" y="20544"/>
                  </a:lnTo>
                  <a:lnTo>
                    <a:pt x="4673" y="20235"/>
                  </a:lnTo>
                  <a:lnTo>
                    <a:pt x="5020" y="20158"/>
                  </a:lnTo>
                  <a:lnTo>
                    <a:pt x="5329" y="20119"/>
                  </a:lnTo>
                  <a:close/>
                  <a:moveTo>
                    <a:pt x="7453" y="1"/>
                  </a:moveTo>
                  <a:lnTo>
                    <a:pt x="7067" y="39"/>
                  </a:lnTo>
                  <a:lnTo>
                    <a:pt x="6719" y="155"/>
                  </a:lnTo>
                  <a:lnTo>
                    <a:pt x="6333" y="271"/>
                  </a:lnTo>
                  <a:lnTo>
                    <a:pt x="5986" y="426"/>
                  </a:lnTo>
                  <a:lnTo>
                    <a:pt x="5638" y="580"/>
                  </a:lnTo>
                  <a:lnTo>
                    <a:pt x="5291" y="812"/>
                  </a:lnTo>
                  <a:lnTo>
                    <a:pt x="4943" y="1043"/>
                  </a:lnTo>
                  <a:lnTo>
                    <a:pt x="4634" y="1314"/>
                  </a:lnTo>
                  <a:lnTo>
                    <a:pt x="4364" y="1623"/>
                  </a:lnTo>
                  <a:lnTo>
                    <a:pt x="4094" y="1893"/>
                  </a:lnTo>
                  <a:lnTo>
                    <a:pt x="3823" y="2240"/>
                  </a:lnTo>
                  <a:lnTo>
                    <a:pt x="3592" y="2549"/>
                  </a:lnTo>
                  <a:lnTo>
                    <a:pt x="3399" y="2897"/>
                  </a:lnTo>
                  <a:lnTo>
                    <a:pt x="3205" y="3283"/>
                  </a:lnTo>
                  <a:lnTo>
                    <a:pt x="3051" y="3631"/>
                  </a:lnTo>
                  <a:lnTo>
                    <a:pt x="2897" y="4017"/>
                  </a:lnTo>
                  <a:lnTo>
                    <a:pt x="2781" y="4403"/>
                  </a:lnTo>
                  <a:lnTo>
                    <a:pt x="2703" y="4789"/>
                  </a:lnTo>
                  <a:lnTo>
                    <a:pt x="2626" y="5175"/>
                  </a:lnTo>
                  <a:lnTo>
                    <a:pt x="2588" y="5600"/>
                  </a:lnTo>
                  <a:lnTo>
                    <a:pt x="2549" y="5986"/>
                  </a:lnTo>
                  <a:lnTo>
                    <a:pt x="2549" y="6411"/>
                  </a:lnTo>
                  <a:lnTo>
                    <a:pt x="2549" y="6836"/>
                  </a:lnTo>
                  <a:lnTo>
                    <a:pt x="2665" y="7724"/>
                  </a:lnTo>
                  <a:lnTo>
                    <a:pt x="2742" y="8149"/>
                  </a:lnTo>
                  <a:lnTo>
                    <a:pt x="2858" y="8573"/>
                  </a:lnTo>
                  <a:lnTo>
                    <a:pt x="3012" y="8998"/>
                  </a:lnTo>
                  <a:lnTo>
                    <a:pt x="3167" y="9384"/>
                  </a:lnTo>
                  <a:lnTo>
                    <a:pt x="3321" y="9809"/>
                  </a:lnTo>
                  <a:lnTo>
                    <a:pt x="3553" y="10195"/>
                  </a:lnTo>
                  <a:lnTo>
                    <a:pt x="3746" y="10543"/>
                  </a:lnTo>
                  <a:lnTo>
                    <a:pt x="4016" y="10929"/>
                  </a:lnTo>
                  <a:lnTo>
                    <a:pt x="4287" y="11238"/>
                  </a:lnTo>
                  <a:lnTo>
                    <a:pt x="4596" y="11547"/>
                  </a:lnTo>
                  <a:lnTo>
                    <a:pt x="4905" y="11856"/>
                  </a:lnTo>
                  <a:lnTo>
                    <a:pt x="5252" y="12087"/>
                  </a:lnTo>
                  <a:lnTo>
                    <a:pt x="4557" y="12473"/>
                  </a:lnTo>
                  <a:lnTo>
                    <a:pt x="4480" y="12551"/>
                  </a:lnTo>
                  <a:lnTo>
                    <a:pt x="4441" y="12666"/>
                  </a:lnTo>
                  <a:lnTo>
                    <a:pt x="4480" y="12782"/>
                  </a:lnTo>
                  <a:lnTo>
                    <a:pt x="4596" y="12860"/>
                  </a:lnTo>
                  <a:lnTo>
                    <a:pt x="5020" y="13014"/>
                  </a:lnTo>
                  <a:lnTo>
                    <a:pt x="4673" y="13168"/>
                  </a:lnTo>
                  <a:lnTo>
                    <a:pt x="4403" y="13362"/>
                  </a:lnTo>
                  <a:lnTo>
                    <a:pt x="4094" y="13555"/>
                  </a:lnTo>
                  <a:lnTo>
                    <a:pt x="3862" y="13786"/>
                  </a:lnTo>
                  <a:lnTo>
                    <a:pt x="3823" y="13477"/>
                  </a:lnTo>
                  <a:lnTo>
                    <a:pt x="3746" y="13168"/>
                  </a:lnTo>
                  <a:lnTo>
                    <a:pt x="3630" y="12860"/>
                  </a:lnTo>
                  <a:lnTo>
                    <a:pt x="3514" y="12551"/>
                  </a:lnTo>
                  <a:lnTo>
                    <a:pt x="3476" y="12473"/>
                  </a:lnTo>
                  <a:lnTo>
                    <a:pt x="3360" y="12435"/>
                  </a:lnTo>
                  <a:lnTo>
                    <a:pt x="3283" y="12473"/>
                  </a:lnTo>
                  <a:lnTo>
                    <a:pt x="3205" y="12512"/>
                  </a:lnTo>
                  <a:lnTo>
                    <a:pt x="2665" y="13168"/>
                  </a:lnTo>
                  <a:lnTo>
                    <a:pt x="2086" y="13748"/>
                  </a:lnTo>
                  <a:lnTo>
                    <a:pt x="2047" y="13825"/>
                  </a:lnTo>
                  <a:lnTo>
                    <a:pt x="2008" y="13902"/>
                  </a:lnTo>
                  <a:lnTo>
                    <a:pt x="2047" y="13979"/>
                  </a:lnTo>
                  <a:lnTo>
                    <a:pt x="2086" y="14057"/>
                  </a:lnTo>
                  <a:lnTo>
                    <a:pt x="2395" y="14211"/>
                  </a:lnTo>
                  <a:lnTo>
                    <a:pt x="2742" y="14288"/>
                  </a:lnTo>
                  <a:lnTo>
                    <a:pt x="3051" y="14366"/>
                  </a:lnTo>
                  <a:lnTo>
                    <a:pt x="3399" y="14366"/>
                  </a:lnTo>
                  <a:lnTo>
                    <a:pt x="3244" y="14636"/>
                  </a:lnTo>
                  <a:lnTo>
                    <a:pt x="3128" y="14945"/>
                  </a:lnTo>
                  <a:lnTo>
                    <a:pt x="3090" y="15176"/>
                  </a:lnTo>
                  <a:lnTo>
                    <a:pt x="3051" y="15408"/>
                  </a:lnTo>
                  <a:lnTo>
                    <a:pt x="3051" y="15872"/>
                  </a:lnTo>
                  <a:lnTo>
                    <a:pt x="3128" y="16296"/>
                  </a:lnTo>
                  <a:lnTo>
                    <a:pt x="3244" y="16760"/>
                  </a:lnTo>
                  <a:lnTo>
                    <a:pt x="2781" y="16567"/>
                  </a:lnTo>
                  <a:lnTo>
                    <a:pt x="2279" y="16412"/>
                  </a:lnTo>
                  <a:lnTo>
                    <a:pt x="2201" y="16412"/>
                  </a:lnTo>
                  <a:lnTo>
                    <a:pt x="2124" y="16451"/>
                  </a:lnTo>
                  <a:lnTo>
                    <a:pt x="2047" y="16528"/>
                  </a:lnTo>
                  <a:lnTo>
                    <a:pt x="2047" y="16644"/>
                  </a:lnTo>
                  <a:lnTo>
                    <a:pt x="2163" y="17107"/>
                  </a:lnTo>
                  <a:lnTo>
                    <a:pt x="2279" y="17532"/>
                  </a:lnTo>
                  <a:lnTo>
                    <a:pt x="2472" y="17957"/>
                  </a:lnTo>
                  <a:lnTo>
                    <a:pt x="2703" y="18381"/>
                  </a:lnTo>
                  <a:lnTo>
                    <a:pt x="2781" y="18459"/>
                  </a:lnTo>
                  <a:lnTo>
                    <a:pt x="2858" y="18497"/>
                  </a:lnTo>
                  <a:lnTo>
                    <a:pt x="2935" y="18459"/>
                  </a:lnTo>
                  <a:lnTo>
                    <a:pt x="3012" y="18381"/>
                  </a:lnTo>
                  <a:lnTo>
                    <a:pt x="3321" y="18034"/>
                  </a:lnTo>
                  <a:lnTo>
                    <a:pt x="3514" y="17802"/>
                  </a:lnTo>
                  <a:lnTo>
                    <a:pt x="3630" y="17609"/>
                  </a:lnTo>
                  <a:lnTo>
                    <a:pt x="3707" y="17764"/>
                  </a:lnTo>
                  <a:lnTo>
                    <a:pt x="3978" y="18343"/>
                  </a:lnTo>
                  <a:lnTo>
                    <a:pt x="4132" y="18961"/>
                  </a:lnTo>
                  <a:lnTo>
                    <a:pt x="4248" y="19540"/>
                  </a:lnTo>
                  <a:lnTo>
                    <a:pt x="4248" y="20158"/>
                  </a:lnTo>
                  <a:lnTo>
                    <a:pt x="3437" y="19308"/>
                  </a:lnTo>
                  <a:lnTo>
                    <a:pt x="3399" y="19270"/>
                  </a:lnTo>
                  <a:lnTo>
                    <a:pt x="3205" y="19270"/>
                  </a:lnTo>
                  <a:lnTo>
                    <a:pt x="3167" y="19347"/>
                  </a:lnTo>
                  <a:lnTo>
                    <a:pt x="2974" y="19810"/>
                  </a:lnTo>
                  <a:lnTo>
                    <a:pt x="2781" y="20274"/>
                  </a:lnTo>
                  <a:lnTo>
                    <a:pt x="2665" y="20776"/>
                  </a:lnTo>
                  <a:lnTo>
                    <a:pt x="2626" y="21316"/>
                  </a:lnTo>
                  <a:lnTo>
                    <a:pt x="2626" y="21393"/>
                  </a:lnTo>
                  <a:lnTo>
                    <a:pt x="2703" y="21471"/>
                  </a:lnTo>
                  <a:lnTo>
                    <a:pt x="2781" y="21509"/>
                  </a:lnTo>
                  <a:lnTo>
                    <a:pt x="2897" y="21471"/>
                  </a:lnTo>
                  <a:lnTo>
                    <a:pt x="3514" y="21162"/>
                  </a:lnTo>
                  <a:lnTo>
                    <a:pt x="4171" y="20776"/>
                  </a:lnTo>
                  <a:lnTo>
                    <a:pt x="4171" y="20776"/>
                  </a:lnTo>
                  <a:lnTo>
                    <a:pt x="4055" y="21162"/>
                  </a:lnTo>
                  <a:lnTo>
                    <a:pt x="3901" y="21548"/>
                  </a:lnTo>
                  <a:lnTo>
                    <a:pt x="3669" y="22050"/>
                  </a:lnTo>
                  <a:lnTo>
                    <a:pt x="3321" y="22552"/>
                  </a:lnTo>
                  <a:lnTo>
                    <a:pt x="2897" y="23015"/>
                  </a:lnTo>
                  <a:lnTo>
                    <a:pt x="2626" y="23247"/>
                  </a:lnTo>
                  <a:lnTo>
                    <a:pt x="2395" y="23401"/>
                  </a:lnTo>
                  <a:lnTo>
                    <a:pt x="2124" y="23594"/>
                  </a:lnTo>
                  <a:lnTo>
                    <a:pt x="1854" y="23710"/>
                  </a:lnTo>
                  <a:lnTo>
                    <a:pt x="1584" y="23788"/>
                  </a:lnTo>
                  <a:lnTo>
                    <a:pt x="1313" y="23788"/>
                  </a:lnTo>
                  <a:lnTo>
                    <a:pt x="1082" y="23749"/>
                  </a:lnTo>
                  <a:lnTo>
                    <a:pt x="811" y="23672"/>
                  </a:lnTo>
                  <a:lnTo>
                    <a:pt x="541" y="23517"/>
                  </a:lnTo>
                  <a:lnTo>
                    <a:pt x="309" y="23286"/>
                  </a:lnTo>
                  <a:lnTo>
                    <a:pt x="232" y="23247"/>
                  </a:lnTo>
                  <a:lnTo>
                    <a:pt x="78" y="23247"/>
                  </a:lnTo>
                  <a:lnTo>
                    <a:pt x="39" y="23363"/>
                  </a:lnTo>
                  <a:lnTo>
                    <a:pt x="0" y="23401"/>
                  </a:lnTo>
                  <a:lnTo>
                    <a:pt x="39" y="23479"/>
                  </a:lnTo>
                  <a:lnTo>
                    <a:pt x="155" y="23633"/>
                  </a:lnTo>
                  <a:lnTo>
                    <a:pt x="271" y="23788"/>
                  </a:lnTo>
                  <a:lnTo>
                    <a:pt x="387" y="23903"/>
                  </a:lnTo>
                  <a:lnTo>
                    <a:pt x="541" y="24019"/>
                  </a:lnTo>
                  <a:lnTo>
                    <a:pt x="695" y="24096"/>
                  </a:lnTo>
                  <a:lnTo>
                    <a:pt x="889" y="24135"/>
                  </a:lnTo>
                  <a:lnTo>
                    <a:pt x="1236" y="24212"/>
                  </a:lnTo>
                  <a:lnTo>
                    <a:pt x="1584" y="24174"/>
                  </a:lnTo>
                  <a:lnTo>
                    <a:pt x="1970" y="24096"/>
                  </a:lnTo>
                  <a:lnTo>
                    <a:pt x="2317" y="23942"/>
                  </a:lnTo>
                  <a:lnTo>
                    <a:pt x="2665" y="23749"/>
                  </a:lnTo>
                  <a:lnTo>
                    <a:pt x="3012" y="23479"/>
                  </a:lnTo>
                  <a:lnTo>
                    <a:pt x="3321" y="23208"/>
                  </a:lnTo>
                  <a:lnTo>
                    <a:pt x="3630" y="22861"/>
                  </a:lnTo>
                  <a:lnTo>
                    <a:pt x="3901" y="22513"/>
                  </a:lnTo>
                  <a:lnTo>
                    <a:pt x="4132" y="22127"/>
                  </a:lnTo>
                  <a:lnTo>
                    <a:pt x="4325" y="21702"/>
                  </a:lnTo>
                  <a:lnTo>
                    <a:pt x="4480" y="21316"/>
                  </a:lnTo>
                  <a:lnTo>
                    <a:pt x="4596" y="20853"/>
                  </a:lnTo>
                  <a:lnTo>
                    <a:pt x="5213" y="21973"/>
                  </a:lnTo>
                  <a:lnTo>
                    <a:pt x="5291" y="22050"/>
                  </a:lnTo>
                  <a:lnTo>
                    <a:pt x="5368" y="22088"/>
                  </a:lnTo>
                  <a:lnTo>
                    <a:pt x="5445" y="22050"/>
                  </a:lnTo>
                  <a:lnTo>
                    <a:pt x="5522" y="22011"/>
                  </a:lnTo>
                  <a:lnTo>
                    <a:pt x="5793" y="21548"/>
                  </a:lnTo>
                  <a:lnTo>
                    <a:pt x="6024" y="21084"/>
                  </a:lnTo>
                  <a:lnTo>
                    <a:pt x="6410" y="20119"/>
                  </a:lnTo>
                  <a:lnTo>
                    <a:pt x="6410" y="20042"/>
                  </a:lnTo>
                  <a:lnTo>
                    <a:pt x="6410" y="19965"/>
                  </a:lnTo>
                  <a:lnTo>
                    <a:pt x="6372" y="19926"/>
                  </a:lnTo>
                  <a:lnTo>
                    <a:pt x="6295" y="19887"/>
                  </a:lnTo>
                  <a:lnTo>
                    <a:pt x="5908" y="19772"/>
                  </a:lnTo>
                  <a:lnTo>
                    <a:pt x="5484" y="19733"/>
                  </a:lnTo>
                  <a:lnTo>
                    <a:pt x="5098" y="19733"/>
                  </a:lnTo>
                  <a:lnTo>
                    <a:pt x="4673" y="19849"/>
                  </a:lnTo>
                  <a:lnTo>
                    <a:pt x="4634" y="19231"/>
                  </a:lnTo>
                  <a:lnTo>
                    <a:pt x="4518" y="18652"/>
                  </a:lnTo>
                  <a:lnTo>
                    <a:pt x="4287" y="18034"/>
                  </a:lnTo>
                  <a:lnTo>
                    <a:pt x="4055" y="17455"/>
                  </a:lnTo>
                  <a:lnTo>
                    <a:pt x="4518" y="17532"/>
                  </a:lnTo>
                  <a:lnTo>
                    <a:pt x="4982" y="17609"/>
                  </a:lnTo>
                  <a:lnTo>
                    <a:pt x="5059" y="17609"/>
                  </a:lnTo>
                  <a:lnTo>
                    <a:pt x="5098" y="17532"/>
                  </a:lnTo>
                  <a:lnTo>
                    <a:pt x="5136" y="17493"/>
                  </a:lnTo>
                  <a:lnTo>
                    <a:pt x="5136" y="17377"/>
                  </a:lnTo>
                  <a:lnTo>
                    <a:pt x="5098" y="17030"/>
                  </a:lnTo>
                  <a:lnTo>
                    <a:pt x="4982" y="16644"/>
                  </a:lnTo>
                  <a:lnTo>
                    <a:pt x="4827" y="16296"/>
                  </a:lnTo>
                  <a:lnTo>
                    <a:pt x="4673" y="15987"/>
                  </a:lnTo>
                  <a:lnTo>
                    <a:pt x="4596" y="15910"/>
                  </a:lnTo>
                  <a:lnTo>
                    <a:pt x="4634" y="15910"/>
                  </a:lnTo>
                  <a:lnTo>
                    <a:pt x="5600" y="14481"/>
                  </a:lnTo>
                  <a:lnTo>
                    <a:pt x="5638" y="14366"/>
                  </a:lnTo>
                  <a:lnTo>
                    <a:pt x="5600" y="14288"/>
                  </a:lnTo>
                  <a:lnTo>
                    <a:pt x="5561" y="14211"/>
                  </a:lnTo>
                  <a:lnTo>
                    <a:pt x="5445" y="14172"/>
                  </a:lnTo>
                  <a:lnTo>
                    <a:pt x="4209" y="13979"/>
                  </a:lnTo>
                  <a:lnTo>
                    <a:pt x="4480" y="13748"/>
                  </a:lnTo>
                  <a:lnTo>
                    <a:pt x="4789" y="13555"/>
                  </a:lnTo>
                  <a:lnTo>
                    <a:pt x="5098" y="13362"/>
                  </a:lnTo>
                  <a:lnTo>
                    <a:pt x="5406" y="13168"/>
                  </a:lnTo>
                  <a:lnTo>
                    <a:pt x="6024" y="13400"/>
                  </a:lnTo>
                  <a:lnTo>
                    <a:pt x="6140" y="13439"/>
                  </a:lnTo>
                  <a:lnTo>
                    <a:pt x="6217" y="13362"/>
                  </a:lnTo>
                  <a:lnTo>
                    <a:pt x="6256" y="13284"/>
                  </a:lnTo>
                  <a:lnTo>
                    <a:pt x="6295" y="13168"/>
                  </a:lnTo>
                  <a:lnTo>
                    <a:pt x="6179" y="12705"/>
                  </a:lnTo>
                  <a:lnTo>
                    <a:pt x="6063" y="12242"/>
                  </a:lnTo>
                  <a:lnTo>
                    <a:pt x="6912" y="11933"/>
                  </a:lnTo>
                  <a:lnTo>
                    <a:pt x="7723" y="11585"/>
                  </a:lnTo>
                  <a:lnTo>
                    <a:pt x="8534" y="11122"/>
                  </a:lnTo>
                  <a:lnTo>
                    <a:pt x="9268" y="10620"/>
                  </a:lnTo>
                  <a:lnTo>
                    <a:pt x="9963" y="10079"/>
                  </a:lnTo>
                  <a:lnTo>
                    <a:pt x="10311" y="9770"/>
                  </a:lnTo>
                  <a:lnTo>
                    <a:pt x="10620" y="9423"/>
                  </a:lnTo>
                  <a:lnTo>
                    <a:pt x="10890" y="9075"/>
                  </a:lnTo>
                  <a:lnTo>
                    <a:pt x="11160" y="8728"/>
                  </a:lnTo>
                  <a:lnTo>
                    <a:pt x="11392" y="8342"/>
                  </a:lnTo>
                  <a:lnTo>
                    <a:pt x="11623" y="7955"/>
                  </a:lnTo>
                  <a:lnTo>
                    <a:pt x="11817" y="7569"/>
                  </a:lnTo>
                  <a:lnTo>
                    <a:pt x="11971" y="7183"/>
                  </a:lnTo>
                  <a:lnTo>
                    <a:pt x="12125" y="6758"/>
                  </a:lnTo>
                  <a:lnTo>
                    <a:pt x="12241" y="6334"/>
                  </a:lnTo>
                  <a:lnTo>
                    <a:pt x="12319" y="5948"/>
                  </a:lnTo>
                  <a:lnTo>
                    <a:pt x="12357" y="5523"/>
                  </a:lnTo>
                  <a:lnTo>
                    <a:pt x="12396" y="5098"/>
                  </a:lnTo>
                  <a:lnTo>
                    <a:pt x="12396" y="4673"/>
                  </a:lnTo>
                  <a:lnTo>
                    <a:pt x="12357" y="4248"/>
                  </a:lnTo>
                  <a:lnTo>
                    <a:pt x="12280" y="3824"/>
                  </a:lnTo>
                  <a:lnTo>
                    <a:pt x="12203" y="3438"/>
                  </a:lnTo>
                  <a:lnTo>
                    <a:pt x="12048" y="3051"/>
                  </a:lnTo>
                  <a:lnTo>
                    <a:pt x="11894" y="2665"/>
                  </a:lnTo>
                  <a:lnTo>
                    <a:pt x="11701" y="2279"/>
                  </a:lnTo>
                  <a:lnTo>
                    <a:pt x="11469" y="1893"/>
                  </a:lnTo>
                  <a:lnTo>
                    <a:pt x="11160" y="1545"/>
                  </a:lnTo>
                  <a:lnTo>
                    <a:pt x="10890" y="1275"/>
                  </a:lnTo>
                  <a:lnTo>
                    <a:pt x="10620" y="1005"/>
                  </a:lnTo>
                  <a:lnTo>
                    <a:pt x="10311" y="773"/>
                  </a:lnTo>
                  <a:lnTo>
                    <a:pt x="9963" y="580"/>
                  </a:lnTo>
                  <a:lnTo>
                    <a:pt x="9654" y="387"/>
                  </a:lnTo>
                  <a:lnTo>
                    <a:pt x="9307" y="233"/>
                  </a:lnTo>
                  <a:lnTo>
                    <a:pt x="8920" y="117"/>
                  </a:lnTo>
                  <a:lnTo>
                    <a:pt x="8573" y="39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18"/>
            <p:cNvSpPr/>
            <p:nvPr/>
          </p:nvSpPr>
          <p:spPr>
            <a:xfrm>
              <a:off x="1545225" y="23405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1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18"/>
            <p:cNvSpPr/>
            <p:nvPr/>
          </p:nvSpPr>
          <p:spPr>
            <a:xfrm>
              <a:off x="6777550" y="23482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9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1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18"/>
            <p:cNvSpPr/>
            <p:nvPr/>
          </p:nvSpPr>
          <p:spPr>
            <a:xfrm>
              <a:off x="6642400" y="2349200"/>
              <a:ext cx="437325" cy="301225"/>
            </a:xfrm>
            <a:custGeom>
              <a:avLst/>
              <a:gdLst/>
              <a:ahLst/>
              <a:cxnLst/>
              <a:rect l="l" t="t" r="r" b="b"/>
              <a:pathLst>
                <a:path w="17493" h="12049" extrusionOk="0">
                  <a:moveTo>
                    <a:pt x="12086" y="503"/>
                  </a:moveTo>
                  <a:lnTo>
                    <a:pt x="12202" y="580"/>
                  </a:lnTo>
                  <a:lnTo>
                    <a:pt x="12280" y="657"/>
                  </a:lnTo>
                  <a:lnTo>
                    <a:pt x="12627" y="850"/>
                  </a:lnTo>
                  <a:lnTo>
                    <a:pt x="12897" y="1159"/>
                  </a:lnTo>
                  <a:lnTo>
                    <a:pt x="13129" y="1507"/>
                  </a:lnTo>
                  <a:lnTo>
                    <a:pt x="13322" y="1854"/>
                  </a:lnTo>
                  <a:lnTo>
                    <a:pt x="13477" y="2240"/>
                  </a:lnTo>
                  <a:lnTo>
                    <a:pt x="13631" y="2665"/>
                  </a:lnTo>
                  <a:lnTo>
                    <a:pt x="13824" y="3438"/>
                  </a:lnTo>
                  <a:lnTo>
                    <a:pt x="13090" y="3013"/>
                  </a:lnTo>
                  <a:lnTo>
                    <a:pt x="12704" y="2781"/>
                  </a:lnTo>
                  <a:lnTo>
                    <a:pt x="12357" y="2472"/>
                  </a:lnTo>
                  <a:lnTo>
                    <a:pt x="12009" y="2125"/>
                  </a:lnTo>
                  <a:lnTo>
                    <a:pt x="11816" y="1932"/>
                  </a:lnTo>
                  <a:lnTo>
                    <a:pt x="11662" y="1700"/>
                  </a:lnTo>
                  <a:lnTo>
                    <a:pt x="11507" y="1391"/>
                  </a:lnTo>
                  <a:lnTo>
                    <a:pt x="11430" y="1043"/>
                  </a:lnTo>
                  <a:lnTo>
                    <a:pt x="11662" y="735"/>
                  </a:lnTo>
                  <a:lnTo>
                    <a:pt x="11739" y="619"/>
                  </a:lnTo>
                  <a:lnTo>
                    <a:pt x="11855" y="541"/>
                  </a:lnTo>
                  <a:lnTo>
                    <a:pt x="11971" y="503"/>
                  </a:lnTo>
                  <a:close/>
                  <a:moveTo>
                    <a:pt x="16218" y="1584"/>
                  </a:moveTo>
                  <a:lnTo>
                    <a:pt x="16296" y="1623"/>
                  </a:lnTo>
                  <a:lnTo>
                    <a:pt x="16411" y="1661"/>
                  </a:lnTo>
                  <a:lnTo>
                    <a:pt x="16489" y="1738"/>
                  </a:lnTo>
                  <a:lnTo>
                    <a:pt x="16566" y="1816"/>
                  </a:lnTo>
                  <a:lnTo>
                    <a:pt x="16604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4" y="2511"/>
                  </a:lnTo>
                  <a:lnTo>
                    <a:pt x="16527" y="2665"/>
                  </a:lnTo>
                  <a:lnTo>
                    <a:pt x="16411" y="2820"/>
                  </a:lnTo>
                  <a:lnTo>
                    <a:pt x="16296" y="2974"/>
                  </a:lnTo>
                  <a:lnTo>
                    <a:pt x="15948" y="3206"/>
                  </a:lnTo>
                  <a:lnTo>
                    <a:pt x="15562" y="3399"/>
                  </a:lnTo>
                  <a:lnTo>
                    <a:pt x="15137" y="3553"/>
                  </a:lnTo>
                  <a:lnTo>
                    <a:pt x="14712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7"/>
                  </a:lnTo>
                  <a:lnTo>
                    <a:pt x="15098" y="2279"/>
                  </a:lnTo>
                  <a:lnTo>
                    <a:pt x="15407" y="1970"/>
                  </a:lnTo>
                  <a:lnTo>
                    <a:pt x="15639" y="1816"/>
                  </a:lnTo>
                  <a:lnTo>
                    <a:pt x="15871" y="1661"/>
                  </a:lnTo>
                  <a:lnTo>
                    <a:pt x="16102" y="1623"/>
                  </a:lnTo>
                  <a:lnTo>
                    <a:pt x="16218" y="1584"/>
                  </a:lnTo>
                  <a:close/>
                  <a:moveTo>
                    <a:pt x="13824" y="4287"/>
                  </a:moveTo>
                  <a:lnTo>
                    <a:pt x="13670" y="4557"/>
                  </a:lnTo>
                  <a:lnTo>
                    <a:pt x="13477" y="4789"/>
                  </a:lnTo>
                  <a:lnTo>
                    <a:pt x="13245" y="5021"/>
                  </a:lnTo>
                  <a:lnTo>
                    <a:pt x="13013" y="5214"/>
                  </a:lnTo>
                  <a:lnTo>
                    <a:pt x="12666" y="5484"/>
                  </a:lnTo>
                  <a:lnTo>
                    <a:pt x="12164" y="5754"/>
                  </a:lnTo>
                  <a:lnTo>
                    <a:pt x="11893" y="5870"/>
                  </a:lnTo>
                  <a:lnTo>
                    <a:pt x="11623" y="5948"/>
                  </a:lnTo>
                  <a:lnTo>
                    <a:pt x="11391" y="5986"/>
                  </a:lnTo>
                  <a:lnTo>
                    <a:pt x="11198" y="5948"/>
                  </a:lnTo>
                  <a:lnTo>
                    <a:pt x="11044" y="5870"/>
                  </a:lnTo>
                  <a:lnTo>
                    <a:pt x="10967" y="5793"/>
                  </a:lnTo>
                  <a:lnTo>
                    <a:pt x="10928" y="5716"/>
                  </a:lnTo>
                  <a:lnTo>
                    <a:pt x="10889" y="5639"/>
                  </a:lnTo>
                  <a:lnTo>
                    <a:pt x="10889" y="5446"/>
                  </a:lnTo>
                  <a:lnTo>
                    <a:pt x="10967" y="5252"/>
                  </a:lnTo>
                  <a:lnTo>
                    <a:pt x="11121" y="5098"/>
                  </a:lnTo>
                  <a:lnTo>
                    <a:pt x="11276" y="4944"/>
                  </a:lnTo>
                  <a:lnTo>
                    <a:pt x="11546" y="4750"/>
                  </a:lnTo>
                  <a:lnTo>
                    <a:pt x="11816" y="4635"/>
                  </a:lnTo>
                  <a:lnTo>
                    <a:pt x="12086" y="4557"/>
                  </a:lnTo>
                  <a:lnTo>
                    <a:pt x="12627" y="4480"/>
                  </a:lnTo>
                  <a:lnTo>
                    <a:pt x="13245" y="4403"/>
                  </a:lnTo>
                  <a:lnTo>
                    <a:pt x="13554" y="4364"/>
                  </a:lnTo>
                  <a:lnTo>
                    <a:pt x="13824" y="4287"/>
                  </a:lnTo>
                  <a:close/>
                  <a:moveTo>
                    <a:pt x="14403" y="4248"/>
                  </a:moveTo>
                  <a:lnTo>
                    <a:pt x="15098" y="4596"/>
                  </a:lnTo>
                  <a:lnTo>
                    <a:pt x="15407" y="4789"/>
                  </a:lnTo>
                  <a:lnTo>
                    <a:pt x="15716" y="4982"/>
                  </a:lnTo>
                  <a:lnTo>
                    <a:pt x="15909" y="5137"/>
                  </a:lnTo>
                  <a:lnTo>
                    <a:pt x="16141" y="5368"/>
                  </a:lnTo>
                  <a:lnTo>
                    <a:pt x="16411" y="5677"/>
                  </a:lnTo>
                  <a:lnTo>
                    <a:pt x="16643" y="5986"/>
                  </a:lnTo>
                  <a:lnTo>
                    <a:pt x="16875" y="6334"/>
                  </a:lnTo>
                  <a:lnTo>
                    <a:pt x="16991" y="6681"/>
                  </a:lnTo>
                  <a:lnTo>
                    <a:pt x="16991" y="6836"/>
                  </a:lnTo>
                  <a:lnTo>
                    <a:pt x="16991" y="6990"/>
                  </a:lnTo>
                  <a:lnTo>
                    <a:pt x="16952" y="7106"/>
                  </a:lnTo>
                  <a:lnTo>
                    <a:pt x="16836" y="7222"/>
                  </a:lnTo>
                  <a:lnTo>
                    <a:pt x="16759" y="7299"/>
                  </a:lnTo>
                  <a:lnTo>
                    <a:pt x="16643" y="7338"/>
                  </a:lnTo>
                  <a:lnTo>
                    <a:pt x="16373" y="7338"/>
                  </a:lnTo>
                  <a:lnTo>
                    <a:pt x="16141" y="7222"/>
                  </a:lnTo>
                  <a:lnTo>
                    <a:pt x="15871" y="7029"/>
                  </a:lnTo>
                  <a:lnTo>
                    <a:pt x="15600" y="6797"/>
                  </a:lnTo>
                  <a:lnTo>
                    <a:pt x="15369" y="6565"/>
                  </a:lnTo>
                  <a:lnTo>
                    <a:pt x="15060" y="6141"/>
                  </a:lnTo>
                  <a:lnTo>
                    <a:pt x="14828" y="5716"/>
                  </a:lnTo>
                  <a:lnTo>
                    <a:pt x="14635" y="5252"/>
                  </a:lnTo>
                  <a:lnTo>
                    <a:pt x="14519" y="4750"/>
                  </a:lnTo>
                  <a:lnTo>
                    <a:pt x="14403" y="4248"/>
                  </a:lnTo>
                  <a:close/>
                  <a:moveTo>
                    <a:pt x="11855" y="1"/>
                  </a:moveTo>
                  <a:lnTo>
                    <a:pt x="11584" y="39"/>
                  </a:lnTo>
                  <a:lnTo>
                    <a:pt x="11469" y="117"/>
                  </a:lnTo>
                  <a:lnTo>
                    <a:pt x="11353" y="194"/>
                  </a:lnTo>
                  <a:lnTo>
                    <a:pt x="11160" y="387"/>
                  </a:lnTo>
                  <a:lnTo>
                    <a:pt x="11005" y="619"/>
                  </a:lnTo>
                  <a:lnTo>
                    <a:pt x="10928" y="812"/>
                  </a:lnTo>
                  <a:lnTo>
                    <a:pt x="10928" y="1005"/>
                  </a:lnTo>
                  <a:lnTo>
                    <a:pt x="10928" y="1236"/>
                  </a:lnTo>
                  <a:lnTo>
                    <a:pt x="11005" y="1468"/>
                  </a:lnTo>
                  <a:lnTo>
                    <a:pt x="11082" y="1661"/>
                  </a:lnTo>
                  <a:lnTo>
                    <a:pt x="11198" y="1893"/>
                  </a:lnTo>
                  <a:lnTo>
                    <a:pt x="11546" y="2318"/>
                  </a:lnTo>
                  <a:lnTo>
                    <a:pt x="11932" y="2742"/>
                  </a:lnTo>
                  <a:lnTo>
                    <a:pt x="12395" y="3090"/>
                  </a:lnTo>
                  <a:lnTo>
                    <a:pt x="12859" y="3399"/>
                  </a:lnTo>
                  <a:lnTo>
                    <a:pt x="12859" y="3399"/>
                  </a:lnTo>
                  <a:lnTo>
                    <a:pt x="12048" y="3283"/>
                  </a:lnTo>
                  <a:lnTo>
                    <a:pt x="11198" y="3283"/>
                  </a:lnTo>
                  <a:lnTo>
                    <a:pt x="10387" y="3322"/>
                  </a:lnTo>
                  <a:lnTo>
                    <a:pt x="9615" y="3476"/>
                  </a:lnTo>
                  <a:lnTo>
                    <a:pt x="9654" y="3013"/>
                  </a:lnTo>
                  <a:lnTo>
                    <a:pt x="9654" y="2511"/>
                  </a:lnTo>
                  <a:lnTo>
                    <a:pt x="9615" y="2009"/>
                  </a:lnTo>
                  <a:lnTo>
                    <a:pt x="9538" y="1507"/>
                  </a:lnTo>
                  <a:lnTo>
                    <a:pt x="9075" y="1623"/>
                  </a:lnTo>
                  <a:lnTo>
                    <a:pt x="9152" y="2086"/>
                  </a:lnTo>
                  <a:lnTo>
                    <a:pt x="9152" y="2588"/>
                  </a:lnTo>
                  <a:lnTo>
                    <a:pt x="9152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5" y="3901"/>
                  </a:lnTo>
                  <a:lnTo>
                    <a:pt x="7414" y="4287"/>
                  </a:lnTo>
                  <a:lnTo>
                    <a:pt x="6603" y="4712"/>
                  </a:lnTo>
                  <a:lnTo>
                    <a:pt x="5831" y="5214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5" y="6218"/>
                  </a:lnTo>
                  <a:lnTo>
                    <a:pt x="3823" y="6913"/>
                  </a:lnTo>
                  <a:lnTo>
                    <a:pt x="3089" y="7685"/>
                  </a:lnTo>
                  <a:lnTo>
                    <a:pt x="2394" y="8496"/>
                  </a:lnTo>
                  <a:lnTo>
                    <a:pt x="1738" y="9307"/>
                  </a:lnTo>
                  <a:lnTo>
                    <a:pt x="1081" y="10157"/>
                  </a:lnTo>
                  <a:lnTo>
                    <a:pt x="502" y="10967"/>
                  </a:lnTo>
                  <a:lnTo>
                    <a:pt x="0" y="11778"/>
                  </a:lnTo>
                  <a:lnTo>
                    <a:pt x="348" y="12049"/>
                  </a:lnTo>
                  <a:lnTo>
                    <a:pt x="1545" y="10504"/>
                  </a:lnTo>
                  <a:lnTo>
                    <a:pt x="2742" y="8959"/>
                  </a:lnTo>
                  <a:lnTo>
                    <a:pt x="3360" y="8226"/>
                  </a:lnTo>
                  <a:lnTo>
                    <a:pt x="4016" y="7492"/>
                  </a:lnTo>
                  <a:lnTo>
                    <a:pt x="4711" y="6797"/>
                  </a:lnTo>
                  <a:lnTo>
                    <a:pt x="5483" y="6179"/>
                  </a:lnTo>
                  <a:lnTo>
                    <a:pt x="6256" y="5561"/>
                  </a:lnTo>
                  <a:lnTo>
                    <a:pt x="7105" y="5059"/>
                  </a:lnTo>
                  <a:lnTo>
                    <a:pt x="7993" y="4596"/>
                  </a:lnTo>
                  <a:lnTo>
                    <a:pt x="8457" y="4442"/>
                  </a:lnTo>
                  <a:lnTo>
                    <a:pt x="8920" y="4248"/>
                  </a:lnTo>
                  <a:lnTo>
                    <a:pt x="9422" y="4133"/>
                  </a:lnTo>
                  <a:lnTo>
                    <a:pt x="9885" y="4017"/>
                  </a:lnTo>
                  <a:lnTo>
                    <a:pt x="10387" y="3901"/>
                  </a:lnTo>
                  <a:lnTo>
                    <a:pt x="10851" y="3862"/>
                  </a:lnTo>
                  <a:lnTo>
                    <a:pt x="11353" y="3824"/>
                  </a:lnTo>
                  <a:lnTo>
                    <a:pt x="11855" y="3824"/>
                  </a:lnTo>
                  <a:lnTo>
                    <a:pt x="12357" y="3862"/>
                  </a:lnTo>
                  <a:lnTo>
                    <a:pt x="12859" y="3901"/>
                  </a:lnTo>
                  <a:lnTo>
                    <a:pt x="12318" y="3978"/>
                  </a:lnTo>
                  <a:lnTo>
                    <a:pt x="11855" y="4094"/>
                  </a:lnTo>
                  <a:lnTo>
                    <a:pt x="11391" y="4287"/>
                  </a:lnTo>
                  <a:lnTo>
                    <a:pt x="11198" y="4403"/>
                  </a:lnTo>
                  <a:lnTo>
                    <a:pt x="11005" y="4557"/>
                  </a:lnTo>
                  <a:lnTo>
                    <a:pt x="10851" y="4673"/>
                  </a:lnTo>
                  <a:lnTo>
                    <a:pt x="10696" y="4866"/>
                  </a:lnTo>
                  <a:lnTo>
                    <a:pt x="10542" y="5059"/>
                  </a:lnTo>
                  <a:lnTo>
                    <a:pt x="10465" y="5291"/>
                  </a:lnTo>
                  <a:lnTo>
                    <a:pt x="10387" y="5523"/>
                  </a:lnTo>
                  <a:lnTo>
                    <a:pt x="10387" y="5754"/>
                  </a:lnTo>
                  <a:lnTo>
                    <a:pt x="10426" y="5948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4"/>
                  </a:lnTo>
                  <a:lnTo>
                    <a:pt x="11005" y="6411"/>
                  </a:lnTo>
                  <a:lnTo>
                    <a:pt x="11276" y="6449"/>
                  </a:lnTo>
                  <a:lnTo>
                    <a:pt x="11584" y="6411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3"/>
                  </a:lnTo>
                  <a:lnTo>
                    <a:pt x="13438" y="5484"/>
                  </a:lnTo>
                  <a:lnTo>
                    <a:pt x="13399" y="5523"/>
                  </a:lnTo>
                  <a:lnTo>
                    <a:pt x="13786" y="5716"/>
                  </a:lnTo>
                  <a:lnTo>
                    <a:pt x="14056" y="4866"/>
                  </a:lnTo>
                  <a:lnTo>
                    <a:pt x="14210" y="5407"/>
                  </a:lnTo>
                  <a:lnTo>
                    <a:pt x="14403" y="5909"/>
                  </a:lnTo>
                  <a:lnTo>
                    <a:pt x="14674" y="6411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7" y="7299"/>
                  </a:lnTo>
                  <a:lnTo>
                    <a:pt x="15678" y="7492"/>
                  </a:lnTo>
                  <a:lnTo>
                    <a:pt x="15987" y="7685"/>
                  </a:lnTo>
                  <a:lnTo>
                    <a:pt x="16296" y="7801"/>
                  </a:lnTo>
                  <a:lnTo>
                    <a:pt x="16604" y="7878"/>
                  </a:lnTo>
                  <a:lnTo>
                    <a:pt x="16759" y="7878"/>
                  </a:lnTo>
                  <a:lnTo>
                    <a:pt x="16875" y="7840"/>
                  </a:lnTo>
                  <a:lnTo>
                    <a:pt x="17029" y="7801"/>
                  </a:lnTo>
                  <a:lnTo>
                    <a:pt x="17184" y="7724"/>
                  </a:lnTo>
                  <a:lnTo>
                    <a:pt x="17299" y="7647"/>
                  </a:lnTo>
                  <a:lnTo>
                    <a:pt x="17377" y="7531"/>
                  </a:lnTo>
                  <a:lnTo>
                    <a:pt x="17415" y="7376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5" y="6604"/>
                  </a:lnTo>
                  <a:lnTo>
                    <a:pt x="17299" y="6295"/>
                  </a:lnTo>
                  <a:lnTo>
                    <a:pt x="17184" y="5986"/>
                  </a:lnTo>
                  <a:lnTo>
                    <a:pt x="17029" y="5716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1"/>
                  </a:lnTo>
                  <a:lnTo>
                    <a:pt x="16257" y="4789"/>
                  </a:lnTo>
                  <a:lnTo>
                    <a:pt x="16025" y="4596"/>
                  </a:lnTo>
                  <a:lnTo>
                    <a:pt x="15523" y="4287"/>
                  </a:lnTo>
                  <a:lnTo>
                    <a:pt x="14944" y="4017"/>
                  </a:lnTo>
                  <a:lnTo>
                    <a:pt x="15407" y="3901"/>
                  </a:lnTo>
                  <a:lnTo>
                    <a:pt x="15832" y="3746"/>
                  </a:lnTo>
                  <a:lnTo>
                    <a:pt x="16218" y="3515"/>
                  </a:lnTo>
                  <a:lnTo>
                    <a:pt x="16604" y="3244"/>
                  </a:lnTo>
                  <a:lnTo>
                    <a:pt x="16759" y="3051"/>
                  </a:lnTo>
                  <a:lnTo>
                    <a:pt x="16913" y="2858"/>
                  </a:lnTo>
                  <a:lnTo>
                    <a:pt x="17029" y="2665"/>
                  </a:lnTo>
                  <a:lnTo>
                    <a:pt x="17106" y="2434"/>
                  </a:lnTo>
                  <a:lnTo>
                    <a:pt x="17145" y="2163"/>
                  </a:lnTo>
                  <a:lnTo>
                    <a:pt x="17106" y="1932"/>
                  </a:lnTo>
                  <a:lnTo>
                    <a:pt x="17068" y="1700"/>
                  </a:lnTo>
                  <a:lnTo>
                    <a:pt x="16913" y="1468"/>
                  </a:lnTo>
                  <a:lnTo>
                    <a:pt x="16759" y="1314"/>
                  </a:lnTo>
                  <a:lnTo>
                    <a:pt x="16566" y="1198"/>
                  </a:lnTo>
                  <a:lnTo>
                    <a:pt x="16334" y="1159"/>
                  </a:lnTo>
                  <a:lnTo>
                    <a:pt x="16102" y="1159"/>
                  </a:lnTo>
                  <a:lnTo>
                    <a:pt x="15909" y="1198"/>
                  </a:lnTo>
                  <a:lnTo>
                    <a:pt x="15678" y="1236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5" y="1777"/>
                  </a:lnTo>
                  <a:lnTo>
                    <a:pt x="14596" y="2163"/>
                  </a:lnTo>
                  <a:lnTo>
                    <a:pt x="14326" y="2588"/>
                  </a:lnTo>
                  <a:lnTo>
                    <a:pt x="14094" y="3013"/>
                  </a:lnTo>
                  <a:lnTo>
                    <a:pt x="13940" y="2434"/>
                  </a:lnTo>
                  <a:lnTo>
                    <a:pt x="13747" y="1893"/>
                  </a:lnTo>
                  <a:lnTo>
                    <a:pt x="13515" y="1352"/>
                  </a:lnTo>
                  <a:lnTo>
                    <a:pt x="13168" y="850"/>
                  </a:lnTo>
                  <a:lnTo>
                    <a:pt x="13013" y="657"/>
                  </a:lnTo>
                  <a:lnTo>
                    <a:pt x="12820" y="464"/>
                  </a:lnTo>
                  <a:lnTo>
                    <a:pt x="12588" y="271"/>
                  </a:lnTo>
                  <a:lnTo>
                    <a:pt x="12357" y="117"/>
                  </a:lnTo>
                  <a:lnTo>
                    <a:pt x="12086" y="39"/>
                  </a:lnTo>
                  <a:lnTo>
                    <a:pt x="118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18"/>
            <p:cNvSpPr/>
            <p:nvPr/>
          </p:nvSpPr>
          <p:spPr>
            <a:xfrm>
              <a:off x="4161375" y="2367550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6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6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1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18"/>
            <p:cNvSpPr/>
            <p:nvPr/>
          </p:nvSpPr>
          <p:spPr>
            <a:xfrm>
              <a:off x="4673025" y="2378175"/>
              <a:ext cx="330175" cy="176675"/>
            </a:xfrm>
            <a:custGeom>
              <a:avLst/>
              <a:gdLst/>
              <a:ahLst/>
              <a:cxnLst/>
              <a:rect l="l" t="t" r="r" b="b"/>
              <a:pathLst>
                <a:path w="13207" h="7067" extrusionOk="0">
                  <a:moveTo>
                    <a:pt x="8110" y="309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79"/>
                  </a:lnTo>
                  <a:lnTo>
                    <a:pt x="8728" y="888"/>
                  </a:lnTo>
                  <a:lnTo>
                    <a:pt x="8766" y="1197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7"/>
                  </a:lnTo>
                  <a:lnTo>
                    <a:pt x="8033" y="2858"/>
                  </a:lnTo>
                  <a:lnTo>
                    <a:pt x="6836" y="4711"/>
                  </a:lnTo>
                  <a:lnTo>
                    <a:pt x="6681" y="4711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7"/>
                  </a:lnTo>
                  <a:lnTo>
                    <a:pt x="7453" y="888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09"/>
                  </a:lnTo>
                  <a:close/>
                  <a:moveTo>
                    <a:pt x="5909" y="5406"/>
                  </a:moveTo>
                  <a:lnTo>
                    <a:pt x="4673" y="5831"/>
                  </a:lnTo>
                  <a:lnTo>
                    <a:pt x="3437" y="6217"/>
                  </a:lnTo>
                  <a:lnTo>
                    <a:pt x="2781" y="6372"/>
                  </a:lnTo>
                  <a:lnTo>
                    <a:pt x="2125" y="6526"/>
                  </a:lnTo>
                  <a:lnTo>
                    <a:pt x="1700" y="6565"/>
                  </a:lnTo>
                  <a:lnTo>
                    <a:pt x="1314" y="6603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7"/>
                  </a:lnTo>
                  <a:lnTo>
                    <a:pt x="696" y="6063"/>
                  </a:lnTo>
                  <a:lnTo>
                    <a:pt x="696" y="5908"/>
                  </a:lnTo>
                  <a:lnTo>
                    <a:pt x="734" y="5792"/>
                  </a:lnTo>
                  <a:lnTo>
                    <a:pt x="812" y="5715"/>
                  </a:lnTo>
                  <a:lnTo>
                    <a:pt x="889" y="5677"/>
                  </a:lnTo>
                  <a:lnTo>
                    <a:pt x="1082" y="5599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6"/>
                  </a:lnTo>
                  <a:close/>
                  <a:moveTo>
                    <a:pt x="7067" y="5097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5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8"/>
                  </a:lnTo>
                  <a:lnTo>
                    <a:pt x="12589" y="6024"/>
                  </a:lnTo>
                  <a:lnTo>
                    <a:pt x="12628" y="6179"/>
                  </a:lnTo>
                  <a:lnTo>
                    <a:pt x="12589" y="6526"/>
                  </a:lnTo>
                  <a:lnTo>
                    <a:pt x="12435" y="6603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3"/>
                  </a:lnTo>
                  <a:lnTo>
                    <a:pt x="10929" y="6526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8"/>
                  </a:lnTo>
                  <a:lnTo>
                    <a:pt x="8226" y="5677"/>
                  </a:lnTo>
                  <a:lnTo>
                    <a:pt x="7067" y="5097"/>
                  </a:lnTo>
                  <a:close/>
                  <a:moveTo>
                    <a:pt x="8148" y="0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6"/>
                  </a:lnTo>
                  <a:lnTo>
                    <a:pt x="6681" y="2433"/>
                  </a:lnTo>
                  <a:lnTo>
                    <a:pt x="6527" y="3591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0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7"/>
                  </a:lnTo>
                  <a:lnTo>
                    <a:pt x="1391" y="5175"/>
                  </a:lnTo>
                  <a:lnTo>
                    <a:pt x="1005" y="5213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599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4"/>
                  </a:lnTo>
                  <a:lnTo>
                    <a:pt x="117" y="6449"/>
                  </a:lnTo>
                  <a:lnTo>
                    <a:pt x="232" y="6603"/>
                  </a:lnTo>
                  <a:lnTo>
                    <a:pt x="348" y="6681"/>
                  </a:lnTo>
                  <a:lnTo>
                    <a:pt x="464" y="6796"/>
                  </a:lnTo>
                  <a:lnTo>
                    <a:pt x="773" y="6912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2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5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8"/>
                  </a:lnTo>
                  <a:lnTo>
                    <a:pt x="6758" y="6101"/>
                  </a:lnTo>
                  <a:lnTo>
                    <a:pt x="6836" y="6294"/>
                  </a:lnTo>
                  <a:lnTo>
                    <a:pt x="7106" y="6256"/>
                  </a:lnTo>
                  <a:lnTo>
                    <a:pt x="7106" y="6217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6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6"/>
                  </a:lnTo>
                  <a:lnTo>
                    <a:pt x="11045" y="6951"/>
                  </a:lnTo>
                  <a:lnTo>
                    <a:pt x="11469" y="7028"/>
                  </a:lnTo>
                  <a:lnTo>
                    <a:pt x="11933" y="7067"/>
                  </a:lnTo>
                  <a:lnTo>
                    <a:pt x="12396" y="7028"/>
                  </a:lnTo>
                  <a:lnTo>
                    <a:pt x="12589" y="6990"/>
                  </a:lnTo>
                  <a:lnTo>
                    <a:pt x="12782" y="6912"/>
                  </a:lnTo>
                  <a:lnTo>
                    <a:pt x="12937" y="6796"/>
                  </a:lnTo>
                  <a:lnTo>
                    <a:pt x="13053" y="6681"/>
                  </a:lnTo>
                  <a:lnTo>
                    <a:pt x="13130" y="6526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4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6"/>
                  </a:lnTo>
                  <a:lnTo>
                    <a:pt x="12242" y="5290"/>
                  </a:lnTo>
                  <a:lnTo>
                    <a:pt x="11894" y="5213"/>
                  </a:lnTo>
                  <a:lnTo>
                    <a:pt x="11315" y="5097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1"/>
                  </a:lnTo>
                  <a:lnTo>
                    <a:pt x="8071" y="3514"/>
                  </a:lnTo>
                  <a:lnTo>
                    <a:pt x="8496" y="2858"/>
                  </a:lnTo>
                  <a:lnTo>
                    <a:pt x="8844" y="2201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6"/>
                  </a:lnTo>
                  <a:lnTo>
                    <a:pt x="9075" y="1275"/>
                  </a:lnTo>
                  <a:lnTo>
                    <a:pt x="9037" y="1004"/>
                  </a:lnTo>
                  <a:lnTo>
                    <a:pt x="8959" y="811"/>
                  </a:lnTo>
                  <a:lnTo>
                    <a:pt x="8882" y="579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18"/>
            <p:cNvSpPr/>
            <p:nvPr/>
          </p:nvSpPr>
          <p:spPr>
            <a:xfrm>
              <a:off x="1437100" y="2381075"/>
              <a:ext cx="93675" cy="93650"/>
            </a:xfrm>
            <a:custGeom>
              <a:avLst/>
              <a:gdLst/>
              <a:ahLst/>
              <a:cxnLst/>
              <a:rect l="l" t="t" r="r" b="b"/>
              <a:pathLst>
                <a:path w="3747" h="3746" extrusionOk="0">
                  <a:moveTo>
                    <a:pt x="1584" y="463"/>
                  </a:moveTo>
                  <a:lnTo>
                    <a:pt x="2086" y="541"/>
                  </a:lnTo>
                  <a:lnTo>
                    <a:pt x="2318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5"/>
                  </a:lnTo>
                  <a:lnTo>
                    <a:pt x="3090" y="1197"/>
                  </a:lnTo>
                  <a:lnTo>
                    <a:pt x="3206" y="1429"/>
                  </a:lnTo>
                  <a:lnTo>
                    <a:pt x="3244" y="1699"/>
                  </a:lnTo>
                  <a:lnTo>
                    <a:pt x="3244" y="1969"/>
                  </a:lnTo>
                  <a:lnTo>
                    <a:pt x="3206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7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3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3"/>
                  </a:lnTo>
                  <a:close/>
                  <a:moveTo>
                    <a:pt x="1893" y="0"/>
                  </a:moveTo>
                  <a:lnTo>
                    <a:pt x="1700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4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9" y="579"/>
                  </a:lnTo>
                  <a:lnTo>
                    <a:pt x="425" y="772"/>
                  </a:lnTo>
                  <a:lnTo>
                    <a:pt x="271" y="965"/>
                  </a:lnTo>
                  <a:lnTo>
                    <a:pt x="155" y="1236"/>
                  </a:lnTo>
                  <a:lnTo>
                    <a:pt x="78" y="1467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7" y="2510"/>
                  </a:lnTo>
                  <a:lnTo>
                    <a:pt x="310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8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7" y="3437"/>
                  </a:lnTo>
                  <a:lnTo>
                    <a:pt x="3128" y="3244"/>
                  </a:lnTo>
                  <a:lnTo>
                    <a:pt x="3322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8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5" y="1004"/>
                  </a:lnTo>
                  <a:lnTo>
                    <a:pt x="3322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18"/>
            <p:cNvSpPr/>
            <p:nvPr/>
          </p:nvSpPr>
          <p:spPr>
            <a:xfrm>
              <a:off x="3476925" y="23916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7" y="1159"/>
                  </a:lnTo>
                  <a:lnTo>
                    <a:pt x="1391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6" y="1816"/>
                  </a:lnTo>
                  <a:lnTo>
                    <a:pt x="387" y="1700"/>
                  </a:lnTo>
                  <a:lnTo>
                    <a:pt x="348" y="1584"/>
                  </a:lnTo>
                  <a:lnTo>
                    <a:pt x="387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2" y="1623"/>
                  </a:lnTo>
                  <a:lnTo>
                    <a:pt x="3669" y="1700"/>
                  </a:lnTo>
                  <a:lnTo>
                    <a:pt x="3747" y="1816"/>
                  </a:lnTo>
                  <a:lnTo>
                    <a:pt x="3747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9" y="2356"/>
                  </a:lnTo>
                  <a:lnTo>
                    <a:pt x="3206" y="2434"/>
                  </a:lnTo>
                  <a:lnTo>
                    <a:pt x="3013" y="2395"/>
                  </a:lnTo>
                  <a:lnTo>
                    <a:pt x="2820" y="2356"/>
                  </a:lnTo>
                  <a:lnTo>
                    <a:pt x="2627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1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90" y="1468"/>
                  </a:lnTo>
                  <a:close/>
                  <a:moveTo>
                    <a:pt x="3747" y="4750"/>
                  </a:moveTo>
                  <a:lnTo>
                    <a:pt x="3901" y="4789"/>
                  </a:lnTo>
                  <a:lnTo>
                    <a:pt x="4017" y="4828"/>
                  </a:lnTo>
                  <a:lnTo>
                    <a:pt x="4094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3" y="5368"/>
                  </a:lnTo>
                  <a:lnTo>
                    <a:pt x="4094" y="5484"/>
                  </a:lnTo>
                  <a:lnTo>
                    <a:pt x="3978" y="5600"/>
                  </a:lnTo>
                  <a:lnTo>
                    <a:pt x="3785" y="5754"/>
                  </a:lnTo>
                  <a:lnTo>
                    <a:pt x="3515" y="5870"/>
                  </a:lnTo>
                  <a:lnTo>
                    <a:pt x="3129" y="5870"/>
                  </a:lnTo>
                  <a:lnTo>
                    <a:pt x="2743" y="5793"/>
                  </a:lnTo>
                  <a:lnTo>
                    <a:pt x="2936" y="5368"/>
                  </a:lnTo>
                  <a:lnTo>
                    <a:pt x="3051" y="5214"/>
                  </a:lnTo>
                  <a:lnTo>
                    <a:pt x="3206" y="5021"/>
                  </a:lnTo>
                  <a:lnTo>
                    <a:pt x="3476" y="4866"/>
                  </a:lnTo>
                  <a:lnTo>
                    <a:pt x="3631" y="4789"/>
                  </a:lnTo>
                  <a:lnTo>
                    <a:pt x="3747" y="4750"/>
                  </a:lnTo>
                  <a:close/>
                  <a:moveTo>
                    <a:pt x="1121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3" y="6102"/>
                  </a:lnTo>
                  <a:lnTo>
                    <a:pt x="1430" y="6256"/>
                  </a:lnTo>
                  <a:lnTo>
                    <a:pt x="1237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6" y="6334"/>
                  </a:lnTo>
                  <a:lnTo>
                    <a:pt x="503" y="6179"/>
                  </a:lnTo>
                  <a:lnTo>
                    <a:pt x="426" y="6025"/>
                  </a:lnTo>
                  <a:lnTo>
                    <a:pt x="426" y="5909"/>
                  </a:lnTo>
                  <a:lnTo>
                    <a:pt x="464" y="5754"/>
                  </a:lnTo>
                  <a:lnTo>
                    <a:pt x="580" y="5677"/>
                  </a:lnTo>
                  <a:lnTo>
                    <a:pt x="696" y="5600"/>
                  </a:lnTo>
                  <a:lnTo>
                    <a:pt x="850" y="5523"/>
                  </a:lnTo>
                  <a:close/>
                  <a:moveTo>
                    <a:pt x="5716" y="6218"/>
                  </a:moveTo>
                  <a:lnTo>
                    <a:pt x="5870" y="6334"/>
                  </a:lnTo>
                  <a:lnTo>
                    <a:pt x="5948" y="6411"/>
                  </a:lnTo>
                  <a:lnTo>
                    <a:pt x="5986" y="6527"/>
                  </a:lnTo>
                  <a:lnTo>
                    <a:pt x="6025" y="6681"/>
                  </a:lnTo>
                  <a:lnTo>
                    <a:pt x="5986" y="6797"/>
                  </a:lnTo>
                  <a:lnTo>
                    <a:pt x="5909" y="7067"/>
                  </a:lnTo>
                  <a:lnTo>
                    <a:pt x="5793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1" y="7801"/>
                  </a:lnTo>
                  <a:lnTo>
                    <a:pt x="5059" y="7917"/>
                  </a:lnTo>
                  <a:lnTo>
                    <a:pt x="5098" y="7878"/>
                  </a:lnTo>
                  <a:lnTo>
                    <a:pt x="5021" y="7415"/>
                  </a:lnTo>
                  <a:lnTo>
                    <a:pt x="4982" y="7183"/>
                  </a:lnTo>
                  <a:lnTo>
                    <a:pt x="5021" y="6952"/>
                  </a:lnTo>
                  <a:lnTo>
                    <a:pt x="5137" y="6681"/>
                  </a:lnTo>
                  <a:lnTo>
                    <a:pt x="5214" y="6527"/>
                  </a:lnTo>
                  <a:lnTo>
                    <a:pt x="5330" y="6372"/>
                  </a:lnTo>
                  <a:lnTo>
                    <a:pt x="5446" y="6256"/>
                  </a:lnTo>
                  <a:lnTo>
                    <a:pt x="5600" y="6218"/>
                  </a:lnTo>
                  <a:close/>
                  <a:moveTo>
                    <a:pt x="8960" y="8071"/>
                  </a:moveTo>
                  <a:lnTo>
                    <a:pt x="9153" y="8110"/>
                  </a:lnTo>
                  <a:lnTo>
                    <a:pt x="9268" y="8187"/>
                  </a:lnTo>
                  <a:lnTo>
                    <a:pt x="9346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7" y="9153"/>
                  </a:lnTo>
                  <a:lnTo>
                    <a:pt x="8805" y="9346"/>
                  </a:lnTo>
                  <a:lnTo>
                    <a:pt x="8689" y="9384"/>
                  </a:lnTo>
                  <a:lnTo>
                    <a:pt x="8612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2" y="9346"/>
                  </a:lnTo>
                  <a:lnTo>
                    <a:pt x="8264" y="9346"/>
                  </a:lnTo>
                  <a:lnTo>
                    <a:pt x="8226" y="8960"/>
                  </a:lnTo>
                  <a:lnTo>
                    <a:pt x="8226" y="8766"/>
                  </a:lnTo>
                  <a:lnTo>
                    <a:pt x="8264" y="8573"/>
                  </a:lnTo>
                  <a:lnTo>
                    <a:pt x="8342" y="8342"/>
                  </a:lnTo>
                  <a:lnTo>
                    <a:pt x="8496" y="8187"/>
                  </a:lnTo>
                  <a:lnTo>
                    <a:pt x="8728" y="8110"/>
                  </a:lnTo>
                  <a:lnTo>
                    <a:pt x="8844" y="8071"/>
                  </a:lnTo>
                  <a:close/>
                  <a:moveTo>
                    <a:pt x="4944" y="8380"/>
                  </a:moveTo>
                  <a:lnTo>
                    <a:pt x="4944" y="8419"/>
                  </a:lnTo>
                  <a:lnTo>
                    <a:pt x="4751" y="8805"/>
                  </a:lnTo>
                  <a:lnTo>
                    <a:pt x="4596" y="8960"/>
                  </a:lnTo>
                  <a:lnTo>
                    <a:pt x="4442" y="9153"/>
                  </a:lnTo>
                  <a:lnTo>
                    <a:pt x="4210" y="9307"/>
                  </a:lnTo>
                  <a:lnTo>
                    <a:pt x="3940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9" y="9346"/>
                  </a:lnTo>
                  <a:lnTo>
                    <a:pt x="3322" y="9191"/>
                  </a:lnTo>
                  <a:lnTo>
                    <a:pt x="3322" y="9075"/>
                  </a:lnTo>
                  <a:lnTo>
                    <a:pt x="3322" y="8960"/>
                  </a:lnTo>
                  <a:lnTo>
                    <a:pt x="3399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5" y="8458"/>
                  </a:lnTo>
                  <a:lnTo>
                    <a:pt x="4055" y="8380"/>
                  </a:lnTo>
                  <a:lnTo>
                    <a:pt x="4326" y="8380"/>
                  </a:lnTo>
                  <a:lnTo>
                    <a:pt x="4905" y="8419"/>
                  </a:lnTo>
                  <a:lnTo>
                    <a:pt x="4944" y="8380"/>
                  </a:lnTo>
                  <a:close/>
                  <a:moveTo>
                    <a:pt x="7994" y="10002"/>
                  </a:moveTo>
                  <a:lnTo>
                    <a:pt x="7956" y="10195"/>
                  </a:lnTo>
                  <a:lnTo>
                    <a:pt x="7917" y="10350"/>
                  </a:lnTo>
                  <a:lnTo>
                    <a:pt x="7840" y="10543"/>
                  </a:lnTo>
                  <a:lnTo>
                    <a:pt x="7724" y="10697"/>
                  </a:lnTo>
                  <a:lnTo>
                    <a:pt x="7608" y="10813"/>
                  </a:lnTo>
                  <a:lnTo>
                    <a:pt x="7492" y="10929"/>
                  </a:lnTo>
                  <a:lnTo>
                    <a:pt x="7338" y="11045"/>
                  </a:lnTo>
                  <a:lnTo>
                    <a:pt x="7145" y="11083"/>
                  </a:lnTo>
                  <a:lnTo>
                    <a:pt x="6952" y="11122"/>
                  </a:lnTo>
                  <a:lnTo>
                    <a:pt x="6797" y="11083"/>
                  </a:lnTo>
                  <a:lnTo>
                    <a:pt x="6720" y="11045"/>
                  </a:lnTo>
                  <a:lnTo>
                    <a:pt x="6681" y="10967"/>
                  </a:lnTo>
                  <a:lnTo>
                    <a:pt x="6643" y="10890"/>
                  </a:lnTo>
                  <a:lnTo>
                    <a:pt x="6604" y="10813"/>
                  </a:lnTo>
                  <a:lnTo>
                    <a:pt x="6643" y="10620"/>
                  </a:lnTo>
                  <a:lnTo>
                    <a:pt x="6720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2" y="10157"/>
                  </a:lnTo>
                  <a:lnTo>
                    <a:pt x="7492" y="10079"/>
                  </a:lnTo>
                  <a:lnTo>
                    <a:pt x="7724" y="10041"/>
                  </a:lnTo>
                  <a:lnTo>
                    <a:pt x="7994" y="10002"/>
                  </a:lnTo>
                  <a:close/>
                  <a:moveTo>
                    <a:pt x="2202" y="1"/>
                  </a:moveTo>
                  <a:lnTo>
                    <a:pt x="2009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1" y="812"/>
                  </a:lnTo>
                  <a:lnTo>
                    <a:pt x="1237" y="773"/>
                  </a:lnTo>
                  <a:lnTo>
                    <a:pt x="1043" y="735"/>
                  </a:lnTo>
                  <a:lnTo>
                    <a:pt x="696" y="735"/>
                  </a:lnTo>
                  <a:lnTo>
                    <a:pt x="541" y="812"/>
                  </a:lnTo>
                  <a:lnTo>
                    <a:pt x="387" y="889"/>
                  </a:lnTo>
                  <a:lnTo>
                    <a:pt x="233" y="1005"/>
                  </a:lnTo>
                  <a:lnTo>
                    <a:pt x="117" y="1159"/>
                  </a:lnTo>
                  <a:lnTo>
                    <a:pt x="39" y="1314"/>
                  </a:lnTo>
                  <a:lnTo>
                    <a:pt x="1" y="1468"/>
                  </a:lnTo>
                  <a:lnTo>
                    <a:pt x="1" y="1623"/>
                  </a:lnTo>
                  <a:lnTo>
                    <a:pt x="1" y="1777"/>
                  </a:lnTo>
                  <a:lnTo>
                    <a:pt x="78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6" y="2279"/>
                  </a:lnTo>
                  <a:lnTo>
                    <a:pt x="580" y="2356"/>
                  </a:lnTo>
                  <a:lnTo>
                    <a:pt x="735" y="2395"/>
                  </a:lnTo>
                  <a:lnTo>
                    <a:pt x="1043" y="2434"/>
                  </a:lnTo>
                  <a:lnTo>
                    <a:pt x="1391" y="2395"/>
                  </a:lnTo>
                  <a:lnTo>
                    <a:pt x="1700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9" y="4635"/>
                  </a:lnTo>
                  <a:lnTo>
                    <a:pt x="1777" y="5021"/>
                  </a:lnTo>
                  <a:lnTo>
                    <a:pt x="1893" y="5368"/>
                  </a:lnTo>
                  <a:lnTo>
                    <a:pt x="1584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3" y="5252"/>
                  </a:lnTo>
                  <a:lnTo>
                    <a:pt x="387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8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8" y="6218"/>
                  </a:lnTo>
                  <a:lnTo>
                    <a:pt x="155" y="6334"/>
                  </a:lnTo>
                  <a:lnTo>
                    <a:pt x="233" y="6450"/>
                  </a:lnTo>
                  <a:lnTo>
                    <a:pt x="348" y="6565"/>
                  </a:lnTo>
                  <a:lnTo>
                    <a:pt x="503" y="6643"/>
                  </a:lnTo>
                  <a:lnTo>
                    <a:pt x="657" y="6720"/>
                  </a:lnTo>
                  <a:lnTo>
                    <a:pt x="812" y="6758"/>
                  </a:lnTo>
                  <a:lnTo>
                    <a:pt x="1121" y="6758"/>
                  </a:lnTo>
                  <a:lnTo>
                    <a:pt x="1430" y="6681"/>
                  </a:lnTo>
                  <a:lnTo>
                    <a:pt x="1700" y="6527"/>
                  </a:lnTo>
                  <a:lnTo>
                    <a:pt x="1932" y="6295"/>
                  </a:lnTo>
                  <a:lnTo>
                    <a:pt x="2125" y="6063"/>
                  </a:lnTo>
                  <a:lnTo>
                    <a:pt x="2395" y="6527"/>
                  </a:lnTo>
                  <a:lnTo>
                    <a:pt x="2743" y="6990"/>
                  </a:lnTo>
                  <a:lnTo>
                    <a:pt x="3129" y="7376"/>
                  </a:lnTo>
                  <a:lnTo>
                    <a:pt x="3592" y="7762"/>
                  </a:lnTo>
                  <a:lnTo>
                    <a:pt x="4017" y="7994"/>
                  </a:lnTo>
                  <a:lnTo>
                    <a:pt x="3824" y="8033"/>
                  </a:lnTo>
                  <a:lnTo>
                    <a:pt x="3631" y="8110"/>
                  </a:lnTo>
                  <a:lnTo>
                    <a:pt x="3438" y="8187"/>
                  </a:lnTo>
                  <a:lnTo>
                    <a:pt x="3283" y="8342"/>
                  </a:lnTo>
                  <a:lnTo>
                    <a:pt x="3167" y="8458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6" y="8882"/>
                  </a:lnTo>
                  <a:lnTo>
                    <a:pt x="2897" y="9075"/>
                  </a:lnTo>
                  <a:lnTo>
                    <a:pt x="2936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2" y="9770"/>
                  </a:lnTo>
                  <a:lnTo>
                    <a:pt x="3515" y="9848"/>
                  </a:lnTo>
                  <a:lnTo>
                    <a:pt x="3708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9" y="9770"/>
                  </a:lnTo>
                  <a:lnTo>
                    <a:pt x="4403" y="9693"/>
                  </a:lnTo>
                  <a:lnTo>
                    <a:pt x="4673" y="9461"/>
                  </a:lnTo>
                  <a:lnTo>
                    <a:pt x="4905" y="9153"/>
                  </a:lnTo>
                  <a:lnTo>
                    <a:pt x="5098" y="8844"/>
                  </a:lnTo>
                  <a:lnTo>
                    <a:pt x="5214" y="8496"/>
                  </a:lnTo>
                  <a:lnTo>
                    <a:pt x="6527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6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5" y="9809"/>
                  </a:lnTo>
                  <a:lnTo>
                    <a:pt x="6797" y="9963"/>
                  </a:lnTo>
                  <a:lnTo>
                    <a:pt x="6643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5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5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6" y="11508"/>
                  </a:lnTo>
                  <a:lnTo>
                    <a:pt x="7029" y="11508"/>
                  </a:lnTo>
                  <a:lnTo>
                    <a:pt x="7222" y="11469"/>
                  </a:lnTo>
                  <a:lnTo>
                    <a:pt x="7415" y="11392"/>
                  </a:lnTo>
                  <a:lnTo>
                    <a:pt x="7569" y="11315"/>
                  </a:lnTo>
                  <a:lnTo>
                    <a:pt x="7724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10" y="10697"/>
                  </a:lnTo>
                  <a:lnTo>
                    <a:pt x="8226" y="10465"/>
                  </a:lnTo>
                  <a:lnTo>
                    <a:pt x="8264" y="10234"/>
                  </a:lnTo>
                  <a:lnTo>
                    <a:pt x="8303" y="9963"/>
                  </a:lnTo>
                  <a:lnTo>
                    <a:pt x="8342" y="9925"/>
                  </a:lnTo>
                  <a:lnTo>
                    <a:pt x="8728" y="10272"/>
                  </a:lnTo>
                  <a:lnTo>
                    <a:pt x="9075" y="10659"/>
                  </a:lnTo>
                  <a:lnTo>
                    <a:pt x="9346" y="11122"/>
                  </a:lnTo>
                  <a:lnTo>
                    <a:pt x="9462" y="11354"/>
                  </a:lnTo>
                  <a:lnTo>
                    <a:pt x="9539" y="11585"/>
                  </a:lnTo>
                  <a:lnTo>
                    <a:pt x="9655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5" y="12937"/>
                  </a:lnTo>
                  <a:lnTo>
                    <a:pt x="9577" y="13284"/>
                  </a:lnTo>
                  <a:lnTo>
                    <a:pt x="9462" y="13593"/>
                  </a:lnTo>
                  <a:lnTo>
                    <a:pt x="9191" y="14211"/>
                  </a:lnTo>
                  <a:lnTo>
                    <a:pt x="9153" y="14288"/>
                  </a:lnTo>
                  <a:lnTo>
                    <a:pt x="9153" y="14327"/>
                  </a:lnTo>
                  <a:lnTo>
                    <a:pt x="9230" y="14404"/>
                  </a:lnTo>
                  <a:lnTo>
                    <a:pt x="9307" y="14443"/>
                  </a:lnTo>
                  <a:lnTo>
                    <a:pt x="9423" y="14404"/>
                  </a:lnTo>
                  <a:lnTo>
                    <a:pt x="9577" y="14250"/>
                  </a:lnTo>
                  <a:lnTo>
                    <a:pt x="9732" y="14057"/>
                  </a:lnTo>
                  <a:lnTo>
                    <a:pt x="9848" y="13902"/>
                  </a:lnTo>
                  <a:lnTo>
                    <a:pt x="9925" y="13671"/>
                  </a:lnTo>
                  <a:lnTo>
                    <a:pt x="10079" y="13246"/>
                  </a:lnTo>
                  <a:lnTo>
                    <a:pt x="10118" y="12782"/>
                  </a:lnTo>
                  <a:lnTo>
                    <a:pt x="10118" y="12319"/>
                  </a:lnTo>
                  <a:lnTo>
                    <a:pt x="10041" y="11856"/>
                  </a:lnTo>
                  <a:lnTo>
                    <a:pt x="9925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7" y="10272"/>
                  </a:lnTo>
                  <a:lnTo>
                    <a:pt x="9037" y="9963"/>
                  </a:lnTo>
                  <a:lnTo>
                    <a:pt x="8728" y="9693"/>
                  </a:lnTo>
                  <a:lnTo>
                    <a:pt x="8960" y="9577"/>
                  </a:lnTo>
                  <a:lnTo>
                    <a:pt x="9230" y="9423"/>
                  </a:lnTo>
                  <a:lnTo>
                    <a:pt x="9462" y="9191"/>
                  </a:lnTo>
                  <a:lnTo>
                    <a:pt x="9616" y="8921"/>
                  </a:lnTo>
                  <a:lnTo>
                    <a:pt x="9732" y="8612"/>
                  </a:lnTo>
                  <a:lnTo>
                    <a:pt x="9732" y="8496"/>
                  </a:lnTo>
                  <a:lnTo>
                    <a:pt x="9732" y="8342"/>
                  </a:lnTo>
                  <a:lnTo>
                    <a:pt x="9693" y="8187"/>
                  </a:lnTo>
                  <a:lnTo>
                    <a:pt x="9616" y="8071"/>
                  </a:lnTo>
                  <a:lnTo>
                    <a:pt x="9500" y="7956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7" y="7724"/>
                  </a:lnTo>
                  <a:lnTo>
                    <a:pt x="8689" y="7724"/>
                  </a:lnTo>
                  <a:lnTo>
                    <a:pt x="8535" y="7762"/>
                  </a:lnTo>
                  <a:lnTo>
                    <a:pt x="8380" y="7840"/>
                  </a:lnTo>
                  <a:lnTo>
                    <a:pt x="8226" y="7956"/>
                  </a:lnTo>
                  <a:lnTo>
                    <a:pt x="8110" y="8071"/>
                  </a:lnTo>
                  <a:lnTo>
                    <a:pt x="7956" y="8264"/>
                  </a:lnTo>
                  <a:lnTo>
                    <a:pt x="7878" y="8535"/>
                  </a:lnTo>
                  <a:lnTo>
                    <a:pt x="7840" y="8766"/>
                  </a:lnTo>
                  <a:lnTo>
                    <a:pt x="7840" y="9037"/>
                  </a:lnTo>
                  <a:lnTo>
                    <a:pt x="7222" y="8766"/>
                  </a:lnTo>
                  <a:lnTo>
                    <a:pt x="6643" y="8496"/>
                  </a:lnTo>
                  <a:lnTo>
                    <a:pt x="5368" y="8033"/>
                  </a:lnTo>
                  <a:lnTo>
                    <a:pt x="5639" y="7878"/>
                  </a:lnTo>
                  <a:lnTo>
                    <a:pt x="5870" y="7685"/>
                  </a:lnTo>
                  <a:lnTo>
                    <a:pt x="6063" y="7454"/>
                  </a:lnTo>
                  <a:lnTo>
                    <a:pt x="6218" y="7183"/>
                  </a:lnTo>
                  <a:lnTo>
                    <a:pt x="6334" y="6874"/>
                  </a:lnTo>
                  <a:lnTo>
                    <a:pt x="6334" y="6720"/>
                  </a:lnTo>
                  <a:lnTo>
                    <a:pt x="6334" y="6527"/>
                  </a:lnTo>
                  <a:lnTo>
                    <a:pt x="6334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5" y="5948"/>
                  </a:lnTo>
                  <a:lnTo>
                    <a:pt x="5870" y="5870"/>
                  </a:lnTo>
                  <a:lnTo>
                    <a:pt x="5716" y="5832"/>
                  </a:lnTo>
                  <a:lnTo>
                    <a:pt x="5561" y="5870"/>
                  </a:lnTo>
                  <a:lnTo>
                    <a:pt x="5407" y="5909"/>
                  </a:lnTo>
                  <a:lnTo>
                    <a:pt x="5253" y="5986"/>
                  </a:lnTo>
                  <a:lnTo>
                    <a:pt x="5137" y="6063"/>
                  </a:lnTo>
                  <a:lnTo>
                    <a:pt x="4905" y="6334"/>
                  </a:lnTo>
                  <a:lnTo>
                    <a:pt x="4751" y="6643"/>
                  </a:lnTo>
                  <a:lnTo>
                    <a:pt x="4635" y="7029"/>
                  </a:lnTo>
                  <a:lnTo>
                    <a:pt x="4635" y="7222"/>
                  </a:lnTo>
                  <a:lnTo>
                    <a:pt x="4635" y="7415"/>
                  </a:lnTo>
                  <a:lnTo>
                    <a:pt x="4635" y="7608"/>
                  </a:lnTo>
                  <a:lnTo>
                    <a:pt x="4712" y="7762"/>
                  </a:lnTo>
                  <a:lnTo>
                    <a:pt x="4094" y="7454"/>
                  </a:lnTo>
                  <a:lnTo>
                    <a:pt x="3824" y="7299"/>
                  </a:lnTo>
                  <a:lnTo>
                    <a:pt x="3553" y="7106"/>
                  </a:lnTo>
                  <a:lnTo>
                    <a:pt x="3322" y="6874"/>
                  </a:lnTo>
                  <a:lnTo>
                    <a:pt x="3090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2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3" y="5986"/>
                  </a:lnTo>
                  <a:lnTo>
                    <a:pt x="4249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9" y="5407"/>
                  </a:lnTo>
                  <a:lnTo>
                    <a:pt x="4557" y="5214"/>
                  </a:lnTo>
                  <a:lnTo>
                    <a:pt x="4519" y="5059"/>
                  </a:lnTo>
                  <a:lnTo>
                    <a:pt x="4480" y="4866"/>
                  </a:lnTo>
                  <a:lnTo>
                    <a:pt x="4403" y="4712"/>
                  </a:lnTo>
                  <a:lnTo>
                    <a:pt x="4287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1" y="4364"/>
                  </a:lnTo>
                  <a:lnTo>
                    <a:pt x="3708" y="4364"/>
                  </a:lnTo>
                  <a:lnTo>
                    <a:pt x="3553" y="4403"/>
                  </a:lnTo>
                  <a:lnTo>
                    <a:pt x="3399" y="4442"/>
                  </a:lnTo>
                  <a:lnTo>
                    <a:pt x="3245" y="4519"/>
                  </a:lnTo>
                  <a:lnTo>
                    <a:pt x="3090" y="4635"/>
                  </a:lnTo>
                  <a:lnTo>
                    <a:pt x="2820" y="4905"/>
                  </a:lnTo>
                  <a:lnTo>
                    <a:pt x="2588" y="5214"/>
                  </a:lnTo>
                  <a:lnTo>
                    <a:pt x="2434" y="5561"/>
                  </a:lnTo>
                  <a:lnTo>
                    <a:pt x="2395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6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5" y="2318"/>
                  </a:lnTo>
                  <a:lnTo>
                    <a:pt x="2356" y="2511"/>
                  </a:lnTo>
                  <a:lnTo>
                    <a:pt x="2588" y="2627"/>
                  </a:lnTo>
                  <a:lnTo>
                    <a:pt x="2820" y="2743"/>
                  </a:lnTo>
                  <a:lnTo>
                    <a:pt x="3129" y="2781"/>
                  </a:lnTo>
                  <a:lnTo>
                    <a:pt x="3283" y="2743"/>
                  </a:lnTo>
                  <a:lnTo>
                    <a:pt x="3476" y="2704"/>
                  </a:lnTo>
                  <a:lnTo>
                    <a:pt x="3631" y="2627"/>
                  </a:lnTo>
                  <a:lnTo>
                    <a:pt x="3785" y="2549"/>
                  </a:lnTo>
                  <a:lnTo>
                    <a:pt x="3901" y="2434"/>
                  </a:lnTo>
                  <a:lnTo>
                    <a:pt x="4017" y="2279"/>
                  </a:lnTo>
                  <a:lnTo>
                    <a:pt x="4094" y="2125"/>
                  </a:lnTo>
                  <a:lnTo>
                    <a:pt x="4133" y="1970"/>
                  </a:lnTo>
                  <a:lnTo>
                    <a:pt x="4094" y="1777"/>
                  </a:lnTo>
                  <a:lnTo>
                    <a:pt x="4055" y="1623"/>
                  </a:lnTo>
                  <a:lnTo>
                    <a:pt x="4017" y="1507"/>
                  </a:lnTo>
                  <a:lnTo>
                    <a:pt x="3901" y="1352"/>
                  </a:lnTo>
                  <a:lnTo>
                    <a:pt x="3785" y="1237"/>
                  </a:lnTo>
                  <a:lnTo>
                    <a:pt x="3631" y="1159"/>
                  </a:lnTo>
                  <a:lnTo>
                    <a:pt x="3515" y="1121"/>
                  </a:lnTo>
                  <a:lnTo>
                    <a:pt x="3322" y="1082"/>
                  </a:lnTo>
                  <a:lnTo>
                    <a:pt x="3167" y="1043"/>
                  </a:lnTo>
                  <a:lnTo>
                    <a:pt x="3013" y="1082"/>
                  </a:lnTo>
                  <a:lnTo>
                    <a:pt x="2743" y="1159"/>
                  </a:lnTo>
                  <a:lnTo>
                    <a:pt x="2472" y="1314"/>
                  </a:lnTo>
                  <a:lnTo>
                    <a:pt x="2241" y="1545"/>
                  </a:lnTo>
                  <a:lnTo>
                    <a:pt x="2511" y="78"/>
                  </a:lnTo>
                  <a:lnTo>
                    <a:pt x="220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18"/>
            <p:cNvSpPr/>
            <p:nvPr/>
          </p:nvSpPr>
          <p:spPr>
            <a:xfrm>
              <a:off x="3971200" y="23945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4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2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18"/>
            <p:cNvSpPr/>
            <p:nvPr/>
          </p:nvSpPr>
          <p:spPr>
            <a:xfrm>
              <a:off x="591450" y="23984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8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0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18"/>
            <p:cNvSpPr/>
            <p:nvPr/>
          </p:nvSpPr>
          <p:spPr>
            <a:xfrm>
              <a:off x="456275" y="23994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80"/>
                  </a:lnTo>
                  <a:lnTo>
                    <a:pt x="12280" y="657"/>
                  </a:lnTo>
                  <a:lnTo>
                    <a:pt x="12628" y="850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54"/>
                  </a:lnTo>
                  <a:lnTo>
                    <a:pt x="13478" y="2240"/>
                  </a:lnTo>
                  <a:lnTo>
                    <a:pt x="13632" y="2665"/>
                  </a:lnTo>
                  <a:lnTo>
                    <a:pt x="13825" y="3438"/>
                  </a:lnTo>
                  <a:lnTo>
                    <a:pt x="13825" y="3438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472"/>
                  </a:lnTo>
                  <a:lnTo>
                    <a:pt x="12010" y="2125"/>
                  </a:lnTo>
                  <a:lnTo>
                    <a:pt x="11817" y="1932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734"/>
                  </a:lnTo>
                  <a:lnTo>
                    <a:pt x="11740" y="619"/>
                  </a:lnTo>
                  <a:lnTo>
                    <a:pt x="11856" y="541"/>
                  </a:lnTo>
                  <a:lnTo>
                    <a:pt x="11972" y="503"/>
                  </a:lnTo>
                  <a:close/>
                  <a:moveTo>
                    <a:pt x="16219" y="1584"/>
                  </a:moveTo>
                  <a:lnTo>
                    <a:pt x="16296" y="1623"/>
                  </a:lnTo>
                  <a:lnTo>
                    <a:pt x="16412" y="1661"/>
                  </a:lnTo>
                  <a:lnTo>
                    <a:pt x="16490" y="1738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7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661"/>
                  </a:lnTo>
                  <a:lnTo>
                    <a:pt x="16103" y="1623"/>
                  </a:lnTo>
                  <a:lnTo>
                    <a:pt x="16219" y="1584"/>
                  </a:lnTo>
                  <a:close/>
                  <a:moveTo>
                    <a:pt x="13825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9"/>
                  </a:lnTo>
                  <a:lnTo>
                    <a:pt x="10890" y="5445"/>
                  </a:lnTo>
                  <a:lnTo>
                    <a:pt x="10968" y="5252"/>
                  </a:lnTo>
                  <a:lnTo>
                    <a:pt x="11122" y="5098"/>
                  </a:lnTo>
                  <a:lnTo>
                    <a:pt x="11277" y="4943"/>
                  </a:lnTo>
                  <a:lnTo>
                    <a:pt x="11547" y="4750"/>
                  </a:lnTo>
                  <a:lnTo>
                    <a:pt x="11817" y="4635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25" y="4287"/>
                  </a:lnTo>
                  <a:close/>
                  <a:moveTo>
                    <a:pt x="14404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7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44" y="5986"/>
                  </a:lnTo>
                  <a:lnTo>
                    <a:pt x="16876" y="6334"/>
                  </a:lnTo>
                  <a:lnTo>
                    <a:pt x="16992" y="6681"/>
                  </a:lnTo>
                  <a:lnTo>
                    <a:pt x="16992" y="6836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8"/>
                  </a:lnTo>
                  <a:lnTo>
                    <a:pt x="16374" y="7338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370" y="6565"/>
                  </a:lnTo>
                  <a:lnTo>
                    <a:pt x="15061" y="6141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06" y="619"/>
                  </a:lnTo>
                  <a:lnTo>
                    <a:pt x="10929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33" y="2742"/>
                  </a:lnTo>
                  <a:lnTo>
                    <a:pt x="12396" y="3090"/>
                  </a:lnTo>
                  <a:lnTo>
                    <a:pt x="12860" y="3399"/>
                  </a:lnTo>
                  <a:lnTo>
                    <a:pt x="12860" y="3399"/>
                  </a:lnTo>
                  <a:lnTo>
                    <a:pt x="12049" y="3283"/>
                  </a:lnTo>
                  <a:lnTo>
                    <a:pt x="11199" y="3283"/>
                  </a:lnTo>
                  <a:lnTo>
                    <a:pt x="10388" y="3322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623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082" y="10156"/>
                  </a:lnTo>
                  <a:lnTo>
                    <a:pt x="503" y="10967"/>
                  </a:lnTo>
                  <a:lnTo>
                    <a:pt x="1" y="11778"/>
                  </a:lnTo>
                  <a:lnTo>
                    <a:pt x="348" y="12049"/>
                  </a:lnTo>
                  <a:lnTo>
                    <a:pt x="1546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79"/>
                  </a:lnTo>
                  <a:lnTo>
                    <a:pt x="6257" y="5561"/>
                  </a:lnTo>
                  <a:lnTo>
                    <a:pt x="7106" y="5059"/>
                  </a:lnTo>
                  <a:lnTo>
                    <a:pt x="7994" y="4596"/>
                  </a:lnTo>
                  <a:lnTo>
                    <a:pt x="8458" y="4441"/>
                  </a:lnTo>
                  <a:lnTo>
                    <a:pt x="8921" y="4248"/>
                  </a:lnTo>
                  <a:lnTo>
                    <a:pt x="9423" y="4133"/>
                  </a:lnTo>
                  <a:lnTo>
                    <a:pt x="9886" y="4017"/>
                  </a:lnTo>
                  <a:lnTo>
                    <a:pt x="10388" y="3901"/>
                  </a:lnTo>
                  <a:lnTo>
                    <a:pt x="10852" y="3862"/>
                  </a:lnTo>
                  <a:lnTo>
                    <a:pt x="11354" y="3824"/>
                  </a:lnTo>
                  <a:lnTo>
                    <a:pt x="11856" y="3824"/>
                  </a:lnTo>
                  <a:lnTo>
                    <a:pt x="12358" y="3862"/>
                  </a:lnTo>
                  <a:lnTo>
                    <a:pt x="12860" y="3901"/>
                  </a:lnTo>
                  <a:lnTo>
                    <a:pt x="12319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47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4"/>
                  </a:lnTo>
                  <a:lnTo>
                    <a:pt x="11006" y="6411"/>
                  </a:lnTo>
                  <a:lnTo>
                    <a:pt x="11277" y="6449"/>
                  </a:lnTo>
                  <a:lnTo>
                    <a:pt x="11585" y="6411"/>
                  </a:lnTo>
                  <a:lnTo>
                    <a:pt x="11856" y="6372"/>
                  </a:lnTo>
                  <a:lnTo>
                    <a:pt x="12165" y="6256"/>
                  </a:lnTo>
                  <a:lnTo>
                    <a:pt x="12628" y="6063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760" y="7878"/>
                  </a:lnTo>
                  <a:lnTo>
                    <a:pt x="16876" y="7840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7"/>
                  </a:lnTo>
                  <a:lnTo>
                    <a:pt x="17378" y="7531"/>
                  </a:lnTo>
                  <a:lnTo>
                    <a:pt x="17416" y="7376"/>
                  </a:lnTo>
                  <a:lnTo>
                    <a:pt x="17455" y="7260"/>
                  </a:lnTo>
                  <a:lnTo>
                    <a:pt x="17493" y="6951"/>
                  </a:lnTo>
                  <a:lnTo>
                    <a:pt x="17416" y="6604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4"/>
                  </a:lnTo>
                  <a:lnTo>
                    <a:pt x="17146" y="2163"/>
                  </a:lnTo>
                  <a:lnTo>
                    <a:pt x="17107" y="1932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36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41" y="2434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18"/>
            <p:cNvSpPr/>
            <p:nvPr/>
          </p:nvSpPr>
          <p:spPr>
            <a:xfrm>
              <a:off x="5396100" y="24418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4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2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6" y="9153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3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7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5"/>
                  </a:lnTo>
                  <a:lnTo>
                    <a:pt x="695" y="735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4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50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3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9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6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8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2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4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7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18"/>
            <p:cNvSpPr/>
            <p:nvPr/>
          </p:nvSpPr>
          <p:spPr>
            <a:xfrm>
              <a:off x="4094775" y="2444775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4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5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18"/>
            <p:cNvSpPr/>
            <p:nvPr/>
          </p:nvSpPr>
          <p:spPr>
            <a:xfrm>
              <a:off x="6880825" y="24872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5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40" y="4943"/>
                  </a:lnTo>
                  <a:lnTo>
                    <a:pt x="155" y="4943"/>
                  </a:lnTo>
                  <a:lnTo>
                    <a:pt x="542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9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18"/>
            <p:cNvSpPr/>
            <p:nvPr/>
          </p:nvSpPr>
          <p:spPr>
            <a:xfrm>
              <a:off x="4037825" y="2489175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3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3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69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7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9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5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18"/>
            <p:cNvSpPr/>
            <p:nvPr/>
          </p:nvSpPr>
          <p:spPr>
            <a:xfrm>
              <a:off x="6829675" y="24891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580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9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9"/>
                  </a:lnTo>
                  <a:lnTo>
                    <a:pt x="78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8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4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6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18"/>
            <p:cNvSpPr/>
            <p:nvPr/>
          </p:nvSpPr>
          <p:spPr>
            <a:xfrm>
              <a:off x="2130250" y="2495950"/>
              <a:ext cx="246175" cy="107175"/>
            </a:xfrm>
            <a:custGeom>
              <a:avLst/>
              <a:gdLst/>
              <a:ahLst/>
              <a:cxnLst/>
              <a:rect l="l" t="t" r="r" b="b"/>
              <a:pathLst>
                <a:path w="9847" h="4287" extrusionOk="0">
                  <a:moveTo>
                    <a:pt x="8882" y="2742"/>
                  </a:moveTo>
                  <a:lnTo>
                    <a:pt x="9113" y="2819"/>
                  </a:lnTo>
                  <a:lnTo>
                    <a:pt x="9229" y="2896"/>
                  </a:lnTo>
                  <a:lnTo>
                    <a:pt x="9306" y="3012"/>
                  </a:lnTo>
                  <a:lnTo>
                    <a:pt x="9384" y="3089"/>
                  </a:lnTo>
                  <a:lnTo>
                    <a:pt x="9384" y="3205"/>
                  </a:lnTo>
                  <a:lnTo>
                    <a:pt x="9422" y="3321"/>
                  </a:lnTo>
                  <a:lnTo>
                    <a:pt x="9384" y="3437"/>
                  </a:lnTo>
                  <a:lnTo>
                    <a:pt x="9268" y="3630"/>
                  </a:lnTo>
                  <a:lnTo>
                    <a:pt x="9113" y="3785"/>
                  </a:lnTo>
                  <a:lnTo>
                    <a:pt x="8920" y="3862"/>
                  </a:lnTo>
                  <a:lnTo>
                    <a:pt x="8727" y="3862"/>
                  </a:lnTo>
                  <a:lnTo>
                    <a:pt x="8573" y="3785"/>
                  </a:lnTo>
                  <a:lnTo>
                    <a:pt x="8418" y="3630"/>
                  </a:lnTo>
                  <a:lnTo>
                    <a:pt x="8302" y="3437"/>
                  </a:lnTo>
                  <a:lnTo>
                    <a:pt x="8302" y="3244"/>
                  </a:lnTo>
                  <a:lnTo>
                    <a:pt x="8341" y="3051"/>
                  </a:lnTo>
                  <a:lnTo>
                    <a:pt x="8380" y="2858"/>
                  </a:lnTo>
                  <a:lnTo>
                    <a:pt x="8418" y="2819"/>
                  </a:lnTo>
                  <a:lnTo>
                    <a:pt x="8650" y="2742"/>
                  </a:lnTo>
                  <a:close/>
                  <a:moveTo>
                    <a:pt x="155" y="0"/>
                  </a:moveTo>
                  <a:lnTo>
                    <a:pt x="77" y="39"/>
                  </a:lnTo>
                  <a:lnTo>
                    <a:pt x="39" y="78"/>
                  </a:lnTo>
                  <a:lnTo>
                    <a:pt x="0" y="155"/>
                  </a:lnTo>
                  <a:lnTo>
                    <a:pt x="39" y="271"/>
                  </a:lnTo>
                  <a:lnTo>
                    <a:pt x="77" y="348"/>
                  </a:lnTo>
                  <a:lnTo>
                    <a:pt x="116" y="386"/>
                  </a:lnTo>
                  <a:lnTo>
                    <a:pt x="618" y="618"/>
                  </a:lnTo>
                  <a:lnTo>
                    <a:pt x="1120" y="773"/>
                  </a:lnTo>
                  <a:lnTo>
                    <a:pt x="2124" y="1081"/>
                  </a:lnTo>
                  <a:lnTo>
                    <a:pt x="4286" y="1738"/>
                  </a:lnTo>
                  <a:lnTo>
                    <a:pt x="6101" y="2317"/>
                  </a:lnTo>
                  <a:lnTo>
                    <a:pt x="7028" y="2587"/>
                  </a:lnTo>
                  <a:lnTo>
                    <a:pt x="7993" y="2819"/>
                  </a:lnTo>
                  <a:lnTo>
                    <a:pt x="7916" y="2974"/>
                  </a:lnTo>
                  <a:lnTo>
                    <a:pt x="7878" y="3089"/>
                  </a:lnTo>
                  <a:lnTo>
                    <a:pt x="7878" y="3398"/>
                  </a:lnTo>
                  <a:lnTo>
                    <a:pt x="7993" y="3707"/>
                  </a:lnTo>
                  <a:lnTo>
                    <a:pt x="8109" y="3939"/>
                  </a:lnTo>
                  <a:lnTo>
                    <a:pt x="8225" y="4093"/>
                  </a:lnTo>
                  <a:lnTo>
                    <a:pt x="8380" y="4171"/>
                  </a:lnTo>
                  <a:lnTo>
                    <a:pt x="8573" y="4248"/>
                  </a:lnTo>
                  <a:lnTo>
                    <a:pt x="8727" y="4287"/>
                  </a:lnTo>
                  <a:lnTo>
                    <a:pt x="8920" y="4287"/>
                  </a:lnTo>
                  <a:lnTo>
                    <a:pt x="9075" y="4248"/>
                  </a:lnTo>
                  <a:lnTo>
                    <a:pt x="9268" y="4209"/>
                  </a:lnTo>
                  <a:lnTo>
                    <a:pt x="9422" y="4093"/>
                  </a:lnTo>
                  <a:lnTo>
                    <a:pt x="9538" y="3978"/>
                  </a:lnTo>
                  <a:lnTo>
                    <a:pt x="9654" y="3823"/>
                  </a:lnTo>
                  <a:lnTo>
                    <a:pt x="9770" y="3669"/>
                  </a:lnTo>
                  <a:lnTo>
                    <a:pt x="9808" y="3514"/>
                  </a:lnTo>
                  <a:lnTo>
                    <a:pt x="9847" y="3321"/>
                  </a:lnTo>
                  <a:lnTo>
                    <a:pt x="9847" y="3128"/>
                  </a:lnTo>
                  <a:lnTo>
                    <a:pt x="9770" y="2974"/>
                  </a:lnTo>
                  <a:lnTo>
                    <a:pt x="9692" y="2781"/>
                  </a:lnTo>
                  <a:lnTo>
                    <a:pt x="9577" y="2665"/>
                  </a:lnTo>
                  <a:lnTo>
                    <a:pt x="9422" y="2549"/>
                  </a:lnTo>
                  <a:lnTo>
                    <a:pt x="9229" y="2433"/>
                  </a:lnTo>
                  <a:lnTo>
                    <a:pt x="9075" y="2394"/>
                  </a:lnTo>
                  <a:lnTo>
                    <a:pt x="8688" y="2394"/>
                  </a:lnTo>
                  <a:lnTo>
                    <a:pt x="8495" y="2472"/>
                  </a:lnTo>
                  <a:lnTo>
                    <a:pt x="8341" y="2549"/>
                  </a:lnTo>
                  <a:lnTo>
                    <a:pt x="7298" y="2163"/>
                  </a:lnTo>
                  <a:lnTo>
                    <a:pt x="6294" y="1815"/>
                  </a:lnTo>
                  <a:lnTo>
                    <a:pt x="4209" y="1159"/>
                  </a:lnTo>
                  <a:lnTo>
                    <a:pt x="3244" y="850"/>
                  </a:lnTo>
                  <a:lnTo>
                    <a:pt x="2240" y="502"/>
                  </a:lnTo>
                  <a:lnTo>
                    <a:pt x="1236" y="193"/>
                  </a:lnTo>
                  <a:lnTo>
                    <a:pt x="734" y="7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18"/>
            <p:cNvSpPr/>
            <p:nvPr/>
          </p:nvSpPr>
          <p:spPr>
            <a:xfrm>
              <a:off x="4737700" y="2534550"/>
              <a:ext cx="459550" cy="296400"/>
            </a:xfrm>
            <a:custGeom>
              <a:avLst/>
              <a:gdLst/>
              <a:ahLst/>
              <a:cxnLst/>
              <a:rect l="l" t="t" r="r" b="b"/>
              <a:pathLst>
                <a:path w="18382" h="11856" extrusionOk="0">
                  <a:moveTo>
                    <a:pt x="17648" y="2936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9"/>
                  </a:lnTo>
                  <a:lnTo>
                    <a:pt x="17880" y="3322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40"/>
                  </a:lnTo>
                  <a:lnTo>
                    <a:pt x="17648" y="4133"/>
                  </a:lnTo>
                  <a:lnTo>
                    <a:pt x="17300" y="4403"/>
                  </a:lnTo>
                  <a:lnTo>
                    <a:pt x="17030" y="4596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4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5"/>
                  </a:lnTo>
                  <a:lnTo>
                    <a:pt x="16528" y="3515"/>
                  </a:lnTo>
                  <a:lnTo>
                    <a:pt x="16721" y="3283"/>
                  </a:lnTo>
                  <a:lnTo>
                    <a:pt x="16953" y="3129"/>
                  </a:lnTo>
                  <a:lnTo>
                    <a:pt x="17223" y="2974"/>
                  </a:lnTo>
                  <a:lnTo>
                    <a:pt x="17493" y="2936"/>
                  </a:lnTo>
                  <a:close/>
                  <a:moveTo>
                    <a:pt x="14211" y="4866"/>
                  </a:moveTo>
                  <a:lnTo>
                    <a:pt x="14481" y="4905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30"/>
                  </a:lnTo>
                  <a:lnTo>
                    <a:pt x="14752" y="5523"/>
                  </a:lnTo>
                  <a:lnTo>
                    <a:pt x="14288" y="5677"/>
                  </a:lnTo>
                  <a:lnTo>
                    <a:pt x="14018" y="5716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600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7"/>
                  </a:lnTo>
                  <a:lnTo>
                    <a:pt x="13169" y="5021"/>
                  </a:lnTo>
                  <a:lnTo>
                    <a:pt x="13323" y="4944"/>
                  </a:lnTo>
                  <a:lnTo>
                    <a:pt x="13555" y="4905"/>
                  </a:lnTo>
                  <a:lnTo>
                    <a:pt x="13864" y="4866"/>
                  </a:lnTo>
                  <a:close/>
                  <a:moveTo>
                    <a:pt x="15756" y="5523"/>
                  </a:moveTo>
                  <a:lnTo>
                    <a:pt x="16374" y="5832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4"/>
                  </a:lnTo>
                  <a:lnTo>
                    <a:pt x="17571" y="6913"/>
                  </a:lnTo>
                  <a:lnTo>
                    <a:pt x="17609" y="7067"/>
                  </a:lnTo>
                  <a:lnTo>
                    <a:pt x="17609" y="7222"/>
                  </a:lnTo>
                  <a:lnTo>
                    <a:pt x="17609" y="7454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4"/>
                  </a:lnTo>
                  <a:lnTo>
                    <a:pt x="17146" y="7724"/>
                  </a:lnTo>
                  <a:lnTo>
                    <a:pt x="16953" y="7685"/>
                  </a:lnTo>
                  <a:lnTo>
                    <a:pt x="16798" y="7608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7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2"/>
                  </a:lnTo>
                  <a:lnTo>
                    <a:pt x="15756" y="5523"/>
                  </a:lnTo>
                  <a:close/>
                  <a:moveTo>
                    <a:pt x="4944" y="464"/>
                  </a:moveTo>
                  <a:lnTo>
                    <a:pt x="5561" y="503"/>
                  </a:lnTo>
                  <a:lnTo>
                    <a:pt x="6141" y="657"/>
                  </a:lnTo>
                  <a:lnTo>
                    <a:pt x="6681" y="889"/>
                  </a:lnTo>
                  <a:lnTo>
                    <a:pt x="7222" y="1198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5"/>
                  </a:lnTo>
                  <a:lnTo>
                    <a:pt x="8766" y="2781"/>
                  </a:lnTo>
                  <a:lnTo>
                    <a:pt x="9037" y="3206"/>
                  </a:lnTo>
                  <a:lnTo>
                    <a:pt x="9268" y="3669"/>
                  </a:lnTo>
                  <a:lnTo>
                    <a:pt x="9693" y="4596"/>
                  </a:lnTo>
                  <a:lnTo>
                    <a:pt x="10079" y="5523"/>
                  </a:lnTo>
                  <a:lnTo>
                    <a:pt x="10272" y="5909"/>
                  </a:lnTo>
                  <a:lnTo>
                    <a:pt x="10504" y="6295"/>
                  </a:lnTo>
                  <a:lnTo>
                    <a:pt x="10736" y="6643"/>
                  </a:lnTo>
                  <a:lnTo>
                    <a:pt x="11006" y="6913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1"/>
                  </a:lnTo>
                  <a:lnTo>
                    <a:pt x="13207" y="7492"/>
                  </a:lnTo>
                  <a:lnTo>
                    <a:pt x="13516" y="7415"/>
                  </a:lnTo>
                  <a:lnTo>
                    <a:pt x="13825" y="7260"/>
                  </a:lnTo>
                  <a:lnTo>
                    <a:pt x="14095" y="7106"/>
                  </a:lnTo>
                  <a:lnTo>
                    <a:pt x="14366" y="6952"/>
                  </a:lnTo>
                  <a:lnTo>
                    <a:pt x="14597" y="6720"/>
                  </a:lnTo>
                  <a:lnTo>
                    <a:pt x="14829" y="6488"/>
                  </a:lnTo>
                  <a:lnTo>
                    <a:pt x="14829" y="6488"/>
                  </a:lnTo>
                  <a:lnTo>
                    <a:pt x="14404" y="7222"/>
                  </a:lnTo>
                  <a:lnTo>
                    <a:pt x="13941" y="7878"/>
                  </a:lnTo>
                  <a:lnTo>
                    <a:pt x="13439" y="8535"/>
                  </a:lnTo>
                  <a:lnTo>
                    <a:pt x="12860" y="9114"/>
                  </a:lnTo>
                  <a:lnTo>
                    <a:pt x="12242" y="9616"/>
                  </a:lnTo>
                  <a:lnTo>
                    <a:pt x="11547" y="10079"/>
                  </a:lnTo>
                  <a:lnTo>
                    <a:pt x="10813" y="10504"/>
                  </a:lnTo>
                  <a:lnTo>
                    <a:pt x="10041" y="10813"/>
                  </a:lnTo>
                  <a:lnTo>
                    <a:pt x="9462" y="11006"/>
                  </a:lnTo>
                  <a:lnTo>
                    <a:pt x="8882" y="11161"/>
                  </a:lnTo>
                  <a:lnTo>
                    <a:pt x="8303" y="11276"/>
                  </a:lnTo>
                  <a:lnTo>
                    <a:pt x="7724" y="11315"/>
                  </a:lnTo>
                  <a:lnTo>
                    <a:pt x="7145" y="11354"/>
                  </a:lnTo>
                  <a:lnTo>
                    <a:pt x="6604" y="11315"/>
                  </a:lnTo>
                  <a:lnTo>
                    <a:pt x="6025" y="11238"/>
                  </a:lnTo>
                  <a:lnTo>
                    <a:pt x="5484" y="11122"/>
                  </a:lnTo>
                  <a:lnTo>
                    <a:pt x="4944" y="10967"/>
                  </a:lnTo>
                  <a:lnTo>
                    <a:pt x="4442" y="10736"/>
                  </a:lnTo>
                  <a:lnTo>
                    <a:pt x="3940" y="10504"/>
                  </a:lnTo>
                  <a:lnTo>
                    <a:pt x="3476" y="10195"/>
                  </a:lnTo>
                  <a:lnTo>
                    <a:pt x="3013" y="9848"/>
                  </a:lnTo>
                  <a:lnTo>
                    <a:pt x="2549" y="9461"/>
                  </a:lnTo>
                  <a:lnTo>
                    <a:pt x="2163" y="9037"/>
                  </a:lnTo>
                  <a:lnTo>
                    <a:pt x="1777" y="8573"/>
                  </a:lnTo>
                  <a:lnTo>
                    <a:pt x="1430" y="8033"/>
                  </a:lnTo>
                  <a:lnTo>
                    <a:pt x="1121" y="7492"/>
                  </a:lnTo>
                  <a:lnTo>
                    <a:pt x="850" y="6913"/>
                  </a:lnTo>
                  <a:lnTo>
                    <a:pt x="657" y="6334"/>
                  </a:lnTo>
                  <a:lnTo>
                    <a:pt x="503" y="5754"/>
                  </a:lnTo>
                  <a:lnTo>
                    <a:pt x="426" y="5137"/>
                  </a:lnTo>
                  <a:lnTo>
                    <a:pt x="426" y="4519"/>
                  </a:lnTo>
                  <a:lnTo>
                    <a:pt x="503" y="3862"/>
                  </a:lnTo>
                  <a:lnTo>
                    <a:pt x="696" y="3283"/>
                  </a:lnTo>
                  <a:lnTo>
                    <a:pt x="928" y="2743"/>
                  </a:lnTo>
                  <a:lnTo>
                    <a:pt x="1275" y="2241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80"/>
                  </a:lnTo>
                  <a:lnTo>
                    <a:pt x="4326" y="464"/>
                  </a:lnTo>
                  <a:close/>
                  <a:moveTo>
                    <a:pt x="4519" y="1"/>
                  </a:moveTo>
                  <a:lnTo>
                    <a:pt x="4249" y="39"/>
                  </a:lnTo>
                  <a:lnTo>
                    <a:pt x="3901" y="78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6"/>
                  </a:lnTo>
                  <a:lnTo>
                    <a:pt x="2472" y="580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4"/>
                  </a:lnTo>
                  <a:lnTo>
                    <a:pt x="1082" y="1700"/>
                  </a:lnTo>
                  <a:lnTo>
                    <a:pt x="773" y="2163"/>
                  </a:lnTo>
                  <a:lnTo>
                    <a:pt x="503" y="2627"/>
                  </a:lnTo>
                  <a:lnTo>
                    <a:pt x="310" y="3090"/>
                  </a:lnTo>
                  <a:lnTo>
                    <a:pt x="155" y="3592"/>
                  </a:lnTo>
                  <a:lnTo>
                    <a:pt x="40" y="4094"/>
                  </a:lnTo>
                  <a:lnTo>
                    <a:pt x="1" y="4596"/>
                  </a:lnTo>
                  <a:lnTo>
                    <a:pt x="1" y="5137"/>
                  </a:lnTo>
                  <a:lnTo>
                    <a:pt x="78" y="5639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9"/>
                  </a:lnTo>
                  <a:lnTo>
                    <a:pt x="1237" y="8612"/>
                  </a:lnTo>
                  <a:lnTo>
                    <a:pt x="1545" y="9037"/>
                  </a:lnTo>
                  <a:lnTo>
                    <a:pt x="2009" y="9577"/>
                  </a:lnTo>
                  <a:lnTo>
                    <a:pt x="2472" y="10041"/>
                  </a:lnTo>
                  <a:lnTo>
                    <a:pt x="2974" y="10427"/>
                  </a:lnTo>
                  <a:lnTo>
                    <a:pt x="3476" y="10813"/>
                  </a:lnTo>
                  <a:lnTo>
                    <a:pt x="4055" y="11083"/>
                  </a:lnTo>
                  <a:lnTo>
                    <a:pt x="4596" y="11354"/>
                  </a:lnTo>
                  <a:lnTo>
                    <a:pt x="5214" y="11547"/>
                  </a:lnTo>
                  <a:lnTo>
                    <a:pt x="5832" y="11701"/>
                  </a:lnTo>
                  <a:lnTo>
                    <a:pt x="5870" y="11856"/>
                  </a:lnTo>
                  <a:lnTo>
                    <a:pt x="6218" y="11778"/>
                  </a:lnTo>
                  <a:lnTo>
                    <a:pt x="7029" y="11817"/>
                  </a:lnTo>
                  <a:lnTo>
                    <a:pt x="7840" y="11817"/>
                  </a:lnTo>
                  <a:lnTo>
                    <a:pt x="8689" y="11701"/>
                  </a:lnTo>
                  <a:lnTo>
                    <a:pt x="9539" y="11508"/>
                  </a:lnTo>
                  <a:lnTo>
                    <a:pt x="10272" y="11238"/>
                  </a:lnTo>
                  <a:lnTo>
                    <a:pt x="11006" y="10929"/>
                  </a:lnTo>
                  <a:lnTo>
                    <a:pt x="11315" y="10813"/>
                  </a:lnTo>
                  <a:lnTo>
                    <a:pt x="11315" y="10774"/>
                  </a:lnTo>
                  <a:lnTo>
                    <a:pt x="12049" y="10350"/>
                  </a:lnTo>
                  <a:lnTo>
                    <a:pt x="12705" y="9848"/>
                  </a:lnTo>
                  <a:lnTo>
                    <a:pt x="13362" y="9307"/>
                  </a:lnTo>
                  <a:lnTo>
                    <a:pt x="13941" y="8689"/>
                  </a:lnTo>
                  <a:lnTo>
                    <a:pt x="14481" y="8033"/>
                  </a:lnTo>
                  <a:lnTo>
                    <a:pt x="14713" y="7685"/>
                  </a:lnTo>
                  <a:lnTo>
                    <a:pt x="14906" y="7299"/>
                  </a:lnTo>
                  <a:lnTo>
                    <a:pt x="15099" y="6952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20"/>
                  </a:lnTo>
                  <a:lnTo>
                    <a:pt x="15987" y="7145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7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3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4"/>
                  </a:lnTo>
                  <a:lnTo>
                    <a:pt x="18034" y="7260"/>
                  </a:lnTo>
                  <a:lnTo>
                    <a:pt x="17995" y="7029"/>
                  </a:lnTo>
                  <a:lnTo>
                    <a:pt x="17918" y="6836"/>
                  </a:lnTo>
                  <a:lnTo>
                    <a:pt x="17841" y="6643"/>
                  </a:lnTo>
                  <a:lnTo>
                    <a:pt x="17725" y="6450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6"/>
                  </a:lnTo>
                  <a:lnTo>
                    <a:pt x="16567" y="5446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2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4"/>
                  </a:lnTo>
                  <a:lnTo>
                    <a:pt x="18343" y="3553"/>
                  </a:lnTo>
                  <a:lnTo>
                    <a:pt x="18382" y="3322"/>
                  </a:lnTo>
                  <a:lnTo>
                    <a:pt x="18343" y="3090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4"/>
                  </a:lnTo>
                  <a:lnTo>
                    <a:pt x="17841" y="2588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8"/>
                  </a:lnTo>
                  <a:lnTo>
                    <a:pt x="16953" y="2704"/>
                  </a:lnTo>
                  <a:lnTo>
                    <a:pt x="16760" y="2781"/>
                  </a:lnTo>
                  <a:lnTo>
                    <a:pt x="16567" y="2936"/>
                  </a:lnTo>
                  <a:lnTo>
                    <a:pt x="16412" y="3090"/>
                  </a:lnTo>
                  <a:lnTo>
                    <a:pt x="16258" y="3283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1"/>
                  </a:lnTo>
                  <a:lnTo>
                    <a:pt x="15524" y="5021"/>
                  </a:lnTo>
                  <a:lnTo>
                    <a:pt x="15099" y="4789"/>
                  </a:lnTo>
                  <a:lnTo>
                    <a:pt x="14675" y="4635"/>
                  </a:lnTo>
                  <a:lnTo>
                    <a:pt x="14211" y="4519"/>
                  </a:lnTo>
                  <a:lnTo>
                    <a:pt x="13748" y="4519"/>
                  </a:lnTo>
                  <a:lnTo>
                    <a:pt x="13362" y="4596"/>
                  </a:lnTo>
                  <a:lnTo>
                    <a:pt x="13169" y="4635"/>
                  </a:lnTo>
                  <a:lnTo>
                    <a:pt x="12975" y="4712"/>
                  </a:lnTo>
                  <a:lnTo>
                    <a:pt x="12782" y="4789"/>
                  </a:lnTo>
                  <a:lnTo>
                    <a:pt x="12628" y="4944"/>
                  </a:lnTo>
                  <a:lnTo>
                    <a:pt x="12512" y="5098"/>
                  </a:lnTo>
                  <a:lnTo>
                    <a:pt x="12435" y="5252"/>
                  </a:lnTo>
                  <a:lnTo>
                    <a:pt x="12396" y="5446"/>
                  </a:lnTo>
                  <a:lnTo>
                    <a:pt x="12473" y="5639"/>
                  </a:lnTo>
                  <a:lnTo>
                    <a:pt x="12551" y="5793"/>
                  </a:lnTo>
                  <a:lnTo>
                    <a:pt x="12705" y="5909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1"/>
                  </a:lnTo>
                  <a:lnTo>
                    <a:pt x="13786" y="6141"/>
                  </a:lnTo>
                  <a:lnTo>
                    <a:pt x="14134" y="6102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20"/>
                  </a:lnTo>
                  <a:lnTo>
                    <a:pt x="13671" y="6836"/>
                  </a:lnTo>
                  <a:lnTo>
                    <a:pt x="13439" y="6952"/>
                  </a:lnTo>
                  <a:lnTo>
                    <a:pt x="13207" y="7029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1"/>
                  </a:lnTo>
                  <a:lnTo>
                    <a:pt x="10968" y="6141"/>
                  </a:lnTo>
                  <a:lnTo>
                    <a:pt x="10774" y="5793"/>
                  </a:lnTo>
                  <a:lnTo>
                    <a:pt x="10504" y="5330"/>
                  </a:lnTo>
                  <a:lnTo>
                    <a:pt x="10311" y="4828"/>
                  </a:lnTo>
                  <a:lnTo>
                    <a:pt x="9886" y="3862"/>
                  </a:lnTo>
                  <a:lnTo>
                    <a:pt x="9655" y="3399"/>
                  </a:lnTo>
                  <a:lnTo>
                    <a:pt x="9423" y="2936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2"/>
                  </a:lnTo>
                  <a:lnTo>
                    <a:pt x="6874" y="503"/>
                  </a:lnTo>
                  <a:lnTo>
                    <a:pt x="6295" y="271"/>
                  </a:lnTo>
                  <a:lnTo>
                    <a:pt x="5716" y="117"/>
                  </a:lnTo>
                  <a:lnTo>
                    <a:pt x="5137" y="39"/>
                  </a:lnTo>
                  <a:lnTo>
                    <a:pt x="451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18"/>
            <p:cNvSpPr/>
            <p:nvPr/>
          </p:nvSpPr>
          <p:spPr>
            <a:xfrm>
              <a:off x="6767875" y="25365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1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6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18"/>
            <p:cNvSpPr/>
            <p:nvPr/>
          </p:nvSpPr>
          <p:spPr>
            <a:xfrm>
              <a:off x="694725" y="25374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8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18"/>
            <p:cNvSpPr/>
            <p:nvPr/>
          </p:nvSpPr>
          <p:spPr>
            <a:xfrm>
              <a:off x="643575" y="25393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657" y="1468"/>
                  </a:lnTo>
                  <a:lnTo>
                    <a:pt x="579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3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5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18"/>
            <p:cNvSpPr/>
            <p:nvPr/>
          </p:nvSpPr>
          <p:spPr>
            <a:xfrm>
              <a:off x="2323325" y="2542275"/>
              <a:ext cx="309900" cy="249100"/>
            </a:xfrm>
            <a:custGeom>
              <a:avLst/>
              <a:gdLst/>
              <a:ahLst/>
              <a:cxnLst/>
              <a:rect l="l" t="t" r="r" b="b"/>
              <a:pathLst>
                <a:path w="12396" h="9964" extrusionOk="0">
                  <a:moveTo>
                    <a:pt x="10079" y="426"/>
                  </a:moveTo>
                  <a:lnTo>
                    <a:pt x="10272" y="464"/>
                  </a:lnTo>
                  <a:lnTo>
                    <a:pt x="10465" y="503"/>
                  </a:lnTo>
                  <a:lnTo>
                    <a:pt x="10581" y="541"/>
                  </a:lnTo>
                  <a:lnTo>
                    <a:pt x="10735" y="657"/>
                  </a:lnTo>
                  <a:lnTo>
                    <a:pt x="10851" y="850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28" y="1430"/>
                  </a:lnTo>
                  <a:lnTo>
                    <a:pt x="10890" y="1661"/>
                  </a:lnTo>
                  <a:lnTo>
                    <a:pt x="10812" y="1854"/>
                  </a:lnTo>
                  <a:lnTo>
                    <a:pt x="10619" y="2202"/>
                  </a:lnTo>
                  <a:lnTo>
                    <a:pt x="10310" y="2588"/>
                  </a:lnTo>
                  <a:lnTo>
                    <a:pt x="9963" y="2936"/>
                  </a:lnTo>
                  <a:lnTo>
                    <a:pt x="9422" y="3476"/>
                  </a:lnTo>
                  <a:lnTo>
                    <a:pt x="8843" y="3978"/>
                  </a:lnTo>
                  <a:lnTo>
                    <a:pt x="8186" y="4480"/>
                  </a:lnTo>
                  <a:lnTo>
                    <a:pt x="7569" y="4982"/>
                  </a:lnTo>
                  <a:lnTo>
                    <a:pt x="6912" y="5484"/>
                  </a:lnTo>
                  <a:lnTo>
                    <a:pt x="6256" y="5947"/>
                  </a:lnTo>
                  <a:lnTo>
                    <a:pt x="5483" y="6411"/>
                  </a:lnTo>
                  <a:lnTo>
                    <a:pt x="4711" y="6874"/>
                  </a:lnTo>
                  <a:lnTo>
                    <a:pt x="3939" y="7299"/>
                  </a:lnTo>
                  <a:lnTo>
                    <a:pt x="3128" y="7724"/>
                  </a:lnTo>
                  <a:lnTo>
                    <a:pt x="2471" y="7994"/>
                  </a:lnTo>
                  <a:lnTo>
                    <a:pt x="2163" y="8110"/>
                  </a:lnTo>
                  <a:lnTo>
                    <a:pt x="1815" y="8226"/>
                  </a:lnTo>
                  <a:lnTo>
                    <a:pt x="1506" y="8264"/>
                  </a:lnTo>
                  <a:lnTo>
                    <a:pt x="1159" y="8303"/>
                  </a:lnTo>
                  <a:lnTo>
                    <a:pt x="811" y="8303"/>
                  </a:lnTo>
                  <a:lnTo>
                    <a:pt x="463" y="8226"/>
                  </a:lnTo>
                  <a:lnTo>
                    <a:pt x="502" y="8148"/>
                  </a:lnTo>
                  <a:lnTo>
                    <a:pt x="463" y="8033"/>
                  </a:lnTo>
                  <a:lnTo>
                    <a:pt x="463" y="7917"/>
                  </a:lnTo>
                  <a:lnTo>
                    <a:pt x="463" y="7801"/>
                  </a:lnTo>
                  <a:lnTo>
                    <a:pt x="502" y="7569"/>
                  </a:lnTo>
                  <a:lnTo>
                    <a:pt x="618" y="7299"/>
                  </a:lnTo>
                  <a:lnTo>
                    <a:pt x="772" y="7029"/>
                  </a:lnTo>
                  <a:lnTo>
                    <a:pt x="1159" y="6565"/>
                  </a:lnTo>
                  <a:lnTo>
                    <a:pt x="1467" y="6179"/>
                  </a:lnTo>
                  <a:lnTo>
                    <a:pt x="2008" y="5561"/>
                  </a:lnTo>
                  <a:lnTo>
                    <a:pt x="2549" y="4982"/>
                  </a:lnTo>
                  <a:lnTo>
                    <a:pt x="3128" y="4441"/>
                  </a:lnTo>
                  <a:lnTo>
                    <a:pt x="3746" y="3862"/>
                  </a:lnTo>
                  <a:lnTo>
                    <a:pt x="4364" y="3360"/>
                  </a:lnTo>
                  <a:lnTo>
                    <a:pt x="5020" y="2858"/>
                  </a:lnTo>
                  <a:lnTo>
                    <a:pt x="5715" y="2434"/>
                  </a:lnTo>
                  <a:lnTo>
                    <a:pt x="6410" y="1970"/>
                  </a:lnTo>
                  <a:lnTo>
                    <a:pt x="7105" y="1584"/>
                  </a:lnTo>
                  <a:lnTo>
                    <a:pt x="7839" y="1236"/>
                  </a:lnTo>
                  <a:lnTo>
                    <a:pt x="8457" y="928"/>
                  </a:lnTo>
                  <a:lnTo>
                    <a:pt x="8843" y="734"/>
                  </a:lnTo>
                  <a:lnTo>
                    <a:pt x="9268" y="580"/>
                  </a:lnTo>
                  <a:lnTo>
                    <a:pt x="9692" y="464"/>
                  </a:lnTo>
                  <a:lnTo>
                    <a:pt x="10079" y="426"/>
                  </a:lnTo>
                  <a:close/>
                  <a:moveTo>
                    <a:pt x="11237" y="464"/>
                  </a:moveTo>
                  <a:lnTo>
                    <a:pt x="11430" y="580"/>
                  </a:lnTo>
                  <a:lnTo>
                    <a:pt x="11585" y="773"/>
                  </a:lnTo>
                  <a:lnTo>
                    <a:pt x="11700" y="966"/>
                  </a:lnTo>
                  <a:lnTo>
                    <a:pt x="11778" y="1236"/>
                  </a:lnTo>
                  <a:lnTo>
                    <a:pt x="11778" y="1468"/>
                  </a:lnTo>
                  <a:lnTo>
                    <a:pt x="11778" y="1738"/>
                  </a:lnTo>
                  <a:lnTo>
                    <a:pt x="11739" y="1970"/>
                  </a:lnTo>
                  <a:lnTo>
                    <a:pt x="11662" y="2240"/>
                  </a:lnTo>
                  <a:lnTo>
                    <a:pt x="11430" y="2627"/>
                  </a:lnTo>
                  <a:lnTo>
                    <a:pt x="11160" y="3013"/>
                  </a:lnTo>
                  <a:lnTo>
                    <a:pt x="10851" y="3399"/>
                  </a:lnTo>
                  <a:lnTo>
                    <a:pt x="10542" y="3746"/>
                  </a:lnTo>
                  <a:lnTo>
                    <a:pt x="9847" y="4480"/>
                  </a:lnTo>
                  <a:lnTo>
                    <a:pt x="9075" y="5137"/>
                  </a:lnTo>
                  <a:lnTo>
                    <a:pt x="8264" y="5793"/>
                  </a:lnTo>
                  <a:lnTo>
                    <a:pt x="7453" y="6372"/>
                  </a:lnTo>
                  <a:lnTo>
                    <a:pt x="6603" y="6990"/>
                  </a:lnTo>
                  <a:lnTo>
                    <a:pt x="5754" y="7569"/>
                  </a:lnTo>
                  <a:lnTo>
                    <a:pt x="4866" y="8110"/>
                  </a:lnTo>
                  <a:lnTo>
                    <a:pt x="3977" y="8612"/>
                  </a:lnTo>
                  <a:lnTo>
                    <a:pt x="3128" y="9037"/>
                  </a:lnTo>
                  <a:lnTo>
                    <a:pt x="2703" y="9191"/>
                  </a:lnTo>
                  <a:lnTo>
                    <a:pt x="2240" y="9346"/>
                  </a:lnTo>
                  <a:lnTo>
                    <a:pt x="1969" y="9384"/>
                  </a:lnTo>
                  <a:lnTo>
                    <a:pt x="1661" y="9423"/>
                  </a:lnTo>
                  <a:lnTo>
                    <a:pt x="1313" y="9384"/>
                  </a:lnTo>
                  <a:lnTo>
                    <a:pt x="1004" y="9346"/>
                  </a:lnTo>
                  <a:lnTo>
                    <a:pt x="734" y="9191"/>
                  </a:lnTo>
                  <a:lnTo>
                    <a:pt x="541" y="9037"/>
                  </a:lnTo>
                  <a:lnTo>
                    <a:pt x="463" y="8921"/>
                  </a:lnTo>
                  <a:lnTo>
                    <a:pt x="386" y="8805"/>
                  </a:lnTo>
                  <a:lnTo>
                    <a:pt x="348" y="8650"/>
                  </a:lnTo>
                  <a:lnTo>
                    <a:pt x="309" y="8496"/>
                  </a:lnTo>
                  <a:lnTo>
                    <a:pt x="579" y="8612"/>
                  </a:lnTo>
                  <a:lnTo>
                    <a:pt x="888" y="8728"/>
                  </a:lnTo>
                  <a:lnTo>
                    <a:pt x="1197" y="8766"/>
                  </a:lnTo>
                  <a:lnTo>
                    <a:pt x="1506" y="8766"/>
                  </a:lnTo>
                  <a:lnTo>
                    <a:pt x="1815" y="8728"/>
                  </a:lnTo>
                  <a:lnTo>
                    <a:pt x="2124" y="8650"/>
                  </a:lnTo>
                  <a:lnTo>
                    <a:pt x="2742" y="8457"/>
                  </a:lnTo>
                  <a:lnTo>
                    <a:pt x="3321" y="8187"/>
                  </a:lnTo>
                  <a:lnTo>
                    <a:pt x="3939" y="7917"/>
                  </a:lnTo>
                  <a:lnTo>
                    <a:pt x="4981" y="7299"/>
                  </a:lnTo>
                  <a:lnTo>
                    <a:pt x="6526" y="6372"/>
                  </a:lnTo>
                  <a:lnTo>
                    <a:pt x="7298" y="5832"/>
                  </a:lnTo>
                  <a:lnTo>
                    <a:pt x="8071" y="5291"/>
                  </a:lnTo>
                  <a:lnTo>
                    <a:pt x="8804" y="4750"/>
                  </a:lnTo>
                  <a:lnTo>
                    <a:pt x="9499" y="4133"/>
                  </a:lnTo>
                  <a:lnTo>
                    <a:pt x="10156" y="3515"/>
                  </a:lnTo>
                  <a:lnTo>
                    <a:pt x="10774" y="2820"/>
                  </a:lnTo>
                  <a:lnTo>
                    <a:pt x="10967" y="2588"/>
                  </a:lnTo>
                  <a:lnTo>
                    <a:pt x="11121" y="2356"/>
                  </a:lnTo>
                  <a:lnTo>
                    <a:pt x="11276" y="2047"/>
                  </a:lnTo>
                  <a:lnTo>
                    <a:pt x="11391" y="1777"/>
                  </a:lnTo>
                  <a:lnTo>
                    <a:pt x="11469" y="1468"/>
                  </a:lnTo>
                  <a:lnTo>
                    <a:pt x="11507" y="1159"/>
                  </a:lnTo>
                  <a:lnTo>
                    <a:pt x="11430" y="889"/>
                  </a:lnTo>
                  <a:lnTo>
                    <a:pt x="11314" y="580"/>
                  </a:lnTo>
                  <a:lnTo>
                    <a:pt x="11237" y="464"/>
                  </a:lnTo>
                  <a:close/>
                  <a:moveTo>
                    <a:pt x="9924" y="1"/>
                  </a:moveTo>
                  <a:lnTo>
                    <a:pt x="9654" y="39"/>
                  </a:lnTo>
                  <a:lnTo>
                    <a:pt x="9306" y="117"/>
                  </a:lnTo>
                  <a:lnTo>
                    <a:pt x="8920" y="194"/>
                  </a:lnTo>
                  <a:lnTo>
                    <a:pt x="8186" y="503"/>
                  </a:lnTo>
                  <a:lnTo>
                    <a:pt x="7491" y="850"/>
                  </a:lnTo>
                  <a:lnTo>
                    <a:pt x="6835" y="1198"/>
                  </a:lnTo>
                  <a:lnTo>
                    <a:pt x="6101" y="1584"/>
                  </a:lnTo>
                  <a:lnTo>
                    <a:pt x="5406" y="2009"/>
                  </a:lnTo>
                  <a:lnTo>
                    <a:pt x="4750" y="2472"/>
                  </a:lnTo>
                  <a:lnTo>
                    <a:pt x="4093" y="2974"/>
                  </a:lnTo>
                  <a:lnTo>
                    <a:pt x="3360" y="3553"/>
                  </a:lnTo>
                  <a:lnTo>
                    <a:pt x="2665" y="4210"/>
                  </a:lnTo>
                  <a:lnTo>
                    <a:pt x="1969" y="4866"/>
                  </a:lnTo>
                  <a:lnTo>
                    <a:pt x="1352" y="5600"/>
                  </a:lnTo>
                  <a:lnTo>
                    <a:pt x="888" y="6141"/>
                  </a:lnTo>
                  <a:lnTo>
                    <a:pt x="618" y="6449"/>
                  </a:lnTo>
                  <a:lnTo>
                    <a:pt x="348" y="6797"/>
                  </a:lnTo>
                  <a:lnTo>
                    <a:pt x="155" y="7145"/>
                  </a:lnTo>
                  <a:lnTo>
                    <a:pt x="0" y="7492"/>
                  </a:lnTo>
                  <a:lnTo>
                    <a:pt x="0" y="7685"/>
                  </a:lnTo>
                  <a:lnTo>
                    <a:pt x="0" y="7840"/>
                  </a:lnTo>
                  <a:lnTo>
                    <a:pt x="0" y="8033"/>
                  </a:lnTo>
                  <a:lnTo>
                    <a:pt x="77" y="8187"/>
                  </a:lnTo>
                  <a:lnTo>
                    <a:pt x="77" y="8264"/>
                  </a:lnTo>
                  <a:lnTo>
                    <a:pt x="77" y="8342"/>
                  </a:lnTo>
                  <a:lnTo>
                    <a:pt x="39" y="8496"/>
                  </a:lnTo>
                  <a:lnTo>
                    <a:pt x="39" y="8650"/>
                  </a:lnTo>
                  <a:lnTo>
                    <a:pt x="77" y="8805"/>
                  </a:lnTo>
                  <a:lnTo>
                    <a:pt x="116" y="8959"/>
                  </a:lnTo>
                  <a:lnTo>
                    <a:pt x="309" y="9230"/>
                  </a:lnTo>
                  <a:lnTo>
                    <a:pt x="541" y="9500"/>
                  </a:lnTo>
                  <a:lnTo>
                    <a:pt x="734" y="9616"/>
                  </a:lnTo>
                  <a:lnTo>
                    <a:pt x="965" y="9732"/>
                  </a:lnTo>
                  <a:lnTo>
                    <a:pt x="1236" y="9770"/>
                  </a:lnTo>
                  <a:lnTo>
                    <a:pt x="1467" y="9809"/>
                  </a:lnTo>
                  <a:lnTo>
                    <a:pt x="1583" y="9963"/>
                  </a:lnTo>
                  <a:lnTo>
                    <a:pt x="1815" y="9770"/>
                  </a:lnTo>
                  <a:lnTo>
                    <a:pt x="1892" y="9770"/>
                  </a:lnTo>
                  <a:lnTo>
                    <a:pt x="1892" y="9848"/>
                  </a:lnTo>
                  <a:lnTo>
                    <a:pt x="1931" y="9848"/>
                  </a:lnTo>
                  <a:lnTo>
                    <a:pt x="2008" y="9770"/>
                  </a:lnTo>
                  <a:lnTo>
                    <a:pt x="2394" y="9654"/>
                  </a:lnTo>
                  <a:lnTo>
                    <a:pt x="2935" y="9500"/>
                  </a:lnTo>
                  <a:lnTo>
                    <a:pt x="3514" y="9268"/>
                  </a:lnTo>
                  <a:lnTo>
                    <a:pt x="4055" y="9037"/>
                  </a:lnTo>
                  <a:lnTo>
                    <a:pt x="4557" y="8766"/>
                  </a:lnTo>
                  <a:lnTo>
                    <a:pt x="5599" y="8148"/>
                  </a:lnTo>
                  <a:lnTo>
                    <a:pt x="6603" y="7492"/>
                  </a:lnTo>
                  <a:lnTo>
                    <a:pt x="6758" y="7376"/>
                  </a:lnTo>
                  <a:lnTo>
                    <a:pt x="7839" y="6643"/>
                  </a:lnTo>
                  <a:lnTo>
                    <a:pt x="8688" y="5986"/>
                  </a:lnTo>
                  <a:lnTo>
                    <a:pt x="9538" y="5330"/>
                  </a:lnTo>
                  <a:lnTo>
                    <a:pt x="10388" y="4596"/>
                  </a:lnTo>
                  <a:lnTo>
                    <a:pt x="10774" y="4171"/>
                  </a:lnTo>
                  <a:lnTo>
                    <a:pt x="11121" y="3785"/>
                  </a:lnTo>
                  <a:lnTo>
                    <a:pt x="11160" y="3901"/>
                  </a:lnTo>
                  <a:lnTo>
                    <a:pt x="11430" y="3824"/>
                  </a:lnTo>
                  <a:lnTo>
                    <a:pt x="11932" y="4094"/>
                  </a:lnTo>
                  <a:lnTo>
                    <a:pt x="12087" y="3824"/>
                  </a:lnTo>
                  <a:lnTo>
                    <a:pt x="11353" y="3476"/>
                  </a:lnTo>
                  <a:lnTo>
                    <a:pt x="11662" y="3051"/>
                  </a:lnTo>
                  <a:lnTo>
                    <a:pt x="11932" y="2588"/>
                  </a:lnTo>
                  <a:lnTo>
                    <a:pt x="12087" y="2202"/>
                  </a:lnTo>
                  <a:lnTo>
                    <a:pt x="12164" y="1816"/>
                  </a:lnTo>
                  <a:lnTo>
                    <a:pt x="12395" y="1623"/>
                  </a:lnTo>
                  <a:lnTo>
                    <a:pt x="12164" y="1391"/>
                  </a:lnTo>
                  <a:lnTo>
                    <a:pt x="12125" y="1082"/>
                  </a:lnTo>
                  <a:lnTo>
                    <a:pt x="12048" y="812"/>
                  </a:lnTo>
                  <a:lnTo>
                    <a:pt x="11932" y="580"/>
                  </a:lnTo>
                  <a:lnTo>
                    <a:pt x="11778" y="387"/>
                  </a:lnTo>
                  <a:lnTo>
                    <a:pt x="11585" y="194"/>
                  </a:lnTo>
                  <a:lnTo>
                    <a:pt x="11353" y="78"/>
                  </a:lnTo>
                  <a:lnTo>
                    <a:pt x="11044" y="39"/>
                  </a:lnTo>
                  <a:lnTo>
                    <a:pt x="10735" y="39"/>
                  </a:lnTo>
                  <a:lnTo>
                    <a:pt x="10619" y="78"/>
                  </a:lnTo>
                  <a:lnTo>
                    <a:pt x="103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18"/>
            <p:cNvSpPr/>
            <p:nvPr/>
          </p:nvSpPr>
          <p:spPr>
            <a:xfrm>
              <a:off x="6773675" y="25422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4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52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2"/>
                  </a:lnTo>
                  <a:lnTo>
                    <a:pt x="2935" y="1430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4" y="1893"/>
                  </a:lnTo>
                  <a:lnTo>
                    <a:pt x="425" y="2434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6" y="11354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20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2"/>
                  </a:lnTo>
                  <a:lnTo>
                    <a:pt x="3669" y="10620"/>
                  </a:lnTo>
                  <a:lnTo>
                    <a:pt x="3824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6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3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6" y="2742"/>
                  </a:lnTo>
                  <a:lnTo>
                    <a:pt x="4287" y="2395"/>
                  </a:lnTo>
                  <a:lnTo>
                    <a:pt x="4210" y="1430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18"/>
            <p:cNvSpPr/>
            <p:nvPr/>
          </p:nvSpPr>
          <p:spPr>
            <a:xfrm>
              <a:off x="4769575" y="2562550"/>
              <a:ext cx="144825" cy="164150"/>
            </a:xfrm>
            <a:custGeom>
              <a:avLst/>
              <a:gdLst/>
              <a:ahLst/>
              <a:cxnLst/>
              <a:rect l="l" t="t" r="r" b="b"/>
              <a:pathLst>
                <a:path w="5793" h="6566" extrusionOk="0">
                  <a:moveTo>
                    <a:pt x="2858" y="464"/>
                  </a:moveTo>
                  <a:lnTo>
                    <a:pt x="3360" y="619"/>
                  </a:lnTo>
                  <a:lnTo>
                    <a:pt x="3823" y="812"/>
                  </a:lnTo>
                  <a:lnTo>
                    <a:pt x="4248" y="1082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9"/>
                  </a:lnTo>
                  <a:lnTo>
                    <a:pt x="5252" y="2511"/>
                  </a:lnTo>
                  <a:lnTo>
                    <a:pt x="5290" y="2781"/>
                  </a:lnTo>
                  <a:lnTo>
                    <a:pt x="5329" y="3051"/>
                  </a:lnTo>
                  <a:lnTo>
                    <a:pt x="5329" y="3322"/>
                  </a:lnTo>
                  <a:lnTo>
                    <a:pt x="5290" y="3785"/>
                  </a:lnTo>
                  <a:lnTo>
                    <a:pt x="5175" y="4248"/>
                  </a:lnTo>
                  <a:lnTo>
                    <a:pt x="4982" y="4712"/>
                  </a:lnTo>
                  <a:lnTo>
                    <a:pt x="4711" y="5098"/>
                  </a:lnTo>
                  <a:lnTo>
                    <a:pt x="4364" y="5445"/>
                  </a:lnTo>
                  <a:lnTo>
                    <a:pt x="4016" y="5716"/>
                  </a:lnTo>
                  <a:lnTo>
                    <a:pt x="3784" y="5832"/>
                  </a:lnTo>
                  <a:lnTo>
                    <a:pt x="3553" y="5947"/>
                  </a:lnTo>
                  <a:lnTo>
                    <a:pt x="3321" y="6025"/>
                  </a:lnTo>
                  <a:lnTo>
                    <a:pt x="3089" y="6063"/>
                  </a:lnTo>
                  <a:lnTo>
                    <a:pt x="2780" y="6102"/>
                  </a:lnTo>
                  <a:lnTo>
                    <a:pt x="2510" y="6102"/>
                  </a:lnTo>
                  <a:lnTo>
                    <a:pt x="2201" y="6063"/>
                  </a:lnTo>
                  <a:lnTo>
                    <a:pt x="1970" y="5986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600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1"/>
                  </a:lnTo>
                  <a:lnTo>
                    <a:pt x="734" y="4789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5"/>
                  </a:lnTo>
                  <a:lnTo>
                    <a:pt x="464" y="2974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700"/>
                  </a:lnTo>
                  <a:lnTo>
                    <a:pt x="966" y="1507"/>
                  </a:lnTo>
                  <a:lnTo>
                    <a:pt x="1120" y="1275"/>
                  </a:lnTo>
                  <a:lnTo>
                    <a:pt x="1313" y="1121"/>
                  </a:lnTo>
                  <a:lnTo>
                    <a:pt x="1506" y="927"/>
                  </a:lnTo>
                  <a:lnTo>
                    <a:pt x="1738" y="812"/>
                  </a:lnTo>
                  <a:lnTo>
                    <a:pt x="1970" y="696"/>
                  </a:lnTo>
                  <a:lnTo>
                    <a:pt x="2201" y="580"/>
                  </a:lnTo>
                  <a:lnTo>
                    <a:pt x="2472" y="541"/>
                  </a:lnTo>
                  <a:lnTo>
                    <a:pt x="2780" y="503"/>
                  </a:lnTo>
                  <a:lnTo>
                    <a:pt x="2819" y="503"/>
                  </a:lnTo>
                  <a:lnTo>
                    <a:pt x="2858" y="464"/>
                  </a:lnTo>
                  <a:close/>
                  <a:moveTo>
                    <a:pt x="2665" y="1"/>
                  </a:moveTo>
                  <a:lnTo>
                    <a:pt x="2587" y="39"/>
                  </a:lnTo>
                  <a:lnTo>
                    <a:pt x="2510" y="78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1"/>
                  </a:lnTo>
                  <a:lnTo>
                    <a:pt x="1854" y="310"/>
                  </a:lnTo>
                  <a:lnTo>
                    <a:pt x="1622" y="387"/>
                  </a:lnTo>
                  <a:lnTo>
                    <a:pt x="1390" y="503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7"/>
                  </a:lnTo>
                  <a:lnTo>
                    <a:pt x="348" y="1738"/>
                  </a:lnTo>
                  <a:lnTo>
                    <a:pt x="155" y="2279"/>
                  </a:lnTo>
                  <a:lnTo>
                    <a:pt x="39" y="2858"/>
                  </a:lnTo>
                  <a:lnTo>
                    <a:pt x="0" y="3399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3"/>
                  </a:lnTo>
                  <a:lnTo>
                    <a:pt x="309" y="4943"/>
                  </a:lnTo>
                  <a:lnTo>
                    <a:pt x="425" y="5214"/>
                  </a:lnTo>
                  <a:lnTo>
                    <a:pt x="579" y="5445"/>
                  </a:lnTo>
                  <a:lnTo>
                    <a:pt x="734" y="5677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8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7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7"/>
                  </a:lnTo>
                  <a:lnTo>
                    <a:pt x="3476" y="6449"/>
                  </a:lnTo>
                  <a:lnTo>
                    <a:pt x="3784" y="6334"/>
                  </a:lnTo>
                  <a:lnTo>
                    <a:pt x="4055" y="6218"/>
                  </a:lnTo>
                  <a:lnTo>
                    <a:pt x="4325" y="6063"/>
                  </a:lnTo>
                  <a:lnTo>
                    <a:pt x="4557" y="5909"/>
                  </a:lnTo>
                  <a:lnTo>
                    <a:pt x="4788" y="5716"/>
                  </a:lnTo>
                  <a:lnTo>
                    <a:pt x="4982" y="5484"/>
                  </a:lnTo>
                  <a:lnTo>
                    <a:pt x="5175" y="5252"/>
                  </a:lnTo>
                  <a:lnTo>
                    <a:pt x="5329" y="4982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1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8"/>
                  </a:lnTo>
                  <a:lnTo>
                    <a:pt x="5561" y="2047"/>
                  </a:lnTo>
                  <a:lnTo>
                    <a:pt x="5406" y="1777"/>
                  </a:lnTo>
                  <a:lnTo>
                    <a:pt x="5252" y="1507"/>
                  </a:lnTo>
                  <a:lnTo>
                    <a:pt x="5059" y="1275"/>
                  </a:lnTo>
                  <a:lnTo>
                    <a:pt x="4866" y="1043"/>
                  </a:lnTo>
                  <a:lnTo>
                    <a:pt x="4634" y="812"/>
                  </a:lnTo>
                  <a:lnTo>
                    <a:pt x="4402" y="619"/>
                  </a:lnTo>
                  <a:lnTo>
                    <a:pt x="4132" y="464"/>
                  </a:lnTo>
                  <a:lnTo>
                    <a:pt x="3862" y="310"/>
                  </a:lnTo>
                  <a:lnTo>
                    <a:pt x="3591" y="194"/>
                  </a:lnTo>
                  <a:lnTo>
                    <a:pt x="3282" y="117"/>
                  </a:lnTo>
                  <a:lnTo>
                    <a:pt x="2974" y="39"/>
                  </a:lnTo>
                  <a:lnTo>
                    <a:pt x="266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18"/>
            <p:cNvSpPr/>
            <p:nvPr/>
          </p:nvSpPr>
          <p:spPr>
            <a:xfrm>
              <a:off x="2452675" y="2582825"/>
              <a:ext cx="296400" cy="356250"/>
            </a:xfrm>
            <a:custGeom>
              <a:avLst/>
              <a:gdLst/>
              <a:ahLst/>
              <a:cxnLst/>
              <a:rect l="l" t="t" r="r" b="b"/>
              <a:pathLst>
                <a:path w="11856" h="14250" extrusionOk="0">
                  <a:moveTo>
                    <a:pt x="7221" y="1"/>
                  </a:moveTo>
                  <a:lnTo>
                    <a:pt x="6990" y="194"/>
                  </a:lnTo>
                  <a:lnTo>
                    <a:pt x="8032" y="1777"/>
                  </a:lnTo>
                  <a:lnTo>
                    <a:pt x="9114" y="3283"/>
                  </a:lnTo>
                  <a:lnTo>
                    <a:pt x="8032" y="2704"/>
                  </a:lnTo>
                  <a:lnTo>
                    <a:pt x="6913" y="2202"/>
                  </a:lnTo>
                  <a:lnTo>
                    <a:pt x="6758" y="2472"/>
                  </a:lnTo>
                  <a:lnTo>
                    <a:pt x="8225" y="3283"/>
                  </a:lnTo>
                  <a:lnTo>
                    <a:pt x="9731" y="4094"/>
                  </a:lnTo>
                  <a:lnTo>
                    <a:pt x="10388" y="4905"/>
                  </a:lnTo>
                  <a:lnTo>
                    <a:pt x="10388" y="4943"/>
                  </a:lnTo>
                  <a:lnTo>
                    <a:pt x="10697" y="4827"/>
                  </a:lnTo>
                  <a:lnTo>
                    <a:pt x="10658" y="4712"/>
                  </a:lnTo>
                  <a:lnTo>
                    <a:pt x="10620" y="4596"/>
                  </a:lnTo>
                  <a:lnTo>
                    <a:pt x="10620" y="4596"/>
                  </a:lnTo>
                  <a:lnTo>
                    <a:pt x="10929" y="4712"/>
                  </a:lnTo>
                  <a:lnTo>
                    <a:pt x="11160" y="4827"/>
                  </a:lnTo>
                  <a:lnTo>
                    <a:pt x="11315" y="5021"/>
                  </a:lnTo>
                  <a:lnTo>
                    <a:pt x="11431" y="5252"/>
                  </a:lnTo>
                  <a:lnTo>
                    <a:pt x="11469" y="5484"/>
                  </a:lnTo>
                  <a:lnTo>
                    <a:pt x="11469" y="5754"/>
                  </a:lnTo>
                  <a:lnTo>
                    <a:pt x="11431" y="6063"/>
                  </a:lnTo>
                  <a:lnTo>
                    <a:pt x="11353" y="6372"/>
                  </a:lnTo>
                  <a:lnTo>
                    <a:pt x="11083" y="7028"/>
                  </a:lnTo>
                  <a:lnTo>
                    <a:pt x="10813" y="7646"/>
                  </a:lnTo>
                  <a:lnTo>
                    <a:pt x="10504" y="8148"/>
                  </a:lnTo>
                  <a:lnTo>
                    <a:pt x="10233" y="8573"/>
                  </a:lnTo>
                  <a:lnTo>
                    <a:pt x="9654" y="9345"/>
                  </a:lnTo>
                  <a:lnTo>
                    <a:pt x="9036" y="10079"/>
                  </a:lnTo>
                  <a:lnTo>
                    <a:pt x="8380" y="10736"/>
                  </a:lnTo>
                  <a:lnTo>
                    <a:pt x="7646" y="11353"/>
                  </a:lnTo>
                  <a:lnTo>
                    <a:pt x="6874" y="11933"/>
                  </a:lnTo>
                  <a:lnTo>
                    <a:pt x="6024" y="12435"/>
                  </a:lnTo>
                  <a:lnTo>
                    <a:pt x="5175" y="12898"/>
                  </a:lnTo>
                  <a:lnTo>
                    <a:pt x="4287" y="13284"/>
                  </a:lnTo>
                  <a:lnTo>
                    <a:pt x="3862" y="13439"/>
                  </a:lnTo>
                  <a:lnTo>
                    <a:pt x="3283" y="13632"/>
                  </a:lnTo>
                  <a:lnTo>
                    <a:pt x="2665" y="13786"/>
                  </a:lnTo>
                  <a:lnTo>
                    <a:pt x="1970" y="13941"/>
                  </a:lnTo>
                  <a:lnTo>
                    <a:pt x="1043" y="13941"/>
                  </a:lnTo>
                  <a:lnTo>
                    <a:pt x="811" y="13863"/>
                  </a:lnTo>
                  <a:lnTo>
                    <a:pt x="580" y="13709"/>
                  </a:lnTo>
                  <a:lnTo>
                    <a:pt x="425" y="13554"/>
                  </a:lnTo>
                  <a:lnTo>
                    <a:pt x="309" y="13323"/>
                  </a:lnTo>
                  <a:lnTo>
                    <a:pt x="232" y="13052"/>
                  </a:lnTo>
                  <a:lnTo>
                    <a:pt x="1" y="13130"/>
                  </a:lnTo>
                  <a:lnTo>
                    <a:pt x="1" y="13400"/>
                  </a:lnTo>
                  <a:lnTo>
                    <a:pt x="39" y="13632"/>
                  </a:lnTo>
                  <a:lnTo>
                    <a:pt x="155" y="13825"/>
                  </a:lnTo>
                  <a:lnTo>
                    <a:pt x="271" y="13941"/>
                  </a:lnTo>
                  <a:lnTo>
                    <a:pt x="464" y="14056"/>
                  </a:lnTo>
                  <a:lnTo>
                    <a:pt x="657" y="14172"/>
                  </a:lnTo>
                  <a:lnTo>
                    <a:pt x="889" y="14211"/>
                  </a:lnTo>
                  <a:lnTo>
                    <a:pt x="1120" y="14249"/>
                  </a:lnTo>
                  <a:lnTo>
                    <a:pt x="1661" y="14249"/>
                  </a:lnTo>
                  <a:lnTo>
                    <a:pt x="2163" y="14211"/>
                  </a:lnTo>
                  <a:lnTo>
                    <a:pt x="2665" y="14134"/>
                  </a:lnTo>
                  <a:lnTo>
                    <a:pt x="3051" y="14056"/>
                  </a:lnTo>
                  <a:lnTo>
                    <a:pt x="3708" y="13863"/>
                  </a:lnTo>
                  <a:lnTo>
                    <a:pt x="4364" y="13632"/>
                  </a:lnTo>
                  <a:lnTo>
                    <a:pt x="5020" y="13361"/>
                  </a:lnTo>
                  <a:lnTo>
                    <a:pt x="5638" y="13091"/>
                  </a:lnTo>
                  <a:lnTo>
                    <a:pt x="6256" y="12743"/>
                  </a:lnTo>
                  <a:lnTo>
                    <a:pt x="6835" y="12396"/>
                  </a:lnTo>
                  <a:lnTo>
                    <a:pt x="7415" y="12010"/>
                  </a:lnTo>
                  <a:lnTo>
                    <a:pt x="7955" y="11585"/>
                  </a:lnTo>
                  <a:lnTo>
                    <a:pt x="8457" y="11160"/>
                  </a:lnTo>
                  <a:lnTo>
                    <a:pt x="8959" y="10697"/>
                  </a:lnTo>
                  <a:lnTo>
                    <a:pt x="9423" y="10234"/>
                  </a:lnTo>
                  <a:lnTo>
                    <a:pt x="9847" y="9732"/>
                  </a:lnTo>
                  <a:lnTo>
                    <a:pt x="10272" y="9191"/>
                  </a:lnTo>
                  <a:lnTo>
                    <a:pt x="10620" y="8650"/>
                  </a:lnTo>
                  <a:lnTo>
                    <a:pt x="11006" y="8071"/>
                  </a:lnTo>
                  <a:lnTo>
                    <a:pt x="11315" y="7492"/>
                  </a:lnTo>
                  <a:lnTo>
                    <a:pt x="11546" y="6951"/>
                  </a:lnTo>
                  <a:lnTo>
                    <a:pt x="11778" y="6411"/>
                  </a:lnTo>
                  <a:lnTo>
                    <a:pt x="11817" y="6102"/>
                  </a:lnTo>
                  <a:lnTo>
                    <a:pt x="11855" y="5831"/>
                  </a:lnTo>
                  <a:lnTo>
                    <a:pt x="11855" y="5523"/>
                  </a:lnTo>
                  <a:lnTo>
                    <a:pt x="11778" y="5252"/>
                  </a:lnTo>
                  <a:lnTo>
                    <a:pt x="11701" y="5021"/>
                  </a:lnTo>
                  <a:lnTo>
                    <a:pt x="11585" y="4866"/>
                  </a:lnTo>
                  <a:lnTo>
                    <a:pt x="11469" y="4673"/>
                  </a:lnTo>
                  <a:lnTo>
                    <a:pt x="11315" y="4519"/>
                  </a:lnTo>
                  <a:lnTo>
                    <a:pt x="11122" y="4403"/>
                  </a:lnTo>
                  <a:lnTo>
                    <a:pt x="10929" y="4325"/>
                  </a:lnTo>
                  <a:lnTo>
                    <a:pt x="10735" y="4248"/>
                  </a:lnTo>
                  <a:lnTo>
                    <a:pt x="10504" y="4210"/>
                  </a:lnTo>
                  <a:lnTo>
                    <a:pt x="10465" y="4248"/>
                  </a:lnTo>
                  <a:lnTo>
                    <a:pt x="10388" y="4248"/>
                  </a:lnTo>
                  <a:lnTo>
                    <a:pt x="9654" y="3167"/>
                  </a:lnTo>
                  <a:lnTo>
                    <a:pt x="8882" y="2086"/>
                  </a:lnTo>
                  <a:lnTo>
                    <a:pt x="8032" y="1043"/>
                  </a:lnTo>
                  <a:lnTo>
                    <a:pt x="72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18"/>
            <p:cNvSpPr/>
            <p:nvPr/>
          </p:nvSpPr>
          <p:spPr>
            <a:xfrm>
              <a:off x="581775" y="25867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0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5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18"/>
            <p:cNvSpPr/>
            <p:nvPr/>
          </p:nvSpPr>
          <p:spPr>
            <a:xfrm>
              <a:off x="6717675" y="2588625"/>
              <a:ext cx="42525" cy="41525"/>
            </a:xfrm>
            <a:custGeom>
              <a:avLst/>
              <a:gdLst/>
              <a:ahLst/>
              <a:cxnLst/>
              <a:rect l="l" t="t" r="r" b="b"/>
              <a:pathLst>
                <a:path w="1701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2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9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3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8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18"/>
            <p:cNvSpPr/>
            <p:nvPr/>
          </p:nvSpPr>
          <p:spPr>
            <a:xfrm>
              <a:off x="587575" y="25924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3" y="1893"/>
                  </a:lnTo>
                  <a:lnTo>
                    <a:pt x="425" y="2433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5" y="11353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1"/>
                  </a:lnTo>
                  <a:lnTo>
                    <a:pt x="3669" y="10620"/>
                  </a:lnTo>
                  <a:lnTo>
                    <a:pt x="3823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5" y="2742"/>
                  </a:lnTo>
                  <a:lnTo>
                    <a:pt x="4287" y="2395"/>
                  </a:lnTo>
                  <a:lnTo>
                    <a:pt x="4210" y="1429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18"/>
            <p:cNvSpPr/>
            <p:nvPr/>
          </p:nvSpPr>
          <p:spPr>
            <a:xfrm>
              <a:off x="6526550" y="26156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1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1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2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18"/>
            <p:cNvSpPr/>
            <p:nvPr/>
          </p:nvSpPr>
          <p:spPr>
            <a:xfrm>
              <a:off x="1725750" y="2629175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2"/>
                  </a:lnTo>
                  <a:lnTo>
                    <a:pt x="2008" y="965"/>
                  </a:lnTo>
                  <a:lnTo>
                    <a:pt x="2124" y="1120"/>
                  </a:lnTo>
                  <a:lnTo>
                    <a:pt x="2202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6" y="502"/>
                  </a:lnTo>
                  <a:lnTo>
                    <a:pt x="811" y="463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0"/>
                  </a:lnTo>
                  <a:lnTo>
                    <a:pt x="194" y="425"/>
                  </a:lnTo>
                  <a:lnTo>
                    <a:pt x="78" y="618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8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2" y="2973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3"/>
                  </a:lnTo>
                  <a:lnTo>
                    <a:pt x="2626" y="2896"/>
                  </a:lnTo>
                  <a:lnTo>
                    <a:pt x="2704" y="2317"/>
                  </a:lnTo>
                  <a:lnTo>
                    <a:pt x="2704" y="2008"/>
                  </a:lnTo>
                  <a:lnTo>
                    <a:pt x="2704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00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18"/>
            <p:cNvSpPr/>
            <p:nvPr/>
          </p:nvSpPr>
          <p:spPr>
            <a:xfrm>
              <a:off x="2602300" y="2637850"/>
              <a:ext cx="63750" cy="173800"/>
            </a:xfrm>
            <a:custGeom>
              <a:avLst/>
              <a:gdLst/>
              <a:ahLst/>
              <a:cxnLst/>
              <a:rect l="l" t="t" r="r" b="b"/>
              <a:pathLst>
                <a:path w="2550" h="6952" extrusionOk="0">
                  <a:moveTo>
                    <a:pt x="271" y="1"/>
                  </a:moveTo>
                  <a:lnTo>
                    <a:pt x="1" y="78"/>
                  </a:lnTo>
                  <a:lnTo>
                    <a:pt x="232" y="927"/>
                  </a:lnTo>
                  <a:lnTo>
                    <a:pt x="503" y="1816"/>
                  </a:lnTo>
                  <a:lnTo>
                    <a:pt x="1082" y="3515"/>
                  </a:lnTo>
                  <a:lnTo>
                    <a:pt x="2318" y="6951"/>
                  </a:lnTo>
                  <a:lnTo>
                    <a:pt x="2549" y="6874"/>
                  </a:lnTo>
                  <a:lnTo>
                    <a:pt x="2047" y="5136"/>
                  </a:lnTo>
                  <a:lnTo>
                    <a:pt x="1507" y="3399"/>
                  </a:lnTo>
                  <a:lnTo>
                    <a:pt x="928" y="1661"/>
                  </a:lnTo>
                  <a:lnTo>
                    <a:pt x="619" y="81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18"/>
            <p:cNvSpPr/>
            <p:nvPr/>
          </p:nvSpPr>
          <p:spPr>
            <a:xfrm>
              <a:off x="531575" y="26388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1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18"/>
            <p:cNvSpPr/>
            <p:nvPr/>
          </p:nvSpPr>
          <p:spPr>
            <a:xfrm>
              <a:off x="340450" y="26658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0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0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1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18"/>
            <p:cNvSpPr/>
            <p:nvPr/>
          </p:nvSpPr>
          <p:spPr>
            <a:xfrm>
              <a:off x="6651075" y="26658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1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18"/>
            <p:cNvSpPr/>
            <p:nvPr/>
          </p:nvSpPr>
          <p:spPr>
            <a:xfrm>
              <a:off x="1793325" y="26986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7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5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5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3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18"/>
            <p:cNvSpPr/>
            <p:nvPr/>
          </p:nvSpPr>
          <p:spPr>
            <a:xfrm>
              <a:off x="2371575" y="2703500"/>
              <a:ext cx="351425" cy="207575"/>
            </a:xfrm>
            <a:custGeom>
              <a:avLst/>
              <a:gdLst/>
              <a:ahLst/>
              <a:cxnLst/>
              <a:rect l="l" t="t" r="r" b="b"/>
              <a:pathLst>
                <a:path w="14057" h="8303" extrusionOk="0">
                  <a:moveTo>
                    <a:pt x="13941" y="0"/>
                  </a:moveTo>
                  <a:lnTo>
                    <a:pt x="13632" y="116"/>
                  </a:lnTo>
                  <a:lnTo>
                    <a:pt x="13632" y="155"/>
                  </a:lnTo>
                  <a:lnTo>
                    <a:pt x="13555" y="773"/>
                  </a:lnTo>
                  <a:lnTo>
                    <a:pt x="13439" y="1313"/>
                  </a:lnTo>
                  <a:lnTo>
                    <a:pt x="13284" y="1854"/>
                  </a:lnTo>
                  <a:lnTo>
                    <a:pt x="13053" y="2395"/>
                  </a:lnTo>
                  <a:lnTo>
                    <a:pt x="12782" y="2897"/>
                  </a:lnTo>
                  <a:lnTo>
                    <a:pt x="12473" y="3360"/>
                  </a:lnTo>
                  <a:lnTo>
                    <a:pt x="12126" y="3823"/>
                  </a:lnTo>
                  <a:lnTo>
                    <a:pt x="11778" y="4248"/>
                  </a:lnTo>
                  <a:lnTo>
                    <a:pt x="11547" y="4325"/>
                  </a:lnTo>
                  <a:lnTo>
                    <a:pt x="11585" y="4441"/>
                  </a:lnTo>
                  <a:lnTo>
                    <a:pt x="11547" y="4480"/>
                  </a:lnTo>
                  <a:lnTo>
                    <a:pt x="11392" y="4557"/>
                  </a:lnTo>
                  <a:lnTo>
                    <a:pt x="11469" y="4557"/>
                  </a:lnTo>
                  <a:lnTo>
                    <a:pt x="10967" y="5020"/>
                  </a:lnTo>
                  <a:lnTo>
                    <a:pt x="10427" y="5445"/>
                  </a:lnTo>
                  <a:lnTo>
                    <a:pt x="9539" y="6063"/>
                  </a:lnTo>
                  <a:lnTo>
                    <a:pt x="8612" y="6642"/>
                  </a:lnTo>
                  <a:lnTo>
                    <a:pt x="8149" y="6912"/>
                  </a:lnTo>
                  <a:lnTo>
                    <a:pt x="7647" y="7144"/>
                  </a:lnTo>
                  <a:lnTo>
                    <a:pt x="7145" y="7376"/>
                  </a:lnTo>
                  <a:lnTo>
                    <a:pt x="6643" y="7569"/>
                  </a:lnTo>
                  <a:lnTo>
                    <a:pt x="6604" y="7453"/>
                  </a:lnTo>
                  <a:lnTo>
                    <a:pt x="6411" y="7492"/>
                  </a:lnTo>
                  <a:lnTo>
                    <a:pt x="4905" y="6372"/>
                  </a:lnTo>
                  <a:lnTo>
                    <a:pt x="3322" y="5291"/>
                  </a:lnTo>
                  <a:lnTo>
                    <a:pt x="1739" y="4248"/>
                  </a:lnTo>
                  <a:lnTo>
                    <a:pt x="78" y="3321"/>
                  </a:lnTo>
                  <a:lnTo>
                    <a:pt x="1" y="3399"/>
                  </a:lnTo>
                  <a:lnTo>
                    <a:pt x="3051" y="5600"/>
                  </a:lnTo>
                  <a:lnTo>
                    <a:pt x="6141" y="7723"/>
                  </a:lnTo>
                  <a:lnTo>
                    <a:pt x="5639" y="7839"/>
                  </a:lnTo>
                  <a:lnTo>
                    <a:pt x="5175" y="7916"/>
                  </a:lnTo>
                  <a:lnTo>
                    <a:pt x="4673" y="7955"/>
                  </a:lnTo>
                  <a:lnTo>
                    <a:pt x="4210" y="7994"/>
                  </a:lnTo>
                  <a:lnTo>
                    <a:pt x="4094" y="7994"/>
                  </a:lnTo>
                  <a:lnTo>
                    <a:pt x="4055" y="8071"/>
                  </a:lnTo>
                  <a:lnTo>
                    <a:pt x="4248" y="8303"/>
                  </a:lnTo>
                  <a:lnTo>
                    <a:pt x="5098" y="8303"/>
                  </a:lnTo>
                  <a:lnTo>
                    <a:pt x="5523" y="8264"/>
                  </a:lnTo>
                  <a:lnTo>
                    <a:pt x="5948" y="8187"/>
                  </a:lnTo>
                  <a:lnTo>
                    <a:pt x="6372" y="8110"/>
                  </a:lnTo>
                  <a:lnTo>
                    <a:pt x="6797" y="7955"/>
                  </a:lnTo>
                  <a:lnTo>
                    <a:pt x="7647" y="7646"/>
                  </a:lnTo>
                  <a:lnTo>
                    <a:pt x="8458" y="7221"/>
                  </a:lnTo>
                  <a:lnTo>
                    <a:pt x="9230" y="6758"/>
                  </a:lnTo>
                  <a:lnTo>
                    <a:pt x="10002" y="6295"/>
                  </a:lnTo>
                  <a:lnTo>
                    <a:pt x="10659" y="5793"/>
                  </a:lnTo>
                  <a:lnTo>
                    <a:pt x="11315" y="5252"/>
                  </a:lnTo>
                  <a:lnTo>
                    <a:pt x="11933" y="4673"/>
                  </a:lnTo>
                  <a:lnTo>
                    <a:pt x="12512" y="4055"/>
                  </a:lnTo>
                  <a:lnTo>
                    <a:pt x="12975" y="3360"/>
                  </a:lnTo>
                  <a:lnTo>
                    <a:pt x="13207" y="3012"/>
                  </a:lnTo>
                  <a:lnTo>
                    <a:pt x="13400" y="2665"/>
                  </a:lnTo>
                  <a:lnTo>
                    <a:pt x="13555" y="2279"/>
                  </a:lnTo>
                  <a:lnTo>
                    <a:pt x="13709" y="1893"/>
                  </a:lnTo>
                  <a:lnTo>
                    <a:pt x="13864" y="1506"/>
                  </a:lnTo>
                  <a:lnTo>
                    <a:pt x="13941" y="1082"/>
                  </a:lnTo>
                  <a:lnTo>
                    <a:pt x="14018" y="657"/>
                  </a:lnTo>
                  <a:lnTo>
                    <a:pt x="14057" y="232"/>
                  </a:lnTo>
                  <a:lnTo>
                    <a:pt x="14018" y="116"/>
                  </a:lnTo>
                  <a:lnTo>
                    <a:pt x="13941" y="39"/>
                  </a:lnTo>
                  <a:lnTo>
                    <a:pt x="139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18"/>
            <p:cNvSpPr/>
            <p:nvPr/>
          </p:nvSpPr>
          <p:spPr>
            <a:xfrm>
              <a:off x="6594125" y="27093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8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18"/>
            <p:cNvSpPr/>
            <p:nvPr/>
          </p:nvSpPr>
          <p:spPr>
            <a:xfrm>
              <a:off x="464975" y="27160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0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18"/>
            <p:cNvSpPr/>
            <p:nvPr/>
          </p:nvSpPr>
          <p:spPr>
            <a:xfrm>
              <a:off x="2488400" y="2725700"/>
              <a:ext cx="48275" cy="165100"/>
            </a:xfrm>
            <a:custGeom>
              <a:avLst/>
              <a:gdLst/>
              <a:ahLst/>
              <a:cxnLst/>
              <a:rect l="l" t="t" r="r" b="b"/>
              <a:pathLst>
                <a:path w="1931" h="6604" extrusionOk="0">
                  <a:moveTo>
                    <a:pt x="271" y="1"/>
                  </a:moveTo>
                  <a:lnTo>
                    <a:pt x="193" y="39"/>
                  </a:lnTo>
                  <a:lnTo>
                    <a:pt x="155" y="39"/>
                  </a:lnTo>
                  <a:lnTo>
                    <a:pt x="0" y="155"/>
                  </a:lnTo>
                  <a:lnTo>
                    <a:pt x="0" y="194"/>
                  </a:lnTo>
                  <a:lnTo>
                    <a:pt x="348" y="1815"/>
                  </a:lnTo>
                  <a:lnTo>
                    <a:pt x="773" y="3437"/>
                  </a:lnTo>
                  <a:lnTo>
                    <a:pt x="1236" y="5021"/>
                  </a:lnTo>
                  <a:lnTo>
                    <a:pt x="1738" y="6604"/>
                  </a:lnTo>
                  <a:lnTo>
                    <a:pt x="1931" y="6565"/>
                  </a:lnTo>
                  <a:lnTo>
                    <a:pt x="1622" y="4982"/>
                  </a:lnTo>
                  <a:lnTo>
                    <a:pt x="1236" y="3360"/>
                  </a:lnTo>
                  <a:lnTo>
                    <a:pt x="773" y="1777"/>
                  </a:lnTo>
                  <a:lnTo>
                    <a:pt x="271" y="194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18"/>
            <p:cNvSpPr/>
            <p:nvPr/>
          </p:nvSpPr>
          <p:spPr>
            <a:xfrm>
              <a:off x="2495150" y="2725700"/>
              <a:ext cx="165100" cy="91725"/>
            </a:xfrm>
            <a:custGeom>
              <a:avLst/>
              <a:gdLst/>
              <a:ahLst/>
              <a:cxnLst/>
              <a:rect l="l" t="t" r="r" b="b"/>
              <a:pathLst>
                <a:path w="6604" h="3669" extrusionOk="0">
                  <a:moveTo>
                    <a:pt x="116" y="1"/>
                  </a:moveTo>
                  <a:lnTo>
                    <a:pt x="1" y="194"/>
                  </a:lnTo>
                  <a:lnTo>
                    <a:pt x="1622" y="1043"/>
                  </a:lnTo>
                  <a:lnTo>
                    <a:pt x="3244" y="1893"/>
                  </a:lnTo>
                  <a:lnTo>
                    <a:pt x="4017" y="2356"/>
                  </a:lnTo>
                  <a:lnTo>
                    <a:pt x="4827" y="2819"/>
                  </a:lnTo>
                  <a:lnTo>
                    <a:pt x="5638" y="3283"/>
                  </a:lnTo>
                  <a:lnTo>
                    <a:pt x="6024" y="3476"/>
                  </a:lnTo>
                  <a:lnTo>
                    <a:pt x="6449" y="3669"/>
                  </a:lnTo>
                  <a:lnTo>
                    <a:pt x="6604" y="3592"/>
                  </a:lnTo>
                  <a:lnTo>
                    <a:pt x="6604" y="3515"/>
                  </a:lnTo>
                  <a:lnTo>
                    <a:pt x="6565" y="3437"/>
                  </a:lnTo>
                  <a:lnTo>
                    <a:pt x="6218" y="3167"/>
                  </a:lnTo>
                  <a:lnTo>
                    <a:pt x="5870" y="2935"/>
                  </a:lnTo>
                  <a:lnTo>
                    <a:pt x="5098" y="2472"/>
                  </a:lnTo>
                  <a:lnTo>
                    <a:pt x="3515" y="1622"/>
                  </a:lnTo>
                  <a:lnTo>
                    <a:pt x="1815" y="773"/>
                  </a:lnTo>
                  <a:lnTo>
                    <a:pt x="966" y="387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18"/>
            <p:cNvSpPr/>
            <p:nvPr/>
          </p:nvSpPr>
          <p:spPr>
            <a:xfrm>
              <a:off x="4212550" y="2732450"/>
              <a:ext cx="315700" cy="477900"/>
            </a:xfrm>
            <a:custGeom>
              <a:avLst/>
              <a:gdLst/>
              <a:ahLst/>
              <a:cxnLst/>
              <a:rect l="l" t="t" r="r" b="b"/>
              <a:pathLst>
                <a:path w="12628" h="19116" extrusionOk="0">
                  <a:moveTo>
                    <a:pt x="1004" y="619"/>
                  </a:moveTo>
                  <a:lnTo>
                    <a:pt x="1661" y="850"/>
                  </a:lnTo>
                  <a:lnTo>
                    <a:pt x="2317" y="1121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5"/>
                  </a:lnTo>
                  <a:lnTo>
                    <a:pt x="3862" y="2472"/>
                  </a:lnTo>
                  <a:lnTo>
                    <a:pt x="4016" y="2820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8"/>
                  </a:lnTo>
                  <a:lnTo>
                    <a:pt x="9345" y="15138"/>
                  </a:lnTo>
                  <a:lnTo>
                    <a:pt x="8920" y="15370"/>
                  </a:lnTo>
                  <a:lnTo>
                    <a:pt x="7955" y="13516"/>
                  </a:lnTo>
                  <a:lnTo>
                    <a:pt x="6990" y="11663"/>
                  </a:lnTo>
                  <a:lnTo>
                    <a:pt x="5020" y="7956"/>
                  </a:lnTo>
                  <a:lnTo>
                    <a:pt x="3012" y="4287"/>
                  </a:lnTo>
                  <a:lnTo>
                    <a:pt x="1004" y="619"/>
                  </a:lnTo>
                  <a:close/>
                  <a:moveTo>
                    <a:pt x="657" y="503"/>
                  </a:moveTo>
                  <a:lnTo>
                    <a:pt x="657" y="541"/>
                  </a:lnTo>
                  <a:lnTo>
                    <a:pt x="4673" y="8033"/>
                  </a:lnTo>
                  <a:lnTo>
                    <a:pt x="6719" y="11740"/>
                  </a:lnTo>
                  <a:lnTo>
                    <a:pt x="7762" y="13593"/>
                  </a:lnTo>
                  <a:lnTo>
                    <a:pt x="8805" y="15447"/>
                  </a:lnTo>
                  <a:lnTo>
                    <a:pt x="8650" y="15524"/>
                  </a:lnTo>
                  <a:lnTo>
                    <a:pt x="7414" y="13748"/>
                  </a:lnTo>
                  <a:lnTo>
                    <a:pt x="6179" y="12010"/>
                  </a:lnTo>
                  <a:lnTo>
                    <a:pt x="3592" y="8535"/>
                  </a:lnTo>
                  <a:lnTo>
                    <a:pt x="2317" y="6758"/>
                  </a:lnTo>
                  <a:lnTo>
                    <a:pt x="1004" y="4944"/>
                  </a:lnTo>
                  <a:lnTo>
                    <a:pt x="850" y="4712"/>
                  </a:lnTo>
                  <a:lnTo>
                    <a:pt x="734" y="4480"/>
                  </a:lnTo>
                  <a:lnTo>
                    <a:pt x="618" y="4210"/>
                  </a:lnTo>
                  <a:lnTo>
                    <a:pt x="541" y="3940"/>
                  </a:lnTo>
                  <a:lnTo>
                    <a:pt x="464" y="3399"/>
                  </a:lnTo>
                  <a:lnTo>
                    <a:pt x="425" y="2820"/>
                  </a:lnTo>
                  <a:lnTo>
                    <a:pt x="464" y="2241"/>
                  </a:lnTo>
                  <a:lnTo>
                    <a:pt x="502" y="1661"/>
                  </a:lnTo>
                  <a:lnTo>
                    <a:pt x="657" y="503"/>
                  </a:lnTo>
                  <a:close/>
                  <a:moveTo>
                    <a:pt x="11508" y="12280"/>
                  </a:moveTo>
                  <a:lnTo>
                    <a:pt x="11662" y="12358"/>
                  </a:lnTo>
                  <a:lnTo>
                    <a:pt x="11817" y="12435"/>
                  </a:lnTo>
                  <a:lnTo>
                    <a:pt x="12164" y="12860"/>
                  </a:lnTo>
                  <a:lnTo>
                    <a:pt x="12241" y="13053"/>
                  </a:lnTo>
                  <a:lnTo>
                    <a:pt x="12280" y="13246"/>
                  </a:lnTo>
                  <a:lnTo>
                    <a:pt x="12241" y="13439"/>
                  </a:lnTo>
                  <a:lnTo>
                    <a:pt x="12203" y="13632"/>
                  </a:lnTo>
                  <a:lnTo>
                    <a:pt x="12048" y="14018"/>
                  </a:lnTo>
                  <a:lnTo>
                    <a:pt x="11855" y="14366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2"/>
                  </a:lnTo>
                  <a:lnTo>
                    <a:pt x="10156" y="15872"/>
                  </a:lnTo>
                  <a:lnTo>
                    <a:pt x="10118" y="15987"/>
                  </a:lnTo>
                  <a:lnTo>
                    <a:pt x="9770" y="16180"/>
                  </a:lnTo>
                  <a:lnTo>
                    <a:pt x="9114" y="16605"/>
                  </a:lnTo>
                  <a:lnTo>
                    <a:pt x="8457" y="16953"/>
                  </a:lnTo>
                  <a:lnTo>
                    <a:pt x="7723" y="17262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5" y="17648"/>
                  </a:lnTo>
                  <a:lnTo>
                    <a:pt x="5754" y="17648"/>
                  </a:lnTo>
                  <a:lnTo>
                    <a:pt x="5561" y="17571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8" y="17184"/>
                  </a:lnTo>
                  <a:lnTo>
                    <a:pt x="4982" y="16876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5"/>
                  </a:lnTo>
                  <a:lnTo>
                    <a:pt x="5175" y="15949"/>
                  </a:lnTo>
                  <a:lnTo>
                    <a:pt x="5291" y="15833"/>
                  </a:lnTo>
                  <a:lnTo>
                    <a:pt x="5406" y="15756"/>
                  </a:lnTo>
                  <a:lnTo>
                    <a:pt x="5522" y="15717"/>
                  </a:lnTo>
                  <a:lnTo>
                    <a:pt x="5638" y="15756"/>
                  </a:lnTo>
                  <a:lnTo>
                    <a:pt x="5793" y="15833"/>
                  </a:lnTo>
                  <a:lnTo>
                    <a:pt x="5947" y="15949"/>
                  </a:lnTo>
                  <a:lnTo>
                    <a:pt x="6063" y="16142"/>
                  </a:lnTo>
                  <a:lnTo>
                    <a:pt x="6256" y="16374"/>
                  </a:lnTo>
                  <a:lnTo>
                    <a:pt x="6102" y="16412"/>
                  </a:lnTo>
                  <a:lnTo>
                    <a:pt x="6024" y="16451"/>
                  </a:lnTo>
                  <a:lnTo>
                    <a:pt x="6024" y="16567"/>
                  </a:lnTo>
                  <a:lnTo>
                    <a:pt x="6063" y="16644"/>
                  </a:lnTo>
                  <a:lnTo>
                    <a:pt x="6140" y="16644"/>
                  </a:lnTo>
                  <a:lnTo>
                    <a:pt x="6912" y="16567"/>
                  </a:lnTo>
                  <a:lnTo>
                    <a:pt x="7685" y="16374"/>
                  </a:lnTo>
                  <a:lnTo>
                    <a:pt x="8496" y="16065"/>
                  </a:lnTo>
                  <a:lnTo>
                    <a:pt x="9229" y="15717"/>
                  </a:lnTo>
                  <a:lnTo>
                    <a:pt x="9616" y="15485"/>
                  </a:lnTo>
                  <a:lnTo>
                    <a:pt x="9963" y="15254"/>
                  </a:lnTo>
                  <a:lnTo>
                    <a:pt x="10272" y="15022"/>
                  </a:lnTo>
                  <a:lnTo>
                    <a:pt x="10581" y="14752"/>
                  </a:lnTo>
                  <a:lnTo>
                    <a:pt x="10890" y="14481"/>
                  </a:lnTo>
                  <a:lnTo>
                    <a:pt x="11121" y="14173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9"/>
                  </a:lnTo>
                  <a:lnTo>
                    <a:pt x="11546" y="13362"/>
                  </a:lnTo>
                  <a:lnTo>
                    <a:pt x="11508" y="13284"/>
                  </a:lnTo>
                  <a:lnTo>
                    <a:pt x="11430" y="13246"/>
                  </a:lnTo>
                  <a:lnTo>
                    <a:pt x="11237" y="13246"/>
                  </a:lnTo>
                  <a:lnTo>
                    <a:pt x="11160" y="13323"/>
                  </a:lnTo>
                  <a:lnTo>
                    <a:pt x="10967" y="13671"/>
                  </a:lnTo>
                  <a:lnTo>
                    <a:pt x="10774" y="13555"/>
                  </a:lnTo>
                  <a:lnTo>
                    <a:pt x="10658" y="13439"/>
                  </a:lnTo>
                  <a:lnTo>
                    <a:pt x="10619" y="13284"/>
                  </a:lnTo>
                  <a:lnTo>
                    <a:pt x="10581" y="13169"/>
                  </a:lnTo>
                  <a:lnTo>
                    <a:pt x="10619" y="13014"/>
                  </a:lnTo>
                  <a:lnTo>
                    <a:pt x="10658" y="12860"/>
                  </a:lnTo>
                  <a:lnTo>
                    <a:pt x="10851" y="12628"/>
                  </a:lnTo>
                  <a:lnTo>
                    <a:pt x="10928" y="12473"/>
                  </a:lnTo>
                  <a:lnTo>
                    <a:pt x="11044" y="12358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1"/>
                  </a:moveTo>
                  <a:lnTo>
                    <a:pt x="348" y="40"/>
                  </a:lnTo>
                  <a:lnTo>
                    <a:pt x="271" y="117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3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6"/>
                  </a:lnTo>
                  <a:lnTo>
                    <a:pt x="232" y="4519"/>
                  </a:lnTo>
                  <a:lnTo>
                    <a:pt x="348" y="4751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6"/>
                  </a:lnTo>
                  <a:lnTo>
                    <a:pt x="5445" y="11817"/>
                  </a:lnTo>
                  <a:lnTo>
                    <a:pt x="6874" y="13748"/>
                  </a:lnTo>
                  <a:lnTo>
                    <a:pt x="8341" y="15640"/>
                  </a:lnTo>
                  <a:lnTo>
                    <a:pt x="7492" y="15987"/>
                  </a:lnTo>
                  <a:lnTo>
                    <a:pt x="6642" y="16258"/>
                  </a:lnTo>
                  <a:lnTo>
                    <a:pt x="6681" y="16103"/>
                  </a:lnTo>
                  <a:lnTo>
                    <a:pt x="6681" y="15949"/>
                  </a:lnTo>
                  <a:lnTo>
                    <a:pt x="6642" y="15756"/>
                  </a:lnTo>
                  <a:lnTo>
                    <a:pt x="6565" y="15640"/>
                  </a:lnTo>
                  <a:lnTo>
                    <a:pt x="6488" y="15485"/>
                  </a:lnTo>
                  <a:lnTo>
                    <a:pt x="6333" y="15370"/>
                  </a:lnTo>
                  <a:lnTo>
                    <a:pt x="6179" y="15292"/>
                  </a:lnTo>
                  <a:lnTo>
                    <a:pt x="6024" y="15254"/>
                  </a:lnTo>
                  <a:lnTo>
                    <a:pt x="5715" y="15254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6" y="16296"/>
                  </a:lnTo>
                  <a:lnTo>
                    <a:pt x="4596" y="16567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8" y="17725"/>
                  </a:lnTo>
                  <a:lnTo>
                    <a:pt x="5368" y="17841"/>
                  </a:lnTo>
                  <a:lnTo>
                    <a:pt x="5677" y="17918"/>
                  </a:lnTo>
                  <a:lnTo>
                    <a:pt x="6024" y="17957"/>
                  </a:lnTo>
                  <a:lnTo>
                    <a:pt x="6372" y="17918"/>
                  </a:lnTo>
                  <a:lnTo>
                    <a:pt x="6719" y="17841"/>
                  </a:lnTo>
                  <a:lnTo>
                    <a:pt x="7106" y="17764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3"/>
                  </a:lnTo>
                  <a:lnTo>
                    <a:pt x="9229" y="16876"/>
                  </a:lnTo>
                  <a:lnTo>
                    <a:pt x="9461" y="16760"/>
                  </a:lnTo>
                  <a:lnTo>
                    <a:pt x="10233" y="16258"/>
                  </a:lnTo>
                  <a:lnTo>
                    <a:pt x="10813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4"/>
                  </a:lnTo>
                  <a:lnTo>
                    <a:pt x="11817" y="18150"/>
                  </a:lnTo>
                  <a:lnTo>
                    <a:pt x="11392" y="17455"/>
                  </a:lnTo>
                  <a:lnTo>
                    <a:pt x="10928" y="16760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4"/>
                  </a:lnTo>
                  <a:lnTo>
                    <a:pt x="11894" y="14790"/>
                  </a:lnTo>
                  <a:lnTo>
                    <a:pt x="12125" y="14559"/>
                  </a:lnTo>
                  <a:lnTo>
                    <a:pt x="12280" y="14288"/>
                  </a:lnTo>
                  <a:lnTo>
                    <a:pt x="12434" y="14057"/>
                  </a:lnTo>
                  <a:lnTo>
                    <a:pt x="12512" y="13786"/>
                  </a:lnTo>
                  <a:lnTo>
                    <a:pt x="12589" y="13555"/>
                  </a:lnTo>
                  <a:lnTo>
                    <a:pt x="12627" y="13284"/>
                  </a:lnTo>
                  <a:lnTo>
                    <a:pt x="12589" y="13053"/>
                  </a:lnTo>
                  <a:lnTo>
                    <a:pt x="12512" y="12821"/>
                  </a:lnTo>
                  <a:lnTo>
                    <a:pt x="12357" y="12589"/>
                  </a:lnTo>
                  <a:lnTo>
                    <a:pt x="12164" y="12358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9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1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2"/>
                  </a:lnTo>
                  <a:lnTo>
                    <a:pt x="10619" y="13786"/>
                  </a:lnTo>
                  <a:lnTo>
                    <a:pt x="10813" y="13902"/>
                  </a:lnTo>
                  <a:lnTo>
                    <a:pt x="10504" y="14250"/>
                  </a:lnTo>
                  <a:lnTo>
                    <a:pt x="10156" y="14597"/>
                  </a:lnTo>
                  <a:lnTo>
                    <a:pt x="9770" y="14868"/>
                  </a:lnTo>
                  <a:lnTo>
                    <a:pt x="9430" y="15084"/>
                  </a:lnTo>
                  <a:lnTo>
                    <a:pt x="9461" y="15022"/>
                  </a:lnTo>
                  <a:lnTo>
                    <a:pt x="9500" y="14945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9"/>
                  </a:lnTo>
                  <a:lnTo>
                    <a:pt x="3823" y="1545"/>
                  </a:lnTo>
                  <a:lnTo>
                    <a:pt x="3514" y="1237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1" y="233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18"/>
            <p:cNvSpPr/>
            <p:nvPr/>
          </p:nvSpPr>
          <p:spPr>
            <a:xfrm>
              <a:off x="3419975" y="2751775"/>
              <a:ext cx="68575" cy="77250"/>
            </a:xfrm>
            <a:custGeom>
              <a:avLst/>
              <a:gdLst/>
              <a:ahLst/>
              <a:cxnLst/>
              <a:rect l="l" t="t" r="r" b="b"/>
              <a:pathLst>
                <a:path w="2743" h="3090" extrusionOk="0">
                  <a:moveTo>
                    <a:pt x="1198" y="464"/>
                  </a:moveTo>
                  <a:lnTo>
                    <a:pt x="1429" y="502"/>
                  </a:lnTo>
                  <a:lnTo>
                    <a:pt x="1700" y="618"/>
                  </a:lnTo>
                  <a:lnTo>
                    <a:pt x="1893" y="772"/>
                  </a:lnTo>
                  <a:lnTo>
                    <a:pt x="2047" y="966"/>
                  </a:lnTo>
                  <a:lnTo>
                    <a:pt x="2163" y="1159"/>
                  </a:lnTo>
                  <a:lnTo>
                    <a:pt x="2240" y="1352"/>
                  </a:lnTo>
                  <a:lnTo>
                    <a:pt x="2356" y="1738"/>
                  </a:lnTo>
                  <a:lnTo>
                    <a:pt x="2395" y="2163"/>
                  </a:lnTo>
                  <a:lnTo>
                    <a:pt x="2395" y="2587"/>
                  </a:lnTo>
                  <a:lnTo>
                    <a:pt x="2240" y="2433"/>
                  </a:lnTo>
                  <a:lnTo>
                    <a:pt x="2047" y="2278"/>
                  </a:lnTo>
                  <a:lnTo>
                    <a:pt x="1661" y="2085"/>
                  </a:lnTo>
                  <a:lnTo>
                    <a:pt x="1275" y="1931"/>
                  </a:lnTo>
                  <a:lnTo>
                    <a:pt x="1043" y="1815"/>
                  </a:lnTo>
                  <a:lnTo>
                    <a:pt x="850" y="1699"/>
                  </a:lnTo>
                  <a:lnTo>
                    <a:pt x="657" y="1545"/>
                  </a:lnTo>
                  <a:lnTo>
                    <a:pt x="503" y="1390"/>
                  </a:lnTo>
                  <a:lnTo>
                    <a:pt x="425" y="1197"/>
                  </a:lnTo>
                  <a:lnTo>
                    <a:pt x="425" y="1081"/>
                  </a:lnTo>
                  <a:lnTo>
                    <a:pt x="425" y="966"/>
                  </a:lnTo>
                  <a:lnTo>
                    <a:pt x="503" y="811"/>
                  </a:lnTo>
                  <a:lnTo>
                    <a:pt x="541" y="695"/>
                  </a:lnTo>
                  <a:lnTo>
                    <a:pt x="618" y="618"/>
                  </a:lnTo>
                  <a:lnTo>
                    <a:pt x="734" y="541"/>
                  </a:lnTo>
                  <a:lnTo>
                    <a:pt x="850" y="464"/>
                  </a:lnTo>
                  <a:close/>
                  <a:moveTo>
                    <a:pt x="1043" y="0"/>
                  </a:moveTo>
                  <a:lnTo>
                    <a:pt x="812" y="77"/>
                  </a:lnTo>
                  <a:lnTo>
                    <a:pt x="580" y="155"/>
                  </a:lnTo>
                  <a:lnTo>
                    <a:pt x="387" y="309"/>
                  </a:lnTo>
                  <a:lnTo>
                    <a:pt x="232" y="464"/>
                  </a:lnTo>
                  <a:lnTo>
                    <a:pt x="116" y="618"/>
                  </a:lnTo>
                  <a:lnTo>
                    <a:pt x="39" y="811"/>
                  </a:lnTo>
                  <a:lnTo>
                    <a:pt x="1" y="1043"/>
                  </a:lnTo>
                  <a:lnTo>
                    <a:pt x="39" y="1236"/>
                  </a:lnTo>
                  <a:lnTo>
                    <a:pt x="78" y="1468"/>
                  </a:lnTo>
                  <a:lnTo>
                    <a:pt x="194" y="1661"/>
                  </a:lnTo>
                  <a:lnTo>
                    <a:pt x="387" y="1892"/>
                  </a:lnTo>
                  <a:lnTo>
                    <a:pt x="657" y="2085"/>
                  </a:lnTo>
                  <a:lnTo>
                    <a:pt x="927" y="2201"/>
                  </a:lnTo>
                  <a:lnTo>
                    <a:pt x="1236" y="2317"/>
                  </a:lnTo>
                  <a:lnTo>
                    <a:pt x="1507" y="2433"/>
                  </a:lnTo>
                  <a:lnTo>
                    <a:pt x="1777" y="2587"/>
                  </a:lnTo>
                  <a:lnTo>
                    <a:pt x="2009" y="2780"/>
                  </a:lnTo>
                  <a:lnTo>
                    <a:pt x="2240" y="3012"/>
                  </a:lnTo>
                  <a:lnTo>
                    <a:pt x="2317" y="3051"/>
                  </a:lnTo>
                  <a:lnTo>
                    <a:pt x="2395" y="3089"/>
                  </a:lnTo>
                  <a:lnTo>
                    <a:pt x="2472" y="3051"/>
                  </a:lnTo>
                  <a:lnTo>
                    <a:pt x="2549" y="3012"/>
                  </a:lnTo>
                  <a:lnTo>
                    <a:pt x="2588" y="3012"/>
                  </a:lnTo>
                  <a:lnTo>
                    <a:pt x="2626" y="2935"/>
                  </a:lnTo>
                  <a:lnTo>
                    <a:pt x="2704" y="2356"/>
                  </a:lnTo>
                  <a:lnTo>
                    <a:pt x="2742" y="2047"/>
                  </a:lnTo>
                  <a:lnTo>
                    <a:pt x="2704" y="1738"/>
                  </a:lnTo>
                  <a:lnTo>
                    <a:pt x="2665" y="1429"/>
                  </a:lnTo>
                  <a:lnTo>
                    <a:pt x="2588" y="1159"/>
                  </a:lnTo>
                  <a:lnTo>
                    <a:pt x="2472" y="888"/>
                  </a:lnTo>
                  <a:lnTo>
                    <a:pt x="2317" y="618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38" y="155"/>
                  </a:lnTo>
                  <a:lnTo>
                    <a:pt x="1507" y="77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18"/>
            <p:cNvSpPr/>
            <p:nvPr/>
          </p:nvSpPr>
          <p:spPr>
            <a:xfrm>
              <a:off x="408025" y="27595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7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79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1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18"/>
            <p:cNvSpPr/>
            <p:nvPr/>
          </p:nvSpPr>
          <p:spPr>
            <a:xfrm>
              <a:off x="1650450" y="2767225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1" y="5367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8"/>
                  </a:lnTo>
                  <a:lnTo>
                    <a:pt x="3978" y="888"/>
                  </a:lnTo>
                  <a:lnTo>
                    <a:pt x="4634" y="656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2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3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30" y="7375"/>
                  </a:lnTo>
                  <a:lnTo>
                    <a:pt x="13439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5"/>
                  </a:lnTo>
                  <a:lnTo>
                    <a:pt x="16721" y="9885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3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1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79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7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18"/>
            <p:cNvSpPr/>
            <p:nvPr/>
          </p:nvSpPr>
          <p:spPr>
            <a:xfrm>
              <a:off x="4802400" y="27817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0"/>
                  </a:moveTo>
                  <a:lnTo>
                    <a:pt x="12434" y="39"/>
                  </a:lnTo>
                  <a:lnTo>
                    <a:pt x="12357" y="77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8"/>
                  </a:lnTo>
                  <a:lnTo>
                    <a:pt x="12164" y="1043"/>
                  </a:lnTo>
                  <a:lnTo>
                    <a:pt x="12009" y="1197"/>
                  </a:lnTo>
                  <a:lnTo>
                    <a:pt x="11855" y="1313"/>
                  </a:lnTo>
                  <a:lnTo>
                    <a:pt x="11430" y="1545"/>
                  </a:lnTo>
                  <a:lnTo>
                    <a:pt x="11005" y="1699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4" y="2085"/>
                  </a:lnTo>
                  <a:lnTo>
                    <a:pt x="9345" y="2008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0"/>
                  </a:lnTo>
                  <a:lnTo>
                    <a:pt x="8611" y="1699"/>
                  </a:lnTo>
                  <a:lnTo>
                    <a:pt x="8804" y="2008"/>
                  </a:lnTo>
                  <a:lnTo>
                    <a:pt x="8997" y="2279"/>
                  </a:lnTo>
                  <a:lnTo>
                    <a:pt x="7839" y="2587"/>
                  </a:lnTo>
                  <a:lnTo>
                    <a:pt x="6719" y="2819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9" y="3282"/>
                  </a:lnTo>
                  <a:lnTo>
                    <a:pt x="3746" y="2935"/>
                  </a:lnTo>
                  <a:lnTo>
                    <a:pt x="3784" y="2587"/>
                  </a:lnTo>
                  <a:lnTo>
                    <a:pt x="3707" y="2240"/>
                  </a:lnTo>
                  <a:lnTo>
                    <a:pt x="3630" y="1892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7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8"/>
                  </a:lnTo>
                  <a:lnTo>
                    <a:pt x="1815" y="3437"/>
                  </a:lnTo>
                  <a:lnTo>
                    <a:pt x="1352" y="3398"/>
                  </a:lnTo>
                  <a:lnTo>
                    <a:pt x="965" y="3360"/>
                  </a:lnTo>
                  <a:lnTo>
                    <a:pt x="772" y="3282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3"/>
                  </a:lnTo>
                  <a:lnTo>
                    <a:pt x="309" y="2665"/>
                  </a:lnTo>
                  <a:lnTo>
                    <a:pt x="232" y="2587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3"/>
                  </a:lnTo>
                  <a:lnTo>
                    <a:pt x="0" y="2858"/>
                  </a:lnTo>
                  <a:lnTo>
                    <a:pt x="0" y="3012"/>
                  </a:lnTo>
                  <a:lnTo>
                    <a:pt x="0" y="3167"/>
                  </a:lnTo>
                  <a:lnTo>
                    <a:pt x="39" y="3282"/>
                  </a:lnTo>
                  <a:lnTo>
                    <a:pt x="116" y="3398"/>
                  </a:lnTo>
                  <a:lnTo>
                    <a:pt x="193" y="3514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0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0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2"/>
                  </a:lnTo>
                  <a:lnTo>
                    <a:pt x="12048" y="1699"/>
                  </a:lnTo>
                  <a:lnTo>
                    <a:pt x="12357" y="1506"/>
                  </a:lnTo>
                  <a:lnTo>
                    <a:pt x="12627" y="1236"/>
                  </a:lnTo>
                  <a:lnTo>
                    <a:pt x="12704" y="1081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79"/>
                  </a:lnTo>
                  <a:lnTo>
                    <a:pt x="12820" y="386"/>
                  </a:lnTo>
                  <a:lnTo>
                    <a:pt x="12743" y="155"/>
                  </a:lnTo>
                  <a:lnTo>
                    <a:pt x="12704" y="77"/>
                  </a:lnTo>
                  <a:lnTo>
                    <a:pt x="12627" y="39"/>
                  </a:lnTo>
                  <a:lnTo>
                    <a:pt x="125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18"/>
            <p:cNvSpPr/>
            <p:nvPr/>
          </p:nvSpPr>
          <p:spPr>
            <a:xfrm>
              <a:off x="2362900" y="2786525"/>
              <a:ext cx="114900" cy="130350"/>
            </a:xfrm>
            <a:custGeom>
              <a:avLst/>
              <a:gdLst/>
              <a:ahLst/>
              <a:cxnLst/>
              <a:rect l="l" t="t" r="r" b="b"/>
              <a:pathLst>
                <a:path w="4596" h="5214" extrusionOk="0">
                  <a:moveTo>
                    <a:pt x="232" y="0"/>
                  </a:moveTo>
                  <a:lnTo>
                    <a:pt x="0" y="193"/>
                  </a:lnTo>
                  <a:lnTo>
                    <a:pt x="502" y="888"/>
                  </a:lnTo>
                  <a:lnTo>
                    <a:pt x="1004" y="1622"/>
                  </a:lnTo>
                  <a:lnTo>
                    <a:pt x="1545" y="2279"/>
                  </a:lnTo>
                  <a:lnTo>
                    <a:pt x="2124" y="2974"/>
                  </a:lnTo>
                  <a:lnTo>
                    <a:pt x="3283" y="4248"/>
                  </a:lnTo>
                  <a:lnTo>
                    <a:pt x="3746" y="4789"/>
                  </a:lnTo>
                  <a:lnTo>
                    <a:pt x="3630" y="4789"/>
                  </a:lnTo>
                  <a:lnTo>
                    <a:pt x="3592" y="4866"/>
                  </a:lnTo>
                  <a:lnTo>
                    <a:pt x="3592" y="4982"/>
                  </a:lnTo>
                  <a:lnTo>
                    <a:pt x="3823" y="4904"/>
                  </a:lnTo>
                  <a:lnTo>
                    <a:pt x="4055" y="5059"/>
                  </a:lnTo>
                  <a:lnTo>
                    <a:pt x="4287" y="5213"/>
                  </a:lnTo>
                  <a:lnTo>
                    <a:pt x="4441" y="5213"/>
                  </a:lnTo>
                  <a:lnTo>
                    <a:pt x="4518" y="5175"/>
                  </a:lnTo>
                  <a:lnTo>
                    <a:pt x="4557" y="5097"/>
                  </a:lnTo>
                  <a:lnTo>
                    <a:pt x="4557" y="5059"/>
                  </a:lnTo>
                  <a:lnTo>
                    <a:pt x="4595" y="4982"/>
                  </a:lnTo>
                  <a:lnTo>
                    <a:pt x="4402" y="4750"/>
                  </a:lnTo>
                  <a:lnTo>
                    <a:pt x="4325" y="4750"/>
                  </a:lnTo>
                  <a:lnTo>
                    <a:pt x="4016" y="4480"/>
                  </a:lnTo>
                  <a:lnTo>
                    <a:pt x="3746" y="4171"/>
                  </a:lnTo>
                  <a:lnTo>
                    <a:pt x="3244" y="3553"/>
                  </a:lnTo>
                  <a:lnTo>
                    <a:pt x="2201" y="2394"/>
                  </a:lnTo>
                  <a:lnTo>
                    <a:pt x="1197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18"/>
            <p:cNvSpPr/>
            <p:nvPr/>
          </p:nvSpPr>
          <p:spPr>
            <a:xfrm>
              <a:off x="2090650" y="2821275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8" y="0"/>
                  </a:moveTo>
                  <a:lnTo>
                    <a:pt x="1893" y="78"/>
                  </a:lnTo>
                  <a:lnTo>
                    <a:pt x="1739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4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40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4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2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2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4" y="1622"/>
                  </a:lnTo>
                  <a:lnTo>
                    <a:pt x="1237" y="1313"/>
                  </a:lnTo>
                  <a:lnTo>
                    <a:pt x="1468" y="1004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2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3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2" y="2703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2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5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5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9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5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3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6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3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2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3" y="5793"/>
                  </a:lnTo>
                  <a:lnTo>
                    <a:pt x="4828" y="5638"/>
                  </a:lnTo>
                  <a:lnTo>
                    <a:pt x="4249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5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2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18"/>
            <p:cNvSpPr/>
            <p:nvPr/>
          </p:nvSpPr>
          <p:spPr>
            <a:xfrm>
              <a:off x="3488525" y="28212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120" y="387"/>
                  </a:moveTo>
                  <a:lnTo>
                    <a:pt x="1313" y="425"/>
                  </a:lnTo>
                  <a:lnTo>
                    <a:pt x="1506" y="464"/>
                  </a:lnTo>
                  <a:lnTo>
                    <a:pt x="1661" y="580"/>
                  </a:lnTo>
                  <a:lnTo>
                    <a:pt x="1738" y="734"/>
                  </a:lnTo>
                  <a:lnTo>
                    <a:pt x="1777" y="889"/>
                  </a:lnTo>
                  <a:lnTo>
                    <a:pt x="1738" y="966"/>
                  </a:lnTo>
                  <a:lnTo>
                    <a:pt x="1699" y="1004"/>
                  </a:lnTo>
                  <a:lnTo>
                    <a:pt x="1661" y="1082"/>
                  </a:lnTo>
                  <a:lnTo>
                    <a:pt x="1545" y="1120"/>
                  </a:lnTo>
                  <a:lnTo>
                    <a:pt x="1236" y="1159"/>
                  </a:lnTo>
                  <a:lnTo>
                    <a:pt x="927" y="1159"/>
                  </a:lnTo>
                  <a:lnTo>
                    <a:pt x="579" y="1198"/>
                  </a:lnTo>
                  <a:lnTo>
                    <a:pt x="464" y="1236"/>
                  </a:lnTo>
                  <a:lnTo>
                    <a:pt x="309" y="1313"/>
                  </a:lnTo>
                  <a:lnTo>
                    <a:pt x="309" y="1159"/>
                  </a:lnTo>
                  <a:lnTo>
                    <a:pt x="348" y="1004"/>
                  </a:lnTo>
                  <a:lnTo>
                    <a:pt x="386" y="850"/>
                  </a:lnTo>
                  <a:lnTo>
                    <a:pt x="464" y="734"/>
                  </a:lnTo>
                  <a:lnTo>
                    <a:pt x="541" y="618"/>
                  </a:lnTo>
                  <a:lnTo>
                    <a:pt x="657" y="541"/>
                  </a:lnTo>
                  <a:lnTo>
                    <a:pt x="811" y="464"/>
                  </a:lnTo>
                  <a:lnTo>
                    <a:pt x="927" y="425"/>
                  </a:lnTo>
                  <a:lnTo>
                    <a:pt x="1120" y="387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79" y="116"/>
                  </a:lnTo>
                  <a:lnTo>
                    <a:pt x="425" y="232"/>
                  </a:lnTo>
                  <a:lnTo>
                    <a:pt x="271" y="387"/>
                  </a:lnTo>
                  <a:lnTo>
                    <a:pt x="155" y="541"/>
                  </a:lnTo>
                  <a:lnTo>
                    <a:pt x="77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68"/>
                  </a:lnTo>
                  <a:lnTo>
                    <a:pt x="116" y="1661"/>
                  </a:lnTo>
                  <a:lnTo>
                    <a:pt x="155" y="1738"/>
                  </a:lnTo>
                  <a:lnTo>
                    <a:pt x="232" y="1815"/>
                  </a:lnTo>
                  <a:lnTo>
                    <a:pt x="309" y="1815"/>
                  </a:lnTo>
                  <a:lnTo>
                    <a:pt x="425" y="1777"/>
                  </a:lnTo>
                  <a:lnTo>
                    <a:pt x="541" y="1661"/>
                  </a:lnTo>
                  <a:lnTo>
                    <a:pt x="695" y="1584"/>
                  </a:lnTo>
                  <a:lnTo>
                    <a:pt x="850" y="1545"/>
                  </a:lnTo>
                  <a:lnTo>
                    <a:pt x="1043" y="1545"/>
                  </a:lnTo>
                  <a:lnTo>
                    <a:pt x="1390" y="1506"/>
                  </a:lnTo>
                  <a:lnTo>
                    <a:pt x="1583" y="1506"/>
                  </a:lnTo>
                  <a:lnTo>
                    <a:pt x="1738" y="1468"/>
                  </a:lnTo>
                  <a:lnTo>
                    <a:pt x="1931" y="1391"/>
                  </a:lnTo>
                  <a:lnTo>
                    <a:pt x="2047" y="1275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811"/>
                  </a:lnTo>
                  <a:lnTo>
                    <a:pt x="2124" y="657"/>
                  </a:lnTo>
                  <a:lnTo>
                    <a:pt x="2047" y="502"/>
                  </a:lnTo>
                  <a:lnTo>
                    <a:pt x="1970" y="348"/>
                  </a:lnTo>
                  <a:lnTo>
                    <a:pt x="1777" y="194"/>
                  </a:lnTo>
                  <a:lnTo>
                    <a:pt x="1622" y="116"/>
                  </a:lnTo>
                  <a:lnTo>
                    <a:pt x="1429" y="39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18"/>
            <p:cNvSpPr/>
            <p:nvPr/>
          </p:nvSpPr>
          <p:spPr>
            <a:xfrm>
              <a:off x="3345650" y="2889825"/>
              <a:ext cx="466300" cy="248125"/>
            </a:xfrm>
            <a:custGeom>
              <a:avLst/>
              <a:gdLst/>
              <a:ahLst/>
              <a:cxnLst/>
              <a:rect l="l" t="t" r="r" b="b"/>
              <a:pathLst>
                <a:path w="18652" h="9925" extrusionOk="0">
                  <a:moveTo>
                    <a:pt x="6140" y="0"/>
                  </a:moveTo>
                  <a:lnTo>
                    <a:pt x="5561" y="39"/>
                  </a:lnTo>
                  <a:lnTo>
                    <a:pt x="4982" y="155"/>
                  </a:lnTo>
                  <a:lnTo>
                    <a:pt x="4402" y="309"/>
                  </a:lnTo>
                  <a:lnTo>
                    <a:pt x="3862" y="502"/>
                  </a:lnTo>
                  <a:lnTo>
                    <a:pt x="3283" y="772"/>
                  </a:lnTo>
                  <a:lnTo>
                    <a:pt x="2781" y="1081"/>
                  </a:lnTo>
                  <a:lnTo>
                    <a:pt x="2279" y="1467"/>
                  </a:lnTo>
                  <a:lnTo>
                    <a:pt x="1815" y="1892"/>
                  </a:lnTo>
                  <a:lnTo>
                    <a:pt x="1390" y="2317"/>
                  </a:lnTo>
                  <a:lnTo>
                    <a:pt x="1043" y="2780"/>
                  </a:lnTo>
                  <a:lnTo>
                    <a:pt x="734" y="3244"/>
                  </a:lnTo>
                  <a:lnTo>
                    <a:pt x="464" y="3746"/>
                  </a:lnTo>
                  <a:lnTo>
                    <a:pt x="271" y="4286"/>
                  </a:lnTo>
                  <a:lnTo>
                    <a:pt x="116" y="4827"/>
                  </a:lnTo>
                  <a:lnTo>
                    <a:pt x="0" y="5368"/>
                  </a:lnTo>
                  <a:lnTo>
                    <a:pt x="348" y="5445"/>
                  </a:lnTo>
                  <a:lnTo>
                    <a:pt x="425" y="5020"/>
                  </a:lnTo>
                  <a:lnTo>
                    <a:pt x="541" y="4595"/>
                  </a:lnTo>
                  <a:lnTo>
                    <a:pt x="773" y="4016"/>
                  </a:lnTo>
                  <a:lnTo>
                    <a:pt x="1081" y="3437"/>
                  </a:lnTo>
                  <a:lnTo>
                    <a:pt x="1468" y="2896"/>
                  </a:lnTo>
                  <a:lnTo>
                    <a:pt x="1892" y="2394"/>
                  </a:lnTo>
                  <a:lnTo>
                    <a:pt x="2356" y="1931"/>
                  </a:lnTo>
                  <a:lnTo>
                    <a:pt x="2858" y="1545"/>
                  </a:lnTo>
                  <a:lnTo>
                    <a:pt x="3398" y="1197"/>
                  </a:lnTo>
                  <a:lnTo>
                    <a:pt x="3978" y="888"/>
                  </a:lnTo>
                  <a:lnTo>
                    <a:pt x="4595" y="657"/>
                  </a:lnTo>
                  <a:lnTo>
                    <a:pt x="5252" y="502"/>
                  </a:lnTo>
                  <a:lnTo>
                    <a:pt x="5908" y="425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39" y="618"/>
                  </a:lnTo>
                  <a:lnTo>
                    <a:pt x="8457" y="811"/>
                  </a:lnTo>
                  <a:lnTo>
                    <a:pt x="9075" y="1120"/>
                  </a:lnTo>
                  <a:lnTo>
                    <a:pt x="9422" y="1313"/>
                  </a:lnTo>
                  <a:lnTo>
                    <a:pt x="9731" y="1506"/>
                  </a:lnTo>
                  <a:lnTo>
                    <a:pt x="10002" y="1738"/>
                  </a:lnTo>
                  <a:lnTo>
                    <a:pt x="10272" y="1969"/>
                  </a:lnTo>
                  <a:lnTo>
                    <a:pt x="10774" y="2471"/>
                  </a:lnTo>
                  <a:lnTo>
                    <a:pt x="11199" y="3051"/>
                  </a:lnTo>
                  <a:lnTo>
                    <a:pt x="11546" y="3630"/>
                  </a:lnTo>
                  <a:lnTo>
                    <a:pt x="11855" y="4286"/>
                  </a:lnTo>
                  <a:lnTo>
                    <a:pt x="12164" y="4943"/>
                  </a:lnTo>
                  <a:lnTo>
                    <a:pt x="12396" y="5638"/>
                  </a:lnTo>
                  <a:lnTo>
                    <a:pt x="12627" y="6217"/>
                  </a:lnTo>
                  <a:lnTo>
                    <a:pt x="12859" y="6835"/>
                  </a:lnTo>
                  <a:lnTo>
                    <a:pt x="13129" y="7414"/>
                  </a:lnTo>
                  <a:lnTo>
                    <a:pt x="13438" y="7993"/>
                  </a:lnTo>
                  <a:lnTo>
                    <a:pt x="13786" y="8495"/>
                  </a:lnTo>
                  <a:lnTo>
                    <a:pt x="14211" y="8959"/>
                  </a:lnTo>
                  <a:lnTo>
                    <a:pt x="14442" y="9190"/>
                  </a:lnTo>
                  <a:lnTo>
                    <a:pt x="14713" y="9383"/>
                  </a:lnTo>
                  <a:lnTo>
                    <a:pt x="14983" y="9538"/>
                  </a:lnTo>
                  <a:lnTo>
                    <a:pt x="15253" y="9692"/>
                  </a:lnTo>
                  <a:lnTo>
                    <a:pt x="15717" y="9847"/>
                  </a:lnTo>
                  <a:lnTo>
                    <a:pt x="16219" y="9924"/>
                  </a:lnTo>
                  <a:lnTo>
                    <a:pt x="16682" y="9885"/>
                  </a:lnTo>
                  <a:lnTo>
                    <a:pt x="17145" y="9808"/>
                  </a:lnTo>
                  <a:lnTo>
                    <a:pt x="17609" y="9654"/>
                  </a:lnTo>
                  <a:lnTo>
                    <a:pt x="17802" y="9538"/>
                  </a:lnTo>
                  <a:lnTo>
                    <a:pt x="17995" y="9383"/>
                  </a:lnTo>
                  <a:lnTo>
                    <a:pt x="18188" y="9229"/>
                  </a:lnTo>
                  <a:lnTo>
                    <a:pt x="18342" y="9075"/>
                  </a:lnTo>
                  <a:lnTo>
                    <a:pt x="18497" y="8881"/>
                  </a:lnTo>
                  <a:lnTo>
                    <a:pt x="18613" y="8650"/>
                  </a:lnTo>
                  <a:lnTo>
                    <a:pt x="18651" y="8573"/>
                  </a:lnTo>
                  <a:lnTo>
                    <a:pt x="18613" y="8457"/>
                  </a:lnTo>
                  <a:lnTo>
                    <a:pt x="18651" y="8418"/>
                  </a:lnTo>
                  <a:lnTo>
                    <a:pt x="18613" y="8341"/>
                  </a:lnTo>
                  <a:lnTo>
                    <a:pt x="18304" y="8380"/>
                  </a:lnTo>
                  <a:lnTo>
                    <a:pt x="18265" y="8418"/>
                  </a:lnTo>
                  <a:lnTo>
                    <a:pt x="18033" y="8766"/>
                  </a:lnTo>
                  <a:lnTo>
                    <a:pt x="17802" y="8997"/>
                  </a:lnTo>
                  <a:lnTo>
                    <a:pt x="17493" y="9229"/>
                  </a:lnTo>
                  <a:lnTo>
                    <a:pt x="17184" y="9345"/>
                  </a:lnTo>
                  <a:lnTo>
                    <a:pt x="16798" y="9461"/>
                  </a:lnTo>
                  <a:lnTo>
                    <a:pt x="16064" y="9461"/>
                  </a:lnTo>
                  <a:lnTo>
                    <a:pt x="15717" y="9383"/>
                  </a:lnTo>
                  <a:lnTo>
                    <a:pt x="15330" y="9229"/>
                  </a:lnTo>
                  <a:lnTo>
                    <a:pt x="15021" y="9036"/>
                  </a:lnTo>
                  <a:lnTo>
                    <a:pt x="14674" y="8766"/>
                  </a:lnTo>
                  <a:lnTo>
                    <a:pt x="14404" y="8495"/>
                  </a:lnTo>
                  <a:lnTo>
                    <a:pt x="14133" y="8186"/>
                  </a:lnTo>
                  <a:lnTo>
                    <a:pt x="13902" y="7878"/>
                  </a:lnTo>
                  <a:lnTo>
                    <a:pt x="13709" y="7530"/>
                  </a:lnTo>
                  <a:lnTo>
                    <a:pt x="13515" y="7182"/>
                  </a:lnTo>
                  <a:lnTo>
                    <a:pt x="13207" y="6526"/>
                  </a:lnTo>
                  <a:lnTo>
                    <a:pt x="12936" y="5870"/>
                  </a:lnTo>
                  <a:lnTo>
                    <a:pt x="12434" y="4518"/>
                  </a:lnTo>
                  <a:lnTo>
                    <a:pt x="12164" y="3862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317"/>
                  </a:lnTo>
                  <a:lnTo>
                    <a:pt x="11005" y="2047"/>
                  </a:lnTo>
                  <a:lnTo>
                    <a:pt x="10542" y="1583"/>
                  </a:lnTo>
                  <a:lnTo>
                    <a:pt x="10040" y="1197"/>
                  </a:lnTo>
                  <a:lnTo>
                    <a:pt x="9538" y="888"/>
                  </a:lnTo>
                  <a:lnTo>
                    <a:pt x="9036" y="579"/>
                  </a:lnTo>
                  <a:lnTo>
                    <a:pt x="8457" y="386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18"/>
            <p:cNvSpPr/>
            <p:nvPr/>
          </p:nvSpPr>
          <p:spPr>
            <a:xfrm>
              <a:off x="6719625" y="2898500"/>
              <a:ext cx="625575" cy="344675"/>
            </a:xfrm>
            <a:custGeom>
              <a:avLst/>
              <a:gdLst/>
              <a:ahLst/>
              <a:cxnLst/>
              <a:rect l="l" t="t" r="r" b="b"/>
              <a:pathLst>
                <a:path w="25023" h="13787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9"/>
                  </a:lnTo>
                  <a:lnTo>
                    <a:pt x="23787" y="2163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6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5"/>
                  </a:lnTo>
                  <a:lnTo>
                    <a:pt x="23169" y="1120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2"/>
                  </a:lnTo>
                  <a:lnTo>
                    <a:pt x="23864" y="3515"/>
                  </a:lnTo>
                  <a:lnTo>
                    <a:pt x="23787" y="3399"/>
                  </a:lnTo>
                  <a:lnTo>
                    <a:pt x="23748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1"/>
                  </a:lnTo>
                  <a:lnTo>
                    <a:pt x="16566" y="5407"/>
                  </a:lnTo>
                  <a:lnTo>
                    <a:pt x="16296" y="5445"/>
                  </a:lnTo>
                  <a:lnTo>
                    <a:pt x="15639" y="5523"/>
                  </a:lnTo>
                  <a:lnTo>
                    <a:pt x="15639" y="5484"/>
                  </a:lnTo>
                  <a:lnTo>
                    <a:pt x="15678" y="5368"/>
                  </a:lnTo>
                  <a:lnTo>
                    <a:pt x="15716" y="5252"/>
                  </a:lnTo>
                  <a:lnTo>
                    <a:pt x="15755" y="5175"/>
                  </a:lnTo>
                  <a:lnTo>
                    <a:pt x="15832" y="5098"/>
                  </a:lnTo>
                  <a:lnTo>
                    <a:pt x="15948" y="5021"/>
                  </a:lnTo>
                  <a:lnTo>
                    <a:pt x="16064" y="4982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8"/>
                  </a:lnTo>
                  <a:lnTo>
                    <a:pt x="24250" y="5523"/>
                  </a:lnTo>
                  <a:lnTo>
                    <a:pt x="24057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1"/>
                  </a:lnTo>
                  <a:lnTo>
                    <a:pt x="18111" y="5214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523"/>
                  </a:lnTo>
                  <a:lnTo>
                    <a:pt x="17029" y="5445"/>
                  </a:lnTo>
                  <a:lnTo>
                    <a:pt x="17068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2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7"/>
                  </a:lnTo>
                  <a:lnTo>
                    <a:pt x="14558" y="5870"/>
                  </a:lnTo>
                  <a:lnTo>
                    <a:pt x="14056" y="6102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600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4"/>
                  </a:moveTo>
                  <a:lnTo>
                    <a:pt x="19115" y="5523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6" y="6179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7"/>
                  </a:lnTo>
                  <a:lnTo>
                    <a:pt x="18844" y="5523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0" y="6102"/>
                  </a:lnTo>
                  <a:lnTo>
                    <a:pt x="20466" y="6140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7"/>
                  </a:lnTo>
                  <a:lnTo>
                    <a:pt x="20814" y="6720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8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1" y="5986"/>
                  </a:lnTo>
                  <a:lnTo>
                    <a:pt x="24019" y="6025"/>
                  </a:lnTo>
                  <a:lnTo>
                    <a:pt x="24096" y="6025"/>
                  </a:lnTo>
                  <a:lnTo>
                    <a:pt x="23941" y="6295"/>
                  </a:lnTo>
                  <a:lnTo>
                    <a:pt x="23748" y="6565"/>
                  </a:lnTo>
                  <a:lnTo>
                    <a:pt x="23517" y="6797"/>
                  </a:lnTo>
                  <a:lnTo>
                    <a:pt x="23246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7"/>
                  </a:lnTo>
                  <a:lnTo>
                    <a:pt x="23015" y="6295"/>
                  </a:lnTo>
                  <a:lnTo>
                    <a:pt x="23053" y="6179"/>
                  </a:lnTo>
                  <a:lnTo>
                    <a:pt x="23131" y="6102"/>
                  </a:lnTo>
                  <a:lnTo>
                    <a:pt x="23208" y="6025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8" y="6333"/>
                  </a:lnTo>
                  <a:lnTo>
                    <a:pt x="13168" y="6720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7"/>
                  </a:lnTo>
                  <a:lnTo>
                    <a:pt x="12627" y="6681"/>
                  </a:lnTo>
                  <a:lnTo>
                    <a:pt x="12666" y="6527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218"/>
                  </a:lnTo>
                  <a:lnTo>
                    <a:pt x="13013" y="6140"/>
                  </a:lnTo>
                  <a:lnTo>
                    <a:pt x="13129" y="6102"/>
                  </a:lnTo>
                  <a:close/>
                  <a:moveTo>
                    <a:pt x="22165" y="6565"/>
                  </a:moveTo>
                  <a:lnTo>
                    <a:pt x="22281" y="6604"/>
                  </a:lnTo>
                  <a:lnTo>
                    <a:pt x="22474" y="6720"/>
                  </a:lnTo>
                  <a:lnTo>
                    <a:pt x="22629" y="6874"/>
                  </a:lnTo>
                  <a:lnTo>
                    <a:pt x="22783" y="7029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6"/>
                  </a:lnTo>
                  <a:lnTo>
                    <a:pt x="22937" y="7144"/>
                  </a:lnTo>
                  <a:lnTo>
                    <a:pt x="22551" y="7222"/>
                  </a:lnTo>
                  <a:lnTo>
                    <a:pt x="22165" y="7260"/>
                  </a:lnTo>
                  <a:lnTo>
                    <a:pt x="21779" y="7222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49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5" y="7994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4"/>
                  </a:lnTo>
                  <a:lnTo>
                    <a:pt x="11816" y="7608"/>
                  </a:lnTo>
                  <a:lnTo>
                    <a:pt x="11894" y="7531"/>
                  </a:lnTo>
                  <a:lnTo>
                    <a:pt x="12009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3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2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3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5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4" y="9770"/>
                  </a:moveTo>
                  <a:lnTo>
                    <a:pt x="3900" y="9809"/>
                  </a:lnTo>
                  <a:lnTo>
                    <a:pt x="4016" y="9886"/>
                  </a:lnTo>
                  <a:lnTo>
                    <a:pt x="4093" y="10002"/>
                  </a:lnTo>
                  <a:lnTo>
                    <a:pt x="4132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5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6"/>
                  </a:lnTo>
                  <a:lnTo>
                    <a:pt x="5097" y="10774"/>
                  </a:lnTo>
                  <a:lnTo>
                    <a:pt x="5136" y="10890"/>
                  </a:lnTo>
                  <a:lnTo>
                    <a:pt x="5175" y="11044"/>
                  </a:lnTo>
                  <a:lnTo>
                    <a:pt x="5136" y="11238"/>
                  </a:lnTo>
                  <a:lnTo>
                    <a:pt x="5097" y="11431"/>
                  </a:lnTo>
                  <a:lnTo>
                    <a:pt x="4402" y="10929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5" y="11740"/>
                  </a:lnTo>
                  <a:lnTo>
                    <a:pt x="10658" y="11701"/>
                  </a:lnTo>
                  <a:lnTo>
                    <a:pt x="10503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5" y="10697"/>
                  </a:lnTo>
                  <a:lnTo>
                    <a:pt x="10928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10"/>
                  </a:lnTo>
                  <a:lnTo>
                    <a:pt x="6410" y="12242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8" y="11508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1" y="12744"/>
                  </a:lnTo>
                  <a:lnTo>
                    <a:pt x="9770" y="12937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2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39" y="13207"/>
                  </a:lnTo>
                  <a:lnTo>
                    <a:pt x="7337" y="13014"/>
                  </a:lnTo>
                  <a:lnTo>
                    <a:pt x="6835" y="12744"/>
                  </a:lnTo>
                  <a:lnTo>
                    <a:pt x="6990" y="12628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3" y="12628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7"/>
                  </a:lnTo>
                  <a:lnTo>
                    <a:pt x="9229" y="13130"/>
                  </a:lnTo>
                  <a:lnTo>
                    <a:pt x="9268" y="13207"/>
                  </a:lnTo>
                  <a:lnTo>
                    <a:pt x="9036" y="13284"/>
                  </a:lnTo>
                  <a:lnTo>
                    <a:pt x="8804" y="13323"/>
                  </a:lnTo>
                  <a:lnTo>
                    <a:pt x="8573" y="13323"/>
                  </a:lnTo>
                  <a:lnTo>
                    <a:pt x="8302" y="13284"/>
                  </a:lnTo>
                  <a:lnTo>
                    <a:pt x="8302" y="13207"/>
                  </a:lnTo>
                  <a:lnTo>
                    <a:pt x="8341" y="13014"/>
                  </a:lnTo>
                  <a:lnTo>
                    <a:pt x="8418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8"/>
                  </a:lnTo>
                  <a:close/>
                  <a:moveTo>
                    <a:pt x="22976" y="1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10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3" y="966"/>
                  </a:lnTo>
                  <a:lnTo>
                    <a:pt x="22706" y="1120"/>
                  </a:lnTo>
                  <a:lnTo>
                    <a:pt x="22629" y="1314"/>
                  </a:lnTo>
                  <a:lnTo>
                    <a:pt x="22590" y="1507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0" y="2279"/>
                  </a:lnTo>
                  <a:lnTo>
                    <a:pt x="23053" y="2395"/>
                  </a:lnTo>
                  <a:lnTo>
                    <a:pt x="23246" y="2511"/>
                  </a:lnTo>
                  <a:lnTo>
                    <a:pt x="23478" y="2511"/>
                  </a:lnTo>
                  <a:lnTo>
                    <a:pt x="23401" y="2704"/>
                  </a:lnTo>
                  <a:lnTo>
                    <a:pt x="23362" y="2897"/>
                  </a:lnTo>
                  <a:lnTo>
                    <a:pt x="23324" y="3090"/>
                  </a:lnTo>
                  <a:lnTo>
                    <a:pt x="23362" y="3283"/>
                  </a:lnTo>
                  <a:lnTo>
                    <a:pt x="23439" y="3515"/>
                  </a:lnTo>
                  <a:lnTo>
                    <a:pt x="23555" y="3708"/>
                  </a:lnTo>
                  <a:lnTo>
                    <a:pt x="23748" y="3901"/>
                  </a:lnTo>
                  <a:lnTo>
                    <a:pt x="23980" y="4017"/>
                  </a:lnTo>
                  <a:lnTo>
                    <a:pt x="23748" y="4210"/>
                  </a:lnTo>
                  <a:lnTo>
                    <a:pt x="23555" y="4480"/>
                  </a:lnTo>
                  <a:lnTo>
                    <a:pt x="23478" y="4750"/>
                  </a:lnTo>
                  <a:lnTo>
                    <a:pt x="23439" y="4905"/>
                  </a:lnTo>
                  <a:lnTo>
                    <a:pt x="23439" y="5021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3"/>
                  </a:lnTo>
                  <a:lnTo>
                    <a:pt x="23169" y="5561"/>
                  </a:lnTo>
                  <a:lnTo>
                    <a:pt x="22976" y="5716"/>
                  </a:lnTo>
                  <a:lnTo>
                    <a:pt x="22783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4" y="6295"/>
                  </a:lnTo>
                  <a:lnTo>
                    <a:pt x="22320" y="6256"/>
                  </a:lnTo>
                  <a:lnTo>
                    <a:pt x="22165" y="6218"/>
                  </a:lnTo>
                  <a:lnTo>
                    <a:pt x="21972" y="6218"/>
                  </a:lnTo>
                  <a:lnTo>
                    <a:pt x="21740" y="6295"/>
                  </a:lnTo>
                  <a:lnTo>
                    <a:pt x="21509" y="6411"/>
                  </a:lnTo>
                  <a:lnTo>
                    <a:pt x="21354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5"/>
                  </a:lnTo>
                  <a:lnTo>
                    <a:pt x="20736" y="5909"/>
                  </a:lnTo>
                  <a:lnTo>
                    <a:pt x="20582" y="5831"/>
                  </a:lnTo>
                  <a:lnTo>
                    <a:pt x="20427" y="5754"/>
                  </a:lnTo>
                  <a:lnTo>
                    <a:pt x="20234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6"/>
                  </a:lnTo>
                  <a:lnTo>
                    <a:pt x="19617" y="5484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1"/>
                  </a:lnTo>
                  <a:lnTo>
                    <a:pt x="18497" y="5407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6"/>
                  </a:lnTo>
                  <a:lnTo>
                    <a:pt x="17802" y="4557"/>
                  </a:lnTo>
                  <a:lnTo>
                    <a:pt x="17647" y="4519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8"/>
                  </a:lnTo>
                  <a:lnTo>
                    <a:pt x="16759" y="4943"/>
                  </a:lnTo>
                  <a:lnTo>
                    <a:pt x="16605" y="4789"/>
                  </a:lnTo>
                  <a:lnTo>
                    <a:pt x="16450" y="4712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82"/>
                  </a:lnTo>
                  <a:lnTo>
                    <a:pt x="14288" y="5021"/>
                  </a:lnTo>
                  <a:lnTo>
                    <a:pt x="14133" y="5098"/>
                  </a:lnTo>
                  <a:lnTo>
                    <a:pt x="14056" y="5175"/>
                  </a:lnTo>
                  <a:lnTo>
                    <a:pt x="13940" y="5291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6"/>
                  </a:lnTo>
                  <a:lnTo>
                    <a:pt x="13168" y="5716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8"/>
                  </a:lnTo>
                  <a:lnTo>
                    <a:pt x="12357" y="6372"/>
                  </a:lnTo>
                  <a:lnTo>
                    <a:pt x="12357" y="6527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7029"/>
                  </a:lnTo>
                  <a:lnTo>
                    <a:pt x="11894" y="7106"/>
                  </a:lnTo>
                  <a:lnTo>
                    <a:pt x="11662" y="7222"/>
                  </a:lnTo>
                  <a:lnTo>
                    <a:pt x="11507" y="7415"/>
                  </a:lnTo>
                  <a:lnTo>
                    <a:pt x="11392" y="7531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276" y="7994"/>
                  </a:lnTo>
                  <a:lnTo>
                    <a:pt x="11314" y="8148"/>
                  </a:lnTo>
                  <a:lnTo>
                    <a:pt x="11353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30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4"/>
                  </a:lnTo>
                  <a:lnTo>
                    <a:pt x="10619" y="10311"/>
                  </a:lnTo>
                  <a:lnTo>
                    <a:pt x="10426" y="10427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6"/>
                  </a:lnTo>
                  <a:lnTo>
                    <a:pt x="10040" y="11238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4" y="11740"/>
                  </a:lnTo>
                  <a:lnTo>
                    <a:pt x="9693" y="11855"/>
                  </a:lnTo>
                  <a:lnTo>
                    <a:pt x="9499" y="12010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9"/>
                  </a:lnTo>
                  <a:lnTo>
                    <a:pt x="9306" y="12473"/>
                  </a:lnTo>
                  <a:lnTo>
                    <a:pt x="9191" y="12396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5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3" y="12435"/>
                  </a:lnTo>
                  <a:lnTo>
                    <a:pt x="7878" y="12319"/>
                  </a:lnTo>
                  <a:lnTo>
                    <a:pt x="7723" y="12242"/>
                  </a:lnTo>
                  <a:lnTo>
                    <a:pt x="7492" y="12164"/>
                  </a:lnTo>
                  <a:lnTo>
                    <a:pt x="7221" y="12203"/>
                  </a:lnTo>
                  <a:lnTo>
                    <a:pt x="6990" y="12280"/>
                  </a:lnTo>
                  <a:lnTo>
                    <a:pt x="6796" y="12435"/>
                  </a:lnTo>
                  <a:lnTo>
                    <a:pt x="6796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431"/>
                  </a:lnTo>
                  <a:lnTo>
                    <a:pt x="6372" y="11315"/>
                  </a:lnTo>
                  <a:lnTo>
                    <a:pt x="6217" y="11199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8"/>
                  </a:lnTo>
                  <a:lnTo>
                    <a:pt x="5522" y="10967"/>
                  </a:lnTo>
                  <a:lnTo>
                    <a:pt x="5445" y="10736"/>
                  </a:lnTo>
                  <a:lnTo>
                    <a:pt x="5329" y="10504"/>
                  </a:lnTo>
                  <a:lnTo>
                    <a:pt x="5213" y="10427"/>
                  </a:lnTo>
                  <a:lnTo>
                    <a:pt x="5097" y="10388"/>
                  </a:lnTo>
                  <a:lnTo>
                    <a:pt x="4943" y="10311"/>
                  </a:lnTo>
                  <a:lnTo>
                    <a:pt x="4827" y="10311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500"/>
                  </a:lnTo>
                  <a:lnTo>
                    <a:pt x="3900" y="9461"/>
                  </a:lnTo>
                  <a:lnTo>
                    <a:pt x="3746" y="9423"/>
                  </a:lnTo>
                  <a:lnTo>
                    <a:pt x="3591" y="9423"/>
                  </a:lnTo>
                  <a:lnTo>
                    <a:pt x="3398" y="9461"/>
                  </a:lnTo>
                  <a:lnTo>
                    <a:pt x="3282" y="9538"/>
                  </a:lnTo>
                  <a:lnTo>
                    <a:pt x="3128" y="9616"/>
                  </a:lnTo>
                  <a:lnTo>
                    <a:pt x="3012" y="9770"/>
                  </a:lnTo>
                  <a:lnTo>
                    <a:pt x="2974" y="9616"/>
                  </a:lnTo>
                  <a:lnTo>
                    <a:pt x="2896" y="9461"/>
                  </a:lnTo>
                  <a:lnTo>
                    <a:pt x="2780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2"/>
                  </a:lnTo>
                  <a:lnTo>
                    <a:pt x="1352" y="9925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1"/>
                  </a:lnTo>
                  <a:lnTo>
                    <a:pt x="386" y="10427"/>
                  </a:lnTo>
                  <a:lnTo>
                    <a:pt x="271" y="10581"/>
                  </a:lnTo>
                  <a:lnTo>
                    <a:pt x="116" y="10890"/>
                  </a:lnTo>
                  <a:lnTo>
                    <a:pt x="0" y="11238"/>
                  </a:lnTo>
                  <a:lnTo>
                    <a:pt x="0" y="11585"/>
                  </a:lnTo>
                  <a:lnTo>
                    <a:pt x="77" y="11933"/>
                  </a:lnTo>
                  <a:lnTo>
                    <a:pt x="193" y="12242"/>
                  </a:lnTo>
                  <a:lnTo>
                    <a:pt x="386" y="12550"/>
                  </a:lnTo>
                  <a:lnTo>
                    <a:pt x="618" y="12821"/>
                  </a:lnTo>
                  <a:lnTo>
                    <a:pt x="811" y="12937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30"/>
                  </a:lnTo>
                  <a:lnTo>
                    <a:pt x="1738" y="13168"/>
                  </a:lnTo>
                  <a:lnTo>
                    <a:pt x="2085" y="13130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2"/>
                  </a:lnTo>
                  <a:lnTo>
                    <a:pt x="3591" y="12010"/>
                  </a:lnTo>
                  <a:lnTo>
                    <a:pt x="3553" y="11933"/>
                  </a:lnTo>
                  <a:lnTo>
                    <a:pt x="3514" y="11817"/>
                  </a:lnTo>
                  <a:lnTo>
                    <a:pt x="3437" y="11778"/>
                  </a:lnTo>
                  <a:lnTo>
                    <a:pt x="3321" y="11740"/>
                  </a:lnTo>
                  <a:lnTo>
                    <a:pt x="3282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2"/>
                  </a:lnTo>
                  <a:lnTo>
                    <a:pt x="2587" y="12435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94"/>
                  </a:lnTo>
                  <a:lnTo>
                    <a:pt x="502" y="11740"/>
                  </a:lnTo>
                  <a:lnTo>
                    <a:pt x="502" y="11546"/>
                  </a:lnTo>
                  <a:lnTo>
                    <a:pt x="502" y="11392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8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7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9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5" y="13439"/>
                  </a:lnTo>
                  <a:lnTo>
                    <a:pt x="7530" y="13593"/>
                  </a:lnTo>
                  <a:lnTo>
                    <a:pt x="7993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9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6"/>
                  </a:lnTo>
                  <a:lnTo>
                    <a:pt x="11314" y="11740"/>
                  </a:lnTo>
                  <a:lnTo>
                    <a:pt x="11507" y="11238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5" y="9114"/>
                  </a:lnTo>
                  <a:lnTo>
                    <a:pt x="12357" y="8612"/>
                  </a:lnTo>
                  <a:lnTo>
                    <a:pt x="12589" y="8110"/>
                  </a:lnTo>
                  <a:lnTo>
                    <a:pt x="12936" y="7646"/>
                  </a:lnTo>
                  <a:lnTo>
                    <a:pt x="13284" y="7299"/>
                  </a:lnTo>
                  <a:lnTo>
                    <a:pt x="13631" y="6990"/>
                  </a:lnTo>
                  <a:lnTo>
                    <a:pt x="14017" y="6720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2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29" y="7492"/>
                  </a:lnTo>
                  <a:lnTo>
                    <a:pt x="21316" y="7646"/>
                  </a:lnTo>
                  <a:lnTo>
                    <a:pt x="21740" y="7724"/>
                  </a:lnTo>
                  <a:lnTo>
                    <a:pt x="22165" y="7762"/>
                  </a:lnTo>
                  <a:lnTo>
                    <a:pt x="22590" y="7724"/>
                  </a:lnTo>
                  <a:lnTo>
                    <a:pt x="22976" y="7646"/>
                  </a:lnTo>
                  <a:lnTo>
                    <a:pt x="23362" y="7531"/>
                  </a:lnTo>
                  <a:lnTo>
                    <a:pt x="23710" y="7299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5"/>
                  </a:lnTo>
                  <a:lnTo>
                    <a:pt x="24752" y="5909"/>
                  </a:lnTo>
                  <a:lnTo>
                    <a:pt x="24868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10"/>
                  </a:lnTo>
                  <a:lnTo>
                    <a:pt x="24945" y="3746"/>
                  </a:lnTo>
                  <a:lnTo>
                    <a:pt x="24868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3" y="1970"/>
                  </a:lnTo>
                  <a:lnTo>
                    <a:pt x="24250" y="1584"/>
                  </a:lnTo>
                  <a:lnTo>
                    <a:pt x="24057" y="1198"/>
                  </a:lnTo>
                  <a:lnTo>
                    <a:pt x="23787" y="812"/>
                  </a:lnTo>
                  <a:lnTo>
                    <a:pt x="23941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8"/>
                  </a:lnTo>
                  <a:lnTo>
                    <a:pt x="230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18"/>
            <p:cNvSpPr/>
            <p:nvPr/>
          </p:nvSpPr>
          <p:spPr>
            <a:xfrm>
              <a:off x="1648525" y="2901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5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8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5" y="7299"/>
                  </a:lnTo>
                  <a:lnTo>
                    <a:pt x="14713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4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4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5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7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18"/>
            <p:cNvSpPr/>
            <p:nvPr/>
          </p:nvSpPr>
          <p:spPr>
            <a:xfrm>
              <a:off x="7229325" y="290815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6"/>
                  </a:lnTo>
                  <a:lnTo>
                    <a:pt x="3785" y="619"/>
                  </a:lnTo>
                  <a:lnTo>
                    <a:pt x="4094" y="889"/>
                  </a:lnTo>
                  <a:lnTo>
                    <a:pt x="4364" y="1121"/>
                  </a:lnTo>
                  <a:lnTo>
                    <a:pt x="4635" y="1430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4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23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3" y="5214"/>
                  </a:lnTo>
                  <a:lnTo>
                    <a:pt x="5446" y="5600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7"/>
                  </a:lnTo>
                  <a:lnTo>
                    <a:pt x="4210" y="8033"/>
                  </a:lnTo>
                  <a:lnTo>
                    <a:pt x="3940" y="8380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9" y="10041"/>
                  </a:lnTo>
                  <a:lnTo>
                    <a:pt x="1314" y="10234"/>
                  </a:lnTo>
                  <a:lnTo>
                    <a:pt x="889" y="10388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5"/>
                  </a:lnTo>
                  <a:lnTo>
                    <a:pt x="4828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1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4" y="2434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4"/>
                  </a:lnTo>
                  <a:lnTo>
                    <a:pt x="4905" y="1005"/>
                  </a:lnTo>
                  <a:lnTo>
                    <a:pt x="4596" y="696"/>
                  </a:lnTo>
                  <a:lnTo>
                    <a:pt x="4287" y="426"/>
                  </a:lnTo>
                  <a:lnTo>
                    <a:pt x="3940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18"/>
            <p:cNvSpPr/>
            <p:nvPr/>
          </p:nvSpPr>
          <p:spPr>
            <a:xfrm>
              <a:off x="1734450" y="2911050"/>
              <a:ext cx="35725" cy="29000"/>
            </a:xfrm>
            <a:custGeom>
              <a:avLst/>
              <a:gdLst/>
              <a:ahLst/>
              <a:cxnLst/>
              <a:rect l="l" t="t" r="r" b="b"/>
              <a:pathLst>
                <a:path w="1429" h="1160" extrusionOk="0">
                  <a:moveTo>
                    <a:pt x="502" y="1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7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2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5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3"/>
                  </a:lnTo>
                  <a:lnTo>
                    <a:pt x="425" y="580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772" y="387"/>
                  </a:lnTo>
                  <a:lnTo>
                    <a:pt x="850" y="425"/>
                  </a:lnTo>
                  <a:lnTo>
                    <a:pt x="965" y="580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5" y="927"/>
                  </a:lnTo>
                  <a:lnTo>
                    <a:pt x="965" y="1005"/>
                  </a:lnTo>
                  <a:lnTo>
                    <a:pt x="965" y="1082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4" y="1120"/>
                  </a:lnTo>
                  <a:lnTo>
                    <a:pt x="1313" y="1082"/>
                  </a:lnTo>
                  <a:lnTo>
                    <a:pt x="1390" y="889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4"/>
                  </a:lnTo>
                  <a:lnTo>
                    <a:pt x="1043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18"/>
            <p:cNvSpPr/>
            <p:nvPr/>
          </p:nvSpPr>
          <p:spPr>
            <a:xfrm>
              <a:off x="6320925" y="2913950"/>
              <a:ext cx="315700" cy="477875"/>
            </a:xfrm>
            <a:custGeom>
              <a:avLst/>
              <a:gdLst/>
              <a:ahLst/>
              <a:cxnLst/>
              <a:rect l="l" t="t" r="r" b="b"/>
              <a:pathLst>
                <a:path w="12628" h="19115" extrusionOk="0">
                  <a:moveTo>
                    <a:pt x="1004" y="618"/>
                  </a:moveTo>
                  <a:lnTo>
                    <a:pt x="1661" y="850"/>
                  </a:lnTo>
                  <a:lnTo>
                    <a:pt x="2317" y="1120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2"/>
                  </a:lnTo>
                  <a:lnTo>
                    <a:pt x="4016" y="2819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7"/>
                  </a:lnTo>
                  <a:lnTo>
                    <a:pt x="9345" y="15137"/>
                  </a:lnTo>
                  <a:lnTo>
                    <a:pt x="8920" y="15369"/>
                  </a:lnTo>
                  <a:lnTo>
                    <a:pt x="7955" y="13516"/>
                  </a:lnTo>
                  <a:lnTo>
                    <a:pt x="6990" y="11662"/>
                  </a:lnTo>
                  <a:lnTo>
                    <a:pt x="5020" y="7955"/>
                  </a:lnTo>
                  <a:lnTo>
                    <a:pt x="3012" y="4287"/>
                  </a:lnTo>
                  <a:lnTo>
                    <a:pt x="1004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19" y="11739"/>
                  </a:lnTo>
                  <a:lnTo>
                    <a:pt x="7762" y="13593"/>
                  </a:lnTo>
                  <a:lnTo>
                    <a:pt x="8804" y="15446"/>
                  </a:lnTo>
                  <a:lnTo>
                    <a:pt x="8650" y="15524"/>
                  </a:lnTo>
                  <a:lnTo>
                    <a:pt x="7414" y="13747"/>
                  </a:lnTo>
                  <a:lnTo>
                    <a:pt x="6179" y="12010"/>
                  </a:lnTo>
                  <a:lnTo>
                    <a:pt x="3591" y="8534"/>
                  </a:lnTo>
                  <a:lnTo>
                    <a:pt x="2317" y="6758"/>
                  </a:lnTo>
                  <a:lnTo>
                    <a:pt x="1004" y="4943"/>
                  </a:lnTo>
                  <a:lnTo>
                    <a:pt x="850" y="4711"/>
                  </a:lnTo>
                  <a:lnTo>
                    <a:pt x="734" y="4480"/>
                  </a:lnTo>
                  <a:lnTo>
                    <a:pt x="618" y="4209"/>
                  </a:lnTo>
                  <a:lnTo>
                    <a:pt x="541" y="3939"/>
                  </a:lnTo>
                  <a:lnTo>
                    <a:pt x="464" y="3399"/>
                  </a:lnTo>
                  <a:lnTo>
                    <a:pt x="425" y="2819"/>
                  </a:lnTo>
                  <a:lnTo>
                    <a:pt x="464" y="2240"/>
                  </a:lnTo>
                  <a:lnTo>
                    <a:pt x="502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2" y="12357"/>
                  </a:lnTo>
                  <a:lnTo>
                    <a:pt x="11816" y="12434"/>
                  </a:lnTo>
                  <a:lnTo>
                    <a:pt x="12164" y="12859"/>
                  </a:lnTo>
                  <a:lnTo>
                    <a:pt x="12241" y="13052"/>
                  </a:lnTo>
                  <a:lnTo>
                    <a:pt x="12280" y="13245"/>
                  </a:lnTo>
                  <a:lnTo>
                    <a:pt x="12241" y="13438"/>
                  </a:lnTo>
                  <a:lnTo>
                    <a:pt x="12203" y="13631"/>
                  </a:lnTo>
                  <a:lnTo>
                    <a:pt x="12048" y="14018"/>
                  </a:lnTo>
                  <a:lnTo>
                    <a:pt x="11855" y="14365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1"/>
                  </a:lnTo>
                  <a:lnTo>
                    <a:pt x="10156" y="15871"/>
                  </a:lnTo>
                  <a:lnTo>
                    <a:pt x="10117" y="15987"/>
                  </a:lnTo>
                  <a:lnTo>
                    <a:pt x="9770" y="16180"/>
                  </a:lnTo>
                  <a:lnTo>
                    <a:pt x="9113" y="16605"/>
                  </a:lnTo>
                  <a:lnTo>
                    <a:pt x="8457" y="16952"/>
                  </a:lnTo>
                  <a:lnTo>
                    <a:pt x="7723" y="17261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4" y="17647"/>
                  </a:lnTo>
                  <a:lnTo>
                    <a:pt x="5754" y="17647"/>
                  </a:lnTo>
                  <a:lnTo>
                    <a:pt x="5561" y="17570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7" y="17184"/>
                  </a:lnTo>
                  <a:lnTo>
                    <a:pt x="4982" y="16875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4"/>
                  </a:lnTo>
                  <a:lnTo>
                    <a:pt x="5175" y="15948"/>
                  </a:lnTo>
                  <a:lnTo>
                    <a:pt x="5291" y="15833"/>
                  </a:lnTo>
                  <a:lnTo>
                    <a:pt x="5406" y="15755"/>
                  </a:lnTo>
                  <a:lnTo>
                    <a:pt x="5522" y="15717"/>
                  </a:lnTo>
                  <a:lnTo>
                    <a:pt x="5638" y="15755"/>
                  </a:lnTo>
                  <a:lnTo>
                    <a:pt x="5793" y="15833"/>
                  </a:lnTo>
                  <a:lnTo>
                    <a:pt x="5947" y="15948"/>
                  </a:lnTo>
                  <a:lnTo>
                    <a:pt x="6063" y="16141"/>
                  </a:lnTo>
                  <a:lnTo>
                    <a:pt x="6256" y="16373"/>
                  </a:lnTo>
                  <a:lnTo>
                    <a:pt x="6101" y="16412"/>
                  </a:lnTo>
                  <a:lnTo>
                    <a:pt x="6024" y="16450"/>
                  </a:lnTo>
                  <a:lnTo>
                    <a:pt x="6024" y="16566"/>
                  </a:lnTo>
                  <a:lnTo>
                    <a:pt x="6063" y="16643"/>
                  </a:lnTo>
                  <a:lnTo>
                    <a:pt x="6140" y="16643"/>
                  </a:lnTo>
                  <a:lnTo>
                    <a:pt x="6912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29" y="15717"/>
                  </a:lnTo>
                  <a:lnTo>
                    <a:pt x="9615" y="15485"/>
                  </a:lnTo>
                  <a:lnTo>
                    <a:pt x="9963" y="15253"/>
                  </a:lnTo>
                  <a:lnTo>
                    <a:pt x="10272" y="15022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1" y="14172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8"/>
                  </a:lnTo>
                  <a:lnTo>
                    <a:pt x="11546" y="13361"/>
                  </a:lnTo>
                  <a:lnTo>
                    <a:pt x="11508" y="13284"/>
                  </a:lnTo>
                  <a:lnTo>
                    <a:pt x="11430" y="13245"/>
                  </a:lnTo>
                  <a:lnTo>
                    <a:pt x="11237" y="13245"/>
                  </a:lnTo>
                  <a:lnTo>
                    <a:pt x="11160" y="13323"/>
                  </a:lnTo>
                  <a:lnTo>
                    <a:pt x="10967" y="13670"/>
                  </a:lnTo>
                  <a:lnTo>
                    <a:pt x="10774" y="13554"/>
                  </a:lnTo>
                  <a:lnTo>
                    <a:pt x="10658" y="13438"/>
                  </a:lnTo>
                  <a:lnTo>
                    <a:pt x="10619" y="13284"/>
                  </a:lnTo>
                  <a:lnTo>
                    <a:pt x="10581" y="13168"/>
                  </a:lnTo>
                  <a:lnTo>
                    <a:pt x="10619" y="13014"/>
                  </a:lnTo>
                  <a:lnTo>
                    <a:pt x="10658" y="12859"/>
                  </a:lnTo>
                  <a:lnTo>
                    <a:pt x="10851" y="12627"/>
                  </a:lnTo>
                  <a:lnTo>
                    <a:pt x="10928" y="12473"/>
                  </a:lnTo>
                  <a:lnTo>
                    <a:pt x="11044" y="12357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0"/>
                  </a:moveTo>
                  <a:lnTo>
                    <a:pt x="348" y="39"/>
                  </a:lnTo>
                  <a:lnTo>
                    <a:pt x="271" y="116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2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5"/>
                  </a:lnTo>
                  <a:lnTo>
                    <a:pt x="232" y="4518"/>
                  </a:lnTo>
                  <a:lnTo>
                    <a:pt x="348" y="4750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5"/>
                  </a:lnTo>
                  <a:lnTo>
                    <a:pt x="5445" y="11817"/>
                  </a:lnTo>
                  <a:lnTo>
                    <a:pt x="6874" y="13747"/>
                  </a:lnTo>
                  <a:lnTo>
                    <a:pt x="8341" y="15639"/>
                  </a:lnTo>
                  <a:lnTo>
                    <a:pt x="7492" y="15987"/>
                  </a:lnTo>
                  <a:lnTo>
                    <a:pt x="6642" y="16257"/>
                  </a:lnTo>
                  <a:lnTo>
                    <a:pt x="6642" y="16257"/>
                  </a:lnTo>
                  <a:lnTo>
                    <a:pt x="6681" y="16103"/>
                  </a:lnTo>
                  <a:lnTo>
                    <a:pt x="6681" y="15948"/>
                  </a:lnTo>
                  <a:lnTo>
                    <a:pt x="6642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3" y="15369"/>
                  </a:lnTo>
                  <a:lnTo>
                    <a:pt x="6179" y="15292"/>
                  </a:lnTo>
                  <a:lnTo>
                    <a:pt x="6024" y="15253"/>
                  </a:lnTo>
                  <a:lnTo>
                    <a:pt x="5715" y="15253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5" y="16296"/>
                  </a:lnTo>
                  <a:lnTo>
                    <a:pt x="4595" y="16566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7" y="17725"/>
                  </a:lnTo>
                  <a:lnTo>
                    <a:pt x="5368" y="17840"/>
                  </a:lnTo>
                  <a:lnTo>
                    <a:pt x="5677" y="17918"/>
                  </a:lnTo>
                  <a:lnTo>
                    <a:pt x="6024" y="17956"/>
                  </a:lnTo>
                  <a:lnTo>
                    <a:pt x="6372" y="17918"/>
                  </a:lnTo>
                  <a:lnTo>
                    <a:pt x="6719" y="17840"/>
                  </a:lnTo>
                  <a:lnTo>
                    <a:pt x="7105" y="17763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2"/>
                  </a:lnTo>
                  <a:lnTo>
                    <a:pt x="9229" y="16875"/>
                  </a:lnTo>
                  <a:lnTo>
                    <a:pt x="9461" y="16759"/>
                  </a:lnTo>
                  <a:lnTo>
                    <a:pt x="10233" y="16257"/>
                  </a:lnTo>
                  <a:lnTo>
                    <a:pt x="10812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3"/>
                  </a:lnTo>
                  <a:lnTo>
                    <a:pt x="11816" y="18149"/>
                  </a:lnTo>
                  <a:lnTo>
                    <a:pt x="11392" y="17454"/>
                  </a:lnTo>
                  <a:lnTo>
                    <a:pt x="10928" y="16759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3"/>
                  </a:lnTo>
                  <a:lnTo>
                    <a:pt x="11894" y="14790"/>
                  </a:lnTo>
                  <a:lnTo>
                    <a:pt x="12125" y="14558"/>
                  </a:lnTo>
                  <a:lnTo>
                    <a:pt x="12280" y="14288"/>
                  </a:lnTo>
                  <a:lnTo>
                    <a:pt x="12434" y="14056"/>
                  </a:lnTo>
                  <a:lnTo>
                    <a:pt x="12511" y="13786"/>
                  </a:lnTo>
                  <a:lnTo>
                    <a:pt x="12589" y="13554"/>
                  </a:lnTo>
                  <a:lnTo>
                    <a:pt x="12627" y="13284"/>
                  </a:lnTo>
                  <a:lnTo>
                    <a:pt x="12589" y="13052"/>
                  </a:lnTo>
                  <a:lnTo>
                    <a:pt x="12511" y="12821"/>
                  </a:lnTo>
                  <a:lnTo>
                    <a:pt x="12357" y="12589"/>
                  </a:lnTo>
                  <a:lnTo>
                    <a:pt x="12164" y="12357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8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0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0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19" y="13786"/>
                  </a:lnTo>
                  <a:lnTo>
                    <a:pt x="10812" y="13902"/>
                  </a:lnTo>
                  <a:lnTo>
                    <a:pt x="10504" y="14249"/>
                  </a:lnTo>
                  <a:lnTo>
                    <a:pt x="10156" y="14597"/>
                  </a:lnTo>
                  <a:lnTo>
                    <a:pt x="9770" y="14867"/>
                  </a:lnTo>
                  <a:lnTo>
                    <a:pt x="9430" y="15083"/>
                  </a:lnTo>
                  <a:lnTo>
                    <a:pt x="9461" y="15022"/>
                  </a:lnTo>
                  <a:lnTo>
                    <a:pt x="9500" y="14944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8"/>
                  </a:lnTo>
                  <a:lnTo>
                    <a:pt x="3823" y="1545"/>
                  </a:lnTo>
                  <a:lnTo>
                    <a:pt x="3514" y="1236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0" y="232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18"/>
            <p:cNvSpPr/>
            <p:nvPr/>
          </p:nvSpPr>
          <p:spPr>
            <a:xfrm>
              <a:off x="1681350" y="2914925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5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4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4" y="463"/>
                  </a:lnTo>
                  <a:lnTo>
                    <a:pt x="541" y="386"/>
                  </a:lnTo>
                  <a:lnTo>
                    <a:pt x="773" y="386"/>
                  </a:lnTo>
                  <a:lnTo>
                    <a:pt x="850" y="463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5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18"/>
            <p:cNvSpPr/>
            <p:nvPr/>
          </p:nvSpPr>
          <p:spPr>
            <a:xfrm>
              <a:off x="3785850" y="2943875"/>
              <a:ext cx="199850" cy="231725"/>
            </a:xfrm>
            <a:custGeom>
              <a:avLst/>
              <a:gdLst/>
              <a:ahLst/>
              <a:cxnLst/>
              <a:rect l="l" t="t" r="r" b="b"/>
              <a:pathLst>
                <a:path w="7994" h="9269" extrusionOk="0">
                  <a:moveTo>
                    <a:pt x="2163" y="1"/>
                  </a:moveTo>
                  <a:lnTo>
                    <a:pt x="2009" y="39"/>
                  </a:lnTo>
                  <a:lnTo>
                    <a:pt x="1854" y="78"/>
                  </a:lnTo>
                  <a:lnTo>
                    <a:pt x="1700" y="194"/>
                  </a:lnTo>
                  <a:lnTo>
                    <a:pt x="1429" y="425"/>
                  </a:lnTo>
                  <a:lnTo>
                    <a:pt x="1159" y="734"/>
                  </a:lnTo>
                  <a:lnTo>
                    <a:pt x="966" y="1005"/>
                  </a:lnTo>
                  <a:lnTo>
                    <a:pt x="696" y="1391"/>
                  </a:lnTo>
                  <a:lnTo>
                    <a:pt x="503" y="1777"/>
                  </a:lnTo>
                  <a:lnTo>
                    <a:pt x="310" y="2163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1" y="3514"/>
                  </a:lnTo>
                  <a:lnTo>
                    <a:pt x="1" y="3978"/>
                  </a:lnTo>
                  <a:lnTo>
                    <a:pt x="39" y="4441"/>
                  </a:lnTo>
                  <a:lnTo>
                    <a:pt x="155" y="4905"/>
                  </a:lnTo>
                  <a:lnTo>
                    <a:pt x="271" y="5368"/>
                  </a:lnTo>
                  <a:lnTo>
                    <a:pt x="464" y="5793"/>
                  </a:lnTo>
                  <a:lnTo>
                    <a:pt x="696" y="6218"/>
                  </a:lnTo>
                  <a:lnTo>
                    <a:pt x="1005" y="6179"/>
                  </a:lnTo>
                  <a:lnTo>
                    <a:pt x="850" y="5870"/>
                  </a:lnTo>
                  <a:lnTo>
                    <a:pt x="734" y="5522"/>
                  </a:lnTo>
                  <a:lnTo>
                    <a:pt x="618" y="5175"/>
                  </a:lnTo>
                  <a:lnTo>
                    <a:pt x="541" y="4789"/>
                  </a:lnTo>
                  <a:lnTo>
                    <a:pt x="503" y="4441"/>
                  </a:lnTo>
                  <a:lnTo>
                    <a:pt x="464" y="4055"/>
                  </a:lnTo>
                  <a:lnTo>
                    <a:pt x="464" y="3708"/>
                  </a:lnTo>
                  <a:lnTo>
                    <a:pt x="464" y="3360"/>
                  </a:lnTo>
                  <a:lnTo>
                    <a:pt x="503" y="2974"/>
                  </a:lnTo>
                  <a:lnTo>
                    <a:pt x="580" y="2626"/>
                  </a:lnTo>
                  <a:lnTo>
                    <a:pt x="696" y="2279"/>
                  </a:lnTo>
                  <a:lnTo>
                    <a:pt x="850" y="1931"/>
                  </a:lnTo>
                  <a:lnTo>
                    <a:pt x="1005" y="1622"/>
                  </a:lnTo>
                  <a:lnTo>
                    <a:pt x="1236" y="1313"/>
                  </a:lnTo>
                  <a:lnTo>
                    <a:pt x="1468" y="1043"/>
                  </a:lnTo>
                  <a:lnTo>
                    <a:pt x="1738" y="773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503"/>
                  </a:lnTo>
                  <a:lnTo>
                    <a:pt x="2279" y="618"/>
                  </a:lnTo>
                  <a:lnTo>
                    <a:pt x="2395" y="850"/>
                  </a:lnTo>
                  <a:lnTo>
                    <a:pt x="2588" y="1236"/>
                  </a:lnTo>
                  <a:lnTo>
                    <a:pt x="2742" y="1584"/>
                  </a:lnTo>
                  <a:lnTo>
                    <a:pt x="2858" y="1970"/>
                  </a:lnTo>
                  <a:lnTo>
                    <a:pt x="2974" y="2356"/>
                  </a:lnTo>
                  <a:lnTo>
                    <a:pt x="3051" y="2742"/>
                  </a:lnTo>
                  <a:lnTo>
                    <a:pt x="3090" y="3090"/>
                  </a:lnTo>
                  <a:lnTo>
                    <a:pt x="3090" y="3476"/>
                  </a:lnTo>
                  <a:lnTo>
                    <a:pt x="3051" y="3823"/>
                  </a:lnTo>
                  <a:lnTo>
                    <a:pt x="2974" y="4171"/>
                  </a:lnTo>
                  <a:lnTo>
                    <a:pt x="2897" y="4480"/>
                  </a:lnTo>
                  <a:lnTo>
                    <a:pt x="2742" y="4827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61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56" y="5793"/>
                  </a:lnTo>
                  <a:lnTo>
                    <a:pt x="2395" y="5831"/>
                  </a:lnTo>
                  <a:lnTo>
                    <a:pt x="2433" y="5793"/>
                  </a:lnTo>
                  <a:lnTo>
                    <a:pt x="2626" y="5754"/>
                  </a:lnTo>
                  <a:lnTo>
                    <a:pt x="2781" y="5716"/>
                  </a:lnTo>
                  <a:lnTo>
                    <a:pt x="3167" y="5677"/>
                  </a:lnTo>
                  <a:lnTo>
                    <a:pt x="3592" y="5716"/>
                  </a:lnTo>
                  <a:lnTo>
                    <a:pt x="4017" y="5831"/>
                  </a:lnTo>
                  <a:lnTo>
                    <a:pt x="4441" y="5947"/>
                  </a:lnTo>
                  <a:lnTo>
                    <a:pt x="4827" y="6102"/>
                  </a:lnTo>
                  <a:lnTo>
                    <a:pt x="5214" y="6295"/>
                  </a:lnTo>
                  <a:lnTo>
                    <a:pt x="5523" y="6449"/>
                  </a:lnTo>
                  <a:lnTo>
                    <a:pt x="5831" y="6642"/>
                  </a:lnTo>
                  <a:lnTo>
                    <a:pt x="6140" y="6874"/>
                  </a:lnTo>
                  <a:lnTo>
                    <a:pt x="6411" y="7106"/>
                  </a:lnTo>
                  <a:lnTo>
                    <a:pt x="6681" y="7337"/>
                  </a:lnTo>
                  <a:lnTo>
                    <a:pt x="6913" y="7646"/>
                  </a:lnTo>
                  <a:lnTo>
                    <a:pt x="7144" y="7917"/>
                  </a:lnTo>
                  <a:lnTo>
                    <a:pt x="7337" y="8225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56" y="8805"/>
                  </a:lnTo>
                  <a:lnTo>
                    <a:pt x="5870" y="8843"/>
                  </a:lnTo>
                  <a:lnTo>
                    <a:pt x="5445" y="8805"/>
                  </a:lnTo>
                  <a:lnTo>
                    <a:pt x="5059" y="8766"/>
                  </a:lnTo>
                  <a:lnTo>
                    <a:pt x="4634" y="8650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33" y="7106"/>
                  </a:lnTo>
                  <a:lnTo>
                    <a:pt x="1931" y="6604"/>
                  </a:lnTo>
                  <a:lnTo>
                    <a:pt x="1854" y="6526"/>
                  </a:lnTo>
                  <a:lnTo>
                    <a:pt x="1777" y="6526"/>
                  </a:lnTo>
                  <a:lnTo>
                    <a:pt x="1661" y="6565"/>
                  </a:lnTo>
                  <a:lnTo>
                    <a:pt x="1622" y="6565"/>
                  </a:lnTo>
                  <a:lnTo>
                    <a:pt x="1584" y="6604"/>
                  </a:lnTo>
                  <a:lnTo>
                    <a:pt x="1429" y="6874"/>
                  </a:lnTo>
                  <a:lnTo>
                    <a:pt x="1622" y="6913"/>
                  </a:lnTo>
                  <a:lnTo>
                    <a:pt x="2240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592" y="8573"/>
                  </a:lnTo>
                  <a:lnTo>
                    <a:pt x="3978" y="8805"/>
                  </a:lnTo>
                  <a:lnTo>
                    <a:pt x="4364" y="8998"/>
                  </a:lnTo>
                  <a:lnTo>
                    <a:pt x="4789" y="9152"/>
                  </a:lnTo>
                  <a:lnTo>
                    <a:pt x="5252" y="9229"/>
                  </a:lnTo>
                  <a:lnTo>
                    <a:pt x="5677" y="9268"/>
                  </a:lnTo>
                  <a:lnTo>
                    <a:pt x="6102" y="9229"/>
                  </a:lnTo>
                  <a:lnTo>
                    <a:pt x="6565" y="9191"/>
                  </a:lnTo>
                  <a:lnTo>
                    <a:pt x="6990" y="9114"/>
                  </a:lnTo>
                  <a:lnTo>
                    <a:pt x="7878" y="8882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7994" y="8650"/>
                  </a:lnTo>
                  <a:lnTo>
                    <a:pt x="7994" y="8573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183" y="7299"/>
                  </a:lnTo>
                  <a:lnTo>
                    <a:pt x="6874" y="6951"/>
                  </a:lnTo>
                  <a:lnTo>
                    <a:pt x="6488" y="6604"/>
                  </a:lnTo>
                  <a:lnTo>
                    <a:pt x="6102" y="6295"/>
                  </a:lnTo>
                  <a:lnTo>
                    <a:pt x="5677" y="6063"/>
                  </a:lnTo>
                  <a:lnTo>
                    <a:pt x="5252" y="5831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01" y="5368"/>
                  </a:lnTo>
                  <a:lnTo>
                    <a:pt x="3592" y="5329"/>
                  </a:lnTo>
                  <a:lnTo>
                    <a:pt x="3283" y="5291"/>
                  </a:lnTo>
                  <a:lnTo>
                    <a:pt x="2974" y="5291"/>
                  </a:lnTo>
                  <a:lnTo>
                    <a:pt x="3167" y="4982"/>
                  </a:lnTo>
                  <a:lnTo>
                    <a:pt x="3283" y="4673"/>
                  </a:lnTo>
                  <a:lnTo>
                    <a:pt x="3399" y="4325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44"/>
                  </a:lnTo>
                  <a:lnTo>
                    <a:pt x="3476" y="2858"/>
                  </a:lnTo>
                  <a:lnTo>
                    <a:pt x="3437" y="2510"/>
                  </a:lnTo>
                  <a:lnTo>
                    <a:pt x="3322" y="1970"/>
                  </a:lnTo>
                  <a:lnTo>
                    <a:pt x="3128" y="1468"/>
                  </a:lnTo>
                  <a:lnTo>
                    <a:pt x="2935" y="1005"/>
                  </a:lnTo>
                  <a:lnTo>
                    <a:pt x="2704" y="503"/>
                  </a:lnTo>
                  <a:lnTo>
                    <a:pt x="2588" y="309"/>
                  </a:lnTo>
                  <a:lnTo>
                    <a:pt x="2433" y="116"/>
                  </a:lnTo>
                  <a:lnTo>
                    <a:pt x="2356" y="78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18"/>
            <p:cNvSpPr/>
            <p:nvPr/>
          </p:nvSpPr>
          <p:spPr>
            <a:xfrm>
              <a:off x="1264300" y="2944850"/>
              <a:ext cx="455675" cy="657425"/>
            </a:xfrm>
            <a:custGeom>
              <a:avLst/>
              <a:gdLst/>
              <a:ahLst/>
              <a:cxnLst/>
              <a:rect l="l" t="t" r="r" b="b"/>
              <a:pathLst>
                <a:path w="18227" h="26297" extrusionOk="0">
                  <a:moveTo>
                    <a:pt x="310" y="348"/>
                  </a:moveTo>
                  <a:lnTo>
                    <a:pt x="425" y="386"/>
                  </a:lnTo>
                  <a:lnTo>
                    <a:pt x="1700" y="1429"/>
                  </a:lnTo>
                  <a:lnTo>
                    <a:pt x="2974" y="2510"/>
                  </a:lnTo>
                  <a:lnTo>
                    <a:pt x="4210" y="3591"/>
                  </a:lnTo>
                  <a:lnTo>
                    <a:pt x="5445" y="4673"/>
                  </a:lnTo>
                  <a:lnTo>
                    <a:pt x="5098" y="5290"/>
                  </a:lnTo>
                  <a:lnTo>
                    <a:pt x="4943" y="5599"/>
                  </a:lnTo>
                  <a:lnTo>
                    <a:pt x="4712" y="5831"/>
                  </a:lnTo>
                  <a:lnTo>
                    <a:pt x="4519" y="6101"/>
                  </a:lnTo>
                  <a:lnTo>
                    <a:pt x="4248" y="6294"/>
                  </a:lnTo>
                  <a:lnTo>
                    <a:pt x="3978" y="6526"/>
                  </a:lnTo>
                  <a:lnTo>
                    <a:pt x="3669" y="6680"/>
                  </a:lnTo>
                  <a:lnTo>
                    <a:pt x="3360" y="6835"/>
                  </a:lnTo>
                  <a:lnTo>
                    <a:pt x="3051" y="6989"/>
                  </a:lnTo>
                  <a:lnTo>
                    <a:pt x="2395" y="7182"/>
                  </a:lnTo>
                  <a:lnTo>
                    <a:pt x="1738" y="7298"/>
                  </a:lnTo>
                  <a:lnTo>
                    <a:pt x="1082" y="7414"/>
                  </a:lnTo>
                  <a:lnTo>
                    <a:pt x="889" y="6526"/>
                  </a:lnTo>
                  <a:lnTo>
                    <a:pt x="734" y="5677"/>
                  </a:lnTo>
                  <a:lnTo>
                    <a:pt x="580" y="4788"/>
                  </a:lnTo>
                  <a:lnTo>
                    <a:pt x="464" y="3900"/>
                  </a:lnTo>
                  <a:lnTo>
                    <a:pt x="387" y="3012"/>
                  </a:lnTo>
                  <a:lnTo>
                    <a:pt x="348" y="2124"/>
                  </a:lnTo>
                  <a:lnTo>
                    <a:pt x="310" y="1236"/>
                  </a:lnTo>
                  <a:lnTo>
                    <a:pt x="310" y="348"/>
                  </a:lnTo>
                  <a:close/>
                  <a:moveTo>
                    <a:pt x="12357" y="12318"/>
                  </a:moveTo>
                  <a:lnTo>
                    <a:pt x="13014" y="12473"/>
                  </a:lnTo>
                  <a:lnTo>
                    <a:pt x="13709" y="12550"/>
                  </a:lnTo>
                  <a:lnTo>
                    <a:pt x="14404" y="12589"/>
                  </a:lnTo>
                  <a:lnTo>
                    <a:pt x="15060" y="12550"/>
                  </a:lnTo>
                  <a:lnTo>
                    <a:pt x="15640" y="13901"/>
                  </a:lnTo>
                  <a:lnTo>
                    <a:pt x="16296" y="15214"/>
                  </a:lnTo>
                  <a:lnTo>
                    <a:pt x="17648" y="17840"/>
                  </a:lnTo>
                  <a:lnTo>
                    <a:pt x="16644" y="17686"/>
                  </a:lnTo>
                  <a:lnTo>
                    <a:pt x="15640" y="17647"/>
                  </a:lnTo>
                  <a:lnTo>
                    <a:pt x="15331" y="17608"/>
                  </a:lnTo>
                  <a:lnTo>
                    <a:pt x="15099" y="17531"/>
                  </a:lnTo>
                  <a:lnTo>
                    <a:pt x="14983" y="17493"/>
                  </a:lnTo>
                  <a:lnTo>
                    <a:pt x="14906" y="17415"/>
                  </a:lnTo>
                  <a:lnTo>
                    <a:pt x="14751" y="17106"/>
                  </a:lnTo>
                  <a:lnTo>
                    <a:pt x="14365" y="16489"/>
                  </a:lnTo>
                  <a:lnTo>
                    <a:pt x="13979" y="15832"/>
                  </a:lnTo>
                  <a:lnTo>
                    <a:pt x="13941" y="15794"/>
                  </a:lnTo>
                  <a:lnTo>
                    <a:pt x="13902" y="15755"/>
                  </a:lnTo>
                  <a:lnTo>
                    <a:pt x="13747" y="15755"/>
                  </a:lnTo>
                  <a:lnTo>
                    <a:pt x="13670" y="15214"/>
                  </a:lnTo>
                  <a:lnTo>
                    <a:pt x="13516" y="14712"/>
                  </a:lnTo>
                  <a:lnTo>
                    <a:pt x="13323" y="14172"/>
                  </a:lnTo>
                  <a:lnTo>
                    <a:pt x="13091" y="13670"/>
                  </a:lnTo>
                  <a:lnTo>
                    <a:pt x="12744" y="13013"/>
                  </a:lnTo>
                  <a:lnTo>
                    <a:pt x="12357" y="12318"/>
                  </a:lnTo>
                  <a:close/>
                  <a:moveTo>
                    <a:pt x="5677" y="4904"/>
                  </a:moveTo>
                  <a:lnTo>
                    <a:pt x="6720" y="5947"/>
                  </a:lnTo>
                  <a:lnTo>
                    <a:pt x="7762" y="6989"/>
                  </a:lnTo>
                  <a:lnTo>
                    <a:pt x="8612" y="7916"/>
                  </a:lnTo>
                  <a:lnTo>
                    <a:pt x="9423" y="8920"/>
                  </a:lnTo>
                  <a:lnTo>
                    <a:pt x="10234" y="9886"/>
                  </a:lnTo>
                  <a:lnTo>
                    <a:pt x="10967" y="10928"/>
                  </a:lnTo>
                  <a:lnTo>
                    <a:pt x="11701" y="12009"/>
                  </a:lnTo>
                  <a:lnTo>
                    <a:pt x="12087" y="12550"/>
                  </a:lnTo>
                  <a:lnTo>
                    <a:pt x="12396" y="13129"/>
                  </a:lnTo>
                  <a:lnTo>
                    <a:pt x="12705" y="13708"/>
                  </a:lnTo>
                  <a:lnTo>
                    <a:pt x="12975" y="14326"/>
                  </a:lnTo>
                  <a:lnTo>
                    <a:pt x="13207" y="14944"/>
                  </a:lnTo>
                  <a:lnTo>
                    <a:pt x="13361" y="15562"/>
                  </a:lnTo>
                  <a:lnTo>
                    <a:pt x="13439" y="16180"/>
                  </a:lnTo>
                  <a:lnTo>
                    <a:pt x="13400" y="16759"/>
                  </a:lnTo>
                  <a:lnTo>
                    <a:pt x="13361" y="17068"/>
                  </a:lnTo>
                  <a:lnTo>
                    <a:pt x="13284" y="17338"/>
                  </a:lnTo>
                  <a:lnTo>
                    <a:pt x="13207" y="17608"/>
                  </a:lnTo>
                  <a:lnTo>
                    <a:pt x="13091" y="17879"/>
                  </a:lnTo>
                  <a:lnTo>
                    <a:pt x="12975" y="18149"/>
                  </a:lnTo>
                  <a:lnTo>
                    <a:pt x="12821" y="18381"/>
                  </a:lnTo>
                  <a:lnTo>
                    <a:pt x="12628" y="18612"/>
                  </a:lnTo>
                  <a:lnTo>
                    <a:pt x="12435" y="18806"/>
                  </a:lnTo>
                  <a:lnTo>
                    <a:pt x="12203" y="18999"/>
                  </a:lnTo>
                  <a:lnTo>
                    <a:pt x="11971" y="19153"/>
                  </a:lnTo>
                  <a:lnTo>
                    <a:pt x="11662" y="19308"/>
                  </a:lnTo>
                  <a:lnTo>
                    <a:pt x="11392" y="19423"/>
                  </a:lnTo>
                  <a:lnTo>
                    <a:pt x="10813" y="19539"/>
                  </a:lnTo>
                  <a:lnTo>
                    <a:pt x="10234" y="19616"/>
                  </a:lnTo>
                  <a:lnTo>
                    <a:pt x="9693" y="19578"/>
                  </a:lnTo>
                  <a:lnTo>
                    <a:pt x="9114" y="19462"/>
                  </a:lnTo>
                  <a:lnTo>
                    <a:pt x="8573" y="19308"/>
                  </a:lnTo>
                  <a:lnTo>
                    <a:pt x="8032" y="19076"/>
                  </a:lnTo>
                  <a:lnTo>
                    <a:pt x="7531" y="18767"/>
                  </a:lnTo>
                  <a:lnTo>
                    <a:pt x="7067" y="18458"/>
                  </a:lnTo>
                  <a:lnTo>
                    <a:pt x="6642" y="18072"/>
                  </a:lnTo>
                  <a:lnTo>
                    <a:pt x="6256" y="17686"/>
                  </a:lnTo>
                  <a:lnTo>
                    <a:pt x="5870" y="17261"/>
                  </a:lnTo>
                  <a:lnTo>
                    <a:pt x="5484" y="16798"/>
                  </a:lnTo>
                  <a:lnTo>
                    <a:pt x="4827" y="15871"/>
                  </a:lnTo>
                  <a:lnTo>
                    <a:pt x="4210" y="14944"/>
                  </a:lnTo>
                  <a:lnTo>
                    <a:pt x="3592" y="13901"/>
                  </a:lnTo>
                  <a:lnTo>
                    <a:pt x="3051" y="12859"/>
                  </a:lnTo>
                  <a:lnTo>
                    <a:pt x="2549" y="11778"/>
                  </a:lnTo>
                  <a:lnTo>
                    <a:pt x="2086" y="10696"/>
                  </a:lnTo>
                  <a:lnTo>
                    <a:pt x="1816" y="9963"/>
                  </a:lnTo>
                  <a:lnTo>
                    <a:pt x="1584" y="9190"/>
                  </a:lnTo>
                  <a:lnTo>
                    <a:pt x="1352" y="8457"/>
                  </a:lnTo>
                  <a:lnTo>
                    <a:pt x="1159" y="7723"/>
                  </a:lnTo>
                  <a:lnTo>
                    <a:pt x="1816" y="7646"/>
                  </a:lnTo>
                  <a:lnTo>
                    <a:pt x="2549" y="7491"/>
                  </a:lnTo>
                  <a:lnTo>
                    <a:pt x="3244" y="7298"/>
                  </a:lnTo>
                  <a:lnTo>
                    <a:pt x="3592" y="7144"/>
                  </a:lnTo>
                  <a:lnTo>
                    <a:pt x="3901" y="6989"/>
                  </a:lnTo>
                  <a:lnTo>
                    <a:pt x="4248" y="6796"/>
                  </a:lnTo>
                  <a:lnTo>
                    <a:pt x="4519" y="6603"/>
                  </a:lnTo>
                  <a:lnTo>
                    <a:pt x="4789" y="6410"/>
                  </a:lnTo>
                  <a:lnTo>
                    <a:pt x="5059" y="6140"/>
                  </a:lnTo>
                  <a:lnTo>
                    <a:pt x="5252" y="5870"/>
                  </a:lnTo>
                  <a:lnTo>
                    <a:pt x="5445" y="5599"/>
                  </a:lnTo>
                  <a:lnTo>
                    <a:pt x="5561" y="5252"/>
                  </a:lnTo>
                  <a:lnTo>
                    <a:pt x="5677" y="4904"/>
                  </a:lnTo>
                  <a:close/>
                  <a:moveTo>
                    <a:pt x="13284" y="18381"/>
                  </a:moveTo>
                  <a:lnTo>
                    <a:pt x="13593" y="18612"/>
                  </a:lnTo>
                  <a:lnTo>
                    <a:pt x="13902" y="18844"/>
                  </a:lnTo>
                  <a:lnTo>
                    <a:pt x="13632" y="19230"/>
                  </a:lnTo>
                  <a:lnTo>
                    <a:pt x="13323" y="19578"/>
                  </a:lnTo>
                  <a:lnTo>
                    <a:pt x="12975" y="19887"/>
                  </a:lnTo>
                  <a:lnTo>
                    <a:pt x="12589" y="20157"/>
                  </a:lnTo>
                  <a:lnTo>
                    <a:pt x="12164" y="20350"/>
                  </a:lnTo>
                  <a:lnTo>
                    <a:pt x="11701" y="20505"/>
                  </a:lnTo>
                  <a:lnTo>
                    <a:pt x="11238" y="20582"/>
                  </a:lnTo>
                  <a:lnTo>
                    <a:pt x="10736" y="20620"/>
                  </a:lnTo>
                  <a:lnTo>
                    <a:pt x="10697" y="20620"/>
                  </a:lnTo>
                  <a:lnTo>
                    <a:pt x="10581" y="19964"/>
                  </a:lnTo>
                  <a:lnTo>
                    <a:pt x="10967" y="19887"/>
                  </a:lnTo>
                  <a:lnTo>
                    <a:pt x="11392" y="19810"/>
                  </a:lnTo>
                  <a:lnTo>
                    <a:pt x="11740" y="19694"/>
                  </a:lnTo>
                  <a:lnTo>
                    <a:pt x="12126" y="19501"/>
                  </a:lnTo>
                  <a:lnTo>
                    <a:pt x="12473" y="19308"/>
                  </a:lnTo>
                  <a:lnTo>
                    <a:pt x="12782" y="19037"/>
                  </a:lnTo>
                  <a:lnTo>
                    <a:pt x="13052" y="18728"/>
                  </a:lnTo>
                  <a:lnTo>
                    <a:pt x="13284" y="18381"/>
                  </a:lnTo>
                  <a:close/>
                  <a:moveTo>
                    <a:pt x="14172" y="18999"/>
                  </a:moveTo>
                  <a:lnTo>
                    <a:pt x="14636" y="19230"/>
                  </a:lnTo>
                  <a:lnTo>
                    <a:pt x="14327" y="19732"/>
                  </a:lnTo>
                  <a:lnTo>
                    <a:pt x="13941" y="20157"/>
                  </a:lnTo>
                  <a:lnTo>
                    <a:pt x="13516" y="20543"/>
                  </a:lnTo>
                  <a:lnTo>
                    <a:pt x="13091" y="20852"/>
                  </a:lnTo>
                  <a:lnTo>
                    <a:pt x="12589" y="21122"/>
                  </a:lnTo>
                  <a:lnTo>
                    <a:pt x="12087" y="21315"/>
                  </a:lnTo>
                  <a:lnTo>
                    <a:pt x="11508" y="21470"/>
                  </a:lnTo>
                  <a:lnTo>
                    <a:pt x="10929" y="21624"/>
                  </a:lnTo>
                  <a:lnTo>
                    <a:pt x="10929" y="21393"/>
                  </a:lnTo>
                  <a:lnTo>
                    <a:pt x="10851" y="21200"/>
                  </a:lnTo>
                  <a:lnTo>
                    <a:pt x="10736" y="20814"/>
                  </a:lnTo>
                  <a:lnTo>
                    <a:pt x="11276" y="20852"/>
                  </a:lnTo>
                  <a:lnTo>
                    <a:pt x="11778" y="20775"/>
                  </a:lnTo>
                  <a:lnTo>
                    <a:pt x="12280" y="20659"/>
                  </a:lnTo>
                  <a:lnTo>
                    <a:pt x="12744" y="20427"/>
                  </a:lnTo>
                  <a:lnTo>
                    <a:pt x="13168" y="20157"/>
                  </a:lnTo>
                  <a:lnTo>
                    <a:pt x="13554" y="19810"/>
                  </a:lnTo>
                  <a:lnTo>
                    <a:pt x="13863" y="19423"/>
                  </a:lnTo>
                  <a:lnTo>
                    <a:pt x="14172" y="18999"/>
                  </a:lnTo>
                  <a:close/>
                  <a:moveTo>
                    <a:pt x="14018" y="20659"/>
                  </a:moveTo>
                  <a:lnTo>
                    <a:pt x="14172" y="20852"/>
                  </a:lnTo>
                  <a:lnTo>
                    <a:pt x="14288" y="20968"/>
                  </a:lnTo>
                  <a:lnTo>
                    <a:pt x="14134" y="21007"/>
                  </a:lnTo>
                  <a:lnTo>
                    <a:pt x="14056" y="21045"/>
                  </a:lnTo>
                  <a:lnTo>
                    <a:pt x="14018" y="21122"/>
                  </a:lnTo>
                  <a:lnTo>
                    <a:pt x="13979" y="21200"/>
                  </a:lnTo>
                  <a:lnTo>
                    <a:pt x="14018" y="21277"/>
                  </a:lnTo>
                  <a:lnTo>
                    <a:pt x="14404" y="21663"/>
                  </a:lnTo>
                  <a:lnTo>
                    <a:pt x="14751" y="22049"/>
                  </a:lnTo>
                  <a:lnTo>
                    <a:pt x="15099" y="22435"/>
                  </a:lnTo>
                  <a:lnTo>
                    <a:pt x="15408" y="22860"/>
                  </a:lnTo>
                  <a:lnTo>
                    <a:pt x="15678" y="23285"/>
                  </a:lnTo>
                  <a:lnTo>
                    <a:pt x="15910" y="23748"/>
                  </a:lnTo>
                  <a:lnTo>
                    <a:pt x="16142" y="24250"/>
                  </a:lnTo>
                  <a:lnTo>
                    <a:pt x="16335" y="24714"/>
                  </a:lnTo>
                  <a:lnTo>
                    <a:pt x="15871" y="24636"/>
                  </a:lnTo>
                  <a:lnTo>
                    <a:pt x="15485" y="24521"/>
                  </a:lnTo>
                  <a:lnTo>
                    <a:pt x="15099" y="24327"/>
                  </a:lnTo>
                  <a:lnTo>
                    <a:pt x="14790" y="24096"/>
                  </a:lnTo>
                  <a:lnTo>
                    <a:pt x="14481" y="23825"/>
                  </a:lnTo>
                  <a:lnTo>
                    <a:pt x="14211" y="23517"/>
                  </a:lnTo>
                  <a:lnTo>
                    <a:pt x="13979" y="23169"/>
                  </a:lnTo>
                  <a:lnTo>
                    <a:pt x="13747" y="22744"/>
                  </a:lnTo>
                  <a:lnTo>
                    <a:pt x="13593" y="22397"/>
                  </a:lnTo>
                  <a:lnTo>
                    <a:pt x="13400" y="22126"/>
                  </a:lnTo>
                  <a:lnTo>
                    <a:pt x="13284" y="22011"/>
                  </a:lnTo>
                  <a:lnTo>
                    <a:pt x="13130" y="21895"/>
                  </a:lnTo>
                  <a:lnTo>
                    <a:pt x="12975" y="21856"/>
                  </a:lnTo>
                  <a:lnTo>
                    <a:pt x="12821" y="21895"/>
                  </a:lnTo>
                  <a:lnTo>
                    <a:pt x="12821" y="21702"/>
                  </a:lnTo>
                  <a:lnTo>
                    <a:pt x="12898" y="21470"/>
                  </a:lnTo>
                  <a:lnTo>
                    <a:pt x="13207" y="21315"/>
                  </a:lnTo>
                  <a:lnTo>
                    <a:pt x="13477" y="21122"/>
                  </a:lnTo>
                  <a:lnTo>
                    <a:pt x="13786" y="20891"/>
                  </a:lnTo>
                  <a:lnTo>
                    <a:pt x="14018" y="20659"/>
                  </a:lnTo>
                  <a:close/>
                  <a:moveTo>
                    <a:pt x="5291" y="17145"/>
                  </a:moveTo>
                  <a:lnTo>
                    <a:pt x="5677" y="17608"/>
                  </a:lnTo>
                  <a:lnTo>
                    <a:pt x="6102" y="18072"/>
                  </a:lnTo>
                  <a:lnTo>
                    <a:pt x="6565" y="18497"/>
                  </a:lnTo>
                  <a:lnTo>
                    <a:pt x="7029" y="18883"/>
                  </a:lnTo>
                  <a:lnTo>
                    <a:pt x="7531" y="19192"/>
                  </a:lnTo>
                  <a:lnTo>
                    <a:pt x="7531" y="19230"/>
                  </a:lnTo>
                  <a:lnTo>
                    <a:pt x="7917" y="19964"/>
                  </a:lnTo>
                  <a:lnTo>
                    <a:pt x="8380" y="20698"/>
                  </a:lnTo>
                  <a:lnTo>
                    <a:pt x="8573" y="20968"/>
                  </a:lnTo>
                  <a:lnTo>
                    <a:pt x="8805" y="21238"/>
                  </a:lnTo>
                  <a:lnTo>
                    <a:pt x="8998" y="21509"/>
                  </a:lnTo>
                  <a:lnTo>
                    <a:pt x="9036" y="21663"/>
                  </a:lnTo>
                  <a:lnTo>
                    <a:pt x="9075" y="21817"/>
                  </a:lnTo>
                  <a:lnTo>
                    <a:pt x="9075" y="22011"/>
                  </a:lnTo>
                  <a:lnTo>
                    <a:pt x="9036" y="22204"/>
                  </a:lnTo>
                  <a:lnTo>
                    <a:pt x="8882" y="22590"/>
                  </a:lnTo>
                  <a:lnTo>
                    <a:pt x="8496" y="23362"/>
                  </a:lnTo>
                  <a:lnTo>
                    <a:pt x="7955" y="24868"/>
                  </a:lnTo>
                  <a:lnTo>
                    <a:pt x="7608" y="24173"/>
                  </a:lnTo>
                  <a:lnTo>
                    <a:pt x="7260" y="23555"/>
                  </a:lnTo>
                  <a:lnTo>
                    <a:pt x="6874" y="22899"/>
                  </a:lnTo>
                  <a:lnTo>
                    <a:pt x="6488" y="22281"/>
                  </a:lnTo>
                  <a:lnTo>
                    <a:pt x="5716" y="21315"/>
                  </a:lnTo>
                  <a:lnTo>
                    <a:pt x="5214" y="20736"/>
                  </a:lnTo>
                  <a:lnTo>
                    <a:pt x="4982" y="20389"/>
                  </a:lnTo>
                  <a:lnTo>
                    <a:pt x="4789" y="20080"/>
                  </a:lnTo>
                  <a:lnTo>
                    <a:pt x="4827" y="20003"/>
                  </a:lnTo>
                  <a:lnTo>
                    <a:pt x="4827" y="19925"/>
                  </a:lnTo>
                  <a:lnTo>
                    <a:pt x="4827" y="19887"/>
                  </a:lnTo>
                  <a:lnTo>
                    <a:pt x="4750" y="19810"/>
                  </a:lnTo>
                  <a:lnTo>
                    <a:pt x="5021" y="18458"/>
                  </a:lnTo>
                  <a:lnTo>
                    <a:pt x="5291" y="17145"/>
                  </a:lnTo>
                  <a:close/>
                  <a:moveTo>
                    <a:pt x="14481" y="20157"/>
                  </a:moveTo>
                  <a:lnTo>
                    <a:pt x="15022" y="20273"/>
                  </a:lnTo>
                  <a:lnTo>
                    <a:pt x="15485" y="20466"/>
                  </a:lnTo>
                  <a:lnTo>
                    <a:pt x="15987" y="20659"/>
                  </a:lnTo>
                  <a:lnTo>
                    <a:pt x="16451" y="20891"/>
                  </a:lnTo>
                  <a:lnTo>
                    <a:pt x="16180" y="21007"/>
                  </a:lnTo>
                  <a:lnTo>
                    <a:pt x="15949" y="21007"/>
                  </a:lnTo>
                  <a:lnTo>
                    <a:pt x="15678" y="20968"/>
                  </a:lnTo>
                  <a:lnTo>
                    <a:pt x="15447" y="20891"/>
                  </a:lnTo>
                  <a:lnTo>
                    <a:pt x="15292" y="20891"/>
                  </a:lnTo>
                  <a:lnTo>
                    <a:pt x="15176" y="20968"/>
                  </a:lnTo>
                  <a:lnTo>
                    <a:pt x="15176" y="21045"/>
                  </a:lnTo>
                  <a:lnTo>
                    <a:pt x="15176" y="21084"/>
                  </a:lnTo>
                  <a:lnTo>
                    <a:pt x="15215" y="21161"/>
                  </a:lnTo>
                  <a:lnTo>
                    <a:pt x="15253" y="21200"/>
                  </a:lnTo>
                  <a:lnTo>
                    <a:pt x="15794" y="21547"/>
                  </a:lnTo>
                  <a:lnTo>
                    <a:pt x="16257" y="21972"/>
                  </a:lnTo>
                  <a:lnTo>
                    <a:pt x="16489" y="22204"/>
                  </a:lnTo>
                  <a:lnTo>
                    <a:pt x="16682" y="22435"/>
                  </a:lnTo>
                  <a:lnTo>
                    <a:pt x="16837" y="22706"/>
                  </a:lnTo>
                  <a:lnTo>
                    <a:pt x="16991" y="22976"/>
                  </a:lnTo>
                  <a:lnTo>
                    <a:pt x="17223" y="23517"/>
                  </a:lnTo>
                  <a:lnTo>
                    <a:pt x="17339" y="23825"/>
                  </a:lnTo>
                  <a:lnTo>
                    <a:pt x="17416" y="24173"/>
                  </a:lnTo>
                  <a:lnTo>
                    <a:pt x="17493" y="24482"/>
                  </a:lnTo>
                  <a:lnTo>
                    <a:pt x="17532" y="24791"/>
                  </a:lnTo>
                  <a:lnTo>
                    <a:pt x="17493" y="25100"/>
                  </a:lnTo>
                  <a:lnTo>
                    <a:pt x="17455" y="25409"/>
                  </a:lnTo>
                  <a:lnTo>
                    <a:pt x="17339" y="25602"/>
                  </a:lnTo>
                  <a:lnTo>
                    <a:pt x="17223" y="25756"/>
                  </a:lnTo>
                  <a:lnTo>
                    <a:pt x="17068" y="25833"/>
                  </a:lnTo>
                  <a:lnTo>
                    <a:pt x="16914" y="25872"/>
                  </a:lnTo>
                  <a:lnTo>
                    <a:pt x="16528" y="25872"/>
                  </a:lnTo>
                  <a:lnTo>
                    <a:pt x="16103" y="25756"/>
                  </a:lnTo>
                  <a:lnTo>
                    <a:pt x="15447" y="25563"/>
                  </a:lnTo>
                  <a:lnTo>
                    <a:pt x="15099" y="25409"/>
                  </a:lnTo>
                  <a:lnTo>
                    <a:pt x="14790" y="25254"/>
                  </a:lnTo>
                  <a:lnTo>
                    <a:pt x="14443" y="25061"/>
                  </a:lnTo>
                  <a:lnTo>
                    <a:pt x="14095" y="24829"/>
                  </a:lnTo>
                  <a:lnTo>
                    <a:pt x="13786" y="24559"/>
                  </a:lnTo>
                  <a:lnTo>
                    <a:pt x="13516" y="24250"/>
                  </a:lnTo>
                  <a:lnTo>
                    <a:pt x="13284" y="23903"/>
                  </a:lnTo>
                  <a:lnTo>
                    <a:pt x="13091" y="23555"/>
                  </a:lnTo>
                  <a:lnTo>
                    <a:pt x="12937" y="23208"/>
                  </a:lnTo>
                  <a:lnTo>
                    <a:pt x="12821" y="22783"/>
                  </a:lnTo>
                  <a:lnTo>
                    <a:pt x="12744" y="22706"/>
                  </a:lnTo>
                  <a:lnTo>
                    <a:pt x="12666" y="22667"/>
                  </a:lnTo>
                  <a:lnTo>
                    <a:pt x="12589" y="22706"/>
                  </a:lnTo>
                  <a:lnTo>
                    <a:pt x="12512" y="22744"/>
                  </a:lnTo>
                  <a:lnTo>
                    <a:pt x="12048" y="23439"/>
                  </a:lnTo>
                  <a:lnTo>
                    <a:pt x="11933" y="23053"/>
                  </a:lnTo>
                  <a:lnTo>
                    <a:pt x="11855" y="22628"/>
                  </a:lnTo>
                  <a:lnTo>
                    <a:pt x="11855" y="22242"/>
                  </a:lnTo>
                  <a:lnTo>
                    <a:pt x="11894" y="21817"/>
                  </a:lnTo>
                  <a:lnTo>
                    <a:pt x="12280" y="21740"/>
                  </a:lnTo>
                  <a:lnTo>
                    <a:pt x="12666" y="21586"/>
                  </a:lnTo>
                  <a:lnTo>
                    <a:pt x="12589" y="21817"/>
                  </a:lnTo>
                  <a:lnTo>
                    <a:pt x="12589" y="22049"/>
                  </a:lnTo>
                  <a:lnTo>
                    <a:pt x="12589" y="22126"/>
                  </a:lnTo>
                  <a:lnTo>
                    <a:pt x="12628" y="22165"/>
                  </a:lnTo>
                  <a:lnTo>
                    <a:pt x="12937" y="22165"/>
                  </a:lnTo>
                  <a:lnTo>
                    <a:pt x="13130" y="22319"/>
                  </a:lnTo>
                  <a:lnTo>
                    <a:pt x="13323" y="22551"/>
                  </a:lnTo>
                  <a:lnTo>
                    <a:pt x="13516" y="22821"/>
                  </a:lnTo>
                  <a:lnTo>
                    <a:pt x="13863" y="23439"/>
                  </a:lnTo>
                  <a:lnTo>
                    <a:pt x="14095" y="23825"/>
                  </a:lnTo>
                  <a:lnTo>
                    <a:pt x="14404" y="24173"/>
                  </a:lnTo>
                  <a:lnTo>
                    <a:pt x="14751" y="24482"/>
                  </a:lnTo>
                  <a:lnTo>
                    <a:pt x="15176" y="24752"/>
                  </a:lnTo>
                  <a:lnTo>
                    <a:pt x="15640" y="24907"/>
                  </a:lnTo>
                  <a:lnTo>
                    <a:pt x="15871" y="24945"/>
                  </a:lnTo>
                  <a:lnTo>
                    <a:pt x="16103" y="24984"/>
                  </a:lnTo>
                  <a:lnTo>
                    <a:pt x="16566" y="24984"/>
                  </a:lnTo>
                  <a:lnTo>
                    <a:pt x="16644" y="24945"/>
                  </a:lnTo>
                  <a:lnTo>
                    <a:pt x="16644" y="24907"/>
                  </a:lnTo>
                  <a:lnTo>
                    <a:pt x="16644" y="24829"/>
                  </a:lnTo>
                  <a:lnTo>
                    <a:pt x="16605" y="24791"/>
                  </a:lnTo>
                  <a:lnTo>
                    <a:pt x="16605" y="24752"/>
                  </a:lnTo>
                  <a:lnTo>
                    <a:pt x="16451" y="24250"/>
                  </a:lnTo>
                  <a:lnTo>
                    <a:pt x="16257" y="23748"/>
                  </a:lnTo>
                  <a:lnTo>
                    <a:pt x="16026" y="23285"/>
                  </a:lnTo>
                  <a:lnTo>
                    <a:pt x="15755" y="22821"/>
                  </a:lnTo>
                  <a:lnTo>
                    <a:pt x="15485" y="22397"/>
                  </a:lnTo>
                  <a:lnTo>
                    <a:pt x="15176" y="22011"/>
                  </a:lnTo>
                  <a:lnTo>
                    <a:pt x="14829" y="21586"/>
                  </a:lnTo>
                  <a:lnTo>
                    <a:pt x="14443" y="21238"/>
                  </a:lnTo>
                  <a:lnTo>
                    <a:pt x="14597" y="21161"/>
                  </a:lnTo>
                  <a:lnTo>
                    <a:pt x="14713" y="21045"/>
                  </a:lnTo>
                  <a:lnTo>
                    <a:pt x="14751" y="20968"/>
                  </a:lnTo>
                  <a:lnTo>
                    <a:pt x="14751" y="20929"/>
                  </a:lnTo>
                  <a:lnTo>
                    <a:pt x="14713" y="20852"/>
                  </a:lnTo>
                  <a:lnTo>
                    <a:pt x="14674" y="20814"/>
                  </a:lnTo>
                  <a:lnTo>
                    <a:pt x="14211" y="20505"/>
                  </a:lnTo>
                  <a:lnTo>
                    <a:pt x="14481" y="20157"/>
                  </a:lnTo>
                  <a:close/>
                  <a:moveTo>
                    <a:pt x="155" y="0"/>
                  </a:moveTo>
                  <a:lnTo>
                    <a:pt x="116" y="39"/>
                  </a:lnTo>
                  <a:lnTo>
                    <a:pt x="78" y="77"/>
                  </a:lnTo>
                  <a:lnTo>
                    <a:pt x="116" y="155"/>
                  </a:lnTo>
                  <a:lnTo>
                    <a:pt x="78" y="193"/>
                  </a:lnTo>
                  <a:lnTo>
                    <a:pt x="39" y="270"/>
                  </a:lnTo>
                  <a:lnTo>
                    <a:pt x="1" y="1583"/>
                  </a:lnTo>
                  <a:lnTo>
                    <a:pt x="39" y="2896"/>
                  </a:lnTo>
                  <a:lnTo>
                    <a:pt x="116" y="4171"/>
                  </a:lnTo>
                  <a:lnTo>
                    <a:pt x="310" y="5483"/>
                  </a:lnTo>
                  <a:lnTo>
                    <a:pt x="541" y="6758"/>
                  </a:lnTo>
                  <a:lnTo>
                    <a:pt x="850" y="8032"/>
                  </a:lnTo>
                  <a:lnTo>
                    <a:pt x="1198" y="9306"/>
                  </a:lnTo>
                  <a:lnTo>
                    <a:pt x="1622" y="10542"/>
                  </a:lnTo>
                  <a:lnTo>
                    <a:pt x="2124" y="11739"/>
                  </a:lnTo>
                  <a:lnTo>
                    <a:pt x="2665" y="12936"/>
                  </a:lnTo>
                  <a:lnTo>
                    <a:pt x="3283" y="14095"/>
                  </a:lnTo>
                  <a:lnTo>
                    <a:pt x="3978" y="15214"/>
                  </a:lnTo>
                  <a:lnTo>
                    <a:pt x="4519" y="16064"/>
                  </a:lnTo>
                  <a:lnTo>
                    <a:pt x="5098" y="16913"/>
                  </a:lnTo>
                  <a:lnTo>
                    <a:pt x="4827" y="17686"/>
                  </a:lnTo>
                  <a:lnTo>
                    <a:pt x="4596" y="18458"/>
                  </a:lnTo>
                  <a:lnTo>
                    <a:pt x="4441" y="19269"/>
                  </a:lnTo>
                  <a:lnTo>
                    <a:pt x="4325" y="20080"/>
                  </a:lnTo>
                  <a:lnTo>
                    <a:pt x="4325" y="20157"/>
                  </a:lnTo>
                  <a:lnTo>
                    <a:pt x="4364" y="20196"/>
                  </a:lnTo>
                  <a:lnTo>
                    <a:pt x="4480" y="20273"/>
                  </a:lnTo>
                  <a:lnTo>
                    <a:pt x="4596" y="20543"/>
                  </a:lnTo>
                  <a:lnTo>
                    <a:pt x="4712" y="20775"/>
                  </a:lnTo>
                  <a:lnTo>
                    <a:pt x="4905" y="21045"/>
                  </a:lnTo>
                  <a:lnTo>
                    <a:pt x="5059" y="21277"/>
                  </a:lnTo>
                  <a:lnTo>
                    <a:pt x="5484" y="21702"/>
                  </a:lnTo>
                  <a:lnTo>
                    <a:pt x="5831" y="22165"/>
                  </a:lnTo>
                  <a:lnTo>
                    <a:pt x="6333" y="22860"/>
                  </a:lnTo>
                  <a:lnTo>
                    <a:pt x="6835" y="23594"/>
                  </a:lnTo>
                  <a:lnTo>
                    <a:pt x="7260" y="24366"/>
                  </a:lnTo>
                  <a:lnTo>
                    <a:pt x="7646" y="25138"/>
                  </a:lnTo>
                  <a:lnTo>
                    <a:pt x="7724" y="25216"/>
                  </a:lnTo>
                  <a:lnTo>
                    <a:pt x="7878" y="25216"/>
                  </a:lnTo>
                  <a:lnTo>
                    <a:pt x="7917" y="25177"/>
                  </a:lnTo>
                  <a:lnTo>
                    <a:pt x="7994" y="25216"/>
                  </a:lnTo>
                  <a:lnTo>
                    <a:pt x="8110" y="25216"/>
                  </a:lnTo>
                  <a:lnTo>
                    <a:pt x="8187" y="25138"/>
                  </a:lnTo>
                  <a:lnTo>
                    <a:pt x="8534" y="24327"/>
                  </a:lnTo>
                  <a:lnTo>
                    <a:pt x="8921" y="23478"/>
                  </a:lnTo>
                  <a:lnTo>
                    <a:pt x="9577" y="21779"/>
                  </a:lnTo>
                  <a:lnTo>
                    <a:pt x="9577" y="21663"/>
                  </a:lnTo>
                  <a:lnTo>
                    <a:pt x="9538" y="21586"/>
                  </a:lnTo>
                  <a:lnTo>
                    <a:pt x="8766" y="20543"/>
                  </a:lnTo>
                  <a:lnTo>
                    <a:pt x="8071" y="19462"/>
                  </a:lnTo>
                  <a:lnTo>
                    <a:pt x="8612" y="19694"/>
                  </a:lnTo>
                  <a:lnTo>
                    <a:pt x="9152" y="19848"/>
                  </a:lnTo>
                  <a:lnTo>
                    <a:pt x="9732" y="19925"/>
                  </a:lnTo>
                  <a:lnTo>
                    <a:pt x="10311" y="19964"/>
                  </a:lnTo>
                  <a:lnTo>
                    <a:pt x="10311" y="20389"/>
                  </a:lnTo>
                  <a:lnTo>
                    <a:pt x="10349" y="20852"/>
                  </a:lnTo>
                  <a:lnTo>
                    <a:pt x="10465" y="21315"/>
                  </a:lnTo>
                  <a:lnTo>
                    <a:pt x="10542" y="21547"/>
                  </a:lnTo>
                  <a:lnTo>
                    <a:pt x="10697" y="21740"/>
                  </a:lnTo>
                  <a:lnTo>
                    <a:pt x="10736" y="21779"/>
                  </a:lnTo>
                  <a:lnTo>
                    <a:pt x="10813" y="21779"/>
                  </a:lnTo>
                  <a:lnTo>
                    <a:pt x="10851" y="21856"/>
                  </a:lnTo>
                  <a:lnTo>
                    <a:pt x="10929" y="21856"/>
                  </a:lnTo>
                  <a:lnTo>
                    <a:pt x="11315" y="21895"/>
                  </a:lnTo>
                  <a:lnTo>
                    <a:pt x="11662" y="21856"/>
                  </a:lnTo>
                  <a:lnTo>
                    <a:pt x="11624" y="22126"/>
                  </a:lnTo>
                  <a:lnTo>
                    <a:pt x="11585" y="22358"/>
                  </a:lnTo>
                  <a:lnTo>
                    <a:pt x="11546" y="22590"/>
                  </a:lnTo>
                  <a:lnTo>
                    <a:pt x="11585" y="22860"/>
                  </a:lnTo>
                  <a:lnTo>
                    <a:pt x="11624" y="23092"/>
                  </a:lnTo>
                  <a:lnTo>
                    <a:pt x="11662" y="23323"/>
                  </a:lnTo>
                  <a:lnTo>
                    <a:pt x="11778" y="23594"/>
                  </a:lnTo>
                  <a:lnTo>
                    <a:pt x="11894" y="23825"/>
                  </a:lnTo>
                  <a:lnTo>
                    <a:pt x="11933" y="23903"/>
                  </a:lnTo>
                  <a:lnTo>
                    <a:pt x="12010" y="23903"/>
                  </a:lnTo>
                  <a:lnTo>
                    <a:pt x="12087" y="23864"/>
                  </a:lnTo>
                  <a:lnTo>
                    <a:pt x="12164" y="23825"/>
                  </a:lnTo>
                  <a:lnTo>
                    <a:pt x="12589" y="23208"/>
                  </a:lnTo>
                  <a:lnTo>
                    <a:pt x="12744" y="23594"/>
                  </a:lnTo>
                  <a:lnTo>
                    <a:pt x="12937" y="23941"/>
                  </a:lnTo>
                  <a:lnTo>
                    <a:pt x="13168" y="24289"/>
                  </a:lnTo>
                  <a:lnTo>
                    <a:pt x="13439" y="24598"/>
                  </a:lnTo>
                  <a:lnTo>
                    <a:pt x="13709" y="24907"/>
                  </a:lnTo>
                  <a:lnTo>
                    <a:pt x="14018" y="25177"/>
                  </a:lnTo>
                  <a:lnTo>
                    <a:pt x="14365" y="25409"/>
                  </a:lnTo>
                  <a:lnTo>
                    <a:pt x="14713" y="25602"/>
                  </a:lnTo>
                  <a:lnTo>
                    <a:pt x="15331" y="25911"/>
                  </a:lnTo>
                  <a:lnTo>
                    <a:pt x="15717" y="26027"/>
                  </a:lnTo>
                  <a:lnTo>
                    <a:pt x="16142" y="26181"/>
                  </a:lnTo>
                  <a:lnTo>
                    <a:pt x="16566" y="26258"/>
                  </a:lnTo>
                  <a:lnTo>
                    <a:pt x="16953" y="26297"/>
                  </a:lnTo>
                  <a:lnTo>
                    <a:pt x="17146" y="26297"/>
                  </a:lnTo>
                  <a:lnTo>
                    <a:pt x="17300" y="26258"/>
                  </a:lnTo>
                  <a:lnTo>
                    <a:pt x="17416" y="26181"/>
                  </a:lnTo>
                  <a:lnTo>
                    <a:pt x="17570" y="26104"/>
                  </a:lnTo>
                  <a:lnTo>
                    <a:pt x="17648" y="25949"/>
                  </a:lnTo>
                  <a:lnTo>
                    <a:pt x="17725" y="25833"/>
                  </a:lnTo>
                  <a:lnTo>
                    <a:pt x="17841" y="25486"/>
                  </a:lnTo>
                  <a:lnTo>
                    <a:pt x="17879" y="25100"/>
                  </a:lnTo>
                  <a:lnTo>
                    <a:pt x="17841" y="24675"/>
                  </a:lnTo>
                  <a:lnTo>
                    <a:pt x="17802" y="24289"/>
                  </a:lnTo>
                  <a:lnTo>
                    <a:pt x="17686" y="23903"/>
                  </a:lnTo>
                  <a:lnTo>
                    <a:pt x="17493" y="23246"/>
                  </a:lnTo>
                  <a:lnTo>
                    <a:pt x="17223" y="22706"/>
                  </a:lnTo>
                  <a:lnTo>
                    <a:pt x="16914" y="22204"/>
                  </a:lnTo>
                  <a:lnTo>
                    <a:pt x="16528" y="21740"/>
                  </a:lnTo>
                  <a:lnTo>
                    <a:pt x="16103" y="21354"/>
                  </a:lnTo>
                  <a:lnTo>
                    <a:pt x="16296" y="21315"/>
                  </a:lnTo>
                  <a:lnTo>
                    <a:pt x="16489" y="21277"/>
                  </a:lnTo>
                  <a:lnTo>
                    <a:pt x="16682" y="21161"/>
                  </a:lnTo>
                  <a:lnTo>
                    <a:pt x="16875" y="21045"/>
                  </a:lnTo>
                  <a:lnTo>
                    <a:pt x="16914" y="21007"/>
                  </a:lnTo>
                  <a:lnTo>
                    <a:pt x="16953" y="20929"/>
                  </a:lnTo>
                  <a:lnTo>
                    <a:pt x="16914" y="20814"/>
                  </a:lnTo>
                  <a:lnTo>
                    <a:pt x="16875" y="20775"/>
                  </a:lnTo>
                  <a:lnTo>
                    <a:pt x="16335" y="20466"/>
                  </a:lnTo>
                  <a:lnTo>
                    <a:pt x="15833" y="20196"/>
                  </a:lnTo>
                  <a:lnTo>
                    <a:pt x="15292" y="20003"/>
                  </a:lnTo>
                  <a:lnTo>
                    <a:pt x="14713" y="19848"/>
                  </a:lnTo>
                  <a:lnTo>
                    <a:pt x="14983" y="19346"/>
                  </a:lnTo>
                  <a:lnTo>
                    <a:pt x="14983" y="19230"/>
                  </a:lnTo>
                  <a:lnTo>
                    <a:pt x="14983" y="19114"/>
                  </a:lnTo>
                  <a:lnTo>
                    <a:pt x="14983" y="19076"/>
                  </a:lnTo>
                  <a:lnTo>
                    <a:pt x="14945" y="19037"/>
                  </a:lnTo>
                  <a:lnTo>
                    <a:pt x="14172" y="18574"/>
                  </a:lnTo>
                  <a:lnTo>
                    <a:pt x="13825" y="18342"/>
                  </a:lnTo>
                  <a:lnTo>
                    <a:pt x="13477" y="18033"/>
                  </a:lnTo>
                  <a:lnTo>
                    <a:pt x="13554" y="17879"/>
                  </a:lnTo>
                  <a:lnTo>
                    <a:pt x="13670" y="17493"/>
                  </a:lnTo>
                  <a:lnTo>
                    <a:pt x="13747" y="17106"/>
                  </a:lnTo>
                  <a:lnTo>
                    <a:pt x="13786" y="16720"/>
                  </a:lnTo>
                  <a:lnTo>
                    <a:pt x="13825" y="16334"/>
                  </a:lnTo>
                  <a:lnTo>
                    <a:pt x="14249" y="17106"/>
                  </a:lnTo>
                  <a:lnTo>
                    <a:pt x="14674" y="17956"/>
                  </a:lnTo>
                  <a:lnTo>
                    <a:pt x="14751" y="18033"/>
                  </a:lnTo>
                  <a:lnTo>
                    <a:pt x="14867" y="18033"/>
                  </a:lnTo>
                  <a:lnTo>
                    <a:pt x="15640" y="18072"/>
                  </a:lnTo>
                  <a:lnTo>
                    <a:pt x="16412" y="18110"/>
                  </a:lnTo>
                  <a:lnTo>
                    <a:pt x="17184" y="18188"/>
                  </a:lnTo>
                  <a:lnTo>
                    <a:pt x="17957" y="18304"/>
                  </a:lnTo>
                  <a:lnTo>
                    <a:pt x="18111" y="18304"/>
                  </a:lnTo>
                  <a:lnTo>
                    <a:pt x="18188" y="18226"/>
                  </a:lnTo>
                  <a:lnTo>
                    <a:pt x="18227" y="18110"/>
                  </a:lnTo>
                  <a:lnTo>
                    <a:pt x="18188" y="17995"/>
                  </a:lnTo>
                  <a:lnTo>
                    <a:pt x="16798" y="15099"/>
                  </a:lnTo>
                  <a:lnTo>
                    <a:pt x="16064" y="13631"/>
                  </a:lnTo>
                  <a:lnTo>
                    <a:pt x="15678" y="12936"/>
                  </a:lnTo>
                  <a:lnTo>
                    <a:pt x="15253" y="12241"/>
                  </a:lnTo>
                  <a:lnTo>
                    <a:pt x="15176" y="12202"/>
                  </a:lnTo>
                  <a:lnTo>
                    <a:pt x="15099" y="12202"/>
                  </a:lnTo>
                  <a:lnTo>
                    <a:pt x="14713" y="12164"/>
                  </a:lnTo>
                  <a:lnTo>
                    <a:pt x="14288" y="12164"/>
                  </a:lnTo>
                  <a:lnTo>
                    <a:pt x="13516" y="12125"/>
                  </a:lnTo>
                  <a:lnTo>
                    <a:pt x="12164" y="12009"/>
                  </a:lnTo>
                  <a:lnTo>
                    <a:pt x="11662" y="11198"/>
                  </a:lnTo>
                  <a:lnTo>
                    <a:pt x="11122" y="10465"/>
                  </a:lnTo>
                  <a:lnTo>
                    <a:pt x="10542" y="9731"/>
                  </a:lnTo>
                  <a:lnTo>
                    <a:pt x="10002" y="8997"/>
                  </a:lnTo>
                  <a:lnTo>
                    <a:pt x="8959" y="7762"/>
                  </a:lnTo>
                  <a:lnTo>
                    <a:pt x="7839" y="6565"/>
                  </a:lnTo>
                  <a:lnTo>
                    <a:pt x="6720" y="5406"/>
                  </a:lnTo>
                  <a:lnTo>
                    <a:pt x="5561" y="4286"/>
                  </a:lnTo>
                  <a:lnTo>
                    <a:pt x="4325" y="3205"/>
                  </a:lnTo>
                  <a:lnTo>
                    <a:pt x="3128" y="2163"/>
                  </a:lnTo>
                  <a:lnTo>
                    <a:pt x="1854" y="1120"/>
                  </a:lnTo>
                  <a:lnTo>
                    <a:pt x="580" y="116"/>
                  </a:lnTo>
                  <a:lnTo>
                    <a:pt x="541" y="77"/>
                  </a:lnTo>
                  <a:lnTo>
                    <a:pt x="464" y="77"/>
                  </a:lnTo>
                  <a:lnTo>
                    <a:pt x="348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18"/>
            <p:cNvSpPr/>
            <p:nvPr/>
          </p:nvSpPr>
          <p:spPr>
            <a:xfrm>
              <a:off x="668675" y="2948700"/>
              <a:ext cx="256800" cy="152550"/>
            </a:xfrm>
            <a:custGeom>
              <a:avLst/>
              <a:gdLst/>
              <a:ahLst/>
              <a:cxnLst/>
              <a:rect l="l" t="t" r="r" b="b"/>
              <a:pathLst>
                <a:path w="10272" h="6102" extrusionOk="0">
                  <a:moveTo>
                    <a:pt x="541" y="1"/>
                  </a:moveTo>
                  <a:lnTo>
                    <a:pt x="425" y="39"/>
                  </a:lnTo>
                  <a:lnTo>
                    <a:pt x="348" y="116"/>
                  </a:lnTo>
                  <a:lnTo>
                    <a:pt x="232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889"/>
                  </a:lnTo>
                  <a:lnTo>
                    <a:pt x="0" y="1275"/>
                  </a:lnTo>
                  <a:lnTo>
                    <a:pt x="0" y="1622"/>
                  </a:lnTo>
                  <a:lnTo>
                    <a:pt x="0" y="2047"/>
                  </a:lnTo>
                  <a:lnTo>
                    <a:pt x="77" y="2511"/>
                  </a:lnTo>
                  <a:lnTo>
                    <a:pt x="155" y="2935"/>
                  </a:lnTo>
                  <a:lnTo>
                    <a:pt x="309" y="3321"/>
                  </a:lnTo>
                  <a:lnTo>
                    <a:pt x="502" y="3785"/>
                  </a:lnTo>
                  <a:lnTo>
                    <a:pt x="734" y="4171"/>
                  </a:lnTo>
                  <a:lnTo>
                    <a:pt x="1004" y="4557"/>
                  </a:lnTo>
                  <a:lnTo>
                    <a:pt x="1313" y="4905"/>
                  </a:lnTo>
                  <a:lnTo>
                    <a:pt x="1699" y="5214"/>
                  </a:lnTo>
                  <a:lnTo>
                    <a:pt x="2047" y="5523"/>
                  </a:lnTo>
                  <a:lnTo>
                    <a:pt x="2472" y="5754"/>
                  </a:lnTo>
                  <a:lnTo>
                    <a:pt x="2896" y="5947"/>
                  </a:lnTo>
                  <a:lnTo>
                    <a:pt x="3167" y="5716"/>
                  </a:lnTo>
                  <a:lnTo>
                    <a:pt x="2819" y="5561"/>
                  </a:lnTo>
                  <a:lnTo>
                    <a:pt x="2510" y="5368"/>
                  </a:lnTo>
                  <a:lnTo>
                    <a:pt x="2240" y="5136"/>
                  </a:lnTo>
                  <a:lnTo>
                    <a:pt x="1931" y="4905"/>
                  </a:lnTo>
                  <a:lnTo>
                    <a:pt x="1661" y="4634"/>
                  </a:lnTo>
                  <a:lnTo>
                    <a:pt x="1429" y="4364"/>
                  </a:lnTo>
                  <a:lnTo>
                    <a:pt x="1197" y="4094"/>
                  </a:lnTo>
                  <a:lnTo>
                    <a:pt x="1004" y="3785"/>
                  </a:lnTo>
                  <a:lnTo>
                    <a:pt x="811" y="3476"/>
                  </a:lnTo>
                  <a:lnTo>
                    <a:pt x="657" y="3128"/>
                  </a:lnTo>
                  <a:lnTo>
                    <a:pt x="541" y="2781"/>
                  </a:lnTo>
                  <a:lnTo>
                    <a:pt x="464" y="2433"/>
                  </a:lnTo>
                  <a:lnTo>
                    <a:pt x="425" y="2086"/>
                  </a:lnTo>
                  <a:lnTo>
                    <a:pt x="386" y="1700"/>
                  </a:lnTo>
                  <a:lnTo>
                    <a:pt x="425" y="1352"/>
                  </a:lnTo>
                  <a:lnTo>
                    <a:pt x="464" y="966"/>
                  </a:lnTo>
                  <a:lnTo>
                    <a:pt x="541" y="696"/>
                  </a:lnTo>
                  <a:lnTo>
                    <a:pt x="579" y="541"/>
                  </a:lnTo>
                  <a:lnTo>
                    <a:pt x="657" y="464"/>
                  </a:lnTo>
                  <a:lnTo>
                    <a:pt x="811" y="503"/>
                  </a:lnTo>
                  <a:lnTo>
                    <a:pt x="1043" y="618"/>
                  </a:lnTo>
                  <a:lnTo>
                    <a:pt x="1429" y="812"/>
                  </a:lnTo>
                  <a:lnTo>
                    <a:pt x="1738" y="1005"/>
                  </a:lnTo>
                  <a:lnTo>
                    <a:pt x="2085" y="1236"/>
                  </a:lnTo>
                  <a:lnTo>
                    <a:pt x="2394" y="1468"/>
                  </a:lnTo>
                  <a:lnTo>
                    <a:pt x="2665" y="1738"/>
                  </a:lnTo>
                  <a:lnTo>
                    <a:pt x="2935" y="2009"/>
                  </a:lnTo>
                  <a:lnTo>
                    <a:pt x="3167" y="2279"/>
                  </a:lnTo>
                  <a:lnTo>
                    <a:pt x="3360" y="2588"/>
                  </a:lnTo>
                  <a:lnTo>
                    <a:pt x="3514" y="2897"/>
                  </a:lnTo>
                  <a:lnTo>
                    <a:pt x="3630" y="3244"/>
                  </a:lnTo>
                  <a:lnTo>
                    <a:pt x="3707" y="3592"/>
                  </a:lnTo>
                  <a:lnTo>
                    <a:pt x="3784" y="3939"/>
                  </a:lnTo>
                  <a:lnTo>
                    <a:pt x="3784" y="4325"/>
                  </a:lnTo>
                  <a:lnTo>
                    <a:pt x="3823" y="4403"/>
                  </a:lnTo>
                  <a:lnTo>
                    <a:pt x="3939" y="4480"/>
                  </a:lnTo>
                  <a:lnTo>
                    <a:pt x="3939" y="4557"/>
                  </a:lnTo>
                  <a:lnTo>
                    <a:pt x="3978" y="4596"/>
                  </a:lnTo>
                  <a:lnTo>
                    <a:pt x="4016" y="4596"/>
                  </a:lnTo>
                  <a:lnTo>
                    <a:pt x="4055" y="4557"/>
                  </a:lnTo>
                  <a:lnTo>
                    <a:pt x="4171" y="4403"/>
                  </a:lnTo>
                  <a:lnTo>
                    <a:pt x="4286" y="4287"/>
                  </a:lnTo>
                  <a:lnTo>
                    <a:pt x="4595" y="4017"/>
                  </a:lnTo>
                  <a:lnTo>
                    <a:pt x="4943" y="3785"/>
                  </a:lnTo>
                  <a:lnTo>
                    <a:pt x="5329" y="3630"/>
                  </a:lnTo>
                  <a:lnTo>
                    <a:pt x="5754" y="3476"/>
                  </a:lnTo>
                  <a:lnTo>
                    <a:pt x="6179" y="3360"/>
                  </a:lnTo>
                  <a:lnTo>
                    <a:pt x="6565" y="3283"/>
                  </a:lnTo>
                  <a:lnTo>
                    <a:pt x="6912" y="3206"/>
                  </a:lnTo>
                  <a:lnTo>
                    <a:pt x="7260" y="3167"/>
                  </a:lnTo>
                  <a:lnTo>
                    <a:pt x="7646" y="3167"/>
                  </a:lnTo>
                  <a:lnTo>
                    <a:pt x="7994" y="3206"/>
                  </a:lnTo>
                  <a:lnTo>
                    <a:pt x="8380" y="3244"/>
                  </a:lnTo>
                  <a:lnTo>
                    <a:pt x="8727" y="3321"/>
                  </a:lnTo>
                  <a:lnTo>
                    <a:pt x="9075" y="3399"/>
                  </a:lnTo>
                  <a:lnTo>
                    <a:pt x="9422" y="3553"/>
                  </a:lnTo>
                  <a:lnTo>
                    <a:pt x="9770" y="3669"/>
                  </a:lnTo>
                  <a:lnTo>
                    <a:pt x="9499" y="4017"/>
                  </a:lnTo>
                  <a:lnTo>
                    <a:pt x="9229" y="4364"/>
                  </a:lnTo>
                  <a:lnTo>
                    <a:pt x="8920" y="4634"/>
                  </a:lnTo>
                  <a:lnTo>
                    <a:pt x="8611" y="4905"/>
                  </a:lnTo>
                  <a:lnTo>
                    <a:pt x="8264" y="5136"/>
                  </a:lnTo>
                  <a:lnTo>
                    <a:pt x="7916" y="5329"/>
                  </a:lnTo>
                  <a:lnTo>
                    <a:pt x="7530" y="5484"/>
                  </a:lnTo>
                  <a:lnTo>
                    <a:pt x="7105" y="5600"/>
                  </a:lnTo>
                  <a:lnTo>
                    <a:pt x="6719" y="5638"/>
                  </a:lnTo>
                  <a:lnTo>
                    <a:pt x="6333" y="5677"/>
                  </a:lnTo>
                  <a:lnTo>
                    <a:pt x="5599" y="5677"/>
                  </a:lnTo>
                  <a:lnTo>
                    <a:pt x="4866" y="5600"/>
                  </a:lnTo>
                  <a:lnTo>
                    <a:pt x="4093" y="5484"/>
                  </a:lnTo>
                  <a:lnTo>
                    <a:pt x="4016" y="5484"/>
                  </a:lnTo>
                  <a:lnTo>
                    <a:pt x="3978" y="5523"/>
                  </a:lnTo>
                  <a:lnTo>
                    <a:pt x="3900" y="5638"/>
                  </a:lnTo>
                  <a:lnTo>
                    <a:pt x="3862" y="5638"/>
                  </a:lnTo>
                  <a:lnTo>
                    <a:pt x="3862" y="5716"/>
                  </a:lnTo>
                  <a:lnTo>
                    <a:pt x="3900" y="6025"/>
                  </a:lnTo>
                  <a:lnTo>
                    <a:pt x="4093" y="5909"/>
                  </a:lnTo>
                  <a:lnTo>
                    <a:pt x="4943" y="6025"/>
                  </a:lnTo>
                  <a:lnTo>
                    <a:pt x="5792" y="6102"/>
                  </a:lnTo>
                  <a:lnTo>
                    <a:pt x="6217" y="6102"/>
                  </a:lnTo>
                  <a:lnTo>
                    <a:pt x="6642" y="6063"/>
                  </a:lnTo>
                  <a:lnTo>
                    <a:pt x="7105" y="6025"/>
                  </a:lnTo>
                  <a:lnTo>
                    <a:pt x="7530" y="5947"/>
                  </a:lnTo>
                  <a:lnTo>
                    <a:pt x="7955" y="5793"/>
                  </a:lnTo>
                  <a:lnTo>
                    <a:pt x="8341" y="5600"/>
                  </a:lnTo>
                  <a:lnTo>
                    <a:pt x="8727" y="5368"/>
                  </a:lnTo>
                  <a:lnTo>
                    <a:pt x="9075" y="5098"/>
                  </a:lnTo>
                  <a:lnTo>
                    <a:pt x="9384" y="4789"/>
                  </a:lnTo>
                  <a:lnTo>
                    <a:pt x="9654" y="4441"/>
                  </a:lnTo>
                  <a:lnTo>
                    <a:pt x="10233" y="3746"/>
                  </a:lnTo>
                  <a:lnTo>
                    <a:pt x="10272" y="3630"/>
                  </a:lnTo>
                  <a:lnTo>
                    <a:pt x="10272" y="3553"/>
                  </a:lnTo>
                  <a:lnTo>
                    <a:pt x="10233" y="3476"/>
                  </a:lnTo>
                  <a:lnTo>
                    <a:pt x="10156" y="3399"/>
                  </a:lnTo>
                  <a:lnTo>
                    <a:pt x="9693" y="3206"/>
                  </a:lnTo>
                  <a:lnTo>
                    <a:pt x="9229" y="3013"/>
                  </a:lnTo>
                  <a:lnTo>
                    <a:pt x="8766" y="2897"/>
                  </a:lnTo>
                  <a:lnTo>
                    <a:pt x="8264" y="2781"/>
                  </a:lnTo>
                  <a:lnTo>
                    <a:pt x="7800" y="2742"/>
                  </a:lnTo>
                  <a:lnTo>
                    <a:pt x="7298" y="2742"/>
                  </a:lnTo>
                  <a:lnTo>
                    <a:pt x="6796" y="2781"/>
                  </a:lnTo>
                  <a:lnTo>
                    <a:pt x="6294" y="2858"/>
                  </a:lnTo>
                  <a:lnTo>
                    <a:pt x="5870" y="3013"/>
                  </a:lnTo>
                  <a:lnTo>
                    <a:pt x="5290" y="3206"/>
                  </a:lnTo>
                  <a:lnTo>
                    <a:pt x="4982" y="3321"/>
                  </a:lnTo>
                  <a:lnTo>
                    <a:pt x="4673" y="3476"/>
                  </a:lnTo>
                  <a:lnTo>
                    <a:pt x="4402" y="3630"/>
                  </a:lnTo>
                  <a:lnTo>
                    <a:pt x="4209" y="3823"/>
                  </a:lnTo>
                  <a:lnTo>
                    <a:pt x="4132" y="3476"/>
                  </a:lnTo>
                  <a:lnTo>
                    <a:pt x="4055" y="3128"/>
                  </a:lnTo>
                  <a:lnTo>
                    <a:pt x="3939" y="2781"/>
                  </a:lnTo>
                  <a:lnTo>
                    <a:pt x="3784" y="2472"/>
                  </a:lnTo>
                  <a:lnTo>
                    <a:pt x="3591" y="2163"/>
                  </a:lnTo>
                  <a:lnTo>
                    <a:pt x="3360" y="1854"/>
                  </a:lnTo>
                  <a:lnTo>
                    <a:pt x="3128" y="1584"/>
                  </a:lnTo>
                  <a:lnTo>
                    <a:pt x="2858" y="1314"/>
                  </a:lnTo>
                  <a:lnTo>
                    <a:pt x="2472" y="966"/>
                  </a:lnTo>
                  <a:lnTo>
                    <a:pt x="2008" y="696"/>
                  </a:lnTo>
                  <a:lnTo>
                    <a:pt x="1545" y="425"/>
                  </a:lnTo>
                  <a:lnTo>
                    <a:pt x="1081" y="194"/>
                  </a:lnTo>
                  <a:lnTo>
                    <a:pt x="850" y="78"/>
                  </a:lnTo>
                  <a:lnTo>
                    <a:pt x="657" y="39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18"/>
            <p:cNvSpPr/>
            <p:nvPr/>
          </p:nvSpPr>
          <p:spPr>
            <a:xfrm>
              <a:off x="3343725" y="3024000"/>
              <a:ext cx="482700" cy="227850"/>
            </a:xfrm>
            <a:custGeom>
              <a:avLst/>
              <a:gdLst/>
              <a:ahLst/>
              <a:cxnLst/>
              <a:rect l="l" t="t" r="r" b="b"/>
              <a:pathLst>
                <a:path w="19308" h="9114" extrusionOk="0">
                  <a:moveTo>
                    <a:pt x="77" y="1"/>
                  </a:moveTo>
                  <a:lnTo>
                    <a:pt x="0" y="618"/>
                  </a:lnTo>
                  <a:lnTo>
                    <a:pt x="0" y="1236"/>
                  </a:lnTo>
                  <a:lnTo>
                    <a:pt x="39" y="1854"/>
                  </a:lnTo>
                  <a:lnTo>
                    <a:pt x="154" y="2472"/>
                  </a:lnTo>
                  <a:lnTo>
                    <a:pt x="309" y="3090"/>
                  </a:lnTo>
                  <a:lnTo>
                    <a:pt x="502" y="3669"/>
                  </a:lnTo>
                  <a:lnTo>
                    <a:pt x="772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69" y="5947"/>
                  </a:lnTo>
                  <a:lnTo>
                    <a:pt x="2433" y="6449"/>
                  </a:lnTo>
                  <a:lnTo>
                    <a:pt x="2935" y="6913"/>
                  </a:lnTo>
                  <a:lnTo>
                    <a:pt x="3514" y="7299"/>
                  </a:lnTo>
                  <a:lnTo>
                    <a:pt x="4093" y="7646"/>
                  </a:lnTo>
                  <a:lnTo>
                    <a:pt x="4672" y="7994"/>
                  </a:lnTo>
                  <a:lnTo>
                    <a:pt x="5329" y="8264"/>
                  </a:lnTo>
                  <a:lnTo>
                    <a:pt x="5947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98"/>
                  </a:lnTo>
                  <a:lnTo>
                    <a:pt x="8688" y="9075"/>
                  </a:lnTo>
                  <a:lnTo>
                    <a:pt x="9383" y="9114"/>
                  </a:lnTo>
                  <a:lnTo>
                    <a:pt x="10079" y="9114"/>
                  </a:lnTo>
                  <a:lnTo>
                    <a:pt x="10735" y="9075"/>
                  </a:lnTo>
                  <a:lnTo>
                    <a:pt x="11391" y="9036"/>
                  </a:lnTo>
                  <a:lnTo>
                    <a:pt x="12048" y="8921"/>
                  </a:lnTo>
                  <a:lnTo>
                    <a:pt x="12704" y="8805"/>
                  </a:lnTo>
                  <a:lnTo>
                    <a:pt x="13361" y="8612"/>
                  </a:lnTo>
                  <a:lnTo>
                    <a:pt x="14017" y="8419"/>
                  </a:lnTo>
                  <a:lnTo>
                    <a:pt x="14635" y="8187"/>
                  </a:lnTo>
                  <a:lnTo>
                    <a:pt x="15253" y="7917"/>
                  </a:lnTo>
                  <a:lnTo>
                    <a:pt x="15871" y="7569"/>
                  </a:lnTo>
                  <a:lnTo>
                    <a:pt x="16411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28" y="4905"/>
                  </a:lnTo>
                  <a:lnTo>
                    <a:pt x="19076" y="4325"/>
                  </a:lnTo>
                  <a:lnTo>
                    <a:pt x="19307" y="3708"/>
                  </a:lnTo>
                  <a:lnTo>
                    <a:pt x="19114" y="3669"/>
                  </a:lnTo>
                  <a:lnTo>
                    <a:pt x="18767" y="4171"/>
                  </a:lnTo>
                  <a:lnTo>
                    <a:pt x="18381" y="4673"/>
                  </a:lnTo>
                  <a:lnTo>
                    <a:pt x="17995" y="5136"/>
                  </a:lnTo>
                  <a:lnTo>
                    <a:pt x="17608" y="5561"/>
                  </a:lnTo>
                  <a:lnTo>
                    <a:pt x="17145" y="5986"/>
                  </a:lnTo>
                  <a:lnTo>
                    <a:pt x="16720" y="6372"/>
                  </a:lnTo>
                  <a:lnTo>
                    <a:pt x="16218" y="6720"/>
                  </a:lnTo>
                  <a:lnTo>
                    <a:pt x="15716" y="7028"/>
                  </a:lnTo>
                  <a:lnTo>
                    <a:pt x="15214" y="7337"/>
                  </a:lnTo>
                  <a:lnTo>
                    <a:pt x="14674" y="7608"/>
                  </a:lnTo>
                  <a:lnTo>
                    <a:pt x="14133" y="7839"/>
                  </a:lnTo>
                  <a:lnTo>
                    <a:pt x="13554" y="8032"/>
                  </a:lnTo>
                  <a:lnTo>
                    <a:pt x="12975" y="8225"/>
                  </a:lnTo>
                  <a:lnTo>
                    <a:pt x="12395" y="8380"/>
                  </a:lnTo>
                  <a:lnTo>
                    <a:pt x="11816" y="8496"/>
                  </a:lnTo>
                  <a:lnTo>
                    <a:pt x="11198" y="8573"/>
                  </a:lnTo>
                  <a:lnTo>
                    <a:pt x="10503" y="8612"/>
                  </a:lnTo>
                  <a:lnTo>
                    <a:pt x="9808" y="8650"/>
                  </a:lnTo>
                  <a:lnTo>
                    <a:pt x="9075" y="8612"/>
                  </a:lnTo>
                  <a:lnTo>
                    <a:pt x="8379" y="8573"/>
                  </a:lnTo>
                  <a:lnTo>
                    <a:pt x="7684" y="8457"/>
                  </a:lnTo>
                  <a:lnTo>
                    <a:pt x="6989" y="8303"/>
                  </a:lnTo>
                  <a:lnTo>
                    <a:pt x="6294" y="8110"/>
                  </a:lnTo>
                  <a:lnTo>
                    <a:pt x="5638" y="7878"/>
                  </a:lnTo>
                  <a:lnTo>
                    <a:pt x="4981" y="7608"/>
                  </a:lnTo>
                  <a:lnTo>
                    <a:pt x="4364" y="7299"/>
                  </a:lnTo>
                  <a:lnTo>
                    <a:pt x="3784" y="6951"/>
                  </a:lnTo>
                  <a:lnTo>
                    <a:pt x="3205" y="6526"/>
                  </a:lnTo>
                  <a:lnTo>
                    <a:pt x="2664" y="6063"/>
                  </a:lnTo>
                  <a:lnTo>
                    <a:pt x="2201" y="5561"/>
                  </a:lnTo>
                  <a:lnTo>
                    <a:pt x="1738" y="5020"/>
                  </a:lnTo>
                  <a:lnTo>
                    <a:pt x="1352" y="4403"/>
                  </a:lnTo>
                  <a:lnTo>
                    <a:pt x="1081" y="3901"/>
                  </a:lnTo>
                  <a:lnTo>
                    <a:pt x="850" y="3399"/>
                  </a:lnTo>
                  <a:lnTo>
                    <a:pt x="656" y="2858"/>
                  </a:lnTo>
                  <a:lnTo>
                    <a:pt x="502" y="2317"/>
                  </a:lnTo>
                  <a:lnTo>
                    <a:pt x="425" y="1777"/>
                  </a:lnTo>
                  <a:lnTo>
                    <a:pt x="348" y="1198"/>
                  </a:lnTo>
                  <a:lnTo>
                    <a:pt x="386" y="618"/>
                  </a:lnTo>
                  <a:lnTo>
                    <a:pt x="425" y="78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18"/>
            <p:cNvSpPr/>
            <p:nvPr/>
          </p:nvSpPr>
          <p:spPr>
            <a:xfrm>
              <a:off x="238125" y="3026900"/>
              <a:ext cx="84975" cy="55050"/>
            </a:xfrm>
            <a:custGeom>
              <a:avLst/>
              <a:gdLst/>
              <a:ahLst/>
              <a:cxnLst/>
              <a:rect l="l" t="t" r="r" b="b"/>
              <a:pathLst>
                <a:path w="3399" h="2202" extrusionOk="0">
                  <a:moveTo>
                    <a:pt x="1506" y="425"/>
                  </a:moveTo>
                  <a:lnTo>
                    <a:pt x="1738" y="502"/>
                  </a:lnTo>
                  <a:lnTo>
                    <a:pt x="1931" y="580"/>
                  </a:lnTo>
                  <a:lnTo>
                    <a:pt x="2124" y="657"/>
                  </a:lnTo>
                  <a:lnTo>
                    <a:pt x="2433" y="927"/>
                  </a:lnTo>
                  <a:lnTo>
                    <a:pt x="2742" y="1236"/>
                  </a:lnTo>
                  <a:lnTo>
                    <a:pt x="2973" y="1545"/>
                  </a:lnTo>
                  <a:lnTo>
                    <a:pt x="2549" y="1545"/>
                  </a:lnTo>
                  <a:lnTo>
                    <a:pt x="2085" y="1584"/>
                  </a:lnTo>
                  <a:lnTo>
                    <a:pt x="1699" y="1699"/>
                  </a:lnTo>
                  <a:lnTo>
                    <a:pt x="1467" y="1777"/>
                  </a:lnTo>
                  <a:lnTo>
                    <a:pt x="965" y="1777"/>
                  </a:lnTo>
                  <a:lnTo>
                    <a:pt x="772" y="1738"/>
                  </a:lnTo>
                  <a:lnTo>
                    <a:pt x="579" y="1622"/>
                  </a:lnTo>
                  <a:lnTo>
                    <a:pt x="502" y="1545"/>
                  </a:lnTo>
                  <a:lnTo>
                    <a:pt x="463" y="1429"/>
                  </a:lnTo>
                  <a:lnTo>
                    <a:pt x="386" y="1313"/>
                  </a:lnTo>
                  <a:lnTo>
                    <a:pt x="386" y="1159"/>
                  </a:lnTo>
                  <a:lnTo>
                    <a:pt x="386" y="1043"/>
                  </a:lnTo>
                  <a:lnTo>
                    <a:pt x="425" y="927"/>
                  </a:lnTo>
                  <a:lnTo>
                    <a:pt x="463" y="811"/>
                  </a:lnTo>
                  <a:lnTo>
                    <a:pt x="541" y="734"/>
                  </a:lnTo>
                  <a:lnTo>
                    <a:pt x="734" y="580"/>
                  </a:lnTo>
                  <a:lnTo>
                    <a:pt x="1004" y="502"/>
                  </a:lnTo>
                  <a:lnTo>
                    <a:pt x="1236" y="425"/>
                  </a:lnTo>
                  <a:close/>
                  <a:moveTo>
                    <a:pt x="1004" y="0"/>
                  </a:moveTo>
                  <a:lnTo>
                    <a:pt x="772" y="78"/>
                  </a:lnTo>
                  <a:lnTo>
                    <a:pt x="541" y="193"/>
                  </a:lnTo>
                  <a:lnTo>
                    <a:pt x="386" y="309"/>
                  </a:lnTo>
                  <a:lnTo>
                    <a:pt x="193" y="502"/>
                  </a:lnTo>
                  <a:lnTo>
                    <a:pt x="77" y="734"/>
                  </a:lnTo>
                  <a:lnTo>
                    <a:pt x="0" y="927"/>
                  </a:lnTo>
                  <a:lnTo>
                    <a:pt x="0" y="1159"/>
                  </a:lnTo>
                  <a:lnTo>
                    <a:pt x="0" y="1391"/>
                  </a:lnTo>
                  <a:lnTo>
                    <a:pt x="77" y="1584"/>
                  </a:lnTo>
                  <a:lnTo>
                    <a:pt x="154" y="1777"/>
                  </a:lnTo>
                  <a:lnTo>
                    <a:pt x="309" y="1931"/>
                  </a:lnTo>
                  <a:lnTo>
                    <a:pt x="463" y="2047"/>
                  </a:lnTo>
                  <a:lnTo>
                    <a:pt x="695" y="2163"/>
                  </a:lnTo>
                  <a:lnTo>
                    <a:pt x="1004" y="2201"/>
                  </a:lnTo>
                  <a:lnTo>
                    <a:pt x="1274" y="2201"/>
                  </a:lnTo>
                  <a:lnTo>
                    <a:pt x="1583" y="2163"/>
                  </a:lnTo>
                  <a:lnTo>
                    <a:pt x="1892" y="2086"/>
                  </a:lnTo>
                  <a:lnTo>
                    <a:pt x="2201" y="2008"/>
                  </a:lnTo>
                  <a:lnTo>
                    <a:pt x="2510" y="1931"/>
                  </a:lnTo>
                  <a:lnTo>
                    <a:pt x="2819" y="1931"/>
                  </a:lnTo>
                  <a:lnTo>
                    <a:pt x="3089" y="2008"/>
                  </a:lnTo>
                  <a:lnTo>
                    <a:pt x="3205" y="2008"/>
                  </a:lnTo>
                  <a:lnTo>
                    <a:pt x="3282" y="1970"/>
                  </a:lnTo>
                  <a:lnTo>
                    <a:pt x="3359" y="1893"/>
                  </a:lnTo>
                  <a:lnTo>
                    <a:pt x="3359" y="1815"/>
                  </a:lnTo>
                  <a:lnTo>
                    <a:pt x="3398" y="1777"/>
                  </a:lnTo>
                  <a:lnTo>
                    <a:pt x="3398" y="1699"/>
                  </a:lnTo>
                  <a:lnTo>
                    <a:pt x="3089" y="1159"/>
                  </a:lnTo>
                  <a:lnTo>
                    <a:pt x="2935" y="927"/>
                  </a:lnTo>
                  <a:lnTo>
                    <a:pt x="2742" y="695"/>
                  </a:lnTo>
                  <a:lnTo>
                    <a:pt x="2510" y="464"/>
                  </a:lnTo>
                  <a:lnTo>
                    <a:pt x="2278" y="309"/>
                  </a:lnTo>
                  <a:lnTo>
                    <a:pt x="2008" y="155"/>
                  </a:lnTo>
                  <a:lnTo>
                    <a:pt x="1738" y="3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18"/>
            <p:cNvSpPr/>
            <p:nvPr/>
          </p:nvSpPr>
          <p:spPr>
            <a:xfrm>
              <a:off x="3429625" y="3033650"/>
              <a:ext cx="35750" cy="29950"/>
            </a:xfrm>
            <a:custGeom>
              <a:avLst/>
              <a:gdLst/>
              <a:ahLst/>
              <a:cxnLst/>
              <a:rect l="l" t="t" r="r" b="b"/>
              <a:pathLst>
                <a:path w="1430" h="1198" extrusionOk="0">
                  <a:moveTo>
                    <a:pt x="657" y="1"/>
                  </a:moveTo>
                  <a:lnTo>
                    <a:pt x="464" y="39"/>
                  </a:ln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1" y="580"/>
                  </a:lnTo>
                  <a:lnTo>
                    <a:pt x="1" y="773"/>
                  </a:lnTo>
                  <a:lnTo>
                    <a:pt x="39" y="927"/>
                  </a:lnTo>
                  <a:lnTo>
                    <a:pt x="117" y="1121"/>
                  </a:lnTo>
                  <a:lnTo>
                    <a:pt x="155" y="1159"/>
                  </a:lnTo>
                  <a:lnTo>
                    <a:pt x="232" y="1198"/>
                  </a:lnTo>
                  <a:lnTo>
                    <a:pt x="348" y="1159"/>
                  </a:lnTo>
                  <a:lnTo>
                    <a:pt x="387" y="1082"/>
                  </a:lnTo>
                  <a:lnTo>
                    <a:pt x="426" y="1005"/>
                  </a:lnTo>
                  <a:lnTo>
                    <a:pt x="387" y="966"/>
                  </a:lnTo>
                  <a:lnTo>
                    <a:pt x="348" y="850"/>
                  </a:lnTo>
                  <a:lnTo>
                    <a:pt x="348" y="773"/>
                  </a:lnTo>
                  <a:lnTo>
                    <a:pt x="387" y="580"/>
                  </a:lnTo>
                  <a:lnTo>
                    <a:pt x="503" y="464"/>
                  </a:lnTo>
                  <a:lnTo>
                    <a:pt x="580" y="425"/>
                  </a:lnTo>
                  <a:lnTo>
                    <a:pt x="696" y="387"/>
                  </a:lnTo>
                  <a:lnTo>
                    <a:pt x="773" y="425"/>
                  </a:lnTo>
                  <a:lnTo>
                    <a:pt x="850" y="464"/>
                  </a:lnTo>
                  <a:lnTo>
                    <a:pt x="966" y="580"/>
                  </a:lnTo>
                  <a:lnTo>
                    <a:pt x="1005" y="696"/>
                  </a:lnTo>
                  <a:lnTo>
                    <a:pt x="1005" y="773"/>
                  </a:lnTo>
                  <a:lnTo>
                    <a:pt x="966" y="966"/>
                  </a:lnTo>
                  <a:lnTo>
                    <a:pt x="928" y="1043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43" y="1159"/>
                  </a:lnTo>
                  <a:lnTo>
                    <a:pt x="1236" y="1159"/>
                  </a:lnTo>
                  <a:lnTo>
                    <a:pt x="1314" y="1082"/>
                  </a:lnTo>
                  <a:lnTo>
                    <a:pt x="1391" y="927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87"/>
                  </a:lnTo>
                  <a:lnTo>
                    <a:pt x="1159" y="232"/>
                  </a:lnTo>
                  <a:lnTo>
                    <a:pt x="1005" y="117"/>
                  </a:lnTo>
                  <a:lnTo>
                    <a:pt x="850" y="39"/>
                  </a:lnTo>
                  <a:lnTo>
                    <a:pt x="65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18"/>
            <p:cNvSpPr/>
            <p:nvPr/>
          </p:nvSpPr>
          <p:spPr>
            <a:xfrm>
              <a:off x="3375575" y="3037525"/>
              <a:ext cx="34775" cy="29950"/>
            </a:xfrm>
            <a:custGeom>
              <a:avLst/>
              <a:gdLst/>
              <a:ahLst/>
              <a:cxnLst/>
              <a:rect l="l" t="t" r="r" b="b"/>
              <a:pathLst>
                <a:path w="1391" h="1198" extrusionOk="0">
                  <a:moveTo>
                    <a:pt x="657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0"/>
                  </a:lnTo>
                  <a:lnTo>
                    <a:pt x="39" y="425"/>
                  </a:lnTo>
                  <a:lnTo>
                    <a:pt x="0" y="618"/>
                  </a:lnTo>
                  <a:lnTo>
                    <a:pt x="39" y="811"/>
                  </a:lnTo>
                  <a:lnTo>
                    <a:pt x="116" y="1004"/>
                  </a:lnTo>
                  <a:lnTo>
                    <a:pt x="232" y="1120"/>
                  </a:lnTo>
                  <a:lnTo>
                    <a:pt x="425" y="1197"/>
                  </a:lnTo>
                  <a:lnTo>
                    <a:pt x="502" y="1197"/>
                  </a:lnTo>
                  <a:lnTo>
                    <a:pt x="541" y="1159"/>
                  </a:lnTo>
                  <a:lnTo>
                    <a:pt x="541" y="1081"/>
                  </a:lnTo>
                  <a:lnTo>
                    <a:pt x="502" y="1004"/>
                  </a:lnTo>
                  <a:lnTo>
                    <a:pt x="425" y="927"/>
                  </a:lnTo>
                  <a:lnTo>
                    <a:pt x="386" y="850"/>
                  </a:lnTo>
                  <a:lnTo>
                    <a:pt x="386" y="734"/>
                  </a:lnTo>
                  <a:lnTo>
                    <a:pt x="386" y="618"/>
                  </a:lnTo>
                  <a:lnTo>
                    <a:pt x="425" y="541"/>
                  </a:lnTo>
                  <a:lnTo>
                    <a:pt x="464" y="464"/>
                  </a:lnTo>
                  <a:lnTo>
                    <a:pt x="580" y="425"/>
                  </a:lnTo>
                  <a:lnTo>
                    <a:pt x="695" y="386"/>
                  </a:lnTo>
                  <a:lnTo>
                    <a:pt x="811" y="425"/>
                  </a:lnTo>
                  <a:lnTo>
                    <a:pt x="888" y="464"/>
                  </a:lnTo>
                  <a:lnTo>
                    <a:pt x="927" y="579"/>
                  </a:lnTo>
                  <a:lnTo>
                    <a:pt x="966" y="657"/>
                  </a:lnTo>
                  <a:lnTo>
                    <a:pt x="1043" y="888"/>
                  </a:lnTo>
                  <a:lnTo>
                    <a:pt x="1082" y="966"/>
                  </a:lnTo>
                  <a:lnTo>
                    <a:pt x="1120" y="1081"/>
                  </a:lnTo>
                  <a:lnTo>
                    <a:pt x="1159" y="1120"/>
                  </a:lnTo>
                  <a:lnTo>
                    <a:pt x="1236" y="1120"/>
                  </a:lnTo>
                  <a:lnTo>
                    <a:pt x="1313" y="1043"/>
                  </a:lnTo>
                  <a:lnTo>
                    <a:pt x="1352" y="966"/>
                  </a:lnTo>
                  <a:lnTo>
                    <a:pt x="1390" y="850"/>
                  </a:lnTo>
                  <a:lnTo>
                    <a:pt x="1352" y="618"/>
                  </a:lnTo>
                  <a:lnTo>
                    <a:pt x="1313" y="425"/>
                  </a:lnTo>
                  <a:lnTo>
                    <a:pt x="1197" y="232"/>
                  </a:lnTo>
                  <a:lnTo>
                    <a:pt x="1043" y="116"/>
                  </a:lnTo>
                  <a:lnTo>
                    <a:pt x="850" y="3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18"/>
            <p:cNvSpPr/>
            <p:nvPr/>
          </p:nvSpPr>
          <p:spPr>
            <a:xfrm>
              <a:off x="333675" y="3041375"/>
              <a:ext cx="49275" cy="56025"/>
            </a:xfrm>
            <a:custGeom>
              <a:avLst/>
              <a:gdLst/>
              <a:ahLst/>
              <a:cxnLst/>
              <a:rect l="l" t="t" r="r" b="b"/>
              <a:pathLst>
                <a:path w="1971" h="2241" extrusionOk="0">
                  <a:moveTo>
                    <a:pt x="1237" y="425"/>
                  </a:moveTo>
                  <a:lnTo>
                    <a:pt x="1391" y="464"/>
                  </a:lnTo>
                  <a:lnTo>
                    <a:pt x="1507" y="580"/>
                  </a:lnTo>
                  <a:lnTo>
                    <a:pt x="1545" y="657"/>
                  </a:lnTo>
                  <a:lnTo>
                    <a:pt x="1545" y="734"/>
                  </a:lnTo>
                  <a:lnTo>
                    <a:pt x="1507" y="812"/>
                  </a:lnTo>
                  <a:lnTo>
                    <a:pt x="1468" y="889"/>
                  </a:lnTo>
                  <a:lnTo>
                    <a:pt x="1275" y="1082"/>
                  </a:lnTo>
                  <a:lnTo>
                    <a:pt x="1005" y="1314"/>
                  </a:lnTo>
                  <a:lnTo>
                    <a:pt x="773" y="1507"/>
                  </a:lnTo>
                  <a:lnTo>
                    <a:pt x="657" y="1661"/>
                  </a:lnTo>
                  <a:lnTo>
                    <a:pt x="619" y="1777"/>
                  </a:lnTo>
                  <a:lnTo>
                    <a:pt x="503" y="1661"/>
                  </a:lnTo>
                  <a:lnTo>
                    <a:pt x="464" y="1545"/>
                  </a:lnTo>
                  <a:lnTo>
                    <a:pt x="387" y="1391"/>
                  </a:lnTo>
                  <a:lnTo>
                    <a:pt x="387" y="1236"/>
                  </a:lnTo>
                  <a:lnTo>
                    <a:pt x="387" y="1082"/>
                  </a:lnTo>
                  <a:lnTo>
                    <a:pt x="426" y="966"/>
                  </a:lnTo>
                  <a:lnTo>
                    <a:pt x="464" y="812"/>
                  </a:lnTo>
                  <a:lnTo>
                    <a:pt x="580" y="696"/>
                  </a:lnTo>
                  <a:lnTo>
                    <a:pt x="696" y="580"/>
                  </a:lnTo>
                  <a:lnTo>
                    <a:pt x="850" y="464"/>
                  </a:lnTo>
                  <a:lnTo>
                    <a:pt x="1043" y="425"/>
                  </a:lnTo>
                  <a:close/>
                  <a:moveTo>
                    <a:pt x="1121" y="1"/>
                  </a:moveTo>
                  <a:lnTo>
                    <a:pt x="928" y="39"/>
                  </a:lnTo>
                  <a:lnTo>
                    <a:pt x="735" y="116"/>
                  </a:lnTo>
                  <a:lnTo>
                    <a:pt x="541" y="232"/>
                  </a:lnTo>
                  <a:lnTo>
                    <a:pt x="348" y="348"/>
                  </a:lnTo>
                  <a:lnTo>
                    <a:pt x="233" y="503"/>
                  </a:lnTo>
                  <a:lnTo>
                    <a:pt x="117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68"/>
                  </a:lnTo>
                  <a:lnTo>
                    <a:pt x="117" y="1622"/>
                  </a:lnTo>
                  <a:lnTo>
                    <a:pt x="233" y="1816"/>
                  </a:lnTo>
                  <a:lnTo>
                    <a:pt x="348" y="1931"/>
                  </a:lnTo>
                  <a:lnTo>
                    <a:pt x="503" y="2086"/>
                  </a:lnTo>
                  <a:lnTo>
                    <a:pt x="657" y="2163"/>
                  </a:lnTo>
                  <a:lnTo>
                    <a:pt x="735" y="2240"/>
                  </a:lnTo>
                  <a:lnTo>
                    <a:pt x="850" y="2240"/>
                  </a:lnTo>
                  <a:lnTo>
                    <a:pt x="928" y="2202"/>
                  </a:lnTo>
                  <a:lnTo>
                    <a:pt x="966" y="2086"/>
                  </a:lnTo>
                  <a:lnTo>
                    <a:pt x="1005" y="1931"/>
                  </a:lnTo>
                  <a:lnTo>
                    <a:pt x="1082" y="1777"/>
                  </a:lnTo>
                  <a:lnTo>
                    <a:pt x="1198" y="1661"/>
                  </a:lnTo>
                  <a:lnTo>
                    <a:pt x="1314" y="1507"/>
                  </a:lnTo>
                  <a:lnTo>
                    <a:pt x="1623" y="1314"/>
                  </a:lnTo>
                  <a:lnTo>
                    <a:pt x="1739" y="1198"/>
                  </a:lnTo>
                  <a:lnTo>
                    <a:pt x="1854" y="1043"/>
                  </a:lnTo>
                  <a:lnTo>
                    <a:pt x="1932" y="889"/>
                  </a:lnTo>
                  <a:lnTo>
                    <a:pt x="1970" y="696"/>
                  </a:lnTo>
                  <a:lnTo>
                    <a:pt x="1932" y="541"/>
                  </a:lnTo>
                  <a:lnTo>
                    <a:pt x="1893" y="387"/>
                  </a:lnTo>
                  <a:lnTo>
                    <a:pt x="1777" y="271"/>
                  </a:lnTo>
                  <a:lnTo>
                    <a:pt x="1661" y="155"/>
                  </a:lnTo>
                  <a:lnTo>
                    <a:pt x="1507" y="78"/>
                  </a:lnTo>
                  <a:lnTo>
                    <a:pt x="1352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18"/>
            <p:cNvSpPr/>
            <p:nvPr/>
          </p:nvSpPr>
          <p:spPr>
            <a:xfrm>
              <a:off x="312450" y="3078050"/>
              <a:ext cx="440225" cy="234625"/>
            </a:xfrm>
            <a:custGeom>
              <a:avLst/>
              <a:gdLst/>
              <a:ahLst/>
              <a:cxnLst/>
              <a:rect l="l" t="t" r="r" b="b"/>
              <a:pathLst>
                <a:path w="17609" h="9385" extrusionOk="0">
                  <a:moveTo>
                    <a:pt x="6256" y="1"/>
                  </a:moveTo>
                  <a:lnTo>
                    <a:pt x="5638" y="40"/>
                  </a:lnTo>
                  <a:lnTo>
                    <a:pt x="5059" y="155"/>
                  </a:lnTo>
                  <a:lnTo>
                    <a:pt x="4480" y="271"/>
                  </a:lnTo>
                  <a:lnTo>
                    <a:pt x="3939" y="503"/>
                  </a:lnTo>
                  <a:lnTo>
                    <a:pt x="3398" y="735"/>
                  </a:lnTo>
                  <a:lnTo>
                    <a:pt x="2896" y="1044"/>
                  </a:lnTo>
                  <a:lnTo>
                    <a:pt x="2433" y="1391"/>
                  </a:lnTo>
                  <a:lnTo>
                    <a:pt x="1970" y="1777"/>
                  </a:lnTo>
                  <a:lnTo>
                    <a:pt x="1584" y="2202"/>
                  </a:lnTo>
                  <a:lnTo>
                    <a:pt x="1197" y="2665"/>
                  </a:lnTo>
                  <a:lnTo>
                    <a:pt x="888" y="3206"/>
                  </a:lnTo>
                  <a:lnTo>
                    <a:pt x="618" y="3747"/>
                  </a:lnTo>
                  <a:lnTo>
                    <a:pt x="386" y="4287"/>
                  </a:lnTo>
                  <a:lnTo>
                    <a:pt x="193" y="4905"/>
                  </a:lnTo>
                  <a:lnTo>
                    <a:pt x="78" y="5484"/>
                  </a:lnTo>
                  <a:lnTo>
                    <a:pt x="0" y="6102"/>
                  </a:lnTo>
                  <a:lnTo>
                    <a:pt x="0" y="6681"/>
                  </a:lnTo>
                  <a:lnTo>
                    <a:pt x="39" y="7261"/>
                  </a:lnTo>
                  <a:lnTo>
                    <a:pt x="155" y="7801"/>
                  </a:lnTo>
                  <a:lnTo>
                    <a:pt x="309" y="8342"/>
                  </a:lnTo>
                  <a:lnTo>
                    <a:pt x="502" y="8882"/>
                  </a:lnTo>
                  <a:lnTo>
                    <a:pt x="734" y="9384"/>
                  </a:lnTo>
                  <a:lnTo>
                    <a:pt x="1043" y="9230"/>
                  </a:lnTo>
                  <a:lnTo>
                    <a:pt x="888" y="8844"/>
                  </a:lnTo>
                  <a:lnTo>
                    <a:pt x="734" y="8458"/>
                  </a:lnTo>
                  <a:lnTo>
                    <a:pt x="541" y="7801"/>
                  </a:lnTo>
                  <a:lnTo>
                    <a:pt x="425" y="7183"/>
                  </a:lnTo>
                  <a:lnTo>
                    <a:pt x="425" y="6527"/>
                  </a:lnTo>
                  <a:lnTo>
                    <a:pt x="425" y="5870"/>
                  </a:lnTo>
                  <a:lnTo>
                    <a:pt x="541" y="5253"/>
                  </a:lnTo>
                  <a:lnTo>
                    <a:pt x="695" y="4596"/>
                  </a:lnTo>
                  <a:lnTo>
                    <a:pt x="927" y="3978"/>
                  </a:lnTo>
                  <a:lnTo>
                    <a:pt x="1236" y="3399"/>
                  </a:lnTo>
                  <a:lnTo>
                    <a:pt x="1584" y="2858"/>
                  </a:lnTo>
                  <a:lnTo>
                    <a:pt x="2008" y="2318"/>
                  </a:lnTo>
                  <a:lnTo>
                    <a:pt x="2472" y="1854"/>
                  </a:lnTo>
                  <a:lnTo>
                    <a:pt x="2974" y="1468"/>
                  </a:lnTo>
                  <a:lnTo>
                    <a:pt x="3553" y="1121"/>
                  </a:lnTo>
                  <a:lnTo>
                    <a:pt x="4132" y="851"/>
                  </a:lnTo>
                  <a:lnTo>
                    <a:pt x="4750" y="657"/>
                  </a:lnTo>
                  <a:lnTo>
                    <a:pt x="5406" y="503"/>
                  </a:lnTo>
                  <a:lnTo>
                    <a:pt x="5793" y="464"/>
                  </a:lnTo>
                  <a:lnTo>
                    <a:pt x="6912" y="464"/>
                  </a:lnTo>
                  <a:lnTo>
                    <a:pt x="7607" y="580"/>
                  </a:lnTo>
                  <a:lnTo>
                    <a:pt x="8264" y="773"/>
                  </a:lnTo>
                  <a:lnTo>
                    <a:pt x="8920" y="1044"/>
                  </a:lnTo>
                  <a:lnTo>
                    <a:pt x="9538" y="1352"/>
                  </a:lnTo>
                  <a:lnTo>
                    <a:pt x="10195" y="1739"/>
                  </a:lnTo>
                  <a:lnTo>
                    <a:pt x="10813" y="2125"/>
                  </a:lnTo>
                  <a:lnTo>
                    <a:pt x="11315" y="2472"/>
                  </a:lnTo>
                  <a:lnTo>
                    <a:pt x="11894" y="2781"/>
                  </a:lnTo>
                  <a:lnTo>
                    <a:pt x="12434" y="3090"/>
                  </a:lnTo>
                  <a:lnTo>
                    <a:pt x="13052" y="3360"/>
                  </a:lnTo>
                  <a:lnTo>
                    <a:pt x="13631" y="3554"/>
                  </a:lnTo>
                  <a:lnTo>
                    <a:pt x="14249" y="3708"/>
                  </a:lnTo>
                  <a:lnTo>
                    <a:pt x="14867" y="3708"/>
                  </a:lnTo>
                  <a:lnTo>
                    <a:pt x="15215" y="3669"/>
                  </a:lnTo>
                  <a:lnTo>
                    <a:pt x="15524" y="3631"/>
                  </a:lnTo>
                  <a:lnTo>
                    <a:pt x="15987" y="3476"/>
                  </a:lnTo>
                  <a:lnTo>
                    <a:pt x="16412" y="3245"/>
                  </a:lnTo>
                  <a:lnTo>
                    <a:pt x="16798" y="2936"/>
                  </a:lnTo>
                  <a:lnTo>
                    <a:pt x="17107" y="2588"/>
                  </a:lnTo>
                  <a:lnTo>
                    <a:pt x="17377" y="2202"/>
                  </a:lnTo>
                  <a:lnTo>
                    <a:pt x="17454" y="1970"/>
                  </a:lnTo>
                  <a:lnTo>
                    <a:pt x="17531" y="1739"/>
                  </a:lnTo>
                  <a:lnTo>
                    <a:pt x="17609" y="1507"/>
                  </a:lnTo>
                  <a:lnTo>
                    <a:pt x="17609" y="1275"/>
                  </a:lnTo>
                  <a:lnTo>
                    <a:pt x="17609" y="1044"/>
                  </a:lnTo>
                  <a:lnTo>
                    <a:pt x="17570" y="773"/>
                  </a:lnTo>
                  <a:lnTo>
                    <a:pt x="17531" y="696"/>
                  </a:lnTo>
                  <a:lnTo>
                    <a:pt x="17493" y="657"/>
                  </a:lnTo>
                  <a:lnTo>
                    <a:pt x="17454" y="580"/>
                  </a:lnTo>
                  <a:lnTo>
                    <a:pt x="17416" y="542"/>
                  </a:lnTo>
                  <a:lnTo>
                    <a:pt x="17145" y="773"/>
                  </a:lnTo>
                  <a:lnTo>
                    <a:pt x="17145" y="851"/>
                  </a:lnTo>
                  <a:lnTo>
                    <a:pt x="17184" y="1198"/>
                  </a:lnTo>
                  <a:lnTo>
                    <a:pt x="17145" y="1584"/>
                  </a:lnTo>
                  <a:lnTo>
                    <a:pt x="17030" y="1893"/>
                  </a:lnTo>
                  <a:lnTo>
                    <a:pt x="16836" y="2241"/>
                  </a:lnTo>
                  <a:lnTo>
                    <a:pt x="16605" y="2511"/>
                  </a:lnTo>
                  <a:lnTo>
                    <a:pt x="16334" y="2743"/>
                  </a:lnTo>
                  <a:lnTo>
                    <a:pt x="16026" y="2936"/>
                  </a:lnTo>
                  <a:lnTo>
                    <a:pt x="15678" y="3090"/>
                  </a:lnTo>
                  <a:lnTo>
                    <a:pt x="15292" y="3206"/>
                  </a:lnTo>
                  <a:lnTo>
                    <a:pt x="14906" y="3245"/>
                  </a:lnTo>
                  <a:lnTo>
                    <a:pt x="14520" y="3245"/>
                  </a:lnTo>
                  <a:lnTo>
                    <a:pt x="14133" y="3206"/>
                  </a:lnTo>
                  <a:lnTo>
                    <a:pt x="13747" y="3129"/>
                  </a:lnTo>
                  <a:lnTo>
                    <a:pt x="13361" y="3013"/>
                  </a:lnTo>
                  <a:lnTo>
                    <a:pt x="12975" y="2858"/>
                  </a:lnTo>
                  <a:lnTo>
                    <a:pt x="12627" y="2704"/>
                  </a:lnTo>
                  <a:lnTo>
                    <a:pt x="12010" y="2356"/>
                  </a:lnTo>
                  <a:lnTo>
                    <a:pt x="11353" y="1970"/>
                  </a:lnTo>
                  <a:lnTo>
                    <a:pt x="10156" y="1198"/>
                  </a:lnTo>
                  <a:lnTo>
                    <a:pt x="9538" y="851"/>
                  </a:lnTo>
                  <a:lnTo>
                    <a:pt x="8882" y="542"/>
                  </a:lnTo>
                  <a:lnTo>
                    <a:pt x="8225" y="271"/>
                  </a:lnTo>
                  <a:lnTo>
                    <a:pt x="7878" y="155"/>
                  </a:lnTo>
                  <a:lnTo>
                    <a:pt x="7492" y="78"/>
                  </a:lnTo>
                  <a:lnTo>
                    <a:pt x="687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18"/>
            <p:cNvSpPr/>
            <p:nvPr/>
          </p:nvSpPr>
          <p:spPr>
            <a:xfrm>
              <a:off x="330800" y="3096400"/>
              <a:ext cx="446975" cy="310875"/>
            </a:xfrm>
            <a:custGeom>
              <a:avLst/>
              <a:gdLst/>
              <a:ahLst/>
              <a:cxnLst/>
              <a:rect l="l" t="t" r="r" b="b"/>
              <a:pathLst>
                <a:path w="17879" h="12435" extrusionOk="0">
                  <a:moveTo>
                    <a:pt x="17608" y="1"/>
                  </a:moveTo>
                  <a:lnTo>
                    <a:pt x="17415" y="117"/>
                  </a:lnTo>
                  <a:lnTo>
                    <a:pt x="17454" y="734"/>
                  </a:lnTo>
                  <a:lnTo>
                    <a:pt x="17454" y="1352"/>
                  </a:lnTo>
                  <a:lnTo>
                    <a:pt x="17415" y="1931"/>
                  </a:lnTo>
                  <a:lnTo>
                    <a:pt x="17338" y="2549"/>
                  </a:lnTo>
                  <a:lnTo>
                    <a:pt x="17261" y="3128"/>
                  </a:lnTo>
                  <a:lnTo>
                    <a:pt x="17106" y="3708"/>
                  </a:lnTo>
                  <a:lnTo>
                    <a:pt x="16952" y="4287"/>
                  </a:lnTo>
                  <a:lnTo>
                    <a:pt x="16720" y="4828"/>
                  </a:lnTo>
                  <a:lnTo>
                    <a:pt x="16489" y="5368"/>
                  </a:lnTo>
                  <a:lnTo>
                    <a:pt x="16257" y="5909"/>
                  </a:lnTo>
                  <a:lnTo>
                    <a:pt x="15948" y="6449"/>
                  </a:lnTo>
                  <a:lnTo>
                    <a:pt x="15600" y="6951"/>
                  </a:lnTo>
                  <a:lnTo>
                    <a:pt x="15253" y="7415"/>
                  </a:lnTo>
                  <a:lnTo>
                    <a:pt x="14867" y="7917"/>
                  </a:lnTo>
                  <a:lnTo>
                    <a:pt x="14481" y="8341"/>
                  </a:lnTo>
                  <a:lnTo>
                    <a:pt x="14017" y="8805"/>
                  </a:lnTo>
                  <a:lnTo>
                    <a:pt x="13515" y="9268"/>
                  </a:lnTo>
                  <a:lnTo>
                    <a:pt x="12975" y="9693"/>
                  </a:lnTo>
                  <a:lnTo>
                    <a:pt x="12395" y="10118"/>
                  </a:lnTo>
                  <a:lnTo>
                    <a:pt x="11778" y="10465"/>
                  </a:lnTo>
                  <a:lnTo>
                    <a:pt x="11160" y="10813"/>
                  </a:lnTo>
                  <a:lnTo>
                    <a:pt x="10503" y="11122"/>
                  </a:lnTo>
                  <a:lnTo>
                    <a:pt x="9847" y="11392"/>
                  </a:lnTo>
                  <a:lnTo>
                    <a:pt x="9190" y="11585"/>
                  </a:lnTo>
                  <a:lnTo>
                    <a:pt x="8495" y="11778"/>
                  </a:lnTo>
                  <a:lnTo>
                    <a:pt x="7839" y="11894"/>
                  </a:lnTo>
                  <a:lnTo>
                    <a:pt x="7144" y="11971"/>
                  </a:lnTo>
                  <a:lnTo>
                    <a:pt x="6449" y="11971"/>
                  </a:lnTo>
                  <a:lnTo>
                    <a:pt x="5754" y="11933"/>
                  </a:lnTo>
                  <a:lnTo>
                    <a:pt x="5059" y="11817"/>
                  </a:lnTo>
                  <a:lnTo>
                    <a:pt x="4364" y="11624"/>
                  </a:lnTo>
                  <a:lnTo>
                    <a:pt x="3668" y="11392"/>
                  </a:lnTo>
                  <a:lnTo>
                    <a:pt x="3166" y="11160"/>
                  </a:lnTo>
                  <a:lnTo>
                    <a:pt x="2664" y="10890"/>
                  </a:lnTo>
                  <a:lnTo>
                    <a:pt x="2201" y="10581"/>
                  </a:lnTo>
                  <a:lnTo>
                    <a:pt x="1738" y="10234"/>
                  </a:lnTo>
                  <a:lnTo>
                    <a:pt x="1352" y="9847"/>
                  </a:lnTo>
                  <a:lnTo>
                    <a:pt x="965" y="9423"/>
                  </a:lnTo>
                  <a:lnTo>
                    <a:pt x="618" y="8959"/>
                  </a:lnTo>
                  <a:lnTo>
                    <a:pt x="309" y="8496"/>
                  </a:lnTo>
                  <a:lnTo>
                    <a:pt x="0" y="8650"/>
                  </a:lnTo>
                  <a:lnTo>
                    <a:pt x="309" y="9191"/>
                  </a:lnTo>
                  <a:lnTo>
                    <a:pt x="695" y="9693"/>
                  </a:lnTo>
                  <a:lnTo>
                    <a:pt x="1081" y="10156"/>
                  </a:lnTo>
                  <a:lnTo>
                    <a:pt x="1545" y="10581"/>
                  </a:lnTo>
                  <a:lnTo>
                    <a:pt x="2047" y="10967"/>
                  </a:lnTo>
                  <a:lnTo>
                    <a:pt x="2549" y="11315"/>
                  </a:lnTo>
                  <a:lnTo>
                    <a:pt x="3128" y="11624"/>
                  </a:lnTo>
                  <a:lnTo>
                    <a:pt x="3746" y="11894"/>
                  </a:lnTo>
                  <a:lnTo>
                    <a:pt x="4402" y="12126"/>
                  </a:lnTo>
                  <a:lnTo>
                    <a:pt x="5097" y="12280"/>
                  </a:lnTo>
                  <a:lnTo>
                    <a:pt x="5754" y="12357"/>
                  </a:lnTo>
                  <a:lnTo>
                    <a:pt x="6449" y="12435"/>
                  </a:lnTo>
                  <a:lnTo>
                    <a:pt x="7144" y="12396"/>
                  </a:lnTo>
                  <a:lnTo>
                    <a:pt x="7800" y="12357"/>
                  </a:lnTo>
                  <a:lnTo>
                    <a:pt x="8495" y="12242"/>
                  </a:lnTo>
                  <a:lnTo>
                    <a:pt x="9152" y="12087"/>
                  </a:lnTo>
                  <a:lnTo>
                    <a:pt x="9808" y="11894"/>
                  </a:lnTo>
                  <a:lnTo>
                    <a:pt x="10465" y="11662"/>
                  </a:lnTo>
                  <a:lnTo>
                    <a:pt x="11121" y="11353"/>
                  </a:lnTo>
                  <a:lnTo>
                    <a:pt x="11739" y="11044"/>
                  </a:lnTo>
                  <a:lnTo>
                    <a:pt x="12318" y="10697"/>
                  </a:lnTo>
                  <a:lnTo>
                    <a:pt x="12897" y="10311"/>
                  </a:lnTo>
                  <a:lnTo>
                    <a:pt x="13477" y="9925"/>
                  </a:lnTo>
                  <a:lnTo>
                    <a:pt x="13979" y="9461"/>
                  </a:lnTo>
                  <a:lnTo>
                    <a:pt x="14481" y="9037"/>
                  </a:lnTo>
                  <a:lnTo>
                    <a:pt x="14944" y="8573"/>
                  </a:lnTo>
                  <a:lnTo>
                    <a:pt x="15369" y="8071"/>
                  </a:lnTo>
                  <a:lnTo>
                    <a:pt x="15794" y="7531"/>
                  </a:lnTo>
                  <a:lnTo>
                    <a:pt x="16180" y="6990"/>
                  </a:lnTo>
                  <a:lnTo>
                    <a:pt x="16566" y="6411"/>
                  </a:lnTo>
                  <a:lnTo>
                    <a:pt x="16875" y="5793"/>
                  </a:lnTo>
                  <a:lnTo>
                    <a:pt x="17184" y="5214"/>
                  </a:lnTo>
                  <a:lnTo>
                    <a:pt x="17415" y="4557"/>
                  </a:lnTo>
                  <a:lnTo>
                    <a:pt x="17608" y="3939"/>
                  </a:lnTo>
                  <a:lnTo>
                    <a:pt x="17763" y="3283"/>
                  </a:lnTo>
                  <a:lnTo>
                    <a:pt x="17840" y="2626"/>
                  </a:lnTo>
                  <a:lnTo>
                    <a:pt x="17879" y="1970"/>
                  </a:lnTo>
                  <a:lnTo>
                    <a:pt x="17840" y="1314"/>
                  </a:lnTo>
                  <a:lnTo>
                    <a:pt x="17763" y="657"/>
                  </a:lnTo>
                  <a:lnTo>
                    <a:pt x="1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18"/>
            <p:cNvSpPr/>
            <p:nvPr/>
          </p:nvSpPr>
          <p:spPr>
            <a:xfrm>
              <a:off x="4441350" y="3154325"/>
              <a:ext cx="84975" cy="94625"/>
            </a:xfrm>
            <a:custGeom>
              <a:avLst/>
              <a:gdLst/>
              <a:ahLst/>
              <a:cxnLst/>
              <a:rect l="l" t="t" r="r" b="b"/>
              <a:pathLst>
                <a:path w="3399" h="3785" extrusionOk="0">
                  <a:moveTo>
                    <a:pt x="77" y="1"/>
                  </a:moveTo>
                  <a:lnTo>
                    <a:pt x="0" y="78"/>
                  </a:lnTo>
                  <a:lnTo>
                    <a:pt x="0" y="116"/>
                  </a:lnTo>
                  <a:lnTo>
                    <a:pt x="348" y="889"/>
                  </a:lnTo>
                  <a:lnTo>
                    <a:pt x="811" y="1661"/>
                  </a:lnTo>
                  <a:lnTo>
                    <a:pt x="1274" y="2395"/>
                  </a:lnTo>
                  <a:lnTo>
                    <a:pt x="1738" y="3090"/>
                  </a:lnTo>
                  <a:lnTo>
                    <a:pt x="2008" y="3437"/>
                  </a:lnTo>
                  <a:lnTo>
                    <a:pt x="2201" y="3553"/>
                  </a:lnTo>
                  <a:lnTo>
                    <a:pt x="2394" y="3669"/>
                  </a:lnTo>
                  <a:lnTo>
                    <a:pt x="2587" y="3746"/>
                  </a:lnTo>
                  <a:lnTo>
                    <a:pt x="2780" y="3785"/>
                  </a:lnTo>
                  <a:lnTo>
                    <a:pt x="3012" y="3708"/>
                  </a:lnTo>
                  <a:lnTo>
                    <a:pt x="3205" y="3592"/>
                  </a:lnTo>
                  <a:lnTo>
                    <a:pt x="3321" y="3437"/>
                  </a:lnTo>
                  <a:lnTo>
                    <a:pt x="3398" y="3244"/>
                  </a:lnTo>
                  <a:lnTo>
                    <a:pt x="3398" y="3090"/>
                  </a:lnTo>
                  <a:lnTo>
                    <a:pt x="3398" y="2897"/>
                  </a:lnTo>
                  <a:lnTo>
                    <a:pt x="3360" y="2704"/>
                  </a:lnTo>
                  <a:lnTo>
                    <a:pt x="3282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89" y="2742"/>
                  </a:lnTo>
                  <a:lnTo>
                    <a:pt x="3128" y="2858"/>
                  </a:lnTo>
                  <a:lnTo>
                    <a:pt x="2896" y="3012"/>
                  </a:lnTo>
                  <a:lnTo>
                    <a:pt x="2665" y="3128"/>
                  </a:lnTo>
                  <a:lnTo>
                    <a:pt x="2510" y="3206"/>
                  </a:lnTo>
                  <a:lnTo>
                    <a:pt x="2317" y="3206"/>
                  </a:lnTo>
                  <a:lnTo>
                    <a:pt x="2201" y="3167"/>
                  </a:lnTo>
                  <a:lnTo>
                    <a:pt x="2047" y="3090"/>
                  </a:lnTo>
                  <a:lnTo>
                    <a:pt x="1931" y="2935"/>
                  </a:lnTo>
                  <a:lnTo>
                    <a:pt x="1854" y="2742"/>
                  </a:lnTo>
                  <a:lnTo>
                    <a:pt x="1699" y="2511"/>
                  </a:lnTo>
                  <a:lnTo>
                    <a:pt x="1081" y="1507"/>
                  </a:lnTo>
                  <a:lnTo>
                    <a:pt x="618" y="773"/>
                  </a:lnTo>
                  <a:lnTo>
                    <a:pt x="386" y="387"/>
                  </a:lnTo>
                  <a:lnTo>
                    <a:pt x="116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18"/>
            <p:cNvSpPr/>
            <p:nvPr/>
          </p:nvSpPr>
          <p:spPr>
            <a:xfrm>
              <a:off x="7199400" y="3174600"/>
              <a:ext cx="61825" cy="89800"/>
            </a:xfrm>
            <a:custGeom>
              <a:avLst/>
              <a:gdLst/>
              <a:ahLst/>
              <a:cxnLst/>
              <a:rect l="l" t="t" r="r" b="b"/>
              <a:pathLst>
                <a:path w="2473" h="3592" extrusionOk="0">
                  <a:moveTo>
                    <a:pt x="1082" y="0"/>
                  </a:moveTo>
                  <a:lnTo>
                    <a:pt x="1005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32" y="2163"/>
                  </a:lnTo>
                  <a:lnTo>
                    <a:pt x="1932" y="2433"/>
                  </a:lnTo>
                  <a:lnTo>
                    <a:pt x="1816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1" y="3128"/>
                  </a:lnTo>
                  <a:lnTo>
                    <a:pt x="1198" y="3128"/>
                  </a:lnTo>
                  <a:lnTo>
                    <a:pt x="1043" y="3090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588"/>
                  </a:lnTo>
                  <a:lnTo>
                    <a:pt x="928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1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13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24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10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21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3"/>
                  </a:lnTo>
                  <a:lnTo>
                    <a:pt x="1700" y="3514"/>
                  </a:lnTo>
                  <a:lnTo>
                    <a:pt x="1854" y="3399"/>
                  </a:lnTo>
                  <a:lnTo>
                    <a:pt x="2047" y="3244"/>
                  </a:lnTo>
                  <a:lnTo>
                    <a:pt x="2202" y="3051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0"/>
                  </a:lnTo>
                  <a:lnTo>
                    <a:pt x="2434" y="2008"/>
                  </a:lnTo>
                  <a:lnTo>
                    <a:pt x="2395" y="1815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18"/>
            <p:cNvSpPr/>
            <p:nvPr/>
          </p:nvSpPr>
          <p:spPr>
            <a:xfrm>
              <a:off x="6803600" y="3198725"/>
              <a:ext cx="310875" cy="124575"/>
            </a:xfrm>
            <a:custGeom>
              <a:avLst/>
              <a:gdLst/>
              <a:ahLst/>
              <a:cxnLst/>
              <a:rect l="l" t="t" r="r" b="b"/>
              <a:pathLst>
                <a:path w="12435" h="4983" extrusionOk="0">
                  <a:moveTo>
                    <a:pt x="232" y="1"/>
                  </a:moveTo>
                  <a:lnTo>
                    <a:pt x="1" y="233"/>
                  </a:lnTo>
                  <a:lnTo>
                    <a:pt x="503" y="966"/>
                  </a:lnTo>
                  <a:lnTo>
                    <a:pt x="1043" y="1623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4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4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3"/>
                  </a:lnTo>
                  <a:lnTo>
                    <a:pt x="11855" y="3862"/>
                  </a:lnTo>
                  <a:lnTo>
                    <a:pt x="12242" y="3592"/>
                  </a:lnTo>
                  <a:lnTo>
                    <a:pt x="12319" y="3553"/>
                  </a:lnTo>
                  <a:lnTo>
                    <a:pt x="12435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9"/>
                  </a:lnTo>
                  <a:lnTo>
                    <a:pt x="12010" y="3129"/>
                  </a:lnTo>
                  <a:lnTo>
                    <a:pt x="11933" y="3206"/>
                  </a:lnTo>
                  <a:lnTo>
                    <a:pt x="11585" y="3438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7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2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2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7"/>
                  </a:lnTo>
                  <a:lnTo>
                    <a:pt x="4596" y="3708"/>
                  </a:lnTo>
                  <a:lnTo>
                    <a:pt x="3901" y="3283"/>
                  </a:lnTo>
                  <a:lnTo>
                    <a:pt x="3206" y="2820"/>
                  </a:lnTo>
                  <a:lnTo>
                    <a:pt x="2588" y="2318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18"/>
            <p:cNvSpPr/>
            <p:nvPr/>
          </p:nvSpPr>
          <p:spPr>
            <a:xfrm>
              <a:off x="7111550" y="320550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77"/>
                  </a:lnTo>
                  <a:lnTo>
                    <a:pt x="3013" y="270"/>
                  </a:lnTo>
                  <a:lnTo>
                    <a:pt x="2781" y="502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5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1"/>
                  </a:lnTo>
                  <a:lnTo>
                    <a:pt x="966" y="2510"/>
                  </a:lnTo>
                  <a:lnTo>
                    <a:pt x="1198" y="2587"/>
                  </a:lnTo>
                  <a:lnTo>
                    <a:pt x="1430" y="2703"/>
                  </a:lnTo>
                  <a:lnTo>
                    <a:pt x="1623" y="2819"/>
                  </a:lnTo>
                  <a:lnTo>
                    <a:pt x="1816" y="2973"/>
                  </a:lnTo>
                  <a:lnTo>
                    <a:pt x="1970" y="3167"/>
                  </a:lnTo>
                  <a:lnTo>
                    <a:pt x="2047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093"/>
                  </a:lnTo>
                  <a:lnTo>
                    <a:pt x="2009" y="4325"/>
                  </a:lnTo>
                  <a:lnTo>
                    <a:pt x="1893" y="4518"/>
                  </a:lnTo>
                  <a:lnTo>
                    <a:pt x="1739" y="4711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5"/>
                  </a:lnTo>
                  <a:lnTo>
                    <a:pt x="657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32"/>
                  </a:lnTo>
                  <a:lnTo>
                    <a:pt x="966" y="4093"/>
                  </a:lnTo>
                  <a:lnTo>
                    <a:pt x="1121" y="4093"/>
                  </a:lnTo>
                  <a:lnTo>
                    <a:pt x="1237" y="4016"/>
                  </a:lnTo>
                  <a:lnTo>
                    <a:pt x="1314" y="3900"/>
                  </a:lnTo>
                  <a:lnTo>
                    <a:pt x="1314" y="3784"/>
                  </a:lnTo>
                  <a:lnTo>
                    <a:pt x="1275" y="3707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862"/>
                  </a:lnTo>
                  <a:lnTo>
                    <a:pt x="387" y="3977"/>
                  </a:lnTo>
                  <a:lnTo>
                    <a:pt x="310" y="4093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866"/>
                  </a:lnTo>
                  <a:lnTo>
                    <a:pt x="387" y="5097"/>
                  </a:lnTo>
                  <a:lnTo>
                    <a:pt x="541" y="5252"/>
                  </a:lnTo>
                  <a:lnTo>
                    <a:pt x="735" y="5368"/>
                  </a:lnTo>
                  <a:lnTo>
                    <a:pt x="966" y="5406"/>
                  </a:lnTo>
                  <a:lnTo>
                    <a:pt x="1198" y="5406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20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1"/>
                  </a:lnTo>
                  <a:lnTo>
                    <a:pt x="1739" y="2356"/>
                  </a:lnTo>
                  <a:lnTo>
                    <a:pt x="1507" y="2201"/>
                  </a:lnTo>
                  <a:lnTo>
                    <a:pt x="1275" y="2124"/>
                  </a:lnTo>
                  <a:lnTo>
                    <a:pt x="1623" y="1969"/>
                  </a:lnTo>
                  <a:lnTo>
                    <a:pt x="1932" y="1815"/>
                  </a:lnTo>
                  <a:lnTo>
                    <a:pt x="2241" y="1622"/>
                  </a:lnTo>
                  <a:lnTo>
                    <a:pt x="2549" y="1390"/>
                  </a:lnTo>
                  <a:lnTo>
                    <a:pt x="2820" y="1197"/>
                  </a:lnTo>
                  <a:lnTo>
                    <a:pt x="3090" y="965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77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18"/>
            <p:cNvSpPr/>
            <p:nvPr/>
          </p:nvSpPr>
          <p:spPr>
            <a:xfrm>
              <a:off x="1402350" y="3219000"/>
              <a:ext cx="106225" cy="103325"/>
            </a:xfrm>
            <a:custGeom>
              <a:avLst/>
              <a:gdLst/>
              <a:ahLst/>
              <a:cxnLst/>
              <a:rect l="l" t="t" r="r" b="b"/>
              <a:pathLst>
                <a:path w="4249" h="4133" extrusionOk="0">
                  <a:moveTo>
                    <a:pt x="2317" y="387"/>
                  </a:moveTo>
                  <a:lnTo>
                    <a:pt x="2588" y="425"/>
                  </a:lnTo>
                  <a:lnTo>
                    <a:pt x="2858" y="503"/>
                  </a:lnTo>
                  <a:lnTo>
                    <a:pt x="3128" y="619"/>
                  </a:lnTo>
                  <a:lnTo>
                    <a:pt x="3321" y="812"/>
                  </a:lnTo>
                  <a:lnTo>
                    <a:pt x="3553" y="1043"/>
                  </a:lnTo>
                  <a:lnTo>
                    <a:pt x="3708" y="1352"/>
                  </a:lnTo>
                  <a:lnTo>
                    <a:pt x="3823" y="1700"/>
                  </a:lnTo>
                  <a:lnTo>
                    <a:pt x="3862" y="2047"/>
                  </a:lnTo>
                  <a:lnTo>
                    <a:pt x="3785" y="2395"/>
                  </a:lnTo>
                  <a:lnTo>
                    <a:pt x="3708" y="2742"/>
                  </a:lnTo>
                  <a:lnTo>
                    <a:pt x="3514" y="3051"/>
                  </a:lnTo>
                  <a:lnTo>
                    <a:pt x="3283" y="3322"/>
                  </a:lnTo>
                  <a:lnTo>
                    <a:pt x="3012" y="3515"/>
                  </a:lnTo>
                  <a:lnTo>
                    <a:pt x="2704" y="3669"/>
                  </a:lnTo>
                  <a:lnTo>
                    <a:pt x="2395" y="3746"/>
                  </a:lnTo>
                  <a:lnTo>
                    <a:pt x="2047" y="3785"/>
                  </a:lnTo>
                  <a:lnTo>
                    <a:pt x="1738" y="3746"/>
                  </a:lnTo>
                  <a:lnTo>
                    <a:pt x="1391" y="3631"/>
                  </a:lnTo>
                  <a:lnTo>
                    <a:pt x="1120" y="3476"/>
                  </a:lnTo>
                  <a:lnTo>
                    <a:pt x="850" y="3283"/>
                  </a:lnTo>
                  <a:lnTo>
                    <a:pt x="618" y="3013"/>
                  </a:lnTo>
                  <a:lnTo>
                    <a:pt x="464" y="2665"/>
                  </a:lnTo>
                  <a:lnTo>
                    <a:pt x="348" y="2318"/>
                  </a:lnTo>
                  <a:lnTo>
                    <a:pt x="348" y="1931"/>
                  </a:lnTo>
                  <a:lnTo>
                    <a:pt x="387" y="1545"/>
                  </a:lnTo>
                  <a:lnTo>
                    <a:pt x="541" y="1236"/>
                  </a:lnTo>
                  <a:lnTo>
                    <a:pt x="618" y="1082"/>
                  </a:lnTo>
                  <a:lnTo>
                    <a:pt x="734" y="927"/>
                  </a:lnTo>
                  <a:lnTo>
                    <a:pt x="889" y="812"/>
                  </a:lnTo>
                  <a:lnTo>
                    <a:pt x="1043" y="696"/>
                  </a:lnTo>
                  <a:lnTo>
                    <a:pt x="1236" y="619"/>
                  </a:lnTo>
                  <a:lnTo>
                    <a:pt x="1429" y="541"/>
                  </a:lnTo>
                  <a:lnTo>
                    <a:pt x="1468" y="503"/>
                  </a:lnTo>
                  <a:lnTo>
                    <a:pt x="1777" y="425"/>
                  </a:lnTo>
                  <a:lnTo>
                    <a:pt x="2047" y="387"/>
                  </a:lnTo>
                  <a:close/>
                  <a:moveTo>
                    <a:pt x="1931" y="1"/>
                  </a:moveTo>
                  <a:lnTo>
                    <a:pt x="1738" y="39"/>
                  </a:lnTo>
                  <a:lnTo>
                    <a:pt x="1507" y="117"/>
                  </a:lnTo>
                  <a:lnTo>
                    <a:pt x="1313" y="232"/>
                  </a:lnTo>
                  <a:lnTo>
                    <a:pt x="1159" y="348"/>
                  </a:lnTo>
                  <a:lnTo>
                    <a:pt x="1120" y="387"/>
                  </a:lnTo>
                  <a:lnTo>
                    <a:pt x="966" y="387"/>
                  </a:lnTo>
                  <a:lnTo>
                    <a:pt x="773" y="464"/>
                  </a:lnTo>
                  <a:lnTo>
                    <a:pt x="657" y="541"/>
                  </a:lnTo>
                  <a:lnTo>
                    <a:pt x="503" y="657"/>
                  </a:lnTo>
                  <a:lnTo>
                    <a:pt x="387" y="773"/>
                  </a:lnTo>
                  <a:lnTo>
                    <a:pt x="309" y="927"/>
                  </a:lnTo>
                  <a:lnTo>
                    <a:pt x="155" y="1236"/>
                  </a:lnTo>
                  <a:lnTo>
                    <a:pt x="39" y="1623"/>
                  </a:lnTo>
                  <a:lnTo>
                    <a:pt x="1" y="2009"/>
                  </a:lnTo>
                  <a:lnTo>
                    <a:pt x="39" y="2356"/>
                  </a:lnTo>
                  <a:lnTo>
                    <a:pt x="78" y="2704"/>
                  </a:lnTo>
                  <a:lnTo>
                    <a:pt x="155" y="2897"/>
                  </a:lnTo>
                  <a:lnTo>
                    <a:pt x="271" y="3090"/>
                  </a:lnTo>
                  <a:lnTo>
                    <a:pt x="387" y="3283"/>
                  </a:lnTo>
                  <a:lnTo>
                    <a:pt x="541" y="3437"/>
                  </a:lnTo>
                  <a:lnTo>
                    <a:pt x="850" y="3746"/>
                  </a:lnTo>
                  <a:lnTo>
                    <a:pt x="1236" y="3939"/>
                  </a:lnTo>
                  <a:lnTo>
                    <a:pt x="1661" y="4094"/>
                  </a:lnTo>
                  <a:lnTo>
                    <a:pt x="2086" y="4133"/>
                  </a:lnTo>
                  <a:lnTo>
                    <a:pt x="2510" y="4094"/>
                  </a:lnTo>
                  <a:lnTo>
                    <a:pt x="2742" y="4055"/>
                  </a:lnTo>
                  <a:lnTo>
                    <a:pt x="2974" y="3978"/>
                  </a:lnTo>
                  <a:lnTo>
                    <a:pt x="3321" y="3746"/>
                  </a:lnTo>
                  <a:lnTo>
                    <a:pt x="3630" y="3476"/>
                  </a:lnTo>
                  <a:lnTo>
                    <a:pt x="3862" y="3167"/>
                  </a:lnTo>
                  <a:lnTo>
                    <a:pt x="4055" y="2781"/>
                  </a:lnTo>
                  <a:lnTo>
                    <a:pt x="4171" y="2395"/>
                  </a:lnTo>
                  <a:lnTo>
                    <a:pt x="4248" y="2009"/>
                  </a:lnTo>
                  <a:lnTo>
                    <a:pt x="4210" y="1584"/>
                  </a:lnTo>
                  <a:lnTo>
                    <a:pt x="4094" y="1198"/>
                  </a:lnTo>
                  <a:lnTo>
                    <a:pt x="3978" y="1005"/>
                  </a:lnTo>
                  <a:lnTo>
                    <a:pt x="3862" y="812"/>
                  </a:lnTo>
                  <a:lnTo>
                    <a:pt x="3708" y="657"/>
                  </a:lnTo>
                  <a:lnTo>
                    <a:pt x="3553" y="503"/>
                  </a:lnTo>
                  <a:lnTo>
                    <a:pt x="3206" y="232"/>
                  </a:lnTo>
                  <a:lnTo>
                    <a:pt x="2781" y="78"/>
                  </a:lnTo>
                  <a:lnTo>
                    <a:pt x="23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18"/>
            <p:cNvSpPr/>
            <p:nvPr/>
          </p:nvSpPr>
          <p:spPr>
            <a:xfrm>
              <a:off x="4924025" y="3220925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6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5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5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0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7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18"/>
            <p:cNvSpPr/>
            <p:nvPr/>
          </p:nvSpPr>
          <p:spPr>
            <a:xfrm>
              <a:off x="2672775" y="3239275"/>
              <a:ext cx="330175" cy="176700"/>
            </a:xfrm>
            <a:custGeom>
              <a:avLst/>
              <a:gdLst/>
              <a:ahLst/>
              <a:cxnLst/>
              <a:rect l="l" t="t" r="r" b="b"/>
              <a:pathLst>
                <a:path w="13207" h="7068" extrusionOk="0">
                  <a:moveTo>
                    <a:pt x="8110" y="310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80"/>
                  </a:lnTo>
                  <a:lnTo>
                    <a:pt x="8728" y="889"/>
                  </a:lnTo>
                  <a:lnTo>
                    <a:pt x="8766" y="1198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8"/>
                  </a:lnTo>
                  <a:lnTo>
                    <a:pt x="8033" y="2858"/>
                  </a:lnTo>
                  <a:lnTo>
                    <a:pt x="6836" y="4712"/>
                  </a:lnTo>
                  <a:lnTo>
                    <a:pt x="6681" y="4712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8"/>
                  </a:lnTo>
                  <a:lnTo>
                    <a:pt x="7453" y="889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10"/>
                  </a:lnTo>
                  <a:close/>
                  <a:moveTo>
                    <a:pt x="5909" y="5407"/>
                  </a:moveTo>
                  <a:lnTo>
                    <a:pt x="4673" y="5831"/>
                  </a:lnTo>
                  <a:lnTo>
                    <a:pt x="3437" y="6218"/>
                  </a:lnTo>
                  <a:lnTo>
                    <a:pt x="2781" y="6372"/>
                  </a:lnTo>
                  <a:lnTo>
                    <a:pt x="2125" y="6527"/>
                  </a:lnTo>
                  <a:lnTo>
                    <a:pt x="1700" y="6565"/>
                  </a:lnTo>
                  <a:lnTo>
                    <a:pt x="1314" y="6604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8"/>
                  </a:lnTo>
                  <a:lnTo>
                    <a:pt x="696" y="6063"/>
                  </a:lnTo>
                  <a:lnTo>
                    <a:pt x="696" y="5909"/>
                  </a:lnTo>
                  <a:lnTo>
                    <a:pt x="734" y="5793"/>
                  </a:lnTo>
                  <a:lnTo>
                    <a:pt x="812" y="5716"/>
                  </a:lnTo>
                  <a:lnTo>
                    <a:pt x="889" y="5677"/>
                  </a:lnTo>
                  <a:lnTo>
                    <a:pt x="1082" y="5600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7"/>
                  </a:lnTo>
                  <a:close/>
                  <a:moveTo>
                    <a:pt x="7067" y="5098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6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9"/>
                  </a:lnTo>
                  <a:lnTo>
                    <a:pt x="12589" y="6025"/>
                  </a:lnTo>
                  <a:lnTo>
                    <a:pt x="12628" y="6179"/>
                  </a:lnTo>
                  <a:lnTo>
                    <a:pt x="12589" y="6527"/>
                  </a:lnTo>
                  <a:lnTo>
                    <a:pt x="12435" y="6604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4"/>
                  </a:lnTo>
                  <a:lnTo>
                    <a:pt x="10929" y="6527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9"/>
                  </a:lnTo>
                  <a:lnTo>
                    <a:pt x="8226" y="5677"/>
                  </a:lnTo>
                  <a:lnTo>
                    <a:pt x="7067" y="5098"/>
                  </a:lnTo>
                  <a:close/>
                  <a:moveTo>
                    <a:pt x="8148" y="1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7"/>
                  </a:lnTo>
                  <a:lnTo>
                    <a:pt x="6681" y="2433"/>
                  </a:lnTo>
                  <a:lnTo>
                    <a:pt x="6527" y="3592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1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8"/>
                  </a:lnTo>
                  <a:lnTo>
                    <a:pt x="1391" y="5175"/>
                  </a:lnTo>
                  <a:lnTo>
                    <a:pt x="1005" y="5214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600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5"/>
                  </a:lnTo>
                  <a:lnTo>
                    <a:pt x="117" y="6449"/>
                  </a:lnTo>
                  <a:lnTo>
                    <a:pt x="232" y="6604"/>
                  </a:lnTo>
                  <a:lnTo>
                    <a:pt x="348" y="6681"/>
                  </a:lnTo>
                  <a:lnTo>
                    <a:pt x="464" y="6797"/>
                  </a:lnTo>
                  <a:lnTo>
                    <a:pt x="773" y="6913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3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6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9"/>
                  </a:lnTo>
                  <a:lnTo>
                    <a:pt x="6758" y="6102"/>
                  </a:lnTo>
                  <a:lnTo>
                    <a:pt x="6836" y="6295"/>
                  </a:lnTo>
                  <a:lnTo>
                    <a:pt x="7106" y="6256"/>
                  </a:lnTo>
                  <a:lnTo>
                    <a:pt x="7106" y="6218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7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7"/>
                  </a:lnTo>
                  <a:lnTo>
                    <a:pt x="11045" y="6951"/>
                  </a:lnTo>
                  <a:lnTo>
                    <a:pt x="11469" y="7029"/>
                  </a:lnTo>
                  <a:lnTo>
                    <a:pt x="11933" y="7067"/>
                  </a:lnTo>
                  <a:lnTo>
                    <a:pt x="12396" y="7029"/>
                  </a:lnTo>
                  <a:lnTo>
                    <a:pt x="12589" y="6990"/>
                  </a:lnTo>
                  <a:lnTo>
                    <a:pt x="12782" y="6913"/>
                  </a:lnTo>
                  <a:lnTo>
                    <a:pt x="12937" y="6797"/>
                  </a:lnTo>
                  <a:lnTo>
                    <a:pt x="13053" y="6681"/>
                  </a:lnTo>
                  <a:lnTo>
                    <a:pt x="13130" y="6527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5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7"/>
                  </a:lnTo>
                  <a:lnTo>
                    <a:pt x="12242" y="5291"/>
                  </a:lnTo>
                  <a:lnTo>
                    <a:pt x="11894" y="5214"/>
                  </a:lnTo>
                  <a:lnTo>
                    <a:pt x="11315" y="5098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2"/>
                  </a:lnTo>
                  <a:lnTo>
                    <a:pt x="8071" y="3515"/>
                  </a:lnTo>
                  <a:lnTo>
                    <a:pt x="8496" y="2858"/>
                  </a:lnTo>
                  <a:lnTo>
                    <a:pt x="8843" y="2202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7"/>
                  </a:lnTo>
                  <a:lnTo>
                    <a:pt x="9075" y="1275"/>
                  </a:lnTo>
                  <a:lnTo>
                    <a:pt x="9037" y="1005"/>
                  </a:lnTo>
                  <a:lnTo>
                    <a:pt x="8959" y="812"/>
                  </a:lnTo>
                  <a:lnTo>
                    <a:pt x="8882" y="580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18"/>
            <p:cNvSpPr/>
            <p:nvPr/>
          </p:nvSpPr>
          <p:spPr>
            <a:xfrm>
              <a:off x="410925" y="3256650"/>
              <a:ext cx="35725" cy="33825"/>
            </a:xfrm>
            <a:custGeom>
              <a:avLst/>
              <a:gdLst/>
              <a:ahLst/>
              <a:cxnLst/>
              <a:rect l="l" t="t" r="r" b="b"/>
              <a:pathLst>
                <a:path w="1429" h="1353" extrusionOk="0">
                  <a:moveTo>
                    <a:pt x="579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71"/>
                  </a:lnTo>
                  <a:lnTo>
                    <a:pt x="39" y="425"/>
                  </a:lnTo>
                  <a:lnTo>
                    <a:pt x="0" y="619"/>
                  </a:lnTo>
                  <a:lnTo>
                    <a:pt x="0" y="812"/>
                  </a:lnTo>
                  <a:lnTo>
                    <a:pt x="77" y="966"/>
                  </a:lnTo>
                  <a:lnTo>
                    <a:pt x="155" y="1121"/>
                  </a:lnTo>
                  <a:lnTo>
                    <a:pt x="309" y="1275"/>
                  </a:lnTo>
                  <a:lnTo>
                    <a:pt x="463" y="1352"/>
                  </a:lnTo>
                  <a:lnTo>
                    <a:pt x="618" y="1352"/>
                  </a:lnTo>
                  <a:lnTo>
                    <a:pt x="695" y="1236"/>
                  </a:lnTo>
                  <a:lnTo>
                    <a:pt x="695" y="1121"/>
                  </a:lnTo>
                  <a:lnTo>
                    <a:pt x="657" y="1082"/>
                  </a:lnTo>
                  <a:lnTo>
                    <a:pt x="579" y="1043"/>
                  </a:lnTo>
                  <a:lnTo>
                    <a:pt x="502" y="1005"/>
                  </a:lnTo>
                  <a:lnTo>
                    <a:pt x="463" y="927"/>
                  </a:lnTo>
                  <a:lnTo>
                    <a:pt x="386" y="773"/>
                  </a:lnTo>
                  <a:lnTo>
                    <a:pt x="386" y="580"/>
                  </a:lnTo>
                  <a:lnTo>
                    <a:pt x="425" y="503"/>
                  </a:lnTo>
                  <a:lnTo>
                    <a:pt x="502" y="425"/>
                  </a:lnTo>
                  <a:lnTo>
                    <a:pt x="579" y="387"/>
                  </a:lnTo>
                  <a:lnTo>
                    <a:pt x="657" y="387"/>
                  </a:lnTo>
                  <a:lnTo>
                    <a:pt x="850" y="425"/>
                  </a:lnTo>
                  <a:lnTo>
                    <a:pt x="927" y="464"/>
                  </a:lnTo>
                  <a:lnTo>
                    <a:pt x="965" y="541"/>
                  </a:lnTo>
                  <a:lnTo>
                    <a:pt x="1043" y="696"/>
                  </a:lnTo>
                  <a:lnTo>
                    <a:pt x="1081" y="773"/>
                  </a:lnTo>
                  <a:lnTo>
                    <a:pt x="1120" y="812"/>
                  </a:lnTo>
                  <a:lnTo>
                    <a:pt x="1274" y="812"/>
                  </a:lnTo>
                  <a:lnTo>
                    <a:pt x="1352" y="734"/>
                  </a:lnTo>
                  <a:lnTo>
                    <a:pt x="1390" y="696"/>
                  </a:lnTo>
                  <a:lnTo>
                    <a:pt x="1429" y="619"/>
                  </a:lnTo>
                  <a:lnTo>
                    <a:pt x="1390" y="425"/>
                  </a:lnTo>
                  <a:lnTo>
                    <a:pt x="1274" y="271"/>
                  </a:lnTo>
                  <a:lnTo>
                    <a:pt x="1159" y="117"/>
                  </a:lnTo>
                  <a:lnTo>
                    <a:pt x="965" y="39"/>
                  </a:lnTo>
                  <a:lnTo>
                    <a:pt x="77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18"/>
            <p:cNvSpPr/>
            <p:nvPr/>
          </p:nvSpPr>
          <p:spPr>
            <a:xfrm>
              <a:off x="5445325" y="3267275"/>
              <a:ext cx="624625" cy="344650"/>
            </a:xfrm>
            <a:custGeom>
              <a:avLst/>
              <a:gdLst/>
              <a:ahLst/>
              <a:cxnLst/>
              <a:rect l="l" t="t" r="r" b="b"/>
              <a:pathLst>
                <a:path w="24985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03" y="2008"/>
                  </a:lnTo>
                  <a:lnTo>
                    <a:pt x="23787" y="2124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170" y="2086"/>
                  </a:lnTo>
                  <a:lnTo>
                    <a:pt x="23054" y="1970"/>
                  </a:lnTo>
                  <a:lnTo>
                    <a:pt x="22976" y="1815"/>
                  </a:lnTo>
                  <a:lnTo>
                    <a:pt x="22938" y="1622"/>
                  </a:lnTo>
                  <a:lnTo>
                    <a:pt x="22976" y="1429"/>
                  </a:lnTo>
                  <a:lnTo>
                    <a:pt x="23015" y="1236"/>
                  </a:lnTo>
                  <a:lnTo>
                    <a:pt x="23131" y="1082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42"/>
                  </a:lnTo>
                  <a:lnTo>
                    <a:pt x="24289" y="3090"/>
                  </a:lnTo>
                  <a:lnTo>
                    <a:pt x="24367" y="3437"/>
                  </a:lnTo>
                  <a:lnTo>
                    <a:pt x="24405" y="3785"/>
                  </a:lnTo>
                  <a:lnTo>
                    <a:pt x="24173" y="3707"/>
                  </a:lnTo>
                  <a:lnTo>
                    <a:pt x="23942" y="3592"/>
                  </a:lnTo>
                  <a:lnTo>
                    <a:pt x="23826" y="3514"/>
                  </a:lnTo>
                  <a:lnTo>
                    <a:pt x="23787" y="3399"/>
                  </a:lnTo>
                  <a:lnTo>
                    <a:pt x="23710" y="3283"/>
                  </a:lnTo>
                  <a:lnTo>
                    <a:pt x="23672" y="3128"/>
                  </a:lnTo>
                  <a:lnTo>
                    <a:pt x="23710" y="2897"/>
                  </a:lnTo>
                  <a:lnTo>
                    <a:pt x="23787" y="2704"/>
                  </a:lnTo>
                  <a:lnTo>
                    <a:pt x="23903" y="2549"/>
                  </a:lnTo>
                  <a:lnTo>
                    <a:pt x="24096" y="2433"/>
                  </a:lnTo>
                  <a:close/>
                  <a:moveTo>
                    <a:pt x="16142" y="4943"/>
                  </a:moveTo>
                  <a:lnTo>
                    <a:pt x="16257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28" y="5252"/>
                  </a:lnTo>
                  <a:lnTo>
                    <a:pt x="16566" y="5407"/>
                  </a:lnTo>
                  <a:lnTo>
                    <a:pt x="16296" y="5407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40" y="5368"/>
                  </a:lnTo>
                  <a:lnTo>
                    <a:pt x="15678" y="5252"/>
                  </a:lnTo>
                  <a:lnTo>
                    <a:pt x="15755" y="5136"/>
                  </a:lnTo>
                  <a:lnTo>
                    <a:pt x="15833" y="5059"/>
                  </a:lnTo>
                  <a:lnTo>
                    <a:pt x="15949" y="5020"/>
                  </a:lnTo>
                  <a:lnTo>
                    <a:pt x="16026" y="4982"/>
                  </a:lnTo>
                  <a:lnTo>
                    <a:pt x="16142" y="4943"/>
                  </a:lnTo>
                  <a:close/>
                  <a:moveTo>
                    <a:pt x="24444" y="4248"/>
                  </a:moveTo>
                  <a:lnTo>
                    <a:pt x="24405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07"/>
                  </a:lnTo>
                  <a:lnTo>
                    <a:pt x="23903" y="5252"/>
                  </a:lnTo>
                  <a:lnTo>
                    <a:pt x="23787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865" y="4596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763" y="4866"/>
                  </a:lnTo>
                  <a:lnTo>
                    <a:pt x="17879" y="4905"/>
                  </a:lnTo>
                  <a:lnTo>
                    <a:pt x="17957" y="4982"/>
                  </a:lnTo>
                  <a:lnTo>
                    <a:pt x="18072" y="5175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484"/>
                  </a:lnTo>
                  <a:lnTo>
                    <a:pt x="17030" y="5407"/>
                  </a:lnTo>
                  <a:lnTo>
                    <a:pt x="17030" y="5291"/>
                  </a:lnTo>
                  <a:lnTo>
                    <a:pt x="17107" y="5136"/>
                  </a:lnTo>
                  <a:lnTo>
                    <a:pt x="17184" y="5059"/>
                  </a:lnTo>
                  <a:lnTo>
                    <a:pt x="17261" y="4943"/>
                  </a:lnTo>
                  <a:lnTo>
                    <a:pt x="17377" y="4866"/>
                  </a:lnTo>
                  <a:lnTo>
                    <a:pt x="17493" y="4827"/>
                  </a:lnTo>
                  <a:close/>
                  <a:moveTo>
                    <a:pt x="14558" y="5291"/>
                  </a:moveTo>
                  <a:lnTo>
                    <a:pt x="14674" y="5329"/>
                  </a:lnTo>
                  <a:lnTo>
                    <a:pt x="14790" y="5368"/>
                  </a:lnTo>
                  <a:lnTo>
                    <a:pt x="14906" y="5445"/>
                  </a:lnTo>
                  <a:lnTo>
                    <a:pt x="14983" y="5522"/>
                  </a:lnTo>
                  <a:lnTo>
                    <a:pt x="15060" y="5677"/>
                  </a:lnTo>
                  <a:lnTo>
                    <a:pt x="14520" y="5870"/>
                  </a:lnTo>
                  <a:lnTo>
                    <a:pt x="14056" y="6102"/>
                  </a:lnTo>
                  <a:lnTo>
                    <a:pt x="14018" y="6024"/>
                  </a:lnTo>
                  <a:lnTo>
                    <a:pt x="14018" y="5793"/>
                  </a:lnTo>
                  <a:lnTo>
                    <a:pt x="14095" y="5600"/>
                  </a:lnTo>
                  <a:lnTo>
                    <a:pt x="14249" y="5445"/>
                  </a:lnTo>
                  <a:lnTo>
                    <a:pt x="14327" y="5368"/>
                  </a:lnTo>
                  <a:lnTo>
                    <a:pt x="14443" y="5329"/>
                  </a:lnTo>
                  <a:lnTo>
                    <a:pt x="14558" y="5291"/>
                  </a:lnTo>
                  <a:close/>
                  <a:moveTo>
                    <a:pt x="19076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47" y="5793"/>
                  </a:lnTo>
                  <a:lnTo>
                    <a:pt x="19385" y="5986"/>
                  </a:lnTo>
                  <a:lnTo>
                    <a:pt x="19347" y="6140"/>
                  </a:lnTo>
                  <a:lnTo>
                    <a:pt x="18574" y="5831"/>
                  </a:lnTo>
                  <a:lnTo>
                    <a:pt x="18613" y="5715"/>
                  </a:lnTo>
                  <a:lnTo>
                    <a:pt x="18652" y="5638"/>
                  </a:lnTo>
                  <a:lnTo>
                    <a:pt x="18806" y="5522"/>
                  </a:lnTo>
                  <a:lnTo>
                    <a:pt x="18999" y="5484"/>
                  </a:lnTo>
                  <a:close/>
                  <a:moveTo>
                    <a:pt x="20312" y="6063"/>
                  </a:moveTo>
                  <a:lnTo>
                    <a:pt x="20428" y="6102"/>
                  </a:lnTo>
                  <a:lnTo>
                    <a:pt x="20544" y="6179"/>
                  </a:lnTo>
                  <a:lnTo>
                    <a:pt x="20660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53" y="6913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10" y="6256"/>
                  </a:lnTo>
                  <a:lnTo>
                    <a:pt x="19887" y="6179"/>
                  </a:lnTo>
                  <a:lnTo>
                    <a:pt x="19964" y="6102"/>
                  </a:lnTo>
                  <a:lnTo>
                    <a:pt x="20080" y="6063"/>
                  </a:lnTo>
                  <a:close/>
                  <a:moveTo>
                    <a:pt x="23710" y="5870"/>
                  </a:moveTo>
                  <a:lnTo>
                    <a:pt x="23942" y="5986"/>
                  </a:lnTo>
                  <a:lnTo>
                    <a:pt x="24058" y="5986"/>
                  </a:lnTo>
                  <a:lnTo>
                    <a:pt x="23903" y="6295"/>
                  </a:lnTo>
                  <a:lnTo>
                    <a:pt x="23710" y="6565"/>
                  </a:lnTo>
                  <a:lnTo>
                    <a:pt x="23478" y="6797"/>
                  </a:lnTo>
                  <a:lnTo>
                    <a:pt x="23247" y="6990"/>
                  </a:lnTo>
                  <a:lnTo>
                    <a:pt x="23208" y="6913"/>
                  </a:lnTo>
                  <a:lnTo>
                    <a:pt x="23054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092" y="6063"/>
                  </a:lnTo>
                  <a:lnTo>
                    <a:pt x="23170" y="5986"/>
                  </a:lnTo>
                  <a:lnTo>
                    <a:pt x="23285" y="5947"/>
                  </a:lnTo>
                  <a:lnTo>
                    <a:pt x="23478" y="5870"/>
                  </a:lnTo>
                  <a:close/>
                  <a:moveTo>
                    <a:pt x="13207" y="6102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670" y="6333"/>
                  </a:lnTo>
                  <a:lnTo>
                    <a:pt x="13130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3"/>
                  </a:lnTo>
                  <a:lnTo>
                    <a:pt x="12628" y="6797"/>
                  </a:lnTo>
                  <a:lnTo>
                    <a:pt x="12628" y="6642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179"/>
                  </a:lnTo>
                  <a:lnTo>
                    <a:pt x="12975" y="6140"/>
                  </a:lnTo>
                  <a:lnTo>
                    <a:pt x="13091" y="6102"/>
                  </a:lnTo>
                  <a:close/>
                  <a:moveTo>
                    <a:pt x="22166" y="6565"/>
                  </a:moveTo>
                  <a:lnTo>
                    <a:pt x="22281" y="6604"/>
                  </a:lnTo>
                  <a:lnTo>
                    <a:pt x="22436" y="6681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1" y="7067"/>
                  </a:lnTo>
                  <a:lnTo>
                    <a:pt x="22899" y="7067"/>
                  </a:lnTo>
                  <a:lnTo>
                    <a:pt x="22976" y="7106"/>
                  </a:lnTo>
                  <a:lnTo>
                    <a:pt x="22938" y="7106"/>
                  </a:lnTo>
                  <a:lnTo>
                    <a:pt x="22552" y="7221"/>
                  </a:lnTo>
                  <a:lnTo>
                    <a:pt x="22166" y="7221"/>
                  </a:lnTo>
                  <a:lnTo>
                    <a:pt x="21779" y="7183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19"/>
                  </a:lnTo>
                  <a:lnTo>
                    <a:pt x="21779" y="6604"/>
                  </a:lnTo>
                  <a:lnTo>
                    <a:pt x="22011" y="6565"/>
                  </a:lnTo>
                  <a:close/>
                  <a:moveTo>
                    <a:pt x="12280" y="7376"/>
                  </a:moveTo>
                  <a:lnTo>
                    <a:pt x="12473" y="7415"/>
                  </a:lnTo>
                  <a:lnTo>
                    <a:pt x="12087" y="7955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24" y="8071"/>
                  </a:lnTo>
                  <a:lnTo>
                    <a:pt x="11624" y="7955"/>
                  </a:lnTo>
                  <a:lnTo>
                    <a:pt x="11662" y="7839"/>
                  </a:lnTo>
                  <a:lnTo>
                    <a:pt x="11701" y="7723"/>
                  </a:lnTo>
                  <a:lnTo>
                    <a:pt x="11778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26" y="7415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56" y="9422"/>
                  </a:lnTo>
                  <a:lnTo>
                    <a:pt x="2433" y="9461"/>
                  </a:lnTo>
                  <a:lnTo>
                    <a:pt x="2511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588" y="10002"/>
                  </a:lnTo>
                  <a:lnTo>
                    <a:pt x="2124" y="9886"/>
                  </a:lnTo>
                  <a:lnTo>
                    <a:pt x="1622" y="9886"/>
                  </a:lnTo>
                  <a:lnTo>
                    <a:pt x="1661" y="9731"/>
                  </a:lnTo>
                  <a:lnTo>
                    <a:pt x="1738" y="9616"/>
                  </a:lnTo>
                  <a:lnTo>
                    <a:pt x="1815" y="9538"/>
                  </a:lnTo>
                  <a:lnTo>
                    <a:pt x="1893" y="9461"/>
                  </a:lnTo>
                  <a:lnTo>
                    <a:pt x="2009" y="9384"/>
                  </a:lnTo>
                  <a:lnTo>
                    <a:pt x="2124" y="9345"/>
                  </a:lnTo>
                  <a:close/>
                  <a:moveTo>
                    <a:pt x="11624" y="8998"/>
                  </a:moveTo>
                  <a:lnTo>
                    <a:pt x="11469" y="9500"/>
                  </a:lnTo>
                  <a:lnTo>
                    <a:pt x="11315" y="10002"/>
                  </a:lnTo>
                  <a:lnTo>
                    <a:pt x="11238" y="10272"/>
                  </a:lnTo>
                  <a:lnTo>
                    <a:pt x="11044" y="10079"/>
                  </a:lnTo>
                  <a:lnTo>
                    <a:pt x="10967" y="9809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29" y="9422"/>
                  </a:lnTo>
                  <a:lnTo>
                    <a:pt x="11006" y="9307"/>
                  </a:lnTo>
                  <a:lnTo>
                    <a:pt x="11122" y="9152"/>
                  </a:lnTo>
                  <a:lnTo>
                    <a:pt x="11276" y="9036"/>
                  </a:lnTo>
                  <a:lnTo>
                    <a:pt x="11469" y="8998"/>
                  </a:lnTo>
                  <a:close/>
                  <a:moveTo>
                    <a:pt x="3746" y="9731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2" y="10118"/>
                  </a:lnTo>
                  <a:lnTo>
                    <a:pt x="4171" y="10233"/>
                  </a:lnTo>
                  <a:lnTo>
                    <a:pt x="4132" y="10388"/>
                  </a:lnTo>
                  <a:lnTo>
                    <a:pt x="4094" y="10504"/>
                  </a:lnTo>
                  <a:lnTo>
                    <a:pt x="4017" y="10620"/>
                  </a:lnTo>
                  <a:lnTo>
                    <a:pt x="3862" y="10542"/>
                  </a:lnTo>
                  <a:lnTo>
                    <a:pt x="3476" y="10311"/>
                  </a:lnTo>
                  <a:lnTo>
                    <a:pt x="3051" y="10156"/>
                  </a:lnTo>
                  <a:lnTo>
                    <a:pt x="3128" y="10002"/>
                  </a:lnTo>
                  <a:lnTo>
                    <a:pt x="3244" y="9924"/>
                  </a:lnTo>
                  <a:lnTo>
                    <a:pt x="3360" y="9809"/>
                  </a:lnTo>
                  <a:lnTo>
                    <a:pt x="3476" y="9770"/>
                  </a:lnTo>
                  <a:lnTo>
                    <a:pt x="3630" y="9731"/>
                  </a:lnTo>
                  <a:close/>
                  <a:moveTo>
                    <a:pt x="4827" y="10620"/>
                  </a:moveTo>
                  <a:lnTo>
                    <a:pt x="4905" y="10658"/>
                  </a:lnTo>
                  <a:lnTo>
                    <a:pt x="4982" y="10697"/>
                  </a:lnTo>
                  <a:lnTo>
                    <a:pt x="5059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59" y="11430"/>
                  </a:lnTo>
                  <a:lnTo>
                    <a:pt x="4403" y="10890"/>
                  </a:lnTo>
                  <a:lnTo>
                    <a:pt x="4441" y="10813"/>
                  </a:lnTo>
                  <a:lnTo>
                    <a:pt x="4480" y="10735"/>
                  </a:lnTo>
                  <a:lnTo>
                    <a:pt x="4634" y="10658"/>
                  </a:lnTo>
                  <a:lnTo>
                    <a:pt x="4827" y="10620"/>
                  </a:lnTo>
                  <a:close/>
                  <a:moveTo>
                    <a:pt x="11160" y="10620"/>
                  </a:moveTo>
                  <a:lnTo>
                    <a:pt x="10929" y="11199"/>
                  </a:lnTo>
                  <a:lnTo>
                    <a:pt x="10697" y="11739"/>
                  </a:lnTo>
                  <a:lnTo>
                    <a:pt x="10658" y="11701"/>
                  </a:lnTo>
                  <a:lnTo>
                    <a:pt x="10465" y="11508"/>
                  </a:lnTo>
                  <a:lnTo>
                    <a:pt x="10388" y="11315"/>
                  </a:lnTo>
                  <a:lnTo>
                    <a:pt x="10388" y="11122"/>
                  </a:lnTo>
                  <a:lnTo>
                    <a:pt x="10427" y="10967"/>
                  </a:lnTo>
                  <a:lnTo>
                    <a:pt x="10542" y="10774"/>
                  </a:lnTo>
                  <a:lnTo>
                    <a:pt x="10697" y="10658"/>
                  </a:lnTo>
                  <a:lnTo>
                    <a:pt x="10929" y="10620"/>
                  </a:lnTo>
                  <a:close/>
                  <a:moveTo>
                    <a:pt x="5947" y="11469"/>
                  </a:moveTo>
                  <a:lnTo>
                    <a:pt x="6063" y="11508"/>
                  </a:lnTo>
                  <a:lnTo>
                    <a:pt x="6140" y="11546"/>
                  </a:lnTo>
                  <a:lnTo>
                    <a:pt x="6218" y="11662"/>
                  </a:lnTo>
                  <a:lnTo>
                    <a:pt x="6295" y="11739"/>
                  </a:lnTo>
                  <a:lnTo>
                    <a:pt x="6372" y="11971"/>
                  </a:lnTo>
                  <a:lnTo>
                    <a:pt x="6411" y="12203"/>
                  </a:lnTo>
                  <a:lnTo>
                    <a:pt x="6372" y="12473"/>
                  </a:lnTo>
                  <a:lnTo>
                    <a:pt x="5870" y="12087"/>
                  </a:lnTo>
                  <a:lnTo>
                    <a:pt x="5407" y="11701"/>
                  </a:lnTo>
                  <a:lnTo>
                    <a:pt x="5445" y="11585"/>
                  </a:lnTo>
                  <a:lnTo>
                    <a:pt x="5523" y="11508"/>
                  </a:lnTo>
                  <a:lnTo>
                    <a:pt x="5638" y="11469"/>
                  </a:lnTo>
                  <a:close/>
                  <a:moveTo>
                    <a:pt x="10542" y="12048"/>
                  </a:moveTo>
                  <a:lnTo>
                    <a:pt x="10388" y="12280"/>
                  </a:lnTo>
                  <a:lnTo>
                    <a:pt x="10195" y="12550"/>
                  </a:lnTo>
                  <a:lnTo>
                    <a:pt x="9963" y="12743"/>
                  </a:lnTo>
                  <a:lnTo>
                    <a:pt x="9770" y="12936"/>
                  </a:lnTo>
                  <a:lnTo>
                    <a:pt x="9732" y="12859"/>
                  </a:lnTo>
                  <a:lnTo>
                    <a:pt x="9654" y="12666"/>
                  </a:lnTo>
                  <a:lnTo>
                    <a:pt x="9616" y="12473"/>
                  </a:lnTo>
                  <a:lnTo>
                    <a:pt x="9693" y="12319"/>
                  </a:lnTo>
                  <a:lnTo>
                    <a:pt x="9809" y="12203"/>
                  </a:lnTo>
                  <a:lnTo>
                    <a:pt x="9963" y="12126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37" y="12473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01" y="12821"/>
                  </a:lnTo>
                  <a:lnTo>
                    <a:pt x="7878" y="13014"/>
                  </a:lnTo>
                  <a:lnTo>
                    <a:pt x="7839" y="13207"/>
                  </a:lnTo>
                  <a:lnTo>
                    <a:pt x="7299" y="13014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44" y="12512"/>
                  </a:lnTo>
                  <a:lnTo>
                    <a:pt x="7337" y="12473"/>
                  </a:lnTo>
                  <a:close/>
                  <a:moveTo>
                    <a:pt x="8843" y="12628"/>
                  </a:moveTo>
                  <a:lnTo>
                    <a:pt x="8921" y="12666"/>
                  </a:lnTo>
                  <a:lnTo>
                    <a:pt x="9075" y="12743"/>
                  </a:lnTo>
                  <a:lnTo>
                    <a:pt x="9191" y="12936"/>
                  </a:lnTo>
                  <a:lnTo>
                    <a:pt x="9230" y="13130"/>
                  </a:lnTo>
                  <a:lnTo>
                    <a:pt x="9230" y="13207"/>
                  </a:lnTo>
                  <a:lnTo>
                    <a:pt x="9036" y="13245"/>
                  </a:lnTo>
                  <a:lnTo>
                    <a:pt x="8805" y="13284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03" y="13014"/>
                  </a:lnTo>
                  <a:lnTo>
                    <a:pt x="8419" y="12821"/>
                  </a:lnTo>
                  <a:lnTo>
                    <a:pt x="8534" y="12666"/>
                  </a:lnTo>
                  <a:lnTo>
                    <a:pt x="8650" y="12628"/>
                  </a:lnTo>
                  <a:close/>
                  <a:moveTo>
                    <a:pt x="22861" y="0"/>
                  </a:moveTo>
                  <a:lnTo>
                    <a:pt x="22822" y="78"/>
                  </a:lnTo>
                  <a:lnTo>
                    <a:pt x="22745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783" y="387"/>
                  </a:lnTo>
                  <a:lnTo>
                    <a:pt x="22822" y="387"/>
                  </a:lnTo>
                  <a:lnTo>
                    <a:pt x="22861" y="464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668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22" y="2240"/>
                  </a:lnTo>
                  <a:lnTo>
                    <a:pt x="23015" y="2395"/>
                  </a:lnTo>
                  <a:lnTo>
                    <a:pt x="23247" y="2472"/>
                  </a:lnTo>
                  <a:lnTo>
                    <a:pt x="23478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24" y="3244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862"/>
                  </a:lnTo>
                  <a:lnTo>
                    <a:pt x="23942" y="4016"/>
                  </a:lnTo>
                  <a:lnTo>
                    <a:pt x="23710" y="4209"/>
                  </a:lnTo>
                  <a:lnTo>
                    <a:pt x="23556" y="4480"/>
                  </a:lnTo>
                  <a:lnTo>
                    <a:pt x="23440" y="4750"/>
                  </a:lnTo>
                  <a:lnTo>
                    <a:pt x="23440" y="4866"/>
                  </a:lnTo>
                  <a:lnTo>
                    <a:pt x="23440" y="5020"/>
                  </a:lnTo>
                  <a:lnTo>
                    <a:pt x="23478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70" y="5561"/>
                  </a:lnTo>
                  <a:lnTo>
                    <a:pt x="22938" y="5677"/>
                  </a:lnTo>
                  <a:lnTo>
                    <a:pt x="22783" y="5870"/>
                  </a:lnTo>
                  <a:lnTo>
                    <a:pt x="22668" y="6102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1972" y="6217"/>
                  </a:lnTo>
                  <a:lnTo>
                    <a:pt x="21741" y="6256"/>
                  </a:lnTo>
                  <a:lnTo>
                    <a:pt x="21509" y="6411"/>
                  </a:lnTo>
                  <a:lnTo>
                    <a:pt x="21316" y="6565"/>
                  </a:lnTo>
                  <a:lnTo>
                    <a:pt x="21200" y="6758"/>
                  </a:lnTo>
                  <a:lnTo>
                    <a:pt x="21084" y="6449"/>
                  </a:lnTo>
                  <a:lnTo>
                    <a:pt x="20930" y="6140"/>
                  </a:lnTo>
                  <a:lnTo>
                    <a:pt x="20853" y="5986"/>
                  </a:lnTo>
                  <a:lnTo>
                    <a:pt x="20698" y="5870"/>
                  </a:lnTo>
                  <a:lnTo>
                    <a:pt x="20582" y="5793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42" y="5793"/>
                  </a:lnTo>
                  <a:lnTo>
                    <a:pt x="19887" y="5831"/>
                  </a:lnTo>
                  <a:lnTo>
                    <a:pt x="19733" y="5947"/>
                  </a:lnTo>
                  <a:lnTo>
                    <a:pt x="19694" y="5715"/>
                  </a:lnTo>
                  <a:lnTo>
                    <a:pt x="19617" y="5484"/>
                  </a:lnTo>
                  <a:lnTo>
                    <a:pt x="19462" y="5291"/>
                  </a:lnTo>
                  <a:lnTo>
                    <a:pt x="19347" y="5213"/>
                  </a:lnTo>
                  <a:lnTo>
                    <a:pt x="19231" y="5175"/>
                  </a:lnTo>
                  <a:lnTo>
                    <a:pt x="19038" y="5136"/>
                  </a:lnTo>
                  <a:lnTo>
                    <a:pt x="18806" y="5175"/>
                  </a:lnTo>
                  <a:lnTo>
                    <a:pt x="18613" y="5252"/>
                  </a:lnTo>
                  <a:lnTo>
                    <a:pt x="18458" y="5407"/>
                  </a:lnTo>
                  <a:lnTo>
                    <a:pt x="18458" y="5252"/>
                  </a:lnTo>
                  <a:lnTo>
                    <a:pt x="18420" y="5098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7" y="4557"/>
                  </a:lnTo>
                  <a:lnTo>
                    <a:pt x="17802" y="4518"/>
                  </a:lnTo>
                  <a:lnTo>
                    <a:pt x="17493" y="4518"/>
                  </a:lnTo>
                  <a:lnTo>
                    <a:pt x="17377" y="4557"/>
                  </a:lnTo>
                  <a:lnTo>
                    <a:pt x="17223" y="4634"/>
                  </a:lnTo>
                  <a:lnTo>
                    <a:pt x="17107" y="4711"/>
                  </a:lnTo>
                  <a:lnTo>
                    <a:pt x="17030" y="4827"/>
                  </a:lnTo>
                  <a:lnTo>
                    <a:pt x="16875" y="5059"/>
                  </a:lnTo>
                  <a:lnTo>
                    <a:pt x="16759" y="4905"/>
                  </a:lnTo>
                  <a:lnTo>
                    <a:pt x="16605" y="4789"/>
                  </a:lnTo>
                  <a:lnTo>
                    <a:pt x="16451" y="4673"/>
                  </a:lnTo>
                  <a:lnTo>
                    <a:pt x="16257" y="4634"/>
                  </a:lnTo>
                  <a:lnTo>
                    <a:pt x="16103" y="4634"/>
                  </a:lnTo>
                  <a:lnTo>
                    <a:pt x="15910" y="4673"/>
                  </a:lnTo>
                  <a:lnTo>
                    <a:pt x="15755" y="4750"/>
                  </a:lnTo>
                  <a:lnTo>
                    <a:pt x="15640" y="4827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291"/>
                  </a:lnTo>
                  <a:lnTo>
                    <a:pt x="15374" y="5460"/>
                  </a:lnTo>
                  <a:lnTo>
                    <a:pt x="15331" y="5329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597" y="4943"/>
                  </a:lnTo>
                  <a:lnTo>
                    <a:pt x="14404" y="4943"/>
                  </a:lnTo>
                  <a:lnTo>
                    <a:pt x="14249" y="5020"/>
                  </a:lnTo>
                  <a:lnTo>
                    <a:pt x="14134" y="5098"/>
                  </a:lnTo>
                  <a:lnTo>
                    <a:pt x="14018" y="5175"/>
                  </a:lnTo>
                  <a:lnTo>
                    <a:pt x="13941" y="5291"/>
                  </a:lnTo>
                  <a:lnTo>
                    <a:pt x="13825" y="5522"/>
                  </a:lnTo>
                  <a:lnTo>
                    <a:pt x="13747" y="5831"/>
                  </a:lnTo>
                  <a:lnTo>
                    <a:pt x="13593" y="5754"/>
                  </a:lnTo>
                  <a:lnTo>
                    <a:pt x="13361" y="5677"/>
                  </a:lnTo>
                  <a:lnTo>
                    <a:pt x="13130" y="5677"/>
                  </a:lnTo>
                  <a:lnTo>
                    <a:pt x="12937" y="5715"/>
                  </a:lnTo>
                  <a:lnTo>
                    <a:pt x="12705" y="5831"/>
                  </a:lnTo>
                  <a:lnTo>
                    <a:pt x="12589" y="5947"/>
                  </a:lnTo>
                  <a:lnTo>
                    <a:pt x="12473" y="6063"/>
                  </a:lnTo>
                  <a:lnTo>
                    <a:pt x="12396" y="6217"/>
                  </a:lnTo>
                  <a:lnTo>
                    <a:pt x="12357" y="6333"/>
                  </a:lnTo>
                  <a:lnTo>
                    <a:pt x="12319" y="6526"/>
                  </a:lnTo>
                  <a:lnTo>
                    <a:pt x="12319" y="6681"/>
                  </a:lnTo>
                  <a:lnTo>
                    <a:pt x="12357" y="6835"/>
                  </a:lnTo>
                  <a:lnTo>
                    <a:pt x="12396" y="6990"/>
                  </a:lnTo>
                  <a:lnTo>
                    <a:pt x="12126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469" y="7376"/>
                  </a:lnTo>
                  <a:lnTo>
                    <a:pt x="11392" y="7530"/>
                  </a:lnTo>
                  <a:lnTo>
                    <a:pt x="11315" y="7685"/>
                  </a:lnTo>
                  <a:lnTo>
                    <a:pt x="11276" y="7839"/>
                  </a:lnTo>
                  <a:lnTo>
                    <a:pt x="11276" y="7994"/>
                  </a:lnTo>
                  <a:lnTo>
                    <a:pt x="11276" y="8148"/>
                  </a:lnTo>
                  <a:lnTo>
                    <a:pt x="11315" y="8303"/>
                  </a:lnTo>
                  <a:lnTo>
                    <a:pt x="11392" y="8457"/>
                  </a:lnTo>
                  <a:lnTo>
                    <a:pt x="11469" y="8573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20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02"/>
                  </a:lnTo>
                  <a:lnTo>
                    <a:pt x="10851" y="10233"/>
                  </a:lnTo>
                  <a:lnTo>
                    <a:pt x="10620" y="10272"/>
                  </a:lnTo>
                  <a:lnTo>
                    <a:pt x="10388" y="10388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40" y="11006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56" y="11701"/>
                  </a:lnTo>
                  <a:lnTo>
                    <a:pt x="9925" y="11739"/>
                  </a:lnTo>
                  <a:lnTo>
                    <a:pt x="9693" y="11817"/>
                  </a:lnTo>
                  <a:lnTo>
                    <a:pt x="9500" y="11971"/>
                  </a:lnTo>
                  <a:lnTo>
                    <a:pt x="9423" y="12087"/>
                  </a:lnTo>
                  <a:lnTo>
                    <a:pt x="9345" y="12203"/>
                  </a:lnTo>
                  <a:lnTo>
                    <a:pt x="9307" y="12319"/>
                  </a:lnTo>
                  <a:lnTo>
                    <a:pt x="9307" y="12473"/>
                  </a:lnTo>
                  <a:lnTo>
                    <a:pt x="9152" y="12357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689" y="12280"/>
                  </a:lnTo>
                  <a:lnTo>
                    <a:pt x="8534" y="12319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48" y="12705"/>
                  </a:lnTo>
                  <a:lnTo>
                    <a:pt x="8071" y="12550"/>
                  </a:lnTo>
                  <a:lnTo>
                    <a:pt x="7994" y="12434"/>
                  </a:lnTo>
                  <a:lnTo>
                    <a:pt x="7839" y="12319"/>
                  </a:lnTo>
                  <a:lnTo>
                    <a:pt x="7724" y="12241"/>
                  </a:lnTo>
                  <a:lnTo>
                    <a:pt x="7453" y="12164"/>
                  </a:lnTo>
                  <a:lnTo>
                    <a:pt x="7222" y="12164"/>
                  </a:lnTo>
                  <a:lnTo>
                    <a:pt x="6990" y="12241"/>
                  </a:lnTo>
                  <a:lnTo>
                    <a:pt x="6758" y="12396"/>
                  </a:lnTo>
                  <a:lnTo>
                    <a:pt x="6758" y="12048"/>
                  </a:lnTo>
                  <a:lnTo>
                    <a:pt x="6720" y="11855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488" y="11392"/>
                  </a:lnTo>
                  <a:lnTo>
                    <a:pt x="6372" y="11276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870" y="11122"/>
                  </a:lnTo>
                  <a:lnTo>
                    <a:pt x="5677" y="11160"/>
                  </a:lnTo>
                  <a:lnTo>
                    <a:pt x="5523" y="11199"/>
                  </a:lnTo>
                  <a:lnTo>
                    <a:pt x="5523" y="10967"/>
                  </a:lnTo>
                  <a:lnTo>
                    <a:pt x="5445" y="10697"/>
                  </a:lnTo>
                  <a:lnTo>
                    <a:pt x="5291" y="10504"/>
                  </a:lnTo>
                  <a:lnTo>
                    <a:pt x="5214" y="10426"/>
                  </a:lnTo>
                  <a:lnTo>
                    <a:pt x="5098" y="10349"/>
                  </a:lnTo>
                  <a:lnTo>
                    <a:pt x="4943" y="10311"/>
                  </a:lnTo>
                  <a:lnTo>
                    <a:pt x="4673" y="10311"/>
                  </a:lnTo>
                  <a:lnTo>
                    <a:pt x="4519" y="10349"/>
                  </a:lnTo>
                  <a:lnTo>
                    <a:pt x="4519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22"/>
                  </a:lnTo>
                  <a:lnTo>
                    <a:pt x="3553" y="9422"/>
                  </a:lnTo>
                  <a:lnTo>
                    <a:pt x="3399" y="9461"/>
                  </a:lnTo>
                  <a:lnTo>
                    <a:pt x="3244" y="9538"/>
                  </a:lnTo>
                  <a:lnTo>
                    <a:pt x="3128" y="9616"/>
                  </a:lnTo>
                  <a:lnTo>
                    <a:pt x="2974" y="9731"/>
                  </a:lnTo>
                  <a:lnTo>
                    <a:pt x="2974" y="9616"/>
                  </a:lnTo>
                  <a:lnTo>
                    <a:pt x="2897" y="9422"/>
                  </a:lnTo>
                  <a:lnTo>
                    <a:pt x="2742" y="9268"/>
                  </a:lnTo>
                  <a:lnTo>
                    <a:pt x="2588" y="9114"/>
                  </a:lnTo>
                  <a:lnTo>
                    <a:pt x="2433" y="9036"/>
                  </a:lnTo>
                  <a:lnTo>
                    <a:pt x="2202" y="8998"/>
                  </a:lnTo>
                  <a:lnTo>
                    <a:pt x="2009" y="8998"/>
                  </a:lnTo>
                  <a:lnTo>
                    <a:pt x="1815" y="9075"/>
                  </a:lnTo>
                  <a:lnTo>
                    <a:pt x="1661" y="9191"/>
                  </a:lnTo>
                  <a:lnTo>
                    <a:pt x="1545" y="9345"/>
                  </a:lnTo>
                  <a:lnTo>
                    <a:pt x="1429" y="9500"/>
                  </a:lnTo>
                  <a:lnTo>
                    <a:pt x="1352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889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48" y="10426"/>
                  </a:lnTo>
                  <a:lnTo>
                    <a:pt x="232" y="10581"/>
                  </a:lnTo>
                  <a:lnTo>
                    <a:pt x="78" y="10890"/>
                  </a:lnTo>
                  <a:lnTo>
                    <a:pt x="1" y="11199"/>
                  </a:lnTo>
                  <a:lnTo>
                    <a:pt x="1" y="11546"/>
                  </a:lnTo>
                  <a:lnTo>
                    <a:pt x="39" y="11894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8" y="12782"/>
                  </a:lnTo>
                  <a:lnTo>
                    <a:pt x="773" y="12898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13" y="13130"/>
                  </a:lnTo>
                  <a:lnTo>
                    <a:pt x="1700" y="13168"/>
                  </a:lnTo>
                  <a:lnTo>
                    <a:pt x="2086" y="13091"/>
                  </a:lnTo>
                  <a:lnTo>
                    <a:pt x="2472" y="12975"/>
                  </a:lnTo>
                  <a:lnTo>
                    <a:pt x="2781" y="12782"/>
                  </a:lnTo>
                  <a:lnTo>
                    <a:pt x="3090" y="12512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15" y="11932"/>
                  </a:lnTo>
                  <a:lnTo>
                    <a:pt x="3515" y="11817"/>
                  </a:lnTo>
                  <a:lnTo>
                    <a:pt x="3437" y="11739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8" y="12434"/>
                  </a:lnTo>
                  <a:lnTo>
                    <a:pt x="2317" y="12550"/>
                  </a:lnTo>
                  <a:lnTo>
                    <a:pt x="2009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20" y="12550"/>
                  </a:lnTo>
                  <a:lnTo>
                    <a:pt x="966" y="12434"/>
                  </a:lnTo>
                  <a:lnTo>
                    <a:pt x="812" y="12319"/>
                  </a:lnTo>
                  <a:lnTo>
                    <a:pt x="696" y="12203"/>
                  </a:lnTo>
                  <a:lnTo>
                    <a:pt x="580" y="12048"/>
                  </a:lnTo>
                  <a:lnTo>
                    <a:pt x="541" y="11855"/>
                  </a:lnTo>
                  <a:lnTo>
                    <a:pt x="503" y="11701"/>
                  </a:lnTo>
                  <a:lnTo>
                    <a:pt x="464" y="11546"/>
                  </a:lnTo>
                  <a:lnTo>
                    <a:pt x="464" y="11353"/>
                  </a:lnTo>
                  <a:lnTo>
                    <a:pt x="503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889" y="10620"/>
                  </a:lnTo>
                  <a:lnTo>
                    <a:pt x="1043" y="10504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00" y="10349"/>
                  </a:lnTo>
                  <a:lnTo>
                    <a:pt x="2279" y="10349"/>
                  </a:lnTo>
                  <a:lnTo>
                    <a:pt x="2588" y="10426"/>
                  </a:lnTo>
                  <a:lnTo>
                    <a:pt x="2858" y="10504"/>
                  </a:lnTo>
                  <a:lnTo>
                    <a:pt x="3128" y="10620"/>
                  </a:lnTo>
                  <a:lnTo>
                    <a:pt x="3630" y="10928"/>
                  </a:lnTo>
                  <a:lnTo>
                    <a:pt x="4132" y="11276"/>
                  </a:lnTo>
                  <a:lnTo>
                    <a:pt x="4634" y="11662"/>
                  </a:lnTo>
                  <a:lnTo>
                    <a:pt x="5523" y="12396"/>
                  </a:lnTo>
                  <a:lnTo>
                    <a:pt x="5870" y="12666"/>
                  </a:lnTo>
                  <a:lnTo>
                    <a:pt x="6256" y="12936"/>
                  </a:lnTo>
                  <a:lnTo>
                    <a:pt x="6681" y="13207"/>
                  </a:lnTo>
                  <a:lnTo>
                    <a:pt x="7106" y="13400"/>
                  </a:lnTo>
                  <a:lnTo>
                    <a:pt x="7530" y="13593"/>
                  </a:lnTo>
                  <a:lnTo>
                    <a:pt x="7994" y="13709"/>
                  </a:lnTo>
                  <a:lnTo>
                    <a:pt x="8419" y="13786"/>
                  </a:lnTo>
                  <a:lnTo>
                    <a:pt x="8921" y="13786"/>
                  </a:lnTo>
                  <a:lnTo>
                    <a:pt x="9345" y="13670"/>
                  </a:lnTo>
                  <a:lnTo>
                    <a:pt x="9693" y="13554"/>
                  </a:lnTo>
                  <a:lnTo>
                    <a:pt x="10040" y="13323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890" y="12473"/>
                  </a:lnTo>
                  <a:lnTo>
                    <a:pt x="11122" y="12087"/>
                  </a:lnTo>
                  <a:lnTo>
                    <a:pt x="11315" y="11739"/>
                  </a:lnTo>
                  <a:lnTo>
                    <a:pt x="11508" y="11199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075"/>
                  </a:lnTo>
                  <a:lnTo>
                    <a:pt x="12319" y="8573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45" y="7299"/>
                  </a:lnTo>
                  <a:lnTo>
                    <a:pt x="13632" y="6951"/>
                  </a:lnTo>
                  <a:lnTo>
                    <a:pt x="14018" y="6681"/>
                  </a:lnTo>
                  <a:lnTo>
                    <a:pt x="14443" y="6449"/>
                  </a:lnTo>
                  <a:lnTo>
                    <a:pt x="14867" y="6256"/>
                  </a:lnTo>
                  <a:lnTo>
                    <a:pt x="15331" y="6102"/>
                  </a:lnTo>
                  <a:lnTo>
                    <a:pt x="15794" y="5986"/>
                  </a:lnTo>
                  <a:lnTo>
                    <a:pt x="16296" y="5909"/>
                  </a:lnTo>
                  <a:lnTo>
                    <a:pt x="16875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08"/>
                  </a:lnTo>
                  <a:lnTo>
                    <a:pt x="21741" y="7723"/>
                  </a:lnTo>
                  <a:lnTo>
                    <a:pt x="22127" y="7762"/>
                  </a:lnTo>
                  <a:lnTo>
                    <a:pt x="22552" y="7723"/>
                  </a:lnTo>
                  <a:lnTo>
                    <a:pt x="22976" y="7646"/>
                  </a:lnTo>
                  <a:lnTo>
                    <a:pt x="23363" y="7492"/>
                  </a:lnTo>
                  <a:lnTo>
                    <a:pt x="23710" y="7260"/>
                  </a:lnTo>
                  <a:lnTo>
                    <a:pt x="24058" y="6990"/>
                  </a:lnTo>
                  <a:lnTo>
                    <a:pt x="24328" y="6642"/>
                  </a:lnTo>
                  <a:lnTo>
                    <a:pt x="24560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46" y="5059"/>
                  </a:lnTo>
                  <a:lnTo>
                    <a:pt x="24984" y="4634"/>
                  </a:lnTo>
                  <a:lnTo>
                    <a:pt x="24984" y="4171"/>
                  </a:lnTo>
                  <a:lnTo>
                    <a:pt x="24946" y="3707"/>
                  </a:lnTo>
                  <a:lnTo>
                    <a:pt x="24869" y="3283"/>
                  </a:lnTo>
                  <a:lnTo>
                    <a:pt x="24753" y="2819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45"/>
                  </a:lnTo>
                  <a:lnTo>
                    <a:pt x="24019" y="1159"/>
                  </a:lnTo>
                  <a:lnTo>
                    <a:pt x="23787" y="811"/>
                  </a:lnTo>
                  <a:lnTo>
                    <a:pt x="23942" y="348"/>
                  </a:lnTo>
                  <a:lnTo>
                    <a:pt x="23556" y="232"/>
                  </a:lnTo>
                  <a:lnTo>
                    <a:pt x="23170" y="78"/>
                  </a:lnTo>
                  <a:lnTo>
                    <a:pt x="23131" y="39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18"/>
            <p:cNvSpPr/>
            <p:nvPr/>
          </p:nvSpPr>
          <p:spPr>
            <a:xfrm>
              <a:off x="5955050" y="3275975"/>
              <a:ext cx="152550" cy="277075"/>
            </a:xfrm>
            <a:custGeom>
              <a:avLst/>
              <a:gdLst/>
              <a:ahLst/>
              <a:cxnLst/>
              <a:rect l="l" t="t" r="r" b="b"/>
              <a:pathLst>
                <a:path w="6102" h="11083" extrusionOk="0">
                  <a:moveTo>
                    <a:pt x="3553" y="0"/>
                  </a:moveTo>
                  <a:lnTo>
                    <a:pt x="3398" y="463"/>
                  </a:lnTo>
                  <a:lnTo>
                    <a:pt x="3746" y="656"/>
                  </a:lnTo>
                  <a:lnTo>
                    <a:pt x="4093" y="888"/>
                  </a:lnTo>
                  <a:lnTo>
                    <a:pt x="4364" y="1158"/>
                  </a:lnTo>
                  <a:lnTo>
                    <a:pt x="4634" y="1467"/>
                  </a:lnTo>
                  <a:lnTo>
                    <a:pt x="4866" y="1776"/>
                  </a:lnTo>
                  <a:lnTo>
                    <a:pt x="5059" y="2124"/>
                  </a:lnTo>
                  <a:lnTo>
                    <a:pt x="5213" y="2471"/>
                  </a:lnTo>
                  <a:lnTo>
                    <a:pt x="5368" y="2819"/>
                  </a:lnTo>
                  <a:lnTo>
                    <a:pt x="5445" y="3205"/>
                  </a:lnTo>
                  <a:lnTo>
                    <a:pt x="5522" y="3630"/>
                  </a:lnTo>
                  <a:lnTo>
                    <a:pt x="5561" y="4016"/>
                  </a:lnTo>
                  <a:lnTo>
                    <a:pt x="5561" y="4441"/>
                  </a:lnTo>
                  <a:lnTo>
                    <a:pt x="5561" y="4827"/>
                  </a:lnTo>
                  <a:lnTo>
                    <a:pt x="5522" y="5252"/>
                  </a:lnTo>
                  <a:lnTo>
                    <a:pt x="5406" y="5638"/>
                  </a:lnTo>
                  <a:lnTo>
                    <a:pt x="5290" y="6024"/>
                  </a:lnTo>
                  <a:lnTo>
                    <a:pt x="5136" y="6449"/>
                  </a:lnTo>
                  <a:lnTo>
                    <a:pt x="4943" y="6873"/>
                  </a:lnTo>
                  <a:lnTo>
                    <a:pt x="4711" y="7298"/>
                  </a:lnTo>
                  <a:lnTo>
                    <a:pt x="4480" y="7684"/>
                  </a:lnTo>
                  <a:lnTo>
                    <a:pt x="4209" y="8070"/>
                  </a:lnTo>
                  <a:lnTo>
                    <a:pt x="3900" y="8418"/>
                  </a:lnTo>
                  <a:lnTo>
                    <a:pt x="3591" y="8727"/>
                  </a:lnTo>
                  <a:lnTo>
                    <a:pt x="3244" y="9036"/>
                  </a:lnTo>
                  <a:lnTo>
                    <a:pt x="2896" y="9345"/>
                  </a:lnTo>
                  <a:lnTo>
                    <a:pt x="2549" y="9615"/>
                  </a:lnTo>
                  <a:lnTo>
                    <a:pt x="2124" y="9847"/>
                  </a:lnTo>
                  <a:lnTo>
                    <a:pt x="1738" y="10078"/>
                  </a:lnTo>
                  <a:lnTo>
                    <a:pt x="1313" y="10272"/>
                  </a:lnTo>
                  <a:lnTo>
                    <a:pt x="888" y="10426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7" y="11082"/>
                  </a:lnTo>
                  <a:lnTo>
                    <a:pt x="579" y="10967"/>
                  </a:lnTo>
                  <a:lnTo>
                    <a:pt x="1081" y="10851"/>
                  </a:lnTo>
                  <a:lnTo>
                    <a:pt x="1583" y="10696"/>
                  </a:lnTo>
                  <a:lnTo>
                    <a:pt x="2047" y="10465"/>
                  </a:lnTo>
                  <a:lnTo>
                    <a:pt x="2510" y="10233"/>
                  </a:lnTo>
                  <a:lnTo>
                    <a:pt x="2935" y="9963"/>
                  </a:lnTo>
                  <a:lnTo>
                    <a:pt x="3360" y="9654"/>
                  </a:lnTo>
                  <a:lnTo>
                    <a:pt x="3784" y="9306"/>
                  </a:lnTo>
                  <a:lnTo>
                    <a:pt x="4132" y="8959"/>
                  </a:lnTo>
                  <a:lnTo>
                    <a:pt x="4480" y="8572"/>
                  </a:lnTo>
                  <a:lnTo>
                    <a:pt x="4788" y="8148"/>
                  </a:lnTo>
                  <a:lnTo>
                    <a:pt x="5097" y="7723"/>
                  </a:lnTo>
                  <a:lnTo>
                    <a:pt x="5329" y="7260"/>
                  </a:lnTo>
                  <a:lnTo>
                    <a:pt x="5561" y="6796"/>
                  </a:lnTo>
                  <a:lnTo>
                    <a:pt x="5754" y="6294"/>
                  </a:lnTo>
                  <a:lnTo>
                    <a:pt x="5908" y="5792"/>
                  </a:lnTo>
                  <a:lnTo>
                    <a:pt x="5986" y="5367"/>
                  </a:lnTo>
                  <a:lnTo>
                    <a:pt x="6063" y="4943"/>
                  </a:lnTo>
                  <a:lnTo>
                    <a:pt x="6101" y="4518"/>
                  </a:lnTo>
                  <a:lnTo>
                    <a:pt x="6063" y="4093"/>
                  </a:lnTo>
                  <a:lnTo>
                    <a:pt x="6024" y="3668"/>
                  </a:lnTo>
                  <a:lnTo>
                    <a:pt x="5986" y="3244"/>
                  </a:lnTo>
                  <a:lnTo>
                    <a:pt x="5870" y="2858"/>
                  </a:lnTo>
                  <a:lnTo>
                    <a:pt x="5715" y="2433"/>
                  </a:lnTo>
                  <a:lnTo>
                    <a:pt x="5561" y="2047"/>
                  </a:lnTo>
                  <a:lnTo>
                    <a:pt x="5368" y="1699"/>
                  </a:lnTo>
                  <a:lnTo>
                    <a:pt x="5136" y="1352"/>
                  </a:lnTo>
                  <a:lnTo>
                    <a:pt x="4866" y="1043"/>
                  </a:lnTo>
                  <a:lnTo>
                    <a:pt x="4595" y="734"/>
                  </a:lnTo>
                  <a:lnTo>
                    <a:pt x="4286" y="463"/>
                  </a:lnTo>
                  <a:lnTo>
                    <a:pt x="3939" y="232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18"/>
            <p:cNvSpPr/>
            <p:nvPr/>
          </p:nvSpPr>
          <p:spPr>
            <a:xfrm>
              <a:off x="369400" y="3292375"/>
              <a:ext cx="35750" cy="31875"/>
            </a:xfrm>
            <a:custGeom>
              <a:avLst/>
              <a:gdLst/>
              <a:ahLst/>
              <a:cxnLst/>
              <a:rect l="l" t="t" r="r" b="b"/>
              <a:pathLst>
                <a:path w="1430" h="1275" extrusionOk="0">
                  <a:moveTo>
                    <a:pt x="618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1"/>
                  </a:lnTo>
                  <a:lnTo>
                    <a:pt x="39" y="464"/>
                  </a:lnTo>
                  <a:lnTo>
                    <a:pt x="1" y="657"/>
                  </a:lnTo>
                  <a:lnTo>
                    <a:pt x="39" y="850"/>
                  </a:lnTo>
                  <a:lnTo>
                    <a:pt x="116" y="1004"/>
                  </a:lnTo>
                  <a:lnTo>
                    <a:pt x="271" y="1159"/>
                  </a:lnTo>
                  <a:lnTo>
                    <a:pt x="425" y="1236"/>
                  </a:lnTo>
                  <a:lnTo>
                    <a:pt x="618" y="1275"/>
                  </a:lnTo>
                  <a:lnTo>
                    <a:pt x="812" y="1236"/>
                  </a:lnTo>
                  <a:lnTo>
                    <a:pt x="850" y="1198"/>
                  </a:lnTo>
                  <a:lnTo>
                    <a:pt x="889" y="1120"/>
                  </a:lnTo>
                  <a:lnTo>
                    <a:pt x="812" y="1043"/>
                  </a:lnTo>
                  <a:lnTo>
                    <a:pt x="734" y="1004"/>
                  </a:lnTo>
                  <a:lnTo>
                    <a:pt x="657" y="1004"/>
                  </a:lnTo>
                  <a:lnTo>
                    <a:pt x="541" y="966"/>
                  </a:lnTo>
                  <a:lnTo>
                    <a:pt x="464" y="889"/>
                  </a:lnTo>
                  <a:lnTo>
                    <a:pt x="425" y="811"/>
                  </a:lnTo>
                  <a:lnTo>
                    <a:pt x="387" y="696"/>
                  </a:lnTo>
                  <a:lnTo>
                    <a:pt x="425" y="618"/>
                  </a:lnTo>
                  <a:lnTo>
                    <a:pt x="464" y="502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812" y="387"/>
                  </a:lnTo>
                  <a:lnTo>
                    <a:pt x="927" y="464"/>
                  </a:lnTo>
                  <a:lnTo>
                    <a:pt x="1082" y="618"/>
                  </a:lnTo>
                  <a:lnTo>
                    <a:pt x="1198" y="657"/>
                  </a:lnTo>
                  <a:lnTo>
                    <a:pt x="1275" y="696"/>
                  </a:lnTo>
                  <a:lnTo>
                    <a:pt x="1352" y="696"/>
                  </a:lnTo>
                  <a:lnTo>
                    <a:pt x="1391" y="657"/>
                  </a:lnTo>
                  <a:lnTo>
                    <a:pt x="1429" y="541"/>
                  </a:lnTo>
                  <a:lnTo>
                    <a:pt x="1391" y="464"/>
                  </a:lnTo>
                  <a:lnTo>
                    <a:pt x="1352" y="348"/>
                  </a:lnTo>
                  <a:lnTo>
                    <a:pt x="1198" y="194"/>
                  </a:lnTo>
                  <a:lnTo>
                    <a:pt x="1005" y="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18"/>
            <p:cNvSpPr/>
            <p:nvPr/>
          </p:nvSpPr>
          <p:spPr>
            <a:xfrm>
              <a:off x="6549700" y="3335825"/>
              <a:ext cx="85000" cy="94625"/>
            </a:xfrm>
            <a:custGeom>
              <a:avLst/>
              <a:gdLst/>
              <a:ahLst/>
              <a:cxnLst/>
              <a:rect l="l" t="t" r="r" b="b"/>
              <a:pathLst>
                <a:path w="3400" h="3785" extrusionOk="0">
                  <a:moveTo>
                    <a:pt x="78" y="0"/>
                  </a:moveTo>
                  <a:lnTo>
                    <a:pt x="1" y="77"/>
                  </a:lnTo>
                  <a:lnTo>
                    <a:pt x="1" y="116"/>
                  </a:lnTo>
                  <a:lnTo>
                    <a:pt x="349" y="888"/>
                  </a:lnTo>
                  <a:lnTo>
                    <a:pt x="812" y="1661"/>
                  </a:lnTo>
                  <a:lnTo>
                    <a:pt x="1275" y="2394"/>
                  </a:lnTo>
                  <a:lnTo>
                    <a:pt x="1739" y="3089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4"/>
                  </a:lnTo>
                  <a:lnTo>
                    <a:pt x="3013" y="3707"/>
                  </a:lnTo>
                  <a:lnTo>
                    <a:pt x="3206" y="3591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89"/>
                  </a:lnTo>
                  <a:lnTo>
                    <a:pt x="3399" y="2896"/>
                  </a:lnTo>
                  <a:lnTo>
                    <a:pt x="3360" y="2703"/>
                  </a:lnTo>
                  <a:lnTo>
                    <a:pt x="3283" y="2510"/>
                  </a:lnTo>
                  <a:lnTo>
                    <a:pt x="3129" y="2163"/>
                  </a:lnTo>
                  <a:lnTo>
                    <a:pt x="2936" y="2240"/>
                  </a:lnTo>
                  <a:lnTo>
                    <a:pt x="3052" y="2587"/>
                  </a:lnTo>
                  <a:lnTo>
                    <a:pt x="3090" y="2742"/>
                  </a:lnTo>
                  <a:lnTo>
                    <a:pt x="3129" y="2858"/>
                  </a:lnTo>
                  <a:lnTo>
                    <a:pt x="2897" y="3012"/>
                  </a:lnTo>
                  <a:lnTo>
                    <a:pt x="2665" y="3128"/>
                  </a:lnTo>
                  <a:lnTo>
                    <a:pt x="2511" y="3205"/>
                  </a:lnTo>
                  <a:lnTo>
                    <a:pt x="2318" y="3205"/>
                  </a:lnTo>
                  <a:lnTo>
                    <a:pt x="2202" y="3167"/>
                  </a:lnTo>
                  <a:lnTo>
                    <a:pt x="2048" y="3089"/>
                  </a:lnTo>
                  <a:lnTo>
                    <a:pt x="1932" y="2935"/>
                  </a:lnTo>
                  <a:lnTo>
                    <a:pt x="1855" y="2742"/>
                  </a:lnTo>
                  <a:lnTo>
                    <a:pt x="1700" y="2510"/>
                  </a:lnTo>
                  <a:lnTo>
                    <a:pt x="1082" y="1506"/>
                  </a:lnTo>
                  <a:lnTo>
                    <a:pt x="619" y="772"/>
                  </a:lnTo>
                  <a:lnTo>
                    <a:pt x="387" y="386"/>
                  </a:lnTo>
                  <a:lnTo>
                    <a:pt x="117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18"/>
            <p:cNvSpPr/>
            <p:nvPr/>
          </p:nvSpPr>
          <p:spPr>
            <a:xfrm>
              <a:off x="2268300" y="338120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70"/>
                  </a:lnTo>
                  <a:lnTo>
                    <a:pt x="1120" y="463"/>
                  </a:lnTo>
                  <a:lnTo>
                    <a:pt x="850" y="656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64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90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68"/>
                  </a:lnTo>
                  <a:lnTo>
                    <a:pt x="502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815"/>
                  </a:lnTo>
                  <a:lnTo>
                    <a:pt x="888" y="1583"/>
                  </a:lnTo>
                  <a:lnTo>
                    <a:pt x="1043" y="1352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92" y="656"/>
                  </a:lnTo>
                  <a:lnTo>
                    <a:pt x="2124" y="579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5"/>
                  </a:lnTo>
                  <a:lnTo>
                    <a:pt x="3514" y="1158"/>
                  </a:lnTo>
                  <a:lnTo>
                    <a:pt x="3591" y="1390"/>
                  </a:lnTo>
                  <a:lnTo>
                    <a:pt x="3668" y="1660"/>
                  </a:lnTo>
                  <a:lnTo>
                    <a:pt x="4132" y="1583"/>
                  </a:lnTo>
                  <a:lnTo>
                    <a:pt x="4016" y="1197"/>
                  </a:lnTo>
                  <a:lnTo>
                    <a:pt x="3823" y="811"/>
                  </a:lnTo>
                  <a:lnTo>
                    <a:pt x="3630" y="541"/>
                  </a:lnTo>
                  <a:lnTo>
                    <a:pt x="3398" y="270"/>
                  </a:lnTo>
                  <a:lnTo>
                    <a:pt x="3244" y="193"/>
                  </a:lnTo>
                  <a:lnTo>
                    <a:pt x="3089" y="116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18"/>
            <p:cNvSpPr/>
            <p:nvPr/>
          </p:nvSpPr>
          <p:spPr>
            <a:xfrm>
              <a:off x="2133125" y="3382150"/>
              <a:ext cx="437350" cy="302200"/>
            </a:xfrm>
            <a:custGeom>
              <a:avLst/>
              <a:gdLst/>
              <a:ahLst/>
              <a:cxnLst/>
              <a:rect l="l" t="t" r="r" b="b"/>
              <a:pathLst>
                <a:path w="17494" h="12088" extrusionOk="0">
                  <a:moveTo>
                    <a:pt x="12087" y="541"/>
                  </a:moveTo>
                  <a:lnTo>
                    <a:pt x="12203" y="580"/>
                  </a:lnTo>
                  <a:lnTo>
                    <a:pt x="12319" y="657"/>
                  </a:lnTo>
                  <a:lnTo>
                    <a:pt x="12628" y="889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93"/>
                  </a:lnTo>
                  <a:lnTo>
                    <a:pt x="13478" y="2279"/>
                  </a:lnTo>
                  <a:lnTo>
                    <a:pt x="13632" y="2665"/>
                  </a:lnTo>
                  <a:lnTo>
                    <a:pt x="13825" y="3476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511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3" y="1738"/>
                  </a:lnTo>
                  <a:lnTo>
                    <a:pt x="11508" y="1429"/>
                  </a:lnTo>
                  <a:lnTo>
                    <a:pt x="11431" y="1082"/>
                  </a:lnTo>
                  <a:lnTo>
                    <a:pt x="11663" y="734"/>
                  </a:lnTo>
                  <a:lnTo>
                    <a:pt x="11779" y="618"/>
                  </a:lnTo>
                  <a:lnTo>
                    <a:pt x="11856" y="541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90" y="1738"/>
                  </a:lnTo>
                  <a:lnTo>
                    <a:pt x="16567" y="1854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704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6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700"/>
                  </a:lnTo>
                  <a:lnTo>
                    <a:pt x="16103" y="1622"/>
                  </a:lnTo>
                  <a:close/>
                  <a:moveTo>
                    <a:pt x="13864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52"/>
                  </a:lnTo>
                  <a:lnTo>
                    <a:pt x="12667" y="5484"/>
                  </a:lnTo>
                  <a:lnTo>
                    <a:pt x="12165" y="5793"/>
                  </a:lnTo>
                  <a:lnTo>
                    <a:pt x="11894" y="5909"/>
                  </a:lnTo>
                  <a:lnTo>
                    <a:pt x="11624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8" y="5291"/>
                  </a:lnTo>
                  <a:lnTo>
                    <a:pt x="11122" y="5098"/>
                  </a:lnTo>
                  <a:lnTo>
                    <a:pt x="11277" y="4982"/>
                  </a:lnTo>
                  <a:lnTo>
                    <a:pt x="11547" y="4750"/>
                  </a:lnTo>
                  <a:lnTo>
                    <a:pt x="11817" y="4673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2" y="5407"/>
                  </a:lnTo>
                  <a:lnTo>
                    <a:pt x="16412" y="5677"/>
                  </a:lnTo>
                  <a:lnTo>
                    <a:pt x="16644" y="6025"/>
                  </a:lnTo>
                  <a:lnTo>
                    <a:pt x="16876" y="6333"/>
                  </a:lnTo>
                  <a:lnTo>
                    <a:pt x="16992" y="6681"/>
                  </a:lnTo>
                  <a:lnTo>
                    <a:pt x="16992" y="6835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374" y="7337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835"/>
                  </a:lnTo>
                  <a:lnTo>
                    <a:pt x="15370" y="6565"/>
                  </a:lnTo>
                  <a:lnTo>
                    <a:pt x="15061" y="6179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78"/>
                  </a:lnTo>
                  <a:lnTo>
                    <a:pt x="11470" y="116"/>
                  </a:lnTo>
                  <a:lnTo>
                    <a:pt x="11354" y="232"/>
                  </a:lnTo>
                  <a:lnTo>
                    <a:pt x="11161" y="425"/>
                  </a:lnTo>
                  <a:lnTo>
                    <a:pt x="11006" y="618"/>
                  </a:lnTo>
                  <a:lnTo>
                    <a:pt x="10929" y="812"/>
                  </a:lnTo>
                  <a:lnTo>
                    <a:pt x="10929" y="1043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700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2" y="2742"/>
                  </a:lnTo>
                  <a:lnTo>
                    <a:pt x="12396" y="3090"/>
                  </a:lnTo>
                  <a:lnTo>
                    <a:pt x="12860" y="3437"/>
                  </a:lnTo>
                  <a:lnTo>
                    <a:pt x="12860" y="3437"/>
                  </a:lnTo>
                  <a:lnTo>
                    <a:pt x="12049" y="3322"/>
                  </a:lnTo>
                  <a:lnTo>
                    <a:pt x="11199" y="3283"/>
                  </a:lnTo>
                  <a:lnTo>
                    <a:pt x="10388" y="3360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45"/>
                  </a:lnTo>
                  <a:lnTo>
                    <a:pt x="9075" y="1622"/>
                  </a:lnTo>
                  <a:lnTo>
                    <a:pt x="9153" y="2124"/>
                  </a:lnTo>
                  <a:lnTo>
                    <a:pt x="9153" y="2626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630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50"/>
                  </a:lnTo>
                  <a:lnTo>
                    <a:pt x="5832" y="5252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51"/>
                  </a:lnTo>
                  <a:lnTo>
                    <a:pt x="3090" y="7724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56"/>
                  </a:lnTo>
                  <a:lnTo>
                    <a:pt x="542" y="10967"/>
                  </a:lnTo>
                  <a:lnTo>
                    <a:pt x="1" y="11817"/>
                  </a:lnTo>
                  <a:lnTo>
                    <a:pt x="349" y="12087"/>
                  </a:lnTo>
                  <a:lnTo>
                    <a:pt x="1546" y="10542"/>
                  </a:lnTo>
                  <a:lnTo>
                    <a:pt x="2743" y="8998"/>
                  </a:lnTo>
                  <a:lnTo>
                    <a:pt x="3360" y="8226"/>
                  </a:lnTo>
                  <a:lnTo>
                    <a:pt x="4017" y="7531"/>
                  </a:lnTo>
                  <a:lnTo>
                    <a:pt x="4712" y="6835"/>
                  </a:lnTo>
                  <a:lnTo>
                    <a:pt x="5484" y="6179"/>
                  </a:lnTo>
                  <a:lnTo>
                    <a:pt x="6257" y="5600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8" y="4441"/>
                  </a:lnTo>
                  <a:lnTo>
                    <a:pt x="8921" y="4287"/>
                  </a:lnTo>
                  <a:lnTo>
                    <a:pt x="9423" y="4132"/>
                  </a:lnTo>
                  <a:lnTo>
                    <a:pt x="9886" y="4017"/>
                  </a:lnTo>
                  <a:lnTo>
                    <a:pt x="10388" y="3939"/>
                  </a:lnTo>
                  <a:lnTo>
                    <a:pt x="10852" y="3862"/>
                  </a:lnTo>
                  <a:lnTo>
                    <a:pt x="11354" y="3823"/>
                  </a:lnTo>
                  <a:lnTo>
                    <a:pt x="11856" y="3823"/>
                  </a:lnTo>
                  <a:lnTo>
                    <a:pt x="12358" y="3862"/>
                  </a:lnTo>
                  <a:lnTo>
                    <a:pt x="12860" y="3939"/>
                  </a:lnTo>
                  <a:lnTo>
                    <a:pt x="12358" y="4017"/>
                  </a:lnTo>
                  <a:lnTo>
                    <a:pt x="11856" y="4132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712"/>
                  </a:lnTo>
                  <a:lnTo>
                    <a:pt x="10697" y="4866"/>
                  </a:lnTo>
                  <a:lnTo>
                    <a:pt x="10543" y="5098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86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3"/>
                  </a:lnTo>
                  <a:lnTo>
                    <a:pt x="11006" y="6449"/>
                  </a:lnTo>
                  <a:lnTo>
                    <a:pt x="11585" y="6449"/>
                  </a:lnTo>
                  <a:lnTo>
                    <a:pt x="11894" y="6372"/>
                  </a:lnTo>
                  <a:lnTo>
                    <a:pt x="12165" y="6295"/>
                  </a:lnTo>
                  <a:lnTo>
                    <a:pt x="12628" y="6063"/>
                  </a:lnTo>
                  <a:lnTo>
                    <a:pt x="13053" y="5831"/>
                  </a:lnTo>
                  <a:lnTo>
                    <a:pt x="13439" y="5523"/>
                  </a:lnTo>
                  <a:lnTo>
                    <a:pt x="13400" y="5561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47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876" y="7878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6"/>
                  </a:lnTo>
                  <a:lnTo>
                    <a:pt x="17378" y="7531"/>
                  </a:lnTo>
                  <a:lnTo>
                    <a:pt x="17416" y="7415"/>
                  </a:lnTo>
                  <a:lnTo>
                    <a:pt x="17455" y="7260"/>
                  </a:lnTo>
                  <a:lnTo>
                    <a:pt x="17494" y="6951"/>
                  </a:lnTo>
                  <a:lnTo>
                    <a:pt x="17416" y="6642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827"/>
                  </a:lnTo>
                  <a:lnTo>
                    <a:pt x="16026" y="4634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39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90"/>
                  </a:lnTo>
                  <a:lnTo>
                    <a:pt x="16914" y="2897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6" y="2202"/>
                  </a:lnTo>
                  <a:lnTo>
                    <a:pt x="17107" y="1931"/>
                  </a:lnTo>
                  <a:lnTo>
                    <a:pt x="17069" y="1700"/>
                  </a:lnTo>
                  <a:lnTo>
                    <a:pt x="16914" y="1507"/>
                  </a:lnTo>
                  <a:lnTo>
                    <a:pt x="16760" y="1352"/>
                  </a:lnTo>
                  <a:lnTo>
                    <a:pt x="16567" y="1236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75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80" y="2472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89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55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18"/>
            <p:cNvSpPr/>
            <p:nvPr/>
          </p:nvSpPr>
          <p:spPr>
            <a:xfrm>
              <a:off x="2737450" y="3395675"/>
              <a:ext cx="459550" cy="296375"/>
            </a:xfrm>
            <a:custGeom>
              <a:avLst/>
              <a:gdLst/>
              <a:ahLst/>
              <a:cxnLst/>
              <a:rect l="l" t="t" r="r" b="b"/>
              <a:pathLst>
                <a:path w="18382" h="11855" extrusionOk="0">
                  <a:moveTo>
                    <a:pt x="17648" y="2935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8"/>
                  </a:lnTo>
                  <a:lnTo>
                    <a:pt x="17880" y="3321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39"/>
                  </a:lnTo>
                  <a:lnTo>
                    <a:pt x="17648" y="4132"/>
                  </a:lnTo>
                  <a:lnTo>
                    <a:pt x="17300" y="4402"/>
                  </a:lnTo>
                  <a:lnTo>
                    <a:pt x="17030" y="4595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3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4"/>
                  </a:lnTo>
                  <a:lnTo>
                    <a:pt x="16528" y="3514"/>
                  </a:lnTo>
                  <a:lnTo>
                    <a:pt x="16721" y="3282"/>
                  </a:lnTo>
                  <a:lnTo>
                    <a:pt x="16953" y="3128"/>
                  </a:lnTo>
                  <a:lnTo>
                    <a:pt x="17223" y="2974"/>
                  </a:lnTo>
                  <a:lnTo>
                    <a:pt x="17493" y="2935"/>
                  </a:lnTo>
                  <a:close/>
                  <a:moveTo>
                    <a:pt x="14211" y="4866"/>
                  </a:moveTo>
                  <a:lnTo>
                    <a:pt x="14481" y="4904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29"/>
                  </a:lnTo>
                  <a:lnTo>
                    <a:pt x="14752" y="5522"/>
                  </a:lnTo>
                  <a:lnTo>
                    <a:pt x="14288" y="5677"/>
                  </a:lnTo>
                  <a:lnTo>
                    <a:pt x="14018" y="5715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599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6"/>
                  </a:lnTo>
                  <a:lnTo>
                    <a:pt x="13169" y="5020"/>
                  </a:lnTo>
                  <a:lnTo>
                    <a:pt x="13323" y="4943"/>
                  </a:lnTo>
                  <a:lnTo>
                    <a:pt x="13555" y="4904"/>
                  </a:lnTo>
                  <a:lnTo>
                    <a:pt x="13864" y="4866"/>
                  </a:lnTo>
                  <a:close/>
                  <a:moveTo>
                    <a:pt x="15756" y="5522"/>
                  </a:moveTo>
                  <a:lnTo>
                    <a:pt x="16374" y="5831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3"/>
                  </a:lnTo>
                  <a:lnTo>
                    <a:pt x="17571" y="6912"/>
                  </a:lnTo>
                  <a:lnTo>
                    <a:pt x="17609" y="7067"/>
                  </a:lnTo>
                  <a:lnTo>
                    <a:pt x="17609" y="7221"/>
                  </a:lnTo>
                  <a:lnTo>
                    <a:pt x="17609" y="7453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3"/>
                  </a:lnTo>
                  <a:lnTo>
                    <a:pt x="17146" y="7723"/>
                  </a:lnTo>
                  <a:lnTo>
                    <a:pt x="16953" y="7685"/>
                  </a:lnTo>
                  <a:lnTo>
                    <a:pt x="16798" y="7607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6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1"/>
                  </a:lnTo>
                  <a:lnTo>
                    <a:pt x="15756" y="5522"/>
                  </a:lnTo>
                  <a:close/>
                  <a:moveTo>
                    <a:pt x="4944" y="464"/>
                  </a:moveTo>
                  <a:lnTo>
                    <a:pt x="5561" y="502"/>
                  </a:lnTo>
                  <a:lnTo>
                    <a:pt x="6141" y="657"/>
                  </a:lnTo>
                  <a:lnTo>
                    <a:pt x="6681" y="888"/>
                  </a:lnTo>
                  <a:lnTo>
                    <a:pt x="7222" y="1197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4"/>
                  </a:lnTo>
                  <a:lnTo>
                    <a:pt x="8766" y="2781"/>
                  </a:lnTo>
                  <a:lnTo>
                    <a:pt x="9037" y="3205"/>
                  </a:lnTo>
                  <a:lnTo>
                    <a:pt x="9268" y="3669"/>
                  </a:lnTo>
                  <a:lnTo>
                    <a:pt x="9693" y="4595"/>
                  </a:lnTo>
                  <a:lnTo>
                    <a:pt x="10079" y="5522"/>
                  </a:lnTo>
                  <a:lnTo>
                    <a:pt x="10272" y="5908"/>
                  </a:lnTo>
                  <a:lnTo>
                    <a:pt x="10504" y="6294"/>
                  </a:lnTo>
                  <a:lnTo>
                    <a:pt x="10736" y="6642"/>
                  </a:lnTo>
                  <a:lnTo>
                    <a:pt x="11006" y="6912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0"/>
                  </a:lnTo>
                  <a:lnTo>
                    <a:pt x="13207" y="7492"/>
                  </a:lnTo>
                  <a:lnTo>
                    <a:pt x="13516" y="7414"/>
                  </a:lnTo>
                  <a:lnTo>
                    <a:pt x="13825" y="7260"/>
                  </a:lnTo>
                  <a:lnTo>
                    <a:pt x="14095" y="7105"/>
                  </a:lnTo>
                  <a:lnTo>
                    <a:pt x="14366" y="6951"/>
                  </a:lnTo>
                  <a:lnTo>
                    <a:pt x="14597" y="6719"/>
                  </a:lnTo>
                  <a:lnTo>
                    <a:pt x="14829" y="6488"/>
                  </a:lnTo>
                  <a:lnTo>
                    <a:pt x="14404" y="7221"/>
                  </a:lnTo>
                  <a:lnTo>
                    <a:pt x="13941" y="7878"/>
                  </a:lnTo>
                  <a:lnTo>
                    <a:pt x="13439" y="8534"/>
                  </a:lnTo>
                  <a:lnTo>
                    <a:pt x="12860" y="9113"/>
                  </a:lnTo>
                  <a:lnTo>
                    <a:pt x="12242" y="9615"/>
                  </a:lnTo>
                  <a:lnTo>
                    <a:pt x="11547" y="10079"/>
                  </a:lnTo>
                  <a:lnTo>
                    <a:pt x="10813" y="10503"/>
                  </a:lnTo>
                  <a:lnTo>
                    <a:pt x="10041" y="10812"/>
                  </a:lnTo>
                  <a:lnTo>
                    <a:pt x="9462" y="11005"/>
                  </a:lnTo>
                  <a:lnTo>
                    <a:pt x="8882" y="11160"/>
                  </a:lnTo>
                  <a:lnTo>
                    <a:pt x="8303" y="11276"/>
                  </a:lnTo>
                  <a:lnTo>
                    <a:pt x="7724" y="11314"/>
                  </a:lnTo>
                  <a:lnTo>
                    <a:pt x="7145" y="11353"/>
                  </a:lnTo>
                  <a:lnTo>
                    <a:pt x="6604" y="11314"/>
                  </a:lnTo>
                  <a:lnTo>
                    <a:pt x="6025" y="11237"/>
                  </a:lnTo>
                  <a:lnTo>
                    <a:pt x="5484" y="11121"/>
                  </a:lnTo>
                  <a:lnTo>
                    <a:pt x="4944" y="10967"/>
                  </a:lnTo>
                  <a:lnTo>
                    <a:pt x="4442" y="10735"/>
                  </a:lnTo>
                  <a:lnTo>
                    <a:pt x="3940" y="10503"/>
                  </a:lnTo>
                  <a:lnTo>
                    <a:pt x="3476" y="10195"/>
                  </a:lnTo>
                  <a:lnTo>
                    <a:pt x="3013" y="9847"/>
                  </a:lnTo>
                  <a:lnTo>
                    <a:pt x="2549" y="9461"/>
                  </a:lnTo>
                  <a:lnTo>
                    <a:pt x="2163" y="9036"/>
                  </a:lnTo>
                  <a:lnTo>
                    <a:pt x="1777" y="8573"/>
                  </a:lnTo>
                  <a:lnTo>
                    <a:pt x="1430" y="8032"/>
                  </a:lnTo>
                  <a:lnTo>
                    <a:pt x="1121" y="7492"/>
                  </a:lnTo>
                  <a:lnTo>
                    <a:pt x="850" y="6912"/>
                  </a:lnTo>
                  <a:lnTo>
                    <a:pt x="657" y="6333"/>
                  </a:lnTo>
                  <a:lnTo>
                    <a:pt x="503" y="5754"/>
                  </a:lnTo>
                  <a:lnTo>
                    <a:pt x="426" y="5136"/>
                  </a:lnTo>
                  <a:lnTo>
                    <a:pt x="426" y="4518"/>
                  </a:lnTo>
                  <a:lnTo>
                    <a:pt x="503" y="3862"/>
                  </a:lnTo>
                  <a:lnTo>
                    <a:pt x="696" y="3282"/>
                  </a:lnTo>
                  <a:lnTo>
                    <a:pt x="928" y="2742"/>
                  </a:lnTo>
                  <a:lnTo>
                    <a:pt x="1275" y="2240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79"/>
                  </a:lnTo>
                  <a:lnTo>
                    <a:pt x="4326" y="464"/>
                  </a:lnTo>
                  <a:close/>
                  <a:moveTo>
                    <a:pt x="4519" y="0"/>
                  </a:moveTo>
                  <a:lnTo>
                    <a:pt x="4249" y="39"/>
                  </a:lnTo>
                  <a:lnTo>
                    <a:pt x="3901" y="77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5"/>
                  </a:lnTo>
                  <a:lnTo>
                    <a:pt x="2472" y="579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3"/>
                  </a:lnTo>
                  <a:lnTo>
                    <a:pt x="1082" y="1699"/>
                  </a:lnTo>
                  <a:lnTo>
                    <a:pt x="773" y="2163"/>
                  </a:lnTo>
                  <a:lnTo>
                    <a:pt x="503" y="2626"/>
                  </a:lnTo>
                  <a:lnTo>
                    <a:pt x="310" y="3089"/>
                  </a:lnTo>
                  <a:lnTo>
                    <a:pt x="155" y="3591"/>
                  </a:lnTo>
                  <a:lnTo>
                    <a:pt x="40" y="4093"/>
                  </a:lnTo>
                  <a:lnTo>
                    <a:pt x="1" y="4595"/>
                  </a:lnTo>
                  <a:lnTo>
                    <a:pt x="1" y="5136"/>
                  </a:lnTo>
                  <a:lnTo>
                    <a:pt x="78" y="5638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8"/>
                  </a:lnTo>
                  <a:lnTo>
                    <a:pt x="1237" y="8611"/>
                  </a:lnTo>
                  <a:lnTo>
                    <a:pt x="1545" y="9036"/>
                  </a:lnTo>
                  <a:lnTo>
                    <a:pt x="2009" y="9577"/>
                  </a:lnTo>
                  <a:lnTo>
                    <a:pt x="2472" y="10040"/>
                  </a:lnTo>
                  <a:lnTo>
                    <a:pt x="2974" y="10426"/>
                  </a:lnTo>
                  <a:lnTo>
                    <a:pt x="3476" y="10812"/>
                  </a:lnTo>
                  <a:lnTo>
                    <a:pt x="4055" y="11083"/>
                  </a:lnTo>
                  <a:lnTo>
                    <a:pt x="4596" y="11353"/>
                  </a:lnTo>
                  <a:lnTo>
                    <a:pt x="5214" y="11546"/>
                  </a:lnTo>
                  <a:lnTo>
                    <a:pt x="5832" y="11701"/>
                  </a:lnTo>
                  <a:lnTo>
                    <a:pt x="5870" y="11855"/>
                  </a:lnTo>
                  <a:lnTo>
                    <a:pt x="6218" y="11778"/>
                  </a:lnTo>
                  <a:lnTo>
                    <a:pt x="7029" y="11816"/>
                  </a:lnTo>
                  <a:lnTo>
                    <a:pt x="7840" y="11816"/>
                  </a:lnTo>
                  <a:lnTo>
                    <a:pt x="8689" y="11701"/>
                  </a:lnTo>
                  <a:lnTo>
                    <a:pt x="9539" y="11507"/>
                  </a:lnTo>
                  <a:lnTo>
                    <a:pt x="10272" y="11237"/>
                  </a:lnTo>
                  <a:lnTo>
                    <a:pt x="11006" y="10928"/>
                  </a:lnTo>
                  <a:lnTo>
                    <a:pt x="11315" y="10812"/>
                  </a:lnTo>
                  <a:lnTo>
                    <a:pt x="11315" y="10774"/>
                  </a:lnTo>
                  <a:lnTo>
                    <a:pt x="12049" y="10349"/>
                  </a:lnTo>
                  <a:lnTo>
                    <a:pt x="12705" y="9847"/>
                  </a:lnTo>
                  <a:lnTo>
                    <a:pt x="13362" y="9306"/>
                  </a:lnTo>
                  <a:lnTo>
                    <a:pt x="13941" y="8689"/>
                  </a:lnTo>
                  <a:lnTo>
                    <a:pt x="14481" y="8032"/>
                  </a:lnTo>
                  <a:lnTo>
                    <a:pt x="14713" y="7685"/>
                  </a:lnTo>
                  <a:lnTo>
                    <a:pt x="14906" y="7298"/>
                  </a:lnTo>
                  <a:lnTo>
                    <a:pt x="15099" y="6951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19"/>
                  </a:lnTo>
                  <a:lnTo>
                    <a:pt x="15987" y="7144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6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2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3"/>
                  </a:lnTo>
                  <a:lnTo>
                    <a:pt x="18034" y="7260"/>
                  </a:lnTo>
                  <a:lnTo>
                    <a:pt x="17995" y="7028"/>
                  </a:lnTo>
                  <a:lnTo>
                    <a:pt x="17918" y="6835"/>
                  </a:lnTo>
                  <a:lnTo>
                    <a:pt x="17841" y="6642"/>
                  </a:lnTo>
                  <a:lnTo>
                    <a:pt x="17725" y="6449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5"/>
                  </a:lnTo>
                  <a:lnTo>
                    <a:pt x="16567" y="5445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1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3"/>
                  </a:lnTo>
                  <a:lnTo>
                    <a:pt x="18343" y="3553"/>
                  </a:lnTo>
                  <a:lnTo>
                    <a:pt x="18382" y="3321"/>
                  </a:lnTo>
                  <a:lnTo>
                    <a:pt x="18343" y="3089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3"/>
                  </a:lnTo>
                  <a:lnTo>
                    <a:pt x="17841" y="2587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7"/>
                  </a:lnTo>
                  <a:lnTo>
                    <a:pt x="16953" y="2703"/>
                  </a:lnTo>
                  <a:lnTo>
                    <a:pt x="16760" y="2781"/>
                  </a:lnTo>
                  <a:lnTo>
                    <a:pt x="16567" y="2935"/>
                  </a:lnTo>
                  <a:lnTo>
                    <a:pt x="16412" y="3089"/>
                  </a:lnTo>
                  <a:lnTo>
                    <a:pt x="16258" y="3282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0"/>
                  </a:lnTo>
                  <a:lnTo>
                    <a:pt x="15524" y="5020"/>
                  </a:lnTo>
                  <a:lnTo>
                    <a:pt x="15099" y="4788"/>
                  </a:lnTo>
                  <a:lnTo>
                    <a:pt x="14675" y="4634"/>
                  </a:lnTo>
                  <a:lnTo>
                    <a:pt x="14211" y="4518"/>
                  </a:lnTo>
                  <a:lnTo>
                    <a:pt x="13748" y="4518"/>
                  </a:lnTo>
                  <a:lnTo>
                    <a:pt x="13362" y="4595"/>
                  </a:lnTo>
                  <a:lnTo>
                    <a:pt x="13169" y="4634"/>
                  </a:lnTo>
                  <a:lnTo>
                    <a:pt x="12975" y="4711"/>
                  </a:lnTo>
                  <a:lnTo>
                    <a:pt x="12782" y="4788"/>
                  </a:lnTo>
                  <a:lnTo>
                    <a:pt x="12628" y="4943"/>
                  </a:lnTo>
                  <a:lnTo>
                    <a:pt x="12512" y="5097"/>
                  </a:lnTo>
                  <a:lnTo>
                    <a:pt x="12435" y="5252"/>
                  </a:lnTo>
                  <a:lnTo>
                    <a:pt x="12396" y="5445"/>
                  </a:lnTo>
                  <a:lnTo>
                    <a:pt x="12473" y="5638"/>
                  </a:lnTo>
                  <a:lnTo>
                    <a:pt x="12551" y="5792"/>
                  </a:lnTo>
                  <a:lnTo>
                    <a:pt x="12705" y="5908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0"/>
                  </a:lnTo>
                  <a:lnTo>
                    <a:pt x="13786" y="6140"/>
                  </a:lnTo>
                  <a:lnTo>
                    <a:pt x="14134" y="6101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19"/>
                  </a:lnTo>
                  <a:lnTo>
                    <a:pt x="13671" y="6835"/>
                  </a:lnTo>
                  <a:lnTo>
                    <a:pt x="13439" y="6951"/>
                  </a:lnTo>
                  <a:lnTo>
                    <a:pt x="13207" y="7028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0"/>
                  </a:lnTo>
                  <a:lnTo>
                    <a:pt x="10968" y="6140"/>
                  </a:lnTo>
                  <a:lnTo>
                    <a:pt x="10774" y="5792"/>
                  </a:lnTo>
                  <a:lnTo>
                    <a:pt x="10504" y="5329"/>
                  </a:lnTo>
                  <a:lnTo>
                    <a:pt x="10311" y="4827"/>
                  </a:lnTo>
                  <a:lnTo>
                    <a:pt x="9886" y="3862"/>
                  </a:lnTo>
                  <a:lnTo>
                    <a:pt x="9655" y="3398"/>
                  </a:lnTo>
                  <a:lnTo>
                    <a:pt x="9423" y="2935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1"/>
                  </a:lnTo>
                  <a:lnTo>
                    <a:pt x="6874" y="502"/>
                  </a:lnTo>
                  <a:lnTo>
                    <a:pt x="6295" y="271"/>
                  </a:lnTo>
                  <a:lnTo>
                    <a:pt x="5716" y="116"/>
                  </a:lnTo>
                  <a:lnTo>
                    <a:pt x="5137" y="39"/>
                  </a:lnTo>
                  <a:lnTo>
                    <a:pt x="451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18"/>
            <p:cNvSpPr/>
            <p:nvPr/>
          </p:nvSpPr>
          <p:spPr>
            <a:xfrm>
              <a:off x="2769325" y="3423675"/>
              <a:ext cx="144825" cy="164125"/>
            </a:xfrm>
            <a:custGeom>
              <a:avLst/>
              <a:gdLst/>
              <a:ahLst/>
              <a:cxnLst/>
              <a:rect l="l" t="t" r="r" b="b"/>
              <a:pathLst>
                <a:path w="5793" h="6565" extrusionOk="0">
                  <a:moveTo>
                    <a:pt x="2858" y="463"/>
                  </a:moveTo>
                  <a:lnTo>
                    <a:pt x="3360" y="618"/>
                  </a:lnTo>
                  <a:lnTo>
                    <a:pt x="3823" y="811"/>
                  </a:lnTo>
                  <a:lnTo>
                    <a:pt x="4248" y="1081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8"/>
                  </a:lnTo>
                  <a:lnTo>
                    <a:pt x="5252" y="2510"/>
                  </a:lnTo>
                  <a:lnTo>
                    <a:pt x="5290" y="2780"/>
                  </a:lnTo>
                  <a:lnTo>
                    <a:pt x="5329" y="3051"/>
                  </a:lnTo>
                  <a:lnTo>
                    <a:pt x="5329" y="3321"/>
                  </a:lnTo>
                  <a:lnTo>
                    <a:pt x="5290" y="3784"/>
                  </a:lnTo>
                  <a:lnTo>
                    <a:pt x="5175" y="4248"/>
                  </a:lnTo>
                  <a:lnTo>
                    <a:pt x="4981" y="4711"/>
                  </a:lnTo>
                  <a:lnTo>
                    <a:pt x="4711" y="5097"/>
                  </a:lnTo>
                  <a:lnTo>
                    <a:pt x="4364" y="5445"/>
                  </a:lnTo>
                  <a:lnTo>
                    <a:pt x="4016" y="5715"/>
                  </a:lnTo>
                  <a:lnTo>
                    <a:pt x="3784" y="5831"/>
                  </a:lnTo>
                  <a:lnTo>
                    <a:pt x="3553" y="5947"/>
                  </a:lnTo>
                  <a:lnTo>
                    <a:pt x="3321" y="6024"/>
                  </a:lnTo>
                  <a:lnTo>
                    <a:pt x="3089" y="6063"/>
                  </a:lnTo>
                  <a:lnTo>
                    <a:pt x="2780" y="6101"/>
                  </a:lnTo>
                  <a:lnTo>
                    <a:pt x="2510" y="6101"/>
                  </a:lnTo>
                  <a:lnTo>
                    <a:pt x="2201" y="6063"/>
                  </a:lnTo>
                  <a:lnTo>
                    <a:pt x="1970" y="5985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599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0"/>
                  </a:lnTo>
                  <a:lnTo>
                    <a:pt x="734" y="4788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4"/>
                  </a:lnTo>
                  <a:lnTo>
                    <a:pt x="464" y="2973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699"/>
                  </a:lnTo>
                  <a:lnTo>
                    <a:pt x="966" y="1506"/>
                  </a:lnTo>
                  <a:lnTo>
                    <a:pt x="1120" y="1274"/>
                  </a:lnTo>
                  <a:lnTo>
                    <a:pt x="1313" y="1120"/>
                  </a:lnTo>
                  <a:lnTo>
                    <a:pt x="1506" y="927"/>
                  </a:lnTo>
                  <a:lnTo>
                    <a:pt x="1738" y="811"/>
                  </a:lnTo>
                  <a:lnTo>
                    <a:pt x="1970" y="695"/>
                  </a:lnTo>
                  <a:lnTo>
                    <a:pt x="2201" y="579"/>
                  </a:lnTo>
                  <a:lnTo>
                    <a:pt x="2472" y="541"/>
                  </a:lnTo>
                  <a:lnTo>
                    <a:pt x="2780" y="502"/>
                  </a:lnTo>
                  <a:lnTo>
                    <a:pt x="2819" y="502"/>
                  </a:lnTo>
                  <a:lnTo>
                    <a:pt x="2858" y="463"/>
                  </a:lnTo>
                  <a:close/>
                  <a:moveTo>
                    <a:pt x="2665" y="0"/>
                  </a:moveTo>
                  <a:lnTo>
                    <a:pt x="2587" y="39"/>
                  </a:lnTo>
                  <a:lnTo>
                    <a:pt x="2510" y="77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0"/>
                  </a:lnTo>
                  <a:lnTo>
                    <a:pt x="1854" y="309"/>
                  </a:lnTo>
                  <a:lnTo>
                    <a:pt x="1622" y="386"/>
                  </a:lnTo>
                  <a:lnTo>
                    <a:pt x="1390" y="502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6"/>
                  </a:lnTo>
                  <a:lnTo>
                    <a:pt x="348" y="1738"/>
                  </a:lnTo>
                  <a:lnTo>
                    <a:pt x="155" y="2278"/>
                  </a:lnTo>
                  <a:lnTo>
                    <a:pt x="39" y="2858"/>
                  </a:lnTo>
                  <a:lnTo>
                    <a:pt x="0" y="3398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2"/>
                  </a:lnTo>
                  <a:lnTo>
                    <a:pt x="309" y="4943"/>
                  </a:lnTo>
                  <a:lnTo>
                    <a:pt x="425" y="5213"/>
                  </a:lnTo>
                  <a:lnTo>
                    <a:pt x="579" y="5445"/>
                  </a:lnTo>
                  <a:lnTo>
                    <a:pt x="734" y="5676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7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6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6"/>
                  </a:lnTo>
                  <a:lnTo>
                    <a:pt x="3476" y="6449"/>
                  </a:lnTo>
                  <a:lnTo>
                    <a:pt x="3784" y="6333"/>
                  </a:lnTo>
                  <a:lnTo>
                    <a:pt x="4055" y="6217"/>
                  </a:lnTo>
                  <a:lnTo>
                    <a:pt x="4325" y="6063"/>
                  </a:lnTo>
                  <a:lnTo>
                    <a:pt x="4557" y="5908"/>
                  </a:lnTo>
                  <a:lnTo>
                    <a:pt x="4788" y="5715"/>
                  </a:lnTo>
                  <a:lnTo>
                    <a:pt x="4981" y="5483"/>
                  </a:lnTo>
                  <a:lnTo>
                    <a:pt x="5175" y="5252"/>
                  </a:lnTo>
                  <a:lnTo>
                    <a:pt x="5329" y="4981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0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7"/>
                  </a:lnTo>
                  <a:lnTo>
                    <a:pt x="5561" y="2047"/>
                  </a:lnTo>
                  <a:lnTo>
                    <a:pt x="5406" y="1776"/>
                  </a:lnTo>
                  <a:lnTo>
                    <a:pt x="5252" y="1506"/>
                  </a:lnTo>
                  <a:lnTo>
                    <a:pt x="5059" y="1274"/>
                  </a:lnTo>
                  <a:lnTo>
                    <a:pt x="4866" y="1043"/>
                  </a:lnTo>
                  <a:lnTo>
                    <a:pt x="4634" y="811"/>
                  </a:lnTo>
                  <a:lnTo>
                    <a:pt x="4402" y="618"/>
                  </a:lnTo>
                  <a:lnTo>
                    <a:pt x="4132" y="463"/>
                  </a:lnTo>
                  <a:lnTo>
                    <a:pt x="3862" y="309"/>
                  </a:lnTo>
                  <a:lnTo>
                    <a:pt x="3591" y="193"/>
                  </a:lnTo>
                  <a:lnTo>
                    <a:pt x="3282" y="116"/>
                  </a:lnTo>
                  <a:lnTo>
                    <a:pt x="2974" y="39"/>
                  </a:lnTo>
                  <a:lnTo>
                    <a:pt x="266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18"/>
            <p:cNvSpPr/>
            <p:nvPr/>
          </p:nvSpPr>
          <p:spPr>
            <a:xfrm>
              <a:off x="3889150" y="34449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3" y="3823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0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4" y="5986"/>
                  </a:lnTo>
                  <a:lnTo>
                    <a:pt x="11430" y="6140"/>
                  </a:lnTo>
                  <a:lnTo>
                    <a:pt x="11353" y="6218"/>
                  </a:lnTo>
                  <a:lnTo>
                    <a:pt x="11237" y="6256"/>
                  </a:lnTo>
                  <a:lnTo>
                    <a:pt x="11083" y="6295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0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9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4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1" y="9616"/>
                  </a:lnTo>
                  <a:lnTo>
                    <a:pt x="12936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5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18"/>
            <p:cNvSpPr/>
            <p:nvPr/>
          </p:nvSpPr>
          <p:spPr>
            <a:xfrm>
              <a:off x="4428800" y="3447800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0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3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2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7"/>
                  </a:lnTo>
                  <a:lnTo>
                    <a:pt x="6951" y="12627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7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18"/>
            <p:cNvSpPr/>
            <p:nvPr/>
          </p:nvSpPr>
          <p:spPr>
            <a:xfrm>
              <a:off x="4598700" y="3452625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49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1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18"/>
            <p:cNvSpPr/>
            <p:nvPr/>
          </p:nvSpPr>
          <p:spPr>
            <a:xfrm>
              <a:off x="3921000" y="34584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59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1" y="9075"/>
                  </a:lnTo>
                  <a:lnTo>
                    <a:pt x="6913" y="8804"/>
                  </a:lnTo>
                  <a:lnTo>
                    <a:pt x="6951" y="8534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8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0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8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4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4"/>
                  </a:lnTo>
                  <a:lnTo>
                    <a:pt x="6449" y="8843"/>
                  </a:lnTo>
                  <a:lnTo>
                    <a:pt x="5716" y="8804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5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18"/>
            <p:cNvSpPr/>
            <p:nvPr/>
          </p:nvSpPr>
          <p:spPr>
            <a:xfrm>
              <a:off x="1220850" y="3492200"/>
              <a:ext cx="274200" cy="516500"/>
            </a:xfrm>
            <a:custGeom>
              <a:avLst/>
              <a:gdLst/>
              <a:ahLst/>
              <a:cxnLst/>
              <a:rect l="l" t="t" r="r" b="b"/>
              <a:pathLst>
                <a:path w="10968" h="20660" extrusionOk="0">
                  <a:moveTo>
                    <a:pt x="1468" y="657"/>
                  </a:moveTo>
                  <a:lnTo>
                    <a:pt x="2086" y="1005"/>
                  </a:lnTo>
                  <a:lnTo>
                    <a:pt x="2665" y="1391"/>
                  </a:lnTo>
                  <a:lnTo>
                    <a:pt x="3052" y="1661"/>
                  </a:lnTo>
                  <a:lnTo>
                    <a:pt x="3438" y="1970"/>
                  </a:lnTo>
                  <a:lnTo>
                    <a:pt x="3592" y="2125"/>
                  </a:lnTo>
                  <a:lnTo>
                    <a:pt x="3708" y="2279"/>
                  </a:lnTo>
                  <a:lnTo>
                    <a:pt x="3862" y="2588"/>
                  </a:lnTo>
                  <a:lnTo>
                    <a:pt x="3978" y="2935"/>
                  </a:lnTo>
                  <a:lnTo>
                    <a:pt x="4055" y="3322"/>
                  </a:lnTo>
                  <a:lnTo>
                    <a:pt x="5098" y="7492"/>
                  </a:lnTo>
                  <a:lnTo>
                    <a:pt x="7222" y="16180"/>
                  </a:lnTo>
                  <a:lnTo>
                    <a:pt x="7261" y="16258"/>
                  </a:lnTo>
                  <a:lnTo>
                    <a:pt x="7299" y="16296"/>
                  </a:lnTo>
                  <a:lnTo>
                    <a:pt x="7369" y="16331"/>
                  </a:lnTo>
                  <a:lnTo>
                    <a:pt x="7369" y="16331"/>
                  </a:lnTo>
                  <a:lnTo>
                    <a:pt x="6990" y="16489"/>
                  </a:lnTo>
                  <a:lnTo>
                    <a:pt x="6334" y="14481"/>
                  </a:lnTo>
                  <a:lnTo>
                    <a:pt x="5677" y="12512"/>
                  </a:lnTo>
                  <a:lnTo>
                    <a:pt x="4287" y="8573"/>
                  </a:lnTo>
                  <a:lnTo>
                    <a:pt x="2858" y="4634"/>
                  </a:lnTo>
                  <a:lnTo>
                    <a:pt x="1468" y="657"/>
                  </a:lnTo>
                  <a:close/>
                  <a:moveTo>
                    <a:pt x="1121" y="503"/>
                  </a:moveTo>
                  <a:lnTo>
                    <a:pt x="1121" y="580"/>
                  </a:lnTo>
                  <a:lnTo>
                    <a:pt x="3940" y="8573"/>
                  </a:lnTo>
                  <a:lnTo>
                    <a:pt x="5368" y="12551"/>
                  </a:lnTo>
                  <a:lnTo>
                    <a:pt x="6102" y="14558"/>
                  </a:lnTo>
                  <a:lnTo>
                    <a:pt x="6874" y="16528"/>
                  </a:lnTo>
                  <a:lnTo>
                    <a:pt x="6681" y="16566"/>
                  </a:lnTo>
                  <a:lnTo>
                    <a:pt x="5755" y="14636"/>
                  </a:lnTo>
                  <a:lnTo>
                    <a:pt x="4789" y="12705"/>
                  </a:lnTo>
                  <a:lnTo>
                    <a:pt x="2820" y="8882"/>
                  </a:lnTo>
                  <a:lnTo>
                    <a:pt x="1777" y="6951"/>
                  </a:lnTo>
                  <a:lnTo>
                    <a:pt x="773" y="4982"/>
                  </a:lnTo>
                  <a:lnTo>
                    <a:pt x="657" y="4712"/>
                  </a:lnTo>
                  <a:lnTo>
                    <a:pt x="580" y="4441"/>
                  </a:lnTo>
                  <a:lnTo>
                    <a:pt x="542" y="4171"/>
                  </a:lnTo>
                  <a:lnTo>
                    <a:pt x="503" y="3901"/>
                  </a:lnTo>
                  <a:lnTo>
                    <a:pt x="503" y="3322"/>
                  </a:lnTo>
                  <a:lnTo>
                    <a:pt x="542" y="2781"/>
                  </a:lnTo>
                  <a:lnTo>
                    <a:pt x="657" y="2202"/>
                  </a:lnTo>
                  <a:lnTo>
                    <a:pt x="812" y="1623"/>
                  </a:lnTo>
                  <a:lnTo>
                    <a:pt x="1121" y="503"/>
                  </a:lnTo>
                  <a:close/>
                  <a:moveTo>
                    <a:pt x="9886" y="13786"/>
                  </a:moveTo>
                  <a:lnTo>
                    <a:pt x="10041" y="13825"/>
                  </a:lnTo>
                  <a:lnTo>
                    <a:pt x="10157" y="13902"/>
                  </a:lnTo>
                  <a:lnTo>
                    <a:pt x="10311" y="14018"/>
                  </a:lnTo>
                  <a:lnTo>
                    <a:pt x="10581" y="14481"/>
                  </a:lnTo>
                  <a:lnTo>
                    <a:pt x="10620" y="14674"/>
                  </a:lnTo>
                  <a:lnTo>
                    <a:pt x="10620" y="14906"/>
                  </a:lnTo>
                  <a:lnTo>
                    <a:pt x="10581" y="15099"/>
                  </a:lnTo>
                  <a:lnTo>
                    <a:pt x="10504" y="15254"/>
                  </a:lnTo>
                  <a:lnTo>
                    <a:pt x="10311" y="15640"/>
                  </a:lnTo>
                  <a:lnTo>
                    <a:pt x="10041" y="15910"/>
                  </a:lnTo>
                  <a:lnTo>
                    <a:pt x="9655" y="16296"/>
                  </a:lnTo>
                  <a:lnTo>
                    <a:pt x="9191" y="16605"/>
                  </a:lnTo>
                  <a:lnTo>
                    <a:pt x="8728" y="16914"/>
                  </a:lnTo>
                  <a:lnTo>
                    <a:pt x="8265" y="17184"/>
                  </a:lnTo>
                  <a:lnTo>
                    <a:pt x="8149" y="17184"/>
                  </a:lnTo>
                  <a:lnTo>
                    <a:pt x="8071" y="17262"/>
                  </a:lnTo>
                  <a:lnTo>
                    <a:pt x="7724" y="17416"/>
                  </a:lnTo>
                  <a:lnTo>
                    <a:pt x="7029" y="17725"/>
                  </a:lnTo>
                  <a:lnTo>
                    <a:pt x="6295" y="17995"/>
                  </a:lnTo>
                  <a:lnTo>
                    <a:pt x="5523" y="18150"/>
                  </a:lnTo>
                  <a:lnTo>
                    <a:pt x="4789" y="18304"/>
                  </a:lnTo>
                  <a:lnTo>
                    <a:pt x="4403" y="18343"/>
                  </a:lnTo>
                  <a:lnTo>
                    <a:pt x="4055" y="18343"/>
                  </a:lnTo>
                  <a:lnTo>
                    <a:pt x="3669" y="18266"/>
                  </a:lnTo>
                  <a:lnTo>
                    <a:pt x="3515" y="18227"/>
                  </a:lnTo>
                  <a:lnTo>
                    <a:pt x="3360" y="18150"/>
                  </a:lnTo>
                  <a:lnTo>
                    <a:pt x="3245" y="18034"/>
                  </a:lnTo>
                  <a:lnTo>
                    <a:pt x="3129" y="17957"/>
                  </a:lnTo>
                  <a:lnTo>
                    <a:pt x="2974" y="17686"/>
                  </a:lnTo>
                  <a:lnTo>
                    <a:pt x="2858" y="17377"/>
                  </a:lnTo>
                  <a:lnTo>
                    <a:pt x="2858" y="17068"/>
                  </a:lnTo>
                  <a:lnTo>
                    <a:pt x="2897" y="16875"/>
                  </a:lnTo>
                  <a:lnTo>
                    <a:pt x="2974" y="16721"/>
                  </a:lnTo>
                  <a:lnTo>
                    <a:pt x="3090" y="16566"/>
                  </a:lnTo>
                  <a:lnTo>
                    <a:pt x="3206" y="16451"/>
                  </a:lnTo>
                  <a:lnTo>
                    <a:pt x="3322" y="16373"/>
                  </a:lnTo>
                  <a:lnTo>
                    <a:pt x="3476" y="16296"/>
                  </a:lnTo>
                  <a:lnTo>
                    <a:pt x="3592" y="16296"/>
                  </a:lnTo>
                  <a:lnTo>
                    <a:pt x="3708" y="16335"/>
                  </a:lnTo>
                  <a:lnTo>
                    <a:pt x="3824" y="16451"/>
                  </a:lnTo>
                  <a:lnTo>
                    <a:pt x="3940" y="16605"/>
                  </a:lnTo>
                  <a:lnTo>
                    <a:pt x="4094" y="16798"/>
                  </a:lnTo>
                  <a:lnTo>
                    <a:pt x="4210" y="17068"/>
                  </a:lnTo>
                  <a:lnTo>
                    <a:pt x="4055" y="17068"/>
                  </a:lnTo>
                  <a:lnTo>
                    <a:pt x="3978" y="17107"/>
                  </a:lnTo>
                  <a:lnTo>
                    <a:pt x="3940" y="17184"/>
                  </a:lnTo>
                  <a:lnTo>
                    <a:pt x="3978" y="17300"/>
                  </a:lnTo>
                  <a:lnTo>
                    <a:pt x="4055" y="17339"/>
                  </a:lnTo>
                  <a:lnTo>
                    <a:pt x="4828" y="17339"/>
                  </a:lnTo>
                  <a:lnTo>
                    <a:pt x="5639" y="17262"/>
                  </a:lnTo>
                  <a:lnTo>
                    <a:pt x="6450" y="17107"/>
                  </a:lnTo>
                  <a:lnTo>
                    <a:pt x="7261" y="16875"/>
                  </a:lnTo>
                  <a:lnTo>
                    <a:pt x="7647" y="16721"/>
                  </a:lnTo>
                  <a:lnTo>
                    <a:pt x="8033" y="16528"/>
                  </a:lnTo>
                  <a:lnTo>
                    <a:pt x="8419" y="16335"/>
                  </a:lnTo>
                  <a:lnTo>
                    <a:pt x="8728" y="16103"/>
                  </a:lnTo>
                  <a:lnTo>
                    <a:pt x="9075" y="15871"/>
                  </a:lnTo>
                  <a:lnTo>
                    <a:pt x="9384" y="15601"/>
                  </a:lnTo>
                  <a:lnTo>
                    <a:pt x="9616" y="15331"/>
                  </a:lnTo>
                  <a:lnTo>
                    <a:pt x="9886" y="15022"/>
                  </a:lnTo>
                  <a:lnTo>
                    <a:pt x="9886" y="14945"/>
                  </a:lnTo>
                  <a:lnTo>
                    <a:pt x="9886" y="14906"/>
                  </a:lnTo>
                  <a:lnTo>
                    <a:pt x="9848" y="14829"/>
                  </a:lnTo>
                  <a:lnTo>
                    <a:pt x="9809" y="14790"/>
                  </a:lnTo>
                  <a:lnTo>
                    <a:pt x="9732" y="14752"/>
                  </a:lnTo>
                  <a:lnTo>
                    <a:pt x="9616" y="14752"/>
                  </a:lnTo>
                  <a:lnTo>
                    <a:pt x="9539" y="14790"/>
                  </a:lnTo>
                  <a:lnTo>
                    <a:pt x="9307" y="15099"/>
                  </a:lnTo>
                  <a:lnTo>
                    <a:pt x="9114" y="14945"/>
                  </a:lnTo>
                  <a:lnTo>
                    <a:pt x="9037" y="14829"/>
                  </a:lnTo>
                  <a:lnTo>
                    <a:pt x="8998" y="14674"/>
                  </a:lnTo>
                  <a:lnTo>
                    <a:pt x="8998" y="14558"/>
                  </a:lnTo>
                  <a:lnTo>
                    <a:pt x="9037" y="14404"/>
                  </a:lnTo>
                  <a:lnTo>
                    <a:pt x="9114" y="14288"/>
                  </a:lnTo>
                  <a:lnTo>
                    <a:pt x="9346" y="14056"/>
                  </a:lnTo>
                  <a:lnTo>
                    <a:pt x="9462" y="13941"/>
                  </a:lnTo>
                  <a:lnTo>
                    <a:pt x="9539" y="13825"/>
                  </a:lnTo>
                  <a:lnTo>
                    <a:pt x="9655" y="13786"/>
                  </a:lnTo>
                  <a:close/>
                  <a:moveTo>
                    <a:pt x="889" y="1"/>
                  </a:moveTo>
                  <a:lnTo>
                    <a:pt x="812" y="78"/>
                  </a:lnTo>
                  <a:lnTo>
                    <a:pt x="773" y="155"/>
                  </a:lnTo>
                  <a:lnTo>
                    <a:pt x="194" y="2511"/>
                  </a:lnTo>
                  <a:lnTo>
                    <a:pt x="117" y="2897"/>
                  </a:lnTo>
                  <a:lnTo>
                    <a:pt x="40" y="3322"/>
                  </a:lnTo>
                  <a:lnTo>
                    <a:pt x="1" y="3746"/>
                  </a:lnTo>
                  <a:lnTo>
                    <a:pt x="1" y="4210"/>
                  </a:lnTo>
                  <a:lnTo>
                    <a:pt x="78" y="4441"/>
                  </a:lnTo>
                  <a:lnTo>
                    <a:pt x="155" y="4673"/>
                  </a:lnTo>
                  <a:lnTo>
                    <a:pt x="348" y="5136"/>
                  </a:lnTo>
                  <a:lnTo>
                    <a:pt x="850" y="6025"/>
                  </a:lnTo>
                  <a:lnTo>
                    <a:pt x="1970" y="8187"/>
                  </a:lnTo>
                  <a:lnTo>
                    <a:pt x="4133" y="12435"/>
                  </a:lnTo>
                  <a:lnTo>
                    <a:pt x="5253" y="14558"/>
                  </a:lnTo>
                  <a:lnTo>
                    <a:pt x="6411" y="16682"/>
                  </a:lnTo>
                  <a:lnTo>
                    <a:pt x="5484" y="16875"/>
                  </a:lnTo>
                  <a:lnTo>
                    <a:pt x="4596" y="16991"/>
                  </a:lnTo>
                  <a:lnTo>
                    <a:pt x="4596" y="16991"/>
                  </a:lnTo>
                  <a:lnTo>
                    <a:pt x="4673" y="16837"/>
                  </a:lnTo>
                  <a:lnTo>
                    <a:pt x="4712" y="16682"/>
                  </a:lnTo>
                  <a:lnTo>
                    <a:pt x="4712" y="16528"/>
                  </a:lnTo>
                  <a:lnTo>
                    <a:pt x="4635" y="16373"/>
                  </a:lnTo>
                  <a:lnTo>
                    <a:pt x="4557" y="16219"/>
                  </a:lnTo>
                  <a:lnTo>
                    <a:pt x="4442" y="16103"/>
                  </a:lnTo>
                  <a:lnTo>
                    <a:pt x="4326" y="15987"/>
                  </a:lnTo>
                  <a:lnTo>
                    <a:pt x="4133" y="15910"/>
                  </a:lnTo>
                  <a:lnTo>
                    <a:pt x="3862" y="15871"/>
                  </a:lnTo>
                  <a:lnTo>
                    <a:pt x="3592" y="15871"/>
                  </a:lnTo>
                  <a:lnTo>
                    <a:pt x="3322" y="15949"/>
                  </a:lnTo>
                  <a:lnTo>
                    <a:pt x="3090" y="16103"/>
                  </a:lnTo>
                  <a:lnTo>
                    <a:pt x="2897" y="16258"/>
                  </a:lnTo>
                  <a:lnTo>
                    <a:pt x="2743" y="16489"/>
                  </a:lnTo>
                  <a:lnTo>
                    <a:pt x="2588" y="16721"/>
                  </a:lnTo>
                  <a:lnTo>
                    <a:pt x="2550" y="16991"/>
                  </a:lnTo>
                  <a:lnTo>
                    <a:pt x="2511" y="17416"/>
                  </a:lnTo>
                  <a:lnTo>
                    <a:pt x="2550" y="17725"/>
                  </a:lnTo>
                  <a:lnTo>
                    <a:pt x="2704" y="17995"/>
                  </a:lnTo>
                  <a:lnTo>
                    <a:pt x="2858" y="18227"/>
                  </a:lnTo>
                  <a:lnTo>
                    <a:pt x="3129" y="18381"/>
                  </a:lnTo>
                  <a:lnTo>
                    <a:pt x="3399" y="18497"/>
                  </a:lnTo>
                  <a:lnTo>
                    <a:pt x="3747" y="18574"/>
                  </a:lnTo>
                  <a:lnTo>
                    <a:pt x="4094" y="18613"/>
                  </a:lnTo>
                  <a:lnTo>
                    <a:pt x="4442" y="18613"/>
                  </a:lnTo>
                  <a:lnTo>
                    <a:pt x="4828" y="18574"/>
                  </a:lnTo>
                  <a:lnTo>
                    <a:pt x="5639" y="18420"/>
                  </a:lnTo>
                  <a:lnTo>
                    <a:pt x="6334" y="18266"/>
                  </a:lnTo>
                  <a:lnTo>
                    <a:pt x="6952" y="18072"/>
                  </a:lnTo>
                  <a:lnTo>
                    <a:pt x="7067" y="18034"/>
                  </a:lnTo>
                  <a:lnTo>
                    <a:pt x="7299" y="17957"/>
                  </a:lnTo>
                  <a:lnTo>
                    <a:pt x="8149" y="17570"/>
                  </a:lnTo>
                  <a:lnTo>
                    <a:pt x="8612" y="18497"/>
                  </a:lnTo>
                  <a:lnTo>
                    <a:pt x="9037" y="19463"/>
                  </a:lnTo>
                  <a:lnTo>
                    <a:pt x="9269" y="20003"/>
                  </a:lnTo>
                  <a:lnTo>
                    <a:pt x="9423" y="20351"/>
                  </a:lnTo>
                  <a:lnTo>
                    <a:pt x="9539" y="20660"/>
                  </a:lnTo>
                  <a:lnTo>
                    <a:pt x="9770" y="20621"/>
                  </a:lnTo>
                  <a:lnTo>
                    <a:pt x="9693" y="20428"/>
                  </a:lnTo>
                  <a:lnTo>
                    <a:pt x="9423" y="19656"/>
                  </a:lnTo>
                  <a:lnTo>
                    <a:pt x="9114" y="18922"/>
                  </a:lnTo>
                  <a:lnTo>
                    <a:pt x="8767" y="18150"/>
                  </a:lnTo>
                  <a:lnTo>
                    <a:pt x="8419" y="17416"/>
                  </a:lnTo>
                  <a:lnTo>
                    <a:pt x="8960" y="17107"/>
                  </a:lnTo>
                  <a:lnTo>
                    <a:pt x="9539" y="16760"/>
                  </a:lnTo>
                  <a:lnTo>
                    <a:pt x="10041" y="16373"/>
                  </a:lnTo>
                  <a:lnTo>
                    <a:pt x="10272" y="16180"/>
                  </a:lnTo>
                  <a:lnTo>
                    <a:pt x="10466" y="15949"/>
                  </a:lnTo>
                  <a:lnTo>
                    <a:pt x="10659" y="15717"/>
                  </a:lnTo>
                  <a:lnTo>
                    <a:pt x="10813" y="15485"/>
                  </a:lnTo>
                  <a:lnTo>
                    <a:pt x="10929" y="15254"/>
                  </a:lnTo>
                  <a:lnTo>
                    <a:pt x="10968" y="14983"/>
                  </a:lnTo>
                  <a:lnTo>
                    <a:pt x="10968" y="14752"/>
                  </a:lnTo>
                  <a:lnTo>
                    <a:pt x="10929" y="14520"/>
                  </a:lnTo>
                  <a:lnTo>
                    <a:pt x="10852" y="14250"/>
                  </a:lnTo>
                  <a:lnTo>
                    <a:pt x="10659" y="13979"/>
                  </a:lnTo>
                  <a:lnTo>
                    <a:pt x="10504" y="13825"/>
                  </a:lnTo>
                  <a:lnTo>
                    <a:pt x="10272" y="13670"/>
                  </a:lnTo>
                  <a:lnTo>
                    <a:pt x="10041" y="13555"/>
                  </a:lnTo>
                  <a:lnTo>
                    <a:pt x="9809" y="13516"/>
                  </a:lnTo>
                  <a:lnTo>
                    <a:pt x="9539" y="13516"/>
                  </a:lnTo>
                  <a:lnTo>
                    <a:pt x="9307" y="13555"/>
                  </a:lnTo>
                  <a:lnTo>
                    <a:pt x="9075" y="13670"/>
                  </a:lnTo>
                  <a:lnTo>
                    <a:pt x="8882" y="13863"/>
                  </a:lnTo>
                  <a:lnTo>
                    <a:pt x="8767" y="14056"/>
                  </a:lnTo>
                  <a:lnTo>
                    <a:pt x="8728" y="14250"/>
                  </a:lnTo>
                  <a:lnTo>
                    <a:pt x="8689" y="14443"/>
                  </a:lnTo>
                  <a:lnTo>
                    <a:pt x="8689" y="14636"/>
                  </a:lnTo>
                  <a:lnTo>
                    <a:pt x="8728" y="14829"/>
                  </a:lnTo>
                  <a:lnTo>
                    <a:pt x="8805" y="15022"/>
                  </a:lnTo>
                  <a:lnTo>
                    <a:pt x="8921" y="15176"/>
                  </a:lnTo>
                  <a:lnTo>
                    <a:pt x="9075" y="15331"/>
                  </a:lnTo>
                  <a:lnTo>
                    <a:pt x="8728" y="15640"/>
                  </a:lnTo>
                  <a:lnTo>
                    <a:pt x="8342" y="15871"/>
                  </a:lnTo>
                  <a:lnTo>
                    <a:pt x="7917" y="16103"/>
                  </a:lnTo>
                  <a:lnTo>
                    <a:pt x="7454" y="16296"/>
                  </a:lnTo>
                  <a:lnTo>
                    <a:pt x="7531" y="16258"/>
                  </a:lnTo>
                  <a:lnTo>
                    <a:pt x="7608" y="16219"/>
                  </a:lnTo>
                  <a:lnTo>
                    <a:pt x="7608" y="16142"/>
                  </a:lnTo>
                  <a:lnTo>
                    <a:pt x="7608" y="16026"/>
                  </a:lnTo>
                  <a:lnTo>
                    <a:pt x="5330" y="6488"/>
                  </a:lnTo>
                  <a:lnTo>
                    <a:pt x="4712" y="4094"/>
                  </a:lnTo>
                  <a:lnTo>
                    <a:pt x="4480" y="3013"/>
                  </a:lnTo>
                  <a:lnTo>
                    <a:pt x="4326" y="2511"/>
                  </a:lnTo>
                  <a:lnTo>
                    <a:pt x="4249" y="2240"/>
                  </a:lnTo>
                  <a:lnTo>
                    <a:pt x="4094" y="2009"/>
                  </a:lnTo>
                  <a:lnTo>
                    <a:pt x="3824" y="1700"/>
                  </a:lnTo>
                  <a:lnTo>
                    <a:pt x="3515" y="1352"/>
                  </a:lnTo>
                  <a:lnTo>
                    <a:pt x="3129" y="1082"/>
                  </a:lnTo>
                  <a:lnTo>
                    <a:pt x="2704" y="812"/>
                  </a:lnTo>
                  <a:lnTo>
                    <a:pt x="2318" y="580"/>
                  </a:lnTo>
                  <a:lnTo>
                    <a:pt x="1854" y="387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18"/>
            <p:cNvSpPr/>
            <p:nvPr/>
          </p:nvSpPr>
          <p:spPr>
            <a:xfrm>
              <a:off x="319200" y="3515375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8" y="309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2"/>
                  </a:lnTo>
                  <a:lnTo>
                    <a:pt x="7299" y="502"/>
                  </a:lnTo>
                  <a:lnTo>
                    <a:pt x="7453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3"/>
                  </a:lnTo>
                  <a:lnTo>
                    <a:pt x="6295" y="4943"/>
                  </a:lnTo>
                  <a:lnTo>
                    <a:pt x="6218" y="3978"/>
                  </a:lnTo>
                  <a:lnTo>
                    <a:pt x="6140" y="2974"/>
                  </a:lnTo>
                  <a:lnTo>
                    <a:pt x="6140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4"/>
                  </a:lnTo>
                  <a:lnTo>
                    <a:pt x="6449" y="502"/>
                  </a:lnTo>
                  <a:lnTo>
                    <a:pt x="6527" y="425"/>
                  </a:lnTo>
                  <a:lnTo>
                    <a:pt x="6642" y="348"/>
                  </a:lnTo>
                  <a:lnTo>
                    <a:pt x="6758" y="309"/>
                  </a:lnTo>
                  <a:close/>
                  <a:moveTo>
                    <a:pt x="11971" y="4711"/>
                  </a:moveTo>
                  <a:lnTo>
                    <a:pt x="12087" y="4750"/>
                  </a:lnTo>
                  <a:lnTo>
                    <a:pt x="12164" y="4827"/>
                  </a:lnTo>
                  <a:lnTo>
                    <a:pt x="12280" y="4905"/>
                  </a:lnTo>
                  <a:lnTo>
                    <a:pt x="12319" y="4982"/>
                  </a:lnTo>
                  <a:lnTo>
                    <a:pt x="12396" y="5136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1"/>
                  </a:lnTo>
                  <a:lnTo>
                    <a:pt x="10041" y="5831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8" y="5252"/>
                  </a:lnTo>
                  <a:lnTo>
                    <a:pt x="7955" y="5020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8" y="4750"/>
                  </a:lnTo>
                  <a:lnTo>
                    <a:pt x="11353" y="4711"/>
                  </a:lnTo>
                  <a:close/>
                  <a:moveTo>
                    <a:pt x="5638" y="5754"/>
                  </a:moveTo>
                  <a:lnTo>
                    <a:pt x="4557" y="6449"/>
                  </a:lnTo>
                  <a:lnTo>
                    <a:pt x="3437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29" y="7917"/>
                  </a:lnTo>
                  <a:lnTo>
                    <a:pt x="1120" y="7955"/>
                  </a:lnTo>
                  <a:lnTo>
                    <a:pt x="927" y="7917"/>
                  </a:lnTo>
                  <a:lnTo>
                    <a:pt x="850" y="7878"/>
                  </a:lnTo>
                  <a:lnTo>
                    <a:pt x="773" y="7801"/>
                  </a:lnTo>
                  <a:lnTo>
                    <a:pt x="734" y="7685"/>
                  </a:lnTo>
                  <a:lnTo>
                    <a:pt x="696" y="7530"/>
                  </a:lnTo>
                  <a:lnTo>
                    <a:pt x="696" y="7376"/>
                  </a:lnTo>
                  <a:lnTo>
                    <a:pt x="696" y="7221"/>
                  </a:lnTo>
                  <a:lnTo>
                    <a:pt x="734" y="7144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2"/>
                  </a:lnTo>
                  <a:lnTo>
                    <a:pt x="2742" y="6449"/>
                  </a:lnTo>
                  <a:lnTo>
                    <a:pt x="3592" y="6295"/>
                  </a:lnTo>
                  <a:lnTo>
                    <a:pt x="4634" y="6063"/>
                  </a:lnTo>
                  <a:lnTo>
                    <a:pt x="5136" y="5909"/>
                  </a:lnTo>
                  <a:lnTo>
                    <a:pt x="5638" y="5754"/>
                  </a:lnTo>
                  <a:close/>
                  <a:moveTo>
                    <a:pt x="6951" y="0"/>
                  </a:moveTo>
                  <a:lnTo>
                    <a:pt x="6720" y="39"/>
                  </a:lnTo>
                  <a:lnTo>
                    <a:pt x="6527" y="116"/>
                  </a:lnTo>
                  <a:lnTo>
                    <a:pt x="6333" y="232"/>
                  </a:lnTo>
                  <a:lnTo>
                    <a:pt x="6140" y="425"/>
                  </a:lnTo>
                  <a:lnTo>
                    <a:pt x="5986" y="618"/>
                  </a:lnTo>
                  <a:lnTo>
                    <a:pt x="5909" y="811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1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3" y="5020"/>
                  </a:lnTo>
                  <a:lnTo>
                    <a:pt x="6025" y="5136"/>
                  </a:lnTo>
                  <a:lnTo>
                    <a:pt x="6063" y="5252"/>
                  </a:lnTo>
                  <a:lnTo>
                    <a:pt x="5523" y="5445"/>
                  </a:lnTo>
                  <a:lnTo>
                    <a:pt x="4982" y="5561"/>
                  </a:lnTo>
                  <a:lnTo>
                    <a:pt x="3939" y="5831"/>
                  </a:lnTo>
                  <a:lnTo>
                    <a:pt x="2858" y="6024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0" y="6642"/>
                  </a:lnTo>
                  <a:lnTo>
                    <a:pt x="503" y="6835"/>
                  </a:lnTo>
                  <a:lnTo>
                    <a:pt x="232" y="7028"/>
                  </a:lnTo>
                  <a:lnTo>
                    <a:pt x="116" y="7144"/>
                  </a:lnTo>
                  <a:lnTo>
                    <a:pt x="39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39" y="7723"/>
                  </a:lnTo>
                  <a:lnTo>
                    <a:pt x="116" y="7917"/>
                  </a:lnTo>
                  <a:lnTo>
                    <a:pt x="232" y="8032"/>
                  </a:lnTo>
                  <a:lnTo>
                    <a:pt x="348" y="8148"/>
                  </a:lnTo>
                  <a:lnTo>
                    <a:pt x="503" y="8225"/>
                  </a:lnTo>
                  <a:lnTo>
                    <a:pt x="618" y="8264"/>
                  </a:lnTo>
                  <a:lnTo>
                    <a:pt x="927" y="8341"/>
                  </a:lnTo>
                  <a:lnTo>
                    <a:pt x="1275" y="8341"/>
                  </a:lnTo>
                  <a:lnTo>
                    <a:pt x="1622" y="8303"/>
                  </a:lnTo>
                  <a:lnTo>
                    <a:pt x="1931" y="8187"/>
                  </a:lnTo>
                  <a:lnTo>
                    <a:pt x="2549" y="7994"/>
                  </a:lnTo>
                  <a:lnTo>
                    <a:pt x="3553" y="7530"/>
                  </a:lnTo>
                  <a:lnTo>
                    <a:pt x="4519" y="6990"/>
                  </a:lnTo>
                  <a:lnTo>
                    <a:pt x="5445" y="6372"/>
                  </a:lnTo>
                  <a:lnTo>
                    <a:pt x="5909" y="6063"/>
                  </a:lnTo>
                  <a:lnTo>
                    <a:pt x="6333" y="5715"/>
                  </a:lnTo>
                  <a:lnTo>
                    <a:pt x="6527" y="6102"/>
                  </a:lnTo>
                  <a:lnTo>
                    <a:pt x="6642" y="6295"/>
                  </a:lnTo>
                  <a:lnTo>
                    <a:pt x="6758" y="6449"/>
                  </a:lnTo>
                  <a:lnTo>
                    <a:pt x="7029" y="6372"/>
                  </a:lnTo>
                  <a:lnTo>
                    <a:pt x="7029" y="6333"/>
                  </a:lnTo>
                  <a:lnTo>
                    <a:pt x="6835" y="5986"/>
                  </a:lnTo>
                  <a:lnTo>
                    <a:pt x="6758" y="5831"/>
                  </a:lnTo>
                  <a:lnTo>
                    <a:pt x="6720" y="5638"/>
                  </a:lnTo>
                  <a:lnTo>
                    <a:pt x="6720" y="5561"/>
                  </a:lnTo>
                  <a:lnTo>
                    <a:pt x="7569" y="5831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7"/>
                  </a:lnTo>
                  <a:lnTo>
                    <a:pt x="11006" y="6217"/>
                  </a:lnTo>
                  <a:lnTo>
                    <a:pt x="11469" y="6179"/>
                  </a:lnTo>
                  <a:lnTo>
                    <a:pt x="11933" y="6140"/>
                  </a:lnTo>
                  <a:lnTo>
                    <a:pt x="12357" y="5986"/>
                  </a:lnTo>
                  <a:lnTo>
                    <a:pt x="12512" y="5909"/>
                  </a:lnTo>
                  <a:lnTo>
                    <a:pt x="12666" y="5793"/>
                  </a:lnTo>
                  <a:lnTo>
                    <a:pt x="12821" y="5677"/>
                  </a:lnTo>
                  <a:lnTo>
                    <a:pt x="12898" y="5522"/>
                  </a:lnTo>
                  <a:lnTo>
                    <a:pt x="12975" y="5368"/>
                  </a:lnTo>
                  <a:lnTo>
                    <a:pt x="12975" y="5175"/>
                  </a:lnTo>
                  <a:lnTo>
                    <a:pt x="12975" y="4982"/>
                  </a:lnTo>
                  <a:lnTo>
                    <a:pt x="12898" y="4827"/>
                  </a:lnTo>
                  <a:lnTo>
                    <a:pt x="12821" y="4711"/>
                  </a:lnTo>
                  <a:lnTo>
                    <a:pt x="12744" y="4634"/>
                  </a:lnTo>
                  <a:lnTo>
                    <a:pt x="12628" y="4518"/>
                  </a:lnTo>
                  <a:lnTo>
                    <a:pt x="12473" y="4480"/>
                  </a:lnTo>
                  <a:lnTo>
                    <a:pt x="12164" y="4364"/>
                  </a:lnTo>
                  <a:lnTo>
                    <a:pt x="11817" y="4325"/>
                  </a:lnTo>
                  <a:lnTo>
                    <a:pt x="11469" y="4325"/>
                  </a:lnTo>
                  <a:lnTo>
                    <a:pt x="10890" y="4364"/>
                  </a:lnTo>
                  <a:lnTo>
                    <a:pt x="9847" y="4403"/>
                  </a:lnTo>
                  <a:lnTo>
                    <a:pt x="8843" y="4480"/>
                  </a:lnTo>
                  <a:lnTo>
                    <a:pt x="7839" y="4634"/>
                  </a:lnTo>
                  <a:lnTo>
                    <a:pt x="6835" y="4827"/>
                  </a:lnTo>
                  <a:lnTo>
                    <a:pt x="7376" y="3476"/>
                  </a:lnTo>
                  <a:lnTo>
                    <a:pt x="7646" y="2742"/>
                  </a:lnTo>
                  <a:lnTo>
                    <a:pt x="7839" y="2047"/>
                  </a:lnTo>
                  <a:lnTo>
                    <a:pt x="7917" y="1815"/>
                  </a:lnTo>
                  <a:lnTo>
                    <a:pt x="7917" y="1545"/>
                  </a:lnTo>
                  <a:lnTo>
                    <a:pt x="7917" y="1313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8"/>
                  </a:lnTo>
                  <a:lnTo>
                    <a:pt x="7531" y="425"/>
                  </a:lnTo>
                  <a:lnTo>
                    <a:pt x="7337" y="271"/>
                  </a:lnTo>
                  <a:lnTo>
                    <a:pt x="7260" y="155"/>
                  </a:lnTo>
                  <a:lnTo>
                    <a:pt x="7144" y="78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18"/>
            <p:cNvSpPr/>
            <p:nvPr/>
          </p:nvSpPr>
          <p:spPr>
            <a:xfrm>
              <a:off x="2371575" y="3521175"/>
              <a:ext cx="106225" cy="123575"/>
            </a:xfrm>
            <a:custGeom>
              <a:avLst/>
              <a:gdLst/>
              <a:ahLst/>
              <a:cxnLst/>
              <a:rect l="l" t="t" r="r" b="b"/>
              <a:pathLst>
                <a:path w="4249" h="4943" extrusionOk="0">
                  <a:moveTo>
                    <a:pt x="3862" y="0"/>
                  </a:moveTo>
                  <a:lnTo>
                    <a:pt x="3592" y="541"/>
                  </a:lnTo>
                  <a:lnTo>
                    <a:pt x="3245" y="1120"/>
                  </a:lnTo>
                  <a:lnTo>
                    <a:pt x="2897" y="1661"/>
                  </a:lnTo>
                  <a:lnTo>
                    <a:pt x="2511" y="2163"/>
                  </a:lnTo>
                  <a:lnTo>
                    <a:pt x="1932" y="2858"/>
                  </a:lnTo>
                  <a:lnTo>
                    <a:pt x="1314" y="3475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48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50"/>
                  </a:lnTo>
                  <a:lnTo>
                    <a:pt x="966" y="4518"/>
                  </a:lnTo>
                  <a:lnTo>
                    <a:pt x="1314" y="4209"/>
                  </a:lnTo>
                  <a:lnTo>
                    <a:pt x="1700" y="3900"/>
                  </a:lnTo>
                  <a:lnTo>
                    <a:pt x="2009" y="3553"/>
                  </a:lnTo>
                  <a:lnTo>
                    <a:pt x="2356" y="3167"/>
                  </a:lnTo>
                  <a:lnTo>
                    <a:pt x="2897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2"/>
                  </a:lnTo>
                  <a:lnTo>
                    <a:pt x="4248" y="155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18"/>
            <p:cNvSpPr/>
            <p:nvPr/>
          </p:nvSpPr>
          <p:spPr>
            <a:xfrm>
              <a:off x="2320425" y="3522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1"/>
                  </a:moveTo>
                  <a:lnTo>
                    <a:pt x="1004" y="310"/>
                  </a:ln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314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507"/>
                  </a:lnTo>
                  <a:lnTo>
                    <a:pt x="579" y="1430"/>
                  </a:lnTo>
                  <a:lnTo>
                    <a:pt x="502" y="1314"/>
                  </a:lnTo>
                  <a:lnTo>
                    <a:pt x="464" y="1236"/>
                  </a:lnTo>
                  <a:lnTo>
                    <a:pt x="425" y="1005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426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1"/>
                  </a:moveTo>
                  <a:lnTo>
                    <a:pt x="850" y="39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117"/>
                  </a:lnTo>
                  <a:lnTo>
                    <a:pt x="271" y="232"/>
                  </a:lnTo>
                  <a:lnTo>
                    <a:pt x="155" y="348"/>
                  </a:lnTo>
                  <a:lnTo>
                    <a:pt x="77" y="541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68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932"/>
                  </a:lnTo>
                  <a:lnTo>
                    <a:pt x="1622" y="1816"/>
                  </a:lnTo>
                  <a:lnTo>
                    <a:pt x="1777" y="1700"/>
                  </a:lnTo>
                  <a:lnTo>
                    <a:pt x="1892" y="1545"/>
                  </a:lnTo>
                  <a:lnTo>
                    <a:pt x="1970" y="1352"/>
                  </a:lnTo>
                  <a:lnTo>
                    <a:pt x="2047" y="1198"/>
                  </a:lnTo>
                  <a:lnTo>
                    <a:pt x="2085" y="1005"/>
                  </a:lnTo>
                  <a:lnTo>
                    <a:pt x="2047" y="812"/>
                  </a:lnTo>
                  <a:lnTo>
                    <a:pt x="1970" y="619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78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18"/>
            <p:cNvSpPr/>
            <p:nvPr/>
          </p:nvSpPr>
          <p:spPr>
            <a:xfrm>
              <a:off x="5925125" y="3542400"/>
              <a:ext cx="60825" cy="90775"/>
            </a:xfrm>
            <a:custGeom>
              <a:avLst/>
              <a:gdLst/>
              <a:ahLst/>
              <a:cxnLst/>
              <a:rect l="l" t="t" r="r" b="b"/>
              <a:pathLst>
                <a:path w="2433" h="3631" extrusionOk="0">
                  <a:moveTo>
                    <a:pt x="1197" y="1"/>
                  </a:moveTo>
                  <a:lnTo>
                    <a:pt x="1081" y="39"/>
                  </a:lnTo>
                  <a:lnTo>
                    <a:pt x="1004" y="78"/>
                  </a:lnTo>
                  <a:lnTo>
                    <a:pt x="966" y="117"/>
                  </a:lnTo>
                  <a:lnTo>
                    <a:pt x="927" y="194"/>
                  </a:lnTo>
                  <a:lnTo>
                    <a:pt x="927" y="271"/>
                  </a:lnTo>
                  <a:lnTo>
                    <a:pt x="850" y="271"/>
                  </a:lnTo>
                  <a:lnTo>
                    <a:pt x="772" y="310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41"/>
                  </a:lnTo>
                  <a:lnTo>
                    <a:pt x="695" y="619"/>
                  </a:lnTo>
                  <a:lnTo>
                    <a:pt x="772" y="696"/>
                  </a:lnTo>
                  <a:lnTo>
                    <a:pt x="850" y="734"/>
                  </a:lnTo>
                  <a:lnTo>
                    <a:pt x="1081" y="812"/>
                  </a:lnTo>
                  <a:lnTo>
                    <a:pt x="1274" y="966"/>
                  </a:lnTo>
                  <a:lnTo>
                    <a:pt x="1468" y="1121"/>
                  </a:lnTo>
                  <a:lnTo>
                    <a:pt x="1622" y="1275"/>
                  </a:lnTo>
                  <a:lnTo>
                    <a:pt x="1738" y="1507"/>
                  </a:lnTo>
                  <a:lnTo>
                    <a:pt x="1854" y="1700"/>
                  </a:lnTo>
                  <a:lnTo>
                    <a:pt x="1892" y="1931"/>
                  </a:lnTo>
                  <a:lnTo>
                    <a:pt x="1931" y="2163"/>
                  </a:lnTo>
                  <a:lnTo>
                    <a:pt x="1892" y="2472"/>
                  </a:lnTo>
                  <a:lnTo>
                    <a:pt x="1815" y="2742"/>
                  </a:lnTo>
                  <a:lnTo>
                    <a:pt x="1738" y="2897"/>
                  </a:lnTo>
                  <a:lnTo>
                    <a:pt x="1622" y="2974"/>
                  </a:lnTo>
                  <a:lnTo>
                    <a:pt x="1506" y="3090"/>
                  </a:lnTo>
                  <a:lnTo>
                    <a:pt x="1390" y="3128"/>
                  </a:lnTo>
                  <a:lnTo>
                    <a:pt x="1197" y="3167"/>
                  </a:lnTo>
                  <a:lnTo>
                    <a:pt x="1043" y="3128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81"/>
                  </a:lnTo>
                  <a:lnTo>
                    <a:pt x="811" y="2626"/>
                  </a:lnTo>
                  <a:lnTo>
                    <a:pt x="888" y="2472"/>
                  </a:lnTo>
                  <a:lnTo>
                    <a:pt x="1043" y="2356"/>
                  </a:lnTo>
                  <a:lnTo>
                    <a:pt x="1120" y="2279"/>
                  </a:lnTo>
                  <a:lnTo>
                    <a:pt x="1159" y="2163"/>
                  </a:lnTo>
                  <a:lnTo>
                    <a:pt x="1120" y="2047"/>
                  </a:lnTo>
                  <a:lnTo>
                    <a:pt x="1043" y="1970"/>
                  </a:lnTo>
                  <a:lnTo>
                    <a:pt x="618" y="1623"/>
                  </a:lnTo>
                  <a:lnTo>
                    <a:pt x="425" y="1468"/>
                  </a:lnTo>
                  <a:lnTo>
                    <a:pt x="193" y="1352"/>
                  </a:lnTo>
                  <a:lnTo>
                    <a:pt x="0" y="1623"/>
                  </a:lnTo>
                  <a:lnTo>
                    <a:pt x="270" y="1893"/>
                  </a:lnTo>
                  <a:lnTo>
                    <a:pt x="541" y="2163"/>
                  </a:lnTo>
                  <a:lnTo>
                    <a:pt x="386" y="2395"/>
                  </a:lnTo>
                  <a:lnTo>
                    <a:pt x="309" y="2626"/>
                  </a:lnTo>
                  <a:lnTo>
                    <a:pt x="309" y="2935"/>
                  </a:lnTo>
                  <a:lnTo>
                    <a:pt x="348" y="3051"/>
                  </a:lnTo>
                  <a:lnTo>
                    <a:pt x="425" y="3206"/>
                  </a:lnTo>
                  <a:lnTo>
                    <a:pt x="541" y="3360"/>
                  </a:lnTo>
                  <a:lnTo>
                    <a:pt x="695" y="3476"/>
                  </a:lnTo>
                  <a:lnTo>
                    <a:pt x="850" y="3592"/>
                  </a:lnTo>
                  <a:lnTo>
                    <a:pt x="1081" y="3630"/>
                  </a:lnTo>
                  <a:lnTo>
                    <a:pt x="1274" y="3630"/>
                  </a:lnTo>
                  <a:lnTo>
                    <a:pt x="1468" y="3592"/>
                  </a:lnTo>
                  <a:lnTo>
                    <a:pt x="1661" y="3515"/>
                  </a:lnTo>
                  <a:lnTo>
                    <a:pt x="1854" y="3437"/>
                  </a:lnTo>
                  <a:lnTo>
                    <a:pt x="2047" y="3283"/>
                  </a:lnTo>
                  <a:lnTo>
                    <a:pt x="2201" y="3090"/>
                  </a:lnTo>
                  <a:lnTo>
                    <a:pt x="2317" y="2897"/>
                  </a:lnTo>
                  <a:lnTo>
                    <a:pt x="2394" y="2704"/>
                  </a:lnTo>
                  <a:lnTo>
                    <a:pt x="2433" y="2472"/>
                  </a:lnTo>
                  <a:lnTo>
                    <a:pt x="2433" y="2279"/>
                  </a:lnTo>
                  <a:lnTo>
                    <a:pt x="2433" y="2047"/>
                  </a:lnTo>
                  <a:lnTo>
                    <a:pt x="2356" y="1816"/>
                  </a:lnTo>
                  <a:lnTo>
                    <a:pt x="2317" y="1623"/>
                  </a:lnTo>
                  <a:lnTo>
                    <a:pt x="2201" y="1391"/>
                  </a:lnTo>
                  <a:lnTo>
                    <a:pt x="1931" y="1005"/>
                  </a:lnTo>
                  <a:lnTo>
                    <a:pt x="1622" y="657"/>
                  </a:lnTo>
                  <a:lnTo>
                    <a:pt x="1274" y="425"/>
                  </a:lnTo>
                  <a:lnTo>
                    <a:pt x="11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18"/>
            <p:cNvSpPr/>
            <p:nvPr/>
          </p:nvSpPr>
          <p:spPr>
            <a:xfrm>
              <a:off x="5032150" y="354530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18"/>
            <p:cNvSpPr/>
            <p:nvPr/>
          </p:nvSpPr>
          <p:spPr>
            <a:xfrm>
              <a:off x="3784900" y="3554950"/>
              <a:ext cx="112950" cy="132275"/>
            </a:xfrm>
            <a:custGeom>
              <a:avLst/>
              <a:gdLst/>
              <a:ahLst/>
              <a:cxnLst/>
              <a:rect l="l" t="t" r="r" b="b"/>
              <a:pathLst>
                <a:path w="4518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3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5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8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6" y="3167"/>
                  </a:lnTo>
                  <a:lnTo>
                    <a:pt x="772" y="2742"/>
                  </a:lnTo>
                  <a:lnTo>
                    <a:pt x="965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79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18"/>
            <p:cNvSpPr/>
            <p:nvPr/>
          </p:nvSpPr>
          <p:spPr>
            <a:xfrm>
              <a:off x="5529325" y="35675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463" y="927"/>
                  </a:lnTo>
                  <a:lnTo>
                    <a:pt x="1043" y="1622"/>
                  </a:lnTo>
                  <a:lnTo>
                    <a:pt x="1661" y="2279"/>
                  </a:lnTo>
                  <a:lnTo>
                    <a:pt x="2356" y="2858"/>
                  </a:lnTo>
                  <a:lnTo>
                    <a:pt x="3089" y="3360"/>
                  </a:lnTo>
                  <a:lnTo>
                    <a:pt x="3862" y="3824"/>
                  </a:lnTo>
                  <a:lnTo>
                    <a:pt x="4672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21" y="4905"/>
                  </a:lnTo>
                  <a:lnTo>
                    <a:pt x="7684" y="4943"/>
                  </a:lnTo>
                  <a:lnTo>
                    <a:pt x="8109" y="4982"/>
                  </a:lnTo>
                  <a:lnTo>
                    <a:pt x="8534" y="4943"/>
                  </a:lnTo>
                  <a:lnTo>
                    <a:pt x="8959" y="4905"/>
                  </a:lnTo>
                  <a:lnTo>
                    <a:pt x="9383" y="4866"/>
                  </a:lnTo>
                  <a:lnTo>
                    <a:pt x="9808" y="4750"/>
                  </a:lnTo>
                  <a:lnTo>
                    <a:pt x="10233" y="4634"/>
                  </a:lnTo>
                  <a:lnTo>
                    <a:pt x="10658" y="4480"/>
                  </a:lnTo>
                  <a:lnTo>
                    <a:pt x="11044" y="4326"/>
                  </a:lnTo>
                  <a:lnTo>
                    <a:pt x="11469" y="4094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280" y="3553"/>
                  </a:lnTo>
                  <a:lnTo>
                    <a:pt x="12434" y="3167"/>
                  </a:lnTo>
                  <a:lnTo>
                    <a:pt x="12241" y="3167"/>
                  </a:lnTo>
                  <a:lnTo>
                    <a:pt x="12202" y="3128"/>
                  </a:lnTo>
                  <a:lnTo>
                    <a:pt x="12009" y="3128"/>
                  </a:lnTo>
                  <a:lnTo>
                    <a:pt x="11893" y="3167"/>
                  </a:lnTo>
                  <a:lnTo>
                    <a:pt x="11546" y="3437"/>
                  </a:lnTo>
                  <a:lnTo>
                    <a:pt x="11198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01" y="4171"/>
                  </a:lnTo>
                  <a:lnTo>
                    <a:pt x="9615" y="4287"/>
                  </a:lnTo>
                  <a:lnTo>
                    <a:pt x="9190" y="4364"/>
                  </a:lnTo>
                  <a:lnTo>
                    <a:pt x="8766" y="4403"/>
                  </a:lnTo>
                  <a:lnTo>
                    <a:pt x="8341" y="4441"/>
                  </a:lnTo>
                  <a:lnTo>
                    <a:pt x="7916" y="4480"/>
                  </a:lnTo>
                  <a:lnTo>
                    <a:pt x="7453" y="4441"/>
                  </a:lnTo>
                  <a:lnTo>
                    <a:pt x="7028" y="4403"/>
                  </a:lnTo>
                  <a:lnTo>
                    <a:pt x="6603" y="4326"/>
                  </a:lnTo>
                  <a:lnTo>
                    <a:pt x="6178" y="4248"/>
                  </a:lnTo>
                  <a:lnTo>
                    <a:pt x="5792" y="4132"/>
                  </a:lnTo>
                  <a:lnTo>
                    <a:pt x="5368" y="4017"/>
                  </a:lnTo>
                  <a:lnTo>
                    <a:pt x="4595" y="3669"/>
                  </a:lnTo>
                  <a:lnTo>
                    <a:pt x="3862" y="3283"/>
                  </a:lnTo>
                  <a:lnTo>
                    <a:pt x="3205" y="2820"/>
                  </a:lnTo>
                  <a:lnTo>
                    <a:pt x="2549" y="2318"/>
                  </a:lnTo>
                  <a:lnTo>
                    <a:pt x="1969" y="1777"/>
                  </a:lnTo>
                  <a:lnTo>
                    <a:pt x="1352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18"/>
            <p:cNvSpPr/>
            <p:nvPr/>
          </p:nvSpPr>
          <p:spPr>
            <a:xfrm>
              <a:off x="2258625" y="3569425"/>
              <a:ext cx="44450" cy="43475"/>
            </a:xfrm>
            <a:custGeom>
              <a:avLst/>
              <a:gdLst/>
              <a:ahLst/>
              <a:cxnLst/>
              <a:rect l="l" t="t" r="r" b="b"/>
              <a:pathLst>
                <a:path w="1778" h="1739" extrusionOk="0">
                  <a:moveTo>
                    <a:pt x="773" y="310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9"/>
                  </a:lnTo>
                  <a:lnTo>
                    <a:pt x="1391" y="773"/>
                  </a:lnTo>
                  <a:lnTo>
                    <a:pt x="1391" y="966"/>
                  </a:lnTo>
                  <a:lnTo>
                    <a:pt x="1352" y="1044"/>
                  </a:lnTo>
                  <a:lnTo>
                    <a:pt x="1275" y="1159"/>
                  </a:lnTo>
                  <a:lnTo>
                    <a:pt x="1198" y="1237"/>
                  </a:lnTo>
                  <a:lnTo>
                    <a:pt x="1082" y="1314"/>
                  </a:lnTo>
                  <a:lnTo>
                    <a:pt x="889" y="1352"/>
                  </a:lnTo>
                  <a:lnTo>
                    <a:pt x="696" y="1352"/>
                  </a:lnTo>
                  <a:lnTo>
                    <a:pt x="542" y="1237"/>
                  </a:lnTo>
                  <a:lnTo>
                    <a:pt x="426" y="1082"/>
                  </a:lnTo>
                  <a:lnTo>
                    <a:pt x="387" y="889"/>
                  </a:lnTo>
                  <a:lnTo>
                    <a:pt x="387" y="735"/>
                  </a:lnTo>
                  <a:lnTo>
                    <a:pt x="464" y="580"/>
                  </a:lnTo>
                  <a:lnTo>
                    <a:pt x="542" y="387"/>
                  </a:lnTo>
                  <a:lnTo>
                    <a:pt x="542" y="348"/>
                  </a:lnTo>
                  <a:lnTo>
                    <a:pt x="773" y="310"/>
                  </a:lnTo>
                  <a:close/>
                  <a:moveTo>
                    <a:pt x="773" y="1"/>
                  </a:moveTo>
                  <a:lnTo>
                    <a:pt x="619" y="40"/>
                  </a:lnTo>
                  <a:lnTo>
                    <a:pt x="464" y="117"/>
                  </a:lnTo>
                  <a:lnTo>
                    <a:pt x="426" y="155"/>
                  </a:lnTo>
                  <a:lnTo>
                    <a:pt x="348" y="194"/>
                  </a:lnTo>
                  <a:lnTo>
                    <a:pt x="233" y="271"/>
                  </a:lnTo>
                  <a:lnTo>
                    <a:pt x="117" y="387"/>
                  </a:lnTo>
                  <a:lnTo>
                    <a:pt x="40" y="503"/>
                  </a:lnTo>
                  <a:lnTo>
                    <a:pt x="1" y="657"/>
                  </a:lnTo>
                  <a:lnTo>
                    <a:pt x="1" y="850"/>
                  </a:lnTo>
                  <a:lnTo>
                    <a:pt x="1" y="1005"/>
                  </a:lnTo>
                  <a:lnTo>
                    <a:pt x="40" y="1159"/>
                  </a:lnTo>
                  <a:lnTo>
                    <a:pt x="117" y="1314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9" y="1739"/>
                  </a:lnTo>
                  <a:lnTo>
                    <a:pt x="966" y="1739"/>
                  </a:lnTo>
                  <a:lnTo>
                    <a:pt x="1121" y="1700"/>
                  </a:lnTo>
                  <a:lnTo>
                    <a:pt x="1275" y="1623"/>
                  </a:lnTo>
                  <a:lnTo>
                    <a:pt x="1430" y="1545"/>
                  </a:lnTo>
                  <a:lnTo>
                    <a:pt x="1584" y="1430"/>
                  </a:lnTo>
                  <a:lnTo>
                    <a:pt x="1661" y="1275"/>
                  </a:lnTo>
                  <a:lnTo>
                    <a:pt x="1739" y="1121"/>
                  </a:lnTo>
                  <a:lnTo>
                    <a:pt x="1777" y="928"/>
                  </a:lnTo>
                  <a:lnTo>
                    <a:pt x="1777" y="773"/>
                  </a:lnTo>
                  <a:lnTo>
                    <a:pt x="1739" y="580"/>
                  </a:lnTo>
                  <a:lnTo>
                    <a:pt x="1661" y="426"/>
                  </a:lnTo>
                  <a:lnTo>
                    <a:pt x="1546" y="271"/>
                  </a:lnTo>
                  <a:lnTo>
                    <a:pt x="1430" y="155"/>
                  </a:lnTo>
                  <a:lnTo>
                    <a:pt x="1275" y="78"/>
                  </a:lnTo>
                  <a:lnTo>
                    <a:pt x="1121" y="40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18"/>
            <p:cNvSpPr/>
            <p:nvPr/>
          </p:nvSpPr>
          <p:spPr>
            <a:xfrm>
              <a:off x="5836300" y="3573300"/>
              <a:ext cx="93675" cy="136150"/>
            </a:xfrm>
            <a:custGeom>
              <a:avLst/>
              <a:gdLst/>
              <a:ahLst/>
              <a:cxnLst/>
              <a:rect l="l" t="t" r="r" b="b"/>
              <a:pathLst>
                <a:path w="3747" h="5446" extrusionOk="0">
                  <a:moveTo>
                    <a:pt x="3515" y="0"/>
                  </a:moveTo>
                  <a:lnTo>
                    <a:pt x="3437" y="39"/>
                  </a:lnTo>
                  <a:lnTo>
                    <a:pt x="3360" y="78"/>
                  </a:lnTo>
                  <a:lnTo>
                    <a:pt x="3283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88" y="773"/>
                  </a:lnTo>
                  <a:lnTo>
                    <a:pt x="2356" y="1004"/>
                  </a:lnTo>
                  <a:lnTo>
                    <a:pt x="2086" y="1236"/>
                  </a:lnTo>
                  <a:lnTo>
                    <a:pt x="1777" y="1468"/>
                  </a:lnTo>
                  <a:lnTo>
                    <a:pt x="1159" y="1815"/>
                  </a:lnTo>
                  <a:lnTo>
                    <a:pt x="1120" y="1892"/>
                  </a:lnTo>
                  <a:lnTo>
                    <a:pt x="1082" y="1970"/>
                  </a:lnTo>
                  <a:lnTo>
                    <a:pt x="1082" y="2047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927" y="2124"/>
                  </a:lnTo>
                  <a:lnTo>
                    <a:pt x="850" y="2201"/>
                  </a:lnTo>
                  <a:lnTo>
                    <a:pt x="812" y="2279"/>
                  </a:lnTo>
                  <a:lnTo>
                    <a:pt x="812" y="2356"/>
                  </a:lnTo>
                  <a:lnTo>
                    <a:pt x="850" y="2433"/>
                  </a:lnTo>
                  <a:lnTo>
                    <a:pt x="889" y="2510"/>
                  </a:lnTo>
                  <a:lnTo>
                    <a:pt x="1005" y="2549"/>
                  </a:lnTo>
                  <a:lnTo>
                    <a:pt x="1236" y="2626"/>
                  </a:lnTo>
                  <a:lnTo>
                    <a:pt x="1468" y="2703"/>
                  </a:lnTo>
                  <a:lnTo>
                    <a:pt x="1661" y="2858"/>
                  </a:lnTo>
                  <a:lnTo>
                    <a:pt x="1854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63" y="3669"/>
                  </a:lnTo>
                  <a:lnTo>
                    <a:pt x="2163" y="3900"/>
                  </a:lnTo>
                  <a:lnTo>
                    <a:pt x="2124" y="4132"/>
                  </a:lnTo>
                  <a:lnTo>
                    <a:pt x="2047" y="4364"/>
                  </a:lnTo>
                  <a:lnTo>
                    <a:pt x="1931" y="4557"/>
                  </a:lnTo>
                  <a:lnTo>
                    <a:pt x="1777" y="4711"/>
                  </a:lnTo>
                  <a:lnTo>
                    <a:pt x="1584" y="4866"/>
                  </a:lnTo>
                  <a:lnTo>
                    <a:pt x="1352" y="4943"/>
                  </a:lnTo>
                  <a:lnTo>
                    <a:pt x="1236" y="4982"/>
                  </a:lnTo>
                  <a:lnTo>
                    <a:pt x="1120" y="4982"/>
                  </a:lnTo>
                  <a:lnTo>
                    <a:pt x="927" y="4904"/>
                  </a:lnTo>
                  <a:lnTo>
                    <a:pt x="773" y="4789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73" y="4287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1005" y="4132"/>
                  </a:lnTo>
                  <a:lnTo>
                    <a:pt x="1120" y="4094"/>
                  </a:lnTo>
                  <a:lnTo>
                    <a:pt x="1275" y="4055"/>
                  </a:lnTo>
                  <a:lnTo>
                    <a:pt x="1352" y="3939"/>
                  </a:lnTo>
                  <a:lnTo>
                    <a:pt x="1314" y="3823"/>
                  </a:lnTo>
                  <a:lnTo>
                    <a:pt x="1314" y="3746"/>
                  </a:lnTo>
                  <a:lnTo>
                    <a:pt x="1236" y="3669"/>
                  </a:lnTo>
                  <a:lnTo>
                    <a:pt x="155" y="2935"/>
                  </a:lnTo>
                  <a:lnTo>
                    <a:pt x="1" y="3321"/>
                  </a:lnTo>
                  <a:lnTo>
                    <a:pt x="657" y="3785"/>
                  </a:lnTo>
                  <a:lnTo>
                    <a:pt x="541" y="3900"/>
                  </a:lnTo>
                  <a:lnTo>
                    <a:pt x="425" y="4016"/>
                  </a:lnTo>
                  <a:lnTo>
                    <a:pt x="310" y="4132"/>
                  </a:lnTo>
                  <a:lnTo>
                    <a:pt x="271" y="4248"/>
                  </a:lnTo>
                  <a:lnTo>
                    <a:pt x="232" y="4402"/>
                  </a:lnTo>
                  <a:lnTo>
                    <a:pt x="194" y="4557"/>
                  </a:lnTo>
                  <a:lnTo>
                    <a:pt x="232" y="4750"/>
                  </a:lnTo>
                  <a:lnTo>
                    <a:pt x="271" y="4904"/>
                  </a:lnTo>
                  <a:lnTo>
                    <a:pt x="425" y="5136"/>
                  </a:lnTo>
                  <a:lnTo>
                    <a:pt x="580" y="5291"/>
                  </a:lnTo>
                  <a:lnTo>
                    <a:pt x="773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29" y="5406"/>
                  </a:lnTo>
                  <a:lnTo>
                    <a:pt x="1661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79" y="4866"/>
                  </a:lnTo>
                  <a:lnTo>
                    <a:pt x="2433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626" y="3978"/>
                  </a:lnTo>
                  <a:lnTo>
                    <a:pt x="2626" y="3746"/>
                  </a:lnTo>
                  <a:lnTo>
                    <a:pt x="2588" y="3514"/>
                  </a:lnTo>
                  <a:lnTo>
                    <a:pt x="2511" y="3283"/>
                  </a:lnTo>
                  <a:lnTo>
                    <a:pt x="2395" y="3090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70" y="2510"/>
                  </a:lnTo>
                  <a:lnTo>
                    <a:pt x="1777" y="2356"/>
                  </a:lnTo>
                  <a:lnTo>
                    <a:pt x="1545" y="2240"/>
                  </a:lnTo>
                  <a:lnTo>
                    <a:pt x="1314" y="2124"/>
                  </a:lnTo>
                  <a:lnTo>
                    <a:pt x="1661" y="2008"/>
                  </a:lnTo>
                  <a:lnTo>
                    <a:pt x="1970" y="1854"/>
                  </a:lnTo>
                  <a:lnTo>
                    <a:pt x="2279" y="1661"/>
                  </a:lnTo>
                  <a:lnTo>
                    <a:pt x="2588" y="1429"/>
                  </a:lnTo>
                  <a:lnTo>
                    <a:pt x="2858" y="1236"/>
                  </a:lnTo>
                  <a:lnTo>
                    <a:pt x="3128" y="966"/>
                  </a:lnTo>
                  <a:lnTo>
                    <a:pt x="3360" y="695"/>
                  </a:lnTo>
                  <a:lnTo>
                    <a:pt x="3476" y="541"/>
                  </a:lnTo>
                  <a:lnTo>
                    <a:pt x="3553" y="387"/>
                  </a:lnTo>
                  <a:lnTo>
                    <a:pt x="3746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18"/>
            <p:cNvSpPr/>
            <p:nvPr/>
          </p:nvSpPr>
          <p:spPr>
            <a:xfrm>
              <a:off x="2264425" y="357522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8"/>
                  </a:lnTo>
                  <a:lnTo>
                    <a:pt x="3939" y="4248"/>
                  </a:lnTo>
                  <a:lnTo>
                    <a:pt x="4017" y="5407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917"/>
                  </a:lnTo>
                  <a:lnTo>
                    <a:pt x="3901" y="8534"/>
                  </a:lnTo>
                  <a:lnTo>
                    <a:pt x="3746" y="9152"/>
                  </a:lnTo>
                  <a:lnTo>
                    <a:pt x="3515" y="9732"/>
                  </a:lnTo>
                  <a:lnTo>
                    <a:pt x="3244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93"/>
                  </a:lnTo>
                  <a:lnTo>
                    <a:pt x="773" y="9384"/>
                  </a:lnTo>
                  <a:lnTo>
                    <a:pt x="696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618" y="2742"/>
                  </a:lnTo>
                  <a:lnTo>
                    <a:pt x="1391" y="2395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39"/>
                  </a:lnTo>
                  <a:lnTo>
                    <a:pt x="3476" y="310"/>
                  </a:lnTo>
                  <a:lnTo>
                    <a:pt x="3051" y="657"/>
                  </a:lnTo>
                  <a:lnTo>
                    <a:pt x="2626" y="966"/>
                  </a:lnTo>
                  <a:lnTo>
                    <a:pt x="2202" y="1313"/>
                  </a:lnTo>
                  <a:lnTo>
                    <a:pt x="1314" y="1893"/>
                  </a:lnTo>
                  <a:lnTo>
                    <a:pt x="425" y="2472"/>
                  </a:lnTo>
                  <a:lnTo>
                    <a:pt x="348" y="2549"/>
                  </a:lnTo>
                  <a:lnTo>
                    <a:pt x="348" y="2626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3"/>
                  </a:lnTo>
                  <a:lnTo>
                    <a:pt x="155" y="4866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4"/>
                  </a:lnTo>
                  <a:lnTo>
                    <a:pt x="1391" y="11199"/>
                  </a:lnTo>
                  <a:lnTo>
                    <a:pt x="1622" y="11315"/>
                  </a:lnTo>
                  <a:lnTo>
                    <a:pt x="1816" y="11392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53"/>
                  </a:lnTo>
                  <a:lnTo>
                    <a:pt x="3051" y="11237"/>
                  </a:lnTo>
                  <a:lnTo>
                    <a:pt x="3283" y="11044"/>
                  </a:lnTo>
                  <a:lnTo>
                    <a:pt x="3476" y="10890"/>
                  </a:lnTo>
                  <a:lnTo>
                    <a:pt x="3669" y="10658"/>
                  </a:lnTo>
                  <a:lnTo>
                    <a:pt x="3823" y="10388"/>
                  </a:lnTo>
                  <a:lnTo>
                    <a:pt x="3978" y="10156"/>
                  </a:lnTo>
                  <a:lnTo>
                    <a:pt x="4171" y="9538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222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57" y="4982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1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39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18"/>
            <p:cNvSpPr/>
            <p:nvPr/>
          </p:nvSpPr>
          <p:spPr>
            <a:xfrm>
              <a:off x="4033950" y="35897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18"/>
            <p:cNvSpPr/>
            <p:nvPr/>
          </p:nvSpPr>
          <p:spPr>
            <a:xfrm>
              <a:off x="3935475" y="3595500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426" y="1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40" y="78"/>
                  </a:lnTo>
                  <a:lnTo>
                    <a:pt x="1" y="194"/>
                  </a:lnTo>
                  <a:lnTo>
                    <a:pt x="40" y="271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1"/>
                  </a:lnTo>
                  <a:lnTo>
                    <a:pt x="850" y="194"/>
                  </a:lnTo>
                  <a:lnTo>
                    <a:pt x="812" y="78"/>
                  </a:lnTo>
                  <a:lnTo>
                    <a:pt x="73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18"/>
            <p:cNvSpPr/>
            <p:nvPr/>
          </p:nvSpPr>
          <p:spPr>
            <a:xfrm>
              <a:off x="6924275" y="3599350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4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4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1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6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18"/>
            <p:cNvSpPr/>
            <p:nvPr/>
          </p:nvSpPr>
          <p:spPr>
            <a:xfrm>
              <a:off x="2208425" y="362157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4" y="386"/>
                  </a:moveTo>
                  <a:lnTo>
                    <a:pt x="1121" y="425"/>
                  </a:lnTo>
                  <a:lnTo>
                    <a:pt x="1198" y="463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9" y="1274"/>
                  </a:lnTo>
                  <a:lnTo>
                    <a:pt x="696" y="1236"/>
                  </a:lnTo>
                  <a:lnTo>
                    <a:pt x="542" y="1159"/>
                  </a:lnTo>
                  <a:lnTo>
                    <a:pt x="464" y="1081"/>
                  </a:lnTo>
                  <a:lnTo>
                    <a:pt x="426" y="965"/>
                  </a:lnTo>
                  <a:lnTo>
                    <a:pt x="387" y="888"/>
                  </a:lnTo>
                  <a:lnTo>
                    <a:pt x="387" y="772"/>
                  </a:lnTo>
                  <a:lnTo>
                    <a:pt x="426" y="579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850" y="0"/>
                  </a:moveTo>
                  <a:lnTo>
                    <a:pt x="735" y="39"/>
                  </a:lnTo>
                  <a:lnTo>
                    <a:pt x="619" y="77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79"/>
                  </a:lnTo>
                  <a:lnTo>
                    <a:pt x="40" y="734"/>
                  </a:lnTo>
                  <a:lnTo>
                    <a:pt x="1" y="888"/>
                  </a:lnTo>
                  <a:lnTo>
                    <a:pt x="40" y="1043"/>
                  </a:lnTo>
                  <a:lnTo>
                    <a:pt x="78" y="1197"/>
                  </a:lnTo>
                  <a:lnTo>
                    <a:pt x="194" y="1352"/>
                  </a:lnTo>
                  <a:lnTo>
                    <a:pt x="310" y="1467"/>
                  </a:lnTo>
                  <a:lnTo>
                    <a:pt x="464" y="1583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18"/>
            <p:cNvSpPr/>
            <p:nvPr/>
          </p:nvSpPr>
          <p:spPr>
            <a:xfrm>
              <a:off x="4431675" y="3622525"/>
              <a:ext cx="174775" cy="292525"/>
            </a:xfrm>
            <a:custGeom>
              <a:avLst/>
              <a:gdLst/>
              <a:ahLst/>
              <a:cxnLst/>
              <a:rect l="l" t="t" r="r" b="b"/>
              <a:pathLst>
                <a:path w="6991" h="11701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5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3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8"/>
                  </a:lnTo>
                  <a:lnTo>
                    <a:pt x="6411" y="5638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2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18"/>
            <p:cNvSpPr/>
            <p:nvPr/>
          </p:nvSpPr>
          <p:spPr>
            <a:xfrm>
              <a:off x="3827375" y="36360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3" y="2665"/>
                  </a:lnTo>
                  <a:lnTo>
                    <a:pt x="2780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6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5" y="2896"/>
                  </a:lnTo>
                  <a:lnTo>
                    <a:pt x="772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0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3" y="3707"/>
                  </a:lnTo>
                  <a:lnTo>
                    <a:pt x="1969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5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8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18"/>
            <p:cNvSpPr/>
            <p:nvPr/>
          </p:nvSpPr>
          <p:spPr>
            <a:xfrm>
              <a:off x="2802150" y="36428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1"/>
                  </a:moveTo>
                  <a:lnTo>
                    <a:pt x="12434" y="39"/>
                  </a:lnTo>
                  <a:lnTo>
                    <a:pt x="12357" y="78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9"/>
                  </a:lnTo>
                  <a:lnTo>
                    <a:pt x="12164" y="1043"/>
                  </a:lnTo>
                  <a:lnTo>
                    <a:pt x="12009" y="1198"/>
                  </a:lnTo>
                  <a:lnTo>
                    <a:pt x="11855" y="1314"/>
                  </a:lnTo>
                  <a:lnTo>
                    <a:pt x="11430" y="1545"/>
                  </a:lnTo>
                  <a:lnTo>
                    <a:pt x="11005" y="1700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3" y="2086"/>
                  </a:lnTo>
                  <a:lnTo>
                    <a:pt x="9345" y="2009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1"/>
                  </a:lnTo>
                  <a:lnTo>
                    <a:pt x="8611" y="1700"/>
                  </a:lnTo>
                  <a:lnTo>
                    <a:pt x="8804" y="2009"/>
                  </a:lnTo>
                  <a:lnTo>
                    <a:pt x="8997" y="2279"/>
                  </a:lnTo>
                  <a:lnTo>
                    <a:pt x="7839" y="2588"/>
                  </a:lnTo>
                  <a:lnTo>
                    <a:pt x="6719" y="2820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8" y="3283"/>
                  </a:lnTo>
                  <a:lnTo>
                    <a:pt x="3746" y="2935"/>
                  </a:lnTo>
                  <a:lnTo>
                    <a:pt x="3784" y="2588"/>
                  </a:lnTo>
                  <a:lnTo>
                    <a:pt x="3707" y="2240"/>
                  </a:lnTo>
                  <a:lnTo>
                    <a:pt x="3630" y="1893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8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9"/>
                  </a:lnTo>
                  <a:lnTo>
                    <a:pt x="1815" y="3437"/>
                  </a:lnTo>
                  <a:lnTo>
                    <a:pt x="1352" y="3399"/>
                  </a:lnTo>
                  <a:lnTo>
                    <a:pt x="965" y="3360"/>
                  </a:lnTo>
                  <a:lnTo>
                    <a:pt x="772" y="3283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4"/>
                  </a:lnTo>
                  <a:lnTo>
                    <a:pt x="309" y="2665"/>
                  </a:lnTo>
                  <a:lnTo>
                    <a:pt x="232" y="2588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4"/>
                  </a:lnTo>
                  <a:lnTo>
                    <a:pt x="0" y="2858"/>
                  </a:lnTo>
                  <a:lnTo>
                    <a:pt x="0" y="3013"/>
                  </a:lnTo>
                  <a:lnTo>
                    <a:pt x="0" y="3167"/>
                  </a:lnTo>
                  <a:lnTo>
                    <a:pt x="39" y="3283"/>
                  </a:lnTo>
                  <a:lnTo>
                    <a:pt x="116" y="3399"/>
                  </a:lnTo>
                  <a:lnTo>
                    <a:pt x="193" y="3515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1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1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3"/>
                  </a:lnTo>
                  <a:lnTo>
                    <a:pt x="12048" y="1700"/>
                  </a:lnTo>
                  <a:lnTo>
                    <a:pt x="12357" y="1507"/>
                  </a:lnTo>
                  <a:lnTo>
                    <a:pt x="12627" y="1236"/>
                  </a:lnTo>
                  <a:lnTo>
                    <a:pt x="12704" y="1082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80"/>
                  </a:lnTo>
                  <a:lnTo>
                    <a:pt x="12820" y="387"/>
                  </a:lnTo>
                  <a:lnTo>
                    <a:pt x="12743" y="155"/>
                  </a:lnTo>
                  <a:lnTo>
                    <a:pt x="12704" y="78"/>
                  </a:lnTo>
                  <a:lnTo>
                    <a:pt x="12627" y="39"/>
                  </a:lnTo>
                  <a:lnTo>
                    <a:pt x="125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18"/>
            <p:cNvSpPr/>
            <p:nvPr/>
          </p:nvSpPr>
          <p:spPr>
            <a:xfrm>
              <a:off x="2017300" y="364860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271" y="0"/>
                  </a:moveTo>
                  <a:lnTo>
                    <a:pt x="155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39" y="386"/>
                  </a:lnTo>
                  <a:lnTo>
                    <a:pt x="348" y="888"/>
                  </a:lnTo>
                  <a:lnTo>
                    <a:pt x="657" y="1390"/>
                  </a:lnTo>
                  <a:lnTo>
                    <a:pt x="1043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205"/>
                  </a:lnTo>
                  <a:lnTo>
                    <a:pt x="2703" y="3553"/>
                  </a:lnTo>
                  <a:lnTo>
                    <a:pt x="3205" y="3900"/>
                  </a:lnTo>
                  <a:lnTo>
                    <a:pt x="3553" y="3746"/>
                  </a:lnTo>
                  <a:lnTo>
                    <a:pt x="2780" y="3012"/>
                  </a:lnTo>
                  <a:lnTo>
                    <a:pt x="2047" y="2240"/>
                  </a:lnTo>
                  <a:lnTo>
                    <a:pt x="1352" y="1429"/>
                  </a:lnTo>
                  <a:lnTo>
                    <a:pt x="1043" y="1004"/>
                  </a:lnTo>
                  <a:lnTo>
                    <a:pt x="734" y="541"/>
                  </a:lnTo>
                  <a:lnTo>
                    <a:pt x="1622" y="695"/>
                  </a:lnTo>
                  <a:lnTo>
                    <a:pt x="2510" y="888"/>
                  </a:lnTo>
                  <a:lnTo>
                    <a:pt x="3012" y="1043"/>
                  </a:lnTo>
                  <a:lnTo>
                    <a:pt x="3514" y="1197"/>
                  </a:lnTo>
                  <a:lnTo>
                    <a:pt x="4016" y="1390"/>
                  </a:lnTo>
                  <a:lnTo>
                    <a:pt x="4518" y="1506"/>
                  </a:lnTo>
                  <a:lnTo>
                    <a:pt x="4595" y="1506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84"/>
                  </a:lnTo>
                  <a:lnTo>
                    <a:pt x="4904" y="1506"/>
                  </a:lnTo>
                  <a:lnTo>
                    <a:pt x="4982" y="1429"/>
                  </a:lnTo>
                  <a:lnTo>
                    <a:pt x="4634" y="1159"/>
                  </a:lnTo>
                  <a:lnTo>
                    <a:pt x="4171" y="888"/>
                  </a:lnTo>
                  <a:lnTo>
                    <a:pt x="3630" y="657"/>
                  </a:lnTo>
                  <a:lnTo>
                    <a:pt x="3089" y="464"/>
                  </a:lnTo>
                  <a:lnTo>
                    <a:pt x="2510" y="309"/>
                  </a:lnTo>
                  <a:lnTo>
                    <a:pt x="1931" y="193"/>
                  </a:lnTo>
                  <a:lnTo>
                    <a:pt x="1352" y="116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18"/>
            <p:cNvSpPr/>
            <p:nvPr/>
          </p:nvSpPr>
          <p:spPr>
            <a:xfrm>
              <a:off x="1564525" y="3658250"/>
              <a:ext cx="248125" cy="295425"/>
            </a:xfrm>
            <a:custGeom>
              <a:avLst/>
              <a:gdLst/>
              <a:ahLst/>
              <a:cxnLst/>
              <a:rect l="l" t="t" r="r" b="b"/>
              <a:pathLst>
                <a:path w="9925" h="11817" extrusionOk="0">
                  <a:moveTo>
                    <a:pt x="3785" y="850"/>
                  </a:moveTo>
                  <a:lnTo>
                    <a:pt x="4326" y="2279"/>
                  </a:lnTo>
                  <a:lnTo>
                    <a:pt x="4944" y="3746"/>
                  </a:lnTo>
                  <a:lnTo>
                    <a:pt x="6179" y="6565"/>
                  </a:lnTo>
                  <a:lnTo>
                    <a:pt x="3322" y="7492"/>
                  </a:lnTo>
                  <a:lnTo>
                    <a:pt x="1893" y="7955"/>
                  </a:lnTo>
                  <a:lnTo>
                    <a:pt x="464" y="8457"/>
                  </a:lnTo>
                  <a:lnTo>
                    <a:pt x="464" y="8457"/>
                  </a:lnTo>
                  <a:lnTo>
                    <a:pt x="1043" y="7569"/>
                  </a:lnTo>
                  <a:lnTo>
                    <a:pt x="1507" y="6604"/>
                  </a:lnTo>
                  <a:lnTo>
                    <a:pt x="1970" y="5638"/>
                  </a:lnTo>
                  <a:lnTo>
                    <a:pt x="2395" y="4673"/>
                  </a:lnTo>
                  <a:lnTo>
                    <a:pt x="2781" y="3746"/>
                  </a:lnTo>
                  <a:lnTo>
                    <a:pt x="3167" y="2781"/>
                  </a:lnTo>
                  <a:lnTo>
                    <a:pt x="3476" y="1815"/>
                  </a:lnTo>
                  <a:lnTo>
                    <a:pt x="3785" y="850"/>
                  </a:lnTo>
                  <a:close/>
                  <a:moveTo>
                    <a:pt x="3824" y="0"/>
                  </a:moveTo>
                  <a:lnTo>
                    <a:pt x="3746" y="39"/>
                  </a:lnTo>
                  <a:lnTo>
                    <a:pt x="3708" y="78"/>
                  </a:lnTo>
                  <a:lnTo>
                    <a:pt x="3592" y="116"/>
                  </a:lnTo>
                  <a:lnTo>
                    <a:pt x="3553" y="194"/>
                  </a:lnTo>
                  <a:lnTo>
                    <a:pt x="2820" y="2395"/>
                  </a:lnTo>
                  <a:lnTo>
                    <a:pt x="2434" y="3476"/>
                  </a:lnTo>
                  <a:lnTo>
                    <a:pt x="2009" y="4518"/>
                  </a:lnTo>
                  <a:lnTo>
                    <a:pt x="1545" y="5561"/>
                  </a:lnTo>
                  <a:lnTo>
                    <a:pt x="1043" y="6604"/>
                  </a:lnTo>
                  <a:lnTo>
                    <a:pt x="503" y="7608"/>
                  </a:lnTo>
                  <a:lnTo>
                    <a:pt x="39" y="8650"/>
                  </a:lnTo>
                  <a:lnTo>
                    <a:pt x="1" y="8689"/>
                  </a:lnTo>
                  <a:lnTo>
                    <a:pt x="39" y="8766"/>
                  </a:lnTo>
                  <a:lnTo>
                    <a:pt x="117" y="8805"/>
                  </a:lnTo>
                  <a:lnTo>
                    <a:pt x="117" y="8843"/>
                  </a:lnTo>
                  <a:lnTo>
                    <a:pt x="117" y="8920"/>
                  </a:lnTo>
                  <a:lnTo>
                    <a:pt x="155" y="8998"/>
                  </a:lnTo>
                  <a:lnTo>
                    <a:pt x="310" y="9114"/>
                  </a:lnTo>
                  <a:lnTo>
                    <a:pt x="464" y="8882"/>
                  </a:lnTo>
                  <a:lnTo>
                    <a:pt x="1970" y="8457"/>
                  </a:lnTo>
                  <a:lnTo>
                    <a:pt x="3438" y="7994"/>
                  </a:lnTo>
                  <a:lnTo>
                    <a:pt x="6372" y="7028"/>
                  </a:lnTo>
                  <a:lnTo>
                    <a:pt x="7106" y="8689"/>
                  </a:lnTo>
                  <a:lnTo>
                    <a:pt x="8303" y="11817"/>
                  </a:lnTo>
                  <a:lnTo>
                    <a:pt x="8689" y="11662"/>
                  </a:lnTo>
                  <a:lnTo>
                    <a:pt x="7531" y="8689"/>
                  </a:lnTo>
                  <a:lnTo>
                    <a:pt x="6797" y="6874"/>
                  </a:lnTo>
                  <a:lnTo>
                    <a:pt x="8380" y="6333"/>
                  </a:lnTo>
                  <a:lnTo>
                    <a:pt x="9925" y="5754"/>
                  </a:lnTo>
                  <a:lnTo>
                    <a:pt x="9770" y="5329"/>
                  </a:lnTo>
                  <a:lnTo>
                    <a:pt x="8187" y="5909"/>
                  </a:lnTo>
                  <a:lnTo>
                    <a:pt x="6643" y="6449"/>
                  </a:lnTo>
                  <a:lnTo>
                    <a:pt x="6025" y="4905"/>
                  </a:lnTo>
                  <a:lnTo>
                    <a:pt x="5407" y="3360"/>
                  </a:lnTo>
                  <a:lnTo>
                    <a:pt x="4712" y="1854"/>
                  </a:lnTo>
                  <a:lnTo>
                    <a:pt x="3978" y="348"/>
                  </a:lnTo>
                  <a:lnTo>
                    <a:pt x="4055" y="78"/>
                  </a:lnTo>
                  <a:lnTo>
                    <a:pt x="3862" y="39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18"/>
            <p:cNvSpPr/>
            <p:nvPr/>
          </p:nvSpPr>
          <p:spPr>
            <a:xfrm>
              <a:off x="1663975" y="3660175"/>
              <a:ext cx="229775" cy="419975"/>
            </a:xfrm>
            <a:custGeom>
              <a:avLst/>
              <a:gdLst/>
              <a:ahLst/>
              <a:cxnLst/>
              <a:rect l="l" t="t" r="r" b="b"/>
              <a:pathLst>
                <a:path w="9191" h="16799" extrusionOk="0">
                  <a:moveTo>
                    <a:pt x="77" y="1"/>
                  </a:moveTo>
                  <a:lnTo>
                    <a:pt x="0" y="271"/>
                  </a:lnTo>
                  <a:lnTo>
                    <a:pt x="2124" y="1275"/>
                  </a:lnTo>
                  <a:lnTo>
                    <a:pt x="4286" y="2240"/>
                  </a:lnTo>
                  <a:lnTo>
                    <a:pt x="5290" y="2742"/>
                  </a:lnTo>
                  <a:lnTo>
                    <a:pt x="6294" y="3244"/>
                  </a:lnTo>
                  <a:lnTo>
                    <a:pt x="7298" y="3746"/>
                  </a:lnTo>
                  <a:lnTo>
                    <a:pt x="8302" y="4248"/>
                  </a:lnTo>
                  <a:lnTo>
                    <a:pt x="7028" y="4750"/>
                  </a:lnTo>
                  <a:lnTo>
                    <a:pt x="5792" y="5252"/>
                  </a:lnTo>
                  <a:lnTo>
                    <a:pt x="5947" y="5677"/>
                  </a:lnTo>
                  <a:lnTo>
                    <a:pt x="7298" y="5175"/>
                  </a:lnTo>
                  <a:lnTo>
                    <a:pt x="7955" y="4905"/>
                  </a:lnTo>
                  <a:lnTo>
                    <a:pt x="8611" y="4596"/>
                  </a:lnTo>
                  <a:lnTo>
                    <a:pt x="8457" y="5136"/>
                  </a:lnTo>
                  <a:lnTo>
                    <a:pt x="8341" y="5638"/>
                  </a:lnTo>
                  <a:lnTo>
                    <a:pt x="8148" y="6681"/>
                  </a:lnTo>
                  <a:lnTo>
                    <a:pt x="7839" y="8380"/>
                  </a:lnTo>
                  <a:lnTo>
                    <a:pt x="7569" y="10041"/>
                  </a:lnTo>
                  <a:lnTo>
                    <a:pt x="7028" y="13361"/>
                  </a:lnTo>
                  <a:lnTo>
                    <a:pt x="6796" y="15060"/>
                  </a:lnTo>
                  <a:lnTo>
                    <a:pt x="6681" y="15871"/>
                  </a:lnTo>
                  <a:lnTo>
                    <a:pt x="6642" y="16721"/>
                  </a:lnTo>
                  <a:lnTo>
                    <a:pt x="6989" y="16798"/>
                  </a:lnTo>
                  <a:lnTo>
                    <a:pt x="7298" y="15215"/>
                  </a:lnTo>
                  <a:lnTo>
                    <a:pt x="7530" y="13593"/>
                  </a:lnTo>
                  <a:lnTo>
                    <a:pt x="7723" y="12010"/>
                  </a:lnTo>
                  <a:lnTo>
                    <a:pt x="7955" y="10427"/>
                  </a:lnTo>
                  <a:lnTo>
                    <a:pt x="8225" y="8805"/>
                  </a:lnTo>
                  <a:lnTo>
                    <a:pt x="8495" y="7183"/>
                  </a:lnTo>
                  <a:lnTo>
                    <a:pt x="8689" y="6488"/>
                  </a:lnTo>
                  <a:lnTo>
                    <a:pt x="8882" y="5793"/>
                  </a:lnTo>
                  <a:lnTo>
                    <a:pt x="9036" y="5059"/>
                  </a:lnTo>
                  <a:lnTo>
                    <a:pt x="9152" y="4364"/>
                  </a:lnTo>
                  <a:lnTo>
                    <a:pt x="9152" y="4287"/>
                  </a:lnTo>
                  <a:lnTo>
                    <a:pt x="9190" y="4210"/>
                  </a:lnTo>
                  <a:lnTo>
                    <a:pt x="9113" y="4094"/>
                  </a:lnTo>
                  <a:lnTo>
                    <a:pt x="9036" y="4017"/>
                  </a:lnTo>
                  <a:lnTo>
                    <a:pt x="8920" y="4017"/>
                  </a:lnTo>
                  <a:lnTo>
                    <a:pt x="8882" y="4055"/>
                  </a:lnTo>
                  <a:lnTo>
                    <a:pt x="7839" y="3437"/>
                  </a:lnTo>
                  <a:lnTo>
                    <a:pt x="6758" y="2897"/>
                  </a:lnTo>
                  <a:lnTo>
                    <a:pt x="4595" y="1893"/>
                  </a:lnTo>
                  <a:lnTo>
                    <a:pt x="2356" y="927"/>
                  </a:lnTo>
                  <a:lnTo>
                    <a:pt x="1236" y="464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18"/>
            <p:cNvSpPr/>
            <p:nvPr/>
          </p:nvSpPr>
          <p:spPr>
            <a:xfrm>
              <a:off x="406075" y="3667900"/>
              <a:ext cx="458600" cy="289650"/>
            </a:xfrm>
            <a:custGeom>
              <a:avLst/>
              <a:gdLst/>
              <a:ahLst/>
              <a:cxnLst/>
              <a:rect l="l" t="t" r="r" b="b"/>
              <a:pathLst>
                <a:path w="18344" h="11586" extrusionOk="0">
                  <a:moveTo>
                    <a:pt x="17069" y="387"/>
                  </a:moveTo>
                  <a:lnTo>
                    <a:pt x="17146" y="425"/>
                  </a:lnTo>
                  <a:lnTo>
                    <a:pt x="17223" y="503"/>
                  </a:lnTo>
                  <a:lnTo>
                    <a:pt x="17300" y="734"/>
                  </a:lnTo>
                  <a:lnTo>
                    <a:pt x="17378" y="927"/>
                  </a:lnTo>
                  <a:lnTo>
                    <a:pt x="17378" y="1120"/>
                  </a:lnTo>
                  <a:lnTo>
                    <a:pt x="17339" y="1314"/>
                  </a:lnTo>
                  <a:lnTo>
                    <a:pt x="17223" y="1545"/>
                  </a:lnTo>
                  <a:lnTo>
                    <a:pt x="16953" y="1893"/>
                  </a:lnTo>
                  <a:lnTo>
                    <a:pt x="16721" y="2124"/>
                  </a:lnTo>
                  <a:lnTo>
                    <a:pt x="16451" y="2356"/>
                  </a:lnTo>
                  <a:lnTo>
                    <a:pt x="16181" y="2549"/>
                  </a:lnTo>
                  <a:lnTo>
                    <a:pt x="15872" y="2665"/>
                  </a:lnTo>
                  <a:lnTo>
                    <a:pt x="15872" y="2086"/>
                  </a:lnTo>
                  <a:lnTo>
                    <a:pt x="15910" y="1777"/>
                  </a:lnTo>
                  <a:lnTo>
                    <a:pt x="15949" y="1468"/>
                  </a:lnTo>
                  <a:lnTo>
                    <a:pt x="16026" y="1198"/>
                  </a:lnTo>
                  <a:lnTo>
                    <a:pt x="16181" y="927"/>
                  </a:lnTo>
                  <a:lnTo>
                    <a:pt x="16335" y="696"/>
                  </a:lnTo>
                  <a:lnTo>
                    <a:pt x="16605" y="503"/>
                  </a:lnTo>
                  <a:lnTo>
                    <a:pt x="16837" y="425"/>
                  </a:lnTo>
                  <a:lnTo>
                    <a:pt x="16992" y="387"/>
                  </a:lnTo>
                  <a:close/>
                  <a:moveTo>
                    <a:pt x="14597" y="2974"/>
                  </a:moveTo>
                  <a:lnTo>
                    <a:pt x="14868" y="3013"/>
                  </a:lnTo>
                  <a:lnTo>
                    <a:pt x="15138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6"/>
                  </a:lnTo>
                  <a:lnTo>
                    <a:pt x="14057" y="3862"/>
                  </a:lnTo>
                  <a:lnTo>
                    <a:pt x="13786" y="3939"/>
                  </a:lnTo>
                  <a:lnTo>
                    <a:pt x="13478" y="4017"/>
                  </a:lnTo>
                  <a:lnTo>
                    <a:pt x="13053" y="4017"/>
                  </a:lnTo>
                  <a:lnTo>
                    <a:pt x="12976" y="3939"/>
                  </a:lnTo>
                  <a:lnTo>
                    <a:pt x="12976" y="3862"/>
                  </a:lnTo>
                  <a:lnTo>
                    <a:pt x="12976" y="3708"/>
                  </a:lnTo>
                  <a:lnTo>
                    <a:pt x="13014" y="3476"/>
                  </a:lnTo>
                  <a:lnTo>
                    <a:pt x="13053" y="3360"/>
                  </a:lnTo>
                  <a:lnTo>
                    <a:pt x="13207" y="3244"/>
                  </a:lnTo>
                  <a:lnTo>
                    <a:pt x="13400" y="3167"/>
                  </a:lnTo>
                  <a:lnTo>
                    <a:pt x="13709" y="3051"/>
                  </a:lnTo>
                  <a:lnTo>
                    <a:pt x="14018" y="3013"/>
                  </a:lnTo>
                  <a:lnTo>
                    <a:pt x="14327" y="2974"/>
                  </a:lnTo>
                  <a:close/>
                  <a:moveTo>
                    <a:pt x="15679" y="3283"/>
                  </a:moveTo>
                  <a:lnTo>
                    <a:pt x="16335" y="3476"/>
                  </a:lnTo>
                  <a:lnTo>
                    <a:pt x="16644" y="3553"/>
                  </a:lnTo>
                  <a:lnTo>
                    <a:pt x="16992" y="3669"/>
                  </a:lnTo>
                  <a:lnTo>
                    <a:pt x="17262" y="3823"/>
                  </a:lnTo>
                  <a:lnTo>
                    <a:pt x="17532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80" y="4596"/>
                  </a:lnTo>
                  <a:lnTo>
                    <a:pt x="17918" y="4789"/>
                  </a:lnTo>
                  <a:lnTo>
                    <a:pt x="17880" y="4943"/>
                  </a:lnTo>
                  <a:lnTo>
                    <a:pt x="17802" y="5059"/>
                  </a:lnTo>
                  <a:lnTo>
                    <a:pt x="17648" y="5136"/>
                  </a:lnTo>
                  <a:lnTo>
                    <a:pt x="17494" y="5175"/>
                  </a:lnTo>
                  <a:lnTo>
                    <a:pt x="17339" y="5175"/>
                  </a:lnTo>
                  <a:lnTo>
                    <a:pt x="17146" y="5136"/>
                  </a:lnTo>
                  <a:lnTo>
                    <a:pt x="16992" y="5059"/>
                  </a:lnTo>
                  <a:lnTo>
                    <a:pt x="16644" y="4789"/>
                  </a:lnTo>
                  <a:lnTo>
                    <a:pt x="16374" y="4480"/>
                  </a:lnTo>
                  <a:lnTo>
                    <a:pt x="16181" y="4210"/>
                  </a:lnTo>
                  <a:lnTo>
                    <a:pt x="15988" y="3901"/>
                  </a:lnTo>
                  <a:lnTo>
                    <a:pt x="15833" y="3592"/>
                  </a:lnTo>
                  <a:lnTo>
                    <a:pt x="15679" y="3283"/>
                  </a:lnTo>
                  <a:close/>
                  <a:moveTo>
                    <a:pt x="4635" y="541"/>
                  </a:moveTo>
                  <a:lnTo>
                    <a:pt x="5253" y="580"/>
                  </a:lnTo>
                  <a:lnTo>
                    <a:pt x="5832" y="696"/>
                  </a:lnTo>
                  <a:lnTo>
                    <a:pt x="6411" y="850"/>
                  </a:lnTo>
                  <a:lnTo>
                    <a:pt x="6990" y="1120"/>
                  </a:lnTo>
                  <a:lnTo>
                    <a:pt x="7492" y="1429"/>
                  </a:lnTo>
                  <a:lnTo>
                    <a:pt x="7917" y="1738"/>
                  </a:lnTo>
                  <a:lnTo>
                    <a:pt x="8303" y="2086"/>
                  </a:lnTo>
                  <a:lnTo>
                    <a:pt x="8651" y="2472"/>
                  </a:lnTo>
                  <a:lnTo>
                    <a:pt x="8960" y="2858"/>
                  </a:lnTo>
                  <a:lnTo>
                    <a:pt x="9539" y="3669"/>
                  </a:lnTo>
                  <a:lnTo>
                    <a:pt x="10157" y="4480"/>
                  </a:lnTo>
                  <a:lnTo>
                    <a:pt x="10388" y="4827"/>
                  </a:lnTo>
                  <a:lnTo>
                    <a:pt x="10697" y="5136"/>
                  </a:lnTo>
                  <a:lnTo>
                    <a:pt x="11006" y="5445"/>
                  </a:lnTo>
                  <a:lnTo>
                    <a:pt x="11354" y="5677"/>
                  </a:lnTo>
                  <a:lnTo>
                    <a:pt x="11701" y="5870"/>
                  </a:lnTo>
                  <a:lnTo>
                    <a:pt x="12126" y="5986"/>
                  </a:lnTo>
                  <a:lnTo>
                    <a:pt x="12512" y="6025"/>
                  </a:lnTo>
                  <a:lnTo>
                    <a:pt x="12976" y="5986"/>
                  </a:lnTo>
                  <a:lnTo>
                    <a:pt x="13323" y="5870"/>
                  </a:lnTo>
                  <a:lnTo>
                    <a:pt x="13632" y="5754"/>
                  </a:lnTo>
                  <a:lnTo>
                    <a:pt x="13902" y="5600"/>
                  </a:lnTo>
                  <a:lnTo>
                    <a:pt x="14173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9" y="4712"/>
                  </a:lnTo>
                  <a:lnTo>
                    <a:pt x="14984" y="4441"/>
                  </a:lnTo>
                  <a:lnTo>
                    <a:pt x="14752" y="5252"/>
                  </a:lnTo>
                  <a:lnTo>
                    <a:pt x="14443" y="5986"/>
                  </a:lnTo>
                  <a:lnTo>
                    <a:pt x="14057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0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7" y="10272"/>
                  </a:lnTo>
                  <a:lnTo>
                    <a:pt x="9616" y="10465"/>
                  </a:lnTo>
                  <a:lnTo>
                    <a:pt x="9075" y="10658"/>
                  </a:lnTo>
                  <a:lnTo>
                    <a:pt x="8496" y="10774"/>
                  </a:lnTo>
                  <a:lnTo>
                    <a:pt x="7956" y="10890"/>
                  </a:lnTo>
                  <a:lnTo>
                    <a:pt x="7376" y="10929"/>
                  </a:lnTo>
                  <a:lnTo>
                    <a:pt x="6836" y="10929"/>
                  </a:lnTo>
                  <a:lnTo>
                    <a:pt x="6257" y="10890"/>
                  </a:lnTo>
                  <a:lnTo>
                    <a:pt x="5716" y="10774"/>
                  </a:lnTo>
                  <a:lnTo>
                    <a:pt x="5175" y="10620"/>
                  </a:lnTo>
                  <a:lnTo>
                    <a:pt x="4635" y="10465"/>
                  </a:lnTo>
                  <a:lnTo>
                    <a:pt x="4133" y="10195"/>
                  </a:lnTo>
                  <a:lnTo>
                    <a:pt x="3631" y="9925"/>
                  </a:lnTo>
                  <a:lnTo>
                    <a:pt x="3129" y="9577"/>
                  </a:lnTo>
                  <a:lnTo>
                    <a:pt x="2665" y="9191"/>
                  </a:lnTo>
                  <a:lnTo>
                    <a:pt x="2202" y="8766"/>
                  </a:lnTo>
                  <a:lnTo>
                    <a:pt x="1777" y="8303"/>
                  </a:lnTo>
                  <a:lnTo>
                    <a:pt x="1430" y="7801"/>
                  </a:lnTo>
                  <a:lnTo>
                    <a:pt x="1082" y="7260"/>
                  </a:lnTo>
                  <a:lnTo>
                    <a:pt x="812" y="6720"/>
                  </a:lnTo>
                  <a:lnTo>
                    <a:pt x="619" y="6140"/>
                  </a:lnTo>
                  <a:lnTo>
                    <a:pt x="464" y="5523"/>
                  </a:lnTo>
                  <a:lnTo>
                    <a:pt x="426" y="4905"/>
                  </a:lnTo>
                  <a:lnTo>
                    <a:pt x="464" y="4287"/>
                  </a:lnTo>
                  <a:lnTo>
                    <a:pt x="619" y="3708"/>
                  </a:lnTo>
                  <a:lnTo>
                    <a:pt x="812" y="3128"/>
                  </a:lnTo>
                  <a:lnTo>
                    <a:pt x="1121" y="2588"/>
                  </a:lnTo>
                  <a:lnTo>
                    <a:pt x="1468" y="2086"/>
                  </a:lnTo>
                  <a:lnTo>
                    <a:pt x="1893" y="1661"/>
                  </a:lnTo>
                  <a:lnTo>
                    <a:pt x="2356" y="1275"/>
                  </a:lnTo>
                  <a:lnTo>
                    <a:pt x="2897" y="1005"/>
                  </a:lnTo>
                  <a:lnTo>
                    <a:pt x="3476" y="773"/>
                  </a:lnTo>
                  <a:lnTo>
                    <a:pt x="4056" y="618"/>
                  </a:lnTo>
                  <a:lnTo>
                    <a:pt x="4635" y="541"/>
                  </a:lnTo>
                  <a:close/>
                  <a:moveTo>
                    <a:pt x="16876" y="1"/>
                  </a:moveTo>
                  <a:lnTo>
                    <a:pt x="16683" y="39"/>
                  </a:lnTo>
                  <a:lnTo>
                    <a:pt x="16451" y="155"/>
                  </a:lnTo>
                  <a:lnTo>
                    <a:pt x="16258" y="271"/>
                  </a:lnTo>
                  <a:lnTo>
                    <a:pt x="16103" y="425"/>
                  </a:lnTo>
                  <a:lnTo>
                    <a:pt x="15949" y="580"/>
                  </a:lnTo>
                  <a:lnTo>
                    <a:pt x="15833" y="773"/>
                  </a:lnTo>
                  <a:lnTo>
                    <a:pt x="15717" y="1005"/>
                  </a:lnTo>
                  <a:lnTo>
                    <a:pt x="15601" y="1236"/>
                  </a:lnTo>
                  <a:lnTo>
                    <a:pt x="15486" y="1738"/>
                  </a:lnTo>
                  <a:lnTo>
                    <a:pt x="15447" y="2279"/>
                  </a:lnTo>
                  <a:lnTo>
                    <a:pt x="15486" y="2819"/>
                  </a:lnTo>
                  <a:lnTo>
                    <a:pt x="15370" y="2819"/>
                  </a:lnTo>
                  <a:lnTo>
                    <a:pt x="15331" y="2858"/>
                  </a:lnTo>
                  <a:lnTo>
                    <a:pt x="14906" y="2742"/>
                  </a:lnTo>
                  <a:lnTo>
                    <a:pt x="14443" y="2665"/>
                  </a:lnTo>
                  <a:lnTo>
                    <a:pt x="13980" y="2665"/>
                  </a:lnTo>
                  <a:lnTo>
                    <a:pt x="13516" y="2742"/>
                  </a:lnTo>
                  <a:lnTo>
                    <a:pt x="13169" y="2858"/>
                  </a:lnTo>
                  <a:lnTo>
                    <a:pt x="12976" y="2974"/>
                  </a:lnTo>
                  <a:lnTo>
                    <a:pt x="12783" y="3090"/>
                  </a:lnTo>
                  <a:lnTo>
                    <a:pt x="12628" y="3206"/>
                  </a:lnTo>
                  <a:lnTo>
                    <a:pt x="12512" y="3360"/>
                  </a:lnTo>
                  <a:lnTo>
                    <a:pt x="12396" y="3553"/>
                  </a:lnTo>
                  <a:lnTo>
                    <a:pt x="12396" y="3746"/>
                  </a:lnTo>
                  <a:lnTo>
                    <a:pt x="12396" y="3939"/>
                  </a:lnTo>
                  <a:lnTo>
                    <a:pt x="12474" y="4094"/>
                  </a:lnTo>
                  <a:lnTo>
                    <a:pt x="12628" y="4210"/>
                  </a:lnTo>
                  <a:lnTo>
                    <a:pt x="12783" y="4287"/>
                  </a:lnTo>
                  <a:lnTo>
                    <a:pt x="12976" y="4364"/>
                  </a:lnTo>
                  <a:lnTo>
                    <a:pt x="13169" y="4403"/>
                  </a:lnTo>
                  <a:lnTo>
                    <a:pt x="13516" y="4364"/>
                  </a:lnTo>
                  <a:lnTo>
                    <a:pt x="13864" y="4325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9" y="3823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4" y="4866"/>
                  </a:lnTo>
                  <a:lnTo>
                    <a:pt x="13941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30" y="5445"/>
                  </a:lnTo>
                  <a:lnTo>
                    <a:pt x="12744" y="5523"/>
                  </a:lnTo>
                  <a:lnTo>
                    <a:pt x="12396" y="5523"/>
                  </a:lnTo>
                  <a:lnTo>
                    <a:pt x="12049" y="5445"/>
                  </a:lnTo>
                  <a:lnTo>
                    <a:pt x="11740" y="5329"/>
                  </a:lnTo>
                  <a:lnTo>
                    <a:pt x="11431" y="5136"/>
                  </a:lnTo>
                  <a:lnTo>
                    <a:pt x="11122" y="4905"/>
                  </a:lnTo>
                  <a:lnTo>
                    <a:pt x="10852" y="4634"/>
                  </a:lnTo>
                  <a:lnTo>
                    <a:pt x="10543" y="4210"/>
                  </a:lnTo>
                  <a:lnTo>
                    <a:pt x="10195" y="3785"/>
                  </a:lnTo>
                  <a:lnTo>
                    <a:pt x="9616" y="2935"/>
                  </a:lnTo>
                  <a:lnTo>
                    <a:pt x="9307" y="2511"/>
                  </a:lnTo>
                  <a:lnTo>
                    <a:pt x="8960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7" y="966"/>
                  </a:lnTo>
                  <a:lnTo>
                    <a:pt x="7106" y="657"/>
                  </a:lnTo>
                  <a:lnTo>
                    <a:pt x="6527" y="425"/>
                  </a:lnTo>
                  <a:lnTo>
                    <a:pt x="5948" y="271"/>
                  </a:lnTo>
                  <a:lnTo>
                    <a:pt x="5330" y="155"/>
                  </a:lnTo>
                  <a:lnTo>
                    <a:pt x="4751" y="116"/>
                  </a:lnTo>
                  <a:lnTo>
                    <a:pt x="4133" y="155"/>
                  </a:lnTo>
                  <a:lnTo>
                    <a:pt x="3554" y="271"/>
                  </a:lnTo>
                  <a:lnTo>
                    <a:pt x="3283" y="348"/>
                  </a:lnTo>
                  <a:lnTo>
                    <a:pt x="2936" y="464"/>
                  </a:lnTo>
                  <a:lnTo>
                    <a:pt x="2588" y="618"/>
                  </a:lnTo>
                  <a:lnTo>
                    <a:pt x="2279" y="812"/>
                  </a:lnTo>
                  <a:lnTo>
                    <a:pt x="1932" y="1005"/>
                  </a:lnTo>
                  <a:lnTo>
                    <a:pt x="1661" y="1275"/>
                  </a:lnTo>
                  <a:lnTo>
                    <a:pt x="1353" y="1545"/>
                  </a:lnTo>
                  <a:lnTo>
                    <a:pt x="1082" y="1854"/>
                  </a:lnTo>
                  <a:lnTo>
                    <a:pt x="851" y="2163"/>
                  </a:lnTo>
                  <a:lnTo>
                    <a:pt x="542" y="2665"/>
                  </a:lnTo>
                  <a:lnTo>
                    <a:pt x="310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1" y="4712"/>
                  </a:lnTo>
                  <a:lnTo>
                    <a:pt x="40" y="5214"/>
                  </a:lnTo>
                  <a:lnTo>
                    <a:pt x="78" y="5716"/>
                  </a:lnTo>
                  <a:lnTo>
                    <a:pt x="194" y="6218"/>
                  </a:lnTo>
                  <a:lnTo>
                    <a:pt x="387" y="6720"/>
                  </a:lnTo>
                  <a:lnTo>
                    <a:pt x="580" y="7222"/>
                  </a:lnTo>
                  <a:lnTo>
                    <a:pt x="812" y="7685"/>
                  </a:lnTo>
                  <a:lnTo>
                    <a:pt x="1082" y="8110"/>
                  </a:lnTo>
                  <a:lnTo>
                    <a:pt x="1430" y="8573"/>
                  </a:lnTo>
                  <a:lnTo>
                    <a:pt x="1777" y="8959"/>
                  </a:lnTo>
                  <a:lnTo>
                    <a:pt x="2125" y="9384"/>
                  </a:lnTo>
                  <a:lnTo>
                    <a:pt x="2550" y="9732"/>
                  </a:lnTo>
                  <a:lnTo>
                    <a:pt x="3090" y="10156"/>
                  </a:lnTo>
                  <a:lnTo>
                    <a:pt x="3631" y="10504"/>
                  </a:lnTo>
                  <a:lnTo>
                    <a:pt x="4210" y="10774"/>
                  </a:lnTo>
                  <a:lnTo>
                    <a:pt x="4789" y="11044"/>
                  </a:lnTo>
                  <a:lnTo>
                    <a:pt x="5407" y="11199"/>
                  </a:lnTo>
                  <a:lnTo>
                    <a:pt x="6025" y="11353"/>
                  </a:lnTo>
                  <a:lnTo>
                    <a:pt x="6643" y="11392"/>
                  </a:lnTo>
                  <a:lnTo>
                    <a:pt x="7261" y="11431"/>
                  </a:lnTo>
                  <a:lnTo>
                    <a:pt x="7338" y="11585"/>
                  </a:lnTo>
                  <a:lnTo>
                    <a:pt x="7647" y="11392"/>
                  </a:lnTo>
                  <a:lnTo>
                    <a:pt x="8458" y="11315"/>
                  </a:lnTo>
                  <a:lnTo>
                    <a:pt x="9269" y="11122"/>
                  </a:lnTo>
                  <a:lnTo>
                    <a:pt x="10079" y="10813"/>
                  </a:lnTo>
                  <a:lnTo>
                    <a:pt x="10852" y="10465"/>
                  </a:lnTo>
                  <a:lnTo>
                    <a:pt x="11547" y="10040"/>
                  </a:lnTo>
                  <a:lnTo>
                    <a:pt x="12165" y="9577"/>
                  </a:lnTo>
                  <a:lnTo>
                    <a:pt x="12435" y="9384"/>
                  </a:lnTo>
                  <a:lnTo>
                    <a:pt x="13053" y="8805"/>
                  </a:lnTo>
                  <a:lnTo>
                    <a:pt x="13632" y="8187"/>
                  </a:lnTo>
                  <a:lnTo>
                    <a:pt x="14134" y="7492"/>
                  </a:lnTo>
                  <a:lnTo>
                    <a:pt x="14597" y="6797"/>
                  </a:lnTo>
                  <a:lnTo>
                    <a:pt x="14945" y="6025"/>
                  </a:lnTo>
                  <a:lnTo>
                    <a:pt x="15099" y="5638"/>
                  </a:lnTo>
                  <a:lnTo>
                    <a:pt x="15254" y="5214"/>
                  </a:lnTo>
                  <a:lnTo>
                    <a:pt x="15331" y="4827"/>
                  </a:lnTo>
                  <a:lnTo>
                    <a:pt x="15408" y="4403"/>
                  </a:lnTo>
                  <a:lnTo>
                    <a:pt x="15486" y="4017"/>
                  </a:lnTo>
                  <a:lnTo>
                    <a:pt x="15486" y="3592"/>
                  </a:lnTo>
                  <a:lnTo>
                    <a:pt x="15679" y="4055"/>
                  </a:lnTo>
                  <a:lnTo>
                    <a:pt x="15949" y="4480"/>
                  </a:lnTo>
                  <a:lnTo>
                    <a:pt x="16258" y="4866"/>
                  </a:lnTo>
                  <a:lnTo>
                    <a:pt x="16605" y="5214"/>
                  </a:lnTo>
                  <a:lnTo>
                    <a:pt x="16760" y="5368"/>
                  </a:lnTo>
                  <a:lnTo>
                    <a:pt x="16992" y="5484"/>
                  </a:lnTo>
                  <a:lnTo>
                    <a:pt x="17185" y="5561"/>
                  </a:lnTo>
                  <a:lnTo>
                    <a:pt x="17416" y="5638"/>
                  </a:lnTo>
                  <a:lnTo>
                    <a:pt x="17609" y="5677"/>
                  </a:lnTo>
                  <a:lnTo>
                    <a:pt x="17841" y="5638"/>
                  </a:lnTo>
                  <a:lnTo>
                    <a:pt x="18034" y="5523"/>
                  </a:lnTo>
                  <a:lnTo>
                    <a:pt x="18189" y="5329"/>
                  </a:lnTo>
                  <a:lnTo>
                    <a:pt x="18304" y="5136"/>
                  </a:lnTo>
                  <a:lnTo>
                    <a:pt x="18343" y="4943"/>
                  </a:lnTo>
                  <a:lnTo>
                    <a:pt x="18304" y="4712"/>
                  </a:lnTo>
                  <a:lnTo>
                    <a:pt x="18266" y="4519"/>
                  </a:lnTo>
                  <a:lnTo>
                    <a:pt x="18189" y="4287"/>
                  </a:lnTo>
                  <a:lnTo>
                    <a:pt x="18073" y="4132"/>
                  </a:lnTo>
                  <a:lnTo>
                    <a:pt x="17957" y="3939"/>
                  </a:lnTo>
                  <a:lnTo>
                    <a:pt x="17802" y="3785"/>
                  </a:lnTo>
                  <a:lnTo>
                    <a:pt x="17648" y="3630"/>
                  </a:lnTo>
                  <a:lnTo>
                    <a:pt x="17416" y="3476"/>
                  </a:lnTo>
                  <a:lnTo>
                    <a:pt x="16953" y="3244"/>
                  </a:lnTo>
                  <a:lnTo>
                    <a:pt x="16490" y="3051"/>
                  </a:lnTo>
                  <a:lnTo>
                    <a:pt x="15988" y="2935"/>
                  </a:lnTo>
                  <a:lnTo>
                    <a:pt x="16412" y="2781"/>
                  </a:lnTo>
                  <a:lnTo>
                    <a:pt x="16837" y="2511"/>
                  </a:lnTo>
                  <a:lnTo>
                    <a:pt x="17185" y="2202"/>
                  </a:lnTo>
                  <a:lnTo>
                    <a:pt x="17494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4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1" y="194"/>
                  </a:lnTo>
                  <a:lnTo>
                    <a:pt x="17455" y="116"/>
                  </a:lnTo>
                  <a:lnTo>
                    <a:pt x="17339" y="39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18"/>
            <p:cNvSpPr/>
            <p:nvPr/>
          </p:nvSpPr>
          <p:spPr>
            <a:xfrm>
              <a:off x="2141825" y="3698800"/>
              <a:ext cx="126500" cy="70500"/>
            </a:xfrm>
            <a:custGeom>
              <a:avLst/>
              <a:gdLst/>
              <a:ahLst/>
              <a:cxnLst/>
              <a:rect l="l" t="t" r="r" b="b"/>
              <a:pathLst>
                <a:path w="5060" h="2820" extrusionOk="0">
                  <a:moveTo>
                    <a:pt x="4905" y="0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3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0"/>
                  </a:lnTo>
                  <a:lnTo>
                    <a:pt x="1" y="2587"/>
                  </a:lnTo>
                  <a:lnTo>
                    <a:pt x="39" y="2703"/>
                  </a:lnTo>
                  <a:lnTo>
                    <a:pt x="116" y="2781"/>
                  </a:lnTo>
                  <a:lnTo>
                    <a:pt x="387" y="2819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1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18"/>
            <p:cNvSpPr/>
            <p:nvPr/>
          </p:nvSpPr>
          <p:spPr>
            <a:xfrm>
              <a:off x="436975" y="3704575"/>
              <a:ext cx="144825" cy="162225"/>
            </a:xfrm>
            <a:custGeom>
              <a:avLst/>
              <a:gdLst/>
              <a:ahLst/>
              <a:cxnLst/>
              <a:rect l="l" t="t" r="r" b="b"/>
              <a:pathLst>
                <a:path w="5793" h="6489" extrusionOk="0">
                  <a:moveTo>
                    <a:pt x="2240" y="426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6" y="735"/>
                  </a:lnTo>
                  <a:lnTo>
                    <a:pt x="4171" y="1005"/>
                  </a:lnTo>
                  <a:lnTo>
                    <a:pt x="4557" y="1314"/>
                  </a:lnTo>
                  <a:lnTo>
                    <a:pt x="4750" y="1507"/>
                  </a:lnTo>
                  <a:lnTo>
                    <a:pt x="4905" y="1739"/>
                  </a:lnTo>
                  <a:lnTo>
                    <a:pt x="5021" y="1932"/>
                  </a:lnTo>
                  <a:lnTo>
                    <a:pt x="5136" y="2163"/>
                  </a:lnTo>
                  <a:lnTo>
                    <a:pt x="5214" y="2434"/>
                  </a:lnTo>
                  <a:lnTo>
                    <a:pt x="5291" y="2704"/>
                  </a:lnTo>
                  <a:lnTo>
                    <a:pt x="5330" y="3167"/>
                  </a:lnTo>
                  <a:lnTo>
                    <a:pt x="5330" y="3631"/>
                  </a:lnTo>
                  <a:lnTo>
                    <a:pt x="5214" y="4133"/>
                  </a:lnTo>
                  <a:lnTo>
                    <a:pt x="5021" y="4558"/>
                  </a:lnTo>
                  <a:lnTo>
                    <a:pt x="4789" y="4982"/>
                  </a:lnTo>
                  <a:lnTo>
                    <a:pt x="4480" y="5330"/>
                  </a:lnTo>
                  <a:lnTo>
                    <a:pt x="4287" y="5484"/>
                  </a:lnTo>
                  <a:lnTo>
                    <a:pt x="4094" y="5639"/>
                  </a:lnTo>
                  <a:lnTo>
                    <a:pt x="3901" y="5755"/>
                  </a:lnTo>
                  <a:lnTo>
                    <a:pt x="3669" y="5832"/>
                  </a:lnTo>
                  <a:lnTo>
                    <a:pt x="3360" y="5948"/>
                  </a:lnTo>
                  <a:lnTo>
                    <a:pt x="3090" y="5986"/>
                  </a:lnTo>
                  <a:lnTo>
                    <a:pt x="2820" y="6025"/>
                  </a:lnTo>
                  <a:lnTo>
                    <a:pt x="2549" y="5986"/>
                  </a:lnTo>
                  <a:lnTo>
                    <a:pt x="2279" y="5948"/>
                  </a:lnTo>
                  <a:lnTo>
                    <a:pt x="2047" y="5870"/>
                  </a:lnTo>
                  <a:lnTo>
                    <a:pt x="1854" y="5755"/>
                  </a:lnTo>
                  <a:lnTo>
                    <a:pt x="1622" y="5639"/>
                  </a:lnTo>
                  <a:lnTo>
                    <a:pt x="1429" y="5484"/>
                  </a:lnTo>
                  <a:lnTo>
                    <a:pt x="1275" y="5291"/>
                  </a:lnTo>
                  <a:lnTo>
                    <a:pt x="1082" y="5098"/>
                  </a:lnTo>
                  <a:lnTo>
                    <a:pt x="966" y="4905"/>
                  </a:lnTo>
                  <a:lnTo>
                    <a:pt x="696" y="4442"/>
                  </a:lnTo>
                  <a:lnTo>
                    <a:pt x="541" y="3901"/>
                  </a:lnTo>
                  <a:lnTo>
                    <a:pt x="425" y="3399"/>
                  </a:lnTo>
                  <a:lnTo>
                    <a:pt x="425" y="2858"/>
                  </a:lnTo>
                  <a:lnTo>
                    <a:pt x="503" y="2318"/>
                  </a:lnTo>
                  <a:lnTo>
                    <a:pt x="541" y="2048"/>
                  </a:lnTo>
                  <a:lnTo>
                    <a:pt x="657" y="1816"/>
                  </a:lnTo>
                  <a:lnTo>
                    <a:pt x="734" y="1584"/>
                  </a:lnTo>
                  <a:lnTo>
                    <a:pt x="889" y="1352"/>
                  </a:lnTo>
                  <a:lnTo>
                    <a:pt x="1043" y="1159"/>
                  </a:lnTo>
                  <a:lnTo>
                    <a:pt x="1236" y="1005"/>
                  </a:lnTo>
                  <a:lnTo>
                    <a:pt x="1429" y="812"/>
                  </a:lnTo>
                  <a:lnTo>
                    <a:pt x="1661" y="696"/>
                  </a:lnTo>
                  <a:lnTo>
                    <a:pt x="1893" y="580"/>
                  </a:lnTo>
                  <a:lnTo>
                    <a:pt x="2202" y="503"/>
                  </a:lnTo>
                  <a:lnTo>
                    <a:pt x="2240" y="464"/>
                  </a:lnTo>
                  <a:lnTo>
                    <a:pt x="2240" y="426"/>
                  </a:lnTo>
                  <a:close/>
                  <a:moveTo>
                    <a:pt x="2279" y="1"/>
                  </a:moveTo>
                  <a:lnTo>
                    <a:pt x="1970" y="40"/>
                  </a:lnTo>
                  <a:lnTo>
                    <a:pt x="1893" y="78"/>
                  </a:lnTo>
                  <a:lnTo>
                    <a:pt x="1816" y="117"/>
                  </a:lnTo>
                  <a:lnTo>
                    <a:pt x="1816" y="194"/>
                  </a:lnTo>
                  <a:lnTo>
                    <a:pt x="1816" y="271"/>
                  </a:lnTo>
                  <a:lnTo>
                    <a:pt x="1507" y="349"/>
                  </a:lnTo>
                  <a:lnTo>
                    <a:pt x="1275" y="464"/>
                  </a:lnTo>
                  <a:lnTo>
                    <a:pt x="1043" y="619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8"/>
                  </a:lnTo>
                  <a:lnTo>
                    <a:pt x="348" y="1430"/>
                  </a:lnTo>
                  <a:lnTo>
                    <a:pt x="232" y="1661"/>
                  </a:lnTo>
                  <a:lnTo>
                    <a:pt x="117" y="1932"/>
                  </a:lnTo>
                  <a:lnTo>
                    <a:pt x="78" y="2202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1"/>
                  </a:lnTo>
                  <a:lnTo>
                    <a:pt x="271" y="4519"/>
                  </a:lnTo>
                  <a:lnTo>
                    <a:pt x="387" y="4828"/>
                  </a:lnTo>
                  <a:lnTo>
                    <a:pt x="541" y="5098"/>
                  </a:lnTo>
                  <a:lnTo>
                    <a:pt x="696" y="5330"/>
                  </a:lnTo>
                  <a:lnTo>
                    <a:pt x="850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1"/>
                  </a:lnTo>
                  <a:lnTo>
                    <a:pt x="1738" y="6257"/>
                  </a:lnTo>
                  <a:lnTo>
                    <a:pt x="2009" y="6372"/>
                  </a:lnTo>
                  <a:lnTo>
                    <a:pt x="2279" y="6450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50"/>
                  </a:lnTo>
                  <a:lnTo>
                    <a:pt x="3553" y="6372"/>
                  </a:lnTo>
                  <a:lnTo>
                    <a:pt x="3862" y="6257"/>
                  </a:lnTo>
                  <a:lnTo>
                    <a:pt x="4132" y="6141"/>
                  </a:lnTo>
                  <a:lnTo>
                    <a:pt x="4403" y="5986"/>
                  </a:lnTo>
                  <a:lnTo>
                    <a:pt x="4634" y="5793"/>
                  </a:lnTo>
                  <a:lnTo>
                    <a:pt x="4866" y="5600"/>
                  </a:lnTo>
                  <a:lnTo>
                    <a:pt x="5059" y="5368"/>
                  </a:lnTo>
                  <a:lnTo>
                    <a:pt x="5214" y="5137"/>
                  </a:lnTo>
                  <a:lnTo>
                    <a:pt x="5368" y="4866"/>
                  </a:lnTo>
                  <a:lnTo>
                    <a:pt x="5523" y="4635"/>
                  </a:lnTo>
                  <a:lnTo>
                    <a:pt x="5638" y="4326"/>
                  </a:lnTo>
                  <a:lnTo>
                    <a:pt x="5716" y="4056"/>
                  </a:lnTo>
                  <a:lnTo>
                    <a:pt x="5754" y="3747"/>
                  </a:lnTo>
                  <a:lnTo>
                    <a:pt x="5793" y="3438"/>
                  </a:lnTo>
                  <a:lnTo>
                    <a:pt x="5793" y="3129"/>
                  </a:lnTo>
                  <a:lnTo>
                    <a:pt x="5793" y="2858"/>
                  </a:lnTo>
                  <a:lnTo>
                    <a:pt x="5716" y="2550"/>
                  </a:lnTo>
                  <a:lnTo>
                    <a:pt x="5638" y="2241"/>
                  </a:lnTo>
                  <a:lnTo>
                    <a:pt x="5523" y="1932"/>
                  </a:lnTo>
                  <a:lnTo>
                    <a:pt x="5368" y="1661"/>
                  </a:lnTo>
                  <a:lnTo>
                    <a:pt x="5214" y="1391"/>
                  </a:lnTo>
                  <a:lnTo>
                    <a:pt x="5021" y="1159"/>
                  </a:lnTo>
                  <a:lnTo>
                    <a:pt x="4828" y="928"/>
                  </a:lnTo>
                  <a:lnTo>
                    <a:pt x="4596" y="735"/>
                  </a:lnTo>
                  <a:lnTo>
                    <a:pt x="4326" y="542"/>
                  </a:lnTo>
                  <a:lnTo>
                    <a:pt x="4094" y="387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18"/>
            <p:cNvSpPr/>
            <p:nvPr/>
          </p:nvSpPr>
          <p:spPr>
            <a:xfrm>
              <a:off x="6171275" y="3733550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3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18"/>
            <p:cNvSpPr/>
            <p:nvPr/>
          </p:nvSpPr>
          <p:spPr>
            <a:xfrm>
              <a:off x="6036125" y="3735475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8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5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3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6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8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6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9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5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9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6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18"/>
            <p:cNvSpPr/>
            <p:nvPr/>
          </p:nvSpPr>
          <p:spPr>
            <a:xfrm>
              <a:off x="2084875" y="3742225"/>
              <a:ext cx="66625" cy="99475"/>
            </a:xfrm>
            <a:custGeom>
              <a:avLst/>
              <a:gdLst/>
              <a:ahLst/>
              <a:cxnLst/>
              <a:rect l="l" t="t" r="r" b="b"/>
              <a:pathLst>
                <a:path w="2665" h="3979" extrusionOk="0">
                  <a:moveTo>
                    <a:pt x="850" y="1"/>
                  </a:moveTo>
                  <a:lnTo>
                    <a:pt x="502" y="155"/>
                  </a:lnTo>
                  <a:lnTo>
                    <a:pt x="618" y="233"/>
                  </a:lnTo>
                  <a:lnTo>
                    <a:pt x="464" y="619"/>
                  </a:lnTo>
                  <a:lnTo>
                    <a:pt x="271" y="1082"/>
                  </a:lnTo>
                  <a:lnTo>
                    <a:pt x="116" y="1623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74"/>
                  </a:lnTo>
                  <a:lnTo>
                    <a:pt x="77" y="3206"/>
                  </a:lnTo>
                  <a:lnTo>
                    <a:pt x="155" y="3399"/>
                  </a:lnTo>
                  <a:lnTo>
                    <a:pt x="309" y="3592"/>
                  </a:lnTo>
                  <a:lnTo>
                    <a:pt x="464" y="3747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78"/>
                  </a:lnTo>
                  <a:lnTo>
                    <a:pt x="1313" y="3940"/>
                  </a:lnTo>
                  <a:lnTo>
                    <a:pt x="1506" y="3824"/>
                  </a:lnTo>
                  <a:lnTo>
                    <a:pt x="1661" y="3708"/>
                  </a:lnTo>
                  <a:lnTo>
                    <a:pt x="1815" y="3515"/>
                  </a:lnTo>
                  <a:lnTo>
                    <a:pt x="1970" y="3322"/>
                  </a:lnTo>
                  <a:lnTo>
                    <a:pt x="2085" y="3090"/>
                  </a:lnTo>
                  <a:lnTo>
                    <a:pt x="2317" y="2550"/>
                  </a:lnTo>
                  <a:lnTo>
                    <a:pt x="2510" y="2009"/>
                  </a:lnTo>
                  <a:lnTo>
                    <a:pt x="2626" y="1507"/>
                  </a:lnTo>
                  <a:lnTo>
                    <a:pt x="2665" y="1082"/>
                  </a:lnTo>
                  <a:lnTo>
                    <a:pt x="2394" y="1044"/>
                  </a:lnTo>
                  <a:lnTo>
                    <a:pt x="2008" y="2048"/>
                  </a:lnTo>
                  <a:lnTo>
                    <a:pt x="1738" y="2704"/>
                  </a:lnTo>
                  <a:lnTo>
                    <a:pt x="1545" y="3052"/>
                  </a:lnTo>
                  <a:lnTo>
                    <a:pt x="1468" y="3206"/>
                  </a:lnTo>
                  <a:lnTo>
                    <a:pt x="1313" y="3322"/>
                  </a:lnTo>
                  <a:lnTo>
                    <a:pt x="1159" y="3322"/>
                  </a:lnTo>
                  <a:lnTo>
                    <a:pt x="966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936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79" y="2086"/>
                  </a:lnTo>
                  <a:lnTo>
                    <a:pt x="618" y="1623"/>
                  </a:lnTo>
                  <a:lnTo>
                    <a:pt x="734" y="1198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18"/>
            <p:cNvSpPr/>
            <p:nvPr/>
          </p:nvSpPr>
          <p:spPr>
            <a:xfrm>
              <a:off x="3315725" y="3754775"/>
              <a:ext cx="374575" cy="387150"/>
            </a:xfrm>
            <a:custGeom>
              <a:avLst/>
              <a:gdLst/>
              <a:ahLst/>
              <a:cxnLst/>
              <a:rect l="l" t="t" r="r" b="b"/>
              <a:pathLst>
                <a:path w="14983" h="15486" extrusionOk="0">
                  <a:moveTo>
                    <a:pt x="7453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44"/>
                  </a:lnTo>
                  <a:lnTo>
                    <a:pt x="10697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40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80" y="9230"/>
                  </a:lnTo>
                  <a:lnTo>
                    <a:pt x="4171" y="10041"/>
                  </a:lnTo>
                  <a:lnTo>
                    <a:pt x="3978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53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9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53" y="503"/>
                  </a:lnTo>
                  <a:close/>
                  <a:moveTo>
                    <a:pt x="11932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13" y="3206"/>
                  </a:lnTo>
                  <a:lnTo>
                    <a:pt x="13322" y="3669"/>
                  </a:lnTo>
                  <a:lnTo>
                    <a:pt x="13593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2"/>
                  </a:lnTo>
                  <a:lnTo>
                    <a:pt x="11392" y="7145"/>
                  </a:lnTo>
                  <a:lnTo>
                    <a:pt x="10658" y="7415"/>
                  </a:lnTo>
                  <a:lnTo>
                    <a:pt x="9924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8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8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2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1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7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30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42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19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1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286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39"/>
                  </a:lnTo>
                  <a:lnTo>
                    <a:pt x="3051" y="13477"/>
                  </a:lnTo>
                  <a:lnTo>
                    <a:pt x="2974" y="13516"/>
                  </a:lnTo>
                  <a:lnTo>
                    <a:pt x="3051" y="13362"/>
                  </a:lnTo>
                  <a:lnTo>
                    <a:pt x="3167" y="13207"/>
                  </a:lnTo>
                  <a:lnTo>
                    <a:pt x="3321" y="13130"/>
                  </a:lnTo>
                  <a:lnTo>
                    <a:pt x="3476" y="13014"/>
                  </a:lnTo>
                  <a:lnTo>
                    <a:pt x="3669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1" y="13362"/>
                  </a:lnTo>
                  <a:lnTo>
                    <a:pt x="11894" y="13477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11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7" y="12860"/>
                  </a:lnTo>
                  <a:close/>
                  <a:moveTo>
                    <a:pt x="7569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46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6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4" y="14520"/>
                  </a:lnTo>
                  <a:lnTo>
                    <a:pt x="4093" y="14597"/>
                  </a:lnTo>
                  <a:lnTo>
                    <a:pt x="4518" y="14829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60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9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2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4" y="233"/>
                  </a:lnTo>
                  <a:lnTo>
                    <a:pt x="8766" y="117"/>
                  </a:lnTo>
                  <a:lnTo>
                    <a:pt x="8187" y="40"/>
                  </a:lnTo>
                  <a:lnTo>
                    <a:pt x="756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18"/>
            <p:cNvSpPr/>
            <p:nvPr/>
          </p:nvSpPr>
          <p:spPr>
            <a:xfrm>
              <a:off x="514200" y="3860000"/>
              <a:ext cx="302200" cy="155450"/>
            </a:xfrm>
            <a:custGeom>
              <a:avLst/>
              <a:gdLst/>
              <a:ahLst/>
              <a:cxnLst/>
              <a:rect l="l" t="t" r="r" b="b"/>
              <a:pathLst>
                <a:path w="12088" h="6218" extrusionOk="0">
                  <a:moveTo>
                    <a:pt x="11740" y="1"/>
                  </a:moveTo>
                  <a:lnTo>
                    <a:pt x="11663" y="40"/>
                  </a:lnTo>
                  <a:lnTo>
                    <a:pt x="11585" y="78"/>
                  </a:lnTo>
                  <a:lnTo>
                    <a:pt x="11508" y="117"/>
                  </a:lnTo>
                  <a:lnTo>
                    <a:pt x="11469" y="233"/>
                  </a:lnTo>
                  <a:lnTo>
                    <a:pt x="11469" y="310"/>
                  </a:lnTo>
                  <a:lnTo>
                    <a:pt x="11508" y="426"/>
                  </a:lnTo>
                  <a:lnTo>
                    <a:pt x="11585" y="580"/>
                  </a:lnTo>
                  <a:lnTo>
                    <a:pt x="11624" y="773"/>
                  </a:lnTo>
                  <a:lnTo>
                    <a:pt x="11585" y="966"/>
                  </a:lnTo>
                  <a:lnTo>
                    <a:pt x="11508" y="1121"/>
                  </a:lnTo>
                  <a:lnTo>
                    <a:pt x="11392" y="1275"/>
                  </a:lnTo>
                  <a:lnTo>
                    <a:pt x="11276" y="1430"/>
                  </a:lnTo>
                  <a:lnTo>
                    <a:pt x="10929" y="1739"/>
                  </a:lnTo>
                  <a:lnTo>
                    <a:pt x="10504" y="2009"/>
                  </a:lnTo>
                  <a:lnTo>
                    <a:pt x="10079" y="2241"/>
                  </a:lnTo>
                  <a:lnTo>
                    <a:pt x="9423" y="2588"/>
                  </a:lnTo>
                  <a:lnTo>
                    <a:pt x="9037" y="2781"/>
                  </a:lnTo>
                  <a:lnTo>
                    <a:pt x="9037" y="2704"/>
                  </a:lnTo>
                  <a:lnTo>
                    <a:pt x="8960" y="2627"/>
                  </a:lnTo>
                  <a:lnTo>
                    <a:pt x="8496" y="2202"/>
                  </a:lnTo>
                  <a:lnTo>
                    <a:pt x="8110" y="1700"/>
                  </a:lnTo>
                  <a:lnTo>
                    <a:pt x="7840" y="1893"/>
                  </a:lnTo>
                  <a:lnTo>
                    <a:pt x="7994" y="2202"/>
                  </a:lnTo>
                  <a:lnTo>
                    <a:pt x="8187" y="2511"/>
                  </a:lnTo>
                  <a:lnTo>
                    <a:pt x="8419" y="2781"/>
                  </a:lnTo>
                  <a:lnTo>
                    <a:pt x="8651" y="2974"/>
                  </a:lnTo>
                  <a:lnTo>
                    <a:pt x="7608" y="3515"/>
                  </a:lnTo>
                  <a:lnTo>
                    <a:pt x="6565" y="3978"/>
                  </a:lnTo>
                  <a:lnTo>
                    <a:pt x="5252" y="4519"/>
                  </a:lnTo>
                  <a:lnTo>
                    <a:pt x="3940" y="4982"/>
                  </a:lnTo>
                  <a:lnTo>
                    <a:pt x="3669" y="5059"/>
                  </a:lnTo>
                  <a:lnTo>
                    <a:pt x="3708" y="4712"/>
                  </a:lnTo>
                  <a:lnTo>
                    <a:pt x="3631" y="4364"/>
                  </a:lnTo>
                  <a:lnTo>
                    <a:pt x="3515" y="4055"/>
                  </a:lnTo>
                  <a:lnTo>
                    <a:pt x="3322" y="3708"/>
                  </a:lnTo>
                  <a:lnTo>
                    <a:pt x="3013" y="3901"/>
                  </a:lnTo>
                  <a:lnTo>
                    <a:pt x="3129" y="4171"/>
                  </a:lnTo>
                  <a:lnTo>
                    <a:pt x="3206" y="4442"/>
                  </a:lnTo>
                  <a:lnTo>
                    <a:pt x="3245" y="4866"/>
                  </a:lnTo>
                  <a:lnTo>
                    <a:pt x="3245" y="5253"/>
                  </a:lnTo>
                  <a:lnTo>
                    <a:pt x="2356" y="5523"/>
                  </a:lnTo>
                  <a:lnTo>
                    <a:pt x="1893" y="5639"/>
                  </a:lnTo>
                  <a:lnTo>
                    <a:pt x="1430" y="5677"/>
                  </a:lnTo>
                  <a:lnTo>
                    <a:pt x="1043" y="5716"/>
                  </a:lnTo>
                  <a:lnTo>
                    <a:pt x="850" y="5716"/>
                  </a:lnTo>
                  <a:lnTo>
                    <a:pt x="696" y="5677"/>
                  </a:lnTo>
                  <a:lnTo>
                    <a:pt x="580" y="5600"/>
                  </a:lnTo>
                  <a:lnTo>
                    <a:pt x="464" y="5523"/>
                  </a:lnTo>
                  <a:lnTo>
                    <a:pt x="387" y="5407"/>
                  </a:lnTo>
                  <a:lnTo>
                    <a:pt x="348" y="5291"/>
                  </a:lnTo>
                  <a:lnTo>
                    <a:pt x="310" y="5214"/>
                  </a:lnTo>
                  <a:lnTo>
                    <a:pt x="271" y="5175"/>
                  </a:lnTo>
                  <a:lnTo>
                    <a:pt x="155" y="5137"/>
                  </a:lnTo>
                  <a:lnTo>
                    <a:pt x="78" y="5175"/>
                  </a:lnTo>
                  <a:lnTo>
                    <a:pt x="39" y="5214"/>
                  </a:lnTo>
                  <a:lnTo>
                    <a:pt x="1" y="5291"/>
                  </a:lnTo>
                  <a:lnTo>
                    <a:pt x="1" y="5446"/>
                  </a:lnTo>
                  <a:lnTo>
                    <a:pt x="39" y="5600"/>
                  </a:lnTo>
                  <a:lnTo>
                    <a:pt x="78" y="5755"/>
                  </a:lnTo>
                  <a:lnTo>
                    <a:pt x="155" y="5870"/>
                  </a:lnTo>
                  <a:lnTo>
                    <a:pt x="233" y="5948"/>
                  </a:lnTo>
                  <a:lnTo>
                    <a:pt x="310" y="6025"/>
                  </a:lnTo>
                  <a:lnTo>
                    <a:pt x="541" y="6141"/>
                  </a:lnTo>
                  <a:lnTo>
                    <a:pt x="812" y="6179"/>
                  </a:lnTo>
                  <a:lnTo>
                    <a:pt x="1121" y="6218"/>
                  </a:lnTo>
                  <a:lnTo>
                    <a:pt x="1430" y="6179"/>
                  </a:lnTo>
                  <a:lnTo>
                    <a:pt x="1700" y="6141"/>
                  </a:lnTo>
                  <a:lnTo>
                    <a:pt x="2897" y="5832"/>
                  </a:lnTo>
                  <a:lnTo>
                    <a:pt x="4094" y="5446"/>
                  </a:lnTo>
                  <a:lnTo>
                    <a:pt x="5291" y="5021"/>
                  </a:lnTo>
                  <a:lnTo>
                    <a:pt x="6450" y="4557"/>
                  </a:lnTo>
                  <a:lnTo>
                    <a:pt x="7531" y="4094"/>
                  </a:lnTo>
                  <a:lnTo>
                    <a:pt x="8573" y="3592"/>
                  </a:lnTo>
                  <a:lnTo>
                    <a:pt x="9616" y="3052"/>
                  </a:lnTo>
                  <a:lnTo>
                    <a:pt x="10620" y="2472"/>
                  </a:lnTo>
                  <a:lnTo>
                    <a:pt x="10929" y="2279"/>
                  </a:lnTo>
                  <a:lnTo>
                    <a:pt x="11276" y="2048"/>
                  </a:lnTo>
                  <a:lnTo>
                    <a:pt x="11547" y="1777"/>
                  </a:lnTo>
                  <a:lnTo>
                    <a:pt x="11817" y="1507"/>
                  </a:lnTo>
                  <a:lnTo>
                    <a:pt x="12010" y="1198"/>
                  </a:lnTo>
                  <a:lnTo>
                    <a:pt x="12049" y="1044"/>
                  </a:lnTo>
                  <a:lnTo>
                    <a:pt x="12087" y="889"/>
                  </a:lnTo>
                  <a:lnTo>
                    <a:pt x="12087" y="696"/>
                  </a:lnTo>
                  <a:lnTo>
                    <a:pt x="12049" y="503"/>
                  </a:lnTo>
                  <a:lnTo>
                    <a:pt x="12010" y="310"/>
                  </a:lnTo>
                  <a:lnTo>
                    <a:pt x="11894" y="117"/>
                  </a:lnTo>
                  <a:lnTo>
                    <a:pt x="11817" y="40"/>
                  </a:lnTo>
                  <a:lnTo>
                    <a:pt x="1174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18"/>
            <p:cNvSpPr/>
            <p:nvPr/>
          </p:nvSpPr>
          <p:spPr>
            <a:xfrm>
              <a:off x="6274575" y="3873525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18"/>
            <p:cNvSpPr/>
            <p:nvPr/>
          </p:nvSpPr>
          <p:spPr>
            <a:xfrm>
              <a:off x="6223425" y="3874500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18"/>
            <p:cNvSpPr/>
            <p:nvPr/>
          </p:nvSpPr>
          <p:spPr>
            <a:xfrm>
              <a:off x="1572250" y="3880275"/>
              <a:ext cx="267450" cy="210475"/>
            </a:xfrm>
            <a:custGeom>
              <a:avLst/>
              <a:gdLst/>
              <a:ahLst/>
              <a:cxnLst/>
              <a:rect l="l" t="t" r="r" b="b"/>
              <a:pathLst>
                <a:path w="10698" h="8419" extrusionOk="0">
                  <a:moveTo>
                    <a:pt x="155" y="1"/>
                  </a:moveTo>
                  <a:lnTo>
                    <a:pt x="1" y="233"/>
                  </a:lnTo>
                  <a:lnTo>
                    <a:pt x="1391" y="1314"/>
                  </a:lnTo>
                  <a:lnTo>
                    <a:pt x="2781" y="2395"/>
                  </a:lnTo>
                  <a:lnTo>
                    <a:pt x="4210" y="3476"/>
                  </a:lnTo>
                  <a:lnTo>
                    <a:pt x="5600" y="4596"/>
                  </a:lnTo>
                  <a:lnTo>
                    <a:pt x="6951" y="5677"/>
                  </a:lnTo>
                  <a:lnTo>
                    <a:pt x="8303" y="6797"/>
                  </a:lnTo>
                  <a:lnTo>
                    <a:pt x="9616" y="7917"/>
                  </a:lnTo>
                  <a:lnTo>
                    <a:pt x="9963" y="8226"/>
                  </a:lnTo>
                  <a:lnTo>
                    <a:pt x="10118" y="8342"/>
                  </a:lnTo>
                  <a:lnTo>
                    <a:pt x="10311" y="8419"/>
                  </a:lnTo>
                  <a:lnTo>
                    <a:pt x="10658" y="8380"/>
                  </a:lnTo>
                  <a:lnTo>
                    <a:pt x="10697" y="8264"/>
                  </a:lnTo>
                  <a:lnTo>
                    <a:pt x="10697" y="8149"/>
                  </a:lnTo>
                  <a:lnTo>
                    <a:pt x="10658" y="8033"/>
                  </a:lnTo>
                  <a:lnTo>
                    <a:pt x="10658" y="7994"/>
                  </a:lnTo>
                  <a:lnTo>
                    <a:pt x="10311" y="7917"/>
                  </a:lnTo>
                  <a:lnTo>
                    <a:pt x="10002" y="6952"/>
                  </a:lnTo>
                  <a:lnTo>
                    <a:pt x="9654" y="5986"/>
                  </a:lnTo>
                  <a:lnTo>
                    <a:pt x="8882" y="4094"/>
                  </a:lnTo>
                  <a:lnTo>
                    <a:pt x="8380" y="2781"/>
                  </a:lnTo>
                  <a:lnTo>
                    <a:pt x="7994" y="2936"/>
                  </a:lnTo>
                  <a:lnTo>
                    <a:pt x="8419" y="3940"/>
                  </a:lnTo>
                  <a:lnTo>
                    <a:pt x="9037" y="5677"/>
                  </a:lnTo>
                  <a:lnTo>
                    <a:pt x="9346" y="6565"/>
                  </a:lnTo>
                  <a:lnTo>
                    <a:pt x="9654" y="7415"/>
                  </a:lnTo>
                  <a:lnTo>
                    <a:pt x="9230" y="7029"/>
                  </a:lnTo>
                  <a:lnTo>
                    <a:pt x="7994" y="5986"/>
                  </a:lnTo>
                  <a:lnTo>
                    <a:pt x="6720" y="4905"/>
                  </a:lnTo>
                  <a:lnTo>
                    <a:pt x="5407" y="3862"/>
                  </a:lnTo>
                  <a:lnTo>
                    <a:pt x="4133" y="2858"/>
                  </a:lnTo>
                  <a:lnTo>
                    <a:pt x="2820" y="1854"/>
                  </a:lnTo>
                  <a:lnTo>
                    <a:pt x="1507" y="928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18"/>
            <p:cNvSpPr/>
            <p:nvPr/>
          </p:nvSpPr>
          <p:spPr>
            <a:xfrm>
              <a:off x="4538850" y="3913100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3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3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6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1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0"/>
                  </a:lnTo>
                  <a:lnTo>
                    <a:pt x="9268" y="8921"/>
                  </a:lnTo>
                  <a:lnTo>
                    <a:pt x="9036" y="9152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2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6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4"/>
                  </a:lnTo>
                  <a:lnTo>
                    <a:pt x="695" y="734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1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3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5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49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2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4"/>
                  </a:lnTo>
                  <a:lnTo>
                    <a:pt x="7762" y="9654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8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5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7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1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39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3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6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18"/>
            <p:cNvSpPr/>
            <p:nvPr/>
          </p:nvSpPr>
          <p:spPr>
            <a:xfrm>
              <a:off x="6161625" y="3921800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5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3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3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18"/>
            <p:cNvSpPr/>
            <p:nvPr/>
          </p:nvSpPr>
          <p:spPr>
            <a:xfrm>
              <a:off x="7032400" y="3923725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6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8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6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18"/>
            <p:cNvSpPr/>
            <p:nvPr/>
          </p:nvSpPr>
          <p:spPr>
            <a:xfrm>
              <a:off x="6167425" y="3927575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1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18"/>
            <p:cNvSpPr/>
            <p:nvPr/>
          </p:nvSpPr>
          <p:spPr>
            <a:xfrm>
              <a:off x="1394625" y="3943025"/>
              <a:ext cx="74350" cy="103325"/>
            </a:xfrm>
            <a:custGeom>
              <a:avLst/>
              <a:gdLst/>
              <a:ahLst/>
              <a:cxnLst/>
              <a:rect l="l" t="t" r="r" b="b"/>
              <a:pathLst>
                <a:path w="2974" h="4133" extrusionOk="0">
                  <a:moveTo>
                    <a:pt x="116" y="1"/>
                  </a:moveTo>
                  <a:lnTo>
                    <a:pt x="1" y="39"/>
                  </a:lnTo>
                  <a:lnTo>
                    <a:pt x="1" y="78"/>
                  </a:lnTo>
                  <a:lnTo>
                    <a:pt x="271" y="928"/>
                  </a:lnTo>
                  <a:lnTo>
                    <a:pt x="580" y="1738"/>
                  </a:lnTo>
                  <a:lnTo>
                    <a:pt x="927" y="2549"/>
                  </a:lnTo>
                  <a:lnTo>
                    <a:pt x="1275" y="3283"/>
                  </a:lnTo>
                  <a:lnTo>
                    <a:pt x="1507" y="3669"/>
                  </a:lnTo>
                  <a:lnTo>
                    <a:pt x="1661" y="3824"/>
                  </a:lnTo>
                  <a:lnTo>
                    <a:pt x="1854" y="3978"/>
                  </a:lnTo>
                  <a:lnTo>
                    <a:pt x="2009" y="4055"/>
                  </a:lnTo>
                  <a:lnTo>
                    <a:pt x="2240" y="4133"/>
                  </a:lnTo>
                  <a:lnTo>
                    <a:pt x="2433" y="4094"/>
                  </a:lnTo>
                  <a:lnTo>
                    <a:pt x="2665" y="4017"/>
                  </a:lnTo>
                  <a:lnTo>
                    <a:pt x="2781" y="3862"/>
                  </a:lnTo>
                  <a:lnTo>
                    <a:pt x="2897" y="3708"/>
                  </a:lnTo>
                  <a:lnTo>
                    <a:pt x="2935" y="3515"/>
                  </a:lnTo>
                  <a:lnTo>
                    <a:pt x="2974" y="3360"/>
                  </a:lnTo>
                  <a:lnTo>
                    <a:pt x="2935" y="3129"/>
                  </a:lnTo>
                  <a:lnTo>
                    <a:pt x="2897" y="2936"/>
                  </a:lnTo>
                  <a:lnTo>
                    <a:pt x="2819" y="2588"/>
                  </a:lnTo>
                  <a:lnTo>
                    <a:pt x="2588" y="2627"/>
                  </a:lnTo>
                  <a:lnTo>
                    <a:pt x="2665" y="2974"/>
                  </a:lnTo>
                  <a:lnTo>
                    <a:pt x="2704" y="3129"/>
                  </a:lnTo>
                  <a:lnTo>
                    <a:pt x="2665" y="3283"/>
                  </a:lnTo>
                  <a:lnTo>
                    <a:pt x="2433" y="3399"/>
                  </a:lnTo>
                  <a:lnTo>
                    <a:pt x="2202" y="3476"/>
                  </a:lnTo>
                  <a:lnTo>
                    <a:pt x="2009" y="3515"/>
                  </a:lnTo>
                  <a:lnTo>
                    <a:pt x="1854" y="3476"/>
                  </a:lnTo>
                  <a:lnTo>
                    <a:pt x="1700" y="3438"/>
                  </a:lnTo>
                  <a:lnTo>
                    <a:pt x="1584" y="3322"/>
                  </a:lnTo>
                  <a:lnTo>
                    <a:pt x="1507" y="3167"/>
                  </a:lnTo>
                  <a:lnTo>
                    <a:pt x="1468" y="2974"/>
                  </a:lnTo>
                  <a:lnTo>
                    <a:pt x="1352" y="2704"/>
                  </a:lnTo>
                  <a:lnTo>
                    <a:pt x="889" y="1623"/>
                  </a:lnTo>
                  <a:lnTo>
                    <a:pt x="541" y="812"/>
                  </a:lnTo>
                  <a:lnTo>
                    <a:pt x="348" y="426"/>
                  </a:lnTo>
                  <a:lnTo>
                    <a:pt x="155" y="39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18"/>
            <p:cNvSpPr/>
            <p:nvPr/>
          </p:nvSpPr>
          <p:spPr>
            <a:xfrm>
              <a:off x="2923775" y="3946900"/>
              <a:ext cx="335975" cy="782925"/>
            </a:xfrm>
            <a:custGeom>
              <a:avLst/>
              <a:gdLst/>
              <a:ahLst/>
              <a:cxnLst/>
              <a:rect l="l" t="t" r="r" b="b"/>
              <a:pathLst>
                <a:path w="13439" h="31317" extrusionOk="0">
                  <a:moveTo>
                    <a:pt x="6488" y="386"/>
                  </a:moveTo>
                  <a:lnTo>
                    <a:pt x="6526" y="464"/>
                  </a:lnTo>
                  <a:lnTo>
                    <a:pt x="7144" y="2008"/>
                  </a:lnTo>
                  <a:lnTo>
                    <a:pt x="7685" y="3553"/>
                  </a:lnTo>
                  <a:lnTo>
                    <a:pt x="8226" y="5136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1"/>
                  </a:lnTo>
                  <a:lnTo>
                    <a:pt x="7530" y="7337"/>
                  </a:lnTo>
                  <a:lnTo>
                    <a:pt x="7222" y="7453"/>
                  </a:lnTo>
                  <a:lnTo>
                    <a:pt x="6913" y="7530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0"/>
                  </a:lnTo>
                  <a:lnTo>
                    <a:pt x="5522" y="7492"/>
                  </a:lnTo>
                  <a:lnTo>
                    <a:pt x="4866" y="7337"/>
                  </a:lnTo>
                  <a:lnTo>
                    <a:pt x="4210" y="7105"/>
                  </a:lnTo>
                  <a:lnTo>
                    <a:pt x="3592" y="6874"/>
                  </a:lnTo>
                  <a:lnTo>
                    <a:pt x="3862" y="6024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3"/>
                  </a:lnTo>
                  <a:lnTo>
                    <a:pt x="5214" y="2742"/>
                  </a:lnTo>
                  <a:lnTo>
                    <a:pt x="5600" y="1931"/>
                  </a:lnTo>
                  <a:lnTo>
                    <a:pt x="6024" y="1159"/>
                  </a:lnTo>
                  <a:lnTo>
                    <a:pt x="6488" y="386"/>
                  </a:lnTo>
                  <a:close/>
                  <a:moveTo>
                    <a:pt x="8805" y="7028"/>
                  </a:moveTo>
                  <a:lnTo>
                    <a:pt x="9230" y="8418"/>
                  </a:lnTo>
                  <a:lnTo>
                    <a:pt x="9577" y="9847"/>
                  </a:lnTo>
                  <a:lnTo>
                    <a:pt x="9847" y="11083"/>
                  </a:lnTo>
                  <a:lnTo>
                    <a:pt x="10079" y="12357"/>
                  </a:lnTo>
                  <a:lnTo>
                    <a:pt x="10233" y="13631"/>
                  </a:lnTo>
                  <a:lnTo>
                    <a:pt x="10388" y="14906"/>
                  </a:lnTo>
                  <a:lnTo>
                    <a:pt x="10465" y="16180"/>
                  </a:lnTo>
                  <a:lnTo>
                    <a:pt x="10504" y="16836"/>
                  </a:lnTo>
                  <a:lnTo>
                    <a:pt x="10504" y="17493"/>
                  </a:lnTo>
                  <a:lnTo>
                    <a:pt x="10504" y="18188"/>
                  </a:lnTo>
                  <a:lnTo>
                    <a:pt x="10427" y="18844"/>
                  </a:lnTo>
                  <a:lnTo>
                    <a:pt x="10311" y="19462"/>
                  </a:lnTo>
                  <a:lnTo>
                    <a:pt x="10118" y="20080"/>
                  </a:lnTo>
                  <a:lnTo>
                    <a:pt x="9886" y="20659"/>
                  </a:lnTo>
                  <a:lnTo>
                    <a:pt x="9538" y="21161"/>
                  </a:lnTo>
                  <a:lnTo>
                    <a:pt x="9384" y="21393"/>
                  </a:lnTo>
                  <a:lnTo>
                    <a:pt x="9152" y="21586"/>
                  </a:lnTo>
                  <a:lnTo>
                    <a:pt x="8959" y="21779"/>
                  </a:lnTo>
                  <a:lnTo>
                    <a:pt x="8728" y="21972"/>
                  </a:lnTo>
                  <a:lnTo>
                    <a:pt x="8496" y="22127"/>
                  </a:lnTo>
                  <a:lnTo>
                    <a:pt x="8226" y="22242"/>
                  </a:lnTo>
                  <a:lnTo>
                    <a:pt x="7955" y="22358"/>
                  </a:lnTo>
                  <a:lnTo>
                    <a:pt x="7685" y="22435"/>
                  </a:lnTo>
                  <a:lnTo>
                    <a:pt x="7415" y="22474"/>
                  </a:lnTo>
                  <a:lnTo>
                    <a:pt x="6797" y="22474"/>
                  </a:lnTo>
                  <a:lnTo>
                    <a:pt x="6488" y="22435"/>
                  </a:lnTo>
                  <a:lnTo>
                    <a:pt x="5909" y="22281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4"/>
                  </a:lnTo>
                  <a:lnTo>
                    <a:pt x="4094" y="20929"/>
                  </a:lnTo>
                  <a:lnTo>
                    <a:pt x="3785" y="20466"/>
                  </a:lnTo>
                  <a:lnTo>
                    <a:pt x="3476" y="19964"/>
                  </a:lnTo>
                  <a:lnTo>
                    <a:pt x="3244" y="19424"/>
                  </a:lnTo>
                  <a:lnTo>
                    <a:pt x="3051" y="18883"/>
                  </a:lnTo>
                  <a:lnTo>
                    <a:pt x="2897" y="18342"/>
                  </a:lnTo>
                  <a:lnTo>
                    <a:pt x="2781" y="17802"/>
                  </a:lnTo>
                  <a:lnTo>
                    <a:pt x="2704" y="17222"/>
                  </a:lnTo>
                  <a:lnTo>
                    <a:pt x="2588" y="16103"/>
                  </a:lnTo>
                  <a:lnTo>
                    <a:pt x="2511" y="14944"/>
                  </a:lnTo>
                  <a:lnTo>
                    <a:pt x="2511" y="13747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2"/>
                  </a:lnTo>
                  <a:lnTo>
                    <a:pt x="3128" y="8689"/>
                  </a:lnTo>
                  <a:lnTo>
                    <a:pt x="3283" y="7916"/>
                  </a:lnTo>
                  <a:lnTo>
                    <a:pt x="3515" y="7183"/>
                  </a:lnTo>
                  <a:lnTo>
                    <a:pt x="4132" y="7453"/>
                  </a:lnTo>
                  <a:lnTo>
                    <a:pt x="4827" y="7685"/>
                  </a:lnTo>
                  <a:lnTo>
                    <a:pt x="5522" y="7839"/>
                  </a:lnTo>
                  <a:lnTo>
                    <a:pt x="5909" y="7916"/>
                  </a:lnTo>
                  <a:lnTo>
                    <a:pt x="6256" y="7916"/>
                  </a:lnTo>
                  <a:lnTo>
                    <a:pt x="6604" y="7955"/>
                  </a:lnTo>
                  <a:lnTo>
                    <a:pt x="6990" y="7916"/>
                  </a:lnTo>
                  <a:lnTo>
                    <a:pt x="7299" y="7878"/>
                  </a:lnTo>
                  <a:lnTo>
                    <a:pt x="7646" y="7762"/>
                  </a:lnTo>
                  <a:lnTo>
                    <a:pt x="7955" y="7646"/>
                  </a:lnTo>
                  <a:lnTo>
                    <a:pt x="8264" y="7492"/>
                  </a:lnTo>
                  <a:lnTo>
                    <a:pt x="8573" y="7260"/>
                  </a:lnTo>
                  <a:lnTo>
                    <a:pt x="8805" y="7028"/>
                  </a:lnTo>
                  <a:close/>
                  <a:moveTo>
                    <a:pt x="8650" y="22474"/>
                  </a:moveTo>
                  <a:lnTo>
                    <a:pt x="8766" y="22822"/>
                  </a:lnTo>
                  <a:lnTo>
                    <a:pt x="8921" y="23169"/>
                  </a:lnTo>
                  <a:lnTo>
                    <a:pt x="8496" y="23401"/>
                  </a:lnTo>
                  <a:lnTo>
                    <a:pt x="8071" y="23555"/>
                  </a:lnTo>
                  <a:lnTo>
                    <a:pt x="7608" y="23633"/>
                  </a:lnTo>
                  <a:lnTo>
                    <a:pt x="7144" y="23671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2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4"/>
                  </a:lnTo>
                  <a:lnTo>
                    <a:pt x="5870" y="22629"/>
                  </a:lnTo>
                  <a:lnTo>
                    <a:pt x="6256" y="22783"/>
                  </a:lnTo>
                  <a:lnTo>
                    <a:pt x="6681" y="22860"/>
                  </a:lnTo>
                  <a:lnTo>
                    <a:pt x="7067" y="22899"/>
                  </a:lnTo>
                  <a:lnTo>
                    <a:pt x="7453" y="22860"/>
                  </a:lnTo>
                  <a:lnTo>
                    <a:pt x="7878" y="22822"/>
                  </a:lnTo>
                  <a:lnTo>
                    <a:pt x="8264" y="22667"/>
                  </a:lnTo>
                  <a:lnTo>
                    <a:pt x="8650" y="22474"/>
                  </a:lnTo>
                  <a:close/>
                  <a:moveTo>
                    <a:pt x="10890" y="16798"/>
                  </a:moveTo>
                  <a:lnTo>
                    <a:pt x="11392" y="17261"/>
                  </a:lnTo>
                  <a:lnTo>
                    <a:pt x="11933" y="17647"/>
                  </a:lnTo>
                  <a:lnTo>
                    <a:pt x="12512" y="18033"/>
                  </a:lnTo>
                  <a:lnTo>
                    <a:pt x="13091" y="18342"/>
                  </a:lnTo>
                  <a:lnTo>
                    <a:pt x="12937" y="19771"/>
                  </a:lnTo>
                  <a:lnTo>
                    <a:pt x="12821" y="21238"/>
                  </a:lnTo>
                  <a:lnTo>
                    <a:pt x="12705" y="24212"/>
                  </a:lnTo>
                  <a:lnTo>
                    <a:pt x="11894" y="23594"/>
                  </a:lnTo>
                  <a:lnTo>
                    <a:pt x="11044" y="23015"/>
                  </a:lnTo>
                  <a:lnTo>
                    <a:pt x="10813" y="22860"/>
                  </a:lnTo>
                  <a:lnTo>
                    <a:pt x="10620" y="22667"/>
                  </a:lnTo>
                  <a:lnTo>
                    <a:pt x="10581" y="22590"/>
                  </a:lnTo>
                  <a:lnTo>
                    <a:pt x="10542" y="22435"/>
                  </a:lnTo>
                  <a:lnTo>
                    <a:pt x="10542" y="22127"/>
                  </a:lnTo>
                  <a:lnTo>
                    <a:pt x="10542" y="21393"/>
                  </a:lnTo>
                  <a:lnTo>
                    <a:pt x="10504" y="20659"/>
                  </a:lnTo>
                  <a:lnTo>
                    <a:pt x="10504" y="20582"/>
                  </a:lnTo>
                  <a:lnTo>
                    <a:pt x="10465" y="20543"/>
                  </a:lnTo>
                  <a:lnTo>
                    <a:pt x="10388" y="20466"/>
                  </a:lnTo>
                  <a:lnTo>
                    <a:pt x="10542" y="19964"/>
                  </a:lnTo>
                  <a:lnTo>
                    <a:pt x="10697" y="19424"/>
                  </a:lnTo>
                  <a:lnTo>
                    <a:pt x="10774" y="18883"/>
                  </a:lnTo>
                  <a:lnTo>
                    <a:pt x="10851" y="18304"/>
                  </a:lnTo>
                  <a:lnTo>
                    <a:pt x="10890" y="17570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4"/>
                  </a:lnTo>
                  <a:lnTo>
                    <a:pt x="6140" y="23826"/>
                  </a:lnTo>
                  <a:lnTo>
                    <a:pt x="6642" y="23941"/>
                  </a:lnTo>
                  <a:lnTo>
                    <a:pt x="7144" y="23980"/>
                  </a:lnTo>
                  <a:lnTo>
                    <a:pt x="7646" y="23980"/>
                  </a:lnTo>
                  <a:lnTo>
                    <a:pt x="8148" y="23864"/>
                  </a:lnTo>
                  <a:lnTo>
                    <a:pt x="8612" y="23710"/>
                  </a:lnTo>
                  <a:lnTo>
                    <a:pt x="9075" y="23439"/>
                  </a:lnTo>
                  <a:lnTo>
                    <a:pt x="9384" y="23903"/>
                  </a:lnTo>
                  <a:lnTo>
                    <a:pt x="8843" y="24173"/>
                  </a:lnTo>
                  <a:lnTo>
                    <a:pt x="8303" y="24366"/>
                  </a:lnTo>
                  <a:lnTo>
                    <a:pt x="7762" y="24482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3"/>
                  </a:lnTo>
                  <a:lnTo>
                    <a:pt x="5561" y="24289"/>
                  </a:lnTo>
                  <a:lnTo>
                    <a:pt x="4982" y="24096"/>
                  </a:lnTo>
                  <a:lnTo>
                    <a:pt x="5059" y="23903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7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2"/>
                  </a:lnTo>
                  <a:lnTo>
                    <a:pt x="2974" y="19771"/>
                  </a:lnTo>
                  <a:lnTo>
                    <a:pt x="3244" y="20312"/>
                  </a:lnTo>
                  <a:lnTo>
                    <a:pt x="3244" y="20350"/>
                  </a:lnTo>
                  <a:lnTo>
                    <a:pt x="3206" y="21200"/>
                  </a:lnTo>
                  <a:lnTo>
                    <a:pt x="3244" y="22049"/>
                  </a:lnTo>
                  <a:lnTo>
                    <a:pt x="3283" y="22358"/>
                  </a:lnTo>
                  <a:lnTo>
                    <a:pt x="3321" y="22706"/>
                  </a:lnTo>
                  <a:lnTo>
                    <a:pt x="3321" y="23053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8"/>
                  </a:lnTo>
                  <a:lnTo>
                    <a:pt x="3051" y="23633"/>
                  </a:lnTo>
                  <a:lnTo>
                    <a:pt x="2704" y="23903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5"/>
                  </a:lnTo>
                  <a:lnTo>
                    <a:pt x="850" y="23941"/>
                  </a:lnTo>
                  <a:lnTo>
                    <a:pt x="811" y="23169"/>
                  </a:lnTo>
                  <a:lnTo>
                    <a:pt x="773" y="22435"/>
                  </a:lnTo>
                  <a:lnTo>
                    <a:pt x="657" y="21238"/>
                  </a:lnTo>
                  <a:lnTo>
                    <a:pt x="503" y="20466"/>
                  </a:lnTo>
                  <a:lnTo>
                    <a:pt x="425" y="20080"/>
                  </a:lnTo>
                  <a:lnTo>
                    <a:pt x="464" y="19694"/>
                  </a:lnTo>
                  <a:lnTo>
                    <a:pt x="503" y="19655"/>
                  </a:lnTo>
                  <a:lnTo>
                    <a:pt x="541" y="19578"/>
                  </a:lnTo>
                  <a:lnTo>
                    <a:pt x="541" y="19539"/>
                  </a:lnTo>
                  <a:lnTo>
                    <a:pt x="541" y="19462"/>
                  </a:lnTo>
                  <a:lnTo>
                    <a:pt x="1429" y="18420"/>
                  </a:lnTo>
                  <a:lnTo>
                    <a:pt x="2356" y="17377"/>
                  </a:lnTo>
                  <a:close/>
                  <a:moveTo>
                    <a:pt x="8148" y="24830"/>
                  </a:moveTo>
                  <a:lnTo>
                    <a:pt x="8148" y="25061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7"/>
                  </a:lnTo>
                  <a:lnTo>
                    <a:pt x="7878" y="25216"/>
                  </a:lnTo>
                  <a:lnTo>
                    <a:pt x="7839" y="25293"/>
                  </a:lnTo>
                  <a:lnTo>
                    <a:pt x="7839" y="25370"/>
                  </a:lnTo>
                  <a:lnTo>
                    <a:pt x="7994" y="25872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59"/>
                  </a:lnTo>
                  <a:lnTo>
                    <a:pt x="8148" y="28961"/>
                  </a:lnTo>
                  <a:lnTo>
                    <a:pt x="8071" y="29502"/>
                  </a:lnTo>
                  <a:lnTo>
                    <a:pt x="7762" y="29193"/>
                  </a:lnTo>
                  <a:lnTo>
                    <a:pt x="7453" y="28884"/>
                  </a:lnTo>
                  <a:lnTo>
                    <a:pt x="7260" y="28537"/>
                  </a:lnTo>
                  <a:lnTo>
                    <a:pt x="7067" y="28189"/>
                  </a:lnTo>
                  <a:lnTo>
                    <a:pt x="6951" y="27803"/>
                  </a:lnTo>
                  <a:lnTo>
                    <a:pt x="6874" y="27417"/>
                  </a:lnTo>
                  <a:lnTo>
                    <a:pt x="6835" y="26953"/>
                  </a:lnTo>
                  <a:lnTo>
                    <a:pt x="6835" y="26490"/>
                  </a:lnTo>
                  <a:lnTo>
                    <a:pt x="6874" y="26104"/>
                  </a:lnTo>
                  <a:lnTo>
                    <a:pt x="6874" y="25756"/>
                  </a:lnTo>
                  <a:lnTo>
                    <a:pt x="6835" y="25602"/>
                  </a:lnTo>
                  <a:lnTo>
                    <a:pt x="6758" y="25486"/>
                  </a:lnTo>
                  <a:lnTo>
                    <a:pt x="6642" y="25370"/>
                  </a:lnTo>
                  <a:lnTo>
                    <a:pt x="6488" y="25293"/>
                  </a:lnTo>
                  <a:lnTo>
                    <a:pt x="6604" y="25100"/>
                  </a:lnTo>
                  <a:lnTo>
                    <a:pt x="6720" y="24984"/>
                  </a:lnTo>
                  <a:lnTo>
                    <a:pt x="7106" y="24984"/>
                  </a:lnTo>
                  <a:lnTo>
                    <a:pt x="7453" y="24945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4"/>
                  </a:lnTo>
                  <a:lnTo>
                    <a:pt x="9500" y="25409"/>
                  </a:lnTo>
                  <a:lnTo>
                    <a:pt x="9809" y="25795"/>
                  </a:lnTo>
                  <a:lnTo>
                    <a:pt x="10118" y="26258"/>
                  </a:lnTo>
                  <a:lnTo>
                    <a:pt x="9847" y="26220"/>
                  </a:lnTo>
                  <a:lnTo>
                    <a:pt x="9616" y="26104"/>
                  </a:lnTo>
                  <a:lnTo>
                    <a:pt x="9423" y="25949"/>
                  </a:lnTo>
                  <a:lnTo>
                    <a:pt x="9230" y="25756"/>
                  </a:lnTo>
                  <a:lnTo>
                    <a:pt x="9191" y="25679"/>
                  </a:lnTo>
                  <a:lnTo>
                    <a:pt x="8998" y="25679"/>
                  </a:lnTo>
                  <a:lnTo>
                    <a:pt x="8959" y="25718"/>
                  </a:lnTo>
                  <a:lnTo>
                    <a:pt x="8921" y="25795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0"/>
                  </a:lnTo>
                  <a:lnTo>
                    <a:pt x="9423" y="27069"/>
                  </a:lnTo>
                  <a:lnTo>
                    <a:pt x="9500" y="27378"/>
                  </a:lnTo>
                  <a:lnTo>
                    <a:pt x="9538" y="27687"/>
                  </a:lnTo>
                  <a:lnTo>
                    <a:pt x="9538" y="27996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79"/>
                  </a:lnTo>
                  <a:lnTo>
                    <a:pt x="9230" y="29888"/>
                  </a:lnTo>
                  <a:lnTo>
                    <a:pt x="9075" y="30158"/>
                  </a:lnTo>
                  <a:lnTo>
                    <a:pt x="8921" y="30429"/>
                  </a:lnTo>
                  <a:lnTo>
                    <a:pt x="8728" y="30660"/>
                  </a:lnTo>
                  <a:lnTo>
                    <a:pt x="8534" y="30776"/>
                  </a:lnTo>
                  <a:lnTo>
                    <a:pt x="8341" y="30853"/>
                  </a:lnTo>
                  <a:lnTo>
                    <a:pt x="8187" y="30853"/>
                  </a:lnTo>
                  <a:lnTo>
                    <a:pt x="7994" y="30776"/>
                  </a:lnTo>
                  <a:lnTo>
                    <a:pt x="7839" y="30699"/>
                  </a:lnTo>
                  <a:lnTo>
                    <a:pt x="7685" y="30583"/>
                  </a:lnTo>
                  <a:lnTo>
                    <a:pt x="7376" y="30274"/>
                  </a:lnTo>
                  <a:lnTo>
                    <a:pt x="6874" y="29772"/>
                  </a:lnTo>
                  <a:lnTo>
                    <a:pt x="6681" y="29502"/>
                  </a:lnTo>
                  <a:lnTo>
                    <a:pt x="6488" y="29193"/>
                  </a:lnTo>
                  <a:lnTo>
                    <a:pt x="6295" y="28846"/>
                  </a:lnTo>
                  <a:lnTo>
                    <a:pt x="6102" y="28459"/>
                  </a:lnTo>
                  <a:lnTo>
                    <a:pt x="5986" y="28073"/>
                  </a:lnTo>
                  <a:lnTo>
                    <a:pt x="5909" y="27687"/>
                  </a:lnTo>
                  <a:lnTo>
                    <a:pt x="5870" y="27262"/>
                  </a:lnTo>
                  <a:lnTo>
                    <a:pt x="5870" y="26876"/>
                  </a:lnTo>
                  <a:lnTo>
                    <a:pt x="5909" y="26490"/>
                  </a:lnTo>
                  <a:lnTo>
                    <a:pt x="6024" y="26065"/>
                  </a:lnTo>
                  <a:lnTo>
                    <a:pt x="6024" y="25949"/>
                  </a:lnTo>
                  <a:lnTo>
                    <a:pt x="5947" y="25911"/>
                  </a:lnTo>
                  <a:lnTo>
                    <a:pt x="5870" y="25872"/>
                  </a:lnTo>
                  <a:lnTo>
                    <a:pt x="5793" y="25872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7"/>
                  </a:lnTo>
                  <a:lnTo>
                    <a:pt x="5445" y="25100"/>
                  </a:lnTo>
                  <a:lnTo>
                    <a:pt x="5716" y="24752"/>
                  </a:lnTo>
                  <a:lnTo>
                    <a:pt x="6102" y="24868"/>
                  </a:lnTo>
                  <a:lnTo>
                    <a:pt x="6488" y="24945"/>
                  </a:lnTo>
                  <a:lnTo>
                    <a:pt x="6333" y="25100"/>
                  </a:lnTo>
                  <a:lnTo>
                    <a:pt x="6179" y="25293"/>
                  </a:lnTo>
                  <a:lnTo>
                    <a:pt x="6179" y="25370"/>
                  </a:lnTo>
                  <a:lnTo>
                    <a:pt x="6179" y="25447"/>
                  </a:lnTo>
                  <a:lnTo>
                    <a:pt x="6256" y="25486"/>
                  </a:lnTo>
                  <a:lnTo>
                    <a:pt x="6295" y="25486"/>
                  </a:lnTo>
                  <a:lnTo>
                    <a:pt x="6372" y="25525"/>
                  </a:lnTo>
                  <a:lnTo>
                    <a:pt x="6449" y="25602"/>
                  </a:lnTo>
                  <a:lnTo>
                    <a:pt x="6526" y="25795"/>
                  </a:lnTo>
                  <a:lnTo>
                    <a:pt x="6565" y="26104"/>
                  </a:lnTo>
                  <a:lnTo>
                    <a:pt x="6604" y="26451"/>
                  </a:lnTo>
                  <a:lnTo>
                    <a:pt x="6604" y="27146"/>
                  </a:lnTo>
                  <a:lnTo>
                    <a:pt x="6604" y="27610"/>
                  </a:lnTo>
                  <a:lnTo>
                    <a:pt x="6681" y="28073"/>
                  </a:lnTo>
                  <a:lnTo>
                    <a:pt x="6835" y="28498"/>
                  </a:lnTo>
                  <a:lnTo>
                    <a:pt x="7067" y="28923"/>
                  </a:lnTo>
                  <a:lnTo>
                    <a:pt x="7376" y="29309"/>
                  </a:lnTo>
                  <a:lnTo>
                    <a:pt x="7569" y="29463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49"/>
                  </a:lnTo>
                  <a:lnTo>
                    <a:pt x="8264" y="29849"/>
                  </a:lnTo>
                  <a:lnTo>
                    <a:pt x="8303" y="29811"/>
                  </a:lnTo>
                  <a:lnTo>
                    <a:pt x="8303" y="29734"/>
                  </a:lnTo>
                  <a:lnTo>
                    <a:pt x="8303" y="29695"/>
                  </a:lnTo>
                  <a:lnTo>
                    <a:pt x="8303" y="29656"/>
                  </a:lnTo>
                  <a:lnTo>
                    <a:pt x="8419" y="29154"/>
                  </a:lnTo>
                  <a:lnTo>
                    <a:pt x="8496" y="28614"/>
                  </a:lnTo>
                  <a:lnTo>
                    <a:pt x="8534" y="28112"/>
                  </a:lnTo>
                  <a:lnTo>
                    <a:pt x="8534" y="27571"/>
                  </a:lnTo>
                  <a:lnTo>
                    <a:pt x="8534" y="27069"/>
                  </a:lnTo>
                  <a:lnTo>
                    <a:pt x="8457" y="26567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6"/>
                  </a:lnTo>
                  <a:lnTo>
                    <a:pt x="8650" y="25409"/>
                  </a:lnTo>
                  <a:lnTo>
                    <a:pt x="8650" y="25370"/>
                  </a:lnTo>
                  <a:lnTo>
                    <a:pt x="8612" y="25293"/>
                  </a:lnTo>
                  <a:lnTo>
                    <a:pt x="8380" y="24791"/>
                  </a:lnTo>
                  <a:lnTo>
                    <a:pt x="8805" y="24637"/>
                  </a:lnTo>
                  <a:close/>
                  <a:moveTo>
                    <a:pt x="6449" y="0"/>
                  </a:moveTo>
                  <a:lnTo>
                    <a:pt x="6411" y="39"/>
                  </a:lnTo>
                  <a:lnTo>
                    <a:pt x="6411" y="116"/>
                  </a:lnTo>
                  <a:lnTo>
                    <a:pt x="6333" y="116"/>
                  </a:lnTo>
                  <a:lnTo>
                    <a:pt x="6295" y="193"/>
                  </a:lnTo>
                  <a:lnTo>
                    <a:pt x="5600" y="1275"/>
                  </a:lnTo>
                  <a:lnTo>
                    <a:pt x="4943" y="2433"/>
                  </a:lnTo>
                  <a:lnTo>
                    <a:pt x="4403" y="3591"/>
                  </a:lnTo>
                  <a:lnTo>
                    <a:pt x="3901" y="4827"/>
                  </a:lnTo>
                  <a:lnTo>
                    <a:pt x="3437" y="6063"/>
                  </a:lnTo>
                  <a:lnTo>
                    <a:pt x="3090" y="7298"/>
                  </a:lnTo>
                  <a:lnTo>
                    <a:pt x="2742" y="8573"/>
                  </a:lnTo>
                  <a:lnTo>
                    <a:pt x="2511" y="9847"/>
                  </a:lnTo>
                  <a:lnTo>
                    <a:pt x="2317" y="11160"/>
                  </a:lnTo>
                  <a:lnTo>
                    <a:pt x="2202" y="12473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8"/>
                  </a:lnTo>
                  <a:lnTo>
                    <a:pt x="541" y="18806"/>
                  </a:lnTo>
                  <a:lnTo>
                    <a:pt x="39" y="19462"/>
                  </a:lnTo>
                  <a:lnTo>
                    <a:pt x="1" y="19501"/>
                  </a:lnTo>
                  <a:lnTo>
                    <a:pt x="1" y="19578"/>
                  </a:lnTo>
                  <a:lnTo>
                    <a:pt x="78" y="19694"/>
                  </a:lnTo>
                  <a:lnTo>
                    <a:pt x="39" y="19964"/>
                  </a:lnTo>
                  <a:lnTo>
                    <a:pt x="39" y="20273"/>
                  </a:lnTo>
                  <a:lnTo>
                    <a:pt x="39" y="20543"/>
                  </a:lnTo>
                  <a:lnTo>
                    <a:pt x="78" y="20852"/>
                  </a:lnTo>
                  <a:lnTo>
                    <a:pt x="194" y="21431"/>
                  </a:lnTo>
                  <a:lnTo>
                    <a:pt x="309" y="22011"/>
                  </a:lnTo>
                  <a:lnTo>
                    <a:pt x="387" y="22899"/>
                  </a:lnTo>
                  <a:lnTo>
                    <a:pt x="425" y="23748"/>
                  </a:lnTo>
                  <a:lnTo>
                    <a:pt x="425" y="24637"/>
                  </a:lnTo>
                  <a:lnTo>
                    <a:pt x="387" y="25486"/>
                  </a:lnTo>
                  <a:lnTo>
                    <a:pt x="387" y="25602"/>
                  </a:lnTo>
                  <a:lnTo>
                    <a:pt x="464" y="25640"/>
                  </a:lnTo>
                  <a:lnTo>
                    <a:pt x="503" y="25679"/>
                  </a:lnTo>
                  <a:lnTo>
                    <a:pt x="580" y="25679"/>
                  </a:lnTo>
                  <a:lnTo>
                    <a:pt x="618" y="25756"/>
                  </a:lnTo>
                  <a:lnTo>
                    <a:pt x="696" y="25795"/>
                  </a:lnTo>
                  <a:lnTo>
                    <a:pt x="811" y="25795"/>
                  </a:lnTo>
                  <a:lnTo>
                    <a:pt x="1584" y="25254"/>
                  </a:lnTo>
                  <a:lnTo>
                    <a:pt x="2279" y="24714"/>
                  </a:lnTo>
                  <a:lnTo>
                    <a:pt x="3746" y="23594"/>
                  </a:lnTo>
                  <a:lnTo>
                    <a:pt x="3785" y="23478"/>
                  </a:lnTo>
                  <a:lnTo>
                    <a:pt x="3785" y="23362"/>
                  </a:lnTo>
                  <a:lnTo>
                    <a:pt x="3630" y="22088"/>
                  </a:lnTo>
                  <a:lnTo>
                    <a:pt x="3592" y="20814"/>
                  </a:lnTo>
                  <a:lnTo>
                    <a:pt x="3939" y="21277"/>
                  </a:lnTo>
                  <a:lnTo>
                    <a:pt x="4364" y="21663"/>
                  </a:lnTo>
                  <a:lnTo>
                    <a:pt x="4789" y="22049"/>
                  </a:lnTo>
                  <a:lnTo>
                    <a:pt x="5252" y="22358"/>
                  </a:lnTo>
                  <a:lnTo>
                    <a:pt x="5059" y="22744"/>
                  </a:lnTo>
                  <a:lnTo>
                    <a:pt x="4866" y="23169"/>
                  </a:lnTo>
                  <a:lnTo>
                    <a:pt x="4712" y="23633"/>
                  </a:lnTo>
                  <a:lnTo>
                    <a:pt x="4673" y="23864"/>
                  </a:lnTo>
                  <a:lnTo>
                    <a:pt x="4712" y="24096"/>
                  </a:lnTo>
                  <a:lnTo>
                    <a:pt x="4750" y="24173"/>
                  </a:lnTo>
                  <a:lnTo>
                    <a:pt x="4789" y="24212"/>
                  </a:lnTo>
                  <a:lnTo>
                    <a:pt x="4827" y="24250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5"/>
                  </a:lnTo>
                  <a:lnTo>
                    <a:pt x="5329" y="24868"/>
                  </a:lnTo>
                  <a:lnTo>
                    <a:pt x="5175" y="25061"/>
                  </a:lnTo>
                  <a:lnTo>
                    <a:pt x="5020" y="25254"/>
                  </a:lnTo>
                  <a:lnTo>
                    <a:pt x="4905" y="25486"/>
                  </a:lnTo>
                  <a:lnTo>
                    <a:pt x="4827" y="25718"/>
                  </a:lnTo>
                  <a:lnTo>
                    <a:pt x="4750" y="25949"/>
                  </a:lnTo>
                  <a:lnTo>
                    <a:pt x="4712" y="26220"/>
                  </a:lnTo>
                  <a:lnTo>
                    <a:pt x="4712" y="26490"/>
                  </a:lnTo>
                  <a:lnTo>
                    <a:pt x="4712" y="26567"/>
                  </a:lnTo>
                  <a:lnTo>
                    <a:pt x="4789" y="26644"/>
                  </a:lnTo>
                  <a:lnTo>
                    <a:pt x="4943" y="26644"/>
                  </a:lnTo>
                  <a:lnTo>
                    <a:pt x="5638" y="26297"/>
                  </a:lnTo>
                  <a:lnTo>
                    <a:pt x="5638" y="26297"/>
                  </a:lnTo>
                  <a:lnTo>
                    <a:pt x="5561" y="26722"/>
                  </a:lnTo>
                  <a:lnTo>
                    <a:pt x="5561" y="27146"/>
                  </a:lnTo>
                  <a:lnTo>
                    <a:pt x="5561" y="27533"/>
                  </a:lnTo>
                  <a:lnTo>
                    <a:pt x="5638" y="27957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3"/>
                  </a:lnTo>
                  <a:lnTo>
                    <a:pt x="6642" y="30004"/>
                  </a:lnTo>
                  <a:lnTo>
                    <a:pt x="6913" y="30351"/>
                  </a:lnTo>
                  <a:lnTo>
                    <a:pt x="7183" y="30660"/>
                  </a:lnTo>
                  <a:lnTo>
                    <a:pt x="7530" y="30969"/>
                  </a:lnTo>
                  <a:lnTo>
                    <a:pt x="7839" y="31162"/>
                  </a:lnTo>
                  <a:lnTo>
                    <a:pt x="7994" y="31240"/>
                  </a:lnTo>
                  <a:lnTo>
                    <a:pt x="8148" y="31317"/>
                  </a:lnTo>
                  <a:lnTo>
                    <a:pt x="8303" y="31317"/>
                  </a:lnTo>
                  <a:lnTo>
                    <a:pt x="8457" y="31278"/>
                  </a:lnTo>
                  <a:lnTo>
                    <a:pt x="8612" y="31240"/>
                  </a:lnTo>
                  <a:lnTo>
                    <a:pt x="8766" y="31162"/>
                  </a:lnTo>
                  <a:lnTo>
                    <a:pt x="8998" y="30892"/>
                  </a:lnTo>
                  <a:lnTo>
                    <a:pt x="9230" y="30583"/>
                  </a:lnTo>
                  <a:lnTo>
                    <a:pt x="9423" y="30236"/>
                  </a:lnTo>
                  <a:lnTo>
                    <a:pt x="9577" y="29849"/>
                  </a:lnTo>
                  <a:lnTo>
                    <a:pt x="9693" y="29463"/>
                  </a:lnTo>
                  <a:lnTo>
                    <a:pt x="9847" y="28807"/>
                  </a:lnTo>
                  <a:lnTo>
                    <a:pt x="9886" y="28228"/>
                  </a:lnTo>
                  <a:lnTo>
                    <a:pt x="9847" y="27610"/>
                  </a:lnTo>
                  <a:lnTo>
                    <a:pt x="9770" y="27031"/>
                  </a:lnTo>
                  <a:lnTo>
                    <a:pt x="9577" y="26490"/>
                  </a:lnTo>
                  <a:lnTo>
                    <a:pt x="9770" y="26529"/>
                  </a:lnTo>
                  <a:lnTo>
                    <a:pt x="9963" y="26567"/>
                  </a:lnTo>
                  <a:lnTo>
                    <a:pt x="10156" y="26606"/>
                  </a:lnTo>
                  <a:lnTo>
                    <a:pt x="10388" y="26606"/>
                  </a:lnTo>
                  <a:lnTo>
                    <a:pt x="10465" y="26567"/>
                  </a:lnTo>
                  <a:lnTo>
                    <a:pt x="10542" y="26529"/>
                  </a:lnTo>
                  <a:lnTo>
                    <a:pt x="10542" y="26451"/>
                  </a:lnTo>
                  <a:lnTo>
                    <a:pt x="10542" y="26336"/>
                  </a:lnTo>
                  <a:lnTo>
                    <a:pt x="10233" y="25834"/>
                  </a:lnTo>
                  <a:lnTo>
                    <a:pt x="9925" y="25332"/>
                  </a:lnTo>
                  <a:lnTo>
                    <a:pt x="9538" y="24868"/>
                  </a:lnTo>
                  <a:lnTo>
                    <a:pt x="9114" y="24482"/>
                  </a:lnTo>
                  <a:lnTo>
                    <a:pt x="9616" y="24135"/>
                  </a:lnTo>
                  <a:lnTo>
                    <a:pt x="9693" y="24057"/>
                  </a:lnTo>
                  <a:lnTo>
                    <a:pt x="9732" y="23980"/>
                  </a:lnTo>
                  <a:lnTo>
                    <a:pt x="9770" y="23941"/>
                  </a:lnTo>
                  <a:lnTo>
                    <a:pt x="9732" y="23864"/>
                  </a:lnTo>
                  <a:lnTo>
                    <a:pt x="9307" y="23092"/>
                  </a:lnTo>
                  <a:lnTo>
                    <a:pt x="9114" y="22706"/>
                  </a:lnTo>
                  <a:lnTo>
                    <a:pt x="8959" y="22281"/>
                  </a:lnTo>
                  <a:lnTo>
                    <a:pt x="9114" y="22204"/>
                  </a:lnTo>
                  <a:lnTo>
                    <a:pt x="9423" y="21933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8"/>
                  </a:lnTo>
                  <a:lnTo>
                    <a:pt x="10118" y="21895"/>
                  </a:lnTo>
                  <a:lnTo>
                    <a:pt x="10040" y="22822"/>
                  </a:lnTo>
                  <a:lnTo>
                    <a:pt x="10079" y="22899"/>
                  </a:lnTo>
                  <a:lnTo>
                    <a:pt x="10156" y="22976"/>
                  </a:lnTo>
                  <a:lnTo>
                    <a:pt x="10813" y="23401"/>
                  </a:lnTo>
                  <a:lnTo>
                    <a:pt x="11469" y="23826"/>
                  </a:lnTo>
                  <a:lnTo>
                    <a:pt x="12126" y="24289"/>
                  </a:lnTo>
                  <a:lnTo>
                    <a:pt x="12743" y="24752"/>
                  </a:lnTo>
                  <a:lnTo>
                    <a:pt x="12859" y="24830"/>
                  </a:lnTo>
                  <a:lnTo>
                    <a:pt x="12975" y="24791"/>
                  </a:lnTo>
                  <a:lnTo>
                    <a:pt x="13052" y="24752"/>
                  </a:lnTo>
                  <a:lnTo>
                    <a:pt x="13091" y="24637"/>
                  </a:lnTo>
                  <a:lnTo>
                    <a:pt x="13323" y="21393"/>
                  </a:lnTo>
                  <a:lnTo>
                    <a:pt x="13400" y="19771"/>
                  </a:lnTo>
                  <a:lnTo>
                    <a:pt x="13439" y="18960"/>
                  </a:lnTo>
                  <a:lnTo>
                    <a:pt x="13400" y="18188"/>
                  </a:lnTo>
                  <a:lnTo>
                    <a:pt x="13361" y="18072"/>
                  </a:lnTo>
                  <a:lnTo>
                    <a:pt x="13323" y="18033"/>
                  </a:lnTo>
                  <a:lnTo>
                    <a:pt x="13284" y="18033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4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8"/>
                  </a:lnTo>
                  <a:lnTo>
                    <a:pt x="10620" y="13631"/>
                  </a:lnTo>
                  <a:lnTo>
                    <a:pt x="10504" y="12705"/>
                  </a:lnTo>
                  <a:lnTo>
                    <a:pt x="10233" y="11121"/>
                  </a:lnTo>
                  <a:lnTo>
                    <a:pt x="9886" y="9538"/>
                  </a:lnTo>
                  <a:lnTo>
                    <a:pt x="9500" y="7955"/>
                  </a:lnTo>
                  <a:lnTo>
                    <a:pt x="9036" y="6410"/>
                  </a:lnTo>
                  <a:lnTo>
                    <a:pt x="8534" y="4866"/>
                  </a:lnTo>
                  <a:lnTo>
                    <a:pt x="7994" y="3321"/>
                  </a:lnTo>
                  <a:lnTo>
                    <a:pt x="7415" y="1815"/>
                  </a:lnTo>
                  <a:lnTo>
                    <a:pt x="6835" y="309"/>
                  </a:lnTo>
                  <a:lnTo>
                    <a:pt x="6797" y="232"/>
                  </a:lnTo>
                  <a:lnTo>
                    <a:pt x="6720" y="193"/>
                  </a:lnTo>
                  <a:lnTo>
                    <a:pt x="6642" y="155"/>
                  </a:lnTo>
                  <a:lnTo>
                    <a:pt x="6604" y="39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18"/>
            <p:cNvSpPr/>
            <p:nvPr/>
          </p:nvSpPr>
          <p:spPr>
            <a:xfrm>
              <a:off x="6111425" y="39739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0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18"/>
            <p:cNvSpPr/>
            <p:nvPr/>
          </p:nvSpPr>
          <p:spPr>
            <a:xfrm>
              <a:off x="5921250" y="4000950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5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3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18"/>
            <p:cNvSpPr/>
            <p:nvPr/>
          </p:nvSpPr>
          <p:spPr>
            <a:xfrm>
              <a:off x="6044825" y="4051150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5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18"/>
            <p:cNvSpPr/>
            <p:nvPr/>
          </p:nvSpPr>
          <p:spPr>
            <a:xfrm>
              <a:off x="1792350" y="4089775"/>
              <a:ext cx="345650" cy="269350"/>
            </a:xfrm>
            <a:custGeom>
              <a:avLst/>
              <a:gdLst/>
              <a:ahLst/>
              <a:cxnLst/>
              <a:rect l="l" t="t" r="r" b="b"/>
              <a:pathLst>
                <a:path w="13826" h="10774" extrusionOk="0">
                  <a:moveTo>
                    <a:pt x="3438" y="1004"/>
                  </a:moveTo>
                  <a:lnTo>
                    <a:pt x="3515" y="1081"/>
                  </a:lnTo>
                  <a:lnTo>
                    <a:pt x="3631" y="1159"/>
                  </a:lnTo>
                  <a:lnTo>
                    <a:pt x="3669" y="1275"/>
                  </a:lnTo>
                  <a:lnTo>
                    <a:pt x="3669" y="1429"/>
                  </a:lnTo>
                  <a:lnTo>
                    <a:pt x="3592" y="1661"/>
                  </a:lnTo>
                  <a:lnTo>
                    <a:pt x="3515" y="1815"/>
                  </a:lnTo>
                  <a:lnTo>
                    <a:pt x="3360" y="1931"/>
                  </a:lnTo>
                  <a:lnTo>
                    <a:pt x="3167" y="1970"/>
                  </a:lnTo>
                  <a:lnTo>
                    <a:pt x="2974" y="2008"/>
                  </a:lnTo>
                  <a:lnTo>
                    <a:pt x="2781" y="2008"/>
                  </a:lnTo>
                  <a:lnTo>
                    <a:pt x="2356" y="1931"/>
                  </a:lnTo>
                  <a:lnTo>
                    <a:pt x="2395" y="1892"/>
                  </a:lnTo>
                  <a:lnTo>
                    <a:pt x="2472" y="1661"/>
                  </a:lnTo>
                  <a:lnTo>
                    <a:pt x="2588" y="1429"/>
                  </a:lnTo>
                  <a:lnTo>
                    <a:pt x="2704" y="1236"/>
                  </a:lnTo>
                  <a:lnTo>
                    <a:pt x="2897" y="1081"/>
                  </a:lnTo>
                  <a:lnTo>
                    <a:pt x="3013" y="1004"/>
                  </a:lnTo>
                  <a:close/>
                  <a:moveTo>
                    <a:pt x="1044" y="1468"/>
                  </a:moveTo>
                  <a:lnTo>
                    <a:pt x="1237" y="1545"/>
                  </a:lnTo>
                  <a:lnTo>
                    <a:pt x="1430" y="1622"/>
                  </a:lnTo>
                  <a:lnTo>
                    <a:pt x="1623" y="1777"/>
                  </a:lnTo>
                  <a:lnTo>
                    <a:pt x="1816" y="1892"/>
                  </a:lnTo>
                  <a:lnTo>
                    <a:pt x="1507" y="2201"/>
                  </a:lnTo>
                  <a:lnTo>
                    <a:pt x="1314" y="2356"/>
                  </a:lnTo>
                  <a:lnTo>
                    <a:pt x="1121" y="2433"/>
                  </a:lnTo>
                  <a:lnTo>
                    <a:pt x="966" y="2472"/>
                  </a:lnTo>
                  <a:lnTo>
                    <a:pt x="812" y="2472"/>
                  </a:lnTo>
                  <a:lnTo>
                    <a:pt x="696" y="2433"/>
                  </a:lnTo>
                  <a:lnTo>
                    <a:pt x="580" y="2394"/>
                  </a:lnTo>
                  <a:lnTo>
                    <a:pt x="464" y="2317"/>
                  </a:lnTo>
                  <a:lnTo>
                    <a:pt x="387" y="2201"/>
                  </a:lnTo>
                  <a:lnTo>
                    <a:pt x="387" y="2085"/>
                  </a:lnTo>
                  <a:lnTo>
                    <a:pt x="426" y="1892"/>
                  </a:lnTo>
                  <a:lnTo>
                    <a:pt x="503" y="1699"/>
                  </a:lnTo>
                  <a:lnTo>
                    <a:pt x="657" y="1545"/>
                  </a:lnTo>
                  <a:lnTo>
                    <a:pt x="850" y="1468"/>
                  </a:lnTo>
                  <a:close/>
                  <a:moveTo>
                    <a:pt x="4866" y="3823"/>
                  </a:moveTo>
                  <a:lnTo>
                    <a:pt x="5021" y="3862"/>
                  </a:lnTo>
                  <a:lnTo>
                    <a:pt x="5137" y="3939"/>
                  </a:lnTo>
                  <a:lnTo>
                    <a:pt x="5253" y="4055"/>
                  </a:lnTo>
                  <a:lnTo>
                    <a:pt x="5330" y="4171"/>
                  </a:lnTo>
                  <a:lnTo>
                    <a:pt x="5330" y="4325"/>
                  </a:lnTo>
                  <a:lnTo>
                    <a:pt x="5330" y="4441"/>
                  </a:lnTo>
                  <a:lnTo>
                    <a:pt x="5291" y="4557"/>
                  </a:lnTo>
                  <a:lnTo>
                    <a:pt x="5137" y="4788"/>
                  </a:lnTo>
                  <a:lnTo>
                    <a:pt x="4944" y="4982"/>
                  </a:lnTo>
                  <a:lnTo>
                    <a:pt x="4751" y="5097"/>
                  </a:lnTo>
                  <a:lnTo>
                    <a:pt x="4557" y="5136"/>
                  </a:lnTo>
                  <a:lnTo>
                    <a:pt x="4171" y="5213"/>
                  </a:lnTo>
                  <a:lnTo>
                    <a:pt x="4171" y="5213"/>
                  </a:lnTo>
                  <a:lnTo>
                    <a:pt x="4210" y="4750"/>
                  </a:lnTo>
                  <a:lnTo>
                    <a:pt x="4287" y="4557"/>
                  </a:lnTo>
                  <a:lnTo>
                    <a:pt x="4364" y="4325"/>
                  </a:lnTo>
                  <a:lnTo>
                    <a:pt x="4519" y="4055"/>
                  </a:lnTo>
                  <a:lnTo>
                    <a:pt x="4635" y="3978"/>
                  </a:lnTo>
                  <a:lnTo>
                    <a:pt x="4751" y="3900"/>
                  </a:lnTo>
                  <a:lnTo>
                    <a:pt x="4866" y="3823"/>
                  </a:lnTo>
                  <a:close/>
                  <a:moveTo>
                    <a:pt x="7299" y="4518"/>
                  </a:moveTo>
                  <a:lnTo>
                    <a:pt x="7415" y="4595"/>
                  </a:lnTo>
                  <a:lnTo>
                    <a:pt x="7492" y="4673"/>
                  </a:lnTo>
                  <a:lnTo>
                    <a:pt x="7531" y="4788"/>
                  </a:lnTo>
                  <a:lnTo>
                    <a:pt x="7569" y="4943"/>
                  </a:lnTo>
                  <a:lnTo>
                    <a:pt x="7608" y="5175"/>
                  </a:lnTo>
                  <a:lnTo>
                    <a:pt x="7569" y="5445"/>
                  </a:lnTo>
                  <a:lnTo>
                    <a:pt x="7531" y="5677"/>
                  </a:lnTo>
                  <a:lnTo>
                    <a:pt x="7454" y="5908"/>
                  </a:lnTo>
                  <a:lnTo>
                    <a:pt x="7299" y="6101"/>
                  </a:lnTo>
                  <a:lnTo>
                    <a:pt x="7145" y="6294"/>
                  </a:lnTo>
                  <a:lnTo>
                    <a:pt x="6913" y="5870"/>
                  </a:lnTo>
                  <a:lnTo>
                    <a:pt x="6797" y="5677"/>
                  </a:lnTo>
                  <a:lnTo>
                    <a:pt x="6759" y="5445"/>
                  </a:lnTo>
                  <a:lnTo>
                    <a:pt x="6720" y="5136"/>
                  </a:lnTo>
                  <a:lnTo>
                    <a:pt x="6759" y="4943"/>
                  </a:lnTo>
                  <a:lnTo>
                    <a:pt x="6797" y="4788"/>
                  </a:lnTo>
                  <a:lnTo>
                    <a:pt x="6874" y="4634"/>
                  </a:lnTo>
                  <a:lnTo>
                    <a:pt x="6990" y="4557"/>
                  </a:lnTo>
                  <a:lnTo>
                    <a:pt x="7106" y="4518"/>
                  </a:lnTo>
                  <a:close/>
                  <a:moveTo>
                    <a:pt x="11161" y="4982"/>
                  </a:moveTo>
                  <a:lnTo>
                    <a:pt x="11276" y="5059"/>
                  </a:lnTo>
                  <a:lnTo>
                    <a:pt x="11354" y="5136"/>
                  </a:lnTo>
                  <a:lnTo>
                    <a:pt x="11392" y="5252"/>
                  </a:lnTo>
                  <a:lnTo>
                    <a:pt x="11431" y="5368"/>
                  </a:lnTo>
                  <a:lnTo>
                    <a:pt x="11392" y="5677"/>
                  </a:lnTo>
                  <a:lnTo>
                    <a:pt x="11315" y="5986"/>
                  </a:lnTo>
                  <a:lnTo>
                    <a:pt x="11161" y="6217"/>
                  </a:lnTo>
                  <a:lnTo>
                    <a:pt x="11083" y="6333"/>
                  </a:lnTo>
                  <a:lnTo>
                    <a:pt x="10968" y="6372"/>
                  </a:lnTo>
                  <a:lnTo>
                    <a:pt x="10890" y="6410"/>
                  </a:lnTo>
                  <a:lnTo>
                    <a:pt x="10736" y="6410"/>
                  </a:lnTo>
                  <a:lnTo>
                    <a:pt x="10697" y="6449"/>
                  </a:lnTo>
                  <a:lnTo>
                    <a:pt x="10659" y="6449"/>
                  </a:lnTo>
                  <a:lnTo>
                    <a:pt x="10466" y="6101"/>
                  </a:lnTo>
                  <a:lnTo>
                    <a:pt x="10388" y="5947"/>
                  </a:lnTo>
                  <a:lnTo>
                    <a:pt x="10350" y="5715"/>
                  </a:lnTo>
                  <a:lnTo>
                    <a:pt x="10350" y="5484"/>
                  </a:lnTo>
                  <a:lnTo>
                    <a:pt x="10427" y="5252"/>
                  </a:lnTo>
                  <a:lnTo>
                    <a:pt x="10581" y="5097"/>
                  </a:lnTo>
                  <a:lnTo>
                    <a:pt x="10697" y="5059"/>
                  </a:lnTo>
                  <a:lnTo>
                    <a:pt x="10813" y="4982"/>
                  </a:lnTo>
                  <a:close/>
                  <a:moveTo>
                    <a:pt x="3052" y="5522"/>
                  </a:moveTo>
                  <a:lnTo>
                    <a:pt x="3476" y="5561"/>
                  </a:lnTo>
                  <a:lnTo>
                    <a:pt x="3283" y="5947"/>
                  </a:lnTo>
                  <a:lnTo>
                    <a:pt x="3167" y="6140"/>
                  </a:lnTo>
                  <a:lnTo>
                    <a:pt x="3013" y="6294"/>
                  </a:lnTo>
                  <a:lnTo>
                    <a:pt x="2858" y="6410"/>
                  </a:lnTo>
                  <a:lnTo>
                    <a:pt x="2704" y="6488"/>
                  </a:lnTo>
                  <a:lnTo>
                    <a:pt x="2472" y="6488"/>
                  </a:lnTo>
                  <a:lnTo>
                    <a:pt x="2279" y="6410"/>
                  </a:lnTo>
                  <a:lnTo>
                    <a:pt x="2125" y="6294"/>
                  </a:lnTo>
                  <a:lnTo>
                    <a:pt x="2086" y="6179"/>
                  </a:lnTo>
                  <a:lnTo>
                    <a:pt x="2086" y="6063"/>
                  </a:lnTo>
                  <a:lnTo>
                    <a:pt x="2125" y="5908"/>
                  </a:lnTo>
                  <a:lnTo>
                    <a:pt x="2241" y="5792"/>
                  </a:lnTo>
                  <a:lnTo>
                    <a:pt x="2356" y="5677"/>
                  </a:lnTo>
                  <a:lnTo>
                    <a:pt x="2472" y="5599"/>
                  </a:lnTo>
                  <a:lnTo>
                    <a:pt x="2588" y="5561"/>
                  </a:lnTo>
                  <a:lnTo>
                    <a:pt x="2820" y="5522"/>
                  </a:lnTo>
                  <a:close/>
                  <a:moveTo>
                    <a:pt x="7222" y="6796"/>
                  </a:moveTo>
                  <a:lnTo>
                    <a:pt x="7183" y="7260"/>
                  </a:lnTo>
                  <a:lnTo>
                    <a:pt x="7106" y="7453"/>
                  </a:lnTo>
                  <a:lnTo>
                    <a:pt x="7029" y="7685"/>
                  </a:lnTo>
                  <a:lnTo>
                    <a:pt x="6874" y="7916"/>
                  </a:lnTo>
                  <a:lnTo>
                    <a:pt x="6681" y="8148"/>
                  </a:lnTo>
                  <a:lnTo>
                    <a:pt x="6565" y="8225"/>
                  </a:lnTo>
                  <a:lnTo>
                    <a:pt x="6450" y="8264"/>
                  </a:lnTo>
                  <a:lnTo>
                    <a:pt x="6295" y="8302"/>
                  </a:lnTo>
                  <a:lnTo>
                    <a:pt x="6141" y="8225"/>
                  </a:lnTo>
                  <a:lnTo>
                    <a:pt x="6025" y="8148"/>
                  </a:lnTo>
                  <a:lnTo>
                    <a:pt x="5948" y="8032"/>
                  </a:lnTo>
                  <a:lnTo>
                    <a:pt x="5909" y="7916"/>
                  </a:lnTo>
                  <a:lnTo>
                    <a:pt x="5909" y="7800"/>
                  </a:lnTo>
                  <a:lnTo>
                    <a:pt x="5948" y="7646"/>
                  </a:lnTo>
                  <a:lnTo>
                    <a:pt x="6025" y="7530"/>
                  </a:lnTo>
                  <a:lnTo>
                    <a:pt x="6179" y="7298"/>
                  </a:lnTo>
                  <a:lnTo>
                    <a:pt x="6411" y="7144"/>
                  </a:lnTo>
                  <a:lnTo>
                    <a:pt x="6643" y="7028"/>
                  </a:lnTo>
                  <a:lnTo>
                    <a:pt x="7183" y="6835"/>
                  </a:lnTo>
                  <a:lnTo>
                    <a:pt x="7183" y="6796"/>
                  </a:lnTo>
                  <a:close/>
                  <a:moveTo>
                    <a:pt x="10620" y="7144"/>
                  </a:moveTo>
                  <a:lnTo>
                    <a:pt x="10659" y="7337"/>
                  </a:lnTo>
                  <a:lnTo>
                    <a:pt x="10697" y="7530"/>
                  </a:lnTo>
                  <a:lnTo>
                    <a:pt x="10697" y="7685"/>
                  </a:lnTo>
                  <a:lnTo>
                    <a:pt x="10659" y="7878"/>
                  </a:lnTo>
                  <a:lnTo>
                    <a:pt x="10620" y="8032"/>
                  </a:lnTo>
                  <a:lnTo>
                    <a:pt x="10504" y="8187"/>
                  </a:lnTo>
                  <a:lnTo>
                    <a:pt x="10427" y="8341"/>
                  </a:lnTo>
                  <a:lnTo>
                    <a:pt x="10272" y="8457"/>
                  </a:lnTo>
                  <a:lnTo>
                    <a:pt x="10118" y="8573"/>
                  </a:lnTo>
                  <a:lnTo>
                    <a:pt x="9925" y="8611"/>
                  </a:lnTo>
                  <a:lnTo>
                    <a:pt x="9848" y="8573"/>
                  </a:lnTo>
                  <a:lnTo>
                    <a:pt x="9770" y="8573"/>
                  </a:lnTo>
                  <a:lnTo>
                    <a:pt x="9732" y="8496"/>
                  </a:lnTo>
                  <a:lnTo>
                    <a:pt x="9655" y="8418"/>
                  </a:lnTo>
                  <a:lnTo>
                    <a:pt x="9616" y="8225"/>
                  </a:lnTo>
                  <a:lnTo>
                    <a:pt x="9655" y="8071"/>
                  </a:lnTo>
                  <a:lnTo>
                    <a:pt x="9732" y="7916"/>
                  </a:lnTo>
                  <a:lnTo>
                    <a:pt x="9809" y="7762"/>
                  </a:lnTo>
                  <a:lnTo>
                    <a:pt x="10002" y="7569"/>
                  </a:lnTo>
                  <a:lnTo>
                    <a:pt x="10195" y="7414"/>
                  </a:lnTo>
                  <a:lnTo>
                    <a:pt x="10388" y="7260"/>
                  </a:lnTo>
                  <a:lnTo>
                    <a:pt x="10620" y="7144"/>
                  </a:lnTo>
                  <a:close/>
                  <a:moveTo>
                    <a:pt x="1854" y="0"/>
                  </a:moveTo>
                  <a:lnTo>
                    <a:pt x="1507" y="39"/>
                  </a:lnTo>
                  <a:lnTo>
                    <a:pt x="1584" y="734"/>
                  </a:lnTo>
                  <a:lnTo>
                    <a:pt x="1700" y="1429"/>
                  </a:lnTo>
                  <a:lnTo>
                    <a:pt x="1584" y="1313"/>
                  </a:lnTo>
                  <a:lnTo>
                    <a:pt x="1430" y="1236"/>
                  </a:lnTo>
                  <a:lnTo>
                    <a:pt x="1275" y="1159"/>
                  </a:lnTo>
                  <a:lnTo>
                    <a:pt x="1082" y="1120"/>
                  </a:lnTo>
                  <a:lnTo>
                    <a:pt x="889" y="1120"/>
                  </a:lnTo>
                  <a:lnTo>
                    <a:pt x="735" y="1159"/>
                  </a:lnTo>
                  <a:lnTo>
                    <a:pt x="542" y="1236"/>
                  </a:lnTo>
                  <a:lnTo>
                    <a:pt x="387" y="1313"/>
                  </a:lnTo>
                  <a:lnTo>
                    <a:pt x="271" y="1429"/>
                  </a:lnTo>
                  <a:lnTo>
                    <a:pt x="155" y="1545"/>
                  </a:lnTo>
                  <a:lnTo>
                    <a:pt x="78" y="1738"/>
                  </a:lnTo>
                  <a:lnTo>
                    <a:pt x="40" y="1892"/>
                  </a:lnTo>
                  <a:lnTo>
                    <a:pt x="1" y="2085"/>
                  </a:lnTo>
                  <a:lnTo>
                    <a:pt x="40" y="2240"/>
                  </a:lnTo>
                  <a:lnTo>
                    <a:pt x="78" y="2394"/>
                  </a:lnTo>
                  <a:lnTo>
                    <a:pt x="155" y="2549"/>
                  </a:lnTo>
                  <a:lnTo>
                    <a:pt x="271" y="2665"/>
                  </a:lnTo>
                  <a:lnTo>
                    <a:pt x="387" y="2742"/>
                  </a:lnTo>
                  <a:lnTo>
                    <a:pt x="542" y="2819"/>
                  </a:lnTo>
                  <a:lnTo>
                    <a:pt x="735" y="2858"/>
                  </a:lnTo>
                  <a:lnTo>
                    <a:pt x="1044" y="2858"/>
                  </a:lnTo>
                  <a:lnTo>
                    <a:pt x="1352" y="2742"/>
                  </a:lnTo>
                  <a:lnTo>
                    <a:pt x="1661" y="2587"/>
                  </a:lnTo>
                  <a:lnTo>
                    <a:pt x="1932" y="2356"/>
                  </a:lnTo>
                  <a:lnTo>
                    <a:pt x="2163" y="3089"/>
                  </a:lnTo>
                  <a:lnTo>
                    <a:pt x="2434" y="3823"/>
                  </a:lnTo>
                  <a:lnTo>
                    <a:pt x="2820" y="4518"/>
                  </a:lnTo>
                  <a:lnTo>
                    <a:pt x="3013" y="4827"/>
                  </a:lnTo>
                  <a:lnTo>
                    <a:pt x="3245" y="5136"/>
                  </a:lnTo>
                  <a:lnTo>
                    <a:pt x="2936" y="5136"/>
                  </a:lnTo>
                  <a:lnTo>
                    <a:pt x="2588" y="5175"/>
                  </a:lnTo>
                  <a:lnTo>
                    <a:pt x="2318" y="5252"/>
                  </a:lnTo>
                  <a:lnTo>
                    <a:pt x="2048" y="5445"/>
                  </a:lnTo>
                  <a:lnTo>
                    <a:pt x="1932" y="5561"/>
                  </a:lnTo>
                  <a:lnTo>
                    <a:pt x="1854" y="5677"/>
                  </a:lnTo>
                  <a:lnTo>
                    <a:pt x="1777" y="5831"/>
                  </a:lnTo>
                  <a:lnTo>
                    <a:pt x="1739" y="5986"/>
                  </a:lnTo>
                  <a:lnTo>
                    <a:pt x="1700" y="6140"/>
                  </a:lnTo>
                  <a:lnTo>
                    <a:pt x="1739" y="6294"/>
                  </a:lnTo>
                  <a:lnTo>
                    <a:pt x="1777" y="6449"/>
                  </a:lnTo>
                  <a:lnTo>
                    <a:pt x="1893" y="6603"/>
                  </a:lnTo>
                  <a:lnTo>
                    <a:pt x="2009" y="6681"/>
                  </a:lnTo>
                  <a:lnTo>
                    <a:pt x="2125" y="6758"/>
                  </a:lnTo>
                  <a:lnTo>
                    <a:pt x="2279" y="6835"/>
                  </a:lnTo>
                  <a:lnTo>
                    <a:pt x="2434" y="6874"/>
                  </a:lnTo>
                  <a:lnTo>
                    <a:pt x="2588" y="6874"/>
                  </a:lnTo>
                  <a:lnTo>
                    <a:pt x="2743" y="6835"/>
                  </a:lnTo>
                  <a:lnTo>
                    <a:pt x="2897" y="6796"/>
                  </a:lnTo>
                  <a:lnTo>
                    <a:pt x="3052" y="6719"/>
                  </a:lnTo>
                  <a:lnTo>
                    <a:pt x="3283" y="6526"/>
                  </a:lnTo>
                  <a:lnTo>
                    <a:pt x="3476" y="6294"/>
                  </a:lnTo>
                  <a:lnTo>
                    <a:pt x="3631" y="5986"/>
                  </a:lnTo>
                  <a:lnTo>
                    <a:pt x="3747" y="5677"/>
                  </a:lnTo>
                  <a:lnTo>
                    <a:pt x="4171" y="6024"/>
                  </a:lnTo>
                  <a:lnTo>
                    <a:pt x="4635" y="6333"/>
                  </a:lnTo>
                  <a:lnTo>
                    <a:pt x="5137" y="6565"/>
                  </a:lnTo>
                  <a:lnTo>
                    <a:pt x="5716" y="6719"/>
                  </a:lnTo>
                  <a:lnTo>
                    <a:pt x="6218" y="6796"/>
                  </a:lnTo>
                  <a:lnTo>
                    <a:pt x="6025" y="6912"/>
                  </a:lnTo>
                  <a:lnTo>
                    <a:pt x="5870" y="7028"/>
                  </a:lnTo>
                  <a:lnTo>
                    <a:pt x="5755" y="7183"/>
                  </a:lnTo>
                  <a:lnTo>
                    <a:pt x="5639" y="7376"/>
                  </a:lnTo>
                  <a:lnTo>
                    <a:pt x="5561" y="7530"/>
                  </a:lnTo>
                  <a:lnTo>
                    <a:pt x="5523" y="7685"/>
                  </a:lnTo>
                  <a:lnTo>
                    <a:pt x="5523" y="7878"/>
                  </a:lnTo>
                  <a:lnTo>
                    <a:pt x="5523" y="8032"/>
                  </a:lnTo>
                  <a:lnTo>
                    <a:pt x="5561" y="8187"/>
                  </a:lnTo>
                  <a:lnTo>
                    <a:pt x="5639" y="8341"/>
                  </a:lnTo>
                  <a:lnTo>
                    <a:pt x="5755" y="8457"/>
                  </a:lnTo>
                  <a:lnTo>
                    <a:pt x="5909" y="8573"/>
                  </a:lnTo>
                  <a:lnTo>
                    <a:pt x="6063" y="8650"/>
                  </a:lnTo>
                  <a:lnTo>
                    <a:pt x="6257" y="8689"/>
                  </a:lnTo>
                  <a:lnTo>
                    <a:pt x="6411" y="8689"/>
                  </a:lnTo>
                  <a:lnTo>
                    <a:pt x="6604" y="8650"/>
                  </a:lnTo>
                  <a:lnTo>
                    <a:pt x="6759" y="8573"/>
                  </a:lnTo>
                  <a:lnTo>
                    <a:pt x="6952" y="8457"/>
                  </a:lnTo>
                  <a:lnTo>
                    <a:pt x="7067" y="8341"/>
                  </a:lnTo>
                  <a:lnTo>
                    <a:pt x="7183" y="8187"/>
                  </a:lnTo>
                  <a:lnTo>
                    <a:pt x="7376" y="7878"/>
                  </a:lnTo>
                  <a:lnTo>
                    <a:pt x="7492" y="7530"/>
                  </a:lnTo>
                  <a:lnTo>
                    <a:pt x="7531" y="7183"/>
                  </a:lnTo>
                  <a:lnTo>
                    <a:pt x="7531" y="6796"/>
                  </a:lnTo>
                  <a:lnTo>
                    <a:pt x="8882" y="6719"/>
                  </a:lnTo>
                  <a:lnTo>
                    <a:pt x="9577" y="6719"/>
                  </a:lnTo>
                  <a:lnTo>
                    <a:pt x="10272" y="6796"/>
                  </a:lnTo>
                  <a:lnTo>
                    <a:pt x="10466" y="6835"/>
                  </a:lnTo>
                  <a:lnTo>
                    <a:pt x="10311" y="6912"/>
                  </a:lnTo>
                  <a:lnTo>
                    <a:pt x="10118" y="7028"/>
                  </a:lnTo>
                  <a:lnTo>
                    <a:pt x="9809" y="7260"/>
                  </a:lnTo>
                  <a:lnTo>
                    <a:pt x="9539" y="7569"/>
                  </a:lnTo>
                  <a:lnTo>
                    <a:pt x="9423" y="7723"/>
                  </a:lnTo>
                  <a:lnTo>
                    <a:pt x="9346" y="7916"/>
                  </a:lnTo>
                  <a:lnTo>
                    <a:pt x="9307" y="8109"/>
                  </a:lnTo>
                  <a:lnTo>
                    <a:pt x="9269" y="8264"/>
                  </a:lnTo>
                  <a:lnTo>
                    <a:pt x="9307" y="8457"/>
                  </a:lnTo>
                  <a:lnTo>
                    <a:pt x="9384" y="8611"/>
                  </a:lnTo>
                  <a:lnTo>
                    <a:pt x="9462" y="8766"/>
                  </a:lnTo>
                  <a:lnTo>
                    <a:pt x="9616" y="8882"/>
                  </a:lnTo>
                  <a:lnTo>
                    <a:pt x="9770" y="8959"/>
                  </a:lnTo>
                  <a:lnTo>
                    <a:pt x="9964" y="8998"/>
                  </a:lnTo>
                  <a:lnTo>
                    <a:pt x="10157" y="8959"/>
                  </a:lnTo>
                  <a:lnTo>
                    <a:pt x="10311" y="8882"/>
                  </a:lnTo>
                  <a:lnTo>
                    <a:pt x="10466" y="8804"/>
                  </a:lnTo>
                  <a:lnTo>
                    <a:pt x="10620" y="8650"/>
                  </a:lnTo>
                  <a:lnTo>
                    <a:pt x="10736" y="8534"/>
                  </a:lnTo>
                  <a:lnTo>
                    <a:pt x="10852" y="8341"/>
                  </a:lnTo>
                  <a:lnTo>
                    <a:pt x="10929" y="8187"/>
                  </a:lnTo>
                  <a:lnTo>
                    <a:pt x="11006" y="7994"/>
                  </a:lnTo>
                  <a:lnTo>
                    <a:pt x="11045" y="7762"/>
                  </a:lnTo>
                  <a:lnTo>
                    <a:pt x="11045" y="7492"/>
                  </a:lnTo>
                  <a:lnTo>
                    <a:pt x="10968" y="7221"/>
                  </a:lnTo>
                  <a:lnTo>
                    <a:pt x="10890" y="6990"/>
                  </a:lnTo>
                  <a:lnTo>
                    <a:pt x="10929" y="6951"/>
                  </a:lnTo>
                  <a:lnTo>
                    <a:pt x="11431" y="7105"/>
                  </a:lnTo>
                  <a:lnTo>
                    <a:pt x="11894" y="7376"/>
                  </a:lnTo>
                  <a:lnTo>
                    <a:pt x="12319" y="7685"/>
                  </a:lnTo>
                  <a:lnTo>
                    <a:pt x="12512" y="7839"/>
                  </a:lnTo>
                  <a:lnTo>
                    <a:pt x="12705" y="8032"/>
                  </a:lnTo>
                  <a:lnTo>
                    <a:pt x="12898" y="8341"/>
                  </a:lnTo>
                  <a:lnTo>
                    <a:pt x="13091" y="8650"/>
                  </a:lnTo>
                  <a:lnTo>
                    <a:pt x="13207" y="8920"/>
                  </a:lnTo>
                  <a:lnTo>
                    <a:pt x="13284" y="9268"/>
                  </a:lnTo>
                  <a:lnTo>
                    <a:pt x="13323" y="9577"/>
                  </a:lnTo>
                  <a:lnTo>
                    <a:pt x="13362" y="9924"/>
                  </a:lnTo>
                  <a:lnTo>
                    <a:pt x="13323" y="10619"/>
                  </a:lnTo>
                  <a:lnTo>
                    <a:pt x="13323" y="10658"/>
                  </a:lnTo>
                  <a:lnTo>
                    <a:pt x="13362" y="10735"/>
                  </a:lnTo>
                  <a:lnTo>
                    <a:pt x="13439" y="10774"/>
                  </a:lnTo>
                  <a:lnTo>
                    <a:pt x="13555" y="10774"/>
                  </a:lnTo>
                  <a:lnTo>
                    <a:pt x="13632" y="10697"/>
                  </a:lnTo>
                  <a:lnTo>
                    <a:pt x="13709" y="10465"/>
                  </a:lnTo>
                  <a:lnTo>
                    <a:pt x="13786" y="10272"/>
                  </a:lnTo>
                  <a:lnTo>
                    <a:pt x="13825" y="10040"/>
                  </a:lnTo>
                  <a:lnTo>
                    <a:pt x="13825" y="9808"/>
                  </a:lnTo>
                  <a:lnTo>
                    <a:pt x="13786" y="9384"/>
                  </a:lnTo>
                  <a:lnTo>
                    <a:pt x="13671" y="8920"/>
                  </a:lnTo>
                  <a:lnTo>
                    <a:pt x="13478" y="8496"/>
                  </a:lnTo>
                  <a:lnTo>
                    <a:pt x="13246" y="8109"/>
                  </a:lnTo>
                  <a:lnTo>
                    <a:pt x="12976" y="7723"/>
                  </a:lnTo>
                  <a:lnTo>
                    <a:pt x="12667" y="7414"/>
                  </a:lnTo>
                  <a:lnTo>
                    <a:pt x="12319" y="7144"/>
                  </a:lnTo>
                  <a:lnTo>
                    <a:pt x="11972" y="6912"/>
                  </a:lnTo>
                  <a:lnTo>
                    <a:pt x="11585" y="6719"/>
                  </a:lnTo>
                  <a:lnTo>
                    <a:pt x="11199" y="6565"/>
                  </a:lnTo>
                  <a:lnTo>
                    <a:pt x="11392" y="6410"/>
                  </a:lnTo>
                  <a:lnTo>
                    <a:pt x="11585" y="6140"/>
                  </a:lnTo>
                  <a:lnTo>
                    <a:pt x="11701" y="5831"/>
                  </a:lnTo>
                  <a:lnTo>
                    <a:pt x="11740" y="5522"/>
                  </a:lnTo>
                  <a:lnTo>
                    <a:pt x="11740" y="5213"/>
                  </a:lnTo>
                  <a:lnTo>
                    <a:pt x="11701" y="5059"/>
                  </a:lnTo>
                  <a:lnTo>
                    <a:pt x="11624" y="4943"/>
                  </a:lnTo>
                  <a:lnTo>
                    <a:pt x="11547" y="4827"/>
                  </a:lnTo>
                  <a:lnTo>
                    <a:pt x="11431" y="4750"/>
                  </a:lnTo>
                  <a:lnTo>
                    <a:pt x="11276" y="4673"/>
                  </a:lnTo>
                  <a:lnTo>
                    <a:pt x="11122" y="4634"/>
                  </a:lnTo>
                  <a:lnTo>
                    <a:pt x="10774" y="4634"/>
                  </a:lnTo>
                  <a:lnTo>
                    <a:pt x="10581" y="4711"/>
                  </a:lnTo>
                  <a:lnTo>
                    <a:pt x="10427" y="4788"/>
                  </a:lnTo>
                  <a:lnTo>
                    <a:pt x="10311" y="4866"/>
                  </a:lnTo>
                  <a:lnTo>
                    <a:pt x="10195" y="5020"/>
                  </a:lnTo>
                  <a:lnTo>
                    <a:pt x="10079" y="5136"/>
                  </a:lnTo>
                  <a:lnTo>
                    <a:pt x="10002" y="5329"/>
                  </a:lnTo>
                  <a:lnTo>
                    <a:pt x="9964" y="5561"/>
                  </a:lnTo>
                  <a:lnTo>
                    <a:pt x="9964" y="5831"/>
                  </a:lnTo>
                  <a:lnTo>
                    <a:pt x="10041" y="6063"/>
                  </a:lnTo>
                  <a:lnTo>
                    <a:pt x="10118" y="6333"/>
                  </a:lnTo>
                  <a:lnTo>
                    <a:pt x="9462" y="6256"/>
                  </a:lnTo>
                  <a:lnTo>
                    <a:pt x="8805" y="6256"/>
                  </a:lnTo>
                  <a:lnTo>
                    <a:pt x="7492" y="6333"/>
                  </a:lnTo>
                  <a:lnTo>
                    <a:pt x="7685" y="6063"/>
                  </a:lnTo>
                  <a:lnTo>
                    <a:pt x="7801" y="5792"/>
                  </a:lnTo>
                  <a:lnTo>
                    <a:pt x="7878" y="5522"/>
                  </a:lnTo>
                  <a:lnTo>
                    <a:pt x="7956" y="5213"/>
                  </a:lnTo>
                  <a:lnTo>
                    <a:pt x="7917" y="4866"/>
                  </a:lnTo>
                  <a:lnTo>
                    <a:pt x="7878" y="4711"/>
                  </a:lnTo>
                  <a:lnTo>
                    <a:pt x="7801" y="4557"/>
                  </a:lnTo>
                  <a:lnTo>
                    <a:pt x="7724" y="4402"/>
                  </a:lnTo>
                  <a:lnTo>
                    <a:pt x="7608" y="4287"/>
                  </a:lnTo>
                  <a:lnTo>
                    <a:pt x="7492" y="4209"/>
                  </a:lnTo>
                  <a:lnTo>
                    <a:pt x="7299" y="4132"/>
                  </a:lnTo>
                  <a:lnTo>
                    <a:pt x="6990" y="4132"/>
                  </a:lnTo>
                  <a:lnTo>
                    <a:pt x="6836" y="4209"/>
                  </a:lnTo>
                  <a:lnTo>
                    <a:pt x="6720" y="4325"/>
                  </a:lnTo>
                  <a:lnTo>
                    <a:pt x="6604" y="4441"/>
                  </a:lnTo>
                  <a:lnTo>
                    <a:pt x="6527" y="4595"/>
                  </a:lnTo>
                  <a:lnTo>
                    <a:pt x="6411" y="4904"/>
                  </a:lnTo>
                  <a:lnTo>
                    <a:pt x="6372" y="5252"/>
                  </a:lnTo>
                  <a:lnTo>
                    <a:pt x="6411" y="5638"/>
                  </a:lnTo>
                  <a:lnTo>
                    <a:pt x="6450" y="5831"/>
                  </a:lnTo>
                  <a:lnTo>
                    <a:pt x="6527" y="6024"/>
                  </a:lnTo>
                  <a:lnTo>
                    <a:pt x="6643" y="6179"/>
                  </a:lnTo>
                  <a:lnTo>
                    <a:pt x="6759" y="6333"/>
                  </a:lnTo>
                  <a:lnTo>
                    <a:pt x="6102" y="6256"/>
                  </a:lnTo>
                  <a:lnTo>
                    <a:pt x="5755" y="6217"/>
                  </a:lnTo>
                  <a:lnTo>
                    <a:pt x="5446" y="6140"/>
                  </a:lnTo>
                  <a:lnTo>
                    <a:pt x="5137" y="6024"/>
                  </a:lnTo>
                  <a:lnTo>
                    <a:pt x="4828" y="5870"/>
                  </a:lnTo>
                  <a:lnTo>
                    <a:pt x="4519" y="5715"/>
                  </a:lnTo>
                  <a:lnTo>
                    <a:pt x="4210" y="5522"/>
                  </a:lnTo>
                  <a:lnTo>
                    <a:pt x="4557" y="5484"/>
                  </a:lnTo>
                  <a:lnTo>
                    <a:pt x="4905" y="5406"/>
                  </a:lnTo>
                  <a:lnTo>
                    <a:pt x="5175" y="5252"/>
                  </a:lnTo>
                  <a:lnTo>
                    <a:pt x="5446" y="5020"/>
                  </a:lnTo>
                  <a:lnTo>
                    <a:pt x="5561" y="4866"/>
                  </a:lnTo>
                  <a:lnTo>
                    <a:pt x="5639" y="4711"/>
                  </a:lnTo>
                  <a:lnTo>
                    <a:pt x="5677" y="4518"/>
                  </a:lnTo>
                  <a:lnTo>
                    <a:pt x="5716" y="4364"/>
                  </a:lnTo>
                  <a:lnTo>
                    <a:pt x="5716" y="4171"/>
                  </a:lnTo>
                  <a:lnTo>
                    <a:pt x="5639" y="4016"/>
                  </a:lnTo>
                  <a:lnTo>
                    <a:pt x="5561" y="3862"/>
                  </a:lnTo>
                  <a:lnTo>
                    <a:pt x="5446" y="3707"/>
                  </a:lnTo>
                  <a:lnTo>
                    <a:pt x="5330" y="3591"/>
                  </a:lnTo>
                  <a:lnTo>
                    <a:pt x="5175" y="3514"/>
                  </a:lnTo>
                  <a:lnTo>
                    <a:pt x="5021" y="3476"/>
                  </a:lnTo>
                  <a:lnTo>
                    <a:pt x="4866" y="3437"/>
                  </a:lnTo>
                  <a:lnTo>
                    <a:pt x="4712" y="3476"/>
                  </a:lnTo>
                  <a:lnTo>
                    <a:pt x="4557" y="3514"/>
                  </a:lnTo>
                  <a:lnTo>
                    <a:pt x="4442" y="3630"/>
                  </a:lnTo>
                  <a:lnTo>
                    <a:pt x="4287" y="3707"/>
                  </a:lnTo>
                  <a:lnTo>
                    <a:pt x="4171" y="3862"/>
                  </a:lnTo>
                  <a:lnTo>
                    <a:pt x="4055" y="4016"/>
                  </a:lnTo>
                  <a:lnTo>
                    <a:pt x="3940" y="4364"/>
                  </a:lnTo>
                  <a:lnTo>
                    <a:pt x="3824" y="4750"/>
                  </a:lnTo>
                  <a:lnTo>
                    <a:pt x="3785" y="5097"/>
                  </a:lnTo>
                  <a:lnTo>
                    <a:pt x="3515" y="4788"/>
                  </a:lnTo>
                  <a:lnTo>
                    <a:pt x="3283" y="4441"/>
                  </a:lnTo>
                  <a:lnTo>
                    <a:pt x="3052" y="4093"/>
                  </a:lnTo>
                  <a:lnTo>
                    <a:pt x="2858" y="3746"/>
                  </a:lnTo>
                  <a:lnTo>
                    <a:pt x="2704" y="3398"/>
                  </a:lnTo>
                  <a:lnTo>
                    <a:pt x="2550" y="3012"/>
                  </a:lnTo>
                  <a:lnTo>
                    <a:pt x="2318" y="2240"/>
                  </a:lnTo>
                  <a:lnTo>
                    <a:pt x="2318" y="2240"/>
                  </a:lnTo>
                  <a:lnTo>
                    <a:pt x="2588" y="2317"/>
                  </a:lnTo>
                  <a:lnTo>
                    <a:pt x="2858" y="2356"/>
                  </a:lnTo>
                  <a:lnTo>
                    <a:pt x="3129" y="2356"/>
                  </a:lnTo>
                  <a:lnTo>
                    <a:pt x="3399" y="2279"/>
                  </a:lnTo>
                  <a:lnTo>
                    <a:pt x="3554" y="2201"/>
                  </a:lnTo>
                  <a:lnTo>
                    <a:pt x="3708" y="2085"/>
                  </a:lnTo>
                  <a:lnTo>
                    <a:pt x="3824" y="1970"/>
                  </a:lnTo>
                  <a:lnTo>
                    <a:pt x="3940" y="1815"/>
                  </a:lnTo>
                  <a:lnTo>
                    <a:pt x="4017" y="1661"/>
                  </a:lnTo>
                  <a:lnTo>
                    <a:pt x="4055" y="1506"/>
                  </a:lnTo>
                  <a:lnTo>
                    <a:pt x="4055" y="1313"/>
                  </a:lnTo>
                  <a:lnTo>
                    <a:pt x="4017" y="1159"/>
                  </a:lnTo>
                  <a:lnTo>
                    <a:pt x="3978" y="1004"/>
                  </a:lnTo>
                  <a:lnTo>
                    <a:pt x="3862" y="850"/>
                  </a:lnTo>
                  <a:lnTo>
                    <a:pt x="3747" y="773"/>
                  </a:lnTo>
                  <a:lnTo>
                    <a:pt x="3592" y="695"/>
                  </a:lnTo>
                  <a:lnTo>
                    <a:pt x="3438" y="618"/>
                  </a:lnTo>
                  <a:lnTo>
                    <a:pt x="3283" y="579"/>
                  </a:lnTo>
                  <a:lnTo>
                    <a:pt x="3129" y="579"/>
                  </a:lnTo>
                  <a:lnTo>
                    <a:pt x="2974" y="618"/>
                  </a:lnTo>
                  <a:lnTo>
                    <a:pt x="2820" y="657"/>
                  </a:lnTo>
                  <a:lnTo>
                    <a:pt x="2665" y="734"/>
                  </a:lnTo>
                  <a:lnTo>
                    <a:pt x="2434" y="927"/>
                  </a:lnTo>
                  <a:lnTo>
                    <a:pt x="2241" y="1159"/>
                  </a:lnTo>
                  <a:lnTo>
                    <a:pt x="2125" y="146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18"/>
            <p:cNvSpPr/>
            <p:nvPr/>
          </p:nvSpPr>
          <p:spPr>
            <a:xfrm>
              <a:off x="5987875" y="4095550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4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4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70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8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18"/>
            <p:cNvSpPr/>
            <p:nvPr/>
          </p:nvSpPr>
          <p:spPr>
            <a:xfrm>
              <a:off x="4079325" y="419112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9"/>
                  </a:moveTo>
                  <a:lnTo>
                    <a:pt x="1082" y="5986"/>
                  </a:lnTo>
                  <a:lnTo>
                    <a:pt x="1236" y="6025"/>
                  </a:lnTo>
                  <a:lnTo>
                    <a:pt x="1391" y="6179"/>
                  </a:lnTo>
                  <a:lnTo>
                    <a:pt x="1468" y="6334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6" y="6951"/>
                  </a:lnTo>
                  <a:lnTo>
                    <a:pt x="1159" y="7029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6"/>
                  </a:lnTo>
                  <a:lnTo>
                    <a:pt x="425" y="6720"/>
                  </a:lnTo>
                  <a:lnTo>
                    <a:pt x="387" y="6643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5" y="6256"/>
                  </a:lnTo>
                  <a:lnTo>
                    <a:pt x="503" y="6179"/>
                  </a:lnTo>
                  <a:lnTo>
                    <a:pt x="696" y="6025"/>
                  </a:lnTo>
                  <a:lnTo>
                    <a:pt x="889" y="5909"/>
                  </a:lnTo>
                  <a:close/>
                  <a:moveTo>
                    <a:pt x="5909" y="1"/>
                  </a:moveTo>
                  <a:lnTo>
                    <a:pt x="5831" y="39"/>
                  </a:lnTo>
                  <a:lnTo>
                    <a:pt x="5522" y="310"/>
                  </a:lnTo>
                  <a:lnTo>
                    <a:pt x="5175" y="619"/>
                  </a:lnTo>
                  <a:lnTo>
                    <a:pt x="4596" y="1314"/>
                  </a:lnTo>
                  <a:lnTo>
                    <a:pt x="4017" y="2047"/>
                  </a:lnTo>
                  <a:lnTo>
                    <a:pt x="3437" y="2781"/>
                  </a:lnTo>
                  <a:lnTo>
                    <a:pt x="2279" y="4133"/>
                  </a:lnTo>
                  <a:lnTo>
                    <a:pt x="1738" y="4866"/>
                  </a:lnTo>
                  <a:lnTo>
                    <a:pt x="1198" y="5561"/>
                  </a:lnTo>
                  <a:lnTo>
                    <a:pt x="1043" y="5523"/>
                  </a:lnTo>
                  <a:lnTo>
                    <a:pt x="889" y="5523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1" y="6334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4" y="7145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3" y="6527"/>
                  </a:lnTo>
                  <a:lnTo>
                    <a:pt x="1854" y="6334"/>
                  </a:lnTo>
                  <a:lnTo>
                    <a:pt x="1815" y="6179"/>
                  </a:lnTo>
                  <a:lnTo>
                    <a:pt x="1738" y="6025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3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9" y="657"/>
                  </a:lnTo>
                  <a:lnTo>
                    <a:pt x="6102" y="310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18"/>
            <p:cNvSpPr/>
            <p:nvPr/>
          </p:nvSpPr>
          <p:spPr>
            <a:xfrm>
              <a:off x="3825425" y="421912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8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2"/>
                  </a:lnTo>
                  <a:lnTo>
                    <a:pt x="6643" y="5909"/>
                  </a:lnTo>
                  <a:lnTo>
                    <a:pt x="6797" y="5754"/>
                  </a:lnTo>
                  <a:close/>
                  <a:moveTo>
                    <a:pt x="233" y="1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10"/>
                  </a:lnTo>
                  <a:lnTo>
                    <a:pt x="39" y="387"/>
                  </a:lnTo>
                  <a:lnTo>
                    <a:pt x="426" y="773"/>
                  </a:lnTo>
                  <a:lnTo>
                    <a:pt x="812" y="1120"/>
                  </a:lnTo>
                  <a:lnTo>
                    <a:pt x="1623" y="1777"/>
                  </a:lnTo>
                  <a:lnTo>
                    <a:pt x="3399" y="3206"/>
                  </a:lnTo>
                  <a:lnTo>
                    <a:pt x="4866" y="4441"/>
                  </a:lnTo>
                  <a:lnTo>
                    <a:pt x="5639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2"/>
                  </a:lnTo>
                  <a:lnTo>
                    <a:pt x="6720" y="7299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9"/>
                  </a:lnTo>
                  <a:lnTo>
                    <a:pt x="7454" y="7260"/>
                  </a:lnTo>
                  <a:lnTo>
                    <a:pt x="7608" y="7144"/>
                  </a:lnTo>
                  <a:lnTo>
                    <a:pt x="7724" y="7029"/>
                  </a:lnTo>
                  <a:lnTo>
                    <a:pt x="7840" y="6913"/>
                  </a:lnTo>
                  <a:lnTo>
                    <a:pt x="7956" y="6758"/>
                  </a:lnTo>
                  <a:lnTo>
                    <a:pt x="7994" y="6565"/>
                  </a:lnTo>
                  <a:lnTo>
                    <a:pt x="8033" y="6411"/>
                  </a:lnTo>
                  <a:lnTo>
                    <a:pt x="8033" y="6218"/>
                  </a:lnTo>
                  <a:lnTo>
                    <a:pt x="7956" y="6025"/>
                  </a:lnTo>
                  <a:lnTo>
                    <a:pt x="7840" y="5870"/>
                  </a:lnTo>
                  <a:lnTo>
                    <a:pt x="7724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6" y="5484"/>
                  </a:lnTo>
                  <a:lnTo>
                    <a:pt x="6025" y="4712"/>
                  </a:lnTo>
                  <a:lnTo>
                    <a:pt x="5214" y="4017"/>
                  </a:lnTo>
                  <a:lnTo>
                    <a:pt x="3515" y="2626"/>
                  </a:lnTo>
                  <a:lnTo>
                    <a:pt x="2743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5" y="310"/>
                  </a:lnTo>
                  <a:lnTo>
                    <a:pt x="310" y="39"/>
                  </a:lnTo>
                  <a:lnTo>
                    <a:pt x="23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18"/>
            <p:cNvSpPr/>
            <p:nvPr/>
          </p:nvSpPr>
          <p:spPr>
            <a:xfrm>
              <a:off x="3401625" y="4223000"/>
              <a:ext cx="240425" cy="634250"/>
            </a:xfrm>
            <a:custGeom>
              <a:avLst/>
              <a:gdLst/>
              <a:ahLst/>
              <a:cxnLst/>
              <a:rect l="l" t="t" r="r" b="b"/>
              <a:pathLst>
                <a:path w="9617" h="25370" extrusionOk="0">
                  <a:moveTo>
                    <a:pt x="4751" y="463"/>
                  </a:moveTo>
                  <a:lnTo>
                    <a:pt x="5291" y="502"/>
                  </a:lnTo>
                  <a:lnTo>
                    <a:pt x="5755" y="579"/>
                  </a:lnTo>
                  <a:lnTo>
                    <a:pt x="6218" y="772"/>
                  </a:lnTo>
                  <a:lnTo>
                    <a:pt x="6681" y="965"/>
                  </a:lnTo>
                  <a:lnTo>
                    <a:pt x="7067" y="1236"/>
                  </a:lnTo>
                  <a:lnTo>
                    <a:pt x="7454" y="1583"/>
                  </a:lnTo>
                  <a:lnTo>
                    <a:pt x="7801" y="1931"/>
                  </a:lnTo>
                  <a:lnTo>
                    <a:pt x="8149" y="2356"/>
                  </a:lnTo>
                  <a:lnTo>
                    <a:pt x="8419" y="2780"/>
                  </a:lnTo>
                  <a:lnTo>
                    <a:pt x="8651" y="3244"/>
                  </a:lnTo>
                  <a:lnTo>
                    <a:pt x="8844" y="3707"/>
                  </a:lnTo>
                  <a:lnTo>
                    <a:pt x="8998" y="4209"/>
                  </a:lnTo>
                  <a:lnTo>
                    <a:pt x="9075" y="4711"/>
                  </a:lnTo>
                  <a:lnTo>
                    <a:pt x="9114" y="5213"/>
                  </a:lnTo>
                  <a:lnTo>
                    <a:pt x="9114" y="5754"/>
                  </a:lnTo>
                  <a:lnTo>
                    <a:pt x="9075" y="6256"/>
                  </a:lnTo>
                  <a:lnTo>
                    <a:pt x="8998" y="6758"/>
                  </a:lnTo>
                  <a:lnTo>
                    <a:pt x="8882" y="7260"/>
                  </a:lnTo>
                  <a:lnTo>
                    <a:pt x="8689" y="7723"/>
                  </a:lnTo>
                  <a:lnTo>
                    <a:pt x="8496" y="8225"/>
                  </a:lnTo>
                  <a:lnTo>
                    <a:pt x="8303" y="8650"/>
                  </a:lnTo>
                  <a:lnTo>
                    <a:pt x="8033" y="9113"/>
                  </a:lnTo>
                  <a:lnTo>
                    <a:pt x="7763" y="9538"/>
                  </a:lnTo>
                  <a:lnTo>
                    <a:pt x="7454" y="9924"/>
                  </a:lnTo>
                  <a:lnTo>
                    <a:pt x="7106" y="10349"/>
                  </a:lnTo>
                  <a:lnTo>
                    <a:pt x="6759" y="10735"/>
                  </a:lnTo>
                  <a:lnTo>
                    <a:pt x="6025" y="11469"/>
                  </a:lnTo>
                  <a:lnTo>
                    <a:pt x="5253" y="12125"/>
                  </a:lnTo>
                  <a:lnTo>
                    <a:pt x="5098" y="12125"/>
                  </a:lnTo>
                  <a:lnTo>
                    <a:pt x="5059" y="12202"/>
                  </a:lnTo>
                  <a:lnTo>
                    <a:pt x="5021" y="12241"/>
                  </a:lnTo>
                  <a:lnTo>
                    <a:pt x="5021" y="12280"/>
                  </a:lnTo>
                  <a:lnTo>
                    <a:pt x="4210" y="11816"/>
                  </a:lnTo>
                  <a:lnTo>
                    <a:pt x="3476" y="11314"/>
                  </a:lnTo>
                  <a:lnTo>
                    <a:pt x="2781" y="10735"/>
                  </a:lnTo>
                  <a:lnTo>
                    <a:pt x="2472" y="10426"/>
                  </a:lnTo>
                  <a:lnTo>
                    <a:pt x="2163" y="10117"/>
                  </a:lnTo>
                  <a:lnTo>
                    <a:pt x="1893" y="9770"/>
                  </a:lnTo>
                  <a:lnTo>
                    <a:pt x="1661" y="9422"/>
                  </a:lnTo>
                  <a:lnTo>
                    <a:pt x="1430" y="9036"/>
                  </a:lnTo>
                  <a:lnTo>
                    <a:pt x="1198" y="8650"/>
                  </a:lnTo>
                  <a:lnTo>
                    <a:pt x="1005" y="8264"/>
                  </a:lnTo>
                  <a:lnTo>
                    <a:pt x="850" y="7839"/>
                  </a:lnTo>
                  <a:lnTo>
                    <a:pt x="735" y="7376"/>
                  </a:lnTo>
                  <a:lnTo>
                    <a:pt x="619" y="6912"/>
                  </a:lnTo>
                  <a:lnTo>
                    <a:pt x="542" y="6449"/>
                  </a:lnTo>
                  <a:lnTo>
                    <a:pt x="503" y="5985"/>
                  </a:lnTo>
                  <a:lnTo>
                    <a:pt x="503" y="5522"/>
                  </a:lnTo>
                  <a:lnTo>
                    <a:pt x="542" y="5020"/>
                  </a:lnTo>
                  <a:lnTo>
                    <a:pt x="619" y="4557"/>
                  </a:lnTo>
                  <a:lnTo>
                    <a:pt x="696" y="4055"/>
                  </a:lnTo>
                  <a:lnTo>
                    <a:pt x="850" y="3591"/>
                  </a:lnTo>
                  <a:lnTo>
                    <a:pt x="1005" y="3167"/>
                  </a:lnTo>
                  <a:lnTo>
                    <a:pt x="1237" y="2742"/>
                  </a:lnTo>
                  <a:lnTo>
                    <a:pt x="1468" y="2317"/>
                  </a:lnTo>
                  <a:lnTo>
                    <a:pt x="1739" y="1931"/>
                  </a:lnTo>
                  <a:lnTo>
                    <a:pt x="2086" y="1583"/>
                  </a:lnTo>
                  <a:lnTo>
                    <a:pt x="2434" y="1274"/>
                  </a:lnTo>
                  <a:lnTo>
                    <a:pt x="2820" y="1004"/>
                  </a:lnTo>
                  <a:lnTo>
                    <a:pt x="3245" y="811"/>
                  </a:lnTo>
                  <a:lnTo>
                    <a:pt x="3708" y="618"/>
                  </a:lnTo>
                  <a:lnTo>
                    <a:pt x="4249" y="502"/>
                  </a:lnTo>
                  <a:lnTo>
                    <a:pt x="4751" y="463"/>
                  </a:lnTo>
                  <a:close/>
                  <a:moveTo>
                    <a:pt x="5137" y="12627"/>
                  </a:moveTo>
                  <a:lnTo>
                    <a:pt x="5214" y="12666"/>
                  </a:lnTo>
                  <a:lnTo>
                    <a:pt x="5484" y="13129"/>
                  </a:lnTo>
                  <a:lnTo>
                    <a:pt x="4751" y="13052"/>
                  </a:lnTo>
                  <a:lnTo>
                    <a:pt x="5059" y="12627"/>
                  </a:lnTo>
                  <a:close/>
                  <a:moveTo>
                    <a:pt x="3167" y="13979"/>
                  </a:moveTo>
                  <a:lnTo>
                    <a:pt x="3476" y="14403"/>
                  </a:lnTo>
                  <a:lnTo>
                    <a:pt x="3708" y="14828"/>
                  </a:lnTo>
                  <a:lnTo>
                    <a:pt x="3669" y="14867"/>
                  </a:lnTo>
                  <a:lnTo>
                    <a:pt x="3438" y="14944"/>
                  </a:lnTo>
                  <a:lnTo>
                    <a:pt x="3167" y="15021"/>
                  </a:lnTo>
                  <a:lnTo>
                    <a:pt x="2936" y="15060"/>
                  </a:lnTo>
                  <a:lnTo>
                    <a:pt x="2665" y="15021"/>
                  </a:lnTo>
                  <a:lnTo>
                    <a:pt x="2936" y="14519"/>
                  </a:lnTo>
                  <a:lnTo>
                    <a:pt x="3167" y="13979"/>
                  </a:lnTo>
                  <a:close/>
                  <a:moveTo>
                    <a:pt x="5330" y="14867"/>
                  </a:moveTo>
                  <a:lnTo>
                    <a:pt x="5021" y="15987"/>
                  </a:lnTo>
                  <a:lnTo>
                    <a:pt x="4789" y="15794"/>
                  </a:lnTo>
                  <a:lnTo>
                    <a:pt x="4557" y="15562"/>
                  </a:lnTo>
                  <a:lnTo>
                    <a:pt x="4364" y="15330"/>
                  </a:lnTo>
                  <a:lnTo>
                    <a:pt x="4210" y="15098"/>
                  </a:lnTo>
                  <a:lnTo>
                    <a:pt x="4171" y="15060"/>
                  </a:lnTo>
                  <a:lnTo>
                    <a:pt x="5330" y="14867"/>
                  </a:lnTo>
                  <a:close/>
                  <a:moveTo>
                    <a:pt x="4055" y="15407"/>
                  </a:moveTo>
                  <a:lnTo>
                    <a:pt x="4249" y="15678"/>
                  </a:lnTo>
                  <a:lnTo>
                    <a:pt x="4480" y="15948"/>
                  </a:lnTo>
                  <a:lnTo>
                    <a:pt x="4712" y="16218"/>
                  </a:lnTo>
                  <a:lnTo>
                    <a:pt x="4982" y="16450"/>
                  </a:lnTo>
                  <a:lnTo>
                    <a:pt x="5098" y="16489"/>
                  </a:lnTo>
                  <a:lnTo>
                    <a:pt x="4905" y="16991"/>
                  </a:lnTo>
                  <a:lnTo>
                    <a:pt x="4789" y="17531"/>
                  </a:lnTo>
                  <a:lnTo>
                    <a:pt x="4480" y="17145"/>
                  </a:lnTo>
                  <a:lnTo>
                    <a:pt x="4249" y="16759"/>
                  </a:lnTo>
                  <a:lnTo>
                    <a:pt x="4133" y="16527"/>
                  </a:lnTo>
                  <a:lnTo>
                    <a:pt x="4055" y="16296"/>
                  </a:lnTo>
                  <a:lnTo>
                    <a:pt x="4017" y="16064"/>
                  </a:lnTo>
                  <a:lnTo>
                    <a:pt x="4017" y="15794"/>
                  </a:lnTo>
                  <a:lnTo>
                    <a:pt x="4055" y="15407"/>
                  </a:lnTo>
                  <a:close/>
                  <a:moveTo>
                    <a:pt x="5291" y="16798"/>
                  </a:moveTo>
                  <a:lnTo>
                    <a:pt x="5600" y="17145"/>
                  </a:lnTo>
                  <a:lnTo>
                    <a:pt x="5870" y="17531"/>
                  </a:lnTo>
                  <a:lnTo>
                    <a:pt x="5446" y="17570"/>
                  </a:lnTo>
                  <a:lnTo>
                    <a:pt x="5021" y="17647"/>
                  </a:lnTo>
                  <a:lnTo>
                    <a:pt x="5291" y="16798"/>
                  </a:lnTo>
                  <a:close/>
                  <a:moveTo>
                    <a:pt x="4557" y="17879"/>
                  </a:moveTo>
                  <a:lnTo>
                    <a:pt x="4635" y="17995"/>
                  </a:lnTo>
                  <a:lnTo>
                    <a:pt x="4519" y="18149"/>
                  </a:lnTo>
                  <a:lnTo>
                    <a:pt x="4403" y="18381"/>
                  </a:lnTo>
                  <a:lnTo>
                    <a:pt x="4287" y="18805"/>
                  </a:lnTo>
                  <a:lnTo>
                    <a:pt x="3901" y="18381"/>
                  </a:lnTo>
                  <a:lnTo>
                    <a:pt x="3553" y="17917"/>
                  </a:lnTo>
                  <a:lnTo>
                    <a:pt x="4557" y="17879"/>
                  </a:lnTo>
                  <a:close/>
                  <a:moveTo>
                    <a:pt x="7917" y="20003"/>
                  </a:moveTo>
                  <a:lnTo>
                    <a:pt x="7878" y="20736"/>
                  </a:lnTo>
                  <a:lnTo>
                    <a:pt x="7763" y="21509"/>
                  </a:lnTo>
                  <a:lnTo>
                    <a:pt x="6797" y="20775"/>
                  </a:lnTo>
                  <a:lnTo>
                    <a:pt x="6759" y="20736"/>
                  </a:lnTo>
                  <a:lnTo>
                    <a:pt x="6681" y="20466"/>
                  </a:lnTo>
                  <a:lnTo>
                    <a:pt x="6990" y="20273"/>
                  </a:lnTo>
                  <a:lnTo>
                    <a:pt x="7299" y="20118"/>
                  </a:lnTo>
                  <a:lnTo>
                    <a:pt x="7608" y="20041"/>
                  </a:lnTo>
                  <a:lnTo>
                    <a:pt x="7917" y="20003"/>
                  </a:lnTo>
                  <a:close/>
                  <a:moveTo>
                    <a:pt x="5330" y="20389"/>
                  </a:moveTo>
                  <a:lnTo>
                    <a:pt x="6179" y="20813"/>
                  </a:lnTo>
                  <a:lnTo>
                    <a:pt x="5755" y="21200"/>
                  </a:lnTo>
                  <a:lnTo>
                    <a:pt x="5368" y="21663"/>
                  </a:lnTo>
                  <a:lnTo>
                    <a:pt x="5291" y="21007"/>
                  </a:lnTo>
                  <a:lnTo>
                    <a:pt x="5330" y="20389"/>
                  </a:lnTo>
                  <a:close/>
                  <a:moveTo>
                    <a:pt x="4905" y="0"/>
                  </a:moveTo>
                  <a:lnTo>
                    <a:pt x="4519" y="39"/>
                  </a:lnTo>
                  <a:lnTo>
                    <a:pt x="4171" y="39"/>
                  </a:lnTo>
                  <a:lnTo>
                    <a:pt x="3785" y="116"/>
                  </a:lnTo>
                  <a:lnTo>
                    <a:pt x="3438" y="232"/>
                  </a:lnTo>
                  <a:lnTo>
                    <a:pt x="3090" y="348"/>
                  </a:lnTo>
                  <a:lnTo>
                    <a:pt x="2743" y="502"/>
                  </a:lnTo>
                  <a:lnTo>
                    <a:pt x="2434" y="695"/>
                  </a:lnTo>
                  <a:lnTo>
                    <a:pt x="2086" y="927"/>
                  </a:lnTo>
                  <a:lnTo>
                    <a:pt x="1816" y="1197"/>
                  </a:lnTo>
                  <a:lnTo>
                    <a:pt x="1507" y="1506"/>
                  </a:lnTo>
                  <a:lnTo>
                    <a:pt x="1275" y="1815"/>
                  </a:lnTo>
                  <a:lnTo>
                    <a:pt x="1044" y="2124"/>
                  </a:lnTo>
                  <a:lnTo>
                    <a:pt x="812" y="2471"/>
                  </a:lnTo>
                  <a:lnTo>
                    <a:pt x="619" y="2858"/>
                  </a:lnTo>
                  <a:lnTo>
                    <a:pt x="464" y="3205"/>
                  </a:lnTo>
                  <a:lnTo>
                    <a:pt x="310" y="3591"/>
                  </a:lnTo>
                  <a:lnTo>
                    <a:pt x="233" y="3977"/>
                  </a:lnTo>
                  <a:lnTo>
                    <a:pt x="117" y="4364"/>
                  </a:lnTo>
                  <a:lnTo>
                    <a:pt x="78" y="4750"/>
                  </a:lnTo>
                  <a:lnTo>
                    <a:pt x="1" y="5174"/>
                  </a:lnTo>
                  <a:lnTo>
                    <a:pt x="1" y="5561"/>
                  </a:lnTo>
                  <a:lnTo>
                    <a:pt x="1" y="5985"/>
                  </a:lnTo>
                  <a:lnTo>
                    <a:pt x="40" y="6372"/>
                  </a:lnTo>
                  <a:lnTo>
                    <a:pt x="78" y="6796"/>
                  </a:lnTo>
                  <a:lnTo>
                    <a:pt x="155" y="7182"/>
                  </a:lnTo>
                  <a:lnTo>
                    <a:pt x="271" y="7569"/>
                  </a:lnTo>
                  <a:lnTo>
                    <a:pt x="387" y="7993"/>
                  </a:lnTo>
                  <a:lnTo>
                    <a:pt x="542" y="8380"/>
                  </a:lnTo>
                  <a:lnTo>
                    <a:pt x="928" y="9152"/>
                  </a:lnTo>
                  <a:lnTo>
                    <a:pt x="1121" y="9538"/>
                  </a:lnTo>
                  <a:lnTo>
                    <a:pt x="1352" y="9924"/>
                  </a:lnTo>
                  <a:lnTo>
                    <a:pt x="1623" y="10272"/>
                  </a:lnTo>
                  <a:lnTo>
                    <a:pt x="1893" y="10619"/>
                  </a:lnTo>
                  <a:lnTo>
                    <a:pt x="2202" y="10928"/>
                  </a:lnTo>
                  <a:lnTo>
                    <a:pt x="2511" y="11237"/>
                  </a:lnTo>
                  <a:lnTo>
                    <a:pt x="2820" y="11546"/>
                  </a:lnTo>
                  <a:lnTo>
                    <a:pt x="3167" y="11778"/>
                  </a:lnTo>
                  <a:lnTo>
                    <a:pt x="3553" y="12009"/>
                  </a:lnTo>
                  <a:lnTo>
                    <a:pt x="3940" y="12241"/>
                  </a:lnTo>
                  <a:lnTo>
                    <a:pt x="4326" y="12395"/>
                  </a:lnTo>
                  <a:lnTo>
                    <a:pt x="4712" y="12550"/>
                  </a:lnTo>
                  <a:lnTo>
                    <a:pt x="4171" y="13091"/>
                  </a:lnTo>
                  <a:lnTo>
                    <a:pt x="4133" y="13206"/>
                  </a:lnTo>
                  <a:lnTo>
                    <a:pt x="4133" y="13322"/>
                  </a:lnTo>
                  <a:lnTo>
                    <a:pt x="4210" y="13399"/>
                  </a:lnTo>
                  <a:lnTo>
                    <a:pt x="4326" y="13438"/>
                  </a:lnTo>
                  <a:lnTo>
                    <a:pt x="4789" y="13477"/>
                  </a:lnTo>
                  <a:lnTo>
                    <a:pt x="4519" y="13747"/>
                  </a:lnTo>
                  <a:lnTo>
                    <a:pt x="4287" y="13979"/>
                  </a:lnTo>
                  <a:lnTo>
                    <a:pt x="4094" y="14288"/>
                  </a:lnTo>
                  <a:lnTo>
                    <a:pt x="3940" y="14596"/>
                  </a:lnTo>
                  <a:lnTo>
                    <a:pt x="3785" y="14288"/>
                  </a:lnTo>
                  <a:lnTo>
                    <a:pt x="3631" y="14017"/>
                  </a:lnTo>
                  <a:lnTo>
                    <a:pt x="3438" y="13747"/>
                  </a:lnTo>
                  <a:lnTo>
                    <a:pt x="3206" y="13477"/>
                  </a:lnTo>
                  <a:lnTo>
                    <a:pt x="3129" y="13438"/>
                  </a:lnTo>
                  <a:lnTo>
                    <a:pt x="3051" y="13438"/>
                  </a:lnTo>
                  <a:lnTo>
                    <a:pt x="2974" y="13477"/>
                  </a:lnTo>
                  <a:lnTo>
                    <a:pt x="2897" y="13593"/>
                  </a:lnTo>
                  <a:lnTo>
                    <a:pt x="2588" y="14326"/>
                  </a:lnTo>
                  <a:lnTo>
                    <a:pt x="2241" y="15098"/>
                  </a:lnTo>
                  <a:lnTo>
                    <a:pt x="2202" y="15176"/>
                  </a:lnTo>
                  <a:lnTo>
                    <a:pt x="2202" y="15253"/>
                  </a:lnTo>
                  <a:lnTo>
                    <a:pt x="2241" y="15330"/>
                  </a:lnTo>
                  <a:lnTo>
                    <a:pt x="2318" y="15369"/>
                  </a:lnTo>
                  <a:lnTo>
                    <a:pt x="2665" y="15407"/>
                  </a:lnTo>
                  <a:lnTo>
                    <a:pt x="3013" y="15407"/>
                  </a:lnTo>
                  <a:lnTo>
                    <a:pt x="3360" y="15369"/>
                  </a:lnTo>
                  <a:lnTo>
                    <a:pt x="3669" y="15253"/>
                  </a:lnTo>
                  <a:lnTo>
                    <a:pt x="3669" y="15253"/>
                  </a:lnTo>
                  <a:lnTo>
                    <a:pt x="3631" y="15562"/>
                  </a:lnTo>
                  <a:lnTo>
                    <a:pt x="3592" y="15909"/>
                  </a:lnTo>
                  <a:lnTo>
                    <a:pt x="3631" y="16141"/>
                  </a:lnTo>
                  <a:lnTo>
                    <a:pt x="3669" y="16373"/>
                  </a:lnTo>
                  <a:lnTo>
                    <a:pt x="3785" y="16798"/>
                  </a:lnTo>
                  <a:lnTo>
                    <a:pt x="4017" y="17184"/>
                  </a:lnTo>
                  <a:lnTo>
                    <a:pt x="4287" y="17570"/>
                  </a:lnTo>
                  <a:lnTo>
                    <a:pt x="3245" y="17570"/>
                  </a:lnTo>
                  <a:lnTo>
                    <a:pt x="3167" y="17608"/>
                  </a:lnTo>
                  <a:lnTo>
                    <a:pt x="3090" y="17647"/>
                  </a:lnTo>
                  <a:lnTo>
                    <a:pt x="3051" y="17763"/>
                  </a:lnTo>
                  <a:lnTo>
                    <a:pt x="3090" y="17840"/>
                  </a:lnTo>
                  <a:lnTo>
                    <a:pt x="3322" y="18265"/>
                  </a:lnTo>
                  <a:lnTo>
                    <a:pt x="3592" y="18612"/>
                  </a:lnTo>
                  <a:lnTo>
                    <a:pt x="3901" y="18960"/>
                  </a:lnTo>
                  <a:lnTo>
                    <a:pt x="4249" y="19307"/>
                  </a:lnTo>
                  <a:lnTo>
                    <a:pt x="4326" y="19346"/>
                  </a:lnTo>
                  <a:lnTo>
                    <a:pt x="4442" y="19346"/>
                  </a:lnTo>
                  <a:lnTo>
                    <a:pt x="4519" y="19307"/>
                  </a:lnTo>
                  <a:lnTo>
                    <a:pt x="4557" y="19230"/>
                  </a:lnTo>
                  <a:lnTo>
                    <a:pt x="4751" y="18767"/>
                  </a:lnTo>
                  <a:lnTo>
                    <a:pt x="4828" y="18497"/>
                  </a:lnTo>
                  <a:lnTo>
                    <a:pt x="4905" y="18265"/>
                  </a:lnTo>
                  <a:lnTo>
                    <a:pt x="5021" y="18381"/>
                  </a:lnTo>
                  <a:lnTo>
                    <a:pt x="5446" y="18883"/>
                  </a:lnTo>
                  <a:lnTo>
                    <a:pt x="5793" y="19385"/>
                  </a:lnTo>
                  <a:lnTo>
                    <a:pt x="6063" y="19964"/>
                  </a:lnTo>
                  <a:lnTo>
                    <a:pt x="6257" y="20543"/>
                  </a:lnTo>
                  <a:lnTo>
                    <a:pt x="5253" y="19964"/>
                  </a:lnTo>
                  <a:lnTo>
                    <a:pt x="5175" y="19925"/>
                  </a:lnTo>
                  <a:lnTo>
                    <a:pt x="5098" y="19925"/>
                  </a:lnTo>
                  <a:lnTo>
                    <a:pt x="5021" y="20003"/>
                  </a:lnTo>
                  <a:lnTo>
                    <a:pt x="4982" y="20041"/>
                  </a:lnTo>
                  <a:lnTo>
                    <a:pt x="4944" y="20582"/>
                  </a:lnTo>
                  <a:lnTo>
                    <a:pt x="4944" y="21084"/>
                  </a:lnTo>
                  <a:lnTo>
                    <a:pt x="4982" y="21586"/>
                  </a:lnTo>
                  <a:lnTo>
                    <a:pt x="5059" y="22088"/>
                  </a:lnTo>
                  <a:lnTo>
                    <a:pt x="5098" y="22204"/>
                  </a:lnTo>
                  <a:lnTo>
                    <a:pt x="5214" y="22242"/>
                  </a:lnTo>
                  <a:lnTo>
                    <a:pt x="5291" y="22242"/>
                  </a:lnTo>
                  <a:lnTo>
                    <a:pt x="5368" y="22165"/>
                  </a:lnTo>
                  <a:lnTo>
                    <a:pt x="5870" y="21663"/>
                  </a:lnTo>
                  <a:lnTo>
                    <a:pt x="6372" y="21161"/>
                  </a:lnTo>
                  <a:lnTo>
                    <a:pt x="6411" y="21547"/>
                  </a:lnTo>
                  <a:lnTo>
                    <a:pt x="6372" y="21933"/>
                  </a:lnTo>
                  <a:lnTo>
                    <a:pt x="6295" y="22474"/>
                  </a:lnTo>
                  <a:lnTo>
                    <a:pt x="6102" y="23053"/>
                  </a:lnTo>
                  <a:lnTo>
                    <a:pt x="5870" y="23671"/>
                  </a:lnTo>
                  <a:lnTo>
                    <a:pt x="5677" y="23941"/>
                  </a:lnTo>
                  <a:lnTo>
                    <a:pt x="5523" y="24173"/>
                  </a:lnTo>
                  <a:lnTo>
                    <a:pt x="5330" y="24405"/>
                  </a:lnTo>
                  <a:lnTo>
                    <a:pt x="5098" y="24598"/>
                  </a:lnTo>
                  <a:lnTo>
                    <a:pt x="4866" y="24752"/>
                  </a:lnTo>
                  <a:lnTo>
                    <a:pt x="4635" y="24868"/>
                  </a:lnTo>
                  <a:lnTo>
                    <a:pt x="4364" y="24945"/>
                  </a:lnTo>
                  <a:lnTo>
                    <a:pt x="4094" y="24907"/>
                  </a:lnTo>
                  <a:lnTo>
                    <a:pt x="3785" y="24868"/>
                  </a:lnTo>
                  <a:lnTo>
                    <a:pt x="3476" y="24714"/>
                  </a:lnTo>
                  <a:lnTo>
                    <a:pt x="3399" y="24675"/>
                  </a:lnTo>
                  <a:lnTo>
                    <a:pt x="3360" y="24675"/>
                  </a:lnTo>
                  <a:lnTo>
                    <a:pt x="3283" y="24752"/>
                  </a:lnTo>
                  <a:lnTo>
                    <a:pt x="3245" y="24868"/>
                  </a:lnTo>
                  <a:lnTo>
                    <a:pt x="3245" y="24907"/>
                  </a:lnTo>
                  <a:lnTo>
                    <a:pt x="3283" y="24945"/>
                  </a:lnTo>
                  <a:lnTo>
                    <a:pt x="3438" y="25100"/>
                  </a:lnTo>
                  <a:lnTo>
                    <a:pt x="3592" y="25216"/>
                  </a:lnTo>
                  <a:lnTo>
                    <a:pt x="3785" y="25293"/>
                  </a:lnTo>
                  <a:lnTo>
                    <a:pt x="3940" y="25331"/>
                  </a:lnTo>
                  <a:lnTo>
                    <a:pt x="4133" y="25370"/>
                  </a:lnTo>
                  <a:lnTo>
                    <a:pt x="4287" y="25370"/>
                  </a:lnTo>
                  <a:lnTo>
                    <a:pt x="4635" y="25293"/>
                  </a:lnTo>
                  <a:lnTo>
                    <a:pt x="4982" y="25138"/>
                  </a:lnTo>
                  <a:lnTo>
                    <a:pt x="5330" y="24945"/>
                  </a:lnTo>
                  <a:lnTo>
                    <a:pt x="5600" y="24714"/>
                  </a:lnTo>
                  <a:lnTo>
                    <a:pt x="5870" y="24443"/>
                  </a:lnTo>
                  <a:lnTo>
                    <a:pt x="6141" y="24057"/>
                  </a:lnTo>
                  <a:lnTo>
                    <a:pt x="6334" y="23671"/>
                  </a:lnTo>
                  <a:lnTo>
                    <a:pt x="6527" y="23285"/>
                  </a:lnTo>
                  <a:lnTo>
                    <a:pt x="6643" y="22860"/>
                  </a:lnTo>
                  <a:lnTo>
                    <a:pt x="6759" y="22435"/>
                  </a:lnTo>
                  <a:lnTo>
                    <a:pt x="6797" y="21972"/>
                  </a:lnTo>
                  <a:lnTo>
                    <a:pt x="6836" y="21547"/>
                  </a:lnTo>
                  <a:lnTo>
                    <a:pt x="6797" y="21084"/>
                  </a:lnTo>
                  <a:lnTo>
                    <a:pt x="7763" y="21933"/>
                  </a:lnTo>
                  <a:lnTo>
                    <a:pt x="7840" y="21972"/>
                  </a:lnTo>
                  <a:lnTo>
                    <a:pt x="7917" y="21972"/>
                  </a:lnTo>
                  <a:lnTo>
                    <a:pt x="7994" y="21933"/>
                  </a:lnTo>
                  <a:lnTo>
                    <a:pt x="8071" y="21856"/>
                  </a:lnTo>
                  <a:lnTo>
                    <a:pt x="8149" y="21354"/>
                  </a:lnTo>
                  <a:lnTo>
                    <a:pt x="8226" y="20852"/>
                  </a:lnTo>
                  <a:lnTo>
                    <a:pt x="8303" y="19809"/>
                  </a:lnTo>
                  <a:lnTo>
                    <a:pt x="8303" y="19732"/>
                  </a:lnTo>
                  <a:lnTo>
                    <a:pt x="8265" y="19694"/>
                  </a:lnTo>
                  <a:lnTo>
                    <a:pt x="8187" y="19655"/>
                  </a:lnTo>
                  <a:lnTo>
                    <a:pt x="8149" y="19616"/>
                  </a:lnTo>
                  <a:lnTo>
                    <a:pt x="7724" y="19655"/>
                  </a:lnTo>
                  <a:lnTo>
                    <a:pt x="7299" y="19732"/>
                  </a:lnTo>
                  <a:lnTo>
                    <a:pt x="6952" y="19848"/>
                  </a:lnTo>
                  <a:lnTo>
                    <a:pt x="6604" y="20080"/>
                  </a:lnTo>
                  <a:lnTo>
                    <a:pt x="6334" y="19539"/>
                  </a:lnTo>
                  <a:lnTo>
                    <a:pt x="6025" y="18999"/>
                  </a:lnTo>
                  <a:lnTo>
                    <a:pt x="5677" y="18497"/>
                  </a:lnTo>
                  <a:lnTo>
                    <a:pt x="5253" y="18033"/>
                  </a:lnTo>
                  <a:lnTo>
                    <a:pt x="5214" y="17995"/>
                  </a:lnTo>
                  <a:lnTo>
                    <a:pt x="5716" y="17956"/>
                  </a:lnTo>
                  <a:lnTo>
                    <a:pt x="6179" y="17879"/>
                  </a:lnTo>
                  <a:lnTo>
                    <a:pt x="6257" y="17840"/>
                  </a:lnTo>
                  <a:lnTo>
                    <a:pt x="6295" y="17763"/>
                  </a:lnTo>
                  <a:lnTo>
                    <a:pt x="6295" y="17686"/>
                  </a:lnTo>
                  <a:lnTo>
                    <a:pt x="6257" y="17608"/>
                  </a:lnTo>
                  <a:lnTo>
                    <a:pt x="6102" y="17261"/>
                  </a:lnTo>
                  <a:lnTo>
                    <a:pt x="5870" y="16952"/>
                  </a:lnTo>
                  <a:lnTo>
                    <a:pt x="5639" y="16682"/>
                  </a:lnTo>
                  <a:lnTo>
                    <a:pt x="5368" y="16411"/>
                  </a:lnTo>
                  <a:lnTo>
                    <a:pt x="5291" y="16373"/>
                  </a:lnTo>
                  <a:lnTo>
                    <a:pt x="5793" y="14674"/>
                  </a:lnTo>
                  <a:lnTo>
                    <a:pt x="5793" y="14558"/>
                  </a:lnTo>
                  <a:lnTo>
                    <a:pt x="5755" y="14481"/>
                  </a:lnTo>
                  <a:lnTo>
                    <a:pt x="5677" y="14442"/>
                  </a:lnTo>
                  <a:lnTo>
                    <a:pt x="5561" y="14442"/>
                  </a:lnTo>
                  <a:lnTo>
                    <a:pt x="4326" y="14674"/>
                  </a:lnTo>
                  <a:lnTo>
                    <a:pt x="4326" y="14674"/>
                  </a:lnTo>
                  <a:lnTo>
                    <a:pt x="4519" y="14326"/>
                  </a:lnTo>
                  <a:lnTo>
                    <a:pt x="4751" y="14056"/>
                  </a:lnTo>
                  <a:lnTo>
                    <a:pt x="4982" y="13786"/>
                  </a:lnTo>
                  <a:lnTo>
                    <a:pt x="5214" y="13515"/>
                  </a:lnTo>
                  <a:lnTo>
                    <a:pt x="5870" y="13554"/>
                  </a:lnTo>
                  <a:lnTo>
                    <a:pt x="5986" y="13515"/>
                  </a:lnTo>
                  <a:lnTo>
                    <a:pt x="6025" y="13438"/>
                  </a:lnTo>
                  <a:lnTo>
                    <a:pt x="6063" y="13361"/>
                  </a:lnTo>
                  <a:lnTo>
                    <a:pt x="6025" y="13245"/>
                  </a:lnTo>
                  <a:lnTo>
                    <a:pt x="5832" y="12820"/>
                  </a:lnTo>
                  <a:lnTo>
                    <a:pt x="5561" y="12434"/>
                  </a:lnTo>
                  <a:lnTo>
                    <a:pt x="6257" y="11893"/>
                  </a:lnTo>
                  <a:lnTo>
                    <a:pt x="6913" y="11276"/>
                  </a:lnTo>
                  <a:lnTo>
                    <a:pt x="7531" y="10619"/>
                  </a:lnTo>
                  <a:lnTo>
                    <a:pt x="8110" y="9885"/>
                  </a:lnTo>
                  <a:lnTo>
                    <a:pt x="8573" y="9152"/>
                  </a:lnTo>
                  <a:lnTo>
                    <a:pt x="8805" y="8766"/>
                  </a:lnTo>
                  <a:lnTo>
                    <a:pt x="8998" y="8341"/>
                  </a:lnTo>
                  <a:lnTo>
                    <a:pt x="9153" y="7916"/>
                  </a:lnTo>
                  <a:lnTo>
                    <a:pt x="9307" y="7491"/>
                  </a:lnTo>
                  <a:lnTo>
                    <a:pt x="9423" y="7067"/>
                  </a:lnTo>
                  <a:lnTo>
                    <a:pt x="9500" y="6642"/>
                  </a:lnTo>
                  <a:lnTo>
                    <a:pt x="9577" y="6217"/>
                  </a:lnTo>
                  <a:lnTo>
                    <a:pt x="9616" y="5754"/>
                  </a:lnTo>
                  <a:lnTo>
                    <a:pt x="9616" y="5329"/>
                  </a:lnTo>
                  <a:lnTo>
                    <a:pt x="9577" y="4904"/>
                  </a:lnTo>
                  <a:lnTo>
                    <a:pt x="9539" y="4479"/>
                  </a:lnTo>
                  <a:lnTo>
                    <a:pt x="9462" y="4093"/>
                  </a:lnTo>
                  <a:lnTo>
                    <a:pt x="9346" y="3669"/>
                  </a:lnTo>
                  <a:lnTo>
                    <a:pt x="9230" y="3282"/>
                  </a:lnTo>
                  <a:lnTo>
                    <a:pt x="9037" y="2896"/>
                  </a:lnTo>
                  <a:lnTo>
                    <a:pt x="8882" y="2510"/>
                  </a:lnTo>
                  <a:lnTo>
                    <a:pt x="8651" y="2163"/>
                  </a:lnTo>
                  <a:lnTo>
                    <a:pt x="8380" y="1815"/>
                  </a:lnTo>
                  <a:lnTo>
                    <a:pt x="8110" y="1506"/>
                  </a:lnTo>
                  <a:lnTo>
                    <a:pt x="7801" y="1197"/>
                  </a:lnTo>
                  <a:lnTo>
                    <a:pt x="7492" y="927"/>
                  </a:lnTo>
                  <a:lnTo>
                    <a:pt x="7106" y="695"/>
                  </a:lnTo>
                  <a:lnTo>
                    <a:pt x="6759" y="502"/>
                  </a:lnTo>
                  <a:lnTo>
                    <a:pt x="6411" y="348"/>
                  </a:lnTo>
                  <a:lnTo>
                    <a:pt x="6025" y="193"/>
                  </a:lnTo>
                  <a:lnTo>
                    <a:pt x="5639" y="116"/>
                  </a:lnTo>
                  <a:lnTo>
                    <a:pt x="5291" y="3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18"/>
            <p:cNvSpPr/>
            <p:nvPr/>
          </p:nvSpPr>
          <p:spPr>
            <a:xfrm>
              <a:off x="3031900" y="427125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4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8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1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9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5"/>
                  </a:lnTo>
                  <a:lnTo>
                    <a:pt x="1159" y="541"/>
                  </a:lnTo>
                  <a:lnTo>
                    <a:pt x="1352" y="426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9"/>
                  </a:lnTo>
                  <a:lnTo>
                    <a:pt x="309" y="928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6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3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4"/>
                  </a:lnTo>
                  <a:lnTo>
                    <a:pt x="1468" y="4017"/>
                  </a:lnTo>
                  <a:lnTo>
                    <a:pt x="1661" y="4094"/>
                  </a:lnTo>
                  <a:lnTo>
                    <a:pt x="1893" y="4133"/>
                  </a:lnTo>
                  <a:lnTo>
                    <a:pt x="2317" y="4133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3"/>
                  </a:lnTo>
                  <a:lnTo>
                    <a:pt x="4171" y="1430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7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18"/>
            <p:cNvSpPr/>
            <p:nvPr/>
          </p:nvSpPr>
          <p:spPr>
            <a:xfrm>
              <a:off x="5567925" y="4274150"/>
              <a:ext cx="67600" cy="76300"/>
            </a:xfrm>
            <a:custGeom>
              <a:avLst/>
              <a:gdLst/>
              <a:ahLst/>
              <a:cxnLst/>
              <a:rect l="l" t="t" r="r" b="b"/>
              <a:pathLst>
                <a:path w="2704" h="3052" extrusionOk="0">
                  <a:moveTo>
                    <a:pt x="1159" y="425"/>
                  </a:moveTo>
                  <a:lnTo>
                    <a:pt x="1429" y="503"/>
                  </a:lnTo>
                  <a:lnTo>
                    <a:pt x="1661" y="619"/>
                  </a:lnTo>
                  <a:lnTo>
                    <a:pt x="1854" y="773"/>
                  </a:lnTo>
                  <a:lnTo>
                    <a:pt x="2009" y="966"/>
                  </a:lnTo>
                  <a:lnTo>
                    <a:pt x="2124" y="1121"/>
                  </a:lnTo>
                  <a:lnTo>
                    <a:pt x="2202" y="1314"/>
                  </a:lnTo>
                  <a:lnTo>
                    <a:pt x="2318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5"/>
                  </a:lnTo>
                  <a:lnTo>
                    <a:pt x="2047" y="2279"/>
                  </a:lnTo>
                  <a:lnTo>
                    <a:pt x="1623" y="2047"/>
                  </a:lnTo>
                  <a:lnTo>
                    <a:pt x="1236" y="1893"/>
                  </a:lnTo>
                  <a:lnTo>
                    <a:pt x="1005" y="1777"/>
                  </a:lnTo>
                  <a:lnTo>
                    <a:pt x="812" y="1661"/>
                  </a:lnTo>
                  <a:lnTo>
                    <a:pt x="619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2"/>
                  </a:lnTo>
                  <a:lnTo>
                    <a:pt x="541" y="657"/>
                  </a:lnTo>
                  <a:lnTo>
                    <a:pt x="619" y="580"/>
                  </a:lnTo>
                  <a:lnTo>
                    <a:pt x="696" y="503"/>
                  </a:lnTo>
                  <a:lnTo>
                    <a:pt x="812" y="464"/>
                  </a:lnTo>
                  <a:lnTo>
                    <a:pt x="927" y="425"/>
                  </a:lnTo>
                  <a:close/>
                  <a:moveTo>
                    <a:pt x="1005" y="1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4" y="425"/>
                  </a:lnTo>
                  <a:lnTo>
                    <a:pt x="78" y="619"/>
                  </a:lnTo>
                  <a:lnTo>
                    <a:pt x="1" y="812"/>
                  </a:lnTo>
                  <a:lnTo>
                    <a:pt x="1" y="1005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3"/>
                  </a:lnTo>
                  <a:lnTo>
                    <a:pt x="387" y="1854"/>
                  </a:lnTo>
                  <a:lnTo>
                    <a:pt x="619" y="2047"/>
                  </a:lnTo>
                  <a:lnTo>
                    <a:pt x="889" y="2202"/>
                  </a:lnTo>
                  <a:lnTo>
                    <a:pt x="1198" y="2318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9" y="2742"/>
                  </a:lnTo>
                  <a:lnTo>
                    <a:pt x="2202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1" y="3013"/>
                  </a:lnTo>
                  <a:lnTo>
                    <a:pt x="2588" y="2974"/>
                  </a:lnTo>
                  <a:lnTo>
                    <a:pt x="2626" y="2897"/>
                  </a:lnTo>
                  <a:lnTo>
                    <a:pt x="2704" y="2318"/>
                  </a:lnTo>
                  <a:lnTo>
                    <a:pt x="2704" y="2009"/>
                  </a:lnTo>
                  <a:lnTo>
                    <a:pt x="2704" y="1700"/>
                  </a:lnTo>
                  <a:lnTo>
                    <a:pt x="2626" y="1429"/>
                  </a:lnTo>
                  <a:lnTo>
                    <a:pt x="2549" y="1121"/>
                  </a:lnTo>
                  <a:lnTo>
                    <a:pt x="2433" y="850"/>
                  </a:lnTo>
                  <a:lnTo>
                    <a:pt x="2279" y="580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700" y="117"/>
                  </a:lnTo>
                  <a:lnTo>
                    <a:pt x="1507" y="39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18"/>
            <p:cNvSpPr/>
            <p:nvPr/>
          </p:nvSpPr>
          <p:spPr>
            <a:xfrm>
              <a:off x="2254775" y="4312775"/>
              <a:ext cx="326325" cy="190200"/>
            </a:xfrm>
            <a:custGeom>
              <a:avLst/>
              <a:gdLst/>
              <a:ahLst/>
              <a:cxnLst/>
              <a:rect l="l" t="t" r="r" b="b"/>
              <a:pathLst>
                <a:path w="13053" h="7608" extrusionOk="0">
                  <a:moveTo>
                    <a:pt x="8920" y="271"/>
                  </a:moveTo>
                  <a:lnTo>
                    <a:pt x="9036" y="348"/>
                  </a:lnTo>
                  <a:lnTo>
                    <a:pt x="9191" y="464"/>
                  </a:lnTo>
                  <a:lnTo>
                    <a:pt x="9307" y="618"/>
                  </a:lnTo>
                  <a:lnTo>
                    <a:pt x="9384" y="657"/>
                  </a:lnTo>
                  <a:lnTo>
                    <a:pt x="9422" y="966"/>
                  </a:lnTo>
                  <a:lnTo>
                    <a:pt x="9422" y="1275"/>
                  </a:lnTo>
                  <a:lnTo>
                    <a:pt x="9345" y="1545"/>
                  </a:lnTo>
                  <a:lnTo>
                    <a:pt x="9229" y="1815"/>
                  </a:lnTo>
                  <a:lnTo>
                    <a:pt x="9036" y="2085"/>
                  </a:lnTo>
                  <a:lnTo>
                    <a:pt x="8882" y="2317"/>
                  </a:lnTo>
                  <a:lnTo>
                    <a:pt x="8457" y="2781"/>
                  </a:lnTo>
                  <a:lnTo>
                    <a:pt x="6990" y="4441"/>
                  </a:lnTo>
                  <a:lnTo>
                    <a:pt x="6835" y="4441"/>
                  </a:lnTo>
                  <a:lnTo>
                    <a:pt x="7106" y="3476"/>
                  </a:lnTo>
                  <a:lnTo>
                    <a:pt x="7415" y="2549"/>
                  </a:lnTo>
                  <a:lnTo>
                    <a:pt x="7801" y="1506"/>
                  </a:lnTo>
                  <a:lnTo>
                    <a:pt x="8032" y="1043"/>
                  </a:lnTo>
                  <a:lnTo>
                    <a:pt x="8187" y="773"/>
                  </a:lnTo>
                  <a:lnTo>
                    <a:pt x="8380" y="502"/>
                  </a:lnTo>
                  <a:lnTo>
                    <a:pt x="8573" y="348"/>
                  </a:lnTo>
                  <a:lnTo>
                    <a:pt x="8689" y="271"/>
                  </a:lnTo>
                  <a:close/>
                  <a:moveTo>
                    <a:pt x="2124" y="4441"/>
                  </a:moveTo>
                  <a:lnTo>
                    <a:pt x="2974" y="4557"/>
                  </a:lnTo>
                  <a:lnTo>
                    <a:pt x="3823" y="4711"/>
                  </a:lnTo>
                  <a:lnTo>
                    <a:pt x="4905" y="4866"/>
                  </a:lnTo>
                  <a:lnTo>
                    <a:pt x="5407" y="4943"/>
                  </a:lnTo>
                  <a:lnTo>
                    <a:pt x="5947" y="4982"/>
                  </a:lnTo>
                  <a:lnTo>
                    <a:pt x="4673" y="5213"/>
                  </a:lnTo>
                  <a:lnTo>
                    <a:pt x="3399" y="5406"/>
                  </a:lnTo>
                  <a:lnTo>
                    <a:pt x="2703" y="5484"/>
                  </a:lnTo>
                  <a:lnTo>
                    <a:pt x="1622" y="5484"/>
                  </a:lnTo>
                  <a:lnTo>
                    <a:pt x="1236" y="5445"/>
                  </a:lnTo>
                  <a:lnTo>
                    <a:pt x="966" y="5368"/>
                  </a:lnTo>
                  <a:lnTo>
                    <a:pt x="773" y="5291"/>
                  </a:lnTo>
                  <a:lnTo>
                    <a:pt x="696" y="5213"/>
                  </a:lnTo>
                  <a:lnTo>
                    <a:pt x="657" y="5097"/>
                  </a:lnTo>
                  <a:lnTo>
                    <a:pt x="657" y="4982"/>
                  </a:lnTo>
                  <a:lnTo>
                    <a:pt x="696" y="4827"/>
                  </a:lnTo>
                  <a:lnTo>
                    <a:pt x="734" y="4673"/>
                  </a:lnTo>
                  <a:lnTo>
                    <a:pt x="811" y="4557"/>
                  </a:lnTo>
                  <a:lnTo>
                    <a:pt x="889" y="4480"/>
                  </a:lnTo>
                  <a:lnTo>
                    <a:pt x="966" y="4441"/>
                  </a:lnTo>
                  <a:close/>
                  <a:moveTo>
                    <a:pt x="7183" y="4866"/>
                  </a:moveTo>
                  <a:lnTo>
                    <a:pt x="8380" y="5097"/>
                  </a:lnTo>
                  <a:lnTo>
                    <a:pt x="9616" y="5406"/>
                  </a:lnTo>
                  <a:lnTo>
                    <a:pt x="10272" y="5599"/>
                  </a:lnTo>
                  <a:lnTo>
                    <a:pt x="10967" y="5792"/>
                  </a:lnTo>
                  <a:lnTo>
                    <a:pt x="11662" y="6024"/>
                  </a:lnTo>
                  <a:lnTo>
                    <a:pt x="12087" y="6217"/>
                  </a:lnTo>
                  <a:lnTo>
                    <a:pt x="12203" y="6256"/>
                  </a:lnTo>
                  <a:lnTo>
                    <a:pt x="12319" y="6333"/>
                  </a:lnTo>
                  <a:lnTo>
                    <a:pt x="12396" y="6410"/>
                  </a:lnTo>
                  <a:lnTo>
                    <a:pt x="12434" y="6526"/>
                  </a:lnTo>
                  <a:lnTo>
                    <a:pt x="12473" y="6642"/>
                  </a:lnTo>
                  <a:lnTo>
                    <a:pt x="12473" y="6796"/>
                  </a:lnTo>
                  <a:lnTo>
                    <a:pt x="12396" y="7144"/>
                  </a:lnTo>
                  <a:lnTo>
                    <a:pt x="12241" y="7183"/>
                  </a:lnTo>
                  <a:lnTo>
                    <a:pt x="12010" y="7221"/>
                  </a:lnTo>
                  <a:lnTo>
                    <a:pt x="11817" y="7183"/>
                  </a:lnTo>
                  <a:lnTo>
                    <a:pt x="11585" y="7144"/>
                  </a:lnTo>
                  <a:lnTo>
                    <a:pt x="11122" y="7028"/>
                  </a:lnTo>
                  <a:lnTo>
                    <a:pt x="10735" y="6874"/>
                  </a:lnTo>
                  <a:lnTo>
                    <a:pt x="10002" y="6603"/>
                  </a:lnTo>
                  <a:lnTo>
                    <a:pt x="9307" y="6256"/>
                  </a:lnTo>
                  <a:lnTo>
                    <a:pt x="8766" y="5947"/>
                  </a:lnTo>
                  <a:lnTo>
                    <a:pt x="8225" y="5599"/>
                  </a:lnTo>
                  <a:lnTo>
                    <a:pt x="7183" y="4866"/>
                  </a:lnTo>
                  <a:close/>
                  <a:moveTo>
                    <a:pt x="8805" y="0"/>
                  </a:moveTo>
                  <a:lnTo>
                    <a:pt x="8573" y="39"/>
                  </a:lnTo>
                  <a:lnTo>
                    <a:pt x="8341" y="155"/>
                  </a:lnTo>
                  <a:lnTo>
                    <a:pt x="8110" y="271"/>
                  </a:lnTo>
                  <a:lnTo>
                    <a:pt x="7955" y="464"/>
                  </a:lnTo>
                  <a:lnTo>
                    <a:pt x="7723" y="850"/>
                  </a:lnTo>
                  <a:lnTo>
                    <a:pt x="7492" y="1275"/>
                  </a:lnTo>
                  <a:lnTo>
                    <a:pt x="7183" y="2201"/>
                  </a:lnTo>
                  <a:lnTo>
                    <a:pt x="6835" y="3321"/>
                  </a:lnTo>
                  <a:lnTo>
                    <a:pt x="6719" y="3862"/>
                  </a:lnTo>
                  <a:lnTo>
                    <a:pt x="6604" y="4441"/>
                  </a:lnTo>
                  <a:lnTo>
                    <a:pt x="6526" y="4518"/>
                  </a:lnTo>
                  <a:lnTo>
                    <a:pt x="6526" y="4634"/>
                  </a:lnTo>
                  <a:lnTo>
                    <a:pt x="5947" y="4595"/>
                  </a:lnTo>
                  <a:lnTo>
                    <a:pt x="5407" y="4557"/>
                  </a:lnTo>
                  <a:lnTo>
                    <a:pt x="4325" y="4402"/>
                  </a:lnTo>
                  <a:lnTo>
                    <a:pt x="3244" y="4209"/>
                  </a:lnTo>
                  <a:lnTo>
                    <a:pt x="2703" y="4132"/>
                  </a:lnTo>
                  <a:lnTo>
                    <a:pt x="2124" y="4093"/>
                  </a:lnTo>
                  <a:lnTo>
                    <a:pt x="1545" y="4055"/>
                  </a:lnTo>
                  <a:lnTo>
                    <a:pt x="1159" y="4055"/>
                  </a:lnTo>
                  <a:lnTo>
                    <a:pt x="773" y="4093"/>
                  </a:lnTo>
                  <a:lnTo>
                    <a:pt x="425" y="4209"/>
                  </a:lnTo>
                  <a:lnTo>
                    <a:pt x="271" y="4287"/>
                  </a:lnTo>
                  <a:lnTo>
                    <a:pt x="155" y="4364"/>
                  </a:lnTo>
                  <a:lnTo>
                    <a:pt x="78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4982"/>
                  </a:lnTo>
                  <a:lnTo>
                    <a:pt x="78" y="5136"/>
                  </a:lnTo>
                  <a:lnTo>
                    <a:pt x="155" y="5252"/>
                  </a:lnTo>
                  <a:lnTo>
                    <a:pt x="232" y="5406"/>
                  </a:lnTo>
                  <a:lnTo>
                    <a:pt x="348" y="5522"/>
                  </a:lnTo>
                  <a:lnTo>
                    <a:pt x="618" y="5677"/>
                  </a:lnTo>
                  <a:lnTo>
                    <a:pt x="927" y="5792"/>
                  </a:lnTo>
                  <a:lnTo>
                    <a:pt x="1275" y="5870"/>
                  </a:lnTo>
                  <a:lnTo>
                    <a:pt x="1622" y="5908"/>
                  </a:lnTo>
                  <a:lnTo>
                    <a:pt x="2240" y="5908"/>
                  </a:lnTo>
                  <a:lnTo>
                    <a:pt x="3360" y="5831"/>
                  </a:lnTo>
                  <a:lnTo>
                    <a:pt x="4441" y="5715"/>
                  </a:lnTo>
                  <a:lnTo>
                    <a:pt x="5561" y="5484"/>
                  </a:lnTo>
                  <a:lnTo>
                    <a:pt x="6102" y="5329"/>
                  </a:lnTo>
                  <a:lnTo>
                    <a:pt x="6604" y="5136"/>
                  </a:lnTo>
                  <a:lnTo>
                    <a:pt x="6604" y="5175"/>
                  </a:lnTo>
                  <a:lnTo>
                    <a:pt x="6642" y="5599"/>
                  </a:lnTo>
                  <a:lnTo>
                    <a:pt x="6681" y="5792"/>
                  </a:lnTo>
                  <a:lnTo>
                    <a:pt x="6758" y="5986"/>
                  </a:lnTo>
                  <a:lnTo>
                    <a:pt x="7028" y="6024"/>
                  </a:lnTo>
                  <a:lnTo>
                    <a:pt x="7028" y="5986"/>
                  </a:lnTo>
                  <a:lnTo>
                    <a:pt x="6951" y="5599"/>
                  </a:lnTo>
                  <a:lnTo>
                    <a:pt x="6951" y="5406"/>
                  </a:lnTo>
                  <a:lnTo>
                    <a:pt x="6990" y="5213"/>
                  </a:lnTo>
                  <a:lnTo>
                    <a:pt x="7028" y="5175"/>
                  </a:lnTo>
                  <a:lnTo>
                    <a:pt x="7723" y="5754"/>
                  </a:lnTo>
                  <a:lnTo>
                    <a:pt x="8496" y="6256"/>
                  </a:lnTo>
                  <a:lnTo>
                    <a:pt x="9307" y="6681"/>
                  </a:lnTo>
                  <a:lnTo>
                    <a:pt x="10118" y="7067"/>
                  </a:lnTo>
                  <a:lnTo>
                    <a:pt x="10774" y="7337"/>
                  </a:lnTo>
                  <a:lnTo>
                    <a:pt x="11237" y="7453"/>
                  </a:lnTo>
                  <a:lnTo>
                    <a:pt x="11662" y="7569"/>
                  </a:lnTo>
                  <a:lnTo>
                    <a:pt x="12126" y="7607"/>
                  </a:lnTo>
                  <a:lnTo>
                    <a:pt x="12319" y="7569"/>
                  </a:lnTo>
                  <a:lnTo>
                    <a:pt x="12512" y="7530"/>
                  </a:lnTo>
                  <a:lnTo>
                    <a:pt x="12666" y="7453"/>
                  </a:lnTo>
                  <a:lnTo>
                    <a:pt x="12821" y="7376"/>
                  </a:lnTo>
                  <a:lnTo>
                    <a:pt x="12936" y="7221"/>
                  </a:lnTo>
                  <a:lnTo>
                    <a:pt x="13014" y="7028"/>
                  </a:lnTo>
                  <a:lnTo>
                    <a:pt x="13052" y="6874"/>
                  </a:lnTo>
                  <a:lnTo>
                    <a:pt x="13052" y="6719"/>
                  </a:lnTo>
                  <a:lnTo>
                    <a:pt x="13014" y="6565"/>
                  </a:lnTo>
                  <a:lnTo>
                    <a:pt x="12975" y="6449"/>
                  </a:lnTo>
                  <a:lnTo>
                    <a:pt x="12898" y="6333"/>
                  </a:lnTo>
                  <a:lnTo>
                    <a:pt x="12782" y="6217"/>
                  </a:lnTo>
                  <a:lnTo>
                    <a:pt x="12512" y="6024"/>
                  </a:lnTo>
                  <a:lnTo>
                    <a:pt x="12241" y="5870"/>
                  </a:lnTo>
                  <a:lnTo>
                    <a:pt x="11894" y="5715"/>
                  </a:lnTo>
                  <a:lnTo>
                    <a:pt x="11353" y="5522"/>
                  </a:lnTo>
                  <a:lnTo>
                    <a:pt x="10388" y="5213"/>
                  </a:lnTo>
                  <a:lnTo>
                    <a:pt x="9384" y="4943"/>
                  </a:lnTo>
                  <a:lnTo>
                    <a:pt x="8380" y="4711"/>
                  </a:lnTo>
                  <a:lnTo>
                    <a:pt x="7376" y="4518"/>
                  </a:lnTo>
                  <a:lnTo>
                    <a:pt x="8418" y="3437"/>
                  </a:lnTo>
                  <a:lnTo>
                    <a:pt x="8882" y="2896"/>
                  </a:lnTo>
                  <a:lnTo>
                    <a:pt x="9345" y="2279"/>
                  </a:lnTo>
                  <a:lnTo>
                    <a:pt x="9461" y="2085"/>
                  </a:lnTo>
                  <a:lnTo>
                    <a:pt x="9577" y="1854"/>
                  </a:lnTo>
                  <a:lnTo>
                    <a:pt x="9654" y="1622"/>
                  </a:lnTo>
                  <a:lnTo>
                    <a:pt x="9731" y="1390"/>
                  </a:lnTo>
                  <a:lnTo>
                    <a:pt x="9731" y="1159"/>
                  </a:lnTo>
                  <a:lnTo>
                    <a:pt x="9693" y="927"/>
                  </a:lnTo>
                  <a:lnTo>
                    <a:pt x="9654" y="657"/>
                  </a:lnTo>
                  <a:lnTo>
                    <a:pt x="9500" y="464"/>
                  </a:lnTo>
                  <a:lnTo>
                    <a:pt x="9461" y="309"/>
                  </a:lnTo>
                  <a:lnTo>
                    <a:pt x="9384" y="232"/>
                  </a:lnTo>
                  <a:lnTo>
                    <a:pt x="9229" y="78"/>
                  </a:lnTo>
                  <a:lnTo>
                    <a:pt x="90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18"/>
            <p:cNvSpPr/>
            <p:nvPr/>
          </p:nvSpPr>
          <p:spPr>
            <a:xfrm>
              <a:off x="1058675" y="4315675"/>
              <a:ext cx="594700" cy="534825"/>
            </a:xfrm>
            <a:custGeom>
              <a:avLst/>
              <a:gdLst/>
              <a:ahLst/>
              <a:cxnLst/>
              <a:rect l="l" t="t" r="r" b="b"/>
              <a:pathLst>
                <a:path w="23788" h="21393" extrusionOk="0">
                  <a:moveTo>
                    <a:pt x="23478" y="270"/>
                  </a:moveTo>
                  <a:lnTo>
                    <a:pt x="23401" y="386"/>
                  </a:lnTo>
                  <a:lnTo>
                    <a:pt x="22590" y="1815"/>
                  </a:lnTo>
                  <a:lnTo>
                    <a:pt x="21741" y="3205"/>
                  </a:lnTo>
                  <a:lnTo>
                    <a:pt x="20853" y="4595"/>
                  </a:lnTo>
                  <a:lnTo>
                    <a:pt x="19926" y="5985"/>
                  </a:lnTo>
                  <a:lnTo>
                    <a:pt x="19269" y="5754"/>
                  </a:lnTo>
                  <a:lnTo>
                    <a:pt x="18999" y="5638"/>
                  </a:lnTo>
                  <a:lnTo>
                    <a:pt x="18690" y="5483"/>
                  </a:lnTo>
                  <a:lnTo>
                    <a:pt x="18420" y="5290"/>
                  </a:lnTo>
                  <a:lnTo>
                    <a:pt x="18150" y="5059"/>
                  </a:lnTo>
                  <a:lnTo>
                    <a:pt x="17918" y="4827"/>
                  </a:lnTo>
                  <a:lnTo>
                    <a:pt x="17686" y="4557"/>
                  </a:lnTo>
                  <a:lnTo>
                    <a:pt x="17493" y="4286"/>
                  </a:lnTo>
                  <a:lnTo>
                    <a:pt x="17339" y="3977"/>
                  </a:lnTo>
                  <a:lnTo>
                    <a:pt x="17030" y="3360"/>
                  </a:lnTo>
                  <a:lnTo>
                    <a:pt x="16798" y="2742"/>
                  </a:lnTo>
                  <a:lnTo>
                    <a:pt x="16605" y="2085"/>
                  </a:lnTo>
                  <a:lnTo>
                    <a:pt x="17416" y="1776"/>
                  </a:lnTo>
                  <a:lnTo>
                    <a:pt x="18265" y="1467"/>
                  </a:lnTo>
                  <a:lnTo>
                    <a:pt x="19115" y="1197"/>
                  </a:lnTo>
                  <a:lnTo>
                    <a:pt x="19965" y="965"/>
                  </a:lnTo>
                  <a:lnTo>
                    <a:pt x="20853" y="772"/>
                  </a:lnTo>
                  <a:lnTo>
                    <a:pt x="21702" y="579"/>
                  </a:lnTo>
                  <a:lnTo>
                    <a:pt x="22590" y="425"/>
                  </a:lnTo>
                  <a:lnTo>
                    <a:pt x="23478" y="270"/>
                  </a:lnTo>
                  <a:close/>
                  <a:moveTo>
                    <a:pt x="4866" y="7607"/>
                  </a:moveTo>
                  <a:lnTo>
                    <a:pt x="6256" y="7646"/>
                  </a:lnTo>
                  <a:lnTo>
                    <a:pt x="7608" y="7723"/>
                  </a:lnTo>
                  <a:lnTo>
                    <a:pt x="7222" y="8186"/>
                  </a:lnTo>
                  <a:lnTo>
                    <a:pt x="6835" y="8650"/>
                  </a:lnTo>
                  <a:lnTo>
                    <a:pt x="6488" y="9190"/>
                  </a:lnTo>
                  <a:lnTo>
                    <a:pt x="6140" y="9692"/>
                  </a:lnTo>
                  <a:lnTo>
                    <a:pt x="5909" y="10233"/>
                  </a:lnTo>
                  <a:lnTo>
                    <a:pt x="5870" y="10272"/>
                  </a:lnTo>
                  <a:lnTo>
                    <a:pt x="5214" y="10774"/>
                  </a:lnTo>
                  <a:lnTo>
                    <a:pt x="4557" y="11314"/>
                  </a:lnTo>
                  <a:lnTo>
                    <a:pt x="4326" y="11546"/>
                  </a:lnTo>
                  <a:lnTo>
                    <a:pt x="4094" y="11816"/>
                  </a:lnTo>
                  <a:lnTo>
                    <a:pt x="3824" y="12048"/>
                  </a:lnTo>
                  <a:lnTo>
                    <a:pt x="3708" y="12125"/>
                  </a:lnTo>
                  <a:lnTo>
                    <a:pt x="3553" y="12164"/>
                  </a:lnTo>
                  <a:lnTo>
                    <a:pt x="3399" y="12202"/>
                  </a:lnTo>
                  <a:lnTo>
                    <a:pt x="3206" y="12164"/>
                  </a:lnTo>
                  <a:lnTo>
                    <a:pt x="2742" y="12087"/>
                  </a:lnTo>
                  <a:lnTo>
                    <a:pt x="1970" y="11855"/>
                  </a:lnTo>
                  <a:lnTo>
                    <a:pt x="387" y="11507"/>
                  </a:lnTo>
                  <a:lnTo>
                    <a:pt x="1005" y="11083"/>
                  </a:lnTo>
                  <a:lnTo>
                    <a:pt x="1584" y="10658"/>
                  </a:lnTo>
                  <a:lnTo>
                    <a:pt x="2163" y="10156"/>
                  </a:lnTo>
                  <a:lnTo>
                    <a:pt x="2704" y="9654"/>
                  </a:lnTo>
                  <a:lnTo>
                    <a:pt x="3553" y="8804"/>
                  </a:lnTo>
                  <a:lnTo>
                    <a:pt x="4055" y="8186"/>
                  </a:lnTo>
                  <a:lnTo>
                    <a:pt x="4326" y="7916"/>
                  </a:lnTo>
                  <a:lnTo>
                    <a:pt x="4634" y="7684"/>
                  </a:lnTo>
                  <a:lnTo>
                    <a:pt x="4789" y="7684"/>
                  </a:lnTo>
                  <a:lnTo>
                    <a:pt x="4827" y="7646"/>
                  </a:lnTo>
                  <a:lnTo>
                    <a:pt x="4866" y="7607"/>
                  </a:lnTo>
                  <a:close/>
                  <a:moveTo>
                    <a:pt x="16296" y="2201"/>
                  </a:moveTo>
                  <a:lnTo>
                    <a:pt x="16489" y="2858"/>
                  </a:lnTo>
                  <a:lnTo>
                    <a:pt x="16721" y="3553"/>
                  </a:lnTo>
                  <a:lnTo>
                    <a:pt x="17030" y="4209"/>
                  </a:lnTo>
                  <a:lnTo>
                    <a:pt x="17223" y="4518"/>
                  </a:lnTo>
                  <a:lnTo>
                    <a:pt x="17455" y="4827"/>
                  </a:lnTo>
                  <a:lnTo>
                    <a:pt x="17648" y="5136"/>
                  </a:lnTo>
                  <a:lnTo>
                    <a:pt x="17879" y="5368"/>
                  </a:lnTo>
                  <a:lnTo>
                    <a:pt x="18150" y="5599"/>
                  </a:lnTo>
                  <a:lnTo>
                    <a:pt x="18420" y="5831"/>
                  </a:lnTo>
                  <a:lnTo>
                    <a:pt x="18729" y="5985"/>
                  </a:lnTo>
                  <a:lnTo>
                    <a:pt x="19038" y="6140"/>
                  </a:lnTo>
                  <a:lnTo>
                    <a:pt x="19385" y="6217"/>
                  </a:lnTo>
                  <a:lnTo>
                    <a:pt x="19771" y="6256"/>
                  </a:lnTo>
                  <a:lnTo>
                    <a:pt x="18922" y="7453"/>
                  </a:lnTo>
                  <a:lnTo>
                    <a:pt x="18034" y="8611"/>
                  </a:lnTo>
                  <a:lnTo>
                    <a:pt x="17223" y="9615"/>
                  </a:lnTo>
                  <a:lnTo>
                    <a:pt x="16373" y="10581"/>
                  </a:lnTo>
                  <a:lnTo>
                    <a:pt x="15524" y="11507"/>
                  </a:lnTo>
                  <a:lnTo>
                    <a:pt x="14597" y="12395"/>
                  </a:lnTo>
                  <a:lnTo>
                    <a:pt x="13670" y="13284"/>
                  </a:lnTo>
                  <a:lnTo>
                    <a:pt x="13168" y="13747"/>
                  </a:lnTo>
                  <a:lnTo>
                    <a:pt x="12628" y="14172"/>
                  </a:lnTo>
                  <a:lnTo>
                    <a:pt x="12126" y="14558"/>
                  </a:lnTo>
                  <a:lnTo>
                    <a:pt x="11546" y="14905"/>
                  </a:lnTo>
                  <a:lnTo>
                    <a:pt x="10967" y="15214"/>
                  </a:lnTo>
                  <a:lnTo>
                    <a:pt x="10388" y="15446"/>
                  </a:lnTo>
                  <a:lnTo>
                    <a:pt x="9809" y="15600"/>
                  </a:lnTo>
                  <a:lnTo>
                    <a:pt x="9191" y="15678"/>
                  </a:lnTo>
                  <a:lnTo>
                    <a:pt x="8612" y="15678"/>
                  </a:lnTo>
                  <a:lnTo>
                    <a:pt x="8341" y="15639"/>
                  </a:lnTo>
                  <a:lnTo>
                    <a:pt x="8033" y="15562"/>
                  </a:lnTo>
                  <a:lnTo>
                    <a:pt x="7762" y="15446"/>
                  </a:lnTo>
                  <a:lnTo>
                    <a:pt x="7531" y="15330"/>
                  </a:lnTo>
                  <a:lnTo>
                    <a:pt x="7260" y="15214"/>
                  </a:lnTo>
                  <a:lnTo>
                    <a:pt x="7029" y="15021"/>
                  </a:lnTo>
                  <a:lnTo>
                    <a:pt x="6835" y="14828"/>
                  </a:lnTo>
                  <a:lnTo>
                    <a:pt x="6642" y="14597"/>
                  </a:lnTo>
                  <a:lnTo>
                    <a:pt x="6449" y="14365"/>
                  </a:lnTo>
                  <a:lnTo>
                    <a:pt x="6295" y="14095"/>
                  </a:lnTo>
                  <a:lnTo>
                    <a:pt x="6063" y="13554"/>
                  </a:lnTo>
                  <a:lnTo>
                    <a:pt x="5909" y="13013"/>
                  </a:lnTo>
                  <a:lnTo>
                    <a:pt x="5870" y="12434"/>
                  </a:lnTo>
                  <a:lnTo>
                    <a:pt x="5870" y="11855"/>
                  </a:lnTo>
                  <a:lnTo>
                    <a:pt x="5986" y="11314"/>
                  </a:lnTo>
                  <a:lnTo>
                    <a:pt x="6140" y="10735"/>
                  </a:lnTo>
                  <a:lnTo>
                    <a:pt x="6333" y="10194"/>
                  </a:lnTo>
                  <a:lnTo>
                    <a:pt x="6604" y="9692"/>
                  </a:lnTo>
                  <a:lnTo>
                    <a:pt x="6913" y="9229"/>
                  </a:lnTo>
                  <a:lnTo>
                    <a:pt x="7222" y="8766"/>
                  </a:lnTo>
                  <a:lnTo>
                    <a:pt x="7569" y="8302"/>
                  </a:lnTo>
                  <a:lnTo>
                    <a:pt x="7955" y="7878"/>
                  </a:lnTo>
                  <a:lnTo>
                    <a:pt x="8766" y="7067"/>
                  </a:lnTo>
                  <a:lnTo>
                    <a:pt x="9616" y="6333"/>
                  </a:lnTo>
                  <a:lnTo>
                    <a:pt x="10542" y="5561"/>
                  </a:lnTo>
                  <a:lnTo>
                    <a:pt x="11508" y="4866"/>
                  </a:lnTo>
                  <a:lnTo>
                    <a:pt x="12473" y="4209"/>
                  </a:lnTo>
                  <a:lnTo>
                    <a:pt x="13516" y="3591"/>
                  </a:lnTo>
                  <a:lnTo>
                    <a:pt x="14211" y="3205"/>
                  </a:lnTo>
                  <a:lnTo>
                    <a:pt x="14906" y="2858"/>
                  </a:lnTo>
                  <a:lnTo>
                    <a:pt x="15601" y="2510"/>
                  </a:lnTo>
                  <a:lnTo>
                    <a:pt x="16296" y="2201"/>
                  </a:lnTo>
                  <a:close/>
                  <a:moveTo>
                    <a:pt x="5638" y="13361"/>
                  </a:moveTo>
                  <a:lnTo>
                    <a:pt x="5754" y="13747"/>
                  </a:lnTo>
                  <a:lnTo>
                    <a:pt x="5870" y="14133"/>
                  </a:lnTo>
                  <a:lnTo>
                    <a:pt x="6063" y="14519"/>
                  </a:lnTo>
                  <a:lnTo>
                    <a:pt x="6295" y="14828"/>
                  </a:lnTo>
                  <a:lnTo>
                    <a:pt x="6565" y="15137"/>
                  </a:lnTo>
                  <a:lnTo>
                    <a:pt x="6874" y="15407"/>
                  </a:lnTo>
                  <a:lnTo>
                    <a:pt x="7222" y="15639"/>
                  </a:lnTo>
                  <a:lnTo>
                    <a:pt x="7608" y="15832"/>
                  </a:lnTo>
                  <a:lnTo>
                    <a:pt x="7415" y="16141"/>
                  </a:lnTo>
                  <a:lnTo>
                    <a:pt x="7260" y="16489"/>
                  </a:lnTo>
                  <a:lnTo>
                    <a:pt x="6797" y="16296"/>
                  </a:lnTo>
                  <a:lnTo>
                    <a:pt x="6411" y="16025"/>
                  </a:lnTo>
                  <a:lnTo>
                    <a:pt x="6025" y="15716"/>
                  </a:lnTo>
                  <a:lnTo>
                    <a:pt x="5716" y="15369"/>
                  </a:lnTo>
                  <a:lnTo>
                    <a:pt x="5484" y="14983"/>
                  </a:lnTo>
                  <a:lnTo>
                    <a:pt x="5252" y="14558"/>
                  </a:lnTo>
                  <a:lnTo>
                    <a:pt x="5098" y="14133"/>
                  </a:lnTo>
                  <a:lnTo>
                    <a:pt x="5021" y="13631"/>
                  </a:lnTo>
                  <a:lnTo>
                    <a:pt x="4982" y="13593"/>
                  </a:lnTo>
                  <a:lnTo>
                    <a:pt x="5638" y="13361"/>
                  </a:lnTo>
                  <a:close/>
                  <a:moveTo>
                    <a:pt x="4827" y="13670"/>
                  </a:moveTo>
                  <a:lnTo>
                    <a:pt x="4866" y="14210"/>
                  </a:lnTo>
                  <a:lnTo>
                    <a:pt x="4982" y="14712"/>
                  </a:lnTo>
                  <a:lnTo>
                    <a:pt x="5214" y="15176"/>
                  </a:lnTo>
                  <a:lnTo>
                    <a:pt x="5484" y="15600"/>
                  </a:lnTo>
                  <a:lnTo>
                    <a:pt x="5831" y="15948"/>
                  </a:lnTo>
                  <a:lnTo>
                    <a:pt x="6218" y="16296"/>
                  </a:lnTo>
                  <a:lnTo>
                    <a:pt x="6642" y="16566"/>
                  </a:lnTo>
                  <a:lnTo>
                    <a:pt x="7106" y="16759"/>
                  </a:lnTo>
                  <a:lnTo>
                    <a:pt x="6951" y="17300"/>
                  </a:lnTo>
                  <a:lnTo>
                    <a:pt x="6411" y="17029"/>
                  </a:lnTo>
                  <a:lnTo>
                    <a:pt x="5909" y="16720"/>
                  </a:lnTo>
                  <a:lnTo>
                    <a:pt x="5484" y="16373"/>
                  </a:lnTo>
                  <a:lnTo>
                    <a:pt x="5098" y="15987"/>
                  </a:lnTo>
                  <a:lnTo>
                    <a:pt x="4789" y="15562"/>
                  </a:lnTo>
                  <a:lnTo>
                    <a:pt x="4480" y="15060"/>
                  </a:lnTo>
                  <a:lnTo>
                    <a:pt x="4248" y="14558"/>
                  </a:lnTo>
                  <a:lnTo>
                    <a:pt x="4055" y="13979"/>
                  </a:lnTo>
                  <a:lnTo>
                    <a:pt x="4248" y="13940"/>
                  </a:lnTo>
                  <a:lnTo>
                    <a:pt x="4441" y="13863"/>
                  </a:lnTo>
                  <a:lnTo>
                    <a:pt x="4827" y="13670"/>
                  </a:lnTo>
                  <a:close/>
                  <a:moveTo>
                    <a:pt x="4441" y="15871"/>
                  </a:moveTo>
                  <a:lnTo>
                    <a:pt x="4673" y="16180"/>
                  </a:lnTo>
                  <a:lnTo>
                    <a:pt x="4905" y="16450"/>
                  </a:lnTo>
                  <a:lnTo>
                    <a:pt x="5175" y="16682"/>
                  </a:lnTo>
                  <a:lnTo>
                    <a:pt x="5445" y="16913"/>
                  </a:lnTo>
                  <a:lnTo>
                    <a:pt x="5291" y="17029"/>
                  </a:lnTo>
                  <a:lnTo>
                    <a:pt x="5214" y="17222"/>
                  </a:lnTo>
                  <a:lnTo>
                    <a:pt x="5098" y="17068"/>
                  </a:lnTo>
                  <a:lnTo>
                    <a:pt x="5059" y="16991"/>
                  </a:lnTo>
                  <a:lnTo>
                    <a:pt x="4982" y="16952"/>
                  </a:lnTo>
                  <a:lnTo>
                    <a:pt x="4905" y="16952"/>
                  </a:lnTo>
                  <a:lnTo>
                    <a:pt x="4827" y="16991"/>
                  </a:lnTo>
                  <a:lnTo>
                    <a:pt x="4519" y="17415"/>
                  </a:lnTo>
                  <a:lnTo>
                    <a:pt x="4210" y="17840"/>
                  </a:lnTo>
                  <a:lnTo>
                    <a:pt x="3862" y="18226"/>
                  </a:lnTo>
                  <a:lnTo>
                    <a:pt x="3476" y="18574"/>
                  </a:lnTo>
                  <a:lnTo>
                    <a:pt x="3090" y="18921"/>
                  </a:lnTo>
                  <a:lnTo>
                    <a:pt x="2665" y="19230"/>
                  </a:lnTo>
                  <a:lnTo>
                    <a:pt x="2240" y="19501"/>
                  </a:lnTo>
                  <a:lnTo>
                    <a:pt x="1777" y="19771"/>
                  </a:lnTo>
                  <a:lnTo>
                    <a:pt x="1777" y="19771"/>
                  </a:lnTo>
                  <a:lnTo>
                    <a:pt x="1816" y="19346"/>
                  </a:lnTo>
                  <a:lnTo>
                    <a:pt x="1854" y="18921"/>
                  </a:lnTo>
                  <a:lnTo>
                    <a:pt x="2009" y="18535"/>
                  </a:lnTo>
                  <a:lnTo>
                    <a:pt x="2163" y="18188"/>
                  </a:lnTo>
                  <a:lnTo>
                    <a:pt x="2395" y="17840"/>
                  </a:lnTo>
                  <a:lnTo>
                    <a:pt x="2665" y="17531"/>
                  </a:lnTo>
                  <a:lnTo>
                    <a:pt x="2974" y="17222"/>
                  </a:lnTo>
                  <a:lnTo>
                    <a:pt x="3360" y="16913"/>
                  </a:lnTo>
                  <a:lnTo>
                    <a:pt x="3669" y="16720"/>
                  </a:lnTo>
                  <a:lnTo>
                    <a:pt x="3939" y="16489"/>
                  </a:lnTo>
                  <a:lnTo>
                    <a:pt x="4017" y="16334"/>
                  </a:lnTo>
                  <a:lnTo>
                    <a:pt x="4094" y="16218"/>
                  </a:lnTo>
                  <a:lnTo>
                    <a:pt x="4094" y="16064"/>
                  </a:lnTo>
                  <a:lnTo>
                    <a:pt x="4055" y="15871"/>
                  </a:lnTo>
                  <a:close/>
                  <a:moveTo>
                    <a:pt x="13439" y="13979"/>
                  </a:moveTo>
                  <a:lnTo>
                    <a:pt x="13400" y="14674"/>
                  </a:lnTo>
                  <a:lnTo>
                    <a:pt x="13400" y="15369"/>
                  </a:lnTo>
                  <a:lnTo>
                    <a:pt x="13477" y="16025"/>
                  </a:lnTo>
                  <a:lnTo>
                    <a:pt x="13632" y="16682"/>
                  </a:lnTo>
                  <a:lnTo>
                    <a:pt x="12396" y="17454"/>
                  </a:lnTo>
                  <a:lnTo>
                    <a:pt x="11160" y="18304"/>
                  </a:lnTo>
                  <a:lnTo>
                    <a:pt x="8805" y="20041"/>
                  </a:lnTo>
                  <a:lnTo>
                    <a:pt x="8766" y="19037"/>
                  </a:lnTo>
                  <a:lnTo>
                    <a:pt x="8689" y="18033"/>
                  </a:lnTo>
                  <a:lnTo>
                    <a:pt x="8650" y="17724"/>
                  </a:lnTo>
                  <a:lnTo>
                    <a:pt x="8689" y="17493"/>
                  </a:lnTo>
                  <a:lnTo>
                    <a:pt x="8728" y="17377"/>
                  </a:lnTo>
                  <a:lnTo>
                    <a:pt x="8805" y="17261"/>
                  </a:lnTo>
                  <a:lnTo>
                    <a:pt x="9037" y="17068"/>
                  </a:lnTo>
                  <a:lnTo>
                    <a:pt x="9654" y="16604"/>
                  </a:lnTo>
                  <a:lnTo>
                    <a:pt x="10195" y="16141"/>
                  </a:lnTo>
                  <a:lnTo>
                    <a:pt x="10234" y="16064"/>
                  </a:lnTo>
                  <a:lnTo>
                    <a:pt x="10272" y="16025"/>
                  </a:lnTo>
                  <a:lnTo>
                    <a:pt x="10234" y="15909"/>
                  </a:lnTo>
                  <a:lnTo>
                    <a:pt x="10774" y="15716"/>
                  </a:lnTo>
                  <a:lnTo>
                    <a:pt x="11276" y="15485"/>
                  </a:lnTo>
                  <a:lnTo>
                    <a:pt x="11740" y="15214"/>
                  </a:lnTo>
                  <a:lnTo>
                    <a:pt x="12203" y="14905"/>
                  </a:lnTo>
                  <a:lnTo>
                    <a:pt x="12821" y="14481"/>
                  </a:lnTo>
                  <a:lnTo>
                    <a:pt x="13439" y="13979"/>
                  </a:lnTo>
                  <a:close/>
                  <a:moveTo>
                    <a:pt x="3978" y="14944"/>
                  </a:moveTo>
                  <a:lnTo>
                    <a:pt x="4132" y="15330"/>
                  </a:lnTo>
                  <a:lnTo>
                    <a:pt x="4326" y="15678"/>
                  </a:lnTo>
                  <a:lnTo>
                    <a:pt x="3862" y="15678"/>
                  </a:lnTo>
                  <a:lnTo>
                    <a:pt x="3785" y="15716"/>
                  </a:lnTo>
                  <a:lnTo>
                    <a:pt x="3746" y="15755"/>
                  </a:lnTo>
                  <a:lnTo>
                    <a:pt x="3746" y="15832"/>
                  </a:lnTo>
                  <a:lnTo>
                    <a:pt x="3785" y="15871"/>
                  </a:lnTo>
                  <a:lnTo>
                    <a:pt x="3785" y="15948"/>
                  </a:lnTo>
                  <a:lnTo>
                    <a:pt x="3785" y="16064"/>
                  </a:lnTo>
                  <a:lnTo>
                    <a:pt x="3669" y="16257"/>
                  </a:lnTo>
                  <a:lnTo>
                    <a:pt x="3476" y="16489"/>
                  </a:lnTo>
                  <a:lnTo>
                    <a:pt x="3206" y="16720"/>
                  </a:lnTo>
                  <a:lnTo>
                    <a:pt x="2665" y="17145"/>
                  </a:lnTo>
                  <a:lnTo>
                    <a:pt x="2318" y="17415"/>
                  </a:lnTo>
                  <a:lnTo>
                    <a:pt x="2009" y="17802"/>
                  </a:lnTo>
                  <a:lnTo>
                    <a:pt x="1777" y="18188"/>
                  </a:lnTo>
                  <a:lnTo>
                    <a:pt x="1584" y="18651"/>
                  </a:lnTo>
                  <a:lnTo>
                    <a:pt x="1507" y="19114"/>
                  </a:lnTo>
                  <a:lnTo>
                    <a:pt x="1468" y="19346"/>
                  </a:lnTo>
                  <a:lnTo>
                    <a:pt x="1468" y="19578"/>
                  </a:lnTo>
                  <a:lnTo>
                    <a:pt x="1507" y="19848"/>
                  </a:lnTo>
                  <a:lnTo>
                    <a:pt x="1545" y="20080"/>
                  </a:lnTo>
                  <a:lnTo>
                    <a:pt x="1622" y="20118"/>
                  </a:lnTo>
                  <a:lnTo>
                    <a:pt x="1738" y="20118"/>
                  </a:lnTo>
                  <a:lnTo>
                    <a:pt x="1777" y="20041"/>
                  </a:lnTo>
                  <a:lnTo>
                    <a:pt x="2279" y="19809"/>
                  </a:lnTo>
                  <a:lnTo>
                    <a:pt x="2742" y="19578"/>
                  </a:lnTo>
                  <a:lnTo>
                    <a:pt x="3167" y="19269"/>
                  </a:lnTo>
                  <a:lnTo>
                    <a:pt x="3553" y="18960"/>
                  </a:lnTo>
                  <a:lnTo>
                    <a:pt x="3939" y="18612"/>
                  </a:lnTo>
                  <a:lnTo>
                    <a:pt x="4287" y="18226"/>
                  </a:lnTo>
                  <a:lnTo>
                    <a:pt x="4634" y="17802"/>
                  </a:lnTo>
                  <a:lnTo>
                    <a:pt x="4943" y="17377"/>
                  </a:lnTo>
                  <a:lnTo>
                    <a:pt x="5059" y="17531"/>
                  </a:lnTo>
                  <a:lnTo>
                    <a:pt x="5175" y="17647"/>
                  </a:lnTo>
                  <a:lnTo>
                    <a:pt x="5291" y="17647"/>
                  </a:lnTo>
                  <a:lnTo>
                    <a:pt x="5368" y="17608"/>
                  </a:lnTo>
                  <a:lnTo>
                    <a:pt x="5368" y="17531"/>
                  </a:lnTo>
                  <a:lnTo>
                    <a:pt x="5638" y="17068"/>
                  </a:lnTo>
                  <a:lnTo>
                    <a:pt x="6025" y="17300"/>
                  </a:lnTo>
                  <a:lnTo>
                    <a:pt x="5986" y="17802"/>
                  </a:lnTo>
                  <a:lnTo>
                    <a:pt x="5870" y="18304"/>
                  </a:lnTo>
                  <a:lnTo>
                    <a:pt x="5754" y="18806"/>
                  </a:lnTo>
                  <a:lnTo>
                    <a:pt x="5561" y="19308"/>
                  </a:lnTo>
                  <a:lnTo>
                    <a:pt x="5445" y="19076"/>
                  </a:lnTo>
                  <a:lnTo>
                    <a:pt x="5407" y="18844"/>
                  </a:lnTo>
                  <a:lnTo>
                    <a:pt x="5368" y="18574"/>
                  </a:lnTo>
                  <a:lnTo>
                    <a:pt x="5407" y="18304"/>
                  </a:lnTo>
                  <a:lnTo>
                    <a:pt x="5445" y="18226"/>
                  </a:lnTo>
                  <a:lnTo>
                    <a:pt x="5407" y="18188"/>
                  </a:lnTo>
                  <a:lnTo>
                    <a:pt x="5329" y="18110"/>
                  </a:lnTo>
                  <a:lnTo>
                    <a:pt x="5252" y="18072"/>
                  </a:lnTo>
                  <a:lnTo>
                    <a:pt x="5214" y="18110"/>
                  </a:lnTo>
                  <a:lnTo>
                    <a:pt x="5136" y="18110"/>
                  </a:lnTo>
                  <a:lnTo>
                    <a:pt x="5098" y="18188"/>
                  </a:lnTo>
                  <a:lnTo>
                    <a:pt x="4827" y="18767"/>
                  </a:lnTo>
                  <a:lnTo>
                    <a:pt x="4519" y="19308"/>
                  </a:lnTo>
                  <a:lnTo>
                    <a:pt x="4326" y="19539"/>
                  </a:lnTo>
                  <a:lnTo>
                    <a:pt x="4094" y="19771"/>
                  </a:lnTo>
                  <a:lnTo>
                    <a:pt x="3862" y="19964"/>
                  </a:lnTo>
                  <a:lnTo>
                    <a:pt x="3592" y="20196"/>
                  </a:lnTo>
                  <a:lnTo>
                    <a:pt x="3090" y="20505"/>
                  </a:lnTo>
                  <a:lnTo>
                    <a:pt x="2820" y="20659"/>
                  </a:lnTo>
                  <a:lnTo>
                    <a:pt x="2511" y="20775"/>
                  </a:lnTo>
                  <a:lnTo>
                    <a:pt x="2202" y="20891"/>
                  </a:lnTo>
                  <a:lnTo>
                    <a:pt x="1893" y="20968"/>
                  </a:lnTo>
                  <a:lnTo>
                    <a:pt x="1584" y="21007"/>
                  </a:lnTo>
                  <a:lnTo>
                    <a:pt x="1275" y="20968"/>
                  </a:lnTo>
                  <a:lnTo>
                    <a:pt x="1043" y="20929"/>
                  </a:lnTo>
                  <a:lnTo>
                    <a:pt x="889" y="20813"/>
                  </a:lnTo>
                  <a:lnTo>
                    <a:pt x="773" y="20698"/>
                  </a:lnTo>
                  <a:lnTo>
                    <a:pt x="734" y="20543"/>
                  </a:lnTo>
                  <a:lnTo>
                    <a:pt x="696" y="20350"/>
                  </a:lnTo>
                  <a:lnTo>
                    <a:pt x="696" y="20157"/>
                  </a:lnTo>
                  <a:lnTo>
                    <a:pt x="734" y="19732"/>
                  </a:lnTo>
                  <a:lnTo>
                    <a:pt x="812" y="19037"/>
                  </a:lnTo>
                  <a:lnTo>
                    <a:pt x="889" y="18690"/>
                  </a:lnTo>
                  <a:lnTo>
                    <a:pt x="1005" y="18342"/>
                  </a:lnTo>
                  <a:lnTo>
                    <a:pt x="1159" y="17956"/>
                  </a:lnTo>
                  <a:lnTo>
                    <a:pt x="1352" y="17608"/>
                  </a:lnTo>
                  <a:lnTo>
                    <a:pt x="1584" y="17261"/>
                  </a:lnTo>
                  <a:lnTo>
                    <a:pt x="1854" y="16952"/>
                  </a:lnTo>
                  <a:lnTo>
                    <a:pt x="2124" y="16682"/>
                  </a:lnTo>
                  <a:lnTo>
                    <a:pt x="2433" y="16411"/>
                  </a:lnTo>
                  <a:lnTo>
                    <a:pt x="2781" y="16180"/>
                  </a:lnTo>
                  <a:lnTo>
                    <a:pt x="3167" y="16025"/>
                  </a:lnTo>
                  <a:lnTo>
                    <a:pt x="3244" y="15948"/>
                  </a:lnTo>
                  <a:lnTo>
                    <a:pt x="3244" y="15871"/>
                  </a:lnTo>
                  <a:lnTo>
                    <a:pt x="3206" y="15794"/>
                  </a:lnTo>
                  <a:lnTo>
                    <a:pt x="3167" y="15716"/>
                  </a:lnTo>
                  <a:lnTo>
                    <a:pt x="2433" y="15369"/>
                  </a:lnTo>
                  <a:lnTo>
                    <a:pt x="2781" y="15176"/>
                  </a:lnTo>
                  <a:lnTo>
                    <a:pt x="3167" y="15021"/>
                  </a:lnTo>
                  <a:lnTo>
                    <a:pt x="3553" y="14983"/>
                  </a:lnTo>
                  <a:lnTo>
                    <a:pt x="3978" y="14944"/>
                  </a:lnTo>
                  <a:close/>
                  <a:moveTo>
                    <a:pt x="23478" y="0"/>
                  </a:moveTo>
                  <a:lnTo>
                    <a:pt x="22204" y="155"/>
                  </a:lnTo>
                  <a:lnTo>
                    <a:pt x="20891" y="386"/>
                  </a:lnTo>
                  <a:lnTo>
                    <a:pt x="19617" y="657"/>
                  </a:lnTo>
                  <a:lnTo>
                    <a:pt x="18381" y="1043"/>
                  </a:lnTo>
                  <a:lnTo>
                    <a:pt x="17146" y="1467"/>
                  </a:lnTo>
                  <a:lnTo>
                    <a:pt x="15949" y="1969"/>
                  </a:lnTo>
                  <a:lnTo>
                    <a:pt x="14752" y="2510"/>
                  </a:lnTo>
                  <a:lnTo>
                    <a:pt x="13593" y="3128"/>
                  </a:lnTo>
                  <a:lnTo>
                    <a:pt x="12473" y="3784"/>
                  </a:lnTo>
                  <a:lnTo>
                    <a:pt x="11353" y="4518"/>
                  </a:lnTo>
                  <a:lnTo>
                    <a:pt x="10311" y="5290"/>
                  </a:lnTo>
                  <a:lnTo>
                    <a:pt x="9307" y="6140"/>
                  </a:lnTo>
                  <a:lnTo>
                    <a:pt x="8535" y="6796"/>
                  </a:lnTo>
                  <a:lnTo>
                    <a:pt x="7801" y="7491"/>
                  </a:lnTo>
                  <a:lnTo>
                    <a:pt x="7029" y="7337"/>
                  </a:lnTo>
                  <a:lnTo>
                    <a:pt x="6218" y="7221"/>
                  </a:lnTo>
                  <a:lnTo>
                    <a:pt x="5407" y="7182"/>
                  </a:lnTo>
                  <a:lnTo>
                    <a:pt x="4557" y="7221"/>
                  </a:lnTo>
                  <a:lnTo>
                    <a:pt x="4519" y="7221"/>
                  </a:lnTo>
                  <a:lnTo>
                    <a:pt x="4441" y="7260"/>
                  </a:lnTo>
                  <a:lnTo>
                    <a:pt x="4403" y="7414"/>
                  </a:lnTo>
                  <a:lnTo>
                    <a:pt x="4171" y="7530"/>
                  </a:lnTo>
                  <a:lnTo>
                    <a:pt x="3939" y="7723"/>
                  </a:lnTo>
                  <a:lnTo>
                    <a:pt x="3708" y="7916"/>
                  </a:lnTo>
                  <a:lnTo>
                    <a:pt x="3515" y="8148"/>
                  </a:lnTo>
                  <a:lnTo>
                    <a:pt x="3128" y="8611"/>
                  </a:lnTo>
                  <a:lnTo>
                    <a:pt x="2742" y="9036"/>
                  </a:lnTo>
                  <a:lnTo>
                    <a:pt x="2124" y="9654"/>
                  </a:lnTo>
                  <a:lnTo>
                    <a:pt x="1468" y="10194"/>
                  </a:lnTo>
                  <a:lnTo>
                    <a:pt x="773" y="10774"/>
                  </a:lnTo>
                  <a:lnTo>
                    <a:pt x="78" y="11276"/>
                  </a:lnTo>
                  <a:lnTo>
                    <a:pt x="1" y="11353"/>
                  </a:lnTo>
                  <a:lnTo>
                    <a:pt x="1" y="11430"/>
                  </a:lnTo>
                  <a:lnTo>
                    <a:pt x="1" y="11507"/>
                  </a:lnTo>
                  <a:lnTo>
                    <a:pt x="39" y="11546"/>
                  </a:lnTo>
                  <a:lnTo>
                    <a:pt x="39" y="11623"/>
                  </a:lnTo>
                  <a:lnTo>
                    <a:pt x="39" y="11700"/>
                  </a:lnTo>
                  <a:lnTo>
                    <a:pt x="78" y="11739"/>
                  </a:lnTo>
                  <a:lnTo>
                    <a:pt x="116" y="11778"/>
                  </a:lnTo>
                  <a:lnTo>
                    <a:pt x="1005" y="12048"/>
                  </a:lnTo>
                  <a:lnTo>
                    <a:pt x="1893" y="12280"/>
                  </a:lnTo>
                  <a:lnTo>
                    <a:pt x="3669" y="12666"/>
                  </a:lnTo>
                  <a:lnTo>
                    <a:pt x="3785" y="12666"/>
                  </a:lnTo>
                  <a:lnTo>
                    <a:pt x="3862" y="12589"/>
                  </a:lnTo>
                  <a:lnTo>
                    <a:pt x="4750" y="11700"/>
                  </a:lnTo>
                  <a:lnTo>
                    <a:pt x="5716" y="10851"/>
                  </a:lnTo>
                  <a:lnTo>
                    <a:pt x="5600" y="11391"/>
                  </a:lnTo>
                  <a:lnTo>
                    <a:pt x="5523" y="11971"/>
                  </a:lnTo>
                  <a:lnTo>
                    <a:pt x="5523" y="12550"/>
                  </a:lnTo>
                  <a:lnTo>
                    <a:pt x="5600" y="13091"/>
                  </a:lnTo>
                  <a:lnTo>
                    <a:pt x="5136" y="13168"/>
                  </a:lnTo>
                  <a:lnTo>
                    <a:pt x="4712" y="13284"/>
                  </a:lnTo>
                  <a:lnTo>
                    <a:pt x="4248" y="13477"/>
                  </a:lnTo>
                  <a:lnTo>
                    <a:pt x="4017" y="13593"/>
                  </a:lnTo>
                  <a:lnTo>
                    <a:pt x="3862" y="13747"/>
                  </a:lnTo>
                  <a:lnTo>
                    <a:pt x="3824" y="13824"/>
                  </a:lnTo>
                  <a:lnTo>
                    <a:pt x="3862" y="13901"/>
                  </a:lnTo>
                  <a:lnTo>
                    <a:pt x="3824" y="13940"/>
                  </a:lnTo>
                  <a:lnTo>
                    <a:pt x="3785" y="14017"/>
                  </a:lnTo>
                  <a:lnTo>
                    <a:pt x="3824" y="14403"/>
                  </a:lnTo>
                  <a:lnTo>
                    <a:pt x="3901" y="14751"/>
                  </a:lnTo>
                  <a:lnTo>
                    <a:pt x="3669" y="14712"/>
                  </a:lnTo>
                  <a:lnTo>
                    <a:pt x="3399" y="14712"/>
                  </a:lnTo>
                  <a:lnTo>
                    <a:pt x="3167" y="14751"/>
                  </a:lnTo>
                  <a:lnTo>
                    <a:pt x="2935" y="14790"/>
                  </a:lnTo>
                  <a:lnTo>
                    <a:pt x="2665" y="14867"/>
                  </a:lnTo>
                  <a:lnTo>
                    <a:pt x="2433" y="14983"/>
                  </a:lnTo>
                  <a:lnTo>
                    <a:pt x="2240" y="15098"/>
                  </a:lnTo>
                  <a:lnTo>
                    <a:pt x="2009" y="15253"/>
                  </a:lnTo>
                  <a:lnTo>
                    <a:pt x="1931" y="15330"/>
                  </a:lnTo>
                  <a:lnTo>
                    <a:pt x="1931" y="15407"/>
                  </a:lnTo>
                  <a:lnTo>
                    <a:pt x="1970" y="15485"/>
                  </a:lnTo>
                  <a:lnTo>
                    <a:pt x="2047" y="15523"/>
                  </a:lnTo>
                  <a:lnTo>
                    <a:pt x="2704" y="15871"/>
                  </a:lnTo>
                  <a:lnTo>
                    <a:pt x="2356" y="16064"/>
                  </a:lnTo>
                  <a:lnTo>
                    <a:pt x="2047" y="16334"/>
                  </a:lnTo>
                  <a:lnTo>
                    <a:pt x="1738" y="16604"/>
                  </a:lnTo>
                  <a:lnTo>
                    <a:pt x="1468" y="16875"/>
                  </a:lnTo>
                  <a:lnTo>
                    <a:pt x="1198" y="17222"/>
                  </a:lnTo>
                  <a:lnTo>
                    <a:pt x="1005" y="17570"/>
                  </a:lnTo>
                  <a:lnTo>
                    <a:pt x="812" y="17956"/>
                  </a:lnTo>
                  <a:lnTo>
                    <a:pt x="657" y="18342"/>
                  </a:lnTo>
                  <a:lnTo>
                    <a:pt x="464" y="18960"/>
                  </a:lnTo>
                  <a:lnTo>
                    <a:pt x="387" y="19385"/>
                  </a:lnTo>
                  <a:lnTo>
                    <a:pt x="310" y="19809"/>
                  </a:lnTo>
                  <a:lnTo>
                    <a:pt x="271" y="20234"/>
                  </a:lnTo>
                  <a:lnTo>
                    <a:pt x="310" y="20659"/>
                  </a:lnTo>
                  <a:lnTo>
                    <a:pt x="348" y="20813"/>
                  </a:lnTo>
                  <a:lnTo>
                    <a:pt x="425" y="20968"/>
                  </a:lnTo>
                  <a:lnTo>
                    <a:pt x="503" y="21084"/>
                  </a:lnTo>
                  <a:lnTo>
                    <a:pt x="618" y="21200"/>
                  </a:lnTo>
                  <a:lnTo>
                    <a:pt x="773" y="21277"/>
                  </a:lnTo>
                  <a:lnTo>
                    <a:pt x="927" y="21315"/>
                  </a:lnTo>
                  <a:lnTo>
                    <a:pt x="1275" y="21393"/>
                  </a:lnTo>
                  <a:lnTo>
                    <a:pt x="1661" y="21354"/>
                  </a:lnTo>
                  <a:lnTo>
                    <a:pt x="2047" y="21277"/>
                  </a:lnTo>
                  <a:lnTo>
                    <a:pt x="2433" y="21161"/>
                  </a:lnTo>
                  <a:lnTo>
                    <a:pt x="2820" y="21007"/>
                  </a:lnTo>
                  <a:lnTo>
                    <a:pt x="3437" y="20698"/>
                  </a:lnTo>
                  <a:lnTo>
                    <a:pt x="3901" y="20389"/>
                  </a:lnTo>
                  <a:lnTo>
                    <a:pt x="4364" y="20003"/>
                  </a:lnTo>
                  <a:lnTo>
                    <a:pt x="4750" y="19539"/>
                  </a:lnTo>
                  <a:lnTo>
                    <a:pt x="5098" y="19037"/>
                  </a:lnTo>
                  <a:lnTo>
                    <a:pt x="5136" y="19230"/>
                  </a:lnTo>
                  <a:lnTo>
                    <a:pt x="5214" y="19423"/>
                  </a:lnTo>
                  <a:lnTo>
                    <a:pt x="5329" y="19578"/>
                  </a:lnTo>
                  <a:lnTo>
                    <a:pt x="5484" y="19771"/>
                  </a:lnTo>
                  <a:lnTo>
                    <a:pt x="5561" y="19809"/>
                  </a:lnTo>
                  <a:lnTo>
                    <a:pt x="5638" y="19809"/>
                  </a:lnTo>
                  <a:lnTo>
                    <a:pt x="5716" y="19771"/>
                  </a:lnTo>
                  <a:lnTo>
                    <a:pt x="5793" y="19694"/>
                  </a:lnTo>
                  <a:lnTo>
                    <a:pt x="5986" y="19153"/>
                  </a:lnTo>
                  <a:lnTo>
                    <a:pt x="6179" y="18612"/>
                  </a:lnTo>
                  <a:lnTo>
                    <a:pt x="6295" y="18033"/>
                  </a:lnTo>
                  <a:lnTo>
                    <a:pt x="6372" y="17454"/>
                  </a:lnTo>
                  <a:lnTo>
                    <a:pt x="6913" y="17608"/>
                  </a:lnTo>
                  <a:lnTo>
                    <a:pt x="7183" y="17608"/>
                  </a:lnTo>
                  <a:lnTo>
                    <a:pt x="7183" y="17531"/>
                  </a:lnTo>
                  <a:lnTo>
                    <a:pt x="7531" y="16720"/>
                  </a:lnTo>
                  <a:lnTo>
                    <a:pt x="7724" y="16334"/>
                  </a:lnTo>
                  <a:lnTo>
                    <a:pt x="7955" y="15948"/>
                  </a:lnTo>
                  <a:lnTo>
                    <a:pt x="8110" y="15987"/>
                  </a:lnTo>
                  <a:lnTo>
                    <a:pt x="8535" y="16064"/>
                  </a:lnTo>
                  <a:lnTo>
                    <a:pt x="8921" y="16102"/>
                  </a:lnTo>
                  <a:lnTo>
                    <a:pt x="9307" y="16064"/>
                  </a:lnTo>
                  <a:lnTo>
                    <a:pt x="9693" y="16025"/>
                  </a:lnTo>
                  <a:lnTo>
                    <a:pt x="9693" y="16025"/>
                  </a:lnTo>
                  <a:lnTo>
                    <a:pt x="8998" y="16604"/>
                  </a:lnTo>
                  <a:lnTo>
                    <a:pt x="8226" y="17106"/>
                  </a:lnTo>
                  <a:lnTo>
                    <a:pt x="8148" y="17222"/>
                  </a:lnTo>
                  <a:lnTo>
                    <a:pt x="8148" y="17300"/>
                  </a:lnTo>
                  <a:lnTo>
                    <a:pt x="8264" y="18110"/>
                  </a:lnTo>
                  <a:lnTo>
                    <a:pt x="8341" y="18883"/>
                  </a:lnTo>
                  <a:lnTo>
                    <a:pt x="8380" y="19655"/>
                  </a:lnTo>
                  <a:lnTo>
                    <a:pt x="8380" y="20427"/>
                  </a:lnTo>
                  <a:lnTo>
                    <a:pt x="8419" y="20543"/>
                  </a:lnTo>
                  <a:lnTo>
                    <a:pt x="8496" y="20620"/>
                  </a:lnTo>
                  <a:lnTo>
                    <a:pt x="8612" y="20659"/>
                  </a:lnTo>
                  <a:lnTo>
                    <a:pt x="8728" y="20620"/>
                  </a:lnTo>
                  <a:lnTo>
                    <a:pt x="11392" y="18806"/>
                  </a:lnTo>
                  <a:lnTo>
                    <a:pt x="12705" y="17840"/>
                  </a:lnTo>
                  <a:lnTo>
                    <a:pt x="13323" y="17338"/>
                  </a:lnTo>
                  <a:lnTo>
                    <a:pt x="13941" y="16836"/>
                  </a:lnTo>
                  <a:lnTo>
                    <a:pt x="13979" y="16759"/>
                  </a:lnTo>
                  <a:lnTo>
                    <a:pt x="13979" y="16682"/>
                  </a:lnTo>
                  <a:lnTo>
                    <a:pt x="13979" y="16643"/>
                  </a:lnTo>
                  <a:lnTo>
                    <a:pt x="13941" y="16257"/>
                  </a:lnTo>
                  <a:lnTo>
                    <a:pt x="13902" y="15871"/>
                  </a:lnTo>
                  <a:lnTo>
                    <a:pt x="13825" y="15098"/>
                  </a:lnTo>
                  <a:lnTo>
                    <a:pt x="13748" y="13747"/>
                  </a:lnTo>
                  <a:lnTo>
                    <a:pt x="14443" y="13129"/>
                  </a:lnTo>
                  <a:lnTo>
                    <a:pt x="15099" y="12473"/>
                  </a:lnTo>
                  <a:lnTo>
                    <a:pt x="15756" y="11816"/>
                  </a:lnTo>
                  <a:lnTo>
                    <a:pt x="16373" y="11121"/>
                  </a:lnTo>
                  <a:lnTo>
                    <a:pt x="17455" y="9924"/>
                  </a:lnTo>
                  <a:lnTo>
                    <a:pt x="18459" y="8650"/>
                  </a:lnTo>
                  <a:lnTo>
                    <a:pt x="19424" y="7376"/>
                  </a:lnTo>
                  <a:lnTo>
                    <a:pt x="20351" y="6024"/>
                  </a:lnTo>
                  <a:lnTo>
                    <a:pt x="21239" y="4673"/>
                  </a:lnTo>
                  <a:lnTo>
                    <a:pt x="22088" y="3321"/>
                  </a:lnTo>
                  <a:lnTo>
                    <a:pt x="22938" y="1931"/>
                  </a:lnTo>
                  <a:lnTo>
                    <a:pt x="23749" y="502"/>
                  </a:lnTo>
                  <a:lnTo>
                    <a:pt x="23749" y="425"/>
                  </a:lnTo>
                  <a:lnTo>
                    <a:pt x="23749" y="348"/>
                  </a:lnTo>
                  <a:lnTo>
                    <a:pt x="23749" y="270"/>
                  </a:lnTo>
                  <a:lnTo>
                    <a:pt x="23787" y="155"/>
                  </a:lnTo>
                  <a:lnTo>
                    <a:pt x="23787" y="77"/>
                  </a:lnTo>
                  <a:lnTo>
                    <a:pt x="23749" y="39"/>
                  </a:lnTo>
                  <a:lnTo>
                    <a:pt x="23672" y="0"/>
                  </a:lnTo>
                  <a:lnTo>
                    <a:pt x="23633" y="39"/>
                  </a:lnTo>
                  <a:lnTo>
                    <a:pt x="23633" y="77"/>
                  </a:lnTo>
                  <a:lnTo>
                    <a:pt x="235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18"/>
            <p:cNvSpPr/>
            <p:nvPr/>
          </p:nvSpPr>
          <p:spPr>
            <a:xfrm>
              <a:off x="5635500" y="4343650"/>
              <a:ext cx="54100" cy="45400"/>
            </a:xfrm>
            <a:custGeom>
              <a:avLst/>
              <a:gdLst/>
              <a:ahLst/>
              <a:cxnLst/>
              <a:rect l="l" t="t" r="r" b="b"/>
              <a:pathLst>
                <a:path w="2164" h="1816" extrusionOk="0">
                  <a:moveTo>
                    <a:pt x="1314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5"/>
                  </a:lnTo>
                  <a:lnTo>
                    <a:pt x="1777" y="889"/>
                  </a:lnTo>
                  <a:lnTo>
                    <a:pt x="1777" y="928"/>
                  </a:lnTo>
                  <a:lnTo>
                    <a:pt x="1738" y="1005"/>
                  </a:lnTo>
                  <a:lnTo>
                    <a:pt x="1661" y="1044"/>
                  </a:lnTo>
                  <a:lnTo>
                    <a:pt x="1584" y="1082"/>
                  </a:lnTo>
                  <a:lnTo>
                    <a:pt x="1275" y="1121"/>
                  </a:lnTo>
                  <a:lnTo>
                    <a:pt x="927" y="1121"/>
                  </a:lnTo>
                  <a:lnTo>
                    <a:pt x="619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1"/>
                  </a:lnTo>
                  <a:lnTo>
                    <a:pt x="348" y="1005"/>
                  </a:lnTo>
                  <a:lnTo>
                    <a:pt x="387" y="850"/>
                  </a:lnTo>
                  <a:lnTo>
                    <a:pt x="464" y="735"/>
                  </a:lnTo>
                  <a:lnTo>
                    <a:pt x="580" y="619"/>
                  </a:lnTo>
                  <a:lnTo>
                    <a:pt x="657" y="503"/>
                  </a:lnTo>
                  <a:lnTo>
                    <a:pt x="812" y="426"/>
                  </a:lnTo>
                  <a:lnTo>
                    <a:pt x="966" y="387"/>
                  </a:lnTo>
                  <a:close/>
                  <a:moveTo>
                    <a:pt x="1005" y="1"/>
                  </a:moveTo>
                  <a:lnTo>
                    <a:pt x="812" y="40"/>
                  </a:lnTo>
                  <a:lnTo>
                    <a:pt x="619" y="117"/>
                  </a:lnTo>
                  <a:lnTo>
                    <a:pt x="425" y="233"/>
                  </a:lnTo>
                  <a:lnTo>
                    <a:pt x="271" y="348"/>
                  </a:lnTo>
                  <a:lnTo>
                    <a:pt x="155" y="503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30"/>
                  </a:lnTo>
                  <a:lnTo>
                    <a:pt x="117" y="1623"/>
                  </a:lnTo>
                  <a:lnTo>
                    <a:pt x="155" y="1739"/>
                  </a:lnTo>
                  <a:lnTo>
                    <a:pt x="232" y="1777"/>
                  </a:lnTo>
                  <a:lnTo>
                    <a:pt x="348" y="1816"/>
                  </a:lnTo>
                  <a:lnTo>
                    <a:pt x="425" y="1739"/>
                  </a:lnTo>
                  <a:lnTo>
                    <a:pt x="580" y="1623"/>
                  </a:lnTo>
                  <a:lnTo>
                    <a:pt x="696" y="1546"/>
                  </a:lnTo>
                  <a:lnTo>
                    <a:pt x="889" y="1507"/>
                  </a:lnTo>
                  <a:lnTo>
                    <a:pt x="1429" y="1507"/>
                  </a:lnTo>
                  <a:lnTo>
                    <a:pt x="1584" y="1468"/>
                  </a:lnTo>
                  <a:lnTo>
                    <a:pt x="1777" y="1430"/>
                  </a:lnTo>
                  <a:lnTo>
                    <a:pt x="1931" y="1352"/>
                  </a:lnTo>
                  <a:lnTo>
                    <a:pt x="2047" y="1237"/>
                  </a:lnTo>
                  <a:lnTo>
                    <a:pt x="2125" y="1121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9"/>
                  </a:lnTo>
                  <a:lnTo>
                    <a:pt x="2086" y="464"/>
                  </a:lnTo>
                  <a:lnTo>
                    <a:pt x="1970" y="310"/>
                  </a:lnTo>
                  <a:lnTo>
                    <a:pt x="1816" y="194"/>
                  </a:lnTo>
                  <a:lnTo>
                    <a:pt x="1623" y="78"/>
                  </a:lnTo>
                  <a:lnTo>
                    <a:pt x="142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18"/>
            <p:cNvSpPr/>
            <p:nvPr/>
          </p:nvSpPr>
          <p:spPr>
            <a:xfrm>
              <a:off x="4572625" y="43774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2"/>
                  </a:lnTo>
                  <a:lnTo>
                    <a:pt x="23479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5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2"/>
                  </a:lnTo>
                  <a:lnTo>
                    <a:pt x="23865" y="3514"/>
                  </a:lnTo>
                  <a:lnTo>
                    <a:pt x="23788" y="3399"/>
                  </a:lnTo>
                  <a:lnTo>
                    <a:pt x="23749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1"/>
                  </a:lnTo>
                  <a:lnTo>
                    <a:pt x="16567" y="5407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8"/>
                  </a:lnTo>
                  <a:lnTo>
                    <a:pt x="15949" y="5020"/>
                  </a:lnTo>
                  <a:lnTo>
                    <a:pt x="16065" y="4982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8" y="4982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7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2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600"/>
                  </a:lnTo>
                  <a:lnTo>
                    <a:pt x="14250" y="5445"/>
                  </a:lnTo>
                  <a:lnTo>
                    <a:pt x="14365" y="5368"/>
                  </a:lnTo>
                  <a:lnTo>
                    <a:pt x="14443" y="5329"/>
                  </a:lnTo>
                  <a:close/>
                  <a:moveTo>
                    <a:pt x="18999" y="5484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0" y="5677"/>
                  </a:lnTo>
                  <a:lnTo>
                    <a:pt x="18845" y="5522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1" y="6102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8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891" y="6951"/>
                  </a:lnTo>
                  <a:lnTo>
                    <a:pt x="20467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9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2" y="5986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2" y="6295"/>
                  </a:lnTo>
                  <a:lnTo>
                    <a:pt x="23749" y="6565"/>
                  </a:lnTo>
                  <a:lnTo>
                    <a:pt x="23517" y="6797"/>
                  </a:lnTo>
                  <a:lnTo>
                    <a:pt x="23247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131" y="6102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8" y="6797"/>
                  </a:lnTo>
                  <a:lnTo>
                    <a:pt x="12628" y="6681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2"/>
                  </a:lnTo>
                  <a:close/>
                  <a:moveTo>
                    <a:pt x="22166" y="6565"/>
                  </a:moveTo>
                  <a:lnTo>
                    <a:pt x="22282" y="6604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6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3" y="7106"/>
                  </a:lnTo>
                  <a:lnTo>
                    <a:pt x="21471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50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6" y="7994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40" y="7723"/>
                  </a:lnTo>
                  <a:lnTo>
                    <a:pt x="11817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2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8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5" y="9770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3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3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6" y="11739"/>
                  </a:lnTo>
                  <a:lnTo>
                    <a:pt x="10658" y="11701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6" y="10697"/>
                  </a:lnTo>
                  <a:lnTo>
                    <a:pt x="10929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4" y="11778"/>
                  </a:lnTo>
                  <a:lnTo>
                    <a:pt x="6372" y="12010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9" y="11508"/>
                  </a:lnTo>
                  <a:lnTo>
                    <a:pt x="5754" y="11469"/>
                  </a:lnTo>
                  <a:close/>
                  <a:moveTo>
                    <a:pt x="10543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3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40" y="13207"/>
                  </a:lnTo>
                  <a:lnTo>
                    <a:pt x="7338" y="13014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4" y="12627"/>
                  </a:moveTo>
                  <a:lnTo>
                    <a:pt x="8959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8" y="13207"/>
                  </a:lnTo>
                  <a:lnTo>
                    <a:pt x="9037" y="13284"/>
                  </a:lnTo>
                  <a:lnTo>
                    <a:pt x="8805" y="13323"/>
                  </a:lnTo>
                  <a:lnTo>
                    <a:pt x="8573" y="13323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42" y="13014"/>
                  </a:lnTo>
                  <a:lnTo>
                    <a:pt x="8419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7" y="0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1" y="2279"/>
                  </a:lnTo>
                  <a:lnTo>
                    <a:pt x="23054" y="2395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63" y="3283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1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80"/>
                  </a:lnTo>
                  <a:lnTo>
                    <a:pt x="23479" y="4750"/>
                  </a:lnTo>
                  <a:lnTo>
                    <a:pt x="23440" y="4905"/>
                  </a:lnTo>
                  <a:lnTo>
                    <a:pt x="23440" y="5020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5" y="6295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5"/>
                  </a:lnTo>
                  <a:lnTo>
                    <a:pt x="21509" y="6411"/>
                  </a:lnTo>
                  <a:lnTo>
                    <a:pt x="21355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9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4"/>
                  </a:lnTo>
                  <a:lnTo>
                    <a:pt x="19463" y="5329"/>
                  </a:lnTo>
                  <a:lnTo>
                    <a:pt x="19385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1"/>
                  </a:lnTo>
                  <a:lnTo>
                    <a:pt x="18497" y="5407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3" y="4673"/>
                  </a:lnTo>
                  <a:lnTo>
                    <a:pt x="17957" y="4596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5" y="5098"/>
                  </a:lnTo>
                  <a:lnTo>
                    <a:pt x="16760" y="4943"/>
                  </a:lnTo>
                  <a:lnTo>
                    <a:pt x="16605" y="4789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636" y="4943"/>
                  </a:lnTo>
                  <a:lnTo>
                    <a:pt x="14443" y="4982"/>
                  </a:lnTo>
                  <a:lnTo>
                    <a:pt x="14288" y="5020"/>
                  </a:lnTo>
                  <a:lnTo>
                    <a:pt x="14134" y="5098"/>
                  </a:lnTo>
                  <a:lnTo>
                    <a:pt x="14057" y="5175"/>
                  </a:lnTo>
                  <a:lnTo>
                    <a:pt x="13941" y="5291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90"/>
                  </a:lnTo>
                  <a:lnTo>
                    <a:pt x="12164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508" y="7415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4"/>
                  </a:lnTo>
                  <a:lnTo>
                    <a:pt x="11315" y="8148"/>
                  </a:lnTo>
                  <a:lnTo>
                    <a:pt x="11354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1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6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10"/>
                  </a:lnTo>
                  <a:lnTo>
                    <a:pt x="9423" y="12087"/>
                  </a:lnTo>
                  <a:lnTo>
                    <a:pt x="9384" y="12203"/>
                  </a:lnTo>
                  <a:lnTo>
                    <a:pt x="9346" y="12319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9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9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3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5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5" y="10735"/>
                  </a:lnTo>
                  <a:lnTo>
                    <a:pt x="5330" y="10504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3" y="10311"/>
                  </a:lnTo>
                  <a:lnTo>
                    <a:pt x="4828" y="10311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61"/>
                  </a:lnTo>
                  <a:lnTo>
                    <a:pt x="3746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6"/>
                  </a:lnTo>
                  <a:lnTo>
                    <a:pt x="3013" y="9770"/>
                  </a:lnTo>
                  <a:lnTo>
                    <a:pt x="2974" y="9616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700" y="9191"/>
                  </a:lnTo>
                  <a:lnTo>
                    <a:pt x="1545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1"/>
                  </a:lnTo>
                  <a:lnTo>
                    <a:pt x="812" y="12936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53" y="11932"/>
                  </a:lnTo>
                  <a:lnTo>
                    <a:pt x="3515" y="11817"/>
                  </a:lnTo>
                  <a:lnTo>
                    <a:pt x="3437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3"/>
                  </a:lnTo>
                  <a:lnTo>
                    <a:pt x="619" y="12048"/>
                  </a:lnTo>
                  <a:lnTo>
                    <a:pt x="541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1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30" y="10388"/>
                  </a:lnTo>
                  <a:lnTo>
                    <a:pt x="1738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1" y="13786"/>
                  </a:lnTo>
                  <a:lnTo>
                    <a:pt x="9346" y="13709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9" y="12473"/>
                  </a:lnTo>
                  <a:lnTo>
                    <a:pt x="11122" y="12126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114"/>
                  </a:lnTo>
                  <a:lnTo>
                    <a:pt x="12358" y="8612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84" y="7299"/>
                  </a:lnTo>
                  <a:lnTo>
                    <a:pt x="13632" y="6990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3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0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9"/>
                  </a:lnTo>
                  <a:lnTo>
                    <a:pt x="24058" y="6990"/>
                  </a:lnTo>
                  <a:lnTo>
                    <a:pt x="24367" y="6642"/>
                  </a:lnTo>
                  <a:lnTo>
                    <a:pt x="24598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84"/>
                  </a:lnTo>
                  <a:lnTo>
                    <a:pt x="24058" y="1198"/>
                  </a:lnTo>
                  <a:lnTo>
                    <a:pt x="23788" y="811"/>
                  </a:lnTo>
                  <a:lnTo>
                    <a:pt x="23942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70" y="78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18"/>
            <p:cNvSpPr/>
            <p:nvPr/>
          </p:nvSpPr>
          <p:spPr>
            <a:xfrm>
              <a:off x="5082350" y="43871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9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3" y="2433"/>
                  </a:lnTo>
                  <a:lnTo>
                    <a:pt x="5368" y="2819"/>
                  </a:lnTo>
                  <a:lnTo>
                    <a:pt x="5484" y="3206"/>
                  </a:lnTo>
                  <a:lnTo>
                    <a:pt x="5522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2" y="5214"/>
                  </a:lnTo>
                  <a:lnTo>
                    <a:pt x="5445" y="5600"/>
                  </a:lnTo>
                  <a:lnTo>
                    <a:pt x="5329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09" y="8032"/>
                  </a:lnTo>
                  <a:lnTo>
                    <a:pt x="3939" y="8380"/>
                  </a:lnTo>
                  <a:lnTo>
                    <a:pt x="3630" y="8728"/>
                  </a:lnTo>
                  <a:lnTo>
                    <a:pt x="3283" y="9036"/>
                  </a:lnTo>
                  <a:lnTo>
                    <a:pt x="2935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8" y="10040"/>
                  </a:lnTo>
                  <a:lnTo>
                    <a:pt x="1313" y="10234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0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4"/>
                  </a:lnTo>
                  <a:lnTo>
                    <a:pt x="4827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8" y="5793"/>
                  </a:lnTo>
                  <a:lnTo>
                    <a:pt x="6024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4"/>
                  </a:lnTo>
                  <a:lnTo>
                    <a:pt x="4904" y="1005"/>
                  </a:lnTo>
                  <a:lnTo>
                    <a:pt x="4596" y="696"/>
                  </a:lnTo>
                  <a:lnTo>
                    <a:pt x="4287" y="425"/>
                  </a:lnTo>
                  <a:lnTo>
                    <a:pt x="3939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18"/>
            <p:cNvSpPr/>
            <p:nvPr/>
          </p:nvSpPr>
          <p:spPr>
            <a:xfrm>
              <a:off x="5492625" y="44122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1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1"/>
                  </a:lnTo>
                  <a:lnTo>
                    <a:pt x="3862" y="503"/>
                  </a:lnTo>
                  <a:lnTo>
                    <a:pt x="3322" y="773"/>
                  </a:lnTo>
                  <a:lnTo>
                    <a:pt x="2781" y="1082"/>
                  </a:lnTo>
                  <a:lnTo>
                    <a:pt x="2279" y="1429"/>
                  </a:lnTo>
                  <a:lnTo>
                    <a:pt x="1816" y="1854"/>
                  </a:lnTo>
                  <a:lnTo>
                    <a:pt x="1429" y="2279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7" y="4789"/>
                  </a:lnTo>
                  <a:lnTo>
                    <a:pt x="1" y="5368"/>
                  </a:lnTo>
                  <a:lnTo>
                    <a:pt x="348" y="5407"/>
                  </a:lnTo>
                  <a:lnTo>
                    <a:pt x="464" y="4982"/>
                  </a:lnTo>
                  <a:lnTo>
                    <a:pt x="580" y="4596"/>
                  </a:lnTo>
                  <a:lnTo>
                    <a:pt x="812" y="3978"/>
                  </a:lnTo>
                  <a:lnTo>
                    <a:pt x="1121" y="3399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7"/>
                  </a:lnTo>
                  <a:lnTo>
                    <a:pt x="3399" y="1159"/>
                  </a:lnTo>
                  <a:lnTo>
                    <a:pt x="3978" y="889"/>
                  </a:lnTo>
                  <a:lnTo>
                    <a:pt x="4635" y="657"/>
                  </a:lnTo>
                  <a:lnTo>
                    <a:pt x="5252" y="464"/>
                  </a:lnTo>
                  <a:lnTo>
                    <a:pt x="5909" y="387"/>
                  </a:lnTo>
                  <a:lnTo>
                    <a:pt x="6565" y="387"/>
                  </a:lnTo>
                  <a:lnTo>
                    <a:pt x="7222" y="464"/>
                  </a:lnTo>
                  <a:lnTo>
                    <a:pt x="7878" y="580"/>
                  </a:lnTo>
                  <a:lnTo>
                    <a:pt x="8496" y="812"/>
                  </a:lnTo>
                  <a:lnTo>
                    <a:pt x="9114" y="1082"/>
                  </a:lnTo>
                  <a:lnTo>
                    <a:pt x="9423" y="1275"/>
                  </a:lnTo>
                  <a:lnTo>
                    <a:pt x="9732" y="1507"/>
                  </a:lnTo>
                  <a:lnTo>
                    <a:pt x="10041" y="1700"/>
                  </a:lnTo>
                  <a:lnTo>
                    <a:pt x="10311" y="1931"/>
                  </a:lnTo>
                  <a:lnTo>
                    <a:pt x="10774" y="2472"/>
                  </a:lnTo>
                  <a:lnTo>
                    <a:pt x="11199" y="3013"/>
                  </a:lnTo>
                  <a:lnTo>
                    <a:pt x="11547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8"/>
                  </a:lnTo>
                  <a:lnTo>
                    <a:pt x="12859" y="6797"/>
                  </a:lnTo>
                  <a:lnTo>
                    <a:pt x="13130" y="7376"/>
                  </a:lnTo>
                  <a:lnTo>
                    <a:pt x="13439" y="7955"/>
                  </a:lnTo>
                  <a:lnTo>
                    <a:pt x="13825" y="8496"/>
                  </a:lnTo>
                  <a:lnTo>
                    <a:pt x="14250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500"/>
                  </a:lnTo>
                  <a:lnTo>
                    <a:pt x="15292" y="9654"/>
                  </a:lnTo>
                  <a:lnTo>
                    <a:pt x="15756" y="9809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9"/>
                  </a:lnTo>
                  <a:lnTo>
                    <a:pt x="17609" y="9616"/>
                  </a:lnTo>
                  <a:lnTo>
                    <a:pt x="17841" y="9500"/>
                  </a:lnTo>
                  <a:lnTo>
                    <a:pt x="18034" y="9384"/>
                  </a:lnTo>
                  <a:lnTo>
                    <a:pt x="18188" y="9230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2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80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6" y="8419"/>
                  </a:lnTo>
                  <a:lnTo>
                    <a:pt x="18072" y="8728"/>
                  </a:lnTo>
                  <a:lnTo>
                    <a:pt x="17802" y="8998"/>
                  </a:lnTo>
                  <a:lnTo>
                    <a:pt x="17493" y="9191"/>
                  </a:lnTo>
                  <a:lnTo>
                    <a:pt x="17184" y="9345"/>
                  </a:lnTo>
                  <a:lnTo>
                    <a:pt x="16837" y="9423"/>
                  </a:lnTo>
                  <a:lnTo>
                    <a:pt x="16451" y="9461"/>
                  </a:lnTo>
                  <a:lnTo>
                    <a:pt x="16103" y="9423"/>
                  </a:lnTo>
                  <a:lnTo>
                    <a:pt x="15717" y="9345"/>
                  </a:lnTo>
                  <a:lnTo>
                    <a:pt x="15369" y="9191"/>
                  </a:lnTo>
                  <a:lnTo>
                    <a:pt x="15022" y="8998"/>
                  </a:lnTo>
                  <a:lnTo>
                    <a:pt x="14713" y="8766"/>
                  </a:lnTo>
                  <a:lnTo>
                    <a:pt x="14404" y="8496"/>
                  </a:lnTo>
                  <a:lnTo>
                    <a:pt x="14172" y="8187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5" y="7183"/>
                  </a:lnTo>
                  <a:lnTo>
                    <a:pt x="13246" y="6526"/>
                  </a:lnTo>
                  <a:lnTo>
                    <a:pt x="12975" y="5831"/>
                  </a:lnTo>
                  <a:lnTo>
                    <a:pt x="12473" y="4480"/>
                  </a:lnTo>
                  <a:lnTo>
                    <a:pt x="12164" y="3823"/>
                  </a:lnTo>
                  <a:lnTo>
                    <a:pt x="11855" y="3206"/>
                  </a:lnTo>
                  <a:lnTo>
                    <a:pt x="11469" y="2588"/>
                  </a:lnTo>
                  <a:lnTo>
                    <a:pt x="11238" y="2279"/>
                  </a:lnTo>
                  <a:lnTo>
                    <a:pt x="11006" y="2009"/>
                  </a:lnTo>
                  <a:lnTo>
                    <a:pt x="10543" y="1584"/>
                  </a:lnTo>
                  <a:lnTo>
                    <a:pt x="10079" y="1198"/>
                  </a:lnTo>
                  <a:lnTo>
                    <a:pt x="9577" y="850"/>
                  </a:lnTo>
                  <a:lnTo>
                    <a:pt x="9037" y="580"/>
                  </a:lnTo>
                  <a:lnTo>
                    <a:pt x="8496" y="348"/>
                  </a:lnTo>
                  <a:lnTo>
                    <a:pt x="7917" y="194"/>
                  </a:lnTo>
                  <a:lnTo>
                    <a:pt x="7338" y="78"/>
                  </a:lnTo>
                  <a:lnTo>
                    <a:pt x="67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18"/>
            <p:cNvSpPr/>
            <p:nvPr/>
          </p:nvSpPr>
          <p:spPr>
            <a:xfrm>
              <a:off x="3907500" y="442282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0" y="464"/>
                  </a:moveTo>
                  <a:lnTo>
                    <a:pt x="11623" y="502"/>
                  </a:lnTo>
                  <a:lnTo>
                    <a:pt x="12048" y="541"/>
                  </a:lnTo>
                  <a:lnTo>
                    <a:pt x="12434" y="657"/>
                  </a:lnTo>
                  <a:lnTo>
                    <a:pt x="12627" y="734"/>
                  </a:lnTo>
                  <a:lnTo>
                    <a:pt x="12743" y="811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6" y="1699"/>
                  </a:lnTo>
                  <a:lnTo>
                    <a:pt x="12820" y="1892"/>
                  </a:lnTo>
                  <a:lnTo>
                    <a:pt x="12704" y="2086"/>
                  </a:lnTo>
                  <a:lnTo>
                    <a:pt x="12589" y="2240"/>
                  </a:lnTo>
                  <a:lnTo>
                    <a:pt x="12241" y="2472"/>
                  </a:lnTo>
                  <a:lnTo>
                    <a:pt x="11816" y="2742"/>
                  </a:lnTo>
                  <a:lnTo>
                    <a:pt x="11391" y="2935"/>
                  </a:lnTo>
                  <a:lnTo>
                    <a:pt x="10658" y="3205"/>
                  </a:lnTo>
                  <a:lnTo>
                    <a:pt x="9924" y="3437"/>
                  </a:lnTo>
                  <a:lnTo>
                    <a:pt x="9152" y="3707"/>
                  </a:lnTo>
                  <a:lnTo>
                    <a:pt x="8380" y="3900"/>
                  </a:lnTo>
                  <a:lnTo>
                    <a:pt x="7607" y="4094"/>
                  </a:lnTo>
                  <a:lnTo>
                    <a:pt x="6796" y="4287"/>
                  </a:lnTo>
                  <a:lnTo>
                    <a:pt x="5908" y="4441"/>
                  </a:lnTo>
                  <a:lnTo>
                    <a:pt x="5020" y="4596"/>
                  </a:lnTo>
                  <a:lnTo>
                    <a:pt x="4132" y="4711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0"/>
                  </a:lnTo>
                  <a:lnTo>
                    <a:pt x="1506" y="4673"/>
                  </a:lnTo>
                  <a:lnTo>
                    <a:pt x="1197" y="4557"/>
                  </a:lnTo>
                  <a:lnTo>
                    <a:pt x="888" y="4441"/>
                  </a:lnTo>
                  <a:lnTo>
                    <a:pt x="579" y="4248"/>
                  </a:lnTo>
                  <a:lnTo>
                    <a:pt x="657" y="4171"/>
                  </a:lnTo>
                  <a:lnTo>
                    <a:pt x="695" y="4055"/>
                  </a:lnTo>
                  <a:lnTo>
                    <a:pt x="695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1" y="3437"/>
                  </a:lnTo>
                  <a:lnTo>
                    <a:pt x="1313" y="3244"/>
                  </a:lnTo>
                  <a:lnTo>
                    <a:pt x="1854" y="2935"/>
                  </a:lnTo>
                  <a:lnTo>
                    <a:pt x="2278" y="2703"/>
                  </a:lnTo>
                  <a:lnTo>
                    <a:pt x="3012" y="2356"/>
                  </a:lnTo>
                  <a:lnTo>
                    <a:pt x="3707" y="2008"/>
                  </a:lnTo>
                  <a:lnTo>
                    <a:pt x="4479" y="1699"/>
                  </a:lnTo>
                  <a:lnTo>
                    <a:pt x="5252" y="1429"/>
                  </a:lnTo>
                  <a:lnTo>
                    <a:pt x="6024" y="1197"/>
                  </a:lnTo>
                  <a:lnTo>
                    <a:pt x="6835" y="1004"/>
                  </a:lnTo>
                  <a:lnTo>
                    <a:pt x="7607" y="811"/>
                  </a:lnTo>
                  <a:lnTo>
                    <a:pt x="8418" y="695"/>
                  </a:lnTo>
                  <a:lnTo>
                    <a:pt x="9229" y="580"/>
                  </a:lnTo>
                  <a:lnTo>
                    <a:pt x="10040" y="541"/>
                  </a:lnTo>
                  <a:lnTo>
                    <a:pt x="10735" y="502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1" y="1313"/>
                  </a:lnTo>
                  <a:lnTo>
                    <a:pt x="13708" y="1506"/>
                  </a:lnTo>
                  <a:lnTo>
                    <a:pt x="13747" y="1738"/>
                  </a:lnTo>
                  <a:lnTo>
                    <a:pt x="13708" y="2008"/>
                  </a:lnTo>
                  <a:lnTo>
                    <a:pt x="13631" y="2240"/>
                  </a:lnTo>
                  <a:lnTo>
                    <a:pt x="13515" y="2472"/>
                  </a:lnTo>
                  <a:lnTo>
                    <a:pt x="13399" y="2703"/>
                  </a:lnTo>
                  <a:lnTo>
                    <a:pt x="13206" y="2896"/>
                  </a:lnTo>
                  <a:lnTo>
                    <a:pt x="12859" y="3205"/>
                  </a:lnTo>
                  <a:lnTo>
                    <a:pt x="12473" y="3437"/>
                  </a:lnTo>
                  <a:lnTo>
                    <a:pt x="12048" y="3669"/>
                  </a:lnTo>
                  <a:lnTo>
                    <a:pt x="11623" y="3900"/>
                  </a:lnTo>
                  <a:lnTo>
                    <a:pt x="10658" y="4287"/>
                  </a:lnTo>
                  <a:lnTo>
                    <a:pt x="9731" y="4634"/>
                  </a:lnTo>
                  <a:lnTo>
                    <a:pt x="8766" y="4904"/>
                  </a:lnTo>
                  <a:lnTo>
                    <a:pt x="7762" y="5175"/>
                  </a:lnTo>
                  <a:lnTo>
                    <a:pt x="6758" y="5406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8"/>
                  </a:lnTo>
                  <a:lnTo>
                    <a:pt x="2780" y="5986"/>
                  </a:lnTo>
                  <a:lnTo>
                    <a:pt x="2278" y="5986"/>
                  </a:lnTo>
                  <a:lnTo>
                    <a:pt x="1815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5" y="5484"/>
                  </a:lnTo>
                  <a:lnTo>
                    <a:pt x="502" y="5252"/>
                  </a:lnTo>
                  <a:lnTo>
                    <a:pt x="348" y="5020"/>
                  </a:lnTo>
                  <a:lnTo>
                    <a:pt x="309" y="4866"/>
                  </a:lnTo>
                  <a:lnTo>
                    <a:pt x="309" y="4750"/>
                  </a:lnTo>
                  <a:lnTo>
                    <a:pt x="309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3"/>
                  </a:lnTo>
                  <a:lnTo>
                    <a:pt x="1931" y="5252"/>
                  </a:lnTo>
                  <a:lnTo>
                    <a:pt x="2587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6" y="5059"/>
                  </a:lnTo>
                  <a:lnTo>
                    <a:pt x="6912" y="4789"/>
                  </a:lnTo>
                  <a:lnTo>
                    <a:pt x="7839" y="4596"/>
                  </a:lnTo>
                  <a:lnTo>
                    <a:pt x="8727" y="4402"/>
                  </a:lnTo>
                  <a:lnTo>
                    <a:pt x="9615" y="4132"/>
                  </a:lnTo>
                  <a:lnTo>
                    <a:pt x="10503" y="3862"/>
                  </a:lnTo>
                  <a:lnTo>
                    <a:pt x="11353" y="3514"/>
                  </a:lnTo>
                  <a:lnTo>
                    <a:pt x="12164" y="3128"/>
                  </a:lnTo>
                  <a:lnTo>
                    <a:pt x="12434" y="2974"/>
                  </a:lnTo>
                  <a:lnTo>
                    <a:pt x="12704" y="2819"/>
                  </a:lnTo>
                  <a:lnTo>
                    <a:pt x="12936" y="2588"/>
                  </a:lnTo>
                  <a:lnTo>
                    <a:pt x="13129" y="2394"/>
                  </a:lnTo>
                  <a:lnTo>
                    <a:pt x="13322" y="2124"/>
                  </a:lnTo>
                  <a:lnTo>
                    <a:pt x="13438" y="1854"/>
                  </a:lnTo>
                  <a:lnTo>
                    <a:pt x="13515" y="1584"/>
                  </a:lnTo>
                  <a:lnTo>
                    <a:pt x="13515" y="1236"/>
                  </a:lnTo>
                  <a:lnTo>
                    <a:pt x="13477" y="1120"/>
                  </a:lnTo>
                  <a:close/>
                  <a:moveTo>
                    <a:pt x="10658" y="0"/>
                  </a:moveTo>
                  <a:lnTo>
                    <a:pt x="9886" y="39"/>
                  </a:lnTo>
                  <a:lnTo>
                    <a:pt x="9113" y="116"/>
                  </a:lnTo>
                  <a:lnTo>
                    <a:pt x="8302" y="232"/>
                  </a:lnTo>
                  <a:lnTo>
                    <a:pt x="7530" y="348"/>
                  </a:lnTo>
                  <a:lnTo>
                    <a:pt x="6719" y="541"/>
                  </a:lnTo>
                  <a:lnTo>
                    <a:pt x="5908" y="734"/>
                  </a:lnTo>
                  <a:lnTo>
                    <a:pt x="5020" y="1004"/>
                  </a:lnTo>
                  <a:lnTo>
                    <a:pt x="4132" y="1352"/>
                  </a:lnTo>
                  <a:lnTo>
                    <a:pt x="3244" y="1699"/>
                  </a:lnTo>
                  <a:lnTo>
                    <a:pt x="2394" y="2124"/>
                  </a:lnTo>
                  <a:lnTo>
                    <a:pt x="1776" y="2433"/>
                  </a:lnTo>
                  <a:lnTo>
                    <a:pt x="1390" y="2626"/>
                  </a:lnTo>
                  <a:lnTo>
                    <a:pt x="1043" y="2858"/>
                  </a:lnTo>
                  <a:lnTo>
                    <a:pt x="695" y="3090"/>
                  </a:lnTo>
                  <a:lnTo>
                    <a:pt x="463" y="3398"/>
                  </a:lnTo>
                  <a:lnTo>
                    <a:pt x="348" y="3553"/>
                  </a:lnTo>
                  <a:lnTo>
                    <a:pt x="270" y="3707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3" y="4132"/>
                  </a:lnTo>
                  <a:lnTo>
                    <a:pt x="193" y="4171"/>
                  </a:lnTo>
                  <a:lnTo>
                    <a:pt x="116" y="4325"/>
                  </a:lnTo>
                  <a:lnTo>
                    <a:pt x="39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5136"/>
                  </a:lnTo>
                  <a:lnTo>
                    <a:pt x="193" y="5445"/>
                  </a:lnTo>
                  <a:lnTo>
                    <a:pt x="348" y="5638"/>
                  </a:lnTo>
                  <a:lnTo>
                    <a:pt x="502" y="5831"/>
                  </a:lnTo>
                  <a:lnTo>
                    <a:pt x="695" y="5947"/>
                  </a:lnTo>
                  <a:lnTo>
                    <a:pt x="927" y="6063"/>
                  </a:lnTo>
                  <a:lnTo>
                    <a:pt x="965" y="6256"/>
                  </a:lnTo>
                  <a:lnTo>
                    <a:pt x="1274" y="6179"/>
                  </a:lnTo>
                  <a:lnTo>
                    <a:pt x="1313" y="6217"/>
                  </a:lnTo>
                  <a:lnTo>
                    <a:pt x="1313" y="6256"/>
                  </a:lnTo>
                  <a:lnTo>
                    <a:pt x="1352" y="6295"/>
                  </a:lnTo>
                  <a:lnTo>
                    <a:pt x="1467" y="6256"/>
                  </a:lnTo>
                  <a:lnTo>
                    <a:pt x="1815" y="6295"/>
                  </a:lnTo>
                  <a:lnTo>
                    <a:pt x="2394" y="6333"/>
                  </a:lnTo>
                  <a:lnTo>
                    <a:pt x="3012" y="6372"/>
                  </a:lnTo>
                  <a:lnTo>
                    <a:pt x="3591" y="6333"/>
                  </a:lnTo>
                  <a:lnTo>
                    <a:pt x="4171" y="6295"/>
                  </a:lnTo>
                  <a:lnTo>
                    <a:pt x="5368" y="6101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3" y="5522"/>
                  </a:lnTo>
                  <a:lnTo>
                    <a:pt x="9036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5" y="4132"/>
                  </a:lnTo>
                  <a:lnTo>
                    <a:pt x="12125" y="4248"/>
                  </a:lnTo>
                  <a:lnTo>
                    <a:pt x="12395" y="4287"/>
                  </a:lnTo>
                  <a:lnTo>
                    <a:pt x="12782" y="4711"/>
                  </a:lnTo>
                  <a:lnTo>
                    <a:pt x="13013" y="4518"/>
                  </a:lnTo>
                  <a:lnTo>
                    <a:pt x="12434" y="3939"/>
                  </a:lnTo>
                  <a:lnTo>
                    <a:pt x="12897" y="3669"/>
                  </a:lnTo>
                  <a:lnTo>
                    <a:pt x="13361" y="3321"/>
                  </a:lnTo>
                  <a:lnTo>
                    <a:pt x="13631" y="3051"/>
                  </a:lnTo>
                  <a:lnTo>
                    <a:pt x="13824" y="2703"/>
                  </a:lnTo>
                  <a:lnTo>
                    <a:pt x="14133" y="2626"/>
                  </a:lnTo>
                  <a:lnTo>
                    <a:pt x="14017" y="2317"/>
                  </a:lnTo>
                  <a:lnTo>
                    <a:pt x="14095" y="2008"/>
                  </a:lnTo>
                  <a:lnTo>
                    <a:pt x="14133" y="1738"/>
                  </a:lnTo>
                  <a:lnTo>
                    <a:pt x="14095" y="1468"/>
                  </a:lnTo>
                  <a:lnTo>
                    <a:pt x="14017" y="1236"/>
                  </a:lnTo>
                  <a:lnTo>
                    <a:pt x="13901" y="1004"/>
                  </a:lnTo>
                  <a:lnTo>
                    <a:pt x="13747" y="811"/>
                  </a:lnTo>
                  <a:lnTo>
                    <a:pt x="13477" y="618"/>
                  </a:lnTo>
                  <a:lnTo>
                    <a:pt x="13168" y="502"/>
                  </a:lnTo>
                  <a:lnTo>
                    <a:pt x="13091" y="502"/>
                  </a:lnTo>
                  <a:lnTo>
                    <a:pt x="12897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2" y="116"/>
                  </a:lnTo>
                  <a:lnTo>
                    <a:pt x="11816" y="3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18"/>
            <p:cNvSpPr/>
            <p:nvPr/>
          </p:nvSpPr>
          <p:spPr>
            <a:xfrm>
              <a:off x="299900" y="4449850"/>
              <a:ext cx="375550" cy="386175"/>
            </a:xfrm>
            <a:custGeom>
              <a:avLst/>
              <a:gdLst/>
              <a:ahLst/>
              <a:cxnLst/>
              <a:rect l="l" t="t" r="r" b="b"/>
              <a:pathLst>
                <a:path w="15022" h="15447" extrusionOk="0">
                  <a:moveTo>
                    <a:pt x="8032" y="503"/>
                  </a:move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05"/>
                  </a:lnTo>
                  <a:lnTo>
                    <a:pt x="10697" y="1236"/>
                  </a:lnTo>
                  <a:lnTo>
                    <a:pt x="11160" y="1507"/>
                  </a:lnTo>
                  <a:lnTo>
                    <a:pt x="11623" y="1815"/>
                  </a:lnTo>
                  <a:lnTo>
                    <a:pt x="10813" y="2163"/>
                  </a:lnTo>
                  <a:lnTo>
                    <a:pt x="10079" y="2588"/>
                  </a:lnTo>
                  <a:lnTo>
                    <a:pt x="9307" y="3090"/>
                  </a:lnTo>
                  <a:lnTo>
                    <a:pt x="8611" y="3592"/>
                  </a:lnTo>
                  <a:lnTo>
                    <a:pt x="7955" y="4171"/>
                  </a:lnTo>
                  <a:lnTo>
                    <a:pt x="7299" y="4789"/>
                  </a:lnTo>
                  <a:lnTo>
                    <a:pt x="6719" y="5445"/>
                  </a:lnTo>
                  <a:lnTo>
                    <a:pt x="6140" y="6140"/>
                  </a:lnTo>
                  <a:lnTo>
                    <a:pt x="5638" y="6835"/>
                  </a:lnTo>
                  <a:lnTo>
                    <a:pt x="5213" y="7608"/>
                  </a:lnTo>
                  <a:lnTo>
                    <a:pt x="4789" y="8380"/>
                  </a:lnTo>
                  <a:lnTo>
                    <a:pt x="4480" y="9191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3" y="11739"/>
                  </a:lnTo>
                  <a:lnTo>
                    <a:pt x="3746" y="12628"/>
                  </a:lnTo>
                  <a:lnTo>
                    <a:pt x="3592" y="12666"/>
                  </a:lnTo>
                  <a:lnTo>
                    <a:pt x="3283" y="11817"/>
                  </a:lnTo>
                  <a:lnTo>
                    <a:pt x="3051" y="11006"/>
                  </a:lnTo>
                  <a:lnTo>
                    <a:pt x="2858" y="10195"/>
                  </a:lnTo>
                  <a:lnTo>
                    <a:pt x="2703" y="9345"/>
                  </a:lnTo>
                  <a:lnTo>
                    <a:pt x="2588" y="8496"/>
                  </a:lnTo>
                  <a:lnTo>
                    <a:pt x="2549" y="7646"/>
                  </a:lnTo>
                  <a:lnTo>
                    <a:pt x="2588" y="6797"/>
                  </a:lnTo>
                  <a:lnTo>
                    <a:pt x="2703" y="5909"/>
                  </a:lnTo>
                  <a:lnTo>
                    <a:pt x="2858" y="5214"/>
                  </a:lnTo>
                  <a:lnTo>
                    <a:pt x="3051" y="4480"/>
                  </a:lnTo>
                  <a:lnTo>
                    <a:pt x="3321" y="3823"/>
                  </a:lnTo>
                  <a:lnTo>
                    <a:pt x="3669" y="3167"/>
                  </a:lnTo>
                  <a:lnTo>
                    <a:pt x="4016" y="2549"/>
                  </a:lnTo>
                  <a:lnTo>
                    <a:pt x="4441" y="1970"/>
                  </a:lnTo>
                  <a:lnTo>
                    <a:pt x="4904" y="1391"/>
                  </a:lnTo>
                  <a:lnTo>
                    <a:pt x="5406" y="850"/>
                  </a:lnTo>
                  <a:lnTo>
                    <a:pt x="5908" y="696"/>
                  </a:lnTo>
                  <a:lnTo>
                    <a:pt x="6410" y="618"/>
                  </a:lnTo>
                  <a:lnTo>
                    <a:pt x="6951" y="541"/>
                  </a:lnTo>
                  <a:lnTo>
                    <a:pt x="7492" y="503"/>
                  </a:lnTo>
                  <a:close/>
                  <a:moveTo>
                    <a:pt x="11971" y="2086"/>
                  </a:moveTo>
                  <a:lnTo>
                    <a:pt x="12357" y="2433"/>
                  </a:lnTo>
                  <a:lnTo>
                    <a:pt x="12705" y="2781"/>
                  </a:lnTo>
                  <a:lnTo>
                    <a:pt x="13052" y="3206"/>
                  </a:lnTo>
                  <a:lnTo>
                    <a:pt x="13322" y="3630"/>
                  </a:lnTo>
                  <a:lnTo>
                    <a:pt x="13593" y="4094"/>
                  </a:lnTo>
                  <a:lnTo>
                    <a:pt x="13863" y="4557"/>
                  </a:lnTo>
                  <a:lnTo>
                    <a:pt x="14056" y="5059"/>
                  </a:lnTo>
                  <a:lnTo>
                    <a:pt x="14211" y="5600"/>
                  </a:lnTo>
                  <a:lnTo>
                    <a:pt x="14326" y="6102"/>
                  </a:lnTo>
                  <a:lnTo>
                    <a:pt x="14442" y="6604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1"/>
                  </a:lnTo>
                  <a:lnTo>
                    <a:pt x="11392" y="7144"/>
                  </a:lnTo>
                  <a:lnTo>
                    <a:pt x="10658" y="7376"/>
                  </a:lnTo>
                  <a:lnTo>
                    <a:pt x="9963" y="7685"/>
                  </a:lnTo>
                  <a:lnTo>
                    <a:pt x="9229" y="8032"/>
                  </a:lnTo>
                  <a:lnTo>
                    <a:pt x="8534" y="8419"/>
                  </a:lnTo>
                  <a:lnTo>
                    <a:pt x="7878" y="8843"/>
                  </a:lnTo>
                  <a:lnTo>
                    <a:pt x="7260" y="9268"/>
                  </a:lnTo>
                  <a:lnTo>
                    <a:pt x="6642" y="9770"/>
                  </a:lnTo>
                  <a:lnTo>
                    <a:pt x="6102" y="10311"/>
                  </a:lnTo>
                  <a:lnTo>
                    <a:pt x="5561" y="10890"/>
                  </a:lnTo>
                  <a:lnTo>
                    <a:pt x="5098" y="11469"/>
                  </a:lnTo>
                  <a:lnTo>
                    <a:pt x="4634" y="12126"/>
                  </a:lnTo>
                  <a:lnTo>
                    <a:pt x="4248" y="12782"/>
                  </a:lnTo>
                  <a:lnTo>
                    <a:pt x="4132" y="12705"/>
                  </a:lnTo>
                  <a:lnTo>
                    <a:pt x="3978" y="12666"/>
                  </a:lnTo>
                  <a:lnTo>
                    <a:pt x="4094" y="11778"/>
                  </a:lnTo>
                  <a:lnTo>
                    <a:pt x="4325" y="10929"/>
                  </a:lnTo>
                  <a:lnTo>
                    <a:pt x="4557" y="10079"/>
                  </a:lnTo>
                  <a:lnTo>
                    <a:pt x="4866" y="9268"/>
                  </a:lnTo>
                  <a:lnTo>
                    <a:pt x="5213" y="8496"/>
                  </a:lnTo>
                  <a:lnTo>
                    <a:pt x="5600" y="7724"/>
                  </a:lnTo>
                  <a:lnTo>
                    <a:pt x="6024" y="6990"/>
                  </a:lnTo>
                  <a:lnTo>
                    <a:pt x="6526" y="6256"/>
                  </a:lnTo>
                  <a:lnTo>
                    <a:pt x="7067" y="5600"/>
                  </a:lnTo>
                  <a:lnTo>
                    <a:pt x="7607" y="4943"/>
                  </a:lnTo>
                  <a:lnTo>
                    <a:pt x="8225" y="4364"/>
                  </a:lnTo>
                  <a:lnTo>
                    <a:pt x="8920" y="3823"/>
                  </a:lnTo>
                  <a:lnTo>
                    <a:pt x="9615" y="3321"/>
                  </a:lnTo>
                  <a:lnTo>
                    <a:pt x="10349" y="2858"/>
                  </a:lnTo>
                  <a:lnTo>
                    <a:pt x="11121" y="2433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39"/>
                  </a:lnTo>
                  <a:lnTo>
                    <a:pt x="14442" y="8689"/>
                  </a:lnTo>
                  <a:lnTo>
                    <a:pt x="14288" y="9538"/>
                  </a:lnTo>
                  <a:lnTo>
                    <a:pt x="14172" y="9925"/>
                  </a:lnTo>
                  <a:lnTo>
                    <a:pt x="14056" y="10349"/>
                  </a:lnTo>
                  <a:lnTo>
                    <a:pt x="13902" y="10735"/>
                  </a:lnTo>
                  <a:lnTo>
                    <a:pt x="13709" y="11122"/>
                  </a:lnTo>
                  <a:lnTo>
                    <a:pt x="13516" y="11508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50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1" y="13014"/>
                  </a:lnTo>
                  <a:lnTo>
                    <a:pt x="11701" y="12898"/>
                  </a:lnTo>
                  <a:lnTo>
                    <a:pt x="11121" y="12743"/>
                  </a:lnTo>
                  <a:lnTo>
                    <a:pt x="10542" y="12628"/>
                  </a:lnTo>
                  <a:lnTo>
                    <a:pt x="10002" y="12550"/>
                  </a:lnTo>
                  <a:lnTo>
                    <a:pt x="9422" y="12473"/>
                  </a:lnTo>
                  <a:lnTo>
                    <a:pt x="8843" y="12435"/>
                  </a:lnTo>
                  <a:lnTo>
                    <a:pt x="8303" y="12435"/>
                  </a:lnTo>
                  <a:lnTo>
                    <a:pt x="7762" y="12473"/>
                  </a:lnTo>
                  <a:lnTo>
                    <a:pt x="7221" y="12550"/>
                  </a:lnTo>
                  <a:lnTo>
                    <a:pt x="6719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23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01"/>
                  </a:lnTo>
                  <a:lnTo>
                    <a:pt x="5870" y="11160"/>
                  </a:lnTo>
                  <a:lnTo>
                    <a:pt x="6410" y="10620"/>
                  </a:lnTo>
                  <a:lnTo>
                    <a:pt x="6990" y="10118"/>
                  </a:lnTo>
                  <a:lnTo>
                    <a:pt x="7569" y="9616"/>
                  </a:lnTo>
                  <a:lnTo>
                    <a:pt x="8148" y="9191"/>
                  </a:lnTo>
                  <a:lnTo>
                    <a:pt x="8766" y="8805"/>
                  </a:lnTo>
                  <a:lnTo>
                    <a:pt x="9422" y="8419"/>
                  </a:lnTo>
                  <a:lnTo>
                    <a:pt x="10079" y="8110"/>
                  </a:lnTo>
                  <a:lnTo>
                    <a:pt x="10735" y="7801"/>
                  </a:lnTo>
                  <a:lnTo>
                    <a:pt x="11469" y="7569"/>
                  </a:lnTo>
                  <a:lnTo>
                    <a:pt x="12164" y="7337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6"/>
                  </a:moveTo>
                  <a:lnTo>
                    <a:pt x="4055" y="1815"/>
                  </a:lnTo>
                  <a:lnTo>
                    <a:pt x="3630" y="2433"/>
                  </a:lnTo>
                  <a:lnTo>
                    <a:pt x="3244" y="3090"/>
                  </a:lnTo>
                  <a:lnTo>
                    <a:pt x="2935" y="3785"/>
                  </a:lnTo>
                  <a:lnTo>
                    <a:pt x="2665" y="4519"/>
                  </a:lnTo>
                  <a:lnTo>
                    <a:pt x="2472" y="5252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4"/>
                  </a:lnTo>
                  <a:lnTo>
                    <a:pt x="2394" y="9847"/>
                  </a:lnTo>
                  <a:lnTo>
                    <a:pt x="2549" y="10620"/>
                  </a:lnTo>
                  <a:lnTo>
                    <a:pt x="2781" y="11353"/>
                  </a:lnTo>
                  <a:lnTo>
                    <a:pt x="3012" y="12048"/>
                  </a:lnTo>
                  <a:lnTo>
                    <a:pt x="3321" y="12743"/>
                  </a:lnTo>
                  <a:lnTo>
                    <a:pt x="3128" y="12859"/>
                  </a:lnTo>
                  <a:lnTo>
                    <a:pt x="2935" y="13014"/>
                  </a:lnTo>
                  <a:lnTo>
                    <a:pt x="2819" y="13207"/>
                  </a:lnTo>
                  <a:lnTo>
                    <a:pt x="2742" y="13439"/>
                  </a:lnTo>
                  <a:lnTo>
                    <a:pt x="2394" y="12975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6" y="11585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075"/>
                  </a:lnTo>
                  <a:lnTo>
                    <a:pt x="541" y="8534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1"/>
                  </a:lnTo>
                  <a:lnTo>
                    <a:pt x="773" y="5870"/>
                  </a:lnTo>
                  <a:lnTo>
                    <a:pt x="927" y="5291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1970"/>
                  </a:lnTo>
                  <a:lnTo>
                    <a:pt x="3939" y="1584"/>
                  </a:lnTo>
                  <a:lnTo>
                    <a:pt x="4518" y="1236"/>
                  </a:lnTo>
                  <a:close/>
                  <a:moveTo>
                    <a:pt x="3862" y="12975"/>
                  </a:moveTo>
                  <a:lnTo>
                    <a:pt x="4016" y="13014"/>
                  </a:lnTo>
                  <a:lnTo>
                    <a:pt x="4171" y="13130"/>
                  </a:lnTo>
                  <a:lnTo>
                    <a:pt x="4287" y="13284"/>
                  </a:lnTo>
                  <a:lnTo>
                    <a:pt x="4325" y="13439"/>
                  </a:lnTo>
                  <a:lnTo>
                    <a:pt x="4364" y="13593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5" y="13786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00"/>
                  </a:lnTo>
                  <a:lnTo>
                    <a:pt x="3051" y="13439"/>
                  </a:lnTo>
                  <a:lnTo>
                    <a:pt x="2974" y="13516"/>
                  </a:lnTo>
                  <a:lnTo>
                    <a:pt x="3051" y="13361"/>
                  </a:lnTo>
                  <a:lnTo>
                    <a:pt x="3167" y="13207"/>
                  </a:lnTo>
                  <a:lnTo>
                    <a:pt x="3321" y="13091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8187" y="12821"/>
                  </a:moveTo>
                  <a:lnTo>
                    <a:pt x="9152" y="12859"/>
                  </a:lnTo>
                  <a:lnTo>
                    <a:pt x="9615" y="12898"/>
                  </a:lnTo>
                  <a:lnTo>
                    <a:pt x="10117" y="12937"/>
                  </a:lnTo>
                  <a:lnTo>
                    <a:pt x="10504" y="13014"/>
                  </a:lnTo>
                  <a:lnTo>
                    <a:pt x="11006" y="13091"/>
                  </a:lnTo>
                  <a:lnTo>
                    <a:pt x="11508" y="13245"/>
                  </a:lnTo>
                  <a:lnTo>
                    <a:pt x="11701" y="13323"/>
                  </a:lnTo>
                  <a:lnTo>
                    <a:pt x="11894" y="13439"/>
                  </a:lnTo>
                  <a:lnTo>
                    <a:pt x="11508" y="13747"/>
                  </a:lnTo>
                  <a:lnTo>
                    <a:pt x="11083" y="14018"/>
                  </a:lnTo>
                  <a:lnTo>
                    <a:pt x="10658" y="14249"/>
                  </a:lnTo>
                  <a:lnTo>
                    <a:pt x="10233" y="14442"/>
                  </a:lnTo>
                  <a:lnTo>
                    <a:pt x="9770" y="14597"/>
                  </a:lnTo>
                  <a:lnTo>
                    <a:pt x="9307" y="14751"/>
                  </a:lnTo>
                  <a:lnTo>
                    <a:pt x="8843" y="14829"/>
                  </a:lnTo>
                  <a:lnTo>
                    <a:pt x="8341" y="14906"/>
                  </a:lnTo>
                  <a:lnTo>
                    <a:pt x="7878" y="14944"/>
                  </a:lnTo>
                  <a:lnTo>
                    <a:pt x="7376" y="14944"/>
                  </a:lnTo>
                  <a:lnTo>
                    <a:pt x="6912" y="14906"/>
                  </a:lnTo>
                  <a:lnTo>
                    <a:pt x="6410" y="14867"/>
                  </a:lnTo>
                  <a:lnTo>
                    <a:pt x="5947" y="14751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6" y="14288"/>
                  </a:lnTo>
                  <a:lnTo>
                    <a:pt x="4711" y="14018"/>
                  </a:lnTo>
                  <a:lnTo>
                    <a:pt x="4750" y="13709"/>
                  </a:lnTo>
                  <a:lnTo>
                    <a:pt x="4711" y="13593"/>
                  </a:lnTo>
                  <a:lnTo>
                    <a:pt x="5561" y="13284"/>
                  </a:lnTo>
                  <a:lnTo>
                    <a:pt x="6410" y="13091"/>
                  </a:lnTo>
                  <a:lnTo>
                    <a:pt x="7299" y="12937"/>
                  </a:lnTo>
                  <a:lnTo>
                    <a:pt x="8187" y="12821"/>
                  </a:lnTo>
                  <a:close/>
                  <a:moveTo>
                    <a:pt x="6990" y="1"/>
                  </a:moveTo>
                  <a:lnTo>
                    <a:pt x="6449" y="78"/>
                  </a:lnTo>
                  <a:lnTo>
                    <a:pt x="5870" y="194"/>
                  </a:lnTo>
                  <a:lnTo>
                    <a:pt x="5329" y="348"/>
                  </a:lnTo>
                  <a:lnTo>
                    <a:pt x="4789" y="580"/>
                  </a:lnTo>
                  <a:lnTo>
                    <a:pt x="4248" y="811"/>
                  </a:lnTo>
                  <a:lnTo>
                    <a:pt x="3785" y="1082"/>
                  </a:lnTo>
                  <a:lnTo>
                    <a:pt x="3283" y="1391"/>
                  </a:lnTo>
                  <a:lnTo>
                    <a:pt x="2819" y="1738"/>
                  </a:lnTo>
                  <a:lnTo>
                    <a:pt x="2394" y="2124"/>
                  </a:lnTo>
                  <a:lnTo>
                    <a:pt x="2008" y="2549"/>
                  </a:lnTo>
                  <a:lnTo>
                    <a:pt x="1622" y="3013"/>
                  </a:lnTo>
                  <a:lnTo>
                    <a:pt x="1275" y="3476"/>
                  </a:lnTo>
                  <a:lnTo>
                    <a:pt x="966" y="3978"/>
                  </a:lnTo>
                  <a:lnTo>
                    <a:pt x="695" y="4596"/>
                  </a:lnTo>
                  <a:lnTo>
                    <a:pt x="425" y="5214"/>
                  </a:lnTo>
                  <a:lnTo>
                    <a:pt x="232" y="5870"/>
                  </a:lnTo>
                  <a:lnTo>
                    <a:pt x="116" y="6526"/>
                  </a:lnTo>
                  <a:lnTo>
                    <a:pt x="39" y="7222"/>
                  </a:lnTo>
                  <a:lnTo>
                    <a:pt x="0" y="7878"/>
                  </a:lnTo>
                  <a:lnTo>
                    <a:pt x="39" y="8573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199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1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481"/>
                  </a:lnTo>
                  <a:lnTo>
                    <a:pt x="4132" y="14597"/>
                  </a:lnTo>
                  <a:lnTo>
                    <a:pt x="4557" y="14790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53"/>
                  </a:lnTo>
                  <a:lnTo>
                    <a:pt x="6333" y="15369"/>
                  </a:lnTo>
                  <a:lnTo>
                    <a:pt x="6797" y="15408"/>
                  </a:lnTo>
                  <a:lnTo>
                    <a:pt x="7299" y="15446"/>
                  </a:lnTo>
                  <a:lnTo>
                    <a:pt x="8225" y="15446"/>
                  </a:lnTo>
                  <a:lnTo>
                    <a:pt x="8689" y="15369"/>
                  </a:lnTo>
                  <a:lnTo>
                    <a:pt x="9152" y="15292"/>
                  </a:lnTo>
                  <a:lnTo>
                    <a:pt x="9615" y="15176"/>
                  </a:lnTo>
                  <a:lnTo>
                    <a:pt x="10079" y="15022"/>
                  </a:lnTo>
                  <a:lnTo>
                    <a:pt x="10542" y="14867"/>
                  </a:lnTo>
                  <a:lnTo>
                    <a:pt x="10967" y="14674"/>
                  </a:lnTo>
                  <a:lnTo>
                    <a:pt x="11392" y="14442"/>
                  </a:lnTo>
                  <a:lnTo>
                    <a:pt x="11855" y="14134"/>
                  </a:lnTo>
                  <a:lnTo>
                    <a:pt x="12318" y="13747"/>
                  </a:lnTo>
                  <a:lnTo>
                    <a:pt x="12743" y="13361"/>
                  </a:lnTo>
                  <a:lnTo>
                    <a:pt x="13129" y="12975"/>
                  </a:lnTo>
                  <a:lnTo>
                    <a:pt x="13477" y="12512"/>
                  </a:lnTo>
                  <a:lnTo>
                    <a:pt x="13786" y="12048"/>
                  </a:lnTo>
                  <a:lnTo>
                    <a:pt x="14056" y="11546"/>
                  </a:lnTo>
                  <a:lnTo>
                    <a:pt x="14288" y="11044"/>
                  </a:lnTo>
                  <a:lnTo>
                    <a:pt x="14520" y="10504"/>
                  </a:lnTo>
                  <a:lnTo>
                    <a:pt x="14674" y="9963"/>
                  </a:lnTo>
                  <a:lnTo>
                    <a:pt x="14828" y="9423"/>
                  </a:lnTo>
                  <a:lnTo>
                    <a:pt x="14906" y="8843"/>
                  </a:lnTo>
                  <a:lnTo>
                    <a:pt x="14983" y="8264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4" y="6565"/>
                  </a:lnTo>
                  <a:lnTo>
                    <a:pt x="14828" y="5986"/>
                  </a:lnTo>
                  <a:lnTo>
                    <a:pt x="14674" y="5368"/>
                  </a:lnTo>
                  <a:lnTo>
                    <a:pt x="14481" y="4789"/>
                  </a:lnTo>
                  <a:lnTo>
                    <a:pt x="14249" y="4248"/>
                  </a:lnTo>
                  <a:lnTo>
                    <a:pt x="13979" y="3708"/>
                  </a:lnTo>
                  <a:lnTo>
                    <a:pt x="13670" y="3206"/>
                  </a:lnTo>
                  <a:lnTo>
                    <a:pt x="13322" y="2742"/>
                  </a:lnTo>
                  <a:lnTo>
                    <a:pt x="12936" y="2279"/>
                  </a:lnTo>
                  <a:lnTo>
                    <a:pt x="12512" y="1893"/>
                  </a:lnTo>
                  <a:lnTo>
                    <a:pt x="12048" y="1507"/>
                  </a:lnTo>
                  <a:lnTo>
                    <a:pt x="11585" y="1159"/>
                  </a:lnTo>
                  <a:lnTo>
                    <a:pt x="11083" y="850"/>
                  </a:lnTo>
                  <a:lnTo>
                    <a:pt x="10542" y="580"/>
                  </a:lnTo>
                  <a:lnTo>
                    <a:pt x="9963" y="387"/>
                  </a:lnTo>
                  <a:lnTo>
                    <a:pt x="9384" y="194"/>
                  </a:lnTo>
                  <a:lnTo>
                    <a:pt x="8766" y="78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18"/>
            <p:cNvSpPr/>
            <p:nvPr/>
          </p:nvSpPr>
          <p:spPr>
            <a:xfrm>
              <a:off x="2298225" y="4462400"/>
              <a:ext cx="461475" cy="306050"/>
            </a:xfrm>
            <a:custGeom>
              <a:avLst/>
              <a:gdLst/>
              <a:ahLst/>
              <a:cxnLst/>
              <a:rect l="l" t="t" r="r" b="b"/>
              <a:pathLst>
                <a:path w="18459" h="12242" extrusionOk="0">
                  <a:moveTo>
                    <a:pt x="17609" y="4943"/>
                  </a:moveTo>
                  <a:lnTo>
                    <a:pt x="17763" y="4982"/>
                  </a:lnTo>
                  <a:lnTo>
                    <a:pt x="17879" y="5020"/>
                  </a:lnTo>
                  <a:lnTo>
                    <a:pt x="17917" y="5098"/>
                  </a:lnTo>
                  <a:lnTo>
                    <a:pt x="17956" y="5175"/>
                  </a:lnTo>
                  <a:lnTo>
                    <a:pt x="17956" y="5407"/>
                  </a:lnTo>
                  <a:lnTo>
                    <a:pt x="17956" y="5638"/>
                  </a:lnTo>
                  <a:lnTo>
                    <a:pt x="17879" y="5793"/>
                  </a:lnTo>
                  <a:lnTo>
                    <a:pt x="17763" y="5986"/>
                  </a:lnTo>
                  <a:lnTo>
                    <a:pt x="17570" y="6140"/>
                  </a:lnTo>
                  <a:lnTo>
                    <a:pt x="17222" y="6372"/>
                  </a:lnTo>
                  <a:lnTo>
                    <a:pt x="16913" y="6526"/>
                  </a:lnTo>
                  <a:lnTo>
                    <a:pt x="16566" y="6642"/>
                  </a:lnTo>
                  <a:lnTo>
                    <a:pt x="16257" y="6681"/>
                  </a:lnTo>
                  <a:lnTo>
                    <a:pt x="15909" y="6720"/>
                  </a:lnTo>
                  <a:lnTo>
                    <a:pt x="16141" y="6140"/>
                  </a:lnTo>
                  <a:lnTo>
                    <a:pt x="16257" y="5870"/>
                  </a:lnTo>
                  <a:lnTo>
                    <a:pt x="16411" y="5600"/>
                  </a:lnTo>
                  <a:lnTo>
                    <a:pt x="16605" y="5368"/>
                  </a:lnTo>
                  <a:lnTo>
                    <a:pt x="16798" y="5175"/>
                  </a:lnTo>
                  <a:lnTo>
                    <a:pt x="17068" y="5059"/>
                  </a:lnTo>
                  <a:lnTo>
                    <a:pt x="17377" y="4943"/>
                  </a:lnTo>
                  <a:close/>
                  <a:moveTo>
                    <a:pt x="13747" y="6295"/>
                  </a:moveTo>
                  <a:lnTo>
                    <a:pt x="14056" y="6333"/>
                  </a:lnTo>
                  <a:lnTo>
                    <a:pt x="14365" y="6411"/>
                  </a:lnTo>
                  <a:lnTo>
                    <a:pt x="14597" y="6526"/>
                  </a:lnTo>
                  <a:lnTo>
                    <a:pt x="14828" y="6681"/>
                  </a:lnTo>
                  <a:lnTo>
                    <a:pt x="15060" y="6835"/>
                  </a:lnTo>
                  <a:lnTo>
                    <a:pt x="14983" y="6951"/>
                  </a:lnTo>
                  <a:lnTo>
                    <a:pt x="14519" y="7067"/>
                  </a:lnTo>
                  <a:lnTo>
                    <a:pt x="14056" y="7144"/>
                  </a:lnTo>
                  <a:lnTo>
                    <a:pt x="13515" y="7144"/>
                  </a:lnTo>
                  <a:lnTo>
                    <a:pt x="13206" y="7106"/>
                  </a:lnTo>
                  <a:lnTo>
                    <a:pt x="12936" y="6990"/>
                  </a:lnTo>
                  <a:lnTo>
                    <a:pt x="12820" y="6951"/>
                  </a:lnTo>
                  <a:lnTo>
                    <a:pt x="12782" y="6874"/>
                  </a:lnTo>
                  <a:lnTo>
                    <a:pt x="12782" y="6758"/>
                  </a:lnTo>
                  <a:lnTo>
                    <a:pt x="12859" y="6642"/>
                  </a:lnTo>
                  <a:lnTo>
                    <a:pt x="12936" y="6449"/>
                  </a:lnTo>
                  <a:lnTo>
                    <a:pt x="13052" y="6333"/>
                  </a:lnTo>
                  <a:lnTo>
                    <a:pt x="13206" y="6295"/>
                  </a:lnTo>
                  <a:close/>
                  <a:moveTo>
                    <a:pt x="15523" y="7222"/>
                  </a:moveTo>
                  <a:lnTo>
                    <a:pt x="16064" y="7608"/>
                  </a:lnTo>
                  <a:lnTo>
                    <a:pt x="16334" y="7839"/>
                  </a:lnTo>
                  <a:lnTo>
                    <a:pt x="16566" y="8071"/>
                  </a:lnTo>
                  <a:lnTo>
                    <a:pt x="16798" y="8303"/>
                  </a:lnTo>
                  <a:lnTo>
                    <a:pt x="16991" y="8573"/>
                  </a:lnTo>
                  <a:lnTo>
                    <a:pt x="17068" y="8882"/>
                  </a:lnTo>
                  <a:lnTo>
                    <a:pt x="17107" y="9036"/>
                  </a:lnTo>
                  <a:lnTo>
                    <a:pt x="17107" y="9229"/>
                  </a:lnTo>
                  <a:lnTo>
                    <a:pt x="17068" y="9423"/>
                  </a:lnTo>
                  <a:lnTo>
                    <a:pt x="16952" y="9538"/>
                  </a:lnTo>
                  <a:lnTo>
                    <a:pt x="16836" y="9616"/>
                  </a:lnTo>
                  <a:lnTo>
                    <a:pt x="16682" y="9654"/>
                  </a:lnTo>
                  <a:lnTo>
                    <a:pt x="16527" y="9654"/>
                  </a:lnTo>
                  <a:lnTo>
                    <a:pt x="16373" y="9577"/>
                  </a:lnTo>
                  <a:lnTo>
                    <a:pt x="16218" y="9461"/>
                  </a:lnTo>
                  <a:lnTo>
                    <a:pt x="16103" y="9307"/>
                  </a:lnTo>
                  <a:lnTo>
                    <a:pt x="15909" y="8959"/>
                  </a:lnTo>
                  <a:lnTo>
                    <a:pt x="15716" y="8573"/>
                  </a:lnTo>
                  <a:lnTo>
                    <a:pt x="15639" y="8226"/>
                  </a:lnTo>
                  <a:lnTo>
                    <a:pt x="15562" y="7917"/>
                  </a:lnTo>
                  <a:lnTo>
                    <a:pt x="15523" y="7569"/>
                  </a:lnTo>
                  <a:lnTo>
                    <a:pt x="15523" y="7222"/>
                  </a:lnTo>
                  <a:close/>
                  <a:moveTo>
                    <a:pt x="5020" y="464"/>
                  </a:moveTo>
                  <a:lnTo>
                    <a:pt x="5638" y="541"/>
                  </a:lnTo>
                  <a:lnTo>
                    <a:pt x="6217" y="696"/>
                  </a:lnTo>
                  <a:lnTo>
                    <a:pt x="6758" y="927"/>
                  </a:lnTo>
                  <a:lnTo>
                    <a:pt x="7260" y="1236"/>
                  </a:lnTo>
                  <a:lnTo>
                    <a:pt x="7723" y="1622"/>
                  </a:lnTo>
                  <a:lnTo>
                    <a:pt x="8186" y="2047"/>
                  </a:lnTo>
                  <a:lnTo>
                    <a:pt x="8534" y="2549"/>
                  </a:lnTo>
                  <a:lnTo>
                    <a:pt x="8804" y="3013"/>
                  </a:lnTo>
                  <a:lnTo>
                    <a:pt x="9036" y="3437"/>
                  </a:lnTo>
                  <a:lnTo>
                    <a:pt x="9229" y="3901"/>
                  </a:lnTo>
                  <a:lnTo>
                    <a:pt x="9384" y="4403"/>
                  </a:lnTo>
                  <a:lnTo>
                    <a:pt x="9654" y="5368"/>
                  </a:lnTo>
                  <a:lnTo>
                    <a:pt x="9924" y="6333"/>
                  </a:lnTo>
                  <a:lnTo>
                    <a:pt x="10040" y="6758"/>
                  </a:lnTo>
                  <a:lnTo>
                    <a:pt x="10194" y="7144"/>
                  </a:lnTo>
                  <a:lnTo>
                    <a:pt x="10388" y="7530"/>
                  </a:lnTo>
                  <a:lnTo>
                    <a:pt x="10619" y="7878"/>
                  </a:lnTo>
                  <a:lnTo>
                    <a:pt x="10890" y="8187"/>
                  </a:lnTo>
                  <a:lnTo>
                    <a:pt x="11198" y="8419"/>
                  </a:lnTo>
                  <a:lnTo>
                    <a:pt x="11585" y="8612"/>
                  </a:lnTo>
                  <a:lnTo>
                    <a:pt x="12009" y="8766"/>
                  </a:lnTo>
                  <a:lnTo>
                    <a:pt x="12357" y="8805"/>
                  </a:lnTo>
                  <a:lnTo>
                    <a:pt x="12704" y="8766"/>
                  </a:lnTo>
                  <a:lnTo>
                    <a:pt x="13013" y="8728"/>
                  </a:lnTo>
                  <a:lnTo>
                    <a:pt x="13322" y="8650"/>
                  </a:lnTo>
                  <a:lnTo>
                    <a:pt x="13631" y="8534"/>
                  </a:lnTo>
                  <a:lnTo>
                    <a:pt x="13901" y="8419"/>
                  </a:lnTo>
                  <a:lnTo>
                    <a:pt x="14172" y="8226"/>
                  </a:lnTo>
                  <a:lnTo>
                    <a:pt x="14442" y="8071"/>
                  </a:lnTo>
                  <a:lnTo>
                    <a:pt x="13940" y="8689"/>
                  </a:lnTo>
                  <a:lnTo>
                    <a:pt x="13361" y="9307"/>
                  </a:lnTo>
                  <a:lnTo>
                    <a:pt x="12743" y="9847"/>
                  </a:lnTo>
                  <a:lnTo>
                    <a:pt x="12087" y="10311"/>
                  </a:lnTo>
                  <a:lnTo>
                    <a:pt x="11392" y="10735"/>
                  </a:lnTo>
                  <a:lnTo>
                    <a:pt x="10658" y="11083"/>
                  </a:lnTo>
                  <a:lnTo>
                    <a:pt x="9847" y="11353"/>
                  </a:lnTo>
                  <a:lnTo>
                    <a:pt x="9036" y="11585"/>
                  </a:lnTo>
                  <a:lnTo>
                    <a:pt x="8418" y="11662"/>
                  </a:lnTo>
                  <a:lnTo>
                    <a:pt x="7839" y="11739"/>
                  </a:lnTo>
                  <a:lnTo>
                    <a:pt x="7260" y="11739"/>
                  </a:lnTo>
                  <a:lnTo>
                    <a:pt x="6680" y="11701"/>
                  </a:lnTo>
                  <a:lnTo>
                    <a:pt x="6101" y="11624"/>
                  </a:lnTo>
                  <a:lnTo>
                    <a:pt x="5561" y="11508"/>
                  </a:lnTo>
                  <a:lnTo>
                    <a:pt x="5020" y="11353"/>
                  </a:lnTo>
                  <a:lnTo>
                    <a:pt x="4518" y="11160"/>
                  </a:lnTo>
                  <a:lnTo>
                    <a:pt x="4016" y="10929"/>
                  </a:lnTo>
                  <a:lnTo>
                    <a:pt x="3514" y="10620"/>
                  </a:lnTo>
                  <a:lnTo>
                    <a:pt x="3089" y="10311"/>
                  </a:lnTo>
                  <a:lnTo>
                    <a:pt x="2626" y="9925"/>
                  </a:lnTo>
                  <a:lnTo>
                    <a:pt x="2240" y="9538"/>
                  </a:lnTo>
                  <a:lnTo>
                    <a:pt x="1854" y="9075"/>
                  </a:lnTo>
                  <a:lnTo>
                    <a:pt x="1545" y="8573"/>
                  </a:lnTo>
                  <a:lnTo>
                    <a:pt x="1236" y="8071"/>
                  </a:lnTo>
                  <a:lnTo>
                    <a:pt x="965" y="7492"/>
                  </a:lnTo>
                  <a:lnTo>
                    <a:pt x="734" y="6913"/>
                  </a:lnTo>
                  <a:lnTo>
                    <a:pt x="579" y="6295"/>
                  </a:lnTo>
                  <a:lnTo>
                    <a:pt x="464" y="5677"/>
                  </a:lnTo>
                  <a:lnTo>
                    <a:pt x="425" y="5059"/>
                  </a:lnTo>
                  <a:lnTo>
                    <a:pt x="425" y="4441"/>
                  </a:lnTo>
                  <a:lnTo>
                    <a:pt x="541" y="3823"/>
                  </a:lnTo>
                  <a:lnTo>
                    <a:pt x="695" y="3244"/>
                  </a:lnTo>
                  <a:lnTo>
                    <a:pt x="965" y="2704"/>
                  </a:lnTo>
                  <a:lnTo>
                    <a:pt x="1313" y="2163"/>
                  </a:lnTo>
                  <a:lnTo>
                    <a:pt x="1699" y="1738"/>
                  </a:lnTo>
                  <a:lnTo>
                    <a:pt x="2163" y="1313"/>
                  </a:lnTo>
                  <a:lnTo>
                    <a:pt x="2665" y="1005"/>
                  </a:lnTo>
                  <a:lnTo>
                    <a:pt x="3205" y="734"/>
                  </a:lnTo>
                  <a:lnTo>
                    <a:pt x="3784" y="580"/>
                  </a:lnTo>
                  <a:lnTo>
                    <a:pt x="4402" y="464"/>
                  </a:lnTo>
                  <a:close/>
                  <a:moveTo>
                    <a:pt x="4634" y="1"/>
                  </a:moveTo>
                  <a:lnTo>
                    <a:pt x="4248" y="39"/>
                  </a:lnTo>
                  <a:lnTo>
                    <a:pt x="3900" y="78"/>
                  </a:lnTo>
                  <a:lnTo>
                    <a:pt x="3514" y="155"/>
                  </a:lnTo>
                  <a:lnTo>
                    <a:pt x="3128" y="271"/>
                  </a:lnTo>
                  <a:lnTo>
                    <a:pt x="2780" y="425"/>
                  </a:lnTo>
                  <a:lnTo>
                    <a:pt x="2433" y="618"/>
                  </a:lnTo>
                  <a:lnTo>
                    <a:pt x="2085" y="850"/>
                  </a:lnTo>
                  <a:lnTo>
                    <a:pt x="1622" y="1198"/>
                  </a:lnTo>
                  <a:lnTo>
                    <a:pt x="1236" y="1584"/>
                  </a:lnTo>
                  <a:lnTo>
                    <a:pt x="888" y="2009"/>
                  </a:lnTo>
                  <a:lnTo>
                    <a:pt x="618" y="2433"/>
                  </a:lnTo>
                  <a:lnTo>
                    <a:pt x="386" y="2897"/>
                  </a:lnTo>
                  <a:lnTo>
                    <a:pt x="232" y="3399"/>
                  </a:lnTo>
                  <a:lnTo>
                    <a:pt x="77" y="3901"/>
                  </a:lnTo>
                  <a:lnTo>
                    <a:pt x="0" y="4403"/>
                  </a:lnTo>
                  <a:lnTo>
                    <a:pt x="0" y="4905"/>
                  </a:lnTo>
                  <a:lnTo>
                    <a:pt x="0" y="5445"/>
                  </a:lnTo>
                  <a:lnTo>
                    <a:pt x="77" y="5986"/>
                  </a:lnTo>
                  <a:lnTo>
                    <a:pt x="155" y="6488"/>
                  </a:lnTo>
                  <a:lnTo>
                    <a:pt x="309" y="7028"/>
                  </a:lnTo>
                  <a:lnTo>
                    <a:pt x="464" y="7530"/>
                  </a:lnTo>
                  <a:lnTo>
                    <a:pt x="695" y="8032"/>
                  </a:lnTo>
                  <a:lnTo>
                    <a:pt x="927" y="8496"/>
                  </a:lnTo>
                  <a:lnTo>
                    <a:pt x="1274" y="9075"/>
                  </a:lnTo>
                  <a:lnTo>
                    <a:pt x="1661" y="9616"/>
                  </a:lnTo>
                  <a:lnTo>
                    <a:pt x="2124" y="10079"/>
                  </a:lnTo>
                  <a:lnTo>
                    <a:pt x="2587" y="10542"/>
                  </a:lnTo>
                  <a:lnTo>
                    <a:pt x="3089" y="10929"/>
                  </a:lnTo>
                  <a:lnTo>
                    <a:pt x="3591" y="11276"/>
                  </a:lnTo>
                  <a:lnTo>
                    <a:pt x="4171" y="11546"/>
                  </a:lnTo>
                  <a:lnTo>
                    <a:pt x="4750" y="11778"/>
                  </a:lnTo>
                  <a:lnTo>
                    <a:pt x="4750" y="11933"/>
                  </a:lnTo>
                  <a:lnTo>
                    <a:pt x="5097" y="11894"/>
                  </a:lnTo>
                  <a:lnTo>
                    <a:pt x="5908" y="12087"/>
                  </a:lnTo>
                  <a:lnTo>
                    <a:pt x="6719" y="12203"/>
                  </a:lnTo>
                  <a:lnTo>
                    <a:pt x="7569" y="12241"/>
                  </a:lnTo>
                  <a:lnTo>
                    <a:pt x="8418" y="12164"/>
                  </a:lnTo>
                  <a:lnTo>
                    <a:pt x="9190" y="12048"/>
                  </a:lnTo>
                  <a:lnTo>
                    <a:pt x="9963" y="11855"/>
                  </a:lnTo>
                  <a:lnTo>
                    <a:pt x="10310" y="11739"/>
                  </a:lnTo>
                  <a:lnTo>
                    <a:pt x="10272" y="11739"/>
                  </a:lnTo>
                  <a:lnTo>
                    <a:pt x="11083" y="11431"/>
                  </a:lnTo>
                  <a:lnTo>
                    <a:pt x="11855" y="11044"/>
                  </a:lnTo>
                  <a:lnTo>
                    <a:pt x="12550" y="10581"/>
                  </a:lnTo>
                  <a:lnTo>
                    <a:pt x="13245" y="10079"/>
                  </a:lnTo>
                  <a:lnTo>
                    <a:pt x="13863" y="9500"/>
                  </a:lnTo>
                  <a:lnTo>
                    <a:pt x="14133" y="9191"/>
                  </a:lnTo>
                  <a:lnTo>
                    <a:pt x="14403" y="8882"/>
                  </a:lnTo>
                  <a:lnTo>
                    <a:pt x="14635" y="8534"/>
                  </a:lnTo>
                  <a:lnTo>
                    <a:pt x="14867" y="8187"/>
                  </a:lnTo>
                  <a:lnTo>
                    <a:pt x="15060" y="7801"/>
                  </a:lnTo>
                  <a:lnTo>
                    <a:pt x="15253" y="7415"/>
                  </a:lnTo>
                  <a:lnTo>
                    <a:pt x="15253" y="7917"/>
                  </a:lnTo>
                  <a:lnTo>
                    <a:pt x="15330" y="8419"/>
                  </a:lnTo>
                  <a:lnTo>
                    <a:pt x="15485" y="8882"/>
                  </a:lnTo>
                  <a:lnTo>
                    <a:pt x="15678" y="9345"/>
                  </a:lnTo>
                  <a:lnTo>
                    <a:pt x="15794" y="9538"/>
                  </a:lnTo>
                  <a:lnTo>
                    <a:pt x="15948" y="9731"/>
                  </a:lnTo>
                  <a:lnTo>
                    <a:pt x="16103" y="9886"/>
                  </a:lnTo>
                  <a:lnTo>
                    <a:pt x="16257" y="10040"/>
                  </a:lnTo>
                  <a:lnTo>
                    <a:pt x="16489" y="10156"/>
                  </a:lnTo>
                  <a:lnTo>
                    <a:pt x="16682" y="10195"/>
                  </a:lnTo>
                  <a:lnTo>
                    <a:pt x="16913" y="10156"/>
                  </a:lnTo>
                  <a:lnTo>
                    <a:pt x="17107" y="10040"/>
                  </a:lnTo>
                  <a:lnTo>
                    <a:pt x="17300" y="9886"/>
                  </a:lnTo>
                  <a:lnTo>
                    <a:pt x="17377" y="9693"/>
                  </a:lnTo>
                  <a:lnTo>
                    <a:pt x="17454" y="9500"/>
                  </a:lnTo>
                  <a:lnTo>
                    <a:pt x="17493" y="9268"/>
                  </a:lnTo>
                  <a:lnTo>
                    <a:pt x="17493" y="9075"/>
                  </a:lnTo>
                  <a:lnTo>
                    <a:pt x="17454" y="8843"/>
                  </a:lnTo>
                  <a:lnTo>
                    <a:pt x="17415" y="8650"/>
                  </a:lnTo>
                  <a:lnTo>
                    <a:pt x="17338" y="8457"/>
                  </a:lnTo>
                  <a:lnTo>
                    <a:pt x="17222" y="8226"/>
                  </a:lnTo>
                  <a:lnTo>
                    <a:pt x="17068" y="8032"/>
                  </a:lnTo>
                  <a:lnTo>
                    <a:pt x="16720" y="7646"/>
                  </a:lnTo>
                  <a:lnTo>
                    <a:pt x="16334" y="7299"/>
                  </a:lnTo>
                  <a:lnTo>
                    <a:pt x="15909" y="6990"/>
                  </a:lnTo>
                  <a:lnTo>
                    <a:pt x="16373" y="6990"/>
                  </a:lnTo>
                  <a:lnTo>
                    <a:pt x="16875" y="6913"/>
                  </a:lnTo>
                  <a:lnTo>
                    <a:pt x="17338" y="6720"/>
                  </a:lnTo>
                  <a:lnTo>
                    <a:pt x="17763" y="6488"/>
                  </a:lnTo>
                  <a:lnTo>
                    <a:pt x="17917" y="6333"/>
                  </a:lnTo>
                  <a:lnTo>
                    <a:pt x="18110" y="6140"/>
                  </a:lnTo>
                  <a:lnTo>
                    <a:pt x="18265" y="5947"/>
                  </a:lnTo>
                  <a:lnTo>
                    <a:pt x="18381" y="5716"/>
                  </a:lnTo>
                  <a:lnTo>
                    <a:pt x="18458" y="5484"/>
                  </a:lnTo>
                  <a:lnTo>
                    <a:pt x="18458" y="5214"/>
                  </a:lnTo>
                  <a:lnTo>
                    <a:pt x="18381" y="4982"/>
                  </a:lnTo>
                  <a:lnTo>
                    <a:pt x="18304" y="4905"/>
                  </a:lnTo>
                  <a:lnTo>
                    <a:pt x="18226" y="4789"/>
                  </a:lnTo>
                  <a:lnTo>
                    <a:pt x="18033" y="4673"/>
                  </a:lnTo>
                  <a:lnTo>
                    <a:pt x="17802" y="4596"/>
                  </a:lnTo>
                  <a:lnTo>
                    <a:pt x="17609" y="4557"/>
                  </a:lnTo>
                  <a:lnTo>
                    <a:pt x="17377" y="4557"/>
                  </a:lnTo>
                  <a:lnTo>
                    <a:pt x="17145" y="4634"/>
                  </a:lnTo>
                  <a:lnTo>
                    <a:pt x="16913" y="4712"/>
                  </a:lnTo>
                  <a:lnTo>
                    <a:pt x="16720" y="4789"/>
                  </a:lnTo>
                  <a:lnTo>
                    <a:pt x="16566" y="4905"/>
                  </a:lnTo>
                  <a:lnTo>
                    <a:pt x="16373" y="5098"/>
                  </a:lnTo>
                  <a:lnTo>
                    <a:pt x="16180" y="5291"/>
                  </a:lnTo>
                  <a:lnTo>
                    <a:pt x="15871" y="5716"/>
                  </a:lnTo>
                  <a:lnTo>
                    <a:pt x="15639" y="6179"/>
                  </a:lnTo>
                  <a:lnTo>
                    <a:pt x="15485" y="6681"/>
                  </a:lnTo>
                  <a:lnTo>
                    <a:pt x="15407" y="6681"/>
                  </a:lnTo>
                  <a:lnTo>
                    <a:pt x="15330" y="6720"/>
                  </a:lnTo>
                  <a:lnTo>
                    <a:pt x="14983" y="6411"/>
                  </a:lnTo>
                  <a:lnTo>
                    <a:pt x="14597" y="6179"/>
                  </a:lnTo>
                  <a:lnTo>
                    <a:pt x="14172" y="6024"/>
                  </a:lnTo>
                  <a:lnTo>
                    <a:pt x="13708" y="5947"/>
                  </a:lnTo>
                  <a:lnTo>
                    <a:pt x="13322" y="5909"/>
                  </a:lnTo>
                  <a:lnTo>
                    <a:pt x="13091" y="5947"/>
                  </a:lnTo>
                  <a:lnTo>
                    <a:pt x="12897" y="5986"/>
                  </a:lnTo>
                  <a:lnTo>
                    <a:pt x="12704" y="6063"/>
                  </a:lnTo>
                  <a:lnTo>
                    <a:pt x="12511" y="6140"/>
                  </a:lnTo>
                  <a:lnTo>
                    <a:pt x="12357" y="6295"/>
                  </a:lnTo>
                  <a:lnTo>
                    <a:pt x="12280" y="6449"/>
                  </a:lnTo>
                  <a:lnTo>
                    <a:pt x="12202" y="6642"/>
                  </a:lnTo>
                  <a:lnTo>
                    <a:pt x="12241" y="6835"/>
                  </a:lnTo>
                  <a:lnTo>
                    <a:pt x="12318" y="6990"/>
                  </a:lnTo>
                  <a:lnTo>
                    <a:pt x="12434" y="7106"/>
                  </a:lnTo>
                  <a:lnTo>
                    <a:pt x="12589" y="7260"/>
                  </a:lnTo>
                  <a:lnTo>
                    <a:pt x="12782" y="7337"/>
                  </a:lnTo>
                  <a:lnTo>
                    <a:pt x="13129" y="7453"/>
                  </a:lnTo>
                  <a:lnTo>
                    <a:pt x="13477" y="7530"/>
                  </a:lnTo>
                  <a:lnTo>
                    <a:pt x="13824" y="7530"/>
                  </a:lnTo>
                  <a:lnTo>
                    <a:pt x="14172" y="7492"/>
                  </a:lnTo>
                  <a:lnTo>
                    <a:pt x="14519" y="7415"/>
                  </a:lnTo>
                  <a:lnTo>
                    <a:pt x="14133" y="7762"/>
                  </a:lnTo>
                  <a:lnTo>
                    <a:pt x="13708" y="8032"/>
                  </a:lnTo>
                  <a:lnTo>
                    <a:pt x="13477" y="8110"/>
                  </a:lnTo>
                  <a:lnTo>
                    <a:pt x="13245" y="8226"/>
                  </a:lnTo>
                  <a:lnTo>
                    <a:pt x="13013" y="8264"/>
                  </a:lnTo>
                  <a:lnTo>
                    <a:pt x="12743" y="8303"/>
                  </a:lnTo>
                  <a:lnTo>
                    <a:pt x="12357" y="8303"/>
                  </a:lnTo>
                  <a:lnTo>
                    <a:pt x="11971" y="8264"/>
                  </a:lnTo>
                  <a:lnTo>
                    <a:pt x="11662" y="8110"/>
                  </a:lnTo>
                  <a:lnTo>
                    <a:pt x="11353" y="7955"/>
                  </a:lnTo>
                  <a:lnTo>
                    <a:pt x="11083" y="7685"/>
                  </a:lnTo>
                  <a:lnTo>
                    <a:pt x="10890" y="7415"/>
                  </a:lnTo>
                  <a:lnTo>
                    <a:pt x="10696" y="7106"/>
                  </a:lnTo>
                  <a:lnTo>
                    <a:pt x="10542" y="6720"/>
                  </a:lnTo>
                  <a:lnTo>
                    <a:pt x="10388" y="6218"/>
                  </a:lnTo>
                  <a:lnTo>
                    <a:pt x="10233" y="5716"/>
                  </a:lnTo>
                  <a:lnTo>
                    <a:pt x="9963" y="4673"/>
                  </a:lnTo>
                  <a:lnTo>
                    <a:pt x="9847" y="4171"/>
                  </a:lnTo>
                  <a:lnTo>
                    <a:pt x="9654" y="3669"/>
                  </a:lnTo>
                  <a:lnTo>
                    <a:pt x="9461" y="3167"/>
                  </a:lnTo>
                  <a:lnTo>
                    <a:pt x="9229" y="2704"/>
                  </a:lnTo>
                  <a:lnTo>
                    <a:pt x="8843" y="2163"/>
                  </a:lnTo>
                  <a:lnTo>
                    <a:pt x="8457" y="1700"/>
                  </a:lnTo>
                  <a:lnTo>
                    <a:pt x="7993" y="1275"/>
                  </a:lnTo>
                  <a:lnTo>
                    <a:pt x="7530" y="889"/>
                  </a:lnTo>
                  <a:lnTo>
                    <a:pt x="6989" y="580"/>
                  </a:lnTo>
                  <a:lnTo>
                    <a:pt x="6449" y="348"/>
                  </a:lnTo>
                  <a:lnTo>
                    <a:pt x="5870" y="155"/>
                  </a:lnTo>
                  <a:lnTo>
                    <a:pt x="5290" y="39"/>
                  </a:lnTo>
                  <a:lnTo>
                    <a:pt x="50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18"/>
            <p:cNvSpPr/>
            <p:nvPr/>
          </p:nvSpPr>
          <p:spPr>
            <a:xfrm>
              <a:off x="5932850" y="4466275"/>
              <a:ext cx="200800" cy="230725"/>
            </a:xfrm>
            <a:custGeom>
              <a:avLst/>
              <a:gdLst/>
              <a:ahLst/>
              <a:cxnLst/>
              <a:rect l="l" t="t" r="r" b="b"/>
              <a:pathLst>
                <a:path w="8032" h="9229" extrusionOk="0">
                  <a:moveTo>
                    <a:pt x="2047" y="0"/>
                  </a:moveTo>
                  <a:lnTo>
                    <a:pt x="1892" y="77"/>
                  </a:lnTo>
                  <a:lnTo>
                    <a:pt x="1738" y="154"/>
                  </a:lnTo>
                  <a:lnTo>
                    <a:pt x="1429" y="425"/>
                  </a:lnTo>
                  <a:lnTo>
                    <a:pt x="1197" y="734"/>
                  </a:lnTo>
                  <a:lnTo>
                    <a:pt x="965" y="1004"/>
                  </a:lnTo>
                  <a:lnTo>
                    <a:pt x="734" y="1352"/>
                  </a:lnTo>
                  <a:lnTo>
                    <a:pt x="502" y="1738"/>
                  </a:lnTo>
                  <a:lnTo>
                    <a:pt x="348" y="2124"/>
                  </a:lnTo>
                  <a:lnTo>
                    <a:pt x="193" y="2549"/>
                  </a:lnTo>
                  <a:lnTo>
                    <a:pt x="77" y="3012"/>
                  </a:lnTo>
                  <a:lnTo>
                    <a:pt x="39" y="3475"/>
                  </a:lnTo>
                  <a:lnTo>
                    <a:pt x="0" y="3939"/>
                  </a:lnTo>
                  <a:lnTo>
                    <a:pt x="77" y="4441"/>
                  </a:lnTo>
                  <a:lnTo>
                    <a:pt x="155" y="4904"/>
                  </a:lnTo>
                  <a:lnTo>
                    <a:pt x="270" y="5329"/>
                  </a:lnTo>
                  <a:lnTo>
                    <a:pt x="463" y="5792"/>
                  </a:lnTo>
                  <a:lnTo>
                    <a:pt x="695" y="6178"/>
                  </a:lnTo>
                  <a:lnTo>
                    <a:pt x="1043" y="6178"/>
                  </a:lnTo>
                  <a:lnTo>
                    <a:pt x="888" y="5831"/>
                  </a:lnTo>
                  <a:lnTo>
                    <a:pt x="734" y="5483"/>
                  </a:lnTo>
                  <a:lnTo>
                    <a:pt x="657" y="5136"/>
                  </a:lnTo>
                  <a:lnTo>
                    <a:pt x="541" y="4788"/>
                  </a:lnTo>
                  <a:lnTo>
                    <a:pt x="502" y="4402"/>
                  </a:lnTo>
                  <a:lnTo>
                    <a:pt x="463" y="4055"/>
                  </a:lnTo>
                  <a:lnTo>
                    <a:pt x="463" y="3668"/>
                  </a:lnTo>
                  <a:lnTo>
                    <a:pt x="463" y="3321"/>
                  </a:lnTo>
                  <a:lnTo>
                    <a:pt x="541" y="2973"/>
                  </a:lnTo>
                  <a:lnTo>
                    <a:pt x="618" y="2626"/>
                  </a:lnTo>
                  <a:lnTo>
                    <a:pt x="734" y="2278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7" y="1004"/>
                  </a:lnTo>
                  <a:lnTo>
                    <a:pt x="1776" y="734"/>
                  </a:lnTo>
                  <a:lnTo>
                    <a:pt x="1969" y="579"/>
                  </a:lnTo>
                  <a:lnTo>
                    <a:pt x="2085" y="502"/>
                  </a:lnTo>
                  <a:lnTo>
                    <a:pt x="2201" y="463"/>
                  </a:lnTo>
                  <a:lnTo>
                    <a:pt x="2317" y="579"/>
                  </a:lnTo>
                  <a:lnTo>
                    <a:pt x="2433" y="811"/>
                  </a:lnTo>
                  <a:lnTo>
                    <a:pt x="2587" y="1197"/>
                  </a:lnTo>
                  <a:lnTo>
                    <a:pt x="2742" y="1583"/>
                  </a:lnTo>
                  <a:lnTo>
                    <a:pt x="2858" y="1931"/>
                  </a:lnTo>
                  <a:lnTo>
                    <a:pt x="2973" y="2317"/>
                  </a:lnTo>
                  <a:lnTo>
                    <a:pt x="3051" y="2703"/>
                  </a:lnTo>
                  <a:lnTo>
                    <a:pt x="3089" y="3089"/>
                  </a:lnTo>
                  <a:lnTo>
                    <a:pt x="3089" y="3437"/>
                  </a:lnTo>
                  <a:lnTo>
                    <a:pt x="3051" y="3784"/>
                  </a:lnTo>
                  <a:lnTo>
                    <a:pt x="3012" y="4132"/>
                  </a:lnTo>
                  <a:lnTo>
                    <a:pt x="2896" y="4479"/>
                  </a:lnTo>
                  <a:lnTo>
                    <a:pt x="2780" y="4788"/>
                  </a:lnTo>
                  <a:lnTo>
                    <a:pt x="2587" y="5136"/>
                  </a:lnTo>
                  <a:lnTo>
                    <a:pt x="2394" y="5445"/>
                  </a:lnTo>
                  <a:lnTo>
                    <a:pt x="2356" y="5522"/>
                  </a:lnTo>
                  <a:lnTo>
                    <a:pt x="2394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4" y="5792"/>
                  </a:lnTo>
                  <a:lnTo>
                    <a:pt x="2471" y="5792"/>
                  </a:lnTo>
                  <a:lnTo>
                    <a:pt x="2626" y="5715"/>
                  </a:lnTo>
                  <a:lnTo>
                    <a:pt x="2819" y="5676"/>
                  </a:lnTo>
                  <a:lnTo>
                    <a:pt x="3205" y="5676"/>
                  </a:lnTo>
                  <a:lnTo>
                    <a:pt x="3630" y="5715"/>
                  </a:lnTo>
                  <a:lnTo>
                    <a:pt x="4055" y="5792"/>
                  </a:lnTo>
                  <a:lnTo>
                    <a:pt x="4441" y="5947"/>
                  </a:lnTo>
                  <a:lnTo>
                    <a:pt x="4866" y="6101"/>
                  </a:lnTo>
                  <a:lnTo>
                    <a:pt x="5213" y="6256"/>
                  </a:lnTo>
                  <a:lnTo>
                    <a:pt x="5522" y="6449"/>
                  </a:lnTo>
                  <a:lnTo>
                    <a:pt x="5831" y="6642"/>
                  </a:lnTo>
                  <a:lnTo>
                    <a:pt x="6140" y="6835"/>
                  </a:lnTo>
                  <a:lnTo>
                    <a:pt x="6410" y="7067"/>
                  </a:lnTo>
                  <a:lnTo>
                    <a:pt x="6680" y="7337"/>
                  </a:lnTo>
                  <a:lnTo>
                    <a:pt x="6912" y="7607"/>
                  </a:lnTo>
                  <a:lnTo>
                    <a:pt x="7144" y="7877"/>
                  </a:lnTo>
                  <a:lnTo>
                    <a:pt x="7337" y="8186"/>
                  </a:lnTo>
                  <a:lnTo>
                    <a:pt x="7530" y="8534"/>
                  </a:lnTo>
                  <a:lnTo>
                    <a:pt x="7105" y="8650"/>
                  </a:lnTo>
                  <a:lnTo>
                    <a:pt x="6680" y="8727"/>
                  </a:lnTo>
                  <a:lnTo>
                    <a:pt x="6294" y="8766"/>
                  </a:lnTo>
                  <a:lnTo>
                    <a:pt x="5870" y="8804"/>
                  </a:lnTo>
                  <a:lnTo>
                    <a:pt x="5483" y="8804"/>
                  </a:lnTo>
                  <a:lnTo>
                    <a:pt x="5059" y="8727"/>
                  </a:lnTo>
                  <a:lnTo>
                    <a:pt x="4672" y="8611"/>
                  </a:lnTo>
                  <a:lnTo>
                    <a:pt x="4248" y="8457"/>
                  </a:lnTo>
                  <a:lnTo>
                    <a:pt x="3900" y="8264"/>
                  </a:lnTo>
                  <a:lnTo>
                    <a:pt x="3591" y="8071"/>
                  </a:lnTo>
                  <a:lnTo>
                    <a:pt x="3012" y="7607"/>
                  </a:lnTo>
                  <a:lnTo>
                    <a:pt x="2471" y="7105"/>
                  </a:lnTo>
                  <a:lnTo>
                    <a:pt x="1931" y="6565"/>
                  </a:lnTo>
                  <a:lnTo>
                    <a:pt x="1854" y="6526"/>
                  </a:lnTo>
                  <a:lnTo>
                    <a:pt x="1815" y="6487"/>
                  </a:lnTo>
                  <a:lnTo>
                    <a:pt x="1661" y="6526"/>
                  </a:lnTo>
                  <a:lnTo>
                    <a:pt x="1622" y="6526"/>
                  </a:lnTo>
                  <a:lnTo>
                    <a:pt x="1583" y="6565"/>
                  </a:lnTo>
                  <a:lnTo>
                    <a:pt x="1429" y="6835"/>
                  </a:lnTo>
                  <a:lnTo>
                    <a:pt x="1661" y="6873"/>
                  </a:lnTo>
                  <a:lnTo>
                    <a:pt x="2278" y="7491"/>
                  </a:lnTo>
                  <a:lnTo>
                    <a:pt x="2896" y="8071"/>
                  </a:lnTo>
                  <a:lnTo>
                    <a:pt x="3244" y="8341"/>
                  </a:lnTo>
                  <a:lnTo>
                    <a:pt x="3630" y="8573"/>
                  </a:lnTo>
                  <a:lnTo>
                    <a:pt x="3977" y="8766"/>
                  </a:lnTo>
                  <a:lnTo>
                    <a:pt x="4364" y="8959"/>
                  </a:lnTo>
                  <a:lnTo>
                    <a:pt x="4827" y="9113"/>
                  </a:lnTo>
                  <a:lnTo>
                    <a:pt x="5252" y="9190"/>
                  </a:lnTo>
                  <a:lnTo>
                    <a:pt x="5676" y="9229"/>
                  </a:lnTo>
                  <a:lnTo>
                    <a:pt x="6140" y="9229"/>
                  </a:lnTo>
                  <a:lnTo>
                    <a:pt x="6565" y="9152"/>
                  </a:lnTo>
                  <a:lnTo>
                    <a:pt x="6989" y="9074"/>
                  </a:lnTo>
                  <a:lnTo>
                    <a:pt x="7878" y="8843"/>
                  </a:lnTo>
                  <a:lnTo>
                    <a:pt x="7955" y="8804"/>
                  </a:lnTo>
                  <a:lnTo>
                    <a:pt x="7993" y="8727"/>
                  </a:lnTo>
                  <a:lnTo>
                    <a:pt x="8032" y="8650"/>
                  </a:lnTo>
                  <a:lnTo>
                    <a:pt x="7993" y="8534"/>
                  </a:lnTo>
                  <a:lnTo>
                    <a:pt x="7762" y="8109"/>
                  </a:lnTo>
                  <a:lnTo>
                    <a:pt x="7491" y="7684"/>
                  </a:lnTo>
                  <a:lnTo>
                    <a:pt x="7221" y="7298"/>
                  </a:lnTo>
                  <a:lnTo>
                    <a:pt x="6874" y="6912"/>
                  </a:lnTo>
                  <a:lnTo>
                    <a:pt x="6526" y="6603"/>
                  </a:lnTo>
                  <a:lnTo>
                    <a:pt x="6140" y="6294"/>
                  </a:lnTo>
                  <a:lnTo>
                    <a:pt x="5715" y="6024"/>
                  </a:lnTo>
                  <a:lnTo>
                    <a:pt x="5252" y="5792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39" y="5367"/>
                  </a:lnTo>
                  <a:lnTo>
                    <a:pt x="3591" y="5290"/>
                  </a:lnTo>
                  <a:lnTo>
                    <a:pt x="3012" y="5290"/>
                  </a:lnTo>
                  <a:lnTo>
                    <a:pt x="3167" y="4981"/>
                  </a:lnTo>
                  <a:lnTo>
                    <a:pt x="3321" y="4634"/>
                  </a:lnTo>
                  <a:lnTo>
                    <a:pt x="3398" y="4286"/>
                  </a:lnTo>
                  <a:lnTo>
                    <a:pt x="3475" y="3939"/>
                  </a:lnTo>
                  <a:lnTo>
                    <a:pt x="3514" y="3591"/>
                  </a:lnTo>
                  <a:lnTo>
                    <a:pt x="3514" y="3205"/>
                  </a:lnTo>
                  <a:lnTo>
                    <a:pt x="3514" y="2858"/>
                  </a:lnTo>
                  <a:lnTo>
                    <a:pt x="3437" y="2471"/>
                  </a:lnTo>
                  <a:lnTo>
                    <a:pt x="3321" y="1969"/>
                  </a:lnTo>
                  <a:lnTo>
                    <a:pt x="3167" y="1467"/>
                  </a:lnTo>
                  <a:lnTo>
                    <a:pt x="2935" y="965"/>
                  </a:lnTo>
                  <a:lnTo>
                    <a:pt x="2703" y="502"/>
                  </a:lnTo>
                  <a:lnTo>
                    <a:pt x="2587" y="270"/>
                  </a:lnTo>
                  <a:lnTo>
                    <a:pt x="2471" y="116"/>
                  </a:lnTo>
                  <a:lnTo>
                    <a:pt x="2356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18"/>
            <p:cNvSpPr/>
            <p:nvPr/>
          </p:nvSpPr>
          <p:spPr>
            <a:xfrm>
              <a:off x="2331050" y="4488475"/>
              <a:ext cx="145775" cy="163175"/>
            </a:xfrm>
            <a:custGeom>
              <a:avLst/>
              <a:gdLst/>
              <a:ahLst/>
              <a:cxnLst/>
              <a:rect l="l" t="t" r="r" b="b"/>
              <a:pathLst>
                <a:path w="5831" h="6527" extrusionOk="0">
                  <a:moveTo>
                    <a:pt x="3321" y="502"/>
                  </a:moveTo>
                  <a:lnTo>
                    <a:pt x="3784" y="695"/>
                  </a:lnTo>
                  <a:lnTo>
                    <a:pt x="4248" y="1004"/>
                  </a:lnTo>
                  <a:lnTo>
                    <a:pt x="4595" y="1313"/>
                  </a:lnTo>
                  <a:lnTo>
                    <a:pt x="4904" y="1738"/>
                  </a:lnTo>
                  <a:lnTo>
                    <a:pt x="5174" y="2163"/>
                  </a:lnTo>
                  <a:lnTo>
                    <a:pt x="5252" y="2394"/>
                  </a:lnTo>
                  <a:lnTo>
                    <a:pt x="5329" y="2665"/>
                  </a:lnTo>
                  <a:lnTo>
                    <a:pt x="5367" y="2896"/>
                  </a:lnTo>
                  <a:lnTo>
                    <a:pt x="5367" y="3167"/>
                  </a:lnTo>
                  <a:lnTo>
                    <a:pt x="5367" y="3437"/>
                  </a:lnTo>
                  <a:lnTo>
                    <a:pt x="5329" y="3707"/>
                  </a:lnTo>
                  <a:lnTo>
                    <a:pt x="5213" y="4171"/>
                  </a:lnTo>
                  <a:lnTo>
                    <a:pt x="5020" y="4595"/>
                  </a:lnTo>
                  <a:lnTo>
                    <a:pt x="4750" y="4981"/>
                  </a:lnTo>
                  <a:lnTo>
                    <a:pt x="4441" y="5368"/>
                  </a:lnTo>
                  <a:lnTo>
                    <a:pt x="4055" y="5638"/>
                  </a:lnTo>
                  <a:lnTo>
                    <a:pt x="3630" y="5870"/>
                  </a:lnTo>
                  <a:lnTo>
                    <a:pt x="3398" y="5947"/>
                  </a:lnTo>
                  <a:lnTo>
                    <a:pt x="3166" y="6024"/>
                  </a:lnTo>
                  <a:lnTo>
                    <a:pt x="2935" y="6024"/>
                  </a:lnTo>
                  <a:lnTo>
                    <a:pt x="2703" y="6063"/>
                  </a:lnTo>
                  <a:lnTo>
                    <a:pt x="2394" y="6024"/>
                  </a:lnTo>
                  <a:lnTo>
                    <a:pt x="2085" y="5985"/>
                  </a:lnTo>
                  <a:lnTo>
                    <a:pt x="1815" y="5908"/>
                  </a:lnTo>
                  <a:lnTo>
                    <a:pt x="1583" y="5792"/>
                  </a:lnTo>
                  <a:lnTo>
                    <a:pt x="1390" y="5677"/>
                  </a:lnTo>
                  <a:lnTo>
                    <a:pt x="1197" y="5522"/>
                  </a:lnTo>
                  <a:lnTo>
                    <a:pt x="1004" y="5329"/>
                  </a:lnTo>
                  <a:lnTo>
                    <a:pt x="850" y="5136"/>
                  </a:lnTo>
                  <a:lnTo>
                    <a:pt x="734" y="4904"/>
                  </a:lnTo>
                  <a:lnTo>
                    <a:pt x="656" y="4673"/>
                  </a:lnTo>
                  <a:lnTo>
                    <a:pt x="541" y="4441"/>
                  </a:lnTo>
                  <a:lnTo>
                    <a:pt x="502" y="4209"/>
                  </a:lnTo>
                  <a:lnTo>
                    <a:pt x="425" y="3669"/>
                  </a:lnTo>
                  <a:lnTo>
                    <a:pt x="463" y="3128"/>
                  </a:lnTo>
                  <a:lnTo>
                    <a:pt x="579" y="2587"/>
                  </a:lnTo>
                  <a:lnTo>
                    <a:pt x="734" y="2085"/>
                  </a:lnTo>
                  <a:lnTo>
                    <a:pt x="1004" y="1622"/>
                  </a:lnTo>
                  <a:lnTo>
                    <a:pt x="1158" y="1390"/>
                  </a:lnTo>
                  <a:lnTo>
                    <a:pt x="1313" y="1197"/>
                  </a:lnTo>
                  <a:lnTo>
                    <a:pt x="1506" y="1043"/>
                  </a:lnTo>
                  <a:lnTo>
                    <a:pt x="1699" y="888"/>
                  </a:lnTo>
                  <a:lnTo>
                    <a:pt x="1931" y="734"/>
                  </a:lnTo>
                  <a:lnTo>
                    <a:pt x="2162" y="657"/>
                  </a:lnTo>
                  <a:lnTo>
                    <a:pt x="2394" y="579"/>
                  </a:lnTo>
                  <a:lnTo>
                    <a:pt x="2664" y="502"/>
                  </a:lnTo>
                  <a:lnTo>
                    <a:pt x="2935" y="502"/>
                  </a:lnTo>
                  <a:lnTo>
                    <a:pt x="3244" y="541"/>
                  </a:lnTo>
                  <a:lnTo>
                    <a:pt x="3282" y="502"/>
                  </a:lnTo>
                  <a:close/>
                  <a:moveTo>
                    <a:pt x="3128" y="0"/>
                  </a:moveTo>
                  <a:lnTo>
                    <a:pt x="3051" y="39"/>
                  </a:lnTo>
                  <a:lnTo>
                    <a:pt x="2973" y="116"/>
                  </a:lnTo>
                  <a:lnTo>
                    <a:pt x="2973" y="193"/>
                  </a:lnTo>
                  <a:lnTo>
                    <a:pt x="2664" y="155"/>
                  </a:lnTo>
                  <a:lnTo>
                    <a:pt x="2394" y="193"/>
                  </a:lnTo>
                  <a:lnTo>
                    <a:pt x="2124" y="232"/>
                  </a:lnTo>
                  <a:lnTo>
                    <a:pt x="1854" y="309"/>
                  </a:lnTo>
                  <a:lnTo>
                    <a:pt x="1622" y="425"/>
                  </a:lnTo>
                  <a:lnTo>
                    <a:pt x="1390" y="579"/>
                  </a:lnTo>
                  <a:lnTo>
                    <a:pt x="1197" y="734"/>
                  </a:lnTo>
                  <a:lnTo>
                    <a:pt x="965" y="927"/>
                  </a:lnTo>
                  <a:lnTo>
                    <a:pt x="811" y="1120"/>
                  </a:lnTo>
                  <a:lnTo>
                    <a:pt x="656" y="1352"/>
                  </a:lnTo>
                  <a:lnTo>
                    <a:pt x="386" y="1854"/>
                  </a:lnTo>
                  <a:lnTo>
                    <a:pt x="154" y="2394"/>
                  </a:lnTo>
                  <a:lnTo>
                    <a:pt x="39" y="2974"/>
                  </a:lnTo>
                  <a:lnTo>
                    <a:pt x="0" y="3591"/>
                  </a:lnTo>
                  <a:lnTo>
                    <a:pt x="0" y="3900"/>
                  </a:lnTo>
                  <a:lnTo>
                    <a:pt x="39" y="4209"/>
                  </a:lnTo>
                  <a:lnTo>
                    <a:pt x="116" y="4518"/>
                  </a:lnTo>
                  <a:lnTo>
                    <a:pt x="193" y="4788"/>
                  </a:lnTo>
                  <a:lnTo>
                    <a:pt x="270" y="5059"/>
                  </a:lnTo>
                  <a:lnTo>
                    <a:pt x="425" y="5329"/>
                  </a:lnTo>
                  <a:lnTo>
                    <a:pt x="579" y="5561"/>
                  </a:lnTo>
                  <a:lnTo>
                    <a:pt x="772" y="5754"/>
                  </a:lnTo>
                  <a:lnTo>
                    <a:pt x="965" y="5947"/>
                  </a:lnTo>
                  <a:lnTo>
                    <a:pt x="1197" y="6101"/>
                  </a:lnTo>
                  <a:lnTo>
                    <a:pt x="1467" y="6256"/>
                  </a:lnTo>
                  <a:lnTo>
                    <a:pt x="1738" y="6372"/>
                  </a:lnTo>
                  <a:lnTo>
                    <a:pt x="2085" y="6449"/>
                  </a:lnTo>
                  <a:lnTo>
                    <a:pt x="2394" y="6487"/>
                  </a:lnTo>
                  <a:lnTo>
                    <a:pt x="2742" y="6526"/>
                  </a:lnTo>
                  <a:lnTo>
                    <a:pt x="3012" y="6487"/>
                  </a:lnTo>
                  <a:lnTo>
                    <a:pt x="3321" y="6449"/>
                  </a:lnTo>
                  <a:lnTo>
                    <a:pt x="3630" y="6372"/>
                  </a:lnTo>
                  <a:lnTo>
                    <a:pt x="3900" y="6256"/>
                  </a:lnTo>
                  <a:lnTo>
                    <a:pt x="4170" y="6101"/>
                  </a:lnTo>
                  <a:lnTo>
                    <a:pt x="4402" y="5947"/>
                  </a:lnTo>
                  <a:lnTo>
                    <a:pt x="4634" y="5792"/>
                  </a:lnTo>
                  <a:lnTo>
                    <a:pt x="4866" y="5561"/>
                  </a:lnTo>
                  <a:lnTo>
                    <a:pt x="5059" y="5368"/>
                  </a:lnTo>
                  <a:lnTo>
                    <a:pt x="5252" y="5097"/>
                  </a:lnTo>
                  <a:lnTo>
                    <a:pt x="5406" y="4866"/>
                  </a:lnTo>
                  <a:lnTo>
                    <a:pt x="5522" y="4595"/>
                  </a:lnTo>
                  <a:lnTo>
                    <a:pt x="5638" y="4286"/>
                  </a:lnTo>
                  <a:lnTo>
                    <a:pt x="5754" y="4016"/>
                  </a:lnTo>
                  <a:lnTo>
                    <a:pt x="5792" y="3707"/>
                  </a:lnTo>
                  <a:lnTo>
                    <a:pt x="5831" y="3398"/>
                  </a:lnTo>
                  <a:lnTo>
                    <a:pt x="5831" y="3089"/>
                  </a:lnTo>
                  <a:lnTo>
                    <a:pt x="5792" y="2780"/>
                  </a:lnTo>
                  <a:lnTo>
                    <a:pt x="5754" y="2472"/>
                  </a:lnTo>
                  <a:lnTo>
                    <a:pt x="5638" y="2163"/>
                  </a:lnTo>
                  <a:lnTo>
                    <a:pt x="5522" y="1892"/>
                  </a:lnTo>
                  <a:lnTo>
                    <a:pt x="5406" y="1622"/>
                  </a:lnTo>
                  <a:lnTo>
                    <a:pt x="5213" y="1352"/>
                  </a:lnTo>
                  <a:lnTo>
                    <a:pt x="5020" y="1120"/>
                  </a:lnTo>
                  <a:lnTo>
                    <a:pt x="4827" y="888"/>
                  </a:lnTo>
                  <a:lnTo>
                    <a:pt x="4595" y="695"/>
                  </a:lnTo>
                  <a:lnTo>
                    <a:pt x="4364" y="502"/>
                  </a:lnTo>
                  <a:lnTo>
                    <a:pt x="4093" y="348"/>
                  </a:lnTo>
                  <a:lnTo>
                    <a:pt x="3823" y="193"/>
                  </a:lnTo>
                  <a:lnTo>
                    <a:pt x="3514" y="116"/>
                  </a:lnTo>
                  <a:lnTo>
                    <a:pt x="32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18"/>
            <p:cNvSpPr/>
            <p:nvPr/>
          </p:nvSpPr>
          <p:spPr>
            <a:xfrm>
              <a:off x="3966375" y="4488475"/>
              <a:ext cx="350450" cy="288650"/>
            </a:xfrm>
            <a:custGeom>
              <a:avLst/>
              <a:gdLst/>
              <a:ahLst/>
              <a:cxnLst/>
              <a:rect l="l" t="t" r="r" b="b"/>
              <a:pathLst>
                <a:path w="14018" h="11546" extrusionOk="0">
                  <a:moveTo>
                    <a:pt x="11778" y="0"/>
                  </a:moveTo>
                  <a:lnTo>
                    <a:pt x="11469" y="77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8" y="2780"/>
                  </a:lnTo>
                  <a:lnTo>
                    <a:pt x="10658" y="1892"/>
                  </a:lnTo>
                  <a:lnTo>
                    <a:pt x="10427" y="2085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168" y="5522"/>
                  </a:lnTo>
                  <a:lnTo>
                    <a:pt x="13439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2" y="6681"/>
                  </a:lnTo>
                  <a:lnTo>
                    <a:pt x="13516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4" y="7955"/>
                  </a:lnTo>
                  <a:lnTo>
                    <a:pt x="12203" y="8418"/>
                  </a:lnTo>
                  <a:lnTo>
                    <a:pt x="11740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1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0" y="11160"/>
                  </a:lnTo>
                  <a:lnTo>
                    <a:pt x="3013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2"/>
                  </a:lnTo>
                  <a:lnTo>
                    <a:pt x="1082" y="10696"/>
                  </a:lnTo>
                  <a:lnTo>
                    <a:pt x="812" y="10542"/>
                  </a:lnTo>
                  <a:lnTo>
                    <a:pt x="618" y="10388"/>
                  </a:lnTo>
                  <a:lnTo>
                    <a:pt x="464" y="10194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7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1" y="9886"/>
                  </a:lnTo>
                  <a:lnTo>
                    <a:pt x="39" y="10117"/>
                  </a:lnTo>
                  <a:lnTo>
                    <a:pt x="78" y="10310"/>
                  </a:lnTo>
                  <a:lnTo>
                    <a:pt x="194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2" y="11353"/>
                  </a:lnTo>
                  <a:lnTo>
                    <a:pt x="2626" y="11430"/>
                  </a:lnTo>
                  <a:lnTo>
                    <a:pt x="3321" y="11507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7"/>
                  </a:lnTo>
                  <a:lnTo>
                    <a:pt x="6063" y="11430"/>
                  </a:lnTo>
                  <a:lnTo>
                    <a:pt x="6758" y="11314"/>
                  </a:lnTo>
                  <a:lnTo>
                    <a:pt x="7415" y="11160"/>
                  </a:lnTo>
                  <a:lnTo>
                    <a:pt x="8071" y="11005"/>
                  </a:lnTo>
                  <a:lnTo>
                    <a:pt x="8728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8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3"/>
                  </a:lnTo>
                  <a:lnTo>
                    <a:pt x="14018" y="6140"/>
                  </a:lnTo>
                  <a:lnTo>
                    <a:pt x="13941" y="5908"/>
                  </a:lnTo>
                  <a:lnTo>
                    <a:pt x="13863" y="5715"/>
                  </a:lnTo>
                  <a:lnTo>
                    <a:pt x="13748" y="5522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6"/>
                  </a:lnTo>
                  <a:lnTo>
                    <a:pt x="13091" y="5136"/>
                  </a:lnTo>
                  <a:lnTo>
                    <a:pt x="12821" y="3823"/>
                  </a:lnTo>
                  <a:lnTo>
                    <a:pt x="12512" y="2549"/>
                  </a:lnTo>
                  <a:lnTo>
                    <a:pt x="12164" y="1274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18"/>
            <p:cNvSpPr/>
            <p:nvPr/>
          </p:nvSpPr>
          <p:spPr>
            <a:xfrm>
              <a:off x="1307750" y="4498125"/>
              <a:ext cx="103325" cy="105250"/>
            </a:xfrm>
            <a:custGeom>
              <a:avLst/>
              <a:gdLst/>
              <a:ahLst/>
              <a:cxnLst/>
              <a:rect l="l" t="t" r="r" b="b"/>
              <a:pathLst>
                <a:path w="4133" h="4210" extrusionOk="0">
                  <a:moveTo>
                    <a:pt x="2317" y="348"/>
                  </a:moveTo>
                  <a:lnTo>
                    <a:pt x="2665" y="425"/>
                  </a:lnTo>
                  <a:lnTo>
                    <a:pt x="2819" y="502"/>
                  </a:lnTo>
                  <a:lnTo>
                    <a:pt x="2974" y="618"/>
                  </a:lnTo>
                  <a:lnTo>
                    <a:pt x="3128" y="734"/>
                  </a:lnTo>
                  <a:lnTo>
                    <a:pt x="3244" y="850"/>
                  </a:lnTo>
                  <a:lnTo>
                    <a:pt x="3360" y="1043"/>
                  </a:lnTo>
                  <a:lnTo>
                    <a:pt x="3476" y="1197"/>
                  </a:lnTo>
                  <a:lnTo>
                    <a:pt x="3514" y="1236"/>
                  </a:lnTo>
                  <a:lnTo>
                    <a:pt x="3630" y="1545"/>
                  </a:lnTo>
                  <a:lnTo>
                    <a:pt x="3707" y="1815"/>
                  </a:lnTo>
                  <a:lnTo>
                    <a:pt x="3746" y="2086"/>
                  </a:lnTo>
                  <a:lnTo>
                    <a:pt x="3746" y="2356"/>
                  </a:lnTo>
                  <a:lnTo>
                    <a:pt x="3707" y="2626"/>
                  </a:lnTo>
                  <a:lnTo>
                    <a:pt x="3630" y="2896"/>
                  </a:lnTo>
                  <a:lnTo>
                    <a:pt x="3514" y="3128"/>
                  </a:lnTo>
                  <a:lnTo>
                    <a:pt x="3283" y="3398"/>
                  </a:lnTo>
                  <a:lnTo>
                    <a:pt x="3012" y="3591"/>
                  </a:lnTo>
                  <a:lnTo>
                    <a:pt x="2703" y="3746"/>
                  </a:lnTo>
                  <a:lnTo>
                    <a:pt x="2356" y="3823"/>
                  </a:lnTo>
                  <a:lnTo>
                    <a:pt x="2008" y="3862"/>
                  </a:lnTo>
                  <a:lnTo>
                    <a:pt x="1661" y="3785"/>
                  </a:lnTo>
                  <a:lnTo>
                    <a:pt x="1313" y="3669"/>
                  </a:lnTo>
                  <a:lnTo>
                    <a:pt x="1004" y="3476"/>
                  </a:lnTo>
                  <a:lnTo>
                    <a:pt x="734" y="3244"/>
                  </a:lnTo>
                  <a:lnTo>
                    <a:pt x="579" y="2935"/>
                  </a:lnTo>
                  <a:lnTo>
                    <a:pt x="425" y="2665"/>
                  </a:lnTo>
                  <a:lnTo>
                    <a:pt x="386" y="2317"/>
                  </a:lnTo>
                  <a:lnTo>
                    <a:pt x="348" y="2008"/>
                  </a:lnTo>
                  <a:lnTo>
                    <a:pt x="386" y="1661"/>
                  </a:lnTo>
                  <a:lnTo>
                    <a:pt x="502" y="1352"/>
                  </a:lnTo>
                  <a:lnTo>
                    <a:pt x="657" y="1043"/>
                  </a:lnTo>
                  <a:lnTo>
                    <a:pt x="888" y="811"/>
                  </a:lnTo>
                  <a:lnTo>
                    <a:pt x="1197" y="580"/>
                  </a:lnTo>
                  <a:lnTo>
                    <a:pt x="1545" y="425"/>
                  </a:lnTo>
                  <a:lnTo>
                    <a:pt x="1931" y="348"/>
                  </a:lnTo>
                  <a:close/>
                  <a:moveTo>
                    <a:pt x="2201" y="0"/>
                  </a:moveTo>
                  <a:lnTo>
                    <a:pt x="1815" y="39"/>
                  </a:lnTo>
                  <a:lnTo>
                    <a:pt x="1468" y="116"/>
                  </a:lnTo>
                  <a:lnTo>
                    <a:pt x="1120" y="232"/>
                  </a:lnTo>
                  <a:lnTo>
                    <a:pt x="927" y="348"/>
                  </a:lnTo>
                  <a:lnTo>
                    <a:pt x="773" y="464"/>
                  </a:lnTo>
                  <a:lnTo>
                    <a:pt x="579" y="618"/>
                  </a:lnTo>
                  <a:lnTo>
                    <a:pt x="464" y="773"/>
                  </a:lnTo>
                  <a:lnTo>
                    <a:pt x="232" y="1159"/>
                  </a:lnTo>
                  <a:lnTo>
                    <a:pt x="78" y="1545"/>
                  </a:lnTo>
                  <a:lnTo>
                    <a:pt x="0" y="1970"/>
                  </a:lnTo>
                  <a:lnTo>
                    <a:pt x="0" y="2394"/>
                  </a:lnTo>
                  <a:lnTo>
                    <a:pt x="116" y="2858"/>
                  </a:lnTo>
                  <a:lnTo>
                    <a:pt x="193" y="3051"/>
                  </a:lnTo>
                  <a:lnTo>
                    <a:pt x="309" y="3244"/>
                  </a:lnTo>
                  <a:lnTo>
                    <a:pt x="579" y="3553"/>
                  </a:lnTo>
                  <a:lnTo>
                    <a:pt x="888" y="3823"/>
                  </a:lnTo>
                  <a:lnTo>
                    <a:pt x="1236" y="4016"/>
                  </a:lnTo>
                  <a:lnTo>
                    <a:pt x="1622" y="4171"/>
                  </a:lnTo>
                  <a:lnTo>
                    <a:pt x="2047" y="4209"/>
                  </a:lnTo>
                  <a:lnTo>
                    <a:pt x="2472" y="4209"/>
                  </a:lnTo>
                  <a:lnTo>
                    <a:pt x="2858" y="4093"/>
                  </a:lnTo>
                  <a:lnTo>
                    <a:pt x="3244" y="3939"/>
                  </a:lnTo>
                  <a:lnTo>
                    <a:pt x="3398" y="3823"/>
                  </a:lnTo>
                  <a:lnTo>
                    <a:pt x="3553" y="3669"/>
                  </a:lnTo>
                  <a:lnTo>
                    <a:pt x="3707" y="3514"/>
                  </a:lnTo>
                  <a:lnTo>
                    <a:pt x="3823" y="3321"/>
                  </a:lnTo>
                  <a:lnTo>
                    <a:pt x="4016" y="2935"/>
                  </a:lnTo>
                  <a:lnTo>
                    <a:pt x="4132" y="2510"/>
                  </a:lnTo>
                  <a:lnTo>
                    <a:pt x="4132" y="2047"/>
                  </a:lnTo>
                  <a:lnTo>
                    <a:pt x="4132" y="1854"/>
                  </a:lnTo>
                  <a:lnTo>
                    <a:pt x="4055" y="1622"/>
                  </a:lnTo>
                  <a:lnTo>
                    <a:pt x="4016" y="1429"/>
                  </a:lnTo>
                  <a:lnTo>
                    <a:pt x="3900" y="1236"/>
                  </a:lnTo>
                  <a:lnTo>
                    <a:pt x="3785" y="1082"/>
                  </a:lnTo>
                  <a:lnTo>
                    <a:pt x="3630" y="927"/>
                  </a:lnTo>
                  <a:lnTo>
                    <a:pt x="3591" y="888"/>
                  </a:lnTo>
                  <a:lnTo>
                    <a:pt x="3553" y="734"/>
                  </a:lnTo>
                  <a:lnTo>
                    <a:pt x="3437" y="580"/>
                  </a:lnTo>
                  <a:lnTo>
                    <a:pt x="3360" y="425"/>
                  </a:lnTo>
                  <a:lnTo>
                    <a:pt x="3244" y="348"/>
                  </a:lnTo>
                  <a:lnTo>
                    <a:pt x="3089" y="232"/>
                  </a:lnTo>
                  <a:lnTo>
                    <a:pt x="2935" y="155"/>
                  </a:lnTo>
                  <a:lnTo>
                    <a:pt x="2587" y="39"/>
                  </a:lnTo>
                  <a:lnTo>
                    <a:pt x="220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18"/>
            <p:cNvSpPr/>
            <p:nvPr/>
          </p:nvSpPr>
          <p:spPr>
            <a:xfrm>
              <a:off x="6468625" y="45261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8" y="618"/>
                  </a:moveTo>
                  <a:lnTo>
                    <a:pt x="5947" y="772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2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4" y="3900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0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6" y="2626"/>
                  </a:lnTo>
                  <a:lnTo>
                    <a:pt x="5368" y="1969"/>
                  </a:lnTo>
                  <a:lnTo>
                    <a:pt x="5368" y="618"/>
                  </a:lnTo>
                  <a:close/>
                  <a:moveTo>
                    <a:pt x="2781" y="888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6"/>
                  </a:lnTo>
                  <a:lnTo>
                    <a:pt x="1545" y="4286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7" y="3012"/>
                  </a:lnTo>
                  <a:lnTo>
                    <a:pt x="888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1" y="888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5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3" y="6294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6"/>
                  </a:lnTo>
                  <a:lnTo>
                    <a:pt x="2240" y="579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4"/>
                  </a:lnTo>
                  <a:lnTo>
                    <a:pt x="232" y="2780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3"/>
                  </a:lnTo>
                  <a:lnTo>
                    <a:pt x="39" y="4557"/>
                  </a:lnTo>
                  <a:lnTo>
                    <a:pt x="348" y="4595"/>
                  </a:lnTo>
                  <a:lnTo>
                    <a:pt x="386" y="4286"/>
                  </a:lnTo>
                  <a:lnTo>
                    <a:pt x="966" y="4518"/>
                  </a:lnTo>
                  <a:lnTo>
                    <a:pt x="1313" y="4595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79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4" y="3977"/>
                  </a:lnTo>
                  <a:lnTo>
                    <a:pt x="3012" y="3630"/>
                  </a:lnTo>
                  <a:lnTo>
                    <a:pt x="3012" y="2973"/>
                  </a:lnTo>
                  <a:lnTo>
                    <a:pt x="3128" y="772"/>
                  </a:lnTo>
                  <a:lnTo>
                    <a:pt x="3514" y="657"/>
                  </a:lnTo>
                  <a:lnTo>
                    <a:pt x="3939" y="579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8" y="579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8" y="3398"/>
                  </a:lnTo>
                  <a:lnTo>
                    <a:pt x="5175" y="3746"/>
                  </a:lnTo>
                  <a:lnTo>
                    <a:pt x="5213" y="3900"/>
                  </a:lnTo>
                  <a:lnTo>
                    <a:pt x="5291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6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6"/>
                  </a:lnTo>
                  <a:lnTo>
                    <a:pt x="7607" y="4209"/>
                  </a:lnTo>
                  <a:lnTo>
                    <a:pt x="8650" y="4093"/>
                  </a:lnTo>
                  <a:lnTo>
                    <a:pt x="8650" y="4479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7"/>
                  </a:lnTo>
                  <a:lnTo>
                    <a:pt x="8766" y="5097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1" y="4904"/>
                  </a:lnTo>
                  <a:lnTo>
                    <a:pt x="9384" y="4904"/>
                  </a:lnTo>
                  <a:lnTo>
                    <a:pt x="9809" y="4981"/>
                  </a:lnTo>
                  <a:lnTo>
                    <a:pt x="10195" y="5097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599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7"/>
                  </a:lnTo>
                  <a:lnTo>
                    <a:pt x="10697" y="6603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3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9" y="8997"/>
                  </a:lnTo>
                  <a:lnTo>
                    <a:pt x="12512" y="8997"/>
                  </a:lnTo>
                  <a:lnTo>
                    <a:pt x="12434" y="9075"/>
                  </a:lnTo>
                  <a:lnTo>
                    <a:pt x="12396" y="9113"/>
                  </a:lnTo>
                  <a:lnTo>
                    <a:pt x="12357" y="9190"/>
                  </a:lnTo>
                  <a:lnTo>
                    <a:pt x="11469" y="9306"/>
                  </a:lnTo>
                  <a:lnTo>
                    <a:pt x="11469" y="9692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4" y="9499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7"/>
                  </a:lnTo>
                  <a:lnTo>
                    <a:pt x="13168" y="8766"/>
                  </a:lnTo>
                  <a:lnTo>
                    <a:pt x="13168" y="8495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6" y="7182"/>
                  </a:lnTo>
                  <a:lnTo>
                    <a:pt x="12743" y="6680"/>
                  </a:lnTo>
                  <a:lnTo>
                    <a:pt x="12434" y="6217"/>
                  </a:lnTo>
                  <a:lnTo>
                    <a:pt x="12125" y="5792"/>
                  </a:lnTo>
                  <a:lnTo>
                    <a:pt x="11778" y="5445"/>
                  </a:lnTo>
                  <a:lnTo>
                    <a:pt x="11315" y="5097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5"/>
                  </a:lnTo>
                  <a:lnTo>
                    <a:pt x="9886" y="4479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7"/>
                  </a:lnTo>
                  <a:lnTo>
                    <a:pt x="9229" y="3514"/>
                  </a:lnTo>
                  <a:lnTo>
                    <a:pt x="9152" y="3089"/>
                  </a:lnTo>
                  <a:lnTo>
                    <a:pt x="8998" y="2665"/>
                  </a:lnTo>
                  <a:lnTo>
                    <a:pt x="8805" y="2278"/>
                  </a:lnTo>
                  <a:lnTo>
                    <a:pt x="8534" y="1931"/>
                  </a:lnTo>
                  <a:lnTo>
                    <a:pt x="8225" y="1583"/>
                  </a:lnTo>
                  <a:lnTo>
                    <a:pt x="7839" y="1274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5" y="193"/>
                  </a:lnTo>
                  <a:lnTo>
                    <a:pt x="5291" y="77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18"/>
            <p:cNvSpPr/>
            <p:nvPr/>
          </p:nvSpPr>
          <p:spPr>
            <a:xfrm>
              <a:off x="4200000" y="452900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1"/>
                  </a:lnTo>
                  <a:lnTo>
                    <a:pt x="0" y="7261"/>
                  </a:lnTo>
                  <a:lnTo>
                    <a:pt x="193" y="7261"/>
                  </a:lnTo>
                  <a:lnTo>
                    <a:pt x="425" y="5484"/>
                  </a:lnTo>
                  <a:lnTo>
                    <a:pt x="580" y="3669"/>
                  </a:lnTo>
                  <a:lnTo>
                    <a:pt x="695" y="1854"/>
                  </a:lnTo>
                  <a:lnTo>
                    <a:pt x="695" y="928"/>
                  </a:lnTo>
                  <a:lnTo>
                    <a:pt x="695" y="40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18"/>
            <p:cNvSpPr/>
            <p:nvPr/>
          </p:nvSpPr>
          <p:spPr>
            <a:xfrm>
              <a:off x="6500475" y="45396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6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3"/>
                  </a:lnTo>
                  <a:lnTo>
                    <a:pt x="9384" y="9654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39" y="10079"/>
                  </a:lnTo>
                  <a:lnTo>
                    <a:pt x="7608" y="9963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9" y="9346"/>
                  </a:lnTo>
                  <a:lnTo>
                    <a:pt x="6951" y="9075"/>
                  </a:lnTo>
                  <a:lnTo>
                    <a:pt x="6913" y="8805"/>
                  </a:lnTo>
                  <a:lnTo>
                    <a:pt x="6951" y="8535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4" y="7569"/>
                  </a:lnTo>
                  <a:lnTo>
                    <a:pt x="8148" y="7338"/>
                  </a:lnTo>
                  <a:lnTo>
                    <a:pt x="8226" y="7299"/>
                  </a:lnTo>
                  <a:close/>
                  <a:moveTo>
                    <a:pt x="2858" y="1"/>
                  </a:moveTo>
                  <a:lnTo>
                    <a:pt x="2665" y="39"/>
                  </a:lnTo>
                  <a:lnTo>
                    <a:pt x="2665" y="78"/>
                  </a:lnTo>
                  <a:lnTo>
                    <a:pt x="2626" y="1352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4" y="5098"/>
                  </a:lnTo>
                  <a:lnTo>
                    <a:pt x="2897" y="7492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2"/>
                  </a:lnTo>
                  <a:lnTo>
                    <a:pt x="3051" y="8766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7"/>
                  </a:lnTo>
                  <a:lnTo>
                    <a:pt x="773" y="9114"/>
                  </a:lnTo>
                  <a:lnTo>
                    <a:pt x="1545" y="9152"/>
                  </a:lnTo>
                  <a:lnTo>
                    <a:pt x="3128" y="9230"/>
                  </a:lnTo>
                  <a:lnTo>
                    <a:pt x="4828" y="9307"/>
                  </a:lnTo>
                  <a:lnTo>
                    <a:pt x="5677" y="9307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2" y="10311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20"/>
                  </a:lnTo>
                  <a:lnTo>
                    <a:pt x="9037" y="10543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3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9"/>
                  </a:lnTo>
                  <a:lnTo>
                    <a:pt x="10041" y="8071"/>
                  </a:lnTo>
                  <a:lnTo>
                    <a:pt x="9847" y="7762"/>
                  </a:lnTo>
                  <a:lnTo>
                    <a:pt x="9616" y="7492"/>
                  </a:lnTo>
                  <a:lnTo>
                    <a:pt x="9307" y="7260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7" y="6990"/>
                  </a:lnTo>
                  <a:lnTo>
                    <a:pt x="7724" y="7029"/>
                  </a:lnTo>
                  <a:lnTo>
                    <a:pt x="7415" y="7144"/>
                  </a:lnTo>
                  <a:lnTo>
                    <a:pt x="7144" y="7338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6" y="8805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8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6" y="8535"/>
                  </a:lnTo>
                  <a:lnTo>
                    <a:pt x="3206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5"/>
                  </a:lnTo>
                  <a:lnTo>
                    <a:pt x="3206" y="7338"/>
                  </a:lnTo>
                  <a:lnTo>
                    <a:pt x="3128" y="6449"/>
                  </a:lnTo>
                  <a:lnTo>
                    <a:pt x="3013" y="4326"/>
                  </a:lnTo>
                  <a:lnTo>
                    <a:pt x="2935" y="2202"/>
                  </a:lnTo>
                  <a:lnTo>
                    <a:pt x="2897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18"/>
            <p:cNvSpPr/>
            <p:nvPr/>
          </p:nvSpPr>
          <p:spPr>
            <a:xfrm>
              <a:off x="5490700" y="4546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79"/>
                  </a:lnTo>
                  <a:lnTo>
                    <a:pt x="0" y="1197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8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6"/>
                  </a:lnTo>
                  <a:lnTo>
                    <a:pt x="1970" y="5947"/>
                  </a:lnTo>
                  <a:lnTo>
                    <a:pt x="2433" y="6410"/>
                  </a:lnTo>
                  <a:lnTo>
                    <a:pt x="2974" y="6873"/>
                  </a:lnTo>
                  <a:lnTo>
                    <a:pt x="3514" y="7260"/>
                  </a:lnTo>
                  <a:lnTo>
                    <a:pt x="4094" y="7646"/>
                  </a:lnTo>
                  <a:lnTo>
                    <a:pt x="4712" y="7955"/>
                  </a:lnTo>
                  <a:lnTo>
                    <a:pt x="5329" y="8225"/>
                  </a:lnTo>
                  <a:lnTo>
                    <a:pt x="5986" y="8495"/>
                  </a:lnTo>
                  <a:lnTo>
                    <a:pt x="6642" y="8688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3"/>
                  </a:lnTo>
                  <a:lnTo>
                    <a:pt x="10774" y="9075"/>
                  </a:lnTo>
                  <a:lnTo>
                    <a:pt x="11392" y="8997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1"/>
                  </a:lnTo>
                  <a:lnTo>
                    <a:pt x="14018" y="8379"/>
                  </a:lnTo>
                  <a:lnTo>
                    <a:pt x="14636" y="8148"/>
                  </a:lnTo>
                  <a:lnTo>
                    <a:pt x="15253" y="7877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0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4"/>
                  </a:lnTo>
                  <a:lnTo>
                    <a:pt x="19076" y="4286"/>
                  </a:lnTo>
                  <a:lnTo>
                    <a:pt x="19347" y="3668"/>
                  </a:lnTo>
                  <a:lnTo>
                    <a:pt x="19115" y="3630"/>
                  </a:lnTo>
                  <a:lnTo>
                    <a:pt x="18767" y="4170"/>
                  </a:lnTo>
                  <a:lnTo>
                    <a:pt x="18420" y="4634"/>
                  </a:lnTo>
                  <a:lnTo>
                    <a:pt x="18034" y="5097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0"/>
                  </a:lnTo>
                  <a:lnTo>
                    <a:pt x="15755" y="7028"/>
                  </a:lnTo>
                  <a:lnTo>
                    <a:pt x="15215" y="7298"/>
                  </a:lnTo>
                  <a:lnTo>
                    <a:pt x="14713" y="7569"/>
                  </a:lnTo>
                  <a:lnTo>
                    <a:pt x="14134" y="7800"/>
                  </a:lnTo>
                  <a:lnTo>
                    <a:pt x="13593" y="8032"/>
                  </a:lnTo>
                  <a:lnTo>
                    <a:pt x="13014" y="8186"/>
                  </a:lnTo>
                  <a:lnTo>
                    <a:pt x="12434" y="8341"/>
                  </a:lnTo>
                  <a:lnTo>
                    <a:pt x="11817" y="8457"/>
                  </a:lnTo>
                  <a:lnTo>
                    <a:pt x="11199" y="8534"/>
                  </a:lnTo>
                  <a:lnTo>
                    <a:pt x="10504" y="8611"/>
                  </a:lnTo>
                  <a:lnTo>
                    <a:pt x="9114" y="8611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2"/>
                  </a:lnTo>
                  <a:lnTo>
                    <a:pt x="6333" y="8109"/>
                  </a:lnTo>
                  <a:lnTo>
                    <a:pt x="5638" y="7877"/>
                  </a:lnTo>
                  <a:lnTo>
                    <a:pt x="5020" y="7607"/>
                  </a:lnTo>
                  <a:lnTo>
                    <a:pt x="4364" y="7260"/>
                  </a:lnTo>
                  <a:lnTo>
                    <a:pt x="3785" y="6912"/>
                  </a:lnTo>
                  <a:lnTo>
                    <a:pt x="3206" y="6487"/>
                  </a:lnTo>
                  <a:lnTo>
                    <a:pt x="2704" y="6063"/>
                  </a:lnTo>
                  <a:lnTo>
                    <a:pt x="2202" y="5561"/>
                  </a:lnTo>
                  <a:lnTo>
                    <a:pt x="1777" y="4981"/>
                  </a:lnTo>
                  <a:lnTo>
                    <a:pt x="1391" y="4402"/>
                  </a:lnTo>
                  <a:lnTo>
                    <a:pt x="1120" y="3900"/>
                  </a:lnTo>
                  <a:lnTo>
                    <a:pt x="850" y="3360"/>
                  </a:lnTo>
                  <a:lnTo>
                    <a:pt x="696" y="2858"/>
                  </a:lnTo>
                  <a:lnTo>
                    <a:pt x="541" y="2278"/>
                  </a:lnTo>
                  <a:lnTo>
                    <a:pt x="425" y="1738"/>
                  </a:lnTo>
                  <a:lnTo>
                    <a:pt x="387" y="1158"/>
                  </a:lnTo>
                  <a:lnTo>
                    <a:pt x="387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18"/>
            <p:cNvSpPr/>
            <p:nvPr/>
          </p:nvSpPr>
          <p:spPr>
            <a:xfrm>
              <a:off x="5576625" y="4556050"/>
              <a:ext cx="35725" cy="28975"/>
            </a:xfrm>
            <a:custGeom>
              <a:avLst/>
              <a:gdLst/>
              <a:ahLst/>
              <a:cxnLst/>
              <a:rect l="l" t="t" r="r" b="b"/>
              <a:pathLst>
                <a:path w="1429" h="1159" extrusionOk="0">
                  <a:moveTo>
                    <a:pt x="502" y="0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6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1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4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2"/>
                  </a:lnTo>
                  <a:lnTo>
                    <a:pt x="425" y="579"/>
                  </a:lnTo>
                  <a:lnTo>
                    <a:pt x="541" y="425"/>
                  </a:lnTo>
                  <a:lnTo>
                    <a:pt x="618" y="386"/>
                  </a:lnTo>
                  <a:lnTo>
                    <a:pt x="773" y="386"/>
                  </a:lnTo>
                  <a:lnTo>
                    <a:pt x="850" y="425"/>
                  </a:lnTo>
                  <a:lnTo>
                    <a:pt x="966" y="579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6" y="927"/>
                  </a:lnTo>
                  <a:lnTo>
                    <a:pt x="966" y="1004"/>
                  </a:lnTo>
                  <a:lnTo>
                    <a:pt x="966" y="1081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5" y="1120"/>
                  </a:lnTo>
                  <a:lnTo>
                    <a:pt x="1313" y="1081"/>
                  </a:lnTo>
                  <a:lnTo>
                    <a:pt x="1390" y="888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3"/>
                  </a:lnTo>
                  <a:lnTo>
                    <a:pt x="1043" y="77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18"/>
            <p:cNvSpPr/>
            <p:nvPr/>
          </p:nvSpPr>
          <p:spPr>
            <a:xfrm>
              <a:off x="5523525" y="45599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2"/>
                  </a:lnTo>
                  <a:lnTo>
                    <a:pt x="78" y="966"/>
                  </a:lnTo>
                  <a:lnTo>
                    <a:pt x="232" y="1082"/>
                  </a:lnTo>
                  <a:lnTo>
                    <a:pt x="387" y="1198"/>
                  </a:lnTo>
                  <a:lnTo>
                    <a:pt x="464" y="1198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5"/>
                  </a:lnTo>
                  <a:lnTo>
                    <a:pt x="387" y="927"/>
                  </a:lnTo>
                  <a:lnTo>
                    <a:pt x="348" y="812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7" y="503"/>
                  </a:lnTo>
                  <a:lnTo>
                    <a:pt x="464" y="464"/>
                  </a:lnTo>
                  <a:lnTo>
                    <a:pt x="541" y="387"/>
                  </a:lnTo>
                  <a:lnTo>
                    <a:pt x="773" y="387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2" y="1043"/>
                  </a:lnTo>
                  <a:lnTo>
                    <a:pt x="1159" y="1082"/>
                  </a:lnTo>
                  <a:lnTo>
                    <a:pt x="1197" y="1082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7"/>
                  </a:lnTo>
                  <a:lnTo>
                    <a:pt x="1159" y="232"/>
                  </a:lnTo>
                  <a:lnTo>
                    <a:pt x="1004" y="78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18"/>
            <p:cNvSpPr/>
            <p:nvPr/>
          </p:nvSpPr>
          <p:spPr>
            <a:xfrm>
              <a:off x="4050375" y="4567625"/>
              <a:ext cx="30900" cy="168975"/>
            </a:xfrm>
            <a:custGeom>
              <a:avLst/>
              <a:gdLst/>
              <a:ahLst/>
              <a:cxnLst/>
              <a:rect l="l" t="t" r="r" b="b"/>
              <a:pathLst>
                <a:path w="1236" h="6759" extrusionOk="0">
                  <a:moveTo>
                    <a:pt x="1120" y="1"/>
                  </a:moveTo>
                  <a:lnTo>
                    <a:pt x="1081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9"/>
                  </a:lnTo>
                  <a:lnTo>
                    <a:pt x="116" y="5059"/>
                  </a:lnTo>
                  <a:lnTo>
                    <a:pt x="0" y="6720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2" y="3515"/>
                  </a:lnTo>
                  <a:lnTo>
                    <a:pt x="965" y="1854"/>
                  </a:lnTo>
                  <a:lnTo>
                    <a:pt x="1081" y="232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18"/>
            <p:cNvSpPr/>
            <p:nvPr/>
          </p:nvSpPr>
          <p:spPr>
            <a:xfrm>
              <a:off x="4077400" y="4569550"/>
              <a:ext cx="121650" cy="144850"/>
            </a:xfrm>
            <a:custGeom>
              <a:avLst/>
              <a:gdLst/>
              <a:ahLst/>
              <a:cxnLst/>
              <a:rect l="l" t="t" r="r" b="b"/>
              <a:pathLst>
                <a:path w="4866" h="5794" extrusionOk="0">
                  <a:moveTo>
                    <a:pt x="155" y="1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6"/>
                  </a:lnTo>
                  <a:lnTo>
                    <a:pt x="2896" y="3631"/>
                  </a:lnTo>
                  <a:lnTo>
                    <a:pt x="3476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6"/>
                  </a:lnTo>
                  <a:lnTo>
                    <a:pt x="4866" y="5639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8" y="1352"/>
                  </a:lnTo>
                  <a:lnTo>
                    <a:pt x="811" y="65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18"/>
            <p:cNvSpPr/>
            <p:nvPr/>
          </p:nvSpPr>
          <p:spPr>
            <a:xfrm>
              <a:off x="3931625" y="457727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1"/>
                  </a:moveTo>
                  <a:lnTo>
                    <a:pt x="0" y="78"/>
                  </a:lnTo>
                  <a:lnTo>
                    <a:pt x="194" y="927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6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9"/>
                  </a:lnTo>
                  <a:lnTo>
                    <a:pt x="1931" y="6140"/>
                  </a:lnTo>
                  <a:lnTo>
                    <a:pt x="2086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4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18"/>
            <p:cNvSpPr/>
            <p:nvPr/>
          </p:nvSpPr>
          <p:spPr>
            <a:xfrm>
              <a:off x="3941275" y="457920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1" y="40"/>
                  </a:lnTo>
                  <a:lnTo>
                    <a:pt x="1970" y="3206"/>
                  </a:lnTo>
                  <a:lnTo>
                    <a:pt x="4055" y="6334"/>
                  </a:lnTo>
                  <a:lnTo>
                    <a:pt x="4055" y="6334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3"/>
                  </a:lnTo>
                  <a:lnTo>
                    <a:pt x="3708" y="6720"/>
                  </a:lnTo>
                  <a:lnTo>
                    <a:pt x="4132" y="6797"/>
                  </a:lnTo>
                  <a:lnTo>
                    <a:pt x="4596" y="6836"/>
                  </a:lnTo>
                  <a:lnTo>
                    <a:pt x="5484" y="6836"/>
                  </a:lnTo>
                  <a:lnTo>
                    <a:pt x="6372" y="6759"/>
                  </a:lnTo>
                  <a:lnTo>
                    <a:pt x="7299" y="6643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9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5"/>
                  </a:lnTo>
                  <a:lnTo>
                    <a:pt x="13863" y="2125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1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3"/>
                  </a:lnTo>
                  <a:lnTo>
                    <a:pt x="10349" y="5253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6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8" y="6334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7"/>
                  </a:lnTo>
                  <a:lnTo>
                    <a:pt x="3399" y="4635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18"/>
            <p:cNvSpPr/>
            <p:nvPr/>
          </p:nvSpPr>
          <p:spPr>
            <a:xfrm>
              <a:off x="6364350" y="46361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2" y="39"/>
                  </a:lnTo>
                  <a:lnTo>
                    <a:pt x="2781" y="77"/>
                  </a:lnTo>
                  <a:lnTo>
                    <a:pt x="2511" y="193"/>
                  </a:lnTo>
                  <a:lnTo>
                    <a:pt x="2241" y="309"/>
                  </a:lnTo>
                  <a:lnTo>
                    <a:pt x="2009" y="425"/>
                  </a:lnTo>
                  <a:lnTo>
                    <a:pt x="1739" y="579"/>
                  </a:lnTo>
                  <a:lnTo>
                    <a:pt x="1507" y="773"/>
                  </a:lnTo>
                  <a:lnTo>
                    <a:pt x="1121" y="1197"/>
                  </a:lnTo>
                  <a:lnTo>
                    <a:pt x="735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8"/>
                  </a:lnTo>
                  <a:lnTo>
                    <a:pt x="40" y="3746"/>
                  </a:lnTo>
                  <a:lnTo>
                    <a:pt x="1" y="4055"/>
                  </a:lnTo>
                  <a:lnTo>
                    <a:pt x="1" y="4402"/>
                  </a:lnTo>
                  <a:lnTo>
                    <a:pt x="40" y="4673"/>
                  </a:lnTo>
                  <a:lnTo>
                    <a:pt x="117" y="4904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5" y="5252"/>
                  </a:lnTo>
                  <a:lnTo>
                    <a:pt x="966" y="5290"/>
                  </a:lnTo>
                  <a:lnTo>
                    <a:pt x="1700" y="5290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5" y="4711"/>
                  </a:lnTo>
                  <a:lnTo>
                    <a:pt x="580" y="4595"/>
                  </a:lnTo>
                  <a:lnTo>
                    <a:pt x="542" y="4441"/>
                  </a:lnTo>
                  <a:lnTo>
                    <a:pt x="542" y="4248"/>
                  </a:lnTo>
                  <a:lnTo>
                    <a:pt x="542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8"/>
                  </a:lnTo>
                  <a:lnTo>
                    <a:pt x="2627" y="695"/>
                  </a:lnTo>
                  <a:lnTo>
                    <a:pt x="3090" y="579"/>
                  </a:lnTo>
                  <a:lnTo>
                    <a:pt x="3592" y="541"/>
                  </a:lnTo>
                  <a:lnTo>
                    <a:pt x="4094" y="579"/>
                  </a:lnTo>
                  <a:lnTo>
                    <a:pt x="4249" y="541"/>
                  </a:lnTo>
                  <a:lnTo>
                    <a:pt x="4326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3"/>
                  </a:lnTo>
                  <a:lnTo>
                    <a:pt x="4210" y="155"/>
                  </a:lnTo>
                  <a:lnTo>
                    <a:pt x="3940" y="77"/>
                  </a:lnTo>
                  <a:lnTo>
                    <a:pt x="3631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18"/>
            <p:cNvSpPr/>
            <p:nvPr/>
          </p:nvSpPr>
          <p:spPr>
            <a:xfrm>
              <a:off x="5052425" y="4653550"/>
              <a:ext cx="61800" cy="89800"/>
            </a:xfrm>
            <a:custGeom>
              <a:avLst/>
              <a:gdLst/>
              <a:ahLst/>
              <a:cxnLst/>
              <a:rect l="l" t="t" r="r" b="b"/>
              <a:pathLst>
                <a:path w="2472" h="3592" extrusionOk="0">
                  <a:moveTo>
                    <a:pt x="1082" y="0"/>
                  </a:moveTo>
                  <a:lnTo>
                    <a:pt x="1004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5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699"/>
                  </a:lnTo>
                  <a:lnTo>
                    <a:pt x="1931" y="1931"/>
                  </a:lnTo>
                  <a:lnTo>
                    <a:pt x="1931" y="2163"/>
                  </a:lnTo>
                  <a:lnTo>
                    <a:pt x="1931" y="2433"/>
                  </a:lnTo>
                  <a:lnTo>
                    <a:pt x="1815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0" y="3128"/>
                  </a:lnTo>
                  <a:lnTo>
                    <a:pt x="1197" y="3128"/>
                  </a:lnTo>
                  <a:lnTo>
                    <a:pt x="1043" y="3089"/>
                  </a:lnTo>
                  <a:lnTo>
                    <a:pt x="927" y="3012"/>
                  </a:lnTo>
                  <a:lnTo>
                    <a:pt x="850" y="2896"/>
                  </a:lnTo>
                  <a:lnTo>
                    <a:pt x="811" y="2742"/>
                  </a:lnTo>
                  <a:lnTo>
                    <a:pt x="850" y="2587"/>
                  </a:lnTo>
                  <a:lnTo>
                    <a:pt x="927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0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5" y="1468"/>
                  </a:lnTo>
                  <a:lnTo>
                    <a:pt x="193" y="1313"/>
                  </a:lnTo>
                  <a:lnTo>
                    <a:pt x="0" y="1622"/>
                  </a:lnTo>
                  <a:lnTo>
                    <a:pt x="271" y="1892"/>
                  </a:lnTo>
                  <a:lnTo>
                    <a:pt x="580" y="2124"/>
                  </a:lnTo>
                  <a:lnTo>
                    <a:pt x="425" y="2356"/>
                  </a:lnTo>
                  <a:lnTo>
                    <a:pt x="348" y="2626"/>
                  </a:lnTo>
                  <a:lnTo>
                    <a:pt x="309" y="2896"/>
                  </a:lnTo>
                  <a:lnTo>
                    <a:pt x="348" y="3051"/>
                  </a:lnTo>
                  <a:lnTo>
                    <a:pt x="425" y="3167"/>
                  </a:lnTo>
                  <a:lnTo>
                    <a:pt x="541" y="3321"/>
                  </a:lnTo>
                  <a:lnTo>
                    <a:pt x="695" y="3476"/>
                  </a:lnTo>
                  <a:lnTo>
                    <a:pt x="888" y="3553"/>
                  </a:lnTo>
                  <a:lnTo>
                    <a:pt x="1082" y="3591"/>
                  </a:lnTo>
                  <a:lnTo>
                    <a:pt x="1275" y="3591"/>
                  </a:lnTo>
                  <a:lnTo>
                    <a:pt x="1506" y="3553"/>
                  </a:lnTo>
                  <a:lnTo>
                    <a:pt x="1699" y="3514"/>
                  </a:lnTo>
                  <a:lnTo>
                    <a:pt x="1854" y="3398"/>
                  </a:lnTo>
                  <a:lnTo>
                    <a:pt x="2047" y="3244"/>
                  </a:lnTo>
                  <a:lnTo>
                    <a:pt x="2201" y="3051"/>
                  </a:lnTo>
                  <a:lnTo>
                    <a:pt x="2317" y="2858"/>
                  </a:lnTo>
                  <a:lnTo>
                    <a:pt x="2394" y="2665"/>
                  </a:lnTo>
                  <a:lnTo>
                    <a:pt x="2433" y="2472"/>
                  </a:lnTo>
                  <a:lnTo>
                    <a:pt x="2472" y="2240"/>
                  </a:lnTo>
                  <a:lnTo>
                    <a:pt x="2433" y="2008"/>
                  </a:lnTo>
                  <a:lnTo>
                    <a:pt x="2394" y="1815"/>
                  </a:lnTo>
                  <a:lnTo>
                    <a:pt x="2317" y="1583"/>
                  </a:lnTo>
                  <a:lnTo>
                    <a:pt x="2201" y="1390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6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18"/>
            <p:cNvSpPr/>
            <p:nvPr/>
          </p:nvSpPr>
          <p:spPr>
            <a:xfrm>
              <a:off x="6613425" y="4670925"/>
              <a:ext cx="26100" cy="11600"/>
            </a:xfrm>
            <a:custGeom>
              <a:avLst/>
              <a:gdLst/>
              <a:ahLst/>
              <a:cxnLst/>
              <a:rect l="l" t="t" r="r" b="b"/>
              <a:pathLst>
                <a:path w="1044" h="464" extrusionOk="0">
                  <a:moveTo>
                    <a:pt x="773" y="0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3"/>
                  </a:lnTo>
                  <a:lnTo>
                    <a:pt x="39" y="232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18"/>
            <p:cNvSpPr/>
            <p:nvPr/>
          </p:nvSpPr>
          <p:spPr>
            <a:xfrm>
              <a:off x="6514950" y="46767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6" y="0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39" y="77"/>
                  </a:lnTo>
                  <a:lnTo>
                    <a:pt x="1" y="193"/>
                  </a:lnTo>
                  <a:lnTo>
                    <a:pt x="39" y="270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0"/>
                  </a:lnTo>
                  <a:lnTo>
                    <a:pt x="850" y="193"/>
                  </a:lnTo>
                  <a:lnTo>
                    <a:pt x="812" y="77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18"/>
            <p:cNvSpPr/>
            <p:nvPr/>
          </p:nvSpPr>
          <p:spPr>
            <a:xfrm>
              <a:off x="4656625" y="46776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89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8" y="3553"/>
                  </a:lnTo>
                  <a:lnTo>
                    <a:pt x="12434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8"/>
                  </a:lnTo>
                  <a:lnTo>
                    <a:pt x="12009" y="3128"/>
                  </a:lnTo>
                  <a:lnTo>
                    <a:pt x="11932" y="3206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40" y="4171"/>
                  </a:lnTo>
                  <a:lnTo>
                    <a:pt x="9615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2" y="4171"/>
                  </a:lnTo>
                  <a:lnTo>
                    <a:pt x="5368" y="4017"/>
                  </a:lnTo>
                  <a:lnTo>
                    <a:pt x="4595" y="3708"/>
                  </a:lnTo>
                  <a:lnTo>
                    <a:pt x="3900" y="3283"/>
                  </a:lnTo>
                  <a:lnTo>
                    <a:pt x="3205" y="2820"/>
                  </a:lnTo>
                  <a:lnTo>
                    <a:pt x="2587" y="2318"/>
                  </a:lnTo>
                  <a:lnTo>
                    <a:pt x="1970" y="1777"/>
                  </a:lnTo>
                  <a:lnTo>
                    <a:pt x="1390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18"/>
            <p:cNvSpPr/>
            <p:nvPr/>
          </p:nvSpPr>
          <p:spPr>
            <a:xfrm>
              <a:off x="4964575" y="4684425"/>
              <a:ext cx="92700" cy="135200"/>
            </a:xfrm>
            <a:custGeom>
              <a:avLst/>
              <a:gdLst/>
              <a:ahLst/>
              <a:cxnLst/>
              <a:rect l="l" t="t" r="r" b="b"/>
              <a:pathLst>
                <a:path w="3708" h="5408" extrusionOk="0">
                  <a:moveTo>
                    <a:pt x="3398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2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7"/>
                  </a:lnTo>
                  <a:lnTo>
                    <a:pt x="1777" y="1430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2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4" y="2086"/>
                  </a:lnTo>
                  <a:lnTo>
                    <a:pt x="889" y="2125"/>
                  </a:lnTo>
                  <a:lnTo>
                    <a:pt x="850" y="2163"/>
                  </a:lnTo>
                  <a:lnTo>
                    <a:pt x="811" y="2241"/>
                  </a:lnTo>
                  <a:lnTo>
                    <a:pt x="811" y="2356"/>
                  </a:lnTo>
                  <a:lnTo>
                    <a:pt x="811" y="2434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7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1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8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4"/>
                  </a:lnTo>
                  <a:lnTo>
                    <a:pt x="1082" y="4944"/>
                  </a:lnTo>
                  <a:lnTo>
                    <a:pt x="889" y="4866"/>
                  </a:lnTo>
                  <a:lnTo>
                    <a:pt x="773" y="4751"/>
                  </a:lnTo>
                  <a:lnTo>
                    <a:pt x="695" y="4596"/>
                  </a:lnTo>
                  <a:lnTo>
                    <a:pt x="657" y="4442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3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7" y="3669"/>
                  </a:lnTo>
                  <a:lnTo>
                    <a:pt x="116" y="2936"/>
                  </a:lnTo>
                  <a:lnTo>
                    <a:pt x="0" y="3283"/>
                  </a:lnTo>
                  <a:lnTo>
                    <a:pt x="657" y="3785"/>
                  </a:lnTo>
                  <a:lnTo>
                    <a:pt x="502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9"/>
                  </a:lnTo>
                  <a:lnTo>
                    <a:pt x="193" y="4403"/>
                  </a:lnTo>
                  <a:lnTo>
                    <a:pt x="193" y="4558"/>
                  </a:lnTo>
                  <a:lnTo>
                    <a:pt x="193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3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7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5"/>
                  </a:lnTo>
                  <a:lnTo>
                    <a:pt x="2510" y="4442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7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2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6" y="2202"/>
                  </a:lnTo>
                  <a:lnTo>
                    <a:pt x="1275" y="2125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3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2"/>
                  </a:lnTo>
                  <a:lnTo>
                    <a:pt x="3514" y="387"/>
                  </a:lnTo>
                  <a:lnTo>
                    <a:pt x="3707" y="78"/>
                  </a:lnTo>
                  <a:lnTo>
                    <a:pt x="351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18"/>
            <p:cNvSpPr/>
            <p:nvPr/>
          </p:nvSpPr>
          <p:spPr>
            <a:xfrm>
              <a:off x="6406825" y="4717250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619"/>
                  </a:lnTo>
                  <a:lnTo>
                    <a:pt x="2550" y="696"/>
                  </a:lnTo>
                  <a:lnTo>
                    <a:pt x="2743" y="812"/>
                  </a:lnTo>
                  <a:lnTo>
                    <a:pt x="2936" y="966"/>
                  </a:lnTo>
                  <a:lnTo>
                    <a:pt x="3090" y="1198"/>
                  </a:lnTo>
                  <a:lnTo>
                    <a:pt x="3206" y="1430"/>
                  </a:lnTo>
                  <a:lnTo>
                    <a:pt x="3245" y="1700"/>
                  </a:lnTo>
                  <a:lnTo>
                    <a:pt x="3245" y="1970"/>
                  </a:lnTo>
                  <a:lnTo>
                    <a:pt x="3206" y="2202"/>
                  </a:lnTo>
                  <a:lnTo>
                    <a:pt x="3090" y="2472"/>
                  </a:lnTo>
                  <a:lnTo>
                    <a:pt x="2974" y="2665"/>
                  </a:lnTo>
                  <a:lnTo>
                    <a:pt x="2781" y="2897"/>
                  </a:lnTo>
                  <a:lnTo>
                    <a:pt x="2588" y="3051"/>
                  </a:lnTo>
                  <a:lnTo>
                    <a:pt x="2357" y="3167"/>
                  </a:lnTo>
                  <a:lnTo>
                    <a:pt x="2086" y="3245"/>
                  </a:lnTo>
                  <a:lnTo>
                    <a:pt x="1777" y="3245"/>
                  </a:lnTo>
                  <a:lnTo>
                    <a:pt x="1507" y="3167"/>
                  </a:lnTo>
                  <a:lnTo>
                    <a:pt x="1237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4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5" y="1121"/>
                  </a:lnTo>
                  <a:lnTo>
                    <a:pt x="928" y="928"/>
                  </a:lnTo>
                  <a:lnTo>
                    <a:pt x="1121" y="735"/>
                  </a:lnTo>
                  <a:lnTo>
                    <a:pt x="1353" y="580"/>
                  </a:lnTo>
                  <a:lnTo>
                    <a:pt x="1584" y="464"/>
                  </a:lnTo>
                  <a:close/>
                  <a:moveTo>
                    <a:pt x="1893" y="1"/>
                  </a:moveTo>
                  <a:lnTo>
                    <a:pt x="1700" y="39"/>
                  </a:lnTo>
                  <a:lnTo>
                    <a:pt x="1546" y="78"/>
                  </a:lnTo>
                  <a:lnTo>
                    <a:pt x="1353" y="155"/>
                  </a:lnTo>
                  <a:lnTo>
                    <a:pt x="1314" y="194"/>
                  </a:lnTo>
                  <a:lnTo>
                    <a:pt x="1082" y="271"/>
                  </a:lnTo>
                  <a:lnTo>
                    <a:pt x="851" y="387"/>
                  </a:lnTo>
                  <a:lnTo>
                    <a:pt x="619" y="580"/>
                  </a:lnTo>
                  <a:lnTo>
                    <a:pt x="426" y="773"/>
                  </a:lnTo>
                  <a:lnTo>
                    <a:pt x="271" y="966"/>
                  </a:lnTo>
                  <a:lnTo>
                    <a:pt x="155" y="1237"/>
                  </a:lnTo>
                  <a:lnTo>
                    <a:pt x="78" y="1468"/>
                  </a:lnTo>
                  <a:lnTo>
                    <a:pt x="1" y="1739"/>
                  </a:lnTo>
                  <a:lnTo>
                    <a:pt x="1" y="2047"/>
                  </a:lnTo>
                  <a:lnTo>
                    <a:pt x="40" y="2125"/>
                  </a:lnTo>
                  <a:lnTo>
                    <a:pt x="40" y="2318"/>
                  </a:lnTo>
                  <a:lnTo>
                    <a:pt x="117" y="2511"/>
                  </a:lnTo>
                  <a:lnTo>
                    <a:pt x="310" y="2858"/>
                  </a:lnTo>
                  <a:lnTo>
                    <a:pt x="542" y="3167"/>
                  </a:lnTo>
                  <a:lnTo>
                    <a:pt x="851" y="3399"/>
                  </a:lnTo>
                  <a:lnTo>
                    <a:pt x="1198" y="3592"/>
                  </a:lnTo>
                  <a:lnTo>
                    <a:pt x="1584" y="3708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7" y="3669"/>
                  </a:lnTo>
                  <a:lnTo>
                    <a:pt x="2627" y="3592"/>
                  </a:lnTo>
                  <a:lnTo>
                    <a:pt x="2897" y="3438"/>
                  </a:lnTo>
                  <a:lnTo>
                    <a:pt x="3129" y="3245"/>
                  </a:lnTo>
                  <a:lnTo>
                    <a:pt x="3322" y="3013"/>
                  </a:lnTo>
                  <a:lnTo>
                    <a:pt x="3476" y="2781"/>
                  </a:lnTo>
                  <a:lnTo>
                    <a:pt x="3631" y="2511"/>
                  </a:lnTo>
                  <a:lnTo>
                    <a:pt x="3708" y="2202"/>
                  </a:lnTo>
                  <a:lnTo>
                    <a:pt x="3747" y="1932"/>
                  </a:lnTo>
                  <a:lnTo>
                    <a:pt x="3747" y="1584"/>
                  </a:lnTo>
                  <a:lnTo>
                    <a:pt x="3669" y="1314"/>
                  </a:lnTo>
                  <a:lnTo>
                    <a:pt x="3515" y="1005"/>
                  </a:lnTo>
                  <a:lnTo>
                    <a:pt x="3322" y="696"/>
                  </a:lnTo>
                  <a:lnTo>
                    <a:pt x="3052" y="426"/>
                  </a:lnTo>
                  <a:lnTo>
                    <a:pt x="2743" y="233"/>
                  </a:lnTo>
                  <a:lnTo>
                    <a:pt x="2395" y="7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18"/>
            <p:cNvSpPr/>
            <p:nvPr/>
          </p:nvSpPr>
          <p:spPr>
            <a:xfrm>
              <a:off x="2332000" y="4749125"/>
              <a:ext cx="326325" cy="58900"/>
            </a:xfrm>
            <a:custGeom>
              <a:avLst/>
              <a:gdLst/>
              <a:ahLst/>
              <a:cxnLst/>
              <a:rect l="l" t="t" r="r" b="b"/>
              <a:pathLst>
                <a:path w="13053" h="2356" extrusionOk="0">
                  <a:moveTo>
                    <a:pt x="12782" y="0"/>
                  </a:moveTo>
                  <a:lnTo>
                    <a:pt x="12705" y="39"/>
                  </a:lnTo>
                  <a:lnTo>
                    <a:pt x="12628" y="116"/>
                  </a:lnTo>
                  <a:lnTo>
                    <a:pt x="12589" y="193"/>
                  </a:lnTo>
                  <a:lnTo>
                    <a:pt x="12589" y="309"/>
                  </a:lnTo>
                  <a:lnTo>
                    <a:pt x="12589" y="502"/>
                  </a:lnTo>
                  <a:lnTo>
                    <a:pt x="12550" y="657"/>
                  </a:lnTo>
                  <a:lnTo>
                    <a:pt x="12435" y="811"/>
                  </a:lnTo>
                  <a:lnTo>
                    <a:pt x="12319" y="966"/>
                  </a:lnTo>
                  <a:lnTo>
                    <a:pt x="12164" y="1081"/>
                  </a:lnTo>
                  <a:lnTo>
                    <a:pt x="11971" y="1159"/>
                  </a:lnTo>
                  <a:lnTo>
                    <a:pt x="11546" y="1313"/>
                  </a:lnTo>
                  <a:lnTo>
                    <a:pt x="11083" y="1429"/>
                  </a:lnTo>
                  <a:lnTo>
                    <a:pt x="10581" y="1506"/>
                  </a:lnTo>
                  <a:lnTo>
                    <a:pt x="9847" y="1583"/>
                  </a:lnTo>
                  <a:lnTo>
                    <a:pt x="9423" y="1622"/>
                  </a:lnTo>
                  <a:lnTo>
                    <a:pt x="9423" y="1545"/>
                  </a:lnTo>
                  <a:lnTo>
                    <a:pt x="9423" y="1468"/>
                  </a:lnTo>
                  <a:lnTo>
                    <a:pt x="9152" y="888"/>
                  </a:lnTo>
                  <a:lnTo>
                    <a:pt x="8959" y="270"/>
                  </a:lnTo>
                  <a:lnTo>
                    <a:pt x="8612" y="386"/>
                  </a:lnTo>
                  <a:lnTo>
                    <a:pt x="8650" y="695"/>
                  </a:lnTo>
                  <a:lnTo>
                    <a:pt x="8728" y="1043"/>
                  </a:lnTo>
                  <a:lnTo>
                    <a:pt x="8843" y="1390"/>
                  </a:lnTo>
                  <a:lnTo>
                    <a:pt x="8998" y="1661"/>
                  </a:lnTo>
                  <a:lnTo>
                    <a:pt x="7839" y="1776"/>
                  </a:lnTo>
                  <a:lnTo>
                    <a:pt x="6681" y="1854"/>
                  </a:lnTo>
                  <a:lnTo>
                    <a:pt x="5252" y="1892"/>
                  </a:lnTo>
                  <a:lnTo>
                    <a:pt x="3862" y="1854"/>
                  </a:lnTo>
                  <a:lnTo>
                    <a:pt x="3592" y="1815"/>
                  </a:lnTo>
                  <a:lnTo>
                    <a:pt x="3746" y="1506"/>
                  </a:lnTo>
                  <a:lnTo>
                    <a:pt x="3785" y="1159"/>
                  </a:lnTo>
                  <a:lnTo>
                    <a:pt x="3785" y="811"/>
                  </a:lnTo>
                  <a:lnTo>
                    <a:pt x="3746" y="425"/>
                  </a:lnTo>
                  <a:lnTo>
                    <a:pt x="3399" y="464"/>
                  </a:lnTo>
                  <a:lnTo>
                    <a:pt x="3399" y="772"/>
                  </a:lnTo>
                  <a:lnTo>
                    <a:pt x="3360" y="1081"/>
                  </a:lnTo>
                  <a:lnTo>
                    <a:pt x="3244" y="1468"/>
                  </a:lnTo>
                  <a:lnTo>
                    <a:pt x="3128" y="1815"/>
                  </a:lnTo>
                  <a:lnTo>
                    <a:pt x="2202" y="1738"/>
                  </a:lnTo>
                  <a:lnTo>
                    <a:pt x="1738" y="1699"/>
                  </a:lnTo>
                  <a:lnTo>
                    <a:pt x="1275" y="1622"/>
                  </a:lnTo>
                  <a:lnTo>
                    <a:pt x="889" y="1468"/>
                  </a:lnTo>
                  <a:lnTo>
                    <a:pt x="734" y="1390"/>
                  </a:lnTo>
                  <a:lnTo>
                    <a:pt x="618" y="1313"/>
                  </a:lnTo>
                  <a:lnTo>
                    <a:pt x="503" y="1197"/>
                  </a:lnTo>
                  <a:lnTo>
                    <a:pt x="425" y="1081"/>
                  </a:lnTo>
                  <a:lnTo>
                    <a:pt x="387" y="966"/>
                  </a:lnTo>
                  <a:lnTo>
                    <a:pt x="387" y="811"/>
                  </a:lnTo>
                  <a:lnTo>
                    <a:pt x="387" y="772"/>
                  </a:lnTo>
                  <a:lnTo>
                    <a:pt x="387" y="695"/>
                  </a:lnTo>
                  <a:lnTo>
                    <a:pt x="310" y="618"/>
                  </a:lnTo>
                  <a:lnTo>
                    <a:pt x="194" y="618"/>
                  </a:lnTo>
                  <a:lnTo>
                    <a:pt x="155" y="657"/>
                  </a:lnTo>
                  <a:lnTo>
                    <a:pt x="116" y="695"/>
                  </a:lnTo>
                  <a:lnTo>
                    <a:pt x="39" y="850"/>
                  </a:lnTo>
                  <a:lnTo>
                    <a:pt x="1" y="1004"/>
                  </a:lnTo>
                  <a:lnTo>
                    <a:pt x="1" y="1159"/>
                  </a:lnTo>
                  <a:lnTo>
                    <a:pt x="1" y="1274"/>
                  </a:lnTo>
                  <a:lnTo>
                    <a:pt x="39" y="1390"/>
                  </a:lnTo>
                  <a:lnTo>
                    <a:pt x="116" y="1506"/>
                  </a:lnTo>
                  <a:lnTo>
                    <a:pt x="310" y="1699"/>
                  </a:lnTo>
                  <a:lnTo>
                    <a:pt x="541" y="1854"/>
                  </a:lnTo>
                  <a:lnTo>
                    <a:pt x="812" y="1970"/>
                  </a:lnTo>
                  <a:lnTo>
                    <a:pt x="1082" y="2047"/>
                  </a:lnTo>
                  <a:lnTo>
                    <a:pt x="1352" y="2085"/>
                  </a:lnTo>
                  <a:lnTo>
                    <a:pt x="2626" y="2240"/>
                  </a:lnTo>
                  <a:lnTo>
                    <a:pt x="3862" y="2317"/>
                  </a:lnTo>
                  <a:lnTo>
                    <a:pt x="5136" y="2356"/>
                  </a:lnTo>
                  <a:lnTo>
                    <a:pt x="6372" y="2356"/>
                  </a:lnTo>
                  <a:lnTo>
                    <a:pt x="7531" y="2278"/>
                  </a:lnTo>
                  <a:lnTo>
                    <a:pt x="8689" y="2201"/>
                  </a:lnTo>
                  <a:lnTo>
                    <a:pt x="9847" y="2047"/>
                  </a:lnTo>
                  <a:lnTo>
                    <a:pt x="11006" y="1892"/>
                  </a:lnTo>
                  <a:lnTo>
                    <a:pt x="11392" y="1815"/>
                  </a:lnTo>
                  <a:lnTo>
                    <a:pt x="11740" y="1738"/>
                  </a:lnTo>
                  <a:lnTo>
                    <a:pt x="12126" y="1583"/>
                  </a:lnTo>
                  <a:lnTo>
                    <a:pt x="12473" y="1429"/>
                  </a:lnTo>
                  <a:lnTo>
                    <a:pt x="12744" y="1236"/>
                  </a:lnTo>
                  <a:lnTo>
                    <a:pt x="12859" y="1081"/>
                  </a:lnTo>
                  <a:lnTo>
                    <a:pt x="12937" y="927"/>
                  </a:lnTo>
                  <a:lnTo>
                    <a:pt x="13014" y="772"/>
                  </a:lnTo>
                  <a:lnTo>
                    <a:pt x="13052" y="579"/>
                  </a:lnTo>
                  <a:lnTo>
                    <a:pt x="13052" y="386"/>
                  </a:lnTo>
                  <a:lnTo>
                    <a:pt x="13052" y="155"/>
                  </a:lnTo>
                  <a:lnTo>
                    <a:pt x="13014" y="77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53" name="Google Shape;4353;p18"/>
          <p:cNvSpPr txBox="1">
            <a:spLocks noGrp="1"/>
          </p:cNvSpPr>
          <p:nvPr>
            <p:ph type="title"/>
          </p:nvPr>
        </p:nvSpPr>
        <p:spPr>
          <a:xfrm>
            <a:off x="714314" y="1892175"/>
            <a:ext cx="2436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 b="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54" name="Google Shape;4354;p18"/>
          <p:cNvSpPr txBox="1">
            <a:spLocks noGrp="1"/>
          </p:cNvSpPr>
          <p:nvPr>
            <p:ph type="subTitle" idx="1"/>
          </p:nvPr>
        </p:nvSpPr>
        <p:spPr>
          <a:xfrm>
            <a:off x="714314" y="2259625"/>
            <a:ext cx="24363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4355" name="Google Shape;4355;p18"/>
          <p:cNvSpPr txBox="1">
            <a:spLocks noGrp="1"/>
          </p:cNvSpPr>
          <p:nvPr>
            <p:ph type="title" idx="2"/>
          </p:nvPr>
        </p:nvSpPr>
        <p:spPr>
          <a:xfrm>
            <a:off x="3353850" y="1892175"/>
            <a:ext cx="2436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 b="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56" name="Google Shape;4356;p18"/>
          <p:cNvSpPr txBox="1">
            <a:spLocks noGrp="1"/>
          </p:cNvSpPr>
          <p:nvPr>
            <p:ph type="subTitle" idx="3"/>
          </p:nvPr>
        </p:nvSpPr>
        <p:spPr>
          <a:xfrm>
            <a:off x="3353850" y="2259625"/>
            <a:ext cx="24363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4357" name="Google Shape;4357;p18"/>
          <p:cNvSpPr txBox="1">
            <a:spLocks noGrp="1"/>
          </p:cNvSpPr>
          <p:nvPr>
            <p:ph type="title" idx="4"/>
          </p:nvPr>
        </p:nvSpPr>
        <p:spPr>
          <a:xfrm>
            <a:off x="714314" y="3644200"/>
            <a:ext cx="2436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 b="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58" name="Google Shape;4358;p18"/>
          <p:cNvSpPr txBox="1">
            <a:spLocks noGrp="1"/>
          </p:cNvSpPr>
          <p:nvPr>
            <p:ph type="subTitle" idx="5"/>
          </p:nvPr>
        </p:nvSpPr>
        <p:spPr>
          <a:xfrm>
            <a:off x="714314" y="4011650"/>
            <a:ext cx="24363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4359" name="Google Shape;4359;p18"/>
          <p:cNvSpPr txBox="1">
            <a:spLocks noGrp="1"/>
          </p:cNvSpPr>
          <p:nvPr>
            <p:ph type="title" idx="6"/>
          </p:nvPr>
        </p:nvSpPr>
        <p:spPr>
          <a:xfrm>
            <a:off x="3353850" y="3644200"/>
            <a:ext cx="2436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 b="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60" name="Google Shape;4360;p18"/>
          <p:cNvSpPr txBox="1">
            <a:spLocks noGrp="1"/>
          </p:cNvSpPr>
          <p:nvPr>
            <p:ph type="subTitle" idx="7"/>
          </p:nvPr>
        </p:nvSpPr>
        <p:spPr>
          <a:xfrm>
            <a:off x="3353850" y="4011650"/>
            <a:ext cx="24363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4361" name="Google Shape;4361;p18"/>
          <p:cNvSpPr txBox="1">
            <a:spLocks noGrp="1"/>
          </p:cNvSpPr>
          <p:nvPr>
            <p:ph type="title" idx="8"/>
          </p:nvPr>
        </p:nvSpPr>
        <p:spPr>
          <a:xfrm>
            <a:off x="5993386" y="1892175"/>
            <a:ext cx="2436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 b="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62" name="Google Shape;4362;p18"/>
          <p:cNvSpPr txBox="1">
            <a:spLocks noGrp="1"/>
          </p:cNvSpPr>
          <p:nvPr>
            <p:ph type="subTitle" idx="9"/>
          </p:nvPr>
        </p:nvSpPr>
        <p:spPr>
          <a:xfrm>
            <a:off x="5993386" y="2259625"/>
            <a:ext cx="24363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4363" name="Google Shape;4363;p18"/>
          <p:cNvSpPr txBox="1">
            <a:spLocks noGrp="1"/>
          </p:cNvSpPr>
          <p:nvPr>
            <p:ph type="title" idx="13"/>
          </p:nvPr>
        </p:nvSpPr>
        <p:spPr>
          <a:xfrm>
            <a:off x="5993386" y="3644200"/>
            <a:ext cx="2436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 b="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64" name="Google Shape;4364;p18"/>
          <p:cNvSpPr txBox="1">
            <a:spLocks noGrp="1"/>
          </p:cNvSpPr>
          <p:nvPr>
            <p:ph type="subTitle" idx="14"/>
          </p:nvPr>
        </p:nvSpPr>
        <p:spPr>
          <a:xfrm>
            <a:off x="5993386" y="4011650"/>
            <a:ext cx="24363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4365" name="Google Shape;4365;p18"/>
          <p:cNvSpPr txBox="1">
            <a:spLocks noGrp="1"/>
          </p:cNvSpPr>
          <p:nvPr>
            <p:ph type="title" idx="15"/>
          </p:nvPr>
        </p:nvSpPr>
        <p:spPr>
          <a:xfrm>
            <a:off x="720000" y="539500"/>
            <a:ext cx="7704000" cy="457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4366" name="Google Shape;4366;p18"/>
          <p:cNvGrpSpPr/>
          <p:nvPr/>
        </p:nvGrpSpPr>
        <p:grpSpPr>
          <a:xfrm>
            <a:off x="8584050" y="-153575"/>
            <a:ext cx="297100" cy="2315550"/>
            <a:chOff x="8234700" y="-1175"/>
            <a:chExt cx="297100" cy="2315550"/>
          </a:xfrm>
        </p:grpSpPr>
        <p:grpSp>
          <p:nvGrpSpPr>
            <p:cNvPr id="4367" name="Google Shape;4367;p18"/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4368" name="Google Shape;4368;p18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9" name="Google Shape;4369;p18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" name="Google Shape;4370;p18"/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" name="Google Shape;4371;p18"/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372" name="Google Shape;4372;p18"/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73" name="Google Shape;4373;p18"/>
          <p:cNvGrpSpPr/>
          <p:nvPr/>
        </p:nvGrpSpPr>
        <p:grpSpPr>
          <a:xfrm>
            <a:off x="262850" y="-153575"/>
            <a:ext cx="297100" cy="2315550"/>
            <a:chOff x="8234700" y="-1175"/>
            <a:chExt cx="297100" cy="2315550"/>
          </a:xfrm>
        </p:grpSpPr>
        <p:grpSp>
          <p:nvGrpSpPr>
            <p:cNvPr id="4374" name="Google Shape;4374;p18"/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4375" name="Google Shape;4375;p18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" name="Google Shape;4376;p18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7" name="Google Shape;4377;p18"/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" name="Google Shape;4378;p18"/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379" name="Google Shape;4379;p18"/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 userDrawn="1">
  <p:cSld name="CUSTOM_8">
    <p:spTree>
      <p:nvGrpSpPr>
        <p:cNvPr id="1" name="Shape 4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81" name="Google Shape;4381;p19"/>
          <p:cNvGrpSpPr/>
          <p:nvPr/>
        </p:nvGrpSpPr>
        <p:grpSpPr>
          <a:xfrm flipH="1">
            <a:off x="162878" y="103243"/>
            <a:ext cx="8818245" cy="4937014"/>
            <a:chOff x="238125" y="857725"/>
            <a:chExt cx="7143750" cy="3999525"/>
          </a:xfrm>
        </p:grpSpPr>
        <p:sp>
          <p:nvSpPr>
            <p:cNvPr id="4382" name="Google Shape;4382;p19"/>
            <p:cNvSpPr/>
            <p:nvPr/>
          </p:nvSpPr>
          <p:spPr>
            <a:xfrm>
              <a:off x="3447000" y="857725"/>
              <a:ext cx="309925" cy="605300"/>
            </a:xfrm>
            <a:custGeom>
              <a:avLst/>
              <a:gdLst/>
              <a:ahLst/>
              <a:cxnLst/>
              <a:rect l="l" t="t" r="r" b="b"/>
              <a:pathLst>
                <a:path w="12397" h="24212" extrusionOk="0">
                  <a:moveTo>
                    <a:pt x="7955" y="463"/>
                  </a:moveTo>
                  <a:lnTo>
                    <a:pt x="8496" y="502"/>
                  </a:lnTo>
                  <a:lnTo>
                    <a:pt x="9037" y="618"/>
                  </a:lnTo>
                  <a:lnTo>
                    <a:pt x="9500" y="811"/>
                  </a:lnTo>
                  <a:lnTo>
                    <a:pt x="9925" y="1043"/>
                  </a:lnTo>
                  <a:lnTo>
                    <a:pt x="10311" y="1352"/>
                  </a:lnTo>
                  <a:lnTo>
                    <a:pt x="10659" y="1699"/>
                  </a:lnTo>
                  <a:lnTo>
                    <a:pt x="10967" y="2085"/>
                  </a:lnTo>
                  <a:lnTo>
                    <a:pt x="11238" y="2510"/>
                  </a:lnTo>
                  <a:lnTo>
                    <a:pt x="11469" y="2973"/>
                  </a:lnTo>
                  <a:lnTo>
                    <a:pt x="11663" y="3437"/>
                  </a:lnTo>
                  <a:lnTo>
                    <a:pt x="11778" y="3939"/>
                  </a:lnTo>
                  <a:lnTo>
                    <a:pt x="11856" y="4441"/>
                  </a:lnTo>
                  <a:lnTo>
                    <a:pt x="11894" y="4981"/>
                  </a:lnTo>
                  <a:lnTo>
                    <a:pt x="11894" y="5483"/>
                  </a:lnTo>
                  <a:lnTo>
                    <a:pt x="11817" y="5985"/>
                  </a:lnTo>
                  <a:lnTo>
                    <a:pt x="11701" y="6487"/>
                  </a:lnTo>
                  <a:lnTo>
                    <a:pt x="11547" y="6989"/>
                  </a:lnTo>
                  <a:lnTo>
                    <a:pt x="11315" y="7453"/>
                  </a:lnTo>
                  <a:lnTo>
                    <a:pt x="11083" y="7916"/>
                  </a:lnTo>
                  <a:lnTo>
                    <a:pt x="10813" y="8341"/>
                  </a:lnTo>
                  <a:lnTo>
                    <a:pt x="10504" y="8766"/>
                  </a:lnTo>
                  <a:lnTo>
                    <a:pt x="10195" y="9152"/>
                  </a:lnTo>
                  <a:lnTo>
                    <a:pt x="9848" y="9499"/>
                  </a:lnTo>
                  <a:lnTo>
                    <a:pt x="9461" y="9847"/>
                  </a:lnTo>
                  <a:lnTo>
                    <a:pt x="9037" y="10156"/>
                  </a:lnTo>
                  <a:lnTo>
                    <a:pt x="8651" y="10465"/>
                  </a:lnTo>
                  <a:lnTo>
                    <a:pt x="8187" y="10735"/>
                  </a:lnTo>
                  <a:lnTo>
                    <a:pt x="7762" y="11005"/>
                  </a:lnTo>
                  <a:lnTo>
                    <a:pt x="6836" y="11469"/>
                  </a:lnTo>
                  <a:lnTo>
                    <a:pt x="5870" y="11855"/>
                  </a:lnTo>
                  <a:lnTo>
                    <a:pt x="5677" y="11855"/>
                  </a:lnTo>
                  <a:lnTo>
                    <a:pt x="5639" y="11932"/>
                  </a:lnTo>
                  <a:lnTo>
                    <a:pt x="5600" y="11932"/>
                  </a:lnTo>
                  <a:lnTo>
                    <a:pt x="4982" y="11276"/>
                  </a:lnTo>
                  <a:lnTo>
                    <a:pt x="4442" y="10542"/>
                  </a:lnTo>
                  <a:lnTo>
                    <a:pt x="3978" y="9808"/>
                  </a:lnTo>
                  <a:lnTo>
                    <a:pt x="3746" y="9383"/>
                  </a:lnTo>
                  <a:lnTo>
                    <a:pt x="3592" y="8997"/>
                  </a:lnTo>
                  <a:lnTo>
                    <a:pt x="3438" y="8611"/>
                  </a:lnTo>
                  <a:lnTo>
                    <a:pt x="3283" y="8186"/>
                  </a:lnTo>
                  <a:lnTo>
                    <a:pt x="3167" y="7762"/>
                  </a:lnTo>
                  <a:lnTo>
                    <a:pt x="3090" y="7298"/>
                  </a:lnTo>
                  <a:lnTo>
                    <a:pt x="3051" y="6873"/>
                  </a:lnTo>
                  <a:lnTo>
                    <a:pt x="3013" y="6410"/>
                  </a:lnTo>
                  <a:lnTo>
                    <a:pt x="3051" y="5947"/>
                  </a:lnTo>
                  <a:lnTo>
                    <a:pt x="3090" y="5483"/>
                  </a:lnTo>
                  <a:lnTo>
                    <a:pt x="3167" y="5020"/>
                  </a:lnTo>
                  <a:lnTo>
                    <a:pt x="3244" y="4557"/>
                  </a:lnTo>
                  <a:lnTo>
                    <a:pt x="3399" y="4093"/>
                  </a:lnTo>
                  <a:lnTo>
                    <a:pt x="3592" y="3668"/>
                  </a:lnTo>
                  <a:lnTo>
                    <a:pt x="3785" y="3205"/>
                  </a:lnTo>
                  <a:lnTo>
                    <a:pt x="4055" y="2819"/>
                  </a:lnTo>
                  <a:lnTo>
                    <a:pt x="4326" y="2394"/>
                  </a:lnTo>
                  <a:lnTo>
                    <a:pt x="4635" y="2047"/>
                  </a:lnTo>
                  <a:lnTo>
                    <a:pt x="4944" y="1699"/>
                  </a:lnTo>
                  <a:lnTo>
                    <a:pt x="5330" y="1390"/>
                  </a:lnTo>
                  <a:lnTo>
                    <a:pt x="5716" y="1081"/>
                  </a:lnTo>
                  <a:lnTo>
                    <a:pt x="6102" y="850"/>
                  </a:lnTo>
                  <a:lnTo>
                    <a:pt x="6527" y="695"/>
                  </a:lnTo>
                  <a:lnTo>
                    <a:pt x="6990" y="541"/>
                  </a:lnTo>
                  <a:lnTo>
                    <a:pt x="7453" y="463"/>
                  </a:lnTo>
                  <a:close/>
                  <a:moveTo>
                    <a:pt x="5561" y="12279"/>
                  </a:moveTo>
                  <a:lnTo>
                    <a:pt x="5600" y="12318"/>
                  </a:lnTo>
                  <a:lnTo>
                    <a:pt x="5677" y="12357"/>
                  </a:lnTo>
                  <a:lnTo>
                    <a:pt x="5793" y="12897"/>
                  </a:lnTo>
                  <a:lnTo>
                    <a:pt x="5793" y="12897"/>
                  </a:lnTo>
                  <a:lnTo>
                    <a:pt x="5098" y="12588"/>
                  </a:lnTo>
                  <a:lnTo>
                    <a:pt x="5561" y="12279"/>
                  </a:lnTo>
                  <a:close/>
                  <a:moveTo>
                    <a:pt x="3322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3" y="13979"/>
                  </a:lnTo>
                  <a:lnTo>
                    <a:pt x="2781" y="13940"/>
                  </a:lnTo>
                  <a:lnTo>
                    <a:pt x="2511" y="13824"/>
                  </a:lnTo>
                  <a:lnTo>
                    <a:pt x="2936" y="13399"/>
                  </a:lnTo>
                  <a:lnTo>
                    <a:pt x="3322" y="12975"/>
                  </a:lnTo>
                  <a:close/>
                  <a:moveTo>
                    <a:pt x="3940" y="14326"/>
                  </a:moveTo>
                  <a:lnTo>
                    <a:pt x="5098" y="14519"/>
                  </a:lnTo>
                  <a:lnTo>
                    <a:pt x="4442" y="15485"/>
                  </a:lnTo>
                  <a:lnTo>
                    <a:pt x="4287" y="15214"/>
                  </a:lnTo>
                  <a:lnTo>
                    <a:pt x="4171" y="14944"/>
                  </a:lnTo>
                  <a:lnTo>
                    <a:pt x="4055" y="14635"/>
                  </a:lnTo>
                  <a:lnTo>
                    <a:pt x="3978" y="14365"/>
                  </a:lnTo>
                  <a:lnTo>
                    <a:pt x="3940" y="14326"/>
                  </a:lnTo>
                  <a:close/>
                  <a:moveTo>
                    <a:pt x="3746" y="14596"/>
                  </a:moveTo>
                  <a:lnTo>
                    <a:pt x="3824" y="14944"/>
                  </a:lnTo>
                  <a:lnTo>
                    <a:pt x="3978" y="15291"/>
                  </a:lnTo>
                  <a:lnTo>
                    <a:pt x="4133" y="15600"/>
                  </a:lnTo>
                  <a:lnTo>
                    <a:pt x="4287" y="15909"/>
                  </a:lnTo>
                  <a:lnTo>
                    <a:pt x="4364" y="15987"/>
                  </a:lnTo>
                  <a:lnTo>
                    <a:pt x="4055" y="16411"/>
                  </a:lnTo>
                  <a:lnTo>
                    <a:pt x="3746" y="16875"/>
                  </a:lnTo>
                  <a:lnTo>
                    <a:pt x="3592" y="16411"/>
                  </a:lnTo>
                  <a:lnTo>
                    <a:pt x="3476" y="15948"/>
                  </a:lnTo>
                  <a:lnTo>
                    <a:pt x="3476" y="15716"/>
                  </a:lnTo>
                  <a:lnTo>
                    <a:pt x="3476" y="15446"/>
                  </a:lnTo>
                  <a:lnTo>
                    <a:pt x="3515" y="15214"/>
                  </a:lnTo>
                  <a:lnTo>
                    <a:pt x="3553" y="14983"/>
                  </a:lnTo>
                  <a:lnTo>
                    <a:pt x="3746" y="14596"/>
                  </a:lnTo>
                  <a:close/>
                  <a:moveTo>
                    <a:pt x="4480" y="16334"/>
                  </a:moveTo>
                  <a:lnTo>
                    <a:pt x="4673" y="16759"/>
                  </a:lnTo>
                  <a:lnTo>
                    <a:pt x="4789" y="17222"/>
                  </a:lnTo>
                  <a:lnTo>
                    <a:pt x="4789" y="17222"/>
                  </a:lnTo>
                  <a:lnTo>
                    <a:pt x="4364" y="17106"/>
                  </a:lnTo>
                  <a:lnTo>
                    <a:pt x="3940" y="17029"/>
                  </a:lnTo>
                  <a:lnTo>
                    <a:pt x="4480" y="16334"/>
                  </a:lnTo>
                  <a:close/>
                  <a:moveTo>
                    <a:pt x="2472" y="16875"/>
                  </a:moveTo>
                  <a:lnTo>
                    <a:pt x="3399" y="17106"/>
                  </a:lnTo>
                  <a:lnTo>
                    <a:pt x="3476" y="17261"/>
                  </a:lnTo>
                  <a:lnTo>
                    <a:pt x="3322" y="17377"/>
                  </a:lnTo>
                  <a:lnTo>
                    <a:pt x="3167" y="17570"/>
                  </a:lnTo>
                  <a:lnTo>
                    <a:pt x="2897" y="17917"/>
                  </a:lnTo>
                  <a:lnTo>
                    <a:pt x="2665" y="17415"/>
                  </a:lnTo>
                  <a:lnTo>
                    <a:pt x="2472" y="16875"/>
                  </a:lnTo>
                  <a:close/>
                  <a:moveTo>
                    <a:pt x="3360" y="19732"/>
                  </a:moveTo>
                  <a:lnTo>
                    <a:pt x="4055" y="20427"/>
                  </a:lnTo>
                  <a:lnTo>
                    <a:pt x="3553" y="20659"/>
                  </a:lnTo>
                  <a:lnTo>
                    <a:pt x="3013" y="20968"/>
                  </a:lnTo>
                  <a:lnTo>
                    <a:pt x="3167" y="20350"/>
                  </a:lnTo>
                  <a:lnTo>
                    <a:pt x="3360" y="19732"/>
                  </a:lnTo>
                  <a:close/>
                  <a:moveTo>
                    <a:pt x="5677" y="20118"/>
                  </a:moveTo>
                  <a:lnTo>
                    <a:pt x="5986" y="20196"/>
                  </a:lnTo>
                  <a:lnTo>
                    <a:pt x="5716" y="20891"/>
                  </a:lnTo>
                  <a:lnTo>
                    <a:pt x="5368" y="21547"/>
                  </a:lnTo>
                  <a:lnTo>
                    <a:pt x="4673" y="20582"/>
                  </a:lnTo>
                  <a:lnTo>
                    <a:pt x="4635" y="20543"/>
                  </a:lnTo>
                  <a:lnTo>
                    <a:pt x="4673" y="20234"/>
                  </a:lnTo>
                  <a:lnTo>
                    <a:pt x="5021" y="20157"/>
                  </a:lnTo>
                  <a:lnTo>
                    <a:pt x="5330" y="20118"/>
                  </a:lnTo>
                  <a:close/>
                  <a:moveTo>
                    <a:pt x="7453" y="0"/>
                  </a:moveTo>
                  <a:lnTo>
                    <a:pt x="7067" y="39"/>
                  </a:lnTo>
                  <a:lnTo>
                    <a:pt x="6720" y="154"/>
                  </a:lnTo>
                  <a:lnTo>
                    <a:pt x="6334" y="270"/>
                  </a:lnTo>
                  <a:lnTo>
                    <a:pt x="5986" y="425"/>
                  </a:lnTo>
                  <a:lnTo>
                    <a:pt x="5639" y="579"/>
                  </a:lnTo>
                  <a:lnTo>
                    <a:pt x="5291" y="811"/>
                  </a:lnTo>
                  <a:lnTo>
                    <a:pt x="4944" y="1043"/>
                  </a:lnTo>
                  <a:lnTo>
                    <a:pt x="4635" y="1313"/>
                  </a:lnTo>
                  <a:lnTo>
                    <a:pt x="4364" y="1622"/>
                  </a:lnTo>
                  <a:lnTo>
                    <a:pt x="4094" y="1892"/>
                  </a:lnTo>
                  <a:lnTo>
                    <a:pt x="3824" y="2240"/>
                  </a:lnTo>
                  <a:lnTo>
                    <a:pt x="3592" y="2549"/>
                  </a:lnTo>
                  <a:lnTo>
                    <a:pt x="3399" y="2896"/>
                  </a:lnTo>
                  <a:lnTo>
                    <a:pt x="3206" y="3282"/>
                  </a:lnTo>
                  <a:lnTo>
                    <a:pt x="3051" y="3630"/>
                  </a:lnTo>
                  <a:lnTo>
                    <a:pt x="2897" y="4016"/>
                  </a:lnTo>
                  <a:lnTo>
                    <a:pt x="2781" y="4402"/>
                  </a:lnTo>
                  <a:lnTo>
                    <a:pt x="2704" y="4788"/>
                  </a:lnTo>
                  <a:lnTo>
                    <a:pt x="2627" y="5174"/>
                  </a:lnTo>
                  <a:lnTo>
                    <a:pt x="2588" y="5599"/>
                  </a:lnTo>
                  <a:lnTo>
                    <a:pt x="2549" y="5985"/>
                  </a:lnTo>
                  <a:lnTo>
                    <a:pt x="2549" y="6410"/>
                  </a:lnTo>
                  <a:lnTo>
                    <a:pt x="2549" y="6835"/>
                  </a:lnTo>
                  <a:lnTo>
                    <a:pt x="2665" y="7723"/>
                  </a:lnTo>
                  <a:lnTo>
                    <a:pt x="2742" y="8148"/>
                  </a:lnTo>
                  <a:lnTo>
                    <a:pt x="2858" y="8572"/>
                  </a:lnTo>
                  <a:lnTo>
                    <a:pt x="3013" y="8997"/>
                  </a:lnTo>
                  <a:lnTo>
                    <a:pt x="3167" y="9383"/>
                  </a:lnTo>
                  <a:lnTo>
                    <a:pt x="3322" y="9808"/>
                  </a:lnTo>
                  <a:lnTo>
                    <a:pt x="3553" y="10194"/>
                  </a:lnTo>
                  <a:lnTo>
                    <a:pt x="3746" y="10542"/>
                  </a:lnTo>
                  <a:lnTo>
                    <a:pt x="4017" y="10928"/>
                  </a:lnTo>
                  <a:lnTo>
                    <a:pt x="4287" y="11237"/>
                  </a:lnTo>
                  <a:lnTo>
                    <a:pt x="4596" y="11546"/>
                  </a:lnTo>
                  <a:lnTo>
                    <a:pt x="4905" y="11855"/>
                  </a:lnTo>
                  <a:lnTo>
                    <a:pt x="5252" y="12086"/>
                  </a:lnTo>
                  <a:lnTo>
                    <a:pt x="4557" y="12473"/>
                  </a:lnTo>
                  <a:lnTo>
                    <a:pt x="4480" y="12550"/>
                  </a:lnTo>
                  <a:lnTo>
                    <a:pt x="4442" y="12666"/>
                  </a:lnTo>
                  <a:lnTo>
                    <a:pt x="4480" y="12781"/>
                  </a:lnTo>
                  <a:lnTo>
                    <a:pt x="4596" y="12859"/>
                  </a:lnTo>
                  <a:lnTo>
                    <a:pt x="5021" y="13013"/>
                  </a:lnTo>
                  <a:lnTo>
                    <a:pt x="4673" y="13168"/>
                  </a:lnTo>
                  <a:lnTo>
                    <a:pt x="4403" y="13361"/>
                  </a:lnTo>
                  <a:lnTo>
                    <a:pt x="4094" y="13554"/>
                  </a:lnTo>
                  <a:lnTo>
                    <a:pt x="3862" y="13785"/>
                  </a:lnTo>
                  <a:lnTo>
                    <a:pt x="3824" y="13477"/>
                  </a:lnTo>
                  <a:lnTo>
                    <a:pt x="3746" y="13168"/>
                  </a:lnTo>
                  <a:lnTo>
                    <a:pt x="3631" y="12859"/>
                  </a:lnTo>
                  <a:lnTo>
                    <a:pt x="3515" y="12550"/>
                  </a:lnTo>
                  <a:lnTo>
                    <a:pt x="3476" y="12473"/>
                  </a:lnTo>
                  <a:lnTo>
                    <a:pt x="3360" y="12434"/>
                  </a:lnTo>
                  <a:lnTo>
                    <a:pt x="3283" y="12473"/>
                  </a:lnTo>
                  <a:lnTo>
                    <a:pt x="3206" y="12511"/>
                  </a:lnTo>
                  <a:lnTo>
                    <a:pt x="2665" y="13168"/>
                  </a:lnTo>
                  <a:lnTo>
                    <a:pt x="2086" y="13747"/>
                  </a:lnTo>
                  <a:lnTo>
                    <a:pt x="2047" y="13824"/>
                  </a:lnTo>
                  <a:lnTo>
                    <a:pt x="2009" y="13901"/>
                  </a:lnTo>
                  <a:lnTo>
                    <a:pt x="2047" y="13979"/>
                  </a:lnTo>
                  <a:lnTo>
                    <a:pt x="2086" y="14056"/>
                  </a:lnTo>
                  <a:lnTo>
                    <a:pt x="2395" y="14210"/>
                  </a:lnTo>
                  <a:lnTo>
                    <a:pt x="2742" y="14287"/>
                  </a:lnTo>
                  <a:lnTo>
                    <a:pt x="3051" y="14365"/>
                  </a:lnTo>
                  <a:lnTo>
                    <a:pt x="3399" y="14365"/>
                  </a:lnTo>
                  <a:lnTo>
                    <a:pt x="3244" y="14635"/>
                  </a:lnTo>
                  <a:lnTo>
                    <a:pt x="3129" y="14944"/>
                  </a:lnTo>
                  <a:lnTo>
                    <a:pt x="3090" y="15176"/>
                  </a:lnTo>
                  <a:lnTo>
                    <a:pt x="3051" y="15407"/>
                  </a:lnTo>
                  <a:lnTo>
                    <a:pt x="3051" y="15871"/>
                  </a:lnTo>
                  <a:lnTo>
                    <a:pt x="3129" y="16295"/>
                  </a:lnTo>
                  <a:lnTo>
                    <a:pt x="3244" y="16759"/>
                  </a:lnTo>
                  <a:lnTo>
                    <a:pt x="2781" y="16566"/>
                  </a:lnTo>
                  <a:lnTo>
                    <a:pt x="2279" y="16411"/>
                  </a:lnTo>
                  <a:lnTo>
                    <a:pt x="2202" y="16411"/>
                  </a:lnTo>
                  <a:lnTo>
                    <a:pt x="2125" y="16450"/>
                  </a:lnTo>
                  <a:lnTo>
                    <a:pt x="2047" y="16527"/>
                  </a:lnTo>
                  <a:lnTo>
                    <a:pt x="2047" y="16643"/>
                  </a:lnTo>
                  <a:lnTo>
                    <a:pt x="2163" y="17106"/>
                  </a:lnTo>
                  <a:lnTo>
                    <a:pt x="2279" y="17531"/>
                  </a:lnTo>
                  <a:lnTo>
                    <a:pt x="2472" y="17956"/>
                  </a:lnTo>
                  <a:lnTo>
                    <a:pt x="2704" y="18381"/>
                  </a:lnTo>
                  <a:lnTo>
                    <a:pt x="2781" y="18458"/>
                  </a:lnTo>
                  <a:lnTo>
                    <a:pt x="2858" y="18496"/>
                  </a:lnTo>
                  <a:lnTo>
                    <a:pt x="2936" y="18458"/>
                  </a:lnTo>
                  <a:lnTo>
                    <a:pt x="3013" y="18381"/>
                  </a:lnTo>
                  <a:lnTo>
                    <a:pt x="3322" y="18033"/>
                  </a:lnTo>
                  <a:lnTo>
                    <a:pt x="3515" y="17801"/>
                  </a:lnTo>
                  <a:lnTo>
                    <a:pt x="3631" y="17608"/>
                  </a:lnTo>
                  <a:lnTo>
                    <a:pt x="3708" y="17763"/>
                  </a:lnTo>
                  <a:lnTo>
                    <a:pt x="3978" y="18342"/>
                  </a:lnTo>
                  <a:lnTo>
                    <a:pt x="4133" y="18960"/>
                  </a:lnTo>
                  <a:lnTo>
                    <a:pt x="4248" y="19539"/>
                  </a:lnTo>
                  <a:lnTo>
                    <a:pt x="4248" y="20157"/>
                  </a:lnTo>
                  <a:lnTo>
                    <a:pt x="3438" y="19307"/>
                  </a:lnTo>
                  <a:lnTo>
                    <a:pt x="3399" y="19269"/>
                  </a:lnTo>
                  <a:lnTo>
                    <a:pt x="3206" y="19269"/>
                  </a:lnTo>
                  <a:lnTo>
                    <a:pt x="3167" y="19346"/>
                  </a:lnTo>
                  <a:lnTo>
                    <a:pt x="2974" y="19809"/>
                  </a:lnTo>
                  <a:lnTo>
                    <a:pt x="2781" y="20273"/>
                  </a:lnTo>
                  <a:lnTo>
                    <a:pt x="2665" y="20775"/>
                  </a:lnTo>
                  <a:lnTo>
                    <a:pt x="2627" y="21315"/>
                  </a:lnTo>
                  <a:lnTo>
                    <a:pt x="2627" y="21393"/>
                  </a:lnTo>
                  <a:lnTo>
                    <a:pt x="2704" y="21470"/>
                  </a:lnTo>
                  <a:lnTo>
                    <a:pt x="2781" y="21508"/>
                  </a:lnTo>
                  <a:lnTo>
                    <a:pt x="2897" y="21470"/>
                  </a:lnTo>
                  <a:lnTo>
                    <a:pt x="3515" y="21161"/>
                  </a:lnTo>
                  <a:lnTo>
                    <a:pt x="4171" y="20775"/>
                  </a:lnTo>
                  <a:lnTo>
                    <a:pt x="4055" y="21161"/>
                  </a:lnTo>
                  <a:lnTo>
                    <a:pt x="3901" y="21547"/>
                  </a:lnTo>
                  <a:lnTo>
                    <a:pt x="3669" y="22049"/>
                  </a:lnTo>
                  <a:lnTo>
                    <a:pt x="3322" y="22551"/>
                  </a:lnTo>
                  <a:lnTo>
                    <a:pt x="2897" y="23014"/>
                  </a:lnTo>
                  <a:lnTo>
                    <a:pt x="2627" y="23246"/>
                  </a:lnTo>
                  <a:lnTo>
                    <a:pt x="2395" y="23401"/>
                  </a:lnTo>
                  <a:lnTo>
                    <a:pt x="2125" y="23594"/>
                  </a:lnTo>
                  <a:lnTo>
                    <a:pt x="1854" y="23709"/>
                  </a:lnTo>
                  <a:lnTo>
                    <a:pt x="1584" y="23787"/>
                  </a:lnTo>
                  <a:lnTo>
                    <a:pt x="1314" y="23787"/>
                  </a:lnTo>
                  <a:lnTo>
                    <a:pt x="1082" y="23748"/>
                  </a:lnTo>
                  <a:lnTo>
                    <a:pt x="812" y="23671"/>
                  </a:lnTo>
                  <a:lnTo>
                    <a:pt x="541" y="23516"/>
                  </a:lnTo>
                  <a:lnTo>
                    <a:pt x="310" y="23285"/>
                  </a:lnTo>
                  <a:lnTo>
                    <a:pt x="233" y="23246"/>
                  </a:lnTo>
                  <a:lnTo>
                    <a:pt x="78" y="23246"/>
                  </a:lnTo>
                  <a:lnTo>
                    <a:pt x="39" y="23362"/>
                  </a:lnTo>
                  <a:lnTo>
                    <a:pt x="1" y="23401"/>
                  </a:lnTo>
                  <a:lnTo>
                    <a:pt x="39" y="23478"/>
                  </a:lnTo>
                  <a:lnTo>
                    <a:pt x="155" y="23632"/>
                  </a:lnTo>
                  <a:lnTo>
                    <a:pt x="271" y="23787"/>
                  </a:lnTo>
                  <a:lnTo>
                    <a:pt x="387" y="23903"/>
                  </a:lnTo>
                  <a:lnTo>
                    <a:pt x="541" y="24018"/>
                  </a:lnTo>
                  <a:lnTo>
                    <a:pt x="696" y="24096"/>
                  </a:lnTo>
                  <a:lnTo>
                    <a:pt x="889" y="24134"/>
                  </a:lnTo>
                  <a:lnTo>
                    <a:pt x="1236" y="24211"/>
                  </a:lnTo>
                  <a:lnTo>
                    <a:pt x="1584" y="24173"/>
                  </a:lnTo>
                  <a:lnTo>
                    <a:pt x="1970" y="24096"/>
                  </a:lnTo>
                  <a:lnTo>
                    <a:pt x="2318" y="23941"/>
                  </a:lnTo>
                  <a:lnTo>
                    <a:pt x="2665" y="23748"/>
                  </a:lnTo>
                  <a:lnTo>
                    <a:pt x="3013" y="23478"/>
                  </a:lnTo>
                  <a:lnTo>
                    <a:pt x="3322" y="23207"/>
                  </a:lnTo>
                  <a:lnTo>
                    <a:pt x="3631" y="22860"/>
                  </a:lnTo>
                  <a:lnTo>
                    <a:pt x="3901" y="22512"/>
                  </a:lnTo>
                  <a:lnTo>
                    <a:pt x="4133" y="22126"/>
                  </a:lnTo>
                  <a:lnTo>
                    <a:pt x="4326" y="21702"/>
                  </a:lnTo>
                  <a:lnTo>
                    <a:pt x="4480" y="21315"/>
                  </a:lnTo>
                  <a:lnTo>
                    <a:pt x="4596" y="20852"/>
                  </a:lnTo>
                  <a:lnTo>
                    <a:pt x="5214" y="21972"/>
                  </a:lnTo>
                  <a:lnTo>
                    <a:pt x="5291" y="22049"/>
                  </a:lnTo>
                  <a:lnTo>
                    <a:pt x="5368" y="22088"/>
                  </a:lnTo>
                  <a:lnTo>
                    <a:pt x="5446" y="22049"/>
                  </a:lnTo>
                  <a:lnTo>
                    <a:pt x="5523" y="22010"/>
                  </a:lnTo>
                  <a:lnTo>
                    <a:pt x="5793" y="21547"/>
                  </a:lnTo>
                  <a:lnTo>
                    <a:pt x="6025" y="21084"/>
                  </a:lnTo>
                  <a:lnTo>
                    <a:pt x="6411" y="20118"/>
                  </a:lnTo>
                  <a:lnTo>
                    <a:pt x="6411" y="20041"/>
                  </a:lnTo>
                  <a:lnTo>
                    <a:pt x="6411" y="19964"/>
                  </a:lnTo>
                  <a:lnTo>
                    <a:pt x="6372" y="19925"/>
                  </a:lnTo>
                  <a:lnTo>
                    <a:pt x="6295" y="19887"/>
                  </a:lnTo>
                  <a:lnTo>
                    <a:pt x="5909" y="19771"/>
                  </a:lnTo>
                  <a:lnTo>
                    <a:pt x="5484" y="19732"/>
                  </a:lnTo>
                  <a:lnTo>
                    <a:pt x="5098" y="19732"/>
                  </a:lnTo>
                  <a:lnTo>
                    <a:pt x="4673" y="19848"/>
                  </a:lnTo>
                  <a:lnTo>
                    <a:pt x="4635" y="19230"/>
                  </a:lnTo>
                  <a:lnTo>
                    <a:pt x="4519" y="18651"/>
                  </a:lnTo>
                  <a:lnTo>
                    <a:pt x="4287" y="18033"/>
                  </a:lnTo>
                  <a:lnTo>
                    <a:pt x="4055" y="17454"/>
                  </a:lnTo>
                  <a:lnTo>
                    <a:pt x="4055" y="17454"/>
                  </a:lnTo>
                  <a:lnTo>
                    <a:pt x="4519" y="17531"/>
                  </a:lnTo>
                  <a:lnTo>
                    <a:pt x="4982" y="17608"/>
                  </a:lnTo>
                  <a:lnTo>
                    <a:pt x="5059" y="17608"/>
                  </a:lnTo>
                  <a:lnTo>
                    <a:pt x="5098" y="17531"/>
                  </a:lnTo>
                  <a:lnTo>
                    <a:pt x="5137" y="17492"/>
                  </a:lnTo>
                  <a:lnTo>
                    <a:pt x="5137" y="17377"/>
                  </a:lnTo>
                  <a:lnTo>
                    <a:pt x="5098" y="17029"/>
                  </a:lnTo>
                  <a:lnTo>
                    <a:pt x="4982" y="16643"/>
                  </a:lnTo>
                  <a:lnTo>
                    <a:pt x="4828" y="16295"/>
                  </a:lnTo>
                  <a:lnTo>
                    <a:pt x="4673" y="15987"/>
                  </a:lnTo>
                  <a:lnTo>
                    <a:pt x="4596" y="15909"/>
                  </a:lnTo>
                  <a:lnTo>
                    <a:pt x="4635" y="15909"/>
                  </a:lnTo>
                  <a:lnTo>
                    <a:pt x="5600" y="14481"/>
                  </a:lnTo>
                  <a:lnTo>
                    <a:pt x="5639" y="14365"/>
                  </a:lnTo>
                  <a:lnTo>
                    <a:pt x="5600" y="14287"/>
                  </a:lnTo>
                  <a:lnTo>
                    <a:pt x="5561" y="14210"/>
                  </a:lnTo>
                  <a:lnTo>
                    <a:pt x="5446" y="14172"/>
                  </a:lnTo>
                  <a:lnTo>
                    <a:pt x="4210" y="13979"/>
                  </a:lnTo>
                  <a:lnTo>
                    <a:pt x="4480" y="13747"/>
                  </a:lnTo>
                  <a:lnTo>
                    <a:pt x="4789" y="13554"/>
                  </a:lnTo>
                  <a:lnTo>
                    <a:pt x="5098" y="13361"/>
                  </a:lnTo>
                  <a:lnTo>
                    <a:pt x="5407" y="13168"/>
                  </a:lnTo>
                  <a:lnTo>
                    <a:pt x="6025" y="13399"/>
                  </a:lnTo>
                  <a:lnTo>
                    <a:pt x="6141" y="13438"/>
                  </a:lnTo>
                  <a:lnTo>
                    <a:pt x="6218" y="13361"/>
                  </a:lnTo>
                  <a:lnTo>
                    <a:pt x="6256" y="13283"/>
                  </a:lnTo>
                  <a:lnTo>
                    <a:pt x="6295" y="13168"/>
                  </a:lnTo>
                  <a:lnTo>
                    <a:pt x="6179" y="12704"/>
                  </a:lnTo>
                  <a:lnTo>
                    <a:pt x="6063" y="12241"/>
                  </a:lnTo>
                  <a:lnTo>
                    <a:pt x="6913" y="11932"/>
                  </a:lnTo>
                  <a:lnTo>
                    <a:pt x="7724" y="11584"/>
                  </a:lnTo>
                  <a:lnTo>
                    <a:pt x="8535" y="11121"/>
                  </a:lnTo>
                  <a:lnTo>
                    <a:pt x="9268" y="10619"/>
                  </a:lnTo>
                  <a:lnTo>
                    <a:pt x="9963" y="10078"/>
                  </a:lnTo>
                  <a:lnTo>
                    <a:pt x="10311" y="9770"/>
                  </a:lnTo>
                  <a:lnTo>
                    <a:pt x="10620" y="9422"/>
                  </a:lnTo>
                  <a:lnTo>
                    <a:pt x="10890" y="9074"/>
                  </a:lnTo>
                  <a:lnTo>
                    <a:pt x="11161" y="8727"/>
                  </a:lnTo>
                  <a:lnTo>
                    <a:pt x="11392" y="8341"/>
                  </a:lnTo>
                  <a:lnTo>
                    <a:pt x="11624" y="7955"/>
                  </a:lnTo>
                  <a:lnTo>
                    <a:pt x="11817" y="7568"/>
                  </a:lnTo>
                  <a:lnTo>
                    <a:pt x="11971" y="7182"/>
                  </a:lnTo>
                  <a:lnTo>
                    <a:pt x="12126" y="6758"/>
                  </a:lnTo>
                  <a:lnTo>
                    <a:pt x="12242" y="6333"/>
                  </a:lnTo>
                  <a:lnTo>
                    <a:pt x="12319" y="5947"/>
                  </a:lnTo>
                  <a:lnTo>
                    <a:pt x="12358" y="5522"/>
                  </a:lnTo>
                  <a:lnTo>
                    <a:pt x="12396" y="5097"/>
                  </a:lnTo>
                  <a:lnTo>
                    <a:pt x="12396" y="4672"/>
                  </a:lnTo>
                  <a:lnTo>
                    <a:pt x="12358" y="4248"/>
                  </a:lnTo>
                  <a:lnTo>
                    <a:pt x="12280" y="3823"/>
                  </a:lnTo>
                  <a:lnTo>
                    <a:pt x="12203" y="3437"/>
                  </a:lnTo>
                  <a:lnTo>
                    <a:pt x="12049" y="3051"/>
                  </a:lnTo>
                  <a:lnTo>
                    <a:pt x="11894" y="2664"/>
                  </a:lnTo>
                  <a:lnTo>
                    <a:pt x="11701" y="2278"/>
                  </a:lnTo>
                  <a:lnTo>
                    <a:pt x="11469" y="1892"/>
                  </a:lnTo>
                  <a:lnTo>
                    <a:pt x="11161" y="1545"/>
                  </a:lnTo>
                  <a:lnTo>
                    <a:pt x="10890" y="1274"/>
                  </a:lnTo>
                  <a:lnTo>
                    <a:pt x="10620" y="1004"/>
                  </a:lnTo>
                  <a:lnTo>
                    <a:pt x="10311" y="772"/>
                  </a:lnTo>
                  <a:lnTo>
                    <a:pt x="9963" y="579"/>
                  </a:lnTo>
                  <a:lnTo>
                    <a:pt x="9655" y="386"/>
                  </a:lnTo>
                  <a:lnTo>
                    <a:pt x="9307" y="232"/>
                  </a:lnTo>
                  <a:lnTo>
                    <a:pt x="8921" y="116"/>
                  </a:lnTo>
                  <a:lnTo>
                    <a:pt x="8573" y="39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19"/>
            <p:cNvSpPr/>
            <p:nvPr/>
          </p:nvSpPr>
          <p:spPr>
            <a:xfrm>
              <a:off x="5860425" y="885700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9" y="310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3"/>
                  </a:lnTo>
                  <a:lnTo>
                    <a:pt x="7299" y="503"/>
                  </a:lnTo>
                  <a:lnTo>
                    <a:pt x="7454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4"/>
                  </a:lnTo>
                  <a:lnTo>
                    <a:pt x="6295" y="4944"/>
                  </a:lnTo>
                  <a:lnTo>
                    <a:pt x="6218" y="3978"/>
                  </a:lnTo>
                  <a:lnTo>
                    <a:pt x="6141" y="2974"/>
                  </a:lnTo>
                  <a:lnTo>
                    <a:pt x="6141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5"/>
                  </a:lnTo>
                  <a:lnTo>
                    <a:pt x="6450" y="503"/>
                  </a:lnTo>
                  <a:lnTo>
                    <a:pt x="6527" y="426"/>
                  </a:lnTo>
                  <a:lnTo>
                    <a:pt x="6643" y="348"/>
                  </a:lnTo>
                  <a:lnTo>
                    <a:pt x="6759" y="310"/>
                  </a:lnTo>
                  <a:close/>
                  <a:moveTo>
                    <a:pt x="11972" y="4712"/>
                  </a:moveTo>
                  <a:lnTo>
                    <a:pt x="12087" y="4750"/>
                  </a:lnTo>
                  <a:lnTo>
                    <a:pt x="12165" y="4828"/>
                  </a:lnTo>
                  <a:lnTo>
                    <a:pt x="12281" y="4905"/>
                  </a:lnTo>
                  <a:lnTo>
                    <a:pt x="12319" y="4982"/>
                  </a:lnTo>
                  <a:lnTo>
                    <a:pt x="12396" y="5137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2"/>
                  </a:lnTo>
                  <a:lnTo>
                    <a:pt x="10041" y="5832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9" y="5252"/>
                  </a:lnTo>
                  <a:lnTo>
                    <a:pt x="7956" y="5021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9" y="4750"/>
                  </a:lnTo>
                  <a:lnTo>
                    <a:pt x="11354" y="4712"/>
                  </a:lnTo>
                  <a:close/>
                  <a:moveTo>
                    <a:pt x="5639" y="5754"/>
                  </a:moveTo>
                  <a:lnTo>
                    <a:pt x="4558" y="6449"/>
                  </a:lnTo>
                  <a:lnTo>
                    <a:pt x="3438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30" y="7917"/>
                  </a:lnTo>
                  <a:lnTo>
                    <a:pt x="1121" y="7955"/>
                  </a:lnTo>
                  <a:lnTo>
                    <a:pt x="928" y="7917"/>
                  </a:lnTo>
                  <a:lnTo>
                    <a:pt x="851" y="7878"/>
                  </a:lnTo>
                  <a:lnTo>
                    <a:pt x="773" y="7801"/>
                  </a:lnTo>
                  <a:lnTo>
                    <a:pt x="735" y="7685"/>
                  </a:lnTo>
                  <a:lnTo>
                    <a:pt x="696" y="7531"/>
                  </a:lnTo>
                  <a:lnTo>
                    <a:pt x="696" y="7376"/>
                  </a:lnTo>
                  <a:lnTo>
                    <a:pt x="696" y="7222"/>
                  </a:lnTo>
                  <a:lnTo>
                    <a:pt x="735" y="7145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3"/>
                  </a:lnTo>
                  <a:lnTo>
                    <a:pt x="2743" y="6449"/>
                  </a:lnTo>
                  <a:lnTo>
                    <a:pt x="3592" y="6295"/>
                  </a:lnTo>
                  <a:lnTo>
                    <a:pt x="4635" y="6063"/>
                  </a:lnTo>
                  <a:lnTo>
                    <a:pt x="5137" y="5909"/>
                  </a:lnTo>
                  <a:lnTo>
                    <a:pt x="5639" y="5754"/>
                  </a:lnTo>
                  <a:close/>
                  <a:moveTo>
                    <a:pt x="6952" y="1"/>
                  </a:moveTo>
                  <a:lnTo>
                    <a:pt x="6720" y="39"/>
                  </a:lnTo>
                  <a:lnTo>
                    <a:pt x="6527" y="117"/>
                  </a:lnTo>
                  <a:lnTo>
                    <a:pt x="6334" y="233"/>
                  </a:lnTo>
                  <a:lnTo>
                    <a:pt x="6141" y="426"/>
                  </a:lnTo>
                  <a:lnTo>
                    <a:pt x="5986" y="619"/>
                  </a:lnTo>
                  <a:lnTo>
                    <a:pt x="5909" y="812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2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4" y="5021"/>
                  </a:lnTo>
                  <a:lnTo>
                    <a:pt x="6025" y="5137"/>
                  </a:lnTo>
                  <a:lnTo>
                    <a:pt x="6064" y="5252"/>
                  </a:lnTo>
                  <a:lnTo>
                    <a:pt x="5523" y="5446"/>
                  </a:lnTo>
                  <a:lnTo>
                    <a:pt x="4982" y="5561"/>
                  </a:lnTo>
                  <a:lnTo>
                    <a:pt x="3940" y="5832"/>
                  </a:lnTo>
                  <a:lnTo>
                    <a:pt x="2858" y="6025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1" y="6643"/>
                  </a:lnTo>
                  <a:lnTo>
                    <a:pt x="503" y="6836"/>
                  </a:lnTo>
                  <a:lnTo>
                    <a:pt x="233" y="7029"/>
                  </a:lnTo>
                  <a:lnTo>
                    <a:pt x="117" y="7145"/>
                  </a:lnTo>
                  <a:lnTo>
                    <a:pt x="40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40" y="7724"/>
                  </a:lnTo>
                  <a:lnTo>
                    <a:pt x="117" y="7917"/>
                  </a:lnTo>
                  <a:lnTo>
                    <a:pt x="233" y="8033"/>
                  </a:lnTo>
                  <a:lnTo>
                    <a:pt x="349" y="8149"/>
                  </a:lnTo>
                  <a:lnTo>
                    <a:pt x="503" y="8226"/>
                  </a:lnTo>
                  <a:lnTo>
                    <a:pt x="619" y="8264"/>
                  </a:lnTo>
                  <a:lnTo>
                    <a:pt x="928" y="8342"/>
                  </a:lnTo>
                  <a:lnTo>
                    <a:pt x="1275" y="8342"/>
                  </a:lnTo>
                  <a:lnTo>
                    <a:pt x="1623" y="8303"/>
                  </a:lnTo>
                  <a:lnTo>
                    <a:pt x="1932" y="8187"/>
                  </a:lnTo>
                  <a:lnTo>
                    <a:pt x="2550" y="7994"/>
                  </a:lnTo>
                  <a:lnTo>
                    <a:pt x="3554" y="7531"/>
                  </a:lnTo>
                  <a:lnTo>
                    <a:pt x="4519" y="6990"/>
                  </a:lnTo>
                  <a:lnTo>
                    <a:pt x="5446" y="6372"/>
                  </a:lnTo>
                  <a:lnTo>
                    <a:pt x="5909" y="6063"/>
                  </a:lnTo>
                  <a:lnTo>
                    <a:pt x="6334" y="5716"/>
                  </a:lnTo>
                  <a:lnTo>
                    <a:pt x="6527" y="6102"/>
                  </a:lnTo>
                  <a:lnTo>
                    <a:pt x="6643" y="6295"/>
                  </a:lnTo>
                  <a:lnTo>
                    <a:pt x="6759" y="6449"/>
                  </a:lnTo>
                  <a:lnTo>
                    <a:pt x="7029" y="6372"/>
                  </a:lnTo>
                  <a:lnTo>
                    <a:pt x="7029" y="6334"/>
                  </a:lnTo>
                  <a:lnTo>
                    <a:pt x="6836" y="5986"/>
                  </a:lnTo>
                  <a:lnTo>
                    <a:pt x="6759" y="5832"/>
                  </a:lnTo>
                  <a:lnTo>
                    <a:pt x="6720" y="5639"/>
                  </a:lnTo>
                  <a:lnTo>
                    <a:pt x="6720" y="5561"/>
                  </a:lnTo>
                  <a:lnTo>
                    <a:pt x="7569" y="5832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8"/>
                  </a:lnTo>
                  <a:lnTo>
                    <a:pt x="11006" y="6218"/>
                  </a:lnTo>
                  <a:lnTo>
                    <a:pt x="11470" y="6179"/>
                  </a:lnTo>
                  <a:lnTo>
                    <a:pt x="11933" y="6141"/>
                  </a:lnTo>
                  <a:lnTo>
                    <a:pt x="12358" y="5986"/>
                  </a:lnTo>
                  <a:lnTo>
                    <a:pt x="12512" y="5909"/>
                  </a:lnTo>
                  <a:lnTo>
                    <a:pt x="12667" y="5793"/>
                  </a:lnTo>
                  <a:lnTo>
                    <a:pt x="12821" y="5677"/>
                  </a:lnTo>
                  <a:lnTo>
                    <a:pt x="12898" y="5523"/>
                  </a:lnTo>
                  <a:lnTo>
                    <a:pt x="12976" y="5368"/>
                  </a:lnTo>
                  <a:lnTo>
                    <a:pt x="12976" y="5175"/>
                  </a:lnTo>
                  <a:lnTo>
                    <a:pt x="12976" y="4982"/>
                  </a:lnTo>
                  <a:lnTo>
                    <a:pt x="12898" y="4828"/>
                  </a:lnTo>
                  <a:lnTo>
                    <a:pt x="12821" y="4712"/>
                  </a:lnTo>
                  <a:lnTo>
                    <a:pt x="12744" y="4635"/>
                  </a:lnTo>
                  <a:lnTo>
                    <a:pt x="12628" y="4519"/>
                  </a:lnTo>
                  <a:lnTo>
                    <a:pt x="12474" y="4480"/>
                  </a:lnTo>
                  <a:lnTo>
                    <a:pt x="12165" y="4364"/>
                  </a:lnTo>
                  <a:lnTo>
                    <a:pt x="11817" y="4326"/>
                  </a:lnTo>
                  <a:lnTo>
                    <a:pt x="11470" y="4326"/>
                  </a:lnTo>
                  <a:lnTo>
                    <a:pt x="10890" y="4364"/>
                  </a:lnTo>
                  <a:lnTo>
                    <a:pt x="9848" y="4403"/>
                  </a:lnTo>
                  <a:lnTo>
                    <a:pt x="8844" y="4480"/>
                  </a:lnTo>
                  <a:lnTo>
                    <a:pt x="7840" y="4635"/>
                  </a:lnTo>
                  <a:lnTo>
                    <a:pt x="6836" y="4828"/>
                  </a:lnTo>
                  <a:lnTo>
                    <a:pt x="7376" y="3476"/>
                  </a:lnTo>
                  <a:lnTo>
                    <a:pt x="7647" y="2742"/>
                  </a:lnTo>
                  <a:lnTo>
                    <a:pt x="7840" y="2047"/>
                  </a:lnTo>
                  <a:lnTo>
                    <a:pt x="7917" y="1816"/>
                  </a:lnTo>
                  <a:lnTo>
                    <a:pt x="7917" y="1545"/>
                  </a:lnTo>
                  <a:lnTo>
                    <a:pt x="7917" y="1314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9"/>
                  </a:lnTo>
                  <a:lnTo>
                    <a:pt x="7531" y="426"/>
                  </a:lnTo>
                  <a:lnTo>
                    <a:pt x="7338" y="271"/>
                  </a:lnTo>
                  <a:lnTo>
                    <a:pt x="7261" y="155"/>
                  </a:lnTo>
                  <a:lnTo>
                    <a:pt x="7145" y="78"/>
                  </a:lnTo>
                  <a:lnTo>
                    <a:pt x="695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19"/>
            <p:cNvSpPr/>
            <p:nvPr/>
          </p:nvSpPr>
          <p:spPr>
            <a:xfrm>
              <a:off x="6760175" y="920450"/>
              <a:ext cx="375550" cy="387150"/>
            </a:xfrm>
            <a:custGeom>
              <a:avLst/>
              <a:gdLst/>
              <a:ahLst/>
              <a:cxnLst/>
              <a:rect l="l" t="t" r="r" b="b"/>
              <a:pathLst>
                <a:path w="15022" h="15486" extrusionOk="0">
                  <a:moveTo>
                    <a:pt x="7491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2" y="850"/>
                  </a:lnTo>
                  <a:lnTo>
                    <a:pt x="10194" y="1044"/>
                  </a:lnTo>
                  <a:lnTo>
                    <a:pt x="10696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79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79" y="9230"/>
                  </a:lnTo>
                  <a:lnTo>
                    <a:pt x="4170" y="10041"/>
                  </a:lnTo>
                  <a:lnTo>
                    <a:pt x="3977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91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8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91" y="503"/>
                  </a:lnTo>
                  <a:close/>
                  <a:moveTo>
                    <a:pt x="11971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52" y="3206"/>
                  </a:lnTo>
                  <a:lnTo>
                    <a:pt x="13322" y="3669"/>
                  </a:lnTo>
                  <a:lnTo>
                    <a:pt x="13592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7" y="6797"/>
                  </a:lnTo>
                  <a:lnTo>
                    <a:pt x="12164" y="6952"/>
                  </a:lnTo>
                  <a:lnTo>
                    <a:pt x="11391" y="7145"/>
                  </a:lnTo>
                  <a:lnTo>
                    <a:pt x="10658" y="7415"/>
                  </a:lnTo>
                  <a:lnTo>
                    <a:pt x="9963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7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7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1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0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719" y="12667"/>
                  </a:lnTo>
                  <a:lnTo>
                    <a:pt x="6178" y="12782"/>
                  </a:lnTo>
                  <a:lnTo>
                    <a:pt x="5676" y="12937"/>
                  </a:lnTo>
                  <a:lnTo>
                    <a:pt x="5174" y="13130"/>
                  </a:lnTo>
                  <a:lnTo>
                    <a:pt x="4672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69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4" y="4519"/>
                  </a:lnTo>
                  <a:lnTo>
                    <a:pt x="2471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80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6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58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0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8"/>
                  </a:lnTo>
                  <a:lnTo>
                    <a:pt x="3244" y="13439"/>
                  </a:lnTo>
                  <a:lnTo>
                    <a:pt x="3166" y="13439"/>
                  </a:lnTo>
                  <a:lnTo>
                    <a:pt x="3051" y="13478"/>
                  </a:lnTo>
                  <a:lnTo>
                    <a:pt x="2973" y="13516"/>
                  </a:lnTo>
                  <a:lnTo>
                    <a:pt x="3051" y="13362"/>
                  </a:lnTo>
                  <a:lnTo>
                    <a:pt x="3166" y="13207"/>
                  </a:lnTo>
                  <a:lnTo>
                    <a:pt x="3321" y="13130"/>
                  </a:lnTo>
                  <a:lnTo>
                    <a:pt x="3475" y="13014"/>
                  </a:lnTo>
                  <a:lnTo>
                    <a:pt x="3668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0" y="13362"/>
                  </a:lnTo>
                  <a:lnTo>
                    <a:pt x="11893" y="13478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7" y="14983"/>
                  </a:lnTo>
                  <a:lnTo>
                    <a:pt x="7375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3" y="14636"/>
                  </a:lnTo>
                  <a:lnTo>
                    <a:pt x="5020" y="14482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50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6" y="12860"/>
                  </a:lnTo>
                  <a:close/>
                  <a:moveTo>
                    <a:pt x="7607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84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5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9"/>
                  </a:lnTo>
                  <a:lnTo>
                    <a:pt x="270" y="9925"/>
                  </a:lnTo>
                  <a:lnTo>
                    <a:pt x="463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6" y="14134"/>
                  </a:lnTo>
                  <a:lnTo>
                    <a:pt x="3475" y="14327"/>
                  </a:lnTo>
                  <a:lnTo>
                    <a:pt x="3784" y="14520"/>
                  </a:lnTo>
                  <a:lnTo>
                    <a:pt x="4132" y="14597"/>
                  </a:lnTo>
                  <a:lnTo>
                    <a:pt x="4557" y="14829"/>
                  </a:lnTo>
                  <a:lnTo>
                    <a:pt x="4981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98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8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1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5" y="8882"/>
                  </a:lnTo>
                  <a:lnTo>
                    <a:pt x="14983" y="8303"/>
                  </a:lnTo>
                  <a:lnTo>
                    <a:pt x="15021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3" y="233"/>
                  </a:lnTo>
                  <a:lnTo>
                    <a:pt x="8766" y="117"/>
                  </a:lnTo>
                  <a:lnTo>
                    <a:pt x="8186" y="40"/>
                  </a:lnTo>
                  <a:lnTo>
                    <a:pt x="76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19"/>
            <p:cNvSpPr/>
            <p:nvPr/>
          </p:nvSpPr>
          <p:spPr>
            <a:xfrm>
              <a:off x="1177425" y="95232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8"/>
                  </a:lnTo>
                  <a:lnTo>
                    <a:pt x="23787" y="2124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47"/>
                  </a:lnTo>
                  <a:lnTo>
                    <a:pt x="23092" y="1931"/>
                  </a:lnTo>
                  <a:lnTo>
                    <a:pt x="23015" y="1815"/>
                  </a:lnTo>
                  <a:lnTo>
                    <a:pt x="22976" y="1622"/>
                  </a:lnTo>
                  <a:lnTo>
                    <a:pt x="22976" y="1429"/>
                  </a:lnTo>
                  <a:lnTo>
                    <a:pt x="23053" y="1236"/>
                  </a:lnTo>
                  <a:lnTo>
                    <a:pt x="23169" y="1081"/>
                  </a:lnTo>
                  <a:lnTo>
                    <a:pt x="23285" y="966"/>
                  </a:lnTo>
                  <a:close/>
                  <a:moveTo>
                    <a:pt x="24096" y="2394"/>
                  </a:moveTo>
                  <a:lnTo>
                    <a:pt x="24212" y="2742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784"/>
                  </a:lnTo>
                  <a:lnTo>
                    <a:pt x="24173" y="3707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3"/>
                  </a:lnTo>
                  <a:lnTo>
                    <a:pt x="23710" y="3128"/>
                  </a:lnTo>
                  <a:lnTo>
                    <a:pt x="23710" y="2896"/>
                  </a:lnTo>
                  <a:lnTo>
                    <a:pt x="23787" y="2703"/>
                  </a:lnTo>
                  <a:lnTo>
                    <a:pt x="23941" y="2549"/>
                  </a:lnTo>
                  <a:lnTo>
                    <a:pt x="24096" y="2394"/>
                  </a:lnTo>
                  <a:close/>
                  <a:moveTo>
                    <a:pt x="16180" y="4943"/>
                  </a:moveTo>
                  <a:lnTo>
                    <a:pt x="16296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66" y="5252"/>
                  </a:lnTo>
                  <a:lnTo>
                    <a:pt x="16566" y="5406"/>
                  </a:lnTo>
                  <a:lnTo>
                    <a:pt x="16296" y="5406"/>
                  </a:lnTo>
                  <a:lnTo>
                    <a:pt x="15678" y="5479"/>
                  </a:lnTo>
                  <a:lnTo>
                    <a:pt x="15678" y="5479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94" y="5136"/>
                  </a:lnTo>
                  <a:lnTo>
                    <a:pt x="15871" y="5059"/>
                  </a:lnTo>
                  <a:lnTo>
                    <a:pt x="15948" y="5020"/>
                  </a:lnTo>
                  <a:lnTo>
                    <a:pt x="16064" y="4943"/>
                  </a:lnTo>
                  <a:close/>
                  <a:moveTo>
                    <a:pt x="24443" y="4209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484"/>
                  </a:lnTo>
                  <a:lnTo>
                    <a:pt x="24057" y="5406"/>
                  </a:lnTo>
                  <a:lnTo>
                    <a:pt x="23903" y="5252"/>
                  </a:lnTo>
                  <a:lnTo>
                    <a:pt x="23826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903" y="4595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09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04"/>
                  </a:lnTo>
                  <a:lnTo>
                    <a:pt x="17995" y="4982"/>
                  </a:lnTo>
                  <a:lnTo>
                    <a:pt x="18111" y="5175"/>
                  </a:lnTo>
                  <a:lnTo>
                    <a:pt x="18149" y="5406"/>
                  </a:lnTo>
                  <a:lnTo>
                    <a:pt x="18072" y="5599"/>
                  </a:lnTo>
                  <a:lnTo>
                    <a:pt x="17570" y="5484"/>
                  </a:lnTo>
                  <a:lnTo>
                    <a:pt x="17029" y="5406"/>
                  </a:lnTo>
                  <a:lnTo>
                    <a:pt x="17068" y="5290"/>
                  </a:lnTo>
                  <a:lnTo>
                    <a:pt x="17107" y="5136"/>
                  </a:lnTo>
                  <a:lnTo>
                    <a:pt x="17184" y="5020"/>
                  </a:lnTo>
                  <a:lnTo>
                    <a:pt x="17300" y="4943"/>
                  </a:lnTo>
                  <a:lnTo>
                    <a:pt x="17416" y="4866"/>
                  </a:lnTo>
                  <a:lnTo>
                    <a:pt x="17531" y="4827"/>
                  </a:lnTo>
                  <a:close/>
                  <a:moveTo>
                    <a:pt x="14597" y="5290"/>
                  </a:moveTo>
                  <a:lnTo>
                    <a:pt x="14713" y="5329"/>
                  </a:lnTo>
                  <a:lnTo>
                    <a:pt x="14828" y="5368"/>
                  </a:lnTo>
                  <a:lnTo>
                    <a:pt x="14944" y="5445"/>
                  </a:lnTo>
                  <a:lnTo>
                    <a:pt x="15021" y="5522"/>
                  </a:lnTo>
                  <a:lnTo>
                    <a:pt x="15060" y="5638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24"/>
                  </a:lnTo>
                  <a:lnTo>
                    <a:pt x="14056" y="5792"/>
                  </a:lnTo>
                  <a:lnTo>
                    <a:pt x="14133" y="5599"/>
                  </a:lnTo>
                  <a:lnTo>
                    <a:pt x="14249" y="5406"/>
                  </a:lnTo>
                  <a:lnTo>
                    <a:pt x="14365" y="5368"/>
                  </a:lnTo>
                  <a:lnTo>
                    <a:pt x="14481" y="5329"/>
                  </a:lnTo>
                  <a:lnTo>
                    <a:pt x="14597" y="5290"/>
                  </a:lnTo>
                  <a:close/>
                  <a:moveTo>
                    <a:pt x="19115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85" y="5792"/>
                  </a:lnTo>
                  <a:lnTo>
                    <a:pt x="19385" y="5986"/>
                  </a:lnTo>
                  <a:lnTo>
                    <a:pt x="19346" y="6140"/>
                  </a:lnTo>
                  <a:lnTo>
                    <a:pt x="18613" y="5792"/>
                  </a:lnTo>
                  <a:lnTo>
                    <a:pt x="18651" y="5715"/>
                  </a:lnTo>
                  <a:lnTo>
                    <a:pt x="18690" y="5638"/>
                  </a:lnTo>
                  <a:lnTo>
                    <a:pt x="18844" y="5522"/>
                  </a:lnTo>
                  <a:lnTo>
                    <a:pt x="18999" y="5484"/>
                  </a:lnTo>
                  <a:close/>
                  <a:moveTo>
                    <a:pt x="20350" y="6063"/>
                  </a:moveTo>
                  <a:lnTo>
                    <a:pt x="20466" y="6101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52" y="6719"/>
                  </a:lnTo>
                  <a:lnTo>
                    <a:pt x="20891" y="6912"/>
                  </a:lnTo>
                  <a:lnTo>
                    <a:pt x="20891" y="6912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48" y="6256"/>
                  </a:lnTo>
                  <a:lnTo>
                    <a:pt x="19887" y="6179"/>
                  </a:lnTo>
                  <a:lnTo>
                    <a:pt x="20003" y="6101"/>
                  </a:lnTo>
                  <a:lnTo>
                    <a:pt x="20080" y="6063"/>
                  </a:lnTo>
                  <a:close/>
                  <a:moveTo>
                    <a:pt x="23748" y="5870"/>
                  </a:moveTo>
                  <a:lnTo>
                    <a:pt x="23941" y="5947"/>
                  </a:lnTo>
                  <a:lnTo>
                    <a:pt x="24019" y="5986"/>
                  </a:lnTo>
                  <a:lnTo>
                    <a:pt x="24096" y="5986"/>
                  </a:lnTo>
                  <a:lnTo>
                    <a:pt x="23941" y="6294"/>
                  </a:lnTo>
                  <a:lnTo>
                    <a:pt x="23748" y="6526"/>
                  </a:lnTo>
                  <a:lnTo>
                    <a:pt x="23517" y="6758"/>
                  </a:lnTo>
                  <a:lnTo>
                    <a:pt x="23246" y="6951"/>
                  </a:lnTo>
                  <a:lnTo>
                    <a:pt x="23208" y="6912"/>
                  </a:lnTo>
                  <a:lnTo>
                    <a:pt x="23092" y="6719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9"/>
                  </a:lnTo>
                  <a:lnTo>
                    <a:pt x="23131" y="6063"/>
                  </a:lnTo>
                  <a:lnTo>
                    <a:pt x="23208" y="5986"/>
                  </a:lnTo>
                  <a:lnTo>
                    <a:pt x="23285" y="5908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2"/>
                  </a:lnTo>
                  <a:lnTo>
                    <a:pt x="12627" y="6796"/>
                  </a:lnTo>
                  <a:lnTo>
                    <a:pt x="12627" y="6642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98" y="6179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681"/>
                  </a:lnTo>
                  <a:lnTo>
                    <a:pt x="22629" y="6835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05"/>
                  </a:lnTo>
                  <a:lnTo>
                    <a:pt x="22551" y="7221"/>
                  </a:lnTo>
                  <a:lnTo>
                    <a:pt x="22165" y="7221"/>
                  </a:lnTo>
                  <a:lnTo>
                    <a:pt x="21779" y="7183"/>
                  </a:lnTo>
                  <a:lnTo>
                    <a:pt x="21393" y="7105"/>
                  </a:lnTo>
                  <a:lnTo>
                    <a:pt x="21509" y="6912"/>
                  </a:lnTo>
                  <a:lnTo>
                    <a:pt x="21625" y="6719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376"/>
                  </a:moveTo>
                  <a:lnTo>
                    <a:pt x="12473" y="7414"/>
                  </a:lnTo>
                  <a:lnTo>
                    <a:pt x="12125" y="7955"/>
                  </a:lnTo>
                  <a:lnTo>
                    <a:pt x="11816" y="8534"/>
                  </a:lnTo>
                  <a:lnTo>
                    <a:pt x="11701" y="8341"/>
                  </a:lnTo>
                  <a:lnTo>
                    <a:pt x="11662" y="8071"/>
                  </a:lnTo>
                  <a:lnTo>
                    <a:pt x="11662" y="7955"/>
                  </a:lnTo>
                  <a:lnTo>
                    <a:pt x="11701" y="7800"/>
                  </a:lnTo>
                  <a:lnTo>
                    <a:pt x="11739" y="7685"/>
                  </a:lnTo>
                  <a:lnTo>
                    <a:pt x="11816" y="7607"/>
                  </a:lnTo>
                  <a:lnTo>
                    <a:pt x="11932" y="7492"/>
                  </a:lnTo>
                  <a:lnTo>
                    <a:pt x="12048" y="7453"/>
                  </a:lnTo>
                  <a:lnTo>
                    <a:pt x="12164" y="7414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94" y="9384"/>
                  </a:lnTo>
                  <a:lnTo>
                    <a:pt x="2472" y="9461"/>
                  </a:lnTo>
                  <a:lnTo>
                    <a:pt x="2549" y="9538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9963"/>
                  </a:lnTo>
                  <a:lnTo>
                    <a:pt x="2124" y="9886"/>
                  </a:lnTo>
                  <a:lnTo>
                    <a:pt x="1661" y="9847"/>
                  </a:lnTo>
                  <a:lnTo>
                    <a:pt x="1699" y="9731"/>
                  </a:lnTo>
                  <a:lnTo>
                    <a:pt x="1738" y="9615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lnTo>
                    <a:pt x="2124" y="9345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01"/>
                  </a:lnTo>
                  <a:lnTo>
                    <a:pt x="11276" y="10272"/>
                  </a:lnTo>
                  <a:lnTo>
                    <a:pt x="11237" y="10233"/>
                  </a:lnTo>
                  <a:lnTo>
                    <a:pt x="11083" y="10040"/>
                  </a:lnTo>
                  <a:lnTo>
                    <a:pt x="10967" y="9808"/>
                  </a:lnTo>
                  <a:lnTo>
                    <a:pt x="10928" y="9693"/>
                  </a:lnTo>
                  <a:lnTo>
                    <a:pt x="10928" y="9538"/>
                  </a:lnTo>
                  <a:lnTo>
                    <a:pt x="10967" y="9422"/>
                  </a:lnTo>
                  <a:lnTo>
                    <a:pt x="11006" y="9306"/>
                  </a:lnTo>
                  <a:lnTo>
                    <a:pt x="11121" y="9152"/>
                  </a:lnTo>
                  <a:lnTo>
                    <a:pt x="11276" y="9036"/>
                  </a:lnTo>
                  <a:lnTo>
                    <a:pt x="11469" y="8997"/>
                  </a:lnTo>
                  <a:close/>
                  <a:moveTo>
                    <a:pt x="3785" y="9731"/>
                  </a:moveTo>
                  <a:lnTo>
                    <a:pt x="3900" y="9770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71" y="10117"/>
                  </a:lnTo>
                  <a:lnTo>
                    <a:pt x="4171" y="10233"/>
                  </a:lnTo>
                  <a:lnTo>
                    <a:pt x="4171" y="10388"/>
                  </a:lnTo>
                  <a:lnTo>
                    <a:pt x="4132" y="10503"/>
                  </a:lnTo>
                  <a:lnTo>
                    <a:pt x="4055" y="10619"/>
                  </a:lnTo>
                  <a:lnTo>
                    <a:pt x="3900" y="10542"/>
                  </a:lnTo>
                  <a:lnTo>
                    <a:pt x="3514" y="10310"/>
                  </a:lnTo>
                  <a:lnTo>
                    <a:pt x="3089" y="10117"/>
                  </a:lnTo>
                  <a:lnTo>
                    <a:pt x="3167" y="10001"/>
                  </a:lnTo>
                  <a:lnTo>
                    <a:pt x="3244" y="9886"/>
                  </a:lnTo>
                  <a:lnTo>
                    <a:pt x="3360" y="9808"/>
                  </a:lnTo>
                  <a:lnTo>
                    <a:pt x="3514" y="9770"/>
                  </a:lnTo>
                  <a:lnTo>
                    <a:pt x="3630" y="9731"/>
                  </a:lnTo>
                  <a:close/>
                  <a:moveTo>
                    <a:pt x="4827" y="10619"/>
                  </a:moveTo>
                  <a:lnTo>
                    <a:pt x="4943" y="10658"/>
                  </a:lnTo>
                  <a:lnTo>
                    <a:pt x="5020" y="10697"/>
                  </a:lnTo>
                  <a:lnTo>
                    <a:pt x="5097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890"/>
                  </a:lnTo>
                  <a:lnTo>
                    <a:pt x="4441" y="10812"/>
                  </a:lnTo>
                  <a:lnTo>
                    <a:pt x="4518" y="10735"/>
                  </a:lnTo>
                  <a:lnTo>
                    <a:pt x="4673" y="10658"/>
                  </a:lnTo>
                  <a:lnTo>
                    <a:pt x="4827" y="10619"/>
                  </a:lnTo>
                  <a:close/>
                  <a:moveTo>
                    <a:pt x="11160" y="10619"/>
                  </a:moveTo>
                  <a:lnTo>
                    <a:pt x="10967" y="11199"/>
                  </a:lnTo>
                  <a:lnTo>
                    <a:pt x="10735" y="11739"/>
                  </a:lnTo>
                  <a:lnTo>
                    <a:pt x="10697" y="11662"/>
                  </a:lnTo>
                  <a:lnTo>
                    <a:pt x="10504" y="11507"/>
                  </a:lnTo>
                  <a:lnTo>
                    <a:pt x="10426" y="11314"/>
                  </a:lnTo>
                  <a:lnTo>
                    <a:pt x="10388" y="11121"/>
                  </a:lnTo>
                  <a:lnTo>
                    <a:pt x="10465" y="10928"/>
                  </a:lnTo>
                  <a:lnTo>
                    <a:pt x="10581" y="10774"/>
                  </a:lnTo>
                  <a:lnTo>
                    <a:pt x="10735" y="10658"/>
                  </a:lnTo>
                  <a:lnTo>
                    <a:pt x="10928" y="10619"/>
                  </a:lnTo>
                  <a:close/>
                  <a:moveTo>
                    <a:pt x="5754" y="11430"/>
                  </a:moveTo>
                  <a:lnTo>
                    <a:pt x="5986" y="11469"/>
                  </a:lnTo>
                  <a:lnTo>
                    <a:pt x="6063" y="11507"/>
                  </a:lnTo>
                  <a:lnTo>
                    <a:pt x="6179" y="11546"/>
                  </a:lnTo>
                  <a:lnTo>
                    <a:pt x="6256" y="11662"/>
                  </a:lnTo>
                  <a:lnTo>
                    <a:pt x="6333" y="11739"/>
                  </a:lnTo>
                  <a:lnTo>
                    <a:pt x="6410" y="11971"/>
                  </a:lnTo>
                  <a:lnTo>
                    <a:pt x="6410" y="12203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84" y="11585"/>
                  </a:lnTo>
                  <a:lnTo>
                    <a:pt x="5561" y="11507"/>
                  </a:lnTo>
                  <a:lnTo>
                    <a:pt x="5638" y="11469"/>
                  </a:lnTo>
                  <a:lnTo>
                    <a:pt x="5754" y="11430"/>
                  </a:lnTo>
                  <a:close/>
                  <a:moveTo>
                    <a:pt x="10542" y="12009"/>
                  </a:moveTo>
                  <a:lnTo>
                    <a:pt x="10388" y="12280"/>
                  </a:lnTo>
                  <a:lnTo>
                    <a:pt x="10195" y="12511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27"/>
                  </a:lnTo>
                  <a:lnTo>
                    <a:pt x="9654" y="12473"/>
                  </a:lnTo>
                  <a:lnTo>
                    <a:pt x="9693" y="12318"/>
                  </a:lnTo>
                  <a:lnTo>
                    <a:pt x="9808" y="12203"/>
                  </a:lnTo>
                  <a:lnTo>
                    <a:pt x="9963" y="12125"/>
                  </a:lnTo>
                  <a:lnTo>
                    <a:pt x="10156" y="12087"/>
                  </a:lnTo>
                  <a:lnTo>
                    <a:pt x="10542" y="12009"/>
                  </a:lnTo>
                  <a:close/>
                  <a:moveTo>
                    <a:pt x="7376" y="12473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168"/>
                  </a:lnTo>
                  <a:lnTo>
                    <a:pt x="7337" y="12975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83" y="12511"/>
                  </a:lnTo>
                  <a:lnTo>
                    <a:pt x="7376" y="12473"/>
                  </a:lnTo>
                  <a:close/>
                  <a:moveTo>
                    <a:pt x="8959" y="12627"/>
                  </a:moveTo>
                  <a:lnTo>
                    <a:pt x="9113" y="12743"/>
                  </a:lnTo>
                  <a:lnTo>
                    <a:pt x="9229" y="12936"/>
                  </a:lnTo>
                  <a:lnTo>
                    <a:pt x="9268" y="13091"/>
                  </a:lnTo>
                  <a:lnTo>
                    <a:pt x="9268" y="13207"/>
                  </a:lnTo>
                  <a:lnTo>
                    <a:pt x="9036" y="13245"/>
                  </a:lnTo>
                  <a:lnTo>
                    <a:pt x="8804" y="13284"/>
                  </a:lnTo>
                  <a:lnTo>
                    <a:pt x="8302" y="13284"/>
                  </a:lnTo>
                  <a:lnTo>
                    <a:pt x="8341" y="13207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666"/>
                  </a:lnTo>
                  <a:lnTo>
                    <a:pt x="8650" y="12627"/>
                  </a:lnTo>
                  <a:close/>
                  <a:moveTo>
                    <a:pt x="22899" y="0"/>
                  </a:moveTo>
                  <a:lnTo>
                    <a:pt x="22822" y="77"/>
                  </a:lnTo>
                  <a:lnTo>
                    <a:pt x="22783" y="116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386"/>
                  </a:lnTo>
                  <a:lnTo>
                    <a:pt x="22860" y="425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629" y="1506"/>
                  </a:lnTo>
                  <a:lnTo>
                    <a:pt x="22629" y="1699"/>
                  </a:lnTo>
                  <a:lnTo>
                    <a:pt x="22629" y="1854"/>
                  </a:lnTo>
                  <a:lnTo>
                    <a:pt x="22706" y="2047"/>
                  </a:lnTo>
                  <a:lnTo>
                    <a:pt x="22860" y="2240"/>
                  </a:lnTo>
                  <a:lnTo>
                    <a:pt x="23053" y="2394"/>
                  </a:lnTo>
                  <a:lnTo>
                    <a:pt x="23285" y="2472"/>
                  </a:lnTo>
                  <a:lnTo>
                    <a:pt x="23517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44"/>
                  </a:lnTo>
                  <a:lnTo>
                    <a:pt x="23439" y="3476"/>
                  </a:lnTo>
                  <a:lnTo>
                    <a:pt x="23594" y="3707"/>
                  </a:lnTo>
                  <a:lnTo>
                    <a:pt x="23748" y="3862"/>
                  </a:lnTo>
                  <a:lnTo>
                    <a:pt x="23980" y="3978"/>
                  </a:lnTo>
                  <a:lnTo>
                    <a:pt x="23748" y="4209"/>
                  </a:lnTo>
                  <a:lnTo>
                    <a:pt x="23555" y="4441"/>
                  </a:lnTo>
                  <a:lnTo>
                    <a:pt x="23478" y="4750"/>
                  </a:lnTo>
                  <a:lnTo>
                    <a:pt x="23439" y="4866"/>
                  </a:lnTo>
                  <a:lnTo>
                    <a:pt x="23439" y="5020"/>
                  </a:lnTo>
                  <a:lnTo>
                    <a:pt x="23517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69" y="5561"/>
                  </a:lnTo>
                  <a:lnTo>
                    <a:pt x="22976" y="5677"/>
                  </a:lnTo>
                  <a:lnTo>
                    <a:pt x="22822" y="5870"/>
                  </a:lnTo>
                  <a:lnTo>
                    <a:pt x="22706" y="6101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2165" y="6179"/>
                  </a:lnTo>
                  <a:lnTo>
                    <a:pt x="21972" y="6217"/>
                  </a:lnTo>
                  <a:lnTo>
                    <a:pt x="21740" y="6256"/>
                  </a:lnTo>
                  <a:lnTo>
                    <a:pt x="21547" y="6372"/>
                  </a:lnTo>
                  <a:lnTo>
                    <a:pt x="21354" y="6565"/>
                  </a:lnTo>
                  <a:lnTo>
                    <a:pt x="21200" y="6758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5986"/>
                  </a:lnTo>
                  <a:lnTo>
                    <a:pt x="20736" y="5870"/>
                  </a:lnTo>
                  <a:lnTo>
                    <a:pt x="20582" y="5792"/>
                  </a:lnTo>
                  <a:lnTo>
                    <a:pt x="20428" y="5754"/>
                  </a:lnTo>
                  <a:lnTo>
                    <a:pt x="20080" y="5754"/>
                  </a:lnTo>
                  <a:lnTo>
                    <a:pt x="19887" y="5831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4"/>
                  </a:lnTo>
                  <a:lnTo>
                    <a:pt x="19462" y="5290"/>
                  </a:lnTo>
                  <a:lnTo>
                    <a:pt x="19385" y="5213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52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58" y="5097"/>
                  </a:lnTo>
                  <a:lnTo>
                    <a:pt x="18381" y="4982"/>
                  </a:lnTo>
                  <a:lnTo>
                    <a:pt x="18304" y="4827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6" y="4557"/>
                  </a:lnTo>
                  <a:lnTo>
                    <a:pt x="17802" y="4518"/>
                  </a:lnTo>
                  <a:lnTo>
                    <a:pt x="17531" y="4518"/>
                  </a:lnTo>
                  <a:lnTo>
                    <a:pt x="17377" y="4557"/>
                  </a:lnTo>
                  <a:lnTo>
                    <a:pt x="17261" y="4634"/>
                  </a:lnTo>
                  <a:lnTo>
                    <a:pt x="17145" y="4711"/>
                  </a:lnTo>
                  <a:lnTo>
                    <a:pt x="17029" y="4827"/>
                  </a:lnTo>
                  <a:lnTo>
                    <a:pt x="16875" y="5059"/>
                  </a:lnTo>
                  <a:lnTo>
                    <a:pt x="16759" y="4904"/>
                  </a:lnTo>
                  <a:lnTo>
                    <a:pt x="16605" y="4788"/>
                  </a:lnTo>
                  <a:lnTo>
                    <a:pt x="16450" y="4673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27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290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29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43"/>
                  </a:lnTo>
                  <a:lnTo>
                    <a:pt x="14288" y="5020"/>
                  </a:lnTo>
                  <a:lnTo>
                    <a:pt x="14172" y="5059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22"/>
                  </a:lnTo>
                  <a:lnTo>
                    <a:pt x="13786" y="5831"/>
                  </a:lnTo>
                  <a:lnTo>
                    <a:pt x="13593" y="5715"/>
                  </a:lnTo>
                  <a:lnTo>
                    <a:pt x="13361" y="5677"/>
                  </a:lnTo>
                  <a:lnTo>
                    <a:pt x="13168" y="5677"/>
                  </a:lnTo>
                  <a:lnTo>
                    <a:pt x="12936" y="5715"/>
                  </a:lnTo>
                  <a:lnTo>
                    <a:pt x="12743" y="5831"/>
                  </a:lnTo>
                  <a:lnTo>
                    <a:pt x="12627" y="5908"/>
                  </a:lnTo>
                  <a:lnTo>
                    <a:pt x="12511" y="6063"/>
                  </a:lnTo>
                  <a:lnTo>
                    <a:pt x="12434" y="6179"/>
                  </a:lnTo>
                  <a:lnTo>
                    <a:pt x="12357" y="6333"/>
                  </a:lnTo>
                  <a:lnTo>
                    <a:pt x="12357" y="6488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6990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376"/>
                  </a:lnTo>
                  <a:lnTo>
                    <a:pt x="11430" y="7530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314" y="7994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18"/>
                  </a:lnTo>
                  <a:lnTo>
                    <a:pt x="11507" y="8573"/>
                  </a:lnTo>
                  <a:lnTo>
                    <a:pt x="11237" y="8650"/>
                  </a:lnTo>
                  <a:lnTo>
                    <a:pt x="10967" y="8766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619" y="9770"/>
                  </a:lnTo>
                  <a:lnTo>
                    <a:pt x="10697" y="10001"/>
                  </a:lnTo>
                  <a:lnTo>
                    <a:pt x="10851" y="10233"/>
                  </a:lnTo>
                  <a:lnTo>
                    <a:pt x="10619" y="10272"/>
                  </a:lnTo>
                  <a:lnTo>
                    <a:pt x="10426" y="10388"/>
                  </a:lnTo>
                  <a:lnTo>
                    <a:pt x="10272" y="10581"/>
                  </a:lnTo>
                  <a:lnTo>
                    <a:pt x="10117" y="10774"/>
                  </a:lnTo>
                  <a:lnTo>
                    <a:pt x="10079" y="10967"/>
                  </a:lnTo>
                  <a:lnTo>
                    <a:pt x="10040" y="11199"/>
                  </a:lnTo>
                  <a:lnTo>
                    <a:pt x="10079" y="11469"/>
                  </a:lnTo>
                  <a:lnTo>
                    <a:pt x="10195" y="11662"/>
                  </a:lnTo>
                  <a:lnTo>
                    <a:pt x="9924" y="11739"/>
                  </a:lnTo>
                  <a:lnTo>
                    <a:pt x="9693" y="11816"/>
                  </a:lnTo>
                  <a:lnTo>
                    <a:pt x="9500" y="11971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57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18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164"/>
                  </a:lnTo>
                  <a:lnTo>
                    <a:pt x="6990" y="12241"/>
                  </a:lnTo>
                  <a:lnTo>
                    <a:pt x="6796" y="12396"/>
                  </a:lnTo>
                  <a:lnTo>
                    <a:pt x="6796" y="12048"/>
                  </a:lnTo>
                  <a:lnTo>
                    <a:pt x="6758" y="11855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392"/>
                  </a:lnTo>
                  <a:lnTo>
                    <a:pt x="6410" y="11276"/>
                  </a:lnTo>
                  <a:lnTo>
                    <a:pt x="6256" y="11199"/>
                  </a:lnTo>
                  <a:lnTo>
                    <a:pt x="6063" y="11160"/>
                  </a:lnTo>
                  <a:lnTo>
                    <a:pt x="5870" y="11121"/>
                  </a:lnTo>
                  <a:lnTo>
                    <a:pt x="5715" y="11160"/>
                  </a:lnTo>
                  <a:lnTo>
                    <a:pt x="5522" y="11199"/>
                  </a:lnTo>
                  <a:lnTo>
                    <a:pt x="5522" y="10928"/>
                  </a:lnTo>
                  <a:lnTo>
                    <a:pt x="5445" y="10697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49"/>
                  </a:lnTo>
                  <a:lnTo>
                    <a:pt x="4943" y="10310"/>
                  </a:lnTo>
                  <a:lnTo>
                    <a:pt x="4673" y="10310"/>
                  </a:lnTo>
                  <a:lnTo>
                    <a:pt x="4557" y="10349"/>
                  </a:lnTo>
                  <a:lnTo>
                    <a:pt x="4518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09" y="9577"/>
                  </a:lnTo>
                  <a:lnTo>
                    <a:pt x="4093" y="9461"/>
                  </a:lnTo>
                  <a:lnTo>
                    <a:pt x="3900" y="9422"/>
                  </a:lnTo>
                  <a:lnTo>
                    <a:pt x="3746" y="9384"/>
                  </a:lnTo>
                  <a:lnTo>
                    <a:pt x="3591" y="9422"/>
                  </a:lnTo>
                  <a:lnTo>
                    <a:pt x="3437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31"/>
                  </a:lnTo>
                  <a:lnTo>
                    <a:pt x="2974" y="9615"/>
                  </a:lnTo>
                  <a:lnTo>
                    <a:pt x="2896" y="9422"/>
                  </a:lnTo>
                  <a:lnTo>
                    <a:pt x="2781" y="9268"/>
                  </a:lnTo>
                  <a:lnTo>
                    <a:pt x="2626" y="9113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8997"/>
                  </a:lnTo>
                  <a:lnTo>
                    <a:pt x="1854" y="9075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499"/>
                  </a:lnTo>
                  <a:lnTo>
                    <a:pt x="1390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272"/>
                  </a:lnTo>
                  <a:lnTo>
                    <a:pt x="386" y="10426"/>
                  </a:lnTo>
                  <a:lnTo>
                    <a:pt x="271" y="10542"/>
                  </a:lnTo>
                  <a:lnTo>
                    <a:pt x="116" y="10851"/>
                  </a:lnTo>
                  <a:lnTo>
                    <a:pt x="39" y="11199"/>
                  </a:lnTo>
                  <a:lnTo>
                    <a:pt x="0" y="11546"/>
                  </a:lnTo>
                  <a:lnTo>
                    <a:pt x="77" y="11894"/>
                  </a:lnTo>
                  <a:lnTo>
                    <a:pt x="193" y="12241"/>
                  </a:lnTo>
                  <a:lnTo>
                    <a:pt x="386" y="12511"/>
                  </a:lnTo>
                  <a:lnTo>
                    <a:pt x="618" y="12782"/>
                  </a:lnTo>
                  <a:lnTo>
                    <a:pt x="811" y="12898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124" y="13091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11"/>
                  </a:lnTo>
                  <a:lnTo>
                    <a:pt x="3360" y="12203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39"/>
                  </a:lnTo>
                  <a:lnTo>
                    <a:pt x="3283" y="11739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50"/>
                  </a:lnTo>
                  <a:lnTo>
                    <a:pt x="2047" y="12666"/>
                  </a:lnTo>
                  <a:lnTo>
                    <a:pt x="1429" y="12666"/>
                  </a:lnTo>
                  <a:lnTo>
                    <a:pt x="1159" y="12550"/>
                  </a:lnTo>
                  <a:lnTo>
                    <a:pt x="966" y="12434"/>
                  </a:lnTo>
                  <a:lnTo>
                    <a:pt x="811" y="12318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55"/>
                  </a:lnTo>
                  <a:lnTo>
                    <a:pt x="502" y="11701"/>
                  </a:lnTo>
                  <a:lnTo>
                    <a:pt x="502" y="11546"/>
                  </a:lnTo>
                  <a:lnTo>
                    <a:pt x="502" y="11353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927" y="10619"/>
                  </a:lnTo>
                  <a:lnTo>
                    <a:pt x="1043" y="10503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317" y="10349"/>
                  </a:lnTo>
                  <a:lnTo>
                    <a:pt x="2587" y="10426"/>
                  </a:lnTo>
                  <a:lnTo>
                    <a:pt x="2858" y="10503"/>
                  </a:lnTo>
                  <a:lnTo>
                    <a:pt x="3128" y="10619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908" y="12666"/>
                  </a:lnTo>
                  <a:lnTo>
                    <a:pt x="6294" y="12936"/>
                  </a:lnTo>
                  <a:lnTo>
                    <a:pt x="6681" y="13207"/>
                  </a:lnTo>
                  <a:lnTo>
                    <a:pt x="7105" y="13400"/>
                  </a:lnTo>
                  <a:lnTo>
                    <a:pt x="7530" y="13593"/>
                  </a:lnTo>
                  <a:lnTo>
                    <a:pt x="7994" y="13708"/>
                  </a:lnTo>
                  <a:lnTo>
                    <a:pt x="8457" y="13786"/>
                  </a:lnTo>
                  <a:lnTo>
                    <a:pt x="8920" y="13747"/>
                  </a:lnTo>
                  <a:lnTo>
                    <a:pt x="9345" y="13670"/>
                  </a:lnTo>
                  <a:lnTo>
                    <a:pt x="9731" y="13515"/>
                  </a:lnTo>
                  <a:lnTo>
                    <a:pt x="10079" y="13322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34"/>
                  </a:lnTo>
                  <a:lnTo>
                    <a:pt x="11121" y="12087"/>
                  </a:lnTo>
                  <a:lnTo>
                    <a:pt x="11314" y="11739"/>
                  </a:lnTo>
                  <a:lnTo>
                    <a:pt x="11507" y="11199"/>
                  </a:lnTo>
                  <a:lnTo>
                    <a:pt x="11662" y="10658"/>
                  </a:lnTo>
                  <a:lnTo>
                    <a:pt x="11971" y="9615"/>
                  </a:lnTo>
                  <a:lnTo>
                    <a:pt x="12164" y="9075"/>
                  </a:lnTo>
                  <a:lnTo>
                    <a:pt x="12357" y="8573"/>
                  </a:lnTo>
                  <a:lnTo>
                    <a:pt x="12627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51"/>
                  </a:lnTo>
                  <a:lnTo>
                    <a:pt x="14017" y="6681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6"/>
                  </a:lnTo>
                  <a:lnTo>
                    <a:pt x="16296" y="5908"/>
                  </a:lnTo>
                  <a:lnTo>
                    <a:pt x="16914" y="5908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2"/>
                  </a:lnTo>
                  <a:lnTo>
                    <a:pt x="21316" y="7607"/>
                  </a:lnTo>
                  <a:lnTo>
                    <a:pt x="21740" y="7685"/>
                  </a:lnTo>
                  <a:lnTo>
                    <a:pt x="22165" y="7723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492"/>
                  </a:lnTo>
                  <a:lnTo>
                    <a:pt x="23748" y="7260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870"/>
                  </a:lnTo>
                  <a:lnTo>
                    <a:pt x="24907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171"/>
                  </a:lnTo>
                  <a:lnTo>
                    <a:pt x="24984" y="3707"/>
                  </a:lnTo>
                  <a:lnTo>
                    <a:pt x="24907" y="3283"/>
                  </a:lnTo>
                  <a:lnTo>
                    <a:pt x="24791" y="2819"/>
                  </a:lnTo>
                  <a:lnTo>
                    <a:pt x="24637" y="2394"/>
                  </a:lnTo>
                  <a:lnTo>
                    <a:pt x="24482" y="1970"/>
                  </a:lnTo>
                  <a:lnTo>
                    <a:pt x="24250" y="1545"/>
                  </a:lnTo>
                  <a:lnTo>
                    <a:pt x="24057" y="1159"/>
                  </a:lnTo>
                  <a:lnTo>
                    <a:pt x="23826" y="811"/>
                  </a:lnTo>
                  <a:lnTo>
                    <a:pt x="23941" y="348"/>
                  </a:lnTo>
                  <a:lnTo>
                    <a:pt x="23594" y="193"/>
                  </a:lnTo>
                  <a:lnTo>
                    <a:pt x="23208" y="77"/>
                  </a:lnTo>
                  <a:lnTo>
                    <a:pt x="23169" y="39"/>
                  </a:lnTo>
                  <a:lnTo>
                    <a:pt x="2309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19"/>
            <p:cNvSpPr/>
            <p:nvPr/>
          </p:nvSpPr>
          <p:spPr>
            <a:xfrm>
              <a:off x="3792600" y="9600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1"/>
                  </a:lnTo>
                  <a:lnTo>
                    <a:pt x="23479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3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4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7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1"/>
                  </a:lnTo>
                  <a:lnTo>
                    <a:pt x="23865" y="3514"/>
                  </a:lnTo>
                  <a:lnTo>
                    <a:pt x="23788" y="3398"/>
                  </a:lnTo>
                  <a:lnTo>
                    <a:pt x="23749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7"/>
                  </a:lnTo>
                  <a:lnTo>
                    <a:pt x="24097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0"/>
                  </a:lnTo>
                  <a:lnTo>
                    <a:pt x="16567" y="5406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3"/>
                  </a:lnTo>
                  <a:lnTo>
                    <a:pt x="15679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7"/>
                  </a:lnTo>
                  <a:lnTo>
                    <a:pt x="15949" y="5020"/>
                  </a:lnTo>
                  <a:lnTo>
                    <a:pt x="16065" y="4981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7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4" y="5290"/>
                  </a:lnTo>
                  <a:lnTo>
                    <a:pt x="23826" y="5097"/>
                  </a:lnTo>
                  <a:lnTo>
                    <a:pt x="23788" y="4981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0"/>
                  </a:lnTo>
                  <a:lnTo>
                    <a:pt x="17107" y="5175"/>
                  </a:lnTo>
                  <a:lnTo>
                    <a:pt x="17185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1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599"/>
                  </a:lnTo>
                  <a:lnTo>
                    <a:pt x="14250" y="5445"/>
                  </a:lnTo>
                  <a:lnTo>
                    <a:pt x="14366" y="5368"/>
                  </a:lnTo>
                  <a:lnTo>
                    <a:pt x="14443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3" y="5561"/>
                  </a:lnTo>
                  <a:lnTo>
                    <a:pt x="19308" y="5677"/>
                  </a:lnTo>
                  <a:lnTo>
                    <a:pt x="19386" y="5831"/>
                  </a:lnTo>
                  <a:lnTo>
                    <a:pt x="19386" y="5985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1" y="5677"/>
                  </a:lnTo>
                  <a:lnTo>
                    <a:pt x="18845" y="5522"/>
                  </a:lnTo>
                  <a:lnTo>
                    <a:pt x="18999" y="5483"/>
                  </a:lnTo>
                  <a:close/>
                  <a:moveTo>
                    <a:pt x="20197" y="6063"/>
                  </a:moveTo>
                  <a:lnTo>
                    <a:pt x="20351" y="6101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9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2" y="6951"/>
                  </a:lnTo>
                  <a:lnTo>
                    <a:pt x="20467" y="6758"/>
                  </a:lnTo>
                  <a:lnTo>
                    <a:pt x="20081" y="6565"/>
                  </a:lnTo>
                  <a:lnTo>
                    <a:pt x="19810" y="6410"/>
                  </a:lnTo>
                  <a:lnTo>
                    <a:pt x="19849" y="6294"/>
                  </a:lnTo>
                  <a:lnTo>
                    <a:pt x="19888" y="6179"/>
                  </a:lnTo>
                  <a:lnTo>
                    <a:pt x="20003" y="6140"/>
                  </a:lnTo>
                  <a:lnTo>
                    <a:pt x="20081" y="6101"/>
                  </a:lnTo>
                  <a:lnTo>
                    <a:pt x="20197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2" y="5985"/>
                  </a:lnTo>
                  <a:lnTo>
                    <a:pt x="24019" y="6024"/>
                  </a:lnTo>
                  <a:lnTo>
                    <a:pt x="24097" y="6024"/>
                  </a:lnTo>
                  <a:lnTo>
                    <a:pt x="23942" y="6294"/>
                  </a:lnTo>
                  <a:lnTo>
                    <a:pt x="23749" y="6565"/>
                  </a:lnTo>
                  <a:lnTo>
                    <a:pt x="23517" y="6796"/>
                  </a:lnTo>
                  <a:lnTo>
                    <a:pt x="23247" y="6989"/>
                  </a:lnTo>
                  <a:lnTo>
                    <a:pt x="23208" y="6951"/>
                  </a:lnTo>
                  <a:lnTo>
                    <a:pt x="23093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4" y="6179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1"/>
                  </a:moveTo>
                  <a:lnTo>
                    <a:pt x="13478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9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7" y="6951"/>
                  </a:lnTo>
                  <a:lnTo>
                    <a:pt x="12628" y="6796"/>
                  </a:lnTo>
                  <a:lnTo>
                    <a:pt x="12628" y="6681"/>
                  </a:lnTo>
                  <a:lnTo>
                    <a:pt x="12667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1"/>
                  </a:lnTo>
                  <a:close/>
                  <a:moveTo>
                    <a:pt x="22166" y="6565"/>
                  </a:moveTo>
                  <a:lnTo>
                    <a:pt x="22282" y="6603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5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4" y="7105"/>
                  </a:lnTo>
                  <a:lnTo>
                    <a:pt x="21471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50" y="6565"/>
                  </a:lnTo>
                  <a:close/>
                  <a:moveTo>
                    <a:pt x="12280" y="7414"/>
                  </a:moveTo>
                  <a:lnTo>
                    <a:pt x="12474" y="7453"/>
                  </a:lnTo>
                  <a:lnTo>
                    <a:pt x="12126" y="7993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3" y="8109"/>
                  </a:lnTo>
                  <a:lnTo>
                    <a:pt x="11663" y="7955"/>
                  </a:lnTo>
                  <a:lnTo>
                    <a:pt x="11663" y="7839"/>
                  </a:lnTo>
                  <a:lnTo>
                    <a:pt x="11740" y="7723"/>
                  </a:lnTo>
                  <a:lnTo>
                    <a:pt x="11817" y="7607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5" y="7414"/>
                  </a:lnTo>
                  <a:close/>
                  <a:moveTo>
                    <a:pt x="2241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50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1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9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3" y="8997"/>
                  </a:moveTo>
                  <a:lnTo>
                    <a:pt x="11470" y="9499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8" y="9847"/>
                  </a:lnTo>
                  <a:lnTo>
                    <a:pt x="10929" y="9692"/>
                  </a:lnTo>
                  <a:lnTo>
                    <a:pt x="10929" y="9577"/>
                  </a:lnTo>
                  <a:lnTo>
                    <a:pt x="10968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70" y="8997"/>
                  </a:lnTo>
                  <a:close/>
                  <a:moveTo>
                    <a:pt x="3785" y="9770"/>
                  </a:moveTo>
                  <a:lnTo>
                    <a:pt x="3901" y="9808"/>
                  </a:lnTo>
                  <a:lnTo>
                    <a:pt x="4017" y="9886"/>
                  </a:lnTo>
                  <a:lnTo>
                    <a:pt x="4094" y="10001"/>
                  </a:lnTo>
                  <a:lnTo>
                    <a:pt x="4133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5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4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2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1" y="10619"/>
                  </a:moveTo>
                  <a:lnTo>
                    <a:pt x="10968" y="11198"/>
                  </a:lnTo>
                  <a:lnTo>
                    <a:pt x="10736" y="11739"/>
                  </a:lnTo>
                  <a:lnTo>
                    <a:pt x="10659" y="11700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6" y="10967"/>
                  </a:lnTo>
                  <a:lnTo>
                    <a:pt x="10581" y="10812"/>
                  </a:lnTo>
                  <a:lnTo>
                    <a:pt x="10736" y="10696"/>
                  </a:lnTo>
                  <a:lnTo>
                    <a:pt x="10929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7" y="11662"/>
                  </a:lnTo>
                  <a:lnTo>
                    <a:pt x="6334" y="11778"/>
                  </a:lnTo>
                  <a:lnTo>
                    <a:pt x="6372" y="12009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0"/>
                  </a:lnTo>
                  <a:lnTo>
                    <a:pt x="5446" y="11623"/>
                  </a:lnTo>
                  <a:lnTo>
                    <a:pt x="5561" y="11546"/>
                  </a:lnTo>
                  <a:lnTo>
                    <a:pt x="5639" y="11507"/>
                  </a:lnTo>
                  <a:lnTo>
                    <a:pt x="5755" y="11469"/>
                  </a:lnTo>
                  <a:close/>
                  <a:moveTo>
                    <a:pt x="10543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1" y="12936"/>
                  </a:lnTo>
                  <a:lnTo>
                    <a:pt x="9771" y="12859"/>
                  </a:lnTo>
                  <a:lnTo>
                    <a:pt x="9655" y="12666"/>
                  </a:lnTo>
                  <a:lnTo>
                    <a:pt x="9655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4" y="12164"/>
                  </a:lnTo>
                  <a:lnTo>
                    <a:pt x="10157" y="12087"/>
                  </a:lnTo>
                  <a:lnTo>
                    <a:pt x="10543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40" y="13206"/>
                  </a:lnTo>
                  <a:lnTo>
                    <a:pt x="7338" y="13013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4" y="12627"/>
                  </a:moveTo>
                  <a:lnTo>
                    <a:pt x="8960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9" y="13206"/>
                  </a:lnTo>
                  <a:lnTo>
                    <a:pt x="9037" y="13284"/>
                  </a:lnTo>
                  <a:lnTo>
                    <a:pt x="8805" y="13322"/>
                  </a:lnTo>
                  <a:lnTo>
                    <a:pt x="8573" y="13322"/>
                  </a:lnTo>
                  <a:lnTo>
                    <a:pt x="8303" y="13284"/>
                  </a:lnTo>
                  <a:lnTo>
                    <a:pt x="8303" y="13206"/>
                  </a:lnTo>
                  <a:lnTo>
                    <a:pt x="8342" y="13013"/>
                  </a:lnTo>
                  <a:lnTo>
                    <a:pt x="8419" y="12820"/>
                  </a:lnTo>
                  <a:lnTo>
                    <a:pt x="8573" y="12704"/>
                  </a:lnTo>
                  <a:lnTo>
                    <a:pt x="8651" y="12666"/>
                  </a:lnTo>
                  <a:lnTo>
                    <a:pt x="8767" y="12627"/>
                  </a:lnTo>
                  <a:close/>
                  <a:moveTo>
                    <a:pt x="22977" y="0"/>
                  </a:moveTo>
                  <a:lnTo>
                    <a:pt x="22900" y="39"/>
                  </a:lnTo>
                  <a:lnTo>
                    <a:pt x="22822" y="77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900" y="772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1" y="1506"/>
                  </a:lnTo>
                  <a:lnTo>
                    <a:pt x="22591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1" y="2278"/>
                  </a:lnTo>
                  <a:lnTo>
                    <a:pt x="23054" y="2394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2" y="2703"/>
                  </a:lnTo>
                  <a:lnTo>
                    <a:pt x="23363" y="2896"/>
                  </a:lnTo>
                  <a:lnTo>
                    <a:pt x="23324" y="3089"/>
                  </a:lnTo>
                  <a:lnTo>
                    <a:pt x="23363" y="3282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0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79"/>
                  </a:lnTo>
                  <a:lnTo>
                    <a:pt x="23479" y="4750"/>
                  </a:lnTo>
                  <a:lnTo>
                    <a:pt x="23440" y="4904"/>
                  </a:lnTo>
                  <a:lnTo>
                    <a:pt x="23440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2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5" y="6294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4"/>
                  </a:lnTo>
                  <a:lnTo>
                    <a:pt x="21509" y="6410"/>
                  </a:lnTo>
                  <a:lnTo>
                    <a:pt x="21355" y="6565"/>
                  </a:lnTo>
                  <a:lnTo>
                    <a:pt x="21201" y="6796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8"/>
                  </a:lnTo>
                  <a:lnTo>
                    <a:pt x="20583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1" y="5792"/>
                  </a:lnTo>
                  <a:lnTo>
                    <a:pt x="19888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3"/>
                  </a:lnTo>
                  <a:lnTo>
                    <a:pt x="19463" y="5329"/>
                  </a:lnTo>
                  <a:lnTo>
                    <a:pt x="19386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0"/>
                  </a:lnTo>
                  <a:lnTo>
                    <a:pt x="18497" y="5406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2" y="4981"/>
                  </a:lnTo>
                  <a:lnTo>
                    <a:pt x="18304" y="4866"/>
                  </a:lnTo>
                  <a:lnTo>
                    <a:pt x="18189" y="4750"/>
                  </a:lnTo>
                  <a:lnTo>
                    <a:pt x="18073" y="4673"/>
                  </a:lnTo>
                  <a:lnTo>
                    <a:pt x="17957" y="4595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8" y="4595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6" y="5097"/>
                  </a:lnTo>
                  <a:lnTo>
                    <a:pt x="16760" y="4943"/>
                  </a:lnTo>
                  <a:lnTo>
                    <a:pt x="16605" y="4788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1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7" y="5175"/>
                  </a:lnTo>
                  <a:lnTo>
                    <a:pt x="15022" y="5059"/>
                  </a:lnTo>
                  <a:lnTo>
                    <a:pt x="14829" y="4981"/>
                  </a:lnTo>
                  <a:lnTo>
                    <a:pt x="14636" y="4943"/>
                  </a:lnTo>
                  <a:lnTo>
                    <a:pt x="14443" y="4981"/>
                  </a:lnTo>
                  <a:lnTo>
                    <a:pt x="14288" y="5020"/>
                  </a:lnTo>
                  <a:lnTo>
                    <a:pt x="14134" y="5097"/>
                  </a:lnTo>
                  <a:lnTo>
                    <a:pt x="14057" y="5175"/>
                  </a:lnTo>
                  <a:lnTo>
                    <a:pt x="13941" y="5290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2" y="5715"/>
                  </a:lnTo>
                  <a:lnTo>
                    <a:pt x="13169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89"/>
                  </a:lnTo>
                  <a:lnTo>
                    <a:pt x="12165" y="7028"/>
                  </a:lnTo>
                  <a:lnTo>
                    <a:pt x="11894" y="7105"/>
                  </a:lnTo>
                  <a:lnTo>
                    <a:pt x="11663" y="7221"/>
                  </a:lnTo>
                  <a:lnTo>
                    <a:pt x="11508" y="7414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3"/>
                  </a:lnTo>
                  <a:lnTo>
                    <a:pt x="11315" y="8148"/>
                  </a:lnTo>
                  <a:lnTo>
                    <a:pt x="11354" y="8302"/>
                  </a:lnTo>
                  <a:lnTo>
                    <a:pt x="11392" y="8457"/>
                  </a:lnTo>
                  <a:lnTo>
                    <a:pt x="11470" y="8611"/>
                  </a:lnTo>
                  <a:lnTo>
                    <a:pt x="11199" y="8650"/>
                  </a:lnTo>
                  <a:lnTo>
                    <a:pt x="10968" y="8804"/>
                  </a:lnTo>
                  <a:lnTo>
                    <a:pt x="10774" y="8997"/>
                  </a:lnTo>
                  <a:lnTo>
                    <a:pt x="10659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0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5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3" y="12087"/>
                  </a:lnTo>
                  <a:lnTo>
                    <a:pt x="9384" y="12202"/>
                  </a:lnTo>
                  <a:lnTo>
                    <a:pt x="9346" y="12318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8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5" y="12550"/>
                  </a:lnTo>
                  <a:lnTo>
                    <a:pt x="8187" y="12704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2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9" y="11894"/>
                  </a:lnTo>
                  <a:lnTo>
                    <a:pt x="6681" y="11700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4"/>
                  </a:lnTo>
                  <a:lnTo>
                    <a:pt x="6218" y="11198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6" y="10735"/>
                  </a:lnTo>
                  <a:lnTo>
                    <a:pt x="5330" y="10503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4" y="10310"/>
                  </a:lnTo>
                  <a:lnTo>
                    <a:pt x="4828" y="10310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6" y="9499"/>
                  </a:lnTo>
                  <a:lnTo>
                    <a:pt x="3901" y="9461"/>
                  </a:lnTo>
                  <a:lnTo>
                    <a:pt x="3747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5"/>
                  </a:lnTo>
                  <a:lnTo>
                    <a:pt x="3013" y="9770"/>
                  </a:lnTo>
                  <a:lnTo>
                    <a:pt x="2974" y="9615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4" y="9036"/>
                  </a:lnTo>
                  <a:lnTo>
                    <a:pt x="2241" y="8997"/>
                  </a:lnTo>
                  <a:lnTo>
                    <a:pt x="2048" y="9036"/>
                  </a:lnTo>
                  <a:lnTo>
                    <a:pt x="1854" y="9113"/>
                  </a:lnTo>
                  <a:lnTo>
                    <a:pt x="1700" y="9190"/>
                  </a:lnTo>
                  <a:lnTo>
                    <a:pt x="1546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0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0"/>
                  </a:lnTo>
                  <a:lnTo>
                    <a:pt x="812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9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09"/>
                  </a:lnTo>
                  <a:lnTo>
                    <a:pt x="3554" y="11932"/>
                  </a:lnTo>
                  <a:lnTo>
                    <a:pt x="3515" y="11816"/>
                  </a:lnTo>
                  <a:lnTo>
                    <a:pt x="3438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5" y="11816"/>
                  </a:lnTo>
                  <a:lnTo>
                    <a:pt x="3052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8" y="12666"/>
                  </a:lnTo>
                  <a:lnTo>
                    <a:pt x="1739" y="12704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2"/>
                  </a:lnTo>
                  <a:lnTo>
                    <a:pt x="619" y="12048"/>
                  </a:lnTo>
                  <a:lnTo>
                    <a:pt x="542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2" y="11198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19"/>
                  </a:lnTo>
                  <a:lnTo>
                    <a:pt x="1044" y="10542"/>
                  </a:lnTo>
                  <a:lnTo>
                    <a:pt x="1237" y="10465"/>
                  </a:lnTo>
                  <a:lnTo>
                    <a:pt x="1430" y="10388"/>
                  </a:lnTo>
                  <a:lnTo>
                    <a:pt x="1739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4"/>
                  </a:lnTo>
                  <a:lnTo>
                    <a:pt x="6257" y="12975"/>
                  </a:lnTo>
                  <a:lnTo>
                    <a:pt x="6681" y="13206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8" y="13786"/>
                  </a:lnTo>
                  <a:lnTo>
                    <a:pt x="8921" y="13786"/>
                  </a:lnTo>
                  <a:lnTo>
                    <a:pt x="9346" y="13708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9" y="12782"/>
                  </a:lnTo>
                  <a:lnTo>
                    <a:pt x="10929" y="12473"/>
                  </a:lnTo>
                  <a:lnTo>
                    <a:pt x="11122" y="12125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3" y="10696"/>
                  </a:lnTo>
                  <a:lnTo>
                    <a:pt x="11972" y="9615"/>
                  </a:lnTo>
                  <a:lnTo>
                    <a:pt x="12126" y="9113"/>
                  </a:lnTo>
                  <a:lnTo>
                    <a:pt x="12358" y="8611"/>
                  </a:lnTo>
                  <a:lnTo>
                    <a:pt x="12589" y="8109"/>
                  </a:lnTo>
                  <a:lnTo>
                    <a:pt x="12937" y="7646"/>
                  </a:lnTo>
                  <a:lnTo>
                    <a:pt x="13284" y="7298"/>
                  </a:lnTo>
                  <a:lnTo>
                    <a:pt x="13632" y="6989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70" y="6101"/>
                  </a:lnTo>
                  <a:lnTo>
                    <a:pt x="15833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5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1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8"/>
                  </a:lnTo>
                  <a:lnTo>
                    <a:pt x="24058" y="6989"/>
                  </a:lnTo>
                  <a:lnTo>
                    <a:pt x="24367" y="6642"/>
                  </a:lnTo>
                  <a:lnTo>
                    <a:pt x="24599" y="6294"/>
                  </a:lnTo>
                  <a:lnTo>
                    <a:pt x="24753" y="5908"/>
                  </a:lnTo>
                  <a:lnTo>
                    <a:pt x="24869" y="5483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2"/>
                  </a:lnTo>
                  <a:lnTo>
                    <a:pt x="24792" y="2858"/>
                  </a:lnTo>
                  <a:lnTo>
                    <a:pt x="24637" y="2394"/>
                  </a:lnTo>
                  <a:lnTo>
                    <a:pt x="24444" y="1970"/>
                  </a:lnTo>
                  <a:lnTo>
                    <a:pt x="24251" y="1583"/>
                  </a:lnTo>
                  <a:lnTo>
                    <a:pt x="24058" y="1197"/>
                  </a:lnTo>
                  <a:lnTo>
                    <a:pt x="23788" y="811"/>
                  </a:lnTo>
                  <a:lnTo>
                    <a:pt x="23942" y="386"/>
                  </a:lnTo>
                  <a:lnTo>
                    <a:pt x="23595" y="232"/>
                  </a:lnTo>
                  <a:lnTo>
                    <a:pt x="23208" y="116"/>
                  </a:lnTo>
                  <a:lnTo>
                    <a:pt x="23170" y="77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19"/>
            <p:cNvSpPr/>
            <p:nvPr/>
          </p:nvSpPr>
          <p:spPr>
            <a:xfrm>
              <a:off x="1687125" y="961000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1"/>
                  </a:moveTo>
                  <a:lnTo>
                    <a:pt x="3438" y="464"/>
                  </a:lnTo>
                  <a:lnTo>
                    <a:pt x="3785" y="657"/>
                  </a:lnTo>
                  <a:lnTo>
                    <a:pt x="4094" y="889"/>
                  </a:lnTo>
                  <a:lnTo>
                    <a:pt x="4364" y="1159"/>
                  </a:lnTo>
                  <a:lnTo>
                    <a:pt x="4635" y="1468"/>
                  </a:lnTo>
                  <a:lnTo>
                    <a:pt x="4866" y="1777"/>
                  </a:lnTo>
                  <a:lnTo>
                    <a:pt x="5059" y="2086"/>
                  </a:lnTo>
                  <a:lnTo>
                    <a:pt x="5253" y="2472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61" y="3592"/>
                  </a:lnTo>
                  <a:lnTo>
                    <a:pt x="5600" y="4017"/>
                  </a:lnTo>
                  <a:lnTo>
                    <a:pt x="5600" y="4403"/>
                  </a:lnTo>
                  <a:lnTo>
                    <a:pt x="5561" y="4828"/>
                  </a:lnTo>
                  <a:lnTo>
                    <a:pt x="5523" y="5214"/>
                  </a:lnTo>
                  <a:lnTo>
                    <a:pt x="5446" y="5639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99"/>
                  </a:lnTo>
                  <a:lnTo>
                    <a:pt x="4519" y="7685"/>
                  </a:lnTo>
                  <a:lnTo>
                    <a:pt x="4249" y="8033"/>
                  </a:lnTo>
                  <a:lnTo>
                    <a:pt x="3940" y="8419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46"/>
                  </a:lnTo>
                  <a:lnTo>
                    <a:pt x="2549" y="9616"/>
                  </a:lnTo>
                  <a:lnTo>
                    <a:pt x="2163" y="9848"/>
                  </a:lnTo>
                  <a:lnTo>
                    <a:pt x="1739" y="10041"/>
                  </a:lnTo>
                  <a:lnTo>
                    <a:pt x="1352" y="10234"/>
                  </a:lnTo>
                  <a:lnTo>
                    <a:pt x="889" y="10427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5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49" y="10234"/>
                  </a:lnTo>
                  <a:lnTo>
                    <a:pt x="2974" y="9963"/>
                  </a:lnTo>
                  <a:lnTo>
                    <a:pt x="3399" y="9654"/>
                  </a:lnTo>
                  <a:lnTo>
                    <a:pt x="3785" y="9307"/>
                  </a:lnTo>
                  <a:lnTo>
                    <a:pt x="4171" y="8921"/>
                  </a:lnTo>
                  <a:lnTo>
                    <a:pt x="4519" y="8535"/>
                  </a:lnTo>
                  <a:lnTo>
                    <a:pt x="4828" y="8148"/>
                  </a:lnTo>
                  <a:lnTo>
                    <a:pt x="5098" y="7685"/>
                  </a:lnTo>
                  <a:lnTo>
                    <a:pt x="5368" y="7260"/>
                  </a:lnTo>
                  <a:lnTo>
                    <a:pt x="5600" y="6797"/>
                  </a:lnTo>
                  <a:lnTo>
                    <a:pt x="5793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94"/>
                  </a:lnTo>
                  <a:lnTo>
                    <a:pt x="6063" y="3669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5" y="2434"/>
                  </a:lnTo>
                  <a:lnTo>
                    <a:pt x="5561" y="2047"/>
                  </a:lnTo>
                  <a:lnTo>
                    <a:pt x="5368" y="1700"/>
                  </a:lnTo>
                  <a:lnTo>
                    <a:pt x="5137" y="1352"/>
                  </a:lnTo>
                  <a:lnTo>
                    <a:pt x="4905" y="1005"/>
                  </a:lnTo>
                  <a:lnTo>
                    <a:pt x="4596" y="734"/>
                  </a:lnTo>
                  <a:lnTo>
                    <a:pt x="4287" y="464"/>
                  </a:lnTo>
                  <a:lnTo>
                    <a:pt x="3940" y="232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19"/>
            <p:cNvSpPr/>
            <p:nvPr/>
          </p:nvSpPr>
          <p:spPr>
            <a:xfrm>
              <a:off x="4302325" y="9697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5" y="5599"/>
                  </a:lnTo>
                  <a:lnTo>
                    <a:pt x="5329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39" y="8380"/>
                  </a:lnTo>
                  <a:lnTo>
                    <a:pt x="3630" y="8727"/>
                  </a:lnTo>
                  <a:lnTo>
                    <a:pt x="3283" y="9036"/>
                  </a:lnTo>
                  <a:lnTo>
                    <a:pt x="2935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8" y="10040"/>
                  </a:lnTo>
                  <a:lnTo>
                    <a:pt x="1313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7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39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19"/>
            <p:cNvSpPr/>
            <p:nvPr/>
          </p:nvSpPr>
          <p:spPr>
            <a:xfrm>
              <a:off x="5445325" y="9890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1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3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8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9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40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7" y="7183"/>
                  </a:lnTo>
                  <a:lnTo>
                    <a:pt x="12743" y="6681"/>
                  </a:lnTo>
                  <a:lnTo>
                    <a:pt x="12435" y="6218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6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19"/>
            <p:cNvSpPr/>
            <p:nvPr/>
          </p:nvSpPr>
          <p:spPr>
            <a:xfrm>
              <a:off x="4674950" y="1001550"/>
              <a:ext cx="375575" cy="387150"/>
            </a:xfrm>
            <a:custGeom>
              <a:avLst/>
              <a:gdLst/>
              <a:ahLst/>
              <a:cxnLst/>
              <a:rect l="l" t="t" r="r" b="b"/>
              <a:pathLst>
                <a:path w="15023" h="15486" extrusionOk="0">
                  <a:moveTo>
                    <a:pt x="7492" y="503"/>
                  </a:moveTo>
                  <a:lnTo>
                    <a:pt x="8033" y="541"/>
                  </a:lnTo>
                  <a:lnTo>
                    <a:pt x="8612" y="580"/>
                  </a:lnTo>
                  <a:lnTo>
                    <a:pt x="9153" y="696"/>
                  </a:lnTo>
                  <a:lnTo>
                    <a:pt x="9693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1" y="1545"/>
                  </a:lnTo>
                  <a:lnTo>
                    <a:pt x="11624" y="1815"/>
                  </a:lnTo>
                  <a:lnTo>
                    <a:pt x="10813" y="2202"/>
                  </a:lnTo>
                  <a:lnTo>
                    <a:pt x="10079" y="2626"/>
                  </a:lnTo>
                  <a:lnTo>
                    <a:pt x="9307" y="3090"/>
                  </a:lnTo>
                  <a:lnTo>
                    <a:pt x="8612" y="3630"/>
                  </a:lnTo>
                  <a:lnTo>
                    <a:pt x="7956" y="4171"/>
                  </a:lnTo>
                  <a:lnTo>
                    <a:pt x="7299" y="4789"/>
                  </a:lnTo>
                  <a:lnTo>
                    <a:pt x="6720" y="5445"/>
                  </a:lnTo>
                  <a:lnTo>
                    <a:pt x="6141" y="6140"/>
                  </a:lnTo>
                  <a:lnTo>
                    <a:pt x="5639" y="6874"/>
                  </a:lnTo>
                  <a:lnTo>
                    <a:pt x="5214" y="7646"/>
                  </a:lnTo>
                  <a:lnTo>
                    <a:pt x="4789" y="8419"/>
                  </a:lnTo>
                  <a:lnTo>
                    <a:pt x="4480" y="9230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4" y="11778"/>
                  </a:lnTo>
                  <a:lnTo>
                    <a:pt x="3747" y="12666"/>
                  </a:lnTo>
                  <a:lnTo>
                    <a:pt x="3592" y="12666"/>
                  </a:lnTo>
                  <a:lnTo>
                    <a:pt x="3283" y="11855"/>
                  </a:lnTo>
                  <a:lnTo>
                    <a:pt x="3052" y="11044"/>
                  </a:lnTo>
                  <a:lnTo>
                    <a:pt x="2858" y="10195"/>
                  </a:lnTo>
                  <a:lnTo>
                    <a:pt x="2704" y="9345"/>
                  </a:lnTo>
                  <a:lnTo>
                    <a:pt x="2588" y="8534"/>
                  </a:lnTo>
                  <a:lnTo>
                    <a:pt x="2550" y="7685"/>
                  </a:lnTo>
                  <a:lnTo>
                    <a:pt x="2588" y="6797"/>
                  </a:lnTo>
                  <a:lnTo>
                    <a:pt x="2704" y="5947"/>
                  </a:lnTo>
                  <a:lnTo>
                    <a:pt x="2858" y="5214"/>
                  </a:lnTo>
                  <a:lnTo>
                    <a:pt x="3052" y="4519"/>
                  </a:lnTo>
                  <a:lnTo>
                    <a:pt x="3322" y="3823"/>
                  </a:lnTo>
                  <a:lnTo>
                    <a:pt x="3669" y="3206"/>
                  </a:lnTo>
                  <a:lnTo>
                    <a:pt x="4017" y="2588"/>
                  </a:lnTo>
                  <a:lnTo>
                    <a:pt x="4442" y="1970"/>
                  </a:lnTo>
                  <a:lnTo>
                    <a:pt x="4905" y="1429"/>
                  </a:lnTo>
                  <a:lnTo>
                    <a:pt x="5407" y="889"/>
                  </a:lnTo>
                  <a:lnTo>
                    <a:pt x="5909" y="734"/>
                  </a:lnTo>
                  <a:lnTo>
                    <a:pt x="6411" y="618"/>
                  </a:lnTo>
                  <a:lnTo>
                    <a:pt x="6952" y="541"/>
                  </a:lnTo>
                  <a:lnTo>
                    <a:pt x="7492" y="503"/>
                  </a:lnTo>
                  <a:close/>
                  <a:moveTo>
                    <a:pt x="11972" y="2086"/>
                  </a:moveTo>
                  <a:lnTo>
                    <a:pt x="12358" y="2433"/>
                  </a:lnTo>
                  <a:lnTo>
                    <a:pt x="12705" y="2819"/>
                  </a:lnTo>
                  <a:lnTo>
                    <a:pt x="13053" y="3206"/>
                  </a:lnTo>
                  <a:lnTo>
                    <a:pt x="13323" y="3669"/>
                  </a:lnTo>
                  <a:lnTo>
                    <a:pt x="13593" y="4094"/>
                  </a:lnTo>
                  <a:lnTo>
                    <a:pt x="13864" y="4596"/>
                  </a:lnTo>
                  <a:lnTo>
                    <a:pt x="14057" y="5098"/>
                  </a:lnTo>
                  <a:lnTo>
                    <a:pt x="14211" y="5600"/>
                  </a:lnTo>
                  <a:lnTo>
                    <a:pt x="14327" y="6102"/>
                  </a:lnTo>
                  <a:lnTo>
                    <a:pt x="14443" y="6642"/>
                  </a:lnTo>
                  <a:lnTo>
                    <a:pt x="13671" y="6681"/>
                  </a:lnTo>
                  <a:lnTo>
                    <a:pt x="12898" y="6797"/>
                  </a:lnTo>
                  <a:lnTo>
                    <a:pt x="12165" y="6951"/>
                  </a:lnTo>
                  <a:lnTo>
                    <a:pt x="11392" y="7144"/>
                  </a:lnTo>
                  <a:lnTo>
                    <a:pt x="10659" y="7415"/>
                  </a:lnTo>
                  <a:lnTo>
                    <a:pt x="9964" y="7724"/>
                  </a:lnTo>
                  <a:lnTo>
                    <a:pt x="9230" y="8032"/>
                  </a:lnTo>
                  <a:lnTo>
                    <a:pt x="8535" y="8419"/>
                  </a:lnTo>
                  <a:lnTo>
                    <a:pt x="7878" y="8843"/>
                  </a:lnTo>
                  <a:lnTo>
                    <a:pt x="7261" y="9307"/>
                  </a:lnTo>
                  <a:lnTo>
                    <a:pt x="6643" y="9809"/>
                  </a:lnTo>
                  <a:lnTo>
                    <a:pt x="6102" y="10349"/>
                  </a:lnTo>
                  <a:lnTo>
                    <a:pt x="5561" y="10890"/>
                  </a:lnTo>
                  <a:lnTo>
                    <a:pt x="5098" y="11508"/>
                  </a:lnTo>
                  <a:lnTo>
                    <a:pt x="4635" y="12126"/>
                  </a:lnTo>
                  <a:lnTo>
                    <a:pt x="4249" y="12821"/>
                  </a:lnTo>
                  <a:lnTo>
                    <a:pt x="4133" y="12743"/>
                  </a:lnTo>
                  <a:lnTo>
                    <a:pt x="3978" y="12666"/>
                  </a:lnTo>
                  <a:lnTo>
                    <a:pt x="4094" y="11817"/>
                  </a:lnTo>
                  <a:lnTo>
                    <a:pt x="4326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4" y="8496"/>
                  </a:lnTo>
                  <a:lnTo>
                    <a:pt x="5600" y="7724"/>
                  </a:lnTo>
                  <a:lnTo>
                    <a:pt x="6025" y="6990"/>
                  </a:lnTo>
                  <a:lnTo>
                    <a:pt x="6527" y="6295"/>
                  </a:lnTo>
                  <a:lnTo>
                    <a:pt x="7067" y="5600"/>
                  </a:lnTo>
                  <a:lnTo>
                    <a:pt x="7608" y="4982"/>
                  </a:lnTo>
                  <a:lnTo>
                    <a:pt x="8226" y="4403"/>
                  </a:lnTo>
                  <a:lnTo>
                    <a:pt x="8921" y="3823"/>
                  </a:lnTo>
                  <a:lnTo>
                    <a:pt x="9616" y="3321"/>
                  </a:lnTo>
                  <a:lnTo>
                    <a:pt x="10350" y="2858"/>
                  </a:lnTo>
                  <a:lnTo>
                    <a:pt x="11122" y="2472"/>
                  </a:lnTo>
                  <a:lnTo>
                    <a:pt x="11972" y="2086"/>
                  </a:lnTo>
                  <a:close/>
                  <a:moveTo>
                    <a:pt x="14482" y="6990"/>
                  </a:moveTo>
                  <a:lnTo>
                    <a:pt x="14482" y="7839"/>
                  </a:lnTo>
                  <a:lnTo>
                    <a:pt x="14443" y="8689"/>
                  </a:lnTo>
                  <a:lnTo>
                    <a:pt x="14288" y="9538"/>
                  </a:lnTo>
                  <a:lnTo>
                    <a:pt x="14173" y="9963"/>
                  </a:lnTo>
                  <a:lnTo>
                    <a:pt x="14057" y="10349"/>
                  </a:lnTo>
                  <a:lnTo>
                    <a:pt x="13902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3" y="12241"/>
                  </a:lnTo>
                  <a:lnTo>
                    <a:pt x="12782" y="12589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2" y="13052"/>
                  </a:lnTo>
                  <a:lnTo>
                    <a:pt x="11701" y="12937"/>
                  </a:lnTo>
                  <a:lnTo>
                    <a:pt x="11122" y="12782"/>
                  </a:lnTo>
                  <a:lnTo>
                    <a:pt x="10543" y="12628"/>
                  </a:lnTo>
                  <a:lnTo>
                    <a:pt x="10002" y="12550"/>
                  </a:lnTo>
                  <a:lnTo>
                    <a:pt x="9423" y="12512"/>
                  </a:lnTo>
                  <a:lnTo>
                    <a:pt x="8844" y="12473"/>
                  </a:lnTo>
                  <a:lnTo>
                    <a:pt x="8303" y="12473"/>
                  </a:lnTo>
                  <a:lnTo>
                    <a:pt x="7763" y="12512"/>
                  </a:lnTo>
                  <a:lnTo>
                    <a:pt x="7222" y="12589"/>
                  </a:lnTo>
                  <a:lnTo>
                    <a:pt x="6720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1"/>
                  </a:lnTo>
                  <a:lnTo>
                    <a:pt x="4557" y="13130"/>
                  </a:lnTo>
                  <a:lnTo>
                    <a:pt x="4442" y="12937"/>
                  </a:lnTo>
                  <a:lnTo>
                    <a:pt x="4905" y="12319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1" y="10620"/>
                  </a:lnTo>
                  <a:lnTo>
                    <a:pt x="6990" y="10118"/>
                  </a:lnTo>
                  <a:lnTo>
                    <a:pt x="7569" y="9654"/>
                  </a:lnTo>
                  <a:lnTo>
                    <a:pt x="8149" y="9230"/>
                  </a:lnTo>
                  <a:lnTo>
                    <a:pt x="8767" y="8805"/>
                  </a:lnTo>
                  <a:lnTo>
                    <a:pt x="9423" y="8457"/>
                  </a:lnTo>
                  <a:lnTo>
                    <a:pt x="10079" y="8110"/>
                  </a:lnTo>
                  <a:lnTo>
                    <a:pt x="10736" y="7839"/>
                  </a:lnTo>
                  <a:lnTo>
                    <a:pt x="11470" y="7569"/>
                  </a:lnTo>
                  <a:lnTo>
                    <a:pt x="12165" y="7376"/>
                  </a:lnTo>
                  <a:lnTo>
                    <a:pt x="12937" y="7183"/>
                  </a:lnTo>
                  <a:lnTo>
                    <a:pt x="13671" y="7067"/>
                  </a:lnTo>
                  <a:lnTo>
                    <a:pt x="14482" y="6990"/>
                  </a:lnTo>
                  <a:close/>
                  <a:moveTo>
                    <a:pt x="4519" y="1236"/>
                  </a:moveTo>
                  <a:lnTo>
                    <a:pt x="4055" y="1854"/>
                  </a:lnTo>
                  <a:lnTo>
                    <a:pt x="3631" y="2472"/>
                  </a:lnTo>
                  <a:lnTo>
                    <a:pt x="3245" y="3128"/>
                  </a:lnTo>
                  <a:lnTo>
                    <a:pt x="2936" y="3823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8" y="6025"/>
                  </a:lnTo>
                  <a:lnTo>
                    <a:pt x="2241" y="6797"/>
                  </a:lnTo>
                  <a:lnTo>
                    <a:pt x="2202" y="7569"/>
                  </a:lnTo>
                  <a:lnTo>
                    <a:pt x="2202" y="8341"/>
                  </a:lnTo>
                  <a:lnTo>
                    <a:pt x="2279" y="9114"/>
                  </a:lnTo>
                  <a:lnTo>
                    <a:pt x="2395" y="9886"/>
                  </a:lnTo>
                  <a:lnTo>
                    <a:pt x="2550" y="10620"/>
                  </a:lnTo>
                  <a:lnTo>
                    <a:pt x="2781" y="11353"/>
                  </a:lnTo>
                  <a:lnTo>
                    <a:pt x="3013" y="12087"/>
                  </a:lnTo>
                  <a:lnTo>
                    <a:pt x="3322" y="12743"/>
                  </a:lnTo>
                  <a:lnTo>
                    <a:pt x="3129" y="12898"/>
                  </a:lnTo>
                  <a:lnTo>
                    <a:pt x="2936" y="13052"/>
                  </a:lnTo>
                  <a:lnTo>
                    <a:pt x="2820" y="13245"/>
                  </a:lnTo>
                  <a:lnTo>
                    <a:pt x="2743" y="13439"/>
                  </a:lnTo>
                  <a:lnTo>
                    <a:pt x="2395" y="13014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7" y="11624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9" y="10118"/>
                  </a:lnTo>
                  <a:lnTo>
                    <a:pt x="735" y="9616"/>
                  </a:lnTo>
                  <a:lnTo>
                    <a:pt x="619" y="9114"/>
                  </a:lnTo>
                  <a:lnTo>
                    <a:pt x="542" y="8573"/>
                  </a:lnTo>
                  <a:lnTo>
                    <a:pt x="503" y="8032"/>
                  </a:lnTo>
                  <a:lnTo>
                    <a:pt x="503" y="7492"/>
                  </a:lnTo>
                  <a:lnTo>
                    <a:pt x="542" y="6951"/>
                  </a:lnTo>
                  <a:lnTo>
                    <a:pt x="619" y="6411"/>
                  </a:lnTo>
                  <a:lnTo>
                    <a:pt x="773" y="5870"/>
                  </a:lnTo>
                  <a:lnTo>
                    <a:pt x="928" y="5329"/>
                  </a:lnTo>
                  <a:lnTo>
                    <a:pt x="1198" y="4673"/>
                  </a:lnTo>
                  <a:lnTo>
                    <a:pt x="1546" y="4055"/>
                  </a:lnTo>
                  <a:lnTo>
                    <a:pt x="1932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2009"/>
                  </a:lnTo>
                  <a:lnTo>
                    <a:pt x="3940" y="1584"/>
                  </a:lnTo>
                  <a:lnTo>
                    <a:pt x="4519" y="1236"/>
                  </a:lnTo>
                  <a:close/>
                  <a:moveTo>
                    <a:pt x="3862" y="12975"/>
                  </a:moveTo>
                  <a:lnTo>
                    <a:pt x="4017" y="13052"/>
                  </a:lnTo>
                  <a:lnTo>
                    <a:pt x="4171" y="13168"/>
                  </a:lnTo>
                  <a:lnTo>
                    <a:pt x="4287" y="13284"/>
                  </a:lnTo>
                  <a:lnTo>
                    <a:pt x="4326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6" y="13941"/>
                  </a:lnTo>
                  <a:lnTo>
                    <a:pt x="4210" y="14095"/>
                  </a:lnTo>
                  <a:lnTo>
                    <a:pt x="3785" y="13825"/>
                  </a:lnTo>
                  <a:lnTo>
                    <a:pt x="3360" y="13477"/>
                  </a:lnTo>
                  <a:lnTo>
                    <a:pt x="3245" y="13439"/>
                  </a:lnTo>
                  <a:lnTo>
                    <a:pt x="3167" y="13439"/>
                  </a:lnTo>
                  <a:lnTo>
                    <a:pt x="3052" y="13477"/>
                  </a:lnTo>
                  <a:lnTo>
                    <a:pt x="2974" y="13516"/>
                  </a:lnTo>
                  <a:lnTo>
                    <a:pt x="3052" y="13361"/>
                  </a:lnTo>
                  <a:lnTo>
                    <a:pt x="3167" y="13207"/>
                  </a:lnTo>
                  <a:lnTo>
                    <a:pt x="3322" y="13130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53" y="12859"/>
                  </a:moveTo>
                  <a:lnTo>
                    <a:pt x="9616" y="12898"/>
                  </a:lnTo>
                  <a:lnTo>
                    <a:pt x="10118" y="12975"/>
                  </a:lnTo>
                  <a:lnTo>
                    <a:pt x="10504" y="13014"/>
                  </a:lnTo>
                  <a:lnTo>
                    <a:pt x="11006" y="13130"/>
                  </a:lnTo>
                  <a:lnTo>
                    <a:pt x="11508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8"/>
                  </a:lnTo>
                  <a:lnTo>
                    <a:pt x="10659" y="14249"/>
                  </a:lnTo>
                  <a:lnTo>
                    <a:pt x="10234" y="14443"/>
                  </a:lnTo>
                  <a:lnTo>
                    <a:pt x="9770" y="14636"/>
                  </a:lnTo>
                  <a:lnTo>
                    <a:pt x="9307" y="14751"/>
                  </a:lnTo>
                  <a:lnTo>
                    <a:pt x="8844" y="14867"/>
                  </a:lnTo>
                  <a:lnTo>
                    <a:pt x="8342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3" y="14945"/>
                  </a:lnTo>
                  <a:lnTo>
                    <a:pt x="6411" y="14867"/>
                  </a:lnTo>
                  <a:lnTo>
                    <a:pt x="5948" y="14790"/>
                  </a:lnTo>
                  <a:lnTo>
                    <a:pt x="5484" y="14636"/>
                  </a:lnTo>
                  <a:lnTo>
                    <a:pt x="5021" y="14481"/>
                  </a:lnTo>
                  <a:lnTo>
                    <a:pt x="4596" y="14288"/>
                  </a:lnTo>
                  <a:lnTo>
                    <a:pt x="4712" y="14018"/>
                  </a:lnTo>
                  <a:lnTo>
                    <a:pt x="4751" y="13747"/>
                  </a:lnTo>
                  <a:lnTo>
                    <a:pt x="4712" y="13593"/>
                  </a:lnTo>
                  <a:lnTo>
                    <a:pt x="5561" y="13323"/>
                  </a:lnTo>
                  <a:lnTo>
                    <a:pt x="6411" y="13091"/>
                  </a:lnTo>
                  <a:lnTo>
                    <a:pt x="7299" y="12937"/>
                  </a:lnTo>
                  <a:lnTo>
                    <a:pt x="8187" y="12859"/>
                  </a:lnTo>
                  <a:close/>
                  <a:moveTo>
                    <a:pt x="7608" y="1"/>
                  </a:moveTo>
                  <a:lnTo>
                    <a:pt x="6990" y="39"/>
                  </a:lnTo>
                  <a:lnTo>
                    <a:pt x="6450" y="116"/>
                  </a:lnTo>
                  <a:lnTo>
                    <a:pt x="5870" y="232"/>
                  </a:lnTo>
                  <a:lnTo>
                    <a:pt x="5330" y="387"/>
                  </a:lnTo>
                  <a:lnTo>
                    <a:pt x="4789" y="580"/>
                  </a:lnTo>
                  <a:lnTo>
                    <a:pt x="4249" y="812"/>
                  </a:lnTo>
                  <a:lnTo>
                    <a:pt x="3785" y="1120"/>
                  </a:lnTo>
                  <a:lnTo>
                    <a:pt x="3283" y="1429"/>
                  </a:lnTo>
                  <a:lnTo>
                    <a:pt x="2820" y="1777"/>
                  </a:lnTo>
                  <a:lnTo>
                    <a:pt x="2395" y="2163"/>
                  </a:lnTo>
                  <a:lnTo>
                    <a:pt x="2009" y="2588"/>
                  </a:lnTo>
                  <a:lnTo>
                    <a:pt x="1623" y="3013"/>
                  </a:lnTo>
                  <a:lnTo>
                    <a:pt x="1275" y="3515"/>
                  </a:lnTo>
                  <a:lnTo>
                    <a:pt x="966" y="4017"/>
                  </a:lnTo>
                  <a:lnTo>
                    <a:pt x="696" y="4596"/>
                  </a:lnTo>
                  <a:lnTo>
                    <a:pt x="426" y="5252"/>
                  </a:lnTo>
                  <a:lnTo>
                    <a:pt x="233" y="5909"/>
                  </a:lnTo>
                  <a:lnTo>
                    <a:pt x="117" y="6565"/>
                  </a:lnTo>
                  <a:lnTo>
                    <a:pt x="40" y="7222"/>
                  </a:lnTo>
                  <a:lnTo>
                    <a:pt x="1" y="7917"/>
                  </a:lnTo>
                  <a:lnTo>
                    <a:pt x="40" y="8612"/>
                  </a:lnTo>
                  <a:lnTo>
                    <a:pt x="117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6" y="11238"/>
                  </a:lnTo>
                  <a:lnTo>
                    <a:pt x="1005" y="11817"/>
                  </a:lnTo>
                  <a:lnTo>
                    <a:pt x="1352" y="12396"/>
                  </a:lnTo>
                  <a:lnTo>
                    <a:pt x="1739" y="12937"/>
                  </a:lnTo>
                  <a:lnTo>
                    <a:pt x="2202" y="13439"/>
                  </a:lnTo>
                  <a:lnTo>
                    <a:pt x="2704" y="13902"/>
                  </a:lnTo>
                  <a:lnTo>
                    <a:pt x="2781" y="13941"/>
                  </a:lnTo>
                  <a:lnTo>
                    <a:pt x="2820" y="13941"/>
                  </a:lnTo>
                  <a:lnTo>
                    <a:pt x="2936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520"/>
                  </a:lnTo>
                  <a:lnTo>
                    <a:pt x="4133" y="14597"/>
                  </a:lnTo>
                  <a:lnTo>
                    <a:pt x="4557" y="14829"/>
                  </a:lnTo>
                  <a:lnTo>
                    <a:pt x="4982" y="14983"/>
                  </a:lnTo>
                  <a:lnTo>
                    <a:pt x="5407" y="15138"/>
                  </a:lnTo>
                  <a:lnTo>
                    <a:pt x="5870" y="15292"/>
                  </a:lnTo>
                  <a:lnTo>
                    <a:pt x="6334" y="15369"/>
                  </a:lnTo>
                  <a:lnTo>
                    <a:pt x="6797" y="15447"/>
                  </a:lnTo>
                  <a:lnTo>
                    <a:pt x="7299" y="15485"/>
                  </a:lnTo>
                  <a:lnTo>
                    <a:pt x="7763" y="15485"/>
                  </a:lnTo>
                  <a:lnTo>
                    <a:pt x="8226" y="15447"/>
                  </a:lnTo>
                  <a:lnTo>
                    <a:pt x="8689" y="15408"/>
                  </a:lnTo>
                  <a:lnTo>
                    <a:pt x="9153" y="15331"/>
                  </a:lnTo>
                  <a:lnTo>
                    <a:pt x="9616" y="15215"/>
                  </a:lnTo>
                  <a:lnTo>
                    <a:pt x="10079" y="15060"/>
                  </a:lnTo>
                  <a:lnTo>
                    <a:pt x="10543" y="14867"/>
                  </a:lnTo>
                  <a:lnTo>
                    <a:pt x="10968" y="14674"/>
                  </a:lnTo>
                  <a:lnTo>
                    <a:pt x="11392" y="14443"/>
                  </a:lnTo>
                  <a:lnTo>
                    <a:pt x="11856" y="14134"/>
                  </a:lnTo>
                  <a:lnTo>
                    <a:pt x="12319" y="13786"/>
                  </a:lnTo>
                  <a:lnTo>
                    <a:pt x="12744" y="13400"/>
                  </a:lnTo>
                  <a:lnTo>
                    <a:pt x="13130" y="12975"/>
                  </a:lnTo>
                  <a:lnTo>
                    <a:pt x="13478" y="12550"/>
                  </a:lnTo>
                  <a:lnTo>
                    <a:pt x="13786" y="12048"/>
                  </a:lnTo>
                  <a:lnTo>
                    <a:pt x="14057" y="11585"/>
                  </a:lnTo>
                  <a:lnTo>
                    <a:pt x="14288" y="11044"/>
                  </a:lnTo>
                  <a:lnTo>
                    <a:pt x="14520" y="10542"/>
                  </a:lnTo>
                  <a:lnTo>
                    <a:pt x="14675" y="10002"/>
                  </a:lnTo>
                  <a:lnTo>
                    <a:pt x="14829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5" y="6604"/>
                  </a:lnTo>
                  <a:lnTo>
                    <a:pt x="14829" y="5986"/>
                  </a:lnTo>
                  <a:lnTo>
                    <a:pt x="14675" y="5407"/>
                  </a:lnTo>
                  <a:lnTo>
                    <a:pt x="14482" y="4827"/>
                  </a:lnTo>
                  <a:lnTo>
                    <a:pt x="14250" y="4287"/>
                  </a:lnTo>
                  <a:lnTo>
                    <a:pt x="13980" y="3746"/>
                  </a:lnTo>
                  <a:lnTo>
                    <a:pt x="13671" y="3244"/>
                  </a:lnTo>
                  <a:lnTo>
                    <a:pt x="13323" y="2742"/>
                  </a:lnTo>
                  <a:lnTo>
                    <a:pt x="12937" y="2317"/>
                  </a:lnTo>
                  <a:lnTo>
                    <a:pt x="12512" y="1893"/>
                  </a:lnTo>
                  <a:lnTo>
                    <a:pt x="12049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3" y="618"/>
                  </a:lnTo>
                  <a:lnTo>
                    <a:pt x="9964" y="387"/>
                  </a:lnTo>
                  <a:lnTo>
                    <a:pt x="9384" y="232"/>
                  </a:lnTo>
                  <a:lnTo>
                    <a:pt x="8767" y="116"/>
                  </a:lnTo>
                  <a:lnTo>
                    <a:pt x="8187" y="39"/>
                  </a:lnTo>
                  <a:lnTo>
                    <a:pt x="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19"/>
            <p:cNvSpPr/>
            <p:nvPr/>
          </p:nvSpPr>
          <p:spPr>
            <a:xfrm>
              <a:off x="5477175" y="10025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2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19"/>
            <p:cNvSpPr/>
            <p:nvPr/>
          </p:nvSpPr>
          <p:spPr>
            <a:xfrm>
              <a:off x="2850400" y="1030525"/>
              <a:ext cx="475950" cy="686400"/>
            </a:xfrm>
            <a:custGeom>
              <a:avLst/>
              <a:gdLst/>
              <a:ahLst/>
              <a:cxnLst/>
              <a:rect l="l" t="t" r="r" b="b"/>
              <a:pathLst>
                <a:path w="19038" h="27456" extrusionOk="0">
                  <a:moveTo>
                    <a:pt x="18690" y="309"/>
                  </a:moveTo>
                  <a:lnTo>
                    <a:pt x="18690" y="463"/>
                  </a:lnTo>
                  <a:lnTo>
                    <a:pt x="18382" y="2047"/>
                  </a:lnTo>
                  <a:lnTo>
                    <a:pt x="17995" y="3668"/>
                  </a:lnTo>
                  <a:lnTo>
                    <a:pt x="17609" y="5252"/>
                  </a:lnTo>
                  <a:lnTo>
                    <a:pt x="17184" y="6873"/>
                  </a:lnTo>
                  <a:lnTo>
                    <a:pt x="16489" y="6873"/>
                  </a:lnTo>
                  <a:lnTo>
                    <a:pt x="16180" y="6835"/>
                  </a:lnTo>
                  <a:lnTo>
                    <a:pt x="15833" y="6758"/>
                  </a:lnTo>
                  <a:lnTo>
                    <a:pt x="15524" y="6680"/>
                  </a:lnTo>
                  <a:lnTo>
                    <a:pt x="15215" y="6565"/>
                  </a:lnTo>
                  <a:lnTo>
                    <a:pt x="14906" y="6410"/>
                  </a:lnTo>
                  <a:lnTo>
                    <a:pt x="14597" y="6217"/>
                  </a:lnTo>
                  <a:lnTo>
                    <a:pt x="14327" y="6024"/>
                  </a:lnTo>
                  <a:lnTo>
                    <a:pt x="14057" y="5792"/>
                  </a:lnTo>
                  <a:lnTo>
                    <a:pt x="13593" y="5329"/>
                  </a:lnTo>
                  <a:lnTo>
                    <a:pt x="13168" y="4788"/>
                  </a:lnTo>
                  <a:lnTo>
                    <a:pt x="12782" y="4248"/>
                  </a:lnTo>
                  <a:lnTo>
                    <a:pt x="13477" y="3668"/>
                  </a:lnTo>
                  <a:lnTo>
                    <a:pt x="14172" y="3128"/>
                  </a:lnTo>
                  <a:lnTo>
                    <a:pt x="14868" y="2587"/>
                  </a:lnTo>
                  <a:lnTo>
                    <a:pt x="15601" y="2085"/>
                  </a:lnTo>
                  <a:lnTo>
                    <a:pt x="16374" y="1622"/>
                  </a:lnTo>
                  <a:lnTo>
                    <a:pt x="17146" y="1158"/>
                  </a:lnTo>
                  <a:lnTo>
                    <a:pt x="17918" y="734"/>
                  </a:lnTo>
                  <a:lnTo>
                    <a:pt x="18690" y="309"/>
                  </a:lnTo>
                  <a:close/>
                  <a:moveTo>
                    <a:pt x="6063" y="12434"/>
                  </a:moveTo>
                  <a:lnTo>
                    <a:pt x="5793" y="13013"/>
                  </a:lnTo>
                  <a:lnTo>
                    <a:pt x="5600" y="13592"/>
                  </a:lnTo>
                  <a:lnTo>
                    <a:pt x="5446" y="14172"/>
                  </a:lnTo>
                  <a:lnTo>
                    <a:pt x="5291" y="14790"/>
                  </a:lnTo>
                  <a:lnTo>
                    <a:pt x="5252" y="15369"/>
                  </a:lnTo>
                  <a:lnTo>
                    <a:pt x="5214" y="15407"/>
                  </a:lnTo>
                  <a:lnTo>
                    <a:pt x="4750" y="16102"/>
                  </a:lnTo>
                  <a:lnTo>
                    <a:pt x="4287" y="16797"/>
                  </a:lnTo>
                  <a:lnTo>
                    <a:pt x="4171" y="17106"/>
                  </a:lnTo>
                  <a:lnTo>
                    <a:pt x="4017" y="17415"/>
                  </a:lnTo>
                  <a:lnTo>
                    <a:pt x="3824" y="17724"/>
                  </a:lnTo>
                  <a:lnTo>
                    <a:pt x="3746" y="17840"/>
                  </a:lnTo>
                  <a:lnTo>
                    <a:pt x="3631" y="17956"/>
                  </a:lnTo>
                  <a:lnTo>
                    <a:pt x="3476" y="18033"/>
                  </a:lnTo>
                  <a:lnTo>
                    <a:pt x="3283" y="18072"/>
                  </a:lnTo>
                  <a:lnTo>
                    <a:pt x="2858" y="18110"/>
                  </a:lnTo>
                  <a:lnTo>
                    <a:pt x="2009" y="18149"/>
                  </a:lnTo>
                  <a:lnTo>
                    <a:pt x="426" y="18342"/>
                  </a:lnTo>
                  <a:lnTo>
                    <a:pt x="426" y="18342"/>
                  </a:lnTo>
                  <a:lnTo>
                    <a:pt x="850" y="17724"/>
                  </a:lnTo>
                  <a:lnTo>
                    <a:pt x="1275" y="17106"/>
                  </a:lnTo>
                  <a:lnTo>
                    <a:pt x="1661" y="16489"/>
                  </a:lnTo>
                  <a:lnTo>
                    <a:pt x="2009" y="15832"/>
                  </a:lnTo>
                  <a:lnTo>
                    <a:pt x="2549" y="14751"/>
                  </a:lnTo>
                  <a:lnTo>
                    <a:pt x="2820" y="14017"/>
                  </a:lnTo>
                  <a:lnTo>
                    <a:pt x="3013" y="13670"/>
                  </a:lnTo>
                  <a:lnTo>
                    <a:pt x="3206" y="13322"/>
                  </a:lnTo>
                  <a:lnTo>
                    <a:pt x="3360" y="13322"/>
                  </a:lnTo>
                  <a:lnTo>
                    <a:pt x="3399" y="13245"/>
                  </a:lnTo>
                  <a:lnTo>
                    <a:pt x="3438" y="13206"/>
                  </a:lnTo>
                  <a:lnTo>
                    <a:pt x="4750" y="12782"/>
                  </a:lnTo>
                  <a:lnTo>
                    <a:pt x="6063" y="12434"/>
                  </a:lnTo>
                  <a:close/>
                  <a:moveTo>
                    <a:pt x="12551" y="4441"/>
                  </a:moveTo>
                  <a:lnTo>
                    <a:pt x="12898" y="5020"/>
                  </a:lnTo>
                  <a:lnTo>
                    <a:pt x="13362" y="5561"/>
                  </a:lnTo>
                  <a:lnTo>
                    <a:pt x="13864" y="6101"/>
                  </a:lnTo>
                  <a:lnTo>
                    <a:pt x="14172" y="6333"/>
                  </a:lnTo>
                  <a:lnTo>
                    <a:pt x="14443" y="6565"/>
                  </a:lnTo>
                  <a:lnTo>
                    <a:pt x="14752" y="6758"/>
                  </a:lnTo>
                  <a:lnTo>
                    <a:pt x="15061" y="6951"/>
                  </a:lnTo>
                  <a:lnTo>
                    <a:pt x="15370" y="7067"/>
                  </a:lnTo>
                  <a:lnTo>
                    <a:pt x="15717" y="7182"/>
                  </a:lnTo>
                  <a:lnTo>
                    <a:pt x="16026" y="7260"/>
                  </a:lnTo>
                  <a:lnTo>
                    <a:pt x="16721" y="7260"/>
                  </a:lnTo>
                  <a:lnTo>
                    <a:pt x="17107" y="7182"/>
                  </a:lnTo>
                  <a:lnTo>
                    <a:pt x="16682" y="8573"/>
                  </a:lnTo>
                  <a:lnTo>
                    <a:pt x="16180" y="9963"/>
                  </a:lnTo>
                  <a:lnTo>
                    <a:pt x="15756" y="11160"/>
                  </a:lnTo>
                  <a:lnTo>
                    <a:pt x="15254" y="12357"/>
                  </a:lnTo>
                  <a:lnTo>
                    <a:pt x="14752" y="13515"/>
                  </a:lnTo>
                  <a:lnTo>
                    <a:pt x="14172" y="14635"/>
                  </a:lnTo>
                  <a:lnTo>
                    <a:pt x="13555" y="15793"/>
                  </a:lnTo>
                  <a:lnTo>
                    <a:pt x="13207" y="16373"/>
                  </a:lnTo>
                  <a:lnTo>
                    <a:pt x="12860" y="16952"/>
                  </a:lnTo>
                  <a:lnTo>
                    <a:pt x="12473" y="17493"/>
                  </a:lnTo>
                  <a:lnTo>
                    <a:pt x="12087" y="17995"/>
                  </a:lnTo>
                  <a:lnTo>
                    <a:pt x="11624" y="18458"/>
                  </a:lnTo>
                  <a:lnTo>
                    <a:pt x="11161" y="18883"/>
                  </a:lnTo>
                  <a:lnTo>
                    <a:pt x="10620" y="19230"/>
                  </a:lnTo>
                  <a:lnTo>
                    <a:pt x="10079" y="19462"/>
                  </a:lnTo>
                  <a:lnTo>
                    <a:pt x="9809" y="19578"/>
                  </a:lnTo>
                  <a:lnTo>
                    <a:pt x="9539" y="19655"/>
                  </a:lnTo>
                  <a:lnTo>
                    <a:pt x="9230" y="19694"/>
                  </a:lnTo>
                  <a:lnTo>
                    <a:pt x="8959" y="19732"/>
                  </a:lnTo>
                  <a:lnTo>
                    <a:pt x="8689" y="19732"/>
                  </a:lnTo>
                  <a:lnTo>
                    <a:pt x="8380" y="19694"/>
                  </a:lnTo>
                  <a:lnTo>
                    <a:pt x="8110" y="19616"/>
                  </a:lnTo>
                  <a:lnTo>
                    <a:pt x="7840" y="19539"/>
                  </a:lnTo>
                  <a:lnTo>
                    <a:pt x="7569" y="19423"/>
                  </a:lnTo>
                  <a:lnTo>
                    <a:pt x="7299" y="19269"/>
                  </a:lnTo>
                  <a:lnTo>
                    <a:pt x="7067" y="19114"/>
                  </a:lnTo>
                  <a:lnTo>
                    <a:pt x="6836" y="18883"/>
                  </a:lnTo>
                  <a:lnTo>
                    <a:pt x="6450" y="18458"/>
                  </a:lnTo>
                  <a:lnTo>
                    <a:pt x="6141" y="17956"/>
                  </a:lnTo>
                  <a:lnTo>
                    <a:pt x="5870" y="17454"/>
                  </a:lnTo>
                  <a:lnTo>
                    <a:pt x="5716" y="16913"/>
                  </a:lnTo>
                  <a:lnTo>
                    <a:pt x="5639" y="16334"/>
                  </a:lnTo>
                  <a:lnTo>
                    <a:pt x="5600" y="15755"/>
                  </a:lnTo>
                  <a:lnTo>
                    <a:pt x="5639" y="15214"/>
                  </a:lnTo>
                  <a:lnTo>
                    <a:pt x="5716" y="14635"/>
                  </a:lnTo>
                  <a:lnTo>
                    <a:pt x="5832" y="14056"/>
                  </a:lnTo>
                  <a:lnTo>
                    <a:pt x="6025" y="13515"/>
                  </a:lnTo>
                  <a:lnTo>
                    <a:pt x="6218" y="13013"/>
                  </a:lnTo>
                  <a:lnTo>
                    <a:pt x="6450" y="12473"/>
                  </a:lnTo>
                  <a:lnTo>
                    <a:pt x="6952" y="11469"/>
                  </a:lnTo>
                  <a:lnTo>
                    <a:pt x="7531" y="10465"/>
                  </a:lnTo>
                  <a:lnTo>
                    <a:pt x="8149" y="9461"/>
                  </a:lnTo>
                  <a:lnTo>
                    <a:pt x="8844" y="8495"/>
                  </a:lnTo>
                  <a:lnTo>
                    <a:pt x="9539" y="7530"/>
                  </a:lnTo>
                  <a:lnTo>
                    <a:pt x="10311" y="6642"/>
                  </a:lnTo>
                  <a:lnTo>
                    <a:pt x="10852" y="6063"/>
                  </a:lnTo>
                  <a:lnTo>
                    <a:pt x="11392" y="5522"/>
                  </a:lnTo>
                  <a:lnTo>
                    <a:pt x="11971" y="4981"/>
                  </a:lnTo>
                  <a:lnTo>
                    <a:pt x="12551" y="4441"/>
                  </a:lnTo>
                  <a:close/>
                  <a:moveTo>
                    <a:pt x="5986" y="18419"/>
                  </a:moveTo>
                  <a:lnTo>
                    <a:pt x="6218" y="18767"/>
                  </a:lnTo>
                  <a:lnTo>
                    <a:pt x="6450" y="19076"/>
                  </a:lnTo>
                  <a:lnTo>
                    <a:pt x="6758" y="19346"/>
                  </a:lnTo>
                  <a:lnTo>
                    <a:pt x="7067" y="19616"/>
                  </a:lnTo>
                  <a:lnTo>
                    <a:pt x="7415" y="19809"/>
                  </a:lnTo>
                  <a:lnTo>
                    <a:pt x="7801" y="19964"/>
                  </a:lnTo>
                  <a:lnTo>
                    <a:pt x="8187" y="20080"/>
                  </a:lnTo>
                  <a:lnTo>
                    <a:pt x="8612" y="20118"/>
                  </a:lnTo>
                  <a:lnTo>
                    <a:pt x="8535" y="20466"/>
                  </a:lnTo>
                  <a:lnTo>
                    <a:pt x="8496" y="20852"/>
                  </a:lnTo>
                  <a:lnTo>
                    <a:pt x="7994" y="20813"/>
                  </a:lnTo>
                  <a:lnTo>
                    <a:pt x="7531" y="20698"/>
                  </a:lnTo>
                  <a:lnTo>
                    <a:pt x="7106" y="20504"/>
                  </a:lnTo>
                  <a:lnTo>
                    <a:pt x="6720" y="20273"/>
                  </a:lnTo>
                  <a:lnTo>
                    <a:pt x="6334" y="20002"/>
                  </a:lnTo>
                  <a:lnTo>
                    <a:pt x="6025" y="19655"/>
                  </a:lnTo>
                  <a:lnTo>
                    <a:pt x="5716" y="19307"/>
                  </a:lnTo>
                  <a:lnTo>
                    <a:pt x="5446" y="18883"/>
                  </a:lnTo>
                  <a:lnTo>
                    <a:pt x="5446" y="18844"/>
                  </a:lnTo>
                  <a:lnTo>
                    <a:pt x="5986" y="18419"/>
                  </a:lnTo>
                  <a:close/>
                  <a:moveTo>
                    <a:pt x="5291" y="18960"/>
                  </a:moveTo>
                  <a:lnTo>
                    <a:pt x="5523" y="19462"/>
                  </a:lnTo>
                  <a:lnTo>
                    <a:pt x="5793" y="19887"/>
                  </a:lnTo>
                  <a:lnTo>
                    <a:pt x="6141" y="20234"/>
                  </a:lnTo>
                  <a:lnTo>
                    <a:pt x="6527" y="20582"/>
                  </a:lnTo>
                  <a:lnTo>
                    <a:pt x="6952" y="20813"/>
                  </a:lnTo>
                  <a:lnTo>
                    <a:pt x="7453" y="21006"/>
                  </a:lnTo>
                  <a:lnTo>
                    <a:pt x="7955" y="21122"/>
                  </a:lnTo>
                  <a:lnTo>
                    <a:pt x="8457" y="21161"/>
                  </a:lnTo>
                  <a:lnTo>
                    <a:pt x="8496" y="21702"/>
                  </a:lnTo>
                  <a:lnTo>
                    <a:pt x="7878" y="21624"/>
                  </a:lnTo>
                  <a:lnTo>
                    <a:pt x="7299" y="21508"/>
                  </a:lnTo>
                  <a:lnTo>
                    <a:pt x="6797" y="21315"/>
                  </a:lnTo>
                  <a:lnTo>
                    <a:pt x="6295" y="21084"/>
                  </a:lnTo>
                  <a:lnTo>
                    <a:pt x="5870" y="20775"/>
                  </a:lnTo>
                  <a:lnTo>
                    <a:pt x="5446" y="20389"/>
                  </a:lnTo>
                  <a:lnTo>
                    <a:pt x="5021" y="19964"/>
                  </a:lnTo>
                  <a:lnTo>
                    <a:pt x="4673" y="19501"/>
                  </a:lnTo>
                  <a:lnTo>
                    <a:pt x="4828" y="19385"/>
                  </a:lnTo>
                  <a:lnTo>
                    <a:pt x="4982" y="19269"/>
                  </a:lnTo>
                  <a:lnTo>
                    <a:pt x="5291" y="18960"/>
                  </a:lnTo>
                  <a:close/>
                  <a:moveTo>
                    <a:pt x="13555" y="16527"/>
                  </a:moveTo>
                  <a:lnTo>
                    <a:pt x="13748" y="17184"/>
                  </a:lnTo>
                  <a:lnTo>
                    <a:pt x="13979" y="17840"/>
                  </a:lnTo>
                  <a:lnTo>
                    <a:pt x="14250" y="18458"/>
                  </a:lnTo>
                  <a:lnTo>
                    <a:pt x="14597" y="19037"/>
                  </a:lnTo>
                  <a:lnTo>
                    <a:pt x="13670" y="20157"/>
                  </a:lnTo>
                  <a:lnTo>
                    <a:pt x="12782" y="21315"/>
                  </a:lnTo>
                  <a:lnTo>
                    <a:pt x="11083" y="23748"/>
                  </a:lnTo>
                  <a:lnTo>
                    <a:pt x="10736" y="22783"/>
                  </a:lnTo>
                  <a:lnTo>
                    <a:pt x="10350" y="21856"/>
                  </a:lnTo>
                  <a:lnTo>
                    <a:pt x="10234" y="21586"/>
                  </a:lnTo>
                  <a:lnTo>
                    <a:pt x="10195" y="21354"/>
                  </a:lnTo>
                  <a:lnTo>
                    <a:pt x="10195" y="21238"/>
                  </a:lnTo>
                  <a:lnTo>
                    <a:pt x="10234" y="21122"/>
                  </a:lnTo>
                  <a:lnTo>
                    <a:pt x="10388" y="20813"/>
                  </a:lnTo>
                  <a:lnTo>
                    <a:pt x="10813" y="20234"/>
                  </a:lnTo>
                  <a:lnTo>
                    <a:pt x="11199" y="19578"/>
                  </a:lnTo>
                  <a:lnTo>
                    <a:pt x="11199" y="19501"/>
                  </a:lnTo>
                  <a:lnTo>
                    <a:pt x="11199" y="19462"/>
                  </a:lnTo>
                  <a:lnTo>
                    <a:pt x="11161" y="19346"/>
                  </a:lnTo>
                  <a:lnTo>
                    <a:pt x="11585" y="18999"/>
                  </a:lnTo>
                  <a:lnTo>
                    <a:pt x="11971" y="18612"/>
                  </a:lnTo>
                  <a:lnTo>
                    <a:pt x="12358" y="18226"/>
                  </a:lnTo>
                  <a:lnTo>
                    <a:pt x="12705" y="17801"/>
                  </a:lnTo>
                  <a:lnTo>
                    <a:pt x="13130" y="17184"/>
                  </a:lnTo>
                  <a:lnTo>
                    <a:pt x="13555" y="16527"/>
                  </a:lnTo>
                  <a:close/>
                  <a:moveTo>
                    <a:pt x="5677" y="21161"/>
                  </a:moveTo>
                  <a:lnTo>
                    <a:pt x="5948" y="21393"/>
                  </a:lnTo>
                  <a:lnTo>
                    <a:pt x="6256" y="21547"/>
                  </a:lnTo>
                  <a:lnTo>
                    <a:pt x="6565" y="21702"/>
                  </a:lnTo>
                  <a:lnTo>
                    <a:pt x="6913" y="21817"/>
                  </a:lnTo>
                  <a:lnTo>
                    <a:pt x="6836" y="22010"/>
                  </a:lnTo>
                  <a:lnTo>
                    <a:pt x="6797" y="22204"/>
                  </a:lnTo>
                  <a:lnTo>
                    <a:pt x="6643" y="22088"/>
                  </a:lnTo>
                  <a:lnTo>
                    <a:pt x="6604" y="22010"/>
                  </a:lnTo>
                  <a:lnTo>
                    <a:pt x="6411" y="22010"/>
                  </a:lnTo>
                  <a:lnTo>
                    <a:pt x="6372" y="22088"/>
                  </a:lnTo>
                  <a:lnTo>
                    <a:pt x="6218" y="22628"/>
                  </a:lnTo>
                  <a:lnTo>
                    <a:pt x="6025" y="23092"/>
                  </a:lnTo>
                  <a:lnTo>
                    <a:pt x="5832" y="23594"/>
                  </a:lnTo>
                  <a:lnTo>
                    <a:pt x="5600" y="24057"/>
                  </a:lnTo>
                  <a:lnTo>
                    <a:pt x="5330" y="24482"/>
                  </a:lnTo>
                  <a:lnTo>
                    <a:pt x="5021" y="24907"/>
                  </a:lnTo>
                  <a:lnTo>
                    <a:pt x="4712" y="25331"/>
                  </a:lnTo>
                  <a:lnTo>
                    <a:pt x="4364" y="25717"/>
                  </a:lnTo>
                  <a:lnTo>
                    <a:pt x="4248" y="25293"/>
                  </a:lnTo>
                  <a:lnTo>
                    <a:pt x="4171" y="24868"/>
                  </a:lnTo>
                  <a:lnTo>
                    <a:pt x="4171" y="24482"/>
                  </a:lnTo>
                  <a:lnTo>
                    <a:pt x="4210" y="24057"/>
                  </a:lnTo>
                  <a:lnTo>
                    <a:pt x="4326" y="23671"/>
                  </a:lnTo>
                  <a:lnTo>
                    <a:pt x="4480" y="23285"/>
                  </a:lnTo>
                  <a:lnTo>
                    <a:pt x="4673" y="22899"/>
                  </a:lnTo>
                  <a:lnTo>
                    <a:pt x="4944" y="22512"/>
                  </a:lnTo>
                  <a:lnTo>
                    <a:pt x="5175" y="22204"/>
                  </a:lnTo>
                  <a:lnTo>
                    <a:pt x="5330" y="21895"/>
                  </a:lnTo>
                  <a:lnTo>
                    <a:pt x="5407" y="21740"/>
                  </a:lnTo>
                  <a:lnTo>
                    <a:pt x="5407" y="21586"/>
                  </a:lnTo>
                  <a:lnTo>
                    <a:pt x="5368" y="21470"/>
                  </a:lnTo>
                  <a:lnTo>
                    <a:pt x="5291" y="21315"/>
                  </a:lnTo>
                  <a:lnTo>
                    <a:pt x="5446" y="21238"/>
                  </a:lnTo>
                  <a:lnTo>
                    <a:pt x="5677" y="21161"/>
                  </a:lnTo>
                  <a:close/>
                  <a:moveTo>
                    <a:pt x="4905" y="20466"/>
                  </a:moveTo>
                  <a:lnTo>
                    <a:pt x="5175" y="20736"/>
                  </a:lnTo>
                  <a:lnTo>
                    <a:pt x="5484" y="21006"/>
                  </a:lnTo>
                  <a:lnTo>
                    <a:pt x="5252" y="21084"/>
                  </a:lnTo>
                  <a:lnTo>
                    <a:pt x="5021" y="21161"/>
                  </a:lnTo>
                  <a:lnTo>
                    <a:pt x="4982" y="21200"/>
                  </a:lnTo>
                  <a:lnTo>
                    <a:pt x="4944" y="21277"/>
                  </a:lnTo>
                  <a:lnTo>
                    <a:pt x="4982" y="21354"/>
                  </a:lnTo>
                  <a:lnTo>
                    <a:pt x="5021" y="21393"/>
                  </a:lnTo>
                  <a:lnTo>
                    <a:pt x="5059" y="21470"/>
                  </a:lnTo>
                  <a:lnTo>
                    <a:pt x="5098" y="21547"/>
                  </a:lnTo>
                  <a:lnTo>
                    <a:pt x="5059" y="21779"/>
                  </a:lnTo>
                  <a:lnTo>
                    <a:pt x="4905" y="22049"/>
                  </a:lnTo>
                  <a:lnTo>
                    <a:pt x="4750" y="22358"/>
                  </a:lnTo>
                  <a:lnTo>
                    <a:pt x="4364" y="22937"/>
                  </a:lnTo>
                  <a:lnTo>
                    <a:pt x="4133" y="23323"/>
                  </a:lnTo>
                  <a:lnTo>
                    <a:pt x="3940" y="23748"/>
                  </a:lnTo>
                  <a:lnTo>
                    <a:pt x="3862" y="24212"/>
                  </a:lnTo>
                  <a:lnTo>
                    <a:pt x="3824" y="24714"/>
                  </a:lnTo>
                  <a:lnTo>
                    <a:pt x="3862" y="25177"/>
                  </a:lnTo>
                  <a:lnTo>
                    <a:pt x="3940" y="25409"/>
                  </a:lnTo>
                  <a:lnTo>
                    <a:pt x="4017" y="25640"/>
                  </a:lnTo>
                  <a:lnTo>
                    <a:pt x="4133" y="25872"/>
                  </a:lnTo>
                  <a:lnTo>
                    <a:pt x="4248" y="26065"/>
                  </a:lnTo>
                  <a:lnTo>
                    <a:pt x="4287" y="26104"/>
                  </a:lnTo>
                  <a:lnTo>
                    <a:pt x="4364" y="26104"/>
                  </a:lnTo>
                  <a:lnTo>
                    <a:pt x="4403" y="26065"/>
                  </a:lnTo>
                  <a:lnTo>
                    <a:pt x="4442" y="25988"/>
                  </a:lnTo>
                  <a:lnTo>
                    <a:pt x="4480" y="25988"/>
                  </a:lnTo>
                  <a:lnTo>
                    <a:pt x="4828" y="25602"/>
                  </a:lnTo>
                  <a:lnTo>
                    <a:pt x="5175" y="25215"/>
                  </a:lnTo>
                  <a:lnTo>
                    <a:pt x="5484" y="24791"/>
                  </a:lnTo>
                  <a:lnTo>
                    <a:pt x="5793" y="24366"/>
                  </a:lnTo>
                  <a:lnTo>
                    <a:pt x="6025" y="23903"/>
                  </a:lnTo>
                  <a:lnTo>
                    <a:pt x="6256" y="23439"/>
                  </a:lnTo>
                  <a:lnTo>
                    <a:pt x="6450" y="22937"/>
                  </a:lnTo>
                  <a:lnTo>
                    <a:pt x="6604" y="22435"/>
                  </a:lnTo>
                  <a:lnTo>
                    <a:pt x="6720" y="22551"/>
                  </a:lnTo>
                  <a:lnTo>
                    <a:pt x="6913" y="22590"/>
                  </a:lnTo>
                  <a:lnTo>
                    <a:pt x="6952" y="22628"/>
                  </a:lnTo>
                  <a:lnTo>
                    <a:pt x="7029" y="22590"/>
                  </a:lnTo>
                  <a:lnTo>
                    <a:pt x="7067" y="22512"/>
                  </a:lnTo>
                  <a:lnTo>
                    <a:pt x="7067" y="22474"/>
                  </a:lnTo>
                  <a:lnTo>
                    <a:pt x="7145" y="21895"/>
                  </a:lnTo>
                  <a:lnTo>
                    <a:pt x="7608" y="22010"/>
                  </a:lnTo>
                  <a:lnTo>
                    <a:pt x="7724" y="22512"/>
                  </a:lnTo>
                  <a:lnTo>
                    <a:pt x="7762" y="23014"/>
                  </a:lnTo>
                  <a:lnTo>
                    <a:pt x="7801" y="23555"/>
                  </a:lnTo>
                  <a:lnTo>
                    <a:pt x="7801" y="24057"/>
                  </a:lnTo>
                  <a:lnTo>
                    <a:pt x="7608" y="23903"/>
                  </a:lnTo>
                  <a:lnTo>
                    <a:pt x="7492" y="23671"/>
                  </a:lnTo>
                  <a:lnTo>
                    <a:pt x="7376" y="23439"/>
                  </a:lnTo>
                  <a:lnTo>
                    <a:pt x="7338" y="23169"/>
                  </a:lnTo>
                  <a:lnTo>
                    <a:pt x="7338" y="23092"/>
                  </a:lnTo>
                  <a:lnTo>
                    <a:pt x="7299" y="23053"/>
                  </a:lnTo>
                  <a:lnTo>
                    <a:pt x="7183" y="23014"/>
                  </a:lnTo>
                  <a:lnTo>
                    <a:pt x="7106" y="23014"/>
                  </a:lnTo>
                  <a:lnTo>
                    <a:pt x="7067" y="23053"/>
                  </a:lnTo>
                  <a:lnTo>
                    <a:pt x="7029" y="23092"/>
                  </a:lnTo>
                  <a:lnTo>
                    <a:pt x="6990" y="23169"/>
                  </a:lnTo>
                  <a:lnTo>
                    <a:pt x="6952" y="23787"/>
                  </a:lnTo>
                  <a:lnTo>
                    <a:pt x="6797" y="24405"/>
                  </a:lnTo>
                  <a:lnTo>
                    <a:pt x="6681" y="24675"/>
                  </a:lnTo>
                  <a:lnTo>
                    <a:pt x="6565" y="24984"/>
                  </a:lnTo>
                  <a:lnTo>
                    <a:pt x="6411" y="25254"/>
                  </a:lnTo>
                  <a:lnTo>
                    <a:pt x="6218" y="25524"/>
                  </a:lnTo>
                  <a:lnTo>
                    <a:pt x="5832" y="25988"/>
                  </a:lnTo>
                  <a:lnTo>
                    <a:pt x="5600" y="26219"/>
                  </a:lnTo>
                  <a:lnTo>
                    <a:pt x="5368" y="26451"/>
                  </a:lnTo>
                  <a:lnTo>
                    <a:pt x="5098" y="26644"/>
                  </a:lnTo>
                  <a:lnTo>
                    <a:pt x="4828" y="26799"/>
                  </a:lnTo>
                  <a:lnTo>
                    <a:pt x="4557" y="26953"/>
                  </a:lnTo>
                  <a:lnTo>
                    <a:pt x="4248" y="27030"/>
                  </a:lnTo>
                  <a:lnTo>
                    <a:pt x="4017" y="27030"/>
                  </a:lnTo>
                  <a:lnTo>
                    <a:pt x="3862" y="26992"/>
                  </a:lnTo>
                  <a:lnTo>
                    <a:pt x="3708" y="26915"/>
                  </a:lnTo>
                  <a:lnTo>
                    <a:pt x="3592" y="26760"/>
                  </a:lnTo>
                  <a:lnTo>
                    <a:pt x="3515" y="26606"/>
                  </a:lnTo>
                  <a:lnTo>
                    <a:pt x="3438" y="26413"/>
                  </a:lnTo>
                  <a:lnTo>
                    <a:pt x="3322" y="25988"/>
                  </a:lnTo>
                  <a:lnTo>
                    <a:pt x="3206" y="25293"/>
                  </a:lnTo>
                  <a:lnTo>
                    <a:pt x="3167" y="24945"/>
                  </a:lnTo>
                  <a:lnTo>
                    <a:pt x="3167" y="24598"/>
                  </a:lnTo>
                  <a:lnTo>
                    <a:pt x="3206" y="24173"/>
                  </a:lnTo>
                  <a:lnTo>
                    <a:pt x="3283" y="23787"/>
                  </a:lnTo>
                  <a:lnTo>
                    <a:pt x="3360" y="23401"/>
                  </a:lnTo>
                  <a:lnTo>
                    <a:pt x="3515" y="23014"/>
                  </a:lnTo>
                  <a:lnTo>
                    <a:pt x="3708" y="22667"/>
                  </a:lnTo>
                  <a:lnTo>
                    <a:pt x="3901" y="22319"/>
                  </a:lnTo>
                  <a:lnTo>
                    <a:pt x="4171" y="22010"/>
                  </a:lnTo>
                  <a:lnTo>
                    <a:pt x="4480" y="21702"/>
                  </a:lnTo>
                  <a:lnTo>
                    <a:pt x="4519" y="21624"/>
                  </a:lnTo>
                  <a:lnTo>
                    <a:pt x="4519" y="21547"/>
                  </a:lnTo>
                  <a:lnTo>
                    <a:pt x="4442" y="21470"/>
                  </a:lnTo>
                  <a:lnTo>
                    <a:pt x="4364" y="21431"/>
                  </a:lnTo>
                  <a:lnTo>
                    <a:pt x="3553" y="21315"/>
                  </a:lnTo>
                  <a:lnTo>
                    <a:pt x="3862" y="21045"/>
                  </a:lnTo>
                  <a:lnTo>
                    <a:pt x="4171" y="20775"/>
                  </a:lnTo>
                  <a:lnTo>
                    <a:pt x="4519" y="20582"/>
                  </a:lnTo>
                  <a:lnTo>
                    <a:pt x="4905" y="20466"/>
                  </a:lnTo>
                  <a:close/>
                  <a:moveTo>
                    <a:pt x="18845" y="0"/>
                  </a:moveTo>
                  <a:lnTo>
                    <a:pt x="18806" y="77"/>
                  </a:lnTo>
                  <a:lnTo>
                    <a:pt x="18729" y="39"/>
                  </a:lnTo>
                  <a:lnTo>
                    <a:pt x="18652" y="39"/>
                  </a:lnTo>
                  <a:lnTo>
                    <a:pt x="17455" y="618"/>
                  </a:lnTo>
                  <a:lnTo>
                    <a:pt x="16296" y="1236"/>
                  </a:lnTo>
                  <a:lnTo>
                    <a:pt x="15215" y="1931"/>
                  </a:lnTo>
                  <a:lnTo>
                    <a:pt x="14134" y="2664"/>
                  </a:lnTo>
                  <a:lnTo>
                    <a:pt x="13091" y="3475"/>
                  </a:lnTo>
                  <a:lnTo>
                    <a:pt x="12087" y="4325"/>
                  </a:lnTo>
                  <a:lnTo>
                    <a:pt x="11161" y="5213"/>
                  </a:lnTo>
                  <a:lnTo>
                    <a:pt x="10272" y="6178"/>
                  </a:lnTo>
                  <a:lnTo>
                    <a:pt x="9384" y="7144"/>
                  </a:lnTo>
                  <a:lnTo>
                    <a:pt x="8573" y="8186"/>
                  </a:lnTo>
                  <a:lnTo>
                    <a:pt x="7840" y="9268"/>
                  </a:lnTo>
                  <a:lnTo>
                    <a:pt x="7145" y="10387"/>
                  </a:lnTo>
                  <a:lnTo>
                    <a:pt x="6643" y="11276"/>
                  </a:lnTo>
                  <a:lnTo>
                    <a:pt x="6179" y="12164"/>
                  </a:lnTo>
                  <a:lnTo>
                    <a:pt x="5368" y="12241"/>
                  </a:lnTo>
                  <a:lnTo>
                    <a:pt x="4557" y="12395"/>
                  </a:lnTo>
                  <a:lnTo>
                    <a:pt x="3785" y="12627"/>
                  </a:lnTo>
                  <a:lnTo>
                    <a:pt x="3013" y="12936"/>
                  </a:lnTo>
                  <a:lnTo>
                    <a:pt x="2936" y="12975"/>
                  </a:lnTo>
                  <a:lnTo>
                    <a:pt x="2897" y="13013"/>
                  </a:lnTo>
                  <a:lnTo>
                    <a:pt x="2897" y="13168"/>
                  </a:lnTo>
                  <a:lnTo>
                    <a:pt x="2704" y="13361"/>
                  </a:lnTo>
                  <a:lnTo>
                    <a:pt x="2549" y="13592"/>
                  </a:lnTo>
                  <a:lnTo>
                    <a:pt x="2395" y="13863"/>
                  </a:lnTo>
                  <a:lnTo>
                    <a:pt x="2279" y="14133"/>
                  </a:lnTo>
                  <a:lnTo>
                    <a:pt x="2086" y="14712"/>
                  </a:lnTo>
                  <a:lnTo>
                    <a:pt x="1854" y="15214"/>
                  </a:lnTo>
                  <a:lnTo>
                    <a:pt x="1430" y="15987"/>
                  </a:lnTo>
                  <a:lnTo>
                    <a:pt x="1005" y="16759"/>
                  </a:lnTo>
                  <a:lnTo>
                    <a:pt x="541" y="17493"/>
                  </a:lnTo>
                  <a:lnTo>
                    <a:pt x="39" y="18226"/>
                  </a:lnTo>
                  <a:lnTo>
                    <a:pt x="1" y="18303"/>
                  </a:lnTo>
                  <a:lnTo>
                    <a:pt x="1" y="18381"/>
                  </a:lnTo>
                  <a:lnTo>
                    <a:pt x="39" y="18419"/>
                  </a:lnTo>
                  <a:lnTo>
                    <a:pt x="117" y="18458"/>
                  </a:lnTo>
                  <a:lnTo>
                    <a:pt x="117" y="18535"/>
                  </a:lnTo>
                  <a:lnTo>
                    <a:pt x="117" y="18612"/>
                  </a:lnTo>
                  <a:lnTo>
                    <a:pt x="155" y="18651"/>
                  </a:lnTo>
                  <a:lnTo>
                    <a:pt x="233" y="18690"/>
                  </a:lnTo>
                  <a:lnTo>
                    <a:pt x="1159" y="18612"/>
                  </a:lnTo>
                  <a:lnTo>
                    <a:pt x="2086" y="18574"/>
                  </a:lnTo>
                  <a:lnTo>
                    <a:pt x="3901" y="18381"/>
                  </a:lnTo>
                  <a:lnTo>
                    <a:pt x="3978" y="18342"/>
                  </a:lnTo>
                  <a:lnTo>
                    <a:pt x="4055" y="18265"/>
                  </a:lnTo>
                  <a:lnTo>
                    <a:pt x="4596" y="17106"/>
                  </a:lnTo>
                  <a:lnTo>
                    <a:pt x="5252" y="15987"/>
                  </a:lnTo>
                  <a:lnTo>
                    <a:pt x="5291" y="16566"/>
                  </a:lnTo>
                  <a:lnTo>
                    <a:pt x="5446" y="17106"/>
                  </a:lnTo>
                  <a:lnTo>
                    <a:pt x="5600" y="17647"/>
                  </a:lnTo>
                  <a:lnTo>
                    <a:pt x="5832" y="18188"/>
                  </a:lnTo>
                  <a:lnTo>
                    <a:pt x="5446" y="18381"/>
                  </a:lnTo>
                  <a:lnTo>
                    <a:pt x="5059" y="18651"/>
                  </a:lnTo>
                  <a:lnTo>
                    <a:pt x="4673" y="18960"/>
                  </a:lnTo>
                  <a:lnTo>
                    <a:pt x="4519" y="19153"/>
                  </a:lnTo>
                  <a:lnTo>
                    <a:pt x="4403" y="19346"/>
                  </a:lnTo>
                  <a:lnTo>
                    <a:pt x="4403" y="19423"/>
                  </a:lnTo>
                  <a:lnTo>
                    <a:pt x="4442" y="19501"/>
                  </a:lnTo>
                  <a:lnTo>
                    <a:pt x="4442" y="19539"/>
                  </a:lnTo>
                  <a:lnTo>
                    <a:pt x="4442" y="19616"/>
                  </a:lnTo>
                  <a:lnTo>
                    <a:pt x="4596" y="19964"/>
                  </a:lnTo>
                  <a:lnTo>
                    <a:pt x="4789" y="20273"/>
                  </a:lnTo>
                  <a:lnTo>
                    <a:pt x="4519" y="20311"/>
                  </a:lnTo>
                  <a:lnTo>
                    <a:pt x="4287" y="20389"/>
                  </a:lnTo>
                  <a:lnTo>
                    <a:pt x="4055" y="20504"/>
                  </a:lnTo>
                  <a:lnTo>
                    <a:pt x="3862" y="20620"/>
                  </a:lnTo>
                  <a:lnTo>
                    <a:pt x="3669" y="20775"/>
                  </a:lnTo>
                  <a:lnTo>
                    <a:pt x="3476" y="20968"/>
                  </a:lnTo>
                  <a:lnTo>
                    <a:pt x="3283" y="21161"/>
                  </a:lnTo>
                  <a:lnTo>
                    <a:pt x="3129" y="21354"/>
                  </a:lnTo>
                  <a:lnTo>
                    <a:pt x="3090" y="21431"/>
                  </a:lnTo>
                  <a:lnTo>
                    <a:pt x="3129" y="21508"/>
                  </a:lnTo>
                  <a:lnTo>
                    <a:pt x="3167" y="21586"/>
                  </a:lnTo>
                  <a:lnTo>
                    <a:pt x="3244" y="21624"/>
                  </a:lnTo>
                  <a:lnTo>
                    <a:pt x="4017" y="21702"/>
                  </a:lnTo>
                  <a:lnTo>
                    <a:pt x="3746" y="22010"/>
                  </a:lnTo>
                  <a:lnTo>
                    <a:pt x="3476" y="22358"/>
                  </a:lnTo>
                  <a:lnTo>
                    <a:pt x="3283" y="22706"/>
                  </a:lnTo>
                  <a:lnTo>
                    <a:pt x="3129" y="23092"/>
                  </a:lnTo>
                  <a:lnTo>
                    <a:pt x="3013" y="23478"/>
                  </a:lnTo>
                  <a:lnTo>
                    <a:pt x="2897" y="23864"/>
                  </a:lnTo>
                  <a:lnTo>
                    <a:pt x="2858" y="24289"/>
                  </a:lnTo>
                  <a:lnTo>
                    <a:pt x="2858" y="24714"/>
                  </a:lnTo>
                  <a:lnTo>
                    <a:pt x="2858" y="25370"/>
                  </a:lnTo>
                  <a:lnTo>
                    <a:pt x="2897" y="25795"/>
                  </a:lnTo>
                  <a:lnTo>
                    <a:pt x="2974" y="26219"/>
                  </a:lnTo>
                  <a:lnTo>
                    <a:pt x="3090" y="26644"/>
                  </a:lnTo>
                  <a:lnTo>
                    <a:pt x="3244" y="26992"/>
                  </a:lnTo>
                  <a:lnTo>
                    <a:pt x="3360" y="27146"/>
                  </a:lnTo>
                  <a:lnTo>
                    <a:pt x="3438" y="27262"/>
                  </a:lnTo>
                  <a:lnTo>
                    <a:pt x="3553" y="27378"/>
                  </a:lnTo>
                  <a:lnTo>
                    <a:pt x="3708" y="27417"/>
                  </a:lnTo>
                  <a:lnTo>
                    <a:pt x="3862" y="27455"/>
                  </a:lnTo>
                  <a:lnTo>
                    <a:pt x="4017" y="27455"/>
                  </a:lnTo>
                  <a:lnTo>
                    <a:pt x="4364" y="27417"/>
                  </a:lnTo>
                  <a:lnTo>
                    <a:pt x="4750" y="27262"/>
                  </a:lnTo>
                  <a:lnTo>
                    <a:pt x="5098" y="27069"/>
                  </a:lnTo>
                  <a:lnTo>
                    <a:pt x="5407" y="26837"/>
                  </a:lnTo>
                  <a:lnTo>
                    <a:pt x="5716" y="26567"/>
                  </a:lnTo>
                  <a:lnTo>
                    <a:pt x="6218" y="26065"/>
                  </a:lnTo>
                  <a:lnTo>
                    <a:pt x="6565" y="25602"/>
                  </a:lnTo>
                  <a:lnTo>
                    <a:pt x="6874" y="25100"/>
                  </a:lnTo>
                  <a:lnTo>
                    <a:pt x="7106" y="24559"/>
                  </a:lnTo>
                  <a:lnTo>
                    <a:pt x="7260" y="23980"/>
                  </a:lnTo>
                  <a:lnTo>
                    <a:pt x="7376" y="24134"/>
                  </a:lnTo>
                  <a:lnTo>
                    <a:pt x="7531" y="24289"/>
                  </a:lnTo>
                  <a:lnTo>
                    <a:pt x="7685" y="24405"/>
                  </a:lnTo>
                  <a:lnTo>
                    <a:pt x="7878" y="24520"/>
                  </a:lnTo>
                  <a:lnTo>
                    <a:pt x="7955" y="24559"/>
                  </a:lnTo>
                  <a:lnTo>
                    <a:pt x="8033" y="24520"/>
                  </a:lnTo>
                  <a:lnTo>
                    <a:pt x="8110" y="24482"/>
                  </a:lnTo>
                  <a:lnTo>
                    <a:pt x="8110" y="24366"/>
                  </a:lnTo>
                  <a:lnTo>
                    <a:pt x="8149" y="23787"/>
                  </a:lnTo>
                  <a:lnTo>
                    <a:pt x="8149" y="23208"/>
                  </a:lnTo>
                  <a:lnTo>
                    <a:pt x="8071" y="22628"/>
                  </a:lnTo>
                  <a:lnTo>
                    <a:pt x="7955" y="22049"/>
                  </a:lnTo>
                  <a:lnTo>
                    <a:pt x="8535" y="22049"/>
                  </a:lnTo>
                  <a:lnTo>
                    <a:pt x="8651" y="22010"/>
                  </a:lnTo>
                  <a:lnTo>
                    <a:pt x="8728" y="21972"/>
                  </a:lnTo>
                  <a:lnTo>
                    <a:pt x="8766" y="21933"/>
                  </a:lnTo>
                  <a:lnTo>
                    <a:pt x="8766" y="21895"/>
                  </a:lnTo>
                  <a:lnTo>
                    <a:pt x="8844" y="21006"/>
                  </a:lnTo>
                  <a:lnTo>
                    <a:pt x="8921" y="20543"/>
                  </a:lnTo>
                  <a:lnTo>
                    <a:pt x="8998" y="20118"/>
                  </a:lnTo>
                  <a:lnTo>
                    <a:pt x="9153" y="20118"/>
                  </a:lnTo>
                  <a:lnTo>
                    <a:pt x="9577" y="20041"/>
                  </a:lnTo>
                  <a:lnTo>
                    <a:pt x="9963" y="19964"/>
                  </a:lnTo>
                  <a:lnTo>
                    <a:pt x="10311" y="19809"/>
                  </a:lnTo>
                  <a:lnTo>
                    <a:pt x="10659" y="19655"/>
                  </a:lnTo>
                  <a:lnTo>
                    <a:pt x="10157" y="20389"/>
                  </a:lnTo>
                  <a:lnTo>
                    <a:pt x="9616" y="21161"/>
                  </a:lnTo>
                  <a:lnTo>
                    <a:pt x="9577" y="21238"/>
                  </a:lnTo>
                  <a:lnTo>
                    <a:pt x="9616" y="21354"/>
                  </a:lnTo>
                  <a:lnTo>
                    <a:pt x="9963" y="22049"/>
                  </a:lnTo>
                  <a:lnTo>
                    <a:pt x="10272" y="22783"/>
                  </a:lnTo>
                  <a:lnTo>
                    <a:pt x="10581" y="23516"/>
                  </a:lnTo>
                  <a:lnTo>
                    <a:pt x="10813" y="24250"/>
                  </a:lnTo>
                  <a:lnTo>
                    <a:pt x="10890" y="24327"/>
                  </a:lnTo>
                  <a:lnTo>
                    <a:pt x="11006" y="24405"/>
                  </a:lnTo>
                  <a:lnTo>
                    <a:pt x="11122" y="24405"/>
                  </a:lnTo>
                  <a:lnTo>
                    <a:pt x="11199" y="24289"/>
                  </a:lnTo>
                  <a:lnTo>
                    <a:pt x="13130" y="21740"/>
                  </a:lnTo>
                  <a:lnTo>
                    <a:pt x="14095" y="20389"/>
                  </a:lnTo>
                  <a:lnTo>
                    <a:pt x="14520" y="19732"/>
                  </a:lnTo>
                  <a:lnTo>
                    <a:pt x="14945" y="19037"/>
                  </a:lnTo>
                  <a:lnTo>
                    <a:pt x="14983" y="18960"/>
                  </a:lnTo>
                  <a:lnTo>
                    <a:pt x="14945" y="18883"/>
                  </a:lnTo>
                  <a:lnTo>
                    <a:pt x="14790" y="18535"/>
                  </a:lnTo>
                  <a:lnTo>
                    <a:pt x="14597" y="18149"/>
                  </a:lnTo>
                  <a:lnTo>
                    <a:pt x="14288" y="17454"/>
                  </a:lnTo>
                  <a:lnTo>
                    <a:pt x="13786" y="16180"/>
                  </a:lnTo>
                  <a:lnTo>
                    <a:pt x="14211" y="15369"/>
                  </a:lnTo>
                  <a:lnTo>
                    <a:pt x="14674" y="14558"/>
                  </a:lnTo>
                  <a:lnTo>
                    <a:pt x="15061" y="13708"/>
                  </a:lnTo>
                  <a:lnTo>
                    <a:pt x="15447" y="12897"/>
                  </a:lnTo>
                  <a:lnTo>
                    <a:pt x="16065" y="11391"/>
                  </a:lnTo>
                  <a:lnTo>
                    <a:pt x="16644" y="9885"/>
                  </a:lnTo>
                  <a:lnTo>
                    <a:pt x="17146" y="8341"/>
                  </a:lnTo>
                  <a:lnTo>
                    <a:pt x="17609" y="6796"/>
                  </a:lnTo>
                  <a:lnTo>
                    <a:pt x="17995" y="5213"/>
                  </a:lnTo>
                  <a:lnTo>
                    <a:pt x="18382" y="3630"/>
                  </a:lnTo>
                  <a:lnTo>
                    <a:pt x="18729" y="2047"/>
                  </a:lnTo>
                  <a:lnTo>
                    <a:pt x="19038" y="463"/>
                  </a:lnTo>
                  <a:lnTo>
                    <a:pt x="19038" y="386"/>
                  </a:lnTo>
                  <a:lnTo>
                    <a:pt x="18999" y="309"/>
                  </a:lnTo>
                  <a:lnTo>
                    <a:pt x="18999" y="232"/>
                  </a:lnTo>
                  <a:lnTo>
                    <a:pt x="18999" y="77"/>
                  </a:lnTo>
                  <a:lnTo>
                    <a:pt x="18961" y="39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19"/>
            <p:cNvSpPr/>
            <p:nvPr/>
          </p:nvSpPr>
          <p:spPr>
            <a:xfrm>
              <a:off x="5947325" y="1038225"/>
              <a:ext cx="458575" cy="289650"/>
            </a:xfrm>
            <a:custGeom>
              <a:avLst/>
              <a:gdLst/>
              <a:ahLst/>
              <a:cxnLst/>
              <a:rect l="l" t="t" r="r" b="b"/>
              <a:pathLst>
                <a:path w="18343" h="11586" extrusionOk="0">
                  <a:moveTo>
                    <a:pt x="17068" y="387"/>
                  </a:moveTo>
                  <a:lnTo>
                    <a:pt x="17145" y="426"/>
                  </a:lnTo>
                  <a:lnTo>
                    <a:pt x="17223" y="503"/>
                  </a:lnTo>
                  <a:lnTo>
                    <a:pt x="17300" y="735"/>
                  </a:lnTo>
                  <a:lnTo>
                    <a:pt x="17377" y="928"/>
                  </a:lnTo>
                  <a:lnTo>
                    <a:pt x="17377" y="1121"/>
                  </a:lnTo>
                  <a:lnTo>
                    <a:pt x="17338" y="1314"/>
                  </a:lnTo>
                  <a:lnTo>
                    <a:pt x="17223" y="1546"/>
                  </a:lnTo>
                  <a:lnTo>
                    <a:pt x="16952" y="1893"/>
                  </a:lnTo>
                  <a:lnTo>
                    <a:pt x="16721" y="2125"/>
                  </a:lnTo>
                  <a:lnTo>
                    <a:pt x="16450" y="2356"/>
                  </a:lnTo>
                  <a:lnTo>
                    <a:pt x="16180" y="2550"/>
                  </a:lnTo>
                  <a:lnTo>
                    <a:pt x="15871" y="2665"/>
                  </a:lnTo>
                  <a:lnTo>
                    <a:pt x="15871" y="2086"/>
                  </a:lnTo>
                  <a:lnTo>
                    <a:pt x="15910" y="1777"/>
                  </a:lnTo>
                  <a:lnTo>
                    <a:pt x="15948" y="1468"/>
                  </a:lnTo>
                  <a:lnTo>
                    <a:pt x="16025" y="1198"/>
                  </a:lnTo>
                  <a:lnTo>
                    <a:pt x="16180" y="928"/>
                  </a:lnTo>
                  <a:lnTo>
                    <a:pt x="16334" y="696"/>
                  </a:lnTo>
                  <a:lnTo>
                    <a:pt x="16605" y="503"/>
                  </a:lnTo>
                  <a:lnTo>
                    <a:pt x="16836" y="426"/>
                  </a:lnTo>
                  <a:lnTo>
                    <a:pt x="16991" y="387"/>
                  </a:lnTo>
                  <a:close/>
                  <a:moveTo>
                    <a:pt x="14597" y="2974"/>
                  </a:moveTo>
                  <a:lnTo>
                    <a:pt x="14867" y="3013"/>
                  </a:lnTo>
                  <a:lnTo>
                    <a:pt x="15137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7"/>
                  </a:lnTo>
                  <a:lnTo>
                    <a:pt x="14056" y="3862"/>
                  </a:lnTo>
                  <a:lnTo>
                    <a:pt x="13786" y="3940"/>
                  </a:lnTo>
                  <a:lnTo>
                    <a:pt x="13477" y="4017"/>
                  </a:lnTo>
                  <a:lnTo>
                    <a:pt x="13052" y="4017"/>
                  </a:lnTo>
                  <a:lnTo>
                    <a:pt x="12975" y="3940"/>
                  </a:lnTo>
                  <a:lnTo>
                    <a:pt x="12975" y="3862"/>
                  </a:lnTo>
                  <a:lnTo>
                    <a:pt x="12975" y="3708"/>
                  </a:lnTo>
                  <a:lnTo>
                    <a:pt x="13014" y="3476"/>
                  </a:lnTo>
                  <a:lnTo>
                    <a:pt x="13052" y="3360"/>
                  </a:lnTo>
                  <a:lnTo>
                    <a:pt x="13207" y="3245"/>
                  </a:lnTo>
                  <a:lnTo>
                    <a:pt x="13400" y="3167"/>
                  </a:lnTo>
                  <a:lnTo>
                    <a:pt x="13709" y="3052"/>
                  </a:lnTo>
                  <a:lnTo>
                    <a:pt x="14018" y="3013"/>
                  </a:lnTo>
                  <a:lnTo>
                    <a:pt x="14326" y="2974"/>
                  </a:lnTo>
                  <a:close/>
                  <a:moveTo>
                    <a:pt x="15678" y="3283"/>
                  </a:moveTo>
                  <a:lnTo>
                    <a:pt x="16334" y="3476"/>
                  </a:lnTo>
                  <a:lnTo>
                    <a:pt x="16643" y="3554"/>
                  </a:lnTo>
                  <a:lnTo>
                    <a:pt x="16991" y="3669"/>
                  </a:lnTo>
                  <a:lnTo>
                    <a:pt x="17261" y="3824"/>
                  </a:lnTo>
                  <a:lnTo>
                    <a:pt x="17531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79" y="4596"/>
                  </a:lnTo>
                  <a:lnTo>
                    <a:pt x="17918" y="4789"/>
                  </a:lnTo>
                  <a:lnTo>
                    <a:pt x="17879" y="4944"/>
                  </a:lnTo>
                  <a:lnTo>
                    <a:pt x="17802" y="5059"/>
                  </a:lnTo>
                  <a:lnTo>
                    <a:pt x="17647" y="5137"/>
                  </a:lnTo>
                  <a:lnTo>
                    <a:pt x="17493" y="5175"/>
                  </a:lnTo>
                  <a:lnTo>
                    <a:pt x="17338" y="5175"/>
                  </a:lnTo>
                  <a:lnTo>
                    <a:pt x="17145" y="5137"/>
                  </a:lnTo>
                  <a:lnTo>
                    <a:pt x="16991" y="5059"/>
                  </a:lnTo>
                  <a:lnTo>
                    <a:pt x="16643" y="4789"/>
                  </a:lnTo>
                  <a:lnTo>
                    <a:pt x="16373" y="4480"/>
                  </a:lnTo>
                  <a:lnTo>
                    <a:pt x="16180" y="4210"/>
                  </a:lnTo>
                  <a:lnTo>
                    <a:pt x="15987" y="3901"/>
                  </a:lnTo>
                  <a:lnTo>
                    <a:pt x="15832" y="3592"/>
                  </a:lnTo>
                  <a:lnTo>
                    <a:pt x="15678" y="3283"/>
                  </a:lnTo>
                  <a:close/>
                  <a:moveTo>
                    <a:pt x="4634" y="542"/>
                  </a:moveTo>
                  <a:lnTo>
                    <a:pt x="5252" y="580"/>
                  </a:lnTo>
                  <a:lnTo>
                    <a:pt x="5831" y="696"/>
                  </a:lnTo>
                  <a:lnTo>
                    <a:pt x="6410" y="850"/>
                  </a:lnTo>
                  <a:lnTo>
                    <a:pt x="6990" y="1121"/>
                  </a:lnTo>
                  <a:lnTo>
                    <a:pt x="7492" y="1430"/>
                  </a:lnTo>
                  <a:lnTo>
                    <a:pt x="7916" y="1739"/>
                  </a:lnTo>
                  <a:lnTo>
                    <a:pt x="8303" y="2086"/>
                  </a:lnTo>
                  <a:lnTo>
                    <a:pt x="8650" y="2472"/>
                  </a:lnTo>
                  <a:lnTo>
                    <a:pt x="8959" y="2858"/>
                  </a:lnTo>
                  <a:lnTo>
                    <a:pt x="9538" y="3669"/>
                  </a:lnTo>
                  <a:lnTo>
                    <a:pt x="10156" y="4480"/>
                  </a:lnTo>
                  <a:lnTo>
                    <a:pt x="10388" y="4828"/>
                  </a:lnTo>
                  <a:lnTo>
                    <a:pt x="10697" y="5137"/>
                  </a:lnTo>
                  <a:lnTo>
                    <a:pt x="11006" y="5446"/>
                  </a:lnTo>
                  <a:lnTo>
                    <a:pt x="11353" y="5677"/>
                  </a:lnTo>
                  <a:lnTo>
                    <a:pt x="11701" y="5870"/>
                  </a:lnTo>
                  <a:lnTo>
                    <a:pt x="12125" y="5986"/>
                  </a:lnTo>
                  <a:lnTo>
                    <a:pt x="12512" y="6025"/>
                  </a:lnTo>
                  <a:lnTo>
                    <a:pt x="12975" y="5986"/>
                  </a:lnTo>
                  <a:lnTo>
                    <a:pt x="13322" y="5870"/>
                  </a:lnTo>
                  <a:lnTo>
                    <a:pt x="13631" y="5755"/>
                  </a:lnTo>
                  <a:lnTo>
                    <a:pt x="13902" y="5600"/>
                  </a:lnTo>
                  <a:lnTo>
                    <a:pt x="14172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8" y="4712"/>
                  </a:lnTo>
                  <a:lnTo>
                    <a:pt x="14983" y="4442"/>
                  </a:lnTo>
                  <a:lnTo>
                    <a:pt x="14751" y="5253"/>
                  </a:lnTo>
                  <a:lnTo>
                    <a:pt x="14442" y="5986"/>
                  </a:lnTo>
                  <a:lnTo>
                    <a:pt x="14056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1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6" y="10272"/>
                  </a:lnTo>
                  <a:lnTo>
                    <a:pt x="9615" y="10466"/>
                  </a:lnTo>
                  <a:lnTo>
                    <a:pt x="9075" y="10659"/>
                  </a:lnTo>
                  <a:lnTo>
                    <a:pt x="8496" y="10774"/>
                  </a:lnTo>
                  <a:lnTo>
                    <a:pt x="7955" y="10890"/>
                  </a:lnTo>
                  <a:lnTo>
                    <a:pt x="7376" y="10929"/>
                  </a:lnTo>
                  <a:lnTo>
                    <a:pt x="6835" y="10929"/>
                  </a:lnTo>
                  <a:lnTo>
                    <a:pt x="6256" y="10890"/>
                  </a:lnTo>
                  <a:lnTo>
                    <a:pt x="5715" y="10774"/>
                  </a:lnTo>
                  <a:lnTo>
                    <a:pt x="5175" y="10620"/>
                  </a:lnTo>
                  <a:lnTo>
                    <a:pt x="4634" y="10466"/>
                  </a:lnTo>
                  <a:lnTo>
                    <a:pt x="4132" y="10195"/>
                  </a:lnTo>
                  <a:lnTo>
                    <a:pt x="3630" y="9925"/>
                  </a:lnTo>
                  <a:lnTo>
                    <a:pt x="3128" y="9577"/>
                  </a:lnTo>
                  <a:lnTo>
                    <a:pt x="2665" y="9191"/>
                  </a:lnTo>
                  <a:lnTo>
                    <a:pt x="2201" y="8767"/>
                  </a:lnTo>
                  <a:lnTo>
                    <a:pt x="1777" y="8303"/>
                  </a:lnTo>
                  <a:lnTo>
                    <a:pt x="1429" y="7801"/>
                  </a:lnTo>
                  <a:lnTo>
                    <a:pt x="1082" y="7261"/>
                  </a:lnTo>
                  <a:lnTo>
                    <a:pt x="811" y="6720"/>
                  </a:lnTo>
                  <a:lnTo>
                    <a:pt x="618" y="6141"/>
                  </a:lnTo>
                  <a:lnTo>
                    <a:pt x="464" y="5523"/>
                  </a:lnTo>
                  <a:lnTo>
                    <a:pt x="425" y="4905"/>
                  </a:lnTo>
                  <a:lnTo>
                    <a:pt x="464" y="4287"/>
                  </a:lnTo>
                  <a:lnTo>
                    <a:pt x="618" y="3708"/>
                  </a:lnTo>
                  <a:lnTo>
                    <a:pt x="811" y="3129"/>
                  </a:lnTo>
                  <a:lnTo>
                    <a:pt x="1120" y="2588"/>
                  </a:lnTo>
                  <a:lnTo>
                    <a:pt x="1468" y="2086"/>
                  </a:lnTo>
                  <a:lnTo>
                    <a:pt x="1892" y="1661"/>
                  </a:lnTo>
                  <a:lnTo>
                    <a:pt x="2356" y="1275"/>
                  </a:lnTo>
                  <a:lnTo>
                    <a:pt x="2896" y="1005"/>
                  </a:lnTo>
                  <a:lnTo>
                    <a:pt x="3476" y="773"/>
                  </a:lnTo>
                  <a:lnTo>
                    <a:pt x="4055" y="619"/>
                  </a:lnTo>
                  <a:lnTo>
                    <a:pt x="4634" y="542"/>
                  </a:lnTo>
                  <a:close/>
                  <a:moveTo>
                    <a:pt x="16875" y="1"/>
                  </a:moveTo>
                  <a:lnTo>
                    <a:pt x="16682" y="40"/>
                  </a:lnTo>
                  <a:lnTo>
                    <a:pt x="16450" y="155"/>
                  </a:lnTo>
                  <a:lnTo>
                    <a:pt x="16257" y="271"/>
                  </a:lnTo>
                  <a:lnTo>
                    <a:pt x="16103" y="426"/>
                  </a:lnTo>
                  <a:lnTo>
                    <a:pt x="15948" y="580"/>
                  </a:lnTo>
                  <a:lnTo>
                    <a:pt x="15832" y="773"/>
                  </a:lnTo>
                  <a:lnTo>
                    <a:pt x="15717" y="1005"/>
                  </a:lnTo>
                  <a:lnTo>
                    <a:pt x="15601" y="1237"/>
                  </a:lnTo>
                  <a:lnTo>
                    <a:pt x="15485" y="1739"/>
                  </a:lnTo>
                  <a:lnTo>
                    <a:pt x="15446" y="2279"/>
                  </a:lnTo>
                  <a:lnTo>
                    <a:pt x="15485" y="2820"/>
                  </a:lnTo>
                  <a:lnTo>
                    <a:pt x="15369" y="2820"/>
                  </a:lnTo>
                  <a:lnTo>
                    <a:pt x="15330" y="2858"/>
                  </a:lnTo>
                  <a:lnTo>
                    <a:pt x="14906" y="2743"/>
                  </a:lnTo>
                  <a:lnTo>
                    <a:pt x="14442" y="2665"/>
                  </a:lnTo>
                  <a:lnTo>
                    <a:pt x="13979" y="2665"/>
                  </a:lnTo>
                  <a:lnTo>
                    <a:pt x="13516" y="2743"/>
                  </a:lnTo>
                  <a:lnTo>
                    <a:pt x="13168" y="2858"/>
                  </a:lnTo>
                  <a:lnTo>
                    <a:pt x="12975" y="2974"/>
                  </a:lnTo>
                  <a:lnTo>
                    <a:pt x="12782" y="3090"/>
                  </a:lnTo>
                  <a:lnTo>
                    <a:pt x="12627" y="3206"/>
                  </a:lnTo>
                  <a:lnTo>
                    <a:pt x="12512" y="3360"/>
                  </a:lnTo>
                  <a:lnTo>
                    <a:pt x="12396" y="3554"/>
                  </a:lnTo>
                  <a:lnTo>
                    <a:pt x="12396" y="3747"/>
                  </a:lnTo>
                  <a:lnTo>
                    <a:pt x="12396" y="3940"/>
                  </a:lnTo>
                  <a:lnTo>
                    <a:pt x="12473" y="4094"/>
                  </a:lnTo>
                  <a:lnTo>
                    <a:pt x="12627" y="4210"/>
                  </a:lnTo>
                  <a:lnTo>
                    <a:pt x="12782" y="4287"/>
                  </a:lnTo>
                  <a:lnTo>
                    <a:pt x="12975" y="4364"/>
                  </a:lnTo>
                  <a:lnTo>
                    <a:pt x="13168" y="4403"/>
                  </a:lnTo>
                  <a:lnTo>
                    <a:pt x="13516" y="4364"/>
                  </a:lnTo>
                  <a:lnTo>
                    <a:pt x="13863" y="4326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8" y="3824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3" y="4866"/>
                  </a:lnTo>
                  <a:lnTo>
                    <a:pt x="13940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29" y="5446"/>
                  </a:lnTo>
                  <a:lnTo>
                    <a:pt x="12743" y="5523"/>
                  </a:lnTo>
                  <a:lnTo>
                    <a:pt x="12396" y="5523"/>
                  </a:lnTo>
                  <a:lnTo>
                    <a:pt x="12048" y="5446"/>
                  </a:lnTo>
                  <a:lnTo>
                    <a:pt x="11739" y="5330"/>
                  </a:lnTo>
                  <a:lnTo>
                    <a:pt x="11430" y="5137"/>
                  </a:lnTo>
                  <a:lnTo>
                    <a:pt x="11121" y="4905"/>
                  </a:lnTo>
                  <a:lnTo>
                    <a:pt x="10851" y="4635"/>
                  </a:lnTo>
                  <a:lnTo>
                    <a:pt x="10542" y="4210"/>
                  </a:lnTo>
                  <a:lnTo>
                    <a:pt x="10195" y="3785"/>
                  </a:lnTo>
                  <a:lnTo>
                    <a:pt x="9615" y="2936"/>
                  </a:lnTo>
                  <a:lnTo>
                    <a:pt x="9307" y="2511"/>
                  </a:lnTo>
                  <a:lnTo>
                    <a:pt x="8959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6" y="966"/>
                  </a:lnTo>
                  <a:lnTo>
                    <a:pt x="7105" y="657"/>
                  </a:lnTo>
                  <a:lnTo>
                    <a:pt x="6526" y="426"/>
                  </a:lnTo>
                  <a:lnTo>
                    <a:pt x="5947" y="271"/>
                  </a:lnTo>
                  <a:lnTo>
                    <a:pt x="5329" y="155"/>
                  </a:lnTo>
                  <a:lnTo>
                    <a:pt x="4750" y="117"/>
                  </a:lnTo>
                  <a:lnTo>
                    <a:pt x="4132" y="155"/>
                  </a:lnTo>
                  <a:lnTo>
                    <a:pt x="3553" y="271"/>
                  </a:lnTo>
                  <a:lnTo>
                    <a:pt x="3283" y="348"/>
                  </a:lnTo>
                  <a:lnTo>
                    <a:pt x="2935" y="464"/>
                  </a:lnTo>
                  <a:lnTo>
                    <a:pt x="2588" y="619"/>
                  </a:lnTo>
                  <a:lnTo>
                    <a:pt x="2279" y="812"/>
                  </a:lnTo>
                  <a:lnTo>
                    <a:pt x="1931" y="1005"/>
                  </a:lnTo>
                  <a:lnTo>
                    <a:pt x="1661" y="1275"/>
                  </a:lnTo>
                  <a:lnTo>
                    <a:pt x="1352" y="1546"/>
                  </a:lnTo>
                  <a:lnTo>
                    <a:pt x="1082" y="1854"/>
                  </a:lnTo>
                  <a:lnTo>
                    <a:pt x="850" y="2163"/>
                  </a:lnTo>
                  <a:lnTo>
                    <a:pt x="541" y="2665"/>
                  </a:lnTo>
                  <a:lnTo>
                    <a:pt x="309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0" y="4712"/>
                  </a:lnTo>
                  <a:lnTo>
                    <a:pt x="39" y="5214"/>
                  </a:lnTo>
                  <a:lnTo>
                    <a:pt x="78" y="5716"/>
                  </a:lnTo>
                  <a:lnTo>
                    <a:pt x="193" y="6218"/>
                  </a:lnTo>
                  <a:lnTo>
                    <a:pt x="386" y="6720"/>
                  </a:lnTo>
                  <a:lnTo>
                    <a:pt x="580" y="7222"/>
                  </a:lnTo>
                  <a:lnTo>
                    <a:pt x="811" y="7685"/>
                  </a:lnTo>
                  <a:lnTo>
                    <a:pt x="1082" y="8110"/>
                  </a:lnTo>
                  <a:lnTo>
                    <a:pt x="1429" y="8573"/>
                  </a:lnTo>
                  <a:lnTo>
                    <a:pt x="1777" y="8960"/>
                  </a:lnTo>
                  <a:lnTo>
                    <a:pt x="2124" y="9384"/>
                  </a:lnTo>
                  <a:lnTo>
                    <a:pt x="2549" y="9732"/>
                  </a:lnTo>
                  <a:lnTo>
                    <a:pt x="3090" y="10157"/>
                  </a:lnTo>
                  <a:lnTo>
                    <a:pt x="3630" y="10504"/>
                  </a:lnTo>
                  <a:lnTo>
                    <a:pt x="4209" y="10774"/>
                  </a:lnTo>
                  <a:lnTo>
                    <a:pt x="4789" y="11045"/>
                  </a:lnTo>
                  <a:lnTo>
                    <a:pt x="5406" y="11199"/>
                  </a:lnTo>
                  <a:lnTo>
                    <a:pt x="6024" y="11354"/>
                  </a:lnTo>
                  <a:lnTo>
                    <a:pt x="6642" y="11392"/>
                  </a:lnTo>
                  <a:lnTo>
                    <a:pt x="7260" y="11431"/>
                  </a:lnTo>
                  <a:lnTo>
                    <a:pt x="7337" y="11585"/>
                  </a:lnTo>
                  <a:lnTo>
                    <a:pt x="7646" y="11392"/>
                  </a:lnTo>
                  <a:lnTo>
                    <a:pt x="8457" y="11315"/>
                  </a:lnTo>
                  <a:lnTo>
                    <a:pt x="9268" y="11122"/>
                  </a:lnTo>
                  <a:lnTo>
                    <a:pt x="10079" y="10813"/>
                  </a:lnTo>
                  <a:lnTo>
                    <a:pt x="10851" y="10466"/>
                  </a:lnTo>
                  <a:lnTo>
                    <a:pt x="11546" y="10041"/>
                  </a:lnTo>
                  <a:lnTo>
                    <a:pt x="12164" y="9577"/>
                  </a:lnTo>
                  <a:lnTo>
                    <a:pt x="12434" y="9384"/>
                  </a:lnTo>
                  <a:lnTo>
                    <a:pt x="13052" y="8805"/>
                  </a:lnTo>
                  <a:lnTo>
                    <a:pt x="13631" y="8187"/>
                  </a:lnTo>
                  <a:lnTo>
                    <a:pt x="14133" y="7492"/>
                  </a:lnTo>
                  <a:lnTo>
                    <a:pt x="14597" y="6797"/>
                  </a:lnTo>
                  <a:lnTo>
                    <a:pt x="14944" y="6025"/>
                  </a:lnTo>
                  <a:lnTo>
                    <a:pt x="15099" y="5639"/>
                  </a:lnTo>
                  <a:lnTo>
                    <a:pt x="15253" y="5214"/>
                  </a:lnTo>
                  <a:lnTo>
                    <a:pt x="15330" y="4828"/>
                  </a:lnTo>
                  <a:lnTo>
                    <a:pt x="15408" y="4403"/>
                  </a:lnTo>
                  <a:lnTo>
                    <a:pt x="15485" y="4017"/>
                  </a:lnTo>
                  <a:lnTo>
                    <a:pt x="15485" y="3592"/>
                  </a:lnTo>
                  <a:lnTo>
                    <a:pt x="15678" y="4056"/>
                  </a:lnTo>
                  <a:lnTo>
                    <a:pt x="15948" y="4480"/>
                  </a:lnTo>
                  <a:lnTo>
                    <a:pt x="16257" y="4866"/>
                  </a:lnTo>
                  <a:lnTo>
                    <a:pt x="16605" y="5214"/>
                  </a:lnTo>
                  <a:lnTo>
                    <a:pt x="16759" y="5368"/>
                  </a:lnTo>
                  <a:lnTo>
                    <a:pt x="16991" y="5484"/>
                  </a:lnTo>
                  <a:lnTo>
                    <a:pt x="17184" y="5561"/>
                  </a:lnTo>
                  <a:lnTo>
                    <a:pt x="17416" y="5639"/>
                  </a:lnTo>
                  <a:lnTo>
                    <a:pt x="17609" y="5677"/>
                  </a:lnTo>
                  <a:lnTo>
                    <a:pt x="17840" y="5639"/>
                  </a:lnTo>
                  <a:lnTo>
                    <a:pt x="18033" y="5523"/>
                  </a:lnTo>
                  <a:lnTo>
                    <a:pt x="18188" y="5330"/>
                  </a:lnTo>
                  <a:lnTo>
                    <a:pt x="18304" y="5137"/>
                  </a:lnTo>
                  <a:lnTo>
                    <a:pt x="18342" y="4944"/>
                  </a:lnTo>
                  <a:lnTo>
                    <a:pt x="18304" y="4712"/>
                  </a:lnTo>
                  <a:lnTo>
                    <a:pt x="18265" y="4519"/>
                  </a:lnTo>
                  <a:lnTo>
                    <a:pt x="18188" y="4287"/>
                  </a:lnTo>
                  <a:lnTo>
                    <a:pt x="18072" y="4133"/>
                  </a:lnTo>
                  <a:lnTo>
                    <a:pt x="17956" y="3940"/>
                  </a:lnTo>
                  <a:lnTo>
                    <a:pt x="17802" y="3785"/>
                  </a:lnTo>
                  <a:lnTo>
                    <a:pt x="17647" y="3631"/>
                  </a:lnTo>
                  <a:lnTo>
                    <a:pt x="17416" y="3476"/>
                  </a:lnTo>
                  <a:lnTo>
                    <a:pt x="16952" y="3245"/>
                  </a:lnTo>
                  <a:lnTo>
                    <a:pt x="16489" y="3052"/>
                  </a:lnTo>
                  <a:lnTo>
                    <a:pt x="15987" y="2936"/>
                  </a:lnTo>
                  <a:lnTo>
                    <a:pt x="16412" y="2781"/>
                  </a:lnTo>
                  <a:lnTo>
                    <a:pt x="16836" y="2511"/>
                  </a:lnTo>
                  <a:lnTo>
                    <a:pt x="17184" y="2202"/>
                  </a:lnTo>
                  <a:lnTo>
                    <a:pt x="17493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3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0" y="194"/>
                  </a:lnTo>
                  <a:lnTo>
                    <a:pt x="17454" y="117"/>
                  </a:lnTo>
                  <a:lnTo>
                    <a:pt x="17338" y="40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19"/>
            <p:cNvSpPr/>
            <p:nvPr/>
          </p:nvSpPr>
          <p:spPr>
            <a:xfrm>
              <a:off x="5978200" y="1074925"/>
              <a:ext cx="144850" cy="162200"/>
            </a:xfrm>
            <a:custGeom>
              <a:avLst/>
              <a:gdLst/>
              <a:ahLst/>
              <a:cxnLst/>
              <a:rect l="l" t="t" r="r" b="b"/>
              <a:pathLst>
                <a:path w="5794" h="6488" extrusionOk="0">
                  <a:moveTo>
                    <a:pt x="2241" y="425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7" y="734"/>
                  </a:lnTo>
                  <a:lnTo>
                    <a:pt x="4171" y="1004"/>
                  </a:lnTo>
                  <a:lnTo>
                    <a:pt x="4558" y="1313"/>
                  </a:lnTo>
                  <a:lnTo>
                    <a:pt x="4751" y="1506"/>
                  </a:lnTo>
                  <a:lnTo>
                    <a:pt x="4905" y="1738"/>
                  </a:lnTo>
                  <a:lnTo>
                    <a:pt x="5021" y="1931"/>
                  </a:lnTo>
                  <a:lnTo>
                    <a:pt x="5137" y="2163"/>
                  </a:lnTo>
                  <a:lnTo>
                    <a:pt x="5214" y="2433"/>
                  </a:lnTo>
                  <a:lnTo>
                    <a:pt x="5291" y="2703"/>
                  </a:lnTo>
                  <a:lnTo>
                    <a:pt x="5330" y="3167"/>
                  </a:lnTo>
                  <a:lnTo>
                    <a:pt x="5330" y="3630"/>
                  </a:lnTo>
                  <a:lnTo>
                    <a:pt x="5214" y="4132"/>
                  </a:lnTo>
                  <a:lnTo>
                    <a:pt x="5021" y="4557"/>
                  </a:lnTo>
                  <a:lnTo>
                    <a:pt x="4789" y="4982"/>
                  </a:lnTo>
                  <a:lnTo>
                    <a:pt x="4480" y="5329"/>
                  </a:lnTo>
                  <a:lnTo>
                    <a:pt x="4287" y="5484"/>
                  </a:lnTo>
                  <a:lnTo>
                    <a:pt x="4094" y="5638"/>
                  </a:lnTo>
                  <a:lnTo>
                    <a:pt x="3901" y="5754"/>
                  </a:lnTo>
                  <a:lnTo>
                    <a:pt x="3669" y="5831"/>
                  </a:lnTo>
                  <a:lnTo>
                    <a:pt x="3360" y="5947"/>
                  </a:lnTo>
                  <a:lnTo>
                    <a:pt x="3090" y="5986"/>
                  </a:lnTo>
                  <a:lnTo>
                    <a:pt x="2820" y="6024"/>
                  </a:lnTo>
                  <a:lnTo>
                    <a:pt x="2550" y="5986"/>
                  </a:lnTo>
                  <a:lnTo>
                    <a:pt x="2279" y="5947"/>
                  </a:lnTo>
                  <a:lnTo>
                    <a:pt x="2048" y="5870"/>
                  </a:lnTo>
                  <a:lnTo>
                    <a:pt x="1855" y="5754"/>
                  </a:lnTo>
                  <a:lnTo>
                    <a:pt x="1623" y="5638"/>
                  </a:lnTo>
                  <a:lnTo>
                    <a:pt x="1430" y="5484"/>
                  </a:lnTo>
                  <a:lnTo>
                    <a:pt x="1275" y="5291"/>
                  </a:lnTo>
                  <a:lnTo>
                    <a:pt x="1082" y="5097"/>
                  </a:lnTo>
                  <a:lnTo>
                    <a:pt x="966" y="4904"/>
                  </a:lnTo>
                  <a:lnTo>
                    <a:pt x="696" y="4441"/>
                  </a:lnTo>
                  <a:lnTo>
                    <a:pt x="542" y="3900"/>
                  </a:lnTo>
                  <a:lnTo>
                    <a:pt x="426" y="3398"/>
                  </a:lnTo>
                  <a:lnTo>
                    <a:pt x="426" y="2858"/>
                  </a:lnTo>
                  <a:lnTo>
                    <a:pt x="503" y="2317"/>
                  </a:lnTo>
                  <a:lnTo>
                    <a:pt x="542" y="2047"/>
                  </a:lnTo>
                  <a:lnTo>
                    <a:pt x="657" y="1815"/>
                  </a:lnTo>
                  <a:lnTo>
                    <a:pt x="735" y="1584"/>
                  </a:lnTo>
                  <a:lnTo>
                    <a:pt x="889" y="1352"/>
                  </a:lnTo>
                  <a:lnTo>
                    <a:pt x="1044" y="1159"/>
                  </a:lnTo>
                  <a:lnTo>
                    <a:pt x="1237" y="1004"/>
                  </a:lnTo>
                  <a:lnTo>
                    <a:pt x="1430" y="811"/>
                  </a:lnTo>
                  <a:lnTo>
                    <a:pt x="1661" y="695"/>
                  </a:lnTo>
                  <a:lnTo>
                    <a:pt x="1893" y="580"/>
                  </a:lnTo>
                  <a:lnTo>
                    <a:pt x="2202" y="502"/>
                  </a:lnTo>
                  <a:lnTo>
                    <a:pt x="2241" y="464"/>
                  </a:lnTo>
                  <a:lnTo>
                    <a:pt x="2241" y="425"/>
                  </a:lnTo>
                  <a:close/>
                  <a:moveTo>
                    <a:pt x="2279" y="0"/>
                  </a:moveTo>
                  <a:lnTo>
                    <a:pt x="1970" y="39"/>
                  </a:lnTo>
                  <a:lnTo>
                    <a:pt x="1893" y="78"/>
                  </a:lnTo>
                  <a:lnTo>
                    <a:pt x="1816" y="116"/>
                  </a:lnTo>
                  <a:lnTo>
                    <a:pt x="1816" y="193"/>
                  </a:lnTo>
                  <a:lnTo>
                    <a:pt x="1816" y="271"/>
                  </a:lnTo>
                  <a:lnTo>
                    <a:pt x="1507" y="348"/>
                  </a:lnTo>
                  <a:lnTo>
                    <a:pt x="1275" y="464"/>
                  </a:lnTo>
                  <a:lnTo>
                    <a:pt x="1044" y="618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7"/>
                  </a:lnTo>
                  <a:lnTo>
                    <a:pt x="349" y="1429"/>
                  </a:lnTo>
                  <a:lnTo>
                    <a:pt x="233" y="1661"/>
                  </a:lnTo>
                  <a:lnTo>
                    <a:pt x="117" y="1931"/>
                  </a:lnTo>
                  <a:lnTo>
                    <a:pt x="78" y="2201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0"/>
                  </a:lnTo>
                  <a:lnTo>
                    <a:pt x="271" y="4518"/>
                  </a:lnTo>
                  <a:lnTo>
                    <a:pt x="387" y="4827"/>
                  </a:lnTo>
                  <a:lnTo>
                    <a:pt x="542" y="5097"/>
                  </a:lnTo>
                  <a:lnTo>
                    <a:pt x="696" y="5329"/>
                  </a:lnTo>
                  <a:lnTo>
                    <a:pt x="851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0"/>
                  </a:lnTo>
                  <a:lnTo>
                    <a:pt x="1739" y="6256"/>
                  </a:lnTo>
                  <a:lnTo>
                    <a:pt x="2009" y="6372"/>
                  </a:lnTo>
                  <a:lnTo>
                    <a:pt x="2279" y="6449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49"/>
                  </a:lnTo>
                  <a:lnTo>
                    <a:pt x="3554" y="6372"/>
                  </a:lnTo>
                  <a:lnTo>
                    <a:pt x="3862" y="6256"/>
                  </a:lnTo>
                  <a:lnTo>
                    <a:pt x="4133" y="6140"/>
                  </a:lnTo>
                  <a:lnTo>
                    <a:pt x="4403" y="5986"/>
                  </a:lnTo>
                  <a:lnTo>
                    <a:pt x="4635" y="5793"/>
                  </a:lnTo>
                  <a:lnTo>
                    <a:pt x="4866" y="5599"/>
                  </a:lnTo>
                  <a:lnTo>
                    <a:pt x="5060" y="5368"/>
                  </a:lnTo>
                  <a:lnTo>
                    <a:pt x="5214" y="5136"/>
                  </a:lnTo>
                  <a:lnTo>
                    <a:pt x="5368" y="4866"/>
                  </a:lnTo>
                  <a:lnTo>
                    <a:pt x="5523" y="4634"/>
                  </a:lnTo>
                  <a:lnTo>
                    <a:pt x="5639" y="4325"/>
                  </a:lnTo>
                  <a:lnTo>
                    <a:pt x="5716" y="4055"/>
                  </a:lnTo>
                  <a:lnTo>
                    <a:pt x="5755" y="3746"/>
                  </a:lnTo>
                  <a:lnTo>
                    <a:pt x="5793" y="3437"/>
                  </a:lnTo>
                  <a:lnTo>
                    <a:pt x="5793" y="3128"/>
                  </a:lnTo>
                  <a:lnTo>
                    <a:pt x="5793" y="2858"/>
                  </a:lnTo>
                  <a:lnTo>
                    <a:pt x="5716" y="2549"/>
                  </a:lnTo>
                  <a:lnTo>
                    <a:pt x="5639" y="2240"/>
                  </a:lnTo>
                  <a:lnTo>
                    <a:pt x="5523" y="1931"/>
                  </a:lnTo>
                  <a:lnTo>
                    <a:pt x="5368" y="1661"/>
                  </a:lnTo>
                  <a:lnTo>
                    <a:pt x="5214" y="1390"/>
                  </a:lnTo>
                  <a:lnTo>
                    <a:pt x="5021" y="1159"/>
                  </a:lnTo>
                  <a:lnTo>
                    <a:pt x="4828" y="927"/>
                  </a:lnTo>
                  <a:lnTo>
                    <a:pt x="4596" y="734"/>
                  </a:lnTo>
                  <a:lnTo>
                    <a:pt x="4326" y="541"/>
                  </a:lnTo>
                  <a:lnTo>
                    <a:pt x="4094" y="386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19"/>
            <p:cNvSpPr/>
            <p:nvPr/>
          </p:nvSpPr>
          <p:spPr>
            <a:xfrm>
              <a:off x="5341075" y="109905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2" y="2742"/>
                  </a:lnTo>
                  <a:lnTo>
                    <a:pt x="966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396;p19"/>
            <p:cNvSpPr/>
            <p:nvPr/>
          </p:nvSpPr>
          <p:spPr>
            <a:xfrm>
              <a:off x="695700" y="1106775"/>
              <a:ext cx="102350" cy="132275"/>
            </a:xfrm>
            <a:custGeom>
              <a:avLst/>
              <a:gdLst/>
              <a:ahLst/>
              <a:cxnLst/>
              <a:rect l="l" t="t" r="r" b="b"/>
              <a:pathLst>
                <a:path w="4094" h="5291" extrusionOk="0">
                  <a:moveTo>
                    <a:pt x="2279" y="1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4" y="1893"/>
                  </a:lnTo>
                  <a:lnTo>
                    <a:pt x="116" y="2279"/>
                  </a:lnTo>
                  <a:lnTo>
                    <a:pt x="39" y="2665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1"/>
                  </a:lnTo>
                  <a:lnTo>
                    <a:pt x="425" y="5291"/>
                  </a:lnTo>
                  <a:lnTo>
                    <a:pt x="464" y="4750"/>
                  </a:lnTo>
                  <a:lnTo>
                    <a:pt x="464" y="4210"/>
                  </a:lnTo>
                  <a:lnTo>
                    <a:pt x="464" y="3630"/>
                  </a:lnTo>
                  <a:lnTo>
                    <a:pt x="464" y="3090"/>
                  </a:lnTo>
                  <a:lnTo>
                    <a:pt x="541" y="2549"/>
                  </a:lnTo>
                  <a:lnTo>
                    <a:pt x="657" y="2047"/>
                  </a:lnTo>
                  <a:lnTo>
                    <a:pt x="773" y="1816"/>
                  </a:lnTo>
                  <a:lnTo>
                    <a:pt x="889" y="1545"/>
                  </a:lnTo>
                  <a:lnTo>
                    <a:pt x="1043" y="1352"/>
                  </a:lnTo>
                  <a:lnTo>
                    <a:pt x="1198" y="1120"/>
                  </a:lnTo>
                  <a:lnTo>
                    <a:pt x="1391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80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4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2" y="1391"/>
                  </a:lnTo>
                  <a:lnTo>
                    <a:pt x="3669" y="1661"/>
                  </a:lnTo>
                  <a:lnTo>
                    <a:pt x="4094" y="1545"/>
                  </a:lnTo>
                  <a:lnTo>
                    <a:pt x="3978" y="1159"/>
                  </a:lnTo>
                  <a:lnTo>
                    <a:pt x="3823" y="812"/>
                  </a:lnTo>
                  <a:lnTo>
                    <a:pt x="3630" y="503"/>
                  </a:lnTo>
                  <a:lnTo>
                    <a:pt x="3399" y="271"/>
                  </a:lnTo>
                  <a:lnTo>
                    <a:pt x="3244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397;p19"/>
            <p:cNvSpPr/>
            <p:nvPr/>
          </p:nvSpPr>
          <p:spPr>
            <a:xfrm>
              <a:off x="560550" y="1107750"/>
              <a:ext cx="437325" cy="302175"/>
            </a:xfrm>
            <a:custGeom>
              <a:avLst/>
              <a:gdLst/>
              <a:ahLst/>
              <a:cxnLst/>
              <a:rect l="l" t="t" r="r" b="b"/>
              <a:pathLst>
                <a:path w="17493" h="12087" extrusionOk="0">
                  <a:moveTo>
                    <a:pt x="11971" y="502"/>
                  </a:moveTo>
                  <a:lnTo>
                    <a:pt x="12087" y="541"/>
                  </a:lnTo>
                  <a:lnTo>
                    <a:pt x="12203" y="579"/>
                  </a:lnTo>
                  <a:lnTo>
                    <a:pt x="12280" y="657"/>
                  </a:lnTo>
                  <a:lnTo>
                    <a:pt x="12627" y="888"/>
                  </a:lnTo>
                  <a:lnTo>
                    <a:pt x="12898" y="1159"/>
                  </a:lnTo>
                  <a:lnTo>
                    <a:pt x="13129" y="1506"/>
                  </a:lnTo>
                  <a:lnTo>
                    <a:pt x="13322" y="1854"/>
                  </a:lnTo>
                  <a:lnTo>
                    <a:pt x="13477" y="2278"/>
                  </a:lnTo>
                  <a:lnTo>
                    <a:pt x="13593" y="2665"/>
                  </a:lnTo>
                  <a:lnTo>
                    <a:pt x="13824" y="3437"/>
                  </a:lnTo>
                  <a:lnTo>
                    <a:pt x="13824" y="3437"/>
                  </a:lnTo>
                  <a:lnTo>
                    <a:pt x="13091" y="3012"/>
                  </a:lnTo>
                  <a:lnTo>
                    <a:pt x="12705" y="2780"/>
                  </a:lnTo>
                  <a:lnTo>
                    <a:pt x="12357" y="2510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2" y="1738"/>
                  </a:lnTo>
                  <a:lnTo>
                    <a:pt x="11508" y="1429"/>
                  </a:lnTo>
                  <a:lnTo>
                    <a:pt x="11430" y="1081"/>
                  </a:lnTo>
                  <a:lnTo>
                    <a:pt x="11662" y="734"/>
                  </a:lnTo>
                  <a:lnTo>
                    <a:pt x="11739" y="618"/>
                  </a:lnTo>
                  <a:lnTo>
                    <a:pt x="11855" y="541"/>
                  </a:lnTo>
                  <a:lnTo>
                    <a:pt x="11971" y="502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89" y="1738"/>
                  </a:lnTo>
                  <a:lnTo>
                    <a:pt x="16566" y="1854"/>
                  </a:lnTo>
                  <a:lnTo>
                    <a:pt x="16605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5" y="2510"/>
                  </a:lnTo>
                  <a:lnTo>
                    <a:pt x="16528" y="2665"/>
                  </a:lnTo>
                  <a:lnTo>
                    <a:pt x="16412" y="2819"/>
                  </a:lnTo>
                  <a:lnTo>
                    <a:pt x="16296" y="2974"/>
                  </a:lnTo>
                  <a:lnTo>
                    <a:pt x="15948" y="3205"/>
                  </a:lnTo>
                  <a:lnTo>
                    <a:pt x="15524" y="3398"/>
                  </a:lnTo>
                  <a:lnTo>
                    <a:pt x="15137" y="3553"/>
                  </a:lnTo>
                  <a:lnTo>
                    <a:pt x="14713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6"/>
                  </a:lnTo>
                  <a:lnTo>
                    <a:pt x="15060" y="2278"/>
                  </a:lnTo>
                  <a:lnTo>
                    <a:pt x="15408" y="1970"/>
                  </a:lnTo>
                  <a:lnTo>
                    <a:pt x="15639" y="1815"/>
                  </a:lnTo>
                  <a:lnTo>
                    <a:pt x="15871" y="1699"/>
                  </a:lnTo>
                  <a:lnTo>
                    <a:pt x="16103" y="1622"/>
                  </a:lnTo>
                  <a:close/>
                  <a:moveTo>
                    <a:pt x="13824" y="4286"/>
                  </a:moveTo>
                  <a:lnTo>
                    <a:pt x="13670" y="4557"/>
                  </a:lnTo>
                  <a:lnTo>
                    <a:pt x="13477" y="4788"/>
                  </a:lnTo>
                  <a:lnTo>
                    <a:pt x="13245" y="5020"/>
                  </a:lnTo>
                  <a:lnTo>
                    <a:pt x="13014" y="5252"/>
                  </a:lnTo>
                  <a:lnTo>
                    <a:pt x="12666" y="5484"/>
                  </a:lnTo>
                  <a:lnTo>
                    <a:pt x="12125" y="5792"/>
                  </a:lnTo>
                  <a:lnTo>
                    <a:pt x="11855" y="5908"/>
                  </a:lnTo>
                  <a:lnTo>
                    <a:pt x="11623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4" y="5870"/>
                  </a:lnTo>
                  <a:lnTo>
                    <a:pt x="10967" y="5792"/>
                  </a:lnTo>
                  <a:lnTo>
                    <a:pt x="10928" y="5715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7" y="5290"/>
                  </a:lnTo>
                  <a:lnTo>
                    <a:pt x="11121" y="5097"/>
                  </a:lnTo>
                  <a:lnTo>
                    <a:pt x="11276" y="4943"/>
                  </a:lnTo>
                  <a:lnTo>
                    <a:pt x="11546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7" y="4480"/>
                  </a:lnTo>
                  <a:lnTo>
                    <a:pt x="13245" y="4402"/>
                  </a:lnTo>
                  <a:lnTo>
                    <a:pt x="13554" y="4364"/>
                  </a:lnTo>
                  <a:lnTo>
                    <a:pt x="13824" y="4286"/>
                  </a:lnTo>
                  <a:close/>
                  <a:moveTo>
                    <a:pt x="14404" y="4248"/>
                  </a:moveTo>
                  <a:lnTo>
                    <a:pt x="15060" y="4595"/>
                  </a:lnTo>
                  <a:lnTo>
                    <a:pt x="15408" y="4788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1" y="5368"/>
                  </a:lnTo>
                  <a:lnTo>
                    <a:pt x="16412" y="5677"/>
                  </a:lnTo>
                  <a:lnTo>
                    <a:pt x="16643" y="6024"/>
                  </a:lnTo>
                  <a:lnTo>
                    <a:pt x="16875" y="6333"/>
                  </a:lnTo>
                  <a:lnTo>
                    <a:pt x="16991" y="6681"/>
                  </a:lnTo>
                  <a:lnTo>
                    <a:pt x="16991" y="6835"/>
                  </a:lnTo>
                  <a:lnTo>
                    <a:pt x="16991" y="6990"/>
                  </a:lnTo>
                  <a:lnTo>
                    <a:pt x="16952" y="7105"/>
                  </a:lnTo>
                  <a:lnTo>
                    <a:pt x="16836" y="7221"/>
                  </a:lnTo>
                  <a:lnTo>
                    <a:pt x="16759" y="7298"/>
                  </a:lnTo>
                  <a:lnTo>
                    <a:pt x="16643" y="7337"/>
                  </a:lnTo>
                  <a:lnTo>
                    <a:pt x="16373" y="7337"/>
                  </a:lnTo>
                  <a:lnTo>
                    <a:pt x="16141" y="7221"/>
                  </a:lnTo>
                  <a:lnTo>
                    <a:pt x="15871" y="7028"/>
                  </a:lnTo>
                  <a:lnTo>
                    <a:pt x="15601" y="6835"/>
                  </a:lnTo>
                  <a:lnTo>
                    <a:pt x="15369" y="6565"/>
                  </a:lnTo>
                  <a:lnTo>
                    <a:pt x="15060" y="6179"/>
                  </a:lnTo>
                  <a:lnTo>
                    <a:pt x="14828" y="5715"/>
                  </a:lnTo>
                  <a:lnTo>
                    <a:pt x="14635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5" y="0"/>
                  </a:moveTo>
                  <a:lnTo>
                    <a:pt x="11585" y="77"/>
                  </a:lnTo>
                  <a:lnTo>
                    <a:pt x="11469" y="116"/>
                  </a:lnTo>
                  <a:lnTo>
                    <a:pt x="11353" y="232"/>
                  </a:lnTo>
                  <a:lnTo>
                    <a:pt x="11160" y="425"/>
                  </a:lnTo>
                  <a:lnTo>
                    <a:pt x="11006" y="618"/>
                  </a:lnTo>
                  <a:lnTo>
                    <a:pt x="10928" y="811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67" y="1468"/>
                  </a:lnTo>
                  <a:lnTo>
                    <a:pt x="11083" y="1699"/>
                  </a:lnTo>
                  <a:lnTo>
                    <a:pt x="11199" y="1892"/>
                  </a:lnTo>
                  <a:lnTo>
                    <a:pt x="11546" y="2317"/>
                  </a:lnTo>
                  <a:lnTo>
                    <a:pt x="11932" y="2742"/>
                  </a:lnTo>
                  <a:lnTo>
                    <a:pt x="12396" y="3089"/>
                  </a:lnTo>
                  <a:lnTo>
                    <a:pt x="12859" y="3437"/>
                  </a:lnTo>
                  <a:lnTo>
                    <a:pt x="12048" y="3321"/>
                  </a:lnTo>
                  <a:lnTo>
                    <a:pt x="11199" y="3282"/>
                  </a:lnTo>
                  <a:lnTo>
                    <a:pt x="10388" y="3360"/>
                  </a:lnTo>
                  <a:lnTo>
                    <a:pt x="9615" y="3476"/>
                  </a:lnTo>
                  <a:lnTo>
                    <a:pt x="9654" y="3012"/>
                  </a:lnTo>
                  <a:lnTo>
                    <a:pt x="9654" y="2510"/>
                  </a:lnTo>
                  <a:lnTo>
                    <a:pt x="9615" y="2008"/>
                  </a:lnTo>
                  <a:lnTo>
                    <a:pt x="9500" y="1506"/>
                  </a:lnTo>
                  <a:lnTo>
                    <a:pt x="9075" y="1622"/>
                  </a:lnTo>
                  <a:lnTo>
                    <a:pt x="9152" y="2085"/>
                  </a:lnTo>
                  <a:lnTo>
                    <a:pt x="9152" y="2587"/>
                  </a:lnTo>
                  <a:lnTo>
                    <a:pt x="9113" y="3089"/>
                  </a:lnTo>
                  <a:lnTo>
                    <a:pt x="9075" y="3514"/>
                  </a:lnTo>
                  <a:lnTo>
                    <a:pt x="9075" y="3630"/>
                  </a:lnTo>
                  <a:lnTo>
                    <a:pt x="8225" y="3900"/>
                  </a:lnTo>
                  <a:lnTo>
                    <a:pt x="7414" y="4286"/>
                  </a:lnTo>
                  <a:lnTo>
                    <a:pt x="6604" y="4711"/>
                  </a:lnTo>
                  <a:lnTo>
                    <a:pt x="5831" y="5252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6" y="6217"/>
                  </a:lnTo>
                  <a:lnTo>
                    <a:pt x="3823" y="6951"/>
                  </a:lnTo>
                  <a:lnTo>
                    <a:pt x="3090" y="7685"/>
                  </a:lnTo>
                  <a:lnTo>
                    <a:pt x="2394" y="8495"/>
                  </a:lnTo>
                  <a:lnTo>
                    <a:pt x="1738" y="9306"/>
                  </a:lnTo>
                  <a:lnTo>
                    <a:pt x="1082" y="10156"/>
                  </a:lnTo>
                  <a:lnTo>
                    <a:pt x="502" y="10967"/>
                  </a:lnTo>
                  <a:lnTo>
                    <a:pt x="0" y="11816"/>
                  </a:lnTo>
                  <a:lnTo>
                    <a:pt x="309" y="12087"/>
                  </a:lnTo>
                  <a:lnTo>
                    <a:pt x="1545" y="10503"/>
                  </a:lnTo>
                  <a:lnTo>
                    <a:pt x="2742" y="8959"/>
                  </a:lnTo>
                  <a:lnTo>
                    <a:pt x="3360" y="8225"/>
                  </a:lnTo>
                  <a:lnTo>
                    <a:pt x="4016" y="7491"/>
                  </a:lnTo>
                  <a:lnTo>
                    <a:pt x="4711" y="6835"/>
                  </a:lnTo>
                  <a:lnTo>
                    <a:pt x="5484" y="6179"/>
                  </a:lnTo>
                  <a:lnTo>
                    <a:pt x="6256" y="5599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7" y="4441"/>
                  </a:lnTo>
                  <a:lnTo>
                    <a:pt x="8920" y="4248"/>
                  </a:lnTo>
                  <a:lnTo>
                    <a:pt x="9422" y="4132"/>
                  </a:lnTo>
                  <a:lnTo>
                    <a:pt x="9886" y="4016"/>
                  </a:lnTo>
                  <a:lnTo>
                    <a:pt x="10388" y="3939"/>
                  </a:lnTo>
                  <a:lnTo>
                    <a:pt x="10851" y="3862"/>
                  </a:lnTo>
                  <a:lnTo>
                    <a:pt x="11353" y="3823"/>
                  </a:lnTo>
                  <a:lnTo>
                    <a:pt x="11855" y="3823"/>
                  </a:lnTo>
                  <a:lnTo>
                    <a:pt x="12357" y="3862"/>
                  </a:lnTo>
                  <a:lnTo>
                    <a:pt x="12821" y="3939"/>
                  </a:lnTo>
                  <a:lnTo>
                    <a:pt x="12319" y="4016"/>
                  </a:lnTo>
                  <a:lnTo>
                    <a:pt x="11855" y="4132"/>
                  </a:lnTo>
                  <a:lnTo>
                    <a:pt x="11392" y="4286"/>
                  </a:lnTo>
                  <a:lnTo>
                    <a:pt x="11199" y="4402"/>
                  </a:lnTo>
                  <a:lnTo>
                    <a:pt x="11006" y="4557"/>
                  </a:lnTo>
                  <a:lnTo>
                    <a:pt x="10813" y="4711"/>
                  </a:lnTo>
                  <a:lnTo>
                    <a:pt x="10697" y="4866"/>
                  </a:lnTo>
                  <a:lnTo>
                    <a:pt x="10542" y="5059"/>
                  </a:lnTo>
                  <a:lnTo>
                    <a:pt x="10465" y="5290"/>
                  </a:lnTo>
                  <a:lnTo>
                    <a:pt x="10388" y="5522"/>
                  </a:lnTo>
                  <a:lnTo>
                    <a:pt x="10388" y="5754"/>
                  </a:lnTo>
                  <a:lnTo>
                    <a:pt x="10426" y="5947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3"/>
                  </a:lnTo>
                  <a:lnTo>
                    <a:pt x="11006" y="6410"/>
                  </a:lnTo>
                  <a:lnTo>
                    <a:pt x="11276" y="6449"/>
                  </a:lnTo>
                  <a:lnTo>
                    <a:pt x="11585" y="6410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2"/>
                  </a:lnTo>
                  <a:lnTo>
                    <a:pt x="13422" y="5533"/>
                  </a:lnTo>
                  <a:lnTo>
                    <a:pt x="13422" y="5533"/>
                  </a:lnTo>
                  <a:lnTo>
                    <a:pt x="13786" y="5715"/>
                  </a:lnTo>
                  <a:lnTo>
                    <a:pt x="14056" y="4866"/>
                  </a:lnTo>
                  <a:lnTo>
                    <a:pt x="14211" y="5406"/>
                  </a:lnTo>
                  <a:lnTo>
                    <a:pt x="14404" y="5908"/>
                  </a:lnTo>
                  <a:lnTo>
                    <a:pt x="14674" y="6410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8" y="7298"/>
                  </a:lnTo>
                  <a:lnTo>
                    <a:pt x="15678" y="7491"/>
                  </a:lnTo>
                  <a:lnTo>
                    <a:pt x="15987" y="7685"/>
                  </a:lnTo>
                  <a:lnTo>
                    <a:pt x="16296" y="7800"/>
                  </a:lnTo>
                  <a:lnTo>
                    <a:pt x="16605" y="7878"/>
                  </a:lnTo>
                  <a:lnTo>
                    <a:pt x="16875" y="7878"/>
                  </a:lnTo>
                  <a:lnTo>
                    <a:pt x="17030" y="7800"/>
                  </a:lnTo>
                  <a:lnTo>
                    <a:pt x="17184" y="7723"/>
                  </a:lnTo>
                  <a:lnTo>
                    <a:pt x="17300" y="7646"/>
                  </a:lnTo>
                  <a:lnTo>
                    <a:pt x="17377" y="7530"/>
                  </a:lnTo>
                  <a:lnTo>
                    <a:pt x="17416" y="7414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6" y="6603"/>
                  </a:lnTo>
                  <a:lnTo>
                    <a:pt x="17300" y="6294"/>
                  </a:lnTo>
                  <a:lnTo>
                    <a:pt x="17184" y="5986"/>
                  </a:lnTo>
                  <a:lnTo>
                    <a:pt x="17030" y="5715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0"/>
                  </a:lnTo>
                  <a:lnTo>
                    <a:pt x="16257" y="4788"/>
                  </a:lnTo>
                  <a:lnTo>
                    <a:pt x="16026" y="4634"/>
                  </a:lnTo>
                  <a:lnTo>
                    <a:pt x="15524" y="4286"/>
                  </a:lnTo>
                  <a:lnTo>
                    <a:pt x="14944" y="4016"/>
                  </a:lnTo>
                  <a:lnTo>
                    <a:pt x="15408" y="3900"/>
                  </a:lnTo>
                  <a:lnTo>
                    <a:pt x="15832" y="3746"/>
                  </a:lnTo>
                  <a:lnTo>
                    <a:pt x="16219" y="3514"/>
                  </a:lnTo>
                  <a:lnTo>
                    <a:pt x="16605" y="3244"/>
                  </a:lnTo>
                  <a:lnTo>
                    <a:pt x="16759" y="3089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5" y="2201"/>
                  </a:lnTo>
                  <a:lnTo>
                    <a:pt x="17107" y="1931"/>
                  </a:lnTo>
                  <a:lnTo>
                    <a:pt x="17068" y="1699"/>
                  </a:lnTo>
                  <a:lnTo>
                    <a:pt x="16914" y="1506"/>
                  </a:lnTo>
                  <a:lnTo>
                    <a:pt x="16759" y="1313"/>
                  </a:lnTo>
                  <a:lnTo>
                    <a:pt x="16528" y="1236"/>
                  </a:lnTo>
                  <a:lnTo>
                    <a:pt x="16334" y="1159"/>
                  </a:lnTo>
                  <a:lnTo>
                    <a:pt x="16103" y="1159"/>
                  </a:lnTo>
                  <a:lnTo>
                    <a:pt x="15910" y="1197"/>
                  </a:lnTo>
                  <a:lnTo>
                    <a:pt x="15678" y="1275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6" y="2587"/>
                  </a:lnTo>
                  <a:lnTo>
                    <a:pt x="14095" y="3012"/>
                  </a:lnTo>
                  <a:lnTo>
                    <a:pt x="13940" y="2433"/>
                  </a:lnTo>
                  <a:lnTo>
                    <a:pt x="13747" y="1892"/>
                  </a:lnTo>
                  <a:lnTo>
                    <a:pt x="13516" y="1352"/>
                  </a:lnTo>
                  <a:lnTo>
                    <a:pt x="13168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7" y="155"/>
                  </a:lnTo>
                  <a:lnTo>
                    <a:pt x="12087" y="39"/>
                  </a:lnTo>
                  <a:lnTo>
                    <a:pt x="118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398;p19"/>
            <p:cNvSpPr/>
            <p:nvPr/>
          </p:nvSpPr>
          <p:spPr>
            <a:xfrm>
              <a:off x="5590125" y="11338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19"/>
            <p:cNvSpPr/>
            <p:nvPr/>
          </p:nvSpPr>
          <p:spPr>
            <a:xfrm>
              <a:off x="5491675" y="1139600"/>
              <a:ext cx="21250" cy="8725"/>
            </a:xfrm>
            <a:custGeom>
              <a:avLst/>
              <a:gdLst/>
              <a:ahLst/>
              <a:cxnLst/>
              <a:rect l="l" t="t" r="r" b="b"/>
              <a:pathLst>
                <a:path w="850" h="349" extrusionOk="0">
                  <a:moveTo>
                    <a:pt x="425" y="1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4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4"/>
                  </a:lnTo>
                  <a:lnTo>
                    <a:pt x="811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19"/>
            <p:cNvSpPr/>
            <p:nvPr/>
          </p:nvSpPr>
          <p:spPr>
            <a:xfrm>
              <a:off x="2443975" y="1153125"/>
              <a:ext cx="315725" cy="477875"/>
            </a:xfrm>
            <a:custGeom>
              <a:avLst/>
              <a:gdLst/>
              <a:ahLst/>
              <a:cxnLst/>
              <a:rect l="l" t="t" r="r" b="b"/>
              <a:pathLst>
                <a:path w="12629" h="19115" extrusionOk="0">
                  <a:moveTo>
                    <a:pt x="1005" y="618"/>
                  </a:moveTo>
                  <a:lnTo>
                    <a:pt x="1661" y="850"/>
                  </a:lnTo>
                  <a:lnTo>
                    <a:pt x="2318" y="1120"/>
                  </a:lnTo>
                  <a:lnTo>
                    <a:pt x="2743" y="1352"/>
                  </a:lnTo>
                  <a:lnTo>
                    <a:pt x="3167" y="1583"/>
                  </a:lnTo>
                  <a:lnTo>
                    <a:pt x="3322" y="1699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1"/>
                  </a:lnTo>
                  <a:lnTo>
                    <a:pt x="4017" y="2819"/>
                  </a:lnTo>
                  <a:lnTo>
                    <a:pt x="5677" y="6796"/>
                  </a:lnTo>
                  <a:lnTo>
                    <a:pt x="9075" y="15021"/>
                  </a:lnTo>
                  <a:lnTo>
                    <a:pt x="9153" y="15098"/>
                  </a:lnTo>
                  <a:lnTo>
                    <a:pt x="9191" y="15137"/>
                  </a:lnTo>
                  <a:lnTo>
                    <a:pt x="9346" y="15137"/>
                  </a:lnTo>
                  <a:lnTo>
                    <a:pt x="8921" y="15369"/>
                  </a:lnTo>
                  <a:lnTo>
                    <a:pt x="7956" y="13515"/>
                  </a:lnTo>
                  <a:lnTo>
                    <a:pt x="6990" y="11662"/>
                  </a:lnTo>
                  <a:lnTo>
                    <a:pt x="5021" y="7955"/>
                  </a:lnTo>
                  <a:lnTo>
                    <a:pt x="3013" y="4286"/>
                  </a:lnTo>
                  <a:lnTo>
                    <a:pt x="1005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20" y="11739"/>
                  </a:lnTo>
                  <a:lnTo>
                    <a:pt x="7763" y="13593"/>
                  </a:lnTo>
                  <a:lnTo>
                    <a:pt x="8805" y="15446"/>
                  </a:lnTo>
                  <a:lnTo>
                    <a:pt x="8651" y="15523"/>
                  </a:lnTo>
                  <a:lnTo>
                    <a:pt x="7415" y="13747"/>
                  </a:lnTo>
                  <a:lnTo>
                    <a:pt x="6179" y="12009"/>
                  </a:lnTo>
                  <a:lnTo>
                    <a:pt x="3592" y="8534"/>
                  </a:lnTo>
                  <a:lnTo>
                    <a:pt x="2318" y="6758"/>
                  </a:lnTo>
                  <a:lnTo>
                    <a:pt x="1005" y="4943"/>
                  </a:lnTo>
                  <a:lnTo>
                    <a:pt x="850" y="4711"/>
                  </a:lnTo>
                  <a:lnTo>
                    <a:pt x="735" y="4479"/>
                  </a:lnTo>
                  <a:lnTo>
                    <a:pt x="619" y="4209"/>
                  </a:lnTo>
                  <a:lnTo>
                    <a:pt x="542" y="3939"/>
                  </a:lnTo>
                  <a:lnTo>
                    <a:pt x="464" y="3398"/>
                  </a:lnTo>
                  <a:lnTo>
                    <a:pt x="426" y="2819"/>
                  </a:lnTo>
                  <a:lnTo>
                    <a:pt x="464" y="2240"/>
                  </a:lnTo>
                  <a:lnTo>
                    <a:pt x="503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3" y="12357"/>
                  </a:lnTo>
                  <a:lnTo>
                    <a:pt x="11817" y="12434"/>
                  </a:lnTo>
                  <a:lnTo>
                    <a:pt x="12165" y="12859"/>
                  </a:lnTo>
                  <a:lnTo>
                    <a:pt x="12242" y="13052"/>
                  </a:lnTo>
                  <a:lnTo>
                    <a:pt x="12280" y="13245"/>
                  </a:lnTo>
                  <a:lnTo>
                    <a:pt x="12242" y="13438"/>
                  </a:lnTo>
                  <a:lnTo>
                    <a:pt x="12203" y="13631"/>
                  </a:lnTo>
                  <a:lnTo>
                    <a:pt x="12049" y="14017"/>
                  </a:lnTo>
                  <a:lnTo>
                    <a:pt x="11856" y="14365"/>
                  </a:lnTo>
                  <a:lnTo>
                    <a:pt x="11508" y="14790"/>
                  </a:lnTo>
                  <a:lnTo>
                    <a:pt x="11122" y="15176"/>
                  </a:lnTo>
                  <a:lnTo>
                    <a:pt x="10697" y="15523"/>
                  </a:lnTo>
                  <a:lnTo>
                    <a:pt x="10273" y="15871"/>
                  </a:lnTo>
                  <a:lnTo>
                    <a:pt x="10157" y="15871"/>
                  </a:lnTo>
                  <a:lnTo>
                    <a:pt x="10118" y="15987"/>
                  </a:lnTo>
                  <a:lnTo>
                    <a:pt x="9771" y="16180"/>
                  </a:lnTo>
                  <a:lnTo>
                    <a:pt x="9114" y="16604"/>
                  </a:lnTo>
                  <a:lnTo>
                    <a:pt x="8458" y="16952"/>
                  </a:lnTo>
                  <a:lnTo>
                    <a:pt x="7724" y="17261"/>
                  </a:lnTo>
                  <a:lnTo>
                    <a:pt x="6990" y="17493"/>
                  </a:lnTo>
                  <a:lnTo>
                    <a:pt x="6643" y="17608"/>
                  </a:lnTo>
                  <a:lnTo>
                    <a:pt x="6295" y="17647"/>
                  </a:lnTo>
                  <a:lnTo>
                    <a:pt x="5755" y="17647"/>
                  </a:lnTo>
                  <a:lnTo>
                    <a:pt x="5562" y="17570"/>
                  </a:lnTo>
                  <a:lnTo>
                    <a:pt x="5446" y="17493"/>
                  </a:lnTo>
                  <a:lnTo>
                    <a:pt x="5330" y="17415"/>
                  </a:lnTo>
                  <a:lnTo>
                    <a:pt x="5098" y="17184"/>
                  </a:lnTo>
                  <a:lnTo>
                    <a:pt x="4982" y="16875"/>
                  </a:lnTo>
                  <a:lnTo>
                    <a:pt x="4905" y="16604"/>
                  </a:lnTo>
                  <a:lnTo>
                    <a:pt x="4944" y="16411"/>
                  </a:lnTo>
                  <a:lnTo>
                    <a:pt x="4982" y="16218"/>
                  </a:lnTo>
                  <a:lnTo>
                    <a:pt x="5060" y="16064"/>
                  </a:lnTo>
                  <a:lnTo>
                    <a:pt x="5175" y="15948"/>
                  </a:lnTo>
                  <a:lnTo>
                    <a:pt x="5291" y="15832"/>
                  </a:lnTo>
                  <a:lnTo>
                    <a:pt x="5407" y="15755"/>
                  </a:lnTo>
                  <a:lnTo>
                    <a:pt x="5523" y="15716"/>
                  </a:lnTo>
                  <a:lnTo>
                    <a:pt x="5639" y="15755"/>
                  </a:lnTo>
                  <a:lnTo>
                    <a:pt x="5793" y="15832"/>
                  </a:lnTo>
                  <a:lnTo>
                    <a:pt x="5948" y="15948"/>
                  </a:lnTo>
                  <a:lnTo>
                    <a:pt x="6064" y="16141"/>
                  </a:lnTo>
                  <a:lnTo>
                    <a:pt x="6257" y="16373"/>
                  </a:lnTo>
                  <a:lnTo>
                    <a:pt x="6102" y="16411"/>
                  </a:lnTo>
                  <a:lnTo>
                    <a:pt x="6025" y="16450"/>
                  </a:lnTo>
                  <a:lnTo>
                    <a:pt x="6025" y="16566"/>
                  </a:lnTo>
                  <a:lnTo>
                    <a:pt x="6064" y="16643"/>
                  </a:lnTo>
                  <a:lnTo>
                    <a:pt x="6141" y="16643"/>
                  </a:lnTo>
                  <a:lnTo>
                    <a:pt x="6913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30" y="15716"/>
                  </a:lnTo>
                  <a:lnTo>
                    <a:pt x="9616" y="15485"/>
                  </a:lnTo>
                  <a:lnTo>
                    <a:pt x="9964" y="15253"/>
                  </a:lnTo>
                  <a:lnTo>
                    <a:pt x="10273" y="15021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2" y="14172"/>
                  </a:lnTo>
                  <a:lnTo>
                    <a:pt x="11354" y="13824"/>
                  </a:lnTo>
                  <a:lnTo>
                    <a:pt x="11547" y="13515"/>
                  </a:lnTo>
                  <a:lnTo>
                    <a:pt x="11547" y="13438"/>
                  </a:lnTo>
                  <a:lnTo>
                    <a:pt x="11547" y="13361"/>
                  </a:lnTo>
                  <a:lnTo>
                    <a:pt x="11508" y="13284"/>
                  </a:lnTo>
                  <a:lnTo>
                    <a:pt x="11431" y="13245"/>
                  </a:lnTo>
                  <a:lnTo>
                    <a:pt x="11238" y="13245"/>
                  </a:lnTo>
                  <a:lnTo>
                    <a:pt x="11161" y="13322"/>
                  </a:lnTo>
                  <a:lnTo>
                    <a:pt x="10968" y="13670"/>
                  </a:lnTo>
                  <a:lnTo>
                    <a:pt x="10775" y="13554"/>
                  </a:lnTo>
                  <a:lnTo>
                    <a:pt x="10659" y="13438"/>
                  </a:lnTo>
                  <a:lnTo>
                    <a:pt x="10620" y="13284"/>
                  </a:lnTo>
                  <a:lnTo>
                    <a:pt x="10581" y="13168"/>
                  </a:lnTo>
                  <a:lnTo>
                    <a:pt x="10620" y="13013"/>
                  </a:lnTo>
                  <a:lnTo>
                    <a:pt x="10659" y="12859"/>
                  </a:lnTo>
                  <a:lnTo>
                    <a:pt x="10852" y="12627"/>
                  </a:lnTo>
                  <a:lnTo>
                    <a:pt x="10929" y="12473"/>
                  </a:lnTo>
                  <a:lnTo>
                    <a:pt x="11045" y="12357"/>
                  </a:lnTo>
                  <a:lnTo>
                    <a:pt x="11122" y="12318"/>
                  </a:lnTo>
                  <a:lnTo>
                    <a:pt x="11238" y="12280"/>
                  </a:lnTo>
                  <a:close/>
                  <a:moveTo>
                    <a:pt x="426" y="0"/>
                  </a:moveTo>
                  <a:lnTo>
                    <a:pt x="349" y="39"/>
                  </a:lnTo>
                  <a:lnTo>
                    <a:pt x="271" y="116"/>
                  </a:lnTo>
                  <a:lnTo>
                    <a:pt x="233" y="193"/>
                  </a:lnTo>
                  <a:lnTo>
                    <a:pt x="78" y="2587"/>
                  </a:lnTo>
                  <a:lnTo>
                    <a:pt x="40" y="3012"/>
                  </a:lnTo>
                  <a:lnTo>
                    <a:pt x="1" y="3475"/>
                  </a:lnTo>
                  <a:lnTo>
                    <a:pt x="40" y="3900"/>
                  </a:lnTo>
                  <a:lnTo>
                    <a:pt x="117" y="4325"/>
                  </a:lnTo>
                  <a:lnTo>
                    <a:pt x="233" y="4518"/>
                  </a:lnTo>
                  <a:lnTo>
                    <a:pt x="349" y="4750"/>
                  </a:lnTo>
                  <a:lnTo>
                    <a:pt x="619" y="5175"/>
                  </a:lnTo>
                  <a:lnTo>
                    <a:pt x="1237" y="5985"/>
                  </a:lnTo>
                  <a:lnTo>
                    <a:pt x="2665" y="7955"/>
                  </a:lnTo>
                  <a:lnTo>
                    <a:pt x="5446" y="11816"/>
                  </a:lnTo>
                  <a:lnTo>
                    <a:pt x="6874" y="13747"/>
                  </a:lnTo>
                  <a:lnTo>
                    <a:pt x="8342" y="15639"/>
                  </a:lnTo>
                  <a:lnTo>
                    <a:pt x="7492" y="15987"/>
                  </a:lnTo>
                  <a:lnTo>
                    <a:pt x="6643" y="16257"/>
                  </a:lnTo>
                  <a:lnTo>
                    <a:pt x="6643" y="16257"/>
                  </a:lnTo>
                  <a:lnTo>
                    <a:pt x="6681" y="16102"/>
                  </a:lnTo>
                  <a:lnTo>
                    <a:pt x="6681" y="15948"/>
                  </a:lnTo>
                  <a:lnTo>
                    <a:pt x="6643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4" y="15369"/>
                  </a:lnTo>
                  <a:lnTo>
                    <a:pt x="6179" y="15292"/>
                  </a:lnTo>
                  <a:lnTo>
                    <a:pt x="6025" y="15253"/>
                  </a:lnTo>
                  <a:lnTo>
                    <a:pt x="5716" y="15253"/>
                  </a:lnTo>
                  <a:lnTo>
                    <a:pt x="5484" y="15292"/>
                  </a:lnTo>
                  <a:lnTo>
                    <a:pt x="5214" y="15407"/>
                  </a:lnTo>
                  <a:lnTo>
                    <a:pt x="5021" y="15600"/>
                  </a:lnTo>
                  <a:lnTo>
                    <a:pt x="4828" y="15794"/>
                  </a:lnTo>
                  <a:lnTo>
                    <a:pt x="4712" y="16025"/>
                  </a:lnTo>
                  <a:lnTo>
                    <a:pt x="4596" y="16296"/>
                  </a:lnTo>
                  <a:lnTo>
                    <a:pt x="4596" y="16566"/>
                  </a:lnTo>
                  <a:lnTo>
                    <a:pt x="4635" y="16991"/>
                  </a:lnTo>
                  <a:lnTo>
                    <a:pt x="4751" y="17300"/>
                  </a:lnTo>
                  <a:lnTo>
                    <a:pt x="4905" y="17531"/>
                  </a:lnTo>
                  <a:lnTo>
                    <a:pt x="5098" y="17724"/>
                  </a:lnTo>
                  <a:lnTo>
                    <a:pt x="5368" y="17840"/>
                  </a:lnTo>
                  <a:lnTo>
                    <a:pt x="5677" y="17917"/>
                  </a:lnTo>
                  <a:lnTo>
                    <a:pt x="6025" y="17956"/>
                  </a:lnTo>
                  <a:lnTo>
                    <a:pt x="6372" y="17917"/>
                  </a:lnTo>
                  <a:lnTo>
                    <a:pt x="6720" y="17840"/>
                  </a:lnTo>
                  <a:lnTo>
                    <a:pt x="7106" y="17763"/>
                  </a:lnTo>
                  <a:lnTo>
                    <a:pt x="7878" y="17531"/>
                  </a:lnTo>
                  <a:lnTo>
                    <a:pt x="8573" y="17222"/>
                  </a:lnTo>
                  <a:lnTo>
                    <a:pt x="9153" y="16952"/>
                  </a:lnTo>
                  <a:lnTo>
                    <a:pt x="9230" y="16875"/>
                  </a:lnTo>
                  <a:lnTo>
                    <a:pt x="9462" y="16759"/>
                  </a:lnTo>
                  <a:lnTo>
                    <a:pt x="10234" y="16257"/>
                  </a:lnTo>
                  <a:lnTo>
                    <a:pt x="10813" y="17106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4"/>
                  </a:lnTo>
                  <a:lnTo>
                    <a:pt x="12280" y="19037"/>
                  </a:lnTo>
                  <a:lnTo>
                    <a:pt x="12203" y="18883"/>
                  </a:lnTo>
                  <a:lnTo>
                    <a:pt x="11817" y="18149"/>
                  </a:lnTo>
                  <a:lnTo>
                    <a:pt x="11392" y="17454"/>
                  </a:lnTo>
                  <a:lnTo>
                    <a:pt x="10929" y="16759"/>
                  </a:lnTo>
                  <a:lnTo>
                    <a:pt x="10466" y="16102"/>
                  </a:lnTo>
                  <a:lnTo>
                    <a:pt x="10968" y="15716"/>
                  </a:lnTo>
                  <a:lnTo>
                    <a:pt x="11470" y="15253"/>
                  </a:lnTo>
                  <a:lnTo>
                    <a:pt x="11894" y="14790"/>
                  </a:lnTo>
                  <a:lnTo>
                    <a:pt x="12126" y="14558"/>
                  </a:lnTo>
                  <a:lnTo>
                    <a:pt x="12280" y="14288"/>
                  </a:lnTo>
                  <a:lnTo>
                    <a:pt x="12435" y="14056"/>
                  </a:lnTo>
                  <a:lnTo>
                    <a:pt x="12512" y="13786"/>
                  </a:lnTo>
                  <a:lnTo>
                    <a:pt x="12589" y="13554"/>
                  </a:lnTo>
                  <a:lnTo>
                    <a:pt x="12628" y="13284"/>
                  </a:lnTo>
                  <a:lnTo>
                    <a:pt x="12589" y="13052"/>
                  </a:lnTo>
                  <a:lnTo>
                    <a:pt x="12512" y="12820"/>
                  </a:lnTo>
                  <a:lnTo>
                    <a:pt x="12358" y="12589"/>
                  </a:lnTo>
                  <a:lnTo>
                    <a:pt x="12165" y="12357"/>
                  </a:lnTo>
                  <a:lnTo>
                    <a:pt x="11972" y="12202"/>
                  </a:lnTo>
                  <a:lnTo>
                    <a:pt x="11740" y="12087"/>
                  </a:lnTo>
                  <a:lnTo>
                    <a:pt x="11470" y="12009"/>
                  </a:lnTo>
                  <a:lnTo>
                    <a:pt x="11238" y="12009"/>
                  </a:lnTo>
                  <a:lnTo>
                    <a:pt x="10968" y="12048"/>
                  </a:lnTo>
                  <a:lnTo>
                    <a:pt x="10736" y="12125"/>
                  </a:lnTo>
                  <a:lnTo>
                    <a:pt x="10543" y="12280"/>
                  </a:lnTo>
                  <a:lnTo>
                    <a:pt x="10388" y="12511"/>
                  </a:lnTo>
                  <a:lnTo>
                    <a:pt x="10311" y="12704"/>
                  </a:lnTo>
                  <a:lnTo>
                    <a:pt x="10273" y="12897"/>
                  </a:lnTo>
                  <a:lnTo>
                    <a:pt x="10273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20" y="13786"/>
                  </a:lnTo>
                  <a:lnTo>
                    <a:pt x="10813" y="13901"/>
                  </a:lnTo>
                  <a:lnTo>
                    <a:pt x="10504" y="14249"/>
                  </a:lnTo>
                  <a:lnTo>
                    <a:pt x="10157" y="14597"/>
                  </a:lnTo>
                  <a:lnTo>
                    <a:pt x="9771" y="14867"/>
                  </a:lnTo>
                  <a:lnTo>
                    <a:pt x="9431" y="15083"/>
                  </a:lnTo>
                  <a:lnTo>
                    <a:pt x="9431" y="15083"/>
                  </a:lnTo>
                  <a:lnTo>
                    <a:pt x="9462" y="15021"/>
                  </a:lnTo>
                  <a:lnTo>
                    <a:pt x="9500" y="14944"/>
                  </a:lnTo>
                  <a:lnTo>
                    <a:pt x="9462" y="14828"/>
                  </a:lnTo>
                  <a:lnTo>
                    <a:pt x="5716" y="5754"/>
                  </a:lnTo>
                  <a:lnTo>
                    <a:pt x="4789" y="3475"/>
                  </a:lnTo>
                  <a:lnTo>
                    <a:pt x="4364" y="2471"/>
                  </a:lnTo>
                  <a:lnTo>
                    <a:pt x="4133" y="1969"/>
                  </a:lnTo>
                  <a:lnTo>
                    <a:pt x="3978" y="1738"/>
                  </a:lnTo>
                  <a:lnTo>
                    <a:pt x="3824" y="1545"/>
                  </a:lnTo>
                  <a:lnTo>
                    <a:pt x="3515" y="1236"/>
                  </a:lnTo>
                  <a:lnTo>
                    <a:pt x="3129" y="965"/>
                  </a:lnTo>
                  <a:lnTo>
                    <a:pt x="2743" y="772"/>
                  </a:lnTo>
                  <a:lnTo>
                    <a:pt x="2279" y="541"/>
                  </a:lnTo>
                  <a:lnTo>
                    <a:pt x="1816" y="386"/>
                  </a:lnTo>
                  <a:lnTo>
                    <a:pt x="1391" y="232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19"/>
            <p:cNvSpPr/>
            <p:nvPr/>
          </p:nvSpPr>
          <p:spPr>
            <a:xfrm>
              <a:off x="5383550" y="11801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2"/>
                  </a:lnTo>
                  <a:lnTo>
                    <a:pt x="1583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2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19"/>
            <p:cNvSpPr/>
            <p:nvPr/>
          </p:nvSpPr>
          <p:spPr>
            <a:xfrm>
              <a:off x="1657200" y="1227450"/>
              <a:ext cx="61825" cy="90775"/>
            </a:xfrm>
            <a:custGeom>
              <a:avLst/>
              <a:gdLst/>
              <a:ahLst/>
              <a:cxnLst/>
              <a:rect l="l" t="t" r="r" b="b"/>
              <a:pathLst>
                <a:path w="2473" h="3631" extrusionOk="0">
                  <a:moveTo>
                    <a:pt x="1198" y="0"/>
                  </a:moveTo>
                  <a:lnTo>
                    <a:pt x="1082" y="39"/>
                  </a:lnTo>
                  <a:lnTo>
                    <a:pt x="1005" y="39"/>
                  </a:lnTo>
                  <a:lnTo>
                    <a:pt x="966" y="116"/>
                  </a:lnTo>
                  <a:lnTo>
                    <a:pt x="966" y="194"/>
                  </a:lnTo>
                  <a:lnTo>
                    <a:pt x="966" y="232"/>
                  </a:lnTo>
                  <a:lnTo>
                    <a:pt x="850" y="271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5" y="618"/>
                  </a:lnTo>
                  <a:lnTo>
                    <a:pt x="773" y="657"/>
                  </a:lnTo>
                  <a:lnTo>
                    <a:pt x="850" y="734"/>
                  </a:lnTo>
                  <a:lnTo>
                    <a:pt x="1082" y="811"/>
                  </a:lnTo>
                  <a:lnTo>
                    <a:pt x="1275" y="966"/>
                  </a:lnTo>
                  <a:lnTo>
                    <a:pt x="1468" y="1120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70" y="2163"/>
                  </a:lnTo>
                  <a:lnTo>
                    <a:pt x="1932" y="2472"/>
                  </a:lnTo>
                  <a:lnTo>
                    <a:pt x="1816" y="2742"/>
                  </a:lnTo>
                  <a:lnTo>
                    <a:pt x="1739" y="2897"/>
                  </a:lnTo>
                  <a:lnTo>
                    <a:pt x="1661" y="2974"/>
                  </a:lnTo>
                  <a:lnTo>
                    <a:pt x="1545" y="3090"/>
                  </a:lnTo>
                  <a:lnTo>
                    <a:pt x="1391" y="3128"/>
                  </a:lnTo>
                  <a:lnTo>
                    <a:pt x="1237" y="3167"/>
                  </a:lnTo>
                  <a:lnTo>
                    <a:pt x="1043" y="3128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626"/>
                  </a:lnTo>
                  <a:lnTo>
                    <a:pt x="928" y="2472"/>
                  </a:lnTo>
                  <a:lnTo>
                    <a:pt x="1082" y="2356"/>
                  </a:lnTo>
                  <a:lnTo>
                    <a:pt x="1159" y="2279"/>
                  </a:lnTo>
                  <a:lnTo>
                    <a:pt x="1159" y="2163"/>
                  </a:lnTo>
                  <a:lnTo>
                    <a:pt x="1159" y="2047"/>
                  </a:lnTo>
                  <a:lnTo>
                    <a:pt x="1082" y="1970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52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63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48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60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630"/>
                  </a:lnTo>
                  <a:lnTo>
                    <a:pt x="1275" y="3630"/>
                  </a:lnTo>
                  <a:lnTo>
                    <a:pt x="1507" y="3592"/>
                  </a:lnTo>
                  <a:lnTo>
                    <a:pt x="1700" y="3514"/>
                  </a:lnTo>
                  <a:lnTo>
                    <a:pt x="1854" y="3437"/>
                  </a:lnTo>
                  <a:lnTo>
                    <a:pt x="2047" y="3244"/>
                  </a:lnTo>
                  <a:lnTo>
                    <a:pt x="2202" y="3090"/>
                  </a:lnTo>
                  <a:lnTo>
                    <a:pt x="2318" y="2897"/>
                  </a:lnTo>
                  <a:lnTo>
                    <a:pt x="2395" y="2703"/>
                  </a:lnTo>
                  <a:lnTo>
                    <a:pt x="2434" y="2472"/>
                  </a:lnTo>
                  <a:lnTo>
                    <a:pt x="2472" y="2279"/>
                  </a:lnTo>
                  <a:lnTo>
                    <a:pt x="2434" y="2047"/>
                  </a:lnTo>
                  <a:lnTo>
                    <a:pt x="2395" y="1815"/>
                  </a:lnTo>
                  <a:lnTo>
                    <a:pt x="2318" y="1622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19"/>
            <p:cNvSpPr/>
            <p:nvPr/>
          </p:nvSpPr>
          <p:spPr>
            <a:xfrm>
              <a:off x="6055450" y="1230350"/>
              <a:ext cx="302175" cy="155450"/>
            </a:xfrm>
            <a:custGeom>
              <a:avLst/>
              <a:gdLst/>
              <a:ahLst/>
              <a:cxnLst/>
              <a:rect l="l" t="t" r="r" b="b"/>
              <a:pathLst>
                <a:path w="12087" h="6218" extrusionOk="0">
                  <a:moveTo>
                    <a:pt x="11739" y="0"/>
                  </a:moveTo>
                  <a:lnTo>
                    <a:pt x="11662" y="39"/>
                  </a:lnTo>
                  <a:lnTo>
                    <a:pt x="11585" y="78"/>
                  </a:lnTo>
                  <a:lnTo>
                    <a:pt x="11507" y="116"/>
                  </a:lnTo>
                  <a:lnTo>
                    <a:pt x="11469" y="232"/>
                  </a:lnTo>
                  <a:lnTo>
                    <a:pt x="11469" y="309"/>
                  </a:lnTo>
                  <a:lnTo>
                    <a:pt x="11507" y="425"/>
                  </a:lnTo>
                  <a:lnTo>
                    <a:pt x="11585" y="580"/>
                  </a:lnTo>
                  <a:lnTo>
                    <a:pt x="11623" y="773"/>
                  </a:lnTo>
                  <a:lnTo>
                    <a:pt x="11585" y="966"/>
                  </a:lnTo>
                  <a:lnTo>
                    <a:pt x="11507" y="1120"/>
                  </a:lnTo>
                  <a:lnTo>
                    <a:pt x="11392" y="1275"/>
                  </a:lnTo>
                  <a:lnTo>
                    <a:pt x="11276" y="1429"/>
                  </a:lnTo>
                  <a:lnTo>
                    <a:pt x="10928" y="1738"/>
                  </a:lnTo>
                  <a:lnTo>
                    <a:pt x="10503" y="2008"/>
                  </a:lnTo>
                  <a:lnTo>
                    <a:pt x="10079" y="2240"/>
                  </a:lnTo>
                  <a:lnTo>
                    <a:pt x="9422" y="2587"/>
                  </a:lnTo>
                  <a:lnTo>
                    <a:pt x="9036" y="2781"/>
                  </a:lnTo>
                  <a:lnTo>
                    <a:pt x="9036" y="2703"/>
                  </a:lnTo>
                  <a:lnTo>
                    <a:pt x="8959" y="2626"/>
                  </a:lnTo>
                  <a:lnTo>
                    <a:pt x="8495" y="2201"/>
                  </a:lnTo>
                  <a:lnTo>
                    <a:pt x="8109" y="1699"/>
                  </a:lnTo>
                  <a:lnTo>
                    <a:pt x="7839" y="1892"/>
                  </a:lnTo>
                  <a:lnTo>
                    <a:pt x="7993" y="2201"/>
                  </a:lnTo>
                  <a:lnTo>
                    <a:pt x="8187" y="2510"/>
                  </a:lnTo>
                  <a:lnTo>
                    <a:pt x="8418" y="2781"/>
                  </a:lnTo>
                  <a:lnTo>
                    <a:pt x="8650" y="2974"/>
                  </a:lnTo>
                  <a:lnTo>
                    <a:pt x="7607" y="3514"/>
                  </a:lnTo>
                  <a:lnTo>
                    <a:pt x="6565" y="3978"/>
                  </a:lnTo>
                  <a:lnTo>
                    <a:pt x="5252" y="4518"/>
                  </a:lnTo>
                  <a:lnTo>
                    <a:pt x="3939" y="4982"/>
                  </a:lnTo>
                  <a:lnTo>
                    <a:pt x="3669" y="5059"/>
                  </a:lnTo>
                  <a:lnTo>
                    <a:pt x="3707" y="4711"/>
                  </a:lnTo>
                  <a:lnTo>
                    <a:pt x="3630" y="4364"/>
                  </a:lnTo>
                  <a:lnTo>
                    <a:pt x="3514" y="4055"/>
                  </a:lnTo>
                  <a:lnTo>
                    <a:pt x="3321" y="3707"/>
                  </a:lnTo>
                  <a:lnTo>
                    <a:pt x="3012" y="3900"/>
                  </a:lnTo>
                  <a:lnTo>
                    <a:pt x="3128" y="4171"/>
                  </a:lnTo>
                  <a:lnTo>
                    <a:pt x="3205" y="4441"/>
                  </a:lnTo>
                  <a:lnTo>
                    <a:pt x="3244" y="4866"/>
                  </a:lnTo>
                  <a:lnTo>
                    <a:pt x="3244" y="5252"/>
                  </a:lnTo>
                  <a:lnTo>
                    <a:pt x="2356" y="5522"/>
                  </a:lnTo>
                  <a:lnTo>
                    <a:pt x="1892" y="5638"/>
                  </a:lnTo>
                  <a:lnTo>
                    <a:pt x="1429" y="5677"/>
                  </a:lnTo>
                  <a:lnTo>
                    <a:pt x="1043" y="5715"/>
                  </a:lnTo>
                  <a:lnTo>
                    <a:pt x="850" y="5715"/>
                  </a:lnTo>
                  <a:lnTo>
                    <a:pt x="695" y="5677"/>
                  </a:lnTo>
                  <a:lnTo>
                    <a:pt x="579" y="5599"/>
                  </a:lnTo>
                  <a:lnTo>
                    <a:pt x="464" y="5522"/>
                  </a:lnTo>
                  <a:lnTo>
                    <a:pt x="386" y="5406"/>
                  </a:lnTo>
                  <a:lnTo>
                    <a:pt x="348" y="5291"/>
                  </a:lnTo>
                  <a:lnTo>
                    <a:pt x="309" y="5213"/>
                  </a:lnTo>
                  <a:lnTo>
                    <a:pt x="270" y="5175"/>
                  </a:lnTo>
                  <a:lnTo>
                    <a:pt x="155" y="5136"/>
                  </a:lnTo>
                  <a:lnTo>
                    <a:pt x="77" y="5175"/>
                  </a:lnTo>
                  <a:lnTo>
                    <a:pt x="39" y="5213"/>
                  </a:lnTo>
                  <a:lnTo>
                    <a:pt x="0" y="5291"/>
                  </a:lnTo>
                  <a:lnTo>
                    <a:pt x="0" y="5445"/>
                  </a:lnTo>
                  <a:lnTo>
                    <a:pt x="39" y="5599"/>
                  </a:lnTo>
                  <a:lnTo>
                    <a:pt x="77" y="5754"/>
                  </a:lnTo>
                  <a:lnTo>
                    <a:pt x="155" y="5870"/>
                  </a:lnTo>
                  <a:lnTo>
                    <a:pt x="232" y="5947"/>
                  </a:lnTo>
                  <a:lnTo>
                    <a:pt x="309" y="6024"/>
                  </a:lnTo>
                  <a:lnTo>
                    <a:pt x="541" y="6140"/>
                  </a:lnTo>
                  <a:lnTo>
                    <a:pt x="811" y="6179"/>
                  </a:lnTo>
                  <a:lnTo>
                    <a:pt x="1120" y="6217"/>
                  </a:lnTo>
                  <a:lnTo>
                    <a:pt x="1429" y="6179"/>
                  </a:lnTo>
                  <a:lnTo>
                    <a:pt x="1699" y="6140"/>
                  </a:lnTo>
                  <a:lnTo>
                    <a:pt x="2896" y="5831"/>
                  </a:lnTo>
                  <a:lnTo>
                    <a:pt x="4093" y="5445"/>
                  </a:lnTo>
                  <a:lnTo>
                    <a:pt x="5290" y="5020"/>
                  </a:lnTo>
                  <a:lnTo>
                    <a:pt x="6449" y="4557"/>
                  </a:lnTo>
                  <a:lnTo>
                    <a:pt x="7530" y="4093"/>
                  </a:lnTo>
                  <a:lnTo>
                    <a:pt x="8573" y="3591"/>
                  </a:lnTo>
                  <a:lnTo>
                    <a:pt x="9615" y="3051"/>
                  </a:lnTo>
                  <a:lnTo>
                    <a:pt x="10619" y="2472"/>
                  </a:lnTo>
                  <a:lnTo>
                    <a:pt x="10928" y="2279"/>
                  </a:lnTo>
                  <a:lnTo>
                    <a:pt x="11276" y="2047"/>
                  </a:lnTo>
                  <a:lnTo>
                    <a:pt x="11546" y="1777"/>
                  </a:lnTo>
                  <a:lnTo>
                    <a:pt x="11816" y="1506"/>
                  </a:lnTo>
                  <a:lnTo>
                    <a:pt x="12009" y="1197"/>
                  </a:lnTo>
                  <a:lnTo>
                    <a:pt x="12048" y="1043"/>
                  </a:lnTo>
                  <a:lnTo>
                    <a:pt x="12087" y="888"/>
                  </a:lnTo>
                  <a:lnTo>
                    <a:pt x="12087" y="695"/>
                  </a:lnTo>
                  <a:lnTo>
                    <a:pt x="12048" y="502"/>
                  </a:lnTo>
                  <a:lnTo>
                    <a:pt x="12009" y="309"/>
                  </a:lnTo>
                  <a:lnTo>
                    <a:pt x="11894" y="116"/>
                  </a:lnTo>
                  <a:lnTo>
                    <a:pt x="11816" y="39"/>
                  </a:lnTo>
                  <a:lnTo>
                    <a:pt x="1173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19"/>
            <p:cNvSpPr/>
            <p:nvPr/>
          </p:nvSpPr>
          <p:spPr>
            <a:xfrm>
              <a:off x="4272400" y="1236125"/>
              <a:ext cx="61800" cy="89825"/>
            </a:xfrm>
            <a:custGeom>
              <a:avLst/>
              <a:gdLst/>
              <a:ahLst/>
              <a:cxnLst/>
              <a:rect l="l" t="t" r="r" b="b"/>
              <a:pathLst>
                <a:path w="2472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4" y="349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1" y="1932"/>
                  </a:lnTo>
                  <a:lnTo>
                    <a:pt x="1931" y="2163"/>
                  </a:lnTo>
                  <a:lnTo>
                    <a:pt x="1931" y="2434"/>
                  </a:lnTo>
                  <a:lnTo>
                    <a:pt x="1815" y="2743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43"/>
                  </a:lnTo>
                  <a:lnTo>
                    <a:pt x="850" y="2588"/>
                  </a:lnTo>
                  <a:lnTo>
                    <a:pt x="927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0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5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5" y="2356"/>
                  </a:lnTo>
                  <a:lnTo>
                    <a:pt x="348" y="2627"/>
                  </a:lnTo>
                  <a:lnTo>
                    <a:pt x="309" y="2897"/>
                  </a:lnTo>
                  <a:lnTo>
                    <a:pt x="348" y="3052"/>
                  </a:lnTo>
                  <a:lnTo>
                    <a:pt x="425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7" y="2858"/>
                  </a:lnTo>
                  <a:lnTo>
                    <a:pt x="2395" y="2665"/>
                  </a:lnTo>
                  <a:lnTo>
                    <a:pt x="2433" y="2472"/>
                  </a:lnTo>
                  <a:lnTo>
                    <a:pt x="2472" y="2241"/>
                  </a:lnTo>
                  <a:lnTo>
                    <a:pt x="2433" y="2009"/>
                  </a:lnTo>
                  <a:lnTo>
                    <a:pt x="2395" y="1816"/>
                  </a:lnTo>
                  <a:lnTo>
                    <a:pt x="2317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19"/>
            <p:cNvSpPr/>
            <p:nvPr/>
          </p:nvSpPr>
          <p:spPr>
            <a:xfrm>
              <a:off x="799000" y="1245800"/>
              <a:ext cx="106200" cy="124550"/>
            </a:xfrm>
            <a:custGeom>
              <a:avLst/>
              <a:gdLst/>
              <a:ahLst/>
              <a:cxnLst/>
              <a:rect l="l" t="t" r="r" b="b"/>
              <a:pathLst>
                <a:path w="4248" h="4982" extrusionOk="0">
                  <a:moveTo>
                    <a:pt x="3862" y="0"/>
                  </a:moveTo>
                  <a:lnTo>
                    <a:pt x="3591" y="579"/>
                  </a:lnTo>
                  <a:lnTo>
                    <a:pt x="3244" y="1159"/>
                  </a:lnTo>
                  <a:lnTo>
                    <a:pt x="2896" y="1699"/>
                  </a:lnTo>
                  <a:lnTo>
                    <a:pt x="2510" y="2201"/>
                  </a:lnTo>
                  <a:lnTo>
                    <a:pt x="1931" y="2858"/>
                  </a:lnTo>
                  <a:lnTo>
                    <a:pt x="1313" y="3475"/>
                  </a:lnTo>
                  <a:lnTo>
                    <a:pt x="1004" y="3784"/>
                  </a:lnTo>
                  <a:lnTo>
                    <a:pt x="657" y="4016"/>
                  </a:lnTo>
                  <a:lnTo>
                    <a:pt x="309" y="4286"/>
                  </a:lnTo>
                  <a:lnTo>
                    <a:pt x="0" y="4595"/>
                  </a:lnTo>
                  <a:lnTo>
                    <a:pt x="39" y="4981"/>
                  </a:lnTo>
                  <a:lnTo>
                    <a:pt x="155" y="4981"/>
                  </a:lnTo>
                  <a:lnTo>
                    <a:pt x="541" y="4788"/>
                  </a:lnTo>
                  <a:lnTo>
                    <a:pt x="927" y="4557"/>
                  </a:lnTo>
                  <a:lnTo>
                    <a:pt x="1313" y="4248"/>
                  </a:lnTo>
                  <a:lnTo>
                    <a:pt x="1699" y="3939"/>
                  </a:lnTo>
                  <a:lnTo>
                    <a:pt x="2008" y="3591"/>
                  </a:lnTo>
                  <a:lnTo>
                    <a:pt x="2356" y="3205"/>
                  </a:lnTo>
                  <a:lnTo>
                    <a:pt x="2896" y="2510"/>
                  </a:lnTo>
                  <a:lnTo>
                    <a:pt x="3321" y="1969"/>
                  </a:lnTo>
                  <a:lnTo>
                    <a:pt x="3669" y="1390"/>
                  </a:lnTo>
                  <a:lnTo>
                    <a:pt x="3978" y="811"/>
                  </a:lnTo>
                  <a:lnTo>
                    <a:pt x="4248" y="193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19"/>
            <p:cNvSpPr/>
            <p:nvPr/>
          </p:nvSpPr>
          <p:spPr>
            <a:xfrm>
              <a:off x="747825" y="12477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5" y="271"/>
                  </a:move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7"/>
                  </a:lnTo>
                  <a:lnTo>
                    <a:pt x="1545" y="1313"/>
                  </a:lnTo>
                  <a:lnTo>
                    <a:pt x="1429" y="1391"/>
                  </a:lnTo>
                  <a:lnTo>
                    <a:pt x="1352" y="1468"/>
                  </a:lnTo>
                  <a:lnTo>
                    <a:pt x="1198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468"/>
                  </a:lnTo>
                  <a:lnTo>
                    <a:pt x="580" y="1429"/>
                  </a:lnTo>
                  <a:lnTo>
                    <a:pt x="503" y="1313"/>
                  </a:lnTo>
                  <a:lnTo>
                    <a:pt x="464" y="1197"/>
                  </a:lnTo>
                  <a:lnTo>
                    <a:pt x="425" y="1004"/>
                  </a:lnTo>
                  <a:lnTo>
                    <a:pt x="425" y="773"/>
                  </a:lnTo>
                  <a:lnTo>
                    <a:pt x="541" y="580"/>
                  </a:lnTo>
                  <a:lnTo>
                    <a:pt x="696" y="425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78"/>
                  </a:lnTo>
                  <a:lnTo>
                    <a:pt x="657" y="116"/>
                  </a:lnTo>
                  <a:lnTo>
                    <a:pt x="541" y="78"/>
                  </a:lnTo>
                  <a:lnTo>
                    <a:pt x="425" y="116"/>
                  </a:lnTo>
                  <a:lnTo>
                    <a:pt x="271" y="193"/>
                  </a:lnTo>
                  <a:lnTo>
                    <a:pt x="155" y="348"/>
                  </a:lnTo>
                  <a:lnTo>
                    <a:pt x="78" y="502"/>
                  </a:lnTo>
                  <a:lnTo>
                    <a:pt x="1" y="695"/>
                  </a:lnTo>
                  <a:lnTo>
                    <a:pt x="1" y="889"/>
                  </a:lnTo>
                  <a:lnTo>
                    <a:pt x="1" y="1082"/>
                  </a:lnTo>
                  <a:lnTo>
                    <a:pt x="39" y="1275"/>
                  </a:lnTo>
                  <a:lnTo>
                    <a:pt x="78" y="1429"/>
                  </a:lnTo>
                  <a:lnTo>
                    <a:pt x="194" y="1622"/>
                  </a:lnTo>
                  <a:lnTo>
                    <a:pt x="310" y="1777"/>
                  </a:lnTo>
                  <a:lnTo>
                    <a:pt x="464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043" y="2008"/>
                  </a:lnTo>
                  <a:lnTo>
                    <a:pt x="1236" y="1970"/>
                  </a:lnTo>
                  <a:lnTo>
                    <a:pt x="1429" y="1892"/>
                  </a:lnTo>
                  <a:lnTo>
                    <a:pt x="1584" y="1815"/>
                  </a:lnTo>
                  <a:lnTo>
                    <a:pt x="1738" y="1699"/>
                  </a:lnTo>
                  <a:lnTo>
                    <a:pt x="1893" y="1545"/>
                  </a:lnTo>
                  <a:lnTo>
                    <a:pt x="1970" y="1352"/>
                  </a:lnTo>
                  <a:lnTo>
                    <a:pt x="2047" y="1197"/>
                  </a:lnTo>
                  <a:lnTo>
                    <a:pt x="2086" y="1004"/>
                  </a:lnTo>
                  <a:lnTo>
                    <a:pt x="2047" y="811"/>
                  </a:lnTo>
                  <a:lnTo>
                    <a:pt x="1970" y="580"/>
                  </a:lnTo>
                  <a:lnTo>
                    <a:pt x="1893" y="425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78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19"/>
            <p:cNvSpPr/>
            <p:nvPr/>
          </p:nvSpPr>
          <p:spPr>
            <a:xfrm>
              <a:off x="1261400" y="125255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194"/>
                  </a:lnTo>
                  <a:lnTo>
                    <a:pt x="503" y="927"/>
                  </a:lnTo>
                  <a:lnTo>
                    <a:pt x="1043" y="1622"/>
                  </a:lnTo>
                  <a:lnTo>
                    <a:pt x="1700" y="2240"/>
                  </a:lnTo>
                  <a:lnTo>
                    <a:pt x="2356" y="2858"/>
                  </a:lnTo>
                  <a:lnTo>
                    <a:pt x="3090" y="3360"/>
                  </a:lnTo>
                  <a:lnTo>
                    <a:pt x="3901" y="3823"/>
                  </a:lnTo>
                  <a:lnTo>
                    <a:pt x="4673" y="4209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05"/>
                  </a:lnTo>
                  <a:lnTo>
                    <a:pt x="7685" y="4943"/>
                  </a:lnTo>
                  <a:lnTo>
                    <a:pt x="8110" y="4982"/>
                  </a:lnTo>
                  <a:lnTo>
                    <a:pt x="8535" y="4943"/>
                  </a:lnTo>
                  <a:lnTo>
                    <a:pt x="8998" y="4905"/>
                  </a:lnTo>
                  <a:lnTo>
                    <a:pt x="9423" y="4866"/>
                  </a:lnTo>
                  <a:lnTo>
                    <a:pt x="9848" y="4750"/>
                  </a:lnTo>
                  <a:lnTo>
                    <a:pt x="10272" y="4634"/>
                  </a:lnTo>
                  <a:lnTo>
                    <a:pt x="10658" y="4480"/>
                  </a:lnTo>
                  <a:lnTo>
                    <a:pt x="11083" y="4325"/>
                  </a:lnTo>
                  <a:lnTo>
                    <a:pt x="11469" y="4094"/>
                  </a:lnTo>
                  <a:lnTo>
                    <a:pt x="11856" y="3862"/>
                  </a:lnTo>
                  <a:lnTo>
                    <a:pt x="12242" y="3592"/>
                  </a:lnTo>
                  <a:lnTo>
                    <a:pt x="12319" y="3514"/>
                  </a:lnTo>
                  <a:lnTo>
                    <a:pt x="12435" y="3167"/>
                  </a:lnTo>
                  <a:lnTo>
                    <a:pt x="12280" y="3167"/>
                  </a:lnTo>
                  <a:lnTo>
                    <a:pt x="12203" y="3128"/>
                  </a:lnTo>
                  <a:lnTo>
                    <a:pt x="12126" y="3090"/>
                  </a:lnTo>
                  <a:lnTo>
                    <a:pt x="12010" y="3128"/>
                  </a:lnTo>
                  <a:lnTo>
                    <a:pt x="11933" y="3167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03"/>
                  </a:lnTo>
                  <a:lnTo>
                    <a:pt x="8342" y="4441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3" y="4325"/>
                  </a:lnTo>
                  <a:lnTo>
                    <a:pt x="6218" y="4248"/>
                  </a:lnTo>
                  <a:lnTo>
                    <a:pt x="5793" y="4132"/>
                  </a:lnTo>
                  <a:lnTo>
                    <a:pt x="5407" y="4016"/>
                  </a:lnTo>
                  <a:lnTo>
                    <a:pt x="4596" y="3669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408;p19"/>
            <p:cNvSpPr/>
            <p:nvPr/>
          </p:nvSpPr>
          <p:spPr>
            <a:xfrm>
              <a:off x="1569350" y="1258350"/>
              <a:ext cx="92700" cy="136125"/>
            </a:xfrm>
            <a:custGeom>
              <a:avLst/>
              <a:gdLst/>
              <a:ahLst/>
              <a:cxnLst/>
              <a:rect l="l" t="t" r="r" b="b"/>
              <a:pathLst>
                <a:path w="3708" h="5445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67"/>
                  </a:lnTo>
                  <a:lnTo>
                    <a:pt x="1159" y="1815"/>
                  </a:lnTo>
                  <a:lnTo>
                    <a:pt x="1082" y="1892"/>
                  </a:lnTo>
                  <a:lnTo>
                    <a:pt x="1082" y="1969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201"/>
                  </a:lnTo>
                  <a:lnTo>
                    <a:pt x="812" y="2278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510"/>
                  </a:lnTo>
                  <a:lnTo>
                    <a:pt x="966" y="2549"/>
                  </a:lnTo>
                  <a:lnTo>
                    <a:pt x="1198" y="2626"/>
                  </a:lnTo>
                  <a:lnTo>
                    <a:pt x="1430" y="2703"/>
                  </a:lnTo>
                  <a:lnTo>
                    <a:pt x="1623" y="2858"/>
                  </a:lnTo>
                  <a:lnTo>
                    <a:pt x="1816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132"/>
                  </a:lnTo>
                  <a:lnTo>
                    <a:pt x="2009" y="4364"/>
                  </a:lnTo>
                  <a:lnTo>
                    <a:pt x="1893" y="4557"/>
                  </a:lnTo>
                  <a:lnTo>
                    <a:pt x="1739" y="4711"/>
                  </a:lnTo>
                  <a:lnTo>
                    <a:pt x="1545" y="4866"/>
                  </a:lnTo>
                  <a:lnTo>
                    <a:pt x="1314" y="4943"/>
                  </a:lnTo>
                  <a:lnTo>
                    <a:pt x="1198" y="4981"/>
                  </a:lnTo>
                  <a:lnTo>
                    <a:pt x="1082" y="4981"/>
                  </a:lnTo>
                  <a:lnTo>
                    <a:pt x="889" y="4904"/>
                  </a:lnTo>
                  <a:lnTo>
                    <a:pt x="773" y="4788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966" y="4132"/>
                  </a:lnTo>
                  <a:lnTo>
                    <a:pt x="1121" y="4093"/>
                  </a:lnTo>
                  <a:lnTo>
                    <a:pt x="1237" y="4055"/>
                  </a:lnTo>
                  <a:lnTo>
                    <a:pt x="1314" y="3939"/>
                  </a:lnTo>
                  <a:lnTo>
                    <a:pt x="1314" y="3784"/>
                  </a:lnTo>
                  <a:lnTo>
                    <a:pt x="1275" y="3746"/>
                  </a:lnTo>
                  <a:lnTo>
                    <a:pt x="1237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900"/>
                  </a:lnTo>
                  <a:lnTo>
                    <a:pt x="387" y="3977"/>
                  </a:lnTo>
                  <a:lnTo>
                    <a:pt x="310" y="4132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904"/>
                  </a:lnTo>
                  <a:lnTo>
                    <a:pt x="387" y="5097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30" y="5406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41" y="4866"/>
                  </a:lnTo>
                  <a:lnTo>
                    <a:pt x="2395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89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510"/>
                  </a:lnTo>
                  <a:lnTo>
                    <a:pt x="1739" y="2356"/>
                  </a:lnTo>
                  <a:lnTo>
                    <a:pt x="1507" y="2240"/>
                  </a:lnTo>
                  <a:lnTo>
                    <a:pt x="1275" y="2124"/>
                  </a:lnTo>
                  <a:lnTo>
                    <a:pt x="1623" y="2008"/>
                  </a:lnTo>
                  <a:lnTo>
                    <a:pt x="1932" y="1815"/>
                  </a:lnTo>
                  <a:lnTo>
                    <a:pt x="2279" y="1661"/>
                  </a:lnTo>
                  <a:lnTo>
                    <a:pt x="2549" y="1429"/>
                  </a:lnTo>
                  <a:lnTo>
                    <a:pt x="2820" y="1197"/>
                  </a:lnTo>
                  <a:lnTo>
                    <a:pt x="3129" y="966"/>
                  </a:lnTo>
                  <a:lnTo>
                    <a:pt x="3360" y="695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409;p19"/>
            <p:cNvSpPr/>
            <p:nvPr/>
          </p:nvSpPr>
          <p:spPr>
            <a:xfrm>
              <a:off x="3876600" y="12602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9" y="3553"/>
                  </a:lnTo>
                  <a:lnTo>
                    <a:pt x="12434" y="3205"/>
                  </a:lnTo>
                  <a:lnTo>
                    <a:pt x="12357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2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6" y="4016"/>
                  </a:lnTo>
                  <a:lnTo>
                    <a:pt x="10040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5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410;p19"/>
            <p:cNvSpPr/>
            <p:nvPr/>
          </p:nvSpPr>
          <p:spPr>
            <a:xfrm>
              <a:off x="4184550" y="1267025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1" y="2240"/>
                  </a:lnTo>
                  <a:lnTo>
                    <a:pt x="811" y="2356"/>
                  </a:lnTo>
                  <a:lnTo>
                    <a:pt x="811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0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9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6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2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2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411;p19"/>
            <p:cNvSpPr/>
            <p:nvPr/>
          </p:nvSpPr>
          <p:spPr>
            <a:xfrm>
              <a:off x="3067625" y="1293100"/>
              <a:ext cx="105250" cy="105250"/>
            </a:xfrm>
            <a:custGeom>
              <a:avLst/>
              <a:gdLst/>
              <a:ahLst/>
              <a:cxnLst/>
              <a:rect l="l" t="t" r="r" b="b"/>
              <a:pathLst>
                <a:path w="4210" h="4210" extrusionOk="0">
                  <a:moveTo>
                    <a:pt x="2317" y="348"/>
                  </a:moveTo>
                  <a:lnTo>
                    <a:pt x="2472" y="425"/>
                  </a:lnTo>
                  <a:lnTo>
                    <a:pt x="2665" y="464"/>
                  </a:lnTo>
                  <a:lnTo>
                    <a:pt x="2819" y="579"/>
                  </a:lnTo>
                  <a:lnTo>
                    <a:pt x="2974" y="695"/>
                  </a:lnTo>
                  <a:lnTo>
                    <a:pt x="3128" y="811"/>
                  </a:lnTo>
                  <a:lnTo>
                    <a:pt x="3205" y="850"/>
                  </a:lnTo>
                  <a:lnTo>
                    <a:pt x="3360" y="1081"/>
                  </a:lnTo>
                  <a:lnTo>
                    <a:pt x="3553" y="1313"/>
                  </a:lnTo>
                  <a:lnTo>
                    <a:pt x="3669" y="1545"/>
                  </a:lnTo>
                  <a:lnTo>
                    <a:pt x="3784" y="1815"/>
                  </a:lnTo>
                  <a:lnTo>
                    <a:pt x="3823" y="2085"/>
                  </a:lnTo>
                  <a:lnTo>
                    <a:pt x="3823" y="2356"/>
                  </a:lnTo>
                  <a:lnTo>
                    <a:pt x="3784" y="2665"/>
                  </a:lnTo>
                  <a:lnTo>
                    <a:pt x="3669" y="2935"/>
                  </a:lnTo>
                  <a:lnTo>
                    <a:pt x="3476" y="3244"/>
                  </a:lnTo>
                  <a:lnTo>
                    <a:pt x="3205" y="3476"/>
                  </a:lnTo>
                  <a:lnTo>
                    <a:pt x="2896" y="3669"/>
                  </a:lnTo>
                  <a:lnTo>
                    <a:pt x="2587" y="3785"/>
                  </a:lnTo>
                  <a:lnTo>
                    <a:pt x="2201" y="3862"/>
                  </a:lnTo>
                  <a:lnTo>
                    <a:pt x="1854" y="3823"/>
                  </a:lnTo>
                  <a:lnTo>
                    <a:pt x="1506" y="3746"/>
                  </a:lnTo>
                  <a:lnTo>
                    <a:pt x="1197" y="3591"/>
                  </a:lnTo>
                  <a:lnTo>
                    <a:pt x="927" y="3398"/>
                  </a:lnTo>
                  <a:lnTo>
                    <a:pt x="695" y="3167"/>
                  </a:lnTo>
                  <a:lnTo>
                    <a:pt x="541" y="2858"/>
                  </a:lnTo>
                  <a:lnTo>
                    <a:pt x="425" y="2549"/>
                  </a:lnTo>
                  <a:lnTo>
                    <a:pt x="348" y="2240"/>
                  </a:lnTo>
                  <a:lnTo>
                    <a:pt x="348" y="1892"/>
                  </a:lnTo>
                  <a:lnTo>
                    <a:pt x="425" y="1583"/>
                  </a:lnTo>
                  <a:lnTo>
                    <a:pt x="541" y="1275"/>
                  </a:lnTo>
                  <a:lnTo>
                    <a:pt x="772" y="966"/>
                  </a:lnTo>
                  <a:lnTo>
                    <a:pt x="1081" y="695"/>
                  </a:lnTo>
                  <a:lnTo>
                    <a:pt x="1390" y="502"/>
                  </a:lnTo>
                  <a:lnTo>
                    <a:pt x="1738" y="386"/>
                  </a:lnTo>
                  <a:lnTo>
                    <a:pt x="2124" y="348"/>
                  </a:lnTo>
                  <a:close/>
                  <a:moveTo>
                    <a:pt x="1892" y="0"/>
                  </a:moveTo>
                  <a:lnTo>
                    <a:pt x="1545" y="77"/>
                  </a:lnTo>
                  <a:lnTo>
                    <a:pt x="1197" y="232"/>
                  </a:lnTo>
                  <a:lnTo>
                    <a:pt x="850" y="425"/>
                  </a:lnTo>
                  <a:lnTo>
                    <a:pt x="618" y="618"/>
                  </a:lnTo>
                  <a:lnTo>
                    <a:pt x="464" y="811"/>
                  </a:lnTo>
                  <a:lnTo>
                    <a:pt x="309" y="966"/>
                  </a:lnTo>
                  <a:lnTo>
                    <a:pt x="232" y="1159"/>
                  </a:lnTo>
                  <a:lnTo>
                    <a:pt x="116" y="1390"/>
                  </a:lnTo>
                  <a:lnTo>
                    <a:pt x="39" y="1815"/>
                  </a:lnTo>
                  <a:lnTo>
                    <a:pt x="0" y="2240"/>
                  </a:lnTo>
                  <a:lnTo>
                    <a:pt x="77" y="2665"/>
                  </a:lnTo>
                  <a:lnTo>
                    <a:pt x="232" y="3051"/>
                  </a:lnTo>
                  <a:lnTo>
                    <a:pt x="464" y="3437"/>
                  </a:lnTo>
                  <a:lnTo>
                    <a:pt x="618" y="3591"/>
                  </a:lnTo>
                  <a:lnTo>
                    <a:pt x="772" y="3746"/>
                  </a:lnTo>
                  <a:lnTo>
                    <a:pt x="1120" y="3978"/>
                  </a:lnTo>
                  <a:lnTo>
                    <a:pt x="1506" y="4132"/>
                  </a:lnTo>
                  <a:lnTo>
                    <a:pt x="1931" y="4209"/>
                  </a:lnTo>
                  <a:lnTo>
                    <a:pt x="2317" y="4209"/>
                  </a:lnTo>
                  <a:lnTo>
                    <a:pt x="2742" y="4132"/>
                  </a:lnTo>
                  <a:lnTo>
                    <a:pt x="3128" y="3978"/>
                  </a:lnTo>
                  <a:lnTo>
                    <a:pt x="3476" y="3785"/>
                  </a:lnTo>
                  <a:lnTo>
                    <a:pt x="3784" y="3476"/>
                  </a:lnTo>
                  <a:lnTo>
                    <a:pt x="3900" y="3321"/>
                  </a:lnTo>
                  <a:lnTo>
                    <a:pt x="4016" y="3128"/>
                  </a:lnTo>
                  <a:lnTo>
                    <a:pt x="4093" y="2935"/>
                  </a:lnTo>
                  <a:lnTo>
                    <a:pt x="4132" y="2703"/>
                  </a:lnTo>
                  <a:lnTo>
                    <a:pt x="4209" y="2279"/>
                  </a:lnTo>
                  <a:lnTo>
                    <a:pt x="4171" y="1854"/>
                  </a:lnTo>
                  <a:lnTo>
                    <a:pt x="4055" y="1429"/>
                  </a:lnTo>
                  <a:lnTo>
                    <a:pt x="3939" y="1236"/>
                  </a:lnTo>
                  <a:lnTo>
                    <a:pt x="3823" y="1043"/>
                  </a:lnTo>
                  <a:lnTo>
                    <a:pt x="3707" y="888"/>
                  </a:lnTo>
                  <a:lnTo>
                    <a:pt x="3553" y="734"/>
                  </a:lnTo>
                  <a:lnTo>
                    <a:pt x="3360" y="579"/>
                  </a:lnTo>
                  <a:lnTo>
                    <a:pt x="3167" y="502"/>
                  </a:lnTo>
                  <a:lnTo>
                    <a:pt x="3128" y="502"/>
                  </a:lnTo>
                  <a:lnTo>
                    <a:pt x="3051" y="348"/>
                  </a:lnTo>
                  <a:lnTo>
                    <a:pt x="2896" y="232"/>
                  </a:lnTo>
                  <a:lnTo>
                    <a:pt x="2780" y="116"/>
                  </a:lnTo>
                  <a:lnTo>
                    <a:pt x="2626" y="77"/>
                  </a:lnTo>
                  <a:lnTo>
                    <a:pt x="2433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19"/>
            <p:cNvSpPr/>
            <p:nvPr/>
          </p:nvSpPr>
          <p:spPr>
            <a:xfrm>
              <a:off x="686050" y="1295025"/>
              <a:ext cx="44425" cy="43475"/>
            </a:xfrm>
            <a:custGeom>
              <a:avLst/>
              <a:gdLst/>
              <a:ahLst/>
              <a:cxnLst/>
              <a:rect l="l" t="t" r="r" b="b"/>
              <a:pathLst>
                <a:path w="1777" h="1739" extrusionOk="0">
                  <a:moveTo>
                    <a:pt x="773" y="309"/>
                  </a:moveTo>
                  <a:lnTo>
                    <a:pt x="966" y="348"/>
                  </a:lnTo>
                  <a:lnTo>
                    <a:pt x="1159" y="464"/>
                  </a:lnTo>
                  <a:lnTo>
                    <a:pt x="1313" y="580"/>
                  </a:lnTo>
                  <a:lnTo>
                    <a:pt x="1390" y="773"/>
                  </a:lnTo>
                  <a:lnTo>
                    <a:pt x="1390" y="966"/>
                  </a:lnTo>
                  <a:lnTo>
                    <a:pt x="1352" y="1043"/>
                  </a:lnTo>
                  <a:lnTo>
                    <a:pt x="1275" y="1159"/>
                  </a:lnTo>
                  <a:lnTo>
                    <a:pt x="1197" y="1236"/>
                  </a:lnTo>
                  <a:lnTo>
                    <a:pt x="1082" y="1275"/>
                  </a:lnTo>
                  <a:lnTo>
                    <a:pt x="888" y="1352"/>
                  </a:lnTo>
                  <a:lnTo>
                    <a:pt x="695" y="1352"/>
                  </a:lnTo>
                  <a:lnTo>
                    <a:pt x="541" y="1236"/>
                  </a:lnTo>
                  <a:lnTo>
                    <a:pt x="425" y="1082"/>
                  </a:lnTo>
                  <a:lnTo>
                    <a:pt x="386" y="889"/>
                  </a:lnTo>
                  <a:lnTo>
                    <a:pt x="386" y="734"/>
                  </a:lnTo>
                  <a:lnTo>
                    <a:pt x="464" y="541"/>
                  </a:lnTo>
                  <a:lnTo>
                    <a:pt x="541" y="387"/>
                  </a:lnTo>
                  <a:lnTo>
                    <a:pt x="541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8" y="39"/>
                  </a:lnTo>
                  <a:lnTo>
                    <a:pt x="464" y="116"/>
                  </a:lnTo>
                  <a:lnTo>
                    <a:pt x="425" y="155"/>
                  </a:lnTo>
                  <a:lnTo>
                    <a:pt x="348" y="155"/>
                  </a:lnTo>
                  <a:lnTo>
                    <a:pt x="232" y="271"/>
                  </a:lnTo>
                  <a:lnTo>
                    <a:pt x="116" y="387"/>
                  </a:lnTo>
                  <a:lnTo>
                    <a:pt x="39" y="502"/>
                  </a:lnTo>
                  <a:lnTo>
                    <a:pt x="0" y="657"/>
                  </a:lnTo>
                  <a:lnTo>
                    <a:pt x="0" y="850"/>
                  </a:lnTo>
                  <a:lnTo>
                    <a:pt x="0" y="1004"/>
                  </a:lnTo>
                  <a:lnTo>
                    <a:pt x="39" y="1159"/>
                  </a:lnTo>
                  <a:lnTo>
                    <a:pt x="116" y="1313"/>
                  </a:lnTo>
                  <a:lnTo>
                    <a:pt x="193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8" y="1738"/>
                  </a:lnTo>
                  <a:lnTo>
                    <a:pt x="966" y="1738"/>
                  </a:lnTo>
                  <a:lnTo>
                    <a:pt x="1120" y="1700"/>
                  </a:lnTo>
                  <a:lnTo>
                    <a:pt x="1275" y="1622"/>
                  </a:lnTo>
                  <a:lnTo>
                    <a:pt x="1429" y="1545"/>
                  </a:lnTo>
                  <a:lnTo>
                    <a:pt x="1584" y="1391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27"/>
                  </a:lnTo>
                  <a:lnTo>
                    <a:pt x="1777" y="773"/>
                  </a:lnTo>
                  <a:lnTo>
                    <a:pt x="1738" y="580"/>
                  </a:lnTo>
                  <a:lnTo>
                    <a:pt x="1661" y="425"/>
                  </a:lnTo>
                  <a:lnTo>
                    <a:pt x="1545" y="271"/>
                  </a:lnTo>
                  <a:lnTo>
                    <a:pt x="1429" y="155"/>
                  </a:lnTo>
                  <a:lnTo>
                    <a:pt x="1275" y="78"/>
                  </a:lnTo>
                  <a:lnTo>
                    <a:pt x="1120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19"/>
            <p:cNvSpPr/>
            <p:nvPr/>
          </p:nvSpPr>
          <p:spPr>
            <a:xfrm>
              <a:off x="691825" y="1300825"/>
              <a:ext cx="114925" cy="285775"/>
            </a:xfrm>
            <a:custGeom>
              <a:avLst/>
              <a:gdLst/>
              <a:ahLst/>
              <a:cxnLst/>
              <a:rect l="l" t="t" r="r" b="b"/>
              <a:pathLst>
                <a:path w="4597" h="11431" extrusionOk="0">
                  <a:moveTo>
                    <a:pt x="3631" y="888"/>
                  </a:moveTo>
                  <a:lnTo>
                    <a:pt x="3708" y="2008"/>
                  </a:lnTo>
                  <a:lnTo>
                    <a:pt x="3824" y="3128"/>
                  </a:lnTo>
                  <a:lnTo>
                    <a:pt x="3940" y="4248"/>
                  </a:lnTo>
                  <a:lnTo>
                    <a:pt x="4017" y="5406"/>
                  </a:lnTo>
                  <a:lnTo>
                    <a:pt x="4056" y="6603"/>
                  </a:lnTo>
                  <a:lnTo>
                    <a:pt x="4056" y="7260"/>
                  </a:lnTo>
                  <a:lnTo>
                    <a:pt x="3978" y="7878"/>
                  </a:lnTo>
                  <a:lnTo>
                    <a:pt x="3901" y="8534"/>
                  </a:lnTo>
                  <a:lnTo>
                    <a:pt x="3747" y="9152"/>
                  </a:lnTo>
                  <a:lnTo>
                    <a:pt x="3515" y="9731"/>
                  </a:lnTo>
                  <a:lnTo>
                    <a:pt x="3245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2"/>
                  </a:lnTo>
                  <a:lnTo>
                    <a:pt x="1623" y="10696"/>
                  </a:lnTo>
                  <a:lnTo>
                    <a:pt x="1353" y="10503"/>
                  </a:lnTo>
                  <a:lnTo>
                    <a:pt x="1121" y="10233"/>
                  </a:lnTo>
                  <a:lnTo>
                    <a:pt x="966" y="9963"/>
                  </a:lnTo>
                  <a:lnTo>
                    <a:pt x="851" y="9692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95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9" y="4055"/>
                  </a:lnTo>
                  <a:lnTo>
                    <a:pt x="580" y="2780"/>
                  </a:lnTo>
                  <a:lnTo>
                    <a:pt x="542" y="2742"/>
                  </a:lnTo>
                  <a:lnTo>
                    <a:pt x="580" y="2742"/>
                  </a:lnTo>
                  <a:lnTo>
                    <a:pt x="1353" y="2356"/>
                  </a:lnTo>
                  <a:lnTo>
                    <a:pt x="2163" y="1931"/>
                  </a:lnTo>
                  <a:lnTo>
                    <a:pt x="2936" y="1429"/>
                  </a:lnTo>
                  <a:lnTo>
                    <a:pt x="3283" y="1159"/>
                  </a:lnTo>
                  <a:lnTo>
                    <a:pt x="3631" y="888"/>
                  </a:lnTo>
                  <a:close/>
                  <a:moveTo>
                    <a:pt x="3978" y="0"/>
                  </a:moveTo>
                  <a:lnTo>
                    <a:pt x="3901" y="39"/>
                  </a:lnTo>
                  <a:lnTo>
                    <a:pt x="3476" y="309"/>
                  </a:lnTo>
                  <a:lnTo>
                    <a:pt x="3052" y="657"/>
                  </a:lnTo>
                  <a:lnTo>
                    <a:pt x="2627" y="966"/>
                  </a:lnTo>
                  <a:lnTo>
                    <a:pt x="2202" y="1313"/>
                  </a:lnTo>
                  <a:lnTo>
                    <a:pt x="1314" y="1892"/>
                  </a:lnTo>
                  <a:lnTo>
                    <a:pt x="426" y="2472"/>
                  </a:lnTo>
                  <a:lnTo>
                    <a:pt x="349" y="2549"/>
                  </a:lnTo>
                  <a:lnTo>
                    <a:pt x="349" y="2626"/>
                  </a:lnTo>
                  <a:lnTo>
                    <a:pt x="271" y="2665"/>
                  </a:lnTo>
                  <a:lnTo>
                    <a:pt x="233" y="2780"/>
                  </a:lnTo>
                  <a:lnTo>
                    <a:pt x="194" y="3823"/>
                  </a:lnTo>
                  <a:lnTo>
                    <a:pt x="155" y="4827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7"/>
                  </a:lnTo>
                  <a:lnTo>
                    <a:pt x="155" y="7685"/>
                  </a:lnTo>
                  <a:lnTo>
                    <a:pt x="155" y="8418"/>
                  </a:lnTo>
                  <a:lnTo>
                    <a:pt x="233" y="9152"/>
                  </a:lnTo>
                  <a:lnTo>
                    <a:pt x="310" y="9615"/>
                  </a:lnTo>
                  <a:lnTo>
                    <a:pt x="503" y="10079"/>
                  </a:lnTo>
                  <a:lnTo>
                    <a:pt x="735" y="10503"/>
                  </a:lnTo>
                  <a:lnTo>
                    <a:pt x="1044" y="10890"/>
                  </a:lnTo>
                  <a:lnTo>
                    <a:pt x="1198" y="11044"/>
                  </a:lnTo>
                  <a:lnTo>
                    <a:pt x="1391" y="11198"/>
                  </a:lnTo>
                  <a:lnTo>
                    <a:pt x="1623" y="11314"/>
                  </a:lnTo>
                  <a:lnTo>
                    <a:pt x="1816" y="11392"/>
                  </a:lnTo>
                  <a:lnTo>
                    <a:pt x="2048" y="11430"/>
                  </a:lnTo>
                  <a:lnTo>
                    <a:pt x="2279" y="11430"/>
                  </a:lnTo>
                  <a:lnTo>
                    <a:pt x="2550" y="11392"/>
                  </a:lnTo>
                  <a:lnTo>
                    <a:pt x="2820" y="11314"/>
                  </a:lnTo>
                  <a:lnTo>
                    <a:pt x="3052" y="11198"/>
                  </a:lnTo>
                  <a:lnTo>
                    <a:pt x="3283" y="11044"/>
                  </a:lnTo>
                  <a:lnTo>
                    <a:pt x="3476" y="10851"/>
                  </a:lnTo>
                  <a:lnTo>
                    <a:pt x="3669" y="10658"/>
                  </a:lnTo>
                  <a:lnTo>
                    <a:pt x="3824" y="10388"/>
                  </a:lnTo>
                  <a:lnTo>
                    <a:pt x="3978" y="10117"/>
                  </a:lnTo>
                  <a:lnTo>
                    <a:pt x="4171" y="9538"/>
                  </a:lnTo>
                  <a:lnTo>
                    <a:pt x="4326" y="8920"/>
                  </a:lnTo>
                  <a:lnTo>
                    <a:pt x="4442" y="8302"/>
                  </a:lnTo>
                  <a:lnTo>
                    <a:pt x="4519" y="7723"/>
                  </a:lnTo>
                  <a:lnTo>
                    <a:pt x="4558" y="7221"/>
                  </a:lnTo>
                  <a:lnTo>
                    <a:pt x="4596" y="6642"/>
                  </a:lnTo>
                  <a:lnTo>
                    <a:pt x="4596" y="6101"/>
                  </a:lnTo>
                  <a:lnTo>
                    <a:pt x="4519" y="4981"/>
                  </a:lnTo>
                  <a:lnTo>
                    <a:pt x="4442" y="3862"/>
                  </a:lnTo>
                  <a:lnTo>
                    <a:pt x="4326" y="2780"/>
                  </a:lnTo>
                  <a:lnTo>
                    <a:pt x="4287" y="2394"/>
                  </a:lnTo>
                  <a:lnTo>
                    <a:pt x="4210" y="1468"/>
                  </a:lnTo>
                  <a:lnTo>
                    <a:pt x="4133" y="541"/>
                  </a:lnTo>
                  <a:lnTo>
                    <a:pt x="4094" y="386"/>
                  </a:lnTo>
                  <a:lnTo>
                    <a:pt x="4133" y="348"/>
                  </a:lnTo>
                  <a:lnTo>
                    <a:pt x="4171" y="270"/>
                  </a:lnTo>
                  <a:lnTo>
                    <a:pt x="4210" y="193"/>
                  </a:lnTo>
                  <a:lnTo>
                    <a:pt x="4171" y="77"/>
                  </a:lnTo>
                  <a:lnTo>
                    <a:pt x="4094" y="39"/>
                  </a:lnTo>
                  <a:lnTo>
                    <a:pt x="40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19"/>
            <p:cNvSpPr/>
            <p:nvPr/>
          </p:nvSpPr>
          <p:spPr>
            <a:xfrm>
              <a:off x="635850" y="1347150"/>
              <a:ext cx="42500" cy="41550"/>
            </a:xfrm>
            <a:custGeom>
              <a:avLst/>
              <a:gdLst/>
              <a:ahLst/>
              <a:cxnLst/>
              <a:rect l="l" t="t" r="r" b="b"/>
              <a:pathLst>
                <a:path w="1700" h="1662" extrusionOk="0">
                  <a:moveTo>
                    <a:pt x="1004" y="387"/>
                  </a:moveTo>
                  <a:lnTo>
                    <a:pt x="1120" y="425"/>
                  </a:lnTo>
                  <a:lnTo>
                    <a:pt x="1159" y="464"/>
                  </a:lnTo>
                  <a:lnTo>
                    <a:pt x="1236" y="541"/>
                  </a:lnTo>
                  <a:lnTo>
                    <a:pt x="1313" y="734"/>
                  </a:lnTo>
                  <a:lnTo>
                    <a:pt x="1313" y="927"/>
                  </a:lnTo>
                  <a:lnTo>
                    <a:pt x="1236" y="1082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8" y="1275"/>
                  </a:lnTo>
                  <a:lnTo>
                    <a:pt x="695" y="1236"/>
                  </a:lnTo>
                  <a:lnTo>
                    <a:pt x="541" y="1121"/>
                  </a:lnTo>
                  <a:lnTo>
                    <a:pt x="464" y="1082"/>
                  </a:lnTo>
                  <a:lnTo>
                    <a:pt x="425" y="966"/>
                  </a:lnTo>
                  <a:lnTo>
                    <a:pt x="386" y="889"/>
                  </a:lnTo>
                  <a:lnTo>
                    <a:pt x="386" y="773"/>
                  </a:lnTo>
                  <a:lnTo>
                    <a:pt x="425" y="541"/>
                  </a:lnTo>
                  <a:lnTo>
                    <a:pt x="541" y="580"/>
                  </a:lnTo>
                  <a:lnTo>
                    <a:pt x="618" y="541"/>
                  </a:lnTo>
                  <a:lnTo>
                    <a:pt x="773" y="425"/>
                  </a:lnTo>
                  <a:lnTo>
                    <a:pt x="927" y="387"/>
                  </a:lnTo>
                  <a:close/>
                  <a:moveTo>
                    <a:pt x="734" y="1"/>
                  </a:moveTo>
                  <a:lnTo>
                    <a:pt x="618" y="39"/>
                  </a:lnTo>
                  <a:lnTo>
                    <a:pt x="502" y="117"/>
                  </a:lnTo>
                  <a:lnTo>
                    <a:pt x="348" y="194"/>
                  </a:lnTo>
                  <a:lnTo>
                    <a:pt x="232" y="310"/>
                  </a:lnTo>
                  <a:lnTo>
                    <a:pt x="155" y="425"/>
                  </a:lnTo>
                  <a:lnTo>
                    <a:pt x="78" y="580"/>
                  </a:lnTo>
                  <a:lnTo>
                    <a:pt x="39" y="696"/>
                  </a:lnTo>
                  <a:lnTo>
                    <a:pt x="0" y="850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3" y="1352"/>
                  </a:lnTo>
                  <a:lnTo>
                    <a:pt x="309" y="1468"/>
                  </a:lnTo>
                  <a:lnTo>
                    <a:pt x="464" y="1584"/>
                  </a:lnTo>
                  <a:lnTo>
                    <a:pt x="657" y="1623"/>
                  </a:lnTo>
                  <a:lnTo>
                    <a:pt x="811" y="1661"/>
                  </a:lnTo>
                  <a:lnTo>
                    <a:pt x="1004" y="1661"/>
                  </a:lnTo>
                  <a:lnTo>
                    <a:pt x="1197" y="1584"/>
                  </a:lnTo>
                  <a:lnTo>
                    <a:pt x="1352" y="1507"/>
                  </a:lnTo>
                  <a:lnTo>
                    <a:pt x="1468" y="1391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699" y="927"/>
                  </a:lnTo>
                  <a:lnTo>
                    <a:pt x="1699" y="734"/>
                  </a:lnTo>
                  <a:lnTo>
                    <a:pt x="1661" y="541"/>
                  </a:lnTo>
                  <a:lnTo>
                    <a:pt x="1584" y="387"/>
                  </a:lnTo>
                  <a:lnTo>
                    <a:pt x="1506" y="232"/>
                  </a:lnTo>
                  <a:lnTo>
                    <a:pt x="1390" y="155"/>
                  </a:lnTo>
                  <a:lnTo>
                    <a:pt x="1275" y="78"/>
                  </a:lnTo>
                  <a:lnTo>
                    <a:pt x="10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19"/>
            <p:cNvSpPr/>
            <p:nvPr/>
          </p:nvSpPr>
          <p:spPr>
            <a:xfrm>
              <a:off x="444700" y="13741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71" y="1"/>
                  </a:moveTo>
                  <a:lnTo>
                    <a:pt x="116" y="40"/>
                  </a:lnTo>
                  <a:lnTo>
                    <a:pt x="39" y="117"/>
                  </a:lnTo>
                  <a:lnTo>
                    <a:pt x="1" y="233"/>
                  </a:lnTo>
                  <a:lnTo>
                    <a:pt x="39" y="387"/>
                  </a:lnTo>
                  <a:lnTo>
                    <a:pt x="348" y="889"/>
                  </a:lnTo>
                  <a:lnTo>
                    <a:pt x="657" y="1391"/>
                  </a:lnTo>
                  <a:lnTo>
                    <a:pt x="1005" y="1854"/>
                  </a:lnTo>
                  <a:lnTo>
                    <a:pt x="1391" y="2318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4" y="3553"/>
                  </a:lnTo>
                  <a:lnTo>
                    <a:pt x="3167" y="3901"/>
                  </a:lnTo>
                  <a:lnTo>
                    <a:pt x="3553" y="3747"/>
                  </a:lnTo>
                  <a:lnTo>
                    <a:pt x="2781" y="3013"/>
                  </a:lnTo>
                  <a:lnTo>
                    <a:pt x="2047" y="2241"/>
                  </a:lnTo>
                  <a:lnTo>
                    <a:pt x="1352" y="1430"/>
                  </a:lnTo>
                  <a:lnTo>
                    <a:pt x="1043" y="1005"/>
                  </a:lnTo>
                  <a:lnTo>
                    <a:pt x="734" y="542"/>
                  </a:lnTo>
                  <a:lnTo>
                    <a:pt x="1622" y="696"/>
                  </a:lnTo>
                  <a:lnTo>
                    <a:pt x="2511" y="889"/>
                  </a:lnTo>
                  <a:lnTo>
                    <a:pt x="3013" y="1044"/>
                  </a:lnTo>
                  <a:lnTo>
                    <a:pt x="3515" y="1198"/>
                  </a:lnTo>
                  <a:lnTo>
                    <a:pt x="4017" y="1352"/>
                  </a:lnTo>
                  <a:lnTo>
                    <a:pt x="4480" y="1507"/>
                  </a:lnTo>
                  <a:lnTo>
                    <a:pt x="4596" y="1507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5" y="1507"/>
                  </a:lnTo>
                  <a:lnTo>
                    <a:pt x="4943" y="1430"/>
                  </a:lnTo>
                  <a:lnTo>
                    <a:pt x="4634" y="1159"/>
                  </a:lnTo>
                  <a:lnTo>
                    <a:pt x="4171" y="850"/>
                  </a:lnTo>
                  <a:lnTo>
                    <a:pt x="3630" y="619"/>
                  </a:lnTo>
                  <a:lnTo>
                    <a:pt x="3090" y="464"/>
                  </a:lnTo>
                  <a:lnTo>
                    <a:pt x="2511" y="310"/>
                  </a:lnTo>
                  <a:lnTo>
                    <a:pt x="1931" y="194"/>
                  </a:lnTo>
                  <a:lnTo>
                    <a:pt x="1352" y="117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19"/>
            <p:cNvSpPr/>
            <p:nvPr/>
          </p:nvSpPr>
          <p:spPr>
            <a:xfrm>
              <a:off x="5333350" y="138867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5"/>
                  </a:moveTo>
                  <a:lnTo>
                    <a:pt x="23633" y="1467"/>
                  </a:lnTo>
                  <a:lnTo>
                    <a:pt x="23941" y="2008"/>
                  </a:lnTo>
                  <a:lnTo>
                    <a:pt x="23787" y="2163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2" y="1969"/>
                  </a:lnTo>
                  <a:lnTo>
                    <a:pt x="23015" y="1815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4"/>
                  </a:lnTo>
                  <a:lnTo>
                    <a:pt x="23169" y="1120"/>
                  </a:lnTo>
                  <a:lnTo>
                    <a:pt x="23285" y="965"/>
                  </a:lnTo>
                  <a:close/>
                  <a:moveTo>
                    <a:pt x="24096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7"/>
                  </a:lnTo>
                  <a:lnTo>
                    <a:pt x="24096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0"/>
                  </a:lnTo>
                  <a:lnTo>
                    <a:pt x="16566" y="5406"/>
                  </a:lnTo>
                  <a:lnTo>
                    <a:pt x="16296" y="5445"/>
                  </a:lnTo>
                  <a:lnTo>
                    <a:pt x="15639" y="5522"/>
                  </a:lnTo>
                  <a:lnTo>
                    <a:pt x="15639" y="5483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5" y="5175"/>
                  </a:lnTo>
                  <a:lnTo>
                    <a:pt x="15832" y="5097"/>
                  </a:lnTo>
                  <a:lnTo>
                    <a:pt x="15948" y="5020"/>
                  </a:lnTo>
                  <a:lnTo>
                    <a:pt x="16064" y="4981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522"/>
                  </a:lnTo>
                  <a:lnTo>
                    <a:pt x="24057" y="5445"/>
                  </a:lnTo>
                  <a:lnTo>
                    <a:pt x="23903" y="5290"/>
                  </a:lnTo>
                  <a:lnTo>
                    <a:pt x="23826" y="5097"/>
                  </a:lnTo>
                  <a:lnTo>
                    <a:pt x="23787" y="4981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2" y="5638"/>
                  </a:lnTo>
                  <a:lnTo>
                    <a:pt x="17570" y="5522"/>
                  </a:lnTo>
                  <a:lnTo>
                    <a:pt x="17029" y="5445"/>
                  </a:lnTo>
                  <a:lnTo>
                    <a:pt x="17068" y="5290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3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6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599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6"/>
                  </a:lnTo>
                  <a:lnTo>
                    <a:pt x="19385" y="5831"/>
                  </a:lnTo>
                  <a:lnTo>
                    <a:pt x="19385" y="5985"/>
                  </a:lnTo>
                  <a:lnTo>
                    <a:pt x="19346" y="6178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6"/>
                  </a:lnTo>
                  <a:lnTo>
                    <a:pt x="18844" y="5522"/>
                  </a:lnTo>
                  <a:lnTo>
                    <a:pt x="18999" y="5483"/>
                  </a:lnTo>
                  <a:close/>
                  <a:moveTo>
                    <a:pt x="20196" y="6063"/>
                  </a:moveTo>
                  <a:lnTo>
                    <a:pt x="20350" y="6101"/>
                  </a:lnTo>
                  <a:lnTo>
                    <a:pt x="20466" y="6140"/>
                  </a:lnTo>
                  <a:lnTo>
                    <a:pt x="20543" y="6178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0"/>
                  </a:lnTo>
                  <a:lnTo>
                    <a:pt x="19848" y="6294"/>
                  </a:lnTo>
                  <a:lnTo>
                    <a:pt x="19887" y="6178"/>
                  </a:lnTo>
                  <a:lnTo>
                    <a:pt x="20003" y="6140"/>
                  </a:lnTo>
                  <a:lnTo>
                    <a:pt x="20080" y="6101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1" y="5985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1" y="6294"/>
                  </a:lnTo>
                  <a:lnTo>
                    <a:pt x="23748" y="6565"/>
                  </a:lnTo>
                  <a:lnTo>
                    <a:pt x="23517" y="6796"/>
                  </a:lnTo>
                  <a:lnTo>
                    <a:pt x="23246" y="6989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8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78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6"/>
                  </a:lnTo>
                  <a:lnTo>
                    <a:pt x="12627" y="6680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59" y="6217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719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44"/>
                  </a:lnTo>
                  <a:lnTo>
                    <a:pt x="22551" y="7221"/>
                  </a:lnTo>
                  <a:lnTo>
                    <a:pt x="22165" y="7260"/>
                  </a:lnTo>
                  <a:lnTo>
                    <a:pt x="21779" y="7221"/>
                  </a:lnTo>
                  <a:lnTo>
                    <a:pt x="21393" y="7105"/>
                  </a:lnTo>
                  <a:lnTo>
                    <a:pt x="21470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414"/>
                  </a:moveTo>
                  <a:lnTo>
                    <a:pt x="12473" y="7453"/>
                  </a:lnTo>
                  <a:lnTo>
                    <a:pt x="12125" y="7993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09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3"/>
                  </a:lnTo>
                  <a:lnTo>
                    <a:pt x="11816" y="7607"/>
                  </a:lnTo>
                  <a:lnTo>
                    <a:pt x="11894" y="7530"/>
                  </a:lnTo>
                  <a:lnTo>
                    <a:pt x="12009" y="7453"/>
                  </a:lnTo>
                  <a:lnTo>
                    <a:pt x="12164" y="7414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1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2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7"/>
                  </a:lnTo>
                  <a:close/>
                  <a:moveTo>
                    <a:pt x="3785" y="9770"/>
                  </a:moveTo>
                  <a:lnTo>
                    <a:pt x="3900" y="9808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32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5"/>
                  </a:lnTo>
                  <a:lnTo>
                    <a:pt x="5097" y="10774"/>
                  </a:lnTo>
                  <a:lnTo>
                    <a:pt x="5136" y="10889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928"/>
                  </a:lnTo>
                  <a:lnTo>
                    <a:pt x="4441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19"/>
                  </a:moveTo>
                  <a:lnTo>
                    <a:pt x="10967" y="11198"/>
                  </a:lnTo>
                  <a:lnTo>
                    <a:pt x="10735" y="11739"/>
                  </a:lnTo>
                  <a:lnTo>
                    <a:pt x="10658" y="11700"/>
                  </a:lnTo>
                  <a:lnTo>
                    <a:pt x="10504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2"/>
                  </a:lnTo>
                  <a:lnTo>
                    <a:pt x="10735" y="10696"/>
                  </a:lnTo>
                  <a:lnTo>
                    <a:pt x="10928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09"/>
                  </a:lnTo>
                  <a:lnTo>
                    <a:pt x="6410" y="12241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0"/>
                  </a:lnTo>
                  <a:lnTo>
                    <a:pt x="5445" y="11623"/>
                  </a:lnTo>
                  <a:lnTo>
                    <a:pt x="5561" y="11546"/>
                  </a:lnTo>
                  <a:lnTo>
                    <a:pt x="5638" y="11507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39" y="13206"/>
                  </a:lnTo>
                  <a:lnTo>
                    <a:pt x="7337" y="13013"/>
                  </a:lnTo>
                  <a:lnTo>
                    <a:pt x="6835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3" y="12627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6"/>
                  </a:lnTo>
                  <a:lnTo>
                    <a:pt x="9229" y="13129"/>
                  </a:lnTo>
                  <a:lnTo>
                    <a:pt x="9268" y="13206"/>
                  </a:lnTo>
                  <a:lnTo>
                    <a:pt x="9036" y="13284"/>
                  </a:lnTo>
                  <a:lnTo>
                    <a:pt x="8804" y="13322"/>
                  </a:lnTo>
                  <a:lnTo>
                    <a:pt x="8573" y="13322"/>
                  </a:lnTo>
                  <a:lnTo>
                    <a:pt x="8302" y="13284"/>
                  </a:lnTo>
                  <a:lnTo>
                    <a:pt x="8302" y="13206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704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6" y="0"/>
                  </a:moveTo>
                  <a:lnTo>
                    <a:pt x="22899" y="39"/>
                  </a:lnTo>
                  <a:lnTo>
                    <a:pt x="22822" y="77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2"/>
                  </a:lnTo>
                  <a:lnTo>
                    <a:pt x="22783" y="965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0" y="2278"/>
                  </a:lnTo>
                  <a:lnTo>
                    <a:pt x="23053" y="2394"/>
                  </a:lnTo>
                  <a:lnTo>
                    <a:pt x="23246" y="2510"/>
                  </a:lnTo>
                  <a:lnTo>
                    <a:pt x="23478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82"/>
                  </a:lnTo>
                  <a:lnTo>
                    <a:pt x="23439" y="3514"/>
                  </a:lnTo>
                  <a:lnTo>
                    <a:pt x="23555" y="3707"/>
                  </a:lnTo>
                  <a:lnTo>
                    <a:pt x="23748" y="3900"/>
                  </a:lnTo>
                  <a:lnTo>
                    <a:pt x="23980" y="4016"/>
                  </a:lnTo>
                  <a:lnTo>
                    <a:pt x="23748" y="4209"/>
                  </a:lnTo>
                  <a:lnTo>
                    <a:pt x="23555" y="4479"/>
                  </a:lnTo>
                  <a:lnTo>
                    <a:pt x="23478" y="4750"/>
                  </a:lnTo>
                  <a:lnTo>
                    <a:pt x="23439" y="4904"/>
                  </a:lnTo>
                  <a:lnTo>
                    <a:pt x="23439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1" y="5522"/>
                  </a:lnTo>
                  <a:lnTo>
                    <a:pt x="23169" y="5561"/>
                  </a:lnTo>
                  <a:lnTo>
                    <a:pt x="22976" y="5715"/>
                  </a:lnTo>
                  <a:lnTo>
                    <a:pt x="22783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4" y="6294"/>
                  </a:lnTo>
                  <a:lnTo>
                    <a:pt x="22320" y="6256"/>
                  </a:lnTo>
                  <a:lnTo>
                    <a:pt x="22165" y="6217"/>
                  </a:lnTo>
                  <a:lnTo>
                    <a:pt x="21972" y="6217"/>
                  </a:lnTo>
                  <a:lnTo>
                    <a:pt x="21740" y="6294"/>
                  </a:lnTo>
                  <a:lnTo>
                    <a:pt x="21509" y="6410"/>
                  </a:lnTo>
                  <a:lnTo>
                    <a:pt x="21354" y="6565"/>
                  </a:lnTo>
                  <a:lnTo>
                    <a:pt x="21200" y="6796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4"/>
                  </a:lnTo>
                  <a:lnTo>
                    <a:pt x="20736" y="5908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4" y="5754"/>
                  </a:lnTo>
                  <a:lnTo>
                    <a:pt x="20080" y="5792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3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0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1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5"/>
                  </a:lnTo>
                  <a:lnTo>
                    <a:pt x="17802" y="4557"/>
                  </a:lnTo>
                  <a:lnTo>
                    <a:pt x="17647" y="4518"/>
                  </a:lnTo>
                  <a:lnTo>
                    <a:pt x="17493" y="4557"/>
                  </a:lnTo>
                  <a:lnTo>
                    <a:pt x="17377" y="4595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7"/>
                  </a:lnTo>
                  <a:lnTo>
                    <a:pt x="16759" y="4943"/>
                  </a:lnTo>
                  <a:lnTo>
                    <a:pt x="16605" y="4788"/>
                  </a:lnTo>
                  <a:lnTo>
                    <a:pt x="16450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1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1"/>
                  </a:lnTo>
                  <a:lnTo>
                    <a:pt x="14635" y="4943"/>
                  </a:lnTo>
                  <a:lnTo>
                    <a:pt x="14442" y="4981"/>
                  </a:lnTo>
                  <a:lnTo>
                    <a:pt x="14288" y="5020"/>
                  </a:lnTo>
                  <a:lnTo>
                    <a:pt x="14133" y="5097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7"/>
                  </a:lnTo>
                  <a:lnTo>
                    <a:pt x="12357" y="6372"/>
                  </a:lnTo>
                  <a:lnTo>
                    <a:pt x="12357" y="6526"/>
                  </a:lnTo>
                  <a:lnTo>
                    <a:pt x="12357" y="6680"/>
                  </a:lnTo>
                  <a:lnTo>
                    <a:pt x="12357" y="6835"/>
                  </a:lnTo>
                  <a:lnTo>
                    <a:pt x="12434" y="6989"/>
                  </a:lnTo>
                  <a:lnTo>
                    <a:pt x="12164" y="7028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414"/>
                  </a:lnTo>
                  <a:lnTo>
                    <a:pt x="11392" y="7530"/>
                  </a:lnTo>
                  <a:lnTo>
                    <a:pt x="11353" y="7684"/>
                  </a:lnTo>
                  <a:lnTo>
                    <a:pt x="11314" y="7839"/>
                  </a:lnTo>
                  <a:lnTo>
                    <a:pt x="11276" y="7993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57"/>
                  </a:lnTo>
                  <a:lnTo>
                    <a:pt x="11469" y="8611"/>
                  </a:lnTo>
                  <a:lnTo>
                    <a:pt x="11199" y="8650"/>
                  </a:lnTo>
                  <a:lnTo>
                    <a:pt x="10967" y="8804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3"/>
                  </a:lnTo>
                  <a:lnTo>
                    <a:pt x="10619" y="10310"/>
                  </a:lnTo>
                  <a:lnTo>
                    <a:pt x="10426" y="10426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5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4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2" y="12087"/>
                  </a:lnTo>
                  <a:lnTo>
                    <a:pt x="9384" y="12202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95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4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202"/>
                  </a:lnTo>
                  <a:lnTo>
                    <a:pt x="6990" y="12280"/>
                  </a:lnTo>
                  <a:lnTo>
                    <a:pt x="6796" y="12434"/>
                  </a:lnTo>
                  <a:lnTo>
                    <a:pt x="6796" y="12048"/>
                  </a:lnTo>
                  <a:lnTo>
                    <a:pt x="6758" y="11893"/>
                  </a:lnTo>
                  <a:lnTo>
                    <a:pt x="6681" y="11700"/>
                  </a:lnTo>
                  <a:lnTo>
                    <a:pt x="6603" y="11546"/>
                  </a:lnTo>
                  <a:lnTo>
                    <a:pt x="6526" y="11430"/>
                  </a:lnTo>
                  <a:lnTo>
                    <a:pt x="6372" y="11314"/>
                  </a:lnTo>
                  <a:lnTo>
                    <a:pt x="6217" y="11198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7"/>
                  </a:lnTo>
                  <a:lnTo>
                    <a:pt x="5522" y="10967"/>
                  </a:lnTo>
                  <a:lnTo>
                    <a:pt x="5445" y="10735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88"/>
                  </a:lnTo>
                  <a:lnTo>
                    <a:pt x="4943" y="10310"/>
                  </a:lnTo>
                  <a:lnTo>
                    <a:pt x="4827" y="10310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499"/>
                  </a:lnTo>
                  <a:lnTo>
                    <a:pt x="3900" y="9461"/>
                  </a:lnTo>
                  <a:lnTo>
                    <a:pt x="3746" y="9422"/>
                  </a:lnTo>
                  <a:lnTo>
                    <a:pt x="3591" y="9422"/>
                  </a:lnTo>
                  <a:lnTo>
                    <a:pt x="3398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70"/>
                  </a:lnTo>
                  <a:lnTo>
                    <a:pt x="2974" y="9615"/>
                  </a:lnTo>
                  <a:lnTo>
                    <a:pt x="2896" y="9461"/>
                  </a:lnTo>
                  <a:lnTo>
                    <a:pt x="2781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9036"/>
                  </a:lnTo>
                  <a:lnTo>
                    <a:pt x="1854" y="9113"/>
                  </a:lnTo>
                  <a:lnTo>
                    <a:pt x="1699" y="9190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1"/>
                  </a:lnTo>
                  <a:lnTo>
                    <a:pt x="1352" y="9924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0"/>
                  </a:lnTo>
                  <a:lnTo>
                    <a:pt x="386" y="10426"/>
                  </a:lnTo>
                  <a:lnTo>
                    <a:pt x="271" y="10581"/>
                  </a:lnTo>
                  <a:lnTo>
                    <a:pt x="116" y="10889"/>
                  </a:lnTo>
                  <a:lnTo>
                    <a:pt x="0" y="11237"/>
                  </a:lnTo>
                  <a:lnTo>
                    <a:pt x="0" y="11585"/>
                  </a:lnTo>
                  <a:lnTo>
                    <a:pt x="77" y="11932"/>
                  </a:lnTo>
                  <a:lnTo>
                    <a:pt x="193" y="12241"/>
                  </a:lnTo>
                  <a:lnTo>
                    <a:pt x="386" y="12550"/>
                  </a:lnTo>
                  <a:lnTo>
                    <a:pt x="618" y="12820"/>
                  </a:lnTo>
                  <a:lnTo>
                    <a:pt x="811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5" y="13129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1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78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4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2"/>
                  </a:lnTo>
                  <a:lnTo>
                    <a:pt x="618" y="12048"/>
                  </a:lnTo>
                  <a:lnTo>
                    <a:pt x="541" y="11893"/>
                  </a:lnTo>
                  <a:lnTo>
                    <a:pt x="502" y="11739"/>
                  </a:lnTo>
                  <a:lnTo>
                    <a:pt x="502" y="11546"/>
                  </a:lnTo>
                  <a:lnTo>
                    <a:pt x="502" y="11391"/>
                  </a:lnTo>
                  <a:lnTo>
                    <a:pt x="541" y="11198"/>
                  </a:lnTo>
                  <a:lnTo>
                    <a:pt x="579" y="11044"/>
                  </a:lnTo>
                  <a:lnTo>
                    <a:pt x="657" y="10889"/>
                  </a:lnTo>
                  <a:lnTo>
                    <a:pt x="773" y="10774"/>
                  </a:lnTo>
                  <a:lnTo>
                    <a:pt x="888" y="10619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6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5"/>
                  </a:lnTo>
                  <a:lnTo>
                    <a:pt x="5870" y="12704"/>
                  </a:lnTo>
                  <a:lnTo>
                    <a:pt x="6256" y="12975"/>
                  </a:lnTo>
                  <a:lnTo>
                    <a:pt x="6681" y="13206"/>
                  </a:lnTo>
                  <a:lnTo>
                    <a:pt x="7105" y="13438"/>
                  </a:lnTo>
                  <a:lnTo>
                    <a:pt x="7530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8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5"/>
                  </a:lnTo>
                  <a:lnTo>
                    <a:pt x="11314" y="11739"/>
                  </a:lnTo>
                  <a:lnTo>
                    <a:pt x="11507" y="11237"/>
                  </a:lnTo>
                  <a:lnTo>
                    <a:pt x="11662" y="10696"/>
                  </a:lnTo>
                  <a:lnTo>
                    <a:pt x="11971" y="9615"/>
                  </a:lnTo>
                  <a:lnTo>
                    <a:pt x="12125" y="9113"/>
                  </a:lnTo>
                  <a:lnTo>
                    <a:pt x="12357" y="8611"/>
                  </a:lnTo>
                  <a:lnTo>
                    <a:pt x="12589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89"/>
                  </a:lnTo>
                  <a:lnTo>
                    <a:pt x="14017" y="6719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4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0" y="7723"/>
                  </a:lnTo>
                  <a:lnTo>
                    <a:pt x="22165" y="7762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530"/>
                  </a:lnTo>
                  <a:lnTo>
                    <a:pt x="23710" y="7298"/>
                  </a:lnTo>
                  <a:lnTo>
                    <a:pt x="24057" y="6989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908"/>
                  </a:lnTo>
                  <a:lnTo>
                    <a:pt x="24868" y="5483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5" y="3746"/>
                  </a:lnTo>
                  <a:lnTo>
                    <a:pt x="24868" y="3282"/>
                  </a:lnTo>
                  <a:lnTo>
                    <a:pt x="24791" y="2858"/>
                  </a:lnTo>
                  <a:lnTo>
                    <a:pt x="24637" y="2394"/>
                  </a:lnTo>
                  <a:lnTo>
                    <a:pt x="24443" y="1969"/>
                  </a:lnTo>
                  <a:lnTo>
                    <a:pt x="24250" y="1583"/>
                  </a:lnTo>
                  <a:lnTo>
                    <a:pt x="24057" y="1197"/>
                  </a:lnTo>
                  <a:lnTo>
                    <a:pt x="23787" y="811"/>
                  </a:lnTo>
                  <a:lnTo>
                    <a:pt x="23941" y="386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7"/>
                  </a:lnTo>
                  <a:lnTo>
                    <a:pt x="230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19"/>
            <p:cNvSpPr/>
            <p:nvPr/>
          </p:nvSpPr>
          <p:spPr>
            <a:xfrm>
              <a:off x="5843050" y="1398325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5" y="1429"/>
                  </a:lnTo>
                  <a:lnTo>
                    <a:pt x="4866" y="1738"/>
                  </a:lnTo>
                  <a:lnTo>
                    <a:pt x="5059" y="2085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6" y="5599"/>
                  </a:lnTo>
                  <a:lnTo>
                    <a:pt x="5330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40" y="8380"/>
                  </a:lnTo>
                  <a:lnTo>
                    <a:pt x="3631" y="8727"/>
                  </a:lnTo>
                  <a:lnTo>
                    <a:pt x="3283" y="9036"/>
                  </a:lnTo>
                  <a:lnTo>
                    <a:pt x="2936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9" y="10040"/>
                  </a:lnTo>
                  <a:lnTo>
                    <a:pt x="1314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9" y="10967"/>
                  </a:lnTo>
                  <a:lnTo>
                    <a:pt x="1121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8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5" y="6294"/>
                  </a:lnTo>
                  <a:lnTo>
                    <a:pt x="5909" y="5792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5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40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19"/>
            <p:cNvSpPr/>
            <p:nvPr/>
          </p:nvSpPr>
          <p:spPr>
            <a:xfrm>
              <a:off x="569225" y="1424375"/>
              <a:ext cx="126500" cy="69550"/>
            </a:xfrm>
            <a:custGeom>
              <a:avLst/>
              <a:gdLst/>
              <a:ahLst/>
              <a:cxnLst/>
              <a:rect l="l" t="t" r="r" b="b"/>
              <a:pathLst>
                <a:path w="5060" h="2782" extrusionOk="0">
                  <a:moveTo>
                    <a:pt x="4905" y="1"/>
                  </a:moveTo>
                  <a:lnTo>
                    <a:pt x="3824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30" y="1854"/>
                  </a:lnTo>
                  <a:lnTo>
                    <a:pt x="773" y="2125"/>
                  </a:lnTo>
                  <a:lnTo>
                    <a:pt x="117" y="2395"/>
                  </a:lnTo>
                  <a:lnTo>
                    <a:pt x="40" y="2472"/>
                  </a:lnTo>
                  <a:lnTo>
                    <a:pt x="1" y="2588"/>
                  </a:lnTo>
                  <a:lnTo>
                    <a:pt x="40" y="2665"/>
                  </a:lnTo>
                  <a:lnTo>
                    <a:pt x="117" y="2781"/>
                  </a:lnTo>
                  <a:lnTo>
                    <a:pt x="387" y="2781"/>
                  </a:lnTo>
                  <a:lnTo>
                    <a:pt x="1082" y="2627"/>
                  </a:lnTo>
                  <a:lnTo>
                    <a:pt x="1739" y="2356"/>
                  </a:lnTo>
                  <a:lnTo>
                    <a:pt x="2356" y="2047"/>
                  </a:lnTo>
                  <a:lnTo>
                    <a:pt x="2974" y="1739"/>
                  </a:lnTo>
                  <a:lnTo>
                    <a:pt x="3553" y="1430"/>
                  </a:lnTo>
                  <a:lnTo>
                    <a:pt x="4094" y="1082"/>
                  </a:lnTo>
                  <a:lnTo>
                    <a:pt x="4596" y="735"/>
                  </a:lnTo>
                  <a:lnTo>
                    <a:pt x="5059" y="310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19"/>
            <p:cNvSpPr/>
            <p:nvPr/>
          </p:nvSpPr>
          <p:spPr>
            <a:xfrm>
              <a:off x="512275" y="1467825"/>
              <a:ext cx="66650" cy="99450"/>
            </a:xfrm>
            <a:custGeom>
              <a:avLst/>
              <a:gdLst/>
              <a:ahLst/>
              <a:cxnLst/>
              <a:rect l="l" t="t" r="r" b="b"/>
              <a:pathLst>
                <a:path w="2666" h="3978" extrusionOk="0">
                  <a:moveTo>
                    <a:pt x="850" y="1"/>
                  </a:moveTo>
                  <a:lnTo>
                    <a:pt x="464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2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1" y="2704"/>
                  </a:lnTo>
                  <a:lnTo>
                    <a:pt x="39" y="2974"/>
                  </a:lnTo>
                  <a:lnTo>
                    <a:pt x="78" y="3206"/>
                  </a:lnTo>
                  <a:lnTo>
                    <a:pt x="155" y="3399"/>
                  </a:lnTo>
                  <a:lnTo>
                    <a:pt x="271" y="3592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9" y="3939"/>
                  </a:lnTo>
                  <a:lnTo>
                    <a:pt x="1082" y="3978"/>
                  </a:lnTo>
                  <a:lnTo>
                    <a:pt x="1314" y="3939"/>
                  </a:lnTo>
                  <a:lnTo>
                    <a:pt x="1507" y="3823"/>
                  </a:lnTo>
                  <a:lnTo>
                    <a:pt x="1661" y="3708"/>
                  </a:lnTo>
                  <a:lnTo>
                    <a:pt x="1816" y="3514"/>
                  </a:lnTo>
                  <a:lnTo>
                    <a:pt x="1970" y="3321"/>
                  </a:lnTo>
                  <a:lnTo>
                    <a:pt x="2086" y="3090"/>
                  </a:lnTo>
                  <a:lnTo>
                    <a:pt x="2318" y="2549"/>
                  </a:lnTo>
                  <a:lnTo>
                    <a:pt x="2472" y="2009"/>
                  </a:lnTo>
                  <a:lnTo>
                    <a:pt x="2626" y="1507"/>
                  </a:lnTo>
                  <a:lnTo>
                    <a:pt x="2665" y="1043"/>
                  </a:lnTo>
                  <a:lnTo>
                    <a:pt x="2395" y="1043"/>
                  </a:lnTo>
                  <a:lnTo>
                    <a:pt x="2009" y="2009"/>
                  </a:lnTo>
                  <a:lnTo>
                    <a:pt x="1738" y="2665"/>
                  </a:lnTo>
                  <a:lnTo>
                    <a:pt x="1545" y="3051"/>
                  </a:lnTo>
                  <a:lnTo>
                    <a:pt x="1468" y="3206"/>
                  </a:lnTo>
                  <a:lnTo>
                    <a:pt x="1314" y="3283"/>
                  </a:lnTo>
                  <a:lnTo>
                    <a:pt x="1159" y="3283"/>
                  </a:lnTo>
                  <a:lnTo>
                    <a:pt x="966" y="3206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8"/>
                  </a:lnTo>
                  <a:lnTo>
                    <a:pt x="889" y="773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19"/>
            <p:cNvSpPr/>
            <p:nvPr/>
          </p:nvSpPr>
          <p:spPr>
            <a:xfrm>
              <a:off x="4008850" y="152575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4"/>
                  </a:lnTo>
                  <a:lnTo>
                    <a:pt x="7029" y="1313"/>
                  </a:lnTo>
                  <a:lnTo>
                    <a:pt x="7531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7"/>
                  </a:lnTo>
                  <a:lnTo>
                    <a:pt x="8573" y="3707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1" y="3862"/>
                  </a:lnTo>
                  <a:lnTo>
                    <a:pt x="2433" y="4016"/>
                  </a:lnTo>
                  <a:lnTo>
                    <a:pt x="2318" y="4132"/>
                  </a:lnTo>
                  <a:lnTo>
                    <a:pt x="2124" y="4209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1" y="4248"/>
                  </a:lnTo>
                  <a:lnTo>
                    <a:pt x="734" y="4132"/>
                  </a:lnTo>
                  <a:lnTo>
                    <a:pt x="387" y="4016"/>
                  </a:lnTo>
                  <a:lnTo>
                    <a:pt x="503" y="3514"/>
                  </a:lnTo>
                  <a:lnTo>
                    <a:pt x="657" y="3012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8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7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3" y="5947"/>
                  </a:lnTo>
                  <a:lnTo>
                    <a:pt x="10543" y="5870"/>
                  </a:lnTo>
                  <a:lnTo>
                    <a:pt x="10543" y="5754"/>
                  </a:lnTo>
                  <a:lnTo>
                    <a:pt x="10620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0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9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7" y="3205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8"/>
                  </a:lnTo>
                  <a:lnTo>
                    <a:pt x="1314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3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7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3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8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7" y="6526"/>
                  </a:lnTo>
                  <a:lnTo>
                    <a:pt x="11740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1" y="7916"/>
                  </a:lnTo>
                  <a:lnTo>
                    <a:pt x="12551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7" y="7183"/>
                  </a:lnTo>
                  <a:lnTo>
                    <a:pt x="12744" y="6681"/>
                  </a:lnTo>
                  <a:lnTo>
                    <a:pt x="12435" y="6217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9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4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5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6" y="193"/>
                  </a:lnTo>
                  <a:lnTo>
                    <a:pt x="5291" y="78"/>
                  </a:lnTo>
                  <a:lnTo>
                    <a:pt x="4828" y="39"/>
                  </a:lnTo>
                  <a:lnTo>
                    <a:pt x="44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19"/>
            <p:cNvSpPr/>
            <p:nvPr/>
          </p:nvSpPr>
          <p:spPr>
            <a:xfrm>
              <a:off x="6763050" y="1538300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8"/>
                  </a:moveTo>
                  <a:lnTo>
                    <a:pt x="1082" y="5986"/>
                  </a:lnTo>
                  <a:lnTo>
                    <a:pt x="1237" y="6024"/>
                  </a:lnTo>
                  <a:lnTo>
                    <a:pt x="1391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7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9" y="6990"/>
                  </a:lnTo>
                  <a:lnTo>
                    <a:pt x="464" y="6835"/>
                  </a:lnTo>
                  <a:lnTo>
                    <a:pt x="426" y="6719"/>
                  </a:lnTo>
                  <a:lnTo>
                    <a:pt x="387" y="6642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6" y="6256"/>
                  </a:lnTo>
                  <a:lnTo>
                    <a:pt x="503" y="6179"/>
                  </a:lnTo>
                  <a:lnTo>
                    <a:pt x="696" y="6024"/>
                  </a:lnTo>
                  <a:lnTo>
                    <a:pt x="889" y="5908"/>
                  </a:lnTo>
                  <a:close/>
                  <a:moveTo>
                    <a:pt x="5909" y="0"/>
                  </a:moveTo>
                  <a:lnTo>
                    <a:pt x="5832" y="39"/>
                  </a:lnTo>
                  <a:lnTo>
                    <a:pt x="5523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7" y="2047"/>
                  </a:lnTo>
                  <a:lnTo>
                    <a:pt x="3438" y="2781"/>
                  </a:lnTo>
                  <a:lnTo>
                    <a:pt x="2279" y="4132"/>
                  </a:lnTo>
                  <a:lnTo>
                    <a:pt x="1739" y="4866"/>
                  </a:lnTo>
                  <a:lnTo>
                    <a:pt x="1198" y="5561"/>
                  </a:lnTo>
                  <a:lnTo>
                    <a:pt x="1043" y="5522"/>
                  </a:lnTo>
                  <a:lnTo>
                    <a:pt x="889" y="5522"/>
                  </a:lnTo>
                  <a:lnTo>
                    <a:pt x="773" y="5561"/>
                  </a:lnTo>
                  <a:lnTo>
                    <a:pt x="619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10" y="5870"/>
                  </a:lnTo>
                  <a:lnTo>
                    <a:pt x="117" y="6063"/>
                  </a:lnTo>
                  <a:lnTo>
                    <a:pt x="1" y="6333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40" y="6797"/>
                  </a:lnTo>
                  <a:lnTo>
                    <a:pt x="117" y="6990"/>
                  </a:lnTo>
                  <a:lnTo>
                    <a:pt x="194" y="7144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4"/>
                  </a:lnTo>
                  <a:lnTo>
                    <a:pt x="1430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6" y="6874"/>
                  </a:lnTo>
                  <a:lnTo>
                    <a:pt x="1854" y="6681"/>
                  </a:lnTo>
                  <a:lnTo>
                    <a:pt x="1893" y="6526"/>
                  </a:lnTo>
                  <a:lnTo>
                    <a:pt x="1854" y="6333"/>
                  </a:lnTo>
                  <a:lnTo>
                    <a:pt x="1816" y="6179"/>
                  </a:lnTo>
                  <a:lnTo>
                    <a:pt x="1739" y="6024"/>
                  </a:lnTo>
                  <a:lnTo>
                    <a:pt x="1661" y="5908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3" y="4403"/>
                  </a:lnTo>
                  <a:lnTo>
                    <a:pt x="3940" y="3012"/>
                  </a:lnTo>
                  <a:lnTo>
                    <a:pt x="4480" y="2395"/>
                  </a:lnTo>
                  <a:lnTo>
                    <a:pt x="5098" y="1699"/>
                  </a:lnTo>
                  <a:lnTo>
                    <a:pt x="5639" y="1043"/>
                  </a:lnTo>
                  <a:lnTo>
                    <a:pt x="5909" y="657"/>
                  </a:lnTo>
                  <a:lnTo>
                    <a:pt x="6102" y="309"/>
                  </a:lnTo>
                  <a:lnTo>
                    <a:pt x="6141" y="193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19"/>
            <p:cNvSpPr/>
            <p:nvPr/>
          </p:nvSpPr>
          <p:spPr>
            <a:xfrm>
              <a:off x="4040700" y="153927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5" y="7298"/>
                  </a:moveTo>
                  <a:lnTo>
                    <a:pt x="8496" y="7375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1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4"/>
                  </a:lnTo>
                  <a:lnTo>
                    <a:pt x="8110" y="10156"/>
                  </a:lnTo>
                  <a:lnTo>
                    <a:pt x="7840" y="10078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6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7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2" y="8766"/>
                  </a:lnTo>
                  <a:lnTo>
                    <a:pt x="1546" y="8727"/>
                  </a:lnTo>
                  <a:lnTo>
                    <a:pt x="40" y="8688"/>
                  </a:lnTo>
                  <a:lnTo>
                    <a:pt x="1" y="8688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6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6"/>
                  </a:lnTo>
                  <a:lnTo>
                    <a:pt x="6759" y="9847"/>
                  </a:lnTo>
                  <a:lnTo>
                    <a:pt x="6990" y="10078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0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7"/>
                  </a:lnTo>
                  <a:lnTo>
                    <a:pt x="9539" y="10194"/>
                  </a:lnTo>
                  <a:lnTo>
                    <a:pt x="9771" y="9963"/>
                  </a:lnTo>
                  <a:lnTo>
                    <a:pt x="9925" y="9692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7"/>
                  </a:lnTo>
                  <a:lnTo>
                    <a:pt x="6565" y="8186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79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19"/>
            <p:cNvSpPr/>
            <p:nvPr/>
          </p:nvSpPr>
          <p:spPr>
            <a:xfrm>
              <a:off x="1387875" y="1558575"/>
              <a:ext cx="374575" cy="387125"/>
            </a:xfrm>
            <a:custGeom>
              <a:avLst/>
              <a:gdLst/>
              <a:ahLst/>
              <a:cxnLst/>
              <a:rect l="l" t="t" r="r" b="b"/>
              <a:pathLst>
                <a:path w="14983" h="15485" extrusionOk="0">
                  <a:moveTo>
                    <a:pt x="7453" y="502"/>
                  </a:moveTo>
                  <a:lnTo>
                    <a:pt x="8032" y="541"/>
                  </a:lnTo>
                  <a:lnTo>
                    <a:pt x="8573" y="580"/>
                  </a:lnTo>
                  <a:lnTo>
                    <a:pt x="9152" y="695"/>
                  </a:lnTo>
                  <a:lnTo>
                    <a:pt x="9654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0" y="1545"/>
                  </a:lnTo>
                  <a:lnTo>
                    <a:pt x="11585" y="1854"/>
                  </a:lnTo>
                  <a:lnTo>
                    <a:pt x="10812" y="2201"/>
                  </a:lnTo>
                  <a:lnTo>
                    <a:pt x="10040" y="2626"/>
                  </a:lnTo>
                  <a:lnTo>
                    <a:pt x="9306" y="3090"/>
                  </a:lnTo>
                  <a:lnTo>
                    <a:pt x="8611" y="3630"/>
                  </a:lnTo>
                  <a:lnTo>
                    <a:pt x="7916" y="4171"/>
                  </a:lnTo>
                  <a:lnTo>
                    <a:pt x="7299" y="4789"/>
                  </a:lnTo>
                  <a:lnTo>
                    <a:pt x="6681" y="5445"/>
                  </a:lnTo>
                  <a:lnTo>
                    <a:pt x="6140" y="6140"/>
                  </a:lnTo>
                  <a:lnTo>
                    <a:pt x="5638" y="6874"/>
                  </a:lnTo>
                  <a:lnTo>
                    <a:pt x="5175" y="7646"/>
                  </a:lnTo>
                  <a:lnTo>
                    <a:pt x="4789" y="8418"/>
                  </a:lnTo>
                  <a:lnTo>
                    <a:pt x="4441" y="9229"/>
                  </a:lnTo>
                  <a:lnTo>
                    <a:pt x="4171" y="10040"/>
                  </a:lnTo>
                  <a:lnTo>
                    <a:pt x="3939" y="10890"/>
                  </a:lnTo>
                  <a:lnTo>
                    <a:pt x="3823" y="11778"/>
                  </a:lnTo>
                  <a:lnTo>
                    <a:pt x="3746" y="12666"/>
                  </a:lnTo>
                  <a:lnTo>
                    <a:pt x="3553" y="12666"/>
                  </a:lnTo>
                  <a:lnTo>
                    <a:pt x="3283" y="11855"/>
                  </a:lnTo>
                  <a:lnTo>
                    <a:pt x="3051" y="11044"/>
                  </a:lnTo>
                  <a:lnTo>
                    <a:pt x="2819" y="10195"/>
                  </a:lnTo>
                  <a:lnTo>
                    <a:pt x="2665" y="9384"/>
                  </a:lnTo>
                  <a:lnTo>
                    <a:pt x="2588" y="8534"/>
                  </a:lnTo>
                  <a:lnTo>
                    <a:pt x="2549" y="7685"/>
                  </a:lnTo>
                  <a:lnTo>
                    <a:pt x="2588" y="6797"/>
                  </a:lnTo>
                  <a:lnTo>
                    <a:pt x="2665" y="5947"/>
                  </a:lnTo>
                  <a:lnTo>
                    <a:pt x="2858" y="5213"/>
                  </a:lnTo>
                  <a:lnTo>
                    <a:pt x="3051" y="4518"/>
                  </a:lnTo>
                  <a:lnTo>
                    <a:pt x="3321" y="3823"/>
                  </a:lnTo>
                  <a:lnTo>
                    <a:pt x="3630" y="3205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29"/>
                  </a:lnTo>
                  <a:lnTo>
                    <a:pt x="5406" y="888"/>
                  </a:lnTo>
                  <a:lnTo>
                    <a:pt x="5908" y="734"/>
                  </a:lnTo>
                  <a:lnTo>
                    <a:pt x="6410" y="618"/>
                  </a:lnTo>
                  <a:lnTo>
                    <a:pt x="6912" y="541"/>
                  </a:lnTo>
                  <a:lnTo>
                    <a:pt x="7453" y="502"/>
                  </a:lnTo>
                  <a:close/>
                  <a:moveTo>
                    <a:pt x="11932" y="2086"/>
                  </a:moveTo>
                  <a:lnTo>
                    <a:pt x="12318" y="2433"/>
                  </a:lnTo>
                  <a:lnTo>
                    <a:pt x="12666" y="2819"/>
                  </a:lnTo>
                  <a:lnTo>
                    <a:pt x="13014" y="3205"/>
                  </a:lnTo>
                  <a:lnTo>
                    <a:pt x="13322" y="3669"/>
                  </a:lnTo>
                  <a:lnTo>
                    <a:pt x="13593" y="4093"/>
                  </a:lnTo>
                  <a:lnTo>
                    <a:pt x="13824" y="4595"/>
                  </a:lnTo>
                  <a:lnTo>
                    <a:pt x="14018" y="5097"/>
                  </a:lnTo>
                  <a:lnTo>
                    <a:pt x="14211" y="5599"/>
                  </a:lnTo>
                  <a:lnTo>
                    <a:pt x="14326" y="6101"/>
                  </a:lnTo>
                  <a:lnTo>
                    <a:pt x="14404" y="6642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25" y="6951"/>
                  </a:lnTo>
                  <a:lnTo>
                    <a:pt x="11392" y="7144"/>
                  </a:lnTo>
                  <a:lnTo>
                    <a:pt x="10658" y="7414"/>
                  </a:lnTo>
                  <a:lnTo>
                    <a:pt x="9924" y="7723"/>
                  </a:lnTo>
                  <a:lnTo>
                    <a:pt x="9229" y="8032"/>
                  </a:lnTo>
                  <a:lnTo>
                    <a:pt x="8534" y="8418"/>
                  </a:lnTo>
                  <a:lnTo>
                    <a:pt x="7878" y="8843"/>
                  </a:lnTo>
                  <a:lnTo>
                    <a:pt x="7221" y="9306"/>
                  </a:lnTo>
                  <a:lnTo>
                    <a:pt x="6642" y="9808"/>
                  </a:lnTo>
                  <a:lnTo>
                    <a:pt x="6063" y="10349"/>
                  </a:lnTo>
                  <a:lnTo>
                    <a:pt x="5561" y="10890"/>
                  </a:lnTo>
                  <a:lnTo>
                    <a:pt x="5059" y="11508"/>
                  </a:lnTo>
                  <a:lnTo>
                    <a:pt x="4634" y="12125"/>
                  </a:lnTo>
                  <a:lnTo>
                    <a:pt x="4248" y="12820"/>
                  </a:lnTo>
                  <a:lnTo>
                    <a:pt x="4093" y="12743"/>
                  </a:lnTo>
                  <a:lnTo>
                    <a:pt x="3939" y="12666"/>
                  </a:lnTo>
                  <a:lnTo>
                    <a:pt x="4093" y="11816"/>
                  </a:lnTo>
                  <a:lnTo>
                    <a:pt x="4287" y="10928"/>
                  </a:lnTo>
                  <a:lnTo>
                    <a:pt x="4557" y="10117"/>
                  </a:lnTo>
                  <a:lnTo>
                    <a:pt x="4827" y="9306"/>
                  </a:lnTo>
                  <a:lnTo>
                    <a:pt x="5175" y="8496"/>
                  </a:lnTo>
                  <a:lnTo>
                    <a:pt x="5561" y="7723"/>
                  </a:lnTo>
                  <a:lnTo>
                    <a:pt x="6024" y="6990"/>
                  </a:lnTo>
                  <a:lnTo>
                    <a:pt x="6488" y="6295"/>
                  </a:lnTo>
                  <a:lnTo>
                    <a:pt x="7028" y="5599"/>
                  </a:lnTo>
                  <a:lnTo>
                    <a:pt x="7607" y="4982"/>
                  </a:lnTo>
                  <a:lnTo>
                    <a:pt x="8225" y="4402"/>
                  </a:lnTo>
                  <a:lnTo>
                    <a:pt x="8882" y="3823"/>
                  </a:lnTo>
                  <a:lnTo>
                    <a:pt x="9577" y="3321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42" y="6990"/>
                  </a:moveTo>
                  <a:lnTo>
                    <a:pt x="14481" y="7839"/>
                  </a:lnTo>
                  <a:lnTo>
                    <a:pt x="14404" y="8689"/>
                  </a:lnTo>
                  <a:lnTo>
                    <a:pt x="14249" y="9538"/>
                  </a:lnTo>
                  <a:lnTo>
                    <a:pt x="14172" y="9963"/>
                  </a:lnTo>
                  <a:lnTo>
                    <a:pt x="14018" y="10388"/>
                  </a:lnTo>
                  <a:lnTo>
                    <a:pt x="13863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89"/>
                  </a:lnTo>
                  <a:lnTo>
                    <a:pt x="12473" y="12898"/>
                  </a:lnTo>
                  <a:lnTo>
                    <a:pt x="12203" y="13207"/>
                  </a:lnTo>
                  <a:lnTo>
                    <a:pt x="11932" y="13052"/>
                  </a:lnTo>
                  <a:lnTo>
                    <a:pt x="11662" y="12936"/>
                  </a:lnTo>
                  <a:lnTo>
                    <a:pt x="11083" y="12782"/>
                  </a:lnTo>
                  <a:lnTo>
                    <a:pt x="10542" y="12627"/>
                  </a:lnTo>
                  <a:lnTo>
                    <a:pt x="9963" y="12550"/>
                  </a:lnTo>
                  <a:lnTo>
                    <a:pt x="9384" y="12512"/>
                  </a:lnTo>
                  <a:lnTo>
                    <a:pt x="8843" y="12473"/>
                  </a:lnTo>
                  <a:lnTo>
                    <a:pt x="8303" y="12473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6"/>
                  </a:lnTo>
                  <a:lnTo>
                    <a:pt x="6179" y="12782"/>
                  </a:lnTo>
                  <a:lnTo>
                    <a:pt x="5638" y="12975"/>
                  </a:lnTo>
                  <a:lnTo>
                    <a:pt x="5136" y="13129"/>
                  </a:lnTo>
                  <a:lnTo>
                    <a:pt x="4673" y="13361"/>
                  </a:lnTo>
                  <a:lnTo>
                    <a:pt x="4557" y="13129"/>
                  </a:lnTo>
                  <a:lnTo>
                    <a:pt x="4402" y="12936"/>
                  </a:lnTo>
                  <a:lnTo>
                    <a:pt x="4866" y="12318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0" y="10619"/>
                  </a:lnTo>
                  <a:lnTo>
                    <a:pt x="6951" y="10117"/>
                  </a:lnTo>
                  <a:lnTo>
                    <a:pt x="7530" y="9654"/>
                  </a:lnTo>
                  <a:lnTo>
                    <a:pt x="8148" y="9229"/>
                  </a:lnTo>
                  <a:lnTo>
                    <a:pt x="8766" y="8804"/>
                  </a:lnTo>
                  <a:lnTo>
                    <a:pt x="9384" y="8457"/>
                  </a:lnTo>
                  <a:lnTo>
                    <a:pt x="10040" y="8109"/>
                  </a:lnTo>
                  <a:lnTo>
                    <a:pt x="10735" y="7839"/>
                  </a:lnTo>
                  <a:lnTo>
                    <a:pt x="11430" y="7569"/>
                  </a:lnTo>
                  <a:lnTo>
                    <a:pt x="12164" y="7376"/>
                  </a:lnTo>
                  <a:lnTo>
                    <a:pt x="12898" y="7183"/>
                  </a:lnTo>
                  <a:lnTo>
                    <a:pt x="13670" y="7067"/>
                  </a:lnTo>
                  <a:lnTo>
                    <a:pt x="14442" y="6990"/>
                  </a:lnTo>
                  <a:close/>
                  <a:moveTo>
                    <a:pt x="4518" y="1275"/>
                  </a:moveTo>
                  <a:lnTo>
                    <a:pt x="4016" y="1854"/>
                  </a:lnTo>
                  <a:lnTo>
                    <a:pt x="3591" y="2472"/>
                  </a:lnTo>
                  <a:lnTo>
                    <a:pt x="3244" y="3128"/>
                  </a:lnTo>
                  <a:lnTo>
                    <a:pt x="2935" y="3823"/>
                  </a:lnTo>
                  <a:lnTo>
                    <a:pt x="2665" y="4518"/>
                  </a:lnTo>
                  <a:lnTo>
                    <a:pt x="2472" y="5291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3"/>
                  </a:lnTo>
                  <a:lnTo>
                    <a:pt x="2356" y="9886"/>
                  </a:lnTo>
                  <a:lnTo>
                    <a:pt x="2549" y="10619"/>
                  </a:lnTo>
                  <a:lnTo>
                    <a:pt x="2742" y="11353"/>
                  </a:lnTo>
                  <a:lnTo>
                    <a:pt x="3012" y="12087"/>
                  </a:lnTo>
                  <a:lnTo>
                    <a:pt x="3283" y="12782"/>
                  </a:lnTo>
                  <a:lnTo>
                    <a:pt x="3089" y="12898"/>
                  </a:lnTo>
                  <a:lnTo>
                    <a:pt x="2935" y="13052"/>
                  </a:lnTo>
                  <a:lnTo>
                    <a:pt x="2819" y="13245"/>
                  </a:lnTo>
                  <a:lnTo>
                    <a:pt x="2703" y="13438"/>
                  </a:lnTo>
                  <a:lnTo>
                    <a:pt x="2394" y="13014"/>
                  </a:lnTo>
                  <a:lnTo>
                    <a:pt x="2047" y="12550"/>
                  </a:lnTo>
                  <a:lnTo>
                    <a:pt x="1777" y="12087"/>
                  </a:lnTo>
                  <a:lnTo>
                    <a:pt x="1506" y="11623"/>
                  </a:lnTo>
                  <a:lnTo>
                    <a:pt x="1275" y="11121"/>
                  </a:lnTo>
                  <a:lnTo>
                    <a:pt x="1043" y="10619"/>
                  </a:lnTo>
                  <a:lnTo>
                    <a:pt x="850" y="10117"/>
                  </a:lnTo>
                  <a:lnTo>
                    <a:pt x="734" y="9615"/>
                  </a:lnTo>
                  <a:lnTo>
                    <a:pt x="618" y="9113"/>
                  </a:lnTo>
                  <a:lnTo>
                    <a:pt x="541" y="8573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0"/>
                  </a:lnTo>
                  <a:lnTo>
                    <a:pt x="734" y="5870"/>
                  </a:lnTo>
                  <a:lnTo>
                    <a:pt x="927" y="5329"/>
                  </a:lnTo>
                  <a:lnTo>
                    <a:pt x="1197" y="4673"/>
                  </a:lnTo>
                  <a:lnTo>
                    <a:pt x="1506" y="4055"/>
                  </a:lnTo>
                  <a:lnTo>
                    <a:pt x="1892" y="3476"/>
                  </a:lnTo>
                  <a:lnTo>
                    <a:pt x="2356" y="2935"/>
                  </a:lnTo>
                  <a:lnTo>
                    <a:pt x="2819" y="2433"/>
                  </a:lnTo>
                  <a:lnTo>
                    <a:pt x="3360" y="2008"/>
                  </a:lnTo>
                  <a:lnTo>
                    <a:pt x="3900" y="1584"/>
                  </a:lnTo>
                  <a:lnTo>
                    <a:pt x="4518" y="1275"/>
                  </a:lnTo>
                  <a:close/>
                  <a:moveTo>
                    <a:pt x="3823" y="12975"/>
                  </a:moveTo>
                  <a:lnTo>
                    <a:pt x="4016" y="13052"/>
                  </a:lnTo>
                  <a:lnTo>
                    <a:pt x="4132" y="13168"/>
                  </a:lnTo>
                  <a:lnTo>
                    <a:pt x="4248" y="13284"/>
                  </a:lnTo>
                  <a:lnTo>
                    <a:pt x="4325" y="13438"/>
                  </a:lnTo>
                  <a:lnTo>
                    <a:pt x="4364" y="13631"/>
                  </a:lnTo>
                  <a:lnTo>
                    <a:pt x="4325" y="13786"/>
                  </a:lnTo>
                  <a:lnTo>
                    <a:pt x="4287" y="13940"/>
                  </a:lnTo>
                  <a:lnTo>
                    <a:pt x="4209" y="14095"/>
                  </a:lnTo>
                  <a:lnTo>
                    <a:pt x="3746" y="13824"/>
                  </a:lnTo>
                  <a:lnTo>
                    <a:pt x="3321" y="13477"/>
                  </a:lnTo>
                  <a:lnTo>
                    <a:pt x="3244" y="13438"/>
                  </a:lnTo>
                  <a:lnTo>
                    <a:pt x="3128" y="13438"/>
                  </a:lnTo>
                  <a:lnTo>
                    <a:pt x="3051" y="13477"/>
                  </a:lnTo>
                  <a:lnTo>
                    <a:pt x="2974" y="13515"/>
                  </a:lnTo>
                  <a:lnTo>
                    <a:pt x="3051" y="13361"/>
                  </a:lnTo>
                  <a:lnTo>
                    <a:pt x="3167" y="13245"/>
                  </a:lnTo>
                  <a:lnTo>
                    <a:pt x="3321" y="13129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13" y="12859"/>
                  </a:moveTo>
                  <a:lnTo>
                    <a:pt x="9615" y="12898"/>
                  </a:lnTo>
                  <a:lnTo>
                    <a:pt x="10079" y="12975"/>
                  </a:lnTo>
                  <a:lnTo>
                    <a:pt x="10504" y="13014"/>
                  </a:lnTo>
                  <a:lnTo>
                    <a:pt x="11006" y="13129"/>
                  </a:lnTo>
                  <a:lnTo>
                    <a:pt x="11469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7"/>
                  </a:lnTo>
                  <a:lnTo>
                    <a:pt x="10658" y="14249"/>
                  </a:lnTo>
                  <a:lnTo>
                    <a:pt x="10195" y="14442"/>
                  </a:lnTo>
                  <a:lnTo>
                    <a:pt x="9770" y="14635"/>
                  </a:lnTo>
                  <a:lnTo>
                    <a:pt x="9306" y="14751"/>
                  </a:lnTo>
                  <a:lnTo>
                    <a:pt x="8804" y="14867"/>
                  </a:lnTo>
                  <a:lnTo>
                    <a:pt x="8341" y="14944"/>
                  </a:lnTo>
                  <a:lnTo>
                    <a:pt x="7839" y="14983"/>
                  </a:lnTo>
                  <a:lnTo>
                    <a:pt x="7376" y="14983"/>
                  </a:lnTo>
                  <a:lnTo>
                    <a:pt x="6874" y="14944"/>
                  </a:lnTo>
                  <a:lnTo>
                    <a:pt x="6410" y="14867"/>
                  </a:lnTo>
                  <a:lnTo>
                    <a:pt x="5947" y="14790"/>
                  </a:lnTo>
                  <a:lnTo>
                    <a:pt x="5484" y="14674"/>
                  </a:lnTo>
                  <a:lnTo>
                    <a:pt x="5020" y="14481"/>
                  </a:lnTo>
                  <a:lnTo>
                    <a:pt x="4557" y="14288"/>
                  </a:lnTo>
                  <a:lnTo>
                    <a:pt x="4673" y="14017"/>
                  </a:lnTo>
                  <a:lnTo>
                    <a:pt x="4711" y="13747"/>
                  </a:lnTo>
                  <a:lnTo>
                    <a:pt x="4711" y="13593"/>
                  </a:lnTo>
                  <a:lnTo>
                    <a:pt x="5561" y="13322"/>
                  </a:lnTo>
                  <a:lnTo>
                    <a:pt x="6410" y="13091"/>
                  </a:lnTo>
                  <a:lnTo>
                    <a:pt x="7260" y="12936"/>
                  </a:lnTo>
                  <a:lnTo>
                    <a:pt x="8148" y="12859"/>
                  </a:lnTo>
                  <a:close/>
                  <a:moveTo>
                    <a:pt x="7569" y="0"/>
                  </a:moveTo>
                  <a:lnTo>
                    <a:pt x="6990" y="39"/>
                  </a:lnTo>
                  <a:lnTo>
                    <a:pt x="6410" y="116"/>
                  </a:lnTo>
                  <a:lnTo>
                    <a:pt x="5870" y="232"/>
                  </a:lnTo>
                  <a:lnTo>
                    <a:pt x="5291" y="386"/>
                  </a:lnTo>
                  <a:lnTo>
                    <a:pt x="4750" y="580"/>
                  </a:lnTo>
                  <a:lnTo>
                    <a:pt x="4248" y="811"/>
                  </a:lnTo>
                  <a:lnTo>
                    <a:pt x="3746" y="1120"/>
                  </a:lnTo>
                  <a:lnTo>
                    <a:pt x="3283" y="1429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1970" y="2588"/>
                  </a:lnTo>
                  <a:lnTo>
                    <a:pt x="1622" y="3012"/>
                  </a:lnTo>
                  <a:lnTo>
                    <a:pt x="1275" y="3514"/>
                  </a:lnTo>
                  <a:lnTo>
                    <a:pt x="966" y="4016"/>
                  </a:lnTo>
                  <a:lnTo>
                    <a:pt x="657" y="4595"/>
                  </a:lnTo>
                  <a:lnTo>
                    <a:pt x="425" y="5252"/>
                  </a:lnTo>
                  <a:lnTo>
                    <a:pt x="232" y="5908"/>
                  </a:lnTo>
                  <a:lnTo>
                    <a:pt x="116" y="6565"/>
                  </a:lnTo>
                  <a:lnTo>
                    <a:pt x="0" y="7221"/>
                  </a:lnTo>
                  <a:lnTo>
                    <a:pt x="0" y="7916"/>
                  </a:lnTo>
                  <a:lnTo>
                    <a:pt x="39" y="8611"/>
                  </a:lnTo>
                  <a:lnTo>
                    <a:pt x="116" y="9268"/>
                  </a:lnTo>
                  <a:lnTo>
                    <a:pt x="232" y="9924"/>
                  </a:lnTo>
                  <a:lnTo>
                    <a:pt x="425" y="10581"/>
                  </a:lnTo>
                  <a:lnTo>
                    <a:pt x="695" y="11237"/>
                  </a:lnTo>
                  <a:lnTo>
                    <a:pt x="966" y="11855"/>
                  </a:lnTo>
                  <a:lnTo>
                    <a:pt x="1313" y="12396"/>
                  </a:lnTo>
                  <a:lnTo>
                    <a:pt x="1738" y="12975"/>
                  </a:lnTo>
                  <a:lnTo>
                    <a:pt x="2201" y="13477"/>
                  </a:lnTo>
                  <a:lnTo>
                    <a:pt x="2703" y="13902"/>
                  </a:lnTo>
                  <a:lnTo>
                    <a:pt x="2742" y="13940"/>
                  </a:lnTo>
                  <a:lnTo>
                    <a:pt x="2819" y="13940"/>
                  </a:lnTo>
                  <a:lnTo>
                    <a:pt x="2896" y="13902"/>
                  </a:lnTo>
                  <a:lnTo>
                    <a:pt x="3167" y="14133"/>
                  </a:lnTo>
                  <a:lnTo>
                    <a:pt x="3437" y="14326"/>
                  </a:lnTo>
                  <a:lnTo>
                    <a:pt x="3785" y="14519"/>
                  </a:lnTo>
                  <a:lnTo>
                    <a:pt x="4093" y="14597"/>
                  </a:lnTo>
                  <a:lnTo>
                    <a:pt x="4518" y="14828"/>
                  </a:lnTo>
                  <a:lnTo>
                    <a:pt x="4943" y="14983"/>
                  </a:lnTo>
                  <a:lnTo>
                    <a:pt x="5406" y="15137"/>
                  </a:lnTo>
                  <a:lnTo>
                    <a:pt x="5870" y="15292"/>
                  </a:lnTo>
                  <a:lnTo>
                    <a:pt x="6333" y="15369"/>
                  </a:lnTo>
                  <a:lnTo>
                    <a:pt x="6797" y="15446"/>
                  </a:lnTo>
                  <a:lnTo>
                    <a:pt x="7260" y="15485"/>
                  </a:lnTo>
                  <a:lnTo>
                    <a:pt x="7723" y="15485"/>
                  </a:lnTo>
                  <a:lnTo>
                    <a:pt x="8225" y="15446"/>
                  </a:lnTo>
                  <a:lnTo>
                    <a:pt x="8689" y="15408"/>
                  </a:lnTo>
                  <a:lnTo>
                    <a:pt x="9152" y="15330"/>
                  </a:lnTo>
                  <a:lnTo>
                    <a:pt x="9615" y="15215"/>
                  </a:lnTo>
                  <a:lnTo>
                    <a:pt x="10079" y="15060"/>
                  </a:lnTo>
                  <a:lnTo>
                    <a:pt x="10504" y="14906"/>
                  </a:lnTo>
                  <a:lnTo>
                    <a:pt x="10928" y="14674"/>
                  </a:lnTo>
                  <a:lnTo>
                    <a:pt x="11353" y="14442"/>
                  </a:lnTo>
                  <a:lnTo>
                    <a:pt x="11855" y="14133"/>
                  </a:lnTo>
                  <a:lnTo>
                    <a:pt x="12318" y="13786"/>
                  </a:lnTo>
                  <a:lnTo>
                    <a:pt x="12705" y="13400"/>
                  </a:lnTo>
                  <a:lnTo>
                    <a:pt x="13091" y="12975"/>
                  </a:lnTo>
                  <a:lnTo>
                    <a:pt x="13438" y="12550"/>
                  </a:lnTo>
                  <a:lnTo>
                    <a:pt x="13747" y="12048"/>
                  </a:lnTo>
                  <a:lnTo>
                    <a:pt x="14056" y="11585"/>
                  </a:lnTo>
                  <a:lnTo>
                    <a:pt x="14288" y="11044"/>
                  </a:lnTo>
                  <a:lnTo>
                    <a:pt x="14481" y="10542"/>
                  </a:lnTo>
                  <a:lnTo>
                    <a:pt x="14674" y="10002"/>
                  </a:lnTo>
                  <a:lnTo>
                    <a:pt x="14790" y="9422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3"/>
                  </a:lnTo>
                  <a:lnTo>
                    <a:pt x="14983" y="7144"/>
                  </a:lnTo>
                  <a:lnTo>
                    <a:pt x="14906" y="6603"/>
                  </a:lnTo>
                  <a:lnTo>
                    <a:pt x="14828" y="5986"/>
                  </a:lnTo>
                  <a:lnTo>
                    <a:pt x="14674" y="5406"/>
                  </a:lnTo>
                  <a:lnTo>
                    <a:pt x="14481" y="4827"/>
                  </a:lnTo>
                  <a:lnTo>
                    <a:pt x="14249" y="4287"/>
                  </a:lnTo>
                  <a:lnTo>
                    <a:pt x="13979" y="3746"/>
                  </a:lnTo>
                  <a:lnTo>
                    <a:pt x="13631" y="3244"/>
                  </a:lnTo>
                  <a:lnTo>
                    <a:pt x="13284" y="2742"/>
                  </a:lnTo>
                  <a:lnTo>
                    <a:pt x="12898" y="2317"/>
                  </a:lnTo>
                  <a:lnTo>
                    <a:pt x="12512" y="1892"/>
                  </a:lnTo>
                  <a:lnTo>
                    <a:pt x="12048" y="1506"/>
                  </a:lnTo>
                  <a:lnTo>
                    <a:pt x="11546" y="1197"/>
                  </a:lnTo>
                  <a:lnTo>
                    <a:pt x="11044" y="888"/>
                  </a:lnTo>
                  <a:lnTo>
                    <a:pt x="10504" y="618"/>
                  </a:lnTo>
                  <a:lnTo>
                    <a:pt x="9963" y="386"/>
                  </a:lnTo>
                  <a:lnTo>
                    <a:pt x="9345" y="232"/>
                  </a:lnTo>
                  <a:lnTo>
                    <a:pt x="8766" y="116"/>
                  </a:lnTo>
                  <a:lnTo>
                    <a:pt x="8148" y="39"/>
                  </a:lnTo>
                  <a:lnTo>
                    <a:pt x="756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19"/>
            <p:cNvSpPr/>
            <p:nvPr/>
          </p:nvSpPr>
          <p:spPr>
            <a:xfrm>
              <a:off x="6509175" y="1566300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8" y="5870"/>
                  </a:lnTo>
                  <a:lnTo>
                    <a:pt x="7491" y="6024"/>
                  </a:lnTo>
                  <a:lnTo>
                    <a:pt x="7530" y="6140"/>
                  </a:lnTo>
                  <a:lnTo>
                    <a:pt x="7569" y="6256"/>
                  </a:lnTo>
                  <a:lnTo>
                    <a:pt x="7607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1" y="6681"/>
                  </a:lnTo>
                  <a:lnTo>
                    <a:pt x="7337" y="6796"/>
                  </a:lnTo>
                  <a:lnTo>
                    <a:pt x="7105" y="6912"/>
                  </a:lnTo>
                  <a:lnTo>
                    <a:pt x="6912" y="6912"/>
                  </a:lnTo>
                  <a:lnTo>
                    <a:pt x="6719" y="6835"/>
                  </a:lnTo>
                  <a:lnTo>
                    <a:pt x="6565" y="6681"/>
                  </a:lnTo>
                  <a:lnTo>
                    <a:pt x="6487" y="6488"/>
                  </a:lnTo>
                  <a:lnTo>
                    <a:pt x="6487" y="6294"/>
                  </a:lnTo>
                  <a:lnTo>
                    <a:pt x="6526" y="6101"/>
                  </a:lnTo>
                  <a:lnTo>
                    <a:pt x="6642" y="5908"/>
                  </a:lnTo>
                  <a:lnTo>
                    <a:pt x="6796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7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0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1" y="1120"/>
                  </a:lnTo>
                  <a:lnTo>
                    <a:pt x="1622" y="1777"/>
                  </a:lnTo>
                  <a:lnTo>
                    <a:pt x="3398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0" y="5599"/>
                  </a:lnTo>
                  <a:lnTo>
                    <a:pt x="6294" y="5677"/>
                  </a:lnTo>
                  <a:lnTo>
                    <a:pt x="6217" y="5792"/>
                  </a:lnTo>
                  <a:lnTo>
                    <a:pt x="6101" y="6101"/>
                  </a:lnTo>
                  <a:lnTo>
                    <a:pt x="6063" y="6410"/>
                  </a:lnTo>
                  <a:lnTo>
                    <a:pt x="6101" y="6681"/>
                  </a:lnTo>
                  <a:lnTo>
                    <a:pt x="6179" y="6835"/>
                  </a:lnTo>
                  <a:lnTo>
                    <a:pt x="6294" y="6990"/>
                  </a:lnTo>
                  <a:lnTo>
                    <a:pt x="6410" y="7144"/>
                  </a:lnTo>
                  <a:lnTo>
                    <a:pt x="6565" y="7221"/>
                  </a:lnTo>
                  <a:lnTo>
                    <a:pt x="6719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7" y="7144"/>
                  </a:lnTo>
                  <a:lnTo>
                    <a:pt x="7723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3" y="6565"/>
                  </a:lnTo>
                  <a:lnTo>
                    <a:pt x="8032" y="6410"/>
                  </a:lnTo>
                  <a:lnTo>
                    <a:pt x="8032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3" y="5715"/>
                  </a:lnTo>
                  <a:lnTo>
                    <a:pt x="7569" y="5599"/>
                  </a:lnTo>
                  <a:lnTo>
                    <a:pt x="7414" y="5522"/>
                  </a:lnTo>
                  <a:lnTo>
                    <a:pt x="7221" y="5445"/>
                  </a:lnTo>
                  <a:lnTo>
                    <a:pt x="7028" y="5445"/>
                  </a:lnTo>
                  <a:lnTo>
                    <a:pt x="6835" y="5484"/>
                  </a:lnTo>
                  <a:lnTo>
                    <a:pt x="6024" y="4711"/>
                  </a:lnTo>
                  <a:lnTo>
                    <a:pt x="5213" y="4016"/>
                  </a:lnTo>
                  <a:lnTo>
                    <a:pt x="3514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09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19"/>
            <p:cNvSpPr/>
            <p:nvPr/>
          </p:nvSpPr>
          <p:spPr>
            <a:xfrm>
              <a:off x="2672775" y="1574975"/>
              <a:ext cx="84975" cy="94650"/>
            </a:xfrm>
            <a:custGeom>
              <a:avLst/>
              <a:gdLst/>
              <a:ahLst/>
              <a:cxnLst/>
              <a:rect l="l" t="t" r="r" b="b"/>
              <a:pathLst>
                <a:path w="3399" h="3786" extrusionOk="0">
                  <a:moveTo>
                    <a:pt x="78" y="1"/>
                  </a:moveTo>
                  <a:lnTo>
                    <a:pt x="1" y="78"/>
                  </a:lnTo>
                  <a:lnTo>
                    <a:pt x="1" y="117"/>
                  </a:lnTo>
                  <a:lnTo>
                    <a:pt x="348" y="889"/>
                  </a:lnTo>
                  <a:lnTo>
                    <a:pt x="812" y="1661"/>
                  </a:lnTo>
                  <a:lnTo>
                    <a:pt x="1275" y="2395"/>
                  </a:lnTo>
                  <a:lnTo>
                    <a:pt x="1738" y="3090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5"/>
                  </a:lnTo>
                  <a:lnTo>
                    <a:pt x="3013" y="3708"/>
                  </a:lnTo>
                  <a:lnTo>
                    <a:pt x="3206" y="3592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90"/>
                  </a:lnTo>
                  <a:lnTo>
                    <a:pt x="3399" y="2897"/>
                  </a:lnTo>
                  <a:lnTo>
                    <a:pt x="3360" y="2704"/>
                  </a:lnTo>
                  <a:lnTo>
                    <a:pt x="3283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90" y="2742"/>
                  </a:lnTo>
                  <a:lnTo>
                    <a:pt x="3128" y="2858"/>
                  </a:lnTo>
                  <a:lnTo>
                    <a:pt x="2897" y="3013"/>
                  </a:lnTo>
                  <a:lnTo>
                    <a:pt x="2665" y="3129"/>
                  </a:lnTo>
                  <a:lnTo>
                    <a:pt x="2511" y="3206"/>
                  </a:lnTo>
                  <a:lnTo>
                    <a:pt x="2318" y="3206"/>
                  </a:lnTo>
                  <a:lnTo>
                    <a:pt x="2202" y="3167"/>
                  </a:lnTo>
                  <a:lnTo>
                    <a:pt x="2047" y="3090"/>
                  </a:lnTo>
                  <a:lnTo>
                    <a:pt x="1931" y="2936"/>
                  </a:lnTo>
                  <a:lnTo>
                    <a:pt x="1854" y="2742"/>
                  </a:lnTo>
                  <a:lnTo>
                    <a:pt x="1700" y="2511"/>
                  </a:lnTo>
                  <a:lnTo>
                    <a:pt x="1082" y="1507"/>
                  </a:lnTo>
                  <a:lnTo>
                    <a:pt x="619" y="773"/>
                  </a:lnTo>
                  <a:lnTo>
                    <a:pt x="387" y="387"/>
                  </a:lnTo>
                  <a:lnTo>
                    <a:pt x="117" y="39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19"/>
            <p:cNvSpPr/>
            <p:nvPr/>
          </p:nvSpPr>
          <p:spPr>
            <a:xfrm>
              <a:off x="4909550" y="158077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8" y="5909"/>
                  </a:moveTo>
                  <a:lnTo>
                    <a:pt x="1082" y="5986"/>
                  </a:lnTo>
                  <a:lnTo>
                    <a:pt x="1236" y="6024"/>
                  </a:lnTo>
                  <a:lnTo>
                    <a:pt x="1390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7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8"/>
                  </a:lnTo>
                  <a:lnTo>
                    <a:pt x="386" y="6372"/>
                  </a:lnTo>
                  <a:lnTo>
                    <a:pt x="425" y="6256"/>
                  </a:lnTo>
                  <a:lnTo>
                    <a:pt x="502" y="6179"/>
                  </a:lnTo>
                  <a:lnTo>
                    <a:pt x="695" y="6024"/>
                  </a:lnTo>
                  <a:lnTo>
                    <a:pt x="888" y="5909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6" y="2047"/>
                  </a:lnTo>
                  <a:lnTo>
                    <a:pt x="3437" y="2781"/>
                  </a:lnTo>
                  <a:lnTo>
                    <a:pt x="2279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8"/>
                  </a:lnTo>
                  <a:lnTo>
                    <a:pt x="0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6"/>
                  </a:lnTo>
                  <a:lnTo>
                    <a:pt x="695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699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9"/>
                  </a:lnTo>
                  <a:lnTo>
                    <a:pt x="1738" y="6024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2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19"/>
            <p:cNvSpPr/>
            <p:nvPr/>
          </p:nvSpPr>
          <p:spPr>
            <a:xfrm>
              <a:off x="4655650" y="16087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4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7" y="6796"/>
                  </a:lnTo>
                  <a:lnTo>
                    <a:pt x="7106" y="6912"/>
                  </a:lnTo>
                  <a:lnTo>
                    <a:pt x="6913" y="6912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1"/>
                  </a:lnTo>
                  <a:lnTo>
                    <a:pt x="6642" y="5908"/>
                  </a:lnTo>
                  <a:lnTo>
                    <a:pt x="6797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2" y="1120"/>
                  </a:lnTo>
                  <a:lnTo>
                    <a:pt x="1622" y="1777"/>
                  </a:lnTo>
                  <a:lnTo>
                    <a:pt x="3399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1" y="5599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1"/>
                  </a:lnTo>
                  <a:lnTo>
                    <a:pt x="6063" y="6410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1"/>
                  </a:lnTo>
                  <a:lnTo>
                    <a:pt x="6720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8" y="7144"/>
                  </a:lnTo>
                  <a:lnTo>
                    <a:pt x="7724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3" y="6410"/>
                  </a:lnTo>
                  <a:lnTo>
                    <a:pt x="8033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4" y="5715"/>
                  </a:lnTo>
                  <a:lnTo>
                    <a:pt x="7569" y="5599"/>
                  </a:lnTo>
                  <a:lnTo>
                    <a:pt x="7415" y="5522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5" y="5484"/>
                  </a:lnTo>
                  <a:lnTo>
                    <a:pt x="6025" y="4711"/>
                  </a:lnTo>
                  <a:lnTo>
                    <a:pt x="5214" y="4016"/>
                  </a:lnTo>
                  <a:lnTo>
                    <a:pt x="3515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10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19"/>
            <p:cNvSpPr/>
            <p:nvPr/>
          </p:nvSpPr>
          <p:spPr>
            <a:xfrm>
              <a:off x="781625" y="1619400"/>
              <a:ext cx="153500" cy="186325"/>
            </a:xfrm>
            <a:custGeom>
              <a:avLst/>
              <a:gdLst/>
              <a:ahLst/>
              <a:cxnLst/>
              <a:rect l="l" t="t" r="r" b="b"/>
              <a:pathLst>
                <a:path w="6140" h="7453" extrusionOk="0">
                  <a:moveTo>
                    <a:pt x="888" y="5908"/>
                  </a:moveTo>
                  <a:lnTo>
                    <a:pt x="1081" y="5985"/>
                  </a:lnTo>
                  <a:lnTo>
                    <a:pt x="1236" y="6024"/>
                  </a:lnTo>
                  <a:lnTo>
                    <a:pt x="1390" y="6178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6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89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7"/>
                  </a:lnTo>
                  <a:lnTo>
                    <a:pt x="386" y="6371"/>
                  </a:lnTo>
                  <a:lnTo>
                    <a:pt x="425" y="6256"/>
                  </a:lnTo>
                  <a:lnTo>
                    <a:pt x="502" y="6178"/>
                  </a:lnTo>
                  <a:lnTo>
                    <a:pt x="695" y="6024"/>
                  </a:lnTo>
                  <a:lnTo>
                    <a:pt x="888" y="5908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5" y="1313"/>
                  </a:lnTo>
                  <a:lnTo>
                    <a:pt x="4016" y="2047"/>
                  </a:lnTo>
                  <a:lnTo>
                    <a:pt x="3437" y="2780"/>
                  </a:lnTo>
                  <a:lnTo>
                    <a:pt x="2278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2" y="5561"/>
                  </a:lnTo>
                  <a:lnTo>
                    <a:pt x="618" y="5599"/>
                  </a:lnTo>
                  <a:lnTo>
                    <a:pt x="541" y="5676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7"/>
                  </a:lnTo>
                  <a:lnTo>
                    <a:pt x="0" y="6603"/>
                  </a:lnTo>
                  <a:lnTo>
                    <a:pt x="39" y="6796"/>
                  </a:lnTo>
                  <a:lnTo>
                    <a:pt x="116" y="6989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5"/>
                  </a:lnTo>
                  <a:lnTo>
                    <a:pt x="695" y="7453"/>
                  </a:lnTo>
                  <a:lnTo>
                    <a:pt x="1081" y="7453"/>
                  </a:lnTo>
                  <a:lnTo>
                    <a:pt x="1274" y="7414"/>
                  </a:lnTo>
                  <a:lnTo>
                    <a:pt x="1429" y="7298"/>
                  </a:lnTo>
                  <a:lnTo>
                    <a:pt x="1583" y="7182"/>
                  </a:lnTo>
                  <a:lnTo>
                    <a:pt x="1699" y="7067"/>
                  </a:lnTo>
                  <a:lnTo>
                    <a:pt x="1815" y="6873"/>
                  </a:lnTo>
                  <a:lnTo>
                    <a:pt x="1854" y="6680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8"/>
                  </a:lnTo>
                  <a:lnTo>
                    <a:pt x="1738" y="6024"/>
                  </a:lnTo>
                  <a:lnTo>
                    <a:pt x="1661" y="5908"/>
                  </a:lnTo>
                  <a:lnTo>
                    <a:pt x="1545" y="5792"/>
                  </a:lnTo>
                  <a:lnTo>
                    <a:pt x="2163" y="5097"/>
                  </a:lnTo>
                  <a:lnTo>
                    <a:pt x="2742" y="4402"/>
                  </a:lnTo>
                  <a:lnTo>
                    <a:pt x="3939" y="3012"/>
                  </a:lnTo>
                  <a:lnTo>
                    <a:pt x="4479" y="2394"/>
                  </a:lnTo>
                  <a:lnTo>
                    <a:pt x="5097" y="1699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3"/>
                  </a:lnTo>
                  <a:lnTo>
                    <a:pt x="6063" y="77"/>
                  </a:lnTo>
                  <a:lnTo>
                    <a:pt x="598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19"/>
            <p:cNvSpPr/>
            <p:nvPr/>
          </p:nvSpPr>
          <p:spPr>
            <a:xfrm>
              <a:off x="1926550" y="1629050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3"/>
                  </a:lnTo>
                  <a:lnTo>
                    <a:pt x="2008" y="966"/>
                  </a:lnTo>
                  <a:lnTo>
                    <a:pt x="2124" y="1120"/>
                  </a:lnTo>
                  <a:lnTo>
                    <a:pt x="2201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1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5" y="502"/>
                  </a:lnTo>
                  <a:lnTo>
                    <a:pt x="811" y="464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3" y="425"/>
                  </a:lnTo>
                  <a:lnTo>
                    <a:pt x="78" y="618"/>
                  </a:lnTo>
                  <a:lnTo>
                    <a:pt x="0" y="811"/>
                  </a:lnTo>
                  <a:lnTo>
                    <a:pt x="0" y="1004"/>
                  </a:lnTo>
                  <a:lnTo>
                    <a:pt x="0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7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1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4"/>
                  </a:lnTo>
                  <a:lnTo>
                    <a:pt x="2626" y="2896"/>
                  </a:lnTo>
                  <a:lnTo>
                    <a:pt x="2703" y="2317"/>
                  </a:lnTo>
                  <a:lnTo>
                    <a:pt x="2703" y="2008"/>
                  </a:lnTo>
                  <a:lnTo>
                    <a:pt x="2703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699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19"/>
            <p:cNvSpPr/>
            <p:nvPr/>
          </p:nvSpPr>
          <p:spPr>
            <a:xfrm>
              <a:off x="3904600" y="163580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0" y="194"/>
                  </a:lnTo>
                  <a:lnTo>
                    <a:pt x="2240" y="309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7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19"/>
            <p:cNvSpPr/>
            <p:nvPr/>
          </p:nvSpPr>
          <p:spPr>
            <a:xfrm>
              <a:off x="527725" y="16473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0" y="6141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2" y="6681"/>
                  </a:lnTo>
                  <a:lnTo>
                    <a:pt x="7337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19" y="6836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6" y="6102"/>
                  </a:lnTo>
                  <a:lnTo>
                    <a:pt x="6642" y="5909"/>
                  </a:lnTo>
                  <a:lnTo>
                    <a:pt x="6797" y="5754"/>
                  </a:lnTo>
                  <a:close/>
                  <a:moveTo>
                    <a:pt x="232" y="1"/>
                  </a:moveTo>
                  <a:lnTo>
                    <a:pt x="155" y="40"/>
                  </a:lnTo>
                  <a:lnTo>
                    <a:pt x="78" y="40"/>
                  </a:lnTo>
                  <a:lnTo>
                    <a:pt x="39" y="117"/>
                  </a:lnTo>
                  <a:lnTo>
                    <a:pt x="0" y="233"/>
                  </a:lnTo>
                  <a:lnTo>
                    <a:pt x="0" y="310"/>
                  </a:lnTo>
                  <a:lnTo>
                    <a:pt x="39" y="387"/>
                  </a:lnTo>
                  <a:lnTo>
                    <a:pt x="425" y="773"/>
                  </a:lnTo>
                  <a:lnTo>
                    <a:pt x="811" y="1121"/>
                  </a:lnTo>
                  <a:lnTo>
                    <a:pt x="1622" y="1777"/>
                  </a:lnTo>
                  <a:lnTo>
                    <a:pt x="3399" y="3206"/>
                  </a:lnTo>
                  <a:lnTo>
                    <a:pt x="4866" y="4442"/>
                  </a:lnTo>
                  <a:lnTo>
                    <a:pt x="5638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7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6"/>
                  </a:lnTo>
                  <a:lnTo>
                    <a:pt x="6295" y="6990"/>
                  </a:lnTo>
                  <a:lnTo>
                    <a:pt x="6411" y="7145"/>
                  </a:lnTo>
                  <a:lnTo>
                    <a:pt x="6565" y="7222"/>
                  </a:lnTo>
                  <a:lnTo>
                    <a:pt x="6719" y="7299"/>
                  </a:lnTo>
                  <a:lnTo>
                    <a:pt x="6874" y="7338"/>
                  </a:lnTo>
                  <a:lnTo>
                    <a:pt x="7067" y="7338"/>
                  </a:lnTo>
                  <a:lnTo>
                    <a:pt x="7260" y="7299"/>
                  </a:lnTo>
                  <a:lnTo>
                    <a:pt x="7453" y="7260"/>
                  </a:lnTo>
                  <a:lnTo>
                    <a:pt x="7608" y="7145"/>
                  </a:lnTo>
                  <a:lnTo>
                    <a:pt x="7723" y="7029"/>
                  </a:lnTo>
                  <a:lnTo>
                    <a:pt x="7839" y="6913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2" y="6411"/>
                  </a:lnTo>
                  <a:lnTo>
                    <a:pt x="8032" y="6218"/>
                  </a:lnTo>
                  <a:lnTo>
                    <a:pt x="7955" y="6025"/>
                  </a:lnTo>
                  <a:lnTo>
                    <a:pt x="7839" y="5870"/>
                  </a:lnTo>
                  <a:lnTo>
                    <a:pt x="7723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1" y="5446"/>
                  </a:lnTo>
                  <a:lnTo>
                    <a:pt x="7028" y="5446"/>
                  </a:lnTo>
                  <a:lnTo>
                    <a:pt x="6835" y="5484"/>
                  </a:lnTo>
                  <a:lnTo>
                    <a:pt x="6024" y="4712"/>
                  </a:lnTo>
                  <a:lnTo>
                    <a:pt x="5213" y="4017"/>
                  </a:lnTo>
                  <a:lnTo>
                    <a:pt x="3514" y="2627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9"/>
                  </a:lnTo>
                  <a:lnTo>
                    <a:pt x="734" y="310"/>
                  </a:lnTo>
                  <a:lnTo>
                    <a:pt x="309" y="40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19"/>
            <p:cNvSpPr/>
            <p:nvPr/>
          </p:nvSpPr>
          <p:spPr>
            <a:xfrm>
              <a:off x="5813125" y="1664750"/>
              <a:ext cx="61825" cy="89825"/>
            </a:xfrm>
            <a:custGeom>
              <a:avLst/>
              <a:gdLst/>
              <a:ahLst/>
              <a:cxnLst/>
              <a:rect l="l" t="t" r="r" b="b"/>
              <a:pathLst>
                <a:path w="2473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5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2"/>
                  </a:lnTo>
                  <a:lnTo>
                    <a:pt x="1932" y="2163"/>
                  </a:lnTo>
                  <a:lnTo>
                    <a:pt x="1932" y="2434"/>
                  </a:lnTo>
                  <a:lnTo>
                    <a:pt x="1816" y="2743"/>
                  </a:lnTo>
                  <a:lnTo>
                    <a:pt x="1739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8" y="3013"/>
                  </a:lnTo>
                  <a:lnTo>
                    <a:pt x="850" y="2897"/>
                  </a:lnTo>
                  <a:lnTo>
                    <a:pt x="812" y="2743"/>
                  </a:lnTo>
                  <a:lnTo>
                    <a:pt x="850" y="2588"/>
                  </a:lnTo>
                  <a:lnTo>
                    <a:pt x="928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1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6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6" y="2356"/>
                  </a:lnTo>
                  <a:lnTo>
                    <a:pt x="348" y="2627"/>
                  </a:lnTo>
                  <a:lnTo>
                    <a:pt x="310" y="2897"/>
                  </a:lnTo>
                  <a:lnTo>
                    <a:pt x="348" y="3052"/>
                  </a:lnTo>
                  <a:lnTo>
                    <a:pt x="426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1"/>
                  </a:lnTo>
                  <a:lnTo>
                    <a:pt x="2434" y="2009"/>
                  </a:lnTo>
                  <a:lnTo>
                    <a:pt x="2395" y="1816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19"/>
            <p:cNvSpPr/>
            <p:nvPr/>
          </p:nvSpPr>
          <p:spPr>
            <a:xfrm>
              <a:off x="4153650" y="167055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2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40" y="232"/>
                  </a:lnTo>
                  <a:lnTo>
                    <a:pt x="1" y="271"/>
                  </a:lnTo>
                  <a:lnTo>
                    <a:pt x="40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4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19"/>
            <p:cNvSpPr/>
            <p:nvPr/>
          </p:nvSpPr>
          <p:spPr>
            <a:xfrm>
              <a:off x="4055200" y="1676350"/>
              <a:ext cx="21250" cy="8700"/>
            </a:xfrm>
            <a:custGeom>
              <a:avLst/>
              <a:gdLst/>
              <a:ahLst/>
              <a:cxnLst/>
              <a:rect l="l" t="t" r="r" b="b"/>
              <a:pathLst>
                <a:path w="850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19"/>
            <p:cNvSpPr/>
            <p:nvPr/>
          </p:nvSpPr>
          <p:spPr>
            <a:xfrm>
              <a:off x="5417325" y="16889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232"/>
                  </a:lnTo>
                  <a:lnTo>
                    <a:pt x="503" y="966"/>
                  </a:lnTo>
                  <a:lnTo>
                    <a:pt x="1043" y="1622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3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6" y="3862"/>
                  </a:lnTo>
                  <a:lnTo>
                    <a:pt x="12242" y="3591"/>
                  </a:lnTo>
                  <a:lnTo>
                    <a:pt x="12319" y="3553"/>
                  </a:lnTo>
                  <a:lnTo>
                    <a:pt x="12435" y="3205"/>
                  </a:lnTo>
                  <a:lnTo>
                    <a:pt x="12358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3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3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19"/>
            <p:cNvSpPr/>
            <p:nvPr/>
          </p:nvSpPr>
          <p:spPr>
            <a:xfrm>
              <a:off x="5725275" y="169565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5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4" y="1931"/>
                  </a:lnTo>
                  <a:lnTo>
                    <a:pt x="1082" y="2009"/>
                  </a:lnTo>
                  <a:lnTo>
                    <a:pt x="1121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30" y="2704"/>
                  </a:lnTo>
                  <a:lnTo>
                    <a:pt x="1623" y="2820"/>
                  </a:lnTo>
                  <a:lnTo>
                    <a:pt x="1816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5" y="3630"/>
                  </a:lnTo>
                  <a:lnTo>
                    <a:pt x="2125" y="3901"/>
                  </a:lnTo>
                  <a:lnTo>
                    <a:pt x="2086" y="4094"/>
                  </a:lnTo>
                  <a:lnTo>
                    <a:pt x="2009" y="4325"/>
                  </a:lnTo>
                  <a:lnTo>
                    <a:pt x="1893" y="4519"/>
                  </a:lnTo>
                  <a:lnTo>
                    <a:pt x="1739" y="4712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5" y="4287"/>
                  </a:lnTo>
                  <a:lnTo>
                    <a:pt x="812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1" y="4094"/>
                  </a:lnTo>
                  <a:lnTo>
                    <a:pt x="1237" y="4017"/>
                  </a:lnTo>
                  <a:lnTo>
                    <a:pt x="1314" y="3901"/>
                  </a:lnTo>
                  <a:lnTo>
                    <a:pt x="1314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10" y="4094"/>
                  </a:lnTo>
                  <a:lnTo>
                    <a:pt x="233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2"/>
                  </a:lnTo>
                  <a:lnTo>
                    <a:pt x="1739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3" y="1970"/>
                  </a:lnTo>
                  <a:lnTo>
                    <a:pt x="1932" y="1816"/>
                  </a:lnTo>
                  <a:lnTo>
                    <a:pt x="2241" y="1622"/>
                  </a:lnTo>
                  <a:lnTo>
                    <a:pt x="2549" y="1391"/>
                  </a:lnTo>
                  <a:lnTo>
                    <a:pt x="2820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19"/>
            <p:cNvSpPr/>
            <p:nvPr/>
          </p:nvSpPr>
          <p:spPr>
            <a:xfrm>
              <a:off x="1994125" y="1698550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6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4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4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19"/>
            <p:cNvSpPr/>
            <p:nvPr/>
          </p:nvSpPr>
          <p:spPr>
            <a:xfrm>
              <a:off x="3947075" y="171690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3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8" y="579"/>
                  </a:lnTo>
                  <a:lnTo>
                    <a:pt x="425" y="772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19"/>
            <p:cNvSpPr/>
            <p:nvPr/>
          </p:nvSpPr>
          <p:spPr>
            <a:xfrm>
              <a:off x="2585900" y="1732325"/>
              <a:ext cx="305075" cy="236550"/>
            </a:xfrm>
            <a:custGeom>
              <a:avLst/>
              <a:gdLst/>
              <a:ahLst/>
              <a:cxnLst/>
              <a:rect l="l" t="t" r="r" b="b"/>
              <a:pathLst>
                <a:path w="12203" h="9462" extrusionOk="0">
                  <a:moveTo>
                    <a:pt x="5329" y="349"/>
                  </a:moveTo>
                  <a:lnTo>
                    <a:pt x="5522" y="426"/>
                  </a:lnTo>
                  <a:lnTo>
                    <a:pt x="5600" y="426"/>
                  </a:lnTo>
                  <a:lnTo>
                    <a:pt x="5831" y="657"/>
                  </a:lnTo>
                  <a:lnTo>
                    <a:pt x="5986" y="889"/>
                  </a:lnTo>
                  <a:lnTo>
                    <a:pt x="6063" y="1198"/>
                  </a:lnTo>
                  <a:lnTo>
                    <a:pt x="6102" y="1468"/>
                  </a:lnTo>
                  <a:lnTo>
                    <a:pt x="6140" y="1777"/>
                  </a:lnTo>
                  <a:lnTo>
                    <a:pt x="6102" y="2086"/>
                  </a:lnTo>
                  <a:lnTo>
                    <a:pt x="6024" y="2704"/>
                  </a:lnTo>
                  <a:lnTo>
                    <a:pt x="5715" y="4866"/>
                  </a:lnTo>
                  <a:lnTo>
                    <a:pt x="5715" y="4905"/>
                  </a:lnTo>
                  <a:lnTo>
                    <a:pt x="5561" y="4982"/>
                  </a:lnTo>
                  <a:lnTo>
                    <a:pt x="5291" y="4017"/>
                  </a:lnTo>
                  <a:lnTo>
                    <a:pt x="5020" y="3090"/>
                  </a:lnTo>
                  <a:lnTo>
                    <a:pt x="4750" y="1970"/>
                  </a:lnTo>
                  <a:lnTo>
                    <a:pt x="4673" y="1468"/>
                  </a:lnTo>
                  <a:lnTo>
                    <a:pt x="4673" y="1159"/>
                  </a:lnTo>
                  <a:lnTo>
                    <a:pt x="4673" y="851"/>
                  </a:lnTo>
                  <a:lnTo>
                    <a:pt x="4750" y="619"/>
                  </a:lnTo>
                  <a:lnTo>
                    <a:pt x="4827" y="503"/>
                  </a:lnTo>
                  <a:lnTo>
                    <a:pt x="4904" y="426"/>
                  </a:lnTo>
                  <a:lnTo>
                    <a:pt x="5020" y="349"/>
                  </a:lnTo>
                  <a:close/>
                  <a:moveTo>
                    <a:pt x="11199" y="3515"/>
                  </a:moveTo>
                  <a:lnTo>
                    <a:pt x="11315" y="3554"/>
                  </a:lnTo>
                  <a:lnTo>
                    <a:pt x="11392" y="3592"/>
                  </a:lnTo>
                  <a:lnTo>
                    <a:pt x="11508" y="3708"/>
                  </a:lnTo>
                  <a:lnTo>
                    <a:pt x="11585" y="3824"/>
                  </a:lnTo>
                  <a:lnTo>
                    <a:pt x="11701" y="4133"/>
                  </a:lnTo>
                  <a:lnTo>
                    <a:pt x="11585" y="4287"/>
                  </a:lnTo>
                  <a:lnTo>
                    <a:pt x="11430" y="4403"/>
                  </a:lnTo>
                  <a:lnTo>
                    <a:pt x="11237" y="4519"/>
                  </a:lnTo>
                  <a:lnTo>
                    <a:pt x="11044" y="4596"/>
                  </a:lnTo>
                  <a:lnTo>
                    <a:pt x="10581" y="4751"/>
                  </a:lnTo>
                  <a:lnTo>
                    <a:pt x="10195" y="4866"/>
                  </a:lnTo>
                  <a:lnTo>
                    <a:pt x="9422" y="5021"/>
                  </a:lnTo>
                  <a:lnTo>
                    <a:pt x="8650" y="5137"/>
                  </a:lnTo>
                  <a:lnTo>
                    <a:pt x="7994" y="5175"/>
                  </a:lnTo>
                  <a:lnTo>
                    <a:pt x="7376" y="5175"/>
                  </a:lnTo>
                  <a:lnTo>
                    <a:pt x="6102" y="5137"/>
                  </a:lnTo>
                  <a:lnTo>
                    <a:pt x="7260" y="4673"/>
                  </a:lnTo>
                  <a:lnTo>
                    <a:pt x="8418" y="4249"/>
                  </a:lnTo>
                  <a:lnTo>
                    <a:pt x="9075" y="4017"/>
                  </a:lnTo>
                  <a:lnTo>
                    <a:pt x="9770" y="3824"/>
                  </a:lnTo>
                  <a:lnTo>
                    <a:pt x="10465" y="3631"/>
                  </a:lnTo>
                  <a:lnTo>
                    <a:pt x="10928" y="3554"/>
                  </a:lnTo>
                  <a:lnTo>
                    <a:pt x="11083" y="3515"/>
                  </a:lnTo>
                  <a:close/>
                  <a:moveTo>
                    <a:pt x="5136" y="5909"/>
                  </a:moveTo>
                  <a:lnTo>
                    <a:pt x="4209" y="6797"/>
                  </a:lnTo>
                  <a:lnTo>
                    <a:pt x="3244" y="7685"/>
                  </a:lnTo>
                  <a:lnTo>
                    <a:pt x="2742" y="8110"/>
                  </a:lnTo>
                  <a:lnTo>
                    <a:pt x="2163" y="8535"/>
                  </a:lnTo>
                  <a:lnTo>
                    <a:pt x="1854" y="8728"/>
                  </a:lnTo>
                  <a:lnTo>
                    <a:pt x="1468" y="8921"/>
                  </a:lnTo>
                  <a:lnTo>
                    <a:pt x="1197" y="8998"/>
                  </a:lnTo>
                  <a:lnTo>
                    <a:pt x="1004" y="9037"/>
                  </a:lnTo>
                  <a:lnTo>
                    <a:pt x="888" y="8998"/>
                  </a:lnTo>
                  <a:lnTo>
                    <a:pt x="811" y="8960"/>
                  </a:lnTo>
                  <a:lnTo>
                    <a:pt x="734" y="8844"/>
                  </a:lnTo>
                  <a:lnTo>
                    <a:pt x="695" y="8689"/>
                  </a:lnTo>
                  <a:lnTo>
                    <a:pt x="657" y="8535"/>
                  </a:lnTo>
                  <a:lnTo>
                    <a:pt x="618" y="8419"/>
                  </a:lnTo>
                  <a:lnTo>
                    <a:pt x="657" y="8342"/>
                  </a:lnTo>
                  <a:lnTo>
                    <a:pt x="695" y="8265"/>
                  </a:lnTo>
                  <a:lnTo>
                    <a:pt x="850" y="8110"/>
                  </a:lnTo>
                  <a:lnTo>
                    <a:pt x="1120" y="7956"/>
                  </a:lnTo>
                  <a:lnTo>
                    <a:pt x="1699" y="7608"/>
                  </a:lnTo>
                  <a:lnTo>
                    <a:pt x="2472" y="7222"/>
                  </a:lnTo>
                  <a:lnTo>
                    <a:pt x="3244" y="6874"/>
                  </a:lnTo>
                  <a:lnTo>
                    <a:pt x="4209" y="6411"/>
                  </a:lnTo>
                  <a:lnTo>
                    <a:pt x="4673" y="6179"/>
                  </a:lnTo>
                  <a:lnTo>
                    <a:pt x="5136" y="5909"/>
                  </a:lnTo>
                  <a:close/>
                  <a:moveTo>
                    <a:pt x="5136" y="1"/>
                  </a:moveTo>
                  <a:lnTo>
                    <a:pt x="4943" y="78"/>
                  </a:lnTo>
                  <a:lnTo>
                    <a:pt x="4750" y="194"/>
                  </a:lnTo>
                  <a:lnTo>
                    <a:pt x="4596" y="387"/>
                  </a:lnTo>
                  <a:lnTo>
                    <a:pt x="4441" y="580"/>
                  </a:lnTo>
                  <a:lnTo>
                    <a:pt x="4364" y="812"/>
                  </a:lnTo>
                  <a:lnTo>
                    <a:pt x="4325" y="1044"/>
                  </a:lnTo>
                  <a:lnTo>
                    <a:pt x="4325" y="1507"/>
                  </a:lnTo>
                  <a:lnTo>
                    <a:pt x="4402" y="1970"/>
                  </a:lnTo>
                  <a:lnTo>
                    <a:pt x="4634" y="2897"/>
                  </a:lnTo>
                  <a:lnTo>
                    <a:pt x="4982" y="4017"/>
                  </a:lnTo>
                  <a:lnTo>
                    <a:pt x="5175" y="4558"/>
                  </a:lnTo>
                  <a:lnTo>
                    <a:pt x="5368" y="5098"/>
                  </a:lnTo>
                  <a:lnTo>
                    <a:pt x="5368" y="5214"/>
                  </a:lnTo>
                  <a:lnTo>
                    <a:pt x="5406" y="5330"/>
                  </a:lnTo>
                  <a:lnTo>
                    <a:pt x="4943" y="5600"/>
                  </a:lnTo>
                  <a:lnTo>
                    <a:pt x="4480" y="5870"/>
                  </a:lnTo>
                  <a:lnTo>
                    <a:pt x="3476" y="6334"/>
                  </a:lnTo>
                  <a:lnTo>
                    <a:pt x="2472" y="6797"/>
                  </a:lnTo>
                  <a:lnTo>
                    <a:pt x="1970" y="7029"/>
                  </a:lnTo>
                  <a:lnTo>
                    <a:pt x="1468" y="7299"/>
                  </a:lnTo>
                  <a:lnTo>
                    <a:pt x="966" y="7608"/>
                  </a:lnTo>
                  <a:lnTo>
                    <a:pt x="657" y="7801"/>
                  </a:lnTo>
                  <a:lnTo>
                    <a:pt x="348" y="8071"/>
                  </a:lnTo>
                  <a:lnTo>
                    <a:pt x="116" y="8342"/>
                  </a:lnTo>
                  <a:lnTo>
                    <a:pt x="39" y="8458"/>
                  </a:lnTo>
                  <a:lnTo>
                    <a:pt x="0" y="8612"/>
                  </a:lnTo>
                  <a:lnTo>
                    <a:pt x="0" y="8767"/>
                  </a:lnTo>
                  <a:lnTo>
                    <a:pt x="0" y="8921"/>
                  </a:lnTo>
                  <a:lnTo>
                    <a:pt x="78" y="9037"/>
                  </a:lnTo>
                  <a:lnTo>
                    <a:pt x="232" y="9191"/>
                  </a:lnTo>
                  <a:lnTo>
                    <a:pt x="348" y="9307"/>
                  </a:lnTo>
                  <a:lnTo>
                    <a:pt x="502" y="9384"/>
                  </a:lnTo>
                  <a:lnTo>
                    <a:pt x="618" y="9423"/>
                  </a:lnTo>
                  <a:lnTo>
                    <a:pt x="773" y="9462"/>
                  </a:lnTo>
                  <a:lnTo>
                    <a:pt x="1120" y="9462"/>
                  </a:lnTo>
                  <a:lnTo>
                    <a:pt x="1429" y="9384"/>
                  </a:lnTo>
                  <a:lnTo>
                    <a:pt x="1738" y="9230"/>
                  </a:lnTo>
                  <a:lnTo>
                    <a:pt x="2047" y="9075"/>
                  </a:lnTo>
                  <a:lnTo>
                    <a:pt x="2588" y="8767"/>
                  </a:lnTo>
                  <a:lnTo>
                    <a:pt x="3476" y="8071"/>
                  </a:lnTo>
                  <a:lnTo>
                    <a:pt x="4287" y="7338"/>
                  </a:lnTo>
                  <a:lnTo>
                    <a:pt x="5098" y="6565"/>
                  </a:lnTo>
                  <a:lnTo>
                    <a:pt x="5445" y="6141"/>
                  </a:lnTo>
                  <a:lnTo>
                    <a:pt x="5793" y="5677"/>
                  </a:lnTo>
                  <a:lnTo>
                    <a:pt x="5793" y="5716"/>
                  </a:lnTo>
                  <a:lnTo>
                    <a:pt x="6063" y="6064"/>
                  </a:lnTo>
                  <a:lnTo>
                    <a:pt x="6217" y="6218"/>
                  </a:lnTo>
                  <a:lnTo>
                    <a:pt x="6372" y="6334"/>
                  </a:lnTo>
                  <a:lnTo>
                    <a:pt x="6603" y="6179"/>
                  </a:lnTo>
                  <a:lnTo>
                    <a:pt x="6603" y="6141"/>
                  </a:lnTo>
                  <a:lnTo>
                    <a:pt x="6333" y="5870"/>
                  </a:lnTo>
                  <a:lnTo>
                    <a:pt x="6217" y="5716"/>
                  </a:lnTo>
                  <a:lnTo>
                    <a:pt x="6179" y="5523"/>
                  </a:lnTo>
                  <a:lnTo>
                    <a:pt x="6140" y="5484"/>
                  </a:lnTo>
                  <a:lnTo>
                    <a:pt x="7028" y="5562"/>
                  </a:lnTo>
                  <a:lnTo>
                    <a:pt x="7955" y="5562"/>
                  </a:lnTo>
                  <a:lnTo>
                    <a:pt x="8882" y="5484"/>
                  </a:lnTo>
                  <a:lnTo>
                    <a:pt x="9770" y="5330"/>
                  </a:lnTo>
                  <a:lnTo>
                    <a:pt x="10465" y="5175"/>
                  </a:lnTo>
                  <a:lnTo>
                    <a:pt x="10890" y="5060"/>
                  </a:lnTo>
                  <a:lnTo>
                    <a:pt x="11315" y="4905"/>
                  </a:lnTo>
                  <a:lnTo>
                    <a:pt x="11701" y="4673"/>
                  </a:lnTo>
                  <a:lnTo>
                    <a:pt x="11894" y="4558"/>
                  </a:lnTo>
                  <a:lnTo>
                    <a:pt x="12010" y="4403"/>
                  </a:lnTo>
                  <a:lnTo>
                    <a:pt x="12125" y="4249"/>
                  </a:lnTo>
                  <a:lnTo>
                    <a:pt x="12164" y="4094"/>
                  </a:lnTo>
                  <a:lnTo>
                    <a:pt x="12203" y="3901"/>
                  </a:lnTo>
                  <a:lnTo>
                    <a:pt x="12164" y="3708"/>
                  </a:lnTo>
                  <a:lnTo>
                    <a:pt x="12125" y="3554"/>
                  </a:lnTo>
                  <a:lnTo>
                    <a:pt x="12010" y="3438"/>
                  </a:lnTo>
                  <a:lnTo>
                    <a:pt x="11932" y="3322"/>
                  </a:lnTo>
                  <a:lnTo>
                    <a:pt x="11817" y="3245"/>
                  </a:lnTo>
                  <a:lnTo>
                    <a:pt x="11662" y="3167"/>
                  </a:lnTo>
                  <a:lnTo>
                    <a:pt x="11508" y="3167"/>
                  </a:lnTo>
                  <a:lnTo>
                    <a:pt x="11199" y="3129"/>
                  </a:lnTo>
                  <a:lnTo>
                    <a:pt x="10851" y="3167"/>
                  </a:lnTo>
                  <a:lnTo>
                    <a:pt x="10504" y="3245"/>
                  </a:lnTo>
                  <a:lnTo>
                    <a:pt x="9924" y="3360"/>
                  </a:lnTo>
                  <a:lnTo>
                    <a:pt x="8959" y="3669"/>
                  </a:lnTo>
                  <a:lnTo>
                    <a:pt x="7994" y="3978"/>
                  </a:lnTo>
                  <a:lnTo>
                    <a:pt x="7028" y="4326"/>
                  </a:lnTo>
                  <a:lnTo>
                    <a:pt x="6102" y="4751"/>
                  </a:lnTo>
                  <a:lnTo>
                    <a:pt x="6333" y="3283"/>
                  </a:lnTo>
                  <a:lnTo>
                    <a:pt x="6449" y="2550"/>
                  </a:lnTo>
                  <a:lnTo>
                    <a:pt x="6488" y="1816"/>
                  </a:lnTo>
                  <a:lnTo>
                    <a:pt x="6488" y="1546"/>
                  </a:lnTo>
                  <a:lnTo>
                    <a:pt x="6449" y="1275"/>
                  </a:lnTo>
                  <a:lnTo>
                    <a:pt x="6372" y="1044"/>
                  </a:lnTo>
                  <a:lnTo>
                    <a:pt x="6295" y="851"/>
                  </a:lnTo>
                  <a:lnTo>
                    <a:pt x="6179" y="619"/>
                  </a:lnTo>
                  <a:lnTo>
                    <a:pt x="6024" y="464"/>
                  </a:lnTo>
                  <a:lnTo>
                    <a:pt x="5831" y="310"/>
                  </a:lnTo>
                  <a:lnTo>
                    <a:pt x="5600" y="155"/>
                  </a:lnTo>
                  <a:lnTo>
                    <a:pt x="5484" y="78"/>
                  </a:lnTo>
                  <a:lnTo>
                    <a:pt x="5368" y="40"/>
                  </a:lnTo>
                  <a:lnTo>
                    <a:pt x="51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19"/>
            <p:cNvSpPr/>
            <p:nvPr/>
          </p:nvSpPr>
          <p:spPr>
            <a:xfrm>
              <a:off x="1851250" y="17671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2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0" y="5368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9"/>
                  </a:lnTo>
                  <a:lnTo>
                    <a:pt x="3978" y="888"/>
                  </a:lnTo>
                  <a:lnTo>
                    <a:pt x="4634" y="657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2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4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29" y="7376"/>
                  </a:lnTo>
                  <a:lnTo>
                    <a:pt x="13438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4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1" y="8611"/>
                  </a:lnTo>
                  <a:lnTo>
                    <a:pt x="18651" y="8534"/>
                  </a:lnTo>
                  <a:lnTo>
                    <a:pt x="18651" y="8457"/>
                  </a:lnTo>
                  <a:lnTo>
                    <a:pt x="18651" y="8380"/>
                  </a:lnTo>
                  <a:lnTo>
                    <a:pt x="18651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0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19"/>
            <p:cNvSpPr/>
            <p:nvPr/>
          </p:nvSpPr>
          <p:spPr>
            <a:xfrm>
              <a:off x="6591225" y="17699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8" y="542"/>
                  </a:lnTo>
                  <a:lnTo>
                    <a:pt x="12434" y="657"/>
                  </a:lnTo>
                  <a:lnTo>
                    <a:pt x="12628" y="735"/>
                  </a:lnTo>
                  <a:lnTo>
                    <a:pt x="12743" y="812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6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1"/>
                  </a:lnTo>
                  <a:lnTo>
                    <a:pt x="12241" y="2472"/>
                  </a:lnTo>
                  <a:lnTo>
                    <a:pt x="11817" y="2743"/>
                  </a:lnTo>
                  <a:lnTo>
                    <a:pt x="11392" y="2936"/>
                  </a:lnTo>
                  <a:lnTo>
                    <a:pt x="10658" y="3206"/>
                  </a:lnTo>
                  <a:lnTo>
                    <a:pt x="9924" y="3438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2"/>
                  </a:lnTo>
                  <a:lnTo>
                    <a:pt x="5020" y="4596"/>
                  </a:lnTo>
                  <a:lnTo>
                    <a:pt x="4132" y="4712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1"/>
                  </a:lnTo>
                  <a:lnTo>
                    <a:pt x="1506" y="4673"/>
                  </a:lnTo>
                  <a:lnTo>
                    <a:pt x="1198" y="4558"/>
                  </a:lnTo>
                  <a:lnTo>
                    <a:pt x="889" y="4442"/>
                  </a:lnTo>
                  <a:lnTo>
                    <a:pt x="580" y="4249"/>
                  </a:lnTo>
                  <a:lnTo>
                    <a:pt x="657" y="4171"/>
                  </a:lnTo>
                  <a:lnTo>
                    <a:pt x="696" y="4056"/>
                  </a:lnTo>
                  <a:lnTo>
                    <a:pt x="696" y="3940"/>
                  </a:lnTo>
                  <a:lnTo>
                    <a:pt x="734" y="3824"/>
                  </a:lnTo>
                  <a:lnTo>
                    <a:pt x="850" y="3631"/>
                  </a:lnTo>
                  <a:lnTo>
                    <a:pt x="1082" y="3438"/>
                  </a:lnTo>
                  <a:lnTo>
                    <a:pt x="1313" y="3245"/>
                  </a:lnTo>
                  <a:lnTo>
                    <a:pt x="1854" y="2936"/>
                  </a:lnTo>
                  <a:lnTo>
                    <a:pt x="2279" y="2704"/>
                  </a:lnTo>
                  <a:lnTo>
                    <a:pt x="3012" y="2356"/>
                  </a:lnTo>
                  <a:lnTo>
                    <a:pt x="3707" y="2009"/>
                  </a:lnTo>
                  <a:lnTo>
                    <a:pt x="4480" y="1700"/>
                  </a:lnTo>
                  <a:lnTo>
                    <a:pt x="5252" y="1430"/>
                  </a:lnTo>
                  <a:lnTo>
                    <a:pt x="6024" y="1198"/>
                  </a:lnTo>
                  <a:lnTo>
                    <a:pt x="6835" y="1005"/>
                  </a:lnTo>
                  <a:lnTo>
                    <a:pt x="7608" y="812"/>
                  </a:lnTo>
                  <a:lnTo>
                    <a:pt x="8418" y="696"/>
                  </a:lnTo>
                  <a:lnTo>
                    <a:pt x="9229" y="580"/>
                  </a:lnTo>
                  <a:lnTo>
                    <a:pt x="10040" y="542"/>
                  </a:lnTo>
                  <a:lnTo>
                    <a:pt x="10735" y="503"/>
                  </a:lnTo>
                  <a:lnTo>
                    <a:pt x="11160" y="464"/>
                  </a:lnTo>
                  <a:close/>
                  <a:moveTo>
                    <a:pt x="13477" y="1121"/>
                  </a:moveTo>
                  <a:lnTo>
                    <a:pt x="13631" y="1314"/>
                  </a:lnTo>
                  <a:lnTo>
                    <a:pt x="13709" y="1507"/>
                  </a:lnTo>
                  <a:lnTo>
                    <a:pt x="13747" y="1739"/>
                  </a:lnTo>
                  <a:lnTo>
                    <a:pt x="13709" y="2009"/>
                  </a:lnTo>
                  <a:lnTo>
                    <a:pt x="13631" y="2241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8"/>
                  </a:lnTo>
                  <a:lnTo>
                    <a:pt x="12048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1" y="4635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5" y="5948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9"/>
                  </a:lnTo>
                  <a:lnTo>
                    <a:pt x="696" y="5484"/>
                  </a:lnTo>
                  <a:lnTo>
                    <a:pt x="502" y="5253"/>
                  </a:lnTo>
                  <a:lnTo>
                    <a:pt x="348" y="5021"/>
                  </a:lnTo>
                  <a:lnTo>
                    <a:pt x="309" y="4866"/>
                  </a:lnTo>
                  <a:lnTo>
                    <a:pt x="309" y="4751"/>
                  </a:lnTo>
                  <a:lnTo>
                    <a:pt x="309" y="4596"/>
                  </a:lnTo>
                  <a:lnTo>
                    <a:pt x="348" y="4442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4"/>
                  </a:lnTo>
                  <a:lnTo>
                    <a:pt x="1931" y="5253"/>
                  </a:lnTo>
                  <a:lnTo>
                    <a:pt x="2588" y="5330"/>
                  </a:lnTo>
                  <a:lnTo>
                    <a:pt x="3244" y="5291"/>
                  </a:lnTo>
                  <a:lnTo>
                    <a:pt x="3939" y="5253"/>
                  </a:lnTo>
                  <a:lnTo>
                    <a:pt x="5136" y="5059"/>
                  </a:lnTo>
                  <a:lnTo>
                    <a:pt x="6913" y="4789"/>
                  </a:lnTo>
                  <a:lnTo>
                    <a:pt x="7839" y="4596"/>
                  </a:lnTo>
                  <a:lnTo>
                    <a:pt x="8727" y="4403"/>
                  </a:lnTo>
                  <a:lnTo>
                    <a:pt x="9616" y="4133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9"/>
                  </a:lnTo>
                  <a:lnTo>
                    <a:pt x="12434" y="2974"/>
                  </a:lnTo>
                  <a:lnTo>
                    <a:pt x="12705" y="2820"/>
                  </a:lnTo>
                  <a:lnTo>
                    <a:pt x="12936" y="2588"/>
                  </a:lnTo>
                  <a:lnTo>
                    <a:pt x="13129" y="2395"/>
                  </a:lnTo>
                  <a:lnTo>
                    <a:pt x="13323" y="2125"/>
                  </a:lnTo>
                  <a:lnTo>
                    <a:pt x="13438" y="1854"/>
                  </a:lnTo>
                  <a:lnTo>
                    <a:pt x="13516" y="1584"/>
                  </a:lnTo>
                  <a:lnTo>
                    <a:pt x="13516" y="1237"/>
                  </a:lnTo>
                  <a:lnTo>
                    <a:pt x="13477" y="1121"/>
                  </a:lnTo>
                  <a:close/>
                  <a:moveTo>
                    <a:pt x="10658" y="1"/>
                  </a:moveTo>
                  <a:lnTo>
                    <a:pt x="9886" y="40"/>
                  </a:lnTo>
                  <a:lnTo>
                    <a:pt x="9114" y="117"/>
                  </a:lnTo>
                  <a:lnTo>
                    <a:pt x="8303" y="233"/>
                  </a:lnTo>
                  <a:lnTo>
                    <a:pt x="7530" y="348"/>
                  </a:lnTo>
                  <a:lnTo>
                    <a:pt x="6719" y="542"/>
                  </a:lnTo>
                  <a:lnTo>
                    <a:pt x="5909" y="735"/>
                  </a:lnTo>
                  <a:lnTo>
                    <a:pt x="5020" y="1005"/>
                  </a:lnTo>
                  <a:lnTo>
                    <a:pt x="4132" y="1352"/>
                  </a:lnTo>
                  <a:lnTo>
                    <a:pt x="3244" y="1700"/>
                  </a:lnTo>
                  <a:lnTo>
                    <a:pt x="2395" y="2125"/>
                  </a:lnTo>
                  <a:lnTo>
                    <a:pt x="1777" y="2434"/>
                  </a:lnTo>
                  <a:lnTo>
                    <a:pt x="1391" y="2627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4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6"/>
                  </a:lnTo>
                  <a:lnTo>
                    <a:pt x="194" y="4133"/>
                  </a:lnTo>
                  <a:lnTo>
                    <a:pt x="194" y="4171"/>
                  </a:lnTo>
                  <a:lnTo>
                    <a:pt x="116" y="4326"/>
                  </a:lnTo>
                  <a:lnTo>
                    <a:pt x="39" y="4480"/>
                  </a:lnTo>
                  <a:lnTo>
                    <a:pt x="0" y="4635"/>
                  </a:lnTo>
                  <a:lnTo>
                    <a:pt x="0" y="4789"/>
                  </a:lnTo>
                  <a:lnTo>
                    <a:pt x="39" y="5137"/>
                  </a:lnTo>
                  <a:lnTo>
                    <a:pt x="194" y="5446"/>
                  </a:lnTo>
                  <a:lnTo>
                    <a:pt x="348" y="5639"/>
                  </a:lnTo>
                  <a:lnTo>
                    <a:pt x="502" y="5832"/>
                  </a:lnTo>
                  <a:lnTo>
                    <a:pt x="696" y="5948"/>
                  </a:lnTo>
                  <a:lnTo>
                    <a:pt x="927" y="6063"/>
                  </a:lnTo>
                  <a:lnTo>
                    <a:pt x="966" y="6257"/>
                  </a:lnTo>
                  <a:lnTo>
                    <a:pt x="1275" y="6179"/>
                  </a:lnTo>
                  <a:lnTo>
                    <a:pt x="1313" y="6218"/>
                  </a:lnTo>
                  <a:lnTo>
                    <a:pt x="1313" y="6257"/>
                  </a:lnTo>
                  <a:lnTo>
                    <a:pt x="1352" y="6295"/>
                  </a:lnTo>
                  <a:lnTo>
                    <a:pt x="1468" y="6257"/>
                  </a:lnTo>
                  <a:lnTo>
                    <a:pt x="1815" y="6295"/>
                  </a:lnTo>
                  <a:lnTo>
                    <a:pt x="2395" y="6334"/>
                  </a:lnTo>
                  <a:lnTo>
                    <a:pt x="3012" y="6372"/>
                  </a:lnTo>
                  <a:lnTo>
                    <a:pt x="3592" y="6334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2"/>
                  </a:lnTo>
                  <a:lnTo>
                    <a:pt x="7994" y="5523"/>
                  </a:lnTo>
                  <a:lnTo>
                    <a:pt x="9036" y="5253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3"/>
                  </a:lnTo>
                  <a:lnTo>
                    <a:pt x="12126" y="4249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4" y="3940"/>
                  </a:lnTo>
                  <a:lnTo>
                    <a:pt x="12898" y="3669"/>
                  </a:lnTo>
                  <a:lnTo>
                    <a:pt x="13361" y="3322"/>
                  </a:lnTo>
                  <a:lnTo>
                    <a:pt x="13631" y="3052"/>
                  </a:lnTo>
                  <a:lnTo>
                    <a:pt x="13825" y="2704"/>
                  </a:lnTo>
                  <a:lnTo>
                    <a:pt x="14133" y="2627"/>
                  </a:lnTo>
                  <a:lnTo>
                    <a:pt x="14018" y="2318"/>
                  </a:lnTo>
                  <a:lnTo>
                    <a:pt x="14095" y="2009"/>
                  </a:lnTo>
                  <a:lnTo>
                    <a:pt x="14133" y="1739"/>
                  </a:lnTo>
                  <a:lnTo>
                    <a:pt x="14095" y="1468"/>
                  </a:lnTo>
                  <a:lnTo>
                    <a:pt x="14018" y="1237"/>
                  </a:lnTo>
                  <a:lnTo>
                    <a:pt x="13902" y="1005"/>
                  </a:lnTo>
                  <a:lnTo>
                    <a:pt x="13747" y="812"/>
                  </a:lnTo>
                  <a:lnTo>
                    <a:pt x="13477" y="619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3" y="117"/>
                  </a:lnTo>
                  <a:lnTo>
                    <a:pt x="11817" y="40"/>
                  </a:lnTo>
                  <a:lnTo>
                    <a:pt x="1143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19"/>
            <p:cNvSpPr/>
            <p:nvPr/>
          </p:nvSpPr>
          <p:spPr>
            <a:xfrm>
              <a:off x="2687250" y="1806675"/>
              <a:ext cx="449900" cy="337900"/>
            </a:xfrm>
            <a:custGeom>
              <a:avLst/>
              <a:gdLst/>
              <a:ahLst/>
              <a:cxnLst/>
              <a:rect l="l" t="t" r="r" b="b"/>
              <a:pathLst>
                <a:path w="17996" h="13516" extrusionOk="0">
                  <a:moveTo>
                    <a:pt x="15794" y="386"/>
                  </a:moveTo>
                  <a:lnTo>
                    <a:pt x="15872" y="425"/>
                  </a:lnTo>
                  <a:lnTo>
                    <a:pt x="15949" y="464"/>
                  </a:lnTo>
                  <a:lnTo>
                    <a:pt x="16103" y="657"/>
                  </a:lnTo>
                  <a:lnTo>
                    <a:pt x="16181" y="850"/>
                  </a:lnTo>
                  <a:lnTo>
                    <a:pt x="16258" y="1043"/>
                  </a:lnTo>
                  <a:lnTo>
                    <a:pt x="16219" y="1236"/>
                  </a:lnTo>
                  <a:lnTo>
                    <a:pt x="16181" y="1468"/>
                  </a:lnTo>
                  <a:lnTo>
                    <a:pt x="15987" y="1892"/>
                  </a:lnTo>
                  <a:lnTo>
                    <a:pt x="15833" y="2163"/>
                  </a:lnTo>
                  <a:lnTo>
                    <a:pt x="15601" y="2433"/>
                  </a:lnTo>
                  <a:lnTo>
                    <a:pt x="15370" y="2665"/>
                  </a:lnTo>
                  <a:lnTo>
                    <a:pt x="15099" y="2896"/>
                  </a:lnTo>
                  <a:lnTo>
                    <a:pt x="14983" y="2279"/>
                  </a:lnTo>
                  <a:lnTo>
                    <a:pt x="14945" y="1970"/>
                  </a:lnTo>
                  <a:lnTo>
                    <a:pt x="14906" y="1699"/>
                  </a:lnTo>
                  <a:lnTo>
                    <a:pt x="14945" y="1390"/>
                  </a:lnTo>
                  <a:lnTo>
                    <a:pt x="15022" y="1120"/>
                  </a:lnTo>
                  <a:lnTo>
                    <a:pt x="15138" y="850"/>
                  </a:lnTo>
                  <a:lnTo>
                    <a:pt x="15331" y="618"/>
                  </a:lnTo>
                  <a:lnTo>
                    <a:pt x="15563" y="464"/>
                  </a:lnTo>
                  <a:lnTo>
                    <a:pt x="15679" y="386"/>
                  </a:lnTo>
                  <a:close/>
                  <a:moveTo>
                    <a:pt x="14481" y="3437"/>
                  </a:moveTo>
                  <a:lnTo>
                    <a:pt x="14443" y="3591"/>
                  </a:lnTo>
                  <a:lnTo>
                    <a:pt x="14134" y="3939"/>
                  </a:lnTo>
                  <a:lnTo>
                    <a:pt x="13786" y="4287"/>
                  </a:lnTo>
                  <a:lnTo>
                    <a:pt x="13593" y="4441"/>
                  </a:lnTo>
                  <a:lnTo>
                    <a:pt x="13362" y="4595"/>
                  </a:lnTo>
                  <a:lnTo>
                    <a:pt x="13091" y="4711"/>
                  </a:lnTo>
                  <a:lnTo>
                    <a:pt x="12782" y="4750"/>
                  </a:lnTo>
                  <a:lnTo>
                    <a:pt x="12667" y="4789"/>
                  </a:lnTo>
                  <a:lnTo>
                    <a:pt x="12589" y="4750"/>
                  </a:lnTo>
                  <a:lnTo>
                    <a:pt x="12551" y="4673"/>
                  </a:lnTo>
                  <a:lnTo>
                    <a:pt x="12512" y="4518"/>
                  </a:lnTo>
                  <a:lnTo>
                    <a:pt x="12474" y="4287"/>
                  </a:lnTo>
                  <a:lnTo>
                    <a:pt x="12512" y="4171"/>
                  </a:lnTo>
                  <a:lnTo>
                    <a:pt x="12628" y="4055"/>
                  </a:lnTo>
                  <a:lnTo>
                    <a:pt x="12821" y="3900"/>
                  </a:lnTo>
                  <a:lnTo>
                    <a:pt x="13091" y="3746"/>
                  </a:lnTo>
                  <a:lnTo>
                    <a:pt x="13362" y="3591"/>
                  </a:lnTo>
                  <a:lnTo>
                    <a:pt x="13632" y="3514"/>
                  </a:lnTo>
                  <a:lnTo>
                    <a:pt x="13941" y="3437"/>
                  </a:lnTo>
                  <a:close/>
                  <a:moveTo>
                    <a:pt x="15061" y="3514"/>
                  </a:moveTo>
                  <a:lnTo>
                    <a:pt x="15717" y="3553"/>
                  </a:lnTo>
                  <a:lnTo>
                    <a:pt x="16065" y="3591"/>
                  </a:lnTo>
                  <a:lnTo>
                    <a:pt x="16412" y="3630"/>
                  </a:lnTo>
                  <a:lnTo>
                    <a:pt x="16721" y="3707"/>
                  </a:lnTo>
                  <a:lnTo>
                    <a:pt x="17030" y="3823"/>
                  </a:lnTo>
                  <a:lnTo>
                    <a:pt x="17262" y="4016"/>
                  </a:lnTo>
                  <a:lnTo>
                    <a:pt x="17378" y="4171"/>
                  </a:lnTo>
                  <a:lnTo>
                    <a:pt x="17493" y="4287"/>
                  </a:lnTo>
                  <a:lnTo>
                    <a:pt x="17571" y="4480"/>
                  </a:lnTo>
                  <a:lnTo>
                    <a:pt x="17571" y="4634"/>
                  </a:lnTo>
                  <a:lnTo>
                    <a:pt x="17493" y="4789"/>
                  </a:lnTo>
                  <a:lnTo>
                    <a:pt x="17378" y="4904"/>
                  </a:lnTo>
                  <a:lnTo>
                    <a:pt x="17262" y="4982"/>
                  </a:lnTo>
                  <a:lnTo>
                    <a:pt x="17069" y="5020"/>
                  </a:lnTo>
                  <a:lnTo>
                    <a:pt x="16914" y="4982"/>
                  </a:lnTo>
                  <a:lnTo>
                    <a:pt x="16721" y="4943"/>
                  </a:lnTo>
                  <a:lnTo>
                    <a:pt x="16335" y="4750"/>
                  </a:lnTo>
                  <a:lnTo>
                    <a:pt x="15987" y="4518"/>
                  </a:lnTo>
                  <a:lnTo>
                    <a:pt x="15717" y="4287"/>
                  </a:lnTo>
                  <a:lnTo>
                    <a:pt x="15485" y="4055"/>
                  </a:lnTo>
                  <a:lnTo>
                    <a:pt x="15254" y="3785"/>
                  </a:lnTo>
                  <a:lnTo>
                    <a:pt x="15061" y="3514"/>
                  </a:lnTo>
                  <a:close/>
                  <a:moveTo>
                    <a:pt x="4866" y="3128"/>
                  </a:moveTo>
                  <a:lnTo>
                    <a:pt x="5484" y="3167"/>
                  </a:lnTo>
                  <a:lnTo>
                    <a:pt x="6102" y="3283"/>
                  </a:lnTo>
                  <a:lnTo>
                    <a:pt x="6681" y="3514"/>
                  </a:lnTo>
                  <a:lnTo>
                    <a:pt x="7145" y="3707"/>
                  </a:lnTo>
                  <a:lnTo>
                    <a:pt x="7569" y="3978"/>
                  </a:lnTo>
                  <a:lnTo>
                    <a:pt x="7994" y="4248"/>
                  </a:lnTo>
                  <a:lnTo>
                    <a:pt x="8380" y="4557"/>
                  </a:lnTo>
                  <a:lnTo>
                    <a:pt x="9153" y="5213"/>
                  </a:lnTo>
                  <a:lnTo>
                    <a:pt x="9925" y="5908"/>
                  </a:lnTo>
                  <a:lnTo>
                    <a:pt x="10234" y="6179"/>
                  </a:lnTo>
                  <a:lnTo>
                    <a:pt x="10581" y="6410"/>
                  </a:lnTo>
                  <a:lnTo>
                    <a:pt x="10968" y="6642"/>
                  </a:lnTo>
                  <a:lnTo>
                    <a:pt x="11354" y="6797"/>
                  </a:lnTo>
                  <a:lnTo>
                    <a:pt x="11740" y="6874"/>
                  </a:lnTo>
                  <a:lnTo>
                    <a:pt x="12165" y="6912"/>
                  </a:lnTo>
                  <a:lnTo>
                    <a:pt x="12589" y="6874"/>
                  </a:lnTo>
                  <a:lnTo>
                    <a:pt x="13014" y="6719"/>
                  </a:lnTo>
                  <a:lnTo>
                    <a:pt x="13323" y="6565"/>
                  </a:lnTo>
                  <a:lnTo>
                    <a:pt x="13593" y="6372"/>
                  </a:lnTo>
                  <a:lnTo>
                    <a:pt x="13825" y="6179"/>
                  </a:lnTo>
                  <a:lnTo>
                    <a:pt x="14018" y="5947"/>
                  </a:lnTo>
                  <a:lnTo>
                    <a:pt x="14211" y="5677"/>
                  </a:lnTo>
                  <a:lnTo>
                    <a:pt x="14366" y="5406"/>
                  </a:lnTo>
                  <a:lnTo>
                    <a:pt x="14520" y="5097"/>
                  </a:lnTo>
                  <a:lnTo>
                    <a:pt x="14636" y="4789"/>
                  </a:lnTo>
                  <a:lnTo>
                    <a:pt x="14559" y="5638"/>
                  </a:lnTo>
                  <a:lnTo>
                    <a:pt x="14404" y="6449"/>
                  </a:lnTo>
                  <a:lnTo>
                    <a:pt x="14211" y="7221"/>
                  </a:lnTo>
                  <a:lnTo>
                    <a:pt x="13941" y="7994"/>
                  </a:lnTo>
                  <a:lnTo>
                    <a:pt x="13593" y="8727"/>
                  </a:lnTo>
                  <a:lnTo>
                    <a:pt x="13169" y="9422"/>
                  </a:lnTo>
                  <a:lnTo>
                    <a:pt x="12667" y="10117"/>
                  </a:lnTo>
                  <a:lnTo>
                    <a:pt x="12087" y="10735"/>
                  </a:lnTo>
                  <a:lnTo>
                    <a:pt x="11624" y="11160"/>
                  </a:lnTo>
                  <a:lnTo>
                    <a:pt x="11199" y="11546"/>
                  </a:lnTo>
                  <a:lnTo>
                    <a:pt x="10697" y="11855"/>
                  </a:lnTo>
                  <a:lnTo>
                    <a:pt x="10195" y="12164"/>
                  </a:lnTo>
                  <a:lnTo>
                    <a:pt x="9693" y="12396"/>
                  </a:lnTo>
                  <a:lnTo>
                    <a:pt x="9153" y="12627"/>
                  </a:lnTo>
                  <a:lnTo>
                    <a:pt x="8612" y="12782"/>
                  </a:lnTo>
                  <a:lnTo>
                    <a:pt x="8071" y="12898"/>
                  </a:lnTo>
                  <a:lnTo>
                    <a:pt x="7531" y="12975"/>
                  </a:lnTo>
                  <a:lnTo>
                    <a:pt x="6990" y="13014"/>
                  </a:lnTo>
                  <a:lnTo>
                    <a:pt x="6411" y="12975"/>
                  </a:lnTo>
                  <a:lnTo>
                    <a:pt x="5870" y="12898"/>
                  </a:lnTo>
                  <a:lnTo>
                    <a:pt x="5291" y="12782"/>
                  </a:lnTo>
                  <a:lnTo>
                    <a:pt x="4751" y="12627"/>
                  </a:lnTo>
                  <a:lnTo>
                    <a:pt x="4171" y="12396"/>
                  </a:lnTo>
                  <a:lnTo>
                    <a:pt x="3631" y="12125"/>
                  </a:lnTo>
                  <a:lnTo>
                    <a:pt x="3090" y="11816"/>
                  </a:lnTo>
                  <a:lnTo>
                    <a:pt x="2588" y="11469"/>
                  </a:lnTo>
                  <a:lnTo>
                    <a:pt x="2125" y="11044"/>
                  </a:lnTo>
                  <a:lnTo>
                    <a:pt x="1700" y="10581"/>
                  </a:lnTo>
                  <a:lnTo>
                    <a:pt x="1314" y="10117"/>
                  </a:lnTo>
                  <a:lnTo>
                    <a:pt x="966" y="9577"/>
                  </a:lnTo>
                  <a:lnTo>
                    <a:pt x="696" y="8998"/>
                  </a:lnTo>
                  <a:lnTo>
                    <a:pt x="542" y="8418"/>
                  </a:lnTo>
                  <a:lnTo>
                    <a:pt x="426" y="7801"/>
                  </a:lnTo>
                  <a:lnTo>
                    <a:pt x="426" y="7221"/>
                  </a:lnTo>
                  <a:lnTo>
                    <a:pt x="503" y="6603"/>
                  </a:lnTo>
                  <a:lnTo>
                    <a:pt x="696" y="6024"/>
                  </a:lnTo>
                  <a:lnTo>
                    <a:pt x="928" y="5484"/>
                  </a:lnTo>
                  <a:lnTo>
                    <a:pt x="1237" y="4943"/>
                  </a:lnTo>
                  <a:lnTo>
                    <a:pt x="1623" y="4480"/>
                  </a:lnTo>
                  <a:lnTo>
                    <a:pt x="2048" y="4055"/>
                  </a:lnTo>
                  <a:lnTo>
                    <a:pt x="2588" y="3707"/>
                  </a:lnTo>
                  <a:lnTo>
                    <a:pt x="3129" y="3437"/>
                  </a:lnTo>
                  <a:lnTo>
                    <a:pt x="3708" y="3244"/>
                  </a:lnTo>
                  <a:lnTo>
                    <a:pt x="4287" y="3167"/>
                  </a:lnTo>
                  <a:lnTo>
                    <a:pt x="4866" y="3128"/>
                  </a:lnTo>
                  <a:close/>
                  <a:moveTo>
                    <a:pt x="15717" y="0"/>
                  </a:moveTo>
                  <a:lnTo>
                    <a:pt x="15524" y="39"/>
                  </a:lnTo>
                  <a:lnTo>
                    <a:pt x="15331" y="155"/>
                  </a:lnTo>
                  <a:lnTo>
                    <a:pt x="15138" y="271"/>
                  </a:lnTo>
                  <a:lnTo>
                    <a:pt x="14983" y="464"/>
                  </a:lnTo>
                  <a:lnTo>
                    <a:pt x="14829" y="618"/>
                  </a:lnTo>
                  <a:lnTo>
                    <a:pt x="14713" y="850"/>
                  </a:lnTo>
                  <a:lnTo>
                    <a:pt x="14636" y="1043"/>
                  </a:lnTo>
                  <a:lnTo>
                    <a:pt x="14597" y="1275"/>
                  </a:lnTo>
                  <a:lnTo>
                    <a:pt x="14559" y="1545"/>
                  </a:lnTo>
                  <a:lnTo>
                    <a:pt x="14520" y="2047"/>
                  </a:lnTo>
                  <a:lnTo>
                    <a:pt x="14597" y="2588"/>
                  </a:lnTo>
                  <a:lnTo>
                    <a:pt x="14752" y="3090"/>
                  </a:lnTo>
                  <a:lnTo>
                    <a:pt x="14713" y="3128"/>
                  </a:lnTo>
                  <a:lnTo>
                    <a:pt x="14675" y="3167"/>
                  </a:lnTo>
                  <a:lnTo>
                    <a:pt x="14636" y="3205"/>
                  </a:lnTo>
                  <a:lnTo>
                    <a:pt x="14173" y="3128"/>
                  </a:lnTo>
                  <a:lnTo>
                    <a:pt x="13709" y="3167"/>
                  </a:lnTo>
                  <a:lnTo>
                    <a:pt x="13246" y="3283"/>
                  </a:lnTo>
                  <a:lnTo>
                    <a:pt x="12821" y="3476"/>
                  </a:lnTo>
                  <a:lnTo>
                    <a:pt x="12512" y="3669"/>
                  </a:lnTo>
                  <a:lnTo>
                    <a:pt x="12358" y="3785"/>
                  </a:lnTo>
                  <a:lnTo>
                    <a:pt x="12203" y="3939"/>
                  </a:lnTo>
                  <a:lnTo>
                    <a:pt x="12049" y="4132"/>
                  </a:lnTo>
                  <a:lnTo>
                    <a:pt x="11972" y="4287"/>
                  </a:lnTo>
                  <a:lnTo>
                    <a:pt x="11933" y="4480"/>
                  </a:lnTo>
                  <a:lnTo>
                    <a:pt x="11933" y="4673"/>
                  </a:lnTo>
                  <a:lnTo>
                    <a:pt x="12010" y="4866"/>
                  </a:lnTo>
                  <a:lnTo>
                    <a:pt x="12126" y="5020"/>
                  </a:lnTo>
                  <a:lnTo>
                    <a:pt x="12280" y="5097"/>
                  </a:lnTo>
                  <a:lnTo>
                    <a:pt x="12435" y="5136"/>
                  </a:lnTo>
                  <a:lnTo>
                    <a:pt x="12628" y="5175"/>
                  </a:lnTo>
                  <a:lnTo>
                    <a:pt x="12821" y="5136"/>
                  </a:lnTo>
                  <a:lnTo>
                    <a:pt x="13207" y="5059"/>
                  </a:lnTo>
                  <a:lnTo>
                    <a:pt x="13516" y="4904"/>
                  </a:lnTo>
                  <a:lnTo>
                    <a:pt x="13825" y="4711"/>
                  </a:lnTo>
                  <a:lnTo>
                    <a:pt x="14095" y="4480"/>
                  </a:lnTo>
                  <a:lnTo>
                    <a:pt x="14366" y="4248"/>
                  </a:lnTo>
                  <a:lnTo>
                    <a:pt x="14211" y="4711"/>
                  </a:lnTo>
                  <a:lnTo>
                    <a:pt x="14018" y="5175"/>
                  </a:lnTo>
                  <a:lnTo>
                    <a:pt x="13864" y="5406"/>
                  </a:lnTo>
                  <a:lnTo>
                    <a:pt x="13709" y="5599"/>
                  </a:lnTo>
                  <a:lnTo>
                    <a:pt x="13555" y="5793"/>
                  </a:lnTo>
                  <a:lnTo>
                    <a:pt x="13362" y="5947"/>
                  </a:lnTo>
                  <a:lnTo>
                    <a:pt x="13053" y="6179"/>
                  </a:lnTo>
                  <a:lnTo>
                    <a:pt x="12705" y="6333"/>
                  </a:lnTo>
                  <a:lnTo>
                    <a:pt x="12358" y="6410"/>
                  </a:lnTo>
                  <a:lnTo>
                    <a:pt x="12010" y="6410"/>
                  </a:lnTo>
                  <a:lnTo>
                    <a:pt x="11663" y="6372"/>
                  </a:lnTo>
                  <a:lnTo>
                    <a:pt x="11315" y="6256"/>
                  </a:lnTo>
                  <a:lnTo>
                    <a:pt x="10968" y="6101"/>
                  </a:lnTo>
                  <a:lnTo>
                    <a:pt x="10659" y="5870"/>
                  </a:lnTo>
                  <a:lnTo>
                    <a:pt x="10234" y="5561"/>
                  </a:lnTo>
                  <a:lnTo>
                    <a:pt x="9809" y="5213"/>
                  </a:lnTo>
                  <a:lnTo>
                    <a:pt x="9037" y="4480"/>
                  </a:lnTo>
                  <a:lnTo>
                    <a:pt x="8651" y="4132"/>
                  </a:lnTo>
                  <a:lnTo>
                    <a:pt x="8226" y="3823"/>
                  </a:lnTo>
                  <a:lnTo>
                    <a:pt x="7801" y="3514"/>
                  </a:lnTo>
                  <a:lnTo>
                    <a:pt x="7299" y="3244"/>
                  </a:lnTo>
                  <a:lnTo>
                    <a:pt x="6720" y="3012"/>
                  </a:lnTo>
                  <a:lnTo>
                    <a:pt x="6102" y="2819"/>
                  </a:lnTo>
                  <a:lnTo>
                    <a:pt x="5523" y="2742"/>
                  </a:lnTo>
                  <a:lnTo>
                    <a:pt x="4905" y="2703"/>
                  </a:lnTo>
                  <a:lnTo>
                    <a:pt x="4287" y="2703"/>
                  </a:lnTo>
                  <a:lnTo>
                    <a:pt x="3708" y="2819"/>
                  </a:lnTo>
                  <a:lnTo>
                    <a:pt x="3129" y="2974"/>
                  </a:lnTo>
                  <a:lnTo>
                    <a:pt x="2549" y="3205"/>
                  </a:lnTo>
                  <a:lnTo>
                    <a:pt x="2318" y="3360"/>
                  </a:lnTo>
                  <a:lnTo>
                    <a:pt x="2009" y="3553"/>
                  </a:lnTo>
                  <a:lnTo>
                    <a:pt x="1700" y="3785"/>
                  </a:lnTo>
                  <a:lnTo>
                    <a:pt x="1430" y="4016"/>
                  </a:lnTo>
                  <a:lnTo>
                    <a:pt x="1159" y="4325"/>
                  </a:lnTo>
                  <a:lnTo>
                    <a:pt x="928" y="4595"/>
                  </a:lnTo>
                  <a:lnTo>
                    <a:pt x="696" y="4943"/>
                  </a:lnTo>
                  <a:lnTo>
                    <a:pt x="503" y="5291"/>
                  </a:lnTo>
                  <a:lnTo>
                    <a:pt x="348" y="5677"/>
                  </a:lnTo>
                  <a:lnTo>
                    <a:pt x="155" y="6217"/>
                  </a:lnTo>
                  <a:lnTo>
                    <a:pt x="40" y="6758"/>
                  </a:lnTo>
                  <a:lnTo>
                    <a:pt x="1" y="7299"/>
                  </a:lnTo>
                  <a:lnTo>
                    <a:pt x="1" y="7801"/>
                  </a:lnTo>
                  <a:lnTo>
                    <a:pt x="78" y="8303"/>
                  </a:lnTo>
                  <a:lnTo>
                    <a:pt x="194" y="8804"/>
                  </a:lnTo>
                  <a:lnTo>
                    <a:pt x="387" y="9306"/>
                  </a:lnTo>
                  <a:lnTo>
                    <a:pt x="580" y="9770"/>
                  </a:lnTo>
                  <a:lnTo>
                    <a:pt x="850" y="10195"/>
                  </a:lnTo>
                  <a:lnTo>
                    <a:pt x="1159" y="10658"/>
                  </a:lnTo>
                  <a:lnTo>
                    <a:pt x="1507" y="11044"/>
                  </a:lnTo>
                  <a:lnTo>
                    <a:pt x="1893" y="11430"/>
                  </a:lnTo>
                  <a:lnTo>
                    <a:pt x="2279" y="11778"/>
                  </a:lnTo>
                  <a:lnTo>
                    <a:pt x="2704" y="12125"/>
                  </a:lnTo>
                  <a:lnTo>
                    <a:pt x="3167" y="12396"/>
                  </a:lnTo>
                  <a:lnTo>
                    <a:pt x="3631" y="12666"/>
                  </a:lnTo>
                  <a:lnTo>
                    <a:pt x="4249" y="12975"/>
                  </a:lnTo>
                  <a:lnTo>
                    <a:pt x="4866" y="13168"/>
                  </a:lnTo>
                  <a:lnTo>
                    <a:pt x="5484" y="13361"/>
                  </a:lnTo>
                  <a:lnTo>
                    <a:pt x="6141" y="13438"/>
                  </a:lnTo>
                  <a:lnTo>
                    <a:pt x="6759" y="13515"/>
                  </a:lnTo>
                  <a:lnTo>
                    <a:pt x="7376" y="13477"/>
                  </a:lnTo>
                  <a:lnTo>
                    <a:pt x="7994" y="13438"/>
                  </a:lnTo>
                  <a:lnTo>
                    <a:pt x="8612" y="13284"/>
                  </a:lnTo>
                  <a:lnTo>
                    <a:pt x="8728" y="13438"/>
                  </a:lnTo>
                  <a:lnTo>
                    <a:pt x="8998" y="13207"/>
                  </a:lnTo>
                  <a:lnTo>
                    <a:pt x="9770" y="12898"/>
                  </a:lnTo>
                  <a:lnTo>
                    <a:pt x="10504" y="12550"/>
                  </a:lnTo>
                  <a:lnTo>
                    <a:pt x="11238" y="12087"/>
                  </a:lnTo>
                  <a:lnTo>
                    <a:pt x="11933" y="11546"/>
                  </a:lnTo>
                  <a:lnTo>
                    <a:pt x="12474" y="11044"/>
                  </a:lnTo>
                  <a:lnTo>
                    <a:pt x="13014" y="10426"/>
                  </a:lnTo>
                  <a:lnTo>
                    <a:pt x="13246" y="10195"/>
                  </a:lnTo>
                  <a:lnTo>
                    <a:pt x="13207" y="10156"/>
                  </a:lnTo>
                  <a:lnTo>
                    <a:pt x="13709" y="9461"/>
                  </a:lnTo>
                  <a:lnTo>
                    <a:pt x="14134" y="8727"/>
                  </a:lnTo>
                  <a:lnTo>
                    <a:pt x="14481" y="7955"/>
                  </a:lnTo>
                  <a:lnTo>
                    <a:pt x="14752" y="7183"/>
                  </a:lnTo>
                  <a:lnTo>
                    <a:pt x="14945" y="6333"/>
                  </a:lnTo>
                  <a:lnTo>
                    <a:pt x="15022" y="5947"/>
                  </a:lnTo>
                  <a:lnTo>
                    <a:pt x="15061" y="5522"/>
                  </a:lnTo>
                  <a:lnTo>
                    <a:pt x="15061" y="5097"/>
                  </a:lnTo>
                  <a:lnTo>
                    <a:pt x="15061" y="4673"/>
                  </a:lnTo>
                  <a:lnTo>
                    <a:pt x="15022" y="4248"/>
                  </a:lnTo>
                  <a:lnTo>
                    <a:pt x="14945" y="3862"/>
                  </a:lnTo>
                  <a:lnTo>
                    <a:pt x="15215" y="4248"/>
                  </a:lnTo>
                  <a:lnTo>
                    <a:pt x="15563" y="4595"/>
                  </a:lnTo>
                  <a:lnTo>
                    <a:pt x="15949" y="4943"/>
                  </a:lnTo>
                  <a:lnTo>
                    <a:pt x="16374" y="5213"/>
                  </a:lnTo>
                  <a:lnTo>
                    <a:pt x="16567" y="5291"/>
                  </a:lnTo>
                  <a:lnTo>
                    <a:pt x="16798" y="5368"/>
                  </a:lnTo>
                  <a:lnTo>
                    <a:pt x="17030" y="5445"/>
                  </a:lnTo>
                  <a:lnTo>
                    <a:pt x="17262" y="5445"/>
                  </a:lnTo>
                  <a:lnTo>
                    <a:pt x="17493" y="5406"/>
                  </a:lnTo>
                  <a:lnTo>
                    <a:pt x="17687" y="5329"/>
                  </a:lnTo>
                  <a:lnTo>
                    <a:pt x="17841" y="5175"/>
                  </a:lnTo>
                  <a:lnTo>
                    <a:pt x="17957" y="4982"/>
                  </a:lnTo>
                  <a:lnTo>
                    <a:pt x="17995" y="4750"/>
                  </a:lnTo>
                  <a:lnTo>
                    <a:pt x="17995" y="4557"/>
                  </a:lnTo>
                  <a:lnTo>
                    <a:pt x="17957" y="4325"/>
                  </a:lnTo>
                  <a:lnTo>
                    <a:pt x="17841" y="4132"/>
                  </a:lnTo>
                  <a:lnTo>
                    <a:pt x="17725" y="3978"/>
                  </a:lnTo>
                  <a:lnTo>
                    <a:pt x="17571" y="3785"/>
                  </a:lnTo>
                  <a:lnTo>
                    <a:pt x="17416" y="3669"/>
                  </a:lnTo>
                  <a:lnTo>
                    <a:pt x="17262" y="3553"/>
                  </a:lnTo>
                  <a:lnTo>
                    <a:pt x="17030" y="3437"/>
                  </a:lnTo>
                  <a:lnTo>
                    <a:pt x="16798" y="3321"/>
                  </a:lnTo>
                  <a:lnTo>
                    <a:pt x="16296" y="3205"/>
                  </a:lnTo>
                  <a:lnTo>
                    <a:pt x="15794" y="3128"/>
                  </a:lnTo>
                  <a:lnTo>
                    <a:pt x="15254" y="3128"/>
                  </a:lnTo>
                  <a:lnTo>
                    <a:pt x="15679" y="2858"/>
                  </a:lnTo>
                  <a:lnTo>
                    <a:pt x="16026" y="2510"/>
                  </a:lnTo>
                  <a:lnTo>
                    <a:pt x="16296" y="2124"/>
                  </a:lnTo>
                  <a:lnTo>
                    <a:pt x="16528" y="1661"/>
                  </a:lnTo>
                  <a:lnTo>
                    <a:pt x="16567" y="1429"/>
                  </a:lnTo>
                  <a:lnTo>
                    <a:pt x="16605" y="1197"/>
                  </a:lnTo>
                  <a:lnTo>
                    <a:pt x="16644" y="927"/>
                  </a:lnTo>
                  <a:lnTo>
                    <a:pt x="16605" y="657"/>
                  </a:lnTo>
                  <a:lnTo>
                    <a:pt x="16528" y="425"/>
                  </a:lnTo>
                  <a:lnTo>
                    <a:pt x="16412" y="232"/>
                  </a:lnTo>
                  <a:lnTo>
                    <a:pt x="16219" y="78"/>
                  </a:lnTo>
                  <a:lnTo>
                    <a:pt x="16103" y="39"/>
                  </a:lnTo>
                  <a:lnTo>
                    <a:pt x="1594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19"/>
            <p:cNvSpPr/>
            <p:nvPr/>
          </p:nvSpPr>
          <p:spPr>
            <a:xfrm>
              <a:off x="4737700" y="181247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1" y="463"/>
                  </a:moveTo>
                  <a:lnTo>
                    <a:pt x="11624" y="502"/>
                  </a:lnTo>
                  <a:lnTo>
                    <a:pt x="12049" y="541"/>
                  </a:lnTo>
                  <a:lnTo>
                    <a:pt x="12435" y="656"/>
                  </a:lnTo>
                  <a:lnTo>
                    <a:pt x="12628" y="734"/>
                  </a:lnTo>
                  <a:lnTo>
                    <a:pt x="12744" y="811"/>
                  </a:lnTo>
                  <a:lnTo>
                    <a:pt x="12860" y="965"/>
                  </a:lnTo>
                  <a:lnTo>
                    <a:pt x="12937" y="1081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7" y="1699"/>
                  </a:lnTo>
                  <a:lnTo>
                    <a:pt x="12821" y="1892"/>
                  </a:lnTo>
                  <a:lnTo>
                    <a:pt x="12705" y="2085"/>
                  </a:lnTo>
                  <a:lnTo>
                    <a:pt x="12589" y="2240"/>
                  </a:lnTo>
                  <a:lnTo>
                    <a:pt x="12242" y="2471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9" y="3205"/>
                  </a:lnTo>
                  <a:lnTo>
                    <a:pt x="9925" y="3437"/>
                  </a:lnTo>
                  <a:lnTo>
                    <a:pt x="9153" y="3707"/>
                  </a:lnTo>
                  <a:lnTo>
                    <a:pt x="8380" y="3900"/>
                  </a:lnTo>
                  <a:lnTo>
                    <a:pt x="7608" y="4093"/>
                  </a:lnTo>
                  <a:lnTo>
                    <a:pt x="6797" y="4286"/>
                  </a:lnTo>
                  <a:lnTo>
                    <a:pt x="5909" y="4441"/>
                  </a:lnTo>
                  <a:lnTo>
                    <a:pt x="5021" y="4595"/>
                  </a:lnTo>
                  <a:lnTo>
                    <a:pt x="4133" y="4711"/>
                  </a:lnTo>
                  <a:lnTo>
                    <a:pt x="3245" y="4788"/>
                  </a:lnTo>
                  <a:lnTo>
                    <a:pt x="2202" y="4788"/>
                  </a:lnTo>
                  <a:lnTo>
                    <a:pt x="1854" y="4750"/>
                  </a:lnTo>
                  <a:lnTo>
                    <a:pt x="1507" y="4672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0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5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3"/>
                  </a:lnTo>
                  <a:lnTo>
                    <a:pt x="3013" y="2356"/>
                  </a:lnTo>
                  <a:lnTo>
                    <a:pt x="3708" y="2008"/>
                  </a:lnTo>
                  <a:lnTo>
                    <a:pt x="4480" y="1699"/>
                  </a:lnTo>
                  <a:lnTo>
                    <a:pt x="5253" y="1429"/>
                  </a:lnTo>
                  <a:lnTo>
                    <a:pt x="6025" y="1197"/>
                  </a:lnTo>
                  <a:lnTo>
                    <a:pt x="6836" y="1004"/>
                  </a:lnTo>
                  <a:lnTo>
                    <a:pt x="7608" y="811"/>
                  </a:lnTo>
                  <a:lnTo>
                    <a:pt x="8419" y="695"/>
                  </a:lnTo>
                  <a:lnTo>
                    <a:pt x="9230" y="579"/>
                  </a:lnTo>
                  <a:lnTo>
                    <a:pt x="10041" y="541"/>
                  </a:lnTo>
                  <a:lnTo>
                    <a:pt x="10736" y="502"/>
                  </a:lnTo>
                  <a:lnTo>
                    <a:pt x="11161" y="463"/>
                  </a:lnTo>
                  <a:close/>
                  <a:moveTo>
                    <a:pt x="13477" y="1120"/>
                  </a:moveTo>
                  <a:lnTo>
                    <a:pt x="13632" y="1313"/>
                  </a:lnTo>
                  <a:lnTo>
                    <a:pt x="13709" y="1506"/>
                  </a:lnTo>
                  <a:lnTo>
                    <a:pt x="13748" y="1738"/>
                  </a:lnTo>
                  <a:lnTo>
                    <a:pt x="13709" y="2008"/>
                  </a:lnTo>
                  <a:lnTo>
                    <a:pt x="13632" y="2240"/>
                  </a:lnTo>
                  <a:lnTo>
                    <a:pt x="13516" y="2471"/>
                  </a:lnTo>
                  <a:lnTo>
                    <a:pt x="13400" y="2703"/>
                  </a:lnTo>
                  <a:lnTo>
                    <a:pt x="13207" y="2896"/>
                  </a:lnTo>
                  <a:lnTo>
                    <a:pt x="12860" y="3205"/>
                  </a:lnTo>
                  <a:lnTo>
                    <a:pt x="12473" y="3437"/>
                  </a:lnTo>
                  <a:lnTo>
                    <a:pt x="12049" y="3668"/>
                  </a:lnTo>
                  <a:lnTo>
                    <a:pt x="11624" y="3900"/>
                  </a:lnTo>
                  <a:lnTo>
                    <a:pt x="10659" y="4286"/>
                  </a:lnTo>
                  <a:lnTo>
                    <a:pt x="9732" y="4634"/>
                  </a:lnTo>
                  <a:lnTo>
                    <a:pt x="8766" y="4904"/>
                  </a:lnTo>
                  <a:lnTo>
                    <a:pt x="7762" y="5174"/>
                  </a:lnTo>
                  <a:lnTo>
                    <a:pt x="6758" y="5406"/>
                  </a:lnTo>
                  <a:lnTo>
                    <a:pt x="5755" y="5599"/>
                  </a:lnTo>
                  <a:lnTo>
                    <a:pt x="4712" y="5792"/>
                  </a:lnTo>
                  <a:lnTo>
                    <a:pt x="3708" y="5908"/>
                  </a:lnTo>
                  <a:lnTo>
                    <a:pt x="2781" y="5985"/>
                  </a:lnTo>
                  <a:lnTo>
                    <a:pt x="2279" y="5985"/>
                  </a:lnTo>
                  <a:lnTo>
                    <a:pt x="1816" y="5947"/>
                  </a:lnTo>
                  <a:lnTo>
                    <a:pt x="1545" y="5869"/>
                  </a:lnTo>
                  <a:lnTo>
                    <a:pt x="1237" y="5792"/>
                  </a:lnTo>
                  <a:lnTo>
                    <a:pt x="928" y="5638"/>
                  </a:lnTo>
                  <a:lnTo>
                    <a:pt x="696" y="5483"/>
                  </a:lnTo>
                  <a:lnTo>
                    <a:pt x="503" y="5252"/>
                  </a:lnTo>
                  <a:lnTo>
                    <a:pt x="348" y="5020"/>
                  </a:lnTo>
                  <a:lnTo>
                    <a:pt x="310" y="4865"/>
                  </a:lnTo>
                  <a:lnTo>
                    <a:pt x="310" y="4750"/>
                  </a:lnTo>
                  <a:lnTo>
                    <a:pt x="310" y="4595"/>
                  </a:lnTo>
                  <a:lnTo>
                    <a:pt x="348" y="4441"/>
                  </a:lnTo>
                  <a:lnTo>
                    <a:pt x="542" y="4672"/>
                  </a:lnTo>
                  <a:lnTo>
                    <a:pt x="812" y="4865"/>
                  </a:lnTo>
                  <a:lnTo>
                    <a:pt x="1043" y="4981"/>
                  </a:lnTo>
                  <a:lnTo>
                    <a:pt x="1352" y="5097"/>
                  </a:lnTo>
                  <a:lnTo>
                    <a:pt x="1623" y="5213"/>
                  </a:lnTo>
                  <a:lnTo>
                    <a:pt x="1932" y="5252"/>
                  </a:lnTo>
                  <a:lnTo>
                    <a:pt x="2588" y="5329"/>
                  </a:lnTo>
                  <a:lnTo>
                    <a:pt x="3245" y="5290"/>
                  </a:lnTo>
                  <a:lnTo>
                    <a:pt x="3940" y="5252"/>
                  </a:lnTo>
                  <a:lnTo>
                    <a:pt x="5137" y="5059"/>
                  </a:lnTo>
                  <a:lnTo>
                    <a:pt x="6913" y="4788"/>
                  </a:lnTo>
                  <a:lnTo>
                    <a:pt x="7840" y="4595"/>
                  </a:lnTo>
                  <a:lnTo>
                    <a:pt x="8728" y="4402"/>
                  </a:lnTo>
                  <a:lnTo>
                    <a:pt x="9616" y="4132"/>
                  </a:lnTo>
                  <a:lnTo>
                    <a:pt x="10504" y="3861"/>
                  </a:lnTo>
                  <a:lnTo>
                    <a:pt x="11354" y="3514"/>
                  </a:lnTo>
                  <a:lnTo>
                    <a:pt x="12165" y="3128"/>
                  </a:lnTo>
                  <a:lnTo>
                    <a:pt x="12435" y="2973"/>
                  </a:lnTo>
                  <a:lnTo>
                    <a:pt x="12705" y="2819"/>
                  </a:lnTo>
                  <a:lnTo>
                    <a:pt x="12937" y="2587"/>
                  </a:lnTo>
                  <a:lnTo>
                    <a:pt x="13130" y="2394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3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9" y="0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4"/>
                  </a:lnTo>
                  <a:lnTo>
                    <a:pt x="4133" y="1352"/>
                  </a:lnTo>
                  <a:lnTo>
                    <a:pt x="3245" y="1699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89"/>
                  </a:lnTo>
                  <a:lnTo>
                    <a:pt x="464" y="3398"/>
                  </a:lnTo>
                  <a:lnTo>
                    <a:pt x="348" y="3553"/>
                  </a:lnTo>
                  <a:lnTo>
                    <a:pt x="271" y="3707"/>
                  </a:lnTo>
                  <a:lnTo>
                    <a:pt x="233" y="3861"/>
                  </a:lnTo>
                  <a:lnTo>
                    <a:pt x="233" y="4055"/>
                  </a:lnTo>
                  <a:lnTo>
                    <a:pt x="194" y="4132"/>
                  </a:lnTo>
                  <a:lnTo>
                    <a:pt x="194" y="4170"/>
                  </a:lnTo>
                  <a:lnTo>
                    <a:pt x="117" y="4325"/>
                  </a:lnTo>
                  <a:lnTo>
                    <a:pt x="40" y="4479"/>
                  </a:lnTo>
                  <a:lnTo>
                    <a:pt x="1" y="4634"/>
                  </a:lnTo>
                  <a:lnTo>
                    <a:pt x="1" y="4788"/>
                  </a:lnTo>
                  <a:lnTo>
                    <a:pt x="40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8" y="6063"/>
                  </a:lnTo>
                  <a:lnTo>
                    <a:pt x="966" y="6256"/>
                  </a:lnTo>
                  <a:lnTo>
                    <a:pt x="1275" y="6178"/>
                  </a:lnTo>
                  <a:lnTo>
                    <a:pt x="1314" y="6217"/>
                  </a:lnTo>
                  <a:lnTo>
                    <a:pt x="1314" y="6256"/>
                  </a:lnTo>
                  <a:lnTo>
                    <a:pt x="1352" y="6294"/>
                  </a:lnTo>
                  <a:lnTo>
                    <a:pt x="1468" y="6256"/>
                  </a:lnTo>
                  <a:lnTo>
                    <a:pt x="1816" y="6294"/>
                  </a:lnTo>
                  <a:lnTo>
                    <a:pt x="2395" y="6333"/>
                  </a:lnTo>
                  <a:lnTo>
                    <a:pt x="3013" y="6371"/>
                  </a:lnTo>
                  <a:lnTo>
                    <a:pt x="3592" y="6333"/>
                  </a:lnTo>
                  <a:lnTo>
                    <a:pt x="4171" y="6294"/>
                  </a:lnTo>
                  <a:lnTo>
                    <a:pt x="5368" y="6101"/>
                  </a:lnTo>
                  <a:lnTo>
                    <a:pt x="6565" y="5869"/>
                  </a:lnTo>
                  <a:lnTo>
                    <a:pt x="6758" y="5831"/>
                  </a:lnTo>
                  <a:lnTo>
                    <a:pt x="7994" y="5522"/>
                  </a:lnTo>
                  <a:lnTo>
                    <a:pt x="9037" y="5252"/>
                  </a:lnTo>
                  <a:lnTo>
                    <a:pt x="10079" y="4981"/>
                  </a:lnTo>
                  <a:lnTo>
                    <a:pt x="11161" y="4595"/>
                  </a:lnTo>
                  <a:lnTo>
                    <a:pt x="11663" y="4363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6"/>
                  </a:lnTo>
                  <a:lnTo>
                    <a:pt x="12782" y="4711"/>
                  </a:lnTo>
                  <a:lnTo>
                    <a:pt x="13014" y="4518"/>
                  </a:lnTo>
                  <a:lnTo>
                    <a:pt x="12435" y="3939"/>
                  </a:lnTo>
                  <a:lnTo>
                    <a:pt x="12898" y="3668"/>
                  </a:lnTo>
                  <a:lnTo>
                    <a:pt x="13362" y="3321"/>
                  </a:lnTo>
                  <a:lnTo>
                    <a:pt x="13632" y="3051"/>
                  </a:lnTo>
                  <a:lnTo>
                    <a:pt x="13825" y="2703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8"/>
                  </a:lnTo>
                  <a:lnTo>
                    <a:pt x="14134" y="1738"/>
                  </a:lnTo>
                  <a:lnTo>
                    <a:pt x="14095" y="1467"/>
                  </a:lnTo>
                  <a:lnTo>
                    <a:pt x="14018" y="1236"/>
                  </a:lnTo>
                  <a:lnTo>
                    <a:pt x="13902" y="1004"/>
                  </a:lnTo>
                  <a:lnTo>
                    <a:pt x="13748" y="811"/>
                  </a:lnTo>
                  <a:lnTo>
                    <a:pt x="13477" y="618"/>
                  </a:lnTo>
                  <a:lnTo>
                    <a:pt x="13169" y="502"/>
                  </a:lnTo>
                  <a:lnTo>
                    <a:pt x="13091" y="502"/>
                  </a:lnTo>
                  <a:lnTo>
                    <a:pt x="12898" y="386"/>
                  </a:lnTo>
                  <a:lnTo>
                    <a:pt x="12667" y="270"/>
                  </a:lnTo>
                  <a:lnTo>
                    <a:pt x="12435" y="154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19"/>
            <p:cNvSpPr/>
            <p:nvPr/>
          </p:nvSpPr>
          <p:spPr>
            <a:xfrm>
              <a:off x="2291450" y="1821150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7" y="1"/>
                  </a:moveTo>
                  <a:lnTo>
                    <a:pt x="1893" y="78"/>
                  </a:lnTo>
                  <a:lnTo>
                    <a:pt x="1738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5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39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3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1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1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8" y="1005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2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1" y="2704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1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6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6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2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3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2" y="5793"/>
                  </a:lnTo>
                  <a:lnTo>
                    <a:pt x="4828" y="5638"/>
                  </a:lnTo>
                  <a:lnTo>
                    <a:pt x="4248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6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3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19"/>
            <p:cNvSpPr/>
            <p:nvPr/>
          </p:nvSpPr>
          <p:spPr>
            <a:xfrm>
              <a:off x="6650100" y="1835625"/>
              <a:ext cx="350475" cy="288675"/>
            </a:xfrm>
            <a:custGeom>
              <a:avLst/>
              <a:gdLst/>
              <a:ahLst/>
              <a:cxnLst/>
              <a:rect l="l" t="t" r="r" b="b"/>
              <a:pathLst>
                <a:path w="14019" h="11547" extrusionOk="0">
                  <a:moveTo>
                    <a:pt x="11778" y="1"/>
                  </a:moveTo>
                  <a:lnTo>
                    <a:pt x="11470" y="78"/>
                  </a:lnTo>
                  <a:lnTo>
                    <a:pt x="11856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9" y="1893"/>
                  </a:lnTo>
                  <a:lnTo>
                    <a:pt x="10427" y="2086"/>
                  </a:lnTo>
                  <a:lnTo>
                    <a:pt x="11470" y="3437"/>
                  </a:lnTo>
                  <a:lnTo>
                    <a:pt x="12551" y="4750"/>
                  </a:lnTo>
                  <a:lnTo>
                    <a:pt x="12860" y="5754"/>
                  </a:lnTo>
                  <a:lnTo>
                    <a:pt x="13169" y="5754"/>
                  </a:lnTo>
                  <a:lnTo>
                    <a:pt x="13207" y="5639"/>
                  </a:lnTo>
                  <a:lnTo>
                    <a:pt x="13169" y="5523"/>
                  </a:lnTo>
                  <a:lnTo>
                    <a:pt x="13439" y="5716"/>
                  </a:lnTo>
                  <a:lnTo>
                    <a:pt x="13593" y="5947"/>
                  </a:lnTo>
                  <a:lnTo>
                    <a:pt x="13671" y="6179"/>
                  </a:lnTo>
                  <a:lnTo>
                    <a:pt x="13709" y="6411"/>
                  </a:lnTo>
                  <a:lnTo>
                    <a:pt x="13632" y="6681"/>
                  </a:lnTo>
                  <a:lnTo>
                    <a:pt x="13516" y="6913"/>
                  </a:lnTo>
                  <a:lnTo>
                    <a:pt x="13362" y="7183"/>
                  </a:lnTo>
                  <a:lnTo>
                    <a:pt x="13169" y="7453"/>
                  </a:lnTo>
                  <a:lnTo>
                    <a:pt x="12744" y="7955"/>
                  </a:lnTo>
                  <a:lnTo>
                    <a:pt x="12203" y="8419"/>
                  </a:lnTo>
                  <a:lnTo>
                    <a:pt x="11740" y="8766"/>
                  </a:lnTo>
                  <a:lnTo>
                    <a:pt x="11354" y="9075"/>
                  </a:lnTo>
                  <a:lnTo>
                    <a:pt x="10543" y="9577"/>
                  </a:lnTo>
                  <a:lnTo>
                    <a:pt x="9655" y="10002"/>
                  </a:lnTo>
                  <a:lnTo>
                    <a:pt x="8767" y="10388"/>
                  </a:lnTo>
                  <a:lnTo>
                    <a:pt x="7878" y="10658"/>
                  </a:lnTo>
                  <a:lnTo>
                    <a:pt x="6952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1" y="11160"/>
                  </a:lnTo>
                  <a:lnTo>
                    <a:pt x="3013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2" y="10543"/>
                  </a:lnTo>
                  <a:lnTo>
                    <a:pt x="619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40" y="9654"/>
                  </a:lnTo>
                  <a:lnTo>
                    <a:pt x="1" y="9886"/>
                  </a:lnTo>
                  <a:lnTo>
                    <a:pt x="40" y="10118"/>
                  </a:lnTo>
                  <a:lnTo>
                    <a:pt x="78" y="10311"/>
                  </a:lnTo>
                  <a:lnTo>
                    <a:pt x="194" y="10465"/>
                  </a:lnTo>
                  <a:lnTo>
                    <a:pt x="348" y="10620"/>
                  </a:lnTo>
                  <a:lnTo>
                    <a:pt x="542" y="10774"/>
                  </a:lnTo>
                  <a:lnTo>
                    <a:pt x="773" y="10890"/>
                  </a:lnTo>
                  <a:lnTo>
                    <a:pt x="1237" y="11083"/>
                  </a:lnTo>
                  <a:lnTo>
                    <a:pt x="1739" y="11238"/>
                  </a:lnTo>
                  <a:lnTo>
                    <a:pt x="2202" y="11354"/>
                  </a:lnTo>
                  <a:lnTo>
                    <a:pt x="2627" y="11431"/>
                  </a:lnTo>
                  <a:lnTo>
                    <a:pt x="3322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9" y="11315"/>
                  </a:lnTo>
                  <a:lnTo>
                    <a:pt x="7415" y="11160"/>
                  </a:lnTo>
                  <a:lnTo>
                    <a:pt x="8071" y="11006"/>
                  </a:lnTo>
                  <a:lnTo>
                    <a:pt x="8728" y="10774"/>
                  </a:lnTo>
                  <a:lnTo>
                    <a:pt x="9346" y="10543"/>
                  </a:lnTo>
                  <a:lnTo>
                    <a:pt x="9964" y="10272"/>
                  </a:lnTo>
                  <a:lnTo>
                    <a:pt x="10543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9" y="8071"/>
                  </a:lnTo>
                  <a:lnTo>
                    <a:pt x="13555" y="7646"/>
                  </a:lnTo>
                  <a:lnTo>
                    <a:pt x="13748" y="7376"/>
                  </a:lnTo>
                  <a:lnTo>
                    <a:pt x="13864" y="7145"/>
                  </a:lnTo>
                  <a:lnTo>
                    <a:pt x="13980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1" y="5909"/>
                  </a:lnTo>
                  <a:lnTo>
                    <a:pt x="13864" y="5716"/>
                  </a:lnTo>
                  <a:lnTo>
                    <a:pt x="13748" y="5523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5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19"/>
            <p:cNvSpPr/>
            <p:nvPr/>
          </p:nvSpPr>
          <p:spPr>
            <a:xfrm>
              <a:off x="609775" y="18510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9" y="541"/>
                  </a:lnTo>
                  <a:lnTo>
                    <a:pt x="12435" y="657"/>
                  </a:lnTo>
                  <a:lnTo>
                    <a:pt x="12628" y="734"/>
                  </a:lnTo>
                  <a:lnTo>
                    <a:pt x="12744" y="812"/>
                  </a:lnTo>
                  <a:lnTo>
                    <a:pt x="12859" y="966"/>
                  </a:lnTo>
                  <a:lnTo>
                    <a:pt x="12937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7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0"/>
                  </a:lnTo>
                  <a:lnTo>
                    <a:pt x="12242" y="2472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8" y="3206"/>
                  </a:lnTo>
                  <a:lnTo>
                    <a:pt x="9925" y="3437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1"/>
                  </a:lnTo>
                  <a:lnTo>
                    <a:pt x="5021" y="4596"/>
                  </a:lnTo>
                  <a:lnTo>
                    <a:pt x="4133" y="4712"/>
                  </a:lnTo>
                  <a:lnTo>
                    <a:pt x="3244" y="4789"/>
                  </a:lnTo>
                  <a:lnTo>
                    <a:pt x="2202" y="4789"/>
                  </a:lnTo>
                  <a:lnTo>
                    <a:pt x="1854" y="4750"/>
                  </a:lnTo>
                  <a:lnTo>
                    <a:pt x="1507" y="4673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1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4"/>
                  </a:lnTo>
                  <a:lnTo>
                    <a:pt x="3013" y="2356"/>
                  </a:lnTo>
                  <a:lnTo>
                    <a:pt x="3708" y="2009"/>
                  </a:lnTo>
                  <a:lnTo>
                    <a:pt x="4480" y="1700"/>
                  </a:lnTo>
                  <a:lnTo>
                    <a:pt x="5252" y="1429"/>
                  </a:lnTo>
                  <a:lnTo>
                    <a:pt x="6025" y="1198"/>
                  </a:lnTo>
                  <a:lnTo>
                    <a:pt x="6836" y="1005"/>
                  </a:lnTo>
                  <a:lnTo>
                    <a:pt x="7608" y="812"/>
                  </a:lnTo>
                  <a:lnTo>
                    <a:pt x="8419" y="696"/>
                  </a:lnTo>
                  <a:lnTo>
                    <a:pt x="9230" y="580"/>
                  </a:lnTo>
                  <a:lnTo>
                    <a:pt x="10041" y="541"/>
                  </a:lnTo>
                  <a:lnTo>
                    <a:pt x="10736" y="503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2" y="1314"/>
                  </a:lnTo>
                  <a:lnTo>
                    <a:pt x="13709" y="1507"/>
                  </a:lnTo>
                  <a:lnTo>
                    <a:pt x="13748" y="1738"/>
                  </a:lnTo>
                  <a:lnTo>
                    <a:pt x="13709" y="2009"/>
                  </a:lnTo>
                  <a:lnTo>
                    <a:pt x="13632" y="2240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7"/>
                  </a:lnTo>
                  <a:lnTo>
                    <a:pt x="12049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2" y="4634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2" y="5793"/>
                  </a:lnTo>
                  <a:lnTo>
                    <a:pt x="3708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6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6" y="5484"/>
                  </a:lnTo>
                  <a:lnTo>
                    <a:pt x="503" y="5252"/>
                  </a:lnTo>
                  <a:lnTo>
                    <a:pt x="348" y="5021"/>
                  </a:lnTo>
                  <a:lnTo>
                    <a:pt x="310" y="4866"/>
                  </a:lnTo>
                  <a:lnTo>
                    <a:pt x="310" y="4750"/>
                  </a:lnTo>
                  <a:lnTo>
                    <a:pt x="310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2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3" y="5214"/>
                  </a:lnTo>
                  <a:lnTo>
                    <a:pt x="1931" y="5252"/>
                  </a:lnTo>
                  <a:lnTo>
                    <a:pt x="2588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7" y="5059"/>
                  </a:lnTo>
                  <a:lnTo>
                    <a:pt x="6913" y="4789"/>
                  </a:lnTo>
                  <a:lnTo>
                    <a:pt x="7840" y="4596"/>
                  </a:lnTo>
                  <a:lnTo>
                    <a:pt x="8728" y="4403"/>
                  </a:lnTo>
                  <a:lnTo>
                    <a:pt x="9616" y="4132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8"/>
                  </a:lnTo>
                  <a:lnTo>
                    <a:pt x="12435" y="2974"/>
                  </a:lnTo>
                  <a:lnTo>
                    <a:pt x="12705" y="2819"/>
                  </a:lnTo>
                  <a:lnTo>
                    <a:pt x="12937" y="2588"/>
                  </a:lnTo>
                  <a:lnTo>
                    <a:pt x="13130" y="2395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4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8" y="1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5"/>
                  </a:lnTo>
                  <a:lnTo>
                    <a:pt x="4133" y="1352"/>
                  </a:lnTo>
                  <a:lnTo>
                    <a:pt x="3244" y="1700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3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4" y="4132"/>
                  </a:lnTo>
                  <a:lnTo>
                    <a:pt x="194" y="4171"/>
                  </a:lnTo>
                  <a:lnTo>
                    <a:pt x="117" y="4325"/>
                  </a:lnTo>
                  <a:lnTo>
                    <a:pt x="39" y="4480"/>
                  </a:lnTo>
                  <a:lnTo>
                    <a:pt x="1" y="4634"/>
                  </a:lnTo>
                  <a:lnTo>
                    <a:pt x="1" y="4789"/>
                  </a:lnTo>
                  <a:lnTo>
                    <a:pt x="39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7" y="6063"/>
                  </a:lnTo>
                  <a:lnTo>
                    <a:pt x="966" y="6256"/>
                  </a:lnTo>
                  <a:lnTo>
                    <a:pt x="1275" y="6179"/>
                  </a:lnTo>
                  <a:lnTo>
                    <a:pt x="1314" y="6218"/>
                  </a:lnTo>
                  <a:lnTo>
                    <a:pt x="1314" y="6256"/>
                  </a:lnTo>
                  <a:lnTo>
                    <a:pt x="1352" y="6295"/>
                  </a:lnTo>
                  <a:lnTo>
                    <a:pt x="1468" y="6256"/>
                  </a:lnTo>
                  <a:lnTo>
                    <a:pt x="1816" y="6295"/>
                  </a:lnTo>
                  <a:lnTo>
                    <a:pt x="2395" y="6333"/>
                  </a:lnTo>
                  <a:lnTo>
                    <a:pt x="3013" y="6372"/>
                  </a:lnTo>
                  <a:lnTo>
                    <a:pt x="3592" y="6333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4" y="5523"/>
                  </a:lnTo>
                  <a:lnTo>
                    <a:pt x="9037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5" y="3939"/>
                  </a:lnTo>
                  <a:lnTo>
                    <a:pt x="12898" y="3669"/>
                  </a:lnTo>
                  <a:lnTo>
                    <a:pt x="13361" y="3321"/>
                  </a:lnTo>
                  <a:lnTo>
                    <a:pt x="13632" y="3051"/>
                  </a:lnTo>
                  <a:lnTo>
                    <a:pt x="13825" y="2704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9"/>
                  </a:lnTo>
                  <a:lnTo>
                    <a:pt x="14134" y="1738"/>
                  </a:lnTo>
                  <a:lnTo>
                    <a:pt x="14095" y="1468"/>
                  </a:lnTo>
                  <a:lnTo>
                    <a:pt x="14018" y="1236"/>
                  </a:lnTo>
                  <a:lnTo>
                    <a:pt x="13902" y="1005"/>
                  </a:lnTo>
                  <a:lnTo>
                    <a:pt x="13748" y="812"/>
                  </a:lnTo>
                  <a:lnTo>
                    <a:pt x="13477" y="618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5" y="155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19"/>
            <p:cNvSpPr/>
            <p:nvPr/>
          </p:nvSpPr>
          <p:spPr>
            <a:xfrm>
              <a:off x="6883725" y="1876175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6" y="1"/>
                  </a:moveTo>
                  <a:lnTo>
                    <a:pt x="348" y="889"/>
                  </a:lnTo>
                  <a:lnTo>
                    <a:pt x="232" y="1815"/>
                  </a:lnTo>
                  <a:lnTo>
                    <a:pt x="155" y="3630"/>
                  </a:lnTo>
                  <a:lnTo>
                    <a:pt x="1" y="7260"/>
                  </a:lnTo>
                  <a:lnTo>
                    <a:pt x="194" y="7260"/>
                  </a:lnTo>
                  <a:lnTo>
                    <a:pt x="426" y="5484"/>
                  </a:lnTo>
                  <a:lnTo>
                    <a:pt x="580" y="3669"/>
                  </a:lnTo>
                  <a:lnTo>
                    <a:pt x="696" y="1854"/>
                  </a:lnTo>
                  <a:lnTo>
                    <a:pt x="696" y="927"/>
                  </a:lnTo>
                  <a:lnTo>
                    <a:pt x="696" y="39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19"/>
            <p:cNvSpPr/>
            <p:nvPr/>
          </p:nvSpPr>
          <p:spPr>
            <a:xfrm>
              <a:off x="4796600" y="1878100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1"/>
                  </a:moveTo>
                  <a:lnTo>
                    <a:pt x="11469" y="78"/>
                  </a:lnTo>
                  <a:lnTo>
                    <a:pt x="11855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8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9"/>
                  </a:lnTo>
                  <a:lnTo>
                    <a:pt x="13168" y="5523"/>
                  </a:lnTo>
                  <a:lnTo>
                    <a:pt x="13438" y="5716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1"/>
                  </a:lnTo>
                  <a:lnTo>
                    <a:pt x="13631" y="6681"/>
                  </a:lnTo>
                  <a:lnTo>
                    <a:pt x="13516" y="6913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9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1" y="10543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39" y="9655"/>
                  </a:lnTo>
                  <a:lnTo>
                    <a:pt x="0" y="9886"/>
                  </a:lnTo>
                  <a:lnTo>
                    <a:pt x="39" y="10118"/>
                  </a:lnTo>
                  <a:lnTo>
                    <a:pt x="78" y="10311"/>
                  </a:lnTo>
                  <a:lnTo>
                    <a:pt x="193" y="10465"/>
                  </a:lnTo>
                  <a:lnTo>
                    <a:pt x="348" y="10620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8"/>
                  </a:lnTo>
                  <a:lnTo>
                    <a:pt x="2201" y="11354"/>
                  </a:lnTo>
                  <a:lnTo>
                    <a:pt x="2626" y="11431"/>
                  </a:lnTo>
                  <a:lnTo>
                    <a:pt x="3321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3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5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7"/>
                  </a:lnTo>
                  <a:lnTo>
                    <a:pt x="13747" y="7376"/>
                  </a:lnTo>
                  <a:lnTo>
                    <a:pt x="13863" y="7145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0" y="5909"/>
                  </a:lnTo>
                  <a:lnTo>
                    <a:pt x="13863" y="5716"/>
                  </a:lnTo>
                  <a:lnTo>
                    <a:pt x="13747" y="5523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4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19"/>
            <p:cNvSpPr/>
            <p:nvPr/>
          </p:nvSpPr>
          <p:spPr>
            <a:xfrm>
              <a:off x="6050625" y="1898375"/>
              <a:ext cx="329200" cy="241375"/>
            </a:xfrm>
            <a:custGeom>
              <a:avLst/>
              <a:gdLst/>
              <a:ahLst/>
              <a:cxnLst/>
              <a:rect l="l" t="t" r="r" b="b"/>
              <a:pathLst>
                <a:path w="13168" h="9655" extrusionOk="0">
                  <a:moveTo>
                    <a:pt x="5368" y="619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5"/>
                  </a:lnTo>
                  <a:lnTo>
                    <a:pt x="8109" y="2356"/>
                  </a:lnTo>
                  <a:lnTo>
                    <a:pt x="8264" y="2627"/>
                  </a:lnTo>
                  <a:lnTo>
                    <a:pt x="8380" y="2858"/>
                  </a:lnTo>
                  <a:lnTo>
                    <a:pt x="8495" y="3129"/>
                  </a:lnTo>
                  <a:lnTo>
                    <a:pt x="8573" y="3437"/>
                  </a:lnTo>
                  <a:lnTo>
                    <a:pt x="8611" y="3708"/>
                  </a:lnTo>
                  <a:lnTo>
                    <a:pt x="8573" y="3708"/>
                  </a:lnTo>
                  <a:lnTo>
                    <a:pt x="7723" y="3824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1"/>
                  </a:lnTo>
                  <a:lnTo>
                    <a:pt x="5792" y="3862"/>
                  </a:lnTo>
                  <a:lnTo>
                    <a:pt x="5638" y="3746"/>
                  </a:lnTo>
                  <a:lnTo>
                    <a:pt x="5561" y="3553"/>
                  </a:lnTo>
                  <a:lnTo>
                    <a:pt x="5483" y="3283"/>
                  </a:lnTo>
                  <a:lnTo>
                    <a:pt x="5406" y="2627"/>
                  </a:lnTo>
                  <a:lnTo>
                    <a:pt x="5368" y="1970"/>
                  </a:lnTo>
                  <a:lnTo>
                    <a:pt x="5368" y="619"/>
                  </a:lnTo>
                  <a:close/>
                  <a:moveTo>
                    <a:pt x="2742" y="889"/>
                  </a:moveTo>
                  <a:lnTo>
                    <a:pt x="2626" y="3090"/>
                  </a:lnTo>
                  <a:lnTo>
                    <a:pt x="2626" y="3515"/>
                  </a:lnTo>
                  <a:lnTo>
                    <a:pt x="2587" y="3708"/>
                  </a:lnTo>
                  <a:lnTo>
                    <a:pt x="2510" y="3862"/>
                  </a:lnTo>
                  <a:lnTo>
                    <a:pt x="2433" y="3978"/>
                  </a:lnTo>
                  <a:lnTo>
                    <a:pt x="2278" y="4094"/>
                  </a:lnTo>
                  <a:lnTo>
                    <a:pt x="2124" y="4210"/>
                  </a:lnTo>
                  <a:lnTo>
                    <a:pt x="1892" y="4248"/>
                  </a:lnTo>
                  <a:lnTo>
                    <a:pt x="1699" y="4287"/>
                  </a:lnTo>
                  <a:lnTo>
                    <a:pt x="1506" y="4287"/>
                  </a:lnTo>
                  <a:lnTo>
                    <a:pt x="1120" y="4210"/>
                  </a:lnTo>
                  <a:lnTo>
                    <a:pt x="734" y="4133"/>
                  </a:lnTo>
                  <a:lnTo>
                    <a:pt x="386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8" y="2549"/>
                  </a:lnTo>
                  <a:lnTo>
                    <a:pt x="1159" y="2125"/>
                  </a:lnTo>
                  <a:lnTo>
                    <a:pt x="1506" y="1738"/>
                  </a:lnTo>
                  <a:lnTo>
                    <a:pt x="1892" y="1391"/>
                  </a:lnTo>
                  <a:lnTo>
                    <a:pt x="2317" y="1121"/>
                  </a:lnTo>
                  <a:lnTo>
                    <a:pt x="2742" y="889"/>
                  </a:lnTo>
                  <a:close/>
                  <a:moveTo>
                    <a:pt x="10774" y="5368"/>
                  </a:moveTo>
                  <a:lnTo>
                    <a:pt x="11198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14" y="6179"/>
                  </a:lnTo>
                  <a:lnTo>
                    <a:pt x="11198" y="6256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32"/>
                  </a:lnTo>
                  <a:lnTo>
                    <a:pt x="10542" y="5716"/>
                  </a:lnTo>
                  <a:lnTo>
                    <a:pt x="10619" y="5523"/>
                  </a:lnTo>
                  <a:lnTo>
                    <a:pt x="10658" y="5407"/>
                  </a:lnTo>
                  <a:lnTo>
                    <a:pt x="10774" y="5368"/>
                  </a:lnTo>
                  <a:close/>
                  <a:moveTo>
                    <a:pt x="4402" y="1"/>
                  </a:moveTo>
                  <a:lnTo>
                    <a:pt x="3939" y="39"/>
                  </a:lnTo>
                  <a:lnTo>
                    <a:pt x="3514" y="117"/>
                  </a:lnTo>
                  <a:lnTo>
                    <a:pt x="3051" y="194"/>
                  </a:lnTo>
                  <a:lnTo>
                    <a:pt x="2626" y="348"/>
                  </a:lnTo>
                  <a:lnTo>
                    <a:pt x="2240" y="541"/>
                  </a:lnTo>
                  <a:lnTo>
                    <a:pt x="1854" y="773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9"/>
                  </a:lnTo>
                  <a:lnTo>
                    <a:pt x="386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31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57"/>
                  </a:lnTo>
                  <a:lnTo>
                    <a:pt x="348" y="4287"/>
                  </a:lnTo>
                  <a:lnTo>
                    <a:pt x="965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5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364"/>
                  </a:lnTo>
                  <a:lnTo>
                    <a:pt x="2858" y="4248"/>
                  </a:lnTo>
                  <a:lnTo>
                    <a:pt x="2896" y="4094"/>
                  </a:lnTo>
                  <a:lnTo>
                    <a:pt x="2973" y="3939"/>
                  </a:lnTo>
                  <a:lnTo>
                    <a:pt x="3012" y="3631"/>
                  </a:lnTo>
                  <a:lnTo>
                    <a:pt x="3012" y="2974"/>
                  </a:lnTo>
                  <a:lnTo>
                    <a:pt x="3089" y="734"/>
                  </a:lnTo>
                  <a:lnTo>
                    <a:pt x="3514" y="619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23"/>
                  </a:lnTo>
                  <a:lnTo>
                    <a:pt x="5059" y="2704"/>
                  </a:lnTo>
                  <a:lnTo>
                    <a:pt x="5097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0" y="4017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6"/>
                  </a:lnTo>
                  <a:lnTo>
                    <a:pt x="6217" y="4326"/>
                  </a:lnTo>
                  <a:lnTo>
                    <a:pt x="6565" y="4287"/>
                  </a:lnTo>
                  <a:lnTo>
                    <a:pt x="7607" y="4210"/>
                  </a:lnTo>
                  <a:lnTo>
                    <a:pt x="8650" y="4055"/>
                  </a:lnTo>
                  <a:lnTo>
                    <a:pt x="8650" y="4441"/>
                  </a:lnTo>
                  <a:lnTo>
                    <a:pt x="8611" y="4866"/>
                  </a:lnTo>
                  <a:lnTo>
                    <a:pt x="8611" y="4905"/>
                  </a:lnTo>
                  <a:lnTo>
                    <a:pt x="8611" y="5021"/>
                  </a:lnTo>
                  <a:lnTo>
                    <a:pt x="8650" y="5059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0" y="4905"/>
                  </a:lnTo>
                  <a:lnTo>
                    <a:pt x="9384" y="4905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03" y="5252"/>
                  </a:lnTo>
                  <a:lnTo>
                    <a:pt x="10426" y="5330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16"/>
                  </a:lnTo>
                  <a:lnTo>
                    <a:pt x="10233" y="5870"/>
                  </a:lnTo>
                  <a:lnTo>
                    <a:pt x="10233" y="6025"/>
                  </a:lnTo>
                  <a:lnTo>
                    <a:pt x="10272" y="6179"/>
                  </a:lnTo>
                  <a:lnTo>
                    <a:pt x="10349" y="6334"/>
                  </a:lnTo>
                  <a:lnTo>
                    <a:pt x="10503" y="6488"/>
                  </a:lnTo>
                  <a:lnTo>
                    <a:pt x="10696" y="6565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41" y="6913"/>
                  </a:lnTo>
                  <a:lnTo>
                    <a:pt x="12395" y="7222"/>
                  </a:lnTo>
                  <a:lnTo>
                    <a:pt x="12473" y="7569"/>
                  </a:lnTo>
                  <a:lnTo>
                    <a:pt x="12511" y="7917"/>
                  </a:lnTo>
                  <a:lnTo>
                    <a:pt x="12550" y="8264"/>
                  </a:lnTo>
                  <a:lnTo>
                    <a:pt x="12550" y="8998"/>
                  </a:lnTo>
                  <a:lnTo>
                    <a:pt x="12473" y="8998"/>
                  </a:lnTo>
                  <a:lnTo>
                    <a:pt x="12434" y="9037"/>
                  </a:lnTo>
                  <a:lnTo>
                    <a:pt x="12357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54"/>
                  </a:lnTo>
                  <a:lnTo>
                    <a:pt x="12125" y="9654"/>
                  </a:lnTo>
                  <a:lnTo>
                    <a:pt x="12820" y="9616"/>
                  </a:lnTo>
                  <a:lnTo>
                    <a:pt x="12936" y="9577"/>
                  </a:lnTo>
                  <a:lnTo>
                    <a:pt x="13013" y="9461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091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685"/>
                  </a:lnTo>
                  <a:lnTo>
                    <a:pt x="12936" y="7183"/>
                  </a:lnTo>
                  <a:lnTo>
                    <a:pt x="12704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276" y="5098"/>
                  </a:lnTo>
                  <a:lnTo>
                    <a:pt x="10967" y="4905"/>
                  </a:lnTo>
                  <a:lnTo>
                    <a:pt x="10619" y="4750"/>
                  </a:lnTo>
                  <a:lnTo>
                    <a:pt x="10233" y="4596"/>
                  </a:lnTo>
                  <a:lnTo>
                    <a:pt x="9886" y="4480"/>
                  </a:lnTo>
                  <a:lnTo>
                    <a:pt x="9499" y="4403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186" y="1584"/>
                  </a:lnTo>
                  <a:lnTo>
                    <a:pt x="7839" y="1275"/>
                  </a:lnTo>
                  <a:lnTo>
                    <a:pt x="7453" y="966"/>
                  </a:lnTo>
                  <a:lnTo>
                    <a:pt x="7067" y="734"/>
                  </a:lnTo>
                  <a:lnTo>
                    <a:pt x="6603" y="503"/>
                  </a:lnTo>
                  <a:lnTo>
                    <a:pt x="6178" y="348"/>
                  </a:lnTo>
                  <a:lnTo>
                    <a:pt x="5715" y="194"/>
                  </a:lnTo>
                  <a:lnTo>
                    <a:pt x="5290" y="78"/>
                  </a:lnTo>
                  <a:lnTo>
                    <a:pt x="482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19"/>
            <p:cNvSpPr/>
            <p:nvPr/>
          </p:nvSpPr>
          <p:spPr>
            <a:xfrm>
              <a:off x="1849325" y="1901275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7" y="1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6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1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7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0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4" y="7299"/>
                  </a:lnTo>
                  <a:lnTo>
                    <a:pt x="14712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3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3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9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4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6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19"/>
            <p:cNvSpPr/>
            <p:nvPr/>
          </p:nvSpPr>
          <p:spPr>
            <a:xfrm>
              <a:off x="1935225" y="191092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503" y="1"/>
                  </a:move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40" y="541"/>
                  </a:lnTo>
                  <a:lnTo>
                    <a:pt x="1" y="734"/>
                  </a:lnTo>
                  <a:lnTo>
                    <a:pt x="40" y="927"/>
                  </a:lnTo>
                  <a:lnTo>
                    <a:pt x="117" y="1082"/>
                  </a:lnTo>
                  <a:lnTo>
                    <a:pt x="194" y="1159"/>
                  </a:lnTo>
                  <a:lnTo>
                    <a:pt x="348" y="1159"/>
                  </a:lnTo>
                  <a:lnTo>
                    <a:pt x="426" y="1043"/>
                  </a:lnTo>
                  <a:lnTo>
                    <a:pt x="426" y="1005"/>
                  </a:lnTo>
                  <a:lnTo>
                    <a:pt x="387" y="927"/>
                  </a:lnTo>
                  <a:lnTo>
                    <a:pt x="387" y="850"/>
                  </a:lnTo>
                  <a:lnTo>
                    <a:pt x="348" y="773"/>
                  </a:lnTo>
                  <a:lnTo>
                    <a:pt x="426" y="580"/>
                  </a:lnTo>
                  <a:lnTo>
                    <a:pt x="542" y="425"/>
                  </a:lnTo>
                  <a:lnTo>
                    <a:pt x="619" y="387"/>
                  </a:lnTo>
                  <a:lnTo>
                    <a:pt x="773" y="387"/>
                  </a:lnTo>
                  <a:lnTo>
                    <a:pt x="850" y="425"/>
                  </a:lnTo>
                  <a:lnTo>
                    <a:pt x="966" y="580"/>
                  </a:lnTo>
                  <a:lnTo>
                    <a:pt x="1005" y="657"/>
                  </a:lnTo>
                  <a:lnTo>
                    <a:pt x="1005" y="734"/>
                  </a:lnTo>
                  <a:lnTo>
                    <a:pt x="966" y="927"/>
                  </a:lnTo>
                  <a:lnTo>
                    <a:pt x="966" y="1005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82" y="1159"/>
                  </a:lnTo>
                  <a:lnTo>
                    <a:pt x="1198" y="1159"/>
                  </a:lnTo>
                  <a:lnTo>
                    <a:pt x="1275" y="1121"/>
                  </a:lnTo>
                  <a:lnTo>
                    <a:pt x="1314" y="1082"/>
                  </a:lnTo>
                  <a:lnTo>
                    <a:pt x="1391" y="889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48"/>
                  </a:lnTo>
                  <a:lnTo>
                    <a:pt x="1198" y="194"/>
                  </a:lnTo>
                  <a:lnTo>
                    <a:pt x="1044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19"/>
            <p:cNvSpPr/>
            <p:nvPr/>
          </p:nvSpPr>
          <p:spPr>
            <a:xfrm>
              <a:off x="6081500" y="1911900"/>
              <a:ext cx="255850" cy="266475"/>
            </a:xfrm>
            <a:custGeom>
              <a:avLst/>
              <a:gdLst/>
              <a:ahLst/>
              <a:cxnLst/>
              <a:rect l="l" t="t" r="r" b="b"/>
              <a:pathLst>
                <a:path w="10234" h="10659" extrusionOk="0">
                  <a:moveTo>
                    <a:pt x="8303" y="7299"/>
                  </a:moveTo>
                  <a:lnTo>
                    <a:pt x="8535" y="7376"/>
                  </a:lnTo>
                  <a:lnTo>
                    <a:pt x="8766" y="7453"/>
                  </a:lnTo>
                  <a:lnTo>
                    <a:pt x="8998" y="7569"/>
                  </a:lnTo>
                  <a:lnTo>
                    <a:pt x="9191" y="7723"/>
                  </a:lnTo>
                  <a:lnTo>
                    <a:pt x="9384" y="7878"/>
                  </a:lnTo>
                  <a:lnTo>
                    <a:pt x="9539" y="8109"/>
                  </a:lnTo>
                  <a:lnTo>
                    <a:pt x="9655" y="8341"/>
                  </a:lnTo>
                  <a:lnTo>
                    <a:pt x="9693" y="8573"/>
                  </a:lnTo>
                  <a:lnTo>
                    <a:pt x="9732" y="8843"/>
                  </a:lnTo>
                  <a:lnTo>
                    <a:pt x="9693" y="9152"/>
                  </a:lnTo>
                  <a:lnTo>
                    <a:pt x="9577" y="9422"/>
                  </a:lnTo>
                  <a:lnTo>
                    <a:pt x="9423" y="9654"/>
                  </a:lnTo>
                  <a:lnTo>
                    <a:pt x="9230" y="9847"/>
                  </a:lnTo>
                  <a:lnTo>
                    <a:pt x="8959" y="10002"/>
                  </a:lnTo>
                  <a:lnTo>
                    <a:pt x="8728" y="10117"/>
                  </a:lnTo>
                  <a:lnTo>
                    <a:pt x="8419" y="10156"/>
                  </a:lnTo>
                  <a:lnTo>
                    <a:pt x="8149" y="10156"/>
                  </a:lnTo>
                  <a:lnTo>
                    <a:pt x="7878" y="10079"/>
                  </a:lnTo>
                  <a:lnTo>
                    <a:pt x="7647" y="9963"/>
                  </a:lnTo>
                  <a:lnTo>
                    <a:pt x="7415" y="9770"/>
                  </a:lnTo>
                  <a:lnTo>
                    <a:pt x="7222" y="9577"/>
                  </a:lnTo>
                  <a:lnTo>
                    <a:pt x="7067" y="9345"/>
                  </a:lnTo>
                  <a:lnTo>
                    <a:pt x="6990" y="9075"/>
                  </a:lnTo>
                  <a:lnTo>
                    <a:pt x="6951" y="8805"/>
                  </a:lnTo>
                  <a:lnTo>
                    <a:pt x="6990" y="8496"/>
                  </a:lnTo>
                  <a:lnTo>
                    <a:pt x="7067" y="8264"/>
                  </a:lnTo>
                  <a:lnTo>
                    <a:pt x="7183" y="8071"/>
                  </a:lnTo>
                  <a:lnTo>
                    <a:pt x="7338" y="7878"/>
                  </a:lnTo>
                  <a:lnTo>
                    <a:pt x="7531" y="7723"/>
                  </a:lnTo>
                  <a:lnTo>
                    <a:pt x="7762" y="7569"/>
                  </a:lnTo>
                  <a:lnTo>
                    <a:pt x="8187" y="7337"/>
                  </a:lnTo>
                  <a:lnTo>
                    <a:pt x="8264" y="7299"/>
                  </a:lnTo>
                  <a:close/>
                  <a:moveTo>
                    <a:pt x="2897" y="0"/>
                  </a:moveTo>
                  <a:lnTo>
                    <a:pt x="2704" y="39"/>
                  </a:lnTo>
                  <a:lnTo>
                    <a:pt x="2665" y="78"/>
                  </a:lnTo>
                  <a:lnTo>
                    <a:pt x="2665" y="1313"/>
                  </a:lnTo>
                  <a:lnTo>
                    <a:pt x="2665" y="2588"/>
                  </a:lnTo>
                  <a:lnTo>
                    <a:pt x="2704" y="3823"/>
                  </a:lnTo>
                  <a:lnTo>
                    <a:pt x="2742" y="5059"/>
                  </a:lnTo>
                  <a:lnTo>
                    <a:pt x="2936" y="7492"/>
                  </a:lnTo>
                  <a:lnTo>
                    <a:pt x="2936" y="8148"/>
                  </a:lnTo>
                  <a:lnTo>
                    <a:pt x="2974" y="8457"/>
                  </a:lnTo>
                  <a:lnTo>
                    <a:pt x="3013" y="8611"/>
                  </a:lnTo>
                  <a:lnTo>
                    <a:pt x="3090" y="8766"/>
                  </a:lnTo>
                  <a:lnTo>
                    <a:pt x="1584" y="8689"/>
                  </a:lnTo>
                  <a:lnTo>
                    <a:pt x="1" y="8689"/>
                  </a:lnTo>
                  <a:lnTo>
                    <a:pt x="39" y="8998"/>
                  </a:lnTo>
                  <a:lnTo>
                    <a:pt x="812" y="9113"/>
                  </a:lnTo>
                  <a:lnTo>
                    <a:pt x="1584" y="9152"/>
                  </a:lnTo>
                  <a:lnTo>
                    <a:pt x="3167" y="9229"/>
                  </a:lnTo>
                  <a:lnTo>
                    <a:pt x="4866" y="9306"/>
                  </a:lnTo>
                  <a:lnTo>
                    <a:pt x="5677" y="9306"/>
                  </a:lnTo>
                  <a:lnTo>
                    <a:pt x="6527" y="9229"/>
                  </a:lnTo>
                  <a:lnTo>
                    <a:pt x="6643" y="9538"/>
                  </a:lnTo>
                  <a:lnTo>
                    <a:pt x="6797" y="9847"/>
                  </a:lnTo>
                  <a:lnTo>
                    <a:pt x="6990" y="10079"/>
                  </a:lnTo>
                  <a:lnTo>
                    <a:pt x="7260" y="10310"/>
                  </a:lnTo>
                  <a:lnTo>
                    <a:pt x="7531" y="10465"/>
                  </a:lnTo>
                  <a:lnTo>
                    <a:pt x="7840" y="10581"/>
                  </a:lnTo>
                  <a:lnTo>
                    <a:pt x="8149" y="10658"/>
                  </a:lnTo>
                  <a:lnTo>
                    <a:pt x="8457" y="10658"/>
                  </a:lnTo>
                  <a:lnTo>
                    <a:pt x="8766" y="10619"/>
                  </a:lnTo>
                  <a:lnTo>
                    <a:pt x="9075" y="10504"/>
                  </a:lnTo>
                  <a:lnTo>
                    <a:pt x="9346" y="10388"/>
                  </a:lnTo>
                  <a:lnTo>
                    <a:pt x="9577" y="10195"/>
                  </a:lnTo>
                  <a:lnTo>
                    <a:pt x="9809" y="9963"/>
                  </a:lnTo>
                  <a:lnTo>
                    <a:pt x="9963" y="9693"/>
                  </a:lnTo>
                  <a:lnTo>
                    <a:pt x="10118" y="9422"/>
                  </a:lnTo>
                  <a:lnTo>
                    <a:pt x="10195" y="9113"/>
                  </a:lnTo>
                  <a:lnTo>
                    <a:pt x="10234" y="9113"/>
                  </a:lnTo>
                  <a:lnTo>
                    <a:pt x="10234" y="8766"/>
                  </a:lnTo>
                  <a:lnTo>
                    <a:pt x="10195" y="8380"/>
                  </a:lnTo>
                  <a:lnTo>
                    <a:pt x="10041" y="8071"/>
                  </a:lnTo>
                  <a:lnTo>
                    <a:pt x="9886" y="7762"/>
                  </a:lnTo>
                  <a:lnTo>
                    <a:pt x="9655" y="7492"/>
                  </a:lnTo>
                  <a:lnTo>
                    <a:pt x="9346" y="7260"/>
                  </a:lnTo>
                  <a:lnTo>
                    <a:pt x="9037" y="7105"/>
                  </a:lnTo>
                  <a:lnTo>
                    <a:pt x="8689" y="7028"/>
                  </a:lnTo>
                  <a:lnTo>
                    <a:pt x="8342" y="6990"/>
                  </a:lnTo>
                  <a:lnTo>
                    <a:pt x="8226" y="7067"/>
                  </a:lnTo>
                  <a:lnTo>
                    <a:pt x="8187" y="7028"/>
                  </a:lnTo>
                  <a:lnTo>
                    <a:pt x="8110" y="6990"/>
                  </a:lnTo>
                  <a:lnTo>
                    <a:pt x="7955" y="6990"/>
                  </a:lnTo>
                  <a:lnTo>
                    <a:pt x="7762" y="7028"/>
                  </a:lnTo>
                  <a:lnTo>
                    <a:pt x="7453" y="7144"/>
                  </a:lnTo>
                  <a:lnTo>
                    <a:pt x="7183" y="7337"/>
                  </a:lnTo>
                  <a:lnTo>
                    <a:pt x="6951" y="7569"/>
                  </a:lnTo>
                  <a:lnTo>
                    <a:pt x="6758" y="7878"/>
                  </a:lnTo>
                  <a:lnTo>
                    <a:pt x="6604" y="8187"/>
                  </a:lnTo>
                  <a:lnTo>
                    <a:pt x="6488" y="8496"/>
                  </a:lnTo>
                  <a:lnTo>
                    <a:pt x="6488" y="8843"/>
                  </a:lnTo>
                  <a:lnTo>
                    <a:pt x="5716" y="8766"/>
                  </a:lnTo>
                  <a:lnTo>
                    <a:pt x="3476" y="8766"/>
                  </a:lnTo>
                  <a:lnTo>
                    <a:pt x="3515" y="8689"/>
                  </a:lnTo>
                  <a:lnTo>
                    <a:pt x="3515" y="8650"/>
                  </a:lnTo>
                  <a:lnTo>
                    <a:pt x="3476" y="8573"/>
                  </a:lnTo>
                  <a:lnTo>
                    <a:pt x="3438" y="8496"/>
                  </a:lnTo>
                  <a:lnTo>
                    <a:pt x="3399" y="8457"/>
                  </a:lnTo>
                  <a:lnTo>
                    <a:pt x="3322" y="8457"/>
                  </a:lnTo>
                  <a:lnTo>
                    <a:pt x="3244" y="8496"/>
                  </a:lnTo>
                  <a:lnTo>
                    <a:pt x="3322" y="8380"/>
                  </a:lnTo>
                  <a:lnTo>
                    <a:pt x="3322" y="8225"/>
                  </a:lnTo>
                  <a:lnTo>
                    <a:pt x="3322" y="8071"/>
                  </a:lnTo>
                  <a:lnTo>
                    <a:pt x="3283" y="7955"/>
                  </a:lnTo>
                  <a:lnTo>
                    <a:pt x="3244" y="7337"/>
                  </a:lnTo>
                  <a:lnTo>
                    <a:pt x="3167" y="6410"/>
                  </a:lnTo>
                  <a:lnTo>
                    <a:pt x="3051" y="4325"/>
                  </a:lnTo>
                  <a:lnTo>
                    <a:pt x="2974" y="2201"/>
                  </a:lnTo>
                  <a:lnTo>
                    <a:pt x="2897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19"/>
            <p:cNvSpPr/>
            <p:nvPr/>
          </p:nvSpPr>
          <p:spPr>
            <a:xfrm>
              <a:off x="2715250" y="1912850"/>
              <a:ext cx="147725" cy="161250"/>
            </a:xfrm>
            <a:custGeom>
              <a:avLst/>
              <a:gdLst/>
              <a:ahLst/>
              <a:cxnLst/>
              <a:rect l="l" t="t" r="r" b="b"/>
              <a:pathLst>
                <a:path w="5909" h="6450" extrusionOk="0">
                  <a:moveTo>
                    <a:pt x="2781" y="503"/>
                  </a:moveTo>
                  <a:lnTo>
                    <a:pt x="3283" y="580"/>
                  </a:lnTo>
                  <a:lnTo>
                    <a:pt x="3746" y="735"/>
                  </a:lnTo>
                  <a:lnTo>
                    <a:pt x="4210" y="966"/>
                  </a:lnTo>
                  <a:lnTo>
                    <a:pt x="4403" y="1082"/>
                  </a:lnTo>
                  <a:lnTo>
                    <a:pt x="4596" y="1275"/>
                  </a:lnTo>
                  <a:lnTo>
                    <a:pt x="4750" y="1468"/>
                  </a:lnTo>
                  <a:lnTo>
                    <a:pt x="4943" y="1661"/>
                  </a:lnTo>
                  <a:lnTo>
                    <a:pt x="5059" y="1893"/>
                  </a:lnTo>
                  <a:lnTo>
                    <a:pt x="5175" y="2125"/>
                  </a:lnTo>
                  <a:lnTo>
                    <a:pt x="5330" y="2588"/>
                  </a:lnTo>
                  <a:lnTo>
                    <a:pt x="5407" y="3052"/>
                  </a:lnTo>
                  <a:lnTo>
                    <a:pt x="5407" y="3515"/>
                  </a:lnTo>
                  <a:lnTo>
                    <a:pt x="5368" y="4017"/>
                  </a:lnTo>
                  <a:lnTo>
                    <a:pt x="5214" y="4442"/>
                  </a:lnTo>
                  <a:lnTo>
                    <a:pt x="4982" y="4866"/>
                  </a:lnTo>
                  <a:lnTo>
                    <a:pt x="4828" y="5059"/>
                  </a:lnTo>
                  <a:lnTo>
                    <a:pt x="4673" y="5253"/>
                  </a:lnTo>
                  <a:lnTo>
                    <a:pt x="4480" y="5407"/>
                  </a:lnTo>
                  <a:lnTo>
                    <a:pt x="4287" y="5561"/>
                  </a:lnTo>
                  <a:lnTo>
                    <a:pt x="4017" y="5716"/>
                  </a:lnTo>
                  <a:lnTo>
                    <a:pt x="3746" y="5832"/>
                  </a:lnTo>
                  <a:lnTo>
                    <a:pt x="3515" y="5909"/>
                  </a:lnTo>
                  <a:lnTo>
                    <a:pt x="3244" y="5948"/>
                  </a:lnTo>
                  <a:lnTo>
                    <a:pt x="2742" y="5948"/>
                  </a:lnTo>
                  <a:lnTo>
                    <a:pt x="2511" y="5870"/>
                  </a:lnTo>
                  <a:lnTo>
                    <a:pt x="2279" y="5793"/>
                  </a:lnTo>
                  <a:lnTo>
                    <a:pt x="2047" y="5677"/>
                  </a:lnTo>
                  <a:lnTo>
                    <a:pt x="1816" y="5561"/>
                  </a:lnTo>
                  <a:lnTo>
                    <a:pt x="1623" y="5407"/>
                  </a:lnTo>
                  <a:lnTo>
                    <a:pt x="1429" y="5214"/>
                  </a:lnTo>
                  <a:lnTo>
                    <a:pt x="1082" y="4828"/>
                  </a:lnTo>
                  <a:lnTo>
                    <a:pt x="812" y="4364"/>
                  </a:lnTo>
                  <a:lnTo>
                    <a:pt x="619" y="3862"/>
                  </a:lnTo>
                  <a:lnTo>
                    <a:pt x="464" y="3322"/>
                  </a:lnTo>
                  <a:lnTo>
                    <a:pt x="426" y="2820"/>
                  </a:lnTo>
                  <a:lnTo>
                    <a:pt x="426" y="2550"/>
                  </a:lnTo>
                  <a:lnTo>
                    <a:pt x="464" y="2279"/>
                  </a:lnTo>
                  <a:lnTo>
                    <a:pt x="503" y="2048"/>
                  </a:lnTo>
                  <a:lnTo>
                    <a:pt x="619" y="1777"/>
                  </a:lnTo>
                  <a:lnTo>
                    <a:pt x="696" y="1584"/>
                  </a:lnTo>
                  <a:lnTo>
                    <a:pt x="850" y="1352"/>
                  </a:lnTo>
                  <a:lnTo>
                    <a:pt x="1005" y="1159"/>
                  </a:lnTo>
                  <a:lnTo>
                    <a:pt x="1198" y="966"/>
                  </a:lnTo>
                  <a:lnTo>
                    <a:pt x="1429" y="812"/>
                  </a:lnTo>
                  <a:lnTo>
                    <a:pt x="1700" y="657"/>
                  </a:lnTo>
                  <a:lnTo>
                    <a:pt x="1738" y="619"/>
                  </a:lnTo>
                  <a:lnTo>
                    <a:pt x="1738" y="580"/>
                  </a:lnTo>
                  <a:lnTo>
                    <a:pt x="2240" y="503"/>
                  </a:lnTo>
                  <a:close/>
                  <a:moveTo>
                    <a:pt x="2588" y="1"/>
                  </a:moveTo>
                  <a:lnTo>
                    <a:pt x="2279" y="40"/>
                  </a:lnTo>
                  <a:lnTo>
                    <a:pt x="1970" y="78"/>
                  </a:lnTo>
                  <a:lnTo>
                    <a:pt x="1661" y="155"/>
                  </a:lnTo>
                  <a:lnTo>
                    <a:pt x="1391" y="233"/>
                  </a:lnTo>
                  <a:lnTo>
                    <a:pt x="1314" y="310"/>
                  </a:lnTo>
                  <a:lnTo>
                    <a:pt x="1236" y="387"/>
                  </a:lnTo>
                  <a:lnTo>
                    <a:pt x="1236" y="464"/>
                  </a:lnTo>
                  <a:lnTo>
                    <a:pt x="1275" y="542"/>
                  </a:lnTo>
                  <a:lnTo>
                    <a:pt x="1005" y="657"/>
                  </a:lnTo>
                  <a:lnTo>
                    <a:pt x="773" y="850"/>
                  </a:lnTo>
                  <a:lnTo>
                    <a:pt x="580" y="1044"/>
                  </a:lnTo>
                  <a:lnTo>
                    <a:pt x="426" y="1237"/>
                  </a:lnTo>
                  <a:lnTo>
                    <a:pt x="271" y="1468"/>
                  </a:lnTo>
                  <a:lnTo>
                    <a:pt x="155" y="1700"/>
                  </a:lnTo>
                  <a:lnTo>
                    <a:pt x="78" y="1970"/>
                  </a:lnTo>
                  <a:lnTo>
                    <a:pt x="39" y="2241"/>
                  </a:lnTo>
                  <a:lnTo>
                    <a:pt x="1" y="2511"/>
                  </a:lnTo>
                  <a:lnTo>
                    <a:pt x="1" y="2781"/>
                  </a:lnTo>
                  <a:lnTo>
                    <a:pt x="39" y="3360"/>
                  </a:lnTo>
                  <a:lnTo>
                    <a:pt x="155" y="3901"/>
                  </a:lnTo>
                  <a:lnTo>
                    <a:pt x="387" y="4442"/>
                  </a:lnTo>
                  <a:lnTo>
                    <a:pt x="696" y="5021"/>
                  </a:lnTo>
                  <a:lnTo>
                    <a:pt x="889" y="5253"/>
                  </a:lnTo>
                  <a:lnTo>
                    <a:pt x="1082" y="5484"/>
                  </a:lnTo>
                  <a:lnTo>
                    <a:pt x="1275" y="5716"/>
                  </a:lnTo>
                  <a:lnTo>
                    <a:pt x="1507" y="5909"/>
                  </a:lnTo>
                  <a:lnTo>
                    <a:pt x="1738" y="6063"/>
                  </a:lnTo>
                  <a:lnTo>
                    <a:pt x="2009" y="6179"/>
                  </a:lnTo>
                  <a:lnTo>
                    <a:pt x="2240" y="6295"/>
                  </a:lnTo>
                  <a:lnTo>
                    <a:pt x="2511" y="6372"/>
                  </a:lnTo>
                  <a:lnTo>
                    <a:pt x="2820" y="6411"/>
                  </a:lnTo>
                  <a:lnTo>
                    <a:pt x="3090" y="6450"/>
                  </a:lnTo>
                  <a:lnTo>
                    <a:pt x="3399" y="6411"/>
                  </a:lnTo>
                  <a:lnTo>
                    <a:pt x="3669" y="6334"/>
                  </a:lnTo>
                  <a:lnTo>
                    <a:pt x="3978" y="6218"/>
                  </a:lnTo>
                  <a:lnTo>
                    <a:pt x="4326" y="6102"/>
                  </a:lnTo>
                  <a:lnTo>
                    <a:pt x="4557" y="5909"/>
                  </a:lnTo>
                  <a:lnTo>
                    <a:pt x="4828" y="5716"/>
                  </a:lnTo>
                  <a:lnTo>
                    <a:pt x="5021" y="5523"/>
                  </a:lnTo>
                  <a:lnTo>
                    <a:pt x="5214" y="5291"/>
                  </a:lnTo>
                  <a:lnTo>
                    <a:pt x="5407" y="5059"/>
                  </a:lnTo>
                  <a:lnTo>
                    <a:pt x="5561" y="4789"/>
                  </a:lnTo>
                  <a:lnTo>
                    <a:pt x="5677" y="4519"/>
                  </a:lnTo>
                  <a:lnTo>
                    <a:pt x="5754" y="4249"/>
                  </a:lnTo>
                  <a:lnTo>
                    <a:pt x="5832" y="3940"/>
                  </a:lnTo>
                  <a:lnTo>
                    <a:pt x="5870" y="3669"/>
                  </a:lnTo>
                  <a:lnTo>
                    <a:pt x="5909" y="3360"/>
                  </a:lnTo>
                  <a:lnTo>
                    <a:pt x="5870" y="3052"/>
                  </a:lnTo>
                  <a:lnTo>
                    <a:pt x="5832" y="2743"/>
                  </a:lnTo>
                  <a:lnTo>
                    <a:pt x="5793" y="2472"/>
                  </a:lnTo>
                  <a:lnTo>
                    <a:pt x="5716" y="2163"/>
                  </a:lnTo>
                  <a:lnTo>
                    <a:pt x="5600" y="1893"/>
                  </a:lnTo>
                  <a:lnTo>
                    <a:pt x="5445" y="1584"/>
                  </a:lnTo>
                  <a:lnTo>
                    <a:pt x="5252" y="1352"/>
                  </a:lnTo>
                  <a:lnTo>
                    <a:pt x="5059" y="1082"/>
                  </a:lnTo>
                  <a:lnTo>
                    <a:pt x="4828" y="889"/>
                  </a:lnTo>
                  <a:lnTo>
                    <a:pt x="4596" y="696"/>
                  </a:lnTo>
                  <a:lnTo>
                    <a:pt x="4364" y="503"/>
                  </a:lnTo>
                  <a:lnTo>
                    <a:pt x="4094" y="348"/>
                  </a:lnTo>
                  <a:lnTo>
                    <a:pt x="3785" y="233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40"/>
                  </a:lnTo>
                  <a:lnTo>
                    <a:pt x="25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19"/>
            <p:cNvSpPr/>
            <p:nvPr/>
          </p:nvSpPr>
          <p:spPr>
            <a:xfrm>
              <a:off x="1882150" y="19148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6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3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3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3" y="464"/>
                  </a:lnTo>
                  <a:lnTo>
                    <a:pt x="541" y="386"/>
                  </a:lnTo>
                  <a:lnTo>
                    <a:pt x="772" y="386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5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4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4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19"/>
            <p:cNvSpPr/>
            <p:nvPr/>
          </p:nvSpPr>
          <p:spPr>
            <a:xfrm>
              <a:off x="6734100" y="1914800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0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8"/>
                  </a:lnTo>
                  <a:lnTo>
                    <a:pt x="116" y="5059"/>
                  </a:lnTo>
                  <a:lnTo>
                    <a:pt x="0" y="6719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6" y="77"/>
                  </a:lnTo>
                  <a:lnTo>
                    <a:pt x="1236" y="39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19"/>
            <p:cNvSpPr/>
            <p:nvPr/>
          </p:nvSpPr>
          <p:spPr>
            <a:xfrm>
              <a:off x="668675" y="1916725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0"/>
                  </a:moveTo>
                  <a:lnTo>
                    <a:pt x="11469" y="78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7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438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1" y="6681"/>
                  </a:lnTo>
                  <a:lnTo>
                    <a:pt x="13515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8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3"/>
                  </a:lnTo>
                  <a:lnTo>
                    <a:pt x="1081" y="10697"/>
                  </a:lnTo>
                  <a:lnTo>
                    <a:pt x="811" y="10542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6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0" y="9886"/>
                  </a:lnTo>
                  <a:lnTo>
                    <a:pt x="39" y="10117"/>
                  </a:lnTo>
                  <a:lnTo>
                    <a:pt x="77" y="10311"/>
                  </a:lnTo>
                  <a:lnTo>
                    <a:pt x="193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1" y="11353"/>
                  </a:lnTo>
                  <a:lnTo>
                    <a:pt x="2626" y="11430"/>
                  </a:lnTo>
                  <a:lnTo>
                    <a:pt x="3321" y="11508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8"/>
                  </a:lnTo>
                  <a:lnTo>
                    <a:pt x="6063" y="11430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4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7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7" y="6565"/>
                  </a:lnTo>
                  <a:lnTo>
                    <a:pt x="14017" y="6333"/>
                  </a:lnTo>
                  <a:lnTo>
                    <a:pt x="14017" y="6140"/>
                  </a:lnTo>
                  <a:lnTo>
                    <a:pt x="13940" y="5908"/>
                  </a:lnTo>
                  <a:lnTo>
                    <a:pt x="13863" y="5715"/>
                  </a:lnTo>
                  <a:lnTo>
                    <a:pt x="13747" y="5522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6"/>
                  </a:lnTo>
                  <a:lnTo>
                    <a:pt x="13091" y="5136"/>
                  </a:lnTo>
                  <a:lnTo>
                    <a:pt x="12820" y="3823"/>
                  </a:lnTo>
                  <a:lnTo>
                    <a:pt x="12511" y="2549"/>
                  </a:lnTo>
                  <a:lnTo>
                    <a:pt x="12164" y="1275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19"/>
            <p:cNvSpPr/>
            <p:nvPr/>
          </p:nvSpPr>
          <p:spPr>
            <a:xfrm>
              <a:off x="6761125" y="19167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5" y="5098"/>
                  </a:lnTo>
                  <a:lnTo>
                    <a:pt x="4326" y="5445"/>
                  </a:lnTo>
                  <a:lnTo>
                    <a:pt x="4634" y="5793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3" y="4866"/>
                  </a:lnTo>
                  <a:lnTo>
                    <a:pt x="3862" y="4171"/>
                  </a:lnTo>
                  <a:lnTo>
                    <a:pt x="2704" y="2781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19"/>
            <p:cNvSpPr/>
            <p:nvPr/>
          </p:nvSpPr>
          <p:spPr>
            <a:xfrm>
              <a:off x="5030225" y="191865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19"/>
            <p:cNvSpPr/>
            <p:nvPr/>
          </p:nvSpPr>
          <p:spPr>
            <a:xfrm>
              <a:off x="6615350" y="1924450"/>
              <a:ext cx="61825" cy="160275"/>
            </a:xfrm>
            <a:custGeom>
              <a:avLst/>
              <a:gdLst/>
              <a:ahLst/>
              <a:cxnLst/>
              <a:rect l="l" t="t" r="r" b="b"/>
              <a:pathLst>
                <a:path w="2473" h="6411" extrusionOk="0">
                  <a:moveTo>
                    <a:pt x="310" y="0"/>
                  </a:moveTo>
                  <a:lnTo>
                    <a:pt x="1" y="78"/>
                  </a:lnTo>
                  <a:lnTo>
                    <a:pt x="194" y="927"/>
                  </a:lnTo>
                  <a:lnTo>
                    <a:pt x="426" y="1777"/>
                  </a:lnTo>
                  <a:lnTo>
                    <a:pt x="657" y="2626"/>
                  </a:lnTo>
                  <a:lnTo>
                    <a:pt x="928" y="3476"/>
                  </a:lnTo>
                  <a:lnTo>
                    <a:pt x="1507" y="5097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2" y="6140"/>
                  </a:lnTo>
                  <a:lnTo>
                    <a:pt x="2086" y="6333"/>
                  </a:lnTo>
                  <a:lnTo>
                    <a:pt x="2125" y="6410"/>
                  </a:lnTo>
                  <a:lnTo>
                    <a:pt x="2318" y="6410"/>
                  </a:lnTo>
                  <a:lnTo>
                    <a:pt x="2356" y="6333"/>
                  </a:lnTo>
                  <a:lnTo>
                    <a:pt x="2434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5" y="5599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19"/>
            <p:cNvSpPr/>
            <p:nvPr/>
          </p:nvSpPr>
          <p:spPr>
            <a:xfrm>
              <a:off x="3366875" y="19263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1" y="2317"/>
                  </a:lnTo>
                  <a:lnTo>
                    <a:pt x="6449" y="3901"/>
                  </a:lnTo>
                  <a:lnTo>
                    <a:pt x="6527" y="6990"/>
                  </a:lnTo>
                  <a:lnTo>
                    <a:pt x="3515" y="6758"/>
                  </a:lnTo>
                  <a:lnTo>
                    <a:pt x="2009" y="6642"/>
                  </a:lnTo>
                  <a:lnTo>
                    <a:pt x="503" y="6604"/>
                  </a:lnTo>
                  <a:lnTo>
                    <a:pt x="1352" y="5986"/>
                  </a:lnTo>
                  <a:lnTo>
                    <a:pt x="2202" y="5291"/>
                  </a:lnTo>
                  <a:lnTo>
                    <a:pt x="2974" y="4557"/>
                  </a:lnTo>
                  <a:lnTo>
                    <a:pt x="3708" y="3823"/>
                  </a:lnTo>
                  <a:lnTo>
                    <a:pt x="4441" y="3090"/>
                  </a:lnTo>
                  <a:lnTo>
                    <a:pt x="5137" y="2356"/>
                  </a:lnTo>
                  <a:lnTo>
                    <a:pt x="5793" y="1584"/>
                  </a:lnTo>
                  <a:lnTo>
                    <a:pt x="6449" y="773"/>
                  </a:lnTo>
                  <a:close/>
                  <a:moveTo>
                    <a:pt x="6720" y="1"/>
                  </a:moveTo>
                  <a:lnTo>
                    <a:pt x="6643" y="39"/>
                  </a:lnTo>
                  <a:lnTo>
                    <a:pt x="6565" y="39"/>
                  </a:lnTo>
                  <a:lnTo>
                    <a:pt x="6488" y="116"/>
                  </a:lnTo>
                  <a:lnTo>
                    <a:pt x="4982" y="1854"/>
                  </a:lnTo>
                  <a:lnTo>
                    <a:pt x="4210" y="2704"/>
                  </a:lnTo>
                  <a:lnTo>
                    <a:pt x="3438" y="3515"/>
                  </a:lnTo>
                  <a:lnTo>
                    <a:pt x="2588" y="4287"/>
                  </a:lnTo>
                  <a:lnTo>
                    <a:pt x="1738" y="5059"/>
                  </a:lnTo>
                  <a:lnTo>
                    <a:pt x="889" y="5793"/>
                  </a:lnTo>
                  <a:lnTo>
                    <a:pt x="39" y="6604"/>
                  </a:lnTo>
                  <a:lnTo>
                    <a:pt x="1" y="6642"/>
                  </a:lnTo>
                  <a:lnTo>
                    <a:pt x="1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1" y="6913"/>
                  </a:lnTo>
                  <a:lnTo>
                    <a:pt x="39" y="6990"/>
                  </a:lnTo>
                  <a:lnTo>
                    <a:pt x="117" y="7144"/>
                  </a:lnTo>
                  <a:lnTo>
                    <a:pt x="387" y="6990"/>
                  </a:lnTo>
                  <a:lnTo>
                    <a:pt x="1893" y="7144"/>
                  </a:lnTo>
                  <a:lnTo>
                    <a:pt x="3438" y="7299"/>
                  </a:lnTo>
                  <a:lnTo>
                    <a:pt x="6527" y="7453"/>
                  </a:lnTo>
                  <a:lnTo>
                    <a:pt x="6565" y="9307"/>
                  </a:lnTo>
                  <a:lnTo>
                    <a:pt x="6527" y="12628"/>
                  </a:lnTo>
                  <a:lnTo>
                    <a:pt x="6951" y="12628"/>
                  </a:lnTo>
                  <a:lnTo>
                    <a:pt x="6990" y="9461"/>
                  </a:lnTo>
                  <a:lnTo>
                    <a:pt x="6990" y="7492"/>
                  </a:lnTo>
                  <a:lnTo>
                    <a:pt x="8651" y="7569"/>
                  </a:lnTo>
                  <a:lnTo>
                    <a:pt x="10311" y="7646"/>
                  </a:lnTo>
                  <a:lnTo>
                    <a:pt x="10311" y="7183"/>
                  </a:lnTo>
                  <a:lnTo>
                    <a:pt x="8651" y="7106"/>
                  </a:lnTo>
                  <a:lnTo>
                    <a:pt x="6990" y="7028"/>
                  </a:lnTo>
                  <a:lnTo>
                    <a:pt x="7029" y="5368"/>
                  </a:lnTo>
                  <a:lnTo>
                    <a:pt x="6990" y="3708"/>
                  </a:lnTo>
                  <a:lnTo>
                    <a:pt x="6951" y="2047"/>
                  </a:lnTo>
                  <a:lnTo>
                    <a:pt x="6797" y="387"/>
                  </a:lnTo>
                  <a:lnTo>
                    <a:pt x="6990" y="194"/>
                  </a:lnTo>
                  <a:lnTo>
                    <a:pt x="6836" y="39"/>
                  </a:lnTo>
                  <a:lnTo>
                    <a:pt x="67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19"/>
            <p:cNvSpPr/>
            <p:nvPr/>
          </p:nvSpPr>
          <p:spPr>
            <a:xfrm>
              <a:off x="6625000" y="1926375"/>
              <a:ext cx="355300" cy="170900"/>
            </a:xfrm>
            <a:custGeom>
              <a:avLst/>
              <a:gdLst/>
              <a:ahLst/>
              <a:cxnLst/>
              <a:rect l="l" t="t" r="r" b="b"/>
              <a:pathLst>
                <a:path w="14212" h="6836" extrusionOk="0">
                  <a:moveTo>
                    <a:pt x="117" y="1"/>
                  </a:moveTo>
                  <a:lnTo>
                    <a:pt x="1" y="39"/>
                  </a:lnTo>
                  <a:lnTo>
                    <a:pt x="1970" y="3206"/>
                  </a:lnTo>
                  <a:lnTo>
                    <a:pt x="4056" y="6333"/>
                  </a:lnTo>
                  <a:lnTo>
                    <a:pt x="3554" y="6295"/>
                  </a:lnTo>
                  <a:lnTo>
                    <a:pt x="3052" y="6179"/>
                  </a:lnTo>
                  <a:lnTo>
                    <a:pt x="2588" y="6024"/>
                  </a:lnTo>
                  <a:lnTo>
                    <a:pt x="2125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8" y="6720"/>
                  </a:lnTo>
                  <a:lnTo>
                    <a:pt x="4133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9" y="6488"/>
                  </a:lnTo>
                  <a:lnTo>
                    <a:pt x="8960" y="6295"/>
                  </a:lnTo>
                  <a:lnTo>
                    <a:pt x="9771" y="6024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8" y="4673"/>
                  </a:lnTo>
                  <a:lnTo>
                    <a:pt x="12667" y="4403"/>
                  </a:lnTo>
                  <a:lnTo>
                    <a:pt x="12976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80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3" y="2163"/>
                  </a:lnTo>
                  <a:lnTo>
                    <a:pt x="14173" y="2124"/>
                  </a:lnTo>
                  <a:lnTo>
                    <a:pt x="13864" y="2124"/>
                  </a:lnTo>
                  <a:lnTo>
                    <a:pt x="13825" y="2163"/>
                  </a:lnTo>
                  <a:lnTo>
                    <a:pt x="13555" y="2704"/>
                  </a:lnTo>
                  <a:lnTo>
                    <a:pt x="13207" y="3167"/>
                  </a:lnTo>
                  <a:lnTo>
                    <a:pt x="12860" y="3630"/>
                  </a:lnTo>
                  <a:lnTo>
                    <a:pt x="12474" y="4016"/>
                  </a:lnTo>
                  <a:lnTo>
                    <a:pt x="12010" y="4364"/>
                  </a:lnTo>
                  <a:lnTo>
                    <a:pt x="11547" y="4712"/>
                  </a:lnTo>
                  <a:lnTo>
                    <a:pt x="11083" y="4982"/>
                  </a:lnTo>
                  <a:lnTo>
                    <a:pt x="10543" y="5252"/>
                  </a:lnTo>
                  <a:lnTo>
                    <a:pt x="10350" y="5252"/>
                  </a:lnTo>
                  <a:lnTo>
                    <a:pt x="10350" y="5368"/>
                  </a:lnTo>
                  <a:lnTo>
                    <a:pt x="10273" y="5368"/>
                  </a:lnTo>
                  <a:lnTo>
                    <a:pt x="10079" y="5407"/>
                  </a:lnTo>
                  <a:lnTo>
                    <a:pt x="10157" y="5445"/>
                  </a:lnTo>
                  <a:lnTo>
                    <a:pt x="9500" y="5677"/>
                  </a:lnTo>
                  <a:lnTo>
                    <a:pt x="8844" y="5870"/>
                  </a:lnTo>
                  <a:lnTo>
                    <a:pt x="7840" y="6102"/>
                  </a:lnTo>
                  <a:lnTo>
                    <a:pt x="6759" y="6295"/>
                  </a:lnTo>
                  <a:lnTo>
                    <a:pt x="6218" y="6333"/>
                  </a:lnTo>
                  <a:lnTo>
                    <a:pt x="5677" y="6411"/>
                  </a:lnTo>
                  <a:lnTo>
                    <a:pt x="4558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19"/>
            <p:cNvSpPr/>
            <p:nvPr/>
          </p:nvSpPr>
          <p:spPr>
            <a:xfrm>
              <a:off x="3536800" y="19312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3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6" y="7492"/>
                  </a:lnTo>
                  <a:lnTo>
                    <a:pt x="6371" y="7453"/>
                  </a:lnTo>
                  <a:lnTo>
                    <a:pt x="6371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59" y="12087"/>
                  </a:lnTo>
                  <a:lnTo>
                    <a:pt x="1583" y="14983"/>
                  </a:lnTo>
                  <a:lnTo>
                    <a:pt x="772" y="16451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8" y="16759"/>
                  </a:lnTo>
                  <a:lnTo>
                    <a:pt x="1969" y="15369"/>
                  </a:lnTo>
                  <a:lnTo>
                    <a:pt x="2780" y="13979"/>
                  </a:lnTo>
                  <a:lnTo>
                    <a:pt x="3591" y="12589"/>
                  </a:lnTo>
                  <a:lnTo>
                    <a:pt x="4441" y="11199"/>
                  </a:lnTo>
                  <a:lnTo>
                    <a:pt x="5290" y="9809"/>
                  </a:lnTo>
                  <a:lnTo>
                    <a:pt x="5715" y="9191"/>
                  </a:lnTo>
                  <a:lnTo>
                    <a:pt x="6178" y="8612"/>
                  </a:lnTo>
                  <a:lnTo>
                    <a:pt x="6603" y="8033"/>
                  </a:lnTo>
                  <a:lnTo>
                    <a:pt x="6989" y="7453"/>
                  </a:lnTo>
                  <a:lnTo>
                    <a:pt x="6989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89" y="7067"/>
                  </a:lnTo>
                  <a:lnTo>
                    <a:pt x="6873" y="7029"/>
                  </a:lnTo>
                  <a:lnTo>
                    <a:pt x="6835" y="7029"/>
                  </a:lnTo>
                  <a:lnTo>
                    <a:pt x="6101" y="6102"/>
                  </a:lnTo>
                  <a:lnTo>
                    <a:pt x="5290" y="5175"/>
                  </a:lnTo>
                  <a:lnTo>
                    <a:pt x="3668" y="3437"/>
                  </a:lnTo>
                  <a:lnTo>
                    <a:pt x="1969" y="1700"/>
                  </a:lnTo>
                  <a:lnTo>
                    <a:pt x="1081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19"/>
            <p:cNvSpPr/>
            <p:nvPr/>
          </p:nvSpPr>
          <p:spPr>
            <a:xfrm>
              <a:off x="902300" y="1957275"/>
              <a:ext cx="17400" cy="181500"/>
            </a:xfrm>
            <a:custGeom>
              <a:avLst/>
              <a:gdLst/>
              <a:ahLst/>
              <a:cxnLst/>
              <a:rect l="l" t="t" r="r" b="b"/>
              <a:pathLst>
                <a:path w="696" h="7260" extrusionOk="0">
                  <a:moveTo>
                    <a:pt x="425" y="0"/>
                  </a:moveTo>
                  <a:lnTo>
                    <a:pt x="348" y="888"/>
                  </a:lnTo>
                  <a:lnTo>
                    <a:pt x="232" y="1815"/>
                  </a:lnTo>
                  <a:lnTo>
                    <a:pt x="154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19"/>
            <p:cNvSpPr/>
            <p:nvPr/>
          </p:nvSpPr>
          <p:spPr>
            <a:xfrm>
              <a:off x="4880575" y="1957275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1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2" y="1738"/>
                  </a:lnTo>
                  <a:lnTo>
                    <a:pt x="310" y="3398"/>
                  </a:lnTo>
                  <a:lnTo>
                    <a:pt x="117" y="5059"/>
                  </a:lnTo>
                  <a:lnTo>
                    <a:pt x="1" y="6719"/>
                  </a:lnTo>
                  <a:lnTo>
                    <a:pt x="233" y="6758"/>
                  </a:lnTo>
                  <a:lnTo>
                    <a:pt x="503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7" y="77"/>
                  </a:lnTo>
                  <a:lnTo>
                    <a:pt x="1237" y="39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19"/>
            <p:cNvSpPr/>
            <p:nvPr/>
          </p:nvSpPr>
          <p:spPr>
            <a:xfrm>
              <a:off x="4907625" y="1959200"/>
              <a:ext cx="121650" cy="144825"/>
            </a:xfrm>
            <a:custGeom>
              <a:avLst/>
              <a:gdLst/>
              <a:ahLst/>
              <a:cxnLst/>
              <a:rect l="l" t="t" r="r" b="b"/>
              <a:pathLst>
                <a:path w="4866" h="5793" extrusionOk="0">
                  <a:moveTo>
                    <a:pt x="155" y="0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5"/>
                  </a:lnTo>
                  <a:lnTo>
                    <a:pt x="2896" y="3630"/>
                  </a:lnTo>
                  <a:lnTo>
                    <a:pt x="3475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7" y="1352"/>
                  </a:lnTo>
                  <a:lnTo>
                    <a:pt x="811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19"/>
            <p:cNvSpPr/>
            <p:nvPr/>
          </p:nvSpPr>
          <p:spPr>
            <a:xfrm>
              <a:off x="4761850" y="196692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0"/>
                  </a:moveTo>
                  <a:lnTo>
                    <a:pt x="0" y="78"/>
                  </a:lnTo>
                  <a:lnTo>
                    <a:pt x="193" y="927"/>
                  </a:lnTo>
                  <a:lnTo>
                    <a:pt x="425" y="1777"/>
                  </a:lnTo>
                  <a:lnTo>
                    <a:pt x="657" y="2626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1" y="6140"/>
                  </a:lnTo>
                  <a:lnTo>
                    <a:pt x="2085" y="6333"/>
                  </a:lnTo>
                  <a:lnTo>
                    <a:pt x="2124" y="6410"/>
                  </a:lnTo>
                  <a:lnTo>
                    <a:pt x="2317" y="6410"/>
                  </a:lnTo>
                  <a:lnTo>
                    <a:pt x="2356" y="6333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7" y="2935"/>
                  </a:lnTo>
                  <a:lnTo>
                    <a:pt x="734" y="1468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19"/>
            <p:cNvSpPr/>
            <p:nvPr/>
          </p:nvSpPr>
          <p:spPr>
            <a:xfrm>
              <a:off x="4771500" y="196885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0" y="39"/>
                  </a:lnTo>
                  <a:lnTo>
                    <a:pt x="1970" y="3206"/>
                  </a:lnTo>
                  <a:lnTo>
                    <a:pt x="4055" y="6333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2"/>
                  </a:lnTo>
                  <a:lnTo>
                    <a:pt x="3707" y="6720"/>
                  </a:lnTo>
                  <a:lnTo>
                    <a:pt x="4132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7" y="6333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19"/>
            <p:cNvSpPr/>
            <p:nvPr/>
          </p:nvSpPr>
          <p:spPr>
            <a:xfrm>
              <a:off x="5286050" y="19765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1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4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3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8"/>
                  </a:lnTo>
                  <a:lnTo>
                    <a:pt x="6951" y="12628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8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19"/>
            <p:cNvSpPr/>
            <p:nvPr/>
          </p:nvSpPr>
          <p:spPr>
            <a:xfrm>
              <a:off x="5455950" y="19814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19"/>
            <p:cNvSpPr/>
            <p:nvPr/>
          </p:nvSpPr>
          <p:spPr>
            <a:xfrm>
              <a:off x="752650" y="1995875"/>
              <a:ext cx="30925" cy="168975"/>
            </a:xfrm>
            <a:custGeom>
              <a:avLst/>
              <a:gdLst/>
              <a:ahLst/>
              <a:cxnLst/>
              <a:rect l="l" t="t" r="r" b="b"/>
              <a:pathLst>
                <a:path w="1237" h="6759" extrusionOk="0">
                  <a:moveTo>
                    <a:pt x="1121" y="1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7"/>
                  </a:lnTo>
                  <a:lnTo>
                    <a:pt x="541" y="1738"/>
                  </a:lnTo>
                  <a:lnTo>
                    <a:pt x="310" y="3399"/>
                  </a:lnTo>
                  <a:lnTo>
                    <a:pt x="117" y="5059"/>
                  </a:lnTo>
                  <a:lnTo>
                    <a:pt x="1" y="6720"/>
                  </a:lnTo>
                  <a:lnTo>
                    <a:pt x="232" y="6758"/>
                  </a:lnTo>
                  <a:lnTo>
                    <a:pt x="503" y="5137"/>
                  </a:lnTo>
                  <a:lnTo>
                    <a:pt x="773" y="3515"/>
                  </a:lnTo>
                  <a:lnTo>
                    <a:pt x="966" y="1854"/>
                  </a:lnTo>
                  <a:lnTo>
                    <a:pt x="1082" y="233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19"/>
            <p:cNvSpPr/>
            <p:nvPr/>
          </p:nvSpPr>
          <p:spPr>
            <a:xfrm>
              <a:off x="779675" y="19978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6" y="5097"/>
                  </a:lnTo>
                  <a:lnTo>
                    <a:pt x="4326" y="5445"/>
                  </a:lnTo>
                  <a:lnTo>
                    <a:pt x="4635" y="5792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5" y="5252"/>
                  </a:lnTo>
                  <a:lnTo>
                    <a:pt x="4403" y="4866"/>
                  </a:lnTo>
                  <a:lnTo>
                    <a:pt x="3862" y="4170"/>
                  </a:lnTo>
                  <a:lnTo>
                    <a:pt x="2704" y="2780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19"/>
            <p:cNvSpPr/>
            <p:nvPr/>
          </p:nvSpPr>
          <p:spPr>
            <a:xfrm>
              <a:off x="2839800" y="2000700"/>
              <a:ext cx="270325" cy="209525"/>
            </a:xfrm>
            <a:custGeom>
              <a:avLst/>
              <a:gdLst/>
              <a:ahLst/>
              <a:cxnLst/>
              <a:rect l="l" t="t" r="r" b="b"/>
              <a:pathLst>
                <a:path w="10813" h="8381" extrusionOk="0">
                  <a:moveTo>
                    <a:pt x="10233" y="1"/>
                  </a:moveTo>
                  <a:lnTo>
                    <a:pt x="10156" y="78"/>
                  </a:lnTo>
                  <a:lnTo>
                    <a:pt x="10117" y="155"/>
                  </a:lnTo>
                  <a:lnTo>
                    <a:pt x="10079" y="233"/>
                  </a:lnTo>
                  <a:lnTo>
                    <a:pt x="10079" y="348"/>
                  </a:lnTo>
                  <a:lnTo>
                    <a:pt x="10156" y="426"/>
                  </a:lnTo>
                  <a:lnTo>
                    <a:pt x="10272" y="580"/>
                  </a:lnTo>
                  <a:lnTo>
                    <a:pt x="10310" y="735"/>
                  </a:lnTo>
                  <a:lnTo>
                    <a:pt x="10349" y="928"/>
                  </a:lnTo>
                  <a:lnTo>
                    <a:pt x="10310" y="1121"/>
                  </a:lnTo>
                  <a:lnTo>
                    <a:pt x="10233" y="1275"/>
                  </a:lnTo>
                  <a:lnTo>
                    <a:pt x="10156" y="1468"/>
                  </a:lnTo>
                  <a:lnTo>
                    <a:pt x="9847" y="1854"/>
                  </a:lnTo>
                  <a:lnTo>
                    <a:pt x="9538" y="2202"/>
                  </a:lnTo>
                  <a:lnTo>
                    <a:pt x="9152" y="2511"/>
                  </a:lnTo>
                  <a:lnTo>
                    <a:pt x="8611" y="3013"/>
                  </a:lnTo>
                  <a:lnTo>
                    <a:pt x="8264" y="3283"/>
                  </a:lnTo>
                  <a:lnTo>
                    <a:pt x="8225" y="3206"/>
                  </a:lnTo>
                  <a:lnTo>
                    <a:pt x="8148" y="3129"/>
                  </a:lnTo>
                  <a:lnTo>
                    <a:pt x="7607" y="2820"/>
                  </a:lnTo>
                  <a:lnTo>
                    <a:pt x="7144" y="2434"/>
                  </a:lnTo>
                  <a:lnTo>
                    <a:pt x="6912" y="2665"/>
                  </a:lnTo>
                  <a:lnTo>
                    <a:pt x="7105" y="2936"/>
                  </a:lnTo>
                  <a:lnTo>
                    <a:pt x="7376" y="3167"/>
                  </a:lnTo>
                  <a:lnTo>
                    <a:pt x="7646" y="3399"/>
                  </a:lnTo>
                  <a:lnTo>
                    <a:pt x="7955" y="3553"/>
                  </a:lnTo>
                  <a:lnTo>
                    <a:pt x="7028" y="4287"/>
                  </a:lnTo>
                  <a:lnTo>
                    <a:pt x="6101" y="4982"/>
                  </a:lnTo>
                  <a:lnTo>
                    <a:pt x="4943" y="5793"/>
                  </a:lnTo>
                  <a:lnTo>
                    <a:pt x="3746" y="6527"/>
                  </a:lnTo>
                  <a:lnTo>
                    <a:pt x="3553" y="6681"/>
                  </a:lnTo>
                  <a:lnTo>
                    <a:pt x="3475" y="6334"/>
                  </a:lnTo>
                  <a:lnTo>
                    <a:pt x="3321" y="6025"/>
                  </a:lnTo>
                  <a:lnTo>
                    <a:pt x="3128" y="5716"/>
                  </a:lnTo>
                  <a:lnTo>
                    <a:pt x="2896" y="5446"/>
                  </a:lnTo>
                  <a:lnTo>
                    <a:pt x="2626" y="5677"/>
                  </a:lnTo>
                  <a:lnTo>
                    <a:pt x="2819" y="5909"/>
                  </a:lnTo>
                  <a:lnTo>
                    <a:pt x="2935" y="6179"/>
                  </a:lnTo>
                  <a:lnTo>
                    <a:pt x="3051" y="6565"/>
                  </a:lnTo>
                  <a:lnTo>
                    <a:pt x="3128" y="6952"/>
                  </a:lnTo>
                  <a:lnTo>
                    <a:pt x="2317" y="7376"/>
                  </a:lnTo>
                  <a:lnTo>
                    <a:pt x="1892" y="7608"/>
                  </a:lnTo>
                  <a:lnTo>
                    <a:pt x="1467" y="7762"/>
                  </a:lnTo>
                  <a:lnTo>
                    <a:pt x="1081" y="7878"/>
                  </a:lnTo>
                  <a:lnTo>
                    <a:pt x="927" y="7917"/>
                  </a:lnTo>
                  <a:lnTo>
                    <a:pt x="772" y="7917"/>
                  </a:lnTo>
                  <a:lnTo>
                    <a:pt x="618" y="7878"/>
                  </a:lnTo>
                  <a:lnTo>
                    <a:pt x="502" y="7840"/>
                  </a:lnTo>
                  <a:lnTo>
                    <a:pt x="386" y="7724"/>
                  </a:lnTo>
                  <a:lnTo>
                    <a:pt x="309" y="7608"/>
                  </a:lnTo>
                  <a:lnTo>
                    <a:pt x="270" y="7569"/>
                  </a:lnTo>
                  <a:lnTo>
                    <a:pt x="232" y="7531"/>
                  </a:lnTo>
                  <a:lnTo>
                    <a:pt x="116" y="7492"/>
                  </a:lnTo>
                  <a:lnTo>
                    <a:pt x="39" y="7569"/>
                  </a:lnTo>
                  <a:lnTo>
                    <a:pt x="0" y="7608"/>
                  </a:lnTo>
                  <a:lnTo>
                    <a:pt x="0" y="7685"/>
                  </a:lnTo>
                  <a:lnTo>
                    <a:pt x="39" y="7840"/>
                  </a:lnTo>
                  <a:lnTo>
                    <a:pt x="77" y="7994"/>
                  </a:lnTo>
                  <a:lnTo>
                    <a:pt x="155" y="8110"/>
                  </a:lnTo>
                  <a:lnTo>
                    <a:pt x="270" y="8226"/>
                  </a:lnTo>
                  <a:lnTo>
                    <a:pt x="348" y="8264"/>
                  </a:lnTo>
                  <a:lnTo>
                    <a:pt x="463" y="8342"/>
                  </a:lnTo>
                  <a:lnTo>
                    <a:pt x="734" y="8380"/>
                  </a:lnTo>
                  <a:lnTo>
                    <a:pt x="1004" y="8380"/>
                  </a:lnTo>
                  <a:lnTo>
                    <a:pt x="1274" y="8342"/>
                  </a:lnTo>
                  <a:lnTo>
                    <a:pt x="1545" y="8264"/>
                  </a:lnTo>
                  <a:lnTo>
                    <a:pt x="1815" y="8149"/>
                  </a:lnTo>
                  <a:lnTo>
                    <a:pt x="2935" y="7569"/>
                  </a:lnTo>
                  <a:lnTo>
                    <a:pt x="4055" y="6952"/>
                  </a:lnTo>
                  <a:lnTo>
                    <a:pt x="5097" y="6295"/>
                  </a:lnTo>
                  <a:lnTo>
                    <a:pt x="6140" y="5561"/>
                  </a:lnTo>
                  <a:lnTo>
                    <a:pt x="7067" y="4866"/>
                  </a:lnTo>
                  <a:lnTo>
                    <a:pt x="7993" y="4171"/>
                  </a:lnTo>
                  <a:lnTo>
                    <a:pt x="8881" y="3399"/>
                  </a:lnTo>
                  <a:lnTo>
                    <a:pt x="9731" y="2627"/>
                  </a:lnTo>
                  <a:lnTo>
                    <a:pt x="10001" y="2356"/>
                  </a:lnTo>
                  <a:lnTo>
                    <a:pt x="10272" y="2047"/>
                  </a:lnTo>
                  <a:lnTo>
                    <a:pt x="10503" y="1739"/>
                  </a:lnTo>
                  <a:lnTo>
                    <a:pt x="10696" y="1430"/>
                  </a:lnTo>
                  <a:lnTo>
                    <a:pt x="10812" y="1082"/>
                  </a:lnTo>
                  <a:lnTo>
                    <a:pt x="10812" y="928"/>
                  </a:lnTo>
                  <a:lnTo>
                    <a:pt x="10812" y="735"/>
                  </a:lnTo>
                  <a:lnTo>
                    <a:pt x="10774" y="580"/>
                  </a:lnTo>
                  <a:lnTo>
                    <a:pt x="10735" y="387"/>
                  </a:lnTo>
                  <a:lnTo>
                    <a:pt x="10619" y="233"/>
                  </a:lnTo>
                  <a:lnTo>
                    <a:pt x="10465" y="40"/>
                  </a:lnTo>
                  <a:lnTo>
                    <a:pt x="103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473;p19"/>
            <p:cNvSpPr/>
            <p:nvPr/>
          </p:nvSpPr>
          <p:spPr>
            <a:xfrm>
              <a:off x="633925" y="2005525"/>
              <a:ext cx="61800" cy="160300"/>
            </a:xfrm>
            <a:custGeom>
              <a:avLst/>
              <a:gdLst/>
              <a:ahLst/>
              <a:cxnLst/>
              <a:rect l="l" t="t" r="r" b="b"/>
              <a:pathLst>
                <a:path w="2472" h="6412" extrusionOk="0">
                  <a:moveTo>
                    <a:pt x="309" y="1"/>
                  </a:moveTo>
                  <a:lnTo>
                    <a:pt x="0" y="78"/>
                  </a:lnTo>
                  <a:lnTo>
                    <a:pt x="193" y="928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5"/>
                  </a:lnTo>
                  <a:lnTo>
                    <a:pt x="1661" y="5716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6" y="5909"/>
                  </a:lnTo>
                  <a:lnTo>
                    <a:pt x="1931" y="6141"/>
                  </a:lnTo>
                  <a:lnTo>
                    <a:pt x="2085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1" y="6257"/>
                  </a:lnTo>
                  <a:lnTo>
                    <a:pt x="2356" y="5948"/>
                  </a:lnTo>
                  <a:lnTo>
                    <a:pt x="2278" y="5948"/>
                  </a:lnTo>
                  <a:lnTo>
                    <a:pt x="2124" y="5600"/>
                  </a:lnTo>
                  <a:lnTo>
                    <a:pt x="1969" y="5214"/>
                  </a:lnTo>
                  <a:lnTo>
                    <a:pt x="1738" y="4442"/>
                  </a:lnTo>
                  <a:lnTo>
                    <a:pt x="1197" y="2936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474;p19"/>
            <p:cNvSpPr/>
            <p:nvPr/>
          </p:nvSpPr>
          <p:spPr>
            <a:xfrm>
              <a:off x="643575" y="2007475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0"/>
                  </a:moveTo>
                  <a:lnTo>
                    <a:pt x="0" y="39"/>
                  </a:lnTo>
                  <a:lnTo>
                    <a:pt x="1970" y="3205"/>
                  </a:lnTo>
                  <a:lnTo>
                    <a:pt x="4055" y="6333"/>
                  </a:lnTo>
                  <a:lnTo>
                    <a:pt x="3553" y="6294"/>
                  </a:lnTo>
                  <a:lnTo>
                    <a:pt x="3051" y="6179"/>
                  </a:lnTo>
                  <a:lnTo>
                    <a:pt x="2587" y="6024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5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7" y="6719"/>
                  </a:lnTo>
                  <a:lnTo>
                    <a:pt x="4132" y="6796"/>
                  </a:lnTo>
                  <a:lnTo>
                    <a:pt x="4595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8" y="6642"/>
                  </a:lnTo>
                  <a:lnTo>
                    <a:pt x="8148" y="6487"/>
                  </a:lnTo>
                  <a:lnTo>
                    <a:pt x="8959" y="6294"/>
                  </a:lnTo>
                  <a:lnTo>
                    <a:pt x="9770" y="6024"/>
                  </a:lnTo>
                  <a:lnTo>
                    <a:pt x="10581" y="5715"/>
                  </a:lnTo>
                  <a:lnTo>
                    <a:pt x="11314" y="5368"/>
                  </a:lnTo>
                  <a:lnTo>
                    <a:pt x="12009" y="4904"/>
                  </a:lnTo>
                  <a:lnTo>
                    <a:pt x="12357" y="4673"/>
                  </a:lnTo>
                  <a:lnTo>
                    <a:pt x="12666" y="4402"/>
                  </a:lnTo>
                  <a:lnTo>
                    <a:pt x="12975" y="4093"/>
                  </a:lnTo>
                  <a:lnTo>
                    <a:pt x="13284" y="3784"/>
                  </a:lnTo>
                  <a:lnTo>
                    <a:pt x="13515" y="3476"/>
                  </a:lnTo>
                  <a:lnTo>
                    <a:pt x="13786" y="3128"/>
                  </a:lnTo>
                  <a:lnTo>
                    <a:pt x="13979" y="2780"/>
                  </a:lnTo>
                  <a:lnTo>
                    <a:pt x="14211" y="2394"/>
                  </a:lnTo>
                  <a:lnTo>
                    <a:pt x="14211" y="2278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4" y="2163"/>
                  </a:lnTo>
                  <a:lnTo>
                    <a:pt x="13554" y="2703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6"/>
                  </a:lnTo>
                  <a:lnTo>
                    <a:pt x="12009" y="4364"/>
                  </a:lnTo>
                  <a:lnTo>
                    <a:pt x="11546" y="4711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6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1"/>
                  </a:lnTo>
                  <a:lnTo>
                    <a:pt x="6758" y="6294"/>
                  </a:lnTo>
                  <a:lnTo>
                    <a:pt x="6217" y="6333"/>
                  </a:lnTo>
                  <a:lnTo>
                    <a:pt x="5677" y="6410"/>
                  </a:lnTo>
                  <a:lnTo>
                    <a:pt x="4557" y="6410"/>
                  </a:lnTo>
                  <a:lnTo>
                    <a:pt x="4595" y="6294"/>
                  </a:lnTo>
                  <a:lnTo>
                    <a:pt x="4364" y="6256"/>
                  </a:lnTo>
                  <a:lnTo>
                    <a:pt x="3398" y="4634"/>
                  </a:lnTo>
                  <a:lnTo>
                    <a:pt x="2356" y="3012"/>
                  </a:lnTo>
                  <a:lnTo>
                    <a:pt x="1275" y="1468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19"/>
            <p:cNvSpPr/>
            <p:nvPr/>
          </p:nvSpPr>
          <p:spPr>
            <a:xfrm>
              <a:off x="5946350" y="2008425"/>
              <a:ext cx="112975" cy="132300"/>
            </a:xfrm>
            <a:custGeom>
              <a:avLst/>
              <a:gdLst/>
              <a:ahLst/>
              <a:cxnLst/>
              <a:rect l="l" t="t" r="r" b="b"/>
              <a:pathLst>
                <a:path w="4519" h="5292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55"/>
                  </a:lnTo>
                  <a:lnTo>
                    <a:pt x="2240" y="271"/>
                  </a:lnTo>
                  <a:lnTo>
                    <a:pt x="2009" y="426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082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08"/>
                  </a:lnTo>
                  <a:lnTo>
                    <a:pt x="1" y="4055"/>
                  </a:lnTo>
                  <a:lnTo>
                    <a:pt x="1" y="4364"/>
                  </a:lnTo>
                  <a:lnTo>
                    <a:pt x="39" y="4673"/>
                  </a:lnTo>
                  <a:lnTo>
                    <a:pt x="117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789"/>
                  </a:lnTo>
                  <a:lnTo>
                    <a:pt x="696" y="4712"/>
                  </a:lnTo>
                  <a:lnTo>
                    <a:pt x="580" y="4557"/>
                  </a:lnTo>
                  <a:lnTo>
                    <a:pt x="541" y="4442"/>
                  </a:lnTo>
                  <a:lnTo>
                    <a:pt x="503" y="4248"/>
                  </a:lnTo>
                  <a:lnTo>
                    <a:pt x="541" y="4055"/>
                  </a:lnTo>
                  <a:lnTo>
                    <a:pt x="580" y="3592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27" y="2318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16" y="1159"/>
                  </a:lnTo>
                  <a:lnTo>
                    <a:pt x="2202" y="889"/>
                  </a:lnTo>
                  <a:lnTo>
                    <a:pt x="2627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6" y="464"/>
                  </a:lnTo>
                  <a:lnTo>
                    <a:pt x="4441" y="464"/>
                  </a:lnTo>
                  <a:lnTo>
                    <a:pt x="4519" y="426"/>
                  </a:lnTo>
                  <a:lnTo>
                    <a:pt x="4519" y="348"/>
                  </a:lnTo>
                  <a:lnTo>
                    <a:pt x="4519" y="155"/>
                  </a:lnTo>
                  <a:lnTo>
                    <a:pt x="4210" y="155"/>
                  </a:lnTo>
                  <a:lnTo>
                    <a:pt x="3901" y="78"/>
                  </a:lnTo>
                  <a:lnTo>
                    <a:pt x="36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19"/>
            <p:cNvSpPr/>
            <p:nvPr/>
          </p:nvSpPr>
          <p:spPr>
            <a:xfrm>
              <a:off x="6195425" y="2043175"/>
              <a:ext cx="25125" cy="11625"/>
            </a:xfrm>
            <a:custGeom>
              <a:avLst/>
              <a:gdLst/>
              <a:ahLst/>
              <a:cxnLst/>
              <a:rect l="l" t="t" r="r" b="b"/>
              <a:pathLst>
                <a:path w="1005" h="465" extrusionOk="0">
                  <a:moveTo>
                    <a:pt x="773" y="1"/>
                  </a:moveTo>
                  <a:lnTo>
                    <a:pt x="541" y="40"/>
                  </a:lnTo>
                  <a:lnTo>
                    <a:pt x="309" y="78"/>
                  </a:lnTo>
                  <a:lnTo>
                    <a:pt x="78" y="155"/>
                  </a:lnTo>
                  <a:lnTo>
                    <a:pt x="39" y="194"/>
                  </a:lnTo>
                  <a:lnTo>
                    <a:pt x="0" y="271"/>
                  </a:lnTo>
                  <a:lnTo>
                    <a:pt x="0" y="348"/>
                  </a:lnTo>
                  <a:lnTo>
                    <a:pt x="78" y="426"/>
                  </a:lnTo>
                  <a:lnTo>
                    <a:pt x="116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580" y="348"/>
                  </a:lnTo>
                  <a:lnTo>
                    <a:pt x="773" y="387"/>
                  </a:lnTo>
                  <a:lnTo>
                    <a:pt x="850" y="348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04" y="233"/>
                  </a:lnTo>
                  <a:lnTo>
                    <a:pt x="1004" y="155"/>
                  </a:lnTo>
                  <a:lnTo>
                    <a:pt x="966" y="78"/>
                  </a:lnTo>
                  <a:lnTo>
                    <a:pt x="888" y="40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19"/>
            <p:cNvSpPr/>
            <p:nvPr/>
          </p:nvSpPr>
          <p:spPr>
            <a:xfrm>
              <a:off x="6096950" y="2048975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155" y="1"/>
                  </a:moveTo>
                  <a:lnTo>
                    <a:pt x="116" y="39"/>
                  </a:lnTo>
                  <a:lnTo>
                    <a:pt x="39" y="78"/>
                  </a:lnTo>
                  <a:lnTo>
                    <a:pt x="1" y="155"/>
                  </a:lnTo>
                  <a:lnTo>
                    <a:pt x="39" y="271"/>
                  </a:lnTo>
                  <a:lnTo>
                    <a:pt x="116" y="310"/>
                  </a:lnTo>
                  <a:lnTo>
                    <a:pt x="155" y="310"/>
                  </a:lnTo>
                  <a:lnTo>
                    <a:pt x="425" y="348"/>
                  </a:lnTo>
                  <a:lnTo>
                    <a:pt x="734" y="348"/>
                  </a:lnTo>
                  <a:lnTo>
                    <a:pt x="812" y="271"/>
                  </a:lnTo>
                  <a:lnTo>
                    <a:pt x="850" y="155"/>
                  </a:lnTo>
                  <a:lnTo>
                    <a:pt x="812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19"/>
            <p:cNvSpPr/>
            <p:nvPr/>
          </p:nvSpPr>
          <p:spPr>
            <a:xfrm>
              <a:off x="5988825" y="2089525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580"/>
                  </a:lnTo>
                  <a:lnTo>
                    <a:pt x="2549" y="696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59"/>
                  </a:lnTo>
                  <a:lnTo>
                    <a:pt x="3206" y="1429"/>
                  </a:lnTo>
                  <a:lnTo>
                    <a:pt x="3244" y="1661"/>
                  </a:lnTo>
                  <a:lnTo>
                    <a:pt x="3244" y="1931"/>
                  </a:lnTo>
                  <a:lnTo>
                    <a:pt x="3206" y="2201"/>
                  </a:lnTo>
                  <a:lnTo>
                    <a:pt x="3090" y="2433"/>
                  </a:lnTo>
                  <a:lnTo>
                    <a:pt x="2974" y="2665"/>
                  </a:lnTo>
                  <a:lnTo>
                    <a:pt x="2781" y="2858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47" y="3244"/>
                  </a:lnTo>
                  <a:lnTo>
                    <a:pt x="1777" y="3244"/>
                  </a:lnTo>
                  <a:lnTo>
                    <a:pt x="1468" y="3167"/>
                  </a:lnTo>
                  <a:lnTo>
                    <a:pt x="1198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24"/>
                  </a:lnTo>
                  <a:lnTo>
                    <a:pt x="464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8" y="889"/>
                  </a:lnTo>
                  <a:lnTo>
                    <a:pt x="1121" y="734"/>
                  </a:lnTo>
                  <a:lnTo>
                    <a:pt x="1352" y="580"/>
                  </a:lnTo>
                  <a:lnTo>
                    <a:pt x="1584" y="464"/>
                  </a:lnTo>
                  <a:close/>
                  <a:moveTo>
                    <a:pt x="1700" y="0"/>
                  </a:moveTo>
                  <a:lnTo>
                    <a:pt x="1545" y="78"/>
                  </a:lnTo>
                  <a:lnTo>
                    <a:pt x="1352" y="116"/>
                  </a:lnTo>
                  <a:lnTo>
                    <a:pt x="1314" y="155"/>
                  </a:lnTo>
                  <a:lnTo>
                    <a:pt x="1082" y="271"/>
                  </a:lnTo>
                  <a:lnTo>
                    <a:pt x="812" y="387"/>
                  </a:lnTo>
                  <a:lnTo>
                    <a:pt x="619" y="541"/>
                  </a:lnTo>
                  <a:lnTo>
                    <a:pt x="426" y="734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1" y="2086"/>
                  </a:lnTo>
                  <a:lnTo>
                    <a:pt x="39" y="2279"/>
                  </a:lnTo>
                  <a:lnTo>
                    <a:pt x="117" y="2472"/>
                  </a:lnTo>
                  <a:lnTo>
                    <a:pt x="310" y="2819"/>
                  </a:lnTo>
                  <a:lnTo>
                    <a:pt x="541" y="3128"/>
                  </a:lnTo>
                  <a:lnTo>
                    <a:pt x="850" y="3399"/>
                  </a:lnTo>
                  <a:lnTo>
                    <a:pt x="1198" y="3592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07"/>
                  </a:lnTo>
                  <a:lnTo>
                    <a:pt x="2356" y="3669"/>
                  </a:lnTo>
                  <a:lnTo>
                    <a:pt x="2627" y="3553"/>
                  </a:lnTo>
                  <a:lnTo>
                    <a:pt x="2897" y="3399"/>
                  </a:lnTo>
                  <a:lnTo>
                    <a:pt x="3129" y="3244"/>
                  </a:lnTo>
                  <a:lnTo>
                    <a:pt x="3322" y="3012"/>
                  </a:lnTo>
                  <a:lnTo>
                    <a:pt x="3476" y="2742"/>
                  </a:lnTo>
                  <a:lnTo>
                    <a:pt x="3631" y="2472"/>
                  </a:lnTo>
                  <a:lnTo>
                    <a:pt x="3708" y="2201"/>
                  </a:lnTo>
                  <a:lnTo>
                    <a:pt x="3746" y="1893"/>
                  </a:lnTo>
                  <a:lnTo>
                    <a:pt x="3708" y="1584"/>
                  </a:lnTo>
                  <a:lnTo>
                    <a:pt x="3669" y="1275"/>
                  </a:lnTo>
                  <a:lnTo>
                    <a:pt x="3515" y="966"/>
                  </a:lnTo>
                  <a:lnTo>
                    <a:pt x="3322" y="696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19"/>
            <p:cNvSpPr/>
            <p:nvPr/>
          </p:nvSpPr>
          <p:spPr>
            <a:xfrm>
              <a:off x="3369775" y="2101100"/>
              <a:ext cx="174750" cy="292550"/>
            </a:xfrm>
            <a:custGeom>
              <a:avLst/>
              <a:gdLst/>
              <a:ahLst/>
              <a:cxnLst/>
              <a:rect l="l" t="t" r="r" b="b"/>
              <a:pathLst>
                <a:path w="6990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3" y="6256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3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1" y="11508"/>
                  </a:lnTo>
                  <a:lnTo>
                    <a:pt x="6951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8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5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3" y="8573"/>
                  </a:lnTo>
                  <a:lnTo>
                    <a:pt x="6295" y="9500"/>
                  </a:lnTo>
                  <a:lnTo>
                    <a:pt x="6256" y="10427"/>
                  </a:lnTo>
                  <a:lnTo>
                    <a:pt x="5986" y="9886"/>
                  </a:lnTo>
                  <a:lnTo>
                    <a:pt x="5252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480;p19"/>
            <p:cNvSpPr/>
            <p:nvPr/>
          </p:nvSpPr>
          <p:spPr>
            <a:xfrm>
              <a:off x="4221225" y="2127175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19"/>
            <p:cNvSpPr/>
            <p:nvPr/>
          </p:nvSpPr>
          <p:spPr>
            <a:xfrm>
              <a:off x="4086075" y="21291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7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6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2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69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7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5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5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8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4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4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8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19"/>
            <p:cNvSpPr/>
            <p:nvPr/>
          </p:nvSpPr>
          <p:spPr>
            <a:xfrm>
              <a:off x="5288925" y="2151300"/>
              <a:ext cx="174775" cy="292550"/>
            </a:xfrm>
            <a:custGeom>
              <a:avLst/>
              <a:gdLst/>
              <a:ahLst/>
              <a:cxnLst/>
              <a:rect l="l" t="t" r="r" b="b"/>
              <a:pathLst>
                <a:path w="6991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19"/>
            <p:cNvSpPr/>
            <p:nvPr/>
          </p:nvSpPr>
          <p:spPr>
            <a:xfrm>
              <a:off x="1498900" y="21899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7" y="618"/>
                  </a:moveTo>
                  <a:lnTo>
                    <a:pt x="5947" y="773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5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3" y="3900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0"/>
                  </a:lnTo>
                  <a:lnTo>
                    <a:pt x="5792" y="3862"/>
                  </a:lnTo>
                  <a:lnTo>
                    <a:pt x="5676" y="3746"/>
                  </a:lnTo>
                  <a:lnTo>
                    <a:pt x="5561" y="3553"/>
                  </a:lnTo>
                  <a:lnTo>
                    <a:pt x="5483" y="3321"/>
                  </a:lnTo>
                  <a:lnTo>
                    <a:pt x="5406" y="2626"/>
                  </a:lnTo>
                  <a:lnTo>
                    <a:pt x="5367" y="1970"/>
                  </a:lnTo>
                  <a:lnTo>
                    <a:pt x="5367" y="618"/>
                  </a:lnTo>
                  <a:close/>
                  <a:moveTo>
                    <a:pt x="2780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7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6" y="3012"/>
                  </a:lnTo>
                  <a:lnTo>
                    <a:pt x="888" y="2549"/>
                  </a:lnTo>
                  <a:lnTo>
                    <a:pt x="1158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0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2" y="6295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0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4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8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6" y="4287"/>
                  </a:lnTo>
                  <a:lnTo>
                    <a:pt x="965" y="4518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3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7" y="3398"/>
                  </a:lnTo>
                  <a:lnTo>
                    <a:pt x="5174" y="3746"/>
                  </a:lnTo>
                  <a:lnTo>
                    <a:pt x="5213" y="3900"/>
                  </a:lnTo>
                  <a:lnTo>
                    <a:pt x="5290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69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7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0" y="4904"/>
                  </a:lnTo>
                  <a:lnTo>
                    <a:pt x="9383" y="4904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3" y="6488"/>
                  </a:lnTo>
                  <a:lnTo>
                    <a:pt x="10696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6" y="6565"/>
                  </a:lnTo>
                  <a:lnTo>
                    <a:pt x="12280" y="6912"/>
                  </a:lnTo>
                  <a:lnTo>
                    <a:pt x="12395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8" y="8998"/>
                  </a:lnTo>
                  <a:lnTo>
                    <a:pt x="12511" y="8998"/>
                  </a:lnTo>
                  <a:lnTo>
                    <a:pt x="12434" y="9075"/>
                  </a:lnTo>
                  <a:lnTo>
                    <a:pt x="12395" y="9113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3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0" y="7723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7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4" y="5098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6"/>
                  </a:lnTo>
                  <a:lnTo>
                    <a:pt x="9885" y="4480"/>
                  </a:lnTo>
                  <a:lnTo>
                    <a:pt x="9538" y="4441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4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8" y="348"/>
                  </a:lnTo>
                  <a:lnTo>
                    <a:pt x="5715" y="193"/>
                  </a:lnTo>
                  <a:lnTo>
                    <a:pt x="5290" y="78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19"/>
            <p:cNvSpPr/>
            <p:nvPr/>
          </p:nvSpPr>
          <p:spPr>
            <a:xfrm>
              <a:off x="1530750" y="22034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7" y="7454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5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3"/>
                  </a:lnTo>
                  <a:lnTo>
                    <a:pt x="9538" y="9423"/>
                  </a:lnTo>
                  <a:lnTo>
                    <a:pt x="9384" y="9655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8" y="10195"/>
                  </a:lnTo>
                  <a:lnTo>
                    <a:pt x="8109" y="10157"/>
                  </a:lnTo>
                  <a:lnTo>
                    <a:pt x="7839" y="10079"/>
                  </a:lnTo>
                  <a:lnTo>
                    <a:pt x="7607" y="9964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8" y="9346"/>
                  </a:lnTo>
                  <a:lnTo>
                    <a:pt x="6951" y="9075"/>
                  </a:lnTo>
                  <a:lnTo>
                    <a:pt x="6912" y="8805"/>
                  </a:lnTo>
                  <a:lnTo>
                    <a:pt x="6951" y="8535"/>
                  </a:lnTo>
                  <a:lnTo>
                    <a:pt x="7028" y="8265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3" y="7569"/>
                  </a:lnTo>
                  <a:lnTo>
                    <a:pt x="8148" y="7338"/>
                  </a:lnTo>
                  <a:lnTo>
                    <a:pt x="8225" y="7299"/>
                  </a:lnTo>
                  <a:close/>
                  <a:moveTo>
                    <a:pt x="2858" y="1"/>
                  </a:moveTo>
                  <a:lnTo>
                    <a:pt x="2665" y="40"/>
                  </a:lnTo>
                  <a:lnTo>
                    <a:pt x="2665" y="78"/>
                  </a:lnTo>
                  <a:lnTo>
                    <a:pt x="2626" y="1353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3" y="5098"/>
                  </a:lnTo>
                  <a:lnTo>
                    <a:pt x="2896" y="7492"/>
                  </a:lnTo>
                  <a:lnTo>
                    <a:pt x="2896" y="8149"/>
                  </a:lnTo>
                  <a:lnTo>
                    <a:pt x="2935" y="8458"/>
                  </a:lnTo>
                  <a:lnTo>
                    <a:pt x="2974" y="8612"/>
                  </a:lnTo>
                  <a:lnTo>
                    <a:pt x="3051" y="8767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0" y="8689"/>
                  </a:lnTo>
                  <a:lnTo>
                    <a:pt x="0" y="9037"/>
                  </a:lnTo>
                  <a:lnTo>
                    <a:pt x="773" y="9114"/>
                  </a:lnTo>
                  <a:lnTo>
                    <a:pt x="1545" y="9153"/>
                  </a:lnTo>
                  <a:lnTo>
                    <a:pt x="3128" y="9230"/>
                  </a:lnTo>
                  <a:lnTo>
                    <a:pt x="4827" y="9307"/>
                  </a:lnTo>
                  <a:lnTo>
                    <a:pt x="5677" y="9307"/>
                  </a:lnTo>
                  <a:lnTo>
                    <a:pt x="6488" y="9269"/>
                  </a:lnTo>
                  <a:lnTo>
                    <a:pt x="6603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1" y="10311"/>
                  </a:lnTo>
                  <a:lnTo>
                    <a:pt x="7492" y="10466"/>
                  </a:lnTo>
                  <a:lnTo>
                    <a:pt x="7801" y="10581"/>
                  </a:lnTo>
                  <a:lnTo>
                    <a:pt x="8109" y="10659"/>
                  </a:lnTo>
                  <a:lnTo>
                    <a:pt x="8418" y="10697"/>
                  </a:lnTo>
                  <a:lnTo>
                    <a:pt x="8727" y="10620"/>
                  </a:lnTo>
                  <a:lnTo>
                    <a:pt x="9036" y="10543"/>
                  </a:lnTo>
                  <a:lnTo>
                    <a:pt x="9306" y="10388"/>
                  </a:lnTo>
                  <a:lnTo>
                    <a:pt x="9538" y="10195"/>
                  </a:lnTo>
                  <a:lnTo>
                    <a:pt x="9770" y="9964"/>
                  </a:lnTo>
                  <a:lnTo>
                    <a:pt x="9924" y="9693"/>
                  </a:lnTo>
                  <a:lnTo>
                    <a:pt x="10079" y="9423"/>
                  </a:lnTo>
                  <a:lnTo>
                    <a:pt x="10156" y="9153"/>
                  </a:lnTo>
                  <a:lnTo>
                    <a:pt x="10195" y="9153"/>
                  </a:lnTo>
                  <a:lnTo>
                    <a:pt x="10195" y="8767"/>
                  </a:lnTo>
                  <a:lnTo>
                    <a:pt x="10156" y="8419"/>
                  </a:lnTo>
                  <a:lnTo>
                    <a:pt x="10040" y="8071"/>
                  </a:lnTo>
                  <a:lnTo>
                    <a:pt x="9847" y="7763"/>
                  </a:lnTo>
                  <a:lnTo>
                    <a:pt x="9615" y="7492"/>
                  </a:lnTo>
                  <a:lnTo>
                    <a:pt x="9306" y="7261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6" y="6990"/>
                  </a:lnTo>
                  <a:lnTo>
                    <a:pt x="7723" y="7029"/>
                  </a:lnTo>
                  <a:lnTo>
                    <a:pt x="7414" y="7145"/>
                  </a:lnTo>
                  <a:lnTo>
                    <a:pt x="7144" y="7338"/>
                  </a:lnTo>
                  <a:lnTo>
                    <a:pt x="6912" y="7569"/>
                  </a:lnTo>
                  <a:lnTo>
                    <a:pt x="6719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5" y="8805"/>
                  </a:lnTo>
                  <a:lnTo>
                    <a:pt x="4943" y="8767"/>
                  </a:lnTo>
                  <a:lnTo>
                    <a:pt x="3476" y="8767"/>
                  </a:lnTo>
                  <a:lnTo>
                    <a:pt x="3476" y="8728"/>
                  </a:lnTo>
                  <a:lnTo>
                    <a:pt x="3476" y="8651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5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6"/>
                  </a:lnTo>
                  <a:lnTo>
                    <a:pt x="3205" y="7338"/>
                  </a:lnTo>
                  <a:lnTo>
                    <a:pt x="3128" y="6450"/>
                  </a:lnTo>
                  <a:lnTo>
                    <a:pt x="3012" y="4326"/>
                  </a:lnTo>
                  <a:lnTo>
                    <a:pt x="2935" y="2202"/>
                  </a:lnTo>
                  <a:lnTo>
                    <a:pt x="2896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19"/>
            <p:cNvSpPr/>
            <p:nvPr/>
          </p:nvSpPr>
          <p:spPr>
            <a:xfrm>
              <a:off x="4324525" y="22671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19"/>
            <p:cNvSpPr/>
            <p:nvPr/>
          </p:nvSpPr>
          <p:spPr>
            <a:xfrm>
              <a:off x="4273375" y="2268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19"/>
            <p:cNvSpPr/>
            <p:nvPr/>
          </p:nvSpPr>
          <p:spPr>
            <a:xfrm>
              <a:off x="1394625" y="22999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94"/>
                  </a:lnTo>
                  <a:lnTo>
                    <a:pt x="2240" y="309"/>
                  </a:lnTo>
                  <a:lnTo>
                    <a:pt x="2009" y="425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46"/>
                  </a:lnTo>
                  <a:lnTo>
                    <a:pt x="1" y="4055"/>
                  </a:lnTo>
                  <a:lnTo>
                    <a:pt x="1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4" y="4711"/>
                  </a:lnTo>
                  <a:lnTo>
                    <a:pt x="580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9"/>
                  </a:lnTo>
                  <a:lnTo>
                    <a:pt x="2626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4"/>
                  </a:lnTo>
                  <a:lnTo>
                    <a:pt x="4210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19"/>
            <p:cNvSpPr/>
            <p:nvPr/>
          </p:nvSpPr>
          <p:spPr>
            <a:xfrm>
              <a:off x="4211575" y="2315425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4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2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19"/>
            <p:cNvSpPr/>
            <p:nvPr/>
          </p:nvSpPr>
          <p:spPr>
            <a:xfrm>
              <a:off x="2413100" y="2319275"/>
              <a:ext cx="84975" cy="222075"/>
            </a:xfrm>
            <a:custGeom>
              <a:avLst/>
              <a:gdLst/>
              <a:ahLst/>
              <a:cxnLst/>
              <a:rect l="l" t="t" r="r" b="b"/>
              <a:pathLst>
                <a:path w="3399" h="8883" extrusionOk="0">
                  <a:moveTo>
                    <a:pt x="1043" y="7376"/>
                  </a:moveTo>
                  <a:lnTo>
                    <a:pt x="1197" y="7453"/>
                  </a:lnTo>
                  <a:lnTo>
                    <a:pt x="1352" y="7608"/>
                  </a:lnTo>
                  <a:lnTo>
                    <a:pt x="1429" y="7685"/>
                  </a:lnTo>
                  <a:lnTo>
                    <a:pt x="1468" y="7801"/>
                  </a:lnTo>
                  <a:lnTo>
                    <a:pt x="1468" y="8033"/>
                  </a:lnTo>
                  <a:lnTo>
                    <a:pt x="1390" y="8226"/>
                  </a:lnTo>
                  <a:lnTo>
                    <a:pt x="1313" y="8342"/>
                  </a:lnTo>
                  <a:lnTo>
                    <a:pt x="1236" y="8419"/>
                  </a:lnTo>
                  <a:lnTo>
                    <a:pt x="1159" y="8457"/>
                  </a:lnTo>
                  <a:lnTo>
                    <a:pt x="1043" y="8496"/>
                  </a:lnTo>
                  <a:lnTo>
                    <a:pt x="811" y="8496"/>
                  </a:lnTo>
                  <a:lnTo>
                    <a:pt x="618" y="8419"/>
                  </a:lnTo>
                  <a:lnTo>
                    <a:pt x="541" y="8342"/>
                  </a:lnTo>
                  <a:lnTo>
                    <a:pt x="464" y="8264"/>
                  </a:lnTo>
                  <a:lnTo>
                    <a:pt x="386" y="8148"/>
                  </a:lnTo>
                  <a:lnTo>
                    <a:pt x="386" y="8033"/>
                  </a:lnTo>
                  <a:lnTo>
                    <a:pt x="386" y="7917"/>
                  </a:lnTo>
                  <a:lnTo>
                    <a:pt x="386" y="7801"/>
                  </a:lnTo>
                  <a:lnTo>
                    <a:pt x="502" y="7569"/>
                  </a:lnTo>
                  <a:lnTo>
                    <a:pt x="695" y="7415"/>
                  </a:lnTo>
                  <a:lnTo>
                    <a:pt x="850" y="7376"/>
                  </a:lnTo>
                  <a:close/>
                  <a:moveTo>
                    <a:pt x="3128" y="1"/>
                  </a:moveTo>
                  <a:lnTo>
                    <a:pt x="3089" y="39"/>
                  </a:lnTo>
                  <a:lnTo>
                    <a:pt x="3051" y="78"/>
                  </a:lnTo>
                  <a:lnTo>
                    <a:pt x="2819" y="503"/>
                  </a:lnTo>
                  <a:lnTo>
                    <a:pt x="2665" y="889"/>
                  </a:lnTo>
                  <a:lnTo>
                    <a:pt x="2356" y="1777"/>
                  </a:lnTo>
                  <a:lnTo>
                    <a:pt x="2085" y="2665"/>
                  </a:lnTo>
                  <a:lnTo>
                    <a:pt x="1854" y="3515"/>
                  </a:lnTo>
                  <a:lnTo>
                    <a:pt x="1313" y="5252"/>
                  </a:lnTo>
                  <a:lnTo>
                    <a:pt x="1043" y="6102"/>
                  </a:lnTo>
                  <a:lnTo>
                    <a:pt x="811" y="6990"/>
                  </a:lnTo>
                  <a:lnTo>
                    <a:pt x="657" y="6990"/>
                  </a:lnTo>
                  <a:lnTo>
                    <a:pt x="541" y="7029"/>
                  </a:lnTo>
                  <a:lnTo>
                    <a:pt x="386" y="7106"/>
                  </a:lnTo>
                  <a:lnTo>
                    <a:pt x="309" y="7222"/>
                  </a:lnTo>
                  <a:lnTo>
                    <a:pt x="271" y="7299"/>
                  </a:lnTo>
                  <a:lnTo>
                    <a:pt x="271" y="7376"/>
                  </a:lnTo>
                  <a:lnTo>
                    <a:pt x="116" y="7608"/>
                  </a:lnTo>
                  <a:lnTo>
                    <a:pt x="0" y="7840"/>
                  </a:lnTo>
                  <a:lnTo>
                    <a:pt x="0" y="8110"/>
                  </a:lnTo>
                  <a:lnTo>
                    <a:pt x="39" y="8264"/>
                  </a:lnTo>
                  <a:lnTo>
                    <a:pt x="78" y="8419"/>
                  </a:lnTo>
                  <a:lnTo>
                    <a:pt x="193" y="8573"/>
                  </a:lnTo>
                  <a:lnTo>
                    <a:pt x="348" y="8689"/>
                  </a:lnTo>
                  <a:lnTo>
                    <a:pt x="502" y="8805"/>
                  </a:lnTo>
                  <a:lnTo>
                    <a:pt x="657" y="8882"/>
                  </a:lnTo>
                  <a:lnTo>
                    <a:pt x="1043" y="8882"/>
                  </a:lnTo>
                  <a:lnTo>
                    <a:pt x="1236" y="8844"/>
                  </a:lnTo>
                  <a:lnTo>
                    <a:pt x="1429" y="8766"/>
                  </a:lnTo>
                  <a:lnTo>
                    <a:pt x="1584" y="8650"/>
                  </a:lnTo>
                  <a:lnTo>
                    <a:pt x="1699" y="8496"/>
                  </a:lnTo>
                  <a:lnTo>
                    <a:pt x="1777" y="8342"/>
                  </a:lnTo>
                  <a:lnTo>
                    <a:pt x="1854" y="8148"/>
                  </a:lnTo>
                  <a:lnTo>
                    <a:pt x="1854" y="7955"/>
                  </a:lnTo>
                  <a:lnTo>
                    <a:pt x="1854" y="7762"/>
                  </a:lnTo>
                  <a:lnTo>
                    <a:pt x="1815" y="7608"/>
                  </a:lnTo>
                  <a:lnTo>
                    <a:pt x="1738" y="7415"/>
                  </a:lnTo>
                  <a:lnTo>
                    <a:pt x="1622" y="7299"/>
                  </a:lnTo>
                  <a:lnTo>
                    <a:pt x="1506" y="7183"/>
                  </a:lnTo>
                  <a:lnTo>
                    <a:pt x="1352" y="7106"/>
                  </a:lnTo>
                  <a:lnTo>
                    <a:pt x="1197" y="7029"/>
                  </a:lnTo>
                  <a:lnTo>
                    <a:pt x="1545" y="6179"/>
                  </a:lnTo>
                  <a:lnTo>
                    <a:pt x="1815" y="5330"/>
                  </a:lnTo>
                  <a:lnTo>
                    <a:pt x="2394" y="3592"/>
                  </a:lnTo>
                  <a:lnTo>
                    <a:pt x="2665" y="2781"/>
                  </a:lnTo>
                  <a:lnTo>
                    <a:pt x="2974" y="1932"/>
                  </a:lnTo>
                  <a:lnTo>
                    <a:pt x="3244" y="1082"/>
                  </a:lnTo>
                  <a:lnTo>
                    <a:pt x="3321" y="657"/>
                  </a:lnTo>
                  <a:lnTo>
                    <a:pt x="3398" y="232"/>
                  </a:lnTo>
                  <a:lnTo>
                    <a:pt x="3360" y="117"/>
                  </a:lnTo>
                  <a:lnTo>
                    <a:pt x="3244" y="39"/>
                  </a:lnTo>
                  <a:lnTo>
                    <a:pt x="312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19"/>
            <p:cNvSpPr/>
            <p:nvPr/>
          </p:nvSpPr>
          <p:spPr>
            <a:xfrm>
              <a:off x="4217375" y="2321200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0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2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19"/>
            <p:cNvSpPr/>
            <p:nvPr/>
          </p:nvSpPr>
          <p:spPr>
            <a:xfrm>
              <a:off x="1643700" y="2334725"/>
              <a:ext cx="26075" cy="11600"/>
            </a:xfrm>
            <a:custGeom>
              <a:avLst/>
              <a:gdLst/>
              <a:ahLst/>
              <a:cxnLst/>
              <a:rect l="l" t="t" r="r" b="b"/>
              <a:pathLst>
                <a:path w="1043" h="464" extrusionOk="0">
                  <a:moveTo>
                    <a:pt x="773" y="1"/>
                  </a:moveTo>
                  <a:lnTo>
                    <a:pt x="541" y="39"/>
                  </a:lnTo>
                  <a:lnTo>
                    <a:pt x="309" y="78"/>
                  </a:lnTo>
                  <a:lnTo>
                    <a:pt x="77" y="194"/>
                  </a:lnTo>
                  <a:lnTo>
                    <a:pt x="39" y="232"/>
                  </a:lnTo>
                  <a:lnTo>
                    <a:pt x="0" y="271"/>
                  </a:lnTo>
                  <a:lnTo>
                    <a:pt x="39" y="387"/>
                  </a:lnTo>
                  <a:lnTo>
                    <a:pt x="77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43" y="232"/>
                  </a:lnTo>
                  <a:lnTo>
                    <a:pt x="1004" y="155"/>
                  </a:lnTo>
                  <a:lnTo>
                    <a:pt x="966" y="116"/>
                  </a:lnTo>
                  <a:lnTo>
                    <a:pt x="888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19"/>
            <p:cNvSpPr/>
            <p:nvPr/>
          </p:nvSpPr>
          <p:spPr>
            <a:xfrm>
              <a:off x="5914500" y="2336650"/>
              <a:ext cx="309900" cy="605325"/>
            </a:xfrm>
            <a:custGeom>
              <a:avLst/>
              <a:gdLst/>
              <a:ahLst/>
              <a:cxnLst/>
              <a:rect l="l" t="t" r="r" b="b"/>
              <a:pathLst>
                <a:path w="12396" h="24213" extrusionOk="0">
                  <a:moveTo>
                    <a:pt x="7955" y="464"/>
                  </a:moveTo>
                  <a:lnTo>
                    <a:pt x="8496" y="503"/>
                  </a:lnTo>
                  <a:lnTo>
                    <a:pt x="9036" y="619"/>
                  </a:lnTo>
                  <a:lnTo>
                    <a:pt x="9500" y="812"/>
                  </a:lnTo>
                  <a:lnTo>
                    <a:pt x="9924" y="1043"/>
                  </a:lnTo>
                  <a:lnTo>
                    <a:pt x="10311" y="1352"/>
                  </a:lnTo>
                  <a:lnTo>
                    <a:pt x="10658" y="1700"/>
                  </a:lnTo>
                  <a:lnTo>
                    <a:pt x="10967" y="2086"/>
                  </a:lnTo>
                  <a:lnTo>
                    <a:pt x="11237" y="2511"/>
                  </a:lnTo>
                  <a:lnTo>
                    <a:pt x="11469" y="2974"/>
                  </a:lnTo>
                  <a:lnTo>
                    <a:pt x="11662" y="3438"/>
                  </a:lnTo>
                  <a:lnTo>
                    <a:pt x="11778" y="3940"/>
                  </a:lnTo>
                  <a:lnTo>
                    <a:pt x="11855" y="4442"/>
                  </a:lnTo>
                  <a:lnTo>
                    <a:pt x="11894" y="4982"/>
                  </a:lnTo>
                  <a:lnTo>
                    <a:pt x="11894" y="5484"/>
                  </a:lnTo>
                  <a:lnTo>
                    <a:pt x="11817" y="5986"/>
                  </a:lnTo>
                  <a:lnTo>
                    <a:pt x="11701" y="6488"/>
                  </a:lnTo>
                  <a:lnTo>
                    <a:pt x="11546" y="6990"/>
                  </a:lnTo>
                  <a:lnTo>
                    <a:pt x="11315" y="7453"/>
                  </a:lnTo>
                  <a:lnTo>
                    <a:pt x="11083" y="7917"/>
                  </a:lnTo>
                  <a:lnTo>
                    <a:pt x="10813" y="8342"/>
                  </a:lnTo>
                  <a:lnTo>
                    <a:pt x="10504" y="8766"/>
                  </a:lnTo>
                  <a:lnTo>
                    <a:pt x="10195" y="9153"/>
                  </a:lnTo>
                  <a:lnTo>
                    <a:pt x="9847" y="9500"/>
                  </a:lnTo>
                  <a:lnTo>
                    <a:pt x="9461" y="9848"/>
                  </a:lnTo>
                  <a:lnTo>
                    <a:pt x="9036" y="10157"/>
                  </a:lnTo>
                  <a:lnTo>
                    <a:pt x="8650" y="10465"/>
                  </a:lnTo>
                  <a:lnTo>
                    <a:pt x="8187" y="10736"/>
                  </a:lnTo>
                  <a:lnTo>
                    <a:pt x="7762" y="11006"/>
                  </a:lnTo>
                  <a:lnTo>
                    <a:pt x="6835" y="11469"/>
                  </a:lnTo>
                  <a:lnTo>
                    <a:pt x="5870" y="11856"/>
                  </a:lnTo>
                  <a:lnTo>
                    <a:pt x="5677" y="11856"/>
                  </a:lnTo>
                  <a:lnTo>
                    <a:pt x="5638" y="11933"/>
                  </a:lnTo>
                  <a:lnTo>
                    <a:pt x="5600" y="11933"/>
                  </a:lnTo>
                  <a:lnTo>
                    <a:pt x="4982" y="11276"/>
                  </a:lnTo>
                  <a:lnTo>
                    <a:pt x="4441" y="10543"/>
                  </a:lnTo>
                  <a:lnTo>
                    <a:pt x="3978" y="9809"/>
                  </a:lnTo>
                  <a:lnTo>
                    <a:pt x="3746" y="9384"/>
                  </a:lnTo>
                  <a:lnTo>
                    <a:pt x="3592" y="8998"/>
                  </a:lnTo>
                  <a:lnTo>
                    <a:pt x="3437" y="8612"/>
                  </a:lnTo>
                  <a:lnTo>
                    <a:pt x="3283" y="8187"/>
                  </a:lnTo>
                  <a:lnTo>
                    <a:pt x="3167" y="7762"/>
                  </a:lnTo>
                  <a:lnTo>
                    <a:pt x="3090" y="7299"/>
                  </a:lnTo>
                  <a:lnTo>
                    <a:pt x="3051" y="6874"/>
                  </a:lnTo>
                  <a:lnTo>
                    <a:pt x="3012" y="6411"/>
                  </a:lnTo>
                  <a:lnTo>
                    <a:pt x="3051" y="5948"/>
                  </a:lnTo>
                  <a:lnTo>
                    <a:pt x="3090" y="5484"/>
                  </a:lnTo>
                  <a:lnTo>
                    <a:pt x="3167" y="5021"/>
                  </a:lnTo>
                  <a:lnTo>
                    <a:pt x="3244" y="4557"/>
                  </a:lnTo>
                  <a:lnTo>
                    <a:pt x="3399" y="4094"/>
                  </a:lnTo>
                  <a:lnTo>
                    <a:pt x="3592" y="3669"/>
                  </a:lnTo>
                  <a:lnTo>
                    <a:pt x="3785" y="3206"/>
                  </a:lnTo>
                  <a:lnTo>
                    <a:pt x="4055" y="2820"/>
                  </a:lnTo>
                  <a:lnTo>
                    <a:pt x="4325" y="2395"/>
                  </a:lnTo>
                  <a:lnTo>
                    <a:pt x="4634" y="2047"/>
                  </a:lnTo>
                  <a:lnTo>
                    <a:pt x="4943" y="1700"/>
                  </a:lnTo>
                  <a:lnTo>
                    <a:pt x="5329" y="1391"/>
                  </a:lnTo>
                  <a:lnTo>
                    <a:pt x="5715" y="1082"/>
                  </a:lnTo>
                  <a:lnTo>
                    <a:pt x="6102" y="850"/>
                  </a:lnTo>
                  <a:lnTo>
                    <a:pt x="6526" y="696"/>
                  </a:lnTo>
                  <a:lnTo>
                    <a:pt x="6990" y="541"/>
                  </a:lnTo>
                  <a:lnTo>
                    <a:pt x="7453" y="464"/>
                  </a:lnTo>
                  <a:close/>
                  <a:moveTo>
                    <a:pt x="5561" y="12280"/>
                  </a:moveTo>
                  <a:lnTo>
                    <a:pt x="5600" y="12319"/>
                  </a:lnTo>
                  <a:lnTo>
                    <a:pt x="5677" y="12358"/>
                  </a:lnTo>
                  <a:lnTo>
                    <a:pt x="5793" y="12898"/>
                  </a:lnTo>
                  <a:lnTo>
                    <a:pt x="5098" y="12589"/>
                  </a:lnTo>
                  <a:lnTo>
                    <a:pt x="5561" y="12280"/>
                  </a:lnTo>
                  <a:close/>
                  <a:moveTo>
                    <a:pt x="3321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2" y="13979"/>
                  </a:lnTo>
                  <a:lnTo>
                    <a:pt x="2781" y="13941"/>
                  </a:lnTo>
                  <a:lnTo>
                    <a:pt x="2510" y="13825"/>
                  </a:lnTo>
                  <a:lnTo>
                    <a:pt x="2935" y="13400"/>
                  </a:lnTo>
                  <a:lnTo>
                    <a:pt x="3321" y="12975"/>
                  </a:lnTo>
                  <a:close/>
                  <a:moveTo>
                    <a:pt x="3939" y="14327"/>
                  </a:moveTo>
                  <a:lnTo>
                    <a:pt x="5098" y="14520"/>
                  </a:lnTo>
                  <a:lnTo>
                    <a:pt x="4441" y="15485"/>
                  </a:lnTo>
                  <a:lnTo>
                    <a:pt x="4287" y="15215"/>
                  </a:lnTo>
                  <a:lnTo>
                    <a:pt x="4171" y="14945"/>
                  </a:lnTo>
                  <a:lnTo>
                    <a:pt x="4055" y="14636"/>
                  </a:lnTo>
                  <a:lnTo>
                    <a:pt x="3978" y="14366"/>
                  </a:lnTo>
                  <a:lnTo>
                    <a:pt x="3939" y="14327"/>
                  </a:lnTo>
                  <a:close/>
                  <a:moveTo>
                    <a:pt x="3746" y="14597"/>
                  </a:moveTo>
                  <a:lnTo>
                    <a:pt x="3823" y="14945"/>
                  </a:lnTo>
                  <a:lnTo>
                    <a:pt x="3978" y="15292"/>
                  </a:lnTo>
                  <a:lnTo>
                    <a:pt x="4132" y="15601"/>
                  </a:lnTo>
                  <a:lnTo>
                    <a:pt x="4287" y="15910"/>
                  </a:lnTo>
                  <a:lnTo>
                    <a:pt x="4364" y="15987"/>
                  </a:lnTo>
                  <a:lnTo>
                    <a:pt x="4055" y="16412"/>
                  </a:lnTo>
                  <a:lnTo>
                    <a:pt x="3746" y="16875"/>
                  </a:lnTo>
                  <a:lnTo>
                    <a:pt x="3592" y="16412"/>
                  </a:lnTo>
                  <a:lnTo>
                    <a:pt x="3476" y="15949"/>
                  </a:lnTo>
                  <a:lnTo>
                    <a:pt x="3476" y="15717"/>
                  </a:lnTo>
                  <a:lnTo>
                    <a:pt x="3476" y="15447"/>
                  </a:lnTo>
                  <a:lnTo>
                    <a:pt x="3514" y="15215"/>
                  </a:lnTo>
                  <a:lnTo>
                    <a:pt x="3553" y="14983"/>
                  </a:lnTo>
                  <a:lnTo>
                    <a:pt x="3746" y="14597"/>
                  </a:lnTo>
                  <a:close/>
                  <a:moveTo>
                    <a:pt x="4480" y="16335"/>
                  </a:moveTo>
                  <a:lnTo>
                    <a:pt x="4673" y="16760"/>
                  </a:lnTo>
                  <a:lnTo>
                    <a:pt x="4789" y="17223"/>
                  </a:lnTo>
                  <a:lnTo>
                    <a:pt x="4364" y="17107"/>
                  </a:lnTo>
                  <a:lnTo>
                    <a:pt x="3939" y="17030"/>
                  </a:lnTo>
                  <a:lnTo>
                    <a:pt x="4480" y="16335"/>
                  </a:lnTo>
                  <a:close/>
                  <a:moveTo>
                    <a:pt x="2472" y="16875"/>
                  </a:moveTo>
                  <a:lnTo>
                    <a:pt x="3399" y="17107"/>
                  </a:lnTo>
                  <a:lnTo>
                    <a:pt x="3476" y="17262"/>
                  </a:lnTo>
                  <a:lnTo>
                    <a:pt x="3321" y="17377"/>
                  </a:lnTo>
                  <a:lnTo>
                    <a:pt x="3167" y="17571"/>
                  </a:lnTo>
                  <a:lnTo>
                    <a:pt x="2897" y="17918"/>
                  </a:lnTo>
                  <a:lnTo>
                    <a:pt x="2665" y="17416"/>
                  </a:lnTo>
                  <a:lnTo>
                    <a:pt x="2472" y="16875"/>
                  </a:lnTo>
                  <a:close/>
                  <a:moveTo>
                    <a:pt x="3360" y="19733"/>
                  </a:moveTo>
                  <a:lnTo>
                    <a:pt x="4055" y="20428"/>
                  </a:lnTo>
                  <a:lnTo>
                    <a:pt x="3553" y="20660"/>
                  </a:lnTo>
                  <a:lnTo>
                    <a:pt x="3012" y="20969"/>
                  </a:lnTo>
                  <a:lnTo>
                    <a:pt x="3012" y="20969"/>
                  </a:lnTo>
                  <a:lnTo>
                    <a:pt x="3167" y="20351"/>
                  </a:lnTo>
                  <a:lnTo>
                    <a:pt x="3360" y="19733"/>
                  </a:lnTo>
                  <a:close/>
                  <a:moveTo>
                    <a:pt x="5677" y="20119"/>
                  </a:moveTo>
                  <a:lnTo>
                    <a:pt x="5986" y="20196"/>
                  </a:lnTo>
                  <a:lnTo>
                    <a:pt x="5715" y="20891"/>
                  </a:lnTo>
                  <a:lnTo>
                    <a:pt x="5368" y="21548"/>
                  </a:lnTo>
                  <a:lnTo>
                    <a:pt x="4673" y="20583"/>
                  </a:lnTo>
                  <a:lnTo>
                    <a:pt x="4634" y="20544"/>
                  </a:lnTo>
                  <a:lnTo>
                    <a:pt x="4673" y="20235"/>
                  </a:lnTo>
                  <a:lnTo>
                    <a:pt x="5020" y="20158"/>
                  </a:lnTo>
                  <a:lnTo>
                    <a:pt x="5329" y="20119"/>
                  </a:lnTo>
                  <a:close/>
                  <a:moveTo>
                    <a:pt x="7453" y="1"/>
                  </a:moveTo>
                  <a:lnTo>
                    <a:pt x="7067" y="39"/>
                  </a:lnTo>
                  <a:lnTo>
                    <a:pt x="6719" y="155"/>
                  </a:lnTo>
                  <a:lnTo>
                    <a:pt x="6333" y="271"/>
                  </a:lnTo>
                  <a:lnTo>
                    <a:pt x="5986" y="426"/>
                  </a:lnTo>
                  <a:lnTo>
                    <a:pt x="5638" y="580"/>
                  </a:lnTo>
                  <a:lnTo>
                    <a:pt x="5291" y="812"/>
                  </a:lnTo>
                  <a:lnTo>
                    <a:pt x="4943" y="1043"/>
                  </a:lnTo>
                  <a:lnTo>
                    <a:pt x="4634" y="1314"/>
                  </a:lnTo>
                  <a:lnTo>
                    <a:pt x="4364" y="1623"/>
                  </a:lnTo>
                  <a:lnTo>
                    <a:pt x="4094" y="1893"/>
                  </a:lnTo>
                  <a:lnTo>
                    <a:pt x="3823" y="2240"/>
                  </a:lnTo>
                  <a:lnTo>
                    <a:pt x="3592" y="2549"/>
                  </a:lnTo>
                  <a:lnTo>
                    <a:pt x="3399" y="2897"/>
                  </a:lnTo>
                  <a:lnTo>
                    <a:pt x="3205" y="3283"/>
                  </a:lnTo>
                  <a:lnTo>
                    <a:pt x="3051" y="3631"/>
                  </a:lnTo>
                  <a:lnTo>
                    <a:pt x="2897" y="4017"/>
                  </a:lnTo>
                  <a:lnTo>
                    <a:pt x="2781" y="4403"/>
                  </a:lnTo>
                  <a:lnTo>
                    <a:pt x="2703" y="4789"/>
                  </a:lnTo>
                  <a:lnTo>
                    <a:pt x="2626" y="5175"/>
                  </a:lnTo>
                  <a:lnTo>
                    <a:pt x="2588" y="5600"/>
                  </a:lnTo>
                  <a:lnTo>
                    <a:pt x="2549" y="5986"/>
                  </a:lnTo>
                  <a:lnTo>
                    <a:pt x="2549" y="6411"/>
                  </a:lnTo>
                  <a:lnTo>
                    <a:pt x="2549" y="6836"/>
                  </a:lnTo>
                  <a:lnTo>
                    <a:pt x="2665" y="7724"/>
                  </a:lnTo>
                  <a:lnTo>
                    <a:pt x="2742" y="8149"/>
                  </a:lnTo>
                  <a:lnTo>
                    <a:pt x="2858" y="8573"/>
                  </a:lnTo>
                  <a:lnTo>
                    <a:pt x="3012" y="8998"/>
                  </a:lnTo>
                  <a:lnTo>
                    <a:pt x="3167" y="9384"/>
                  </a:lnTo>
                  <a:lnTo>
                    <a:pt x="3321" y="9809"/>
                  </a:lnTo>
                  <a:lnTo>
                    <a:pt x="3553" y="10195"/>
                  </a:lnTo>
                  <a:lnTo>
                    <a:pt x="3746" y="10543"/>
                  </a:lnTo>
                  <a:lnTo>
                    <a:pt x="4016" y="10929"/>
                  </a:lnTo>
                  <a:lnTo>
                    <a:pt x="4287" y="11238"/>
                  </a:lnTo>
                  <a:lnTo>
                    <a:pt x="4596" y="11547"/>
                  </a:lnTo>
                  <a:lnTo>
                    <a:pt x="4905" y="11856"/>
                  </a:lnTo>
                  <a:lnTo>
                    <a:pt x="5252" y="12087"/>
                  </a:lnTo>
                  <a:lnTo>
                    <a:pt x="4557" y="12473"/>
                  </a:lnTo>
                  <a:lnTo>
                    <a:pt x="4480" y="12551"/>
                  </a:lnTo>
                  <a:lnTo>
                    <a:pt x="4441" y="12666"/>
                  </a:lnTo>
                  <a:lnTo>
                    <a:pt x="4480" y="12782"/>
                  </a:lnTo>
                  <a:lnTo>
                    <a:pt x="4596" y="12860"/>
                  </a:lnTo>
                  <a:lnTo>
                    <a:pt x="5020" y="13014"/>
                  </a:lnTo>
                  <a:lnTo>
                    <a:pt x="4673" y="13168"/>
                  </a:lnTo>
                  <a:lnTo>
                    <a:pt x="4403" y="13362"/>
                  </a:lnTo>
                  <a:lnTo>
                    <a:pt x="4094" y="13555"/>
                  </a:lnTo>
                  <a:lnTo>
                    <a:pt x="3862" y="13786"/>
                  </a:lnTo>
                  <a:lnTo>
                    <a:pt x="3823" y="13477"/>
                  </a:lnTo>
                  <a:lnTo>
                    <a:pt x="3746" y="13168"/>
                  </a:lnTo>
                  <a:lnTo>
                    <a:pt x="3630" y="12860"/>
                  </a:lnTo>
                  <a:lnTo>
                    <a:pt x="3514" y="12551"/>
                  </a:lnTo>
                  <a:lnTo>
                    <a:pt x="3476" y="12473"/>
                  </a:lnTo>
                  <a:lnTo>
                    <a:pt x="3360" y="12435"/>
                  </a:lnTo>
                  <a:lnTo>
                    <a:pt x="3283" y="12473"/>
                  </a:lnTo>
                  <a:lnTo>
                    <a:pt x="3205" y="12512"/>
                  </a:lnTo>
                  <a:lnTo>
                    <a:pt x="2665" y="13168"/>
                  </a:lnTo>
                  <a:lnTo>
                    <a:pt x="2086" y="13748"/>
                  </a:lnTo>
                  <a:lnTo>
                    <a:pt x="2047" y="13825"/>
                  </a:lnTo>
                  <a:lnTo>
                    <a:pt x="2008" y="13902"/>
                  </a:lnTo>
                  <a:lnTo>
                    <a:pt x="2047" y="13979"/>
                  </a:lnTo>
                  <a:lnTo>
                    <a:pt x="2086" y="14057"/>
                  </a:lnTo>
                  <a:lnTo>
                    <a:pt x="2395" y="14211"/>
                  </a:lnTo>
                  <a:lnTo>
                    <a:pt x="2742" y="14288"/>
                  </a:lnTo>
                  <a:lnTo>
                    <a:pt x="3051" y="14366"/>
                  </a:lnTo>
                  <a:lnTo>
                    <a:pt x="3399" y="14366"/>
                  </a:lnTo>
                  <a:lnTo>
                    <a:pt x="3244" y="14636"/>
                  </a:lnTo>
                  <a:lnTo>
                    <a:pt x="3128" y="14945"/>
                  </a:lnTo>
                  <a:lnTo>
                    <a:pt x="3090" y="15176"/>
                  </a:lnTo>
                  <a:lnTo>
                    <a:pt x="3051" y="15408"/>
                  </a:lnTo>
                  <a:lnTo>
                    <a:pt x="3051" y="15872"/>
                  </a:lnTo>
                  <a:lnTo>
                    <a:pt x="3128" y="16296"/>
                  </a:lnTo>
                  <a:lnTo>
                    <a:pt x="3244" y="16760"/>
                  </a:lnTo>
                  <a:lnTo>
                    <a:pt x="2781" y="16567"/>
                  </a:lnTo>
                  <a:lnTo>
                    <a:pt x="2279" y="16412"/>
                  </a:lnTo>
                  <a:lnTo>
                    <a:pt x="2201" y="16412"/>
                  </a:lnTo>
                  <a:lnTo>
                    <a:pt x="2124" y="16451"/>
                  </a:lnTo>
                  <a:lnTo>
                    <a:pt x="2047" y="16528"/>
                  </a:lnTo>
                  <a:lnTo>
                    <a:pt x="2047" y="16644"/>
                  </a:lnTo>
                  <a:lnTo>
                    <a:pt x="2163" y="17107"/>
                  </a:lnTo>
                  <a:lnTo>
                    <a:pt x="2279" y="17532"/>
                  </a:lnTo>
                  <a:lnTo>
                    <a:pt x="2472" y="17957"/>
                  </a:lnTo>
                  <a:lnTo>
                    <a:pt x="2703" y="18381"/>
                  </a:lnTo>
                  <a:lnTo>
                    <a:pt x="2781" y="18459"/>
                  </a:lnTo>
                  <a:lnTo>
                    <a:pt x="2858" y="18497"/>
                  </a:lnTo>
                  <a:lnTo>
                    <a:pt x="2935" y="18459"/>
                  </a:lnTo>
                  <a:lnTo>
                    <a:pt x="3012" y="18381"/>
                  </a:lnTo>
                  <a:lnTo>
                    <a:pt x="3321" y="18034"/>
                  </a:lnTo>
                  <a:lnTo>
                    <a:pt x="3514" y="17802"/>
                  </a:lnTo>
                  <a:lnTo>
                    <a:pt x="3630" y="17609"/>
                  </a:lnTo>
                  <a:lnTo>
                    <a:pt x="3707" y="17764"/>
                  </a:lnTo>
                  <a:lnTo>
                    <a:pt x="3978" y="18343"/>
                  </a:lnTo>
                  <a:lnTo>
                    <a:pt x="4132" y="18961"/>
                  </a:lnTo>
                  <a:lnTo>
                    <a:pt x="4248" y="19540"/>
                  </a:lnTo>
                  <a:lnTo>
                    <a:pt x="4248" y="20158"/>
                  </a:lnTo>
                  <a:lnTo>
                    <a:pt x="3437" y="19308"/>
                  </a:lnTo>
                  <a:lnTo>
                    <a:pt x="3399" y="19270"/>
                  </a:lnTo>
                  <a:lnTo>
                    <a:pt x="3205" y="19270"/>
                  </a:lnTo>
                  <a:lnTo>
                    <a:pt x="3167" y="19347"/>
                  </a:lnTo>
                  <a:lnTo>
                    <a:pt x="2974" y="19810"/>
                  </a:lnTo>
                  <a:lnTo>
                    <a:pt x="2781" y="20274"/>
                  </a:lnTo>
                  <a:lnTo>
                    <a:pt x="2665" y="20776"/>
                  </a:lnTo>
                  <a:lnTo>
                    <a:pt x="2626" y="21316"/>
                  </a:lnTo>
                  <a:lnTo>
                    <a:pt x="2626" y="21393"/>
                  </a:lnTo>
                  <a:lnTo>
                    <a:pt x="2703" y="21471"/>
                  </a:lnTo>
                  <a:lnTo>
                    <a:pt x="2781" y="21509"/>
                  </a:lnTo>
                  <a:lnTo>
                    <a:pt x="2897" y="21471"/>
                  </a:lnTo>
                  <a:lnTo>
                    <a:pt x="3514" y="21162"/>
                  </a:lnTo>
                  <a:lnTo>
                    <a:pt x="4171" y="20776"/>
                  </a:lnTo>
                  <a:lnTo>
                    <a:pt x="4171" y="20776"/>
                  </a:lnTo>
                  <a:lnTo>
                    <a:pt x="4055" y="21162"/>
                  </a:lnTo>
                  <a:lnTo>
                    <a:pt x="3901" y="21548"/>
                  </a:lnTo>
                  <a:lnTo>
                    <a:pt x="3669" y="22050"/>
                  </a:lnTo>
                  <a:lnTo>
                    <a:pt x="3321" y="22552"/>
                  </a:lnTo>
                  <a:lnTo>
                    <a:pt x="2897" y="23015"/>
                  </a:lnTo>
                  <a:lnTo>
                    <a:pt x="2626" y="23247"/>
                  </a:lnTo>
                  <a:lnTo>
                    <a:pt x="2395" y="23401"/>
                  </a:lnTo>
                  <a:lnTo>
                    <a:pt x="2124" y="23594"/>
                  </a:lnTo>
                  <a:lnTo>
                    <a:pt x="1854" y="23710"/>
                  </a:lnTo>
                  <a:lnTo>
                    <a:pt x="1584" y="23788"/>
                  </a:lnTo>
                  <a:lnTo>
                    <a:pt x="1313" y="23788"/>
                  </a:lnTo>
                  <a:lnTo>
                    <a:pt x="1082" y="23749"/>
                  </a:lnTo>
                  <a:lnTo>
                    <a:pt x="811" y="23672"/>
                  </a:lnTo>
                  <a:lnTo>
                    <a:pt x="541" y="23517"/>
                  </a:lnTo>
                  <a:lnTo>
                    <a:pt x="309" y="23286"/>
                  </a:lnTo>
                  <a:lnTo>
                    <a:pt x="232" y="23247"/>
                  </a:lnTo>
                  <a:lnTo>
                    <a:pt x="78" y="23247"/>
                  </a:lnTo>
                  <a:lnTo>
                    <a:pt x="39" y="23363"/>
                  </a:lnTo>
                  <a:lnTo>
                    <a:pt x="0" y="23401"/>
                  </a:lnTo>
                  <a:lnTo>
                    <a:pt x="39" y="23479"/>
                  </a:lnTo>
                  <a:lnTo>
                    <a:pt x="155" y="23633"/>
                  </a:lnTo>
                  <a:lnTo>
                    <a:pt x="271" y="23788"/>
                  </a:lnTo>
                  <a:lnTo>
                    <a:pt x="387" y="23903"/>
                  </a:lnTo>
                  <a:lnTo>
                    <a:pt x="541" y="24019"/>
                  </a:lnTo>
                  <a:lnTo>
                    <a:pt x="695" y="24096"/>
                  </a:lnTo>
                  <a:lnTo>
                    <a:pt x="889" y="24135"/>
                  </a:lnTo>
                  <a:lnTo>
                    <a:pt x="1236" y="24212"/>
                  </a:lnTo>
                  <a:lnTo>
                    <a:pt x="1584" y="24174"/>
                  </a:lnTo>
                  <a:lnTo>
                    <a:pt x="1970" y="24096"/>
                  </a:lnTo>
                  <a:lnTo>
                    <a:pt x="2317" y="23942"/>
                  </a:lnTo>
                  <a:lnTo>
                    <a:pt x="2665" y="23749"/>
                  </a:lnTo>
                  <a:lnTo>
                    <a:pt x="3012" y="23479"/>
                  </a:lnTo>
                  <a:lnTo>
                    <a:pt x="3321" y="23208"/>
                  </a:lnTo>
                  <a:lnTo>
                    <a:pt x="3630" y="22861"/>
                  </a:lnTo>
                  <a:lnTo>
                    <a:pt x="3901" y="22513"/>
                  </a:lnTo>
                  <a:lnTo>
                    <a:pt x="4132" y="22127"/>
                  </a:lnTo>
                  <a:lnTo>
                    <a:pt x="4325" y="21702"/>
                  </a:lnTo>
                  <a:lnTo>
                    <a:pt x="4480" y="21316"/>
                  </a:lnTo>
                  <a:lnTo>
                    <a:pt x="4596" y="20853"/>
                  </a:lnTo>
                  <a:lnTo>
                    <a:pt x="5213" y="21973"/>
                  </a:lnTo>
                  <a:lnTo>
                    <a:pt x="5291" y="22050"/>
                  </a:lnTo>
                  <a:lnTo>
                    <a:pt x="5368" y="22088"/>
                  </a:lnTo>
                  <a:lnTo>
                    <a:pt x="5445" y="22050"/>
                  </a:lnTo>
                  <a:lnTo>
                    <a:pt x="5522" y="22011"/>
                  </a:lnTo>
                  <a:lnTo>
                    <a:pt x="5793" y="21548"/>
                  </a:lnTo>
                  <a:lnTo>
                    <a:pt x="6024" y="21084"/>
                  </a:lnTo>
                  <a:lnTo>
                    <a:pt x="6410" y="20119"/>
                  </a:lnTo>
                  <a:lnTo>
                    <a:pt x="6410" y="20042"/>
                  </a:lnTo>
                  <a:lnTo>
                    <a:pt x="6410" y="19965"/>
                  </a:lnTo>
                  <a:lnTo>
                    <a:pt x="6372" y="19926"/>
                  </a:lnTo>
                  <a:lnTo>
                    <a:pt x="6295" y="19887"/>
                  </a:lnTo>
                  <a:lnTo>
                    <a:pt x="5908" y="19772"/>
                  </a:lnTo>
                  <a:lnTo>
                    <a:pt x="5484" y="19733"/>
                  </a:lnTo>
                  <a:lnTo>
                    <a:pt x="5098" y="19733"/>
                  </a:lnTo>
                  <a:lnTo>
                    <a:pt x="4673" y="19849"/>
                  </a:lnTo>
                  <a:lnTo>
                    <a:pt x="4634" y="19231"/>
                  </a:lnTo>
                  <a:lnTo>
                    <a:pt x="4518" y="18652"/>
                  </a:lnTo>
                  <a:lnTo>
                    <a:pt x="4287" y="18034"/>
                  </a:lnTo>
                  <a:lnTo>
                    <a:pt x="4055" y="17455"/>
                  </a:lnTo>
                  <a:lnTo>
                    <a:pt x="4518" y="17532"/>
                  </a:lnTo>
                  <a:lnTo>
                    <a:pt x="4982" y="17609"/>
                  </a:lnTo>
                  <a:lnTo>
                    <a:pt x="5059" y="17609"/>
                  </a:lnTo>
                  <a:lnTo>
                    <a:pt x="5098" y="17532"/>
                  </a:lnTo>
                  <a:lnTo>
                    <a:pt x="5136" y="17493"/>
                  </a:lnTo>
                  <a:lnTo>
                    <a:pt x="5136" y="17377"/>
                  </a:lnTo>
                  <a:lnTo>
                    <a:pt x="5098" y="17030"/>
                  </a:lnTo>
                  <a:lnTo>
                    <a:pt x="4982" y="16644"/>
                  </a:lnTo>
                  <a:lnTo>
                    <a:pt x="4827" y="16296"/>
                  </a:lnTo>
                  <a:lnTo>
                    <a:pt x="4673" y="15987"/>
                  </a:lnTo>
                  <a:lnTo>
                    <a:pt x="4596" y="15910"/>
                  </a:lnTo>
                  <a:lnTo>
                    <a:pt x="4634" y="15910"/>
                  </a:lnTo>
                  <a:lnTo>
                    <a:pt x="5600" y="14481"/>
                  </a:lnTo>
                  <a:lnTo>
                    <a:pt x="5638" y="14366"/>
                  </a:lnTo>
                  <a:lnTo>
                    <a:pt x="5600" y="14288"/>
                  </a:lnTo>
                  <a:lnTo>
                    <a:pt x="5561" y="14211"/>
                  </a:lnTo>
                  <a:lnTo>
                    <a:pt x="5445" y="14172"/>
                  </a:lnTo>
                  <a:lnTo>
                    <a:pt x="4209" y="13979"/>
                  </a:lnTo>
                  <a:lnTo>
                    <a:pt x="4480" y="13748"/>
                  </a:lnTo>
                  <a:lnTo>
                    <a:pt x="4789" y="13555"/>
                  </a:lnTo>
                  <a:lnTo>
                    <a:pt x="5098" y="13362"/>
                  </a:lnTo>
                  <a:lnTo>
                    <a:pt x="5406" y="13168"/>
                  </a:lnTo>
                  <a:lnTo>
                    <a:pt x="6024" y="13400"/>
                  </a:lnTo>
                  <a:lnTo>
                    <a:pt x="6140" y="13439"/>
                  </a:lnTo>
                  <a:lnTo>
                    <a:pt x="6217" y="13362"/>
                  </a:lnTo>
                  <a:lnTo>
                    <a:pt x="6256" y="13284"/>
                  </a:lnTo>
                  <a:lnTo>
                    <a:pt x="6295" y="13168"/>
                  </a:lnTo>
                  <a:lnTo>
                    <a:pt x="6179" y="12705"/>
                  </a:lnTo>
                  <a:lnTo>
                    <a:pt x="6063" y="12242"/>
                  </a:lnTo>
                  <a:lnTo>
                    <a:pt x="6912" y="11933"/>
                  </a:lnTo>
                  <a:lnTo>
                    <a:pt x="7723" y="11585"/>
                  </a:lnTo>
                  <a:lnTo>
                    <a:pt x="8534" y="11122"/>
                  </a:lnTo>
                  <a:lnTo>
                    <a:pt x="9268" y="10620"/>
                  </a:lnTo>
                  <a:lnTo>
                    <a:pt x="9963" y="10079"/>
                  </a:lnTo>
                  <a:lnTo>
                    <a:pt x="10311" y="9770"/>
                  </a:lnTo>
                  <a:lnTo>
                    <a:pt x="10620" y="9423"/>
                  </a:lnTo>
                  <a:lnTo>
                    <a:pt x="10890" y="9075"/>
                  </a:lnTo>
                  <a:lnTo>
                    <a:pt x="11160" y="8728"/>
                  </a:lnTo>
                  <a:lnTo>
                    <a:pt x="11392" y="8342"/>
                  </a:lnTo>
                  <a:lnTo>
                    <a:pt x="11623" y="7955"/>
                  </a:lnTo>
                  <a:lnTo>
                    <a:pt x="11817" y="7569"/>
                  </a:lnTo>
                  <a:lnTo>
                    <a:pt x="11971" y="7183"/>
                  </a:lnTo>
                  <a:lnTo>
                    <a:pt x="12125" y="6758"/>
                  </a:lnTo>
                  <a:lnTo>
                    <a:pt x="12241" y="6334"/>
                  </a:lnTo>
                  <a:lnTo>
                    <a:pt x="12319" y="5948"/>
                  </a:lnTo>
                  <a:lnTo>
                    <a:pt x="12357" y="5523"/>
                  </a:lnTo>
                  <a:lnTo>
                    <a:pt x="12396" y="5098"/>
                  </a:lnTo>
                  <a:lnTo>
                    <a:pt x="12396" y="4673"/>
                  </a:lnTo>
                  <a:lnTo>
                    <a:pt x="12357" y="4248"/>
                  </a:lnTo>
                  <a:lnTo>
                    <a:pt x="12280" y="3824"/>
                  </a:lnTo>
                  <a:lnTo>
                    <a:pt x="12203" y="3438"/>
                  </a:lnTo>
                  <a:lnTo>
                    <a:pt x="12048" y="3051"/>
                  </a:lnTo>
                  <a:lnTo>
                    <a:pt x="11894" y="2665"/>
                  </a:lnTo>
                  <a:lnTo>
                    <a:pt x="11701" y="2279"/>
                  </a:lnTo>
                  <a:lnTo>
                    <a:pt x="11469" y="1893"/>
                  </a:lnTo>
                  <a:lnTo>
                    <a:pt x="11160" y="1545"/>
                  </a:lnTo>
                  <a:lnTo>
                    <a:pt x="10890" y="1275"/>
                  </a:lnTo>
                  <a:lnTo>
                    <a:pt x="10620" y="1005"/>
                  </a:lnTo>
                  <a:lnTo>
                    <a:pt x="10311" y="773"/>
                  </a:lnTo>
                  <a:lnTo>
                    <a:pt x="9963" y="580"/>
                  </a:lnTo>
                  <a:lnTo>
                    <a:pt x="9654" y="387"/>
                  </a:lnTo>
                  <a:lnTo>
                    <a:pt x="9307" y="233"/>
                  </a:lnTo>
                  <a:lnTo>
                    <a:pt x="8920" y="117"/>
                  </a:lnTo>
                  <a:lnTo>
                    <a:pt x="8573" y="39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19"/>
            <p:cNvSpPr/>
            <p:nvPr/>
          </p:nvSpPr>
          <p:spPr>
            <a:xfrm>
              <a:off x="1545225" y="23405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1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19"/>
            <p:cNvSpPr/>
            <p:nvPr/>
          </p:nvSpPr>
          <p:spPr>
            <a:xfrm>
              <a:off x="6777550" y="23482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9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1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19"/>
            <p:cNvSpPr/>
            <p:nvPr/>
          </p:nvSpPr>
          <p:spPr>
            <a:xfrm>
              <a:off x="6642400" y="2349200"/>
              <a:ext cx="437325" cy="301225"/>
            </a:xfrm>
            <a:custGeom>
              <a:avLst/>
              <a:gdLst/>
              <a:ahLst/>
              <a:cxnLst/>
              <a:rect l="l" t="t" r="r" b="b"/>
              <a:pathLst>
                <a:path w="17493" h="12049" extrusionOk="0">
                  <a:moveTo>
                    <a:pt x="12086" y="503"/>
                  </a:moveTo>
                  <a:lnTo>
                    <a:pt x="12202" y="580"/>
                  </a:lnTo>
                  <a:lnTo>
                    <a:pt x="12280" y="657"/>
                  </a:lnTo>
                  <a:lnTo>
                    <a:pt x="12627" y="850"/>
                  </a:lnTo>
                  <a:lnTo>
                    <a:pt x="12897" y="1159"/>
                  </a:lnTo>
                  <a:lnTo>
                    <a:pt x="13129" y="1507"/>
                  </a:lnTo>
                  <a:lnTo>
                    <a:pt x="13322" y="1854"/>
                  </a:lnTo>
                  <a:lnTo>
                    <a:pt x="13477" y="2240"/>
                  </a:lnTo>
                  <a:lnTo>
                    <a:pt x="13631" y="2665"/>
                  </a:lnTo>
                  <a:lnTo>
                    <a:pt x="13824" y="3438"/>
                  </a:lnTo>
                  <a:lnTo>
                    <a:pt x="13090" y="3013"/>
                  </a:lnTo>
                  <a:lnTo>
                    <a:pt x="12704" y="2781"/>
                  </a:lnTo>
                  <a:lnTo>
                    <a:pt x="12357" y="2472"/>
                  </a:lnTo>
                  <a:lnTo>
                    <a:pt x="12009" y="2125"/>
                  </a:lnTo>
                  <a:lnTo>
                    <a:pt x="11816" y="1932"/>
                  </a:lnTo>
                  <a:lnTo>
                    <a:pt x="11662" y="1700"/>
                  </a:lnTo>
                  <a:lnTo>
                    <a:pt x="11507" y="1391"/>
                  </a:lnTo>
                  <a:lnTo>
                    <a:pt x="11430" y="1043"/>
                  </a:lnTo>
                  <a:lnTo>
                    <a:pt x="11662" y="735"/>
                  </a:lnTo>
                  <a:lnTo>
                    <a:pt x="11739" y="619"/>
                  </a:lnTo>
                  <a:lnTo>
                    <a:pt x="11855" y="541"/>
                  </a:lnTo>
                  <a:lnTo>
                    <a:pt x="11971" y="503"/>
                  </a:lnTo>
                  <a:close/>
                  <a:moveTo>
                    <a:pt x="16218" y="1584"/>
                  </a:moveTo>
                  <a:lnTo>
                    <a:pt x="16296" y="1623"/>
                  </a:lnTo>
                  <a:lnTo>
                    <a:pt x="16411" y="1661"/>
                  </a:lnTo>
                  <a:lnTo>
                    <a:pt x="16489" y="1738"/>
                  </a:lnTo>
                  <a:lnTo>
                    <a:pt x="16566" y="1816"/>
                  </a:lnTo>
                  <a:lnTo>
                    <a:pt x="16604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4" y="2511"/>
                  </a:lnTo>
                  <a:lnTo>
                    <a:pt x="16527" y="2665"/>
                  </a:lnTo>
                  <a:lnTo>
                    <a:pt x="16411" y="2820"/>
                  </a:lnTo>
                  <a:lnTo>
                    <a:pt x="16296" y="2974"/>
                  </a:lnTo>
                  <a:lnTo>
                    <a:pt x="15948" y="3206"/>
                  </a:lnTo>
                  <a:lnTo>
                    <a:pt x="15562" y="3399"/>
                  </a:lnTo>
                  <a:lnTo>
                    <a:pt x="15137" y="3553"/>
                  </a:lnTo>
                  <a:lnTo>
                    <a:pt x="14712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7"/>
                  </a:lnTo>
                  <a:lnTo>
                    <a:pt x="15098" y="2279"/>
                  </a:lnTo>
                  <a:lnTo>
                    <a:pt x="15407" y="1970"/>
                  </a:lnTo>
                  <a:lnTo>
                    <a:pt x="15639" y="1816"/>
                  </a:lnTo>
                  <a:lnTo>
                    <a:pt x="15871" y="1661"/>
                  </a:lnTo>
                  <a:lnTo>
                    <a:pt x="16102" y="1623"/>
                  </a:lnTo>
                  <a:lnTo>
                    <a:pt x="16218" y="1584"/>
                  </a:lnTo>
                  <a:close/>
                  <a:moveTo>
                    <a:pt x="13824" y="4287"/>
                  </a:moveTo>
                  <a:lnTo>
                    <a:pt x="13670" y="4557"/>
                  </a:lnTo>
                  <a:lnTo>
                    <a:pt x="13477" y="4789"/>
                  </a:lnTo>
                  <a:lnTo>
                    <a:pt x="13245" y="5021"/>
                  </a:lnTo>
                  <a:lnTo>
                    <a:pt x="13013" y="5214"/>
                  </a:lnTo>
                  <a:lnTo>
                    <a:pt x="12666" y="5484"/>
                  </a:lnTo>
                  <a:lnTo>
                    <a:pt x="12164" y="5754"/>
                  </a:lnTo>
                  <a:lnTo>
                    <a:pt x="11893" y="5870"/>
                  </a:lnTo>
                  <a:lnTo>
                    <a:pt x="11623" y="5948"/>
                  </a:lnTo>
                  <a:lnTo>
                    <a:pt x="11391" y="5986"/>
                  </a:lnTo>
                  <a:lnTo>
                    <a:pt x="11198" y="5948"/>
                  </a:lnTo>
                  <a:lnTo>
                    <a:pt x="11044" y="5870"/>
                  </a:lnTo>
                  <a:lnTo>
                    <a:pt x="10967" y="5793"/>
                  </a:lnTo>
                  <a:lnTo>
                    <a:pt x="10928" y="5716"/>
                  </a:lnTo>
                  <a:lnTo>
                    <a:pt x="10889" y="5639"/>
                  </a:lnTo>
                  <a:lnTo>
                    <a:pt x="10889" y="5446"/>
                  </a:lnTo>
                  <a:lnTo>
                    <a:pt x="10967" y="5252"/>
                  </a:lnTo>
                  <a:lnTo>
                    <a:pt x="11121" y="5098"/>
                  </a:lnTo>
                  <a:lnTo>
                    <a:pt x="11276" y="4944"/>
                  </a:lnTo>
                  <a:lnTo>
                    <a:pt x="11546" y="4750"/>
                  </a:lnTo>
                  <a:lnTo>
                    <a:pt x="11816" y="4635"/>
                  </a:lnTo>
                  <a:lnTo>
                    <a:pt x="12086" y="4557"/>
                  </a:lnTo>
                  <a:lnTo>
                    <a:pt x="12627" y="4480"/>
                  </a:lnTo>
                  <a:lnTo>
                    <a:pt x="13245" y="4403"/>
                  </a:lnTo>
                  <a:lnTo>
                    <a:pt x="13554" y="4364"/>
                  </a:lnTo>
                  <a:lnTo>
                    <a:pt x="13824" y="4287"/>
                  </a:lnTo>
                  <a:close/>
                  <a:moveTo>
                    <a:pt x="14403" y="4248"/>
                  </a:moveTo>
                  <a:lnTo>
                    <a:pt x="15098" y="4596"/>
                  </a:lnTo>
                  <a:lnTo>
                    <a:pt x="15407" y="4789"/>
                  </a:lnTo>
                  <a:lnTo>
                    <a:pt x="15716" y="4982"/>
                  </a:lnTo>
                  <a:lnTo>
                    <a:pt x="15909" y="5137"/>
                  </a:lnTo>
                  <a:lnTo>
                    <a:pt x="16141" y="5368"/>
                  </a:lnTo>
                  <a:lnTo>
                    <a:pt x="16411" y="5677"/>
                  </a:lnTo>
                  <a:lnTo>
                    <a:pt x="16643" y="5986"/>
                  </a:lnTo>
                  <a:lnTo>
                    <a:pt x="16875" y="6334"/>
                  </a:lnTo>
                  <a:lnTo>
                    <a:pt x="16991" y="6681"/>
                  </a:lnTo>
                  <a:lnTo>
                    <a:pt x="16991" y="6836"/>
                  </a:lnTo>
                  <a:lnTo>
                    <a:pt x="16991" y="6990"/>
                  </a:lnTo>
                  <a:lnTo>
                    <a:pt x="16952" y="7106"/>
                  </a:lnTo>
                  <a:lnTo>
                    <a:pt x="16836" y="7222"/>
                  </a:lnTo>
                  <a:lnTo>
                    <a:pt x="16759" y="7299"/>
                  </a:lnTo>
                  <a:lnTo>
                    <a:pt x="16643" y="7338"/>
                  </a:lnTo>
                  <a:lnTo>
                    <a:pt x="16373" y="7338"/>
                  </a:lnTo>
                  <a:lnTo>
                    <a:pt x="16141" y="7222"/>
                  </a:lnTo>
                  <a:lnTo>
                    <a:pt x="15871" y="7029"/>
                  </a:lnTo>
                  <a:lnTo>
                    <a:pt x="15600" y="6797"/>
                  </a:lnTo>
                  <a:lnTo>
                    <a:pt x="15369" y="6565"/>
                  </a:lnTo>
                  <a:lnTo>
                    <a:pt x="15060" y="6141"/>
                  </a:lnTo>
                  <a:lnTo>
                    <a:pt x="14828" y="5716"/>
                  </a:lnTo>
                  <a:lnTo>
                    <a:pt x="14635" y="5252"/>
                  </a:lnTo>
                  <a:lnTo>
                    <a:pt x="14519" y="4750"/>
                  </a:lnTo>
                  <a:lnTo>
                    <a:pt x="14403" y="4248"/>
                  </a:lnTo>
                  <a:close/>
                  <a:moveTo>
                    <a:pt x="11855" y="1"/>
                  </a:moveTo>
                  <a:lnTo>
                    <a:pt x="11584" y="39"/>
                  </a:lnTo>
                  <a:lnTo>
                    <a:pt x="11469" y="117"/>
                  </a:lnTo>
                  <a:lnTo>
                    <a:pt x="11353" y="194"/>
                  </a:lnTo>
                  <a:lnTo>
                    <a:pt x="11160" y="387"/>
                  </a:lnTo>
                  <a:lnTo>
                    <a:pt x="11005" y="619"/>
                  </a:lnTo>
                  <a:lnTo>
                    <a:pt x="10928" y="812"/>
                  </a:lnTo>
                  <a:lnTo>
                    <a:pt x="10928" y="1005"/>
                  </a:lnTo>
                  <a:lnTo>
                    <a:pt x="10928" y="1236"/>
                  </a:lnTo>
                  <a:lnTo>
                    <a:pt x="11005" y="1468"/>
                  </a:lnTo>
                  <a:lnTo>
                    <a:pt x="11082" y="1661"/>
                  </a:lnTo>
                  <a:lnTo>
                    <a:pt x="11198" y="1893"/>
                  </a:lnTo>
                  <a:lnTo>
                    <a:pt x="11546" y="2318"/>
                  </a:lnTo>
                  <a:lnTo>
                    <a:pt x="11932" y="2742"/>
                  </a:lnTo>
                  <a:lnTo>
                    <a:pt x="12395" y="3090"/>
                  </a:lnTo>
                  <a:lnTo>
                    <a:pt x="12859" y="3399"/>
                  </a:lnTo>
                  <a:lnTo>
                    <a:pt x="12859" y="3399"/>
                  </a:lnTo>
                  <a:lnTo>
                    <a:pt x="12048" y="3283"/>
                  </a:lnTo>
                  <a:lnTo>
                    <a:pt x="11198" y="3283"/>
                  </a:lnTo>
                  <a:lnTo>
                    <a:pt x="10387" y="3322"/>
                  </a:lnTo>
                  <a:lnTo>
                    <a:pt x="9615" y="3476"/>
                  </a:lnTo>
                  <a:lnTo>
                    <a:pt x="9654" y="3013"/>
                  </a:lnTo>
                  <a:lnTo>
                    <a:pt x="9654" y="2511"/>
                  </a:lnTo>
                  <a:lnTo>
                    <a:pt x="9615" y="2009"/>
                  </a:lnTo>
                  <a:lnTo>
                    <a:pt x="9538" y="1507"/>
                  </a:lnTo>
                  <a:lnTo>
                    <a:pt x="9075" y="1623"/>
                  </a:lnTo>
                  <a:lnTo>
                    <a:pt x="9152" y="2086"/>
                  </a:lnTo>
                  <a:lnTo>
                    <a:pt x="9152" y="2588"/>
                  </a:lnTo>
                  <a:lnTo>
                    <a:pt x="9152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5" y="3901"/>
                  </a:lnTo>
                  <a:lnTo>
                    <a:pt x="7414" y="4287"/>
                  </a:lnTo>
                  <a:lnTo>
                    <a:pt x="6603" y="4712"/>
                  </a:lnTo>
                  <a:lnTo>
                    <a:pt x="5831" y="5214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5" y="6218"/>
                  </a:lnTo>
                  <a:lnTo>
                    <a:pt x="3823" y="6913"/>
                  </a:lnTo>
                  <a:lnTo>
                    <a:pt x="3089" y="7685"/>
                  </a:lnTo>
                  <a:lnTo>
                    <a:pt x="2394" y="8496"/>
                  </a:lnTo>
                  <a:lnTo>
                    <a:pt x="1738" y="9307"/>
                  </a:lnTo>
                  <a:lnTo>
                    <a:pt x="1081" y="10157"/>
                  </a:lnTo>
                  <a:lnTo>
                    <a:pt x="502" y="10967"/>
                  </a:lnTo>
                  <a:lnTo>
                    <a:pt x="0" y="11778"/>
                  </a:lnTo>
                  <a:lnTo>
                    <a:pt x="348" y="12049"/>
                  </a:lnTo>
                  <a:lnTo>
                    <a:pt x="1545" y="10504"/>
                  </a:lnTo>
                  <a:lnTo>
                    <a:pt x="2742" y="8959"/>
                  </a:lnTo>
                  <a:lnTo>
                    <a:pt x="3360" y="8226"/>
                  </a:lnTo>
                  <a:lnTo>
                    <a:pt x="4016" y="7492"/>
                  </a:lnTo>
                  <a:lnTo>
                    <a:pt x="4711" y="6797"/>
                  </a:lnTo>
                  <a:lnTo>
                    <a:pt x="5483" y="6179"/>
                  </a:lnTo>
                  <a:lnTo>
                    <a:pt x="6256" y="5561"/>
                  </a:lnTo>
                  <a:lnTo>
                    <a:pt x="7105" y="5059"/>
                  </a:lnTo>
                  <a:lnTo>
                    <a:pt x="7993" y="4596"/>
                  </a:lnTo>
                  <a:lnTo>
                    <a:pt x="8457" y="4442"/>
                  </a:lnTo>
                  <a:lnTo>
                    <a:pt x="8920" y="4248"/>
                  </a:lnTo>
                  <a:lnTo>
                    <a:pt x="9422" y="4133"/>
                  </a:lnTo>
                  <a:lnTo>
                    <a:pt x="9885" y="4017"/>
                  </a:lnTo>
                  <a:lnTo>
                    <a:pt x="10387" y="3901"/>
                  </a:lnTo>
                  <a:lnTo>
                    <a:pt x="10851" y="3862"/>
                  </a:lnTo>
                  <a:lnTo>
                    <a:pt x="11353" y="3824"/>
                  </a:lnTo>
                  <a:lnTo>
                    <a:pt x="11855" y="3824"/>
                  </a:lnTo>
                  <a:lnTo>
                    <a:pt x="12357" y="3862"/>
                  </a:lnTo>
                  <a:lnTo>
                    <a:pt x="12859" y="3901"/>
                  </a:lnTo>
                  <a:lnTo>
                    <a:pt x="12318" y="3978"/>
                  </a:lnTo>
                  <a:lnTo>
                    <a:pt x="11855" y="4094"/>
                  </a:lnTo>
                  <a:lnTo>
                    <a:pt x="11391" y="4287"/>
                  </a:lnTo>
                  <a:lnTo>
                    <a:pt x="11198" y="4403"/>
                  </a:lnTo>
                  <a:lnTo>
                    <a:pt x="11005" y="4557"/>
                  </a:lnTo>
                  <a:lnTo>
                    <a:pt x="10851" y="4673"/>
                  </a:lnTo>
                  <a:lnTo>
                    <a:pt x="10696" y="4866"/>
                  </a:lnTo>
                  <a:lnTo>
                    <a:pt x="10542" y="5059"/>
                  </a:lnTo>
                  <a:lnTo>
                    <a:pt x="10465" y="5291"/>
                  </a:lnTo>
                  <a:lnTo>
                    <a:pt x="10387" y="5523"/>
                  </a:lnTo>
                  <a:lnTo>
                    <a:pt x="10387" y="5754"/>
                  </a:lnTo>
                  <a:lnTo>
                    <a:pt x="10426" y="5948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4"/>
                  </a:lnTo>
                  <a:lnTo>
                    <a:pt x="11005" y="6411"/>
                  </a:lnTo>
                  <a:lnTo>
                    <a:pt x="11276" y="6449"/>
                  </a:lnTo>
                  <a:lnTo>
                    <a:pt x="11584" y="6411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3"/>
                  </a:lnTo>
                  <a:lnTo>
                    <a:pt x="13438" y="5484"/>
                  </a:lnTo>
                  <a:lnTo>
                    <a:pt x="13399" y="5523"/>
                  </a:lnTo>
                  <a:lnTo>
                    <a:pt x="13786" y="5716"/>
                  </a:lnTo>
                  <a:lnTo>
                    <a:pt x="14056" y="4866"/>
                  </a:lnTo>
                  <a:lnTo>
                    <a:pt x="14210" y="5407"/>
                  </a:lnTo>
                  <a:lnTo>
                    <a:pt x="14403" y="5909"/>
                  </a:lnTo>
                  <a:lnTo>
                    <a:pt x="14674" y="6411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7" y="7299"/>
                  </a:lnTo>
                  <a:lnTo>
                    <a:pt x="15678" y="7492"/>
                  </a:lnTo>
                  <a:lnTo>
                    <a:pt x="15987" y="7685"/>
                  </a:lnTo>
                  <a:lnTo>
                    <a:pt x="16296" y="7801"/>
                  </a:lnTo>
                  <a:lnTo>
                    <a:pt x="16604" y="7878"/>
                  </a:lnTo>
                  <a:lnTo>
                    <a:pt x="16759" y="7878"/>
                  </a:lnTo>
                  <a:lnTo>
                    <a:pt x="16875" y="7840"/>
                  </a:lnTo>
                  <a:lnTo>
                    <a:pt x="17029" y="7801"/>
                  </a:lnTo>
                  <a:lnTo>
                    <a:pt x="17184" y="7724"/>
                  </a:lnTo>
                  <a:lnTo>
                    <a:pt x="17299" y="7647"/>
                  </a:lnTo>
                  <a:lnTo>
                    <a:pt x="17377" y="7531"/>
                  </a:lnTo>
                  <a:lnTo>
                    <a:pt x="17415" y="7376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5" y="6604"/>
                  </a:lnTo>
                  <a:lnTo>
                    <a:pt x="17299" y="6295"/>
                  </a:lnTo>
                  <a:lnTo>
                    <a:pt x="17184" y="5986"/>
                  </a:lnTo>
                  <a:lnTo>
                    <a:pt x="17029" y="5716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1"/>
                  </a:lnTo>
                  <a:lnTo>
                    <a:pt x="16257" y="4789"/>
                  </a:lnTo>
                  <a:lnTo>
                    <a:pt x="16025" y="4596"/>
                  </a:lnTo>
                  <a:lnTo>
                    <a:pt x="15523" y="4287"/>
                  </a:lnTo>
                  <a:lnTo>
                    <a:pt x="14944" y="4017"/>
                  </a:lnTo>
                  <a:lnTo>
                    <a:pt x="15407" y="3901"/>
                  </a:lnTo>
                  <a:lnTo>
                    <a:pt x="15832" y="3746"/>
                  </a:lnTo>
                  <a:lnTo>
                    <a:pt x="16218" y="3515"/>
                  </a:lnTo>
                  <a:lnTo>
                    <a:pt x="16604" y="3244"/>
                  </a:lnTo>
                  <a:lnTo>
                    <a:pt x="16759" y="3051"/>
                  </a:lnTo>
                  <a:lnTo>
                    <a:pt x="16913" y="2858"/>
                  </a:lnTo>
                  <a:lnTo>
                    <a:pt x="17029" y="2665"/>
                  </a:lnTo>
                  <a:lnTo>
                    <a:pt x="17106" y="2434"/>
                  </a:lnTo>
                  <a:lnTo>
                    <a:pt x="17145" y="2163"/>
                  </a:lnTo>
                  <a:lnTo>
                    <a:pt x="17106" y="1932"/>
                  </a:lnTo>
                  <a:lnTo>
                    <a:pt x="17068" y="1700"/>
                  </a:lnTo>
                  <a:lnTo>
                    <a:pt x="16913" y="1468"/>
                  </a:lnTo>
                  <a:lnTo>
                    <a:pt x="16759" y="1314"/>
                  </a:lnTo>
                  <a:lnTo>
                    <a:pt x="16566" y="1198"/>
                  </a:lnTo>
                  <a:lnTo>
                    <a:pt x="16334" y="1159"/>
                  </a:lnTo>
                  <a:lnTo>
                    <a:pt x="16102" y="1159"/>
                  </a:lnTo>
                  <a:lnTo>
                    <a:pt x="15909" y="1198"/>
                  </a:lnTo>
                  <a:lnTo>
                    <a:pt x="15678" y="1236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5" y="1777"/>
                  </a:lnTo>
                  <a:lnTo>
                    <a:pt x="14596" y="2163"/>
                  </a:lnTo>
                  <a:lnTo>
                    <a:pt x="14326" y="2588"/>
                  </a:lnTo>
                  <a:lnTo>
                    <a:pt x="14094" y="3013"/>
                  </a:lnTo>
                  <a:lnTo>
                    <a:pt x="13940" y="2434"/>
                  </a:lnTo>
                  <a:lnTo>
                    <a:pt x="13747" y="1893"/>
                  </a:lnTo>
                  <a:lnTo>
                    <a:pt x="13515" y="1352"/>
                  </a:lnTo>
                  <a:lnTo>
                    <a:pt x="13168" y="850"/>
                  </a:lnTo>
                  <a:lnTo>
                    <a:pt x="13013" y="657"/>
                  </a:lnTo>
                  <a:lnTo>
                    <a:pt x="12820" y="464"/>
                  </a:lnTo>
                  <a:lnTo>
                    <a:pt x="12588" y="271"/>
                  </a:lnTo>
                  <a:lnTo>
                    <a:pt x="12357" y="117"/>
                  </a:lnTo>
                  <a:lnTo>
                    <a:pt x="12086" y="39"/>
                  </a:lnTo>
                  <a:lnTo>
                    <a:pt x="118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19"/>
            <p:cNvSpPr/>
            <p:nvPr/>
          </p:nvSpPr>
          <p:spPr>
            <a:xfrm>
              <a:off x="4161375" y="2367550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6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6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1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19"/>
            <p:cNvSpPr/>
            <p:nvPr/>
          </p:nvSpPr>
          <p:spPr>
            <a:xfrm>
              <a:off x="4673025" y="2378175"/>
              <a:ext cx="330175" cy="176675"/>
            </a:xfrm>
            <a:custGeom>
              <a:avLst/>
              <a:gdLst/>
              <a:ahLst/>
              <a:cxnLst/>
              <a:rect l="l" t="t" r="r" b="b"/>
              <a:pathLst>
                <a:path w="13207" h="7067" extrusionOk="0">
                  <a:moveTo>
                    <a:pt x="8110" y="309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79"/>
                  </a:lnTo>
                  <a:lnTo>
                    <a:pt x="8728" y="888"/>
                  </a:lnTo>
                  <a:lnTo>
                    <a:pt x="8766" y="1197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7"/>
                  </a:lnTo>
                  <a:lnTo>
                    <a:pt x="8033" y="2858"/>
                  </a:lnTo>
                  <a:lnTo>
                    <a:pt x="6836" y="4711"/>
                  </a:lnTo>
                  <a:lnTo>
                    <a:pt x="6681" y="4711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7"/>
                  </a:lnTo>
                  <a:lnTo>
                    <a:pt x="7453" y="888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09"/>
                  </a:lnTo>
                  <a:close/>
                  <a:moveTo>
                    <a:pt x="5909" y="5406"/>
                  </a:moveTo>
                  <a:lnTo>
                    <a:pt x="4673" y="5831"/>
                  </a:lnTo>
                  <a:lnTo>
                    <a:pt x="3437" y="6217"/>
                  </a:lnTo>
                  <a:lnTo>
                    <a:pt x="2781" y="6372"/>
                  </a:lnTo>
                  <a:lnTo>
                    <a:pt x="2125" y="6526"/>
                  </a:lnTo>
                  <a:lnTo>
                    <a:pt x="1700" y="6565"/>
                  </a:lnTo>
                  <a:lnTo>
                    <a:pt x="1314" y="6603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7"/>
                  </a:lnTo>
                  <a:lnTo>
                    <a:pt x="696" y="6063"/>
                  </a:lnTo>
                  <a:lnTo>
                    <a:pt x="696" y="5908"/>
                  </a:lnTo>
                  <a:lnTo>
                    <a:pt x="734" y="5792"/>
                  </a:lnTo>
                  <a:lnTo>
                    <a:pt x="812" y="5715"/>
                  </a:lnTo>
                  <a:lnTo>
                    <a:pt x="889" y="5677"/>
                  </a:lnTo>
                  <a:lnTo>
                    <a:pt x="1082" y="5599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6"/>
                  </a:lnTo>
                  <a:close/>
                  <a:moveTo>
                    <a:pt x="7067" y="5097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5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8"/>
                  </a:lnTo>
                  <a:lnTo>
                    <a:pt x="12589" y="6024"/>
                  </a:lnTo>
                  <a:lnTo>
                    <a:pt x="12628" y="6179"/>
                  </a:lnTo>
                  <a:lnTo>
                    <a:pt x="12589" y="6526"/>
                  </a:lnTo>
                  <a:lnTo>
                    <a:pt x="12435" y="6603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3"/>
                  </a:lnTo>
                  <a:lnTo>
                    <a:pt x="10929" y="6526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8"/>
                  </a:lnTo>
                  <a:lnTo>
                    <a:pt x="8226" y="5677"/>
                  </a:lnTo>
                  <a:lnTo>
                    <a:pt x="7067" y="5097"/>
                  </a:lnTo>
                  <a:close/>
                  <a:moveTo>
                    <a:pt x="8148" y="0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6"/>
                  </a:lnTo>
                  <a:lnTo>
                    <a:pt x="6681" y="2433"/>
                  </a:lnTo>
                  <a:lnTo>
                    <a:pt x="6527" y="3591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0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7"/>
                  </a:lnTo>
                  <a:lnTo>
                    <a:pt x="1391" y="5175"/>
                  </a:lnTo>
                  <a:lnTo>
                    <a:pt x="1005" y="5213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599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4"/>
                  </a:lnTo>
                  <a:lnTo>
                    <a:pt x="117" y="6449"/>
                  </a:lnTo>
                  <a:lnTo>
                    <a:pt x="232" y="6603"/>
                  </a:lnTo>
                  <a:lnTo>
                    <a:pt x="348" y="6681"/>
                  </a:lnTo>
                  <a:lnTo>
                    <a:pt x="464" y="6796"/>
                  </a:lnTo>
                  <a:lnTo>
                    <a:pt x="773" y="6912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2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5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8"/>
                  </a:lnTo>
                  <a:lnTo>
                    <a:pt x="6758" y="6101"/>
                  </a:lnTo>
                  <a:lnTo>
                    <a:pt x="6836" y="6294"/>
                  </a:lnTo>
                  <a:lnTo>
                    <a:pt x="7106" y="6256"/>
                  </a:lnTo>
                  <a:lnTo>
                    <a:pt x="7106" y="6217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6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6"/>
                  </a:lnTo>
                  <a:lnTo>
                    <a:pt x="11045" y="6951"/>
                  </a:lnTo>
                  <a:lnTo>
                    <a:pt x="11469" y="7028"/>
                  </a:lnTo>
                  <a:lnTo>
                    <a:pt x="11933" y="7067"/>
                  </a:lnTo>
                  <a:lnTo>
                    <a:pt x="12396" y="7028"/>
                  </a:lnTo>
                  <a:lnTo>
                    <a:pt x="12589" y="6990"/>
                  </a:lnTo>
                  <a:lnTo>
                    <a:pt x="12782" y="6912"/>
                  </a:lnTo>
                  <a:lnTo>
                    <a:pt x="12937" y="6796"/>
                  </a:lnTo>
                  <a:lnTo>
                    <a:pt x="13053" y="6681"/>
                  </a:lnTo>
                  <a:lnTo>
                    <a:pt x="13130" y="6526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4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6"/>
                  </a:lnTo>
                  <a:lnTo>
                    <a:pt x="12242" y="5290"/>
                  </a:lnTo>
                  <a:lnTo>
                    <a:pt x="11894" y="5213"/>
                  </a:lnTo>
                  <a:lnTo>
                    <a:pt x="11315" y="5097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1"/>
                  </a:lnTo>
                  <a:lnTo>
                    <a:pt x="8071" y="3514"/>
                  </a:lnTo>
                  <a:lnTo>
                    <a:pt x="8496" y="2858"/>
                  </a:lnTo>
                  <a:lnTo>
                    <a:pt x="8844" y="2201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6"/>
                  </a:lnTo>
                  <a:lnTo>
                    <a:pt x="9075" y="1275"/>
                  </a:lnTo>
                  <a:lnTo>
                    <a:pt x="9037" y="1004"/>
                  </a:lnTo>
                  <a:lnTo>
                    <a:pt x="8959" y="811"/>
                  </a:lnTo>
                  <a:lnTo>
                    <a:pt x="8882" y="579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19"/>
            <p:cNvSpPr/>
            <p:nvPr/>
          </p:nvSpPr>
          <p:spPr>
            <a:xfrm>
              <a:off x="1437100" y="2381075"/>
              <a:ext cx="93675" cy="93650"/>
            </a:xfrm>
            <a:custGeom>
              <a:avLst/>
              <a:gdLst/>
              <a:ahLst/>
              <a:cxnLst/>
              <a:rect l="l" t="t" r="r" b="b"/>
              <a:pathLst>
                <a:path w="3747" h="3746" extrusionOk="0">
                  <a:moveTo>
                    <a:pt x="1584" y="463"/>
                  </a:moveTo>
                  <a:lnTo>
                    <a:pt x="2086" y="541"/>
                  </a:lnTo>
                  <a:lnTo>
                    <a:pt x="2318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5"/>
                  </a:lnTo>
                  <a:lnTo>
                    <a:pt x="3090" y="1197"/>
                  </a:lnTo>
                  <a:lnTo>
                    <a:pt x="3206" y="1429"/>
                  </a:lnTo>
                  <a:lnTo>
                    <a:pt x="3244" y="1699"/>
                  </a:lnTo>
                  <a:lnTo>
                    <a:pt x="3244" y="1969"/>
                  </a:lnTo>
                  <a:lnTo>
                    <a:pt x="3206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7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3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3"/>
                  </a:lnTo>
                  <a:close/>
                  <a:moveTo>
                    <a:pt x="1893" y="0"/>
                  </a:moveTo>
                  <a:lnTo>
                    <a:pt x="1700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4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9" y="579"/>
                  </a:lnTo>
                  <a:lnTo>
                    <a:pt x="425" y="772"/>
                  </a:lnTo>
                  <a:lnTo>
                    <a:pt x="271" y="965"/>
                  </a:lnTo>
                  <a:lnTo>
                    <a:pt x="155" y="1236"/>
                  </a:lnTo>
                  <a:lnTo>
                    <a:pt x="78" y="1467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7" y="2510"/>
                  </a:lnTo>
                  <a:lnTo>
                    <a:pt x="310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8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7" y="3437"/>
                  </a:lnTo>
                  <a:lnTo>
                    <a:pt x="3128" y="3244"/>
                  </a:lnTo>
                  <a:lnTo>
                    <a:pt x="3322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8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5" y="1004"/>
                  </a:lnTo>
                  <a:lnTo>
                    <a:pt x="3322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19"/>
            <p:cNvSpPr/>
            <p:nvPr/>
          </p:nvSpPr>
          <p:spPr>
            <a:xfrm>
              <a:off x="3476925" y="23916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7" y="1159"/>
                  </a:lnTo>
                  <a:lnTo>
                    <a:pt x="1391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6" y="1816"/>
                  </a:lnTo>
                  <a:lnTo>
                    <a:pt x="387" y="1700"/>
                  </a:lnTo>
                  <a:lnTo>
                    <a:pt x="348" y="1584"/>
                  </a:lnTo>
                  <a:lnTo>
                    <a:pt x="387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2" y="1623"/>
                  </a:lnTo>
                  <a:lnTo>
                    <a:pt x="3669" y="1700"/>
                  </a:lnTo>
                  <a:lnTo>
                    <a:pt x="3747" y="1816"/>
                  </a:lnTo>
                  <a:lnTo>
                    <a:pt x="3747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9" y="2356"/>
                  </a:lnTo>
                  <a:lnTo>
                    <a:pt x="3206" y="2434"/>
                  </a:lnTo>
                  <a:lnTo>
                    <a:pt x="3013" y="2395"/>
                  </a:lnTo>
                  <a:lnTo>
                    <a:pt x="2820" y="2356"/>
                  </a:lnTo>
                  <a:lnTo>
                    <a:pt x="2627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1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90" y="1468"/>
                  </a:lnTo>
                  <a:close/>
                  <a:moveTo>
                    <a:pt x="3747" y="4750"/>
                  </a:moveTo>
                  <a:lnTo>
                    <a:pt x="3901" y="4789"/>
                  </a:lnTo>
                  <a:lnTo>
                    <a:pt x="4017" y="4828"/>
                  </a:lnTo>
                  <a:lnTo>
                    <a:pt x="4094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3" y="5368"/>
                  </a:lnTo>
                  <a:lnTo>
                    <a:pt x="4094" y="5484"/>
                  </a:lnTo>
                  <a:lnTo>
                    <a:pt x="3978" y="5600"/>
                  </a:lnTo>
                  <a:lnTo>
                    <a:pt x="3785" y="5754"/>
                  </a:lnTo>
                  <a:lnTo>
                    <a:pt x="3515" y="5870"/>
                  </a:lnTo>
                  <a:lnTo>
                    <a:pt x="3129" y="5870"/>
                  </a:lnTo>
                  <a:lnTo>
                    <a:pt x="2743" y="5793"/>
                  </a:lnTo>
                  <a:lnTo>
                    <a:pt x="2936" y="5368"/>
                  </a:lnTo>
                  <a:lnTo>
                    <a:pt x="3051" y="5214"/>
                  </a:lnTo>
                  <a:lnTo>
                    <a:pt x="3206" y="5021"/>
                  </a:lnTo>
                  <a:lnTo>
                    <a:pt x="3476" y="4866"/>
                  </a:lnTo>
                  <a:lnTo>
                    <a:pt x="3631" y="4789"/>
                  </a:lnTo>
                  <a:lnTo>
                    <a:pt x="3747" y="4750"/>
                  </a:lnTo>
                  <a:close/>
                  <a:moveTo>
                    <a:pt x="1121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3" y="6102"/>
                  </a:lnTo>
                  <a:lnTo>
                    <a:pt x="1430" y="6256"/>
                  </a:lnTo>
                  <a:lnTo>
                    <a:pt x="1237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6" y="6334"/>
                  </a:lnTo>
                  <a:lnTo>
                    <a:pt x="503" y="6179"/>
                  </a:lnTo>
                  <a:lnTo>
                    <a:pt x="426" y="6025"/>
                  </a:lnTo>
                  <a:lnTo>
                    <a:pt x="426" y="5909"/>
                  </a:lnTo>
                  <a:lnTo>
                    <a:pt x="464" y="5754"/>
                  </a:lnTo>
                  <a:lnTo>
                    <a:pt x="580" y="5677"/>
                  </a:lnTo>
                  <a:lnTo>
                    <a:pt x="696" y="5600"/>
                  </a:lnTo>
                  <a:lnTo>
                    <a:pt x="850" y="5523"/>
                  </a:lnTo>
                  <a:close/>
                  <a:moveTo>
                    <a:pt x="5716" y="6218"/>
                  </a:moveTo>
                  <a:lnTo>
                    <a:pt x="5870" y="6334"/>
                  </a:lnTo>
                  <a:lnTo>
                    <a:pt x="5948" y="6411"/>
                  </a:lnTo>
                  <a:lnTo>
                    <a:pt x="5986" y="6527"/>
                  </a:lnTo>
                  <a:lnTo>
                    <a:pt x="6025" y="6681"/>
                  </a:lnTo>
                  <a:lnTo>
                    <a:pt x="5986" y="6797"/>
                  </a:lnTo>
                  <a:lnTo>
                    <a:pt x="5909" y="7067"/>
                  </a:lnTo>
                  <a:lnTo>
                    <a:pt x="5793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1" y="7801"/>
                  </a:lnTo>
                  <a:lnTo>
                    <a:pt x="5059" y="7917"/>
                  </a:lnTo>
                  <a:lnTo>
                    <a:pt x="5098" y="7878"/>
                  </a:lnTo>
                  <a:lnTo>
                    <a:pt x="5021" y="7415"/>
                  </a:lnTo>
                  <a:lnTo>
                    <a:pt x="4982" y="7183"/>
                  </a:lnTo>
                  <a:lnTo>
                    <a:pt x="5021" y="6952"/>
                  </a:lnTo>
                  <a:lnTo>
                    <a:pt x="5137" y="6681"/>
                  </a:lnTo>
                  <a:lnTo>
                    <a:pt x="5214" y="6527"/>
                  </a:lnTo>
                  <a:lnTo>
                    <a:pt x="5330" y="6372"/>
                  </a:lnTo>
                  <a:lnTo>
                    <a:pt x="5446" y="6256"/>
                  </a:lnTo>
                  <a:lnTo>
                    <a:pt x="5600" y="6218"/>
                  </a:lnTo>
                  <a:close/>
                  <a:moveTo>
                    <a:pt x="8960" y="8071"/>
                  </a:moveTo>
                  <a:lnTo>
                    <a:pt x="9153" y="8110"/>
                  </a:lnTo>
                  <a:lnTo>
                    <a:pt x="9268" y="8187"/>
                  </a:lnTo>
                  <a:lnTo>
                    <a:pt x="9346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7" y="9153"/>
                  </a:lnTo>
                  <a:lnTo>
                    <a:pt x="8805" y="9346"/>
                  </a:lnTo>
                  <a:lnTo>
                    <a:pt x="8689" y="9384"/>
                  </a:lnTo>
                  <a:lnTo>
                    <a:pt x="8612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2" y="9346"/>
                  </a:lnTo>
                  <a:lnTo>
                    <a:pt x="8264" y="9346"/>
                  </a:lnTo>
                  <a:lnTo>
                    <a:pt x="8226" y="8960"/>
                  </a:lnTo>
                  <a:lnTo>
                    <a:pt x="8226" y="8766"/>
                  </a:lnTo>
                  <a:lnTo>
                    <a:pt x="8264" y="8573"/>
                  </a:lnTo>
                  <a:lnTo>
                    <a:pt x="8342" y="8342"/>
                  </a:lnTo>
                  <a:lnTo>
                    <a:pt x="8496" y="8187"/>
                  </a:lnTo>
                  <a:lnTo>
                    <a:pt x="8728" y="8110"/>
                  </a:lnTo>
                  <a:lnTo>
                    <a:pt x="8844" y="8071"/>
                  </a:lnTo>
                  <a:close/>
                  <a:moveTo>
                    <a:pt x="4944" y="8380"/>
                  </a:moveTo>
                  <a:lnTo>
                    <a:pt x="4944" y="8419"/>
                  </a:lnTo>
                  <a:lnTo>
                    <a:pt x="4751" y="8805"/>
                  </a:lnTo>
                  <a:lnTo>
                    <a:pt x="4596" y="8960"/>
                  </a:lnTo>
                  <a:lnTo>
                    <a:pt x="4442" y="9153"/>
                  </a:lnTo>
                  <a:lnTo>
                    <a:pt x="4210" y="9307"/>
                  </a:lnTo>
                  <a:lnTo>
                    <a:pt x="3940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9" y="9346"/>
                  </a:lnTo>
                  <a:lnTo>
                    <a:pt x="3322" y="9191"/>
                  </a:lnTo>
                  <a:lnTo>
                    <a:pt x="3322" y="9075"/>
                  </a:lnTo>
                  <a:lnTo>
                    <a:pt x="3322" y="8960"/>
                  </a:lnTo>
                  <a:lnTo>
                    <a:pt x="3399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5" y="8458"/>
                  </a:lnTo>
                  <a:lnTo>
                    <a:pt x="4055" y="8380"/>
                  </a:lnTo>
                  <a:lnTo>
                    <a:pt x="4326" y="8380"/>
                  </a:lnTo>
                  <a:lnTo>
                    <a:pt x="4905" y="8419"/>
                  </a:lnTo>
                  <a:lnTo>
                    <a:pt x="4944" y="8380"/>
                  </a:lnTo>
                  <a:close/>
                  <a:moveTo>
                    <a:pt x="7994" y="10002"/>
                  </a:moveTo>
                  <a:lnTo>
                    <a:pt x="7956" y="10195"/>
                  </a:lnTo>
                  <a:lnTo>
                    <a:pt x="7917" y="10350"/>
                  </a:lnTo>
                  <a:lnTo>
                    <a:pt x="7840" y="10543"/>
                  </a:lnTo>
                  <a:lnTo>
                    <a:pt x="7724" y="10697"/>
                  </a:lnTo>
                  <a:lnTo>
                    <a:pt x="7608" y="10813"/>
                  </a:lnTo>
                  <a:lnTo>
                    <a:pt x="7492" y="10929"/>
                  </a:lnTo>
                  <a:lnTo>
                    <a:pt x="7338" y="11045"/>
                  </a:lnTo>
                  <a:lnTo>
                    <a:pt x="7145" y="11083"/>
                  </a:lnTo>
                  <a:lnTo>
                    <a:pt x="6952" y="11122"/>
                  </a:lnTo>
                  <a:lnTo>
                    <a:pt x="6797" y="11083"/>
                  </a:lnTo>
                  <a:lnTo>
                    <a:pt x="6720" y="11045"/>
                  </a:lnTo>
                  <a:lnTo>
                    <a:pt x="6681" y="10967"/>
                  </a:lnTo>
                  <a:lnTo>
                    <a:pt x="6643" y="10890"/>
                  </a:lnTo>
                  <a:lnTo>
                    <a:pt x="6604" y="10813"/>
                  </a:lnTo>
                  <a:lnTo>
                    <a:pt x="6643" y="10620"/>
                  </a:lnTo>
                  <a:lnTo>
                    <a:pt x="6720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2" y="10157"/>
                  </a:lnTo>
                  <a:lnTo>
                    <a:pt x="7492" y="10079"/>
                  </a:lnTo>
                  <a:lnTo>
                    <a:pt x="7724" y="10041"/>
                  </a:lnTo>
                  <a:lnTo>
                    <a:pt x="7994" y="10002"/>
                  </a:lnTo>
                  <a:close/>
                  <a:moveTo>
                    <a:pt x="2202" y="1"/>
                  </a:moveTo>
                  <a:lnTo>
                    <a:pt x="2009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1" y="812"/>
                  </a:lnTo>
                  <a:lnTo>
                    <a:pt x="1237" y="773"/>
                  </a:lnTo>
                  <a:lnTo>
                    <a:pt x="1043" y="735"/>
                  </a:lnTo>
                  <a:lnTo>
                    <a:pt x="696" y="735"/>
                  </a:lnTo>
                  <a:lnTo>
                    <a:pt x="541" y="812"/>
                  </a:lnTo>
                  <a:lnTo>
                    <a:pt x="387" y="889"/>
                  </a:lnTo>
                  <a:lnTo>
                    <a:pt x="233" y="1005"/>
                  </a:lnTo>
                  <a:lnTo>
                    <a:pt x="117" y="1159"/>
                  </a:lnTo>
                  <a:lnTo>
                    <a:pt x="39" y="1314"/>
                  </a:lnTo>
                  <a:lnTo>
                    <a:pt x="1" y="1468"/>
                  </a:lnTo>
                  <a:lnTo>
                    <a:pt x="1" y="1623"/>
                  </a:lnTo>
                  <a:lnTo>
                    <a:pt x="1" y="1777"/>
                  </a:lnTo>
                  <a:lnTo>
                    <a:pt x="78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6" y="2279"/>
                  </a:lnTo>
                  <a:lnTo>
                    <a:pt x="580" y="2356"/>
                  </a:lnTo>
                  <a:lnTo>
                    <a:pt x="735" y="2395"/>
                  </a:lnTo>
                  <a:lnTo>
                    <a:pt x="1043" y="2434"/>
                  </a:lnTo>
                  <a:lnTo>
                    <a:pt x="1391" y="2395"/>
                  </a:lnTo>
                  <a:lnTo>
                    <a:pt x="1700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9" y="4635"/>
                  </a:lnTo>
                  <a:lnTo>
                    <a:pt x="1777" y="5021"/>
                  </a:lnTo>
                  <a:lnTo>
                    <a:pt x="1893" y="5368"/>
                  </a:lnTo>
                  <a:lnTo>
                    <a:pt x="1584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3" y="5252"/>
                  </a:lnTo>
                  <a:lnTo>
                    <a:pt x="387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8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8" y="6218"/>
                  </a:lnTo>
                  <a:lnTo>
                    <a:pt x="155" y="6334"/>
                  </a:lnTo>
                  <a:lnTo>
                    <a:pt x="233" y="6450"/>
                  </a:lnTo>
                  <a:lnTo>
                    <a:pt x="348" y="6565"/>
                  </a:lnTo>
                  <a:lnTo>
                    <a:pt x="503" y="6643"/>
                  </a:lnTo>
                  <a:lnTo>
                    <a:pt x="657" y="6720"/>
                  </a:lnTo>
                  <a:lnTo>
                    <a:pt x="812" y="6758"/>
                  </a:lnTo>
                  <a:lnTo>
                    <a:pt x="1121" y="6758"/>
                  </a:lnTo>
                  <a:lnTo>
                    <a:pt x="1430" y="6681"/>
                  </a:lnTo>
                  <a:lnTo>
                    <a:pt x="1700" y="6527"/>
                  </a:lnTo>
                  <a:lnTo>
                    <a:pt x="1932" y="6295"/>
                  </a:lnTo>
                  <a:lnTo>
                    <a:pt x="2125" y="6063"/>
                  </a:lnTo>
                  <a:lnTo>
                    <a:pt x="2395" y="6527"/>
                  </a:lnTo>
                  <a:lnTo>
                    <a:pt x="2743" y="6990"/>
                  </a:lnTo>
                  <a:lnTo>
                    <a:pt x="3129" y="7376"/>
                  </a:lnTo>
                  <a:lnTo>
                    <a:pt x="3592" y="7762"/>
                  </a:lnTo>
                  <a:lnTo>
                    <a:pt x="4017" y="7994"/>
                  </a:lnTo>
                  <a:lnTo>
                    <a:pt x="3824" y="8033"/>
                  </a:lnTo>
                  <a:lnTo>
                    <a:pt x="3631" y="8110"/>
                  </a:lnTo>
                  <a:lnTo>
                    <a:pt x="3438" y="8187"/>
                  </a:lnTo>
                  <a:lnTo>
                    <a:pt x="3283" y="8342"/>
                  </a:lnTo>
                  <a:lnTo>
                    <a:pt x="3167" y="8458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6" y="8882"/>
                  </a:lnTo>
                  <a:lnTo>
                    <a:pt x="2897" y="9075"/>
                  </a:lnTo>
                  <a:lnTo>
                    <a:pt x="2936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2" y="9770"/>
                  </a:lnTo>
                  <a:lnTo>
                    <a:pt x="3515" y="9848"/>
                  </a:lnTo>
                  <a:lnTo>
                    <a:pt x="3708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9" y="9770"/>
                  </a:lnTo>
                  <a:lnTo>
                    <a:pt x="4403" y="9693"/>
                  </a:lnTo>
                  <a:lnTo>
                    <a:pt x="4673" y="9461"/>
                  </a:lnTo>
                  <a:lnTo>
                    <a:pt x="4905" y="9153"/>
                  </a:lnTo>
                  <a:lnTo>
                    <a:pt x="5098" y="8844"/>
                  </a:lnTo>
                  <a:lnTo>
                    <a:pt x="5214" y="8496"/>
                  </a:lnTo>
                  <a:lnTo>
                    <a:pt x="6527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6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5" y="9809"/>
                  </a:lnTo>
                  <a:lnTo>
                    <a:pt x="6797" y="9963"/>
                  </a:lnTo>
                  <a:lnTo>
                    <a:pt x="6643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5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5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6" y="11508"/>
                  </a:lnTo>
                  <a:lnTo>
                    <a:pt x="7029" y="11508"/>
                  </a:lnTo>
                  <a:lnTo>
                    <a:pt x="7222" y="11469"/>
                  </a:lnTo>
                  <a:lnTo>
                    <a:pt x="7415" y="11392"/>
                  </a:lnTo>
                  <a:lnTo>
                    <a:pt x="7569" y="11315"/>
                  </a:lnTo>
                  <a:lnTo>
                    <a:pt x="7724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10" y="10697"/>
                  </a:lnTo>
                  <a:lnTo>
                    <a:pt x="8226" y="10465"/>
                  </a:lnTo>
                  <a:lnTo>
                    <a:pt x="8264" y="10234"/>
                  </a:lnTo>
                  <a:lnTo>
                    <a:pt x="8303" y="9963"/>
                  </a:lnTo>
                  <a:lnTo>
                    <a:pt x="8342" y="9925"/>
                  </a:lnTo>
                  <a:lnTo>
                    <a:pt x="8728" y="10272"/>
                  </a:lnTo>
                  <a:lnTo>
                    <a:pt x="9075" y="10659"/>
                  </a:lnTo>
                  <a:lnTo>
                    <a:pt x="9346" y="11122"/>
                  </a:lnTo>
                  <a:lnTo>
                    <a:pt x="9462" y="11354"/>
                  </a:lnTo>
                  <a:lnTo>
                    <a:pt x="9539" y="11585"/>
                  </a:lnTo>
                  <a:lnTo>
                    <a:pt x="9655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5" y="12937"/>
                  </a:lnTo>
                  <a:lnTo>
                    <a:pt x="9577" y="13284"/>
                  </a:lnTo>
                  <a:lnTo>
                    <a:pt x="9462" y="13593"/>
                  </a:lnTo>
                  <a:lnTo>
                    <a:pt x="9191" y="14211"/>
                  </a:lnTo>
                  <a:lnTo>
                    <a:pt x="9153" y="14288"/>
                  </a:lnTo>
                  <a:lnTo>
                    <a:pt x="9153" y="14327"/>
                  </a:lnTo>
                  <a:lnTo>
                    <a:pt x="9230" y="14404"/>
                  </a:lnTo>
                  <a:lnTo>
                    <a:pt x="9307" y="14443"/>
                  </a:lnTo>
                  <a:lnTo>
                    <a:pt x="9423" y="14404"/>
                  </a:lnTo>
                  <a:lnTo>
                    <a:pt x="9577" y="14250"/>
                  </a:lnTo>
                  <a:lnTo>
                    <a:pt x="9732" y="14057"/>
                  </a:lnTo>
                  <a:lnTo>
                    <a:pt x="9848" y="13902"/>
                  </a:lnTo>
                  <a:lnTo>
                    <a:pt x="9925" y="13671"/>
                  </a:lnTo>
                  <a:lnTo>
                    <a:pt x="10079" y="13246"/>
                  </a:lnTo>
                  <a:lnTo>
                    <a:pt x="10118" y="12782"/>
                  </a:lnTo>
                  <a:lnTo>
                    <a:pt x="10118" y="12319"/>
                  </a:lnTo>
                  <a:lnTo>
                    <a:pt x="10041" y="11856"/>
                  </a:lnTo>
                  <a:lnTo>
                    <a:pt x="9925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7" y="10272"/>
                  </a:lnTo>
                  <a:lnTo>
                    <a:pt x="9037" y="9963"/>
                  </a:lnTo>
                  <a:lnTo>
                    <a:pt x="8728" y="9693"/>
                  </a:lnTo>
                  <a:lnTo>
                    <a:pt x="8960" y="9577"/>
                  </a:lnTo>
                  <a:lnTo>
                    <a:pt x="9230" y="9423"/>
                  </a:lnTo>
                  <a:lnTo>
                    <a:pt x="9462" y="9191"/>
                  </a:lnTo>
                  <a:lnTo>
                    <a:pt x="9616" y="8921"/>
                  </a:lnTo>
                  <a:lnTo>
                    <a:pt x="9732" y="8612"/>
                  </a:lnTo>
                  <a:lnTo>
                    <a:pt x="9732" y="8496"/>
                  </a:lnTo>
                  <a:lnTo>
                    <a:pt x="9732" y="8342"/>
                  </a:lnTo>
                  <a:lnTo>
                    <a:pt x="9693" y="8187"/>
                  </a:lnTo>
                  <a:lnTo>
                    <a:pt x="9616" y="8071"/>
                  </a:lnTo>
                  <a:lnTo>
                    <a:pt x="9500" y="7956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7" y="7724"/>
                  </a:lnTo>
                  <a:lnTo>
                    <a:pt x="8689" y="7724"/>
                  </a:lnTo>
                  <a:lnTo>
                    <a:pt x="8535" y="7762"/>
                  </a:lnTo>
                  <a:lnTo>
                    <a:pt x="8380" y="7840"/>
                  </a:lnTo>
                  <a:lnTo>
                    <a:pt x="8226" y="7956"/>
                  </a:lnTo>
                  <a:lnTo>
                    <a:pt x="8110" y="8071"/>
                  </a:lnTo>
                  <a:lnTo>
                    <a:pt x="7956" y="8264"/>
                  </a:lnTo>
                  <a:lnTo>
                    <a:pt x="7878" y="8535"/>
                  </a:lnTo>
                  <a:lnTo>
                    <a:pt x="7840" y="8766"/>
                  </a:lnTo>
                  <a:lnTo>
                    <a:pt x="7840" y="9037"/>
                  </a:lnTo>
                  <a:lnTo>
                    <a:pt x="7222" y="8766"/>
                  </a:lnTo>
                  <a:lnTo>
                    <a:pt x="6643" y="8496"/>
                  </a:lnTo>
                  <a:lnTo>
                    <a:pt x="5368" y="8033"/>
                  </a:lnTo>
                  <a:lnTo>
                    <a:pt x="5639" y="7878"/>
                  </a:lnTo>
                  <a:lnTo>
                    <a:pt x="5870" y="7685"/>
                  </a:lnTo>
                  <a:lnTo>
                    <a:pt x="6063" y="7454"/>
                  </a:lnTo>
                  <a:lnTo>
                    <a:pt x="6218" y="7183"/>
                  </a:lnTo>
                  <a:lnTo>
                    <a:pt x="6334" y="6874"/>
                  </a:lnTo>
                  <a:lnTo>
                    <a:pt x="6334" y="6720"/>
                  </a:lnTo>
                  <a:lnTo>
                    <a:pt x="6334" y="6527"/>
                  </a:lnTo>
                  <a:lnTo>
                    <a:pt x="6334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5" y="5948"/>
                  </a:lnTo>
                  <a:lnTo>
                    <a:pt x="5870" y="5870"/>
                  </a:lnTo>
                  <a:lnTo>
                    <a:pt x="5716" y="5832"/>
                  </a:lnTo>
                  <a:lnTo>
                    <a:pt x="5561" y="5870"/>
                  </a:lnTo>
                  <a:lnTo>
                    <a:pt x="5407" y="5909"/>
                  </a:lnTo>
                  <a:lnTo>
                    <a:pt x="5253" y="5986"/>
                  </a:lnTo>
                  <a:lnTo>
                    <a:pt x="5137" y="6063"/>
                  </a:lnTo>
                  <a:lnTo>
                    <a:pt x="4905" y="6334"/>
                  </a:lnTo>
                  <a:lnTo>
                    <a:pt x="4751" y="6643"/>
                  </a:lnTo>
                  <a:lnTo>
                    <a:pt x="4635" y="7029"/>
                  </a:lnTo>
                  <a:lnTo>
                    <a:pt x="4635" y="7222"/>
                  </a:lnTo>
                  <a:lnTo>
                    <a:pt x="4635" y="7415"/>
                  </a:lnTo>
                  <a:lnTo>
                    <a:pt x="4635" y="7608"/>
                  </a:lnTo>
                  <a:lnTo>
                    <a:pt x="4712" y="7762"/>
                  </a:lnTo>
                  <a:lnTo>
                    <a:pt x="4094" y="7454"/>
                  </a:lnTo>
                  <a:lnTo>
                    <a:pt x="3824" y="7299"/>
                  </a:lnTo>
                  <a:lnTo>
                    <a:pt x="3553" y="7106"/>
                  </a:lnTo>
                  <a:lnTo>
                    <a:pt x="3322" y="6874"/>
                  </a:lnTo>
                  <a:lnTo>
                    <a:pt x="3090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2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3" y="5986"/>
                  </a:lnTo>
                  <a:lnTo>
                    <a:pt x="4249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9" y="5407"/>
                  </a:lnTo>
                  <a:lnTo>
                    <a:pt x="4557" y="5214"/>
                  </a:lnTo>
                  <a:lnTo>
                    <a:pt x="4519" y="5059"/>
                  </a:lnTo>
                  <a:lnTo>
                    <a:pt x="4480" y="4866"/>
                  </a:lnTo>
                  <a:lnTo>
                    <a:pt x="4403" y="4712"/>
                  </a:lnTo>
                  <a:lnTo>
                    <a:pt x="4287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1" y="4364"/>
                  </a:lnTo>
                  <a:lnTo>
                    <a:pt x="3708" y="4364"/>
                  </a:lnTo>
                  <a:lnTo>
                    <a:pt x="3553" y="4403"/>
                  </a:lnTo>
                  <a:lnTo>
                    <a:pt x="3399" y="4442"/>
                  </a:lnTo>
                  <a:lnTo>
                    <a:pt x="3245" y="4519"/>
                  </a:lnTo>
                  <a:lnTo>
                    <a:pt x="3090" y="4635"/>
                  </a:lnTo>
                  <a:lnTo>
                    <a:pt x="2820" y="4905"/>
                  </a:lnTo>
                  <a:lnTo>
                    <a:pt x="2588" y="5214"/>
                  </a:lnTo>
                  <a:lnTo>
                    <a:pt x="2434" y="5561"/>
                  </a:lnTo>
                  <a:lnTo>
                    <a:pt x="2395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6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5" y="2318"/>
                  </a:lnTo>
                  <a:lnTo>
                    <a:pt x="2356" y="2511"/>
                  </a:lnTo>
                  <a:lnTo>
                    <a:pt x="2588" y="2627"/>
                  </a:lnTo>
                  <a:lnTo>
                    <a:pt x="2820" y="2743"/>
                  </a:lnTo>
                  <a:lnTo>
                    <a:pt x="3129" y="2781"/>
                  </a:lnTo>
                  <a:lnTo>
                    <a:pt x="3283" y="2743"/>
                  </a:lnTo>
                  <a:lnTo>
                    <a:pt x="3476" y="2704"/>
                  </a:lnTo>
                  <a:lnTo>
                    <a:pt x="3631" y="2627"/>
                  </a:lnTo>
                  <a:lnTo>
                    <a:pt x="3785" y="2549"/>
                  </a:lnTo>
                  <a:lnTo>
                    <a:pt x="3901" y="2434"/>
                  </a:lnTo>
                  <a:lnTo>
                    <a:pt x="4017" y="2279"/>
                  </a:lnTo>
                  <a:lnTo>
                    <a:pt x="4094" y="2125"/>
                  </a:lnTo>
                  <a:lnTo>
                    <a:pt x="4133" y="1970"/>
                  </a:lnTo>
                  <a:lnTo>
                    <a:pt x="4094" y="1777"/>
                  </a:lnTo>
                  <a:lnTo>
                    <a:pt x="4055" y="1623"/>
                  </a:lnTo>
                  <a:lnTo>
                    <a:pt x="4017" y="1507"/>
                  </a:lnTo>
                  <a:lnTo>
                    <a:pt x="3901" y="1352"/>
                  </a:lnTo>
                  <a:lnTo>
                    <a:pt x="3785" y="1237"/>
                  </a:lnTo>
                  <a:lnTo>
                    <a:pt x="3631" y="1159"/>
                  </a:lnTo>
                  <a:lnTo>
                    <a:pt x="3515" y="1121"/>
                  </a:lnTo>
                  <a:lnTo>
                    <a:pt x="3322" y="1082"/>
                  </a:lnTo>
                  <a:lnTo>
                    <a:pt x="3167" y="1043"/>
                  </a:lnTo>
                  <a:lnTo>
                    <a:pt x="3013" y="1082"/>
                  </a:lnTo>
                  <a:lnTo>
                    <a:pt x="2743" y="1159"/>
                  </a:lnTo>
                  <a:lnTo>
                    <a:pt x="2472" y="1314"/>
                  </a:lnTo>
                  <a:lnTo>
                    <a:pt x="2241" y="1545"/>
                  </a:lnTo>
                  <a:lnTo>
                    <a:pt x="2511" y="78"/>
                  </a:lnTo>
                  <a:lnTo>
                    <a:pt x="220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19"/>
            <p:cNvSpPr/>
            <p:nvPr/>
          </p:nvSpPr>
          <p:spPr>
            <a:xfrm>
              <a:off x="3971200" y="23945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4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2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19"/>
            <p:cNvSpPr/>
            <p:nvPr/>
          </p:nvSpPr>
          <p:spPr>
            <a:xfrm>
              <a:off x="591450" y="23984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8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0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19"/>
            <p:cNvSpPr/>
            <p:nvPr/>
          </p:nvSpPr>
          <p:spPr>
            <a:xfrm>
              <a:off x="456275" y="23994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80"/>
                  </a:lnTo>
                  <a:lnTo>
                    <a:pt x="12280" y="657"/>
                  </a:lnTo>
                  <a:lnTo>
                    <a:pt x="12628" y="850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54"/>
                  </a:lnTo>
                  <a:lnTo>
                    <a:pt x="13478" y="2240"/>
                  </a:lnTo>
                  <a:lnTo>
                    <a:pt x="13632" y="2665"/>
                  </a:lnTo>
                  <a:lnTo>
                    <a:pt x="13825" y="3438"/>
                  </a:lnTo>
                  <a:lnTo>
                    <a:pt x="13825" y="3438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472"/>
                  </a:lnTo>
                  <a:lnTo>
                    <a:pt x="12010" y="2125"/>
                  </a:lnTo>
                  <a:lnTo>
                    <a:pt x="11817" y="1932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734"/>
                  </a:lnTo>
                  <a:lnTo>
                    <a:pt x="11740" y="619"/>
                  </a:lnTo>
                  <a:lnTo>
                    <a:pt x="11856" y="541"/>
                  </a:lnTo>
                  <a:lnTo>
                    <a:pt x="11972" y="503"/>
                  </a:lnTo>
                  <a:close/>
                  <a:moveTo>
                    <a:pt x="16219" y="1584"/>
                  </a:moveTo>
                  <a:lnTo>
                    <a:pt x="16296" y="1623"/>
                  </a:lnTo>
                  <a:lnTo>
                    <a:pt x="16412" y="1661"/>
                  </a:lnTo>
                  <a:lnTo>
                    <a:pt x="16490" y="1738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7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661"/>
                  </a:lnTo>
                  <a:lnTo>
                    <a:pt x="16103" y="1623"/>
                  </a:lnTo>
                  <a:lnTo>
                    <a:pt x="16219" y="1584"/>
                  </a:lnTo>
                  <a:close/>
                  <a:moveTo>
                    <a:pt x="13825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9"/>
                  </a:lnTo>
                  <a:lnTo>
                    <a:pt x="10890" y="5445"/>
                  </a:lnTo>
                  <a:lnTo>
                    <a:pt x="10968" y="5252"/>
                  </a:lnTo>
                  <a:lnTo>
                    <a:pt x="11122" y="5098"/>
                  </a:lnTo>
                  <a:lnTo>
                    <a:pt x="11277" y="4943"/>
                  </a:lnTo>
                  <a:lnTo>
                    <a:pt x="11547" y="4750"/>
                  </a:lnTo>
                  <a:lnTo>
                    <a:pt x="11817" y="4635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25" y="4287"/>
                  </a:lnTo>
                  <a:close/>
                  <a:moveTo>
                    <a:pt x="14404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7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44" y="5986"/>
                  </a:lnTo>
                  <a:lnTo>
                    <a:pt x="16876" y="6334"/>
                  </a:lnTo>
                  <a:lnTo>
                    <a:pt x="16992" y="6681"/>
                  </a:lnTo>
                  <a:lnTo>
                    <a:pt x="16992" y="6836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8"/>
                  </a:lnTo>
                  <a:lnTo>
                    <a:pt x="16374" y="7338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370" y="6565"/>
                  </a:lnTo>
                  <a:lnTo>
                    <a:pt x="15061" y="6141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06" y="619"/>
                  </a:lnTo>
                  <a:lnTo>
                    <a:pt x="10929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33" y="2742"/>
                  </a:lnTo>
                  <a:lnTo>
                    <a:pt x="12396" y="3090"/>
                  </a:lnTo>
                  <a:lnTo>
                    <a:pt x="12860" y="3399"/>
                  </a:lnTo>
                  <a:lnTo>
                    <a:pt x="12860" y="3399"/>
                  </a:lnTo>
                  <a:lnTo>
                    <a:pt x="12049" y="3283"/>
                  </a:lnTo>
                  <a:lnTo>
                    <a:pt x="11199" y="3283"/>
                  </a:lnTo>
                  <a:lnTo>
                    <a:pt x="10388" y="3322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623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082" y="10156"/>
                  </a:lnTo>
                  <a:lnTo>
                    <a:pt x="503" y="10967"/>
                  </a:lnTo>
                  <a:lnTo>
                    <a:pt x="1" y="11778"/>
                  </a:lnTo>
                  <a:lnTo>
                    <a:pt x="348" y="12049"/>
                  </a:lnTo>
                  <a:lnTo>
                    <a:pt x="1546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79"/>
                  </a:lnTo>
                  <a:lnTo>
                    <a:pt x="6257" y="5561"/>
                  </a:lnTo>
                  <a:lnTo>
                    <a:pt x="7106" y="5059"/>
                  </a:lnTo>
                  <a:lnTo>
                    <a:pt x="7994" y="4596"/>
                  </a:lnTo>
                  <a:lnTo>
                    <a:pt x="8458" y="4441"/>
                  </a:lnTo>
                  <a:lnTo>
                    <a:pt x="8921" y="4248"/>
                  </a:lnTo>
                  <a:lnTo>
                    <a:pt x="9423" y="4133"/>
                  </a:lnTo>
                  <a:lnTo>
                    <a:pt x="9886" y="4017"/>
                  </a:lnTo>
                  <a:lnTo>
                    <a:pt x="10388" y="3901"/>
                  </a:lnTo>
                  <a:lnTo>
                    <a:pt x="10852" y="3862"/>
                  </a:lnTo>
                  <a:lnTo>
                    <a:pt x="11354" y="3824"/>
                  </a:lnTo>
                  <a:lnTo>
                    <a:pt x="11856" y="3824"/>
                  </a:lnTo>
                  <a:lnTo>
                    <a:pt x="12358" y="3862"/>
                  </a:lnTo>
                  <a:lnTo>
                    <a:pt x="12860" y="3901"/>
                  </a:lnTo>
                  <a:lnTo>
                    <a:pt x="12319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47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4"/>
                  </a:lnTo>
                  <a:lnTo>
                    <a:pt x="11006" y="6411"/>
                  </a:lnTo>
                  <a:lnTo>
                    <a:pt x="11277" y="6449"/>
                  </a:lnTo>
                  <a:lnTo>
                    <a:pt x="11585" y="6411"/>
                  </a:lnTo>
                  <a:lnTo>
                    <a:pt x="11856" y="6372"/>
                  </a:lnTo>
                  <a:lnTo>
                    <a:pt x="12165" y="6256"/>
                  </a:lnTo>
                  <a:lnTo>
                    <a:pt x="12628" y="6063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760" y="7878"/>
                  </a:lnTo>
                  <a:lnTo>
                    <a:pt x="16876" y="7840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7"/>
                  </a:lnTo>
                  <a:lnTo>
                    <a:pt x="17378" y="7531"/>
                  </a:lnTo>
                  <a:lnTo>
                    <a:pt x="17416" y="7376"/>
                  </a:lnTo>
                  <a:lnTo>
                    <a:pt x="17455" y="7260"/>
                  </a:lnTo>
                  <a:lnTo>
                    <a:pt x="17493" y="6951"/>
                  </a:lnTo>
                  <a:lnTo>
                    <a:pt x="17416" y="6604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4"/>
                  </a:lnTo>
                  <a:lnTo>
                    <a:pt x="17146" y="2163"/>
                  </a:lnTo>
                  <a:lnTo>
                    <a:pt x="17107" y="1932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36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41" y="2434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19"/>
            <p:cNvSpPr/>
            <p:nvPr/>
          </p:nvSpPr>
          <p:spPr>
            <a:xfrm>
              <a:off x="5396100" y="24418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4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2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6" y="9153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3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7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5"/>
                  </a:lnTo>
                  <a:lnTo>
                    <a:pt x="695" y="735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4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50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3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9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6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8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2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4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7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19"/>
            <p:cNvSpPr/>
            <p:nvPr/>
          </p:nvSpPr>
          <p:spPr>
            <a:xfrm>
              <a:off x="4094775" y="2444775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4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5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505;p19"/>
            <p:cNvSpPr/>
            <p:nvPr/>
          </p:nvSpPr>
          <p:spPr>
            <a:xfrm>
              <a:off x="6880825" y="24872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5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40" y="4943"/>
                  </a:lnTo>
                  <a:lnTo>
                    <a:pt x="155" y="4943"/>
                  </a:lnTo>
                  <a:lnTo>
                    <a:pt x="542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9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19"/>
            <p:cNvSpPr/>
            <p:nvPr/>
          </p:nvSpPr>
          <p:spPr>
            <a:xfrm>
              <a:off x="4037825" y="2489175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3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3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69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7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9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5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19"/>
            <p:cNvSpPr/>
            <p:nvPr/>
          </p:nvSpPr>
          <p:spPr>
            <a:xfrm>
              <a:off x="6829675" y="24891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580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9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9"/>
                  </a:lnTo>
                  <a:lnTo>
                    <a:pt x="78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8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4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6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19"/>
            <p:cNvSpPr/>
            <p:nvPr/>
          </p:nvSpPr>
          <p:spPr>
            <a:xfrm>
              <a:off x="2130250" y="2495950"/>
              <a:ext cx="246175" cy="107175"/>
            </a:xfrm>
            <a:custGeom>
              <a:avLst/>
              <a:gdLst/>
              <a:ahLst/>
              <a:cxnLst/>
              <a:rect l="l" t="t" r="r" b="b"/>
              <a:pathLst>
                <a:path w="9847" h="4287" extrusionOk="0">
                  <a:moveTo>
                    <a:pt x="8882" y="2742"/>
                  </a:moveTo>
                  <a:lnTo>
                    <a:pt x="9113" y="2819"/>
                  </a:lnTo>
                  <a:lnTo>
                    <a:pt x="9229" y="2896"/>
                  </a:lnTo>
                  <a:lnTo>
                    <a:pt x="9306" y="3012"/>
                  </a:lnTo>
                  <a:lnTo>
                    <a:pt x="9384" y="3089"/>
                  </a:lnTo>
                  <a:lnTo>
                    <a:pt x="9384" y="3205"/>
                  </a:lnTo>
                  <a:lnTo>
                    <a:pt x="9422" y="3321"/>
                  </a:lnTo>
                  <a:lnTo>
                    <a:pt x="9384" y="3437"/>
                  </a:lnTo>
                  <a:lnTo>
                    <a:pt x="9268" y="3630"/>
                  </a:lnTo>
                  <a:lnTo>
                    <a:pt x="9113" y="3785"/>
                  </a:lnTo>
                  <a:lnTo>
                    <a:pt x="8920" y="3862"/>
                  </a:lnTo>
                  <a:lnTo>
                    <a:pt x="8727" y="3862"/>
                  </a:lnTo>
                  <a:lnTo>
                    <a:pt x="8573" y="3785"/>
                  </a:lnTo>
                  <a:lnTo>
                    <a:pt x="8418" y="3630"/>
                  </a:lnTo>
                  <a:lnTo>
                    <a:pt x="8302" y="3437"/>
                  </a:lnTo>
                  <a:lnTo>
                    <a:pt x="8302" y="3244"/>
                  </a:lnTo>
                  <a:lnTo>
                    <a:pt x="8341" y="3051"/>
                  </a:lnTo>
                  <a:lnTo>
                    <a:pt x="8380" y="2858"/>
                  </a:lnTo>
                  <a:lnTo>
                    <a:pt x="8418" y="2819"/>
                  </a:lnTo>
                  <a:lnTo>
                    <a:pt x="8650" y="2742"/>
                  </a:lnTo>
                  <a:close/>
                  <a:moveTo>
                    <a:pt x="155" y="0"/>
                  </a:moveTo>
                  <a:lnTo>
                    <a:pt x="77" y="39"/>
                  </a:lnTo>
                  <a:lnTo>
                    <a:pt x="39" y="78"/>
                  </a:lnTo>
                  <a:lnTo>
                    <a:pt x="0" y="155"/>
                  </a:lnTo>
                  <a:lnTo>
                    <a:pt x="39" y="271"/>
                  </a:lnTo>
                  <a:lnTo>
                    <a:pt x="77" y="348"/>
                  </a:lnTo>
                  <a:lnTo>
                    <a:pt x="116" y="386"/>
                  </a:lnTo>
                  <a:lnTo>
                    <a:pt x="618" y="618"/>
                  </a:lnTo>
                  <a:lnTo>
                    <a:pt x="1120" y="773"/>
                  </a:lnTo>
                  <a:lnTo>
                    <a:pt x="2124" y="1081"/>
                  </a:lnTo>
                  <a:lnTo>
                    <a:pt x="4286" y="1738"/>
                  </a:lnTo>
                  <a:lnTo>
                    <a:pt x="6101" y="2317"/>
                  </a:lnTo>
                  <a:lnTo>
                    <a:pt x="7028" y="2587"/>
                  </a:lnTo>
                  <a:lnTo>
                    <a:pt x="7993" y="2819"/>
                  </a:lnTo>
                  <a:lnTo>
                    <a:pt x="7916" y="2974"/>
                  </a:lnTo>
                  <a:lnTo>
                    <a:pt x="7878" y="3089"/>
                  </a:lnTo>
                  <a:lnTo>
                    <a:pt x="7878" y="3398"/>
                  </a:lnTo>
                  <a:lnTo>
                    <a:pt x="7993" y="3707"/>
                  </a:lnTo>
                  <a:lnTo>
                    <a:pt x="8109" y="3939"/>
                  </a:lnTo>
                  <a:lnTo>
                    <a:pt x="8225" y="4093"/>
                  </a:lnTo>
                  <a:lnTo>
                    <a:pt x="8380" y="4171"/>
                  </a:lnTo>
                  <a:lnTo>
                    <a:pt x="8573" y="4248"/>
                  </a:lnTo>
                  <a:lnTo>
                    <a:pt x="8727" y="4287"/>
                  </a:lnTo>
                  <a:lnTo>
                    <a:pt x="8920" y="4287"/>
                  </a:lnTo>
                  <a:lnTo>
                    <a:pt x="9075" y="4248"/>
                  </a:lnTo>
                  <a:lnTo>
                    <a:pt x="9268" y="4209"/>
                  </a:lnTo>
                  <a:lnTo>
                    <a:pt x="9422" y="4093"/>
                  </a:lnTo>
                  <a:lnTo>
                    <a:pt x="9538" y="3978"/>
                  </a:lnTo>
                  <a:lnTo>
                    <a:pt x="9654" y="3823"/>
                  </a:lnTo>
                  <a:lnTo>
                    <a:pt x="9770" y="3669"/>
                  </a:lnTo>
                  <a:lnTo>
                    <a:pt x="9808" y="3514"/>
                  </a:lnTo>
                  <a:lnTo>
                    <a:pt x="9847" y="3321"/>
                  </a:lnTo>
                  <a:lnTo>
                    <a:pt x="9847" y="3128"/>
                  </a:lnTo>
                  <a:lnTo>
                    <a:pt x="9770" y="2974"/>
                  </a:lnTo>
                  <a:lnTo>
                    <a:pt x="9692" y="2781"/>
                  </a:lnTo>
                  <a:lnTo>
                    <a:pt x="9577" y="2665"/>
                  </a:lnTo>
                  <a:lnTo>
                    <a:pt x="9422" y="2549"/>
                  </a:lnTo>
                  <a:lnTo>
                    <a:pt x="9229" y="2433"/>
                  </a:lnTo>
                  <a:lnTo>
                    <a:pt x="9075" y="2394"/>
                  </a:lnTo>
                  <a:lnTo>
                    <a:pt x="8688" y="2394"/>
                  </a:lnTo>
                  <a:lnTo>
                    <a:pt x="8495" y="2472"/>
                  </a:lnTo>
                  <a:lnTo>
                    <a:pt x="8341" y="2549"/>
                  </a:lnTo>
                  <a:lnTo>
                    <a:pt x="7298" y="2163"/>
                  </a:lnTo>
                  <a:lnTo>
                    <a:pt x="6294" y="1815"/>
                  </a:lnTo>
                  <a:lnTo>
                    <a:pt x="4209" y="1159"/>
                  </a:lnTo>
                  <a:lnTo>
                    <a:pt x="3244" y="850"/>
                  </a:lnTo>
                  <a:lnTo>
                    <a:pt x="2240" y="502"/>
                  </a:lnTo>
                  <a:lnTo>
                    <a:pt x="1236" y="193"/>
                  </a:lnTo>
                  <a:lnTo>
                    <a:pt x="734" y="7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19"/>
            <p:cNvSpPr/>
            <p:nvPr/>
          </p:nvSpPr>
          <p:spPr>
            <a:xfrm>
              <a:off x="4737700" y="2534550"/>
              <a:ext cx="459550" cy="296400"/>
            </a:xfrm>
            <a:custGeom>
              <a:avLst/>
              <a:gdLst/>
              <a:ahLst/>
              <a:cxnLst/>
              <a:rect l="l" t="t" r="r" b="b"/>
              <a:pathLst>
                <a:path w="18382" h="11856" extrusionOk="0">
                  <a:moveTo>
                    <a:pt x="17648" y="2936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9"/>
                  </a:lnTo>
                  <a:lnTo>
                    <a:pt x="17880" y="3322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40"/>
                  </a:lnTo>
                  <a:lnTo>
                    <a:pt x="17648" y="4133"/>
                  </a:lnTo>
                  <a:lnTo>
                    <a:pt x="17300" y="4403"/>
                  </a:lnTo>
                  <a:lnTo>
                    <a:pt x="17030" y="4596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4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5"/>
                  </a:lnTo>
                  <a:lnTo>
                    <a:pt x="16528" y="3515"/>
                  </a:lnTo>
                  <a:lnTo>
                    <a:pt x="16721" y="3283"/>
                  </a:lnTo>
                  <a:lnTo>
                    <a:pt x="16953" y="3129"/>
                  </a:lnTo>
                  <a:lnTo>
                    <a:pt x="17223" y="2974"/>
                  </a:lnTo>
                  <a:lnTo>
                    <a:pt x="17493" y="2936"/>
                  </a:lnTo>
                  <a:close/>
                  <a:moveTo>
                    <a:pt x="14211" y="4866"/>
                  </a:moveTo>
                  <a:lnTo>
                    <a:pt x="14481" y="4905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30"/>
                  </a:lnTo>
                  <a:lnTo>
                    <a:pt x="14752" y="5523"/>
                  </a:lnTo>
                  <a:lnTo>
                    <a:pt x="14288" y="5677"/>
                  </a:lnTo>
                  <a:lnTo>
                    <a:pt x="14018" y="5716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600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7"/>
                  </a:lnTo>
                  <a:lnTo>
                    <a:pt x="13169" y="5021"/>
                  </a:lnTo>
                  <a:lnTo>
                    <a:pt x="13323" y="4944"/>
                  </a:lnTo>
                  <a:lnTo>
                    <a:pt x="13555" y="4905"/>
                  </a:lnTo>
                  <a:lnTo>
                    <a:pt x="13864" y="4866"/>
                  </a:lnTo>
                  <a:close/>
                  <a:moveTo>
                    <a:pt x="15756" y="5523"/>
                  </a:moveTo>
                  <a:lnTo>
                    <a:pt x="16374" y="5832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4"/>
                  </a:lnTo>
                  <a:lnTo>
                    <a:pt x="17571" y="6913"/>
                  </a:lnTo>
                  <a:lnTo>
                    <a:pt x="17609" y="7067"/>
                  </a:lnTo>
                  <a:lnTo>
                    <a:pt x="17609" y="7222"/>
                  </a:lnTo>
                  <a:lnTo>
                    <a:pt x="17609" y="7454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4"/>
                  </a:lnTo>
                  <a:lnTo>
                    <a:pt x="17146" y="7724"/>
                  </a:lnTo>
                  <a:lnTo>
                    <a:pt x="16953" y="7685"/>
                  </a:lnTo>
                  <a:lnTo>
                    <a:pt x="16798" y="7608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7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2"/>
                  </a:lnTo>
                  <a:lnTo>
                    <a:pt x="15756" y="5523"/>
                  </a:lnTo>
                  <a:close/>
                  <a:moveTo>
                    <a:pt x="4944" y="464"/>
                  </a:moveTo>
                  <a:lnTo>
                    <a:pt x="5561" y="503"/>
                  </a:lnTo>
                  <a:lnTo>
                    <a:pt x="6141" y="657"/>
                  </a:lnTo>
                  <a:lnTo>
                    <a:pt x="6681" y="889"/>
                  </a:lnTo>
                  <a:lnTo>
                    <a:pt x="7222" y="1198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5"/>
                  </a:lnTo>
                  <a:lnTo>
                    <a:pt x="8766" y="2781"/>
                  </a:lnTo>
                  <a:lnTo>
                    <a:pt x="9037" y="3206"/>
                  </a:lnTo>
                  <a:lnTo>
                    <a:pt x="9268" y="3669"/>
                  </a:lnTo>
                  <a:lnTo>
                    <a:pt x="9693" y="4596"/>
                  </a:lnTo>
                  <a:lnTo>
                    <a:pt x="10079" y="5523"/>
                  </a:lnTo>
                  <a:lnTo>
                    <a:pt x="10272" y="5909"/>
                  </a:lnTo>
                  <a:lnTo>
                    <a:pt x="10504" y="6295"/>
                  </a:lnTo>
                  <a:lnTo>
                    <a:pt x="10736" y="6643"/>
                  </a:lnTo>
                  <a:lnTo>
                    <a:pt x="11006" y="6913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1"/>
                  </a:lnTo>
                  <a:lnTo>
                    <a:pt x="13207" y="7492"/>
                  </a:lnTo>
                  <a:lnTo>
                    <a:pt x="13516" y="7415"/>
                  </a:lnTo>
                  <a:lnTo>
                    <a:pt x="13825" y="7260"/>
                  </a:lnTo>
                  <a:lnTo>
                    <a:pt x="14095" y="7106"/>
                  </a:lnTo>
                  <a:lnTo>
                    <a:pt x="14366" y="6952"/>
                  </a:lnTo>
                  <a:lnTo>
                    <a:pt x="14597" y="6720"/>
                  </a:lnTo>
                  <a:lnTo>
                    <a:pt x="14829" y="6488"/>
                  </a:lnTo>
                  <a:lnTo>
                    <a:pt x="14829" y="6488"/>
                  </a:lnTo>
                  <a:lnTo>
                    <a:pt x="14404" y="7222"/>
                  </a:lnTo>
                  <a:lnTo>
                    <a:pt x="13941" y="7878"/>
                  </a:lnTo>
                  <a:lnTo>
                    <a:pt x="13439" y="8535"/>
                  </a:lnTo>
                  <a:lnTo>
                    <a:pt x="12860" y="9114"/>
                  </a:lnTo>
                  <a:lnTo>
                    <a:pt x="12242" y="9616"/>
                  </a:lnTo>
                  <a:lnTo>
                    <a:pt x="11547" y="10079"/>
                  </a:lnTo>
                  <a:lnTo>
                    <a:pt x="10813" y="10504"/>
                  </a:lnTo>
                  <a:lnTo>
                    <a:pt x="10041" y="10813"/>
                  </a:lnTo>
                  <a:lnTo>
                    <a:pt x="9462" y="11006"/>
                  </a:lnTo>
                  <a:lnTo>
                    <a:pt x="8882" y="11161"/>
                  </a:lnTo>
                  <a:lnTo>
                    <a:pt x="8303" y="11276"/>
                  </a:lnTo>
                  <a:lnTo>
                    <a:pt x="7724" y="11315"/>
                  </a:lnTo>
                  <a:lnTo>
                    <a:pt x="7145" y="11354"/>
                  </a:lnTo>
                  <a:lnTo>
                    <a:pt x="6604" y="11315"/>
                  </a:lnTo>
                  <a:lnTo>
                    <a:pt x="6025" y="11238"/>
                  </a:lnTo>
                  <a:lnTo>
                    <a:pt x="5484" y="11122"/>
                  </a:lnTo>
                  <a:lnTo>
                    <a:pt x="4944" y="10967"/>
                  </a:lnTo>
                  <a:lnTo>
                    <a:pt x="4442" y="10736"/>
                  </a:lnTo>
                  <a:lnTo>
                    <a:pt x="3940" y="10504"/>
                  </a:lnTo>
                  <a:lnTo>
                    <a:pt x="3476" y="10195"/>
                  </a:lnTo>
                  <a:lnTo>
                    <a:pt x="3013" y="9848"/>
                  </a:lnTo>
                  <a:lnTo>
                    <a:pt x="2549" y="9461"/>
                  </a:lnTo>
                  <a:lnTo>
                    <a:pt x="2163" y="9037"/>
                  </a:lnTo>
                  <a:lnTo>
                    <a:pt x="1777" y="8573"/>
                  </a:lnTo>
                  <a:lnTo>
                    <a:pt x="1430" y="8033"/>
                  </a:lnTo>
                  <a:lnTo>
                    <a:pt x="1121" y="7492"/>
                  </a:lnTo>
                  <a:lnTo>
                    <a:pt x="850" y="6913"/>
                  </a:lnTo>
                  <a:lnTo>
                    <a:pt x="657" y="6334"/>
                  </a:lnTo>
                  <a:lnTo>
                    <a:pt x="503" y="5754"/>
                  </a:lnTo>
                  <a:lnTo>
                    <a:pt x="426" y="5137"/>
                  </a:lnTo>
                  <a:lnTo>
                    <a:pt x="426" y="4519"/>
                  </a:lnTo>
                  <a:lnTo>
                    <a:pt x="503" y="3862"/>
                  </a:lnTo>
                  <a:lnTo>
                    <a:pt x="696" y="3283"/>
                  </a:lnTo>
                  <a:lnTo>
                    <a:pt x="928" y="2743"/>
                  </a:lnTo>
                  <a:lnTo>
                    <a:pt x="1275" y="2241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80"/>
                  </a:lnTo>
                  <a:lnTo>
                    <a:pt x="4326" y="464"/>
                  </a:lnTo>
                  <a:close/>
                  <a:moveTo>
                    <a:pt x="4519" y="1"/>
                  </a:moveTo>
                  <a:lnTo>
                    <a:pt x="4249" y="39"/>
                  </a:lnTo>
                  <a:lnTo>
                    <a:pt x="3901" y="78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6"/>
                  </a:lnTo>
                  <a:lnTo>
                    <a:pt x="2472" y="580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4"/>
                  </a:lnTo>
                  <a:lnTo>
                    <a:pt x="1082" y="1700"/>
                  </a:lnTo>
                  <a:lnTo>
                    <a:pt x="773" y="2163"/>
                  </a:lnTo>
                  <a:lnTo>
                    <a:pt x="503" y="2627"/>
                  </a:lnTo>
                  <a:lnTo>
                    <a:pt x="310" y="3090"/>
                  </a:lnTo>
                  <a:lnTo>
                    <a:pt x="155" y="3592"/>
                  </a:lnTo>
                  <a:lnTo>
                    <a:pt x="40" y="4094"/>
                  </a:lnTo>
                  <a:lnTo>
                    <a:pt x="1" y="4596"/>
                  </a:lnTo>
                  <a:lnTo>
                    <a:pt x="1" y="5137"/>
                  </a:lnTo>
                  <a:lnTo>
                    <a:pt x="78" y="5639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9"/>
                  </a:lnTo>
                  <a:lnTo>
                    <a:pt x="1237" y="8612"/>
                  </a:lnTo>
                  <a:lnTo>
                    <a:pt x="1545" y="9037"/>
                  </a:lnTo>
                  <a:lnTo>
                    <a:pt x="2009" y="9577"/>
                  </a:lnTo>
                  <a:lnTo>
                    <a:pt x="2472" y="10041"/>
                  </a:lnTo>
                  <a:lnTo>
                    <a:pt x="2974" y="10427"/>
                  </a:lnTo>
                  <a:lnTo>
                    <a:pt x="3476" y="10813"/>
                  </a:lnTo>
                  <a:lnTo>
                    <a:pt x="4055" y="11083"/>
                  </a:lnTo>
                  <a:lnTo>
                    <a:pt x="4596" y="11354"/>
                  </a:lnTo>
                  <a:lnTo>
                    <a:pt x="5214" y="11547"/>
                  </a:lnTo>
                  <a:lnTo>
                    <a:pt x="5832" y="11701"/>
                  </a:lnTo>
                  <a:lnTo>
                    <a:pt x="5870" y="11856"/>
                  </a:lnTo>
                  <a:lnTo>
                    <a:pt x="6218" y="11778"/>
                  </a:lnTo>
                  <a:lnTo>
                    <a:pt x="7029" y="11817"/>
                  </a:lnTo>
                  <a:lnTo>
                    <a:pt x="7840" y="11817"/>
                  </a:lnTo>
                  <a:lnTo>
                    <a:pt x="8689" y="11701"/>
                  </a:lnTo>
                  <a:lnTo>
                    <a:pt x="9539" y="11508"/>
                  </a:lnTo>
                  <a:lnTo>
                    <a:pt x="10272" y="11238"/>
                  </a:lnTo>
                  <a:lnTo>
                    <a:pt x="11006" y="10929"/>
                  </a:lnTo>
                  <a:lnTo>
                    <a:pt x="11315" y="10813"/>
                  </a:lnTo>
                  <a:lnTo>
                    <a:pt x="11315" y="10774"/>
                  </a:lnTo>
                  <a:lnTo>
                    <a:pt x="12049" y="10350"/>
                  </a:lnTo>
                  <a:lnTo>
                    <a:pt x="12705" y="9848"/>
                  </a:lnTo>
                  <a:lnTo>
                    <a:pt x="13362" y="9307"/>
                  </a:lnTo>
                  <a:lnTo>
                    <a:pt x="13941" y="8689"/>
                  </a:lnTo>
                  <a:lnTo>
                    <a:pt x="14481" y="8033"/>
                  </a:lnTo>
                  <a:lnTo>
                    <a:pt x="14713" y="7685"/>
                  </a:lnTo>
                  <a:lnTo>
                    <a:pt x="14906" y="7299"/>
                  </a:lnTo>
                  <a:lnTo>
                    <a:pt x="15099" y="6952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20"/>
                  </a:lnTo>
                  <a:lnTo>
                    <a:pt x="15987" y="7145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7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3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4"/>
                  </a:lnTo>
                  <a:lnTo>
                    <a:pt x="18034" y="7260"/>
                  </a:lnTo>
                  <a:lnTo>
                    <a:pt x="17995" y="7029"/>
                  </a:lnTo>
                  <a:lnTo>
                    <a:pt x="17918" y="6836"/>
                  </a:lnTo>
                  <a:lnTo>
                    <a:pt x="17841" y="6643"/>
                  </a:lnTo>
                  <a:lnTo>
                    <a:pt x="17725" y="6450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6"/>
                  </a:lnTo>
                  <a:lnTo>
                    <a:pt x="16567" y="5446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2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4"/>
                  </a:lnTo>
                  <a:lnTo>
                    <a:pt x="18343" y="3553"/>
                  </a:lnTo>
                  <a:lnTo>
                    <a:pt x="18382" y="3322"/>
                  </a:lnTo>
                  <a:lnTo>
                    <a:pt x="18343" y="3090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4"/>
                  </a:lnTo>
                  <a:lnTo>
                    <a:pt x="17841" y="2588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8"/>
                  </a:lnTo>
                  <a:lnTo>
                    <a:pt x="16953" y="2704"/>
                  </a:lnTo>
                  <a:lnTo>
                    <a:pt x="16760" y="2781"/>
                  </a:lnTo>
                  <a:lnTo>
                    <a:pt x="16567" y="2936"/>
                  </a:lnTo>
                  <a:lnTo>
                    <a:pt x="16412" y="3090"/>
                  </a:lnTo>
                  <a:lnTo>
                    <a:pt x="16258" y="3283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1"/>
                  </a:lnTo>
                  <a:lnTo>
                    <a:pt x="15524" y="5021"/>
                  </a:lnTo>
                  <a:lnTo>
                    <a:pt x="15099" y="4789"/>
                  </a:lnTo>
                  <a:lnTo>
                    <a:pt x="14675" y="4635"/>
                  </a:lnTo>
                  <a:lnTo>
                    <a:pt x="14211" y="4519"/>
                  </a:lnTo>
                  <a:lnTo>
                    <a:pt x="13748" y="4519"/>
                  </a:lnTo>
                  <a:lnTo>
                    <a:pt x="13362" y="4596"/>
                  </a:lnTo>
                  <a:lnTo>
                    <a:pt x="13169" y="4635"/>
                  </a:lnTo>
                  <a:lnTo>
                    <a:pt x="12975" y="4712"/>
                  </a:lnTo>
                  <a:lnTo>
                    <a:pt x="12782" y="4789"/>
                  </a:lnTo>
                  <a:lnTo>
                    <a:pt x="12628" y="4944"/>
                  </a:lnTo>
                  <a:lnTo>
                    <a:pt x="12512" y="5098"/>
                  </a:lnTo>
                  <a:lnTo>
                    <a:pt x="12435" y="5252"/>
                  </a:lnTo>
                  <a:lnTo>
                    <a:pt x="12396" y="5446"/>
                  </a:lnTo>
                  <a:lnTo>
                    <a:pt x="12473" y="5639"/>
                  </a:lnTo>
                  <a:lnTo>
                    <a:pt x="12551" y="5793"/>
                  </a:lnTo>
                  <a:lnTo>
                    <a:pt x="12705" y="5909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1"/>
                  </a:lnTo>
                  <a:lnTo>
                    <a:pt x="13786" y="6141"/>
                  </a:lnTo>
                  <a:lnTo>
                    <a:pt x="14134" y="6102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20"/>
                  </a:lnTo>
                  <a:lnTo>
                    <a:pt x="13671" y="6836"/>
                  </a:lnTo>
                  <a:lnTo>
                    <a:pt x="13439" y="6952"/>
                  </a:lnTo>
                  <a:lnTo>
                    <a:pt x="13207" y="7029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1"/>
                  </a:lnTo>
                  <a:lnTo>
                    <a:pt x="10968" y="6141"/>
                  </a:lnTo>
                  <a:lnTo>
                    <a:pt x="10774" y="5793"/>
                  </a:lnTo>
                  <a:lnTo>
                    <a:pt x="10504" y="5330"/>
                  </a:lnTo>
                  <a:lnTo>
                    <a:pt x="10311" y="4828"/>
                  </a:lnTo>
                  <a:lnTo>
                    <a:pt x="9886" y="3862"/>
                  </a:lnTo>
                  <a:lnTo>
                    <a:pt x="9655" y="3399"/>
                  </a:lnTo>
                  <a:lnTo>
                    <a:pt x="9423" y="2936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2"/>
                  </a:lnTo>
                  <a:lnTo>
                    <a:pt x="6874" y="503"/>
                  </a:lnTo>
                  <a:lnTo>
                    <a:pt x="6295" y="271"/>
                  </a:lnTo>
                  <a:lnTo>
                    <a:pt x="5716" y="117"/>
                  </a:lnTo>
                  <a:lnTo>
                    <a:pt x="5137" y="39"/>
                  </a:lnTo>
                  <a:lnTo>
                    <a:pt x="451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19"/>
            <p:cNvSpPr/>
            <p:nvPr/>
          </p:nvSpPr>
          <p:spPr>
            <a:xfrm>
              <a:off x="6767875" y="25365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1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6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511;p19"/>
            <p:cNvSpPr/>
            <p:nvPr/>
          </p:nvSpPr>
          <p:spPr>
            <a:xfrm>
              <a:off x="694725" y="25374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8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19"/>
            <p:cNvSpPr/>
            <p:nvPr/>
          </p:nvSpPr>
          <p:spPr>
            <a:xfrm>
              <a:off x="643575" y="25393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657" y="1468"/>
                  </a:lnTo>
                  <a:lnTo>
                    <a:pt x="579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3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5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19"/>
            <p:cNvSpPr/>
            <p:nvPr/>
          </p:nvSpPr>
          <p:spPr>
            <a:xfrm>
              <a:off x="2323325" y="2542275"/>
              <a:ext cx="309900" cy="249100"/>
            </a:xfrm>
            <a:custGeom>
              <a:avLst/>
              <a:gdLst/>
              <a:ahLst/>
              <a:cxnLst/>
              <a:rect l="l" t="t" r="r" b="b"/>
              <a:pathLst>
                <a:path w="12396" h="9964" extrusionOk="0">
                  <a:moveTo>
                    <a:pt x="10079" y="426"/>
                  </a:moveTo>
                  <a:lnTo>
                    <a:pt x="10272" y="464"/>
                  </a:lnTo>
                  <a:lnTo>
                    <a:pt x="10465" y="503"/>
                  </a:lnTo>
                  <a:lnTo>
                    <a:pt x="10581" y="541"/>
                  </a:lnTo>
                  <a:lnTo>
                    <a:pt x="10735" y="657"/>
                  </a:lnTo>
                  <a:lnTo>
                    <a:pt x="10851" y="850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28" y="1430"/>
                  </a:lnTo>
                  <a:lnTo>
                    <a:pt x="10890" y="1661"/>
                  </a:lnTo>
                  <a:lnTo>
                    <a:pt x="10812" y="1854"/>
                  </a:lnTo>
                  <a:lnTo>
                    <a:pt x="10619" y="2202"/>
                  </a:lnTo>
                  <a:lnTo>
                    <a:pt x="10310" y="2588"/>
                  </a:lnTo>
                  <a:lnTo>
                    <a:pt x="9963" y="2936"/>
                  </a:lnTo>
                  <a:lnTo>
                    <a:pt x="9422" y="3476"/>
                  </a:lnTo>
                  <a:lnTo>
                    <a:pt x="8843" y="3978"/>
                  </a:lnTo>
                  <a:lnTo>
                    <a:pt x="8186" y="4480"/>
                  </a:lnTo>
                  <a:lnTo>
                    <a:pt x="7569" y="4982"/>
                  </a:lnTo>
                  <a:lnTo>
                    <a:pt x="6912" y="5484"/>
                  </a:lnTo>
                  <a:lnTo>
                    <a:pt x="6256" y="5947"/>
                  </a:lnTo>
                  <a:lnTo>
                    <a:pt x="5483" y="6411"/>
                  </a:lnTo>
                  <a:lnTo>
                    <a:pt x="4711" y="6874"/>
                  </a:lnTo>
                  <a:lnTo>
                    <a:pt x="3939" y="7299"/>
                  </a:lnTo>
                  <a:lnTo>
                    <a:pt x="3128" y="7724"/>
                  </a:lnTo>
                  <a:lnTo>
                    <a:pt x="2471" y="7994"/>
                  </a:lnTo>
                  <a:lnTo>
                    <a:pt x="2163" y="8110"/>
                  </a:lnTo>
                  <a:lnTo>
                    <a:pt x="1815" y="8226"/>
                  </a:lnTo>
                  <a:lnTo>
                    <a:pt x="1506" y="8264"/>
                  </a:lnTo>
                  <a:lnTo>
                    <a:pt x="1159" y="8303"/>
                  </a:lnTo>
                  <a:lnTo>
                    <a:pt x="811" y="8303"/>
                  </a:lnTo>
                  <a:lnTo>
                    <a:pt x="463" y="8226"/>
                  </a:lnTo>
                  <a:lnTo>
                    <a:pt x="502" y="8148"/>
                  </a:lnTo>
                  <a:lnTo>
                    <a:pt x="463" y="8033"/>
                  </a:lnTo>
                  <a:lnTo>
                    <a:pt x="463" y="7917"/>
                  </a:lnTo>
                  <a:lnTo>
                    <a:pt x="463" y="7801"/>
                  </a:lnTo>
                  <a:lnTo>
                    <a:pt x="502" y="7569"/>
                  </a:lnTo>
                  <a:lnTo>
                    <a:pt x="618" y="7299"/>
                  </a:lnTo>
                  <a:lnTo>
                    <a:pt x="772" y="7029"/>
                  </a:lnTo>
                  <a:lnTo>
                    <a:pt x="1159" y="6565"/>
                  </a:lnTo>
                  <a:lnTo>
                    <a:pt x="1467" y="6179"/>
                  </a:lnTo>
                  <a:lnTo>
                    <a:pt x="2008" y="5561"/>
                  </a:lnTo>
                  <a:lnTo>
                    <a:pt x="2549" y="4982"/>
                  </a:lnTo>
                  <a:lnTo>
                    <a:pt x="3128" y="4441"/>
                  </a:lnTo>
                  <a:lnTo>
                    <a:pt x="3746" y="3862"/>
                  </a:lnTo>
                  <a:lnTo>
                    <a:pt x="4364" y="3360"/>
                  </a:lnTo>
                  <a:lnTo>
                    <a:pt x="5020" y="2858"/>
                  </a:lnTo>
                  <a:lnTo>
                    <a:pt x="5715" y="2434"/>
                  </a:lnTo>
                  <a:lnTo>
                    <a:pt x="6410" y="1970"/>
                  </a:lnTo>
                  <a:lnTo>
                    <a:pt x="7105" y="1584"/>
                  </a:lnTo>
                  <a:lnTo>
                    <a:pt x="7839" y="1236"/>
                  </a:lnTo>
                  <a:lnTo>
                    <a:pt x="8457" y="928"/>
                  </a:lnTo>
                  <a:lnTo>
                    <a:pt x="8843" y="734"/>
                  </a:lnTo>
                  <a:lnTo>
                    <a:pt x="9268" y="580"/>
                  </a:lnTo>
                  <a:lnTo>
                    <a:pt x="9692" y="464"/>
                  </a:lnTo>
                  <a:lnTo>
                    <a:pt x="10079" y="426"/>
                  </a:lnTo>
                  <a:close/>
                  <a:moveTo>
                    <a:pt x="11237" y="464"/>
                  </a:moveTo>
                  <a:lnTo>
                    <a:pt x="11430" y="580"/>
                  </a:lnTo>
                  <a:lnTo>
                    <a:pt x="11585" y="773"/>
                  </a:lnTo>
                  <a:lnTo>
                    <a:pt x="11700" y="966"/>
                  </a:lnTo>
                  <a:lnTo>
                    <a:pt x="11778" y="1236"/>
                  </a:lnTo>
                  <a:lnTo>
                    <a:pt x="11778" y="1468"/>
                  </a:lnTo>
                  <a:lnTo>
                    <a:pt x="11778" y="1738"/>
                  </a:lnTo>
                  <a:lnTo>
                    <a:pt x="11739" y="1970"/>
                  </a:lnTo>
                  <a:lnTo>
                    <a:pt x="11662" y="2240"/>
                  </a:lnTo>
                  <a:lnTo>
                    <a:pt x="11430" y="2627"/>
                  </a:lnTo>
                  <a:lnTo>
                    <a:pt x="11160" y="3013"/>
                  </a:lnTo>
                  <a:lnTo>
                    <a:pt x="10851" y="3399"/>
                  </a:lnTo>
                  <a:lnTo>
                    <a:pt x="10542" y="3746"/>
                  </a:lnTo>
                  <a:lnTo>
                    <a:pt x="9847" y="4480"/>
                  </a:lnTo>
                  <a:lnTo>
                    <a:pt x="9075" y="5137"/>
                  </a:lnTo>
                  <a:lnTo>
                    <a:pt x="8264" y="5793"/>
                  </a:lnTo>
                  <a:lnTo>
                    <a:pt x="7453" y="6372"/>
                  </a:lnTo>
                  <a:lnTo>
                    <a:pt x="6603" y="6990"/>
                  </a:lnTo>
                  <a:lnTo>
                    <a:pt x="5754" y="7569"/>
                  </a:lnTo>
                  <a:lnTo>
                    <a:pt x="4866" y="8110"/>
                  </a:lnTo>
                  <a:lnTo>
                    <a:pt x="3977" y="8612"/>
                  </a:lnTo>
                  <a:lnTo>
                    <a:pt x="3128" y="9037"/>
                  </a:lnTo>
                  <a:lnTo>
                    <a:pt x="2703" y="9191"/>
                  </a:lnTo>
                  <a:lnTo>
                    <a:pt x="2240" y="9346"/>
                  </a:lnTo>
                  <a:lnTo>
                    <a:pt x="1969" y="9384"/>
                  </a:lnTo>
                  <a:lnTo>
                    <a:pt x="1661" y="9423"/>
                  </a:lnTo>
                  <a:lnTo>
                    <a:pt x="1313" y="9384"/>
                  </a:lnTo>
                  <a:lnTo>
                    <a:pt x="1004" y="9346"/>
                  </a:lnTo>
                  <a:lnTo>
                    <a:pt x="734" y="9191"/>
                  </a:lnTo>
                  <a:lnTo>
                    <a:pt x="541" y="9037"/>
                  </a:lnTo>
                  <a:lnTo>
                    <a:pt x="463" y="8921"/>
                  </a:lnTo>
                  <a:lnTo>
                    <a:pt x="386" y="8805"/>
                  </a:lnTo>
                  <a:lnTo>
                    <a:pt x="348" y="8650"/>
                  </a:lnTo>
                  <a:lnTo>
                    <a:pt x="309" y="8496"/>
                  </a:lnTo>
                  <a:lnTo>
                    <a:pt x="579" y="8612"/>
                  </a:lnTo>
                  <a:lnTo>
                    <a:pt x="888" y="8728"/>
                  </a:lnTo>
                  <a:lnTo>
                    <a:pt x="1197" y="8766"/>
                  </a:lnTo>
                  <a:lnTo>
                    <a:pt x="1506" y="8766"/>
                  </a:lnTo>
                  <a:lnTo>
                    <a:pt x="1815" y="8728"/>
                  </a:lnTo>
                  <a:lnTo>
                    <a:pt x="2124" y="8650"/>
                  </a:lnTo>
                  <a:lnTo>
                    <a:pt x="2742" y="8457"/>
                  </a:lnTo>
                  <a:lnTo>
                    <a:pt x="3321" y="8187"/>
                  </a:lnTo>
                  <a:lnTo>
                    <a:pt x="3939" y="7917"/>
                  </a:lnTo>
                  <a:lnTo>
                    <a:pt x="4981" y="7299"/>
                  </a:lnTo>
                  <a:lnTo>
                    <a:pt x="6526" y="6372"/>
                  </a:lnTo>
                  <a:lnTo>
                    <a:pt x="7298" y="5832"/>
                  </a:lnTo>
                  <a:lnTo>
                    <a:pt x="8071" y="5291"/>
                  </a:lnTo>
                  <a:lnTo>
                    <a:pt x="8804" y="4750"/>
                  </a:lnTo>
                  <a:lnTo>
                    <a:pt x="9499" y="4133"/>
                  </a:lnTo>
                  <a:lnTo>
                    <a:pt x="10156" y="3515"/>
                  </a:lnTo>
                  <a:lnTo>
                    <a:pt x="10774" y="2820"/>
                  </a:lnTo>
                  <a:lnTo>
                    <a:pt x="10967" y="2588"/>
                  </a:lnTo>
                  <a:lnTo>
                    <a:pt x="11121" y="2356"/>
                  </a:lnTo>
                  <a:lnTo>
                    <a:pt x="11276" y="2047"/>
                  </a:lnTo>
                  <a:lnTo>
                    <a:pt x="11391" y="1777"/>
                  </a:lnTo>
                  <a:lnTo>
                    <a:pt x="11469" y="1468"/>
                  </a:lnTo>
                  <a:lnTo>
                    <a:pt x="11507" y="1159"/>
                  </a:lnTo>
                  <a:lnTo>
                    <a:pt x="11430" y="889"/>
                  </a:lnTo>
                  <a:lnTo>
                    <a:pt x="11314" y="580"/>
                  </a:lnTo>
                  <a:lnTo>
                    <a:pt x="11237" y="464"/>
                  </a:lnTo>
                  <a:close/>
                  <a:moveTo>
                    <a:pt x="9924" y="1"/>
                  </a:moveTo>
                  <a:lnTo>
                    <a:pt x="9654" y="39"/>
                  </a:lnTo>
                  <a:lnTo>
                    <a:pt x="9306" y="117"/>
                  </a:lnTo>
                  <a:lnTo>
                    <a:pt x="8920" y="194"/>
                  </a:lnTo>
                  <a:lnTo>
                    <a:pt x="8186" y="503"/>
                  </a:lnTo>
                  <a:lnTo>
                    <a:pt x="7491" y="850"/>
                  </a:lnTo>
                  <a:lnTo>
                    <a:pt x="6835" y="1198"/>
                  </a:lnTo>
                  <a:lnTo>
                    <a:pt x="6101" y="1584"/>
                  </a:lnTo>
                  <a:lnTo>
                    <a:pt x="5406" y="2009"/>
                  </a:lnTo>
                  <a:lnTo>
                    <a:pt x="4750" y="2472"/>
                  </a:lnTo>
                  <a:lnTo>
                    <a:pt x="4093" y="2974"/>
                  </a:lnTo>
                  <a:lnTo>
                    <a:pt x="3360" y="3553"/>
                  </a:lnTo>
                  <a:lnTo>
                    <a:pt x="2665" y="4210"/>
                  </a:lnTo>
                  <a:lnTo>
                    <a:pt x="1969" y="4866"/>
                  </a:lnTo>
                  <a:lnTo>
                    <a:pt x="1352" y="5600"/>
                  </a:lnTo>
                  <a:lnTo>
                    <a:pt x="888" y="6141"/>
                  </a:lnTo>
                  <a:lnTo>
                    <a:pt x="618" y="6449"/>
                  </a:lnTo>
                  <a:lnTo>
                    <a:pt x="348" y="6797"/>
                  </a:lnTo>
                  <a:lnTo>
                    <a:pt x="155" y="7145"/>
                  </a:lnTo>
                  <a:lnTo>
                    <a:pt x="0" y="7492"/>
                  </a:lnTo>
                  <a:lnTo>
                    <a:pt x="0" y="7685"/>
                  </a:lnTo>
                  <a:lnTo>
                    <a:pt x="0" y="7840"/>
                  </a:lnTo>
                  <a:lnTo>
                    <a:pt x="0" y="8033"/>
                  </a:lnTo>
                  <a:lnTo>
                    <a:pt x="77" y="8187"/>
                  </a:lnTo>
                  <a:lnTo>
                    <a:pt x="77" y="8264"/>
                  </a:lnTo>
                  <a:lnTo>
                    <a:pt x="77" y="8342"/>
                  </a:lnTo>
                  <a:lnTo>
                    <a:pt x="39" y="8496"/>
                  </a:lnTo>
                  <a:lnTo>
                    <a:pt x="39" y="8650"/>
                  </a:lnTo>
                  <a:lnTo>
                    <a:pt x="77" y="8805"/>
                  </a:lnTo>
                  <a:lnTo>
                    <a:pt x="116" y="8959"/>
                  </a:lnTo>
                  <a:lnTo>
                    <a:pt x="309" y="9230"/>
                  </a:lnTo>
                  <a:lnTo>
                    <a:pt x="541" y="9500"/>
                  </a:lnTo>
                  <a:lnTo>
                    <a:pt x="734" y="9616"/>
                  </a:lnTo>
                  <a:lnTo>
                    <a:pt x="965" y="9732"/>
                  </a:lnTo>
                  <a:lnTo>
                    <a:pt x="1236" y="9770"/>
                  </a:lnTo>
                  <a:lnTo>
                    <a:pt x="1467" y="9809"/>
                  </a:lnTo>
                  <a:lnTo>
                    <a:pt x="1583" y="9963"/>
                  </a:lnTo>
                  <a:lnTo>
                    <a:pt x="1815" y="9770"/>
                  </a:lnTo>
                  <a:lnTo>
                    <a:pt x="1892" y="9770"/>
                  </a:lnTo>
                  <a:lnTo>
                    <a:pt x="1892" y="9848"/>
                  </a:lnTo>
                  <a:lnTo>
                    <a:pt x="1931" y="9848"/>
                  </a:lnTo>
                  <a:lnTo>
                    <a:pt x="2008" y="9770"/>
                  </a:lnTo>
                  <a:lnTo>
                    <a:pt x="2394" y="9654"/>
                  </a:lnTo>
                  <a:lnTo>
                    <a:pt x="2935" y="9500"/>
                  </a:lnTo>
                  <a:lnTo>
                    <a:pt x="3514" y="9268"/>
                  </a:lnTo>
                  <a:lnTo>
                    <a:pt x="4055" y="9037"/>
                  </a:lnTo>
                  <a:lnTo>
                    <a:pt x="4557" y="8766"/>
                  </a:lnTo>
                  <a:lnTo>
                    <a:pt x="5599" y="8148"/>
                  </a:lnTo>
                  <a:lnTo>
                    <a:pt x="6603" y="7492"/>
                  </a:lnTo>
                  <a:lnTo>
                    <a:pt x="6758" y="7376"/>
                  </a:lnTo>
                  <a:lnTo>
                    <a:pt x="7839" y="6643"/>
                  </a:lnTo>
                  <a:lnTo>
                    <a:pt x="8688" y="5986"/>
                  </a:lnTo>
                  <a:lnTo>
                    <a:pt x="9538" y="5330"/>
                  </a:lnTo>
                  <a:lnTo>
                    <a:pt x="10388" y="4596"/>
                  </a:lnTo>
                  <a:lnTo>
                    <a:pt x="10774" y="4171"/>
                  </a:lnTo>
                  <a:lnTo>
                    <a:pt x="11121" y="3785"/>
                  </a:lnTo>
                  <a:lnTo>
                    <a:pt x="11160" y="3901"/>
                  </a:lnTo>
                  <a:lnTo>
                    <a:pt x="11430" y="3824"/>
                  </a:lnTo>
                  <a:lnTo>
                    <a:pt x="11932" y="4094"/>
                  </a:lnTo>
                  <a:lnTo>
                    <a:pt x="12087" y="3824"/>
                  </a:lnTo>
                  <a:lnTo>
                    <a:pt x="11353" y="3476"/>
                  </a:lnTo>
                  <a:lnTo>
                    <a:pt x="11662" y="3051"/>
                  </a:lnTo>
                  <a:lnTo>
                    <a:pt x="11932" y="2588"/>
                  </a:lnTo>
                  <a:lnTo>
                    <a:pt x="12087" y="2202"/>
                  </a:lnTo>
                  <a:lnTo>
                    <a:pt x="12164" y="1816"/>
                  </a:lnTo>
                  <a:lnTo>
                    <a:pt x="12395" y="1623"/>
                  </a:lnTo>
                  <a:lnTo>
                    <a:pt x="12164" y="1391"/>
                  </a:lnTo>
                  <a:lnTo>
                    <a:pt x="12125" y="1082"/>
                  </a:lnTo>
                  <a:lnTo>
                    <a:pt x="12048" y="812"/>
                  </a:lnTo>
                  <a:lnTo>
                    <a:pt x="11932" y="580"/>
                  </a:lnTo>
                  <a:lnTo>
                    <a:pt x="11778" y="387"/>
                  </a:lnTo>
                  <a:lnTo>
                    <a:pt x="11585" y="194"/>
                  </a:lnTo>
                  <a:lnTo>
                    <a:pt x="11353" y="78"/>
                  </a:lnTo>
                  <a:lnTo>
                    <a:pt x="11044" y="39"/>
                  </a:lnTo>
                  <a:lnTo>
                    <a:pt x="10735" y="39"/>
                  </a:lnTo>
                  <a:lnTo>
                    <a:pt x="10619" y="78"/>
                  </a:lnTo>
                  <a:lnTo>
                    <a:pt x="103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19"/>
            <p:cNvSpPr/>
            <p:nvPr/>
          </p:nvSpPr>
          <p:spPr>
            <a:xfrm>
              <a:off x="6773675" y="25422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4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52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2"/>
                  </a:lnTo>
                  <a:lnTo>
                    <a:pt x="2935" y="1430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4" y="1893"/>
                  </a:lnTo>
                  <a:lnTo>
                    <a:pt x="425" y="2434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6" y="11354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20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2"/>
                  </a:lnTo>
                  <a:lnTo>
                    <a:pt x="3669" y="10620"/>
                  </a:lnTo>
                  <a:lnTo>
                    <a:pt x="3824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6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3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6" y="2742"/>
                  </a:lnTo>
                  <a:lnTo>
                    <a:pt x="4287" y="2395"/>
                  </a:lnTo>
                  <a:lnTo>
                    <a:pt x="4210" y="1430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19"/>
            <p:cNvSpPr/>
            <p:nvPr/>
          </p:nvSpPr>
          <p:spPr>
            <a:xfrm>
              <a:off x="4769575" y="2562550"/>
              <a:ext cx="144825" cy="164150"/>
            </a:xfrm>
            <a:custGeom>
              <a:avLst/>
              <a:gdLst/>
              <a:ahLst/>
              <a:cxnLst/>
              <a:rect l="l" t="t" r="r" b="b"/>
              <a:pathLst>
                <a:path w="5793" h="6566" extrusionOk="0">
                  <a:moveTo>
                    <a:pt x="2858" y="464"/>
                  </a:moveTo>
                  <a:lnTo>
                    <a:pt x="3360" y="619"/>
                  </a:lnTo>
                  <a:lnTo>
                    <a:pt x="3823" y="812"/>
                  </a:lnTo>
                  <a:lnTo>
                    <a:pt x="4248" y="1082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9"/>
                  </a:lnTo>
                  <a:lnTo>
                    <a:pt x="5252" y="2511"/>
                  </a:lnTo>
                  <a:lnTo>
                    <a:pt x="5290" y="2781"/>
                  </a:lnTo>
                  <a:lnTo>
                    <a:pt x="5329" y="3051"/>
                  </a:lnTo>
                  <a:lnTo>
                    <a:pt x="5329" y="3322"/>
                  </a:lnTo>
                  <a:lnTo>
                    <a:pt x="5290" y="3785"/>
                  </a:lnTo>
                  <a:lnTo>
                    <a:pt x="5175" y="4248"/>
                  </a:lnTo>
                  <a:lnTo>
                    <a:pt x="4982" y="4712"/>
                  </a:lnTo>
                  <a:lnTo>
                    <a:pt x="4711" y="5098"/>
                  </a:lnTo>
                  <a:lnTo>
                    <a:pt x="4364" y="5445"/>
                  </a:lnTo>
                  <a:lnTo>
                    <a:pt x="4016" y="5716"/>
                  </a:lnTo>
                  <a:lnTo>
                    <a:pt x="3784" y="5832"/>
                  </a:lnTo>
                  <a:lnTo>
                    <a:pt x="3553" y="5947"/>
                  </a:lnTo>
                  <a:lnTo>
                    <a:pt x="3321" y="6025"/>
                  </a:lnTo>
                  <a:lnTo>
                    <a:pt x="3089" y="6063"/>
                  </a:lnTo>
                  <a:lnTo>
                    <a:pt x="2780" y="6102"/>
                  </a:lnTo>
                  <a:lnTo>
                    <a:pt x="2510" y="6102"/>
                  </a:lnTo>
                  <a:lnTo>
                    <a:pt x="2201" y="6063"/>
                  </a:lnTo>
                  <a:lnTo>
                    <a:pt x="1970" y="5986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600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1"/>
                  </a:lnTo>
                  <a:lnTo>
                    <a:pt x="734" y="4789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5"/>
                  </a:lnTo>
                  <a:lnTo>
                    <a:pt x="464" y="2974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700"/>
                  </a:lnTo>
                  <a:lnTo>
                    <a:pt x="966" y="1507"/>
                  </a:lnTo>
                  <a:lnTo>
                    <a:pt x="1120" y="1275"/>
                  </a:lnTo>
                  <a:lnTo>
                    <a:pt x="1313" y="1121"/>
                  </a:lnTo>
                  <a:lnTo>
                    <a:pt x="1506" y="927"/>
                  </a:lnTo>
                  <a:lnTo>
                    <a:pt x="1738" y="812"/>
                  </a:lnTo>
                  <a:lnTo>
                    <a:pt x="1970" y="696"/>
                  </a:lnTo>
                  <a:lnTo>
                    <a:pt x="2201" y="580"/>
                  </a:lnTo>
                  <a:lnTo>
                    <a:pt x="2472" y="541"/>
                  </a:lnTo>
                  <a:lnTo>
                    <a:pt x="2780" y="503"/>
                  </a:lnTo>
                  <a:lnTo>
                    <a:pt x="2819" y="503"/>
                  </a:lnTo>
                  <a:lnTo>
                    <a:pt x="2858" y="464"/>
                  </a:lnTo>
                  <a:close/>
                  <a:moveTo>
                    <a:pt x="2665" y="1"/>
                  </a:moveTo>
                  <a:lnTo>
                    <a:pt x="2587" y="39"/>
                  </a:lnTo>
                  <a:lnTo>
                    <a:pt x="2510" y="78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1"/>
                  </a:lnTo>
                  <a:lnTo>
                    <a:pt x="1854" y="310"/>
                  </a:lnTo>
                  <a:lnTo>
                    <a:pt x="1622" y="387"/>
                  </a:lnTo>
                  <a:lnTo>
                    <a:pt x="1390" y="503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7"/>
                  </a:lnTo>
                  <a:lnTo>
                    <a:pt x="348" y="1738"/>
                  </a:lnTo>
                  <a:lnTo>
                    <a:pt x="155" y="2279"/>
                  </a:lnTo>
                  <a:lnTo>
                    <a:pt x="39" y="2858"/>
                  </a:lnTo>
                  <a:lnTo>
                    <a:pt x="0" y="3399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3"/>
                  </a:lnTo>
                  <a:lnTo>
                    <a:pt x="309" y="4943"/>
                  </a:lnTo>
                  <a:lnTo>
                    <a:pt x="425" y="5214"/>
                  </a:lnTo>
                  <a:lnTo>
                    <a:pt x="579" y="5445"/>
                  </a:lnTo>
                  <a:lnTo>
                    <a:pt x="734" y="5677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8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7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7"/>
                  </a:lnTo>
                  <a:lnTo>
                    <a:pt x="3476" y="6449"/>
                  </a:lnTo>
                  <a:lnTo>
                    <a:pt x="3784" y="6334"/>
                  </a:lnTo>
                  <a:lnTo>
                    <a:pt x="4055" y="6218"/>
                  </a:lnTo>
                  <a:lnTo>
                    <a:pt x="4325" y="6063"/>
                  </a:lnTo>
                  <a:lnTo>
                    <a:pt x="4557" y="5909"/>
                  </a:lnTo>
                  <a:lnTo>
                    <a:pt x="4788" y="5716"/>
                  </a:lnTo>
                  <a:lnTo>
                    <a:pt x="4982" y="5484"/>
                  </a:lnTo>
                  <a:lnTo>
                    <a:pt x="5175" y="5252"/>
                  </a:lnTo>
                  <a:lnTo>
                    <a:pt x="5329" y="4982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1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8"/>
                  </a:lnTo>
                  <a:lnTo>
                    <a:pt x="5561" y="2047"/>
                  </a:lnTo>
                  <a:lnTo>
                    <a:pt x="5406" y="1777"/>
                  </a:lnTo>
                  <a:lnTo>
                    <a:pt x="5252" y="1507"/>
                  </a:lnTo>
                  <a:lnTo>
                    <a:pt x="5059" y="1275"/>
                  </a:lnTo>
                  <a:lnTo>
                    <a:pt x="4866" y="1043"/>
                  </a:lnTo>
                  <a:lnTo>
                    <a:pt x="4634" y="812"/>
                  </a:lnTo>
                  <a:lnTo>
                    <a:pt x="4402" y="619"/>
                  </a:lnTo>
                  <a:lnTo>
                    <a:pt x="4132" y="464"/>
                  </a:lnTo>
                  <a:lnTo>
                    <a:pt x="3862" y="310"/>
                  </a:lnTo>
                  <a:lnTo>
                    <a:pt x="3591" y="194"/>
                  </a:lnTo>
                  <a:lnTo>
                    <a:pt x="3282" y="117"/>
                  </a:lnTo>
                  <a:lnTo>
                    <a:pt x="2974" y="39"/>
                  </a:lnTo>
                  <a:lnTo>
                    <a:pt x="266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19"/>
            <p:cNvSpPr/>
            <p:nvPr/>
          </p:nvSpPr>
          <p:spPr>
            <a:xfrm>
              <a:off x="2452675" y="2582825"/>
              <a:ext cx="296400" cy="356250"/>
            </a:xfrm>
            <a:custGeom>
              <a:avLst/>
              <a:gdLst/>
              <a:ahLst/>
              <a:cxnLst/>
              <a:rect l="l" t="t" r="r" b="b"/>
              <a:pathLst>
                <a:path w="11856" h="14250" extrusionOk="0">
                  <a:moveTo>
                    <a:pt x="7221" y="1"/>
                  </a:moveTo>
                  <a:lnTo>
                    <a:pt x="6990" y="194"/>
                  </a:lnTo>
                  <a:lnTo>
                    <a:pt x="8032" y="1777"/>
                  </a:lnTo>
                  <a:lnTo>
                    <a:pt x="9114" y="3283"/>
                  </a:lnTo>
                  <a:lnTo>
                    <a:pt x="8032" y="2704"/>
                  </a:lnTo>
                  <a:lnTo>
                    <a:pt x="6913" y="2202"/>
                  </a:lnTo>
                  <a:lnTo>
                    <a:pt x="6758" y="2472"/>
                  </a:lnTo>
                  <a:lnTo>
                    <a:pt x="8225" y="3283"/>
                  </a:lnTo>
                  <a:lnTo>
                    <a:pt x="9731" y="4094"/>
                  </a:lnTo>
                  <a:lnTo>
                    <a:pt x="10388" y="4905"/>
                  </a:lnTo>
                  <a:lnTo>
                    <a:pt x="10388" y="4943"/>
                  </a:lnTo>
                  <a:lnTo>
                    <a:pt x="10697" y="4827"/>
                  </a:lnTo>
                  <a:lnTo>
                    <a:pt x="10658" y="4712"/>
                  </a:lnTo>
                  <a:lnTo>
                    <a:pt x="10620" y="4596"/>
                  </a:lnTo>
                  <a:lnTo>
                    <a:pt x="10620" y="4596"/>
                  </a:lnTo>
                  <a:lnTo>
                    <a:pt x="10929" y="4712"/>
                  </a:lnTo>
                  <a:lnTo>
                    <a:pt x="11160" y="4827"/>
                  </a:lnTo>
                  <a:lnTo>
                    <a:pt x="11315" y="5021"/>
                  </a:lnTo>
                  <a:lnTo>
                    <a:pt x="11431" y="5252"/>
                  </a:lnTo>
                  <a:lnTo>
                    <a:pt x="11469" y="5484"/>
                  </a:lnTo>
                  <a:lnTo>
                    <a:pt x="11469" y="5754"/>
                  </a:lnTo>
                  <a:lnTo>
                    <a:pt x="11431" y="6063"/>
                  </a:lnTo>
                  <a:lnTo>
                    <a:pt x="11353" y="6372"/>
                  </a:lnTo>
                  <a:lnTo>
                    <a:pt x="11083" y="7028"/>
                  </a:lnTo>
                  <a:lnTo>
                    <a:pt x="10813" y="7646"/>
                  </a:lnTo>
                  <a:lnTo>
                    <a:pt x="10504" y="8148"/>
                  </a:lnTo>
                  <a:lnTo>
                    <a:pt x="10233" y="8573"/>
                  </a:lnTo>
                  <a:lnTo>
                    <a:pt x="9654" y="9345"/>
                  </a:lnTo>
                  <a:lnTo>
                    <a:pt x="9036" y="10079"/>
                  </a:lnTo>
                  <a:lnTo>
                    <a:pt x="8380" y="10736"/>
                  </a:lnTo>
                  <a:lnTo>
                    <a:pt x="7646" y="11353"/>
                  </a:lnTo>
                  <a:lnTo>
                    <a:pt x="6874" y="11933"/>
                  </a:lnTo>
                  <a:lnTo>
                    <a:pt x="6024" y="12435"/>
                  </a:lnTo>
                  <a:lnTo>
                    <a:pt x="5175" y="12898"/>
                  </a:lnTo>
                  <a:lnTo>
                    <a:pt x="4287" y="13284"/>
                  </a:lnTo>
                  <a:lnTo>
                    <a:pt x="3862" y="13439"/>
                  </a:lnTo>
                  <a:lnTo>
                    <a:pt x="3283" y="13632"/>
                  </a:lnTo>
                  <a:lnTo>
                    <a:pt x="2665" y="13786"/>
                  </a:lnTo>
                  <a:lnTo>
                    <a:pt x="1970" y="13941"/>
                  </a:lnTo>
                  <a:lnTo>
                    <a:pt x="1043" y="13941"/>
                  </a:lnTo>
                  <a:lnTo>
                    <a:pt x="811" y="13863"/>
                  </a:lnTo>
                  <a:lnTo>
                    <a:pt x="580" y="13709"/>
                  </a:lnTo>
                  <a:lnTo>
                    <a:pt x="425" y="13554"/>
                  </a:lnTo>
                  <a:lnTo>
                    <a:pt x="309" y="13323"/>
                  </a:lnTo>
                  <a:lnTo>
                    <a:pt x="232" y="13052"/>
                  </a:lnTo>
                  <a:lnTo>
                    <a:pt x="1" y="13130"/>
                  </a:lnTo>
                  <a:lnTo>
                    <a:pt x="1" y="13400"/>
                  </a:lnTo>
                  <a:lnTo>
                    <a:pt x="39" y="13632"/>
                  </a:lnTo>
                  <a:lnTo>
                    <a:pt x="155" y="13825"/>
                  </a:lnTo>
                  <a:lnTo>
                    <a:pt x="271" y="13941"/>
                  </a:lnTo>
                  <a:lnTo>
                    <a:pt x="464" y="14056"/>
                  </a:lnTo>
                  <a:lnTo>
                    <a:pt x="657" y="14172"/>
                  </a:lnTo>
                  <a:lnTo>
                    <a:pt x="889" y="14211"/>
                  </a:lnTo>
                  <a:lnTo>
                    <a:pt x="1120" y="14249"/>
                  </a:lnTo>
                  <a:lnTo>
                    <a:pt x="1661" y="14249"/>
                  </a:lnTo>
                  <a:lnTo>
                    <a:pt x="2163" y="14211"/>
                  </a:lnTo>
                  <a:lnTo>
                    <a:pt x="2665" y="14134"/>
                  </a:lnTo>
                  <a:lnTo>
                    <a:pt x="3051" y="14056"/>
                  </a:lnTo>
                  <a:lnTo>
                    <a:pt x="3708" y="13863"/>
                  </a:lnTo>
                  <a:lnTo>
                    <a:pt x="4364" y="13632"/>
                  </a:lnTo>
                  <a:lnTo>
                    <a:pt x="5020" y="13361"/>
                  </a:lnTo>
                  <a:lnTo>
                    <a:pt x="5638" y="13091"/>
                  </a:lnTo>
                  <a:lnTo>
                    <a:pt x="6256" y="12743"/>
                  </a:lnTo>
                  <a:lnTo>
                    <a:pt x="6835" y="12396"/>
                  </a:lnTo>
                  <a:lnTo>
                    <a:pt x="7415" y="12010"/>
                  </a:lnTo>
                  <a:lnTo>
                    <a:pt x="7955" y="11585"/>
                  </a:lnTo>
                  <a:lnTo>
                    <a:pt x="8457" y="11160"/>
                  </a:lnTo>
                  <a:lnTo>
                    <a:pt x="8959" y="10697"/>
                  </a:lnTo>
                  <a:lnTo>
                    <a:pt x="9423" y="10234"/>
                  </a:lnTo>
                  <a:lnTo>
                    <a:pt x="9847" y="9732"/>
                  </a:lnTo>
                  <a:lnTo>
                    <a:pt x="10272" y="9191"/>
                  </a:lnTo>
                  <a:lnTo>
                    <a:pt x="10620" y="8650"/>
                  </a:lnTo>
                  <a:lnTo>
                    <a:pt x="11006" y="8071"/>
                  </a:lnTo>
                  <a:lnTo>
                    <a:pt x="11315" y="7492"/>
                  </a:lnTo>
                  <a:lnTo>
                    <a:pt x="11546" y="6951"/>
                  </a:lnTo>
                  <a:lnTo>
                    <a:pt x="11778" y="6411"/>
                  </a:lnTo>
                  <a:lnTo>
                    <a:pt x="11817" y="6102"/>
                  </a:lnTo>
                  <a:lnTo>
                    <a:pt x="11855" y="5831"/>
                  </a:lnTo>
                  <a:lnTo>
                    <a:pt x="11855" y="5523"/>
                  </a:lnTo>
                  <a:lnTo>
                    <a:pt x="11778" y="5252"/>
                  </a:lnTo>
                  <a:lnTo>
                    <a:pt x="11701" y="5021"/>
                  </a:lnTo>
                  <a:lnTo>
                    <a:pt x="11585" y="4866"/>
                  </a:lnTo>
                  <a:lnTo>
                    <a:pt x="11469" y="4673"/>
                  </a:lnTo>
                  <a:lnTo>
                    <a:pt x="11315" y="4519"/>
                  </a:lnTo>
                  <a:lnTo>
                    <a:pt x="11122" y="4403"/>
                  </a:lnTo>
                  <a:lnTo>
                    <a:pt x="10929" y="4325"/>
                  </a:lnTo>
                  <a:lnTo>
                    <a:pt x="10735" y="4248"/>
                  </a:lnTo>
                  <a:lnTo>
                    <a:pt x="10504" y="4210"/>
                  </a:lnTo>
                  <a:lnTo>
                    <a:pt x="10465" y="4248"/>
                  </a:lnTo>
                  <a:lnTo>
                    <a:pt x="10388" y="4248"/>
                  </a:lnTo>
                  <a:lnTo>
                    <a:pt x="9654" y="3167"/>
                  </a:lnTo>
                  <a:lnTo>
                    <a:pt x="8882" y="2086"/>
                  </a:lnTo>
                  <a:lnTo>
                    <a:pt x="8032" y="1043"/>
                  </a:lnTo>
                  <a:lnTo>
                    <a:pt x="72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19"/>
            <p:cNvSpPr/>
            <p:nvPr/>
          </p:nvSpPr>
          <p:spPr>
            <a:xfrm>
              <a:off x="581775" y="25867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0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5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19"/>
            <p:cNvSpPr/>
            <p:nvPr/>
          </p:nvSpPr>
          <p:spPr>
            <a:xfrm>
              <a:off x="6717675" y="2588625"/>
              <a:ext cx="42525" cy="41525"/>
            </a:xfrm>
            <a:custGeom>
              <a:avLst/>
              <a:gdLst/>
              <a:ahLst/>
              <a:cxnLst/>
              <a:rect l="l" t="t" r="r" b="b"/>
              <a:pathLst>
                <a:path w="1701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2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9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3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8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19"/>
            <p:cNvSpPr/>
            <p:nvPr/>
          </p:nvSpPr>
          <p:spPr>
            <a:xfrm>
              <a:off x="587575" y="25924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3" y="1893"/>
                  </a:lnTo>
                  <a:lnTo>
                    <a:pt x="425" y="2433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5" y="11353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1"/>
                  </a:lnTo>
                  <a:lnTo>
                    <a:pt x="3669" y="10620"/>
                  </a:lnTo>
                  <a:lnTo>
                    <a:pt x="3823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5" y="2742"/>
                  </a:lnTo>
                  <a:lnTo>
                    <a:pt x="4287" y="2395"/>
                  </a:lnTo>
                  <a:lnTo>
                    <a:pt x="4210" y="1429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19"/>
            <p:cNvSpPr/>
            <p:nvPr/>
          </p:nvSpPr>
          <p:spPr>
            <a:xfrm>
              <a:off x="6526550" y="26156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1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1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2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19"/>
            <p:cNvSpPr/>
            <p:nvPr/>
          </p:nvSpPr>
          <p:spPr>
            <a:xfrm>
              <a:off x="1725750" y="2629175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2"/>
                  </a:lnTo>
                  <a:lnTo>
                    <a:pt x="2008" y="965"/>
                  </a:lnTo>
                  <a:lnTo>
                    <a:pt x="2124" y="1120"/>
                  </a:lnTo>
                  <a:lnTo>
                    <a:pt x="2202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6" y="502"/>
                  </a:lnTo>
                  <a:lnTo>
                    <a:pt x="811" y="463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0"/>
                  </a:lnTo>
                  <a:lnTo>
                    <a:pt x="194" y="425"/>
                  </a:lnTo>
                  <a:lnTo>
                    <a:pt x="78" y="618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8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2" y="2973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3"/>
                  </a:lnTo>
                  <a:lnTo>
                    <a:pt x="2626" y="2896"/>
                  </a:lnTo>
                  <a:lnTo>
                    <a:pt x="2704" y="2317"/>
                  </a:lnTo>
                  <a:lnTo>
                    <a:pt x="2704" y="2008"/>
                  </a:lnTo>
                  <a:lnTo>
                    <a:pt x="2704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00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19"/>
            <p:cNvSpPr/>
            <p:nvPr/>
          </p:nvSpPr>
          <p:spPr>
            <a:xfrm>
              <a:off x="2602300" y="2637850"/>
              <a:ext cx="63750" cy="173800"/>
            </a:xfrm>
            <a:custGeom>
              <a:avLst/>
              <a:gdLst/>
              <a:ahLst/>
              <a:cxnLst/>
              <a:rect l="l" t="t" r="r" b="b"/>
              <a:pathLst>
                <a:path w="2550" h="6952" extrusionOk="0">
                  <a:moveTo>
                    <a:pt x="271" y="1"/>
                  </a:moveTo>
                  <a:lnTo>
                    <a:pt x="1" y="78"/>
                  </a:lnTo>
                  <a:lnTo>
                    <a:pt x="232" y="927"/>
                  </a:lnTo>
                  <a:lnTo>
                    <a:pt x="503" y="1816"/>
                  </a:lnTo>
                  <a:lnTo>
                    <a:pt x="1082" y="3515"/>
                  </a:lnTo>
                  <a:lnTo>
                    <a:pt x="2318" y="6951"/>
                  </a:lnTo>
                  <a:lnTo>
                    <a:pt x="2549" y="6874"/>
                  </a:lnTo>
                  <a:lnTo>
                    <a:pt x="2047" y="5136"/>
                  </a:lnTo>
                  <a:lnTo>
                    <a:pt x="1507" y="3399"/>
                  </a:lnTo>
                  <a:lnTo>
                    <a:pt x="928" y="1661"/>
                  </a:lnTo>
                  <a:lnTo>
                    <a:pt x="619" y="81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19"/>
            <p:cNvSpPr/>
            <p:nvPr/>
          </p:nvSpPr>
          <p:spPr>
            <a:xfrm>
              <a:off x="531575" y="26388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1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19"/>
            <p:cNvSpPr/>
            <p:nvPr/>
          </p:nvSpPr>
          <p:spPr>
            <a:xfrm>
              <a:off x="340450" y="26658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0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0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1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19"/>
            <p:cNvSpPr/>
            <p:nvPr/>
          </p:nvSpPr>
          <p:spPr>
            <a:xfrm>
              <a:off x="6651075" y="26658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1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19"/>
            <p:cNvSpPr/>
            <p:nvPr/>
          </p:nvSpPr>
          <p:spPr>
            <a:xfrm>
              <a:off x="1793325" y="26986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7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5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5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3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19"/>
            <p:cNvSpPr/>
            <p:nvPr/>
          </p:nvSpPr>
          <p:spPr>
            <a:xfrm>
              <a:off x="2371575" y="2703500"/>
              <a:ext cx="351425" cy="207575"/>
            </a:xfrm>
            <a:custGeom>
              <a:avLst/>
              <a:gdLst/>
              <a:ahLst/>
              <a:cxnLst/>
              <a:rect l="l" t="t" r="r" b="b"/>
              <a:pathLst>
                <a:path w="14057" h="8303" extrusionOk="0">
                  <a:moveTo>
                    <a:pt x="13941" y="0"/>
                  </a:moveTo>
                  <a:lnTo>
                    <a:pt x="13632" y="116"/>
                  </a:lnTo>
                  <a:lnTo>
                    <a:pt x="13632" y="155"/>
                  </a:lnTo>
                  <a:lnTo>
                    <a:pt x="13555" y="773"/>
                  </a:lnTo>
                  <a:lnTo>
                    <a:pt x="13439" y="1313"/>
                  </a:lnTo>
                  <a:lnTo>
                    <a:pt x="13284" y="1854"/>
                  </a:lnTo>
                  <a:lnTo>
                    <a:pt x="13053" y="2395"/>
                  </a:lnTo>
                  <a:lnTo>
                    <a:pt x="12782" y="2897"/>
                  </a:lnTo>
                  <a:lnTo>
                    <a:pt x="12473" y="3360"/>
                  </a:lnTo>
                  <a:lnTo>
                    <a:pt x="12126" y="3823"/>
                  </a:lnTo>
                  <a:lnTo>
                    <a:pt x="11778" y="4248"/>
                  </a:lnTo>
                  <a:lnTo>
                    <a:pt x="11547" y="4325"/>
                  </a:lnTo>
                  <a:lnTo>
                    <a:pt x="11585" y="4441"/>
                  </a:lnTo>
                  <a:lnTo>
                    <a:pt x="11547" y="4480"/>
                  </a:lnTo>
                  <a:lnTo>
                    <a:pt x="11392" y="4557"/>
                  </a:lnTo>
                  <a:lnTo>
                    <a:pt x="11469" y="4557"/>
                  </a:lnTo>
                  <a:lnTo>
                    <a:pt x="10967" y="5020"/>
                  </a:lnTo>
                  <a:lnTo>
                    <a:pt x="10427" y="5445"/>
                  </a:lnTo>
                  <a:lnTo>
                    <a:pt x="9539" y="6063"/>
                  </a:lnTo>
                  <a:lnTo>
                    <a:pt x="8612" y="6642"/>
                  </a:lnTo>
                  <a:lnTo>
                    <a:pt x="8149" y="6912"/>
                  </a:lnTo>
                  <a:lnTo>
                    <a:pt x="7647" y="7144"/>
                  </a:lnTo>
                  <a:lnTo>
                    <a:pt x="7145" y="7376"/>
                  </a:lnTo>
                  <a:lnTo>
                    <a:pt x="6643" y="7569"/>
                  </a:lnTo>
                  <a:lnTo>
                    <a:pt x="6604" y="7453"/>
                  </a:lnTo>
                  <a:lnTo>
                    <a:pt x="6411" y="7492"/>
                  </a:lnTo>
                  <a:lnTo>
                    <a:pt x="4905" y="6372"/>
                  </a:lnTo>
                  <a:lnTo>
                    <a:pt x="3322" y="5291"/>
                  </a:lnTo>
                  <a:lnTo>
                    <a:pt x="1739" y="4248"/>
                  </a:lnTo>
                  <a:lnTo>
                    <a:pt x="78" y="3321"/>
                  </a:lnTo>
                  <a:lnTo>
                    <a:pt x="1" y="3399"/>
                  </a:lnTo>
                  <a:lnTo>
                    <a:pt x="3051" y="5600"/>
                  </a:lnTo>
                  <a:lnTo>
                    <a:pt x="6141" y="7723"/>
                  </a:lnTo>
                  <a:lnTo>
                    <a:pt x="5639" y="7839"/>
                  </a:lnTo>
                  <a:lnTo>
                    <a:pt x="5175" y="7916"/>
                  </a:lnTo>
                  <a:lnTo>
                    <a:pt x="4673" y="7955"/>
                  </a:lnTo>
                  <a:lnTo>
                    <a:pt x="4210" y="7994"/>
                  </a:lnTo>
                  <a:lnTo>
                    <a:pt x="4094" y="7994"/>
                  </a:lnTo>
                  <a:lnTo>
                    <a:pt x="4055" y="8071"/>
                  </a:lnTo>
                  <a:lnTo>
                    <a:pt x="4248" y="8303"/>
                  </a:lnTo>
                  <a:lnTo>
                    <a:pt x="5098" y="8303"/>
                  </a:lnTo>
                  <a:lnTo>
                    <a:pt x="5523" y="8264"/>
                  </a:lnTo>
                  <a:lnTo>
                    <a:pt x="5948" y="8187"/>
                  </a:lnTo>
                  <a:lnTo>
                    <a:pt x="6372" y="8110"/>
                  </a:lnTo>
                  <a:lnTo>
                    <a:pt x="6797" y="7955"/>
                  </a:lnTo>
                  <a:lnTo>
                    <a:pt x="7647" y="7646"/>
                  </a:lnTo>
                  <a:lnTo>
                    <a:pt x="8458" y="7221"/>
                  </a:lnTo>
                  <a:lnTo>
                    <a:pt x="9230" y="6758"/>
                  </a:lnTo>
                  <a:lnTo>
                    <a:pt x="10002" y="6295"/>
                  </a:lnTo>
                  <a:lnTo>
                    <a:pt x="10659" y="5793"/>
                  </a:lnTo>
                  <a:lnTo>
                    <a:pt x="11315" y="5252"/>
                  </a:lnTo>
                  <a:lnTo>
                    <a:pt x="11933" y="4673"/>
                  </a:lnTo>
                  <a:lnTo>
                    <a:pt x="12512" y="4055"/>
                  </a:lnTo>
                  <a:lnTo>
                    <a:pt x="12975" y="3360"/>
                  </a:lnTo>
                  <a:lnTo>
                    <a:pt x="13207" y="3012"/>
                  </a:lnTo>
                  <a:lnTo>
                    <a:pt x="13400" y="2665"/>
                  </a:lnTo>
                  <a:lnTo>
                    <a:pt x="13555" y="2279"/>
                  </a:lnTo>
                  <a:lnTo>
                    <a:pt x="13709" y="1893"/>
                  </a:lnTo>
                  <a:lnTo>
                    <a:pt x="13864" y="1506"/>
                  </a:lnTo>
                  <a:lnTo>
                    <a:pt x="13941" y="1082"/>
                  </a:lnTo>
                  <a:lnTo>
                    <a:pt x="14018" y="657"/>
                  </a:lnTo>
                  <a:lnTo>
                    <a:pt x="14057" y="232"/>
                  </a:lnTo>
                  <a:lnTo>
                    <a:pt x="14018" y="116"/>
                  </a:lnTo>
                  <a:lnTo>
                    <a:pt x="13941" y="39"/>
                  </a:lnTo>
                  <a:lnTo>
                    <a:pt x="139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19"/>
            <p:cNvSpPr/>
            <p:nvPr/>
          </p:nvSpPr>
          <p:spPr>
            <a:xfrm>
              <a:off x="6594125" y="27093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8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19"/>
            <p:cNvSpPr/>
            <p:nvPr/>
          </p:nvSpPr>
          <p:spPr>
            <a:xfrm>
              <a:off x="464975" y="27160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0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19"/>
            <p:cNvSpPr/>
            <p:nvPr/>
          </p:nvSpPr>
          <p:spPr>
            <a:xfrm>
              <a:off x="2488400" y="2725700"/>
              <a:ext cx="48275" cy="165100"/>
            </a:xfrm>
            <a:custGeom>
              <a:avLst/>
              <a:gdLst/>
              <a:ahLst/>
              <a:cxnLst/>
              <a:rect l="l" t="t" r="r" b="b"/>
              <a:pathLst>
                <a:path w="1931" h="6604" extrusionOk="0">
                  <a:moveTo>
                    <a:pt x="271" y="1"/>
                  </a:moveTo>
                  <a:lnTo>
                    <a:pt x="193" y="39"/>
                  </a:lnTo>
                  <a:lnTo>
                    <a:pt x="155" y="39"/>
                  </a:lnTo>
                  <a:lnTo>
                    <a:pt x="0" y="155"/>
                  </a:lnTo>
                  <a:lnTo>
                    <a:pt x="0" y="194"/>
                  </a:lnTo>
                  <a:lnTo>
                    <a:pt x="348" y="1815"/>
                  </a:lnTo>
                  <a:lnTo>
                    <a:pt x="773" y="3437"/>
                  </a:lnTo>
                  <a:lnTo>
                    <a:pt x="1236" y="5021"/>
                  </a:lnTo>
                  <a:lnTo>
                    <a:pt x="1738" y="6604"/>
                  </a:lnTo>
                  <a:lnTo>
                    <a:pt x="1931" y="6565"/>
                  </a:lnTo>
                  <a:lnTo>
                    <a:pt x="1622" y="4982"/>
                  </a:lnTo>
                  <a:lnTo>
                    <a:pt x="1236" y="3360"/>
                  </a:lnTo>
                  <a:lnTo>
                    <a:pt x="773" y="1777"/>
                  </a:lnTo>
                  <a:lnTo>
                    <a:pt x="271" y="194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19"/>
            <p:cNvSpPr/>
            <p:nvPr/>
          </p:nvSpPr>
          <p:spPr>
            <a:xfrm>
              <a:off x="2495150" y="2725700"/>
              <a:ext cx="165100" cy="91725"/>
            </a:xfrm>
            <a:custGeom>
              <a:avLst/>
              <a:gdLst/>
              <a:ahLst/>
              <a:cxnLst/>
              <a:rect l="l" t="t" r="r" b="b"/>
              <a:pathLst>
                <a:path w="6604" h="3669" extrusionOk="0">
                  <a:moveTo>
                    <a:pt x="116" y="1"/>
                  </a:moveTo>
                  <a:lnTo>
                    <a:pt x="1" y="194"/>
                  </a:lnTo>
                  <a:lnTo>
                    <a:pt x="1622" y="1043"/>
                  </a:lnTo>
                  <a:lnTo>
                    <a:pt x="3244" y="1893"/>
                  </a:lnTo>
                  <a:lnTo>
                    <a:pt x="4017" y="2356"/>
                  </a:lnTo>
                  <a:lnTo>
                    <a:pt x="4827" y="2819"/>
                  </a:lnTo>
                  <a:lnTo>
                    <a:pt x="5638" y="3283"/>
                  </a:lnTo>
                  <a:lnTo>
                    <a:pt x="6024" y="3476"/>
                  </a:lnTo>
                  <a:lnTo>
                    <a:pt x="6449" y="3669"/>
                  </a:lnTo>
                  <a:lnTo>
                    <a:pt x="6604" y="3592"/>
                  </a:lnTo>
                  <a:lnTo>
                    <a:pt x="6604" y="3515"/>
                  </a:lnTo>
                  <a:lnTo>
                    <a:pt x="6565" y="3437"/>
                  </a:lnTo>
                  <a:lnTo>
                    <a:pt x="6218" y="3167"/>
                  </a:lnTo>
                  <a:lnTo>
                    <a:pt x="5870" y="2935"/>
                  </a:lnTo>
                  <a:lnTo>
                    <a:pt x="5098" y="2472"/>
                  </a:lnTo>
                  <a:lnTo>
                    <a:pt x="3515" y="1622"/>
                  </a:lnTo>
                  <a:lnTo>
                    <a:pt x="1815" y="773"/>
                  </a:lnTo>
                  <a:lnTo>
                    <a:pt x="966" y="387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19"/>
            <p:cNvSpPr/>
            <p:nvPr/>
          </p:nvSpPr>
          <p:spPr>
            <a:xfrm>
              <a:off x="4212550" y="2732450"/>
              <a:ext cx="315700" cy="477900"/>
            </a:xfrm>
            <a:custGeom>
              <a:avLst/>
              <a:gdLst/>
              <a:ahLst/>
              <a:cxnLst/>
              <a:rect l="l" t="t" r="r" b="b"/>
              <a:pathLst>
                <a:path w="12628" h="19116" extrusionOk="0">
                  <a:moveTo>
                    <a:pt x="1004" y="619"/>
                  </a:moveTo>
                  <a:lnTo>
                    <a:pt x="1661" y="850"/>
                  </a:lnTo>
                  <a:lnTo>
                    <a:pt x="2317" y="1121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5"/>
                  </a:lnTo>
                  <a:lnTo>
                    <a:pt x="3862" y="2472"/>
                  </a:lnTo>
                  <a:lnTo>
                    <a:pt x="4016" y="2820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8"/>
                  </a:lnTo>
                  <a:lnTo>
                    <a:pt x="9345" y="15138"/>
                  </a:lnTo>
                  <a:lnTo>
                    <a:pt x="8920" y="15370"/>
                  </a:lnTo>
                  <a:lnTo>
                    <a:pt x="7955" y="13516"/>
                  </a:lnTo>
                  <a:lnTo>
                    <a:pt x="6990" y="11663"/>
                  </a:lnTo>
                  <a:lnTo>
                    <a:pt x="5020" y="7956"/>
                  </a:lnTo>
                  <a:lnTo>
                    <a:pt x="3012" y="4287"/>
                  </a:lnTo>
                  <a:lnTo>
                    <a:pt x="1004" y="619"/>
                  </a:lnTo>
                  <a:close/>
                  <a:moveTo>
                    <a:pt x="657" y="503"/>
                  </a:moveTo>
                  <a:lnTo>
                    <a:pt x="657" y="541"/>
                  </a:lnTo>
                  <a:lnTo>
                    <a:pt x="4673" y="8033"/>
                  </a:lnTo>
                  <a:lnTo>
                    <a:pt x="6719" y="11740"/>
                  </a:lnTo>
                  <a:lnTo>
                    <a:pt x="7762" y="13593"/>
                  </a:lnTo>
                  <a:lnTo>
                    <a:pt x="8805" y="15447"/>
                  </a:lnTo>
                  <a:lnTo>
                    <a:pt x="8650" y="15524"/>
                  </a:lnTo>
                  <a:lnTo>
                    <a:pt x="7414" y="13748"/>
                  </a:lnTo>
                  <a:lnTo>
                    <a:pt x="6179" y="12010"/>
                  </a:lnTo>
                  <a:lnTo>
                    <a:pt x="3592" y="8535"/>
                  </a:lnTo>
                  <a:lnTo>
                    <a:pt x="2317" y="6758"/>
                  </a:lnTo>
                  <a:lnTo>
                    <a:pt x="1004" y="4944"/>
                  </a:lnTo>
                  <a:lnTo>
                    <a:pt x="850" y="4712"/>
                  </a:lnTo>
                  <a:lnTo>
                    <a:pt x="734" y="4480"/>
                  </a:lnTo>
                  <a:lnTo>
                    <a:pt x="618" y="4210"/>
                  </a:lnTo>
                  <a:lnTo>
                    <a:pt x="541" y="3940"/>
                  </a:lnTo>
                  <a:lnTo>
                    <a:pt x="464" y="3399"/>
                  </a:lnTo>
                  <a:lnTo>
                    <a:pt x="425" y="2820"/>
                  </a:lnTo>
                  <a:lnTo>
                    <a:pt x="464" y="2241"/>
                  </a:lnTo>
                  <a:lnTo>
                    <a:pt x="502" y="1661"/>
                  </a:lnTo>
                  <a:lnTo>
                    <a:pt x="657" y="503"/>
                  </a:lnTo>
                  <a:close/>
                  <a:moveTo>
                    <a:pt x="11508" y="12280"/>
                  </a:moveTo>
                  <a:lnTo>
                    <a:pt x="11662" y="12358"/>
                  </a:lnTo>
                  <a:lnTo>
                    <a:pt x="11817" y="12435"/>
                  </a:lnTo>
                  <a:lnTo>
                    <a:pt x="12164" y="12860"/>
                  </a:lnTo>
                  <a:lnTo>
                    <a:pt x="12241" y="13053"/>
                  </a:lnTo>
                  <a:lnTo>
                    <a:pt x="12280" y="13246"/>
                  </a:lnTo>
                  <a:lnTo>
                    <a:pt x="12241" y="13439"/>
                  </a:lnTo>
                  <a:lnTo>
                    <a:pt x="12203" y="13632"/>
                  </a:lnTo>
                  <a:lnTo>
                    <a:pt x="12048" y="14018"/>
                  </a:lnTo>
                  <a:lnTo>
                    <a:pt x="11855" y="14366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2"/>
                  </a:lnTo>
                  <a:lnTo>
                    <a:pt x="10156" y="15872"/>
                  </a:lnTo>
                  <a:lnTo>
                    <a:pt x="10118" y="15987"/>
                  </a:lnTo>
                  <a:lnTo>
                    <a:pt x="9770" y="16180"/>
                  </a:lnTo>
                  <a:lnTo>
                    <a:pt x="9114" y="16605"/>
                  </a:lnTo>
                  <a:lnTo>
                    <a:pt x="8457" y="16953"/>
                  </a:lnTo>
                  <a:lnTo>
                    <a:pt x="7723" y="17262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5" y="17648"/>
                  </a:lnTo>
                  <a:lnTo>
                    <a:pt x="5754" y="17648"/>
                  </a:lnTo>
                  <a:lnTo>
                    <a:pt x="5561" y="17571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8" y="17184"/>
                  </a:lnTo>
                  <a:lnTo>
                    <a:pt x="4982" y="16876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5"/>
                  </a:lnTo>
                  <a:lnTo>
                    <a:pt x="5175" y="15949"/>
                  </a:lnTo>
                  <a:lnTo>
                    <a:pt x="5291" y="15833"/>
                  </a:lnTo>
                  <a:lnTo>
                    <a:pt x="5406" y="15756"/>
                  </a:lnTo>
                  <a:lnTo>
                    <a:pt x="5522" y="15717"/>
                  </a:lnTo>
                  <a:lnTo>
                    <a:pt x="5638" y="15756"/>
                  </a:lnTo>
                  <a:lnTo>
                    <a:pt x="5793" y="15833"/>
                  </a:lnTo>
                  <a:lnTo>
                    <a:pt x="5947" y="15949"/>
                  </a:lnTo>
                  <a:lnTo>
                    <a:pt x="6063" y="16142"/>
                  </a:lnTo>
                  <a:lnTo>
                    <a:pt x="6256" y="16374"/>
                  </a:lnTo>
                  <a:lnTo>
                    <a:pt x="6102" y="16412"/>
                  </a:lnTo>
                  <a:lnTo>
                    <a:pt x="6024" y="16451"/>
                  </a:lnTo>
                  <a:lnTo>
                    <a:pt x="6024" y="16567"/>
                  </a:lnTo>
                  <a:lnTo>
                    <a:pt x="6063" y="16644"/>
                  </a:lnTo>
                  <a:lnTo>
                    <a:pt x="6140" y="16644"/>
                  </a:lnTo>
                  <a:lnTo>
                    <a:pt x="6912" y="16567"/>
                  </a:lnTo>
                  <a:lnTo>
                    <a:pt x="7685" y="16374"/>
                  </a:lnTo>
                  <a:lnTo>
                    <a:pt x="8496" y="16065"/>
                  </a:lnTo>
                  <a:lnTo>
                    <a:pt x="9229" y="15717"/>
                  </a:lnTo>
                  <a:lnTo>
                    <a:pt x="9616" y="15485"/>
                  </a:lnTo>
                  <a:lnTo>
                    <a:pt x="9963" y="15254"/>
                  </a:lnTo>
                  <a:lnTo>
                    <a:pt x="10272" y="15022"/>
                  </a:lnTo>
                  <a:lnTo>
                    <a:pt x="10581" y="14752"/>
                  </a:lnTo>
                  <a:lnTo>
                    <a:pt x="10890" y="14481"/>
                  </a:lnTo>
                  <a:lnTo>
                    <a:pt x="11121" y="14173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9"/>
                  </a:lnTo>
                  <a:lnTo>
                    <a:pt x="11546" y="13362"/>
                  </a:lnTo>
                  <a:lnTo>
                    <a:pt x="11508" y="13284"/>
                  </a:lnTo>
                  <a:lnTo>
                    <a:pt x="11430" y="13246"/>
                  </a:lnTo>
                  <a:lnTo>
                    <a:pt x="11237" y="13246"/>
                  </a:lnTo>
                  <a:lnTo>
                    <a:pt x="11160" y="13323"/>
                  </a:lnTo>
                  <a:lnTo>
                    <a:pt x="10967" y="13671"/>
                  </a:lnTo>
                  <a:lnTo>
                    <a:pt x="10774" y="13555"/>
                  </a:lnTo>
                  <a:lnTo>
                    <a:pt x="10658" y="13439"/>
                  </a:lnTo>
                  <a:lnTo>
                    <a:pt x="10619" y="13284"/>
                  </a:lnTo>
                  <a:lnTo>
                    <a:pt x="10581" y="13169"/>
                  </a:lnTo>
                  <a:lnTo>
                    <a:pt x="10619" y="13014"/>
                  </a:lnTo>
                  <a:lnTo>
                    <a:pt x="10658" y="12860"/>
                  </a:lnTo>
                  <a:lnTo>
                    <a:pt x="10851" y="12628"/>
                  </a:lnTo>
                  <a:lnTo>
                    <a:pt x="10928" y="12473"/>
                  </a:lnTo>
                  <a:lnTo>
                    <a:pt x="11044" y="12358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1"/>
                  </a:moveTo>
                  <a:lnTo>
                    <a:pt x="348" y="40"/>
                  </a:lnTo>
                  <a:lnTo>
                    <a:pt x="271" y="117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3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6"/>
                  </a:lnTo>
                  <a:lnTo>
                    <a:pt x="232" y="4519"/>
                  </a:lnTo>
                  <a:lnTo>
                    <a:pt x="348" y="4751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6"/>
                  </a:lnTo>
                  <a:lnTo>
                    <a:pt x="5445" y="11817"/>
                  </a:lnTo>
                  <a:lnTo>
                    <a:pt x="6874" y="13748"/>
                  </a:lnTo>
                  <a:lnTo>
                    <a:pt x="8341" y="15640"/>
                  </a:lnTo>
                  <a:lnTo>
                    <a:pt x="7492" y="15987"/>
                  </a:lnTo>
                  <a:lnTo>
                    <a:pt x="6642" y="16258"/>
                  </a:lnTo>
                  <a:lnTo>
                    <a:pt x="6681" y="16103"/>
                  </a:lnTo>
                  <a:lnTo>
                    <a:pt x="6681" y="15949"/>
                  </a:lnTo>
                  <a:lnTo>
                    <a:pt x="6642" y="15756"/>
                  </a:lnTo>
                  <a:lnTo>
                    <a:pt x="6565" y="15640"/>
                  </a:lnTo>
                  <a:lnTo>
                    <a:pt x="6488" y="15485"/>
                  </a:lnTo>
                  <a:lnTo>
                    <a:pt x="6333" y="15370"/>
                  </a:lnTo>
                  <a:lnTo>
                    <a:pt x="6179" y="15292"/>
                  </a:lnTo>
                  <a:lnTo>
                    <a:pt x="6024" y="15254"/>
                  </a:lnTo>
                  <a:lnTo>
                    <a:pt x="5715" y="15254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6" y="16296"/>
                  </a:lnTo>
                  <a:lnTo>
                    <a:pt x="4596" y="16567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8" y="17725"/>
                  </a:lnTo>
                  <a:lnTo>
                    <a:pt x="5368" y="17841"/>
                  </a:lnTo>
                  <a:lnTo>
                    <a:pt x="5677" y="17918"/>
                  </a:lnTo>
                  <a:lnTo>
                    <a:pt x="6024" y="17957"/>
                  </a:lnTo>
                  <a:lnTo>
                    <a:pt x="6372" y="17918"/>
                  </a:lnTo>
                  <a:lnTo>
                    <a:pt x="6719" y="17841"/>
                  </a:lnTo>
                  <a:lnTo>
                    <a:pt x="7106" y="17764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3"/>
                  </a:lnTo>
                  <a:lnTo>
                    <a:pt x="9229" y="16876"/>
                  </a:lnTo>
                  <a:lnTo>
                    <a:pt x="9461" y="16760"/>
                  </a:lnTo>
                  <a:lnTo>
                    <a:pt x="10233" y="16258"/>
                  </a:lnTo>
                  <a:lnTo>
                    <a:pt x="10813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4"/>
                  </a:lnTo>
                  <a:lnTo>
                    <a:pt x="11817" y="18150"/>
                  </a:lnTo>
                  <a:lnTo>
                    <a:pt x="11392" y="17455"/>
                  </a:lnTo>
                  <a:lnTo>
                    <a:pt x="10928" y="16760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4"/>
                  </a:lnTo>
                  <a:lnTo>
                    <a:pt x="11894" y="14790"/>
                  </a:lnTo>
                  <a:lnTo>
                    <a:pt x="12125" y="14559"/>
                  </a:lnTo>
                  <a:lnTo>
                    <a:pt x="12280" y="14288"/>
                  </a:lnTo>
                  <a:lnTo>
                    <a:pt x="12434" y="14057"/>
                  </a:lnTo>
                  <a:lnTo>
                    <a:pt x="12512" y="13786"/>
                  </a:lnTo>
                  <a:lnTo>
                    <a:pt x="12589" y="13555"/>
                  </a:lnTo>
                  <a:lnTo>
                    <a:pt x="12627" y="13284"/>
                  </a:lnTo>
                  <a:lnTo>
                    <a:pt x="12589" y="13053"/>
                  </a:lnTo>
                  <a:lnTo>
                    <a:pt x="12512" y="12821"/>
                  </a:lnTo>
                  <a:lnTo>
                    <a:pt x="12357" y="12589"/>
                  </a:lnTo>
                  <a:lnTo>
                    <a:pt x="12164" y="12358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9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1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2"/>
                  </a:lnTo>
                  <a:lnTo>
                    <a:pt x="10619" y="13786"/>
                  </a:lnTo>
                  <a:lnTo>
                    <a:pt x="10813" y="13902"/>
                  </a:lnTo>
                  <a:lnTo>
                    <a:pt x="10504" y="14250"/>
                  </a:lnTo>
                  <a:lnTo>
                    <a:pt x="10156" y="14597"/>
                  </a:lnTo>
                  <a:lnTo>
                    <a:pt x="9770" y="14868"/>
                  </a:lnTo>
                  <a:lnTo>
                    <a:pt x="9430" y="15084"/>
                  </a:lnTo>
                  <a:lnTo>
                    <a:pt x="9461" y="15022"/>
                  </a:lnTo>
                  <a:lnTo>
                    <a:pt x="9500" y="14945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9"/>
                  </a:lnTo>
                  <a:lnTo>
                    <a:pt x="3823" y="1545"/>
                  </a:lnTo>
                  <a:lnTo>
                    <a:pt x="3514" y="1237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1" y="233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19"/>
            <p:cNvSpPr/>
            <p:nvPr/>
          </p:nvSpPr>
          <p:spPr>
            <a:xfrm>
              <a:off x="3419975" y="2751775"/>
              <a:ext cx="68575" cy="77250"/>
            </a:xfrm>
            <a:custGeom>
              <a:avLst/>
              <a:gdLst/>
              <a:ahLst/>
              <a:cxnLst/>
              <a:rect l="l" t="t" r="r" b="b"/>
              <a:pathLst>
                <a:path w="2743" h="3090" extrusionOk="0">
                  <a:moveTo>
                    <a:pt x="1198" y="464"/>
                  </a:moveTo>
                  <a:lnTo>
                    <a:pt x="1429" y="502"/>
                  </a:lnTo>
                  <a:lnTo>
                    <a:pt x="1700" y="618"/>
                  </a:lnTo>
                  <a:lnTo>
                    <a:pt x="1893" y="772"/>
                  </a:lnTo>
                  <a:lnTo>
                    <a:pt x="2047" y="966"/>
                  </a:lnTo>
                  <a:lnTo>
                    <a:pt x="2163" y="1159"/>
                  </a:lnTo>
                  <a:lnTo>
                    <a:pt x="2240" y="1352"/>
                  </a:lnTo>
                  <a:lnTo>
                    <a:pt x="2356" y="1738"/>
                  </a:lnTo>
                  <a:lnTo>
                    <a:pt x="2395" y="2163"/>
                  </a:lnTo>
                  <a:lnTo>
                    <a:pt x="2395" y="2587"/>
                  </a:lnTo>
                  <a:lnTo>
                    <a:pt x="2240" y="2433"/>
                  </a:lnTo>
                  <a:lnTo>
                    <a:pt x="2047" y="2278"/>
                  </a:lnTo>
                  <a:lnTo>
                    <a:pt x="1661" y="2085"/>
                  </a:lnTo>
                  <a:lnTo>
                    <a:pt x="1275" y="1931"/>
                  </a:lnTo>
                  <a:lnTo>
                    <a:pt x="1043" y="1815"/>
                  </a:lnTo>
                  <a:lnTo>
                    <a:pt x="850" y="1699"/>
                  </a:lnTo>
                  <a:lnTo>
                    <a:pt x="657" y="1545"/>
                  </a:lnTo>
                  <a:lnTo>
                    <a:pt x="503" y="1390"/>
                  </a:lnTo>
                  <a:lnTo>
                    <a:pt x="425" y="1197"/>
                  </a:lnTo>
                  <a:lnTo>
                    <a:pt x="425" y="1081"/>
                  </a:lnTo>
                  <a:lnTo>
                    <a:pt x="425" y="966"/>
                  </a:lnTo>
                  <a:lnTo>
                    <a:pt x="503" y="811"/>
                  </a:lnTo>
                  <a:lnTo>
                    <a:pt x="541" y="695"/>
                  </a:lnTo>
                  <a:lnTo>
                    <a:pt x="618" y="618"/>
                  </a:lnTo>
                  <a:lnTo>
                    <a:pt x="734" y="541"/>
                  </a:lnTo>
                  <a:lnTo>
                    <a:pt x="850" y="464"/>
                  </a:lnTo>
                  <a:close/>
                  <a:moveTo>
                    <a:pt x="1043" y="0"/>
                  </a:moveTo>
                  <a:lnTo>
                    <a:pt x="812" y="77"/>
                  </a:lnTo>
                  <a:lnTo>
                    <a:pt x="580" y="155"/>
                  </a:lnTo>
                  <a:lnTo>
                    <a:pt x="387" y="309"/>
                  </a:lnTo>
                  <a:lnTo>
                    <a:pt x="232" y="464"/>
                  </a:lnTo>
                  <a:lnTo>
                    <a:pt x="116" y="618"/>
                  </a:lnTo>
                  <a:lnTo>
                    <a:pt x="39" y="811"/>
                  </a:lnTo>
                  <a:lnTo>
                    <a:pt x="1" y="1043"/>
                  </a:lnTo>
                  <a:lnTo>
                    <a:pt x="39" y="1236"/>
                  </a:lnTo>
                  <a:lnTo>
                    <a:pt x="78" y="1468"/>
                  </a:lnTo>
                  <a:lnTo>
                    <a:pt x="194" y="1661"/>
                  </a:lnTo>
                  <a:lnTo>
                    <a:pt x="387" y="1892"/>
                  </a:lnTo>
                  <a:lnTo>
                    <a:pt x="657" y="2085"/>
                  </a:lnTo>
                  <a:lnTo>
                    <a:pt x="927" y="2201"/>
                  </a:lnTo>
                  <a:lnTo>
                    <a:pt x="1236" y="2317"/>
                  </a:lnTo>
                  <a:lnTo>
                    <a:pt x="1507" y="2433"/>
                  </a:lnTo>
                  <a:lnTo>
                    <a:pt x="1777" y="2587"/>
                  </a:lnTo>
                  <a:lnTo>
                    <a:pt x="2009" y="2780"/>
                  </a:lnTo>
                  <a:lnTo>
                    <a:pt x="2240" y="3012"/>
                  </a:lnTo>
                  <a:lnTo>
                    <a:pt x="2317" y="3051"/>
                  </a:lnTo>
                  <a:lnTo>
                    <a:pt x="2395" y="3089"/>
                  </a:lnTo>
                  <a:lnTo>
                    <a:pt x="2472" y="3051"/>
                  </a:lnTo>
                  <a:lnTo>
                    <a:pt x="2549" y="3012"/>
                  </a:lnTo>
                  <a:lnTo>
                    <a:pt x="2588" y="3012"/>
                  </a:lnTo>
                  <a:lnTo>
                    <a:pt x="2626" y="2935"/>
                  </a:lnTo>
                  <a:lnTo>
                    <a:pt x="2704" y="2356"/>
                  </a:lnTo>
                  <a:lnTo>
                    <a:pt x="2742" y="2047"/>
                  </a:lnTo>
                  <a:lnTo>
                    <a:pt x="2704" y="1738"/>
                  </a:lnTo>
                  <a:lnTo>
                    <a:pt x="2665" y="1429"/>
                  </a:lnTo>
                  <a:lnTo>
                    <a:pt x="2588" y="1159"/>
                  </a:lnTo>
                  <a:lnTo>
                    <a:pt x="2472" y="888"/>
                  </a:lnTo>
                  <a:lnTo>
                    <a:pt x="2317" y="618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38" y="155"/>
                  </a:lnTo>
                  <a:lnTo>
                    <a:pt x="1507" y="77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19"/>
            <p:cNvSpPr/>
            <p:nvPr/>
          </p:nvSpPr>
          <p:spPr>
            <a:xfrm>
              <a:off x="408025" y="27595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7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79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1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19"/>
            <p:cNvSpPr/>
            <p:nvPr/>
          </p:nvSpPr>
          <p:spPr>
            <a:xfrm>
              <a:off x="1650450" y="2767225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1" y="5367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8"/>
                  </a:lnTo>
                  <a:lnTo>
                    <a:pt x="3978" y="888"/>
                  </a:lnTo>
                  <a:lnTo>
                    <a:pt x="4634" y="656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2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3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30" y="7375"/>
                  </a:lnTo>
                  <a:lnTo>
                    <a:pt x="13439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5"/>
                  </a:lnTo>
                  <a:lnTo>
                    <a:pt x="16721" y="9885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3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1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79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7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19"/>
            <p:cNvSpPr/>
            <p:nvPr/>
          </p:nvSpPr>
          <p:spPr>
            <a:xfrm>
              <a:off x="4802400" y="27817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0"/>
                  </a:moveTo>
                  <a:lnTo>
                    <a:pt x="12434" y="39"/>
                  </a:lnTo>
                  <a:lnTo>
                    <a:pt x="12357" y="77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8"/>
                  </a:lnTo>
                  <a:lnTo>
                    <a:pt x="12164" y="1043"/>
                  </a:lnTo>
                  <a:lnTo>
                    <a:pt x="12009" y="1197"/>
                  </a:lnTo>
                  <a:lnTo>
                    <a:pt x="11855" y="1313"/>
                  </a:lnTo>
                  <a:lnTo>
                    <a:pt x="11430" y="1545"/>
                  </a:lnTo>
                  <a:lnTo>
                    <a:pt x="11005" y="1699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4" y="2085"/>
                  </a:lnTo>
                  <a:lnTo>
                    <a:pt x="9345" y="2008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0"/>
                  </a:lnTo>
                  <a:lnTo>
                    <a:pt x="8611" y="1699"/>
                  </a:lnTo>
                  <a:lnTo>
                    <a:pt x="8804" y="2008"/>
                  </a:lnTo>
                  <a:lnTo>
                    <a:pt x="8997" y="2279"/>
                  </a:lnTo>
                  <a:lnTo>
                    <a:pt x="7839" y="2587"/>
                  </a:lnTo>
                  <a:lnTo>
                    <a:pt x="6719" y="2819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9" y="3282"/>
                  </a:lnTo>
                  <a:lnTo>
                    <a:pt x="3746" y="2935"/>
                  </a:lnTo>
                  <a:lnTo>
                    <a:pt x="3784" y="2587"/>
                  </a:lnTo>
                  <a:lnTo>
                    <a:pt x="3707" y="2240"/>
                  </a:lnTo>
                  <a:lnTo>
                    <a:pt x="3630" y="1892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7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8"/>
                  </a:lnTo>
                  <a:lnTo>
                    <a:pt x="1815" y="3437"/>
                  </a:lnTo>
                  <a:lnTo>
                    <a:pt x="1352" y="3398"/>
                  </a:lnTo>
                  <a:lnTo>
                    <a:pt x="965" y="3360"/>
                  </a:lnTo>
                  <a:lnTo>
                    <a:pt x="772" y="3282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3"/>
                  </a:lnTo>
                  <a:lnTo>
                    <a:pt x="309" y="2665"/>
                  </a:lnTo>
                  <a:lnTo>
                    <a:pt x="232" y="2587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3"/>
                  </a:lnTo>
                  <a:lnTo>
                    <a:pt x="0" y="2858"/>
                  </a:lnTo>
                  <a:lnTo>
                    <a:pt x="0" y="3012"/>
                  </a:lnTo>
                  <a:lnTo>
                    <a:pt x="0" y="3167"/>
                  </a:lnTo>
                  <a:lnTo>
                    <a:pt x="39" y="3282"/>
                  </a:lnTo>
                  <a:lnTo>
                    <a:pt x="116" y="3398"/>
                  </a:lnTo>
                  <a:lnTo>
                    <a:pt x="193" y="3514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0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0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2"/>
                  </a:lnTo>
                  <a:lnTo>
                    <a:pt x="12048" y="1699"/>
                  </a:lnTo>
                  <a:lnTo>
                    <a:pt x="12357" y="1506"/>
                  </a:lnTo>
                  <a:lnTo>
                    <a:pt x="12627" y="1236"/>
                  </a:lnTo>
                  <a:lnTo>
                    <a:pt x="12704" y="1081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79"/>
                  </a:lnTo>
                  <a:lnTo>
                    <a:pt x="12820" y="386"/>
                  </a:lnTo>
                  <a:lnTo>
                    <a:pt x="12743" y="155"/>
                  </a:lnTo>
                  <a:lnTo>
                    <a:pt x="12704" y="77"/>
                  </a:lnTo>
                  <a:lnTo>
                    <a:pt x="12627" y="39"/>
                  </a:lnTo>
                  <a:lnTo>
                    <a:pt x="125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19"/>
            <p:cNvSpPr/>
            <p:nvPr/>
          </p:nvSpPr>
          <p:spPr>
            <a:xfrm>
              <a:off x="2362900" y="2786525"/>
              <a:ext cx="114900" cy="130350"/>
            </a:xfrm>
            <a:custGeom>
              <a:avLst/>
              <a:gdLst/>
              <a:ahLst/>
              <a:cxnLst/>
              <a:rect l="l" t="t" r="r" b="b"/>
              <a:pathLst>
                <a:path w="4596" h="5214" extrusionOk="0">
                  <a:moveTo>
                    <a:pt x="232" y="0"/>
                  </a:moveTo>
                  <a:lnTo>
                    <a:pt x="0" y="193"/>
                  </a:lnTo>
                  <a:lnTo>
                    <a:pt x="502" y="888"/>
                  </a:lnTo>
                  <a:lnTo>
                    <a:pt x="1004" y="1622"/>
                  </a:lnTo>
                  <a:lnTo>
                    <a:pt x="1545" y="2279"/>
                  </a:lnTo>
                  <a:lnTo>
                    <a:pt x="2124" y="2974"/>
                  </a:lnTo>
                  <a:lnTo>
                    <a:pt x="3283" y="4248"/>
                  </a:lnTo>
                  <a:lnTo>
                    <a:pt x="3746" y="4789"/>
                  </a:lnTo>
                  <a:lnTo>
                    <a:pt x="3630" y="4789"/>
                  </a:lnTo>
                  <a:lnTo>
                    <a:pt x="3592" y="4866"/>
                  </a:lnTo>
                  <a:lnTo>
                    <a:pt x="3592" y="4982"/>
                  </a:lnTo>
                  <a:lnTo>
                    <a:pt x="3823" y="4904"/>
                  </a:lnTo>
                  <a:lnTo>
                    <a:pt x="4055" y="5059"/>
                  </a:lnTo>
                  <a:lnTo>
                    <a:pt x="4287" y="5213"/>
                  </a:lnTo>
                  <a:lnTo>
                    <a:pt x="4441" y="5213"/>
                  </a:lnTo>
                  <a:lnTo>
                    <a:pt x="4518" y="5175"/>
                  </a:lnTo>
                  <a:lnTo>
                    <a:pt x="4557" y="5097"/>
                  </a:lnTo>
                  <a:lnTo>
                    <a:pt x="4557" y="5059"/>
                  </a:lnTo>
                  <a:lnTo>
                    <a:pt x="4595" y="4982"/>
                  </a:lnTo>
                  <a:lnTo>
                    <a:pt x="4402" y="4750"/>
                  </a:lnTo>
                  <a:lnTo>
                    <a:pt x="4325" y="4750"/>
                  </a:lnTo>
                  <a:lnTo>
                    <a:pt x="4016" y="4480"/>
                  </a:lnTo>
                  <a:lnTo>
                    <a:pt x="3746" y="4171"/>
                  </a:lnTo>
                  <a:lnTo>
                    <a:pt x="3244" y="3553"/>
                  </a:lnTo>
                  <a:lnTo>
                    <a:pt x="2201" y="2394"/>
                  </a:lnTo>
                  <a:lnTo>
                    <a:pt x="1197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19"/>
            <p:cNvSpPr/>
            <p:nvPr/>
          </p:nvSpPr>
          <p:spPr>
            <a:xfrm>
              <a:off x="2090650" y="2821275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8" y="0"/>
                  </a:moveTo>
                  <a:lnTo>
                    <a:pt x="1893" y="78"/>
                  </a:lnTo>
                  <a:lnTo>
                    <a:pt x="1739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4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40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4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2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2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4" y="1622"/>
                  </a:lnTo>
                  <a:lnTo>
                    <a:pt x="1237" y="1313"/>
                  </a:lnTo>
                  <a:lnTo>
                    <a:pt x="1468" y="1004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2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3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2" y="2703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2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5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5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9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5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3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6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3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2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3" y="5793"/>
                  </a:lnTo>
                  <a:lnTo>
                    <a:pt x="4828" y="5638"/>
                  </a:lnTo>
                  <a:lnTo>
                    <a:pt x="4249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5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2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19"/>
            <p:cNvSpPr/>
            <p:nvPr/>
          </p:nvSpPr>
          <p:spPr>
            <a:xfrm>
              <a:off x="3488525" y="28212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120" y="387"/>
                  </a:moveTo>
                  <a:lnTo>
                    <a:pt x="1313" y="425"/>
                  </a:lnTo>
                  <a:lnTo>
                    <a:pt x="1506" y="464"/>
                  </a:lnTo>
                  <a:lnTo>
                    <a:pt x="1661" y="580"/>
                  </a:lnTo>
                  <a:lnTo>
                    <a:pt x="1738" y="734"/>
                  </a:lnTo>
                  <a:lnTo>
                    <a:pt x="1777" y="889"/>
                  </a:lnTo>
                  <a:lnTo>
                    <a:pt x="1738" y="966"/>
                  </a:lnTo>
                  <a:lnTo>
                    <a:pt x="1699" y="1004"/>
                  </a:lnTo>
                  <a:lnTo>
                    <a:pt x="1661" y="1082"/>
                  </a:lnTo>
                  <a:lnTo>
                    <a:pt x="1545" y="1120"/>
                  </a:lnTo>
                  <a:lnTo>
                    <a:pt x="1236" y="1159"/>
                  </a:lnTo>
                  <a:lnTo>
                    <a:pt x="927" y="1159"/>
                  </a:lnTo>
                  <a:lnTo>
                    <a:pt x="579" y="1198"/>
                  </a:lnTo>
                  <a:lnTo>
                    <a:pt x="464" y="1236"/>
                  </a:lnTo>
                  <a:lnTo>
                    <a:pt x="309" y="1313"/>
                  </a:lnTo>
                  <a:lnTo>
                    <a:pt x="309" y="1159"/>
                  </a:lnTo>
                  <a:lnTo>
                    <a:pt x="348" y="1004"/>
                  </a:lnTo>
                  <a:lnTo>
                    <a:pt x="386" y="850"/>
                  </a:lnTo>
                  <a:lnTo>
                    <a:pt x="464" y="734"/>
                  </a:lnTo>
                  <a:lnTo>
                    <a:pt x="541" y="618"/>
                  </a:lnTo>
                  <a:lnTo>
                    <a:pt x="657" y="541"/>
                  </a:lnTo>
                  <a:lnTo>
                    <a:pt x="811" y="464"/>
                  </a:lnTo>
                  <a:lnTo>
                    <a:pt x="927" y="425"/>
                  </a:lnTo>
                  <a:lnTo>
                    <a:pt x="1120" y="387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79" y="116"/>
                  </a:lnTo>
                  <a:lnTo>
                    <a:pt x="425" y="232"/>
                  </a:lnTo>
                  <a:lnTo>
                    <a:pt x="271" y="387"/>
                  </a:lnTo>
                  <a:lnTo>
                    <a:pt x="155" y="541"/>
                  </a:lnTo>
                  <a:lnTo>
                    <a:pt x="77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68"/>
                  </a:lnTo>
                  <a:lnTo>
                    <a:pt x="116" y="1661"/>
                  </a:lnTo>
                  <a:lnTo>
                    <a:pt x="155" y="1738"/>
                  </a:lnTo>
                  <a:lnTo>
                    <a:pt x="232" y="1815"/>
                  </a:lnTo>
                  <a:lnTo>
                    <a:pt x="309" y="1815"/>
                  </a:lnTo>
                  <a:lnTo>
                    <a:pt x="425" y="1777"/>
                  </a:lnTo>
                  <a:lnTo>
                    <a:pt x="541" y="1661"/>
                  </a:lnTo>
                  <a:lnTo>
                    <a:pt x="695" y="1584"/>
                  </a:lnTo>
                  <a:lnTo>
                    <a:pt x="850" y="1545"/>
                  </a:lnTo>
                  <a:lnTo>
                    <a:pt x="1043" y="1545"/>
                  </a:lnTo>
                  <a:lnTo>
                    <a:pt x="1390" y="1506"/>
                  </a:lnTo>
                  <a:lnTo>
                    <a:pt x="1583" y="1506"/>
                  </a:lnTo>
                  <a:lnTo>
                    <a:pt x="1738" y="1468"/>
                  </a:lnTo>
                  <a:lnTo>
                    <a:pt x="1931" y="1391"/>
                  </a:lnTo>
                  <a:lnTo>
                    <a:pt x="2047" y="1275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811"/>
                  </a:lnTo>
                  <a:lnTo>
                    <a:pt x="2124" y="657"/>
                  </a:lnTo>
                  <a:lnTo>
                    <a:pt x="2047" y="502"/>
                  </a:lnTo>
                  <a:lnTo>
                    <a:pt x="1970" y="348"/>
                  </a:lnTo>
                  <a:lnTo>
                    <a:pt x="1777" y="194"/>
                  </a:lnTo>
                  <a:lnTo>
                    <a:pt x="1622" y="116"/>
                  </a:lnTo>
                  <a:lnTo>
                    <a:pt x="1429" y="39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19"/>
            <p:cNvSpPr/>
            <p:nvPr/>
          </p:nvSpPr>
          <p:spPr>
            <a:xfrm>
              <a:off x="3345650" y="2889825"/>
              <a:ext cx="466300" cy="248125"/>
            </a:xfrm>
            <a:custGeom>
              <a:avLst/>
              <a:gdLst/>
              <a:ahLst/>
              <a:cxnLst/>
              <a:rect l="l" t="t" r="r" b="b"/>
              <a:pathLst>
                <a:path w="18652" h="9925" extrusionOk="0">
                  <a:moveTo>
                    <a:pt x="6140" y="0"/>
                  </a:moveTo>
                  <a:lnTo>
                    <a:pt x="5561" y="39"/>
                  </a:lnTo>
                  <a:lnTo>
                    <a:pt x="4982" y="155"/>
                  </a:lnTo>
                  <a:lnTo>
                    <a:pt x="4402" y="309"/>
                  </a:lnTo>
                  <a:lnTo>
                    <a:pt x="3862" y="502"/>
                  </a:lnTo>
                  <a:lnTo>
                    <a:pt x="3283" y="772"/>
                  </a:lnTo>
                  <a:lnTo>
                    <a:pt x="2781" y="1081"/>
                  </a:lnTo>
                  <a:lnTo>
                    <a:pt x="2279" y="1467"/>
                  </a:lnTo>
                  <a:lnTo>
                    <a:pt x="1815" y="1892"/>
                  </a:lnTo>
                  <a:lnTo>
                    <a:pt x="1390" y="2317"/>
                  </a:lnTo>
                  <a:lnTo>
                    <a:pt x="1043" y="2780"/>
                  </a:lnTo>
                  <a:lnTo>
                    <a:pt x="734" y="3244"/>
                  </a:lnTo>
                  <a:lnTo>
                    <a:pt x="464" y="3746"/>
                  </a:lnTo>
                  <a:lnTo>
                    <a:pt x="271" y="4286"/>
                  </a:lnTo>
                  <a:lnTo>
                    <a:pt x="116" y="4827"/>
                  </a:lnTo>
                  <a:lnTo>
                    <a:pt x="0" y="5368"/>
                  </a:lnTo>
                  <a:lnTo>
                    <a:pt x="348" y="5445"/>
                  </a:lnTo>
                  <a:lnTo>
                    <a:pt x="425" y="5020"/>
                  </a:lnTo>
                  <a:lnTo>
                    <a:pt x="541" y="4595"/>
                  </a:lnTo>
                  <a:lnTo>
                    <a:pt x="773" y="4016"/>
                  </a:lnTo>
                  <a:lnTo>
                    <a:pt x="1081" y="3437"/>
                  </a:lnTo>
                  <a:lnTo>
                    <a:pt x="1468" y="2896"/>
                  </a:lnTo>
                  <a:lnTo>
                    <a:pt x="1892" y="2394"/>
                  </a:lnTo>
                  <a:lnTo>
                    <a:pt x="2356" y="1931"/>
                  </a:lnTo>
                  <a:lnTo>
                    <a:pt x="2858" y="1545"/>
                  </a:lnTo>
                  <a:lnTo>
                    <a:pt x="3398" y="1197"/>
                  </a:lnTo>
                  <a:lnTo>
                    <a:pt x="3978" y="888"/>
                  </a:lnTo>
                  <a:lnTo>
                    <a:pt x="4595" y="657"/>
                  </a:lnTo>
                  <a:lnTo>
                    <a:pt x="5252" y="502"/>
                  </a:lnTo>
                  <a:lnTo>
                    <a:pt x="5908" y="425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39" y="618"/>
                  </a:lnTo>
                  <a:lnTo>
                    <a:pt x="8457" y="811"/>
                  </a:lnTo>
                  <a:lnTo>
                    <a:pt x="9075" y="1120"/>
                  </a:lnTo>
                  <a:lnTo>
                    <a:pt x="9422" y="1313"/>
                  </a:lnTo>
                  <a:lnTo>
                    <a:pt x="9731" y="1506"/>
                  </a:lnTo>
                  <a:lnTo>
                    <a:pt x="10002" y="1738"/>
                  </a:lnTo>
                  <a:lnTo>
                    <a:pt x="10272" y="1969"/>
                  </a:lnTo>
                  <a:lnTo>
                    <a:pt x="10774" y="2471"/>
                  </a:lnTo>
                  <a:lnTo>
                    <a:pt x="11199" y="3051"/>
                  </a:lnTo>
                  <a:lnTo>
                    <a:pt x="11546" y="3630"/>
                  </a:lnTo>
                  <a:lnTo>
                    <a:pt x="11855" y="4286"/>
                  </a:lnTo>
                  <a:lnTo>
                    <a:pt x="12164" y="4943"/>
                  </a:lnTo>
                  <a:lnTo>
                    <a:pt x="12396" y="5638"/>
                  </a:lnTo>
                  <a:lnTo>
                    <a:pt x="12627" y="6217"/>
                  </a:lnTo>
                  <a:lnTo>
                    <a:pt x="12859" y="6835"/>
                  </a:lnTo>
                  <a:lnTo>
                    <a:pt x="13129" y="7414"/>
                  </a:lnTo>
                  <a:lnTo>
                    <a:pt x="13438" y="7993"/>
                  </a:lnTo>
                  <a:lnTo>
                    <a:pt x="13786" y="8495"/>
                  </a:lnTo>
                  <a:lnTo>
                    <a:pt x="14211" y="8959"/>
                  </a:lnTo>
                  <a:lnTo>
                    <a:pt x="14442" y="9190"/>
                  </a:lnTo>
                  <a:lnTo>
                    <a:pt x="14713" y="9383"/>
                  </a:lnTo>
                  <a:lnTo>
                    <a:pt x="14983" y="9538"/>
                  </a:lnTo>
                  <a:lnTo>
                    <a:pt x="15253" y="9692"/>
                  </a:lnTo>
                  <a:lnTo>
                    <a:pt x="15717" y="9847"/>
                  </a:lnTo>
                  <a:lnTo>
                    <a:pt x="16219" y="9924"/>
                  </a:lnTo>
                  <a:lnTo>
                    <a:pt x="16682" y="9885"/>
                  </a:lnTo>
                  <a:lnTo>
                    <a:pt x="17145" y="9808"/>
                  </a:lnTo>
                  <a:lnTo>
                    <a:pt x="17609" y="9654"/>
                  </a:lnTo>
                  <a:lnTo>
                    <a:pt x="17802" y="9538"/>
                  </a:lnTo>
                  <a:lnTo>
                    <a:pt x="17995" y="9383"/>
                  </a:lnTo>
                  <a:lnTo>
                    <a:pt x="18188" y="9229"/>
                  </a:lnTo>
                  <a:lnTo>
                    <a:pt x="18342" y="9075"/>
                  </a:lnTo>
                  <a:lnTo>
                    <a:pt x="18497" y="8881"/>
                  </a:lnTo>
                  <a:lnTo>
                    <a:pt x="18613" y="8650"/>
                  </a:lnTo>
                  <a:lnTo>
                    <a:pt x="18651" y="8573"/>
                  </a:lnTo>
                  <a:lnTo>
                    <a:pt x="18613" y="8457"/>
                  </a:lnTo>
                  <a:lnTo>
                    <a:pt x="18651" y="8418"/>
                  </a:lnTo>
                  <a:lnTo>
                    <a:pt x="18613" y="8341"/>
                  </a:lnTo>
                  <a:lnTo>
                    <a:pt x="18304" y="8380"/>
                  </a:lnTo>
                  <a:lnTo>
                    <a:pt x="18265" y="8418"/>
                  </a:lnTo>
                  <a:lnTo>
                    <a:pt x="18033" y="8766"/>
                  </a:lnTo>
                  <a:lnTo>
                    <a:pt x="17802" y="8997"/>
                  </a:lnTo>
                  <a:lnTo>
                    <a:pt x="17493" y="9229"/>
                  </a:lnTo>
                  <a:lnTo>
                    <a:pt x="17184" y="9345"/>
                  </a:lnTo>
                  <a:lnTo>
                    <a:pt x="16798" y="9461"/>
                  </a:lnTo>
                  <a:lnTo>
                    <a:pt x="16064" y="9461"/>
                  </a:lnTo>
                  <a:lnTo>
                    <a:pt x="15717" y="9383"/>
                  </a:lnTo>
                  <a:lnTo>
                    <a:pt x="15330" y="9229"/>
                  </a:lnTo>
                  <a:lnTo>
                    <a:pt x="15021" y="9036"/>
                  </a:lnTo>
                  <a:lnTo>
                    <a:pt x="14674" y="8766"/>
                  </a:lnTo>
                  <a:lnTo>
                    <a:pt x="14404" y="8495"/>
                  </a:lnTo>
                  <a:lnTo>
                    <a:pt x="14133" y="8186"/>
                  </a:lnTo>
                  <a:lnTo>
                    <a:pt x="13902" y="7878"/>
                  </a:lnTo>
                  <a:lnTo>
                    <a:pt x="13709" y="7530"/>
                  </a:lnTo>
                  <a:lnTo>
                    <a:pt x="13515" y="7182"/>
                  </a:lnTo>
                  <a:lnTo>
                    <a:pt x="13207" y="6526"/>
                  </a:lnTo>
                  <a:lnTo>
                    <a:pt x="12936" y="5870"/>
                  </a:lnTo>
                  <a:lnTo>
                    <a:pt x="12434" y="4518"/>
                  </a:lnTo>
                  <a:lnTo>
                    <a:pt x="12164" y="3862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317"/>
                  </a:lnTo>
                  <a:lnTo>
                    <a:pt x="11005" y="2047"/>
                  </a:lnTo>
                  <a:lnTo>
                    <a:pt x="10542" y="1583"/>
                  </a:lnTo>
                  <a:lnTo>
                    <a:pt x="10040" y="1197"/>
                  </a:lnTo>
                  <a:lnTo>
                    <a:pt x="9538" y="888"/>
                  </a:lnTo>
                  <a:lnTo>
                    <a:pt x="9036" y="579"/>
                  </a:lnTo>
                  <a:lnTo>
                    <a:pt x="8457" y="386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19"/>
            <p:cNvSpPr/>
            <p:nvPr/>
          </p:nvSpPr>
          <p:spPr>
            <a:xfrm>
              <a:off x="6719625" y="2898500"/>
              <a:ext cx="625575" cy="344675"/>
            </a:xfrm>
            <a:custGeom>
              <a:avLst/>
              <a:gdLst/>
              <a:ahLst/>
              <a:cxnLst/>
              <a:rect l="l" t="t" r="r" b="b"/>
              <a:pathLst>
                <a:path w="25023" h="13787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9"/>
                  </a:lnTo>
                  <a:lnTo>
                    <a:pt x="23787" y="2163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6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5"/>
                  </a:lnTo>
                  <a:lnTo>
                    <a:pt x="23169" y="1120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2"/>
                  </a:lnTo>
                  <a:lnTo>
                    <a:pt x="23864" y="3515"/>
                  </a:lnTo>
                  <a:lnTo>
                    <a:pt x="23787" y="3399"/>
                  </a:lnTo>
                  <a:lnTo>
                    <a:pt x="23748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1"/>
                  </a:lnTo>
                  <a:lnTo>
                    <a:pt x="16566" y="5407"/>
                  </a:lnTo>
                  <a:lnTo>
                    <a:pt x="16296" y="5445"/>
                  </a:lnTo>
                  <a:lnTo>
                    <a:pt x="15639" y="5523"/>
                  </a:lnTo>
                  <a:lnTo>
                    <a:pt x="15639" y="5484"/>
                  </a:lnTo>
                  <a:lnTo>
                    <a:pt x="15678" y="5368"/>
                  </a:lnTo>
                  <a:lnTo>
                    <a:pt x="15716" y="5252"/>
                  </a:lnTo>
                  <a:lnTo>
                    <a:pt x="15755" y="5175"/>
                  </a:lnTo>
                  <a:lnTo>
                    <a:pt x="15832" y="5098"/>
                  </a:lnTo>
                  <a:lnTo>
                    <a:pt x="15948" y="5021"/>
                  </a:lnTo>
                  <a:lnTo>
                    <a:pt x="16064" y="4982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8"/>
                  </a:lnTo>
                  <a:lnTo>
                    <a:pt x="24250" y="5523"/>
                  </a:lnTo>
                  <a:lnTo>
                    <a:pt x="24057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1"/>
                  </a:lnTo>
                  <a:lnTo>
                    <a:pt x="18111" y="5214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523"/>
                  </a:lnTo>
                  <a:lnTo>
                    <a:pt x="17029" y="5445"/>
                  </a:lnTo>
                  <a:lnTo>
                    <a:pt x="17068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2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7"/>
                  </a:lnTo>
                  <a:lnTo>
                    <a:pt x="14558" y="5870"/>
                  </a:lnTo>
                  <a:lnTo>
                    <a:pt x="14056" y="6102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600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4"/>
                  </a:moveTo>
                  <a:lnTo>
                    <a:pt x="19115" y="5523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6" y="6179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7"/>
                  </a:lnTo>
                  <a:lnTo>
                    <a:pt x="18844" y="5523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0" y="6102"/>
                  </a:lnTo>
                  <a:lnTo>
                    <a:pt x="20466" y="6140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7"/>
                  </a:lnTo>
                  <a:lnTo>
                    <a:pt x="20814" y="6720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8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1" y="5986"/>
                  </a:lnTo>
                  <a:lnTo>
                    <a:pt x="24019" y="6025"/>
                  </a:lnTo>
                  <a:lnTo>
                    <a:pt x="24096" y="6025"/>
                  </a:lnTo>
                  <a:lnTo>
                    <a:pt x="23941" y="6295"/>
                  </a:lnTo>
                  <a:lnTo>
                    <a:pt x="23748" y="6565"/>
                  </a:lnTo>
                  <a:lnTo>
                    <a:pt x="23517" y="6797"/>
                  </a:lnTo>
                  <a:lnTo>
                    <a:pt x="23246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7"/>
                  </a:lnTo>
                  <a:lnTo>
                    <a:pt x="23015" y="6295"/>
                  </a:lnTo>
                  <a:lnTo>
                    <a:pt x="23053" y="6179"/>
                  </a:lnTo>
                  <a:lnTo>
                    <a:pt x="23131" y="6102"/>
                  </a:lnTo>
                  <a:lnTo>
                    <a:pt x="23208" y="6025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8" y="6333"/>
                  </a:lnTo>
                  <a:lnTo>
                    <a:pt x="13168" y="6720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7"/>
                  </a:lnTo>
                  <a:lnTo>
                    <a:pt x="12627" y="6681"/>
                  </a:lnTo>
                  <a:lnTo>
                    <a:pt x="12666" y="6527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218"/>
                  </a:lnTo>
                  <a:lnTo>
                    <a:pt x="13013" y="6140"/>
                  </a:lnTo>
                  <a:lnTo>
                    <a:pt x="13129" y="6102"/>
                  </a:lnTo>
                  <a:close/>
                  <a:moveTo>
                    <a:pt x="22165" y="6565"/>
                  </a:moveTo>
                  <a:lnTo>
                    <a:pt x="22281" y="6604"/>
                  </a:lnTo>
                  <a:lnTo>
                    <a:pt x="22474" y="6720"/>
                  </a:lnTo>
                  <a:lnTo>
                    <a:pt x="22629" y="6874"/>
                  </a:lnTo>
                  <a:lnTo>
                    <a:pt x="22783" y="7029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6"/>
                  </a:lnTo>
                  <a:lnTo>
                    <a:pt x="22937" y="7144"/>
                  </a:lnTo>
                  <a:lnTo>
                    <a:pt x="22551" y="7222"/>
                  </a:lnTo>
                  <a:lnTo>
                    <a:pt x="22165" y="7260"/>
                  </a:lnTo>
                  <a:lnTo>
                    <a:pt x="21779" y="7222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49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5" y="7994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4"/>
                  </a:lnTo>
                  <a:lnTo>
                    <a:pt x="11816" y="7608"/>
                  </a:lnTo>
                  <a:lnTo>
                    <a:pt x="11894" y="7531"/>
                  </a:lnTo>
                  <a:lnTo>
                    <a:pt x="12009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3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2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3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5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4" y="9770"/>
                  </a:moveTo>
                  <a:lnTo>
                    <a:pt x="3900" y="9809"/>
                  </a:lnTo>
                  <a:lnTo>
                    <a:pt x="4016" y="9886"/>
                  </a:lnTo>
                  <a:lnTo>
                    <a:pt x="4093" y="10002"/>
                  </a:lnTo>
                  <a:lnTo>
                    <a:pt x="4132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5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6"/>
                  </a:lnTo>
                  <a:lnTo>
                    <a:pt x="5097" y="10774"/>
                  </a:lnTo>
                  <a:lnTo>
                    <a:pt x="5136" y="10890"/>
                  </a:lnTo>
                  <a:lnTo>
                    <a:pt x="5175" y="11044"/>
                  </a:lnTo>
                  <a:lnTo>
                    <a:pt x="5136" y="11238"/>
                  </a:lnTo>
                  <a:lnTo>
                    <a:pt x="5097" y="11431"/>
                  </a:lnTo>
                  <a:lnTo>
                    <a:pt x="4402" y="10929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5" y="11740"/>
                  </a:lnTo>
                  <a:lnTo>
                    <a:pt x="10658" y="11701"/>
                  </a:lnTo>
                  <a:lnTo>
                    <a:pt x="10503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5" y="10697"/>
                  </a:lnTo>
                  <a:lnTo>
                    <a:pt x="10928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10"/>
                  </a:lnTo>
                  <a:lnTo>
                    <a:pt x="6410" y="12242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8" y="11508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1" y="12744"/>
                  </a:lnTo>
                  <a:lnTo>
                    <a:pt x="9770" y="12937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2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39" y="13207"/>
                  </a:lnTo>
                  <a:lnTo>
                    <a:pt x="7337" y="13014"/>
                  </a:lnTo>
                  <a:lnTo>
                    <a:pt x="6835" y="12744"/>
                  </a:lnTo>
                  <a:lnTo>
                    <a:pt x="6990" y="12628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3" y="12628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7"/>
                  </a:lnTo>
                  <a:lnTo>
                    <a:pt x="9229" y="13130"/>
                  </a:lnTo>
                  <a:lnTo>
                    <a:pt x="9268" y="13207"/>
                  </a:lnTo>
                  <a:lnTo>
                    <a:pt x="9036" y="13284"/>
                  </a:lnTo>
                  <a:lnTo>
                    <a:pt x="8804" y="13323"/>
                  </a:lnTo>
                  <a:lnTo>
                    <a:pt x="8573" y="13323"/>
                  </a:lnTo>
                  <a:lnTo>
                    <a:pt x="8302" y="13284"/>
                  </a:lnTo>
                  <a:lnTo>
                    <a:pt x="8302" y="13207"/>
                  </a:lnTo>
                  <a:lnTo>
                    <a:pt x="8341" y="13014"/>
                  </a:lnTo>
                  <a:lnTo>
                    <a:pt x="8418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8"/>
                  </a:lnTo>
                  <a:close/>
                  <a:moveTo>
                    <a:pt x="22976" y="1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10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3" y="966"/>
                  </a:lnTo>
                  <a:lnTo>
                    <a:pt x="22706" y="1120"/>
                  </a:lnTo>
                  <a:lnTo>
                    <a:pt x="22629" y="1314"/>
                  </a:lnTo>
                  <a:lnTo>
                    <a:pt x="22590" y="1507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0" y="2279"/>
                  </a:lnTo>
                  <a:lnTo>
                    <a:pt x="23053" y="2395"/>
                  </a:lnTo>
                  <a:lnTo>
                    <a:pt x="23246" y="2511"/>
                  </a:lnTo>
                  <a:lnTo>
                    <a:pt x="23478" y="2511"/>
                  </a:lnTo>
                  <a:lnTo>
                    <a:pt x="23401" y="2704"/>
                  </a:lnTo>
                  <a:lnTo>
                    <a:pt x="23362" y="2897"/>
                  </a:lnTo>
                  <a:lnTo>
                    <a:pt x="23324" y="3090"/>
                  </a:lnTo>
                  <a:lnTo>
                    <a:pt x="23362" y="3283"/>
                  </a:lnTo>
                  <a:lnTo>
                    <a:pt x="23439" y="3515"/>
                  </a:lnTo>
                  <a:lnTo>
                    <a:pt x="23555" y="3708"/>
                  </a:lnTo>
                  <a:lnTo>
                    <a:pt x="23748" y="3901"/>
                  </a:lnTo>
                  <a:lnTo>
                    <a:pt x="23980" y="4017"/>
                  </a:lnTo>
                  <a:lnTo>
                    <a:pt x="23748" y="4210"/>
                  </a:lnTo>
                  <a:lnTo>
                    <a:pt x="23555" y="4480"/>
                  </a:lnTo>
                  <a:lnTo>
                    <a:pt x="23478" y="4750"/>
                  </a:lnTo>
                  <a:lnTo>
                    <a:pt x="23439" y="4905"/>
                  </a:lnTo>
                  <a:lnTo>
                    <a:pt x="23439" y="5021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3"/>
                  </a:lnTo>
                  <a:lnTo>
                    <a:pt x="23169" y="5561"/>
                  </a:lnTo>
                  <a:lnTo>
                    <a:pt x="22976" y="5716"/>
                  </a:lnTo>
                  <a:lnTo>
                    <a:pt x="22783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4" y="6295"/>
                  </a:lnTo>
                  <a:lnTo>
                    <a:pt x="22320" y="6256"/>
                  </a:lnTo>
                  <a:lnTo>
                    <a:pt x="22165" y="6218"/>
                  </a:lnTo>
                  <a:lnTo>
                    <a:pt x="21972" y="6218"/>
                  </a:lnTo>
                  <a:lnTo>
                    <a:pt x="21740" y="6295"/>
                  </a:lnTo>
                  <a:lnTo>
                    <a:pt x="21509" y="6411"/>
                  </a:lnTo>
                  <a:lnTo>
                    <a:pt x="21354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5"/>
                  </a:lnTo>
                  <a:lnTo>
                    <a:pt x="20736" y="5909"/>
                  </a:lnTo>
                  <a:lnTo>
                    <a:pt x="20582" y="5831"/>
                  </a:lnTo>
                  <a:lnTo>
                    <a:pt x="20427" y="5754"/>
                  </a:lnTo>
                  <a:lnTo>
                    <a:pt x="20234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6"/>
                  </a:lnTo>
                  <a:lnTo>
                    <a:pt x="19617" y="5484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1"/>
                  </a:lnTo>
                  <a:lnTo>
                    <a:pt x="18497" y="5407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6"/>
                  </a:lnTo>
                  <a:lnTo>
                    <a:pt x="17802" y="4557"/>
                  </a:lnTo>
                  <a:lnTo>
                    <a:pt x="17647" y="4519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8"/>
                  </a:lnTo>
                  <a:lnTo>
                    <a:pt x="16759" y="4943"/>
                  </a:lnTo>
                  <a:lnTo>
                    <a:pt x="16605" y="4789"/>
                  </a:lnTo>
                  <a:lnTo>
                    <a:pt x="16450" y="4712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82"/>
                  </a:lnTo>
                  <a:lnTo>
                    <a:pt x="14288" y="5021"/>
                  </a:lnTo>
                  <a:lnTo>
                    <a:pt x="14133" y="5098"/>
                  </a:lnTo>
                  <a:lnTo>
                    <a:pt x="14056" y="5175"/>
                  </a:lnTo>
                  <a:lnTo>
                    <a:pt x="13940" y="5291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6"/>
                  </a:lnTo>
                  <a:lnTo>
                    <a:pt x="13168" y="5716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8"/>
                  </a:lnTo>
                  <a:lnTo>
                    <a:pt x="12357" y="6372"/>
                  </a:lnTo>
                  <a:lnTo>
                    <a:pt x="12357" y="6527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7029"/>
                  </a:lnTo>
                  <a:lnTo>
                    <a:pt x="11894" y="7106"/>
                  </a:lnTo>
                  <a:lnTo>
                    <a:pt x="11662" y="7222"/>
                  </a:lnTo>
                  <a:lnTo>
                    <a:pt x="11507" y="7415"/>
                  </a:lnTo>
                  <a:lnTo>
                    <a:pt x="11392" y="7531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276" y="7994"/>
                  </a:lnTo>
                  <a:lnTo>
                    <a:pt x="11314" y="8148"/>
                  </a:lnTo>
                  <a:lnTo>
                    <a:pt x="11353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30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4"/>
                  </a:lnTo>
                  <a:lnTo>
                    <a:pt x="10619" y="10311"/>
                  </a:lnTo>
                  <a:lnTo>
                    <a:pt x="10426" y="10427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6"/>
                  </a:lnTo>
                  <a:lnTo>
                    <a:pt x="10040" y="11238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4" y="11740"/>
                  </a:lnTo>
                  <a:lnTo>
                    <a:pt x="9693" y="11855"/>
                  </a:lnTo>
                  <a:lnTo>
                    <a:pt x="9499" y="12010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9"/>
                  </a:lnTo>
                  <a:lnTo>
                    <a:pt x="9306" y="12473"/>
                  </a:lnTo>
                  <a:lnTo>
                    <a:pt x="9191" y="12396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5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3" y="12435"/>
                  </a:lnTo>
                  <a:lnTo>
                    <a:pt x="7878" y="12319"/>
                  </a:lnTo>
                  <a:lnTo>
                    <a:pt x="7723" y="12242"/>
                  </a:lnTo>
                  <a:lnTo>
                    <a:pt x="7492" y="12164"/>
                  </a:lnTo>
                  <a:lnTo>
                    <a:pt x="7221" y="12203"/>
                  </a:lnTo>
                  <a:lnTo>
                    <a:pt x="6990" y="12280"/>
                  </a:lnTo>
                  <a:lnTo>
                    <a:pt x="6796" y="12435"/>
                  </a:lnTo>
                  <a:lnTo>
                    <a:pt x="6796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431"/>
                  </a:lnTo>
                  <a:lnTo>
                    <a:pt x="6372" y="11315"/>
                  </a:lnTo>
                  <a:lnTo>
                    <a:pt x="6217" y="11199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8"/>
                  </a:lnTo>
                  <a:lnTo>
                    <a:pt x="5522" y="10967"/>
                  </a:lnTo>
                  <a:lnTo>
                    <a:pt x="5445" y="10736"/>
                  </a:lnTo>
                  <a:lnTo>
                    <a:pt x="5329" y="10504"/>
                  </a:lnTo>
                  <a:lnTo>
                    <a:pt x="5213" y="10427"/>
                  </a:lnTo>
                  <a:lnTo>
                    <a:pt x="5097" y="10388"/>
                  </a:lnTo>
                  <a:lnTo>
                    <a:pt x="4943" y="10311"/>
                  </a:lnTo>
                  <a:lnTo>
                    <a:pt x="4827" y="10311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500"/>
                  </a:lnTo>
                  <a:lnTo>
                    <a:pt x="3900" y="9461"/>
                  </a:lnTo>
                  <a:lnTo>
                    <a:pt x="3746" y="9423"/>
                  </a:lnTo>
                  <a:lnTo>
                    <a:pt x="3591" y="9423"/>
                  </a:lnTo>
                  <a:lnTo>
                    <a:pt x="3398" y="9461"/>
                  </a:lnTo>
                  <a:lnTo>
                    <a:pt x="3282" y="9538"/>
                  </a:lnTo>
                  <a:lnTo>
                    <a:pt x="3128" y="9616"/>
                  </a:lnTo>
                  <a:lnTo>
                    <a:pt x="3012" y="9770"/>
                  </a:lnTo>
                  <a:lnTo>
                    <a:pt x="2974" y="9616"/>
                  </a:lnTo>
                  <a:lnTo>
                    <a:pt x="2896" y="9461"/>
                  </a:lnTo>
                  <a:lnTo>
                    <a:pt x="2780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2"/>
                  </a:lnTo>
                  <a:lnTo>
                    <a:pt x="1352" y="9925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1"/>
                  </a:lnTo>
                  <a:lnTo>
                    <a:pt x="386" y="10427"/>
                  </a:lnTo>
                  <a:lnTo>
                    <a:pt x="271" y="10581"/>
                  </a:lnTo>
                  <a:lnTo>
                    <a:pt x="116" y="10890"/>
                  </a:lnTo>
                  <a:lnTo>
                    <a:pt x="0" y="11238"/>
                  </a:lnTo>
                  <a:lnTo>
                    <a:pt x="0" y="11585"/>
                  </a:lnTo>
                  <a:lnTo>
                    <a:pt x="77" y="11933"/>
                  </a:lnTo>
                  <a:lnTo>
                    <a:pt x="193" y="12242"/>
                  </a:lnTo>
                  <a:lnTo>
                    <a:pt x="386" y="12550"/>
                  </a:lnTo>
                  <a:lnTo>
                    <a:pt x="618" y="12821"/>
                  </a:lnTo>
                  <a:lnTo>
                    <a:pt x="811" y="12937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30"/>
                  </a:lnTo>
                  <a:lnTo>
                    <a:pt x="1738" y="13168"/>
                  </a:lnTo>
                  <a:lnTo>
                    <a:pt x="2085" y="13130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2"/>
                  </a:lnTo>
                  <a:lnTo>
                    <a:pt x="3591" y="12010"/>
                  </a:lnTo>
                  <a:lnTo>
                    <a:pt x="3553" y="11933"/>
                  </a:lnTo>
                  <a:lnTo>
                    <a:pt x="3514" y="11817"/>
                  </a:lnTo>
                  <a:lnTo>
                    <a:pt x="3437" y="11778"/>
                  </a:lnTo>
                  <a:lnTo>
                    <a:pt x="3321" y="11740"/>
                  </a:lnTo>
                  <a:lnTo>
                    <a:pt x="3282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2"/>
                  </a:lnTo>
                  <a:lnTo>
                    <a:pt x="2587" y="12435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94"/>
                  </a:lnTo>
                  <a:lnTo>
                    <a:pt x="502" y="11740"/>
                  </a:lnTo>
                  <a:lnTo>
                    <a:pt x="502" y="11546"/>
                  </a:lnTo>
                  <a:lnTo>
                    <a:pt x="502" y="11392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8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7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9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5" y="13439"/>
                  </a:lnTo>
                  <a:lnTo>
                    <a:pt x="7530" y="13593"/>
                  </a:lnTo>
                  <a:lnTo>
                    <a:pt x="7993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9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6"/>
                  </a:lnTo>
                  <a:lnTo>
                    <a:pt x="11314" y="11740"/>
                  </a:lnTo>
                  <a:lnTo>
                    <a:pt x="11507" y="11238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5" y="9114"/>
                  </a:lnTo>
                  <a:lnTo>
                    <a:pt x="12357" y="8612"/>
                  </a:lnTo>
                  <a:lnTo>
                    <a:pt x="12589" y="8110"/>
                  </a:lnTo>
                  <a:lnTo>
                    <a:pt x="12936" y="7646"/>
                  </a:lnTo>
                  <a:lnTo>
                    <a:pt x="13284" y="7299"/>
                  </a:lnTo>
                  <a:lnTo>
                    <a:pt x="13631" y="6990"/>
                  </a:lnTo>
                  <a:lnTo>
                    <a:pt x="14017" y="6720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2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29" y="7492"/>
                  </a:lnTo>
                  <a:lnTo>
                    <a:pt x="21316" y="7646"/>
                  </a:lnTo>
                  <a:lnTo>
                    <a:pt x="21740" y="7724"/>
                  </a:lnTo>
                  <a:lnTo>
                    <a:pt x="22165" y="7762"/>
                  </a:lnTo>
                  <a:lnTo>
                    <a:pt x="22590" y="7724"/>
                  </a:lnTo>
                  <a:lnTo>
                    <a:pt x="22976" y="7646"/>
                  </a:lnTo>
                  <a:lnTo>
                    <a:pt x="23362" y="7531"/>
                  </a:lnTo>
                  <a:lnTo>
                    <a:pt x="23710" y="7299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5"/>
                  </a:lnTo>
                  <a:lnTo>
                    <a:pt x="24752" y="5909"/>
                  </a:lnTo>
                  <a:lnTo>
                    <a:pt x="24868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10"/>
                  </a:lnTo>
                  <a:lnTo>
                    <a:pt x="24945" y="3746"/>
                  </a:lnTo>
                  <a:lnTo>
                    <a:pt x="24868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3" y="1970"/>
                  </a:lnTo>
                  <a:lnTo>
                    <a:pt x="24250" y="1584"/>
                  </a:lnTo>
                  <a:lnTo>
                    <a:pt x="24057" y="1198"/>
                  </a:lnTo>
                  <a:lnTo>
                    <a:pt x="23787" y="812"/>
                  </a:lnTo>
                  <a:lnTo>
                    <a:pt x="23941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8"/>
                  </a:lnTo>
                  <a:lnTo>
                    <a:pt x="230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19"/>
            <p:cNvSpPr/>
            <p:nvPr/>
          </p:nvSpPr>
          <p:spPr>
            <a:xfrm>
              <a:off x="1648525" y="2901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5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8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5" y="7299"/>
                  </a:lnTo>
                  <a:lnTo>
                    <a:pt x="14713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4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4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5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7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19"/>
            <p:cNvSpPr/>
            <p:nvPr/>
          </p:nvSpPr>
          <p:spPr>
            <a:xfrm>
              <a:off x="7229325" y="290815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6"/>
                  </a:lnTo>
                  <a:lnTo>
                    <a:pt x="3785" y="619"/>
                  </a:lnTo>
                  <a:lnTo>
                    <a:pt x="4094" y="889"/>
                  </a:lnTo>
                  <a:lnTo>
                    <a:pt x="4364" y="1121"/>
                  </a:lnTo>
                  <a:lnTo>
                    <a:pt x="4635" y="1430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4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23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3" y="5214"/>
                  </a:lnTo>
                  <a:lnTo>
                    <a:pt x="5446" y="5600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7"/>
                  </a:lnTo>
                  <a:lnTo>
                    <a:pt x="4210" y="8033"/>
                  </a:lnTo>
                  <a:lnTo>
                    <a:pt x="3940" y="8380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9" y="10041"/>
                  </a:lnTo>
                  <a:lnTo>
                    <a:pt x="1314" y="10234"/>
                  </a:lnTo>
                  <a:lnTo>
                    <a:pt x="889" y="10388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5"/>
                  </a:lnTo>
                  <a:lnTo>
                    <a:pt x="4828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1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4" y="2434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4"/>
                  </a:lnTo>
                  <a:lnTo>
                    <a:pt x="4905" y="1005"/>
                  </a:lnTo>
                  <a:lnTo>
                    <a:pt x="4596" y="696"/>
                  </a:lnTo>
                  <a:lnTo>
                    <a:pt x="4287" y="426"/>
                  </a:lnTo>
                  <a:lnTo>
                    <a:pt x="3940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19"/>
            <p:cNvSpPr/>
            <p:nvPr/>
          </p:nvSpPr>
          <p:spPr>
            <a:xfrm>
              <a:off x="1734450" y="2911050"/>
              <a:ext cx="35725" cy="29000"/>
            </a:xfrm>
            <a:custGeom>
              <a:avLst/>
              <a:gdLst/>
              <a:ahLst/>
              <a:cxnLst/>
              <a:rect l="l" t="t" r="r" b="b"/>
              <a:pathLst>
                <a:path w="1429" h="1160" extrusionOk="0">
                  <a:moveTo>
                    <a:pt x="502" y="1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7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2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5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3"/>
                  </a:lnTo>
                  <a:lnTo>
                    <a:pt x="425" y="580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772" y="387"/>
                  </a:lnTo>
                  <a:lnTo>
                    <a:pt x="850" y="425"/>
                  </a:lnTo>
                  <a:lnTo>
                    <a:pt x="965" y="580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5" y="927"/>
                  </a:lnTo>
                  <a:lnTo>
                    <a:pt x="965" y="1005"/>
                  </a:lnTo>
                  <a:lnTo>
                    <a:pt x="965" y="1082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4" y="1120"/>
                  </a:lnTo>
                  <a:lnTo>
                    <a:pt x="1313" y="1082"/>
                  </a:lnTo>
                  <a:lnTo>
                    <a:pt x="1390" y="889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4"/>
                  </a:lnTo>
                  <a:lnTo>
                    <a:pt x="1043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19"/>
            <p:cNvSpPr/>
            <p:nvPr/>
          </p:nvSpPr>
          <p:spPr>
            <a:xfrm>
              <a:off x="6320925" y="2913950"/>
              <a:ext cx="315700" cy="477875"/>
            </a:xfrm>
            <a:custGeom>
              <a:avLst/>
              <a:gdLst/>
              <a:ahLst/>
              <a:cxnLst/>
              <a:rect l="l" t="t" r="r" b="b"/>
              <a:pathLst>
                <a:path w="12628" h="19115" extrusionOk="0">
                  <a:moveTo>
                    <a:pt x="1004" y="618"/>
                  </a:moveTo>
                  <a:lnTo>
                    <a:pt x="1661" y="850"/>
                  </a:lnTo>
                  <a:lnTo>
                    <a:pt x="2317" y="1120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2"/>
                  </a:lnTo>
                  <a:lnTo>
                    <a:pt x="4016" y="2819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7"/>
                  </a:lnTo>
                  <a:lnTo>
                    <a:pt x="9345" y="15137"/>
                  </a:lnTo>
                  <a:lnTo>
                    <a:pt x="8920" y="15369"/>
                  </a:lnTo>
                  <a:lnTo>
                    <a:pt x="7955" y="13516"/>
                  </a:lnTo>
                  <a:lnTo>
                    <a:pt x="6990" y="11662"/>
                  </a:lnTo>
                  <a:lnTo>
                    <a:pt x="5020" y="7955"/>
                  </a:lnTo>
                  <a:lnTo>
                    <a:pt x="3012" y="4287"/>
                  </a:lnTo>
                  <a:lnTo>
                    <a:pt x="1004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19" y="11739"/>
                  </a:lnTo>
                  <a:lnTo>
                    <a:pt x="7762" y="13593"/>
                  </a:lnTo>
                  <a:lnTo>
                    <a:pt x="8804" y="15446"/>
                  </a:lnTo>
                  <a:lnTo>
                    <a:pt x="8650" y="15524"/>
                  </a:lnTo>
                  <a:lnTo>
                    <a:pt x="7414" y="13747"/>
                  </a:lnTo>
                  <a:lnTo>
                    <a:pt x="6179" y="12010"/>
                  </a:lnTo>
                  <a:lnTo>
                    <a:pt x="3591" y="8534"/>
                  </a:lnTo>
                  <a:lnTo>
                    <a:pt x="2317" y="6758"/>
                  </a:lnTo>
                  <a:lnTo>
                    <a:pt x="1004" y="4943"/>
                  </a:lnTo>
                  <a:lnTo>
                    <a:pt x="850" y="4711"/>
                  </a:lnTo>
                  <a:lnTo>
                    <a:pt x="734" y="4480"/>
                  </a:lnTo>
                  <a:lnTo>
                    <a:pt x="618" y="4209"/>
                  </a:lnTo>
                  <a:lnTo>
                    <a:pt x="541" y="3939"/>
                  </a:lnTo>
                  <a:lnTo>
                    <a:pt x="464" y="3399"/>
                  </a:lnTo>
                  <a:lnTo>
                    <a:pt x="425" y="2819"/>
                  </a:lnTo>
                  <a:lnTo>
                    <a:pt x="464" y="2240"/>
                  </a:lnTo>
                  <a:lnTo>
                    <a:pt x="502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2" y="12357"/>
                  </a:lnTo>
                  <a:lnTo>
                    <a:pt x="11816" y="12434"/>
                  </a:lnTo>
                  <a:lnTo>
                    <a:pt x="12164" y="12859"/>
                  </a:lnTo>
                  <a:lnTo>
                    <a:pt x="12241" y="13052"/>
                  </a:lnTo>
                  <a:lnTo>
                    <a:pt x="12280" y="13245"/>
                  </a:lnTo>
                  <a:lnTo>
                    <a:pt x="12241" y="13438"/>
                  </a:lnTo>
                  <a:lnTo>
                    <a:pt x="12203" y="13631"/>
                  </a:lnTo>
                  <a:lnTo>
                    <a:pt x="12048" y="14018"/>
                  </a:lnTo>
                  <a:lnTo>
                    <a:pt x="11855" y="14365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1"/>
                  </a:lnTo>
                  <a:lnTo>
                    <a:pt x="10156" y="15871"/>
                  </a:lnTo>
                  <a:lnTo>
                    <a:pt x="10117" y="15987"/>
                  </a:lnTo>
                  <a:lnTo>
                    <a:pt x="9770" y="16180"/>
                  </a:lnTo>
                  <a:lnTo>
                    <a:pt x="9113" y="16605"/>
                  </a:lnTo>
                  <a:lnTo>
                    <a:pt x="8457" y="16952"/>
                  </a:lnTo>
                  <a:lnTo>
                    <a:pt x="7723" y="17261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4" y="17647"/>
                  </a:lnTo>
                  <a:lnTo>
                    <a:pt x="5754" y="17647"/>
                  </a:lnTo>
                  <a:lnTo>
                    <a:pt x="5561" y="17570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7" y="17184"/>
                  </a:lnTo>
                  <a:lnTo>
                    <a:pt x="4982" y="16875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4"/>
                  </a:lnTo>
                  <a:lnTo>
                    <a:pt x="5175" y="15948"/>
                  </a:lnTo>
                  <a:lnTo>
                    <a:pt x="5291" y="15833"/>
                  </a:lnTo>
                  <a:lnTo>
                    <a:pt x="5406" y="15755"/>
                  </a:lnTo>
                  <a:lnTo>
                    <a:pt x="5522" y="15717"/>
                  </a:lnTo>
                  <a:lnTo>
                    <a:pt x="5638" y="15755"/>
                  </a:lnTo>
                  <a:lnTo>
                    <a:pt x="5793" y="15833"/>
                  </a:lnTo>
                  <a:lnTo>
                    <a:pt x="5947" y="15948"/>
                  </a:lnTo>
                  <a:lnTo>
                    <a:pt x="6063" y="16141"/>
                  </a:lnTo>
                  <a:lnTo>
                    <a:pt x="6256" y="16373"/>
                  </a:lnTo>
                  <a:lnTo>
                    <a:pt x="6101" y="16412"/>
                  </a:lnTo>
                  <a:lnTo>
                    <a:pt x="6024" y="16450"/>
                  </a:lnTo>
                  <a:lnTo>
                    <a:pt x="6024" y="16566"/>
                  </a:lnTo>
                  <a:lnTo>
                    <a:pt x="6063" y="16643"/>
                  </a:lnTo>
                  <a:lnTo>
                    <a:pt x="6140" y="16643"/>
                  </a:lnTo>
                  <a:lnTo>
                    <a:pt x="6912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29" y="15717"/>
                  </a:lnTo>
                  <a:lnTo>
                    <a:pt x="9615" y="15485"/>
                  </a:lnTo>
                  <a:lnTo>
                    <a:pt x="9963" y="15253"/>
                  </a:lnTo>
                  <a:lnTo>
                    <a:pt x="10272" y="15022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1" y="14172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8"/>
                  </a:lnTo>
                  <a:lnTo>
                    <a:pt x="11546" y="13361"/>
                  </a:lnTo>
                  <a:lnTo>
                    <a:pt x="11508" y="13284"/>
                  </a:lnTo>
                  <a:lnTo>
                    <a:pt x="11430" y="13245"/>
                  </a:lnTo>
                  <a:lnTo>
                    <a:pt x="11237" y="13245"/>
                  </a:lnTo>
                  <a:lnTo>
                    <a:pt x="11160" y="13323"/>
                  </a:lnTo>
                  <a:lnTo>
                    <a:pt x="10967" y="13670"/>
                  </a:lnTo>
                  <a:lnTo>
                    <a:pt x="10774" y="13554"/>
                  </a:lnTo>
                  <a:lnTo>
                    <a:pt x="10658" y="13438"/>
                  </a:lnTo>
                  <a:lnTo>
                    <a:pt x="10619" y="13284"/>
                  </a:lnTo>
                  <a:lnTo>
                    <a:pt x="10581" y="13168"/>
                  </a:lnTo>
                  <a:lnTo>
                    <a:pt x="10619" y="13014"/>
                  </a:lnTo>
                  <a:lnTo>
                    <a:pt x="10658" y="12859"/>
                  </a:lnTo>
                  <a:lnTo>
                    <a:pt x="10851" y="12627"/>
                  </a:lnTo>
                  <a:lnTo>
                    <a:pt x="10928" y="12473"/>
                  </a:lnTo>
                  <a:lnTo>
                    <a:pt x="11044" y="12357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0"/>
                  </a:moveTo>
                  <a:lnTo>
                    <a:pt x="348" y="39"/>
                  </a:lnTo>
                  <a:lnTo>
                    <a:pt x="271" y="116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2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5"/>
                  </a:lnTo>
                  <a:lnTo>
                    <a:pt x="232" y="4518"/>
                  </a:lnTo>
                  <a:lnTo>
                    <a:pt x="348" y="4750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5"/>
                  </a:lnTo>
                  <a:lnTo>
                    <a:pt x="5445" y="11817"/>
                  </a:lnTo>
                  <a:lnTo>
                    <a:pt x="6874" y="13747"/>
                  </a:lnTo>
                  <a:lnTo>
                    <a:pt x="8341" y="15639"/>
                  </a:lnTo>
                  <a:lnTo>
                    <a:pt x="7492" y="15987"/>
                  </a:lnTo>
                  <a:lnTo>
                    <a:pt x="6642" y="16257"/>
                  </a:lnTo>
                  <a:lnTo>
                    <a:pt x="6642" y="16257"/>
                  </a:lnTo>
                  <a:lnTo>
                    <a:pt x="6681" y="16103"/>
                  </a:lnTo>
                  <a:lnTo>
                    <a:pt x="6681" y="15948"/>
                  </a:lnTo>
                  <a:lnTo>
                    <a:pt x="6642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3" y="15369"/>
                  </a:lnTo>
                  <a:lnTo>
                    <a:pt x="6179" y="15292"/>
                  </a:lnTo>
                  <a:lnTo>
                    <a:pt x="6024" y="15253"/>
                  </a:lnTo>
                  <a:lnTo>
                    <a:pt x="5715" y="15253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5" y="16296"/>
                  </a:lnTo>
                  <a:lnTo>
                    <a:pt x="4595" y="16566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7" y="17725"/>
                  </a:lnTo>
                  <a:lnTo>
                    <a:pt x="5368" y="17840"/>
                  </a:lnTo>
                  <a:lnTo>
                    <a:pt x="5677" y="17918"/>
                  </a:lnTo>
                  <a:lnTo>
                    <a:pt x="6024" y="17956"/>
                  </a:lnTo>
                  <a:lnTo>
                    <a:pt x="6372" y="17918"/>
                  </a:lnTo>
                  <a:lnTo>
                    <a:pt x="6719" y="17840"/>
                  </a:lnTo>
                  <a:lnTo>
                    <a:pt x="7105" y="17763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2"/>
                  </a:lnTo>
                  <a:lnTo>
                    <a:pt x="9229" y="16875"/>
                  </a:lnTo>
                  <a:lnTo>
                    <a:pt x="9461" y="16759"/>
                  </a:lnTo>
                  <a:lnTo>
                    <a:pt x="10233" y="16257"/>
                  </a:lnTo>
                  <a:lnTo>
                    <a:pt x="10812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3"/>
                  </a:lnTo>
                  <a:lnTo>
                    <a:pt x="11816" y="18149"/>
                  </a:lnTo>
                  <a:lnTo>
                    <a:pt x="11392" y="17454"/>
                  </a:lnTo>
                  <a:lnTo>
                    <a:pt x="10928" y="16759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3"/>
                  </a:lnTo>
                  <a:lnTo>
                    <a:pt x="11894" y="14790"/>
                  </a:lnTo>
                  <a:lnTo>
                    <a:pt x="12125" y="14558"/>
                  </a:lnTo>
                  <a:lnTo>
                    <a:pt x="12280" y="14288"/>
                  </a:lnTo>
                  <a:lnTo>
                    <a:pt x="12434" y="14056"/>
                  </a:lnTo>
                  <a:lnTo>
                    <a:pt x="12511" y="13786"/>
                  </a:lnTo>
                  <a:lnTo>
                    <a:pt x="12589" y="13554"/>
                  </a:lnTo>
                  <a:lnTo>
                    <a:pt x="12627" y="13284"/>
                  </a:lnTo>
                  <a:lnTo>
                    <a:pt x="12589" y="13052"/>
                  </a:lnTo>
                  <a:lnTo>
                    <a:pt x="12511" y="12821"/>
                  </a:lnTo>
                  <a:lnTo>
                    <a:pt x="12357" y="12589"/>
                  </a:lnTo>
                  <a:lnTo>
                    <a:pt x="12164" y="12357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8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0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0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19" y="13786"/>
                  </a:lnTo>
                  <a:lnTo>
                    <a:pt x="10812" y="13902"/>
                  </a:lnTo>
                  <a:lnTo>
                    <a:pt x="10504" y="14249"/>
                  </a:lnTo>
                  <a:lnTo>
                    <a:pt x="10156" y="14597"/>
                  </a:lnTo>
                  <a:lnTo>
                    <a:pt x="9770" y="14867"/>
                  </a:lnTo>
                  <a:lnTo>
                    <a:pt x="9430" y="15083"/>
                  </a:lnTo>
                  <a:lnTo>
                    <a:pt x="9461" y="15022"/>
                  </a:lnTo>
                  <a:lnTo>
                    <a:pt x="9500" y="14944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8"/>
                  </a:lnTo>
                  <a:lnTo>
                    <a:pt x="3823" y="1545"/>
                  </a:lnTo>
                  <a:lnTo>
                    <a:pt x="3514" y="1236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0" y="232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19"/>
            <p:cNvSpPr/>
            <p:nvPr/>
          </p:nvSpPr>
          <p:spPr>
            <a:xfrm>
              <a:off x="1681350" y="2914925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5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4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4" y="463"/>
                  </a:lnTo>
                  <a:lnTo>
                    <a:pt x="541" y="386"/>
                  </a:lnTo>
                  <a:lnTo>
                    <a:pt x="773" y="386"/>
                  </a:lnTo>
                  <a:lnTo>
                    <a:pt x="850" y="463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5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19"/>
            <p:cNvSpPr/>
            <p:nvPr/>
          </p:nvSpPr>
          <p:spPr>
            <a:xfrm>
              <a:off x="3785850" y="2943875"/>
              <a:ext cx="199850" cy="231725"/>
            </a:xfrm>
            <a:custGeom>
              <a:avLst/>
              <a:gdLst/>
              <a:ahLst/>
              <a:cxnLst/>
              <a:rect l="l" t="t" r="r" b="b"/>
              <a:pathLst>
                <a:path w="7994" h="9269" extrusionOk="0">
                  <a:moveTo>
                    <a:pt x="2163" y="1"/>
                  </a:moveTo>
                  <a:lnTo>
                    <a:pt x="2009" y="39"/>
                  </a:lnTo>
                  <a:lnTo>
                    <a:pt x="1854" y="78"/>
                  </a:lnTo>
                  <a:lnTo>
                    <a:pt x="1700" y="194"/>
                  </a:lnTo>
                  <a:lnTo>
                    <a:pt x="1429" y="425"/>
                  </a:lnTo>
                  <a:lnTo>
                    <a:pt x="1159" y="734"/>
                  </a:lnTo>
                  <a:lnTo>
                    <a:pt x="966" y="1005"/>
                  </a:lnTo>
                  <a:lnTo>
                    <a:pt x="696" y="1391"/>
                  </a:lnTo>
                  <a:lnTo>
                    <a:pt x="503" y="1777"/>
                  </a:lnTo>
                  <a:lnTo>
                    <a:pt x="310" y="2163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1" y="3514"/>
                  </a:lnTo>
                  <a:lnTo>
                    <a:pt x="1" y="3978"/>
                  </a:lnTo>
                  <a:lnTo>
                    <a:pt x="39" y="4441"/>
                  </a:lnTo>
                  <a:lnTo>
                    <a:pt x="155" y="4905"/>
                  </a:lnTo>
                  <a:lnTo>
                    <a:pt x="271" y="5368"/>
                  </a:lnTo>
                  <a:lnTo>
                    <a:pt x="464" y="5793"/>
                  </a:lnTo>
                  <a:lnTo>
                    <a:pt x="696" y="6218"/>
                  </a:lnTo>
                  <a:lnTo>
                    <a:pt x="1005" y="6179"/>
                  </a:lnTo>
                  <a:lnTo>
                    <a:pt x="850" y="5870"/>
                  </a:lnTo>
                  <a:lnTo>
                    <a:pt x="734" y="5522"/>
                  </a:lnTo>
                  <a:lnTo>
                    <a:pt x="618" y="5175"/>
                  </a:lnTo>
                  <a:lnTo>
                    <a:pt x="541" y="4789"/>
                  </a:lnTo>
                  <a:lnTo>
                    <a:pt x="503" y="4441"/>
                  </a:lnTo>
                  <a:lnTo>
                    <a:pt x="464" y="4055"/>
                  </a:lnTo>
                  <a:lnTo>
                    <a:pt x="464" y="3708"/>
                  </a:lnTo>
                  <a:lnTo>
                    <a:pt x="464" y="3360"/>
                  </a:lnTo>
                  <a:lnTo>
                    <a:pt x="503" y="2974"/>
                  </a:lnTo>
                  <a:lnTo>
                    <a:pt x="580" y="2626"/>
                  </a:lnTo>
                  <a:lnTo>
                    <a:pt x="696" y="2279"/>
                  </a:lnTo>
                  <a:lnTo>
                    <a:pt x="850" y="1931"/>
                  </a:lnTo>
                  <a:lnTo>
                    <a:pt x="1005" y="1622"/>
                  </a:lnTo>
                  <a:lnTo>
                    <a:pt x="1236" y="1313"/>
                  </a:lnTo>
                  <a:lnTo>
                    <a:pt x="1468" y="1043"/>
                  </a:lnTo>
                  <a:lnTo>
                    <a:pt x="1738" y="773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503"/>
                  </a:lnTo>
                  <a:lnTo>
                    <a:pt x="2279" y="618"/>
                  </a:lnTo>
                  <a:lnTo>
                    <a:pt x="2395" y="850"/>
                  </a:lnTo>
                  <a:lnTo>
                    <a:pt x="2588" y="1236"/>
                  </a:lnTo>
                  <a:lnTo>
                    <a:pt x="2742" y="1584"/>
                  </a:lnTo>
                  <a:lnTo>
                    <a:pt x="2858" y="1970"/>
                  </a:lnTo>
                  <a:lnTo>
                    <a:pt x="2974" y="2356"/>
                  </a:lnTo>
                  <a:lnTo>
                    <a:pt x="3051" y="2742"/>
                  </a:lnTo>
                  <a:lnTo>
                    <a:pt x="3090" y="3090"/>
                  </a:lnTo>
                  <a:lnTo>
                    <a:pt x="3090" y="3476"/>
                  </a:lnTo>
                  <a:lnTo>
                    <a:pt x="3051" y="3823"/>
                  </a:lnTo>
                  <a:lnTo>
                    <a:pt x="2974" y="4171"/>
                  </a:lnTo>
                  <a:lnTo>
                    <a:pt x="2897" y="4480"/>
                  </a:lnTo>
                  <a:lnTo>
                    <a:pt x="2742" y="4827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61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56" y="5793"/>
                  </a:lnTo>
                  <a:lnTo>
                    <a:pt x="2395" y="5831"/>
                  </a:lnTo>
                  <a:lnTo>
                    <a:pt x="2433" y="5793"/>
                  </a:lnTo>
                  <a:lnTo>
                    <a:pt x="2626" y="5754"/>
                  </a:lnTo>
                  <a:lnTo>
                    <a:pt x="2781" y="5716"/>
                  </a:lnTo>
                  <a:lnTo>
                    <a:pt x="3167" y="5677"/>
                  </a:lnTo>
                  <a:lnTo>
                    <a:pt x="3592" y="5716"/>
                  </a:lnTo>
                  <a:lnTo>
                    <a:pt x="4017" y="5831"/>
                  </a:lnTo>
                  <a:lnTo>
                    <a:pt x="4441" y="5947"/>
                  </a:lnTo>
                  <a:lnTo>
                    <a:pt x="4827" y="6102"/>
                  </a:lnTo>
                  <a:lnTo>
                    <a:pt x="5214" y="6295"/>
                  </a:lnTo>
                  <a:lnTo>
                    <a:pt x="5523" y="6449"/>
                  </a:lnTo>
                  <a:lnTo>
                    <a:pt x="5831" y="6642"/>
                  </a:lnTo>
                  <a:lnTo>
                    <a:pt x="6140" y="6874"/>
                  </a:lnTo>
                  <a:lnTo>
                    <a:pt x="6411" y="7106"/>
                  </a:lnTo>
                  <a:lnTo>
                    <a:pt x="6681" y="7337"/>
                  </a:lnTo>
                  <a:lnTo>
                    <a:pt x="6913" y="7646"/>
                  </a:lnTo>
                  <a:lnTo>
                    <a:pt x="7144" y="7917"/>
                  </a:lnTo>
                  <a:lnTo>
                    <a:pt x="7337" y="8225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56" y="8805"/>
                  </a:lnTo>
                  <a:lnTo>
                    <a:pt x="5870" y="8843"/>
                  </a:lnTo>
                  <a:lnTo>
                    <a:pt x="5445" y="8805"/>
                  </a:lnTo>
                  <a:lnTo>
                    <a:pt x="5059" y="8766"/>
                  </a:lnTo>
                  <a:lnTo>
                    <a:pt x="4634" y="8650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33" y="7106"/>
                  </a:lnTo>
                  <a:lnTo>
                    <a:pt x="1931" y="6604"/>
                  </a:lnTo>
                  <a:lnTo>
                    <a:pt x="1854" y="6526"/>
                  </a:lnTo>
                  <a:lnTo>
                    <a:pt x="1777" y="6526"/>
                  </a:lnTo>
                  <a:lnTo>
                    <a:pt x="1661" y="6565"/>
                  </a:lnTo>
                  <a:lnTo>
                    <a:pt x="1622" y="6565"/>
                  </a:lnTo>
                  <a:lnTo>
                    <a:pt x="1584" y="6604"/>
                  </a:lnTo>
                  <a:lnTo>
                    <a:pt x="1429" y="6874"/>
                  </a:lnTo>
                  <a:lnTo>
                    <a:pt x="1622" y="6913"/>
                  </a:lnTo>
                  <a:lnTo>
                    <a:pt x="2240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592" y="8573"/>
                  </a:lnTo>
                  <a:lnTo>
                    <a:pt x="3978" y="8805"/>
                  </a:lnTo>
                  <a:lnTo>
                    <a:pt x="4364" y="8998"/>
                  </a:lnTo>
                  <a:lnTo>
                    <a:pt x="4789" y="9152"/>
                  </a:lnTo>
                  <a:lnTo>
                    <a:pt x="5252" y="9229"/>
                  </a:lnTo>
                  <a:lnTo>
                    <a:pt x="5677" y="9268"/>
                  </a:lnTo>
                  <a:lnTo>
                    <a:pt x="6102" y="9229"/>
                  </a:lnTo>
                  <a:lnTo>
                    <a:pt x="6565" y="9191"/>
                  </a:lnTo>
                  <a:lnTo>
                    <a:pt x="6990" y="9114"/>
                  </a:lnTo>
                  <a:lnTo>
                    <a:pt x="7878" y="8882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7994" y="8650"/>
                  </a:lnTo>
                  <a:lnTo>
                    <a:pt x="7994" y="8573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183" y="7299"/>
                  </a:lnTo>
                  <a:lnTo>
                    <a:pt x="6874" y="6951"/>
                  </a:lnTo>
                  <a:lnTo>
                    <a:pt x="6488" y="6604"/>
                  </a:lnTo>
                  <a:lnTo>
                    <a:pt x="6102" y="6295"/>
                  </a:lnTo>
                  <a:lnTo>
                    <a:pt x="5677" y="6063"/>
                  </a:lnTo>
                  <a:lnTo>
                    <a:pt x="5252" y="5831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01" y="5368"/>
                  </a:lnTo>
                  <a:lnTo>
                    <a:pt x="3592" y="5329"/>
                  </a:lnTo>
                  <a:lnTo>
                    <a:pt x="3283" y="5291"/>
                  </a:lnTo>
                  <a:lnTo>
                    <a:pt x="2974" y="5291"/>
                  </a:lnTo>
                  <a:lnTo>
                    <a:pt x="3167" y="4982"/>
                  </a:lnTo>
                  <a:lnTo>
                    <a:pt x="3283" y="4673"/>
                  </a:lnTo>
                  <a:lnTo>
                    <a:pt x="3399" y="4325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44"/>
                  </a:lnTo>
                  <a:lnTo>
                    <a:pt x="3476" y="2858"/>
                  </a:lnTo>
                  <a:lnTo>
                    <a:pt x="3437" y="2510"/>
                  </a:lnTo>
                  <a:lnTo>
                    <a:pt x="3322" y="1970"/>
                  </a:lnTo>
                  <a:lnTo>
                    <a:pt x="3128" y="1468"/>
                  </a:lnTo>
                  <a:lnTo>
                    <a:pt x="2935" y="1005"/>
                  </a:lnTo>
                  <a:lnTo>
                    <a:pt x="2704" y="503"/>
                  </a:lnTo>
                  <a:lnTo>
                    <a:pt x="2588" y="309"/>
                  </a:lnTo>
                  <a:lnTo>
                    <a:pt x="2433" y="116"/>
                  </a:lnTo>
                  <a:lnTo>
                    <a:pt x="2356" y="78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19"/>
            <p:cNvSpPr/>
            <p:nvPr/>
          </p:nvSpPr>
          <p:spPr>
            <a:xfrm>
              <a:off x="1264300" y="2944850"/>
              <a:ext cx="455675" cy="657425"/>
            </a:xfrm>
            <a:custGeom>
              <a:avLst/>
              <a:gdLst/>
              <a:ahLst/>
              <a:cxnLst/>
              <a:rect l="l" t="t" r="r" b="b"/>
              <a:pathLst>
                <a:path w="18227" h="26297" extrusionOk="0">
                  <a:moveTo>
                    <a:pt x="310" y="348"/>
                  </a:moveTo>
                  <a:lnTo>
                    <a:pt x="425" y="386"/>
                  </a:lnTo>
                  <a:lnTo>
                    <a:pt x="1700" y="1429"/>
                  </a:lnTo>
                  <a:lnTo>
                    <a:pt x="2974" y="2510"/>
                  </a:lnTo>
                  <a:lnTo>
                    <a:pt x="4210" y="3591"/>
                  </a:lnTo>
                  <a:lnTo>
                    <a:pt x="5445" y="4673"/>
                  </a:lnTo>
                  <a:lnTo>
                    <a:pt x="5098" y="5290"/>
                  </a:lnTo>
                  <a:lnTo>
                    <a:pt x="4943" y="5599"/>
                  </a:lnTo>
                  <a:lnTo>
                    <a:pt x="4712" y="5831"/>
                  </a:lnTo>
                  <a:lnTo>
                    <a:pt x="4519" y="6101"/>
                  </a:lnTo>
                  <a:lnTo>
                    <a:pt x="4248" y="6294"/>
                  </a:lnTo>
                  <a:lnTo>
                    <a:pt x="3978" y="6526"/>
                  </a:lnTo>
                  <a:lnTo>
                    <a:pt x="3669" y="6680"/>
                  </a:lnTo>
                  <a:lnTo>
                    <a:pt x="3360" y="6835"/>
                  </a:lnTo>
                  <a:lnTo>
                    <a:pt x="3051" y="6989"/>
                  </a:lnTo>
                  <a:lnTo>
                    <a:pt x="2395" y="7182"/>
                  </a:lnTo>
                  <a:lnTo>
                    <a:pt x="1738" y="7298"/>
                  </a:lnTo>
                  <a:lnTo>
                    <a:pt x="1082" y="7414"/>
                  </a:lnTo>
                  <a:lnTo>
                    <a:pt x="889" y="6526"/>
                  </a:lnTo>
                  <a:lnTo>
                    <a:pt x="734" y="5677"/>
                  </a:lnTo>
                  <a:lnTo>
                    <a:pt x="580" y="4788"/>
                  </a:lnTo>
                  <a:lnTo>
                    <a:pt x="464" y="3900"/>
                  </a:lnTo>
                  <a:lnTo>
                    <a:pt x="387" y="3012"/>
                  </a:lnTo>
                  <a:lnTo>
                    <a:pt x="348" y="2124"/>
                  </a:lnTo>
                  <a:lnTo>
                    <a:pt x="310" y="1236"/>
                  </a:lnTo>
                  <a:lnTo>
                    <a:pt x="310" y="348"/>
                  </a:lnTo>
                  <a:close/>
                  <a:moveTo>
                    <a:pt x="12357" y="12318"/>
                  </a:moveTo>
                  <a:lnTo>
                    <a:pt x="13014" y="12473"/>
                  </a:lnTo>
                  <a:lnTo>
                    <a:pt x="13709" y="12550"/>
                  </a:lnTo>
                  <a:lnTo>
                    <a:pt x="14404" y="12589"/>
                  </a:lnTo>
                  <a:lnTo>
                    <a:pt x="15060" y="12550"/>
                  </a:lnTo>
                  <a:lnTo>
                    <a:pt x="15640" y="13901"/>
                  </a:lnTo>
                  <a:lnTo>
                    <a:pt x="16296" y="15214"/>
                  </a:lnTo>
                  <a:lnTo>
                    <a:pt x="17648" y="17840"/>
                  </a:lnTo>
                  <a:lnTo>
                    <a:pt x="16644" y="17686"/>
                  </a:lnTo>
                  <a:lnTo>
                    <a:pt x="15640" y="17647"/>
                  </a:lnTo>
                  <a:lnTo>
                    <a:pt x="15331" y="17608"/>
                  </a:lnTo>
                  <a:lnTo>
                    <a:pt x="15099" y="17531"/>
                  </a:lnTo>
                  <a:lnTo>
                    <a:pt x="14983" y="17493"/>
                  </a:lnTo>
                  <a:lnTo>
                    <a:pt x="14906" y="17415"/>
                  </a:lnTo>
                  <a:lnTo>
                    <a:pt x="14751" y="17106"/>
                  </a:lnTo>
                  <a:lnTo>
                    <a:pt x="14365" y="16489"/>
                  </a:lnTo>
                  <a:lnTo>
                    <a:pt x="13979" y="15832"/>
                  </a:lnTo>
                  <a:lnTo>
                    <a:pt x="13941" y="15794"/>
                  </a:lnTo>
                  <a:lnTo>
                    <a:pt x="13902" y="15755"/>
                  </a:lnTo>
                  <a:lnTo>
                    <a:pt x="13747" y="15755"/>
                  </a:lnTo>
                  <a:lnTo>
                    <a:pt x="13670" y="15214"/>
                  </a:lnTo>
                  <a:lnTo>
                    <a:pt x="13516" y="14712"/>
                  </a:lnTo>
                  <a:lnTo>
                    <a:pt x="13323" y="14172"/>
                  </a:lnTo>
                  <a:lnTo>
                    <a:pt x="13091" y="13670"/>
                  </a:lnTo>
                  <a:lnTo>
                    <a:pt x="12744" y="13013"/>
                  </a:lnTo>
                  <a:lnTo>
                    <a:pt x="12357" y="12318"/>
                  </a:lnTo>
                  <a:close/>
                  <a:moveTo>
                    <a:pt x="5677" y="4904"/>
                  </a:moveTo>
                  <a:lnTo>
                    <a:pt x="6720" y="5947"/>
                  </a:lnTo>
                  <a:lnTo>
                    <a:pt x="7762" y="6989"/>
                  </a:lnTo>
                  <a:lnTo>
                    <a:pt x="8612" y="7916"/>
                  </a:lnTo>
                  <a:lnTo>
                    <a:pt x="9423" y="8920"/>
                  </a:lnTo>
                  <a:lnTo>
                    <a:pt x="10234" y="9886"/>
                  </a:lnTo>
                  <a:lnTo>
                    <a:pt x="10967" y="10928"/>
                  </a:lnTo>
                  <a:lnTo>
                    <a:pt x="11701" y="12009"/>
                  </a:lnTo>
                  <a:lnTo>
                    <a:pt x="12087" y="12550"/>
                  </a:lnTo>
                  <a:lnTo>
                    <a:pt x="12396" y="13129"/>
                  </a:lnTo>
                  <a:lnTo>
                    <a:pt x="12705" y="13708"/>
                  </a:lnTo>
                  <a:lnTo>
                    <a:pt x="12975" y="14326"/>
                  </a:lnTo>
                  <a:lnTo>
                    <a:pt x="13207" y="14944"/>
                  </a:lnTo>
                  <a:lnTo>
                    <a:pt x="13361" y="15562"/>
                  </a:lnTo>
                  <a:lnTo>
                    <a:pt x="13439" y="16180"/>
                  </a:lnTo>
                  <a:lnTo>
                    <a:pt x="13400" y="16759"/>
                  </a:lnTo>
                  <a:lnTo>
                    <a:pt x="13361" y="17068"/>
                  </a:lnTo>
                  <a:lnTo>
                    <a:pt x="13284" y="17338"/>
                  </a:lnTo>
                  <a:lnTo>
                    <a:pt x="13207" y="17608"/>
                  </a:lnTo>
                  <a:lnTo>
                    <a:pt x="13091" y="17879"/>
                  </a:lnTo>
                  <a:lnTo>
                    <a:pt x="12975" y="18149"/>
                  </a:lnTo>
                  <a:lnTo>
                    <a:pt x="12821" y="18381"/>
                  </a:lnTo>
                  <a:lnTo>
                    <a:pt x="12628" y="18612"/>
                  </a:lnTo>
                  <a:lnTo>
                    <a:pt x="12435" y="18806"/>
                  </a:lnTo>
                  <a:lnTo>
                    <a:pt x="12203" y="18999"/>
                  </a:lnTo>
                  <a:lnTo>
                    <a:pt x="11971" y="19153"/>
                  </a:lnTo>
                  <a:lnTo>
                    <a:pt x="11662" y="19308"/>
                  </a:lnTo>
                  <a:lnTo>
                    <a:pt x="11392" y="19423"/>
                  </a:lnTo>
                  <a:lnTo>
                    <a:pt x="10813" y="19539"/>
                  </a:lnTo>
                  <a:lnTo>
                    <a:pt x="10234" y="19616"/>
                  </a:lnTo>
                  <a:lnTo>
                    <a:pt x="9693" y="19578"/>
                  </a:lnTo>
                  <a:lnTo>
                    <a:pt x="9114" y="19462"/>
                  </a:lnTo>
                  <a:lnTo>
                    <a:pt x="8573" y="19308"/>
                  </a:lnTo>
                  <a:lnTo>
                    <a:pt x="8032" y="19076"/>
                  </a:lnTo>
                  <a:lnTo>
                    <a:pt x="7531" y="18767"/>
                  </a:lnTo>
                  <a:lnTo>
                    <a:pt x="7067" y="18458"/>
                  </a:lnTo>
                  <a:lnTo>
                    <a:pt x="6642" y="18072"/>
                  </a:lnTo>
                  <a:lnTo>
                    <a:pt x="6256" y="17686"/>
                  </a:lnTo>
                  <a:lnTo>
                    <a:pt x="5870" y="17261"/>
                  </a:lnTo>
                  <a:lnTo>
                    <a:pt x="5484" y="16798"/>
                  </a:lnTo>
                  <a:lnTo>
                    <a:pt x="4827" y="15871"/>
                  </a:lnTo>
                  <a:lnTo>
                    <a:pt x="4210" y="14944"/>
                  </a:lnTo>
                  <a:lnTo>
                    <a:pt x="3592" y="13901"/>
                  </a:lnTo>
                  <a:lnTo>
                    <a:pt x="3051" y="12859"/>
                  </a:lnTo>
                  <a:lnTo>
                    <a:pt x="2549" y="11778"/>
                  </a:lnTo>
                  <a:lnTo>
                    <a:pt x="2086" y="10696"/>
                  </a:lnTo>
                  <a:lnTo>
                    <a:pt x="1816" y="9963"/>
                  </a:lnTo>
                  <a:lnTo>
                    <a:pt x="1584" y="9190"/>
                  </a:lnTo>
                  <a:lnTo>
                    <a:pt x="1352" y="8457"/>
                  </a:lnTo>
                  <a:lnTo>
                    <a:pt x="1159" y="7723"/>
                  </a:lnTo>
                  <a:lnTo>
                    <a:pt x="1816" y="7646"/>
                  </a:lnTo>
                  <a:lnTo>
                    <a:pt x="2549" y="7491"/>
                  </a:lnTo>
                  <a:lnTo>
                    <a:pt x="3244" y="7298"/>
                  </a:lnTo>
                  <a:lnTo>
                    <a:pt x="3592" y="7144"/>
                  </a:lnTo>
                  <a:lnTo>
                    <a:pt x="3901" y="6989"/>
                  </a:lnTo>
                  <a:lnTo>
                    <a:pt x="4248" y="6796"/>
                  </a:lnTo>
                  <a:lnTo>
                    <a:pt x="4519" y="6603"/>
                  </a:lnTo>
                  <a:lnTo>
                    <a:pt x="4789" y="6410"/>
                  </a:lnTo>
                  <a:lnTo>
                    <a:pt x="5059" y="6140"/>
                  </a:lnTo>
                  <a:lnTo>
                    <a:pt x="5252" y="5870"/>
                  </a:lnTo>
                  <a:lnTo>
                    <a:pt x="5445" y="5599"/>
                  </a:lnTo>
                  <a:lnTo>
                    <a:pt x="5561" y="5252"/>
                  </a:lnTo>
                  <a:lnTo>
                    <a:pt x="5677" y="4904"/>
                  </a:lnTo>
                  <a:close/>
                  <a:moveTo>
                    <a:pt x="13284" y="18381"/>
                  </a:moveTo>
                  <a:lnTo>
                    <a:pt x="13593" y="18612"/>
                  </a:lnTo>
                  <a:lnTo>
                    <a:pt x="13902" y="18844"/>
                  </a:lnTo>
                  <a:lnTo>
                    <a:pt x="13632" y="19230"/>
                  </a:lnTo>
                  <a:lnTo>
                    <a:pt x="13323" y="19578"/>
                  </a:lnTo>
                  <a:lnTo>
                    <a:pt x="12975" y="19887"/>
                  </a:lnTo>
                  <a:lnTo>
                    <a:pt x="12589" y="20157"/>
                  </a:lnTo>
                  <a:lnTo>
                    <a:pt x="12164" y="20350"/>
                  </a:lnTo>
                  <a:lnTo>
                    <a:pt x="11701" y="20505"/>
                  </a:lnTo>
                  <a:lnTo>
                    <a:pt x="11238" y="20582"/>
                  </a:lnTo>
                  <a:lnTo>
                    <a:pt x="10736" y="20620"/>
                  </a:lnTo>
                  <a:lnTo>
                    <a:pt x="10697" y="20620"/>
                  </a:lnTo>
                  <a:lnTo>
                    <a:pt x="10581" y="19964"/>
                  </a:lnTo>
                  <a:lnTo>
                    <a:pt x="10967" y="19887"/>
                  </a:lnTo>
                  <a:lnTo>
                    <a:pt x="11392" y="19810"/>
                  </a:lnTo>
                  <a:lnTo>
                    <a:pt x="11740" y="19694"/>
                  </a:lnTo>
                  <a:lnTo>
                    <a:pt x="12126" y="19501"/>
                  </a:lnTo>
                  <a:lnTo>
                    <a:pt x="12473" y="19308"/>
                  </a:lnTo>
                  <a:lnTo>
                    <a:pt x="12782" y="19037"/>
                  </a:lnTo>
                  <a:lnTo>
                    <a:pt x="13052" y="18728"/>
                  </a:lnTo>
                  <a:lnTo>
                    <a:pt x="13284" y="18381"/>
                  </a:lnTo>
                  <a:close/>
                  <a:moveTo>
                    <a:pt x="14172" y="18999"/>
                  </a:moveTo>
                  <a:lnTo>
                    <a:pt x="14636" y="19230"/>
                  </a:lnTo>
                  <a:lnTo>
                    <a:pt x="14327" y="19732"/>
                  </a:lnTo>
                  <a:lnTo>
                    <a:pt x="13941" y="20157"/>
                  </a:lnTo>
                  <a:lnTo>
                    <a:pt x="13516" y="20543"/>
                  </a:lnTo>
                  <a:lnTo>
                    <a:pt x="13091" y="20852"/>
                  </a:lnTo>
                  <a:lnTo>
                    <a:pt x="12589" y="21122"/>
                  </a:lnTo>
                  <a:lnTo>
                    <a:pt x="12087" y="21315"/>
                  </a:lnTo>
                  <a:lnTo>
                    <a:pt x="11508" y="21470"/>
                  </a:lnTo>
                  <a:lnTo>
                    <a:pt x="10929" y="21624"/>
                  </a:lnTo>
                  <a:lnTo>
                    <a:pt x="10929" y="21393"/>
                  </a:lnTo>
                  <a:lnTo>
                    <a:pt x="10851" y="21200"/>
                  </a:lnTo>
                  <a:lnTo>
                    <a:pt x="10736" y="20814"/>
                  </a:lnTo>
                  <a:lnTo>
                    <a:pt x="11276" y="20852"/>
                  </a:lnTo>
                  <a:lnTo>
                    <a:pt x="11778" y="20775"/>
                  </a:lnTo>
                  <a:lnTo>
                    <a:pt x="12280" y="20659"/>
                  </a:lnTo>
                  <a:lnTo>
                    <a:pt x="12744" y="20427"/>
                  </a:lnTo>
                  <a:lnTo>
                    <a:pt x="13168" y="20157"/>
                  </a:lnTo>
                  <a:lnTo>
                    <a:pt x="13554" y="19810"/>
                  </a:lnTo>
                  <a:lnTo>
                    <a:pt x="13863" y="19423"/>
                  </a:lnTo>
                  <a:lnTo>
                    <a:pt x="14172" y="18999"/>
                  </a:lnTo>
                  <a:close/>
                  <a:moveTo>
                    <a:pt x="14018" y="20659"/>
                  </a:moveTo>
                  <a:lnTo>
                    <a:pt x="14172" y="20852"/>
                  </a:lnTo>
                  <a:lnTo>
                    <a:pt x="14288" y="20968"/>
                  </a:lnTo>
                  <a:lnTo>
                    <a:pt x="14134" y="21007"/>
                  </a:lnTo>
                  <a:lnTo>
                    <a:pt x="14056" y="21045"/>
                  </a:lnTo>
                  <a:lnTo>
                    <a:pt x="14018" y="21122"/>
                  </a:lnTo>
                  <a:lnTo>
                    <a:pt x="13979" y="21200"/>
                  </a:lnTo>
                  <a:lnTo>
                    <a:pt x="14018" y="21277"/>
                  </a:lnTo>
                  <a:lnTo>
                    <a:pt x="14404" y="21663"/>
                  </a:lnTo>
                  <a:lnTo>
                    <a:pt x="14751" y="22049"/>
                  </a:lnTo>
                  <a:lnTo>
                    <a:pt x="15099" y="22435"/>
                  </a:lnTo>
                  <a:lnTo>
                    <a:pt x="15408" y="22860"/>
                  </a:lnTo>
                  <a:lnTo>
                    <a:pt x="15678" y="23285"/>
                  </a:lnTo>
                  <a:lnTo>
                    <a:pt x="15910" y="23748"/>
                  </a:lnTo>
                  <a:lnTo>
                    <a:pt x="16142" y="24250"/>
                  </a:lnTo>
                  <a:lnTo>
                    <a:pt x="16335" y="24714"/>
                  </a:lnTo>
                  <a:lnTo>
                    <a:pt x="15871" y="24636"/>
                  </a:lnTo>
                  <a:lnTo>
                    <a:pt x="15485" y="24521"/>
                  </a:lnTo>
                  <a:lnTo>
                    <a:pt x="15099" y="24327"/>
                  </a:lnTo>
                  <a:lnTo>
                    <a:pt x="14790" y="24096"/>
                  </a:lnTo>
                  <a:lnTo>
                    <a:pt x="14481" y="23825"/>
                  </a:lnTo>
                  <a:lnTo>
                    <a:pt x="14211" y="23517"/>
                  </a:lnTo>
                  <a:lnTo>
                    <a:pt x="13979" y="23169"/>
                  </a:lnTo>
                  <a:lnTo>
                    <a:pt x="13747" y="22744"/>
                  </a:lnTo>
                  <a:lnTo>
                    <a:pt x="13593" y="22397"/>
                  </a:lnTo>
                  <a:lnTo>
                    <a:pt x="13400" y="22126"/>
                  </a:lnTo>
                  <a:lnTo>
                    <a:pt x="13284" y="22011"/>
                  </a:lnTo>
                  <a:lnTo>
                    <a:pt x="13130" y="21895"/>
                  </a:lnTo>
                  <a:lnTo>
                    <a:pt x="12975" y="21856"/>
                  </a:lnTo>
                  <a:lnTo>
                    <a:pt x="12821" y="21895"/>
                  </a:lnTo>
                  <a:lnTo>
                    <a:pt x="12821" y="21702"/>
                  </a:lnTo>
                  <a:lnTo>
                    <a:pt x="12898" y="21470"/>
                  </a:lnTo>
                  <a:lnTo>
                    <a:pt x="13207" y="21315"/>
                  </a:lnTo>
                  <a:lnTo>
                    <a:pt x="13477" y="21122"/>
                  </a:lnTo>
                  <a:lnTo>
                    <a:pt x="13786" y="20891"/>
                  </a:lnTo>
                  <a:lnTo>
                    <a:pt x="14018" y="20659"/>
                  </a:lnTo>
                  <a:close/>
                  <a:moveTo>
                    <a:pt x="5291" y="17145"/>
                  </a:moveTo>
                  <a:lnTo>
                    <a:pt x="5677" y="17608"/>
                  </a:lnTo>
                  <a:lnTo>
                    <a:pt x="6102" y="18072"/>
                  </a:lnTo>
                  <a:lnTo>
                    <a:pt x="6565" y="18497"/>
                  </a:lnTo>
                  <a:lnTo>
                    <a:pt x="7029" y="18883"/>
                  </a:lnTo>
                  <a:lnTo>
                    <a:pt x="7531" y="19192"/>
                  </a:lnTo>
                  <a:lnTo>
                    <a:pt x="7531" y="19230"/>
                  </a:lnTo>
                  <a:lnTo>
                    <a:pt x="7917" y="19964"/>
                  </a:lnTo>
                  <a:lnTo>
                    <a:pt x="8380" y="20698"/>
                  </a:lnTo>
                  <a:lnTo>
                    <a:pt x="8573" y="20968"/>
                  </a:lnTo>
                  <a:lnTo>
                    <a:pt x="8805" y="21238"/>
                  </a:lnTo>
                  <a:lnTo>
                    <a:pt x="8998" y="21509"/>
                  </a:lnTo>
                  <a:lnTo>
                    <a:pt x="9036" y="21663"/>
                  </a:lnTo>
                  <a:lnTo>
                    <a:pt x="9075" y="21817"/>
                  </a:lnTo>
                  <a:lnTo>
                    <a:pt x="9075" y="22011"/>
                  </a:lnTo>
                  <a:lnTo>
                    <a:pt x="9036" y="22204"/>
                  </a:lnTo>
                  <a:lnTo>
                    <a:pt x="8882" y="22590"/>
                  </a:lnTo>
                  <a:lnTo>
                    <a:pt x="8496" y="23362"/>
                  </a:lnTo>
                  <a:lnTo>
                    <a:pt x="7955" y="24868"/>
                  </a:lnTo>
                  <a:lnTo>
                    <a:pt x="7608" y="24173"/>
                  </a:lnTo>
                  <a:lnTo>
                    <a:pt x="7260" y="23555"/>
                  </a:lnTo>
                  <a:lnTo>
                    <a:pt x="6874" y="22899"/>
                  </a:lnTo>
                  <a:lnTo>
                    <a:pt x="6488" y="22281"/>
                  </a:lnTo>
                  <a:lnTo>
                    <a:pt x="5716" y="21315"/>
                  </a:lnTo>
                  <a:lnTo>
                    <a:pt x="5214" y="20736"/>
                  </a:lnTo>
                  <a:lnTo>
                    <a:pt x="4982" y="20389"/>
                  </a:lnTo>
                  <a:lnTo>
                    <a:pt x="4789" y="20080"/>
                  </a:lnTo>
                  <a:lnTo>
                    <a:pt x="4827" y="20003"/>
                  </a:lnTo>
                  <a:lnTo>
                    <a:pt x="4827" y="19925"/>
                  </a:lnTo>
                  <a:lnTo>
                    <a:pt x="4827" y="19887"/>
                  </a:lnTo>
                  <a:lnTo>
                    <a:pt x="4750" y="19810"/>
                  </a:lnTo>
                  <a:lnTo>
                    <a:pt x="5021" y="18458"/>
                  </a:lnTo>
                  <a:lnTo>
                    <a:pt x="5291" y="17145"/>
                  </a:lnTo>
                  <a:close/>
                  <a:moveTo>
                    <a:pt x="14481" y="20157"/>
                  </a:moveTo>
                  <a:lnTo>
                    <a:pt x="15022" y="20273"/>
                  </a:lnTo>
                  <a:lnTo>
                    <a:pt x="15485" y="20466"/>
                  </a:lnTo>
                  <a:lnTo>
                    <a:pt x="15987" y="20659"/>
                  </a:lnTo>
                  <a:lnTo>
                    <a:pt x="16451" y="20891"/>
                  </a:lnTo>
                  <a:lnTo>
                    <a:pt x="16180" y="21007"/>
                  </a:lnTo>
                  <a:lnTo>
                    <a:pt x="15949" y="21007"/>
                  </a:lnTo>
                  <a:lnTo>
                    <a:pt x="15678" y="20968"/>
                  </a:lnTo>
                  <a:lnTo>
                    <a:pt x="15447" y="20891"/>
                  </a:lnTo>
                  <a:lnTo>
                    <a:pt x="15292" y="20891"/>
                  </a:lnTo>
                  <a:lnTo>
                    <a:pt x="15176" y="20968"/>
                  </a:lnTo>
                  <a:lnTo>
                    <a:pt x="15176" y="21045"/>
                  </a:lnTo>
                  <a:lnTo>
                    <a:pt x="15176" y="21084"/>
                  </a:lnTo>
                  <a:lnTo>
                    <a:pt x="15215" y="21161"/>
                  </a:lnTo>
                  <a:lnTo>
                    <a:pt x="15253" y="21200"/>
                  </a:lnTo>
                  <a:lnTo>
                    <a:pt x="15794" y="21547"/>
                  </a:lnTo>
                  <a:lnTo>
                    <a:pt x="16257" y="21972"/>
                  </a:lnTo>
                  <a:lnTo>
                    <a:pt x="16489" y="22204"/>
                  </a:lnTo>
                  <a:lnTo>
                    <a:pt x="16682" y="22435"/>
                  </a:lnTo>
                  <a:lnTo>
                    <a:pt x="16837" y="22706"/>
                  </a:lnTo>
                  <a:lnTo>
                    <a:pt x="16991" y="22976"/>
                  </a:lnTo>
                  <a:lnTo>
                    <a:pt x="17223" y="23517"/>
                  </a:lnTo>
                  <a:lnTo>
                    <a:pt x="17339" y="23825"/>
                  </a:lnTo>
                  <a:lnTo>
                    <a:pt x="17416" y="24173"/>
                  </a:lnTo>
                  <a:lnTo>
                    <a:pt x="17493" y="24482"/>
                  </a:lnTo>
                  <a:lnTo>
                    <a:pt x="17532" y="24791"/>
                  </a:lnTo>
                  <a:lnTo>
                    <a:pt x="17493" y="25100"/>
                  </a:lnTo>
                  <a:lnTo>
                    <a:pt x="17455" y="25409"/>
                  </a:lnTo>
                  <a:lnTo>
                    <a:pt x="17339" y="25602"/>
                  </a:lnTo>
                  <a:lnTo>
                    <a:pt x="17223" y="25756"/>
                  </a:lnTo>
                  <a:lnTo>
                    <a:pt x="17068" y="25833"/>
                  </a:lnTo>
                  <a:lnTo>
                    <a:pt x="16914" y="25872"/>
                  </a:lnTo>
                  <a:lnTo>
                    <a:pt x="16528" y="25872"/>
                  </a:lnTo>
                  <a:lnTo>
                    <a:pt x="16103" y="25756"/>
                  </a:lnTo>
                  <a:lnTo>
                    <a:pt x="15447" y="25563"/>
                  </a:lnTo>
                  <a:lnTo>
                    <a:pt x="15099" y="25409"/>
                  </a:lnTo>
                  <a:lnTo>
                    <a:pt x="14790" y="25254"/>
                  </a:lnTo>
                  <a:lnTo>
                    <a:pt x="14443" y="25061"/>
                  </a:lnTo>
                  <a:lnTo>
                    <a:pt x="14095" y="24829"/>
                  </a:lnTo>
                  <a:lnTo>
                    <a:pt x="13786" y="24559"/>
                  </a:lnTo>
                  <a:lnTo>
                    <a:pt x="13516" y="24250"/>
                  </a:lnTo>
                  <a:lnTo>
                    <a:pt x="13284" y="23903"/>
                  </a:lnTo>
                  <a:lnTo>
                    <a:pt x="13091" y="23555"/>
                  </a:lnTo>
                  <a:lnTo>
                    <a:pt x="12937" y="23208"/>
                  </a:lnTo>
                  <a:lnTo>
                    <a:pt x="12821" y="22783"/>
                  </a:lnTo>
                  <a:lnTo>
                    <a:pt x="12744" y="22706"/>
                  </a:lnTo>
                  <a:lnTo>
                    <a:pt x="12666" y="22667"/>
                  </a:lnTo>
                  <a:lnTo>
                    <a:pt x="12589" y="22706"/>
                  </a:lnTo>
                  <a:lnTo>
                    <a:pt x="12512" y="22744"/>
                  </a:lnTo>
                  <a:lnTo>
                    <a:pt x="12048" y="23439"/>
                  </a:lnTo>
                  <a:lnTo>
                    <a:pt x="11933" y="23053"/>
                  </a:lnTo>
                  <a:lnTo>
                    <a:pt x="11855" y="22628"/>
                  </a:lnTo>
                  <a:lnTo>
                    <a:pt x="11855" y="22242"/>
                  </a:lnTo>
                  <a:lnTo>
                    <a:pt x="11894" y="21817"/>
                  </a:lnTo>
                  <a:lnTo>
                    <a:pt x="12280" y="21740"/>
                  </a:lnTo>
                  <a:lnTo>
                    <a:pt x="12666" y="21586"/>
                  </a:lnTo>
                  <a:lnTo>
                    <a:pt x="12589" y="21817"/>
                  </a:lnTo>
                  <a:lnTo>
                    <a:pt x="12589" y="22049"/>
                  </a:lnTo>
                  <a:lnTo>
                    <a:pt x="12589" y="22126"/>
                  </a:lnTo>
                  <a:lnTo>
                    <a:pt x="12628" y="22165"/>
                  </a:lnTo>
                  <a:lnTo>
                    <a:pt x="12937" y="22165"/>
                  </a:lnTo>
                  <a:lnTo>
                    <a:pt x="13130" y="22319"/>
                  </a:lnTo>
                  <a:lnTo>
                    <a:pt x="13323" y="22551"/>
                  </a:lnTo>
                  <a:lnTo>
                    <a:pt x="13516" y="22821"/>
                  </a:lnTo>
                  <a:lnTo>
                    <a:pt x="13863" y="23439"/>
                  </a:lnTo>
                  <a:lnTo>
                    <a:pt x="14095" y="23825"/>
                  </a:lnTo>
                  <a:lnTo>
                    <a:pt x="14404" y="24173"/>
                  </a:lnTo>
                  <a:lnTo>
                    <a:pt x="14751" y="24482"/>
                  </a:lnTo>
                  <a:lnTo>
                    <a:pt x="15176" y="24752"/>
                  </a:lnTo>
                  <a:lnTo>
                    <a:pt x="15640" y="24907"/>
                  </a:lnTo>
                  <a:lnTo>
                    <a:pt x="15871" y="24945"/>
                  </a:lnTo>
                  <a:lnTo>
                    <a:pt x="16103" y="24984"/>
                  </a:lnTo>
                  <a:lnTo>
                    <a:pt x="16566" y="24984"/>
                  </a:lnTo>
                  <a:lnTo>
                    <a:pt x="16644" y="24945"/>
                  </a:lnTo>
                  <a:lnTo>
                    <a:pt x="16644" y="24907"/>
                  </a:lnTo>
                  <a:lnTo>
                    <a:pt x="16644" y="24829"/>
                  </a:lnTo>
                  <a:lnTo>
                    <a:pt x="16605" y="24791"/>
                  </a:lnTo>
                  <a:lnTo>
                    <a:pt x="16605" y="24752"/>
                  </a:lnTo>
                  <a:lnTo>
                    <a:pt x="16451" y="24250"/>
                  </a:lnTo>
                  <a:lnTo>
                    <a:pt x="16257" y="23748"/>
                  </a:lnTo>
                  <a:lnTo>
                    <a:pt x="16026" y="23285"/>
                  </a:lnTo>
                  <a:lnTo>
                    <a:pt x="15755" y="22821"/>
                  </a:lnTo>
                  <a:lnTo>
                    <a:pt x="15485" y="22397"/>
                  </a:lnTo>
                  <a:lnTo>
                    <a:pt x="15176" y="22011"/>
                  </a:lnTo>
                  <a:lnTo>
                    <a:pt x="14829" y="21586"/>
                  </a:lnTo>
                  <a:lnTo>
                    <a:pt x="14443" y="21238"/>
                  </a:lnTo>
                  <a:lnTo>
                    <a:pt x="14597" y="21161"/>
                  </a:lnTo>
                  <a:lnTo>
                    <a:pt x="14713" y="21045"/>
                  </a:lnTo>
                  <a:lnTo>
                    <a:pt x="14751" y="20968"/>
                  </a:lnTo>
                  <a:lnTo>
                    <a:pt x="14751" y="20929"/>
                  </a:lnTo>
                  <a:lnTo>
                    <a:pt x="14713" y="20852"/>
                  </a:lnTo>
                  <a:lnTo>
                    <a:pt x="14674" y="20814"/>
                  </a:lnTo>
                  <a:lnTo>
                    <a:pt x="14211" y="20505"/>
                  </a:lnTo>
                  <a:lnTo>
                    <a:pt x="14481" y="20157"/>
                  </a:lnTo>
                  <a:close/>
                  <a:moveTo>
                    <a:pt x="155" y="0"/>
                  </a:moveTo>
                  <a:lnTo>
                    <a:pt x="116" y="39"/>
                  </a:lnTo>
                  <a:lnTo>
                    <a:pt x="78" y="77"/>
                  </a:lnTo>
                  <a:lnTo>
                    <a:pt x="116" y="155"/>
                  </a:lnTo>
                  <a:lnTo>
                    <a:pt x="78" y="193"/>
                  </a:lnTo>
                  <a:lnTo>
                    <a:pt x="39" y="270"/>
                  </a:lnTo>
                  <a:lnTo>
                    <a:pt x="1" y="1583"/>
                  </a:lnTo>
                  <a:lnTo>
                    <a:pt x="39" y="2896"/>
                  </a:lnTo>
                  <a:lnTo>
                    <a:pt x="116" y="4171"/>
                  </a:lnTo>
                  <a:lnTo>
                    <a:pt x="310" y="5483"/>
                  </a:lnTo>
                  <a:lnTo>
                    <a:pt x="541" y="6758"/>
                  </a:lnTo>
                  <a:lnTo>
                    <a:pt x="850" y="8032"/>
                  </a:lnTo>
                  <a:lnTo>
                    <a:pt x="1198" y="9306"/>
                  </a:lnTo>
                  <a:lnTo>
                    <a:pt x="1622" y="10542"/>
                  </a:lnTo>
                  <a:lnTo>
                    <a:pt x="2124" y="11739"/>
                  </a:lnTo>
                  <a:lnTo>
                    <a:pt x="2665" y="12936"/>
                  </a:lnTo>
                  <a:lnTo>
                    <a:pt x="3283" y="14095"/>
                  </a:lnTo>
                  <a:lnTo>
                    <a:pt x="3978" y="15214"/>
                  </a:lnTo>
                  <a:lnTo>
                    <a:pt x="4519" y="16064"/>
                  </a:lnTo>
                  <a:lnTo>
                    <a:pt x="5098" y="16913"/>
                  </a:lnTo>
                  <a:lnTo>
                    <a:pt x="4827" y="17686"/>
                  </a:lnTo>
                  <a:lnTo>
                    <a:pt x="4596" y="18458"/>
                  </a:lnTo>
                  <a:lnTo>
                    <a:pt x="4441" y="19269"/>
                  </a:lnTo>
                  <a:lnTo>
                    <a:pt x="4325" y="20080"/>
                  </a:lnTo>
                  <a:lnTo>
                    <a:pt x="4325" y="20157"/>
                  </a:lnTo>
                  <a:lnTo>
                    <a:pt x="4364" y="20196"/>
                  </a:lnTo>
                  <a:lnTo>
                    <a:pt x="4480" y="20273"/>
                  </a:lnTo>
                  <a:lnTo>
                    <a:pt x="4596" y="20543"/>
                  </a:lnTo>
                  <a:lnTo>
                    <a:pt x="4712" y="20775"/>
                  </a:lnTo>
                  <a:lnTo>
                    <a:pt x="4905" y="21045"/>
                  </a:lnTo>
                  <a:lnTo>
                    <a:pt x="5059" y="21277"/>
                  </a:lnTo>
                  <a:lnTo>
                    <a:pt x="5484" y="21702"/>
                  </a:lnTo>
                  <a:lnTo>
                    <a:pt x="5831" y="22165"/>
                  </a:lnTo>
                  <a:lnTo>
                    <a:pt x="6333" y="22860"/>
                  </a:lnTo>
                  <a:lnTo>
                    <a:pt x="6835" y="23594"/>
                  </a:lnTo>
                  <a:lnTo>
                    <a:pt x="7260" y="24366"/>
                  </a:lnTo>
                  <a:lnTo>
                    <a:pt x="7646" y="25138"/>
                  </a:lnTo>
                  <a:lnTo>
                    <a:pt x="7724" y="25216"/>
                  </a:lnTo>
                  <a:lnTo>
                    <a:pt x="7878" y="25216"/>
                  </a:lnTo>
                  <a:lnTo>
                    <a:pt x="7917" y="25177"/>
                  </a:lnTo>
                  <a:lnTo>
                    <a:pt x="7994" y="25216"/>
                  </a:lnTo>
                  <a:lnTo>
                    <a:pt x="8110" y="25216"/>
                  </a:lnTo>
                  <a:lnTo>
                    <a:pt x="8187" y="25138"/>
                  </a:lnTo>
                  <a:lnTo>
                    <a:pt x="8534" y="24327"/>
                  </a:lnTo>
                  <a:lnTo>
                    <a:pt x="8921" y="23478"/>
                  </a:lnTo>
                  <a:lnTo>
                    <a:pt x="9577" y="21779"/>
                  </a:lnTo>
                  <a:lnTo>
                    <a:pt x="9577" y="21663"/>
                  </a:lnTo>
                  <a:lnTo>
                    <a:pt x="9538" y="21586"/>
                  </a:lnTo>
                  <a:lnTo>
                    <a:pt x="8766" y="20543"/>
                  </a:lnTo>
                  <a:lnTo>
                    <a:pt x="8071" y="19462"/>
                  </a:lnTo>
                  <a:lnTo>
                    <a:pt x="8612" y="19694"/>
                  </a:lnTo>
                  <a:lnTo>
                    <a:pt x="9152" y="19848"/>
                  </a:lnTo>
                  <a:lnTo>
                    <a:pt x="9732" y="19925"/>
                  </a:lnTo>
                  <a:lnTo>
                    <a:pt x="10311" y="19964"/>
                  </a:lnTo>
                  <a:lnTo>
                    <a:pt x="10311" y="20389"/>
                  </a:lnTo>
                  <a:lnTo>
                    <a:pt x="10349" y="20852"/>
                  </a:lnTo>
                  <a:lnTo>
                    <a:pt x="10465" y="21315"/>
                  </a:lnTo>
                  <a:lnTo>
                    <a:pt x="10542" y="21547"/>
                  </a:lnTo>
                  <a:lnTo>
                    <a:pt x="10697" y="21740"/>
                  </a:lnTo>
                  <a:lnTo>
                    <a:pt x="10736" y="21779"/>
                  </a:lnTo>
                  <a:lnTo>
                    <a:pt x="10813" y="21779"/>
                  </a:lnTo>
                  <a:lnTo>
                    <a:pt x="10851" y="21856"/>
                  </a:lnTo>
                  <a:lnTo>
                    <a:pt x="10929" y="21856"/>
                  </a:lnTo>
                  <a:lnTo>
                    <a:pt x="11315" y="21895"/>
                  </a:lnTo>
                  <a:lnTo>
                    <a:pt x="11662" y="21856"/>
                  </a:lnTo>
                  <a:lnTo>
                    <a:pt x="11624" y="22126"/>
                  </a:lnTo>
                  <a:lnTo>
                    <a:pt x="11585" y="22358"/>
                  </a:lnTo>
                  <a:lnTo>
                    <a:pt x="11546" y="22590"/>
                  </a:lnTo>
                  <a:lnTo>
                    <a:pt x="11585" y="22860"/>
                  </a:lnTo>
                  <a:lnTo>
                    <a:pt x="11624" y="23092"/>
                  </a:lnTo>
                  <a:lnTo>
                    <a:pt x="11662" y="23323"/>
                  </a:lnTo>
                  <a:lnTo>
                    <a:pt x="11778" y="23594"/>
                  </a:lnTo>
                  <a:lnTo>
                    <a:pt x="11894" y="23825"/>
                  </a:lnTo>
                  <a:lnTo>
                    <a:pt x="11933" y="23903"/>
                  </a:lnTo>
                  <a:lnTo>
                    <a:pt x="12010" y="23903"/>
                  </a:lnTo>
                  <a:lnTo>
                    <a:pt x="12087" y="23864"/>
                  </a:lnTo>
                  <a:lnTo>
                    <a:pt x="12164" y="23825"/>
                  </a:lnTo>
                  <a:lnTo>
                    <a:pt x="12589" y="23208"/>
                  </a:lnTo>
                  <a:lnTo>
                    <a:pt x="12744" y="23594"/>
                  </a:lnTo>
                  <a:lnTo>
                    <a:pt x="12937" y="23941"/>
                  </a:lnTo>
                  <a:lnTo>
                    <a:pt x="13168" y="24289"/>
                  </a:lnTo>
                  <a:lnTo>
                    <a:pt x="13439" y="24598"/>
                  </a:lnTo>
                  <a:lnTo>
                    <a:pt x="13709" y="24907"/>
                  </a:lnTo>
                  <a:lnTo>
                    <a:pt x="14018" y="25177"/>
                  </a:lnTo>
                  <a:lnTo>
                    <a:pt x="14365" y="25409"/>
                  </a:lnTo>
                  <a:lnTo>
                    <a:pt x="14713" y="25602"/>
                  </a:lnTo>
                  <a:lnTo>
                    <a:pt x="15331" y="25911"/>
                  </a:lnTo>
                  <a:lnTo>
                    <a:pt x="15717" y="26027"/>
                  </a:lnTo>
                  <a:lnTo>
                    <a:pt x="16142" y="26181"/>
                  </a:lnTo>
                  <a:lnTo>
                    <a:pt x="16566" y="26258"/>
                  </a:lnTo>
                  <a:lnTo>
                    <a:pt x="16953" y="26297"/>
                  </a:lnTo>
                  <a:lnTo>
                    <a:pt x="17146" y="26297"/>
                  </a:lnTo>
                  <a:lnTo>
                    <a:pt x="17300" y="26258"/>
                  </a:lnTo>
                  <a:lnTo>
                    <a:pt x="17416" y="26181"/>
                  </a:lnTo>
                  <a:lnTo>
                    <a:pt x="17570" y="26104"/>
                  </a:lnTo>
                  <a:lnTo>
                    <a:pt x="17648" y="25949"/>
                  </a:lnTo>
                  <a:lnTo>
                    <a:pt x="17725" y="25833"/>
                  </a:lnTo>
                  <a:lnTo>
                    <a:pt x="17841" y="25486"/>
                  </a:lnTo>
                  <a:lnTo>
                    <a:pt x="17879" y="25100"/>
                  </a:lnTo>
                  <a:lnTo>
                    <a:pt x="17841" y="24675"/>
                  </a:lnTo>
                  <a:lnTo>
                    <a:pt x="17802" y="24289"/>
                  </a:lnTo>
                  <a:lnTo>
                    <a:pt x="17686" y="23903"/>
                  </a:lnTo>
                  <a:lnTo>
                    <a:pt x="17493" y="23246"/>
                  </a:lnTo>
                  <a:lnTo>
                    <a:pt x="17223" y="22706"/>
                  </a:lnTo>
                  <a:lnTo>
                    <a:pt x="16914" y="22204"/>
                  </a:lnTo>
                  <a:lnTo>
                    <a:pt x="16528" y="21740"/>
                  </a:lnTo>
                  <a:lnTo>
                    <a:pt x="16103" y="21354"/>
                  </a:lnTo>
                  <a:lnTo>
                    <a:pt x="16296" y="21315"/>
                  </a:lnTo>
                  <a:lnTo>
                    <a:pt x="16489" y="21277"/>
                  </a:lnTo>
                  <a:lnTo>
                    <a:pt x="16682" y="21161"/>
                  </a:lnTo>
                  <a:lnTo>
                    <a:pt x="16875" y="21045"/>
                  </a:lnTo>
                  <a:lnTo>
                    <a:pt x="16914" y="21007"/>
                  </a:lnTo>
                  <a:lnTo>
                    <a:pt x="16953" y="20929"/>
                  </a:lnTo>
                  <a:lnTo>
                    <a:pt x="16914" y="20814"/>
                  </a:lnTo>
                  <a:lnTo>
                    <a:pt x="16875" y="20775"/>
                  </a:lnTo>
                  <a:lnTo>
                    <a:pt x="16335" y="20466"/>
                  </a:lnTo>
                  <a:lnTo>
                    <a:pt x="15833" y="20196"/>
                  </a:lnTo>
                  <a:lnTo>
                    <a:pt x="15292" y="20003"/>
                  </a:lnTo>
                  <a:lnTo>
                    <a:pt x="14713" y="19848"/>
                  </a:lnTo>
                  <a:lnTo>
                    <a:pt x="14983" y="19346"/>
                  </a:lnTo>
                  <a:lnTo>
                    <a:pt x="14983" y="19230"/>
                  </a:lnTo>
                  <a:lnTo>
                    <a:pt x="14983" y="19114"/>
                  </a:lnTo>
                  <a:lnTo>
                    <a:pt x="14983" y="19076"/>
                  </a:lnTo>
                  <a:lnTo>
                    <a:pt x="14945" y="19037"/>
                  </a:lnTo>
                  <a:lnTo>
                    <a:pt x="14172" y="18574"/>
                  </a:lnTo>
                  <a:lnTo>
                    <a:pt x="13825" y="18342"/>
                  </a:lnTo>
                  <a:lnTo>
                    <a:pt x="13477" y="18033"/>
                  </a:lnTo>
                  <a:lnTo>
                    <a:pt x="13554" y="17879"/>
                  </a:lnTo>
                  <a:lnTo>
                    <a:pt x="13670" y="17493"/>
                  </a:lnTo>
                  <a:lnTo>
                    <a:pt x="13747" y="17106"/>
                  </a:lnTo>
                  <a:lnTo>
                    <a:pt x="13786" y="16720"/>
                  </a:lnTo>
                  <a:lnTo>
                    <a:pt x="13825" y="16334"/>
                  </a:lnTo>
                  <a:lnTo>
                    <a:pt x="14249" y="17106"/>
                  </a:lnTo>
                  <a:lnTo>
                    <a:pt x="14674" y="17956"/>
                  </a:lnTo>
                  <a:lnTo>
                    <a:pt x="14751" y="18033"/>
                  </a:lnTo>
                  <a:lnTo>
                    <a:pt x="14867" y="18033"/>
                  </a:lnTo>
                  <a:lnTo>
                    <a:pt x="15640" y="18072"/>
                  </a:lnTo>
                  <a:lnTo>
                    <a:pt x="16412" y="18110"/>
                  </a:lnTo>
                  <a:lnTo>
                    <a:pt x="17184" y="18188"/>
                  </a:lnTo>
                  <a:lnTo>
                    <a:pt x="17957" y="18304"/>
                  </a:lnTo>
                  <a:lnTo>
                    <a:pt x="18111" y="18304"/>
                  </a:lnTo>
                  <a:lnTo>
                    <a:pt x="18188" y="18226"/>
                  </a:lnTo>
                  <a:lnTo>
                    <a:pt x="18227" y="18110"/>
                  </a:lnTo>
                  <a:lnTo>
                    <a:pt x="18188" y="17995"/>
                  </a:lnTo>
                  <a:lnTo>
                    <a:pt x="16798" y="15099"/>
                  </a:lnTo>
                  <a:lnTo>
                    <a:pt x="16064" y="13631"/>
                  </a:lnTo>
                  <a:lnTo>
                    <a:pt x="15678" y="12936"/>
                  </a:lnTo>
                  <a:lnTo>
                    <a:pt x="15253" y="12241"/>
                  </a:lnTo>
                  <a:lnTo>
                    <a:pt x="15176" y="12202"/>
                  </a:lnTo>
                  <a:lnTo>
                    <a:pt x="15099" y="12202"/>
                  </a:lnTo>
                  <a:lnTo>
                    <a:pt x="14713" y="12164"/>
                  </a:lnTo>
                  <a:lnTo>
                    <a:pt x="14288" y="12164"/>
                  </a:lnTo>
                  <a:lnTo>
                    <a:pt x="13516" y="12125"/>
                  </a:lnTo>
                  <a:lnTo>
                    <a:pt x="12164" y="12009"/>
                  </a:lnTo>
                  <a:lnTo>
                    <a:pt x="11662" y="11198"/>
                  </a:lnTo>
                  <a:lnTo>
                    <a:pt x="11122" y="10465"/>
                  </a:lnTo>
                  <a:lnTo>
                    <a:pt x="10542" y="9731"/>
                  </a:lnTo>
                  <a:lnTo>
                    <a:pt x="10002" y="8997"/>
                  </a:lnTo>
                  <a:lnTo>
                    <a:pt x="8959" y="7762"/>
                  </a:lnTo>
                  <a:lnTo>
                    <a:pt x="7839" y="6565"/>
                  </a:lnTo>
                  <a:lnTo>
                    <a:pt x="6720" y="5406"/>
                  </a:lnTo>
                  <a:lnTo>
                    <a:pt x="5561" y="4286"/>
                  </a:lnTo>
                  <a:lnTo>
                    <a:pt x="4325" y="3205"/>
                  </a:lnTo>
                  <a:lnTo>
                    <a:pt x="3128" y="2163"/>
                  </a:lnTo>
                  <a:lnTo>
                    <a:pt x="1854" y="1120"/>
                  </a:lnTo>
                  <a:lnTo>
                    <a:pt x="580" y="116"/>
                  </a:lnTo>
                  <a:lnTo>
                    <a:pt x="541" y="77"/>
                  </a:lnTo>
                  <a:lnTo>
                    <a:pt x="464" y="77"/>
                  </a:lnTo>
                  <a:lnTo>
                    <a:pt x="348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549;p19"/>
            <p:cNvSpPr/>
            <p:nvPr/>
          </p:nvSpPr>
          <p:spPr>
            <a:xfrm>
              <a:off x="668675" y="2948700"/>
              <a:ext cx="256800" cy="152550"/>
            </a:xfrm>
            <a:custGeom>
              <a:avLst/>
              <a:gdLst/>
              <a:ahLst/>
              <a:cxnLst/>
              <a:rect l="l" t="t" r="r" b="b"/>
              <a:pathLst>
                <a:path w="10272" h="6102" extrusionOk="0">
                  <a:moveTo>
                    <a:pt x="541" y="1"/>
                  </a:moveTo>
                  <a:lnTo>
                    <a:pt x="425" y="39"/>
                  </a:lnTo>
                  <a:lnTo>
                    <a:pt x="348" y="116"/>
                  </a:lnTo>
                  <a:lnTo>
                    <a:pt x="232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889"/>
                  </a:lnTo>
                  <a:lnTo>
                    <a:pt x="0" y="1275"/>
                  </a:lnTo>
                  <a:lnTo>
                    <a:pt x="0" y="1622"/>
                  </a:lnTo>
                  <a:lnTo>
                    <a:pt x="0" y="2047"/>
                  </a:lnTo>
                  <a:lnTo>
                    <a:pt x="77" y="2511"/>
                  </a:lnTo>
                  <a:lnTo>
                    <a:pt x="155" y="2935"/>
                  </a:lnTo>
                  <a:lnTo>
                    <a:pt x="309" y="3321"/>
                  </a:lnTo>
                  <a:lnTo>
                    <a:pt x="502" y="3785"/>
                  </a:lnTo>
                  <a:lnTo>
                    <a:pt x="734" y="4171"/>
                  </a:lnTo>
                  <a:lnTo>
                    <a:pt x="1004" y="4557"/>
                  </a:lnTo>
                  <a:lnTo>
                    <a:pt x="1313" y="4905"/>
                  </a:lnTo>
                  <a:lnTo>
                    <a:pt x="1699" y="5214"/>
                  </a:lnTo>
                  <a:lnTo>
                    <a:pt x="2047" y="5523"/>
                  </a:lnTo>
                  <a:lnTo>
                    <a:pt x="2472" y="5754"/>
                  </a:lnTo>
                  <a:lnTo>
                    <a:pt x="2896" y="5947"/>
                  </a:lnTo>
                  <a:lnTo>
                    <a:pt x="3167" y="5716"/>
                  </a:lnTo>
                  <a:lnTo>
                    <a:pt x="2819" y="5561"/>
                  </a:lnTo>
                  <a:lnTo>
                    <a:pt x="2510" y="5368"/>
                  </a:lnTo>
                  <a:lnTo>
                    <a:pt x="2240" y="5136"/>
                  </a:lnTo>
                  <a:lnTo>
                    <a:pt x="1931" y="4905"/>
                  </a:lnTo>
                  <a:lnTo>
                    <a:pt x="1661" y="4634"/>
                  </a:lnTo>
                  <a:lnTo>
                    <a:pt x="1429" y="4364"/>
                  </a:lnTo>
                  <a:lnTo>
                    <a:pt x="1197" y="4094"/>
                  </a:lnTo>
                  <a:lnTo>
                    <a:pt x="1004" y="3785"/>
                  </a:lnTo>
                  <a:lnTo>
                    <a:pt x="811" y="3476"/>
                  </a:lnTo>
                  <a:lnTo>
                    <a:pt x="657" y="3128"/>
                  </a:lnTo>
                  <a:lnTo>
                    <a:pt x="541" y="2781"/>
                  </a:lnTo>
                  <a:lnTo>
                    <a:pt x="464" y="2433"/>
                  </a:lnTo>
                  <a:lnTo>
                    <a:pt x="425" y="2086"/>
                  </a:lnTo>
                  <a:lnTo>
                    <a:pt x="386" y="1700"/>
                  </a:lnTo>
                  <a:lnTo>
                    <a:pt x="425" y="1352"/>
                  </a:lnTo>
                  <a:lnTo>
                    <a:pt x="464" y="966"/>
                  </a:lnTo>
                  <a:lnTo>
                    <a:pt x="541" y="696"/>
                  </a:lnTo>
                  <a:lnTo>
                    <a:pt x="579" y="541"/>
                  </a:lnTo>
                  <a:lnTo>
                    <a:pt x="657" y="464"/>
                  </a:lnTo>
                  <a:lnTo>
                    <a:pt x="811" y="503"/>
                  </a:lnTo>
                  <a:lnTo>
                    <a:pt x="1043" y="618"/>
                  </a:lnTo>
                  <a:lnTo>
                    <a:pt x="1429" y="812"/>
                  </a:lnTo>
                  <a:lnTo>
                    <a:pt x="1738" y="1005"/>
                  </a:lnTo>
                  <a:lnTo>
                    <a:pt x="2085" y="1236"/>
                  </a:lnTo>
                  <a:lnTo>
                    <a:pt x="2394" y="1468"/>
                  </a:lnTo>
                  <a:lnTo>
                    <a:pt x="2665" y="1738"/>
                  </a:lnTo>
                  <a:lnTo>
                    <a:pt x="2935" y="2009"/>
                  </a:lnTo>
                  <a:lnTo>
                    <a:pt x="3167" y="2279"/>
                  </a:lnTo>
                  <a:lnTo>
                    <a:pt x="3360" y="2588"/>
                  </a:lnTo>
                  <a:lnTo>
                    <a:pt x="3514" y="2897"/>
                  </a:lnTo>
                  <a:lnTo>
                    <a:pt x="3630" y="3244"/>
                  </a:lnTo>
                  <a:lnTo>
                    <a:pt x="3707" y="3592"/>
                  </a:lnTo>
                  <a:lnTo>
                    <a:pt x="3784" y="3939"/>
                  </a:lnTo>
                  <a:lnTo>
                    <a:pt x="3784" y="4325"/>
                  </a:lnTo>
                  <a:lnTo>
                    <a:pt x="3823" y="4403"/>
                  </a:lnTo>
                  <a:lnTo>
                    <a:pt x="3939" y="4480"/>
                  </a:lnTo>
                  <a:lnTo>
                    <a:pt x="3939" y="4557"/>
                  </a:lnTo>
                  <a:lnTo>
                    <a:pt x="3978" y="4596"/>
                  </a:lnTo>
                  <a:lnTo>
                    <a:pt x="4016" y="4596"/>
                  </a:lnTo>
                  <a:lnTo>
                    <a:pt x="4055" y="4557"/>
                  </a:lnTo>
                  <a:lnTo>
                    <a:pt x="4171" y="4403"/>
                  </a:lnTo>
                  <a:lnTo>
                    <a:pt x="4286" y="4287"/>
                  </a:lnTo>
                  <a:lnTo>
                    <a:pt x="4595" y="4017"/>
                  </a:lnTo>
                  <a:lnTo>
                    <a:pt x="4943" y="3785"/>
                  </a:lnTo>
                  <a:lnTo>
                    <a:pt x="5329" y="3630"/>
                  </a:lnTo>
                  <a:lnTo>
                    <a:pt x="5754" y="3476"/>
                  </a:lnTo>
                  <a:lnTo>
                    <a:pt x="6179" y="3360"/>
                  </a:lnTo>
                  <a:lnTo>
                    <a:pt x="6565" y="3283"/>
                  </a:lnTo>
                  <a:lnTo>
                    <a:pt x="6912" y="3206"/>
                  </a:lnTo>
                  <a:lnTo>
                    <a:pt x="7260" y="3167"/>
                  </a:lnTo>
                  <a:lnTo>
                    <a:pt x="7646" y="3167"/>
                  </a:lnTo>
                  <a:lnTo>
                    <a:pt x="7994" y="3206"/>
                  </a:lnTo>
                  <a:lnTo>
                    <a:pt x="8380" y="3244"/>
                  </a:lnTo>
                  <a:lnTo>
                    <a:pt x="8727" y="3321"/>
                  </a:lnTo>
                  <a:lnTo>
                    <a:pt x="9075" y="3399"/>
                  </a:lnTo>
                  <a:lnTo>
                    <a:pt x="9422" y="3553"/>
                  </a:lnTo>
                  <a:lnTo>
                    <a:pt x="9770" y="3669"/>
                  </a:lnTo>
                  <a:lnTo>
                    <a:pt x="9499" y="4017"/>
                  </a:lnTo>
                  <a:lnTo>
                    <a:pt x="9229" y="4364"/>
                  </a:lnTo>
                  <a:lnTo>
                    <a:pt x="8920" y="4634"/>
                  </a:lnTo>
                  <a:lnTo>
                    <a:pt x="8611" y="4905"/>
                  </a:lnTo>
                  <a:lnTo>
                    <a:pt x="8264" y="5136"/>
                  </a:lnTo>
                  <a:lnTo>
                    <a:pt x="7916" y="5329"/>
                  </a:lnTo>
                  <a:lnTo>
                    <a:pt x="7530" y="5484"/>
                  </a:lnTo>
                  <a:lnTo>
                    <a:pt x="7105" y="5600"/>
                  </a:lnTo>
                  <a:lnTo>
                    <a:pt x="6719" y="5638"/>
                  </a:lnTo>
                  <a:lnTo>
                    <a:pt x="6333" y="5677"/>
                  </a:lnTo>
                  <a:lnTo>
                    <a:pt x="5599" y="5677"/>
                  </a:lnTo>
                  <a:lnTo>
                    <a:pt x="4866" y="5600"/>
                  </a:lnTo>
                  <a:lnTo>
                    <a:pt x="4093" y="5484"/>
                  </a:lnTo>
                  <a:lnTo>
                    <a:pt x="4016" y="5484"/>
                  </a:lnTo>
                  <a:lnTo>
                    <a:pt x="3978" y="5523"/>
                  </a:lnTo>
                  <a:lnTo>
                    <a:pt x="3900" y="5638"/>
                  </a:lnTo>
                  <a:lnTo>
                    <a:pt x="3862" y="5638"/>
                  </a:lnTo>
                  <a:lnTo>
                    <a:pt x="3862" y="5716"/>
                  </a:lnTo>
                  <a:lnTo>
                    <a:pt x="3900" y="6025"/>
                  </a:lnTo>
                  <a:lnTo>
                    <a:pt x="4093" y="5909"/>
                  </a:lnTo>
                  <a:lnTo>
                    <a:pt x="4943" y="6025"/>
                  </a:lnTo>
                  <a:lnTo>
                    <a:pt x="5792" y="6102"/>
                  </a:lnTo>
                  <a:lnTo>
                    <a:pt x="6217" y="6102"/>
                  </a:lnTo>
                  <a:lnTo>
                    <a:pt x="6642" y="6063"/>
                  </a:lnTo>
                  <a:lnTo>
                    <a:pt x="7105" y="6025"/>
                  </a:lnTo>
                  <a:lnTo>
                    <a:pt x="7530" y="5947"/>
                  </a:lnTo>
                  <a:lnTo>
                    <a:pt x="7955" y="5793"/>
                  </a:lnTo>
                  <a:lnTo>
                    <a:pt x="8341" y="5600"/>
                  </a:lnTo>
                  <a:lnTo>
                    <a:pt x="8727" y="5368"/>
                  </a:lnTo>
                  <a:lnTo>
                    <a:pt x="9075" y="5098"/>
                  </a:lnTo>
                  <a:lnTo>
                    <a:pt x="9384" y="4789"/>
                  </a:lnTo>
                  <a:lnTo>
                    <a:pt x="9654" y="4441"/>
                  </a:lnTo>
                  <a:lnTo>
                    <a:pt x="10233" y="3746"/>
                  </a:lnTo>
                  <a:lnTo>
                    <a:pt x="10272" y="3630"/>
                  </a:lnTo>
                  <a:lnTo>
                    <a:pt x="10272" y="3553"/>
                  </a:lnTo>
                  <a:lnTo>
                    <a:pt x="10233" y="3476"/>
                  </a:lnTo>
                  <a:lnTo>
                    <a:pt x="10156" y="3399"/>
                  </a:lnTo>
                  <a:lnTo>
                    <a:pt x="9693" y="3206"/>
                  </a:lnTo>
                  <a:lnTo>
                    <a:pt x="9229" y="3013"/>
                  </a:lnTo>
                  <a:lnTo>
                    <a:pt x="8766" y="2897"/>
                  </a:lnTo>
                  <a:lnTo>
                    <a:pt x="8264" y="2781"/>
                  </a:lnTo>
                  <a:lnTo>
                    <a:pt x="7800" y="2742"/>
                  </a:lnTo>
                  <a:lnTo>
                    <a:pt x="7298" y="2742"/>
                  </a:lnTo>
                  <a:lnTo>
                    <a:pt x="6796" y="2781"/>
                  </a:lnTo>
                  <a:lnTo>
                    <a:pt x="6294" y="2858"/>
                  </a:lnTo>
                  <a:lnTo>
                    <a:pt x="5870" y="3013"/>
                  </a:lnTo>
                  <a:lnTo>
                    <a:pt x="5290" y="3206"/>
                  </a:lnTo>
                  <a:lnTo>
                    <a:pt x="4982" y="3321"/>
                  </a:lnTo>
                  <a:lnTo>
                    <a:pt x="4673" y="3476"/>
                  </a:lnTo>
                  <a:lnTo>
                    <a:pt x="4402" y="3630"/>
                  </a:lnTo>
                  <a:lnTo>
                    <a:pt x="4209" y="3823"/>
                  </a:lnTo>
                  <a:lnTo>
                    <a:pt x="4132" y="3476"/>
                  </a:lnTo>
                  <a:lnTo>
                    <a:pt x="4055" y="3128"/>
                  </a:lnTo>
                  <a:lnTo>
                    <a:pt x="3939" y="2781"/>
                  </a:lnTo>
                  <a:lnTo>
                    <a:pt x="3784" y="2472"/>
                  </a:lnTo>
                  <a:lnTo>
                    <a:pt x="3591" y="2163"/>
                  </a:lnTo>
                  <a:lnTo>
                    <a:pt x="3360" y="1854"/>
                  </a:lnTo>
                  <a:lnTo>
                    <a:pt x="3128" y="1584"/>
                  </a:lnTo>
                  <a:lnTo>
                    <a:pt x="2858" y="1314"/>
                  </a:lnTo>
                  <a:lnTo>
                    <a:pt x="2472" y="966"/>
                  </a:lnTo>
                  <a:lnTo>
                    <a:pt x="2008" y="696"/>
                  </a:lnTo>
                  <a:lnTo>
                    <a:pt x="1545" y="425"/>
                  </a:lnTo>
                  <a:lnTo>
                    <a:pt x="1081" y="194"/>
                  </a:lnTo>
                  <a:lnTo>
                    <a:pt x="850" y="78"/>
                  </a:lnTo>
                  <a:lnTo>
                    <a:pt x="657" y="39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19"/>
            <p:cNvSpPr/>
            <p:nvPr/>
          </p:nvSpPr>
          <p:spPr>
            <a:xfrm>
              <a:off x="3343725" y="3024000"/>
              <a:ext cx="482700" cy="227850"/>
            </a:xfrm>
            <a:custGeom>
              <a:avLst/>
              <a:gdLst/>
              <a:ahLst/>
              <a:cxnLst/>
              <a:rect l="l" t="t" r="r" b="b"/>
              <a:pathLst>
                <a:path w="19308" h="9114" extrusionOk="0">
                  <a:moveTo>
                    <a:pt x="77" y="1"/>
                  </a:moveTo>
                  <a:lnTo>
                    <a:pt x="0" y="618"/>
                  </a:lnTo>
                  <a:lnTo>
                    <a:pt x="0" y="1236"/>
                  </a:lnTo>
                  <a:lnTo>
                    <a:pt x="39" y="1854"/>
                  </a:lnTo>
                  <a:lnTo>
                    <a:pt x="154" y="2472"/>
                  </a:lnTo>
                  <a:lnTo>
                    <a:pt x="309" y="3090"/>
                  </a:lnTo>
                  <a:lnTo>
                    <a:pt x="502" y="3669"/>
                  </a:lnTo>
                  <a:lnTo>
                    <a:pt x="772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69" y="5947"/>
                  </a:lnTo>
                  <a:lnTo>
                    <a:pt x="2433" y="6449"/>
                  </a:lnTo>
                  <a:lnTo>
                    <a:pt x="2935" y="6913"/>
                  </a:lnTo>
                  <a:lnTo>
                    <a:pt x="3514" y="7299"/>
                  </a:lnTo>
                  <a:lnTo>
                    <a:pt x="4093" y="7646"/>
                  </a:lnTo>
                  <a:lnTo>
                    <a:pt x="4672" y="7994"/>
                  </a:lnTo>
                  <a:lnTo>
                    <a:pt x="5329" y="8264"/>
                  </a:lnTo>
                  <a:lnTo>
                    <a:pt x="5947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98"/>
                  </a:lnTo>
                  <a:lnTo>
                    <a:pt x="8688" y="9075"/>
                  </a:lnTo>
                  <a:lnTo>
                    <a:pt x="9383" y="9114"/>
                  </a:lnTo>
                  <a:lnTo>
                    <a:pt x="10079" y="9114"/>
                  </a:lnTo>
                  <a:lnTo>
                    <a:pt x="10735" y="9075"/>
                  </a:lnTo>
                  <a:lnTo>
                    <a:pt x="11391" y="9036"/>
                  </a:lnTo>
                  <a:lnTo>
                    <a:pt x="12048" y="8921"/>
                  </a:lnTo>
                  <a:lnTo>
                    <a:pt x="12704" y="8805"/>
                  </a:lnTo>
                  <a:lnTo>
                    <a:pt x="13361" y="8612"/>
                  </a:lnTo>
                  <a:lnTo>
                    <a:pt x="14017" y="8419"/>
                  </a:lnTo>
                  <a:lnTo>
                    <a:pt x="14635" y="8187"/>
                  </a:lnTo>
                  <a:lnTo>
                    <a:pt x="15253" y="7917"/>
                  </a:lnTo>
                  <a:lnTo>
                    <a:pt x="15871" y="7569"/>
                  </a:lnTo>
                  <a:lnTo>
                    <a:pt x="16411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28" y="4905"/>
                  </a:lnTo>
                  <a:lnTo>
                    <a:pt x="19076" y="4325"/>
                  </a:lnTo>
                  <a:lnTo>
                    <a:pt x="19307" y="3708"/>
                  </a:lnTo>
                  <a:lnTo>
                    <a:pt x="19114" y="3669"/>
                  </a:lnTo>
                  <a:lnTo>
                    <a:pt x="18767" y="4171"/>
                  </a:lnTo>
                  <a:lnTo>
                    <a:pt x="18381" y="4673"/>
                  </a:lnTo>
                  <a:lnTo>
                    <a:pt x="17995" y="5136"/>
                  </a:lnTo>
                  <a:lnTo>
                    <a:pt x="17608" y="5561"/>
                  </a:lnTo>
                  <a:lnTo>
                    <a:pt x="17145" y="5986"/>
                  </a:lnTo>
                  <a:lnTo>
                    <a:pt x="16720" y="6372"/>
                  </a:lnTo>
                  <a:lnTo>
                    <a:pt x="16218" y="6720"/>
                  </a:lnTo>
                  <a:lnTo>
                    <a:pt x="15716" y="7028"/>
                  </a:lnTo>
                  <a:lnTo>
                    <a:pt x="15214" y="7337"/>
                  </a:lnTo>
                  <a:lnTo>
                    <a:pt x="14674" y="7608"/>
                  </a:lnTo>
                  <a:lnTo>
                    <a:pt x="14133" y="7839"/>
                  </a:lnTo>
                  <a:lnTo>
                    <a:pt x="13554" y="8032"/>
                  </a:lnTo>
                  <a:lnTo>
                    <a:pt x="12975" y="8225"/>
                  </a:lnTo>
                  <a:lnTo>
                    <a:pt x="12395" y="8380"/>
                  </a:lnTo>
                  <a:lnTo>
                    <a:pt x="11816" y="8496"/>
                  </a:lnTo>
                  <a:lnTo>
                    <a:pt x="11198" y="8573"/>
                  </a:lnTo>
                  <a:lnTo>
                    <a:pt x="10503" y="8612"/>
                  </a:lnTo>
                  <a:lnTo>
                    <a:pt x="9808" y="8650"/>
                  </a:lnTo>
                  <a:lnTo>
                    <a:pt x="9075" y="8612"/>
                  </a:lnTo>
                  <a:lnTo>
                    <a:pt x="8379" y="8573"/>
                  </a:lnTo>
                  <a:lnTo>
                    <a:pt x="7684" y="8457"/>
                  </a:lnTo>
                  <a:lnTo>
                    <a:pt x="6989" y="8303"/>
                  </a:lnTo>
                  <a:lnTo>
                    <a:pt x="6294" y="8110"/>
                  </a:lnTo>
                  <a:lnTo>
                    <a:pt x="5638" y="7878"/>
                  </a:lnTo>
                  <a:lnTo>
                    <a:pt x="4981" y="7608"/>
                  </a:lnTo>
                  <a:lnTo>
                    <a:pt x="4364" y="7299"/>
                  </a:lnTo>
                  <a:lnTo>
                    <a:pt x="3784" y="6951"/>
                  </a:lnTo>
                  <a:lnTo>
                    <a:pt x="3205" y="6526"/>
                  </a:lnTo>
                  <a:lnTo>
                    <a:pt x="2664" y="6063"/>
                  </a:lnTo>
                  <a:lnTo>
                    <a:pt x="2201" y="5561"/>
                  </a:lnTo>
                  <a:lnTo>
                    <a:pt x="1738" y="5020"/>
                  </a:lnTo>
                  <a:lnTo>
                    <a:pt x="1352" y="4403"/>
                  </a:lnTo>
                  <a:lnTo>
                    <a:pt x="1081" y="3901"/>
                  </a:lnTo>
                  <a:lnTo>
                    <a:pt x="850" y="3399"/>
                  </a:lnTo>
                  <a:lnTo>
                    <a:pt x="656" y="2858"/>
                  </a:lnTo>
                  <a:lnTo>
                    <a:pt x="502" y="2317"/>
                  </a:lnTo>
                  <a:lnTo>
                    <a:pt x="425" y="1777"/>
                  </a:lnTo>
                  <a:lnTo>
                    <a:pt x="348" y="1198"/>
                  </a:lnTo>
                  <a:lnTo>
                    <a:pt x="386" y="618"/>
                  </a:lnTo>
                  <a:lnTo>
                    <a:pt x="425" y="78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19"/>
            <p:cNvSpPr/>
            <p:nvPr/>
          </p:nvSpPr>
          <p:spPr>
            <a:xfrm>
              <a:off x="238125" y="3026900"/>
              <a:ext cx="84975" cy="55050"/>
            </a:xfrm>
            <a:custGeom>
              <a:avLst/>
              <a:gdLst/>
              <a:ahLst/>
              <a:cxnLst/>
              <a:rect l="l" t="t" r="r" b="b"/>
              <a:pathLst>
                <a:path w="3399" h="2202" extrusionOk="0">
                  <a:moveTo>
                    <a:pt x="1506" y="425"/>
                  </a:moveTo>
                  <a:lnTo>
                    <a:pt x="1738" y="502"/>
                  </a:lnTo>
                  <a:lnTo>
                    <a:pt x="1931" y="580"/>
                  </a:lnTo>
                  <a:lnTo>
                    <a:pt x="2124" y="657"/>
                  </a:lnTo>
                  <a:lnTo>
                    <a:pt x="2433" y="927"/>
                  </a:lnTo>
                  <a:lnTo>
                    <a:pt x="2742" y="1236"/>
                  </a:lnTo>
                  <a:lnTo>
                    <a:pt x="2973" y="1545"/>
                  </a:lnTo>
                  <a:lnTo>
                    <a:pt x="2549" y="1545"/>
                  </a:lnTo>
                  <a:lnTo>
                    <a:pt x="2085" y="1584"/>
                  </a:lnTo>
                  <a:lnTo>
                    <a:pt x="1699" y="1699"/>
                  </a:lnTo>
                  <a:lnTo>
                    <a:pt x="1467" y="1777"/>
                  </a:lnTo>
                  <a:lnTo>
                    <a:pt x="965" y="1777"/>
                  </a:lnTo>
                  <a:lnTo>
                    <a:pt x="772" y="1738"/>
                  </a:lnTo>
                  <a:lnTo>
                    <a:pt x="579" y="1622"/>
                  </a:lnTo>
                  <a:lnTo>
                    <a:pt x="502" y="1545"/>
                  </a:lnTo>
                  <a:lnTo>
                    <a:pt x="463" y="1429"/>
                  </a:lnTo>
                  <a:lnTo>
                    <a:pt x="386" y="1313"/>
                  </a:lnTo>
                  <a:lnTo>
                    <a:pt x="386" y="1159"/>
                  </a:lnTo>
                  <a:lnTo>
                    <a:pt x="386" y="1043"/>
                  </a:lnTo>
                  <a:lnTo>
                    <a:pt x="425" y="927"/>
                  </a:lnTo>
                  <a:lnTo>
                    <a:pt x="463" y="811"/>
                  </a:lnTo>
                  <a:lnTo>
                    <a:pt x="541" y="734"/>
                  </a:lnTo>
                  <a:lnTo>
                    <a:pt x="734" y="580"/>
                  </a:lnTo>
                  <a:lnTo>
                    <a:pt x="1004" y="502"/>
                  </a:lnTo>
                  <a:lnTo>
                    <a:pt x="1236" y="425"/>
                  </a:lnTo>
                  <a:close/>
                  <a:moveTo>
                    <a:pt x="1004" y="0"/>
                  </a:moveTo>
                  <a:lnTo>
                    <a:pt x="772" y="78"/>
                  </a:lnTo>
                  <a:lnTo>
                    <a:pt x="541" y="193"/>
                  </a:lnTo>
                  <a:lnTo>
                    <a:pt x="386" y="309"/>
                  </a:lnTo>
                  <a:lnTo>
                    <a:pt x="193" y="502"/>
                  </a:lnTo>
                  <a:lnTo>
                    <a:pt x="77" y="734"/>
                  </a:lnTo>
                  <a:lnTo>
                    <a:pt x="0" y="927"/>
                  </a:lnTo>
                  <a:lnTo>
                    <a:pt x="0" y="1159"/>
                  </a:lnTo>
                  <a:lnTo>
                    <a:pt x="0" y="1391"/>
                  </a:lnTo>
                  <a:lnTo>
                    <a:pt x="77" y="1584"/>
                  </a:lnTo>
                  <a:lnTo>
                    <a:pt x="154" y="1777"/>
                  </a:lnTo>
                  <a:lnTo>
                    <a:pt x="309" y="1931"/>
                  </a:lnTo>
                  <a:lnTo>
                    <a:pt x="463" y="2047"/>
                  </a:lnTo>
                  <a:lnTo>
                    <a:pt x="695" y="2163"/>
                  </a:lnTo>
                  <a:lnTo>
                    <a:pt x="1004" y="2201"/>
                  </a:lnTo>
                  <a:lnTo>
                    <a:pt x="1274" y="2201"/>
                  </a:lnTo>
                  <a:lnTo>
                    <a:pt x="1583" y="2163"/>
                  </a:lnTo>
                  <a:lnTo>
                    <a:pt x="1892" y="2086"/>
                  </a:lnTo>
                  <a:lnTo>
                    <a:pt x="2201" y="2008"/>
                  </a:lnTo>
                  <a:lnTo>
                    <a:pt x="2510" y="1931"/>
                  </a:lnTo>
                  <a:lnTo>
                    <a:pt x="2819" y="1931"/>
                  </a:lnTo>
                  <a:lnTo>
                    <a:pt x="3089" y="2008"/>
                  </a:lnTo>
                  <a:lnTo>
                    <a:pt x="3205" y="2008"/>
                  </a:lnTo>
                  <a:lnTo>
                    <a:pt x="3282" y="1970"/>
                  </a:lnTo>
                  <a:lnTo>
                    <a:pt x="3359" y="1893"/>
                  </a:lnTo>
                  <a:lnTo>
                    <a:pt x="3359" y="1815"/>
                  </a:lnTo>
                  <a:lnTo>
                    <a:pt x="3398" y="1777"/>
                  </a:lnTo>
                  <a:lnTo>
                    <a:pt x="3398" y="1699"/>
                  </a:lnTo>
                  <a:lnTo>
                    <a:pt x="3089" y="1159"/>
                  </a:lnTo>
                  <a:lnTo>
                    <a:pt x="2935" y="927"/>
                  </a:lnTo>
                  <a:lnTo>
                    <a:pt x="2742" y="695"/>
                  </a:lnTo>
                  <a:lnTo>
                    <a:pt x="2510" y="464"/>
                  </a:lnTo>
                  <a:lnTo>
                    <a:pt x="2278" y="309"/>
                  </a:lnTo>
                  <a:lnTo>
                    <a:pt x="2008" y="155"/>
                  </a:lnTo>
                  <a:lnTo>
                    <a:pt x="1738" y="3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19"/>
            <p:cNvSpPr/>
            <p:nvPr/>
          </p:nvSpPr>
          <p:spPr>
            <a:xfrm>
              <a:off x="3429625" y="3033650"/>
              <a:ext cx="35750" cy="29950"/>
            </a:xfrm>
            <a:custGeom>
              <a:avLst/>
              <a:gdLst/>
              <a:ahLst/>
              <a:cxnLst/>
              <a:rect l="l" t="t" r="r" b="b"/>
              <a:pathLst>
                <a:path w="1430" h="1198" extrusionOk="0">
                  <a:moveTo>
                    <a:pt x="657" y="1"/>
                  </a:moveTo>
                  <a:lnTo>
                    <a:pt x="464" y="39"/>
                  </a:ln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1" y="580"/>
                  </a:lnTo>
                  <a:lnTo>
                    <a:pt x="1" y="773"/>
                  </a:lnTo>
                  <a:lnTo>
                    <a:pt x="39" y="927"/>
                  </a:lnTo>
                  <a:lnTo>
                    <a:pt x="117" y="1121"/>
                  </a:lnTo>
                  <a:lnTo>
                    <a:pt x="155" y="1159"/>
                  </a:lnTo>
                  <a:lnTo>
                    <a:pt x="232" y="1198"/>
                  </a:lnTo>
                  <a:lnTo>
                    <a:pt x="348" y="1159"/>
                  </a:lnTo>
                  <a:lnTo>
                    <a:pt x="387" y="1082"/>
                  </a:lnTo>
                  <a:lnTo>
                    <a:pt x="426" y="1005"/>
                  </a:lnTo>
                  <a:lnTo>
                    <a:pt x="387" y="966"/>
                  </a:lnTo>
                  <a:lnTo>
                    <a:pt x="348" y="850"/>
                  </a:lnTo>
                  <a:lnTo>
                    <a:pt x="348" y="773"/>
                  </a:lnTo>
                  <a:lnTo>
                    <a:pt x="387" y="580"/>
                  </a:lnTo>
                  <a:lnTo>
                    <a:pt x="503" y="464"/>
                  </a:lnTo>
                  <a:lnTo>
                    <a:pt x="580" y="425"/>
                  </a:lnTo>
                  <a:lnTo>
                    <a:pt x="696" y="387"/>
                  </a:lnTo>
                  <a:lnTo>
                    <a:pt x="773" y="425"/>
                  </a:lnTo>
                  <a:lnTo>
                    <a:pt x="850" y="464"/>
                  </a:lnTo>
                  <a:lnTo>
                    <a:pt x="966" y="580"/>
                  </a:lnTo>
                  <a:lnTo>
                    <a:pt x="1005" y="696"/>
                  </a:lnTo>
                  <a:lnTo>
                    <a:pt x="1005" y="773"/>
                  </a:lnTo>
                  <a:lnTo>
                    <a:pt x="966" y="966"/>
                  </a:lnTo>
                  <a:lnTo>
                    <a:pt x="928" y="1043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43" y="1159"/>
                  </a:lnTo>
                  <a:lnTo>
                    <a:pt x="1236" y="1159"/>
                  </a:lnTo>
                  <a:lnTo>
                    <a:pt x="1314" y="1082"/>
                  </a:lnTo>
                  <a:lnTo>
                    <a:pt x="1391" y="927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87"/>
                  </a:lnTo>
                  <a:lnTo>
                    <a:pt x="1159" y="232"/>
                  </a:lnTo>
                  <a:lnTo>
                    <a:pt x="1005" y="117"/>
                  </a:lnTo>
                  <a:lnTo>
                    <a:pt x="850" y="39"/>
                  </a:lnTo>
                  <a:lnTo>
                    <a:pt x="65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19"/>
            <p:cNvSpPr/>
            <p:nvPr/>
          </p:nvSpPr>
          <p:spPr>
            <a:xfrm>
              <a:off x="3375575" y="3037525"/>
              <a:ext cx="34775" cy="29950"/>
            </a:xfrm>
            <a:custGeom>
              <a:avLst/>
              <a:gdLst/>
              <a:ahLst/>
              <a:cxnLst/>
              <a:rect l="l" t="t" r="r" b="b"/>
              <a:pathLst>
                <a:path w="1391" h="1198" extrusionOk="0">
                  <a:moveTo>
                    <a:pt x="657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0"/>
                  </a:lnTo>
                  <a:lnTo>
                    <a:pt x="39" y="425"/>
                  </a:lnTo>
                  <a:lnTo>
                    <a:pt x="0" y="618"/>
                  </a:lnTo>
                  <a:lnTo>
                    <a:pt x="39" y="811"/>
                  </a:lnTo>
                  <a:lnTo>
                    <a:pt x="116" y="1004"/>
                  </a:lnTo>
                  <a:lnTo>
                    <a:pt x="232" y="1120"/>
                  </a:lnTo>
                  <a:lnTo>
                    <a:pt x="425" y="1197"/>
                  </a:lnTo>
                  <a:lnTo>
                    <a:pt x="502" y="1197"/>
                  </a:lnTo>
                  <a:lnTo>
                    <a:pt x="541" y="1159"/>
                  </a:lnTo>
                  <a:lnTo>
                    <a:pt x="541" y="1081"/>
                  </a:lnTo>
                  <a:lnTo>
                    <a:pt x="502" y="1004"/>
                  </a:lnTo>
                  <a:lnTo>
                    <a:pt x="425" y="927"/>
                  </a:lnTo>
                  <a:lnTo>
                    <a:pt x="386" y="850"/>
                  </a:lnTo>
                  <a:lnTo>
                    <a:pt x="386" y="734"/>
                  </a:lnTo>
                  <a:lnTo>
                    <a:pt x="386" y="618"/>
                  </a:lnTo>
                  <a:lnTo>
                    <a:pt x="425" y="541"/>
                  </a:lnTo>
                  <a:lnTo>
                    <a:pt x="464" y="464"/>
                  </a:lnTo>
                  <a:lnTo>
                    <a:pt x="580" y="425"/>
                  </a:lnTo>
                  <a:lnTo>
                    <a:pt x="695" y="386"/>
                  </a:lnTo>
                  <a:lnTo>
                    <a:pt x="811" y="425"/>
                  </a:lnTo>
                  <a:lnTo>
                    <a:pt x="888" y="464"/>
                  </a:lnTo>
                  <a:lnTo>
                    <a:pt x="927" y="579"/>
                  </a:lnTo>
                  <a:lnTo>
                    <a:pt x="966" y="657"/>
                  </a:lnTo>
                  <a:lnTo>
                    <a:pt x="1043" y="888"/>
                  </a:lnTo>
                  <a:lnTo>
                    <a:pt x="1082" y="966"/>
                  </a:lnTo>
                  <a:lnTo>
                    <a:pt x="1120" y="1081"/>
                  </a:lnTo>
                  <a:lnTo>
                    <a:pt x="1159" y="1120"/>
                  </a:lnTo>
                  <a:lnTo>
                    <a:pt x="1236" y="1120"/>
                  </a:lnTo>
                  <a:lnTo>
                    <a:pt x="1313" y="1043"/>
                  </a:lnTo>
                  <a:lnTo>
                    <a:pt x="1352" y="966"/>
                  </a:lnTo>
                  <a:lnTo>
                    <a:pt x="1390" y="850"/>
                  </a:lnTo>
                  <a:lnTo>
                    <a:pt x="1352" y="618"/>
                  </a:lnTo>
                  <a:lnTo>
                    <a:pt x="1313" y="425"/>
                  </a:lnTo>
                  <a:lnTo>
                    <a:pt x="1197" y="232"/>
                  </a:lnTo>
                  <a:lnTo>
                    <a:pt x="1043" y="116"/>
                  </a:lnTo>
                  <a:lnTo>
                    <a:pt x="850" y="3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19"/>
            <p:cNvSpPr/>
            <p:nvPr/>
          </p:nvSpPr>
          <p:spPr>
            <a:xfrm>
              <a:off x="333675" y="3041375"/>
              <a:ext cx="49275" cy="56025"/>
            </a:xfrm>
            <a:custGeom>
              <a:avLst/>
              <a:gdLst/>
              <a:ahLst/>
              <a:cxnLst/>
              <a:rect l="l" t="t" r="r" b="b"/>
              <a:pathLst>
                <a:path w="1971" h="2241" extrusionOk="0">
                  <a:moveTo>
                    <a:pt x="1237" y="425"/>
                  </a:moveTo>
                  <a:lnTo>
                    <a:pt x="1391" y="464"/>
                  </a:lnTo>
                  <a:lnTo>
                    <a:pt x="1507" y="580"/>
                  </a:lnTo>
                  <a:lnTo>
                    <a:pt x="1545" y="657"/>
                  </a:lnTo>
                  <a:lnTo>
                    <a:pt x="1545" y="734"/>
                  </a:lnTo>
                  <a:lnTo>
                    <a:pt x="1507" y="812"/>
                  </a:lnTo>
                  <a:lnTo>
                    <a:pt x="1468" y="889"/>
                  </a:lnTo>
                  <a:lnTo>
                    <a:pt x="1275" y="1082"/>
                  </a:lnTo>
                  <a:lnTo>
                    <a:pt x="1005" y="1314"/>
                  </a:lnTo>
                  <a:lnTo>
                    <a:pt x="773" y="1507"/>
                  </a:lnTo>
                  <a:lnTo>
                    <a:pt x="657" y="1661"/>
                  </a:lnTo>
                  <a:lnTo>
                    <a:pt x="619" y="1777"/>
                  </a:lnTo>
                  <a:lnTo>
                    <a:pt x="503" y="1661"/>
                  </a:lnTo>
                  <a:lnTo>
                    <a:pt x="464" y="1545"/>
                  </a:lnTo>
                  <a:lnTo>
                    <a:pt x="387" y="1391"/>
                  </a:lnTo>
                  <a:lnTo>
                    <a:pt x="387" y="1236"/>
                  </a:lnTo>
                  <a:lnTo>
                    <a:pt x="387" y="1082"/>
                  </a:lnTo>
                  <a:lnTo>
                    <a:pt x="426" y="966"/>
                  </a:lnTo>
                  <a:lnTo>
                    <a:pt x="464" y="812"/>
                  </a:lnTo>
                  <a:lnTo>
                    <a:pt x="580" y="696"/>
                  </a:lnTo>
                  <a:lnTo>
                    <a:pt x="696" y="580"/>
                  </a:lnTo>
                  <a:lnTo>
                    <a:pt x="850" y="464"/>
                  </a:lnTo>
                  <a:lnTo>
                    <a:pt x="1043" y="425"/>
                  </a:lnTo>
                  <a:close/>
                  <a:moveTo>
                    <a:pt x="1121" y="1"/>
                  </a:moveTo>
                  <a:lnTo>
                    <a:pt x="928" y="39"/>
                  </a:lnTo>
                  <a:lnTo>
                    <a:pt x="735" y="116"/>
                  </a:lnTo>
                  <a:lnTo>
                    <a:pt x="541" y="232"/>
                  </a:lnTo>
                  <a:lnTo>
                    <a:pt x="348" y="348"/>
                  </a:lnTo>
                  <a:lnTo>
                    <a:pt x="233" y="503"/>
                  </a:lnTo>
                  <a:lnTo>
                    <a:pt x="117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68"/>
                  </a:lnTo>
                  <a:lnTo>
                    <a:pt x="117" y="1622"/>
                  </a:lnTo>
                  <a:lnTo>
                    <a:pt x="233" y="1816"/>
                  </a:lnTo>
                  <a:lnTo>
                    <a:pt x="348" y="1931"/>
                  </a:lnTo>
                  <a:lnTo>
                    <a:pt x="503" y="2086"/>
                  </a:lnTo>
                  <a:lnTo>
                    <a:pt x="657" y="2163"/>
                  </a:lnTo>
                  <a:lnTo>
                    <a:pt x="735" y="2240"/>
                  </a:lnTo>
                  <a:lnTo>
                    <a:pt x="850" y="2240"/>
                  </a:lnTo>
                  <a:lnTo>
                    <a:pt x="928" y="2202"/>
                  </a:lnTo>
                  <a:lnTo>
                    <a:pt x="966" y="2086"/>
                  </a:lnTo>
                  <a:lnTo>
                    <a:pt x="1005" y="1931"/>
                  </a:lnTo>
                  <a:lnTo>
                    <a:pt x="1082" y="1777"/>
                  </a:lnTo>
                  <a:lnTo>
                    <a:pt x="1198" y="1661"/>
                  </a:lnTo>
                  <a:lnTo>
                    <a:pt x="1314" y="1507"/>
                  </a:lnTo>
                  <a:lnTo>
                    <a:pt x="1623" y="1314"/>
                  </a:lnTo>
                  <a:lnTo>
                    <a:pt x="1739" y="1198"/>
                  </a:lnTo>
                  <a:lnTo>
                    <a:pt x="1854" y="1043"/>
                  </a:lnTo>
                  <a:lnTo>
                    <a:pt x="1932" y="889"/>
                  </a:lnTo>
                  <a:lnTo>
                    <a:pt x="1970" y="696"/>
                  </a:lnTo>
                  <a:lnTo>
                    <a:pt x="1932" y="541"/>
                  </a:lnTo>
                  <a:lnTo>
                    <a:pt x="1893" y="387"/>
                  </a:lnTo>
                  <a:lnTo>
                    <a:pt x="1777" y="271"/>
                  </a:lnTo>
                  <a:lnTo>
                    <a:pt x="1661" y="155"/>
                  </a:lnTo>
                  <a:lnTo>
                    <a:pt x="1507" y="78"/>
                  </a:lnTo>
                  <a:lnTo>
                    <a:pt x="1352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19"/>
            <p:cNvSpPr/>
            <p:nvPr/>
          </p:nvSpPr>
          <p:spPr>
            <a:xfrm>
              <a:off x="312450" y="3078050"/>
              <a:ext cx="440225" cy="234625"/>
            </a:xfrm>
            <a:custGeom>
              <a:avLst/>
              <a:gdLst/>
              <a:ahLst/>
              <a:cxnLst/>
              <a:rect l="l" t="t" r="r" b="b"/>
              <a:pathLst>
                <a:path w="17609" h="9385" extrusionOk="0">
                  <a:moveTo>
                    <a:pt x="6256" y="1"/>
                  </a:moveTo>
                  <a:lnTo>
                    <a:pt x="5638" y="40"/>
                  </a:lnTo>
                  <a:lnTo>
                    <a:pt x="5059" y="155"/>
                  </a:lnTo>
                  <a:lnTo>
                    <a:pt x="4480" y="271"/>
                  </a:lnTo>
                  <a:lnTo>
                    <a:pt x="3939" y="503"/>
                  </a:lnTo>
                  <a:lnTo>
                    <a:pt x="3398" y="735"/>
                  </a:lnTo>
                  <a:lnTo>
                    <a:pt x="2896" y="1044"/>
                  </a:lnTo>
                  <a:lnTo>
                    <a:pt x="2433" y="1391"/>
                  </a:lnTo>
                  <a:lnTo>
                    <a:pt x="1970" y="1777"/>
                  </a:lnTo>
                  <a:lnTo>
                    <a:pt x="1584" y="2202"/>
                  </a:lnTo>
                  <a:lnTo>
                    <a:pt x="1197" y="2665"/>
                  </a:lnTo>
                  <a:lnTo>
                    <a:pt x="888" y="3206"/>
                  </a:lnTo>
                  <a:lnTo>
                    <a:pt x="618" y="3747"/>
                  </a:lnTo>
                  <a:lnTo>
                    <a:pt x="386" y="4287"/>
                  </a:lnTo>
                  <a:lnTo>
                    <a:pt x="193" y="4905"/>
                  </a:lnTo>
                  <a:lnTo>
                    <a:pt x="78" y="5484"/>
                  </a:lnTo>
                  <a:lnTo>
                    <a:pt x="0" y="6102"/>
                  </a:lnTo>
                  <a:lnTo>
                    <a:pt x="0" y="6681"/>
                  </a:lnTo>
                  <a:lnTo>
                    <a:pt x="39" y="7261"/>
                  </a:lnTo>
                  <a:lnTo>
                    <a:pt x="155" y="7801"/>
                  </a:lnTo>
                  <a:lnTo>
                    <a:pt x="309" y="8342"/>
                  </a:lnTo>
                  <a:lnTo>
                    <a:pt x="502" y="8882"/>
                  </a:lnTo>
                  <a:lnTo>
                    <a:pt x="734" y="9384"/>
                  </a:lnTo>
                  <a:lnTo>
                    <a:pt x="1043" y="9230"/>
                  </a:lnTo>
                  <a:lnTo>
                    <a:pt x="888" y="8844"/>
                  </a:lnTo>
                  <a:lnTo>
                    <a:pt x="734" y="8458"/>
                  </a:lnTo>
                  <a:lnTo>
                    <a:pt x="541" y="7801"/>
                  </a:lnTo>
                  <a:lnTo>
                    <a:pt x="425" y="7183"/>
                  </a:lnTo>
                  <a:lnTo>
                    <a:pt x="425" y="6527"/>
                  </a:lnTo>
                  <a:lnTo>
                    <a:pt x="425" y="5870"/>
                  </a:lnTo>
                  <a:lnTo>
                    <a:pt x="541" y="5253"/>
                  </a:lnTo>
                  <a:lnTo>
                    <a:pt x="695" y="4596"/>
                  </a:lnTo>
                  <a:lnTo>
                    <a:pt x="927" y="3978"/>
                  </a:lnTo>
                  <a:lnTo>
                    <a:pt x="1236" y="3399"/>
                  </a:lnTo>
                  <a:lnTo>
                    <a:pt x="1584" y="2858"/>
                  </a:lnTo>
                  <a:lnTo>
                    <a:pt x="2008" y="2318"/>
                  </a:lnTo>
                  <a:lnTo>
                    <a:pt x="2472" y="1854"/>
                  </a:lnTo>
                  <a:lnTo>
                    <a:pt x="2974" y="1468"/>
                  </a:lnTo>
                  <a:lnTo>
                    <a:pt x="3553" y="1121"/>
                  </a:lnTo>
                  <a:lnTo>
                    <a:pt x="4132" y="851"/>
                  </a:lnTo>
                  <a:lnTo>
                    <a:pt x="4750" y="657"/>
                  </a:lnTo>
                  <a:lnTo>
                    <a:pt x="5406" y="503"/>
                  </a:lnTo>
                  <a:lnTo>
                    <a:pt x="5793" y="464"/>
                  </a:lnTo>
                  <a:lnTo>
                    <a:pt x="6912" y="464"/>
                  </a:lnTo>
                  <a:lnTo>
                    <a:pt x="7607" y="580"/>
                  </a:lnTo>
                  <a:lnTo>
                    <a:pt x="8264" y="773"/>
                  </a:lnTo>
                  <a:lnTo>
                    <a:pt x="8920" y="1044"/>
                  </a:lnTo>
                  <a:lnTo>
                    <a:pt x="9538" y="1352"/>
                  </a:lnTo>
                  <a:lnTo>
                    <a:pt x="10195" y="1739"/>
                  </a:lnTo>
                  <a:lnTo>
                    <a:pt x="10813" y="2125"/>
                  </a:lnTo>
                  <a:lnTo>
                    <a:pt x="11315" y="2472"/>
                  </a:lnTo>
                  <a:lnTo>
                    <a:pt x="11894" y="2781"/>
                  </a:lnTo>
                  <a:lnTo>
                    <a:pt x="12434" y="3090"/>
                  </a:lnTo>
                  <a:lnTo>
                    <a:pt x="13052" y="3360"/>
                  </a:lnTo>
                  <a:lnTo>
                    <a:pt x="13631" y="3554"/>
                  </a:lnTo>
                  <a:lnTo>
                    <a:pt x="14249" y="3708"/>
                  </a:lnTo>
                  <a:lnTo>
                    <a:pt x="14867" y="3708"/>
                  </a:lnTo>
                  <a:lnTo>
                    <a:pt x="15215" y="3669"/>
                  </a:lnTo>
                  <a:lnTo>
                    <a:pt x="15524" y="3631"/>
                  </a:lnTo>
                  <a:lnTo>
                    <a:pt x="15987" y="3476"/>
                  </a:lnTo>
                  <a:lnTo>
                    <a:pt x="16412" y="3245"/>
                  </a:lnTo>
                  <a:lnTo>
                    <a:pt x="16798" y="2936"/>
                  </a:lnTo>
                  <a:lnTo>
                    <a:pt x="17107" y="2588"/>
                  </a:lnTo>
                  <a:lnTo>
                    <a:pt x="17377" y="2202"/>
                  </a:lnTo>
                  <a:lnTo>
                    <a:pt x="17454" y="1970"/>
                  </a:lnTo>
                  <a:lnTo>
                    <a:pt x="17531" y="1739"/>
                  </a:lnTo>
                  <a:lnTo>
                    <a:pt x="17609" y="1507"/>
                  </a:lnTo>
                  <a:lnTo>
                    <a:pt x="17609" y="1275"/>
                  </a:lnTo>
                  <a:lnTo>
                    <a:pt x="17609" y="1044"/>
                  </a:lnTo>
                  <a:lnTo>
                    <a:pt x="17570" y="773"/>
                  </a:lnTo>
                  <a:lnTo>
                    <a:pt x="17531" y="696"/>
                  </a:lnTo>
                  <a:lnTo>
                    <a:pt x="17493" y="657"/>
                  </a:lnTo>
                  <a:lnTo>
                    <a:pt x="17454" y="580"/>
                  </a:lnTo>
                  <a:lnTo>
                    <a:pt x="17416" y="542"/>
                  </a:lnTo>
                  <a:lnTo>
                    <a:pt x="17145" y="773"/>
                  </a:lnTo>
                  <a:lnTo>
                    <a:pt x="17145" y="851"/>
                  </a:lnTo>
                  <a:lnTo>
                    <a:pt x="17184" y="1198"/>
                  </a:lnTo>
                  <a:lnTo>
                    <a:pt x="17145" y="1584"/>
                  </a:lnTo>
                  <a:lnTo>
                    <a:pt x="17030" y="1893"/>
                  </a:lnTo>
                  <a:lnTo>
                    <a:pt x="16836" y="2241"/>
                  </a:lnTo>
                  <a:lnTo>
                    <a:pt x="16605" y="2511"/>
                  </a:lnTo>
                  <a:lnTo>
                    <a:pt x="16334" y="2743"/>
                  </a:lnTo>
                  <a:lnTo>
                    <a:pt x="16026" y="2936"/>
                  </a:lnTo>
                  <a:lnTo>
                    <a:pt x="15678" y="3090"/>
                  </a:lnTo>
                  <a:lnTo>
                    <a:pt x="15292" y="3206"/>
                  </a:lnTo>
                  <a:lnTo>
                    <a:pt x="14906" y="3245"/>
                  </a:lnTo>
                  <a:lnTo>
                    <a:pt x="14520" y="3245"/>
                  </a:lnTo>
                  <a:lnTo>
                    <a:pt x="14133" y="3206"/>
                  </a:lnTo>
                  <a:lnTo>
                    <a:pt x="13747" y="3129"/>
                  </a:lnTo>
                  <a:lnTo>
                    <a:pt x="13361" y="3013"/>
                  </a:lnTo>
                  <a:lnTo>
                    <a:pt x="12975" y="2858"/>
                  </a:lnTo>
                  <a:lnTo>
                    <a:pt x="12627" y="2704"/>
                  </a:lnTo>
                  <a:lnTo>
                    <a:pt x="12010" y="2356"/>
                  </a:lnTo>
                  <a:lnTo>
                    <a:pt x="11353" y="1970"/>
                  </a:lnTo>
                  <a:lnTo>
                    <a:pt x="10156" y="1198"/>
                  </a:lnTo>
                  <a:lnTo>
                    <a:pt x="9538" y="851"/>
                  </a:lnTo>
                  <a:lnTo>
                    <a:pt x="8882" y="542"/>
                  </a:lnTo>
                  <a:lnTo>
                    <a:pt x="8225" y="271"/>
                  </a:lnTo>
                  <a:lnTo>
                    <a:pt x="7878" y="155"/>
                  </a:lnTo>
                  <a:lnTo>
                    <a:pt x="7492" y="78"/>
                  </a:lnTo>
                  <a:lnTo>
                    <a:pt x="687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19"/>
            <p:cNvSpPr/>
            <p:nvPr/>
          </p:nvSpPr>
          <p:spPr>
            <a:xfrm>
              <a:off x="330800" y="3096400"/>
              <a:ext cx="446975" cy="310875"/>
            </a:xfrm>
            <a:custGeom>
              <a:avLst/>
              <a:gdLst/>
              <a:ahLst/>
              <a:cxnLst/>
              <a:rect l="l" t="t" r="r" b="b"/>
              <a:pathLst>
                <a:path w="17879" h="12435" extrusionOk="0">
                  <a:moveTo>
                    <a:pt x="17608" y="1"/>
                  </a:moveTo>
                  <a:lnTo>
                    <a:pt x="17415" y="117"/>
                  </a:lnTo>
                  <a:lnTo>
                    <a:pt x="17454" y="734"/>
                  </a:lnTo>
                  <a:lnTo>
                    <a:pt x="17454" y="1352"/>
                  </a:lnTo>
                  <a:lnTo>
                    <a:pt x="17415" y="1931"/>
                  </a:lnTo>
                  <a:lnTo>
                    <a:pt x="17338" y="2549"/>
                  </a:lnTo>
                  <a:lnTo>
                    <a:pt x="17261" y="3128"/>
                  </a:lnTo>
                  <a:lnTo>
                    <a:pt x="17106" y="3708"/>
                  </a:lnTo>
                  <a:lnTo>
                    <a:pt x="16952" y="4287"/>
                  </a:lnTo>
                  <a:lnTo>
                    <a:pt x="16720" y="4828"/>
                  </a:lnTo>
                  <a:lnTo>
                    <a:pt x="16489" y="5368"/>
                  </a:lnTo>
                  <a:lnTo>
                    <a:pt x="16257" y="5909"/>
                  </a:lnTo>
                  <a:lnTo>
                    <a:pt x="15948" y="6449"/>
                  </a:lnTo>
                  <a:lnTo>
                    <a:pt x="15600" y="6951"/>
                  </a:lnTo>
                  <a:lnTo>
                    <a:pt x="15253" y="7415"/>
                  </a:lnTo>
                  <a:lnTo>
                    <a:pt x="14867" y="7917"/>
                  </a:lnTo>
                  <a:lnTo>
                    <a:pt x="14481" y="8341"/>
                  </a:lnTo>
                  <a:lnTo>
                    <a:pt x="14017" y="8805"/>
                  </a:lnTo>
                  <a:lnTo>
                    <a:pt x="13515" y="9268"/>
                  </a:lnTo>
                  <a:lnTo>
                    <a:pt x="12975" y="9693"/>
                  </a:lnTo>
                  <a:lnTo>
                    <a:pt x="12395" y="10118"/>
                  </a:lnTo>
                  <a:lnTo>
                    <a:pt x="11778" y="10465"/>
                  </a:lnTo>
                  <a:lnTo>
                    <a:pt x="11160" y="10813"/>
                  </a:lnTo>
                  <a:lnTo>
                    <a:pt x="10503" y="11122"/>
                  </a:lnTo>
                  <a:lnTo>
                    <a:pt x="9847" y="11392"/>
                  </a:lnTo>
                  <a:lnTo>
                    <a:pt x="9190" y="11585"/>
                  </a:lnTo>
                  <a:lnTo>
                    <a:pt x="8495" y="11778"/>
                  </a:lnTo>
                  <a:lnTo>
                    <a:pt x="7839" y="11894"/>
                  </a:lnTo>
                  <a:lnTo>
                    <a:pt x="7144" y="11971"/>
                  </a:lnTo>
                  <a:lnTo>
                    <a:pt x="6449" y="11971"/>
                  </a:lnTo>
                  <a:lnTo>
                    <a:pt x="5754" y="11933"/>
                  </a:lnTo>
                  <a:lnTo>
                    <a:pt x="5059" y="11817"/>
                  </a:lnTo>
                  <a:lnTo>
                    <a:pt x="4364" y="11624"/>
                  </a:lnTo>
                  <a:lnTo>
                    <a:pt x="3668" y="11392"/>
                  </a:lnTo>
                  <a:lnTo>
                    <a:pt x="3166" y="11160"/>
                  </a:lnTo>
                  <a:lnTo>
                    <a:pt x="2664" y="10890"/>
                  </a:lnTo>
                  <a:lnTo>
                    <a:pt x="2201" y="10581"/>
                  </a:lnTo>
                  <a:lnTo>
                    <a:pt x="1738" y="10234"/>
                  </a:lnTo>
                  <a:lnTo>
                    <a:pt x="1352" y="9847"/>
                  </a:lnTo>
                  <a:lnTo>
                    <a:pt x="965" y="9423"/>
                  </a:lnTo>
                  <a:lnTo>
                    <a:pt x="618" y="8959"/>
                  </a:lnTo>
                  <a:lnTo>
                    <a:pt x="309" y="8496"/>
                  </a:lnTo>
                  <a:lnTo>
                    <a:pt x="0" y="8650"/>
                  </a:lnTo>
                  <a:lnTo>
                    <a:pt x="309" y="9191"/>
                  </a:lnTo>
                  <a:lnTo>
                    <a:pt x="695" y="9693"/>
                  </a:lnTo>
                  <a:lnTo>
                    <a:pt x="1081" y="10156"/>
                  </a:lnTo>
                  <a:lnTo>
                    <a:pt x="1545" y="10581"/>
                  </a:lnTo>
                  <a:lnTo>
                    <a:pt x="2047" y="10967"/>
                  </a:lnTo>
                  <a:lnTo>
                    <a:pt x="2549" y="11315"/>
                  </a:lnTo>
                  <a:lnTo>
                    <a:pt x="3128" y="11624"/>
                  </a:lnTo>
                  <a:lnTo>
                    <a:pt x="3746" y="11894"/>
                  </a:lnTo>
                  <a:lnTo>
                    <a:pt x="4402" y="12126"/>
                  </a:lnTo>
                  <a:lnTo>
                    <a:pt x="5097" y="12280"/>
                  </a:lnTo>
                  <a:lnTo>
                    <a:pt x="5754" y="12357"/>
                  </a:lnTo>
                  <a:lnTo>
                    <a:pt x="6449" y="12435"/>
                  </a:lnTo>
                  <a:lnTo>
                    <a:pt x="7144" y="12396"/>
                  </a:lnTo>
                  <a:lnTo>
                    <a:pt x="7800" y="12357"/>
                  </a:lnTo>
                  <a:lnTo>
                    <a:pt x="8495" y="12242"/>
                  </a:lnTo>
                  <a:lnTo>
                    <a:pt x="9152" y="12087"/>
                  </a:lnTo>
                  <a:lnTo>
                    <a:pt x="9808" y="11894"/>
                  </a:lnTo>
                  <a:lnTo>
                    <a:pt x="10465" y="11662"/>
                  </a:lnTo>
                  <a:lnTo>
                    <a:pt x="11121" y="11353"/>
                  </a:lnTo>
                  <a:lnTo>
                    <a:pt x="11739" y="11044"/>
                  </a:lnTo>
                  <a:lnTo>
                    <a:pt x="12318" y="10697"/>
                  </a:lnTo>
                  <a:lnTo>
                    <a:pt x="12897" y="10311"/>
                  </a:lnTo>
                  <a:lnTo>
                    <a:pt x="13477" y="9925"/>
                  </a:lnTo>
                  <a:lnTo>
                    <a:pt x="13979" y="9461"/>
                  </a:lnTo>
                  <a:lnTo>
                    <a:pt x="14481" y="9037"/>
                  </a:lnTo>
                  <a:lnTo>
                    <a:pt x="14944" y="8573"/>
                  </a:lnTo>
                  <a:lnTo>
                    <a:pt x="15369" y="8071"/>
                  </a:lnTo>
                  <a:lnTo>
                    <a:pt x="15794" y="7531"/>
                  </a:lnTo>
                  <a:lnTo>
                    <a:pt x="16180" y="6990"/>
                  </a:lnTo>
                  <a:lnTo>
                    <a:pt x="16566" y="6411"/>
                  </a:lnTo>
                  <a:lnTo>
                    <a:pt x="16875" y="5793"/>
                  </a:lnTo>
                  <a:lnTo>
                    <a:pt x="17184" y="5214"/>
                  </a:lnTo>
                  <a:lnTo>
                    <a:pt x="17415" y="4557"/>
                  </a:lnTo>
                  <a:lnTo>
                    <a:pt x="17608" y="3939"/>
                  </a:lnTo>
                  <a:lnTo>
                    <a:pt x="17763" y="3283"/>
                  </a:lnTo>
                  <a:lnTo>
                    <a:pt x="17840" y="2626"/>
                  </a:lnTo>
                  <a:lnTo>
                    <a:pt x="17879" y="1970"/>
                  </a:lnTo>
                  <a:lnTo>
                    <a:pt x="17840" y="1314"/>
                  </a:lnTo>
                  <a:lnTo>
                    <a:pt x="17763" y="657"/>
                  </a:lnTo>
                  <a:lnTo>
                    <a:pt x="1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19"/>
            <p:cNvSpPr/>
            <p:nvPr/>
          </p:nvSpPr>
          <p:spPr>
            <a:xfrm>
              <a:off x="4441350" y="3154325"/>
              <a:ext cx="84975" cy="94625"/>
            </a:xfrm>
            <a:custGeom>
              <a:avLst/>
              <a:gdLst/>
              <a:ahLst/>
              <a:cxnLst/>
              <a:rect l="l" t="t" r="r" b="b"/>
              <a:pathLst>
                <a:path w="3399" h="3785" extrusionOk="0">
                  <a:moveTo>
                    <a:pt x="77" y="1"/>
                  </a:moveTo>
                  <a:lnTo>
                    <a:pt x="0" y="78"/>
                  </a:lnTo>
                  <a:lnTo>
                    <a:pt x="0" y="116"/>
                  </a:lnTo>
                  <a:lnTo>
                    <a:pt x="348" y="889"/>
                  </a:lnTo>
                  <a:lnTo>
                    <a:pt x="811" y="1661"/>
                  </a:lnTo>
                  <a:lnTo>
                    <a:pt x="1274" y="2395"/>
                  </a:lnTo>
                  <a:lnTo>
                    <a:pt x="1738" y="3090"/>
                  </a:lnTo>
                  <a:lnTo>
                    <a:pt x="2008" y="3437"/>
                  </a:lnTo>
                  <a:lnTo>
                    <a:pt x="2201" y="3553"/>
                  </a:lnTo>
                  <a:lnTo>
                    <a:pt x="2394" y="3669"/>
                  </a:lnTo>
                  <a:lnTo>
                    <a:pt x="2587" y="3746"/>
                  </a:lnTo>
                  <a:lnTo>
                    <a:pt x="2780" y="3785"/>
                  </a:lnTo>
                  <a:lnTo>
                    <a:pt x="3012" y="3708"/>
                  </a:lnTo>
                  <a:lnTo>
                    <a:pt x="3205" y="3592"/>
                  </a:lnTo>
                  <a:lnTo>
                    <a:pt x="3321" y="3437"/>
                  </a:lnTo>
                  <a:lnTo>
                    <a:pt x="3398" y="3244"/>
                  </a:lnTo>
                  <a:lnTo>
                    <a:pt x="3398" y="3090"/>
                  </a:lnTo>
                  <a:lnTo>
                    <a:pt x="3398" y="2897"/>
                  </a:lnTo>
                  <a:lnTo>
                    <a:pt x="3360" y="2704"/>
                  </a:lnTo>
                  <a:lnTo>
                    <a:pt x="3282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89" y="2742"/>
                  </a:lnTo>
                  <a:lnTo>
                    <a:pt x="3128" y="2858"/>
                  </a:lnTo>
                  <a:lnTo>
                    <a:pt x="2896" y="3012"/>
                  </a:lnTo>
                  <a:lnTo>
                    <a:pt x="2665" y="3128"/>
                  </a:lnTo>
                  <a:lnTo>
                    <a:pt x="2510" y="3206"/>
                  </a:lnTo>
                  <a:lnTo>
                    <a:pt x="2317" y="3206"/>
                  </a:lnTo>
                  <a:lnTo>
                    <a:pt x="2201" y="3167"/>
                  </a:lnTo>
                  <a:lnTo>
                    <a:pt x="2047" y="3090"/>
                  </a:lnTo>
                  <a:lnTo>
                    <a:pt x="1931" y="2935"/>
                  </a:lnTo>
                  <a:lnTo>
                    <a:pt x="1854" y="2742"/>
                  </a:lnTo>
                  <a:lnTo>
                    <a:pt x="1699" y="2511"/>
                  </a:lnTo>
                  <a:lnTo>
                    <a:pt x="1081" y="1507"/>
                  </a:lnTo>
                  <a:lnTo>
                    <a:pt x="618" y="773"/>
                  </a:lnTo>
                  <a:lnTo>
                    <a:pt x="386" y="387"/>
                  </a:lnTo>
                  <a:lnTo>
                    <a:pt x="116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19"/>
            <p:cNvSpPr/>
            <p:nvPr/>
          </p:nvSpPr>
          <p:spPr>
            <a:xfrm>
              <a:off x="7199400" y="3174600"/>
              <a:ext cx="61825" cy="89800"/>
            </a:xfrm>
            <a:custGeom>
              <a:avLst/>
              <a:gdLst/>
              <a:ahLst/>
              <a:cxnLst/>
              <a:rect l="l" t="t" r="r" b="b"/>
              <a:pathLst>
                <a:path w="2473" h="3592" extrusionOk="0">
                  <a:moveTo>
                    <a:pt x="1082" y="0"/>
                  </a:moveTo>
                  <a:lnTo>
                    <a:pt x="1005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32" y="2163"/>
                  </a:lnTo>
                  <a:lnTo>
                    <a:pt x="1932" y="2433"/>
                  </a:lnTo>
                  <a:lnTo>
                    <a:pt x="1816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1" y="3128"/>
                  </a:lnTo>
                  <a:lnTo>
                    <a:pt x="1198" y="3128"/>
                  </a:lnTo>
                  <a:lnTo>
                    <a:pt x="1043" y="3090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588"/>
                  </a:lnTo>
                  <a:lnTo>
                    <a:pt x="928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1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13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24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10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21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3"/>
                  </a:lnTo>
                  <a:lnTo>
                    <a:pt x="1700" y="3514"/>
                  </a:lnTo>
                  <a:lnTo>
                    <a:pt x="1854" y="3399"/>
                  </a:lnTo>
                  <a:lnTo>
                    <a:pt x="2047" y="3244"/>
                  </a:lnTo>
                  <a:lnTo>
                    <a:pt x="2202" y="3051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0"/>
                  </a:lnTo>
                  <a:lnTo>
                    <a:pt x="2434" y="2008"/>
                  </a:lnTo>
                  <a:lnTo>
                    <a:pt x="2395" y="1815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19"/>
            <p:cNvSpPr/>
            <p:nvPr/>
          </p:nvSpPr>
          <p:spPr>
            <a:xfrm>
              <a:off x="6803600" y="3198725"/>
              <a:ext cx="310875" cy="124575"/>
            </a:xfrm>
            <a:custGeom>
              <a:avLst/>
              <a:gdLst/>
              <a:ahLst/>
              <a:cxnLst/>
              <a:rect l="l" t="t" r="r" b="b"/>
              <a:pathLst>
                <a:path w="12435" h="4983" extrusionOk="0">
                  <a:moveTo>
                    <a:pt x="232" y="1"/>
                  </a:moveTo>
                  <a:lnTo>
                    <a:pt x="1" y="233"/>
                  </a:lnTo>
                  <a:lnTo>
                    <a:pt x="503" y="966"/>
                  </a:lnTo>
                  <a:lnTo>
                    <a:pt x="1043" y="1623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4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4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3"/>
                  </a:lnTo>
                  <a:lnTo>
                    <a:pt x="11855" y="3862"/>
                  </a:lnTo>
                  <a:lnTo>
                    <a:pt x="12242" y="3592"/>
                  </a:lnTo>
                  <a:lnTo>
                    <a:pt x="12319" y="3553"/>
                  </a:lnTo>
                  <a:lnTo>
                    <a:pt x="12435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9"/>
                  </a:lnTo>
                  <a:lnTo>
                    <a:pt x="12010" y="3129"/>
                  </a:lnTo>
                  <a:lnTo>
                    <a:pt x="11933" y="3206"/>
                  </a:lnTo>
                  <a:lnTo>
                    <a:pt x="11585" y="3438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7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2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2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7"/>
                  </a:lnTo>
                  <a:lnTo>
                    <a:pt x="4596" y="3708"/>
                  </a:lnTo>
                  <a:lnTo>
                    <a:pt x="3901" y="3283"/>
                  </a:lnTo>
                  <a:lnTo>
                    <a:pt x="3206" y="2820"/>
                  </a:lnTo>
                  <a:lnTo>
                    <a:pt x="2588" y="2318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19"/>
            <p:cNvSpPr/>
            <p:nvPr/>
          </p:nvSpPr>
          <p:spPr>
            <a:xfrm>
              <a:off x="7111550" y="320550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77"/>
                  </a:lnTo>
                  <a:lnTo>
                    <a:pt x="3013" y="270"/>
                  </a:lnTo>
                  <a:lnTo>
                    <a:pt x="2781" y="502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5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1"/>
                  </a:lnTo>
                  <a:lnTo>
                    <a:pt x="966" y="2510"/>
                  </a:lnTo>
                  <a:lnTo>
                    <a:pt x="1198" y="2587"/>
                  </a:lnTo>
                  <a:lnTo>
                    <a:pt x="1430" y="2703"/>
                  </a:lnTo>
                  <a:lnTo>
                    <a:pt x="1623" y="2819"/>
                  </a:lnTo>
                  <a:lnTo>
                    <a:pt x="1816" y="2973"/>
                  </a:lnTo>
                  <a:lnTo>
                    <a:pt x="1970" y="3167"/>
                  </a:lnTo>
                  <a:lnTo>
                    <a:pt x="2047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093"/>
                  </a:lnTo>
                  <a:lnTo>
                    <a:pt x="2009" y="4325"/>
                  </a:lnTo>
                  <a:lnTo>
                    <a:pt x="1893" y="4518"/>
                  </a:lnTo>
                  <a:lnTo>
                    <a:pt x="1739" y="4711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5"/>
                  </a:lnTo>
                  <a:lnTo>
                    <a:pt x="657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32"/>
                  </a:lnTo>
                  <a:lnTo>
                    <a:pt x="966" y="4093"/>
                  </a:lnTo>
                  <a:lnTo>
                    <a:pt x="1121" y="4093"/>
                  </a:lnTo>
                  <a:lnTo>
                    <a:pt x="1237" y="4016"/>
                  </a:lnTo>
                  <a:lnTo>
                    <a:pt x="1314" y="3900"/>
                  </a:lnTo>
                  <a:lnTo>
                    <a:pt x="1314" y="3784"/>
                  </a:lnTo>
                  <a:lnTo>
                    <a:pt x="1275" y="3707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862"/>
                  </a:lnTo>
                  <a:lnTo>
                    <a:pt x="387" y="3977"/>
                  </a:lnTo>
                  <a:lnTo>
                    <a:pt x="310" y="4093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866"/>
                  </a:lnTo>
                  <a:lnTo>
                    <a:pt x="387" y="5097"/>
                  </a:lnTo>
                  <a:lnTo>
                    <a:pt x="541" y="5252"/>
                  </a:lnTo>
                  <a:lnTo>
                    <a:pt x="735" y="5368"/>
                  </a:lnTo>
                  <a:lnTo>
                    <a:pt x="966" y="5406"/>
                  </a:lnTo>
                  <a:lnTo>
                    <a:pt x="1198" y="5406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20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1"/>
                  </a:lnTo>
                  <a:lnTo>
                    <a:pt x="1739" y="2356"/>
                  </a:lnTo>
                  <a:lnTo>
                    <a:pt x="1507" y="2201"/>
                  </a:lnTo>
                  <a:lnTo>
                    <a:pt x="1275" y="2124"/>
                  </a:lnTo>
                  <a:lnTo>
                    <a:pt x="1623" y="1969"/>
                  </a:lnTo>
                  <a:lnTo>
                    <a:pt x="1932" y="1815"/>
                  </a:lnTo>
                  <a:lnTo>
                    <a:pt x="2241" y="1622"/>
                  </a:lnTo>
                  <a:lnTo>
                    <a:pt x="2549" y="1390"/>
                  </a:lnTo>
                  <a:lnTo>
                    <a:pt x="2820" y="1197"/>
                  </a:lnTo>
                  <a:lnTo>
                    <a:pt x="3090" y="965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77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19"/>
            <p:cNvSpPr/>
            <p:nvPr/>
          </p:nvSpPr>
          <p:spPr>
            <a:xfrm>
              <a:off x="1402350" y="3219000"/>
              <a:ext cx="106225" cy="103325"/>
            </a:xfrm>
            <a:custGeom>
              <a:avLst/>
              <a:gdLst/>
              <a:ahLst/>
              <a:cxnLst/>
              <a:rect l="l" t="t" r="r" b="b"/>
              <a:pathLst>
                <a:path w="4249" h="4133" extrusionOk="0">
                  <a:moveTo>
                    <a:pt x="2317" y="387"/>
                  </a:moveTo>
                  <a:lnTo>
                    <a:pt x="2588" y="425"/>
                  </a:lnTo>
                  <a:lnTo>
                    <a:pt x="2858" y="503"/>
                  </a:lnTo>
                  <a:lnTo>
                    <a:pt x="3128" y="619"/>
                  </a:lnTo>
                  <a:lnTo>
                    <a:pt x="3321" y="812"/>
                  </a:lnTo>
                  <a:lnTo>
                    <a:pt x="3553" y="1043"/>
                  </a:lnTo>
                  <a:lnTo>
                    <a:pt x="3708" y="1352"/>
                  </a:lnTo>
                  <a:lnTo>
                    <a:pt x="3823" y="1700"/>
                  </a:lnTo>
                  <a:lnTo>
                    <a:pt x="3862" y="2047"/>
                  </a:lnTo>
                  <a:lnTo>
                    <a:pt x="3785" y="2395"/>
                  </a:lnTo>
                  <a:lnTo>
                    <a:pt x="3708" y="2742"/>
                  </a:lnTo>
                  <a:lnTo>
                    <a:pt x="3514" y="3051"/>
                  </a:lnTo>
                  <a:lnTo>
                    <a:pt x="3283" y="3322"/>
                  </a:lnTo>
                  <a:lnTo>
                    <a:pt x="3012" y="3515"/>
                  </a:lnTo>
                  <a:lnTo>
                    <a:pt x="2704" y="3669"/>
                  </a:lnTo>
                  <a:lnTo>
                    <a:pt x="2395" y="3746"/>
                  </a:lnTo>
                  <a:lnTo>
                    <a:pt x="2047" y="3785"/>
                  </a:lnTo>
                  <a:lnTo>
                    <a:pt x="1738" y="3746"/>
                  </a:lnTo>
                  <a:lnTo>
                    <a:pt x="1391" y="3631"/>
                  </a:lnTo>
                  <a:lnTo>
                    <a:pt x="1120" y="3476"/>
                  </a:lnTo>
                  <a:lnTo>
                    <a:pt x="850" y="3283"/>
                  </a:lnTo>
                  <a:lnTo>
                    <a:pt x="618" y="3013"/>
                  </a:lnTo>
                  <a:lnTo>
                    <a:pt x="464" y="2665"/>
                  </a:lnTo>
                  <a:lnTo>
                    <a:pt x="348" y="2318"/>
                  </a:lnTo>
                  <a:lnTo>
                    <a:pt x="348" y="1931"/>
                  </a:lnTo>
                  <a:lnTo>
                    <a:pt x="387" y="1545"/>
                  </a:lnTo>
                  <a:lnTo>
                    <a:pt x="541" y="1236"/>
                  </a:lnTo>
                  <a:lnTo>
                    <a:pt x="618" y="1082"/>
                  </a:lnTo>
                  <a:lnTo>
                    <a:pt x="734" y="927"/>
                  </a:lnTo>
                  <a:lnTo>
                    <a:pt x="889" y="812"/>
                  </a:lnTo>
                  <a:lnTo>
                    <a:pt x="1043" y="696"/>
                  </a:lnTo>
                  <a:lnTo>
                    <a:pt x="1236" y="619"/>
                  </a:lnTo>
                  <a:lnTo>
                    <a:pt x="1429" y="541"/>
                  </a:lnTo>
                  <a:lnTo>
                    <a:pt x="1468" y="503"/>
                  </a:lnTo>
                  <a:lnTo>
                    <a:pt x="1777" y="425"/>
                  </a:lnTo>
                  <a:lnTo>
                    <a:pt x="2047" y="387"/>
                  </a:lnTo>
                  <a:close/>
                  <a:moveTo>
                    <a:pt x="1931" y="1"/>
                  </a:moveTo>
                  <a:lnTo>
                    <a:pt x="1738" y="39"/>
                  </a:lnTo>
                  <a:lnTo>
                    <a:pt x="1507" y="117"/>
                  </a:lnTo>
                  <a:lnTo>
                    <a:pt x="1313" y="232"/>
                  </a:lnTo>
                  <a:lnTo>
                    <a:pt x="1159" y="348"/>
                  </a:lnTo>
                  <a:lnTo>
                    <a:pt x="1120" y="387"/>
                  </a:lnTo>
                  <a:lnTo>
                    <a:pt x="966" y="387"/>
                  </a:lnTo>
                  <a:lnTo>
                    <a:pt x="773" y="464"/>
                  </a:lnTo>
                  <a:lnTo>
                    <a:pt x="657" y="541"/>
                  </a:lnTo>
                  <a:lnTo>
                    <a:pt x="503" y="657"/>
                  </a:lnTo>
                  <a:lnTo>
                    <a:pt x="387" y="773"/>
                  </a:lnTo>
                  <a:lnTo>
                    <a:pt x="309" y="927"/>
                  </a:lnTo>
                  <a:lnTo>
                    <a:pt x="155" y="1236"/>
                  </a:lnTo>
                  <a:lnTo>
                    <a:pt x="39" y="1623"/>
                  </a:lnTo>
                  <a:lnTo>
                    <a:pt x="1" y="2009"/>
                  </a:lnTo>
                  <a:lnTo>
                    <a:pt x="39" y="2356"/>
                  </a:lnTo>
                  <a:lnTo>
                    <a:pt x="78" y="2704"/>
                  </a:lnTo>
                  <a:lnTo>
                    <a:pt x="155" y="2897"/>
                  </a:lnTo>
                  <a:lnTo>
                    <a:pt x="271" y="3090"/>
                  </a:lnTo>
                  <a:lnTo>
                    <a:pt x="387" y="3283"/>
                  </a:lnTo>
                  <a:lnTo>
                    <a:pt x="541" y="3437"/>
                  </a:lnTo>
                  <a:lnTo>
                    <a:pt x="850" y="3746"/>
                  </a:lnTo>
                  <a:lnTo>
                    <a:pt x="1236" y="3939"/>
                  </a:lnTo>
                  <a:lnTo>
                    <a:pt x="1661" y="4094"/>
                  </a:lnTo>
                  <a:lnTo>
                    <a:pt x="2086" y="4133"/>
                  </a:lnTo>
                  <a:lnTo>
                    <a:pt x="2510" y="4094"/>
                  </a:lnTo>
                  <a:lnTo>
                    <a:pt x="2742" y="4055"/>
                  </a:lnTo>
                  <a:lnTo>
                    <a:pt x="2974" y="3978"/>
                  </a:lnTo>
                  <a:lnTo>
                    <a:pt x="3321" y="3746"/>
                  </a:lnTo>
                  <a:lnTo>
                    <a:pt x="3630" y="3476"/>
                  </a:lnTo>
                  <a:lnTo>
                    <a:pt x="3862" y="3167"/>
                  </a:lnTo>
                  <a:lnTo>
                    <a:pt x="4055" y="2781"/>
                  </a:lnTo>
                  <a:lnTo>
                    <a:pt x="4171" y="2395"/>
                  </a:lnTo>
                  <a:lnTo>
                    <a:pt x="4248" y="2009"/>
                  </a:lnTo>
                  <a:lnTo>
                    <a:pt x="4210" y="1584"/>
                  </a:lnTo>
                  <a:lnTo>
                    <a:pt x="4094" y="1198"/>
                  </a:lnTo>
                  <a:lnTo>
                    <a:pt x="3978" y="1005"/>
                  </a:lnTo>
                  <a:lnTo>
                    <a:pt x="3862" y="812"/>
                  </a:lnTo>
                  <a:lnTo>
                    <a:pt x="3708" y="657"/>
                  </a:lnTo>
                  <a:lnTo>
                    <a:pt x="3553" y="503"/>
                  </a:lnTo>
                  <a:lnTo>
                    <a:pt x="3206" y="232"/>
                  </a:lnTo>
                  <a:lnTo>
                    <a:pt x="2781" y="78"/>
                  </a:lnTo>
                  <a:lnTo>
                    <a:pt x="23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19"/>
            <p:cNvSpPr/>
            <p:nvPr/>
          </p:nvSpPr>
          <p:spPr>
            <a:xfrm>
              <a:off x="4924025" y="3220925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6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5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5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0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7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563;p19"/>
            <p:cNvSpPr/>
            <p:nvPr/>
          </p:nvSpPr>
          <p:spPr>
            <a:xfrm>
              <a:off x="2672775" y="3239275"/>
              <a:ext cx="330175" cy="176700"/>
            </a:xfrm>
            <a:custGeom>
              <a:avLst/>
              <a:gdLst/>
              <a:ahLst/>
              <a:cxnLst/>
              <a:rect l="l" t="t" r="r" b="b"/>
              <a:pathLst>
                <a:path w="13207" h="7068" extrusionOk="0">
                  <a:moveTo>
                    <a:pt x="8110" y="310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80"/>
                  </a:lnTo>
                  <a:lnTo>
                    <a:pt x="8728" y="889"/>
                  </a:lnTo>
                  <a:lnTo>
                    <a:pt x="8766" y="1198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8"/>
                  </a:lnTo>
                  <a:lnTo>
                    <a:pt x="8033" y="2858"/>
                  </a:lnTo>
                  <a:lnTo>
                    <a:pt x="6836" y="4712"/>
                  </a:lnTo>
                  <a:lnTo>
                    <a:pt x="6681" y="4712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8"/>
                  </a:lnTo>
                  <a:lnTo>
                    <a:pt x="7453" y="889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10"/>
                  </a:lnTo>
                  <a:close/>
                  <a:moveTo>
                    <a:pt x="5909" y="5407"/>
                  </a:moveTo>
                  <a:lnTo>
                    <a:pt x="4673" y="5831"/>
                  </a:lnTo>
                  <a:lnTo>
                    <a:pt x="3437" y="6218"/>
                  </a:lnTo>
                  <a:lnTo>
                    <a:pt x="2781" y="6372"/>
                  </a:lnTo>
                  <a:lnTo>
                    <a:pt x="2125" y="6527"/>
                  </a:lnTo>
                  <a:lnTo>
                    <a:pt x="1700" y="6565"/>
                  </a:lnTo>
                  <a:lnTo>
                    <a:pt x="1314" y="6604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8"/>
                  </a:lnTo>
                  <a:lnTo>
                    <a:pt x="696" y="6063"/>
                  </a:lnTo>
                  <a:lnTo>
                    <a:pt x="696" y="5909"/>
                  </a:lnTo>
                  <a:lnTo>
                    <a:pt x="734" y="5793"/>
                  </a:lnTo>
                  <a:lnTo>
                    <a:pt x="812" y="5716"/>
                  </a:lnTo>
                  <a:lnTo>
                    <a:pt x="889" y="5677"/>
                  </a:lnTo>
                  <a:lnTo>
                    <a:pt x="1082" y="5600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7"/>
                  </a:lnTo>
                  <a:close/>
                  <a:moveTo>
                    <a:pt x="7067" y="5098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6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9"/>
                  </a:lnTo>
                  <a:lnTo>
                    <a:pt x="12589" y="6025"/>
                  </a:lnTo>
                  <a:lnTo>
                    <a:pt x="12628" y="6179"/>
                  </a:lnTo>
                  <a:lnTo>
                    <a:pt x="12589" y="6527"/>
                  </a:lnTo>
                  <a:lnTo>
                    <a:pt x="12435" y="6604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4"/>
                  </a:lnTo>
                  <a:lnTo>
                    <a:pt x="10929" y="6527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9"/>
                  </a:lnTo>
                  <a:lnTo>
                    <a:pt x="8226" y="5677"/>
                  </a:lnTo>
                  <a:lnTo>
                    <a:pt x="7067" y="5098"/>
                  </a:lnTo>
                  <a:close/>
                  <a:moveTo>
                    <a:pt x="8148" y="1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7"/>
                  </a:lnTo>
                  <a:lnTo>
                    <a:pt x="6681" y="2433"/>
                  </a:lnTo>
                  <a:lnTo>
                    <a:pt x="6527" y="3592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1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8"/>
                  </a:lnTo>
                  <a:lnTo>
                    <a:pt x="1391" y="5175"/>
                  </a:lnTo>
                  <a:lnTo>
                    <a:pt x="1005" y="5214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600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5"/>
                  </a:lnTo>
                  <a:lnTo>
                    <a:pt x="117" y="6449"/>
                  </a:lnTo>
                  <a:lnTo>
                    <a:pt x="232" y="6604"/>
                  </a:lnTo>
                  <a:lnTo>
                    <a:pt x="348" y="6681"/>
                  </a:lnTo>
                  <a:lnTo>
                    <a:pt x="464" y="6797"/>
                  </a:lnTo>
                  <a:lnTo>
                    <a:pt x="773" y="6913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3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6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9"/>
                  </a:lnTo>
                  <a:lnTo>
                    <a:pt x="6758" y="6102"/>
                  </a:lnTo>
                  <a:lnTo>
                    <a:pt x="6836" y="6295"/>
                  </a:lnTo>
                  <a:lnTo>
                    <a:pt x="7106" y="6256"/>
                  </a:lnTo>
                  <a:lnTo>
                    <a:pt x="7106" y="6218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7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7"/>
                  </a:lnTo>
                  <a:lnTo>
                    <a:pt x="11045" y="6951"/>
                  </a:lnTo>
                  <a:lnTo>
                    <a:pt x="11469" y="7029"/>
                  </a:lnTo>
                  <a:lnTo>
                    <a:pt x="11933" y="7067"/>
                  </a:lnTo>
                  <a:lnTo>
                    <a:pt x="12396" y="7029"/>
                  </a:lnTo>
                  <a:lnTo>
                    <a:pt x="12589" y="6990"/>
                  </a:lnTo>
                  <a:lnTo>
                    <a:pt x="12782" y="6913"/>
                  </a:lnTo>
                  <a:lnTo>
                    <a:pt x="12937" y="6797"/>
                  </a:lnTo>
                  <a:lnTo>
                    <a:pt x="13053" y="6681"/>
                  </a:lnTo>
                  <a:lnTo>
                    <a:pt x="13130" y="6527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5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7"/>
                  </a:lnTo>
                  <a:lnTo>
                    <a:pt x="12242" y="5291"/>
                  </a:lnTo>
                  <a:lnTo>
                    <a:pt x="11894" y="5214"/>
                  </a:lnTo>
                  <a:lnTo>
                    <a:pt x="11315" y="5098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2"/>
                  </a:lnTo>
                  <a:lnTo>
                    <a:pt x="8071" y="3515"/>
                  </a:lnTo>
                  <a:lnTo>
                    <a:pt x="8496" y="2858"/>
                  </a:lnTo>
                  <a:lnTo>
                    <a:pt x="8843" y="2202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7"/>
                  </a:lnTo>
                  <a:lnTo>
                    <a:pt x="9075" y="1275"/>
                  </a:lnTo>
                  <a:lnTo>
                    <a:pt x="9037" y="1005"/>
                  </a:lnTo>
                  <a:lnTo>
                    <a:pt x="8959" y="812"/>
                  </a:lnTo>
                  <a:lnTo>
                    <a:pt x="8882" y="580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19"/>
            <p:cNvSpPr/>
            <p:nvPr/>
          </p:nvSpPr>
          <p:spPr>
            <a:xfrm>
              <a:off x="410925" y="3256650"/>
              <a:ext cx="35725" cy="33825"/>
            </a:xfrm>
            <a:custGeom>
              <a:avLst/>
              <a:gdLst/>
              <a:ahLst/>
              <a:cxnLst/>
              <a:rect l="l" t="t" r="r" b="b"/>
              <a:pathLst>
                <a:path w="1429" h="1353" extrusionOk="0">
                  <a:moveTo>
                    <a:pt x="579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71"/>
                  </a:lnTo>
                  <a:lnTo>
                    <a:pt x="39" y="425"/>
                  </a:lnTo>
                  <a:lnTo>
                    <a:pt x="0" y="619"/>
                  </a:lnTo>
                  <a:lnTo>
                    <a:pt x="0" y="812"/>
                  </a:lnTo>
                  <a:lnTo>
                    <a:pt x="77" y="966"/>
                  </a:lnTo>
                  <a:lnTo>
                    <a:pt x="155" y="1121"/>
                  </a:lnTo>
                  <a:lnTo>
                    <a:pt x="309" y="1275"/>
                  </a:lnTo>
                  <a:lnTo>
                    <a:pt x="463" y="1352"/>
                  </a:lnTo>
                  <a:lnTo>
                    <a:pt x="618" y="1352"/>
                  </a:lnTo>
                  <a:lnTo>
                    <a:pt x="695" y="1236"/>
                  </a:lnTo>
                  <a:lnTo>
                    <a:pt x="695" y="1121"/>
                  </a:lnTo>
                  <a:lnTo>
                    <a:pt x="657" y="1082"/>
                  </a:lnTo>
                  <a:lnTo>
                    <a:pt x="579" y="1043"/>
                  </a:lnTo>
                  <a:lnTo>
                    <a:pt x="502" y="1005"/>
                  </a:lnTo>
                  <a:lnTo>
                    <a:pt x="463" y="927"/>
                  </a:lnTo>
                  <a:lnTo>
                    <a:pt x="386" y="773"/>
                  </a:lnTo>
                  <a:lnTo>
                    <a:pt x="386" y="580"/>
                  </a:lnTo>
                  <a:lnTo>
                    <a:pt x="425" y="503"/>
                  </a:lnTo>
                  <a:lnTo>
                    <a:pt x="502" y="425"/>
                  </a:lnTo>
                  <a:lnTo>
                    <a:pt x="579" y="387"/>
                  </a:lnTo>
                  <a:lnTo>
                    <a:pt x="657" y="387"/>
                  </a:lnTo>
                  <a:lnTo>
                    <a:pt x="850" y="425"/>
                  </a:lnTo>
                  <a:lnTo>
                    <a:pt x="927" y="464"/>
                  </a:lnTo>
                  <a:lnTo>
                    <a:pt x="965" y="541"/>
                  </a:lnTo>
                  <a:lnTo>
                    <a:pt x="1043" y="696"/>
                  </a:lnTo>
                  <a:lnTo>
                    <a:pt x="1081" y="773"/>
                  </a:lnTo>
                  <a:lnTo>
                    <a:pt x="1120" y="812"/>
                  </a:lnTo>
                  <a:lnTo>
                    <a:pt x="1274" y="812"/>
                  </a:lnTo>
                  <a:lnTo>
                    <a:pt x="1352" y="734"/>
                  </a:lnTo>
                  <a:lnTo>
                    <a:pt x="1390" y="696"/>
                  </a:lnTo>
                  <a:lnTo>
                    <a:pt x="1429" y="619"/>
                  </a:lnTo>
                  <a:lnTo>
                    <a:pt x="1390" y="425"/>
                  </a:lnTo>
                  <a:lnTo>
                    <a:pt x="1274" y="271"/>
                  </a:lnTo>
                  <a:lnTo>
                    <a:pt x="1159" y="117"/>
                  </a:lnTo>
                  <a:lnTo>
                    <a:pt x="965" y="39"/>
                  </a:lnTo>
                  <a:lnTo>
                    <a:pt x="77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19"/>
            <p:cNvSpPr/>
            <p:nvPr/>
          </p:nvSpPr>
          <p:spPr>
            <a:xfrm>
              <a:off x="5445325" y="3267275"/>
              <a:ext cx="624625" cy="344650"/>
            </a:xfrm>
            <a:custGeom>
              <a:avLst/>
              <a:gdLst/>
              <a:ahLst/>
              <a:cxnLst/>
              <a:rect l="l" t="t" r="r" b="b"/>
              <a:pathLst>
                <a:path w="24985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03" y="2008"/>
                  </a:lnTo>
                  <a:lnTo>
                    <a:pt x="23787" y="2124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170" y="2086"/>
                  </a:lnTo>
                  <a:lnTo>
                    <a:pt x="23054" y="1970"/>
                  </a:lnTo>
                  <a:lnTo>
                    <a:pt x="22976" y="1815"/>
                  </a:lnTo>
                  <a:lnTo>
                    <a:pt x="22938" y="1622"/>
                  </a:lnTo>
                  <a:lnTo>
                    <a:pt x="22976" y="1429"/>
                  </a:lnTo>
                  <a:lnTo>
                    <a:pt x="23015" y="1236"/>
                  </a:lnTo>
                  <a:lnTo>
                    <a:pt x="23131" y="1082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42"/>
                  </a:lnTo>
                  <a:lnTo>
                    <a:pt x="24289" y="3090"/>
                  </a:lnTo>
                  <a:lnTo>
                    <a:pt x="24367" y="3437"/>
                  </a:lnTo>
                  <a:lnTo>
                    <a:pt x="24405" y="3785"/>
                  </a:lnTo>
                  <a:lnTo>
                    <a:pt x="24173" y="3707"/>
                  </a:lnTo>
                  <a:lnTo>
                    <a:pt x="23942" y="3592"/>
                  </a:lnTo>
                  <a:lnTo>
                    <a:pt x="23826" y="3514"/>
                  </a:lnTo>
                  <a:lnTo>
                    <a:pt x="23787" y="3399"/>
                  </a:lnTo>
                  <a:lnTo>
                    <a:pt x="23710" y="3283"/>
                  </a:lnTo>
                  <a:lnTo>
                    <a:pt x="23672" y="3128"/>
                  </a:lnTo>
                  <a:lnTo>
                    <a:pt x="23710" y="2897"/>
                  </a:lnTo>
                  <a:lnTo>
                    <a:pt x="23787" y="2704"/>
                  </a:lnTo>
                  <a:lnTo>
                    <a:pt x="23903" y="2549"/>
                  </a:lnTo>
                  <a:lnTo>
                    <a:pt x="24096" y="2433"/>
                  </a:lnTo>
                  <a:close/>
                  <a:moveTo>
                    <a:pt x="16142" y="4943"/>
                  </a:moveTo>
                  <a:lnTo>
                    <a:pt x="16257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28" y="5252"/>
                  </a:lnTo>
                  <a:lnTo>
                    <a:pt x="16566" y="5407"/>
                  </a:lnTo>
                  <a:lnTo>
                    <a:pt x="16296" y="5407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40" y="5368"/>
                  </a:lnTo>
                  <a:lnTo>
                    <a:pt x="15678" y="5252"/>
                  </a:lnTo>
                  <a:lnTo>
                    <a:pt x="15755" y="5136"/>
                  </a:lnTo>
                  <a:lnTo>
                    <a:pt x="15833" y="5059"/>
                  </a:lnTo>
                  <a:lnTo>
                    <a:pt x="15949" y="5020"/>
                  </a:lnTo>
                  <a:lnTo>
                    <a:pt x="16026" y="4982"/>
                  </a:lnTo>
                  <a:lnTo>
                    <a:pt x="16142" y="4943"/>
                  </a:lnTo>
                  <a:close/>
                  <a:moveTo>
                    <a:pt x="24444" y="4248"/>
                  </a:moveTo>
                  <a:lnTo>
                    <a:pt x="24405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07"/>
                  </a:lnTo>
                  <a:lnTo>
                    <a:pt x="23903" y="5252"/>
                  </a:lnTo>
                  <a:lnTo>
                    <a:pt x="23787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865" y="4596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763" y="4866"/>
                  </a:lnTo>
                  <a:lnTo>
                    <a:pt x="17879" y="4905"/>
                  </a:lnTo>
                  <a:lnTo>
                    <a:pt x="17957" y="4982"/>
                  </a:lnTo>
                  <a:lnTo>
                    <a:pt x="18072" y="5175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484"/>
                  </a:lnTo>
                  <a:lnTo>
                    <a:pt x="17030" y="5407"/>
                  </a:lnTo>
                  <a:lnTo>
                    <a:pt x="17030" y="5291"/>
                  </a:lnTo>
                  <a:lnTo>
                    <a:pt x="17107" y="5136"/>
                  </a:lnTo>
                  <a:lnTo>
                    <a:pt x="17184" y="5059"/>
                  </a:lnTo>
                  <a:lnTo>
                    <a:pt x="17261" y="4943"/>
                  </a:lnTo>
                  <a:lnTo>
                    <a:pt x="17377" y="4866"/>
                  </a:lnTo>
                  <a:lnTo>
                    <a:pt x="17493" y="4827"/>
                  </a:lnTo>
                  <a:close/>
                  <a:moveTo>
                    <a:pt x="14558" y="5291"/>
                  </a:moveTo>
                  <a:lnTo>
                    <a:pt x="14674" y="5329"/>
                  </a:lnTo>
                  <a:lnTo>
                    <a:pt x="14790" y="5368"/>
                  </a:lnTo>
                  <a:lnTo>
                    <a:pt x="14906" y="5445"/>
                  </a:lnTo>
                  <a:lnTo>
                    <a:pt x="14983" y="5522"/>
                  </a:lnTo>
                  <a:lnTo>
                    <a:pt x="15060" y="5677"/>
                  </a:lnTo>
                  <a:lnTo>
                    <a:pt x="14520" y="5870"/>
                  </a:lnTo>
                  <a:lnTo>
                    <a:pt x="14056" y="6102"/>
                  </a:lnTo>
                  <a:lnTo>
                    <a:pt x="14018" y="6024"/>
                  </a:lnTo>
                  <a:lnTo>
                    <a:pt x="14018" y="5793"/>
                  </a:lnTo>
                  <a:lnTo>
                    <a:pt x="14095" y="5600"/>
                  </a:lnTo>
                  <a:lnTo>
                    <a:pt x="14249" y="5445"/>
                  </a:lnTo>
                  <a:lnTo>
                    <a:pt x="14327" y="5368"/>
                  </a:lnTo>
                  <a:lnTo>
                    <a:pt x="14443" y="5329"/>
                  </a:lnTo>
                  <a:lnTo>
                    <a:pt x="14558" y="5291"/>
                  </a:lnTo>
                  <a:close/>
                  <a:moveTo>
                    <a:pt x="19076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47" y="5793"/>
                  </a:lnTo>
                  <a:lnTo>
                    <a:pt x="19385" y="5986"/>
                  </a:lnTo>
                  <a:lnTo>
                    <a:pt x="19347" y="6140"/>
                  </a:lnTo>
                  <a:lnTo>
                    <a:pt x="18574" y="5831"/>
                  </a:lnTo>
                  <a:lnTo>
                    <a:pt x="18613" y="5715"/>
                  </a:lnTo>
                  <a:lnTo>
                    <a:pt x="18652" y="5638"/>
                  </a:lnTo>
                  <a:lnTo>
                    <a:pt x="18806" y="5522"/>
                  </a:lnTo>
                  <a:lnTo>
                    <a:pt x="18999" y="5484"/>
                  </a:lnTo>
                  <a:close/>
                  <a:moveTo>
                    <a:pt x="20312" y="6063"/>
                  </a:moveTo>
                  <a:lnTo>
                    <a:pt x="20428" y="6102"/>
                  </a:lnTo>
                  <a:lnTo>
                    <a:pt x="20544" y="6179"/>
                  </a:lnTo>
                  <a:lnTo>
                    <a:pt x="20660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53" y="6913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10" y="6256"/>
                  </a:lnTo>
                  <a:lnTo>
                    <a:pt x="19887" y="6179"/>
                  </a:lnTo>
                  <a:lnTo>
                    <a:pt x="19964" y="6102"/>
                  </a:lnTo>
                  <a:lnTo>
                    <a:pt x="20080" y="6063"/>
                  </a:lnTo>
                  <a:close/>
                  <a:moveTo>
                    <a:pt x="23710" y="5870"/>
                  </a:moveTo>
                  <a:lnTo>
                    <a:pt x="23942" y="5986"/>
                  </a:lnTo>
                  <a:lnTo>
                    <a:pt x="24058" y="5986"/>
                  </a:lnTo>
                  <a:lnTo>
                    <a:pt x="23903" y="6295"/>
                  </a:lnTo>
                  <a:lnTo>
                    <a:pt x="23710" y="6565"/>
                  </a:lnTo>
                  <a:lnTo>
                    <a:pt x="23478" y="6797"/>
                  </a:lnTo>
                  <a:lnTo>
                    <a:pt x="23247" y="6990"/>
                  </a:lnTo>
                  <a:lnTo>
                    <a:pt x="23208" y="6913"/>
                  </a:lnTo>
                  <a:lnTo>
                    <a:pt x="23054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092" y="6063"/>
                  </a:lnTo>
                  <a:lnTo>
                    <a:pt x="23170" y="5986"/>
                  </a:lnTo>
                  <a:lnTo>
                    <a:pt x="23285" y="5947"/>
                  </a:lnTo>
                  <a:lnTo>
                    <a:pt x="23478" y="5870"/>
                  </a:lnTo>
                  <a:close/>
                  <a:moveTo>
                    <a:pt x="13207" y="6102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670" y="6333"/>
                  </a:lnTo>
                  <a:lnTo>
                    <a:pt x="13130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3"/>
                  </a:lnTo>
                  <a:lnTo>
                    <a:pt x="12628" y="6797"/>
                  </a:lnTo>
                  <a:lnTo>
                    <a:pt x="12628" y="6642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179"/>
                  </a:lnTo>
                  <a:lnTo>
                    <a:pt x="12975" y="6140"/>
                  </a:lnTo>
                  <a:lnTo>
                    <a:pt x="13091" y="6102"/>
                  </a:lnTo>
                  <a:close/>
                  <a:moveTo>
                    <a:pt x="22166" y="6565"/>
                  </a:moveTo>
                  <a:lnTo>
                    <a:pt x="22281" y="6604"/>
                  </a:lnTo>
                  <a:lnTo>
                    <a:pt x="22436" y="6681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1" y="7067"/>
                  </a:lnTo>
                  <a:lnTo>
                    <a:pt x="22899" y="7067"/>
                  </a:lnTo>
                  <a:lnTo>
                    <a:pt x="22976" y="7106"/>
                  </a:lnTo>
                  <a:lnTo>
                    <a:pt x="22938" y="7106"/>
                  </a:lnTo>
                  <a:lnTo>
                    <a:pt x="22552" y="7221"/>
                  </a:lnTo>
                  <a:lnTo>
                    <a:pt x="22166" y="7221"/>
                  </a:lnTo>
                  <a:lnTo>
                    <a:pt x="21779" y="7183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19"/>
                  </a:lnTo>
                  <a:lnTo>
                    <a:pt x="21779" y="6604"/>
                  </a:lnTo>
                  <a:lnTo>
                    <a:pt x="22011" y="6565"/>
                  </a:lnTo>
                  <a:close/>
                  <a:moveTo>
                    <a:pt x="12280" y="7376"/>
                  </a:moveTo>
                  <a:lnTo>
                    <a:pt x="12473" y="7415"/>
                  </a:lnTo>
                  <a:lnTo>
                    <a:pt x="12087" y="7955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24" y="8071"/>
                  </a:lnTo>
                  <a:lnTo>
                    <a:pt x="11624" y="7955"/>
                  </a:lnTo>
                  <a:lnTo>
                    <a:pt x="11662" y="7839"/>
                  </a:lnTo>
                  <a:lnTo>
                    <a:pt x="11701" y="7723"/>
                  </a:lnTo>
                  <a:lnTo>
                    <a:pt x="11778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26" y="7415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56" y="9422"/>
                  </a:lnTo>
                  <a:lnTo>
                    <a:pt x="2433" y="9461"/>
                  </a:lnTo>
                  <a:lnTo>
                    <a:pt x="2511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588" y="10002"/>
                  </a:lnTo>
                  <a:lnTo>
                    <a:pt x="2124" y="9886"/>
                  </a:lnTo>
                  <a:lnTo>
                    <a:pt x="1622" y="9886"/>
                  </a:lnTo>
                  <a:lnTo>
                    <a:pt x="1661" y="9731"/>
                  </a:lnTo>
                  <a:lnTo>
                    <a:pt x="1738" y="9616"/>
                  </a:lnTo>
                  <a:lnTo>
                    <a:pt x="1815" y="9538"/>
                  </a:lnTo>
                  <a:lnTo>
                    <a:pt x="1893" y="9461"/>
                  </a:lnTo>
                  <a:lnTo>
                    <a:pt x="2009" y="9384"/>
                  </a:lnTo>
                  <a:lnTo>
                    <a:pt x="2124" y="9345"/>
                  </a:lnTo>
                  <a:close/>
                  <a:moveTo>
                    <a:pt x="11624" y="8998"/>
                  </a:moveTo>
                  <a:lnTo>
                    <a:pt x="11469" y="9500"/>
                  </a:lnTo>
                  <a:lnTo>
                    <a:pt x="11315" y="10002"/>
                  </a:lnTo>
                  <a:lnTo>
                    <a:pt x="11238" y="10272"/>
                  </a:lnTo>
                  <a:lnTo>
                    <a:pt x="11044" y="10079"/>
                  </a:lnTo>
                  <a:lnTo>
                    <a:pt x="10967" y="9809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29" y="9422"/>
                  </a:lnTo>
                  <a:lnTo>
                    <a:pt x="11006" y="9307"/>
                  </a:lnTo>
                  <a:lnTo>
                    <a:pt x="11122" y="9152"/>
                  </a:lnTo>
                  <a:lnTo>
                    <a:pt x="11276" y="9036"/>
                  </a:lnTo>
                  <a:lnTo>
                    <a:pt x="11469" y="8998"/>
                  </a:lnTo>
                  <a:close/>
                  <a:moveTo>
                    <a:pt x="3746" y="9731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2" y="10118"/>
                  </a:lnTo>
                  <a:lnTo>
                    <a:pt x="4171" y="10233"/>
                  </a:lnTo>
                  <a:lnTo>
                    <a:pt x="4132" y="10388"/>
                  </a:lnTo>
                  <a:lnTo>
                    <a:pt x="4094" y="10504"/>
                  </a:lnTo>
                  <a:lnTo>
                    <a:pt x="4017" y="10620"/>
                  </a:lnTo>
                  <a:lnTo>
                    <a:pt x="3862" y="10542"/>
                  </a:lnTo>
                  <a:lnTo>
                    <a:pt x="3476" y="10311"/>
                  </a:lnTo>
                  <a:lnTo>
                    <a:pt x="3051" y="10156"/>
                  </a:lnTo>
                  <a:lnTo>
                    <a:pt x="3128" y="10002"/>
                  </a:lnTo>
                  <a:lnTo>
                    <a:pt x="3244" y="9924"/>
                  </a:lnTo>
                  <a:lnTo>
                    <a:pt x="3360" y="9809"/>
                  </a:lnTo>
                  <a:lnTo>
                    <a:pt x="3476" y="9770"/>
                  </a:lnTo>
                  <a:lnTo>
                    <a:pt x="3630" y="9731"/>
                  </a:lnTo>
                  <a:close/>
                  <a:moveTo>
                    <a:pt x="4827" y="10620"/>
                  </a:moveTo>
                  <a:lnTo>
                    <a:pt x="4905" y="10658"/>
                  </a:lnTo>
                  <a:lnTo>
                    <a:pt x="4982" y="10697"/>
                  </a:lnTo>
                  <a:lnTo>
                    <a:pt x="5059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59" y="11430"/>
                  </a:lnTo>
                  <a:lnTo>
                    <a:pt x="4403" y="10890"/>
                  </a:lnTo>
                  <a:lnTo>
                    <a:pt x="4441" y="10813"/>
                  </a:lnTo>
                  <a:lnTo>
                    <a:pt x="4480" y="10735"/>
                  </a:lnTo>
                  <a:lnTo>
                    <a:pt x="4634" y="10658"/>
                  </a:lnTo>
                  <a:lnTo>
                    <a:pt x="4827" y="10620"/>
                  </a:lnTo>
                  <a:close/>
                  <a:moveTo>
                    <a:pt x="11160" y="10620"/>
                  </a:moveTo>
                  <a:lnTo>
                    <a:pt x="10929" y="11199"/>
                  </a:lnTo>
                  <a:lnTo>
                    <a:pt x="10697" y="11739"/>
                  </a:lnTo>
                  <a:lnTo>
                    <a:pt x="10658" y="11701"/>
                  </a:lnTo>
                  <a:lnTo>
                    <a:pt x="10465" y="11508"/>
                  </a:lnTo>
                  <a:lnTo>
                    <a:pt x="10388" y="11315"/>
                  </a:lnTo>
                  <a:lnTo>
                    <a:pt x="10388" y="11122"/>
                  </a:lnTo>
                  <a:lnTo>
                    <a:pt x="10427" y="10967"/>
                  </a:lnTo>
                  <a:lnTo>
                    <a:pt x="10542" y="10774"/>
                  </a:lnTo>
                  <a:lnTo>
                    <a:pt x="10697" y="10658"/>
                  </a:lnTo>
                  <a:lnTo>
                    <a:pt x="10929" y="10620"/>
                  </a:lnTo>
                  <a:close/>
                  <a:moveTo>
                    <a:pt x="5947" y="11469"/>
                  </a:moveTo>
                  <a:lnTo>
                    <a:pt x="6063" y="11508"/>
                  </a:lnTo>
                  <a:lnTo>
                    <a:pt x="6140" y="11546"/>
                  </a:lnTo>
                  <a:lnTo>
                    <a:pt x="6218" y="11662"/>
                  </a:lnTo>
                  <a:lnTo>
                    <a:pt x="6295" y="11739"/>
                  </a:lnTo>
                  <a:lnTo>
                    <a:pt x="6372" y="11971"/>
                  </a:lnTo>
                  <a:lnTo>
                    <a:pt x="6411" y="12203"/>
                  </a:lnTo>
                  <a:lnTo>
                    <a:pt x="6372" y="12473"/>
                  </a:lnTo>
                  <a:lnTo>
                    <a:pt x="5870" y="12087"/>
                  </a:lnTo>
                  <a:lnTo>
                    <a:pt x="5407" y="11701"/>
                  </a:lnTo>
                  <a:lnTo>
                    <a:pt x="5445" y="11585"/>
                  </a:lnTo>
                  <a:lnTo>
                    <a:pt x="5523" y="11508"/>
                  </a:lnTo>
                  <a:lnTo>
                    <a:pt x="5638" y="11469"/>
                  </a:lnTo>
                  <a:close/>
                  <a:moveTo>
                    <a:pt x="10542" y="12048"/>
                  </a:moveTo>
                  <a:lnTo>
                    <a:pt x="10388" y="12280"/>
                  </a:lnTo>
                  <a:lnTo>
                    <a:pt x="10195" y="12550"/>
                  </a:lnTo>
                  <a:lnTo>
                    <a:pt x="9963" y="12743"/>
                  </a:lnTo>
                  <a:lnTo>
                    <a:pt x="9770" y="12936"/>
                  </a:lnTo>
                  <a:lnTo>
                    <a:pt x="9732" y="12859"/>
                  </a:lnTo>
                  <a:lnTo>
                    <a:pt x="9654" y="12666"/>
                  </a:lnTo>
                  <a:lnTo>
                    <a:pt x="9616" y="12473"/>
                  </a:lnTo>
                  <a:lnTo>
                    <a:pt x="9693" y="12319"/>
                  </a:lnTo>
                  <a:lnTo>
                    <a:pt x="9809" y="12203"/>
                  </a:lnTo>
                  <a:lnTo>
                    <a:pt x="9963" y="12126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37" y="12473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01" y="12821"/>
                  </a:lnTo>
                  <a:lnTo>
                    <a:pt x="7878" y="13014"/>
                  </a:lnTo>
                  <a:lnTo>
                    <a:pt x="7839" y="13207"/>
                  </a:lnTo>
                  <a:lnTo>
                    <a:pt x="7299" y="13014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44" y="12512"/>
                  </a:lnTo>
                  <a:lnTo>
                    <a:pt x="7337" y="12473"/>
                  </a:lnTo>
                  <a:close/>
                  <a:moveTo>
                    <a:pt x="8843" y="12628"/>
                  </a:moveTo>
                  <a:lnTo>
                    <a:pt x="8921" y="12666"/>
                  </a:lnTo>
                  <a:lnTo>
                    <a:pt x="9075" y="12743"/>
                  </a:lnTo>
                  <a:lnTo>
                    <a:pt x="9191" y="12936"/>
                  </a:lnTo>
                  <a:lnTo>
                    <a:pt x="9230" y="13130"/>
                  </a:lnTo>
                  <a:lnTo>
                    <a:pt x="9230" y="13207"/>
                  </a:lnTo>
                  <a:lnTo>
                    <a:pt x="9036" y="13245"/>
                  </a:lnTo>
                  <a:lnTo>
                    <a:pt x="8805" y="13284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03" y="13014"/>
                  </a:lnTo>
                  <a:lnTo>
                    <a:pt x="8419" y="12821"/>
                  </a:lnTo>
                  <a:lnTo>
                    <a:pt x="8534" y="12666"/>
                  </a:lnTo>
                  <a:lnTo>
                    <a:pt x="8650" y="12628"/>
                  </a:lnTo>
                  <a:close/>
                  <a:moveTo>
                    <a:pt x="22861" y="0"/>
                  </a:moveTo>
                  <a:lnTo>
                    <a:pt x="22822" y="78"/>
                  </a:lnTo>
                  <a:lnTo>
                    <a:pt x="22745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783" y="387"/>
                  </a:lnTo>
                  <a:lnTo>
                    <a:pt x="22822" y="387"/>
                  </a:lnTo>
                  <a:lnTo>
                    <a:pt x="22861" y="464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668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22" y="2240"/>
                  </a:lnTo>
                  <a:lnTo>
                    <a:pt x="23015" y="2395"/>
                  </a:lnTo>
                  <a:lnTo>
                    <a:pt x="23247" y="2472"/>
                  </a:lnTo>
                  <a:lnTo>
                    <a:pt x="23478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24" y="3244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862"/>
                  </a:lnTo>
                  <a:lnTo>
                    <a:pt x="23942" y="4016"/>
                  </a:lnTo>
                  <a:lnTo>
                    <a:pt x="23710" y="4209"/>
                  </a:lnTo>
                  <a:lnTo>
                    <a:pt x="23556" y="4480"/>
                  </a:lnTo>
                  <a:lnTo>
                    <a:pt x="23440" y="4750"/>
                  </a:lnTo>
                  <a:lnTo>
                    <a:pt x="23440" y="4866"/>
                  </a:lnTo>
                  <a:lnTo>
                    <a:pt x="23440" y="5020"/>
                  </a:lnTo>
                  <a:lnTo>
                    <a:pt x="23478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70" y="5561"/>
                  </a:lnTo>
                  <a:lnTo>
                    <a:pt x="22938" y="5677"/>
                  </a:lnTo>
                  <a:lnTo>
                    <a:pt x="22783" y="5870"/>
                  </a:lnTo>
                  <a:lnTo>
                    <a:pt x="22668" y="6102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1972" y="6217"/>
                  </a:lnTo>
                  <a:lnTo>
                    <a:pt x="21741" y="6256"/>
                  </a:lnTo>
                  <a:lnTo>
                    <a:pt x="21509" y="6411"/>
                  </a:lnTo>
                  <a:lnTo>
                    <a:pt x="21316" y="6565"/>
                  </a:lnTo>
                  <a:lnTo>
                    <a:pt x="21200" y="6758"/>
                  </a:lnTo>
                  <a:lnTo>
                    <a:pt x="21084" y="6449"/>
                  </a:lnTo>
                  <a:lnTo>
                    <a:pt x="20930" y="6140"/>
                  </a:lnTo>
                  <a:lnTo>
                    <a:pt x="20853" y="5986"/>
                  </a:lnTo>
                  <a:lnTo>
                    <a:pt x="20698" y="5870"/>
                  </a:lnTo>
                  <a:lnTo>
                    <a:pt x="20582" y="5793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42" y="5793"/>
                  </a:lnTo>
                  <a:lnTo>
                    <a:pt x="19887" y="5831"/>
                  </a:lnTo>
                  <a:lnTo>
                    <a:pt x="19733" y="5947"/>
                  </a:lnTo>
                  <a:lnTo>
                    <a:pt x="19694" y="5715"/>
                  </a:lnTo>
                  <a:lnTo>
                    <a:pt x="19617" y="5484"/>
                  </a:lnTo>
                  <a:lnTo>
                    <a:pt x="19462" y="5291"/>
                  </a:lnTo>
                  <a:lnTo>
                    <a:pt x="19347" y="5213"/>
                  </a:lnTo>
                  <a:lnTo>
                    <a:pt x="19231" y="5175"/>
                  </a:lnTo>
                  <a:lnTo>
                    <a:pt x="19038" y="5136"/>
                  </a:lnTo>
                  <a:lnTo>
                    <a:pt x="18806" y="5175"/>
                  </a:lnTo>
                  <a:lnTo>
                    <a:pt x="18613" y="5252"/>
                  </a:lnTo>
                  <a:lnTo>
                    <a:pt x="18458" y="5407"/>
                  </a:lnTo>
                  <a:lnTo>
                    <a:pt x="18458" y="5252"/>
                  </a:lnTo>
                  <a:lnTo>
                    <a:pt x="18420" y="5098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7" y="4557"/>
                  </a:lnTo>
                  <a:lnTo>
                    <a:pt x="17802" y="4518"/>
                  </a:lnTo>
                  <a:lnTo>
                    <a:pt x="17493" y="4518"/>
                  </a:lnTo>
                  <a:lnTo>
                    <a:pt x="17377" y="4557"/>
                  </a:lnTo>
                  <a:lnTo>
                    <a:pt x="17223" y="4634"/>
                  </a:lnTo>
                  <a:lnTo>
                    <a:pt x="17107" y="4711"/>
                  </a:lnTo>
                  <a:lnTo>
                    <a:pt x="17030" y="4827"/>
                  </a:lnTo>
                  <a:lnTo>
                    <a:pt x="16875" y="5059"/>
                  </a:lnTo>
                  <a:lnTo>
                    <a:pt x="16759" y="4905"/>
                  </a:lnTo>
                  <a:lnTo>
                    <a:pt x="16605" y="4789"/>
                  </a:lnTo>
                  <a:lnTo>
                    <a:pt x="16451" y="4673"/>
                  </a:lnTo>
                  <a:lnTo>
                    <a:pt x="16257" y="4634"/>
                  </a:lnTo>
                  <a:lnTo>
                    <a:pt x="16103" y="4634"/>
                  </a:lnTo>
                  <a:lnTo>
                    <a:pt x="15910" y="4673"/>
                  </a:lnTo>
                  <a:lnTo>
                    <a:pt x="15755" y="4750"/>
                  </a:lnTo>
                  <a:lnTo>
                    <a:pt x="15640" y="4827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291"/>
                  </a:lnTo>
                  <a:lnTo>
                    <a:pt x="15374" y="5460"/>
                  </a:lnTo>
                  <a:lnTo>
                    <a:pt x="15331" y="5329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597" y="4943"/>
                  </a:lnTo>
                  <a:lnTo>
                    <a:pt x="14404" y="4943"/>
                  </a:lnTo>
                  <a:lnTo>
                    <a:pt x="14249" y="5020"/>
                  </a:lnTo>
                  <a:lnTo>
                    <a:pt x="14134" y="5098"/>
                  </a:lnTo>
                  <a:lnTo>
                    <a:pt x="14018" y="5175"/>
                  </a:lnTo>
                  <a:lnTo>
                    <a:pt x="13941" y="5291"/>
                  </a:lnTo>
                  <a:lnTo>
                    <a:pt x="13825" y="5522"/>
                  </a:lnTo>
                  <a:lnTo>
                    <a:pt x="13747" y="5831"/>
                  </a:lnTo>
                  <a:lnTo>
                    <a:pt x="13593" y="5754"/>
                  </a:lnTo>
                  <a:lnTo>
                    <a:pt x="13361" y="5677"/>
                  </a:lnTo>
                  <a:lnTo>
                    <a:pt x="13130" y="5677"/>
                  </a:lnTo>
                  <a:lnTo>
                    <a:pt x="12937" y="5715"/>
                  </a:lnTo>
                  <a:lnTo>
                    <a:pt x="12705" y="5831"/>
                  </a:lnTo>
                  <a:lnTo>
                    <a:pt x="12589" y="5947"/>
                  </a:lnTo>
                  <a:lnTo>
                    <a:pt x="12473" y="6063"/>
                  </a:lnTo>
                  <a:lnTo>
                    <a:pt x="12396" y="6217"/>
                  </a:lnTo>
                  <a:lnTo>
                    <a:pt x="12357" y="6333"/>
                  </a:lnTo>
                  <a:lnTo>
                    <a:pt x="12319" y="6526"/>
                  </a:lnTo>
                  <a:lnTo>
                    <a:pt x="12319" y="6681"/>
                  </a:lnTo>
                  <a:lnTo>
                    <a:pt x="12357" y="6835"/>
                  </a:lnTo>
                  <a:lnTo>
                    <a:pt x="12396" y="6990"/>
                  </a:lnTo>
                  <a:lnTo>
                    <a:pt x="12126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469" y="7376"/>
                  </a:lnTo>
                  <a:lnTo>
                    <a:pt x="11392" y="7530"/>
                  </a:lnTo>
                  <a:lnTo>
                    <a:pt x="11315" y="7685"/>
                  </a:lnTo>
                  <a:lnTo>
                    <a:pt x="11276" y="7839"/>
                  </a:lnTo>
                  <a:lnTo>
                    <a:pt x="11276" y="7994"/>
                  </a:lnTo>
                  <a:lnTo>
                    <a:pt x="11276" y="8148"/>
                  </a:lnTo>
                  <a:lnTo>
                    <a:pt x="11315" y="8303"/>
                  </a:lnTo>
                  <a:lnTo>
                    <a:pt x="11392" y="8457"/>
                  </a:lnTo>
                  <a:lnTo>
                    <a:pt x="11469" y="8573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20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02"/>
                  </a:lnTo>
                  <a:lnTo>
                    <a:pt x="10851" y="10233"/>
                  </a:lnTo>
                  <a:lnTo>
                    <a:pt x="10620" y="10272"/>
                  </a:lnTo>
                  <a:lnTo>
                    <a:pt x="10388" y="10388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40" y="11006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56" y="11701"/>
                  </a:lnTo>
                  <a:lnTo>
                    <a:pt x="9925" y="11739"/>
                  </a:lnTo>
                  <a:lnTo>
                    <a:pt x="9693" y="11817"/>
                  </a:lnTo>
                  <a:lnTo>
                    <a:pt x="9500" y="11971"/>
                  </a:lnTo>
                  <a:lnTo>
                    <a:pt x="9423" y="12087"/>
                  </a:lnTo>
                  <a:lnTo>
                    <a:pt x="9345" y="12203"/>
                  </a:lnTo>
                  <a:lnTo>
                    <a:pt x="9307" y="12319"/>
                  </a:lnTo>
                  <a:lnTo>
                    <a:pt x="9307" y="12473"/>
                  </a:lnTo>
                  <a:lnTo>
                    <a:pt x="9152" y="12357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689" y="12280"/>
                  </a:lnTo>
                  <a:lnTo>
                    <a:pt x="8534" y="12319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48" y="12705"/>
                  </a:lnTo>
                  <a:lnTo>
                    <a:pt x="8071" y="12550"/>
                  </a:lnTo>
                  <a:lnTo>
                    <a:pt x="7994" y="12434"/>
                  </a:lnTo>
                  <a:lnTo>
                    <a:pt x="7839" y="12319"/>
                  </a:lnTo>
                  <a:lnTo>
                    <a:pt x="7724" y="12241"/>
                  </a:lnTo>
                  <a:lnTo>
                    <a:pt x="7453" y="12164"/>
                  </a:lnTo>
                  <a:lnTo>
                    <a:pt x="7222" y="12164"/>
                  </a:lnTo>
                  <a:lnTo>
                    <a:pt x="6990" y="12241"/>
                  </a:lnTo>
                  <a:lnTo>
                    <a:pt x="6758" y="12396"/>
                  </a:lnTo>
                  <a:lnTo>
                    <a:pt x="6758" y="12048"/>
                  </a:lnTo>
                  <a:lnTo>
                    <a:pt x="6720" y="11855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488" y="11392"/>
                  </a:lnTo>
                  <a:lnTo>
                    <a:pt x="6372" y="11276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870" y="11122"/>
                  </a:lnTo>
                  <a:lnTo>
                    <a:pt x="5677" y="11160"/>
                  </a:lnTo>
                  <a:lnTo>
                    <a:pt x="5523" y="11199"/>
                  </a:lnTo>
                  <a:lnTo>
                    <a:pt x="5523" y="10967"/>
                  </a:lnTo>
                  <a:lnTo>
                    <a:pt x="5445" y="10697"/>
                  </a:lnTo>
                  <a:lnTo>
                    <a:pt x="5291" y="10504"/>
                  </a:lnTo>
                  <a:lnTo>
                    <a:pt x="5214" y="10426"/>
                  </a:lnTo>
                  <a:lnTo>
                    <a:pt x="5098" y="10349"/>
                  </a:lnTo>
                  <a:lnTo>
                    <a:pt x="4943" y="10311"/>
                  </a:lnTo>
                  <a:lnTo>
                    <a:pt x="4673" y="10311"/>
                  </a:lnTo>
                  <a:lnTo>
                    <a:pt x="4519" y="10349"/>
                  </a:lnTo>
                  <a:lnTo>
                    <a:pt x="4519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22"/>
                  </a:lnTo>
                  <a:lnTo>
                    <a:pt x="3553" y="9422"/>
                  </a:lnTo>
                  <a:lnTo>
                    <a:pt x="3399" y="9461"/>
                  </a:lnTo>
                  <a:lnTo>
                    <a:pt x="3244" y="9538"/>
                  </a:lnTo>
                  <a:lnTo>
                    <a:pt x="3128" y="9616"/>
                  </a:lnTo>
                  <a:lnTo>
                    <a:pt x="2974" y="9731"/>
                  </a:lnTo>
                  <a:lnTo>
                    <a:pt x="2974" y="9616"/>
                  </a:lnTo>
                  <a:lnTo>
                    <a:pt x="2897" y="9422"/>
                  </a:lnTo>
                  <a:lnTo>
                    <a:pt x="2742" y="9268"/>
                  </a:lnTo>
                  <a:lnTo>
                    <a:pt x="2588" y="9114"/>
                  </a:lnTo>
                  <a:lnTo>
                    <a:pt x="2433" y="9036"/>
                  </a:lnTo>
                  <a:lnTo>
                    <a:pt x="2202" y="8998"/>
                  </a:lnTo>
                  <a:lnTo>
                    <a:pt x="2009" y="8998"/>
                  </a:lnTo>
                  <a:lnTo>
                    <a:pt x="1815" y="9075"/>
                  </a:lnTo>
                  <a:lnTo>
                    <a:pt x="1661" y="9191"/>
                  </a:lnTo>
                  <a:lnTo>
                    <a:pt x="1545" y="9345"/>
                  </a:lnTo>
                  <a:lnTo>
                    <a:pt x="1429" y="9500"/>
                  </a:lnTo>
                  <a:lnTo>
                    <a:pt x="1352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889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48" y="10426"/>
                  </a:lnTo>
                  <a:lnTo>
                    <a:pt x="232" y="10581"/>
                  </a:lnTo>
                  <a:lnTo>
                    <a:pt x="78" y="10890"/>
                  </a:lnTo>
                  <a:lnTo>
                    <a:pt x="1" y="11199"/>
                  </a:lnTo>
                  <a:lnTo>
                    <a:pt x="1" y="11546"/>
                  </a:lnTo>
                  <a:lnTo>
                    <a:pt x="39" y="11894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8" y="12782"/>
                  </a:lnTo>
                  <a:lnTo>
                    <a:pt x="773" y="12898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13" y="13130"/>
                  </a:lnTo>
                  <a:lnTo>
                    <a:pt x="1700" y="13168"/>
                  </a:lnTo>
                  <a:lnTo>
                    <a:pt x="2086" y="13091"/>
                  </a:lnTo>
                  <a:lnTo>
                    <a:pt x="2472" y="12975"/>
                  </a:lnTo>
                  <a:lnTo>
                    <a:pt x="2781" y="12782"/>
                  </a:lnTo>
                  <a:lnTo>
                    <a:pt x="3090" y="12512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15" y="11932"/>
                  </a:lnTo>
                  <a:lnTo>
                    <a:pt x="3515" y="11817"/>
                  </a:lnTo>
                  <a:lnTo>
                    <a:pt x="3437" y="11739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8" y="12434"/>
                  </a:lnTo>
                  <a:lnTo>
                    <a:pt x="2317" y="12550"/>
                  </a:lnTo>
                  <a:lnTo>
                    <a:pt x="2009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20" y="12550"/>
                  </a:lnTo>
                  <a:lnTo>
                    <a:pt x="966" y="12434"/>
                  </a:lnTo>
                  <a:lnTo>
                    <a:pt x="812" y="12319"/>
                  </a:lnTo>
                  <a:lnTo>
                    <a:pt x="696" y="12203"/>
                  </a:lnTo>
                  <a:lnTo>
                    <a:pt x="580" y="12048"/>
                  </a:lnTo>
                  <a:lnTo>
                    <a:pt x="541" y="11855"/>
                  </a:lnTo>
                  <a:lnTo>
                    <a:pt x="503" y="11701"/>
                  </a:lnTo>
                  <a:lnTo>
                    <a:pt x="464" y="11546"/>
                  </a:lnTo>
                  <a:lnTo>
                    <a:pt x="464" y="11353"/>
                  </a:lnTo>
                  <a:lnTo>
                    <a:pt x="503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889" y="10620"/>
                  </a:lnTo>
                  <a:lnTo>
                    <a:pt x="1043" y="10504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00" y="10349"/>
                  </a:lnTo>
                  <a:lnTo>
                    <a:pt x="2279" y="10349"/>
                  </a:lnTo>
                  <a:lnTo>
                    <a:pt x="2588" y="10426"/>
                  </a:lnTo>
                  <a:lnTo>
                    <a:pt x="2858" y="10504"/>
                  </a:lnTo>
                  <a:lnTo>
                    <a:pt x="3128" y="10620"/>
                  </a:lnTo>
                  <a:lnTo>
                    <a:pt x="3630" y="10928"/>
                  </a:lnTo>
                  <a:lnTo>
                    <a:pt x="4132" y="11276"/>
                  </a:lnTo>
                  <a:lnTo>
                    <a:pt x="4634" y="11662"/>
                  </a:lnTo>
                  <a:lnTo>
                    <a:pt x="5523" y="12396"/>
                  </a:lnTo>
                  <a:lnTo>
                    <a:pt x="5870" y="12666"/>
                  </a:lnTo>
                  <a:lnTo>
                    <a:pt x="6256" y="12936"/>
                  </a:lnTo>
                  <a:lnTo>
                    <a:pt x="6681" y="13207"/>
                  </a:lnTo>
                  <a:lnTo>
                    <a:pt x="7106" y="13400"/>
                  </a:lnTo>
                  <a:lnTo>
                    <a:pt x="7530" y="13593"/>
                  </a:lnTo>
                  <a:lnTo>
                    <a:pt x="7994" y="13709"/>
                  </a:lnTo>
                  <a:lnTo>
                    <a:pt x="8419" y="13786"/>
                  </a:lnTo>
                  <a:lnTo>
                    <a:pt x="8921" y="13786"/>
                  </a:lnTo>
                  <a:lnTo>
                    <a:pt x="9345" y="13670"/>
                  </a:lnTo>
                  <a:lnTo>
                    <a:pt x="9693" y="13554"/>
                  </a:lnTo>
                  <a:lnTo>
                    <a:pt x="10040" y="13323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890" y="12473"/>
                  </a:lnTo>
                  <a:lnTo>
                    <a:pt x="11122" y="12087"/>
                  </a:lnTo>
                  <a:lnTo>
                    <a:pt x="11315" y="11739"/>
                  </a:lnTo>
                  <a:lnTo>
                    <a:pt x="11508" y="11199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075"/>
                  </a:lnTo>
                  <a:lnTo>
                    <a:pt x="12319" y="8573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45" y="7299"/>
                  </a:lnTo>
                  <a:lnTo>
                    <a:pt x="13632" y="6951"/>
                  </a:lnTo>
                  <a:lnTo>
                    <a:pt x="14018" y="6681"/>
                  </a:lnTo>
                  <a:lnTo>
                    <a:pt x="14443" y="6449"/>
                  </a:lnTo>
                  <a:lnTo>
                    <a:pt x="14867" y="6256"/>
                  </a:lnTo>
                  <a:lnTo>
                    <a:pt x="15331" y="6102"/>
                  </a:lnTo>
                  <a:lnTo>
                    <a:pt x="15794" y="5986"/>
                  </a:lnTo>
                  <a:lnTo>
                    <a:pt x="16296" y="5909"/>
                  </a:lnTo>
                  <a:lnTo>
                    <a:pt x="16875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08"/>
                  </a:lnTo>
                  <a:lnTo>
                    <a:pt x="21741" y="7723"/>
                  </a:lnTo>
                  <a:lnTo>
                    <a:pt x="22127" y="7762"/>
                  </a:lnTo>
                  <a:lnTo>
                    <a:pt x="22552" y="7723"/>
                  </a:lnTo>
                  <a:lnTo>
                    <a:pt x="22976" y="7646"/>
                  </a:lnTo>
                  <a:lnTo>
                    <a:pt x="23363" y="7492"/>
                  </a:lnTo>
                  <a:lnTo>
                    <a:pt x="23710" y="7260"/>
                  </a:lnTo>
                  <a:lnTo>
                    <a:pt x="24058" y="6990"/>
                  </a:lnTo>
                  <a:lnTo>
                    <a:pt x="24328" y="6642"/>
                  </a:lnTo>
                  <a:lnTo>
                    <a:pt x="24560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46" y="5059"/>
                  </a:lnTo>
                  <a:lnTo>
                    <a:pt x="24984" y="4634"/>
                  </a:lnTo>
                  <a:lnTo>
                    <a:pt x="24984" y="4171"/>
                  </a:lnTo>
                  <a:lnTo>
                    <a:pt x="24946" y="3707"/>
                  </a:lnTo>
                  <a:lnTo>
                    <a:pt x="24869" y="3283"/>
                  </a:lnTo>
                  <a:lnTo>
                    <a:pt x="24753" y="2819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45"/>
                  </a:lnTo>
                  <a:lnTo>
                    <a:pt x="24019" y="1159"/>
                  </a:lnTo>
                  <a:lnTo>
                    <a:pt x="23787" y="811"/>
                  </a:lnTo>
                  <a:lnTo>
                    <a:pt x="23942" y="348"/>
                  </a:lnTo>
                  <a:lnTo>
                    <a:pt x="23556" y="232"/>
                  </a:lnTo>
                  <a:lnTo>
                    <a:pt x="23170" y="78"/>
                  </a:lnTo>
                  <a:lnTo>
                    <a:pt x="23131" y="39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19"/>
            <p:cNvSpPr/>
            <p:nvPr/>
          </p:nvSpPr>
          <p:spPr>
            <a:xfrm>
              <a:off x="5955050" y="3275975"/>
              <a:ext cx="152550" cy="277075"/>
            </a:xfrm>
            <a:custGeom>
              <a:avLst/>
              <a:gdLst/>
              <a:ahLst/>
              <a:cxnLst/>
              <a:rect l="l" t="t" r="r" b="b"/>
              <a:pathLst>
                <a:path w="6102" h="11083" extrusionOk="0">
                  <a:moveTo>
                    <a:pt x="3553" y="0"/>
                  </a:moveTo>
                  <a:lnTo>
                    <a:pt x="3398" y="463"/>
                  </a:lnTo>
                  <a:lnTo>
                    <a:pt x="3746" y="656"/>
                  </a:lnTo>
                  <a:lnTo>
                    <a:pt x="4093" y="888"/>
                  </a:lnTo>
                  <a:lnTo>
                    <a:pt x="4364" y="1158"/>
                  </a:lnTo>
                  <a:lnTo>
                    <a:pt x="4634" y="1467"/>
                  </a:lnTo>
                  <a:lnTo>
                    <a:pt x="4866" y="1776"/>
                  </a:lnTo>
                  <a:lnTo>
                    <a:pt x="5059" y="2124"/>
                  </a:lnTo>
                  <a:lnTo>
                    <a:pt x="5213" y="2471"/>
                  </a:lnTo>
                  <a:lnTo>
                    <a:pt x="5368" y="2819"/>
                  </a:lnTo>
                  <a:lnTo>
                    <a:pt x="5445" y="3205"/>
                  </a:lnTo>
                  <a:lnTo>
                    <a:pt x="5522" y="3630"/>
                  </a:lnTo>
                  <a:lnTo>
                    <a:pt x="5561" y="4016"/>
                  </a:lnTo>
                  <a:lnTo>
                    <a:pt x="5561" y="4441"/>
                  </a:lnTo>
                  <a:lnTo>
                    <a:pt x="5561" y="4827"/>
                  </a:lnTo>
                  <a:lnTo>
                    <a:pt x="5522" y="5252"/>
                  </a:lnTo>
                  <a:lnTo>
                    <a:pt x="5406" y="5638"/>
                  </a:lnTo>
                  <a:lnTo>
                    <a:pt x="5290" y="6024"/>
                  </a:lnTo>
                  <a:lnTo>
                    <a:pt x="5136" y="6449"/>
                  </a:lnTo>
                  <a:lnTo>
                    <a:pt x="4943" y="6873"/>
                  </a:lnTo>
                  <a:lnTo>
                    <a:pt x="4711" y="7298"/>
                  </a:lnTo>
                  <a:lnTo>
                    <a:pt x="4480" y="7684"/>
                  </a:lnTo>
                  <a:lnTo>
                    <a:pt x="4209" y="8070"/>
                  </a:lnTo>
                  <a:lnTo>
                    <a:pt x="3900" y="8418"/>
                  </a:lnTo>
                  <a:lnTo>
                    <a:pt x="3591" y="8727"/>
                  </a:lnTo>
                  <a:lnTo>
                    <a:pt x="3244" y="9036"/>
                  </a:lnTo>
                  <a:lnTo>
                    <a:pt x="2896" y="9345"/>
                  </a:lnTo>
                  <a:lnTo>
                    <a:pt x="2549" y="9615"/>
                  </a:lnTo>
                  <a:lnTo>
                    <a:pt x="2124" y="9847"/>
                  </a:lnTo>
                  <a:lnTo>
                    <a:pt x="1738" y="10078"/>
                  </a:lnTo>
                  <a:lnTo>
                    <a:pt x="1313" y="10272"/>
                  </a:lnTo>
                  <a:lnTo>
                    <a:pt x="888" y="10426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7" y="11082"/>
                  </a:lnTo>
                  <a:lnTo>
                    <a:pt x="579" y="10967"/>
                  </a:lnTo>
                  <a:lnTo>
                    <a:pt x="1081" y="10851"/>
                  </a:lnTo>
                  <a:lnTo>
                    <a:pt x="1583" y="10696"/>
                  </a:lnTo>
                  <a:lnTo>
                    <a:pt x="2047" y="10465"/>
                  </a:lnTo>
                  <a:lnTo>
                    <a:pt x="2510" y="10233"/>
                  </a:lnTo>
                  <a:lnTo>
                    <a:pt x="2935" y="9963"/>
                  </a:lnTo>
                  <a:lnTo>
                    <a:pt x="3360" y="9654"/>
                  </a:lnTo>
                  <a:lnTo>
                    <a:pt x="3784" y="9306"/>
                  </a:lnTo>
                  <a:lnTo>
                    <a:pt x="4132" y="8959"/>
                  </a:lnTo>
                  <a:lnTo>
                    <a:pt x="4480" y="8572"/>
                  </a:lnTo>
                  <a:lnTo>
                    <a:pt x="4788" y="8148"/>
                  </a:lnTo>
                  <a:lnTo>
                    <a:pt x="5097" y="7723"/>
                  </a:lnTo>
                  <a:lnTo>
                    <a:pt x="5329" y="7260"/>
                  </a:lnTo>
                  <a:lnTo>
                    <a:pt x="5561" y="6796"/>
                  </a:lnTo>
                  <a:lnTo>
                    <a:pt x="5754" y="6294"/>
                  </a:lnTo>
                  <a:lnTo>
                    <a:pt x="5908" y="5792"/>
                  </a:lnTo>
                  <a:lnTo>
                    <a:pt x="5986" y="5367"/>
                  </a:lnTo>
                  <a:lnTo>
                    <a:pt x="6063" y="4943"/>
                  </a:lnTo>
                  <a:lnTo>
                    <a:pt x="6101" y="4518"/>
                  </a:lnTo>
                  <a:lnTo>
                    <a:pt x="6063" y="4093"/>
                  </a:lnTo>
                  <a:lnTo>
                    <a:pt x="6024" y="3668"/>
                  </a:lnTo>
                  <a:lnTo>
                    <a:pt x="5986" y="3244"/>
                  </a:lnTo>
                  <a:lnTo>
                    <a:pt x="5870" y="2858"/>
                  </a:lnTo>
                  <a:lnTo>
                    <a:pt x="5715" y="2433"/>
                  </a:lnTo>
                  <a:lnTo>
                    <a:pt x="5561" y="2047"/>
                  </a:lnTo>
                  <a:lnTo>
                    <a:pt x="5368" y="1699"/>
                  </a:lnTo>
                  <a:lnTo>
                    <a:pt x="5136" y="1352"/>
                  </a:lnTo>
                  <a:lnTo>
                    <a:pt x="4866" y="1043"/>
                  </a:lnTo>
                  <a:lnTo>
                    <a:pt x="4595" y="734"/>
                  </a:lnTo>
                  <a:lnTo>
                    <a:pt x="4286" y="463"/>
                  </a:lnTo>
                  <a:lnTo>
                    <a:pt x="3939" y="232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19"/>
            <p:cNvSpPr/>
            <p:nvPr/>
          </p:nvSpPr>
          <p:spPr>
            <a:xfrm>
              <a:off x="369400" y="3292375"/>
              <a:ext cx="35750" cy="31875"/>
            </a:xfrm>
            <a:custGeom>
              <a:avLst/>
              <a:gdLst/>
              <a:ahLst/>
              <a:cxnLst/>
              <a:rect l="l" t="t" r="r" b="b"/>
              <a:pathLst>
                <a:path w="1430" h="1275" extrusionOk="0">
                  <a:moveTo>
                    <a:pt x="618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1"/>
                  </a:lnTo>
                  <a:lnTo>
                    <a:pt x="39" y="464"/>
                  </a:lnTo>
                  <a:lnTo>
                    <a:pt x="1" y="657"/>
                  </a:lnTo>
                  <a:lnTo>
                    <a:pt x="39" y="850"/>
                  </a:lnTo>
                  <a:lnTo>
                    <a:pt x="116" y="1004"/>
                  </a:lnTo>
                  <a:lnTo>
                    <a:pt x="271" y="1159"/>
                  </a:lnTo>
                  <a:lnTo>
                    <a:pt x="425" y="1236"/>
                  </a:lnTo>
                  <a:lnTo>
                    <a:pt x="618" y="1275"/>
                  </a:lnTo>
                  <a:lnTo>
                    <a:pt x="812" y="1236"/>
                  </a:lnTo>
                  <a:lnTo>
                    <a:pt x="850" y="1198"/>
                  </a:lnTo>
                  <a:lnTo>
                    <a:pt x="889" y="1120"/>
                  </a:lnTo>
                  <a:lnTo>
                    <a:pt x="812" y="1043"/>
                  </a:lnTo>
                  <a:lnTo>
                    <a:pt x="734" y="1004"/>
                  </a:lnTo>
                  <a:lnTo>
                    <a:pt x="657" y="1004"/>
                  </a:lnTo>
                  <a:lnTo>
                    <a:pt x="541" y="966"/>
                  </a:lnTo>
                  <a:lnTo>
                    <a:pt x="464" y="889"/>
                  </a:lnTo>
                  <a:lnTo>
                    <a:pt x="425" y="811"/>
                  </a:lnTo>
                  <a:lnTo>
                    <a:pt x="387" y="696"/>
                  </a:lnTo>
                  <a:lnTo>
                    <a:pt x="425" y="618"/>
                  </a:lnTo>
                  <a:lnTo>
                    <a:pt x="464" y="502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812" y="387"/>
                  </a:lnTo>
                  <a:lnTo>
                    <a:pt x="927" y="464"/>
                  </a:lnTo>
                  <a:lnTo>
                    <a:pt x="1082" y="618"/>
                  </a:lnTo>
                  <a:lnTo>
                    <a:pt x="1198" y="657"/>
                  </a:lnTo>
                  <a:lnTo>
                    <a:pt x="1275" y="696"/>
                  </a:lnTo>
                  <a:lnTo>
                    <a:pt x="1352" y="696"/>
                  </a:lnTo>
                  <a:lnTo>
                    <a:pt x="1391" y="657"/>
                  </a:lnTo>
                  <a:lnTo>
                    <a:pt x="1429" y="541"/>
                  </a:lnTo>
                  <a:lnTo>
                    <a:pt x="1391" y="464"/>
                  </a:lnTo>
                  <a:lnTo>
                    <a:pt x="1352" y="348"/>
                  </a:lnTo>
                  <a:lnTo>
                    <a:pt x="1198" y="194"/>
                  </a:lnTo>
                  <a:lnTo>
                    <a:pt x="1005" y="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19"/>
            <p:cNvSpPr/>
            <p:nvPr/>
          </p:nvSpPr>
          <p:spPr>
            <a:xfrm>
              <a:off x="6549700" y="3335825"/>
              <a:ext cx="85000" cy="94625"/>
            </a:xfrm>
            <a:custGeom>
              <a:avLst/>
              <a:gdLst/>
              <a:ahLst/>
              <a:cxnLst/>
              <a:rect l="l" t="t" r="r" b="b"/>
              <a:pathLst>
                <a:path w="3400" h="3785" extrusionOk="0">
                  <a:moveTo>
                    <a:pt x="78" y="0"/>
                  </a:moveTo>
                  <a:lnTo>
                    <a:pt x="1" y="77"/>
                  </a:lnTo>
                  <a:lnTo>
                    <a:pt x="1" y="116"/>
                  </a:lnTo>
                  <a:lnTo>
                    <a:pt x="349" y="888"/>
                  </a:lnTo>
                  <a:lnTo>
                    <a:pt x="812" y="1661"/>
                  </a:lnTo>
                  <a:lnTo>
                    <a:pt x="1275" y="2394"/>
                  </a:lnTo>
                  <a:lnTo>
                    <a:pt x="1739" y="3089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4"/>
                  </a:lnTo>
                  <a:lnTo>
                    <a:pt x="3013" y="3707"/>
                  </a:lnTo>
                  <a:lnTo>
                    <a:pt x="3206" y="3591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89"/>
                  </a:lnTo>
                  <a:lnTo>
                    <a:pt x="3399" y="2896"/>
                  </a:lnTo>
                  <a:lnTo>
                    <a:pt x="3360" y="2703"/>
                  </a:lnTo>
                  <a:lnTo>
                    <a:pt x="3283" y="2510"/>
                  </a:lnTo>
                  <a:lnTo>
                    <a:pt x="3129" y="2163"/>
                  </a:lnTo>
                  <a:lnTo>
                    <a:pt x="2936" y="2240"/>
                  </a:lnTo>
                  <a:lnTo>
                    <a:pt x="3052" y="2587"/>
                  </a:lnTo>
                  <a:lnTo>
                    <a:pt x="3090" y="2742"/>
                  </a:lnTo>
                  <a:lnTo>
                    <a:pt x="3129" y="2858"/>
                  </a:lnTo>
                  <a:lnTo>
                    <a:pt x="2897" y="3012"/>
                  </a:lnTo>
                  <a:lnTo>
                    <a:pt x="2665" y="3128"/>
                  </a:lnTo>
                  <a:lnTo>
                    <a:pt x="2511" y="3205"/>
                  </a:lnTo>
                  <a:lnTo>
                    <a:pt x="2318" y="3205"/>
                  </a:lnTo>
                  <a:lnTo>
                    <a:pt x="2202" y="3167"/>
                  </a:lnTo>
                  <a:lnTo>
                    <a:pt x="2048" y="3089"/>
                  </a:lnTo>
                  <a:lnTo>
                    <a:pt x="1932" y="2935"/>
                  </a:lnTo>
                  <a:lnTo>
                    <a:pt x="1855" y="2742"/>
                  </a:lnTo>
                  <a:lnTo>
                    <a:pt x="1700" y="2510"/>
                  </a:lnTo>
                  <a:lnTo>
                    <a:pt x="1082" y="1506"/>
                  </a:lnTo>
                  <a:lnTo>
                    <a:pt x="619" y="772"/>
                  </a:lnTo>
                  <a:lnTo>
                    <a:pt x="387" y="386"/>
                  </a:lnTo>
                  <a:lnTo>
                    <a:pt x="117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19"/>
            <p:cNvSpPr/>
            <p:nvPr/>
          </p:nvSpPr>
          <p:spPr>
            <a:xfrm>
              <a:off x="2268300" y="338120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70"/>
                  </a:lnTo>
                  <a:lnTo>
                    <a:pt x="1120" y="463"/>
                  </a:lnTo>
                  <a:lnTo>
                    <a:pt x="850" y="656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64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90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68"/>
                  </a:lnTo>
                  <a:lnTo>
                    <a:pt x="502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815"/>
                  </a:lnTo>
                  <a:lnTo>
                    <a:pt x="888" y="1583"/>
                  </a:lnTo>
                  <a:lnTo>
                    <a:pt x="1043" y="1352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92" y="656"/>
                  </a:lnTo>
                  <a:lnTo>
                    <a:pt x="2124" y="579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5"/>
                  </a:lnTo>
                  <a:lnTo>
                    <a:pt x="3514" y="1158"/>
                  </a:lnTo>
                  <a:lnTo>
                    <a:pt x="3591" y="1390"/>
                  </a:lnTo>
                  <a:lnTo>
                    <a:pt x="3668" y="1660"/>
                  </a:lnTo>
                  <a:lnTo>
                    <a:pt x="4132" y="1583"/>
                  </a:lnTo>
                  <a:lnTo>
                    <a:pt x="4016" y="1197"/>
                  </a:lnTo>
                  <a:lnTo>
                    <a:pt x="3823" y="811"/>
                  </a:lnTo>
                  <a:lnTo>
                    <a:pt x="3630" y="541"/>
                  </a:lnTo>
                  <a:lnTo>
                    <a:pt x="3398" y="270"/>
                  </a:lnTo>
                  <a:lnTo>
                    <a:pt x="3244" y="193"/>
                  </a:lnTo>
                  <a:lnTo>
                    <a:pt x="3089" y="116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19"/>
            <p:cNvSpPr/>
            <p:nvPr/>
          </p:nvSpPr>
          <p:spPr>
            <a:xfrm>
              <a:off x="2133125" y="3382150"/>
              <a:ext cx="437350" cy="302200"/>
            </a:xfrm>
            <a:custGeom>
              <a:avLst/>
              <a:gdLst/>
              <a:ahLst/>
              <a:cxnLst/>
              <a:rect l="l" t="t" r="r" b="b"/>
              <a:pathLst>
                <a:path w="17494" h="12088" extrusionOk="0">
                  <a:moveTo>
                    <a:pt x="12087" y="541"/>
                  </a:moveTo>
                  <a:lnTo>
                    <a:pt x="12203" y="580"/>
                  </a:lnTo>
                  <a:lnTo>
                    <a:pt x="12319" y="657"/>
                  </a:lnTo>
                  <a:lnTo>
                    <a:pt x="12628" y="889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93"/>
                  </a:lnTo>
                  <a:lnTo>
                    <a:pt x="13478" y="2279"/>
                  </a:lnTo>
                  <a:lnTo>
                    <a:pt x="13632" y="2665"/>
                  </a:lnTo>
                  <a:lnTo>
                    <a:pt x="13825" y="3476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511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3" y="1738"/>
                  </a:lnTo>
                  <a:lnTo>
                    <a:pt x="11508" y="1429"/>
                  </a:lnTo>
                  <a:lnTo>
                    <a:pt x="11431" y="1082"/>
                  </a:lnTo>
                  <a:lnTo>
                    <a:pt x="11663" y="734"/>
                  </a:lnTo>
                  <a:lnTo>
                    <a:pt x="11779" y="618"/>
                  </a:lnTo>
                  <a:lnTo>
                    <a:pt x="11856" y="541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90" y="1738"/>
                  </a:lnTo>
                  <a:lnTo>
                    <a:pt x="16567" y="1854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704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6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700"/>
                  </a:lnTo>
                  <a:lnTo>
                    <a:pt x="16103" y="1622"/>
                  </a:lnTo>
                  <a:close/>
                  <a:moveTo>
                    <a:pt x="13864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52"/>
                  </a:lnTo>
                  <a:lnTo>
                    <a:pt x="12667" y="5484"/>
                  </a:lnTo>
                  <a:lnTo>
                    <a:pt x="12165" y="5793"/>
                  </a:lnTo>
                  <a:lnTo>
                    <a:pt x="11894" y="5909"/>
                  </a:lnTo>
                  <a:lnTo>
                    <a:pt x="11624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8" y="5291"/>
                  </a:lnTo>
                  <a:lnTo>
                    <a:pt x="11122" y="5098"/>
                  </a:lnTo>
                  <a:lnTo>
                    <a:pt x="11277" y="4982"/>
                  </a:lnTo>
                  <a:lnTo>
                    <a:pt x="11547" y="4750"/>
                  </a:lnTo>
                  <a:lnTo>
                    <a:pt x="11817" y="4673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2" y="5407"/>
                  </a:lnTo>
                  <a:lnTo>
                    <a:pt x="16412" y="5677"/>
                  </a:lnTo>
                  <a:lnTo>
                    <a:pt x="16644" y="6025"/>
                  </a:lnTo>
                  <a:lnTo>
                    <a:pt x="16876" y="6333"/>
                  </a:lnTo>
                  <a:lnTo>
                    <a:pt x="16992" y="6681"/>
                  </a:lnTo>
                  <a:lnTo>
                    <a:pt x="16992" y="6835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374" y="7337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835"/>
                  </a:lnTo>
                  <a:lnTo>
                    <a:pt x="15370" y="6565"/>
                  </a:lnTo>
                  <a:lnTo>
                    <a:pt x="15061" y="6179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78"/>
                  </a:lnTo>
                  <a:lnTo>
                    <a:pt x="11470" y="116"/>
                  </a:lnTo>
                  <a:lnTo>
                    <a:pt x="11354" y="232"/>
                  </a:lnTo>
                  <a:lnTo>
                    <a:pt x="11161" y="425"/>
                  </a:lnTo>
                  <a:lnTo>
                    <a:pt x="11006" y="618"/>
                  </a:lnTo>
                  <a:lnTo>
                    <a:pt x="10929" y="812"/>
                  </a:lnTo>
                  <a:lnTo>
                    <a:pt x="10929" y="1043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700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2" y="2742"/>
                  </a:lnTo>
                  <a:lnTo>
                    <a:pt x="12396" y="3090"/>
                  </a:lnTo>
                  <a:lnTo>
                    <a:pt x="12860" y="3437"/>
                  </a:lnTo>
                  <a:lnTo>
                    <a:pt x="12860" y="3437"/>
                  </a:lnTo>
                  <a:lnTo>
                    <a:pt x="12049" y="3322"/>
                  </a:lnTo>
                  <a:lnTo>
                    <a:pt x="11199" y="3283"/>
                  </a:lnTo>
                  <a:lnTo>
                    <a:pt x="10388" y="3360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45"/>
                  </a:lnTo>
                  <a:lnTo>
                    <a:pt x="9075" y="1622"/>
                  </a:lnTo>
                  <a:lnTo>
                    <a:pt x="9153" y="2124"/>
                  </a:lnTo>
                  <a:lnTo>
                    <a:pt x="9153" y="2626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630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50"/>
                  </a:lnTo>
                  <a:lnTo>
                    <a:pt x="5832" y="5252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51"/>
                  </a:lnTo>
                  <a:lnTo>
                    <a:pt x="3090" y="7724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56"/>
                  </a:lnTo>
                  <a:lnTo>
                    <a:pt x="542" y="10967"/>
                  </a:lnTo>
                  <a:lnTo>
                    <a:pt x="1" y="11817"/>
                  </a:lnTo>
                  <a:lnTo>
                    <a:pt x="349" y="12087"/>
                  </a:lnTo>
                  <a:lnTo>
                    <a:pt x="1546" y="10542"/>
                  </a:lnTo>
                  <a:lnTo>
                    <a:pt x="2743" y="8998"/>
                  </a:lnTo>
                  <a:lnTo>
                    <a:pt x="3360" y="8226"/>
                  </a:lnTo>
                  <a:lnTo>
                    <a:pt x="4017" y="7531"/>
                  </a:lnTo>
                  <a:lnTo>
                    <a:pt x="4712" y="6835"/>
                  </a:lnTo>
                  <a:lnTo>
                    <a:pt x="5484" y="6179"/>
                  </a:lnTo>
                  <a:lnTo>
                    <a:pt x="6257" y="5600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8" y="4441"/>
                  </a:lnTo>
                  <a:lnTo>
                    <a:pt x="8921" y="4287"/>
                  </a:lnTo>
                  <a:lnTo>
                    <a:pt x="9423" y="4132"/>
                  </a:lnTo>
                  <a:lnTo>
                    <a:pt x="9886" y="4017"/>
                  </a:lnTo>
                  <a:lnTo>
                    <a:pt x="10388" y="3939"/>
                  </a:lnTo>
                  <a:lnTo>
                    <a:pt x="10852" y="3862"/>
                  </a:lnTo>
                  <a:lnTo>
                    <a:pt x="11354" y="3823"/>
                  </a:lnTo>
                  <a:lnTo>
                    <a:pt x="11856" y="3823"/>
                  </a:lnTo>
                  <a:lnTo>
                    <a:pt x="12358" y="3862"/>
                  </a:lnTo>
                  <a:lnTo>
                    <a:pt x="12860" y="3939"/>
                  </a:lnTo>
                  <a:lnTo>
                    <a:pt x="12358" y="4017"/>
                  </a:lnTo>
                  <a:lnTo>
                    <a:pt x="11856" y="4132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712"/>
                  </a:lnTo>
                  <a:lnTo>
                    <a:pt x="10697" y="4866"/>
                  </a:lnTo>
                  <a:lnTo>
                    <a:pt x="10543" y="5098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86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3"/>
                  </a:lnTo>
                  <a:lnTo>
                    <a:pt x="11006" y="6449"/>
                  </a:lnTo>
                  <a:lnTo>
                    <a:pt x="11585" y="6449"/>
                  </a:lnTo>
                  <a:lnTo>
                    <a:pt x="11894" y="6372"/>
                  </a:lnTo>
                  <a:lnTo>
                    <a:pt x="12165" y="6295"/>
                  </a:lnTo>
                  <a:lnTo>
                    <a:pt x="12628" y="6063"/>
                  </a:lnTo>
                  <a:lnTo>
                    <a:pt x="13053" y="5831"/>
                  </a:lnTo>
                  <a:lnTo>
                    <a:pt x="13439" y="5523"/>
                  </a:lnTo>
                  <a:lnTo>
                    <a:pt x="13400" y="5561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47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876" y="7878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6"/>
                  </a:lnTo>
                  <a:lnTo>
                    <a:pt x="17378" y="7531"/>
                  </a:lnTo>
                  <a:lnTo>
                    <a:pt x="17416" y="7415"/>
                  </a:lnTo>
                  <a:lnTo>
                    <a:pt x="17455" y="7260"/>
                  </a:lnTo>
                  <a:lnTo>
                    <a:pt x="17494" y="6951"/>
                  </a:lnTo>
                  <a:lnTo>
                    <a:pt x="17416" y="6642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827"/>
                  </a:lnTo>
                  <a:lnTo>
                    <a:pt x="16026" y="4634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39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90"/>
                  </a:lnTo>
                  <a:lnTo>
                    <a:pt x="16914" y="2897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6" y="2202"/>
                  </a:lnTo>
                  <a:lnTo>
                    <a:pt x="17107" y="1931"/>
                  </a:lnTo>
                  <a:lnTo>
                    <a:pt x="17069" y="1700"/>
                  </a:lnTo>
                  <a:lnTo>
                    <a:pt x="16914" y="1507"/>
                  </a:lnTo>
                  <a:lnTo>
                    <a:pt x="16760" y="1352"/>
                  </a:lnTo>
                  <a:lnTo>
                    <a:pt x="16567" y="1236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75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80" y="2472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89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55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19"/>
            <p:cNvSpPr/>
            <p:nvPr/>
          </p:nvSpPr>
          <p:spPr>
            <a:xfrm>
              <a:off x="2737450" y="3395675"/>
              <a:ext cx="459550" cy="296375"/>
            </a:xfrm>
            <a:custGeom>
              <a:avLst/>
              <a:gdLst/>
              <a:ahLst/>
              <a:cxnLst/>
              <a:rect l="l" t="t" r="r" b="b"/>
              <a:pathLst>
                <a:path w="18382" h="11855" extrusionOk="0">
                  <a:moveTo>
                    <a:pt x="17648" y="2935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8"/>
                  </a:lnTo>
                  <a:lnTo>
                    <a:pt x="17880" y="3321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39"/>
                  </a:lnTo>
                  <a:lnTo>
                    <a:pt x="17648" y="4132"/>
                  </a:lnTo>
                  <a:lnTo>
                    <a:pt x="17300" y="4402"/>
                  </a:lnTo>
                  <a:lnTo>
                    <a:pt x="17030" y="4595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3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4"/>
                  </a:lnTo>
                  <a:lnTo>
                    <a:pt x="16528" y="3514"/>
                  </a:lnTo>
                  <a:lnTo>
                    <a:pt x="16721" y="3282"/>
                  </a:lnTo>
                  <a:lnTo>
                    <a:pt x="16953" y="3128"/>
                  </a:lnTo>
                  <a:lnTo>
                    <a:pt x="17223" y="2974"/>
                  </a:lnTo>
                  <a:lnTo>
                    <a:pt x="17493" y="2935"/>
                  </a:lnTo>
                  <a:close/>
                  <a:moveTo>
                    <a:pt x="14211" y="4866"/>
                  </a:moveTo>
                  <a:lnTo>
                    <a:pt x="14481" y="4904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29"/>
                  </a:lnTo>
                  <a:lnTo>
                    <a:pt x="14752" y="5522"/>
                  </a:lnTo>
                  <a:lnTo>
                    <a:pt x="14288" y="5677"/>
                  </a:lnTo>
                  <a:lnTo>
                    <a:pt x="14018" y="5715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599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6"/>
                  </a:lnTo>
                  <a:lnTo>
                    <a:pt x="13169" y="5020"/>
                  </a:lnTo>
                  <a:lnTo>
                    <a:pt x="13323" y="4943"/>
                  </a:lnTo>
                  <a:lnTo>
                    <a:pt x="13555" y="4904"/>
                  </a:lnTo>
                  <a:lnTo>
                    <a:pt x="13864" y="4866"/>
                  </a:lnTo>
                  <a:close/>
                  <a:moveTo>
                    <a:pt x="15756" y="5522"/>
                  </a:moveTo>
                  <a:lnTo>
                    <a:pt x="16374" y="5831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3"/>
                  </a:lnTo>
                  <a:lnTo>
                    <a:pt x="17571" y="6912"/>
                  </a:lnTo>
                  <a:lnTo>
                    <a:pt x="17609" y="7067"/>
                  </a:lnTo>
                  <a:lnTo>
                    <a:pt x="17609" y="7221"/>
                  </a:lnTo>
                  <a:lnTo>
                    <a:pt x="17609" y="7453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3"/>
                  </a:lnTo>
                  <a:lnTo>
                    <a:pt x="17146" y="7723"/>
                  </a:lnTo>
                  <a:lnTo>
                    <a:pt x="16953" y="7685"/>
                  </a:lnTo>
                  <a:lnTo>
                    <a:pt x="16798" y="7607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6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1"/>
                  </a:lnTo>
                  <a:lnTo>
                    <a:pt x="15756" y="5522"/>
                  </a:lnTo>
                  <a:close/>
                  <a:moveTo>
                    <a:pt x="4944" y="464"/>
                  </a:moveTo>
                  <a:lnTo>
                    <a:pt x="5561" y="502"/>
                  </a:lnTo>
                  <a:lnTo>
                    <a:pt x="6141" y="657"/>
                  </a:lnTo>
                  <a:lnTo>
                    <a:pt x="6681" y="888"/>
                  </a:lnTo>
                  <a:lnTo>
                    <a:pt x="7222" y="1197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4"/>
                  </a:lnTo>
                  <a:lnTo>
                    <a:pt x="8766" y="2781"/>
                  </a:lnTo>
                  <a:lnTo>
                    <a:pt x="9037" y="3205"/>
                  </a:lnTo>
                  <a:lnTo>
                    <a:pt x="9268" y="3669"/>
                  </a:lnTo>
                  <a:lnTo>
                    <a:pt x="9693" y="4595"/>
                  </a:lnTo>
                  <a:lnTo>
                    <a:pt x="10079" y="5522"/>
                  </a:lnTo>
                  <a:lnTo>
                    <a:pt x="10272" y="5908"/>
                  </a:lnTo>
                  <a:lnTo>
                    <a:pt x="10504" y="6294"/>
                  </a:lnTo>
                  <a:lnTo>
                    <a:pt x="10736" y="6642"/>
                  </a:lnTo>
                  <a:lnTo>
                    <a:pt x="11006" y="6912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0"/>
                  </a:lnTo>
                  <a:lnTo>
                    <a:pt x="13207" y="7492"/>
                  </a:lnTo>
                  <a:lnTo>
                    <a:pt x="13516" y="7414"/>
                  </a:lnTo>
                  <a:lnTo>
                    <a:pt x="13825" y="7260"/>
                  </a:lnTo>
                  <a:lnTo>
                    <a:pt x="14095" y="7105"/>
                  </a:lnTo>
                  <a:lnTo>
                    <a:pt x="14366" y="6951"/>
                  </a:lnTo>
                  <a:lnTo>
                    <a:pt x="14597" y="6719"/>
                  </a:lnTo>
                  <a:lnTo>
                    <a:pt x="14829" y="6488"/>
                  </a:lnTo>
                  <a:lnTo>
                    <a:pt x="14404" y="7221"/>
                  </a:lnTo>
                  <a:lnTo>
                    <a:pt x="13941" y="7878"/>
                  </a:lnTo>
                  <a:lnTo>
                    <a:pt x="13439" y="8534"/>
                  </a:lnTo>
                  <a:lnTo>
                    <a:pt x="12860" y="9113"/>
                  </a:lnTo>
                  <a:lnTo>
                    <a:pt x="12242" y="9615"/>
                  </a:lnTo>
                  <a:lnTo>
                    <a:pt x="11547" y="10079"/>
                  </a:lnTo>
                  <a:lnTo>
                    <a:pt x="10813" y="10503"/>
                  </a:lnTo>
                  <a:lnTo>
                    <a:pt x="10041" y="10812"/>
                  </a:lnTo>
                  <a:lnTo>
                    <a:pt x="9462" y="11005"/>
                  </a:lnTo>
                  <a:lnTo>
                    <a:pt x="8882" y="11160"/>
                  </a:lnTo>
                  <a:lnTo>
                    <a:pt x="8303" y="11276"/>
                  </a:lnTo>
                  <a:lnTo>
                    <a:pt x="7724" y="11314"/>
                  </a:lnTo>
                  <a:lnTo>
                    <a:pt x="7145" y="11353"/>
                  </a:lnTo>
                  <a:lnTo>
                    <a:pt x="6604" y="11314"/>
                  </a:lnTo>
                  <a:lnTo>
                    <a:pt x="6025" y="11237"/>
                  </a:lnTo>
                  <a:lnTo>
                    <a:pt x="5484" y="11121"/>
                  </a:lnTo>
                  <a:lnTo>
                    <a:pt x="4944" y="10967"/>
                  </a:lnTo>
                  <a:lnTo>
                    <a:pt x="4442" y="10735"/>
                  </a:lnTo>
                  <a:lnTo>
                    <a:pt x="3940" y="10503"/>
                  </a:lnTo>
                  <a:lnTo>
                    <a:pt x="3476" y="10195"/>
                  </a:lnTo>
                  <a:lnTo>
                    <a:pt x="3013" y="9847"/>
                  </a:lnTo>
                  <a:lnTo>
                    <a:pt x="2549" y="9461"/>
                  </a:lnTo>
                  <a:lnTo>
                    <a:pt x="2163" y="9036"/>
                  </a:lnTo>
                  <a:lnTo>
                    <a:pt x="1777" y="8573"/>
                  </a:lnTo>
                  <a:lnTo>
                    <a:pt x="1430" y="8032"/>
                  </a:lnTo>
                  <a:lnTo>
                    <a:pt x="1121" y="7492"/>
                  </a:lnTo>
                  <a:lnTo>
                    <a:pt x="850" y="6912"/>
                  </a:lnTo>
                  <a:lnTo>
                    <a:pt x="657" y="6333"/>
                  </a:lnTo>
                  <a:lnTo>
                    <a:pt x="503" y="5754"/>
                  </a:lnTo>
                  <a:lnTo>
                    <a:pt x="426" y="5136"/>
                  </a:lnTo>
                  <a:lnTo>
                    <a:pt x="426" y="4518"/>
                  </a:lnTo>
                  <a:lnTo>
                    <a:pt x="503" y="3862"/>
                  </a:lnTo>
                  <a:lnTo>
                    <a:pt x="696" y="3282"/>
                  </a:lnTo>
                  <a:lnTo>
                    <a:pt x="928" y="2742"/>
                  </a:lnTo>
                  <a:lnTo>
                    <a:pt x="1275" y="2240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79"/>
                  </a:lnTo>
                  <a:lnTo>
                    <a:pt x="4326" y="464"/>
                  </a:lnTo>
                  <a:close/>
                  <a:moveTo>
                    <a:pt x="4519" y="0"/>
                  </a:moveTo>
                  <a:lnTo>
                    <a:pt x="4249" y="39"/>
                  </a:lnTo>
                  <a:lnTo>
                    <a:pt x="3901" y="77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5"/>
                  </a:lnTo>
                  <a:lnTo>
                    <a:pt x="2472" y="579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3"/>
                  </a:lnTo>
                  <a:lnTo>
                    <a:pt x="1082" y="1699"/>
                  </a:lnTo>
                  <a:lnTo>
                    <a:pt x="773" y="2163"/>
                  </a:lnTo>
                  <a:lnTo>
                    <a:pt x="503" y="2626"/>
                  </a:lnTo>
                  <a:lnTo>
                    <a:pt x="310" y="3089"/>
                  </a:lnTo>
                  <a:lnTo>
                    <a:pt x="155" y="3591"/>
                  </a:lnTo>
                  <a:lnTo>
                    <a:pt x="40" y="4093"/>
                  </a:lnTo>
                  <a:lnTo>
                    <a:pt x="1" y="4595"/>
                  </a:lnTo>
                  <a:lnTo>
                    <a:pt x="1" y="5136"/>
                  </a:lnTo>
                  <a:lnTo>
                    <a:pt x="78" y="5638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8"/>
                  </a:lnTo>
                  <a:lnTo>
                    <a:pt x="1237" y="8611"/>
                  </a:lnTo>
                  <a:lnTo>
                    <a:pt x="1545" y="9036"/>
                  </a:lnTo>
                  <a:lnTo>
                    <a:pt x="2009" y="9577"/>
                  </a:lnTo>
                  <a:lnTo>
                    <a:pt x="2472" y="10040"/>
                  </a:lnTo>
                  <a:lnTo>
                    <a:pt x="2974" y="10426"/>
                  </a:lnTo>
                  <a:lnTo>
                    <a:pt x="3476" y="10812"/>
                  </a:lnTo>
                  <a:lnTo>
                    <a:pt x="4055" y="11083"/>
                  </a:lnTo>
                  <a:lnTo>
                    <a:pt x="4596" y="11353"/>
                  </a:lnTo>
                  <a:lnTo>
                    <a:pt x="5214" y="11546"/>
                  </a:lnTo>
                  <a:lnTo>
                    <a:pt x="5832" y="11701"/>
                  </a:lnTo>
                  <a:lnTo>
                    <a:pt x="5870" y="11855"/>
                  </a:lnTo>
                  <a:lnTo>
                    <a:pt x="6218" y="11778"/>
                  </a:lnTo>
                  <a:lnTo>
                    <a:pt x="7029" y="11816"/>
                  </a:lnTo>
                  <a:lnTo>
                    <a:pt x="7840" y="11816"/>
                  </a:lnTo>
                  <a:lnTo>
                    <a:pt x="8689" y="11701"/>
                  </a:lnTo>
                  <a:lnTo>
                    <a:pt x="9539" y="11507"/>
                  </a:lnTo>
                  <a:lnTo>
                    <a:pt x="10272" y="11237"/>
                  </a:lnTo>
                  <a:lnTo>
                    <a:pt x="11006" y="10928"/>
                  </a:lnTo>
                  <a:lnTo>
                    <a:pt x="11315" y="10812"/>
                  </a:lnTo>
                  <a:lnTo>
                    <a:pt x="11315" y="10774"/>
                  </a:lnTo>
                  <a:lnTo>
                    <a:pt x="12049" y="10349"/>
                  </a:lnTo>
                  <a:lnTo>
                    <a:pt x="12705" y="9847"/>
                  </a:lnTo>
                  <a:lnTo>
                    <a:pt x="13362" y="9306"/>
                  </a:lnTo>
                  <a:lnTo>
                    <a:pt x="13941" y="8689"/>
                  </a:lnTo>
                  <a:lnTo>
                    <a:pt x="14481" y="8032"/>
                  </a:lnTo>
                  <a:lnTo>
                    <a:pt x="14713" y="7685"/>
                  </a:lnTo>
                  <a:lnTo>
                    <a:pt x="14906" y="7298"/>
                  </a:lnTo>
                  <a:lnTo>
                    <a:pt x="15099" y="6951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19"/>
                  </a:lnTo>
                  <a:lnTo>
                    <a:pt x="15987" y="7144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6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2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3"/>
                  </a:lnTo>
                  <a:lnTo>
                    <a:pt x="18034" y="7260"/>
                  </a:lnTo>
                  <a:lnTo>
                    <a:pt x="17995" y="7028"/>
                  </a:lnTo>
                  <a:lnTo>
                    <a:pt x="17918" y="6835"/>
                  </a:lnTo>
                  <a:lnTo>
                    <a:pt x="17841" y="6642"/>
                  </a:lnTo>
                  <a:lnTo>
                    <a:pt x="17725" y="6449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5"/>
                  </a:lnTo>
                  <a:lnTo>
                    <a:pt x="16567" y="5445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1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3"/>
                  </a:lnTo>
                  <a:lnTo>
                    <a:pt x="18343" y="3553"/>
                  </a:lnTo>
                  <a:lnTo>
                    <a:pt x="18382" y="3321"/>
                  </a:lnTo>
                  <a:lnTo>
                    <a:pt x="18343" y="3089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3"/>
                  </a:lnTo>
                  <a:lnTo>
                    <a:pt x="17841" y="2587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7"/>
                  </a:lnTo>
                  <a:lnTo>
                    <a:pt x="16953" y="2703"/>
                  </a:lnTo>
                  <a:lnTo>
                    <a:pt x="16760" y="2781"/>
                  </a:lnTo>
                  <a:lnTo>
                    <a:pt x="16567" y="2935"/>
                  </a:lnTo>
                  <a:lnTo>
                    <a:pt x="16412" y="3089"/>
                  </a:lnTo>
                  <a:lnTo>
                    <a:pt x="16258" y="3282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0"/>
                  </a:lnTo>
                  <a:lnTo>
                    <a:pt x="15524" y="5020"/>
                  </a:lnTo>
                  <a:lnTo>
                    <a:pt x="15099" y="4788"/>
                  </a:lnTo>
                  <a:lnTo>
                    <a:pt x="14675" y="4634"/>
                  </a:lnTo>
                  <a:lnTo>
                    <a:pt x="14211" y="4518"/>
                  </a:lnTo>
                  <a:lnTo>
                    <a:pt x="13748" y="4518"/>
                  </a:lnTo>
                  <a:lnTo>
                    <a:pt x="13362" y="4595"/>
                  </a:lnTo>
                  <a:lnTo>
                    <a:pt x="13169" y="4634"/>
                  </a:lnTo>
                  <a:lnTo>
                    <a:pt x="12975" y="4711"/>
                  </a:lnTo>
                  <a:lnTo>
                    <a:pt x="12782" y="4788"/>
                  </a:lnTo>
                  <a:lnTo>
                    <a:pt x="12628" y="4943"/>
                  </a:lnTo>
                  <a:lnTo>
                    <a:pt x="12512" y="5097"/>
                  </a:lnTo>
                  <a:lnTo>
                    <a:pt x="12435" y="5252"/>
                  </a:lnTo>
                  <a:lnTo>
                    <a:pt x="12396" y="5445"/>
                  </a:lnTo>
                  <a:lnTo>
                    <a:pt x="12473" y="5638"/>
                  </a:lnTo>
                  <a:lnTo>
                    <a:pt x="12551" y="5792"/>
                  </a:lnTo>
                  <a:lnTo>
                    <a:pt x="12705" y="5908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0"/>
                  </a:lnTo>
                  <a:lnTo>
                    <a:pt x="13786" y="6140"/>
                  </a:lnTo>
                  <a:lnTo>
                    <a:pt x="14134" y="6101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19"/>
                  </a:lnTo>
                  <a:lnTo>
                    <a:pt x="13671" y="6835"/>
                  </a:lnTo>
                  <a:lnTo>
                    <a:pt x="13439" y="6951"/>
                  </a:lnTo>
                  <a:lnTo>
                    <a:pt x="13207" y="7028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0"/>
                  </a:lnTo>
                  <a:lnTo>
                    <a:pt x="10968" y="6140"/>
                  </a:lnTo>
                  <a:lnTo>
                    <a:pt x="10774" y="5792"/>
                  </a:lnTo>
                  <a:lnTo>
                    <a:pt x="10504" y="5329"/>
                  </a:lnTo>
                  <a:lnTo>
                    <a:pt x="10311" y="4827"/>
                  </a:lnTo>
                  <a:lnTo>
                    <a:pt x="9886" y="3862"/>
                  </a:lnTo>
                  <a:lnTo>
                    <a:pt x="9655" y="3398"/>
                  </a:lnTo>
                  <a:lnTo>
                    <a:pt x="9423" y="2935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1"/>
                  </a:lnTo>
                  <a:lnTo>
                    <a:pt x="6874" y="502"/>
                  </a:lnTo>
                  <a:lnTo>
                    <a:pt x="6295" y="271"/>
                  </a:lnTo>
                  <a:lnTo>
                    <a:pt x="5716" y="116"/>
                  </a:lnTo>
                  <a:lnTo>
                    <a:pt x="5137" y="39"/>
                  </a:lnTo>
                  <a:lnTo>
                    <a:pt x="451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19"/>
            <p:cNvSpPr/>
            <p:nvPr/>
          </p:nvSpPr>
          <p:spPr>
            <a:xfrm>
              <a:off x="2769325" y="3423675"/>
              <a:ext cx="144825" cy="164125"/>
            </a:xfrm>
            <a:custGeom>
              <a:avLst/>
              <a:gdLst/>
              <a:ahLst/>
              <a:cxnLst/>
              <a:rect l="l" t="t" r="r" b="b"/>
              <a:pathLst>
                <a:path w="5793" h="6565" extrusionOk="0">
                  <a:moveTo>
                    <a:pt x="2858" y="463"/>
                  </a:moveTo>
                  <a:lnTo>
                    <a:pt x="3360" y="618"/>
                  </a:lnTo>
                  <a:lnTo>
                    <a:pt x="3823" y="811"/>
                  </a:lnTo>
                  <a:lnTo>
                    <a:pt x="4248" y="1081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8"/>
                  </a:lnTo>
                  <a:lnTo>
                    <a:pt x="5252" y="2510"/>
                  </a:lnTo>
                  <a:lnTo>
                    <a:pt x="5290" y="2780"/>
                  </a:lnTo>
                  <a:lnTo>
                    <a:pt x="5329" y="3051"/>
                  </a:lnTo>
                  <a:lnTo>
                    <a:pt x="5329" y="3321"/>
                  </a:lnTo>
                  <a:lnTo>
                    <a:pt x="5290" y="3784"/>
                  </a:lnTo>
                  <a:lnTo>
                    <a:pt x="5175" y="4248"/>
                  </a:lnTo>
                  <a:lnTo>
                    <a:pt x="4981" y="4711"/>
                  </a:lnTo>
                  <a:lnTo>
                    <a:pt x="4711" y="5097"/>
                  </a:lnTo>
                  <a:lnTo>
                    <a:pt x="4364" y="5445"/>
                  </a:lnTo>
                  <a:lnTo>
                    <a:pt x="4016" y="5715"/>
                  </a:lnTo>
                  <a:lnTo>
                    <a:pt x="3784" y="5831"/>
                  </a:lnTo>
                  <a:lnTo>
                    <a:pt x="3553" y="5947"/>
                  </a:lnTo>
                  <a:lnTo>
                    <a:pt x="3321" y="6024"/>
                  </a:lnTo>
                  <a:lnTo>
                    <a:pt x="3089" y="6063"/>
                  </a:lnTo>
                  <a:lnTo>
                    <a:pt x="2780" y="6101"/>
                  </a:lnTo>
                  <a:lnTo>
                    <a:pt x="2510" y="6101"/>
                  </a:lnTo>
                  <a:lnTo>
                    <a:pt x="2201" y="6063"/>
                  </a:lnTo>
                  <a:lnTo>
                    <a:pt x="1970" y="5985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599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0"/>
                  </a:lnTo>
                  <a:lnTo>
                    <a:pt x="734" y="4788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4"/>
                  </a:lnTo>
                  <a:lnTo>
                    <a:pt x="464" y="2973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699"/>
                  </a:lnTo>
                  <a:lnTo>
                    <a:pt x="966" y="1506"/>
                  </a:lnTo>
                  <a:lnTo>
                    <a:pt x="1120" y="1274"/>
                  </a:lnTo>
                  <a:lnTo>
                    <a:pt x="1313" y="1120"/>
                  </a:lnTo>
                  <a:lnTo>
                    <a:pt x="1506" y="927"/>
                  </a:lnTo>
                  <a:lnTo>
                    <a:pt x="1738" y="811"/>
                  </a:lnTo>
                  <a:lnTo>
                    <a:pt x="1970" y="695"/>
                  </a:lnTo>
                  <a:lnTo>
                    <a:pt x="2201" y="579"/>
                  </a:lnTo>
                  <a:lnTo>
                    <a:pt x="2472" y="541"/>
                  </a:lnTo>
                  <a:lnTo>
                    <a:pt x="2780" y="502"/>
                  </a:lnTo>
                  <a:lnTo>
                    <a:pt x="2819" y="502"/>
                  </a:lnTo>
                  <a:lnTo>
                    <a:pt x="2858" y="463"/>
                  </a:lnTo>
                  <a:close/>
                  <a:moveTo>
                    <a:pt x="2665" y="0"/>
                  </a:moveTo>
                  <a:lnTo>
                    <a:pt x="2587" y="39"/>
                  </a:lnTo>
                  <a:lnTo>
                    <a:pt x="2510" y="77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0"/>
                  </a:lnTo>
                  <a:lnTo>
                    <a:pt x="1854" y="309"/>
                  </a:lnTo>
                  <a:lnTo>
                    <a:pt x="1622" y="386"/>
                  </a:lnTo>
                  <a:lnTo>
                    <a:pt x="1390" y="502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6"/>
                  </a:lnTo>
                  <a:lnTo>
                    <a:pt x="348" y="1738"/>
                  </a:lnTo>
                  <a:lnTo>
                    <a:pt x="155" y="2278"/>
                  </a:lnTo>
                  <a:lnTo>
                    <a:pt x="39" y="2858"/>
                  </a:lnTo>
                  <a:lnTo>
                    <a:pt x="0" y="3398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2"/>
                  </a:lnTo>
                  <a:lnTo>
                    <a:pt x="309" y="4943"/>
                  </a:lnTo>
                  <a:lnTo>
                    <a:pt x="425" y="5213"/>
                  </a:lnTo>
                  <a:lnTo>
                    <a:pt x="579" y="5445"/>
                  </a:lnTo>
                  <a:lnTo>
                    <a:pt x="734" y="5676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7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6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6"/>
                  </a:lnTo>
                  <a:lnTo>
                    <a:pt x="3476" y="6449"/>
                  </a:lnTo>
                  <a:lnTo>
                    <a:pt x="3784" y="6333"/>
                  </a:lnTo>
                  <a:lnTo>
                    <a:pt x="4055" y="6217"/>
                  </a:lnTo>
                  <a:lnTo>
                    <a:pt x="4325" y="6063"/>
                  </a:lnTo>
                  <a:lnTo>
                    <a:pt x="4557" y="5908"/>
                  </a:lnTo>
                  <a:lnTo>
                    <a:pt x="4788" y="5715"/>
                  </a:lnTo>
                  <a:lnTo>
                    <a:pt x="4981" y="5483"/>
                  </a:lnTo>
                  <a:lnTo>
                    <a:pt x="5175" y="5252"/>
                  </a:lnTo>
                  <a:lnTo>
                    <a:pt x="5329" y="4981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0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7"/>
                  </a:lnTo>
                  <a:lnTo>
                    <a:pt x="5561" y="2047"/>
                  </a:lnTo>
                  <a:lnTo>
                    <a:pt x="5406" y="1776"/>
                  </a:lnTo>
                  <a:lnTo>
                    <a:pt x="5252" y="1506"/>
                  </a:lnTo>
                  <a:lnTo>
                    <a:pt x="5059" y="1274"/>
                  </a:lnTo>
                  <a:lnTo>
                    <a:pt x="4866" y="1043"/>
                  </a:lnTo>
                  <a:lnTo>
                    <a:pt x="4634" y="811"/>
                  </a:lnTo>
                  <a:lnTo>
                    <a:pt x="4402" y="618"/>
                  </a:lnTo>
                  <a:lnTo>
                    <a:pt x="4132" y="463"/>
                  </a:lnTo>
                  <a:lnTo>
                    <a:pt x="3862" y="309"/>
                  </a:lnTo>
                  <a:lnTo>
                    <a:pt x="3591" y="193"/>
                  </a:lnTo>
                  <a:lnTo>
                    <a:pt x="3282" y="116"/>
                  </a:lnTo>
                  <a:lnTo>
                    <a:pt x="2974" y="39"/>
                  </a:lnTo>
                  <a:lnTo>
                    <a:pt x="266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19"/>
            <p:cNvSpPr/>
            <p:nvPr/>
          </p:nvSpPr>
          <p:spPr>
            <a:xfrm>
              <a:off x="3889150" y="34449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3" y="3823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0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4" y="5986"/>
                  </a:lnTo>
                  <a:lnTo>
                    <a:pt x="11430" y="6140"/>
                  </a:lnTo>
                  <a:lnTo>
                    <a:pt x="11353" y="6218"/>
                  </a:lnTo>
                  <a:lnTo>
                    <a:pt x="11237" y="6256"/>
                  </a:lnTo>
                  <a:lnTo>
                    <a:pt x="11083" y="6295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0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9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4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1" y="9616"/>
                  </a:lnTo>
                  <a:lnTo>
                    <a:pt x="12936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5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19"/>
            <p:cNvSpPr/>
            <p:nvPr/>
          </p:nvSpPr>
          <p:spPr>
            <a:xfrm>
              <a:off x="4428800" y="3447800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0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3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2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7"/>
                  </a:lnTo>
                  <a:lnTo>
                    <a:pt x="6951" y="12627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7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19"/>
            <p:cNvSpPr/>
            <p:nvPr/>
          </p:nvSpPr>
          <p:spPr>
            <a:xfrm>
              <a:off x="4598700" y="3452625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49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1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19"/>
            <p:cNvSpPr/>
            <p:nvPr/>
          </p:nvSpPr>
          <p:spPr>
            <a:xfrm>
              <a:off x="3921000" y="34584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59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1" y="9075"/>
                  </a:lnTo>
                  <a:lnTo>
                    <a:pt x="6913" y="8804"/>
                  </a:lnTo>
                  <a:lnTo>
                    <a:pt x="6951" y="8534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8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0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8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4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4"/>
                  </a:lnTo>
                  <a:lnTo>
                    <a:pt x="6449" y="8843"/>
                  </a:lnTo>
                  <a:lnTo>
                    <a:pt x="5716" y="8804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5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19"/>
            <p:cNvSpPr/>
            <p:nvPr/>
          </p:nvSpPr>
          <p:spPr>
            <a:xfrm>
              <a:off x="1220850" y="3492200"/>
              <a:ext cx="274200" cy="516500"/>
            </a:xfrm>
            <a:custGeom>
              <a:avLst/>
              <a:gdLst/>
              <a:ahLst/>
              <a:cxnLst/>
              <a:rect l="l" t="t" r="r" b="b"/>
              <a:pathLst>
                <a:path w="10968" h="20660" extrusionOk="0">
                  <a:moveTo>
                    <a:pt x="1468" y="657"/>
                  </a:moveTo>
                  <a:lnTo>
                    <a:pt x="2086" y="1005"/>
                  </a:lnTo>
                  <a:lnTo>
                    <a:pt x="2665" y="1391"/>
                  </a:lnTo>
                  <a:lnTo>
                    <a:pt x="3052" y="1661"/>
                  </a:lnTo>
                  <a:lnTo>
                    <a:pt x="3438" y="1970"/>
                  </a:lnTo>
                  <a:lnTo>
                    <a:pt x="3592" y="2125"/>
                  </a:lnTo>
                  <a:lnTo>
                    <a:pt x="3708" y="2279"/>
                  </a:lnTo>
                  <a:lnTo>
                    <a:pt x="3862" y="2588"/>
                  </a:lnTo>
                  <a:lnTo>
                    <a:pt x="3978" y="2935"/>
                  </a:lnTo>
                  <a:lnTo>
                    <a:pt x="4055" y="3322"/>
                  </a:lnTo>
                  <a:lnTo>
                    <a:pt x="5098" y="7492"/>
                  </a:lnTo>
                  <a:lnTo>
                    <a:pt x="7222" y="16180"/>
                  </a:lnTo>
                  <a:lnTo>
                    <a:pt x="7261" y="16258"/>
                  </a:lnTo>
                  <a:lnTo>
                    <a:pt x="7299" y="16296"/>
                  </a:lnTo>
                  <a:lnTo>
                    <a:pt x="7369" y="16331"/>
                  </a:lnTo>
                  <a:lnTo>
                    <a:pt x="7369" y="16331"/>
                  </a:lnTo>
                  <a:lnTo>
                    <a:pt x="6990" y="16489"/>
                  </a:lnTo>
                  <a:lnTo>
                    <a:pt x="6334" y="14481"/>
                  </a:lnTo>
                  <a:lnTo>
                    <a:pt x="5677" y="12512"/>
                  </a:lnTo>
                  <a:lnTo>
                    <a:pt x="4287" y="8573"/>
                  </a:lnTo>
                  <a:lnTo>
                    <a:pt x="2858" y="4634"/>
                  </a:lnTo>
                  <a:lnTo>
                    <a:pt x="1468" y="657"/>
                  </a:lnTo>
                  <a:close/>
                  <a:moveTo>
                    <a:pt x="1121" y="503"/>
                  </a:moveTo>
                  <a:lnTo>
                    <a:pt x="1121" y="580"/>
                  </a:lnTo>
                  <a:lnTo>
                    <a:pt x="3940" y="8573"/>
                  </a:lnTo>
                  <a:lnTo>
                    <a:pt x="5368" y="12551"/>
                  </a:lnTo>
                  <a:lnTo>
                    <a:pt x="6102" y="14558"/>
                  </a:lnTo>
                  <a:lnTo>
                    <a:pt x="6874" y="16528"/>
                  </a:lnTo>
                  <a:lnTo>
                    <a:pt x="6681" y="16566"/>
                  </a:lnTo>
                  <a:lnTo>
                    <a:pt x="5755" y="14636"/>
                  </a:lnTo>
                  <a:lnTo>
                    <a:pt x="4789" y="12705"/>
                  </a:lnTo>
                  <a:lnTo>
                    <a:pt x="2820" y="8882"/>
                  </a:lnTo>
                  <a:lnTo>
                    <a:pt x="1777" y="6951"/>
                  </a:lnTo>
                  <a:lnTo>
                    <a:pt x="773" y="4982"/>
                  </a:lnTo>
                  <a:lnTo>
                    <a:pt x="657" y="4712"/>
                  </a:lnTo>
                  <a:lnTo>
                    <a:pt x="580" y="4441"/>
                  </a:lnTo>
                  <a:lnTo>
                    <a:pt x="542" y="4171"/>
                  </a:lnTo>
                  <a:lnTo>
                    <a:pt x="503" y="3901"/>
                  </a:lnTo>
                  <a:lnTo>
                    <a:pt x="503" y="3322"/>
                  </a:lnTo>
                  <a:lnTo>
                    <a:pt x="542" y="2781"/>
                  </a:lnTo>
                  <a:lnTo>
                    <a:pt x="657" y="2202"/>
                  </a:lnTo>
                  <a:lnTo>
                    <a:pt x="812" y="1623"/>
                  </a:lnTo>
                  <a:lnTo>
                    <a:pt x="1121" y="503"/>
                  </a:lnTo>
                  <a:close/>
                  <a:moveTo>
                    <a:pt x="9886" y="13786"/>
                  </a:moveTo>
                  <a:lnTo>
                    <a:pt x="10041" y="13825"/>
                  </a:lnTo>
                  <a:lnTo>
                    <a:pt x="10157" y="13902"/>
                  </a:lnTo>
                  <a:lnTo>
                    <a:pt x="10311" y="14018"/>
                  </a:lnTo>
                  <a:lnTo>
                    <a:pt x="10581" y="14481"/>
                  </a:lnTo>
                  <a:lnTo>
                    <a:pt x="10620" y="14674"/>
                  </a:lnTo>
                  <a:lnTo>
                    <a:pt x="10620" y="14906"/>
                  </a:lnTo>
                  <a:lnTo>
                    <a:pt x="10581" y="15099"/>
                  </a:lnTo>
                  <a:lnTo>
                    <a:pt x="10504" y="15254"/>
                  </a:lnTo>
                  <a:lnTo>
                    <a:pt x="10311" y="15640"/>
                  </a:lnTo>
                  <a:lnTo>
                    <a:pt x="10041" y="15910"/>
                  </a:lnTo>
                  <a:lnTo>
                    <a:pt x="9655" y="16296"/>
                  </a:lnTo>
                  <a:lnTo>
                    <a:pt x="9191" y="16605"/>
                  </a:lnTo>
                  <a:lnTo>
                    <a:pt x="8728" y="16914"/>
                  </a:lnTo>
                  <a:lnTo>
                    <a:pt x="8265" y="17184"/>
                  </a:lnTo>
                  <a:lnTo>
                    <a:pt x="8149" y="17184"/>
                  </a:lnTo>
                  <a:lnTo>
                    <a:pt x="8071" y="17262"/>
                  </a:lnTo>
                  <a:lnTo>
                    <a:pt x="7724" y="17416"/>
                  </a:lnTo>
                  <a:lnTo>
                    <a:pt x="7029" y="17725"/>
                  </a:lnTo>
                  <a:lnTo>
                    <a:pt x="6295" y="17995"/>
                  </a:lnTo>
                  <a:lnTo>
                    <a:pt x="5523" y="18150"/>
                  </a:lnTo>
                  <a:lnTo>
                    <a:pt x="4789" y="18304"/>
                  </a:lnTo>
                  <a:lnTo>
                    <a:pt x="4403" y="18343"/>
                  </a:lnTo>
                  <a:lnTo>
                    <a:pt x="4055" y="18343"/>
                  </a:lnTo>
                  <a:lnTo>
                    <a:pt x="3669" y="18266"/>
                  </a:lnTo>
                  <a:lnTo>
                    <a:pt x="3515" y="18227"/>
                  </a:lnTo>
                  <a:lnTo>
                    <a:pt x="3360" y="18150"/>
                  </a:lnTo>
                  <a:lnTo>
                    <a:pt x="3245" y="18034"/>
                  </a:lnTo>
                  <a:lnTo>
                    <a:pt x="3129" y="17957"/>
                  </a:lnTo>
                  <a:lnTo>
                    <a:pt x="2974" y="17686"/>
                  </a:lnTo>
                  <a:lnTo>
                    <a:pt x="2858" y="17377"/>
                  </a:lnTo>
                  <a:lnTo>
                    <a:pt x="2858" y="17068"/>
                  </a:lnTo>
                  <a:lnTo>
                    <a:pt x="2897" y="16875"/>
                  </a:lnTo>
                  <a:lnTo>
                    <a:pt x="2974" y="16721"/>
                  </a:lnTo>
                  <a:lnTo>
                    <a:pt x="3090" y="16566"/>
                  </a:lnTo>
                  <a:lnTo>
                    <a:pt x="3206" y="16451"/>
                  </a:lnTo>
                  <a:lnTo>
                    <a:pt x="3322" y="16373"/>
                  </a:lnTo>
                  <a:lnTo>
                    <a:pt x="3476" y="16296"/>
                  </a:lnTo>
                  <a:lnTo>
                    <a:pt x="3592" y="16296"/>
                  </a:lnTo>
                  <a:lnTo>
                    <a:pt x="3708" y="16335"/>
                  </a:lnTo>
                  <a:lnTo>
                    <a:pt x="3824" y="16451"/>
                  </a:lnTo>
                  <a:lnTo>
                    <a:pt x="3940" y="16605"/>
                  </a:lnTo>
                  <a:lnTo>
                    <a:pt x="4094" y="16798"/>
                  </a:lnTo>
                  <a:lnTo>
                    <a:pt x="4210" y="17068"/>
                  </a:lnTo>
                  <a:lnTo>
                    <a:pt x="4055" y="17068"/>
                  </a:lnTo>
                  <a:lnTo>
                    <a:pt x="3978" y="17107"/>
                  </a:lnTo>
                  <a:lnTo>
                    <a:pt x="3940" y="17184"/>
                  </a:lnTo>
                  <a:lnTo>
                    <a:pt x="3978" y="17300"/>
                  </a:lnTo>
                  <a:lnTo>
                    <a:pt x="4055" y="17339"/>
                  </a:lnTo>
                  <a:lnTo>
                    <a:pt x="4828" y="17339"/>
                  </a:lnTo>
                  <a:lnTo>
                    <a:pt x="5639" y="17262"/>
                  </a:lnTo>
                  <a:lnTo>
                    <a:pt x="6450" y="17107"/>
                  </a:lnTo>
                  <a:lnTo>
                    <a:pt x="7261" y="16875"/>
                  </a:lnTo>
                  <a:lnTo>
                    <a:pt x="7647" y="16721"/>
                  </a:lnTo>
                  <a:lnTo>
                    <a:pt x="8033" y="16528"/>
                  </a:lnTo>
                  <a:lnTo>
                    <a:pt x="8419" y="16335"/>
                  </a:lnTo>
                  <a:lnTo>
                    <a:pt x="8728" y="16103"/>
                  </a:lnTo>
                  <a:lnTo>
                    <a:pt x="9075" y="15871"/>
                  </a:lnTo>
                  <a:lnTo>
                    <a:pt x="9384" y="15601"/>
                  </a:lnTo>
                  <a:lnTo>
                    <a:pt x="9616" y="15331"/>
                  </a:lnTo>
                  <a:lnTo>
                    <a:pt x="9886" y="15022"/>
                  </a:lnTo>
                  <a:lnTo>
                    <a:pt x="9886" y="14945"/>
                  </a:lnTo>
                  <a:lnTo>
                    <a:pt x="9886" y="14906"/>
                  </a:lnTo>
                  <a:lnTo>
                    <a:pt x="9848" y="14829"/>
                  </a:lnTo>
                  <a:lnTo>
                    <a:pt x="9809" y="14790"/>
                  </a:lnTo>
                  <a:lnTo>
                    <a:pt x="9732" y="14752"/>
                  </a:lnTo>
                  <a:lnTo>
                    <a:pt x="9616" y="14752"/>
                  </a:lnTo>
                  <a:lnTo>
                    <a:pt x="9539" y="14790"/>
                  </a:lnTo>
                  <a:lnTo>
                    <a:pt x="9307" y="15099"/>
                  </a:lnTo>
                  <a:lnTo>
                    <a:pt x="9114" y="14945"/>
                  </a:lnTo>
                  <a:lnTo>
                    <a:pt x="9037" y="14829"/>
                  </a:lnTo>
                  <a:lnTo>
                    <a:pt x="8998" y="14674"/>
                  </a:lnTo>
                  <a:lnTo>
                    <a:pt x="8998" y="14558"/>
                  </a:lnTo>
                  <a:lnTo>
                    <a:pt x="9037" y="14404"/>
                  </a:lnTo>
                  <a:lnTo>
                    <a:pt x="9114" y="14288"/>
                  </a:lnTo>
                  <a:lnTo>
                    <a:pt x="9346" y="14056"/>
                  </a:lnTo>
                  <a:lnTo>
                    <a:pt x="9462" y="13941"/>
                  </a:lnTo>
                  <a:lnTo>
                    <a:pt x="9539" y="13825"/>
                  </a:lnTo>
                  <a:lnTo>
                    <a:pt x="9655" y="13786"/>
                  </a:lnTo>
                  <a:close/>
                  <a:moveTo>
                    <a:pt x="889" y="1"/>
                  </a:moveTo>
                  <a:lnTo>
                    <a:pt x="812" y="78"/>
                  </a:lnTo>
                  <a:lnTo>
                    <a:pt x="773" y="155"/>
                  </a:lnTo>
                  <a:lnTo>
                    <a:pt x="194" y="2511"/>
                  </a:lnTo>
                  <a:lnTo>
                    <a:pt x="117" y="2897"/>
                  </a:lnTo>
                  <a:lnTo>
                    <a:pt x="40" y="3322"/>
                  </a:lnTo>
                  <a:lnTo>
                    <a:pt x="1" y="3746"/>
                  </a:lnTo>
                  <a:lnTo>
                    <a:pt x="1" y="4210"/>
                  </a:lnTo>
                  <a:lnTo>
                    <a:pt x="78" y="4441"/>
                  </a:lnTo>
                  <a:lnTo>
                    <a:pt x="155" y="4673"/>
                  </a:lnTo>
                  <a:lnTo>
                    <a:pt x="348" y="5136"/>
                  </a:lnTo>
                  <a:lnTo>
                    <a:pt x="850" y="6025"/>
                  </a:lnTo>
                  <a:lnTo>
                    <a:pt x="1970" y="8187"/>
                  </a:lnTo>
                  <a:lnTo>
                    <a:pt x="4133" y="12435"/>
                  </a:lnTo>
                  <a:lnTo>
                    <a:pt x="5253" y="14558"/>
                  </a:lnTo>
                  <a:lnTo>
                    <a:pt x="6411" y="16682"/>
                  </a:lnTo>
                  <a:lnTo>
                    <a:pt x="5484" y="16875"/>
                  </a:lnTo>
                  <a:lnTo>
                    <a:pt x="4596" y="16991"/>
                  </a:lnTo>
                  <a:lnTo>
                    <a:pt x="4596" y="16991"/>
                  </a:lnTo>
                  <a:lnTo>
                    <a:pt x="4673" y="16837"/>
                  </a:lnTo>
                  <a:lnTo>
                    <a:pt x="4712" y="16682"/>
                  </a:lnTo>
                  <a:lnTo>
                    <a:pt x="4712" y="16528"/>
                  </a:lnTo>
                  <a:lnTo>
                    <a:pt x="4635" y="16373"/>
                  </a:lnTo>
                  <a:lnTo>
                    <a:pt x="4557" y="16219"/>
                  </a:lnTo>
                  <a:lnTo>
                    <a:pt x="4442" y="16103"/>
                  </a:lnTo>
                  <a:lnTo>
                    <a:pt x="4326" y="15987"/>
                  </a:lnTo>
                  <a:lnTo>
                    <a:pt x="4133" y="15910"/>
                  </a:lnTo>
                  <a:lnTo>
                    <a:pt x="3862" y="15871"/>
                  </a:lnTo>
                  <a:lnTo>
                    <a:pt x="3592" y="15871"/>
                  </a:lnTo>
                  <a:lnTo>
                    <a:pt x="3322" y="15949"/>
                  </a:lnTo>
                  <a:lnTo>
                    <a:pt x="3090" y="16103"/>
                  </a:lnTo>
                  <a:lnTo>
                    <a:pt x="2897" y="16258"/>
                  </a:lnTo>
                  <a:lnTo>
                    <a:pt x="2743" y="16489"/>
                  </a:lnTo>
                  <a:lnTo>
                    <a:pt x="2588" y="16721"/>
                  </a:lnTo>
                  <a:lnTo>
                    <a:pt x="2550" y="16991"/>
                  </a:lnTo>
                  <a:lnTo>
                    <a:pt x="2511" y="17416"/>
                  </a:lnTo>
                  <a:lnTo>
                    <a:pt x="2550" y="17725"/>
                  </a:lnTo>
                  <a:lnTo>
                    <a:pt x="2704" y="17995"/>
                  </a:lnTo>
                  <a:lnTo>
                    <a:pt x="2858" y="18227"/>
                  </a:lnTo>
                  <a:lnTo>
                    <a:pt x="3129" y="18381"/>
                  </a:lnTo>
                  <a:lnTo>
                    <a:pt x="3399" y="18497"/>
                  </a:lnTo>
                  <a:lnTo>
                    <a:pt x="3747" y="18574"/>
                  </a:lnTo>
                  <a:lnTo>
                    <a:pt x="4094" y="18613"/>
                  </a:lnTo>
                  <a:lnTo>
                    <a:pt x="4442" y="18613"/>
                  </a:lnTo>
                  <a:lnTo>
                    <a:pt x="4828" y="18574"/>
                  </a:lnTo>
                  <a:lnTo>
                    <a:pt x="5639" y="18420"/>
                  </a:lnTo>
                  <a:lnTo>
                    <a:pt x="6334" y="18266"/>
                  </a:lnTo>
                  <a:lnTo>
                    <a:pt x="6952" y="18072"/>
                  </a:lnTo>
                  <a:lnTo>
                    <a:pt x="7067" y="18034"/>
                  </a:lnTo>
                  <a:lnTo>
                    <a:pt x="7299" y="17957"/>
                  </a:lnTo>
                  <a:lnTo>
                    <a:pt x="8149" y="17570"/>
                  </a:lnTo>
                  <a:lnTo>
                    <a:pt x="8612" y="18497"/>
                  </a:lnTo>
                  <a:lnTo>
                    <a:pt x="9037" y="19463"/>
                  </a:lnTo>
                  <a:lnTo>
                    <a:pt x="9269" y="20003"/>
                  </a:lnTo>
                  <a:lnTo>
                    <a:pt x="9423" y="20351"/>
                  </a:lnTo>
                  <a:lnTo>
                    <a:pt x="9539" y="20660"/>
                  </a:lnTo>
                  <a:lnTo>
                    <a:pt x="9770" y="20621"/>
                  </a:lnTo>
                  <a:lnTo>
                    <a:pt x="9693" y="20428"/>
                  </a:lnTo>
                  <a:lnTo>
                    <a:pt x="9423" y="19656"/>
                  </a:lnTo>
                  <a:lnTo>
                    <a:pt x="9114" y="18922"/>
                  </a:lnTo>
                  <a:lnTo>
                    <a:pt x="8767" y="18150"/>
                  </a:lnTo>
                  <a:lnTo>
                    <a:pt x="8419" y="17416"/>
                  </a:lnTo>
                  <a:lnTo>
                    <a:pt x="8960" y="17107"/>
                  </a:lnTo>
                  <a:lnTo>
                    <a:pt x="9539" y="16760"/>
                  </a:lnTo>
                  <a:lnTo>
                    <a:pt x="10041" y="16373"/>
                  </a:lnTo>
                  <a:lnTo>
                    <a:pt x="10272" y="16180"/>
                  </a:lnTo>
                  <a:lnTo>
                    <a:pt x="10466" y="15949"/>
                  </a:lnTo>
                  <a:lnTo>
                    <a:pt x="10659" y="15717"/>
                  </a:lnTo>
                  <a:lnTo>
                    <a:pt x="10813" y="15485"/>
                  </a:lnTo>
                  <a:lnTo>
                    <a:pt x="10929" y="15254"/>
                  </a:lnTo>
                  <a:lnTo>
                    <a:pt x="10968" y="14983"/>
                  </a:lnTo>
                  <a:lnTo>
                    <a:pt x="10968" y="14752"/>
                  </a:lnTo>
                  <a:lnTo>
                    <a:pt x="10929" y="14520"/>
                  </a:lnTo>
                  <a:lnTo>
                    <a:pt x="10852" y="14250"/>
                  </a:lnTo>
                  <a:lnTo>
                    <a:pt x="10659" y="13979"/>
                  </a:lnTo>
                  <a:lnTo>
                    <a:pt x="10504" y="13825"/>
                  </a:lnTo>
                  <a:lnTo>
                    <a:pt x="10272" y="13670"/>
                  </a:lnTo>
                  <a:lnTo>
                    <a:pt x="10041" y="13555"/>
                  </a:lnTo>
                  <a:lnTo>
                    <a:pt x="9809" y="13516"/>
                  </a:lnTo>
                  <a:lnTo>
                    <a:pt x="9539" y="13516"/>
                  </a:lnTo>
                  <a:lnTo>
                    <a:pt x="9307" y="13555"/>
                  </a:lnTo>
                  <a:lnTo>
                    <a:pt x="9075" y="13670"/>
                  </a:lnTo>
                  <a:lnTo>
                    <a:pt x="8882" y="13863"/>
                  </a:lnTo>
                  <a:lnTo>
                    <a:pt x="8767" y="14056"/>
                  </a:lnTo>
                  <a:lnTo>
                    <a:pt x="8728" y="14250"/>
                  </a:lnTo>
                  <a:lnTo>
                    <a:pt x="8689" y="14443"/>
                  </a:lnTo>
                  <a:lnTo>
                    <a:pt x="8689" y="14636"/>
                  </a:lnTo>
                  <a:lnTo>
                    <a:pt x="8728" y="14829"/>
                  </a:lnTo>
                  <a:lnTo>
                    <a:pt x="8805" y="15022"/>
                  </a:lnTo>
                  <a:lnTo>
                    <a:pt x="8921" y="15176"/>
                  </a:lnTo>
                  <a:lnTo>
                    <a:pt x="9075" y="15331"/>
                  </a:lnTo>
                  <a:lnTo>
                    <a:pt x="8728" y="15640"/>
                  </a:lnTo>
                  <a:lnTo>
                    <a:pt x="8342" y="15871"/>
                  </a:lnTo>
                  <a:lnTo>
                    <a:pt x="7917" y="16103"/>
                  </a:lnTo>
                  <a:lnTo>
                    <a:pt x="7454" y="16296"/>
                  </a:lnTo>
                  <a:lnTo>
                    <a:pt x="7531" y="16258"/>
                  </a:lnTo>
                  <a:lnTo>
                    <a:pt x="7608" y="16219"/>
                  </a:lnTo>
                  <a:lnTo>
                    <a:pt x="7608" y="16142"/>
                  </a:lnTo>
                  <a:lnTo>
                    <a:pt x="7608" y="16026"/>
                  </a:lnTo>
                  <a:lnTo>
                    <a:pt x="5330" y="6488"/>
                  </a:lnTo>
                  <a:lnTo>
                    <a:pt x="4712" y="4094"/>
                  </a:lnTo>
                  <a:lnTo>
                    <a:pt x="4480" y="3013"/>
                  </a:lnTo>
                  <a:lnTo>
                    <a:pt x="4326" y="2511"/>
                  </a:lnTo>
                  <a:lnTo>
                    <a:pt x="4249" y="2240"/>
                  </a:lnTo>
                  <a:lnTo>
                    <a:pt x="4094" y="2009"/>
                  </a:lnTo>
                  <a:lnTo>
                    <a:pt x="3824" y="1700"/>
                  </a:lnTo>
                  <a:lnTo>
                    <a:pt x="3515" y="1352"/>
                  </a:lnTo>
                  <a:lnTo>
                    <a:pt x="3129" y="1082"/>
                  </a:lnTo>
                  <a:lnTo>
                    <a:pt x="2704" y="812"/>
                  </a:lnTo>
                  <a:lnTo>
                    <a:pt x="2318" y="580"/>
                  </a:lnTo>
                  <a:lnTo>
                    <a:pt x="1854" y="387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19"/>
            <p:cNvSpPr/>
            <p:nvPr/>
          </p:nvSpPr>
          <p:spPr>
            <a:xfrm>
              <a:off x="319200" y="3515375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8" y="309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2"/>
                  </a:lnTo>
                  <a:lnTo>
                    <a:pt x="7299" y="502"/>
                  </a:lnTo>
                  <a:lnTo>
                    <a:pt x="7453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3"/>
                  </a:lnTo>
                  <a:lnTo>
                    <a:pt x="6295" y="4943"/>
                  </a:lnTo>
                  <a:lnTo>
                    <a:pt x="6218" y="3978"/>
                  </a:lnTo>
                  <a:lnTo>
                    <a:pt x="6140" y="2974"/>
                  </a:lnTo>
                  <a:lnTo>
                    <a:pt x="6140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4"/>
                  </a:lnTo>
                  <a:lnTo>
                    <a:pt x="6449" y="502"/>
                  </a:lnTo>
                  <a:lnTo>
                    <a:pt x="6527" y="425"/>
                  </a:lnTo>
                  <a:lnTo>
                    <a:pt x="6642" y="348"/>
                  </a:lnTo>
                  <a:lnTo>
                    <a:pt x="6758" y="309"/>
                  </a:lnTo>
                  <a:close/>
                  <a:moveTo>
                    <a:pt x="11971" y="4711"/>
                  </a:moveTo>
                  <a:lnTo>
                    <a:pt x="12087" y="4750"/>
                  </a:lnTo>
                  <a:lnTo>
                    <a:pt x="12164" y="4827"/>
                  </a:lnTo>
                  <a:lnTo>
                    <a:pt x="12280" y="4905"/>
                  </a:lnTo>
                  <a:lnTo>
                    <a:pt x="12319" y="4982"/>
                  </a:lnTo>
                  <a:lnTo>
                    <a:pt x="12396" y="5136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1"/>
                  </a:lnTo>
                  <a:lnTo>
                    <a:pt x="10041" y="5831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8" y="5252"/>
                  </a:lnTo>
                  <a:lnTo>
                    <a:pt x="7955" y="5020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8" y="4750"/>
                  </a:lnTo>
                  <a:lnTo>
                    <a:pt x="11353" y="4711"/>
                  </a:lnTo>
                  <a:close/>
                  <a:moveTo>
                    <a:pt x="5638" y="5754"/>
                  </a:moveTo>
                  <a:lnTo>
                    <a:pt x="4557" y="6449"/>
                  </a:lnTo>
                  <a:lnTo>
                    <a:pt x="3437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29" y="7917"/>
                  </a:lnTo>
                  <a:lnTo>
                    <a:pt x="1120" y="7955"/>
                  </a:lnTo>
                  <a:lnTo>
                    <a:pt x="927" y="7917"/>
                  </a:lnTo>
                  <a:lnTo>
                    <a:pt x="850" y="7878"/>
                  </a:lnTo>
                  <a:lnTo>
                    <a:pt x="773" y="7801"/>
                  </a:lnTo>
                  <a:lnTo>
                    <a:pt x="734" y="7685"/>
                  </a:lnTo>
                  <a:lnTo>
                    <a:pt x="696" y="7530"/>
                  </a:lnTo>
                  <a:lnTo>
                    <a:pt x="696" y="7376"/>
                  </a:lnTo>
                  <a:lnTo>
                    <a:pt x="696" y="7221"/>
                  </a:lnTo>
                  <a:lnTo>
                    <a:pt x="734" y="7144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2"/>
                  </a:lnTo>
                  <a:lnTo>
                    <a:pt x="2742" y="6449"/>
                  </a:lnTo>
                  <a:lnTo>
                    <a:pt x="3592" y="6295"/>
                  </a:lnTo>
                  <a:lnTo>
                    <a:pt x="4634" y="6063"/>
                  </a:lnTo>
                  <a:lnTo>
                    <a:pt x="5136" y="5909"/>
                  </a:lnTo>
                  <a:lnTo>
                    <a:pt x="5638" y="5754"/>
                  </a:lnTo>
                  <a:close/>
                  <a:moveTo>
                    <a:pt x="6951" y="0"/>
                  </a:moveTo>
                  <a:lnTo>
                    <a:pt x="6720" y="39"/>
                  </a:lnTo>
                  <a:lnTo>
                    <a:pt x="6527" y="116"/>
                  </a:lnTo>
                  <a:lnTo>
                    <a:pt x="6333" y="232"/>
                  </a:lnTo>
                  <a:lnTo>
                    <a:pt x="6140" y="425"/>
                  </a:lnTo>
                  <a:lnTo>
                    <a:pt x="5986" y="618"/>
                  </a:lnTo>
                  <a:lnTo>
                    <a:pt x="5909" y="811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1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3" y="5020"/>
                  </a:lnTo>
                  <a:lnTo>
                    <a:pt x="6025" y="5136"/>
                  </a:lnTo>
                  <a:lnTo>
                    <a:pt x="6063" y="5252"/>
                  </a:lnTo>
                  <a:lnTo>
                    <a:pt x="5523" y="5445"/>
                  </a:lnTo>
                  <a:lnTo>
                    <a:pt x="4982" y="5561"/>
                  </a:lnTo>
                  <a:lnTo>
                    <a:pt x="3939" y="5831"/>
                  </a:lnTo>
                  <a:lnTo>
                    <a:pt x="2858" y="6024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0" y="6642"/>
                  </a:lnTo>
                  <a:lnTo>
                    <a:pt x="503" y="6835"/>
                  </a:lnTo>
                  <a:lnTo>
                    <a:pt x="232" y="7028"/>
                  </a:lnTo>
                  <a:lnTo>
                    <a:pt x="116" y="7144"/>
                  </a:lnTo>
                  <a:lnTo>
                    <a:pt x="39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39" y="7723"/>
                  </a:lnTo>
                  <a:lnTo>
                    <a:pt x="116" y="7917"/>
                  </a:lnTo>
                  <a:lnTo>
                    <a:pt x="232" y="8032"/>
                  </a:lnTo>
                  <a:lnTo>
                    <a:pt x="348" y="8148"/>
                  </a:lnTo>
                  <a:lnTo>
                    <a:pt x="503" y="8225"/>
                  </a:lnTo>
                  <a:lnTo>
                    <a:pt x="618" y="8264"/>
                  </a:lnTo>
                  <a:lnTo>
                    <a:pt x="927" y="8341"/>
                  </a:lnTo>
                  <a:lnTo>
                    <a:pt x="1275" y="8341"/>
                  </a:lnTo>
                  <a:lnTo>
                    <a:pt x="1622" y="8303"/>
                  </a:lnTo>
                  <a:lnTo>
                    <a:pt x="1931" y="8187"/>
                  </a:lnTo>
                  <a:lnTo>
                    <a:pt x="2549" y="7994"/>
                  </a:lnTo>
                  <a:lnTo>
                    <a:pt x="3553" y="7530"/>
                  </a:lnTo>
                  <a:lnTo>
                    <a:pt x="4519" y="6990"/>
                  </a:lnTo>
                  <a:lnTo>
                    <a:pt x="5445" y="6372"/>
                  </a:lnTo>
                  <a:lnTo>
                    <a:pt x="5909" y="6063"/>
                  </a:lnTo>
                  <a:lnTo>
                    <a:pt x="6333" y="5715"/>
                  </a:lnTo>
                  <a:lnTo>
                    <a:pt x="6527" y="6102"/>
                  </a:lnTo>
                  <a:lnTo>
                    <a:pt x="6642" y="6295"/>
                  </a:lnTo>
                  <a:lnTo>
                    <a:pt x="6758" y="6449"/>
                  </a:lnTo>
                  <a:lnTo>
                    <a:pt x="7029" y="6372"/>
                  </a:lnTo>
                  <a:lnTo>
                    <a:pt x="7029" y="6333"/>
                  </a:lnTo>
                  <a:lnTo>
                    <a:pt x="6835" y="5986"/>
                  </a:lnTo>
                  <a:lnTo>
                    <a:pt x="6758" y="5831"/>
                  </a:lnTo>
                  <a:lnTo>
                    <a:pt x="6720" y="5638"/>
                  </a:lnTo>
                  <a:lnTo>
                    <a:pt x="6720" y="5561"/>
                  </a:lnTo>
                  <a:lnTo>
                    <a:pt x="7569" y="5831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7"/>
                  </a:lnTo>
                  <a:lnTo>
                    <a:pt x="11006" y="6217"/>
                  </a:lnTo>
                  <a:lnTo>
                    <a:pt x="11469" y="6179"/>
                  </a:lnTo>
                  <a:lnTo>
                    <a:pt x="11933" y="6140"/>
                  </a:lnTo>
                  <a:lnTo>
                    <a:pt x="12357" y="5986"/>
                  </a:lnTo>
                  <a:lnTo>
                    <a:pt x="12512" y="5909"/>
                  </a:lnTo>
                  <a:lnTo>
                    <a:pt x="12666" y="5793"/>
                  </a:lnTo>
                  <a:lnTo>
                    <a:pt x="12821" y="5677"/>
                  </a:lnTo>
                  <a:lnTo>
                    <a:pt x="12898" y="5522"/>
                  </a:lnTo>
                  <a:lnTo>
                    <a:pt x="12975" y="5368"/>
                  </a:lnTo>
                  <a:lnTo>
                    <a:pt x="12975" y="5175"/>
                  </a:lnTo>
                  <a:lnTo>
                    <a:pt x="12975" y="4982"/>
                  </a:lnTo>
                  <a:lnTo>
                    <a:pt x="12898" y="4827"/>
                  </a:lnTo>
                  <a:lnTo>
                    <a:pt x="12821" y="4711"/>
                  </a:lnTo>
                  <a:lnTo>
                    <a:pt x="12744" y="4634"/>
                  </a:lnTo>
                  <a:lnTo>
                    <a:pt x="12628" y="4518"/>
                  </a:lnTo>
                  <a:lnTo>
                    <a:pt x="12473" y="4480"/>
                  </a:lnTo>
                  <a:lnTo>
                    <a:pt x="12164" y="4364"/>
                  </a:lnTo>
                  <a:lnTo>
                    <a:pt x="11817" y="4325"/>
                  </a:lnTo>
                  <a:lnTo>
                    <a:pt x="11469" y="4325"/>
                  </a:lnTo>
                  <a:lnTo>
                    <a:pt x="10890" y="4364"/>
                  </a:lnTo>
                  <a:lnTo>
                    <a:pt x="9847" y="4403"/>
                  </a:lnTo>
                  <a:lnTo>
                    <a:pt x="8843" y="4480"/>
                  </a:lnTo>
                  <a:lnTo>
                    <a:pt x="7839" y="4634"/>
                  </a:lnTo>
                  <a:lnTo>
                    <a:pt x="6835" y="4827"/>
                  </a:lnTo>
                  <a:lnTo>
                    <a:pt x="7376" y="3476"/>
                  </a:lnTo>
                  <a:lnTo>
                    <a:pt x="7646" y="2742"/>
                  </a:lnTo>
                  <a:lnTo>
                    <a:pt x="7839" y="2047"/>
                  </a:lnTo>
                  <a:lnTo>
                    <a:pt x="7917" y="1815"/>
                  </a:lnTo>
                  <a:lnTo>
                    <a:pt x="7917" y="1545"/>
                  </a:lnTo>
                  <a:lnTo>
                    <a:pt x="7917" y="1313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8"/>
                  </a:lnTo>
                  <a:lnTo>
                    <a:pt x="7531" y="425"/>
                  </a:lnTo>
                  <a:lnTo>
                    <a:pt x="7337" y="271"/>
                  </a:lnTo>
                  <a:lnTo>
                    <a:pt x="7260" y="155"/>
                  </a:lnTo>
                  <a:lnTo>
                    <a:pt x="7144" y="78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19"/>
            <p:cNvSpPr/>
            <p:nvPr/>
          </p:nvSpPr>
          <p:spPr>
            <a:xfrm>
              <a:off x="2371575" y="3521175"/>
              <a:ext cx="106225" cy="123575"/>
            </a:xfrm>
            <a:custGeom>
              <a:avLst/>
              <a:gdLst/>
              <a:ahLst/>
              <a:cxnLst/>
              <a:rect l="l" t="t" r="r" b="b"/>
              <a:pathLst>
                <a:path w="4249" h="4943" extrusionOk="0">
                  <a:moveTo>
                    <a:pt x="3862" y="0"/>
                  </a:moveTo>
                  <a:lnTo>
                    <a:pt x="3592" y="541"/>
                  </a:lnTo>
                  <a:lnTo>
                    <a:pt x="3245" y="1120"/>
                  </a:lnTo>
                  <a:lnTo>
                    <a:pt x="2897" y="1661"/>
                  </a:lnTo>
                  <a:lnTo>
                    <a:pt x="2511" y="2163"/>
                  </a:lnTo>
                  <a:lnTo>
                    <a:pt x="1932" y="2858"/>
                  </a:lnTo>
                  <a:lnTo>
                    <a:pt x="1314" y="3475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48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50"/>
                  </a:lnTo>
                  <a:lnTo>
                    <a:pt x="966" y="4518"/>
                  </a:lnTo>
                  <a:lnTo>
                    <a:pt x="1314" y="4209"/>
                  </a:lnTo>
                  <a:lnTo>
                    <a:pt x="1700" y="3900"/>
                  </a:lnTo>
                  <a:lnTo>
                    <a:pt x="2009" y="3553"/>
                  </a:lnTo>
                  <a:lnTo>
                    <a:pt x="2356" y="3167"/>
                  </a:lnTo>
                  <a:lnTo>
                    <a:pt x="2897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2"/>
                  </a:lnTo>
                  <a:lnTo>
                    <a:pt x="4248" y="155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19"/>
            <p:cNvSpPr/>
            <p:nvPr/>
          </p:nvSpPr>
          <p:spPr>
            <a:xfrm>
              <a:off x="2320425" y="3522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1"/>
                  </a:moveTo>
                  <a:lnTo>
                    <a:pt x="1004" y="310"/>
                  </a:ln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314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507"/>
                  </a:lnTo>
                  <a:lnTo>
                    <a:pt x="579" y="1430"/>
                  </a:lnTo>
                  <a:lnTo>
                    <a:pt x="502" y="1314"/>
                  </a:lnTo>
                  <a:lnTo>
                    <a:pt x="464" y="1236"/>
                  </a:lnTo>
                  <a:lnTo>
                    <a:pt x="425" y="1005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426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1"/>
                  </a:moveTo>
                  <a:lnTo>
                    <a:pt x="850" y="39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117"/>
                  </a:lnTo>
                  <a:lnTo>
                    <a:pt x="271" y="232"/>
                  </a:lnTo>
                  <a:lnTo>
                    <a:pt x="155" y="348"/>
                  </a:lnTo>
                  <a:lnTo>
                    <a:pt x="77" y="541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68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932"/>
                  </a:lnTo>
                  <a:lnTo>
                    <a:pt x="1622" y="1816"/>
                  </a:lnTo>
                  <a:lnTo>
                    <a:pt x="1777" y="1700"/>
                  </a:lnTo>
                  <a:lnTo>
                    <a:pt x="1892" y="1545"/>
                  </a:lnTo>
                  <a:lnTo>
                    <a:pt x="1970" y="1352"/>
                  </a:lnTo>
                  <a:lnTo>
                    <a:pt x="2047" y="1198"/>
                  </a:lnTo>
                  <a:lnTo>
                    <a:pt x="2085" y="1005"/>
                  </a:lnTo>
                  <a:lnTo>
                    <a:pt x="2047" y="812"/>
                  </a:lnTo>
                  <a:lnTo>
                    <a:pt x="1970" y="619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78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19"/>
            <p:cNvSpPr/>
            <p:nvPr/>
          </p:nvSpPr>
          <p:spPr>
            <a:xfrm>
              <a:off x="5925125" y="3542400"/>
              <a:ext cx="60825" cy="90775"/>
            </a:xfrm>
            <a:custGeom>
              <a:avLst/>
              <a:gdLst/>
              <a:ahLst/>
              <a:cxnLst/>
              <a:rect l="l" t="t" r="r" b="b"/>
              <a:pathLst>
                <a:path w="2433" h="3631" extrusionOk="0">
                  <a:moveTo>
                    <a:pt x="1197" y="1"/>
                  </a:moveTo>
                  <a:lnTo>
                    <a:pt x="1081" y="39"/>
                  </a:lnTo>
                  <a:lnTo>
                    <a:pt x="1004" y="78"/>
                  </a:lnTo>
                  <a:lnTo>
                    <a:pt x="966" y="117"/>
                  </a:lnTo>
                  <a:lnTo>
                    <a:pt x="927" y="194"/>
                  </a:lnTo>
                  <a:lnTo>
                    <a:pt x="927" y="271"/>
                  </a:lnTo>
                  <a:lnTo>
                    <a:pt x="850" y="271"/>
                  </a:lnTo>
                  <a:lnTo>
                    <a:pt x="772" y="310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41"/>
                  </a:lnTo>
                  <a:lnTo>
                    <a:pt x="695" y="619"/>
                  </a:lnTo>
                  <a:lnTo>
                    <a:pt x="772" y="696"/>
                  </a:lnTo>
                  <a:lnTo>
                    <a:pt x="850" y="734"/>
                  </a:lnTo>
                  <a:lnTo>
                    <a:pt x="1081" y="812"/>
                  </a:lnTo>
                  <a:lnTo>
                    <a:pt x="1274" y="966"/>
                  </a:lnTo>
                  <a:lnTo>
                    <a:pt x="1468" y="1121"/>
                  </a:lnTo>
                  <a:lnTo>
                    <a:pt x="1622" y="1275"/>
                  </a:lnTo>
                  <a:lnTo>
                    <a:pt x="1738" y="1507"/>
                  </a:lnTo>
                  <a:lnTo>
                    <a:pt x="1854" y="1700"/>
                  </a:lnTo>
                  <a:lnTo>
                    <a:pt x="1892" y="1931"/>
                  </a:lnTo>
                  <a:lnTo>
                    <a:pt x="1931" y="2163"/>
                  </a:lnTo>
                  <a:lnTo>
                    <a:pt x="1892" y="2472"/>
                  </a:lnTo>
                  <a:lnTo>
                    <a:pt x="1815" y="2742"/>
                  </a:lnTo>
                  <a:lnTo>
                    <a:pt x="1738" y="2897"/>
                  </a:lnTo>
                  <a:lnTo>
                    <a:pt x="1622" y="2974"/>
                  </a:lnTo>
                  <a:lnTo>
                    <a:pt x="1506" y="3090"/>
                  </a:lnTo>
                  <a:lnTo>
                    <a:pt x="1390" y="3128"/>
                  </a:lnTo>
                  <a:lnTo>
                    <a:pt x="1197" y="3167"/>
                  </a:lnTo>
                  <a:lnTo>
                    <a:pt x="1043" y="3128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81"/>
                  </a:lnTo>
                  <a:lnTo>
                    <a:pt x="811" y="2626"/>
                  </a:lnTo>
                  <a:lnTo>
                    <a:pt x="888" y="2472"/>
                  </a:lnTo>
                  <a:lnTo>
                    <a:pt x="1043" y="2356"/>
                  </a:lnTo>
                  <a:lnTo>
                    <a:pt x="1120" y="2279"/>
                  </a:lnTo>
                  <a:lnTo>
                    <a:pt x="1159" y="2163"/>
                  </a:lnTo>
                  <a:lnTo>
                    <a:pt x="1120" y="2047"/>
                  </a:lnTo>
                  <a:lnTo>
                    <a:pt x="1043" y="1970"/>
                  </a:lnTo>
                  <a:lnTo>
                    <a:pt x="618" y="1623"/>
                  </a:lnTo>
                  <a:lnTo>
                    <a:pt x="425" y="1468"/>
                  </a:lnTo>
                  <a:lnTo>
                    <a:pt x="193" y="1352"/>
                  </a:lnTo>
                  <a:lnTo>
                    <a:pt x="0" y="1623"/>
                  </a:lnTo>
                  <a:lnTo>
                    <a:pt x="270" y="1893"/>
                  </a:lnTo>
                  <a:lnTo>
                    <a:pt x="541" y="2163"/>
                  </a:lnTo>
                  <a:lnTo>
                    <a:pt x="386" y="2395"/>
                  </a:lnTo>
                  <a:lnTo>
                    <a:pt x="309" y="2626"/>
                  </a:lnTo>
                  <a:lnTo>
                    <a:pt x="309" y="2935"/>
                  </a:lnTo>
                  <a:lnTo>
                    <a:pt x="348" y="3051"/>
                  </a:lnTo>
                  <a:lnTo>
                    <a:pt x="425" y="3206"/>
                  </a:lnTo>
                  <a:lnTo>
                    <a:pt x="541" y="3360"/>
                  </a:lnTo>
                  <a:lnTo>
                    <a:pt x="695" y="3476"/>
                  </a:lnTo>
                  <a:lnTo>
                    <a:pt x="850" y="3592"/>
                  </a:lnTo>
                  <a:lnTo>
                    <a:pt x="1081" y="3630"/>
                  </a:lnTo>
                  <a:lnTo>
                    <a:pt x="1274" y="3630"/>
                  </a:lnTo>
                  <a:lnTo>
                    <a:pt x="1468" y="3592"/>
                  </a:lnTo>
                  <a:lnTo>
                    <a:pt x="1661" y="3515"/>
                  </a:lnTo>
                  <a:lnTo>
                    <a:pt x="1854" y="3437"/>
                  </a:lnTo>
                  <a:lnTo>
                    <a:pt x="2047" y="3283"/>
                  </a:lnTo>
                  <a:lnTo>
                    <a:pt x="2201" y="3090"/>
                  </a:lnTo>
                  <a:lnTo>
                    <a:pt x="2317" y="2897"/>
                  </a:lnTo>
                  <a:lnTo>
                    <a:pt x="2394" y="2704"/>
                  </a:lnTo>
                  <a:lnTo>
                    <a:pt x="2433" y="2472"/>
                  </a:lnTo>
                  <a:lnTo>
                    <a:pt x="2433" y="2279"/>
                  </a:lnTo>
                  <a:lnTo>
                    <a:pt x="2433" y="2047"/>
                  </a:lnTo>
                  <a:lnTo>
                    <a:pt x="2356" y="1816"/>
                  </a:lnTo>
                  <a:lnTo>
                    <a:pt x="2317" y="1623"/>
                  </a:lnTo>
                  <a:lnTo>
                    <a:pt x="2201" y="1391"/>
                  </a:lnTo>
                  <a:lnTo>
                    <a:pt x="1931" y="1005"/>
                  </a:lnTo>
                  <a:lnTo>
                    <a:pt x="1622" y="657"/>
                  </a:lnTo>
                  <a:lnTo>
                    <a:pt x="1274" y="425"/>
                  </a:lnTo>
                  <a:lnTo>
                    <a:pt x="11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19"/>
            <p:cNvSpPr/>
            <p:nvPr/>
          </p:nvSpPr>
          <p:spPr>
            <a:xfrm>
              <a:off x="5032150" y="354530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19"/>
            <p:cNvSpPr/>
            <p:nvPr/>
          </p:nvSpPr>
          <p:spPr>
            <a:xfrm>
              <a:off x="3784900" y="3554950"/>
              <a:ext cx="112950" cy="132275"/>
            </a:xfrm>
            <a:custGeom>
              <a:avLst/>
              <a:gdLst/>
              <a:ahLst/>
              <a:cxnLst/>
              <a:rect l="l" t="t" r="r" b="b"/>
              <a:pathLst>
                <a:path w="4518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3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5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8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6" y="3167"/>
                  </a:lnTo>
                  <a:lnTo>
                    <a:pt x="772" y="2742"/>
                  </a:lnTo>
                  <a:lnTo>
                    <a:pt x="965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79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19"/>
            <p:cNvSpPr/>
            <p:nvPr/>
          </p:nvSpPr>
          <p:spPr>
            <a:xfrm>
              <a:off x="5529325" y="35675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463" y="927"/>
                  </a:lnTo>
                  <a:lnTo>
                    <a:pt x="1043" y="1622"/>
                  </a:lnTo>
                  <a:lnTo>
                    <a:pt x="1661" y="2279"/>
                  </a:lnTo>
                  <a:lnTo>
                    <a:pt x="2356" y="2858"/>
                  </a:lnTo>
                  <a:lnTo>
                    <a:pt x="3089" y="3360"/>
                  </a:lnTo>
                  <a:lnTo>
                    <a:pt x="3862" y="3824"/>
                  </a:lnTo>
                  <a:lnTo>
                    <a:pt x="4672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21" y="4905"/>
                  </a:lnTo>
                  <a:lnTo>
                    <a:pt x="7684" y="4943"/>
                  </a:lnTo>
                  <a:lnTo>
                    <a:pt x="8109" y="4982"/>
                  </a:lnTo>
                  <a:lnTo>
                    <a:pt x="8534" y="4943"/>
                  </a:lnTo>
                  <a:lnTo>
                    <a:pt x="8959" y="4905"/>
                  </a:lnTo>
                  <a:lnTo>
                    <a:pt x="9383" y="4866"/>
                  </a:lnTo>
                  <a:lnTo>
                    <a:pt x="9808" y="4750"/>
                  </a:lnTo>
                  <a:lnTo>
                    <a:pt x="10233" y="4634"/>
                  </a:lnTo>
                  <a:lnTo>
                    <a:pt x="10658" y="4480"/>
                  </a:lnTo>
                  <a:lnTo>
                    <a:pt x="11044" y="4326"/>
                  </a:lnTo>
                  <a:lnTo>
                    <a:pt x="11469" y="4094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280" y="3553"/>
                  </a:lnTo>
                  <a:lnTo>
                    <a:pt x="12434" y="3167"/>
                  </a:lnTo>
                  <a:lnTo>
                    <a:pt x="12241" y="3167"/>
                  </a:lnTo>
                  <a:lnTo>
                    <a:pt x="12202" y="3128"/>
                  </a:lnTo>
                  <a:lnTo>
                    <a:pt x="12009" y="3128"/>
                  </a:lnTo>
                  <a:lnTo>
                    <a:pt x="11893" y="3167"/>
                  </a:lnTo>
                  <a:lnTo>
                    <a:pt x="11546" y="3437"/>
                  </a:lnTo>
                  <a:lnTo>
                    <a:pt x="11198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01" y="4171"/>
                  </a:lnTo>
                  <a:lnTo>
                    <a:pt x="9615" y="4287"/>
                  </a:lnTo>
                  <a:lnTo>
                    <a:pt x="9190" y="4364"/>
                  </a:lnTo>
                  <a:lnTo>
                    <a:pt x="8766" y="4403"/>
                  </a:lnTo>
                  <a:lnTo>
                    <a:pt x="8341" y="4441"/>
                  </a:lnTo>
                  <a:lnTo>
                    <a:pt x="7916" y="4480"/>
                  </a:lnTo>
                  <a:lnTo>
                    <a:pt x="7453" y="4441"/>
                  </a:lnTo>
                  <a:lnTo>
                    <a:pt x="7028" y="4403"/>
                  </a:lnTo>
                  <a:lnTo>
                    <a:pt x="6603" y="4326"/>
                  </a:lnTo>
                  <a:lnTo>
                    <a:pt x="6178" y="4248"/>
                  </a:lnTo>
                  <a:lnTo>
                    <a:pt x="5792" y="4132"/>
                  </a:lnTo>
                  <a:lnTo>
                    <a:pt x="5368" y="4017"/>
                  </a:lnTo>
                  <a:lnTo>
                    <a:pt x="4595" y="3669"/>
                  </a:lnTo>
                  <a:lnTo>
                    <a:pt x="3862" y="3283"/>
                  </a:lnTo>
                  <a:lnTo>
                    <a:pt x="3205" y="2820"/>
                  </a:lnTo>
                  <a:lnTo>
                    <a:pt x="2549" y="2318"/>
                  </a:lnTo>
                  <a:lnTo>
                    <a:pt x="1969" y="1777"/>
                  </a:lnTo>
                  <a:lnTo>
                    <a:pt x="1352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19"/>
            <p:cNvSpPr/>
            <p:nvPr/>
          </p:nvSpPr>
          <p:spPr>
            <a:xfrm>
              <a:off x="2258625" y="3569425"/>
              <a:ext cx="44450" cy="43475"/>
            </a:xfrm>
            <a:custGeom>
              <a:avLst/>
              <a:gdLst/>
              <a:ahLst/>
              <a:cxnLst/>
              <a:rect l="l" t="t" r="r" b="b"/>
              <a:pathLst>
                <a:path w="1778" h="1739" extrusionOk="0">
                  <a:moveTo>
                    <a:pt x="773" y="310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9"/>
                  </a:lnTo>
                  <a:lnTo>
                    <a:pt x="1391" y="773"/>
                  </a:lnTo>
                  <a:lnTo>
                    <a:pt x="1391" y="966"/>
                  </a:lnTo>
                  <a:lnTo>
                    <a:pt x="1352" y="1044"/>
                  </a:lnTo>
                  <a:lnTo>
                    <a:pt x="1275" y="1159"/>
                  </a:lnTo>
                  <a:lnTo>
                    <a:pt x="1198" y="1237"/>
                  </a:lnTo>
                  <a:lnTo>
                    <a:pt x="1082" y="1314"/>
                  </a:lnTo>
                  <a:lnTo>
                    <a:pt x="889" y="1352"/>
                  </a:lnTo>
                  <a:lnTo>
                    <a:pt x="696" y="1352"/>
                  </a:lnTo>
                  <a:lnTo>
                    <a:pt x="542" y="1237"/>
                  </a:lnTo>
                  <a:lnTo>
                    <a:pt x="426" y="1082"/>
                  </a:lnTo>
                  <a:lnTo>
                    <a:pt x="387" y="889"/>
                  </a:lnTo>
                  <a:lnTo>
                    <a:pt x="387" y="735"/>
                  </a:lnTo>
                  <a:lnTo>
                    <a:pt x="464" y="580"/>
                  </a:lnTo>
                  <a:lnTo>
                    <a:pt x="542" y="387"/>
                  </a:lnTo>
                  <a:lnTo>
                    <a:pt x="542" y="348"/>
                  </a:lnTo>
                  <a:lnTo>
                    <a:pt x="773" y="310"/>
                  </a:lnTo>
                  <a:close/>
                  <a:moveTo>
                    <a:pt x="773" y="1"/>
                  </a:moveTo>
                  <a:lnTo>
                    <a:pt x="619" y="40"/>
                  </a:lnTo>
                  <a:lnTo>
                    <a:pt x="464" y="117"/>
                  </a:lnTo>
                  <a:lnTo>
                    <a:pt x="426" y="155"/>
                  </a:lnTo>
                  <a:lnTo>
                    <a:pt x="348" y="194"/>
                  </a:lnTo>
                  <a:lnTo>
                    <a:pt x="233" y="271"/>
                  </a:lnTo>
                  <a:lnTo>
                    <a:pt x="117" y="387"/>
                  </a:lnTo>
                  <a:lnTo>
                    <a:pt x="40" y="503"/>
                  </a:lnTo>
                  <a:lnTo>
                    <a:pt x="1" y="657"/>
                  </a:lnTo>
                  <a:lnTo>
                    <a:pt x="1" y="850"/>
                  </a:lnTo>
                  <a:lnTo>
                    <a:pt x="1" y="1005"/>
                  </a:lnTo>
                  <a:lnTo>
                    <a:pt x="40" y="1159"/>
                  </a:lnTo>
                  <a:lnTo>
                    <a:pt x="117" y="1314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9" y="1739"/>
                  </a:lnTo>
                  <a:lnTo>
                    <a:pt x="966" y="1739"/>
                  </a:lnTo>
                  <a:lnTo>
                    <a:pt x="1121" y="1700"/>
                  </a:lnTo>
                  <a:lnTo>
                    <a:pt x="1275" y="1623"/>
                  </a:lnTo>
                  <a:lnTo>
                    <a:pt x="1430" y="1545"/>
                  </a:lnTo>
                  <a:lnTo>
                    <a:pt x="1584" y="1430"/>
                  </a:lnTo>
                  <a:lnTo>
                    <a:pt x="1661" y="1275"/>
                  </a:lnTo>
                  <a:lnTo>
                    <a:pt x="1739" y="1121"/>
                  </a:lnTo>
                  <a:lnTo>
                    <a:pt x="1777" y="928"/>
                  </a:lnTo>
                  <a:lnTo>
                    <a:pt x="1777" y="773"/>
                  </a:lnTo>
                  <a:lnTo>
                    <a:pt x="1739" y="580"/>
                  </a:lnTo>
                  <a:lnTo>
                    <a:pt x="1661" y="426"/>
                  </a:lnTo>
                  <a:lnTo>
                    <a:pt x="1546" y="271"/>
                  </a:lnTo>
                  <a:lnTo>
                    <a:pt x="1430" y="155"/>
                  </a:lnTo>
                  <a:lnTo>
                    <a:pt x="1275" y="78"/>
                  </a:lnTo>
                  <a:lnTo>
                    <a:pt x="1121" y="40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19"/>
            <p:cNvSpPr/>
            <p:nvPr/>
          </p:nvSpPr>
          <p:spPr>
            <a:xfrm>
              <a:off x="5836300" y="3573300"/>
              <a:ext cx="93675" cy="136150"/>
            </a:xfrm>
            <a:custGeom>
              <a:avLst/>
              <a:gdLst/>
              <a:ahLst/>
              <a:cxnLst/>
              <a:rect l="l" t="t" r="r" b="b"/>
              <a:pathLst>
                <a:path w="3747" h="5446" extrusionOk="0">
                  <a:moveTo>
                    <a:pt x="3515" y="0"/>
                  </a:moveTo>
                  <a:lnTo>
                    <a:pt x="3437" y="39"/>
                  </a:lnTo>
                  <a:lnTo>
                    <a:pt x="3360" y="78"/>
                  </a:lnTo>
                  <a:lnTo>
                    <a:pt x="3283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88" y="773"/>
                  </a:lnTo>
                  <a:lnTo>
                    <a:pt x="2356" y="1004"/>
                  </a:lnTo>
                  <a:lnTo>
                    <a:pt x="2086" y="1236"/>
                  </a:lnTo>
                  <a:lnTo>
                    <a:pt x="1777" y="1468"/>
                  </a:lnTo>
                  <a:lnTo>
                    <a:pt x="1159" y="1815"/>
                  </a:lnTo>
                  <a:lnTo>
                    <a:pt x="1120" y="1892"/>
                  </a:lnTo>
                  <a:lnTo>
                    <a:pt x="1082" y="1970"/>
                  </a:lnTo>
                  <a:lnTo>
                    <a:pt x="1082" y="2047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927" y="2124"/>
                  </a:lnTo>
                  <a:lnTo>
                    <a:pt x="850" y="2201"/>
                  </a:lnTo>
                  <a:lnTo>
                    <a:pt x="812" y="2279"/>
                  </a:lnTo>
                  <a:lnTo>
                    <a:pt x="812" y="2356"/>
                  </a:lnTo>
                  <a:lnTo>
                    <a:pt x="850" y="2433"/>
                  </a:lnTo>
                  <a:lnTo>
                    <a:pt x="889" y="2510"/>
                  </a:lnTo>
                  <a:lnTo>
                    <a:pt x="1005" y="2549"/>
                  </a:lnTo>
                  <a:lnTo>
                    <a:pt x="1236" y="2626"/>
                  </a:lnTo>
                  <a:lnTo>
                    <a:pt x="1468" y="2703"/>
                  </a:lnTo>
                  <a:lnTo>
                    <a:pt x="1661" y="2858"/>
                  </a:lnTo>
                  <a:lnTo>
                    <a:pt x="1854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63" y="3669"/>
                  </a:lnTo>
                  <a:lnTo>
                    <a:pt x="2163" y="3900"/>
                  </a:lnTo>
                  <a:lnTo>
                    <a:pt x="2124" y="4132"/>
                  </a:lnTo>
                  <a:lnTo>
                    <a:pt x="2047" y="4364"/>
                  </a:lnTo>
                  <a:lnTo>
                    <a:pt x="1931" y="4557"/>
                  </a:lnTo>
                  <a:lnTo>
                    <a:pt x="1777" y="4711"/>
                  </a:lnTo>
                  <a:lnTo>
                    <a:pt x="1584" y="4866"/>
                  </a:lnTo>
                  <a:lnTo>
                    <a:pt x="1352" y="4943"/>
                  </a:lnTo>
                  <a:lnTo>
                    <a:pt x="1236" y="4982"/>
                  </a:lnTo>
                  <a:lnTo>
                    <a:pt x="1120" y="4982"/>
                  </a:lnTo>
                  <a:lnTo>
                    <a:pt x="927" y="4904"/>
                  </a:lnTo>
                  <a:lnTo>
                    <a:pt x="773" y="4789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73" y="4287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1005" y="4132"/>
                  </a:lnTo>
                  <a:lnTo>
                    <a:pt x="1120" y="4094"/>
                  </a:lnTo>
                  <a:lnTo>
                    <a:pt x="1275" y="4055"/>
                  </a:lnTo>
                  <a:lnTo>
                    <a:pt x="1352" y="3939"/>
                  </a:lnTo>
                  <a:lnTo>
                    <a:pt x="1314" y="3823"/>
                  </a:lnTo>
                  <a:lnTo>
                    <a:pt x="1314" y="3746"/>
                  </a:lnTo>
                  <a:lnTo>
                    <a:pt x="1236" y="3669"/>
                  </a:lnTo>
                  <a:lnTo>
                    <a:pt x="155" y="2935"/>
                  </a:lnTo>
                  <a:lnTo>
                    <a:pt x="1" y="3321"/>
                  </a:lnTo>
                  <a:lnTo>
                    <a:pt x="657" y="3785"/>
                  </a:lnTo>
                  <a:lnTo>
                    <a:pt x="541" y="3900"/>
                  </a:lnTo>
                  <a:lnTo>
                    <a:pt x="425" y="4016"/>
                  </a:lnTo>
                  <a:lnTo>
                    <a:pt x="310" y="4132"/>
                  </a:lnTo>
                  <a:lnTo>
                    <a:pt x="271" y="4248"/>
                  </a:lnTo>
                  <a:lnTo>
                    <a:pt x="232" y="4402"/>
                  </a:lnTo>
                  <a:lnTo>
                    <a:pt x="194" y="4557"/>
                  </a:lnTo>
                  <a:lnTo>
                    <a:pt x="232" y="4750"/>
                  </a:lnTo>
                  <a:lnTo>
                    <a:pt x="271" y="4904"/>
                  </a:lnTo>
                  <a:lnTo>
                    <a:pt x="425" y="5136"/>
                  </a:lnTo>
                  <a:lnTo>
                    <a:pt x="580" y="5291"/>
                  </a:lnTo>
                  <a:lnTo>
                    <a:pt x="773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29" y="5406"/>
                  </a:lnTo>
                  <a:lnTo>
                    <a:pt x="1661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79" y="4866"/>
                  </a:lnTo>
                  <a:lnTo>
                    <a:pt x="2433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626" y="3978"/>
                  </a:lnTo>
                  <a:lnTo>
                    <a:pt x="2626" y="3746"/>
                  </a:lnTo>
                  <a:lnTo>
                    <a:pt x="2588" y="3514"/>
                  </a:lnTo>
                  <a:lnTo>
                    <a:pt x="2511" y="3283"/>
                  </a:lnTo>
                  <a:lnTo>
                    <a:pt x="2395" y="3090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70" y="2510"/>
                  </a:lnTo>
                  <a:lnTo>
                    <a:pt x="1777" y="2356"/>
                  </a:lnTo>
                  <a:lnTo>
                    <a:pt x="1545" y="2240"/>
                  </a:lnTo>
                  <a:lnTo>
                    <a:pt x="1314" y="2124"/>
                  </a:lnTo>
                  <a:lnTo>
                    <a:pt x="1661" y="2008"/>
                  </a:lnTo>
                  <a:lnTo>
                    <a:pt x="1970" y="1854"/>
                  </a:lnTo>
                  <a:lnTo>
                    <a:pt x="2279" y="1661"/>
                  </a:lnTo>
                  <a:lnTo>
                    <a:pt x="2588" y="1429"/>
                  </a:lnTo>
                  <a:lnTo>
                    <a:pt x="2858" y="1236"/>
                  </a:lnTo>
                  <a:lnTo>
                    <a:pt x="3128" y="966"/>
                  </a:lnTo>
                  <a:lnTo>
                    <a:pt x="3360" y="695"/>
                  </a:lnTo>
                  <a:lnTo>
                    <a:pt x="3476" y="541"/>
                  </a:lnTo>
                  <a:lnTo>
                    <a:pt x="3553" y="387"/>
                  </a:lnTo>
                  <a:lnTo>
                    <a:pt x="3746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19"/>
            <p:cNvSpPr/>
            <p:nvPr/>
          </p:nvSpPr>
          <p:spPr>
            <a:xfrm>
              <a:off x="2264425" y="357522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8"/>
                  </a:lnTo>
                  <a:lnTo>
                    <a:pt x="3939" y="4248"/>
                  </a:lnTo>
                  <a:lnTo>
                    <a:pt x="4017" y="5407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917"/>
                  </a:lnTo>
                  <a:lnTo>
                    <a:pt x="3901" y="8534"/>
                  </a:lnTo>
                  <a:lnTo>
                    <a:pt x="3746" y="9152"/>
                  </a:lnTo>
                  <a:lnTo>
                    <a:pt x="3515" y="9732"/>
                  </a:lnTo>
                  <a:lnTo>
                    <a:pt x="3244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93"/>
                  </a:lnTo>
                  <a:lnTo>
                    <a:pt x="773" y="9384"/>
                  </a:lnTo>
                  <a:lnTo>
                    <a:pt x="696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618" y="2742"/>
                  </a:lnTo>
                  <a:lnTo>
                    <a:pt x="1391" y="2395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39"/>
                  </a:lnTo>
                  <a:lnTo>
                    <a:pt x="3476" y="310"/>
                  </a:lnTo>
                  <a:lnTo>
                    <a:pt x="3051" y="657"/>
                  </a:lnTo>
                  <a:lnTo>
                    <a:pt x="2626" y="966"/>
                  </a:lnTo>
                  <a:lnTo>
                    <a:pt x="2202" y="1313"/>
                  </a:lnTo>
                  <a:lnTo>
                    <a:pt x="1314" y="1893"/>
                  </a:lnTo>
                  <a:lnTo>
                    <a:pt x="425" y="2472"/>
                  </a:lnTo>
                  <a:lnTo>
                    <a:pt x="348" y="2549"/>
                  </a:lnTo>
                  <a:lnTo>
                    <a:pt x="348" y="2626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3"/>
                  </a:lnTo>
                  <a:lnTo>
                    <a:pt x="155" y="4866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4"/>
                  </a:lnTo>
                  <a:lnTo>
                    <a:pt x="1391" y="11199"/>
                  </a:lnTo>
                  <a:lnTo>
                    <a:pt x="1622" y="11315"/>
                  </a:lnTo>
                  <a:lnTo>
                    <a:pt x="1816" y="11392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53"/>
                  </a:lnTo>
                  <a:lnTo>
                    <a:pt x="3051" y="11237"/>
                  </a:lnTo>
                  <a:lnTo>
                    <a:pt x="3283" y="11044"/>
                  </a:lnTo>
                  <a:lnTo>
                    <a:pt x="3476" y="10890"/>
                  </a:lnTo>
                  <a:lnTo>
                    <a:pt x="3669" y="10658"/>
                  </a:lnTo>
                  <a:lnTo>
                    <a:pt x="3823" y="10388"/>
                  </a:lnTo>
                  <a:lnTo>
                    <a:pt x="3978" y="10156"/>
                  </a:lnTo>
                  <a:lnTo>
                    <a:pt x="4171" y="9538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222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57" y="4982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1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39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19"/>
            <p:cNvSpPr/>
            <p:nvPr/>
          </p:nvSpPr>
          <p:spPr>
            <a:xfrm>
              <a:off x="4033950" y="35897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19"/>
            <p:cNvSpPr/>
            <p:nvPr/>
          </p:nvSpPr>
          <p:spPr>
            <a:xfrm>
              <a:off x="3935475" y="3595500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426" y="1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40" y="78"/>
                  </a:lnTo>
                  <a:lnTo>
                    <a:pt x="1" y="194"/>
                  </a:lnTo>
                  <a:lnTo>
                    <a:pt x="40" y="271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1"/>
                  </a:lnTo>
                  <a:lnTo>
                    <a:pt x="850" y="194"/>
                  </a:lnTo>
                  <a:lnTo>
                    <a:pt x="812" y="78"/>
                  </a:lnTo>
                  <a:lnTo>
                    <a:pt x="73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19"/>
            <p:cNvSpPr/>
            <p:nvPr/>
          </p:nvSpPr>
          <p:spPr>
            <a:xfrm>
              <a:off x="6924275" y="3599350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4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4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1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6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19"/>
            <p:cNvSpPr/>
            <p:nvPr/>
          </p:nvSpPr>
          <p:spPr>
            <a:xfrm>
              <a:off x="2208425" y="362157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4" y="386"/>
                  </a:moveTo>
                  <a:lnTo>
                    <a:pt x="1121" y="425"/>
                  </a:lnTo>
                  <a:lnTo>
                    <a:pt x="1198" y="463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9" y="1274"/>
                  </a:lnTo>
                  <a:lnTo>
                    <a:pt x="696" y="1236"/>
                  </a:lnTo>
                  <a:lnTo>
                    <a:pt x="542" y="1159"/>
                  </a:lnTo>
                  <a:lnTo>
                    <a:pt x="464" y="1081"/>
                  </a:lnTo>
                  <a:lnTo>
                    <a:pt x="426" y="965"/>
                  </a:lnTo>
                  <a:lnTo>
                    <a:pt x="387" y="888"/>
                  </a:lnTo>
                  <a:lnTo>
                    <a:pt x="387" y="772"/>
                  </a:lnTo>
                  <a:lnTo>
                    <a:pt x="426" y="579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850" y="0"/>
                  </a:moveTo>
                  <a:lnTo>
                    <a:pt x="735" y="39"/>
                  </a:lnTo>
                  <a:lnTo>
                    <a:pt x="619" y="77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79"/>
                  </a:lnTo>
                  <a:lnTo>
                    <a:pt x="40" y="734"/>
                  </a:lnTo>
                  <a:lnTo>
                    <a:pt x="1" y="888"/>
                  </a:lnTo>
                  <a:lnTo>
                    <a:pt x="40" y="1043"/>
                  </a:lnTo>
                  <a:lnTo>
                    <a:pt x="78" y="1197"/>
                  </a:lnTo>
                  <a:lnTo>
                    <a:pt x="194" y="1352"/>
                  </a:lnTo>
                  <a:lnTo>
                    <a:pt x="310" y="1467"/>
                  </a:lnTo>
                  <a:lnTo>
                    <a:pt x="464" y="1583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19"/>
            <p:cNvSpPr/>
            <p:nvPr/>
          </p:nvSpPr>
          <p:spPr>
            <a:xfrm>
              <a:off x="4431675" y="3622525"/>
              <a:ext cx="174775" cy="292525"/>
            </a:xfrm>
            <a:custGeom>
              <a:avLst/>
              <a:gdLst/>
              <a:ahLst/>
              <a:cxnLst/>
              <a:rect l="l" t="t" r="r" b="b"/>
              <a:pathLst>
                <a:path w="6991" h="11701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5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3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8"/>
                  </a:lnTo>
                  <a:lnTo>
                    <a:pt x="6411" y="5638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2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19"/>
            <p:cNvSpPr/>
            <p:nvPr/>
          </p:nvSpPr>
          <p:spPr>
            <a:xfrm>
              <a:off x="3827375" y="36360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3" y="2665"/>
                  </a:lnTo>
                  <a:lnTo>
                    <a:pt x="2780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6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5" y="2896"/>
                  </a:lnTo>
                  <a:lnTo>
                    <a:pt x="772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0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3" y="3707"/>
                  </a:lnTo>
                  <a:lnTo>
                    <a:pt x="1969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5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8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19"/>
            <p:cNvSpPr/>
            <p:nvPr/>
          </p:nvSpPr>
          <p:spPr>
            <a:xfrm>
              <a:off x="2802150" y="36428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1"/>
                  </a:moveTo>
                  <a:lnTo>
                    <a:pt x="12434" y="39"/>
                  </a:lnTo>
                  <a:lnTo>
                    <a:pt x="12357" y="78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9"/>
                  </a:lnTo>
                  <a:lnTo>
                    <a:pt x="12164" y="1043"/>
                  </a:lnTo>
                  <a:lnTo>
                    <a:pt x="12009" y="1198"/>
                  </a:lnTo>
                  <a:lnTo>
                    <a:pt x="11855" y="1314"/>
                  </a:lnTo>
                  <a:lnTo>
                    <a:pt x="11430" y="1545"/>
                  </a:lnTo>
                  <a:lnTo>
                    <a:pt x="11005" y="1700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3" y="2086"/>
                  </a:lnTo>
                  <a:lnTo>
                    <a:pt x="9345" y="2009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1"/>
                  </a:lnTo>
                  <a:lnTo>
                    <a:pt x="8611" y="1700"/>
                  </a:lnTo>
                  <a:lnTo>
                    <a:pt x="8804" y="2009"/>
                  </a:lnTo>
                  <a:lnTo>
                    <a:pt x="8997" y="2279"/>
                  </a:lnTo>
                  <a:lnTo>
                    <a:pt x="7839" y="2588"/>
                  </a:lnTo>
                  <a:lnTo>
                    <a:pt x="6719" y="2820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8" y="3283"/>
                  </a:lnTo>
                  <a:lnTo>
                    <a:pt x="3746" y="2935"/>
                  </a:lnTo>
                  <a:lnTo>
                    <a:pt x="3784" y="2588"/>
                  </a:lnTo>
                  <a:lnTo>
                    <a:pt x="3707" y="2240"/>
                  </a:lnTo>
                  <a:lnTo>
                    <a:pt x="3630" y="1893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8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9"/>
                  </a:lnTo>
                  <a:lnTo>
                    <a:pt x="1815" y="3437"/>
                  </a:lnTo>
                  <a:lnTo>
                    <a:pt x="1352" y="3399"/>
                  </a:lnTo>
                  <a:lnTo>
                    <a:pt x="965" y="3360"/>
                  </a:lnTo>
                  <a:lnTo>
                    <a:pt x="772" y="3283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4"/>
                  </a:lnTo>
                  <a:lnTo>
                    <a:pt x="309" y="2665"/>
                  </a:lnTo>
                  <a:lnTo>
                    <a:pt x="232" y="2588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4"/>
                  </a:lnTo>
                  <a:lnTo>
                    <a:pt x="0" y="2858"/>
                  </a:lnTo>
                  <a:lnTo>
                    <a:pt x="0" y="3013"/>
                  </a:lnTo>
                  <a:lnTo>
                    <a:pt x="0" y="3167"/>
                  </a:lnTo>
                  <a:lnTo>
                    <a:pt x="39" y="3283"/>
                  </a:lnTo>
                  <a:lnTo>
                    <a:pt x="116" y="3399"/>
                  </a:lnTo>
                  <a:lnTo>
                    <a:pt x="193" y="3515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1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1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3"/>
                  </a:lnTo>
                  <a:lnTo>
                    <a:pt x="12048" y="1700"/>
                  </a:lnTo>
                  <a:lnTo>
                    <a:pt x="12357" y="1507"/>
                  </a:lnTo>
                  <a:lnTo>
                    <a:pt x="12627" y="1236"/>
                  </a:lnTo>
                  <a:lnTo>
                    <a:pt x="12704" y="1082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80"/>
                  </a:lnTo>
                  <a:lnTo>
                    <a:pt x="12820" y="387"/>
                  </a:lnTo>
                  <a:lnTo>
                    <a:pt x="12743" y="155"/>
                  </a:lnTo>
                  <a:lnTo>
                    <a:pt x="12704" y="78"/>
                  </a:lnTo>
                  <a:lnTo>
                    <a:pt x="12627" y="39"/>
                  </a:lnTo>
                  <a:lnTo>
                    <a:pt x="125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19"/>
            <p:cNvSpPr/>
            <p:nvPr/>
          </p:nvSpPr>
          <p:spPr>
            <a:xfrm>
              <a:off x="2017300" y="364860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271" y="0"/>
                  </a:moveTo>
                  <a:lnTo>
                    <a:pt x="155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39" y="386"/>
                  </a:lnTo>
                  <a:lnTo>
                    <a:pt x="348" y="888"/>
                  </a:lnTo>
                  <a:lnTo>
                    <a:pt x="657" y="1390"/>
                  </a:lnTo>
                  <a:lnTo>
                    <a:pt x="1043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205"/>
                  </a:lnTo>
                  <a:lnTo>
                    <a:pt x="2703" y="3553"/>
                  </a:lnTo>
                  <a:lnTo>
                    <a:pt x="3205" y="3900"/>
                  </a:lnTo>
                  <a:lnTo>
                    <a:pt x="3553" y="3746"/>
                  </a:lnTo>
                  <a:lnTo>
                    <a:pt x="2780" y="3012"/>
                  </a:lnTo>
                  <a:lnTo>
                    <a:pt x="2047" y="2240"/>
                  </a:lnTo>
                  <a:lnTo>
                    <a:pt x="1352" y="1429"/>
                  </a:lnTo>
                  <a:lnTo>
                    <a:pt x="1043" y="1004"/>
                  </a:lnTo>
                  <a:lnTo>
                    <a:pt x="734" y="541"/>
                  </a:lnTo>
                  <a:lnTo>
                    <a:pt x="1622" y="695"/>
                  </a:lnTo>
                  <a:lnTo>
                    <a:pt x="2510" y="888"/>
                  </a:lnTo>
                  <a:lnTo>
                    <a:pt x="3012" y="1043"/>
                  </a:lnTo>
                  <a:lnTo>
                    <a:pt x="3514" y="1197"/>
                  </a:lnTo>
                  <a:lnTo>
                    <a:pt x="4016" y="1390"/>
                  </a:lnTo>
                  <a:lnTo>
                    <a:pt x="4518" y="1506"/>
                  </a:lnTo>
                  <a:lnTo>
                    <a:pt x="4595" y="1506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84"/>
                  </a:lnTo>
                  <a:lnTo>
                    <a:pt x="4904" y="1506"/>
                  </a:lnTo>
                  <a:lnTo>
                    <a:pt x="4982" y="1429"/>
                  </a:lnTo>
                  <a:lnTo>
                    <a:pt x="4634" y="1159"/>
                  </a:lnTo>
                  <a:lnTo>
                    <a:pt x="4171" y="888"/>
                  </a:lnTo>
                  <a:lnTo>
                    <a:pt x="3630" y="657"/>
                  </a:lnTo>
                  <a:lnTo>
                    <a:pt x="3089" y="464"/>
                  </a:lnTo>
                  <a:lnTo>
                    <a:pt x="2510" y="309"/>
                  </a:lnTo>
                  <a:lnTo>
                    <a:pt x="1931" y="193"/>
                  </a:lnTo>
                  <a:lnTo>
                    <a:pt x="1352" y="116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19"/>
            <p:cNvSpPr/>
            <p:nvPr/>
          </p:nvSpPr>
          <p:spPr>
            <a:xfrm>
              <a:off x="1564525" y="3658250"/>
              <a:ext cx="248125" cy="295425"/>
            </a:xfrm>
            <a:custGeom>
              <a:avLst/>
              <a:gdLst/>
              <a:ahLst/>
              <a:cxnLst/>
              <a:rect l="l" t="t" r="r" b="b"/>
              <a:pathLst>
                <a:path w="9925" h="11817" extrusionOk="0">
                  <a:moveTo>
                    <a:pt x="3785" y="850"/>
                  </a:moveTo>
                  <a:lnTo>
                    <a:pt x="4326" y="2279"/>
                  </a:lnTo>
                  <a:lnTo>
                    <a:pt x="4944" y="3746"/>
                  </a:lnTo>
                  <a:lnTo>
                    <a:pt x="6179" y="6565"/>
                  </a:lnTo>
                  <a:lnTo>
                    <a:pt x="3322" y="7492"/>
                  </a:lnTo>
                  <a:lnTo>
                    <a:pt x="1893" y="7955"/>
                  </a:lnTo>
                  <a:lnTo>
                    <a:pt x="464" y="8457"/>
                  </a:lnTo>
                  <a:lnTo>
                    <a:pt x="464" y="8457"/>
                  </a:lnTo>
                  <a:lnTo>
                    <a:pt x="1043" y="7569"/>
                  </a:lnTo>
                  <a:lnTo>
                    <a:pt x="1507" y="6604"/>
                  </a:lnTo>
                  <a:lnTo>
                    <a:pt x="1970" y="5638"/>
                  </a:lnTo>
                  <a:lnTo>
                    <a:pt x="2395" y="4673"/>
                  </a:lnTo>
                  <a:lnTo>
                    <a:pt x="2781" y="3746"/>
                  </a:lnTo>
                  <a:lnTo>
                    <a:pt x="3167" y="2781"/>
                  </a:lnTo>
                  <a:lnTo>
                    <a:pt x="3476" y="1815"/>
                  </a:lnTo>
                  <a:lnTo>
                    <a:pt x="3785" y="850"/>
                  </a:lnTo>
                  <a:close/>
                  <a:moveTo>
                    <a:pt x="3824" y="0"/>
                  </a:moveTo>
                  <a:lnTo>
                    <a:pt x="3746" y="39"/>
                  </a:lnTo>
                  <a:lnTo>
                    <a:pt x="3708" y="78"/>
                  </a:lnTo>
                  <a:lnTo>
                    <a:pt x="3592" y="116"/>
                  </a:lnTo>
                  <a:lnTo>
                    <a:pt x="3553" y="194"/>
                  </a:lnTo>
                  <a:lnTo>
                    <a:pt x="2820" y="2395"/>
                  </a:lnTo>
                  <a:lnTo>
                    <a:pt x="2434" y="3476"/>
                  </a:lnTo>
                  <a:lnTo>
                    <a:pt x="2009" y="4518"/>
                  </a:lnTo>
                  <a:lnTo>
                    <a:pt x="1545" y="5561"/>
                  </a:lnTo>
                  <a:lnTo>
                    <a:pt x="1043" y="6604"/>
                  </a:lnTo>
                  <a:lnTo>
                    <a:pt x="503" y="7608"/>
                  </a:lnTo>
                  <a:lnTo>
                    <a:pt x="39" y="8650"/>
                  </a:lnTo>
                  <a:lnTo>
                    <a:pt x="1" y="8689"/>
                  </a:lnTo>
                  <a:lnTo>
                    <a:pt x="39" y="8766"/>
                  </a:lnTo>
                  <a:lnTo>
                    <a:pt x="117" y="8805"/>
                  </a:lnTo>
                  <a:lnTo>
                    <a:pt x="117" y="8843"/>
                  </a:lnTo>
                  <a:lnTo>
                    <a:pt x="117" y="8920"/>
                  </a:lnTo>
                  <a:lnTo>
                    <a:pt x="155" y="8998"/>
                  </a:lnTo>
                  <a:lnTo>
                    <a:pt x="310" y="9114"/>
                  </a:lnTo>
                  <a:lnTo>
                    <a:pt x="464" y="8882"/>
                  </a:lnTo>
                  <a:lnTo>
                    <a:pt x="1970" y="8457"/>
                  </a:lnTo>
                  <a:lnTo>
                    <a:pt x="3438" y="7994"/>
                  </a:lnTo>
                  <a:lnTo>
                    <a:pt x="6372" y="7028"/>
                  </a:lnTo>
                  <a:lnTo>
                    <a:pt x="7106" y="8689"/>
                  </a:lnTo>
                  <a:lnTo>
                    <a:pt x="8303" y="11817"/>
                  </a:lnTo>
                  <a:lnTo>
                    <a:pt x="8689" y="11662"/>
                  </a:lnTo>
                  <a:lnTo>
                    <a:pt x="7531" y="8689"/>
                  </a:lnTo>
                  <a:lnTo>
                    <a:pt x="6797" y="6874"/>
                  </a:lnTo>
                  <a:lnTo>
                    <a:pt x="8380" y="6333"/>
                  </a:lnTo>
                  <a:lnTo>
                    <a:pt x="9925" y="5754"/>
                  </a:lnTo>
                  <a:lnTo>
                    <a:pt x="9770" y="5329"/>
                  </a:lnTo>
                  <a:lnTo>
                    <a:pt x="8187" y="5909"/>
                  </a:lnTo>
                  <a:lnTo>
                    <a:pt x="6643" y="6449"/>
                  </a:lnTo>
                  <a:lnTo>
                    <a:pt x="6025" y="4905"/>
                  </a:lnTo>
                  <a:lnTo>
                    <a:pt x="5407" y="3360"/>
                  </a:lnTo>
                  <a:lnTo>
                    <a:pt x="4712" y="1854"/>
                  </a:lnTo>
                  <a:lnTo>
                    <a:pt x="3978" y="348"/>
                  </a:lnTo>
                  <a:lnTo>
                    <a:pt x="4055" y="78"/>
                  </a:lnTo>
                  <a:lnTo>
                    <a:pt x="3862" y="39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19"/>
            <p:cNvSpPr/>
            <p:nvPr/>
          </p:nvSpPr>
          <p:spPr>
            <a:xfrm>
              <a:off x="1663975" y="3660175"/>
              <a:ext cx="229775" cy="419975"/>
            </a:xfrm>
            <a:custGeom>
              <a:avLst/>
              <a:gdLst/>
              <a:ahLst/>
              <a:cxnLst/>
              <a:rect l="l" t="t" r="r" b="b"/>
              <a:pathLst>
                <a:path w="9191" h="16799" extrusionOk="0">
                  <a:moveTo>
                    <a:pt x="77" y="1"/>
                  </a:moveTo>
                  <a:lnTo>
                    <a:pt x="0" y="271"/>
                  </a:lnTo>
                  <a:lnTo>
                    <a:pt x="2124" y="1275"/>
                  </a:lnTo>
                  <a:lnTo>
                    <a:pt x="4286" y="2240"/>
                  </a:lnTo>
                  <a:lnTo>
                    <a:pt x="5290" y="2742"/>
                  </a:lnTo>
                  <a:lnTo>
                    <a:pt x="6294" y="3244"/>
                  </a:lnTo>
                  <a:lnTo>
                    <a:pt x="7298" y="3746"/>
                  </a:lnTo>
                  <a:lnTo>
                    <a:pt x="8302" y="4248"/>
                  </a:lnTo>
                  <a:lnTo>
                    <a:pt x="7028" y="4750"/>
                  </a:lnTo>
                  <a:lnTo>
                    <a:pt x="5792" y="5252"/>
                  </a:lnTo>
                  <a:lnTo>
                    <a:pt x="5947" y="5677"/>
                  </a:lnTo>
                  <a:lnTo>
                    <a:pt x="7298" y="5175"/>
                  </a:lnTo>
                  <a:lnTo>
                    <a:pt x="7955" y="4905"/>
                  </a:lnTo>
                  <a:lnTo>
                    <a:pt x="8611" y="4596"/>
                  </a:lnTo>
                  <a:lnTo>
                    <a:pt x="8457" y="5136"/>
                  </a:lnTo>
                  <a:lnTo>
                    <a:pt x="8341" y="5638"/>
                  </a:lnTo>
                  <a:lnTo>
                    <a:pt x="8148" y="6681"/>
                  </a:lnTo>
                  <a:lnTo>
                    <a:pt x="7839" y="8380"/>
                  </a:lnTo>
                  <a:lnTo>
                    <a:pt x="7569" y="10041"/>
                  </a:lnTo>
                  <a:lnTo>
                    <a:pt x="7028" y="13361"/>
                  </a:lnTo>
                  <a:lnTo>
                    <a:pt x="6796" y="15060"/>
                  </a:lnTo>
                  <a:lnTo>
                    <a:pt x="6681" y="15871"/>
                  </a:lnTo>
                  <a:lnTo>
                    <a:pt x="6642" y="16721"/>
                  </a:lnTo>
                  <a:lnTo>
                    <a:pt x="6989" y="16798"/>
                  </a:lnTo>
                  <a:lnTo>
                    <a:pt x="7298" y="15215"/>
                  </a:lnTo>
                  <a:lnTo>
                    <a:pt x="7530" y="13593"/>
                  </a:lnTo>
                  <a:lnTo>
                    <a:pt x="7723" y="12010"/>
                  </a:lnTo>
                  <a:lnTo>
                    <a:pt x="7955" y="10427"/>
                  </a:lnTo>
                  <a:lnTo>
                    <a:pt x="8225" y="8805"/>
                  </a:lnTo>
                  <a:lnTo>
                    <a:pt x="8495" y="7183"/>
                  </a:lnTo>
                  <a:lnTo>
                    <a:pt x="8689" y="6488"/>
                  </a:lnTo>
                  <a:lnTo>
                    <a:pt x="8882" y="5793"/>
                  </a:lnTo>
                  <a:lnTo>
                    <a:pt x="9036" y="5059"/>
                  </a:lnTo>
                  <a:lnTo>
                    <a:pt x="9152" y="4364"/>
                  </a:lnTo>
                  <a:lnTo>
                    <a:pt x="9152" y="4287"/>
                  </a:lnTo>
                  <a:lnTo>
                    <a:pt x="9190" y="4210"/>
                  </a:lnTo>
                  <a:lnTo>
                    <a:pt x="9113" y="4094"/>
                  </a:lnTo>
                  <a:lnTo>
                    <a:pt x="9036" y="4017"/>
                  </a:lnTo>
                  <a:lnTo>
                    <a:pt x="8920" y="4017"/>
                  </a:lnTo>
                  <a:lnTo>
                    <a:pt x="8882" y="4055"/>
                  </a:lnTo>
                  <a:lnTo>
                    <a:pt x="7839" y="3437"/>
                  </a:lnTo>
                  <a:lnTo>
                    <a:pt x="6758" y="2897"/>
                  </a:lnTo>
                  <a:lnTo>
                    <a:pt x="4595" y="1893"/>
                  </a:lnTo>
                  <a:lnTo>
                    <a:pt x="2356" y="927"/>
                  </a:lnTo>
                  <a:lnTo>
                    <a:pt x="1236" y="464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19"/>
            <p:cNvSpPr/>
            <p:nvPr/>
          </p:nvSpPr>
          <p:spPr>
            <a:xfrm>
              <a:off x="406075" y="3667900"/>
              <a:ext cx="458600" cy="289650"/>
            </a:xfrm>
            <a:custGeom>
              <a:avLst/>
              <a:gdLst/>
              <a:ahLst/>
              <a:cxnLst/>
              <a:rect l="l" t="t" r="r" b="b"/>
              <a:pathLst>
                <a:path w="18344" h="11586" extrusionOk="0">
                  <a:moveTo>
                    <a:pt x="17069" y="387"/>
                  </a:moveTo>
                  <a:lnTo>
                    <a:pt x="17146" y="425"/>
                  </a:lnTo>
                  <a:lnTo>
                    <a:pt x="17223" y="503"/>
                  </a:lnTo>
                  <a:lnTo>
                    <a:pt x="17300" y="734"/>
                  </a:lnTo>
                  <a:lnTo>
                    <a:pt x="17378" y="927"/>
                  </a:lnTo>
                  <a:lnTo>
                    <a:pt x="17378" y="1120"/>
                  </a:lnTo>
                  <a:lnTo>
                    <a:pt x="17339" y="1314"/>
                  </a:lnTo>
                  <a:lnTo>
                    <a:pt x="17223" y="1545"/>
                  </a:lnTo>
                  <a:lnTo>
                    <a:pt x="16953" y="1893"/>
                  </a:lnTo>
                  <a:lnTo>
                    <a:pt x="16721" y="2124"/>
                  </a:lnTo>
                  <a:lnTo>
                    <a:pt x="16451" y="2356"/>
                  </a:lnTo>
                  <a:lnTo>
                    <a:pt x="16181" y="2549"/>
                  </a:lnTo>
                  <a:lnTo>
                    <a:pt x="15872" y="2665"/>
                  </a:lnTo>
                  <a:lnTo>
                    <a:pt x="15872" y="2086"/>
                  </a:lnTo>
                  <a:lnTo>
                    <a:pt x="15910" y="1777"/>
                  </a:lnTo>
                  <a:lnTo>
                    <a:pt x="15949" y="1468"/>
                  </a:lnTo>
                  <a:lnTo>
                    <a:pt x="16026" y="1198"/>
                  </a:lnTo>
                  <a:lnTo>
                    <a:pt x="16181" y="927"/>
                  </a:lnTo>
                  <a:lnTo>
                    <a:pt x="16335" y="696"/>
                  </a:lnTo>
                  <a:lnTo>
                    <a:pt x="16605" y="503"/>
                  </a:lnTo>
                  <a:lnTo>
                    <a:pt x="16837" y="425"/>
                  </a:lnTo>
                  <a:lnTo>
                    <a:pt x="16992" y="387"/>
                  </a:lnTo>
                  <a:close/>
                  <a:moveTo>
                    <a:pt x="14597" y="2974"/>
                  </a:moveTo>
                  <a:lnTo>
                    <a:pt x="14868" y="3013"/>
                  </a:lnTo>
                  <a:lnTo>
                    <a:pt x="15138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6"/>
                  </a:lnTo>
                  <a:lnTo>
                    <a:pt x="14057" y="3862"/>
                  </a:lnTo>
                  <a:lnTo>
                    <a:pt x="13786" y="3939"/>
                  </a:lnTo>
                  <a:lnTo>
                    <a:pt x="13478" y="4017"/>
                  </a:lnTo>
                  <a:lnTo>
                    <a:pt x="13053" y="4017"/>
                  </a:lnTo>
                  <a:lnTo>
                    <a:pt x="12976" y="3939"/>
                  </a:lnTo>
                  <a:lnTo>
                    <a:pt x="12976" y="3862"/>
                  </a:lnTo>
                  <a:lnTo>
                    <a:pt x="12976" y="3708"/>
                  </a:lnTo>
                  <a:lnTo>
                    <a:pt x="13014" y="3476"/>
                  </a:lnTo>
                  <a:lnTo>
                    <a:pt x="13053" y="3360"/>
                  </a:lnTo>
                  <a:lnTo>
                    <a:pt x="13207" y="3244"/>
                  </a:lnTo>
                  <a:lnTo>
                    <a:pt x="13400" y="3167"/>
                  </a:lnTo>
                  <a:lnTo>
                    <a:pt x="13709" y="3051"/>
                  </a:lnTo>
                  <a:lnTo>
                    <a:pt x="14018" y="3013"/>
                  </a:lnTo>
                  <a:lnTo>
                    <a:pt x="14327" y="2974"/>
                  </a:lnTo>
                  <a:close/>
                  <a:moveTo>
                    <a:pt x="15679" y="3283"/>
                  </a:moveTo>
                  <a:lnTo>
                    <a:pt x="16335" y="3476"/>
                  </a:lnTo>
                  <a:lnTo>
                    <a:pt x="16644" y="3553"/>
                  </a:lnTo>
                  <a:lnTo>
                    <a:pt x="16992" y="3669"/>
                  </a:lnTo>
                  <a:lnTo>
                    <a:pt x="17262" y="3823"/>
                  </a:lnTo>
                  <a:lnTo>
                    <a:pt x="17532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80" y="4596"/>
                  </a:lnTo>
                  <a:lnTo>
                    <a:pt x="17918" y="4789"/>
                  </a:lnTo>
                  <a:lnTo>
                    <a:pt x="17880" y="4943"/>
                  </a:lnTo>
                  <a:lnTo>
                    <a:pt x="17802" y="5059"/>
                  </a:lnTo>
                  <a:lnTo>
                    <a:pt x="17648" y="5136"/>
                  </a:lnTo>
                  <a:lnTo>
                    <a:pt x="17494" y="5175"/>
                  </a:lnTo>
                  <a:lnTo>
                    <a:pt x="17339" y="5175"/>
                  </a:lnTo>
                  <a:lnTo>
                    <a:pt x="17146" y="5136"/>
                  </a:lnTo>
                  <a:lnTo>
                    <a:pt x="16992" y="5059"/>
                  </a:lnTo>
                  <a:lnTo>
                    <a:pt x="16644" y="4789"/>
                  </a:lnTo>
                  <a:lnTo>
                    <a:pt x="16374" y="4480"/>
                  </a:lnTo>
                  <a:lnTo>
                    <a:pt x="16181" y="4210"/>
                  </a:lnTo>
                  <a:lnTo>
                    <a:pt x="15988" y="3901"/>
                  </a:lnTo>
                  <a:lnTo>
                    <a:pt x="15833" y="3592"/>
                  </a:lnTo>
                  <a:lnTo>
                    <a:pt x="15679" y="3283"/>
                  </a:lnTo>
                  <a:close/>
                  <a:moveTo>
                    <a:pt x="4635" y="541"/>
                  </a:moveTo>
                  <a:lnTo>
                    <a:pt x="5253" y="580"/>
                  </a:lnTo>
                  <a:lnTo>
                    <a:pt x="5832" y="696"/>
                  </a:lnTo>
                  <a:lnTo>
                    <a:pt x="6411" y="850"/>
                  </a:lnTo>
                  <a:lnTo>
                    <a:pt x="6990" y="1120"/>
                  </a:lnTo>
                  <a:lnTo>
                    <a:pt x="7492" y="1429"/>
                  </a:lnTo>
                  <a:lnTo>
                    <a:pt x="7917" y="1738"/>
                  </a:lnTo>
                  <a:lnTo>
                    <a:pt x="8303" y="2086"/>
                  </a:lnTo>
                  <a:lnTo>
                    <a:pt x="8651" y="2472"/>
                  </a:lnTo>
                  <a:lnTo>
                    <a:pt x="8960" y="2858"/>
                  </a:lnTo>
                  <a:lnTo>
                    <a:pt x="9539" y="3669"/>
                  </a:lnTo>
                  <a:lnTo>
                    <a:pt x="10157" y="4480"/>
                  </a:lnTo>
                  <a:lnTo>
                    <a:pt x="10388" y="4827"/>
                  </a:lnTo>
                  <a:lnTo>
                    <a:pt x="10697" y="5136"/>
                  </a:lnTo>
                  <a:lnTo>
                    <a:pt x="11006" y="5445"/>
                  </a:lnTo>
                  <a:lnTo>
                    <a:pt x="11354" y="5677"/>
                  </a:lnTo>
                  <a:lnTo>
                    <a:pt x="11701" y="5870"/>
                  </a:lnTo>
                  <a:lnTo>
                    <a:pt x="12126" y="5986"/>
                  </a:lnTo>
                  <a:lnTo>
                    <a:pt x="12512" y="6025"/>
                  </a:lnTo>
                  <a:lnTo>
                    <a:pt x="12976" y="5986"/>
                  </a:lnTo>
                  <a:lnTo>
                    <a:pt x="13323" y="5870"/>
                  </a:lnTo>
                  <a:lnTo>
                    <a:pt x="13632" y="5754"/>
                  </a:lnTo>
                  <a:lnTo>
                    <a:pt x="13902" y="5600"/>
                  </a:lnTo>
                  <a:lnTo>
                    <a:pt x="14173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9" y="4712"/>
                  </a:lnTo>
                  <a:lnTo>
                    <a:pt x="14984" y="4441"/>
                  </a:lnTo>
                  <a:lnTo>
                    <a:pt x="14752" y="5252"/>
                  </a:lnTo>
                  <a:lnTo>
                    <a:pt x="14443" y="5986"/>
                  </a:lnTo>
                  <a:lnTo>
                    <a:pt x="14057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0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7" y="10272"/>
                  </a:lnTo>
                  <a:lnTo>
                    <a:pt x="9616" y="10465"/>
                  </a:lnTo>
                  <a:lnTo>
                    <a:pt x="9075" y="10658"/>
                  </a:lnTo>
                  <a:lnTo>
                    <a:pt x="8496" y="10774"/>
                  </a:lnTo>
                  <a:lnTo>
                    <a:pt x="7956" y="10890"/>
                  </a:lnTo>
                  <a:lnTo>
                    <a:pt x="7376" y="10929"/>
                  </a:lnTo>
                  <a:lnTo>
                    <a:pt x="6836" y="10929"/>
                  </a:lnTo>
                  <a:lnTo>
                    <a:pt x="6257" y="10890"/>
                  </a:lnTo>
                  <a:lnTo>
                    <a:pt x="5716" y="10774"/>
                  </a:lnTo>
                  <a:lnTo>
                    <a:pt x="5175" y="10620"/>
                  </a:lnTo>
                  <a:lnTo>
                    <a:pt x="4635" y="10465"/>
                  </a:lnTo>
                  <a:lnTo>
                    <a:pt x="4133" y="10195"/>
                  </a:lnTo>
                  <a:lnTo>
                    <a:pt x="3631" y="9925"/>
                  </a:lnTo>
                  <a:lnTo>
                    <a:pt x="3129" y="9577"/>
                  </a:lnTo>
                  <a:lnTo>
                    <a:pt x="2665" y="9191"/>
                  </a:lnTo>
                  <a:lnTo>
                    <a:pt x="2202" y="8766"/>
                  </a:lnTo>
                  <a:lnTo>
                    <a:pt x="1777" y="8303"/>
                  </a:lnTo>
                  <a:lnTo>
                    <a:pt x="1430" y="7801"/>
                  </a:lnTo>
                  <a:lnTo>
                    <a:pt x="1082" y="7260"/>
                  </a:lnTo>
                  <a:lnTo>
                    <a:pt x="812" y="6720"/>
                  </a:lnTo>
                  <a:lnTo>
                    <a:pt x="619" y="6140"/>
                  </a:lnTo>
                  <a:lnTo>
                    <a:pt x="464" y="5523"/>
                  </a:lnTo>
                  <a:lnTo>
                    <a:pt x="426" y="4905"/>
                  </a:lnTo>
                  <a:lnTo>
                    <a:pt x="464" y="4287"/>
                  </a:lnTo>
                  <a:lnTo>
                    <a:pt x="619" y="3708"/>
                  </a:lnTo>
                  <a:lnTo>
                    <a:pt x="812" y="3128"/>
                  </a:lnTo>
                  <a:lnTo>
                    <a:pt x="1121" y="2588"/>
                  </a:lnTo>
                  <a:lnTo>
                    <a:pt x="1468" y="2086"/>
                  </a:lnTo>
                  <a:lnTo>
                    <a:pt x="1893" y="1661"/>
                  </a:lnTo>
                  <a:lnTo>
                    <a:pt x="2356" y="1275"/>
                  </a:lnTo>
                  <a:lnTo>
                    <a:pt x="2897" y="1005"/>
                  </a:lnTo>
                  <a:lnTo>
                    <a:pt x="3476" y="773"/>
                  </a:lnTo>
                  <a:lnTo>
                    <a:pt x="4056" y="618"/>
                  </a:lnTo>
                  <a:lnTo>
                    <a:pt x="4635" y="541"/>
                  </a:lnTo>
                  <a:close/>
                  <a:moveTo>
                    <a:pt x="16876" y="1"/>
                  </a:moveTo>
                  <a:lnTo>
                    <a:pt x="16683" y="39"/>
                  </a:lnTo>
                  <a:lnTo>
                    <a:pt x="16451" y="155"/>
                  </a:lnTo>
                  <a:lnTo>
                    <a:pt x="16258" y="271"/>
                  </a:lnTo>
                  <a:lnTo>
                    <a:pt x="16103" y="425"/>
                  </a:lnTo>
                  <a:lnTo>
                    <a:pt x="15949" y="580"/>
                  </a:lnTo>
                  <a:lnTo>
                    <a:pt x="15833" y="773"/>
                  </a:lnTo>
                  <a:lnTo>
                    <a:pt x="15717" y="1005"/>
                  </a:lnTo>
                  <a:lnTo>
                    <a:pt x="15601" y="1236"/>
                  </a:lnTo>
                  <a:lnTo>
                    <a:pt x="15486" y="1738"/>
                  </a:lnTo>
                  <a:lnTo>
                    <a:pt x="15447" y="2279"/>
                  </a:lnTo>
                  <a:lnTo>
                    <a:pt x="15486" y="2819"/>
                  </a:lnTo>
                  <a:lnTo>
                    <a:pt x="15370" y="2819"/>
                  </a:lnTo>
                  <a:lnTo>
                    <a:pt x="15331" y="2858"/>
                  </a:lnTo>
                  <a:lnTo>
                    <a:pt x="14906" y="2742"/>
                  </a:lnTo>
                  <a:lnTo>
                    <a:pt x="14443" y="2665"/>
                  </a:lnTo>
                  <a:lnTo>
                    <a:pt x="13980" y="2665"/>
                  </a:lnTo>
                  <a:lnTo>
                    <a:pt x="13516" y="2742"/>
                  </a:lnTo>
                  <a:lnTo>
                    <a:pt x="13169" y="2858"/>
                  </a:lnTo>
                  <a:lnTo>
                    <a:pt x="12976" y="2974"/>
                  </a:lnTo>
                  <a:lnTo>
                    <a:pt x="12783" y="3090"/>
                  </a:lnTo>
                  <a:lnTo>
                    <a:pt x="12628" y="3206"/>
                  </a:lnTo>
                  <a:lnTo>
                    <a:pt x="12512" y="3360"/>
                  </a:lnTo>
                  <a:lnTo>
                    <a:pt x="12396" y="3553"/>
                  </a:lnTo>
                  <a:lnTo>
                    <a:pt x="12396" y="3746"/>
                  </a:lnTo>
                  <a:lnTo>
                    <a:pt x="12396" y="3939"/>
                  </a:lnTo>
                  <a:lnTo>
                    <a:pt x="12474" y="4094"/>
                  </a:lnTo>
                  <a:lnTo>
                    <a:pt x="12628" y="4210"/>
                  </a:lnTo>
                  <a:lnTo>
                    <a:pt x="12783" y="4287"/>
                  </a:lnTo>
                  <a:lnTo>
                    <a:pt x="12976" y="4364"/>
                  </a:lnTo>
                  <a:lnTo>
                    <a:pt x="13169" y="4403"/>
                  </a:lnTo>
                  <a:lnTo>
                    <a:pt x="13516" y="4364"/>
                  </a:lnTo>
                  <a:lnTo>
                    <a:pt x="13864" y="4325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9" y="3823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4" y="4866"/>
                  </a:lnTo>
                  <a:lnTo>
                    <a:pt x="13941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30" y="5445"/>
                  </a:lnTo>
                  <a:lnTo>
                    <a:pt x="12744" y="5523"/>
                  </a:lnTo>
                  <a:lnTo>
                    <a:pt x="12396" y="5523"/>
                  </a:lnTo>
                  <a:lnTo>
                    <a:pt x="12049" y="5445"/>
                  </a:lnTo>
                  <a:lnTo>
                    <a:pt x="11740" y="5329"/>
                  </a:lnTo>
                  <a:lnTo>
                    <a:pt x="11431" y="5136"/>
                  </a:lnTo>
                  <a:lnTo>
                    <a:pt x="11122" y="4905"/>
                  </a:lnTo>
                  <a:lnTo>
                    <a:pt x="10852" y="4634"/>
                  </a:lnTo>
                  <a:lnTo>
                    <a:pt x="10543" y="4210"/>
                  </a:lnTo>
                  <a:lnTo>
                    <a:pt x="10195" y="3785"/>
                  </a:lnTo>
                  <a:lnTo>
                    <a:pt x="9616" y="2935"/>
                  </a:lnTo>
                  <a:lnTo>
                    <a:pt x="9307" y="2511"/>
                  </a:lnTo>
                  <a:lnTo>
                    <a:pt x="8960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7" y="966"/>
                  </a:lnTo>
                  <a:lnTo>
                    <a:pt x="7106" y="657"/>
                  </a:lnTo>
                  <a:lnTo>
                    <a:pt x="6527" y="425"/>
                  </a:lnTo>
                  <a:lnTo>
                    <a:pt x="5948" y="271"/>
                  </a:lnTo>
                  <a:lnTo>
                    <a:pt x="5330" y="155"/>
                  </a:lnTo>
                  <a:lnTo>
                    <a:pt x="4751" y="116"/>
                  </a:lnTo>
                  <a:lnTo>
                    <a:pt x="4133" y="155"/>
                  </a:lnTo>
                  <a:lnTo>
                    <a:pt x="3554" y="271"/>
                  </a:lnTo>
                  <a:lnTo>
                    <a:pt x="3283" y="348"/>
                  </a:lnTo>
                  <a:lnTo>
                    <a:pt x="2936" y="464"/>
                  </a:lnTo>
                  <a:lnTo>
                    <a:pt x="2588" y="618"/>
                  </a:lnTo>
                  <a:lnTo>
                    <a:pt x="2279" y="812"/>
                  </a:lnTo>
                  <a:lnTo>
                    <a:pt x="1932" y="1005"/>
                  </a:lnTo>
                  <a:lnTo>
                    <a:pt x="1661" y="1275"/>
                  </a:lnTo>
                  <a:lnTo>
                    <a:pt x="1353" y="1545"/>
                  </a:lnTo>
                  <a:lnTo>
                    <a:pt x="1082" y="1854"/>
                  </a:lnTo>
                  <a:lnTo>
                    <a:pt x="851" y="2163"/>
                  </a:lnTo>
                  <a:lnTo>
                    <a:pt x="542" y="2665"/>
                  </a:lnTo>
                  <a:lnTo>
                    <a:pt x="310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1" y="4712"/>
                  </a:lnTo>
                  <a:lnTo>
                    <a:pt x="40" y="5214"/>
                  </a:lnTo>
                  <a:lnTo>
                    <a:pt x="78" y="5716"/>
                  </a:lnTo>
                  <a:lnTo>
                    <a:pt x="194" y="6218"/>
                  </a:lnTo>
                  <a:lnTo>
                    <a:pt x="387" y="6720"/>
                  </a:lnTo>
                  <a:lnTo>
                    <a:pt x="580" y="7222"/>
                  </a:lnTo>
                  <a:lnTo>
                    <a:pt x="812" y="7685"/>
                  </a:lnTo>
                  <a:lnTo>
                    <a:pt x="1082" y="8110"/>
                  </a:lnTo>
                  <a:lnTo>
                    <a:pt x="1430" y="8573"/>
                  </a:lnTo>
                  <a:lnTo>
                    <a:pt x="1777" y="8959"/>
                  </a:lnTo>
                  <a:lnTo>
                    <a:pt x="2125" y="9384"/>
                  </a:lnTo>
                  <a:lnTo>
                    <a:pt x="2550" y="9732"/>
                  </a:lnTo>
                  <a:lnTo>
                    <a:pt x="3090" y="10156"/>
                  </a:lnTo>
                  <a:lnTo>
                    <a:pt x="3631" y="10504"/>
                  </a:lnTo>
                  <a:lnTo>
                    <a:pt x="4210" y="10774"/>
                  </a:lnTo>
                  <a:lnTo>
                    <a:pt x="4789" y="11044"/>
                  </a:lnTo>
                  <a:lnTo>
                    <a:pt x="5407" y="11199"/>
                  </a:lnTo>
                  <a:lnTo>
                    <a:pt x="6025" y="11353"/>
                  </a:lnTo>
                  <a:lnTo>
                    <a:pt x="6643" y="11392"/>
                  </a:lnTo>
                  <a:lnTo>
                    <a:pt x="7261" y="11431"/>
                  </a:lnTo>
                  <a:lnTo>
                    <a:pt x="7338" y="11585"/>
                  </a:lnTo>
                  <a:lnTo>
                    <a:pt x="7647" y="11392"/>
                  </a:lnTo>
                  <a:lnTo>
                    <a:pt x="8458" y="11315"/>
                  </a:lnTo>
                  <a:lnTo>
                    <a:pt x="9269" y="11122"/>
                  </a:lnTo>
                  <a:lnTo>
                    <a:pt x="10079" y="10813"/>
                  </a:lnTo>
                  <a:lnTo>
                    <a:pt x="10852" y="10465"/>
                  </a:lnTo>
                  <a:lnTo>
                    <a:pt x="11547" y="10040"/>
                  </a:lnTo>
                  <a:lnTo>
                    <a:pt x="12165" y="9577"/>
                  </a:lnTo>
                  <a:lnTo>
                    <a:pt x="12435" y="9384"/>
                  </a:lnTo>
                  <a:lnTo>
                    <a:pt x="13053" y="8805"/>
                  </a:lnTo>
                  <a:lnTo>
                    <a:pt x="13632" y="8187"/>
                  </a:lnTo>
                  <a:lnTo>
                    <a:pt x="14134" y="7492"/>
                  </a:lnTo>
                  <a:lnTo>
                    <a:pt x="14597" y="6797"/>
                  </a:lnTo>
                  <a:lnTo>
                    <a:pt x="14945" y="6025"/>
                  </a:lnTo>
                  <a:lnTo>
                    <a:pt x="15099" y="5638"/>
                  </a:lnTo>
                  <a:lnTo>
                    <a:pt x="15254" y="5214"/>
                  </a:lnTo>
                  <a:lnTo>
                    <a:pt x="15331" y="4827"/>
                  </a:lnTo>
                  <a:lnTo>
                    <a:pt x="15408" y="4403"/>
                  </a:lnTo>
                  <a:lnTo>
                    <a:pt x="15486" y="4017"/>
                  </a:lnTo>
                  <a:lnTo>
                    <a:pt x="15486" y="3592"/>
                  </a:lnTo>
                  <a:lnTo>
                    <a:pt x="15679" y="4055"/>
                  </a:lnTo>
                  <a:lnTo>
                    <a:pt x="15949" y="4480"/>
                  </a:lnTo>
                  <a:lnTo>
                    <a:pt x="16258" y="4866"/>
                  </a:lnTo>
                  <a:lnTo>
                    <a:pt x="16605" y="5214"/>
                  </a:lnTo>
                  <a:lnTo>
                    <a:pt x="16760" y="5368"/>
                  </a:lnTo>
                  <a:lnTo>
                    <a:pt x="16992" y="5484"/>
                  </a:lnTo>
                  <a:lnTo>
                    <a:pt x="17185" y="5561"/>
                  </a:lnTo>
                  <a:lnTo>
                    <a:pt x="17416" y="5638"/>
                  </a:lnTo>
                  <a:lnTo>
                    <a:pt x="17609" y="5677"/>
                  </a:lnTo>
                  <a:lnTo>
                    <a:pt x="17841" y="5638"/>
                  </a:lnTo>
                  <a:lnTo>
                    <a:pt x="18034" y="5523"/>
                  </a:lnTo>
                  <a:lnTo>
                    <a:pt x="18189" y="5329"/>
                  </a:lnTo>
                  <a:lnTo>
                    <a:pt x="18304" y="5136"/>
                  </a:lnTo>
                  <a:lnTo>
                    <a:pt x="18343" y="4943"/>
                  </a:lnTo>
                  <a:lnTo>
                    <a:pt x="18304" y="4712"/>
                  </a:lnTo>
                  <a:lnTo>
                    <a:pt x="18266" y="4519"/>
                  </a:lnTo>
                  <a:lnTo>
                    <a:pt x="18189" y="4287"/>
                  </a:lnTo>
                  <a:lnTo>
                    <a:pt x="18073" y="4132"/>
                  </a:lnTo>
                  <a:lnTo>
                    <a:pt x="17957" y="3939"/>
                  </a:lnTo>
                  <a:lnTo>
                    <a:pt x="17802" y="3785"/>
                  </a:lnTo>
                  <a:lnTo>
                    <a:pt x="17648" y="3630"/>
                  </a:lnTo>
                  <a:lnTo>
                    <a:pt x="17416" y="3476"/>
                  </a:lnTo>
                  <a:lnTo>
                    <a:pt x="16953" y="3244"/>
                  </a:lnTo>
                  <a:lnTo>
                    <a:pt x="16490" y="3051"/>
                  </a:lnTo>
                  <a:lnTo>
                    <a:pt x="15988" y="2935"/>
                  </a:lnTo>
                  <a:lnTo>
                    <a:pt x="16412" y="2781"/>
                  </a:lnTo>
                  <a:lnTo>
                    <a:pt x="16837" y="2511"/>
                  </a:lnTo>
                  <a:lnTo>
                    <a:pt x="17185" y="2202"/>
                  </a:lnTo>
                  <a:lnTo>
                    <a:pt x="17494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4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1" y="194"/>
                  </a:lnTo>
                  <a:lnTo>
                    <a:pt x="17455" y="116"/>
                  </a:lnTo>
                  <a:lnTo>
                    <a:pt x="17339" y="39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19"/>
            <p:cNvSpPr/>
            <p:nvPr/>
          </p:nvSpPr>
          <p:spPr>
            <a:xfrm>
              <a:off x="2141825" y="3698800"/>
              <a:ext cx="126500" cy="70500"/>
            </a:xfrm>
            <a:custGeom>
              <a:avLst/>
              <a:gdLst/>
              <a:ahLst/>
              <a:cxnLst/>
              <a:rect l="l" t="t" r="r" b="b"/>
              <a:pathLst>
                <a:path w="5060" h="2820" extrusionOk="0">
                  <a:moveTo>
                    <a:pt x="4905" y="0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3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0"/>
                  </a:lnTo>
                  <a:lnTo>
                    <a:pt x="1" y="2587"/>
                  </a:lnTo>
                  <a:lnTo>
                    <a:pt x="39" y="2703"/>
                  </a:lnTo>
                  <a:lnTo>
                    <a:pt x="116" y="2781"/>
                  </a:lnTo>
                  <a:lnTo>
                    <a:pt x="387" y="2819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1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19"/>
            <p:cNvSpPr/>
            <p:nvPr/>
          </p:nvSpPr>
          <p:spPr>
            <a:xfrm>
              <a:off x="436975" y="3704575"/>
              <a:ext cx="144825" cy="162225"/>
            </a:xfrm>
            <a:custGeom>
              <a:avLst/>
              <a:gdLst/>
              <a:ahLst/>
              <a:cxnLst/>
              <a:rect l="l" t="t" r="r" b="b"/>
              <a:pathLst>
                <a:path w="5793" h="6489" extrusionOk="0">
                  <a:moveTo>
                    <a:pt x="2240" y="426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6" y="735"/>
                  </a:lnTo>
                  <a:lnTo>
                    <a:pt x="4171" y="1005"/>
                  </a:lnTo>
                  <a:lnTo>
                    <a:pt x="4557" y="1314"/>
                  </a:lnTo>
                  <a:lnTo>
                    <a:pt x="4750" y="1507"/>
                  </a:lnTo>
                  <a:lnTo>
                    <a:pt x="4905" y="1739"/>
                  </a:lnTo>
                  <a:lnTo>
                    <a:pt x="5021" y="1932"/>
                  </a:lnTo>
                  <a:lnTo>
                    <a:pt x="5136" y="2163"/>
                  </a:lnTo>
                  <a:lnTo>
                    <a:pt x="5214" y="2434"/>
                  </a:lnTo>
                  <a:lnTo>
                    <a:pt x="5291" y="2704"/>
                  </a:lnTo>
                  <a:lnTo>
                    <a:pt x="5330" y="3167"/>
                  </a:lnTo>
                  <a:lnTo>
                    <a:pt x="5330" y="3631"/>
                  </a:lnTo>
                  <a:lnTo>
                    <a:pt x="5214" y="4133"/>
                  </a:lnTo>
                  <a:lnTo>
                    <a:pt x="5021" y="4558"/>
                  </a:lnTo>
                  <a:lnTo>
                    <a:pt x="4789" y="4982"/>
                  </a:lnTo>
                  <a:lnTo>
                    <a:pt x="4480" y="5330"/>
                  </a:lnTo>
                  <a:lnTo>
                    <a:pt x="4287" y="5484"/>
                  </a:lnTo>
                  <a:lnTo>
                    <a:pt x="4094" y="5639"/>
                  </a:lnTo>
                  <a:lnTo>
                    <a:pt x="3901" y="5755"/>
                  </a:lnTo>
                  <a:lnTo>
                    <a:pt x="3669" y="5832"/>
                  </a:lnTo>
                  <a:lnTo>
                    <a:pt x="3360" y="5948"/>
                  </a:lnTo>
                  <a:lnTo>
                    <a:pt x="3090" y="5986"/>
                  </a:lnTo>
                  <a:lnTo>
                    <a:pt x="2820" y="6025"/>
                  </a:lnTo>
                  <a:lnTo>
                    <a:pt x="2549" y="5986"/>
                  </a:lnTo>
                  <a:lnTo>
                    <a:pt x="2279" y="5948"/>
                  </a:lnTo>
                  <a:lnTo>
                    <a:pt x="2047" y="5870"/>
                  </a:lnTo>
                  <a:lnTo>
                    <a:pt x="1854" y="5755"/>
                  </a:lnTo>
                  <a:lnTo>
                    <a:pt x="1622" y="5639"/>
                  </a:lnTo>
                  <a:lnTo>
                    <a:pt x="1429" y="5484"/>
                  </a:lnTo>
                  <a:lnTo>
                    <a:pt x="1275" y="5291"/>
                  </a:lnTo>
                  <a:lnTo>
                    <a:pt x="1082" y="5098"/>
                  </a:lnTo>
                  <a:lnTo>
                    <a:pt x="966" y="4905"/>
                  </a:lnTo>
                  <a:lnTo>
                    <a:pt x="696" y="4442"/>
                  </a:lnTo>
                  <a:lnTo>
                    <a:pt x="541" y="3901"/>
                  </a:lnTo>
                  <a:lnTo>
                    <a:pt x="425" y="3399"/>
                  </a:lnTo>
                  <a:lnTo>
                    <a:pt x="425" y="2858"/>
                  </a:lnTo>
                  <a:lnTo>
                    <a:pt x="503" y="2318"/>
                  </a:lnTo>
                  <a:lnTo>
                    <a:pt x="541" y="2048"/>
                  </a:lnTo>
                  <a:lnTo>
                    <a:pt x="657" y="1816"/>
                  </a:lnTo>
                  <a:lnTo>
                    <a:pt x="734" y="1584"/>
                  </a:lnTo>
                  <a:lnTo>
                    <a:pt x="889" y="1352"/>
                  </a:lnTo>
                  <a:lnTo>
                    <a:pt x="1043" y="1159"/>
                  </a:lnTo>
                  <a:lnTo>
                    <a:pt x="1236" y="1005"/>
                  </a:lnTo>
                  <a:lnTo>
                    <a:pt x="1429" y="812"/>
                  </a:lnTo>
                  <a:lnTo>
                    <a:pt x="1661" y="696"/>
                  </a:lnTo>
                  <a:lnTo>
                    <a:pt x="1893" y="580"/>
                  </a:lnTo>
                  <a:lnTo>
                    <a:pt x="2202" y="503"/>
                  </a:lnTo>
                  <a:lnTo>
                    <a:pt x="2240" y="464"/>
                  </a:lnTo>
                  <a:lnTo>
                    <a:pt x="2240" y="426"/>
                  </a:lnTo>
                  <a:close/>
                  <a:moveTo>
                    <a:pt x="2279" y="1"/>
                  </a:moveTo>
                  <a:lnTo>
                    <a:pt x="1970" y="40"/>
                  </a:lnTo>
                  <a:lnTo>
                    <a:pt x="1893" y="78"/>
                  </a:lnTo>
                  <a:lnTo>
                    <a:pt x="1816" y="117"/>
                  </a:lnTo>
                  <a:lnTo>
                    <a:pt x="1816" y="194"/>
                  </a:lnTo>
                  <a:lnTo>
                    <a:pt x="1816" y="271"/>
                  </a:lnTo>
                  <a:lnTo>
                    <a:pt x="1507" y="349"/>
                  </a:lnTo>
                  <a:lnTo>
                    <a:pt x="1275" y="464"/>
                  </a:lnTo>
                  <a:lnTo>
                    <a:pt x="1043" y="619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8"/>
                  </a:lnTo>
                  <a:lnTo>
                    <a:pt x="348" y="1430"/>
                  </a:lnTo>
                  <a:lnTo>
                    <a:pt x="232" y="1661"/>
                  </a:lnTo>
                  <a:lnTo>
                    <a:pt x="117" y="1932"/>
                  </a:lnTo>
                  <a:lnTo>
                    <a:pt x="78" y="2202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1"/>
                  </a:lnTo>
                  <a:lnTo>
                    <a:pt x="271" y="4519"/>
                  </a:lnTo>
                  <a:lnTo>
                    <a:pt x="387" y="4828"/>
                  </a:lnTo>
                  <a:lnTo>
                    <a:pt x="541" y="5098"/>
                  </a:lnTo>
                  <a:lnTo>
                    <a:pt x="696" y="5330"/>
                  </a:lnTo>
                  <a:lnTo>
                    <a:pt x="850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1"/>
                  </a:lnTo>
                  <a:lnTo>
                    <a:pt x="1738" y="6257"/>
                  </a:lnTo>
                  <a:lnTo>
                    <a:pt x="2009" y="6372"/>
                  </a:lnTo>
                  <a:lnTo>
                    <a:pt x="2279" y="6450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50"/>
                  </a:lnTo>
                  <a:lnTo>
                    <a:pt x="3553" y="6372"/>
                  </a:lnTo>
                  <a:lnTo>
                    <a:pt x="3862" y="6257"/>
                  </a:lnTo>
                  <a:lnTo>
                    <a:pt x="4132" y="6141"/>
                  </a:lnTo>
                  <a:lnTo>
                    <a:pt x="4403" y="5986"/>
                  </a:lnTo>
                  <a:lnTo>
                    <a:pt x="4634" y="5793"/>
                  </a:lnTo>
                  <a:lnTo>
                    <a:pt x="4866" y="5600"/>
                  </a:lnTo>
                  <a:lnTo>
                    <a:pt x="5059" y="5368"/>
                  </a:lnTo>
                  <a:lnTo>
                    <a:pt x="5214" y="5137"/>
                  </a:lnTo>
                  <a:lnTo>
                    <a:pt x="5368" y="4866"/>
                  </a:lnTo>
                  <a:lnTo>
                    <a:pt x="5523" y="4635"/>
                  </a:lnTo>
                  <a:lnTo>
                    <a:pt x="5638" y="4326"/>
                  </a:lnTo>
                  <a:lnTo>
                    <a:pt x="5716" y="4056"/>
                  </a:lnTo>
                  <a:lnTo>
                    <a:pt x="5754" y="3747"/>
                  </a:lnTo>
                  <a:lnTo>
                    <a:pt x="5793" y="3438"/>
                  </a:lnTo>
                  <a:lnTo>
                    <a:pt x="5793" y="3129"/>
                  </a:lnTo>
                  <a:lnTo>
                    <a:pt x="5793" y="2858"/>
                  </a:lnTo>
                  <a:lnTo>
                    <a:pt x="5716" y="2550"/>
                  </a:lnTo>
                  <a:lnTo>
                    <a:pt x="5638" y="2241"/>
                  </a:lnTo>
                  <a:lnTo>
                    <a:pt x="5523" y="1932"/>
                  </a:lnTo>
                  <a:lnTo>
                    <a:pt x="5368" y="1661"/>
                  </a:lnTo>
                  <a:lnTo>
                    <a:pt x="5214" y="1391"/>
                  </a:lnTo>
                  <a:lnTo>
                    <a:pt x="5021" y="1159"/>
                  </a:lnTo>
                  <a:lnTo>
                    <a:pt x="4828" y="928"/>
                  </a:lnTo>
                  <a:lnTo>
                    <a:pt x="4596" y="735"/>
                  </a:lnTo>
                  <a:lnTo>
                    <a:pt x="4326" y="542"/>
                  </a:lnTo>
                  <a:lnTo>
                    <a:pt x="4094" y="387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19"/>
            <p:cNvSpPr/>
            <p:nvPr/>
          </p:nvSpPr>
          <p:spPr>
            <a:xfrm>
              <a:off x="6171275" y="3733550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3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19"/>
            <p:cNvSpPr/>
            <p:nvPr/>
          </p:nvSpPr>
          <p:spPr>
            <a:xfrm>
              <a:off x="6036125" y="3735475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8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5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3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6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8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6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9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5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9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6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19"/>
            <p:cNvSpPr/>
            <p:nvPr/>
          </p:nvSpPr>
          <p:spPr>
            <a:xfrm>
              <a:off x="2084875" y="3742225"/>
              <a:ext cx="66625" cy="99475"/>
            </a:xfrm>
            <a:custGeom>
              <a:avLst/>
              <a:gdLst/>
              <a:ahLst/>
              <a:cxnLst/>
              <a:rect l="l" t="t" r="r" b="b"/>
              <a:pathLst>
                <a:path w="2665" h="3979" extrusionOk="0">
                  <a:moveTo>
                    <a:pt x="850" y="1"/>
                  </a:moveTo>
                  <a:lnTo>
                    <a:pt x="502" y="155"/>
                  </a:lnTo>
                  <a:lnTo>
                    <a:pt x="618" y="233"/>
                  </a:lnTo>
                  <a:lnTo>
                    <a:pt x="464" y="619"/>
                  </a:lnTo>
                  <a:lnTo>
                    <a:pt x="271" y="1082"/>
                  </a:lnTo>
                  <a:lnTo>
                    <a:pt x="116" y="1623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74"/>
                  </a:lnTo>
                  <a:lnTo>
                    <a:pt x="77" y="3206"/>
                  </a:lnTo>
                  <a:lnTo>
                    <a:pt x="155" y="3399"/>
                  </a:lnTo>
                  <a:lnTo>
                    <a:pt x="309" y="3592"/>
                  </a:lnTo>
                  <a:lnTo>
                    <a:pt x="464" y="3747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78"/>
                  </a:lnTo>
                  <a:lnTo>
                    <a:pt x="1313" y="3940"/>
                  </a:lnTo>
                  <a:lnTo>
                    <a:pt x="1506" y="3824"/>
                  </a:lnTo>
                  <a:lnTo>
                    <a:pt x="1661" y="3708"/>
                  </a:lnTo>
                  <a:lnTo>
                    <a:pt x="1815" y="3515"/>
                  </a:lnTo>
                  <a:lnTo>
                    <a:pt x="1970" y="3322"/>
                  </a:lnTo>
                  <a:lnTo>
                    <a:pt x="2085" y="3090"/>
                  </a:lnTo>
                  <a:lnTo>
                    <a:pt x="2317" y="2550"/>
                  </a:lnTo>
                  <a:lnTo>
                    <a:pt x="2510" y="2009"/>
                  </a:lnTo>
                  <a:lnTo>
                    <a:pt x="2626" y="1507"/>
                  </a:lnTo>
                  <a:lnTo>
                    <a:pt x="2665" y="1082"/>
                  </a:lnTo>
                  <a:lnTo>
                    <a:pt x="2394" y="1044"/>
                  </a:lnTo>
                  <a:lnTo>
                    <a:pt x="2008" y="2048"/>
                  </a:lnTo>
                  <a:lnTo>
                    <a:pt x="1738" y="2704"/>
                  </a:lnTo>
                  <a:lnTo>
                    <a:pt x="1545" y="3052"/>
                  </a:lnTo>
                  <a:lnTo>
                    <a:pt x="1468" y="3206"/>
                  </a:lnTo>
                  <a:lnTo>
                    <a:pt x="1313" y="3322"/>
                  </a:lnTo>
                  <a:lnTo>
                    <a:pt x="1159" y="3322"/>
                  </a:lnTo>
                  <a:lnTo>
                    <a:pt x="966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936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79" y="2086"/>
                  </a:lnTo>
                  <a:lnTo>
                    <a:pt x="618" y="1623"/>
                  </a:lnTo>
                  <a:lnTo>
                    <a:pt x="734" y="1198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19"/>
            <p:cNvSpPr/>
            <p:nvPr/>
          </p:nvSpPr>
          <p:spPr>
            <a:xfrm>
              <a:off x="3315725" y="3754775"/>
              <a:ext cx="374575" cy="387150"/>
            </a:xfrm>
            <a:custGeom>
              <a:avLst/>
              <a:gdLst/>
              <a:ahLst/>
              <a:cxnLst/>
              <a:rect l="l" t="t" r="r" b="b"/>
              <a:pathLst>
                <a:path w="14983" h="15486" extrusionOk="0">
                  <a:moveTo>
                    <a:pt x="7453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44"/>
                  </a:lnTo>
                  <a:lnTo>
                    <a:pt x="10697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40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80" y="9230"/>
                  </a:lnTo>
                  <a:lnTo>
                    <a:pt x="4171" y="10041"/>
                  </a:lnTo>
                  <a:lnTo>
                    <a:pt x="3978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53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9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53" y="503"/>
                  </a:lnTo>
                  <a:close/>
                  <a:moveTo>
                    <a:pt x="11932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13" y="3206"/>
                  </a:lnTo>
                  <a:lnTo>
                    <a:pt x="13322" y="3669"/>
                  </a:lnTo>
                  <a:lnTo>
                    <a:pt x="13593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2"/>
                  </a:lnTo>
                  <a:lnTo>
                    <a:pt x="11392" y="7145"/>
                  </a:lnTo>
                  <a:lnTo>
                    <a:pt x="10658" y="7415"/>
                  </a:lnTo>
                  <a:lnTo>
                    <a:pt x="9924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8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8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2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1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7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30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42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19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1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286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39"/>
                  </a:lnTo>
                  <a:lnTo>
                    <a:pt x="3051" y="13477"/>
                  </a:lnTo>
                  <a:lnTo>
                    <a:pt x="2974" y="13516"/>
                  </a:lnTo>
                  <a:lnTo>
                    <a:pt x="3051" y="13362"/>
                  </a:lnTo>
                  <a:lnTo>
                    <a:pt x="3167" y="13207"/>
                  </a:lnTo>
                  <a:lnTo>
                    <a:pt x="3321" y="13130"/>
                  </a:lnTo>
                  <a:lnTo>
                    <a:pt x="3476" y="13014"/>
                  </a:lnTo>
                  <a:lnTo>
                    <a:pt x="3669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1" y="13362"/>
                  </a:lnTo>
                  <a:lnTo>
                    <a:pt x="11894" y="13477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11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7" y="12860"/>
                  </a:lnTo>
                  <a:close/>
                  <a:moveTo>
                    <a:pt x="7569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46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6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4" y="14520"/>
                  </a:lnTo>
                  <a:lnTo>
                    <a:pt x="4093" y="14597"/>
                  </a:lnTo>
                  <a:lnTo>
                    <a:pt x="4518" y="14829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60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9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2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4" y="233"/>
                  </a:lnTo>
                  <a:lnTo>
                    <a:pt x="8766" y="117"/>
                  </a:lnTo>
                  <a:lnTo>
                    <a:pt x="8187" y="40"/>
                  </a:lnTo>
                  <a:lnTo>
                    <a:pt x="756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19"/>
            <p:cNvSpPr/>
            <p:nvPr/>
          </p:nvSpPr>
          <p:spPr>
            <a:xfrm>
              <a:off x="514200" y="3860000"/>
              <a:ext cx="302200" cy="155450"/>
            </a:xfrm>
            <a:custGeom>
              <a:avLst/>
              <a:gdLst/>
              <a:ahLst/>
              <a:cxnLst/>
              <a:rect l="l" t="t" r="r" b="b"/>
              <a:pathLst>
                <a:path w="12088" h="6218" extrusionOk="0">
                  <a:moveTo>
                    <a:pt x="11740" y="1"/>
                  </a:moveTo>
                  <a:lnTo>
                    <a:pt x="11663" y="40"/>
                  </a:lnTo>
                  <a:lnTo>
                    <a:pt x="11585" y="78"/>
                  </a:lnTo>
                  <a:lnTo>
                    <a:pt x="11508" y="117"/>
                  </a:lnTo>
                  <a:lnTo>
                    <a:pt x="11469" y="233"/>
                  </a:lnTo>
                  <a:lnTo>
                    <a:pt x="11469" y="310"/>
                  </a:lnTo>
                  <a:lnTo>
                    <a:pt x="11508" y="426"/>
                  </a:lnTo>
                  <a:lnTo>
                    <a:pt x="11585" y="580"/>
                  </a:lnTo>
                  <a:lnTo>
                    <a:pt x="11624" y="773"/>
                  </a:lnTo>
                  <a:lnTo>
                    <a:pt x="11585" y="966"/>
                  </a:lnTo>
                  <a:lnTo>
                    <a:pt x="11508" y="1121"/>
                  </a:lnTo>
                  <a:lnTo>
                    <a:pt x="11392" y="1275"/>
                  </a:lnTo>
                  <a:lnTo>
                    <a:pt x="11276" y="1430"/>
                  </a:lnTo>
                  <a:lnTo>
                    <a:pt x="10929" y="1739"/>
                  </a:lnTo>
                  <a:lnTo>
                    <a:pt x="10504" y="2009"/>
                  </a:lnTo>
                  <a:lnTo>
                    <a:pt x="10079" y="2241"/>
                  </a:lnTo>
                  <a:lnTo>
                    <a:pt x="9423" y="2588"/>
                  </a:lnTo>
                  <a:lnTo>
                    <a:pt x="9037" y="2781"/>
                  </a:lnTo>
                  <a:lnTo>
                    <a:pt x="9037" y="2704"/>
                  </a:lnTo>
                  <a:lnTo>
                    <a:pt x="8960" y="2627"/>
                  </a:lnTo>
                  <a:lnTo>
                    <a:pt x="8496" y="2202"/>
                  </a:lnTo>
                  <a:lnTo>
                    <a:pt x="8110" y="1700"/>
                  </a:lnTo>
                  <a:lnTo>
                    <a:pt x="7840" y="1893"/>
                  </a:lnTo>
                  <a:lnTo>
                    <a:pt x="7994" y="2202"/>
                  </a:lnTo>
                  <a:lnTo>
                    <a:pt x="8187" y="2511"/>
                  </a:lnTo>
                  <a:lnTo>
                    <a:pt x="8419" y="2781"/>
                  </a:lnTo>
                  <a:lnTo>
                    <a:pt x="8651" y="2974"/>
                  </a:lnTo>
                  <a:lnTo>
                    <a:pt x="7608" y="3515"/>
                  </a:lnTo>
                  <a:lnTo>
                    <a:pt x="6565" y="3978"/>
                  </a:lnTo>
                  <a:lnTo>
                    <a:pt x="5252" y="4519"/>
                  </a:lnTo>
                  <a:lnTo>
                    <a:pt x="3940" y="4982"/>
                  </a:lnTo>
                  <a:lnTo>
                    <a:pt x="3669" y="5059"/>
                  </a:lnTo>
                  <a:lnTo>
                    <a:pt x="3708" y="4712"/>
                  </a:lnTo>
                  <a:lnTo>
                    <a:pt x="3631" y="4364"/>
                  </a:lnTo>
                  <a:lnTo>
                    <a:pt x="3515" y="4055"/>
                  </a:lnTo>
                  <a:lnTo>
                    <a:pt x="3322" y="3708"/>
                  </a:lnTo>
                  <a:lnTo>
                    <a:pt x="3013" y="3901"/>
                  </a:lnTo>
                  <a:lnTo>
                    <a:pt x="3129" y="4171"/>
                  </a:lnTo>
                  <a:lnTo>
                    <a:pt x="3206" y="4442"/>
                  </a:lnTo>
                  <a:lnTo>
                    <a:pt x="3245" y="4866"/>
                  </a:lnTo>
                  <a:lnTo>
                    <a:pt x="3245" y="5253"/>
                  </a:lnTo>
                  <a:lnTo>
                    <a:pt x="2356" y="5523"/>
                  </a:lnTo>
                  <a:lnTo>
                    <a:pt x="1893" y="5639"/>
                  </a:lnTo>
                  <a:lnTo>
                    <a:pt x="1430" y="5677"/>
                  </a:lnTo>
                  <a:lnTo>
                    <a:pt x="1043" y="5716"/>
                  </a:lnTo>
                  <a:lnTo>
                    <a:pt x="850" y="5716"/>
                  </a:lnTo>
                  <a:lnTo>
                    <a:pt x="696" y="5677"/>
                  </a:lnTo>
                  <a:lnTo>
                    <a:pt x="580" y="5600"/>
                  </a:lnTo>
                  <a:lnTo>
                    <a:pt x="464" y="5523"/>
                  </a:lnTo>
                  <a:lnTo>
                    <a:pt x="387" y="5407"/>
                  </a:lnTo>
                  <a:lnTo>
                    <a:pt x="348" y="5291"/>
                  </a:lnTo>
                  <a:lnTo>
                    <a:pt x="310" y="5214"/>
                  </a:lnTo>
                  <a:lnTo>
                    <a:pt x="271" y="5175"/>
                  </a:lnTo>
                  <a:lnTo>
                    <a:pt x="155" y="5137"/>
                  </a:lnTo>
                  <a:lnTo>
                    <a:pt x="78" y="5175"/>
                  </a:lnTo>
                  <a:lnTo>
                    <a:pt x="39" y="5214"/>
                  </a:lnTo>
                  <a:lnTo>
                    <a:pt x="1" y="5291"/>
                  </a:lnTo>
                  <a:lnTo>
                    <a:pt x="1" y="5446"/>
                  </a:lnTo>
                  <a:lnTo>
                    <a:pt x="39" y="5600"/>
                  </a:lnTo>
                  <a:lnTo>
                    <a:pt x="78" y="5755"/>
                  </a:lnTo>
                  <a:lnTo>
                    <a:pt x="155" y="5870"/>
                  </a:lnTo>
                  <a:lnTo>
                    <a:pt x="233" y="5948"/>
                  </a:lnTo>
                  <a:lnTo>
                    <a:pt x="310" y="6025"/>
                  </a:lnTo>
                  <a:lnTo>
                    <a:pt x="541" y="6141"/>
                  </a:lnTo>
                  <a:lnTo>
                    <a:pt x="812" y="6179"/>
                  </a:lnTo>
                  <a:lnTo>
                    <a:pt x="1121" y="6218"/>
                  </a:lnTo>
                  <a:lnTo>
                    <a:pt x="1430" y="6179"/>
                  </a:lnTo>
                  <a:lnTo>
                    <a:pt x="1700" y="6141"/>
                  </a:lnTo>
                  <a:lnTo>
                    <a:pt x="2897" y="5832"/>
                  </a:lnTo>
                  <a:lnTo>
                    <a:pt x="4094" y="5446"/>
                  </a:lnTo>
                  <a:lnTo>
                    <a:pt x="5291" y="5021"/>
                  </a:lnTo>
                  <a:lnTo>
                    <a:pt x="6450" y="4557"/>
                  </a:lnTo>
                  <a:lnTo>
                    <a:pt x="7531" y="4094"/>
                  </a:lnTo>
                  <a:lnTo>
                    <a:pt x="8573" y="3592"/>
                  </a:lnTo>
                  <a:lnTo>
                    <a:pt x="9616" y="3052"/>
                  </a:lnTo>
                  <a:lnTo>
                    <a:pt x="10620" y="2472"/>
                  </a:lnTo>
                  <a:lnTo>
                    <a:pt x="10929" y="2279"/>
                  </a:lnTo>
                  <a:lnTo>
                    <a:pt x="11276" y="2048"/>
                  </a:lnTo>
                  <a:lnTo>
                    <a:pt x="11547" y="1777"/>
                  </a:lnTo>
                  <a:lnTo>
                    <a:pt x="11817" y="1507"/>
                  </a:lnTo>
                  <a:lnTo>
                    <a:pt x="12010" y="1198"/>
                  </a:lnTo>
                  <a:lnTo>
                    <a:pt x="12049" y="1044"/>
                  </a:lnTo>
                  <a:lnTo>
                    <a:pt x="12087" y="889"/>
                  </a:lnTo>
                  <a:lnTo>
                    <a:pt x="12087" y="696"/>
                  </a:lnTo>
                  <a:lnTo>
                    <a:pt x="12049" y="503"/>
                  </a:lnTo>
                  <a:lnTo>
                    <a:pt x="12010" y="310"/>
                  </a:lnTo>
                  <a:lnTo>
                    <a:pt x="11894" y="117"/>
                  </a:lnTo>
                  <a:lnTo>
                    <a:pt x="11817" y="40"/>
                  </a:lnTo>
                  <a:lnTo>
                    <a:pt x="1174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19"/>
            <p:cNvSpPr/>
            <p:nvPr/>
          </p:nvSpPr>
          <p:spPr>
            <a:xfrm>
              <a:off x="6274575" y="3873525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19"/>
            <p:cNvSpPr/>
            <p:nvPr/>
          </p:nvSpPr>
          <p:spPr>
            <a:xfrm>
              <a:off x="6223425" y="3874500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19"/>
            <p:cNvSpPr/>
            <p:nvPr/>
          </p:nvSpPr>
          <p:spPr>
            <a:xfrm>
              <a:off x="1572250" y="3880275"/>
              <a:ext cx="267450" cy="210475"/>
            </a:xfrm>
            <a:custGeom>
              <a:avLst/>
              <a:gdLst/>
              <a:ahLst/>
              <a:cxnLst/>
              <a:rect l="l" t="t" r="r" b="b"/>
              <a:pathLst>
                <a:path w="10698" h="8419" extrusionOk="0">
                  <a:moveTo>
                    <a:pt x="155" y="1"/>
                  </a:moveTo>
                  <a:lnTo>
                    <a:pt x="1" y="233"/>
                  </a:lnTo>
                  <a:lnTo>
                    <a:pt x="1391" y="1314"/>
                  </a:lnTo>
                  <a:lnTo>
                    <a:pt x="2781" y="2395"/>
                  </a:lnTo>
                  <a:lnTo>
                    <a:pt x="4210" y="3476"/>
                  </a:lnTo>
                  <a:lnTo>
                    <a:pt x="5600" y="4596"/>
                  </a:lnTo>
                  <a:lnTo>
                    <a:pt x="6951" y="5677"/>
                  </a:lnTo>
                  <a:lnTo>
                    <a:pt x="8303" y="6797"/>
                  </a:lnTo>
                  <a:lnTo>
                    <a:pt x="9616" y="7917"/>
                  </a:lnTo>
                  <a:lnTo>
                    <a:pt x="9963" y="8226"/>
                  </a:lnTo>
                  <a:lnTo>
                    <a:pt x="10118" y="8342"/>
                  </a:lnTo>
                  <a:lnTo>
                    <a:pt x="10311" y="8419"/>
                  </a:lnTo>
                  <a:lnTo>
                    <a:pt x="10658" y="8380"/>
                  </a:lnTo>
                  <a:lnTo>
                    <a:pt x="10697" y="8264"/>
                  </a:lnTo>
                  <a:lnTo>
                    <a:pt x="10697" y="8149"/>
                  </a:lnTo>
                  <a:lnTo>
                    <a:pt x="10658" y="8033"/>
                  </a:lnTo>
                  <a:lnTo>
                    <a:pt x="10658" y="7994"/>
                  </a:lnTo>
                  <a:lnTo>
                    <a:pt x="10311" y="7917"/>
                  </a:lnTo>
                  <a:lnTo>
                    <a:pt x="10002" y="6952"/>
                  </a:lnTo>
                  <a:lnTo>
                    <a:pt x="9654" y="5986"/>
                  </a:lnTo>
                  <a:lnTo>
                    <a:pt x="8882" y="4094"/>
                  </a:lnTo>
                  <a:lnTo>
                    <a:pt x="8380" y="2781"/>
                  </a:lnTo>
                  <a:lnTo>
                    <a:pt x="7994" y="2936"/>
                  </a:lnTo>
                  <a:lnTo>
                    <a:pt x="8419" y="3940"/>
                  </a:lnTo>
                  <a:lnTo>
                    <a:pt x="9037" y="5677"/>
                  </a:lnTo>
                  <a:lnTo>
                    <a:pt x="9346" y="6565"/>
                  </a:lnTo>
                  <a:lnTo>
                    <a:pt x="9654" y="7415"/>
                  </a:lnTo>
                  <a:lnTo>
                    <a:pt x="9230" y="7029"/>
                  </a:lnTo>
                  <a:lnTo>
                    <a:pt x="7994" y="5986"/>
                  </a:lnTo>
                  <a:lnTo>
                    <a:pt x="6720" y="4905"/>
                  </a:lnTo>
                  <a:lnTo>
                    <a:pt x="5407" y="3862"/>
                  </a:lnTo>
                  <a:lnTo>
                    <a:pt x="4133" y="2858"/>
                  </a:lnTo>
                  <a:lnTo>
                    <a:pt x="2820" y="1854"/>
                  </a:lnTo>
                  <a:lnTo>
                    <a:pt x="1507" y="928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19"/>
            <p:cNvSpPr/>
            <p:nvPr/>
          </p:nvSpPr>
          <p:spPr>
            <a:xfrm>
              <a:off x="4538850" y="3913100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3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3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6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1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0"/>
                  </a:lnTo>
                  <a:lnTo>
                    <a:pt x="9268" y="8921"/>
                  </a:lnTo>
                  <a:lnTo>
                    <a:pt x="9036" y="9152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2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6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4"/>
                  </a:lnTo>
                  <a:lnTo>
                    <a:pt x="695" y="734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1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3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5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49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2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4"/>
                  </a:lnTo>
                  <a:lnTo>
                    <a:pt x="7762" y="9654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8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5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7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1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39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3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6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19"/>
            <p:cNvSpPr/>
            <p:nvPr/>
          </p:nvSpPr>
          <p:spPr>
            <a:xfrm>
              <a:off x="6161625" y="3921800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5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3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3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19"/>
            <p:cNvSpPr/>
            <p:nvPr/>
          </p:nvSpPr>
          <p:spPr>
            <a:xfrm>
              <a:off x="7032400" y="3923725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6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8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6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19"/>
            <p:cNvSpPr/>
            <p:nvPr/>
          </p:nvSpPr>
          <p:spPr>
            <a:xfrm>
              <a:off x="6167425" y="3927575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1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19"/>
            <p:cNvSpPr/>
            <p:nvPr/>
          </p:nvSpPr>
          <p:spPr>
            <a:xfrm>
              <a:off x="1394625" y="3943025"/>
              <a:ext cx="74350" cy="103325"/>
            </a:xfrm>
            <a:custGeom>
              <a:avLst/>
              <a:gdLst/>
              <a:ahLst/>
              <a:cxnLst/>
              <a:rect l="l" t="t" r="r" b="b"/>
              <a:pathLst>
                <a:path w="2974" h="4133" extrusionOk="0">
                  <a:moveTo>
                    <a:pt x="116" y="1"/>
                  </a:moveTo>
                  <a:lnTo>
                    <a:pt x="1" y="39"/>
                  </a:lnTo>
                  <a:lnTo>
                    <a:pt x="1" y="78"/>
                  </a:lnTo>
                  <a:lnTo>
                    <a:pt x="271" y="928"/>
                  </a:lnTo>
                  <a:lnTo>
                    <a:pt x="580" y="1738"/>
                  </a:lnTo>
                  <a:lnTo>
                    <a:pt x="927" y="2549"/>
                  </a:lnTo>
                  <a:lnTo>
                    <a:pt x="1275" y="3283"/>
                  </a:lnTo>
                  <a:lnTo>
                    <a:pt x="1507" y="3669"/>
                  </a:lnTo>
                  <a:lnTo>
                    <a:pt x="1661" y="3824"/>
                  </a:lnTo>
                  <a:lnTo>
                    <a:pt x="1854" y="3978"/>
                  </a:lnTo>
                  <a:lnTo>
                    <a:pt x="2009" y="4055"/>
                  </a:lnTo>
                  <a:lnTo>
                    <a:pt x="2240" y="4133"/>
                  </a:lnTo>
                  <a:lnTo>
                    <a:pt x="2433" y="4094"/>
                  </a:lnTo>
                  <a:lnTo>
                    <a:pt x="2665" y="4017"/>
                  </a:lnTo>
                  <a:lnTo>
                    <a:pt x="2781" y="3862"/>
                  </a:lnTo>
                  <a:lnTo>
                    <a:pt x="2897" y="3708"/>
                  </a:lnTo>
                  <a:lnTo>
                    <a:pt x="2935" y="3515"/>
                  </a:lnTo>
                  <a:lnTo>
                    <a:pt x="2974" y="3360"/>
                  </a:lnTo>
                  <a:lnTo>
                    <a:pt x="2935" y="3129"/>
                  </a:lnTo>
                  <a:lnTo>
                    <a:pt x="2897" y="2936"/>
                  </a:lnTo>
                  <a:lnTo>
                    <a:pt x="2819" y="2588"/>
                  </a:lnTo>
                  <a:lnTo>
                    <a:pt x="2588" y="2627"/>
                  </a:lnTo>
                  <a:lnTo>
                    <a:pt x="2665" y="2974"/>
                  </a:lnTo>
                  <a:lnTo>
                    <a:pt x="2704" y="3129"/>
                  </a:lnTo>
                  <a:lnTo>
                    <a:pt x="2665" y="3283"/>
                  </a:lnTo>
                  <a:lnTo>
                    <a:pt x="2433" y="3399"/>
                  </a:lnTo>
                  <a:lnTo>
                    <a:pt x="2202" y="3476"/>
                  </a:lnTo>
                  <a:lnTo>
                    <a:pt x="2009" y="3515"/>
                  </a:lnTo>
                  <a:lnTo>
                    <a:pt x="1854" y="3476"/>
                  </a:lnTo>
                  <a:lnTo>
                    <a:pt x="1700" y="3438"/>
                  </a:lnTo>
                  <a:lnTo>
                    <a:pt x="1584" y="3322"/>
                  </a:lnTo>
                  <a:lnTo>
                    <a:pt x="1507" y="3167"/>
                  </a:lnTo>
                  <a:lnTo>
                    <a:pt x="1468" y="2974"/>
                  </a:lnTo>
                  <a:lnTo>
                    <a:pt x="1352" y="2704"/>
                  </a:lnTo>
                  <a:lnTo>
                    <a:pt x="889" y="1623"/>
                  </a:lnTo>
                  <a:lnTo>
                    <a:pt x="541" y="812"/>
                  </a:lnTo>
                  <a:lnTo>
                    <a:pt x="348" y="426"/>
                  </a:lnTo>
                  <a:lnTo>
                    <a:pt x="155" y="39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19"/>
            <p:cNvSpPr/>
            <p:nvPr/>
          </p:nvSpPr>
          <p:spPr>
            <a:xfrm>
              <a:off x="2923775" y="3946900"/>
              <a:ext cx="335975" cy="782925"/>
            </a:xfrm>
            <a:custGeom>
              <a:avLst/>
              <a:gdLst/>
              <a:ahLst/>
              <a:cxnLst/>
              <a:rect l="l" t="t" r="r" b="b"/>
              <a:pathLst>
                <a:path w="13439" h="31317" extrusionOk="0">
                  <a:moveTo>
                    <a:pt x="6488" y="386"/>
                  </a:moveTo>
                  <a:lnTo>
                    <a:pt x="6526" y="464"/>
                  </a:lnTo>
                  <a:lnTo>
                    <a:pt x="7144" y="2008"/>
                  </a:lnTo>
                  <a:lnTo>
                    <a:pt x="7685" y="3553"/>
                  </a:lnTo>
                  <a:lnTo>
                    <a:pt x="8226" y="5136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1"/>
                  </a:lnTo>
                  <a:lnTo>
                    <a:pt x="7530" y="7337"/>
                  </a:lnTo>
                  <a:lnTo>
                    <a:pt x="7222" y="7453"/>
                  </a:lnTo>
                  <a:lnTo>
                    <a:pt x="6913" y="7530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0"/>
                  </a:lnTo>
                  <a:lnTo>
                    <a:pt x="5522" y="7492"/>
                  </a:lnTo>
                  <a:lnTo>
                    <a:pt x="4866" y="7337"/>
                  </a:lnTo>
                  <a:lnTo>
                    <a:pt x="4210" y="7105"/>
                  </a:lnTo>
                  <a:lnTo>
                    <a:pt x="3592" y="6874"/>
                  </a:lnTo>
                  <a:lnTo>
                    <a:pt x="3862" y="6024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3"/>
                  </a:lnTo>
                  <a:lnTo>
                    <a:pt x="5214" y="2742"/>
                  </a:lnTo>
                  <a:lnTo>
                    <a:pt x="5600" y="1931"/>
                  </a:lnTo>
                  <a:lnTo>
                    <a:pt x="6024" y="1159"/>
                  </a:lnTo>
                  <a:lnTo>
                    <a:pt x="6488" y="386"/>
                  </a:lnTo>
                  <a:close/>
                  <a:moveTo>
                    <a:pt x="8805" y="7028"/>
                  </a:moveTo>
                  <a:lnTo>
                    <a:pt x="9230" y="8418"/>
                  </a:lnTo>
                  <a:lnTo>
                    <a:pt x="9577" y="9847"/>
                  </a:lnTo>
                  <a:lnTo>
                    <a:pt x="9847" y="11083"/>
                  </a:lnTo>
                  <a:lnTo>
                    <a:pt x="10079" y="12357"/>
                  </a:lnTo>
                  <a:lnTo>
                    <a:pt x="10233" y="13631"/>
                  </a:lnTo>
                  <a:lnTo>
                    <a:pt x="10388" y="14906"/>
                  </a:lnTo>
                  <a:lnTo>
                    <a:pt x="10465" y="16180"/>
                  </a:lnTo>
                  <a:lnTo>
                    <a:pt x="10504" y="16836"/>
                  </a:lnTo>
                  <a:lnTo>
                    <a:pt x="10504" y="17493"/>
                  </a:lnTo>
                  <a:lnTo>
                    <a:pt x="10504" y="18188"/>
                  </a:lnTo>
                  <a:lnTo>
                    <a:pt x="10427" y="18844"/>
                  </a:lnTo>
                  <a:lnTo>
                    <a:pt x="10311" y="19462"/>
                  </a:lnTo>
                  <a:lnTo>
                    <a:pt x="10118" y="20080"/>
                  </a:lnTo>
                  <a:lnTo>
                    <a:pt x="9886" y="20659"/>
                  </a:lnTo>
                  <a:lnTo>
                    <a:pt x="9538" y="21161"/>
                  </a:lnTo>
                  <a:lnTo>
                    <a:pt x="9384" y="21393"/>
                  </a:lnTo>
                  <a:lnTo>
                    <a:pt x="9152" y="21586"/>
                  </a:lnTo>
                  <a:lnTo>
                    <a:pt x="8959" y="21779"/>
                  </a:lnTo>
                  <a:lnTo>
                    <a:pt x="8728" y="21972"/>
                  </a:lnTo>
                  <a:lnTo>
                    <a:pt x="8496" y="22127"/>
                  </a:lnTo>
                  <a:lnTo>
                    <a:pt x="8226" y="22242"/>
                  </a:lnTo>
                  <a:lnTo>
                    <a:pt x="7955" y="22358"/>
                  </a:lnTo>
                  <a:lnTo>
                    <a:pt x="7685" y="22435"/>
                  </a:lnTo>
                  <a:lnTo>
                    <a:pt x="7415" y="22474"/>
                  </a:lnTo>
                  <a:lnTo>
                    <a:pt x="6797" y="22474"/>
                  </a:lnTo>
                  <a:lnTo>
                    <a:pt x="6488" y="22435"/>
                  </a:lnTo>
                  <a:lnTo>
                    <a:pt x="5909" y="22281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4"/>
                  </a:lnTo>
                  <a:lnTo>
                    <a:pt x="4094" y="20929"/>
                  </a:lnTo>
                  <a:lnTo>
                    <a:pt x="3785" y="20466"/>
                  </a:lnTo>
                  <a:lnTo>
                    <a:pt x="3476" y="19964"/>
                  </a:lnTo>
                  <a:lnTo>
                    <a:pt x="3244" y="19424"/>
                  </a:lnTo>
                  <a:lnTo>
                    <a:pt x="3051" y="18883"/>
                  </a:lnTo>
                  <a:lnTo>
                    <a:pt x="2897" y="18342"/>
                  </a:lnTo>
                  <a:lnTo>
                    <a:pt x="2781" y="17802"/>
                  </a:lnTo>
                  <a:lnTo>
                    <a:pt x="2704" y="17222"/>
                  </a:lnTo>
                  <a:lnTo>
                    <a:pt x="2588" y="16103"/>
                  </a:lnTo>
                  <a:lnTo>
                    <a:pt x="2511" y="14944"/>
                  </a:lnTo>
                  <a:lnTo>
                    <a:pt x="2511" y="13747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2"/>
                  </a:lnTo>
                  <a:lnTo>
                    <a:pt x="3128" y="8689"/>
                  </a:lnTo>
                  <a:lnTo>
                    <a:pt x="3283" y="7916"/>
                  </a:lnTo>
                  <a:lnTo>
                    <a:pt x="3515" y="7183"/>
                  </a:lnTo>
                  <a:lnTo>
                    <a:pt x="4132" y="7453"/>
                  </a:lnTo>
                  <a:lnTo>
                    <a:pt x="4827" y="7685"/>
                  </a:lnTo>
                  <a:lnTo>
                    <a:pt x="5522" y="7839"/>
                  </a:lnTo>
                  <a:lnTo>
                    <a:pt x="5909" y="7916"/>
                  </a:lnTo>
                  <a:lnTo>
                    <a:pt x="6256" y="7916"/>
                  </a:lnTo>
                  <a:lnTo>
                    <a:pt x="6604" y="7955"/>
                  </a:lnTo>
                  <a:lnTo>
                    <a:pt x="6990" y="7916"/>
                  </a:lnTo>
                  <a:lnTo>
                    <a:pt x="7299" y="7878"/>
                  </a:lnTo>
                  <a:lnTo>
                    <a:pt x="7646" y="7762"/>
                  </a:lnTo>
                  <a:lnTo>
                    <a:pt x="7955" y="7646"/>
                  </a:lnTo>
                  <a:lnTo>
                    <a:pt x="8264" y="7492"/>
                  </a:lnTo>
                  <a:lnTo>
                    <a:pt x="8573" y="7260"/>
                  </a:lnTo>
                  <a:lnTo>
                    <a:pt x="8805" y="7028"/>
                  </a:lnTo>
                  <a:close/>
                  <a:moveTo>
                    <a:pt x="8650" y="22474"/>
                  </a:moveTo>
                  <a:lnTo>
                    <a:pt x="8766" y="22822"/>
                  </a:lnTo>
                  <a:lnTo>
                    <a:pt x="8921" y="23169"/>
                  </a:lnTo>
                  <a:lnTo>
                    <a:pt x="8496" y="23401"/>
                  </a:lnTo>
                  <a:lnTo>
                    <a:pt x="8071" y="23555"/>
                  </a:lnTo>
                  <a:lnTo>
                    <a:pt x="7608" y="23633"/>
                  </a:lnTo>
                  <a:lnTo>
                    <a:pt x="7144" y="23671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2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4"/>
                  </a:lnTo>
                  <a:lnTo>
                    <a:pt x="5870" y="22629"/>
                  </a:lnTo>
                  <a:lnTo>
                    <a:pt x="6256" y="22783"/>
                  </a:lnTo>
                  <a:lnTo>
                    <a:pt x="6681" y="22860"/>
                  </a:lnTo>
                  <a:lnTo>
                    <a:pt x="7067" y="22899"/>
                  </a:lnTo>
                  <a:lnTo>
                    <a:pt x="7453" y="22860"/>
                  </a:lnTo>
                  <a:lnTo>
                    <a:pt x="7878" y="22822"/>
                  </a:lnTo>
                  <a:lnTo>
                    <a:pt x="8264" y="22667"/>
                  </a:lnTo>
                  <a:lnTo>
                    <a:pt x="8650" y="22474"/>
                  </a:lnTo>
                  <a:close/>
                  <a:moveTo>
                    <a:pt x="10890" y="16798"/>
                  </a:moveTo>
                  <a:lnTo>
                    <a:pt x="11392" y="17261"/>
                  </a:lnTo>
                  <a:lnTo>
                    <a:pt x="11933" y="17647"/>
                  </a:lnTo>
                  <a:lnTo>
                    <a:pt x="12512" y="18033"/>
                  </a:lnTo>
                  <a:lnTo>
                    <a:pt x="13091" y="18342"/>
                  </a:lnTo>
                  <a:lnTo>
                    <a:pt x="12937" y="19771"/>
                  </a:lnTo>
                  <a:lnTo>
                    <a:pt x="12821" y="21238"/>
                  </a:lnTo>
                  <a:lnTo>
                    <a:pt x="12705" y="24212"/>
                  </a:lnTo>
                  <a:lnTo>
                    <a:pt x="11894" y="23594"/>
                  </a:lnTo>
                  <a:lnTo>
                    <a:pt x="11044" y="23015"/>
                  </a:lnTo>
                  <a:lnTo>
                    <a:pt x="10813" y="22860"/>
                  </a:lnTo>
                  <a:lnTo>
                    <a:pt x="10620" y="22667"/>
                  </a:lnTo>
                  <a:lnTo>
                    <a:pt x="10581" y="22590"/>
                  </a:lnTo>
                  <a:lnTo>
                    <a:pt x="10542" y="22435"/>
                  </a:lnTo>
                  <a:lnTo>
                    <a:pt x="10542" y="22127"/>
                  </a:lnTo>
                  <a:lnTo>
                    <a:pt x="10542" y="21393"/>
                  </a:lnTo>
                  <a:lnTo>
                    <a:pt x="10504" y="20659"/>
                  </a:lnTo>
                  <a:lnTo>
                    <a:pt x="10504" y="20582"/>
                  </a:lnTo>
                  <a:lnTo>
                    <a:pt x="10465" y="20543"/>
                  </a:lnTo>
                  <a:lnTo>
                    <a:pt x="10388" y="20466"/>
                  </a:lnTo>
                  <a:lnTo>
                    <a:pt x="10542" y="19964"/>
                  </a:lnTo>
                  <a:lnTo>
                    <a:pt x="10697" y="19424"/>
                  </a:lnTo>
                  <a:lnTo>
                    <a:pt x="10774" y="18883"/>
                  </a:lnTo>
                  <a:lnTo>
                    <a:pt x="10851" y="18304"/>
                  </a:lnTo>
                  <a:lnTo>
                    <a:pt x="10890" y="17570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4"/>
                  </a:lnTo>
                  <a:lnTo>
                    <a:pt x="6140" y="23826"/>
                  </a:lnTo>
                  <a:lnTo>
                    <a:pt x="6642" y="23941"/>
                  </a:lnTo>
                  <a:lnTo>
                    <a:pt x="7144" y="23980"/>
                  </a:lnTo>
                  <a:lnTo>
                    <a:pt x="7646" y="23980"/>
                  </a:lnTo>
                  <a:lnTo>
                    <a:pt x="8148" y="23864"/>
                  </a:lnTo>
                  <a:lnTo>
                    <a:pt x="8612" y="23710"/>
                  </a:lnTo>
                  <a:lnTo>
                    <a:pt x="9075" y="23439"/>
                  </a:lnTo>
                  <a:lnTo>
                    <a:pt x="9384" y="23903"/>
                  </a:lnTo>
                  <a:lnTo>
                    <a:pt x="8843" y="24173"/>
                  </a:lnTo>
                  <a:lnTo>
                    <a:pt x="8303" y="24366"/>
                  </a:lnTo>
                  <a:lnTo>
                    <a:pt x="7762" y="24482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3"/>
                  </a:lnTo>
                  <a:lnTo>
                    <a:pt x="5561" y="24289"/>
                  </a:lnTo>
                  <a:lnTo>
                    <a:pt x="4982" y="24096"/>
                  </a:lnTo>
                  <a:lnTo>
                    <a:pt x="5059" y="23903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7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2"/>
                  </a:lnTo>
                  <a:lnTo>
                    <a:pt x="2974" y="19771"/>
                  </a:lnTo>
                  <a:lnTo>
                    <a:pt x="3244" y="20312"/>
                  </a:lnTo>
                  <a:lnTo>
                    <a:pt x="3244" y="20350"/>
                  </a:lnTo>
                  <a:lnTo>
                    <a:pt x="3206" y="21200"/>
                  </a:lnTo>
                  <a:lnTo>
                    <a:pt x="3244" y="22049"/>
                  </a:lnTo>
                  <a:lnTo>
                    <a:pt x="3283" y="22358"/>
                  </a:lnTo>
                  <a:lnTo>
                    <a:pt x="3321" y="22706"/>
                  </a:lnTo>
                  <a:lnTo>
                    <a:pt x="3321" y="23053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8"/>
                  </a:lnTo>
                  <a:lnTo>
                    <a:pt x="3051" y="23633"/>
                  </a:lnTo>
                  <a:lnTo>
                    <a:pt x="2704" y="23903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5"/>
                  </a:lnTo>
                  <a:lnTo>
                    <a:pt x="850" y="23941"/>
                  </a:lnTo>
                  <a:lnTo>
                    <a:pt x="811" y="23169"/>
                  </a:lnTo>
                  <a:lnTo>
                    <a:pt x="773" y="22435"/>
                  </a:lnTo>
                  <a:lnTo>
                    <a:pt x="657" y="21238"/>
                  </a:lnTo>
                  <a:lnTo>
                    <a:pt x="503" y="20466"/>
                  </a:lnTo>
                  <a:lnTo>
                    <a:pt x="425" y="20080"/>
                  </a:lnTo>
                  <a:lnTo>
                    <a:pt x="464" y="19694"/>
                  </a:lnTo>
                  <a:lnTo>
                    <a:pt x="503" y="19655"/>
                  </a:lnTo>
                  <a:lnTo>
                    <a:pt x="541" y="19578"/>
                  </a:lnTo>
                  <a:lnTo>
                    <a:pt x="541" y="19539"/>
                  </a:lnTo>
                  <a:lnTo>
                    <a:pt x="541" y="19462"/>
                  </a:lnTo>
                  <a:lnTo>
                    <a:pt x="1429" y="18420"/>
                  </a:lnTo>
                  <a:lnTo>
                    <a:pt x="2356" y="17377"/>
                  </a:lnTo>
                  <a:close/>
                  <a:moveTo>
                    <a:pt x="8148" y="24830"/>
                  </a:moveTo>
                  <a:lnTo>
                    <a:pt x="8148" y="25061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7"/>
                  </a:lnTo>
                  <a:lnTo>
                    <a:pt x="7878" y="25216"/>
                  </a:lnTo>
                  <a:lnTo>
                    <a:pt x="7839" y="25293"/>
                  </a:lnTo>
                  <a:lnTo>
                    <a:pt x="7839" y="25370"/>
                  </a:lnTo>
                  <a:lnTo>
                    <a:pt x="7994" y="25872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59"/>
                  </a:lnTo>
                  <a:lnTo>
                    <a:pt x="8148" y="28961"/>
                  </a:lnTo>
                  <a:lnTo>
                    <a:pt x="8071" y="29502"/>
                  </a:lnTo>
                  <a:lnTo>
                    <a:pt x="7762" y="29193"/>
                  </a:lnTo>
                  <a:lnTo>
                    <a:pt x="7453" y="28884"/>
                  </a:lnTo>
                  <a:lnTo>
                    <a:pt x="7260" y="28537"/>
                  </a:lnTo>
                  <a:lnTo>
                    <a:pt x="7067" y="28189"/>
                  </a:lnTo>
                  <a:lnTo>
                    <a:pt x="6951" y="27803"/>
                  </a:lnTo>
                  <a:lnTo>
                    <a:pt x="6874" y="27417"/>
                  </a:lnTo>
                  <a:lnTo>
                    <a:pt x="6835" y="26953"/>
                  </a:lnTo>
                  <a:lnTo>
                    <a:pt x="6835" y="26490"/>
                  </a:lnTo>
                  <a:lnTo>
                    <a:pt x="6874" y="26104"/>
                  </a:lnTo>
                  <a:lnTo>
                    <a:pt x="6874" y="25756"/>
                  </a:lnTo>
                  <a:lnTo>
                    <a:pt x="6835" y="25602"/>
                  </a:lnTo>
                  <a:lnTo>
                    <a:pt x="6758" y="25486"/>
                  </a:lnTo>
                  <a:lnTo>
                    <a:pt x="6642" y="25370"/>
                  </a:lnTo>
                  <a:lnTo>
                    <a:pt x="6488" y="25293"/>
                  </a:lnTo>
                  <a:lnTo>
                    <a:pt x="6604" y="25100"/>
                  </a:lnTo>
                  <a:lnTo>
                    <a:pt x="6720" y="24984"/>
                  </a:lnTo>
                  <a:lnTo>
                    <a:pt x="7106" y="24984"/>
                  </a:lnTo>
                  <a:lnTo>
                    <a:pt x="7453" y="24945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4"/>
                  </a:lnTo>
                  <a:lnTo>
                    <a:pt x="9500" y="25409"/>
                  </a:lnTo>
                  <a:lnTo>
                    <a:pt x="9809" y="25795"/>
                  </a:lnTo>
                  <a:lnTo>
                    <a:pt x="10118" y="26258"/>
                  </a:lnTo>
                  <a:lnTo>
                    <a:pt x="9847" y="26220"/>
                  </a:lnTo>
                  <a:lnTo>
                    <a:pt x="9616" y="26104"/>
                  </a:lnTo>
                  <a:lnTo>
                    <a:pt x="9423" y="25949"/>
                  </a:lnTo>
                  <a:lnTo>
                    <a:pt x="9230" y="25756"/>
                  </a:lnTo>
                  <a:lnTo>
                    <a:pt x="9191" y="25679"/>
                  </a:lnTo>
                  <a:lnTo>
                    <a:pt x="8998" y="25679"/>
                  </a:lnTo>
                  <a:lnTo>
                    <a:pt x="8959" y="25718"/>
                  </a:lnTo>
                  <a:lnTo>
                    <a:pt x="8921" y="25795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0"/>
                  </a:lnTo>
                  <a:lnTo>
                    <a:pt x="9423" y="27069"/>
                  </a:lnTo>
                  <a:lnTo>
                    <a:pt x="9500" y="27378"/>
                  </a:lnTo>
                  <a:lnTo>
                    <a:pt x="9538" y="27687"/>
                  </a:lnTo>
                  <a:lnTo>
                    <a:pt x="9538" y="27996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79"/>
                  </a:lnTo>
                  <a:lnTo>
                    <a:pt x="9230" y="29888"/>
                  </a:lnTo>
                  <a:lnTo>
                    <a:pt x="9075" y="30158"/>
                  </a:lnTo>
                  <a:lnTo>
                    <a:pt x="8921" y="30429"/>
                  </a:lnTo>
                  <a:lnTo>
                    <a:pt x="8728" y="30660"/>
                  </a:lnTo>
                  <a:lnTo>
                    <a:pt x="8534" y="30776"/>
                  </a:lnTo>
                  <a:lnTo>
                    <a:pt x="8341" y="30853"/>
                  </a:lnTo>
                  <a:lnTo>
                    <a:pt x="8187" y="30853"/>
                  </a:lnTo>
                  <a:lnTo>
                    <a:pt x="7994" y="30776"/>
                  </a:lnTo>
                  <a:lnTo>
                    <a:pt x="7839" y="30699"/>
                  </a:lnTo>
                  <a:lnTo>
                    <a:pt x="7685" y="30583"/>
                  </a:lnTo>
                  <a:lnTo>
                    <a:pt x="7376" y="30274"/>
                  </a:lnTo>
                  <a:lnTo>
                    <a:pt x="6874" y="29772"/>
                  </a:lnTo>
                  <a:lnTo>
                    <a:pt x="6681" y="29502"/>
                  </a:lnTo>
                  <a:lnTo>
                    <a:pt x="6488" y="29193"/>
                  </a:lnTo>
                  <a:lnTo>
                    <a:pt x="6295" y="28846"/>
                  </a:lnTo>
                  <a:lnTo>
                    <a:pt x="6102" y="28459"/>
                  </a:lnTo>
                  <a:lnTo>
                    <a:pt x="5986" y="28073"/>
                  </a:lnTo>
                  <a:lnTo>
                    <a:pt x="5909" y="27687"/>
                  </a:lnTo>
                  <a:lnTo>
                    <a:pt x="5870" y="27262"/>
                  </a:lnTo>
                  <a:lnTo>
                    <a:pt x="5870" y="26876"/>
                  </a:lnTo>
                  <a:lnTo>
                    <a:pt x="5909" y="26490"/>
                  </a:lnTo>
                  <a:lnTo>
                    <a:pt x="6024" y="26065"/>
                  </a:lnTo>
                  <a:lnTo>
                    <a:pt x="6024" y="25949"/>
                  </a:lnTo>
                  <a:lnTo>
                    <a:pt x="5947" y="25911"/>
                  </a:lnTo>
                  <a:lnTo>
                    <a:pt x="5870" y="25872"/>
                  </a:lnTo>
                  <a:lnTo>
                    <a:pt x="5793" y="25872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7"/>
                  </a:lnTo>
                  <a:lnTo>
                    <a:pt x="5445" y="25100"/>
                  </a:lnTo>
                  <a:lnTo>
                    <a:pt x="5716" y="24752"/>
                  </a:lnTo>
                  <a:lnTo>
                    <a:pt x="6102" y="24868"/>
                  </a:lnTo>
                  <a:lnTo>
                    <a:pt x="6488" y="24945"/>
                  </a:lnTo>
                  <a:lnTo>
                    <a:pt x="6333" y="25100"/>
                  </a:lnTo>
                  <a:lnTo>
                    <a:pt x="6179" y="25293"/>
                  </a:lnTo>
                  <a:lnTo>
                    <a:pt x="6179" y="25370"/>
                  </a:lnTo>
                  <a:lnTo>
                    <a:pt x="6179" y="25447"/>
                  </a:lnTo>
                  <a:lnTo>
                    <a:pt x="6256" y="25486"/>
                  </a:lnTo>
                  <a:lnTo>
                    <a:pt x="6295" y="25486"/>
                  </a:lnTo>
                  <a:lnTo>
                    <a:pt x="6372" y="25525"/>
                  </a:lnTo>
                  <a:lnTo>
                    <a:pt x="6449" y="25602"/>
                  </a:lnTo>
                  <a:lnTo>
                    <a:pt x="6526" y="25795"/>
                  </a:lnTo>
                  <a:lnTo>
                    <a:pt x="6565" y="26104"/>
                  </a:lnTo>
                  <a:lnTo>
                    <a:pt x="6604" y="26451"/>
                  </a:lnTo>
                  <a:lnTo>
                    <a:pt x="6604" y="27146"/>
                  </a:lnTo>
                  <a:lnTo>
                    <a:pt x="6604" y="27610"/>
                  </a:lnTo>
                  <a:lnTo>
                    <a:pt x="6681" y="28073"/>
                  </a:lnTo>
                  <a:lnTo>
                    <a:pt x="6835" y="28498"/>
                  </a:lnTo>
                  <a:lnTo>
                    <a:pt x="7067" y="28923"/>
                  </a:lnTo>
                  <a:lnTo>
                    <a:pt x="7376" y="29309"/>
                  </a:lnTo>
                  <a:lnTo>
                    <a:pt x="7569" y="29463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49"/>
                  </a:lnTo>
                  <a:lnTo>
                    <a:pt x="8264" y="29849"/>
                  </a:lnTo>
                  <a:lnTo>
                    <a:pt x="8303" y="29811"/>
                  </a:lnTo>
                  <a:lnTo>
                    <a:pt x="8303" y="29734"/>
                  </a:lnTo>
                  <a:lnTo>
                    <a:pt x="8303" y="29695"/>
                  </a:lnTo>
                  <a:lnTo>
                    <a:pt x="8303" y="29656"/>
                  </a:lnTo>
                  <a:lnTo>
                    <a:pt x="8419" y="29154"/>
                  </a:lnTo>
                  <a:lnTo>
                    <a:pt x="8496" y="28614"/>
                  </a:lnTo>
                  <a:lnTo>
                    <a:pt x="8534" y="28112"/>
                  </a:lnTo>
                  <a:lnTo>
                    <a:pt x="8534" y="27571"/>
                  </a:lnTo>
                  <a:lnTo>
                    <a:pt x="8534" y="27069"/>
                  </a:lnTo>
                  <a:lnTo>
                    <a:pt x="8457" y="26567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6"/>
                  </a:lnTo>
                  <a:lnTo>
                    <a:pt x="8650" y="25409"/>
                  </a:lnTo>
                  <a:lnTo>
                    <a:pt x="8650" y="25370"/>
                  </a:lnTo>
                  <a:lnTo>
                    <a:pt x="8612" y="25293"/>
                  </a:lnTo>
                  <a:lnTo>
                    <a:pt x="8380" y="24791"/>
                  </a:lnTo>
                  <a:lnTo>
                    <a:pt x="8805" y="24637"/>
                  </a:lnTo>
                  <a:close/>
                  <a:moveTo>
                    <a:pt x="6449" y="0"/>
                  </a:moveTo>
                  <a:lnTo>
                    <a:pt x="6411" y="39"/>
                  </a:lnTo>
                  <a:lnTo>
                    <a:pt x="6411" y="116"/>
                  </a:lnTo>
                  <a:lnTo>
                    <a:pt x="6333" y="116"/>
                  </a:lnTo>
                  <a:lnTo>
                    <a:pt x="6295" y="193"/>
                  </a:lnTo>
                  <a:lnTo>
                    <a:pt x="5600" y="1275"/>
                  </a:lnTo>
                  <a:lnTo>
                    <a:pt x="4943" y="2433"/>
                  </a:lnTo>
                  <a:lnTo>
                    <a:pt x="4403" y="3591"/>
                  </a:lnTo>
                  <a:lnTo>
                    <a:pt x="3901" y="4827"/>
                  </a:lnTo>
                  <a:lnTo>
                    <a:pt x="3437" y="6063"/>
                  </a:lnTo>
                  <a:lnTo>
                    <a:pt x="3090" y="7298"/>
                  </a:lnTo>
                  <a:lnTo>
                    <a:pt x="2742" y="8573"/>
                  </a:lnTo>
                  <a:lnTo>
                    <a:pt x="2511" y="9847"/>
                  </a:lnTo>
                  <a:lnTo>
                    <a:pt x="2317" y="11160"/>
                  </a:lnTo>
                  <a:lnTo>
                    <a:pt x="2202" y="12473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8"/>
                  </a:lnTo>
                  <a:lnTo>
                    <a:pt x="541" y="18806"/>
                  </a:lnTo>
                  <a:lnTo>
                    <a:pt x="39" y="19462"/>
                  </a:lnTo>
                  <a:lnTo>
                    <a:pt x="1" y="19501"/>
                  </a:lnTo>
                  <a:lnTo>
                    <a:pt x="1" y="19578"/>
                  </a:lnTo>
                  <a:lnTo>
                    <a:pt x="78" y="19694"/>
                  </a:lnTo>
                  <a:lnTo>
                    <a:pt x="39" y="19964"/>
                  </a:lnTo>
                  <a:lnTo>
                    <a:pt x="39" y="20273"/>
                  </a:lnTo>
                  <a:lnTo>
                    <a:pt x="39" y="20543"/>
                  </a:lnTo>
                  <a:lnTo>
                    <a:pt x="78" y="20852"/>
                  </a:lnTo>
                  <a:lnTo>
                    <a:pt x="194" y="21431"/>
                  </a:lnTo>
                  <a:lnTo>
                    <a:pt x="309" y="22011"/>
                  </a:lnTo>
                  <a:lnTo>
                    <a:pt x="387" y="22899"/>
                  </a:lnTo>
                  <a:lnTo>
                    <a:pt x="425" y="23748"/>
                  </a:lnTo>
                  <a:lnTo>
                    <a:pt x="425" y="24637"/>
                  </a:lnTo>
                  <a:lnTo>
                    <a:pt x="387" y="25486"/>
                  </a:lnTo>
                  <a:lnTo>
                    <a:pt x="387" y="25602"/>
                  </a:lnTo>
                  <a:lnTo>
                    <a:pt x="464" y="25640"/>
                  </a:lnTo>
                  <a:lnTo>
                    <a:pt x="503" y="25679"/>
                  </a:lnTo>
                  <a:lnTo>
                    <a:pt x="580" y="25679"/>
                  </a:lnTo>
                  <a:lnTo>
                    <a:pt x="618" y="25756"/>
                  </a:lnTo>
                  <a:lnTo>
                    <a:pt x="696" y="25795"/>
                  </a:lnTo>
                  <a:lnTo>
                    <a:pt x="811" y="25795"/>
                  </a:lnTo>
                  <a:lnTo>
                    <a:pt x="1584" y="25254"/>
                  </a:lnTo>
                  <a:lnTo>
                    <a:pt x="2279" y="24714"/>
                  </a:lnTo>
                  <a:lnTo>
                    <a:pt x="3746" y="23594"/>
                  </a:lnTo>
                  <a:lnTo>
                    <a:pt x="3785" y="23478"/>
                  </a:lnTo>
                  <a:lnTo>
                    <a:pt x="3785" y="23362"/>
                  </a:lnTo>
                  <a:lnTo>
                    <a:pt x="3630" y="22088"/>
                  </a:lnTo>
                  <a:lnTo>
                    <a:pt x="3592" y="20814"/>
                  </a:lnTo>
                  <a:lnTo>
                    <a:pt x="3939" y="21277"/>
                  </a:lnTo>
                  <a:lnTo>
                    <a:pt x="4364" y="21663"/>
                  </a:lnTo>
                  <a:lnTo>
                    <a:pt x="4789" y="22049"/>
                  </a:lnTo>
                  <a:lnTo>
                    <a:pt x="5252" y="22358"/>
                  </a:lnTo>
                  <a:lnTo>
                    <a:pt x="5059" y="22744"/>
                  </a:lnTo>
                  <a:lnTo>
                    <a:pt x="4866" y="23169"/>
                  </a:lnTo>
                  <a:lnTo>
                    <a:pt x="4712" y="23633"/>
                  </a:lnTo>
                  <a:lnTo>
                    <a:pt x="4673" y="23864"/>
                  </a:lnTo>
                  <a:lnTo>
                    <a:pt x="4712" y="24096"/>
                  </a:lnTo>
                  <a:lnTo>
                    <a:pt x="4750" y="24173"/>
                  </a:lnTo>
                  <a:lnTo>
                    <a:pt x="4789" y="24212"/>
                  </a:lnTo>
                  <a:lnTo>
                    <a:pt x="4827" y="24250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5"/>
                  </a:lnTo>
                  <a:lnTo>
                    <a:pt x="5329" y="24868"/>
                  </a:lnTo>
                  <a:lnTo>
                    <a:pt x="5175" y="25061"/>
                  </a:lnTo>
                  <a:lnTo>
                    <a:pt x="5020" y="25254"/>
                  </a:lnTo>
                  <a:lnTo>
                    <a:pt x="4905" y="25486"/>
                  </a:lnTo>
                  <a:lnTo>
                    <a:pt x="4827" y="25718"/>
                  </a:lnTo>
                  <a:lnTo>
                    <a:pt x="4750" y="25949"/>
                  </a:lnTo>
                  <a:lnTo>
                    <a:pt x="4712" y="26220"/>
                  </a:lnTo>
                  <a:lnTo>
                    <a:pt x="4712" y="26490"/>
                  </a:lnTo>
                  <a:lnTo>
                    <a:pt x="4712" y="26567"/>
                  </a:lnTo>
                  <a:lnTo>
                    <a:pt x="4789" y="26644"/>
                  </a:lnTo>
                  <a:lnTo>
                    <a:pt x="4943" y="26644"/>
                  </a:lnTo>
                  <a:lnTo>
                    <a:pt x="5638" y="26297"/>
                  </a:lnTo>
                  <a:lnTo>
                    <a:pt x="5638" y="26297"/>
                  </a:lnTo>
                  <a:lnTo>
                    <a:pt x="5561" y="26722"/>
                  </a:lnTo>
                  <a:lnTo>
                    <a:pt x="5561" y="27146"/>
                  </a:lnTo>
                  <a:lnTo>
                    <a:pt x="5561" y="27533"/>
                  </a:lnTo>
                  <a:lnTo>
                    <a:pt x="5638" y="27957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3"/>
                  </a:lnTo>
                  <a:lnTo>
                    <a:pt x="6642" y="30004"/>
                  </a:lnTo>
                  <a:lnTo>
                    <a:pt x="6913" y="30351"/>
                  </a:lnTo>
                  <a:lnTo>
                    <a:pt x="7183" y="30660"/>
                  </a:lnTo>
                  <a:lnTo>
                    <a:pt x="7530" y="30969"/>
                  </a:lnTo>
                  <a:lnTo>
                    <a:pt x="7839" y="31162"/>
                  </a:lnTo>
                  <a:lnTo>
                    <a:pt x="7994" y="31240"/>
                  </a:lnTo>
                  <a:lnTo>
                    <a:pt x="8148" y="31317"/>
                  </a:lnTo>
                  <a:lnTo>
                    <a:pt x="8303" y="31317"/>
                  </a:lnTo>
                  <a:lnTo>
                    <a:pt x="8457" y="31278"/>
                  </a:lnTo>
                  <a:lnTo>
                    <a:pt x="8612" y="31240"/>
                  </a:lnTo>
                  <a:lnTo>
                    <a:pt x="8766" y="31162"/>
                  </a:lnTo>
                  <a:lnTo>
                    <a:pt x="8998" y="30892"/>
                  </a:lnTo>
                  <a:lnTo>
                    <a:pt x="9230" y="30583"/>
                  </a:lnTo>
                  <a:lnTo>
                    <a:pt x="9423" y="30236"/>
                  </a:lnTo>
                  <a:lnTo>
                    <a:pt x="9577" y="29849"/>
                  </a:lnTo>
                  <a:lnTo>
                    <a:pt x="9693" y="29463"/>
                  </a:lnTo>
                  <a:lnTo>
                    <a:pt x="9847" y="28807"/>
                  </a:lnTo>
                  <a:lnTo>
                    <a:pt x="9886" y="28228"/>
                  </a:lnTo>
                  <a:lnTo>
                    <a:pt x="9847" y="27610"/>
                  </a:lnTo>
                  <a:lnTo>
                    <a:pt x="9770" y="27031"/>
                  </a:lnTo>
                  <a:lnTo>
                    <a:pt x="9577" y="26490"/>
                  </a:lnTo>
                  <a:lnTo>
                    <a:pt x="9770" y="26529"/>
                  </a:lnTo>
                  <a:lnTo>
                    <a:pt x="9963" y="26567"/>
                  </a:lnTo>
                  <a:lnTo>
                    <a:pt x="10156" y="26606"/>
                  </a:lnTo>
                  <a:lnTo>
                    <a:pt x="10388" y="26606"/>
                  </a:lnTo>
                  <a:lnTo>
                    <a:pt x="10465" y="26567"/>
                  </a:lnTo>
                  <a:lnTo>
                    <a:pt x="10542" y="26529"/>
                  </a:lnTo>
                  <a:lnTo>
                    <a:pt x="10542" y="26451"/>
                  </a:lnTo>
                  <a:lnTo>
                    <a:pt x="10542" y="26336"/>
                  </a:lnTo>
                  <a:lnTo>
                    <a:pt x="10233" y="25834"/>
                  </a:lnTo>
                  <a:lnTo>
                    <a:pt x="9925" y="25332"/>
                  </a:lnTo>
                  <a:lnTo>
                    <a:pt x="9538" y="24868"/>
                  </a:lnTo>
                  <a:lnTo>
                    <a:pt x="9114" y="24482"/>
                  </a:lnTo>
                  <a:lnTo>
                    <a:pt x="9616" y="24135"/>
                  </a:lnTo>
                  <a:lnTo>
                    <a:pt x="9693" y="24057"/>
                  </a:lnTo>
                  <a:lnTo>
                    <a:pt x="9732" y="23980"/>
                  </a:lnTo>
                  <a:lnTo>
                    <a:pt x="9770" y="23941"/>
                  </a:lnTo>
                  <a:lnTo>
                    <a:pt x="9732" y="23864"/>
                  </a:lnTo>
                  <a:lnTo>
                    <a:pt x="9307" y="23092"/>
                  </a:lnTo>
                  <a:lnTo>
                    <a:pt x="9114" y="22706"/>
                  </a:lnTo>
                  <a:lnTo>
                    <a:pt x="8959" y="22281"/>
                  </a:lnTo>
                  <a:lnTo>
                    <a:pt x="9114" y="22204"/>
                  </a:lnTo>
                  <a:lnTo>
                    <a:pt x="9423" y="21933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8"/>
                  </a:lnTo>
                  <a:lnTo>
                    <a:pt x="10118" y="21895"/>
                  </a:lnTo>
                  <a:lnTo>
                    <a:pt x="10040" y="22822"/>
                  </a:lnTo>
                  <a:lnTo>
                    <a:pt x="10079" y="22899"/>
                  </a:lnTo>
                  <a:lnTo>
                    <a:pt x="10156" y="22976"/>
                  </a:lnTo>
                  <a:lnTo>
                    <a:pt x="10813" y="23401"/>
                  </a:lnTo>
                  <a:lnTo>
                    <a:pt x="11469" y="23826"/>
                  </a:lnTo>
                  <a:lnTo>
                    <a:pt x="12126" y="24289"/>
                  </a:lnTo>
                  <a:lnTo>
                    <a:pt x="12743" y="24752"/>
                  </a:lnTo>
                  <a:lnTo>
                    <a:pt x="12859" y="24830"/>
                  </a:lnTo>
                  <a:lnTo>
                    <a:pt x="12975" y="24791"/>
                  </a:lnTo>
                  <a:lnTo>
                    <a:pt x="13052" y="24752"/>
                  </a:lnTo>
                  <a:lnTo>
                    <a:pt x="13091" y="24637"/>
                  </a:lnTo>
                  <a:lnTo>
                    <a:pt x="13323" y="21393"/>
                  </a:lnTo>
                  <a:lnTo>
                    <a:pt x="13400" y="19771"/>
                  </a:lnTo>
                  <a:lnTo>
                    <a:pt x="13439" y="18960"/>
                  </a:lnTo>
                  <a:lnTo>
                    <a:pt x="13400" y="18188"/>
                  </a:lnTo>
                  <a:lnTo>
                    <a:pt x="13361" y="18072"/>
                  </a:lnTo>
                  <a:lnTo>
                    <a:pt x="13323" y="18033"/>
                  </a:lnTo>
                  <a:lnTo>
                    <a:pt x="13284" y="18033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4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8"/>
                  </a:lnTo>
                  <a:lnTo>
                    <a:pt x="10620" y="13631"/>
                  </a:lnTo>
                  <a:lnTo>
                    <a:pt x="10504" y="12705"/>
                  </a:lnTo>
                  <a:lnTo>
                    <a:pt x="10233" y="11121"/>
                  </a:lnTo>
                  <a:lnTo>
                    <a:pt x="9886" y="9538"/>
                  </a:lnTo>
                  <a:lnTo>
                    <a:pt x="9500" y="7955"/>
                  </a:lnTo>
                  <a:lnTo>
                    <a:pt x="9036" y="6410"/>
                  </a:lnTo>
                  <a:lnTo>
                    <a:pt x="8534" y="4866"/>
                  </a:lnTo>
                  <a:lnTo>
                    <a:pt x="7994" y="3321"/>
                  </a:lnTo>
                  <a:lnTo>
                    <a:pt x="7415" y="1815"/>
                  </a:lnTo>
                  <a:lnTo>
                    <a:pt x="6835" y="309"/>
                  </a:lnTo>
                  <a:lnTo>
                    <a:pt x="6797" y="232"/>
                  </a:lnTo>
                  <a:lnTo>
                    <a:pt x="6720" y="193"/>
                  </a:lnTo>
                  <a:lnTo>
                    <a:pt x="6642" y="155"/>
                  </a:lnTo>
                  <a:lnTo>
                    <a:pt x="6604" y="39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19"/>
            <p:cNvSpPr/>
            <p:nvPr/>
          </p:nvSpPr>
          <p:spPr>
            <a:xfrm>
              <a:off x="6111425" y="39739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0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19"/>
            <p:cNvSpPr/>
            <p:nvPr/>
          </p:nvSpPr>
          <p:spPr>
            <a:xfrm>
              <a:off x="5921250" y="4000950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5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3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19"/>
            <p:cNvSpPr/>
            <p:nvPr/>
          </p:nvSpPr>
          <p:spPr>
            <a:xfrm>
              <a:off x="6044825" y="4051150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5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19"/>
            <p:cNvSpPr/>
            <p:nvPr/>
          </p:nvSpPr>
          <p:spPr>
            <a:xfrm>
              <a:off x="1792350" y="4089775"/>
              <a:ext cx="345650" cy="269350"/>
            </a:xfrm>
            <a:custGeom>
              <a:avLst/>
              <a:gdLst/>
              <a:ahLst/>
              <a:cxnLst/>
              <a:rect l="l" t="t" r="r" b="b"/>
              <a:pathLst>
                <a:path w="13826" h="10774" extrusionOk="0">
                  <a:moveTo>
                    <a:pt x="3438" y="1004"/>
                  </a:moveTo>
                  <a:lnTo>
                    <a:pt x="3515" y="1081"/>
                  </a:lnTo>
                  <a:lnTo>
                    <a:pt x="3631" y="1159"/>
                  </a:lnTo>
                  <a:lnTo>
                    <a:pt x="3669" y="1275"/>
                  </a:lnTo>
                  <a:lnTo>
                    <a:pt x="3669" y="1429"/>
                  </a:lnTo>
                  <a:lnTo>
                    <a:pt x="3592" y="1661"/>
                  </a:lnTo>
                  <a:lnTo>
                    <a:pt x="3515" y="1815"/>
                  </a:lnTo>
                  <a:lnTo>
                    <a:pt x="3360" y="1931"/>
                  </a:lnTo>
                  <a:lnTo>
                    <a:pt x="3167" y="1970"/>
                  </a:lnTo>
                  <a:lnTo>
                    <a:pt x="2974" y="2008"/>
                  </a:lnTo>
                  <a:lnTo>
                    <a:pt x="2781" y="2008"/>
                  </a:lnTo>
                  <a:lnTo>
                    <a:pt x="2356" y="1931"/>
                  </a:lnTo>
                  <a:lnTo>
                    <a:pt x="2395" y="1892"/>
                  </a:lnTo>
                  <a:lnTo>
                    <a:pt x="2472" y="1661"/>
                  </a:lnTo>
                  <a:lnTo>
                    <a:pt x="2588" y="1429"/>
                  </a:lnTo>
                  <a:lnTo>
                    <a:pt x="2704" y="1236"/>
                  </a:lnTo>
                  <a:lnTo>
                    <a:pt x="2897" y="1081"/>
                  </a:lnTo>
                  <a:lnTo>
                    <a:pt x="3013" y="1004"/>
                  </a:lnTo>
                  <a:close/>
                  <a:moveTo>
                    <a:pt x="1044" y="1468"/>
                  </a:moveTo>
                  <a:lnTo>
                    <a:pt x="1237" y="1545"/>
                  </a:lnTo>
                  <a:lnTo>
                    <a:pt x="1430" y="1622"/>
                  </a:lnTo>
                  <a:lnTo>
                    <a:pt x="1623" y="1777"/>
                  </a:lnTo>
                  <a:lnTo>
                    <a:pt x="1816" y="1892"/>
                  </a:lnTo>
                  <a:lnTo>
                    <a:pt x="1507" y="2201"/>
                  </a:lnTo>
                  <a:lnTo>
                    <a:pt x="1314" y="2356"/>
                  </a:lnTo>
                  <a:lnTo>
                    <a:pt x="1121" y="2433"/>
                  </a:lnTo>
                  <a:lnTo>
                    <a:pt x="966" y="2472"/>
                  </a:lnTo>
                  <a:lnTo>
                    <a:pt x="812" y="2472"/>
                  </a:lnTo>
                  <a:lnTo>
                    <a:pt x="696" y="2433"/>
                  </a:lnTo>
                  <a:lnTo>
                    <a:pt x="580" y="2394"/>
                  </a:lnTo>
                  <a:lnTo>
                    <a:pt x="464" y="2317"/>
                  </a:lnTo>
                  <a:lnTo>
                    <a:pt x="387" y="2201"/>
                  </a:lnTo>
                  <a:lnTo>
                    <a:pt x="387" y="2085"/>
                  </a:lnTo>
                  <a:lnTo>
                    <a:pt x="426" y="1892"/>
                  </a:lnTo>
                  <a:lnTo>
                    <a:pt x="503" y="1699"/>
                  </a:lnTo>
                  <a:lnTo>
                    <a:pt x="657" y="1545"/>
                  </a:lnTo>
                  <a:lnTo>
                    <a:pt x="850" y="1468"/>
                  </a:lnTo>
                  <a:close/>
                  <a:moveTo>
                    <a:pt x="4866" y="3823"/>
                  </a:moveTo>
                  <a:lnTo>
                    <a:pt x="5021" y="3862"/>
                  </a:lnTo>
                  <a:lnTo>
                    <a:pt x="5137" y="3939"/>
                  </a:lnTo>
                  <a:lnTo>
                    <a:pt x="5253" y="4055"/>
                  </a:lnTo>
                  <a:lnTo>
                    <a:pt x="5330" y="4171"/>
                  </a:lnTo>
                  <a:lnTo>
                    <a:pt x="5330" y="4325"/>
                  </a:lnTo>
                  <a:lnTo>
                    <a:pt x="5330" y="4441"/>
                  </a:lnTo>
                  <a:lnTo>
                    <a:pt x="5291" y="4557"/>
                  </a:lnTo>
                  <a:lnTo>
                    <a:pt x="5137" y="4788"/>
                  </a:lnTo>
                  <a:lnTo>
                    <a:pt x="4944" y="4982"/>
                  </a:lnTo>
                  <a:lnTo>
                    <a:pt x="4751" y="5097"/>
                  </a:lnTo>
                  <a:lnTo>
                    <a:pt x="4557" y="5136"/>
                  </a:lnTo>
                  <a:lnTo>
                    <a:pt x="4171" y="5213"/>
                  </a:lnTo>
                  <a:lnTo>
                    <a:pt x="4171" y="5213"/>
                  </a:lnTo>
                  <a:lnTo>
                    <a:pt x="4210" y="4750"/>
                  </a:lnTo>
                  <a:lnTo>
                    <a:pt x="4287" y="4557"/>
                  </a:lnTo>
                  <a:lnTo>
                    <a:pt x="4364" y="4325"/>
                  </a:lnTo>
                  <a:lnTo>
                    <a:pt x="4519" y="4055"/>
                  </a:lnTo>
                  <a:lnTo>
                    <a:pt x="4635" y="3978"/>
                  </a:lnTo>
                  <a:lnTo>
                    <a:pt x="4751" y="3900"/>
                  </a:lnTo>
                  <a:lnTo>
                    <a:pt x="4866" y="3823"/>
                  </a:lnTo>
                  <a:close/>
                  <a:moveTo>
                    <a:pt x="7299" y="4518"/>
                  </a:moveTo>
                  <a:lnTo>
                    <a:pt x="7415" y="4595"/>
                  </a:lnTo>
                  <a:lnTo>
                    <a:pt x="7492" y="4673"/>
                  </a:lnTo>
                  <a:lnTo>
                    <a:pt x="7531" y="4788"/>
                  </a:lnTo>
                  <a:lnTo>
                    <a:pt x="7569" y="4943"/>
                  </a:lnTo>
                  <a:lnTo>
                    <a:pt x="7608" y="5175"/>
                  </a:lnTo>
                  <a:lnTo>
                    <a:pt x="7569" y="5445"/>
                  </a:lnTo>
                  <a:lnTo>
                    <a:pt x="7531" y="5677"/>
                  </a:lnTo>
                  <a:lnTo>
                    <a:pt x="7454" y="5908"/>
                  </a:lnTo>
                  <a:lnTo>
                    <a:pt x="7299" y="6101"/>
                  </a:lnTo>
                  <a:lnTo>
                    <a:pt x="7145" y="6294"/>
                  </a:lnTo>
                  <a:lnTo>
                    <a:pt x="6913" y="5870"/>
                  </a:lnTo>
                  <a:lnTo>
                    <a:pt x="6797" y="5677"/>
                  </a:lnTo>
                  <a:lnTo>
                    <a:pt x="6759" y="5445"/>
                  </a:lnTo>
                  <a:lnTo>
                    <a:pt x="6720" y="5136"/>
                  </a:lnTo>
                  <a:lnTo>
                    <a:pt x="6759" y="4943"/>
                  </a:lnTo>
                  <a:lnTo>
                    <a:pt x="6797" y="4788"/>
                  </a:lnTo>
                  <a:lnTo>
                    <a:pt x="6874" y="4634"/>
                  </a:lnTo>
                  <a:lnTo>
                    <a:pt x="6990" y="4557"/>
                  </a:lnTo>
                  <a:lnTo>
                    <a:pt x="7106" y="4518"/>
                  </a:lnTo>
                  <a:close/>
                  <a:moveTo>
                    <a:pt x="11161" y="4982"/>
                  </a:moveTo>
                  <a:lnTo>
                    <a:pt x="11276" y="5059"/>
                  </a:lnTo>
                  <a:lnTo>
                    <a:pt x="11354" y="5136"/>
                  </a:lnTo>
                  <a:lnTo>
                    <a:pt x="11392" y="5252"/>
                  </a:lnTo>
                  <a:lnTo>
                    <a:pt x="11431" y="5368"/>
                  </a:lnTo>
                  <a:lnTo>
                    <a:pt x="11392" y="5677"/>
                  </a:lnTo>
                  <a:lnTo>
                    <a:pt x="11315" y="5986"/>
                  </a:lnTo>
                  <a:lnTo>
                    <a:pt x="11161" y="6217"/>
                  </a:lnTo>
                  <a:lnTo>
                    <a:pt x="11083" y="6333"/>
                  </a:lnTo>
                  <a:lnTo>
                    <a:pt x="10968" y="6372"/>
                  </a:lnTo>
                  <a:lnTo>
                    <a:pt x="10890" y="6410"/>
                  </a:lnTo>
                  <a:lnTo>
                    <a:pt x="10736" y="6410"/>
                  </a:lnTo>
                  <a:lnTo>
                    <a:pt x="10697" y="6449"/>
                  </a:lnTo>
                  <a:lnTo>
                    <a:pt x="10659" y="6449"/>
                  </a:lnTo>
                  <a:lnTo>
                    <a:pt x="10466" y="6101"/>
                  </a:lnTo>
                  <a:lnTo>
                    <a:pt x="10388" y="5947"/>
                  </a:lnTo>
                  <a:lnTo>
                    <a:pt x="10350" y="5715"/>
                  </a:lnTo>
                  <a:lnTo>
                    <a:pt x="10350" y="5484"/>
                  </a:lnTo>
                  <a:lnTo>
                    <a:pt x="10427" y="5252"/>
                  </a:lnTo>
                  <a:lnTo>
                    <a:pt x="10581" y="5097"/>
                  </a:lnTo>
                  <a:lnTo>
                    <a:pt x="10697" y="5059"/>
                  </a:lnTo>
                  <a:lnTo>
                    <a:pt x="10813" y="4982"/>
                  </a:lnTo>
                  <a:close/>
                  <a:moveTo>
                    <a:pt x="3052" y="5522"/>
                  </a:moveTo>
                  <a:lnTo>
                    <a:pt x="3476" y="5561"/>
                  </a:lnTo>
                  <a:lnTo>
                    <a:pt x="3283" y="5947"/>
                  </a:lnTo>
                  <a:lnTo>
                    <a:pt x="3167" y="6140"/>
                  </a:lnTo>
                  <a:lnTo>
                    <a:pt x="3013" y="6294"/>
                  </a:lnTo>
                  <a:lnTo>
                    <a:pt x="2858" y="6410"/>
                  </a:lnTo>
                  <a:lnTo>
                    <a:pt x="2704" y="6488"/>
                  </a:lnTo>
                  <a:lnTo>
                    <a:pt x="2472" y="6488"/>
                  </a:lnTo>
                  <a:lnTo>
                    <a:pt x="2279" y="6410"/>
                  </a:lnTo>
                  <a:lnTo>
                    <a:pt x="2125" y="6294"/>
                  </a:lnTo>
                  <a:lnTo>
                    <a:pt x="2086" y="6179"/>
                  </a:lnTo>
                  <a:lnTo>
                    <a:pt x="2086" y="6063"/>
                  </a:lnTo>
                  <a:lnTo>
                    <a:pt x="2125" y="5908"/>
                  </a:lnTo>
                  <a:lnTo>
                    <a:pt x="2241" y="5792"/>
                  </a:lnTo>
                  <a:lnTo>
                    <a:pt x="2356" y="5677"/>
                  </a:lnTo>
                  <a:lnTo>
                    <a:pt x="2472" y="5599"/>
                  </a:lnTo>
                  <a:lnTo>
                    <a:pt x="2588" y="5561"/>
                  </a:lnTo>
                  <a:lnTo>
                    <a:pt x="2820" y="5522"/>
                  </a:lnTo>
                  <a:close/>
                  <a:moveTo>
                    <a:pt x="7222" y="6796"/>
                  </a:moveTo>
                  <a:lnTo>
                    <a:pt x="7183" y="7260"/>
                  </a:lnTo>
                  <a:lnTo>
                    <a:pt x="7106" y="7453"/>
                  </a:lnTo>
                  <a:lnTo>
                    <a:pt x="7029" y="7685"/>
                  </a:lnTo>
                  <a:lnTo>
                    <a:pt x="6874" y="7916"/>
                  </a:lnTo>
                  <a:lnTo>
                    <a:pt x="6681" y="8148"/>
                  </a:lnTo>
                  <a:lnTo>
                    <a:pt x="6565" y="8225"/>
                  </a:lnTo>
                  <a:lnTo>
                    <a:pt x="6450" y="8264"/>
                  </a:lnTo>
                  <a:lnTo>
                    <a:pt x="6295" y="8302"/>
                  </a:lnTo>
                  <a:lnTo>
                    <a:pt x="6141" y="8225"/>
                  </a:lnTo>
                  <a:lnTo>
                    <a:pt x="6025" y="8148"/>
                  </a:lnTo>
                  <a:lnTo>
                    <a:pt x="5948" y="8032"/>
                  </a:lnTo>
                  <a:lnTo>
                    <a:pt x="5909" y="7916"/>
                  </a:lnTo>
                  <a:lnTo>
                    <a:pt x="5909" y="7800"/>
                  </a:lnTo>
                  <a:lnTo>
                    <a:pt x="5948" y="7646"/>
                  </a:lnTo>
                  <a:lnTo>
                    <a:pt x="6025" y="7530"/>
                  </a:lnTo>
                  <a:lnTo>
                    <a:pt x="6179" y="7298"/>
                  </a:lnTo>
                  <a:lnTo>
                    <a:pt x="6411" y="7144"/>
                  </a:lnTo>
                  <a:lnTo>
                    <a:pt x="6643" y="7028"/>
                  </a:lnTo>
                  <a:lnTo>
                    <a:pt x="7183" y="6835"/>
                  </a:lnTo>
                  <a:lnTo>
                    <a:pt x="7183" y="6796"/>
                  </a:lnTo>
                  <a:close/>
                  <a:moveTo>
                    <a:pt x="10620" y="7144"/>
                  </a:moveTo>
                  <a:lnTo>
                    <a:pt x="10659" y="7337"/>
                  </a:lnTo>
                  <a:lnTo>
                    <a:pt x="10697" y="7530"/>
                  </a:lnTo>
                  <a:lnTo>
                    <a:pt x="10697" y="7685"/>
                  </a:lnTo>
                  <a:lnTo>
                    <a:pt x="10659" y="7878"/>
                  </a:lnTo>
                  <a:lnTo>
                    <a:pt x="10620" y="8032"/>
                  </a:lnTo>
                  <a:lnTo>
                    <a:pt x="10504" y="8187"/>
                  </a:lnTo>
                  <a:lnTo>
                    <a:pt x="10427" y="8341"/>
                  </a:lnTo>
                  <a:lnTo>
                    <a:pt x="10272" y="8457"/>
                  </a:lnTo>
                  <a:lnTo>
                    <a:pt x="10118" y="8573"/>
                  </a:lnTo>
                  <a:lnTo>
                    <a:pt x="9925" y="8611"/>
                  </a:lnTo>
                  <a:lnTo>
                    <a:pt x="9848" y="8573"/>
                  </a:lnTo>
                  <a:lnTo>
                    <a:pt x="9770" y="8573"/>
                  </a:lnTo>
                  <a:lnTo>
                    <a:pt x="9732" y="8496"/>
                  </a:lnTo>
                  <a:lnTo>
                    <a:pt x="9655" y="8418"/>
                  </a:lnTo>
                  <a:lnTo>
                    <a:pt x="9616" y="8225"/>
                  </a:lnTo>
                  <a:lnTo>
                    <a:pt x="9655" y="8071"/>
                  </a:lnTo>
                  <a:lnTo>
                    <a:pt x="9732" y="7916"/>
                  </a:lnTo>
                  <a:lnTo>
                    <a:pt x="9809" y="7762"/>
                  </a:lnTo>
                  <a:lnTo>
                    <a:pt x="10002" y="7569"/>
                  </a:lnTo>
                  <a:lnTo>
                    <a:pt x="10195" y="7414"/>
                  </a:lnTo>
                  <a:lnTo>
                    <a:pt x="10388" y="7260"/>
                  </a:lnTo>
                  <a:lnTo>
                    <a:pt x="10620" y="7144"/>
                  </a:lnTo>
                  <a:close/>
                  <a:moveTo>
                    <a:pt x="1854" y="0"/>
                  </a:moveTo>
                  <a:lnTo>
                    <a:pt x="1507" y="39"/>
                  </a:lnTo>
                  <a:lnTo>
                    <a:pt x="1584" y="734"/>
                  </a:lnTo>
                  <a:lnTo>
                    <a:pt x="1700" y="1429"/>
                  </a:lnTo>
                  <a:lnTo>
                    <a:pt x="1584" y="1313"/>
                  </a:lnTo>
                  <a:lnTo>
                    <a:pt x="1430" y="1236"/>
                  </a:lnTo>
                  <a:lnTo>
                    <a:pt x="1275" y="1159"/>
                  </a:lnTo>
                  <a:lnTo>
                    <a:pt x="1082" y="1120"/>
                  </a:lnTo>
                  <a:lnTo>
                    <a:pt x="889" y="1120"/>
                  </a:lnTo>
                  <a:lnTo>
                    <a:pt x="735" y="1159"/>
                  </a:lnTo>
                  <a:lnTo>
                    <a:pt x="542" y="1236"/>
                  </a:lnTo>
                  <a:lnTo>
                    <a:pt x="387" y="1313"/>
                  </a:lnTo>
                  <a:lnTo>
                    <a:pt x="271" y="1429"/>
                  </a:lnTo>
                  <a:lnTo>
                    <a:pt x="155" y="1545"/>
                  </a:lnTo>
                  <a:lnTo>
                    <a:pt x="78" y="1738"/>
                  </a:lnTo>
                  <a:lnTo>
                    <a:pt x="40" y="1892"/>
                  </a:lnTo>
                  <a:lnTo>
                    <a:pt x="1" y="2085"/>
                  </a:lnTo>
                  <a:lnTo>
                    <a:pt x="40" y="2240"/>
                  </a:lnTo>
                  <a:lnTo>
                    <a:pt x="78" y="2394"/>
                  </a:lnTo>
                  <a:lnTo>
                    <a:pt x="155" y="2549"/>
                  </a:lnTo>
                  <a:lnTo>
                    <a:pt x="271" y="2665"/>
                  </a:lnTo>
                  <a:lnTo>
                    <a:pt x="387" y="2742"/>
                  </a:lnTo>
                  <a:lnTo>
                    <a:pt x="542" y="2819"/>
                  </a:lnTo>
                  <a:lnTo>
                    <a:pt x="735" y="2858"/>
                  </a:lnTo>
                  <a:lnTo>
                    <a:pt x="1044" y="2858"/>
                  </a:lnTo>
                  <a:lnTo>
                    <a:pt x="1352" y="2742"/>
                  </a:lnTo>
                  <a:lnTo>
                    <a:pt x="1661" y="2587"/>
                  </a:lnTo>
                  <a:lnTo>
                    <a:pt x="1932" y="2356"/>
                  </a:lnTo>
                  <a:lnTo>
                    <a:pt x="2163" y="3089"/>
                  </a:lnTo>
                  <a:lnTo>
                    <a:pt x="2434" y="3823"/>
                  </a:lnTo>
                  <a:lnTo>
                    <a:pt x="2820" y="4518"/>
                  </a:lnTo>
                  <a:lnTo>
                    <a:pt x="3013" y="4827"/>
                  </a:lnTo>
                  <a:lnTo>
                    <a:pt x="3245" y="5136"/>
                  </a:lnTo>
                  <a:lnTo>
                    <a:pt x="2936" y="5136"/>
                  </a:lnTo>
                  <a:lnTo>
                    <a:pt x="2588" y="5175"/>
                  </a:lnTo>
                  <a:lnTo>
                    <a:pt x="2318" y="5252"/>
                  </a:lnTo>
                  <a:lnTo>
                    <a:pt x="2048" y="5445"/>
                  </a:lnTo>
                  <a:lnTo>
                    <a:pt x="1932" y="5561"/>
                  </a:lnTo>
                  <a:lnTo>
                    <a:pt x="1854" y="5677"/>
                  </a:lnTo>
                  <a:lnTo>
                    <a:pt x="1777" y="5831"/>
                  </a:lnTo>
                  <a:lnTo>
                    <a:pt x="1739" y="5986"/>
                  </a:lnTo>
                  <a:lnTo>
                    <a:pt x="1700" y="6140"/>
                  </a:lnTo>
                  <a:lnTo>
                    <a:pt x="1739" y="6294"/>
                  </a:lnTo>
                  <a:lnTo>
                    <a:pt x="1777" y="6449"/>
                  </a:lnTo>
                  <a:lnTo>
                    <a:pt x="1893" y="6603"/>
                  </a:lnTo>
                  <a:lnTo>
                    <a:pt x="2009" y="6681"/>
                  </a:lnTo>
                  <a:lnTo>
                    <a:pt x="2125" y="6758"/>
                  </a:lnTo>
                  <a:lnTo>
                    <a:pt x="2279" y="6835"/>
                  </a:lnTo>
                  <a:lnTo>
                    <a:pt x="2434" y="6874"/>
                  </a:lnTo>
                  <a:lnTo>
                    <a:pt x="2588" y="6874"/>
                  </a:lnTo>
                  <a:lnTo>
                    <a:pt x="2743" y="6835"/>
                  </a:lnTo>
                  <a:lnTo>
                    <a:pt x="2897" y="6796"/>
                  </a:lnTo>
                  <a:lnTo>
                    <a:pt x="3052" y="6719"/>
                  </a:lnTo>
                  <a:lnTo>
                    <a:pt x="3283" y="6526"/>
                  </a:lnTo>
                  <a:lnTo>
                    <a:pt x="3476" y="6294"/>
                  </a:lnTo>
                  <a:lnTo>
                    <a:pt x="3631" y="5986"/>
                  </a:lnTo>
                  <a:lnTo>
                    <a:pt x="3747" y="5677"/>
                  </a:lnTo>
                  <a:lnTo>
                    <a:pt x="4171" y="6024"/>
                  </a:lnTo>
                  <a:lnTo>
                    <a:pt x="4635" y="6333"/>
                  </a:lnTo>
                  <a:lnTo>
                    <a:pt x="5137" y="6565"/>
                  </a:lnTo>
                  <a:lnTo>
                    <a:pt x="5716" y="6719"/>
                  </a:lnTo>
                  <a:lnTo>
                    <a:pt x="6218" y="6796"/>
                  </a:lnTo>
                  <a:lnTo>
                    <a:pt x="6025" y="6912"/>
                  </a:lnTo>
                  <a:lnTo>
                    <a:pt x="5870" y="7028"/>
                  </a:lnTo>
                  <a:lnTo>
                    <a:pt x="5755" y="7183"/>
                  </a:lnTo>
                  <a:lnTo>
                    <a:pt x="5639" y="7376"/>
                  </a:lnTo>
                  <a:lnTo>
                    <a:pt x="5561" y="7530"/>
                  </a:lnTo>
                  <a:lnTo>
                    <a:pt x="5523" y="7685"/>
                  </a:lnTo>
                  <a:lnTo>
                    <a:pt x="5523" y="7878"/>
                  </a:lnTo>
                  <a:lnTo>
                    <a:pt x="5523" y="8032"/>
                  </a:lnTo>
                  <a:lnTo>
                    <a:pt x="5561" y="8187"/>
                  </a:lnTo>
                  <a:lnTo>
                    <a:pt x="5639" y="8341"/>
                  </a:lnTo>
                  <a:lnTo>
                    <a:pt x="5755" y="8457"/>
                  </a:lnTo>
                  <a:lnTo>
                    <a:pt x="5909" y="8573"/>
                  </a:lnTo>
                  <a:lnTo>
                    <a:pt x="6063" y="8650"/>
                  </a:lnTo>
                  <a:lnTo>
                    <a:pt x="6257" y="8689"/>
                  </a:lnTo>
                  <a:lnTo>
                    <a:pt x="6411" y="8689"/>
                  </a:lnTo>
                  <a:lnTo>
                    <a:pt x="6604" y="8650"/>
                  </a:lnTo>
                  <a:lnTo>
                    <a:pt x="6759" y="8573"/>
                  </a:lnTo>
                  <a:lnTo>
                    <a:pt x="6952" y="8457"/>
                  </a:lnTo>
                  <a:lnTo>
                    <a:pt x="7067" y="8341"/>
                  </a:lnTo>
                  <a:lnTo>
                    <a:pt x="7183" y="8187"/>
                  </a:lnTo>
                  <a:lnTo>
                    <a:pt x="7376" y="7878"/>
                  </a:lnTo>
                  <a:lnTo>
                    <a:pt x="7492" y="7530"/>
                  </a:lnTo>
                  <a:lnTo>
                    <a:pt x="7531" y="7183"/>
                  </a:lnTo>
                  <a:lnTo>
                    <a:pt x="7531" y="6796"/>
                  </a:lnTo>
                  <a:lnTo>
                    <a:pt x="8882" y="6719"/>
                  </a:lnTo>
                  <a:lnTo>
                    <a:pt x="9577" y="6719"/>
                  </a:lnTo>
                  <a:lnTo>
                    <a:pt x="10272" y="6796"/>
                  </a:lnTo>
                  <a:lnTo>
                    <a:pt x="10466" y="6835"/>
                  </a:lnTo>
                  <a:lnTo>
                    <a:pt x="10311" y="6912"/>
                  </a:lnTo>
                  <a:lnTo>
                    <a:pt x="10118" y="7028"/>
                  </a:lnTo>
                  <a:lnTo>
                    <a:pt x="9809" y="7260"/>
                  </a:lnTo>
                  <a:lnTo>
                    <a:pt x="9539" y="7569"/>
                  </a:lnTo>
                  <a:lnTo>
                    <a:pt x="9423" y="7723"/>
                  </a:lnTo>
                  <a:lnTo>
                    <a:pt x="9346" y="7916"/>
                  </a:lnTo>
                  <a:lnTo>
                    <a:pt x="9307" y="8109"/>
                  </a:lnTo>
                  <a:lnTo>
                    <a:pt x="9269" y="8264"/>
                  </a:lnTo>
                  <a:lnTo>
                    <a:pt x="9307" y="8457"/>
                  </a:lnTo>
                  <a:lnTo>
                    <a:pt x="9384" y="8611"/>
                  </a:lnTo>
                  <a:lnTo>
                    <a:pt x="9462" y="8766"/>
                  </a:lnTo>
                  <a:lnTo>
                    <a:pt x="9616" y="8882"/>
                  </a:lnTo>
                  <a:lnTo>
                    <a:pt x="9770" y="8959"/>
                  </a:lnTo>
                  <a:lnTo>
                    <a:pt x="9964" y="8998"/>
                  </a:lnTo>
                  <a:lnTo>
                    <a:pt x="10157" y="8959"/>
                  </a:lnTo>
                  <a:lnTo>
                    <a:pt x="10311" y="8882"/>
                  </a:lnTo>
                  <a:lnTo>
                    <a:pt x="10466" y="8804"/>
                  </a:lnTo>
                  <a:lnTo>
                    <a:pt x="10620" y="8650"/>
                  </a:lnTo>
                  <a:lnTo>
                    <a:pt x="10736" y="8534"/>
                  </a:lnTo>
                  <a:lnTo>
                    <a:pt x="10852" y="8341"/>
                  </a:lnTo>
                  <a:lnTo>
                    <a:pt x="10929" y="8187"/>
                  </a:lnTo>
                  <a:lnTo>
                    <a:pt x="11006" y="7994"/>
                  </a:lnTo>
                  <a:lnTo>
                    <a:pt x="11045" y="7762"/>
                  </a:lnTo>
                  <a:lnTo>
                    <a:pt x="11045" y="7492"/>
                  </a:lnTo>
                  <a:lnTo>
                    <a:pt x="10968" y="7221"/>
                  </a:lnTo>
                  <a:lnTo>
                    <a:pt x="10890" y="6990"/>
                  </a:lnTo>
                  <a:lnTo>
                    <a:pt x="10929" y="6951"/>
                  </a:lnTo>
                  <a:lnTo>
                    <a:pt x="11431" y="7105"/>
                  </a:lnTo>
                  <a:lnTo>
                    <a:pt x="11894" y="7376"/>
                  </a:lnTo>
                  <a:lnTo>
                    <a:pt x="12319" y="7685"/>
                  </a:lnTo>
                  <a:lnTo>
                    <a:pt x="12512" y="7839"/>
                  </a:lnTo>
                  <a:lnTo>
                    <a:pt x="12705" y="8032"/>
                  </a:lnTo>
                  <a:lnTo>
                    <a:pt x="12898" y="8341"/>
                  </a:lnTo>
                  <a:lnTo>
                    <a:pt x="13091" y="8650"/>
                  </a:lnTo>
                  <a:lnTo>
                    <a:pt x="13207" y="8920"/>
                  </a:lnTo>
                  <a:lnTo>
                    <a:pt x="13284" y="9268"/>
                  </a:lnTo>
                  <a:lnTo>
                    <a:pt x="13323" y="9577"/>
                  </a:lnTo>
                  <a:lnTo>
                    <a:pt x="13362" y="9924"/>
                  </a:lnTo>
                  <a:lnTo>
                    <a:pt x="13323" y="10619"/>
                  </a:lnTo>
                  <a:lnTo>
                    <a:pt x="13323" y="10658"/>
                  </a:lnTo>
                  <a:lnTo>
                    <a:pt x="13362" y="10735"/>
                  </a:lnTo>
                  <a:lnTo>
                    <a:pt x="13439" y="10774"/>
                  </a:lnTo>
                  <a:lnTo>
                    <a:pt x="13555" y="10774"/>
                  </a:lnTo>
                  <a:lnTo>
                    <a:pt x="13632" y="10697"/>
                  </a:lnTo>
                  <a:lnTo>
                    <a:pt x="13709" y="10465"/>
                  </a:lnTo>
                  <a:lnTo>
                    <a:pt x="13786" y="10272"/>
                  </a:lnTo>
                  <a:lnTo>
                    <a:pt x="13825" y="10040"/>
                  </a:lnTo>
                  <a:lnTo>
                    <a:pt x="13825" y="9808"/>
                  </a:lnTo>
                  <a:lnTo>
                    <a:pt x="13786" y="9384"/>
                  </a:lnTo>
                  <a:lnTo>
                    <a:pt x="13671" y="8920"/>
                  </a:lnTo>
                  <a:lnTo>
                    <a:pt x="13478" y="8496"/>
                  </a:lnTo>
                  <a:lnTo>
                    <a:pt x="13246" y="8109"/>
                  </a:lnTo>
                  <a:lnTo>
                    <a:pt x="12976" y="7723"/>
                  </a:lnTo>
                  <a:lnTo>
                    <a:pt x="12667" y="7414"/>
                  </a:lnTo>
                  <a:lnTo>
                    <a:pt x="12319" y="7144"/>
                  </a:lnTo>
                  <a:lnTo>
                    <a:pt x="11972" y="6912"/>
                  </a:lnTo>
                  <a:lnTo>
                    <a:pt x="11585" y="6719"/>
                  </a:lnTo>
                  <a:lnTo>
                    <a:pt x="11199" y="6565"/>
                  </a:lnTo>
                  <a:lnTo>
                    <a:pt x="11392" y="6410"/>
                  </a:lnTo>
                  <a:lnTo>
                    <a:pt x="11585" y="6140"/>
                  </a:lnTo>
                  <a:lnTo>
                    <a:pt x="11701" y="5831"/>
                  </a:lnTo>
                  <a:lnTo>
                    <a:pt x="11740" y="5522"/>
                  </a:lnTo>
                  <a:lnTo>
                    <a:pt x="11740" y="5213"/>
                  </a:lnTo>
                  <a:lnTo>
                    <a:pt x="11701" y="5059"/>
                  </a:lnTo>
                  <a:lnTo>
                    <a:pt x="11624" y="4943"/>
                  </a:lnTo>
                  <a:lnTo>
                    <a:pt x="11547" y="4827"/>
                  </a:lnTo>
                  <a:lnTo>
                    <a:pt x="11431" y="4750"/>
                  </a:lnTo>
                  <a:lnTo>
                    <a:pt x="11276" y="4673"/>
                  </a:lnTo>
                  <a:lnTo>
                    <a:pt x="11122" y="4634"/>
                  </a:lnTo>
                  <a:lnTo>
                    <a:pt x="10774" y="4634"/>
                  </a:lnTo>
                  <a:lnTo>
                    <a:pt x="10581" y="4711"/>
                  </a:lnTo>
                  <a:lnTo>
                    <a:pt x="10427" y="4788"/>
                  </a:lnTo>
                  <a:lnTo>
                    <a:pt x="10311" y="4866"/>
                  </a:lnTo>
                  <a:lnTo>
                    <a:pt x="10195" y="5020"/>
                  </a:lnTo>
                  <a:lnTo>
                    <a:pt x="10079" y="5136"/>
                  </a:lnTo>
                  <a:lnTo>
                    <a:pt x="10002" y="5329"/>
                  </a:lnTo>
                  <a:lnTo>
                    <a:pt x="9964" y="5561"/>
                  </a:lnTo>
                  <a:lnTo>
                    <a:pt x="9964" y="5831"/>
                  </a:lnTo>
                  <a:lnTo>
                    <a:pt x="10041" y="6063"/>
                  </a:lnTo>
                  <a:lnTo>
                    <a:pt x="10118" y="6333"/>
                  </a:lnTo>
                  <a:lnTo>
                    <a:pt x="9462" y="6256"/>
                  </a:lnTo>
                  <a:lnTo>
                    <a:pt x="8805" y="6256"/>
                  </a:lnTo>
                  <a:lnTo>
                    <a:pt x="7492" y="6333"/>
                  </a:lnTo>
                  <a:lnTo>
                    <a:pt x="7685" y="6063"/>
                  </a:lnTo>
                  <a:lnTo>
                    <a:pt x="7801" y="5792"/>
                  </a:lnTo>
                  <a:lnTo>
                    <a:pt x="7878" y="5522"/>
                  </a:lnTo>
                  <a:lnTo>
                    <a:pt x="7956" y="5213"/>
                  </a:lnTo>
                  <a:lnTo>
                    <a:pt x="7917" y="4866"/>
                  </a:lnTo>
                  <a:lnTo>
                    <a:pt x="7878" y="4711"/>
                  </a:lnTo>
                  <a:lnTo>
                    <a:pt x="7801" y="4557"/>
                  </a:lnTo>
                  <a:lnTo>
                    <a:pt x="7724" y="4402"/>
                  </a:lnTo>
                  <a:lnTo>
                    <a:pt x="7608" y="4287"/>
                  </a:lnTo>
                  <a:lnTo>
                    <a:pt x="7492" y="4209"/>
                  </a:lnTo>
                  <a:lnTo>
                    <a:pt x="7299" y="4132"/>
                  </a:lnTo>
                  <a:lnTo>
                    <a:pt x="6990" y="4132"/>
                  </a:lnTo>
                  <a:lnTo>
                    <a:pt x="6836" y="4209"/>
                  </a:lnTo>
                  <a:lnTo>
                    <a:pt x="6720" y="4325"/>
                  </a:lnTo>
                  <a:lnTo>
                    <a:pt x="6604" y="4441"/>
                  </a:lnTo>
                  <a:lnTo>
                    <a:pt x="6527" y="4595"/>
                  </a:lnTo>
                  <a:lnTo>
                    <a:pt x="6411" y="4904"/>
                  </a:lnTo>
                  <a:lnTo>
                    <a:pt x="6372" y="5252"/>
                  </a:lnTo>
                  <a:lnTo>
                    <a:pt x="6411" y="5638"/>
                  </a:lnTo>
                  <a:lnTo>
                    <a:pt x="6450" y="5831"/>
                  </a:lnTo>
                  <a:lnTo>
                    <a:pt x="6527" y="6024"/>
                  </a:lnTo>
                  <a:lnTo>
                    <a:pt x="6643" y="6179"/>
                  </a:lnTo>
                  <a:lnTo>
                    <a:pt x="6759" y="6333"/>
                  </a:lnTo>
                  <a:lnTo>
                    <a:pt x="6102" y="6256"/>
                  </a:lnTo>
                  <a:lnTo>
                    <a:pt x="5755" y="6217"/>
                  </a:lnTo>
                  <a:lnTo>
                    <a:pt x="5446" y="6140"/>
                  </a:lnTo>
                  <a:lnTo>
                    <a:pt x="5137" y="6024"/>
                  </a:lnTo>
                  <a:lnTo>
                    <a:pt x="4828" y="5870"/>
                  </a:lnTo>
                  <a:lnTo>
                    <a:pt x="4519" y="5715"/>
                  </a:lnTo>
                  <a:lnTo>
                    <a:pt x="4210" y="5522"/>
                  </a:lnTo>
                  <a:lnTo>
                    <a:pt x="4557" y="5484"/>
                  </a:lnTo>
                  <a:lnTo>
                    <a:pt x="4905" y="5406"/>
                  </a:lnTo>
                  <a:lnTo>
                    <a:pt x="5175" y="5252"/>
                  </a:lnTo>
                  <a:lnTo>
                    <a:pt x="5446" y="5020"/>
                  </a:lnTo>
                  <a:lnTo>
                    <a:pt x="5561" y="4866"/>
                  </a:lnTo>
                  <a:lnTo>
                    <a:pt x="5639" y="4711"/>
                  </a:lnTo>
                  <a:lnTo>
                    <a:pt x="5677" y="4518"/>
                  </a:lnTo>
                  <a:lnTo>
                    <a:pt x="5716" y="4364"/>
                  </a:lnTo>
                  <a:lnTo>
                    <a:pt x="5716" y="4171"/>
                  </a:lnTo>
                  <a:lnTo>
                    <a:pt x="5639" y="4016"/>
                  </a:lnTo>
                  <a:lnTo>
                    <a:pt x="5561" y="3862"/>
                  </a:lnTo>
                  <a:lnTo>
                    <a:pt x="5446" y="3707"/>
                  </a:lnTo>
                  <a:lnTo>
                    <a:pt x="5330" y="3591"/>
                  </a:lnTo>
                  <a:lnTo>
                    <a:pt x="5175" y="3514"/>
                  </a:lnTo>
                  <a:lnTo>
                    <a:pt x="5021" y="3476"/>
                  </a:lnTo>
                  <a:lnTo>
                    <a:pt x="4866" y="3437"/>
                  </a:lnTo>
                  <a:lnTo>
                    <a:pt x="4712" y="3476"/>
                  </a:lnTo>
                  <a:lnTo>
                    <a:pt x="4557" y="3514"/>
                  </a:lnTo>
                  <a:lnTo>
                    <a:pt x="4442" y="3630"/>
                  </a:lnTo>
                  <a:lnTo>
                    <a:pt x="4287" y="3707"/>
                  </a:lnTo>
                  <a:lnTo>
                    <a:pt x="4171" y="3862"/>
                  </a:lnTo>
                  <a:lnTo>
                    <a:pt x="4055" y="4016"/>
                  </a:lnTo>
                  <a:lnTo>
                    <a:pt x="3940" y="4364"/>
                  </a:lnTo>
                  <a:lnTo>
                    <a:pt x="3824" y="4750"/>
                  </a:lnTo>
                  <a:lnTo>
                    <a:pt x="3785" y="5097"/>
                  </a:lnTo>
                  <a:lnTo>
                    <a:pt x="3515" y="4788"/>
                  </a:lnTo>
                  <a:lnTo>
                    <a:pt x="3283" y="4441"/>
                  </a:lnTo>
                  <a:lnTo>
                    <a:pt x="3052" y="4093"/>
                  </a:lnTo>
                  <a:lnTo>
                    <a:pt x="2858" y="3746"/>
                  </a:lnTo>
                  <a:lnTo>
                    <a:pt x="2704" y="3398"/>
                  </a:lnTo>
                  <a:lnTo>
                    <a:pt x="2550" y="3012"/>
                  </a:lnTo>
                  <a:lnTo>
                    <a:pt x="2318" y="2240"/>
                  </a:lnTo>
                  <a:lnTo>
                    <a:pt x="2318" y="2240"/>
                  </a:lnTo>
                  <a:lnTo>
                    <a:pt x="2588" y="2317"/>
                  </a:lnTo>
                  <a:lnTo>
                    <a:pt x="2858" y="2356"/>
                  </a:lnTo>
                  <a:lnTo>
                    <a:pt x="3129" y="2356"/>
                  </a:lnTo>
                  <a:lnTo>
                    <a:pt x="3399" y="2279"/>
                  </a:lnTo>
                  <a:lnTo>
                    <a:pt x="3554" y="2201"/>
                  </a:lnTo>
                  <a:lnTo>
                    <a:pt x="3708" y="2085"/>
                  </a:lnTo>
                  <a:lnTo>
                    <a:pt x="3824" y="1970"/>
                  </a:lnTo>
                  <a:lnTo>
                    <a:pt x="3940" y="1815"/>
                  </a:lnTo>
                  <a:lnTo>
                    <a:pt x="4017" y="1661"/>
                  </a:lnTo>
                  <a:lnTo>
                    <a:pt x="4055" y="1506"/>
                  </a:lnTo>
                  <a:lnTo>
                    <a:pt x="4055" y="1313"/>
                  </a:lnTo>
                  <a:lnTo>
                    <a:pt x="4017" y="1159"/>
                  </a:lnTo>
                  <a:lnTo>
                    <a:pt x="3978" y="1004"/>
                  </a:lnTo>
                  <a:lnTo>
                    <a:pt x="3862" y="850"/>
                  </a:lnTo>
                  <a:lnTo>
                    <a:pt x="3747" y="773"/>
                  </a:lnTo>
                  <a:lnTo>
                    <a:pt x="3592" y="695"/>
                  </a:lnTo>
                  <a:lnTo>
                    <a:pt x="3438" y="618"/>
                  </a:lnTo>
                  <a:lnTo>
                    <a:pt x="3283" y="579"/>
                  </a:lnTo>
                  <a:lnTo>
                    <a:pt x="3129" y="579"/>
                  </a:lnTo>
                  <a:lnTo>
                    <a:pt x="2974" y="618"/>
                  </a:lnTo>
                  <a:lnTo>
                    <a:pt x="2820" y="657"/>
                  </a:lnTo>
                  <a:lnTo>
                    <a:pt x="2665" y="734"/>
                  </a:lnTo>
                  <a:lnTo>
                    <a:pt x="2434" y="927"/>
                  </a:lnTo>
                  <a:lnTo>
                    <a:pt x="2241" y="1159"/>
                  </a:lnTo>
                  <a:lnTo>
                    <a:pt x="2125" y="146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19"/>
            <p:cNvSpPr/>
            <p:nvPr/>
          </p:nvSpPr>
          <p:spPr>
            <a:xfrm>
              <a:off x="5987875" y="4095550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4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4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70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8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19"/>
            <p:cNvSpPr/>
            <p:nvPr/>
          </p:nvSpPr>
          <p:spPr>
            <a:xfrm>
              <a:off x="4079325" y="419112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9"/>
                  </a:moveTo>
                  <a:lnTo>
                    <a:pt x="1082" y="5986"/>
                  </a:lnTo>
                  <a:lnTo>
                    <a:pt x="1236" y="6025"/>
                  </a:lnTo>
                  <a:lnTo>
                    <a:pt x="1391" y="6179"/>
                  </a:lnTo>
                  <a:lnTo>
                    <a:pt x="1468" y="6334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6" y="6951"/>
                  </a:lnTo>
                  <a:lnTo>
                    <a:pt x="1159" y="7029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6"/>
                  </a:lnTo>
                  <a:lnTo>
                    <a:pt x="425" y="6720"/>
                  </a:lnTo>
                  <a:lnTo>
                    <a:pt x="387" y="6643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5" y="6256"/>
                  </a:lnTo>
                  <a:lnTo>
                    <a:pt x="503" y="6179"/>
                  </a:lnTo>
                  <a:lnTo>
                    <a:pt x="696" y="6025"/>
                  </a:lnTo>
                  <a:lnTo>
                    <a:pt x="889" y="5909"/>
                  </a:lnTo>
                  <a:close/>
                  <a:moveTo>
                    <a:pt x="5909" y="1"/>
                  </a:moveTo>
                  <a:lnTo>
                    <a:pt x="5831" y="39"/>
                  </a:lnTo>
                  <a:lnTo>
                    <a:pt x="5522" y="310"/>
                  </a:lnTo>
                  <a:lnTo>
                    <a:pt x="5175" y="619"/>
                  </a:lnTo>
                  <a:lnTo>
                    <a:pt x="4596" y="1314"/>
                  </a:lnTo>
                  <a:lnTo>
                    <a:pt x="4017" y="2047"/>
                  </a:lnTo>
                  <a:lnTo>
                    <a:pt x="3437" y="2781"/>
                  </a:lnTo>
                  <a:lnTo>
                    <a:pt x="2279" y="4133"/>
                  </a:lnTo>
                  <a:lnTo>
                    <a:pt x="1738" y="4866"/>
                  </a:lnTo>
                  <a:lnTo>
                    <a:pt x="1198" y="5561"/>
                  </a:lnTo>
                  <a:lnTo>
                    <a:pt x="1043" y="5523"/>
                  </a:lnTo>
                  <a:lnTo>
                    <a:pt x="889" y="5523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1" y="6334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4" y="7145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3" y="6527"/>
                  </a:lnTo>
                  <a:lnTo>
                    <a:pt x="1854" y="6334"/>
                  </a:lnTo>
                  <a:lnTo>
                    <a:pt x="1815" y="6179"/>
                  </a:lnTo>
                  <a:lnTo>
                    <a:pt x="1738" y="6025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3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9" y="657"/>
                  </a:lnTo>
                  <a:lnTo>
                    <a:pt x="6102" y="310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621;p19"/>
            <p:cNvSpPr/>
            <p:nvPr/>
          </p:nvSpPr>
          <p:spPr>
            <a:xfrm>
              <a:off x="3825425" y="421912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8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2"/>
                  </a:lnTo>
                  <a:lnTo>
                    <a:pt x="6643" y="5909"/>
                  </a:lnTo>
                  <a:lnTo>
                    <a:pt x="6797" y="5754"/>
                  </a:lnTo>
                  <a:close/>
                  <a:moveTo>
                    <a:pt x="233" y="1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10"/>
                  </a:lnTo>
                  <a:lnTo>
                    <a:pt x="39" y="387"/>
                  </a:lnTo>
                  <a:lnTo>
                    <a:pt x="426" y="773"/>
                  </a:lnTo>
                  <a:lnTo>
                    <a:pt x="812" y="1120"/>
                  </a:lnTo>
                  <a:lnTo>
                    <a:pt x="1623" y="1777"/>
                  </a:lnTo>
                  <a:lnTo>
                    <a:pt x="3399" y="3206"/>
                  </a:lnTo>
                  <a:lnTo>
                    <a:pt x="4866" y="4441"/>
                  </a:lnTo>
                  <a:lnTo>
                    <a:pt x="5639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2"/>
                  </a:lnTo>
                  <a:lnTo>
                    <a:pt x="6720" y="7299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9"/>
                  </a:lnTo>
                  <a:lnTo>
                    <a:pt x="7454" y="7260"/>
                  </a:lnTo>
                  <a:lnTo>
                    <a:pt x="7608" y="7144"/>
                  </a:lnTo>
                  <a:lnTo>
                    <a:pt x="7724" y="7029"/>
                  </a:lnTo>
                  <a:lnTo>
                    <a:pt x="7840" y="6913"/>
                  </a:lnTo>
                  <a:lnTo>
                    <a:pt x="7956" y="6758"/>
                  </a:lnTo>
                  <a:lnTo>
                    <a:pt x="7994" y="6565"/>
                  </a:lnTo>
                  <a:lnTo>
                    <a:pt x="8033" y="6411"/>
                  </a:lnTo>
                  <a:lnTo>
                    <a:pt x="8033" y="6218"/>
                  </a:lnTo>
                  <a:lnTo>
                    <a:pt x="7956" y="6025"/>
                  </a:lnTo>
                  <a:lnTo>
                    <a:pt x="7840" y="5870"/>
                  </a:lnTo>
                  <a:lnTo>
                    <a:pt x="7724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6" y="5484"/>
                  </a:lnTo>
                  <a:lnTo>
                    <a:pt x="6025" y="4712"/>
                  </a:lnTo>
                  <a:lnTo>
                    <a:pt x="5214" y="4017"/>
                  </a:lnTo>
                  <a:lnTo>
                    <a:pt x="3515" y="2626"/>
                  </a:lnTo>
                  <a:lnTo>
                    <a:pt x="2743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5" y="310"/>
                  </a:lnTo>
                  <a:lnTo>
                    <a:pt x="310" y="39"/>
                  </a:lnTo>
                  <a:lnTo>
                    <a:pt x="23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622;p19"/>
            <p:cNvSpPr/>
            <p:nvPr/>
          </p:nvSpPr>
          <p:spPr>
            <a:xfrm>
              <a:off x="3401625" y="4223000"/>
              <a:ext cx="240425" cy="634250"/>
            </a:xfrm>
            <a:custGeom>
              <a:avLst/>
              <a:gdLst/>
              <a:ahLst/>
              <a:cxnLst/>
              <a:rect l="l" t="t" r="r" b="b"/>
              <a:pathLst>
                <a:path w="9617" h="25370" extrusionOk="0">
                  <a:moveTo>
                    <a:pt x="4751" y="463"/>
                  </a:moveTo>
                  <a:lnTo>
                    <a:pt x="5291" y="502"/>
                  </a:lnTo>
                  <a:lnTo>
                    <a:pt x="5755" y="579"/>
                  </a:lnTo>
                  <a:lnTo>
                    <a:pt x="6218" y="772"/>
                  </a:lnTo>
                  <a:lnTo>
                    <a:pt x="6681" y="965"/>
                  </a:lnTo>
                  <a:lnTo>
                    <a:pt x="7067" y="1236"/>
                  </a:lnTo>
                  <a:lnTo>
                    <a:pt x="7454" y="1583"/>
                  </a:lnTo>
                  <a:lnTo>
                    <a:pt x="7801" y="1931"/>
                  </a:lnTo>
                  <a:lnTo>
                    <a:pt x="8149" y="2356"/>
                  </a:lnTo>
                  <a:lnTo>
                    <a:pt x="8419" y="2780"/>
                  </a:lnTo>
                  <a:lnTo>
                    <a:pt x="8651" y="3244"/>
                  </a:lnTo>
                  <a:lnTo>
                    <a:pt x="8844" y="3707"/>
                  </a:lnTo>
                  <a:lnTo>
                    <a:pt x="8998" y="4209"/>
                  </a:lnTo>
                  <a:lnTo>
                    <a:pt x="9075" y="4711"/>
                  </a:lnTo>
                  <a:lnTo>
                    <a:pt x="9114" y="5213"/>
                  </a:lnTo>
                  <a:lnTo>
                    <a:pt x="9114" y="5754"/>
                  </a:lnTo>
                  <a:lnTo>
                    <a:pt x="9075" y="6256"/>
                  </a:lnTo>
                  <a:lnTo>
                    <a:pt x="8998" y="6758"/>
                  </a:lnTo>
                  <a:lnTo>
                    <a:pt x="8882" y="7260"/>
                  </a:lnTo>
                  <a:lnTo>
                    <a:pt x="8689" y="7723"/>
                  </a:lnTo>
                  <a:lnTo>
                    <a:pt x="8496" y="8225"/>
                  </a:lnTo>
                  <a:lnTo>
                    <a:pt x="8303" y="8650"/>
                  </a:lnTo>
                  <a:lnTo>
                    <a:pt x="8033" y="9113"/>
                  </a:lnTo>
                  <a:lnTo>
                    <a:pt x="7763" y="9538"/>
                  </a:lnTo>
                  <a:lnTo>
                    <a:pt x="7454" y="9924"/>
                  </a:lnTo>
                  <a:lnTo>
                    <a:pt x="7106" y="10349"/>
                  </a:lnTo>
                  <a:lnTo>
                    <a:pt x="6759" y="10735"/>
                  </a:lnTo>
                  <a:lnTo>
                    <a:pt x="6025" y="11469"/>
                  </a:lnTo>
                  <a:lnTo>
                    <a:pt x="5253" y="12125"/>
                  </a:lnTo>
                  <a:lnTo>
                    <a:pt x="5098" y="12125"/>
                  </a:lnTo>
                  <a:lnTo>
                    <a:pt x="5059" y="12202"/>
                  </a:lnTo>
                  <a:lnTo>
                    <a:pt x="5021" y="12241"/>
                  </a:lnTo>
                  <a:lnTo>
                    <a:pt x="5021" y="12280"/>
                  </a:lnTo>
                  <a:lnTo>
                    <a:pt x="4210" y="11816"/>
                  </a:lnTo>
                  <a:lnTo>
                    <a:pt x="3476" y="11314"/>
                  </a:lnTo>
                  <a:lnTo>
                    <a:pt x="2781" y="10735"/>
                  </a:lnTo>
                  <a:lnTo>
                    <a:pt x="2472" y="10426"/>
                  </a:lnTo>
                  <a:lnTo>
                    <a:pt x="2163" y="10117"/>
                  </a:lnTo>
                  <a:lnTo>
                    <a:pt x="1893" y="9770"/>
                  </a:lnTo>
                  <a:lnTo>
                    <a:pt x="1661" y="9422"/>
                  </a:lnTo>
                  <a:lnTo>
                    <a:pt x="1430" y="9036"/>
                  </a:lnTo>
                  <a:lnTo>
                    <a:pt x="1198" y="8650"/>
                  </a:lnTo>
                  <a:lnTo>
                    <a:pt x="1005" y="8264"/>
                  </a:lnTo>
                  <a:lnTo>
                    <a:pt x="850" y="7839"/>
                  </a:lnTo>
                  <a:lnTo>
                    <a:pt x="735" y="7376"/>
                  </a:lnTo>
                  <a:lnTo>
                    <a:pt x="619" y="6912"/>
                  </a:lnTo>
                  <a:lnTo>
                    <a:pt x="542" y="6449"/>
                  </a:lnTo>
                  <a:lnTo>
                    <a:pt x="503" y="5985"/>
                  </a:lnTo>
                  <a:lnTo>
                    <a:pt x="503" y="5522"/>
                  </a:lnTo>
                  <a:lnTo>
                    <a:pt x="542" y="5020"/>
                  </a:lnTo>
                  <a:lnTo>
                    <a:pt x="619" y="4557"/>
                  </a:lnTo>
                  <a:lnTo>
                    <a:pt x="696" y="4055"/>
                  </a:lnTo>
                  <a:lnTo>
                    <a:pt x="850" y="3591"/>
                  </a:lnTo>
                  <a:lnTo>
                    <a:pt x="1005" y="3167"/>
                  </a:lnTo>
                  <a:lnTo>
                    <a:pt x="1237" y="2742"/>
                  </a:lnTo>
                  <a:lnTo>
                    <a:pt x="1468" y="2317"/>
                  </a:lnTo>
                  <a:lnTo>
                    <a:pt x="1739" y="1931"/>
                  </a:lnTo>
                  <a:lnTo>
                    <a:pt x="2086" y="1583"/>
                  </a:lnTo>
                  <a:lnTo>
                    <a:pt x="2434" y="1274"/>
                  </a:lnTo>
                  <a:lnTo>
                    <a:pt x="2820" y="1004"/>
                  </a:lnTo>
                  <a:lnTo>
                    <a:pt x="3245" y="811"/>
                  </a:lnTo>
                  <a:lnTo>
                    <a:pt x="3708" y="618"/>
                  </a:lnTo>
                  <a:lnTo>
                    <a:pt x="4249" y="502"/>
                  </a:lnTo>
                  <a:lnTo>
                    <a:pt x="4751" y="463"/>
                  </a:lnTo>
                  <a:close/>
                  <a:moveTo>
                    <a:pt x="5137" y="12627"/>
                  </a:moveTo>
                  <a:lnTo>
                    <a:pt x="5214" y="12666"/>
                  </a:lnTo>
                  <a:lnTo>
                    <a:pt x="5484" y="13129"/>
                  </a:lnTo>
                  <a:lnTo>
                    <a:pt x="4751" y="13052"/>
                  </a:lnTo>
                  <a:lnTo>
                    <a:pt x="5059" y="12627"/>
                  </a:lnTo>
                  <a:close/>
                  <a:moveTo>
                    <a:pt x="3167" y="13979"/>
                  </a:moveTo>
                  <a:lnTo>
                    <a:pt x="3476" y="14403"/>
                  </a:lnTo>
                  <a:lnTo>
                    <a:pt x="3708" y="14828"/>
                  </a:lnTo>
                  <a:lnTo>
                    <a:pt x="3669" y="14867"/>
                  </a:lnTo>
                  <a:lnTo>
                    <a:pt x="3438" y="14944"/>
                  </a:lnTo>
                  <a:lnTo>
                    <a:pt x="3167" y="15021"/>
                  </a:lnTo>
                  <a:lnTo>
                    <a:pt x="2936" y="15060"/>
                  </a:lnTo>
                  <a:lnTo>
                    <a:pt x="2665" y="15021"/>
                  </a:lnTo>
                  <a:lnTo>
                    <a:pt x="2936" y="14519"/>
                  </a:lnTo>
                  <a:lnTo>
                    <a:pt x="3167" y="13979"/>
                  </a:lnTo>
                  <a:close/>
                  <a:moveTo>
                    <a:pt x="5330" y="14867"/>
                  </a:moveTo>
                  <a:lnTo>
                    <a:pt x="5021" y="15987"/>
                  </a:lnTo>
                  <a:lnTo>
                    <a:pt x="4789" y="15794"/>
                  </a:lnTo>
                  <a:lnTo>
                    <a:pt x="4557" y="15562"/>
                  </a:lnTo>
                  <a:lnTo>
                    <a:pt x="4364" y="15330"/>
                  </a:lnTo>
                  <a:lnTo>
                    <a:pt x="4210" y="15098"/>
                  </a:lnTo>
                  <a:lnTo>
                    <a:pt x="4171" y="15060"/>
                  </a:lnTo>
                  <a:lnTo>
                    <a:pt x="5330" y="14867"/>
                  </a:lnTo>
                  <a:close/>
                  <a:moveTo>
                    <a:pt x="4055" y="15407"/>
                  </a:moveTo>
                  <a:lnTo>
                    <a:pt x="4249" y="15678"/>
                  </a:lnTo>
                  <a:lnTo>
                    <a:pt x="4480" y="15948"/>
                  </a:lnTo>
                  <a:lnTo>
                    <a:pt x="4712" y="16218"/>
                  </a:lnTo>
                  <a:lnTo>
                    <a:pt x="4982" y="16450"/>
                  </a:lnTo>
                  <a:lnTo>
                    <a:pt x="5098" y="16489"/>
                  </a:lnTo>
                  <a:lnTo>
                    <a:pt x="4905" y="16991"/>
                  </a:lnTo>
                  <a:lnTo>
                    <a:pt x="4789" y="17531"/>
                  </a:lnTo>
                  <a:lnTo>
                    <a:pt x="4480" y="17145"/>
                  </a:lnTo>
                  <a:lnTo>
                    <a:pt x="4249" y="16759"/>
                  </a:lnTo>
                  <a:lnTo>
                    <a:pt x="4133" y="16527"/>
                  </a:lnTo>
                  <a:lnTo>
                    <a:pt x="4055" y="16296"/>
                  </a:lnTo>
                  <a:lnTo>
                    <a:pt x="4017" y="16064"/>
                  </a:lnTo>
                  <a:lnTo>
                    <a:pt x="4017" y="15794"/>
                  </a:lnTo>
                  <a:lnTo>
                    <a:pt x="4055" y="15407"/>
                  </a:lnTo>
                  <a:close/>
                  <a:moveTo>
                    <a:pt x="5291" y="16798"/>
                  </a:moveTo>
                  <a:lnTo>
                    <a:pt x="5600" y="17145"/>
                  </a:lnTo>
                  <a:lnTo>
                    <a:pt x="5870" y="17531"/>
                  </a:lnTo>
                  <a:lnTo>
                    <a:pt x="5446" y="17570"/>
                  </a:lnTo>
                  <a:lnTo>
                    <a:pt x="5021" y="17647"/>
                  </a:lnTo>
                  <a:lnTo>
                    <a:pt x="5291" y="16798"/>
                  </a:lnTo>
                  <a:close/>
                  <a:moveTo>
                    <a:pt x="4557" y="17879"/>
                  </a:moveTo>
                  <a:lnTo>
                    <a:pt x="4635" y="17995"/>
                  </a:lnTo>
                  <a:lnTo>
                    <a:pt x="4519" y="18149"/>
                  </a:lnTo>
                  <a:lnTo>
                    <a:pt x="4403" y="18381"/>
                  </a:lnTo>
                  <a:lnTo>
                    <a:pt x="4287" y="18805"/>
                  </a:lnTo>
                  <a:lnTo>
                    <a:pt x="3901" y="18381"/>
                  </a:lnTo>
                  <a:lnTo>
                    <a:pt x="3553" y="17917"/>
                  </a:lnTo>
                  <a:lnTo>
                    <a:pt x="4557" y="17879"/>
                  </a:lnTo>
                  <a:close/>
                  <a:moveTo>
                    <a:pt x="7917" y="20003"/>
                  </a:moveTo>
                  <a:lnTo>
                    <a:pt x="7878" y="20736"/>
                  </a:lnTo>
                  <a:lnTo>
                    <a:pt x="7763" y="21509"/>
                  </a:lnTo>
                  <a:lnTo>
                    <a:pt x="6797" y="20775"/>
                  </a:lnTo>
                  <a:lnTo>
                    <a:pt x="6759" y="20736"/>
                  </a:lnTo>
                  <a:lnTo>
                    <a:pt x="6681" y="20466"/>
                  </a:lnTo>
                  <a:lnTo>
                    <a:pt x="6990" y="20273"/>
                  </a:lnTo>
                  <a:lnTo>
                    <a:pt x="7299" y="20118"/>
                  </a:lnTo>
                  <a:lnTo>
                    <a:pt x="7608" y="20041"/>
                  </a:lnTo>
                  <a:lnTo>
                    <a:pt x="7917" y="20003"/>
                  </a:lnTo>
                  <a:close/>
                  <a:moveTo>
                    <a:pt x="5330" y="20389"/>
                  </a:moveTo>
                  <a:lnTo>
                    <a:pt x="6179" y="20813"/>
                  </a:lnTo>
                  <a:lnTo>
                    <a:pt x="5755" y="21200"/>
                  </a:lnTo>
                  <a:lnTo>
                    <a:pt x="5368" y="21663"/>
                  </a:lnTo>
                  <a:lnTo>
                    <a:pt x="5291" y="21007"/>
                  </a:lnTo>
                  <a:lnTo>
                    <a:pt x="5330" y="20389"/>
                  </a:lnTo>
                  <a:close/>
                  <a:moveTo>
                    <a:pt x="4905" y="0"/>
                  </a:moveTo>
                  <a:lnTo>
                    <a:pt x="4519" y="39"/>
                  </a:lnTo>
                  <a:lnTo>
                    <a:pt x="4171" y="39"/>
                  </a:lnTo>
                  <a:lnTo>
                    <a:pt x="3785" y="116"/>
                  </a:lnTo>
                  <a:lnTo>
                    <a:pt x="3438" y="232"/>
                  </a:lnTo>
                  <a:lnTo>
                    <a:pt x="3090" y="348"/>
                  </a:lnTo>
                  <a:lnTo>
                    <a:pt x="2743" y="502"/>
                  </a:lnTo>
                  <a:lnTo>
                    <a:pt x="2434" y="695"/>
                  </a:lnTo>
                  <a:lnTo>
                    <a:pt x="2086" y="927"/>
                  </a:lnTo>
                  <a:lnTo>
                    <a:pt x="1816" y="1197"/>
                  </a:lnTo>
                  <a:lnTo>
                    <a:pt x="1507" y="1506"/>
                  </a:lnTo>
                  <a:lnTo>
                    <a:pt x="1275" y="1815"/>
                  </a:lnTo>
                  <a:lnTo>
                    <a:pt x="1044" y="2124"/>
                  </a:lnTo>
                  <a:lnTo>
                    <a:pt x="812" y="2471"/>
                  </a:lnTo>
                  <a:lnTo>
                    <a:pt x="619" y="2858"/>
                  </a:lnTo>
                  <a:lnTo>
                    <a:pt x="464" y="3205"/>
                  </a:lnTo>
                  <a:lnTo>
                    <a:pt x="310" y="3591"/>
                  </a:lnTo>
                  <a:lnTo>
                    <a:pt x="233" y="3977"/>
                  </a:lnTo>
                  <a:lnTo>
                    <a:pt x="117" y="4364"/>
                  </a:lnTo>
                  <a:lnTo>
                    <a:pt x="78" y="4750"/>
                  </a:lnTo>
                  <a:lnTo>
                    <a:pt x="1" y="5174"/>
                  </a:lnTo>
                  <a:lnTo>
                    <a:pt x="1" y="5561"/>
                  </a:lnTo>
                  <a:lnTo>
                    <a:pt x="1" y="5985"/>
                  </a:lnTo>
                  <a:lnTo>
                    <a:pt x="40" y="6372"/>
                  </a:lnTo>
                  <a:lnTo>
                    <a:pt x="78" y="6796"/>
                  </a:lnTo>
                  <a:lnTo>
                    <a:pt x="155" y="7182"/>
                  </a:lnTo>
                  <a:lnTo>
                    <a:pt x="271" y="7569"/>
                  </a:lnTo>
                  <a:lnTo>
                    <a:pt x="387" y="7993"/>
                  </a:lnTo>
                  <a:lnTo>
                    <a:pt x="542" y="8380"/>
                  </a:lnTo>
                  <a:lnTo>
                    <a:pt x="928" y="9152"/>
                  </a:lnTo>
                  <a:lnTo>
                    <a:pt x="1121" y="9538"/>
                  </a:lnTo>
                  <a:lnTo>
                    <a:pt x="1352" y="9924"/>
                  </a:lnTo>
                  <a:lnTo>
                    <a:pt x="1623" y="10272"/>
                  </a:lnTo>
                  <a:lnTo>
                    <a:pt x="1893" y="10619"/>
                  </a:lnTo>
                  <a:lnTo>
                    <a:pt x="2202" y="10928"/>
                  </a:lnTo>
                  <a:lnTo>
                    <a:pt x="2511" y="11237"/>
                  </a:lnTo>
                  <a:lnTo>
                    <a:pt x="2820" y="11546"/>
                  </a:lnTo>
                  <a:lnTo>
                    <a:pt x="3167" y="11778"/>
                  </a:lnTo>
                  <a:lnTo>
                    <a:pt x="3553" y="12009"/>
                  </a:lnTo>
                  <a:lnTo>
                    <a:pt x="3940" y="12241"/>
                  </a:lnTo>
                  <a:lnTo>
                    <a:pt x="4326" y="12395"/>
                  </a:lnTo>
                  <a:lnTo>
                    <a:pt x="4712" y="12550"/>
                  </a:lnTo>
                  <a:lnTo>
                    <a:pt x="4171" y="13091"/>
                  </a:lnTo>
                  <a:lnTo>
                    <a:pt x="4133" y="13206"/>
                  </a:lnTo>
                  <a:lnTo>
                    <a:pt x="4133" y="13322"/>
                  </a:lnTo>
                  <a:lnTo>
                    <a:pt x="4210" y="13399"/>
                  </a:lnTo>
                  <a:lnTo>
                    <a:pt x="4326" y="13438"/>
                  </a:lnTo>
                  <a:lnTo>
                    <a:pt x="4789" y="13477"/>
                  </a:lnTo>
                  <a:lnTo>
                    <a:pt x="4519" y="13747"/>
                  </a:lnTo>
                  <a:lnTo>
                    <a:pt x="4287" y="13979"/>
                  </a:lnTo>
                  <a:lnTo>
                    <a:pt x="4094" y="14288"/>
                  </a:lnTo>
                  <a:lnTo>
                    <a:pt x="3940" y="14596"/>
                  </a:lnTo>
                  <a:lnTo>
                    <a:pt x="3785" y="14288"/>
                  </a:lnTo>
                  <a:lnTo>
                    <a:pt x="3631" y="14017"/>
                  </a:lnTo>
                  <a:lnTo>
                    <a:pt x="3438" y="13747"/>
                  </a:lnTo>
                  <a:lnTo>
                    <a:pt x="3206" y="13477"/>
                  </a:lnTo>
                  <a:lnTo>
                    <a:pt x="3129" y="13438"/>
                  </a:lnTo>
                  <a:lnTo>
                    <a:pt x="3051" y="13438"/>
                  </a:lnTo>
                  <a:lnTo>
                    <a:pt x="2974" y="13477"/>
                  </a:lnTo>
                  <a:lnTo>
                    <a:pt x="2897" y="13593"/>
                  </a:lnTo>
                  <a:lnTo>
                    <a:pt x="2588" y="14326"/>
                  </a:lnTo>
                  <a:lnTo>
                    <a:pt x="2241" y="15098"/>
                  </a:lnTo>
                  <a:lnTo>
                    <a:pt x="2202" y="15176"/>
                  </a:lnTo>
                  <a:lnTo>
                    <a:pt x="2202" y="15253"/>
                  </a:lnTo>
                  <a:lnTo>
                    <a:pt x="2241" y="15330"/>
                  </a:lnTo>
                  <a:lnTo>
                    <a:pt x="2318" y="15369"/>
                  </a:lnTo>
                  <a:lnTo>
                    <a:pt x="2665" y="15407"/>
                  </a:lnTo>
                  <a:lnTo>
                    <a:pt x="3013" y="15407"/>
                  </a:lnTo>
                  <a:lnTo>
                    <a:pt x="3360" y="15369"/>
                  </a:lnTo>
                  <a:lnTo>
                    <a:pt x="3669" y="15253"/>
                  </a:lnTo>
                  <a:lnTo>
                    <a:pt x="3669" y="15253"/>
                  </a:lnTo>
                  <a:lnTo>
                    <a:pt x="3631" y="15562"/>
                  </a:lnTo>
                  <a:lnTo>
                    <a:pt x="3592" y="15909"/>
                  </a:lnTo>
                  <a:lnTo>
                    <a:pt x="3631" y="16141"/>
                  </a:lnTo>
                  <a:lnTo>
                    <a:pt x="3669" y="16373"/>
                  </a:lnTo>
                  <a:lnTo>
                    <a:pt x="3785" y="16798"/>
                  </a:lnTo>
                  <a:lnTo>
                    <a:pt x="4017" y="17184"/>
                  </a:lnTo>
                  <a:lnTo>
                    <a:pt x="4287" y="17570"/>
                  </a:lnTo>
                  <a:lnTo>
                    <a:pt x="3245" y="17570"/>
                  </a:lnTo>
                  <a:lnTo>
                    <a:pt x="3167" y="17608"/>
                  </a:lnTo>
                  <a:lnTo>
                    <a:pt x="3090" y="17647"/>
                  </a:lnTo>
                  <a:lnTo>
                    <a:pt x="3051" y="17763"/>
                  </a:lnTo>
                  <a:lnTo>
                    <a:pt x="3090" y="17840"/>
                  </a:lnTo>
                  <a:lnTo>
                    <a:pt x="3322" y="18265"/>
                  </a:lnTo>
                  <a:lnTo>
                    <a:pt x="3592" y="18612"/>
                  </a:lnTo>
                  <a:lnTo>
                    <a:pt x="3901" y="18960"/>
                  </a:lnTo>
                  <a:lnTo>
                    <a:pt x="4249" y="19307"/>
                  </a:lnTo>
                  <a:lnTo>
                    <a:pt x="4326" y="19346"/>
                  </a:lnTo>
                  <a:lnTo>
                    <a:pt x="4442" y="19346"/>
                  </a:lnTo>
                  <a:lnTo>
                    <a:pt x="4519" y="19307"/>
                  </a:lnTo>
                  <a:lnTo>
                    <a:pt x="4557" y="19230"/>
                  </a:lnTo>
                  <a:lnTo>
                    <a:pt x="4751" y="18767"/>
                  </a:lnTo>
                  <a:lnTo>
                    <a:pt x="4828" y="18497"/>
                  </a:lnTo>
                  <a:lnTo>
                    <a:pt x="4905" y="18265"/>
                  </a:lnTo>
                  <a:lnTo>
                    <a:pt x="5021" y="18381"/>
                  </a:lnTo>
                  <a:lnTo>
                    <a:pt x="5446" y="18883"/>
                  </a:lnTo>
                  <a:lnTo>
                    <a:pt x="5793" y="19385"/>
                  </a:lnTo>
                  <a:lnTo>
                    <a:pt x="6063" y="19964"/>
                  </a:lnTo>
                  <a:lnTo>
                    <a:pt x="6257" y="20543"/>
                  </a:lnTo>
                  <a:lnTo>
                    <a:pt x="5253" y="19964"/>
                  </a:lnTo>
                  <a:lnTo>
                    <a:pt x="5175" y="19925"/>
                  </a:lnTo>
                  <a:lnTo>
                    <a:pt x="5098" y="19925"/>
                  </a:lnTo>
                  <a:lnTo>
                    <a:pt x="5021" y="20003"/>
                  </a:lnTo>
                  <a:lnTo>
                    <a:pt x="4982" y="20041"/>
                  </a:lnTo>
                  <a:lnTo>
                    <a:pt x="4944" y="20582"/>
                  </a:lnTo>
                  <a:lnTo>
                    <a:pt x="4944" y="21084"/>
                  </a:lnTo>
                  <a:lnTo>
                    <a:pt x="4982" y="21586"/>
                  </a:lnTo>
                  <a:lnTo>
                    <a:pt x="5059" y="22088"/>
                  </a:lnTo>
                  <a:lnTo>
                    <a:pt x="5098" y="22204"/>
                  </a:lnTo>
                  <a:lnTo>
                    <a:pt x="5214" y="22242"/>
                  </a:lnTo>
                  <a:lnTo>
                    <a:pt x="5291" y="22242"/>
                  </a:lnTo>
                  <a:lnTo>
                    <a:pt x="5368" y="22165"/>
                  </a:lnTo>
                  <a:lnTo>
                    <a:pt x="5870" y="21663"/>
                  </a:lnTo>
                  <a:lnTo>
                    <a:pt x="6372" y="21161"/>
                  </a:lnTo>
                  <a:lnTo>
                    <a:pt x="6411" y="21547"/>
                  </a:lnTo>
                  <a:lnTo>
                    <a:pt x="6372" y="21933"/>
                  </a:lnTo>
                  <a:lnTo>
                    <a:pt x="6295" y="22474"/>
                  </a:lnTo>
                  <a:lnTo>
                    <a:pt x="6102" y="23053"/>
                  </a:lnTo>
                  <a:lnTo>
                    <a:pt x="5870" y="23671"/>
                  </a:lnTo>
                  <a:lnTo>
                    <a:pt x="5677" y="23941"/>
                  </a:lnTo>
                  <a:lnTo>
                    <a:pt x="5523" y="24173"/>
                  </a:lnTo>
                  <a:lnTo>
                    <a:pt x="5330" y="24405"/>
                  </a:lnTo>
                  <a:lnTo>
                    <a:pt x="5098" y="24598"/>
                  </a:lnTo>
                  <a:lnTo>
                    <a:pt x="4866" y="24752"/>
                  </a:lnTo>
                  <a:lnTo>
                    <a:pt x="4635" y="24868"/>
                  </a:lnTo>
                  <a:lnTo>
                    <a:pt x="4364" y="24945"/>
                  </a:lnTo>
                  <a:lnTo>
                    <a:pt x="4094" y="24907"/>
                  </a:lnTo>
                  <a:lnTo>
                    <a:pt x="3785" y="24868"/>
                  </a:lnTo>
                  <a:lnTo>
                    <a:pt x="3476" y="24714"/>
                  </a:lnTo>
                  <a:lnTo>
                    <a:pt x="3399" y="24675"/>
                  </a:lnTo>
                  <a:lnTo>
                    <a:pt x="3360" y="24675"/>
                  </a:lnTo>
                  <a:lnTo>
                    <a:pt x="3283" y="24752"/>
                  </a:lnTo>
                  <a:lnTo>
                    <a:pt x="3245" y="24868"/>
                  </a:lnTo>
                  <a:lnTo>
                    <a:pt x="3245" y="24907"/>
                  </a:lnTo>
                  <a:lnTo>
                    <a:pt x="3283" y="24945"/>
                  </a:lnTo>
                  <a:lnTo>
                    <a:pt x="3438" y="25100"/>
                  </a:lnTo>
                  <a:lnTo>
                    <a:pt x="3592" y="25216"/>
                  </a:lnTo>
                  <a:lnTo>
                    <a:pt x="3785" y="25293"/>
                  </a:lnTo>
                  <a:lnTo>
                    <a:pt x="3940" y="25331"/>
                  </a:lnTo>
                  <a:lnTo>
                    <a:pt x="4133" y="25370"/>
                  </a:lnTo>
                  <a:lnTo>
                    <a:pt x="4287" y="25370"/>
                  </a:lnTo>
                  <a:lnTo>
                    <a:pt x="4635" y="25293"/>
                  </a:lnTo>
                  <a:lnTo>
                    <a:pt x="4982" y="25138"/>
                  </a:lnTo>
                  <a:lnTo>
                    <a:pt x="5330" y="24945"/>
                  </a:lnTo>
                  <a:lnTo>
                    <a:pt x="5600" y="24714"/>
                  </a:lnTo>
                  <a:lnTo>
                    <a:pt x="5870" y="24443"/>
                  </a:lnTo>
                  <a:lnTo>
                    <a:pt x="6141" y="24057"/>
                  </a:lnTo>
                  <a:lnTo>
                    <a:pt x="6334" y="23671"/>
                  </a:lnTo>
                  <a:lnTo>
                    <a:pt x="6527" y="23285"/>
                  </a:lnTo>
                  <a:lnTo>
                    <a:pt x="6643" y="22860"/>
                  </a:lnTo>
                  <a:lnTo>
                    <a:pt x="6759" y="22435"/>
                  </a:lnTo>
                  <a:lnTo>
                    <a:pt x="6797" y="21972"/>
                  </a:lnTo>
                  <a:lnTo>
                    <a:pt x="6836" y="21547"/>
                  </a:lnTo>
                  <a:lnTo>
                    <a:pt x="6797" y="21084"/>
                  </a:lnTo>
                  <a:lnTo>
                    <a:pt x="7763" y="21933"/>
                  </a:lnTo>
                  <a:lnTo>
                    <a:pt x="7840" y="21972"/>
                  </a:lnTo>
                  <a:lnTo>
                    <a:pt x="7917" y="21972"/>
                  </a:lnTo>
                  <a:lnTo>
                    <a:pt x="7994" y="21933"/>
                  </a:lnTo>
                  <a:lnTo>
                    <a:pt x="8071" y="21856"/>
                  </a:lnTo>
                  <a:lnTo>
                    <a:pt x="8149" y="21354"/>
                  </a:lnTo>
                  <a:lnTo>
                    <a:pt x="8226" y="20852"/>
                  </a:lnTo>
                  <a:lnTo>
                    <a:pt x="8303" y="19809"/>
                  </a:lnTo>
                  <a:lnTo>
                    <a:pt x="8303" y="19732"/>
                  </a:lnTo>
                  <a:lnTo>
                    <a:pt x="8265" y="19694"/>
                  </a:lnTo>
                  <a:lnTo>
                    <a:pt x="8187" y="19655"/>
                  </a:lnTo>
                  <a:lnTo>
                    <a:pt x="8149" y="19616"/>
                  </a:lnTo>
                  <a:lnTo>
                    <a:pt x="7724" y="19655"/>
                  </a:lnTo>
                  <a:lnTo>
                    <a:pt x="7299" y="19732"/>
                  </a:lnTo>
                  <a:lnTo>
                    <a:pt x="6952" y="19848"/>
                  </a:lnTo>
                  <a:lnTo>
                    <a:pt x="6604" y="20080"/>
                  </a:lnTo>
                  <a:lnTo>
                    <a:pt x="6334" y="19539"/>
                  </a:lnTo>
                  <a:lnTo>
                    <a:pt x="6025" y="18999"/>
                  </a:lnTo>
                  <a:lnTo>
                    <a:pt x="5677" y="18497"/>
                  </a:lnTo>
                  <a:lnTo>
                    <a:pt x="5253" y="18033"/>
                  </a:lnTo>
                  <a:lnTo>
                    <a:pt x="5214" y="17995"/>
                  </a:lnTo>
                  <a:lnTo>
                    <a:pt x="5716" y="17956"/>
                  </a:lnTo>
                  <a:lnTo>
                    <a:pt x="6179" y="17879"/>
                  </a:lnTo>
                  <a:lnTo>
                    <a:pt x="6257" y="17840"/>
                  </a:lnTo>
                  <a:lnTo>
                    <a:pt x="6295" y="17763"/>
                  </a:lnTo>
                  <a:lnTo>
                    <a:pt x="6295" y="17686"/>
                  </a:lnTo>
                  <a:lnTo>
                    <a:pt x="6257" y="17608"/>
                  </a:lnTo>
                  <a:lnTo>
                    <a:pt x="6102" y="17261"/>
                  </a:lnTo>
                  <a:lnTo>
                    <a:pt x="5870" y="16952"/>
                  </a:lnTo>
                  <a:lnTo>
                    <a:pt x="5639" y="16682"/>
                  </a:lnTo>
                  <a:lnTo>
                    <a:pt x="5368" y="16411"/>
                  </a:lnTo>
                  <a:lnTo>
                    <a:pt x="5291" y="16373"/>
                  </a:lnTo>
                  <a:lnTo>
                    <a:pt x="5793" y="14674"/>
                  </a:lnTo>
                  <a:lnTo>
                    <a:pt x="5793" y="14558"/>
                  </a:lnTo>
                  <a:lnTo>
                    <a:pt x="5755" y="14481"/>
                  </a:lnTo>
                  <a:lnTo>
                    <a:pt x="5677" y="14442"/>
                  </a:lnTo>
                  <a:lnTo>
                    <a:pt x="5561" y="14442"/>
                  </a:lnTo>
                  <a:lnTo>
                    <a:pt x="4326" y="14674"/>
                  </a:lnTo>
                  <a:lnTo>
                    <a:pt x="4326" y="14674"/>
                  </a:lnTo>
                  <a:lnTo>
                    <a:pt x="4519" y="14326"/>
                  </a:lnTo>
                  <a:lnTo>
                    <a:pt x="4751" y="14056"/>
                  </a:lnTo>
                  <a:lnTo>
                    <a:pt x="4982" y="13786"/>
                  </a:lnTo>
                  <a:lnTo>
                    <a:pt x="5214" y="13515"/>
                  </a:lnTo>
                  <a:lnTo>
                    <a:pt x="5870" y="13554"/>
                  </a:lnTo>
                  <a:lnTo>
                    <a:pt x="5986" y="13515"/>
                  </a:lnTo>
                  <a:lnTo>
                    <a:pt x="6025" y="13438"/>
                  </a:lnTo>
                  <a:lnTo>
                    <a:pt x="6063" y="13361"/>
                  </a:lnTo>
                  <a:lnTo>
                    <a:pt x="6025" y="13245"/>
                  </a:lnTo>
                  <a:lnTo>
                    <a:pt x="5832" y="12820"/>
                  </a:lnTo>
                  <a:lnTo>
                    <a:pt x="5561" y="12434"/>
                  </a:lnTo>
                  <a:lnTo>
                    <a:pt x="6257" y="11893"/>
                  </a:lnTo>
                  <a:lnTo>
                    <a:pt x="6913" y="11276"/>
                  </a:lnTo>
                  <a:lnTo>
                    <a:pt x="7531" y="10619"/>
                  </a:lnTo>
                  <a:lnTo>
                    <a:pt x="8110" y="9885"/>
                  </a:lnTo>
                  <a:lnTo>
                    <a:pt x="8573" y="9152"/>
                  </a:lnTo>
                  <a:lnTo>
                    <a:pt x="8805" y="8766"/>
                  </a:lnTo>
                  <a:lnTo>
                    <a:pt x="8998" y="8341"/>
                  </a:lnTo>
                  <a:lnTo>
                    <a:pt x="9153" y="7916"/>
                  </a:lnTo>
                  <a:lnTo>
                    <a:pt x="9307" y="7491"/>
                  </a:lnTo>
                  <a:lnTo>
                    <a:pt x="9423" y="7067"/>
                  </a:lnTo>
                  <a:lnTo>
                    <a:pt x="9500" y="6642"/>
                  </a:lnTo>
                  <a:lnTo>
                    <a:pt x="9577" y="6217"/>
                  </a:lnTo>
                  <a:lnTo>
                    <a:pt x="9616" y="5754"/>
                  </a:lnTo>
                  <a:lnTo>
                    <a:pt x="9616" y="5329"/>
                  </a:lnTo>
                  <a:lnTo>
                    <a:pt x="9577" y="4904"/>
                  </a:lnTo>
                  <a:lnTo>
                    <a:pt x="9539" y="4479"/>
                  </a:lnTo>
                  <a:lnTo>
                    <a:pt x="9462" y="4093"/>
                  </a:lnTo>
                  <a:lnTo>
                    <a:pt x="9346" y="3669"/>
                  </a:lnTo>
                  <a:lnTo>
                    <a:pt x="9230" y="3282"/>
                  </a:lnTo>
                  <a:lnTo>
                    <a:pt x="9037" y="2896"/>
                  </a:lnTo>
                  <a:lnTo>
                    <a:pt x="8882" y="2510"/>
                  </a:lnTo>
                  <a:lnTo>
                    <a:pt x="8651" y="2163"/>
                  </a:lnTo>
                  <a:lnTo>
                    <a:pt x="8380" y="1815"/>
                  </a:lnTo>
                  <a:lnTo>
                    <a:pt x="8110" y="1506"/>
                  </a:lnTo>
                  <a:lnTo>
                    <a:pt x="7801" y="1197"/>
                  </a:lnTo>
                  <a:lnTo>
                    <a:pt x="7492" y="927"/>
                  </a:lnTo>
                  <a:lnTo>
                    <a:pt x="7106" y="695"/>
                  </a:lnTo>
                  <a:lnTo>
                    <a:pt x="6759" y="502"/>
                  </a:lnTo>
                  <a:lnTo>
                    <a:pt x="6411" y="348"/>
                  </a:lnTo>
                  <a:lnTo>
                    <a:pt x="6025" y="193"/>
                  </a:lnTo>
                  <a:lnTo>
                    <a:pt x="5639" y="116"/>
                  </a:lnTo>
                  <a:lnTo>
                    <a:pt x="5291" y="3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19"/>
            <p:cNvSpPr/>
            <p:nvPr/>
          </p:nvSpPr>
          <p:spPr>
            <a:xfrm>
              <a:off x="3031900" y="427125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4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8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1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9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5"/>
                  </a:lnTo>
                  <a:lnTo>
                    <a:pt x="1159" y="541"/>
                  </a:lnTo>
                  <a:lnTo>
                    <a:pt x="1352" y="426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9"/>
                  </a:lnTo>
                  <a:lnTo>
                    <a:pt x="309" y="928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6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3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4"/>
                  </a:lnTo>
                  <a:lnTo>
                    <a:pt x="1468" y="4017"/>
                  </a:lnTo>
                  <a:lnTo>
                    <a:pt x="1661" y="4094"/>
                  </a:lnTo>
                  <a:lnTo>
                    <a:pt x="1893" y="4133"/>
                  </a:lnTo>
                  <a:lnTo>
                    <a:pt x="2317" y="4133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3"/>
                  </a:lnTo>
                  <a:lnTo>
                    <a:pt x="4171" y="1430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7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19"/>
            <p:cNvSpPr/>
            <p:nvPr/>
          </p:nvSpPr>
          <p:spPr>
            <a:xfrm>
              <a:off x="5567925" y="4274150"/>
              <a:ext cx="67600" cy="76300"/>
            </a:xfrm>
            <a:custGeom>
              <a:avLst/>
              <a:gdLst/>
              <a:ahLst/>
              <a:cxnLst/>
              <a:rect l="l" t="t" r="r" b="b"/>
              <a:pathLst>
                <a:path w="2704" h="3052" extrusionOk="0">
                  <a:moveTo>
                    <a:pt x="1159" y="425"/>
                  </a:moveTo>
                  <a:lnTo>
                    <a:pt x="1429" y="503"/>
                  </a:lnTo>
                  <a:lnTo>
                    <a:pt x="1661" y="619"/>
                  </a:lnTo>
                  <a:lnTo>
                    <a:pt x="1854" y="773"/>
                  </a:lnTo>
                  <a:lnTo>
                    <a:pt x="2009" y="966"/>
                  </a:lnTo>
                  <a:lnTo>
                    <a:pt x="2124" y="1121"/>
                  </a:lnTo>
                  <a:lnTo>
                    <a:pt x="2202" y="1314"/>
                  </a:lnTo>
                  <a:lnTo>
                    <a:pt x="2318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5"/>
                  </a:lnTo>
                  <a:lnTo>
                    <a:pt x="2047" y="2279"/>
                  </a:lnTo>
                  <a:lnTo>
                    <a:pt x="1623" y="2047"/>
                  </a:lnTo>
                  <a:lnTo>
                    <a:pt x="1236" y="1893"/>
                  </a:lnTo>
                  <a:lnTo>
                    <a:pt x="1005" y="1777"/>
                  </a:lnTo>
                  <a:lnTo>
                    <a:pt x="812" y="1661"/>
                  </a:lnTo>
                  <a:lnTo>
                    <a:pt x="619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2"/>
                  </a:lnTo>
                  <a:lnTo>
                    <a:pt x="541" y="657"/>
                  </a:lnTo>
                  <a:lnTo>
                    <a:pt x="619" y="580"/>
                  </a:lnTo>
                  <a:lnTo>
                    <a:pt x="696" y="503"/>
                  </a:lnTo>
                  <a:lnTo>
                    <a:pt x="812" y="464"/>
                  </a:lnTo>
                  <a:lnTo>
                    <a:pt x="927" y="425"/>
                  </a:lnTo>
                  <a:close/>
                  <a:moveTo>
                    <a:pt x="1005" y="1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4" y="425"/>
                  </a:lnTo>
                  <a:lnTo>
                    <a:pt x="78" y="619"/>
                  </a:lnTo>
                  <a:lnTo>
                    <a:pt x="1" y="812"/>
                  </a:lnTo>
                  <a:lnTo>
                    <a:pt x="1" y="1005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3"/>
                  </a:lnTo>
                  <a:lnTo>
                    <a:pt x="387" y="1854"/>
                  </a:lnTo>
                  <a:lnTo>
                    <a:pt x="619" y="2047"/>
                  </a:lnTo>
                  <a:lnTo>
                    <a:pt x="889" y="2202"/>
                  </a:lnTo>
                  <a:lnTo>
                    <a:pt x="1198" y="2318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9" y="2742"/>
                  </a:lnTo>
                  <a:lnTo>
                    <a:pt x="2202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1" y="3013"/>
                  </a:lnTo>
                  <a:lnTo>
                    <a:pt x="2588" y="2974"/>
                  </a:lnTo>
                  <a:lnTo>
                    <a:pt x="2626" y="2897"/>
                  </a:lnTo>
                  <a:lnTo>
                    <a:pt x="2704" y="2318"/>
                  </a:lnTo>
                  <a:lnTo>
                    <a:pt x="2704" y="2009"/>
                  </a:lnTo>
                  <a:lnTo>
                    <a:pt x="2704" y="1700"/>
                  </a:lnTo>
                  <a:lnTo>
                    <a:pt x="2626" y="1429"/>
                  </a:lnTo>
                  <a:lnTo>
                    <a:pt x="2549" y="1121"/>
                  </a:lnTo>
                  <a:lnTo>
                    <a:pt x="2433" y="850"/>
                  </a:lnTo>
                  <a:lnTo>
                    <a:pt x="2279" y="580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700" y="117"/>
                  </a:lnTo>
                  <a:lnTo>
                    <a:pt x="1507" y="39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19"/>
            <p:cNvSpPr/>
            <p:nvPr/>
          </p:nvSpPr>
          <p:spPr>
            <a:xfrm>
              <a:off x="2254775" y="4312775"/>
              <a:ext cx="326325" cy="190200"/>
            </a:xfrm>
            <a:custGeom>
              <a:avLst/>
              <a:gdLst/>
              <a:ahLst/>
              <a:cxnLst/>
              <a:rect l="l" t="t" r="r" b="b"/>
              <a:pathLst>
                <a:path w="13053" h="7608" extrusionOk="0">
                  <a:moveTo>
                    <a:pt x="8920" y="271"/>
                  </a:moveTo>
                  <a:lnTo>
                    <a:pt x="9036" y="348"/>
                  </a:lnTo>
                  <a:lnTo>
                    <a:pt x="9191" y="464"/>
                  </a:lnTo>
                  <a:lnTo>
                    <a:pt x="9307" y="618"/>
                  </a:lnTo>
                  <a:lnTo>
                    <a:pt x="9384" y="657"/>
                  </a:lnTo>
                  <a:lnTo>
                    <a:pt x="9422" y="966"/>
                  </a:lnTo>
                  <a:lnTo>
                    <a:pt x="9422" y="1275"/>
                  </a:lnTo>
                  <a:lnTo>
                    <a:pt x="9345" y="1545"/>
                  </a:lnTo>
                  <a:lnTo>
                    <a:pt x="9229" y="1815"/>
                  </a:lnTo>
                  <a:lnTo>
                    <a:pt x="9036" y="2085"/>
                  </a:lnTo>
                  <a:lnTo>
                    <a:pt x="8882" y="2317"/>
                  </a:lnTo>
                  <a:lnTo>
                    <a:pt x="8457" y="2781"/>
                  </a:lnTo>
                  <a:lnTo>
                    <a:pt x="6990" y="4441"/>
                  </a:lnTo>
                  <a:lnTo>
                    <a:pt x="6835" y="4441"/>
                  </a:lnTo>
                  <a:lnTo>
                    <a:pt x="7106" y="3476"/>
                  </a:lnTo>
                  <a:lnTo>
                    <a:pt x="7415" y="2549"/>
                  </a:lnTo>
                  <a:lnTo>
                    <a:pt x="7801" y="1506"/>
                  </a:lnTo>
                  <a:lnTo>
                    <a:pt x="8032" y="1043"/>
                  </a:lnTo>
                  <a:lnTo>
                    <a:pt x="8187" y="773"/>
                  </a:lnTo>
                  <a:lnTo>
                    <a:pt x="8380" y="502"/>
                  </a:lnTo>
                  <a:lnTo>
                    <a:pt x="8573" y="348"/>
                  </a:lnTo>
                  <a:lnTo>
                    <a:pt x="8689" y="271"/>
                  </a:lnTo>
                  <a:close/>
                  <a:moveTo>
                    <a:pt x="2124" y="4441"/>
                  </a:moveTo>
                  <a:lnTo>
                    <a:pt x="2974" y="4557"/>
                  </a:lnTo>
                  <a:lnTo>
                    <a:pt x="3823" y="4711"/>
                  </a:lnTo>
                  <a:lnTo>
                    <a:pt x="4905" y="4866"/>
                  </a:lnTo>
                  <a:lnTo>
                    <a:pt x="5407" y="4943"/>
                  </a:lnTo>
                  <a:lnTo>
                    <a:pt x="5947" y="4982"/>
                  </a:lnTo>
                  <a:lnTo>
                    <a:pt x="4673" y="5213"/>
                  </a:lnTo>
                  <a:lnTo>
                    <a:pt x="3399" y="5406"/>
                  </a:lnTo>
                  <a:lnTo>
                    <a:pt x="2703" y="5484"/>
                  </a:lnTo>
                  <a:lnTo>
                    <a:pt x="1622" y="5484"/>
                  </a:lnTo>
                  <a:lnTo>
                    <a:pt x="1236" y="5445"/>
                  </a:lnTo>
                  <a:lnTo>
                    <a:pt x="966" y="5368"/>
                  </a:lnTo>
                  <a:lnTo>
                    <a:pt x="773" y="5291"/>
                  </a:lnTo>
                  <a:lnTo>
                    <a:pt x="696" y="5213"/>
                  </a:lnTo>
                  <a:lnTo>
                    <a:pt x="657" y="5097"/>
                  </a:lnTo>
                  <a:lnTo>
                    <a:pt x="657" y="4982"/>
                  </a:lnTo>
                  <a:lnTo>
                    <a:pt x="696" y="4827"/>
                  </a:lnTo>
                  <a:lnTo>
                    <a:pt x="734" y="4673"/>
                  </a:lnTo>
                  <a:lnTo>
                    <a:pt x="811" y="4557"/>
                  </a:lnTo>
                  <a:lnTo>
                    <a:pt x="889" y="4480"/>
                  </a:lnTo>
                  <a:lnTo>
                    <a:pt x="966" y="4441"/>
                  </a:lnTo>
                  <a:close/>
                  <a:moveTo>
                    <a:pt x="7183" y="4866"/>
                  </a:moveTo>
                  <a:lnTo>
                    <a:pt x="8380" y="5097"/>
                  </a:lnTo>
                  <a:lnTo>
                    <a:pt x="9616" y="5406"/>
                  </a:lnTo>
                  <a:lnTo>
                    <a:pt x="10272" y="5599"/>
                  </a:lnTo>
                  <a:lnTo>
                    <a:pt x="10967" y="5792"/>
                  </a:lnTo>
                  <a:lnTo>
                    <a:pt x="11662" y="6024"/>
                  </a:lnTo>
                  <a:lnTo>
                    <a:pt x="12087" y="6217"/>
                  </a:lnTo>
                  <a:lnTo>
                    <a:pt x="12203" y="6256"/>
                  </a:lnTo>
                  <a:lnTo>
                    <a:pt x="12319" y="6333"/>
                  </a:lnTo>
                  <a:lnTo>
                    <a:pt x="12396" y="6410"/>
                  </a:lnTo>
                  <a:lnTo>
                    <a:pt x="12434" y="6526"/>
                  </a:lnTo>
                  <a:lnTo>
                    <a:pt x="12473" y="6642"/>
                  </a:lnTo>
                  <a:lnTo>
                    <a:pt x="12473" y="6796"/>
                  </a:lnTo>
                  <a:lnTo>
                    <a:pt x="12396" y="7144"/>
                  </a:lnTo>
                  <a:lnTo>
                    <a:pt x="12241" y="7183"/>
                  </a:lnTo>
                  <a:lnTo>
                    <a:pt x="12010" y="7221"/>
                  </a:lnTo>
                  <a:lnTo>
                    <a:pt x="11817" y="7183"/>
                  </a:lnTo>
                  <a:lnTo>
                    <a:pt x="11585" y="7144"/>
                  </a:lnTo>
                  <a:lnTo>
                    <a:pt x="11122" y="7028"/>
                  </a:lnTo>
                  <a:lnTo>
                    <a:pt x="10735" y="6874"/>
                  </a:lnTo>
                  <a:lnTo>
                    <a:pt x="10002" y="6603"/>
                  </a:lnTo>
                  <a:lnTo>
                    <a:pt x="9307" y="6256"/>
                  </a:lnTo>
                  <a:lnTo>
                    <a:pt x="8766" y="5947"/>
                  </a:lnTo>
                  <a:lnTo>
                    <a:pt x="8225" y="5599"/>
                  </a:lnTo>
                  <a:lnTo>
                    <a:pt x="7183" y="4866"/>
                  </a:lnTo>
                  <a:close/>
                  <a:moveTo>
                    <a:pt x="8805" y="0"/>
                  </a:moveTo>
                  <a:lnTo>
                    <a:pt x="8573" y="39"/>
                  </a:lnTo>
                  <a:lnTo>
                    <a:pt x="8341" y="155"/>
                  </a:lnTo>
                  <a:lnTo>
                    <a:pt x="8110" y="271"/>
                  </a:lnTo>
                  <a:lnTo>
                    <a:pt x="7955" y="464"/>
                  </a:lnTo>
                  <a:lnTo>
                    <a:pt x="7723" y="850"/>
                  </a:lnTo>
                  <a:lnTo>
                    <a:pt x="7492" y="1275"/>
                  </a:lnTo>
                  <a:lnTo>
                    <a:pt x="7183" y="2201"/>
                  </a:lnTo>
                  <a:lnTo>
                    <a:pt x="6835" y="3321"/>
                  </a:lnTo>
                  <a:lnTo>
                    <a:pt x="6719" y="3862"/>
                  </a:lnTo>
                  <a:lnTo>
                    <a:pt x="6604" y="4441"/>
                  </a:lnTo>
                  <a:lnTo>
                    <a:pt x="6526" y="4518"/>
                  </a:lnTo>
                  <a:lnTo>
                    <a:pt x="6526" y="4634"/>
                  </a:lnTo>
                  <a:lnTo>
                    <a:pt x="5947" y="4595"/>
                  </a:lnTo>
                  <a:lnTo>
                    <a:pt x="5407" y="4557"/>
                  </a:lnTo>
                  <a:lnTo>
                    <a:pt x="4325" y="4402"/>
                  </a:lnTo>
                  <a:lnTo>
                    <a:pt x="3244" y="4209"/>
                  </a:lnTo>
                  <a:lnTo>
                    <a:pt x="2703" y="4132"/>
                  </a:lnTo>
                  <a:lnTo>
                    <a:pt x="2124" y="4093"/>
                  </a:lnTo>
                  <a:lnTo>
                    <a:pt x="1545" y="4055"/>
                  </a:lnTo>
                  <a:lnTo>
                    <a:pt x="1159" y="4055"/>
                  </a:lnTo>
                  <a:lnTo>
                    <a:pt x="773" y="4093"/>
                  </a:lnTo>
                  <a:lnTo>
                    <a:pt x="425" y="4209"/>
                  </a:lnTo>
                  <a:lnTo>
                    <a:pt x="271" y="4287"/>
                  </a:lnTo>
                  <a:lnTo>
                    <a:pt x="155" y="4364"/>
                  </a:lnTo>
                  <a:lnTo>
                    <a:pt x="78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4982"/>
                  </a:lnTo>
                  <a:lnTo>
                    <a:pt x="78" y="5136"/>
                  </a:lnTo>
                  <a:lnTo>
                    <a:pt x="155" y="5252"/>
                  </a:lnTo>
                  <a:lnTo>
                    <a:pt x="232" y="5406"/>
                  </a:lnTo>
                  <a:lnTo>
                    <a:pt x="348" y="5522"/>
                  </a:lnTo>
                  <a:lnTo>
                    <a:pt x="618" y="5677"/>
                  </a:lnTo>
                  <a:lnTo>
                    <a:pt x="927" y="5792"/>
                  </a:lnTo>
                  <a:lnTo>
                    <a:pt x="1275" y="5870"/>
                  </a:lnTo>
                  <a:lnTo>
                    <a:pt x="1622" y="5908"/>
                  </a:lnTo>
                  <a:lnTo>
                    <a:pt x="2240" y="5908"/>
                  </a:lnTo>
                  <a:lnTo>
                    <a:pt x="3360" y="5831"/>
                  </a:lnTo>
                  <a:lnTo>
                    <a:pt x="4441" y="5715"/>
                  </a:lnTo>
                  <a:lnTo>
                    <a:pt x="5561" y="5484"/>
                  </a:lnTo>
                  <a:lnTo>
                    <a:pt x="6102" y="5329"/>
                  </a:lnTo>
                  <a:lnTo>
                    <a:pt x="6604" y="5136"/>
                  </a:lnTo>
                  <a:lnTo>
                    <a:pt x="6604" y="5175"/>
                  </a:lnTo>
                  <a:lnTo>
                    <a:pt x="6642" y="5599"/>
                  </a:lnTo>
                  <a:lnTo>
                    <a:pt x="6681" y="5792"/>
                  </a:lnTo>
                  <a:lnTo>
                    <a:pt x="6758" y="5986"/>
                  </a:lnTo>
                  <a:lnTo>
                    <a:pt x="7028" y="6024"/>
                  </a:lnTo>
                  <a:lnTo>
                    <a:pt x="7028" y="5986"/>
                  </a:lnTo>
                  <a:lnTo>
                    <a:pt x="6951" y="5599"/>
                  </a:lnTo>
                  <a:lnTo>
                    <a:pt x="6951" y="5406"/>
                  </a:lnTo>
                  <a:lnTo>
                    <a:pt x="6990" y="5213"/>
                  </a:lnTo>
                  <a:lnTo>
                    <a:pt x="7028" y="5175"/>
                  </a:lnTo>
                  <a:lnTo>
                    <a:pt x="7723" y="5754"/>
                  </a:lnTo>
                  <a:lnTo>
                    <a:pt x="8496" y="6256"/>
                  </a:lnTo>
                  <a:lnTo>
                    <a:pt x="9307" y="6681"/>
                  </a:lnTo>
                  <a:lnTo>
                    <a:pt x="10118" y="7067"/>
                  </a:lnTo>
                  <a:lnTo>
                    <a:pt x="10774" y="7337"/>
                  </a:lnTo>
                  <a:lnTo>
                    <a:pt x="11237" y="7453"/>
                  </a:lnTo>
                  <a:lnTo>
                    <a:pt x="11662" y="7569"/>
                  </a:lnTo>
                  <a:lnTo>
                    <a:pt x="12126" y="7607"/>
                  </a:lnTo>
                  <a:lnTo>
                    <a:pt x="12319" y="7569"/>
                  </a:lnTo>
                  <a:lnTo>
                    <a:pt x="12512" y="7530"/>
                  </a:lnTo>
                  <a:lnTo>
                    <a:pt x="12666" y="7453"/>
                  </a:lnTo>
                  <a:lnTo>
                    <a:pt x="12821" y="7376"/>
                  </a:lnTo>
                  <a:lnTo>
                    <a:pt x="12936" y="7221"/>
                  </a:lnTo>
                  <a:lnTo>
                    <a:pt x="13014" y="7028"/>
                  </a:lnTo>
                  <a:lnTo>
                    <a:pt x="13052" y="6874"/>
                  </a:lnTo>
                  <a:lnTo>
                    <a:pt x="13052" y="6719"/>
                  </a:lnTo>
                  <a:lnTo>
                    <a:pt x="13014" y="6565"/>
                  </a:lnTo>
                  <a:lnTo>
                    <a:pt x="12975" y="6449"/>
                  </a:lnTo>
                  <a:lnTo>
                    <a:pt x="12898" y="6333"/>
                  </a:lnTo>
                  <a:lnTo>
                    <a:pt x="12782" y="6217"/>
                  </a:lnTo>
                  <a:lnTo>
                    <a:pt x="12512" y="6024"/>
                  </a:lnTo>
                  <a:lnTo>
                    <a:pt x="12241" y="5870"/>
                  </a:lnTo>
                  <a:lnTo>
                    <a:pt x="11894" y="5715"/>
                  </a:lnTo>
                  <a:lnTo>
                    <a:pt x="11353" y="5522"/>
                  </a:lnTo>
                  <a:lnTo>
                    <a:pt x="10388" y="5213"/>
                  </a:lnTo>
                  <a:lnTo>
                    <a:pt x="9384" y="4943"/>
                  </a:lnTo>
                  <a:lnTo>
                    <a:pt x="8380" y="4711"/>
                  </a:lnTo>
                  <a:lnTo>
                    <a:pt x="7376" y="4518"/>
                  </a:lnTo>
                  <a:lnTo>
                    <a:pt x="8418" y="3437"/>
                  </a:lnTo>
                  <a:lnTo>
                    <a:pt x="8882" y="2896"/>
                  </a:lnTo>
                  <a:lnTo>
                    <a:pt x="9345" y="2279"/>
                  </a:lnTo>
                  <a:lnTo>
                    <a:pt x="9461" y="2085"/>
                  </a:lnTo>
                  <a:lnTo>
                    <a:pt x="9577" y="1854"/>
                  </a:lnTo>
                  <a:lnTo>
                    <a:pt x="9654" y="1622"/>
                  </a:lnTo>
                  <a:lnTo>
                    <a:pt x="9731" y="1390"/>
                  </a:lnTo>
                  <a:lnTo>
                    <a:pt x="9731" y="1159"/>
                  </a:lnTo>
                  <a:lnTo>
                    <a:pt x="9693" y="927"/>
                  </a:lnTo>
                  <a:lnTo>
                    <a:pt x="9654" y="657"/>
                  </a:lnTo>
                  <a:lnTo>
                    <a:pt x="9500" y="464"/>
                  </a:lnTo>
                  <a:lnTo>
                    <a:pt x="9461" y="309"/>
                  </a:lnTo>
                  <a:lnTo>
                    <a:pt x="9384" y="232"/>
                  </a:lnTo>
                  <a:lnTo>
                    <a:pt x="9229" y="78"/>
                  </a:lnTo>
                  <a:lnTo>
                    <a:pt x="90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626;p19"/>
            <p:cNvSpPr/>
            <p:nvPr/>
          </p:nvSpPr>
          <p:spPr>
            <a:xfrm>
              <a:off x="1058675" y="4315675"/>
              <a:ext cx="594700" cy="534825"/>
            </a:xfrm>
            <a:custGeom>
              <a:avLst/>
              <a:gdLst/>
              <a:ahLst/>
              <a:cxnLst/>
              <a:rect l="l" t="t" r="r" b="b"/>
              <a:pathLst>
                <a:path w="23788" h="21393" extrusionOk="0">
                  <a:moveTo>
                    <a:pt x="23478" y="270"/>
                  </a:moveTo>
                  <a:lnTo>
                    <a:pt x="23401" y="386"/>
                  </a:lnTo>
                  <a:lnTo>
                    <a:pt x="22590" y="1815"/>
                  </a:lnTo>
                  <a:lnTo>
                    <a:pt x="21741" y="3205"/>
                  </a:lnTo>
                  <a:lnTo>
                    <a:pt x="20853" y="4595"/>
                  </a:lnTo>
                  <a:lnTo>
                    <a:pt x="19926" y="5985"/>
                  </a:lnTo>
                  <a:lnTo>
                    <a:pt x="19269" y="5754"/>
                  </a:lnTo>
                  <a:lnTo>
                    <a:pt x="18999" y="5638"/>
                  </a:lnTo>
                  <a:lnTo>
                    <a:pt x="18690" y="5483"/>
                  </a:lnTo>
                  <a:lnTo>
                    <a:pt x="18420" y="5290"/>
                  </a:lnTo>
                  <a:lnTo>
                    <a:pt x="18150" y="5059"/>
                  </a:lnTo>
                  <a:lnTo>
                    <a:pt x="17918" y="4827"/>
                  </a:lnTo>
                  <a:lnTo>
                    <a:pt x="17686" y="4557"/>
                  </a:lnTo>
                  <a:lnTo>
                    <a:pt x="17493" y="4286"/>
                  </a:lnTo>
                  <a:lnTo>
                    <a:pt x="17339" y="3977"/>
                  </a:lnTo>
                  <a:lnTo>
                    <a:pt x="17030" y="3360"/>
                  </a:lnTo>
                  <a:lnTo>
                    <a:pt x="16798" y="2742"/>
                  </a:lnTo>
                  <a:lnTo>
                    <a:pt x="16605" y="2085"/>
                  </a:lnTo>
                  <a:lnTo>
                    <a:pt x="17416" y="1776"/>
                  </a:lnTo>
                  <a:lnTo>
                    <a:pt x="18265" y="1467"/>
                  </a:lnTo>
                  <a:lnTo>
                    <a:pt x="19115" y="1197"/>
                  </a:lnTo>
                  <a:lnTo>
                    <a:pt x="19965" y="965"/>
                  </a:lnTo>
                  <a:lnTo>
                    <a:pt x="20853" y="772"/>
                  </a:lnTo>
                  <a:lnTo>
                    <a:pt x="21702" y="579"/>
                  </a:lnTo>
                  <a:lnTo>
                    <a:pt x="22590" y="425"/>
                  </a:lnTo>
                  <a:lnTo>
                    <a:pt x="23478" y="270"/>
                  </a:lnTo>
                  <a:close/>
                  <a:moveTo>
                    <a:pt x="4866" y="7607"/>
                  </a:moveTo>
                  <a:lnTo>
                    <a:pt x="6256" y="7646"/>
                  </a:lnTo>
                  <a:lnTo>
                    <a:pt x="7608" y="7723"/>
                  </a:lnTo>
                  <a:lnTo>
                    <a:pt x="7222" y="8186"/>
                  </a:lnTo>
                  <a:lnTo>
                    <a:pt x="6835" y="8650"/>
                  </a:lnTo>
                  <a:lnTo>
                    <a:pt x="6488" y="9190"/>
                  </a:lnTo>
                  <a:lnTo>
                    <a:pt x="6140" y="9692"/>
                  </a:lnTo>
                  <a:lnTo>
                    <a:pt x="5909" y="10233"/>
                  </a:lnTo>
                  <a:lnTo>
                    <a:pt x="5870" y="10272"/>
                  </a:lnTo>
                  <a:lnTo>
                    <a:pt x="5214" y="10774"/>
                  </a:lnTo>
                  <a:lnTo>
                    <a:pt x="4557" y="11314"/>
                  </a:lnTo>
                  <a:lnTo>
                    <a:pt x="4326" y="11546"/>
                  </a:lnTo>
                  <a:lnTo>
                    <a:pt x="4094" y="11816"/>
                  </a:lnTo>
                  <a:lnTo>
                    <a:pt x="3824" y="12048"/>
                  </a:lnTo>
                  <a:lnTo>
                    <a:pt x="3708" y="12125"/>
                  </a:lnTo>
                  <a:lnTo>
                    <a:pt x="3553" y="12164"/>
                  </a:lnTo>
                  <a:lnTo>
                    <a:pt x="3399" y="12202"/>
                  </a:lnTo>
                  <a:lnTo>
                    <a:pt x="3206" y="12164"/>
                  </a:lnTo>
                  <a:lnTo>
                    <a:pt x="2742" y="12087"/>
                  </a:lnTo>
                  <a:lnTo>
                    <a:pt x="1970" y="11855"/>
                  </a:lnTo>
                  <a:lnTo>
                    <a:pt x="387" y="11507"/>
                  </a:lnTo>
                  <a:lnTo>
                    <a:pt x="1005" y="11083"/>
                  </a:lnTo>
                  <a:lnTo>
                    <a:pt x="1584" y="10658"/>
                  </a:lnTo>
                  <a:lnTo>
                    <a:pt x="2163" y="10156"/>
                  </a:lnTo>
                  <a:lnTo>
                    <a:pt x="2704" y="9654"/>
                  </a:lnTo>
                  <a:lnTo>
                    <a:pt x="3553" y="8804"/>
                  </a:lnTo>
                  <a:lnTo>
                    <a:pt x="4055" y="8186"/>
                  </a:lnTo>
                  <a:lnTo>
                    <a:pt x="4326" y="7916"/>
                  </a:lnTo>
                  <a:lnTo>
                    <a:pt x="4634" y="7684"/>
                  </a:lnTo>
                  <a:lnTo>
                    <a:pt x="4789" y="7684"/>
                  </a:lnTo>
                  <a:lnTo>
                    <a:pt x="4827" y="7646"/>
                  </a:lnTo>
                  <a:lnTo>
                    <a:pt x="4866" y="7607"/>
                  </a:lnTo>
                  <a:close/>
                  <a:moveTo>
                    <a:pt x="16296" y="2201"/>
                  </a:moveTo>
                  <a:lnTo>
                    <a:pt x="16489" y="2858"/>
                  </a:lnTo>
                  <a:lnTo>
                    <a:pt x="16721" y="3553"/>
                  </a:lnTo>
                  <a:lnTo>
                    <a:pt x="17030" y="4209"/>
                  </a:lnTo>
                  <a:lnTo>
                    <a:pt x="17223" y="4518"/>
                  </a:lnTo>
                  <a:lnTo>
                    <a:pt x="17455" y="4827"/>
                  </a:lnTo>
                  <a:lnTo>
                    <a:pt x="17648" y="5136"/>
                  </a:lnTo>
                  <a:lnTo>
                    <a:pt x="17879" y="5368"/>
                  </a:lnTo>
                  <a:lnTo>
                    <a:pt x="18150" y="5599"/>
                  </a:lnTo>
                  <a:lnTo>
                    <a:pt x="18420" y="5831"/>
                  </a:lnTo>
                  <a:lnTo>
                    <a:pt x="18729" y="5985"/>
                  </a:lnTo>
                  <a:lnTo>
                    <a:pt x="19038" y="6140"/>
                  </a:lnTo>
                  <a:lnTo>
                    <a:pt x="19385" y="6217"/>
                  </a:lnTo>
                  <a:lnTo>
                    <a:pt x="19771" y="6256"/>
                  </a:lnTo>
                  <a:lnTo>
                    <a:pt x="18922" y="7453"/>
                  </a:lnTo>
                  <a:lnTo>
                    <a:pt x="18034" y="8611"/>
                  </a:lnTo>
                  <a:lnTo>
                    <a:pt x="17223" y="9615"/>
                  </a:lnTo>
                  <a:lnTo>
                    <a:pt x="16373" y="10581"/>
                  </a:lnTo>
                  <a:lnTo>
                    <a:pt x="15524" y="11507"/>
                  </a:lnTo>
                  <a:lnTo>
                    <a:pt x="14597" y="12395"/>
                  </a:lnTo>
                  <a:lnTo>
                    <a:pt x="13670" y="13284"/>
                  </a:lnTo>
                  <a:lnTo>
                    <a:pt x="13168" y="13747"/>
                  </a:lnTo>
                  <a:lnTo>
                    <a:pt x="12628" y="14172"/>
                  </a:lnTo>
                  <a:lnTo>
                    <a:pt x="12126" y="14558"/>
                  </a:lnTo>
                  <a:lnTo>
                    <a:pt x="11546" y="14905"/>
                  </a:lnTo>
                  <a:lnTo>
                    <a:pt x="10967" y="15214"/>
                  </a:lnTo>
                  <a:lnTo>
                    <a:pt x="10388" y="15446"/>
                  </a:lnTo>
                  <a:lnTo>
                    <a:pt x="9809" y="15600"/>
                  </a:lnTo>
                  <a:lnTo>
                    <a:pt x="9191" y="15678"/>
                  </a:lnTo>
                  <a:lnTo>
                    <a:pt x="8612" y="15678"/>
                  </a:lnTo>
                  <a:lnTo>
                    <a:pt x="8341" y="15639"/>
                  </a:lnTo>
                  <a:lnTo>
                    <a:pt x="8033" y="15562"/>
                  </a:lnTo>
                  <a:lnTo>
                    <a:pt x="7762" y="15446"/>
                  </a:lnTo>
                  <a:lnTo>
                    <a:pt x="7531" y="15330"/>
                  </a:lnTo>
                  <a:lnTo>
                    <a:pt x="7260" y="15214"/>
                  </a:lnTo>
                  <a:lnTo>
                    <a:pt x="7029" y="15021"/>
                  </a:lnTo>
                  <a:lnTo>
                    <a:pt x="6835" y="14828"/>
                  </a:lnTo>
                  <a:lnTo>
                    <a:pt x="6642" y="14597"/>
                  </a:lnTo>
                  <a:lnTo>
                    <a:pt x="6449" y="14365"/>
                  </a:lnTo>
                  <a:lnTo>
                    <a:pt x="6295" y="14095"/>
                  </a:lnTo>
                  <a:lnTo>
                    <a:pt x="6063" y="13554"/>
                  </a:lnTo>
                  <a:lnTo>
                    <a:pt x="5909" y="13013"/>
                  </a:lnTo>
                  <a:lnTo>
                    <a:pt x="5870" y="12434"/>
                  </a:lnTo>
                  <a:lnTo>
                    <a:pt x="5870" y="11855"/>
                  </a:lnTo>
                  <a:lnTo>
                    <a:pt x="5986" y="11314"/>
                  </a:lnTo>
                  <a:lnTo>
                    <a:pt x="6140" y="10735"/>
                  </a:lnTo>
                  <a:lnTo>
                    <a:pt x="6333" y="10194"/>
                  </a:lnTo>
                  <a:lnTo>
                    <a:pt x="6604" y="9692"/>
                  </a:lnTo>
                  <a:lnTo>
                    <a:pt x="6913" y="9229"/>
                  </a:lnTo>
                  <a:lnTo>
                    <a:pt x="7222" y="8766"/>
                  </a:lnTo>
                  <a:lnTo>
                    <a:pt x="7569" y="8302"/>
                  </a:lnTo>
                  <a:lnTo>
                    <a:pt x="7955" y="7878"/>
                  </a:lnTo>
                  <a:lnTo>
                    <a:pt x="8766" y="7067"/>
                  </a:lnTo>
                  <a:lnTo>
                    <a:pt x="9616" y="6333"/>
                  </a:lnTo>
                  <a:lnTo>
                    <a:pt x="10542" y="5561"/>
                  </a:lnTo>
                  <a:lnTo>
                    <a:pt x="11508" y="4866"/>
                  </a:lnTo>
                  <a:lnTo>
                    <a:pt x="12473" y="4209"/>
                  </a:lnTo>
                  <a:lnTo>
                    <a:pt x="13516" y="3591"/>
                  </a:lnTo>
                  <a:lnTo>
                    <a:pt x="14211" y="3205"/>
                  </a:lnTo>
                  <a:lnTo>
                    <a:pt x="14906" y="2858"/>
                  </a:lnTo>
                  <a:lnTo>
                    <a:pt x="15601" y="2510"/>
                  </a:lnTo>
                  <a:lnTo>
                    <a:pt x="16296" y="2201"/>
                  </a:lnTo>
                  <a:close/>
                  <a:moveTo>
                    <a:pt x="5638" y="13361"/>
                  </a:moveTo>
                  <a:lnTo>
                    <a:pt x="5754" y="13747"/>
                  </a:lnTo>
                  <a:lnTo>
                    <a:pt x="5870" y="14133"/>
                  </a:lnTo>
                  <a:lnTo>
                    <a:pt x="6063" y="14519"/>
                  </a:lnTo>
                  <a:lnTo>
                    <a:pt x="6295" y="14828"/>
                  </a:lnTo>
                  <a:lnTo>
                    <a:pt x="6565" y="15137"/>
                  </a:lnTo>
                  <a:lnTo>
                    <a:pt x="6874" y="15407"/>
                  </a:lnTo>
                  <a:lnTo>
                    <a:pt x="7222" y="15639"/>
                  </a:lnTo>
                  <a:lnTo>
                    <a:pt x="7608" y="15832"/>
                  </a:lnTo>
                  <a:lnTo>
                    <a:pt x="7415" y="16141"/>
                  </a:lnTo>
                  <a:lnTo>
                    <a:pt x="7260" y="16489"/>
                  </a:lnTo>
                  <a:lnTo>
                    <a:pt x="6797" y="16296"/>
                  </a:lnTo>
                  <a:lnTo>
                    <a:pt x="6411" y="16025"/>
                  </a:lnTo>
                  <a:lnTo>
                    <a:pt x="6025" y="15716"/>
                  </a:lnTo>
                  <a:lnTo>
                    <a:pt x="5716" y="15369"/>
                  </a:lnTo>
                  <a:lnTo>
                    <a:pt x="5484" y="14983"/>
                  </a:lnTo>
                  <a:lnTo>
                    <a:pt x="5252" y="14558"/>
                  </a:lnTo>
                  <a:lnTo>
                    <a:pt x="5098" y="14133"/>
                  </a:lnTo>
                  <a:lnTo>
                    <a:pt x="5021" y="13631"/>
                  </a:lnTo>
                  <a:lnTo>
                    <a:pt x="4982" y="13593"/>
                  </a:lnTo>
                  <a:lnTo>
                    <a:pt x="5638" y="13361"/>
                  </a:lnTo>
                  <a:close/>
                  <a:moveTo>
                    <a:pt x="4827" y="13670"/>
                  </a:moveTo>
                  <a:lnTo>
                    <a:pt x="4866" y="14210"/>
                  </a:lnTo>
                  <a:lnTo>
                    <a:pt x="4982" y="14712"/>
                  </a:lnTo>
                  <a:lnTo>
                    <a:pt x="5214" y="15176"/>
                  </a:lnTo>
                  <a:lnTo>
                    <a:pt x="5484" y="15600"/>
                  </a:lnTo>
                  <a:lnTo>
                    <a:pt x="5831" y="15948"/>
                  </a:lnTo>
                  <a:lnTo>
                    <a:pt x="6218" y="16296"/>
                  </a:lnTo>
                  <a:lnTo>
                    <a:pt x="6642" y="16566"/>
                  </a:lnTo>
                  <a:lnTo>
                    <a:pt x="7106" y="16759"/>
                  </a:lnTo>
                  <a:lnTo>
                    <a:pt x="6951" y="17300"/>
                  </a:lnTo>
                  <a:lnTo>
                    <a:pt x="6411" y="17029"/>
                  </a:lnTo>
                  <a:lnTo>
                    <a:pt x="5909" y="16720"/>
                  </a:lnTo>
                  <a:lnTo>
                    <a:pt x="5484" y="16373"/>
                  </a:lnTo>
                  <a:lnTo>
                    <a:pt x="5098" y="15987"/>
                  </a:lnTo>
                  <a:lnTo>
                    <a:pt x="4789" y="15562"/>
                  </a:lnTo>
                  <a:lnTo>
                    <a:pt x="4480" y="15060"/>
                  </a:lnTo>
                  <a:lnTo>
                    <a:pt x="4248" y="14558"/>
                  </a:lnTo>
                  <a:lnTo>
                    <a:pt x="4055" y="13979"/>
                  </a:lnTo>
                  <a:lnTo>
                    <a:pt x="4248" y="13940"/>
                  </a:lnTo>
                  <a:lnTo>
                    <a:pt x="4441" y="13863"/>
                  </a:lnTo>
                  <a:lnTo>
                    <a:pt x="4827" y="13670"/>
                  </a:lnTo>
                  <a:close/>
                  <a:moveTo>
                    <a:pt x="4441" y="15871"/>
                  </a:moveTo>
                  <a:lnTo>
                    <a:pt x="4673" y="16180"/>
                  </a:lnTo>
                  <a:lnTo>
                    <a:pt x="4905" y="16450"/>
                  </a:lnTo>
                  <a:lnTo>
                    <a:pt x="5175" y="16682"/>
                  </a:lnTo>
                  <a:lnTo>
                    <a:pt x="5445" y="16913"/>
                  </a:lnTo>
                  <a:lnTo>
                    <a:pt x="5291" y="17029"/>
                  </a:lnTo>
                  <a:lnTo>
                    <a:pt x="5214" y="17222"/>
                  </a:lnTo>
                  <a:lnTo>
                    <a:pt x="5098" y="17068"/>
                  </a:lnTo>
                  <a:lnTo>
                    <a:pt x="5059" y="16991"/>
                  </a:lnTo>
                  <a:lnTo>
                    <a:pt x="4982" y="16952"/>
                  </a:lnTo>
                  <a:lnTo>
                    <a:pt x="4905" y="16952"/>
                  </a:lnTo>
                  <a:lnTo>
                    <a:pt x="4827" y="16991"/>
                  </a:lnTo>
                  <a:lnTo>
                    <a:pt x="4519" y="17415"/>
                  </a:lnTo>
                  <a:lnTo>
                    <a:pt x="4210" y="17840"/>
                  </a:lnTo>
                  <a:lnTo>
                    <a:pt x="3862" y="18226"/>
                  </a:lnTo>
                  <a:lnTo>
                    <a:pt x="3476" y="18574"/>
                  </a:lnTo>
                  <a:lnTo>
                    <a:pt x="3090" y="18921"/>
                  </a:lnTo>
                  <a:lnTo>
                    <a:pt x="2665" y="19230"/>
                  </a:lnTo>
                  <a:lnTo>
                    <a:pt x="2240" y="19501"/>
                  </a:lnTo>
                  <a:lnTo>
                    <a:pt x="1777" y="19771"/>
                  </a:lnTo>
                  <a:lnTo>
                    <a:pt x="1777" y="19771"/>
                  </a:lnTo>
                  <a:lnTo>
                    <a:pt x="1816" y="19346"/>
                  </a:lnTo>
                  <a:lnTo>
                    <a:pt x="1854" y="18921"/>
                  </a:lnTo>
                  <a:lnTo>
                    <a:pt x="2009" y="18535"/>
                  </a:lnTo>
                  <a:lnTo>
                    <a:pt x="2163" y="18188"/>
                  </a:lnTo>
                  <a:lnTo>
                    <a:pt x="2395" y="17840"/>
                  </a:lnTo>
                  <a:lnTo>
                    <a:pt x="2665" y="17531"/>
                  </a:lnTo>
                  <a:lnTo>
                    <a:pt x="2974" y="17222"/>
                  </a:lnTo>
                  <a:lnTo>
                    <a:pt x="3360" y="16913"/>
                  </a:lnTo>
                  <a:lnTo>
                    <a:pt x="3669" y="16720"/>
                  </a:lnTo>
                  <a:lnTo>
                    <a:pt x="3939" y="16489"/>
                  </a:lnTo>
                  <a:lnTo>
                    <a:pt x="4017" y="16334"/>
                  </a:lnTo>
                  <a:lnTo>
                    <a:pt x="4094" y="16218"/>
                  </a:lnTo>
                  <a:lnTo>
                    <a:pt x="4094" y="16064"/>
                  </a:lnTo>
                  <a:lnTo>
                    <a:pt x="4055" y="15871"/>
                  </a:lnTo>
                  <a:close/>
                  <a:moveTo>
                    <a:pt x="13439" y="13979"/>
                  </a:moveTo>
                  <a:lnTo>
                    <a:pt x="13400" y="14674"/>
                  </a:lnTo>
                  <a:lnTo>
                    <a:pt x="13400" y="15369"/>
                  </a:lnTo>
                  <a:lnTo>
                    <a:pt x="13477" y="16025"/>
                  </a:lnTo>
                  <a:lnTo>
                    <a:pt x="13632" y="16682"/>
                  </a:lnTo>
                  <a:lnTo>
                    <a:pt x="12396" y="17454"/>
                  </a:lnTo>
                  <a:lnTo>
                    <a:pt x="11160" y="18304"/>
                  </a:lnTo>
                  <a:lnTo>
                    <a:pt x="8805" y="20041"/>
                  </a:lnTo>
                  <a:lnTo>
                    <a:pt x="8766" y="19037"/>
                  </a:lnTo>
                  <a:lnTo>
                    <a:pt x="8689" y="18033"/>
                  </a:lnTo>
                  <a:lnTo>
                    <a:pt x="8650" y="17724"/>
                  </a:lnTo>
                  <a:lnTo>
                    <a:pt x="8689" y="17493"/>
                  </a:lnTo>
                  <a:lnTo>
                    <a:pt x="8728" y="17377"/>
                  </a:lnTo>
                  <a:lnTo>
                    <a:pt x="8805" y="17261"/>
                  </a:lnTo>
                  <a:lnTo>
                    <a:pt x="9037" y="17068"/>
                  </a:lnTo>
                  <a:lnTo>
                    <a:pt x="9654" y="16604"/>
                  </a:lnTo>
                  <a:lnTo>
                    <a:pt x="10195" y="16141"/>
                  </a:lnTo>
                  <a:lnTo>
                    <a:pt x="10234" y="16064"/>
                  </a:lnTo>
                  <a:lnTo>
                    <a:pt x="10272" y="16025"/>
                  </a:lnTo>
                  <a:lnTo>
                    <a:pt x="10234" y="15909"/>
                  </a:lnTo>
                  <a:lnTo>
                    <a:pt x="10774" y="15716"/>
                  </a:lnTo>
                  <a:lnTo>
                    <a:pt x="11276" y="15485"/>
                  </a:lnTo>
                  <a:lnTo>
                    <a:pt x="11740" y="15214"/>
                  </a:lnTo>
                  <a:lnTo>
                    <a:pt x="12203" y="14905"/>
                  </a:lnTo>
                  <a:lnTo>
                    <a:pt x="12821" y="14481"/>
                  </a:lnTo>
                  <a:lnTo>
                    <a:pt x="13439" y="13979"/>
                  </a:lnTo>
                  <a:close/>
                  <a:moveTo>
                    <a:pt x="3978" y="14944"/>
                  </a:moveTo>
                  <a:lnTo>
                    <a:pt x="4132" y="15330"/>
                  </a:lnTo>
                  <a:lnTo>
                    <a:pt x="4326" y="15678"/>
                  </a:lnTo>
                  <a:lnTo>
                    <a:pt x="3862" y="15678"/>
                  </a:lnTo>
                  <a:lnTo>
                    <a:pt x="3785" y="15716"/>
                  </a:lnTo>
                  <a:lnTo>
                    <a:pt x="3746" y="15755"/>
                  </a:lnTo>
                  <a:lnTo>
                    <a:pt x="3746" y="15832"/>
                  </a:lnTo>
                  <a:lnTo>
                    <a:pt x="3785" y="15871"/>
                  </a:lnTo>
                  <a:lnTo>
                    <a:pt x="3785" y="15948"/>
                  </a:lnTo>
                  <a:lnTo>
                    <a:pt x="3785" y="16064"/>
                  </a:lnTo>
                  <a:lnTo>
                    <a:pt x="3669" y="16257"/>
                  </a:lnTo>
                  <a:lnTo>
                    <a:pt x="3476" y="16489"/>
                  </a:lnTo>
                  <a:lnTo>
                    <a:pt x="3206" y="16720"/>
                  </a:lnTo>
                  <a:lnTo>
                    <a:pt x="2665" y="17145"/>
                  </a:lnTo>
                  <a:lnTo>
                    <a:pt x="2318" y="17415"/>
                  </a:lnTo>
                  <a:lnTo>
                    <a:pt x="2009" y="17802"/>
                  </a:lnTo>
                  <a:lnTo>
                    <a:pt x="1777" y="18188"/>
                  </a:lnTo>
                  <a:lnTo>
                    <a:pt x="1584" y="18651"/>
                  </a:lnTo>
                  <a:lnTo>
                    <a:pt x="1507" y="19114"/>
                  </a:lnTo>
                  <a:lnTo>
                    <a:pt x="1468" y="19346"/>
                  </a:lnTo>
                  <a:lnTo>
                    <a:pt x="1468" y="19578"/>
                  </a:lnTo>
                  <a:lnTo>
                    <a:pt x="1507" y="19848"/>
                  </a:lnTo>
                  <a:lnTo>
                    <a:pt x="1545" y="20080"/>
                  </a:lnTo>
                  <a:lnTo>
                    <a:pt x="1622" y="20118"/>
                  </a:lnTo>
                  <a:lnTo>
                    <a:pt x="1738" y="20118"/>
                  </a:lnTo>
                  <a:lnTo>
                    <a:pt x="1777" y="20041"/>
                  </a:lnTo>
                  <a:lnTo>
                    <a:pt x="2279" y="19809"/>
                  </a:lnTo>
                  <a:lnTo>
                    <a:pt x="2742" y="19578"/>
                  </a:lnTo>
                  <a:lnTo>
                    <a:pt x="3167" y="19269"/>
                  </a:lnTo>
                  <a:lnTo>
                    <a:pt x="3553" y="18960"/>
                  </a:lnTo>
                  <a:lnTo>
                    <a:pt x="3939" y="18612"/>
                  </a:lnTo>
                  <a:lnTo>
                    <a:pt x="4287" y="18226"/>
                  </a:lnTo>
                  <a:lnTo>
                    <a:pt x="4634" y="17802"/>
                  </a:lnTo>
                  <a:lnTo>
                    <a:pt x="4943" y="17377"/>
                  </a:lnTo>
                  <a:lnTo>
                    <a:pt x="5059" y="17531"/>
                  </a:lnTo>
                  <a:lnTo>
                    <a:pt x="5175" y="17647"/>
                  </a:lnTo>
                  <a:lnTo>
                    <a:pt x="5291" y="17647"/>
                  </a:lnTo>
                  <a:lnTo>
                    <a:pt x="5368" y="17608"/>
                  </a:lnTo>
                  <a:lnTo>
                    <a:pt x="5368" y="17531"/>
                  </a:lnTo>
                  <a:lnTo>
                    <a:pt x="5638" y="17068"/>
                  </a:lnTo>
                  <a:lnTo>
                    <a:pt x="6025" y="17300"/>
                  </a:lnTo>
                  <a:lnTo>
                    <a:pt x="5986" y="17802"/>
                  </a:lnTo>
                  <a:lnTo>
                    <a:pt x="5870" y="18304"/>
                  </a:lnTo>
                  <a:lnTo>
                    <a:pt x="5754" y="18806"/>
                  </a:lnTo>
                  <a:lnTo>
                    <a:pt x="5561" y="19308"/>
                  </a:lnTo>
                  <a:lnTo>
                    <a:pt x="5445" y="19076"/>
                  </a:lnTo>
                  <a:lnTo>
                    <a:pt x="5407" y="18844"/>
                  </a:lnTo>
                  <a:lnTo>
                    <a:pt x="5368" y="18574"/>
                  </a:lnTo>
                  <a:lnTo>
                    <a:pt x="5407" y="18304"/>
                  </a:lnTo>
                  <a:lnTo>
                    <a:pt x="5445" y="18226"/>
                  </a:lnTo>
                  <a:lnTo>
                    <a:pt x="5407" y="18188"/>
                  </a:lnTo>
                  <a:lnTo>
                    <a:pt x="5329" y="18110"/>
                  </a:lnTo>
                  <a:lnTo>
                    <a:pt x="5252" y="18072"/>
                  </a:lnTo>
                  <a:lnTo>
                    <a:pt x="5214" y="18110"/>
                  </a:lnTo>
                  <a:lnTo>
                    <a:pt x="5136" y="18110"/>
                  </a:lnTo>
                  <a:lnTo>
                    <a:pt x="5098" y="18188"/>
                  </a:lnTo>
                  <a:lnTo>
                    <a:pt x="4827" y="18767"/>
                  </a:lnTo>
                  <a:lnTo>
                    <a:pt x="4519" y="19308"/>
                  </a:lnTo>
                  <a:lnTo>
                    <a:pt x="4326" y="19539"/>
                  </a:lnTo>
                  <a:lnTo>
                    <a:pt x="4094" y="19771"/>
                  </a:lnTo>
                  <a:lnTo>
                    <a:pt x="3862" y="19964"/>
                  </a:lnTo>
                  <a:lnTo>
                    <a:pt x="3592" y="20196"/>
                  </a:lnTo>
                  <a:lnTo>
                    <a:pt x="3090" y="20505"/>
                  </a:lnTo>
                  <a:lnTo>
                    <a:pt x="2820" y="20659"/>
                  </a:lnTo>
                  <a:lnTo>
                    <a:pt x="2511" y="20775"/>
                  </a:lnTo>
                  <a:lnTo>
                    <a:pt x="2202" y="20891"/>
                  </a:lnTo>
                  <a:lnTo>
                    <a:pt x="1893" y="20968"/>
                  </a:lnTo>
                  <a:lnTo>
                    <a:pt x="1584" y="21007"/>
                  </a:lnTo>
                  <a:lnTo>
                    <a:pt x="1275" y="20968"/>
                  </a:lnTo>
                  <a:lnTo>
                    <a:pt x="1043" y="20929"/>
                  </a:lnTo>
                  <a:lnTo>
                    <a:pt x="889" y="20813"/>
                  </a:lnTo>
                  <a:lnTo>
                    <a:pt x="773" y="20698"/>
                  </a:lnTo>
                  <a:lnTo>
                    <a:pt x="734" y="20543"/>
                  </a:lnTo>
                  <a:lnTo>
                    <a:pt x="696" y="20350"/>
                  </a:lnTo>
                  <a:lnTo>
                    <a:pt x="696" y="20157"/>
                  </a:lnTo>
                  <a:lnTo>
                    <a:pt x="734" y="19732"/>
                  </a:lnTo>
                  <a:lnTo>
                    <a:pt x="812" y="19037"/>
                  </a:lnTo>
                  <a:lnTo>
                    <a:pt x="889" y="18690"/>
                  </a:lnTo>
                  <a:lnTo>
                    <a:pt x="1005" y="18342"/>
                  </a:lnTo>
                  <a:lnTo>
                    <a:pt x="1159" y="17956"/>
                  </a:lnTo>
                  <a:lnTo>
                    <a:pt x="1352" y="17608"/>
                  </a:lnTo>
                  <a:lnTo>
                    <a:pt x="1584" y="17261"/>
                  </a:lnTo>
                  <a:lnTo>
                    <a:pt x="1854" y="16952"/>
                  </a:lnTo>
                  <a:lnTo>
                    <a:pt x="2124" y="16682"/>
                  </a:lnTo>
                  <a:lnTo>
                    <a:pt x="2433" y="16411"/>
                  </a:lnTo>
                  <a:lnTo>
                    <a:pt x="2781" y="16180"/>
                  </a:lnTo>
                  <a:lnTo>
                    <a:pt x="3167" y="16025"/>
                  </a:lnTo>
                  <a:lnTo>
                    <a:pt x="3244" y="15948"/>
                  </a:lnTo>
                  <a:lnTo>
                    <a:pt x="3244" y="15871"/>
                  </a:lnTo>
                  <a:lnTo>
                    <a:pt x="3206" y="15794"/>
                  </a:lnTo>
                  <a:lnTo>
                    <a:pt x="3167" y="15716"/>
                  </a:lnTo>
                  <a:lnTo>
                    <a:pt x="2433" y="15369"/>
                  </a:lnTo>
                  <a:lnTo>
                    <a:pt x="2781" y="15176"/>
                  </a:lnTo>
                  <a:lnTo>
                    <a:pt x="3167" y="15021"/>
                  </a:lnTo>
                  <a:lnTo>
                    <a:pt x="3553" y="14983"/>
                  </a:lnTo>
                  <a:lnTo>
                    <a:pt x="3978" y="14944"/>
                  </a:lnTo>
                  <a:close/>
                  <a:moveTo>
                    <a:pt x="23478" y="0"/>
                  </a:moveTo>
                  <a:lnTo>
                    <a:pt x="22204" y="155"/>
                  </a:lnTo>
                  <a:lnTo>
                    <a:pt x="20891" y="386"/>
                  </a:lnTo>
                  <a:lnTo>
                    <a:pt x="19617" y="657"/>
                  </a:lnTo>
                  <a:lnTo>
                    <a:pt x="18381" y="1043"/>
                  </a:lnTo>
                  <a:lnTo>
                    <a:pt x="17146" y="1467"/>
                  </a:lnTo>
                  <a:lnTo>
                    <a:pt x="15949" y="1969"/>
                  </a:lnTo>
                  <a:lnTo>
                    <a:pt x="14752" y="2510"/>
                  </a:lnTo>
                  <a:lnTo>
                    <a:pt x="13593" y="3128"/>
                  </a:lnTo>
                  <a:lnTo>
                    <a:pt x="12473" y="3784"/>
                  </a:lnTo>
                  <a:lnTo>
                    <a:pt x="11353" y="4518"/>
                  </a:lnTo>
                  <a:lnTo>
                    <a:pt x="10311" y="5290"/>
                  </a:lnTo>
                  <a:lnTo>
                    <a:pt x="9307" y="6140"/>
                  </a:lnTo>
                  <a:lnTo>
                    <a:pt x="8535" y="6796"/>
                  </a:lnTo>
                  <a:lnTo>
                    <a:pt x="7801" y="7491"/>
                  </a:lnTo>
                  <a:lnTo>
                    <a:pt x="7029" y="7337"/>
                  </a:lnTo>
                  <a:lnTo>
                    <a:pt x="6218" y="7221"/>
                  </a:lnTo>
                  <a:lnTo>
                    <a:pt x="5407" y="7182"/>
                  </a:lnTo>
                  <a:lnTo>
                    <a:pt x="4557" y="7221"/>
                  </a:lnTo>
                  <a:lnTo>
                    <a:pt x="4519" y="7221"/>
                  </a:lnTo>
                  <a:lnTo>
                    <a:pt x="4441" y="7260"/>
                  </a:lnTo>
                  <a:lnTo>
                    <a:pt x="4403" y="7414"/>
                  </a:lnTo>
                  <a:lnTo>
                    <a:pt x="4171" y="7530"/>
                  </a:lnTo>
                  <a:lnTo>
                    <a:pt x="3939" y="7723"/>
                  </a:lnTo>
                  <a:lnTo>
                    <a:pt x="3708" y="7916"/>
                  </a:lnTo>
                  <a:lnTo>
                    <a:pt x="3515" y="8148"/>
                  </a:lnTo>
                  <a:lnTo>
                    <a:pt x="3128" y="8611"/>
                  </a:lnTo>
                  <a:lnTo>
                    <a:pt x="2742" y="9036"/>
                  </a:lnTo>
                  <a:lnTo>
                    <a:pt x="2124" y="9654"/>
                  </a:lnTo>
                  <a:lnTo>
                    <a:pt x="1468" y="10194"/>
                  </a:lnTo>
                  <a:lnTo>
                    <a:pt x="773" y="10774"/>
                  </a:lnTo>
                  <a:lnTo>
                    <a:pt x="78" y="11276"/>
                  </a:lnTo>
                  <a:lnTo>
                    <a:pt x="1" y="11353"/>
                  </a:lnTo>
                  <a:lnTo>
                    <a:pt x="1" y="11430"/>
                  </a:lnTo>
                  <a:lnTo>
                    <a:pt x="1" y="11507"/>
                  </a:lnTo>
                  <a:lnTo>
                    <a:pt x="39" y="11546"/>
                  </a:lnTo>
                  <a:lnTo>
                    <a:pt x="39" y="11623"/>
                  </a:lnTo>
                  <a:lnTo>
                    <a:pt x="39" y="11700"/>
                  </a:lnTo>
                  <a:lnTo>
                    <a:pt x="78" y="11739"/>
                  </a:lnTo>
                  <a:lnTo>
                    <a:pt x="116" y="11778"/>
                  </a:lnTo>
                  <a:lnTo>
                    <a:pt x="1005" y="12048"/>
                  </a:lnTo>
                  <a:lnTo>
                    <a:pt x="1893" y="12280"/>
                  </a:lnTo>
                  <a:lnTo>
                    <a:pt x="3669" y="12666"/>
                  </a:lnTo>
                  <a:lnTo>
                    <a:pt x="3785" y="12666"/>
                  </a:lnTo>
                  <a:lnTo>
                    <a:pt x="3862" y="12589"/>
                  </a:lnTo>
                  <a:lnTo>
                    <a:pt x="4750" y="11700"/>
                  </a:lnTo>
                  <a:lnTo>
                    <a:pt x="5716" y="10851"/>
                  </a:lnTo>
                  <a:lnTo>
                    <a:pt x="5600" y="11391"/>
                  </a:lnTo>
                  <a:lnTo>
                    <a:pt x="5523" y="11971"/>
                  </a:lnTo>
                  <a:lnTo>
                    <a:pt x="5523" y="12550"/>
                  </a:lnTo>
                  <a:lnTo>
                    <a:pt x="5600" y="13091"/>
                  </a:lnTo>
                  <a:lnTo>
                    <a:pt x="5136" y="13168"/>
                  </a:lnTo>
                  <a:lnTo>
                    <a:pt x="4712" y="13284"/>
                  </a:lnTo>
                  <a:lnTo>
                    <a:pt x="4248" y="13477"/>
                  </a:lnTo>
                  <a:lnTo>
                    <a:pt x="4017" y="13593"/>
                  </a:lnTo>
                  <a:lnTo>
                    <a:pt x="3862" y="13747"/>
                  </a:lnTo>
                  <a:lnTo>
                    <a:pt x="3824" y="13824"/>
                  </a:lnTo>
                  <a:lnTo>
                    <a:pt x="3862" y="13901"/>
                  </a:lnTo>
                  <a:lnTo>
                    <a:pt x="3824" y="13940"/>
                  </a:lnTo>
                  <a:lnTo>
                    <a:pt x="3785" y="14017"/>
                  </a:lnTo>
                  <a:lnTo>
                    <a:pt x="3824" y="14403"/>
                  </a:lnTo>
                  <a:lnTo>
                    <a:pt x="3901" y="14751"/>
                  </a:lnTo>
                  <a:lnTo>
                    <a:pt x="3669" y="14712"/>
                  </a:lnTo>
                  <a:lnTo>
                    <a:pt x="3399" y="14712"/>
                  </a:lnTo>
                  <a:lnTo>
                    <a:pt x="3167" y="14751"/>
                  </a:lnTo>
                  <a:lnTo>
                    <a:pt x="2935" y="14790"/>
                  </a:lnTo>
                  <a:lnTo>
                    <a:pt x="2665" y="14867"/>
                  </a:lnTo>
                  <a:lnTo>
                    <a:pt x="2433" y="14983"/>
                  </a:lnTo>
                  <a:lnTo>
                    <a:pt x="2240" y="15098"/>
                  </a:lnTo>
                  <a:lnTo>
                    <a:pt x="2009" y="15253"/>
                  </a:lnTo>
                  <a:lnTo>
                    <a:pt x="1931" y="15330"/>
                  </a:lnTo>
                  <a:lnTo>
                    <a:pt x="1931" y="15407"/>
                  </a:lnTo>
                  <a:lnTo>
                    <a:pt x="1970" y="15485"/>
                  </a:lnTo>
                  <a:lnTo>
                    <a:pt x="2047" y="15523"/>
                  </a:lnTo>
                  <a:lnTo>
                    <a:pt x="2704" y="15871"/>
                  </a:lnTo>
                  <a:lnTo>
                    <a:pt x="2356" y="16064"/>
                  </a:lnTo>
                  <a:lnTo>
                    <a:pt x="2047" y="16334"/>
                  </a:lnTo>
                  <a:lnTo>
                    <a:pt x="1738" y="16604"/>
                  </a:lnTo>
                  <a:lnTo>
                    <a:pt x="1468" y="16875"/>
                  </a:lnTo>
                  <a:lnTo>
                    <a:pt x="1198" y="17222"/>
                  </a:lnTo>
                  <a:lnTo>
                    <a:pt x="1005" y="17570"/>
                  </a:lnTo>
                  <a:lnTo>
                    <a:pt x="812" y="17956"/>
                  </a:lnTo>
                  <a:lnTo>
                    <a:pt x="657" y="18342"/>
                  </a:lnTo>
                  <a:lnTo>
                    <a:pt x="464" y="18960"/>
                  </a:lnTo>
                  <a:lnTo>
                    <a:pt x="387" y="19385"/>
                  </a:lnTo>
                  <a:lnTo>
                    <a:pt x="310" y="19809"/>
                  </a:lnTo>
                  <a:lnTo>
                    <a:pt x="271" y="20234"/>
                  </a:lnTo>
                  <a:lnTo>
                    <a:pt x="310" y="20659"/>
                  </a:lnTo>
                  <a:lnTo>
                    <a:pt x="348" y="20813"/>
                  </a:lnTo>
                  <a:lnTo>
                    <a:pt x="425" y="20968"/>
                  </a:lnTo>
                  <a:lnTo>
                    <a:pt x="503" y="21084"/>
                  </a:lnTo>
                  <a:lnTo>
                    <a:pt x="618" y="21200"/>
                  </a:lnTo>
                  <a:lnTo>
                    <a:pt x="773" y="21277"/>
                  </a:lnTo>
                  <a:lnTo>
                    <a:pt x="927" y="21315"/>
                  </a:lnTo>
                  <a:lnTo>
                    <a:pt x="1275" y="21393"/>
                  </a:lnTo>
                  <a:lnTo>
                    <a:pt x="1661" y="21354"/>
                  </a:lnTo>
                  <a:lnTo>
                    <a:pt x="2047" y="21277"/>
                  </a:lnTo>
                  <a:lnTo>
                    <a:pt x="2433" y="21161"/>
                  </a:lnTo>
                  <a:lnTo>
                    <a:pt x="2820" y="21007"/>
                  </a:lnTo>
                  <a:lnTo>
                    <a:pt x="3437" y="20698"/>
                  </a:lnTo>
                  <a:lnTo>
                    <a:pt x="3901" y="20389"/>
                  </a:lnTo>
                  <a:lnTo>
                    <a:pt x="4364" y="20003"/>
                  </a:lnTo>
                  <a:lnTo>
                    <a:pt x="4750" y="19539"/>
                  </a:lnTo>
                  <a:lnTo>
                    <a:pt x="5098" y="19037"/>
                  </a:lnTo>
                  <a:lnTo>
                    <a:pt x="5136" y="19230"/>
                  </a:lnTo>
                  <a:lnTo>
                    <a:pt x="5214" y="19423"/>
                  </a:lnTo>
                  <a:lnTo>
                    <a:pt x="5329" y="19578"/>
                  </a:lnTo>
                  <a:lnTo>
                    <a:pt x="5484" y="19771"/>
                  </a:lnTo>
                  <a:lnTo>
                    <a:pt x="5561" y="19809"/>
                  </a:lnTo>
                  <a:lnTo>
                    <a:pt x="5638" y="19809"/>
                  </a:lnTo>
                  <a:lnTo>
                    <a:pt x="5716" y="19771"/>
                  </a:lnTo>
                  <a:lnTo>
                    <a:pt x="5793" y="19694"/>
                  </a:lnTo>
                  <a:lnTo>
                    <a:pt x="5986" y="19153"/>
                  </a:lnTo>
                  <a:lnTo>
                    <a:pt x="6179" y="18612"/>
                  </a:lnTo>
                  <a:lnTo>
                    <a:pt x="6295" y="18033"/>
                  </a:lnTo>
                  <a:lnTo>
                    <a:pt x="6372" y="17454"/>
                  </a:lnTo>
                  <a:lnTo>
                    <a:pt x="6913" y="17608"/>
                  </a:lnTo>
                  <a:lnTo>
                    <a:pt x="7183" y="17608"/>
                  </a:lnTo>
                  <a:lnTo>
                    <a:pt x="7183" y="17531"/>
                  </a:lnTo>
                  <a:lnTo>
                    <a:pt x="7531" y="16720"/>
                  </a:lnTo>
                  <a:lnTo>
                    <a:pt x="7724" y="16334"/>
                  </a:lnTo>
                  <a:lnTo>
                    <a:pt x="7955" y="15948"/>
                  </a:lnTo>
                  <a:lnTo>
                    <a:pt x="8110" y="15987"/>
                  </a:lnTo>
                  <a:lnTo>
                    <a:pt x="8535" y="16064"/>
                  </a:lnTo>
                  <a:lnTo>
                    <a:pt x="8921" y="16102"/>
                  </a:lnTo>
                  <a:lnTo>
                    <a:pt x="9307" y="16064"/>
                  </a:lnTo>
                  <a:lnTo>
                    <a:pt x="9693" y="16025"/>
                  </a:lnTo>
                  <a:lnTo>
                    <a:pt x="9693" y="16025"/>
                  </a:lnTo>
                  <a:lnTo>
                    <a:pt x="8998" y="16604"/>
                  </a:lnTo>
                  <a:lnTo>
                    <a:pt x="8226" y="17106"/>
                  </a:lnTo>
                  <a:lnTo>
                    <a:pt x="8148" y="17222"/>
                  </a:lnTo>
                  <a:lnTo>
                    <a:pt x="8148" y="17300"/>
                  </a:lnTo>
                  <a:lnTo>
                    <a:pt x="8264" y="18110"/>
                  </a:lnTo>
                  <a:lnTo>
                    <a:pt x="8341" y="18883"/>
                  </a:lnTo>
                  <a:lnTo>
                    <a:pt x="8380" y="19655"/>
                  </a:lnTo>
                  <a:lnTo>
                    <a:pt x="8380" y="20427"/>
                  </a:lnTo>
                  <a:lnTo>
                    <a:pt x="8419" y="20543"/>
                  </a:lnTo>
                  <a:lnTo>
                    <a:pt x="8496" y="20620"/>
                  </a:lnTo>
                  <a:lnTo>
                    <a:pt x="8612" y="20659"/>
                  </a:lnTo>
                  <a:lnTo>
                    <a:pt x="8728" y="20620"/>
                  </a:lnTo>
                  <a:lnTo>
                    <a:pt x="11392" y="18806"/>
                  </a:lnTo>
                  <a:lnTo>
                    <a:pt x="12705" y="17840"/>
                  </a:lnTo>
                  <a:lnTo>
                    <a:pt x="13323" y="17338"/>
                  </a:lnTo>
                  <a:lnTo>
                    <a:pt x="13941" y="16836"/>
                  </a:lnTo>
                  <a:lnTo>
                    <a:pt x="13979" y="16759"/>
                  </a:lnTo>
                  <a:lnTo>
                    <a:pt x="13979" y="16682"/>
                  </a:lnTo>
                  <a:lnTo>
                    <a:pt x="13979" y="16643"/>
                  </a:lnTo>
                  <a:lnTo>
                    <a:pt x="13941" y="16257"/>
                  </a:lnTo>
                  <a:lnTo>
                    <a:pt x="13902" y="15871"/>
                  </a:lnTo>
                  <a:lnTo>
                    <a:pt x="13825" y="15098"/>
                  </a:lnTo>
                  <a:lnTo>
                    <a:pt x="13748" y="13747"/>
                  </a:lnTo>
                  <a:lnTo>
                    <a:pt x="14443" y="13129"/>
                  </a:lnTo>
                  <a:lnTo>
                    <a:pt x="15099" y="12473"/>
                  </a:lnTo>
                  <a:lnTo>
                    <a:pt x="15756" y="11816"/>
                  </a:lnTo>
                  <a:lnTo>
                    <a:pt x="16373" y="11121"/>
                  </a:lnTo>
                  <a:lnTo>
                    <a:pt x="17455" y="9924"/>
                  </a:lnTo>
                  <a:lnTo>
                    <a:pt x="18459" y="8650"/>
                  </a:lnTo>
                  <a:lnTo>
                    <a:pt x="19424" y="7376"/>
                  </a:lnTo>
                  <a:lnTo>
                    <a:pt x="20351" y="6024"/>
                  </a:lnTo>
                  <a:lnTo>
                    <a:pt x="21239" y="4673"/>
                  </a:lnTo>
                  <a:lnTo>
                    <a:pt x="22088" y="3321"/>
                  </a:lnTo>
                  <a:lnTo>
                    <a:pt x="22938" y="1931"/>
                  </a:lnTo>
                  <a:lnTo>
                    <a:pt x="23749" y="502"/>
                  </a:lnTo>
                  <a:lnTo>
                    <a:pt x="23749" y="425"/>
                  </a:lnTo>
                  <a:lnTo>
                    <a:pt x="23749" y="348"/>
                  </a:lnTo>
                  <a:lnTo>
                    <a:pt x="23749" y="270"/>
                  </a:lnTo>
                  <a:lnTo>
                    <a:pt x="23787" y="155"/>
                  </a:lnTo>
                  <a:lnTo>
                    <a:pt x="23787" y="77"/>
                  </a:lnTo>
                  <a:lnTo>
                    <a:pt x="23749" y="39"/>
                  </a:lnTo>
                  <a:lnTo>
                    <a:pt x="23672" y="0"/>
                  </a:lnTo>
                  <a:lnTo>
                    <a:pt x="23633" y="39"/>
                  </a:lnTo>
                  <a:lnTo>
                    <a:pt x="23633" y="77"/>
                  </a:lnTo>
                  <a:lnTo>
                    <a:pt x="235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19"/>
            <p:cNvSpPr/>
            <p:nvPr/>
          </p:nvSpPr>
          <p:spPr>
            <a:xfrm>
              <a:off x="5635500" y="4343650"/>
              <a:ext cx="54100" cy="45400"/>
            </a:xfrm>
            <a:custGeom>
              <a:avLst/>
              <a:gdLst/>
              <a:ahLst/>
              <a:cxnLst/>
              <a:rect l="l" t="t" r="r" b="b"/>
              <a:pathLst>
                <a:path w="2164" h="1816" extrusionOk="0">
                  <a:moveTo>
                    <a:pt x="1314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5"/>
                  </a:lnTo>
                  <a:lnTo>
                    <a:pt x="1777" y="889"/>
                  </a:lnTo>
                  <a:lnTo>
                    <a:pt x="1777" y="928"/>
                  </a:lnTo>
                  <a:lnTo>
                    <a:pt x="1738" y="1005"/>
                  </a:lnTo>
                  <a:lnTo>
                    <a:pt x="1661" y="1044"/>
                  </a:lnTo>
                  <a:lnTo>
                    <a:pt x="1584" y="1082"/>
                  </a:lnTo>
                  <a:lnTo>
                    <a:pt x="1275" y="1121"/>
                  </a:lnTo>
                  <a:lnTo>
                    <a:pt x="927" y="1121"/>
                  </a:lnTo>
                  <a:lnTo>
                    <a:pt x="619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1"/>
                  </a:lnTo>
                  <a:lnTo>
                    <a:pt x="348" y="1005"/>
                  </a:lnTo>
                  <a:lnTo>
                    <a:pt x="387" y="850"/>
                  </a:lnTo>
                  <a:lnTo>
                    <a:pt x="464" y="735"/>
                  </a:lnTo>
                  <a:lnTo>
                    <a:pt x="580" y="619"/>
                  </a:lnTo>
                  <a:lnTo>
                    <a:pt x="657" y="503"/>
                  </a:lnTo>
                  <a:lnTo>
                    <a:pt x="812" y="426"/>
                  </a:lnTo>
                  <a:lnTo>
                    <a:pt x="966" y="387"/>
                  </a:lnTo>
                  <a:close/>
                  <a:moveTo>
                    <a:pt x="1005" y="1"/>
                  </a:moveTo>
                  <a:lnTo>
                    <a:pt x="812" y="40"/>
                  </a:lnTo>
                  <a:lnTo>
                    <a:pt x="619" y="117"/>
                  </a:lnTo>
                  <a:lnTo>
                    <a:pt x="425" y="233"/>
                  </a:lnTo>
                  <a:lnTo>
                    <a:pt x="271" y="348"/>
                  </a:lnTo>
                  <a:lnTo>
                    <a:pt x="155" y="503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30"/>
                  </a:lnTo>
                  <a:lnTo>
                    <a:pt x="117" y="1623"/>
                  </a:lnTo>
                  <a:lnTo>
                    <a:pt x="155" y="1739"/>
                  </a:lnTo>
                  <a:lnTo>
                    <a:pt x="232" y="1777"/>
                  </a:lnTo>
                  <a:lnTo>
                    <a:pt x="348" y="1816"/>
                  </a:lnTo>
                  <a:lnTo>
                    <a:pt x="425" y="1739"/>
                  </a:lnTo>
                  <a:lnTo>
                    <a:pt x="580" y="1623"/>
                  </a:lnTo>
                  <a:lnTo>
                    <a:pt x="696" y="1546"/>
                  </a:lnTo>
                  <a:lnTo>
                    <a:pt x="889" y="1507"/>
                  </a:lnTo>
                  <a:lnTo>
                    <a:pt x="1429" y="1507"/>
                  </a:lnTo>
                  <a:lnTo>
                    <a:pt x="1584" y="1468"/>
                  </a:lnTo>
                  <a:lnTo>
                    <a:pt x="1777" y="1430"/>
                  </a:lnTo>
                  <a:lnTo>
                    <a:pt x="1931" y="1352"/>
                  </a:lnTo>
                  <a:lnTo>
                    <a:pt x="2047" y="1237"/>
                  </a:lnTo>
                  <a:lnTo>
                    <a:pt x="2125" y="1121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9"/>
                  </a:lnTo>
                  <a:lnTo>
                    <a:pt x="2086" y="464"/>
                  </a:lnTo>
                  <a:lnTo>
                    <a:pt x="1970" y="310"/>
                  </a:lnTo>
                  <a:lnTo>
                    <a:pt x="1816" y="194"/>
                  </a:lnTo>
                  <a:lnTo>
                    <a:pt x="1623" y="78"/>
                  </a:lnTo>
                  <a:lnTo>
                    <a:pt x="142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19"/>
            <p:cNvSpPr/>
            <p:nvPr/>
          </p:nvSpPr>
          <p:spPr>
            <a:xfrm>
              <a:off x="4572625" y="43774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2"/>
                  </a:lnTo>
                  <a:lnTo>
                    <a:pt x="23479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5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2"/>
                  </a:lnTo>
                  <a:lnTo>
                    <a:pt x="23865" y="3514"/>
                  </a:lnTo>
                  <a:lnTo>
                    <a:pt x="23788" y="3399"/>
                  </a:lnTo>
                  <a:lnTo>
                    <a:pt x="23749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1"/>
                  </a:lnTo>
                  <a:lnTo>
                    <a:pt x="16567" y="5407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8"/>
                  </a:lnTo>
                  <a:lnTo>
                    <a:pt x="15949" y="5020"/>
                  </a:lnTo>
                  <a:lnTo>
                    <a:pt x="16065" y="4982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8" y="4982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7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2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600"/>
                  </a:lnTo>
                  <a:lnTo>
                    <a:pt x="14250" y="5445"/>
                  </a:lnTo>
                  <a:lnTo>
                    <a:pt x="14365" y="5368"/>
                  </a:lnTo>
                  <a:lnTo>
                    <a:pt x="14443" y="5329"/>
                  </a:lnTo>
                  <a:close/>
                  <a:moveTo>
                    <a:pt x="18999" y="5484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0" y="5677"/>
                  </a:lnTo>
                  <a:lnTo>
                    <a:pt x="18845" y="5522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1" y="6102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8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891" y="6951"/>
                  </a:lnTo>
                  <a:lnTo>
                    <a:pt x="20467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9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2" y="5986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2" y="6295"/>
                  </a:lnTo>
                  <a:lnTo>
                    <a:pt x="23749" y="6565"/>
                  </a:lnTo>
                  <a:lnTo>
                    <a:pt x="23517" y="6797"/>
                  </a:lnTo>
                  <a:lnTo>
                    <a:pt x="23247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131" y="6102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8" y="6797"/>
                  </a:lnTo>
                  <a:lnTo>
                    <a:pt x="12628" y="6681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2"/>
                  </a:lnTo>
                  <a:close/>
                  <a:moveTo>
                    <a:pt x="22166" y="6565"/>
                  </a:moveTo>
                  <a:lnTo>
                    <a:pt x="22282" y="6604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6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3" y="7106"/>
                  </a:lnTo>
                  <a:lnTo>
                    <a:pt x="21471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50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6" y="7994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40" y="7723"/>
                  </a:lnTo>
                  <a:lnTo>
                    <a:pt x="11817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2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8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5" y="9770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3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3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6" y="11739"/>
                  </a:lnTo>
                  <a:lnTo>
                    <a:pt x="10658" y="11701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6" y="10697"/>
                  </a:lnTo>
                  <a:lnTo>
                    <a:pt x="10929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4" y="11778"/>
                  </a:lnTo>
                  <a:lnTo>
                    <a:pt x="6372" y="12010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9" y="11508"/>
                  </a:lnTo>
                  <a:lnTo>
                    <a:pt x="5754" y="11469"/>
                  </a:lnTo>
                  <a:close/>
                  <a:moveTo>
                    <a:pt x="10543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3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40" y="13207"/>
                  </a:lnTo>
                  <a:lnTo>
                    <a:pt x="7338" y="13014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4" y="12627"/>
                  </a:moveTo>
                  <a:lnTo>
                    <a:pt x="8959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8" y="13207"/>
                  </a:lnTo>
                  <a:lnTo>
                    <a:pt x="9037" y="13284"/>
                  </a:lnTo>
                  <a:lnTo>
                    <a:pt x="8805" y="13323"/>
                  </a:lnTo>
                  <a:lnTo>
                    <a:pt x="8573" y="13323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42" y="13014"/>
                  </a:lnTo>
                  <a:lnTo>
                    <a:pt x="8419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7" y="0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1" y="2279"/>
                  </a:lnTo>
                  <a:lnTo>
                    <a:pt x="23054" y="2395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63" y="3283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1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80"/>
                  </a:lnTo>
                  <a:lnTo>
                    <a:pt x="23479" y="4750"/>
                  </a:lnTo>
                  <a:lnTo>
                    <a:pt x="23440" y="4905"/>
                  </a:lnTo>
                  <a:lnTo>
                    <a:pt x="23440" y="5020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5" y="6295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5"/>
                  </a:lnTo>
                  <a:lnTo>
                    <a:pt x="21509" y="6411"/>
                  </a:lnTo>
                  <a:lnTo>
                    <a:pt x="21355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9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4"/>
                  </a:lnTo>
                  <a:lnTo>
                    <a:pt x="19463" y="5329"/>
                  </a:lnTo>
                  <a:lnTo>
                    <a:pt x="19385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1"/>
                  </a:lnTo>
                  <a:lnTo>
                    <a:pt x="18497" y="5407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3" y="4673"/>
                  </a:lnTo>
                  <a:lnTo>
                    <a:pt x="17957" y="4596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5" y="5098"/>
                  </a:lnTo>
                  <a:lnTo>
                    <a:pt x="16760" y="4943"/>
                  </a:lnTo>
                  <a:lnTo>
                    <a:pt x="16605" y="4789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636" y="4943"/>
                  </a:lnTo>
                  <a:lnTo>
                    <a:pt x="14443" y="4982"/>
                  </a:lnTo>
                  <a:lnTo>
                    <a:pt x="14288" y="5020"/>
                  </a:lnTo>
                  <a:lnTo>
                    <a:pt x="14134" y="5098"/>
                  </a:lnTo>
                  <a:lnTo>
                    <a:pt x="14057" y="5175"/>
                  </a:lnTo>
                  <a:lnTo>
                    <a:pt x="13941" y="5291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90"/>
                  </a:lnTo>
                  <a:lnTo>
                    <a:pt x="12164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508" y="7415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4"/>
                  </a:lnTo>
                  <a:lnTo>
                    <a:pt x="11315" y="8148"/>
                  </a:lnTo>
                  <a:lnTo>
                    <a:pt x="11354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1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6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10"/>
                  </a:lnTo>
                  <a:lnTo>
                    <a:pt x="9423" y="12087"/>
                  </a:lnTo>
                  <a:lnTo>
                    <a:pt x="9384" y="12203"/>
                  </a:lnTo>
                  <a:lnTo>
                    <a:pt x="9346" y="12319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9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9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3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5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5" y="10735"/>
                  </a:lnTo>
                  <a:lnTo>
                    <a:pt x="5330" y="10504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3" y="10311"/>
                  </a:lnTo>
                  <a:lnTo>
                    <a:pt x="4828" y="10311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61"/>
                  </a:lnTo>
                  <a:lnTo>
                    <a:pt x="3746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6"/>
                  </a:lnTo>
                  <a:lnTo>
                    <a:pt x="3013" y="9770"/>
                  </a:lnTo>
                  <a:lnTo>
                    <a:pt x="2974" y="9616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700" y="9191"/>
                  </a:lnTo>
                  <a:lnTo>
                    <a:pt x="1545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1"/>
                  </a:lnTo>
                  <a:lnTo>
                    <a:pt x="812" y="12936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53" y="11932"/>
                  </a:lnTo>
                  <a:lnTo>
                    <a:pt x="3515" y="11817"/>
                  </a:lnTo>
                  <a:lnTo>
                    <a:pt x="3437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3"/>
                  </a:lnTo>
                  <a:lnTo>
                    <a:pt x="619" y="12048"/>
                  </a:lnTo>
                  <a:lnTo>
                    <a:pt x="541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1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30" y="10388"/>
                  </a:lnTo>
                  <a:lnTo>
                    <a:pt x="1738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1" y="13786"/>
                  </a:lnTo>
                  <a:lnTo>
                    <a:pt x="9346" y="13709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9" y="12473"/>
                  </a:lnTo>
                  <a:lnTo>
                    <a:pt x="11122" y="12126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114"/>
                  </a:lnTo>
                  <a:lnTo>
                    <a:pt x="12358" y="8612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84" y="7299"/>
                  </a:lnTo>
                  <a:lnTo>
                    <a:pt x="13632" y="6990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3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0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9"/>
                  </a:lnTo>
                  <a:lnTo>
                    <a:pt x="24058" y="6990"/>
                  </a:lnTo>
                  <a:lnTo>
                    <a:pt x="24367" y="6642"/>
                  </a:lnTo>
                  <a:lnTo>
                    <a:pt x="24598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84"/>
                  </a:lnTo>
                  <a:lnTo>
                    <a:pt x="24058" y="1198"/>
                  </a:lnTo>
                  <a:lnTo>
                    <a:pt x="23788" y="811"/>
                  </a:lnTo>
                  <a:lnTo>
                    <a:pt x="23942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70" y="78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629;p19"/>
            <p:cNvSpPr/>
            <p:nvPr/>
          </p:nvSpPr>
          <p:spPr>
            <a:xfrm>
              <a:off x="5082350" y="43871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9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3" y="2433"/>
                  </a:lnTo>
                  <a:lnTo>
                    <a:pt x="5368" y="2819"/>
                  </a:lnTo>
                  <a:lnTo>
                    <a:pt x="5484" y="3206"/>
                  </a:lnTo>
                  <a:lnTo>
                    <a:pt x="5522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2" y="5214"/>
                  </a:lnTo>
                  <a:lnTo>
                    <a:pt x="5445" y="5600"/>
                  </a:lnTo>
                  <a:lnTo>
                    <a:pt x="5329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09" y="8032"/>
                  </a:lnTo>
                  <a:lnTo>
                    <a:pt x="3939" y="8380"/>
                  </a:lnTo>
                  <a:lnTo>
                    <a:pt x="3630" y="8728"/>
                  </a:lnTo>
                  <a:lnTo>
                    <a:pt x="3283" y="9036"/>
                  </a:lnTo>
                  <a:lnTo>
                    <a:pt x="2935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8" y="10040"/>
                  </a:lnTo>
                  <a:lnTo>
                    <a:pt x="1313" y="10234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0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4"/>
                  </a:lnTo>
                  <a:lnTo>
                    <a:pt x="4827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8" y="5793"/>
                  </a:lnTo>
                  <a:lnTo>
                    <a:pt x="6024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4"/>
                  </a:lnTo>
                  <a:lnTo>
                    <a:pt x="4904" y="1005"/>
                  </a:lnTo>
                  <a:lnTo>
                    <a:pt x="4596" y="696"/>
                  </a:lnTo>
                  <a:lnTo>
                    <a:pt x="4287" y="425"/>
                  </a:lnTo>
                  <a:lnTo>
                    <a:pt x="3939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630;p19"/>
            <p:cNvSpPr/>
            <p:nvPr/>
          </p:nvSpPr>
          <p:spPr>
            <a:xfrm>
              <a:off x="5492625" y="44122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1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1"/>
                  </a:lnTo>
                  <a:lnTo>
                    <a:pt x="3862" y="503"/>
                  </a:lnTo>
                  <a:lnTo>
                    <a:pt x="3322" y="773"/>
                  </a:lnTo>
                  <a:lnTo>
                    <a:pt x="2781" y="1082"/>
                  </a:lnTo>
                  <a:lnTo>
                    <a:pt x="2279" y="1429"/>
                  </a:lnTo>
                  <a:lnTo>
                    <a:pt x="1816" y="1854"/>
                  </a:lnTo>
                  <a:lnTo>
                    <a:pt x="1429" y="2279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7" y="4789"/>
                  </a:lnTo>
                  <a:lnTo>
                    <a:pt x="1" y="5368"/>
                  </a:lnTo>
                  <a:lnTo>
                    <a:pt x="348" y="5407"/>
                  </a:lnTo>
                  <a:lnTo>
                    <a:pt x="464" y="4982"/>
                  </a:lnTo>
                  <a:lnTo>
                    <a:pt x="580" y="4596"/>
                  </a:lnTo>
                  <a:lnTo>
                    <a:pt x="812" y="3978"/>
                  </a:lnTo>
                  <a:lnTo>
                    <a:pt x="1121" y="3399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7"/>
                  </a:lnTo>
                  <a:lnTo>
                    <a:pt x="3399" y="1159"/>
                  </a:lnTo>
                  <a:lnTo>
                    <a:pt x="3978" y="889"/>
                  </a:lnTo>
                  <a:lnTo>
                    <a:pt x="4635" y="657"/>
                  </a:lnTo>
                  <a:lnTo>
                    <a:pt x="5252" y="464"/>
                  </a:lnTo>
                  <a:lnTo>
                    <a:pt x="5909" y="387"/>
                  </a:lnTo>
                  <a:lnTo>
                    <a:pt x="6565" y="387"/>
                  </a:lnTo>
                  <a:lnTo>
                    <a:pt x="7222" y="464"/>
                  </a:lnTo>
                  <a:lnTo>
                    <a:pt x="7878" y="580"/>
                  </a:lnTo>
                  <a:lnTo>
                    <a:pt x="8496" y="812"/>
                  </a:lnTo>
                  <a:lnTo>
                    <a:pt x="9114" y="1082"/>
                  </a:lnTo>
                  <a:lnTo>
                    <a:pt x="9423" y="1275"/>
                  </a:lnTo>
                  <a:lnTo>
                    <a:pt x="9732" y="1507"/>
                  </a:lnTo>
                  <a:lnTo>
                    <a:pt x="10041" y="1700"/>
                  </a:lnTo>
                  <a:lnTo>
                    <a:pt x="10311" y="1931"/>
                  </a:lnTo>
                  <a:lnTo>
                    <a:pt x="10774" y="2472"/>
                  </a:lnTo>
                  <a:lnTo>
                    <a:pt x="11199" y="3013"/>
                  </a:lnTo>
                  <a:lnTo>
                    <a:pt x="11547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8"/>
                  </a:lnTo>
                  <a:lnTo>
                    <a:pt x="12859" y="6797"/>
                  </a:lnTo>
                  <a:lnTo>
                    <a:pt x="13130" y="7376"/>
                  </a:lnTo>
                  <a:lnTo>
                    <a:pt x="13439" y="7955"/>
                  </a:lnTo>
                  <a:lnTo>
                    <a:pt x="13825" y="8496"/>
                  </a:lnTo>
                  <a:lnTo>
                    <a:pt x="14250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500"/>
                  </a:lnTo>
                  <a:lnTo>
                    <a:pt x="15292" y="9654"/>
                  </a:lnTo>
                  <a:lnTo>
                    <a:pt x="15756" y="9809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9"/>
                  </a:lnTo>
                  <a:lnTo>
                    <a:pt x="17609" y="9616"/>
                  </a:lnTo>
                  <a:lnTo>
                    <a:pt x="17841" y="9500"/>
                  </a:lnTo>
                  <a:lnTo>
                    <a:pt x="18034" y="9384"/>
                  </a:lnTo>
                  <a:lnTo>
                    <a:pt x="18188" y="9230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2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80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6" y="8419"/>
                  </a:lnTo>
                  <a:lnTo>
                    <a:pt x="18072" y="8728"/>
                  </a:lnTo>
                  <a:lnTo>
                    <a:pt x="17802" y="8998"/>
                  </a:lnTo>
                  <a:lnTo>
                    <a:pt x="17493" y="9191"/>
                  </a:lnTo>
                  <a:lnTo>
                    <a:pt x="17184" y="9345"/>
                  </a:lnTo>
                  <a:lnTo>
                    <a:pt x="16837" y="9423"/>
                  </a:lnTo>
                  <a:lnTo>
                    <a:pt x="16451" y="9461"/>
                  </a:lnTo>
                  <a:lnTo>
                    <a:pt x="16103" y="9423"/>
                  </a:lnTo>
                  <a:lnTo>
                    <a:pt x="15717" y="9345"/>
                  </a:lnTo>
                  <a:lnTo>
                    <a:pt x="15369" y="9191"/>
                  </a:lnTo>
                  <a:lnTo>
                    <a:pt x="15022" y="8998"/>
                  </a:lnTo>
                  <a:lnTo>
                    <a:pt x="14713" y="8766"/>
                  </a:lnTo>
                  <a:lnTo>
                    <a:pt x="14404" y="8496"/>
                  </a:lnTo>
                  <a:lnTo>
                    <a:pt x="14172" y="8187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5" y="7183"/>
                  </a:lnTo>
                  <a:lnTo>
                    <a:pt x="13246" y="6526"/>
                  </a:lnTo>
                  <a:lnTo>
                    <a:pt x="12975" y="5831"/>
                  </a:lnTo>
                  <a:lnTo>
                    <a:pt x="12473" y="4480"/>
                  </a:lnTo>
                  <a:lnTo>
                    <a:pt x="12164" y="3823"/>
                  </a:lnTo>
                  <a:lnTo>
                    <a:pt x="11855" y="3206"/>
                  </a:lnTo>
                  <a:lnTo>
                    <a:pt x="11469" y="2588"/>
                  </a:lnTo>
                  <a:lnTo>
                    <a:pt x="11238" y="2279"/>
                  </a:lnTo>
                  <a:lnTo>
                    <a:pt x="11006" y="2009"/>
                  </a:lnTo>
                  <a:lnTo>
                    <a:pt x="10543" y="1584"/>
                  </a:lnTo>
                  <a:lnTo>
                    <a:pt x="10079" y="1198"/>
                  </a:lnTo>
                  <a:lnTo>
                    <a:pt x="9577" y="850"/>
                  </a:lnTo>
                  <a:lnTo>
                    <a:pt x="9037" y="580"/>
                  </a:lnTo>
                  <a:lnTo>
                    <a:pt x="8496" y="348"/>
                  </a:lnTo>
                  <a:lnTo>
                    <a:pt x="7917" y="194"/>
                  </a:lnTo>
                  <a:lnTo>
                    <a:pt x="7338" y="78"/>
                  </a:lnTo>
                  <a:lnTo>
                    <a:pt x="67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631;p19"/>
            <p:cNvSpPr/>
            <p:nvPr/>
          </p:nvSpPr>
          <p:spPr>
            <a:xfrm>
              <a:off x="3907500" y="442282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0" y="464"/>
                  </a:moveTo>
                  <a:lnTo>
                    <a:pt x="11623" y="502"/>
                  </a:lnTo>
                  <a:lnTo>
                    <a:pt x="12048" y="541"/>
                  </a:lnTo>
                  <a:lnTo>
                    <a:pt x="12434" y="657"/>
                  </a:lnTo>
                  <a:lnTo>
                    <a:pt x="12627" y="734"/>
                  </a:lnTo>
                  <a:lnTo>
                    <a:pt x="12743" y="811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6" y="1699"/>
                  </a:lnTo>
                  <a:lnTo>
                    <a:pt x="12820" y="1892"/>
                  </a:lnTo>
                  <a:lnTo>
                    <a:pt x="12704" y="2086"/>
                  </a:lnTo>
                  <a:lnTo>
                    <a:pt x="12589" y="2240"/>
                  </a:lnTo>
                  <a:lnTo>
                    <a:pt x="12241" y="2472"/>
                  </a:lnTo>
                  <a:lnTo>
                    <a:pt x="11816" y="2742"/>
                  </a:lnTo>
                  <a:lnTo>
                    <a:pt x="11391" y="2935"/>
                  </a:lnTo>
                  <a:lnTo>
                    <a:pt x="10658" y="3205"/>
                  </a:lnTo>
                  <a:lnTo>
                    <a:pt x="9924" y="3437"/>
                  </a:lnTo>
                  <a:lnTo>
                    <a:pt x="9152" y="3707"/>
                  </a:lnTo>
                  <a:lnTo>
                    <a:pt x="8380" y="3900"/>
                  </a:lnTo>
                  <a:lnTo>
                    <a:pt x="7607" y="4094"/>
                  </a:lnTo>
                  <a:lnTo>
                    <a:pt x="6796" y="4287"/>
                  </a:lnTo>
                  <a:lnTo>
                    <a:pt x="5908" y="4441"/>
                  </a:lnTo>
                  <a:lnTo>
                    <a:pt x="5020" y="4596"/>
                  </a:lnTo>
                  <a:lnTo>
                    <a:pt x="4132" y="4711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0"/>
                  </a:lnTo>
                  <a:lnTo>
                    <a:pt x="1506" y="4673"/>
                  </a:lnTo>
                  <a:lnTo>
                    <a:pt x="1197" y="4557"/>
                  </a:lnTo>
                  <a:lnTo>
                    <a:pt x="888" y="4441"/>
                  </a:lnTo>
                  <a:lnTo>
                    <a:pt x="579" y="4248"/>
                  </a:lnTo>
                  <a:lnTo>
                    <a:pt x="657" y="4171"/>
                  </a:lnTo>
                  <a:lnTo>
                    <a:pt x="695" y="4055"/>
                  </a:lnTo>
                  <a:lnTo>
                    <a:pt x="695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1" y="3437"/>
                  </a:lnTo>
                  <a:lnTo>
                    <a:pt x="1313" y="3244"/>
                  </a:lnTo>
                  <a:lnTo>
                    <a:pt x="1854" y="2935"/>
                  </a:lnTo>
                  <a:lnTo>
                    <a:pt x="2278" y="2703"/>
                  </a:lnTo>
                  <a:lnTo>
                    <a:pt x="3012" y="2356"/>
                  </a:lnTo>
                  <a:lnTo>
                    <a:pt x="3707" y="2008"/>
                  </a:lnTo>
                  <a:lnTo>
                    <a:pt x="4479" y="1699"/>
                  </a:lnTo>
                  <a:lnTo>
                    <a:pt x="5252" y="1429"/>
                  </a:lnTo>
                  <a:lnTo>
                    <a:pt x="6024" y="1197"/>
                  </a:lnTo>
                  <a:lnTo>
                    <a:pt x="6835" y="1004"/>
                  </a:lnTo>
                  <a:lnTo>
                    <a:pt x="7607" y="811"/>
                  </a:lnTo>
                  <a:lnTo>
                    <a:pt x="8418" y="695"/>
                  </a:lnTo>
                  <a:lnTo>
                    <a:pt x="9229" y="580"/>
                  </a:lnTo>
                  <a:lnTo>
                    <a:pt x="10040" y="541"/>
                  </a:lnTo>
                  <a:lnTo>
                    <a:pt x="10735" y="502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1" y="1313"/>
                  </a:lnTo>
                  <a:lnTo>
                    <a:pt x="13708" y="1506"/>
                  </a:lnTo>
                  <a:lnTo>
                    <a:pt x="13747" y="1738"/>
                  </a:lnTo>
                  <a:lnTo>
                    <a:pt x="13708" y="2008"/>
                  </a:lnTo>
                  <a:lnTo>
                    <a:pt x="13631" y="2240"/>
                  </a:lnTo>
                  <a:lnTo>
                    <a:pt x="13515" y="2472"/>
                  </a:lnTo>
                  <a:lnTo>
                    <a:pt x="13399" y="2703"/>
                  </a:lnTo>
                  <a:lnTo>
                    <a:pt x="13206" y="2896"/>
                  </a:lnTo>
                  <a:lnTo>
                    <a:pt x="12859" y="3205"/>
                  </a:lnTo>
                  <a:lnTo>
                    <a:pt x="12473" y="3437"/>
                  </a:lnTo>
                  <a:lnTo>
                    <a:pt x="12048" y="3669"/>
                  </a:lnTo>
                  <a:lnTo>
                    <a:pt x="11623" y="3900"/>
                  </a:lnTo>
                  <a:lnTo>
                    <a:pt x="10658" y="4287"/>
                  </a:lnTo>
                  <a:lnTo>
                    <a:pt x="9731" y="4634"/>
                  </a:lnTo>
                  <a:lnTo>
                    <a:pt x="8766" y="4904"/>
                  </a:lnTo>
                  <a:lnTo>
                    <a:pt x="7762" y="5175"/>
                  </a:lnTo>
                  <a:lnTo>
                    <a:pt x="6758" y="5406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8"/>
                  </a:lnTo>
                  <a:lnTo>
                    <a:pt x="2780" y="5986"/>
                  </a:lnTo>
                  <a:lnTo>
                    <a:pt x="2278" y="5986"/>
                  </a:lnTo>
                  <a:lnTo>
                    <a:pt x="1815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5" y="5484"/>
                  </a:lnTo>
                  <a:lnTo>
                    <a:pt x="502" y="5252"/>
                  </a:lnTo>
                  <a:lnTo>
                    <a:pt x="348" y="5020"/>
                  </a:lnTo>
                  <a:lnTo>
                    <a:pt x="309" y="4866"/>
                  </a:lnTo>
                  <a:lnTo>
                    <a:pt x="309" y="4750"/>
                  </a:lnTo>
                  <a:lnTo>
                    <a:pt x="309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3"/>
                  </a:lnTo>
                  <a:lnTo>
                    <a:pt x="1931" y="5252"/>
                  </a:lnTo>
                  <a:lnTo>
                    <a:pt x="2587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6" y="5059"/>
                  </a:lnTo>
                  <a:lnTo>
                    <a:pt x="6912" y="4789"/>
                  </a:lnTo>
                  <a:lnTo>
                    <a:pt x="7839" y="4596"/>
                  </a:lnTo>
                  <a:lnTo>
                    <a:pt x="8727" y="4402"/>
                  </a:lnTo>
                  <a:lnTo>
                    <a:pt x="9615" y="4132"/>
                  </a:lnTo>
                  <a:lnTo>
                    <a:pt x="10503" y="3862"/>
                  </a:lnTo>
                  <a:lnTo>
                    <a:pt x="11353" y="3514"/>
                  </a:lnTo>
                  <a:lnTo>
                    <a:pt x="12164" y="3128"/>
                  </a:lnTo>
                  <a:lnTo>
                    <a:pt x="12434" y="2974"/>
                  </a:lnTo>
                  <a:lnTo>
                    <a:pt x="12704" y="2819"/>
                  </a:lnTo>
                  <a:lnTo>
                    <a:pt x="12936" y="2588"/>
                  </a:lnTo>
                  <a:lnTo>
                    <a:pt x="13129" y="2394"/>
                  </a:lnTo>
                  <a:lnTo>
                    <a:pt x="13322" y="2124"/>
                  </a:lnTo>
                  <a:lnTo>
                    <a:pt x="13438" y="1854"/>
                  </a:lnTo>
                  <a:lnTo>
                    <a:pt x="13515" y="1584"/>
                  </a:lnTo>
                  <a:lnTo>
                    <a:pt x="13515" y="1236"/>
                  </a:lnTo>
                  <a:lnTo>
                    <a:pt x="13477" y="1120"/>
                  </a:lnTo>
                  <a:close/>
                  <a:moveTo>
                    <a:pt x="10658" y="0"/>
                  </a:moveTo>
                  <a:lnTo>
                    <a:pt x="9886" y="39"/>
                  </a:lnTo>
                  <a:lnTo>
                    <a:pt x="9113" y="116"/>
                  </a:lnTo>
                  <a:lnTo>
                    <a:pt x="8302" y="232"/>
                  </a:lnTo>
                  <a:lnTo>
                    <a:pt x="7530" y="348"/>
                  </a:lnTo>
                  <a:lnTo>
                    <a:pt x="6719" y="541"/>
                  </a:lnTo>
                  <a:lnTo>
                    <a:pt x="5908" y="734"/>
                  </a:lnTo>
                  <a:lnTo>
                    <a:pt x="5020" y="1004"/>
                  </a:lnTo>
                  <a:lnTo>
                    <a:pt x="4132" y="1352"/>
                  </a:lnTo>
                  <a:lnTo>
                    <a:pt x="3244" y="1699"/>
                  </a:lnTo>
                  <a:lnTo>
                    <a:pt x="2394" y="2124"/>
                  </a:lnTo>
                  <a:lnTo>
                    <a:pt x="1776" y="2433"/>
                  </a:lnTo>
                  <a:lnTo>
                    <a:pt x="1390" y="2626"/>
                  </a:lnTo>
                  <a:lnTo>
                    <a:pt x="1043" y="2858"/>
                  </a:lnTo>
                  <a:lnTo>
                    <a:pt x="695" y="3090"/>
                  </a:lnTo>
                  <a:lnTo>
                    <a:pt x="463" y="3398"/>
                  </a:lnTo>
                  <a:lnTo>
                    <a:pt x="348" y="3553"/>
                  </a:lnTo>
                  <a:lnTo>
                    <a:pt x="270" y="3707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3" y="4132"/>
                  </a:lnTo>
                  <a:lnTo>
                    <a:pt x="193" y="4171"/>
                  </a:lnTo>
                  <a:lnTo>
                    <a:pt x="116" y="4325"/>
                  </a:lnTo>
                  <a:lnTo>
                    <a:pt x="39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5136"/>
                  </a:lnTo>
                  <a:lnTo>
                    <a:pt x="193" y="5445"/>
                  </a:lnTo>
                  <a:lnTo>
                    <a:pt x="348" y="5638"/>
                  </a:lnTo>
                  <a:lnTo>
                    <a:pt x="502" y="5831"/>
                  </a:lnTo>
                  <a:lnTo>
                    <a:pt x="695" y="5947"/>
                  </a:lnTo>
                  <a:lnTo>
                    <a:pt x="927" y="6063"/>
                  </a:lnTo>
                  <a:lnTo>
                    <a:pt x="965" y="6256"/>
                  </a:lnTo>
                  <a:lnTo>
                    <a:pt x="1274" y="6179"/>
                  </a:lnTo>
                  <a:lnTo>
                    <a:pt x="1313" y="6217"/>
                  </a:lnTo>
                  <a:lnTo>
                    <a:pt x="1313" y="6256"/>
                  </a:lnTo>
                  <a:lnTo>
                    <a:pt x="1352" y="6295"/>
                  </a:lnTo>
                  <a:lnTo>
                    <a:pt x="1467" y="6256"/>
                  </a:lnTo>
                  <a:lnTo>
                    <a:pt x="1815" y="6295"/>
                  </a:lnTo>
                  <a:lnTo>
                    <a:pt x="2394" y="6333"/>
                  </a:lnTo>
                  <a:lnTo>
                    <a:pt x="3012" y="6372"/>
                  </a:lnTo>
                  <a:lnTo>
                    <a:pt x="3591" y="6333"/>
                  </a:lnTo>
                  <a:lnTo>
                    <a:pt x="4171" y="6295"/>
                  </a:lnTo>
                  <a:lnTo>
                    <a:pt x="5368" y="6101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3" y="5522"/>
                  </a:lnTo>
                  <a:lnTo>
                    <a:pt x="9036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5" y="4132"/>
                  </a:lnTo>
                  <a:lnTo>
                    <a:pt x="12125" y="4248"/>
                  </a:lnTo>
                  <a:lnTo>
                    <a:pt x="12395" y="4287"/>
                  </a:lnTo>
                  <a:lnTo>
                    <a:pt x="12782" y="4711"/>
                  </a:lnTo>
                  <a:lnTo>
                    <a:pt x="13013" y="4518"/>
                  </a:lnTo>
                  <a:lnTo>
                    <a:pt x="12434" y="3939"/>
                  </a:lnTo>
                  <a:lnTo>
                    <a:pt x="12897" y="3669"/>
                  </a:lnTo>
                  <a:lnTo>
                    <a:pt x="13361" y="3321"/>
                  </a:lnTo>
                  <a:lnTo>
                    <a:pt x="13631" y="3051"/>
                  </a:lnTo>
                  <a:lnTo>
                    <a:pt x="13824" y="2703"/>
                  </a:lnTo>
                  <a:lnTo>
                    <a:pt x="14133" y="2626"/>
                  </a:lnTo>
                  <a:lnTo>
                    <a:pt x="14017" y="2317"/>
                  </a:lnTo>
                  <a:lnTo>
                    <a:pt x="14095" y="2008"/>
                  </a:lnTo>
                  <a:lnTo>
                    <a:pt x="14133" y="1738"/>
                  </a:lnTo>
                  <a:lnTo>
                    <a:pt x="14095" y="1468"/>
                  </a:lnTo>
                  <a:lnTo>
                    <a:pt x="14017" y="1236"/>
                  </a:lnTo>
                  <a:lnTo>
                    <a:pt x="13901" y="1004"/>
                  </a:lnTo>
                  <a:lnTo>
                    <a:pt x="13747" y="811"/>
                  </a:lnTo>
                  <a:lnTo>
                    <a:pt x="13477" y="618"/>
                  </a:lnTo>
                  <a:lnTo>
                    <a:pt x="13168" y="502"/>
                  </a:lnTo>
                  <a:lnTo>
                    <a:pt x="13091" y="502"/>
                  </a:lnTo>
                  <a:lnTo>
                    <a:pt x="12897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2" y="116"/>
                  </a:lnTo>
                  <a:lnTo>
                    <a:pt x="11816" y="3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632;p19"/>
            <p:cNvSpPr/>
            <p:nvPr/>
          </p:nvSpPr>
          <p:spPr>
            <a:xfrm>
              <a:off x="299900" y="4449850"/>
              <a:ext cx="375550" cy="386175"/>
            </a:xfrm>
            <a:custGeom>
              <a:avLst/>
              <a:gdLst/>
              <a:ahLst/>
              <a:cxnLst/>
              <a:rect l="l" t="t" r="r" b="b"/>
              <a:pathLst>
                <a:path w="15022" h="15447" extrusionOk="0">
                  <a:moveTo>
                    <a:pt x="8032" y="503"/>
                  </a:move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05"/>
                  </a:lnTo>
                  <a:lnTo>
                    <a:pt x="10697" y="1236"/>
                  </a:lnTo>
                  <a:lnTo>
                    <a:pt x="11160" y="1507"/>
                  </a:lnTo>
                  <a:lnTo>
                    <a:pt x="11623" y="1815"/>
                  </a:lnTo>
                  <a:lnTo>
                    <a:pt x="10813" y="2163"/>
                  </a:lnTo>
                  <a:lnTo>
                    <a:pt x="10079" y="2588"/>
                  </a:lnTo>
                  <a:lnTo>
                    <a:pt x="9307" y="3090"/>
                  </a:lnTo>
                  <a:lnTo>
                    <a:pt x="8611" y="3592"/>
                  </a:lnTo>
                  <a:lnTo>
                    <a:pt x="7955" y="4171"/>
                  </a:lnTo>
                  <a:lnTo>
                    <a:pt x="7299" y="4789"/>
                  </a:lnTo>
                  <a:lnTo>
                    <a:pt x="6719" y="5445"/>
                  </a:lnTo>
                  <a:lnTo>
                    <a:pt x="6140" y="6140"/>
                  </a:lnTo>
                  <a:lnTo>
                    <a:pt x="5638" y="6835"/>
                  </a:lnTo>
                  <a:lnTo>
                    <a:pt x="5213" y="7608"/>
                  </a:lnTo>
                  <a:lnTo>
                    <a:pt x="4789" y="8380"/>
                  </a:lnTo>
                  <a:lnTo>
                    <a:pt x="4480" y="9191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3" y="11739"/>
                  </a:lnTo>
                  <a:lnTo>
                    <a:pt x="3746" y="12628"/>
                  </a:lnTo>
                  <a:lnTo>
                    <a:pt x="3592" y="12666"/>
                  </a:lnTo>
                  <a:lnTo>
                    <a:pt x="3283" y="11817"/>
                  </a:lnTo>
                  <a:lnTo>
                    <a:pt x="3051" y="11006"/>
                  </a:lnTo>
                  <a:lnTo>
                    <a:pt x="2858" y="10195"/>
                  </a:lnTo>
                  <a:lnTo>
                    <a:pt x="2703" y="9345"/>
                  </a:lnTo>
                  <a:lnTo>
                    <a:pt x="2588" y="8496"/>
                  </a:lnTo>
                  <a:lnTo>
                    <a:pt x="2549" y="7646"/>
                  </a:lnTo>
                  <a:lnTo>
                    <a:pt x="2588" y="6797"/>
                  </a:lnTo>
                  <a:lnTo>
                    <a:pt x="2703" y="5909"/>
                  </a:lnTo>
                  <a:lnTo>
                    <a:pt x="2858" y="5214"/>
                  </a:lnTo>
                  <a:lnTo>
                    <a:pt x="3051" y="4480"/>
                  </a:lnTo>
                  <a:lnTo>
                    <a:pt x="3321" y="3823"/>
                  </a:lnTo>
                  <a:lnTo>
                    <a:pt x="3669" y="3167"/>
                  </a:lnTo>
                  <a:lnTo>
                    <a:pt x="4016" y="2549"/>
                  </a:lnTo>
                  <a:lnTo>
                    <a:pt x="4441" y="1970"/>
                  </a:lnTo>
                  <a:lnTo>
                    <a:pt x="4904" y="1391"/>
                  </a:lnTo>
                  <a:lnTo>
                    <a:pt x="5406" y="850"/>
                  </a:lnTo>
                  <a:lnTo>
                    <a:pt x="5908" y="696"/>
                  </a:lnTo>
                  <a:lnTo>
                    <a:pt x="6410" y="618"/>
                  </a:lnTo>
                  <a:lnTo>
                    <a:pt x="6951" y="541"/>
                  </a:lnTo>
                  <a:lnTo>
                    <a:pt x="7492" y="503"/>
                  </a:lnTo>
                  <a:close/>
                  <a:moveTo>
                    <a:pt x="11971" y="2086"/>
                  </a:moveTo>
                  <a:lnTo>
                    <a:pt x="12357" y="2433"/>
                  </a:lnTo>
                  <a:lnTo>
                    <a:pt x="12705" y="2781"/>
                  </a:lnTo>
                  <a:lnTo>
                    <a:pt x="13052" y="3206"/>
                  </a:lnTo>
                  <a:lnTo>
                    <a:pt x="13322" y="3630"/>
                  </a:lnTo>
                  <a:lnTo>
                    <a:pt x="13593" y="4094"/>
                  </a:lnTo>
                  <a:lnTo>
                    <a:pt x="13863" y="4557"/>
                  </a:lnTo>
                  <a:lnTo>
                    <a:pt x="14056" y="5059"/>
                  </a:lnTo>
                  <a:lnTo>
                    <a:pt x="14211" y="5600"/>
                  </a:lnTo>
                  <a:lnTo>
                    <a:pt x="14326" y="6102"/>
                  </a:lnTo>
                  <a:lnTo>
                    <a:pt x="14442" y="6604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1"/>
                  </a:lnTo>
                  <a:lnTo>
                    <a:pt x="11392" y="7144"/>
                  </a:lnTo>
                  <a:lnTo>
                    <a:pt x="10658" y="7376"/>
                  </a:lnTo>
                  <a:lnTo>
                    <a:pt x="9963" y="7685"/>
                  </a:lnTo>
                  <a:lnTo>
                    <a:pt x="9229" y="8032"/>
                  </a:lnTo>
                  <a:lnTo>
                    <a:pt x="8534" y="8419"/>
                  </a:lnTo>
                  <a:lnTo>
                    <a:pt x="7878" y="8843"/>
                  </a:lnTo>
                  <a:lnTo>
                    <a:pt x="7260" y="9268"/>
                  </a:lnTo>
                  <a:lnTo>
                    <a:pt x="6642" y="9770"/>
                  </a:lnTo>
                  <a:lnTo>
                    <a:pt x="6102" y="10311"/>
                  </a:lnTo>
                  <a:lnTo>
                    <a:pt x="5561" y="10890"/>
                  </a:lnTo>
                  <a:lnTo>
                    <a:pt x="5098" y="11469"/>
                  </a:lnTo>
                  <a:lnTo>
                    <a:pt x="4634" y="12126"/>
                  </a:lnTo>
                  <a:lnTo>
                    <a:pt x="4248" y="12782"/>
                  </a:lnTo>
                  <a:lnTo>
                    <a:pt x="4132" y="12705"/>
                  </a:lnTo>
                  <a:lnTo>
                    <a:pt x="3978" y="12666"/>
                  </a:lnTo>
                  <a:lnTo>
                    <a:pt x="4094" y="11778"/>
                  </a:lnTo>
                  <a:lnTo>
                    <a:pt x="4325" y="10929"/>
                  </a:lnTo>
                  <a:lnTo>
                    <a:pt x="4557" y="10079"/>
                  </a:lnTo>
                  <a:lnTo>
                    <a:pt x="4866" y="9268"/>
                  </a:lnTo>
                  <a:lnTo>
                    <a:pt x="5213" y="8496"/>
                  </a:lnTo>
                  <a:lnTo>
                    <a:pt x="5600" y="7724"/>
                  </a:lnTo>
                  <a:lnTo>
                    <a:pt x="6024" y="6990"/>
                  </a:lnTo>
                  <a:lnTo>
                    <a:pt x="6526" y="6256"/>
                  </a:lnTo>
                  <a:lnTo>
                    <a:pt x="7067" y="5600"/>
                  </a:lnTo>
                  <a:lnTo>
                    <a:pt x="7607" y="4943"/>
                  </a:lnTo>
                  <a:lnTo>
                    <a:pt x="8225" y="4364"/>
                  </a:lnTo>
                  <a:lnTo>
                    <a:pt x="8920" y="3823"/>
                  </a:lnTo>
                  <a:lnTo>
                    <a:pt x="9615" y="3321"/>
                  </a:lnTo>
                  <a:lnTo>
                    <a:pt x="10349" y="2858"/>
                  </a:lnTo>
                  <a:lnTo>
                    <a:pt x="11121" y="2433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39"/>
                  </a:lnTo>
                  <a:lnTo>
                    <a:pt x="14442" y="8689"/>
                  </a:lnTo>
                  <a:lnTo>
                    <a:pt x="14288" y="9538"/>
                  </a:lnTo>
                  <a:lnTo>
                    <a:pt x="14172" y="9925"/>
                  </a:lnTo>
                  <a:lnTo>
                    <a:pt x="14056" y="10349"/>
                  </a:lnTo>
                  <a:lnTo>
                    <a:pt x="13902" y="10735"/>
                  </a:lnTo>
                  <a:lnTo>
                    <a:pt x="13709" y="11122"/>
                  </a:lnTo>
                  <a:lnTo>
                    <a:pt x="13516" y="11508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50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1" y="13014"/>
                  </a:lnTo>
                  <a:lnTo>
                    <a:pt x="11701" y="12898"/>
                  </a:lnTo>
                  <a:lnTo>
                    <a:pt x="11121" y="12743"/>
                  </a:lnTo>
                  <a:lnTo>
                    <a:pt x="10542" y="12628"/>
                  </a:lnTo>
                  <a:lnTo>
                    <a:pt x="10002" y="12550"/>
                  </a:lnTo>
                  <a:lnTo>
                    <a:pt x="9422" y="12473"/>
                  </a:lnTo>
                  <a:lnTo>
                    <a:pt x="8843" y="12435"/>
                  </a:lnTo>
                  <a:lnTo>
                    <a:pt x="8303" y="12435"/>
                  </a:lnTo>
                  <a:lnTo>
                    <a:pt x="7762" y="12473"/>
                  </a:lnTo>
                  <a:lnTo>
                    <a:pt x="7221" y="12550"/>
                  </a:lnTo>
                  <a:lnTo>
                    <a:pt x="6719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23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01"/>
                  </a:lnTo>
                  <a:lnTo>
                    <a:pt x="5870" y="11160"/>
                  </a:lnTo>
                  <a:lnTo>
                    <a:pt x="6410" y="10620"/>
                  </a:lnTo>
                  <a:lnTo>
                    <a:pt x="6990" y="10118"/>
                  </a:lnTo>
                  <a:lnTo>
                    <a:pt x="7569" y="9616"/>
                  </a:lnTo>
                  <a:lnTo>
                    <a:pt x="8148" y="9191"/>
                  </a:lnTo>
                  <a:lnTo>
                    <a:pt x="8766" y="8805"/>
                  </a:lnTo>
                  <a:lnTo>
                    <a:pt x="9422" y="8419"/>
                  </a:lnTo>
                  <a:lnTo>
                    <a:pt x="10079" y="8110"/>
                  </a:lnTo>
                  <a:lnTo>
                    <a:pt x="10735" y="7801"/>
                  </a:lnTo>
                  <a:lnTo>
                    <a:pt x="11469" y="7569"/>
                  </a:lnTo>
                  <a:lnTo>
                    <a:pt x="12164" y="7337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6"/>
                  </a:moveTo>
                  <a:lnTo>
                    <a:pt x="4055" y="1815"/>
                  </a:lnTo>
                  <a:lnTo>
                    <a:pt x="3630" y="2433"/>
                  </a:lnTo>
                  <a:lnTo>
                    <a:pt x="3244" y="3090"/>
                  </a:lnTo>
                  <a:lnTo>
                    <a:pt x="2935" y="3785"/>
                  </a:lnTo>
                  <a:lnTo>
                    <a:pt x="2665" y="4519"/>
                  </a:lnTo>
                  <a:lnTo>
                    <a:pt x="2472" y="5252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4"/>
                  </a:lnTo>
                  <a:lnTo>
                    <a:pt x="2394" y="9847"/>
                  </a:lnTo>
                  <a:lnTo>
                    <a:pt x="2549" y="10620"/>
                  </a:lnTo>
                  <a:lnTo>
                    <a:pt x="2781" y="11353"/>
                  </a:lnTo>
                  <a:lnTo>
                    <a:pt x="3012" y="12048"/>
                  </a:lnTo>
                  <a:lnTo>
                    <a:pt x="3321" y="12743"/>
                  </a:lnTo>
                  <a:lnTo>
                    <a:pt x="3128" y="12859"/>
                  </a:lnTo>
                  <a:lnTo>
                    <a:pt x="2935" y="13014"/>
                  </a:lnTo>
                  <a:lnTo>
                    <a:pt x="2819" y="13207"/>
                  </a:lnTo>
                  <a:lnTo>
                    <a:pt x="2742" y="13439"/>
                  </a:lnTo>
                  <a:lnTo>
                    <a:pt x="2394" y="12975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6" y="11585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075"/>
                  </a:lnTo>
                  <a:lnTo>
                    <a:pt x="541" y="8534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1"/>
                  </a:lnTo>
                  <a:lnTo>
                    <a:pt x="773" y="5870"/>
                  </a:lnTo>
                  <a:lnTo>
                    <a:pt x="927" y="5291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1970"/>
                  </a:lnTo>
                  <a:lnTo>
                    <a:pt x="3939" y="1584"/>
                  </a:lnTo>
                  <a:lnTo>
                    <a:pt x="4518" y="1236"/>
                  </a:lnTo>
                  <a:close/>
                  <a:moveTo>
                    <a:pt x="3862" y="12975"/>
                  </a:moveTo>
                  <a:lnTo>
                    <a:pt x="4016" y="13014"/>
                  </a:lnTo>
                  <a:lnTo>
                    <a:pt x="4171" y="13130"/>
                  </a:lnTo>
                  <a:lnTo>
                    <a:pt x="4287" y="13284"/>
                  </a:lnTo>
                  <a:lnTo>
                    <a:pt x="4325" y="13439"/>
                  </a:lnTo>
                  <a:lnTo>
                    <a:pt x="4364" y="13593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5" y="13786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00"/>
                  </a:lnTo>
                  <a:lnTo>
                    <a:pt x="3051" y="13439"/>
                  </a:lnTo>
                  <a:lnTo>
                    <a:pt x="2974" y="13516"/>
                  </a:lnTo>
                  <a:lnTo>
                    <a:pt x="3051" y="13361"/>
                  </a:lnTo>
                  <a:lnTo>
                    <a:pt x="3167" y="13207"/>
                  </a:lnTo>
                  <a:lnTo>
                    <a:pt x="3321" y="13091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8187" y="12821"/>
                  </a:moveTo>
                  <a:lnTo>
                    <a:pt x="9152" y="12859"/>
                  </a:lnTo>
                  <a:lnTo>
                    <a:pt x="9615" y="12898"/>
                  </a:lnTo>
                  <a:lnTo>
                    <a:pt x="10117" y="12937"/>
                  </a:lnTo>
                  <a:lnTo>
                    <a:pt x="10504" y="13014"/>
                  </a:lnTo>
                  <a:lnTo>
                    <a:pt x="11006" y="13091"/>
                  </a:lnTo>
                  <a:lnTo>
                    <a:pt x="11508" y="13245"/>
                  </a:lnTo>
                  <a:lnTo>
                    <a:pt x="11701" y="13323"/>
                  </a:lnTo>
                  <a:lnTo>
                    <a:pt x="11894" y="13439"/>
                  </a:lnTo>
                  <a:lnTo>
                    <a:pt x="11508" y="13747"/>
                  </a:lnTo>
                  <a:lnTo>
                    <a:pt x="11083" y="14018"/>
                  </a:lnTo>
                  <a:lnTo>
                    <a:pt x="10658" y="14249"/>
                  </a:lnTo>
                  <a:lnTo>
                    <a:pt x="10233" y="14442"/>
                  </a:lnTo>
                  <a:lnTo>
                    <a:pt x="9770" y="14597"/>
                  </a:lnTo>
                  <a:lnTo>
                    <a:pt x="9307" y="14751"/>
                  </a:lnTo>
                  <a:lnTo>
                    <a:pt x="8843" y="14829"/>
                  </a:lnTo>
                  <a:lnTo>
                    <a:pt x="8341" y="14906"/>
                  </a:lnTo>
                  <a:lnTo>
                    <a:pt x="7878" y="14944"/>
                  </a:lnTo>
                  <a:lnTo>
                    <a:pt x="7376" y="14944"/>
                  </a:lnTo>
                  <a:lnTo>
                    <a:pt x="6912" y="14906"/>
                  </a:lnTo>
                  <a:lnTo>
                    <a:pt x="6410" y="14867"/>
                  </a:lnTo>
                  <a:lnTo>
                    <a:pt x="5947" y="14751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6" y="14288"/>
                  </a:lnTo>
                  <a:lnTo>
                    <a:pt x="4711" y="14018"/>
                  </a:lnTo>
                  <a:lnTo>
                    <a:pt x="4750" y="13709"/>
                  </a:lnTo>
                  <a:lnTo>
                    <a:pt x="4711" y="13593"/>
                  </a:lnTo>
                  <a:lnTo>
                    <a:pt x="5561" y="13284"/>
                  </a:lnTo>
                  <a:lnTo>
                    <a:pt x="6410" y="13091"/>
                  </a:lnTo>
                  <a:lnTo>
                    <a:pt x="7299" y="12937"/>
                  </a:lnTo>
                  <a:lnTo>
                    <a:pt x="8187" y="12821"/>
                  </a:lnTo>
                  <a:close/>
                  <a:moveTo>
                    <a:pt x="6990" y="1"/>
                  </a:moveTo>
                  <a:lnTo>
                    <a:pt x="6449" y="78"/>
                  </a:lnTo>
                  <a:lnTo>
                    <a:pt x="5870" y="194"/>
                  </a:lnTo>
                  <a:lnTo>
                    <a:pt x="5329" y="348"/>
                  </a:lnTo>
                  <a:lnTo>
                    <a:pt x="4789" y="580"/>
                  </a:lnTo>
                  <a:lnTo>
                    <a:pt x="4248" y="811"/>
                  </a:lnTo>
                  <a:lnTo>
                    <a:pt x="3785" y="1082"/>
                  </a:lnTo>
                  <a:lnTo>
                    <a:pt x="3283" y="1391"/>
                  </a:lnTo>
                  <a:lnTo>
                    <a:pt x="2819" y="1738"/>
                  </a:lnTo>
                  <a:lnTo>
                    <a:pt x="2394" y="2124"/>
                  </a:lnTo>
                  <a:lnTo>
                    <a:pt x="2008" y="2549"/>
                  </a:lnTo>
                  <a:lnTo>
                    <a:pt x="1622" y="3013"/>
                  </a:lnTo>
                  <a:lnTo>
                    <a:pt x="1275" y="3476"/>
                  </a:lnTo>
                  <a:lnTo>
                    <a:pt x="966" y="3978"/>
                  </a:lnTo>
                  <a:lnTo>
                    <a:pt x="695" y="4596"/>
                  </a:lnTo>
                  <a:lnTo>
                    <a:pt x="425" y="5214"/>
                  </a:lnTo>
                  <a:lnTo>
                    <a:pt x="232" y="5870"/>
                  </a:lnTo>
                  <a:lnTo>
                    <a:pt x="116" y="6526"/>
                  </a:lnTo>
                  <a:lnTo>
                    <a:pt x="39" y="7222"/>
                  </a:lnTo>
                  <a:lnTo>
                    <a:pt x="0" y="7878"/>
                  </a:lnTo>
                  <a:lnTo>
                    <a:pt x="39" y="8573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199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1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481"/>
                  </a:lnTo>
                  <a:lnTo>
                    <a:pt x="4132" y="14597"/>
                  </a:lnTo>
                  <a:lnTo>
                    <a:pt x="4557" y="14790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53"/>
                  </a:lnTo>
                  <a:lnTo>
                    <a:pt x="6333" y="15369"/>
                  </a:lnTo>
                  <a:lnTo>
                    <a:pt x="6797" y="15408"/>
                  </a:lnTo>
                  <a:lnTo>
                    <a:pt x="7299" y="15446"/>
                  </a:lnTo>
                  <a:lnTo>
                    <a:pt x="8225" y="15446"/>
                  </a:lnTo>
                  <a:lnTo>
                    <a:pt x="8689" y="15369"/>
                  </a:lnTo>
                  <a:lnTo>
                    <a:pt x="9152" y="15292"/>
                  </a:lnTo>
                  <a:lnTo>
                    <a:pt x="9615" y="15176"/>
                  </a:lnTo>
                  <a:lnTo>
                    <a:pt x="10079" y="15022"/>
                  </a:lnTo>
                  <a:lnTo>
                    <a:pt x="10542" y="14867"/>
                  </a:lnTo>
                  <a:lnTo>
                    <a:pt x="10967" y="14674"/>
                  </a:lnTo>
                  <a:lnTo>
                    <a:pt x="11392" y="14442"/>
                  </a:lnTo>
                  <a:lnTo>
                    <a:pt x="11855" y="14134"/>
                  </a:lnTo>
                  <a:lnTo>
                    <a:pt x="12318" y="13747"/>
                  </a:lnTo>
                  <a:lnTo>
                    <a:pt x="12743" y="13361"/>
                  </a:lnTo>
                  <a:lnTo>
                    <a:pt x="13129" y="12975"/>
                  </a:lnTo>
                  <a:lnTo>
                    <a:pt x="13477" y="12512"/>
                  </a:lnTo>
                  <a:lnTo>
                    <a:pt x="13786" y="12048"/>
                  </a:lnTo>
                  <a:lnTo>
                    <a:pt x="14056" y="11546"/>
                  </a:lnTo>
                  <a:lnTo>
                    <a:pt x="14288" y="11044"/>
                  </a:lnTo>
                  <a:lnTo>
                    <a:pt x="14520" y="10504"/>
                  </a:lnTo>
                  <a:lnTo>
                    <a:pt x="14674" y="9963"/>
                  </a:lnTo>
                  <a:lnTo>
                    <a:pt x="14828" y="9423"/>
                  </a:lnTo>
                  <a:lnTo>
                    <a:pt x="14906" y="8843"/>
                  </a:lnTo>
                  <a:lnTo>
                    <a:pt x="14983" y="8264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4" y="6565"/>
                  </a:lnTo>
                  <a:lnTo>
                    <a:pt x="14828" y="5986"/>
                  </a:lnTo>
                  <a:lnTo>
                    <a:pt x="14674" y="5368"/>
                  </a:lnTo>
                  <a:lnTo>
                    <a:pt x="14481" y="4789"/>
                  </a:lnTo>
                  <a:lnTo>
                    <a:pt x="14249" y="4248"/>
                  </a:lnTo>
                  <a:lnTo>
                    <a:pt x="13979" y="3708"/>
                  </a:lnTo>
                  <a:lnTo>
                    <a:pt x="13670" y="3206"/>
                  </a:lnTo>
                  <a:lnTo>
                    <a:pt x="13322" y="2742"/>
                  </a:lnTo>
                  <a:lnTo>
                    <a:pt x="12936" y="2279"/>
                  </a:lnTo>
                  <a:lnTo>
                    <a:pt x="12512" y="1893"/>
                  </a:lnTo>
                  <a:lnTo>
                    <a:pt x="12048" y="1507"/>
                  </a:lnTo>
                  <a:lnTo>
                    <a:pt x="11585" y="1159"/>
                  </a:lnTo>
                  <a:lnTo>
                    <a:pt x="11083" y="850"/>
                  </a:lnTo>
                  <a:lnTo>
                    <a:pt x="10542" y="580"/>
                  </a:lnTo>
                  <a:lnTo>
                    <a:pt x="9963" y="387"/>
                  </a:lnTo>
                  <a:lnTo>
                    <a:pt x="9384" y="194"/>
                  </a:lnTo>
                  <a:lnTo>
                    <a:pt x="8766" y="78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633;p19"/>
            <p:cNvSpPr/>
            <p:nvPr/>
          </p:nvSpPr>
          <p:spPr>
            <a:xfrm>
              <a:off x="2298225" y="4462400"/>
              <a:ext cx="461475" cy="306050"/>
            </a:xfrm>
            <a:custGeom>
              <a:avLst/>
              <a:gdLst/>
              <a:ahLst/>
              <a:cxnLst/>
              <a:rect l="l" t="t" r="r" b="b"/>
              <a:pathLst>
                <a:path w="18459" h="12242" extrusionOk="0">
                  <a:moveTo>
                    <a:pt x="17609" y="4943"/>
                  </a:moveTo>
                  <a:lnTo>
                    <a:pt x="17763" y="4982"/>
                  </a:lnTo>
                  <a:lnTo>
                    <a:pt x="17879" y="5020"/>
                  </a:lnTo>
                  <a:lnTo>
                    <a:pt x="17917" y="5098"/>
                  </a:lnTo>
                  <a:lnTo>
                    <a:pt x="17956" y="5175"/>
                  </a:lnTo>
                  <a:lnTo>
                    <a:pt x="17956" y="5407"/>
                  </a:lnTo>
                  <a:lnTo>
                    <a:pt x="17956" y="5638"/>
                  </a:lnTo>
                  <a:lnTo>
                    <a:pt x="17879" y="5793"/>
                  </a:lnTo>
                  <a:lnTo>
                    <a:pt x="17763" y="5986"/>
                  </a:lnTo>
                  <a:lnTo>
                    <a:pt x="17570" y="6140"/>
                  </a:lnTo>
                  <a:lnTo>
                    <a:pt x="17222" y="6372"/>
                  </a:lnTo>
                  <a:lnTo>
                    <a:pt x="16913" y="6526"/>
                  </a:lnTo>
                  <a:lnTo>
                    <a:pt x="16566" y="6642"/>
                  </a:lnTo>
                  <a:lnTo>
                    <a:pt x="16257" y="6681"/>
                  </a:lnTo>
                  <a:lnTo>
                    <a:pt x="15909" y="6720"/>
                  </a:lnTo>
                  <a:lnTo>
                    <a:pt x="16141" y="6140"/>
                  </a:lnTo>
                  <a:lnTo>
                    <a:pt x="16257" y="5870"/>
                  </a:lnTo>
                  <a:lnTo>
                    <a:pt x="16411" y="5600"/>
                  </a:lnTo>
                  <a:lnTo>
                    <a:pt x="16605" y="5368"/>
                  </a:lnTo>
                  <a:lnTo>
                    <a:pt x="16798" y="5175"/>
                  </a:lnTo>
                  <a:lnTo>
                    <a:pt x="17068" y="5059"/>
                  </a:lnTo>
                  <a:lnTo>
                    <a:pt x="17377" y="4943"/>
                  </a:lnTo>
                  <a:close/>
                  <a:moveTo>
                    <a:pt x="13747" y="6295"/>
                  </a:moveTo>
                  <a:lnTo>
                    <a:pt x="14056" y="6333"/>
                  </a:lnTo>
                  <a:lnTo>
                    <a:pt x="14365" y="6411"/>
                  </a:lnTo>
                  <a:lnTo>
                    <a:pt x="14597" y="6526"/>
                  </a:lnTo>
                  <a:lnTo>
                    <a:pt x="14828" y="6681"/>
                  </a:lnTo>
                  <a:lnTo>
                    <a:pt x="15060" y="6835"/>
                  </a:lnTo>
                  <a:lnTo>
                    <a:pt x="14983" y="6951"/>
                  </a:lnTo>
                  <a:lnTo>
                    <a:pt x="14519" y="7067"/>
                  </a:lnTo>
                  <a:lnTo>
                    <a:pt x="14056" y="7144"/>
                  </a:lnTo>
                  <a:lnTo>
                    <a:pt x="13515" y="7144"/>
                  </a:lnTo>
                  <a:lnTo>
                    <a:pt x="13206" y="7106"/>
                  </a:lnTo>
                  <a:lnTo>
                    <a:pt x="12936" y="6990"/>
                  </a:lnTo>
                  <a:lnTo>
                    <a:pt x="12820" y="6951"/>
                  </a:lnTo>
                  <a:lnTo>
                    <a:pt x="12782" y="6874"/>
                  </a:lnTo>
                  <a:lnTo>
                    <a:pt x="12782" y="6758"/>
                  </a:lnTo>
                  <a:lnTo>
                    <a:pt x="12859" y="6642"/>
                  </a:lnTo>
                  <a:lnTo>
                    <a:pt x="12936" y="6449"/>
                  </a:lnTo>
                  <a:lnTo>
                    <a:pt x="13052" y="6333"/>
                  </a:lnTo>
                  <a:lnTo>
                    <a:pt x="13206" y="6295"/>
                  </a:lnTo>
                  <a:close/>
                  <a:moveTo>
                    <a:pt x="15523" y="7222"/>
                  </a:moveTo>
                  <a:lnTo>
                    <a:pt x="16064" y="7608"/>
                  </a:lnTo>
                  <a:lnTo>
                    <a:pt x="16334" y="7839"/>
                  </a:lnTo>
                  <a:lnTo>
                    <a:pt x="16566" y="8071"/>
                  </a:lnTo>
                  <a:lnTo>
                    <a:pt x="16798" y="8303"/>
                  </a:lnTo>
                  <a:lnTo>
                    <a:pt x="16991" y="8573"/>
                  </a:lnTo>
                  <a:lnTo>
                    <a:pt x="17068" y="8882"/>
                  </a:lnTo>
                  <a:lnTo>
                    <a:pt x="17107" y="9036"/>
                  </a:lnTo>
                  <a:lnTo>
                    <a:pt x="17107" y="9229"/>
                  </a:lnTo>
                  <a:lnTo>
                    <a:pt x="17068" y="9423"/>
                  </a:lnTo>
                  <a:lnTo>
                    <a:pt x="16952" y="9538"/>
                  </a:lnTo>
                  <a:lnTo>
                    <a:pt x="16836" y="9616"/>
                  </a:lnTo>
                  <a:lnTo>
                    <a:pt x="16682" y="9654"/>
                  </a:lnTo>
                  <a:lnTo>
                    <a:pt x="16527" y="9654"/>
                  </a:lnTo>
                  <a:lnTo>
                    <a:pt x="16373" y="9577"/>
                  </a:lnTo>
                  <a:lnTo>
                    <a:pt x="16218" y="9461"/>
                  </a:lnTo>
                  <a:lnTo>
                    <a:pt x="16103" y="9307"/>
                  </a:lnTo>
                  <a:lnTo>
                    <a:pt x="15909" y="8959"/>
                  </a:lnTo>
                  <a:lnTo>
                    <a:pt x="15716" y="8573"/>
                  </a:lnTo>
                  <a:lnTo>
                    <a:pt x="15639" y="8226"/>
                  </a:lnTo>
                  <a:lnTo>
                    <a:pt x="15562" y="7917"/>
                  </a:lnTo>
                  <a:lnTo>
                    <a:pt x="15523" y="7569"/>
                  </a:lnTo>
                  <a:lnTo>
                    <a:pt x="15523" y="7222"/>
                  </a:lnTo>
                  <a:close/>
                  <a:moveTo>
                    <a:pt x="5020" y="464"/>
                  </a:moveTo>
                  <a:lnTo>
                    <a:pt x="5638" y="541"/>
                  </a:lnTo>
                  <a:lnTo>
                    <a:pt x="6217" y="696"/>
                  </a:lnTo>
                  <a:lnTo>
                    <a:pt x="6758" y="927"/>
                  </a:lnTo>
                  <a:lnTo>
                    <a:pt x="7260" y="1236"/>
                  </a:lnTo>
                  <a:lnTo>
                    <a:pt x="7723" y="1622"/>
                  </a:lnTo>
                  <a:lnTo>
                    <a:pt x="8186" y="2047"/>
                  </a:lnTo>
                  <a:lnTo>
                    <a:pt x="8534" y="2549"/>
                  </a:lnTo>
                  <a:lnTo>
                    <a:pt x="8804" y="3013"/>
                  </a:lnTo>
                  <a:lnTo>
                    <a:pt x="9036" y="3437"/>
                  </a:lnTo>
                  <a:lnTo>
                    <a:pt x="9229" y="3901"/>
                  </a:lnTo>
                  <a:lnTo>
                    <a:pt x="9384" y="4403"/>
                  </a:lnTo>
                  <a:lnTo>
                    <a:pt x="9654" y="5368"/>
                  </a:lnTo>
                  <a:lnTo>
                    <a:pt x="9924" y="6333"/>
                  </a:lnTo>
                  <a:lnTo>
                    <a:pt x="10040" y="6758"/>
                  </a:lnTo>
                  <a:lnTo>
                    <a:pt x="10194" y="7144"/>
                  </a:lnTo>
                  <a:lnTo>
                    <a:pt x="10388" y="7530"/>
                  </a:lnTo>
                  <a:lnTo>
                    <a:pt x="10619" y="7878"/>
                  </a:lnTo>
                  <a:lnTo>
                    <a:pt x="10890" y="8187"/>
                  </a:lnTo>
                  <a:lnTo>
                    <a:pt x="11198" y="8419"/>
                  </a:lnTo>
                  <a:lnTo>
                    <a:pt x="11585" y="8612"/>
                  </a:lnTo>
                  <a:lnTo>
                    <a:pt x="12009" y="8766"/>
                  </a:lnTo>
                  <a:lnTo>
                    <a:pt x="12357" y="8805"/>
                  </a:lnTo>
                  <a:lnTo>
                    <a:pt x="12704" y="8766"/>
                  </a:lnTo>
                  <a:lnTo>
                    <a:pt x="13013" y="8728"/>
                  </a:lnTo>
                  <a:lnTo>
                    <a:pt x="13322" y="8650"/>
                  </a:lnTo>
                  <a:lnTo>
                    <a:pt x="13631" y="8534"/>
                  </a:lnTo>
                  <a:lnTo>
                    <a:pt x="13901" y="8419"/>
                  </a:lnTo>
                  <a:lnTo>
                    <a:pt x="14172" y="8226"/>
                  </a:lnTo>
                  <a:lnTo>
                    <a:pt x="14442" y="8071"/>
                  </a:lnTo>
                  <a:lnTo>
                    <a:pt x="13940" y="8689"/>
                  </a:lnTo>
                  <a:lnTo>
                    <a:pt x="13361" y="9307"/>
                  </a:lnTo>
                  <a:lnTo>
                    <a:pt x="12743" y="9847"/>
                  </a:lnTo>
                  <a:lnTo>
                    <a:pt x="12087" y="10311"/>
                  </a:lnTo>
                  <a:lnTo>
                    <a:pt x="11392" y="10735"/>
                  </a:lnTo>
                  <a:lnTo>
                    <a:pt x="10658" y="11083"/>
                  </a:lnTo>
                  <a:lnTo>
                    <a:pt x="9847" y="11353"/>
                  </a:lnTo>
                  <a:lnTo>
                    <a:pt x="9036" y="11585"/>
                  </a:lnTo>
                  <a:lnTo>
                    <a:pt x="8418" y="11662"/>
                  </a:lnTo>
                  <a:lnTo>
                    <a:pt x="7839" y="11739"/>
                  </a:lnTo>
                  <a:lnTo>
                    <a:pt x="7260" y="11739"/>
                  </a:lnTo>
                  <a:lnTo>
                    <a:pt x="6680" y="11701"/>
                  </a:lnTo>
                  <a:lnTo>
                    <a:pt x="6101" y="11624"/>
                  </a:lnTo>
                  <a:lnTo>
                    <a:pt x="5561" y="11508"/>
                  </a:lnTo>
                  <a:lnTo>
                    <a:pt x="5020" y="11353"/>
                  </a:lnTo>
                  <a:lnTo>
                    <a:pt x="4518" y="11160"/>
                  </a:lnTo>
                  <a:lnTo>
                    <a:pt x="4016" y="10929"/>
                  </a:lnTo>
                  <a:lnTo>
                    <a:pt x="3514" y="10620"/>
                  </a:lnTo>
                  <a:lnTo>
                    <a:pt x="3089" y="10311"/>
                  </a:lnTo>
                  <a:lnTo>
                    <a:pt x="2626" y="9925"/>
                  </a:lnTo>
                  <a:lnTo>
                    <a:pt x="2240" y="9538"/>
                  </a:lnTo>
                  <a:lnTo>
                    <a:pt x="1854" y="9075"/>
                  </a:lnTo>
                  <a:lnTo>
                    <a:pt x="1545" y="8573"/>
                  </a:lnTo>
                  <a:lnTo>
                    <a:pt x="1236" y="8071"/>
                  </a:lnTo>
                  <a:lnTo>
                    <a:pt x="965" y="7492"/>
                  </a:lnTo>
                  <a:lnTo>
                    <a:pt x="734" y="6913"/>
                  </a:lnTo>
                  <a:lnTo>
                    <a:pt x="579" y="6295"/>
                  </a:lnTo>
                  <a:lnTo>
                    <a:pt x="464" y="5677"/>
                  </a:lnTo>
                  <a:lnTo>
                    <a:pt x="425" y="5059"/>
                  </a:lnTo>
                  <a:lnTo>
                    <a:pt x="425" y="4441"/>
                  </a:lnTo>
                  <a:lnTo>
                    <a:pt x="541" y="3823"/>
                  </a:lnTo>
                  <a:lnTo>
                    <a:pt x="695" y="3244"/>
                  </a:lnTo>
                  <a:lnTo>
                    <a:pt x="965" y="2704"/>
                  </a:lnTo>
                  <a:lnTo>
                    <a:pt x="1313" y="2163"/>
                  </a:lnTo>
                  <a:lnTo>
                    <a:pt x="1699" y="1738"/>
                  </a:lnTo>
                  <a:lnTo>
                    <a:pt x="2163" y="1313"/>
                  </a:lnTo>
                  <a:lnTo>
                    <a:pt x="2665" y="1005"/>
                  </a:lnTo>
                  <a:lnTo>
                    <a:pt x="3205" y="734"/>
                  </a:lnTo>
                  <a:lnTo>
                    <a:pt x="3784" y="580"/>
                  </a:lnTo>
                  <a:lnTo>
                    <a:pt x="4402" y="464"/>
                  </a:lnTo>
                  <a:close/>
                  <a:moveTo>
                    <a:pt x="4634" y="1"/>
                  </a:moveTo>
                  <a:lnTo>
                    <a:pt x="4248" y="39"/>
                  </a:lnTo>
                  <a:lnTo>
                    <a:pt x="3900" y="78"/>
                  </a:lnTo>
                  <a:lnTo>
                    <a:pt x="3514" y="155"/>
                  </a:lnTo>
                  <a:lnTo>
                    <a:pt x="3128" y="271"/>
                  </a:lnTo>
                  <a:lnTo>
                    <a:pt x="2780" y="425"/>
                  </a:lnTo>
                  <a:lnTo>
                    <a:pt x="2433" y="618"/>
                  </a:lnTo>
                  <a:lnTo>
                    <a:pt x="2085" y="850"/>
                  </a:lnTo>
                  <a:lnTo>
                    <a:pt x="1622" y="1198"/>
                  </a:lnTo>
                  <a:lnTo>
                    <a:pt x="1236" y="1584"/>
                  </a:lnTo>
                  <a:lnTo>
                    <a:pt x="888" y="2009"/>
                  </a:lnTo>
                  <a:lnTo>
                    <a:pt x="618" y="2433"/>
                  </a:lnTo>
                  <a:lnTo>
                    <a:pt x="386" y="2897"/>
                  </a:lnTo>
                  <a:lnTo>
                    <a:pt x="232" y="3399"/>
                  </a:lnTo>
                  <a:lnTo>
                    <a:pt x="77" y="3901"/>
                  </a:lnTo>
                  <a:lnTo>
                    <a:pt x="0" y="4403"/>
                  </a:lnTo>
                  <a:lnTo>
                    <a:pt x="0" y="4905"/>
                  </a:lnTo>
                  <a:lnTo>
                    <a:pt x="0" y="5445"/>
                  </a:lnTo>
                  <a:lnTo>
                    <a:pt x="77" y="5986"/>
                  </a:lnTo>
                  <a:lnTo>
                    <a:pt x="155" y="6488"/>
                  </a:lnTo>
                  <a:lnTo>
                    <a:pt x="309" y="7028"/>
                  </a:lnTo>
                  <a:lnTo>
                    <a:pt x="464" y="7530"/>
                  </a:lnTo>
                  <a:lnTo>
                    <a:pt x="695" y="8032"/>
                  </a:lnTo>
                  <a:lnTo>
                    <a:pt x="927" y="8496"/>
                  </a:lnTo>
                  <a:lnTo>
                    <a:pt x="1274" y="9075"/>
                  </a:lnTo>
                  <a:lnTo>
                    <a:pt x="1661" y="9616"/>
                  </a:lnTo>
                  <a:lnTo>
                    <a:pt x="2124" y="10079"/>
                  </a:lnTo>
                  <a:lnTo>
                    <a:pt x="2587" y="10542"/>
                  </a:lnTo>
                  <a:lnTo>
                    <a:pt x="3089" y="10929"/>
                  </a:lnTo>
                  <a:lnTo>
                    <a:pt x="3591" y="11276"/>
                  </a:lnTo>
                  <a:lnTo>
                    <a:pt x="4171" y="11546"/>
                  </a:lnTo>
                  <a:lnTo>
                    <a:pt x="4750" y="11778"/>
                  </a:lnTo>
                  <a:lnTo>
                    <a:pt x="4750" y="11933"/>
                  </a:lnTo>
                  <a:lnTo>
                    <a:pt x="5097" y="11894"/>
                  </a:lnTo>
                  <a:lnTo>
                    <a:pt x="5908" y="12087"/>
                  </a:lnTo>
                  <a:lnTo>
                    <a:pt x="6719" y="12203"/>
                  </a:lnTo>
                  <a:lnTo>
                    <a:pt x="7569" y="12241"/>
                  </a:lnTo>
                  <a:lnTo>
                    <a:pt x="8418" y="12164"/>
                  </a:lnTo>
                  <a:lnTo>
                    <a:pt x="9190" y="12048"/>
                  </a:lnTo>
                  <a:lnTo>
                    <a:pt x="9963" y="11855"/>
                  </a:lnTo>
                  <a:lnTo>
                    <a:pt x="10310" y="11739"/>
                  </a:lnTo>
                  <a:lnTo>
                    <a:pt x="10272" y="11739"/>
                  </a:lnTo>
                  <a:lnTo>
                    <a:pt x="11083" y="11431"/>
                  </a:lnTo>
                  <a:lnTo>
                    <a:pt x="11855" y="11044"/>
                  </a:lnTo>
                  <a:lnTo>
                    <a:pt x="12550" y="10581"/>
                  </a:lnTo>
                  <a:lnTo>
                    <a:pt x="13245" y="10079"/>
                  </a:lnTo>
                  <a:lnTo>
                    <a:pt x="13863" y="9500"/>
                  </a:lnTo>
                  <a:lnTo>
                    <a:pt x="14133" y="9191"/>
                  </a:lnTo>
                  <a:lnTo>
                    <a:pt x="14403" y="8882"/>
                  </a:lnTo>
                  <a:lnTo>
                    <a:pt x="14635" y="8534"/>
                  </a:lnTo>
                  <a:lnTo>
                    <a:pt x="14867" y="8187"/>
                  </a:lnTo>
                  <a:lnTo>
                    <a:pt x="15060" y="7801"/>
                  </a:lnTo>
                  <a:lnTo>
                    <a:pt x="15253" y="7415"/>
                  </a:lnTo>
                  <a:lnTo>
                    <a:pt x="15253" y="7917"/>
                  </a:lnTo>
                  <a:lnTo>
                    <a:pt x="15330" y="8419"/>
                  </a:lnTo>
                  <a:lnTo>
                    <a:pt x="15485" y="8882"/>
                  </a:lnTo>
                  <a:lnTo>
                    <a:pt x="15678" y="9345"/>
                  </a:lnTo>
                  <a:lnTo>
                    <a:pt x="15794" y="9538"/>
                  </a:lnTo>
                  <a:lnTo>
                    <a:pt x="15948" y="9731"/>
                  </a:lnTo>
                  <a:lnTo>
                    <a:pt x="16103" y="9886"/>
                  </a:lnTo>
                  <a:lnTo>
                    <a:pt x="16257" y="10040"/>
                  </a:lnTo>
                  <a:lnTo>
                    <a:pt x="16489" y="10156"/>
                  </a:lnTo>
                  <a:lnTo>
                    <a:pt x="16682" y="10195"/>
                  </a:lnTo>
                  <a:lnTo>
                    <a:pt x="16913" y="10156"/>
                  </a:lnTo>
                  <a:lnTo>
                    <a:pt x="17107" y="10040"/>
                  </a:lnTo>
                  <a:lnTo>
                    <a:pt x="17300" y="9886"/>
                  </a:lnTo>
                  <a:lnTo>
                    <a:pt x="17377" y="9693"/>
                  </a:lnTo>
                  <a:lnTo>
                    <a:pt x="17454" y="9500"/>
                  </a:lnTo>
                  <a:lnTo>
                    <a:pt x="17493" y="9268"/>
                  </a:lnTo>
                  <a:lnTo>
                    <a:pt x="17493" y="9075"/>
                  </a:lnTo>
                  <a:lnTo>
                    <a:pt x="17454" y="8843"/>
                  </a:lnTo>
                  <a:lnTo>
                    <a:pt x="17415" y="8650"/>
                  </a:lnTo>
                  <a:lnTo>
                    <a:pt x="17338" y="8457"/>
                  </a:lnTo>
                  <a:lnTo>
                    <a:pt x="17222" y="8226"/>
                  </a:lnTo>
                  <a:lnTo>
                    <a:pt x="17068" y="8032"/>
                  </a:lnTo>
                  <a:lnTo>
                    <a:pt x="16720" y="7646"/>
                  </a:lnTo>
                  <a:lnTo>
                    <a:pt x="16334" y="7299"/>
                  </a:lnTo>
                  <a:lnTo>
                    <a:pt x="15909" y="6990"/>
                  </a:lnTo>
                  <a:lnTo>
                    <a:pt x="16373" y="6990"/>
                  </a:lnTo>
                  <a:lnTo>
                    <a:pt x="16875" y="6913"/>
                  </a:lnTo>
                  <a:lnTo>
                    <a:pt x="17338" y="6720"/>
                  </a:lnTo>
                  <a:lnTo>
                    <a:pt x="17763" y="6488"/>
                  </a:lnTo>
                  <a:lnTo>
                    <a:pt x="17917" y="6333"/>
                  </a:lnTo>
                  <a:lnTo>
                    <a:pt x="18110" y="6140"/>
                  </a:lnTo>
                  <a:lnTo>
                    <a:pt x="18265" y="5947"/>
                  </a:lnTo>
                  <a:lnTo>
                    <a:pt x="18381" y="5716"/>
                  </a:lnTo>
                  <a:lnTo>
                    <a:pt x="18458" y="5484"/>
                  </a:lnTo>
                  <a:lnTo>
                    <a:pt x="18458" y="5214"/>
                  </a:lnTo>
                  <a:lnTo>
                    <a:pt x="18381" y="4982"/>
                  </a:lnTo>
                  <a:lnTo>
                    <a:pt x="18304" y="4905"/>
                  </a:lnTo>
                  <a:lnTo>
                    <a:pt x="18226" y="4789"/>
                  </a:lnTo>
                  <a:lnTo>
                    <a:pt x="18033" y="4673"/>
                  </a:lnTo>
                  <a:lnTo>
                    <a:pt x="17802" y="4596"/>
                  </a:lnTo>
                  <a:lnTo>
                    <a:pt x="17609" y="4557"/>
                  </a:lnTo>
                  <a:lnTo>
                    <a:pt x="17377" y="4557"/>
                  </a:lnTo>
                  <a:lnTo>
                    <a:pt x="17145" y="4634"/>
                  </a:lnTo>
                  <a:lnTo>
                    <a:pt x="16913" y="4712"/>
                  </a:lnTo>
                  <a:lnTo>
                    <a:pt x="16720" y="4789"/>
                  </a:lnTo>
                  <a:lnTo>
                    <a:pt x="16566" y="4905"/>
                  </a:lnTo>
                  <a:lnTo>
                    <a:pt x="16373" y="5098"/>
                  </a:lnTo>
                  <a:lnTo>
                    <a:pt x="16180" y="5291"/>
                  </a:lnTo>
                  <a:lnTo>
                    <a:pt x="15871" y="5716"/>
                  </a:lnTo>
                  <a:lnTo>
                    <a:pt x="15639" y="6179"/>
                  </a:lnTo>
                  <a:lnTo>
                    <a:pt x="15485" y="6681"/>
                  </a:lnTo>
                  <a:lnTo>
                    <a:pt x="15407" y="6681"/>
                  </a:lnTo>
                  <a:lnTo>
                    <a:pt x="15330" y="6720"/>
                  </a:lnTo>
                  <a:lnTo>
                    <a:pt x="14983" y="6411"/>
                  </a:lnTo>
                  <a:lnTo>
                    <a:pt x="14597" y="6179"/>
                  </a:lnTo>
                  <a:lnTo>
                    <a:pt x="14172" y="6024"/>
                  </a:lnTo>
                  <a:lnTo>
                    <a:pt x="13708" y="5947"/>
                  </a:lnTo>
                  <a:lnTo>
                    <a:pt x="13322" y="5909"/>
                  </a:lnTo>
                  <a:lnTo>
                    <a:pt x="13091" y="5947"/>
                  </a:lnTo>
                  <a:lnTo>
                    <a:pt x="12897" y="5986"/>
                  </a:lnTo>
                  <a:lnTo>
                    <a:pt x="12704" y="6063"/>
                  </a:lnTo>
                  <a:lnTo>
                    <a:pt x="12511" y="6140"/>
                  </a:lnTo>
                  <a:lnTo>
                    <a:pt x="12357" y="6295"/>
                  </a:lnTo>
                  <a:lnTo>
                    <a:pt x="12280" y="6449"/>
                  </a:lnTo>
                  <a:lnTo>
                    <a:pt x="12202" y="6642"/>
                  </a:lnTo>
                  <a:lnTo>
                    <a:pt x="12241" y="6835"/>
                  </a:lnTo>
                  <a:lnTo>
                    <a:pt x="12318" y="6990"/>
                  </a:lnTo>
                  <a:lnTo>
                    <a:pt x="12434" y="7106"/>
                  </a:lnTo>
                  <a:lnTo>
                    <a:pt x="12589" y="7260"/>
                  </a:lnTo>
                  <a:lnTo>
                    <a:pt x="12782" y="7337"/>
                  </a:lnTo>
                  <a:lnTo>
                    <a:pt x="13129" y="7453"/>
                  </a:lnTo>
                  <a:lnTo>
                    <a:pt x="13477" y="7530"/>
                  </a:lnTo>
                  <a:lnTo>
                    <a:pt x="13824" y="7530"/>
                  </a:lnTo>
                  <a:lnTo>
                    <a:pt x="14172" y="7492"/>
                  </a:lnTo>
                  <a:lnTo>
                    <a:pt x="14519" y="7415"/>
                  </a:lnTo>
                  <a:lnTo>
                    <a:pt x="14133" y="7762"/>
                  </a:lnTo>
                  <a:lnTo>
                    <a:pt x="13708" y="8032"/>
                  </a:lnTo>
                  <a:lnTo>
                    <a:pt x="13477" y="8110"/>
                  </a:lnTo>
                  <a:lnTo>
                    <a:pt x="13245" y="8226"/>
                  </a:lnTo>
                  <a:lnTo>
                    <a:pt x="13013" y="8264"/>
                  </a:lnTo>
                  <a:lnTo>
                    <a:pt x="12743" y="8303"/>
                  </a:lnTo>
                  <a:lnTo>
                    <a:pt x="12357" y="8303"/>
                  </a:lnTo>
                  <a:lnTo>
                    <a:pt x="11971" y="8264"/>
                  </a:lnTo>
                  <a:lnTo>
                    <a:pt x="11662" y="8110"/>
                  </a:lnTo>
                  <a:lnTo>
                    <a:pt x="11353" y="7955"/>
                  </a:lnTo>
                  <a:lnTo>
                    <a:pt x="11083" y="7685"/>
                  </a:lnTo>
                  <a:lnTo>
                    <a:pt x="10890" y="7415"/>
                  </a:lnTo>
                  <a:lnTo>
                    <a:pt x="10696" y="7106"/>
                  </a:lnTo>
                  <a:lnTo>
                    <a:pt x="10542" y="6720"/>
                  </a:lnTo>
                  <a:lnTo>
                    <a:pt x="10388" y="6218"/>
                  </a:lnTo>
                  <a:lnTo>
                    <a:pt x="10233" y="5716"/>
                  </a:lnTo>
                  <a:lnTo>
                    <a:pt x="9963" y="4673"/>
                  </a:lnTo>
                  <a:lnTo>
                    <a:pt x="9847" y="4171"/>
                  </a:lnTo>
                  <a:lnTo>
                    <a:pt x="9654" y="3669"/>
                  </a:lnTo>
                  <a:lnTo>
                    <a:pt x="9461" y="3167"/>
                  </a:lnTo>
                  <a:lnTo>
                    <a:pt x="9229" y="2704"/>
                  </a:lnTo>
                  <a:lnTo>
                    <a:pt x="8843" y="2163"/>
                  </a:lnTo>
                  <a:lnTo>
                    <a:pt x="8457" y="1700"/>
                  </a:lnTo>
                  <a:lnTo>
                    <a:pt x="7993" y="1275"/>
                  </a:lnTo>
                  <a:lnTo>
                    <a:pt x="7530" y="889"/>
                  </a:lnTo>
                  <a:lnTo>
                    <a:pt x="6989" y="580"/>
                  </a:lnTo>
                  <a:lnTo>
                    <a:pt x="6449" y="348"/>
                  </a:lnTo>
                  <a:lnTo>
                    <a:pt x="5870" y="155"/>
                  </a:lnTo>
                  <a:lnTo>
                    <a:pt x="5290" y="39"/>
                  </a:lnTo>
                  <a:lnTo>
                    <a:pt x="50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634;p19"/>
            <p:cNvSpPr/>
            <p:nvPr/>
          </p:nvSpPr>
          <p:spPr>
            <a:xfrm>
              <a:off x="5932850" y="4466275"/>
              <a:ext cx="200800" cy="230725"/>
            </a:xfrm>
            <a:custGeom>
              <a:avLst/>
              <a:gdLst/>
              <a:ahLst/>
              <a:cxnLst/>
              <a:rect l="l" t="t" r="r" b="b"/>
              <a:pathLst>
                <a:path w="8032" h="9229" extrusionOk="0">
                  <a:moveTo>
                    <a:pt x="2047" y="0"/>
                  </a:moveTo>
                  <a:lnTo>
                    <a:pt x="1892" y="77"/>
                  </a:lnTo>
                  <a:lnTo>
                    <a:pt x="1738" y="154"/>
                  </a:lnTo>
                  <a:lnTo>
                    <a:pt x="1429" y="425"/>
                  </a:lnTo>
                  <a:lnTo>
                    <a:pt x="1197" y="734"/>
                  </a:lnTo>
                  <a:lnTo>
                    <a:pt x="965" y="1004"/>
                  </a:lnTo>
                  <a:lnTo>
                    <a:pt x="734" y="1352"/>
                  </a:lnTo>
                  <a:lnTo>
                    <a:pt x="502" y="1738"/>
                  </a:lnTo>
                  <a:lnTo>
                    <a:pt x="348" y="2124"/>
                  </a:lnTo>
                  <a:lnTo>
                    <a:pt x="193" y="2549"/>
                  </a:lnTo>
                  <a:lnTo>
                    <a:pt x="77" y="3012"/>
                  </a:lnTo>
                  <a:lnTo>
                    <a:pt x="39" y="3475"/>
                  </a:lnTo>
                  <a:lnTo>
                    <a:pt x="0" y="3939"/>
                  </a:lnTo>
                  <a:lnTo>
                    <a:pt x="77" y="4441"/>
                  </a:lnTo>
                  <a:lnTo>
                    <a:pt x="155" y="4904"/>
                  </a:lnTo>
                  <a:lnTo>
                    <a:pt x="270" y="5329"/>
                  </a:lnTo>
                  <a:lnTo>
                    <a:pt x="463" y="5792"/>
                  </a:lnTo>
                  <a:lnTo>
                    <a:pt x="695" y="6178"/>
                  </a:lnTo>
                  <a:lnTo>
                    <a:pt x="1043" y="6178"/>
                  </a:lnTo>
                  <a:lnTo>
                    <a:pt x="888" y="5831"/>
                  </a:lnTo>
                  <a:lnTo>
                    <a:pt x="734" y="5483"/>
                  </a:lnTo>
                  <a:lnTo>
                    <a:pt x="657" y="5136"/>
                  </a:lnTo>
                  <a:lnTo>
                    <a:pt x="541" y="4788"/>
                  </a:lnTo>
                  <a:lnTo>
                    <a:pt x="502" y="4402"/>
                  </a:lnTo>
                  <a:lnTo>
                    <a:pt x="463" y="4055"/>
                  </a:lnTo>
                  <a:lnTo>
                    <a:pt x="463" y="3668"/>
                  </a:lnTo>
                  <a:lnTo>
                    <a:pt x="463" y="3321"/>
                  </a:lnTo>
                  <a:lnTo>
                    <a:pt x="541" y="2973"/>
                  </a:lnTo>
                  <a:lnTo>
                    <a:pt x="618" y="2626"/>
                  </a:lnTo>
                  <a:lnTo>
                    <a:pt x="734" y="2278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7" y="1004"/>
                  </a:lnTo>
                  <a:lnTo>
                    <a:pt x="1776" y="734"/>
                  </a:lnTo>
                  <a:lnTo>
                    <a:pt x="1969" y="579"/>
                  </a:lnTo>
                  <a:lnTo>
                    <a:pt x="2085" y="502"/>
                  </a:lnTo>
                  <a:lnTo>
                    <a:pt x="2201" y="463"/>
                  </a:lnTo>
                  <a:lnTo>
                    <a:pt x="2317" y="579"/>
                  </a:lnTo>
                  <a:lnTo>
                    <a:pt x="2433" y="811"/>
                  </a:lnTo>
                  <a:lnTo>
                    <a:pt x="2587" y="1197"/>
                  </a:lnTo>
                  <a:lnTo>
                    <a:pt x="2742" y="1583"/>
                  </a:lnTo>
                  <a:lnTo>
                    <a:pt x="2858" y="1931"/>
                  </a:lnTo>
                  <a:lnTo>
                    <a:pt x="2973" y="2317"/>
                  </a:lnTo>
                  <a:lnTo>
                    <a:pt x="3051" y="2703"/>
                  </a:lnTo>
                  <a:lnTo>
                    <a:pt x="3089" y="3089"/>
                  </a:lnTo>
                  <a:lnTo>
                    <a:pt x="3089" y="3437"/>
                  </a:lnTo>
                  <a:lnTo>
                    <a:pt x="3051" y="3784"/>
                  </a:lnTo>
                  <a:lnTo>
                    <a:pt x="3012" y="4132"/>
                  </a:lnTo>
                  <a:lnTo>
                    <a:pt x="2896" y="4479"/>
                  </a:lnTo>
                  <a:lnTo>
                    <a:pt x="2780" y="4788"/>
                  </a:lnTo>
                  <a:lnTo>
                    <a:pt x="2587" y="5136"/>
                  </a:lnTo>
                  <a:lnTo>
                    <a:pt x="2394" y="5445"/>
                  </a:lnTo>
                  <a:lnTo>
                    <a:pt x="2356" y="5522"/>
                  </a:lnTo>
                  <a:lnTo>
                    <a:pt x="2394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4" y="5792"/>
                  </a:lnTo>
                  <a:lnTo>
                    <a:pt x="2471" y="5792"/>
                  </a:lnTo>
                  <a:lnTo>
                    <a:pt x="2626" y="5715"/>
                  </a:lnTo>
                  <a:lnTo>
                    <a:pt x="2819" y="5676"/>
                  </a:lnTo>
                  <a:lnTo>
                    <a:pt x="3205" y="5676"/>
                  </a:lnTo>
                  <a:lnTo>
                    <a:pt x="3630" y="5715"/>
                  </a:lnTo>
                  <a:lnTo>
                    <a:pt x="4055" y="5792"/>
                  </a:lnTo>
                  <a:lnTo>
                    <a:pt x="4441" y="5947"/>
                  </a:lnTo>
                  <a:lnTo>
                    <a:pt x="4866" y="6101"/>
                  </a:lnTo>
                  <a:lnTo>
                    <a:pt x="5213" y="6256"/>
                  </a:lnTo>
                  <a:lnTo>
                    <a:pt x="5522" y="6449"/>
                  </a:lnTo>
                  <a:lnTo>
                    <a:pt x="5831" y="6642"/>
                  </a:lnTo>
                  <a:lnTo>
                    <a:pt x="6140" y="6835"/>
                  </a:lnTo>
                  <a:lnTo>
                    <a:pt x="6410" y="7067"/>
                  </a:lnTo>
                  <a:lnTo>
                    <a:pt x="6680" y="7337"/>
                  </a:lnTo>
                  <a:lnTo>
                    <a:pt x="6912" y="7607"/>
                  </a:lnTo>
                  <a:lnTo>
                    <a:pt x="7144" y="7877"/>
                  </a:lnTo>
                  <a:lnTo>
                    <a:pt x="7337" y="8186"/>
                  </a:lnTo>
                  <a:lnTo>
                    <a:pt x="7530" y="8534"/>
                  </a:lnTo>
                  <a:lnTo>
                    <a:pt x="7105" y="8650"/>
                  </a:lnTo>
                  <a:lnTo>
                    <a:pt x="6680" y="8727"/>
                  </a:lnTo>
                  <a:lnTo>
                    <a:pt x="6294" y="8766"/>
                  </a:lnTo>
                  <a:lnTo>
                    <a:pt x="5870" y="8804"/>
                  </a:lnTo>
                  <a:lnTo>
                    <a:pt x="5483" y="8804"/>
                  </a:lnTo>
                  <a:lnTo>
                    <a:pt x="5059" y="8727"/>
                  </a:lnTo>
                  <a:lnTo>
                    <a:pt x="4672" y="8611"/>
                  </a:lnTo>
                  <a:lnTo>
                    <a:pt x="4248" y="8457"/>
                  </a:lnTo>
                  <a:lnTo>
                    <a:pt x="3900" y="8264"/>
                  </a:lnTo>
                  <a:lnTo>
                    <a:pt x="3591" y="8071"/>
                  </a:lnTo>
                  <a:lnTo>
                    <a:pt x="3012" y="7607"/>
                  </a:lnTo>
                  <a:lnTo>
                    <a:pt x="2471" y="7105"/>
                  </a:lnTo>
                  <a:lnTo>
                    <a:pt x="1931" y="6565"/>
                  </a:lnTo>
                  <a:lnTo>
                    <a:pt x="1854" y="6526"/>
                  </a:lnTo>
                  <a:lnTo>
                    <a:pt x="1815" y="6487"/>
                  </a:lnTo>
                  <a:lnTo>
                    <a:pt x="1661" y="6526"/>
                  </a:lnTo>
                  <a:lnTo>
                    <a:pt x="1622" y="6526"/>
                  </a:lnTo>
                  <a:lnTo>
                    <a:pt x="1583" y="6565"/>
                  </a:lnTo>
                  <a:lnTo>
                    <a:pt x="1429" y="6835"/>
                  </a:lnTo>
                  <a:lnTo>
                    <a:pt x="1661" y="6873"/>
                  </a:lnTo>
                  <a:lnTo>
                    <a:pt x="2278" y="7491"/>
                  </a:lnTo>
                  <a:lnTo>
                    <a:pt x="2896" y="8071"/>
                  </a:lnTo>
                  <a:lnTo>
                    <a:pt x="3244" y="8341"/>
                  </a:lnTo>
                  <a:lnTo>
                    <a:pt x="3630" y="8573"/>
                  </a:lnTo>
                  <a:lnTo>
                    <a:pt x="3977" y="8766"/>
                  </a:lnTo>
                  <a:lnTo>
                    <a:pt x="4364" y="8959"/>
                  </a:lnTo>
                  <a:lnTo>
                    <a:pt x="4827" y="9113"/>
                  </a:lnTo>
                  <a:lnTo>
                    <a:pt x="5252" y="9190"/>
                  </a:lnTo>
                  <a:lnTo>
                    <a:pt x="5676" y="9229"/>
                  </a:lnTo>
                  <a:lnTo>
                    <a:pt x="6140" y="9229"/>
                  </a:lnTo>
                  <a:lnTo>
                    <a:pt x="6565" y="9152"/>
                  </a:lnTo>
                  <a:lnTo>
                    <a:pt x="6989" y="9074"/>
                  </a:lnTo>
                  <a:lnTo>
                    <a:pt x="7878" y="8843"/>
                  </a:lnTo>
                  <a:lnTo>
                    <a:pt x="7955" y="8804"/>
                  </a:lnTo>
                  <a:lnTo>
                    <a:pt x="7993" y="8727"/>
                  </a:lnTo>
                  <a:lnTo>
                    <a:pt x="8032" y="8650"/>
                  </a:lnTo>
                  <a:lnTo>
                    <a:pt x="7993" y="8534"/>
                  </a:lnTo>
                  <a:lnTo>
                    <a:pt x="7762" y="8109"/>
                  </a:lnTo>
                  <a:lnTo>
                    <a:pt x="7491" y="7684"/>
                  </a:lnTo>
                  <a:lnTo>
                    <a:pt x="7221" y="7298"/>
                  </a:lnTo>
                  <a:lnTo>
                    <a:pt x="6874" y="6912"/>
                  </a:lnTo>
                  <a:lnTo>
                    <a:pt x="6526" y="6603"/>
                  </a:lnTo>
                  <a:lnTo>
                    <a:pt x="6140" y="6294"/>
                  </a:lnTo>
                  <a:lnTo>
                    <a:pt x="5715" y="6024"/>
                  </a:lnTo>
                  <a:lnTo>
                    <a:pt x="5252" y="5792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39" y="5367"/>
                  </a:lnTo>
                  <a:lnTo>
                    <a:pt x="3591" y="5290"/>
                  </a:lnTo>
                  <a:lnTo>
                    <a:pt x="3012" y="5290"/>
                  </a:lnTo>
                  <a:lnTo>
                    <a:pt x="3167" y="4981"/>
                  </a:lnTo>
                  <a:lnTo>
                    <a:pt x="3321" y="4634"/>
                  </a:lnTo>
                  <a:lnTo>
                    <a:pt x="3398" y="4286"/>
                  </a:lnTo>
                  <a:lnTo>
                    <a:pt x="3475" y="3939"/>
                  </a:lnTo>
                  <a:lnTo>
                    <a:pt x="3514" y="3591"/>
                  </a:lnTo>
                  <a:lnTo>
                    <a:pt x="3514" y="3205"/>
                  </a:lnTo>
                  <a:lnTo>
                    <a:pt x="3514" y="2858"/>
                  </a:lnTo>
                  <a:lnTo>
                    <a:pt x="3437" y="2471"/>
                  </a:lnTo>
                  <a:lnTo>
                    <a:pt x="3321" y="1969"/>
                  </a:lnTo>
                  <a:lnTo>
                    <a:pt x="3167" y="1467"/>
                  </a:lnTo>
                  <a:lnTo>
                    <a:pt x="2935" y="965"/>
                  </a:lnTo>
                  <a:lnTo>
                    <a:pt x="2703" y="502"/>
                  </a:lnTo>
                  <a:lnTo>
                    <a:pt x="2587" y="270"/>
                  </a:lnTo>
                  <a:lnTo>
                    <a:pt x="2471" y="116"/>
                  </a:lnTo>
                  <a:lnTo>
                    <a:pt x="2356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635;p19"/>
            <p:cNvSpPr/>
            <p:nvPr/>
          </p:nvSpPr>
          <p:spPr>
            <a:xfrm>
              <a:off x="2331050" y="4488475"/>
              <a:ext cx="145775" cy="163175"/>
            </a:xfrm>
            <a:custGeom>
              <a:avLst/>
              <a:gdLst/>
              <a:ahLst/>
              <a:cxnLst/>
              <a:rect l="l" t="t" r="r" b="b"/>
              <a:pathLst>
                <a:path w="5831" h="6527" extrusionOk="0">
                  <a:moveTo>
                    <a:pt x="3321" y="502"/>
                  </a:moveTo>
                  <a:lnTo>
                    <a:pt x="3784" y="695"/>
                  </a:lnTo>
                  <a:lnTo>
                    <a:pt x="4248" y="1004"/>
                  </a:lnTo>
                  <a:lnTo>
                    <a:pt x="4595" y="1313"/>
                  </a:lnTo>
                  <a:lnTo>
                    <a:pt x="4904" y="1738"/>
                  </a:lnTo>
                  <a:lnTo>
                    <a:pt x="5174" y="2163"/>
                  </a:lnTo>
                  <a:lnTo>
                    <a:pt x="5252" y="2394"/>
                  </a:lnTo>
                  <a:lnTo>
                    <a:pt x="5329" y="2665"/>
                  </a:lnTo>
                  <a:lnTo>
                    <a:pt x="5367" y="2896"/>
                  </a:lnTo>
                  <a:lnTo>
                    <a:pt x="5367" y="3167"/>
                  </a:lnTo>
                  <a:lnTo>
                    <a:pt x="5367" y="3437"/>
                  </a:lnTo>
                  <a:lnTo>
                    <a:pt x="5329" y="3707"/>
                  </a:lnTo>
                  <a:lnTo>
                    <a:pt x="5213" y="4171"/>
                  </a:lnTo>
                  <a:lnTo>
                    <a:pt x="5020" y="4595"/>
                  </a:lnTo>
                  <a:lnTo>
                    <a:pt x="4750" y="4981"/>
                  </a:lnTo>
                  <a:lnTo>
                    <a:pt x="4441" y="5368"/>
                  </a:lnTo>
                  <a:lnTo>
                    <a:pt x="4055" y="5638"/>
                  </a:lnTo>
                  <a:lnTo>
                    <a:pt x="3630" y="5870"/>
                  </a:lnTo>
                  <a:lnTo>
                    <a:pt x="3398" y="5947"/>
                  </a:lnTo>
                  <a:lnTo>
                    <a:pt x="3166" y="6024"/>
                  </a:lnTo>
                  <a:lnTo>
                    <a:pt x="2935" y="6024"/>
                  </a:lnTo>
                  <a:lnTo>
                    <a:pt x="2703" y="6063"/>
                  </a:lnTo>
                  <a:lnTo>
                    <a:pt x="2394" y="6024"/>
                  </a:lnTo>
                  <a:lnTo>
                    <a:pt x="2085" y="5985"/>
                  </a:lnTo>
                  <a:lnTo>
                    <a:pt x="1815" y="5908"/>
                  </a:lnTo>
                  <a:lnTo>
                    <a:pt x="1583" y="5792"/>
                  </a:lnTo>
                  <a:lnTo>
                    <a:pt x="1390" y="5677"/>
                  </a:lnTo>
                  <a:lnTo>
                    <a:pt x="1197" y="5522"/>
                  </a:lnTo>
                  <a:lnTo>
                    <a:pt x="1004" y="5329"/>
                  </a:lnTo>
                  <a:lnTo>
                    <a:pt x="850" y="5136"/>
                  </a:lnTo>
                  <a:lnTo>
                    <a:pt x="734" y="4904"/>
                  </a:lnTo>
                  <a:lnTo>
                    <a:pt x="656" y="4673"/>
                  </a:lnTo>
                  <a:lnTo>
                    <a:pt x="541" y="4441"/>
                  </a:lnTo>
                  <a:lnTo>
                    <a:pt x="502" y="4209"/>
                  </a:lnTo>
                  <a:lnTo>
                    <a:pt x="425" y="3669"/>
                  </a:lnTo>
                  <a:lnTo>
                    <a:pt x="463" y="3128"/>
                  </a:lnTo>
                  <a:lnTo>
                    <a:pt x="579" y="2587"/>
                  </a:lnTo>
                  <a:lnTo>
                    <a:pt x="734" y="2085"/>
                  </a:lnTo>
                  <a:lnTo>
                    <a:pt x="1004" y="1622"/>
                  </a:lnTo>
                  <a:lnTo>
                    <a:pt x="1158" y="1390"/>
                  </a:lnTo>
                  <a:lnTo>
                    <a:pt x="1313" y="1197"/>
                  </a:lnTo>
                  <a:lnTo>
                    <a:pt x="1506" y="1043"/>
                  </a:lnTo>
                  <a:lnTo>
                    <a:pt x="1699" y="888"/>
                  </a:lnTo>
                  <a:lnTo>
                    <a:pt x="1931" y="734"/>
                  </a:lnTo>
                  <a:lnTo>
                    <a:pt x="2162" y="657"/>
                  </a:lnTo>
                  <a:lnTo>
                    <a:pt x="2394" y="579"/>
                  </a:lnTo>
                  <a:lnTo>
                    <a:pt x="2664" y="502"/>
                  </a:lnTo>
                  <a:lnTo>
                    <a:pt x="2935" y="502"/>
                  </a:lnTo>
                  <a:lnTo>
                    <a:pt x="3244" y="541"/>
                  </a:lnTo>
                  <a:lnTo>
                    <a:pt x="3282" y="502"/>
                  </a:lnTo>
                  <a:close/>
                  <a:moveTo>
                    <a:pt x="3128" y="0"/>
                  </a:moveTo>
                  <a:lnTo>
                    <a:pt x="3051" y="39"/>
                  </a:lnTo>
                  <a:lnTo>
                    <a:pt x="2973" y="116"/>
                  </a:lnTo>
                  <a:lnTo>
                    <a:pt x="2973" y="193"/>
                  </a:lnTo>
                  <a:lnTo>
                    <a:pt x="2664" y="155"/>
                  </a:lnTo>
                  <a:lnTo>
                    <a:pt x="2394" y="193"/>
                  </a:lnTo>
                  <a:lnTo>
                    <a:pt x="2124" y="232"/>
                  </a:lnTo>
                  <a:lnTo>
                    <a:pt x="1854" y="309"/>
                  </a:lnTo>
                  <a:lnTo>
                    <a:pt x="1622" y="425"/>
                  </a:lnTo>
                  <a:lnTo>
                    <a:pt x="1390" y="579"/>
                  </a:lnTo>
                  <a:lnTo>
                    <a:pt x="1197" y="734"/>
                  </a:lnTo>
                  <a:lnTo>
                    <a:pt x="965" y="927"/>
                  </a:lnTo>
                  <a:lnTo>
                    <a:pt x="811" y="1120"/>
                  </a:lnTo>
                  <a:lnTo>
                    <a:pt x="656" y="1352"/>
                  </a:lnTo>
                  <a:lnTo>
                    <a:pt x="386" y="1854"/>
                  </a:lnTo>
                  <a:lnTo>
                    <a:pt x="154" y="2394"/>
                  </a:lnTo>
                  <a:lnTo>
                    <a:pt x="39" y="2974"/>
                  </a:lnTo>
                  <a:lnTo>
                    <a:pt x="0" y="3591"/>
                  </a:lnTo>
                  <a:lnTo>
                    <a:pt x="0" y="3900"/>
                  </a:lnTo>
                  <a:lnTo>
                    <a:pt x="39" y="4209"/>
                  </a:lnTo>
                  <a:lnTo>
                    <a:pt x="116" y="4518"/>
                  </a:lnTo>
                  <a:lnTo>
                    <a:pt x="193" y="4788"/>
                  </a:lnTo>
                  <a:lnTo>
                    <a:pt x="270" y="5059"/>
                  </a:lnTo>
                  <a:lnTo>
                    <a:pt x="425" y="5329"/>
                  </a:lnTo>
                  <a:lnTo>
                    <a:pt x="579" y="5561"/>
                  </a:lnTo>
                  <a:lnTo>
                    <a:pt x="772" y="5754"/>
                  </a:lnTo>
                  <a:lnTo>
                    <a:pt x="965" y="5947"/>
                  </a:lnTo>
                  <a:lnTo>
                    <a:pt x="1197" y="6101"/>
                  </a:lnTo>
                  <a:lnTo>
                    <a:pt x="1467" y="6256"/>
                  </a:lnTo>
                  <a:lnTo>
                    <a:pt x="1738" y="6372"/>
                  </a:lnTo>
                  <a:lnTo>
                    <a:pt x="2085" y="6449"/>
                  </a:lnTo>
                  <a:lnTo>
                    <a:pt x="2394" y="6487"/>
                  </a:lnTo>
                  <a:lnTo>
                    <a:pt x="2742" y="6526"/>
                  </a:lnTo>
                  <a:lnTo>
                    <a:pt x="3012" y="6487"/>
                  </a:lnTo>
                  <a:lnTo>
                    <a:pt x="3321" y="6449"/>
                  </a:lnTo>
                  <a:lnTo>
                    <a:pt x="3630" y="6372"/>
                  </a:lnTo>
                  <a:lnTo>
                    <a:pt x="3900" y="6256"/>
                  </a:lnTo>
                  <a:lnTo>
                    <a:pt x="4170" y="6101"/>
                  </a:lnTo>
                  <a:lnTo>
                    <a:pt x="4402" y="5947"/>
                  </a:lnTo>
                  <a:lnTo>
                    <a:pt x="4634" y="5792"/>
                  </a:lnTo>
                  <a:lnTo>
                    <a:pt x="4866" y="5561"/>
                  </a:lnTo>
                  <a:lnTo>
                    <a:pt x="5059" y="5368"/>
                  </a:lnTo>
                  <a:lnTo>
                    <a:pt x="5252" y="5097"/>
                  </a:lnTo>
                  <a:lnTo>
                    <a:pt x="5406" y="4866"/>
                  </a:lnTo>
                  <a:lnTo>
                    <a:pt x="5522" y="4595"/>
                  </a:lnTo>
                  <a:lnTo>
                    <a:pt x="5638" y="4286"/>
                  </a:lnTo>
                  <a:lnTo>
                    <a:pt x="5754" y="4016"/>
                  </a:lnTo>
                  <a:lnTo>
                    <a:pt x="5792" y="3707"/>
                  </a:lnTo>
                  <a:lnTo>
                    <a:pt x="5831" y="3398"/>
                  </a:lnTo>
                  <a:lnTo>
                    <a:pt x="5831" y="3089"/>
                  </a:lnTo>
                  <a:lnTo>
                    <a:pt x="5792" y="2780"/>
                  </a:lnTo>
                  <a:lnTo>
                    <a:pt x="5754" y="2472"/>
                  </a:lnTo>
                  <a:lnTo>
                    <a:pt x="5638" y="2163"/>
                  </a:lnTo>
                  <a:lnTo>
                    <a:pt x="5522" y="1892"/>
                  </a:lnTo>
                  <a:lnTo>
                    <a:pt x="5406" y="1622"/>
                  </a:lnTo>
                  <a:lnTo>
                    <a:pt x="5213" y="1352"/>
                  </a:lnTo>
                  <a:lnTo>
                    <a:pt x="5020" y="1120"/>
                  </a:lnTo>
                  <a:lnTo>
                    <a:pt x="4827" y="888"/>
                  </a:lnTo>
                  <a:lnTo>
                    <a:pt x="4595" y="695"/>
                  </a:lnTo>
                  <a:lnTo>
                    <a:pt x="4364" y="502"/>
                  </a:lnTo>
                  <a:lnTo>
                    <a:pt x="4093" y="348"/>
                  </a:lnTo>
                  <a:lnTo>
                    <a:pt x="3823" y="193"/>
                  </a:lnTo>
                  <a:lnTo>
                    <a:pt x="3514" y="116"/>
                  </a:lnTo>
                  <a:lnTo>
                    <a:pt x="32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636;p19"/>
            <p:cNvSpPr/>
            <p:nvPr/>
          </p:nvSpPr>
          <p:spPr>
            <a:xfrm>
              <a:off x="3966375" y="4488475"/>
              <a:ext cx="350450" cy="288650"/>
            </a:xfrm>
            <a:custGeom>
              <a:avLst/>
              <a:gdLst/>
              <a:ahLst/>
              <a:cxnLst/>
              <a:rect l="l" t="t" r="r" b="b"/>
              <a:pathLst>
                <a:path w="14018" h="11546" extrusionOk="0">
                  <a:moveTo>
                    <a:pt x="11778" y="0"/>
                  </a:moveTo>
                  <a:lnTo>
                    <a:pt x="11469" y="77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8" y="2780"/>
                  </a:lnTo>
                  <a:lnTo>
                    <a:pt x="10658" y="1892"/>
                  </a:lnTo>
                  <a:lnTo>
                    <a:pt x="10427" y="2085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168" y="5522"/>
                  </a:lnTo>
                  <a:lnTo>
                    <a:pt x="13439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2" y="6681"/>
                  </a:lnTo>
                  <a:lnTo>
                    <a:pt x="13516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4" y="7955"/>
                  </a:lnTo>
                  <a:lnTo>
                    <a:pt x="12203" y="8418"/>
                  </a:lnTo>
                  <a:lnTo>
                    <a:pt x="11740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1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0" y="11160"/>
                  </a:lnTo>
                  <a:lnTo>
                    <a:pt x="3013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2"/>
                  </a:lnTo>
                  <a:lnTo>
                    <a:pt x="1082" y="10696"/>
                  </a:lnTo>
                  <a:lnTo>
                    <a:pt x="812" y="10542"/>
                  </a:lnTo>
                  <a:lnTo>
                    <a:pt x="618" y="10388"/>
                  </a:lnTo>
                  <a:lnTo>
                    <a:pt x="464" y="10194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7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1" y="9886"/>
                  </a:lnTo>
                  <a:lnTo>
                    <a:pt x="39" y="10117"/>
                  </a:lnTo>
                  <a:lnTo>
                    <a:pt x="78" y="10310"/>
                  </a:lnTo>
                  <a:lnTo>
                    <a:pt x="194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2" y="11353"/>
                  </a:lnTo>
                  <a:lnTo>
                    <a:pt x="2626" y="11430"/>
                  </a:lnTo>
                  <a:lnTo>
                    <a:pt x="3321" y="11507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7"/>
                  </a:lnTo>
                  <a:lnTo>
                    <a:pt x="6063" y="11430"/>
                  </a:lnTo>
                  <a:lnTo>
                    <a:pt x="6758" y="11314"/>
                  </a:lnTo>
                  <a:lnTo>
                    <a:pt x="7415" y="11160"/>
                  </a:lnTo>
                  <a:lnTo>
                    <a:pt x="8071" y="11005"/>
                  </a:lnTo>
                  <a:lnTo>
                    <a:pt x="8728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8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3"/>
                  </a:lnTo>
                  <a:lnTo>
                    <a:pt x="14018" y="6140"/>
                  </a:lnTo>
                  <a:lnTo>
                    <a:pt x="13941" y="5908"/>
                  </a:lnTo>
                  <a:lnTo>
                    <a:pt x="13863" y="5715"/>
                  </a:lnTo>
                  <a:lnTo>
                    <a:pt x="13748" y="5522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6"/>
                  </a:lnTo>
                  <a:lnTo>
                    <a:pt x="13091" y="5136"/>
                  </a:lnTo>
                  <a:lnTo>
                    <a:pt x="12821" y="3823"/>
                  </a:lnTo>
                  <a:lnTo>
                    <a:pt x="12512" y="2549"/>
                  </a:lnTo>
                  <a:lnTo>
                    <a:pt x="12164" y="1274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637;p19"/>
            <p:cNvSpPr/>
            <p:nvPr/>
          </p:nvSpPr>
          <p:spPr>
            <a:xfrm>
              <a:off x="1307750" y="4498125"/>
              <a:ext cx="103325" cy="105250"/>
            </a:xfrm>
            <a:custGeom>
              <a:avLst/>
              <a:gdLst/>
              <a:ahLst/>
              <a:cxnLst/>
              <a:rect l="l" t="t" r="r" b="b"/>
              <a:pathLst>
                <a:path w="4133" h="4210" extrusionOk="0">
                  <a:moveTo>
                    <a:pt x="2317" y="348"/>
                  </a:moveTo>
                  <a:lnTo>
                    <a:pt x="2665" y="425"/>
                  </a:lnTo>
                  <a:lnTo>
                    <a:pt x="2819" y="502"/>
                  </a:lnTo>
                  <a:lnTo>
                    <a:pt x="2974" y="618"/>
                  </a:lnTo>
                  <a:lnTo>
                    <a:pt x="3128" y="734"/>
                  </a:lnTo>
                  <a:lnTo>
                    <a:pt x="3244" y="850"/>
                  </a:lnTo>
                  <a:lnTo>
                    <a:pt x="3360" y="1043"/>
                  </a:lnTo>
                  <a:lnTo>
                    <a:pt x="3476" y="1197"/>
                  </a:lnTo>
                  <a:lnTo>
                    <a:pt x="3514" y="1236"/>
                  </a:lnTo>
                  <a:lnTo>
                    <a:pt x="3630" y="1545"/>
                  </a:lnTo>
                  <a:lnTo>
                    <a:pt x="3707" y="1815"/>
                  </a:lnTo>
                  <a:lnTo>
                    <a:pt x="3746" y="2086"/>
                  </a:lnTo>
                  <a:lnTo>
                    <a:pt x="3746" y="2356"/>
                  </a:lnTo>
                  <a:lnTo>
                    <a:pt x="3707" y="2626"/>
                  </a:lnTo>
                  <a:lnTo>
                    <a:pt x="3630" y="2896"/>
                  </a:lnTo>
                  <a:lnTo>
                    <a:pt x="3514" y="3128"/>
                  </a:lnTo>
                  <a:lnTo>
                    <a:pt x="3283" y="3398"/>
                  </a:lnTo>
                  <a:lnTo>
                    <a:pt x="3012" y="3591"/>
                  </a:lnTo>
                  <a:lnTo>
                    <a:pt x="2703" y="3746"/>
                  </a:lnTo>
                  <a:lnTo>
                    <a:pt x="2356" y="3823"/>
                  </a:lnTo>
                  <a:lnTo>
                    <a:pt x="2008" y="3862"/>
                  </a:lnTo>
                  <a:lnTo>
                    <a:pt x="1661" y="3785"/>
                  </a:lnTo>
                  <a:lnTo>
                    <a:pt x="1313" y="3669"/>
                  </a:lnTo>
                  <a:lnTo>
                    <a:pt x="1004" y="3476"/>
                  </a:lnTo>
                  <a:lnTo>
                    <a:pt x="734" y="3244"/>
                  </a:lnTo>
                  <a:lnTo>
                    <a:pt x="579" y="2935"/>
                  </a:lnTo>
                  <a:lnTo>
                    <a:pt x="425" y="2665"/>
                  </a:lnTo>
                  <a:lnTo>
                    <a:pt x="386" y="2317"/>
                  </a:lnTo>
                  <a:lnTo>
                    <a:pt x="348" y="2008"/>
                  </a:lnTo>
                  <a:lnTo>
                    <a:pt x="386" y="1661"/>
                  </a:lnTo>
                  <a:lnTo>
                    <a:pt x="502" y="1352"/>
                  </a:lnTo>
                  <a:lnTo>
                    <a:pt x="657" y="1043"/>
                  </a:lnTo>
                  <a:lnTo>
                    <a:pt x="888" y="811"/>
                  </a:lnTo>
                  <a:lnTo>
                    <a:pt x="1197" y="580"/>
                  </a:lnTo>
                  <a:lnTo>
                    <a:pt x="1545" y="425"/>
                  </a:lnTo>
                  <a:lnTo>
                    <a:pt x="1931" y="348"/>
                  </a:lnTo>
                  <a:close/>
                  <a:moveTo>
                    <a:pt x="2201" y="0"/>
                  </a:moveTo>
                  <a:lnTo>
                    <a:pt x="1815" y="39"/>
                  </a:lnTo>
                  <a:lnTo>
                    <a:pt x="1468" y="116"/>
                  </a:lnTo>
                  <a:lnTo>
                    <a:pt x="1120" y="232"/>
                  </a:lnTo>
                  <a:lnTo>
                    <a:pt x="927" y="348"/>
                  </a:lnTo>
                  <a:lnTo>
                    <a:pt x="773" y="464"/>
                  </a:lnTo>
                  <a:lnTo>
                    <a:pt x="579" y="618"/>
                  </a:lnTo>
                  <a:lnTo>
                    <a:pt x="464" y="773"/>
                  </a:lnTo>
                  <a:lnTo>
                    <a:pt x="232" y="1159"/>
                  </a:lnTo>
                  <a:lnTo>
                    <a:pt x="78" y="1545"/>
                  </a:lnTo>
                  <a:lnTo>
                    <a:pt x="0" y="1970"/>
                  </a:lnTo>
                  <a:lnTo>
                    <a:pt x="0" y="2394"/>
                  </a:lnTo>
                  <a:lnTo>
                    <a:pt x="116" y="2858"/>
                  </a:lnTo>
                  <a:lnTo>
                    <a:pt x="193" y="3051"/>
                  </a:lnTo>
                  <a:lnTo>
                    <a:pt x="309" y="3244"/>
                  </a:lnTo>
                  <a:lnTo>
                    <a:pt x="579" y="3553"/>
                  </a:lnTo>
                  <a:lnTo>
                    <a:pt x="888" y="3823"/>
                  </a:lnTo>
                  <a:lnTo>
                    <a:pt x="1236" y="4016"/>
                  </a:lnTo>
                  <a:lnTo>
                    <a:pt x="1622" y="4171"/>
                  </a:lnTo>
                  <a:lnTo>
                    <a:pt x="2047" y="4209"/>
                  </a:lnTo>
                  <a:lnTo>
                    <a:pt x="2472" y="4209"/>
                  </a:lnTo>
                  <a:lnTo>
                    <a:pt x="2858" y="4093"/>
                  </a:lnTo>
                  <a:lnTo>
                    <a:pt x="3244" y="3939"/>
                  </a:lnTo>
                  <a:lnTo>
                    <a:pt x="3398" y="3823"/>
                  </a:lnTo>
                  <a:lnTo>
                    <a:pt x="3553" y="3669"/>
                  </a:lnTo>
                  <a:lnTo>
                    <a:pt x="3707" y="3514"/>
                  </a:lnTo>
                  <a:lnTo>
                    <a:pt x="3823" y="3321"/>
                  </a:lnTo>
                  <a:lnTo>
                    <a:pt x="4016" y="2935"/>
                  </a:lnTo>
                  <a:lnTo>
                    <a:pt x="4132" y="2510"/>
                  </a:lnTo>
                  <a:lnTo>
                    <a:pt x="4132" y="2047"/>
                  </a:lnTo>
                  <a:lnTo>
                    <a:pt x="4132" y="1854"/>
                  </a:lnTo>
                  <a:lnTo>
                    <a:pt x="4055" y="1622"/>
                  </a:lnTo>
                  <a:lnTo>
                    <a:pt x="4016" y="1429"/>
                  </a:lnTo>
                  <a:lnTo>
                    <a:pt x="3900" y="1236"/>
                  </a:lnTo>
                  <a:lnTo>
                    <a:pt x="3785" y="1082"/>
                  </a:lnTo>
                  <a:lnTo>
                    <a:pt x="3630" y="927"/>
                  </a:lnTo>
                  <a:lnTo>
                    <a:pt x="3591" y="888"/>
                  </a:lnTo>
                  <a:lnTo>
                    <a:pt x="3553" y="734"/>
                  </a:lnTo>
                  <a:lnTo>
                    <a:pt x="3437" y="580"/>
                  </a:lnTo>
                  <a:lnTo>
                    <a:pt x="3360" y="425"/>
                  </a:lnTo>
                  <a:lnTo>
                    <a:pt x="3244" y="348"/>
                  </a:lnTo>
                  <a:lnTo>
                    <a:pt x="3089" y="232"/>
                  </a:lnTo>
                  <a:lnTo>
                    <a:pt x="2935" y="155"/>
                  </a:lnTo>
                  <a:lnTo>
                    <a:pt x="2587" y="39"/>
                  </a:lnTo>
                  <a:lnTo>
                    <a:pt x="220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638;p19"/>
            <p:cNvSpPr/>
            <p:nvPr/>
          </p:nvSpPr>
          <p:spPr>
            <a:xfrm>
              <a:off x="6468625" y="45261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8" y="618"/>
                  </a:moveTo>
                  <a:lnTo>
                    <a:pt x="5947" y="772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2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4" y="3900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0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6" y="2626"/>
                  </a:lnTo>
                  <a:lnTo>
                    <a:pt x="5368" y="1969"/>
                  </a:lnTo>
                  <a:lnTo>
                    <a:pt x="5368" y="618"/>
                  </a:lnTo>
                  <a:close/>
                  <a:moveTo>
                    <a:pt x="2781" y="888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6"/>
                  </a:lnTo>
                  <a:lnTo>
                    <a:pt x="1545" y="4286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7" y="3012"/>
                  </a:lnTo>
                  <a:lnTo>
                    <a:pt x="888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1" y="888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5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3" y="6294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6"/>
                  </a:lnTo>
                  <a:lnTo>
                    <a:pt x="2240" y="579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4"/>
                  </a:lnTo>
                  <a:lnTo>
                    <a:pt x="232" y="2780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3"/>
                  </a:lnTo>
                  <a:lnTo>
                    <a:pt x="39" y="4557"/>
                  </a:lnTo>
                  <a:lnTo>
                    <a:pt x="348" y="4595"/>
                  </a:lnTo>
                  <a:lnTo>
                    <a:pt x="386" y="4286"/>
                  </a:lnTo>
                  <a:lnTo>
                    <a:pt x="966" y="4518"/>
                  </a:lnTo>
                  <a:lnTo>
                    <a:pt x="1313" y="4595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79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4" y="3977"/>
                  </a:lnTo>
                  <a:lnTo>
                    <a:pt x="3012" y="3630"/>
                  </a:lnTo>
                  <a:lnTo>
                    <a:pt x="3012" y="2973"/>
                  </a:lnTo>
                  <a:lnTo>
                    <a:pt x="3128" y="772"/>
                  </a:lnTo>
                  <a:lnTo>
                    <a:pt x="3514" y="657"/>
                  </a:lnTo>
                  <a:lnTo>
                    <a:pt x="3939" y="579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8" y="579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8" y="3398"/>
                  </a:lnTo>
                  <a:lnTo>
                    <a:pt x="5175" y="3746"/>
                  </a:lnTo>
                  <a:lnTo>
                    <a:pt x="5213" y="3900"/>
                  </a:lnTo>
                  <a:lnTo>
                    <a:pt x="5291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6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6"/>
                  </a:lnTo>
                  <a:lnTo>
                    <a:pt x="7607" y="4209"/>
                  </a:lnTo>
                  <a:lnTo>
                    <a:pt x="8650" y="4093"/>
                  </a:lnTo>
                  <a:lnTo>
                    <a:pt x="8650" y="4479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7"/>
                  </a:lnTo>
                  <a:lnTo>
                    <a:pt x="8766" y="5097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1" y="4904"/>
                  </a:lnTo>
                  <a:lnTo>
                    <a:pt x="9384" y="4904"/>
                  </a:lnTo>
                  <a:lnTo>
                    <a:pt x="9809" y="4981"/>
                  </a:lnTo>
                  <a:lnTo>
                    <a:pt x="10195" y="5097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599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7"/>
                  </a:lnTo>
                  <a:lnTo>
                    <a:pt x="10697" y="6603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3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9" y="8997"/>
                  </a:lnTo>
                  <a:lnTo>
                    <a:pt x="12512" y="8997"/>
                  </a:lnTo>
                  <a:lnTo>
                    <a:pt x="12434" y="9075"/>
                  </a:lnTo>
                  <a:lnTo>
                    <a:pt x="12396" y="9113"/>
                  </a:lnTo>
                  <a:lnTo>
                    <a:pt x="12357" y="9190"/>
                  </a:lnTo>
                  <a:lnTo>
                    <a:pt x="11469" y="9306"/>
                  </a:lnTo>
                  <a:lnTo>
                    <a:pt x="11469" y="9692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4" y="9499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7"/>
                  </a:lnTo>
                  <a:lnTo>
                    <a:pt x="13168" y="8766"/>
                  </a:lnTo>
                  <a:lnTo>
                    <a:pt x="13168" y="8495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6" y="7182"/>
                  </a:lnTo>
                  <a:lnTo>
                    <a:pt x="12743" y="6680"/>
                  </a:lnTo>
                  <a:lnTo>
                    <a:pt x="12434" y="6217"/>
                  </a:lnTo>
                  <a:lnTo>
                    <a:pt x="12125" y="5792"/>
                  </a:lnTo>
                  <a:lnTo>
                    <a:pt x="11778" y="5445"/>
                  </a:lnTo>
                  <a:lnTo>
                    <a:pt x="11315" y="5097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5"/>
                  </a:lnTo>
                  <a:lnTo>
                    <a:pt x="9886" y="4479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7"/>
                  </a:lnTo>
                  <a:lnTo>
                    <a:pt x="9229" y="3514"/>
                  </a:lnTo>
                  <a:lnTo>
                    <a:pt x="9152" y="3089"/>
                  </a:lnTo>
                  <a:lnTo>
                    <a:pt x="8998" y="2665"/>
                  </a:lnTo>
                  <a:lnTo>
                    <a:pt x="8805" y="2278"/>
                  </a:lnTo>
                  <a:lnTo>
                    <a:pt x="8534" y="1931"/>
                  </a:lnTo>
                  <a:lnTo>
                    <a:pt x="8225" y="1583"/>
                  </a:lnTo>
                  <a:lnTo>
                    <a:pt x="7839" y="1274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5" y="193"/>
                  </a:lnTo>
                  <a:lnTo>
                    <a:pt x="5291" y="77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639;p19"/>
            <p:cNvSpPr/>
            <p:nvPr/>
          </p:nvSpPr>
          <p:spPr>
            <a:xfrm>
              <a:off x="4200000" y="452900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1"/>
                  </a:lnTo>
                  <a:lnTo>
                    <a:pt x="0" y="7261"/>
                  </a:lnTo>
                  <a:lnTo>
                    <a:pt x="193" y="7261"/>
                  </a:lnTo>
                  <a:lnTo>
                    <a:pt x="425" y="5484"/>
                  </a:lnTo>
                  <a:lnTo>
                    <a:pt x="580" y="3669"/>
                  </a:lnTo>
                  <a:lnTo>
                    <a:pt x="695" y="1854"/>
                  </a:lnTo>
                  <a:lnTo>
                    <a:pt x="695" y="928"/>
                  </a:lnTo>
                  <a:lnTo>
                    <a:pt x="695" y="40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640;p19"/>
            <p:cNvSpPr/>
            <p:nvPr/>
          </p:nvSpPr>
          <p:spPr>
            <a:xfrm>
              <a:off x="6500475" y="45396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6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3"/>
                  </a:lnTo>
                  <a:lnTo>
                    <a:pt x="9384" y="9654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39" y="10079"/>
                  </a:lnTo>
                  <a:lnTo>
                    <a:pt x="7608" y="9963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9" y="9346"/>
                  </a:lnTo>
                  <a:lnTo>
                    <a:pt x="6951" y="9075"/>
                  </a:lnTo>
                  <a:lnTo>
                    <a:pt x="6913" y="8805"/>
                  </a:lnTo>
                  <a:lnTo>
                    <a:pt x="6951" y="8535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4" y="7569"/>
                  </a:lnTo>
                  <a:lnTo>
                    <a:pt x="8148" y="7338"/>
                  </a:lnTo>
                  <a:lnTo>
                    <a:pt x="8226" y="7299"/>
                  </a:lnTo>
                  <a:close/>
                  <a:moveTo>
                    <a:pt x="2858" y="1"/>
                  </a:moveTo>
                  <a:lnTo>
                    <a:pt x="2665" y="39"/>
                  </a:lnTo>
                  <a:lnTo>
                    <a:pt x="2665" y="78"/>
                  </a:lnTo>
                  <a:lnTo>
                    <a:pt x="2626" y="1352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4" y="5098"/>
                  </a:lnTo>
                  <a:lnTo>
                    <a:pt x="2897" y="7492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2"/>
                  </a:lnTo>
                  <a:lnTo>
                    <a:pt x="3051" y="8766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7"/>
                  </a:lnTo>
                  <a:lnTo>
                    <a:pt x="773" y="9114"/>
                  </a:lnTo>
                  <a:lnTo>
                    <a:pt x="1545" y="9152"/>
                  </a:lnTo>
                  <a:lnTo>
                    <a:pt x="3128" y="9230"/>
                  </a:lnTo>
                  <a:lnTo>
                    <a:pt x="4828" y="9307"/>
                  </a:lnTo>
                  <a:lnTo>
                    <a:pt x="5677" y="9307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2" y="10311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20"/>
                  </a:lnTo>
                  <a:lnTo>
                    <a:pt x="9037" y="10543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3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9"/>
                  </a:lnTo>
                  <a:lnTo>
                    <a:pt x="10041" y="8071"/>
                  </a:lnTo>
                  <a:lnTo>
                    <a:pt x="9847" y="7762"/>
                  </a:lnTo>
                  <a:lnTo>
                    <a:pt x="9616" y="7492"/>
                  </a:lnTo>
                  <a:lnTo>
                    <a:pt x="9307" y="7260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7" y="6990"/>
                  </a:lnTo>
                  <a:lnTo>
                    <a:pt x="7724" y="7029"/>
                  </a:lnTo>
                  <a:lnTo>
                    <a:pt x="7415" y="7144"/>
                  </a:lnTo>
                  <a:lnTo>
                    <a:pt x="7144" y="7338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6" y="8805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8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6" y="8535"/>
                  </a:lnTo>
                  <a:lnTo>
                    <a:pt x="3206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5"/>
                  </a:lnTo>
                  <a:lnTo>
                    <a:pt x="3206" y="7338"/>
                  </a:lnTo>
                  <a:lnTo>
                    <a:pt x="3128" y="6449"/>
                  </a:lnTo>
                  <a:lnTo>
                    <a:pt x="3013" y="4326"/>
                  </a:lnTo>
                  <a:lnTo>
                    <a:pt x="2935" y="2202"/>
                  </a:lnTo>
                  <a:lnTo>
                    <a:pt x="2897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641;p19"/>
            <p:cNvSpPr/>
            <p:nvPr/>
          </p:nvSpPr>
          <p:spPr>
            <a:xfrm>
              <a:off x="5490700" y="4546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79"/>
                  </a:lnTo>
                  <a:lnTo>
                    <a:pt x="0" y="1197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8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6"/>
                  </a:lnTo>
                  <a:lnTo>
                    <a:pt x="1970" y="5947"/>
                  </a:lnTo>
                  <a:lnTo>
                    <a:pt x="2433" y="6410"/>
                  </a:lnTo>
                  <a:lnTo>
                    <a:pt x="2974" y="6873"/>
                  </a:lnTo>
                  <a:lnTo>
                    <a:pt x="3514" y="7260"/>
                  </a:lnTo>
                  <a:lnTo>
                    <a:pt x="4094" y="7646"/>
                  </a:lnTo>
                  <a:lnTo>
                    <a:pt x="4712" y="7955"/>
                  </a:lnTo>
                  <a:lnTo>
                    <a:pt x="5329" y="8225"/>
                  </a:lnTo>
                  <a:lnTo>
                    <a:pt x="5986" y="8495"/>
                  </a:lnTo>
                  <a:lnTo>
                    <a:pt x="6642" y="8688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3"/>
                  </a:lnTo>
                  <a:lnTo>
                    <a:pt x="10774" y="9075"/>
                  </a:lnTo>
                  <a:lnTo>
                    <a:pt x="11392" y="8997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1"/>
                  </a:lnTo>
                  <a:lnTo>
                    <a:pt x="14018" y="8379"/>
                  </a:lnTo>
                  <a:lnTo>
                    <a:pt x="14636" y="8148"/>
                  </a:lnTo>
                  <a:lnTo>
                    <a:pt x="15253" y="7877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0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4"/>
                  </a:lnTo>
                  <a:lnTo>
                    <a:pt x="19076" y="4286"/>
                  </a:lnTo>
                  <a:lnTo>
                    <a:pt x="19347" y="3668"/>
                  </a:lnTo>
                  <a:lnTo>
                    <a:pt x="19115" y="3630"/>
                  </a:lnTo>
                  <a:lnTo>
                    <a:pt x="18767" y="4170"/>
                  </a:lnTo>
                  <a:lnTo>
                    <a:pt x="18420" y="4634"/>
                  </a:lnTo>
                  <a:lnTo>
                    <a:pt x="18034" y="5097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0"/>
                  </a:lnTo>
                  <a:lnTo>
                    <a:pt x="15755" y="7028"/>
                  </a:lnTo>
                  <a:lnTo>
                    <a:pt x="15215" y="7298"/>
                  </a:lnTo>
                  <a:lnTo>
                    <a:pt x="14713" y="7569"/>
                  </a:lnTo>
                  <a:lnTo>
                    <a:pt x="14134" y="7800"/>
                  </a:lnTo>
                  <a:lnTo>
                    <a:pt x="13593" y="8032"/>
                  </a:lnTo>
                  <a:lnTo>
                    <a:pt x="13014" y="8186"/>
                  </a:lnTo>
                  <a:lnTo>
                    <a:pt x="12434" y="8341"/>
                  </a:lnTo>
                  <a:lnTo>
                    <a:pt x="11817" y="8457"/>
                  </a:lnTo>
                  <a:lnTo>
                    <a:pt x="11199" y="8534"/>
                  </a:lnTo>
                  <a:lnTo>
                    <a:pt x="10504" y="8611"/>
                  </a:lnTo>
                  <a:lnTo>
                    <a:pt x="9114" y="8611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2"/>
                  </a:lnTo>
                  <a:lnTo>
                    <a:pt x="6333" y="8109"/>
                  </a:lnTo>
                  <a:lnTo>
                    <a:pt x="5638" y="7877"/>
                  </a:lnTo>
                  <a:lnTo>
                    <a:pt x="5020" y="7607"/>
                  </a:lnTo>
                  <a:lnTo>
                    <a:pt x="4364" y="7260"/>
                  </a:lnTo>
                  <a:lnTo>
                    <a:pt x="3785" y="6912"/>
                  </a:lnTo>
                  <a:lnTo>
                    <a:pt x="3206" y="6487"/>
                  </a:lnTo>
                  <a:lnTo>
                    <a:pt x="2704" y="6063"/>
                  </a:lnTo>
                  <a:lnTo>
                    <a:pt x="2202" y="5561"/>
                  </a:lnTo>
                  <a:lnTo>
                    <a:pt x="1777" y="4981"/>
                  </a:lnTo>
                  <a:lnTo>
                    <a:pt x="1391" y="4402"/>
                  </a:lnTo>
                  <a:lnTo>
                    <a:pt x="1120" y="3900"/>
                  </a:lnTo>
                  <a:lnTo>
                    <a:pt x="850" y="3360"/>
                  </a:lnTo>
                  <a:lnTo>
                    <a:pt x="696" y="2858"/>
                  </a:lnTo>
                  <a:lnTo>
                    <a:pt x="541" y="2278"/>
                  </a:lnTo>
                  <a:lnTo>
                    <a:pt x="425" y="1738"/>
                  </a:lnTo>
                  <a:lnTo>
                    <a:pt x="387" y="1158"/>
                  </a:lnTo>
                  <a:lnTo>
                    <a:pt x="387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642;p19"/>
            <p:cNvSpPr/>
            <p:nvPr/>
          </p:nvSpPr>
          <p:spPr>
            <a:xfrm>
              <a:off x="5576625" y="4556050"/>
              <a:ext cx="35725" cy="28975"/>
            </a:xfrm>
            <a:custGeom>
              <a:avLst/>
              <a:gdLst/>
              <a:ahLst/>
              <a:cxnLst/>
              <a:rect l="l" t="t" r="r" b="b"/>
              <a:pathLst>
                <a:path w="1429" h="1159" extrusionOk="0">
                  <a:moveTo>
                    <a:pt x="502" y="0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6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1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4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2"/>
                  </a:lnTo>
                  <a:lnTo>
                    <a:pt x="425" y="579"/>
                  </a:lnTo>
                  <a:lnTo>
                    <a:pt x="541" y="425"/>
                  </a:lnTo>
                  <a:lnTo>
                    <a:pt x="618" y="386"/>
                  </a:lnTo>
                  <a:lnTo>
                    <a:pt x="773" y="386"/>
                  </a:lnTo>
                  <a:lnTo>
                    <a:pt x="850" y="425"/>
                  </a:lnTo>
                  <a:lnTo>
                    <a:pt x="966" y="579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6" y="927"/>
                  </a:lnTo>
                  <a:lnTo>
                    <a:pt x="966" y="1004"/>
                  </a:lnTo>
                  <a:lnTo>
                    <a:pt x="966" y="1081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5" y="1120"/>
                  </a:lnTo>
                  <a:lnTo>
                    <a:pt x="1313" y="1081"/>
                  </a:lnTo>
                  <a:lnTo>
                    <a:pt x="1390" y="888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3"/>
                  </a:lnTo>
                  <a:lnTo>
                    <a:pt x="1043" y="77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643;p19"/>
            <p:cNvSpPr/>
            <p:nvPr/>
          </p:nvSpPr>
          <p:spPr>
            <a:xfrm>
              <a:off x="5523525" y="45599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2"/>
                  </a:lnTo>
                  <a:lnTo>
                    <a:pt x="78" y="966"/>
                  </a:lnTo>
                  <a:lnTo>
                    <a:pt x="232" y="1082"/>
                  </a:lnTo>
                  <a:lnTo>
                    <a:pt x="387" y="1198"/>
                  </a:lnTo>
                  <a:lnTo>
                    <a:pt x="464" y="1198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5"/>
                  </a:lnTo>
                  <a:lnTo>
                    <a:pt x="387" y="927"/>
                  </a:lnTo>
                  <a:lnTo>
                    <a:pt x="348" y="812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7" y="503"/>
                  </a:lnTo>
                  <a:lnTo>
                    <a:pt x="464" y="464"/>
                  </a:lnTo>
                  <a:lnTo>
                    <a:pt x="541" y="387"/>
                  </a:lnTo>
                  <a:lnTo>
                    <a:pt x="773" y="387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2" y="1043"/>
                  </a:lnTo>
                  <a:lnTo>
                    <a:pt x="1159" y="1082"/>
                  </a:lnTo>
                  <a:lnTo>
                    <a:pt x="1197" y="1082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7"/>
                  </a:lnTo>
                  <a:lnTo>
                    <a:pt x="1159" y="232"/>
                  </a:lnTo>
                  <a:lnTo>
                    <a:pt x="1004" y="78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644;p19"/>
            <p:cNvSpPr/>
            <p:nvPr/>
          </p:nvSpPr>
          <p:spPr>
            <a:xfrm>
              <a:off x="4050375" y="4567625"/>
              <a:ext cx="30900" cy="168975"/>
            </a:xfrm>
            <a:custGeom>
              <a:avLst/>
              <a:gdLst/>
              <a:ahLst/>
              <a:cxnLst/>
              <a:rect l="l" t="t" r="r" b="b"/>
              <a:pathLst>
                <a:path w="1236" h="6759" extrusionOk="0">
                  <a:moveTo>
                    <a:pt x="1120" y="1"/>
                  </a:moveTo>
                  <a:lnTo>
                    <a:pt x="1081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9"/>
                  </a:lnTo>
                  <a:lnTo>
                    <a:pt x="116" y="5059"/>
                  </a:lnTo>
                  <a:lnTo>
                    <a:pt x="0" y="6720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2" y="3515"/>
                  </a:lnTo>
                  <a:lnTo>
                    <a:pt x="965" y="1854"/>
                  </a:lnTo>
                  <a:lnTo>
                    <a:pt x="1081" y="232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645;p19"/>
            <p:cNvSpPr/>
            <p:nvPr/>
          </p:nvSpPr>
          <p:spPr>
            <a:xfrm>
              <a:off x="4077400" y="4569550"/>
              <a:ext cx="121650" cy="144850"/>
            </a:xfrm>
            <a:custGeom>
              <a:avLst/>
              <a:gdLst/>
              <a:ahLst/>
              <a:cxnLst/>
              <a:rect l="l" t="t" r="r" b="b"/>
              <a:pathLst>
                <a:path w="4866" h="5794" extrusionOk="0">
                  <a:moveTo>
                    <a:pt x="155" y="1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6"/>
                  </a:lnTo>
                  <a:lnTo>
                    <a:pt x="2896" y="3631"/>
                  </a:lnTo>
                  <a:lnTo>
                    <a:pt x="3476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6"/>
                  </a:lnTo>
                  <a:lnTo>
                    <a:pt x="4866" y="5639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8" y="1352"/>
                  </a:lnTo>
                  <a:lnTo>
                    <a:pt x="811" y="65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646;p19"/>
            <p:cNvSpPr/>
            <p:nvPr/>
          </p:nvSpPr>
          <p:spPr>
            <a:xfrm>
              <a:off x="3931625" y="457727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1"/>
                  </a:moveTo>
                  <a:lnTo>
                    <a:pt x="0" y="78"/>
                  </a:lnTo>
                  <a:lnTo>
                    <a:pt x="194" y="927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6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9"/>
                  </a:lnTo>
                  <a:lnTo>
                    <a:pt x="1931" y="6140"/>
                  </a:lnTo>
                  <a:lnTo>
                    <a:pt x="2086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4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647;p19"/>
            <p:cNvSpPr/>
            <p:nvPr/>
          </p:nvSpPr>
          <p:spPr>
            <a:xfrm>
              <a:off x="3941275" y="457920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1" y="40"/>
                  </a:lnTo>
                  <a:lnTo>
                    <a:pt x="1970" y="3206"/>
                  </a:lnTo>
                  <a:lnTo>
                    <a:pt x="4055" y="6334"/>
                  </a:lnTo>
                  <a:lnTo>
                    <a:pt x="4055" y="6334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3"/>
                  </a:lnTo>
                  <a:lnTo>
                    <a:pt x="3708" y="6720"/>
                  </a:lnTo>
                  <a:lnTo>
                    <a:pt x="4132" y="6797"/>
                  </a:lnTo>
                  <a:lnTo>
                    <a:pt x="4596" y="6836"/>
                  </a:lnTo>
                  <a:lnTo>
                    <a:pt x="5484" y="6836"/>
                  </a:lnTo>
                  <a:lnTo>
                    <a:pt x="6372" y="6759"/>
                  </a:lnTo>
                  <a:lnTo>
                    <a:pt x="7299" y="6643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9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5"/>
                  </a:lnTo>
                  <a:lnTo>
                    <a:pt x="13863" y="2125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1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3"/>
                  </a:lnTo>
                  <a:lnTo>
                    <a:pt x="10349" y="5253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6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8" y="6334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7"/>
                  </a:lnTo>
                  <a:lnTo>
                    <a:pt x="3399" y="4635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19"/>
            <p:cNvSpPr/>
            <p:nvPr/>
          </p:nvSpPr>
          <p:spPr>
            <a:xfrm>
              <a:off x="6364350" y="46361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2" y="39"/>
                  </a:lnTo>
                  <a:lnTo>
                    <a:pt x="2781" y="77"/>
                  </a:lnTo>
                  <a:lnTo>
                    <a:pt x="2511" y="193"/>
                  </a:lnTo>
                  <a:lnTo>
                    <a:pt x="2241" y="309"/>
                  </a:lnTo>
                  <a:lnTo>
                    <a:pt x="2009" y="425"/>
                  </a:lnTo>
                  <a:lnTo>
                    <a:pt x="1739" y="579"/>
                  </a:lnTo>
                  <a:lnTo>
                    <a:pt x="1507" y="773"/>
                  </a:lnTo>
                  <a:lnTo>
                    <a:pt x="1121" y="1197"/>
                  </a:lnTo>
                  <a:lnTo>
                    <a:pt x="735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8"/>
                  </a:lnTo>
                  <a:lnTo>
                    <a:pt x="40" y="3746"/>
                  </a:lnTo>
                  <a:lnTo>
                    <a:pt x="1" y="4055"/>
                  </a:lnTo>
                  <a:lnTo>
                    <a:pt x="1" y="4402"/>
                  </a:lnTo>
                  <a:lnTo>
                    <a:pt x="40" y="4673"/>
                  </a:lnTo>
                  <a:lnTo>
                    <a:pt x="117" y="4904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5" y="5252"/>
                  </a:lnTo>
                  <a:lnTo>
                    <a:pt x="966" y="5290"/>
                  </a:lnTo>
                  <a:lnTo>
                    <a:pt x="1700" y="5290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5" y="4711"/>
                  </a:lnTo>
                  <a:lnTo>
                    <a:pt x="580" y="4595"/>
                  </a:lnTo>
                  <a:lnTo>
                    <a:pt x="542" y="4441"/>
                  </a:lnTo>
                  <a:lnTo>
                    <a:pt x="542" y="4248"/>
                  </a:lnTo>
                  <a:lnTo>
                    <a:pt x="542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8"/>
                  </a:lnTo>
                  <a:lnTo>
                    <a:pt x="2627" y="695"/>
                  </a:lnTo>
                  <a:lnTo>
                    <a:pt x="3090" y="579"/>
                  </a:lnTo>
                  <a:lnTo>
                    <a:pt x="3592" y="541"/>
                  </a:lnTo>
                  <a:lnTo>
                    <a:pt x="4094" y="579"/>
                  </a:lnTo>
                  <a:lnTo>
                    <a:pt x="4249" y="541"/>
                  </a:lnTo>
                  <a:lnTo>
                    <a:pt x="4326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3"/>
                  </a:lnTo>
                  <a:lnTo>
                    <a:pt x="4210" y="155"/>
                  </a:lnTo>
                  <a:lnTo>
                    <a:pt x="3940" y="77"/>
                  </a:lnTo>
                  <a:lnTo>
                    <a:pt x="3631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649;p19"/>
            <p:cNvSpPr/>
            <p:nvPr/>
          </p:nvSpPr>
          <p:spPr>
            <a:xfrm>
              <a:off x="5052425" y="4653550"/>
              <a:ext cx="61800" cy="89800"/>
            </a:xfrm>
            <a:custGeom>
              <a:avLst/>
              <a:gdLst/>
              <a:ahLst/>
              <a:cxnLst/>
              <a:rect l="l" t="t" r="r" b="b"/>
              <a:pathLst>
                <a:path w="2472" h="3592" extrusionOk="0">
                  <a:moveTo>
                    <a:pt x="1082" y="0"/>
                  </a:moveTo>
                  <a:lnTo>
                    <a:pt x="1004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5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699"/>
                  </a:lnTo>
                  <a:lnTo>
                    <a:pt x="1931" y="1931"/>
                  </a:lnTo>
                  <a:lnTo>
                    <a:pt x="1931" y="2163"/>
                  </a:lnTo>
                  <a:lnTo>
                    <a:pt x="1931" y="2433"/>
                  </a:lnTo>
                  <a:lnTo>
                    <a:pt x="1815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0" y="3128"/>
                  </a:lnTo>
                  <a:lnTo>
                    <a:pt x="1197" y="3128"/>
                  </a:lnTo>
                  <a:lnTo>
                    <a:pt x="1043" y="3089"/>
                  </a:lnTo>
                  <a:lnTo>
                    <a:pt x="927" y="3012"/>
                  </a:lnTo>
                  <a:lnTo>
                    <a:pt x="850" y="2896"/>
                  </a:lnTo>
                  <a:lnTo>
                    <a:pt x="811" y="2742"/>
                  </a:lnTo>
                  <a:lnTo>
                    <a:pt x="850" y="2587"/>
                  </a:lnTo>
                  <a:lnTo>
                    <a:pt x="927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0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5" y="1468"/>
                  </a:lnTo>
                  <a:lnTo>
                    <a:pt x="193" y="1313"/>
                  </a:lnTo>
                  <a:lnTo>
                    <a:pt x="0" y="1622"/>
                  </a:lnTo>
                  <a:lnTo>
                    <a:pt x="271" y="1892"/>
                  </a:lnTo>
                  <a:lnTo>
                    <a:pt x="580" y="2124"/>
                  </a:lnTo>
                  <a:lnTo>
                    <a:pt x="425" y="2356"/>
                  </a:lnTo>
                  <a:lnTo>
                    <a:pt x="348" y="2626"/>
                  </a:lnTo>
                  <a:lnTo>
                    <a:pt x="309" y="2896"/>
                  </a:lnTo>
                  <a:lnTo>
                    <a:pt x="348" y="3051"/>
                  </a:lnTo>
                  <a:lnTo>
                    <a:pt x="425" y="3167"/>
                  </a:lnTo>
                  <a:lnTo>
                    <a:pt x="541" y="3321"/>
                  </a:lnTo>
                  <a:lnTo>
                    <a:pt x="695" y="3476"/>
                  </a:lnTo>
                  <a:lnTo>
                    <a:pt x="888" y="3553"/>
                  </a:lnTo>
                  <a:lnTo>
                    <a:pt x="1082" y="3591"/>
                  </a:lnTo>
                  <a:lnTo>
                    <a:pt x="1275" y="3591"/>
                  </a:lnTo>
                  <a:lnTo>
                    <a:pt x="1506" y="3553"/>
                  </a:lnTo>
                  <a:lnTo>
                    <a:pt x="1699" y="3514"/>
                  </a:lnTo>
                  <a:lnTo>
                    <a:pt x="1854" y="3398"/>
                  </a:lnTo>
                  <a:lnTo>
                    <a:pt x="2047" y="3244"/>
                  </a:lnTo>
                  <a:lnTo>
                    <a:pt x="2201" y="3051"/>
                  </a:lnTo>
                  <a:lnTo>
                    <a:pt x="2317" y="2858"/>
                  </a:lnTo>
                  <a:lnTo>
                    <a:pt x="2394" y="2665"/>
                  </a:lnTo>
                  <a:lnTo>
                    <a:pt x="2433" y="2472"/>
                  </a:lnTo>
                  <a:lnTo>
                    <a:pt x="2472" y="2240"/>
                  </a:lnTo>
                  <a:lnTo>
                    <a:pt x="2433" y="2008"/>
                  </a:lnTo>
                  <a:lnTo>
                    <a:pt x="2394" y="1815"/>
                  </a:lnTo>
                  <a:lnTo>
                    <a:pt x="2317" y="1583"/>
                  </a:lnTo>
                  <a:lnTo>
                    <a:pt x="2201" y="1390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6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650;p19"/>
            <p:cNvSpPr/>
            <p:nvPr/>
          </p:nvSpPr>
          <p:spPr>
            <a:xfrm>
              <a:off x="6613425" y="4670925"/>
              <a:ext cx="26100" cy="11600"/>
            </a:xfrm>
            <a:custGeom>
              <a:avLst/>
              <a:gdLst/>
              <a:ahLst/>
              <a:cxnLst/>
              <a:rect l="l" t="t" r="r" b="b"/>
              <a:pathLst>
                <a:path w="1044" h="464" extrusionOk="0">
                  <a:moveTo>
                    <a:pt x="773" y="0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3"/>
                  </a:lnTo>
                  <a:lnTo>
                    <a:pt x="39" y="232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651;p19"/>
            <p:cNvSpPr/>
            <p:nvPr/>
          </p:nvSpPr>
          <p:spPr>
            <a:xfrm>
              <a:off x="6514950" y="46767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6" y="0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39" y="77"/>
                  </a:lnTo>
                  <a:lnTo>
                    <a:pt x="1" y="193"/>
                  </a:lnTo>
                  <a:lnTo>
                    <a:pt x="39" y="270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0"/>
                  </a:lnTo>
                  <a:lnTo>
                    <a:pt x="850" y="193"/>
                  </a:lnTo>
                  <a:lnTo>
                    <a:pt x="812" y="77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652;p19"/>
            <p:cNvSpPr/>
            <p:nvPr/>
          </p:nvSpPr>
          <p:spPr>
            <a:xfrm>
              <a:off x="4656625" y="46776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89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8" y="3553"/>
                  </a:lnTo>
                  <a:lnTo>
                    <a:pt x="12434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8"/>
                  </a:lnTo>
                  <a:lnTo>
                    <a:pt x="12009" y="3128"/>
                  </a:lnTo>
                  <a:lnTo>
                    <a:pt x="11932" y="3206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40" y="4171"/>
                  </a:lnTo>
                  <a:lnTo>
                    <a:pt x="9615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2" y="4171"/>
                  </a:lnTo>
                  <a:lnTo>
                    <a:pt x="5368" y="4017"/>
                  </a:lnTo>
                  <a:lnTo>
                    <a:pt x="4595" y="3708"/>
                  </a:lnTo>
                  <a:lnTo>
                    <a:pt x="3900" y="3283"/>
                  </a:lnTo>
                  <a:lnTo>
                    <a:pt x="3205" y="2820"/>
                  </a:lnTo>
                  <a:lnTo>
                    <a:pt x="2587" y="2318"/>
                  </a:lnTo>
                  <a:lnTo>
                    <a:pt x="1970" y="1777"/>
                  </a:lnTo>
                  <a:lnTo>
                    <a:pt x="1390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653;p19"/>
            <p:cNvSpPr/>
            <p:nvPr/>
          </p:nvSpPr>
          <p:spPr>
            <a:xfrm>
              <a:off x="4964575" y="4684425"/>
              <a:ext cx="92700" cy="135200"/>
            </a:xfrm>
            <a:custGeom>
              <a:avLst/>
              <a:gdLst/>
              <a:ahLst/>
              <a:cxnLst/>
              <a:rect l="l" t="t" r="r" b="b"/>
              <a:pathLst>
                <a:path w="3708" h="5408" extrusionOk="0">
                  <a:moveTo>
                    <a:pt x="3398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2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7"/>
                  </a:lnTo>
                  <a:lnTo>
                    <a:pt x="1777" y="1430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2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4" y="2086"/>
                  </a:lnTo>
                  <a:lnTo>
                    <a:pt x="889" y="2125"/>
                  </a:lnTo>
                  <a:lnTo>
                    <a:pt x="850" y="2163"/>
                  </a:lnTo>
                  <a:lnTo>
                    <a:pt x="811" y="2241"/>
                  </a:lnTo>
                  <a:lnTo>
                    <a:pt x="811" y="2356"/>
                  </a:lnTo>
                  <a:lnTo>
                    <a:pt x="811" y="2434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7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1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8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4"/>
                  </a:lnTo>
                  <a:lnTo>
                    <a:pt x="1082" y="4944"/>
                  </a:lnTo>
                  <a:lnTo>
                    <a:pt x="889" y="4866"/>
                  </a:lnTo>
                  <a:lnTo>
                    <a:pt x="773" y="4751"/>
                  </a:lnTo>
                  <a:lnTo>
                    <a:pt x="695" y="4596"/>
                  </a:lnTo>
                  <a:lnTo>
                    <a:pt x="657" y="4442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3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7" y="3669"/>
                  </a:lnTo>
                  <a:lnTo>
                    <a:pt x="116" y="2936"/>
                  </a:lnTo>
                  <a:lnTo>
                    <a:pt x="0" y="3283"/>
                  </a:lnTo>
                  <a:lnTo>
                    <a:pt x="657" y="3785"/>
                  </a:lnTo>
                  <a:lnTo>
                    <a:pt x="502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9"/>
                  </a:lnTo>
                  <a:lnTo>
                    <a:pt x="193" y="4403"/>
                  </a:lnTo>
                  <a:lnTo>
                    <a:pt x="193" y="4558"/>
                  </a:lnTo>
                  <a:lnTo>
                    <a:pt x="193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3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7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5"/>
                  </a:lnTo>
                  <a:lnTo>
                    <a:pt x="2510" y="4442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7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2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6" y="2202"/>
                  </a:lnTo>
                  <a:lnTo>
                    <a:pt x="1275" y="2125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3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2"/>
                  </a:lnTo>
                  <a:lnTo>
                    <a:pt x="3514" y="387"/>
                  </a:lnTo>
                  <a:lnTo>
                    <a:pt x="3707" y="78"/>
                  </a:lnTo>
                  <a:lnTo>
                    <a:pt x="351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654;p19"/>
            <p:cNvSpPr/>
            <p:nvPr/>
          </p:nvSpPr>
          <p:spPr>
            <a:xfrm>
              <a:off x="6406825" y="4717250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619"/>
                  </a:lnTo>
                  <a:lnTo>
                    <a:pt x="2550" y="696"/>
                  </a:lnTo>
                  <a:lnTo>
                    <a:pt x="2743" y="812"/>
                  </a:lnTo>
                  <a:lnTo>
                    <a:pt x="2936" y="966"/>
                  </a:lnTo>
                  <a:lnTo>
                    <a:pt x="3090" y="1198"/>
                  </a:lnTo>
                  <a:lnTo>
                    <a:pt x="3206" y="1430"/>
                  </a:lnTo>
                  <a:lnTo>
                    <a:pt x="3245" y="1700"/>
                  </a:lnTo>
                  <a:lnTo>
                    <a:pt x="3245" y="1970"/>
                  </a:lnTo>
                  <a:lnTo>
                    <a:pt x="3206" y="2202"/>
                  </a:lnTo>
                  <a:lnTo>
                    <a:pt x="3090" y="2472"/>
                  </a:lnTo>
                  <a:lnTo>
                    <a:pt x="2974" y="2665"/>
                  </a:lnTo>
                  <a:lnTo>
                    <a:pt x="2781" y="2897"/>
                  </a:lnTo>
                  <a:lnTo>
                    <a:pt x="2588" y="3051"/>
                  </a:lnTo>
                  <a:lnTo>
                    <a:pt x="2357" y="3167"/>
                  </a:lnTo>
                  <a:lnTo>
                    <a:pt x="2086" y="3245"/>
                  </a:lnTo>
                  <a:lnTo>
                    <a:pt x="1777" y="3245"/>
                  </a:lnTo>
                  <a:lnTo>
                    <a:pt x="1507" y="3167"/>
                  </a:lnTo>
                  <a:lnTo>
                    <a:pt x="1237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4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5" y="1121"/>
                  </a:lnTo>
                  <a:lnTo>
                    <a:pt x="928" y="928"/>
                  </a:lnTo>
                  <a:lnTo>
                    <a:pt x="1121" y="735"/>
                  </a:lnTo>
                  <a:lnTo>
                    <a:pt x="1353" y="580"/>
                  </a:lnTo>
                  <a:lnTo>
                    <a:pt x="1584" y="464"/>
                  </a:lnTo>
                  <a:close/>
                  <a:moveTo>
                    <a:pt x="1893" y="1"/>
                  </a:moveTo>
                  <a:lnTo>
                    <a:pt x="1700" y="39"/>
                  </a:lnTo>
                  <a:lnTo>
                    <a:pt x="1546" y="78"/>
                  </a:lnTo>
                  <a:lnTo>
                    <a:pt x="1353" y="155"/>
                  </a:lnTo>
                  <a:lnTo>
                    <a:pt x="1314" y="194"/>
                  </a:lnTo>
                  <a:lnTo>
                    <a:pt x="1082" y="271"/>
                  </a:lnTo>
                  <a:lnTo>
                    <a:pt x="851" y="387"/>
                  </a:lnTo>
                  <a:lnTo>
                    <a:pt x="619" y="580"/>
                  </a:lnTo>
                  <a:lnTo>
                    <a:pt x="426" y="773"/>
                  </a:lnTo>
                  <a:lnTo>
                    <a:pt x="271" y="966"/>
                  </a:lnTo>
                  <a:lnTo>
                    <a:pt x="155" y="1237"/>
                  </a:lnTo>
                  <a:lnTo>
                    <a:pt x="78" y="1468"/>
                  </a:lnTo>
                  <a:lnTo>
                    <a:pt x="1" y="1739"/>
                  </a:lnTo>
                  <a:lnTo>
                    <a:pt x="1" y="2047"/>
                  </a:lnTo>
                  <a:lnTo>
                    <a:pt x="40" y="2125"/>
                  </a:lnTo>
                  <a:lnTo>
                    <a:pt x="40" y="2318"/>
                  </a:lnTo>
                  <a:lnTo>
                    <a:pt x="117" y="2511"/>
                  </a:lnTo>
                  <a:lnTo>
                    <a:pt x="310" y="2858"/>
                  </a:lnTo>
                  <a:lnTo>
                    <a:pt x="542" y="3167"/>
                  </a:lnTo>
                  <a:lnTo>
                    <a:pt x="851" y="3399"/>
                  </a:lnTo>
                  <a:lnTo>
                    <a:pt x="1198" y="3592"/>
                  </a:lnTo>
                  <a:lnTo>
                    <a:pt x="1584" y="3708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7" y="3669"/>
                  </a:lnTo>
                  <a:lnTo>
                    <a:pt x="2627" y="3592"/>
                  </a:lnTo>
                  <a:lnTo>
                    <a:pt x="2897" y="3438"/>
                  </a:lnTo>
                  <a:lnTo>
                    <a:pt x="3129" y="3245"/>
                  </a:lnTo>
                  <a:lnTo>
                    <a:pt x="3322" y="3013"/>
                  </a:lnTo>
                  <a:lnTo>
                    <a:pt x="3476" y="2781"/>
                  </a:lnTo>
                  <a:lnTo>
                    <a:pt x="3631" y="2511"/>
                  </a:lnTo>
                  <a:lnTo>
                    <a:pt x="3708" y="2202"/>
                  </a:lnTo>
                  <a:lnTo>
                    <a:pt x="3747" y="1932"/>
                  </a:lnTo>
                  <a:lnTo>
                    <a:pt x="3747" y="1584"/>
                  </a:lnTo>
                  <a:lnTo>
                    <a:pt x="3669" y="1314"/>
                  </a:lnTo>
                  <a:lnTo>
                    <a:pt x="3515" y="1005"/>
                  </a:lnTo>
                  <a:lnTo>
                    <a:pt x="3322" y="696"/>
                  </a:lnTo>
                  <a:lnTo>
                    <a:pt x="3052" y="426"/>
                  </a:lnTo>
                  <a:lnTo>
                    <a:pt x="2743" y="233"/>
                  </a:lnTo>
                  <a:lnTo>
                    <a:pt x="2395" y="7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655;p19"/>
            <p:cNvSpPr/>
            <p:nvPr/>
          </p:nvSpPr>
          <p:spPr>
            <a:xfrm>
              <a:off x="2332000" y="4749125"/>
              <a:ext cx="326325" cy="58900"/>
            </a:xfrm>
            <a:custGeom>
              <a:avLst/>
              <a:gdLst/>
              <a:ahLst/>
              <a:cxnLst/>
              <a:rect l="l" t="t" r="r" b="b"/>
              <a:pathLst>
                <a:path w="13053" h="2356" extrusionOk="0">
                  <a:moveTo>
                    <a:pt x="12782" y="0"/>
                  </a:moveTo>
                  <a:lnTo>
                    <a:pt x="12705" y="39"/>
                  </a:lnTo>
                  <a:lnTo>
                    <a:pt x="12628" y="116"/>
                  </a:lnTo>
                  <a:lnTo>
                    <a:pt x="12589" y="193"/>
                  </a:lnTo>
                  <a:lnTo>
                    <a:pt x="12589" y="309"/>
                  </a:lnTo>
                  <a:lnTo>
                    <a:pt x="12589" y="502"/>
                  </a:lnTo>
                  <a:lnTo>
                    <a:pt x="12550" y="657"/>
                  </a:lnTo>
                  <a:lnTo>
                    <a:pt x="12435" y="811"/>
                  </a:lnTo>
                  <a:lnTo>
                    <a:pt x="12319" y="966"/>
                  </a:lnTo>
                  <a:lnTo>
                    <a:pt x="12164" y="1081"/>
                  </a:lnTo>
                  <a:lnTo>
                    <a:pt x="11971" y="1159"/>
                  </a:lnTo>
                  <a:lnTo>
                    <a:pt x="11546" y="1313"/>
                  </a:lnTo>
                  <a:lnTo>
                    <a:pt x="11083" y="1429"/>
                  </a:lnTo>
                  <a:lnTo>
                    <a:pt x="10581" y="1506"/>
                  </a:lnTo>
                  <a:lnTo>
                    <a:pt x="9847" y="1583"/>
                  </a:lnTo>
                  <a:lnTo>
                    <a:pt x="9423" y="1622"/>
                  </a:lnTo>
                  <a:lnTo>
                    <a:pt x="9423" y="1545"/>
                  </a:lnTo>
                  <a:lnTo>
                    <a:pt x="9423" y="1468"/>
                  </a:lnTo>
                  <a:lnTo>
                    <a:pt x="9152" y="888"/>
                  </a:lnTo>
                  <a:lnTo>
                    <a:pt x="8959" y="270"/>
                  </a:lnTo>
                  <a:lnTo>
                    <a:pt x="8612" y="386"/>
                  </a:lnTo>
                  <a:lnTo>
                    <a:pt x="8650" y="695"/>
                  </a:lnTo>
                  <a:lnTo>
                    <a:pt x="8728" y="1043"/>
                  </a:lnTo>
                  <a:lnTo>
                    <a:pt x="8843" y="1390"/>
                  </a:lnTo>
                  <a:lnTo>
                    <a:pt x="8998" y="1661"/>
                  </a:lnTo>
                  <a:lnTo>
                    <a:pt x="7839" y="1776"/>
                  </a:lnTo>
                  <a:lnTo>
                    <a:pt x="6681" y="1854"/>
                  </a:lnTo>
                  <a:lnTo>
                    <a:pt x="5252" y="1892"/>
                  </a:lnTo>
                  <a:lnTo>
                    <a:pt x="3862" y="1854"/>
                  </a:lnTo>
                  <a:lnTo>
                    <a:pt x="3592" y="1815"/>
                  </a:lnTo>
                  <a:lnTo>
                    <a:pt x="3746" y="1506"/>
                  </a:lnTo>
                  <a:lnTo>
                    <a:pt x="3785" y="1159"/>
                  </a:lnTo>
                  <a:lnTo>
                    <a:pt x="3785" y="811"/>
                  </a:lnTo>
                  <a:lnTo>
                    <a:pt x="3746" y="425"/>
                  </a:lnTo>
                  <a:lnTo>
                    <a:pt x="3399" y="464"/>
                  </a:lnTo>
                  <a:lnTo>
                    <a:pt x="3399" y="772"/>
                  </a:lnTo>
                  <a:lnTo>
                    <a:pt x="3360" y="1081"/>
                  </a:lnTo>
                  <a:lnTo>
                    <a:pt x="3244" y="1468"/>
                  </a:lnTo>
                  <a:lnTo>
                    <a:pt x="3128" y="1815"/>
                  </a:lnTo>
                  <a:lnTo>
                    <a:pt x="2202" y="1738"/>
                  </a:lnTo>
                  <a:lnTo>
                    <a:pt x="1738" y="1699"/>
                  </a:lnTo>
                  <a:lnTo>
                    <a:pt x="1275" y="1622"/>
                  </a:lnTo>
                  <a:lnTo>
                    <a:pt x="889" y="1468"/>
                  </a:lnTo>
                  <a:lnTo>
                    <a:pt x="734" y="1390"/>
                  </a:lnTo>
                  <a:lnTo>
                    <a:pt x="618" y="1313"/>
                  </a:lnTo>
                  <a:lnTo>
                    <a:pt x="503" y="1197"/>
                  </a:lnTo>
                  <a:lnTo>
                    <a:pt x="425" y="1081"/>
                  </a:lnTo>
                  <a:lnTo>
                    <a:pt x="387" y="966"/>
                  </a:lnTo>
                  <a:lnTo>
                    <a:pt x="387" y="811"/>
                  </a:lnTo>
                  <a:lnTo>
                    <a:pt x="387" y="772"/>
                  </a:lnTo>
                  <a:lnTo>
                    <a:pt x="387" y="695"/>
                  </a:lnTo>
                  <a:lnTo>
                    <a:pt x="310" y="618"/>
                  </a:lnTo>
                  <a:lnTo>
                    <a:pt x="194" y="618"/>
                  </a:lnTo>
                  <a:lnTo>
                    <a:pt x="155" y="657"/>
                  </a:lnTo>
                  <a:lnTo>
                    <a:pt x="116" y="695"/>
                  </a:lnTo>
                  <a:lnTo>
                    <a:pt x="39" y="850"/>
                  </a:lnTo>
                  <a:lnTo>
                    <a:pt x="1" y="1004"/>
                  </a:lnTo>
                  <a:lnTo>
                    <a:pt x="1" y="1159"/>
                  </a:lnTo>
                  <a:lnTo>
                    <a:pt x="1" y="1274"/>
                  </a:lnTo>
                  <a:lnTo>
                    <a:pt x="39" y="1390"/>
                  </a:lnTo>
                  <a:lnTo>
                    <a:pt x="116" y="1506"/>
                  </a:lnTo>
                  <a:lnTo>
                    <a:pt x="310" y="1699"/>
                  </a:lnTo>
                  <a:lnTo>
                    <a:pt x="541" y="1854"/>
                  </a:lnTo>
                  <a:lnTo>
                    <a:pt x="812" y="1970"/>
                  </a:lnTo>
                  <a:lnTo>
                    <a:pt x="1082" y="2047"/>
                  </a:lnTo>
                  <a:lnTo>
                    <a:pt x="1352" y="2085"/>
                  </a:lnTo>
                  <a:lnTo>
                    <a:pt x="2626" y="2240"/>
                  </a:lnTo>
                  <a:lnTo>
                    <a:pt x="3862" y="2317"/>
                  </a:lnTo>
                  <a:lnTo>
                    <a:pt x="5136" y="2356"/>
                  </a:lnTo>
                  <a:lnTo>
                    <a:pt x="6372" y="2356"/>
                  </a:lnTo>
                  <a:lnTo>
                    <a:pt x="7531" y="2278"/>
                  </a:lnTo>
                  <a:lnTo>
                    <a:pt x="8689" y="2201"/>
                  </a:lnTo>
                  <a:lnTo>
                    <a:pt x="9847" y="2047"/>
                  </a:lnTo>
                  <a:lnTo>
                    <a:pt x="11006" y="1892"/>
                  </a:lnTo>
                  <a:lnTo>
                    <a:pt x="11392" y="1815"/>
                  </a:lnTo>
                  <a:lnTo>
                    <a:pt x="11740" y="1738"/>
                  </a:lnTo>
                  <a:lnTo>
                    <a:pt x="12126" y="1583"/>
                  </a:lnTo>
                  <a:lnTo>
                    <a:pt x="12473" y="1429"/>
                  </a:lnTo>
                  <a:lnTo>
                    <a:pt x="12744" y="1236"/>
                  </a:lnTo>
                  <a:lnTo>
                    <a:pt x="12859" y="1081"/>
                  </a:lnTo>
                  <a:lnTo>
                    <a:pt x="12937" y="927"/>
                  </a:lnTo>
                  <a:lnTo>
                    <a:pt x="13014" y="772"/>
                  </a:lnTo>
                  <a:lnTo>
                    <a:pt x="13052" y="579"/>
                  </a:lnTo>
                  <a:lnTo>
                    <a:pt x="13052" y="386"/>
                  </a:lnTo>
                  <a:lnTo>
                    <a:pt x="13052" y="155"/>
                  </a:lnTo>
                  <a:lnTo>
                    <a:pt x="13014" y="77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656" name="Google Shape;4656;p19"/>
          <p:cNvSpPr txBox="1">
            <a:spLocks noGrp="1"/>
          </p:cNvSpPr>
          <p:nvPr>
            <p:ph type="title" hasCustomPrompt="1"/>
          </p:nvPr>
        </p:nvSpPr>
        <p:spPr>
          <a:xfrm>
            <a:off x="2427750" y="562813"/>
            <a:ext cx="4288500" cy="54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4657" name="Google Shape;4657;p19"/>
          <p:cNvSpPr txBox="1">
            <a:spLocks noGrp="1"/>
          </p:cNvSpPr>
          <p:nvPr>
            <p:ph type="subTitle" idx="1"/>
          </p:nvPr>
        </p:nvSpPr>
        <p:spPr>
          <a:xfrm>
            <a:off x="2427750" y="1115900"/>
            <a:ext cx="4288500" cy="365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4658" name="Google Shape;4658;p19"/>
          <p:cNvSpPr txBox="1">
            <a:spLocks noGrp="1"/>
          </p:cNvSpPr>
          <p:nvPr>
            <p:ph type="title" idx="2" hasCustomPrompt="1"/>
          </p:nvPr>
        </p:nvSpPr>
        <p:spPr>
          <a:xfrm>
            <a:off x="2427750" y="2115388"/>
            <a:ext cx="4288500" cy="54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4659" name="Google Shape;4659;p19"/>
          <p:cNvSpPr txBox="1">
            <a:spLocks noGrp="1"/>
          </p:cNvSpPr>
          <p:nvPr>
            <p:ph type="subTitle" idx="3"/>
          </p:nvPr>
        </p:nvSpPr>
        <p:spPr>
          <a:xfrm>
            <a:off x="2427750" y="2664134"/>
            <a:ext cx="4288500" cy="365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4660" name="Google Shape;4660;p19"/>
          <p:cNvSpPr txBox="1">
            <a:spLocks noGrp="1"/>
          </p:cNvSpPr>
          <p:nvPr>
            <p:ph type="title" idx="4" hasCustomPrompt="1"/>
          </p:nvPr>
        </p:nvSpPr>
        <p:spPr>
          <a:xfrm>
            <a:off x="2427750" y="3668100"/>
            <a:ext cx="4288500" cy="54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4661" name="Google Shape;4661;p19"/>
          <p:cNvSpPr txBox="1">
            <a:spLocks noGrp="1"/>
          </p:cNvSpPr>
          <p:nvPr>
            <p:ph type="subTitle" idx="5"/>
          </p:nvPr>
        </p:nvSpPr>
        <p:spPr>
          <a:xfrm>
            <a:off x="2428050" y="4214987"/>
            <a:ext cx="4287900" cy="365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2" name="Rezervirano mjesto sadržaja 2">
            <a:extLst>
              <a:ext uri="{FF2B5EF4-FFF2-40B4-BE49-F238E27FC236}">
                <a16:creationId xmlns:a16="http://schemas.microsoft.com/office/drawing/2014/main" id="{BCE4053D-3E1C-A2B5-749B-D425D6B3D90E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783012" y="4566187"/>
            <a:ext cx="1577975" cy="425450"/>
          </a:xfrm>
        </p:spPr>
        <p:txBody>
          <a:bodyPr/>
          <a:lstStyle/>
          <a:p>
            <a:pPr lvl="0"/>
            <a:r>
              <a:rPr lang="hr-HR"/>
              <a:t>Kliknite da biste uredili matrice</a:t>
            </a:r>
          </a:p>
          <a:p>
            <a:pPr lvl="1"/>
            <a:r>
              <a:rPr lang="hr-HR"/>
              <a:t>Druga razina</a:t>
            </a:r>
          </a:p>
          <a:p>
            <a:pPr lvl="2"/>
            <a:r>
              <a:rPr lang="hr-HR"/>
              <a:t>Treća razina</a:t>
            </a:r>
          </a:p>
          <a:p>
            <a:pPr lvl="3"/>
            <a:r>
              <a:rPr lang="hr-HR"/>
              <a:t>Četvrta razina</a:t>
            </a:r>
          </a:p>
          <a:p>
            <a:pPr lvl="4"/>
            <a:r>
              <a:rPr lang="hr-HR"/>
              <a:t>Peta razina stilove teksta</a:t>
            </a:r>
            <a:endParaRPr lang="en-US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 userDrawn="1">
  <p:cSld name="CUSTOM_3">
    <p:spTree>
      <p:nvGrpSpPr>
        <p:cNvPr id="1" name="Shape 4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63" name="Google Shape;4663;p20"/>
          <p:cNvGrpSpPr/>
          <p:nvPr/>
        </p:nvGrpSpPr>
        <p:grpSpPr>
          <a:xfrm flipH="1">
            <a:off x="162878" y="103243"/>
            <a:ext cx="8818245" cy="4937014"/>
            <a:chOff x="238125" y="857725"/>
            <a:chExt cx="7143750" cy="3999525"/>
          </a:xfrm>
        </p:grpSpPr>
        <p:sp>
          <p:nvSpPr>
            <p:cNvPr id="4664" name="Google Shape;4664;p20"/>
            <p:cNvSpPr/>
            <p:nvPr/>
          </p:nvSpPr>
          <p:spPr>
            <a:xfrm>
              <a:off x="3447000" y="857725"/>
              <a:ext cx="309925" cy="605300"/>
            </a:xfrm>
            <a:custGeom>
              <a:avLst/>
              <a:gdLst/>
              <a:ahLst/>
              <a:cxnLst/>
              <a:rect l="l" t="t" r="r" b="b"/>
              <a:pathLst>
                <a:path w="12397" h="24212" extrusionOk="0">
                  <a:moveTo>
                    <a:pt x="7955" y="463"/>
                  </a:moveTo>
                  <a:lnTo>
                    <a:pt x="8496" y="502"/>
                  </a:lnTo>
                  <a:lnTo>
                    <a:pt x="9037" y="618"/>
                  </a:lnTo>
                  <a:lnTo>
                    <a:pt x="9500" y="811"/>
                  </a:lnTo>
                  <a:lnTo>
                    <a:pt x="9925" y="1043"/>
                  </a:lnTo>
                  <a:lnTo>
                    <a:pt x="10311" y="1352"/>
                  </a:lnTo>
                  <a:lnTo>
                    <a:pt x="10659" y="1699"/>
                  </a:lnTo>
                  <a:lnTo>
                    <a:pt x="10967" y="2085"/>
                  </a:lnTo>
                  <a:lnTo>
                    <a:pt x="11238" y="2510"/>
                  </a:lnTo>
                  <a:lnTo>
                    <a:pt x="11469" y="2973"/>
                  </a:lnTo>
                  <a:lnTo>
                    <a:pt x="11663" y="3437"/>
                  </a:lnTo>
                  <a:lnTo>
                    <a:pt x="11778" y="3939"/>
                  </a:lnTo>
                  <a:lnTo>
                    <a:pt x="11856" y="4441"/>
                  </a:lnTo>
                  <a:lnTo>
                    <a:pt x="11894" y="4981"/>
                  </a:lnTo>
                  <a:lnTo>
                    <a:pt x="11894" y="5483"/>
                  </a:lnTo>
                  <a:lnTo>
                    <a:pt x="11817" y="5985"/>
                  </a:lnTo>
                  <a:lnTo>
                    <a:pt x="11701" y="6487"/>
                  </a:lnTo>
                  <a:lnTo>
                    <a:pt x="11547" y="6989"/>
                  </a:lnTo>
                  <a:lnTo>
                    <a:pt x="11315" y="7453"/>
                  </a:lnTo>
                  <a:lnTo>
                    <a:pt x="11083" y="7916"/>
                  </a:lnTo>
                  <a:lnTo>
                    <a:pt x="10813" y="8341"/>
                  </a:lnTo>
                  <a:lnTo>
                    <a:pt x="10504" y="8766"/>
                  </a:lnTo>
                  <a:lnTo>
                    <a:pt x="10195" y="9152"/>
                  </a:lnTo>
                  <a:lnTo>
                    <a:pt x="9848" y="9499"/>
                  </a:lnTo>
                  <a:lnTo>
                    <a:pt x="9461" y="9847"/>
                  </a:lnTo>
                  <a:lnTo>
                    <a:pt x="9037" y="10156"/>
                  </a:lnTo>
                  <a:lnTo>
                    <a:pt x="8651" y="10465"/>
                  </a:lnTo>
                  <a:lnTo>
                    <a:pt x="8187" y="10735"/>
                  </a:lnTo>
                  <a:lnTo>
                    <a:pt x="7762" y="11005"/>
                  </a:lnTo>
                  <a:lnTo>
                    <a:pt x="6836" y="11469"/>
                  </a:lnTo>
                  <a:lnTo>
                    <a:pt x="5870" y="11855"/>
                  </a:lnTo>
                  <a:lnTo>
                    <a:pt x="5677" y="11855"/>
                  </a:lnTo>
                  <a:lnTo>
                    <a:pt x="5639" y="11932"/>
                  </a:lnTo>
                  <a:lnTo>
                    <a:pt x="5600" y="11932"/>
                  </a:lnTo>
                  <a:lnTo>
                    <a:pt x="4982" y="11276"/>
                  </a:lnTo>
                  <a:lnTo>
                    <a:pt x="4442" y="10542"/>
                  </a:lnTo>
                  <a:lnTo>
                    <a:pt x="3978" y="9808"/>
                  </a:lnTo>
                  <a:lnTo>
                    <a:pt x="3746" y="9383"/>
                  </a:lnTo>
                  <a:lnTo>
                    <a:pt x="3592" y="8997"/>
                  </a:lnTo>
                  <a:lnTo>
                    <a:pt x="3438" y="8611"/>
                  </a:lnTo>
                  <a:lnTo>
                    <a:pt x="3283" y="8186"/>
                  </a:lnTo>
                  <a:lnTo>
                    <a:pt x="3167" y="7762"/>
                  </a:lnTo>
                  <a:lnTo>
                    <a:pt x="3090" y="7298"/>
                  </a:lnTo>
                  <a:lnTo>
                    <a:pt x="3051" y="6873"/>
                  </a:lnTo>
                  <a:lnTo>
                    <a:pt x="3013" y="6410"/>
                  </a:lnTo>
                  <a:lnTo>
                    <a:pt x="3051" y="5947"/>
                  </a:lnTo>
                  <a:lnTo>
                    <a:pt x="3090" y="5483"/>
                  </a:lnTo>
                  <a:lnTo>
                    <a:pt x="3167" y="5020"/>
                  </a:lnTo>
                  <a:lnTo>
                    <a:pt x="3244" y="4557"/>
                  </a:lnTo>
                  <a:lnTo>
                    <a:pt x="3399" y="4093"/>
                  </a:lnTo>
                  <a:lnTo>
                    <a:pt x="3592" y="3668"/>
                  </a:lnTo>
                  <a:lnTo>
                    <a:pt x="3785" y="3205"/>
                  </a:lnTo>
                  <a:lnTo>
                    <a:pt x="4055" y="2819"/>
                  </a:lnTo>
                  <a:lnTo>
                    <a:pt x="4326" y="2394"/>
                  </a:lnTo>
                  <a:lnTo>
                    <a:pt x="4635" y="2047"/>
                  </a:lnTo>
                  <a:lnTo>
                    <a:pt x="4944" y="1699"/>
                  </a:lnTo>
                  <a:lnTo>
                    <a:pt x="5330" y="1390"/>
                  </a:lnTo>
                  <a:lnTo>
                    <a:pt x="5716" y="1081"/>
                  </a:lnTo>
                  <a:lnTo>
                    <a:pt x="6102" y="850"/>
                  </a:lnTo>
                  <a:lnTo>
                    <a:pt x="6527" y="695"/>
                  </a:lnTo>
                  <a:lnTo>
                    <a:pt x="6990" y="541"/>
                  </a:lnTo>
                  <a:lnTo>
                    <a:pt x="7453" y="463"/>
                  </a:lnTo>
                  <a:close/>
                  <a:moveTo>
                    <a:pt x="5561" y="12279"/>
                  </a:moveTo>
                  <a:lnTo>
                    <a:pt x="5600" y="12318"/>
                  </a:lnTo>
                  <a:lnTo>
                    <a:pt x="5677" y="12357"/>
                  </a:lnTo>
                  <a:lnTo>
                    <a:pt x="5793" y="12897"/>
                  </a:lnTo>
                  <a:lnTo>
                    <a:pt x="5793" y="12897"/>
                  </a:lnTo>
                  <a:lnTo>
                    <a:pt x="5098" y="12588"/>
                  </a:lnTo>
                  <a:lnTo>
                    <a:pt x="5561" y="12279"/>
                  </a:lnTo>
                  <a:close/>
                  <a:moveTo>
                    <a:pt x="3322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3" y="13979"/>
                  </a:lnTo>
                  <a:lnTo>
                    <a:pt x="2781" y="13940"/>
                  </a:lnTo>
                  <a:lnTo>
                    <a:pt x="2511" y="13824"/>
                  </a:lnTo>
                  <a:lnTo>
                    <a:pt x="2936" y="13399"/>
                  </a:lnTo>
                  <a:lnTo>
                    <a:pt x="3322" y="12975"/>
                  </a:lnTo>
                  <a:close/>
                  <a:moveTo>
                    <a:pt x="3940" y="14326"/>
                  </a:moveTo>
                  <a:lnTo>
                    <a:pt x="5098" y="14519"/>
                  </a:lnTo>
                  <a:lnTo>
                    <a:pt x="4442" y="15485"/>
                  </a:lnTo>
                  <a:lnTo>
                    <a:pt x="4287" y="15214"/>
                  </a:lnTo>
                  <a:lnTo>
                    <a:pt x="4171" y="14944"/>
                  </a:lnTo>
                  <a:lnTo>
                    <a:pt x="4055" y="14635"/>
                  </a:lnTo>
                  <a:lnTo>
                    <a:pt x="3978" y="14365"/>
                  </a:lnTo>
                  <a:lnTo>
                    <a:pt x="3940" y="14326"/>
                  </a:lnTo>
                  <a:close/>
                  <a:moveTo>
                    <a:pt x="3746" y="14596"/>
                  </a:moveTo>
                  <a:lnTo>
                    <a:pt x="3824" y="14944"/>
                  </a:lnTo>
                  <a:lnTo>
                    <a:pt x="3978" y="15291"/>
                  </a:lnTo>
                  <a:lnTo>
                    <a:pt x="4133" y="15600"/>
                  </a:lnTo>
                  <a:lnTo>
                    <a:pt x="4287" y="15909"/>
                  </a:lnTo>
                  <a:lnTo>
                    <a:pt x="4364" y="15987"/>
                  </a:lnTo>
                  <a:lnTo>
                    <a:pt x="4055" y="16411"/>
                  </a:lnTo>
                  <a:lnTo>
                    <a:pt x="3746" y="16875"/>
                  </a:lnTo>
                  <a:lnTo>
                    <a:pt x="3592" y="16411"/>
                  </a:lnTo>
                  <a:lnTo>
                    <a:pt x="3476" y="15948"/>
                  </a:lnTo>
                  <a:lnTo>
                    <a:pt x="3476" y="15716"/>
                  </a:lnTo>
                  <a:lnTo>
                    <a:pt x="3476" y="15446"/>
                  </a:lnTo>
                  <a:lnTo>
                    <a:pt x="3515" y="15214"/>
                  </a:lnTo>
                  <a:lnTo>
                    <a:pt x="3553" y="14983"/>
                  </a:lnTo>
                  <a:lnTo>
                    <a:pt x="3746" y="14596"/>
                  </a:lnTo>
                  <a:close/>
                  <a:moveTo>
                    <a:pt x="4480" y="16334"/>
                  </a:moveTo>
                  <a:lnTo>
                    <a:pt x="4673" y="16759"/>
                  </a:lnTo>
                  <a:lnTo>
                    <a:pt x="4789" y="17222"/>
                  </a:lnTo>
                  <a:lnTo>
                    <a:pt x="4789" y="17222"/>
                  </a:lnTo>
                  <a:lnTo>
                    <a:pt x="4364" y="17106"/>
                  </a:lnTo>
                  <a:lnTo>
                    <a:pt x="3940" y="17029"/>
                  </a:lnTo>
                  <a:lnTo>
                    <a:pt x="4480" y="16334"/>
                  </a:lnTo>
                  <a:close/>
                  <a:moveTo>
                    <a:pt x="2472" y="16875"/>
                  </a:moveTo>
                  <a:lnTo>
                    <a:pt x="3399" y="17106"/>
                  </a:lnTo>
                  <a:lnTo>
                    <a:pt x="3476" y="17261"/>
                  </a:lnTo>
                  <a:lnTo>
                    <a:pt x="3322" y="17377"/>
                  </a:lnTo>
                  <a:lnTo>
                    <a:pt x="3167" y="17570"/>
                  </a:lnTo>
                  <a:lnTo>
                    <a:pt x="2897" y="17917"/>
                  </a:lnTo>
                  <a:lnTo>
                    <a:pt x="2665" y="17415"/>
                  </a:lnTo>
                  <a:lnTo>
                    <a:pt x="2472" y="16875"/>
                  </a:lnTo>
                  <a:close/>
                  <a:moveTo>
                    <a:pt x="3360" y="19732"/>
                  </a:moveTo>
                  <a:lnTo>
                    <a:pt x="4055" y="20427"/>
                  </a:lnTo>
                  <a:lnTo>
                    <a:pt x="3553" y="20659"/>
                  </a:lnTo>
                  <a:lnTo>
                    <a:pt x="3013" y="20968"/>
                  </a:lnTo>
                  <a:lnTo>
                    <a:pt x="3167" y="20350"/>
                  </a:lnTo>
                  <a:lnTo>
                    <a:pt x="3360" y="19732"/>
                  </a:lnTo>
                  <a:close/>
                  <a:moveTo>
                    <a:pt x="5677" y="20118"/>
                  </a:moveTo>
                  <a:lnTo>
                    <a:pt x="5986" y="20196"/>
                  </a:lnTo>
                  <a:lnTo>
                    <a:pt x="5716" y="20891"/>
                  </a:lnTo>
                  <a:lnTo>
                    <a:pt x="5368" y="21547"/>
                  </a:lnTo>
                  <a:lnTo>
                    <a:pt x="4673" y="20582"/>
                  </a:lnTo>
                  <a:lnTo>
                    <a:pt x="4635" y="20543"/>
                  </a:lnTo>
                  <a:lnTo>
                    <a:pt x="4673" y="20234"/>
                  </a:lnTo>
                  <a:lnTo>
                    <a:pt x="5021" y="20157"/>
                  </a:lnTo>
                  <a:lnTo>
                    <a:pt x="5330" y="20118"/>
                  </a:lnTo>
                  <a:close/>
                  <a:moveTo>
                    <a:pt x="7453" y="0"/>
                  </a:moveTo>
                  <a:lnTo>
                    <a:pt x="7067" y="39"/>
                  </a:lnTo>
                  <a:lnTo>
                    <a:pt x="6720" y="154"/>
                  </a:lnTo>
                  <a:lnTo>
                    <a:pt x="6334" y="270"/>
                  </a:lnTo>
                  <a:lnTo>
                    <a:pt x="5986" y="425"/>
                  </a:lnTo>
                  <a:lnTo>
                    <a:pt x="5639" y="579"/>
                  </a:lnTo>
                  <a:lnTo>
                    <a:pt x="5291" y="811"/>
                  </a:lnTo>
                  <a:lnTo>
                    <a:pt x="4944" y="1043"/>
                  </a:lnTo>
                  <a:lnTo>
                    <a:pt x="4635" y="1313"/>
                  </a:lnTo>
                  <a:lnTo>
                    <a:pt x="4364" y="1622"/>
                  </a:lnTo>
                  <a:lnTo>
                    <a:pt x="4094" y="1892"/>
                  </a:lnTo>
                  <a:lnTo>
                    <a:pt x="3824" y="2240"/>
                  </a:lnTo>
                  <a:lnTo>
                    <a:pt x="3592" y="2549"/>
                  </a:lnTo>
                  <a:lnTo>
                    <a:pt x="3399" y="2896"/>
                  </a:lnTo>
                  <a:lnTo>
                    <a:pt x="3206" y="3282"/>
                  </a:lnTo>
                  <a:lnTo>
                    <a:pt x="3051" y="3630"/>
                  </a:lnTo>
                  <a:lnTo>
                    <a:pt x="2897" y="4016"/>
                  </a:lnTo>
                  <a:lnTo>
                    <a:pt x="2781" y="4402"/>
                  </a:lnTo>
                  <a:lnTo>
                    <a:pt x="2704" y="4788"/>
                  </a:lnTo>
                  <a:lnTo>
                    <a:pt x="2627" y="5174"/>
                  </a:lnTo>
                  <a:lnTo>
                    <a:pt x="2588" y="5599"/>
                  </a:lnTo>
                  <a:lnTo>
                    <a:pt x="2549" y="5985"/>
                  </a:lnTo>
                  <a:lnTo>
                    <a:pt x="2549" y="6410"/>
                  </a:lnTo>
                  <a:lnTo>
                    <a:pt x="2549" y="6835"/>
                  </a:lnTo>
                  <a:lnTo>
                    <a:pt x="2665" y="7723"/>
                  </a:lnTo>
                  <a:lnTo>
                    <a:pt x="2742" y="8148"/>
                  </a:lnTo>
                  <a:lnTo>
                    <a:pt x="2858" y="8572"/>
                  </a:lnTo>
                  <a:lnTo>
                    <a:pt x="3013" y="8997"/>
                  </a:lnTo>
                  <a:lnTo>
                    <a:pt x="3167" y="9383"/>
                  </a:lnTo>
                  <a:lnTo>
                    <a:pt x="3322" y="9808"/>
                  </a:lnTo>
                  <a:lnTo>
                    <a:pt x="3553" y="10194"/>
                  </a:lnTo>
                  <a:lnTo>
                    <a:pt x="3746" y="10542"/>
                  </a:lnTo>
                  <a:lnTo>
                    <a:pt x="4017" y="10928"/>
                  </a:lnTo>
                  <a:lnTo>
                    <a:pt x="4287" y="11237"/>
                  </a:lnTo>
                  <a:lnTo>
                    <a:pt x="4596" y="11546"/>
                  </a:lnTo>
                  <a:lnTo>
                    <a:pt x="4905" y="11855"/>
                  </a:lnTo>
                  <a:lnTo>
                    <a:pt x="5252" y="12086"/>
                  </a:lnTo>
                  <a:lnTo>
                    <a:pt x="4557" y="12473"/>
                  </a:lnTo>
                  <a:lnTo>
                    <a:pt x="4480" y="12550"/>
                  </a:lnTo>
                  <a:lnTo>
                    <a:pt x="4442" y="12666"/>
                  </a:lnTo>
                  <a:lnTo>
                    <a:pt x="4480" y="12781"/>
                  </a:lnTo>
                  <a:lnTo>
                    <a:pt x="4596" y="12859"/>
                  </a:lnTo>
                  <a:lnTo>
                    <a:pt x="5021" y="13013"/>
                  </a:lnTo>
                  <a:lnTo>
                    <a:pt x="4673" y="13168"/>
                  </a:lnTo>
                  <a:lnTo>
                    <a:pt x="4403" y="13361"/>
                  </a:lnTo>
                  <a:lnTo>
                    <a:pt x="4094" y="13554"/>
                  </a:lnTo>
                  <a:lnTo>
                    <a:pt x="3862" y="13785"/>
                  </a:lnTo>
                  <a:lnTo>
                    <a:pt x="3824" y="13477"/>
                  </a:lnTo>
                  <a:lnTo>
                    <a:pt x="3746" y="13168"/>
                  </a:lnTo>
                  <a:lnTo>
                    <a:pt x="3631" y="12859"/>
                  </a:lnTo>
                  <a:lnTo>
                    <a:pt x="3515" y="12550"/>
                  </a:lnTo>
                  <a:lnTo>
                    <a:pt x="3476" y="12473"/>
                  </a:lnTo>
                  <a:lnTo>
                    <a:pt x="3360" y="12434"/>
                  </a:lnTo>
                  <a:lnTo>
                    <a:pt x="3283" y="12473"/>
                  </a:lnTo>
                  <a:lnTo>
                    <a:pt x="3206" y="12511"/>
                  </a:lnTo>
                  <a:lnTo>
                    <a:pt x="2665" y="13168"/>
                  </a:lnTo>
                  <a:lnTo>
                    <a:pt x="2086" y="13747"/>
                  </a:lnTo>
                  <a:lnTo>
                    <a:pt x="2047" y="13824"/>
                  </a:lnTo>
                  <a:lnTo>
                    <a:pt x="2009" y="13901"/>
                  </a:lnTo>
                  <a:lnTo>
                    <a:pt x="2047" y="13979"/>
                  </a:lnTo>
                  <a:lnTo>
                    <a:pt x="2086" y="14056"/>
                  </a:lnTo>
                  <a:lnTo>
                    <a:pt x="2395" y="14210"/>
                  </a:lnTo>
                  <a:lnTo>
                    <a:pt x="2742" y="14287"/>
                  </a:lnTo>
                  <a:lnTo>
                    <a:pt x="3051" y="14365"/>
                  </a:lnTo>
                  <a:lnTo>
                    <a:pt x="3399" y="14365"/>
                  </a:lnTo>
                  <a:lnTo>
                    <a:pt x="3244" y="14635"/>
                  </a:lnTo>
                  <a:lnTo>
                    <a:pt x="3129" y="14944"/>
                  </a:lnTo>
                  <a:lnTo>
                    <a:pt x="3090" y="15176"/>
                  </a:lnTo>
                  <a:lnTo>
                    <a:pt x="3051" y="15407"/>
                  </a:lnTo>
                  <a:lnTo>
                    <a:pt x="3051" y="15871"/>
                  </a:lnTo>
                  <a:lnTo>
                    <a:pt x="3129" y="16295"/>
                  </a:lnTo>
                  <a:lnTo>
                    <a:pt x="3244" y="16759"/>
                  </a:lnTo>
                  <a:lnTo>
                    <a:pt x="2781" y="16566"/>
                  </a:lnTo>
                  <a:lnTo>
                    <a:pt x="2279" y="16411"/>
                  </a:lnTo>
                  <a:lnTo>
                    <a:pt x="2202" y="16411"/>
                  </a:lnTo>
                  <a:lnTo>
                    <a:pt x="2125" y="16450"/>
                  </a:lnTo>
                  <a:lnTo>
                    <a:pt x="2047" y="16527"/>
                  </a:lnTo>
                  <a:lnTo>
                    <a:pt x="2047" y="16643"/>
                  </a:lnTo>
                  <a:lnTo>
                    <a:pt x="2163" y="17106"/>
                  </a:lnTo>
                  <a:lnTo>
                    <a:pt x="2279" y="17531"/>
                  </a:lnTo>
                  <a:lnTo>
                    <a:pt x="2472" y="17956"/>
                  </a:lnTo>
                  <a:lnTo>
                    <a:pt x="2704" y="18381"/>
                  </a:lnTo>
                  <a:lnTo>
                    <a:pt x="2781" y="18458"/>
                  </a:lnTo>
                  <a:lnTo>
                    <a:pt x="2858" y="18496"/>
                  </a:lnTo>
                  <a:lnTo>
                    <a:pt x="2936" y="18458"/>
                  </a:lnTo>
                  <a:lnTo>
                    <a:pt x="3013" y="18381"/>
                  </a:lnTo>
                  <a:lnTo>
                    <a:pt x="3322" y="18033"/>
                  </a:lnTo>
                  <a:lnTo>
                    <a:pt x="3515" y="17801"/>
                  </a:lnTo>
                  <a:lnTo>
                    <a:pt x="3631" y="17608"/>
                  </a:lnTo>
                  <a:lnTo>
                    <a:pt x="3708" y="17763"/>
                  </a:lnTo>
                  <a:lnTo>
                    <a:pt x="3978" y="18342"/>
                  </a:lnTo>
                  <a:lnTo>
                    <a:pt x="4133" y="18960"/>
                  </a:lnTo>
                  <a:lnTo>
                    <a:pt x="4248" y="19539"/>
                  </a:lnTo>
                  <a:lnTo>
                    <a:pt x="4248" y="20157"/>
                  </a:lnTo>
                  <a:lnTo>
                    <a:pt x="3438" y="19307"/>
                  </a:lnTo>
                  <a:lnTo>
                    <a:pt x="3399" y="19269"/>
                  </a:lnTo>
                  <a:lnTo>
                    <a:pt x="3206" y="19269"/>
                  </a:lnTo>
                  <a:lnTo>
                    <a:pt x="3167" y="19346"/>
                  </a:lnTo>
                  <a:lnTo>
                    <a:pt x="2974" y="19809"/>
                  </a:lnTo>
                  <a:lnTo>
                    <a:pt x="2781" y="20273"/>
                  </a:lnTo>
                  <a:lnTo>
                    <a:pt x="2665" y="20775"/>
                  </a:lnTo>
                  <a:lnTo>
                    <a:pt x="2627" y="21315"/>
                  </a:lnTo>
                  <a:lnTo>
                    <a:pt x="2627" y="21393"/>
                  </a:lnTo>
                  <a:lnTo>
                    <a:pt x="2704" y="21470"/>
                  </a:lnTo>
                  <a:lnTo>
                    <a:pt x="2781" y="21508"/>
                  </a:lnTo>
                  <a:lnTo>
                    <a:pt x="2897" y="21470"/>
                  </a:lnTo>
                  <a:lnTo>
                    <a:pt x="3515" y="21161"/>
                  </a:lnTo>
                  <a:lnTo>
                    <a:pt x="4171" y="20775"/>
                  </a:lnTo>
                  <a:lnTo>
                    <a:pt x="4055" y="21161"/>
                  </a:lnTo>
                  <a:lnTo>
                    <a:pt x="3901" y="21547"/>
                  </a:lnTo>
                  <a:lnTo>
                    <a:pt x="3669" y="22049"/>
                  </a:lnTo>
                  <a:lnTo>
                    <a:pt x="3322" y="22551"/>
                  </a:lnTo>
                  <a:lnTo>
                    <a:pt x="2897" y="23014"/>
                  </a:lnTo>
                  <a:lnTo>
                    <a:pt x="2627" y="23246"/>
                  </a:lnTo>
                  <a:lnTo>
                    <a:pt x="2395" y="23401"/>
                  </a:lnTo>
                  <a:lnTo>
                    <a:pt x="2125" y="23594"/>
                  </a:lnTo>
                  <a:lnTo>
                    <a:pt x="1854" y="23709"/>
                  </a:lnTo>
                  <a:lnTo>
                    <a:pt x="1584" y="23787"/>
                  </a:lnTo>
                  <a:lnTo>
                    <a:pt x="1314" y="23787"/>
                  </a:lnTo>
                  <a:lnTo>
                    <a:pt x="1082" y="23748"/>
                  </a:lnTo>
                  <a:lnTo>
                    <a:pt x="812" y="23671"/>
                  </a:lnTo>
                  <a:lnTo>
                    <a:pt x="541" y="23516"/>
                  </a:lnTo>
                  <a:lnTo>
                    <a:pt x="310" y="23285"/>
                  </a:lnTo>
                  <a:lnTo>
                    <a:pt x="233" y="23246"/>
                  </a:lnTo>
                  <a:lnTo>
                    <a:pt x="78" y="23246"/>
                  </a:lnTo>
                  <a:lnTo>
                    <a:pt x="39" y="23362"/>
                  </a:lnTo>
                  <a:lnTo>
                    <a:pt x="1" y="23401"/>
                  </a:lnTo>
                  <a:lnTo>
                    <a:pt x="39" y="23478"/>
                  </a:lnTo>
                  <a:lnTo>
                    <a:pt x="155" y="23632"/>
                  </a:lnTo>
                  <a:lnTo>
                    <a:pt x="271" y="23787"/>
                  </a:lnTo>
                  <a:lnTo>
                    <a:pt x="387" y="23903"/>
                  </a:lnTo>
                  <a:lnTo>
                    <a:pt x="541" y="24018"/>
                  </a:lnTo>
                  <a:lnTo>
                    <a:pt x="696" y="24096"/>
                  </a:lnTo>
                  <a:lnTo>
                    <a:pt x="889" y="24134"/>
                  </a:lnTo>
                  <a:lnTo>
                    <a:pt x="1236" y="24211"/>
                  </a:lnTo>
                  <a:lnTo>
                    <a:pt x="1584" y="24173"/>
                  </a:lnTo>
                  <a:lnTo>
                    <a:pt x="1970" y="24096"/>
                  </a:lnTo>
                  <a:lnTo>
                    <a:pt x="2318" y="23941"/>
                  </a:lnTo>
                  <a:lnTo>
                    <a:pt x="2665" y="23748"/>
                  </a:lnTo>
                  <a:lnTo>
                    <a:pt x="3013" y="23478"/>
                  </a:lnTo>
                  <a:lnTo>
                    <a:pt x="3322" y="23207"/>
                  </a:lnTo>
                  <a:lnTo>
                    <a:pt x="3631" y="22860"/>
                  </a:lnTo>
                  <a:lnTo>
                    <a:pt x="3901" y="22512"/>
                  </a:lnTo>
                  <a:lnTo>
                    <a:pt x="4133" y="22126"/>
                  </a:lnTo>
                  <a:lnTo>
                    <a:pt x="4326" y="21702"/>
                  </a:lnTo>
                  <a:lnTo>
                    <a:pt x="4480" y="21315"/>
                  </a:lnTo>
                  <a:lnTo>
                    <a:pt x="4596" y="20852"/>
                  </a:lnTo>
                  <a:lnTo>
                    <a:pt x="5214" y="21972"/>
                  </a:lnTo>
                  <a:lnTo>
                    <a:pt x="5291" y="22049"/>
                  </a:lnTo>
                  <a:lnTo>
                    <a:pt x="5368" y="22088"/>
                  </a:lnTo>
                  <a:lnTo>
                    <a:pt x="5446" y="22049"/>
                  </a:lnTo>
                  <a:lnTo>
                    <a:pt x="5523" y="22010"/>
                  </a:lnTo>
                  <a:lnTo>
                    <a:pt x="5793" y="21547"/>
                  </a:lnTo>
                  <a:lnTo>
                    <a:pt x="6025" y="21084"/>
                  </a:lnTo>
                  <a:lnTo>
                    <a:pt x="6411" y="20118"/>
                  </a:lnTo>
                  <a:lnTo>
                    <a:pt x="6411" y="20041"/>
                  </a:lnTo>
                  <a:lnTo>
                    <a:pt x="6411" y="19964"/>
                  </a:lnTo>
                  <a:lnTo>
                    <a:pt x="6372" y="19925"/>
                  </a:lnTo>
                  <a:lnTo>
                    <a:pt x="6295" y="19887"/>
                  </a:lnTo>
                  <a:lnTo>
                    <a:pt x="5909" y="19771"/>
                  </a:lnTo>
                  <a:lnTo>
                    <a:pt x="5484" y="19732"/>
                  </a:lnTo>
                  <a:lnTo>
                    <a:pt x="5098" y="19732"/>
                  </a:lnTo>
                  <a:lnTo>
                    <a:pt x="4673" y="19848"/>
                  </a:lnTo>
                  <a:lnTo>
                    <a:pt x="4635" y="19230"/>
                  </a:lnTo>
                  <a:lnTo>
                    <a:pt x="4519" y="18651"/>
                  </a:lnTo>
                  <a:lnTo>
                    <a:pt x="4287" y="18033"/>
                  </a:lnTo>
                  <a:lnTo>
                    <a:pt x="4055" y="17454"/>
                  </a:lnTo>
                  <a:lnTo>
                    <a:pt x="4055" y="17454"/>
                  </a:lnTo>
                  <a:lnTo>
                    <a:pt x="4519" y="17531"/>
                  </a:lnTo>
                  <a:lnTo>
                    <a:pt x="4982" y="17608"/>
                  </a:lnTo>
                  <a:lnTo>
                    <a:pt x="5059" y="17608"/>
                  </a:lnTo>
                  <a:lnTo>
                    <a:pt x="5098" y="17531"/>
                  </a:lnTo>
                  <a:lnTo>
                    <a:pt x="5137" y="17492"/>
                  </a:lnTo>
                  <a:lnTo>
                    <a:pt x="5137" y="17377"/>
                  </a:lnTo>
                  <a:lnTo>
                    <a:pt x="5098" y="17029"/>
                  </a:lnTo>
                  <a:lnTo>
                    <a:pt x="4982" y="16643"/>
                  </a:lnTo>
                  <a:lnTo>
                    <a:pt x="4828" y="16295"/>
                  </a:lnTo>
                  <a:lnTo>
                    <a:pt x="4673" y="15987"/>
                  </a:lnTo>
                  <a:lnTo>
                    <a:pt x="4596" y="15909"/>
                  </a:lnTo>
                  <a:lnTo>
                    <a:pt x="4635" y="15909"/>
                  </a:lnTo>
                  <a:lnTo>
                    <a:pt x="5600" y="14481"/>
                  </a:lnTo>
                  <a:lnTo>
                    <a:pt x="5639" y="14365"/>
                  </a:lnTo>
                  <a:lnTo>
                    <a:pt x="5600" y="14287"/>
                  </a:lnTo>
                  <a:lnTo>
                    <a:pt x="5561" y="14210"/>
                  </a:lnTo>
                  <a:lnTo>
                    <a:pt x="5446" y="14172"/>
                  </a:lnTo>
                  <a:lnTo>
                    <a:pt x="4210" y="13979"/>
                  </a:lnTo>
                  <a:lnTo>
                    <a:pt x="4480" y="13747"/>
                  </a:lnTo>
                  <a:lnTo>
                    <a:pt x="4789" y="13554"/>
                  </a:lnTo>
                  <a:lnTo>
                    <a:pt x="5098" y="13361"/>
                  </a:lnTo>
                  <a:lnTo>
                    <a:pt x="5407" y="13168"/>
                  </a:lnTo>
                  <a:lnTo>
                    <a:pt x="6025" y="13399"/>
                  </a:lnTo>
                  <a:lnTo>
                    <a:pt x="6141" y="13438"/>
                  </a:lnTo>
                  <a:lnTo>
                    <a:pt x="6218" y="13361"/>
                  </a:lnTo>
                  <a:lnTo>
                    <a:pt x="6256" y="13283"/>
                  </a:lnTo>
                  <a:lnTo>
                    <a:pt x="6295" y="13168"/>
                  </a:lnTo>
                  <a:lnTo>
                    <a:pt x="6179" y="12704"/>
                  </a:lnTo>
                  <a:lnTo>
                    <a:pt x="6063" y="12241"/>
                  </a:lnTo>
                  <a:lnTo>
                    <a:pt x="6913" y="11932"/>
                  </a:lnTo>
                  <a:lnTo>
                    <a:pt x="7724" y="11584"/>
                  </a:lnTo>
                  <a:lnTo>
                    <a:pt x="8535" y="11121"/>
                  </a:lnTo>
                  <a:lnTo>
                    <a:pt x="9268" y="10619"/>
                  </a:lnTo>
                  <a:lnTo>
                    <a:pt x="9963" y="10078"/>
                  </a:lnTo>
                  <a:lnTo>
                    <a:pt x="10311" y="9770"/>
                  </a:lnTo>
                  <a:lnTo>
                    <a:pt x="10620" y="9422"/>
                  </a:lnTo>
                  <a:lnTo>
                    <a:pt x="10890" y="9074"/>
                  </a:lnTo>
                  <a:lnTo>
                    <a:pt x="11161" y="8727"/>
                  </a:lnTo>
                  <a:lnTo>
                    <a:pt x="11392" y="8341"/>
                  </a:lnTo>
                  <a:lnTo>
                    <a:pt x="11624" y="7955"/>
                  </a:lnTo>
                  <a:lnTo>
                    <a:pt x="11817" y="7568"/>
                  </a:lnTo>
                  <a:lnTo>
                    <a:pt x="11971" y="7182"/>
                  </a:lnTo>
                  <a:lnTo>
                    <a:pt x="12126" y="6758"/>
                  </a:lnTo>
                  <a:lnTo>
                    <a:pt x="12242" y="6333"/>
                  </a:lnTo>
                  <a:lnTo>
                    <a:pt x="12319" y="5947"/>
                  </a:lnTo>
                  <a:lnTo>
                    <a:pt x="12358" y="5522"/>
                  </a:lnTo>
                  <a:lnTo>
                    <a:pt x="12396" y="5097"/>
                  </a:lnTo>
                  <a:lnTo>
                    <a:pt x="12396" y="4672"/>
                  </a:lnTo>
                  <a:lnTo>
                    <a:pt x="12358" y="4248"/>
                  </a:lnTo>
                  <a:lnTo>
                    <a:pt x="12280" y="3823"/>
                  </a:lnTo>
                  <a:lnTo>
                    <a:pt x="12203" y="3437"/>
                  </a:lnTo>
                  <a:lnTo>
                    <a:pt x="12049" y="3051"/>
                  </a:lnTo>
                  <a:lnTo>
                    <a:pt x="11894" y="2664"/>
                  </a:lnTo>
                  <a:lnTo>
                    <a:pt x="11701" y="2278"/>
                  </a:lnTo>
                  <a:lnTo>
                    <a:pt x="11469" y="1892"/>
                  </a:lnTo>
                  <a:lnTo>
                    <a:pt x="11161" y="1545"/>
                  </a:lnTo>
                  <a:lnTo>
                    <a:pt x="10890" y="1274"/>
                  </a:lnTo>
                  <a:lnTo>
                    <a:pt x="10620" y="1004"/>
                  </a:lnTo>
                  <a:lnTo>
                    <a:pt x="10311" y="772"/>
                  </a:lnTo>
                  <a:lnTo>
                    <a:pt x="9963" y="579"/>
                  </a:lnTo>
                  <a:lnTo>
                    <a:pt x="9655" y="386"/>
                  </a:lnTo>
                  <a:lnTo>
                    <a:pt x="9307" y="232"/>
                  </a:lnTo>
                  <a:lnTo>
                    <a:pt x="8921" y="116"/>
                  </a:lnTo>
                  <a:lnTo>
                    <a:pt x="8573" y="39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20"/>
            <p:cNvSpPr/>
            <p:nvPr/>
          </p:nvSpPr>
          <p:spPr>
            <a:xfrm>
              <a:off x="5860425" y="885700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9" y="310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3"/>
                  </a:lnTo>
                  <a:lnTo>
                    <a:pt x="7299" y="503"/>
                  </a:lnTo>
                  <a:lnTo>
                    <a:pt x="7454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4"/>
                  </a:lnTo>
                  <a:lnTo>
                    <a:pt x="6295" y="4944"/>
                  </a:lnTo>
                  <a:lnTo>
                    <a:pt x="6218" y="3978"/>
                  </a:lnTo>
                  <a:lnTo>
                    <a:pt x="6141" y="2974"/>
                  </a:lnTo>
                  <a:lnTo>
                    <a:pt x="6141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5"/>
                  </a:lnTo>
                  <a:lnTo>
                    <a:pt x="6450" y="503"/>
                  </a:lnTo>
                  <a:lnTo>
                    <a:pt x="6527" y="426"/>
                  </a:lnTo>
                  <a:lnTo>
                    <a:pt x="6643" y="348"/>
                  </a:lnTo>
                  <a:lnTo>
                    <a:pt x="6759" y="310"/>
                  </a:lnTo>
                  <a:close/>
                  <a:moveTo>
                    <a:pt x="11972" y="4712"/>
                  </a:moveTo>
                  <a:lnTo>
                    <a:pt x="12087" y="4750"/>
                  </a:lnTo>
                  <a:lnTo>
                    <a:pt x="12165" y="4828"/>
                  </a:lnTo>
                  <a:lnTo>
                    <a:pt x="12281" y="4905"/>
                  </a:lnTo>
                  <a:lnTo>
                    <a:pt x="12319" y="4982"/>
                  </a:lnTo>
                  <a:lnTo>
                    <a:pt x="12396" y="5137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2"/>
                  </a:lnTo>
                  <a:lnTo>
                    <a:pt x="10041" y="5832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9" y="5252"/>
                  </a:lnTo>
                  <a:lnTo>
                    <a:pt x="7956" y="5021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9" y="4750"/>
                  </a:lnTo>
                  <a:lnTo>
                    <a:pt x="11354" y="4712"/>
                  </a:lnTo>
                  <a:close/>
                  <a:moveTo>
                    <a:pt x="5639" y="5754"/>
                  </a:moveTo>
                  <a:lnTo>
                    <a:pt x="4558" y="6449"/>
                  </a:lnTo>
                  <a:lnTo>
                    <a:pt x="3438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30" y="7917"/>
                  </a:lnTo>
                  <a:lnTo>
                    <a:pt x="1121" y="7955"/>
                  </a:lnTo>
                  <a:lnTo>
                    <a:pt x="928" y="7917"/>
                  </a:lnTo>
                  <a:lnTo>
                    <a:pt x="851" y="7878"/>
                  </a:lnTo>
                  <a:lnTo>
                    <a:pt x="773" y="7801"/>
                  </a:lnTo>
                  <a:lnTo>
                    <a:pt x="735" y="7685"/>
                  </a:lnTo>
                  <a:lnTo>
                    <a:pt x="696" y="7531"/>
                  </a:lnTo>
                  <a:lnTo>
                    <a:pt x="696" y="7376"/>
                  </a:lnTo>
                  <a:lnTo>
                    <a:pt x="696" y="7222"/>
                  </a:lnTo>
                  <a:lnTo>
                    <a:pt x="735" y="7145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3"/>
                  </a:lnTo>
                  <a:lnTo>
                    <a:pt x="2743" y="6449"/>
                  </a:lnTo>
                  <a:lnTo>
                    <a:pt x="3592" y="6295"/>
                  </a:lnTo>
                  <a:lnTo>
                    <a:pt x="4635" y="6063"/>
                  </a:lnTo>
                  <a:lnTo>
                    <a:pt x="5137" y="5909"/>
                  </a:lnTo>
                  <a:lnTo>
                    <a:pt x="5639" y="5754"/>
                  </a:lnTo>
                  <a:close/>
                  <a:moveTo>
                    <a:pt x="6952" y="1"/>
                  </a:moveTo>
                  <a:lnTo>
                    <a:pt x="6720" y="39"/>
                  </a:lnTo>
                  <a:lnTo>
                    <a:pt x="6527" y="117"/>
                  </a:lnTo>
                  <a:lnTo>
                    <a:pt x="6334" y="233"/>
                  </a:lnTo>
                  <a:lnTo>
                    <a:pt x="6141" y="426"/>
                  </a:lnTo>
                  <a:lnTo>
                    <a:pt x="5986" y="619"/>
                  </a:lnTo>
                  <a:lnTo>
                    <a:pt x="5909" y="812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2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4" y="5021"/>
                  </a:lnTo>
                  <a:lnTo>
                    <a:pt x="6025" y="5137"/>
                  </a:lnTo>
                  <a:lnTo>
                    <a:pt x="6064" y="5252"/>
                  </a:lnTo>
                  <a:lnTo>
                    <a:pt x="5523" y="5446"/>
                  </a:lnTo>
                  <a:lnTo>
                    <a:pt x="4982" y="5561"/>
                  </a:lnTo>
                  <a:lnTo>
                    <a:pt x="3940" y="5832"/>
                  </a:lnTo>
                  <a:lnTo>
                    <a:pt x="2858" y="6025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1" y="6643"/>
                  </a:lnTo>
                  <a:lnTo>
                    <a:pt x="503" y="6836"/>
                  </a:lnTo>
                  <a:lnTo>
                    <a:pt x="233" y="7029"/>
                  </a:lnTo>
                  <a:lnTo>
                    <a:pt x="117" y="7145"/>
                  </a:lnTo>
                  <a:lnTo>
                    <a:pt x="40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40" y="7724"/>
                  </a:lnTo>
                  <a:lnTo>
                    <a:pt x="117" y="7917"/>
                  </a:lnTo>
                  <a:lnTo>
                    <a:pt x="233" y="8033"/>
                  </a:lnTo>
                  <a:lnTo>
                    <a:pt x="349" y="8149"/>
                  </a:lnTo>
                  <a:lnTo>
                    <a:pt x="503" y="8226"/>
                  </a:lnTo>
                  <a:lnTo>
                    <a:pt x="619" y="8264"/>
                  </a:lnTo>
                  <a:lnTo>
                    <a:pt x="928" y="8342"/>
                  </a:lnTo>
                  <a:lnTo>
                    <a:pt x="1275" y="8342"/>
                  </a:lnTo>
                  <a:lnTo>
                    <a:pt x="1623" y="8303"/>
                  </a:lnTo>
                  <a:lnTo>
                    <a:pt x="1932" y="8187"/>
                  </a:lnTo>
                  <a:lnTo>
                    <a:pt x="2550" y="7994"/>
                  </a:lnTo>
                  <a:lnTo>
                    <a:pt x="3554" y="7531"/>
                  </a:lnTo>
                  <a:lnTo>
                    <a:pt x="4519" y="6990"/>
                  </a:lnTo>
                  <a:lnTo>
                    <a:pt x="5446" y="6372"/>
                  </a:lnTo>
                  <a:lnTo>
                    <a:pt x="5909" y="6063"/>
                  </a:lnTo>
                  <a:lnTo>
                    <a:pt x="6334" y="5716"/>
                  </a:lnTo>
                  <a:lnTo>
                    <a:pt x="6527" y="6102"/>
                  </a:lnTo>
                  <a:lnTo>
                    <a:pt x="6643" y="6295"/>
                  </a:lnTo>
                  <a:lnTo>
                    <a:pt x="6759" y="6449"/>
                  </a:lnTo>
                  <a:lnTo>
                    <a:pt x="7029" y="6372"/>
                  </a:lnTo>
                  <a:lnTo>
                    <a:pt x="7029" y="6334"/>
                  </a:lnTo>
                  <a:lnTo>
                    <a:pt x="6836" y="5986"/>
                  </a:lnTo>
                  <a:lnTo>
                    <a:pt x="6759" y="5832"/>
                  </a:lnTo>
                  <a:lnTo>
                    <a:pt x="6720" y="5639"/>
                  </a:lnTo>
                  <a:lnTo>
                    <a:pt x="6720" y="5561"/>
                  </a:lnTo>
                  <a:lnTo>
                    <a:pt x="7569" y="5832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8"/>
                  </a:lnTo>
                  <a:lnTo>
                    <a:pt x="11006" y="6218"/>
                  </a:lnTo>
                  <a:lnTo>
                    <a:pt x="11470" y="6179"/>
                  </a:lnTo>
                  <a:lnTo>
                    <a:pt x="11933" y="6141"/>
                  </a:lnTo>
                  <a:lnTo>
                    <a:pt x="12358" y="5986"/>
                  </a:lnTo>
                  <a:lnTo>
                    <a:pt x="12512" y="5909"/>
                  </a:lnTo>
                  <a:lnTo>
                    <a:pt x="12667" y="5793"/>
                  </a:lnTo>
                  <a:lnTo>
                    <a:pt x="12821" y="5677"/>
                  </a:lnTo>
                  <a:lnTo>
                    <a:pt x="12898" y="5523"/>
                  </a:lnTo>
                  <a:lnTo>
                    <a:pt x="12976" y="5368"/>
                  </a:lnTo>
                  <a:lnTo>
                    <a:pt x="12976" y="5175"/>
                  </a:lnTo>
                  <a:lnTo>
                    <a:pt x="12976" y="4982"/>
                  </a:lnTo>
                  <a:lnTo>
                    <a:pt x="12898" y="4828"/>
                  </a:lnTo>
                  <a:lnTo>
                    <a:pt x="12821" y="4712"/>
                  </a:lnTo>
                  <a:lnTo>
                    <a:pt x="12744" y="4635"/>
                  </a:lnTo>
                  <a:lnTo>
                    <a:pt x="12628" y="4519"/>
                  </a:lnTo>
                  <a:lnTo>
                    <a:pt x="12474" y="4480"/>
                  </a:lnTo>
                  <a:lnTo>
                    <a:pt x="12165" y="4364"/>
                  </a:lnTo>
                  <a:lnTo>
                    <a:pt x="11817" y="4326"/>
                  </a:lnTo>
                  <a:lnTo>
                    <a:pt x="11470" y="4326"/>
                  </a:lnTo>
                  <a:lnTo>
                    <a:pt x="10890" y="4364"/>
                  </a:lnTo>
                  <a:lnTo>
                    <a:pt x="9848" y="4403"/>
                  </a:lnTo>
                  <a:lnTo>
                    <a:pt x="8844" y="4480"/>
                  </a:lnTo>
                  <a:lnTo>
                    <a:pt x="7840" y="4635"/>
                  </a:lnTo>
                  <a:lnTo>
                    <a:pt x="6836" y="4828"/>
                  </a:lnTo>
                  <a:lnTo>
                    <a:pt x="7376" y="3476"/>
                  </a:lnTo>
                  <a:lnTo>
                    <a:pt x="7647" y="2742"/>
                  </a:lnTo>
                  <a:lnTo>
                    <a:pt x="7840" y="2047"/>
                  </a:lnTo>
                  <a:lnTo>
                    <a:pt x="7917" y="1816"/>
                  </a:lnTo>
                  <a:lnTo>
                    <a:pt x="7917" y="1545"/>
                  </a:lnTo>
                  <a:lnTo>
                    <a:pt x="7917" y="1314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9"/>
                  </a:lnTo>
                  <a:lnTo>
                    <a:pt x="7531" y="426"/>
                  </a:lnTo>
                  <a:lnTo>
                    <a:pt x="7338" y="271"/>
                  </a:lnTo>
                  <a:lnTo>
                    <a:pt x="7261" y="155"/>
                  </a:lnTo>
                  <a:lnTo>
                    <a:pt x="7145" y="78"/>
                  </a:lnTo>
                  <a:lnTo>
                    <a:pt x="695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20"/>
            <p:cNvSpPr/>
            <p:nvPr/>
          </p:nvSpPr>
          <p:spPr>
            <a:xfrm>
              <a:off x="6760175" y="920450"/>
              <a:ext cx="375550" cy="387150"/>
            </a:xfrm>
            <a:custGeom>
              <a:avLst/>
              <a:gdLst/>
              <a:ahLst/>
              <a:cxnLst/>
              <a:rect l="l" t="t" r="r" b="b"/>
              <a:pathLst>
                <a:path w="15022" h="15486" extrusionOk="0">
                  <a:moveTo>
                    <a:pt x="7491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2" y="850"/>
                  </a:lnTo>
                  <a:lnTo>
                    <a:pt x="10194" y="1044"/>
                  </a:lnTo>
                  <a:lnTo>
                    <a:pt x="10696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79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79" y="9230"/>
                  </a:lnTo>
                  <a:lnTo>
                    <a:pt x="4170" y="10041"/>
                  </a:lnTo>
                  <a:lnTo>
                    <a:pt x="3977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91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8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91" y="503"/>
                  </a:lnTo>
                  <a:close/>
                  <a:moveTo>
                    <a:pt x="11971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52" y="3206"/>
                  </a:lnTo>
                  <a:lnTo>
                    <a:pt x="13322" y="3669"/>
                  </a:lnTo>
                  <a:lnTo>
                    <a:pt x="13592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7" y="6797"/>
                  </a:lnTo>
                  <a:lnTo>
                    <a:pt x="12164" y="6952"/>
                  </a:lnTo>
                  <a:lnTo>
                    <a:pt x="11391" y="7145"/>
                  </a:lnTo>
                  <a:lnTo>
                    <a:pt x="10658" y="7415"/>
                  </a:lnTo>
                  <a:lnTo>
                    <a:pt x="9963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7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7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1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0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719" y="12667"/>
                  </a:lnTo>
                  <a:lnTo>
                    <a:pt x="6178" y="12782"/>
                  </a:lnTo>
                  <a:lnTo>
                    <a:pt x="5676" y="12937"/>
                  </a:lnTo>
                  <a:lnTo>
                    <a:pt x="5174" y="13130"/>
                  </a:lnTo>
                  <a:lnTo>
                    <a:pt x="4672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69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4" y="4519"/>
                  </a:lnTo>
                  <a:lnTo>
                    <a:pt x="2471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80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6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58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0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8"/>
                  </a:lnTo>
                  <a:lnTo>
                    <a:pt x="3244" y="13439"/>
                  </a:lnTo>
                  <a:lnTo>
                    <a:pt x="3166" y="13439"/>
                  </a:lnTo>
                  <a:lnTo>
                    <a:pt x="3051" y="13478"/>
                  </a:lnTo>
                  <a:lnTo>
                    <a:pt x="2973" y="13516"/>
                  </a:lnTo>
                  <a:lnTo>
                    <a:pt x="3051" y="13362"/>
                  </a:lnTo>
                  <a:lnTo>
                    <a:pt x="3166" y="13207"/>
                  </a:lnTo>
                  <a:lnTo>
                    <a:pt x="3321" y="13130"/>
                  </a:lnTo>
                  <a:lnTo>
                    <a:pt x="3475" y="13014"/>
                  </a:lnTo>
                  <a:lnTo>
                    <a:pt x="3668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0" y="13362"/>
                  </a:lnTo>
                  <a:lnTo>
                    <a:pt x="11893" y="13478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7" y="14983"/>
                  </a:lnTo>
                  <a:lnTo>
                    <a:pt x="7375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3" y="14636"/>
                  </a:lnTo>
                  <a:lnTo>
                    <a:pt x="5020" y="14482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50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6" y="12860"/>
                  </a:lnTo>
                  <a:close/>
                  <a:moveTo>
                    <a:pt x="7607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84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5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9"/>
                  </a:lnTo>
                  <a:lnTo>
                    <a:pt x="270" y="9925"/>
                  </a:lnTo>
                  <a:lnTo>
                    <a:pt x="463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6" y="14134"/>
                  </a:lnTo>
                  <a:lnTo>
                    <a:pt x="3475" y="14327"/>
                  </a:lnTo>
                  <a:lnTo>
                    <a:pt x="3784" y="14520"/>
                  </a:lnTo>
                  <a:lnTo>
                    <a:pt x="4132" y="14597"/>
                  </a:lnTo>
                  <a:lnTo>
                    <a:pt x="4557" y="14829"/>
                  </a:lnTo>
                  <a:lnTo>
                    <a:pt x="4981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98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8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1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5" y="8882"/>
                  </a:lnTo>
                  <a:lnTo>
                    <a:pt x="14983" y="8303"/>
                  </a:lnTo>
                  <a:lnTo>
                    <a:pt x="15021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3" y="233"/>
                  </a:lnTo>
                  <a:lnTo>
                    <a:pt x="8766" y="117"/>
                  </a:lnTo>
                  <a:lnTo>
                    <a:pt x="8186" y="40"/>
                  </a:lnTo>
                  <a:lnTo>
                    <a:pt x="76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667;p20"/>
            <p:cNvSpPr/>
            <p:nvPr/>
          </p:nvSpPr>
          <p:spPr>
            <a:xfrm>
              <a:off x="1177425" y="95232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8"/>
                  </a:lnTo>
                  <a:lnTo>
                    <a:pt x="23787" y="2124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47"/>
                  </a:lnTo>
                  <a:lnTo>
                    <a:pt x="23092" y="1931"/>
                  </a:lnTo>
                  <a:lnTo>
                    <a:pt x="23015" y="1815"/>
                  </a:lnTo>
                  <a:lnTo>
                    <a:pt x="22976" y="1622"/>
                  </a:lnTo>
                  <a:lnTo>
                    <a:pt x="22976" y="1429"/>
                  </a:lnTo>
                  <a:lnTo>
                    <a:pt x="23053" y="1236"/>
                  </a:lnTo>
                  <a:lnTo>
                    <a:pt x="23169" y="1081"/>
                  </a:lnTo>
                  <a:lnTo>
                    <a:pt x="23285" y="966"/>
                  </a:lnTo>
                  <a:close/>
                  <a:moveTo>
                    <a:pt x="24096" y="2394"/>
                  </a:moveTo>
                  <a:lnTo>
                    <a:pt x="24212" y="2742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784"/>
                  </a:lnTo>
                  <a:lnTo>
                    <a:pt x="24173" y="3707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3"/>
                  </a:lnTo>
                  <a:lnTo>
                    <a:pt x="23710" y="3128"/>
                  </a:lnTo>
                  <a:lnTo>
                    <a:pt x="23710" y="2896"/>
                  </a:lnTo>
                  <a:lnTo>
                    <a:pt x="23787" y="2703"/>
                  </a:lnTo>
                  <a:lnTo>
                    <a:pt x="23941" y="2549"/>
                  </a:lnTo>
                  <a:lnTo>
                    <a:pt x="24096" y="2394"/>
                  </a:lnTo>
                  <a:close/>
                  <a:moveTo>
                    <a:pt x="16180" y="4943"/>
                  </a:moveTo>
                  <a:lnTo>
                    <a:pt x="16296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66" y="5252"/>
                  </a:lnTo>
                  <a:lnTo>
                    <a:pt x="16566" y="5406"/>
                  </a:lnTo>
                  <a:lnTo>
                    <a:pt x="16296" y="5406"/>
                  </a:lnTo>
                  <a:lnTo>
                    <a:pt x="15678" y="5479"/>
                  </a:lnTo>
                  <a:lnTo>
                    <a:pt x="15678" y="5479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94" y="5136"/>
                  </a:lnTo>
                  <a:lnTo>
                    <a:pt x="15871" y="5059"/>
                  </a:lnTo>
                  <a:lnTo>
                    <a:pt x="15948" y="5020"/>
                  </a:lnTo>
                  <a:lnTo>
                    <a:pt x="16064" y="4943"/>
                  </a:lnTo>
                  <a:close/>
                  <a:moveTo>
                    <a:pt x="24443" y="4209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484"/>
                  </a:lnTo>
                  <a:lnTo>
                    <a:pt x="24057" y="5406"/>
                  </a:lnTo>
                  <a:lnTo>
                    <a:pt x="23903" y="5252"/>
                  </a:lnTo>
                  <a:lnTo>
                    <a:pt x="23826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903" y="4595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09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04"/>
                  </a:lnTo>
                  <a:lnTo>
                    <a:pt x="17995" y="4982"/>
                  </a:lnTo>
                  <a:lnTo>
                    <a:pt x="18111" y="5175"/>
                  </a:lnTo>
                  <a:lnTo>
                    <a:pt x="18149" y="5406"/>
                  </a:lnTo>
                  <a:lnTo>
                    <a:pt x="18072" y="5599"/>
                  </a:lnTo>
                  <a:lnTo>
                    <a:pt x="17570" y="5484"/>
                  </a:lnTo>
                  <a:lnTo>
                    <a:pt x="17029" y="5406"/>
                  </a:lnTo>
                  <a:lnTo>
                    <a:pt x="17068" y="5290"/>
                  </a:lnTo>
                  <a:lnTo>
                    <a:pt x="17107" y="5136"/>
                  </a:lnTo>
                  <a:lnTo>
                    <a:pt x="17184" y="5020"/>
                  </a:lnTo>
                  <a:lnTo>
                    <a:pt x="17300" y="4943"/>
                  </a:lnTo>
                  <a:lnTo>
                    <a:pt x="17416" y="4866"/>
                  </a:lnTo>
                  <a:lnTo>
                    <a:pt x="17531" y="4827"/>
                  </a:lnTo>
                  <a:close/>
                  <a:moveTo>
                    <a:pt x="14597" y="5290"/>
                  </a:moveTo>
                  <a:lnTo>
                    <a:pt x="14713" y="5329"/>
                  </a:lnTo>
                  <a:lnTo>
                    <a:pt x="14828" y="5368"/>
                  </a:lnTo>
                  <a:lnTo>
                    <a:pt x="14944" y="5445"/>
                  </a:lnTo>
                  <a:lnTo>
                    <a:pt x="15021" y="5522"/>
                  </a:lnTo>
                  <a:lnTo>
                    <a:pt x="15060" y="5638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24"/>
                  </a:lnTo>
                  <a:lnTo>
                    <a:pt x="14056" y="5792"/>
                  </a:lnTo>
                  <a:lnTo>
                    <a:pt x="14133" y="5599"/>
                  </a:lnTo>
                  <a:lnTo>
                    <a:pt x="14249" y="5406"/>
                  </a:lnTo>
                  <a:lnTo>
                    <a:pt x="14365" y="5368"/>
                  </a:lnTo>
                  <a:lnTo>
                    <a:pt x="14481" y="5329"/>
                  </a:lnTo>
                  <a:lnTo>
                    <a:pt x="14597" y="5290"/>
                  </a:lnTo>
                  <a:close/>
                  <a:moveTo>
                    <a:pt x="19115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85" y="5792"/>
                  </a:lnTo>
                  <a:lnTo>
                    <a:pt x="19385" y="5986"/>
                  </a:lnTo>
                  <a:lnTo>
                    <a:pt x="19346" y="6140"/>
                  </a:lnTo>
                  <a:lnTo>
                    <a:pt x="18613" y="5792"/>
                  </a:lnTo>
                  <a:lnTo>
                    <a:pt x="18651" y="5715"/>
                  </a:lnTo>
                  <a:lnTo>
                    <a:pt x="18690" y="5638"/>
                  </a:lnTo>
                  <a:lnTo>
                    <a:pt x="18844" y="5522"/>
                  </a:lnTo>
                  <a:lnTo>
                    <a:pt x="18999" y="5484"/>
                  </a:lnTo>
                  <a:close/>
                  <a:moveTo>
                    <a:pt x="20350" y="6063"/>
                  </a:moveTo>
                  <a:lnTo>
                    <a:pt x="20466" y="6101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52" y="6719"/>
                  </a:lnTo>
                  <a:lnTo>
                    <a:pt x="20891" y="6912"/>
                  </a:lnTo>
                  <a:lnTo>
                    <a:pt x="20891" y="6912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48" y="6256"/>
                  </a:lnTo>
                  <a:lnTo>
                    <a:pt x="19887" y="6179"/>
                  </a:lnTo>
                  <a:lnTo>
                    <a:pt x="20003" y="6101"/>
                  </a:lnTo>
                  <a:lnTo>
                    <a:pt x="20080" y="6063"/>
                  </a:lnTo>
                  <a:close/>
                  <a:moveTo>
                    <a:pt x="23748" y="5870"/>
                  </a:moveTo>
                  <a:lnTo>
                    <a:pt x="23941" y="5947"/>
                  </a:lnTo>
                  <a:lnTo>
                    <a:pt x="24019" y="5986"/>
                  </a:lnTo>
                  <a:lnTo>
                    <a:pt x="24096" y="5986"/>
                  </a:lnTo>
                  <a:lnTo>
                    <a:pt x="23941" y="6294"/>
                  </a:lnTo>
                  <a:lnTo>
                    <a:pt x="23748" y="6526"/>
                  </a:lnTo>
                  <a:lnTo>
                    <a:pt x="23517" y="6758"/>
                  </a:lnTo>
                  <a:lnTo>
                    <a:pt x="23246" y="6951"/>
                  </a:lnTo>
                  <a:lnTo>
                    <a:pt x="23208" y="6912"/>
                  </a:lnTo>
                  <a:lnTo>
                    <a:pt x="23092" y="6719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9"/>
                  </a:lnTo>
                  <a:lnTo>
                    <a:pt x="23131" y="6063"/>
                  </a:lnTo>
                  <a:lnTo>
                    <a:pt x="23208" y="5986"/>
                  </a:lnTo>
                  <a:lnTo>
                    <a:pt x="23285" y="5908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2"/>
                  </a:lnTo>
                  <a:lnTo>
                    <a:pt x="12627" y="6796"/>
                  </a:lnTo>
                  <a:lnTo>
                    <a:pt x="12627" y="6642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98" y="6179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681"/>
                  </a:lnTo>
                  <a:lnTo>
                    <a:pt x="22629" y="6835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05"/>
                  </a:lnTo>
                  <a:lnTo>
                    <a:pt x="22551" y="7221"/>
                  </a:lnTo>
                  <a:lnTo>
                    <a:pt x="22165" y="7221"/>
                  </a:lnTo>
                  <a:lnTo>
                    <a:pt x="21779" y="7183"/>
                  </a:lnTo>
                  <a:lnTo>
                    <a:pt x="21393" y="7105"/>
                  </a:lnTo>
                  <a:lnTo>
                    <a:pt x="21509" y="6912"/>
                  </a:lnTo>
                  <a:lnTo>
                    <a:pt x="21625" y="6719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376"/>
                  </a:moveTo>
                  <a:lnTo>
                    <a:pt x="12473" y="7414"/>
                  </a:lnTo>
                  <a:lnTo>
                    <a:pt x="12125" y="7955"/>
                  </a:lnTo>
                  <a:lnTo>
                    <a:pt x="11816" y="8534"/>
                  </a:lnTo>
                  <a:lnTo>
                    <a:pt x="11701" y="8341"/>
                  </a:lnTo>
                  <a:lnTo>
                    <a:pt x="11662" y="8071"/>
                  </a:lnTo>
                  <a:lnTo>
                    <a:pt x="11662" y="7955"/>
                  </a:lnTo>
                  <a:lnTo>
                    <a:pt x="11701" y="7800"/>
                  </a:lnTo>
                  <a:lnTo>
                    <a:pt x="11739" y="7685"/>
                  </a:lnTo>
                  <a:lnTo>
                    <a:pt x="11816" y="7607"/>
                  </a:lnTo>
                  <a:lnTo>
                    <a:pt x="11932" y="7492"/>
                  </a:lnTo>
                  <a:lnTo>
                    <a:pt x="12048" y="7453"/>
                  </a:lnTo>
                  <a:lnTo>
                    <a:pt x="12164" y="7414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94" y="9384"/>
                  </a:lnTo>
                  <a:lnTo>
                    <a:pt x="2472" y="9461"/>
                  </a:lnTo>
                  <a:lnTo>
                    <a:pt x="2549" y="9538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9963"/>
                  </a:lnTo>
                  <a:lnTo>
                    <a:pt x="2124" y="9886"/>
                  </a:lnTo>
                  <a:lnTo>
                    <a:pt x="1661" y="9847"/>
                  </a:lnTo>
                  <a:lnTo>
                    <a:pt x="1699" y="9731"/>
                  </a:lnTo>
                  <a:lnTo>
                    <a:pt x="1738" y="9615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lnTo>
                    <a:pt x="2124" y="9345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01"/>
                  </a:lnTo>
                  <a:lnTo>
                    <a:pt x="11276" y="10272"/>
                  </a:lnTo>
                  <a:lnTo>
                    <a:pt x="11237" y="10233"/>
                  </a:lnTo>
                  <a:lnTo>
                    <a:pt x="11083" y="10040"/>
                  </a:lnTo>
                  <a:lnTo>
                    <a:pt x="10967" y="9808"/>
                  </a:lnTo>
                  <a:lnTo>
                    <a:pt x="10928" y="9693"/>
                  </a:lnTo>
                  <a:lnTo>
                    <a:pt x="10928" y="9538"/>
                  </a:lnTo>
                  <a:lnTo>
                    <a:pt x="10967" y="9422"/>
                  </a:lnTo>
                  <a:lnTo>
                    <a:pt x="11006" y="9306"/>
                  </a:lnTo>
                  <a:lnTo>
                    <a:pt x="11121" y="9152"/>
                  </a:lnTo>
                  <a:lnTo>
                    <a:pt x="11276" y="9036"/>
                  </a:lnTo>
                  <a:lnTo>
                    <a:pt x="11469" y="8997"/>
                  </a:lnTo>
                  <a:close/>
                  <a:moveTo>
                    <a:pt x="3785" y="9731"/>
                  </a:moveTo>
                  <a:lnTo>
                    <a:pt x="3900" y="9770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71" y="10117"/>
                  </a:lnTo>
                  <a:lnTo>
                    <a:pt x="4171" y="10233"/>
                  </a:lnTo>
                  <a:lnTo>
                    <a:pt x="4171" y="10388"/>
                  </a:lnTo>
                  <a:lnTo>
                    <a:pt x="4132" y="10503"/>
                  </a:lnTo>
                  <a:lnTo>
                    <a:pt x="4055" y="10619"/>
                  </a:lnTo>
                  <a:lnTo>
                    <a:pt x="3900" y="10542"/>
                  </a:lnTo>
                  <a:lnTo>
                    <a:pt x="3514" y="10310"/>
                  </a:lnTo>
                  <a:lnTo>
                    <a:pt x="3089" y="10117"/>
                  </a:lnTo>
                  <a:lnTo>
                    <a:pt x="3167" y="10001"/>
                  </a:lnTo>
                  <a:lnTo>
                    <a:pt x="3244" y="9886"/>
                  </a:lnTo>
                  <a:lnTo>
                    <a:pt x="3360" y="9808"/>
                  </a:lnTo>
                  <a:lnTo>
                    <a:pt x="3514" y="9770"/>
                  </a:lnTo>
                  <a:lnTo>
                    <a:pt x="3630" y="9731"/>
                  </a:lnTo>
                  <a:close/>
                  <a:moveTo>
                    <a:pt x="4827" y="10619"/>
                  </a:moveTo>
                  <a:lnTo>
                    <a:pt x="4943" y="10658"/>
                  </a:lnTo>
                  <a:lnTo>
                    <a:pt x="5020" y="10697"/>
                  </a:lnTo>
                  <a:lnTo>
                    <a:pt x="5097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890"/>
                  </a:lnTo>
                  <a:lnTo>
                    <a:pt x="4441" y="10812"/>
                  </a:lnTo>
                  <a:lnTo>
                    <a:pt x="4518" y="10735"/>
                  </a:lnTo>
                  <a:lnTo>
                    <a:pt x="4673" y="10658"/>
                  </a:lnTo>
                  <a:lnTo>
                    <a:pt x="4827" y="10619"/>
                  </a:lnTo>
                  <a:close/>
                  <a:moveTo>
                    <a:pt x="11160" y="10619"/>
                  </a:moveTo>
                  <a:lnTo>
                    <a:pt x="10967" y="11199"/>
                  </a:lnTo>
                  <a:lnTo>
                    <a:pt x="10735" y="11739"/>
                  </a:lnTo>
                  <a:lnTo>
                    <a:pt x="10697" y="11662"/>
                  </a:lnTo>
                  <a:lnTo>
                    <a:pt x="10504" y="11507"/>
                  </a:lnTo>
                  <a:lnTo>
                    <a:pt x="10426" y="11314"/>
                  </a:lnTo>
                  <a:lnTo>
                    <a:pt x="10388" y="11121"/>
                  </a:lnTo>
                  <a:lnTo>
                    <a:pt x="10465" y="10928"/>
                  </a:lnTo>
                  <a:lnTo>
                    <a:pt x="10581" y="10774"/>
                  </a:lnTo>
                  <a:lnTo>
                    <a:pt x="10735" y="10658"/>
                  </a:lnTo>
                  <a:lnTo>
                    <a:pt x="10928" y="10619"/>
                  </a:lnTo>
                  <a:close/>
                  <a:moveTo>
                    <a:pt x="5754" y="11430"/>
                  </a:moveTo>
                  <a:lnTo>
                    <a:pt x="5986" y="11469"/>
                  </a:lnTo>
                  <a:lnTo>
                    <a:pt x="6063" y="11507"/>
                  </a:lnTo>
                  <a:lnTo>
                    <a:pt x="6179" y="11546"/>
                  </a:lnTo>
                  <a:lnTo>
                    <a:pt x="6256" y="11662"/>
                  </a:lnTo>
                  <a:lnTo>
                    <a:pt x="6333" y="11739"/>
                  </a:lnTo>
                  <a:lnTo>
                    <a:pt x="6410" y="11971"/>
                  </a:lnTo>
                  <a:lnTo>
                    <a:pt x="6410" y="12203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84" y="11585"/>
                  </a:lnTo>
                  <a:lnTo>
                    <a:pt x="5561" y="11507"/>
                  </a:lnTo>
                  <a:lnTo>
                    <a:pt x="5638" y="11469"/>
                  </a:lnTo>
                  <a:lnTo>
                    <a:pt x="5754" y="11430"/>
                  </a:lnTo>
                  <a:close/>
                  <a:moveTo>
                    <a:pt x="10542" y="12009"/>
                  </a:moveTo>
                  <a:lnTo>
                    <a:pt x="10388" y="12280"/>
                  </a:lnTo>
                  <a:lnTo>
                    <a:pt x="10195" y="12511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27"/>
                  </a:lnTo>
                  <a:lnTo>
                    <a:pt x="9654" y="12473"/>
                  </a:lnTo>
                  <a:lnTo>
                    <a:pt x="9693" y="12318"/>
                  </a:lnTo>
                  <a:lnTo>
                    <a:pt x="9808" y="12203"/>
                  </a:lnTo>
                  <a:lnTo>
                    <a:pt x="9963" y="12125"/>
                  </a:lnTo>
                  <a:lnTo>
                    <a:pt x="10156" y="12087"/>
                  </a:lnTo>
                  <a:lnTo>
                    <a:pt x="10542" y="12009"/>
                  </a:lnTo>
                  <a:close/>
                  <a:moveTo>
                    <a:pt x="7376" y="12473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168"/>
                  </a:lnTo>
                  <a:lnTo>
                    <a:pt x="7337" y="12975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83" y="12511"/>
                  </a:lnTo>
                  <a:lnTo>
                    <a:pt x="7376" y="12473"/>
                  </a:lnTo>
                  <a:close/>
                  <a:moveTo>
                    <a:pt x="8959" y="12627"/>
                  </a:moveTo>
                  <a:lnTo>
                    <a:pt x="9113" y="12743"/>
                  </a:lnTo>
                  <a:lnTo>
                    <a:pt x="9229" y="12936"/>
                  </a:lnTo>
                  <a:lnTo>
                    <a:pt x="9268" y="13091"/>
                  </a:lnTo>
                  <a:lnTo>
                    <a:pt x="9268" y="13207"/>
                  </a:lnTo>
                  <a:lnTo>
                    <a:pt x="9036" y="13245"/>
                  </a:lnTo>
                  <a:lnTo>
                    <a:pt x="8804" y="13284"/>
                  </a:lnTo>
                  <a:lnTo>
                    <a:pt x="8302" y="13284"/>
                  </a:lnTo>
                  <a:lnTo>
                    <a:pt x="8341" y="13207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666"/>
                  </a:lnTo>
                  <a:lnTo>
                    <a:pt x="8650" y="12627"/>
                  </a:lnTo>
                  <a:close/>
                  <a:moveTo>
                    <a:pt x="22899" y="0"/>
                  </a:moveTo>
                  <a:lnTo>
                    <a:pt x="22822" y="77"/>
                  </a:lnTo>
                  <a:lnTo>
                    <a:pt x="22783" y="116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386"/>
                  </a:lnTo>
                  <a:lnTo>
                    <a:pt x="22860" y="425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629" y="1506"/>
                  </a:lnTo>
                  <a:lnTo>
                    <a:pt x="22629" y="1699"/>
                  </a:lnTo>
                  <a:lnTo>
                    <a:pt x="22629" y="1854"/>
                  </a:lnTo>
                  <a:lnTo>
                    <a:pt x="22706" y="2047"/>
                  </a:lnTo>
                  <a:lnTo>
                    <a:pt x="22860" y="2240"/>
                  </a:lnTo>
                  <a:lnTo>
                    <a:pt x="23053" y="2394"/>
                  </a:lnTo>
                  <a:lnTo>
                    <a:pt x="23285" y="2472"/>
                  </a:lnTo>
                  <a:lnTo>
                    <a:pt x="23517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44"/>
                  </a:lnTo>
                  <a:lnTo>
                    <a:pt x="23439" y="3476"/>
                  </a:lnTo>
                  <a:lnTo>
                    <a:pt x="23594" y="3707"/>
                  </a:lnTo>
                  <a:lnTo>
                    <a:pt x="23748" y="3862"/>
                  </a:lnTo>
                  <a:lnTo>
                    <a:pt x="23980" y="3978"/>
                  </a:lnTo>
                  <a:lnTo>
                    <a:pt x="23748" y="4209"/>
                  </a:lnTo>
                  <a:lnTo>
                    <a:pt x="23555" y="4441"/>
                  </a:lnTo>
                  <a:lnTo>
                    <a:pt x="23478" y="4750"/>
                  </a:lnTo>
                  <a:lnTo>
                    <a:pt x="23439" y="4866"/>
                  </a:lnTo>
                  <a:lnTo>
                    <a:pt x="23439" y="5020"/>
                  </a:lnTo>
                  <a:lnTo>
                    <a:pt x="23517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69" y="5561"/>
                  </a:lnTo>
                  <a:lnTo>
                    <a:pt x="22976" y="5677"/>
                  </a:lnTo>
                  <a:lnTo>
                    <a:pt x="22822" y="5870"/>
                  </a:lnTo>
                  <a:lnTo>
                    <a:pt x="22706" y="6101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2165" y="6179"/>
                  </a:lnTo>
                  <a:lnTo>
                    <a:pt x="21972" y="6217"/>
                  </a:lnTo>
                  <a:lnTo>
                    <a:pt x="21740" y="6256"/>
                  </a:lnTo>
                  <a:lnTo>
                    <a:pt x="21547" y="6372"/>
                  </a:lnTo>
                  <a:lnTo>
                    <a:pt x="21354" y="6565"/>
                  </a:lnTo>
                  <a:lnTo>
                    <a:pt x="21200" y="6758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5986"/>
                  </a:lnTo>
                  <a:lnTo>
                    <a:pt x="20736" y="5870"/>
                  </a:lnTo>
                  <a:lnTo>
                    <a:pt x="20582" y="5792"/>
                  </a:lnTo>
                  <a:lnTo>
                    <a:pt x="20428" y="5754"/>
                  </a:lnTo>
                  <a:lnTo>
                    <a:pt x="20080" y="5754"/>
                  </a:lnTo>
                  <a:lnTo>
                    <a:pt x="19887" y="5831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4"/>
                  </a:lnTo>
                  <a:lnTo>
                    <a:pt x="19462" y="5290"/>
                  </a:lnTo>
                  <a:lnTo>
                    <a:pt x="19385" y="5213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52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58" y="5097"/>
                  </a:lnTo>
                  <a:lnTo>
                    <a:pt x="18381" y="4982"/>
                  </a:lnTo>
                  <a:lnTo>
                    <a:pt x="18304" y="4827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6" y="4557"/>
                  </a:lnTo>
                  <a:lnTo>
                    <a:pt x="17802" y="4518"/>
                  </a:lnTo>
                  <a:lnTo>
                    <a:pt x="17531" y="4518"/>
                  </a:lnTo>
                  <a:lnTo>
                    <a:pt x="17377" y="4557"/>
                  </a:lnTo>
                  <a:lnTo>
                    <a:pt x="17261" y="4634"/>
                  </a:lnTo>
                  <a:lnTo>
                    <a:pt x="17145" y="4711"/>
                  </a:lnTo>
                  <a:lnTo>
                    <a:pt x="17029" y="4827"/>
                  </a:lnTo>
                  <a:lnTo>
                    <a:pt x="16875" y="5059"/>
                  </a:lnTo>
                  <a:lnTo>
                    <a:pt x="16759" y="4904"/>
                  </a:lnTo>
                  <a:lnTo>
                    <a:pt x="16605" y="4788"/>
                  </a:lnTo>
                  <a:lnTo>
                    <a:pt x="16450" y="4673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27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290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29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43"/>
                  </a:lnTo>
                  <a:lnTo>
                    <a:pt x="14288" y="5020"/>
                  </a:lnTo>
                  <a:lnTo>
                    <a:pt x="14172" y="5059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22"/>
                  </a:lnTo>
                  <a:lnTo>
                    <a:pt x="13786" y="5831"/>
                  </a:lnTo>
                  <a:lnTo>
                    <a:pt x="13593" y="5715"/>
                  </a:lnTo>
                  <a:lnTo>
                    <a:pt x="13361" y="5677"/>
                  </a:lnTo>
                  <a:lnTo>
                    <a:pt x="13168" y="5677"/>
                  </a:lnTo>
                  <a:lnTo>
                    <a:pt x="12936" y="5715"/>
                  </a:lnTo>
                  <a:lnTo>
                    <a:pt x="12743" y="5831"/>
                  </a:lnTo>
                  <a:lnTo>
                    <a:pt x="12627" y="5908"/>
                  </a:lnTo>
                  <a:lnTo>
                    <a:pt x="12511" y="6063"/>
                  </a:lnTo>
                  <a:lnTo>
                    <a:pt x="12434" y="6179"/>
                  </a:lnTo>
                  <a:lnTo>
                    <a:pt x="12357" y="6333"/>
                  </a:lnTo>
                  <a:lnTo>
                    <a:pt x="12357" y="6488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6990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376"/>
                  </a:lnTo>
                  <a:lnTo>
                    <a:pt x="11430" y="7530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314" y="7994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18"/>
                  </a:lnTo>
                  <a:lnTo>
                    <a:pt x="11507" y="8573"/>
                  </a:lnTo>
                  <a:lnTo>
                    <a:pt x="11237" y="8650"/>
                  </a:lnTo>
                  <a:lnTo>
                    <a:pt x="10967" y="8766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619" y="9770"/>
                  </a:lnTo>
                  <a:lnTo>
                    <a:pt x="10697" y="10001"/>
                  </a:lnTo>
                  <a:lnTo>
                    <a:pt x="10851" y="10233"/>
                  </a:lnTo>
                  <a:lnTo>
                    <a:pt x="10619" y="10272"/>
                  </a:lnTo>
                  <a:lnTo>
                    <a:pt x="10426" y="10388"/>
                  </a:lnTo>
                  <a:lnTo>
                    <a:pt x="10272" y="10581"/>
                  </a:lnTo>
                  <a:lnTo>
                    <a:pt x="10117" y="10774"/>
                  </a:lnTo>
                  <a:lnTo>
                    <a:pt x="10079" y="10967"/>
                  </a:lnTo>
                  <a:lnTo>
                    <a:pt x="10040" y="11199"/>
                  </a:lnTo>
                  <a:lnTo>
                    <a:pt x="10079" y="11469"/>
                  </a:lnTo>
                  <a:lnTo>
                    <a:pt x="10195" y="11662"/>
                  </a:lnTo>
                  <a:lnTo>
                    <a:pt x="9924" y="11739"/>
                  </a:lnTo>
                  <a:lnTo>
                    <a:pt x="9693" y="11816"/>
                  </a:lnTo>
                  <a:lnTo>
                    <a:pt x="9500" y="11971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57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18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164"/>
                  </a:lnTo>
                  <a:lnTo>
                    <a:pt x="6990" y="12241"/>
                  </a:lnTo>
                  <a:lnTo>
                    <a:pt x="6796" y="12396"/>
                  </a:lnTo>
                  <a:lnTo>
                    <a:pt x="6796" y="12048"/>
                  </a:lnTo>
                  <a:lnTo>
                    <a:pt x="6758" y="11855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392"/>
                  </a:lnTo>
                  <a:lnTo>
                    <a:pt x="6410" y="11276"/>
                  </a:lnTo>
                  <a:lnTo>
                    <a:pt x="6256" y="11199"/>
                  </a:lnTo>
                  <a:lnTo>
                    <a:pt x="6063" y="11160"/>
                  </a:lnTo>
                  <a:lnTo>
                    <a:pt x="5870" y="11121"/>
                  </a:lnTo>
                  <a:lnTo>
                    <a:pt x="5715" y="11160"/>
                  </a:lnTo>
                  <a:lnTo>
                    <a:pt x="5522" y="11199"/>
                  </a:lnTo>
                  <a:lnTo>
                    <a:pt x="5522" y="10928"/>
                  </a:lnTo>
                  <a:lnTo>
                    <a:pt x="5445" y="10697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49"/>
                  </a:lnTo>
                  <a:lnTo>
                    <a:pt x="4943" y="10310"/>
                  </a:lnTo>
                  <a:lnTo>
                    <a:pt x="4673" y="10310"/>
                  </a:lnTo>
                  <a:lnTo>
                    <a:pt x="4557" y="10349"/>
                  </a:lnTo>
                  <a:lnTo>
                    <a:pt x="4518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09" y="9577"/>
                  </a:lnTo>
                  <a:lnTo>
                    <a:pt x="4093" y="9461"/>
                  </a:lnTo>
                  <a:lnTo>
                    <a:pt x="3900" y="9422"/>
                  </a:lnTo>
                  <a:lnTo>
                    <a:pt x="3746" y="9384"/>
                  </a:lnTo>
                  <a:lnTo>
                    <a:pt x="3591" y="9422"/>
                  </a:lnTo>
                  <a:lnTo>
                    <a:pt x="3437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31"/>
                  </a:lnTo>
                  <a:lnTo>
                    <a:pt x="2974" y="9615"/>
                  </a:lnTo>
                  <a:lnTo>
                    <a:pt x="2896" y="9422"/>
                  </a:lnTo>
                  <a:lnTo>
                    <a:pt x="2781" y="9268"/>
                  </a:lnTo>
                  <a:lnTo>
                    <a:pt x="2626" y="9113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8997"/>
                  </a:lnTo>
                  <a:lnTo>
                    <a:pt x="1854" y="9075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499"/>
                  </a:lnTo>
                  <a:lnTo>
                    <a:pt x="1390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272"/>
                  </a:lnTo>
                  <a:lnTo>
                    <a:pt x="386" y="10426"/>
                  </a:lnTo>
                  <a:lnTo>
                    <a:pt x="271" y="10542"/>
                  </a:lnTo>
                  <a:lnTo>
                    <a:pt x="116" y="10851"/>
                  </a:lnTo>
                  <a:lnTo>
                    <a:pt x="39" y="11199"/>
                  </a:lnTo>
                  <a:lnTo>
                    <a:pt x="0" y="11546"/>
                  </a:lnTo>
                  <a:lnTo>
                    <a:pt x="77" y="11894"/>
                  </a:lnTo>
                  <a:lnTo>
                    <a:pt x="193" y="12241"/>
                  </a:lnTo>
                  <a:lnTo>
                    <a:pt x="386" y="12511"/>
                  </a:lnTo>
                  <a:lnTo>
                    <a:pt x="618" y="12782"/>
                  </a:lnTo>
                  <a:lnTo>
                    <a:pt x="811" y="12898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124" y="13091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11"/>
                  </a:lnTo>
                  <a:lnTo>
                    <a:pt x="3360" y="12203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39"/>
                  </a:lnTo>
                  <a:lnTo>
                    <a:pt x="3283" y="11739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50"/>
                  </a:lnTo>
                  <a:lnTo>
                    <a:pt x="2047" y="12666"/>
                  </a:lnTo>
                  <a:lnTo>
                    <a:pt x="1429" y="12666"/>
                  </a:lnTo>
                  <a:lnTo>
                    <a:pt x="1159" y="12550"/>
                  </a:lnTo>
                  <a:lnTo>
                    <a:pt x="966" y="12434"/>
                  </a:lnTo>
                  <a:lnTo>
                    <a:pt x="811" y="12318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55"/>
                  </a:lnTo>
                  <a:lnTo>
                    <a:pt x="502" y="11701"/>
                  </a:lnTo>
                  <a:lnTo>
                    <a:pt x="502" y="11546"/>
                  </a:lnTo>
                  <a:lnTo>
                    <a:pt x="502" y="11353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927" y="10619"/>
                  </a:lnTo>
                  <a:lnTo>
                    <a:pt x="1043" y="10503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317" y="10349"/>
                  </a:lnTo>
                  <a:lnTo>
                    <a:pt x="2587" y="10426"/>
                  </a:lnTo>
                  <a:lnTo>
                    <a:pt x="2858" y="10503"/>
                  </a:lnTo>
                  <a:lnTo>
                    <a:pt x="3128" y="10619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908" y="12666"/>
                  </a:lnTo>
                  <a:lnTo>
                    <a:pt x="6294" y="12936"/>
                  </a:lnTo>
                  <a:lnTo>
                    <a:pt x="6681" y="13207"/>
                  </a:lnTo>
                  <a:lnTo>
                    <a:pt x="7105" y="13400"/>
                  </a:lnTo>
                  <a:lnTo>
                    <a:pt x="7530" y="13593"/>
                  </a:lnTo>
                  <a:lnTo>
                    <a:pt x="7994" y="13708"/>
                  </a:lnTo>
                  <a:lnTo>
                    <a:pt x="8457" y="13786"/>
                  </a:lnTo>
                  <a:lnTo>
                    <a:pt x="8920" y="13747"/>
                  </a:lnTo>
                  <a:lnTo>
                    <a:pt x="9345" y="13670"/>
                  </a:lnTo>
                  <a:lnTo>
                    <a:pt x="9731" y="13515"/>
                  </a:lnTo>
                  <a:lnTo>
                    <a:pt x="10079" y="13322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34"/>
                  </a:lnTo>
                  <a:lnTo>
                    <a:pt x="11121" y="12087"/>
                  </a:lnTo>
                  <a:lnTo>
                    <a:pt x="11314" y="11739"/>
                  </a:lnTo>
                  <a:lnTo>
                    <a:pt x="11507" y="11199"/>
                  </a:lnTo>
                  <a:lnTo>
                    <a:pt x="11662" y="10658"/>
                  </a:lnTo>
                  <a:lnTo>
                    <a:pt x="11971" y="9615"/>
                  </a:lnTo>
                  <a:lnTo>
                    <a:pt x="12164" y="9075"/>
                  </a:lnTo>
                  <a:lnTo>
                    <a:pt x="12357" y="8573"/>
                  </a:lnTo>
                  <a:lnTo>
                    <a:pt x="12627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51"/>
                  </a:lnTo>
                  <a:lnTo>
                    <a:pt x="14017" y="6681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6"/>
                  </a:lnTo>
                  <a:lnTo>
                    <a:pt x="16296" y="5908"/>
                  </a:lnTo>
                  <a:lnTo>
                    <a:pt x="16914" y="5908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2"/>
                  </a:lnTo>
                  <a:lnTo>
                    <a:pt x="21316" y="7607"/>
                  </a:lnTo>
                  <a:lnTo>
                    <a:pt x="21740" y="7685"/>
                  </a:lnTo>
                  <a:lnTo>
                    <a:pt x="22165" y="7723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492"/>
                  </a:lnTo>
                  <a:lnTo>
                    <a:pt x="23748" y="7260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870"/>
                  </a:lnTo>
                  <a:lnTo>
                    <a:pt x="24907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171"/>
                  </a:lnTo>
                  <a:lnTo>
                    <a:pt x="24984" y="3707"/>
                  </a:lnTo>
                  <a:lnTo>
                    <a:pt x="24907" y="3283"/>
                  </a:lnTo>
                  <a:lnTo>
                    <a:pt x="24791" y="2819"/>
                  </a:lnTo>
                  <a:lnTo>
                    <a:pt x="24637" y="2394"/>
                  </a:lnTo>
                  <a:lnTo>
                    <a:pt x="24482" y="1970"/>
                  </a:lnTo>
                  <a:lnTo>
                    <a:pt x="24250" y="1545"/>
                  </a:lnTo>
                  <a:lnTo>
                    <a:pt x="24057" y="1159"/>
                  </a:lnTo>
                  <a:lnTo>
                    <a:pt x="23826" y="811"/>
                  </a:lnTo>
                  <a:lnTo>
                    <a:pt x="23941" y="348"/>
                  </a:lnTo>
                  <a:lnTo>
                    <a:pt x="23594" y="193"/>
                  </a:lnTo>
                  <a:lnTo>
                    <a:pt x="23208" y="77"/>
                  </a:lnTo>
                  <a:lnTo>
                    <a:pt x="23169" y="39"/>
                  </a:lnTo>
                  <a:lnTo>
                    <a:pt x="2309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668;p20"/>
            <p:cNvSpPr/>
            <p:nvPr/>
          </p:nvSpPr>
          <p:spPr>
            <a:xfrm>
              <a:off x="3792600" y="9600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1"/>
                  </a:lnTo>
                  <a:lnTo>
                    <a:pt x="23479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3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4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7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1"/>
                  </a:lnTo>
                  <a:lnTo>
                    <a:pt x="23865" y="3514"/>
                  </a:lnTo>
                  <a:lnTo>
                    <a:pt x="23788" y="3398"/>
                  </a:lnTo>
                  <a:lnTo>
                    <a:pt x="23749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7"/>
                  </a:lnTo>
                  <a:lnTo>
                    <a:pt x="24097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0"/>
                  </a:lnTo>
                  <a:lnTo>
                    <a:pt x="16567" y="5406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3"/>
                  </a:lnTo>
                  <a:lnTo>
                    <a:pt x="15679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7"/>
                  </a:lnTo>
                  <a:lnTo>
                    <a:pt x="15949" y="5020"/>
                  </a:lnTo>
                  <a:lnTo>
                    <a:pt x="16065" y="4981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7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4" y="5290"/>
                  </a:lnTo>
                  <a:lnTo>
                    <a:pt x="23826" y="5097"/>
                  </a:lnTo>
                  <a:lnTo>
                    <a:pt x="23788" y="4981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0"/>
                  </a:lnTo>
                  <a:lnTo>
                    <a:pt x="17107" y="5175"/>
                  </a:lnTo>
                  <a:lnTo>
                    <a:pt x="17185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1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599"/>
                  </a:lnTo>
                  <a:lnTo>
                    <a:pt x="14250" y="5445"/>
                  </a:lnTo>
                  <a:lnTo>
                    <a:pt x="14366" y="5368"/>
                  </a:lnTo>
                  <a:lnTo>
                    <a:pt x="14443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3" y="5561"/>
                  </a:lnTo>
                  <a:lnTo>
                    <a:pt x="19308" y="5677"/>
                  </a:lnTo>
                  <a:lnTo>
                    <a:pt x="19386" y="5831"/>
                  </a:lnTo>
                  <a:lnTo>
                    <a:pt x="19386" y="5985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1" y="5677"/>
                  </a:lnTo>
                  <a:lnTo>
                    <a:pt x="18845" y="5522"/>
                  </a:lnTo>
                  <a:lnTo>
                    <a:pt x="18999" y="5483"/>
                  </a:lnTo>
                  <a:close/>
                  <a:moveTo>
                    <a:pt x="20197" y="6063"/>
                  </a:moveTo>
                  <a:lnTo>
                    <a:pt x="20351" y="6101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9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2" y="6951"/>
                  </a:lnTo>
                  <a:lnTo>
                    <a:pt x="20467" y="6758"/>
                  </a:lnTo>
                  <a:lnTo>
                    <a:pt x="20081" y="6565"/>
                  </a:lnTo>
                  <a:lnTo>
                    <a:pt x="19810" y="6410"/>
                  </a:lnTo>
                  <a:lnTo>
                    <a:pt x="19849" y="6294"/>
                  </a:lnTo>
                  <a:lnTo>
                    <a:pt x="19888" y="6179"/>
                  </a:lnTo>
                  <a:lnTo>
                    <a:pt x="20003" y="6140"/>
                  </a:lnTo>
                  <a:lnTo>
                    <a:pt x="20081" y="6101"/>
                  </a:lnTo>
                  <a:lnTo>
                    <a:pt x="20197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2" y="5985"/>
                  </a:lnTo>
                  <a:lnTo>
                    <a:pt x="24019" y="6024"/>
                  </a:lnTo>
                  <a:lnTo>
                    <a:pt x="24097" y="6024"/>
                  </a:lnTo>
                  <a:lnTo>
                    <a:pt x="23942" y="6294"/>
                  </a:lnTo>
                  <a:lnTo>
                    <a:pt x="23749" y="6565"/>
                  </a:lnTo>
                  <a:lnTo>
                    <a:pt x="23517" y="6796"/>
                  </a:lnTo>
                  <a:lnTo>
                    <a:pt x="23247" y="6989"/>
                  </a:lnTo>
                  <a:lnTo>
                    <a:pt x="23208" y="6951"/>
                  </a:lnTo>
                  <a:lnTo>
                    <a:pt x="23093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4" y="6179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1"/>
                  </a:moveTo>
                  <a:lnTo>
                    <a:pt x="13478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9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7" y="6951"/>
                  </a:lnTo>
                  <a:lnTo>
                    <a:pt x="12628" y="6796"/>
                  </a:lnTo>
                  <a:lnTo>
                    <a:pt x="12628" y="6681"/>
                  </a:lnTo>
                  <a:lnTo>
                    <a:pt x="12667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1"/>
                  </a:lnTo>
                  <a:close/>
                  <a:moveTo>
                    <a:pt x="22166" y="6565"/>
                  </a:moveTo>
                  <a:lnTo>
                    <a:pt x="22282" y="6603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5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4" y="7105"/>
                  </a:lnTo>
                  <a:lnTo>
                    <a:pt x="21471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50" y="6565"/>
                  </a:lnTo>
                  <a:close/>
                  <a:moveTo>
                    <a:pt x="12280" y="7414"/>
                  </a:moveTo>
                  <a:lnTo>
                    <a:pt x="12474" y="7453"/>
                  </a:lnTo>
                  <a:lnTo>
                    <a:pt x="12126" y="7993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3" y="8109"/>
                  </a:lnTo>
                  <a:lnTo>
                    <a:pt x="11663" y="7955"/>
                  </a:lnTo>
                  <a:lnTo>
                    <a:pt x="11663" y="7839"/>
                  </a:lnTo>
                  <a:lnTo>
                    <a:pt x="11740" y="7723"/>
                  </a:lnTo>
                  <a:lnTo>
                    <a:pt x="11817" y="7607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5" y="7414"/>
                  </a:lnTo>
                  <a:close/>
                  <a:moveTo>
                    <a:pt x="2241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50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1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9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3" y="8997"/>
                  </a:moveTo>
                  <a:lnTo>
                    <a:pt x="11470" y="9499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8" y="9847"/>
                  </a:lnTo>
                  <a:lnTo>
                    <a:pt x="10929" y="9692"/>
                  </a:lnTo>
                  <a:lnTo>
                    <a:pt x="10929" y="9577"/>
                  </a:lnTo>
                  <a:lnTo>
                    <a:pt x="10968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70" y="8997"/>
                  </a:lnTo>
                  <a:close/>
                  <a:moveTo>
                    <a:pt x="3785" y="9770"/>
                  </a:moveTo>
                  <a:lnTo>
                    <a:pt x="3901" y="9808"/>
                  </a:lnTo>
                  <a:lnTo>
                    <a:pt x="4017" y="9886"/>
                  </a:lnTo>
                  <a:lnTo>
                    <a:pt x="4094" y="10001"/>
                  </a:lnTo>
                  <a:lnTo>
                    <a:pt x="4133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5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4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2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1" y="10619"/>
                  </a:moveTo>
                  <a:lnTo>
                    <a:pt x="10968" y="11198"/>
                  </a:lnTo>
                  <a:lnTo>
                    <a:pt x="10736" y="11739"/>
                  </a:lnTo>
                  <a:lnTo>
                    <a:pt x="10659" y="11700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6" y="10967"/>
                  </a:lnTo>
                  <a:lnTo>
                    <a:pt x="10581" y="10812"/>
                  </a:lnTo>
                  <a:lnTo>
                    <a:pt x="10736" y="10696"/>
                  </a:lnTo>
                  <a:lnTo>
                    <a:pt x="10929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7" y="11662"/>
                  </a:lnTo>
                  <a:lnTo>
                    <a:pt x="6334" y="11778"/>
                  </a:lnTo>
                  <a:lnTo>
                    <a:pt x="6372" y="12009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0"/>
                  </a:lnTo>
                  <a:lnTo>
                    <a:pt x="5446" y="11623"/>
                  </a:lnTo>
                  <a:lnTo>
                    <a:pt x="5561" y="11546"/>
                  </a:lnTo>
                  <a:lnTo>
                    <a:pt x="5639" y="11507"/>
                  </a:lnTo>
                  <a:lnTo>
                    <a:pt x="5755" y="11469"/>
                  </a:lnTo>
                  <a:close/>
                  <a:moveTo>
                    <a:pt x="10543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1" y="12936"/>
                  </a:lnTo>
                  <a:lnTo>
                    <a:pt x="9771" y="12859"/>
                  </a:lnTo>
                  <a:lnTo>
                    <a:pt x="9655" y="12666"/>
                  </a:lnTo>
                  <a:lnTo>
                    <a:pt x="9655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4" y="12164"/>
                  </a:lnTo>
                  <a:lnTo>
                    <a:pt x="10157" y="12087"/>
                  </a:lnTo>
                  <a:lnTo>
                    <a:pt x="10543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40" y="13206"/>
                  </a:lnTo>
                  <a:lnTo>
                    <a:pt x="7338" y="13013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4" y="12627"/>
                  </a:moveTo>
                  <a:lnTo>
                    <a:pt x="8960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9" y="13206"/>
                  </a:lnTo>
                  <a:lnTo>
                    <a:pt x="9037" y="13284"/>
                  </a:lnTo>
                  <a:lnTo>
                    <a:pt x="8805" y="13322"/>
                  </a:lnTo>
                  <a:lnTo>
                    <a:pt x="8573" y="13322"/>
                  </a:lnTo>
                  <a:lnTo>
                    <a:pt x="8303" y="13284"/>
                  </a:lnTo>
                  <a:lnTo>
                    <a:pt x="8303" y="13206"/>
                  </a:lnTo>
                  <a:lnTo>
                    <a:pt x="8342" y="13013"/>
                  </a:lnTo>
                  <a:lnTo>
                    <a:pt x="8419" y="12820"/>
                  </a:lnTo>
                  <a:lnTo>
                    <a:pt x="8573" y="12704"/>
                  </a:lnTo>
                  <a:lnTo>
                    <a:pt x="8651" y="12666"/>
                  </a:lnTo>
                  <a:lnTo>
                    <a:pt x="8767" y="12627"/>
                  </a:lnTo>
                  <a:close/>
                  <a:moveTo>
                    <a:pt x="22977" y="0"/>
                  </a:moveTo>
                  <a:lnTo>
                    <a:pt x="22900" y="39"/>
                  </a:lnTo>
                  <a:lnTo>
                    <a:pt x="22822" y="77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900" y="772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1" y="1506"/>
                  </a:lnTo>
                  <a:lnTo>
                    <a:pt x="22591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1" y="2278"/>
                  </a:lnTo>
                  <a:lnTo>
                    <a:pt x="23054" y="2394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2" y="2703"/>
                  </a:lnTo>
                  <a:lnTo>
                    <a:pt x="23363" y="2896"/>
                  </a:lnTo>
                  <a:lnTo>
                    <a:pt x="23324" y="3089"/>
                  </a:lnTo>
                  <a:lnTo>
                    <a:pt x="23363" y="3282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0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79"/>
                  </a:lnTo>
                  <a:lnTo>
                    <a:pt x="23479" y="4750"/>
                  </a:lnTo>
                  <a:lnTo>
                    <a:pt x="23440" y="4904"/>
                  </a:lnTo>
                  <a:lnTo>
                    <a:pt x="23440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2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5" y="6294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4"/>
                  </a:lnTo>
                  <a:lnTo>
                    <a:pt x="21509" y="6410"/>
                  </a:lnTo>
                  <a:lnTo>
                    <a:pt x="21355" y="6565"/>
                  </a:lnTo>
                  <a:lnTo>
                    <a:pt x="21201" y="6796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8"/>
                  </a:lnTo>
                  <a:lnTo>
                    <a:pt x="20583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1" y="5792"/>
                  </a:lnTo>
                  <a:lnTo>
                    <a:pt x="19888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3"/>
                  </a:lnTo>
                  <a:lnTo>
                    <a:pt x="19463" y="5329"/>
                  </a:lnTo>
                  <a:lnTo>
                    <a:pt x="19386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0"/>
                  </a:lnTo>
                  <a:lnTo>
                    <a:pt x="18497" y="5406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2" y="4981"/>
                  </a:lnTo>
                  <a:lnTo>
                    <a:pt x="18304" y="4866"/>
                  </a:lnTo>
                  <a:lnTo>
                    <a:pt x="18189" y="4750"/>
                  </a:lnTo>
                  <a:lnTo>
                    <a:pt x="18073" y="4673"/>
                  </a:lnTo>
                  <a:lnTo>
                    <a:pt x="17957" y="4595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8" y="4595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6" y="5097"/>
                  </a:lnTo>
                  <a:lnTo>
                    <a:pt x="16760" y="4943"/>
                  </a:lnTo>
                  <a:lnTo>
                    <a:pt x="16605" y="4788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1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7" y="5175"/>
                  </a:lnTo>
                  <a:lnTo>
                    <a:pt x="15022" y="5059"/>
                  </a:lnTo>
                  <a:lnTo>
                    <a:pt x="14829" y="4981"/>
                  </a:lnTo>
                  <a:lnTo>
                    <a:pt x="14636" y="4943"/>
                  </a:lnTo>
                  <a:lnTo>
                    <a:pt x="14443" y="4981"/>
                  </a:lnTo>
                  <a:lnTo>
                    <a:pt x="14288" y="5020"/>
                  </a:lnTo>
                  <a:lnTo>
                    <a:pt x="14134" y="5097"/>
                  </a:lnTo>
                  <a:lnTo>
                    <a:pt x="14057" y="5175"/>
                  </a:lnTo>
                  <a:lnTo>
                    <a:pt x="13941" y="5290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2" y="5715"/>
                  </a:lnTo>
                  <a:lnTo>
                    <a:pt x="13169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89"/>
                  </a:lnTo>
                  <a:lnTo>
                    <a:pt x="12165" y="7028"/>
                  </a:lnTo>
                  <a:lnTo>
                    <a:pt x="11894" y="7105"/>
                  </a:lnTo>
                  <a:lnTo>
                    <a:pt x="11663" y="7221"/>
                  </a:lnTo>
                  <a:lnTo>
                    <a:pt x="11508" y="7414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3"/>
                  </a:lnTo>
                  <a:lnTo>
                    <a:pt x="11315" y="8148"/>
                  </a:lnTo>
                  <a:lnTo>
                    <a:pt x="11354" y="8302"/>
                  </a:lnTo>
                  <a:lnTo>
                    <a:pt x="11392" y="8457"/>
                  </a:lnTo>
                  <a:lnTo>
                    <a:pt x="11470" y="8611"/>
                  </a:lnTo>
                  <a:lnTo>
                    <a:pt x="11199" y="8650"/>
                  </a:lnTo>
                  <a:lnTo>
                    <a:pt x="10968" y="8804"/>
                  </a:lnTo>
                  <a:lnTo>
                    <a:pt x="10774" y="8997"/>
                  </a:lnTo>
                  <a:lnTo>
                    <a:pt x="10659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0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5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3" y="12087"/>
                  </a:lnTo>
                  <a:lnTo>
                    <a:pt x="9384" y="12202"/>
                  </a:lnTo>
                  <a:lnTo>
                    <a:pt x="9346" y="12318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8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5" y="12550"/>
                  </a:lnTo>
                  <a:lnTo>
                    <a:pt x="8187" y="12704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2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9" y="11894"/>
                  </a:lnTo>
                  <a:lnTo>
                    <a:pt x="6681" y="11700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4"/>
                  </a:lnTo>
                  <a:lnTo>
                    <a:pt x="6218" y="11198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6" y="10735"/>
                  </a:lnTo>
                  <a:lnTo>
                    <a:pt x="5330" y="10503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4" y="10310"/>
                  </a:lnTo>
                  <a:lnTo>
                    <a:pt x="4828" y="10310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6" y="9499"/>
                  </a:lnTo>
                  <a:lnTo>
                    <a:pt x="3901" y="9461"/>
                  </a:lnTo>
                  <a:lnTo>
                    <a:pt x="3747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5"/>
                  </a:lnTo>
                  <a:lnTo>
                    <a:pt x="3013" y="9770"/>
                  </a:lnTo>
                  <a:lnTo>
                    <a:pt x="2974" y="9615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4" y="9036"/>
                  </a:lnTo>
                  <a:lnTo>
                    <a:pt x="2241" y="8997"/>
                  </a:lnTo>
                  <a:lnTo>
                    <a:pt x="2048" y="9036"/>
                  </a:lnTo>
                  <a:lnTo>
                    <a:pt x="1854" y="9113"/>
                  </a:lnTo>
                  <a:lnTo>
                    <a:pt x="1700" y="9190"/>
                  </a:lnTo>
                  <a:lnTo>
                    <a:pt x="1546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0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0"/>
                  </a:lnTo>
                  <a:lnTo>
                    <a:pt x="812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9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09"/>
                  </a:lnTo>
                  <a:lnTo>
                    <a:pt x="3554" y="11932"/>
                  </a:lnTo>
                  <a:lnTo>
                    <a:pt x="3515" y="11816"/>
                  </a:lnTo>
                  <a:lnTo>
                    <a:pt x="3438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5" y="11816"/>
                  </a:lnTo>
                  <a:lnTo>
                    <a:pt x="3052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8" y="12666"/>
                  </a:lnTo>
                  <a:lnTo>
                    <a:pt x="1739" y="12704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2"/>
                  </a:lnTo>
                  <a:lnTo>
                    <a:pt x="619" y="12048"/>
                  </a:lnTo>
                  <a:lnTo>
                    <a:pt x="542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2" y="11198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19"/>
                  </a:lnTo>
                  <a:lnTo>
                    <a:pt x="1044" y="10542"/>
                  </a:lnTo>
                  <a:lnTo>
                    <a:pt x="1237" y="10465"/>
                  </a:lnTo>
                  <a:lnTo>
                    <a:pt x="1430" y="10388"/>
                  </a:lnTo>
                  <a:lnTo>
                    <a:pt x="1739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4"/>
                  </a:lnTo>
                  <a:lnTo>
                    <a:pt x="6257" y="12975"/>
                  </a:lnTo>
                  <a:lnTo>
                    <a:pt x="6681" y="13206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8" y="13786"/>
                  </a:lnTo>
                  <a:lnTo>
                    <a:pt x="8921" y="13786"/>
                  </a:lnTo>
                  <a:lnTo>
                    <a:pt x="9346" y="13708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9" y="12782"/>
                  </a:lnTo>
                  <a:lnTo>
                    <a:pt x="10929" y="12473"/>
                  </a:lnTo>
                  <a:lnTo>
                    <a:pt x="11122" y="12125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3" y="10696"/>
                  </a:lnTo>
                  <a:lnTo>
                    <a:pt x="11972" y="9615"/>
                  </a:lnTo>
                  <a:lnTo>
                    <a:pt x="12126" y="9113"/>
                  </a:lnTo>
                  <a:lnTo>
                    <a:pt x="12358" y="8611"/>
                  </a:lnTo>
                  <a:lnTo>
                    <a:pt x="12589" y="8109"/>
                  </a:lnTo>
                  <a:lnTo>
                    <a:pt x="12937" y="7646"/>
                  </a:lnTo>
                  <a:lnTo>
                    <a:pt x="13284" y="7298"/>
                  </a:lnTo>
                  <a:lnTo>
                    <a:pt x="13632" y="6989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70" y="6101"/>
                  </a:lnTo>
                  <a:lnTo>
                    <a:pt x="15833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5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1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8"/>
                  </a:lnTo>
                  <a:lnTo>
                    <a:pt x="24058" y="6989"/>
                  </a:lnTo>
                  <a:lnTo>
                    <a:pt x="24367" y="6642"/>
                  </a:lnTo>
                  <a:lnTo>
                    <a:pt x="24599" y="6294"/>
                  </a:lnTo>
                  <a:lnTo>
                    <a:pt x="24753" y="5908"/>
                  </a:lnTo>
                  <a:lnTo>
                    <a:pt x="24869" y="5483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2"/>
                  </a:lnTo>
                  <a:lnTo>
                    <a:pt x="24792" y="2858"/>
                  </a:lnTo>
                  <a:lnTo>
                    <a:pt x="24637" y="2394"/>
                  </a:lnTo>
                  <a:lnTo>
                    <a:pt x="24444" y="1970"/>
                  </a:lnTo>
                  <a:lnTo>
                    <a:pt x="24251" y="1583"/>
                  </a:lnTo>
                  <a:lnTo>
                    <a:pt x="24058" y="1197"/>
                  </a:lnTo>
                  <a:lnTo>
                    <a:pt x="23788" y="811"/>
                  </a:lnTo>
                  <a:lnTo>
                    <a:pt x="23942" y="386"/>
                  </a:lnTo>
                  <a:lnTo>
                    <a:pt x="23595" y="232"/>
                  </a:lnTo>
                  <a:lnTo>
                    <a:pt x="23208" y="116"/>
                  </a:lnTo>
                  <a:lnTo>
                    <a:pt x="23170" y="77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669;p20"/>
            <p:cNvSpPr/>
            <p:nvPr/>
          </p:nvSpPr>
          <p:spPr>
            <a:xfrm>
              <a:off x="1687125" y="961000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1"/>
                  </a:moveTo>
                  <a:lnTo>
                    <a:pt x="3438" y="464"/>
                  </a:lnTo>
                  <a:lnTo>
                    <a:pt x="3785" y="657"/>
                  </a:lnTo>
                  <a:lnTo>
                    <a:pt x="4094" y="889"/>
                  </a:lnTo>
                  <a:lnTo>
                    <a:pt x="4364" y="1159"/>
                  </a:lnTo>
                  <a:lnTo>
                    <a:pt x="4635" y="1468"/>
                  </a:lnTo>
                  <a:lnTo>
                    <a:pt x="4866" y="1777"/>
                  </a:lnTo>
                  <a:lnTo>
                    <a:pt x="5059" y="2086"/>
                  </a:lnTo>
                  <a:lnTo>
                    <a:pt x="5253" y="2472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61" y="3592"/>
                  </a:lnTo>
                  <a:lnTo>
                    <a:pt x="5600" y="4017"/>
                  </a:lnTo>
                  <a:lnTo>
                    <a:pt x="5600" y="4403"/>
                  </a:lnTo>
                  <a:lnTo>
                    <a:pt x="5561" y="4828"/>
                  </a:lnTo>
                  <a:lnTo>
                    <a:pt x="5523" y="5214"/>
                  </a:lnTo>
                  <a:lnTo>
                    <a:pt x="5446" y="5639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99"/>
                  </a:lnTo>
                  <a:lnTo>
                    <a:pt x="4519" y="7685"/>
                  </a:lnTo>
                  <a:lnTo>
                    <a:pt x="4249" y="8033"/>
                  </a:lnTo>
                  <a:lnTo>
                    <a:pt x="3940" y="8419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46"/>
                  </a:lnTo>
                  <a:lnTo>
                    <a:pt x="2549" y="9616"/>
                  </a:lnTo>
                  <a:lnTo>
                    <a:pt x="2163" y="9848"/>
                  </a:lnTo>
                  <a:lnTo>
                    <a:pt x="1739" y="10041"/>
                  </a:lnTo>
                  <a:lnTo>
                    <a:pt x="1352" y="10234"/>
                  </a:lnTo>
                  <a:lnTo>
                    <a:pt x="889" y="10427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5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49" y="10234"/>
                  </a:lnTo>
                  <a:lnTo>
                    <a:pt x="2974" y="9963"/>
                  </a:lnTo>
                  <a:lnTo>
                    <a:pt x="3399" y="9654"/>
                  </a:lnTo>
                  <a:lnTo>
                    <a:pt x="3785" y="9307"/>
                  </a:lnTo>
                  <a:lnTo>
                    <a:pt x="4171" y="8921"/>
                  </a:lnTo>
                  <a:lnTo>
                    <a:pt x="4519" y="8535"/>
                  </a:lnTo>
                  <a:lnTo>
                    <a:pt x="4828" y="8148"/>
                  </a:lnTo>
                  <a:lnTo>
                    <a:pt x="5098" y="7685"/>
                  </a:lnTo>
                  <a:lnTo>
                    <a:pt x="5368" y="7260"/>
                  </a:lnTo>
                  <a:lnTo>
                    <a:pt x="5600" y="6797"/>
                  </a:lnTo>
                  <a:lnTo>
                    <a:pt x="5793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94"/>
                  </a:lnTo>
                  <a:lnTo>
                    <a:pt x="6063" y="3669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5" y="2434"/>
                  </a:lnTo>
                  <a:lnTo>
                    <a:pt x="5561" y="2047"/>
                  </a:lnTo>
                  <a:lnTo>
                    <a:pt x="5368" y="1700"/>
                  </a:lnTo>
                  <a:lnTo>
                    <a:pt x="5137" y="1352"/>
                  </a:lnTo>
                  <a:lnTo>
                    <a:pt x="4905" y="1005"/>
                  </a:lnTo>
                  <a:lnTo>
                    <a:pt x="4596" y="734"/>
                  </a:lnTo>
                  <a:lnTo>
                    <a:pt x="4287" y="464"/>
                  </a:lnTo>
                  <a:lnTo>
                    <a:pt x="3940" y="232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670;p20"/>
            <p:cNvSpPr/>
            <p:nvPr/>
          </p:nvSpPr>
          <p:spPr>
            <a:xfrm>
              <a:off x="4302325" y="9697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5" y="5599"/>
                  </a:lnTo>
                  <a:lnTo>
                    <a:pt x="5329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39" y="8380"/>
                  </a:lnTo>
                  <a:lnTo>
                    <a:pt x="3630" y="8727"/>
                  </a:lnTo>
                  <a:lnTo>
                    <a:pt x="3283" y="9036"/>
                  </a:lnTo>
                  <a:lnTo>
                    <a:pt x="2935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8" y="10040"/>
                  </a:lnTo>
                  <a:lnTo>
                    <a:pt x="1313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7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39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671;p20"/>
            <p:cNvSpPr/>
            <p:nvPr/>
          </p:nvSpPr>
          <p:spPr>
            <a:xfrm>
              <a:off x="5445325" y="9890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1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3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8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9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40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7" y="7183"/>
                  </a:lnTo>
                  <a:lnTo>
                    <a:pt x="12743" y="6681"/>
                  </a:lnTo>
                  <a:lnTo>
                    <a:pt x="12435" y="6218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6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672;p20"/>
            <p:cNvSpPr/>
            <p:nvPr/>
          </p:nvSpPr>
          <p:spPr>
            <a:xfrm>
              <a:off x="4674950" y="1001550"/>
              <a:ext cx="375575" cy="387150"/>
            </a:xfrm>
            <a:custGeom>
              <a:avLst/>
              <a:gdLst/>
              <a:ahLst/>
              <a:cxnLst/>
              <a:rect l="l" t="t" r="r" b="b"/>
              <a:pathLst>
                <a:path w="15023" h="15486" extrusionOk="0">
                  <a:moveTo>
                    <a:pt x="7492" y="503"/>
                  </a:moveTo>
                  <a:lnTo>
                    <a:pt x="8033" y="541"/>
                  </a:lnTo>
                  <a:lnTo>
                    <a:pt x="8612" y="580"/>
                  </a:lnTo>
                  <a:lnTo>
                    <a:pt x="9153" y="696"/>
                  </a:lnTo>
                  <a:lnTo>
                    <a:pt x="9693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1" y="1545"/>
                  </a:lnTo>
                  <a:lnTo>
                    <a:pt x="11624" y="1815"/>
                  </a:lnTo>
                  <a:lnTo>
                    <a:pt x="10813" y="2202"/>
                  </a:lnTo>
                  <a:lnTo>
                    <a:pt x="10079" y="2626"/>
                  </a:lnTo>
                  <a:lnTo>
                    <a:pt x="9307" y="3090"/>
                  </a:lnTo>
                  <a:lnTo>
                    <a:pt x="8612" y="3630"/>
                  </a:lnTo>
                  <a:lnTo>
                    <a:pt x="7956" y="4171"/>
                  </a:lnTo>
                  <a:lnTo>
                    <a:pt x="7299" y="4789"/>
                  </a:lnTo>
                  <a:lnTo>
                    <a:pt x="6720" y="5445"/>
                  </a:lnTo>
                  <a:lnTo>
                    <a:pt x="6141" y="6140"/>
                  </a:lnTo>
                  <a:lnTo>
                    <a:pt x="5639" y="6874"/>
                  </a:lnTo>
                  <a:lnTo>
                    <a:pt x="5214" y="7646"/>
                  </a:lnTo>
                  <a:lnTo>
                    <a:pt x="4789" y="8419"/>
                  </a:lnTo>
                  <a:lnTo>
                    <a:pt x="4480" y="9230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4" y="11778"/>
                  </a:lnTo>
                  <a:lnTo>
                    <a:pt x="3747" y="12666"/>
                  </a:lnTo>
                  <a:lnTo>
                    <a:pt x="3592" y="12666"/>
                  </a:lnTo>
                  <a:lnTo>
                    <a:pt x="3283" y="11855"/>
                  </a:lnTo>
                  <a:lnTo>
                    <a:pt x="3052" y="11044"/>
                  </a:lnTo>
                  <a:lnTo>
                    <a:pt x="2858" y="10195"/>
                  </a:lnTo>
                  <a:lnTo>
                    <a:pt x="2704" y="9345"/>
                  </a:lnTo>
                  <a:lnTo>
                    <a:pt x="2588" y="8534"/>
                  </a:lnTo>
                  <a:lnTo>
                    <a:pt x="2550" y="7685"/>
                  </a:lnTo>
                  <a:lnTo>
                    <a:pt x="2588" y="6797"/>
                  </a:lnTo>
                  <a:lnTo>
                    <a:pt x="2704" y="5947"/>
                  </a:lnTo>
                  <a:lnTo>
                    <a:pt x="2858" y="5214"/>
                  </a:lnTo>
                  <a:lnTo>
                    <a:pt x="3052" y="4519"/>
                  </a:lnTo>
                  <a:lnTo>
                    <a:pt x="3322" y="3823"/>
                  </a:lnTo>
                  <a:lnTo>
                    <a:pt x="3669" y="3206"/>
                  </a:lnTo>
                  <a:lnTo>
                    <a:pt x="4017" y="2588"/>
                  </a:lnTo>
                  <a:lnTo>
                    <a:pt x="4442" y="1970"/>
                  </a:lnTo>
                  <a:lnTo>
                    <a:pt x="4905" y="1429"/>
                  </a:lnTo>
                  <a:lnTo>
                    <a:pt x="5407" y="889"/>
                  </a:lnTo>
                  <a:lnTo>
                    <a:pt x="5909" y="734"/>
                  </a:lnTo>
                  <a:lnTo>
                    <a:pt x="6411" y="618"/>
                  </a:lnTo>
                  <a:lnTo>
                    <a:pt x="6952" y="541"/>
                  </a:lnTo>
                  <a:lnTo>
                    <a:pt x="7492" y="503"/>
                  </a:lnTo>
                  <a:close/>
                  <a:moveTo>
                    <a:pt x="11972" y="2086"/>
                  </a:moveTo>
                  <a:lnTo>
                    <a:pt x="12358" y="2433"/>
                  </a:lnTo>
                  <a:lnTo>
                    <a:pt x="12705" y="2819"/>
                  </a:lnTo>
                  <a:lnTo>
                    <a:pt x="13053" y="3206"/>
                  </a:lnTo>
                  <a:lnTo>
                    <a:pt x="13323" y="3669"/>
                  </a:lnTo>
                  <a:lnTo>
                    <a:pt x="13593" y="4094"/>
                  </a:lnTo>
                  <a:lnTo>
                    <a:pt x="13864" y="4596"/>
                  </a:lnTo>
                  <a:lnTo>
                    <a:pt x="14057" y="5098"/>
                  </a:lnTo>
                  <a:lnTo>
                    <a:pt x="14211" y="5600"/>
                  </a:lnTo>
                  <a:lnTo>
                    <a:pt x="14327" y="6102"/>
                  </a:lnTo>
                  <a:lnTo>
                    <a:pt x="14443" y="6642"/>
                  </a:lnTo>
                  <a:lnTo>
                    <a:pt x="13671" y="6681"/>
                  </a:lnTo>
                  <a:lnTo>
                    <a:pt x="12898" y="6797"/>
                  </a:lnTo>
                  <a:lnTo>
                    <a:pt x="12165" y="6951"/>
                  </a:lnTo>
                  <a:lnTo>
                    <a:pt x="11392" y="7144"/>
                  </a:lnTo>
                  <a:lnTo>
                    <a:pt x="10659" y="7415"/>
                  </a:lnTo>
                  <a:lnTo>
                    <a:pt x="9964" y="7724"/>
                  </a:lnTo>
                  <a:lnTo>
                    <a:pt x="9230" y="8032"/>
                  </a:lnTo>
                  <a:lnTo>
                    <a:pt x="8535" y="8419"/>
                  </a:lnTo>
                  <a:lnTo>
                    <a:pt x="7878" y="8843"/>
                  </a:lnTo>
                  <a:lnTo>
                    <a:pt x="7261" y="9307"/>
                  </a:lnTo>
                  <a:lnTo>
                    <a:pt x="6643" y="9809"/>
                  </a:lnTo>
                  <a:lnTo>
                    <a:pt x="6102" y="10349"/>
                  </a:lnTo>
                  <a:lnTo>
                    <a:pt x="5561" y="10890"/>
                  </a:lnTo>
                  <a:lnTo>
                    <a:pt x="5098" y="11508"/>
                  </a:lnTo>
                  <a:lnTo>
                    <a:pt x="4635" y="12126"/>
                  </a:lnTo>
                  <a:lnTo>
                    <a:pt x="4249" y="12821"/>
                  </a:lnTo>
                  <a:lnTo>
                    <a:pt x="4133" y="12743"/>
                  </a:lnTo>
                  <a:lnTo>
                    <a:pt x="3978" y="12666"/>
                  </a:lnTo>
                  <a:lnTo>
                    <a:pt x="4094" y="11817"/>
                  </a:lnTo>
                  <a:lnTo>
                    <a:pt x="4326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4" y="8496"/>
                  </a:lnTo>
                  <a:lnTo>
                    <a:pt x="5600" y="7724"/>
                  </a:lnTo>
                  <a:lnTo>
                    <a:pt x="6025" y="6990"/>
                  </a:lnTo>
                  <a:lnTo>
                    <a:pt x="6527" y="6295"/>
                  </a:lnTo>
                  <a:lnTo>
                    <a:pt x="7067" y="5600"/>
                  </a:lnTo>
                  <a:lnTo>
                    <a:pt x="7608" y="4982"/>
                  </a:lnTo>
                  <a:lnTo>
                    <a:pt x="8226" y="4403"/>
                  </a:lnTo>
                  <a:lnTo>
                    <a:pt x="8921" y="3823"/>
                  </a:lnTo>
                  <a:lnTo>
                    <a:pt x="9616" y="3321"/>
                  </a:lnTo>
                  <a:lnTo>
                    <a:pt x="10350" y="2858"/>
                  </a:lnTo>
                  <a:lnTo>
                    <a:pt x="11122" y="2472"/>
                  </a:lnTo>
                  <a:lnTo>
                    <a:pt x="11972" y="2086"/>
                  </a:lnTo>
                  <a:close/>
                  <a:moveTo>
                    <a:pt x="14482" y="6990"/>
                  </a:moveTo>
                  <a:lnTo>
                    <a:pt x="14482" y="7839"/>
                  </a:lnTo>
                  <a:lnTo>
                    <a:pt x="14443" y="8689"/>
                  </a:lnTo>
                  <a:lnTo>
                    <a:pt x="14288" y="9538"/>
                  </a:lnTo>
                  <a:lnTo>
                    <a:pt x="14173" y="9963"/>
                  </a:lnTo>
                  <a:lnTo>
                    <a:pt x="14057" y="10349"/>
                  </a:lnTo>
                  <a:lnTo>
                    <a:pt x="13902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3" y="12241"/>
                  </a:lnTo>
                  <a:lnTo>
                    <a:pt x="12782" y="12589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2" y="13052"/>
                  </a:lnTo>
                  <a:lnTo>
                    <a:pt x="11701" y="12937"/>
                  </a:lnTo>
                  <a:lnTo>
                    <a:pt x="11122" y="12782"/>
                  </a:lnTo>
                  <a:lnTo>
                    <a:pt x="10543" y="12628"/>
                  </a:lnTo>
                  <a:lnTo>
                    <a:pt x="10002" y="12550"/>
                  </a:lnTo>
                  <a:lnTo>
                    <a:pt x="9423" y="12512"/>
                  </a:lnTo>
                  <a:lnTo>
                    <a:pt x="8844" y="12473"/>
                  </a:lnTo>
                  <a:lnTo>
                    <a:pt x="8303" y="12473"/>
                  </a:lnTo>
                  <a:lnTo>
                    <a:pt x="7763" y="12512"/>
                  </a:lnTo>
                  <a:lnTo>
                    <a:pt x="7222" y="12589"/>
                  </a:lnTo>
                  <a:lnTo>
                    <a:pt x="6720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1"/>
                  </a:lnTo>
                  <a:lnTo>
                    <a:pt x="4557" y="13130"/>
                  </a:lnTo>
                  <a:lnTo>
                    <a:pt x="4442" y="12937"/>
                  </a:lnTo>
                  <a:lnTo>
                    <a:pt x="4905" y="12319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1" y="10620"/>
                  </a:lnTo>
                  <a:lnTo>
                    <a:pt x="6990" y="10118"/>
                  </a:lnTo>
                  <a:lnTo>
                    <a:pt x="7569" y="9654"/>
                  </a:lnTo>
                  <a:lnTo>
                    <a:pt x="8149" y="9230"/>
                  </a:lnTo>
                  <a:lnTo>
                    <a:pt x="8767" y="8805"/>
                  </a:lnTo>
                  <a:lnTo>
                    <a:pt x="9423" y="8457"/>
                  </a:lnTo>
                  <a:lnTo>
                    <a:pt x="10079" y="8110"/>
                  </a:lnTo>
                  <a:lnTo>
                    <a:pt x="10736" y="7839"/>
                  </a:lnTo>
                  <a:lnTo>
                    <a:pt x="11470" y="7569"/>
                  </a:lnTo>
                  <a:lnTo>
                    <a:pt x="12165" y="7376"/>
                  </a:lnTo>
                  <a:lnTo>
                    <a:pt x="12937" y="7183"/>
                  </a:lnTo>
                  <a:lnTo>
                    <a:pt x="13671" y="7067"/>
                  </a:lnTo>
                  <a:lnTo>
                    <a:pt x="14482" y="6990"/>
                  </a:lnTo>
                  <a:close/>
                  <a:moveTo>
                    <a:pt x="4519" y="1236"/>
                  </a:moveTo>
                  <a:lnTo>
                    <a:pt x="4055" y="1854"/>
                  </a:lnTo>
                  <a:lnTo>
                    <a:pt x="3631" y="2472"/>
                  </a:lnTo>
                  <a:lnTo>
                    <a:pt x="3245" y="3128"/>
                  </a:lnTo>
                  <a:lnTo>
                    <a:pt x="2936" y="3823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8" y="6025"/>
                  </a:lnTo>
                  <a:lnTo>
                    <a:pt x="2241" y="6797"/>
                  </a:lnTo>
                  <a:lnTo>
                    <a:pt x="2202" y="7569"/>
                  </a:lnTo>
                  <a:lnTo>
                    <a:pt x="2202" y="8341"/>
                  </a:lnTo>
                  <a:lnTo>
                    <a:pt x="2279" y="9114"/>
                  </a:lnTo>
                  <a:lnTo>
                    <a:pt x="2395" y="9886"/>
                  </a:lnTo>
                  <a:lnTo>
                    <a:pt x="2550" y="10620"/>
                  </a:lnTo>
                  <a:lnTo>
                    <a:pt x="2781" y="11353"/>
                  </a:lnTo>
                  <a:lnTo>
                    <a:pt x="3013" y="12087"/>
                  </a:lnTo>
                  <a:lnTo>
                    <a:pt x="3322" y="12743"/>
                  </a:lnTo>
                  <a:lnTo>
                    <a:pt x="3129" y="12898"/>
                  </a:lnTo>
                  <a:lnTo>
                    <a:pt x="2936" y="13052"/>
                  </a:lnTo>
                  <a:lnTo>
                    <a:pt x="2820" y="13245"/>
                  </a:lnTo>
                  <a:lnTo>
                    <a:pt x="2743" y="13439"/>
                  </a:lnTo>
                  <a:lnTo>
                    <a:pt x="2395" y="13014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7" y="11624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9" y="10118"/>
                  </a:lnTo>
                  <a:lnTo>
                    <a:pt x="735" y="9616"/>
                  </a:lnTo>
                  <a:lnTo>
                    <a:pt x="619" y="9114"/>
                  </a:lnTo>
                  <a:lnTo>
                    <a:pt x="542" y="8573"/>
                  </a:lnTo>
                  <a:lnTo>
                    <a:pt x="503" y="8032"/>
                  </a:lnTo>
                  <a:lnTo>
                    <a:pt x="503" y="7492"/>
                  </a:lnTo>
                  <a:lnTo>
                    <a:pt x="542" y="6951"/>
                  </a:lnTo>
                  <a:lnTo>
                    <a:pt x="619" y="6411"/>
                  </a:lnTo>
                  <a:lnTo>
                    <a:pt x="773" y="5870"/>
                  </a:lnTo>
                  <a:lnTo>
                    <a:pt x="928" y="5329"/>
                  </a:lnTo>
                  <a:lnTo>
                    <a:pt x="1198" y="4673"/>
                  </a:lnTo>
                  <a:lnTo>
                    <a:pt x="1546" y="4055"/>
                  </a:lnTo>
                  <a:lnTo>
                    <a:pt x="1932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2009"/>
                  </a:lnTo>
                  <a:lnTo>
                    <a:pt x="3940" y="1584"/>
                  </a:lnTo>
                  <a:lnTo>
                    <a:pt x="4519" y="1236"/>
                  </a:lnTo>
                  <a:close/>
                  <a:moveTo>
                    <a:pt x="3862" y="12975"/>
                  </a:moveTo>
                  <a:lnTo>
                    <a:pt x="4017" y="13052"/>
                  </a:lnTo>
                  <a:lnTo>
                    <a:pt x="4171" y="13168"/>
                  </a:lnTo>
                  <a:lnTo>
                    <a:pt x="4287" y="13284"/>
                  </a:lnTo>
                  <a:lnTo>
                    <a:pt x="4326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6" y="13941"/>
                  </a:lnTo>
                  <a:lnTo>
                    <a:pt x="4210" y="14095"/>
                  </a:lnTo>
                  <a:lnTo>
                    <a:pt x="3785" y="13825"/>
                  </a:lnTo>
                  <a:lnTo>
                    <a:pt x="3360" y="13477"/>
                  </a:lnTo>
                  <a:lnTo>
                    <a:pt x="3245" y="13439"/>
                  </a:lnTo>
                  <a:lnTo>
                    <a:pt x="3167" y="13439"/>
                  </a:lnTo>
                  <a:lnTo>
                    <a:pt x="3052" y="13477"/>
                  </a:lnTo>
                  <a:lnTo>
                    <a:pt x="2974" y="13516"/>
                  </a:lnTo>
                  <a:lnTo>
                    <a:pt x="3052" y="13361"/>
                  </a:lnTo>
                  <a:lnTo>
                    <a:pt x="3167" y="13207"/>
                  </a:lnTo>
                  <a:lnTo>
                    <a:pt x="3322" y="13130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53" y="12859"/>
                  </a:moveTo>
                  <a:lnTo>
                    <a:pt x="9616" y="12898"/>
                  </a:lnTo>
                  <a:lnTo>
                    <a:pt x="10118" y="12975"/>
                  </a:lnTo>
                  <a:lnTo>
                    <a:pt x="10504" y="13014"/>
                  </a:lnTo>
                  <a:lnTo>
                    <a:pt x="11006" y="13130"/>
                  </a:lnTo>
                  <a:lnTo>
                    <a:pt x="11508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8"/>
                  </a:lnTo>
                  <a:lnTo>
                    <a:pt x="10659" y="14249"/>
                  </a:lnTo>
                  <a:lnTo>
                    <a:pt x="10234" y="14443"/>
                  </a:lnTo>
                  <a:lnTo>
                    <a:pt x="9770" y="14636"/>
                  </a:lnTo>
                  <a:lnTo>
                    <a:pt x="9307" y="14751"/>
                  </a:lnTo>
                  <a:lnTo>
                    <a:pt x="8844" y="14867"/>
                  </a:lnTo>
                  <a:lnTo>
                    <a:pt x="8342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3" y="14945"/>
                  </a:lnTo>
                  <a:lnTo>
                    <a:pt x="6411" y="14867"/>
                  </a:lnTo>
                  <a:lnTo>
                    <a:pt x="5948" y="14790"/>
                  </a:lnTo>
                  <a:lnTo>
                    <a:pt x="5484" y="14636"/>
                  </a:lnTo>
                  <a:lnTo>
                    <a:pt x="5021" y="14481"/>
                  </a:lnTo>
                  <a:lnTo>
                    <a:pt x="4596" y="14288"/>
                  </a:lnTo>
                  <a:lnTo>
                    <a:pt x="4712" y="14018"/>
                  </a:lnTo>
                  <a:lnTo>
                    <a:pt x="4751" y="13747"/>
                  </a:lnTo>
                  <a:lnTo>
                    <a:pt x="4712" y="13593"/>
                  </a:lnTo>
                  <a:lnTo>
                    <a:pt x="5561" y="13323"/>
                  </a:lnTo>
                  <a:lnTo>
                    <a:pt x="6411" y="13091"/>
                  </a:lnTo>
                  <a:lnTo>
                    <a:pt x="7299" y="12937"/>
                  </a:lnTo>
                  <a:lnTo>
                    <a:pt x="8187" y="12859"/>
                  </a:lnTo>
                  <a:close/>
                  <a:moveTo>
                    <a:pt x="7608" y="1"/>
                  </a:moveTo>
                  <a:lnTo>
                    <a:pt x="6990" y="39"/>
                  </a:lnTo>
                  <a:lnTo>
                    <a:pt x="6450" y="116"/>
                  </a:lnTo>
                  <a:lnTo>
                    <a:pt x="5870" y="232"/>
                  </a:lnTo>
                  <a:lnTo>
                    <a:pt x="5330" y="387"/>
                  </a:lnTo>
                  <a:lnTo>
                    <a:pt x="4789" y="580"/>
                  </a:lnTo>
                  <a:lnTo>
                    <a:pt x="4249" y="812"/>
                  </a:lnTo>
                  <a:lnTo>
                    <a:pt x="3785" y="1120"/>
                  </a:lnTo>
                  <a:lnTo>
                    <a:pt x="3283" y="1429"/>
                  </a:lnTo>
                  <a:lnTo>
                    <a:pt x="2820" y="1777"/>
                  </a:lnTo>
                  <a:lnTo>
                    <a:pt x="2395" y="2163"/>
                  </a:lnTo>
                  <a:lnTo>
                    <a:pt x="2009" y="2588"/>
                  </a:lnTo>
                  <a:lnTo>
                    <a:pt x="1623" y="3013"/>
                  </a:lnTo>
                  <a:lnTo>
                    <a:pt x="1275" y="3515"/>
                  </a:lnTo>
                  <a:lnTo>
                    <a:pt x="966" y="4017"/>
                  </a:lnTo>
                  <a:lnTo>
                    <a:pt x="696" y="4596"/>
                  </a:lnTo>
                  <a:lnTo>
                    <a:pt x="426" y="5252"/>
                  </a:lnTo>
                  <a:lnTo>
                    <a:pt x="233" y="5909"/>
                  </a:lnTo>
                  <a:lnTo>
                    <a:pt x="117" y="6565"/>
                  </a:lnTo>
                  <a:lnTo>
                    <a:pt x="40" y="7222"/>
                  </a:lnTo>
                  <a:lnTo>
                    <a:pt x="1" y="7917"/>
                  </a:lnTo>
                  <a:lnTo>
                    <a:pt x="40" y="8612"/>
                  </a:lnTo>
                  <a:lnTo>
                    <a:pt x="117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6" y="11238"/>
                  </a:lnTo>
                  <a:lnTo>
                    <a:pt x="1005" y="11817"/>
                  </a:lnTo>
                  <a:lnTo>
                    <a:pt x="1352" y="12396"/>
                  </a:lnTo>
                  <a:lnTo>
                    <a:pt x="1739" y="12937"/>
                  </a:lnTo>
                  <a:lnTo>
                    <a:pt x="2202" y="13439"/>
                  </a:lnTo>
                  <a:lnTo>
                    <a:pt x="2704" y="13902"/>
                  </a:lnTo>
                  <a:lnTo>
                    <a:pt x="2781" y="13941"/>
                  </a:lnTo>
                  <a:lnTo>
                    <a:pt x="2820" y="13941"/>
                  </a:lnTo>
                  <a:lnTo>
                    <a:pt x="2936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520"/>
                  </a:lnTo>
                  <a:lnTo>
                    <a:pt x="4133" y="14597"/>
                  </a:lnTo>
                  <a:lnTo>
                    <a:pt x="4557" y="14829"/>
                  </a:lnTo>
                  <a:lnTo>
                    <a:pt x="4982" y="14983"/>
                  </a:lnTo>
                  <a:lnTo>
                    <a:pt x="5407" y="15138"/>
                  </a:lnTo>
                  <a:lnTo>
                    <a:pt x="5870" y="15292"/>
                  </a:lnTo>
                  <a:lnTo>
                    <a:pt x="6334" y="15369"/>
                  </a:lnTo>
                  <a:lnTo>
                    <a:pt x="6797" y="15447"/>
                  </a:lnTo>
                  <a:lnTo>
                    <a:pt x="7299" y="15485"/>
                  </a:lnTo>
                  <a:lnTo>
                    <a:pt x="7763" y="15485"/>
                  </a:lnTo>
                  <a:lnTo>
                    <a:pt x="8226" y="15447"/>
                  </a:lnTo>
                  <a:lnTo>
                    <a:pt x="8689" y="15408"/>
                  </a:lnTo>
                  <a:lnTo>
                    <a:pt x="9153" y="15331"/>
                  </a:lnTo>
                  <a:lnTo>
                    <a:pt x="9616" y="15215"/>
                  </a:lnTo>
                  <a:lnTo>
                    <a:pt x="10079" y="15060"/>
                  </a:lnTo>
                  <a:lnTo>
                    <a:pt x="10543" y="14867"/>
                  </a:lnTo>
                  <a:lnTo>
                    <a:pt x="10968" y="14674"/>
                  </a:lnTo>
                  <a:lnTo>
                    <a:pt x="11392" y="14443"/>
                  </a:lnTo>
                  <a:lnTo>
                    <a:pt x="11856" y="14134"/>
                  </a:lnTo>
                  <a:lnTo>
                    <a:pt x="12319" y="13786"/>
                  </a:lnTo>
                  <a:lnTo>
                    <a:pt x="12744" y="13400"/>
                  </a:lnTo>
                  <a:lnTo>
                    <a:pt x="13130" y="12975"/>
                  </a:lnTo>
                  <a:lnTo>
                    <a:pt x="13478" y="12550"/>
                  </a:lnTo>
                  <a:lnTo>
                    <a:pt x="13786" y="12048"/>
                  </a:lnTo>
                  <a:lnTo>
                    <a:pt x="14057" y="11585"/>
                  </a:lnTo>
                  <a:lnTo>
                    <a:pt x="14288" y="11044"/>
                  </a:lnTo>
                  <a:lnTo>
                    <a:pt x="14520" y="10542"/>
                  </a:lnTo>
                  <a:lnTo>
                    <a:pt x="14675" y="10002"/>
                  </a:lnTo>
                  <a:lnTo>
                    <a:pt x="14829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5" y="6604"/>
                  </a:lnTo>
                  <a:lnTo>
                    <a:pt x="14829" y="5986"/>
                  </a:lnTo>
                  <a:lnTo>
                    <a:pt x="14675" y="5407"/>
                  </a:lnTo>
                  <a:lnTo>
                    <a:pt x="14482" y="4827"/>
                  </a:lnTo>
                  <a:lnTo>
                    <a:pt x="14250" y="4287"/>
                  </a:lnTo>
                  <a:lnTo>
                    <a:pt x="13980" y="3746"/>
                  </a:lnTo>
                  <a:lnTo>
                    <a:pt x="13671" y="3244"/>
                  </a:lnTo>
                  <a:lnTo>
                    <a:pt x="13323" y="2742"/>
                  </a:lnTo>
                  <a:lnTo>
                    <a:pt x="12937" y="2317"/>
                  </a:lnTo>
                  <a:lnTo>
                    <a:pt x="12512" y="1893"/>
                  </a:lnTo>
                  <a:lnTo>
                    <a:pt x="12049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3" y="618"/>
                  </a:lnTo>
                  <a:lnTo>
                    <a:pt x="9964" y="387"/>
                  </a:lnTo>
                  <a:lnTo>
                    <a:pt x="9384" y="232"/>
                  </a:lnTo>
                  <a:lnTo>
                    <a:pt x="8767" y="116"/>
                  </a:lnTo>
                  <a:lnTo>
                    <a:pt x="8187" y="39"/>
                  </a:lnTo>
                  <a:lnTo>
                    <a:pt x="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20"/>
            <p:cNvSpPr/>
            <p:nvPr/>
          </p:nvSpPr>
          <p:spPr>
            <a:xfrm>
              <a:off x="5477175" y="10025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2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674;p20"/>
            <p:cNvSpPr/>
            <p:nvPr/>
          </p:nvSpPr>
          <p:spPr>
            <a:xfrm>
              <a:off x="2850400" y="1030525"/>
              <a:ext cx="475950" cy="686400"/>
            </a:xfrm>
            <a:custGeom>
              <a:avLst/>
              <a:gdLst/>
              <a:ahLst/>
              <a:cxnLst/>
              <a:rect l="l" t="t" r="r" b="b"/>
              <a:pathLst>
                <a:path w="19038" h="27456" extrusionOk="0">
                  <a:moveTo>
                    <a:pt x="18690" y="309"/>
                  </a:moveTo>
                  <a:lnTo>
                    <a:pt x="18690" y="463"/>
                  </a:lnTo>
                  <a:lnTo>
                    <a:pt x="18382" y="2047"/>
                  </a:lnTo>
                  <a:lnTo>
                    <a:pt x="17995" y="3668"/>
                  </a:lnTo>
                  <a:lnTo>
                    <a:pt x="17609" y="5252"/>
                  </a:lnTo>
                  <a:lnTo>
                    <a:pt x="17184" y="6873"/>
                  </a:lnTo>
                  <a:lnTo>
                    <a:pt x="16489" y="6873"/>
                  </a:lnTo>
                  <a:lnTo>
                    <a:pt x="16180" y="6835"/>
                  </a:lnTo>
                  <a:lnTo>
                    <a:pt x="15833" y="6758"/>
                  </a:lnTo>
                  <a:lnTo>
                    <a:pt x="15524" y="6680"/>
                  </a:lnTo>
                  <a:lnTo>
                    <a:pt x="15215" y="6565"/>
                  </a:lnTo>
                  <a:lnTo>
                    <a:pt x="14906" y="6410"/>
                  </a:lnTo>
                  <a:lnTo>
                    <a:pt x="14597" y="6217"/>
                  </a:lnTo>
                  <a:lnTo>
                    <a:pt x="14327" y="6024"/>
                  </a:lnTo>
                  <a:lnTo>
                    <a:pt x="14057" y="5792"/>
                  </a:lnTo>
                  <a:lnTo>
                    <a:pt x="13593" y="5329"/>
                  </a:lnTo>
                  <a:lnTo>
                    <a:pt x="13168" y="4788"/>
                  </a:lnTo>
                  <a:lnTo>
                    <a:pt x="12782" y="4248"/>
                  </a:lnTo>
                  <a:lnTo>
                    <a:pt x="13477" y="3668"/>
                  </a:lnTo>
                  <a:lnTo>
                    <a:pt x="14172" y="3128"/>
                  </a:lnTo>
                  <a:lnTo>
                    <a:pt x="14868" y="2587"/>
                  </a:lnTo>
                  <a:lnTo>
                    <a:pt x="15601" y="2085"/>
                  </a:lnTo>
                  <a:lnTo>
                    <a:pt x="16374" y="1622"/>
                  </a:lnTo>
                  <a:lnTo>
                    <a:pt x="17146" y="1158"/>
                  </a:lnTo>
                  <a:lnTo>
                    <a:pt x="17918" y="734"/>
                  </a:lnTo>
                  <a:lnTo>
                    <a:pt x="18690" y="309"/>
                  </a:lnTo>
                  <a:close/>
                  <a:moveTo>
                    <a:pt x="6063" y="12434"/>
                  </a:moveTo>
                  <a:lnTo>
                    <a:pt x="5793" y="13013"/>
                  </a:lnTo>
                  <a:lnTo>
                    <a:pt x="5600" y="13592"/>
                  </a:lnTo>
                  <a:lnTo>
                    <a:pt x="5446" y="14172"/>
                  </a:lnTo>
                  <a:lnTo>
                    <a:pt x="5291" y="14790"/>
                  </a:lnTo>
                  <a:lnTo>
                    <a:pt x="5252" y="15369"/>
                  </a:lnTo>
                  <a:lnTo>
                    <a:pt x="5214" y="15407"/>
                  </a:lnTo>
                  <a:lnTo>
                    <a:pt x="4750" y="16102"/>
                  </a:lnTo>
                  <a:lnTo>
                    <a:pt x="4287" y="16797"/>
                  </a:lnTo>
                  <a:lnTo>
                    <a:pt x="4171" y="17106"/>
                  </a:lnTo>
                  <a:lnTo>
                    <a:pt x="4017" y="17415"/>
                  </a:lnTo>
                  <a:lnTo>
                    <a:pt x="3824" y="17724"/>
                  </a:lnTo>
                  <a:lnTo>
                    <a:pt x="3746" y="17840"/>
                  </a:lnTo>
                  <a:lnTo>
                    <a:pt x="3631" y="17956"/>
                  </a:lnTo>
                  <a:lnTo>
                    <a:pt x="3476" y="18033"/>
                  </a:lnTo>
                  <a:lnTo>
                    <a:pt x="3283" y="18072"/>
                  </a:lnTo>
                  <a:lnTo>
                    <a:pt x="2858" y="18110"/>
                  </a:lnTo>
                  <a:lnTo>
                    <a:pt x="2009" y="18149"/>
                  </a:lnTo>
                  <a:lnTo>
                    <a:pt x="426" y="18342"/>
                  </a:lnTo>
                  <a:lnTo>
                    <a:pt x="426" y="18342"/>
                  </a:lnTo>
                  <a:lnTo>
                    <a:pt x="850" y="17724"/>
                  </a:lnTo>
                  <a:lnTo>
                    <a:pt x="1275" y="17106"/>
                  </a:lnTo>
                  <a:lnTo>
                    <a:pt x="1661" y="16489"/>
                  </a:lnTo>
                  <a:lnTo>
                    <a:pt x="2009" y="15832"/>
                  </a:lnTo>
                  <a:lnTo>
                    <a:pt x="2549" y="14751"/>
                  </a:lnTo>
                  <a:lnTo>
                    <a:pt x="2820" y="14017"/>
                  </a:lnTo>
                  <a:lnTo>
                    <a:pt x="3013" y="13670"/>
                  </a:lnTo>
                  <a:lnTo>
                    <a:pt x="3206" y="13322"/>
                  </a:lnTo>
                  <a:lnTo>
                    <a:pt x="3360" y="13322"/>
                  </a:lnTo>
                  <a:lnTo>
                    <a:pt x="3399" y="13245"/>
                  </a:lnTo>
                  <a:lnTo>
                    <a:pt x="3438" y="13206"/>
                  </a:lnTo>
                  <a:lnTo>
                    <a:pt x="4750" y="12782"/>
                  </a:lnTo>
                  <a:lnTo>
                    <a:pt x="6063" y="12434"/>
                  </a:lnTo>
                  <a:close/>
                  <a:moveTo>
                    <a:pt x="12551" y="4441"/>
                  </a:moveTo>
                  <a:lnTo>
                    <a:pt x="12898" y="5020"/>
                  </a:lnTo>
                  <a:lnTo>
                    <a:pt x="13362" y="5561"/>
                  </a:lnTo>
                  <a:lnTo>
                    <a:pt x="13864" y="6101"/>
                  </a:lnTo>
                  <a:lnTo>
                    <a:pt x="14172" y="6333"/>
                  </a:lnTo>
                  <a:lnTo>
                    <a:pt x="14443" y="6565"/>
                  </a:lnTo>
                  <a:lnTo>
                    <a:pt x="14752" y="6758"/>
                  </a:lnTo>
                  <a:lnTo>
                    <a:pt x="15061" y="6951"/>
                  </a:lnTo>
                  <a:lnTo>
                    <a:pt x="15370" y="7067"/>
                  </a:lnTo>
                  <a:lnTo>
                    <a:pt x="15717" y="7182"/>
                  </a:lnTo>
                  <a:lnTo>
                    <a:pt x="16026" y="7260"/>
                  </a:lnTo>
                  <a:lnTo>
                    <a:pt x="16721" y="7260"/>
                  </a:lnTo>
                  <a:lnTo>
                    <a:pt x="17107" y="7182"/>
                  </a:lnTo>
                  <a:lnTo>
                    <a:pt x="16682" y="8573"/>
                  </a:lnTo>
                  <a:lnTo>
                    <a:pt x="16180" y="9963"/>
                  </a:lnTo>
                  <a:lnTo>
                    <a:pt x="15756" y="11160"/>
                  </a:lnTo>
                  <a:lnTo>
                    <a:pt x="15254" y="12357"/>
                  </a:lnTo>
                  <a:lnTo>
                    <a:pt x="14752" y="13515"/>
                  </a:lnTo>
                  <a:lnTo>
                    <a:pt x="14172" y="14635"/>
                  </a:lnTo>
                  <a:lnTo>
                    <a:pt x="13555" y="15793"/>
                  </a:lnTo>
                  <a:lnTo>
                    <a:pt x="13207" y="16373"/>
                  </a:lnTo>
                  <a:lnTo>
                    <a:pt x="12860" y="16952"/>
                  </a:lnTo>
                  <a:lnTo>
                    <a:pt x="12473" y="17493"/>
                  </a:lnTo>
                  <a:lnTo>
                    <a:pt x="12087" y="17995"/>
                  </a:lnTo>
                  <a:lnTo>
                    <a:pt x="11624" y="18458"/>
                  </a:lnTo>
                  <a:lnTo>
                    <a:pt x="11161" y="18883"/>
                  </a:lnTo>
                  <a:lnTo>
                    <a:pt x="10620" y="19230"/>
                  </a:lnTo>
                  <a:lnTo>
                    <a:pt x="10079" y="19462"/>
                  </a:lnTo>
                  <a:lnTo>
                    <a:pt x="9809" y="19578"/>
                  </a:lnTo>
                  <a:lnTo>
                    <a:pt x="9539" y="19655"/>
                  </a:lnTo>
                  <a:lnTo>
                    <a:pt x="9230" y="19694"/>
                  </a:lnTo>
                  <a:lnTo>
                    <a:pt x="8959" y="19732"/>
                  </a:lnTo>
                  <a:lnTo>
                    <a:pt x="8689" y="19732"/>
                  </a:lnTo>
                  <a:lnTo>
                    <a:pt x="8380" y="19694"/>
                  </a:lnTo>
                  <a:lnTo>
                    <a:pt x="8110" y="19616"/>
                  </a:lnTo>
                  <a:lnTo>
                    <a:pt x="7840" y="19539"/>
                  </a:lnTo>
                  <a:lnTo>
                    <a:pt x="7569" y="19423"/>
                  </a:lnTo>
                  <a:lnTo>
                    <a:pt x="7299" y="19269"/>
                  </a:lnTo>
                  <a:lnTo>
                    <a:pt x="7067" y="19114"/>
                  </a:lnTo>
                  <a:lnTo>
                    <a:pt x="6836" y="18883"/>
                  </a:lnTo>
                  <a:lnTo>
                    <a:pt x="6450" y="18458"/>
                  </a:lnTo>
                  <a:lnTo>
                    <a:pt x="6141" y="17956"/>
                  </a:lnTo>
                  <a:lnTo>
                    <a:pt x="5870" y="17454"/>
                  </a:lnTo>
                  <a:lnTo>
                    <a:pt x="5716" y="16913"/>
                  </a:lnTo>
                  <a:lnTo>
                    <a:pt x="5639" y="16334"/>
                  </a:lnTo>
                  <a:lnTo>
                    <a:pt x="5600" y="15755"/>
                  </a:lnTo>
                  <a:lnTo>
                    <a:pt x="5639" y="15214"/>
                  </a:lnTo>
                  <a:lnTo>
                    <a:pt x="5716" y="14635"/>
                  </a:lnTo>
                  <a:lnTo>
                    <a:pt x="5832" y="14056"/>
                  </a:lnTo>
                  <a:lnTo>
                    <a:pt x="6025" y="13515"/>
                  </a:lnTo>
                  <a:lnTo>
                    <a:pt x="6218" y="13013"/>
                  </a:lnTo>
                  <a:lnTo>
                    <a:pt x="6450" y="12473"/>
                  </a:lnTo>
                  <a:lnTo>
                    <a:pt x="6952" y="11469"/>
                  </a:lnTo>
                  <a:lnTo>
                    <a:pt x="7531" y="10465"/>
                  </a:lnTo>
                  <a:lnTo>
                    <a:pt x="8149" y="9461"/>
                  </a:lnTo>
                  <a:lnTo>
                    <a:pt x="8844" y="8495"/>
                  </a:lnTo>
                  <a:lnTo>
                    <a:pt x="9539" y="7530"/>
                  </a:lnTo>
                  <a:lnTo>
                    <a:pt x="10311" y="6642"/>
                  </a:lnTo>
                  <a:lnTo>
                    <a:pt x="10852" y="6063"/>
                  </a:lnTo>
                  <a:lnTo>
                    <a:pt x="11392" y="5522"/>
                  </a:lnTo>
                  <a:lnTo>
                    <a:pt x="11971" y="4981"/>
                  </a:lnTo>
                  <a:lnTo>
                    <a:pt x="12551" y="4441"/>
                  </a:lnTo>
                  <a:close/>
                  <a:moveTo>
                    <a:pt x="5986" y="18419"/>
                  </a:moveTo>
                  <a:lnTo>
                    <a:pt x="6218" y="18767"/>
                  </a:lnTo>
                  <a:lnTo>
                    <a:pt x="6450" y="19076"/>
                  </a:lnTo>
                  <a:lnTo>
                    <a:pt x="6758" y="19346"/>
                  </a:lnTo>
                  <a:lnTo>
                    <a:pt x="7067" y="19616"/>
                  </a:lnTo>
                  <a:lnTo>
                    <a:pt x="7415" y="19809"/>
                  </a:lnTo>
                  <a:lnTo>
                    <a:pt x="7801" y="19964"/>
                  </a:lnTo>
                  <a:lnTo>
                    <a:pt x="8187" y="20080"/>
                  </a:lnTo>
                  <a:lnTo>
                    <a:pt x="8612" y="20118"/>
                  </a:lnTo>
                  <a:lnTo>
                    <a:pt x="8535" y="20466"/>
                  </a:lnTo>
                  <a:lnTo>
                    <a:pt x="8496" y="20852"/>
                  </a:lnTo>
                  <a:lnTo>
                    <a:pt x="7994" y="20813"/>
                  </a:lnTo>
                  <a:lnTo>
                    <a:pt x="7531" y="20698"/>
                  </a:lnTo>
                  <a:lnTo>
                    <a:pt x="7106" y="20504"/>
                  </a:lnTo>
                  <a:lnTo>
                    <a:pt x="6720" y="20273"/>
                  </a:lnTo>
                  <a:lnTo>
                    <a:pt x="6334" y="20002"/>
                  </a:lnTo>
                  <a:lnTo>
                    <a:pt x="6025" y="19655"/>
                  </a:lnTo>
                  <a:lnTo>
                    <a:pt x="5716" y="19307"/>
                  </a:lnTo>
                  <a:lnTo>
                    <a:pt x="5446" y="18883"/>
                  </a:lnTo>
                  <a:lnTo>
                    <a:pt x="5446" y="18844"/>
                  </a:lnTo>
                  <a:lnTo>
                    <a:pt x="5986" y="18419"/>
                  </a:lnTo>
                  <a:close/>
                  <a:moveTo>
                    <a:pt x="5291" y="18960"/>
                  </a:moveTo>
                  <a:lnTo>
                    <a:pt x="5523" y="19462"/>
                  </a:lnTo>
                  <a:lnTo>
                    <a:pt x="5793" y="19887"/>
                  </a:lnTo>
                  <a:lnTo>
                    <a:pt x="6141" y="20234"/>
                  </a:lnTo>
                  <a:lnTo>
                    <a:pt x="6527" y="20582"/>
                  </a:lnTo>
                  <a:lnTo>
                    <a:pt x="6952" y="20813"/>
                  </a:lnTo>
                  <a:lnTo>
                    <a:pt x="7453" y="21006"/>
                  </a:lnTo>
                  <a:lnTo>
                    <a:pt x="7955" y="21122"/>
                  </a:lnTo>
                  <a:lnTo>
                    <a:pt x="8457" y="21161"/>
                  </a:lnTo>
                  <a:lnTo>
                    <a:pt x="8496" y="21702"/>
                  </a:lnTo>
                  <a:lnTo>
                    <a:pt x="7878" y="21624"/>
                  </a:lnTo>
                  <a:lnTo>
                    <a:pt x="7299" y="21508"/>
                  </a:lnTo>
                  <a:lnTo>
                    <a:pt x="6797" y="21315"/>
                  </a:lnTo>
                  <a:lnTo>
                    <a:pt x="6295" y="21084"/>
                  </a:lnTo>
                  <a:lnTo>
                    <a:pt x="5870" y="20775"/>
                  </a:lnTo>
                  <a:lnTo>
                    <a:pt x="5446" y="20389"/>
                  </a:lnTo>
                  <a:lnTo>
                    <a:pt x="5021" y="19964"/>
                  </a:lnTo>
                  <a:lnTo>
                    <a:pt x="4673" y="19501"/>
                  </a:lnTo>
                  <a:lnTo>
                    <a:pt x="4828" y="19385"/>
                  </a:lnTo>
                  <a:lnTo>
                    <a:pt x="4982" y="19269"/>
                  </a:lnTo>
                  <a:lnTo>
                    <a:pt x="5291" y="18960"/>
                  </a:lnTo>
                  <a:close/>
                  <a:moveTo>
                    <a:pt x="13555" y="16527"/>
                  </a:moveTo>
                  <a:lnTo>
                    <a:pt x="13748" y="17184"/>
                  </a:lnTo>
                  <a:lnTo>
                    <a:pt x="13979" y="17840"/>
                  </a:lnTo>
                  <a:lnTo>
                    <a:pt x="14250" y="18458"/>
                  </a:lnTo>
                  <a:lnTo>
                    <a:pt x="14597" y="19037"/>
                  </a:lnTo>
                  <a:lnTo>
                    <a:pt x="13670" y="20157"/>
                  </a:lnTo>
                  <a:lnTo>
                    <a:pt x="12782" y="21315"/>
                  </a:lnTo>
                  <a:lnTo>
                    <a:pt x="11083" y="23748"/>
                  </a:lnTo>
                  <a:lnTo>
                    <a:pt x="10736" y="22783"/>
                  </a:lnTo>
                  <a:lnTo>
                    <a:pt x="10350" y="21856"/>
                  </a:lnTo>
                  <a:lnTo>
                    <a:pt x="10234" y="21586"/>
                  </a:lnTo>
                  <a:lnTo>
                    <a:pt x="10195" y="21354"/>
                  </a:lnTo>
                  <a:lnTo>
                    <a:pt x="10195" y="21238"/>
                  </a:lnTo>
                  <a:lnTo>
                    <a:pt x="10234" y="21122"/>
                  </a:lnTo>
                  <a:lnTo>
                    <a:pt x="10388" y="20813"/>
                  </a:lnTo>
                  <a:lnTo>
                    <a:pt x="10813" y="20234"/>
                  </a:lnTo>
                  <a:lnTo>
                    <a:pt x="11199" y="19578"/>
                  </a:lnTo>
                  <a:lnTo>
                    <a:pt x="11199" y="19501"/>
                  </a:lnTo>
                  <a:lnTo>
                    <a:pt x="11199" y="19462"/>
                  </a:lnTo>
                  <a:lnTo>
                    <a:pt x="11161" y="19346"/>
                  </a:lnTo>
                  <a:lnTo>
                    <a:pt x="11585" y="18999"/>
                  </a:lnTo>
                  <a:lnTo>
                    <a:pt x="11971" y="18612"/>
                  </a:lnTo>
                  <a:lnTo>
                    <a:pt x="12358" y="18226"/>
                  </a:lnTo>
                  <a:lnTo>
                    <a:pt x="12705" y="17801"/>
                  </a:lnTo>
                  <a:lnTo>
                    <a:pt x="13130" y="17184"/>
                  </a:lnTo>
                  <a:lnTo>
                    <a:pt x="13555" y="16527"/>
                  </a:lnTo>
                  <a:close/>
                  <a:moveTo>
                    <a:pt x="5677" y="21161"/>
                  </a:moveTo>
                  <a:lnTo>
                    <a:pt x="5948" y="21393"/>
                  </a:lnTo>
                  <a:lnTo>
                    <a:pt x="6256" y="21547"/>
                  </a:lnTo>
                  <a:lnTo>
                    <a:pt x="6565" y="21702"/>
                  </a:lnTo>
                  <a:lnTo>
                    <a:pt x="6913" y="21817"/>
                  </a:lnTo>
                  <a:lnTo>
                    <a:pt x="6836" y="22010"/>
                  </a:lnTo>
                  <a:lnTo>
                    <a:pt x="6797" y="22204"/>
                  </a:lnTo>
                  <a:lnTo>
                    <a:pt x="6643" y="22088"/>
                  </a:lnTo>
                  <a:lnTo>
                    <a:pt x="6604" y="22010"/>
                  </a:lnTo>
                  <a:lnTo>
                    <a:pt x="6411" y="22010"/>
                  </a:lnTo>
                  <a:lnTo>
                    <a:pt x="6372" y="22088"/>
                  </a:lnTo>
                  <a:lnTo>
                    <a:pt x="6218" y="22628"/>
                  </a:lnTo>
                  <a:lnTo>
                    <a:pt x="6025" y="23092"/>
                  </a:lnTo>
                  <a:lnTo>
                    <a:pt x="5832" y="23594"/>
                  </a:lnTo>
                  <a:lnTo>
                    <a:pt x="5600" y="24057"/>
                  </a:lnTo>
                  <a:lnTo>
                    <a:pt x="5330" y="24482"/>
                  </a:lnTo>
                  <a:lnTo>
                    <a:pt x="5021" y="24907"/>
                  </a:lnTo>
                  <a:lnTo>
                    <a:pt x="4712" y="25331"/>
                  </a:lnTo>
                  <a:lnTo>
                    <a:pt x="4364" y="25717"/>
                  </a:lnTo>
                  <a:lnTo>
                    <a:pt x="4248" y="25293"/>
                  </a:lnTo>
                  <a:lnTo>
                    <a:pt x="4171" y="24868"/>
                  </a:lnTo>
                  <a:lnTo>
                    <a:pt x="4171" y="24482"/>
                  </a:lnTo>
                  <a:lnTo>
                    <a:pt x="4210" y="24057"/>
                  </a:lnTo>
                  <a:lnTo>
                    <a:pt x="4326" y="23671"/>
                  </a:lnTo>
                  <a:lnTo>
                    <a:pt x="4480" y="23285"/>
                  </a:lnTo>
                  <a:lnTo>
                    <a:pt x="4673" y="22899"/>
                  </a:lnTo>
                  <a:lnTo>
                    <a:pt x="4944" y="22512"/>
                  </a:lnTo>
                  <a:lnTo>
                    <a:pt x="5175" y="22204"/>
                  </a:lnTo>
                  <a:lnTo>
                    <a:pt x="5330" y="21895"/>
                  </a:lnTo>
                  <a:lnTo>
                    <a:pt x="5407" y="21740"/>
                  </a:lnTo>
                  <a:lnTo>
                    <a:pt x="5407" y="21586"/>
                  </a:lnTo>
                  <a:lnTo>
                    <a:pt x="5368" y="21470"/>
                  </a:lnTo>
                  <a:lnTo>
                    <a:pt x="5291" y="21315"/>
                  </a:lnTo>
                  <a:lnTo>
                    <a:pt x="5446" y="21238"/>
                  </a:lnTo>
                  <a:lnTo>
                    <a:pt x="5677" y="21161"/>
                  </a:lnTo>
                  <a:close/>
                  <a:moveTo>
                    <a:pt x="4905" y="20466"/>
                  </a:moveTo>
                  <a:lnTo>
                    <a:pt x="5175" y="20736"/>
                  </a:lnTo>
                  <a:lnTo>
                    <a:pt x="5484" y="21006"/>
                  </a:lnTo>
                  <a:lnTo>
                    <a:pt x="5252" y="21084"/>
                  </a:lnTo>
                  <a:lnTo>
                    <a:pt x="5021" y="21161"/>
                  </a:lnTo>
                  <a:lnTo>
                    <a:pt x="4982" y="21200"/>
                  </a:lnTo>
                  <a:lnTo>
                    <a:pt x="4944" y="21277"/>
                  </a:lnTo>
                  <a:lnTo>
                    <a:pt x="4982" y="21354"/>
                  </a:lnTo>
                  <a:lnTo>
                    <a:pt x="5021" y="21393"/>
                  </a:lnTo>
                  <a:lnTo>
                    <a:pt x="5059" y="21470"/>
                  </a:lnTo>
                  <a:lnTo>
                    <a:pt x="5098" y="21547"/>
                  </a:lnTo>
                  <a:lnTo>
                    <a:pt x="5059" y="21779"/>
                  </a:lnTo>
                  <a:lnTo>
                    <a:pt x="4905" y="22049"/>
                  </a:lnTo>
                  <a:lnTo>
                    <a:pt x="4750" y="22358"/>
                  </a:lnTo>
                  <a:lnTo>
                    <a:pt x="4364" y="22937"/>
                  </a:lnTo>
                  <a:lnTo>
                    <a:pt x="4133" y="23323"/>
                  </a:lnTo>
                  <a:lnTo>
                    <a:pt x="3940" y="23748"/>
                  </a:lnTo>
                  <a:lnTo>
                    <a:pt x="3862" y="24212"/>
                  </a:lnTo>
                  <a:lnTo>
                    <a:pt x="3824" y="24714"/>
                  </a:lnTo>
                  <a:lnTo>
                    <a:pt x="3862" y="25177"/>
                  </a:lnTo>
                  <a:lnTo>
                    <a:pt x="3940" y="25409"/>
                  </a:lnTo>
                  <a:lnTo>
                    <a:pt x="4017" y="25640"/>
                  </a:lnTo>
                  <a:lnTo>
                    <a:pt x="4133" y="25872"/>
                  </a:lnTo>
                  <a:lnTo>
                    <a:pt x="4248" y="26065"/>
                  </a:lnTo>
                  <a:lnTo>
                    <a:pt x="4287" y="26104"/>
                  </a:lnTo>
                  <a:lnTo>
                    <a:pt x="4364" y="26104"/>
                  </a:lnTo>
                  <a:lnTo>
                    <a:pt x="4403" y="26065"/>
                  </a:lnTo>
                  <a:lnTo>
                    <a:pt x="4442" y="25988"/>
                  </a:lnTo>
                  <a:lnTo>
                    <a:pt x="4480" y="25988"/>
                  </a:lnTo>
                  <a:lnTo>
                    <a:pt x="4828" y="25602"/>
                  </a:lnTo>
                  <a:lnTo>
                    <a:pt x="5175" y="25215"/>
                  </a:lnTo>
                  <a:lnTo>
                    <a:pt x="5484" y="24791"/>
                  </a:lnTo>
                  <a:lnTo>
                    <a:pt x="5793" y="24366"/>
                  </a:lnTo>
                  <a:lnTo>
                    <a:pt x="6025" y="23903"/>
                  </a:lnTo>
                  <a:lnTo>
                    <a:pt x="6256" y="23439"/>
                  </a:lnTo>
                  <a:lnTo>
                    <a:pt x="6450" y="22937"/>
                  </a:lnTo>
                  <a:lnTo>
                    <a:pt x="6604" y="22435"/>
                  </a:lnTo>
                  <a:lnTo>
                    <a:pt x="6720" y="22551"/>
                  </a:lnTo>
                  <a:lnTo>
                    <a:pt x="6913" y="22590"/>
                  </a:lnTo>
                  <a:lnTo>
                    <a:pt x="6952" y="22628"/>
                  </a:lnTo>
                  <a:lnTo>
                    <a:pt x="7029" y="22590"/>
                  </a:lnTo>
                  <a:lnTo>
                    <a:pt x="7067" y="22512"/>
                  </a:lnTo>
                  <a:lnTo>
                    <a:pt x="7067" y="22474"/>
                  </a:lnTo>
                  <a:lnTo>
                    <a:pt x="7145" y="21895"/>
                  </a:lnTo>
                  <a:lnTo>
                    <a:pt x="7608" y="22010"/>
                  </a:lnTo>
                  <a:lnTo>
                    <a:pt x="7724" y="22512"/>
                  </a:lnTo>
                  <a:lnTo>
                    <a:pt x="7762" y="23014"/>
                  </a:lnTo>
                  <a:lnTo>
                    <a:pt x="7801" y="23555"/>
                  </a:lnTo>
                  <a:lnTo>
                    <a:pt x="7801" y="24057"/>
                  </a:lnTo>
                  <a:lnTo>
                    <a:pt x="7608" y="23903"/>
                  </a:lnTo>
                  <a:lnTo>
                    <a:pt x="7492" y="23671"/>
                  </a:lnTo>
                  <a:lnTo>
                    <a:pt x="7376" y="23439"/>
                  </a:lnTo>
                  <a:lnTo>
                    <a:pt x="7338" y="23169"/>
                  </a:lnTo>
                  <a:lnTo>
                    <a:pt x="7338" y="23092"/>
                  </a:lnTo>
                  <a:lnTo>
                    <a:pt x="7299" y="23053"/>
                  </a:lnTo>
                  <a:lnTo>
                    <a:pt x="7183" y="23014"/>
                  </a:lnTo>
                  <a:lnTo>
                    <a:pt x="7106" y="23014"/>
                  </a:lnTo>
                  <a:lnTo>
                    <a:pt x="7067" y="23053"/>
                  </a:lnTo>
                  <a:lnTo>
                    <a:pt x="7029" y="23092"/>
                  </a:lnTo>
                  <a:lnTo>
                    <a:pt x="6990" y="23169"/>
                  </a:lnTo>
                  <a:lnTo>
                    <a:pt x="6952" y="23787"/>
                  </a:lnTo>
                  <a:lnTo>
                    <a:pt x="6797" y="24405"/>
                  </a:lnTo>
                  <a:lnTo>
                    <a:pt x="6681" y="24675"/>
                  </a:lnTo>
                  <a:lnTo>
                    <a:pt x="6565" y="24984"/>
                  </a:lnTo>
                  <a:lnTo>
                    <a:pt x="6411" y="25254"/>
                  </a:lnTo>
                  <a:lnTo>
                    <a:pt x="6218" y="25524"/>
                  </a:lnTo>
                  <a:lnTo>
                    <a:pt x="5832" y="25988"/>
                  </a:lnTo>
                  <a:lnTo>
                    <a:pt x="5600" y="26219"/>
                  </a:lnTo>
                  <a:lnTo>
                    <a:pt x="5368" y="26451"/>
                  </a:lnTo>
                  <a:lnTo>
                    <a:pt x="5098" y="26644"/>
                  </a:lnTo>
                  <a:lnTo>
                    <a:pt x="4828" y="26799"/>
                  </a:lnTo>
                  <a:lnTo>
                    <a:pt x="4557" y="26953"/>
                  </a:lnTo>
                  <a:lnTo>
                    <a:pt x="4248" y="27030"/>
                  </a:lnTo>
                  <a:lnTo>
                    <a:pt x="4017" y="27030"/>
                  </a:lnTo>
                  <a:lnTo>
                    <a:pt x="3862" y="26992"/>
                  </a:lnTo>
                  <a:lnTo>
                    <a:pt x="3708" y="26915"/>
                  </a:lnTo>
                  <a:lnTo>
                    <a:pt x="3592" y="26760"/>
                  </a:lnTo>
                  <a:lnTo>
                    <a:pt x="3515" y="26606"/>
                  </a:lnTo>
                  <a:lnTo>
                    <a:pt x="3438" y="26413"/>
                  </a:lnTo>
                  <a:lnTo>
                    <a:pt x="3322" y="25988"/>
                  </a:lnTo>
                  <a:lnTo>
                    <a:pt x="3206" y="25293"/>
                  </a:lnTo>
                  <a:lnTo>
                    <a:pt x="3167" y="24945"/>
                  </a:lnTo>
                  <a:lnTo>
                    <a:pt x="3167" y="24598"/>
                  </a:lnTo>
                  <a:lnTo>
                    <a:pt x="3206" y="24173"/>
                  </a:lnTo>
                  <a:lnTo>
                    <a:pt x="3283" y="23787"/>
                  </a:lnTo>
                  <a:lnTo>
                    <a:pt x="3360" y="23401"/>
                  </a:lnTo>
                  <a:lnTo>
                    <a:pt x="3515" y="23014"/>
                  </a:lnTo>
                  <a:lnTo>
                    <a:pt x="3708" y="22667"/>
                  </a:lnTo>
                  <a:lnTo>
                    <a:pt x="3901" y="22319"/>
                  </a:lnTo>
                  <a:lnTo>
                    <a:pt x="4171" y="22010"/>
                  </a:lnTo>
                  <a:lnTo>
                    <a:pt x="4480" y="21702"/>
                  </a:lnTo>
                  <a:lnTo>
                    <a:pt x="4519" y="21624"/>
                  </a:lnTo>
                  <a:lnTo>
                    <a:pt x="4519" y="21547"/>
                  </a:lnTo>
                  <a:lnTo>
                    <a:pt x="4442" y="21470"/>
                  </a:lnTo>
                  <a:lnTo>
                    <a:pt x="4364" y="21431"/>
                  </a:lnTo>
                  <a:lnTo>
                    <a:pt x="3553" y="21315"/>
                  </a:lnTo>
                  <a:lnTo>
                    <a:pt x="3862" y="21045"/>
                  </a:lnTo>
                  <a:lnTo>
                    <a:pt x="4171" y="20775"/>
                  </a:lnTo>
                  <a:lnTo>
                    <a:pt x="4519" y="20582"/>
                  </a:lnTo>
                  <a:lnTo>
                    <a:pt x="4905" y="20466"/>
                  </a:lnTo>
                  <a:close/>
                  <a:moveTo>
                    <a:pt x="18845" y="0"/>
                  </a:moveTo>
                  <a:lnTo>
                    <a:pt x="18806" y="77"/>
                  </a:lnTo>
                  <a:lnTo>
                    <a:pt x="18729" y="39"/>
                  </a:lnTo>
                  <a:lnTo>
                    <a:pt x="18652" y="39"/>
                  </a:lnTo>
                  <a:lnTo>
                    <a:pt x="17455" y="618"/>
                  </a:lnTo>
                  <a:lnTo>
                    <a:pt x="16296" y="1236"/>
                  </a:lnTo>
                  <a:lnTo>
                    <a:pt x="15215" y="1931"/>
                  </a:lnTo>
                  <a:lnTo>
                    <a:pt x="14134" y="2664"/>
                  </a:lnTo>
                  <a:lnTo>
                    <a:pt x="13091" y="3475"/>
                  </a:lnTo>
                  <a:lnTo>
                    <a:pt x="12087" y="4325"/>
                  </a:lnTo>
                  <a:lnTo>
                    <a:pt x="11161" y="5213"/>
                  </a:lnTo>
                  <a:lnTo>
                    <a:pt x="10272" y="6178"/>
                  </a:lnTo>
                  <a:lnTo>
                    <a:pt x="9384" y="7144"/>
                  </a:lnTo>
                  <a:lnTo>
                    <a:pt x="8573" y="8186"/>
                  </a:lnTo>
                  <a:lnTo>
                    <a:pt x="7840" y="9268"/>
                  </a:lnTo>
                  <a:lnTo>
                    <a:pt x="7145" y="10387"/>
                  </a:lnTo>
                  <a:lnTo>
                    <a:pt x="6643" y="11276"/>
                  </a:lnTo>
                  <a:lnTo>
                    <a:pt x="6179" y="12164"/>
                  </a:lnTo>
                  <a:lnTo>
                    <a:pt x="5368" y="12241"/>
                  </a:lnTo>
                  <a:lnTo>
                    <a:pt x="4557" y="12395"/>
                  </a:lnTo>
                  <a:lnTo>
                    <a:pt x="3785" y="12627"/>
                  </a:lnTo>
                  <a:lnTo>
                    <a:pt x="3013" y="12936"/>
                  </a:lnTo>
                  <a:lnTo>
                    <a:pt x="2936" y="12975"/>
                  </a:lnTo>
                  <a:lnTo>
                    <a:pt x="2897" y="13013"/>
                  </a:lnTo>
                  <a:lnTo>
                    <a:pt x="2897" y="13168"/>
                  </a:lnTo>
                  <a:lnTo>
                    <a:pt x="2704" y="13361"/>
                  </a:lnTo>
                  <a:lnTo>
                    <a:pt x="2549" y="13592"/>
                  </a:lnTo>
                  <a:lnTo>
                    <a:pt x="2395" y="13863"/>
                  </a:lnTo>
                  <a:lnTo>
                    <a:pt x="2279" y="14133"/>
                  </a:lnTo>
                  <a:lnTo>
                    <a:pt x="2086" y="14712"/>
                  </a:lnTo>
                  <a:lnTo>
                    <a:pt x="1854" y="15214"/>
                  </a:lnTo>
                  <a:lnTo>
                    <a:pt x="1430" y="15987"/>
                  </a:lnTo>
                  <a:lnTo>
                    <a:pt x="1005" y="16759"/>
                  </a:lnTo>
                  <a:lnTo>
                    <a:pt x="541" y="17493"/>
                  </a:lnTo>
                  <a:lnTo>
                    <a:pt x="39" y="18226"/>
                  </a:lnTo>
                  <a:lnTo>
                    <a:pt x="1" y="18303"/>
                  </a:lnTo>
                  <a:lnTo>
                    <a:pt x="1" y="18381"/>
                  </a:lnTo>
                  <a:lnTo>
                    <a:pt x="39" y="18419"/>
                  </a:lnTo>
                  <a:lnTo>
                    <a:pt x="117" y="18458"/>
                  </a:lnTo>
                  <a:lnTo>
                    <a:pt x="117" y="18535"/>
                  </a:lnTo>
                  <a:lnTo>
                    <a:pt x="117" y="18612"/>
                  </a:lnTo>
                  <a:lnTo>
                    <a:pt x="155" y="18651"/>
                  </a:lnTo>
                  <a:lnTo>
                    <a:pt x="233" y="18690"/>
                  </a:lnTo>
                  <a:lnTo>
                    <a:pt x="1159" y="18612"/>
                  </a:lnTo>
                  <a:lnTo>
                    <a:pt x="2086" y="18574"/>
                  </a:lnTo>
                  <a:lnTo>
                    <a:pt x="3901" y="18381"/>
                  </a:lnTo>
                  <a:lnTo>
                    <a:pt x="3978" y="18342"/>
                  </a:lnTo>
                  <a:lnTo>
                    <a:pt x="4055" y="18265"/>
                  </a:lnTo>
                  <a:lnTo>
                    <a:pt x="4596" y="17106"/>
                  </a:lnTo>
                  <a:lnTo>
                    <a:pt x="5252" y="15987"/>
                  </a:lnTo>
                  <a:lnTo>
                    <a:pt x="5291" y="16566"/>
                  </a:lnTo>
                  <a:lnTo>
                    <a:pt x="5446" y="17106"/>
                  </a:lnTo>
                  <a:lnTo>
                    <a:pt x="5600" y="17647"/>
                  </a:lnTo>
                  <a:lnTo>
                    <a:pt x="5832" y="18188"/>
                  </a:lnTo>
                  <a:lnTo>
                    <a:pt x="5446" y="18381"/>
                  </a:lnTo>
                  <a:lnTo>
                    <a:pt x="5059" y="18651"/>
                  </a:lnTo>
                  <a:lnTo>
                    <a:pt x="4673" y="18960"/>
                  </a:lnTo>
                  <a:lnTo>
                    <a:pt x="4519" y="19153"/>
                  </a:lnTo>
                  <a:lnTo>
                    <a:pt x="4403" y="19346"/>
                  </a:lnTo>
                  <a:lnTo>
                    <a:pt x="4403" y="19423"/>
                  </a:lnTo>
                  <a:lnTo>
                    <a:pt x="4442" y="19501"/>
                  </a:lnTo>
                  <a:lnTo>
                    <a:pt x="4442" y="19539"/>
                  </a:lnTo>
                  <a:lnTo>
                    <a:pt x="4442" y="19616"/>
                  </a:lnTo>
                  <a:lnTo>
                    <a:pt x="4596" y="19964"/>
                  </a:lnTo>
                  <a:lnTo>
                    <a:pt x="4789" y="20273"/>
                  </a:lnTo>
                  <a:lnTo>
                    <a:pt x="4519" y="20311"/>
                  </a:lnTo>
                  <a:lnTo>
                    <a:pt x="4287" y="20389"/>
                  </a:lnTo>
                  <a:lnTo>
                    <a:pt x="4055" y="20504"/>
                  </a:lnTo>
                  <a:lnTo>
                    <a:pt x="3862" y="20620"/>
                  </a:lnTo>
                  <a:lnTo>
                    <a:pt x="3669" y="20775"/>
                  </a:lnTo>
                  <a:lnTo>
                    <a:pt x="3476" y="20968"/>
                  </a:lnTo>
                  <a:lnTo>
                    <a:pt x="3283" y="21161"/>
                  </a:lnTo>
                  <a:lnTo>
                    <a:pt x="3129" y="21354"/>
                  </a:lnTo>
                  <a:lnTo>
                    <a:pt x="3090" y="21431"/>
                  </a:lnTo>
                  <a:lnTo>
                    <a:pt x="3129" y="21508"/>
                  </a:lnTo>
                  <a:lnTo>
                    <a:pt x="3167" y="21586"/>
                  </a:lnTo>
                  <a:lnTo>
                    <a:pt x="3244" y="21624"/>
                  </a:lnTo>
                  <a:lnTo>
                    <a:pt x="4017" y="21702"/>
                  </a:lnTo>
                  <a:lnTo>
                    <a:pt x="3746" y="22010"/>
                  </a:lnTo>
                  <a:lnTo>
                    <a:pt x="3476" y="22358"/>
                  </a:lnTo>
                  <a:lnTo>
                    <a:pt x="3283" y="22706"/>
                  </a:lnTo>
                  <a:lnTo>
                    <a:pt x="3129" y="23092"/>
                  </a:lnTo>
                  <a:lnTo>
                    <a:pt x="3013" y="23478"/>
                  </a:lnTo>
                  <a:lnTo>
                    <a:pt x="2897" y="23864"/>
                  </a:lnTo>
                  <a:lnTo>
                    <a:pt x="2858" y="24289"/>
                  </a:lnTo>
                  <a:lnTo>
                    <a:pt x="2858" y="24714"/>
                  </a:lnTo>
                  <a:lnTo>
                    <a:pt x="2858" y="25370"/>
                  </a:lnTo>
                  <a:lnTo>
                    <a:pt x="2897" y="25795"/>
                  </a:lnTo>
                  <a:lnTo>
                    <a:pt x="2974" y="26219"/>
                  </a:lnTo>
                  <a:lnTo>
                    <a:pt x="3090" y="26644"/>
                  </a:lnTo>
                  <a:lnTo>
                    <a:pt x="3244" y="26992"/>
                  </a:lnTo>
                  <a:lnTo>
                    <a:pt x="3360" y="27146"/>
                  </a:lnTo>
                  <a:lnTo>
                    <a:pt x="3438" y="27262"/>
                  </a:lnTo>
                  <a:lnTo>
                    <a:pt x="3553" y="27378"/>
                  </a:lnTo>
                  <a:lnTo>
                    <a:pt x="3708" y="27417"/>
                  </a:lnTo>
                  <a:lnTo>
                    <a:pt x="3862" y="27455"/>
                  </a:lnTo>
                  <a:lnTo>
                    <a:pt x="4017" y="27455"/>
                  </a:lnTo>
                  <a:lnTo>
                    <a:pt x="4364" y="27417"/>
                  </a:lnTo>
                  <a:lnTo>
                    <a:pt x="4750" y="27262"/>
                  </a:lnTo>
                  <a:lnTo>
                    <a:pt x="5098" y="27069"/>
                  </a:lnTo>
                  <a:lnTo>
                    <a:pt x="5407" y="26837"/>
                  </a:lnTo>
                  <a:lnTo>
                    <a:pt x="5716" y="26567"/>
                  </a:lnTo>
                  <a:lnTo>
                    <a:pt x="6218" y="26065"/>
                  </a:lnTo>
                  <a:lnTo>
                    <a:pt x="6565" y="25602"/>
                  </a:lnTo>
                  <a:lnTo>
                    <a:pt x="6874" y="25100"/>
                  </a:lnTo>
                  <a:lnTo>
                    <a:pt x="7106" y="24559"/>
                  </a:lnTo>
                  <a:lnTo>
                    <a:pt x="7260" y="23980"/>
                  </a:lnTo>
                  <a:lnTo>
                    <a:pt x="7376" y="24134"/>
                  </a:lnTo>
                  <a:lnTo>
                    <a:pt x="7531" y="24289"/>
                  </a:lnTo>
                  <a:lnTo>
                    <a:pt x="7685" y="24405"/>
                  </a:lnTo>
                  <a:lnTo>
                    <a:pt x="7878" y="24520"/>
                  </a:lnTo>
                  <a:lnTo>
                    <a:pt x="7955" y="24559"/>
                  </a:lnTo>
                  <a:lnTo>
                    <a:pt x="8033" y="24520"/>
                  </a:lnTo>
                  <a:lnTo>
                    <a:pt x="8110" y="24482"/>
                  </a:lnTo>
                  <a:lnTo>
                    <a:pt x="8110" y="24366"/>
                  </a:lnTo>
                  <a:lnTo>
                    <a:pt x="8149" y="23787"/>
                  </a:lnTo>
                  <a:lnTo>
                    <a:pt x="8149" y="23208"/>
                  </a:lnTo>
                  <a:lnTo>
                    <a:pt x="8071" y="22628"/>
                  </a:lnTo>
                  <a:lnTo>
                    <a:pt x="7955" y="22049"/>
                  </a:lnTo>
                  <a:lnTo>
                    <a:pt x="8535" y="22049"/>
                  </a:lnTo>
                  <a:lnTo>
                    <a:pt x="8651" y="22010"/>
                  </a:lnTo>
                  <a:lnTo>
                    <a:pt x="8728" y="21972"/>
                  </a:lnTo>
                  <a:lnTo>
                    <a:pt x="8766" y="21933"/>
                  </a:lnTo>
                  <a:lnTo>
                    <a:pt x="8766" y="21895"/>
                  </a:lnTo>
                  <a:lnTo>
                    <a:pt x="8844" y="21006"/>
                  </a:lnTo>
                  <a:lnTo>
                    <a:pt x="8921" y="20543"/>
                  </a:lnTo>
                  <a:lnTo>
                    <a:pt x="8998" y="20118"/>
                  </a:lnTo>
                  <a:lnTo>
                    <a:pt x="9153" y="20118"/>
                  </a:lnTo>
                  <a:lnTo>
                    <a:pt x="9577" y="20041"/>
                  </a:lnTo>
                  <a:lnTo>
                    <a:pt x="9963" y="19964"/>
                  </a:lnTo>
                  <a:lnTo>
                    <a:pt x="10311" y="19809"/>
                  </a:lnTo>
                  <a:lnTo>
                    <a:pt x="10659" y="19655"/>
                  </a:lnTo>
                  <a:lnTo>
                    <a:pt x="10157" y="20389"/>
                  </a:lnTo>
                  <a:lnTo>
                    <a:pt x="9616" y="21161"/>
                  </a:lnTo>
                  <a:lnTo>
                    <a:pt x="9577" y="21238"/>
                  </a:lnTo>
                  <a:lnTo>
                    <a:pt x="9616" y="21354"/>
                  </a:lnTo>
                  <a:lnTo>
                    <a:pt x="9963" y="22049"/>
                  </a:lnTo>
                  <a:lnTo>
                    <a:pt x="10272" y="22783"/>
                  </a:lnTo>
                  <a:lnTo>
                    <a:pt x="10581" y="23516"/>
                  </a:lnTo>
                  <a:lnTo>
                    <a:pt x="10813" y="24250"/>
                  </a:lnTo>
                  <a:lnTo>
                    <a:pt x="10890" y="24327"/>
                  </a:lnTo>
                  <a:lnTo>
                    <a:pt x="11006" y="24405"/>
                  </a:lnTo>
                  <a:lnTo>
                    <a:pt x="11122" y="24405"/>
                  </a:lnTo>
                  <a:lnTo>
                    <a:pt x="11199" y="24289"/>
                  </a:lnTo>
                  <a:lnTo>
                    <a:pt x="13130" y="21740"/>
                  </a:lnTo>
                  <a:lnTo>
                    <a:pt x="14095" y="20389"/>
                  </a:lnTo>
                  <a:lnTo>
                    <a:pt x="14520" y="19732"/>
                  </a:lnTo>
                  <a:lnTo>
                    <a:pt x="14945" y="19037"/>
                  </a:lnTo>
                  <a:lnTo>
                    <a:pt x="14983" y="18960"/>
                  </a:lnTo>
                  <a:lnTo>
                    <a:pt x="14945" y="18883"/>
                  </a:lnTo>
                  <a:lnTo>
                    <a:pt x="14790" y="18535"/>
                  </a:lnTo>
                  <a:lnTo>
                    <a:pt x="14597" y="18149"/>
                  </a:lnTo>
                  <a:lnTo>
                    <a:pt x="14288" y="17454"/>
                  </a:lnTo>
                  <a:lnTo>
                    <a:pt x="13786" y="16180"/>
                  </a:lnTo>
                  <a:lnTo>
                    <a:pt x="14211" y="15369"/>
                  </a:lnTo>
                  <a:lnTo>
                    <a:pt x="14674" y="14558"/>
                  </a:lnTo>
                  <a:lnTo>
                    <a:pt x="15061" y="13708"/>
                  </a:lnTo>
                  <a:lnTo>
                    <a:pt x="15447" y="12897"/>
                  </a:lnTo>
                  <a:lnTo>
                    <a:pt x="16065" y="11391"/>
                  </a:lnTo>
                  <a:lnTo>
                    <a:pt x="16644" y="9885"/>
                  </a:lnTo>
                  <a:lnTo>
                    <a:pt x="17146" y="8341"/>
                  </a:lnTo>
                  <a:lnTo>
                    <a:pt x="17609" y="6796"/>
                  </a:lnTo>
                  <a:lnTo>
                    <a:pt x="17995" y="5213"/>
                  </a:lnTo>
                  <a:lnTo>
                    <a:pt x="18382" y="3630"/>
                  </a:lnTo>
                  <a:lnTo>
                    <a:pt x="18729" y="2047"/>
                  </a:lnTo>
                  <a:lnTo>
                    <a:pt x="19038" y="463"/>
                  </a:lnTo>
                  <a:lnTo>
                    <a:pt x="19038" y="386"/>
                  </a:lnTo>
                  <a:lnTo>
                    <a:pt x="18999" y="309"/>
                  </a:lnTo>
                  <a:lnTo>
                    <a:pt x="18999" y="232"/>
                  </a:lnTo>
                  <a:lnTo>
                    <a:pt x="18999" y="77"/>
                  </a:lnTo>
                  <a:lnTo>
                    <a:pt x="18961" y="39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675;p20"/>
            <p:cNvSpPr/>
            <p:nvPr/>
          </p:nvSpPr>
          <p:spPr>
            <a:xfrm>
              <a:off x="5947325" y="1038225"/>
              <a:ext cx="458575" cy="289650"/>
            </a:xfrm>
            <a:custGeom>
              <a:avLst/>
              <a:gdLst/>
              <a:ahLst/>
              <a:cxnLst/>
              <a:rect l="l" t="t" r="r" b="b"/>
              <a:pathLst>
                <a:path w="18343" h="11586" extrusionOk="0">
                  <a:moveTo>
                    <a:pt x="17068" y="387"/>
                  </a:moveTo>
                  <a:lnTo>
                    <a:pt x="17145" y="426"/>
                  </a:lnTo>
                  <a:lnTo>
                    <a:pt x="17223" y="503"/>
                  </a:lnTo>
                  <a:lnTo>
                    <a:pt x="17300" y="735"/>
                  </a:lnTo>
                  <a:lnTo>
                    <a:pt x="17377" y="928"/>
                  </a:lnTo>
                  <a:lnTo>
                    <a:pt x="17377" y="1121"/>
                  </a:lnTo>
                  <a:lnTo>
                    <a:pt x="17338" y="1314"/>
                  </a:lnTo>
                  <a:lnTo>
                    <a:pt x="17223" y="1546"/>
                  </a:lnTo>
                  <a:lnTo>
                    <a:pt x="16952" y="1893"/>
                  </a:lnTo>
                  <a:lnTo>
                    <a:pt x="16721" y="2125"/>
                  </a:lnTo>
                  <a:lnTo>
                    <a:pt x="16450" y="2356"/>
                  </a:lnTo>
                  <a:lnTo>
                    <a:pt x="16180" y="2550"/>
                  </a:lnTo>
                  <a:lnTo>
                    <a:pt x="15871" y="2665"/>
                  </a:lnTo>
                  <a:lnTo>
                    <a:pt x="15871" y="2086"/>
                  </a:lnTo>
                  <a:lnTo>
                    <a:pt x="15910" y="1777"/>
                  </a:lnTo>
                  <a:lnTo>
                    <a:pt x="15948" y="1468"/>
                  </a:lnTo>
                  <a:lnTo>
                    <a:pt x="16025" y="1198"/>
                  </a:lnTo>
                  <a:lnTo>
                    <a:pt x="16180" y="928"/>
                  </a:lnTo>
                  <a:lnTo>
                    <a:pt x="16334" y="696"/>
                  </a:lnTo>
                  <a:lnTo>
                    <a:pt x="16605" y="503"/>
                  </a:lnTo>
                  <a:lnTo>
                    <a:pt x="16836" y="426"/>
                  </a:lnTo>
                  <a:lnTo>
                    <a:pt x="16991" y="387"/>
                  </a:lnTo>
                  <a:close/>
                  <a:moveTo>
                    <a:pt x="14597" y="2974"/>
                  </a:moveTo>
                  <a:lnTo>
                    <a:pt x="14867" y="3013"/>
                  </a:lnTo>
                  <a:lnTo>
                    <a:pt x="15137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7"/>
                  </a:lnTo>
                  <a:lnTo>
                    <a:pt x="14056" y="3862"/>
                  </a:lnTo>
                  <a:lnTo>
                    <a:pt x="13786" y="3940"/>
                  </a:lnTo>
                  <a:lnTo>
                    <a:pt x="13477" y="4017"/>
                  </a:lnTo>
                  <a:lnTo>
                    <a:pt x="13052" y="4017"/>
                  </a:lnTo>
                  <a:lnTo>
                    <a:pt x="12975" y="3940"/>
                  </a:lnTo>
                  <a:lnTo>
                    <a:pt x="12975" y="3862"/>
                  </a:lnTo>
                  <a:lnTo>
                    <a:pt x="12975" y="3708"/>
                  </a:lnTo>
                  <a:lnTo>
                    <a:pt x="13014" y="3476"/>
                  </a:lnTo>
                  <a:lnTo>
                    <a:pt x="13052" y="3360"/>
                  </a:lnTo>
                  <a:lnTo>
                    <a:pt x="13207" y="3245"/>
                  </a:lnTo>
                  <a:lnTo>
                    <a:pt x="13400" y="3167"/>
                  </a:lnTo>
                  <a:lnTo>
                    <a:pt x="13709" y="3052"/>
                  </a:lnTo>
                  <a:lnTo>
                    <a:pt x="14018" y="3013"/>
                  </a:lnTo>
                  <a:lnTo>
                    <a:pt x="14326" y="2974"/>
                  </a:lnTo>
                  <a:close/>
                  <a:moveTo>
                    <a:pt x="15678" y="3283"/>
                  </a:moveTo>
                  <a:lnTo>
                    <a:pt x="16334" y="3476"/>
                  </a:lnTo>
                  <a:lnTo>
                    <a:pt x="16643" y="3554"/>
                  </a:lnTo>
                  <a:lnTo>
                    <a:pt x="16991" y="3669"/>
                  </a:lnTo>
                  <a:lnTo>
                    <a:pt x="17261" y="3824"/>
                  </a:lnTo>
                  <a:lnTo>
                    <a:pt x="17531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79" y="4596"/>
                  </a:lnTo>
                  <a:lnTo>
                    <a:pt x="17918" y="4789"/>
                  </a:lnTo>
                  <a:lnTo>
                    <a:pt x="17879" y="4944"/>
                  </a:lnTo>
                  <a:lnTo>
                    <a:pt x="17802" y="5059"/>
                  </a:lnTo>
                  <a:lnTo>
                    <a:pt x="17647" y="5137"/>
                  </a:lnTo>
                  <a:lnTo>
                    <a:pt x="17493" y="5175"/>
                  </a:lnTo>
                  <a:lnTo>
                    <a:pt x="17338" y="5175"/>
                  </a:lnTo>
                  <a:lnTo>
                    <a:pt x="17145" y="5137"/>
                  </a:lnTo>
                  <a:lnTo>
                    <a:pt x="16991" y="5059"/>
                  </a:lnTo>
                  <a:lnTo>
                    <a:pt x="16643" y="4789"/>
                  </a:lnTo>
                  <a:lnTo>
                    <a:pt x="16373" y="4480"/>
                  </a:lnTo>
                  <a:lnTo>
                    <a:pt x="16180" y="4210"/>
                  </a:lnTo>
                  <a:lnTo>
                    <a:pt x="15987" y="3901"/>
                  </a:lnTo>
                  <a:lnTo>
                    <a:pt x="15832" y="3592"/>
                  </a:lnTo>
                  <a:lnTo>
                    <a:pt x="15678" y="3283"/>
                  </a:lnTo>
                  <a:close/>
                  <a:moveTo>
                    <a:pt x="4634" y="542"/>
                  </a:moveTo>
                  <a:lnTo>
                    <a:pt x="5252" y="580"/>
                  </a:lnTo>
                  <a:lnTo>
                    <a:pt x="5831" y="696"/>
                  </a:lnTo>
                  <a:lnTo>
                    <a:pt x="6410" y="850"/>
                  </a:lnTo>
                  <a:lnTo>
                    <a:pt x="6990" y="1121"/>
                  </a:lnTo>
                  <a:lnTo>
                    <a:pt x="7492" y="1430"/>
                  </a:lnTo>
                  <a:lnTo>
                    <a:pt x="7916" y="1739"/>
                  </a:lnTo>
                  <a:lnTo>
                    <a:pt x="8303" y="2086"/>
                  </a:lnTo>
                  <a:lnTo>
                    <a:pt x="8650" y="2472"/>
                  </a:lnTo>
                  <a:lnTo>
                    <a:pt x="8959" y="2858"/>
                  </a:lnTo>
                  <a:lnTo>
                    <a:pt x="9538" y="3669"/>
                  </a:lnTo>
                  <a:lnTo>
                    <a:pt x="10156" y="4480"/>
                  </a:lnTo>
                  <a:lnTo>
                    <a:pt x="10388" y="4828"/>
                  </a:lnTo>
                  <a:lnTo>
                    <a:pt x="10697" y="5137"/>
                  </a:lnTo>
                  <a:lnTo>
                    <a:pt x="11006" y="5446"/>
                  </a:lnTo>
                  <a:lnTo>
                    <a:pt x="11353" y="5677"/>
                  </a:lnTo>
                  <a:lnTo>
                    <a:pt x="11701" y="5870"/>
                  </a:lnTo>
                  <a:lnTo>
                    <a:pt x="12125" y="5986"/>
                  </a:lnTo>
                  <a:lnTo>
                    <a:pt x="12512" y="6025"/>
                  </a:lnTo>
                  <a:lnTo>
                    <a:pt x="12975" y="5986"/>
                  </a:lnTo>
                  <a:lnTo>
                    <a:pt x="13322" y="5870"/>
                  </a:lnTo>
                  <a:lnTo>
                    <a:pt x="13631" y="5755"/>
                  </a:lnTo>
                  <a:lnTo>
                    <a:pt x="13902" y="5600"/>
                  </a:lnTo>
                  <a:lnTo>
                    <a:pt x="14172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8" y="4712"/>
                  </a:lnTo>
                  <a:lnTo>
                    <a:pt x="14983" y="4442"/>
                  </a:lnTo>
                  <a:lnTo>
                    <a:pt x="14751" y="5253"/>
                  </a:lnTo>
                  <a:lnTo>
                    <a:pt x="14442" y="5986"/>
                  </a:lnTo>
                  <a:lnTo>
                    <a:pt x="14056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1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6" y="10272"/>
                  </a:lnTo>
                  <a:lnTo>
                    <a:pt x="9615" y="10466"/>
                  </a:lnTo>
                  <a:lnTo>
                    <a:pt x="9075" y="10659"/>
                  </a:lnTo>
                  <a:lnTo>
                    <a:pt x="8496" y="10774"/>
                  </a:lnTo>
                  <a:lnTo>
                    <a:pt x="7955" y="10890"/>
                  </a:lnTo>
                  <a:lnTo>
                    <a:pt x="7376" y="10929"/>
                  </a:lnTo>
                  <a:lnTo>
                    <a:pt x="6835" y="10929"/>
                  </a:lnTo>
                  <a:lnTo>
                    <a:pt x="6256" y="10890"/>
                  </a:lnTo>
                  <a:lnTo>
                    <a:pt x="5715" y="10774"/>
                  </a:lnTo>
                  <a:lnTo>
                    <a:pt x="5175" y="10620"/>
                  </a:lnTo>
                  <a:lnTo>
                    <a:pt x="4634" y="10466"/>
                  </a:lnTo>
                  <a:lnTo>
                    <a:pt x="4132" y="10195"/>
                  </a:lnTo>
                  <a:lnTo>
                    <a:pt x="3630" y="9925"/>
                  </a:lnTo>
                  <a:lnTo>
                    <a:pt x="3128" y="9577"/>
                  </a:lnTo>
                  <a:lnTo>
                    <a:pt x="2665" y="9191"/>
                  </a:lnTo>
                  <a:lnTo>
                    <a:pt x="2201" y="8767"/>
                  </a:lnTo>
                  <a:lnTo>
                    <a:pt x="1777" y="8303"/>
                  </a:lnTo>
                  <a:lnTo>
                    <a:pt x="1429" y="7801"/>
                  </a:lnTo>
                  <a:lnTo>
                    <a:pt x="1082" y="7261"/>
                  </a:lnTo>
                  <a:lnTo>
                    <a:pt x="811" y="6720"/>
                  </a:lnTo>
                  <a:lnTo>
                    <a:pt x="618" y="6141"/>
                  </a:lnTo>
                  <a:lnTo>
                    <a:pt x="464" y="5523"/>
                  </a:lnTo>
                  <a:lnTo>
                    <a:pt x="425" y="4905"/>
                  </a:lnTo>
                  <a:lnTo>
                    <a:pt x="464" y="4287"/>
                  </a:lnTo>
                  <a:lnTo>
                    <a:pt x="618" y="3708"/>
                  </a:lnTo>
                  <a:lnTo>
                    <a:pt x="811" y="3129"/>
                  </a:lnTo>
                  <a:lnTo>
                    <a:pt x="1120" y="2588"/>
                  </a:lnTo>
                  <a:lnTo>
                    <a:pt x="1468" y="2086"/>
                  </a:lnTo>
                  <a:lnTo>
                    <a:pt x="1892" y="1661"/>
                  </a:lnTo>
                  <a:lnTo>
                    <a:pt x="2356" y="1275"/>
                  </a:lnTo>
                  <a:lnTo>
                    <a:pt x="2896" y="1005"/>
                  </a:lnTo>
                  <a:lnTo>
                    <a:pt x="3476" y="773"/>
                  </a:lnTo>
                  <a:lnTo>
                    <a:pt x="4055" y="619"/>
                  </a:lnTo>
                  <a:lnTo>
                    <a:pt x="4634" y="542"/>
                  </a:lnTo>
                  <a:close/>
                  <a:moveTo>
                    <a:pt x="16875" y="1"/>
                  </a:moveTo>
                  <a:lnTo>
                    <a:pt x="16682" y="40"/>
                  </a:lnTo>
                  <a:lnTo>
                    <a:pt x="16450" y="155"/>
                  </a:lnTo>
                  <a:lnTo>
                    <a:pt x="16257" y="271"/>
                  </a:lnTo>
                  <a:lnTo>
                    <a:pt x="16103" y="426"/>
                  </a:lnTo>
                  <a:lnTo>
                    <a:pt x="15948" y="580"/>
                  </a:lnTo>
                  <a:lnTo>
                    <a:pt x="15832" y="773"/>
                  </a:lnTo>
                  <a:lnTo>
                    <a:pt x="15717" y="1005"/>
                  </a:lnTo>
                  <a:lnTo>
                    <a:pt x="15601" y="1237"/>
                  </a:lnTo>
                  <a:lnTo>
                    <a:pt x="15485" y="1739"/>
                  </a:lnTo>
                  <a:lnTo>
                    <a:pt x="15446" y="2279"/>
                  </a:lnTo>
                  <a:lnTo>
                    <a:pt x="15485" y="2820"/>
                  </a:lnTo>
                  <a:lnTo>
                    <a:pt x="15369" y="2820"/>
                  </a:lnTo>
                  <a:lnTo>
                    <a:pt x="15330" y="2858"/>
                  </a:lnTo>
                  <a:lnTo>
                    <a:pt x="14906" y="2743"/>
                  </a:lnTo>
                  <a:lnTo>
                    <a:pt x="14442" y="2665"/>
                  </a:lnTo>
                  <a:lnTo>
                    <a:pt x="13979" y="2665"/>
                  </a:lnTo>
                  <a:lnTo>
                    <a:pt x="13516" y="2743"/>
                  </a:lnTo>
                  <a:lnTo>
                    <a:pt x="13168" y="2858"/>
                  </a:lnTo>
                  <a:lnTo>
                    <a:pt x="12975" y="2974"/>
                  </a:lnTo>
                  <a:lnTo>
                    <a:pt x="12782" y="3090"/>
                  </a:lnTo>
                  <a:lnTo>
                    <a:pt x="12627" y="3206"/>
                  </a:lnTo>
                  <a:lnTo>
                    <a:pt x="12512" y="3360"/>
                  </a:lnTo>
                  <a:lnTo>
                    <a:pt x="12396" y="3554"/>
                  </a:lnTo>
                  <a:lnTo>
                    <a:pt x="12396" y="3747"/>
                  </a:lnTo>
                  <a:lnTo>
                    <a:pt x="12396" y="3940"/>
                  </a:lnTo>
                  <a:lnTo>
                    <a:pt x="12473" y="4094"/>
                  </a:lnTo>
                  <a:lnTo>
                    <a:pt x="12627" y="4210"/>
                  </a:lnTo>
                  <a:lnTo>
                    <a:pt x="12782" y="4287"/>
                  </a:lnTo>
                  <a:lnTo>
                    <a:pt x="12975" y="4364"/>
                  </a:lnTo>
                  <a:lnTo>
                    <a:pt x="13168" y="4403"/>
                  </a:lnTo>
                  <a:lnTo>
                    <a:pt x="13516" y="4364"/>
                  </a:lnTo>
                  <a:lnTo>
                    <a:pt x="13863" y="4326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8" y="3824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3" y="4866"/>
                  </a:lnTo>
                  <a:lnTo>
                    <a:pt x="13940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29" y="5446"/>
                  </a:lnTo>
                  <a:lnTo>
                    <a:pt x="12743" y="5523"/>
                  </a:lnTo>
                  <a:lnTo>
                    <a:pt x="12396" y="5523"/>
                  </a:lnTo>
                  <a:lnTo>
                    <a:pt x="12048" y="5446"/>
                  </a:lnTo>
                  <a:lnTo>
                    <a:pt x="11739" y="5330"/>
                  </a:lnTo>
                  <a:lnTo>
                    <a:pt x="11430" y="5137"/>
                  </a:lnTo>
                  <a:lnTo>
                    <a:pt x="11121" y="4905"/>
                  </a:lnTo>
                  <a:lnTo>
                    <a:pt x="10851" y="4635"/>
                  </a:lnTo>
                  <a:lnTo>
                    <a:pt x="10542" y="4210"/>
                  </a:lnTo>
                  <a:lnTo>
                    <a:pt x="10195" y="3785"/>
                  </a:lnTo>
                  <a:lnTo>
                    <a:pt x="9615" y="2936"/>
                  </a:lnTo>
                  <a:lnTo>
                    <a:pt x="9307" y="2511"/>
                  </a:lnTo>
                  <a:lnTo>
                    <a:pt x="8959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6" y="966"/>
                  </a:lnTo>
                  <a:lnTo>
                    <a:pt x="7105" y="657"/>
                  </a:lnTo>
                  <a:lnTo>
                    <a:pt x="6526" y="426"/>
                  </a:lnTo>
                  <a:lnTo>
                    <a:pt x="5947" y="271"/>
                  </a:lnTo>
                  <a:lnTo>
                    <a:pt x="5329" y="155"/>
                  </a:lnTo>
                  <a:lnTo>
                    <a:pt x="4750" y="117"/>
                  </a:lnTo>
                  <a:lnTo>
                    <a:pt x="4132" y="155"/>
                  </a:lnTo>
                  <a:lnTo>
                    <a:pt x="3553" y="271"/>
                  </a:lnTo>
                  <a:lnTo>
                    <a:pt x="3283" y="348"/>
                  </a:lnTo>
                  <a:lnTo>
                    <a:pt x="2935" y="464"/>
                  </a:lnTo>
                  <a:lnTo>
                    <a:pt x="2588" y="619"/>
                  </a:lnTo>
                  <a:lnTo>
                    <a:pt x="2279" y="812"/>
                  </a:lnTo>
                  <a:lnTo>
                    <a:pt x="1931" y="1005"/>
                  </a:lnTo>
                  <a:lnTo>
                    <a:pt x="1661" y="1275"/>
                  </a:lnTo>
                  <a:lnTo>
                    <a:pt x="1352" y="1546"/>
                  </a:lnTo>
                  <a:lnTo>
                    <a:pt x="1082" y="1854"/>
                  </a:lnTo>
                  <a:lnTo>
                    <a:pt x="850" y="2163"/>
                  </a:lnTo>
                  <a:lnTo>
                    <a:pt x="541" y="2665"/>
                  </a:lnTo>
                  <a:lnTo>
                    <a:pt x="309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0" y="4712"/>
                  </a:lnTo>
                  <a:lnTo>
                    <a:pt x="39" y="5214"/>
                  </a:lnTo>
                  <a:lnTo>
                    <a:pt x="78" y="5716"/>
                  </a:lnTo>
                  <a:lnTo>
                    <a:pt x="193" y="6218"/>
                  </a:lnTo>
                  <a:lnTo>
                    <a:pt x="386" y="6720"/>
                  </a:lnTo>
                  <a:lnTo>
                    <a:pt x="580" y="7222"/>
                  </a:lnTo>
                  <a:lnTo>
                    <a:pt x="811" y="7685"/>
                  </a:lnTo>
                  <a:lnTo>
                    <a:pt x="1082" y="8110"/>
                  </a:lnTo>
                  <a:lnTo>
                    <a:pt x="1429" y="8573"/>
                  </a:lnTo>
                  <a:lnTo>
                    <a:pt x="1777" y="8960"/>
                  </a:lnTo>
                  <a:lnTo>
                    <a:pt x="2124" y="9384"/>
                  </a:lnTo>
                  <a:lnTo>
                    <a:pt x="2549" y="9732"/>
                  </a:lnTo>
                  <a:lnTo>
                    <a:pt x="3090" y="10157"/>
                  </a:lnTo>
                  <a:lnTo>
                    <a:pt x="3630" y="10504"/>
                  </a:lnTo>
                  <a:lnTo>
                    <a:pt x="4209" y="10774"/>
                  </a:lnTo>
                  <a:lnTo>
                    <a:pt x="4789" y="11045"/>
                  </a:lnTo>
                  <a:lnTo>
                    <a:pt x="5406" y="11199"/>
                  </a:lnTo>
                  <a:lnTo>
                    <a:pt x="6024" y="11354"/>
                  </a:lnTo>
                  <a:lnTo>
                    <a:pt x="6642" y="11392"/>
                  </a:lnTo>
                  <a:lnTo>
                    <a:pt x="7260" y="11431"/>
                  </a:lnTo>
                  <a:lnTo>
                    <a:pt x="7337" y="11585"/>
                  </a:lnTo>
                  <a:lnTo>
                    <a:pt x="7646" y="11392"/>
                  </a:lnTo>
                  <a:lnTo>
                    <a:pt x="8457" y="11315"/>
                  </a:lnTo>
                  <a:lnTo>
                    <a:pt x="9268" y="11122"/>
                  </a:lnTo>
                  <a:lnTo>
                    <a:pt x="10079" y="10813"/>
                  </a:lnTo>
                  <a:lnTo>
                    <a:pt x="10851" y="10466"/>
                  </a:lnTo>
                  <a:lnTo>
                    <a:pt x="11546" y="10041"/>
                  </a:lnTo>
                  <a:lnTo>
                    <a:pt x="12164" y="9577"/>
                  </a:lnTo>
                  <a:lnTo>
                    <a:pt x="12434" y="9384"/>
                  </a:lnTo>
                  <a:lnTo>
                    <a:pt x="13052" y="8805"/>
                  </a:lnTo>
                  <a:lnTo>
                    <a:pt x="13631" y="8187"/>
                  </a:lnTo>
                  <a:lnTo>
                    <a:pt x="14133" y="7492"/>
                  </a:lnTo>
                  <a:lnTo>
                    <a:pt x="14597" y="6797"/>
                  </a:lnTo>
                  <a:lnTo>
                    <a:pt x="14944" y="6025"/>
                  </a:lnTo>
                  <a:lnTo>
                    <a:pt x="15099" y="5639"/>
                  </a:lnTo>
                  <a:lnTo>
                    <a:pt x="15253" y="5214"/>
                  </a:lnTo>
                  <a:lnTo>
                    <a:pt x="15330" y="4828"/>
                  </a:lnTo>
                  <a:lnTo>
                    <a:pt x="15408" y="4403"/>
                  </a:lnTo>
                  <a:lnTo>
                    <a:pt x="15485" y="4017"/>
                  </a:lnTo>
                  <a:lnTo>
                    <a:pt x="15485" y="3592"/>
                  </a:lnTo>
                  <a:lnTo>
                    <a:pt x="15678" y="4056"/>
                  </a:lnTo>
                  <a:lnTo>
                    <a:pt x="15948" y="4480"/>
                  </a:lnTo>
                  <a:lnTo>
                    <a:pt x="16257" y="4866"/>
                  </a:lnTo>
                  <a:lnTo>
                    <a:pt x="16605" y="5214"/>
                  </a:lnTo>
                  <a:lnTo>
                    <a:pt x="16759" y="5368"/>
                  </a:lnTo>
                  <a:lnTo>
                    <a:pt x="16991" y="5484"/>
                  </a:lnTo>
                  <a:lnTo>
                    <a:pt x="17184" y="5561"/>
                  </a:lnTo>
                  <a:lnTo>
                    <a:pt x="17416" y="5639"/>
                  </a:lnTo>
                  <a:lnTo>
                    <a:pt x="17609" y="5677"/>
                  </a:lnTo>
                  <a:lnTo>
                    <a:pt x="17840" y="5639"/>
                  </a:lnTo>
                  <a:lnTo>
                    <a:pt x="18033" y="5523"/>
                  </a:lnTo>
                  <a:lnTo>
                    <a:pt x="18188" y="5330"/>
                  </a:lnTo>
                  <a:lnTo>
                    <a:pt x="18304" y="5137"/>
                  </a:lnTo>
                  <a:lnTo>
                    <a:pt x="18342" y="4944"/>
                  </a:lnTo>
                  <a:lnTo>
                    <a:pt x="18304" y="4712"/>
                  </a:lnTo>
                  <a:lnTo>
                    <a:pt x="18265" y="4519"/>
                  </a:lnTo>
                  <a:lnTo>
                    <a:pt x="18188" y="4287"/>
                  </a:lnTo>
                  <a:lnTo>
                    <a:pt x="18072" y="4133"/>
                  </a:lnTo>
                  <a:lnTo>
                    <a:pt x="17956" y="3940"/>
                  </a:lnTo>
                  <a:lnTo>
                    <a:pt x="17802" y="3785"/>
                  </a:lnTo>
                  <a:lnTo>
                    <a:pt x="17647" y="3631"/>
                  </a:lnTo>
                  <a:lnTo>
                    <a:pt x="17416" y="3476"/>
                  </a:lnTo>
                  <a:lnTo>
                    <a:pt x="16952" y="3245"/>
                  </a:lnTo>
                  <a:lnTo>
                    <a:pt x="16489" y="3052"/>
                  </a:lnTo>
                  <a:lnTo>
                    <a:pt x="15987" y="2936"/>
                  </a:lnTo>
                  <a:lnTo>
                    <a:pt x="16412" y="2781"/>
                  </a:lnTo>
                  <a:lnTo>
                    <a:pt x="16836" y="2511"/>
                  </a:lnTo>
                  <a:lnTo>
                    <a:pt x="17184" y="2202"/>
                  </a:lnTo>
                  <a:lnTo>
                    <a:pt x="17493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3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0" y="194"/>
                  </a:lnTo>
                  <a:lnTo>
                    <a:pt x="17454" y="117"/>
                  </a:lnTo>
                  <a:lnTo>
                    <a:pt x="17338" y="40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676;p20"/>
            <p:cNvSpPr/>
            <p:nvPr/>
          </p:nvSpPr>
          <p:spPr>
            <a:xfrm>
              <a:off x="5978200" y="1074925"/>
              <a:ext cx="144850" cy="162200"/>
            </a:xfrm>
            <a:custGeom>
              <a:avLst/>
              <a:gdLst/>
              <a:ahLst/>
              <a:cxnLst/>
              <a:rect l="l" t="t" r="r" b="b"/>
              <a:pathLst>
                <a:path w="5794" h="6488" extrusionOk="0">
                  <a:moveTo>
                    <a:pt x="2241" y="425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7" y="734"/>
                  </a:lnTo>
                  <a:lnTo>
                    <a:pt x="4171" y="1004"/>
                  </a:lnTo>
                  <a:lnTo>
                    <a:pt x="4558" y="1313"/>
                  </a:lnTo>
                  <a:lnTo>
                    <a:pt x="4751" y="1506"/>
                  </a:lnTo>
                  <a:lnTo>
                    <a:pt x="4905" y="1738"/>
                  </a:lnTo>
                  <a:lnTo>
                    <a:pt x="5021" y="1931"/>
                  </a:lnTo>
                  <a:lnTo>
                    <a:pt x="5137" y="2163"/>
                  </a:lnTo>
                  <a:lnTo>
                    <a:pt x="5214" y="2433"/>
                  </a:lnTo>
                  <a:lnTo>
                    <a:pt x="5291" y="2703"/>
                  </a:lnTo>
                  <a:lnTo>
                    <a:pt x="5330" y="3167"/>
                  </a:lnTo>
                  <a:lnTo>
                    <a:pt x="5330" y="3630"/>
                  </a:lnTo>
                  <a:lnTo>
                    <a:pt x="5214" y="4132"/>
                  </a:lnTo>
                  <a:lnTo>
                    <a:pt x="5021" y="4557"/>
                  </a:lnTo>
                  <a:lnTo>
                    <a:pt x="4789" y="4982"/>
                  </a:lnTo>
                  <a:lnTo>
                    <a:pt x="4480" y="5329"/>
                  </a:lnTo>
                  <a:lnTo>
                    <a:pt x="4287" y="5484"/>
                  </a:lnTo>
                  <a:lnTo>
                    <a:pt x="4094" y="5638"/>
                  </a:lnTo>
                  <a:lnTo>
                    <a:pt x="3901" y="5754"/>
                  </a:lnTo>
                  <a:lnTo>
                    <a:pt x="3669" y="5831"/>
                  </a:lnTo>
                  <a:lnTo>
                    <a:pt x="3360" y="5947"/>
                  </a:lnTo>
                  <a:lnTo>
                    <a:pt x="3090" y="5986"/>
                  </a:lnTo>
                  <a:lnTo>
                    <a:pt x="2820" y="6024"/>
                  </a:lnTo>
                  <a:lnTo>
                    <a:pt x="2550" y="5986"/>
                  </a:lnTo>
                  <a:lnTo>
                    <a:pt x="2279" y="5947"/>
                  </a:lnTo>
                  <a:lnTo>
                    <a:pt x="2048" y="5870"/>
                  </a:lnTo>
                  <a:lnTo>
                    <a:pt x="1855" y="5754"/>
                  </a:lnTo>
                  <a:lnTo>
                    <a:pt x="1623" y="5638"/>
                  </a:lnTo>
                  <a:lnTo>
                    <a:pt x="1430" y="5484"/>
                  </a:lnTo>
                  <a:lnTo>
                    <a:pt x="1275" y="5291"/>
                  </a:lnTo>
                  <a:lnTo>
                    <a:pt x="1082" y="5097"/>
                  </a:lnTo>
                  <a:lnTo>
                    <a:pt x="966" y="4904"/>
                  </a:lnTo>
                  <a:lnTo>
                    <a:pt x="696" y="4441"/>
                  </a:lnTo>
                  <a:lnTo>
                    <a:pt x="542" y="3900"/>
                  </a:lnTo>
                  <a:lnTo>
                    <a:pt x="426" y="3398"/>
                  </a:lnTo>
                  <a:lnTo>
                    <a:pt x="426" y="2858"/>
                  </a:lnTo>
                  <a:lnTo>
                    <a:pt x="503" y="2317"/>
                  </a:lnTo>
                  <a:lnTo>
                    <a:pt x="542" y="2047"/>
                  </a:lnTo>
                  <a:lnTo>
                    <a:pt x="657" y="1815"/>
                  </a:lnTo>
                  <a:lnTo>
                    <a:pt x="735" y="1584"/>
                  </a:lnTo>
                  <a:lnTo>
                    <a:pt x="889" y="1352"/>
                  </a:lnTo>
                  <a:lnTo>
                    <a:pt x="1044" y="1159"/>
                  </a:lnTo>
                  <a:lnTo>
                    <a:pt x="1237" y="1004"/>
                  </a:lnTo>
                  <a:lnTo>
                    <a:pt x="1430" y="811"/>
                  </a:lnTo>
                  <a:lnTo>
                    <a:pt x="1661" y="695"/>
                  </a:lnTo>
                  <a:lnTo>
                    <a:pt x="1893" y="580"/>
                  </a:lnTo>
                  <a:lnTo>
                    <a:pt x="2202" y="502"/>
                  </a:lnTo>
                  <a:lnTo>
                    <a:pt x="2241" y="464"/>
                  </a:lnTo>
                  <a:lnTo>
                    <a:pt x="2241" y="425"/>
                  </a:lnTo>
                  <a:close/>
                  <a:moveTo>
                    <a:pt x="2279" y="0"/>
                  </a:moveTo>
                  <a:lnTo>
                    <a:pt x="1970" y="39"/>
                  </a:lnTo>
                  <a:lnTo>
                    <a:pt x="1893" y="78"/>
                  </a:lnTo>
                  <a:lnTo>
                    <a:pt x="1816" y="116"/>
                  </a:lnTo>
                  <a:lnTo>
                    <a:pt x="1816" y="193"/>
                  </a:lnTo>
                  <a:lnTo>
                    <a:pt x="1816" y="271"/>
                  </a:lnTo>
                  <a:lnTo>
                    <a:pt x="1507" y="348"/>
                  </a:lnTo>
                  <a:lnTo>
                    <a:pt x="1275" y="464"/>
                  </a:lnTo>
                  <a:lnTo>
                    <a:pt x="1044" y="618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7"/>
                  </a:lnTo>
                  <a:lnTo>
                    <a:pt x="349" y="1429"/>
                  </a:lnTo>
                  <a:lnTo>
                    <a:pt x="233" y="1661"/>
                  </a:lnTo>
                  <a:lnTo>
                    <a:pt x="117" y="1931"/>
                  </a:lnTo>
                  <a:lnTo>
                    <a:pt x="78" y="2201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0"/>
                  </a:lnTo>
                  <a:lnTo>
                    <a:pt x="271" y="4518"/>
                  </a:lnTo>
                  <a:lnTo>
                    <a:pt x="387" y="4827"/>
                  </a:lnTo>
                  <a:lnTo>
                    <a:pt x="542" y="5097"/>
                  </a:lnTo>
                  <a:lnTo>
                    <a:pt x="696" y="5329"/>
                  </a:lnTo>
                  <a:lnTo>
                    <a:pt x="851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0"/>
                  </a:lnTo>
                  <a:lnTo>
                    <a:pt x="1739" y="6256"/>
                  </a:lnTo>
                  <a:lnTo>
                    <a:pt x="2009" y="6372"/>
                  </a:lnTo>
                  <a:lnTo>
                    <a:pt x="2279" y="6449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49"/>
                  </a:lnTo>
                  <a:lnTo>
                    <a:pt x="3554" y="6372"/>
                  </a:lnTo>
                  <a:lnTo>
                    <a:pt x="3862" y="6256"/>
                  </a:lnTo>
                  <a:lnTo>
                    <a:pt x="4133" y="6140"/>
                  </a:lnTo>
                  <a:lnTo>
                    <a:pt x="4403" y="5986"/>
                  </a:lnTo>
                  <a:lnTo>
                    <a:pt x="4635" y="5793"/>
                  </a:lnTo>
                  <a:lnTo>
                    <a:pt x="4866" y="5599"/>
                  </a:lnTo>
                  <a:lnTo>
                    <a:pt x="5060" y="5368"/>
                  </a:lnTo>
                  <a:lnTo>
                    <a:pt x="5214" y="5136"/>
                  </a:lnTo>
                  <a:lnTo>
                    <a:pt x="5368" y="4866"/>
                  </a:lnTo>
                  <a:lnTo>
                    <a:pt x="5523" y="4634"/>
                  </a:lnTo>
                  <a:lnTo>
                    <a:pt x="5639" y="4325"/>
                  </a:lnTo>
                  <a:lnTo>
                    <a:pt x="5716" y="4055"/>
                  </a:lnTo>
                  <a:lnTo>
                    <a:pt x="5755" y="3746"/>
                  </a:lnTo>
                  <a:lnTo>
                    <a:pt x="5793" y="3437"/>
                  </a:lnTo>
                  <a:lnTo>
                    <a:pt x="5793" y="3128"/>
                  </a:lnTo>
                  <a:lnTo>
                    <a:pt x="5793" y="2858"/>
                  </a:lnTo>
                  <a:lnTo>
                    <a:pt x="5716" y="2549"/>
                  </a:lnTo>
                  <a:lnTo>
                    <a:pt x="5639" y="2240"/>
                  </a:lnTo>
                  <a:lnTo>
                    <a:pt x="5523" y="1931"/>
                  </a:lnTo>
                  <a:lnTo>
                    <a:pt x="5368" y="1661"/>
                  </a:lnTo>
                  <a:lnTo>
                    <a:pt x="5214" y="1390"/>
                  </a:lnTo>
                  <a:lnTo>
                    <a:pt x="5021" y="1159"/>
                  </a:lnTo>
                  <a:lnTo>
                    <a:pt x="4828" y="927"/>
                  </a:lnTo>
                  <a:lnTo>
                    <a:pt x="4596" y="734"/>
                  </a:lnTo>
                  <a:lnTo>
                    <a:pt x="4326" y="541"/>
                  </a:lnTo>
                  <a:lnTo>
                    <a:pt x="4094" y="386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677;p20"/>
            <p:cNvSpPr/>
            <p:nvPr/>
          </p:nvSpPr>
          <p:spPr>
            <a:xfrm>
              <a:off x="5341075" y="109905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2" y="2742"/>
                  </a:lnTo>
                  <a:lnTo>
                    <a:pt x="966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678;p20"/>
            <p:cNvSpPr/>
            <p:nvPr/>
          </p:nvSpPr>
          <p:spPr>
            <a:xfrm>
              <a:off x="695700" y="1106775"/>
              <a:ext cx="102350" cy="132275"/>
            </a:xfrm>
            <a:custGeom>
              <a:avLst/>
              <a:gdLst/>
              <a:ahLst/>
              <a:cxnLst/>
              <a:rect l="l" t="t" r="r" b="b"/>
              <a:pathLst>
                <a:path w="4094" h="5291" extrusionOk="0">
                  <a:moveTo>
                    <a:pt x="2279" y="1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4" y="1893"/>
                  </a:lnTo>
                  <a:lnTo>
                    <a:pt x="116" y="2279"/>
                  </a:lnTo>
                  <a:lnTo>
                    <a:pt x="39" y="2665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1"/>
                  </a:lnTo>
                  <a:lnTo>
                    <a:pt x="425" y="5291"/>
                  </a:lnTo>
                  <a:lnTo>
                    <a:pt x="464" y="4750"/>
                  </a:lnTo>
                  <a:lnTo>
                    <a:pt x="464" y="4210"/>
                  </a:lnTo>
                  <a:lnTo>
                    <a:pt x="464" y="3630"/>
                  </a:lnTo>
                  <a:lnTo>
                    <a:pt x="464" y="3090"/>
                  </a:lnTo>
                  <a:lnTo>
                    <a:pt x="541" y="2549"/>
                  </a:lnTo>
                  <a:lnTo>
                    <a:pt x="657" y="2047"/>
                  </a:lnTo>
                  <a:lnTo>
                    <a:pt x="773" y="1816"/>
                  </a:lnTo>
                  <a:lnTo>
                    <a:pt x="889" y="1545"/>
                  </a:lnTo>
                  <a:lnTo>
                    <a:pt x="1043" y="1352"/>
                  </a:lnTo>
                  <a:lnTo>
                    <a:pt x="1198" y="1120"/>
                  </a:lnTo>
                  <a:lnTo>
                    <a:pt x="1391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80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4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2" y="1391"/>
                  </a:lnTo>
                  <a:lnTo>
                    <a:pt x="3669" y="1661"/>
                  </a:lnTo>
                  <a:lnTo>
                    <a:pt x="4094" y="1545"/>
                  </a:lnTo>
                  <a:lnTo>
                    <a:pt x="3978" y="1159"/>
                  </a:lnTo>
                  <a:lnTo>
                    <a:pt x="3823" y="812"/>
                  </a:lnTo>
                  <a:lnTo>
                    <a:pt x="3630" y="503"/>
                  </a:lnTo>
                  <a:lnTo>
                    <a:pt x="3399" y="271"/>
                  </a:lnTo>
                  <a:lnTo>
                    <a:pt x="3244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679;p20"/>
            <p:cNvSpPr/>
            <p:nvPr/>
          </p:nvSpPr>
          <p:spPr>
            <a:xfrm>
              <a:off x="560550" y="1107750"/>
              <a:ext cx="437325" cy="302175"/>
            </a:xfrm>
            <a:custGeom>
              <a:avLst/>
              <a:gdLst/>
              <a:ahLst/>
              <a:cxnLst/>
              <a:rect l="l" t="t" r="r" b="b"/>
              <a:pathLst>
                <a:path w="17493" h="12087" extrusionOk="0">
                  <a:moveTo>
                    <a:pt x="11971" y="502"/>
                  </a:moveTo>
                  <a:lnTo>
                    <a:pt x="12087" y="541"/>
                  </a:lnTo>
                  <a:lnTo>
                    <a:pt x="12203" y="579"/>
                  </a:lnTo>
                  <a:lnTo>
                    <a:pt x="12280" y="657"/>
                  </a:lnTo>
                  <a:lnTo>
                    <a:pt x="12627" y="888"/>
                  </a:lnTo>
                  <a:lnTo>
                    <a:pt x="12898" y="1159"/>
                  </a:lnTo>
                  <a:lnTo>
                    <a:pt x="13129" y="1506"/>
                  </a:lnTo>
                  <a:lnTo>
                    <a:pt x="13322" y="1854"/>
                  </a:lnTo>
                  <a:lnTo>
                    <a:pt x="13477" y="2278"/>
                  </a:lnTo>
                  <a:lnTo>
                    <a:pt x="13593" y="2665"/>
                  </a:lnTo>
                  <a:lnTo>
                    <a:pt x="13824" y="3437"/>
                  </a:lnTo>
                  <a:lnTo>
                    <a:pt x="13824" y="3437"/>
                  </a:lnTo>
                  <a:lnTo>
                    <a:pt x="13091" y="3012"/>
                  </a:lnTo>
                  <a:lnTo>
                    <a:pt x="12705" y="2780"/>
                  </a:lnTo>
                  <a:lnTo>
                    <a:pt x="12357" y="2510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2" y="1738"/>
                  </a:lnTo>
                  <a:lnTo>
                    <a:pt x="11508" y="1429"/>
                  </a:lnTo>
                  <a:lnTo>
                    <a:pt x="11430" y="1081"/>
                  </a:lnTo>
                  <a:lnTo>
                    <a:pt x="11662" y="734"/>
                  </a:lnTo>
                  <a:lnTo>
                    <a:pt x="11739" y="618"/>
                  </a:lnTo>
                  <a:lnTo>
                    <a:pt x="11855" y="541"/>
                  </a:lnTo>
                  <a:lnTo>
                    <a:pt x="11971" y="502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89" y="1738"/>
                  </a:lnTo>
                  <a:lnTo>
                    <a:pt x="16566" y="1854"/>
                  </a:lnTo>
                  <a:lnTo>
                    <a:pt x="16605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5" y="2510"/>
                  </a:lnTo>
                  <a:lnTo>
                    <a:pt x="16528" y="2665"/>
                  </a:lnTo>
                  <a:lnTo>
                    <a:pt x="16412" y="2819"/>
                  </a:lnTo>
                  <a:lnTo>
                    <a:pt x="16296" y="2974"/>
                  </a:lnTo>
                  <a:lnTo>
                    <a:pt x="15948" y="3205"/>
                  </a:lnTo>
                  <a:lnTo>
                    <a:pt x="15524" y="3398"/>
                  </a:lnTo>
                  <a:lnTo>
                    <a:pt x="15137" y="3553"/>
                  </a:lnTo>
                  <a:lnTo>
                    <a:pt x="14713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6"/>
                  </a:lnTo>
                  <a:lnTo>
                    <a:pt x="15060" y="2278"/>
                  </a:lnTo>
                  <a:lnTo>
                    <a:pt x="15408" y="1970"/>
                  </a:lnTo>
                  <a:lnTo>
                    <a:pt x="15639" y="1815"/>
                  </a:lnTo>
                  <a:lnTo>
                    <a:pt x="15871" y="1699"/>
                  </a:lnTo>
                  <a:lnTo>
                    <a:pt x="16103" y="1622"/>
                  </a:lnTo>
                  <a:close/>
                  <a:moveTo>
                    <a:pt x="13824" y="4286"/>
                  </a:moveTo>
                  <a:lnTo>
                    <a:pt x="13670" y="4557"/>
                  </a:lnTo>
                  <a:lnTo>
                    <a:pt x="13477" y="4788"/>
                  </a:lnTo>
                  <a:lnTo>
                    <a:pt x="13245" y="5020"/>
                  </a:lnTo>
                  <a:lnTo>
                    <a:pt x="13014" y="5252"/>
                  </a:lnTo>
                  <a:lnTo>
                    <a:pt x="12666" y="5484"/>
                  </a:lnTo>
                  <a:lnTo>
                    <a:pt x="12125" y="5792"/>
                  </a:lnTo>
                  <a:lnTo>
                    <a:pt x="11855" y="5908"/>
                  </a:lnTo>
                  <a:lnTo>
                    <a:pt x="11623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4" y="5870"/>
                  </a:lnTo>
                  <a:lnTo>
                    <a:pt x="10967" y="5792"/>
                  </a:lnTo>
                  <a:lnTo>
                    <a:pt x="10928" y="5715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7" y="5290"/>
                  </a:lnTo>
                  <a:lnTo>
                    <a:pt x="11121" y="5097"/>
                  </a:lnTo>
                  <a:lnTo>
                    <a:pt x="11276" y="4943"/>
                  </a:lnTo>
                  <a:lnTo>
                    <a:pt x="11546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7" y="4480"/>
                  </a:lnTo>
                  <a:lnTo>
                    <a:pt x="13245" y="4402"/>
                  </a:lnTo>
                  <a:lnTo>
                    <a:pt x="13554" y="4364"/>
                  </a:lnTo>
                  <a:lnTo>
                    <a:pt x="13824" y="4286"/>
                  </a:lnTo>
                  <a:close/>
                  <a:moveTo>
                    <a:pt x="14404" y="4248"/>
                  </a:moveTo>
                  <a:lnTo>
                    <a:pt x="15060" y="4595"/>
                  </a:lnTo>
                  <a:lnTo>
                    <a:pt x="15408" y="4788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1" y="5368"/>
                  </a:lnTo>
                  <a:lnTo>
                    <a:pt x="16412" y="5677"/>
                  </a:lnTo>
                  <a:lnTo>
                    <a:pt x="16643" y="6024"/>
                  </a:lnTo>
                  <a:lnTo>
                    <a:pt x="16875" y="6333"/>
                  </a:lnTo>
                  <a:lnTo>
                    <a:pt x="16991" y="6681"/>
                  </a:lnTo>
                  <a:lnTo>
                    <a:pt x="16991" y="6835"/>
                  </a:lnTo>
                  <a:lnTo>
                    <a:pt x="16991" y="6990"/>
                  </a:lnTo>
                  <a:lnTo>
                    <a:pt x="16952" y="7105"/>
                  </a:lnTo>
                  <a:lnTo>
                    <a:pt x="16836" y="7221"/>
                  </a:lnTo>
                  <a:lnTo>
                    <a:pt x="16759" y="7298"/>
                  </a:lnTo>
                  <a:lnTo>
                    <a:pt x="16643" y="7337"/>
                  </a:lnTo>
                  <a:lnTo>
                    <a:pt x="16373" y="7337"/>
                  </a:lnTo>
                  <a:lnTo>
                    <a:pt x="16141" y="7221"/>
                  </a:lnTo>
                  <a:lnTo>
                    <a:pt x="15871" y="7028"/>
                  </a:lnTo>
                  <a:lnTo>
                    <a:pt x="15601" y="6835"/>
                  </a:lnTo>
                  <a:lnTo>
                    <a:pt x="15369" y="6565"/>
                  </a:lnTo>
                  <a:lnTo>
                    <a:pt x="15060" y="6179"/>
                  </a:lnTo>
                  <a:lnTo>
                    <a:pt x="14828" y="5715"/>
                  </a:lnTo>
                  <a:lnTo>
                    <a:pt x="14635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5" y="0"/>
                  </a:moveTo>
                  <a:lnTo>
                    <a:pt x="11585" y="77"/>
                  </a:lnTo>
                  <a:lnTo>
                    <a:pt x="11469" y="116"/>
                  </a:lnTo>
                  <a:lnTo>
                    <a:pt x="11353" y="232"/>
                  </a:lnTo>
                  <a:lnTo>
                    <a:pt x="11160" y="425"/>
                  </a:lnTo>
                  <a:lnTo>
                    <a:pt x="11006" y="618"/>
                  </a:lnTo>
                  <a:lnTo>
                    <a:pt x="10928" y="811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67" y="1468"/>
                  </a:lnTo>
                  <a:lnTo>
                    <a:pt x="11083" y="1699"/>
                  </a:lnTo>
                  <a:lnTo>
                    <a:pt x="11199" y="1892"/>
                  </a:lnTo>
                  <a:lnTo>
                    <a:pt x="11546" y="2317"/>
                  </a:lnTo>
                  <a:lnTo>
                    <a:pt x="11932" y="2742"/>
                  </a:lnTo>
                  <a:lnTo>
                    <a:pt x="12396" y="3089"/>
                  </a:lnTo>
                  <a:lnTo>
                    <a:pt x="12859" y="3437"/>
                  </a:lnTo>
                  <a:lnTo>
                    <a:pt x="12048" y="3321"/>
                  </a:lnTo>
                  <a:lnTo>
                    <a:pt x="11199" y="3282"/>
                  </a:lnTo>
                  <a:lnTo>
                    <a:pt x="10388" y="3360"/>
                  </a:lnTo>
                  <a:lnTo>
                    <a:pt x="9615" y="3476"/>
                  </a:lnTo>
                  <a:lnTo>
                    <a:pt x="9654" y="3012"/>
                  </a:lnTo>
                  <a:lnTo>
                    <a:pt x="9654" y="2510"/>
                  </a:lnTo>
                  <a:lnTo>
                    <a:pt x="9615" y="2008"/>
                  </a:lnTo>
                  <a:lnTo>
                    <a:pt x="9500" y="1506"/>
                  </a:lnTo>
                  <a:lnTo>
                    <a:pt x="9075" y="1622"/>
                  </a:lnTo>
                  <a:lnTo>
                    <a:pt x="9152" y="2085"/>
                  </a:lnTo>
                  <a:lnTo>
                    <a:pt x="9152" y="2587"/>
                  </a:lnTo>
                  <a:lnTo>
                    <a:pt x="9113" y="3089"/>
                  </a:lnTo>
                  <a:lnTo>
                    <a:pt x="9075" y="3514"/>
                  </a:lnTo>
                  <a:lnTo>
                    <a:pt x="9075" y="3630"/>
                  </a:lnTo>
                  <a:lnTo>
                    <a:pt x="8225" y="3900"/>
                  </a:lnTo>
                  <a:lnTo>
                    <a:pt x="7414" y="4286"/>
                  </a:lnTo>
                  <a:lnTo>
                    <a:pt x="6604" y="4711"/>
                  </a:lnTo>
                  <a:lnTo>
                    <a:pt x="5831" y="5252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6" y="6217"/>
                  </a:lnTo>
                  <a:lnTo>
                    <a:pt x="3823" y="6951"/>
                  </a:lnTo>
                  <a:lnTo>
                    <a:pt x="3090" y="7685"/>
                  </a:lnTo>
                  <a:lnTo>
                    <a:pt x="2394" y="8495"/>
                  </a:lnTo>
                  <a:lnTo>
                    <a:pt x="1738" y="9306"/>
                  </a:lnTo>
                  <a:lnTo>
                    <a:pt x="1082" y="10156"/>
                  </a:lnTo>
                  <a:lnTo>
                    <a:pt x="502" y="10967"/>
                  </a:lnTo>
                  <a:lnTo>
                    <a:pt x="0" y="11816"/>
                  </a:lnTo>
                  <a:lnTo>
                    <a:pt x="309" y="12087"/>
                  </a:lnTo>
                  <a:lnTo>
                    <a:pt x="1545" y="10503"/>
                  </a:lnTo>
                  <a:lnTo>
                    <a:pt x="2742" y="8959"/>
                  </a:lnTo>
                  <a:lnTo>
                    <a:pt x="3360" y="8225"/>
                  </a:lnTo>
                  <a:lnTo>
                    <a:pt x="4016" y="7491"/>
                  </a:lnTo>
                  <a:lnTo>
                    <a:pt x="4711" y="6835"/>
                  </a:lnTo>
                  <a:lnTo>
                    <a:pt x="5484" y="6179"/>
                  </a:lnTo>
                  <a:lnTo>
                    <a:pt x="6256" y="5599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7" y="4441"/>
                  </a:lnTo>
                  <a:lnTo>
                    <a:pt x="8920" y="4248"/>
                  </a:lnTo>
                  <a:lnTo>
                    <a:pt x="9422" y="4132"/>
                  </a:lnTo>
                  <a:lnTo>
                    <a:pt x="9886" y="4016"/>
                  </a:lnTo>
                  <a:lnTo>
                    <a:pt x="10388" y="3939"/>
                  </a:lnTo>
                  <a:lnTo>
                    <a:pt x="10851" y="3862"/>
                  </a:lnTo>
                  <a:lnTo>
                    <a:pt x="11353" y="3823"/>
                  </a:lnTo>
                  <a:lnTo>
                    <a:pt x="11855" y="3823"/>
                  </a:lnTo>
                  <a:lnTo>
                    <a:pt x="12357" y="3862"/>
                  </a:lnTo>
                  <a:lnTo>
                    <a:pt x="12821" y="3939"/>
                  </a:lnTo>
                  <a:lnTo>
                    <a:pt x="12319" y="4016"/>
                  </a:lnTo>
                  <a:lnTo>
                    <a:pt x="11855" y="4132"/>
                  </a:lnTo>
                  <a:lnTo>
                    <a:pt x="11392" y="4286"/>
                  </a:lnTo>
                  <a:lnTo>
                    <a:pt x="11199" y="4402"/>
                  </a:lnTo>
                  <a:lnTo>
                    <a:pt x="11006" y="4557"/>
                  </a:lnTo>
                  <a:lnTo>
                    <a:pt x="10813" y="4711"/>
                  </a:lnTo>
                  <a:lnTo>
                    <a:pt x="10697" y="4866"/>
                  </a:lnTo>
                  <a:lnTo>
                    <a:pt x="10542" y="5059"/>
                  </a:lnTo>
                  <a:lnTo>
                    <a:pt x="10465" y="5290"/>
                  </a:lnTo>
                  <a:lnTo>
                    <a:pt x="10388" y="5522"/>
                  </a:lnTo>
                  <a:lnTo>
                    <a:pt x="10388" y="5754"/>
                  </a:lnTo>
                  <a:lnTo>
                    <a:pt x="10426" y="5947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3"/>
                  </a:lnTo>
                  <a:lnTo>
                    <a:pt x="11006" y="6410"/>
                  </a:lnTo>
                  <a:lnTo>
                    <a:pt x="11276" y="6449"/>
                  </a:lnTo>
                  <a:lnTo>
                    <a:pt x="11585" y="6410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2"/>
                  </a:lnTo>
                  <a:lnTo>
                    <a:pt x="13422" y="5533"/>
                  </a:lnTo>
                  <a:lnTo>
                    <a:pt x="13422" y="5533"/>
                  </a:lnTo>
                  <a:lnTo>
                    <a:pt x="13786" y="5715"/>
                  </a:lnTo>
                  <a:lnTo>
                    <a:pt x="14056" y="4866"/>
                  </a:lnTo>
                  <a:lnTo>
                    <a:pt x="14211" y="5406"/>
                  </a:lnTo>
                  <a:lnTo>
                    <a:pt x="14404" y="5908"/>
                  </a:lnTo>
                  <a:lnTo>
                    <a:pt x="14674" y="6410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8" y="7298"/>
                  </a:lnTo>
                  <a:lnTo>
                    <a:pt x="15678" y="7491"/>
                  </a:lnTo>
                  <a:lnTo>
                    <a:pt x="15987" y="7685"/>
                  </a:lnTo>
                  <a:lnTo>
                    <a:pt x="16296" y="7800"/>
                  </a:lnTo>
                  <a:lnTo>
                    <a:pt x="16605" y="7878"/>
                  </a:lnTo>
                  <a:lnTo>
                    <a:pt x="16875" y="7878"/>
                  </a:lnTo>
                  <a:lnTo>
                    <a:pt x="17030" y="7800"/>
                  </a:lnTo>
                  <a:lnTo>
                    <a:pt x="17184" y="7723"/>
                  </a:lnTo>
                  <a:lnTo>
                    <a:pt x="17300" y="7646"/>
                  </a:lnTo>
                  <a:lnTo>
                    <a:pt x="17377" y="7530"/>
                  </a:lnTo>
                  <a:lnTo>
                    <a:pt x="17416" y="7414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6" y="6603"/>
                  </a:lnTo>
                  <a:lnTo>
                    <a:pt x="17300" y="6294"/>
                  </a:lnTo>
                  <a:lnTo>
                    <a:pt x="17184" y="5986"/>
                  </a:lnTo>
                  <a:lnTo>
                    <a:pt x="17030" y="5715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0"/>
                  </a:lnTo>
                  <a:lnTo>
                    <a:pt x="16257" y="4788"/>
                  </a:lnTo>
                  <a:lnTo>
                    <a:pt x="16026" y="4634"/>
                  </a:lnTo>
                  <a:lnTo>
                    <a:pt x="15524" y="4286"/>
                  </a:lnTo>
                  <a:lnTo>
                    <a:pt x="14944" y="4016"/>
                  </a:lnTo>
                  <a:lnTo>
                    <a:pt x="15408" y="3900"/>
                  </a:lnTo>
                  <a:lnTo>
                    <a:pt x="15832" y="3746"/>
                  </a:lnTo>
                  <a:lnTo>
                    <a:pt x="16219" y="3514"/>
                  </a:lnTo>
                  <a:lnTo>
                    <a:pt x="16605" y="3244"/>
                  </a:lnTo>
                  <a:lnTo>
                    <a:pt x="16759" y="3089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5" y="2201"/>
                  </a:lnTo>
                  <a:lnTo>
                    <a:pt x="17107" y="1931"/>
                  </a:lnTo>
                  <a:lnTo>
                    <a:pt x="17068" y="1699"/>
                  </a:lnTo>
                  <a:lnTo>
                    <a:pt x="16914" y="1506"/>
                  </a:lnTo>
                  <a:lnTo>
                    <a:pt x="16759" y="1313"/>
                  </a:lnTo>
                  <a:lnTo>
                    <a:pt x="16528" y="1236"/>
                  </a:lnTo>
                  <a:lnTo>
                    <a:pt x="16334" y="1159"/>
                  </a:lnTo>
                  <a:lnTo>
                    <a:pt x="16103" y="1159"/>
                  </a:lnTo>
                  <a:lnTo>
                    <a:pt x="15910" y="1197"/>
                  </a:lnTo>
                  <a:lnTo>
                    <a:pt x="15678" y="1275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6" y="2587"/>
                  </a:lnTo>
                  <a:lnTo>
                    <a:pt x="14095" y="3012"/>
                  </a:lnTo>
                  <a:lnTo>
                    <a:pt x="13940" y="2433"/>
                  </a:lnTo>
                  <a:lnTo>
                    <a:pt x="13747" y="1892"/>
                  </a:lnTo>
                  <a:lnTo>
                    <a:pt x="13516" y="1352"/>
                  </a:lnTo>
                  <a:lnTo>
                    <a:pt x="13168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7" y="155"/>
                  </a:lnTo>
                  <a:lnTo>
                    <a:pt x="12087" y="39"/>
                  </a:lnTo>
                  <a:lnTo>
                    <a:pt x="118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680;p20"/>
            <p:cNvSpPr/>
            <p:nvPr/>
          </p:nvSpPr>
          <p:spPr>
            <a:xfrm>
              <a:off x="5590125" y="11338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681;p20"/>
            <p:cNvSpPr/>
            <p:nvPr/>
          </p:nvSpPr>
          <p:spPr>
            <a:xfrm>
              <a:off x="5491675" y="1139600"/>
              <a:ext cx="21250" cy="8725"/>
            </a:xfrm>
            <a:custGeom>
              <a:avLst/>
              <a:gdLst/>
              <a:ahLst/>
              <a:cxnLst/>
              <a:rect l="l" t="t" r="r" b="b"/>
              <a:pathLst>
                <a:path w="850" h="349" extrusionOk="0">
                  <a:moveTo>
                    <a:pt x="425" y="1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4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4"/>
                  </a:lnTo>
                  <a:lnTo>
                    <a:pt x="811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682;p20"/>
            <p:cNvSpPr/>
            <p:nvPr/>
          </p:nvSpPr>
          <p:spPr>
            <a:xfrm>
              <a:off x="2443975" y="1153125"/>
              <a:ext cx="315725" cy="477875"/>
            </a:xfrm>
            <a:custGeom>
              <a:avLst/>
              <a:gdLst/>
              <a:ahLst/>
              <a:cxnLst/>
              <a:rect l="l" t="t" r="r" b="b"/>
              <a:pathLst>
                <a:path w="12629" h="19115" extrusionOk="0">
                  <a:moveTo>
                    <a:pt x="1005" y="618"/>
                  </a:moveTo>
                  <a:lnTo>
                    <a:pt x="1661" y="850"/>
                  </a:lnTo>
                  <a:lnTo>
                    <a:pt x="2318" y="1120"/>
                  </a:lnTo>
                  <a:lnTo>
                    <a:pt x="2743" y="1352"/>
                  </a:lnTo>
                  <a:lnTo>
                    <a:pt x="3167" y="1583"/>
                  </a:lnTo>
                  <a:lnTo>
                    <a:pt x="3322" y="1699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1"/>
                  </a:lnTo>
                  <a:lnTo>
                    <a:pt x="4017" y="2819"/>
                  </a:lnTo>
                  <a:lnTo>
                    <a:pt x="5677" y="6796"/>
                  </a:lnTo>
                  <a:lnTo>
                    <a:pt x="9075" y="15021"/>
                  </a:lnTo>
                  <a:lnTo>
                    <a:pt x="9153" y="15098"/>
                  </a:lnTo>
                  <a:lnTo>
                    <a:pt x="9191" y="15137"/>
                  </a:lnTo>
                  <a:lnTo>
                    <a:pt x="9346" y="15137"/>
                  </a:lnTo>
                  <a:lnTo>
                    <a:pt x="8921" y="15369"/>
                  </a:lnTo>
                  <a:lnTo>
                    <a:pt x="7956" y="13515"/>
                  </a:lnTo>
                  <a:lnTo>
                    <a:pt x="6990" y="11662"/>
                  </a:lnTo>
                  <a:lnTo>
                    <a:pt x="5021" y="7955"/>
                  </a:lnTo>
                  <a:lnTo>
                    <a:pt x="3013" y="4286"/>
                  </a:lnTo>
                  <a:lnTo>
                    <a:pt x="1005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20" y="11739"/>
                  </a:lnTo>
                  <a:lnTo>
                    <a:pt x="7763" y="13593"/>
                  </a:lnTo>
                  <a:lnTo>
                    <a:pt x="8805" y="15446"/>
                  </a:lnTo>
                  <a:lnTo>
                    <a:pt x="8651" y="15523"/>
                  </a:lnTo>
                  <a:lnTo>
                    <a:pt x="7415" y="13747"/>
                  </a:lnTo>
                  <a:lnTo>
                    <a:pt x="6179" y="12009"/>
                  </a:lnTo>
                  <a:lnTo>
                    <a:pt x="3592" y="8534"/>
                  </a:lnTo>
                  <a:lnTo>
                    <a:pt x="2318" y="6758"/>
                  </a:lnTo>
                  <a:lnTo>
                    <a:pt x="1005" y="4943"/>
                  </a:lnTo>
                  <a:lnTo>
                    <a:pt x="850" y="4711"/>
                  </a:lnTo>
                  <a:lnTo>
                    <a:pt x="735" y="4479"/>
                  </a:lnTo>
                  <a:lnTo>
                    <a:pt x="619" y="4209"/>
                  </a:lnTo>
                  <a:lnTo>
                    <a:pt x="542" y="3939"/>
                  </a:lnTo>
                  <a:lnTo>
                    <a:pt x="464" y="3398"/>
                  </a:lnTo>
                  <a:lnTo>
                    <a:pt x="426" y="2819"/>
                  </a:lnTo>
                  <a:lnTo>
                    <a:pt x="464" y="2240"/>
                  </a:lnTo>
                  <a:lnTo>
                    <a:pt x="503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3" y="12357"/>
                  </a:lnTo>
                  <a:lnTo>
                    <a:pt x="11817" y="12434"/>
                  </a:lnTo>
                  <a:lnTo>
                    <a:pt x="12165" y="12859"/>
                  </a:lnTo>
                  <a:lnTo>
                    <a:pt x="12242" y="13052"/>
                  </a:lnTo>
                  <a:lnTo>
                    <a:pt x="12280" y="13245"/>
                  </a:lnTo>
                  <a:lnTo>
                    <a:pt x="12242" y="13438"/>
                  </a:lnTo>
                  <a:lnTo>
                    <a:pt x="12203" y="13631"/>
                  </a:lnTo>
                  <a:lnTo>
                    <a:pt x="12049" y="14017"/>
                  </a:lnTo>
                  <a:lnTo>
                    <a:pt x="11856" y="14365"/>
                  </a:lnTo>
                  <a:lnTo>
                    <a:pt x="11508" y="14790"/>
                  </a:lnTo>
                  <a:lnTo>
                    <a:pt x="11122" y="15176"/>
                  </a:lnTo>
                  <a:lnTo>
                    <a:pt x="10697" y="15523"/>
                  </a:lnTo>
                  <a:lnTo>
                    <a:pt x="10273" y="15871"/>
                  </a:lnTo>
                  <a:lnTo>
                    <a:pt x="10157" y="15871"/>
                  </a:lnTo>
                  <a:lnTo>
                    <a:pt x="10118" y="15987"/>
                  </a:lnTo>
                  <a:lnTo>
                    <a:pt x="9771" y="16180"/>
                  </a:lnTo>
                  <a:lnTo>
                    <a:pt x="9114" y="16604"/>
                  </a:lnTo>
                  <a:lnTo>
                    <a:pt x="8458" y="16952"/>
                  </a:lnTo>
                  <a:lnTo>
                    <a:pt x="7724" y="17261"/>
                  </a:lnTo>
                  <a:lnTo>
                    <a:pt x="6990" y="17493"/>
                  </a:lnTo>
                  <a:lnTo>
                    <a:pt x="6643" y="17608"/>
                  </a:lnTo>
                  <a:lnTo>
                    <a:pt x="6295" y="17647"/>
                  </a:lnTo>
                  <a:lnTo>
                    <a:pt x="5755" y="17647"/>
                  </a:lnTo>
                  <a:lnTo>
                    <a:pt x="5562" y="17570"/>
                  </a:lnTo>
                  <a:lnTo>
                    <a:pt x="5446" y="17493"/>
                  </a:lnTo>
                  <a:lnTo>
                    <a:pt x="5330" y="17415"/>
                  </a:lnTo>
                  <a:lnTo>
                    <a:pt x="5098" y="17184"/>
                  </a:lnTo>
                  <a:lnTo>
                    <a:pt x="4982" y="16875"/>
                  </a:lnTo>
                  <a:lnTo>
                    <a:pt x="4905" y="16604"/>
                  </a:lnTo>
                  <a:lnTo>
                    <a:pt x="4944" y="16411"/>
                  </a:lnTo>
                  <a:lnTo>
                    <a:pt x="4982" y="16218"/>
                  </a:lnTo>
                  <a:lnTo>
                    <a:pt x="5060" y="16064"/>
                  </a:lnTo>
                  <a:lnTo>
                    <a:pt x="5175" y="15948"/>
                  </a:lnTo>
                  <a:lnTo>
                    <a:pt x="5291" y="15832"/>
                  </a:lnTo>
                  <a:lnTo>
                    <a:pt x="5407" y="15755"/>
                  </a:lnTo>
                  <a:lnTo>
                    <a:pt x="5523" y="15716"/>
                  </a:lnTo>
                  <a:lnTo>
                    <a:pt x="5639" y="15755"/>
                  </a:lnTo>
                  <a:lnTo>
                    <a:pt x="5793" y="15832"/>
                  </a:lnTo>
                  <a:lnTo>
                    <a:pt x="5948" y="15948"/>
                  </a:lnTo>
                  <a:lnTo>
                    <a:pt x="6064" y="16141"/>
                  </a:lnTo>
                  <a:lnTo>
                    <a:pt x="6257" y="16373"/>
                  </a:lnTo>
                  <a:lnTo>
                    <a:pt x="6102" y="16411"/>
                  </a:lnTo>
                  <a:lnTo>
                    <a:pt x="6025" y="16450"/>
                  </a:lnTo>
                  <a:lnTo>
                    <a:pt x="6025" y="16566"/>
                  </a:lnTo>
                  <a:lnTo>
                    <a:pt x="6064" y="16643"/>
                  </a:lnTo>
                  <a:lnTo>
                    <a:pt x="6141" y="16643"/>
                  </a:lnTo>
                  <a:lnTo>
                    <a:pt x="6913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30" y="15716"/>
                  </a:lnTo>
                  <a:lnTo>
                    <a:pt x="9616" y="15485"/>
                  </a:lnTo>
                  <a:lnTo>
                    <a:pt x="9964" y="15253"/>
                  </a:lnTo>
                  <a:lnTo>
                    <a:pt x="10273" y="15021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2" y="14172"/>
                  </a:lnTo>
                  <a:lnTo>
                    <a:pt x="11354" y="13824"/>
                  </a:lnTo>
                  <a:lnTo>
                    <a:pt x="11547" y="13515"/>
                  </a:lnTo>
                  <a:lnTo>
                    <a:pt x="11547" y="13438"/>
                  </a:lnTo>
                  <a:lnTo>
                    <a:pt x="11547" y="13361"/>
                  </a:lnTo>
                  <a:lnTo>
                    <a:pt x="11508" y="13284"/>
                  </a:lnTo>
                  <a:lnTo>
                    <a:pt x="11431" y="13245"/>
                  </a:lnTo>
                  <a:lnTo>
                    <a:pt x="11238" y="13245"/>
                  </a:lnTo>
                  <a:lnTo>
                    <a:pt x="11161" y="13322"/>
                  </a:lnTo>
                  <a:lnTo>
                    <a:pt x="10968" y="13670"/>
                  </a:lnTo>
                  <a:lnTo>
                    <a:pt x="10775" y="13554"/>
                  </a:lnTo>
                  <a:lnTo>
                    <a:pt x="10659" y="13438"/>
                  </a:lnTo>
                  <a:lnTo>
                    <a:pt x="10620" y="13284"/>
                  </a:lnTo>
                  <a:lnTo>
                    <a:pt x="10581" y="13168"/>
                  </a:lnTo>
                  <a:lnTo>
                    <a:pt x="10620" y="13013"/>
                  </a:lnTo>
                  <a:lnTo>
                    <a:pt x="10659" y="12859"/>
                  </a:lnTo>
                  <a:lnTo>
                    <a:pt x="10852" y="12627"/>
                  </a:lnTo>
                  <a:lnTo>
                    <a:pt x="10929" y="12473"/>
                  </a:lnTo>
                  <a:lnTo>
                    <a:pt x="11045" y="12357"/>
                  </a:lnTo>
                  <a:lnTo>
                    <a:pt x="11122" y="12318"/>
                  </a:lnTo>
                  <a:lnTo>
                    <a:pt x="11238" y="12280"/>
                  </a:lnTo>
                  <a:close/>
                  <a:moveTo>
                    <a:pt x="426" y="0"/>
                  </a:moveTo>
                  <a:lnTo>
                    <a:pt x="349" y="39"/>
                  </a:lnTo>
                  <a:lnTo>
                    <a:pt x="271" y="116"/>
                  </a:lnTo>
                  <a:lnTo>
                    <a:pt x="233" y="193"/>
                  </a:lnTo>
                  <a:lnTo>
                    <a:pt x="78" y="2587"/>
                  </a:lnTo>
                  <a:lnTo>
                    <a:pt x="40" y="3012"/>
                  </a:lnTo>
                  <a:lnTo>
                    <a:pt x="1" y="3475"/>
                  </a:lnTo>
                  <a:lnTo>
                    <a:pt x="40" y="3900"/>
                  </a:lnTo>
                  <a:lnTo>
                    <a:pt x="117" y="4325"/>
                  </a:lnTo>
                  <a:lnTo>
                    <a:pt x="233" y="4518"/>
                  </a:lnTo>
                  <a:lnTo>
                    <a:pt x="349" y="4750"/>
                  </a:lnTo>
                  <a:lnTo>
                    <a:pt x="619" y="5175"/>
                  </a:lnTo>
                  <a:lnTo>
                    <a:pt x="1237" y="5985"/>
                  </a:lnTo>
                  <a:lnTo>
                    <a:pt x="2665" y="7955"/>
                  </a:lnTo>
                  <a:lnTo>
                    <a:pt x="5446" y="11816"/>
                  </a:lnTo>
                  <a:lnTo>
                    <a:pt x="6874" y="13747"/>
                  </a:lnTo>
                  <a:lnTo>
                    <a:pt x="8342" y="15639"/>
                  </a:lnTo>
                  <a:lnTo>
                    <a:pt x="7492" y="15987"/>
                  </a:lnTo>
                  <a:lnTo>
                    <a:pt x="6643" y="16257"/>
                  </a:lnTo>
                  <a:lnTo>
                    <a:pt x="6643" y="16257"/>
                  </a:lnTo>
                  <a:lnTo>
                    <a:pt x="6681" y="16102"/>
                  </a:lnTo>
                  <a:lnTo>
                    <a:pt x="6681" y="15948"/>
                  </a:lnTo>
                  <a:lnTo>
                    <a:pt x="6643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4" y="15369"/>
                  </a:lnTo>
                  <a:lnTo>
                    <a:pt x="6179" y="15292"/>
                  </a:lnTo>
                  <a:lnTo>
                    <a:pt x="6025" y="15253"/>
                  </a:lnTo>
                  <a:lnTo>
                    <a:pt x="5716" y="15253"/>
                  </a:lnTo>
                  <a:lnTo>
                    <a:pt x="5484" y="15292"/>
                  </a:lnTo>
                  <a:lnTo>
                    <a:pt x="5214" y="15407"/>
                  </a:lnTo>
                  <a:lnTo>
                    <a:pt x="5021" y="15600"/>
                  </a:lnTo>
                  <a:lnTo>
                    <a:pt x="4828" y="15794"/>
                  </a:lnTo>
                  <a:lnTo>
                    <a:pt x="4712" y="16025"/>
                  </a:lnTo>
                  <a:lnTo>
                    <a:pt x="4596" y="16296"/>
                  </a:lnTo>
                  <a:lnTo>
                    <a:pt x="4596" y="16566"/>
                  </a:lnTo>
                  <a:lnTo>
                    <a:pt x="4635" y="16991"/>
                  </a:lnTo>
                  <a:lnTo>
                    <a:pt x="4751" y="17300"/>
                  </a:lnTo>
                  <a:lnTo>
                    <a:pt x="4905" y="17531"/>
                  </a:lnTo>
                  <a:lnTo>
                    <a:pt x="5098" y="17724"/>
                  </a:lnTo>
                  <a:lnTo>
                    <a:pt x="5368" y="17840"/>
                  </a:lnTo>
                  <a:lnTo>
                    <a:pt x="5677" y="17917"/>
                  </a:lnTo>
                  <a:lnTo>
                    <a:pt x="6025" y="17956"/>
                  </a:lnTo>
                  <a:lnTo>
                    <a:pt x="6372" y="17917"/>
                  </a:lnTo>
                  <a:lnTo>
                    <a:pt x="6720" y="17840"/>
                  </a:lnTo>
                  <a:lnTo>
                    <a:pt x="7106" y="17763"/>
                  </a:lnTo>
                  <a:lnTo>
                    <a:pt x="7878" y="17531"/>
                  </a:lnTo>
                  <a:lnTo>
                    <a:pt x="8573" y="17222"/>
                  </a:lnTo>
                  <a:lnTo>
                    <a:pt x="9153" y="16952"/>
                  </a:lnTo>
                  <a:lnTo>
                    <a:pt x="9230" y="16875"/>
                  </a:lnTo>
                  <a:lnTo>
                    <a:pt x="9462" y="16759"/>
                  </a:lnTo>
                  <a:lnTo>
                    <a:pt x="10234" y="16257"/>
                  </a:lnTo>
                  <a:lnTo>
                    <a:pt x="10813" y="17106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4"/>
                  </a:lnTo>
                  <a:lnTo>
                    <a:pt x="12280" y="19037"/>
                  </a:lnTo>
                  <a:lnTo>
                    <a:pt x="12203" y="18883"/>
                  </a:lnTo>
                  <a:lnTo>
                    <a:pt x="11817" y="18149"/>
                  </a:lnTo>
                  <a:lnTo>
                    <a:pt x="11392" y="17454"/>
                  </a:lnTo>
                  <a:lnTo>
                    <a:pt x="10929" y="16759"/>
                  </a:lnTo>
                  <a:lnTo>
                    <a:pt x="10466" y="16102"/>
                  </a:lnTo>
                  <a:lnTo>
                    <a:pt x="10968" y="15716"/>
                  </a:lnTo>
                  <a:lnTo>
                    <a:pt x="11470" y="15253"/>
                  </a:lnTo>
                  <a:lnTo>
                    <a:pt x="11894" y="14790"/>
                  </a:lnTo>
                  <a:lnTo>
                    <a:pt x="12126" y="14558"/>
                  </a:lnTo>
                  <a:lnTo>
                    <a:pt x="12280" y="14288"/>
                  </a:lnTo>
                  <a:lnTo>
                    <a:pt x="12435" y="14056"/>
                  </a:lnTo>
                  <a:lnTo>
                    <a:pt x="12512" y="13786"/>
                  </a:lnTo>
                  <a:lnTo>
                    <a:pt x="12589" y="13554"/>
                  </a:lnTo>
                  <a:lnTo>
                    <a:pt x="12628" y="13284"/>
                  </a:lnTo>
                  <a:lnTo>
                    <a:pt x="12589" y="13052"/>
                  </a:lnTo>
                  <a:lnTo>
                    <a:pt x="12512" y="12820"/>
                  </a:lnTo>
                  <a:lnTo>
                    <a:pt x="12358" y="12589"/>
                  </a:lnTo>
                  <a:lnTo>
                    <a:pt x="12165" y="12357"/>
                  </a:lnTo>
                  <a:lnTo>
                    <a:pt x="11972" y="12202"/>
                  </a:lnTo>
                  <a:lnTo>
                    <a:pt x="11740" y="12087"/>
                  </a:lnTo>
                  <a:lnTo>
                    <a:pt x="11470" y="12009"/>
                  </a:lnTo>
                  <a:lnTo>
                    <a:pt x="11238" y="12009"/>
                  </a:lnTo>
                  <a:lnTo>
                    <a:pt x="10968" y="12048"/>
                  </a:lnTo>
                  <a:lnTo>
                    <a:pt x="10736" y="12125"/>
                  </a:lnTo>
                  <a:lnTo>
                    <a:pt x="10543" y="12280"/>
                  </a:lnTo>
                  <a:lnTo>
                    <a:pt x="10388" y="12511"/>
                  </a:lnTo>
                  <a:lnTo>
                    <a:pt x="10311" y="12704"/>
                  </a:lnTo>
                  <a:lnTo>
                    <a:pt x="10273" y="12897"/>
                  </a:lnTo>
                  <a:lnTo>
                    <a:pt x="10273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20" y="13786"/>
                  </a:lnTo>
                  <a:lnTo>
                    <a:pt x="10813" y="13901"/>
                  </a:lnTo>
                  <a:lnTo>
                    <a:pt x="10504" y="14249"/>
                  </a:lnTo>
                  <a:lnTo>
                    <a:pt x="10157" y="14597"/>
                  </a:lnTo>
                  <a:lnTo>
                    <a:pt x="9771" y="14867"/>
                  </a:lnTo>
                  <a:lnTo>
                    <a:pt x="9431" y="15083"/>
                  </a:lnTo>
                  <a:lnTo>
                    <a:pt x="9431" y="15083"/>
                  </a:lnTo>
                  <a:lnTo>
                    <a:pt x="9462" y="15021"/>
                  </a:lnTo>
                  <a:lnTo>
                    <a:pt x="9500" y="14944"/>
                  </a:lnTo>
                  <a:lnTo>
                    <a:pt x="9462" y="14828"/>
                  </a:lnTo>
                  <a:lnTo>
                    <a:pt x="5716" y="5754"/>
                  </a:lnTo>
                  <a:lnTo>
                    <a:pt x="4789" y="3475"/>
                  </a:lnTo>
                  <a:lnTo>
                    <a:pt x="4364" y="2471"/>
                  </a:lnTo>
                  <a:lnTo>
                    <a:pt x="4133" y="1969"/>
                  </a:lnTo>
                  <a:lnTo>
                    <a:pt x="3978" y="1738"/>
                  </a:lnTo>
                  <a:lnTo>
                    <a:pt x="3824" y="1545"/>
                  </a:lnTo>
                  <a:lnTo>
                    <a:pt x="3515" y="1236"/>
                  </a:lnTo>
                  <a:lnTo>
                    <a:pt x="3129" y="965"/>
                  </a:lnTo>
                  <a:lnTo>
                    <a:pt x="2743" y="772"/>
                  </a:lnTo>
                  <a:lnTo>
                    <a:pt x="2279" y="541"/>
                  </a:lnTo>
                  <a:lnTo>
                    <a:pt x="1816" y="386"/>
                  </a:lnTo>
                  <a:lnTo>
                    <a:pt x="1391" y="232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683;p20"/>
            <p:cNvSpPr/>
            <p:nvPr/>
          </p:nvSpPr>
          <p:spPr>
            <a:xfrm>
              <a:off x="5383550" y="11801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2"/>
                  </a:lnTo>
                  <a:lnTo>
                    <a:pt x="1583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2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684;p20"/>
            <p:cNvSpPr/>
            <p:nvPr/>
          </p:nvSpPr>
          <p:spPr>
            <a:xfrm>
              <a:off x="1657200" y="1227450"/>
              <a:ext cx="61825" cy="90775"/>
            </a:xfrm>
            <a:custGeom>
              <a:avLst/>
              <a:gdLst/>
              <a:ahLst/>
              <a:cxnLst/>
              <a:rect l="l" t="t" r="r" b="b"/>
              <a:pathLst>
                <a:path w="2473" h="3631" extrusionOk="0">
                  <a:moveTo>
                    <a:pt x="1198" y="0"/>
                  </a:moveTo>
                  <a:lnTo>
                    <a:pt x="1082" y="39"/>
                  </a:lnTo>
                  <a:lnTo>
                    <a:pt x="1005" y="39"/>
                  </a:lnTo>
                  <a:lnTo>
                    <a:pt x="966" y="116"/>
                  </a:lnTo>
                  <a:lnTo>
                    <a:pt x="966" y="194"/>
                  </a:lnTo>
                  <a:lnTo>
                    <a:pt x="966" y="232"/>
                  </a:lnTo>
                  <a:lnTo>
                    <a:pt x="850" y="271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5" y="618"/>
                  </a:lnTo>
                  <a:lnTo>
                    <a:pt x="773" y="657"/>
                  </a:lnTo>
                  <a:lnTo>
                    <a:pt x="850" y="734"/>
                  </a:lnTo>
                  <a:lnTo>
                    <a:pt x="1082" y="811"/>
                  </a:lnTo>
                  <a:lnTo>
                    <a:pt x="1275" y="966"/>
                  </a:lnTo>
                  <a:lnTo>
                    <a:pt x="1468" y="1120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70" y="2163"/>
                  </a:lnTo>
                  <a:lnTo>
                    <a:pt x="1932" y="2472"/>
                  </a:lnTo>
                  <a:lnTo>
                    <a:pt x="1816" y="2742"/>
                  </a:lnTo>
                  <a:lnTo>
                    <a:pt x="1739" y="2897"/>
                  </a:lnTo>
                  <a:lnTo>
                    <a:pt x="1661" y="2974"/>
                  </a:lnTo>
                  <a:lnTo>
                    <a:pt x="1545" y="3090"/>
                  </a:lnTo>
                  <a:lnTo>
                    <a:pt x="1391" y="3128"/>
                  </a:lnTo>
                  <a:lnTo>
                    <a:pt x="1237" y="3167"/>
                  </a:lnTo>
                  <a:lnTo>
                    <a:pt x="1043" y="3128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626"/>
                  </a:lnTo>
                  <a:lnTo>
                    <a:pt x="928" y="2472"/>
                  </a:lnTo>
                  <a:lnTo>
                    <a:pt x="1082" y="2356"/>
                  </a:lnTo>
                  <a:lnTo>
                    <a:pt x="1159" y="2279"/>
                  </a:lnTo>
                  <a:lnTo>
                    <a:pt x="1159" y="2163"/>
                  </a:lnTo>
                  <a:lnTo>
                    <a:pt x="1159" y="2047"/>
                  </a:lnTo>
                  <a:lnTo>
                    <a:pt x="1082" y="1970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52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63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48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60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630"/>
                  </a:lnTo>
                  <a:lnTo>
                    <a:pt x="1275" y="3630"/>
                  </a:lnTo>
                  <a:lnTo>
                    <a:pt x="1507" y="3592"/>
                  </a:lnTo>
                  <a:lnTo>
                    <a:pt x="1700" y="3514"/>
                  </a:lnTo>
                  <a:lnTo>
                    <a:pt x="1854" y="3437"/>
                  </a:lnTo>
                  <a:lnTo>
                    <a:pt x="2047" y="3244"/>
                  </a:lnTo>
                  <a:lnTo>
                    <a:pt x="2202" y="3090"/>
                  </a:lnTo>
                  <a:lnTo>
                    <a:pt x="2318" y="2897"/>
                  </a:lnTo>
                  <a:lnTo>
                    <a:pt x="2395" y="2703"/>
                  </a:lnTo>
                  <a:lnTo>
                    <a:pt x="2434" y="2472"/>
                  </a:lnTo>
                  <a:lnTo>
                    <a:pt x="2472" y="2279"/>
                  </a:lnTo>
                  <a:lnTo>
                    <a:pt x="2434" y="2047"/>
                  </a:lnTo>
                  <a:lnTo>
                    <a:pt x="2395" y="1815"/>
                  </a:lnTo>
                  <a:lnTo>
                    <a:pt x="2318" y="1622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685;p20"/>
            <p:cNvSpPr/>
            <p:nvPr/>
          </p:nvSpPr>
          <p:spPr>
            <a:xfrm>
              <a:off x="6055450" y="1230350"/>
              <a:ext cx="302175" cy="155450"/>
            </a:xfrm>
            <a:custGeom>
              <a:avLst/>
              <a:gdLst/>
              <a:ahLst/>
              <a:cxnLst/>
              <a:rect l="l" t="t" r="r" b="b"/>
              <a:pathLst>
                <a:path w="12087" h="6218" extrusionOk="0">
                  <a:moveTo>
                    <a:pt x="11739" y="0"/>
                  </a:moveTo>
                  <a:lnTo>
                    <a:pt x="11662" y="39"/>
                  </a:lnTo>
                  <a:lnTo>
                    <a:pt x="11585" y="78"/>
                  </a:lnTo>
                  <a:lnTo>
                    <a:pt x="11507" y="116"/>
                  </a:lnTo>
                  <a:lnTo>
                    <a:pt x="11469" y="232"/>
                  </a:lnTo>
                  <a:lnTo>
                    <a:pt x="11469" y="309"/>
                  </a:lnTo>
                  <a:lnTo>
                    <a:pt x="11507" y="425"/>
                  </a:lnTo>
                  <a:lnTo>
                    <a:pt x="11585" y="580"/>
                  </a:lnTo>
                  <a:lnTo>
                    <a:pt x="11623" y="773"/>
                  </a:lnTo>
                  <a:lnTo>
                    <a:pt x="11585" y="966"/>
                  </a:lnTo>
                  <a:lnTo>
                    <a:pt x="11507" y="1120"/>
                  </a:lnTo>
                  <a:lnTo>
                    <a:pt x="11392" y="1275"/>
                  </a:lnTo>
                  <a:lnTo>
                    <a:pt x="11276" y="1429"/>
                  </a:lnTo>
                  <a:lnTo>
                    <a:pt x="10928" y="1738"/>
                  </a:lnTo>
                  <a:lnTo>
                    <a:pt x="10503" y="2008"/>
                  </a:lnTo>
                  <a:lnTo>
                    <a:pt x="10079" y="2240"/>
                  </a:lnTo>
                  <a:lnTo>
                    <a:pt x="9422" y="2587"/>
                  </a:lnTo>
                  <a:lnTo>
                    <a:pt x="9036" y="2781"/>
                  </a:lnTo>
                  <a:lnTo>
                    <a:pt x="9036" y="2703"/>
                  </a:lnTo>
                  <a:lnTo>
                    <a:pt x="8959" y="2626"/>
                  </a:lnTo>
                  <a:lnTo>
                    <a:pt x="8495" y="2201"/>
                  </a:lnTo>
                  <a:lnTo>
                    <a:pt x="8109" y="1699"/>
                  </a:lnTo>
                  <a:lnTo>
                    <a:pt x="7839" y="1892"/>
                  </a:lnTo>
                  <a:lnTo>
                    <a:pt x="7993" y="2201"/>
                  </a:lnTo>
                  <a:lnTo>
                    <a:pt x="8187" y="2510"/>
                  </a:lnTo>
                  <a:lnTo>
                    <a:pt x="8418" y="2781"/>
                  </a:lnTo>
                  <a:lnTo>
                    <a:pt x="8650" y="2974"/>
                  </a:lnTo>
                  <a:lnTo>
                    <a:pt x="7607" y="3514"/>
                  </a:lnTo>
                  <a:lnTo>
                    <a:pt x="6565" y="3978"/>
                  </a:lnTo>
                  <a:lnTo>
                    <a:pt x="5252" y="4518"/>
                  </a:lnTo>
                  <a:lnTo>
                    <a:pt x="3939" y="4982"/>
                  </a:lnTo>
                  <a:lnTo>
                    <a:pt x="3669" y="5059"/>
                  </a:lnTo>
                  <a:lnTo>
                    <a:pt x="3707" y="4711"/>
                  </a:lnTo>
                  <a:lnTo>
                    <a:pt x="3630" y="4364"/>
                  </a:lnTo>
                  <a:lnTo>
                    <a:pt x="3514" y="4055"/>
                  </a:lnTo>
                  <a:lnTo>
                    <a:pt x="3321" y="3707"/>
                  </a:lnTo>
                  <a:lnTo>
                    <a:pt x="3012" y="3900"/>
                  </a:lnTo>
                  <a:lnTo>
                    <a:pt x="3128" y="4171"/>
                  </a:lnTo>
                  <a:lnTo>
                    <a:pt x="3205" y="4441"/>
                  </a:lnTo>
                  <a:lnTo>
                    <a:pt x="3244" y="4866"/>
                  </a:lnTo>
                  <a:lnTo>
                    <a:pt x="3244" y="5252"/>
                  </a:lnTo>
                  <a:lnTo>
                    <a:pt x="2356" y="5522"/>
                  </a:lnTo>
                  <a:lnTo>
                    <a:pt x="1892" y="5638"/>
                  </a:lnTo>
                  <a:lnTo>
                    <a:pt x="1429" y="5677"/>
                  </a:lnTo>
                  <a:lnTo>
                    <a:pt x="1043" y="5715"/>
                  </a:lnTo>
                  <a:lnTo>
                    <a:pt x="850" y="5715"/>
                  </a:lnTo>
                  <a:lnTo>
                    <a:pt x="695" y="5677"/>
                  </a:lnTo>
                  <a:lnTo>
                    <a:pt x="579" y="5599"/>
                  </a:lnTo>
                  <a:lnTo>
                    <a:pt x="464" y="5522"/>
                  </a:lnTo>
                  <a:lnTo>
                    <a:pt x="386" y="5406"/>
                  </a:lnTo>
                  <a:lnTo>
                    <a:pt x="348" y="5291"/>
                  </a:lnTo>
                  <a:lnTo>
                    <a:pt x="309" y="5213"/>
                  </a:lnTo>
                  <a:lnTo>
                    <a:pt x="270" y="5175"/>
                  </a:lnTo>
                  <a:lnTo>
                    <a:pt x="155" y="5136"/>
                  </a:lnTo>
                  <a:lnTo>
                    <a:pt x="77" y="5175"/>
                  </a:lnTo>
                  <a:lnTo>
                    <a:pt x="39" y="5213"/>
                  </a:lnTo>
                  <a:lnTo>
                    <a:pt x="0" y="5291"/>
                  </a:lnTo>
                  <a:lnTo>
                    <a:pt x="0" y="5445"/>
                  </a:lnTo>
                  <a:lnTo>
                    <a:pt x="39" y="5599"/>
                  </a:lnTo>
                  <a:lnTo>
                    <a:pt x="77" y="5754"/>
                  </a:lnTo>
                  <a:lnTo>
                    <a:pt x="155" y="5870"/>
                  </a:lnTo>
                  <a:lnTo>
                    <a:pt x="232" y="5947"/>
                  </a:lnTo>
                  <a:lnTo>
                    <a:pt x="309" y="6024"/>
                  </a:lnTo>
                  <a:lnTo>
                    <a:pt x="541" y="6140"/>
                  </a:lnTo>
                  <a:lnTo>
                    <a:pt x="811" y="6179"/>
                  </a:lnTo>
                  <a:lnTo>
                    <a:pt x="1120" y="6217"/>
                  </a:lnTo>
                  <a:lnTo>
                    <a:pt x="1429" y="6179"/>
                  </a:lnTo>
                  <a:lnTo>
                    <a:pt x="1699" y="6140"/>
                  </a:lnTo>
                  <a:lnTo>
                    <a:pt x="2896" y="5831"/>
                  </a:lnTo>
                  <a:lnTo>
                    <a:pt x="4093" y="5445"/>
                  </a:lnTo>
                  <a:lnTo>
                    <a:pt x="5290" y="5020"/>
                  </a:lnTo>
                  <a:lnTo>
                    <a:pt x="6449" y="4557"/>
                  </a:lnTo>
                  <a:lnTo>
                    <a:pt x="7530" y="4093"/>
                  </a:lnTo>
                  <a:lnTo>
                    <a:pt x="8573" y="3591"/>
                  </a:lnTo>
                  <a:lnTo>
                    <a:pt x="9615" y="3051"/>
                  </a:lnTo>
                  <a:lnTo>
                    <a:pt x="10619" y="2472"/>
                  </a:lnTo>
                  <a:lnTo>
                    <a:pt x="10928" y="2279"/>
                  </a:lnTo>
                  <a:lnTo>
                    <a:pt x="11276" y="2047"/>
                  </a:lnTo>
                  <a:lnTo>
                    <a:pt x="11546" y="1777"/>
                  </a:lnTo>
                  <a:lnTo>
                    <a:pt x="11816" y="1506"/>
                  </a:lnTo>
                  <a:lnTo>
                    <a:pt x="12009" y="1197"/>
                  </a:lnTo>
                  <a:lnTo>
                    <a:pt x="12048" y="1043"/>
                  </a:lnTo>
                  <a:lnTo>
                    <a:pt x="12087" y="888"/>
                  </a:lnTo>
                  <a:lnTo>
                    <a:pt x="12087" y="695"/>
                  </a:lnTo>
                  <a:lnTo>
                    <a:pt x="12048" y="502"/>
                  </a:lnTo>
                  <a:lnTo>
                    <a:pt x="12009" y="309"/>
                  </a:lnTo>
                  <a:lnTo>
                    <a:pt x="11894" y="116"/>
                  </a:lnTo>
                  <a:lnTo>
                    <a:pt x="11816" y="39"/>
                  </a:lnTo>
                  <a:lnTo>
                    <a:pt x="1173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686;p20"/>
            <p:cNvSpPr/>
            <p:nvPr/>
          </p:nvSpPr>
          <p:spPr>
            <a:xfrm>
              <a:off x="4272400" y="1236125"/>
              <a:ext cx="61800" cy="89825"/>
            </a:xfrm>
            <a:custGeom>
              <a:avLst/>
              <a:gdLst/>
              <a:ahLst/>
              <a:cxnLst/>
              <a:rect l="l" t="t" r="r" b="b"/>
              <a:pathLst>
                <a:path w="2472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4" y="349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1" y="1932"/>
                  </a:lnTo>
                  <a:lnTo>
                    <a:pt x="1931" y="2163"/>
                  </a:lnTo>
                  <a:lnTo>
                    <a:pt x="1931" y="2434"/>
                  </a:lnTo>
                  <a:lnTo>
                    <a:pt x="1815" y="2743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43"/>
                  </a:lnTo>
                  <a:lnTo>
                    <a:pt x="850" y="2588"/>
                  </a:lnTo>
                  <a:lnTo>
                    <a:pt x="927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0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5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5" y="2356"/>
                  </a:lnTo>
                  <a:lnTo>
                    <a:pt x="348" y="2627"/>
                  </a:lnTo>
                  <a:lnTo>
                    <a:pt x="309" y="2897"/>
                  </a:lnTo>
                  <a:lnTo>
                    <a:pt x="348" y="3052"/>
                  </a:lnTo>
                  <a:lnTo>
                    <a:pt x="425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7" y="2858"/>
                  </a:lnTo>
                  <a:lnTo>
                    <a:pt x="2395" y="2665"/>
                  </a:lnTo>
                  <a:lnTo>
                    <a:pt x="2433" y="2472"/>
                  </a:lnTo>
                  <a:lnTo>
                    <a:pt x="2472" y="2241"/>
                  </a:lnTo>
                  <a:lnTo>
                    <a:pt x="2433" y="2009"/>
                  </a:lnTo>
                  <a:lnTo>
                    <a:pt x="2395" y="1816"/>
                  </a:lnTo>
                  <a:lnTo>
                    <a:pt x="2317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687;p20"/>
            <p:cNvSpPr/>
            <p:nvPr/>
          </p:nvSpPr>
          <p:spPr>
            <a:xfrm>
              <a:off x="799000" y="1245800"/>
              <a:ext cx="106200" cy="124550"/>
            </a:xfrm>
            <a:custGeom>
              <a:avLst/>
              <a:gdLst/>
              <a:ahLst/>
              <a:cxnLst/>
              <a:rect l="l" t="t" r="r" b="b"/>
              <a:pathLst>
                <a:path w="4248" h="4982" extrusionOk="0">
                  <a:moveTo>
                    <a:pt x="3862" y="0"/>
                  </a:moveTo>
                  <a:lnTo>
                    <a:pt x="3591" y="579"/>
                  </a:lnTo>
                  <a:lnTo>
                    <a:pt x="3244" y="1159"/>
                  </a:lnTo>
                  <a:lnTo>
                    <a:pt x="2896" y="1699"/>
                  </a:lnTo>
                  <a:lnTo>
                    <a:pt x="2510" y="2201"/>
                  </a:lnTo>
                  <a:lnTo>
                    <a:pt x="1931" y="2858"/>
                  </a:lnTo>
                  <a:lnTo>
                    <a:pt x="1313" y="3475"/>
                  </a:lnTo>
                  <a:lnTo>
                    <a:pt x="1004" y="3784"/>
                  </a:lnTo>
                  <a:lnTo>
                    <a:pt x="657" y="4016"/>
                  </a:lnTo>
                  <a:lnTo>
                    <a:pt x="309" y="4286"/>
                  </a:lnTo>
                  <a:lnTo>
                    <a:pt x="0" y="4595"/>
                  </a:lnTo>
                  <a:lnTo>
                    <a:pt x="39" y="4981"/>
                  </a:lnTo>
                  <a:lnTo>
                    <a:pt x="155" y="4981"/>
                  </a:lnTo>
                  <a:lnTo>
                    <a:pt x="541" y="4788"/>
                  </a:lnTo>
                  <a:lnTo>
                    <a:pt x="927" y="4557"/>
                  </a:lnTo>
                  <a:lnTo>
                    <a:pt x="1313" y="4248"/>
                  </a:lnTo>
                  <a:lnTo>
                    <a:pt x="1699" y="3939"/>
                  </a:lnTo>
                  <a:lnTo>
                    <a:pt x="2008" y="3591"/>
                  </a:lnTo>
                  <a:lnTo>
                    <a:pt x="2356" y="3205"/>
                  </a:lnTo>
                  <a:lnTo>
                    <a:pt x="2896" y="2510"/>
                  </a:lnTo>
                  <a:lnTo>
                    <a:pt x="3321" y="1969"/>
                  </a:lnTo>
                  <a:lnTo>
                    <a:pt x="3669" y="1390"/>
                  </a:lnTo>
                  <a:lnTo>
                    <a:pt x="3978" y="811"/>
                  </a:lnTo>
                  <a:lnTo>
                    <a:pt x="4248" y="193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688;p20"/>
            <p:cNvSpPr/>
            <p:nvPr/>
          </p:nvSpPr>
          <p:spPr>
            <a:xfrm>
              <a:off x="747825" y="12477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5" y="271"/>
                  </a:move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7"/>
                  </a:lnTo>
                  <a:lnTo>
                    <a:pt x="1545" y="1313"/>
                  </a:lnTo>
                  <a:lnTo>
                    <a:pt x="1429" y="1391"/>
                  </a:lnTo>
                  <a:lnTo>
                    <a:pt x="1352" y="1468"/>
                  </a:lnTo>
                  <a:lnTo>
                    <a:pt x="1198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468"/>
                  </a:lnTo>
                  <a:lnTo>
                    <a:pt x="580" y="1429"/>
                  </a:lnTo>
                  <a:lnTo>
                    <a:pt x="503" y="1313"/>
                  </a:lnTo>
                  <a:lnTo>
                    <a:pt x="464" y="1197"/>
                  </a:lnTo>
                  <a:lnTo>
                    <a:pt x="425" y="1004"/>
                  </a:lnTo>
                  <a:lnTo>
                    <a:pt x="425" y="773"/>
                  </a:lnTo>
                  <a:lnTo>
                    <a:pt x="541" y="580"/>
                  </a:lnTo>
                  <a:lnTo>
                    <a:pt x="696" y="425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78"/>
                  </a:lnTo>
                  <a:lnTo>
                    <a:pt x="657" y="116"/>
                  </a:lnTo>
                  <a:lnTo>
                    <a:pt x="541" y="78"/>
                  </a:lnTo>
                  <a:lnTo>
                    <a:pt x="425" y="116"/>
                  </a:lnTo>
                  <a:lnTo>
                    <a:pt x="271" y="193"/>
                  </a:lnTo>
                  <a:lnTo>
                    <a:pt x="155" y="348"/>
                  </a:lnTo>
                  <a:lnTo>
                    <a:pt x="78" y="502"/>
                  </a:lnTo>
                  <a:lnTo>
                    <a:pt x="1" y="695"/>
                  </a:lnTo>
                  <a:lnTo>
                    <a:pt x="1" y="889"/>
                  </a:lnTo>
                  <a:lnTo>
                    <a:pt x="1" y="1082"/>
                  </a:lnTo>
                  <a:lnTo>
                    <a:pt x="39" y="1275"/>
                  </a:lnTo>
                  <a:lnTo>
                    <a:pt x="78" y="1429"/>
                  </a:lnTo>
                  <a:lnTo>
                    <a:pt x="194" y="1622"/>
                  </a:lnTo>
                  <a:lnTo>
                    <a:pt x="310" y="1777"/>
                  </a:lnTo>
                  <a:lnTo>
                    <a:pt x="464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043" y="2008"/>
                  </a:lnTo>
                  <a:lnTo>
                    <a:pt x="1236" y="1970"/>
                  </a:lnTo>
                  <a:lnTo>
                    <a:pt x="1429" y="1892"/>
                  </a:lnTo>
                  <a:lnTo>
                    <a:pt x="1584" y="1815"/>
                  </a:lnTo>
                  <a:lnTo>
                    <a:pt x="1738" y="1699"/>
                  </a:lnTo>
                  <a:lnTo>
                    <a:pt x="1893" y="1545"/>
                  </a:lnTo>
                  <a:lnTo>
                    <a:pt x="1970" y="1352"/>
                  </a:lnTo>
                  <a:lnTo>
                    <a:pt x="2047" y="1197"/>
                  </a:lnTo>
                  <a:lnTo>
                    <a:pt x="2086" y="1004"/>
                  </a:lnTo>
                  <a:lnTo>
                    <a:pt x="2047" y="811"/>
                  </a:lnTo>
                  <a:lnTo>
                    <a:pt x="1970" y="580"/>
                  </a:lnTo>
                  <a:lnTo>
                    <a:pt x="1893" y="425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78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689;p20"/>
            <p:cNvSpPr/>
            <p:nvPr/>
          </p:nvSpPr>
          <p:spPr>
            <a:xfrm>
              <a:off x="1261400" y="125255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194"/>
                  </a:lnTo>
                  <a:lnTo>
                    <a:pt x="503" y="927"/>
                  </a:lnTo>
                  <a:lnTo>
                    <a:pt x="1043" y="1622"/>
                  </a:lnTo>
                  <a:lnTo>
                    <a:pt x="1700" y="2240"/>
                  </a:lnTo>
                  <a:lnTo>
                    <a:pt x="2356" y="2858"/>
                  </a:lnTo>
                  <a:lnTo>
                    <a:pt x="3090" y="3360"/>
                  </a:lnTo>
                  <a:lnTo>
                    <a:pt x="3901" y="3823"/>
                  </a:lnTo>
                  <a:lnTo>
                    <a:pt x="4673" y="4209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05"/>
                  </a:lnTo>
                  <a:lnTo>
                    <a:pt x="7685" y="4943"/>
                  </a:lnTo>
                  <a:lnTo>
                    <a:pt x="8110" y="4982"/>
                  </a:lnTo>
                  <a:lnTo>
                    <a:pt x="8535" y="4943"/>
                  </a:lnTo>
                  <a:lnTo>
                    <a:pt x="8998" y="4905"/>
                  </a:lnTo>
                  <a:lnTo>
                    <a:pt x="9423" y="4866"/>
                  </a:lnTo>
                  <a:lnTo>
                    <a:pt x="9848" y="4750"/>
                  </a:lnTo>
                  <a:lnTo>
                    <a:pt x="10272" y="4634"/>
                  </a:lnTo>
                  <a:lnTo>
                    <a:pt x="10658" y="4480"/>
                  </a:lnTo>
                  <a:lnTo>
                    <a:pt x="11083" y="4325"/>
                  </a:lnTo>
                  <a:lnTo>
                    <a:pt x="11469" y="4094"/>
                  </a:lnTo>
                  <a:lnTo>
                    <a:pt x="11856" y="3862"/>
                  </a:lnTo>
                  <a:lnTo>
                    <a:pt x="12242" y="3592"/>
                  </a:lnTo>
                  <a:lnTo>
                    <a:pt x="12319" y="3514"/>
                  </a:lnTo>
                  <a:lnTo>
                    <a:pt x="12435" y="3167"/>
                  </a:lnTo>
                  <a:lnTo>
                    <a:pt x="12280" y="3167"/>
                  </a:lnTo>
                  <a:lnTo>
                    <a:pt x="12203" y="3128"/>
                  </a:lnTo>
                  <a:lnTo>
                    <a:pt x="12126" y="3090"/>
                  </a:lnTo>
                  <a:lnTo>
                    <a:pt x="12010" y="3128"/>
                  </a:lnTo>
                  <a:lnTo>
                    <a:pt x="11933" y="3167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03"/>
                  </a:lnTo>
                  <a:lnTo>
                    <a:pt x="8342" y="4441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3" y="4325"/>
                  </a:lnTo>
                  <a:lnTo>
                    <a:pt x="6218" y="4248"/>
                  </a:lnTo>
                  <a:lnTo>
                    <a:pt x="5793" y="4132"/>
                  </a:lnTo>
                  <a:lnTo>
                    <a:pt x="5407" y="4016"/>
                  </a:lnTo>
                  <a:lnTo>
                    <a:pt x="4596" y="3669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690;p20"/>
            <p:cNvSpPr/>
            <p:nvPr/>
          </p:nvSpPr>
          <p:spPr>
            <a:xfrm>
              <a:off x="1569350" y="1258350"/>
              <a:ext cx="92700" cy="136125"/>
            </a:xfrm>
            <a:custGeom>
              <a:avLst/>
              <a:gdLst/>
              <a:ahLst/>
              <a:cxnLst/>
              <a:rect l="l" t="t" r="r" b="b"/>
              <a:pathLst>
                <a:path w="3708" h="5445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67"/>
                  </a:lnTo>
                  <a:lnTo>
                    <a:pt x="1159" y="1815"/>
                  </a:lnTo>
                  <a:lnTo>
                    <a:pt x="1082" y="1892"/>
                  </a:lnTo>
                  <a:lnTo>
                    <a:pt x="1082" y="1969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201"/>
                  </a:lnTo>
                  <a:lnTo>
                    <a:pt x="812" y="2278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510"/>
                  </a:lnTo>
                  <a:lnTo>
                    <a:pt x="966" y="2549"/>
                  </a:lnTo>
                  <a:lnTo>
                    <a:pt x="1198" y="2626"/>
                  </a:lnTo>
                  <a:lnTo>
                    <a:pt x="1430" y="2703"/>
                  </a:lnTo>
                  <a:lnTo>
                    <a:pt x="1623" y="2858"/>
                  </a:lnTo>
                  <a:lnTo>
                    <a:pt x="1816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132"/>
                  </a:lnTo>
                  <a:lnTo>
                    <a:pt x="2009" y="4364"/>
                  </a:lnTo>
                  <a:lnTo>
                    <a:pt x="1893" y="4557"/>
                  </a:lnTo>
                  <a:lnTo>
                    <a:pt x="1739" y="4711"/>
                  </a:lnTo>
                  <a:lnTo>
                    <a:pt x="1545" y="4866"/>
                  </a:lnTo>
                  <a:lnTo>
                    <a:pt x="1314" y="4943"/>
                  </a:lnTo>
                  <a:lnTo>
                    <a:pt x="1198" y="4981"/>
                  </a:lnTo>
                  <a:lnTo>
                    <a:pt x="1082" y="4981"/>
                  </a:lnTo>
                  <a:lnTo>
                    <a:pt x="889" y="4904"/>
                  </a:lnTo>
                  <a:lnTo>
                    <a:pt x="773" y="4788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966" y="4132"/>
                  </a:lnTo>
                  <a:lnTo>
                    <a:pt x="1121" y="4093"/>
                  </a:lnTo>
                  <a:lnTo>
                    <a:pt x="1237" y="4055"/>
                  </a:lnTo>
                  <a:lnTo>
                    <a:pt x="1314" y="3939"/>
                  </a:lnTo>
                  <a:lnTo>
                    <a:pt x="1314" y="3784"/>
                  </a:lnTo>
                  <a:lnTo>
                    <a:pt x="1275" y="3746"/>
                  </a:lnTo>
                  <a:lnTo>
                    <a:pt x="1237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900"/>
                  </a:lnTo>
                  <a:lnTo>
                    <a:pt x="387" y="3977"/>
                  </a:lnTo>
                  <a:lnTo>
                    <a:pt x="310" y="4132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904"/>
                  </a:lnTo>
                  <a:lnTo>
                    <a:pt x="387" y="5097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30" y="5406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41" y="4866"/>
                  </a:lnTo>
                  <a:lnTo>
                    <a:pt x="2395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89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510"/>
                  </a:lnTo>
                  <a:lnTo>
                    <a:pt x="1739" y="2356"/>
                  </a:lnTo>
                  <a:lnTo>
                    <a:pt x="1507" y="2240"/>
                  </a:lnTo>
                  <a:lnTo>
                    <a:pt x="1275" y="2124"/>
                  </a:lnTo>
                  <a:lnTo>
                    <a:pt x="1623" y="2008"/>
                  </a:lnTo>
                  <a:lnTo>
                    <a:pt x="1932" y="1815"/>
                  </a:lnTo>
                  <a:lnTo>
                    <a:pt x="2279" y="1661"/>
                  </a:lnTo>
                  <a:lnTo>
                    <a:pt x="2549" y="1429"/>
                  </a:lnTo>
                  <a:lnTo>
                    <a:pt x="2820" y="1197"/>
                  </a:lnTo>
                  <a:lnTo>
                    <a:pt x="3129" y="966"/>
                  </a:lnTo>
                  <a:lnTo>
                    <a:pt x="3360" y="695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691;p20"/>
            <p:cNvSpPr/>
            <p:nvPr/>
          </p:nvSpPr>
          <p:spPr>
            <a:xfrm>
              <a:off x="3876600" y="12602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9" y="3553"/>
                  </a:lnTo>
                  <a:lnTo>
                    <a:pt x="12434" y="3205"/>
                  </a:lnTo>
                  <a:lnTo>
                    <a:pt x="12357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2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6" y="4016"/>
                  </a:lnTo>
                  <a:lnTo>
                    <a:pt x="10040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5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692;p20"/>
            <p:cNvSpPr/>
            <p:nvPr/>
          </p:nvSpPr>
          <p:spPr>
            <a:xfrm>
              <a:off x="4184550" y="1267025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1" y="2240"/>
                  </a:lnTo>
                  <a:lnTo>
                    <a:pt x="811" y="2356"/>
                  </a:lnTo>
                  <a:lnTo>
                    <a:pt x="811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0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9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6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2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2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693;p20"/>
            <p:cNvSpPr/>
            <p:nvPr/>
          </p:nvSpPr>
          <p:spPr>
            <a:xfrm>
              <a:off x="3067625" y="1293100"/>
              <a:ext cx="105250" cy="105250"/>
            </a:xfrm>
            <a:custGeom>
              <a:avLst/>
              <a:gdLst/>
              <a:ahLst/>
              <a:cxnLst/>
              <a:rect l="l" t="t" r="r" b="b"/>
              <a:pathLst>
                <a:path w="4210" h="4210" extrusionOk="0">
                  <a:moveTo>
                    <a:pt x="2317" y="348"/>
                  </a:moveTo>
                  <a:lnTo>
                    <a:pt x="2472" y="425"/>
                  </a:lnTo>
                  <a:lnTo>
                    <a:pt x="2665" y="464"/>
                  </a:lnTo>
                  <a:lnTo>
                    <a:pt x="2819" y="579"/>
                  </a:lnTo>
                  <a:lnTo>
                    <a:pt x="2974" y="695"/>
                  </a:lnTo>
                  <a:lnTo>
                    <a:pt x="3128" y="811"/>
                  </a:lnTo>
                  <a:lnTo>
                    <a:pt x="3205" y="850"/>
                  </a:lnTo>
                  <a:lnTo>
                    <a:pt x="3360" y="1081"/>
                  </a:lnTo>
                  <a:lnTo>
                    <a:pt x="3553" y="1313"/>
                  </a:lnTo>
                  <a:lnTo>
                    <a:pt x="3669" y="1545"/>
                  </a:lnTo>
                  <a:lnTo>
                    <a:pt x="3784" y="1815"/>
                  </a:lnTo>
                  <a:lnTo>
                    <a:pt x="3823" y="2085"/>
                  </a:lnTo>
                  <a:lnTo>
                    <a:pt x="3823" y="2356"/>
                  </a:lnTo>
                  <a:lnTo>
                    <a:pt x="3784" y="2665"/>
                  </a:lnTo>
                  <a:lnTo>
                    <a:pt x="3669" y="2935"/>
                  </a:lnTo>
                  <a:lnTo>
                    <a:pt x="3476" y="3244"/>
                  </a:lnTo>
                  <a:lnTo>
                    <a:pt x="3205" y="3476"/>
                  </a:lnTo>
                  <a:lnTo>
                    <a:pt x="2896" y="3669"/>
                  </a:lnTo>
                  <a:lnTo>
                    <a:pt x="2587" y="3785"/>
                  </a:lnTo>
                  <a:lnTo>
                    <a:pt x="2201" y="3862"/>
                  </a:lnTo>
                  <a:lnTo>
                    <a:pt x="1854" y="3823"/>
                  </a:lnTo>
                  <a:lnTo>
                    <a:pt x="1506" y="3746"/>
                  </a:lnTo>
                  <a:lnTo>
                    <a:pt x="1197" y="3591"/>
                  </a:lnTo>
                  <a:lnTo>
                    <a:pt x="927" y="3398"/>
                  </a:lnTo>
                  <a:lnTo>
                    <a:pt x="695" y="3167"/>
                  </a:lnTo>
                  <a:lnTo>
                    <a:pt x="541" y="2858"/>
                  </a:lnTo>
                  <a:lnTo>
                    <a:pt x="425" y="2549"/>
                  </a:lnTo>
                  <a:lnTo>
                    <a:pt x="348" y="2240"/>
                  </a:lnTo>
                  <a:lnTo>
                    <a:pt x="348" y="1892"/>
                  </a:lnTo>
                  <a:lnTo>
                    <a:pt x="425" y="1583"/>
                  </a:lnTo>
                  <a:lnTo>
                    <a:pt x="541" y="1275"/>
                  </a:lnTo>
                  <a:lnTo>
                    <a:pt x="772" y="966"/>
                  </a:lnTo>
                  <a:lnTo>
                    <a:pt x="1081" y="695"/>
                  </a:lnTo>
                  <a:lnTo>
                    <a:pt x="1390" y="502"/>
                  </a:lnTo>
                  <a:lnTo>
                    <a:pt x="1738" y="386"/>
                  </a:lnTo>
                  <a:lnTo>
                    <a:pt x="2124" y="348"/>
                  </a:lnTo>
                  <a:close/>
                  <a:moveTo>
                    <a:pt x="1892" y="0"/>
                  </a:moveTo>
                  <a:lnTo>
                    <a:pt x="1545" y="77"/>
                  </a:lnTo>
                  <a:lnTo>
                    <a:pt x="1197" y="232"/>
                  </a:lnTo>
                  <a:lnTo>
                    <a:pt x="850" y="425"/>
                  </a:lnTo>
                  <a:lnTo>
                    <a:pt x="618" y="618"/>
                  </a:lnTo>
                  <a:lnTo>
                    <a:pt x="464" y="811"/>
                  </a:lnTo>
                  <a:lnTo>
                    <a:pt x="309" y="966"/>
                  </a:lnTo>
                  <a:lnTo>
                    <a:pt x="232" y="1159"/>
                  </a:lnTo>
                  <a:lnTo>
                    <a:pt x="116" y="1390"/>
                  </a:lnTo>
                  <a:lnTo>
                    <a:pt x="39" y="1815"/>
                  </a:lnTo>
                  <a:lnTo>
                    <a:pt x="0" y="2240"/>
                  </a:lnTo>
                  <a:lnTo>
                    <a:pt x="77" y="2665"/>
                  </a:lnTo>
                  <a:lnTo>
                    <a:pt x="232" y="3051"/>
                  </a:lnTo>
                  <a:lnTo>
                    <a:pt x="464" y="3437"/>
                  </a:lnTo>
                  <a:lnTo>
                    <a:pt x="618" y="3591"/>
                  </a:lnTo>
                  <a:lnTo>
                    <a:pt x="772" y="3746"/>
                  </a:lnTo>
                  <a:lnTo>
                    <a:pt x="1120" y="3978"/>
                  </a:lnTo>
                  <a:lnTo>
                    <a:pt x="1506" y="4132"/>
                  </a:lnTo>
                  <a:lnTo>
                    <a:pt x="1931" y="4209"/>
                  </a:lnTo>
                  <a:lnTo>
                    <a:pt x="2317" y="4209"/>
                  </a:lnTo>
                  <a:lnTo>
                    <a:pt x="2742" y="4132"/>
                  </a:lnTo>
                  <a:lnTo>
                    <a:pt x="3128" y="3978"/>
                  </a:lnTo>
                  <a:lnTo>
                    <a:pt x="3476" y="3785"/>
                  </a:lnTo>
                  <a:lnTo>
                    <a:pt x="3784" y="3476"/>
                  </a:lnTo>
                  <a:lnTo>
                    <a:pt x="3900" y="3321"/>
                  </a:lnTo>
                  <a:lnTo>
                    <a:pt x="4016" y="3128"/>
                  </a:lnTo>
                  <a:lnTo>
                    <a:pt x="4093" y="2935"/>
                  </a:lnTo>
                  <a:lnTo>
                    <a:pt x="4132" y="2703"/>
                  </a:lnTo>
                  <a:lnTo>
                    <a:pt x="4209" y="2279"/>
                  </a:lnTo>
                  <a:lnTo>
                    <a:pt x="4171" y="1854"/>
                  </a:lnTo>
                  <a:lnTo>
                    <a:pt x="4055" y="1429"/>
                  </a:lnTo>
                  <a:lnTo>
                    <a:pt x="3939" y="1236"/>
                  </a:lnTo>
                  <a:lnTo>
                    <a:pt x="3823" y="1043"/>
                  </a:lnTo>
                  <a:lnTo>
                    <a:pt x="3707" y="888"/>
                  </a:lnTo>
                  <a:lnTo>
                    <a:pt x="3553" y="734"/>
                  </a:lnTo>
                  <a:lnTo>
                    <a:pt x="3360" y="579"/>
                  </a:lnTo>
                  <a:lnTo>
                    <a:pt x="3167" y="502"/>
                  </a:lnTo>
                  <a:lnTo>
                    <a:pt x="3128" y="502"/>
                  </a:lnTo>
                  <a:lnTo>
                    <a:pt x="3051" y="348"/>
                  </a:lnTo>
                  <a:lnTo>
                    <a:pt x="2896" y="232"/>
                  </a:lnTo>
                  <a:lnTo>
                    <a:pt x="2780" y="116"/>
                  </a:lnTo>
                  <a:lnTo>
                    <a:pt x="2626" y="77"/>
                  </a:lnTo>
                  <a:lnTo>
                    <a:pt x="2433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694;p20"/>
            <p:cNvSpPr/>
            <p:nvPr/>
          </p:nvSpPr>
          <p:spPr>
            <a:xfrm>
              <a:off x="686050" y="1295025"/>
              <a:ext cx="44425" cy="43475"/>
            </a:xfrm>
            <a:custGeom>
              <a:avLst/>
              <a:gdLst/>
              <a:ahLst/>
              <a:cxnLst/>
              <a:rect l="l" t="t" r="r" b="b"/>
              <a:pathLst>
                <a:path w="1777" h="1739" extrusionOk="0">
                  <a:moveTo>
                    <a:pt x="773" y="309"/>
                  </a:moveTo>
                  <a:lnTo>
                    <a:pt x="966" y="348"/>
                  </a:lnTo>
                  <a:lnTo>
                    <a:pt x="1159" y="464"/>
                  </a:lnTo>
                  <a:lnTo>
                    <a:pt x="1313" y="580"/>
                  </a:lnTo>
                  <a:lnTo>
                    <a:pt x="1390" y="773"/>
                  </a:lnTo>
                  <a:lnTo>
                    <a:pt x="1390" y="966"/>
                  </a:lnTo>
                  <a:lnTo>
                    <a:pt x="1352" y="1043"/>
                  </a:lnTo>
                  <a:lnTo>
                    <a:pt x="1275" y="1159"/>
                  </a:lnTo>
                  <a:lnTo>
                    <a:pt x="1197" y="1236"/>
                  </a:lnTo>
                  <a:lnTo>
                    <a:pt x="1082" y="1275"/>
                  </a:lnTo>
                  <a:lnTo>
                    <a:pt x="888" y="1352"/>
                  </a:lnTo>
                  <a:lnTo>
                    <a:pt x="695" y="1352"/>
                  </a:lnTo>
                  <a:lnTo>
                    <a:pt x="541" y="1236"/>
                  </a:lnTo>
                  <a:lnTo>
                    <a:pt x="425" y="1082"/>
                  </a:lnTo>
                  <a:lnTo>
                    <a:pt x="386" y="889"/>
                  </a:lnTo>
                  <a:lnTo>
                    <a:pt x="386" y="734"/>
                  </a:lnTo>
                  <a:lnTo>
                    <a:pt x="464" y="541"/>
                  </a:lnTo>
                  <a:lnTo>
                    <a:pt x="541" y="387"/>
                  </a:lnTo>
                  <a:lnTo>
                    <a:pt x="541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8" y="39"/>
                  </a:lnTo>
                  <a:lnTo>
                    <a:pt x="464" y="116"/>
                  </a:lnTo>
                  <a:lnTo>
                    <a:pt x="425" y="155"/>
                  </a:lnTo>
                  <a:lnTo>
                    <a:pt x="348" y="155"/>
                  </a:lnTo>
                  <a:lnTo>
                    <a:pt x="232" y="271"/>
                  </a:lnTo>
                  <a:lnTo>
                    <a:pt x="116" y="387"/>
                  </a:lnTo>
                  <a:lnTo>
                    <a:pt x="39" y="502"/>
                  </a:lnTo>
                  <a:lnTo>
                    <a:pt x="0" y="657"/>
                  </a:lnTo>
                  <a:lnTo>
                    <a:pt x="0" y="850"/>
                  </a:lnTo>
                  <a:lnTo>
                    <a:pt x="0" y="1004"/>
                  </a:lnTo>
                  <a:lnTo>
                    <a:pt x="39" y="1159"/>
                  </a:lnTo>
                  <a:lnTo>
                    <a:pt x="116" y="1313"/>
                  </a:lnTo>
                  <a:lnTo>
                    <a:pt x="193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8" y="1738"/>
                  </a:lnTo>
                  <a:lnTo>
                    <a:pt x="966" y="1738"/>
                  </a:lnTo>
                  <a:lnTo>
                    <a:pt x="1120" y="1700"/>
                  </a:lnTo>
                  <a:lnTo>
                    <a:pt x="1275" y="1622"/>
                  </a:lnTo>
                  <a:lnTo>
                    <a:pt x="1429" y="1545"/>
                  </a:lnTo>
                  <a:lnTo>
                    <a:pt x="1584" y="1391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27"/>
                  </a:lnTo>
                  <a:lnTo>
                    <a:pt x="1777" y="773"/>
                  </a:lnTo>
                  <a:lnTo>
                    <a:pt x="1738" y="580"/>
                  </a:lnTo>
                  <a:lnTo>
                    <a:pt x="1661" y="425"/>
                  </a:lnTo>
                  <a:lnTo>
                    <a:pt x="1545" y="271"/>
                  </a:lnTo>
                  <a:lnTo>
                    <a:pt x="1429" y="155"/>
                  </a:lnTo>
                  <a:lnTo>
                    <a:pt x="1275" y="78"/>
                  </a:lnTo>
                  <a:lnTo>
                    <a:pt x="1120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695;p20"/>
            <p:cNvSpPr/>
            <p:nvPr/>
          </p:nvSpPr>
          <p:spPr>
            <a:xfrm>
              <a:off x="691825" y="1300825"/>
              <a:ext cx="114925" cy="285775"/>
            </a:xfrm>
            <a:custGeom>
              <a:avLst/>
              <a:gdLst/>
              <a:ahLst/>
              <a:cxnLst/>
              <a:rect l="l" t="t" r="r" b="b"/>
              <a:pathLst>
                <a:path w="4597" h="11431" extrusionOk="0">
                  <a:moveTo>
                    <a:pt x="3631" y="888"/>
                  </a:moveTo>
                  <a:lnTo>
                    <a:pt x="3708" y="2008"/>
                  </a:lnTo>
                  <a:lnTo>
                    <a:pt x="3824" y="3128"/>
                  </a:lnTo>
                  <a:lnTo>
                    <a:pt x="3940" y="4248"/>
                  </a:lnTo>
                  <a:lnTo>
                    <a:pt x="4017" y="5406"/>
                  </a:lnTo>
                  <a:lnTo>
                    <a:pt x="4056" y="6603"/>
                  </a:lnTo>
                  <a:lnTo>
                    <a:pt x="4056" y="7260"/>
                  </a:lnTo>
                  <a:lnTo>
                    <a:pt x="3978" y="7878"/>
                  </a:lnTo>
                  <a:lnTo>
                    <a:pt x="3901" y="8534"/>
                  </a:lnTo>
                  <a:lnTo>
                    <a:pt x="3747" y="9152"/>
                  </a:lnTo>
                  <a:lnTo>
                    <a:pt x="3515" y="9731"/>
                  </a:lnTo>
                  <a:lnTo>
                    <a:pt x="3245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2"/>
                  </a:lnTo>
                  <a:lnTo>
                    <a:pt x="1623" y="10696"/>
                  </a:lnTo>
                  <a:lnTo>
                    <a:pt x="1353" y="10503"/>
                  </a:lnTo>
                  <a:lnTo>
                    <a:pt x="1121" y="10233"/>
                  </a:lnTo>
                  <a:lnTo>
                    <a:pt x="966" y="9963"/>
                  </a:lnTo>
                  <a:lnTo>
                    <a:pt x="851" y="9692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95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9" y="4055"/>
                  </a:lnTo>
                  <a:lnTo>
                    <a:pt x="580" y="2780"/>
                  </a:lnTo>
                  <a:lnTo>
                    <a:pt x="542" y="2742"/>
                  </a:lnTo>
                  <a:lnTo>
                    <a:pt x="580" y="2742"/>
                  </a:lnTo>
                  <a:lnTo>
                    <a:pt x="1353" y="2356"/>
                  </a:lnTo>
                  <a:lnTo>
                    <a:pt x="2163" y="1931"/>
                  </a:lnTo>
                  <a:lnTo>
                    <a:pt x="2936" y="1429"/>
                  </a:lnTo>
                  <a:lnTo>
                    <a:pt x="3283" y="1159"/>
                  </a:lnTo>
                  <a:lnTo>
                    <a:pt x="3631" y="888"/>
                  </a:lnTo>
                  <a:close/>
                  <a:moveTo>
                    <a:pt x="3978" y="0"/>
                  </a:moveTo>
                  <a:lnTo>
                    <a:pt x="3901" y="39"/>
                  </a:lnTo>
                  <a:lnTo>
                    <a:pt x="3476" y="309"/>
                  </a:lnTo>
                  <a:lnTo>
                    <a:pt x="3052" y="657"/>
                  </a:lnTo>
                  <a:lnTo>
                    <a:pt x="2627" y="966"/>
                  </a:lnTo>
                  <a:lnTo>
                    <a:pt x="2202" y="1313"/>
                  </a:lnTo>
                  <a:lnTo>
                    <a:pt x="1314" y="1892"/>
                  </a:lnTo>
                  <a:lnTo>
                    <a:pt x="426" y="2472"/>
                  </a:lnTo>
                  <a:lnTo>
                    <a:pt x="349" y="2549"/>
                  </a:lnTo>
                  <a:lnTo>
                    <a:pt x="349" y="2626"/>
                  </a:lnTo>
                  <a:lnTo>
                    <a:pt x="271" y="2665"/>
                  </a:lnTo>
                  <a:lnTo>
                    <a:pt x="233" y="2780"/>
                  </a:lnTo>
                  <a:lnTo>
                    <a:pt x="194" y="3823"/>
                  </a:lnTo>
                  <a:lnTo>
                    <a:pt x="155" y="4827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7"/>
                  </a:lnTo>
                  <a:lnTo>
                    <a:pt x="155" y="7685"/>
                  </a:lnTo>
                  <a:lnTo>
                    <a:pt x="155" y="8418"/>
                  </a:lnTo>
                  <a:lnTo>
                    <a:pt x="233" y="9152"/>
                  </a:lnTo>
                  <a:lnTo>
                    <a:pt x="310" y="9615"/>
                  </a:lnTo>
                  <a:lnTo>
                    <a:pt x="503" y="10079"/>
                  </a:lnTo>
                  <a:lnTo>
                    <a:pt x="735" y="10503"/>
                  </a:lnTo>
                  <a:lnTo>
                    <a:pt x="1044" y="10890"/>
                  </a:lnTo>
                  <a:lnTo>
                    <a:pt x="1198" y="11044"/>
                  </a:lnTo>
                  <a:lnTo>
                    <a:pt x="1391" y="11198"/>
                  </a:lnTo>
                  <a:lnTo>
                    <a:pt x="1623" y="11314"/>
                  </a:lnTo>
                  <a:lnTo>
                    <a:pt x="1816" y="11392"/>
                  </a:lnTo>
                  <a:lnTo>
                    <a:pt x="2048" y="11430"/>
                  </a:lnTo>
                  <a:lnTo>
                    <a:pt x="2279" y="11430"/>
                  </a:lnTo>
                  <a:lnTo>
                    <a:pt x="2550" y="11392"/>
                  </a:lnTo>
                  <a:lnTo>
                    <a:pt x="2820" y="11314"/>
                  </a:lnTo>
                  <a:lnTo>
                    <a:pt x="3052" y="11198"/>
                  </a:lnTo>
                  <a:lnTo>
                    <a:pt x="3283" y="11044"/>
                  </a:lnTo>
                  <a:lnTo>
                    <a:pt x="3476" y="10851"/>
                  </a:lnTo>
                  <a:lnTo>
                    <a:pt x="3669" y="10658"/>
                  </a:lnTo>
                  <a:lnTo>
                    <a:pt x="3824" y="10388"/>
                  </a:lnTo>
                  <a:lnTo>
                    <a:pt x="3978" y="10117"/>
                  </a:lnTo>
                  <a:lnTo>
                    <a:pt x="4171" y="9538"/>
                  </a:lnTo>
                  <a:lnTo>
                    <a:pt x="4326" y="8920"/>
                  </a:lnTo>
                  <a:lnTo>
                    <a:pt x="4442" y="8302"/>
                  </a:lnTo>
                  <a:lnTo>
                    <a:pt x="4519" y="7723"/>
                  </a:lnTo>
                  <a:lnTo>
                    <a:pt x="4558" y="7221"/>
                  </a:lnTo>
                  <a:lnTo>
                    <a:pt x="4596" y="6642"/>
                  </a:lnTo>
                  <a:lnTo>
                    <a:pt x="4596" y="6101"/>
                  </a:lnTo>
                  <a:lnTo>
                    <a:pt x="4519" y="4981"/>
                  </a:lnTo>
                  <a:lnTo>
                    <a:pt x="4442" y="3862"/>
                  </a:lnTo>
                  <a:lnTo>
                    <a:pt x="4326" y="2780"/>
                  </a:lnTo>
                  <a:lnTo>
                    <a:pt x="4287" y="2394"/>
                  </a:lnTo>
                  <a:lnTo>
                    <a:pt x="4210" y="1468"/>
                  </a:lnTo>
                  <a:lnTo>
                    <a:pt x="4133" y="541"/>
                  </a:lnTo>
                  <a:lnTo>
                    <a:pt x="4094" y="386"/>
                  </a:lnTo>
                  <a:lnTo>
                    <a:pt x="4133" y="348"/>
                  </a:lnTo>
                  <a:lnTo>
                    <a:pt x="4171" y="270"/>
                  </a:lnTo>
                  <a:lnTo>
                    <a:pt x="4210" y="193"/>
                  </a:lnTo>
                  <a:lnTo>
                    <a:pt x="4171" y="77"/>
                  </a:lnTo>
                  <a:lnTo>
                    <a:pt x="4094" y="39"/>
                  </a:lnTo>
                  <a:lnTo>
                    <a:pt x="40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696;p20"/>
            <p:cNvSpPr/>
            <p:nvPr/>
          </p:nvSpPr>
          <p:spPr>
            <a:xfrm>
              <a:off x="635850" y="1347150"/>
              <a:ext cx="42500" cy="41550"/>
            </a:xfrm>
            <a:custGeom>
              <a:avLst/>
              <a:gdLst/>
              <a:ahLst/>
              <a:cxnLst/>
              <a:rect l="l" t="t" r="r" b="b"/>
              <a:pathLst>
                <a:path w="1700" h="1662" extrusionOk="0">
                  <a:moveTo>
                    <a:pt x="1004" y="387"/>
                  </a:moveTo>
                  <a:lnTo>
                    <a:pt x="1120" y="425"/>
                  </a:lnTo>
                  <a:lnTo>
                    <a:pt x="1159" y="464"/>
                  </a:lnTo>
                  <a:lnTo>
                    <a:pt x="1236" y="541"/>
                  </a:lnTo>
                  <a:lnTo>
                    <a:pt x="1313" y="734"/>
                  </a:lnTo>
                  <a:lnTo>
                    <a:pt x="1313" y="927"/>
                  </a:lnTo>
                  <a:lnTo>
                    <a:pt x="1236" y="1082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8" y="1275"/>
                  </a:lnTo>
                  <a:lnTo>
                    <a:pt x="695" y="1236"/>
                  </a:lnTo>
                  <a:lnTo>
                    <a:pt x="541" y="1121"/>
                  </a:lnTo>
                  <a:lnTo>
                    <a:pt x="464" y="1082"/>
                  </a:lnTo>
                  <a:lnTo>
                    <a:pt x="425" y="966"/>
                  </a:lnTo>
                  <a:lnTo>
                    <a:pt x="386" y="889"/>
                  </a:lnTo>
                  <a:lnTo>
                    <a:pt x="386" y="773"/>
                  </a:lnTo>
                  <a:lnTo>
                    <a:pt x="425" y="541"/>
                  </a:lnTo>
                  <a:lnTo>
                    <a:pt x="541" y="580"/>
                  </a:lnTo>
                  <a:lnTo>
                    <a:pt x="618" y="541"/>
                  </a:lnTo>
                  <a:lnTo>
                    <a:pt x="773" y="425"/>
                  </a:lnTo>
                  <a:lnTo>
                    <a:pt x="927" y="387"/>
                  </a:lnTo>
                  <a:close/>
                  <a:moveTo>
                    <a:pt x="734" y="1"/>
                  </a:moveTo>
                  <a:lnTo>
                    <a:pt x="618" y="39"/>
                  </a:lnTo>
                  <a:lnTo>
                    <a:pt x="502" y="117"/>
                  </a:lnTo>
                  <a:lnTo>
                    <a:pt x="348" y="194"/>
                  </a:lnTo>
                  <a:lnTo>
                    <a:pt x="232" y="310"/>
                  </a:lnTo>
                  <a:lnTo>
                    <a:pt x="155" y="425"/>
                  </a:lnTo>
                  <a:lnTo>
                    <a:pt x="78" y="580"/>
                  </a:lnTo>
                  <a:lnTo>
                    <a:pt x="39" y="696"/>
                  </a:lnTo>
                  <a:lnTo>
                    <a:pt x="0" y="850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3" y="1352"/>
                  </a:lnTo>
                  <a:lnTo>
                    <a:pt x="309" y="1468"/>
                  </a:lnTo>
                  <a:lnTo>
                    <a:pt x="464" y="1584"/>
                  </a:lnTo>
                  <a:lnTo>
                    <a:pt x="657" y="1623"/>
                  </a:lnTo>
                  <a:lnTo>
                    <a:pt x="811" y="1661"/>
                  </a:lnTo>
                  <a:lnTo>
                    <a:pt x="1004" y="1661"/>
                  </a:lnTo>
                  <a:lnTo>
                    <a:pt x="1197" y="1584"/>
                  </a:lnTo>
                  <a:lnTo>
                    <a:pt x="1352" y="1507"/>
                  </a:lnTo>
                  <a:lnTo>
                    <a:pt x="1468" y="1391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699" y="927"/>
                  </a:lnTo>
                  <a:lnTo>
                    <a:pt x="1699" y="734"/>
                  </a:lnTo>
                  <a:lnTo>
                    <a:pt x="1661" y="541"/>
                  </a:lnTo>
                  <a:lnTo>
                    <a:pt x="1584" y="387"/>
                  </a:lnTo>
                  <a:lnTo>
                    <a:pt x="1506" y="232"/>
                  </a:lnTo>
                  <a:lnTo>
                    <a:pt x="1390" y="155"/>
                  </a:lnTo>
                  <a:lnTo>
                    <a:pt x="1275" y="78"/>
                  </a:lnTo>
                  <a:lnTo>
                    <a:pt x="10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697;p20"/>
            <p:cNvSpPr/>
            <p:nvPr/>
          </p:nvSpPr>
          <p:spPr>
            <a:xfrm>
              <a:off x="444700" y="13741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71" y="1"/>
                  </a:moveTo>
                  <a:lnTo>
                    <a:pt x="116" y="40"/>
                  </a:lnTo>
                  <a:lnTo>
                    <a:pt x="39" y="117"/>
                  </a:lnTo>
                  <a:lnTo>
                    <a:pt x="1" y="233"/>
                  </a:lnTo>
                  <a:lnTo>
                    <a:pt x="39" y="387"/>
                  </a:lnTo>
                  <a:lnTo>
                    <a:pt x="348" y="889"/>
                  </a:lnTo>
                  <a:lnTo>
                    <a:pt x="657" y="1391"/>
                  </a:lnTo>
                  <a:lnTo>
                    <a:pt x="1005" y="1854"/>
                  </a:lnTo>
                  <a:lnTo>
                    <a:pt x="1391" y="2318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4" y="3553"/>
                  </a:lnTo>
                  <a:lnTo>
                    <a:pt x="3167" y="3901"/>
                  </a:lnTo>
                  <a:lnTo>
                    <a:pt x="3553" y="3747"/>
                  </a:lnTo>
                  <a:lnTo>
                    <a:pt x="2781" y="3013"/>
                  </a:lnTo>
                  <a:lnTo>
                    <a:pt x="2047" y="2241"/>
                  </a:lnTo>
                  <a:lnTo>
                    <a:pt x="1352" y="1430"/>
                  </a:lnTo>
                  <a:lnTo>
                    <a:pt x="1043" y="1005"/>
                  </a:lnTo>
                  <a:lnTo>
                    <a:pt x="734" y="542"/>
                  </a:lnTo>
                  <a:lnTo>
                    <a:pt x="1622" y="696"/>
                  </a:lnTo>
                  <a:lnTo>
                    <a:pt x="2511" y="889"/>
                  </a:lnTo>
                  <a:lnTo>
                    <a:pt x="3013" y="1044"/>
                  </a:lnTo>
                  <a:lnTo>
                    <a:pt x="3515" y="1198"/>
                  </a:lnTo>
                  <a:lnTo>
                    <a:pt x="4017" y="1352"/>
                  </a:lnTo>
                  <a:lnTo>
                    <a:pt x="4480" y="1507"/>
                  </a:lnTo>
                  <a:lnTo>
                    <a:pt x="4596" y="1507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5" y="1507"/>
                  </a:lnTo>
                  <a:lnTo>
                    <a:pt x="4943" y="1430"/>
                  </a:lnTo>
                  <a:lnTo>
                    <a:pt x="4634" y="1159"/>
                  </a:lnTo>
                  <a:lnTo>
                    <a:pt x="4171" y="850"/>
                  </a:lnTo>
                  <a:lnTo>
                    <a:pt x="3630" y="619"/>
                  </a:lnTo>
                  <a:lnTo>
                    <a:pt x="3090" y="464"/>
                  </a:lnTo>
                  <a:lnTo>
                    <a:pt x="2511" y="310"/>
                  </a:lnTo>
                  <a:lnTo>
                    <a:pt x="1931" y="194"/>
                  </a:lnTo>
                  <a:lnTo>
                    <a:pt x="1352" y="117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698;p20"/>
            <p:cNvSpPr/>
            <p:nvPr/>
          </p:nvSpPr>
          <p:spPr>
            <a:xfrm>
              <a:off x="5333350" y="138867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5"/>
                  </a:moveTo>
                  <a:lnTo>
                    <a:pt x="23633" y="1467"/>
                  </a:lnTo>
                  <a:lnTo>
                    <a:pt x="23941" y="2008"/>
                  </a:lnTo>
                  <a:lnTo>
                    <a:pt x="23787" y="2163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2" y="1969"/>
                  </a:lnTo>
                  <a:lnTo>
                    <a:pt x="23015" y="1815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4"/>
                  </a:lnTo>
                  <a:lnTo>
                    <a:pt x="23169" y="1120"/>
                  </a:lnTo>
                  <a:lnTo>
                    <a:pt x="23285" y="965"/>
                  </a:lnTo>
                  <a:close/>
                  <a:moveTo>
                    <a:pt x="24096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7"/>
                  </a:lnTo>
                  <a:lnTo>
                    <a:pt x="24096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0"/>
                  </a:lnTo>
                  <a:lnTo>
                    <a:pt x="16566" y="5406"/>
                  </a:lnTo>
                  <a:lnTo>
                    <a:pt x="16296" y="5445"/>
                  </a:lnTo>
                  <a:lnTo>
                    <a:pt x="15639" y="5522"/>
                  </a:lnTo>
                  <a:lnTo>
                    <a:pt x="15639" y="5483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5" y="5175"/>
                  </a:lnTo>
                  <a:lnTo>
                    <a:pt x="15832" y="5097"/>
                  </a:lnTo>
                  <a:lnTo>
                    <a:pt x="15948" y="5020"/>
                  </a:lnTo>
                  <a:lnTo>
                    <a:pt x="16064" y="4981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522"/>
                  </a:lnTo>
                  <a:lnTo>
                    <a:pt x="24057" y="5445"/>
                  </a:lnTo>
                  <a:lnTo>
                    <a:pt x="23903" y="5290"/>
                  </a:lnTo>
                  <a:lnTo>
                    <a:pt x="23826" y="5097"/>
                  </a:lnTo>
                  <a:lnTo>
                    <a:pt x="23787" y="4981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2" y="5638"/>
                  </a:lnTo>
                  <a:lnTo>
                    <a:pt x="17570" y="5522"/>
                  </a:lnTo>
                  <a:lnTo>
                    <a:pt x="17029" y="5445"/>
                  </a:lnTo>
                  <a:lnTo>
                    <a:pt x="17068" y="5290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3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6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599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6"/>
                  </a:lnTo>
                  <a:lnTo>
                    <a:pt x="19385" y="5831"/>
                  </a:lnTo>
                  <a:lnTo>
                    <a:pt x="19385" y="5985"/>
                  </a:lnTo>
                  <a:lnTo>
                    <a:pt x="19346" y="6178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6"/>
                  </a:lnTo>
                  <a:lnTo>
                    <a:pt x="18844" y="5522"/>
                  </a:lnTo>
                  <a:lnTo>
                    <a:pt x="18999" y="5483"/>
                  </a:lnTo>
                  <a:close/>
                  <a:moveTo>
                    <a:pt x="20196" y="6063"/>
                  </a:moveTo>
                  <a:lnTo>
                    <a:pt x="20350" y="6101"/>
                  </a:lnTo>
                  <a:lnTo>
                    <a:pt x="20466" y="6140"/>
                  </a:lnTo>
                  <a:lnTo>
                    <a:pt x="20543" y="6178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0"/>
                  </a:lnTo>
                  <a:lnTo>
                    <a:pt x="19848" y="6294"/>
                  </a:lnTo>
                  <a:lnTo>
                    <a:pt x="19887" y="6178"/>
                  </a:lnTo>
                  <a:lnTo>
                    <a:pt x="20003" y="6140"/>
                  </a:lnTo>
                  <a:lnTo>
                    <a:pt x="20080" y="6101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1" y="5985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1" y="6294"/>
                  </a:lnTo>
                  <a:lnTo>
                    <a:pt x="23748" y="6565"/>
                  </a:lnTo>
                  <a:lnTo>
                    <a:pt x="23517" y="6796"/>
                  </a:lnTo>
                  <a:lnTo>
                    <a:pt x="23246" y="6989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8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78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6"/>
                  </a:lnTo>
                  <a:lnTo>
                    <a:pt x="12627" y="6680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59" y="6217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719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44"/>
                  </a:lnTo>
                  <a:lnTo>
                    <a:pt x="22551" y="7221"/>
                  </a:lnTo>
                  <a:lnTo>
                    <a:pt x="22165" y="7260"/>
                  </a:lnTo>
                  <a:lnTo>
                    <a:pt x="21779" y="7221"/>
                  </a:lnTo>
                  <a:lnTo>
                    <a:pt x="21393" y="7105"/>
                  </a:lnTo>
                  <a:lnTo>
                    <a:pt x="21470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414"/>
                  </a:moveTo>
                  <a:lnTo>
                    <a:pt x="12473" y="7453"/>
                  </a:lnTo>
                  <a:lnTo>
                    <a:pt x="12125" y="7993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09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3"/>
                  </a:lnTo>
                  <a:lnTo>
                    <a:pt x="11816" y="7607"/>
                  </a:lnTo>
                  <a:lnTo>
                    <a:pt x="11894" y="7530"/>
                  </a:lnTo>
                  <a:lnTo>
                    <a:pt x="12009" y="7453"/>
                  </a:lnTo>
                  <a:lnTo>
                    <a:pt x="12164" y="7414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1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2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7"/>
                  </a:lnTo>
                  <a:close/>
                  <a:moveTo>
                    <a:pt x="3785" y="9770"/>
                  </a:moveTo>
                  <a:lnTo>
                    <a:pt x="3900" y="9808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32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5"/>
                  </a:lnTo>
                  <a:lnTo>
                    <a:pt x="5097" y="10774"/>
                  </a:lnTo>
                  <a:lnTo>
                    <a:pt x="5136" y="10889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928"/>
                  </a:lnTo>
                  <a:lnTo>
                    <a:pt x="4441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19"/>
                  </a:moveTo>
                  <a:lnTo>
                    <a:pt x="10967" y="11198"/>
                  </a:lnTo>
                  <a:lnTo>
                    <a:pt x="10735" y="11739"/>
                  </a:lnTo>
                  <a:lnTo>
                    <a:pt x="10658" y="11700"/>
                  </a:lnTo>
                  <a:lnTo>
                    <a:pt x="10504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2"/>
                  </a:lnTo>
                  <a:lnTo>
                    <a:pt x="10735" y="10696"/>
                  </a:lnTo>
                  <a:lnTo>
                    <a:pt x="10928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09"/>
                  </a:lnTo>
                  <a:lnTo>
                    <a:pt x="6410" y="12241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0"/>
                  </a:lnTo>
                  <a:lnTo>
                    <a:pt x="5445" y="11623"/>
                  </a:lnTo>
                  <a:lnTo>
                    <a:pt x="5561" y="11546"/>
                  </a:lnTo>
                  <a:lnTo>
                    <a:pt x="5638" y="11507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39" y="13206"/>
                  </a:lnTo>
                  <a:lnTo>
                    <a:pt x="7337" y="13013"/>
                  </a:lnTo>
                  <a:lnTo>
                    <a:pt x="6835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3" y="12627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6"/>
                  </a:lnTo>
                  <a:lnTo>
                    <a:pt x="9229" y="13129"/>
                  </a:lnTo>
                  <a:lnTo>
                    <a:pt x="9268" y="13206"/>
                  </a:lnTo>
                  <a:lnTo>
                    <a:pt x="9036" y="13284"/>
                  </a:lnTo>
                  <a:lnTo>
                    <a:pt x="8804" y="13322"/>
                  </a:lnTo>
                  <a:lnTo>
                    <a:pt x="8573" y="13322"/>
                  </a:lnTo>
                  <a:lnTo>
                    <a:pt x="8302" y="13284"/>
                  </a:lnTo>
                  <a:lnTo>
                    <a:pt x="8302" y="13206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704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6" y="0"/>
                  </a:moveTo>
                  <a:lnTo>
                    <a:pt x="22899" y="39"/>
                  </a:lnTo>
                  <a:lnTo>
                    <a:pt x="22822" y="77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2"/>
                  </a:lnTo>
                  <a:lnTo>
                    <a:pt x="22783" y="965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0" y="2278"/>
                  </a:lnTo>
                  <a:lnTo>
                    <a:pt x="23053" y="2394"/>
                  </a:lnTo>
                  <a:lnTo>
                    <a:pt x="23246" y="2510"/>
                  </a:lnTo>
                  <a:lnTo>
                    <a:pt x="23478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82"/>
                  </a:lnTo>
                  <a:lnTo>
                    <a:pt x="23439" y="3514"/>
                  </a:lnTo>
                  <a:lnTo>
                    <a:pt x="23555" y="3707"/>
                  </a:lnTo>
                  <a:lnTo>
                    <a:pt x="23748" y="3900"/>
                  </a:lnTo>
                  <a:lnTo>
                    <a:pt x="23980" y="4016"/>
                  </a:lnTo>
                  <a:lnTo>
                    <a:pt x="23748" y="4209"/>
                  </a:lnTo>
                  <a:lnTo>
                    <a:pt x="23555" y="4479"/>
                  </a:lnTo>
                  <a:lnTo>
                    <a:pt x="23478" y="4750"/>
                  </a:lnTo>
                  <a:lnTo>
                    <a:pt x="23439" y="4904"/>
                  </a:lnTo>
                  <a:lnTo>
                    <a:pt x="23439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1" y="5522"/>
                  </a:lnTo>
                  <a:lnTo>
                    <a:pt x="23169" y="5561"/>
                  </a:lnTo>
                  <a:lnTo>
                    <a:pt x="22976" y="5715"/>
                  </a:lnTo>
                  <a:lnTo>
                    <a:pt x="22783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4" y="6294"/>
                  </a:lnTo>
                  <a:lnTo>
                    <a:pt x="22320" y="6256"/>
                  </a:lnTo>
                  <a:lnTo>
                    <a:pt x="22165" y="6217"/>
                  </a:lnTo>
                  <a:lnTo>
                    <a:pt x="21972" y="6217"/>
                  </a:lnTo>
                  <a:lnTo>
                    <a:pt x="21740" y="6294"/>
                  </a:lnTo>
                  <a:lnTo>
                    <a:pt x="21509" y="6410"/>
                  </a:lnTo>
                  <a:lnTo>
                    <a:pt x="21354" y="6565"/>
                  </a:lnTo>
                  <a:lnTo>
                    <a:pt x="21200" y="6796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4"/>
                  </a:lnTo>
                  <a:lnTo>
                    <a:pt x="20736" y="5908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4" y="5754"/>
                  </a:lnTo>
                  <a:lnTo>
                    <a:pt x="20080" y="5792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3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0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1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5"/>
                  </a:lnTo>
                  <a:lnTo>
                    <a:pt x="17802" y="4557"/>
                  </a:lnTo>
                  <a:lnTo>
                    <a:pt x="17647" y="4518"/>
                  </a:lnTo>
                  <a:lnTo>
                    <a:pt x="17493" y="4557"/>
                  </a:lnTo>
                  <a:lnTo>
                    <a:pt x="17377" y="4595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7"/>
                  </a:lnTo>
                  <a:lnTo>
                    <a:pt x="16759" y="4943"/>
                  </a:lnTo>
                  <a:lnTo>
                    <a:pt x="16605" y="4788"/>
                  </a:lnTo>
                  <a:lnTo>
                    <a:pt x="16450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1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1"/>
                  </a:lnTo>
                  <a:lnTo>
                    <a:pt x="14635" y="4943"/>
                  </a:lnTo>
                  <a:lnTo>
                    <a:pt x="14442" y="4981"/>
                  </a:lnTo>
                  <a:lnTo>
                    <a:pt x="14288" y="5020"/>
                  </a:lnTo>
                  <a:lnTo>
                    <a:pt x="14133" y="5097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7"/>
                  </a:lnTo>
                  <a:lnTo>
                    <a:pt x="12357" y="6372"/>
                  </a:lnTo>
                  <a:lnTo>
                    <a:pt x="12357" y="6526"/>
                  </a:lnTo>
                  <a:lnTo>
                    <a:pt x="12357" y="6680"/>
                  </a:lnTo>
                  <a:lnTo>
                    <a:pt x="12357" y="6835"/>
                  </a:lnTo>
                  <a:lnTo>
                    <a:pt x="12434" y="6989"/>
                  </a:lnTo>
                  <a:lnTo>
                    <a:pt x="12164" y="7028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414"/>
                  </a:lnTo>
                  <a:lnTo>
                    <a:pt x="11392" y="7530"/>
                  </a:lnTo>
                  <a:lnTo>
                    <a:pt x="11353" y="7684"/>
                  </a:lnTo>
                  <a:lnTo>
                    <a:pt x="11314" y="7839"/>
                  </a:lnTo>
                  <a:lnTo>
                    <a:pt x="11276" y="7993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57"/>
                  </a:lnTo>
                  <a:lnTo>
                    <a:pt x="11469" y="8611"/>
                  </a:lnTo>
                  <a:lnTo>
                    <a:pt x="11199" y="8650"/>
                  </a:lnTo>
                  <a:lnTo>
                    <a:pt x="10967" y="8804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3"/>
                  </a:lnTo>
                  <a:lnTo>
                    <a:pt x="10619" y="10310"/>
                  </a:lnTo>
                  <a:lnTo>
                    <a:pt x="10426" y="10426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5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4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2" y="12087"/>
                  </a:lnTo>
                  <a:lnTo>
                    <a:pt x="9384" y="12202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95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4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202"/>
                  </a:lnTo>
                  <a:lnTo>
                    <a:pt x="6990" y="12280"/>
                  </a:lnTo>
                  <a:lnTo>
                    <a:pt x="6796" y="12434"/>
                  </a:lnTo>
                  <a:lnTo>
                    <a:pt x="6796" y="12048"/>
                  </a:lnTo>
                  <a:lnTo>
                    <a:pt x="6758" y="11893"/>
                  </a:lnTo>
                  <a:lnTo>
                    <a:pt x="6681" y="11700"/>
                  </a:lnTo>
                  <a:lnTo>
                    <a:pt x="6603" y="11546"/>
                  </a:lnTo>
                  <a:lnTo>
                    <a:pt x="6526" y="11430"/>
                  </a:lnTo>
                  <a:lnTo>
                    <a:pt x="6372" y="11314"/>
                  </a:lnTo>
                  <a:lnTo>
                    <a:pt x="6217" y="11198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7"/>
                  </a:lnTo>
                  <a:lnTo>
                    <a:pt x="5522" y="10967"/>
                  </a:lnTo>
                  <a:lnTo>
                    <a:pt x="5445" y="10735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88"/>
                  </a:lnTo>
                  <a:lnTo>
                    <a:pt x="4943" y="10310"/>
                  </a:lnTo>
                  <a:lnTo>
                    <a:pt x="4827" y="10310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499"/>
                  </a:lnTo>
                  <a:lnTo>
                    <a:pt x="3900" y="9461"/>
                  </a:lnTo>
                  <a:lnTo>
                    <a:pt x="3746" y="9422"/>
                  </a:lnTo>
                  <a:lnTo>
                    <a:pt x="3591" y="9422"/>
                  </a:lnTo>
                  <a:lnTo>
                    <a:pt x="3398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70"/>
                  </a:lnTo>
                  <a:lnTo>
                    <a:pt x="2974" y="9615"/>
                  </a:lnTo>
                  <a:lnTo>
                    <a:pt x="2896" y="9461"/>
                  </a:lnTo>
                  <a:lnTo>
                    <a:pt x="2781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9036"/>
                  </a:lnTo>
                  <a:lnTo>
                    <a:pt x="1854" y="9113"/>
                  </a:lnTo>
                  <a:lnTo>
                    <a:pt x="1699" y="9190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1"/>
                  </a:lnTo>
                  <a:lnTo>
                    <a:pt x="1352" y="9924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0"/>
                  </a:lnTo>
                  <a:lnTo>
                    <a:pt x="386" y="10426"/>
                  </a:lnTo>
                  <a:lnTo>
                    <a:pt x="271" y="10581"/>
                  </a:lnTo>
                  <a:lnTo>
                    <a:pt x="116" y="10889"/>
                  </a:lnTo>
                  <a:lnTo>
                    <a:pt x="0" y="11237"/>
                  </a:lnTo>
                  <a:lnTo>
                    <a:pt x="0" y="11585"/>
                  </a:lnTo>
                  <a:lnTo>
                    <a:pt x="77" y="11932"/>
                  </a:lnTo>
                  <a:lnTo>
                    <a:pt x="193" y="12241"/>
                  </a:lnTo>
                  <a:lnTo>
                    <a:pt x="386" y="12550"/>
                  </a:lnTo>
                  <a:lnTo>
                    <a:pt x="618" y="12820"/>
                  </a:lnTo>
                  <a:lnTo>
                    <a:pt x="811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5" y="13129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1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78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4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2"/>
                  </a:lnTo>
                  <a:lnTo>
                    <a:pt x="618" y="12048"/>
                  </a:lnTo>
                  <a:lnTo>
                    <a:pt x="541" y="11893"/>
                  </a:lnTo>
                  <a:lnTo>
                    <a:pt x="502" y="11739"/>
                  </a:lnTo>
                  <a:lnTo>
                    <a:pt x="502" y="11546"/>
                  </a:lnTo>
                  <a:lnTo>
                    <a:pt x="502" y="11391"/>
                  </a:lnTo>
                  <a:lnTo>
                    <a:pt x="541" y="11198"/>
                  </a:lnTo>
                  <a:lnTo>
                    <a:pt x="579" y="11044"/>
                  </a:lnTo>
                  <a:lnTo>
                    <a:pt x="657" y="10889"/>
                  </a:lnTo>
                  <a:lnTo>
                    <a:pt x="773" y="10774"/>
                  </a:lnTo>
                  <a:lnTo>
                    <a:pt x="888" y="10619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6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5"/>
                  </a:lnTo>
                  <a:lnTo>
                    <a:pt x="5870" y="12704"/>
                  </a:lnTo>
                  <a:lnTo>
                    <a:pt x="6256" y="12975"/>
                  </a:lnTo>
                  <a:lnTo>
                    <a:pt x="6681" y="13206"/>
                  </a:lnTo>
                  <a:lnTo>
                    <a:pt x="7105" y="13438"/>
                  </a:lnTo>
                  <a:lnTo>
                    <a:pt x="7530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8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5"/>
                  </a:lnTo>
                  <a:lnTo>
                    <a:pt x="11314" y="11739"/>
                  </a:lnTo>
                  <a:lnTo>
                    <a:pt x="11507" y="11237"/>
                  </a:lnTo>
                  <a:lnTo>
                    <a:pt x="11662" y="10696"/>
                  </a:lnTo>
                  <a:lnTo>
                    <a:pt x="11971" y="9615"/>
                  </a:lnTo>
                  <a:lnTo>
                    <a:pt x="12125" y="9113"/>
                  </a:lnTo>
                  <a:lnTo>
                    <a:pt x="12357" y="8611"/>
                  </a:lnTo>
                  <a:lnTo>
                    <a:pt x="12589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89"/>
                  </a:lnTo>
                  <a:lnTo>
                    <a:pt x="14017" y="6719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4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0" y="7723"/>
                  </a:lnTo>
                  <a:lnTo>
                    <a:pt x="22165" y="7762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530"/>
                  </a:lnTo>
                  <a:lnTo>
                    <a:pt x="23710" y="7298"/>
                  </a:lnTo>
                  <a:lnTo>
                    <a:pt x="24057" y="6989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908"/>
                  </a:lnTo>
                  <a:lnTo>
                    <a:pt x="24868" y="5483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5" y="3746"/>
                  </a:lnTo>
                  <a:lnTo>
                    <a:pt x="24868" y="3282"/>
                  </a:lnTo>
                  <a:lnTo>
                    <a:pt x="24791" y="2858"/>
                  </a:lnTo>
                  <a:lnTo>
                    <a:pt x="24637" y="2394"/>
                  </a:lnTo>
                  <a:lnTo>
                    <a:pt x="24443" y="1969"/>
                  </a:lnTo>
                  <a:lnTo>
                    <a:pt x="24250" y="1583"/>
                  </a:lnTo>
                  <a:lnTo>
                    <a:pt x="24057" y="1197"/>
                  </a:lnTo>
                  <a:lnTo>
                    <a:pt x="23787" y="811"/>
                  </a:lnTo>
                  <a:lnTo>
                    <a:pt x="23941" y="386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7"/>
                  </a:lnTo>
                  <a:lnTo>
                    <a:pt x="230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699;p20"/>
            <p:cNvSpPr/>
            <p:nvPr/>
          </p:nvSpPr>
          <p:spPr>
            <a:xfrm>
              <a:off x="5843050" y="1398325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5" y="1429"/>
                  </a:lnTo>
                  <a:lnTo>
                    <a:pt x="4866" y="1738"/>
                  </a:lnTo>
                  <a:lnTo>
                    <a:pt x="5059" y="2085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6" y="5599"/>
                  </a:lnTo>
                  <a:lnTo>
                    <a:pt x="5330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40" y="8380"/>
                  </a:lnTo>
                  <a:lnTo>
                    <a:pt x="3631" y="8727"/>
                  </a:lnTo>
                  <a:lnTo>
                    <a:pt x="3283" y="9036"/>
                  </a:lnTo>
                  <a:lnTo>
                    <a:pt x="2936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9" y="10040"/>
                  </a:lnTo>
                  <a:lnTo>
                    <a:pt x="1314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9" y="10967"/>
                  </a:lnTo>
                  <a:lnTo>
                    <a:pt x="1121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8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5" y="6294"/>
                  </a:lnTo>
                  <a:lnTo>
                    <a:pt x="5909" y="5792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5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40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700;p20"/>
            <p:cNvSpPr/>
            <p:nvPr/>
          </p:nvSpPr>
          <p:spPr>
            <a:xfrm>
              <a:off x="569225" y="1424375"/>
              <a:ext cx="126500" cy="69550"/>
            </a:xfrm>
            <a:custGeom>
              <a:avLst/>
              <a:gdLst/>
              <a:ahLst/>
              <a:cxnLst/>
              <a:rect l="l" t="t" r="r" b="b"/>
              <a:pathLst>
                <a:path w="5060" h="2782" extrusionOk="0">
                  <a:moveTo>
                    <a:pt x="4905" y="1"/>
                  </a:moveTo>
                  <a:lnTo>
                    <a:pt x="3824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30" y="1854"/>
                  </a:lnTo>
                  <a:lnTo>
                    <a:pt x="773" y="2125"/>
                  </a:lnTo>
                  <a:lnTo>
                    <a:pt x="117" y="2395"/>
                  </a:lnTo>
                  <a:lnTo>
                    <a:pt x="40" y="2472"/>
                  </a:lnTo>
                  <a:lnTo>
                    <a:pt x="1" y="2588"/>
                  </a:lnTo>
                  <a:lnTo>
                    <a:pt x="40" y="2665"/>
                  </a:lnTo>
                  <a:lnTo>
                    <a:pt x="117" y="2781"/>
                  </a:lnTo>
                  <a:lnTo>
                    <a:pt x="387" y="2781"/>
                  </a:lnTo>
                  <a:lnTo>
                    <a:pt x="1082" y="2627"/>
                  </a:lnTo>
                  <a:lnTo>
                    <a:pt x="1739" y="2356"/>
                  </a:lnTo>
                  <a:lnTo>
                    <a:pt x="2356" y="2047"/>
                  </a:lnTo>
                  <a:lnTo>
                    <a:pt x="2974" y="1739"/>
                  </a:lnTo>
                  <a:lnTo>
                    <a:pt x="3553" y="1430"/>
                  </a:lnTo>
                  <a:lnTo>
                    <a:pt x="4094" y="1082"/>
                  </a:lnTo>
                  <a:lnTo>
                    <a:pt x="4596" y="735"/>
                  </a:lnTo>
                  <a:lnTo>
                    <a:pt x="5059" y="310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701;p20"/>
            <p:cNvSpPr/>
            <p:nvPr/>
          </p:nvSpPr>
          <p:spPr>
            <a:xfrm>
              <a:off x="512275" y="1467825"/>
              <a:ext cx="66650" cy="99450"/>
            </a:xfrm>
            <a:custGeom>
              <a:avLst/>
              <a:gdLst/>
              <a:ahLst/>
              <a:cxnLst/>
              <a:rect l="l" t="t" r="r" b="b"/>
              <a:pathLst>
                <a:path w="2666" h="3978" extrusionOk="0">
                  <a:moveTo>
                    <a:pt x="850" y="1"/>
                  </a:moveTo>
                  <a:lnTo>
                    <a:pt x="464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2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1" y="2704"/>
                  </a:lnTo>
                  <a:lnTo>
                    <a:pt x="39" y="2974"/>
                  </a:lnTo>
                  <a:lnTo>
                    <a:pt x="78" y="3206"/>
                  </a:lnTo>
                  <a:lnTo>
                    <a:pt x="155" y="3399"/>
                  </a:lnTo>
                  <a:lnTo>
                    <a:pt x="271" y="3592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9" y="3939"/>
                  </a:lnTo>
                  <a:lnTo>
                    <a:pt x="1082" y="3978"/>
                  </a:lnTo>
                  <a:lnTo>
                    <a:pt x="1314" y="3939"/>
                  </a:lnTo>
                  <a:lnTo>
                    <a:pt x="1507" y="3823"/>
                  </a:lnTo>
                  <a:lnTo>
                    <a:pt x="1661" y="3708"/>
                  </a:lnTo>
                  <a:lnTo>
                    <a:pt x="1816" y="3514"/>
                  </a:lnTo>
                  <a:lnTo>
                    <a:pt x="1970" y="3321"/>
                  </a:lnTo>
                  <a:lnTo>
                    <a:pt x="2086" y="3090"/>
                  </a:lnTo>
                  <a:lnTo>
                    <a:pt x="2318" y="2549"/>
                  </a:lnTo>
                  <a:lnTo>
                    <a:pt x="2472" y="2009"/>
                  </a:lnTo>
                  <a:lnTo>
                    <a:pt x="2626" y="1507"/>
                  </a:lnTo>
                  <a:lnTo>
                    <a:pt x="2665" y="1043"/>
                  </a:lnTo>
                  <a:lnTo>
                    <a:pt x="2395" y="1043"/>
                  </a:lnTo>
                  <a:lnTo>
                    <a:pt x="2009" y="2009"/>
                  </a:lnTo>
                  <a:lnTo>
                    <a:pt x="1738" y="2665"/>
                  </a:lnTo>
                  <a:lnTo>
                    <a:pt x="1545" y="3051"/>
                  </a:lnTo>
                  <a:lnTo>
                    <a:pt x="1468" y="3206"/>
                  </a:lnTo>
                  <a:lnTo>
                    <a:pt x="1314" y="3283"/>
                  </a:lnTo>
                  <a:lnTo>
                    <a:pt x="1159" y="3283"/>
                  </a:lnTo>
                  <a:lnTo>
                    <a:pt x="966" y="3206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8"/>
                  </a:lnTo>
                  <a:lnTo>
                    <a:pt x="889" y="773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702;p20"/>
            <p:cNvSpPr/>
            <p:nvPr/>
          </p:nvSpPr>
          <p:spPr>
            <a:xfrm>
              <a:off x="4008850" y="152575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4"/>
                  </a:lnTo>
                  <a:lnTo>
                    <a:pt x="7029" y="1313"/>
                  </a:lnTo>
                  <a:lnTo>
                    <a:pt x="7531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7"/>
                  </a:lnTo>
                  <a:lnTo>
                    <a:pt x="8573" y="3707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1" y="3862"/>
                  </a:lnTo>
                  <a:lnTo>
                    <a:pt x="2433" y="4016"/>
                  </a:lnTo>
                  <a:lnTo>
                    <a:pt x="2318" y="4132"/>
                  </a:lnTo>
                  <a:lnTo>
                    <a:pt x="2124" y="4209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1" y="4248"/>
                  </a:lnTo>
                  <a:lnTo>
                    <a:pt x="734" y="4132"/>
                  </a:lnTo>
                  <a:lnTo>
                    <a:pt x="387" y="4016"/>
                  </a:lnTo>
                  <a:lnTo>
                    <a:pt x="503" y="3514"/>
                  </a:lnTo>
                  <a:lnTo>
                    <a:pt x="657" y="3012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8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7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3" y="5947"/>
                  </a:lnTo>
                  <a:lnTo>
                    <a:pt x="10543" y="5870"/>
                  </a:lnTo>
                  <a:lnTo>
                    <a:pt x="10543" y="5754"/>
                  </a:lnTo>
                  <a:lnTo>
                    <a:pt x="10620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0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9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7" y="3205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8"/>
                  </a:lnTo>
                  <a:lnTo>
                    <a:pt x="1314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3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7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3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8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7" y="6526"/>
                  </a:lnTo>
                  <a:lnTo>
                    <a:pt x="11740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1" y="7916"/>
                  </a:lnTo>
                  <a:lnTo>
                    <a:pt x="12551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7" y="7183"/>
                  </a:lnTo>
                  <a:lnTo>
                    <a:pt x="12744" y="6681"/>
                  </a:lnTo>
                  <a:lnTo>
                    <a:pt x="12435" y="6217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9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4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5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6" y="193"/>
                  </a:lnTo>
                  <a:lnTo>
                    <a:pt x="5291" y="78"/>
                  </a:lnTo>
                  <a:lnTo>
                    <a:pt x="4828" y="39"/>
                  </a:lnTo>
                  <a:lnTo>
                    <a:pt x="44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20"/>
            <p:cNvSpPr/>
            <p:nvPr/>
          </p:nvSpPr>
          <p:spPr>
            <a:xfrm>
              <a:off x="6763050" y="1538300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8"/>
                  </a:moveTo>
                  <a:lnTo>
                    <a:pt x="1082" y="5986"/>
                  </a:lnTo>
                  <a:lnTo>
                    <a:pt x="1237" y="6024"/>
                  </a:lnTo>
                  <a:lnTo>
                    <a:pt x="1391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7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9" y="6990"/>
                  </a:lnTo>
                  <a:lnTo>
                    <a:pt x="464" y="6835"/>
                  </a:lnTo>
                  <a:lnTo>
                    <a:pt x="426" y="6719"/>
                  </a:lnTo>
                  <a:lnTo>
                    <a:pt x="387" y="6642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6" y="6256"/>
                  </a:lnTo>
                  <a:lnTo>
                    <a:pt x="503" y="6179"/>
                  </a:lnTo>
                  <a:lnTo>
                    <a:pt x="696" y="6024"/>
                  </a:lnTo>
                  <a:lnTo>
                    <a:pt x="889" y="5908"/>
                  </a:lnTo>
                  <a:close/>
                  <a:moveTo>
                    <a:pt x="5909" y="0"/>
                  </a:moveTo>
                  <a:lnTo>
                    <a:pt x="5832" y="39"/>
                  </a:lnTo>
                  <a:lnTo>
                    <a:pt x="5523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7" y="2047"/>
                  </a:lnTo>
                  <a:lnTo>
                    <a:pt x="3438" y="2781"/>
                  </a:lnTo>
                  <a:lnTo>
                    <a:pt x="2279" y="4132"/>
                  </a:lnTo>
                  <a:lnTo>
                    <a:pt x="1739" y="4866"/>
                  </a:lnTo>
                  <a:lnTo>
                    <a:pt x="1198" y="5561"/>
                  </a:lnTo>
                  <a:lnTo>
                    <a:pt x="1043" y="5522"/>
                  </a:lnTo>
                  <a:lnTo>
                    <a:pt x="889" y="5522"/>
                  </a:lnTo>
                  <a:lnTo>
                    <a:pt x="773" y="5561"/>
                  </a:lnTo>
                  <a:lnTo>
                    <a:pt x="619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10" y="5870"/>
                  </a:lnTo>
                  <a:lnTo>
                    <a:pt x="117" y="6063"/>
                  </a:lnTo>
                  <a:lnTo>
                    <a:pt x="1" y="6333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40" y="6797"/>
                  </a:lnTo>
                  <a:lnTo>
                    <a:pt x="117" y="6990"/>
                  </a:lnTo>
                  <a:lnTo>
                    <a:pt x="194" y="7144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4"/>
                  </a:lnTo>
                  <a:lnTo>
                    <a:pt x="1430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6" y="6874"/>
                  </a:lnTo>
                  <a:lnTo>
                    <a:pt x="1854" y="6681"/>
                  </a:lnTo>
                  <a:lnTo>
                    <a:pt x="1893" y="6526"/>
                  </a:lnTo>
                  <a:lnTo>
                    <a:pt x="1854" y="6333"/>
                  </a:lnTo>
                  <a:lnTo>
                    <a:pt x="1816" y="6179"/>
                  </a:lnTo>
                  <a:lnTo>
                    <a:pt x="1739" y="6024"/>
                  </a:lnTo>
                  <a:lnTo>
                    <a:pt x="1661" y="5908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3" y="4403"/>
                  </a:lnTo>
                  <a:lnTo>
                    <a:pt x="3940" y="3012"/>
                  </a:lnTo>
                  <a:lnTo>
                    <a:pt x="4480" y="2395"/>
                  </a:lnTo>
                  <a:lnTo>
                    <a:pt x="5098" y="1699"/>
                  </a:lnTo>
                  <a:lnTo>
                    <a:pt x="5639" y="1043"/>
                  </a:lnTo>
                  <a:lnTo>
                    <a:pt x="5909" y="657"/>
                  </a:lnTo>
                  <a:lnTo>
                    <a:pt x="6102" y="309"/>
                  </a:lnTo>
                  <a:lnTo>
                    <a:pt x="6141" y="193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704;p20"/>
            <p:cNvSpPr/>
            <p:nvPr/>
          </p:nvSpPr>
          <p:spPr>
            <a:xfrm>
              <a:off x="4040700" y="153927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5" y="7298"/>
                  </a:moveTo>
                  <a:lnTo>
                    <a:pt x="8496" y="7375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1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4"/>
                  </a:lnTo>
                  <a:lnTo>
                    <a:pt x="8110" y="10156"/>
                  </a:lnTo>
                  <a:lnTo>
                    <a:pt x="7840" y="10078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6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7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2" y="8766"/>
                  </a:lnTo>
                  <a:lnTo>
                    <a:pt x="1546" y="8727"/>
                  </a:lnTo>
                  <a:lnTo>
                    <a:pt x="40" y="8688"/>
                  </a:lnTo>
                  <a:lnTo>
                    <a:pt x="1" y="8688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6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6"/>
                  </a:lnTo>
                  <a:lnTo>
                    <a:pt x="6759" y="9847"/>
                  </a:lnTo>
                  <a:lnTo>
                    <a:pt x="6990" y="10078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0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7"/>
                  </a:lnTo>
                  <a:lnTo>
                    <a:pt x="9539" y="10194"/>
                  </a:lnTo>
                  <a:lnTo>
                    <a:pt x="9771" y="9963"/>
                  </a:lnTo>
                  <a:lnTo>
                    <a:pt x="9925" y="9692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7"/>
                  </a:lnTo>
                  <a:lnTo>
                    <a:pt x="6565" y="8186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79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705;p20"/>
            <p:cNvSpPr/>
            <p:nvPr/>
          </p:nvSpPr>
          <p:spPr>
            <a:xfrm>
              <a:off x="1387875" y="1558575"/>
              <a:ext cx="374575" cy="387125"/>
            </a:xfrm>
            <a:custGeom>
              <a:avLst/>
              <a:gdLst/>
              <a:ahLst/>
              <a:cxnLst/>
              <a:rect l="l" t="t" r="r" b="b"/>
              <a:pathLst>
                <a:path w="14983" h="15485" extrusionOk="0">
                  <a:moveTo>
                    <a:pt x="7453" y="502"/>
                  </a:moveTo>
                  <a:lnTo>
                    <a:pt x="8032" y="541"/>
                  </a:lnTo>
                  <a:lnTo>
                    <a:pt x="8573" y="580"/>
                  </a:lnTo>
                  <a:lnTo>
                    <a:pt x="9152" y="695"/>
                  </a:lnTo>
                  <a:lnTo>
                    <a:pt x="9654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0" y="1545"/>
                  </a:lnTo>
                  <a:lnTo>
                    <a:pt x="11585" y="1854"/>
                  </a:lnTo>
                  <a:lnTo>
                    <a:pt x="10812" y="2201"/>
                  </a:lnTo>
                  <a:lnTo>
                    <a:pt x="10040" y="2626"/>
                  </a:lnTo>
                  <a:lnTo>
                    <a:pt x="9306" y="3090"/>
                  </a:lnTo>
                  <a:lnTo>
                    <a:pt x="8611" y="3630"/>
                  </a:lnTo>
                  <a:lnTo>
                    <a:pt x="7916" y="4171"/>
                  </a:lnTo>
                  <a:lnTo>
                    <a:pt x="7299" y="4789"/>
                  </a:lnTo>
                  <a:lnTo>
                    <a:pt x="6681" y="5445"/>
                  </a:lnTo>
                  <a:lnTo>
                    <a:pt x="6140" y="6140"/>
                  </a:lnTo>
                  <a:lnTo>
                    <a:pt x="5638" y="6874"/>
                  </a:lnTo>
                  <a:lnTo>
                    <a:pt x="5175" y="7646"/>
                  </a:lnTo>
                  <a:lnTo>
                    <a:pt x="4789" y="8418"/>
                  </a:lnTo>
                  <a:lnTo>
                    <a:pt x="4441" y="9229"/>
                  </a:lnTo>
                  <a:lnTo>
                    <a:pt x="4171" y="10040"/>
                  </a:lnTo>
                  <a:lnTo>
                    <a:pt x="3939" y="10890"/>
                  </a:lnTo>
                  <a:lnTo>
                    <a:pt x="3823" y="11778"/>
                  </a:lnTo>
                  <a:lnTo>
                    <a:pt x="3746" y="12666"/>
                  </a:lnTo>
                  <a:lnTo>
                    <a:pt x="3553" y="12666"/>
                  </a:lnTo>
                  <a:lnTo>
                    <a:pt x="3283" y="11855"/>
                  </a:lnTo>
                  <a:lnTo>
                    <a:pt x="3051" y="11044"/>
                  </a:lnTo>
                  <a:lnTo>
                    <a:pt x="2819" y="10195"/>
                  </a:lnTo>
                  <a:lnTo>
                    <a:pt x="2665" y="9384"/>
                  </a:lnTo>
                  <a:lnTo>
                    <a:pt x="2588" y="8534"/>
                  </a:lnTo>
                  <a:lnTo>
                    <a:pt x="2549" y="7685"/>
                  </a:lnTo>
                  <a:lnTo>
                    <a:pt x="2588" y="6797"/>
                  </a:lnTo>
                  <a:lnTo>
                    <a:pt x="2665" y="5947"/>
                  </a:lnTo>
                  <a:lnTo>
                    <a:pt x="2858" y="5213"/>
                  </a:lnTo>
                  <a:lnTo>
                    <a:pt x="3051" y="4518"/>
                  </a:lnTo>
                  <a:lnTo>
                    <a:pt x="3321" y="3823"/>
                  </a:lnTo>
                  <a:lnTo>
                    <a:pt x="3630" y="3205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29"/>
                  </a:lnTo>
                  <a:lnTo>
                    <a:pt x="5406" y="888"/>
                  </a:lnTo>
                  <a:lnTo>
                    <a:pt x="5908" y="734"/>
                  </a:lnTo>
                  <a:lnTo>
                    <a:pt x="6410" y="618"/>
                  </a:lnTo>
                  <a:lnTo>
                    <a:pt x="6912" y="541"/>
                  </a:lnTo>
                  <a:lnTo>
                    <a:pt x="7453" y="502"/>
                  </a:lnTo>
                  <a:close/>
                  <a:moveTo>
                    <a:pt x="11932" y="2086"/>
                  </a:moveTo>
                  <a:lnTo>
                    <a:pt x="12318" y="2433"/>
                  </a:lnTo>
                  <a:lnTo>
                    <a:pt x="12666" y="2819"/>
                  </a:lnTo>
                  <a:lnTo>
                    <a:pt x="13014" y="3205"/>
                  </a:lnTo>
                  <a:lnTo>
                    <a:pt x="13322" y="3669"/>
                  </a:lnTo>
                  <a:lnTo>
                    <a:pt x="13593" y="4093"/>
                  </a:lnTo>
                  <a:lnTo>
                    <a:pt x="13824" y="4595"/>
                  </a:lnTo>
                  <a:lnTo>
                    <a:pt x="14018" y="5097"/>
                  </a:lnTo>
                  <a:lnTo>
                    <a:pt x="14211" y="5599"/>
                  </a:lnTo>
                  <a:lnTo>
                    <a:pt x="14326" y="6101"/>
                  </a:lnTo>
                  <a:lnTo>
                    <a:pt x="14404" y="6642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25" y="6951"/>
                  </a:lnTo>
                  <a:lnTo>
                    <a:pt x="11392" y="7144"/>
                  </a:lnTo>
                  <a:lnTo>
                    <a:pt x="10658" y="7414"/>
                  </a:lnTo>
                  <a:lnTo>
                    <a:pt x="9924" y="7723"/>
                  </a:lnTo>
                  <a:lnTo>
                    <a:pt x="9229" y="8032"/>
                  </a:lnTo>
                  <a:lnTo>
                    <a:pt x="8534" y="8418"/>
                  </a:lnTo>
                  <a:lnTo>
                    <a:pt x="7878" y="8843"/>
                  </a:lnTo>
                  <a:lnTo>
                    <a:pt x="7221" y="9306"/>
                  </a:lnTo>
                  <a:lnTo>
                    <a:pt x="6642" y="9808"/>
                  </a:lnTo>
                  <a:lnTo>
                    <a:pt x="6063" y="10349"/>
                  </a:lnTo>
                  <a:lnTo>
                    <a:pt x="5561" y="10890"/>
                  </a:lnTo>
                  <a:lnTo>
                    <a:pt x="5059" y="11508"/>
                  </a:lnTo>
                  <a:lnTo>
                    <a:pt x="4634" y="12125"/>
                  </a:lnTo>
                  <a:lnTo>
                    <a:pt x="4248" y="12820"/>
                  </a:lnTo>
                  <a:lnTo>
                    <a:pt x="4093" y="12743"/>
                  </a:lnTo>
                  <a:lnTo>
                    <a:pt x="3939" y="12666"/>
                  </a:lnTo>
                  <a:lnTo>
                    <a:pt x="4093" y="11816"/>
                  </a:lnTo>
                  <a:lnTo>
                    <a:pt x="4287" y="10928"/>
                  </a:lnTo>
                  <a:lnTo>
                    <a:pt x="4557" y="10117"/>
                  </a:lnTo>
                  <a:lnTo>
                    <a:pt x="4827" y="9306"/>
                  </a:lnTo>
                  <a:lnTo>
                    <a:pt x="5175" y="8496"/>
                  </a:lnTo>
                  <a:lnTo>
                    <a:pt x="5561" y="7723"/>
                  </a:lnTo>
                  <a:lnTo>
                    <a:pt x="6024" y="6990"/>
                  </a:lnTo>
                  <a:lnTo>
                    <a:pt x="6488" y="6295"/>
                  </a:lnTo>
                  <a:lnTo>
                    <a:pt x="7028" y="5599"/>
                  </a:lnTo>
                  <a:lnTo>
                    <a:pt x="7607" y="4982"/>
                  </a:lnTo>
                  <a:lnTo>
                    <a:pt x="8225" y="4402"/>
                  </a:lnTo>
                  <a:lnTo>
                    <a:pt x="8882" y="3823"/>
                  </a:lnTo>
                  <a:lnTo>
                    <a:pt x="9577" y="3321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42" y="6990"/>
                  </a:moveTo>
                  <a:lnTo>
                    <a:pt x="14481" y="7839"/>
                  </a:lnTo>
                  <a:lnTo>
                    <a:pt x="14404" y="8689"/>
                  </a:lnTo>
                  <a:lnTo>
                    <a:pt x="14249" y="9538"/>
                  </a:lnTo>
                  <a:lnTo>
                    <a:pt x="14172" y="9963"/>
                  </a:lnTo>
                  <a:lnTo>
                    <a:pt x="14018" y="10388"/>
                  </a:lnTo>
                  <a:lnTo>
                    <a:pt x="13863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89"/>
                  </a:lnTo>
                  <a:lnTo>
                    <a:pt x="12473" y="12898"/>
                  </a:lnTo>
                  <a:lnTo>
                    <a:pt x="12203" y="13207"/>
                  </a:lnTo>
                  <a:lnTo>
                    <a:pt x="11932" y="13052"/>
                  </a:lnTo>
                  <a:lnTo>
                    <a:pt x="11662" y="12936"/>
                  </a:lnTo>
                  <a:lnTo>
                    <a:pt x="11083" y="12782"/>
                  </a:lnTo>
                  <a:lnTo>
                    <a:pt x="10542" y="12627"/>
                  </a:lnTo>
                  <a:lnTo>
                    <a:pt x="9963" y="12550"/>
                  </a:lnTo>
                  <a:lnTo>
                    <a:pt x="9384" y="12512"/>
                  </a:lnTo>
                  <a:lnTo>
                    <a:pt x="8843" y="12473"/>
                  </a:lnTo>
                  <a:lnTo>
                    <a:pt x="8303" y="12473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6"/>
                  </a:lnTo>
                  <a:lnTo>
                    <a:pt x="6179" y="12782"/>
                  </a:lnTo>
                  <a:lnTo>
                    <a:pt x="5638" y="12975"/>
                  </a:lnTo>
                  <a:lnTo>
                    <a:pt x="5136" y="13129"/>
                  </a:lnTo>
                  <a:lnTo>
                    <a:pt x="4673" y="13361"/>
                  </a:lnTo>
                  <a:lnTo>
                    <a:pt x="4557" y="13129"/>
                  </a:lnTo>
                  <a:lnTo>
                    <a:pt x="4402" y="12936"/>
                  </a:lnTo>
                  <a:lnTo>
                    <a:pt x="4866" y="12318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0" y="10619"/>
                  </a:lnTo>
                  <a:lnTo>
                    <a:pt x="6951" y="10117"/>
                  </a:lnTo>
                  <a:lnTo>
                    <a:pt x="7530" y="9654"/>
                  </a:lnTo>
                  <a:lnTo>
                    <a:pt x="8148" y="9229"/>
                  </a:lnTo>
                  <a:lnTo>
                    <a:pt x="8766" y="8804"/>
                  </a:lnTo>
                  <a:lnTo>
                    <a:pt x="9384" y="8457"/>
                  </a:lnTo>
                  <a:lnTo>
                    <a:pt x="10040" y="8109"/>
                  </a:lnTo>
                  <a:lnTo>
                    <a:pt x="10735" y="7839"/>
                  </a:lnTo>
                  <a:lnTo>
                    <a:pt x="11430" y="7569"/>
                  </a:lnTo>
                  <a:lnTo>
                    <a:pt x="12164" y="7376"/>
                  </a:lnTo>
                  <a:lnTo>
                    <a:pt x="12898" y="7183"/>
                  </a:lnTo>
                  <a:lnTo>
                    <a:pt x="13670" y="7067"/>
                  </a:lnTo>
                  <a:lnTo>
                    <a:pt x="14442" y="6990"/>
                  </a:lnTo>
                  <a:close/>
                  <a:moveTo>
                    <a:pt x="4518" y="1275"/>
                  </a:moveTo>
                  <a:lnTo>
                    <a:pt x="4016" y="1854"/>
                  </a:lnTo>
                  <a:lnTo>
                    <a:pt x="3591" y="2472"/>
                  </a:lnTo>
                  <a:lnTo>
                    <a:pt x="3244" y="3128"/>
                  </a:lnTo>
                  <a:lnTo>
                    <a:pt x="2935" y="3823"/>
                  </a:lnTo>
                  <a:lnTo>
                    <a:pt x="2665" y="4518"/>
                  </a:lnTo>
                  <a:lnTo>
                    <a:pt x="2472" y="5291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3"/>
                  </a:lnTo>
                  <a:lnTo>
                    <a:pt x="2356" y="9886"/>
                  </a:lnTo>
                  <a:lnTo>
                    <a:pt x="2549" y="10619"/>
                  </a:lnTo>
                  <a:lnTo>
                    <a:pt x="2742" y="11353"/>
                  </a:lnTo>
                  <a:lnTo>
                    <a:pt x="3012" y="12087"/>
                  </a:lnTo>
                  <a:lnTo>
                    <a:pt x="3283" y="12782"/>
                  </a:lnTo>
                  <a:lnTo>
                    <a:pt x="3089" y="12898"/>
                  </a:lnTo>
                  <a:lnTo>
                    <a:pt x="2935" y="13052"/>
                  </a:lnTo>
                  <a:lnTo>
                    <a:pt x="2819" y="13245"/>
                  </a:lnTo>
                  <a:lnTo>
                    <a:pt x="2703" y="13438"/>
                  </a:lnTo>
                  <a:lnTo>
                    <a:pt x="2394" y="13014"/>
                  </a:lnTo>
                  <a:lnTo>
                    <a:pt x="2047" y="12550"/>
                  </a:lnTo>
                  <a:lnTo>
                    <a:pt x="1777" y="12087"/>
                  </a:lnTo>
                  <a:lnTo>
                    <a:pt x="1506" y="11623"/>
                  </a:lnTo>
                  <a:lnTo>
                    <a:pt x="1275" y="11121"/>
                  </a:lnTo>
                  <a:lnTo>
                    <a:pt x="1043" y="10619"/>
                  </a:lnTo>
                  <a:lnTo>
                    <a:pt x="850" y="10117"/>
                  </a:lnTo>
                  <a:lnTo>
                    <a:pt x="734" y="9615"/>
                  </a:lnTo>
                  <a:lnTo>
                    <a:pt x="618" y="9113"/>
                  </a:lnTo>
                  <a:lnTo>
                    <a:pt x="541" y="8573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0"/>
                  </a:lnTo>
                  <a:lnTo>
                    <a:pt x="734" y="5870"/>
                  </a:lnTo>
                  <a:lnTo>
                    <a:pt x="927" y="5329"/>
                  </a:lnTo>
                  <a:lnTo>
                    <a:pt x="1197" y="4673"/>
                  </a:lnTo>
                  <a:lnTo>
                    <a:pt x="1506" y="4055"/>
                  </a:lnTo>
                  <a:lnTo>
                    <a:pt x="1892" y="3476"/>
                  </a:lnTo>
                  <a:lnTo>
                    <a:pt x="2356" y="2935"/>
                  </a:lnTo>
                  <a:lnTo>
                    <a:pt x="2819" y="2433"/>
                  </a:lnTo>
                  <a:lnTo>
                    <a:pt x="3360" y="2008"/>
                  </a:lnTo>
                  <a:lnTo>
                    <a:pt x="3900" y="1584"/>
                  </a:lnTo>
                  <a:lnTo>
                    <a:pt x="4518" y="1275"/>
                  </a:lnTo>
                  <a:close/>
                  <a:moveTo>
                    <a:pt x="3823" y="12975"/>
                  </a:moveTo>
                  <a:lnTo>
                    <a:pt x="4016" y="13052"/>
                  </a:lnTo>
                  <a:lnTo>
                    <a:pt x="4132" y="13168"/>
                  </a:lnTo>
                  <a:lnTo>
                    <a:pt x="4248" y="13284"/>
                  </a:lnTo>
                  <a:lnTo>
                    <a:pt x="4325" y="13438"/>
                  </a:lnTo>
                  <a:lnTo>
                    <a:pt x="4364" y="13631"/>
                  </a:lnTo>
                  <a:lnTo>
                    <a:pt x="4325" y="13786"/>
                  </a:lnTo>
                  <a:lnTo>
                    <a:pt x="4287" y="13940"/>
                  </a:lnTo>
                  <a:lnTo>
                    <a:pt x="4209" y="14095"/>
                  </a:lnTo>
                  <a:lnTo>
                    <a:pt x="3746" y="13824"/>
                  </a:lnTo>
                  <a:lnTo>
                    <a:pt x="3321" y="13477"/>
                  </a:lnTo>
                  <a:lnTo>
                    <a:pt x="3244" y="13438"/>
                  </a:lnTo>
                  <a:lnTo>
                    <a:pt x="3128" y="13438"/>
                  </a:lnTo>
                  <a:lnTo>
                    <a:pt x="3051" y="13477"/>
                  </a:lnTo>
                  <a:lnTo>
                    <a:pt x="2974" y="13515"/>
                  </a:lnTo>
                  <a:lnTo>
                    <a:pt x="3051" y="13361"/>
                  </a:lnTo>
                  <a:lnTo>
                    <a:pt x="3167" y="13245"/>
                  </a:lnTo>
                  <a:lnTo>
                    <a:pt x="3321" y="13129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13" y="12859"/>
                  </a:moveTo>
                  <a:lnTo>
                    <a:pt x="9615" y="12898"/>
                  </a:lnTo>
                  <a:lnTo>
                    <a:pt x="10079" y="12975"/>
                  </a:lnTo>
                  <a:lnTo>
                    <a:pt x="10504" y="13014"/>
                  </a:lnTo>
                  <a:lnTo>
                    <a:pt x="11006" y="13129"/>
                  </a:lnTo>
                  <a:lnTo>
                    <a:pt x="11469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7"/>
                  </a:lnTo>
                  <a:lnTo>
                    <a:pt x="10658" y="14249"/>
                  </a:lnTo>
                  <a:lnTo>
                    <a:pt x="10195" y="14442"/>
                  </a:lnTo>
                  <a:lnTo>
                    <a:pt x="9770" y="14635"/>
                  </a:lnTo>
                  <a:lnTo>
                    <a:pt x="9306" y="14751"/>
                  </a:lnTo>
                  <a:lnTo>
                    <a:pt x="8804" y="14867"/>
                  </a:lnTo>
                  <a:lnTo>
                    <a:pt x="8341" y="14944"/>
                  </a:lnTo>
                  <a:lnTo>
                    <a:pt x="7839" y="14983"/>
                  </a:lnTo>
                  <a:lnTo>
                    <a:pt x="7376" y="14983"/>
                  </a:lnTo>
                  <a:lnTo>
                    <a:pt x="6874" y="14944"/>
                  </a:lnTo>
                  <a:lnTo>
                    <a:pt x="6410" y="14867"/>
                  </a:lnTo>
                  <a:lnTo>
                    <a:pt x="5947" y="14790"/>
                  </a:lnTo>
                  <a:lnTo>
                    <a:pt x="5484" y="14674"/>
                  </a:lnTo>
                  <a:lnTo>
                    <a:pt x="5020" y="14481"/>
                  </a:lnTo>
                  <a:lnTo>
                    <a:pt x="4557" y="14288"/>
                  </a:lnTo>
                  <a:lnTo>
                    <a:pt x="4673" y="14017"/>
                  </a:lnTo>
                  <a:lnTo>
                    <a:pt x="4711" y="13747"/>
                  </a:lnTo>
                  <a:lnTo>
                    <a:pt x="4711" y="13593"/>
                  </a:lnTo>
                  <a:lnTo>
                    <a:pt x="5561" y="13322"/>
                  </a:lnTo>
                  <a:lnTo>
                    <a:pt x="6410" y="13091"/>
                  </a:lnTo>
                  <a:lnTo>
                    <a:pt x="7260" y="12936"/>
                  </a:lnTo>
                  <a:lnTo>
                    <a:pt x="8148" y="12859"/>
                  </a:lnTo>
                  <a:close/>
                  <a:moveTo>
                    <a:pt x="7569" y="0"/>
                  </a:moveTo>
                  <a:lnTo>
                    <a:pt x="6990" y="39"/>
                  </a:lnTo>
                  <a:lnTo>
                    <a:pt x="6410" y="116"/>
                  </a:lnTo>
                  <a:lnTo>
                    <a:pt x="5870" y="232"/>
                  </a:lnTo>
                  <a:lnTo>
                    <a:pt x="5291" y="386"/>
                  </a:lnTo>
                  <a:lnTo>
                    <a:pt x="4750" y="580"/>
                  </a:lnTo>
                  <a:lnTo>
                    <a:pt x="4248" y="811"/>
                  </a:lnTo>
                  <a:lnTo>
                    <a:pt x="3746" y="1120"/>
                  </a:lnTo>
                  <a:lnTo>
                    <a:pt x="3283" y="1429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1970" y="2588"/>
                  </a:lnTo>
                  <a:lnTo>
                    <a:pt x="1622" y="3012"/>
                  </a:lnTo>
                  <a:lnTo>
                    <a:pt x="1275" y="3514"/>
                  </a:lnTo>
                  <a:lnTo>
                    <a:pt x="966" y="4016"/>
                  </a:lnTo>
                  <a:lnTo>
                    <a:pt x="657" y="4595"/>
                  </a:lnTo>
                  <a:lnTo>
                    <a:pt x="425" y="5252"/>
                  </a:lnTo>
                  <a:lnTo>
                    <a:pt x="232" y="5908"/>
                  </a:lnTo>
                  <a:lnTo>
                    <a:pt x="116" y="6565"/>
                  </a:lnTo>
                  <a:lnTo>
                    <a:pt x="0" y="7221"/>
                  </a:lnTo>
                  <a:lnTo>
                    <a:pt x="0" y="7916"/>
                  </a:lnTo>
                  <a:lnTo>
                    <a:pt x="39" y="8611"/>
                  </a:lnTo>
                  <a:lnTo>
                    <a:pt x="116" y="9268"/>
                  </a:lnTo>
                  <a:lnTo>
                    <a:pt x="232" y="9924"/>
                  </a:lnTo>
                  <a:lnTo>
                    <a:pt x="425" y="10581"/>
                  </a:lnTo>
                  <a:lnTo>
                    <a:pt x="695" y="11237"/>
                  </a:lnTo>
                  <a:lnTo>
                    <a:pt x="966" y="11855"/>
                  </a:lnTo>
                  <a:lnTo>
                    <a:pt x="1313" y="12396"/>
                  </a:lnTo>
                  <a:lnTo>
                    <a:pt x="1738" y="12975"/>
                  </a:lnTo>
                  <a:lnTo>
                    <a:pt x="2201" y="13477"/>
                  </a:lnTo>
                  <a:lnTo>
                    <a:pt x="2703" y="13902"/>
                  </a:lnTo>
                  <a:lnTo>
                    <a:pt x="2742" y="13940"/>
                  </a:lnTo>
                  <a:lnTo>
                    <a:pt x="2819" y="13940"/>
                  </a:lnTo>
                  <a:lnTo>
                    <a:pt x="2896" y="13902"/>
                  </a:lnTo>
                  <a:lnTo>
                    <a:pt x="3167" y="14133"/>
                  </a:lnTo>
                  <a:lnTo>
                    <a:pt x="3437" y="14326"/>
                  </a:lnTo>
                  <a:lnTo>
                    <a:pt x="3785" y="14519"/>
                  </a:lnTo>
                  <a:lnTo>
                    <a:pt x="4093" y="14597"/>
                  </a:lnTo>
                  <a:lnTo>
                    <a:pt x="4518" y="14828"/>
                  </a:lnTo>
                  <a:lnTo>
                    <a:pt x="4943" y="14983"/>
                  </a:lnTo>
                  <a:lnTo>
                    <a:pt x="5406" y="15137"/>
                  </a:lnTo>
                  <a:lnTo>
                    <a:pt x="5870" y="15292"/>
                  </a:lnTo>
                  <a:lnTo>
                    <a:pt x="6333" y="15369"/>
                  </a:lnTo>
                  <a:lnTo>
                    <a:pt x="6797" y="15446"/>
                  </a:lnTo>
                  <a:lnTo>
                    <a:pt x="7260" y="15485"/>
                  </a:lnTo>
                  <a:lnTo>
                    <a:pt x="7723" y="15485"/>
                  </a:lnTo>
                  <a:lnTo>
                    <a:pt x="8225" y="15446"/>
                  </a:lnTo>
                  <a:lnTo>
                    <a:pt x="8689" y="15408"/>
                  </a:lnTo>
                  <a:lnTo>
                    <a:pt x="9152" y="15330"/>
                  </a:lnTo>
                  <a:lnTo>
                    <a:pt x="9615" y="15215"/>
                  </a:lnTo>
                  <a:lnTo>
                    <a:pt x="10079" y="15060"/>
                  </a:lnTo>
                  <a:lnTo>
                    <a:pt x="10504" y="14906"/>
                  </a:lnTo>
                  <a:lnTo>
                    <a:pt x="10928" y="14674"/>
                  </a:lnTo>
                  <a:lnTo>
                    <a:pt x="11353" y="14442"/>
                  </a:lnTo>
                  <a:lnTo>
                    <a:pt x="11855" y="14133"/>
                  </a:lnTo>
                  <a:lnTo>
                    <a:pt x="12318" y="13786"/>
                  </a:lnTo>
                  <a:lnTo>
                    <a:pt x="12705" y="13400"/>
                  </a:lnTo>
                  <a:lnTo>
                    <a:pt x="13091" y="12975"/>
                  </a:lnTo>
                  <a:lnTo>
                    <a:pt x="13438" y="12550"/>
                  </a:lnTo>
                  <a:lnTo>
                    <a:pt x="13747" y="12048"/>
                  </a:lnTo>
                  <a:lnTo>
                    <a:pt x="14056" y="11585"/>
                  </a:lnTo>
                  <a:lnTo>
                    <a:pt x="14288" y="11044"/>
                  </a:lnTo>
                  <a:lnTo>
                    <a:pt x="14481" y="10542"/>
                  </a:lnTo>
                  <a:lnTo>
                    <a:pt x="14674" y="10002"/>
                  </a:lnTo>
                  <a:lnTo>
                    <a:pt x="14790" y="9422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3"/>
                  </a:lnTo>
                  <a:lnTo>
                    <a:pt x="14983" y="7144"/>
                  </a:lnTo>
                  <a:lnTo>
                    <a:pt x="14906" y="6603"/>
                  </a:lnTo>
                  <a:lnTo>
                    <a:pt x="14828" y="5986"/>
                  </a:lnTo>
                  <a:lnTo>
                    <a:pt x="14674" y="5406"/>
                  </a:lnTo>
                  <a:lnTo>
                    <a:pt x="14481" y="4827"/>
                  </a:lnTo>
                  <a:lnTo>
                    <a:pt x="14249" y="4287"/>
                  </a:lnTo>
                  <a:lnTo>
                    <a:pt x="13979" y="3746"/>
                  </a:lnTo>
                  <a:lnTo>
                    <a:pt x="13631" y="3244"/>
                  </a:lnTo>
                  <a:lnTo>
                    <a:pt x="13284" y="2742"/>
                  </a:lnTo>
                  <a:lnTo>
                    <a:pt x="12898" y="2317"/>
                  </a:lnTo>
                  <a:lnTo>
                    <a:pt x="12512" y="1892"/>
                  </a:lnTo>
                  <a:lnTo>
                    <a:pt x="12048" y="1506"/>
                  </a:lnTo>
                  <a:lnTo>
                    <a:pt x="11546" y="1197"/>
                  </a:lnTo>
                  <a:lnTo>
                    <a:pt x="11044" y="888"/>
                  </a:lnTo>
                  <a:lnTo>
                    <a:pt x="10504" y="618"/>
                  </a:lnTo>
                  <a:lnTo>
                    <a:pt x="9963" y="386"/>
                  </a:lnTo>
                  <a:lnTo>
                    <a:pt x="9345" y="232"/>
                  </a:lnTo>
                  <a:lnTo>
                    <a:pt x="8766" y="116"/>
                  </a:lnTo>
                  <a:lnTo>
                    <a:pt x="8148" y="39"/>
                  </a:lnTo>
                  <a:lnTo>
                    <a:pt x="756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706;p20"/>
            <p:cNvSpPr/>
            <p:nvPr/>
          </p:nvSpPr>
          <p:spPr>
            <a:xfrm>
              <a:off x="6509175" y="1566300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8" y="5870"/>
                  </a:lnTo>
                  <a:lnTo>
                    <a:pt x="7491" y="6024"/>
                  </a:lnTo>
                  <a:lnTo>
                    <a:pt x="7530" y="6140"/>
                  </a:lnTo>
                  <a:lnTo>
                    <a:pt x="7569" y="6256"/>
                  </a:lnTo>
                  <a:lnTo>
                    <a:pt x="7607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1" y="6681"/>
                  </a:lnTo>
                  <a:lnTo>
                    <a:pt x="7337" y="6796"/>
                  </a:lnTo>
                  <a:lnTo>
                    <a:pt x="7105" y="6912"/>
                  </a:lnTo>
                  <a:lnTo>
                    <a:pt x="6912" y="6912"/>
                  </a:lnTo>
                  <a:lnTo>
                    <a:pt x="6719" y="6835"/>
                  </a:lnTo>
                  <a:lnTo>
                    <a:pt x="6565" y="6681"/>
                  </a:lnTo>
                  <a:lnTo>
                    <a:pt x="6487" y="6488"/>
                  </a:lnTo>
                  <a:lnTo>
                    <a:pt x="6487" y="6294"/>
                  </a:lnTo>
                  <a:lnTo>
                    <a:pt x="6526" y="6101"/>
                  </a:lnTo>
                  <a:lnTo>
                    <a:pt x="6642" y="5908"/>
                  </a:lnTo>
                  <a:lnTo>
                    <a:pt x="6796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7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0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1" y="1120"/>
                  </a:lnTo>
                  <a:lnTo>
                    <a:pt x="1622" y="1777"/>
                  </a:lnTo>
                  <a:lnTo>
                    <a:pt x="3398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0" y="5599"/>
                  </a:lnTo>
                  <a:lnTo>
                    <a:pt x="6294" y="5677"/>
                  </a:lnTo>
                  <a:lnTo>
                    <a:pt x="6217" y="5792"/>
                  </a:lnTo>
                  <a:lnTo>
                    <a:pt x="6101" y="6101"/>
                  </a:lnTo>
                  <a:lnTo>
                    <a:pt x="6063" y="6410"/>
                  </a:lnTo>
                  <a:lnTo>
                    <a:pt x="6101" y="6681"/>
                  </a:lnTo>
                  <a:lnTo>
                    <a:pt x="6179" y="6835"/>
                  </a:lnTo>
                  <a:lnTo>
                    <a:pt x="6294" y="6990"/>
                  </a:lnTo>
                  <a:lnTo>
                    <a:pt x="6410" y="7144"/>
                  </a:lnTo>
                  <a:lnTo>
                    <a:pt x="6565" y="7221"/>
                  </a:lnTo>
                  <a:lnTo>
                    <a:pt x="6719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7" y="7144"/>
                  </a:lnTo>
                  <a:lnTo>
                    <a:pt x="7723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3" y="6565"/>
                  </a:lnTo>
                  <a:lnTo>
                    <a:pt x="8032" y="6410"/>
                  </a:lnTo>
                  <a:lnTo>
                    <a:pt x="8032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3" y="5715"/>
                  </a:lnTo>
                  <a:lnTo>
                    <a:pt x="7569" y="5599"/>
                  </a:lnTo>
                  <a:lnTo>
                    <a:pt x="7414" y="5522"/>
                  </a:lnTo>
                  <a:lnTo>
                    <a:pt x="7221" y="5445"/>
                  </a:lnTo>
                  <a:lnTo>
                    <a:pt x="7028" y="5445"/>
                  </a:lnTo>
                  <a:lnTo>
                    <a:pt x="6835" y="5484"/>
                  </a:lnTo>
                  <a:lnTo>
                    <a:pt x="6024" y="4711"/>
                  </a:lnTo>
                  <a:lnTo>
                    <a:pt x="5213" y="4016"/>
                  </a:lnTo>
                  <a:lnTo>
                    <a:pt x="3514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09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20"/>
            <p:cNvSpPr/>
            <p:nvPr/>
          </p:nvSpPr>
          <p:spPr>
            <a:xfrm>
              <a:off x="2672775" y="1574975"/>
              <a:ext cx="84975" cy="94650"/>
            </a:xfrm>
            <a:custGeom>
              <a:avLst/>
              <a:gdLst/>
              <a:ahLst/>
              <a:cxnLst/>
              <a:rect l="l" t="t" r="r" b="b"/>
              <a:pathLst>
                <a:path w="3399" h="3786" extrusionOk="0">
                  <a:moveTo>
                    <a:pt x="78" y="1"/>
                  </a:moveTo>
                  <a:lnTo>
                    <a:pt x="1" y="78"/>
                  </a:lnTo>
                  <a:lnTo>
                    <a:pt x="1" y="117"/>
                  </a:lnTo>
                  <a:lnTo>
                    <a:pt x="348" y="889"/>
                  </a:lnTo>
                  <a:lnTo>
                    <a:pt x="812" y="1661"/>
                  </a:lnTo>
                  <a:lnTo>
                    <a:pt x="1275" y="2395"/>
                  </a:lnTo>
                  <a:lnTo>
                    <a:pt x="1738" y="3090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5"/>
                  </a:lnTo>
                  <a:lnTo>
                    <a:pt x="3013" y="3708"/>
                  </a:lnTo>
                  <a:lnTo>
                    <a:pt x="3206" y="3592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90"/>
                  </a:lnTo>
                  <a:lnTo>
                    <a:pt x="3399" y="2897"/>
                  </a:lnTo>
                  <a:lnTo>
                    <a:pt x="3360" y="2704"/>
                  </a:lnTo>
                  <a:lnTo>
                    <a:pt x="3283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90" y="2742"/>
                  </a:lnTo>
                  <a:lnTo>
                    <a:pt x="3128" y="2858"/>
                  </a:lnTo>
                  <a:lnTo>
                    <a:pt x="2897" y="3013"/>
                  </a:lnTo>
                  <a:lnTo>
                    <a:pt x="2665" y="3129"/>
                  </a:lnTo>
                  <a:lnTo>
                    <a:pt x="2511" y="3206"/>
                  </a:lnTo>
                  <a:lnTo>
                    <a:pt x="2318" y="3206"/>
                  </a:lnTo>
                  <a:lnTo>
                    <a:pt x="2202" y="3167"/>
                  </a:lnTo>
                  <a:lnTo>
                    <a:pt x="2047" y="3090"/>
                  </a:lnTo>
                  <a:lnTo>
                    <a:pt x="1931" y="2936"/>
                  </a:lnTo>
                  <a:lnTo>
                    <a:pt x="1854" y="2742"/>
                  </a:lnTo>
                  <a:lnTo>
                    <a:pt x="1700" y="2511"/>
                  </a:lnTo>
                  <a:lnTo>
                    <a:pt x="1082" y="1507"/>
                  </a:lnTo>
                  <a:lnTo>
                    <a:pt x="619" y="773"/>
                  </a:lnTo>
                  <a:lnTo>
                    <a:pt x="387" y="387"/>
                  </a:lnTo>
                  <a:lnTo>
                    <a:pt x="117" y="39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20"/>
            <p:cNvSpPr/>
            <p:nvPr/>
          </p:nvSpPr>
          <p:spPr>
            <a:xfrm>
              <a:off x="4909550" y="158077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8" y="5909"/>
                  </a:moveTo>
                  <a:lnTo>
                    <a:pt x="1082" y="5986"/>
                  </a:lnTo>
                  <a:lnTo>
                    <a:pt x="1236" y="6024"/>
                  </a:lnTo>
                  <a:lnTo>
                    <a:pt x="1390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7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8"/>
                  </a:lnTo>
                  <a:lnTo>
                    <a:pt x="386" y="6372"/>
                  </a:lnTo>
                  <a:lnTo>
                    <a:pt x="425" y="6256"/>
                  </a:lnTo>
                  <a:lnTo>
                    <a:pt x="502" y="6179"/>
                  </a:lnTo>
                  <a:lnTo>
                    <a:pt x="695" y="6024"/>
                  </a:lnTo>
                  <a:lnTo>
                    <a:pt x="888" y="5909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6" y="2047"/>
                  </a:lnTo>
                  <a:lnTo>
                    <a:pt x="3437" y="2781"/>
                  </a:lnTo>
                  <a:lnTo>
                    <a:pt x="2279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8"/>
                  </a:lnTo>
                  <a:lnTo>
                    <a:pt x="0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6"/>
                  </a:lnTo>
                  <a:lnTo>
                    <a:pt x="695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699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9"/>
                  </a:lnTo>
                  <a:lnTo>
                    <a:pt x="1738" y="6024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2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20"/>
            <p:cNvSpPr/>
            <p:nvPr/>
          </p:nvSpPr>
          <p:spPr>
            <a:xfrm>
              <a:off x="4655650" y="16087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4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7" y="6796"/>
                  </a:lnTo>
                  <a:lnTo>
                    <a:pt x="7106" y="6912"/>
                  </a:lnTo>
                  <a:lnTo>
                    <a:pt x="6913" y="6912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1"/>
                  </a:lnTo>
                  <a:lnTo>
                    <a:pt x="6642" y="5908"/>
                  </a:lnTo>
                  <a:lnTo>
                    <a:pt x="6797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2" y="1120"/>
                  </a:lnTo>
                  <a:lnTo>
                    <a:pt x="1622" y="1777"/>
                  </a:lnTo>
                  <a:lnTo>
                    <a:pt x="3399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1" y="5599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1"/>
                  </a:lnTo>
                  <a:lnTo>
                    <a:pt x="6063" y="6410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1"/>
                  </a:lnTo>
                  <a:lnTo>
                    <a:pt x="6720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8" y="7144"/>
                  </a:lnTo>
                  <a:lnTo>
                    <a:pt x="7724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3" y="6410"/>
                  </a:lnTo>
                  <a:lnTo>
                    <a:pt x="8033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4" y="5715"/>
                  </a:lnTo>
                  <a:lnTo>
                    <a:pt x="7569" y="5599"/>
                  </a:lnTo>
                  <a:lnTo>
                    <a:pt x="7415" y="5522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5" y="5484"/>
                  </a:lnTo>
                  <a:lnTo>
                    <a:pt x="6025" y="4711"/>
                  </a:lnTo>
                  <a:lnTo>
                    <a:pt x="5214" y="4016"/>
                  </a:lnTo>
                  <a:lnTo>
                    <a:pt x="3515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10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20"/>
            <p:cNvSpPr/>
            <p:nvPr/>
          </p:nvSpPr>
          <p:spPr>
            <a:xfrm>
              <a:off x="781625" y="1619400"/>
              <a:ext cx="153500" cy="186325"/>
            </a:xfrm>
            <a:custGeom>
              <a:avLst/>
              <a:gdLst/>
              <a:ahLst/>
              <a:cxnLst/>
              <a:rect l="l" t="t" r="r" b="b"/>
              <a:pathLst>
                <a:path w="6140" h="7453" extrusionOk="0">
                  <a:moveTo>
                    <a:pt x="888" y="5908"/>
                  </a:moveTo>
                  <a:lnTo>
                    <a:pt x="1081" y="5985"/>
                  </a:lnTo>
                  <a:lnTo>
                    <a:pt x="1236" y="6024"/>
                  </a:lnTo>
                  <a:lnTo>
                    <a:pt x="1390" y="6178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6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89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7"/>
                  </a:lnTo>
                  <a:lnTo>
                    <a:pt x="386" y="6371"/>
                  </a:lnTo>
                  <a:lnTo>
                    <a:pt x="425" y="6256"/>
                  </a:lnTo>
                  <a:lnTo>
                    <a:pt x="502" y="6178"/>
                  </a:lnTo>
                  <a:lnTo>
                    <a:pt x="695" y="6024"/>
                  </a:lnTo>
                  <a:lnTo>
                    <a:pt x="888" y="5908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5" y="1313"/>
                  </a:lnTo>
                  <a:lnTo>
                    <a:pt x="4016" y="2047"/>
                  </a:lnTo>
                  <a:lnTo>
                    <a:pt x="3437" y="2780"/>
                  </a:lnTo>
                  <a:lnTo>
                    <a:pt x="2278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2" y="5561"/>
                  </a:lnTo>
                  <a:lnTo>
                    <a:pt x="618" y="5599"/>
                  </a:lnTo>
                  <a:lnTo>
                    <a:pt x="541" y="5676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7"/>
                  </a:lnTo>
                  <a:lnTo>
                    <a:pt x="0" y="6603"/>
                  </a:lnTo>
                  <a:lnTo>
                    <a:pt x="39" y="6796"/>
                  </a:lnTo>
                  <a:lnTo>
                    <a:pt x="116" y="6989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5"/>
                  </a:lnTo>
                  <a:lnTo>
                    <a:pt x="695" y="7453"/>
                  </a:lnTo>
                  <a:lnTo>
                    <a:pt x="1081" y="7453"/>
                  </a:lnTo>
                  <a:lnTo>
                    <a:pt x="1274" y="7414"/>
                  </a:lnTo>
                  <a:lnTo>
                    <a:pt x="1429" y="7298"/>
                  </a:lnTo>
                  <a:lnTo>
                    <a:pt x="1583" y="7182"/>
                  </a:lnTo>
                  <a:lnTo>
                    <a:pt x="1699" y="7067"/>
                  </a:lnTo>
                  <a:lnTo>
                    <a:pt x="1815" y="6873"/>
                  </a:lnTo>
                  <a:lnTo>
                    <a:pt x="1854" y="6680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8"/>
                  </a:lnTo>
                  <a:lnTo>
                    <a:pt x="1738" y="6024"/>
                  </a:lnTo>
                  <a:lnTo>
                    <a:pt x="1661" y="5908"/>
                  </a:lnTo>
                  <a:lnTo>
                    <a:pt x="1545" y="5792"/>
                  </a:lnTo>
                  <a:lnTo>
                    <a:pt x="2163" y="5097"/>
                  </a:lnTo>
                  <a:lnTo>
                    <a:pt x="2742" y="4402"/>
                  </a:lnTo>
                  <a:lnTo>
                    <a:pt x="3939" y="3012"/>
                  </a:lnTo>
                  <a:lnTo>
                    <a:pt x="4479" y="2394"/>
                  </a:lnTo>
                  <a:lnTo>
                    <a:pt x="5097" y="1699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3"/>
                  </a:lnTo>
                  <a:lnTo>
                    <a:pt x="6063" y="77"/>
                  </a:lnTo>
                  <a:lnTo>
                    <a:pt x="598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20"/>
            <p:cNvSpPr/>
            <p:nvPr/>
          </p:nvSpPr>
          <p:spPr>
            <a:xfrm>
              <a:off x="1926550" y="1629050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3"/>
                  </a:lnTo>
                  <a:lnTo>
                    <a:pt x="2008" y="966"/>
                  </a:lnTo>
                  <a:lnTo>
                    <a:pt x="2124" y="1120"/>
                  </a:lnTo>
                  <a:lnTo>
                    <a:pt x="2201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1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5" y="502"/>
                  </a:lnTo>
                  <a:lnTo>
                    <a:pt x="811" y="464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3" y="425"/>
                  </a:lnTo>
                  <a:lnTo>
                    <a:pt x="78" y="618"/>
                  </a:lnTo>
                  <a:lnTo>
                    <a:pt x="0" y="811"/>
                  </a:lnTo>
                  <a:lnTo>
                    <a:pt x="0" y="1004"/>
                  </a:lnTo>
                  <a:lnTo>
                    <a:pt x="0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7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1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4"/>
                  </a:lnTo>
                  <a:lnTo>
                    <a:pt x="2626" y="2896"/>
                  </a:lnTo>
                  <a:lnTo>
                    <a:pt x="2703" y="2317"/>
                  </a:lnTo>
                  <a:lnTo>
                    <a:pt x="2703" y="2008"/>
                  </a:lnTo>
                  <a:lnTo>
                    <a:pt x="2703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699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20"/>
            <p:cNvSpPr/>
            <p:nvPr/>
          </p:nvSpPr>
          <p:spPr>
            <a:xfrm>
              <a:off x="3904600" y="163580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0" y="194"/>
                  </a:lnTo>
                  <a:lnTo>
                    <a:pt x="2240" y="309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7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20"/>
            <p:cNvSpPr/>
            <p:nvPr/>
          </p:nvSpPr>
          <p:spPr>
            <a:xfrm>
              <a:off x="527725" y="16473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0" y="6141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2" y="6681"/>
                  </a:lnTo>
                  <a:lnTo>
                    <a:pt x="7337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19" y="6836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6" y="6102"/>
                  </a:lnTo>
                  <a:lnTo>
                    <a:pt x="6642" y="5909"/>
                  </a:lnTo>
                  <a:lnTo>
                    <a:pt x="6797" y="5754"/>
                  </a:lnTo>
                  <a:close/>
                  <a:moveTo>
                    <a:pt x="232" y="1"/>
                  </a:moveTo>
                  <a:lnTo>
                    <a:pt x="155" y="40"/>
                  </a:lnTo>
                  <a:lnTo>
                    <a:pt x="78" y="40"/>
                  </a:lnTo>
                  <a:lnTo>
                    <a:pt x="39" y="117"/>
                  </a:lnTo>
                  <a:lnTo>
                    <a:pt x="0" y="233"/>
                  </a:lnTo>
                  <a:lnTo>
                    <a:pt x="0" y="310"/>
                  </a:lnTo>
                  <a:lnTo>
                    <a:pt x="39" y="387"/>
                  </a:lnTo>
                  <a:lnTo>
                    <a:pt x="425" y="773"/>
                  </a:lnTo>
                  <a:lnTo>
                    <a:pt x="811" y="1121"/>
                  </a:lnTo>
                  <a:lnTo>
                    <a:pt x="1622" y="1777"/>
                  </a:lnTo>
                  <a:lnTo>
                    <a:pt x="3399" y="3206"/>
                  </a:lnTo>
                  <a:lnTo>
                    <a:pt x="4866" y="4442"/>
                  </a:lnTo>
                  <a:lnTo>
                    <a:pt x="5638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7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6"/>
                  </a:lnTo>
                  <a:lnTo>
                    <a:pt x="6295" y="6990"/>
                  </a:lnTo>
                  <a:lnTo>
                    <a:pt x="6411" y="7145"/>
                  </a:lnTo>
                  <a:lnTo>
                    <a:pt x="6565" y="7222"/>
                  </a:lnTo>
                  <a:lnTo>
                    <a:pt x="6719" y="7299"/>
                  </a:lnTo>
                  <a:lnTo>
                    <a:pt x="6874" y="7338"/>
                  </a:lnTo>
                  <a:lnTo>
                    <a:pt x="7067" y="7338"/>
                  </a:lnTo>
                  <a:lnTo>
                    <a:pt x="7260" y="7299"/>
                  </a:lnTo>
                  <a:lnTo>
                    <a:pt x="7453" y="7260"/>
                  </a:lnTo>
                  <a:lnTo>
                    <a:pt x="7608" y="7145"/>
                  </a:lnTo>
                  <a:lnTo>
                    <a:pt x="7723" y="7029"/>
                  </a:lnTo>
                  <a:lnTo>
                    <a:pt x="7839" y="6913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2" y="6411"/>
                  </a:lnTo>
                  <a:lnTo>
                    <a:pt x="8032" y="6218"/>
                  </a:lnTo>
                  <a:lnTo>
                    <a:pt x="7955" y="6025"/>
                  </a:lnTo>
                  <a:lnTo>
                    <a:pt x="7839" y="5870"/>
                  </a:lnTo>
                  <a:lnTo>
                    <a:pt x="7723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1" y="5446"/>
                  </a:lnTo>
                  <a:lnTo>
                    <a:pt x="7028" y="5446"/>
                  </a:lnTo>
                  <a:lnTo>
                    <a:pt x="6835" y="5484"/>
                  </a:lnTo>
                  <a:lnTo>
                    <a:pt x="6024" y="4712"/>
                  </a:lnTo>
                  <a:lnTo>
                    <a:pt x="5213" y="4017"/>
                  </a:lnTo>
                  <a:lnTo>
                    <a:pt x="3514" y="2627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9"/>
                  </a:lnTo>
                  <a:lnTo>
                    <a:pt x="734" y="310"/>
                  </a:lnTo>
                  <a:lnTo>
                    <a:pt x="309" y="40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20"/>
            <p:cNvSpPr/>
            <p:nvPr/>
          </p:nvSpPr>
          <p:spPr>
            <a:xfrm>
              <a:off x="5813125" y="1664750"/>
              <a:ext cx="61825" cy="89825"/>
            </a:xfrm>
            <a:custGeom>
              <a:avLst/>
              <a:gdLst/>
              <a:ahLst/>
              <a:cxnLst/>
              <a:rect l="l" t="t" r="r" b="b"/>
              <a:pathLst>
                <a:path w="2473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5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2"/>
                  </a:lnTo>
                  <a:lnTo>
                    <a:pt x="1932" y="2163"/>
                  </a:lnTo>
                  <a:lnTo>
                    <a:pt x="1932" y="2434"/>
                  </a:lnTo>
                  <a:lnTo>
                    <a:pt x="1816" y="2743"/>
                  </a:lnTo>
                  <a:lnTo>
                    <a:pt x="1739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8" y="3013"/>
                  </a:lnTo>
                  <a:lnTo>
                    <a:pt x="850" y="2897"/>
                  </a:lnTo>
                  <a:lnTo>
                    <a:pt x="812" y="2743"/>
                  </a:lnTo>
                  <a:lnTo>
                    <a:pt x="850" y="2588"/>
                  </a:lnTo>
                  <a:lnTo>
                    <a:pt x="928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1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6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6" y="2356"/>
                  </a:lnTo>
                  <a:lnTo>
                    <a:pt x="348" y="2627"/>
                  </a:lnTo>
                  <a:lnTo>
                    <a:pt x="310" y="2897"/>
                  </a:lnTo>
                  <a:lnTo>
                    <a:pt x="348" y="3052"/>
                  </a:lnTo>
                  <a:lnTo>
                    <a:pt x="426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1"/>
                  </a:lnTo>
                  <a:lnTo>
                    <a:pt x="2434" y="2009"/>
                  </a:lnTo>
                  <a:lnTo>
                    <a:pt x="2395" y="1816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20"/>
            <p:cNvSpPr/>
            <p:nvPr/>
          </p:nvSpPr>
          <p:spPr>
            <a:xfrm>
              <a:off x="4153650" y="167055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2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40" y="232"/>
                  </a:lnTo>
                  <a:lnTo>
                    <a:pt x="1" y="271"/>
                  </a:lnTo>
                  <a:lnTo>
                    <a:pt x="40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4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20"/>
            <p:cNvSpPr/>
            <p:nvPr/>
          </p:nvSpPr>
          <p:spPr>
            <a:xfrm>
              <a:off x="4055200" y="1676350"/>
              <a:ext cx="21250" cy="8700"/>
            </a:xfrm>
            <a:custGeom>
              <a:avLst/>
              <a:gdLst/>
              <a:ahLst/>
              <a:cxnLst/>
              <a:rect l="l" t="t" r="r" b="b"/>
              <a:pathLst>
                <a:path w="850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20"/>
            <p:cNvSpPr/>
            <p:nvPr/>
          </p:nvSpPr>
          <p:spPr>
            <a:xfrm>
              <a:off x="5417325" y="16889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232"/>
                  </a:lnTo>
                  <a:lnTo>
                    <a:pt x="503" y="966"/>
                  </a:lnTo>
                  <a:lnTo>
                    <a:pt x="1043" y="1622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3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6" y="3862"/>
                  </a:lnTo>
                  <a:lnTo>
                    <a:pt x="12242" y="3591"/>
                  </a:lnTo>
                  <a:lnTo>
                    <a:pt x="12319" y="3553"/>
                  </a:lnTo>
                  <a:lnTo>
                    <a:pt x="12435" y="3205"/>
                  </a:lnTo>
                  <a:lnTo>
                    <a:pt x="12358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3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3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20"/>
            <p:cNvSpPr/>
            <p:nvPr/>
          </p:nvSpPr>
          <p:spPr>
            <a:xfrm>
              <a:off x="5725275" y="169565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5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4" y="1931"/>
                  </a:lnTo>
                  <a:lnTo>
                    <a:pt x="1082" y="2009"/>
                  </a:lnTo>
                  <a:lnTo>
                    <a:pt x="1121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30" y="2704"/>
                  </a:lnTo>
                  <a:lnTo>
                    <a:pt x="1623" y="2820"/>
                  </a:lnTo>
                  <a:lnTo>
                    <a:pt x="1816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5" y="3630"/>
                  </a:lnTo>
                  <a:lnTo>
                    <a:pt x="2125" y="3901"/>
                  </a:lnTo>
                  <a:lnTo>
                    <a:pt x="2086" y="4094"/>
                  </a:lnTo>
                  <a:lnTo>
                    <a:pt x="2009" y="4325"/>
                  </a:lnTo>
                  <a:lnTo>
                    <a:pt x="1893" y="4519"/>
                  </a:lnTo>
                  <a:lnTo>
                    <a:pt x="1739" y="4712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5" y="4287"/>
                  </a:lnTo>
                  <a:lnTo>
                    <a:pt x="812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1" y="4094"/>
                  </a:lnTo>
                  <a:lnTo>
                    <a:pt x="1237" y="4017"/>
                  </a:lnTo>
                  <a:lnTo>
                    <a:pt x="1314" y="3901"/>
                  </a:lnTo>
                  <a:lnTo>
                    <a:pt x="1314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10" y="4094"/>
                  </a:lnTo>
                  <a:lnTo>
                    <a:pt x="233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2"/>
                  </a:lnTo>
                  <a:lnTo>
                    <a:pt x="1739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3" y="1970"/>
                  </a:lnTo>
                  <a:lnTo>
                    <a:pt x="1932" y="1816"/>
                  </a:lnTo>
                  <a:lnTo>
                    <a:pt x="2241" y="1622"/>
                  </a:lnTo>
                  <a:lnTo>
                    <a:pt x="2549" y="1391"/>
                  </a:lnTo>
                  <a:lnTo>
                    <a:pt x="2820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20"/>
            <p:cNvSpPr/>
            <p:nvPr/>
          </p:nvSpPr>
          <p:spPr>
            <a:xfrm>
              <a:off x="1994125" y="1698550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6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4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4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20"/>
            <p:cNvSpPr/>
            <p:nvPr/>
          </p:nvSpPr>
          <p:spPr>
            <a:xfrm>
              <a:off x="3947075" y="171690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3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8" y="579"/>
                  </a:lnTo>
                  <a:lnTo>
                    <a:pt x="425" y="772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20"/>
            <p:cNvSpPr/>
            <p:nvPr/>
          </p:nvSpPr>
          <p:spPr>
            <a:xfrm>
              <a:off x="2585900" y="1732325"/>
              <a:ext cx="305075" cy="236550"/>
            </a:xfrm>
            <a:custGeom>
              <a:avLst/>
              <a:gdLst/>
              <a:ahLst/>
              <a:cxnLst/>
              <a:rect l="l" t="t" r="r" b="b"/>
              <a:pathLst>
                <a:path w="12203" h="9462" extrusionOk="0">
                  <a:moveTo>
                    <a:pt x="5329" y="349"/>
                  </a:moveTo>
                  <a:lnTo>
                    <a:pt x="5522" y="426"/>
                  </a:lnTo>
                  <a:lnTo>
                    <a:pt x="5600" y="426"/>
                  </a:lnTo>
                  <a:lnTo>
                    <a:pt x="5831" y="657"/>
                  </a:lnTo>
                  <a:lnTo>
                    <a:pt x="5986" y="889"/>
                  </a:lnTo>
                  <a:lnTo>
                    <a:pt x="6063" y="1198"/>
                  </a:lnTo>
                  <a:lnTo>
                    <a:pt x="6102" y="1468"/>
                  </a:lnTo>
                  <a:lnTo>
                    <a:pt x="6140" y="1777"/>
                  </a:lnTo>
                  <a:lnTo>
                    <a:pt x="6102" y="2086"/>
                  </a:lnTo>
                  <a:lnTo>
                    <a:pt x="6024" y="2704"/>
                  </a:lnTo>
                  <a:lnTo>
                    <a:pt x="5715" y="4866"/>
                  </a:lnTo>
                  <a:lnTo>
                    <a:pt x="5715" y="4905"/>
                  </a:lnTo>
                  <a:lnTo>
                    <a:pt x="5561" y="4982"/>
                  </a:lnTo>
                  <a:lnTo>
                    <a:pt x="5291" y="4017"/>
                  </a:lnTo>
                  <a:lnTo>
                    <a:pt x="5020" y="3090"/>
                  </a:lnTo>
                  <a:lnTo>
                    <a:pt x="4750" y="1970"/>
                  </a:lnTo>
                  <a:lnTo>
                    <a:pt x="4673" y="1468"/>
                  </a:lnTo>
                  <a:lnTo>
                    <a:pt x="4673" y="1159"/>
                  </a:lnTo>
                  <a:lnTo>
                    <a:pt x="4673" y="851"/>
                  </a:lnTo>
                  <a:lnTo>
                    <a:pt x="4750" y="619"/>
                  </a:lnTo>
                  <a:lnTo>
                    <a:pt x="4827" y="503"/>
                  </a:lnTo>
                  <a:lnTo>
                    <a:pt x="4904" y="426"/>
                  </a:lnTo>
                  <a:lnTo>
                    <a:pt x="5020" y="349"/>
                  </a:lnTo>
                  <a:close/>
                  <a:moveTo>
                    <a:pt x="11199" y="3515"/>
                  </a:moveTo>
                  <a:lnTo>
                    <a:pt x="11315" y="3554"/>
                  </a:lnTo>
                  <a:lnTo>
                    <a:pt x="11392" y="3592"/>
                  </a:lnTo>
                  <a:lnTo>
                    <a:pt x="11508" y="3708"/>
                  </a:lnTo>
                  <a:lnTo>
                    <a:pt x="11585" y="3824"/>
                  </a:lnTo>
                  <a:lnTo>
                    <a:pt x="11701" y="4133"/>
                  </a:lnTo>
                  <a:lnTo>
                    <a:pt x="11585" y="4287"/>
                  </a:lnTo>
                  <a:lnTo>
                    <a:pt x="11430" y="4403"/>
                  </a:lnTo>
                  <a:lnTo>
                    <a:pt x="11237" y="4519"/>
                  </a:lnTo>
                  <a:lnTo>
                    <a:pt x="11044" y="4596"/>
                  </a:lnTo>
                  <a:lnTo>
                    <a:pt x="10581" y="4751"/>
                  </a:lnTo>
                  <a:lnTo>
                    <a:pt x="10195" y="4866"/>
                  </a:lnTo>
                  <a:lnTo>
                    <a:pt x="9422" y="5021"/>
                  </a:lnTo>
                  <a:lnTo>
                    <a:pt x="8650" y="5137"/>
                  </a:lnTo>
                  <a:lnTo>
                    <a:pt x="7994" y="5175"/>
                  </a:lnTo>
                  <a:lnTo>
                    <a:pt x="7376" y="5175"/>
                  </a:lnTo>
                  <a:lnTo>
                    <a:pt x="6102" y="5137"/>
                  </a:lnTo>
                  <a:lnTo>
                    <a:pt x="7260" y="4673"/>
                  </a:lnTo>
                  <a:lnTo>
                    <a:pt x="8418" y="4249"/>
                  </a:lnTo>
                  <a:lnTo>
                    <a:pt x="9075" y="4017"/>
                  </a:lnTo>
                  <a:lnTo>
                    <a:pt x="9770" y="3824"/>
                  </a:lnTo>
                  <a:lnTo>
                    <a:pt x="10465" y="3631"/>
                  </a:lnTo>
                  <a:lnTo>
                    <a:pt x="10928" y="3554"/>
                  </a:lnTo>
                  <a:lnTo>
                    <a:pt x="11083" y="3515"/>
                  </a:lnTo>
                  <a:close/>
                  <a:moveTo>
                    <a:pt x="5136" y="5909"/>
                  </a:moveTo>
                  <a:lnTo>
                    <a:pt x="4209" y="6797"/>
                  </a:lnTo>
                  <a:lnTo>
                    <a:pt x="3244" y="7685"/>
                  </a:lnTo>
                  <a:lnTo>
                    <a:pt x="2742" y="8110"/>
                  </a:lnTo>
                  <a:lnTo>
                    <a:pt x="2163" y="8535"/>
                  </a:lnTo>
                  <a:lnTo>
                    <a:pt x="1854" y="8728"/>
                  </a:lnTo>
                  <a:lnTo>
                    <a:pt x="1468" y="8921"/>
                  </a:lnTo>
                  <a:lnTo>
                    <a:pt x="1197" y="8998"/>
                  </a:lnTo>
                  <a:lnTo>
                    <a:pt x="1004" y="9037"/>
                  </a:lnTo>
                  <a:lnTo>
                    <a:pt x="888" y="8998"/>
                  </a:lnTo>
                  <a:lnTo>
                    <a:pt x="811" y="8960"/>
                  </a:lnTo>
                  <a:lnTo>
                    <a:pt x="734" y="8844"/>
                  </a:lnTo>
                  <a:lnTo>
                    <a:pt x="695" y="8689"/>
                  </a:lnTo>
                  <a:lnTo>
                    <a:pt x="657" y="8535"/>
                  </a:lnTo>
                  <a:lnTo>
                    <a:pt x="618" y="8419"/>
                  </a:lnTo>
                  <a:lnTo>
                    <a:pt x="657" y="8342"/>
                  </a:lnTo>
                  <a:lnTo>
                    <a:pt x="695" y="8265"/>
                  </a:lnTo>
                  <a:lnTo>
                    <a:pt x="850" y="8110"/>
                  </a:lnTo>
                  <a:lnTo>
                    <a:pt x="1120" y="7956"/>
                  </a:lnTo>
                  <a:lnTo>
                    <a:pt x="1699" y="7608"/>
                  </a:lnTo>
                  <a:lnTo>
                    <a:pt x="2472" y="7222"/>
                  </a:lnTo>
                  <a:lnTo>
                    <a:pt x="3244" y="6874"/>
                  </a:lnTo>
                  <a:lnTo>
                    <a:pt x="4209" y="6411"/>
                  </a:lnTo>
                  <a:lnTo>
                    <a:pt x="4673" y="6179"/>
                  </a:lnTo>
                  <a:lnTo>
                    <a:pt x="5136" y="5909"/>
                  </a:lnTo>
                  <a:close/>
                  <a:moveTo>
                    <a:pt x="5136" y="1"/>
                  </a:moveTo>
                  <a:lnTo>
                    <a:pt x="4943" y="78"/>
                  </a:lnTo>
                  <a:lnTo>
                    <a:pt x="4750" y="194"/>
                  </a:lnTo>
                  <a:lnTo>
                    <a:pt x="4596" y="387"/>
                  </a:lnTo>
                  <a:lnTo>
                    <a:pt x="4441" y="580"/>
                  </a:lnTo>
                  <a:lnTo>
                    <a:pt x="4364" y="812"/>
                  </a:lnTo>
                  <a:lnTo>
                    <a:pt x="4325" y="1044"/>
                  </a:lnTo>
                  <a:lnTo>
                    <a:pt x="4325" y="1507"/>
                  </a:lnTo>
                  <a:lnTo>
                    <a:pt x="4402" y="1970"/>
                  </a:lnTo>
                  <a:lnTo>
                    <a:pt x="4634" y="2897"/>
                  </a:lnTo>
                  <a:lnTo>
                    <a:pt x="4982" y="4017"/>
                  </a:lnTo>
                  <a:lnTo>
                    <a:pt x="5175" y="4558"/>
                  </a:lnTo>
                  <a:lnTo>
                    <a:pt x="5368" y="5098"/>
                  </a:lnTo>
                  <a:lnTo>
                    <a:pt x="5368" y="5214"/>
                  </a:lnTo>
                  <a:lnTo>
                    <a:pt x="5406" y="5330"/>
                  </a:lnTo>
                  <a:lnTo>
                    <a:pt x="4943" y="5600"/>
                  </a:lnTo>
                  <a:lnTo>
                    <a:pt x="4480" y="5870"/>
                  </a:lnTo>
                  <a:lnTo>
                    <a:pt x="3476" y="6334"/>
                  </a:lnTo>
                  <a:lnTo>
                    <a:pt x="2472" y="6797"/>
                  </a:lnTo>
                  <a:lnTo>
                    <a:pt x="1970" y="7029"/>
                  </a:lnTo>
                  <a:lnTo>
                    <a:pt x="1468" y="7299"/>
                  </a:lnTo>
                  <a:lnTo>
                    <a:pt x="966" y="7608"/>
                  </a:lnTo>
                  <a:lnTo>
                    <a:pt x="657" y="7801"/>
                  </a:lnTo>
                  <a:lnTo>
                    <a:pt x="348" y="8071"/>
                  </a:lnTo>
                  <a:lnTo>
                    <a:pt x="116" y="8342"/>
                  </a:lnTo>
                  <a:lnTo>
                    <a:pt x="39" y="8458"/>
                  </a:lnTo>
                  <a:lnTo>
                    <a:pt x="0" y="8612"/>
                  </a:lnTo>
                  <a:lnTo>
                    <a:pt x="0" y="8767"/>
                  </a:lnTo>
                  <a:lnTo>
                    <a:pt x="0" y="8921"/>
                  </a:lnTo>
                  <a:lnTo>
                    <a:pt x="78" y="9037"/>
                  </a:lnTo>
                  <a:lnTo>
                    <a:pt x="232" y="9191"/>
                  </a:lnTo>
                  <a:lnTo>
                    <a:pt x="348" y="9307"/>
                  </a:lnTo>
                  <a:lnTo>
                    <a:pt x="502" y="9384"/>
                  </a:lnTo>
                  <a:lnTo>
                    <a:pt x="618" y="9423"/>
                  </a:lnTo>
                  <a:lnTo>
                    <a:pt x="773" y="9462"/>
                  </a:lnTo>
                  <a:lnTo>
                    <a:pt x="1120" y="9462"/>
                  </a:lnTo>
                  <a:lnTo>
                    <a:pt x="1429" y="9384"/>
                  </a:lnTo>
                  <a:lnTo>
                    <a:pt x="1738" y="9230"/>
                  </a:lnTo>
                  <a:lnTo>
                    <a:pt x="2047" y="9075"/>
                  </a:lnTo>
                  <a:lnTo>
                    <a:pt x="2588" y="8767"/>
                  </a:lnTo>
                  <a:lnTo>
                    <a:pt x="3476" y="8071"/>
                  </a:lnTo>
                  <a:lnTo>
                    <a:pt x="4287" y="7338"/>
                  </a:lnTo>
                  <a:lnTo>
                    <a:pt x="5098" y="6565"/>
                  </a:lnTo>
                  <a:lnTo>
                    <a:pt x="5445" y="6141"/>
                  </a:lnTo>
                  <a:lnTo>
                    <a:pt x="5793" y="5677"/>
                  </a:lnTo>
                  <a:lnTo>
                    <a:pt x="5793" y="5716"/>
                  </a:lnTo>
                  <a:lnTo>
                    <a:pt x="6063" y="6064"/>
                  </a:lnTo>
                  <a:lnTo>
                    <a:pt x="6217" y="6218"/>
                  </a:lnTo>
                  <a:lnTo>
                    <a:pt x="6372" y="6334"/>
                  </a:lnTo>
                  <a:lnTo>
                    <a:pt x="6603" y="6179"/>
                  </a:lnTo>
                  <a:lnTo>
                    <a:pt x="6603" y="6141"/>
                  </a:lnTo>
                  <a:lnTo>
                    <a:pt x="6333" y="5870"/>
                  </a:lnTo>
                  <a:lnTo>
                    <a:pt x="6217" y="5716"/>
                  </a:lnTo>
                  <a:lnTo>
                    <a:pt x="6179" y="5523"/>
                  </a:lnTo>
                  <a:lnTo>
                    <a:pt x="6140" y="5484"/>
                  </a:lnTo>
                  <a:lnTo>
                    <a:pt x="7028" y="5562"/>
                  </a:lnTo>
                  <a:lnTo>
                    <a:pt x="7955" y="5562"/>
                  </a:lnTo>
                  <a:lnTo>
                    <a:pt x="8882" y="5484"/>
                  </a:lnTo>
                  <a:lnTo>
                    <a:pt x="9770" y="5330"/>
                  </a:lnTo>
                  <a:lnTo>
                    <a:pt x="10465" y="5175"/>
                  </a:lnTo>
                  <a:lnTo>
                    <a:pt x="10890" y="5060"/>
                  </a:lnTo>
                  <a:lnTo>
                    <a:pt x="11315" y="4905"/>
                  </a:lnTo>
                  <a:lnTo>
                    <a:pt x="11701" y="4673"/>
                  </a:lnTo>
                  <a:lnTo>
                    <a:pt x="11894" y="4558"/>
                  </a:lnTo>
                  <a:lnTo>
                    <a:pt x="12010" y="4403"/>
                  </a:lnTo>
                  <a:lnTo>
                    <a:pt x="12125" y="4249"/>
                  </a:lnTo>
                  <a:lnTo>
                    <a:pt x="12164" y="4094"/>
                  </a:lnTo>
                  <a:lnTo>
                    <a:pt x="12203" y="3901"/>
                  </a:lnTo>
                  <a:lnTo>
                    <a:pt x="12164" y="3708"/>
                  </a:lnTo>
                  <a:lnTo>
                    <a:pt x="12125" y="3554"/>
                  </a:lnTo>
                  <a:lnTo>
                    <a:pt x="12010" y="3438"/>
                  </a:lnTo>
                  <a:lnTo>
                    <a:pt x="11932" y="3322"/>
                  </a:lnTo>
                  <a:lnTo>
                    <a:pt x="11817" y="3245"/>
                  </a:lnTo>
                  <a:lnTo>
                    <a:pt x="11662" y="3167"/>
                  </a:lnTo>
                  <a:lnTo>
                    <a:pt x="11508" y="3167"/>
                  </a:lnTo>
                  <a:lnTo>
                    <a:pt x="11199" y="3129"/>
                  </a:lnTo>
                  <a:lnTo>
                    <a:pt x="10851" y="3167"/>
                  </a:lnTo>
                  <a:lnTo>
                    <a:pt x="10504" y="3245"/>
                  </a:lnTo>
                  <a:lnTo>
                    <a:pt x="9924" y="3360"/>
                  </a:lnTo>
                  <a:lnTo>
                    <a:pt x="8959" y="3669"/>
                  </a:lnTo>
                  <a:lnTo>
                    <a:pt x="7994" y="3978"/>
                  </a:lnTo>
                  <a:lnTo>
                    <a:pt x="7028" y="4326"/>
                  </a:lnTo>
                  <a:lnTo>
                    <a:pt x="6102" y="4751"/>
                  </a:lnTo>
                  <a:lnTo>
                    <a:pt x="6333" y="3283"/>
                  </a:lnTo>
                  <a:lnTo>
                    <a:pt x="6449" y="2550"/>
                  </a:lnTo>
                  <a:lnTo>
                    <a:pt x="6488" y="1816"/>
                  </a:lnTo>
                  <a:lnTo>
                    <a:pt x="6488" y="1546"/>
                  </a:lnTo>
                  <a:lnTo>
                    <a:pt x="6449" y="1275"/>
                  </a:lnTo>
                  <a:lnTo>
                    <a:pt x="6372" y="1044"/>
                  </a:lnTo>
                  <a:lnTo>
                    <a:pt x="6295" y="851"/>
                  </a:lnTo>
                  <a:lnTo>
                    <a:pt x="6179" y="619"/>
                  </a:lnTo>
                  <a:lnTo>
                    <a:pt x="6024" y="464"/>
                  </a:lnTo>
                  <a:lnTo>
                    <a:pt x="5831" y="310"/>
                  </a:lnTo>
                  <a:lnTo>
                    <a:pt x="5600" y="155"/>
                  </a:lnTo>
                  <a:lnTo>
                    <a:pt x="5484" y="78"/>
                  </a:lnTo>
                  <a:lnTo>
                    <a:pt x="5368" y="40"/>
                  </a:lnTo>
                  <a:lnTo>
                    <a:pt x="51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20"/>
            <p:cNvSpPr/>
            <p:nvPr/>
          </p:nvSpPr>
          <p:spPr>
            <a:xfrm>
              <a:off x="1851250" y="17671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2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0" y="5368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9"/>
                  </a:lnTo>
                  <a:lnTo>
                    <a:pt x="3978" y="888"/>
                  </a:lnTo>
                  <a:lnTo>
                    <a:pt x="4634" y="657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2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4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29" y="7376"/>
                  </a:lnTo>
                  <a:lnTo>
                    <a:pt x="13438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4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1" y="8611"/>
                  </a:lnTo>
                  <a:lnTo>
                    <a:pt x="18651" y="8534"/>
                  </a:lnTo>
                  <a:lnTo>
                    <a:pt x="18651" y="8457"/>
                  </a:lnTo>
                  <a:lnTo>
                    <a:pt x="18651" y="8380"/>
                  </a:lnTo>
                  <a:lnTo>
                    <a:pt x="18651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0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20"/>
            <p:cNvSpPr/>
            <p:nvPr/>
          </p:nvSpPr>
          <p:spPr>
            <a:xfrm>
              <a:off x="6591225" y="17699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8" y="542"/>
                  </a:lnTo>
                  <a:lnTo>
                    <a:pt x="12434" y="657"/>
                  </a:lnTo>
                  <a:lnTo>
                    <a:pt x="12628" y="735"/>
                  </a:lnTo>
                  <a:lnTo>
                    <a:pt x="12743" y="812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6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1"/>
                  </a:lnTo>
                  <a:lnTo>
                    <a:pt x="12241" y="2472"/>
                  </a:lnTo>
                  <a:lnTo>
                    <a:pt x="11817" y="2743"/>
                  </a:lnTo>
                  <a:lnTo>
                    <a:pt x="11392" y="2936"/>
                  </a:lnTo>
                  <a:lnTo>
                    <a:pt x="10658" y="3206"/>
                  </a:lnTo>
                  <a:lnTo>
                    <a:pt x="9924" y="3438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2"/>
                  </a:lnTo>
                  <a:lnTo>
                    <a:pt x="5020" y="4596"/>
                  </a:lnTo>
                  <a:lnTo>
                    <a:pt x="4132" y="4712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1"/>
                  </a:lnTo>
                  <a:lnTo>
                    <a:pt x="1506" y="4673"/>
                  </a:lnTo>
                  <a:lnTo>
                    <a:pt x="1198" y="4558"/>
                  </a:lnTo>
                  <a:lnTo>
                    <a:pt x="889" y="4442"/>
                  </a:lnTo>
                  <a:lnTo>
                    <a:pt x="580" y="4249"/>
                  </a:lnTo>
                  <a:lnTo>
                    <a:pt x="657" y="4171"/>
                  </a:lnTo>
                  <a:lnTo>
                    <a:pt x="696" y="4056"/>
                  </a:lnTo>
                  <a:lnTo>
                    <a:pt x="696" y="3940"/>
                  </a:lnTo>
                  <a:lnTo>
                    <a:pt x="734" y="3824"/>
                  </a:lnTo>
                  <a:lnTo>
                    <a:pt x="850" y="3631"/>
                  </a:lnTo>
                  <a:lnTo>
                    <a:pt x="1082" y="3438"/>
                  </a:lnTo>
                  <a:lnTo>
                    <a:pt x="1313" y="3245"/>
                  </a:lnTo>
                  <a:lnTo>
                    <a:pt x="1854" y="2936"/>
                  </a:lnTo>
                  <a:lnTo>
                    <a:pt x="2279" y="2704"/>
                  </a:lnTo>
                  <a:lnTo>
                    <a:pt x="3012" y="2356"/>
                  </a:lnTo>
                  <a:lnTo>
                    <a:pt x="3707" y="2009"/>
                  </a:lnTo>
                  <a:lnTo>
                    <a:pt x="4480" y="1700"/>
                  </a:lnTo>
                  <a:lnTo>
                    <a:pt x="5252" y="1430"/>
                  </a:lnTo>
                  <a:lnTo>
                    <a:pt x="6024" y="1198"/>
                  </a:lnTo>
                  <a:lnTo>
                    <a:pt x="6835" y="1005"/>
                  </a:lnTo>
                  <a:lnTo>
                    <a:pt x="7608" y="812"/>
                  </a:lnTo>
                  <a:lnTo>
                    <a:pt x="8418" y="696"/>
                  </a:lnTo>
                  <a:lnTo>
                    <a:pt x="9229" y="580"/>
                  </a:lnTo>
                  <a:lnTo>
                    <a:pt x="10040" y="542"/>
                  </a:lnTo>
                  <a:lnTo>
                    <a:pt x="10735" y="503"/>
                  </a:lnTo>
                  <a:lnTo>
                    <a:pt x="11160" y="464"/>
                  </a:lnTo>
                  <a:close/>
                  <a:moveTo>
                    <a:pt x="13477" y="1121"/>
                  </a:moveTo>
                  <a:lnTo>
                    <a:pt x="13631" y="1314"/>
                  </a:lnTo>
                  <a:lnTo>
                    <a:pt x="13709" y="1507"/>
                  </a:lnTo>
                  <a:lnTo>
                    <a:pt x="13747" y="1739"/>
                  </a:lnTo>
                  <a:lnTo>
                    <a:pt x="13709" y="2009"/>
                  </a:lnTo>
                  <a:lnTo>
                    <a:pt x="13631" y="2241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8"/>
                  </a:lnTo>
                  <a:lnTo>
                    <a:pt x="12048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1" y="4635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5" y="5948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9"/>
                  </a:lnTo>
                  <a:lnTo>
                    <a:pt x="696" y="5484"/>
                  </a:lnTo>
                  <a:lnTo>
                    <a:pt x="502" y="5253"/>
                  </a:lnTo>
                  <a:lnTo>
                    <a:pt x="348" y="5021"/>
                  </a:lnTo>
                  <a:lnTo>
                    <a:pt x="309" y="4866"/>
                  </a:lnTo>
                  <a:lnTo>
                    <a:pt x="309" y="4751"/>
                  </a:lnTo>
                  <a:lnTo>
                    <a:pt x="309" y="4596"/>
                  </a:lnTo>
                  <a:lnTo>
                    <a:pt x="348" y="4442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4"/>
                  </a:lnTo>
                  <a:lnTo>
                    <a:pt x="1931" y="5253"/>
                  </a:lnTo>
                  <a:lnTo>
                    <a:pt x="2588" y="5330"/>
                  </a:lnTo>
                  <a:lnTo>
                    <a:pt x="3244" y="5291"/>
                  </a:lnTo>
                  <a:lnTo>
                    <a:pt x="3939" y="5253"/>
                  </a:lnTo>
                  <a:lnTo>
                    <a:pt x="5136" y="5059"/>
                  </a:lnTo>
                  <a:lnTo>
                    <a:pt x="6913" y="4789"/>
                  </a:lnTo>
                  <a:lnTo>
                    <a:pt x="7839" y="4596"/>
                  </a:lnTo>
                  <a:lnTo>
                    <a:pt x="8727" y="4403"/>
                  </a:lnTo>
                  <a:lnTo>
                    <a:pt x="9616" y="4133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9"/>
                  </a:lnTo>
                  <a:lnTo>
                    <a:pt x="12434" y="2974"/>
                  </a:lnTo>
                  <a:lnTo>
                    <a:pt x="12705" y="2820"/>
                  </a:lnTo>
                  <a:lnTo>
                    <a:pt x="12936" y="2588"/>
                  </a:lnTo>
                  <a:lnTo>
                    <a:pt x="13129" y="2395"/>
                  </a:lnTo>
                  <a:lnTo>
                    <a:pt x="13323" y="2125"/>
                  </a:lnTo>
                  <a:lnTo>
                    <a:pt x="13438" y="1854"/>
                  </a:lnTo>
                  <a:lnTo>
                    <a:pt x="13516" y="1584"/>
                  </a:lnTo>
                  <a:lnTo>
                    <a:pt x="13516" y="1237"/>
                  </a:lnTo>
                  <a:lnTo>
                    <a:pt x="13477" y="1121"/>
                  </a:lnTo>
                  <a:close/>
                  <a:moveTo>
                    <a:pt x="10658" y="1"/>
                  </a:moveTo>
                  <a:lnTo>
                    <a:pt x="9886" y="40"/>
                  </a:lnTo>
                  <a:lnTo>
                    <a:pt x="9114" y="117"/>
                  </a:lnTo>
                  <a:lnTo>
                    <a:pt x="8303" y="233"/>
                  </a:lnTo>
                  <a:lnTo>
                    <a:pt x="7530" y="348"/>
                  </a:lnTo>
                  <a:lnTo>
                    <a:pt x="6719" y="542"/>
                  </a:lnTo>
                  <a:lnTo>
                    <a:pt x="5909" y="735"/>
                  </a:lnTo>
                  <a:lnTo>
                    <a:pt x="5020" y="1005"/>
                  </a:lnTo>
                  <a:lnTo>
                    <a:pt x="4132" y="1352"/>
                  </a:lnTo>
                  <a:lnTo>
                    <a:pt x="3244" y="1700"/>
                  </a:lnTo>
                  <a:lnTo>
                    <a:pt x="2395" y="2125"/>
                  </a:lnTo>
                  <a:lnTo>
                    <a:pt x="1777" y="2434"/>
                  </a:lnTo>
                  <a:lnTo>
                    <a:pt x="1391" y="2627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4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6"/>
                  </a:lnTo>
                  <a:lnTo>
                    <a:pt x="194" y="4133"/>
                  </a:lnTo>
                  <a:lnTo>
                    <a:pt x="194" y="4171"/>
                  </a:lnTo>
                  <a:lnTo>
                    <a:pt x="116" y="4326"/>
                  </a:lnTo>
                  <a:lnTo>
                    <a:pt x="39" y="4480"/>
                  </a:lnTo>
                  <a:lnTo>
                    <a:pt x="0" y="4635"/>
                  </a:lnTo>
                  <a:lnTo>
                    <a:pt x="0" y="4789"/>
                  </a:lnTo>
                  <a:lnTo>
                    <a:pt x="39" y="5137"/>
                  </a:lnTo>
                  <a:lnTo>
                    <a:pt x="194" y="5446"/>
                  </a:lnTo>
                  <a:lnTo>
                    <a:pt x="348" y="5639"/>
                  </a:lnTo>
                  <a:lnTo>
                    <a:pt x="502" y="5832"/>
                  </a:lnTo>
                  <a:lnTo>
                    <a:pt x="696" y="5948"/>
                  </a:lnTo>
                  <a:lnTo>
                    <a:pt x="927" y="6063"/>
                  </a:lnTo>
                  <a:lnTo>
                    <a:pt x="966" y="6257"/>
                  </a:lnTo>
                  <a:lnTo>
                    <a:pt x="1275" y="6179"/>
                  </a:lnTo>
                  <a:lnTo>
                    <a:pt x="1313" y="6218"/>
                  </a:lnTo>
                  <a:lnTo>
                    <a:pt x="1313" y="6257"/>
                  </a:lnTo>
                  <a:lnTo>
                    <a:pt x="1352" y="6295"/>
                  </a:lnTo>
                  <a:lnTo>
                    <a:pt x="1468" y="6257"/>
                  </a:lnTo>
                  <a:lnTo>
                    <a:pt x="1815" y="6295"/>
                  </a:lnTo>
                  <a:lnTo>
                    <a:pt x="2395" y="6334"/>
                  </a:lnTo>
                  <a:lnTo>
                    <a:pt x="3012" y="6372"/>
                  </a:lnTo>
                  <a:lnTo>
                    <a:pt x="3592" y="6334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2"/>
                  </a:lnTo>
                  <a:lnTo>
                    <a:pt x="7994" y="5523"/>
                  </a:lnTo>
                  <a:lnTo>
                    <a:pt x="9036" y="5253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3"/>
                  </a:lnTo>
                  <a:lnTo>
                    <a:pt x="12126" y="4249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4" y="3940"/>
                  </a:lnTo>
                  <a:lnTo>
                    <a:pt x="12898" y="3669"/>
                  </a:lnTo>
                  <a:lnTo>
                    <a:pt x="13361" y="3322"/>
                  </a:lnTo>
                  <a:lnTo>
                    <a:pt x="13631" y="3052"/>
                  </a:lnTo>
                  <a:lnTo>
                    <a:pt x="13825" y="2704"/>
                  </a:lnTo>
                  <a:lnTo>
                    <a:pt x="14133" y="2627"/>
                  </a:lnTo>
                  <a:lnTo>
                    <a:pt x="14018" y="2318"/>
                  </a:lnTo>
                  <a:lnTo>
                    <a:pt x="14095" y="2009"/>
                  </a:lnTo>
                  <a:lnTo>
                    <a:pt x="14133" y="1739"/>
                  </a:lnTo>
                  <a:lnTo>
                    <a:pt x="14095" y="1468"/>
                  </a:lnTo>
                  <a:lnTo>
                    <a:pt x="14018" y="1237"/>
                  </a:lnTo>
                  <a:lnTo>
                    <a:pt x="13902" y="1005"/>
                  </a:lnTo>
                  <a:lnTo>
                    <a:pt x="13747" y="812"/>
                  </a:lnTo>
                  <a:lnTo>
                    <a:pt x="13477" y="619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3" y="117"/>
                  </a:lnTo>
                  <a:lnTo>
                    <a:pt x="11817" y="40"/>
                  </a:lnTo>
                  <a:lnTo>
                    <a:pt x="1143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20"/>
            <p:cNvSpPr/>
            <p:nvPr/>
          </p:nvSpPr>
          <p:spPr>
            <a:xfrm>
              <a:off x="2687250" y="1806675"/>
              <a:ext cx="449900" cy="337900"/>
            </a:xfrm>
            <a:custGeom>
              <a:avLst/>
              <a:gdLst/>
              <a:ahLst/>
              <a:cxnLst/>
              <a:rect l="l" t="t" r="r" b="b"/>
              <a:pathLst>
                <a:path w="17996" h="13516" extrusionOk="0">
                  <a:moveTo>
                    <a:pt x="15794" y="386"/>
                  </a:moveTo>
                  <a:lnTo>
                    <a:pt x="15872" y="425"/>
                  </a:lnTo>
                  <a:lnTo>
                    <a:pt x="15949" y="464"/>
                  </a:lnTo>
                  <a:lnTo>
                    <a:pt x="16103" y="657"/>
                  </a:lnTo>
                  <a:lnTo>
                    <a:pt x="16181" y="850"/>
                  </a:lnTo>
                  <a:lnTo>
                    <a:pt x="16258" y="1043"/>
                  </a:lnTo>
                  <a:lnTo>
                    <a:pt x="16219" y="1236"/>
                  </a:lnTo>
                  <a:lnTo>
                    <a:pt x="16181" y="1468"/>
                  </a:lnTo>
                  <a:lnTo>
                    <a:pt x="15987" y="1892"/>
                  </a:lnTo>
                  <a:lnTo>
                    <a:pt x="15833" y="2163"/>
                  </a:lnTo>
                  <a:lnTo>
                    <a:pt x="15601" y="2433"/>
                  </a:lnTo>
                  <a:lnTo>
                    <a:pt x="15370" y="2665"/>
                  </a:lnTo>
                  <a:lnTo>
                    <a:pt x="15099" y="2896"/>
                  </a:lnTo>
                  <a:lnTo>
                    <a:pt x="14983" y="2279"/>
                  </a:lnTo>
                  <a:lnTo>
                    <a:pt x="14945" y="1970"/>
                  </a:lnTo>
                  <a:lnTo>
                    <a:pt x="14906" y="1699"/>
                  </a:lnTo>
                  <a:lnTo>
                    <a:pt x="14945" y="1390"/>
                  </a:lnTo>
                  <a:lnTo>
                    <a:pt x="15022" y="1120"/>
                  </a:lnTo>
                  <a:lnTo>
                    <a:pt x="15138" y="850"/>
                  </a:lnTo>
                  <a:lnTo>
                    <a:pt x="15331" y="618"/>
                  </a:lnTo>
                  <a:lnTo>
                    <a:pt x="15563" y="464"/>
                  </a:lnTo>
                  <a:lnTo>
                    <a:pt x="15679" y="386"/>
                  </a:lnTo>
                  <a:close/>
                  <a:moveTo>
                    <a:pt x="14481" y="3437"/>
                  </a:moveTo>
                  <a:lnTo>
                    <a:pt x="14443" y="3591"/>
                  </a:lnTo>
                  <a:lnTo>
                    <a:pt x="14134" y="3939"/>
                  </a:lnTo>
                  <a:lnTo>
                    <a:pt x="13786" y="4287"/>
                  </a:lnTo>
                  <a:lnTo>
                    <a:pt x="13593" y="4441"/>
                  </a:lnTo>
                  <a:lnTo>
                    <a:pt x="13362" y="4595"/>
                  </a:lnTo>
                  <a:lnTo>
                    <a:pt x="13091" y="4711"/>
                  </a:lnTo>
                  <a:lnTo>
                    <a:pt x="12782" y="4750"/>
                  </a:lnTo>
                  <a:lnTo>
                    <a:pt x="12667" y="4789"/>
                  </a:lnTo>
                  <a:lnTo>
                    <a:pt x="12589" y="4750"/>
                  </a:lnTo>
                  <a:lnTo>
                    <a:pt x="12551" y="4673"/>
                  </a:lnTo>
                  <a:lnTo>
                    <a:pt x="12512" y="4518"/>
                  </a:lnTo>
                  <a:lnTo>
                    <a:pt x="12474" y="4287"/>
                  </a:lnTo>
                  <a:lnTo>
                    <a:pt x="12512" y="4171"/>
                  </a:lnTo>
                  <a:lnTo>
                    <a:pt x="12628" y="4055"/>
                  </a:lnTo>
                  <a:lnTo>
                    <a:pt x="12821" y="3900"/>
                  </a:lnTo>
                  <a:lnTo>
                    <a:pt x="13091" y="3746"/>
                  </a:lnTo>
                  <a:lnTo>
                    <a:pt x="13362" y="3591"/>
                  </a:lnTo>
                  <a:lnTo>
                    <a:pt x="13632" y="3514"/>
                  </a:lnTo>
                  <a:lnTo>
                    <a:pt x="13941" y="3437"/>
                  </a:lnTo>
                  <a:close/>
                  <a:moveTo>
                    <a:pt x="15061" y="3514"/>
                  </a:moveTo>
                  <a:lnTo>
                    <a:pt x="15717" y="3553"/>
                  </a:lnTo>
                  <a:lnTo>
                    <a:pt x="16065" y="3591"/>
                  </a:lnTo>
                  <a:lnTo>
                    <a:pt x="16412" y="3630"/>
                  </a:lnTo>
                  <a:lnTo>
                    <a:pt x="16721" y="3707"/>
                  </a:lnTo>
                  <a:lnTo>
                    <a:pt x="17030" y="3823"/>
                  </a:lnTo>
                  <a:lnTo>
                    <a:pt x="17262" y="4016"/>
                  </a:lnTo>
                  <a:lnTo>
                    <a:pt x="17378" y="4171"/>
                  </a:lnTo>
                  <a:lnTo>
                    <a:pt x="17493" y="4287"/>
                  </a:lnTo>
                  <a:lnTo>
                    <a:pt x="17571" y="4480"/>
                  </a:lnTo>
                  <a:lnTo>
                    <a:pt x="17571" y="4634"/>
                  </a:lnTo>
                  <a:lnTo>
                    <a:pt x="17493" y="4789"/>
                  </a:lnTo>
                  <a:lnTo>
                    <a:pt x="17378" y="4904"/>
                  </a:lnTo>
                  <a:lnTo>
                    <a:pt x="17262" y="4982"/>
                  </a:lnTo>
                  <a:lnTo>
                    <a:pt x="17069" y="5020"/>
                  </a:lnTo>
                  <a:lnTo>
                    <a:pt x="16914" y="4982"/>
                  </a:lnTo>
                  <a:lnTo>
                    <a:pt x="16721" y="4943"/>
                  </a:lnTo>
                  <a:lnTo>
                    <a:pt x="16335" y="4750"/>
                  </a:lnTo>
                  <a:lnTo>
                    <a:pt x="15987" y="4518"/>
                  </a:lnTo>
                  <a:lnTo>
                    <a:pt x="15717" y="4287"/>
                  </a:lnTo>
                  <a:lnTo>
                    <a:pt x="15485" y="4055"/>
                  </a:lnTo>
                  <a:lnTo>
                    <a:pt x="15254" y="3785"/>
                  </a:lnTo>
                  <a:lnTo>
                    <a:pt x="15061" y="3514"/>
                  </a:lnTo>
                  <a:close/>
                  <a:moveTo>
                    <a:pt x="4866" y="3128"/>
                  </a:moveTo>
                  <a:lnTo>
                    <a:pt x="5484" y="3167"/>
                  </a:lnTo>
                  <a:lnTo>
                    <a:pt x="6102" y="3283"/>
                  </a:lnTo>
                  <a:lnTo>
                    <a:pt x="6681" y="3514"/>
                  </a:lnTo>
                  <a:lnTo>
                    <a:pt x="7145" y="3707"/>
                  </a:lnTo>
                  <a:lnTo>
                    <a:pt x="7569" y="3978"/>
                  </a:lnTo>
                  <a:lnTo>
                    <a:pt x="7994" y="4248"/>
                  </a:lnTo>
                  <a:lnTo>
                    <a:pt x="8380" y="4557"/>
                  </a:lnTo>
                  <a:lnTo>
                    <a:pt x="9153" y="5213"/>
                  </a:lnTo>
                  <a:lnTo>
                    <a:pt x="9925" y="5908"/>
                  </a:lnTo>
                  <a:lnTo>
                    <a:pt x="10234" y="6179"/>
                  </a:lnTo>
                  <a:lnTo>
                    <a:pt x="10581" y="6410"/>
                  </a:lnTo>
                  <a:lnTo>
                    <a:pt x="10968" y="6642"/>
                  </a:lnTo>
                  <a:lnTo>
                    <a:pt x="11354" y="6797"/>
                  </a:lnTo>
                  <a:lnTo>
                    <a:pt x="11740" y="6874"/>
                  </a:lnTo>
                  <a:lnTo>
                    <a:pt x="12165" y="6912"/>
                  </a:lnTo>
                  <a:lnTo>
                    <a:pt x="12589" y="6874"/>
                  </a:lnTo>
                  <a:lnTo>
                    <a:pt x="13014" y="6719"/>
                  </a:lnTo>
                  <a:lnTo>
                    <a:pt x="13323" y="6565"/>
                  </a:lnTo>
                  <a:lnTo>
                    <a:pt x="13593" y="6372"/>
                  </a:lnTo>
                  <a:lnTo>
                    <a:pt x="13825" y="6179"/>
                  </a:lnTo>
                  <a:lnTo>
                    <a:pt x="14018" y="5947"/>
                  </a:lnTo>
                  <a:lnTo>
                    <a:pt x="14211" y="5677"/>
                  </a:lnTo>
                  <a:lnTo>
                    <a:pt x="14366" y="5406"/>
                  </a:lnTo>
                  <a:lnTo>
                    <a:pt x="14520" y="5097"/>
                  </a:lnTo>
                  <a:lnTo>
                    <a:pt x="14636" y="4789"/>
                  </a:lnTo>
                  <a:lnTo>
                    <a:pt x="14559" y="5638"/>
                  </a:lnTo>
                  <a:lnTo>
                    <a:pt x="14404" y="6449"/>
                  </a:lnTo>
                  <a:lnTo>
                    <a:pt x="14211" y="7221"/>
                  </a:lnTo>
                  <a:lnTo>
                    <a:pt x="13941" y="7994"/>
                  </a:lnTo>
                  <a:lnTo>
                    <a:pt x="13593" y="8727"/>
                  </a:lnTo>
                  <a:lnTo>
                    <a:pt x="13169" y="9422"/>
                  </a:lnTo>
                  <a:lnTo>
                    <a:pt x="12667" y="10117"/>
                  </a:lnTo>
                  <a:lnTo>
                    <a:pt x="12087" y="10735"/>
                  </a:lnTo>
                  <a:lnTo>
                    <a:pt x="11624" y="11160"/>
                  </a:lnTo>
                  <a:lnTo>
                    <a:pt x="11199" y="11546"/>
                  </a:lnTo>
                  <a:lnTo>
                    <a:pt x="10697" y="11855"/>
                  </a:lnTo>
                  <a:lnTo>
                    <a:pt x="10195" y="12164"/>
                  </a:lnTo>
                  <a:lnTo>
                    <a:pt x="9693" y="12396"/>
                  </a:lnTo>
                  <a:lnTo>
                    <a:pt x="9153" y="12627"/>
                  </a:lnTo>
                  <a:lnTo>
                    <a:pt x="8612" y="12782"/>
                  </a:lnTo>
                  <a:lnTo>
                    <a:pt x="8071" y="12898"/>
                  </a:lnTo>
                  <a:lnTo>
                    <a:pt x="7531" y="12975"/>
                  </a:lnTo>
                  <a:lnTo>
                    <a:pt x="6990" y="13014"/>
                  </a:lnTo>
                  <a:lnTo>
                    <a:pt x="6411" y="12975"/>
                  </a:lnTo>
                  <a:lnTo>
                    <a:pt x="5870" y="12898"/>
                  </a:lnTo>
                  <a:lnTo>
                    <a:pt x="5291" y="12782"/>
                  </a:lnTo>
                  <a:lnTo>
                    <a:pt x="4751" y="12627"/>
                  </a:lnTo>
                  <a:lnTo>
                    <a:pt x="4171" y="12396"/>
                  </a:lnTo>
                  <a:lnTo>
                    <a:pt x="3631" y="12125"/>
                  </a:lnTo>
                  <a:lnTo>
                    <a:pt x="3090" y="11816"/>
                  </a:lnTo>
                  <a:lnTo>
                    <a:pt x="2588" y="11469"/>
                  </a:lnTo>
                  <a:lnTo>
                    <a:pt x="2125" y="11044"/>
                  </a:lnTo>
                  <a:lnTo>
                    <a:pt x="1700" y="10581"/>
                  </a:lnTo>
                  <a:lnTo>
                    <a:pt x="1314" y="10117"/>
                  </a:lnTo>
                  <a:lnTo>
                    <a:pt x="966" y="9577"/>
                  </a:lnTo>
                  <a:lnTo>
                    <a:pt x="696" y="8998"/>
                  </a:lnTo>
                  <a:lnTo>
                    <a:pt x="542" y="8418"/>
                  </a:lnTo>
                  <a:lnTo>
                    <a:pt x="426" y="7801"/>
                  </a:lnTo>
                  <a:lnTo>
                    <a:pt x="426" y="7221"/>
                  </a:lnTo>
                  <a:lnTo>
                    <a:pt x="503" y="6603"/>
                  </a:lnTo>
                  <a:lnTo>
                    <a:pt x="696" y="6024"/>
                  </a:lnTo>
                  <a:lnTo>
                    <a:pt x="928" y="5484"/>
                  </a:lnTo>
                  <a:lnTo>
                    <a:pt x="1237" y="4943"/>
                  </a:lnTo>
                  <a:lnTo>
                    <a:pt x="1623" y="4480"/>
                  </a:lnTo>
                  <a:lnTo>
                    <a:pt x="2048" y="4055"/>
                  </a:lnTo>
                  <a:lnTo>
                    <a:pt x="2588" y="3707"/>
                  </a:lnTo>
                  <a:lnTo>
                    <a:pt x="3129" y="3437"/>
                  </a:lnTo>
                  <a:lnTo>
                    <a:pt x="3708" y="3244"/>
                  </a:lnTo>
                  <a:lnTo>
                    <a:pt x="4287" y="3167"/>
                  </a:lnTo>
                  <a:lnTo>
                    <a:pt x="4866" y="3128"/>
                  </a:lnTo>
                  <a:close/>
                  <a:moveTo>
                    <a:pt x="15717" y="0"/>
                  </a:moveTo>
                  <a:lnTo>
                    <a:pt x="15524" y="39"/>
                  </a:lnTo>
                  <a:lnTo>
                    <a:pt x="15331" y="155"/>
                  </a:lnTo>
                  <a:lnTo>
                    <a:pt x="15138" y="271"/>
                  </a:lnTo>
                  <a:lnTo>
                    <a:pt x="14983" y="464"/>
                  </a:lnTo>
                  <a:lnTo>
                    <a:pt x="14829" y="618"/>
                  </a:lnTo>
                  <a:lnTo>
                    <a:pt x="14713" y="850"/>
                  </a:lnTo>
                  <a:lnTo>
                    <a:pt x="14636" y="1043"/>
                  </a:lnTo>
                  <a:lnTo>
                    <a:pt x="14597" y="1275"/>
                  </a:lnTo>
                  <a:lnTo>
                    <a:pt x="14559" y="1545"/>
                  </a:lnTo>
                  <a:lnTo>
                    <a:pt x="14520" y="2047"/>
                  </a:lnTo>
                  <a:lnTo>
                    <a:pt x="14597" y="2588"/>
                  </a:lnTo>
                  <a:lnTo>
                    <a:pt x="14752" y="3090"/>
                  </a:lnTo>
                  <a:lnTo>
                    <a:pt x="14713" y="3128"/>
                  </a:lnTo>
                  <a:lnTo>
                    <a:pt x="14675" y="3167"/>
                  </a:lnTo>
                  <a:lnTo>
                    <a:pt x="14636" y="3205"/>
                  </a:lnTo>
                  <a:lnTo>
                    <a:pt x="14173" y="3128"/>
                  </a:lnTo>
                  <a:lnTo>
                    <a:pt x="13709" y="3167"/>
                  </a:lnTo>
                  <a:lnTo>
                    <a:pt x="13246" y="3283"/>
                  </a:lnTo>
                  <a:lnTo>
                    <a:pt x="12821" y="3476"/>
                  </a:lnTo>
                  <a:lnTo>
                    <a:pt x="12512" y="3669"/>
                  </a:lnTo>
                  <a:lnTo>
                    <a:pt x="12358" y="3785"/>
                  </a:lnTo>
                  <a:lnTo>
                    <a:pt x="12203" y="3939"/>
                  </a:lnTo>
                  <a:lnTo>
                    <a:pt x="12049" y="4132"/>
                  </a:lnTo>
                  <a:lnTo>
                    <a:pt x="11972" y="4287"/>
                  </a:lnTo>
                  <a:lnTo>
                    <a:pt x="11933" y="4480"/>
                  </a:lnTo>
                  <a:lnTo>
                    <a:pt x="11933" y="4673"/>
                  </a:lnTo>
                  <a:lnTo>
                    <a:pt x="12010" y="4866"/>
                  </a:lnTo>
                  <a:lnTo>
                    <a:pt x="12126" y="5020"/>
                  </a:lnTo>
                  <a:lnTo>
                    <a:pt x="12280" y="5097"/>
                  </a:lnTo>
                  <a:lnTo>
                    <a:pt x="12435" y="5136"/>
                  </a:lnTo>
                  <a:lnTo>
                    <a:pt x="12628" y="5175"/>
                  </a:lnTo>
                  <a:lnTo>
                    <a:pt x="12821" y="5136"/>
                  </a:lnTo>
                  <a:lnTo>
                    <a:pt x="13207" y="5059"/>
                  </a:lnTo>
                  <a:lnTo>
                    <a:pt x="13516" y="4904"/>
                  </a:lnTo>
                  <a:lnTo>
                    <a:pt x="13825" y="4711"/>
                  </a:lnTo>
                  <a:lnTo>
                    <a:pt x="14095" y="4480"/>
                  </a:lnTo>
                  <a:lnTo>
                    <a:pt x="14366" y="4248"/>
                  </a:lnTo>
                  <a:lnTo>
                    <a:pt x="14211" y="4711"/>
                  </a:lnTo>
                  <a:lnTo>
                    <a:pt x="14018" y="5175"/>
                  </a:lnTo>
                  <a:lnTo>
                    <a:pt x="13864" y="5406"/>
                  </a:lnTo>
                  <a:lnTo>
                    <a:pt x="13709" y="5599"/>
                  </a:lnTo>
                  <a:lnTo>
                    <a:pt x="13555" y="5793"/>
                  </a:lnTo>
                  <a:lnTo>
                    <a:pt x="13362" y="5947"/>
                  </a:lnTo>
                  <a:lnTo>
                    <a:pt x="13053" y="6179"/>
                  </a:lnTo>
                  <a:lnTo>
                    <a:pt x="12705" y="6333"/>
                  </a:lnTo>
                  <a:lnTo>
                    <a:pt x="12358" y="6410"/>
                  </a:lnTo>
                  <a:lnTo>
                    <a:pt x="12010" y="6410"/>
                  </a:lnTo>
                  <a:lnTo>
                    <a:pt x="11663" y="6372"/>
                  </a:lnTo>
                  <a:lnTo>
                    <a:pt x="11315" y="6256"/>
                  </a:lnTo>
                  <a:lnTo>
                    <a:pt x="10968" y="6101"/>
                  </a:lnTo>
                  <a:lnTo>
                    <a:pt x="10659" y="5870"/>
                  </a:lnTo>
                  <a:lnTo>
                    <a:pt x="10234" y="5561"/>
                  </a:lnTo>
                  <a:lnTo>
                    <a:pt x="9809" y="5213"/>
                  </a:lnTo>
                  <a:lnTo>
                    <a:pt x="9037" y="4480"/>
                  </a:lnTo>
                  <a:lnTo>
                    <a:pt x="8651" y="4132"/>
                  </a:lnTo>
                  <a:lnTo>
                    <a:pt x="8226" y="3823"/>
                  </a:lnTo>
                  <a:lnTo>
                    <a:pt x="7801" y="3514"/>
                  </a:lnTo>
                  <a:lnTo>
                    <a:pt x="7299" y="3244"/>
                  </a:lnTo>
                  <a:lnTo>
                    <a:pt x="6720" y="3012"/>
                  </a:lnTo>
                  <a:lnTo>
                    <a:pt x="6102" y="2819"/>
                  </a:lnTo>
                  <a:lnTo>
                    <a:pt x="5523" y="2742"/>
                  </a:lnTo>
                  <a:lnTo>
                    <a:pt x="4905" y="2703"/>
                  </a:lnTo>
                  <a:lnTo>
                    <a:pt x="4287" y="2703"/>
                  </a:lnTo>
                  <a:lnTo>
                    <a:pt x="3708" y="2819"/>
                  </a:lnTo>
                  <a:lnTo>
                    <a:pt x="3129" y="2974"/>
                  </a:lnTo>
                  <a:lnTo>
                    <a:pt x="2549" y="3205"/>
                  </a:lnTo>
                  <a:lnTo>
                    <a:pt x="2318" y="3360"/>
                  </a:lnTo>
                  <a:lnTo>
                    <a:pt x="2009" y="3553"/>
                  </a:lnTo>
                  <a:lnTo>
                    <a:pt x="1700" y="3785"/>
                  </a:lnTo>
                  <a:lnTo>
                    <a:pt x="1430" y="4016"/>
                  </a:lnTo>
                  <a:lnTo>
                    <a:pt x="1159" y="4325"/>
                  </a:lnTo>
                  <a:lnTo>
                    <a:pt x="928" y="4595"/>
                  </a:lnTo>
                  <a:lnTo>
                    <a:pt x="696" y="4943"/>
                  </a:lnTo>
                  <a:lnTo>
                    <a:pt x="503" y="5291"/>
                  </a:lnTo>
                  <a:lnTo>
                    <a:pt x="348" y="5677"/>
                  </a:lnTo>
                  <a:lnTo>
                    <a:pt x="155" y="6217"/>
                  </a:lnTo>
                  <a:lnTo>
                    <a:pt x="40" y="6758"/>
                  </a:lnTo>
                  <a:lnTo>
                    <a:pt x="1" y="7299"/>
                  </a:lnTo>
                  <a:lnTo>
                    <a:pt x="1" y="7801"/>
                  </a:lnTo>
                  <a:lnTo>
                    <a:pt x="78" y="8303"/>
                  </a:lnTo>
                  <a:lnTo>
                    <a:pt x="194" y="8804"/>
                  </a:lnTo>
                  <a:lnTo>
                    <a:pt x="387" y="9306"/>
                  </a:lnTo>
                  <a:lnTo>
                    <a:pt x="580" y="9770"/>
                  </a:lnTo>
                  <a:lnTo>
                    <a:pt x="850" y="10195"/>
                  </a:lnTo>
                  <a:lnTo>
                    <a:pt x="1159" y="10658"/>
                  </a:lnTo>
                  <a:lnTo>
                    <a:pt x="1507" y="11044"/>
                  </a:lnTo>
                  <a:lnTo>
                    <a:pt x="1893" y="11430"/>
                  </a:lnTo>
                  <a:lnTo>
                    <a:pt x="2279" y="11778"/>
                  </a:lnTo>
                  <a:lnTo>
                    <a:pt x="2704" y="12125"/>
                  </a:lnTo>
                  <a:lnTo>
                    <a:pt x="3167" y="12396"/>
                  </a:lnTo>
                  <a:lnTo>
                    <a:pt x="3631" y="12666"/>
                  </a:lnTo>
                  <a:lnTo>
                    <a:pt x="4249" y="12975"/>
                  </a:lnTo>
                  <a:lnTo>
                    <a:pt x="4866" y="13168"/>
                  </a:lnTo>
                  <a:lnTo>
                    <a:pt x="5484" y="13361"/>
                  </a:lnTo>
                  <a:lnTo>
                    <a:pt x="6141" y="13438"/>
                  </a:lnTo>
                  <a:lnTo>
                    <a:pt x="6759" y="13515"/>
                  </a:lnTo>
                  <a:lnTo>
                    <a:pt x="7376" y="13477"/>
                  </a:lnTo>
                  <a:lnTo>
                    <a:pt x="7994" y="13438"/>
                  </a:lnTo>
                  <a:lnTo>
                    <a:pt x="8612" y="13284"/>
                  </a:lnTo>
                  <a:lnTo>
                    <a:pt x="8728" y="13438"/>
                  </a:lnTo>
                  <a:lnTo>
                    <a:pt x="8998" y="13207"/>
                  </a:lnTo>
                  <a:lnTo>
                    <a:pt x="9770" y="12898"/>
                  </a:lnTo>
                  <a:lnTo>
                    <a:pt x="10504" y="12550"/>
                  </a:lnTo>
                  <a:lnTo>
                    <a:pt x="11238" y="12087"/>
                  </a:lnTo>
                  <a:lnTo>
                    <a:pt x="11933" y="11546"/>
                  </a:lnTo>
                  <a:lnTo>
                    <a:pt x="12474" y="11044"/>
                  </a:lnTo>
                  <a:lnTo>
                    <a:pt x="13014" y="10426"/>
                  </a:lnTo>
                  <a:lnTo>
                    <a:pt x="13246" y="10195"/>
                  </a:lnTo>
                  <a:lnTo>
                    <a:pt x="13207" y="10156"/>
                  </a:lnTo>
                  <a:lnTo>
                    <a:pt x="13709" y="9461"/>
                  </a:lnTo>
                  <a:lnTo>
                    <a:pt x="14134" y="8727"/>
                  </a:lnTo>
                  <a:lnTo>
                    <a:pt x="14481" y="7955"/>
                  </a:lnTo>
                  <a:lnTo>
                    <a:pt x="14752" y="7183"/>
                  </a:lnTo>
                  <a:lnTo>
                    <a:pt x="14945" y="6333"/>
                  </a:lnTo>
                  <a:lnTo>
                    <a:pt x="15022" y="5947"/>
                  </a:lnTo>
                  <a:lnTo>
                    <a:pt x="15061" y="5522"/>
                  </a:lnTo>
                  <a:lnTo>
                    <a:pt x="15061" y="5097"/>
                  </a:lnTo>
                  <a:lnTo>
                    <a:pt x="15061" y="4673"/>
                  </a:lnTo>
                  <a:lnTo>
                    <a:pt x="15022" y="4248"/>
                  </a:lnTo>
                  <a:lnTo>
                    <a:pt x="14945" y="3862"/>
                  </a:lnTo>
                  <a:lnTo>
                    <a:pt x="15215" y="4248"/>
                  </a:lnTo>
                  <a:lnTo>
                    <a:pt x="15563" y="4595"/>
                  </a:lnTo>
                  <a:lnTo>
                    <a:pt x="15949" y="4943"/>
                  </a:lnTo>
                  <a:lnTo>
                    <a:pt x="16374" y="5213"/>
                  </a:lnTo>
                  <a:lnTo>
                    <a:pt x="16567" y="5291"/>
                  </a:lnTo>
                  <a:lnTo>
                    <a:pt x="16798" y="5368"/>
                  </a:lnTo>
                  <a:lnTo>
                    <a:pt x="17030" y="5445"/>
                  </a:lnTo>
                  <a:lnTo>
                    <a:pt x="17262" y="5445"/>
                  </a:lnTo>
                  <a:lnTo>
                    <a:pt x="17493" y="5406"/>
                  </a:lnTo>
                  <a:lnTo>
                    <a:pt x="17687" y="5329"/>
                  </a:lnTo>
                  <a:lnTo>
                    <a:pt x="17841" y="5175"/>
                  </a:lnTo>
                  <a:lnTo>
                    <a:pt x="17957" y="4982"/>
                  </a:lnTo>
                  <a:lnTo>
                    <a:pt x="17995" y="4750"/>
                  </a:lnTo>
                  <a:lnTo>
                    <a:pt x="17995" y="4557"/>
                  </a:lnTo>
                  <a:lnTo>
                    <a:pt x="17957" y="4325"/>
                  </a:lnTo>
                  <a:lnTo>
                    <a:pt x="17841" y="4132"/>
                  </a:lnTo>
                  <a:lnTo>
                    <a:pt x="17725" y="3978"/>
                  </a:lnTo>
                  <a:lnTo>
                    <a:pt x="17571" y="3785"/>
                  </a:lnTo>
                  <a:lnTo>
                    <a:pt x="17416" y="3669"/>
                  </a:lnTo>
                  <a:lnTo>
                    <a:pt x="17262" y="3553"/>
                  </a:lnTo>
                  <a:lnTo>
                    <a:pt x="17030" y="3437"/>
                  </a:lnTo>
                  <a:lnTo>
                    <a:pt x="16798" y="3321"/>
                  </a:lnTo>
                  <a:lnTo>
                    <a:pt x="16296" y="3205"/>
                  </a:lnTo>
                  <a:lnTo>
                    <a:pt x="15794" y="3128"/>
                  </a:lnTo>
                  <a:lnTo>
                    <a:pt x="15254" y="3128"/>
                  </a:lnTo>
                  <a:lnTo>
                    <a:pt x="15679" y="2858"/>
                  </a:lnTo>
                  <a:lnTo>
                    <a:pt x="16026" y="2510"/>
                  </a:lnTo>
                  <a:lnTo>
                    <a:pt x="16296" y="2124"/>
                  </a:lnTo>
                  <a:lnTo>
                    <a:pt x="16528" y="1661"/>
                  </a:lnTo>
                  <a:lnTo>
                    <a:pt x="16567" y="1429"/>
                  </a:lnTo>
                  <a:lnTo>
                    <a:pt x="16605" y="1197"/>
                  </a:lnTo>
                  <a:lnTo>
                    <a:pt x="16644" y="927"/>
                  </a:lnTo>
                  <a:lnTo>
                    <a:pt x="16605" y="657"/>
                  </a:lnTo>
                  <a:lnTo>
                    <a:pt x="16528" y="425"/>
                  </a:lnTo>
                  <a:lnTo>
                    <a:pt x="16412" y="232"/>
                  </a:lnTo>
                  <a:lnTo>
                    <a:pt x="16219" y="78"/>
                  </a:lnTo>
                  <a:lnTo>
                    <a:pt x="16103" y="39"/>
                  </a:lnTo>
                  <a:lnTo>
                    <a:pt x="1594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20"/>
            <p:cNvSpPr/>
            <p:nvPr/>
          </p:nvSpPr>
          <p:spPr>
            <a:xfrm>
              <a:off x="4737700" y="181247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1" y="463"/>
                  </a:moveTo>
                  <a:lnTo>
                    <a:pt x="11624" y="502"/>
                  </a:lnTo>
                  <a:lnTo>
                    <a:pt x="12049" y="541"/>
                  </a:lnTo>
                  <a:lnTo>
                    <a:pt x="12435" y="656"/>
                  </a:lnTo>
                  <a:lnTo>
                    <a:pt x="12628" y="734"/>
                  </a:lnTo>
                  <a:lnTo>
                    <a:pt x="12744" y="811"/>
                  </a:lnTo>
                  <a:lnTo>
                    <a:pt x="12860" y="965"/>
                  </a:lnTo>
                  <a:lnTo>
                    <a:pt x="12937" y="1081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7" y="1699"/>
                  </a:lnTo>
                  <a:lnTo>
                    <a:pt x="12821" y="1892"/>
                  </a:lnTo>
                  <a:lnTo>
                    <a:pt x="12705" y="2085"/>
                  </a:lnTo>
                  <a:lnTo>
                    <a:pt x="12589" y="2240"/>
                  </a:lnTo>
                  <a:lnTo>
                    <a:pt x="12242" y="2471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9" y="3205"/>
                  </a:lnTo>
                  <a:lnTo>
                    <a:pt x="9925" y="3437"/>
                  </a:lnTo>
                  <a:lnTo>
                    <a:pt x="9153" y="3707"/>
                  </a:lnTo>
                  <a:lnTo>
                    <a:pt x="8380" y="3900"/>
                  </a:lnTo>
                  <a:lnTo>
                    <a:pt x="7608" y="4093"/>
                  </a:lnTo>
                  <a:lnTo>
                    <a:pt x="6797" y="4286"/>
                  </a:lnTo>
                  <a:lnTo>
                    <a:pt x="5909" y="4441"/>
                  </a:lnTo>
                  <a:lnTo>
                    <a:pt x="5021" y="4595"/>
                  </a:lnTo>
                  <a:lnTo>
                    <a:pt x="4133" y="4711"/>
                  </a:lnTo>
                  <a:lnTo>
                    <a:pt x="3245" y="4788"/>
                  </a:lnTo>
                  <a:lnTo>
                    <a:pt x="2202" y="4788"/>
                  </a:lnTo>
                  <a:lnTo>
                    <a:pt x="1854" y="4750"/>
                  </a:lnTo>
                  <a:lnTo>
                    <a:pt x="1507" y="4672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0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5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3"/>
                  </a:lnTo>
                  <a:lnTo>
                    <a:pt x="3013" y="2356"/>
                  </a:lnTo>
                  <a:lnTo>
                    <a:pt x="3708" y="2008"/>
                  </a:lnTo>
                  <a:lnTo>
                    <a:pt x="4480" y="1699"/>
                  </a:lnTo>
                  <a:lnTo>
                    <a:pt x="5253" y="1429"/>
                  </a:lnTo>
                  <a:lnTo>
                    <a:pt x="6025" y="1197"/>
                  </a:lnTo>
                  <a:lnTo>
                    <a:pt x="6836" y="1004"/>
                  </a:lnTo>
                  <a:lnTo>
                    <a:pt x="7608" y="811"/>
                  </a:lnTo>
                  <a:lnTo>
                    <a:pt x="8419" y="695"/>
                  </a:lnTo>
                  <a:lnTo>
                    <a:pt x="9230" y="579"/>
                  </a:lnTo>
                  <a:lnTo>
                    <a:pt x="10041" y="541"/>
                  </a:lnTo>
                  <a:lnTo>
                    <a:pt x="10736" y="502"/>
                  </a:lnTo>
                  <a:lnTo>
                    <a:pt x="11161" y="463"/>
                  </a:lnTo>
                  <a:close/>
                  <a:moveTo>
                    <a:pt x="13477" y="1120"/>
                  </a:moveTo>
                  <a:lnTo>
                    <a:pt x="13632" y="1313"/>
                  </a:lnTo>
                  <a:lnTo>
                    <a:pt x="13709" y="1506"/>
                  </a:lnTo>
                  <a:lnTo>
                    <a:pt x="13748" y="1738"/>
                  </a:lnTo>
                  <a:lnTo>
                    <a:pt x="13709" y="2008"/>
                  </a:lnTo>
                  <a:lnTo>
                    <a:pt x="13632" y="2240"/>
                  </a:lnTo>
                  <a:lnTo>
                    <a:pt x="13516" y="2471"/>
                  </a:lnTo>
                  <a:lnTo>
                    <a:pt x="13400" y="2703"/>
                  </a:lnTo>
                  <a:lnTo>
                    <a:pt x="13207" y="2896"/>
                  </a:lnTo>
                  <a:lnTo>
                    <a:pt x="12860" y="3205"/>
                  </a:lnTo>
                  <a:lnTo>
                    <a:pt x="12473" y="3437"/>
                  </a:lnTo>
                  <a:lnTo>
                    <a:pt x="12049" y="3668"/>
                  </a:lnTo>
                  <a:lnTo>
                    <a:pt x="11624" y="3900"/>
                  </a:lnTo>
                  <a:lnTo>
                    <a:pt x="10659" y="4286"/>
                  </a:lnTo>
                  <a:lnTo>
                    <a:pt x="9732" y="4634"/>
                  </a:lnTo>
                  <a:lnTo>
                    <a:pt x="8766" y="4904"/>
                  </a:lnTo>
                  <a:lnTo>
                    <a:pt x="7762" y="5174"/>
                  </a:lnTo>
                  <a:lnTo>
                    <a:pt x="6758" y="5406"/>
                  </a:lnTo>
                  <a:lnTo>
                    <a:pt x="5755" y="5599"/>
                  </a:lnTo>
                  <a:lnTo>
                    <a:pt x="4712" y="5792"/>
                  </a:lnTo>
                  <a:lnTo>
                    <a:pt x="3708" y="5908"/>
                  </a:lnTo>
                  <a:lnTo>
                    <a:pt x="2781" y="5985"/>
                  </a:lnTo>
                  <a:lnTo>
                    <a:pt x="2279" y="5985"/>
                  </a:lnTo>
                  <a:lnTo>
                    <a:pt x="1816" y="5947"/>
                  </a:lnTo>
                  <a:lnTo>
                    <a:pt x="1545" y="5869"/>
                  </a:lnTo>
                  <a:lnTo>
                    <a:pt x="1237" y="5792"/>
                  </a:lnTo>
                  <a:lnTo>
                    <a:pt x="928" y="5638"/>
                  </a:lnTo>
                  <a:lnTo>
                    <a:pt x="696" y="5483"/>
                  </a:lnTo>
                  <a:lnTo>
                    <a:pt x="503" y="5252"/>
                  </a:lnTo>
                  <a:lnTo>
                    <a:pt x="348" y="5020"/>
                  </a:lnTo>
                  <a:lnTo>
                    <a:pt x="310" y="4865"/>
                  </a:lnTo>
                  <a:lnTo>
                    <a:pt x="310" y="4750"/>
                  </a:lnTo>
                  <a:lnTo>
                    <a:pt x="310" y="4595"/>
                  </a:lnTo>
                  <a:lnTo>
                    <a:pt x="348" y="4441"/>
                  </a:lnTo>
                  <a:lnTo>
                    <a:pt x="542" y="4672"/>
                  </a:lnTo>
                  <a:lnTo>
                    <a:pt x="812" y="4865"/>
                  </a:lnTo>
                  <a:lnTo>
                    <a:pt x="1043" y="4981"/>
                  </a:lnTo>
                  <a:lnTo>
                    <a:pt x="1352" y="5097"/>
                  </a:lnTo>
                  <a:lnTo>
                    <a:pt x="1623" y="5213"/>
                  </a:lnTo>
                  <a:lnTo>
                    <a:pt x="1932" y="5252"/>
                  </a:lnTo>
                  <a:lnTo>
                    <a:pt x="2588" y="5329"/>
                  </a:lnTo>
                  <a:lnTo>
                    <a:pt x="3245" y="5290"/>
                  </a:lnTo>
                  <a:lnTo>
                    <a:pt x="3940" y="5252"/>
                  </a:lnTo>
                  <a:lnTo>
                    <a:pt x="5137" y="5059"/>
                  </a:lnTo>
                  <a:lnTo>
                    <a:pt x="6913" y="4788"/>
                  </a:lnTo>
                  <a:lnTo>
                    <a:pt x="7840" y="4595"/>
                  </a:lnTo>
                  <a:lnTo>
                    <a:pt x="8728" y="4402"/>
                  </a:lnTo>
                  <a:lnTo>
                    <a:pt x="9616" y="4132"/>
                  </a:lnTo>
                  <a:lnTo>
                    <a:pt x="10504" y="3861"/>
                  </a:lnTo>
                  <a:lnTo>
                    <a:pt x="11354" y="3514"/>
                  </a:lnTo>
                  <a:lnTo>
                    <a:pt x="12165" y="3128"/>
                  </a:lnTo>
                  <a:lnTo>
                    <a:pt x="12435" y="2973"/>
                  </a:lnTo>
                  <a:lnTo>
                    <a:pt x="12705" y="2819"/>
                  </a:lnTo>
                  <a:lnTo>
                    <a:pt x="12937" y="2587"/>
                  </a:lnTo>
                  <a:lnTo>
                    <a:pt x="13130" y="2394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3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9" y="0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4"/>
                  </a:lnTo>
                  <a:lnTo>
                    <a:pt x="4133" y="1352"/>
                  </a:lnTo>
                  <a:lnTo>
                    <a:pt x="3245" y="1699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89"/>
                  </a:lnTo>
                  <a:lnTo>
                    <a:pt x="464" y="3398"/>
                  </a:lnTo>
                  <a:lnTo>
                    <a:pt x="348" y="3553"/>
                  </a:lnTo>
                  <a:lnTo>
                    <a:pt x="271" y="3707"/>
                  </a:lnTo>
                  <a:lnTo>
                    <a:pt x="233" y="3861"/>
                  </a:lnTo>
                  <a:lnTo>
                    <a:pt x="233" y="4055"/>
                  </a:lnTo>
                  <a:lnTo>
                    <a:pt x="194" y="4132"/>
                  </a:lnTo>
                  <a:lnTo>
                    <a:pt x="194" y="4170"/>
                  </a:lnTo>
                  <a:lnTo>
                    <a:pt x="117" y="4325"/>
                  </a:lnTo>
                  <a:lnTo>
                    <a:pt x="40" y="4479"/>
                  </a:lnTo>
                  <a:lnTo>
                    <a:pt x="1" y="4634"/>
                  </a:lnTo>
                  <a:lnTo>
                    <a:pt x="1" y="4788"/>
                  </a:lnTo>
                  <a:lnTo>
                    <a:pt x="40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8" y="6063"/>
                  </a:lnTo>
                  <a:lnTo>
                    <a:pt x="966" y="6256"/>
                  </a:lnTo>
                  <a:lnTo>
                    <a:pt x="1275" y="6178"/>
                  </a:lnTo>
                  <a:lnTo>
                    <a:pt x="1314" y="6217"/>
                  </a:lnTo>
                  <a:lnTo>
                    <a:pt x="1314" y="6256"/>
                  </a:lnTo>
                  <a:lnTo>
                    <a:pt x="1352" y="6294"/>
                  </a:lnTo>
                  <a:lnTo>
                    <a:pt x="1468" y="6256"/>
                  </a:lnTo>
                  <a:lnTo>
                    <a:pt x="1816" y="6294"/>
                  </a:lnTo>
                  <a:lnTo>
                    <a:pt x="2395" y="6333"/>
                  </a:lnTo>
                  <a:lnTo>
                    <a:pt x="3013" y="6371"/>
                  </a:lnTo>
                  <a:lnTo>
                    <a:pt x="3592" y="6333"/>
                  </a:lnTo>
                  <a:lnTo>
                    <a:pt x="4171" y="6294"/>
                  </a:lnTo>
                  <a:lnTo>
                    <a:pt x="5368" y="6101"/>
                  </a:lnTo>
                  <a:lnTo>
                    <a:pt x="6565" y="5869"/>
                  </a:lnTo>
                  <a:lnTo>
                    <a:pt x="6758" y="5831"/>
                  </a:lnTo>
                  <a:lnTo>
                    <a:pt x="7994" y="5522"/>
                  </a:lnTo>
                  <a:lnTo>
                    <a:pt x="9037" y="5252"/>
                  </a:lnTo>
                  <a:lnTo>
                    <a:pt x="10079" y="4981"/>
                  </a:lnTo>
                  <a:lnTo>
                    <a:pt x="11161" y="4595"/>
                  </a:lnTo>
                  <a:lnTo>
                    <a:pt x="11663" y="4363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6"/>
                  </a:lnTo>
                  <a:lnTo>
                    <a:pt x="12782" y="4711"/>
                  </a:lnTo>
                  <a:lnTo>
                    <a:pt x="13014" y="4518"/>
                  </a:lnTo>
                  <a:lnTo>
                    <a:pt x="12435" y="3939"/>
                  </a:lnTo>
                  <a:lnTo>
                    <a:pt x="12898" y="3668"/>
                  </a:lnTo>
                  <a:lnTo>
                    <a:pt x="13362" y="3321"/>
                  </a:lnTo>
                  <a:lnTo>
                    <a:pt x="13632" y="3051"/>
                  </a:lnTo>
                  <a:lnTo>
                    <a:pt x="13825" y="2703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8"/>
                  </a:lnTo>
                  <a:lnTo>
                    <a:pt x="14134" y="1738"/>
                  </a:lnTo>
                  <a:lnTo>
                    <a:pt x="14095" y="1467"/>
                  </a:lnTo>
                  <a:lnTo>
                    <a:pt x="14018" y="1236"/>
                  </a:lnTo>
                  <a:lnTo>
                    <a:pt x="13902" y="1004"/>
                  </a:lnTo>
                  <a:lnTo>
                    <a:pt x="13748" y="811"/>
                  </a:lnTo>
                  <a:lnTo>
                    <a:pt x="13477" y="618"/>
                  </a:lnTo>
                  <a:lnTo>
                    <a:pt x="13169" y="502"/>
                  </a:lnTo>
                  <a:lnTo>
                    <a:pt x="13091" y="502"/>
                  </a:lnTo>
                  <a:lnTo>
                    <a:pt x="12898" y="386"/>
                  </a:lnTo>
                  <a:lnTo>
                    <a:pt x="12667" y="270"/>
                  </a:lnTo>
                  <a:lnTo>
                    <a:pt x="12435" y="154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20"/>
            <p:cNvSpPr/>
            <p:nvPr/>
          </p:nvSpPr>
          <p:spPr>
            <a:xfrm>
              <a:off x="2291450" y="1821150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7" y="1"/>
                  </a:moveTo>
                  <a:lnTo>
                    <a:pt x="1893" y="78"/>
                  </a:lnTo>
                  <a:lnTo>
                    <a:pt x="1738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5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39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3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1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1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8" y="1005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2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1" y="2704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1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6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6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2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3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2" y="5793"/>
                  </a:lnTo>
                  <a:lnTo>
                    <a:pt x="4828" y="5638"/>
                  </a:lnTo>
                  <a:lnTo>
                    <a:pt x="4248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6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3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20"/>
            <p:cNvSpPr/>
            <p:nvPr/>
          </p:nvSpPr>
          <p:spPr>
            <a:xfrm>
              <a:off x="6650100" y="1835625"/>
              <a:ext cx="350475" cy="288675"/>
            </a:xfrm>
            <a:custGeom>
              <a:avLst/>
              <a:gdLst/>
              <a:ahLst/>
              <a:cxnLst/>
              <a:rect l="l" t="t" r="r" b="b"/>
              <a:pathLst>
                <a:path w="14019" h="11547" extrusionOk="0">
                  <a:moveTo>
                    <a:pt x="11778" y="1"/>
                  </a:moveTo>
                  <a:lnTo>
                    <a:pt x="11470" y="78"/>
                  </a:lnTo>
                  <a:lnTo>
                    <a:pt x="11856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9" y="1893"/>
                  </a:lnTo>
                  <a:lnTo>
                    <a:pt x="10427" y="2086"/>
                  </a:lnTo>
                  <a:lnTo>
                    <a:pt x="11470" y="3437"/>
                  </a:lnTo>
                  <a:lnTo>
                    <a:pt x="12551" y="4750"/>
                  </a:lnTo>
                  <a:lnTo>
                    <a:pt x="12860" y="5754"/>
                  </a:lnTo>
                  <a:lnTo>
                    <a:pt x="13169" y="5754"/>
                  </a:lnTo>
                  <a:lnTo>
                    <a:pt x="13207" y="5639"/>
                  </a:lnTo>
                  <a:lnTo>
                    <a:pt x="13169" y="5523"/>
                  </a:lnTo>
                  <a:lnTo>
                    <a:pt x="13439" y="5716"/>
                  </a:lnTo>
                  <a:lnTo>
                    <a:pt x="13593" y="5947"/>
                  </a:lnTo>
                  <a:lnTo>
                    <a:pt x="13671" y="6179"/>
                  </a:lnTo>
                  <a:lnTo>
                    <a:pt x="13709" y="6411"/>
                  </a:lnTo>
                  <a:lnTo>
                    <a:pt x="13632" y="6681"/>
                  </a:lnTo>
                  <a:lnTo>
                    <a:pt x="13516" y="6913"/>
                  </a:lnTo>
                  <a:lnTo>
                    <a:pt x="13362" y="7183"/>
                  </a:lnTo>
                  <a:lnTo>
                    <a:pt x="13169" y="7453"/>
                  </a:lnTo>
                  <a:lnTo>
                    <a:pt x="12744" y="7955"/>
                  </a:lnTo>
                  <a:lnTo>
                    <a:pt x="12203" y="8419"/>
                  </a:lnTo>
                  <a:lnTo>
                    <a:pt x="11740" y="8766"/>
                  </a:lnTo>
                  <a:lnTo>
                    <a:pt x="11354" y="9075"/>
                  </a:lnTo>
                  <a:lnTo>
                    <a:pt x="10543" y="9577"/>
                  </a:lnTo>
                  <a:lnTo>
                    <a:pt x="9655" y="10002"/>
                  </a:lnTo>
                  <a:lnTo>
                    <a:pt x="8767" y="10388"/>
                  </a:lnTo>
                  <a:lnTo>
                    <a:pt x="7878" y="10658"/>
                  </a:lnTo>
                  <a:lnTo>
                    <a:pt x="6952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1" y="11160"/>
                  </a:lnTo>
                  <a:lnTo>
                    <a:pt x="3013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2" y="10543"/>
                  </a:lnTo>
                  <a:lnTo>
                    <a:pt x="619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40" y="9654"/>
                  </a:lnTo>
                  <a:lnTo>
                    <a:pt x="1" y="9886"/>
                  </a:lnTo>
                  <a:lnTo>
                    <a:pt x="40" y="10118"/>
                  </a:lnTo>
                  <a:lnTo>
                    <a:pt x="78" y="10311"/>
                  </a:lnTo>
                  <a:lnTo>
                    <a:pt x="194" y="10465"/>
                  </a:lnTo>
                  <a:lnTo>
                    <a:pt x="348" y="10620"/>
                  </a:lnTo>
                  <a:lnTo>
                    <a:pt x="542" y="10774"/>
                  </a:lnTo>
                  <a:lnTo>
                    <a:pt x="773" y="10890"/>
                  </a:lnTo>
                  <a:lnTo>
                    <a:pt x="1237" y="11083"/>
                  </a:lnTo>
                  <a:lnTo>
                    <a:pt x="1739" y="11238"/>
                  </a:lnTo>
                  <a:lnTo>
                    <a:pt x="2202" y="11354"/>
                  </a:lnTo>
                  <a:lnTo>
                    <a:pt x="2627" y="11431"/>
                  </a:lnTo>
                  <a:lnTo>
                    <a:pt x="3322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9" y="11315"/>
                  </a:lnTo>
                  <a:lnTo>
                    <a:pt x="7415" y="11160"/>
                  </a:lnTo>
                  <a:lnTo>
                    <a:pt x="8071" y="11006"/>
                  </a:lnTo>
                  <a:lnTo>
                    <a:pt x="8728" y="10774"/>
                  </a:lnTo>
                  <a:lnTo>
                    <a:pt x="9346" y="10543"/>
                  </a:lnTo>
                  <a:lnTo>
                    <a:pt x="9964" y="10272"/>
                  </a:lnTo>
                  <a:lnTo>
                    <a:pt x="10543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9" y="8071"/>
                  </a:lnTo>
                  <a:lnTo>
                    <a:pt x="13555" y="7646"/>
                  </a:lnTo>
                  <a:lnTo>
                    <a:pt x="13748" y="7376"/>
                  </a:lnTo>
                  <a:lnTo>
                    <a:pt x="13864" y="7145"/>
                  </a:lnTo>
                  <a:lnTo>
                    <a:pt x="13980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1" y="5909"/>
                  </a:lnTo>
                  <a:lnTo>
                    <a:pt x="13864" y="5716"/>
                  </a:lnTo>
                  <a:lnTo>
                    <a:pt x="13748" y="5523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5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20"/>
            <p:cNvSpPr/>
            <p:nvPr/>
          </p:nvSpPr>
          <p:spPr>
            <a:xfrm>
              <a:off x="609775" y="18510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9" y="541"/>
                  </a:lnTo>
                  <a:lnTo>
                    <a:pt x="12435" y="657"/>
                  </a:lnTo>
                  <a:lnTo>
                    <a:pt x="12628" y="734"/>
                  </a:lnTo>
                  <a:lnTo>
                    <a:pt x="12744" y="812"/>
                  </a:lnTo>
                  <a:lnTo>
                    <a:pt x="12859" y="966"/>
                  </a:lnTo>
                  <a:lnTo>
                    <a:pt x="12937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7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0"/>
                  </a:lnTo>
                  <a:lnTo>
                    <a:pt x="12242" y="2472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8" y="3206"/>
                  </a:lnTo>
                  <a:lnTo>
                    <a:pt x="9925" y="3437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1"/>
                  </a:lnTo>
                  <a:lnTo>
                    <a:pt x="5021" y="4596"/>
                  </a:lnTo>
                  <a:lnTo>
                    <a:pt x="4133" y="4712"/>
                  </a:lnTo>
                  <a:lnTo>
                    <a:pt x="3244" y="4789"/>
                  </a:lnTo>
                  <a:lnTo>
                    <a:pt x="2202" y="4789"/>
                  </a:lnTo>
                  <a:lnTo>
                    <a:pt x="1854" y="4750"/>
                  </a:lnTo>
                  <a:lnTo>
                    <a:pt x="1507" y="4673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1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4"/>
                  </a:lnTo>
                  <a:lnTo>
                    <a:pt x="3013" y="2356"/>
                  </a:lnTo>
                  <a:lnTo>
                    <a:pt x="3708" y="2009"/>
                  </a:lnTo>
                  <a:lnTo>
                    <a:pt x="4480" y="1700"/>
                  </a:lnTo>
                  <a:lnTo>
                    <a:pt x="5252" y="1429"/>
                  </a:lnTo>
                  <a:lnTo>
                    <a:pt x="6025" y="1198"/>
                  </a:lnTo>
                  <a:lnTo>
                    <a:pt x="6836" y="1005"/>
                  </a:lnTo>
                  <a:lnTo>
                    <a:pt x="7608" y="812"/>
                  </a:lnTo>
                  <a:lnTo>
                    <a:pt x="8419" y="696"/>
                  </a:lnTo>
                  <a:lnTo>
                    <a:pt x="9230" y="580"/>
                  </a:lnTo>
                  <a:lnTo>
                    <a:pt x="10041" y="541"/>
                  </a:lnTo>
                  <a:lnTo>
                    <a:pt x="10736" y="503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2" y="1314"/>
                  </a:lnTo>
                  <a:lnTo>
                    <a:pt x="13709" y="1507"/>
                  </a:lnTo>
                  <a:lnTo>
                    <a:pt x="13748" y="1738"/>
                  </a:lnTo>
                  <a:lnTo>
                    <a:pt x="13709" y="2009"/>
                  </a:lnTo>
                  <a:lnTo>
                    <a:pt x="13632" y="2240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7"/>
                  </a:lnTo>
                  <a:lnTo>
                    <a:pt x="12049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2" y="4634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2" y="5793"/>
                  </a:lnTo>
                  <a:lnTo>
                    <a:pt x="3708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6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6" y="5484"/>
                  </a:lnTo>
                  <a:lnTo>
                    <a:pt x="503" y="5252"/>
                  </a:lnTo>
                  <a:lnTo>
                    <a:pt x="348" y="5021"/>
                  </a:lnTo>
                  <a:lnTo>
                    <a:pt x="310" y="4866"/>
                  </a:lnTo>
                  <a:lnTo>
                    <a:pt x="310" y="4750"/>
                  </a:lnTo>
                  <a:lnTo>
                    <a:pt x="310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2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3" y="5214"/>
                  </a:lnTo>
                  <a:lnTo>
                    <a:pt x="1931" y="5252"/>
                  </a:lnTo>
                  <a:lnTo>
                    <a:pt x="2588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7" y="5059"/>
                  </a:lnTo>
                  <a:lnTo>
                    <a:pt x="6913" y="4789"/>
                  </a:lnTo>
                  <a:lnTo>
                    <a:pt x="7840" y="4596"/>
                  </a:lnTo>
                  <a:lnTo>
                    <a:pt x="8728" y="4403"/>
                  </a:lnTo>
                  <a:lnTo>
                    <a:pt x="9616" y="4132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8"/>
                  </a:lnTo>
                  <a:lnTo>
                    <a:pt x="12435" y="2974"/>
                  </a:lnTo>
                  <a:lnTo>
                    <a:pt x="12705" y="2819"/>
                  </a:lnTo>
                  <a:lnTo>
                    <a:pt x="12937" y="2588"/>
                  </a:lnTo>
                  <a:lnTo>
                    <a:pt x="13130" y="2395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4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8" y="1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5"/>
                  </a:lnTo>
                  <a:lnTo>
                    <a:pt x="4133" y="1352"/>
                  </a:lnTo>
                  <a:lnTo>
                    <a:pt x="3244" y="1700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3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4" y="4132"/>
                  </a:lnTo>
                  <a:lnTo>
                    <a:pt x="194" y="4171"/>
                  </a:lnTo>
                  <a:lnTo>
                    <a:pt x="117" y="4325"/>
                  </a:lnTo>
                  <a:lnTo>
                    <a:pt x="39" y="4480"/>
                  </a:lnTo>
                  <a:lnTo>
                    <a:pt x="1" y="4634"/>
                  </a:lnTo>
                  <a:lnTo>
                    <a:pt x="1" y="4789"/>
                  </a:lnTo>
                  <a:lnTo>
                    <a:pt x="39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7" y="6063"/>
                  </a:lnTo>
                  <a:lnTo>
                    <a:pt x="966" y="6256"/>
                  </a:lnTo>
                  <a:lnTo>
                    <a:pt x="1275" y="6179"/>
                  </a:lnTo>
                  <a:lnTo>
                    <a:pt x="1314" y="6218"/>
                  </a:lnTo>
                  <a:lnTo>
                    <a:pt x="1314" y="6256"/>
                  </a:lnTo>
                  <a:lnTo>
                    <a:pt x="1352" y="6295"/>
                  </a:lnTo>
                  <a:lnTo>
                    <a:pt x="1468" y="6256"/>
                  </a:lnTo>
                  <a:lnTo>
                    <a:pt x="1816" y="6295"/>
                  </a:lnTo>
                  <a:lnTo>
                    <a:pt x="2395" y="6333"/>
                  </a:lnTo>
                  <a:lnTo>
                    <a:pt x="3013" y="6372"/>
                  </a:lnTo>
                  <a:lnTo>
                    <a:pt x="3592" y="6333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4" y="5523"/>
                  </a:lnTo>
                  <a:lnTo>
                    <a:pt x="9037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5" y="3939"/>
                  </a:lnTo>
                  <a:lnTo>
                    <a:pt x="12898" y="3669"/>
                  </a:lnTo>
                  <a:lnTo>
                    <a:pt x="13361" y="3321"/>
                  </a:lnTo>
                  <a:lnTo>
                    <a:pt x="13632" y="3051"/>
                  </a:lnTo>
                  <a:lnTo>
                    <a:pt x="13825" y="2704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9"/>
                  </a:lnTo>
                  <a:lnTo>
                    <a:pt x="14134" y="1738"/>
                  </a:lnTo>
                  <a:lnTo>
                    <a:pt x="14095" y="1468"/>
                  </a:lnTo>
                  <a:lnTo>
                    <a:pt x="14018" y="1236"/>
                  </a:lnTo>
                  <a:lnTo>
                    <a:pt x="13902" y="1005"/>
                  </a:lnTo>
                  <a:lnTo>
                    <a:pt x="13748" y="812"/>
                  </a:lnTo>
                  <a:lnTo>
                    <a:pt x="13477" y="618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5" y="155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20"/>
            <p:cNvSpPr/>
            <p:nvPr/>
          </p:nvSpPr>
          <p:spPr>
            <a:xfrm>
              <a:off x="6883725" y="1876175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6" y="1"/>
                  </a:moveTo>
                  <a:lnTo>
                    <a:pt x="348" y="889"/>
                  </a:lnTo>
                  <a:lnTo>
                    <a:pt x="232" y="1815"/>
                  </a:lnTo>
                  <a:lnTo>
                    <a:pt x="155" y="3630"/>
                  </a:lnTo>
                  <a:lnTo>
                    <a:pt x="1" y="7260"/>
                  </a:lnTo>
                  <a:lnTo>
                    <a:pt x="194" y="7260"/>
                  </a:lnTo>
                  <a:lnTo>
                    <a:pt x="426" y="5484"/>
                  </a:lnTo>
                  <a:lnTo>
                    <a:pt x="580" y="3669"/>
                  </a:lnTo>
                  <a:lnTo>
                    <a:pt x="696" y="1854"/>
                  </a:lnTo>
                  <a:lnTo>
                    <a:pt x="696" y="927"/>
                  </a:lnTo>
                  <a:lnTo>
                    <a:pt x="696" y="39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20"/>
            <p:cNvSpPr/>
            <p:nvPr/>
          </p:nvSpPr>
          <p:spPr>
            <a:xfrm>
              <a:off x="4796600" y="1878100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1"/>
                  </a:moveTo>
                  <a:lnTo>
                    <a:pt x="11469" y="78"/>
                  </a:lnTo>
                  <a:lnTo>
                    <a:pt x="11855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8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9"/>
                  </a:lnTo>
                  <a:lnTo>
                    <a:pt x="13168" y="5523"/>
                  </a:lnTo>
                  <a:lnTo>
                    <a:pt x="13438" y="5716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1"/>
                  </a:lnTo>
                  <a:lnTo>
                    <a:pt x="13631" y="6681"/>
                  </a:lnTo>
                  <a:lnTo>
                    <a:pt x="13516" y="6913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9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1" y="10543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39" y="9655"/>
                  </a:lnTo>
                  <a:lnTo>
                    <a:pt x="0" y="9886"/>
                  </a:lnTo>
                  <a:lnTo>
                    <a:pt x="39" y="10118"/>
                  </a:lnTo>
                  <a:lnTo>
                    <a:pt x="78" y="10311"/>
                  </a:lnTo>
                  <a:lnTo>
                    <a:pt x="193" y="10465"/>
                  </a:lnTo>
                  <a:lnTo>
                    <a:pt x="348" y="10620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8"/>
                  </a:lnTo>
                  <a:lnTo>
                    <a:pt x="2201" y="11354"/>
                  </a:lnTo>
                  <a:lnTo>
                    <a:pt x="2626" y="11431"/>
                  </a:lnTo>
                  <a:lnTo>
                    <a:pt x="3321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3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5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7"/>
                  </a:lnTo>
                  <a:lnTo>
                    <a:pt x="13747" y="7376"/>
                  </a:lnTo>
                  <a:lnTo>
                    <a:pt x="13863" y="7145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0" y="5909"/>
                  </a:lnTo>
                  <a:lnTo>
                    <a:pt x="13863" y="5716"/>
                  </a:lnTo>
                  <a:lnTo>
                    <a:pt x="13747" y="5523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4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20"/>
            <p:cNvSpPr/>
            <p:nvPr/>
          </p:nvSpPr>
          <p:spPr>
            <a:xfrm>
              <a:off x="6050625" y="1898375"/>
              <a:ext cx="329200" cy="241375"/>
            </a:xfrm>
            <a:custGeom>
              <a:avLst/>
              <a:gdLst/>
              <a:ahLst/>
              <a:cxnLst/>
              <a:rect l="l" t="t" r="r" b="b"/>
              <a:pathLst>
                <a:path w="13168" h="9655" extrusionOk="0">
                  <a:moveTo>
                    <a:pt x="5368" y="619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5"/>
                  </a:lnTo>
                  <a:lnTo>
                    <a:pt x="8109" y="2356"/>
                  </a:lnTo>
                  <a:lnTo>
                    <a:pt x="8264" y="2627"/>
                  </a:lnTo>
                  <a:lnTo>
                    <a:pt x="8380" y="2858"/>
                  </a:lnTo>
                  <a:lnTo>
                    <a:pt x="8495" y="3129"/>
                  </a:lnTo>
                  <a:lnTo>
                    <a:pt x="8573" y="3437"/>
                  </a:lnTo>
                  <a:lnTo>
                    <a:pt x="8611" y="3708"/>
                  </a:lnTo>
                  <a:lnTo>
                    <a:pt x="8573" y="3708"/>
                  </a:lnTo>
                  <a:lnTo>
                    <a:pt x="7723" y="3824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1"/>
                  </a:lnTo>
                  <a:lnTo>
                    <a:pt x="5792" y="3862"/>
                  </a:lnTo>
                  <a:lnTo>
                    <a:pt x="5638" y="3746"/>
                  </a:lnTo>
                  <a:lnTo>
                    <a:pt x="5561" y="3553"/>
                  </a:lnTo>
                  <a:lnTo>
                    <a:pt x="5483" y="3283"/>
                  </a:lnTo>
                  <a:lnTo>
                    <a:pt x="5406" y="2627"/>
                  </a:lnTo>
                  <a:lnTo>
                    <a:pt x="5368" y="1970"/>
                  </a:lnTo>
                  <a:lnTo>
                    <a:pt x="5368" y="619"/>
                  </a:lnTo>
                  <a:close/>
                  <a:moveTo>
                    <a:pt x="2742" y="889"/>
                  </a:moveTo>
                  <a:lnTo>
                    <a:pt x="2626" y="3090"/>
                  </a:lnTo>
                  <a:lnTo>
                    <a:pt x="2626" y="3515"/>
                  </a:lnTo>
                  <a:lnTo>
                    <a:pt x="2587" y="3708"/>
                  </a:lnTo>
                  <a:lnTo>
                    <a:pt x="2510" y="3862"/>
                  </a:lnTo>
                  <a:lnTo>
                    <a:pt x="2433" y="3978"/>
                  </a:lnTo>
                  <a:lnTo>
                    <a:pt x="2278" y="4094"/>
                  </a:lnTo>
                  <a:lnTo>
                    <a:pt x="2124" y="4210"/>
                  </a:lnTo>
                  <a:lnTo>
                    <a:pt x="1892" y="4248"/>
                  </a:lnTo>
                  <a:lnTo>
                    <a:pt x="1699" y="4287"/>
                  </a:lnTo>
                  <a:lnTo>
                    <a:pt x="1506" y="4287"/>
                  </a:lnTo>
                  <a:lnTo>
                    <a:pt x="1120" y="4210"/>
                  </a:lnTo>
                  <a:lnTo>
                    <a:pt x="734" y="4133"/>
                  </a:lnTo>
                  <a:lnTo>
                    <a:pt x="386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8" y="2549"/>
                  </a:lnTo>
                  <a:lnTo>
                    <a:pt x="1159" y="2125"/>
                  </a:lnTo>
                  <a:lnTo>
                    <a:pt x="1506" y="1738"/>
                  </a:lnTo>
                  <a:lnTo>
                    <a:pt x="1892" y="1391"/>
                  </a:lnTo>
                  <a:lnTo>
                    <a:pt x="2317" y="1121"/>
                  </a:lnTo>
                  <a:lnTo>
                    <a:pt x="2742" y="889"/>
                  </a:lnTo>
                  <a:close/>
                  <a:moveTo>
                    <a:pt x="10774" y="5368"/>
                  </a:moveTo>
                  <a:lnTo>
                    <a:pt x="11198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14" y="6179"/>
                  </a:lnTo>
                  <a:lnTo>
                    <a:pt x="11198" y="6256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32"/>
                  </a:lnTo>
                  <a:lnTo>
                    <a:pt x="10542" y="5716"/>
                  </a:lnTo>
                  <a:lnTo>
                    <a:pt x="10619" y="5523"/>
                  </a:lnTo>
                  <a:lnTo>
                    <a:pt x="10658" y="5407"/>
                  </a:lnTo>
                  <a:lnTo>
                    <a:pt x="10774" y="5368"/>
                  </a:lnTo>
                  <a:close/>
                  <a:moveTo>
                    <a:pt x="4402" y="1"/>
                  </a:moveTo>
                  <a:lnTo>
                    <a:pt x="3939" y="39"/>
                  </a:lnTo>
                  <a:lnTo>
                    <a:pt x="3514" y="117"/>
                  </a:lnTo>
                  <a:lnTo>
                    <a:pt x="3051" y="194"/>
                  </a:lnTo>
                  <a:lnTo>
                    <a:pt x="2626" y="348"/>
                  </a:lnTo>
                  <a:lnTo>
                    <a:pt x="2240" y="541"/>
                  </a:lnTo>
                  <a:lnTo>
                    <a:pt x="1854" y="773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9"/>
                  </a:lnTo>
                  <a:lnTo>
                    <a:pt x="386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31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57"/>
                  </a:lnTo>
                  <a:lnTo>
                    <a:pt x="348" y="4287"/>
                  </a:lnTo>
                  <a:lnTo>
                    <a:pt x="965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5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364"/>
                  </a:lnTo>
                  <a:lnTo>
                    <a:pt x="2858" y="4248"/>
                  </a:lnTo>
                  <a:lnTo>
                    <a:pt x="2896" y="4094"/>
                  </a:lnTo>
                  <a:lnTo>
                    <a:pt x="2973" y="3939"/>
                  </a:lnTo>
                  <a:lnTo>
                    <a:pt x="3012" y="3631"/>
                  </a:lnTo>
                  <a:lnTo>
                    <a:pt x="3012" y="2974"/>
                  </a:lnTo>
                  <a:lnTo>
                    <a:pt x="3089" y="734"/>
                  </a:lnTo>
                  <a:lnTo>
                    <a:pt x="3514" y="619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23"/>
                  </a:lnTo>
                  <a:lnTo>
                    <a:pt x="5059" y="2704"/>
                  </a:lnTo>
                  <a:lnTo>
                    <a:pt x="5097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0" y="4017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6"/>
                  </a:lnTo>
                  <a:lnTo>
                    <a:pt x="6217" y="4326"/>
                  </a:lnTo>
                  <a:lnTo>
                    <a:pt x="6565" y="4287"/>
                  </a:lnTo>
                  <a:lnTo>
                    <a:pt x="7607" y="4210"/>
                  </a:lnTo>
                  <a:lnTo>
                    <a:pt x="8650" y="4055"/>
                  </a:lnTo>
                  <a:lnTo>
                    <a:pt x="8650" y="4441"/>
                  </a:lnTo>
                  <a:lnTo>
                    <a:pt x="8611" y="4866"/>
                  </a:lnTo>
                  <a:lnTo>
                    <a:pt x="8611" y="4905"/>
                  </a:lnTo>
                  <a:lnTo>
                    <a:pt x="8611" y="5021"/>
                  </a:lnTo>
                  <a:lnTo>
                    <a:pt x="8650" y="5059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0" y="4905"/>
                  </a:lnTo>
                  <a:lnTo>
                    <a:pt x="9384" y="4905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03" y="5252"/>
                  </a:lnTo>
                  <a:lnTo>
                    <a:pt x="10426" y="5330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16"/>
                  </a:lnTo>
                  <a:lnTo>
                    <a:pt x="10233" y="5870"/>
                  </a:lnTo>
                  <a:lnTo>
                    <a:pt x="10233" y="6025"/>
                  </a:lnTo>
                  <a:lnTo>
                    <a:pt x="10272" y="6179"/>
                  </a:lnTo>
                  <a:lnTo>
                    <a:pt x="10349" y="6334"/>
                  </a:lnTo>
                  <a:lnTo>
                    <a:pt x="10503" y="6488"/>
                  </a:lnTo>
                  <a:lnTo>
                    <a:pt x="10696" y="6565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41" y="6913"/>
                  </a:lnTo>
                  <a:lnTo>
                    <a:pt x="12395" y="7222"/>
                  </a:lnTo>
                  <a:lnTo>
                    <a:pt x="12473" y="7569"/>
                  </a:lnTo>
                  <a:lnTo>
                    <a:pt x="12511" y="7917"/>
                  </a:lnTo>
                  <a:lnTo>
                    <a:pt x="12550" y="8264"/>
                  </a:lnTo>
                  <a:lnTo>
                    <a:pt x="12550" y="8998"/>
                  </a:lnTo>
                  <a:lnTo>
                    <a:pt x="12473" y="8998"/>
                  </a:lnTo>
                  <a:lnTo>
                    <a:pt x="12434" y="9037"/>
                  </a:lnTo>
                  <a:lnTo>
                    <a:pt x="12357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54"/>
                  </a:lnTo>
                  <a:lnTo>
                    <a:pt x="12125" y="9654"/>
                  </a:lnTo>
                  <a:lnTo>
                    <a:pt x="12820" y="9616"/>
                  </a:lnTo>
                  <a:lnTo>
                    <a:pt x="12936" y="9577"/>
                  </a:lnTo>
                  <a:lnTo>
                    <a:pt x="13013" y="9461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091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685"/>
                  </a:lnTo>
                  <a:lnTo>
                    <a:pt x="12936" y="7183"/>
                  </a:lnTo>
                  <a:lnTo>
                    <a:pt x="12704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276" y="5098"/>
                  </a:lnTo>
                  <a:lnTo>
                    <a:pt x="10967" y="4905"/>
                  </a:lnTo>
                  <a:lnTo>
                    <a:pt x="10619" y="4750"/>
                  </a:lnTo>
                  <a:lnTo>
                    <a:pt x="10233" y="4596"/>
                  </a:lnTo>
                  <a:lnTo>
                    <a:pt x="9886" y="4480"/>
                  </a:lnTo>
                  <a:lnTo>
                    <a:pt x="9499" y="4403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186" y="1584"/>
                  </a:lnTo>
                  <a:lnTo>
                    <a:pt x="7839" y="1275"/>
                  </a:lnTo>
                  <a:lnTo>
                    <a:pt x="7453" y="966"/>
                  </a:lnTo>
                  <a:lnTo>
                    <a:pt x="7067" y="734"/>
                  </a:lnTo>
                  <a:lnTo>
                    <a:pt x="6603" y="503"/>
                  </a:lnTo>
                  <a:lnTo>
                    <a:pt x="6178" y="348"/>
                  </a:lnTo>
                  <a:lnTo>
                    <a:pt x="5715" y="194"/>
                  </a:lnTo>
                  <a:lnTo>
                    <a:pt x="5290" y="78"/>
                  </a:lnTo>
                  <a:lnTo>
                    <a:pt x="482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20"/>
            <p:cNvSpPr/>
            <p:nvPr/>
          </p:nvSpPr>
          <p:spPr>
            <a:xfrm>
              <a:off x="1849325" y="1901275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7" y="1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6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1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7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0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4" y="7299"/>
                  </a:lnTo>
                  <a:lnTo>
                    <a:pt x="14712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3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3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9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4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6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20"/>
            <p:cNvSpPr/>
            <p:nvPr/>
          </p:nvSpPr>
          <p:spPr>
            <a:xfrm>
              <a:off x="1935225" y="191092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503" y="1"/>
                  </a:move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40" y="541"/>
                  </a:lnTo>
                  <a:lnTo>
                    <a:pt x="1" y="734"/>
                  </a:lnTo>
                  <a:lnTo>
                    <a:pt x="40" y="927"/>
                  </a:lnTo>
                  <a:lnTo>
                    <a:pt x="117" y="1082"/>
                  </a:lnTo>
                  <a:lnTo>
                    <a:pt x="194" y="1159"/>
                  </a:lnTo>
                  <a:lnTo>
                    <a:pt x="348" y="1159"/>
                  </a:lnTo>
                  <a:lnTo>
                    <a:pt x="426" y="1043"/>
                  </a:lnTo>
                  <a:lnTo>
                    <a:pt x="426" y="1005"/>
                  </a:lnTo>
                  <a:lnTo>
                    <a:pt x="387" y="927"/>
                  </a:lnTo>
                  <a:lnTo>
                    <a:pt x="387" y="850"/>
                  </a:lnTo>
                  <a:lnTo>
                    <a:pt x="348" y="773"/>
                  </a:lnTo>
                  <a:lnTo>
                    <a:pt x="426" y="580"/>
                  </a:lnTo>
                  <a:lnTo>
                    <a:pt x="542" y="425"/>
                  </a:lnTo>
                  <a:lnTo>
                    <a:pt x="619" y="387"/>
                  </a:lnTo>
                  <a:lnTo>
                    <a:pt x="773" y="387"/>
                  </a:lnTo>
                  <a:lnTo>
                    <a:pt x="850" y="425"/>
                  </a:lnTo>
                  <a:lnTo>
                    <a:pt x="966" y="580"/>
                  </a:lnTo>
                  <a:lnTo>
                    <a:pt x="1005" y="657"/>
                  </a:lnTo>
                  <a:lnTo>
                    <a:pt x="1005" y="734"/>
                  </a:lnTo>
                  <a:lnTo>
                    <a:pt x="966" y="927"/>
                  </a:lnTo>
                  <a:lnTo>
                    <a:pt x="966" y="1005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82" y="1159"/>
                  </a:lnTo>
                  <a:lnTo>
                    <a:pt x="1198" y="1159"/>
                  </a:lnTo>
                  <a:lnTo>
                    <a:pt x="1275" y="1121"/>
                  </a:lnTo>
                  <a:lnTo>
                    <a:pt x="1314" y="1082"/>
                  </a:lnTo>
                  <a:lnTo>
                    <a:pt x="1391" y="889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48"/>
                  </a:lnTo>
                  <a:lnTo>
                    <a:pt x="1198" y="194"/>
                  </a:lnTo>
                  <a:lnTo>
                    <a:pt x="1044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20"/>
            <p:cNvSpPr/>
            <p:nvPr/>
          </p:nvSpPr>
          <p:spPr>
            <a:xfrm>
              <a:off x="6081500" y="1911900"/>
              <a:ext cx="255850" cy="266475"/>
            </a:xfrm>
            <a:custGeom>
              <a:avLst/>
              <a:gdLst/>
              <a:ahLst/>
              <a:cxnLst/>
              <a:rect l="l" t="t" r="r" b="b"/>
              <a:pathLst>
                <a:path w="10234" h="10659" extrusionOk="0">
                  <a:moveTo>
                    <a:pt x="8303" y="7299"/>
                  </a:moveTo>
                  <a:lnTo>
                    <a:pt x="8535" y="7376"/>
                  </a:lnTo>
                  <a:lnTo>
                    <a:pt x="8766" y="7453"/>
                  </a:lnTo>
                  <a:lnTo>
                    <a:pt x="8998" y="7569"/>
                  </a:lnTo>
                  <a:lnTo>
                    <a:pt x="9191" y="7723"/>
                  </a:lnTo>
                  <a:lnTo>
                    <a:pt x="9384" y="7878"/>
                  </a:lnTo>
                  <a:lnTo>
                    <a:pt x="9539" y="8109"/>
                  </a:lnTo>
                  <a:lnTo>
                    <a:pt x="9655" y="8341"/>
                  </a:lnTo>
                  <a:lnTo>
                    <a:pt x="9693" y="8573"/>
                  </a:lnTo>
                  <a:lnTo>
                    <a:pt x="9732" y="8843"/>
                  </a:lnTo>
                  <a:lnTo>
                    <a:pt x="9693" y="9152"/>
                  </a:lnTo>
                  <a:lnTo>
                    <a:pt x="9577" y="9422"/>
                  </a:lnTo>
                  <a:lnTo>
                    <a:pt x="9423" y="9654"/>
                  </a:lnTo>
                  <a:lnTo>
                    <a:pt x="9230" y="9847"/>
                  </a:lnTo>
                  <a:lnTo>
                    <a:pt x="8959" y="10002"/>
                  </a:lnTo>
                  <a:lnTo>
                    <a:pt x="8728" y="10117"/>
                  </a:lnTo>
                  <a:lnTo>
                    <a:pt x="8419" y="10156"/>
                  </a:lnTo>
                  <a:lnTo>
                    <a:pt x="8149" y="10156"/>
                  </a:lnTo>
                  <a:lnTo>
                    <a:pt x="7878" y="10079"/>
                  </a:lnTo>
                  <a:lnTo>
                    <a:pt x="7647" y="9963"/>
                  </a:lnTo>
                  <a:lnTo>
                    <a:pt x="7415" y="9770"/>
                  </a:lnTo>
                  <a:lnTo>
                    <a:pt x="7222" y="9577"/>
                  </a:lnTo>
                  <a:lnTo>
                    <a:pt x="7067" y="9345"/>
                  </a:lnTo>
                  <a:lnTo>
                    <a:pt x="6990" y="9075"/>
                  </a:lnTo>
                  <a:lnTo>
                    <a:pt x="6951" y="8805"/>
                  </a:lnTo>
                  <a:lnTo>
                    <a:pt x="6990" y="8496"/>
                  </a:lnTo>
                  <a:lnTo>
                    <a:pt x="7067" y="8264"/>
                  </a:lnTo>
                  <a:lnTo>
                    <a:pt x="7183" y="8071"/>
                  </a:lnTo>
                  <a:lnTo>
                    <a:pt x="7338" y="7878"/>
                  </a:lnTo>
                  <a:lnTo>
                    <a:pt x="7531" y="7723"/>
                  </a:lnTo>
                  <a:lnTo>
                    <a:pt x="7762" y="7569"/>
                  </a:lnTo>
                  <a:lnTo>
                    <a:pt x="8187" y="7337"/>
                  </a:lnTo>
                  <a:lnTo>
                    <a:pt x="8264" y="7299"/>
                  </a:lnTo>
                  <a:close/>
                  <a:moveTo>
                    <a:pt x="2897" y="0"/>
                  </a:moveTo>
                  <a:lnTo>
                    <a:pt x="2704" y="39"/>
                  </a:lnTo>
                  <a:lnTo>
                    <a:pt x="2665" y="78"/>
                  </a:lnTo>
                  <a:lnTo>
                    <a:pt x="2665" y="1313"/>
                  </a:lnTo>
                  <a:lnTo>
                    <a:pt x="2665" y="2588"/>
                  </a:lnTo>
                  <a:lnTo>
                    <a:pt x="2704" y="3823"/>
                  </a:lnTo>
                  <a:lnTo>
                    <a:pt x="2742" y="5059"/>
                  </a:lnTo>
                  <a:lnTo>
                    <a:pt x="2936" y="7492"/>
                  </a:lnTo>
                  <a:lnTo>
                    <a:pt x="2936" y="8148"/>
                  </a:lnTo>
                  <a:lnTo>
                    <a:pt x="2974" y="8457"/>
                  </a:lnTo>
                  <a:lnTo>
                    <a:pt x="3013" y="8611"/>
                  </a:lnTo>
                  <a:lnTo>
                    <a:pt x="3090" y="8766"/>
                  </a:lnTo>
                  <a:lnTo>
                    <a:pt x="1584" y="8689"/>
                  </a:lnTo>
                  <a:lnTo>
                    <a:pt x="1" y="8689"/>
                  </a:lnTo>
                  <a:lnTo>
                    <a:pt x="39" y="8998"/>
                  </a:lnTo>
                  <a:lnTo>
                    <a:pt x="812" y="9113"/>
                  </a:lnTo>
                  <a:lnTo>
                    <a:pt x="1584" y="9152"/>
                  </a:lnTo>
                  <a:lnTo>
                    <a:pt x="3167" y="9229"/>
                  </a:lnTo>
                  <a:lnTo>
                    <a:pt x="4866" y="9306"/>
                  </a:lnTo>
                  <a:lnTo>
                    <a:pt x="5677" y="9306"/>
                  </a:lnTo>
                  <a:lnTo>
                    <a:pt x="6527" y="9229"/>
                  </a:lnTo>
                  <a:lnTo>
                    <a:pt x="6643" y="9538"/>
                  </a:lnTo>
                  <a:lnTo>
                    <a:pt x="6797" y="9847"/>
                  </a:lnTo>
                  <a:lnTo>
                    <a:pt x="6990" y="10079"/>
                  </a:lnTo>
                  <a:lnTo>
                    <a:pt x="7260" y="10310"/>
                  </a:lnTo>
                  <a:lnTo>
                    <a:pt x="7531" y="10465"/>
                  </a:lnTo>
                  <a:lnTo>
                    <a:pt x="7840" y="10581"/>
                  </a:lnTo>
                  <a:lnTo>
                    <a:pt x="8149" y="10658"/>
                  </a:lnTo>
                  <a:lnTo>
                    <a:pt x="8457" y="10658"/>
                  </a:lnTo>
                  <a:lnTo>
                    <a:pt x="8766" y="10619"/>
                  </a:lnTo>
                  <a:lnTo>
                    <a:pt x="9075" y="10504"/>
                  </a:lnTo>
                  <a:lnTo>
                    <a:pt x="9346" y="10388"/>
                  </a:lnTo>
                  <a:lnTo>
                    <a:pt x="9577" y="10195"/>
                  </a:lnTo>
                  <a:lnTo>
                    <a:pt x="9809" y="9963"/>
                  </a:lnTo>
                  <a:lnTo>
                    <a:pt x="9963" y="9693"/>
                  </a:lnTo>
                  <a:lnTo>
                    <a:pt x="10118" y="9422"/>
                  </a:lnTo>
                  <a:lnTo>
                    <a:pt x="10195" y="9113"/>
                  </a:lnTo>
                  <a:lnTo>
                    <a:pt x="10234" y="9113"/>
                  </a:lnTo>
                  <a:lnTo>
                    <a:pt x="10234" y="8766"/>
                  </a:lnTo>
                  <a:lnTo>
                    <a:pt x="10195" y="8380"/>
                  </a:lnTo>
                  <a:lnTo>
                    <a:pt x="10041" y="8071"/>
                  </a:lnTo>
                  <a:lnTo>
                    <a:pt x="9886" y="7762"/>
                  </a:lnTo>
                  <a:lnTo>
                    <a:pt x="9655" y="7492"/>
                  </a:lnTo>
                  <a:lnTo>
                    <a:pt x="9346" y="7260"/>
                  </a:lnTo>
                  <a:lnTo>
                    <a:pt x="9037" y="7105"/>
                  </a:lnTo>
                  <a:lnTo>
                    <a:pt x="8689" y="7028"/>
                  </a:lnTo>
                  <a:lnTo>
                    <a:pt x="8342" y="6990"/>
                  </a:lnTo>
                  <a:lnTo>
                    <a:pt x="8226" y="7067"/>
                  </a:lnTo>
                  <a:lnTo>
                    <a:pt x="8187" y="7028"/>
                  </a:lnTo>
                  <a:lnTo>
                    <a:pt x="8110" y="6990"/>
                  </a:lnTo>
                  <a:lnTo>
                    <a:pt x="7955" y="6990"/>
                  </a:lnTo>
                  <a:lnTo>
                    <a:pt x="7762" y="7028"/>
                  </a:lnTo>
                  <a:lnTo>
                    <a:pt x="7453" y="7144"/>
                  </a:lnTo>
                  <a:lnTo>
                    <a:pt x="7183" y="7337"/>
                  </a:lnTo>
                  <a:lnTo>
                    <a:pt x="6951" y="7569"/>
                  </a:lnTo>
                  <a:lnTo>
                    <a:pt x="6758" y="7878"/>
                  </a:lnTo>
                  <a:lnTo>
                    <a:pt x="6604" y="8187"/>
                  </a:lnTo>
                  <a:lnTo>
                    <a:pt x="6488" y="8496"/>
                  </a:lnTo>
                  <a:lnTo>
                    <a:pt x="6488" y="8843"/>
                  </a:lnTo>
                  <a:lnTo>
                    <a:pt x="5716" y="8766"/>
                  </a:lnTo>
                  <a:lnTo>
                    <a:pt x="3476" y="8766"/>
                  </a:lnTo>
                  <a:lnTo>
                    <a:pt x="3515" y="8689"/>
                  </a:lnTo>
                  <a:lnTo>
                    <a:pt x="3515" y="8650"/>
                  </a:lnTo>
                  <a:lnTo>
                    <a:pt x="3476" y="8573"/>
                  </a:lnTo>
                  <a:lnTo>
                    <a:pt x="3438" y="8496"/>
                  </a:lnTo>
                  <a:lnTo>
                    <a:pt x="3399" y="8457"/>
                  </a:lnTo>
                  <a:lnTo>
                    <a:pt x="3322" y="8457"/>
                  </a:lnTo>
                  <a:lnTo>
                    <a:pt x="3244" y="8496"/>
                  </a:lnTo>
                  <a:lnTo>
                    <a:pt x="3322" y="8380"/>
                  </a:lnTo>
                  <a:lnTo>
                    <a:pt x="3322" y="8225"/>
                  </a:lnTo>
                  <a:lnTo>
                    <a:pt x="3322" y="8071"/>
                  </a:lnTo>
                  <a:lnTo>
                    <a:pt x="3283" y="7955"/>
                  </a:lnTo>
                  <a:lnTo>
                    <a:pt x="3244" y="7337"/>
                  </a:lnTo>
                  <a:lnTo>
                    <a:pt x="3167" y="6410"/>
                  </a:lnTo>
                  <a:lnTo>
                    <a:pt x="3051" y="4325"/>
                  </a:lnTo>
                  <a:lnTo>
                    <a:pt x="2974" y="2201"/>
                  </a:lnTo>
                  <a:lnTo>
                    <a:pt x="2897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20"/>
            <p:cNvSpPr/>
            <p:nvPr/>
          </p:nvSpPr>
          <p:spPr>
            <a:xfrm>
              <a:off x="2715250" y="1912850"/>
              <a:ext cx="147725" cy="161250"/>
            </a:xfrm>
            <a:custGeom>
              <a:avLst/>
              <a:gdLst/>
              <a:ahLst/>
              <a:cxnLst/>
              <a:rect l="l" t="t" r="r" b="b"/>
              <a:pathLst>
                <a:path w="5909" h="6450" extrusionOk="0">
                  <a:moveTo>
                    <a:pt x="2781" y="503"/>
                  </a:moveTo>
                  <a:lnTo>
                    <a:pt x="3283" y="580"/>
                  </a:lnTo>
                  <a:lnTo>
                    <a:pt x="3746" y="735"/>
                  </a:lnTo>
                  <a:lnTo>
                    <a:pt x="4210" y="966"/>
                  </a:lnTo>
                  <a:lnTo>
                    <a:pt x="4403" y="1082"/>
                  </a:lnTo>
                  <a:lnTo>
                    <a:pt x="4596" y="1275"/>
                  </a:lnTo>
                  <a:lnTo>
                    <a:pt x="4750" y="1468"/>
                  </a:lnTo>
                  <a:lnTo>
                    <a:pt x="4943" y="1661"/>
                  </a:lnTo>
                  <a:lnTo>
                    <a:pt x="5059" y="1893"/>
                  </a:lnTo>
                  <a:lnTo>
                    <a:pt x="5175" y="2125"/>
                  </a:lnTo>
                  <a:lnTo>
                    <a:pt x="5330" y="2588"/>
                  </a:lnTo>
                  <a:lnTo>
                    <a:pt x="5407" y="3052"/>
                  </a:lnTo>
                  <a:lnTo>
                    <a:pt x="5407" y="3515"/>
                  </a:lnTo>
                  <a:lnTo>
                    <a:pt x="5368" y="4017"/>
                  </a:lnTo>
                  <a:lnTo>
                    <a:pt x="5214" y="4442"/>
                  </a:lnTo>
                  <a:lnTo>
                    <a:pt x="4982" y="4866"/>
                  </a:lnTo>
                  <a:lnTo>
                    <a:pt x="4828" y="5059"/>
                  </a:lnTo>
                  <a:lnTo>
                    <a:pt x="4673" y="5253"/>
                  </a:lnTo>
                  <a:lnTo>
                    <a:pt x="4480" y="5407"/>
                  </a:lnTo>
                  <a:lnTo>
                    <a:pt x="4287" y="5561"/>
                  </a:lnTo>
                  <a:lnTo>
                    <a:pt x="4017" y="5716"/>
                  </a:lnTo>
                  <a:lnTo>
                    <a:pt x="3746" y="5832"/>
                  </a:lnTo>
                  <a:lnTo>
                    <a:pt x="3515" y="5909"/>
                  </a:lnTo>
                  <a:lnTo>
                    <a:pt x="3244" y="5948"/>
                  </a:lnTo>
                  <a:lnTo>
                    <a:pt x="2742" y="5948"/>
                  </a:lnTo>
                  <a:lnTo>
                    <a:pt x="2511" y="5870"/>
                  </a:lnTo>
                  <a:lnTo>
                    <a:pt x="2279" y="5793"/>
                  </a:lnTo>
                  <a:lnTo>
                    <a:pt x="2047" y="5677"/>
                  </a:lnTo>
                  <a:lnTo>
                    <a:pt x="1816" y="5561"/>
                  </a:lnTo>
                  <a:lnTo>
                    <a:pt x="1623" y="5407"/>
                  </a:lnTo>
                  <a:lnTo>
                    <a:pt x="1429" y="5214"/>
                  </a:lnTo>
                  <a:lnTo>
                    <a:pt x="1082" y="4828"/>
                  </a:lnTo>
                  <a:lnTo>
                    <a:pt x="812" y="4364"/>
                  </a:lnTo>
                  <a:lnTo>
                    <a:pt x="619" y="3862"/>
                  </a:lnTo>
                  <a:lnTo>
                    <a:pt x="464" y="3322"/>
                  </a:lnTo>
                  <a:lnTo>
                    <a:pt x="426" y="2820"/>
                  </a:lnTo>
                  <a:lnTo>
                    <a:pt x="426" y="2550"/>
                  </a:lnTo>
                  <a:lnTo>
                    <a:pt x="464" y="2279"/>
                  </a:lnTo>
                  <a:lnTo>
                    <a:pt x="503" y="2048"/>
                  </a:lnTo>
                  <a:lnTo>
                    <a:pt x="619" y="1777"/>
                  </a:lnTo>
                  <a:lnTo>
                    <a:pt x="696" y="1584"/>
                  </a:lnTo>
                  <a:lnTo>
                    <a:pt x="850" y="1352"/>
                  </a:lnTo>
                  <a:lnTo>
                    <a:pt x="1005" y="1159"/>
                  </a:lnTo>
                  <a:lnTo>
                    <a:pt x="1198" y="966"/>
                  </a:lnTo>
                  <a:lnTo>
                    <a:pt x="1429" y="812"/>
                  </a:lnTo>
                  <a:lnTo>
                    <a:pt x="1700" y="657"/>
                  </a:lnTo>
                  <a:lnTo>
                    <a:pt x="1738" y="619"/>
                  </a:lnTo>
                  <a:lnTo>
                    <a:pt x="1738" y="580"/>
                  </a:lnTo>
                  <a:lnTo>
                    <a:pt x="2240" y="503"/>
                  </a:lnTo>
                  <a:close/>
                  <a:moveTo>
                    <a:pt x="2588" y="1"/>
                  </a:moveTo>
                  <a:lnTo>
                    <a:pt x="2279" y="40"/>
                  </a:lnTo>
                  <a:lnTo>
                    <a:pt x="1970" y="78"/>
                  </a:lnTo>
                  <a:lnTo>
                    <a:pt x="1661" y="155"/>
                  </a:lnTo>
                  <a:lnTo>
                    <a:pt x="1391" y="233"/>
                  </a:lnTo>
                  <a:lnTo>
                    <a:pt x="1314" y="310"/>
                  </a:lnTo>
                  <a:lnTo>
                    <a:pt x="1236" y="387"/>
                  </a:lnTo>
                  <a:lnTo>
                    <a:pt x="1236" y="464"/>
                  </a:lnTo>
                  <a:lnTo>
                    <a:pt x="1275" y="542"/>
                  </a:lnTo>
                  <a:lnTo>
                    <a:pt x="1005" y="657"/>
                  </a:lnTo>
                  <a:lnTo>
                    <a:pt x="773" y="850"/>
                  </a:lnTo>
                  <a:lnTo>
                    <a:pt x="580" y="1044"/>
                  </a:lnTo>
                  <a:lnTo>
                    <a:pt x="426" y="1237"/>
                  </a:lnTo>
                  <a:lnTo>
                    <a:pt x="271" y="1468"/>
                  </a:lnTo>
                  <a:lnTo>
                    <a:pt x="155" y="1700"/>
                  </a:lnTo>
                  <a:lnTo>
                    <a:pt x="78" y="1970"/>
                  </a:lnTo>
                  <a:lnTo>
                    <a:pt x="39" y="2241"/>
                  </a:lnTo>
                  <a:lnTo>
                    <a:pt x="1" y="2511"/>
                  </a:lnTo>
                  <a:lnTo>
                    <a:pt x="1" y="2781"/>
                  </a:lnTo>
                  <a:lnTo>
                    <a:pt x="39" y="3360"/>
                  </a:lnTo>
                  <a:lnTo>
                    <a:pt x="155" y="3901"/>
                  </a:lnTo>
                  <a:lnTo>
                    <a:pt x="387" y="4442"/>
                  </a:lnTo>
                  <a:lnTo>
                    <a:pt x="696" y="5021"/>
                  </a:lnTo>
                  <a:lnTo>
                    <a:pt x="889" y="5253"/>
                  </a:lnTo>
                  <a:lnTo>
                    <a:pt x="1082" y="5484"/>
                  </a:lnTo>
                  <a:lnTo>
                    <a:pt x="1275" y="5716"/>
                  </a:lnTo>
                  <a:lnTo>
                    <a:pt x="1507" y="5909"/>
                  </a:lnTo>
                  <a:lnTo>
                    <a:pt x="1738" y="6063"/>
                  </a:lnTo>
                  <a:lnTo>
                    <a:pt x="2009" y="6179"/>
                  </a:lnTo>
                  <a:lnTo>
                    <a:pt x="2240" y="6295"/>
                  </a:lnTo>
                  <a:lnTo>
                    <a:pt x="2511" y="6372"/>
                  </a:lnTo>
                  <a:lnTo>
                    <a:pt x="2820" y="6411"/>
                  </a:lnTo>
                  <a:lnTo>
                    <a:pt x="3090" y="6450"/>
                  </a:lnTo>
                  <a:lnTo>
                    <a:pt x="3399" y="6411"/>
                  </a:lnTo>
                  <a:lnTo>
                    <a:pt x="3669" y="6334"/>
                  </a:lnTo>
                  <a:lnTo>
                    <a:pt x="3978" y="6218"/>
                  </a:lnTo>
                  <a:lnTo>
                    <a:pt x="4326" y="6102"/>
                  </a:lnTo>
                  <a:lnTo>
                    <a:pt x="4557" y="5909"/>
                  </a:lnTo>
                  <a:lnTo>
                    <a:pt x="4828" y="5716"/>
                  </a:lnTo>
                  <a:lnTo>
                    <a:pt x="5021" y="5523"/>
                  </a:lnTo>
                  <a:lnTo>
                    <a:pt x="5214" y="5291"/>
                  </a:lnTo>
                  <a:lnTo>
                    <a:pt x="5407" y="5059"/>
                  </a:lnTo>
                  <a:lnTo>
                    <a:pt x="5561" y="4789"/>
                  </a:lnTo>
                  <a:lnTo>
                    <a:pt x="5677" y="4519"/>
                  </a:lnTo>
                  <a:lnTo>
                    <a:pt x="5754" y="4249"/>
                  </a:lnTo>
                  <a:lnTo>
                    <a:pt x="5832" y="3940"/>
                  </a:lnTo>
                  <a:lnTo>
                    <a:pt x="5870" y="3669"/>
                  </a:lnTo>
                  <a:lnTo>
                    <a:pt x="5909" y="3360"/>
                  </a:lnTo>
                  <a:lnTo>
                    <a:pt x="5870" y="3052"/>
                  </a:lnTo>
                  <a:lnTo>
                    <a:pt x="5832" y="2743"/>
                  </a:lnTo>
                  <a:lnTo>
                    <a:pt x="5793" y="2472"/>
                  </a:lnTo>
                  <a:lnTo>
                    <a:pt x="5716" y="2163"/>
                  </a:lnTo>
                  <a:lnTo>
                    <a:pt x="5600" y="1893"/>
                  </a:lnTo>
                  <a:lnTo>
                    <a:pt x="5445" y="1584"/>
                  </a:lnTo>
                  <a:lnTo>
                    <a:pt x="5252" y="1352"/>
                  </a:lnTo>
                  <a:lnTo>
                    <a:pt x="5059" y="1082"/>
                  </a:lnTo>
                  <a:lnTo>
                    <a:pt x="4828" y="889"/>
                  </a:lnTo>
                  <a:lnTo>
                    <a:pt x="4596" y="696"/>
                  </a:lnTo>
                  <a:lnTo>
                    <a:pt x="4364" y="503"/>
                  </a:lnTo>
                  <a:lnTo>
                    <a:pt x="4094" y="348"/>
                  </a:lnTo>
                  <a:lnTo>
                    <a:pt x="3785" y="233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40"/>
                  </a:lnTo>
                  <a:lnTo>
                    <a:pt x="25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20"/>
            <p:cNvSpPr/>
            <p:nvPr/>
          </p:nvSpPr>
          <p:spPr>
            <a:xfrm>
              <a:off x="1882150" y="19148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6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3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3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3" y="464"/>
                  </a:lnTo>
                  <a:lnTo>
                    <a:pt x="541" y="386"/>
                  </a:lnTo>
                  <a:lnTo>
                    <a:pt x="772" y="386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5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4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4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20"/>
            <p:cNvSpPr/>
            <p:nvPr/>
          </p:nvSpPr>
          <p:spPr>
            <a:xfrm>
              <a:off x="6734100" y="1914800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0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8"/>
                  </a:lnTo>
                  <a:lnTo>
                    <a:pt x="116" y="5059"/>
                  </a:lnTo>
                  <a:lnTo>
                    <a:pt x="0" y="6719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6" y="77"/>
                  </a:lnTo>
                  <a:lnTo>
                    <a:pt x="1236" y="39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20"/>
            <p:cNvSpPr/>
            <p:nvPr/>
          </p:nvSpPr>
          <p:spPr>
            <a:xfrm>
              <a:off x="668675" y="1916725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0"/>
                  </a:moveTo>
                  <a:lnTo>
                    <a:pt x="11469" y="78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7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438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1" y="6681"/>
                  </a:lnTo>
                  <a:lnTo>
                    <a:pt x="13515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8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3"/>
                  </a:lnTo>
                  <a:lnTo>
                    <a:pt x="1081" y="10697"/>
                  </a:lnTo>
                  <a:lnTo>
                    <a:pt x="811" y="10542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6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0" y="9886"/>
                  </a:lnTo>
                  <a:lnTo>
                    <a:pt x="39" y="10117"/>
                  </a:lnTo>
                  <a:lnTo>
                    <a:pt x="77" y="10311"/>
                  </a:lnTo>
                  <a:lnTo>
                    <a:pt x="193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1" y="11353"/>
                  </a:lnTo>
                  <a:lnTo>
                    <a:pt x="2626" y="11430"/>
                  </a:lnTo>
                  <a:lnTo>
                    <a:pt x="3321" y="11508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8"/>
                  </a:lnTo>
                  <a:lnTo>
                    <a:pt x="6063" y="11430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4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7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7" y="6565"/>
                  </a:lnTo>
                  <a:lnTo>
                    <a:pt x="14017" y="6333"/>
                  </a:lnTo>
                  <a:lnTo>
                    <a:pt x="14017" y="6140"/>
                  </a:lnTo>
                  <a:lnTo>
                    <a:pt x="13940" y="5908"/>
                  </a:lnTo>
                  <a:lnTo>
                    <a:pt x="13863" y="5715"/>
                  </a:lnTo>
                  <a:lnTo>
                    <a:pt x="13747" y="5522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6"/>
                  </a:lnTo>
                  <a:lnTo>
                    <a:pt x="13091" y="5136"/>
                  </a:lnTo>
                  <a:lnTo>
                    <a:pt x="12820" y="3823"/>
                  </a:lnTo>
                  <a:lnTo>
                    <a:pt x="12511" y="2549"/>
                  </a:lnTo>
                  <a:lnTo>
                    <a:pt x="12164" y="1275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20"/>
            <p:cNvSpPr/>
            <p:nvPr/>
          </p:nvSpPr>
          <p:spPr>
            <a:xfrm>
              <a:off x="6761125" y="19167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5" y="5098"/>
                  </a:lnTo>
                  <a:lnTo>
                    <a:pt x="4326" y="5445"/>
                  </a:lnTo>
                  <a:lnTo>
                    <a:pt x="4634" y="5793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3" y="4866"/>
                  </a:lnTo>
                  <a:lnTo>
                    <a:pt x="3862" y="4171"/>
                  </a:lnTo>
                  <a:lnTo>
                    <a:pt x="2704" y="2781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20"/>
            <p:cNvSpPr/>
            <p:nvPr/>
          </p:nvSpPr>
          <p:spPr>
            <a:xfrm>
              <a:off x="5030225" y="191865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20"/>
            <p:cNvSpPr/>
            <p:nvPr/>
          </p:nvSpPr>
          <p:spPr>
            <a:xfrm>
              <a:off x="6615350" y="1924450"/>
              <a:ext cx="61825" cy="160275"/>
            </a:xfrm>
            <a:custGeom>
              <a:avLst/>
              <a:gdLst/>
              <a:ahLst/>
              <a:cxnLst/>
              <a:rect l="l" t="t" r="r" b="b"/>
              <a:pathLst>
                <a:path w="2473" h="6411" extrusionOk="0">
                  <a:moveTo>
                    <a:pt x="310" y="0"/>
                  </a:moveTo>
                  <a:lnTo>
                    <a:pt x="1" y="78"/>
                  </a:lnTo>
                  <a:lnTo>
                    <a:pt x="194" y="927"/>
                  </a:lnTo>
                  <a:lnTo>
                    <a:pt x="426" y="1777"/>
                  </a:lnTo>
                  <a:lnTo>
                    <a:pt x="657" y="2626"/>
                  </a:lnTo>
                  <a:lnTo>
                    <a:pt x="928" y="3476"/>
                  </a:lnTo>
                  <a:lnTo>
                    <a:pt x="1507" y="5097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2" y="6140"/>
                  </a:lnTo>
                  <a:lnTo>
                    <a:pt x="2086" y="6333"/>
                  </a:lnTo>
                  <a:lnTo>
                    <a:pt x="2125" y="6410"/>
                  </a:lnTo>
                  <a:lnTo>
                    <a:pt x="2318" y="6410"/>
                  </a:lnTo>
                  <a:lnTo>
                    <a:pt x="2356" y="6333"/>
                  </a:lnTo>
                  <a:lnTo>
                    <a:pt x="2434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5" y="5599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20"/>
            <p:cNvSpPr/>
            <p:nvPr/>
          </p:nvSpPr>
          <p:spPr>
            <a:xfrm>
              <a:off x="3366875" y="19263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1" y="2317"/>
                  </a:lnTo>
                  <a:lnTo>
                    <a:pt x="6449" y="3901"/>
                  </a:lnTo>
                  <a:lnTo>
                    <a:pt x="6527" y="6990"/>
                  </a:lnTo>
                  <a:lnTo>
                    <a:pt x="3515" y="6758"/>
                  </a:lnTo>
                  <a:lnTo>
                    <a:pt x="2009" y="6642"/>
                  </a:lnTo>
                  <a:lnTo>
                    <a:pt x="503" y="6604"/>
                  </a:lnTo>
                  <a:lnTo>
                    <a:pt x="1352" y="5986"/>
                  </a:lnTo>
                  <a:lnTo>
                    <a:pt x="2202" y="5291"/>
                  </a:lnTo>
                  <a:lnTo>
                    <a:pt x="2974" y="4557"/>
                  </a:lnTo>
                  <a:lnTo>
                    <a:pt x="3708" y="3823"/>
                  </a:lnTo>
                  <a:lnTo>
                    <a:pt x="4441" y="3090"/>
                  </a:lnTo>
                  <a:lnTo>
                    <a:pt x="5137" y="2356"/>
                  </a:lnTo>
                  <a:lnTo>
                    <a:pt x="5793" y="1584"/>
                  </a:lnTo>
                  <a:lnTo>
                    <a:pt x="6449" y="773"/>
                  </a:lnTo>
                  <a:close/>
                  <a:moveTo>
                    <a:pt x="6720" y="1"/>
                  </a:moveTo>
                  <a:lnTo>
                    <a:pt x="6643" y="39"/>
                  </a:lnTo>
                  <a:lnTo>
                    <a:pt x="6565" y="39"/>
                  </a:lnTo>
                  <a:lnTo>
                    <a:pt x="6488" y="116"/>
                  </a:lnTo>
                  <a:lnTo>
                    <a:pt x="4982" y="1854"/>
                  </a:lnTo>
                  <a:lnTo>
                    <a:pt x="4210" y="2704"/>
                  </a:lnTo>
                  <a:lnTo>
                    <a:pt x="3438" y="3515"/>
                  </a:lnTo>
                  <a:lnTo>
                    <a:pt x="2588" y="4287"/>
                  </a:lnTo>
                  <a:lnTo>
                    <a:pt x="1738" y="5059"/>
                  </a:lnTo>
                  <a:lnTo>
                    <a:pt x="889" y="5793"/>
                  </a:lnTo>
                  <a:lnTo>
                    <a:pt x="39" y="6604"/>
                  </a:lnTo>
                  <a:lnTo>
                    <a:pt x="1" y="6642"/>
                  </a:lnTo>
                  <a:lnTo>
                    <a:pt x="1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1" y="6913"/>
                  </a:lnTo>
                  <a:lnTo>
                    <a:pt x="39" y="6990"/>
                  </a:lnTo>
                  <a:lnTo>
                    <a:pt x="117" y="7144"/>
                  </a:lnTo>
                  <a:lnTo>
                    <a:pt x="387" y="6990"/>
                  </a:lnTo>
                  <a:lnTo>
                    <a:pt x="1893" y="7144"/>
                  </a:lnTo>
                  <a:lnTo>
                    <a:pt x="3438" y="7299"/>
                  </a:lnTo>
                  <a:lnTo>
                    <a:pt x="6527" y="7453"/>
                  </a:lnTo>
                  <a:lnTo>
                    <a:pt x="6565" y="9307"/>
                  </a:lnTo>
                  <a:lnTo>
                    <a:pt x="6527" y="12628"/>
                  </a:lnTo>
                  <a:lnTo>
                    <a:pt x="6951" y="12628"/>
                  </a:lnTo>
                  <a:lnTo>
                    <a:pt x="6990" y="9461"/>
                  </a:lnTo>
                  <a:lnTo>
                    <a:pt x="6990" y="7492"/>
                  </a:lnTo>
                  <a:lnTo>
                    <a:pt x="8651" y="7569"/>
                  </a:lnTo>
                  <a:lnTo>
                    <a:pt x="10311" y="7646"/>
                  </a:lnTo>
                  <a:lnTo>
                    <a:pt x="10311" y="7183"/>
                  </a:lnTo>
                  <a:lnTo>
                    <a:pt x="8651" y="7106"/>
                  </a:lnTo>
                  <a:lnTo>
                    <a:pt x="6990" y="7028"/>
                  </a:lnTo>
                  <a:lnTo>
                    <a:pt x="7029" y="5368"/>
                  </a:lnTo>
                  <a:lnTo>
                    <a:pt x="6990" y="3708"/>
                  </a:lnTo>
                  <a:lnTo>
                    <a:pt x="6951" y="2047"/>
                  </a:lnTo>
                  <a:lnTo>
                    <a:pt x="6797" y="387"/>
                  </a:lnTo>
                  <a:lnTo>
                    <a:pt x="6990" y="194"/>
                  </a:lnTo>
                  <a:lnTo>
                    <a:pt x="6836" y="39"/>
                  </a:lnTo>
                  <a:lnTo>
                    <a:pt x="67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20"/>
            <p:cNvSpPr/>
            <p:nvPr/>
          </p:nvSpPr>
          <p:spPr>
            <a:xfrm>
              <a:off x="6625000" y="1926375"/>
              <a:ext cx="355300" cy="170900"/>
            </a:xfrm>
            <a:custGeom>
              <a:avLst/>
              <a:gdLst/>
              <a:ahLst/>
              <a:cxnLst/>
              <a:rect l="l" t="t" r="r" b="b"/>
              <a:pathLst>
                <a:path w="14212" h="6836" extrusionOk="0">
                  <a:moveTo>
                    <a:pt x="117" y="1"/>
                  </a:moveTo>
                  <a:lnTo>
                    <a:pt x="1" y="39"/>
                  </a:lnTo>
                  <a:lnTo>
                    <a:pt x="1970" y="3206"/>
                  </a:lnTo>
                  <a:lnTo>
                    <a:pt x="4056" y="6333"/>
                  </a:lnTo>
                  <a:lnTo>
                    <a:pt x="3554" y="6295"/>
                  </a:lnTo>
                  <a:lnTo>
                    <a:pt x="3052" y="6179"/>
                  </a:lnTo>
                  <a:lnTo>
                    <a:pt x="2588" y="6024"/>
                  </a:lnTo>
                  <a:lnTo>
                    <a:pt x="2125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8" y="6720"/>
                  </a:lnTo>
                  <a:lnTo>
                    <a:pt x="4133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9" y="6488"/>
                  </a:lnTo>
                  <a:lnTo>
                    <a:pt x="8960" y="6295"/>
                  </a:lnTo>
                  <a:lnTo>
                    <a:pt x="9771" y="6024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8" y="4673"/>
                  </a:lnTo>
                  <a:lnTo>
                    <a:pt x="12667" y="4403"/>
                  </a:lnTo>
                  <a:lnTo>
                    <a:pt x="12976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80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3" y="2163"/>
                  </a:lnTo>
                  <a:lnTo>
                    <a:pt x="14173" y="2124"/>
                  </a:lnTo>
                  <a:lnTo>
                    <a:pt x="13864" y="2124"/>
                  </a:lnTo>
                  <a:lnTo>
                    <a:pt x="13825" y="2163"/>
                  </a:lnTo>
                  <a:lnTo>
                    <a:pt x="13555" y="2704"/>
                  </a:lnTo>
                  <a:lnTo>
                    <a:pt x="13207" y="3167"/>
                  </a:lnTo>
                  <a:lnTo>
                    <a:pt x="12860" y="3630"/>
                  </a:lnTo>
                  <a:lnTo>
                    <a:pt x="12474" y="4016"/>
                  </a:lnTo>
                  <a:lnTo>
                    <a:pt x="12010" y="4364"/>
                  </a:lnTo>
                  <a:lnTo>
                    <a:pt x="11547" y="4712"/>
                  </a:lnTo>
                  <a:lnTo>
                    <a:pt x="11083" y="4982"/>
                  </a:lnTo>
                  <a:lnTo>
                    <a:pt x="10543" y="5252"/>
                  </a:lnTo>
                  <a:lnTo>
                    <a:pt x="10350" y="5252"/>
                  </a:lnTo>
                  <a:lnTo>
                    <a:pt x="10350" y="5368"/>
                  </a:lnTo>
                  <a:lnTo>
                    <a:pt x="10273" y="5368"/>
                  </a:lnTo>
                  <a:lnTo>
                    <a:pt x="10079" y="5407"/>
                  </a:lnTo>
                  <a:lnTo>
                    <a:pt x="10157" y="5445"/>
                  </a:lnTo>
                  <a:lnTo>
                    <a:pt x="9500" y="5677"/>
                  </a:lnTo>
                  <a:lnTo>
                    <a:pt x="8844" y="5870"/>
                  </a:lnTo>
                  <a:lnTo>
                    <a:pt x="7840" y="6102"/>
                  </a:lnTo>
                  <a:lnTo>
                    <a:pt x="6759" y="6295"/>
                  </a:lnTo>
                  <a:lnTo>
                    <a:pt x="6218" y="6333"/>
                  </a:lnTo>
                  <a:lnTo>
                    <a:pt x="5677" y="6411"/>
                  </a:lnTo>
                  <a:lnTo>
                    <a:pt x="4558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20"/>
            <p:cNvSpPr/>
            <p:nvPr/>
          </p:nvSpPr>
          <p:spPr>
            <a:xfrm>
              <a:off x="3536800" y="19312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3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6" y="7492"/>
                  </a:lnTo>
                  <a:lnTo>
                    <a:pt x="6371" y="7453"/>
                  </a:lnTo>
                  <a:lnTo>
                    <a:pt x="6371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59" y="12087"/>
                  </a:lnTo>
                  <a:lnTo>
                    <a:pt x="1583" y="14983"/>
                  </a:lnTo>
                  <a:lnTo>
                    <a:pt x="772" y="16451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8" y="16759"/>
                  </a:lnTo>
                  <a:lnTo>
                    <a:pt x="1969" y="15369"/>
                  </a:lnTo>
                  <a:lnTo>
                    <a:pt x="2780" y="13979"/>
                  </a:lnTo>
                  <a:lnTo>
                    <a:pt x="3591" y="12589"/>
                  </a:lnTo>
                  <a:lnTo>
                    <a:pt x="4441" y="11199"/>
                  </a:lnTo>
                  <a:lnTo>
                    <a:pt x="5290" y="9809"/>
                  </a:lnTo>
                  <a:lnTo>
                    <a:pt x="5715" y="9191"/>
                  </a:lnTo>
                  <a:lnTo>
                    <a:pt x="6178" y="8612"/>
                  </a:lnTo>
                  <a:lnTo>
                    <a:pt x="6603" y="8033"/>
                  </a:lnTo>
                  <a:lnTo>
                    <a:pt x="6989" y="7453"/>
                  </a:lnTo>
                  <a:lnTo>
                    <a:pt x="6989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89" y="7067"/>
                  </a:lnTo>
                  <a:lnTo>
                    <a:pt x="6873" y="7029"/>
                  </a:lnTo>
                  <a:lnTo>
                    <a:pt x="6835" y="7029"/>
                  </a:lnTo>
                  <a:lnTo>
                    <a:pt x="6101" y="6102"/>
                  </a:lnTo>
                  <a:lnTo>
                    <a:pt x="5290" y="5175"/>
                  </a:lnTo>
                  <a:lnTo>
                    <a:pt x="3668" y="3437"/>
                  </a:lnTo>
                  <a:lnTo>
                    <a:pt x="1969" y="1700"/>
                  </a:lnTo>
                  <a:lnTo>
                    <a:pt x="1081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20"/>
            <p:cNvSpPr/>
            <p:nvPr/>
          </p:nvSpPr>
          <p:spPr>
            <a:xfrm>
              <a:off x="902300" y="1957275"/>
              <a:ext cx="17400" cy="181500"/>
            </a:xfrm>
            <a:custGeom>
              <a:avLst/>
              <a:gdLst/>
              <a:ahLst/>
              <a:cxnLst/>
              <a:rect l="l" t="t" r="r" b="b"/>
              <a:pathLst>
                <a:path w="696" h="7260" extrusionOk="0">
                  <a:moveTo>
                    <a:pt x="425" y="0"/>
                  </a:moveTo>
                  <a:lnTo>
                    <a:pt x="348" y="888"/>
                  </a:lnTo>
                  <a:lnTo>
                    <a:pt x="232" y="1815"/>
                  </a:lnTo>
                  <a:lnTo>
                    <a:pt x="154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20"/>
            <p:cNvSpPr/>
            <p:nvPr/>
          </p:nvSpPr>
          <p:spPr>
            <a:xfrm>
              <a:off x="4880575" y="1957275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1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2" y="1738"/>
                  </a:lnTo>
                  <a:lnTo>
                    <a:pt x="310" y="3398"/>
                  </a:lnTo>
                  <a:lnTo>
                    <a:pt x="117" y="5059"/>
                  </a:lnTo>
                  <a:lnTo>
                    <a:pt x="1" y="6719"/>
                  </a:lnTo>
                  <a:lnTo>
                    <a:pt x="233" y="6758"/>
                  </a:lnTo>
                  <a:lnTo>
                    <a:pt x="503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7" y="77"/>
                  </a:lnTo>
                  <a:lnTo>
                    <a:pt x="1237" y="39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20"/>
            <p:cNvSpPr/>
            <p:nvPr/>
          </p:nvSpPr>
          <p:spPr>
            <a:xfrm>
              <a:off x="4907625" y="1959200"/>
              <a:ext cx="121650" cy="144825"/>
            </a:xfrm>
            <a:custGeom>
              <a:avLst/>
              <a:gdLst/>
              <a:ahLst/>
              <a:cxnLst/>
              <a:rect l="l" t="t" r="r" b="b"/>
              <a:pathLst>
                <a:path w="4866" h="5793" extrusionOk="0">
                  <a:moveTo>
                    <a:pt x="155" y="0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5"/>
                  </a:lnTo>
                  <a:lnTo>
                    <a:pt x="2896" y="3630"/>
                  </a:lnTo>
                  <a:lnTo>
                    <a:pt x="3475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7" y="1352"/>
                  </a:lnTo>
                  <a:lnTo>
                    <a:pt x="811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20"/>
            <p:cNvSpPr/>
            <p:nvPr/>
          </p:nvSpPr>
          <p:spPr>
            <a:xfrm>
              <a:off x="4761850" y="196692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0"/>
                  </a:moveTo>
                  <a:lnTo>
                    <a:pt x="0" y="78"/>
                  </a:lnTo>
                  <a:lnTo>
                    <a:pt x="193" y="927"/>
                  </a:lnTo>
                  <a:lnTo>
                    <a:pt x="425" y="1777"/>
                  </a:lnTo>
                  <a:lnTo>
                    <a:pt x="657" y="2626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1" y="6140"/>
                  </a:lnTo>
                  <a:lnTo>
                    <a:pt x="2085" y="6333"/>
                  </a:lnTo>
                  <a:lnTo>
                    <a:pt x="2124" y="6410"/>
                  </a:lnTo>
                  <a:lnTo>
                    <a:pt x="2317" y="6410"/>
                  </a:lnTo>
                  <a:lnTo>
                    <a:pt x="2356" y="6333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7" y="2935"/>
                  </a:lnTo>
                  <a:lnTo>
                    <a:pt x="734" y="1468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20"/>
            <p:cNvSpPr/>
            <p:nvPr/>
          </p:nvSpPr>
          <p:spPr>
            <a:xfrm>
              <a:off x="4771500" y="196885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0" y="39"/>
                  </a:lnTo>
                  <a:lnTo>
                    <a:pt x="1970" y="3206"/>
                  </a:lnTo>
                  <a:lnTo>
                    <a:pt x="4055" y="6333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2"/>
                  </a:lnTo>
                  <a:lnTo>
                    <a:pt x="3707" y="6720"/>
                  </a:lnTo>
                  <a:lnTo>
                    <a:pt x="4132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7" y="6333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20"/>
            <p:cNvSpPr/>
            <p:nvPr/>
          </p:nvSpPr>
          <p:spPr>
            <a:xfrm>
              <a:off x="5286050" y="19765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1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4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3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8"/>
                  </a:lnTo>
                  <a:lnTo>
                    <a:pt x="6951" y="12628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8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20"/>
            <p:cNvSpPr/>
            <p:nvPr/>
          </p:nvSpPr>
          <p:spPr>
            <a:xfrm>
              <a:off x="5455950" y="19814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752;p20"/>
            <p:cNvSpPr/>
            <p:nvPr/>
          </p:nvSpPr>
          <p:spPr>
            <a:xfrm>
              <a:off x="752650" y="1995875"/>
              <a:ext cx="30925" cy="168975"/>
            </a:xfrm>
            <a:custGeom>
              <a:avLst/>
              <a:gdLst/>
              <a:ahLst/>
              <a:cxnLst/>
              <a:rect l="l" t="t" r="r" b="b"/>
              <a:pathLst>
                <a:path w="1237" h="6759" extrusionOk="0">
                  <a:moveTo>
                    <a:pt x="1121" y="1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7"/>
                  </a:lnTo>
                  <a:lnTo>
                    <a:pt x="541" y="1738"/>
                  </a:lnTo>
                  <a:lnTo>
                    <a:pt x="310" y="3399"/>
                  </a:lnTo>
                  <a:lnTo>
                    <a:pt x="117" y="5059"/>
                  </a:lnTo>
                  <a:lnTo>
                    <a:pt x="1" y="6720"/>
                  </a:lnTo>
                  <a:lnTo>
                    <a:pt x="232" y="6758"/>
                  </a:lnTo>
                  <a:lnTo>
                    <a:pt x="503" y="5137"/>
                  </a:lnTo>
                  <a:lnTo>
                    <a:pt x="773" y="3515"/>
                  </a:lnTo>
                  <a:lnTo>
                    <a:pt x="966" y="1854"/>
                  </a:lnTo>
                  <a:lnTo>
                    <a:pt x="1082" y="233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20"/>
            <p:cNvSpPr/>
            <p:nvPr/>
          </p:nvSpPr>
          <p:spPr>
            <a:xfrm>
              <a:off x="779675" y="19978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6" y="5097"/>
                  </a:lnTo>
                  <a:lnTo>
                    <a:pt x="4326" y="5445"/>
                  </a:lnTo>
                  <a:lnTo>
                    <a:pt x="4635" y="5792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5" y="5252"/>
                  </a:lnTo>
                  <a:lnTo>
                    <a:pt x="4403" y="4866"/>
                  </a:lnTo>
                  <a:lnTo>
                    <a:pt x="3862" y="4170"/>
                  </a:lnTo>
                  <a:lnTo>
                    <a:pt x="2704" y="2780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20"/>
            <p:cNvSpPr/>
            <p:nvPr/>
          </p:nvSpPr>
          <p:spPr>
            <a:xfrm>
              <a:off x="2839800" y="2000700"/>
              <a:ext cx="270325" cy="209525"/>
            </a:xfrm>
            <a:custGeom>
              <a:avLst/>
              <a:gdLst/>
              <a:ahLst/>
              <a:cxnLst/>
              <a:rect l="l" t="t" r="r" b="b"/>
              <a:pathLst>
                <a:path w="10813" h="8381" extrusionOk="0">
                  <a:moveTo>
                    <a:pt x="10233" y="1"/>
                  </a:moveTo>
                  <a:lnTo>
                    <a:pt x="10156" y="78"/>
                  </a:lnTo>
                  <a:lnTo>
                    <a:pt x="10117" y="155"/>
                  </a:lnTo>
                  <a:lnTo>
                    <a:pt x="10079" y="233"/>
                  </a:lnTo>
                  <a:lnTo>
                    <a:pt x="10079" y="348"/>
                  </a:lnTo>
                  <a:lnTo>
                    <a:pt x="10156" y="426"/>
                  </a:lnTo>
                  <a:lnTo>
                    <a:pt x="10272" y="580"/>
                  </a:lnTo>
                  <a:lnTo>
                    <a:pt x="10310" y="735"/>
                  </a:lnTo>
                  <a:lnTo>
                    <a:pt x="10349" y="928"/>
                  </a:lnTo>
                  <a:lnTo>
                    <a:pt x="10310" y="1121"/>
                  </a:lnTo>
                  <a:lnTo>
                    <a:pt x="10233" y="1275"/>
                  </a:lnTo>
                  <a:lnTo>
                    <a:pt x="10156" y="1468"/>
                  </a:lnTo>
                  <a:lnTo>
                    <a:pt x="9847" y="1854"/>
                  </a:lnTo>
                  <a:lnTo>
                    <a:pt x="9538" y="2202"/>
                  </a:lnTo>
                  <a:lnTo>
                    <a:pt x="9152" y="2511"/>
                  </a:lnTo>
                  <a:lnTo>
                    <a:pt x="8611" y="3013"/>
                  </a:lnTo>
                  <a:lnTo>
                    <a:pt x="8264" y="3283"/>
                  </a:lnTo>
                  <a:lnTo>
                    <a:pt x="8225" y="3206"/>
                  </a:lnTo>
                  <a:lnTo>
                    <a:pt x="8148" y="3129"/>
                  </a:lnTo>
                  <a:lnTo>
                    <a:pt x="7607" y="2820"/>
                  </a:lnTo>
                  <a:lnTo>
                    <a:pt x="7144" y="2434"/>
                  </a:lnTo>
                  <a:lnTo>
                    <a:pt x="6912" y="2665"/>
                  </a:lnTo>
                  <a:lnTo>
                    <a:pt x="7105" y="2936"/>
                  </a:lnTo>
                  <a:lnTo>
                    <a:pt x="7376" y="3167"/>
                  </a:lnTo>
                  <a:lnTo>
                    <a:pt x="7646" y="3399"/>
                  </a:lnTo>
                  <a:lnTo>
                    <a:pt x="7955" y="3553"/>
                  </a:lnTo>
                  <a:lnTo>
                    <a:pt x="7028" y="4287"/>
                  </a:lnTo>
                  <a:lnTo>
                    <a:pt x="6101" y="4982"/>
                  </a:lnTo>
                  <a:lnTo>
                    <a:pt x="4943" y="5793"/>
                  </a:lnTo>
                  <a:lnTo>
                    <a:pt x="3746" y="6527"/>
                  </a:lnTo>
                  <a:lnTo>
                    <a:pt x="3553" y="6681"/>
                  </a:lnTo>
                  <a:lnTo>
                    <a:pt x="3475" y="6334"/>
                  </a:lnTo>
                  <a:lnTo>
                    <a:pt x="3321" y="6025"/>
                  </a:lnTo>
                  <a:lnTo>
                    <a:pt x="3128" y="5716"/>
                  </a:lnTo>
                  <a:lnTo>
                    <a:pt x="2896" y="5446"/>
                  </a:lnTo>
                  <a:lnTo>
                    <a:pt x="2626" y="5677"/>
                  </a:lnTo>
                  <a:lnTo>
                    <a:pt x="2819" y="5909"/>
                  </a:lnTo>
                  <a:lnTo>
                    <a:pt x="2935" y="6179"/>
                  </a:lnTo>
                  <a:lnTo>
                    <a:pt x="3051" y="6565"/>
                  </a:lnTo>
                  <a:lnTo>
                    <a:pt x="3128" y="6952"/>
                  </a:lnTo>
                  <a:lnTo>
                    <a:pt x="2317" y="7376"/>
                  </a:lnTo>
                  <a:lnTo>
                    <a:pt x="1892" y="7608"/>
                  </a:lnTo>
                  <a:lnTo>
                    <a:pt x="1467" y="7762"/>
                  </a:lnTo>
                  <a:lnTo>
                    <a:pt x="1081" y="7878"/>
                  </a:lnTo>
                  <a:lnTo>
                    <a:pt x="927" y="7917"/>
                  </a:lnTo>
                  <a:lnTo>
                    <a:pt x="772" y="7917"/>
                  </a:lnTo>
                  <a:lnTo>
                    <a:pt x="618" y="7878"/>
                  </a:lnTo>
                  <a:lnTo>
                    <a:pt x="502" y="7840"/>
                  </a:lnTo>
                  <a:lnTo>
                    <a:pt x="386" y="7724"/>
                  </a:lnTo>
                  <a:lnTo>
                    <a:pt x="309" y="7608"/>
                  </a:lnTo>
                  <a:lnTo>
                    <a:pt x="270" y="7569"/>
                  </a:lnTo>
                  <a:lnTo>
                    <a:pt x="232" y="7531"/>
                  </a:lnTo>
                  <a:lnTo>
                    <a:pt x="116" y="7492"/>
                  </a:lnTo>
                  <a:lnTo>
                    <a:pt x="39" y="7569"/>
                  </a:lnTo>
                  <a:lnTo>
                    <a:pt x="0" y="7608"/>
                  </a:lnTo>
                  <a:lnTo>
                    <a:pt x="0" y="7685"/>
                  </a:lnTo>
                  <a:lnTo>
                    <a:pt x="39" y="7840"/>
                  </a:lnTo>
                  <a:lnTo>
                    <a:pt x="77" y="7994"/>
                  </a:lnTo>
                  <a:lnTo>
                    <a:pt x="155" y="8110"/>
                  </a:lnTo>
                  <a:lnTo>
                    <a:pt x="270" y="8226"/>
                  </a:lnTo>
                  <a:lnTo>
                    <a:pt x="348" y="8264"/>
                  </a:lnTo>
                  <a:lnTo>
                    <a:pt x="463" y="8342"/>
                  </a:lnTo>
                  <a:lnTo>
                    <a:pt x="734" y="8380"/>
                  </a:lnTo>
                  <a:lnTo>
                    <a:pt x="1004" y="8380"/>
                  </a:lnTo>
                  <a:lnTo>
                    <a:pt x="1274" y="8342"/>
                  </a:lnTo>
                  <a:lnTo>
                    <a:pt x="1545" y="8264"/>
                  </a:lnTo>
                  <a:lnTo>
                    <a:pt x="1815" y="8149"/>
                  </a:lnTo>
                  <a:lnTo>
                    <a:pt x="2935" y="7569"/>
                  </a:lnTo>
                  <a:lnTo>
                    <a:pt x="4055" y="6952"/>
                  </a:lnTo>
                  <a:lnTo>
                    <a:pt x="5097" y="6295"/>
                  </a:lnTo>
                  <a:lnTo>
                    <a:pt x="6140" y="5561"/>
                  </a:lnTo>
                  <a:lnTo>
                    <a:pt x="7067" y="4866"/>
                  </a:lnTo>
                  <a:lnTo>
                    <a:pt x="7993" y="4171"/>
                  </a:lnTo>
                  <a:lnTo>
                    <a:pt x="8881" y="3399"/>
                  </a:lnTo>
                  <a:lnTo>
                    <a:pt x="9731" y="2627"/>
                  </a:lnTo>
                  <a:lnTo>
                    <a:pt x="10001" y="2356"/>
                  </a:lnTo>
                  <a:lnTo>
                    <a:pt x="10272" y="2047"/>
                  </a:lnTo>
                  <a:lnTo>
                    <a:pt x="10503" y="1739"/>
                  </a:lnTo>
                  <a:lnTo>
                    <a:pt x="10696" y="1430"/>
                  </a:lnTo>
                  <a:lnTo>
                    <a:pt x="10812" y="1082"/>
                  </a:lnTo>
                  <a:lnTo>
                    <a:pt x="10812" y="928"/>
                  </a:lnTo>
                  <a:lnTo>
                    <a:pt x="10812" y="735"/>
                  </a:lnTo>
                  <a:lnTo>
                    <a:pt x="10774" y="580"/>
                  </a:lnTo>
                  <a:lnTo>
                    <a:pt x="10735" y="387"/>
                  </a:lnTo>
                  <a:lnTo>
                    <a:pt x="10619" y="233"/>
                  </a:lnTo>
                  <a:lnTo>
                    <a:pt x="10465" y="40"/>
                  </a:lnTo>
                  <a:lnTo>
                    <a:pt x="103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20"/>
            <p:cNvSpPr/>
            <p:nvPr/>
          </p:nvSpPr>
          <p:spPr>
            <a:xfrm>
              <a:off x="633925" y="2005525"/>
              <a:ext cx="61800" cy="160300"/>
            </a:xfrm>
            <a:custGeom>
              <a:avLst/>
              <a:gdLst/>
              <a:ahLst/>
              <a:cxnLst/>
              <a:rect l="l" t="t" r="r" b="b"/>
              <a:pathLst>
                <a:path w="2472" h="6412" extrusionOk="0">
                  <a:moveTo>
                    <a:pt x="309" y="1"/>
                  </a:moveTo>
                  <a:lnTo>
                    <a:pt x="0" y="78"/>
                  </a:lnTo>
                  <a:lnTo>
                    <a:pt x="193" y="928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5"/>
                  </a:lnTo>
                  <a:lnTo>
                    <a:pt x="1661" y="5716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6" y="5909"/>
                  </a:lnTo>
                  <a:lnTo>
                    <a:pt x="1931" y="6141"/>
                  </a:lnTo>
                  <a:lnTo>
                    <a:pt x="2085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1" y="6257"/>
                  </a:lnTo>
                  <a:lnTo>
                    <a:pt x="2356" y="5948"/>
                  </a:lnTo>
                  <a:lnTo>
                    <a:pt x="2278" y="5948"/>
                  </a:lnTo>
                  <a:lnTo>
                    <a:pt x="2124" y="5600"/>
                  </a:lnTo>
                  <a:lnTo>
                    <a:pt x="1969" y="5214"/>
                  </a:lnTo>
                  <a:lnTo>
                    <a:pt x="1738" y="4442"/>
                  </a:lnTo>
                  <a:lnTo>
                    <a:pt x="1197" y="2936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20"/>
            <p:cNvSpPr/>
            <p:nvPr/>
          </p:nvSpPr>
          <p:spPr>
            <a:xfrm>
              <a:off x="643575" y="2007475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0"/>
                  </a:moveTo>
                  <a:lnTo>
                    <a:pt x="0" y="39"/>
                  </a:lnTo>
                  <a:lnTo>
                    <a:pt x="1970" y="3205"/>
                  </a:lnTo>
                  <a:lnTo>
                    <a:pt x="4055" y="6333"/>
                  </a:lnTo>
                  <a:lnTo>
                    <a:pt x="3553" y="6294"/>
                  </a:lnTo>
                  <a:lnTo>
                    <a:pt x="3051" y="6179"/>
                  </a:lnTo>
                  <a:lnTo>
                    <a:pt x="2587" y="6024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5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7" y="6719"/>
                  </a:lnTo>
                  <a:lnTo>
                    <a:pt x="4132" y="6796"/>
                  </a:lnTo>
                  <a:lnTo>
                    <a:pt x="4595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8" y="6642"/>
                  </a:lnTo>
                  <a:lnTo>
                    <a:pt x="8148" y="6487"/>
                  </a:lnTo>
                  <a:lnTo>
                    <a:pt x="8959" y="6294"/>
                  </a:lnTo>
                  <a:lnTo>
                    <a:pt x="9770" y="6024"/>
                  </a:lnTo>
                  <a:lnTo>
                    <a:pt x="10581" y="5715"/>
                  </a:lnTo>
                  <a:lnTo>
                    <a:pt x="11314" y="5368"/>
                  </a:lnTo>
                  <a:lnTo>
                    <a:pt x="12009" y="4904"/>
                  </a:lnTo>
                  <a:lnTo>
                    <a:pt x="12357" y="4673"/>
                  </a:lnTo>
                  <a:lnTo>
                    <a:pt x="12666" y="4402"/>
                  </a:lnTo>
                  <a:lnTo>
                    <a:pt x="12975" y="4093"/>
                  </a:lnTo>
                  <a:lnTo>
                    <a:pt x="13284" y="3784"/>
                  </a:lnTo>
                  <a:lnTo>
                    <a:pt x="13515" y="3476"/>
                  </a:lnTo>
                  <a:lnTo>
                    <a:pt x="13786" y="3128"/>
                  </a:lnTo>
                  <a:lnTo>
                    <a:pt x="13979" y="2780"/>
                  </a:lnTo>
                  <a:lnTo>
                    <a:pt x="14211" y="2394"/>
                  </a:lnTo>
                  <a:lnTo>
                    <a:pt x="14211" y="2278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4" y="2163"/>
                  </a:lnTo>
                  <a:lnTo>
                    <a:pt x="13554" y="2703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6"/>
                  </a:lnTo>
                  <a:lnTo>
                    <a:pt x="12009" y="4364"/>
                  </a:lnTo>
                  <a:lnTo>
                    <a:pt x="11546" y="4711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6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1"/>
                  </a:lnTo>
                  <a:lnTo>
                    <a:pt x="6758" y="6294"/>
                  </a:lnTo>
                  <a:lnTo>
                    <a:pt x="6217" y="6333"/>
                  </a:lnTo>
                  <a:lnTo>
                    <a:pt x="5677" y="6410"/>
                  </a:lnTo>
                  <a:lnTo>
                    <a:pt x="4557" y="6410"/>
                  </a:lnTo>
                  <a:lnTo>
                    <a:pt x="4595" y="6294"/>
                  </a:lnTo>
                  <a:lnTo>
                    <a:pt x="4364" y="6256"/>
                  </a:lnTo>
                  <a:lnTo>
                    <a:pt x="3398" y="4634"/>
                  </a:lnTo>
                  <a:lnTo>
                    <a:pt x="2356" y="3012"/>
                  </a:lnTo>
                  <a:lnTo>
                    <a:pt x="1275" y="1468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20"/>
            <p:cNvSpPr/>
            <p:nvPr/>
          </p:nvSpPr>
          <p:spPr>
            <a:xfrm>
              <a:off x="5946350" y="2008425"/>
              <a:ext cx="112975" cy="132300"/>
            </a:xfrm>
            <a:custGeom>
              <a:avLst/>
              <a:gdLst/>
              <a:ahLst/>
              <a:cxnLst/>
              <a:rect l="l" t="t" r="r" b="b"/>
              <a:pathLst>
                <a:path w="4519" h="5292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55"/>
                  </a:lnTo>
                  <a:lnTo>
                    <a:pt x="2240" y="271"/>
                  </a:lnTo>
                  <a:lnTo>
                    <a:pt x="2009" y="426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082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08"/>
                  </a:lnTo>
                  <a:lnTo>
                    <a:pt x="1" y="4055"/>
                  </a:lnTo>
                  <a:lnTo>
                    <a:pt x="1" y="4364"/>
                  </a:lnTo>
                  <a:lnTo>
                    <a:pt x="39" y="4673"/>
                  </a:lnTo>
                  <a:lnTo>
                    <a:pt x="117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789"/>
                  </a:lnTo>
                  <a:lnTo>
                    <a:pt x="696" y="4712"/>
                  </a:lnTo>
                  <a:lnTo>
                    <a:pt x="580" y="4557"/>
                  </a:lnTo>
                  <a:lnTo>
                    <a:pt x="541" y="4442"/>
                  </a:lnTo>
                  <a:lnTo>
                    <a:pt x="503" y="4248"/>
                  </a:lnTo>
                  <a:lnTo>
                    <a:pt x="541" y="4055"/>
                  </a:lnTo>
                  <a:lnTo>
                    <a:pt x="580" y="3592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27" y="2318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16" y="1159"/>
                  </a:lnTo>
                  <a:lnTo>
                    <a:pt x="2202" y="889"/>
                  </a:lnTo>
                  <a:lnTo>
                    <a:pt x="2627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6" y="464"/>
                  </a:lnTo>
                  <a:lnTo>
                    <a:pt x="4441" y="464"/>
                  </a:lnTo>
                  <a:lnTo>
                    <a:pt x="4519" y="426"/>
                  </a:lnTo>
                  <a:lnTo>
                    <a:pt x="4519" y="348"/>
                  </a:lnTo>
                  <a:lnTo>
                    <a:pt x="4519" y="155"/>
                  </a:lnTo>
                  <a:lnTo>
                    <a:pt x="4210" y="155"/>
                  </a:lnTo>
                  <a:lnTo>
                    <a:pt x="3901" y="78"/>
                  </a:lnTo>
                  <a:lnTo>
                    <a:pt x="36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20"/>
            <p:cNvSpPr/>
            <p:nvPr/>
          </p:nvSpPr>
          <p:spPr>
            <a:xfrm>
              <a:off x="6195425" y="2043175"/>
              <a:ext cx="25125" cy="11625"/>
            </a:xfrm>
            <a:custGeom>
              <a:avLst/>
              <a:gdLst/>
              <a:ahLst/>
              <a:cxnLst/>
              <a:rect l="l" t="t" r="r" b="b"/>
              <a:pathLst>
                <a:path w="1005" h="465" extrusionOk="0">
                  <a:moveTo>
                    <a:pt x="773" y="1"/>
                  </a:moveTo>
                  <a:lnTo>
                    <a:pt x="541" y="40"/>
                  </a:lnTo>
                  <a:lnTo>
                    <a:pt x="309" y="78"/>
                  </a:lnTo>
                  <a:lnTo>
                    <a:pt x="78" y="155"/>
                  </a:lnTo>
                  <a:lnTo>
                    <a:pt x="39" y="194"/>
                  </a:lnTo>
                  <a:lnTo>
                    <a:pt x="0" y="271"/>
                  </a:lnTo>
                  <a:lnTo>
                    <a:pt x="0" y="348"/>
                  </a:lnTo>
                  <a:lnTo>
                    <a:pt x="78" y="426"/>
                  </a:lnTo>
                  <a:lnTo>
                    <a:pt x="116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580" y="348"/>
                  </a:lnTo>
                  <a:lnTo>
                    <a:pt x="773" y="387"/>
                  </a:lnTo>
                  <a:lnTo>
                    <a:pt x="850" y="348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04" y="233"/>
                  </a:lnTo>
                  <a:lnTo>
                    <a:pt x="1004" y="155"/>
                  </a:lnTo>
                  <a:lnTo>
                    <a:pt x="966" y="78"/>
                  </a:lnTo>
                  <a:lnTo>
                    <a:pt x="888" y="40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20"/>
            <p:cNvSpPr/>
            <p:nvPr/>
          </p:nvSpPr>
          <p:spPr>
            <a:xfrm>
              <a:off x="6096950" y="2048975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155" y="1"/>
                  </a:moveTo>
                  <a:lnTo>
                    <a:pt x="116" y="39"/>
                  </a:lnTo>
                  <a:lnTo>
                    <a:pt x="39" y="78"/>
                  </a:lnTo>
                  <a:lnTo>
                    <a:pt x="1" y="155"/>
                  </a:lnTo>
                  <a:lnTo>
                    <a:pt x="39" y="271"/>
                  </a:lnTo>
                  <a:lnTo>
                    <a:pt x="116" y="310"/>
                  </a:lnTo>
                  <a:lnTo>
                    <a:pt x="155" y="310"/>
                  </a:lnTo>
                  <a:lnTo>
                    <a:pt x="425" y="348"/>
                  </a:lnTo>
                  <a:lnTo>
                    <a:pt x="734" y="348"/>
                  </a:lnTo>
                  <a:lnTo>
                    <a:pt x="812" y="271"/>
                  </a:lnTo>
                  <a:lnTo>
                    <a:pt x="850" y="155"/>
                  </a:lnTo>
                  <a:lnTo>
                    <a:pt x="812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20"/>
            <p:cNvSpPr/>
            <p:nvPr/>
          </p:nvSpPr>
          <p:spPr>
            <a:xfrm>
              <a:off x="5988825" y="2089525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580"/>
                  </a:lnTo>
                  <a:lnTo>
                    <a:pt x="2549" y="696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59"/>
                  </a:lnTo>
                  <a:lnTo>
                    <a:pt x="3206" y="1429"/>
                  </a:lnTo>
                  <a:lnTo>
                    <a:pt x="3244" y="1661"/>
                  </a:lnTo>
                  <a:lnTo>
                    <a:pt x="3244" y="1931"/>
                  </a:lnTo>
                  <a:lnTo>
                    <a:pt x="3206" y="2201"/>
                  </a:lnTo>
                  <a:lnTo>
                    <a:pt x="3090" y="2433"/>
                  </a:lnTo>
                  <a:lnTo>
                    <a:pt x="2974" y="2665"/>
                  </a:lnTo>
                  <a:lnTo>
                    <a:pt x="2781" y="2858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47" y="3244"/>
                  </a:lnTo>
                  <a:lnTo>
                    <a:pt x="1777" y="3244"/>
                  </a:lnTo>
                  <a:lnTo>
                    <a:pt x="1468" y="3167"/>
                  </a:lnTo>
                  <a:lnTo>
                    <a:pt x="1198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24"/>
                  </a:lnTo>
                  <a:lnTo>
                    <a:pt x="464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8" y="889"/>
                  </a:lnTo>
                  <a:lnTo>
                    <a:pt x="1121" y="734"/>
                  </a:lnTo>
                  <a:lnTo>
                    <a:pt x="1352" y="580"/>
                  </a:lnTo>
                  <a:lnTo>
                    <a:pt x="1584" y="464"/>
                  </a:lnTo>
                  <a:close/>
                  <a:moveTo>
                    <a:pt x="1700" y="0"/>
                  </a:moveTo>
                  <a:lnTo>
                    <a:pt x="1545" y="78"/>
                  </a:lnTo>
                  <a:lnTo>
                    <a:pt x="1352" y="116"/>
                  </a:lnTo>
                  <a:lnTo>
                    <a:pt x="1314" y="155"/>
                  </a:lnTo>
                  <a:lnTo>
                    <a:pt x="1082" y="271"/>
                  </a:lnTo>
                  <a:lnTo>
                    <a:pt x="812" y="387"/>
                  </a:lnTo>
                  <a:lnTo>
                    <a:pt x="619" y="541"/>
                  </a:lnTo>
                  <a:lnTo>
                    <a:pt x="426" y="734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1" y="2086"/>
                  </a:lnTo>
                  <a:lnTo>
                    <a:pt x="39" y="2279"/>
                  </a:lnTo>
                  <a:lnTo>
                    <a:pt x="117" y="2472"/>
                  </a:lnTo>
                  <a:lnTo>
                    <a:pt x="310" y="2819"/>
                  </a:lnTo>
                  <a:lnTo>
                    <a:pt x="541" y="3128"/>
                  </a:lnTo>
                  <a:lnTo>
                    <a:pt x="850" y="3399"/>
                  </a:lnTo>
                  <a:lnTo>
                    <a:pt x="1198" y="3592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07"/>
                  </a:lnTo>
                  <a:lnTo>
                    <a:pt x="2356" y="3669"/>
                  </a:lnTo>
                  <a:lnTo>
                    <a:pt x="2627" y="3553"/>
                  </a:lnTo>
                  <a:lnTo>
                    <a:pt x="2897" y="3399"/>
                  </a:lnTo>
                  <a:lnTo>
                    <a:pt x="3129" y="3244"/>
                  </a:lnTo>
                  <a:lnTo>
                    <a:pt x="3322" y="3012"/>
                  </a:lnTo>
                  <a:lnTo>
                    <a:pt x="3476" y="2742"/>
                  </a:lnTo>
                  <a:lnTo>
                    <a:pt x="3631" y="2472"/>
                  </a:lnTo>
                  <a:lnTo>
                    <a:pt x="3708" y="2201"/>
                  </a:lnTo>
                  <a:lnTo>
                    <a:pt x="3746" y="1893"/>
                  </a:lnTo>
                  <a:lnTo>
                    <a:pt x="3708" y="1584"/>
                  </a:lnTo>
                  <a:lnTo>
                    <a:pt x="3669" y="1275"/>
                  </a:lnTo>
                  <a:lnTo>
                    <a:pt x="3515" y="966"/>
                  </a:lnTo>
                  <a:lnTo>
                    <a:pt x="3322" y="696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20"/>
            <p:cNvSpPr/>
            <p:nvPr/>
          </p:nvSpPr>
          <p:spPr>
            <a:xfrm>
              <a:off x="3369775" y="2101100"/>
              <a:ext cx="174750" cy="292550"/>
            </a:xfrm>
            <a:custGeom>
              <a:avLst/>
              <a:gdLst/>
              <a:ahLst/>
              <a:cxnLst/>
              <a:rect l="l" t="t" r="r" b="b"/>
              <a:pathLst>
                <a:path w="6990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3" y="6256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3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1" y="11508"/>
                  </a:lnTo>
                  <a:lnTo>
                    <a:pt x="6951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8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5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3" y="8573"/>
                  </a:lnTo>
                  <a:lnTo>
                    <a:pt x="6295" y="9500"/>
                  </a:lnTo>
                  <a:lnTo>
                    <a:pt x="6256" y="10427"/>
                  </a:lnTo>
                  <a:lnTo>
                    <a:pt x="5986" y="9886"/>
                  </a:lnTo>
                  <a:lnTo>
                    <a:pt x="5252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20"/>
            <p:cNvSpPr/>
            <p:nvPr/>
          </p:nvSpPr>
          <p:spPr>
            <a:xfrm>
              <a:off x="4221225" y="2127175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20"/>
            <p:cNvSpPr/>
            <p:nvPr/>
          </p:nvSpPr>
          <p:spPr>
            <a:xfrm>
              <a:off x="4086075" y="21291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7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6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2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69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7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5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5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8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4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4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8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20"/>
            <p:cNvSpPr/>
            <p:nvPr/>
          </p:nvSpPr>
          <p:spPr>
            <a:xfrm>
              <a:off x="5288925" y="2151300"/>
              <a:ext cx="174775" cy="292550"/>
            </a:xfrm>
            <a:custGeom>
              <a:avLst/>
              <a:gdLst/>
              <a:ahLst/>
              <a:cxnLst/>
              <a:rect l="l" t="t" r="r" b="b"/>
              <a:pathLst>
                <a:path w="6991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20"/>
            <p:cNvSpPr/>
            <p:nvPr/>
          </p:nvSpPr>
          <p:spPr>
            <a:xfrm>
              <a:off x="1498900" y="21899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7" y="618"/>
                  </a:moveTo>
                  <a:lnTo>
                    <a:pt x="5947" y="773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5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3" y="3900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0"/>
                  </a:lnTo>
                  <a:lnTo>
                    <a:pt x="5792" y="3862"/>
                  </a:lnTo>
                  <a:lnTo>
                    <a:pt x="5676" y="3746"/>
                  </a:lnTo>
                  <a:lnTo>
                    <a:pt x="5561" y="3553"/>
                  </a:lnTo>
                  <a:lnTo>
                    <a:pt x="5483" y="3321"/>
                  </a:lnTo>
                  <a:lnTo>
                    <a:pt x="5406" y="2626"/>
                  </a:lnTo>
                  <a:lnTo>
                    <a:pt x="5367" y="1970"/>
                  </a:lnTo>
                  <a:lnTo>
                    <a:pt x="5367" y="618"/>
                  </a:lnTo>
                  <a:close/>
                  <a:moveTo>
                    <a:pt x="2780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7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6" y="3012"/>
                  </a:lnTo>
                  <a:lnTo>
                    <a:pt x="888" y="2549"/>
                  </a:lnTo>
                  <a:lnTo>
                    <a:pt x="1158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0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2" y="6295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0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4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8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6" y="4287"/>
                  </a:lnTo>
                  <a:lnTo>
                    <a:pt x="965" y="4518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3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7" y="3398"/>
                  </a:lnTo>
                  <a:lnTo>
                    <a:pt x="5174" y="3746"/>
                  </a:lnTo>
                  <a:lnTo>
                    <a:pt x="5213" y="3900"/>
                  </a:lnTo>
                  <a:lnTo>
                    <a:pt x="5290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69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7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0" y="4904"/>
                  </a:lnTo>
                  <a:lnTo>
                    <a:pt x="9383" y="4904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3" y="6488"/>
                  </a:lnTo>
                  <a:lnTo>
                    <a:pt x="10696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6" y="6565"/>
                  </a:lnTo>
                  <a:lnTo>
                    <a:pt x="12280" y="6912"/>
                  </a:lnTo>
                  <a:lnTo>
                    <a:pt x="12395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8" y="8998"/>
                  </a:lnTo>
                  <a:lnTo>
                    <a:pt x="12511" y="8998"/>
                  </a:lnTo>
                  <a:lnTo>
                    <a:pt x="12434" y="9075"/>
                  </a:lnTo>
                  <a:lnTo>
                    <a:pt x="12395" y="9113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3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0" y="7723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7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4" y="5098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6"/>
                  </a:lnTo>
                  <a:lnTo>
                    <a:pt x="9885" y="4480"/>
                  </a:lnTo>
                  <a:lnTo>
                    <a:pt x="9538" y="4441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4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8" y="348"/>
                  </a:lnTo>
                  <a:lnTo>
                    <a:pt x="5715" y="193"/>
                  </a:lnTo>
                  <a:lnTo>
                    <a:pt x="5290" y="78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20"/>
            <p:cNvSpPr/>
            <p:nvPr/>
          </p:nvSpPr>
          <p:spPr>
            <a:xfrm>
              <a:off x="1530750" y="22034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7" y="7454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5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3"/>
                  </a:lnTo>
                  <a:lnTo>
                    <a:pt x="9538" y="9423"/>
                  </a:lnTo>
                  <a:lnTo>
                    <a:pt x="9384" y="9655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8" y="10195"/>
                  </a:lnTo>
                  <a:lnTo>
                    <a:pt x="8109" y="10157"/>
                  </a:lnTo>
                  <a:lnTo>
                    <a:pt x="7839" y="10079"/>
                  </a:lnTo>
                  <a:lnTo>
                    <a:pt x="7607" y="9964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8" y="9346"/>
                  </a:lnTo>
                  <a:lnTo>
                    <a:pt x="6951" y="9075"/>
                  </a:lnTo>
                  <a:lnTo>
                    <a:pt x="6912" y="8805"/>
                  </a:lnTo>
                  <a:lnTo>
                    <a:pt x="6951" y="8535"/>
                  </a:lnTo>
                  <a:lnTo>
                    <a:pt x="7028" y="8265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3" y="7569"/>
                  </a:lnTo>
                  <a:lnTo>
                    <a:pt x="8148" y="7338"/>
                  </a:lnTo>
                  <a:lnTo>
                    <a:pt x="8225" y="7299"/>
                  </a:lnTo>
                  <a:close/>
                  <a:moveTo>
                    <a:pt x="2858" y="1"/>
                  </a:moveTo>
                  <a:lnTo>
                    <a:pt x="2665" y="40"/>
                  </a:lnTo>
                  <a:lnTo>
                    <a:pt x="2665" y="78"/>
                  </a:lnTo>
                  <a:lnTo>
                    <a:pt x="2626" y="1353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3" y="5098"/>
                  </a:lnTo>
                  <a:lnTo>
                    <a:pt x="2896" y="7492"/>
                  </a:lnTo>
                  <a:lnTo>
                    <a:pt x="2896" y="8149"/>
                  </a:lnTo>
                  <a:lnTo>
                    <a:pt x="2935" y="8458"/>
                  </a:lnTo>
                  <a:lnTo>
                    <a:pt x="2974" y="8612"/>
                  </a:lnTo>
                  <a:lnTo>
                    <a:pt x="3051" y="8767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0" y="8689"/>
                  </a:lnTo>
                  <a:lnTo>
                    <a:pt x="0" y="9037"/>
                  </a:lnTo>
                  <a:lnTo>
                    <a:pt x="773" y="9114"/>
                  </a:lnTo>
                  <a:lnTo>
                    <a:pt x="1545" y="9153"/>
                  </a:lnTo>
                  <a:lnTo>
                    <a:pt x="3128" y="9230"/>
                  </a:lnTo>
                  <a:lnTo>
                    <a:pt x="4827" y="9307"/>
                  </a:lnTo>
                  <a:lnTo>
                    <a:pt x="5677" y="9307"/>
                  </a:lnTo>
                  <a:lnTo>
                    <a:pt x="6488" y="9269"/>
                  </a:lnTo>
                  <a:lnTo>
                    <a:pt x="6603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1" y="10311"/>
                  </a:lnTo>
                  <a:lnTo>
                    <a:pt x="7492" y="10466"/>
                  </a:lnTo>
                  <a:lnTo>
                    <a:pt x="7801" y="10581"/>
                  </a:lnTo>
                  <a:lnTo>
                    <a:pt x="8109" y="10659"/>
                  </a:lnTo>
                  <a:lnTo>
                    <a:pt x="8418" y="10697"/>
                  </a:lnTo>
                  <a:lnTo>
                    <a:pt x="8727" y="10620"/>
                  </a:lnTo>
                  <a:lnTo>
                    <a:pt x="9036" y="10543"/>
                  </a:lnTo>
                  <a:lnTo>
                    <a:pt x="9306" y="10388"/>
                  </a:lnTo>
                  <a:lnTo>
                    <a:pt x="9538" y="10195"/>
                  </a:lnTo>
                  <a:lnTo>
                    <a:pt x="9770" y="9964"/>
                  </a:lnTo>
                  <a:lnTo>
                    <a:pt x="9924" y="9693"/>
                  </a:lnTo>
                  <a:lnTo>
                    <a:pt x="10079" y="9423"/>
                  </a:lnTo>
                  <a:lnTo>
                    <a:pt x="10156" y="9153"/>
                  </a:lnTo>
                  <a:lnTo>
                    <a:pt x="10195" y="9153"/>
                  </a:lnTo>
                  <a:lnTo>
                    <a:pt x="10195" y="8767"/>
                  </a:lnTo>
                  <a:lnTo>
                    <a:pt x="10156" y="8419"/>
                  </a:lnTo>
                  <a:lnTo>
                    <a:pt x="10040" y="8071"/>
                  </a:lnTo>
                  <a:lnTo>
                    <a:pt x="9847" y="7763"/>
                  </a:lnTo>
                  <a:lnTo>
                    <a:pt x="9615" y="7492"/>
                  </a:lnTo>
                  <a:lnTo>
                    <a:pt x="9306" y="7261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6" y="6990"/>
                  </a:lnTo>
                  <a:lnTo>
                    <a:pt x="7723" y="7029"/>
                  </a:lnTo>
                  <a:lnTo>
                    <a:pt x="7414" y="7145"/>
                  </a:lnTo>
                  <a:lnTo>
                    <a:pt x="7144" y="7338"/>
                  </a:lnTo>
                  <a:lnTo>
                    <a:pt x="6912" y="7569"/>
                  </a:lnTo>
                  <a:lnTo>
                    <a:pt x="6719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5" y="8805"/>
                  </a:lnTo>
                  <a:lnTo>
                    <a:pt x="4943" y="8767"/>
                  </a:lnTo>
                  <a:lnTo>
                    <a:pt x="3476" y="8767"/>
                  </a:lnTo>
                  <a:lnTo>
                    <a:pt x="3476" y="8728"/>
                  </a:lnTo>
                  <a:lnTo>
                    <a:pt x="3476" y="8651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5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6"/>
                  </a:lnTo>
                  <a:lnTo>
                    <a:pt x="3205" y="7338"/>
                  </a:lnTo>
                  <a:lnTo>
                    <a:pt x="3128" y="6450"/>
                  </a:lnTo>
                  <a:lnTo>
                    <a:pt x="3012" y="4326"/>
                  </a:lnTo>
                  <a:lnTo>
                    <a:pt x="2935" y="2202"/>
                  </a:lnTo>
                  <a:lnTo>
                    <a:pt x="2896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20"/>
            <p:cNvSpPr/>
            <p:nvPr/>
          </p:nvSpPr>
          <p:spPr>
            <a:xfrm>
              <a:off x="4324525" y="22671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20"/>
            <p:cNvSpPr/>
            <p:nvPr/>
          </p:nvSpPr>
          <p:spPr>
            <a:xfrm>
              <a:off x="4273375" y="2268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20"/>
            <p:cNvSpPr/>
            <p:nvPr/>
          </p:nvSpPr>
          <p:spPr>
            <a:xfrm>
              <a:off x="1394625" y="22999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94"/>
                  </a:lnTo>
                  <a:lnTo>
                    <a:pt x="2240" y="309"/>
                  </a:lnTo>
                  <a:lnTo>
                    <a:pt x="2009" y="425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46"/>
                  </a:lnTo>
                  <a:lnTo>
                    <a:pt x="1" y="4055"/>
                  </a:lnTo>
                  <a:lnTo>
                    <a:pt x="1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4" y="4711"/>
                  </a:lnTo>
                  <a:lnTo>
                    <a:pt x="580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9"/>
                  </a:lnTo>
                  <a:lnTo>
                    <a:pt x="2626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4"/>
                  </a:lnTo>
                  <a:lnTo>
                    <a:pt x="4210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20"/>
            <p:cNvSpPr/>
            <p:nvPr/>
          </p:nvSpPr>
          <p:spPr>
            <a:xfrm>
              <a:off x="4211575" y="2315425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4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2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20"/>
            <p:cNvSpPr/>
            <p:nvPr/>
          </p:nvSpPr>
          <p:spPr>
            <a:xfrm>
              <a:off x="2413100" y="2319275"/>
              <a:ext cx="84975" cy="222075"/>
            </a:xfrm>
            <a:custGeom>
              <a:avLst/>
              <a:gdLst/>
              <a:ahLst/>
              <a:cxnLst/>
              <a:rect l="l" t="t" r="r" b="b"/>
              <a:pathLst>
                <a:path w="3399" h="8883" extrusionOk="0">
                  <a:moveTo>
                    <a:pt x="1043" y="7376"/>
                  </a:moveTo>
                  <a:lnTo>
                    <a:pt x="1197" y="7453"/>
                  </a:lnTo>
                  <a:lnTo>
                    <a:pt x="1352" y="7608"/>
                  </a:lnTo>
                  <a:lnTo>
                    <a:pt x="1429" y="7685"/>
                  </a:lnTo>
                  <a:lnTo>
                    <a:pt x="1468" y="7801"/>
                  </a:lnTo>
                  <a:lnTo>
                    <a:pt x="1468" y="8033"/>
                  </a:lnTo>
                  <a:lnTo>
                    <a:pt x="1390" y="8226"/>
                  </a:lnTo>
                  <a:lnTo>
                    <a:pt x="1313" y="8342"/>
                  </a:lnTo>
                  <a:lnTo>
                    <a:pt x="1236" y="8419"/>
                  </a:lnTo>
                  <a:lnTo>
                    <a:pt x="1159" y="8457"/>
                  </a:lnTo>
                  <a:lnTo>
                    <a:pt x="1043" y="8496"/>
                  </a:lnTo>
                  <a:lnTo>
                    <a:pt x="811" y="8496"/>
                  </a:lnTo>
                  <a:lnTo>
                    <a:pt x="618" y="8419"/>
                  </a:lnTo>
                  <a:lnTo>
                    <a:pt x="541" y="8342"/>
                  </a:lnTo>
                  <a:lnTo>
                    <a:pt x="464" y="8264"/>
                  </a:lnTo>
                  <a:lnTo>
                    <a:pt x="386" y="8148"/>
                  </a:lnTo>
                  <a:lnTo>
                    <a:pt x="386" y="8033"/>
                  </a:lnTo>
                  <a:lnTo>
                    <a:pt x="386" y="7917"/>
                  </a:lnTo>
                  <a:lnTo>
                    <a:pt x="386" y="7801"/>
                  </a:lnTo>
                  <a:lnTo>
                    <a:pt x="502" y="7569"/>
                  </a:lnTo>
                  <a:lnTo>
                    <a:pt x="695" y="7415"/>
                  </a:lnTo>
                  <a:lnTo>
                    <a:pt x="850" y="7376"/>
                  </a:lnTo>
                  <a:close/>
                  <a:moveTo>
                    <a:pt x="3128" y="1"/>
                  </a:moveTo>
                  <a:lnTo>
                    <a:pt x="3089" y="39"/>
                  </a:lnTo>
                  <a:lnTo>
                    <a:pt x="3051" y="78"/>
                  </a:lnTo>
                  <a:lnTo>
                    <a:pt x="2819" y="503"/>
                  </a:lnTo>
                  <a:lnTo>
                    <a:pt x="2665" y="889"/>
                  </a:lnTo>
                  <a:lnTo>
                    <a:pt x="2356" y="1777"/>
                  </a:lnTo>
                  <a:lnTo>
                    <a:pt x="2085" y="2665"/>
                  </a:lnTo>
                  <a:lnTo>
                    <a:pt x="1854" y="3515"/>
                  </a:lnTo>
                  <a:lnTo>
                    <a:pt x="1313" y="5252"/>
                  </a:lnTo>
                  <a:lnTo>
                    <a:pt x="1043" y="6102"/>
                  </a:lnTo>
                  <a:lnTo>
                    <a:pt x="811" y="6990"/>
                  </a:lnTo>
                  <a:lnTo>
                    <a:pt x="657" y="6990"/>
                  </a:lnTo>
                  <a:lnTo>
                    <a:pt x="541" y="7029"/>
                  </a:lnTo>
                  <a:lnTo>
                    <a:pt x="386" y="7106"/>
                  </a:lnTo>
                  <a:lnTo>
                    <a:pt x="309" y="7222"/>
                  </a:lnTo>
                  <a:lnTo>
                    <a:pt x="271" y="7299"/>
                  </a:lnTo>
                  <a:lnTo>
                    <a:pt x="271" y="7376"/>
                  </a:lnTo>
                  <a:lnTo>
                    <a:pt x="116" y="7608"/>
                  </a:lnTo>
                  <a:lnTo>
                    <a:pt x="0" y="7840"/>
                  </a:lnTo>
                  <a:lnTo>
                    <a:pt x="0" y="8110"/>
                  </a:lnTo>
                  <a:lnTo>
                    <a:pt x="39" y="8264"/>
                  </a:lnTo>
                  <a:lnTo>
                    <a:pt x="78" y="8419"/>
                  </a:lnTo>
                  <a:lnTo>
                    <a:pt x="193" y="8573"/>
                  </a:lnTo>
                  <a:lnTo>
                    <a:pt x="348" y="8689"/>
                  </a:lnTo>
                  <a:lnTo>
                    <a:pt x="502" y="8805"/>
                  </a:lnTo>
                  <a:lnTo>
                    <a:pt x="657" y="8882"/>
                  </a:lnTo>
                  <a:lnTo>
                    <a:pt x="1043" y="8882"/>
                  </a:lnTo>
                  <a:lnTo>
                    <a:pt x="1236" y="8844"/>
                  </a:lnTo>
                  <a:lnTo>
                    <a:pt x="1429" y="8766"/>
                  </a:lnTo>
                  <a:lnTo>
                    <a:pt x="1584" y="8650"/>
                  </a:lnTo>
                  <a:lnTo>
                    <a:pt x="1699" y="8496"/>
                  </a:lnTo>
                  <a:lnTo>
                    <a:pt x="1777" y="8342"/>
                  </a:lnTo>
                  <a:lnTo>
                    <a:pt x="1854" y="8148"/>
                  </a:lnTo>
                  <a:lnTo>
                    <a:pt x="1854" y="7955"/>
                  </a:lnTo>
                  <a:lnTo>
                    <a:pt x="1854" y="7762"/>
                  </a:lnTo>
                  <a:lnTo>
                    <a:pt x="1815" y="7608"/>
                  </a:lnTo>
                  <a:lnTo>
                    <a:pt x="1738" y="7415"/>
                  </a:lnTo>
                  <a:lnTo>
                    <a:pt x="1622" y="7299"/>
                  </a:lnTo>
                  <a:lnTo>
                    <a:pt x="1506" y="7183"/>
                  </a:lnTo>
                  <a:lnTo>
                    <a:pt x="1352" y="7106"/>
                  </a:lnTo>
                  <a:lnTo>
                    <a:pt x="1197" y="7029"/>
                  </a:lnTo>
                  <a:lnTo>
                    <a:pt x="1545" y="6179"/>
                  </a:lnTo>
                  <a:lnTo>
                    <a:pt x="1815" y="5330"/>
                  </a:lnTo>
                  <a:lnTo>
                    <a:pt x="2394" y="3592"/>
                  </a:lnTo>
                  <a:lnTo>
                    <a:pt x="2665" y="2781"/>
                  </a:lnTo>
                  <a:lnTo>
                    <a:pt x="2974" y="1932"/>
                  </a:lnTo>
                  <a:lnTo>
                    <a:pt x="3244" y="1082"/>
                  </a:lnTo>
                  <a:lnTo>
                    <a:pt x="3321" y="657"/>
                  </a:lnTo>
                  <a:lnTo>
                    <a:pt x="3398" y="232"/>
                  </a:lnTo>
                  <a:lnTo>
                    <a:pt x="3360" y="117"/>
                  </a:lnTo>
                  <a:lnTo>
                    <a:pt x="3244" y="39"/>
                  </a:lnTo>
                  <a:lnTo>
                    <a:pt x="312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20"/>
            <p:cNvSpPr/>
            <p:nvPr/>
          </p:nvSpPr>
          <p:spPr>
            <a:xfrm>
              <a:off x="4217375" y="2321200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0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2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20"/>
            <p:cNvSpPr/>
            <p:nvPr/>
          </p:nvSpPr>
          <p:spPr>
            <a:xfrm>
              <a:off x="1643700" y="2334725"/>
              <a:ext cx="26075" cy="11600"/>
            </a:xfrm>
            <a:custGeom>
              <a:avLst/>
              <a:gdLst/>
              <a:ahLst/>
              <a:cxnLst/>
              <a:rect l="l" t="t" r="r" b="b"/>
              <a:pathLst>
                <a:path w="1043" h="464" extrusionOk="0">
                  <a:moveTo>
                    <a:pt x="773" y="1"/>
                  </a:moveTo>
                  <a:lnTo>
                    <a:pt x="541" y="39"/>
                  </a:lnTo>
                  <a:lnTo>
                    <a:pt x="309" y="78"/>
                  </a:lnTo>
                  <a:lnTo>
                    <a:pt x="77" y="194"/>
                  </a:lnTo>
                  <a:lnTo>
                    <a:pt x="39" y="232"/>
                  </a:lnTo>
                  <a:lnTo>
                    <a:pt x="0" y="271"/>
                  </a:lnTo>
                  <a:lnTo>
                    <a:pt x="39" y="387"/>
                  </a:lnTo>
                  <a:lnTo>
                    <a:pt x="77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43" y="232"/>
                  </a:lnTo>
                  <a:lnTo>
                    <a:pt x="1004" y="155"/>
                  </a:lnTo>
                  <a:lnTo>
                    <a:pt x="966" y="116"/>
                  </a:lnTo>
                  <a:lnTo>
                    <a:pt x="888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20"/>
            <p:cNvSpPr/>
            <p:nvPr/>
          </p:nvSpPr>
          <p:spPr>
            <a:xfrm>
              <a:off x="5914500" y="2336650"/>
              <a:ext cx="309900" cy="605325"/>
            </a:xfrm>
            <a:custGeom>
              <a:avLst/>
              <a:gdLst/>
              <a:ahLst/>
              <a:cxnLst/>
              <a:rect l="l" t="t" r="r" b="b"/>
              <a:pathLst>
                <a:path w="12396" h="24213" extrusionOk="0">
                  <a:moveTo>
                    <a:pt x="7955" y="464"/>
                  </a:moveTo>
                  <a:lnTo>
                    <a:pt x="8496" y="503"/>
                  </a:lnTo>
                  <a:lnTo>
                    <a:pt x="9036" y="619"/>
                  </a:lnTo>
                  <a:lnTo>
                    <a:pt x="9500" y="812"/>
                  </a:lnTo>
                  <a:lnTo>
                    <a:pt x="9924" y="1043"/>
                  </a:lnTo>
                  <a:lnTo>
                    <a:pt x="10311" y="1352"/>
                  </a:lnTo>
                  <a:lnTo>
                    <a:pt x="10658" y="1700"/>
                  </a:lnTo>
                  <a:lnTo>
                    <a:pt x="10967" y="2086"/>
                  </a:lnTo>
                  <a:lnTo>
                    <a:pt x="11237" y="2511"/>
                  </a:lnTo>
                  <a:lnTo>
                    <a:pt x="11469" y="2974"/>
                  </a:lnTo>
                  <a:lnTo>
                    <a:pt x="11662" y="3438"/>
                  </a:lnTo>
                  <a:lnTo>
                    <a:pt x="11778" y="3940"/>
                  </a:lnTo>
                  <a:lnTo>
                    <a:pt x="11855" y="4442"/>
                  </a:lnTo>
                  <a:lnTo>
                    <a:pt x="11894" y="4982"/>
                  </a:lnTo>
                  <a:lnTo>
                    <a:pt x="11894" y="5484"/>
                  </a:lnTo>
                  <a:lnTo>
                    <a:pt x="11817" y="5986"/>
                  </a:lnTo>
                  <a:lnTo>
                    <a:pt x="11701" y="6488"/>
                  </a:lnTo>
                  <a:lnTo>
                    <a:pt x="11546" y="6990"/>
                  </a:lnTo>
                  <a:lnTo>
                    <a:pt x="11315" y="7453"/>
                  </a:lnTo>
                  <a:lnTo>
                    <a:pt x="11083" y="7917"/>
                  </a:lnTo>
                  <a:lnTo>
                    <a:pt x="10813" y="8342"/>
                  </a:lnTo>
                  <a:lnTo>
                    <a:pt x="10504" y="8766"/>
                  </a:lnTo>
                  <a:lnTo>
                    <a:pt x="10195" y="9153"/>
                  </a:lnTo>
                  <a:lnTo>
                    <a:pt x="9847" y="9500"/>
                  </a:lnTo>
                  <a:lnTo>
                    <a:pt x="9461" y="9848"/>
                  </a:lnTo>
                  <a:lnTo>
                    <a:pt x="9036" y="10157"/>
                  </a:lnTo>
                  <a:lnTo>
                    <a:pt x="8650" y="10465"/>
                  </a:lnTo>
                  <a:lnTo>
                    <a:pt x="8187" y="10736"/>
                  </a:lnTo>
                  <a:lnTo>
                    <a:pt x="7762" y="11006"/>
                  </a:lnTo>
                  <a:lnTo>
                    <a:pt x="6835" y="11469"/>
                  </a:lnTo>
                  <a:lnTo>
                    <a:pt x="5870" y="11856"/>
                  </a:lnTo>
                  <a:lnTo>
                    <a:pt x="5677" y="11856"/>
                  </a:lnTo>
                  <a:lnTo>
                    <a:pt x="5638" y="11933"/>
                  </a:lnTo>
                  <a:lnTo>
                    <a:pt x="5600" y="11933"/>
                  </a:lnTo>
                  <a:lnTo>
                    <a:pt x="4982" y="11276"/>
                  </a:lnTo>
                  <a:lnTo>
                    <a:pt x="4441" y="10543"/>
                  </a:lnTo>
                  <a:lnTo>
                    <a:pt x="3978" y="9809"/>
                  </a:lnTo>
                  <a:lnTo>
                    <a:pt x="3746" y="9384"/>
                  </a:lnTo>
                  <a:lnTo>
                    <a:pt x="3592" y="8998"/>
                  </a:lnTo>
                  <a:lnTo>
                    <a:pt x="3437" y="8612"/>
                  </a:lnTo>
                  <a:lnTo>
                    <a:pt x="3283" y="8187"/>
                  </a:lnTo>
                  <a:lnTo>
                    <a:pt x="3167" y="7762"/>
                  </a:lnTo>
                  <a:lnTo>
                    <a:pt x="3090" y="7299"/>
                  </a:lnTo>
                  <a:lnTo>
                    <a:pt x="3051" y="6874"/>
                  </a:lnTo>
                  <a:lnTo>
                    <a:pt x="3012" y="6411"/>
                  </a:lnTo>
                  <a:lnTo>
                    <a:pt x="3051" y="5948"/>
                  </a:lnTo>
                  <a:lnTo>
                    <a:pt x="3090" y="5484"/>
                  </a:lnTo>
                  <a:lnTo>
                    <a:pt x="3167" y="5021"/>
                  </a:lnTo>
                  <a:lnTo>
                    <a:pt x="3244" y="4557"/>
                  </a:lnTo>
                  <a:lnTo>
                    <a:pt x="3399" y="4094"/>
                  </a:lnTo>
                  <a:lnTo>
                    <a:pt x="3592" y="3669"/>
                  </a:lnTo>
                  <a:lnTo>
                    <a:pt x="3785" y="3206"/>
                  </a:lnTo>
                  <a:lnTo>
                    <a:pt x="4055" y="2820"/>
                  </a:lnTo>
                  <a:lnTo>
                    <a:pt x="4325" y="2395"/>
                  </a:lnTo>
                  <a:lnTo>
                    <a:pt x="4634" y="2047"/>
                  </a:lnTo>
                  <a:lnTo>
                    <a:pt x="4943" y="1700"/>
                  </a:lnTo>
                  <a:lnTo>
                    <a:pt x="5329" y="1391"/>
                  </a:lnTo>
                  <a:lnTo>
                    <a:pt x="5715" y="1082"/>
                  </a:lnTo>
                  <a:lnTo>
                    <a:pt x="6102" y="850"/>
                  </a:lnTo>
                  <a:lnTo>
                    <a:pt x="6526" y="696"/>
                  </a:lnTo>
                  <a:lnTo>
                    <a:pt x="6990" y="541"/>
                  </a:lnTo>
                  <a:lnTo>
                    <a:pt x="7453" y="464"/>
                  </a:lnTo>
                  <a:close/>
                  <a:moveTo>
                    <a:pt x="5561" y="12280"/>
                  </a:moveTo>
                  <a:lnTo>
                    <a:pt x="5600" y="12319"/>
                  </a:lnTo>
                  <a:lnTo>
                    <a:pt x="5677" y="12358"/>
                  </a:lnTo>
                  <a:lnTo>
                    <a:pt x="5793" y="12898"/>
                  </a:lnTo>
                  <a:lnTo>
                    <a:pt x="5098" y="12589"/>
                  </a:lnTo>
                  <a:lnTo>
                    <a:pt x="5561" y="12280"/>
                  </a:lnTo>
                  <a:close/>
                  <a:moveTo>
                    <a:pt x="3321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2" y="13979"/>
                  </a:lnTo>
                  <a:lnTo>
                    <a:pt x="2781" y="13941"/>
                  </a:lnTo>
                  <a:lnTo>
                    <a:pt x="2510" y="13825"/>
                  </a:lnTo>
                  <a:lnTo>
                    <a:pt x="2935" y="13400"/>
                  </a:lnTo>
                  <a:lnTo>
                    <a:pt x="3321" y="12975"/>
                  </a:lnTo>
                  <a:close/>
                  <a:moveTo>
                    <a:pt x="3939" y="14327"/>
                  </a:moveTo>
                  <a:lnTo>
                    <a:pt x="5098" y="14520"/>
                  </a:lnTo>
                  <a:lnTo>
                    <a:pt x="4441" y="15485"/>
                  </a:lnTo>
                  <a:lnTo>
                    <a:pt x="4287" y="15215"/>
                  </a:lnTo>
                  <a:lnTo>
                    <a:pt x="4171" y="14945"/>
                  </a:lnTo>
                  <a:lnTo>
                    <a:pt x="4055" y="14636"/>
                  </a:lnTo>
                  <a:lnTo>
                    <a:pt x="3978" y="14366"/>
                  </a:lnTo>
                  <a:lnTo>
                    <a:pt x="3939" y="14327"/>
                  </a:lnTo>
                  <a:close/>
                  <a:moveTo>
                    <a:pt x="3746" y="14597"/>
                  </a:moveTo>
                  <a:lnTo>
                    <a:pt x="3823" y="14945"/>
                  </a:lnTo>
                  <a:lnTo>
                    <a:pt x="3978" y="15292"/>
                  </a:lnTo>
                  <a:lnTo>
                    <a:pt x="4132" y="15601"/>
                  </a:lnTo>
                  <a:lnTo>
                    <a:pt x="4287" y="15910"/>
                  </a:lnTo>
                  <a:lnTo>
                    <a:pt x="4364" y="15987"/>
                  </a:lnTo>
                  <a:lnTo>
                    <a:pt x="4055" y="16412"/>
                  </a:lnTo>
                  <a:lnTo>
                    <a:pt x="3746" y="16875"/>
                  </a:lnTo>
                  <a:lnTo>
                    <a:pt x="3592" y="16412"/>
                  </a:lnTo>
                  <a:lnTo>
                    <a:pt x="3476" y="15949"/>
                  </a:lnTo>
                  <a:lnTo>
                    <a:pt x="3476" y="15717"/>
                  </a:lnTo>
                  <a:lnTo>
                    <a:pt x="3476" y="15447"/>
                  </a:lnTo>
                  <a:lnTo>
                    <a:pt x="3514" y="15215"/>
                  </a:lnTo>
                  <a:lnTo>
                    <a:pt x="3553" y="14983"/>
                  </a:lnTo>
                  <a:lnTo>
                    <a:pt x="3746" y="14597"/>
                  </a:lnTo>
                  <a:close/>
                  <a:moveTo>
                    <a:pt x="4480" y="16335"/>
                  </a:moveTo>
                  <a:lnTo>
                    <a:pt x="4673" y="16760"/>
                  </a:lnTo>
                  <a:lnTo>
                    <a:pt x="4789" y="17223"/>
                  </a:lnTo>
                  <a:lnTo>
                    <a:pt x="4364" y="17107"/>
                  </a:lnTo>
                  <a:lnTo>
                    <a:pt x="3939" y="17030"/>
                  </a:lnTo>
                  <a:lnTo>
                    <a:pt x="4480" y="16335"/>
                  </a:lnTo>
                  <a:close/>
                  <a:moveTo>
                    <a:pt x="2472" y="16875"/>
                  </a:moveTo>
                  <a:lnTo>
                    <a:pt x="3399" y="17107"/>
                  </a:lnTo>
                  <a:lnTo>
                    <a:pt x="3476" y="17262"/>
                  </a:lnTo>
                  <a:lnTo>
                    <a:pt x="3321" y="17377"/>
                  </a:lnTo>
                  <a:lnTo>
                    <a:pt x="3167" y="17571"/>
                  </a:lnTo>
                  <a:lnTo>
                    <a:pt x="2897" y="17918"/>
                  </a:lnTo>
                  <a:lnTo>
                    <a:pt x="2665" y="17416"/>
                  </a:lnTo>
                  <a:lnTo>
                    <a:pt x="2472" y="16875"/>
                  </a:lnTo>
                  <a:close/>
                  <a:moveTo>
                    <a:pt x="3360" y="19733"/>
                  </a:moveTo>
                  <a:lnTo>
                    <a:pt x="4055" y="20428"/>
                  </a:lnTo>
                  <a:lnTo>
                    <a:pt x="3553" y="20660"/>
                  </a:lnTo>
                  <a:lnTo>
                    <a:pt x="3012" y="20969"/>
                  </a:lnTo>
                  <a:lnTo>
                    <a:pt x="3012" y="20969"/>
                  </a:lnTo>
                  <a:lnTo>
                    <a:pt x="3167" y="20351"/>
                  </a:lnTo>
                  <a:lnTo>
                    <a:pt x="3360" y="19733"/>
                  </a:lnTo>
                  <a:close/>
                  <a:moveTo>
                    <a:pt x="5677" y="20119"/>
                  </a:moveTo>
                  <a:lnTo>
                    <a:pt x="5986" y="20196"/>
                  </a:lnTo>
                  <a:lnTo>
                    <a:pt x="5715" y="20891"/>
                  </a:lnTo>
                  <a:lnTo>
                    <a:pt x="5368" y="21548"/>
                  </a:lnTo>
                  <a:lnTo>
                    <a:pt x="4673" y="20583"/>
                  </a:lnTo>
                  <a:lnTo>
                    <a:pt x="4634" y="20544"/>
                  </a:lnTo>
                  <a:lnTo>
                    <a:pt x="4673" y="20235"/>
                  </a:lnTo>
                  <a:lnTo>
                    <a:pt x="5020" y="20158"/>
                  </a:lnTo>
                  <a:lnTo>
                    <a:pt x="5329" y="20119"/>
                  </a:lnTo>
                  <a:close/>
                  <a:moveTo>
                    <a:pt x="7453" y="1"/>
                  </a:moveTo>
                  <a:lnTo>
                    <a:pt x="7067" y="39"/>
                  </a:lnTo>
                  <a:lnTo>
                    <a:pt x="6719" y="155"/>
                  </a:lnTo>
                  <a:lnTo>
                    <a:pt x="6333" y="271"/>
                  </a:lnTo>
                  <a:lnTo>
                    <a:pt x="5986" y="426"/>
                  </a:lnTo>
                  <a:lnTo>
                    <a:pt x="5638" y="580"/>
                  </a:lnTo>
                  <a:lnTo>
                    <a:pt x="5291" y="812"/>
                  </a:lnTo>
                  <a:lnTo>
                    <a:pt x="4943" y="1043"/>
                  </a:lnTo>
                  <a:lnTo>
                    <a:pt x="4634" y="1314"/>
                  </a:lnTo>
                  <a:lnTo>
                    <a:pt x="4364" y="1623"/>
                  </a:lnTo>
                  <a:lnTo>
                    <a:pt x="4094" y="1893"/>
                  </a:lnTo>
                  <a:lnTo>
                    <a:pt x="3823" y="2240"/>
                  </a:lnTo>
                  <a:lnTo>
                    <a:pt x="3592" y="2549"/>
                  </a:lnTo>
                  <a:lnTo>
                    <a:pt x="3399" y="2897"/>
                  </a:lnTo>
                  <a:lnTo>
                    <a:pt x="3205" y="3283"/>
                  </a:lnTo>
                  <a:lnTo>
                    <a:pt x="3051" y="3631"/>
                  </a:lnTo>
                  <a:lnTo>
                    <a:pt x="2897" y="4017"/>
                  </a:lnTo>
                  <a:lnTo>
                    <a:pt x="2781" y="4403"/>
                  </a:lnTo>
                  <a:lnTo>
                    <a:pt x="2703" y="4789"/>
                  </a:lnTo>
                  <a:lnTo>
                    <a:pt x="2626" y="5175"/>
                  </a:lnTo>
                  <a:lnTo>
                    <a:pt x="2588" y="5600"/>
                  </a:lnTo>
                  <a:lnTo>
                    <a:pt x="2549" y="5986"/>
                  </a:lnTo>
                  <a:lnTo>
                    <a:pt x="2549" y="6411"/>
                  </a:lnTo>
                  <a:lnTo>
                    <a:pt x="2549" y="6836"/>
                  </a:lnTo>
                  <a:lnTo>
                    <a:pt x="2665" y="7724"/>
                  </a:lnTo>
                  <a:lnTo>
                    <a:pt x="2742" y="8149"/>
                  </a:lnTo>
                  <a:lnTo>
                    <a:pt x="2858" y="8573"/>
                  </a:lnTo>
                  <a:lnTo>
                    <a:pt x="3012" y="8998"/>
                  </a:lnTo>
                  <a:lnTo>
                    <a:pt x="3167" y="9384"/>
                  </a:lnTo>
                  <a:lnTo>
                    <a:pt x="3321" y="9809"/>
                  </a:lnTo>
                  <a:lnTo>
                    <a:pt x="3553" y="10195"/>
                  </a:lnTo>
                  <a:lnTo>
                    <a:pt x="3746" y="10543"/>
                  </a:lnTo>
                  <a:lnTo>
                    <a:pt x="4016" y="10929"/>
                  </a:lnTo>
                  <a:lnTo>
                    <a:pt x="4287" y="11238"/>
                  </a:lnTo>
                  <a:lnTo>
                    <a:pt x="4596" y="11547"/>
                  </a:lnTo>
                  <a:lnTo>
                    <a:pt x="4905" y="11856"/>
                  </a:lnTo>
                  <a:lnTo>
                    <a:pt x="5252" y="12087"/>
                  </a:lnTo>
                  <a:lnTo>
                    <a:pt x="4557" y="12473"/>
                  </a:lnTo>
                  <a:lnTo>
                    <a:pt x="4480" y="12551"/>
                  </a:lnTo>
                  <a:lnTo>
                    <a:pt x="4441" y="12666"/>
                  </a:lnTo>
                  <a:lnTo>
                    <a:pt x="4480" y="12782"/>
                  </a:lnTo>
                  <a:lnTo>
                    <a:pt x="4596" y="12860"/>
                  </a:lnTo>
                  <a:lnTo>
                    <a:pt x="5020" y="13014"/>
                  </a:lnTo>
                  <a:lnTo>
                    <a:pt x="4673" y="13168"/>
                  </a:lnTo>
                  <a:lnTo>
                    <a:pt x="4403" y="13362"/>
                  </a:lnTo>
                  <a:lnTo>
                    <a:pt x="4094" y="13555"/>
                  </a:lnTo>
                  <a:lnTo>
                    <a:pt x="3862" y="13786"/>
                  </a:lnTo>
                  <a:lnTo>
                    <a:pt x="3823" y="13477"/>
                  </a:lnTo>
                  <a:lnTo>
                    <a:pt x="3746" y="13168"/>
                  </a:lnTo>
                  <a:lnTo>
                    <a:pt x="3630" y="12860"/>
                  </a:lnTo>
                  <a:lnTo>
                    <a:pt x="3514" y="12551"/>
                  </a:lnTo>
                  <a:lnTo>
                    <a:pt x="3476" y="12473"/>
                  </a:lnTo>
                  <a:lnTo>
                    <a:pt x="3360" y="12435"/>
                  </a:lnTo>
                  <a:lnTo>
                    <a:pt x="3283" y="12473"/>
                  </a:lnTo>
                  <a:lnTo>
                    <a:pt x="3205" y="12512"/>
                  </a:lnTo>
                  <a:lnTo>
                    <a:pt x="2665" y="13168"/>
                  </a:lnTo>
                  <a:lnTo>
                    <a:pt x="2086" y="13748"/>
                  </a:lnTo>
                  <a:lnTo>
                    <a:pt x="2047" y="13825"/>
                  </a:lnTo>
                  <a:lnTo>
                    <a:pt x="2008" y="13902"/>
                  </a:lnTo>
                  <a:lnTo>
                    <a:pt x="2047" y="13979"/>
                  </a:lnTo>
                  <a:lnTo>
                    <a:pt x="2086" y="14057"/>
                  </a:lnTo>
                  <a:lnTo>
                    <a:pt x="2395" y="14211"/>
                  </a:lnTo>
                  <a:lnTo>
                    <a:pt x="2742" y="14288"/>
                  </a:lnTo>
                  <a:lnTo>
                    <a:pt x="3051" y="14366"/>
                  </a:lnTo>
                  <a:lnTo>
                    <a:pt x="3399" y="14366"/>
                  </a:lnTo>
                  <a:lnTo>
                    <a:pt x="3244" y="14636"/>
                  </a:lnTo>
                  <a:lnTo>
                    <a:pt x="3128" y="14945"/>
                  </a:lnTo>
                  <a:lnTo>
                    <a:pt x="3090" y="15176"/>
                  </a:lnTo>
                  <a:lnTo>
                    <a:pt x="3051" y="15408"/>
                  </a:lnTo>
                  <a:lnTo>
                    <a:pt x="3051" y="15872"/>
                  </a:lnTo>
                  <a:lnTo>
                    <a:pt x="3128" y="16296"/>
                  </a:lnTo>
                  <a:lnTo>
                    <a:pt x="3244" y="16760"/>
                  </a:lnTo>
                  <a:lnTo>
                    <a:pt x="2781" y="16567"/>
                  </a:lnTo>
                  <a:lnTo>
                    <a:pt x="2279" y="16412"/>
                  </a:lnTo>
                  <a:lnTo>
                    <a:pt x="2201" y="16412"/>
                  </a:lnTo>
                  <a:lnTo>
                    <a:pt x="2124" y="16451"/>
                  </a:lnTo>
                  <a:lnTo>
                    <a:pt x="2047" y="16528"/>
                  </a:lnTo>
                  <a:lnTo>
                    <a:pt x="2047" y="16644"/>
                  </a:lnTo>
                  <a:lnTo>
                    <a:pt x="2163" y="17107"/>
                  </a:lnTo>
                  <a:lnTo>
                    <a:pt x="2279" y="17532"/>
                  </a:lnTo>
                  <a:lnTo>
                    <a:pt x="2472" y="17957"/>
                  </a:lnTo>
                  <a:lnTo>
                    <a:pt x="2703" y="18381"/>
                  </a:lnTo>
                  <a:lnTo>
                    <a:pt x="2781" y="18459"/>
                  </a:lnTo>
                  <a:lnTo>
                    <a:pt x="2858" y="18497"/>
                  </a:lnTo>
                  <a:lnTo>
                    <a:pt x="2935" y="18459"/>
                  </a:lnTo>
                  <a:lnTo>
                    <a:pt x="3012" y="18381"/>
                  </a:lnTo>
                  <a:lnTo>
                    <a:pt x="3321" y="18034"/>
                  </a:lnTo>
                  <a:lnTo>
                    <a:pt x="3514" y="17802"/>
                  </a:lnTo>
                  <a:lnTo>
                    <a:pt x="3630" y="17609"/>
                  </a:lnTo>
                  <a:lnTo>
                    <a:pt x="3707" y="17764"/>
                  </a:lnTo>
                  <a:lnTo>
                    <a:pt x="3978" y="18343"/>
                  </a:lnTo>
                  <a:lnTo>
                    <a:pt x="4132" y="18961"/>
                  </a:lnTo>
                  <a:lnTo>
                    <a:pt x="4248" y="19540"/>
                  </a:lnTo>
                  <a:lnTo>
                    <a:pt x="4248" y="20158"/>
                  </a:lnTo>
                  <a:lnTo>
                    <a:pt x="3437" y="19308"/>
                  </a:lnTo>
                  <a:lnTo>
                    <a:pt x="3399" y="19270"/>
                  </a:lnTo>
                  <a:lnTo>
                    <a:pt x="3205" y="19270"/>
                  </a:lnTo>
                  <a:lnTo>
                    <a:pt x="3167" y="19347"/>
                  </a:lnTo>
                  <a:lnTo>
                    <a:pt x="2974" y="19810"/>
                  </a:lnTo>
                  <a:lnTo>
                    <a:pt x="2781" y="20274"/>
                  </a:lnTo>
                  <a:lnTo>
                    <a:pt x="2665" y="20776"/>
                  </a:lnTo>
                  <a:lnTo>
                    <a:pt x="2626" y="21316"/>
                  </a:lnTo>
                  <a:lnTo>
                    <a:pt x="2626" y="21393"/>
                  </a:lnTo>
                  <a:lnTo>
                    <a:pt x="2703" y="21471"/>
                  </a:lnTo>
                  <a:lnTo>
                    <a:pt x="2781" y="21509"/>
                  </a:lnTo>
                  <a:lnTo>
                    <a:pt x="2897" y="21471"/>
                  </a:lnTo>
                  <a:lnTo>
                    <a:pt x="3514" y="21162"/>
                  </a:lnTo>
                  <a:lnTo>
                    <a:pt x="4171" y="20776"/>
                  </a:lnTo>
                  <a:lnTo>
                    <a:pt x="4171" y="20776"/>
                  </a:lnTo>
                  <a:lnTo>
                    <a:pt x="4055" y="21162"/>
                  </a:lnTo>
                  <a:lnTo>
                    <a:pt x="3901" y="21548"/>
                  </a:lnTo>
                  <a:lnTo>
                    <a:pt x="3669" y="22050"/>
                  </a:lnTo>
                  <a:lnTo>
                    <a:pt x="3321" y="22552"/>
                  </a:lnTo>
                  <a:lnTo>
                    <a:pt x="2897" y="23015"/>
                  </a:lnTo>
                  <a:lnTo>
                    <a:pt x="2626" y="23247"/>
                  </a:lnTo>
                  <a:lnTo>
                    <a:pt x="2395" y="23401"/>
                  </a:lnTo>
                  <a:lnTo>
                    <a:pt x="2124" y="23594"/>
                  </a:lnTo>
                  <a:lnTo>
                    <a:pt x="1854" y="23710"/>
                  </a:lnTo>
                  <a:lnTo>
                    <a:pt x="1584" y="23788"/>
                  </a:lnTo>
                  <a:lnTo>
                    <a:pt x="1313" y="23788"/>
                  </a:lnTo>
                  <a:lnTo>
                    <a:pt x="1082" y="23749"/>
                  </a:lnTo>
                  <a:lnTo>
                    <a:pt x="811" y="23672"/>
                  </a:lnTo>
                  <a:lnTo>
                    <a:pt x="541" y="23517"/>
                  </a:lnTo>
                  <a:lnTo>
                    <a:pt x="309" y="23286"/>
                  </a:lnTo>
                  <a:lnTo>
                    <a:pt x="232" y="23247"/>
                  </a:lnTo>
                  <a:lnTo>
                    <a:pt x="78" y="23247"/>
                  </a:lnTo>
                  <a:lnTo>
                    <a:pt x="39" y="23363"/>
                  </a:lnTo>
                  <a:lnTo>
                    <a:pt x="0" y="23401"/>
                  </a:lnTo>
                  <a:lnTo>
                    <a:pt x="39" y="23479"/>
                  </a:lnTo>
                  <a:lnTo>
                    <a:pt x="155" y="23633"/>
                  </a:lnTo>
                  <a:lnTo>
                    <a:pt x="271" y="23788"/>
                  </a:lnTo>
                  <a:lnTo>
                    <a:pt x="387" y="23903"/>
                  </a:lnTo>
                  <a:lnTo>
                    <a:pt x="541" y="24019"/>
                  </a:lnTo>
                  <a:lnTo>
                    <a:pt x="695" y="24096"/>
                  </a:lnTo>
                  <a:lnTo>
                    <a:pt x="889" y="24135"/>
                  </a:lnTo>
                  <a:lnTo>
                    <a:pt x="1236" y="24212"/>
                  </a:lnTo>
                  <a:lnTo>
                    <a:pt x="1584" y="24174"/>
                  </a:lnTo>
                  <a:lnTo>
                    <a:pt x="1970" y="24096"/>
                  </a:lnTo>
                  <a:lnTo>
                    <a:pt x="2317" y="23942"/>
                  </a:lnTo>
                  <a:lnTo>
                    <a:pt x="2665" y="23749"/>
                  </a:lnTo>
                  <a:lnTo>
                    <a:pt x="3012" y="23479"/>
                  </a:lnTo>
                  <a:lnTo>
                    <a:pt x="3321" y="23208"/>
                  </a:lnTo>
                  <a:lnTo>
                    <a:pt x="3630" y="22861"/>
                  </a:lnTo>
                  <a:lnTo>
                    <a:pt x="3901" y="22513"/>
                  </a:lnTo>
                  <a:lnTo>
                    <a:pt x="4132" y="22127"/>
                  </a:lnTo>
                  <a:lnTo>
                    <a:pt x="4325" y="21702"/>
                  </a:lnTo>
                  <a:lnTo>
                    <a:pt x="4480" y="21316"/>
                  </a:lnTo>
                  <a:lnTo>
                    <a:pt x="4596" y="20853"/>
                  </a:lnTo>
                  <a:lnTo>
                    <a:pt x="5213" y="21973"/>
                  </a:lnTo>
                  <a:lnTo>
                    <a:pt x="5291" y="22050"/>
                  </a:lnTo>
                  <a:lnTo>
                    <a:pt x="5368" y="22088"/>
                  </a:lnTo>
                  <a:lnTo>
                    <a:pt x="5445" y="22050"/>
                  </a:lnTo>
                  <a:lnTo>
                    <a:pt x="5522" y="22011"/>
                  </a:lnTo>
                  <a:lnTo>
                    <a:pt x="5793" y="21548"/>
                  </a:lnTo>
                  <a:lnTo>
                    <a:pt x="6024" y="21084"/>
                  </a:lnTo>
                  <a:lnTo>
                    <a:pt x="6410" y="20119"/>
                  </a:lnTo>
                  <a:lnTo>
                    <a:pt x="6410" y="20042"/>
                  </a:lnTo>
                  <a:lnTo>
                    <a:pt x="6410" y="19965"/>
                  </a:lnTo>
                  <a:lnTo>
                    <a:pt x="6372" y="19926"/>
                  </a:lnTo>
                  <a:lnTo>
                    <a:pt x="6295" y="19887"/>
                  </a:lnTo>
                  <a:lnTo>
                    <a:pt x="5908" y="19772"/>
                  </a:lnTo>
                  <a:lnTo>
                    <a:pt x="5484" y="19733"/>
                  </a:lnTo>
                  <a:lnTo>
                    <a:pt x="5098" y="19733"/>
                  </a:lnTo>
                  <a:lnTo>
                    <a:pt x="4673" y="19849"/>
                  </a:lnTo>
                  <a:lnTo>
                    <a:pt x="4634" y="19231"/>
                  </a:lnTo>
                  <a:lnTo>
                    <a:pt x="4518" y="18652"/>
                  </a:lnTo>
                  <a:lnTo>
                    <a:pt x="4287" y="18034"/>
                  </a:lnTo>
                  <a:lnTo>
                    <a:pt x="4055" y="17455"/>
                  </a:lnTo>
                  <a:lnTo>
                    <a:pt x="4518" y="17532"/>
                  </a:lnTo>
                  <a:lnTo>
                    <a:pt x="4982" y="17609"/>
                  </a:lnTo>
                  <a:lnTo>
                    <a:pt x="5059" y="17609"/>
                  </a:lnTo>
                  <a:lnTo>
                    <a:pt x="5098" y="17532"/>
                  </a:lnTo>
                  <a:lnTo>
                    <a:pt x="5136" y="17493"/>
                  </a:lnTo>
                  <a:lnTo>
                    <a:pt x="5136" y="17377"/>
                  </a:lnTo>
                  <a:lnTo>
                    <a:pt x="5098" y="17030"/>
                  </a:lnTo>
                  <a:lnTo>
                    <a:pt x="4982" y="16644"/>
                  </a:lnTo>
                  <a:lnTo>
                    <a:pt x="4827" y="16296"/>
                  </a:lnTo>
                  <a:lnTo>
                    <a:pt x="4673" y="15987"/>
                  </a:lnTo>
                  <a:lnTo>
                    <a:pt x="4596" y="15910"/>
                  </a:lnTo>
                  <a:lnTo>
                    <a:pt x="4634" y="15910"/>
                  </a:lnTo>
                  <a:lnTo>
                    <a:pt x="5600" y="14481"/>
                  </a:lnTo>
                  <a:lnTo>
                    <a:pt x="5638" y="14366"/>
                  </a:lnTo>
                  <a:lnTo>
                    <a:pt x="5600" y="14288"/>
                  </a:lnTo>
                  <a:lnTo>
                    <a:pt x="5561" y="14211"/>
                  </a:lnTo>
                  <a:lnTo>
                    <a:pt x="5445" y="14172"/>
                  </a:lnTo>
                  <a:lnTo>
                    <a:pt x="4209" y="13979"/>
                  </a:lnTo>
                  <a:lnTo>
                    <a:pt x="4480" y="13748"/>
                  </a:lnTo>
                  <a:lnTo>
                    <a:pt x="4789" y="13555"/>
                  </a:lnTo>
                  <a:lnTo>
                    <a:pt x="5098" y="13362"/>
                  </a:lnTo>
                  <a:lnTo>
                    <a:pt x="5406" y="13168"/>
                  </a:lnTo>
                  <a:lnTo>
                    <a:pt x="6024" y="13400"/>
                  </a:lnTo>
                  <a:lnTo>
                    <a:pt x="6140" y="13439"/>
                  </a:lnTo>
                  <a:lnTo>
                    <a:pt x="6217" y="13362"/>
                  </a:lnTo>
                  <a:lnTo>
                    <a:pt x="6256" y="13284"/>
                  </a:lnTo>
                  <a:lnTo>
                    <a:pt x="6295" y="13168"/>
                  </a:lnTo>
                  <a:lnTo>
                    <a:pt x="6179" y="12705"/>
                  </a:lnTo>
                  <a:lnTo>
                    <a:pt x="6063" y="12242"/>
                  </a:lnTo>
                  <a:lnTo>
                    <a:pt x="6912" y="11933"/>
                  </a:lnTo>
                  <a:lnTo>
                    <a:pt x="7723" y="11585"/>
                  </a:lnTo>
                  <a:lnTo>
                    <a:pt x="8534" y="11122"/>
                  </a:lnTo>
                  <a:lnTo>
                    <a:pt x="9268" y="10620"/>
                  </a:lnTo>
                  <a:lnTo>
                    <a:pt x="9963" y="10079"/>
                  </a:lnTo>
                  <a:lnTo>
                    <a:pt x="10311" y="9770"/>
                  </a:lnTo>
                  <a:lnTo>
                    <a:pt x="10620" y="9423"/>
                  </a:lnTo>
                  <a:lnTo>
                    <a:pt x="10890" y="9075"/>
                  </a:lnTo>
                  <a:lnTo>
                    <a:pt x="11160" y="8728"/>
                  </a:lnTo>
                  <a:lnTo>
                    <a:pt x="11392" y="8342"/>
                  </a:lnTo>
                  <a:lnTo>
                    <a:pt x="11623" y="7955"/>
                  </a:lnTo>
                  <a:lnTo>
                    <a:pt x="11817" y="7569"/>
                  </a:lnTo>
                  <a:lnTo>
                    <a:pt x="11971" y="7183"/>
                  </a:lnTo>
                  <a:lnTo>
                    <a:pt x="12125" y="6758"/>
                  </a:lnTo>
                  <a:lnTo>
                    <a:pt x="12241" y="6334"/>
                  </a:lnTo>
                  <a:lnTo>
                    <a:pt x="12319" y="5948"/>
                  </a:lnTo>
                  <a:lnTo>
                    <a:pt x="12357" y="5523"/>
                  </a:lnTo>
                  <a:lnTo>
                    <a:pt x="12396" y="5098"/>
                  </a:lnTo>
                  <a:lnTo>
                    <a:pt x="12396" y="4673"/>
                  </a:lnTo>
                  <a:lnTo>
                    <a:pt x="12357" y="4248"/>
                  </a:lnTo>
                  <a:lnTo>
                    <a:pt x="12280" y="3824"/>
                  </a:lnTo>
                  <a:lnTo>
                    <a:pt x="12203" y="3438"/>
                  </a:lnTo>
                  <a:lnTo>
                    <a:pt x="12048" y="3051"/>
                  </a:lnTo>
                  <a:lnTo>
                    <a:pt x="11894" y="2665"/>
                  </a:lnTo>
                  <a:lnTo>
                    <a:pt x="11701" y="2279"/>
                  </a:lnTo>
                  <a:lnTo>
                    <a:pt x="11469" y="1893"/>
                  </a:lnTo>
                  <a:lnTo>
                    <a:pt x="11160" y="1545"/>
                  </a:lnTo>
                  <a:lnTo>
                    <a:pt x="10890" y="1275"/>
                  </a:lnTo>
                  <a:lnTo>
                    <a:pt x="10620" y="1005"/>
                  </a:lnTo>
                  <a:lnTo>
                    <a:pt x="10311" y="773"/>
                  </a:lnTo>
                  <a:lnTo>
                    <a:pt x="9963" y="580"/>
                  </a:lnTo>
                  <a:lnTo>
                    <a:pt x="9654" y="387"/>
                  </a:lnTo>
                  <a:lnTo>
                    <a:pt x="9307" y="233"/>
                  </a:lnTo>
                  <a:lnTo>
                    <a:pt x="8920" y="117"/>
                  </a:lnTo>
                  <a:lnTo>
                    <a:pt x="8573" y="39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775;p20"/>
            <p:cNvSpPr/>
            <p:nvPr/>
          </p:nvSpPr>
          <p:spPr>
            <a:xfrm>
              <a:off x="1545225" y="23405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1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776;p20"/>
            <p:cNvSpPr/>
            <p:nvPr/>
          </p:nvSpPr>
          <p:spPr>
            <a:xfrm>
              <a:off x="6777550" y="23482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9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1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20"/>
            <p:cNvSpPr/>
            <p:nvPr/>
          </p:nvSpPr>
          <p:spPr>
            <a:xfrm>
              <a:off x="6642400" y="2349200"/>
              <a:ext cx="437325" cy="301225"/>
            </a:xfrm>
            <a:custGeom>
              <a:avLst/>
              <a:gdLst/>
              <a:ahLst/>
              <a:cxnLst/>
              <a:rect l="l" t="t" r="r" b="b"/>
              <a:pathLst>
                <a:path w="17493" h="12049" extrusionOk="0">
                  <a:moveTo>
                    <a:pt x="12086" y="503"/>
                  </a:moveTo>
                  <a:lnTo>
                    <a:pt x="12202" y="580"/>
                  </a:lnTo>
                  <a:lnTo>
                    <a:pt x="12280" y="657"/>
                  </a:lnTo>
                  <a:lnTo>
                    <a:pt x="12627" y="850"/>
                  </a:lnTo>
                  <a:lnTo>
                    <a:pt x="12897" y="1159"/>
                  </a:lnTo>
                  <a:lnTo>
                    <a:pt x="13129" y="1507"/>
                  </a:lnTo>
                  <a:lnTo>
                    <a:pt x="13322" y="1854"/>
                  </a:lnTo>
                  <a:lnTo>
                    <a:pt x="13477" y="2240"/>
                  </a:lnTo>
                  <a:lnTo>
                    <a:pt x="13631" y="2665"/>
                  </a:lnTo>
                  <a:lnTo>
                    <a:pt x="13824" y="3438"/>
                  </a:lnTo>
                  <a:lnTo>
                    <a:pt x="13090" y="3013"/>
                  </a:lnTo>
                  <a:lnTo>
                    <a:pt x="12704" y="2781"/>
                  </a:lnTo>
                  <a:lnTo>
                    <a:pt x="12357" y="2472"/>
                  </a:lnTo>
                  <a:lnTo>
                    <a:pt x="12009" y="2125"/>
                  </a:lnTo>
                  <a:lnTo>
                    <a:pt x="11816" y="1932"/>
                  </a:lnTo>
                  <a:lnTo>
                    <a:pt x="11662" y="1700"/>
                  </a:lnTo>
                  <a:lnTo>
                    <a:pt x="11507" y="1391"/>
                  </a:lnTo>
                  <a:lnTo>
                    <a:pt x="11430" y="1043"/>
                  </a:lnTo>
                  <a:lnTo>
                    <a:pt x="11662" y="735"/>
                  </a:lnTo>
                  <a:lnTo>
                    <a:pt x="11739" y="619"/>
                  </a:lnTo>
                  <a:lnTo>
                    <a:pt x="11855" y="541"/>
                  </a:lnTo>
                  <a:lnTo>
                    <a:pt x="11971" y="503"/>
                  </a:lnTo>
                  <a:close/>
                  <a:moveTo>
                    <a:pt x="16218" y="1584"/>
                  </a:moveTo>
                  <a:lnTo>
                    <a:pt x="16296" y="1623"/>
                  </a:lnTo>
                  <a:lnTo>
                    <a:pt x="16411" y="1661"/>
                  </a:lnTo>
                  <a:lnTo>
                    <a:pt x="16489" y="1738"/>
                  </a:lnTo>
                  <a:lnTo>
                    <a:pt x="16566" y="1816"/>
                  </a:lnTo>
                  <a:lnTo>
                    <a:pt x="16604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4" y="2511"/>
                  </a:lnTo>
                  <a:lnTo>
                    <a:pt x="16527" y="2665"/>
                  </a:lnTo>
                  <a:lnTo>
                    <a:pt x="16411" y="2820"/>
                  </a:lnTo>
                  <a:lnTo>
                    <a:pt x="16296" y="2974"/>
                  </a:lnTo>
                  <a:lnTo>
                    <a:pt x="15948" y="3206"/>
                  </a:lnTo>
                  <a:lnTo>
                    <a:pt x="15562" y="3399"/>
                  </a:lnTo>
                  <a:lnTo>
                    <a:pt x="15137" y="3553"/>
                  </a:lnTo>
                  <a:lnTo>
                    <a:pt x="14712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7"/>
                  </a:lnTo>
                  <a:lnTo>
                    <a:pt x="15098" y="2279"/>
                  </a:lnTo>
                  <a:lnTo>
                    <a:pt x="15407" y="1970"/>
                  </a:lnTo>
                  <a:lnTo>
                    <a:pt x="15639" y="1816"/>
                  </a:lnTo>
                  <a:lnTo>
                    <a:pt x="15871" y="1661"/>
                  </a:lnTo>
                  <a:lnTo>
                    <a:pt x="16102" y="1623"/>
                  </a:lnTo>
                  <a:lnTo>
                    <a:pt x="16218" y="1584"/>
                  </a:lnTo>
                  <a:close/>
                  <a:moveTo>
                    <a:pt x="13824" y="4287"/>
                  </a:moveTo>
                  <a:lnTo>
                    <a:pt x="13670" y="4557"/>
                  </a:lnTo>
                  <a:lnTo>
                    <a:pt x="13477" y="4789"/>
                  </a:lnTo>
                  <a:lnTo>
                    <a:pt x="13245" y="5021"/>
                  </a:lnTo>
                  <a:lnTo>
                    <a:pt x="13013" y="5214"/>
                  </a:lnTo>
                  <a:lnTo>
                    <a:pt x="12666" y="5484"/>
                  </a:lnTo>
                  <a:lnTo>
                    <a:pt x="12164" y="5754"/>
                  </a:lnTo>
                  <a:lnTo>
                    <a:pt x="11893" y="5870"/>
                  </a:lnTo>
                  <a:lnTo>
                    <a:pt x="11623" y="5948"/>
                  </a:lnTo>
                  <a:lnTo>
                    <a:pt x="11391" y="5986"/>
                  </a:lnTo>
                  <a:lnTo>
                    <a:pt x="11198" y="5948"/>
                  </a:lnTo>
                  <a:lnTo>
                    <a:pt x="11044" y="5870"/>
                  </a:lnTo>
                  <a:lnTo>
                    <a:pt x="10967" y="5793"/>
                  </a:lnTo>
                  <a:lnTo>
                    <a:pt x="10928" y="5716"/>
                  </a:lnTo>
                  <a:lnTo>
                    <a:pt x="10889" y="5639"/>
                  </a:lnTo>
                  <a:lnTo>
                    <a:pt x="10889" y="5446"/>
                  </a:lnTo>
                  <a:lnTo>
                    <a:pt x="10967" y="5252"/>
                  </a:lnTo>
                  <a:lnTo>
                    <a:pt x="11121" y="5098"/>
                  </a:lnTo>
                  <a:lnTo>
                    <a:pt x="11276" y="4944"/>
                  </a:lnTo>
                  <a:lnTo>
                    <a:pt x="11546" y="4750"/>
                  </a:lnTo>
                  <a:lnTo>
                    <a:pt x="11816" y="4635"/>
                  </a:lnTo>
                  <a:lnTo>
                    <a:pt x="12086" y="4557"/>
                  </a:lnTo>
                  <a:lnTo>
                    <a:pt x="12627" y="4480"/>
                  </a:lnTo>
                  <a:lnTo>
                    <a:pt x="13245" y="4403"/>
                  </a:lnTo>
                  <a:lnTo>
                    <a:pt x="13554" y="4364"/>
                  </a:lnTo>
                  <a:lnTo>
                    <a:pt x="13824" y="4287"/>
                  </a:lnTo>
                  <a:close/>
                  <a:moveTo>
                    <a:pt x="14403" y="4248"/>
                  </a:moveTo>
                  <a:lnTo>
                    <a:pt x="15098" y="4596"/>
                  </a:lnTo>
                  <a:lnTo>
                    <a:pt x="15407" y="4789"/>
                  </a:lnTo>
                  <a:lnTo>
                    <a:pt x="15716" y="4982"/>
                  </a:lnTo>
                  <a:lnTo>
                    <a:pt x="15909" y="5137"/>
                  </a:lnTo>
                  <a:lnTo>
                    <a:pt x="16141" y="5368"/>
                  </a:lnTo>
                  <a:lnTo>
                    <a:pt x="16411" y="5677"/>
                  </a:lnTo>
                  <a:lnTo>
                    <a:pt x="16643" y="5986"/>
                  </a:lnTo>
                  <a:lnTo>
                    <a:pt x="16875" y="6334"/>
                  </a:lnTo>
                  <a:lnTo>
                    <a:pt x="16991" y="6681"/>
                  </a:lnTo>
                  <a:lnTo>
                    <a:pt x="16991" y="6836"/>
                  </a:lnTo>
                  <a:lnTo>
                    <a:pt x="16991" y="6990"/>
                  </a:lnTo>
                  <a:lnTo>
                    <a:pt x="16952" y="7106"/>
                  </a:lnTo>
                  <a:lnTo>
                    <a:pt x="16836" y="7222"/>
                  </a:lnTo>
                  <a:lnTo>
                    <a:pt x="16759" y="7299"/>
                  </a:lnTo>
                  <a:lnTo>
                    <a:pt x="16643" y="7338"/>
                  </a:lnTo>
                  <a:lnTo>
                    <a:pt x="16373" y="7338"/>
                  </a:lnTo>
                  <a:lnTo>
                    <a:pt x="16141" y="7222"/>
                  </a:lnTo>
                  <a:lnTo>
                    <a:pt x="15871" y="7029"/>
                  </a:lnTo>
                  <a:lnTo>
                    <a:pt x="15600" y="6797"/>
                  </a:lnTo>
                  <a:lnTo>
                    <a:pt x="15369" y="6565"/>
                  </a:lnTo>
                  <a:lnTo>
                    <a:pt x="15060" y="6141"/>
                  </a:lnTo>
                  <a:lnTo>
                    <a:pt x="14828" y="5716"/>
                  </a:lnTo>
                  <a:lnTo>
                    <a:pt x="14635" y="5252"/>
                  </a:lnTo>
                  <a:lnTo>
                    <a:pt x="14519" y="4750"/>
                  </a:lnTo>
                  <a:lnTo>
                    <a:pt x="14403" y="4248"/>
                  </a:lnTo>
                  <a:close/>
                  <a:moveTo>
                    <a:pt x="11855" y="1"/>
                  </a:moveTo>
                  <a:lnTo>
                    <a:pt x="11584" y="39"/>
                  </a:lnTo>
                  <a:lnTo>
                    <a:pt x="11469" y="117"/>
                  </a:lnTo>
                  <a:lnTo>
                    <a:pt x="11353" y="194"/>
                  </a:lnTo>
                  <a:lnTo>
                    <a:pt x="11160" y="387"/>
                  </a:lnTo>
                  <a:lnTo>
                    <a:pt x="11005" y="619"/>
                  </a:lnTo>
                  <a:lnTo>
                    <a:pt x="10928" y="812"/>
                  </a:lnTo>
                  <a:lnTo>
                    <a:pt x="10928" y="1005"/>
                  </a:lnTo>
                  <a:lnTo>
                    <a:pt x="10928" y="1236"/>
                  </a:lnTo>
                  <a:lnTo>
                    <a:pt x="11005" y="1468"/>
                  </a:lnTo>
                  <a:lnTo>
                    <a:pt x="11082" y="1661"/>
                  </a:lnTo>
                  <a:lnTo>
                    <a:pt x="11198" y="1893"/>
                  </a:lnTo>
                  <a:lnTo>
                    <a:pt x="11546" y="2318"/>
                  </a:lnTo>
                  <a:lnTo>
                    <a:pt x="11932" y="2742"/>
                  </a:lnTo>
                  <a:lnTo>
                    <a:pt x="12395" y="3090"/>
                  </a:lnTo>
                  <a:lnTo>
                    <a:pt x="12859" y="3399"/>
                  </a:lnTo>
                  <a:lnTo>
                    <a:pt x="12859" y="3399"/>
                  </a:lnTo>
                  <a:lnTo>
                    <a:pt x="12048" y="3283"/>
                  </a:lnTo>
                  <a:lnTo>
                    <a:pt x="11198" y="3283"/>
                  </a:lnTo>
                  <a:lnTo>
                    <a:pt x="10387" y="3322"/>
                  </a:lnTo>
                  <a:lnTo>
                    <a:pt x="9615" y="3476"/>
                  </a:lnTo>
                  <a:lnTo>
                    <a:pt x="9654" y="3013"/>
                  </a:lnTo>
                  <a:lnTo>
                    <a:pt x="9654" y="2511"/>
                  </a:lnTo>
                  <a:lnTo>
                    <a:pt x="9615" y="2009"/>
                  </a:lnTo>
                  <a:lnTo>
                    <a:pt x="9538" y="1507"/>
                  </a:lnTo>
                  <a:lnTo>
                    <a:pt x="9075" y="1623"/>
                  </a:lnTo>
                  <a:lnTo>
                    <a:pt x="9152" y="2086"/>
                  </a:lnTo>
                  <a:lnTo>
                    <a:pt x="9152" y="2588"/>
                  </a:lnTo>
                  <a:lnTo>
                    <a:pt x="9152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5" y="3901"/>
                  </a:lnTo>
                  <a:lnTo>
                    <a:pt x="7414" y="4287"/>
                  </a:lnTo>
                  <a:lnTo>
                    <a:pt x="6603" y="4712"/>
                  </a:lnTo>
                  <a:lnTo>
                    <a:pt x="5831" y="5214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5" y="6218"/>
                  </a:lnTo>
                  <a:lnTo>
                    <a:pt x="3823" y="6913"/>
                  </a:lnTo>
                  <a:lnTo>
                    <a:pt x="3089" y="7685"/>
                  </a:lnTo>
                  <a:lnTo>
                    <a:pt x="2394" y="8496"/>
                  </a:lnTo>
                  <a:lnTo>
                    <a:pt x="1738" y="9307"/>
                  </a:lnTo>
                  <a:lnTo>
                    <a:pt x="1081" y="10157"/>
                  </a:lnTo>
                  <a:lnTo>
                    <a:pt x="502" y="10967"/>
                  </a:lnTo>
                  <a:lnTo>
                    <a:pt x="0" y="11778"/>
                  </a:lnTo>
                  <a:lnTo>
                    <a:pt x="348" y="12049"/>
                  </a:lnTo>
                  <a:lnTo>
                    <a:pt x="1545" y="10504"/>
                  </a:lnTo>
                  <a:lnTo>
                    <a:pt x="2742" y="8959"/>
                  </a:lnTo>
                  <a:lnTo>
                    <a:pt x="3360" y="8226"/>
                  </a:lnTo>
                  <a:lnTo>
                    <a:pt x="4016" y="7492"/>
                  </a:lnTo>
                  <a:lnTo>
                    <a:pt x="4711" y="6797"/>
                  </a:lnTo>
                  <a:lnTo>
                    <a:pt x="5483" y="6179"/>
                  </a:lnTo>
                  <a:lnTo>
                    <a:pt x="6256" y="5561"/>
                  </a:lnTo>
                  <a:lnTo>
                    <a:pt x="7105" y="5059"/>
                  </a:lnTo>
                  <a:lnTo>
                    <a:pt x="7993" y="4596"/>
                  </a:lnTo>
                  <a:lnTo>
                    <a:pt x="8457" y="4442"/>
                  </a:lnTo>
                  <a:lnTo>
                    <a:pt x="8920" y="4248"/>
                  </a:lnTo>
                  <a:lnTo>
                    <a:pt x="9422" y="4133"/>
                  </a:lnTo>
                  <a:lnTo>
                    <a:pt x="9885" y="4017"/>
                  </a:lnTo>
                  <a:lnTo>
                    <a:pt x="10387" y="3901"/>
                  </a:lnTo>
                  <a:lnTo>
                    <a:pt x="10851" y="3862"/>
                  </a:lnTo>
                  <a:lnTo>
                    <a:pt x="11353" y="3824"/>
                  </a:lnTo>
                  <a:lnTo>
                    <a:pt x="11855" y="3824"/>
                  </a:lnTo>
                  <a:lnTo>
                    <a:pt x="12357" y="3862"/>
                  </a:lnTo>
                  <a:lnTo>
                    <a:pt x="12859" y="3901"/>
                  </a:lnTo>
                  <a:lnTo>
                    <a:pt x="12318" y="3978"/>
                  </a:lnTo>
                  <a:lnTo>
                    <a:pt x="11855" y="4094"/>
                  </a:lnTo>
                  <a:lnTo>
                    <a:pt x="11391" y="4287"/>
                  </a:lnTo>
                  <a:lnTo>
                    <a:pt x="11198" y="4403"/>
                  </a:lnTo>
                  <a:lnTo>
                    <a:pt x="11005" y="4557"/>
                  </a:lnTo>
                  <a:lnTo>
                    <a:pt x="10851" y="4673"/>
                  </a:lnTo>
                  <a:lnTo>
                    <a:pt x="10696" y="4866"/>
                  </a:lnTo>
                  <a:lnTo>
                    <a:pt x="10542" y="5059"/>
                  </a:lnTo>
                  <a:lnTo>
                    <a:pt x="10465" y="5291"/>
                  </a:lnTo>
                  <a:lnTo>
                    <a:pt x="10387" y="5523"/>
                  </a:lnTo>
                  <a:lnTo>
                    <a:pt x="10387" y="5754"/>
                  </a:lnTo>
                  <a:lnTo>
                    <a:pt x="10426" y="5948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4"/>
                  </a:lnTo>
                  <a:lnTo>
                    <a:pt x="11005" y="6411"/>
                  </a:lnTo>
                  <a:lnTo>
                    <a:pt x="11276" y="6449"/>
                  </a:lnTo>
                  <a:lnTo>
                    <a:pt x="11584" y="6411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3"/>
                  </a:lnTo>
                  <a:lnTo>
                    <a:pt x="13438" y="5484"/>
                  </a:lnTo>
                  <a:lnTo>
                    <a:pt x="13399" y="5523"/>
                  </a:lnTo>
                  <a:lnTo>
                    <a:pt x="13786" y="5716"/>
                  </a:lnTo>
                  <a:lnTo>
                    <a:pt x="14056" y="4866"/>
                  </a:lnTo>
                  <a:lnTo>
                    <a:pt x="14210" y="5407"/>
                  </a:lnTo>
                  <a:lnTo>
                    <a:pt x="14403" y="5909"/>
                  </a:lnTo>
                  <a:lnTo>
                    <a:pt x="14674" y="6411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7" y="7299"/>
                  </a:lnTo>
                  <a:lnTo>
                    <a:pt x="15678" y="7492"/>
                  </a:lnTo>
                  <a:lnTo>
                    <a:pt x="15987" y="7685"/>
                  </a:lnTo>
                  <a:lnTo>
                    <a:pt x="16296" y="7801"/>
                  </a:lnTo>
                  <a:lnTo>
                    <a:pt x="16604" y="7878"/>
                  </a:lnTo>
                  <a:lnTo>
                    <a:pt x="16759" y="7878"/>
                  </a:lnTo>
                  <a:lnTo>
                    <a:pt x="16875" y="7840"/>
                  </a:lnTo>
                  <a:lnTo>
                    <a:pt x="17029" y="7801"/>
                  </a:lnTo>
                  <a:lnTo>
                    <a:pt x="17184" y="7724"/>
                  </a:lnTo>
                  <a:lnTo>
                    <a:pt x="17299" y="7647"/>
                  </a:lnTo>
                  <a:lnTo>
                    <a:pt x="17377" y="7531"/>
                  </a:lnTo>
                  <a:lnTo>
                    <a:pt x="17415" y="7376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5" y="6604"/>
                  </a:lnTo>
                  <a:lnTo>
                    <a:pt x="17299" y="6295"/>
                  </a:lnTo>
                  <a:lnTo>
                    <a:pt x="17184" y="5986"/>
                  </a:lnTo>
                  <a:lnTo>
                    <a:pt x="17029" y="5716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1"/>
                  </a:lnTo>
                  <a:lnTo>
                    <a:pt x="16257" y="4789"/>
                  </a:lnTo>
                  <a:lnTo>
                    <a:pt x="16025" y="4596"/>
                  </a:lnTo>
                  <a:lnTo>
                    <a:pt x="15523" y="4287"/>
                  </a:lnTo>
                  <a:lnTo>
                    <a:pt x="14944" y="4017"/>
                  </a:lnTo>
                  <a:lnTo>
                    <a:pt x="15407" y="3901"/>
                  </a:lnTo>
                  <a:lnTo>
                    <a:pt x="15832" y="3746"/>
                  </a:lnTo>
                  <a:lnTo>
                    <a:pt x="16218" y="3515"/>
                  </a:lnTo>
                  <a:lnTo>
                    <a:pt x="16604" y="3244"/>
                  </a:lnTo>
                  <a:lnTo>
                    <a:pt x="16759" y="3051"/>
                  </a:lnTo>
                  <a:lnTo>
                    <a:pt x="16913" y="2858"/>
                  </a:lnTo>
                  <a:lnTo>
                    <a:pt x="17029" y="2665"/>
                  </a:lnTo>
                  <a:lnTo>
                    <a:pt x="17106" y="2434"/>
                  </a:lnTo>
                  <a:lnTo>
                    <a:pt x="17145" y="2163"/>
                  </a:lnTo>
                  <a:lnTo>
                    <a:pt x="17106" y="1932"/>
                  </a:lnTo>
                  <a:lnTo>
                    <a:pt x="17068" y="1700"/>
                  </a:lnTo>
                  <a:lnTo>
                    <a:pt x="16913" y="1468"/>
                  </a:lnTo>
                  <a:lnTo>
                    <a:pt x="16759" y="1314"/>
                  </a:lnTo>
                  <a:lnTo>
                    <a:pt x="16566" y="1198"/>
                  </a:lnTo>
                  <a:lnTo>
                    <a:pt x="16334" y="1159"/>
                  </a:lnTo>
                  <a:lnTo>
                    <a:pt x="16102" y="1159"/>
                  </a:lnTo>
                  <a:lnTo>
                    <a:pt x="15909" y="1198"/>
                  </a:lnTo>
                  <a:lnTo>
                    <a:pt x="15678" y="1236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5" y="1777"/>
                  </a:lnTo>
                  <a:lnTo>
                    <a:pt x="14596" y="2163"/>
                  </a:lnTo>
                  <a:lnTo>
                    <a:pt x="14326" y="2588"/>
                  </a:lnTo>
                  <a:lnTo>
                    <a:pt x="14094" y="3013"/>
                  </a:lnTo>
                  <a:lnTo>
                    <a:pt x="13940" y="2434"/>
                  </a:lnTo>
                  <a:lnTo>
                    <a:pt x="13747" y="1893"/>
                  </a:lnTo>
                  <a:lnTo>
                    <a:pt x="13515" y="1352"/>
                  </a:lnTo>
                  <a:lnTo>
                    <a:pt x="13168" y="850"/>
                  </a:lnTo>
                  <a:lnTo>
                    <a:pt x="13013" y="657"/>
                  </a:lnTo>
                  <a:lnTo>
                    <a:pt x="12820" y="464"/>
                  </a:lnTo>
                  <a:lnTo>
                    <a:pt x="12588" y="271"/>
                  </a:lnTo>
                  <a:lnTo>
                    <a:pt x="12357" y="117"/>
                  </a:lnTo>
                  <a:lnTo>
                    <a:pt x="12086" y="39"/>
                  </a:lnTo>
                  <a:lnTo>
                    <a:pt x="118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20"/>
            <p:cNvSpPr/>
            <p:nvPr/>
          </p:nvSpPr>
          <p:spPr>
            <a:xfrm>
              <a:off x="4161375" y="2367550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6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6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1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20"/>
            <p:cNvSpPr/>
            <p:nvPr/>
          </p:nvSpPr>
          <p:spPr>
            <a:xfrm>
              <a:off x="4673025" y="2378175"/>
              <a:ext cx="330175" cy="176675"/>
            </a:xfrm>
            <a:custGeom>
              <a:avLst/>
              <a:gdLst/>
              <a:ahLst/>
              <a:cxnLst/>
              <a:rect l="l" t="t" r="r" b="b"/>
              <a:pathLst>
                <a:path w="13207" h="7067" extrusionOk="0">
                  <a:moveTo>
                    <a:pt x="8110" y="309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79"/>
                  </a:lnTo>
                  <a:lnTo>
                    <a:pt x="8728" y="888"/>
                  </a:lnTo>
                  <a:lnTo>
                    <a:pt x="8766" y="1197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7"/>
                  </a:lnTo>
                  <a:lnTo>
                    <a:pt x="8033" y="2858"/>
                  </a:lnTo>
                  <a:lnTo>
                    <a:pt x="6836" y="4711"/>
                  </a:lnTo>
                  <a:lnTo>
                    <a:pt x="6681" y="4711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7"/>
                  </a:lnTo>
                  <a:lnTo>
                    <a:pt x="7453" y="888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09"/>
                  </a:lnTo>
                  <a:close/>
                  <a:moveTo>
                    <a:pt x="5909" y="5406"/>
                  </a:moveTo>
                  <a:lnTo>
                    <a:pt x="4673" y="5831"/>
                  </a:lnTo>
                  <a:lnTo>
                    <a:pt x="3437" y="6217"/>
                  </a:lnTo>
                  <a:lnTo>
                    <a:pt x="2781" y="6372"/>
                  </a:lnTo>
                  <a:lnTo>
                    <a:pt x="2125" y="6526"/>
                  </a:lnTo>
                  <a:lnTo>
                    <a:pt x="1700" y="6565"/>
                  </a:lnTo>
                  <a:lnTo>
                    <a:pt x="1314" y="6603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7"/>
                  </a:lnTo>
                  <a:lnTo>
                    <a:pt x="696" y="6063"/>
                  </a:lnTo>
                  <a:lnTo>
                    <a:pt x="696" y="5908"/>
                  </a:lnTo>
                  <a:lnTo>
                    <a:pt x="734" y="5792"/>
                  </a:lnTo>
                  <a:lnTo>
                    <a:pt x="812" y="5715"/>
                  </a:lnTo>
                  <a:lnTo>
                    <a:pt x="889" y="5677"/>
                  </a:lnTo>
                  <a:lnTo>
                    <a:pt x="1082" y="5599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6"/>
                  </a:lnTo>
                  <a:close/>
                  <a:moveTo>
                    <a:pt x="7067" y="5097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5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8"/>
                  </a:lnTo>
                  <a:lnTo>
                    <a:pt x="12589" y="6024"/>
                  </a:lnTo>
                  <a:lnTo>
                    <a:pt x="12628" y="6179"/>
                  </a:lnTo>
                  <a:lnTo>
                    <a:pt x="12589" y="6526"/>
                  </a:lnTo>
                  <a:lnTo>
                    <a:pt x="12435" y="6603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3"/>
                  </a:lnTo>
                  <a:lnTo>
                    <a:pt x="10929" y="6526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8"/>
                  </a:lnTo>
                  <a:lnTo>
                    <a:pt x="8226" y="5677"/>
                  </a:lnTo>
                  <a:lnTo>
                    <a:pt x="7067" y="5097"/>
                  </a:lnTo>
                  <a:close/>
                  <a:moveTo>
                    <a:pt x="8148" y="0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6"/>
                  </a:lnTo>
                  <a:lnTo>
                    <a:pt x="6681" y="2433"/>
                  </a:lnTo>
                  <a:lnTo>
                    <a:pt x="6527" y="3591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0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7"/>
                  </a:lnTo>
                  <a:lnTo>
                    <a:pt x="1391" y="5175"/>
                  </a:lnTo>
                  <a:lnTo>
                    <a:pt x="1005" y="5213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599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4"/>
                  </a:lnTo>
                  <a:lnTo>
                    <a:pt x="117" y="6449"/>
                  </a:lnTo>
                  <a:lnTo>
                    <a:pt x="232" y="6603"/>
                  </a:lnTo>
                  <a:lnTo>
                    <a:pt x="348" y="6681"/>
                  </a:lnTo>
                  <a:lnTo>
                    <a:pt x="464" y="6796"/>
                  </a:lnTo>
                  <a:lnTo>
                    <a:pt x="773" y="6912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2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5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8"/>
                  </a:lnTo>
                  <a:lnTo>
                    <a:pt x="6758" y="6101"/>
                  </a:lnTo>
                  <a:lnTo>
                    <a:pt x="6836" y="6294"/>
                  </a:lnTo>
                  <a:lnTo>
                    <a:pt x="7106" y="6256"/>
                  </a:lnTo>
                  <a:lnTo>
                    <a:pt x="7106" y="6217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6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6"/>
                  </a:lnTo>
                  <a:lnTo>
                    <a:pt x="11045" y="6951"/>
                  </a:lnTo>
                  <a:lnTo>
                    <a:pt x="11469" y="7028"/>
                  </a:lnTo>
                  <a:lnTo>
                    <a:pt x="11933" y="7067"/>
                  </a:lnTo>
                  <a:lnTo>
                    <a:pt x="12396" y="7028"/>
                  </a:lnTo>
                  <a:lnTo>
                    <a:pt x="12589" y="6990"/>
                  </a:lnTo>
                  <a:lnTo>
                    <a:pt x="12782" y="6912"/>
                  </a:lnTo>
                  <a:lnTo>
                    <a:pt x="12937" y="6796"/>
                  </a:lnTo>
                  <a:lnTo>
                    <a:pt x="13053" y="6681"/>
                  </a:lnTo>
                  <a:lnTo>
                    <a:pt x="13130" y="6526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4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6"/>
                  </a:lnTo>
                  <a:lnTo>
                    <a:pt x="12242" y="5290"/>
                  </a:lnTo>
                  <a:lnTo>
                    <a:pt x="11894" y="5213"/>
                  </a:lnTo>
                  <a:lnTo>
                    <a:pt x="11315" y="5097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1"/>
                  </a:lnTo>
                  <a:lnTo>
                    <a:pt x="8071" y="3514"/>
                  </a:lnTo>
                  <a:lnTo>
                    <a:pt x="8496" y="2858"/>
                  </a:lnTo>
                  <a:lnTo>
                    <a:pt x="8844" y="2201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6"/>
                  </a:lnTo>
                  <a:lnTo>
                    <a:pt x="9075" y="1275"/>
                  </a:lnTo>
                  <a:lnTo>
                    <a:pt x="9037" y="1004"/>
                  </a:lnTo>
                  <a:lnTo>
                    <a:pt x="8959" y="811"/>
                  </a:lnTo>
                  <a:lnTo>
                    <a:pt x="8882" y="579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20"/>
            <p:cNvSpPr/>
            <p:nvPr/>
          </p:nvSpPr>
          <p:spPr>
            <a:xfrm>
              <a:off x="1437100" y="2381075"/>
              <a:ext cx="93675" cy="93650"/>
            </a:xfrm>
            <a:custGeom>
              <a:avLst/>
              <a:gdLst/>
              <a:ahLst/>
              <a:cxnLst/>
              <a:rect l="l" t="t" r="r" b="b"/>
              <a:pathLst>
                <a:path w="3747" h="3746" extrusionOk="0">
                  <a:moveTo>
                    <a:pt x="1584" y="463"/>
                  </a:moveTo>
                  <a:lnTo>
                    <a:pt x="2086" y="541"/>
                  </a:lnTo>
                  <a:lnTo>
                    <a:pt x="2318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5"/>
                  </a:lnTo>
                  <a:lnTo>
                    <a:pt x="3090" y="1197"/>
                  </a:lnTo>
                  <a:lnTo>
                    <a:pt x="3206" y="1429"/>
                  </a:lnTo>
                  <a:lnTo>
                    <a:pt x="3244" y="1699"/>
                  </a:lnTo>
                  <a:lnTo>
                    <a:pt x="3244" y="1969"/>
                  </a:lnTo>
                  <a:lnTo>
                    <a:pt x="3206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7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3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3"/>
                  </a:lnTo>
                  <a:close/>
                  <a:moveTo>
                    <a:pt x="1893" y="0"/>
                  </a:moveTo>
                  <a:lnTo>
                    <a:pt x="1700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4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9" y="579"/>
                  </a:lnTo>
                  <a:lnTo>
                    <a:pt x="425" y="772"/>
                  </a:lnTo>
                  <a:lnTo>
                    <a:pt x="271" y="965"/>
                  </a:lnTo>
                  <a:lnTo>
                    <a:pt x="155" y="1236"/>
                  </a:lnTo>
                  <a:lnTo>
                    <a:pt x="78" y="1467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7" y="2510"/>
                  </a:lnTo>
                  <a:lnTo>
                    <a:pt x="310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8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7" y="3437"/>
                  </a:lnTo>
                  <a:lnTo>
                    <a:pt x="3128" y="3244"/>
                  </a:lnTo>
                  <a:lnTo>
                    <a:pt x="3322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8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5" y="1004"/>
                  </a:lnTo>
                  <a:lnTo>
                    <a:pt x="3322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20"/>
            <p:cNvSpPr/>
            <p:nvPr/>
          </p:nvSpPr>
          <p:spPr>
            <a:xfrm>
              <a:off x="3476925" y="23916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7" y="1159"/>
                  </a:lnTo>
                  <a:lnTo>
                    <a:pt x="1391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6" y="1816"/>
                  </a:lnTo>
                  <a:lnTo>
                    <a:pt x="387" y="1700"/>
                  </a:lnTo>
                  <a:lnTo>
                    <a:pt x="348" y="1584"/>
                  </a:lnTo>
                  <a:lnTo>
                    <a:pt x="387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2" y="1623"/>
                  </a:lnTo>
                  <a:lnTo>
                    <a:pt x="3669" y="1700"/>
                  </a:lnTo>
                  <a:lnTo>
                    <a:pt x="3747" y="1816"/>
                  </a:lnTo>
                  <a:lnTo>
                    <a:pt x="3747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9" y="2356"/>
                  </a:lnTo>
                  <a:lnTo>
                    <a:pt x="3206" y="2434"/>
                  </a:lnTo>
                  <a:lnTo>
                    <a:pt x="3013" y="2395"/>
                  </a:lnTo>
                  <a:lnTo>
                    <a:pt x="2820" y="2356"/>
                  </a:lnTo>
                  <a:lnTo>
                    <a:pt x="2627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1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90" y="1468"/>
                  </a:lnTo>
                  <a:close/>
                  <a:moveTo>
                    <a:pt x="3747" y="4750"/>
                  </a:moveTo>
                  <a:lnTo>
                    <a:pt x="3901" y="4789"/>
                  </a:lnTo>
                  <a:lnTo>
                    <a:pt x="4017" y="4828"/>
                  </a:lnTo>
                  <a:lnTo>
                    <a:pt x="4094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3" y="5368"/>
                  </a:lnTo>
                  <a:lnTo>
                    <a:pt x="4094" y="5484"/>
                  </a:lnTo>
                  <a:lnTo>
                    <a:pt x="3978" y="5600"/>
                  </a:lnTo>
                  <a:lnTo>
                    <a:pt x="3785" y="5754"/>
                  </a:lnTo>
                  <a:lnTo>
                    <a:pt x="3515" y="5870"/>
                  </a:lnTo>
                  <a:lnTo>
                    <a:pt x="3129" y="5870"/>
                  </a:lnTo>
                  <a:lnTo>
                    <a:pt x="2743" y="5793"/>
                  </a:lnTo>
                  <a:lnTo>
                    <a:pt x="2936" y="5368"/>
                  </a:lnTo>
                  <a:lnTo>
                    <a:pt x="3051" y="5214"/>
                  </a:lnTo>
                  <a:lnTo>
                    <a:pt x="3206" y="5021"/>
                  </a:lnTo>
                  <a:lnTo>
                    <a:pt x="3476" y="4866"/>
                  </a:lnTo>
                  <a:lnTo>
                    <a:pt x="3631" y="4789"/>
                  </a:lnTo>
                  <a:lnTo>
                    <a:pt x="3747" y="4750"/>
                  </a:lnTo>
                  <a:close/>
                  <a:moveTo>
                    <a:pt x="1121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3" y="6102"/>
                  </a:lnTo>
                  <a:lnTo>
                    <a:pt x="1430" y="6256"/>
                  </a:lnTo>
                  <a:lnTo>
                    <a:pt x="1237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6" y="6334"/>
                  </a:lnTo>
                  <a:lnTo>
                    <a:pt x="503" y="6179"/>
                  </a:lnTo>
                  <a:lnTo>
                    <a:pt x="426" y="6025"/>
                  </a:lnTo>
                  <a:lnTo>
                    <a:pt x="426" y="5909"/>
                  </a:lnTo>
                  <a:lnTo>
                    <a:pt x="464" y="5754"/>
                  </a:lnTo>
                  <a:lnTo>
                    <a:pt x="580" y="5677"/>
                  </a:lnTo>
                  <a:lnTo>
                    <a:pt x="696" y="5600"/>
                  </a:lnTo>
                  <a:lnTo>
                    <a:pt x="850" y="5523"/>
                  </a:lnTo>
                  <a:close/>
                  <a:moveTo>
                    <a:pt x="5716" y="6218"/>
                  </a:moveTo>
                  <a:lnTo>
                    <a:pt x="5870" y="6334"/>
                  </a:lnTo>
                  <a:lnTo>
                    <a:pt x="5948" y="6411"/>
                  </a:lnTo>
                  <a:lnTo>
                    <a:pt x="5986" y="6527"/>
                  </a:lnTo>
                  <a:lnTo>
                    <a:pt x="6025" y="6681"/>
                  </a:lnTo>
                  <a:lnTo>
                    <a:pt x="5986" y="6797"/>
                  </a:lnTo>
                  <a:lnTo>
                    <a:pt x="5909" y="7067"/>
                  </a:lnTo>
                  <a:lnTo>
                    <a:pt x="5793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1" y="7801"/>
                  </a:lnTo>
                  <a:lnTo>
                    <a:pt x="5059" y="7917"/>
                  </a:lnTo>
                  <a:lnTo>
                    <a:pt x="5098" y="7878"/>
                  </a:lnTo>
                  <a:lnTo>
                    <a:pt x="5021" y="7415"/>
                  </a:lnTo>
                  <a:lnTo>
                    <a:pt x="4982" y="7183"/>
                  </a:lnTo>
                  <a:lnTo>
                    <a:pt x="5021" y="6952"/>
                  </a:lnTo>
                  <a:lnTo>
                    <a:pt x="5137" y="6681"/>
                  </a:lnTo>
                  <a:lnTo>
                    <a:pt x="5214" y="6527"/>
                  </a:lnTo>
                  <a:lnTo>
                    <a:pt x="5330" y="6372"/>
                  </a:lnTo>
                  <a:lnTo>
                    <a:pt x="5446" y="6256"/>
                  </a:lnTo>
                  <a:lnTo>
                    <a:pt x="5600" y="6218"/>
                  </a:lnTo>
                  <a:close/>
                  <a:moveTo>
                    <a:pt x="8960" y="8071"/>
                  </a:moveTo>
                  <a:lnTo>
                    <a:pt x="9153" y="8110"/>
                  </a:lnTo>
                  <a:lnTo>
                    <a:pt x="9268" y="8187"/>
                  </a:lnTo>
                  <a:lnTo>
                    <a:pt x="9346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7" y="9153"/>
                  </a:lnTo>
                  <a:lnTo>
                    <a:pt x="8805" y="9346"/>
                  </a:lnTo>
                  <a:lnTo>
                    <a:pt x="8689" y="9384"/>
                  </a:lnTo>
                  <a:lnTo>
                    <a:pt x="8612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2" y="9346"/>
                  </a:lnTo>
                  <a:lnTo>
                    <a:pt x="8264" y="9346"/>
                  </a:lnTo>
                  <a:lnTo>
                    <a:pt x="8226" y="8960"/>
                  </a:lnTo>
                  <a:lnTo>
                    <a:pt x="8226" y="8766"/>
                  </a:lnTo>
                  <a:lnTo>
                    <a:pt x="8264" y="8573"/>
                  </a:lnTo>
                  <a:lnTo>
                    <a:pt x="8342" y="8342"/>
                  </a:lnTo>
                  <a:lnTo>
                    <a:pt x="8496" y="8187"/>
                  </a:lnTo>
                  <a:lnTo>
                    <a:pt x="8728" y="8110"/>
                  </a:lnTo>
                  <a:lnTo>
                    <a:pt x="8844" y="8071"/>
                  </a:lnTo>
                  <a:close/>
                  <a:moveTo>
                    <a:pt x="4944" y="8380"/>
                  </a:moveTo>
                  <a:lnTo>
                    <a:pt x="4944" y="8419"/>
                  </a:lnTo>
                  <a:lnTo>
                    <a:pt x="4751" y="8805"/>
                  </a:lnTo>
                  <a:lnTo>
                    <a:pt x="4596" y="8960"/>
                  </a:lnTo>
                  <a:lnTo>
                    <a:pt x="4442" y="9153"/>
                  </a:lnTo>
                  <a:lnTo>
                    <a:pt x="4210" y="9307"/>
                  </a:lnTo>
                  <a:lnTo>
                    <a:pt x="3940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9" y="9346"/>
                  </a:lnTo>
                  <a:lnTo>
                    <a:pt x="3322" y="9191"/>
                  </a:lnTo>
                  <a:lnTo>
                    <a:pt x="3322" y="9075"/>
                  </a:lnTo>
                  <a:lnTo>
                    <a:pt x="3322" y="8960"/>
                  </a:lnTo>
                  <a:lnTo>
                    <a:pt x="3399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5" y="8458"/>
                  </a:lnTo>
                  <a:lnTo>
                    <a:pt x="4055" y="8380"/>
                  </a:lnTo>
                  <a:lnTo>
                    <a:pt x="4326" y="8380"/>
                  </a:lnTo>
                  <a:lnTo>
                    <a:pt x="4905" y="8419"/>
                  </a:lnTo>
                  <a:lnTo>
                    <a:pt x="4944" y="8380"/>
                  </a:lnTo>
                  <a:close/>
                  <a:moveTo>
                    <a:pt x="7994" y="10002"/>
                  </a:moveTo>
                  <a:lnTo>
                    <a:pt x="7956" y="10195"/>
                  </a:lnTo>
                  <a:lnTo>
                    <a:pt x="7917" y="10350"/>
                  </a:lnTo>
                  <a:lnTo>
                    <a:pt x="7840" y="10543"/>
                  </a:lnTo>
                  <a:lnTo>
                    <a:pt x="7724" y="10697"/>
                  </a:lnTo>
                  <a:lnTo>
                    <a:pt x="7608" y="10813"/>
                  </a:lnTo>
                  <a:lnTo>
                    <a:pt x="7492" y="10929"/>
                  </a:lnTo>
                  <a:lnTo>
                    <a:pt x="7338" y="11045"/>
                  </a:lnTo>
                  <a:lnTo>
                    <a:pt x="7145" y="11083"/>
                  </a:lnTo>
                  <a:lnTo>
                    <a:pt x="6952" y="11122"/>
                  </a:lnTo>
                  <a:lnTo>
                    <a:pt x="6797" y="11083"/>
                  </a:lnTo>
                  <a:lnTo>
                    <a:pt x="6720" y="11045"/>
                  </a:lnTo>
                  <a:lnTo>
                    <a:pt x="6681" y="10967"/>
                  </a:lnTo>
                  <a:lnTo>
                    <a:pt x="6643" y="10890"/>
                  </a:lnTo>
                  <a:lnTo>
                    <a:pt x="6604" y="10813"/>
                  </a:lnTo>
                  <a:lnTo>
                    <a:pt x="6643" y="10620"/>
                  </a:lnTo>
                  <a:lnTo>
                    <a:pt x="6720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2" y="10157"/>
                  </a:lnTo>
                  <a:lnTo>
                    <a:pt x="7492" y="10079"/>
                  </a:lnTo>
                  <a:lnTo>
                    <a:pt x="7724" y="10041"/>
                  </a:lnTo>
                  <a:lnTo>
                    <a:pt x="7994" y="10002"/>
                  </a:lnTo>
                  <a:close/>
                  <a:moveTo>
                    <a:pt x="2202" y="1"/>
                  </a:moveTo>
                  <a:lnTo>
                    <a:pt x="2009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1" y="812"/>
                  </a:lnTo>
                  <a:lnTo>
                    <a:pt x="1237" y="773"/>
                  </a:lnTo>
                  <a:lnTo>
                    <a:pt x="1043" y="735"/>
                  </a:lnTo>
                  <a:lnTo>
                    <a:pt x="696" y="735"/>
                  </a:lnTo>
                  <a:lnTo>
                    <a:pt x="541" y="812"/>
                  </a:lnTo>
                  <a:lnTo>
                    <a:pt x="387" y="889"/>
                  </a:lnTo>
                  <a:lnTo>
                    <a:pt x="233" y="1005"/>
                  </a:lnTo>
                  <a:lnTo>
                    <a:pt x="117" y="1159"/>
                  </a:lnTo>
                  <a:lnTo>
                    <a:pt x="39" y="1314"/>
                  </a:lnTo>
                  <a:lnTo>
                    <a:pt x="1" y="1468"/>
                  </a:lnTo>
                  <a:lnTo>
                    <a:pt x="1" y="1623"/>
                  </a:lnTo>
                  <a:lnTo>
                    <a:pt x="1" y="1777"/>
                  </a:lnTo>
                  <a:lnTo>
                    <a:pt x="78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6" y="2279"/>
                  </a:lnTo>
                  <a:lnTo>
                    <a:pt x="580" y="2356"/>
                  </a:lnTo>
                  <a:lnTo>
                    <a:pt x="735" y="2395"/>
                  </a:lnTo>
                  <a:lnTo>
                    <a:pt x="1043" y="2434"/>
                  </a:lnTo>
                  <a:lnTo>
                    <a:pt x="1391" y="2395"/>
                  </a:lnTo>
                  <a:lnTo>
                    <a:pt x="1700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9" y="4635"/>
                  </a:lnTo>
                  <a:lnTo>
                    <a:pt x="1777" y="5021"/>
                  </a:lnTo>
                  <a:lnTo>
                    <a:pt x="1893" y="5368"/>
                  </a:lnTo>
                  <a:lnTo>
                    <a:pt x="1584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3" y="5252"/>
                  </a:lnTo>
                  <a:lnTo>
                    <a:pt x="387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8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8" y="6218"/>
                  </a:lnTo>
                  <a:lnTo>
                    <a:pt x="155" y="6334"/>
                  </a:lnTo>
                  <a:lnTo>
                    <a:pt x="233" y="6450"/>
                  </a:lnTo>
                  <a:lnTo>
                    <a:pt x="348" y="6565"/>
                  </a:lnTo>
                  <a:lnTo>
                    <a:pt x="503" y="6643"/>
                  </a:lnTo>
                  <a:lnTo>
                    <a:pt x="657" y="6720"/>
                  </a:lnTo>
                  <a:lnTo>
                    <a:pt x="812" y="6758"/>
                  </a:lnTo>
                  <a:lnTo>
                    <a:pt x="1121" y="6758"/>
                  </a:lnTo>
                  <a:lnTo>
                    <a:pt x="1430" y="6681"/>
                  </a:lnTo>
                  <a:lnTo>
                    <a:pt x="1700" y="6527"/>
                  </a:lnTo>
                  <a:lnTo>
                    <a:pt x="1932" y="6295"/>
                  </a:lnTo>
                  <a:lnTo>
                    <a:pt x="2125" y="6063"/>
                  </a:lnTo>
                  <a:lnTo>
                    <a:pt x="2395" y="6527"/>
                  </a:lnTo>
                  <a:lnTo>
                    <a:pt x="2743" y="6990"/>
                  </a:lnTo>
                  <a:lnTo>
                    <a:pt x="3129" y="7376"/>
                  </a:lnTo>
                  <a:lnTo>
                    <a:pt x="3592" y="7762"/>
                  </a:lnTo>
                  <a:lnTo>
                    <a:pt x="4017" y="7994"/>
                  </a:lnTo>
                  <a:lnTo>
                    <a:pt x="3824" y="8033"/>
                  </a:lnTo>
                  <a:lnTo>
                    <a:pt x="3631" y="8110"/>
                  </a:lnTo>
                  <a:lnTo>
                    <a:pt x="3438" y="8187"/>
                  </a:lnTo>
                  <a:lnTo>
                    <a:pt x="3283" y="8342"/>
                  </a:lnTo>
                  <a:lnTo>
                    <a:pt x="3167" y="8458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6" y="8882"/>
                  </a:lnTo>
                  <a:lnTo>
                    <a:pt x="2897" y="9075"/>
                  </a:lnTo>
                  <a:lnTo>
                    <a:pt x="2936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2" y="9770"/>
                  </a:lnTo>
                  <a:lnTo>
                    <a:pt x="3515" y="9848"/>
                  </a:lnTo>
                  <a:lnTo>
                    <a:pt x="3708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9" y="9770"/>
                  </a:lnTo>
                  <a:lnTo>
                    <a:pt x="4403" y="9693"/>
                  </a:lnTo>
                  <a:lnTo>
                    <a:pt x="4673" y="9461"/>
                  </a:lnTo>
                  <a:lnTo>
                    <a:pt x="4905" y="9153"/>
                  </a:lnTo>
                  <a:lnTo>
                    <a:pt x="5098" y="8844"/>
                  </a:lnTo>
                  <a:lnTo>
                    <a:pt x="5214" y="8496"/>
                  </a:lnTo>
                  <a:lnTo>
                    <a:pt x="6527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6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5" y="9809"/>
                  </a:lnTo>
                  <a:lnTo>
                    <a:pt x="6797" y="9963"/>
                  </a:lnTo>
                  <a:lnTo>
                    <a:pt x="6643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5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5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6" y="11508"/>
                  </a:lnTo>
                  <a:lnTo>
                    <a:pt x="7029" y="11508"/>
                  </a:lnTo>
                  <a:lnTo>
                    <a:pt x="7222" y="11469"/>
                  </a:lnTo>
                  <a:lnTo>
                    <a:pt x="7415" y="11392"/>
                  </a:lnTo>
                  <a:lnTo>
                    <a:pt x="7569" y="11315"/>
                  </a:lnTo>
                  <a:lnTo>
                    <a:pt x="7724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10" y="10697"/>
                  </a:lnTo>
                  <a:lnTo>
                    <a:pt x="8226" y="10465"/>
                  </a:lnTo>
                  <a:lnTo>
                    <a:pt x="8264" y="10234"/>
                  </a:lnTo>
                  <a:lnTo>
                    <a:pt x="8303" y="9963"/>
                  </a:lnTo>
                  <a:lnTo>
                    <a:pt x="8342" y="9925"/>
                  </a:lnTo>
                  <a:lnTo>
                    <a:pt x="8728" y="10272"/>
                  </a:lnTo>
                  <a:lnTo>
                    <a:pt x="9075" y="10659"/>
                  </a:lnTo>
                  <a:lnTo>
                    <a:pt x="9346" y="11122"/>
                  </a:lnTo>
                  <a:lnTo>
                    <a:pt x="9462" y="11354"/>
                  </a:lnTo>
                  <a:lnTo>
                    <a:pt x="9539" y="11585"/>
                  </a:lnTo>
                  <a:lnTo>
                    <a:pt x="9655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5" y="12937"/>
                  </a:lnTo>
                  <a:lnTo>
                    <a:pt x="9577" y="13284"/>
                  </a:lnTo>
                  <a:lnTo>
                    <a:pt x="9462" y="13593"/>
                  </a:lnTo>
                  <a:lnTo>
                    <a:pt x="9191" y="14211"/>
                  </a:lnTo>
                  <a:lnTo>
                    <a:pt x="9153" y="14288"/>
                  </a:lnTo>
                  <a:lnTo>
                    <a:pt x="9153" y="14327"/>
                  </a:lnTo>
                  <a:lnTo>
                    <a:pt x="9230" y="14404"/>
                  </a:lnTo>
                  <a:lnTo>
                    <a:pt x="9307" y="14443"/>
                  </a:lnTo>
                  <a:lnTo>
                    <a:pt x="9423" y="14404"/>
                  </a:lnTo>
                  <a:lnTo>
                    <a:pt x="9577" y="14250"/>
                  </a:lnTo>
                  <a:lnTo>
                    <a:pt x="9732" y="14057"/>
                  </a:lnTo>
                  <a:lnTo>
                    <a:pt x="9848" y="13902"/>
                  </a:lnTo>
                  <a:lnTo>
                    <a:pt x="9925" y="13671"/>
                  </a:lnTo>
                  <a:lnTo>
                    <a:pt x="10079" y="13246"/>
                  </a:lnTo>
                  <a:lnTo>
                    <a:pt x="10118" y="12782"/>
                  </a:lnTo>
                  <a:lnTo>
                    <a:pt x="10118" y="12319"/>
                  </a:lnTo>
                  <a:lnTo>
                    <a:pt x="10041" y="11856"/>
                  </a:lnTo>
                  <a:lnTo>
                    <a:pt x="9925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7" y="10272"/>
                  </a:lnTo>
                  <a:lnTo>
                    <a:pt x="9037" y="9963"/>
                  </a:lnTo>
                  <a:lnTo>
                    <a:pt x="8728" y="9693"/>
                  </a:lnTo>
                  <a:lnTo>
                    <a:pt x="8960" y="9577"/>
                  </a:lnTo>
                  <a:lnTo>
                    <a:pt x="9230" y="9423"/>
                  </a:lnTo>
                  <a:lnTo>
                    <a:pt x="9462" y="9191"/>
                  </a:lnTo>
                  <a:lnTo>
                    <a:pt x="9616" y="8921"/>
                  </a:lnTo>
                  <a:lnTo>
                    <a:pt x="9732" y="8612"/>
                  </a:lnTo>
                  <a:lnTo>
                    <a:pt x="9732" y="8496"/>
                  </a:lnTo>
                  <a:lnTo>
                    <a:pt x="9732" y="8342"/>
                  </a:lnTo>
                  <a:lnTo>
                    <a:pt x="9693" y="8187"/>
                  </a:lnTo>
                  <a:lnTo>
                    <a:pt x="9616" y="8071"/>
                  </a:lnTo>
                  <a:lnTo>
                    <a:pt x="9500" y="7956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7" y="7724"/>
                  </a:lnTo>
                  <a:lnTo>
                    <a:pt x="8689" y="7724"/>
                  </a:lnTo>
                  <a:lnTo>
                    <a:pt x="8535" y="7762"/>
                  </a:lnTo>
                  <a:lnTo>
                    <a:pt x="8380" y="7840"/>
                  </a:lnTo>
                  <a:lnTo>
                    <a:pt x="8226" y="7956"/>
                  </a:lnTo>
                  <a:lnTo>
                    <a:pt x="8110" y="8071"/>
                  </a:lnTo>
                  <a:lnTo>
                    <a:pt x="7956" y="8264"/>
                  </a:lnTo>
                  <a:lnTo>
                    <a:pt x="7878" y="8535"/>
                  </a:lnTo>
                  <a:lnTo>
                    <a:pt x="7840" y="8766"/>
                  </a:lnTo>
                  <a:lnTo>
                    <a:pt x="7840" y="9037"/>
                  </a:lnTo>
                  <a:lnTo>
                    <a:pt x="7222" y="8766"/>
                  </a:lnTo>
                  <a:lnTo>
                    <a:pt x="6643" y="8496"/>
                  </a:lnTo>
                  <a:lnTo>
                    <a:pt x="5368" y="8033"/>
                  </a:lnTo>
                  <a:lnTo>
                    <a:pt x="5639" y="7878"/>
                  </a:lnTo>
                  <a:lnTo>
                    <a:pt x="5870" y="7685"/>
                  </a:lnTo>
                  <a:lnTo>
                    <a:pt x="6063" y="7454"/>
                  </a:lnTo>
                  <a:lnTo>
                    <a:pt x="6218" y="7183"/>
                  </a:lnTo>
                  <a:lnTo>
                    <a:pt x="6334" y="6874"/>
                  </a:lnTo>
                  <a:lnTo>
                    <a:pt x="6334" y="6720"/>
                  </a:lnTo>
                  <a:lnTo>
                    <a:pt x="6334" y="6527"/>
                  </a:lnTo>
                  <a:lnTo>
                    <a:pt x="6334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5" y="5948"/>
                  </a:lnTo>
                  <a:lnTo>
                    <a:pt x="5870" y="5870"/>
                  </a:lnTo>
                  <a:lnTo>
                    <a:pt x="5716" y="5832"/>
                  </a:lnTo>
                  <a:lnTo>
                    <a:pt x="5561" y="5870"/>
                  </a:lnTo>
                  <a:lnTo>
                    <a:pt x="5407" y="5909"/>
                  </a:lnTo>
                  <a:lnTo>
                    <a:pt x="5253" y="5986"/>
                  </a:lnTo>
                  <a:lnTo>
                    <a:pt x="5137" y="6063"/>
                  </a:lnTo>
                  <a:lnTo>
                    <a:pt x="4905" y="6334"/>
                  </a:lnTo>
                  <a:lnTo>
                    <a:pt x="4751" y="6643"/>
                  </a:lnTo>
                  <a:lnTo>
                    <a:pt x="4635" y="7029"/>
                  </a:lnTo>
                  <a:lnTo>
                    <a:pt x="4635" y="7222"/>
                  </a:lnTo>
                  <a:lnTo>
                    <a:pt x="4635" y="7415"/>
                  </a:lnTo>
                  <a:lnTo>
                    <a:pt x="4635" y="7608"/>
                  </a:lnTo>
                  <a:lnTo>
                    <a:pt x="4712" y="7762"/>
                  </a:lnTo>
                  <a:lnTo>
                    <a:pt x="4094" y="7454"/>
                  </a:lnTo>
                  <a:lnTo>
                    <a:pt x="3824" y="7299"/>
                  </a:lnTo>
                  <a:lnTo>
                    <a:pt x="3553" y="7106"/>
                  </a:lnTo>
                  <a:lnTo>
                    <a:pt x="3322" y="6874"/>
                  </a:lnTo>
                  <a:lnTo>
                    <a:pt x="3090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2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3" y="5986"/>
                  </a:lnTo>
                  <a:lnTo>
                    <a:pt x="4249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9" y="5407"/>
                  </a:lnTo>
                  <a:lnTo>
                    <a:pt x="4557" y="5214"/>
                  </a:lnTo>
                  <a:lnTo>
                    <a:pt x="4519" y="5059"/>
                  </a:lnTo>
                  <a:lnTo>
                    <a:pt x="4480" y="4866"/>
                  </a:lnTo>
                  <a:lnTo>
                    <a:pt x="4403" y="4712"/>
                  </a:lnTo>
                  <a:lnTo>
                    <a:pt x="4287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1" y="4364"/>
                  </a:lnTo>
                  <a:lnTo>
                    <a:pt x="3708" y="4364"/>
                  </a:lnTo>
                  <a:lnTo>
                    <a:pt x="3553" y="4403"/>
                  </a:lnTo>
                  <a:lnTo>
                    <a:pt x="3399" y="4442"/>
                  </a:lnTo>
                  <a:lnTo>
                    <a:pt x="3245" y="4519"/>
                  </a:lnTo>
                  <a:lnTo>
                    <a:pt x="3090" y="4635"/>
                  </a:lnTo>
                  <a:lnTo>
                    <a:pt x="2820" y="4905"/>
                  </a:lnTo>
                  <a:lnTo>
                    <a:pt x="2588" y="5214"/>
                  </a:lnTo>
                  <a:lnTo>
                    <a:pt x="2434" y="5561"/>
                  </a:lnTo>
                  <a:lnTo>
                    <a:pt x="2395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6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5" y="2318"/>
                  </a:lnTo>
                  <a:lnTo>
                    <a:pt x="2356" y="2511"/>
                  </a:lnTo>
                  <a:lnTo>
                    <a:pt x="2588" y="2627"/>
                  </a:lnTo>
                  <a:lnTo>
                    <a:pt x="2820" y="2743"/>
                  </a:lnTo>
                  <a:lnTo>
                    <a:pt x="3129" y="2781"/>
                  </a:lnTo>
                  <a:lnTo>
                    <a:pt x="3283" y="2743"/>
                  </a:lnTo>
                  <a:lnTo>
                    <a:pt x="3476" y="2704"/>
                  </a:lnTo>
                  <a:lnTo>
                    <a:pt x="3631" y="2627"/>
                  </a:lnTo>
                  <a:lnTo>
                    <a:pt x="3785" y="2549"/>
                  </a:lnTo>
                  <a:lnTo>
                    <a:pt x="3901" y="2434"/>
                  </a:lnTo>
                  <a:lnTo>
                    <a:pt x="4017" y="2279"/>
                  </a:lnTo>
                  <a:lnTo>
                    <a:pt x="4094" y="2125"/>
                  </a:lnTo>
                  <a:lnTo>
                    <a:pt x="4133" y="1970"/>
                  </a:lnTo>
                  <a:lnTo>
                    <a:pt x="4094" y="1777"/>
                  </a:lnTo>
                  <a:lnTo>
                    <a:pt x="4055" y="1623"/>
                  </a:lnTo>
                  <a:lnTo>
                    <a:pt x="4017" y="1507"/>
                  </a:lnTo>
                  <a:lnTo>
                    <a:pt x="3901" y="1352"/>
                  </a:lnTo>
                  <a:lnTo>
                    <a:pt x="3785" y="1237"/>
                  </a:lnTo>
                  <a:lnTo>
                    <a:pt x="3631" y="1159"/>
                  </a:lnTo>
                  <a:lnTo>
                    <a:pt x="3515" y="1121"/>
                  </a:lnTo>
                  <a:lnTo>
                    <a:pt x="3322" y="1082"/>
                  </a:lnTo>
                  <a:lnTo>
                    <a:pt x="3167" y="1043"/>
                  </a:lnTo>
                  <a:lnTo>
                    <a:pt x="3013" y="1082"/>
                  </a:lnTo>
                  <a:lnTo>
                    <a:pt x="2743" y="1159"/>
                  </a:lnTo>
                  <a:lnTo>
                    <a:pt x="2472" y="1314"/>
                  </a:lnTo>
                  <a:lnTo>
                    <a:pt x="2241" y="1545"/>
                  </a:lnTo>
                  <a:lnTo>
                    <a:pt x="2511" y="78"/>
                  </a:lnTo>
                  <a:lnTo>
                    <a:pt x="220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782;p20"/>
            <p:cNvSpPr/>
            <p:nvPr/>
          </p:nvSpPr>
          <p:spPr>
            <a:xfrm>
              <a:off x="3971200" y="23945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4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2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20"/>
            <p:cNvSpPr/>
            <p:nvPr/>
          </p:nvSpPr>
          <p:spPr>
            <a:xfrm>
              <a:off x="591450" y="23984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8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0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20"/>
            <p:cNvSpPr/>
            <p:nvPr/>
          </p:nvSpPr>
          <p:spPr>
            <a:xfrm>
              <a:off x="456275" y="23994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80"/>
                  </a:lnTo>
                  <a:lnTo>
                    <a:pt x="12280" y="657"/>
                  </a:lnTo>
                  <a:lnTo>
                    <a:pt x="12628" y="850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54"/>
                  </a:lnTo>
                  <a:lnTo>
                    <a:pt x="13478" y="2240"/>
                  </a:lnTo>
                  <a:lnTo>
                    <a:pt x="13632" y="2665"/>
                  </a:lnTo>
                  <a:lnTo>
                    <a:pt x="13825" y="3438"/>
                  </a:lnTo>
                  <a:lnTo>
                    <a:pt x="13825" y="3438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472"/>
                  </a:lnTo>
                  <a:lnTo>
                    <a:pt x="12010" y="2125"/>
                  </a:lnTo>
                  <a:lnTo>
                    <a:pt x="11817" y="1932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734"/>
                  </a:lnTo>
                  <a:lnTo>
                    <a:pt x="11740" y="619"/>
                  </a:lnTo>
                  <a:lnTo>
                    <a:pt x="11856" y="541"/>
                  </a:lnTo>
                  <a:lnTo>
                    <a:pt x="11972" y="503"/>
                  </a:lnTo>
                  <a:close/>
                  <a:moveTo>
                    <a:pt x="16219" y="1584"/>
                  </a:moveTo>
                  <a:lnTo>
                    <a:pt x="16296" y="1623"/>
                  </a:lnTo>
                  <a:lnTo>
                    <a:pt x="16412" y="1661"/>
                  </a:lnTo>
                  <a:lnTo>
                    <a:pt x="16490" y="1738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7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661"/>
                  </a:lnTo>
                  <a:lnTo>
                    <a:pt x="16103" y="1623"/>
                  </a:lnTo>
                  <a:lnTo>
                    <a:pt x="16219" y="1584"/>
                  </a:lnTo>
                  <a:close/>
                  <a:moveTo>
                    <a:pt x="13825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9"/>
                  </a:lnTo>
                  <a:lnTo>
                    <a:pt x="10890" y="5445"/>
                  </a:lnTo>
                  <a:lnTo>
                    <a:pt x="10968" y="5252"/>
                  </a:lnTo>
                  <a:lnTo>
                    <a:pt x="11122" y="5098"/>
                  </a:lnTo>
                  <a:lnTo>
                    <a:pt x="11277" y="4943"/>
                  </a:lnTo>
                  <a:lnTo>
                    <a:pt x="11547" y="4750"/>
                  </a:lnTo>
                  <a:lnTo>
                    <a:pt x="11817" y="4635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25" y="4287"/>
                  </a:lnTo>
                  <a:close/>
                  <a:moveTo>
                    <a:pt x="14404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7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44" y="5986"/>
                  </a:lnTo>
                  <a:lnTo>
                    <a:pt x="16876" y="6334"/>
                  </a:lnTo>
                  <a:lnTo>
                    <a:pt x="16992" y="6681"/>
                  </a:lnTo>
                  <a:lnTo>
                    <a:pt x="16992" y="6836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8"/>
                  </a:lnTo>
                  <a:lnTo>
                    <a:pt x="16374" y="7338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370" y="6565"/>
                  </a:lnTo>
                  <a:lnTo>
                    <a:pt x="15061" y="6141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06" y="619"/>
                  </a:lnTo>
                  <a:lnTo>
                    <a:pt x="10929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33" y="2742"/>
                  </a:lnTo>
                  <a:lnTo>
                    <a:pt x="12396" y="3090"/>
                  </a:lnTo>
                  <a:lnTo>
                    <a:pt x="12860" y="3399"/>
                  </a:lnTo>
                  <a:lnTo>
                    <a:pt x="12860" y="3399"/>
                  </a:lnTo>
                  <a:lnTo>
                    <a:pt x="12049" y="3283"/>
                  </a:lnTo>
                  <a:lnTo>
                    <a:pt x="11199" y="3283"/>
                  </a:lnTo>
                  <a:lnTo>
                    <a:pt x="10388" y="3322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623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082" y="10156"/>
                  </a:lnTo>
                  <a:lnTo>
                    <a:pt x="503" y="10967"/>
                  </a:lnTo>
                  <a:lnTo>
                    <a:pt x="1" y="11778"/>
                  </a:lnTo>
                  <a:lnTo>
                    <a:pt x="348" y="12049"/>
                  </a:lnTo>
                  <a:lnTo>
                    <a:pt x="1546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79"/>
                  </a:lnTo>
                  <a:lnTo>
                    <a:pt x="6257" y="5561"/>
                  </a:lnTo>
                  <a:lnTo>
                    <a:pt x="7106" y="5059"/>
                  </a:lnTo>
                  <a:lnTo>
                    <a:pt x="7994" y="4596"/>
                  </a:lnTo>
                  <a:lnTo>
                    <a:pt x="8458" y="4441"/>
                  </a:lnTo>
                  <a:lnTo>
                    <a:pt x="8921" y="4248"/>
                  </a:lnTo>
                  <a:lnTo>
                    <a:pt x="9423" y="4133"/>
                  </a:lnTo>
                  <a:lnTo>
                    <a:pt x="9886" y="4017"/>
                  </a:lnTo>
                  <a:lnTo>
                    <a:pt x="10388" y="3901"/>
                  </a:lnTo>
                  <a:lnTo>
                    <a:pt x="10852" y="3862"/>
                  </a:lnTo>
                  <a:lnTo>
                    <a:pt x="11354" y="3824"/>
                  </a:lnTo>
                  <a:lnTo>
                    <a:pt x="11856" y="3824"/>
                  </a:lnTo>
                  <a:lnTo>
                    <a:pt x="12358" y="3862"/>
                  </a:lnTo>
                  <a:lnTo>
                    <a:pt x="12860" y="3901"/>
                  </a:lnTo>
                  <a:lnTo>
                    <a:pt x="12319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47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4"/>
                  </a:lnTo>
                  <a:lnTo>
                    <a:pt x="11006" y="6411"/>
                  </a:lnTo>
                  <a:lnTo>
                    <a:pt x="11277" y="6449"/>
                  </a:lnTo>
                  <a:lnTo>
                    <a:pt x="11585" y="6411"/>
                  </a:lnTo>
                  <a:lnTo>
                    <a:pt x="11856" y="6372"/>
                  </a:lnTo>
                  <a:lnTo>
                    <a:pt x="12165" y="6256"/>
                  </a:lnTo>
                  <a:lnTo>
                    <a:pt x="12628" y="6063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760" y="7878"/>
                  </a:lnTo>
                  <a:lnTo>
                    <a:pt x="16876" y="7840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7"/>
                  </a:lnTo>
                  <a:lnTo>
                    <a:pt x="17378" y="7531"/>
                  </a:lnTo>
                  <a:lnTo>
                    <a:pt x="17416" y="7376"/>
                  </a:lnTo>
                  <a:lnTo>
                    <a:pt x="17455" y="7260"/>
                  </a:lnTo>
                  <a:lnTo>
                    <a:pt x="17493" y="6951"/>
                  </a:lnTo>
                  <a:lnTo>
                    <a:pt x="17416" y="6604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4"/>
                  </a:lnTo>
                  <a:lnTo>
                    <a:pt x="17146" y="2163"/>
                  </a:lnTo>
                  <a:lnTo>
                    <a:pt x="17107" y="1932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36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41" y="2434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20"/>
            <p:cNvSpPr/>
            <p:nvPr/>
          </p:nvSpPr>
          <p:spPr>
            <a:xfrm>
              <a:off x="5396100" y="24418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4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2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6" y="9153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3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7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5"/>
                  </a:lnTo>
                  <a:lnTo>
                    <a:pt x="695" y="735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4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50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3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9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6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8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2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4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7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20"/>
            <p:cNvSpPr/>
            <p:nvPr/>
          </p:nvSpPr>
          <p:spPr>
            <a:xfrm>
              <a:off x="4094775" y="2444775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4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5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20"/>
            <p:cNvSpPr/>
            <p:nvPr/>
          </p:nvSpPr>
          <p:spPr>
            <a:xfrm>
              <a:off x="6880825" y="24872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5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40" y="4943"/>
                  </a:lnTo>
                  <a:lnTo>
                    <a:pt x="155" y="4943"/>
                  </a:lnTo>
                  <a:lnTo>
                    <a:pt x="542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9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20"/>
            <p:cNvSpPr/>
            <p:nvPr/>
          </p:nvSpPr>
          <p:spPr>
            <a:xfrm>
              <a:off x="4037825" y="2489175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3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3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69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7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9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5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20"/>
            <p:cNvSpPr/>
            <p:nvPr/>
          </p:nvSpPr>
          <p:spPr>
            <a:xfrm>
              <a:off x="6829675" y="24891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580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9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9"/>
                  </a:lnTo>
                  <a:lnTo>
                    <a:pt x="78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8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4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6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20"/>
            <p:cNvSpPr/>
            <p:nvPr/>
          </p:nvSpPr>
          <p:spPr>
            <a:xfrm>
              <a:off x="2130250" y="2495950"/>
              <a:ext cx="246175" cy="107175"/>
            </a:xfrm>
            <a:custGeom>
              <a:avLst/>
              <a:gdLst/>
              <a:ahLst/>
              <a:cxnLst/>
              <a:rect l="l" t="t" r="r" b="b"/>
              <a:pathLst>
                <a:path w="9847" h="4287" extrusionOk="0">
                  <a:moveTo>
                    <a:pt x="8882" y="2742"/>
                  </a:moveTo>
                  <a:lnTo>
                    <a:pt x="9113" y="2819"/>
                  </a:lnTo>
                  <a:lnTo>
                    <a:pt x="9229" y="2896"/>
                  </a:lnTo>
                  <a:lnTo>
                    <a:pt x="9306" y="3012"/>
                  </a:lnTo>
                  <a:lnTo>
                    <a:pt x="9384" y="3089"/>
                  </a:lnTo>
                  <a:lnTo>
                    <a:pt x="9384" y="3205"/>
                  </a:lnTo>
                  <a:lnTo>
                    <a:pt x="9422" y="3321"/>
                  </a:lnTo>
                  <a:lnTo>
                    <a:pt x="9384" y="3437"/>
                  </a:lnTo>
                  <a:lnTo>
                    <a:pt x="9268" y="3630"/>
                  </a:lnTo>
                  <a:lnTo>
                    <a:pt x="9113" y="3785"/>
                  </a:lnTo>
                  <a:lnTo>
                    <a:pt x="8920" y="3862"/>
                  </a:lnTo>
                  <a:lnTo>
                    <a:pt x="8727" y="3862"/>
                  </a:lnTo>
                  <a:lnTo>
                    <a:pt x="8573" y="3785"/>
                  </a:lnTo>
                  <a:lnTo>
                    <a:pt x="8418" y="3630"/>
                  </a:lnTo>
                  <a:lnTo>
                    <a:pt x="8302" y="3437"/>
                  </a:lnTo>
                  <a:lnTo>
                    <a:pt x="8302" y="3244"/>
                  </a:lnTo>
                  <a:lnTo>
                    <a:pt x="8341" y="3051"/>
                  </a:lnTo>
                  <a:lnTo>
                    <a:pt x="8380" y="2858"/>
                  </a:lnTo>
                  <a:lnTo>
                    <a:pt x="8418" y="2819"/>
                  </a:lnTo>
                  <a:lnTo>
                    <a:pt x="8650" y="2742"/>
                  </a:lnTo>
                  <a:close/>
                  <a:moveTo>
                    <a:pt x="155" y="0"/>
                  </a:moveTo>
                  <a:lnTo>
                    <a:pt x="77" y="39"/>
                  </a:lnTo>
                  <a:lnTo>
                    <a:pt x="39" y="78"/>
                  </a:lnTo>
                  <a:lnTo>
                    <a:pt x="0" y="155"/>
                  </a:lnTo>
                  <a:lnTo>
                    <a:pt x="39" y="271"/>
                  </a:lnTo>
                  <a:lnTo>
                    <a:pt x="77" y="348"/>
                  </a:lnTo>
                  <a:lnTo>
                    <a:pt x="116" y="386"/>
                  </a:lnTo>
                  <a:lnTo>
                    <a:pt x="618" y="618"/>
                  </a:lnTo>
                  <a:lnTo>
                    <a:pt x="1120" y="773"/>
                  </a:lnTo>
                  <a:lnTo>
                    <a:pt x="2124" y="1081"/>
                  </a:lnTo>
                  <a:lnTo>
                    <a:pt x="4286" y="1738"/>
                  </a:lnTo>
                  <a:lnTo>
                    <a:pt x="6101" y="2317"/>
                  </a:lnTo>
                  <a:lnTo>
                    <a:pt x="7028" y="2587"/>
                  </a:lnTo>
                  <a:lnTo>
                    <a:pt x="7993" y="2819"/>
                  </a:lnTo>
                  <a:lnTo>
                    <a:pt x="7916" y="2974"/>
                  </a:lnTo>
                  <a:lnTo>
                    <a:pt x="7878" y="3089"/>
                  </a:lnTo>
                  <a:lnTo>
                    <a:pt x="7878" y="3398"/>
                  </a:lnTo>
                  <a:lnTo>
                    <a:pt x="7993" y="3707"/>
                  </a:lnTo>
                  <a:lnTo>
                    <a:pt x="8109" y="3939"/>
                  </a:lnTo>
                  <a:lnTo>
                    <a:pt x="8225" y="4093"/>
                  </a:lnTo>
                  <a:lnTo>
                    <a:pt x="8380" y="4171"/>
                  </a:lnTo>
                  <a:lnTo>
                    <a:pt x="8573" y="4248"/>
                  </a:lnTo>
                  <a:lnTo>
                    <a:pt x="8727" y="4287"/>
                  </a:lnTo>
                  <a:lnTo>
                    <a:pt x="8920" y="4287"/>
                  </a:lnTo>
                  <a:lnTo>
                    <a:pt x="9075" y="4248"/>
                  </a:lnTo>
                  <a:lnTo>
                    <a:pt x="9268" y="4209"/>
                  </a:lnTo>
                  <a:lnTo>
                    <a:pt x="9422" y="4093"/>
                  </a:lnTo>
                  <a:lnTo>
                    <a:pt x="9538" y="3978"/>
                  </a:lnTo>
                  <a:lnTo>
                    <a:pt x="9654" y="3823"/>
                  </a:lnTo>
                  <a:lnTo>
                    <a:pt x="9770" y="3669"/>
                  </a:lnTo>
                  <a:lnTo>
                    <a:pt x="9808" y="3514"/>
                  </a:lnTo>
                  <a:lnTo>
                    <a:pt x="9847" y="3321"/>
                  </a:lnTo>
                  <a:lnTo>
                    <a:pt x="9847" y="3128"/>
                  </a:lnTo>
                  <a:lnTo>
                    <a:pt x="9770" y="2974"/>
                  </a:lnTo>
                  <a:lnTo>
                    <a:pt x="9692" y="2781"/>
                  </a:lnTo>
                  <a:lnTo>
                    <a:pt x="9577" y="2665"/>
                  </a:lnTo>
                  <a:lnTo>
                    <a:pt x="9422" y="2549"/>
                  </a:lnTo>
                  <a:lnTo>
                    <a:pt x="9229" y="2433"/>
                  </a:lnTo>
                  <a:lnTo>
                    <a:pt x="9075" y="2394"/>
                  </a:lnTo>
                  <a:lnTo>
                    <a:pt x="8688" y="2394"/>
                  </a:lnTo>
                  <a:lnTo>
                    <a:pt x="8495" y="2472"/>
                  </a:lnTo>
                  <a:lnTo>
                    <a:pt x="8341" y="2549"/>
                  </a:lnTo>
                  <a:lnTo>
                    <a:pt x="7298" y="2163"/>
                  </a:lnTo>
                  <a:lnTo>
                    <a:pt x="6294" y="1815"/>
                  </a:lnTo>
                  <a:lnTo>
                    <a:pt x="4209" y="1159"/>
                  </a:lnTo>
                  <a:lnTo>
                    <a:pt x="3244" y="850"/>
                  </a:lnTo>
                  <a:lnTo>
                    <a:pt x="2240" y="502"/>
                  </a:lnTo>
                  <a:lnTo>
                    <a:pt x="1236" y="193"/>
                  </a:lnTo>
                  <a:lnTo>
                    <a:pt x="734" y="7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20"/>
            <p:cNvSpPr/>
            <p:nvPr/>
          </p:nvSpPr>
          <p:spPr>
            <a:xfrm>
              <a:off x="4737700" y="2534550"/>
              <a:ext cx="459550" cy="296400"/>
            </a:xfrm>
            <a:custGeom>
              <a:avLst/>
              <a:gdLst/>
              <a:ahLst/>
              <a:cxnLst/>
              <a:rect l="l" t="t" r="r" b="b"/>
              <a:pathLst>
                <a:path w="18382" h="11856" extrusionOk="0">
                  <a:moveTo>
                    <a:pt x="17648" y="2936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9"/>
                  </a:lnTo>
                  <a:lnTo>
                    <a:pt x="17880" y="3322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40"/>
                  </a:lnTo>
                  <a:lnTo>
                    <a:pt x="17648" y="4133"/>
                  </a:lnTo>
                  <a:lnTo>
                    <a:pt x="17300" y="4403"/>
                  </a:lnTo>
                  <a:lnTo>
                    <a:pt x="17030" y="4596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4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5"/>
                  </a:lnTo>
                  <a:lnTo>
                    <a:pt x="16528" y="3515"/>
                  </a:lnTo>
                  <a:lnTo>
                    <a:pt x="16721" y="3283"/>
                  </a:lnTo>
                  <a:lnTo>
                    <a:pt x="16953" y="3129"/>
                  </a:lnTo>
                  <a:lnTo>
                    <a:pt x="17223" y="2974"/>
                  </a:lnTo>
                  <a:lnTo>
                    <a:pt x="17493" y="2936"/>
                  </a:lnTo>
                  <a:close/>
                  <a:moveTo>
                    <a:pt x="14211" y="4866"/>
                  </a:moveTo>
                  <a:lnTo>
                    <a:pt x="14481" y="4905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30"/>
                  </a:lnTo>
                  <a:lnTo>
                    <a:pt x="14752" y="5523"/>
                  </a:lnTo>
                  <a:lnTo>
                    <a:pt x="14288" y="5677"/>
                  </a:lnTo>
                  <a:lnTo>
                    <a:pt x="14018" y="5716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600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7"/>
                  </a:lnTo>
                  <a:lnTo>
                    <a:pt x="13169" y="5021"/>
                  </a:lnTo>
                  <a:lnTo>
                    <a:pt x="13323" y="4944"/>
                  </a:lnTo>
                  <a:lnTo>
                    <a:pt x="13555" y="4905"/>
                  </a:lnTo>
                  <a:lnTo>
                    <a:pt x="13864" y="4866"/>
                  </a:lnTo>
                  <a:close/>
                  <a:moveTo>
                    <a:pt x="15756" y="5523"/>
                  </a:moveTo>
                  <a:lnTo>
                    <a:pt x="16374" y="5832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4"/>
                  </a:lnTo>
                  <a:lnTo>
                    <a:pt x="17571" y="6913"/>
                  </a:lnTo>
                  <a:lnTo>
                    <a:pt x="17609" y="7067"/>
                  </a:lnTo>
                  <a:lnTo>
                    <a:pt x="17609" y="7222"/>
                  </a:lnTo>
                  <a:lnTo>
                    <a:pt x="17609" y="7454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4"/>
                  </a:lnTo>
                  <a:lnTo>
                    <a:pt x="17146" y="7724"/>
                  </a:lnTo>
                  <a:lnTo>
                    <a:pt x="16953" y="7685"/>
                  </a:lnTo>
                  <a:lnTo>
                    <a:pt x="16798" y="7608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7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2"/>
                  </a:lnTo>
                  <a:lnTo>
                    <a:pt x="15756" y="5523"/>
                  </a:lnTo>
                  <a:close/>
                  <a:moveTo>
                    <a:pt x="4944" y="464"/>
                  </a:moveTo>
                  <a:lnTo>
                    <a:pt x="5561" y="503"/>
                  </a:lnTo>
                  <a:lnTo>
                    <a:pt x="6141" y="657"/>
                  </a:lnTo>
                  <a:lnTo>
                    <a:pt x="6681" y="889"/>
                  </a:lnTo>
                  <a:lnTo>
                    <a:pt x="7222" y="1198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5"/>
                  </a:lnTo>
                  <a:lnTo>
                    <a:pt x="8766" y="2781"/>
                  </a:lnTo>
                  <a:lnTo>
                    <a:pt x="9037" y="3206"/>
                  </a:lnTo>
                  <a:lnTo>
                    <a:pt x="9268" y="3669"/>
                  </a:lnTo>
                  <a:lnTo>
                    <a:pt x="9693" y="4596"/>
                  </a:lnTo>
                  <a:lnTo>
                    <a:pt x="10079" y="5523"/>
                  </a:lnTo>
                  <a:lnTo>
                    <a:pt x="10272" y="5909"/>
                  </a:lnTo>
                  <a:lnTo>
                    <a:pt x="10504" y="6295"/>
                  </a:lnTo>
                  <a:lnTo>
                    <a:pt x="10736" y="6643"/>
                  </a:lnTo>
                  <a:lnTo>
                    <a:pt x="11006" y="6913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1"/>
                  </a:lnTo>
                  <a:lnTo>
                    <a:pt x="13207" y="7492"/>
                  </a:lnTo>
                  <a:lnTo>
                    <a:pt x="13516" y="7415"/>
                  </a:lnTo>
                  <a:lnTo>
                    <a:pt x="13825" y="7260"/>
                  </a:lnTo>
                  <a:lnTo>
                    <a:pt x="14095" y="7106"/>
                  </a:lnTo>
                  <a:lnTo>
                    <a:pt x="14366" y="6952"/>
                  </a:lnTo>
                  <a:lnTo>
                    <a:pt x="14597" y="6720"/>
                  </a:lnTo>
                  <a:lnTo>
                    <a:pt x="14829" y="6488"/>
                  </a:lnTo>
                  <a:lnTo>
                    <a:pt x="14829" y="6488"/>
                  </a:lnTo>
                  <a:lnTo>
                    <a:pt x="14404" y="7222"/>
                  </a:lnTo>
                  <a:lnTo>
                    <a:pt x="13941" y="7878"/>
                  </a:lnTo>
                  <a:lnTo>
                    <a:pt x="13439" y="8535"/>
                  </a:lnTo>
                  <a:lnTo>
                    <a:pt x="12860" y="9114"/>
                  </a:lnTo>
                  <a:lnTo>
                    <a:pt x="12242" y="9616"/>
                  </a:lnTo>
                  <a:lnTo>
                    <a:pt x="11547" y="10079"/>
                  </a:lnTo>
                  <a:lnTo>
                    <a:pt x="10813" y="10504"/>
                  </a:lnTo>
                  <a:lnTo>
                    <a:pt x="10041" y="10813"/>
                  </a:lnTo>
                  <a:lnTo>
                    <a:pt x="9462" y="11006"/>
                  </a:lnTo>
                  <a:lnTo>
                    <a:pt x="8882" y="11161"/>
                  </a:lnTo>
                  <a:lnTo>
                    <a:pt x="8303" y="11276"/>
                  </a:lnTo>
                  <a:lnTo>
                    <a:pt x="7724" y="11315"/>
                  </a:lnTo>
                  <a:lnTo>
                    <a:pt x="7145" y="11354"/>
                  </a:lnTo>
                  <a:lnTo>
                    <a:pt x="6604" y="11315"/>
                  </a:lnTo>
                  <a:lnTo>
                    <a:pt x="6025" y="11238"/>
                  </a:lnTo>
                  <a:lnTo>
                    <a:pt x="5484" y="11122"/>
                  </a:lnTo>
                  <a:lnTo>
                    <a:pt x="4944" y="10967"/>
                  </a:lnTo>
                  <a:lnTo>
                    <a:pt x="4442" y="10736"/>
                  </a:lnTo>
                  <a:lnTo>
                    <a:pt x="3940" y="10504"/>
                  </a:lnTo>
                  <a:lnTo>
                    <a:pt x="3476" y="10195"/>
                  </a:lnTo>
                  <a:lnTo>
                    <a:pt x="3013" y="9848"/>
                  </a:lnTo>
                  <a:lnTo>
                    <a:pt x="2549" y="9461"/>
                  </a:lnTo>
                  <a:lnTo>
                    <a:pt x="2163" y="9037"/>
                  </a:lnTo>
                  <a:lnTo>
                    <a:pt x="1777" y="8573"/>
                  </a:lnTo>
                  <a:lnTo>
                    <a:pt x="1430" y="8033"/>
                  </a:lnTo>
                  <a:lnTo>
                    <a:pt x="1121" y="7492"/>
                  </a:lnTo>
                  <a:lnTo>
                    <a:pt x="850" y="6913"/>
                  </a:lnTo>
                  <a:lnTo>
                    <a:pt x="657" y="6334"/>
                  </a:lnTo>
                  <a:lnTo>
                    <a:pt x="503" y="5754"/>
                  </a:lnTo>
                  <a:lnTo>
                    <a:pt x="426" y="5137"/>
                  </a:lnTo>
                  <a:lnTo>
                    <a:pt x="426" y="4519"/>
                  </a:lnTo>
                  <a:lnTo>
                    <a:pt x="503" y="3862"/>
                  </a:lnTo>
                  <a:lnTo>
                    <a:pt x="696" y="3283"/>
                  </a:lnTo>
                  <a:lnTo>
                    <a:pt x="928" y="2743"/>
                  </a:lnTo>
                  <a:lnTo>
                    <a:pt x="1275" y="2241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80"/>
                  </a:lnTo>
                  <a:lnTo>
                    <a:pt x="4326" y="464"/>
                  </a:lnTo>
                  <a:close/>
                  <a:moveTo>
                    <a:pt x="4519" y="1"/>
                  </a:moveTo>
                  <a:lnTo>
                    <a:pt x="4249" y="39"/>
                  </a:lnTo>
                  <a:lnTo>
                    <a:pt x="3901" y="78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6"/>
                  </a:lnTo>
                  <a:lnTo>
                    <a:pt x="2472" y="580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4"/>
                  </a:lnTo>
                  <a:lnTo>
                    <a:pt x="1082" y="1700"/>
                  </a:lnTo>
                  <a:lnTo>
                    <a:pt x="773" y="2163"/>
                  </a:lnTo>
                  <a:lnTo>
                    <a:pt x="503" y="2627"/>
                  </a:lnTo>
                  <a:lnTo>
                    <a:pt x="310" y="3090"/>
                  </a:lnTo>
                  <a:lnTo>
                    <a:pt x="155" y="3592"/>
                  </a:lnTo>
                  <a:lnTo>
                    <a:pt x="40" y="4094"/>
                  </a:lnTo>
                  <a:lnTo>
                    <a:pt x="1" y="4596"/>
                  </a:lnTo>
                  <a:lnTo>
                    <a:pt x="1" y="5137"/>
                  </a:lnTo>
                  <a:lnTo>
                    <a:pt x="78" y="5639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9"/>
                  </a:lnTo>
                  <a:lnTo>
                    <a:pt x="1237" y="8612"/>
                  </a:lnTo>
                  <a:lnTo>
                    <a:pt x="1545" y="9037"/>
                  </a:lnTo>
                  <a:lnTo>
                    <a:pt x="2009" y="9577"/>
                  </a:lnTo>
                  <a:lnTo>
                    <a:pt x="2472" y="10041"/>
                  </a:lnTo>
                  <a:lnTo>
                    <a:pt x="2974" y="10427"/>
                  </a:lnTo>
                  <a:lnTo>
                    <a:pt x="3476" y="10813"/>
                  </a:lnTo>
                  <a:lnTo>
                    <a:pt x="4055" y="11083"/>
                  </a:lnTo>
                  <a:lnTo>
                    <a:pt x="4596" y="11354"/>
                  </a:lnTo>
                  <a:lnTo>
                    <a:pt x="5214" y="11547"/>
                  </a:lnTo>
                  <a:lnTo>
                    <a:pt x="5832" y="11701"/>
                  </a:lnTo>
                  <a:lnTo>
                    <a:pt x="5870" y="11856"/>
                  </a:lnTo>
                  <a:lnTo>
                    <a:pt x="6218" y="11778"/>
                  </a:lnTo>
                  <a:lnTo>
                    <a:pt x="7029" y="11817"/>
                  </a:lnTo>
                  <a:lnTo>
                    <a:pt x="7840" y="11817"/>
                  </a:lnTo>
                  <a:lnTo>
                    <a:pt x="8689" y="11701"/>
                  </a:lnTo>
                  <a:lnTo>
                    <a:pt x="9539" y="11508"/>
                  </a:lnTo>
                  <a:lnTo>
                    <a:pt x="10272" y="11238"/>
                  </a:lnTo>
                  <a:lnTo>
                    <a:pt x="11006" y="10929"/>
                  </a:lnTo>
                  <a:lnTo>
                    <a:pt x="11315" y="10813"/>
                  </a:lnTo>
                  <a:lnTo>
                    <a:pt x="11315" y="10774"/>
                  </a:lnTo>
                  <a:lnTo>
                    <a:pt x="12049" y="10350"/>
                  </a:lnTo>
                  <a:lnTo>
                    <a:pt x="12705" y="9848"/>
                  </a:lnTo>
                  <a:lnTo>
                    <a:pt x="13362" y="9307"/>
                  </a:lnTo>
                  <a:lnTo>
                    <a:pt x="13941" y="8689"/>
                  </a:lnTo>
                  <a:lnTo>
                    <a:pt x="14481" y="8033"/>
                  </a:lnTo>
                  <a:lnTo>
                    <a:pt x="14713" y="7685"/>
                  </a:lnTo>
                  <a:lnTo>
                    <a:pt x="14906" y="7299"/>
                  </a:lnTo>
                  <a:lnTo>
                    <a:pt x="15099" y="6952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20"/>
                  </a:lnTo>
                  <a:lnTo>
                    <a:pt x="15987" y="7145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7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3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4"/>
                  </a:lnTo>
                  <a:lnTo>
                    <a:pt x="18034" y="7260"/>
                  </a:lnTo>
                  <a:lnTo>
                    <a:pt x="17995" y="7029"/>
                  </a:lnTo>
                  <a:lnTo>
                    <a:pt x="17918" y="6836"/>
                  </a:lnTo>
                  <a:lnTo>
                    <a:pt x="17841" y="6643"/>
                  </a:lnTo>
                  <a:lnTo>
                    <a:pt x="17725" y="6450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6"/>
                  </a:lnTo>
                  <a:lnTo>
                    <a:pt x="16567" y="5446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2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4"/>
                  </a:lnTo>
                  <a:lnTo>
                    <a:pt x="18343" y="3553"/>
                  </a:lnTo>
                  <a:lnTo>
                    <a:pt x="18382" y="3322"/>
                  </a:lnTo>
                  <a:lnTo>
                    <a:pt x="18343" y="3090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4"/>
                  </a:lnTo>
                  <a:lnTo>
                    <a:pt x="17841" y="2588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8"/>
                  </a:lnTo>
                  <a:lnTo>
                    <a:pt x="16953" y="2704"/>
                  </a:lnTo>
                  <a:lnTo>
                    <a:pt x="16760" y="2781"/>
                  </a:lnTo>
                  <a:lnTo>
                    <a:pt x="16567" y="2936"/>
                  </a:lnTo>
                  <a:lnTo>
                    <a:pt x="16412" y="3090"/>
                  </a:lnTo>
                  <a:lnTo>
                    <a:pt x="16258" y="3283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1"/>
                  </a:lnTo>
                  <a:lnTo>
                    <a:pt x="15524" y="5021"/>
                  </a:lnTo>
                  <a:lnTo>
                    <a:pt x="15099" y="4789"/>
                  </a:lnTo>
                  <a:lnTo>
                    <a:pt x="14675" y="4635"/>
                  </a:lnTo>
                  <a:lnTo>
                    <a:pt x="14211" y="4519"/>
                  </a:lnTo>
                  <a:lnTo>
                    <a:pt x="13748" y="4519"/>
                  </a:lnTo>
                  <a:lnTo>
                    <a:pt x="13362" y="4596"/>
                  </a:lnTo>
                  <a:lnTo>
                    <a:pt x="13169" y="4635"/>
                  </a:lnTo>
                  <a:lnTo>
                    <a:pt x="12975" y="4712"/>
                  </a:lnTo>
                  <a:lnTo>
                    <a:pt x="12782" y="4789"/>
                  </a:lnTo>
                  <a:lnTo>
                    <a:pt x="12628" y="4944"/>
                  </a:lnTo>
                  <a:lnTo>
                    <a:pt x="12512" y="5098"/>
                  </a:lnTo>
                  <a:lnTo>
                    <a:pt x="12435" y="5252"/>
                  </a:lnTo>
                  <a:lnTo>
                    <a:pt x="12396" y="5446"/>
                  </a:lnTo>
                  <a:lnTo>
                    <a:pt x="12473" y="5639"/>
                  </a:lnTo>
                  <a:lnTo>
                    <a:pt x="12551" y="5793"/>
                  </a:lnTo>
                  <a:lnTo>
                    <a:pt x="12705" y="5909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1"/>
                  </a:lnTo>
                  <a:lnTo>
                    <a:pt x="13786" y="6141"/>
                  </a:lnTo>
                  <a:lnTo>
                    <a:pt x="14134" y="6102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20"/>
                  </a:lnTo>
                  <a:lnTo>
                    <a:pt x="13671" y="6836"/>
                  </a:lnTo>
                  <a:lnTo>
                    <a:pt x="13439" y="6952"/>
                  </a:lnTo>
                  <a:lnTo>
                    <a:pt x="13207" y="7029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1"/>
                  </a:lnTo>
                  <a:lnTo>
                    <a:pt x="10968" y="6141"/>
                  </a:lnTo>
                  <a:lnTo>
                    <a:pt x="10774" y="5793"/>
                  </a:lnTo>
                  <a:lnTo>
                    <a:pt x="10504" y="5330"/>
                  </a:lnTo>
                  <a:lnTo>
                    <a:pt x="10311" y="4828"/>
                  </a:lnTo>
                  <a:lnTo>
                    <a:pt x="9886" y="3862"/>
                  </a:lnTo>
                  <a:lnTo>
                    <a:pt x="9655" y="3399"/>
                  </a:lnTo>
                  <a:lnTo>
                    <a:pt x="9423" y="2936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2"/>
                  </a:lnTo>
                  <a:lnTo>
                    <a:pt x="6874" y="503"/>
                  </a:lnTo>
                  <a:lnTo>
                    <a:pt x="6295" y="271"/>
                  </a:lnTo>
                  <a:lnTo>
                    <a:pt x="5716" y="117"/>
                  </a:lnTo>
                  <a:lnTo>
                    <a:pt x="5137" y="39"/>
                  </a:lnTo>
                  <a:lnTo>
                    <a:pt x="451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20"/>
            <p:cNvSpPr/>
            <p:nvPr/>
          </p:nvSpPr>
          <p:spPr>
            <a:xfrm>
              <a:off x="6767875" y="25365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1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6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20"/>
            <p:cNvSpPr/>
            <p:nvPr/>
          </p:nvSpPr>
          <p:spPr>
            <a:xfrm>
              <a:off x="694725" y="25374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8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20"/>
            <p:cNvSpPr/>
            <p:nvPr/>
          </p:nvSpPr>
          <p:spPr>
            <a:xfrm>
              <a:off x="643575" y="25393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657" y="1468"/>
                  </a:lnTo>
                  <a:lnTo>
                    <a:pt x="579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3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5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20"/>
            <p:cNvSpPr/>
            <p:nvPr/>
          </p:nvSpPr>
          <p:spPr>
            <a:xfrm>
              <a:off x="2323325" y="2542275"/>
              <a:ext cx="309900" cy="249100"/>
            </a:xfrm>
            <a:custGeom>
              <a:avLst/>
              <a:gdLst/>
              <a:ahLst/>
              <a:cxnLst/>
              <a:rect l="l" t="t" r="r" b="b"/>
              <a:pathLst>
                <a:path w="12396" h="9964" extrusionOk="0">
                  <a:moveTo>
                    <a:pt x="10079" y="426"/>
                  </a:moveTo>
                  <a:lnTo>
                    <a:pt x="10272" y="464"/>
                  </a:lnTo>
                  <a:lnTo>
                    <a:pt x="10465" y="503"/>
                  </a:lnTo>
                  <a:lnTo>
                    <a:pt x="10581" y="541"/>
                  </a:lnTo>
                  <a:lnTo>
                    <a:pt x="10735" y="657"/>
                  </a:lnTo>
                  <a:lnTo>
                    <a:pt x="10851" y="850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28" y="1430"/>
                  </a:lnTo>
                  <a:lnTo>
                    <a:pt x="10890" y="1661"/>
                  </a:lnTo>
                  <a:lnTo>
                    <a:pt x="10812" y="1854"/>
                  </a:lnTo>
                  <a:lnTo>
                    <a:pt x="10619" y="2202"/>
                  </a:lnTo>
                  <a:lnTo>
                    <a:pt x="10310" y="2588"/>
                  </a:lnTo>
                  <a:lnTo>
                    <a:pt x="9963" y="2936"/>
                  </a:lnTo>
                  <a:lnTo>
                    <a:pt x="9422" y="3476"/>
                  </a:lnTo>
                  <a:lnTo>
                    <a:pt x="8843" y="3978"/>
                  </a:lnTo>
                  <a:lnTo>
                    <a:pt x="8186" y="4480"/>
                  </a:lnTo>
                  <a:lnTo>
                    <a:pt x="7569" y="4982"/>
                  </a:lnTo>
                  <a:lnTo>
                    <a:pt x="6912" y="5484"/>
                  </a:lnTo>
                  <a:lnTo>
                    <a:pt x="6256" y="5947"/>
                  </a:lnTo>
                  <a:lnTo>
                    <a:pt x="5483" y="6411"/>
                  </a:lnTo>
                  <a:lnTo>
                    <a:pt x="4711" y="6874"/>
                  </a:lnTo>
                  <a:lnTo>
                    <a:pt x="3939" y="7299"/>
                  </a:lnTo>
                  <a:lnTo>
                    <a:pt x="3128" y="7724"/>
                  </a:lnTo>
                  <a:lnTo>
                    <a:pt x="2471" y="7994"/>
                  </a:lnTo>
                  <a:lnTo>
                    <a:pt x="2163" y="8110"/>
                  </a:lnTo>
                  <a:lnTo>
                    <a:pt x="1815" y="8226"/>
                  </a:lnTo>
                  <a:lnTo>
                    <a:pt x="1506" y="8264"/>
                  </a:lnTo>
                  <a:lnTo>
                    <a:pt x="1159" y="8303"/>
                  </a:lnTo>
                  <a:lnTo>
                    <a:pt x="811" y="8303"/>
                  </a:lnTo>
                  <a:lnTo>
                    <a:pt x="463" y="8226"/>
                  </a:lnTo>
                  <a:lnTo>
                    <a:pt x="502" y="8148"/>
                  </a:lnTo>
                  <a:lnTo>
                    <a:pt x="463" y="8033"/>
                  </a:lnTo>
                  <a:lnTo>
                    <a:pt x="463" y="7917"/>
                  </a:lnTo>
                  <a:lnTo>
                    <a:pt x="463" y="7801"/>
                  </a:lnTo>
                  <a:lnTo>
                    <a:pt x="502" y="7569"/>
                  </a:lnTo>
                  <a:lnTo>
                    <a:pt x="618" y="7299"/>
                  </a:lnTo>
                  <a:lnTo>
                    <a:pt x="772" y="7029"/>
                  </a:lnTo>
                  <a:lnTo>
                    <a:pt x="1159" y="6565"/>
                  </a:lnTo>
                  <a:lnTo>
                    <a:pt x="1467" y="6179"/>
                  </a:lnTo>
                  <a:lnTo>
                    <a:pt x="2008" y="5561"/>
                  </a:lnTo>
                  <a:lnTo>
                    <a:pt x="2549" y="4982"/>
                  </a:lnTo>
                  <a:lnTo>
                    <a:pt x="3128" y="4441"/>
                  </a:lnTo>
                  <a:lnTo>
                    <a:pt x="3746" y="3862"/>
                  </a:lnTo>
                  <a:lnTo>
                    <a:pt x="4364" y="3360"/>
                  </a:lnTo>
                  <a:lnTo>
                    <a:pt x="5020" y="2858"/>
                  </a:lnTo>
                  <a:lnTo>
                    <a:pt x="5715" y="2434"/>
                  </a:lnTo>
                  <a:lnTo>
                    <a:pt x="6410" y="1970"/>
                  </a:lnTo>
                  <a:lnTo>
                    <a:pt x="7105" y="1584"/>
                  </a:lnTo>
                  <a:lnTo>
                    <a:pt x="7839" y="1236"/>
                  </a:lnTo>
                  <a:lnTo>
                    <a:pt x="8457" y="928"/>
                  </a:lnTo>
                  <a:lnTo>
                    <a:pt x="8843" y="734"/>
                  </a:lnTo>
                  <a:lnTo>
                    <a:pt x="9268" y="580"/>
                  </a:lnTo>
                  <a:lnTo>
                    <a:pt x="9692" y="464"/>
                  </a:lnTo>
                  <a:lnTo>
                    <a:pt x="10079" y="426"/>
                  </a:lnTo>
                  <a:close/>
                  <a:moveTo>
                    <a:pt x="11237" y="464"/>
                  </a:moveTo>
                  <a:lnTo>
                    <a:pt x="11430" y="580"/>
                  </a:lnTo>
                  <a:lnTo>
                    <a:pt x="11585" y="773"/>
                  </a:lnTo>
                  <a:lnTo>
                    <a:pt x="11700" y="966"/>
                  </a:lnTo>
                  <a:lnTo>
                    <a:pt x="11778" y="1236"/>
                  </a:lnTo>
                  <a:lnTo>
                    <a:pt x="11778" y="1468"/>
                  </a:lnTo>
                  <a:lnTo>
                    <a:pt x="11778" y="1738"/>
                  </a:lnTo>
                  <a:lnTo>
                    <a:pt x="11739" y="1970"/>
                  </a:lnTo>
                  <a:lnTo>
                    <a:pt x="11662" y="2240"/>
                  </a:lnTo>
                  <a:lnTo>
                    <a:pt x="11430" y="2627"/>
                  </a:lnTo>
                  <a:lnTo>
                    <a:pt x="11160" y="3013"/>
                  </a:lnTo>
                  <a:lnTo>
                    <a:pt x="10851" y="3399"/>
                  </a:lnTo>
                  <a:lnTo>
                    <a:pt x="10542" y="3746"/>
                  </a:lnTo>
                  <a:lnTo>
                    <a:pt x="9847" y="4480"/>
                  </a:lnTo>
                  <a:lnTo>
                    <a:pt x="9075" y="5137"/>
                  </a:lnTo>
                  <a:lnTo>
                    <a:pt x="8264" y="5793"/>
                  </a:lnTo>
                  <a:lnTo>
                    <a:pt x="7453" y="6372"/>
                  </a:lnTo>
                  <a:lnTo>
                    <a:pt x="6603" y="6990"/>
                  </a:lnTo>
                  <a:lnTo>
                    <a:pt x="5754" y="7569"/>
                  </a:lnTo>
                  <a:lnTo>
                    <a:pt x="4866" y="8110"/>
                  </a:lnTo>
                  <a:lnTo>
                    <a:pt x="3977" y="8612"/>
                  </a:lnTo>
                  <a:lnTo>
                    <a:pt x="3128" y="9037"/>
                  </a:lnTo>
                  <a:lnTo>
                    <a:pt x="2703" y="9191"/>
                  </a:lnTo>
                  <a:lnTo>
                    <a:pt x="2240" y="9346"/>
                  </a:lnTo>
                  <a:lnTo>
                    <a:pt x="1969" y="9384"/>
                  </a:lnTo>
                  <a:lnTo>
                    <a:pt x="1661" y="9423"/>
                  </a:lnTo>
                  <a:lnTo>
                    <a:pt x="1313" y="9384"/>
                  </a:lnTo>
                  <a:lnTo>
                    <a:pt x="1004" y="9346"/>
                  </a:lnTo>
                  <a:lnTo>
                    <a:pt x="734" y="9191"/>
                  </a:lnTo>
                  <a:lnTo>
                    <a:pt x="541" y="9037"/>
                  </a:lnTo>
                  <a:lnTo>
                    <a:pt x="463" y="8921"/>
                  </a:lnTo>
                  <a:lnTo>
                    <a:pt x="386" y="8805"/>
                  </a:lnTo>
                  <a:lnTo>
                    <a:pt x="348" y="8650"/>
                  </a:lnTo>
                  <a:lnTo>
                    <a:pt x="309" y="8496"/>
                  </a:lnTo>
                  <a:lnTo>
                    <a:pt x="579" y="8612"/>
                  </a:lnTo>
                  <a:lnTo>
                    <a:pt x="888" y="8728"/>
                  </a:lnTo>
                  <a:lnTo>
                    <a:pt x="1197" y="8766"/>
                  </a:lnTo>
                  <a:lnTo>
                    <a:pt x="1506" y="8766"/>
                  </a:lnTo>
                  <a:lnTo>
                    <a:pt x="1815" y="8728"/>
                  </a:lnTo>
                  <a:lnTo>
                    <a:pt x="2124" y="8650"/>
                  </a:lnTo>
                  <a:lnTo>
                    <a:pt x="2742" y="8457"/>
                  </a:lnTo>
                  <a:lnTo>
                    <a:pt x="3321" y="8187"/>
                  </a:lnTo>
                  <a:lnTo>
                    <a:pt x="3939" y="7917"/>
                  </a:lnTo>
                  <a:lnTo>
                    <a:pt x="4981" y="7299"/>
                  </a:lnTo>
                  <a:lnTo>
                    <a:pt x="6526" y="6372"/>
                  </a:lnTo>
                  <a:lnTo>
                    <a:pt x="7298" y="5832"/>
                  </a:lnTo>
                  <a:lnTo>
                    <a:pt x="8071" y="5291"/>
                  </a:lnTo>
                  <a:lnTo>
                    <a:pt x="8804" y="4750"/>
                  </a:lnTo>
                  <a:lnTo>
                    <a:pt x="9499" y="4133"/>
                  </a:lnTo>
                  <a:lnTo>
                    <a:pt x="10156" y="3515"/>
                  </a:lnTo>
                  <a:lnTo>
                    <a:pt x="10774" y="2820"/>
                  </a:lnTo>
                  <a:lnTo>
                    <a:pt x="10967" y="2588"/>
                  </a:lnTo>
                  <a:lnTo>
                    <a:pt x="11121" y="2356"/>
                  </a:lnTo>
                  <a:lnTo>
                    <a:pt x="11276" y="2047"/>
                  </a:lnTo>
                  <a:lnTo>
                    <a:pt x="11391" y="1777"/>
                  </a:lnTo>
                  <a:lnTo>
                    <a:pt x="11469" y="1468"/>
                  </a:lnTo>
                  <a:lnTo>
                    <a:pt x="11507" y="1159"/>
                  </a:lnTo>
                  <a:lnTo>
                    <a:pt x="11430" y="889"/>
                  </a:lnTo>
                  <a:lnTo>
                    <a:pt x="11314" y="580"/>
                  </a:lnTo>
                  <a:lnTo>
                    <a:pt x="11237" y="464"/>
                  </a:lnTo>
                  <a:close/>
                  <a:moveTo>
                    <a:pt x="9924" y="1"/>
                  </a:moveTo>
                  <a:lnTo>
                    <a:pt x="9654" y="39"/>
                  </a:lnTo>
                  <a:lnTo>
                    <a:pt x="9306" y="117"/>
                  </a:lnTo>
                  <a:lnTo>
                    <a:pt x="8920" y="194"/>
                  </a:lnTo>
                  <a:lnTo>
                    <a:pt x="8186" y="503"/>
                  </a:lnTo>
                  <a:lnTo>
                    <a:pt x="7491" y="850"/>
                  </a:lnTo>
                  <a:lnTo>
                    <a:pt x="6835" y="1198"/>
                  </a:lnTo>
                  <a:lnTo>
                    <a:pt x="6101" y="1584"/>
                  </a:lnTo>
                  <a:lnTo>
                    <a:pt x="5406" y="2009"/>
                  </a:lnTo>
                  <a:lnTo>
                    <a:pt x="4750" y="2472"/>
                  </a:lnTo>
                  <a:lnTo>
                    <a:pt x="4093" y="2974"/>
                  </a:lnTo>
                  <a:lnTo>
                    <a:pt x="3360" y="3553"/>
                  </a:lnTo>
                  <a:lnTo>
                    <a:pt x="2665" y="4210"/>
                  </a:lnTo>
                  <a:lnTo>
                    <a:pt x="1969" y="4866"/>
                  </a:lnTo>
                  <a:lnTo>
                    <a:pt x="1352" y="5600"/>
                  </a:lnTo>
                  <a:lnTo>
                    <a:pt x="888" y="6141"/>
                  </a:lnTo>
                  <a:lnTo>
                    <a:pt x="618" y="6449"/>
                  </a:lnTo>
                  <a:lnTo>
                    <a:pt x="348" y="6797"/>
                  </a:lnTo>
                  <a:lnTo>
                    <a:pt x="155" y="7145"/>
                  </a:lnTo>
                  <a:lnTo>
                    <a:pt x="0" y="7492"/>
                  </a:lnTo>
                  <a:lnTo>
                    <a:pt x="0" y="7685"/>
                  </a:lnTo>
                  <a:lnTo>
                    <a:pt x="0" y="7840"/>
                  </a:lnTo>
                  <a:lnTo>
                    <a:pt x="0" y="8033"/>
                  </a:lnTo>
                  <a:lnTo>
                    <a:pt x="77" y="8187"/>
                  </a:lnTo>
                  <a:lnTo>
                    <a:pt x="77" y="8264"/>
                  </a:lnTo>
                  <a:lnTo>
                    <a:pt x="77" y="8342"/>
                  </a:lnTo>
                  <a:lnTo>
                    <a:pt x="39" y="8496"/>
                  </a:lnTo>
                  <a:lnTo>
                    <a:pt x="39" y="8650"/>
                  </a:lnTo>
                  <a:lnTo>
                    <a:pt x="77" y="8805"/>
                  </a:lnTo>
                  <a:lnTo>
                    <a:pt x="116" y="8959"/>
                  </a:lnTo>
                  <a:lnTo>
                    <a:pt x="309" y="9230"/>
                  </a:lnTo>
                  <a:lnTo>
                    <a:pt x="541" y="9500"/>
                  </a:lnTo>
                  <a:lnTo>
                    <a:pt x="734" y="9616"/>
                  </a:lnTo>
                  <a:lnTo>
                    <a:pt x="965" y="9732"/>
                  </a:lnTo>
                  <a:lnTo>
                    <a:pt x="1236" y="9770"/>
                  </a:lnTo>
                  <a:lnTo>
                    <a:pt x="1467" y="9809"/>
                  </a:lnTo>
                  <a:lnTo>
                    <a:pt x="1583" y="9963"/>
                  </a:lnTo>
                  <a:lnTo>
                    <a:pt x="1815" y="9770"/>
                  </a:lnTo>
                  <a:lnTo>
                    <a:pt x="1892" y="9770"/>
                  </a:lnTo>
                  <a:lnTo>
                    <a:pt x="1892" y="9848"/>
                  </a:lnTo>
                  <a:lnTo>
                    <a:pt x="1931" y="9848"/>
                  </a:lnTo>
                  <a:lnTo>
                    <a:pt x="2008" y="9770"/>
                  </a:lnTo>
                  <a:lnTo>
                    <a:pt x="2394" y="9654"/>
                  </a:lnTo>
                  <a:lnTo>
                    <a:pt x="2935" y="9500"/>
                  </a:lnTo>
                  <a:lnTo>
                    <a:pt x="3514" y="9268"/>
                  </a:lnTo>
                  <a:lnTo>
                    <a:pt x="4055" y="9037"/>
                  </a:lnTo>
                  <a:lnTo>
                    <a:pt x="4557" y="8766"/>
                  </a:lnTo>
                  <a:lnTo>
                    <a:pt x="5599" y="8148"/>
                  </a:lnTo>
                  <a:lnTo>
                    <a:pt x="6603" y="7492"/>
                  </a:lnTo>
                  <a:lnTo>
                    <a:pt x="6758" y="7376"/>
                  </a:lnTo>
                  <a:lnTo>
                    <a:pt x="7839" y="6643"/>
                  </a:lnTo>
                  <a:lnTo>
                    <a:pt x="8688" y="5986"/>
                  </a:lnTo>
                  <a:lnTo>
                    <a:pt x="9538" y="5330"/>
                  </a:lnTo>
                  <a:lnTo>
                    <a:pt x="10388" y="4596"/>
                  </a:lnTo>
                  <a:lnTo>
                    <a:pt x="10774" y="4171"/>
                  </a:lnTo>
                  <a:lnTo>
                    <a:pt x="11121" y="3785"/>
                  </a:lnTo>
                  <a:lnTo>
                    <a:pt x="11160" y="3901"/>
                  </a:lnTo>
                  <a:lnTo>
                    <a:pt x="11430" y="3824"/>
                  </a:lnTo>
                  <a:lnTo>
                    <a:pt x="11932" y="4094"/>
                  </a:lnTo>
                  <a:lnTo>
                    <a:pt x="12087" y="3824"/>
                  </a:lnTo>
                  <a:lnTo>
                    <a:pt x="11353" y="3476"/>
                  </a:lnTo>
                  <a:lnTo>
                    <a:pt x="11662" y="3051"/>
                  </a:lnTo>
                  <a:lnTo>
                    <a:pt x="11932" y="2588"/>
                  </a:lnTo>
                  <a:lnTo>
                    <a:pt x="12087" y="2202"/>
                  </a:lnTo>
                  <a:lnTo>
                    <a:pt x="12164" y="1816"/>
                  </a:lnTo>
                  <a:lnTo>
                    <a:pt x="12395" y="1623"/>
                  </a:lnTo>
                  <a:lnTo>
                    <a:pt x="12164" y="1391"/>
                  </a:lnTo>
                  <a:lnTo>
                    <a:pt x="12125" y="1082"/>
                  </a:lnTo>
                  <a:lnTo>
                    <a:pt x="12048" y="812"/>
                  </a:lnTo>
                  <a:lnTo>
                    <a:pt x="11932" y="580"/>
                  </a:lnTo>
                  <a:lnTo>
                    <a:pt x="11778" y="387"/>
                  </a:lnTo>
                  <a:lnTo>
                    <a:pt x="11585" y="194"/>
                  </a:lnTo>
                  <a:lnTo>
                    <a:pt x="11353" y="78"/>
                  </a:lnTo>
                  <a:lnTo>
                    <a:pt x="11044" y="39"/>
                  </a:lnTo>
                  <a:lnTo>
                    <a:pt x="10735" y="39"/>
                  </a:lnTo>
                  <a:lnTo>
                    <a:pt x="10619" y="78"/>
                  </a:lnTo>
                  <a:lnTo>
                    <a:pt x="103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20"/>
            <p:cNvSpPr/>
            <p:nvPr/>
          </p:nvSpPr>
          <p:spPr>
            <a:xfrm>
              <a:off x="6773675" y="25422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4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52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2"/>
                  </a:lnTo>
                  <a:lnTo>
                    <a:pt x="2935" y="1430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4" y="1893"/>
                  </a:lnTo>
                  <a:lnTo>
                    <a:pt x="425" y="2434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6" y="11354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20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2"/>
                  </a:lnTo>
                  <a:lnTo>
                    <a:pt x="3669" y="10620"/>
                  </a:lnTo>
                  <a:lnTo>
                    <a:pt x="3824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6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3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6" y="2742"/>
                  </a:lnTo>
                  <a:lnTo>
                    <a:pt x="4287" y="2395"/>
                  </a:lnTo>
                  <a:lnTo>
                    <a:pt x="4210" y="1430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20"/>
            <p:cNvSpPr/>
            <p:nvPr/>
          </p:nvSpPr>
          <p:spPr>
            <a:xfrm>
              <a:off x="4769575" y="2562550"/>
              <a:ext cx="144825" cy="164150"/>
            </a:xfrm>
            <a:custGeom>
              <a:avLst/>
              <a:gdLst/>
              <a:ahLst/>
              <a:cxnLst/>
              <a:rect l="l" t="t" r="r" b="b"/>
              <a:pathLst>
                <a:path w="5793" h="6566" extrusionOk="0">
                  <a:moveTo>
                    <a:pt x="2858" y="464"/>
                  </a:moveTo>
                  <a:lnTo>
                    <a:pt x="3360" y="619"/>
                  </a:lnTo>
                  <a:lnTo>
                    <a:pt x="3823" y="812"/>
                  </a:lnTo>
                  <a:lnTo>
                    <a:pt x="4248" y="1082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9"/>
                  </a:lnTo>
                  <a:lnTo>
                    <a:pt x="5252" y="2511"/>
                  </a:lnTo>
                  <a:lnTo>
                    <a:pt x="5290" y="2781"/>
                  </a:lnTo>
                  <a:lnTo>
                    <a:pt x="5329" y="3051"/>
                  </a:lnTo>
                  <a:lnTo>
                    <a:pt x="5329" y="3322"/>
                  </a:lnTo>
                  <a:lnTo>
                    <a:pt x="5290" y="3785"/>
                  </a:lnTo>
                  <a:lnTo>
                    <a:pt x="5175" y="4248"/>
                  </a:lnTo>
                  <a:lnTo>
                    <a:pt x="4982" y="4712"/>
                  </a:lnTo>
                  <a:lnTo>
                    <a:pt x="4711" y="5098"/>
                  </a:lnTo>
                  <a:lnTo>
                    <a:pt x="4364" y="5445"/>
                  </a:lnTo>
                  <a:lnTo>
                    <a:pt x="4016" y="5716"/>
                  </a:lnTo>
                  <a:lnTo>
                    <a:pt x="3784" y="5832"/>
                  </a:lnTo>
                  <a:lnTo>
                    <a:pt x="3553" y="5947"/>
                  </a:lnTo>
                  <a:lnTo>
                    <a:pt x="3321" y="6025"/>
                  </a:lnTo>
                  <a:lnTo>
                    <a:pt x="3089" y="6063"/>
                  </a:lnTo>
                  <a:lnTo>
                    <a:pt x="2780" y="6102"/>
                  </a:lnTo>
                  <a:lnTo>
                    <a:pt x="2510" y="6102"/>
                  </a:lnTo>
                  <a:lnTo>
                    <a:pt x="2201" y="6063"/>
                  </a:lnTo>
                  <a:lnTo>
                    <a:pt x="1970" y="5986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600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1"/>
                  </a:lnTo>
                  <a:lnTo>
                    <a:pt x="734" y="4789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5"/>
                  </a:lnTo>
                  <a:lnTo>
                    <a:pt x="464" y="2974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700"/>
                  </a:lnTo>
                  <a:lnTo>
                    <a:pt x="966" y="1507"/>
                  </a:lnTo>
                  <a:lnTo>
                    <a:pt x="1120" y="1275"/>
                  </a:lnTo>
                  <a:lnTo>
                    <a:pt x="1313" y="1121"/>
                  </a:lnTo>
                  <a:lnTo>
                    <a:pt x="1506" y="927"/>
                  </a:lnTo>
                  <a:lnTo>
                    <a:pt x="1738" y="812"/>
                  </a:lnTo>
                  <a:lnTo>
                    <a:pt x="1970" y="696"/>
                  </a:lnTo>
                  <a:lnTo>
                    <a:pt x="2201" y="580"/>
                  </a:lnTo>
                  <a:lnTo>
                    <a:pt x="2472" y="541"/>
                  </a:lnTo>
                  <a:lnTo>
                    <a:pt x="2780" y="503"/>
                  </a:lnTo>
                  <a:lnTo>
                    <a:pt x="2819" y="503"/>
                  </a:lnTo>
                  <a:lnTo>
                    <a:pt x="2858" y="464"/>
                  </a:lnTo>
                  <a:close/>
                  <a:moveTo>
                    <a:pt x="2665" y="1"/>
                  </a:moveTo>
                  <a:lnTo>
                    <a:pt x="2587" y="39"/>
                  </a:lnTo>
                  <a:lnTo>
                    <a:pt x="2510" y="78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1"/>
                  </a:lnTo>
                  <a:lnTo>
                    <a:pt x="1854" y="310"/>
                  </a:lnTo>
                  <a:lnTo>
                    <a:pt x="1622" y="387"/>
                  </a:lnTo>
                  <a:lnTo>
                    <a:pt x="1390" y="503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7"/>
                  </a:lnTo>
                  <a:lnTo>
                    <a:pt x="348" y="1738"/>
                  </a:lnTo>
                  <a:lnTo>
                    <a:pt x="155" y="2279"/>
                  </a:lnTo>
                  <a:lnTo>
                    <a:pt x="39" y="2858"/>
                  </a:lnTo>
                  <a:lnTo>
                    <a:pt x="0" y="3399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3"/>
                  </a:lnTo>
                  <a:lnTo>
                    <a:pt x="309" y="4943"/>
                  </a:lnTo>
                  <a:lnTo>
                    <a:pt x="425" y="5214"/>
                  </a:lnTo>
                  <a:lnTo>
                    <a:pt x="579" y="5445"/>
                  </a:lnTo>
                  <a:lnTo>
                    <a:pt x="734" y="5677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8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7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7"/>
                  </a:lnTo>
                  <a:lnTo>
                    <a:pt x="3476" y="6449"/>
                  </a:lnTo>
                  <a:lnTo>
                    <a:pt x="3784" y="6334"/>
                  </a:lnTo>
                  <a:lnTo>
                    <a:pt x="4055" y="6218"/>
                  </a:lnTo>
                  <a:lnTo>
                    <a:pt x="4325" y="6063"/>
                  </a:lnTo>
                  <a:lnTo>
                    <a:pt x="4557" y="5909"/>
                  </a:lnTo>
                  <a:lnTo>
                    <a:pt x="4788" y="5716"/>
                  </a:lnTo>
                  <a:lnTo>
                    <a:pt x="4982" y="5484"/>
                  </a:lnTo>
                  <a:lnTo>
                    <a:pt x="5175" y="5252"/>
                  </a:lnTo>
                  <a:lnTo>
                    <a:pt x="5329" y="4982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1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8"/>
                  </a:lnTo>
                  <a:lnTo>
                    <a:pt x="5561" y="2047"/>
                  </a:lnTo>
                  <a:lnTo>
                    <a:pt x="5406" y="1777"/>
                  </a:lnTo>
                  <a:lnTo>
                    <a:pt x="5252" y="1507"/>
                  </a:lnTo>
                  <a:lnTo>
                    <a:pt x="5059" y="1275"/>
                  </a:lnTo>
                  <a:lnTo>
                    <a:pt x="4866" y="1043"/>
                  </a:lnTo>
                  <a:lnTo>
                    <a:pt x="4634" y="812"/>
                  </a:lnTo>
                  <a:lnTo>
                    <a:pt x="4402" y="619"/>
                  </a:lnTo>
                  <a:lnTo>
                    <a:pt x="4132" y="464"/>
                  </a:lnTo>
                  <a:lnTo>
                    <a:pt x="3862" y="310"/>
                  </a:lnTo>
                  <a:lnTo>
                    <a:pt x="3591" y="194"/>
                  </a:lnTo>
                  <a:lnTo>
                    <a:pt x="3282" y="117"/>
                  </a:lnTo>
                  <a:lnTo>
                    <a:pt x="2974" y="39"/>
                  </a:lnTo>
                  <a:lnTo>
                    <a:pt x="266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20"/>
            <p:cNvSpPr/>
            <p:nvPr/>
          </p:nvSpPr>
          <p:spPr>
            <a:xfrm>
              <a:off x="2452675" y="2582825"/>
              <a:ext cx="296400" cy="356250"/>
            </a:xfrm>
            <a:custGeom>
              <a:avLst/>
              <a:gdLst/>
              <a:ahLst/>
              <a:cxnLst/>
              <a:rect l="l" t="t" r="r" b="b"/>
              <a:pathLst>
                <a:path w="11856" h="14250" extrusionOk="0">
                  <a:moveTo>
                    <a:pt x="7221" y="1"/>
                  </a:moveTo>
                  <a:lnTo>
                    <a:pt x="6990" y="194"/>
                  </a:lnTo>
                  <a:lnTo>
                    <a:pt x="8032" y="1777"/>
                  </a:lnTo>
                  <a:lnTo>
                    <a:pt x="9114" y="3283"/>
                  </a:lnTo>
                  <a:lnTo>
                    <a:pt x="8032" y="2704"/>
                  </a:lnTo>
                  <a:lnTo>
                    <a:pt x="6913" y="2202"/>
                  </a:lnTo>
                  <a:lnTo>
                    <a:pt x="6758" y="2472"/>
                  </a:lnTo>
                  <a:lnTo>
                    <a:pt x="8225" y="3283"/>
                  </a:lnTo>
                  <a:lnTo>
                    <a:pt x="9731" y="4094"/>
                  </a:lnTo>
                  <a:lnTo>
                    <a:pt x="10388" y="4905"/>
                  </a:lnTo>
                  <a:lnTo>
                    <a:pt x="10388" y="4943"/>
                  </a:lnTo>
                  <a:lnTo>
                    <a:pt x="10697" y="4827"/>
                  </a:lnTo>
                  <a:lnTo>
                    <a:pt x="10658" y="4712"/>
                  </a:lnTo>
                  <a:lnTo>
                    <a:pt x="10620" y="4596"/>
                  </a:lnTo>
                  <a:lnTo>
                    <a:pt x="10620" y="4596"/>
                  </a:lnTo>
                  <a:lnTo>
                    <a:pt x="10929" y="4712"/>
                  </a:lnTo>
                  <a:lnTo>
                    <a:pt x="11160" y="4827"/>
                  </a:lnTo>
                  <a:lnTo>
                    <a:pt x="11315" y="5021"/>
                  </a:lnTo>
                  <a:lnTo>
                    <a:pt x="11431" y="5252"/>
                  </a:lnTo>
                  <a:lnTo>
                    <a:pt x="11469" y="5484"/>
                  </a:lnTo>
                  <a:lnTo>
                    <a:pt x="11469" y="5754"/>
                  </a:lnTo>
                  <a:lnTo>
                    <a:pt x="11431" y="6063"/>
                  </a:lnTo>
                  <a:lnTo>
                    <a:pt x="11353" y="6372"/>
                  </a:lnTo>
                  <a:lnTo>
                    <a:pt x="11083" y="7028"/>
                  </a:lnTo>
                  <a:lnTo>
                    <a:pt x="10813" y="7646"/>
                  </a:lnTo>
                  <a:lnTo>
                    <a:pt x="10504" y="8148"/>
                  </a:lnTo>
                  <a:lnTo>
                    <a:pt x="10233" y="8573"/>
                  </a:lnTo>
                  <a:lnTo>
                    <a:pt x="9654" y="9345"/>
                  </a:lnTo>
                  <a:lnTo>
                    <a:pt x="9036" y="10079"/>
                  </a:lnTo>
                  <a:lnTo>
                    <a:pt x="8380" y="10736"/>
                  </a:lnTo>
                  <a:lnTo>
                    <a:pt x="7646" y="11353"/>
                  </a:lnTo>
                  <a:lnTo>
                    <a:pt x="6874" y="11933"/>
                  </a:lnTo>
                  <a:lnTo>
                    <a:pt x="6024" y="12435"/>
                  </a:lnTo>
                  <a:lnTo>
                    <a:pt x="5175" y="12898"/>
                  </a:lnTo>
                  <a:lnTo>
                    <a:pt x="4287" y="13284"/>
                  </a:lnTo>
                  <a:lnTo>
                    <a:pt x="3862" y="13439"/>
                  </a:lnTo>
                  <a:lnTo>
                    <a:pt x="3283" y="13632"/>
                  </a:lnTo>
                  <a:lnTo>
                    <a:pt x="2665" y="13786"/>
                  </a:lnTo>
                  <a:lnTo>
                    <a:pt x="1970" y="13941"/>
                  </a:lnTo>
                  <a:lnTo>
                    <a:pt x="1043" y="13941"/>
                  </a:lnTo>
                  <a:lnTo>
                    <a:pt x="811" y="13863"/>
                  </a:lnTo>
                  <a:lnTo>
                    <a:pt x="580" y="13709"/>
                  </a:lnTo>
                  <a:lnTo>
                    <a:pt x="425" y="13554"/>
                  </a:lnTo>
                  <a:lnTo>
                    <a:pt x="309" y="13323"/>
                  </a:lnTo>
                  <a:lnTo>
                    <a:pt x="232" y="13052"/>
                  </a:lnTo>
                  <a:lnTo>
                    <a:pt x="1" y="13130"/>
                  </a:lnTo>
                  <a:lnTo>
                    <a:pt x="1" y="13400"/>
                  </a:lnTo>
                  <a:lnTo>
                    <a:pt x="39" y="13632"/>
                  </a:lnTo>
                  <a:lnTo>
                    <a:pt x="155" y="13825"/>
                  </a:lnTo>
                  <a:lnTo>
                    <a:pt x="271" y="13941"/>
                  </a:lnTo>
                  <a:lnTo>
                    <a:pt x="464" y="14056"/>
                  </a:lnTo>
                  <a:lnTo>
                    <a:pt x="657" y="14172"/>
                  </a:lnTo>
                  <a:lnTo>
                    <a:pt x="889" y="14211"/>
                  </a:lnTo>
                  <a:lnTo>
                    <a:pt x="1120" y="14249"/>
                  </a:lnTo>
                  <a:lnTo>
                    <a:pt x="1661" y="14249"/>
                  </a:lnTo>
                  <a:lnTo>
                    <a:pt x="2163" y="14211"/>
                  </a:lnTo>
                  <a:lnTo>
                    <a:pt x="2665" y="14134"/>
                  </a:lnTo>
                  <a:lnTo>
                    <a:pt x="3051" y="14056"/>
                  </a:lnTo>
                  <a:lnTo>
                    <a:pt x="3708" y="13863"/>
                  </a:lnTo>
                  <a:lnTo>
                    <a:pt x="4364" y="13632"/>
                  </a:lnTo>
                  <a:lnTo>
                    <a:pt x="5020" y="13361"/>
                  </a:lnTo>
                  <a:lnTo>
                    <a:pt x="5638" y="13091"/>
                  </a:lnTo>
                  <a:lnTo>
                    <a:pt x="6256" y="12743"/>
                  </a:lnTo>
                  <a:lnTo>
                    <a:pt x="6835" y="12396"/>
                  </a:lnTo>
                  <a:lnTo>
                    <a:pt x="7415" y="12010"/>
                  </a:lnTo>
                  <a:lnTo>
                    <a:pt x="7955" y="11585"/>
                  </a:lnTo>
                  <a:lnTo>
                    <a:pt x="8457" y="11160"/>
                  </a:lnTo>
                  <a:lnTo>
                    <a:pt x="8959" y="10697"/>
                  </a:lnTo>
                  <a:lnTo>
                    <a:pt x="9423" y="10234"/>
                  </a:lnTo>
                  <a:lnTo>
                    <a:pt x="9847" y="9732"/>
                  </a:lnTo>
                  <a:lnTo>
                    <a:pt x="10272" y="9191"/>
                  </a:lnTo>
                  <a:lnTo>
                    <a:pt x="10620" y="8650"/>
                  </a:lnTo>
                  <a:lnTo>
                    <a:pt x="11006" y="8071"/>
                  </a:lnTo>
                  <a:lnTo>
                    <a:pt x="11315" y="7492"/>
                  </a:lnTo>
                  <a:lnTo>
                    <a:pt x="11546" y="6951"/>
                  </a:lnTo>
                  <a:lnTo>
                    <a:pt x="11778" y="6411"/>
                  </a:lnTo>
                  <a:lnTo>
                    <a:pt x="11817" y="6102"/>
                  </a:lnTo>
                  <a:lnTo>
                    <a:pt x="11855" y="5831"/>
                  </a:lnTo>
                  <a:lnTo>
                    <a:pt x="11855" y="5523"/>
                  </a:lnTo>
                  <a:lnTo>
                    <a:pt x="11778" y="5252"/>
                  </a:lnTo>
                  <a:lnTo>
                    <a:pt x="11701" y="5021"/>
                  </a:lnTo>
                  <a:lnTo>
                    <a:pt x="11585" y="4866"/>
                  </a:lnTo>
                  <a:lnTo>
                    <a:pt x="11469" y="4673"/>
                  </a:lnTo>
                  <a:lnTo>
                    <a:pt x="11315" y="4519"/>
                  </a:lnTo>
                  <a:lnTo>
                    <a:pt x="11122" y="4403"/>
                  </a:lnTo>
                  <a:lnTo>
                    <a:pt x="10929" y="4325"/>
                  </a:lnTo>
                  <a:lnTo>
                    <a:pt x="10735" y="4248"/>
                  </a:lnTo>
                  <a:lnTo>
                    <a:pt x="10504" y="4210"/>
                  </a:lnTo>
                  <a:lnTo>
                    <a:pt x="10465" y="4248"/>
                  </a:lnTo>
                  <a:lnTo>
                    <a:pt x="10388" y="4248"/>
                  </a:lnTo>
                  <a:lnTo>
                    <a:pt x="9654" y="3167"/>
                  </a:lnTo>
                  <a:lnTo>
                    <a:pt x="8882" y="2086"/>
                  </a:lnTo>
                  <a:lnTo>
                    <a:pt x="8032" y="1043"/>
                  </a:lnTo>
                  <a:lnTo>
                    <a:pt x="72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20"/>
            <p:cNvSpPr/>
            <p:nvPr/>
          </p:nvSpPr>
          <p:spPr>
            <a:xfrm>
              <a:off x="581775" y="25867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0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5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20"/>
            <p:cNvSpPr/>
            <p:nvPr/>
          </p:nvSpPr>
          <p:spPr>
            <a:xfrm>
              <a:off x="6717675" y="2588625"/>
              <a:ext cx="42525" cy="41525"/>
            </a:xfrm>
            <a:custGeom>
              <a:avLst/>
              <a:gdLst/>
              <a:ahLst/>
              <a:cxnLst/>
              <a:rect l="l" t="t" r="r" b="b"/>
              <a:pathLst>
                <a:path w="1701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2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9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3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8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20"/>
            <p:cNvSpPr/>
            <p:nvPr/>
          </p:nvSpPr>
          <p:spPr>
            <a:xfrm>
              <a:off x="587575" y="25924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3" y="1893"/>
                  </a:lnTo>
                  <a:lnTo>
                    <a:pt x="425" y="2433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5" y="11353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1"/>
                  </a:lnTo>
                  <a:lnTo>
                    <a:pt x="3669" y="10620"/>
                  </a:lnTo>
                  <a:lnTo>
                    <a:pt x="3823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5" y="2742"/>
                  </a:lnTo>
                  <a:lnTo>
                    <a:pt x="4287" y="2395"/>
                  </a:lnTo>
                  <a:lnTo>
                    <a:pt x="4210" y="1429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20"/>
            <p:cNvSpPr/>
            <p:nvPr/>
          </p:nvSpPr>
          <p:spPr>
            <a:xfrm>
              <a:off x="6526550" y="26156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1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1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2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20"/>
            <p:cNvSpPr/>
            <p:nvPr/>
          </p:nvSpPr>
          <p:spPr>
            <a:xfrm>
              <a:off x="1725750" y="2629175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2"/>
                  </a:lnTo>
                  <a:lnTo>
                    <a:pt x="2008" y="965"/>
                  </a:lnTo>
                  <a:lnTo>
                    <a:pt x="2124" y="1120"/>
                  </a:lnTo>
                  <a:lnTo>
                    <a:pt x="2202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6" y="502"/>
                  </a:lnTo>
                  <a:lnTo>
                    <a:pt x="811" y="463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0"/>
                  </a:lnTo>
                  <a:lnTo>
                    <a:pt x="194" y="425"/>
                  </a:lnTo>
                  <a:lnTo>
                    <a:pt x="78" y="618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8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2" y="2973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3"/>
                  </a:lnTo>
                  <a:lnTo>
                    <a:pt x="2626" y="2896"/>
                  </a:lnTo>
                  <a:lnTo>
                    <a:pt x="2704" y="2317"/>
                  </a:lnTo>
                  <a:lnTo>
                    <a:pt x="2704" y="2008"/>
                  </a:lnTo>
                  <a:lnTo>
                    <a:pt x="2704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00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20"/>
            <p:cNvSpPr/>
            <p:nvPr/>
          </p:nvSpPr>
          <p:spPr>
            <a:xfrm>
              <a:off x="2602300" y="2637850"/>
              <a:ext cx="63750" cy="173800"/>
            </a:xfrm>
            <a:custGeom>
              <a:avLst/>
              <a:gdLst/>
              <a:ahLst/>
              <a:cxnLst/>
              <a:rect l="l" t="t" r="r" b="b"/>
              <a:pathLst>
                <a:path w="2550" h="6952" extrusionOk="0">
                  <a:moveTo>
                    <a:pt x="271" y="1"/>
                  </a:moveTo>
                  <a:lnTo>
                    <a:pt x="1" y="78"/>
                  </a:lnTo>
                  <a:lnTo>
                    <a:pt x="232" y="927"/>
                  </a:lnTo>
                  <a:lnTo>
                    <a:pt x="503" y="1816"/>
                  </a:lnTo>
                  <a:lnTo>
                    <a:pt x="1082" y="3515"/>
                  </a:lnTo>
                  <a:lnTo>
                    <a:pt x="2318" y="6951"/>
                  </a:lnTo>
                  <a:lnTo>
                    <a:pt x="2549" y="6874"/>
                  </a:lnTo>
                  <a:lnTo>
                    <a:pt x="2047" y="5136"/>
                  </a:lnTo>
                  <a:lnTo>
                    <a:pt x="1507" y="3399"/>
                  </a:lnTo>
                  <a:lnTo>
                    <a:pt x="928" y="1661"/>
                  </a:lnTo>
                  <a:lnTo>
                    <a:pt x="619" y="81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20"/>
            <p:cNvSpPr/>
            <p:nvPr/>
          </p:nvSpPr>
          <p:spPr>
            <a:xfrm>
              <a:off x="531575" y="26388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1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20"/>
            <p:cNvSpPr/>
            <p:nvPr/>
          </p:nvSpPr>
          <p:spPr>
            <a:xfrm>
              <a:off x="340450" y="26658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0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0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1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20"/>
            <p:cNvSpPr/>
            <p:nvPr/>
          </p:nvSpPr>
          <p:spPr>
            <a:xfrm>
              <a:off x="6651075" y="26658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1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20"/>
            <p:cNvSpPr/>
            <p:nvPr/>
          </p:nvSpPr>
          <p:spPr>
            <a:xfrm>
              <a:off x="1793325" y="26986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7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5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5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3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20"/>
            <p:cNvSpPr/>
            <p:nvPr/>
          </p:nvSpPr>
          <p:spPr>
            <a:xfrm>
              <a:off x="2371575" y="2703500"/>
              <a:ext cx="351425" cy="207575"/>
            </a:xfrm>
            <a:custGeom>
              <a:avLst/>
              <a:gdLst/>
              <a:ahLst/>
              <a:cxnLst/>
              <a:rect l="l" t="t" r="r" b="b"/>
              <a:pathLst>
                <a:path w="14057" h="8303" extrusionOk="0">
                  <a:moveTo>
                    <a:pt x="13941" y="0"/>
                  </a:moveTo>
                  <a:lnTo>
                    <a:pt x="13632" y="116"/>
                  </a:lnTo>
                  <a:lnTo>
                    <a:pt x="13632" y="155"/>
                  </a:lnTo>
                  <a:lnTo>
                    <a:pt x="13555" y="773"/>
                  </a:lnTo>
                  <a:lnTo>
                    <a:pt x="13439" y="1313"/>
                  </a:lnTo>
                  <a:lnTo>
                    <a:pt x="13284" y="1854"/>
                  </a:lnTo>
                  <a:lnTo>
                    <a:pt x="13053" y="2395"/>
                  </a:lnTo>
                  <a:lnTo>
                    <a:pt x="12782" y="2897"/>
                  </a:lnTo>
                  <a:lnTo>
                    <a:pt x="12473" y="3360"/>
                  </a:lnTo>
                  <a:lnTo>
                    <a:pt x="12126" y="3823"/>
                  </a:lnTo>
                  <a:lnTo>
                    <a:pt x="11778" y="4248"/>
                  </a:lnTo>
                  <a:lnTo>
                    <a:pt x="11547" y="4325"/>
                  </a:lnTo>
                  <a:lnTo>
                    <a:pt x="11585" y="4441"/>
                  </a:lnTo>
                  <a:lnTo>
                    <a:pt x="11547" y="4480"/>
                  </a:lnTo>
                  <a:lnTo>
                    <a:pt x="11392" y="4557"/>
                  </a:lnTo>
                  <a:lnTo>
                    <a:pt x="11469" y="4557"/>
                  </a:lnTo>
                  <a:lnTo>
                    <a:pt x="10967" y="5020"/>
                  </a:lnTo>
                  <a:lnTo>
                    <a:pt x="10427" y="5445"/>
                  </a:lnTo>
                  <a:lnTo>
                    <a:pt x="9539" y="6063"/>
                  </a:lnTo>
                  <a:lnTo>
                    <a:pt x="8612" y="6642"/>
                  </a:lnTo>
                  <a:lnTo>
                    <a:pt x="8149" y="6912"/>
                  </a:lnTo>
                  <a:lnTo>
                    <a:pt x="7647" y="7144"/>
                  </a:lnTo>
                  <a:lnTo>
                    <a:pt x="7145" y="7376"/>
                  </a:lnTo>
                  <a:lnTo>
                    <a:pt x="6643" y="7569"/>
                  </a:lnTo>
                  <a:lnTo>
                    <a:pt x="6604" y="7453"/>
                  </a:lnTo>
                  <a:lnTo>
                    <a:pt x="6411" y="7492"/>
                  </a:lnTo>
                  <a:lnTo>
                    <a:pt x="4905" y="6372"/>
                  </a:lnTo>
                  <a:lnTo>
                    <a:pt x="3322" y="5291"/>
                  </a:lnTo>
                  <a:lnTo>
                    <a:pt x="1739" y="4248"/>
                  </a:lnTo>
                  <a:lnTo>
                    <a:pt x="78" y="3321"/>
                  </a:lnTo>
                  <a:lnTo>
                    <a:pt x="1" y="3399"/>
                  </a:lnTo>
                  <a:lnTo>
                    <a:pt x="3051" y="5600"/>
                  </a:lnTo>
                  <a:lnTo>
                    <a:pt x="6141" y="7723"/>
                  </a:lnTo>
                  <a:lnTo>
                    <a:pt x="5639" y="7839"/>
                  </a:lnTo>
                  <a:lnTo>
                    <a:pt x="5175" y="7916"/>
                  </a:lnTo>
                  <a:lnTo>
                    <a:pt x="4673" y="7955"/>
                  </a:lnTo>
                  <a:lnTo>
                    <a:pt x="4210" y="7994"/>
                  </a:lnTo>
                  <a:lnTo>
                    <a:pt x="4094" y="7994"/>
                  </a:lnTo>
                  <a:lnTo>
                    <a:pt x="4055" y="8071"/>
                  </a:lnTo>
                  <a:lnTo>
                    <a:pt x="4248" y="8303"/>
                  </a:lnTo>
                  <a:lnTo>
                    <a:pt x="5098" y="8303"/>
                  </a:lnTo>
                  <a:lnTo>
                    <a:pt x="5523" y="8264"/>
                  </a:lnTo>
                  <a:lnTo>
                    <a:pt x="5948" y="8187"/>
                  </a:lnTo>
                  <a:lnTo>
                    <a:pt x="6372" y="8110"/>
                  </a:lnTo>
                  <a:lnTo>
                    <a:pt x="6797" y="7955"/>
                  </a:lnTo>
                  <a:lnTo>
                    <a:pt x="7647" y="7646"/>
                  </a:lnTo>
                  <a:lnTo>
                    <a:pt x="8458" y="7221"/>
                  </a:lnTo>
                  <a:lnTo>
                    <a:pt x="9230" y="6758"/>
                  </a:lnTo>
                  <a:lnTo>
                    <a:pt x="10002" y="6295"/>
                  </a:lnTo>
                  <a:lnTo>
                    <a:pt x="10659" y="5793"/>
                  </a:lnTo>
                  <a:lnTo>
                    <a:pt x="11315" y="5252"/>
                  </a:lnTo>
                  <a:lnTo>
                    <a:pt x="11933" y="4673"/>
                  </a:lnTo>
                  <a:lnTo>
                    <a:pt x="12512" y="4055"/>
                  </a:lnTo>
                  <a:lnTo>
                    <a:pt x="12975" y="3360"/>
                  </a:lnTo>
                  <a:lnTo>
                    <a:pt x="13207" y="3012"/>
                  </a:lnTo>
                  <a:lnTo>
                    <a:pt x="13400" y="2665"/>
                  </a:lnTo>
                  <a:lnTo>
                    <a:pt x="13555" y="2279"/>
                  </a:lnTo>
                  <a:lnTo>
                    <a:pt x="13709" y="1893"/>
                  </a:lnTo>
                  <a:lnTo>
                    <a:pt x="13864" y="1506"/>
                  </a:lnTo>
                  <a:lnTo>
                    <a:pt x="13941" y="1082"/>
                  </a:lnTo>
                  <a:lnTo>
                    <a:pt x="14018" y="657"/>
                  </a:lnTo>
                  <a:lnTo>
                    <a:pt x="14057" y="232"/>
                  </a:lnTo>
                  <a:lnTo>
                    <a:pt x="14018" y="116"/>
                  </a:lnTo>
                  <a:lnTo>
                    <a:pt x="13941" y="39"/>
                  </a:lnTo>
                  <a:lnTo>
                    <a:pt x="139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20"/>
            <p:cNvSpPr/>
            <p:nvPr/>
          </p:nvSpPr>
          <p:spPr>
            <a:xfrm>
              <a:off x="6594125" y="27093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8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20"/>
            <p:cNvSpPr/>
            <p:nvPr/>
          </p:nvSpPr>
          <p:spPr>
            <a:xfrm>
              <a:off x="464975" y="27160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0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20"/>
            <p:cNvSpPr/>
            <p:nvPr/>
          </p:nvSpPr>
          <p:spPr>
            <a:xfrm>
              <a:off x="2488400" y="2725700"/>
              <a:ext cx="48275" cy="165100"/>
            </a:xfrm>
            <a:custGeom>
              <a:avLst/>
              <a:gdLst/>
              <a:ahLst/>
              <a:cxnLst/>
              <a:rect l="l" t="t" r="r" b="b"/>
              <a:pathLst>
                <a:path w="1931" h="6604" extrusionOk="0">
                  <a:moveTo>
                    <a:pt x="271" y="1"/>
                  </a:moveTo>
                  <a:lnTo>
                    <a:pt x="193" y="39"/>
                  </a:lnTo>
                  <a:lnTo>
                    <a:pt x="155" y="39"/>
                  </a:lnTo>
                  <a:lnTo>
                    <a:pt x="0" y="155"/>
                  </a:lnTo>
                  <a:lnTo>
                    <a:pt x="0" y="194"/>
                  </a:lnTo>
                  <a:lnTo>
                    <a:pt x="348" y="1815"/>
                  </a:lnTo>
                  <a:lnTo>
                    <a:pt x="773" y="3437"/>
                  </a:lnTo>
                  <a:lnTo>
                    <a:pt x="1236" y="5021"/>
                  </a:lnTo>
                  <a:lnTo>
                    <a:pt x="1738" y="6604"/>
                  </a:lnTo>
                  <a:lnTo>
                    <a:pt x="1931" y="6565"/>
                  </a:lnTo>
                  <a:lnTo>
                    <a:pt x="1622" y="4982"/>
                  </a:lnTo>
                  <a:lnTo>
                    <a:pt x="1236" y="3360"/>
                  </a:lnTo>
                  <a:lnTo>
                    <a:pt x="773" y="1777"/>
                  </a:lnTo>
                  <a:lnTo>
                    <a:pt x="271" y="194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20"/>
            <p:cNvSpPr/>
            <p:nvPr/>
          </p:nvSpPr>
          <p:spPr>
            <a:xfrm>
              <a:off x="2495150" y="2725700"/>
              <a:ext cx="165100" cy="91725"/>
            </a:xfrm>
            <a:custGeom>
              <a:avLst/>
              <a:gdLst/>
              <a:ahLst/>
              <a:cxnLst/>
              <a:rect l="l" t="t" r="r" b="b"/>
              <a:pathLst>
                <a:path w="6604" h="3669" extrusionOk="0">
                  <a:moveTo>
                    <a:pt x="116" y="1"/>
                  </a:moveTo>
                  <a:lnTo>
                    <a:pt x="1" y="194"/>
                  </a:lnTo>
                  <a:lnTo>
                    <a:pt x="1622" y="1043"/>
                  </a:lnTo>
                  <a:lnTo>
                    <a:pt x="3244" y="1893"/>
                  </a:lnTo>
                  <a:lnTo>
                    <a:pt x="4017" y="2356"/>
                  </a:lnTo>
                  <a:lnTo>
                    <a:pt x="4827" y="2819"/>
                  </a:lnTo>
                  <a:lnTo>
                    <a:pt x="5638" y="3283"/>
                  </a:lnTo>
                  <a:lnTo>
                    <a:pt x="6024" y="3476"/>
                  </a:lnTo>
                  <a:lnTo>
                    <a:pt x="6449" y="3669"/>
                  </a:lnTo>
                  <a:lnTo>
                    <a:pt x="6604" y="3592"/>
                  </a:lnTo>
                  <a:lnTo>
                    <a:pt x="6604" y="3515"/>
                  </a:lnTo>
                  <a:lnTo>
                    <a:pt x="6565" y="3437"/>
                  </a:lnTo>
                  <a:lnTo>
                    <a:pt x="6218" y="3167"/>
                  </a:lnTo>
                  <a:lnTo>
                    <a:pt x="5870" y="2935"/>
                  </a:lnTo>
                  <a:lnTo>
                    <a:pt x="5098" y="2472"/>
                  </a:lnTo>
                  <a:lnTo>
                    <a:pt x="3515" y="1622"/>
                  </a:lnTo>
                  <a:lnTo>
                    <a:pt x="1815" y="773"/>
                  </a:lnTo>
                  <a:lnTo>
                    <a:pt x="966" y="387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20"/>
            <p:cNvSpPr/>
            <p:nvPr/>
          </p:nvSpPr>
          <p:spPr>
            <a:xfrm>
              <a:off x="4212550" y="2732450"/>
              <a:ext cx="315700" cy="477900"/>
            </a:xfrm>
            <a:custGeom>
              <a:avLst/>
              <a:gdLst/>
              <a:ahLst/>
              <a:cxnLst/>
              <a:rect l="l" t="t" r="r" b="b"/>
              <a:pathLst>
                <a:path w="12628" h="19116" extrusionOk="0">
                  <a:moveTo>
                    <a:pt x="1004" y="619"/>
                  </a:moveTo>
                  <a:lnTo>
                    <a:pt x="1661" y="850"/>
                  </a:lnTo>
                  <a:lnTo>
                    <a:pt x="2317" y="1121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5"/>
                  </a:lnTo>
                  <a:lnTo>
                    <a:pt x="3862" y="2472"/>
                  </a:lnTo>
                  <a:lnTo>
                    <a:pt x="4016" y="2820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8"/>
                  </a:lnTo>
                  <a:lnTo>
                    <a:pt x="9345" y="15138"/>
                  </a:lnTo>
                  <a:lnTo>
                    <a:pt x="8920" y="15370"/>
                  </a:lnTo>
                  <a:lnTo>
                    <a:pt x="7955" y="13516"/>
                  </a:lnTo>
                  <a:lnTo>
                    <a:pt x="6990" y="11663"/>
                  </a:lnTo>
                  <a:lnTo>
                    <a:pt x="5020" y="7956"/>
                  </a:lnTo>
                  <a:lnTo>
                    <a:pt x="3012" y="4287"/>
                  </a:lnTo>
                  <a:lnTo>
                    <a:pt x="1004" y="619"/>
                  </a:lnTo>
                  <a:close/>
                  <a:moveTo>
                    <a:pt x="657" y="503"/>
                  </a:moveTo>
                  <a:lnTo>
                    <a:pt x="657" y="541"/>
                  </a:lnTo>
                  <a:lnTo>
                    <a:pt x="4673" y="8033"/>
                  </a:lnTo>
                  <a:lnTo>
                    <a:pt x="6719" y="11740"/>
                  </a:lnTo>
                  <a:lnTo>
                    <a:pt x="7762" y="13593"/>
                  </a:lnTo>
                  <a:lnTo>
                    <a:pt x="8805" y="15447"/>
                  </a:lnTo>
                  <a:lnTo>
                    <a:pt x="8650" y="15524"/>
                  </a:lnTo>
                  <a:lnTo>
                    <a:pt x="7414" y="13748"/>
                  </a:lnTo>
                  <a:lnTo>
                    <a:pt x="6179" y="12010"/>
                  </a:lnTo>
                  <a:lnTo>
                    <a:pt x="3592" y="8535"/>
                  </a:lnTo>
                  <a:lnTo>
                    <a:pt x="2317" y="6758"/>
                  </a:lnTo>
                  <a:lnTo>
                    <a:pt x="1004" y="4944"/>
                  </a:lnTo>
                  <a:lnTo>
                    <a:pt x="850" y="4712"/>
                  </a:lnTo>
                  <a:lnTo>
                    <a:pt x="734" y="4480"/>
                  </a:lnTo>
                  <a:lnTo>
                    <a:pt x="618" y="4210"/>
                  </a:lnTo>
                  <a:lnTo>
                    <a:pt x="541" y="3940"/>
                  </a:lnTo>
                  <a:lnTo>
                    <a:pt x="464" y="3399"/>
                  </a:lnTo>
                  <a:lnTo>
                    <a:pt x="425" y="2820"/>
                  </a:lnTo>
                  <a:lnTo>
                    <a:pt x="464" y="2241"/>
                  </a:lnTo>
                  <a:lnTo>
                    <a:pt x="502" y="1661"/>
                  </a:lnTo>
                  <a:lnTo>
                    <a:pt x="657" y="503"/>
                  </a:lnTo>
                  <a:close/>
                  <a:moveTo>
                    <a:pt x="11508" y="12280"/>
                  </a:moveTo>
                  <a:lnTo>
                    <a:pt x="11662" y="12358"/>
                  </a:lnTo>
                  <a:lnTo>
                    <a:pt x="11817" y="12435"/>
                  </a:lnTo>
                  <a:lnTo>
                    <a:pt x="12164" y="12860"/>
                  </a:lnTo>
                  <a:lnTo>
                    <a:pt x="12241" y="13053"/>
                  </a:lnTo>
                  <a:lnTo>
                    <a:pt x="12280" y="13246"/>
                  </a:lnTo>
                  <a:lnTo>
                    <a:pt x="12241" y="13439"/>
                  </a:lnTo>
                  <a:lnTo>
                    <a:pt x="12203" y="13632"/>
                  </a:lnTo>
                  <a:lnTo>
                    <a:pt x="12048" y="14018"/>
                  </a:lnTo>
                  <a:lnTo>
                    <a:pt x="11855" y="14366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2"/>
                  </a:lnTo>
                  <a:lnTo>
                    <a:pt x="10156" y="15872"/>
                  </a:lnTo>
                  <a:lnTo>
                    <a:pt x="10118" y="15987"/>
                  </a:lnTo>
                  <a:lnTo>
                    <a:pt x="9770" y="16180"/>
                  </a:lnTo>
                  <a:lnTo>
                    <a:pt x="9114" y="16605"/>
                  </a:lnTo>
                  <a:lnTo>
                    <a:pt x="8457" y="16953"/>
                  </a:lnTo>
                  <a:lnTo>
                    <a:pt x="7723" y="17262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5" y="17648"/>
                  </a:lnTo>
                  <a:lnTo>
                    <a:pt x="5754" y="17648"/>
                  </a:lnTo>
                  <a:lnTo>
                    <a:pt x="5561" y="17571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8" y="17184"/>
                  </a:lnTo>
                  <a:lnTo>
                    <a:pt x="4982" y="16876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5"/>
                  </a:lnTo>
                  <a:lnTo>
                    <a:pt x="5175" y="15949"/>
                  </a:lnTo>
                  <a:lnTo>
                    <a:pt x="5291" y="15833"/>
                  </a:lnTo>
                  <a:lnTo>
                    <a:pt x="5406" y="15756"/>
                  </a:lnTo>
                  <a:lnTo>
                    <a:pt x="5522" y="15717"/>
                  </a:lnTo>
                  <a:lnTo>
                    <a:pt x="5638" y="15756"/>
                  </a:lnTo>
                  <a:lnTo>
                    <a:pt x="5793" y="15833"/>
                  </a:lnTo>
                  <a:lnTo>
                    <a:pt x="5947" y="15949"/>
                  </a:lnTo>
                  <a:lnTo>
                    <a:pt x="6063" y="16142"/>
                  </a:lnTo>
                  <a:lnTo>
                    <a:pt x="6256" y="16374"/>
                  </a:lnTo>
                  <a:lnTo>
                    <a:pt x="6102" y="16412"/>
                  </a:lnTo>
                  <a:lnTo>
                    <a:pt x="6024" y="16451"/>
                  </a:lnTo>
                  <a:lnTo>
                    <a:pt x="6024" y="16567"/>
                  </a:lnTo>
                  <a:lnTo>
                    <a:pt x="6063" y="16644"/>
                  </a:lnTo>
                  <a:lnTo>
                    <a:pt x="6140" y="16644"/>
                  </a:lnTo>
                  <a:lnTo>
                    <a:pt x="6912" y="16567"/>
                  </a:lnTo>
                  <a:lnTo>
                    <a:pt x="7685" y="16374"/>
                  </a:lnTo>
                  <a:lnTo>
                    <a:pt x="8496" y="16065"/>
                  </a:lnTo>
                  <a:lnTo>
                    <a:pt x="9229" y="15717"/>
                  </a:lnTo>
                  <a:lnTo>
                    <a:pt x="9616" y="15485"/>
                  </a:lnTo>
                  <a:lnTo>
                    <a:pt x="9963" y="15254"/>
                  </a:lnTo>
                  <a:lnTo>
                    <a:pt x="10272" y="15022"/>
                  </a:lnTo>
                  <a:lnTo>
                    <a:pt x="10581" y="14752"/>
                  </a:lnTo>
                  <a:lnTo>
                    <a:pt x="10890" y="14481"/>
                  </a:lnTo>
                  <a:lnTo>
                    <a:pt x="11121" y="14173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9"/>
                  </a:lnTo>
                  <a:lnTo>
                    <a:pt x="11546" y="13362"/>
                  </a:lnTo>
                  <a:lnTo>
                    <a:pt x="11508" y="13284"/>
                  </a:lnTo>
                  <a:lnTo>
                    <a:pt x="11430" y="13246"/>
                  </a:lnTo>
                  <a:lnTo>
                    <a:pt x="11237" y="13246"/>
                  </a:lnTo>
                  <a:lnTo>
                    <a:pt x="11160" y="13323"/>
                  </a:lnTo>
                  <a:lnTo>
                    <a:pt x="10967" y="13671"/>
                  </a:lnTo>
                  <a:lnTo>
                    <a:pt x="10774" y="13555"/>
                  </a:lnTo>
                  <a:lnTo>
                    <a:pt x="10658" y="13439"/>
                  </a:lnTo>
                  <a:lnTo>
                    <a:pt x="10619" y="13284"/>
                  </a:lnTo>
                  <a:lnTo>
                    <a:pt x="10581" y="13169"/>
                  </a:lnTo>
                  <a:lnTo>
                    <a:pt x="10619" y="13014"/>
                  </a:lnTo>
                  <a:lnTo>
                    <a:pt x="10658" y="12860"/>
                  </a:lnTo>
                  <a:lnTo>
                    <a:pt x="10851" y="12628"/>
                  </a:lnTo>
                  <a:lnTo>
                    <a:pt x="10928" y="12473"/>
                  </a:lnTo>
                  <a:lnTo>
                    <a:pt x="11044" y="12358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1"/>
                  </a:moveTo>
                  <a:lnTo>
                    <a:pt x="348" y="40"/>
                  </a:lnTo>
                  <a:lnTo>
                    <a:pt x="271" y="117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3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6"/>
                  </a:lnTo>
                  <a:lnTo>
                    <a:pt x="232" y="4519"/>
                  </a:lnTo>
                  <a:lnTo>
                    <a:pt x="348" y="4751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6"/>
                  </a:lnTo>
                  <a:lnTo>
                    <a:pt x="5445" y="11817"/>
                  </a:lnTo>
                  <a:lnTo>
                    <a:pt x="6874" y="13748"/>
                  </a:lnTo>
                  <a:lnTo>
                    <a:pt x="8341" y="15640"/>
                  </a:lnTo>
                  <a:lnTo>
                    <a:pt x="7492" y="15987"/>
                  </a:lnTo>
                  <a:lnTo>
                    <a:pt x="6642" y="16258"/>
                  </a:lnTo>
                  <a:lnTo>
                    <a:pt x="6681" y="16103"/>
                  </a:lnTo>
                  <a:lnTo>
                    <a:pt x="6681" y="15949"/>
                  </a:lnTo>
                  <a:lnTo>
                    <a:pt x="6642" y="15756"/>
                  </a:lnTo>
                  <a:lnTo>
                    <a:pt x="6565" y="15640"/>
                  </a:lnTo>
                  <a:lnTo>
                    <a:pt x="6488" y="15485"/>
                  </a:lnTo>
                  <a:lnTo>
                    <a:pt x="6333" y="15370"/>
                  </a:lnTo>
                  <a:lnTo>
                    <a:pt x="6179" y="15292"/>
                  </a:lnTo>
                  <a:lnTo>
                    <a:pt x="6024" y="15254"/>
                  </a:lnTo>
                  <a:lnTo>
                    <a:pt x="5715" y="15254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6" y="16296"/>
                  </a:lnTo>
                  <a:lnTo>
                    <a:pt x="4596" y="16567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8" y="17725"/>
                  </a:lnTo>
                  <a:lnTo>
                    <a:pt x="5368" y="17841"/>
                  </a:lnTo>
                  <a:lnTo>
                    <a:pt x="5677" y="17918"/>
                  </a:lnTo>
                  <a:lnTo>
                    <a:pt x="6024" y="17957"/>
                  </a:lnTo>
                  <a:lnTo>
                    <a:pt x="6372" y="17918"/>
                  </a:lnTo>
                  <a:lnTo>
                    <a:pt x="6719" y="17841"/>
                  </a:lnTo>
                  <a:lnTo>
                    <a:pt x="7106" y="17764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3"/>
                  </a:lnTo>
                  <a:lnTo>
                    <a:pt x="9229" y="16876"/>
                  </a:lnTo>
                  <a:lnTo>
                    <a:pt x="9461" y="16760"/>
                  </a:lnTo>
                  <a:lnTo>
                    <a:pt x="10233" y="16258"/>
                  </a:lnTo>
                  <a:lnTo>
                    <a:pt x="10813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4"/>
                  </a:lnTo>
                  <a:lnTo>
                    <a:pt x="11817" y="18150"/>
                  </a:lnTo>
                  <a:lnTo>
                    <a:pt x="11392" y="17455"/>
                  </a:lnTo>
                  <a:lnTo>
                    <a:pt x="10928" y="16760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4"/>
                  </a:lnTo>
                  <a:lnTo>
                    <a:pt x="11894" y="14790"/>
                  </a:lnTo>
                  <a:lnTo>
                    <a:pt x="12125" y="14559"/>
                  </a:lnTo>
                  <a:lnTo>
                    <a:pt x="12280" y="14288"/>
                  </a:lnTo>
                  <a:lnTo>
                    <a:pt x="12434" y="14057"/>
                  </a:lnTo>
                  <a:lnTo>
                    <a:pt x="12512" y="13786"/>
                  </a:lnTo>
                  <a:lnTo>
                    <a:pt x="12589" y="13555"/>
                  </a:lnTo>
                  <a:lnTo>
                    <a:pt x="12627" y="13284"/>
                  </a:lnTo>
                  <a:lnTo>
                    <a:pt x="12589" y="13053"/>
                  </a:lnTo>
                  <a:lnTo>
                    <a:pt x="12512" y="12821"/>
                  </a:lnTo>
                  <a:lnTo>
                    <a:pt x="12357" y="12589"/>
                  </a:lnTo>
                  <a:lnTo>
                    <a:pt x="12164" y="12358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9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1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2"/>
                  </a:lnTo>
                  <a:lnTo>
                    <a:pt x="10619" y="13786"/>
                  </a:lnTo>
                  <a:lnTo>
                    <a:pt x="10813" y="13902"/>
                  </a:lnTo>
                  <a:lnTo>
                    <a:pt x="10504" y="14250"/>
                  </a:lnTo>
                  <a:lnTo>
                    <a:pt x="10156" y="14597"/>
                  </a:lnTo>
                  <a:lnTo>
                    <a:pt x="9770" y="14868"/>
                  </a:lnTo>
                  <a:lnTo>
                    <a:pt x="9430" y="15084"/>
                  </a:lnTo>
                  <a:lnTo>
                    <a:pt x="9461" y="15022"/>
                  </a:lnTo>
                  <a:lnTo>
                    <a:pt x="9500" y="14945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9"/>
                  </a:lnTo>
                  <a:lnTo>
                    <a:pt x="3823" y="1545"/>
                  </a:lnTo>
                  <a:lnTo>
                    <a:pt x="3514" y="1237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1" y="233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20"/>
            <p:cNvSpPr/>
            <p:nvPr/>
          </p:nvSpPr>
          <p:spPr>
            <a:xfrm>
              <a:off x="3419975" y="2751775"/>
              <a:ext cx="68575" cy="77250"/>
            </a:xfrm>
            <a:custGeom>
              <a:avLst/>
              <a:gdLst/>
              <a:ahLst/>
              <a:cxnLst/>
              <a:rect l="l" t="t" r="r" b="b"/>
              <a:pathLst>
                <a:path w="2743" h="3090" extrusionOk="0">
                  <a:moveTo>
                    <a:pt x="1198" y="464"/>
                  </a:moveTo>
                  <a:lnTo>
                    <a:pt x="1429" y="502"/>
                  </a:lnTo>
                  <a:lnTo>
                    <a:pt x="1700" y="618"/>
                  </a:lnTo>
                  <a:lnTo>
                    <a:pt x="1893" y="772"/>
                  </a:lnTo>
                  <a:lnTo>
                    <a:pt x="2047" y="966"/>
                  </a:lnTo>
                  <a:lnTo>
                    <a:pt x="2163" y="1159"/>
                  </a:lnTo>
                  <a:lnTo>
                    <a:pt x="2240" y="1352"/>
                  </a:lnTo>
                  <a:lnTo>
                    <a:pt x="2356" y="1738"/>
                  </a:lnTo>
                  <a:lnTo>
                    <a:pt x="2395" y="2163"/>
                  </a:lnTo>
                  <a:lnTo>
                    <a:pt x="2395" y="2587"/>
                  </a:lnTo>
                  <a:lnTo>
                    <a:pt x="2240" y="2433"/>
                  </a:lnTo>
                  <a:lnTo>
                    <a:pt x="2047" y="2278"/>
                  </a:lnTo>
                  <a:lnTo>
                    <a:pt x="1661" y="2085"/>
                  </a:lnTo>
                  <a:lnTo>
                    <a:pt x="1275" y="1931"/>
                  </a:lnTo>
                  <a:lnTo>
                    <a:pt x="1043" y="1815"/>
                  </a:lnTo>
                  <a:lnTo>
                    <a:pt x="850" y="1699"/>
                  </a:lnTo>
                  <a:lnTo>
                    <a:pt x="657" y="1545"/>
                  </a:lnTo>
                  <a:lnTo>
                    <a:pt x="503" y="1390"/>
                  </a:lnTo>
                  <a:lnTo>
                    <a:pt x="425" y="1197"/>
                  </a:lnTo>
                  <a:lnTo>
                    <a:pt x="425" y="1081"/>
                  </a:lnTo>
                  <a:lnTo>
                    <a:pt x="425" y="966"/>
                  </a:lnTo>
                  <a:lnTo>
                    <a:pt x="503" y="811"/>
                  </a:lnTo>
                  <a:lnTo>
                    <a:pt x="541" y="695"/>
                  </a:lnTo>
                  <a:lnTo>
                    <a:pt x="618" y="618"/>
                  </a:lnTo>
                  <a:lnTo>
                    <a:pt x="734" y="541"/>
                  </a:lnTo>
                  <a:lnTo>
                    <a:pt x="850" y="464"/>
                  </a:lnTo>
                  <a:close/>
                  <a:moveTo>
                    <a:pt x="1043" y="0"/>
                  </a:moveTo>
                  <a:lnTo>
                    <a:pt x="812" y="77"/>
                  </a:lnTo>
                  <a:lnTo>
                    <a:pt x="580" y="155"/>
                  </a:lnTo>
                  <a:lnTo>
                    <a:pt x="387" y="309"/>
                  </a:lnTo>
                  <a:lnTo>
                    <a:pt x="232" y="464"/>
                  </a:lnTo>
                  <a:lnTo>
                    <a:pt x="116" y="618"/>
                  </a:lnTo>
                  <a:lnTo>
                    <a:pt x="39" y="811"/>
                  </a:lnTo>
                  <a:lnTo>
                    <a:pt x="1" y="1043"/>
                  </a:lnTo>
                  <a:lnTo>
                    <a:pt x="39" y="1236"/>
                  </a:lnTo>
                  <a:lnTo>
                    <a:pt x="78" y="1468"/>
                  </a:lnTo>
                  <a:lnTo>
                    <a:pt x="194" y="1661"/>
                  </a:lnTo>
                  <a:lnTo>
                    <a:pt x="387" y="1892"/>
                  </a:lnTo>
                  <a:lnTo>
                    <a:pt x="657" y="2085"/>
                  </a:lnTo>
                  <a:lnTo>
                    <a:pt x="927" y="2201"/>
                  </a:lnTo>
                  <a:lnTo>
                    <a:pt x="1236" y="2317"/>
                  </a:lnTo>
                  <a:lnTo>
                    <a:pt x="1507" y="2433"/>
                  </a:lnTo>
                  <a:lnTo>
                    <a:pt x="1777" y="2587"/>
                  </a:lnTo>
                  <a:lnTo>
                    <a:pt x="2009" y="2780"/>
                  </a:lnTo>
                  <a:lnTo>
                    <a:pt x="2240" y="3012"/>
                  </a:lnTo>
                  <a:lnTo>
                    <a:pt x="2317" y="3051"/>
                  </a:lnTo>
                  <a:lnTo>
                    <a:pt x="2395" y="3089"/>
                  </a:lnTo>
                  <a:lnTo>
                    <a:pt x="2472" y="3051"/>
                  </a:lnTo>
                  <a:lnTo>
                    <a:pt x="2549" y="3012"/>
                  </a:lnTo>
                  <a:lnTo>
                    <a:pt x="2588" y="3012"/>
                  </a:lnTo>
                  <a:lnTo>
                    <a:pt x="2626" y="2935"/>
                  </a:lnTo>
                  <a:lnTo>
                    <a:pt x="2704" y="2356"/>
                  </a:lnTo>
                  <a:lnTo>
                    <a:pt x="2742" y="2047"/>
                  </a:lnTo>
                  <a:lnTo>
                    <a:pt x="2704" y="1738"/>
                  </a:lnTo>
                  <a:lnTo>
                    <a:pt x="2665" y="1429"/>
                  </a:lnTo>
                  <a:lnTo>
                    <a:pt x="2588" y="1159"/>
                  </a:lnTo>
                  <a:lnTo>
                    <a:pt x="2472" y="888"/>
                  </a:lnTo>
                  <a:lnTo>
                    <a:pt x="2317" y="618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38" y="155"/>
                  </a:lnTo>
                  <a:lnTo>
                    <a:pt x="1507" y="77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20"/>
            <p:cNvSpPr/>
            <p:nvPr/>
          </p:nvSpPr>
          <p:spPr>
            <a:xfrm>
              <a:off x="408025" y="27595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7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79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1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20"/>
            <p:cNvSpPr/>
            <p:nvPr/>
          </p:nvSpPr>
          <p:spPr>
            <a:xfrm>
              <a:off x="1650450" y="2767225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1" y="5367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8"/>
                  </a:lnTo>
                  <a:lnTo>
                    <a:pt x="3978" y="888"/>
                  </a:lnTo>
                  <a:lnTo>
                    <a:pt x="4634" y="656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2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3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30" y="7375"/>
                  </a:lnTo>
                  <a:lnTo>
                    <a:pt x="13439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5"/>
                  </a:lnTo>
                  <a:lnTo>
                    <a:pt x="16721" y="9885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3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1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79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7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20"/>
            <p:cNvSpPr/>
            <p:nvPr/>
          </p:nvSpPr>
          <p:spPr>
            <a:xfrm>
              <a:off x="4802400" y="27817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0"/>
                  </a:moveTo>
                  <a:lnTo>
                    <a:pt x="12434" y="39"/>
                  </a:lnTo>
                  <a:lnTo>
                    <a:pt x="12357" y="77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8"/>
                  </a:lnTo>
                  <a:lnTo>
                    <a:pt x="12164" y="1043"/>
                  </a:lnTo>
                  <a:lnTo>
                    <a:pt x="12009" y="1197"/>
                  </a:lnTo>
                  <a:lnTo>
                    <a:pt x="11855" y="1313"/>
                  </a:lnTo>
                  <a:lnTo>
                    <a:pt x="11430" y="1545"/>
                  </a:lnTo>
                  <a:lnTo>
                    <a:pt x="11005" y="1699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4" y="2085"/>
                  </a:lnTo>
                  <a:lnTo>
                    <a:pt x="9345" y="2008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0"/>
                  </a:lnTo>
                  <a:lnTo>
                    <a:pt x="8611" y="1699"/>
                  </a:lnTo>
                  <a:lnTo>
                    <a:pt x="8804" y="2008"/>
                  </a:lnTo>
                  <a:lnTo>
                    <a:pt x="8997" y="2279"/>
                  </a:lnTo>
                  <a:lnTo>
                    <a:pt x="7839" y="2587"/>
                  </a:lnTo>
                  <a:lnTo>
                    <a:pt x="6719" y="2819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9" y="3282"/>
                  </a:lnTo>
                  <a:lnTo>
                    <a:pt x="3746" y="2935"/>
                  </a:lnTo>
                  <a:lnTo>
                    <a:pt x="3784" y="2587"/>
                  </a:lnTo>
                  <a:lnTo>
                    <a:pt x="3707" y="2240"/>
                  </a:lnTo>
                  <a:lnTo>
                    <a:pt x="3630" y="1892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7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8"/>
                  </a:lnTo>
                  <a:lnTo>
                    <a:pt x="1815" y="3437"/>
                  </a:lnTo>
                  <a:lnTo>
                    <a:pt x="1352" y="3398"/>
                  </a:lnTo>
                  <a:lnTo>
                    <a:pt x="965" y="3360"/>
                  </a:lnTo>
                  <a:lnTo>
                    <a:pt x="772" y="3282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3"/>
                  </a:lnTo>
                  <a:lnTo>
                    <a:pt x="309" y="2665"/>
                  </a:lnTo>
                  <a:lnTo>
                    <a:pt x="232" y="2587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3"/>
                  </a:lnTo>
                  <a:lnTo>
                    <a:pt x="0" y="2858"/>
                  </a:lnTo>
                  <a:lnTo>
                    <a:pt x="0" y="3012"/>
                  </a:lnTo>
                  <a:lnTo>
                    <a:pt x="0" y="3167"/>
                  </a:lnTo>
                  <a:lnTo>
                    <a:pt x="39" y="3282"/>
                  </a:lnTo>
                  <a:lnTo>
                    <a:pt x="116" y="3398"/>
                  </a:lnTo>
                  <a:lnTo>
                    <a:pt x="193" y="3514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0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0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2"/>
                  </a:lnTo>
                  <a:lnTo>
                    <a:pt x="12048" y="1699"/>
                  </a:lnTo>
                  <a:lnTo>
                    <a:pt x="12357" y="1506"/>
                  </a:lnTo>
                  <a:lnTo>
                    <a:pt x="12627" y="1236"/>
                  </a:lnTo>
                  <a:lnTo>
                    <a:pt x="12704" y="1081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79"/>
                  </a:lnTo>
                  <a:lnTo>
                    <a:pt x="12820" y="386"/>
                  </a:lnTo>
                  <a:lnTo>
                    <a:pt x="12743" y="155"/>
                  </a:lnTo>
                  <a:lnTo>
                    <a:pt x="12704" y="77"/>
                  </a:lnTo>
                  <a:lnTo>
                    <a:pt x="12627" y="39"/>
                  </a:lnTo>
                  <a:lnTo>
                    <a:pt x="125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20"/>
            <p:cNvSpPr/>
            <p:nvPr/>
          </p:nvSpPr>
          <p:spPr>
            <a:xfrm>
              <a:off x="2362900" y="2786525"/>
              <a:ext cx="114900" cy="130350"/>
            </a:xfrm>
            <a:custGeom>
              <a:avLst/>
              <a:gdLst/>
              <a:ahLst/>
              <a:cxnLst/>
              <a:rect l="l" t="t" r="r" b="b"/>
              <a:pathLst>
                <a:path w="4596" h="5214" extrusionOk="0">
                  <a:moveTo>
                    <a:pt x="232" y="0"/>
                  </a:moveTo>
                  <a:lnTo>
                    <a:pt x="0" y="193"/>
                  </a:lnTo>
                  <a:lnTo>
                    <a:pt x="502" y="888"/>
                  </a:lnTo>
                  <a:lnTo>
                    <a:pt x="1004" y="1622"/>
                  </a:lnTo>
                  <a:lnTo>
                    <a:pt x="1545" y="2279"/>
                  </a:lnTo>
                  <a:lnTo>
                    <a:pt x="2124" y="2974"/>
                  </a:lnTo>
                  <a:lnTo>
                    <a:pt x="3283" y="4248"/>
                  </a:lnTo>
                  <a:lnTo>
                    <a:pt x="3746" y="4789"/>
                  </a:lnTo>
                  <a:lnTo>
                    <a:pt x="3630" y="4789"/>
                  </a:lnTo>
                  <a:lnTo>
                    <a:pt x="3592" y="4866"/>
                  </a:lnTo>
                  <a:lnTo>
                    <a:pt x="3592" y="4982"/>
                  </a:lnTo>
                  <a:lnTo>
                    <a:pt x="3823" y="4904"/>
                  </a:lnTo>
                  <a:lnTo>
                    <a:pt x="4055" y="5059"/>
                  </a:lnTo>
                  <a:lnTo>
                    <a:pt x="4287" y="5213"/>
                  </a:lnTo>
                  <a:lnTo>
                    <a:pt x="4441" y="5213"/>
                  </a:lnTo>
                  <a:lnTo>
                    <a:pt x="4518" y="5175"/>
                  </a:lnTo>
                  <a:lnTo>
                    <a:pt x="4557" y="5097"/>
                  </a:lnTo>
                  <a:lnTo>
                    <a:pt x="4557" y="5059"/>
                  </a:lnTo>
                  <a:lnTo>
                    <a:pt x="4595" y="4982"/>
                  </a:lnTo>
                  <a:lnTo>
                    <a:pt x="4402" y="4750"/>
                  </a:lnTo>
                  <a:lnTo>
                    <a:pt x="4325" y="4750"/>
                  </a:lnTo>
                  <a:lnTo>
                    <a:pt x="4016" y="4480"/>
                  </a:lnTo>
                  <a:lnTo>
                    <a:pt x="3746" y="4171"/>
                  </a:lnTo>
                  <a:lnTo>
                    <a:pt x="3244" y="3553"/>
                  </a:lnTo>
                  <a:lnTo>
                    <a:pt x="2201" y="2394"/>
                  </a:lnTo>
                  <a:lnTo>
                    <a:pt x="1197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20"/>
            <p:cNvSpPr/>
            <p:nvPr/>
          </p:nvSpPr>
          <p:spPr>
            <a:xfrm>
              <a:off x="2090650" y="2821275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8" y="0"/>
                  </a:moveTo>
                  <a:lnTo>
                    <a:pt x="1893" y="78"/>
                  </a:lnTo>
                  <a:lnTo>
                    <a:pt x="1739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4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40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4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2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2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4" y="1622"/>
                  </a:lnTo>
                  <a:lnTo>
                    <a:pt x="1237" y="1313"/>
                  </a:lnTo>
                  <a:lnTo>
                    <a:pt x="1468" y="1004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2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3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2" y="2703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2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5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5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9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5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3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6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3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2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3" y="5793"/>
                  </a:lnTo>
                  <a:lnTo>
                    <a:pt x="4828" y="5638"/>
                  </a:lnTo>
                  <a:lnTo>
                    <a:pt x="4249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5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2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20"/>
            <p:cNvSpPr/>
            <p:nvPr/>
          </p:nvSpPr>
          <p:spPr>
            <a:xfrm>
              <a:off x="3488525" y="28212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120" y="387"/>
                  </a:moveTo>
                  <a:lnTo>
                    <a:pt x="1313" y="425"/>
                  </a:lnTo>
                  <a:lnTo>
                    <a:pt x="1506" y="464"/>
                  </a:lnTo>
                  <a:lnTo>
                    <a:pt x="1661" y="580"/>
                  </a:lnTo>
                  <a:lnTo>
                    <a:pt x="1738" y="734"/>
                  </a:lnTo>
                  <a:lnTo>
                    <a:pt x="1777" y="889"/>
                  </a:lnTo>
                  <a:lnTo>
                    <a:pt x="1738" y="966"/>
                  </a:lnTo>
                  <a:lnTo>
                    <a:pt x="1699" y="1004"/>
                  </a:lnTo>
                  <a:lnTo>
                    <a:pt x="1661" y="1082"/>
                  </a:lnTo>
                  <a:lnTo>
                    <a:pt x="1545" y="1120"/>
                  </a:lnTo>
                  <a:lnTo>
                    <a:pt x="1236" y="1159"/>
                  </a:lnTo>
                  <a:lnTo>
                    <a:pt x="927" y="1159"/>
                  </a:lnTo>
                  <a:lnTo>
                    <a:pt x="579" y="1198"/>
                  </a:lnTo>
                  <a:lnTo>
                    <a:pt x="464" y="1236"/>
                  </a:lnTo>
                  <a:lnTo>
                    <a:pt x="309" y="1313"/>
                  </a:lnTo>
                  <a:lnTo>
                    <a:pt x="309" y="1159"/>
                  </a:lnTo>
                  <a:lnTo>
                    <a:pt x="348" y="1004"/>
                  </a:lnTo>
                  <a:lnTo>
                    <a:pt x="386" y="850"/>
                  </a:lnTo>
                  <a:lnTo>
                    <a:pt x="464" y="734"/>
                  </a:lnTo>
                  <a:lnTo>
                    <a:pt x="541" y="618"/>
                  </a:lnTo>
                  <a:lnTo>
                    <a:pt x="657" y="541"/>
                  </a:lnTo>
                  <a:lnTo>
                    <a:pt x="811" y="464"/>
                  </a:lnTo>
                  <a:lnTo>
                    <a:pt x="927" y="425"/>
                  </a:lnTo>
                  <a:lnTo>
                    <a:pt x="1120" y="387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79" y="116"/>
                  </a:lnTo>
                  <a:lnTo>
                    <a:pt x="425" y="232"/>
                  </a:lnTo>
                  <a:lnTo>
                    <a:pt x="271" y="387"/>
                  </a:lnTo>
                  <a:lnTo>
                    <a:pt x="155" y="541"/>
                  </a:lnTo>
                  <a:lnTo>
                    <a:pt x="77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68"/>
                  </a:lnTo>
                  <a:lnTo>
                    <a:pt x="116" y="1661"/>
                  </a:lnTo>
                  <a:lnTo>
                    <a:pt x="155" y="1738"/>
                  </a:lnTo>
                  <a:lnTo>
                    <a:pt x="232" y="1815"/>
                  </a:lnTo>
                  <a:lnTo>
                    <a:pt x="309" y="1815"/>
                  </a:lnTo>
                  <a:lnTo>
                    <a:pt x="425" y="1777"/>
                  </a:lnTo>
                  <a:lnTo>
                    <a:pt x="541" y="1661"/>
                  </a:lnTo>
                  <a:lnTo>
                    <a:pt x="695" y="1584"/>
                  </a:lnTo>
                  <a:lnTo>
                    <a:pt x="850" y="1545"/>
                  </a:lnTo>
                  <a:lnTo>
                    <a:pt x="1043" y="1545"/>
                  </a:lnTo>
                  <a:lnTo>
                    <a:pt x="1390" y="1506"/>
                  </a:lnTo>
                  <a:lnTo>
                    <a:pt x="1583" y="1506"/>
                  </a:lnTo>
                  <a:lnTo>
                    <a:pt x="1738" y="1468"/>
                  </a:lnTo>
                  <a:lnTo>
                    <a:pt x="1931" y="1391"/>
                  </a:lnTo>
                  <a:lnTo>
                    <a:pt x="2047" y="1275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811"/>
                  </a:lnTo>
                  <a:lnTo>
                    <a:pt x="2124" y="657"/>
                  </a:lnTo>
                  <a:lnTo>
                    <a:pt x="2047" y="502"/>
                  </a:lnTo>
                  <a:lnTo>
                    <a:pt x="1970" y="348"/>
                  </a:lnTo>
                  <a:lnTo>
                    <a:pt x="1777" y="194"/>
                  </a:lnTo>
                  <a:lnTo>
                    <a:pt x="1622" y="116"/>
                  </a:lnTo>
                  <a:lnTo>
                    <a:pt x="1429" y="39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20"/>
            <p:cNvSpPr/>
            <p:nvPr/>
          </p:nvSpPr>
          <p:spPr>
            <a:xfrm>
              <a:off x="3345650" y="2889825"/>
              <a:ext cx="466300" cy="248125"/>
            </a:xfrm>
            <a:custGeom>
              <a:avLst/>
              <a:gdLst/>
              <a:ahLst/>
              <a:cxnLst/>
              <a:rect l="l" t="t" r="r" b="b"/>
              <a:pathLst>
                <a:path w="18652" h="9925" extrusionOk="0">
                  <a:moveTo>
                    <a:pt x="6140" y="0"/>
                  </a:moveTo>
                  <a:lnTo>
                    <a:pt x="5561" y="39"/>
                  </a:lnTo>
                  <a:lnTo>
                    <a:pt x="4982" y="155"/>
                  </a:lnTo>
                  <a:lnTo>
                    <a:pt x="4402" y="309"/>
                  </a:lnTo>
                  <a:lnTo>
                    <a:pt x="3862" y="502"/>
                  </a:lnTo>
                  <a:lnTo>
                    <a:pt x="3283" y="772"/>
                  </a:lnTo>
                  <a:lnTo>
                    <a:pt x="2781" y="1081"/>
                  </a:lnTo>
                  <a:lnTo>
                    <a:pt x="2279" y="1467"/>
                  </a:lnTo>
                  <a:lnTo>
                    <a:pt x="1815" y="1892"/>
                  </a:lnTo>
                  <a:lnTo>
                    <a:pt x="1390" y="2317"/>
                  </a:lnTo>
                  <a:lnTo>
                    <a:pt x="1043" y="2780"/>
                  </a:lnTo>
                  <a:lnTo>
                    <a:pt x="734" y="3244"/>
                  </a:lnTo>
                  <a:lnTo>
                    <a:pt x="464" y="3746"/>
                  </a:lnTo>
                  <a:lnTo>
                    <a:pt x="271" y="4286"/>
                  </a:lnTo>
                  <a:lnTo>
                    <a:pt x="116" y="4827"/>
                  </a:lnTo>
                  <a:lnTo>
                    <a:pt x="0" y="5368"/>
                  </a:lnTo>
                  <a:lnTo>
                    <a:pt x="348" y="5445"/>
                  </a:lnTo>
                  <a:lnTo>
                    <a:pt x="425" y="5020"/>
                  </a:lnTo>
                  <a:lnTo>
                    <a:pt x="541" y="4595"/>
                  </a:lnTo>
                  <a:lnTo>
                    <a:pt x="773" y="4016"/>
                  </a:lnTo>
                  <a:lnTo>
                    <a:pt x="1081" y="3437"/>
                  </a:lnTo>
                  <a:lnTo>
                    <a:pt x="1468" y="2896"/>
                  </a:lnTo>
                  <a:lnTo>
                    <a:pt x="1892" y="2394"/>
                  </a:lnTo>
                  <a:lnTo>
                    <a:pt x="2356" y="1931"/>
                  </a:lnTo>
                  <a:lnTo>
                    <a:pt x="2858" y="1545"/>
                  </a:lnTo>
                  <a:lnTo>
                    <a:pt x="3398" y="1197"/>
                  </a:lnTo>
                  <a:lnTo>
                    <a:pt x="3978" y="888"/>
                  </a:lnTo>
                  <a:lnTo>
                    <a:pt x="4595" y="657"/>
                  </a:lnTo>
                  <a:lnTo>
                    <a:pt x="5252" y="502"/>
                  </a:lnTo>
                  <a:lnTo>
                    <a:pt x="5908" y="425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39" y="618"/>
                  </a:lnTo>
                  <a:lnTo>
                    <a:pt x="8457" y="811"/>
                  </a:lnTo>
                  <a:lnTo>
                    <a:pt x="9075" y="1120"/>
                  </a:lnTo>
                  <a:lnTo>
                    <a:pt x="9422" y="1313"/>
                  </a:lnTo>
                  <a:lnTo>
                    <a:pt x="9731" y="1506"/>
                  </a:lnTo>
                  <a:lnTo>
                    <a:pt x="10002" y="1738"/>
                  </a:lnTo>
                  <a:lnTo>
                    <a:pt x="10272" y="1969"/>
                  </a:lnTo>
                  <a:lnTo>
                    <a:pt x="10774" y="2471"/>
                  </a:lnTo>
                  <a:lnTo>
                    <a:pt x="11199" y="3051"/>
                  </a:lnTo>
                  <a:lnTo>
                    <a:pt x="11546" y="3630"/>
                  </a:lnTo>
                  <a:lnTo>
                    <a:pt x="11855" y="4286"/>
                  </a:lnTo>
                  <a:lnTo>
                    <a:pt x="12164" y="4943"/>
                  </a:lnTo>
                  <a:lnTo>
                    <a:pt x="12396" y="5638"/>
                  </a:lnTo>
                  <a:lnTo>
                    <a:pt x="12627" y="6217"/>
                  </a:lnTo>
                  <a:lnTo>
                    <a:pt x="12859" y="6835"/>
                  </a:lnTo>
                  <a:lnTo>
                    <a:pt x="13129" y="7414"/>
                  </a:lnTo>
                  <a:lnTo>
                    <a:pt x="13438" y="7993"/>
                  </a:lnTo>
                  <a:lnTo>
                    <a:pt x="13786" y="8495"/>
                  </a:lnTo>
                  <a:lnTo>
                    <a:pt x="14211" y="8959"/>
                  </a:lnTo>
                  <a:lnTo>
                    <a:pt x="14442" y="9190"/>
                  </a:lnTo>
                  <a:lnTo>
                    <a:pt x="14713" y="9383"/>
                  </a:lnTo>
                  <a:lnTo>
                    <a:pt x="14983" y="9538"/>
                  </a:lnTo>
                  <a:lnTo>
                    <a:pt x="15253" y="9692"/>
                  </a:lnTo>
                  <a:lnTo>
                    <a:pt x="15717" y="9847"/>
                  </a:lnTo>
                  <a:lnTo>
                    <a:pt x="16219" y="9924"/>
                  </a:lnTo>
                  <a:lnTo>
                    <a:pt x="16682" y="9885"/>
                  </a:lnTo>
                  <a:lnTo>
                    <a:pt x="17145" y="9808"/>
                  </a:lnTo>
                  <a:lnTo>
                    <a:pt x="17609" y="9654"/>
                  </a:lnTo>
                  <a:lnTo>
                    <a:pt x="17802" y="9538"/>
                  </a:lnTo>
                  <a:lnTo>
                    <a:pt x="17995" y="9383"/>
                  </a:lnTo>
                  <a:lnTo>
                    <a:pt x="18188" y="9229"/>
                  </a:lnTo>
                  <a:lnTo>
                    <a:pt x="18342" y="9075"/>
                  </a:lnTo>
                  <a:lnTo>
                    <a:pt x="18497" y="8881"/>
                  </a:lnTo>
                  <a:lnTo>
                    <a:pt x="18613" y="8650"/>
                  </a:lnTo>
                  <a:lnTo>
                    <a:pt x="18651" y="8573"/>
                  </a:lnTo>
                  <a:lnTo>
                    <a:pt x="18613" y="8457"/>
                  </a:lnTo>
                  <a:lnTo>
                    <a:pt x="18651" y="8418"/>
                  </a:lnTo>
                  <a:lnTo>
                    <a:pt x="18613" y="8341"/>
                  </a:lnTo>
                  <a:lnTo>
                    <a:pt x="18304" y="8380"/>
                  </a:lnTo>
                  <a:lnTo>
                    <a:pt x="18265" y="8418"/>
                  </a:lnTo>
                  <a:lnTo>
                    <a:pt x="18033" y="8766"/>
                  </a:lnTo>
                  <a:lnTo>
                    <a:pt x="17802" y="8997"/>
                  </a:lnTo>
                  <a:lnTo>
                    <a:pt x="17493" y="9229"/>
                  </a:lnTo>
                  <a:lnTo>
                    <a:pt x="17184" y="9345"/>
                  </a:lnTo>
                  <a:lnTo>
                    <a:pt x="16798" y="9461"/>
                  </a:lnTo>
                  <a:lnTo>
                    <a:pt x="16064" y="9461"/>
                  </a:lnTo>
                  <a:lnTo>
                    <a:pt x="15717" y="9383"/>
                  </a:lnTo>
                  <a:lnTo>
                    <a:pt x="15330" y="9229"/>
                  </a:lnTo>
                  <a:lnTo>
                    <a:pt x="15021" y="9036"/>
                  </a:lnTo>
                  <a:lnTo>
                    <a:pt x="14674" y="8766"/>
                  </a:lnTo>
                  <a:lnTo>
                    <a:pt x="14404" y="8495"/>
                  </a:lnTo>
                  <a:lnTo>
                    <a:pt x="14133" y="8186"/>
                  </a:lnTo>
                  <a:lnTo>
                    <a:pt x="13902" y="7878"/>
                  </a:lnTo>
                  <a:lnTo>
                    <a:pt x="13709" y="7530"/>
                  </a:lnTo>
                  <a:lnTo>
                    <a:pt x="13515" y="7182"/>
                  </a:lnTo>
                  <a:lnTo>
                    <a:pt x="13207" y="6526"/>
                  </a:lnTo>
                  <a:lnTo>
                    <a:pt x="12936" y="5870"/>
                  </a:lnTo>
                  <a:lnTo>
                    <a:pt x="12434" y="4518"/>
                  </a:lnTo>
                  <a:lnTo>
                    <a:pt x="12164" y="3862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317"/>
                  </a:lnTo>
                  <a:lnTo>
                    <a:pt x="11005" y="2047"/>
                  </a:lnTo>
                  <a:lnTo>
                    <a:pt x="10542" y="1583"/>
                  </a:lnTo>
                  <a:lnTo>
                    <a:pt x="10040" y="1197"/>
                  </a:lnTo>
                  <a:lnTo>
                    <a:pt x="9538" y="888"/>
                  </a:lnTo>
                  <a:lnTo>
                    <a:pt x="9036" y="579"/>
                  </a:lnTo>
                  <a:lnTo>
                    <a:pt x="8457" y="386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20"/>
            <p:cNvSpPr/>
            <p:nvPr/>
          </p:nvSpPr>
          <p:spPr>
            <a:xfrm>
              <a:off x="6719625" y="2898500"/>
              <a:ext cx="625575" cy="344675"/>
            </a:xfrm>
            <a:custGeom>
              <a:avLst/>
              <a:gdLst/>
              <a:ahLst/>
              <a:cxnLst/>
              <a:rect l="l" t="t" r="r" b="b"/>
              <a:pathLst>
                <a:path w="25023" h="13787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9"/>
                  </a:lnTo>
                  <a:lnTo>
                    <a:pt x="23787" y="2163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6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5"/>
                  </a:lnTo>
                  <a:lnTo>
                    <a:pt x="23169" y="1120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2"/>
                  </a:lnTo>
                  <a:lnTo>
                    <a:pt x="23864" y="3515"/>
                  </a:lnTo>
                  <a:lnTo>
                    <a:pt x="23787" y="3399"/>
                  </a:lnTo>
                  <a:lnTo>
                    <a:pt x="23748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1"/>
                  </a:lnTo>
                  <a:lnTo>
                    <a:pt x="16566" y="5407"/>
                  </a:lnTo>
                  <a:lnTo>
                    <a:pt x="16296" y="5445"/>
                  </a:lnTo>
                  <a:lnTo>
                    <a:pt x="15639" y="5523"/>
                  </a:lnTo>
                  <a:lnTo>
                    <a:pt x="15639" y="5484"/>
                  </a:lnTo>
                  <a:lnTo>
                    <a:pt x="15678" y="5368"/>
                  </a:lnTo>
                  <a:lnTo>
                    <a:pt x="15716" y="5252"/>
                  </a:lnTo>
                  <a:lnTo>
                    <a:pt x="15755" y="5175"/>
                  </a:lnTo>
                  <a:lnTo>
                    <a:pt x="15832" y="5098"/>
                  </a:lnTo>
                  <a:lnTo>
                    <a:pt x="15948" y="5021"/>
                  </a:lnTo>
                  <a:lnTo>
                    <a:pt x="16064" y="4982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8"/>
                  </a:lnTo>
                  <a:lnTo>
                    <a:pt x="24250" y="5523"/>
                  </a:lnTo>
                  <a:lnTo>
                    <a:pt x="24057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1"/>
                  </a:lnTo>
                  <a:lnTo>
                    <a:pt x="18111" y="5214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523"/>
                  </a:lnTo>
                  <a:lnTo>
                    <a:pt x="17029" y="5445"/>
                  </a:lnTo>
                  <a:lnTo>
                    <a:pt x="17068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2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7"/>
                  </a:lnTo>
                  <a:lnTo>
                    <a:pt x="14558" y="5870"/>
                  </a:lnTo>
                  <a:lnTo>
                    <a:pt x="14056" y="6102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600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4"/>
                  </a:moveTo>
                  <a:lnTo>
                    <a:pt x="19115" y="5523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6" y="6179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7"/>
                  </a:lnTo>
                  <a:lnTo>
                    <a:pt x="18844" y="5523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0" y="6102"/>
                  </a:lnTo>
                  <a:lnTo>
                    <a:pt x="20466" y="6140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7"/>
                  </a:lnTo>
                  <a:lnTo>
                    <a:pt x="20814" y="6720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8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1" y="5986"/>
                  </a:lnTo>
                  <a:lnTo>
                    <a:pt x="24019" y="6025"/>
                  </a:lnTo>
                  <a:lnTo>
                    <a:pt x="24096" y="6025"/>
                  </a:lnTo>
                  <a:lnTo>
                    <a:pt x="23941" y="6295"/>
                  </a:lnTo>
                  <a:lnTo>
                    <a:pt x="23748" y="6565"/>
                  </a:lnTo>
                  <a:lnTo>
                    <a:pt x="23517" y="6797"/>
                  </a:lnTo>
                  <a:lnTo>
                    <a:pt x="23246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7"/>
                  </a:lnTo>
                  <a:lnTo>
                    <a:pt x="23015" y="6295"/>
                  </a:lnTo>
                  <a:lnTo>
                    <a:pt x="23053" y="6179"/>
                  </a:lnTo>
                  <a:lnTo>
                    <a:pt x="23131" y="6102"/>
                  </a:lnTo>
                  <a:lnTo>
                    <a:pt x="23208" y="6025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8" y="6333"/>
                  </a:lnTo>
                  <a:lnTo>
                    <a:pt x="13168" y="6720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7"/>
                  </a:lnTo>
                  <a:lnTo>
                    <a:pt x="12627" y="6681"/>
                  </a:lnTo>
                  <a:lnTo>
                    <a:pt x="12666" y="6527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218"/>
                  </a:lnTo>
                  <a:lnTo>
                    <a:pt x="13013" y="6140"/>
                  </a:lnTo>
                  <a:lnTo>
                    <a:pt x="13129" y="6102"/>
                  </a:lnTo>
                  <a:close/>
                  <a:moveTo>
                    <a:pt x="22165" y="6565"/>
                  </a:moveTo>
                  <a:lnTo>
                    <a:pt x="22281" y="6604"/>
                  </a:lnTo>
                  <a:lnTo>
                    <a:pt x="22474" y="6720"/>
                  </a:lnTo>
                  <a:lnTo>
                    <a:pt x="22629" y="6874"/>
                  </a:lnTo>
                  <a:lnTo>
                    <a:pt x="22783" y="7029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6"/>
                  </a:lnTo>
                  <a:lnTo>
                    <a:pt x="22937" y="7144"/>
                  </a:lnTo>
                  <a:lnTo>
                    <a:pt x="22551" y="7222"/>
                  </a:lnTo>
                  <a:lnTo>
                    <a:pt x="22165" y="7260"/>
                  </a:lnTo>
                  <a:lnTo>
                    <a:pt x="21779" y="7222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49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5" y="7994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4"/>
                  </a:lnTo>
                  <a:lnTo>
                    <a:pt x="11816" y="7608"/>
                  </a:lnTo>
                  <a:lnTo>
                    <a:pt x="11894" y="7531"/>
                  </a:lnTo>
                  <a:lnTo>
                    <a:pt x="12009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3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2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3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5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4" y="9770"/>
                  </a:moveTo>
                  <a:lnTo>
                    <a:pt x="3900" y="9809"/>
                  </a:lnTo>
                  <a:lnTo>
                    <a:pt x="4016" y="9886"/>
                  </a:lnTo>
                  <a:lnTo>
                    <a:pt x="4093" y="10002"/>
                  </a:lnTo>
                  <a:lnTo>
                    <a:pt x="4132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5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6"/>
                  </a:lnTo>
                  <a:lnTo>
                    <a:pt x="5097" y="10774"/>
                  </a:lnTo>
                  <a:lnTo>
                    <a:pt x="5136" y="10890"/>
                  </a:lnTo>
                  <a:lnTo>
                    <a:pt x="5175" y="11044"/>
                  </a:lnTo>
                  <a:lnTo>
                    <a:pt x="5136" y="11238"/>
                  </a:lnTo>
                  <a:lnTo>
                    <a:pt x="5097" y="11431"/>
                  </a:lnTo>
                  <a:lnTo>
                    <a:pt x="4402" y="10929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5" y="11740"/>
                  </a:lnTo>
                  <a:lnTo>
                    <a:pt x="10658" y="11701"/>
                  </a:lnTo>
                  <a:lnTo>
                    <a:pt x="10503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5" y="10697"/>
                  </a:lnTo>
                  <a:lnTo>
                    <a:pt x="10928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10"/>
                  </a:lnTo>
                  <a:lnTo>
                    <a:pt x="6410" y="12242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8" y="11508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1" y="12744"/>
                  </a:lnTo>
                  <a:lnTo>
                    <a:pt x="9770" y="12937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2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39" y="13207"/>
                  </a:lnTo>
                  <a:lnTo>
                    <a:pt x="7337" y="13014"/>
                  </a:lnTo>
                  <a:lnTo>
                    <a:pt x="6835" y="12744"/>
                  </a:lnTo>
                  <a:lnTo>
                    <a:pt x="6990" y="12628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3" y="12628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7"/>
                  </a:lnTo>
                  <a:lnTo>
                    <a:pt x="9229" y="13130"/>
                  </a:lnTo>
                  <a:lnTo>
                    <a:pt x="9268" y="13207"/>
                  </a:lnTo>
                  <a:lnTo>
                    <a:pt x="9036" y="13284"/>
                  </a:lnTo>
                  <a:lnTo>
                    <a:pt x="8804" y="13323"/>
                  </a:lnTo>
                  <a:lnTo>
                    <a:pt x="8573" y="13323"/>
                  </a:lnTo>
                  <a:lnTo>
                    <a:pt x="8302" y="13284"/>
                  </a:lnTo>
                  <a:lnTo>
                    <a:pt x="8302" y="13207"/>
                  </a:lnTo>
                  <a:lnTo>
                    <a:pt x="8341" y="13014"/>
                  </a:lnTo>
                  <a:lnTo>
                    <a:pt x="8418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8"/>
                  </a:lnTo>
                  <a:close/>
                  <a:moveTo>
                    <a:pt x="22976" y="1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10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3" y="966"/>
                  </a:lnTo>
                  <a:lnTo>
                    <a:pt x="22706" y="1120"/>
                  </a:lnTo>
                  <a:lnTo>
                    <a:pt x="22629" y="1314"/>
                  </a:lnTo>
                  <a:lnTo>
                    <a:pt x="22590" y="1507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0" y="2279"/>
                  </a:lnTo>
                  <a:lnTo>
                    <a:pt x="23053" y="2395"/>
                  </a:lnTo>
                  <a:lnTo>
                    <a:pt x="23246" y="2511"/>
                  </a:lnTo>
                  <a:lnTo>
                    <a:pt x="23478" y="2511"/>
                  </a:lnTo>
                  <a:lnTo>
                    <a:pt x="23401" y="2704"/>
                  </a:lnTo>
                  <a:lnTo>
                    <a:pt x="23362" y="2897"/>
                  </a:lnTo>
                  <a:lnTo>
                    <a:pt x="23324" y="3090"/>
                  </a:lnTo>
                  <a:lnTo>
                    <a:pt x="23362" y="3283"/>
                  </a:lnTo>
                  <a:lnTo>
                    <a:pt x="23439" y="3515"/>
                  </a:lnTo>
                  <a:lnTo>
                    <a:pt x="23555" y="3708"/>
                  </a:lnTo>
                  <a:lnTo>
                    <a:pt x="23748" y="3901"/>
                  </a:lnTo>
                  <a:lnTo>
                    <a:pt x="23980" y="4017"/>
                  </a:lnTo>
                  <a:lnTo>
                    <a:pt x="23748" y="4210"/>
                  </a:lnTo>
                  <a:lnTo>
                    <a:pt x="23555" y="4480"/>
                  </a:lnTo>
                  <a:lnTo>
                    <a:pt x="23478" y="4750"/>
                  </a:lnTo>
                  <a:lnTo>
                    <a:pt x="23439" y="4905"/>
                  </a:lnTo>
                  <a:lnTo>
                    <a:pt x="23439" y="5021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3"/>
                  </a:lnTo>
                  <a:lnTo>
                    <a:pt x="23169" y="5561"/>
                  </a:lnTo>
                  <a:lnTo>
                    <a:pt x="22976" y="5716"/>
                  </a:lnTo>
                  <a:lnTo>
                    <a:pt x="22783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4" y="6295"/>
                  </a:lnTo>
                  <a:lnTo>
                    <a:pt x="22320" y="6256"/>
                  </a:lnTo>
                  <a:lnTo>
                    <a:pt x="22165" y="6218"/>
                  </a:lnTo>
                  <a:lnTo>
                    <a:pt x="21972" y="6218"/>
                  </a:lnTo>
                  <a:lnTo>
                    <a:pt x="21740" y="6295"/>
                  </a:lnTo>
                  <a:lnTo>
                    <a:pt x="21509" y="6411"/>
                  </a:lnTo>
                  <a:lnTo>
                    <a:pt x="21354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5"/>
                  </a:lnTo>
                  <a:lnTo>
                    <a:pt x="20736" y="5909"/>
                  </a:lnTo>
                  <a:lnTo>
                    <a:pt x="20582" y="5831"/>
                  </a:lnTo>
                  <a:lnTo>
                    <a:pt x="20427" y="5754"/>
                  </a:lnTo>
                  <a:lnTo>
                    <a:pt x="20234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6"/>
                  </a:lnTo>
                  <a:lnTo>
                    <a:pt x="19617" y="5484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1"/>
                  </a:lnTo>
                  <a:lnTo>
                    <a:pt x="18497" y="5407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6"/>
                  </a:lnTo>
                  <a:lnTo>
                    <a:pt x="17802" y="4557"/>
                  </a:lnTo>
                  <a:lnTo>
                    <a:pt x="17647" y="4519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8"/>
                  </a:lnTo>
                  <a:lnTo>
                    <a:pt x="16759" y="4943"/>
                  </a:lnTo>
                  <a:lnTo>
                    <a:pt x="16605" y="4789"/>
                  </a:lnTo>
                  <a:lnTo>
                    <a:pt x="16450" y="4712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82"/>
                  </a:lnTo>
                  <a:lnTo>
                    <a:pt x="14288" y="5021"/>
                  </a:lnTo>
                  <a:lnTo>
                    <a:pt x="14133" y="5098"/>
                  </a:lnTo>
                  <a:lnTo>
                    <a:pt x="14056" y="5175"/>
                  </a:lnTo>
                  <a:lnTo>
                    <a:pt x="13940" y="5291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6"/>
                  </a:lnTo>
                  <a:lnTo>
                    <a:pt x="13168" y="5716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8"/>
                  </a:lnTo>
                  <a:lnTo>
                    <a:pt x="12357" y="6372"/>
                  </a:lnTo>
                  <a:lnTo>
                    <a:pt x="12357" y="6527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7029"/>
                  </a:lnTo>
                  <a:lnTo>
                    <a:pt x="11894" y="7106"/>
                  </a:lnTo>
                  <a:lnTo>
                    <a:pt x="11662" y="7222"/>
                  </a:lnTo>
                  <a:lnTo>
                    <a:pt x="11507" y="7415"/>
                  </a:lnTo>
                  <a:lnTo>
                    <a:pt x="11392" y="7531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276" y="7994"/>
                  </a:lnTo>
                  <a:lnTo>
                    <a:pt x="11314" y="8148"/>
                  </a:lnTo>
                  <a:lnTo>
                    <a:pt x="11353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30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4"/>
                  </a:lnTo>
                  <a:lnTo>
                    <a:pt x="10619" y="10311"/>
                  </a:lnTo>
                  <a:lnTo>
                    <a:pt x="10426" y="10427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6"/>
                  </a:lnTo>
                  <a:lnTo>
                    <a:pt x="10040" y="11238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4" y="11740"/>
                  </a:lnTo>
                  <a:lnTo>
                    <a:pt x="9693" y="11855"/>
                  </a:lnTo>
                  <a:lnTo>
                    <a:pt x="9499" y="12010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9"/>
                  </a:lnTo>
                  <a:lnTo>
                    <a:pt x="9306" y="12473"/>
                  </a:lnTo>
                  <a:lnTo>
                    <a:pt x="9191" y="12396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5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3" y="12435"/>
                  </a:lnTo>
                  <a:lnTo>
                    <a:pt x="7878" y="12319"/>
                  </a:lnTo>
                  <a:lnTo>
                    <a:pt x="7723" y="12242"/>
                  </a:lnTo>
                  <a:lnTo>
                    <a:pt x="7492" y="12164"/>
                  </a:lnTo>
                  <a:lnTo>
                    <a:pt x="7221" y="12203"/>
                  </a:lnTo>
                  <a:lnTo>
                    <a:pt x="6990" y="12280"/>
                  </a:lnTo>
                  <a:lnTo>
                    <a:pt x="6796" y="12435"/>
                  </a:lnTo>
                  <a:lnTo>
                    <a:pt x="6796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431"/>
                  </a:lnTo>
                  <a:lnTo>
                    <a:pt x="6372" y="11315"/>
                  </a:lnTo>
                  <a:lnTo>
                    <a:pt x="6217" y="11199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8"/>
                  </a:lnTo>
                  <a:lnTo>
                    <a:pt x="5522" y="10967"/>
                  </a:lnTo>
                  <a:lnTo>
                    <a:pt x="5445" y="10736"/>
                  </a:lnTo>
                  <a:lnTo>
                    <a:pt x="5329" y="10504"/>
                  </a:lnTo>
                  <a:lnTo>
                    <a:pt x="5213" y="10427"/>
                  </a:lnTo>
                  <a:lnTo>
                    <a:pt x="5097" y="10388"/>
                  </a:lnTo>
                  <a:lnTo>
                    <a:pt x="4943" y="10311"/>
                  </a:lnTo>
                  <a:lnTo>
                    <a:pt x="4827" y="10311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500"/>
                  </a:lnTo>
                  <a:lnTo>
                    <a:pt x="3900" y="9461"/>
                  </a:lnTo>
                  <a:lnTo>
                    <a:pt x="3746" y="9423"/>
                  </a:lnTo>
                  <a:lnTo>
                    <a:pt x="3591" y="9423"/>
                  </a:lnTo>
                  <a:lnTo>
                    <a:pt x="3398" y="9461"/>
                  </a:lnTo>
                  <a:lnTo>
                    <a:pt x="3282" y="9538"/>
                  </a:lnTo>
                  <a:lnTo>
                    <a:pt x="3128" y="9616"/>
                  </a:lnTo>
                  <a:lnTo>
                    <a:pt x="3012" y="9770"/>
                  </a:lnTo>
                  <a:lnTo>
                    <a:pt x="2974" y="9616"/>
                  </a:lnTo>
                  <a:lnTo>
                    <a:pt x="2896" y="9461"/>
                  </a:lnTo>
                  <a:lnTo>
                    <a:pt x="2780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2"/>
                  </a:lnTo>
                  <a:lnTo>
                    <a:pt x="1352" y="9925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1"/>
                  </a:lnTo>
                  <a:lnTo>
                    <a:pt x="386" y="10427"/>
                  </a:lnTo>
                  <a:lnTo>
                    <a:pt x="271" y="10581"/>
                  </a:lnTo>
                  <a:lnTo>
                    <a:pt x="116" y="10890"/>
                  </a:lnTo>
                  <a:lnTo>
                    <a:pt x="0" y="11238"/>
                  </a:lnTo>
                  <a:lnTo>
                    <a:pt x="0" y="11585"/>
                  </a:lnTo>
                  <a:lnTo>
                    <a:pt x="77" y="11933"/>
                  </a:lnTo>
                  <a:lnTo>
                    <a:pt x="193" y="12242"/>
                  </a:lnTo>
                  <a:lnTo>
                    <a:pt x="386" y="12550"/>
                  </a:lnTo>
                  <a:lnTo>
                    <a:pt x="618" y="12821"/>
                  </a:lnTo>
                  <a:lnTo>
                    <a:pt x="811" y="12937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30"/>
                  </a:lnTo>
                  <a:lnTo>
                    <a:pt x="1738" y="13168"/>
                  </a:lnTo>
                  <a:lnTo>
                    <a:pt x="2085" y="13130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2"/>
                  </a:lnTo>
                  <a:lnTo>
                    <a:pt x="3591" y="12010"/>
                  </a:lnTo>
                  <a:lnTo>
                    <a:pt x="3553" y="11933"/>
                  </a:lnTo>
                  <a:lnTo>
                    <a:pt x="3514" y="11817"/>
                  </a:lnTo>
                  <a:lnTo>
                    <a:pt x="3437" y="11778"/>
                  </a:lnTo>
                  <a:lnTo>
                    <a:pt x="3321" y="11740"/>
                  </a:lnTo>
                  <a:lnTo>
                    <a:pt x="3282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2"/>
                  </a:lnTo>
                  <a:lnTo>
                    <a:pt x="2587" y="12435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94"/>
                  </a:lnTo>
                  <a:lnTo>
                    <a:pt x="502" y="11740"/>
                  </a:lnTo>
                  <a:lnTo>
                    <a:pt x="502" y="11546"/>
                  </a:lnTo>
                  <a:lnTo>
                    <a:pt x="502" y="11392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8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7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9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5" y="13439"/>
                  </a:lnTo>
                  <a:lnTo>
                    <a:pt x="7530" y="13593"/>
                  </a:lnTo>
                  <a:lnTo>
                    <a:pt x="7993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9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6"/>
                  </a:lnTo>
                  <a:lnTo>
                    <a:pt x="11314" y="11740"/>
                  </a:lnTo>
                  <a:lnTo>
                    <a:pt x="11507" y="11238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5" y="9114"/>
                  </a:lnTo>
                  <a:lnTo>
                    <a:pt x="12357" y="8612"/>
                  </a:lnTo>
                  <a:lnTo>
                    <a:pt x="12589" y="8110"/>
                  </a:lnTo>
                  <a:lnTo>
                    <a:pt x="12936" y="7646"/>
                  </a:lnTo>
                  <a:lnTo>
                    <a:pt x="13284" y="7299"/>
                  </a:lnTo>
                  <a:lnTo>
                    <a:pt x="13631" y="6990"/>
                  </a:lnTo>
                  <a:lnTo>
                    <a:pt x="14017" y="6720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2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29" y="7492"/>
                  </a:lnTo>
                  <a:lnTo>
                    <a:pt x="21316" y="7646"/>
                  </a:lnTo>
                  <a:lnTo>
                    <a:pt x="21740" y="7724"/>
                  </a:lnTo>
                  <a:lnTo>
                    <a:pt x="22165" y="7762"/>
                  </a:lnTo>
                  <a:lnTo>
                    <a:pt x="22590" y="7724"/>
                  </a:lnTo>
                  <a:lnTo>
                    <a:pt x="22976" y="7646"/>
                  </a:lnTo>
                  <a:lnTo>
                    <a:pt x="23362" y="7531"/>
                  </a:lnTo>
                  <a:lnTo>
                    <a:pt x="23710" y="7299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5"/>
                  </a:lnTo>
                  <a:lnTo>
                    <a:pt x="24752" y="5909"/>
                  </a:lnTo>
                  <a:lnTo>
                    <a:pt x="24868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10"/>
                  </a:lnTo>
                  <a:lnTo>
                    <a:pt x="24945" y="3746"/>
                  </a:lnTo>
                  <a:lnTo>
                    <a:pt x="24868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3" y="1970"/>
                  </a:lnTo>
                  <a:lnTo>
                    <a:pt x="24250" y="1584"/>
                  </a:lnTo>
                  <a:lnTo>
                    <a:pt x="24057" y="1198"/>
                  </a:lnTo>
                  <a:lnTo>
                    <a:pt x="23787" y="812"/>
                  </a:lnTo>
                  <a:lnTo>
                    <a:pt x="23941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8"/>
                  </a:lnTo>
                  <a:lnTo>
                    <a:pt x="230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20"/>
            <p:cNvSpPr/>
            <p:nvPr/>
          </p:nvSpPr>
          <p:spPr>
            <a:xfrm>
              <a:off x="1648525" y="2901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5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8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5" y="7299"/>
                  </a:lnTo>
                  <a:lnTo>
                    <a:pt x="14713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4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4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5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7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20"/>
            <p:cNvSpPr/>
            <p:nvPr/>
          </p:nvSpPr>
          <p:spPr>
            <a:xfrm>
              <a:off x="7229325" y="290815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6"/>
                  </a:lnTo>
                  <a:lnTo>
                    <a:pt x="3785" y="619"/>
                  </a:lnTo>
                  <a:lnTo>
                    <a:pt x="4094" y="889"/>
                  </a:lnTo>
                  <a:lnTo>
                    <a:pt x="4364" y="1121"/>
                  </a:lnTo>
                  <a:lnTo>
                    <a:pt x="4635" y="1430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4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23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3" y="5214"/>
                  </a:lnTo>
                  <a:lnTo>
                    <a:pt x="5446" y="5600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7"/>
                  </a:lnTo>
                  <a:lnTo>
                    <a:pt x="4210" y="8033"/>
                  </a:lnTo>
                  <a:lnTo>
                    <a:pt x="3940" y="8380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9" y="10041"/>
                  </a:lnTo>
                  <a:lnTo>
                    <a:pt x="1314" y="10234"/>
                  </a:lnTo>
                  <a:lnTo>
                    <a:pt x="889" y="10388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5"/>
                  </a:lnTo>
                  <a:lnTo>
                    <a:pt x="4828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1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4" y="2434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4"/>
                  </a:lnTo>
                  <a:lnTo>
                    <a:pt x="4905" y="1005"/>
                  </a:lnTo>
                  <a:lnTo>
                    <a:pt x="4596" y="696"/>
                  </a:lnTo>
                  <a:lnTo>
                    <a:pt x="4287" y="426"/>
                  </a:lnTo>
                  <a:lnTo>
                    <a:pt x="3940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20"/>
            <p:cNvSpPr/>
            <p:nvPr/>
          </p:nvSpPr>
          <p:spPr>
            <a:xfrm>
              <a:off x="1734450" y="2911050"/>
              <a:ext cx="35725" cy="29000"/>
            </a:xfrm>
            <a:custGeom>
              <a:avLst/>
              <a:gdLst/>
              <a:ahLst/>
              <a:cxnLst/>
              <a:rect l="l" t="t" r="r" b="b"/>
              <a:pathLst>
                <a:path w="1429" h="1160" extrusionOk="0">
                  <a:moveTo>
                    <a:pt x="502" y="1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7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2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5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3"/>
                  </a:lnTo>
                  <a:lnTo>
                    <a:pt x="425" y="580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772" y="387"/>
                  </a:lnTo>
                  <a:lnTo>
                    <a:pt x="850" y="425"/>
                  </a:lnTo>
                  <a:lnTo>
                    <a:pt x="965" y="580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5" y="927"/>
                  </a:lnTo>
                  <a:lnTo>
                    <a:pt x="965" y="1005"/>
                  </a:lnTo>
                  <a:lnTo>
                    <a:pt x="965" y="1082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4" y="1120"/>
                  </a:lnTo>
                  <a:lnTo>
                    <a:pt x="1313" y="1082"/>
                  </a:lnTo>
                  <a:lnTo>
                    <a:pt x="1390" y="889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4"/>
                  </a:lnTo>
                  <a:lnTo>
                    <a:pt x="1043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20"/>
            <p:cNvSpPr/>
            <p:nvPr/>
          </p:nvSpPr>
          <p:spPr>
            <a:xfrm>
              <a:off x="6320925" y="2913950"/>
              <a:ext cx="315700" cy="477875"/>
            </a:xfrm>
            <a:custGeom>
              <a:avLst/>
              <a:gdLst/>
              <a:ahLst/>
              <a:cxnLst/>
              <a:rect l="l" t="t" r="r" b="b"/>
              <a:pathLst>
                <a:path w="12628" h="19115" extrusionOk="0">
                  <a:moveTo>
                    <a:pt x="1004" y="618"/>
                  </a:moveTo>
                  <a:lnTo>
                    <a:pt x="1661" y="850"/>
                  </a:lnTo>
                  <a:lnTo>
                    <a:pt x="2317" y="1120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2"/>
                  </a:lnTo>
                  <a:lnTo>
                    <a:pt x="4016" y="2819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7"/>
                  </a:lnTo>
                  <a:lnTo>
                    <a:pt x="9345" y="15137"/>
                  </a:lnTo>
                  <a:lnTo>
                    <a:pt x="8920" y="15369"/>
                  </a:lnTo>
                  <a:lnTo>
                    <a:pt x="7955" y="13516"/>
                  </a:lnTo>
                  <a:lnTo>
                    <a:pt x="6990" y="11662"/>
                  </a:lnTo>
                  <a:lnTo>
                    <a:pt x="5020" y="7955"/>
                  </a:lnTo>
                  <a:lnTo>
                    <a:pt x="3012" y="4287"/>
                  </a:lnTo>
                  <a:lnTo>
                    <a:pt x="1004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19" y="11739"/>
                  </a:lnTo>
                  <a:lnTo>
                    <a:pt x="7762" y="13593"/>
                  </a:lnTo>
                  <a:lnTo>
                    <a:pt x="8804" y="15446"/>
                  </a:lnTo>
                  <a:lnTo>
                    <a:pt x="8650" y="15524"/>
                  </a:lnTo>
                  <a:lnTo>
                    <a:pt x="7414" y="13747"/>
                  </a:lnTo>
                  <a:lnTo>
                    <a:pt x="6179" y="12010"/>
                  </a:lnTo>
                  <a:lnTo>
                    <a:pt x="3591" y="8534"/>
                  </a:lnTo>
                  <a:lnTo>
                    <a:pt x="2317" y="6758"/>
                  </a:lnTo>
                  <a:lnTo>
                    <a:pt x="1004" y="4943"/>
                  </a:lnTo>
                  <a:lnTo>
                    <a:pt x="850" y="4711"/>
                  </a:lnTo>
                  <a:lnTo>
                    <a:pt x="734" y="4480"/>
                  </a:lnTo>
                  <a:lnTo>
                    <a:pt x="618" y="4209"/>
                  </a:lnTo>
                  <a:lnTo>
                    <a:pt x="541" y="3939"/>
                  </a:lnTo>
                  <a:lnTo>
                    <a:pt x="464" y="3399"/>
                  </a:lnTo>
                  <a:lnTo>
                    <a:pt x="425" y="2819"/>
                  </a:lnTo>
                  <a:lnTo>
                    <a:pt x="464" y="2240"/>
                  </a:lnTo>
                  <a:lnTo>
                    <a:pt x="502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2" y="12357"/>
                  </a:lnTo>
                  <a:lnTo>
                    <a:pt x="11816" y="12434"/>
                  </a:lnTo>
                  <a:lnTo>
                    <a:pt x="12164" y="12859"/>
                  </a:lnTo>
                  <a:lnTo>
                    <a:pt x="12241" y="13052"/>
                  </a:lnTo>
                  <a:lnTo>
                    <a:pt x="12280" y="13245"/>
                  </a:lnTo>
                  <a:lnTo>
                    <a:pt x="12241" y="13438"/>
                  </a:lnTo>
                  <a:lnTo>
                    <a:pt x="12203" y="13631"/>
                  </a:lnTo>
                  <a:lnTo>
                    <a:pt x="12048" y="14018"/>
                  </a:lnTo>
                  <a:lnTo>
                    <a:pt x="11855" y="14365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1"/>
                  </a:lnTo>
                  <a:lnTo>
                    <a:pt x="10156" y="15871"/>
                  </a:lnTo>
                  <a:lnTo>
                    <a:pt x="10117" y="15987"/>
                  </a:lnTo>
                  <a:lnTo>
                    <a:pt x="9770" y="16180"/>
                  </a:lnTo>
                  <a:lnTo>
                    <a:pt x="9113" y="16605"/>
                  </a:lnTo>
                  <a:lnTo>
                    <a:pt x="8457" y="16952"/>
                  </a:lnTo>
                  <a:lnTo>
                    <a:pt x="7723" y="17261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4" y="17647"/>
                  </a:lnTo>
                  <a:lnTo>
                    <a:pt x="5754" y="17647"/>
                  </a:lnTo>
                  <a:lnTo>
                    <a:pt x="5561" y="17570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7" y="17184"/>
                  </a:lnTo>
                  <a:lnTo>
                    <a:pt x="4982" y="16875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4"/>
                  </a:lnTo>
                  <a:lnTo>
                    <a:pt x="5175" y="15948"/>
                  </a:lnTo>
                  <a:lnTo>
                    <a:pt x="5291" y="15833"/>
                  </a:lnTo>
                  <a:lnTo>
                    <a:pt x="5406" y="15755"/>
                  </a:lnTo>
                  <a:lnTo>
                    <a:pt x="5522" y="15717"/>
                  </a:lnTo>
                  <a:lnTo>
                    <a:pt x="5638" y="15755"/>
                  </a:lnTo>
                  <a:lnTo>
                    <a:pt x="5793" y="15833"/>
                  </a:lnTo>
                  <a:lnTo>
                    <a:pt x="5947" y="15948"/>
                  </a:lnTo>
                  <a:lnTo>
                    <a:pt x="6063" y="16141"/>
                  </a:lnTo>
                  <a:lnTo>
                    <a:pt x="6256" y="16373"/>
                  </a:lnTo>
                  <a:lnTo>
                    <a:pt x="6101" y="16412"/>
                  </a:lnTo>
                  <a:lnTo>
                    <a:pt x="6024" y="16450"/>
                  </a:lnTo>
                  <a:lnTo>
                    <a:pt x="6024" y="16566"/>
                  </a:lnTo>
                  <a:lnTo>
                    <a:pt x="6063" y="16643"/>
                  </a:lnTo>
                  <a:lnTo>
                    <a:pt x="6140" y="16643"/>
                  </a:lnTo>
                  <a:lnTo>
                    <a:pt x="6912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29" y="15717"/>
                  </a:lnTo>
                  <a:lnTo>
                    <a:pt x="9615" y="15485"/>
                  </a:lnTo>
                  <a:lnTo>
                    <a:pt x="9963" y="15253"/>
                  </a:lnTo>
                  <a:lnTo>
                    <a:pt x="10272" y="15022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1" y="14172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8"/>
                  </a:lnTo>
                  <a:lnTo>
                    <a:pt x="11546" y="13361"/>
                  </a:lnTo>
                  <a:lnTo>
                    <a:pt x="11508" y="13284"/>
                  </a:lnTo>
                  <a:lnTo>
                    <a:pt x="11430" y="13245"/>
                  </a:lnTo>
                  <a:lnTo>
                    <a:pt x="11237" y="13245"/>
                  </a:lnTo>
                  <a:lnTo>
                    <a:pt x="11160" y="13323"/>
                  </a:lnTo>
                  <a:lnTo>
                    <a:pt x="10967" y="13670"/>
                  </a:lnTo>
                  <a:lnTo>
                    <a:pt x="10774" y="13554"/>
                  </a:lnTo>
                  <a:lnTo>
                    <a:pt x="10658" y="13438"/>
                  </a:lnTo>
                  <a:lnTo>
                    <a:pt x="10619" y="13284"/>
                  </a:lnTo>
                  <a:lnTo>
                    <a:pt x="10581" y="13168"/>
                  </a:lnTo>
                  <a:lnTo>
                    <a:pt x="10619" y="13014"/>
                  </a:lnTo>
                  <a:lnTo>
                    <a:pt x="10658" y="12859"/>
                  </a:lnTo>
                  <a:lnTo>
                    <a:pt x="10851" y="12627"/>
                  </a:lnTo>
                  <a:lnTo>
                    <a:pt x="10928" y="12473"/>
                  </a:lnTo>
                  <a:lnTo>
                    <a:pt x="11044" y="12357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0"/>
                  </a:moveTo>
                  <a:lnTo>
                    <a:pt x="348" y="39"/>
                  </a:lnTo>
                  <a:lnTo>
                    <a:pt x="271" y="116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2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5"/>
                  </a:lnTo>
                  <a:lnTo>
                    <a:pt x="232" y="4518"/>
                  </a:lnTo>
                  <a:lnTo>
                    <a:pt x="348" y="4750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5"/>
                  </a:lnTo>
                  <a:lnTo>
                    <a:pt x="5445" y="11817"/>
                  </a:lnTo>
                  <a:lnTo>
                    <a:pt x="6874" y="13747"/>
                  </a:lnTo>
                  <a:lnTo>
                    <a:pt x="8341" y="15639"/>
                  </a:lnTo>
                  <a:lnTo>
                    <a:pt x="7492" y="15987"/>
                  </a:lnTo>
                  <a:lnTo>
                    <a:pt x="6642" y="16257"/>
                  </a:lnTo>
                  <a:lnTo>
                    <a:pt x="6642" y="16257"/>
                  </a:lnTo>
                  <a:lnTo>
                    <a:pt x="6681" y="16103"/>
                  </a:lnTo>
                  <a:lnTo>
                    <a:pt x="6681" y="15948"/>
                  </a:lnTo>
                  <a:lnTo>
                    <a:pt x="6642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3" y="15369"/>
                  </a:lnTo>
                  <a:lnTo>
                    <a:pt x="6179" y="15292"/>
                  </a:lnTo>
                  <a:lnTo>
                    <a:pt x="6024" y="15253"/>
                  </a:lnTo>
                  <a:lnTo>
                    <a:pt x="5715" y="15253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5" y="16296"/>
                  </a:lnTo>
                  <a:lnTo>
                    <a:pt x="4595" y="16566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7" y="17725"/>
                  </a:lnTo>
                  <a:lnTo>
                    <a:pt x="5368" y="17840"/>
                  </a:lnTo>
                  <a:lnTo>
                    <a:pt x="5677" y="17918"/>
                  </a:lnTo>
                  <a:lnTo>
                    <a:pt x="6024" y="17956"/>
                  </a:lnTo>
                  <a:lnTo>
                    <a:pt x="6372" y="17918"/>
                  </a:lnTo>
                  <a:lnTo>
                    <a:pt x="6719" y="17840"/>
                  </a:lnTo>
                  <a:lnTo>
                    <a:pt x="7105" y="17763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2"/>
                  </a:lnTo>
                  <a:lnTo>
                    <a:pt x="9229" y="16875"/>
                  </a:lnTo>
                  <a:lnTo>
                    <a:pt x="9461" y="16759"/>
                  </a:lnTo>
                  <a:lnTo>
                    <a:pt x="10233" y="16257"/>
                  </a:lnTo>
                  <a:lnTo>
                    <a:pt x="10812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3"/>
                  </a:lnTo>
                  <a:lnTo>
                    <a:pt x="11816" y="18149"/>
                  </a:lnTo>
                  <a:lnTo>
                    <a:pt x="11392" y="17454"/>
                  </a:lnTo>
                  <a:lnTo>
                    <a:pt x="10928" y="16759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3"/>
                  </a:lnTo>
                  <a:lnTo>
                    <a:pt x="11894" y="14790"/>
                  </a:lnTo>
                  <a:lnTo>
                    <a:pt x="12125" y="14558"/>
                  </a:lnTo>
                  <a:lnTo>
                    <a:pt x="12280" y="14288"/>
                  </a:lnTo>
                  <a:lnTo>
                    <a:pt x="12434" y="14056"/>
                  </a:lnTo>
                  <a:lnTo>
                    <a:pt x="12511" y="13786"/>
                  </a:lnTo>
                  <a:lnTo>
                    <a:pt x="12589" y="13554"/>
                  </a:lnTo>
                  <a:lnTo>
                    <a:pt x="12627" y="13284"/>
                  </a:lnTo>
                  <a:lnTo>
                    <a:pt x="12589" y="13052"/>
                  </a:lnTo>
                  <a:lnTo>
                    <a:pt x="12511" y="12821"/>
                  </a:lnTo>
                  <a:lnTo>
                    <a:pt x="12357" y="12589"/>
                  </a:lnTo>
                  <a:lnTo>
                    <a:pt x="12164" y="12357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8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0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0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19" y="13786"/>
                  </a:lnTo>
                  <a:lnTo>
                    <a:pt x="10812" y="13902"/>
                  </a:lnTo>
                  <a:lnTo>
                    <a:pt x="10504" y="14249"/>
                  </a:lnTo>
                  <a:lnTo>
                    <a:pt x="10156" y="14597"/>
                  </a:lnTo>
                  <a:lnTo>
                    <a:pt x="9770" y="14867"/>
                  </a:lnTo>
                  <a:lnTo>
                    <a:pt x="9430" y="15083"/>
                  </a:lnTo>
                  <a:lnTo>
                    <a:pt x="9461" y="15022"/>
                  </a:lnTo>
                  <a:lnTo>
                    <a:pt x="9500" y="14944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8"/>
                  </a:lnTo>
                  <a:lnTo>
                    <a:pt x="3823" y="1545"/>
                  </a:lnTo>
                  <a:lnTo>
                    <a:pt x="3514" y="1236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0" y="232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20"/>
            <p:cNvSpPr/>
            <p:nvPr/>
          </p:nvSpPr>
          <p:spPr>
            <a:xfrm>
              <a:off x="1681350" y="2914925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5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4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4" y="463"/>
                  </a:lnTo>
                  <a:lnTo>
                    <a:pt x="541" y="386"/>
                  </a:lnTo>
                  <a:lnTo>
                    <a:pt x="773" y="386"/>
                  </a:lnTo>
                  <a:lnTo>
                    <a:pt x="850" y="463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5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20"/>
            <p:cNvSpPr/>
            <p:nvPr/>
          </p:nvSpPr>
          <p:spPr>
            <a:xfrm>
              <a:off x="3785850" y="2943875"/>
              <a:ext cx="199850" cy="231725"/>
            </a:xfrm>
            <a:custGeom>
              <a:avLst/>
              <a:gdLst/>
              <a:ahLst/>
              <a:cxnLst/>
              <a:rect l="l" t="t" r="r" b="b"/>
              <a:pathLst>
                <a:path w="7994" h="9269" extrusionOk="0">
                  <a:moveTo>
                    <a:pt x="2163" y="1"/>
                  </a:moveTo>
                  <a:lnTo>
                    <a:pt x="2009" y="39"/>
                  </a:lnTo>
                  <a:lnTo>
                    <a:pt x="1854" y="78"/>
                  </a:lnTo>
                  <a:lnTo>
                    <a:pt x="1700" y="194"/>
                  </a:lnTo>
                  <a:lnTo>
                    <a:pt x="1429" y="425"/>
                  </a:lnTo>
                  <a:lnTo>
                    <a:pt x="1159" y="734"/>
                  </a:lnTo>
                  <a:lnTo>
                    <a:pt x="966" y="1005"/>
                  </a:lnTo>
                  <a:lnTo>
                    <a:pt x="696" y="1391"/>
                  </a:lnTo>
                  <a:lnTo>
                    <a:pt x="503" y="1777"/>
                  </a:lnTo>
                  <a:lnTo>
                    <a:pt x="310" y="2163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1" y="3514"/>
                  </a:lnTo>
                  <a:lnTo>
                    <a:pt x="1" y="3978"/>
                  </a:lnTo>
                  <a:lnTo>
                    <a:pt x="39" y="4441"/>
                  </a:lnTo>
                  <a:lnTo>
                    <a:pt x="155" y="4905"/>
                  </a:lnTo>
                  <a:lnTo>
                    <a:pt x="271" y="5368"/>
                  </a:lnTo>
                  <a:lnTo>
                    <a:pt x="464" y="5793"/>
                  </a:lnTo>
                  <a:lnTo>
                    <a:pt x="696" y="6218"/>
                  </a:lnTo>
                  <a:lnTo>
                    <a:pt x="1005" y="6179"/>
                  </a:lnTo>
                  <a:lnTo>
                    <a:pt x="850" y="5870"/>
                  </a:lnTo>
                  <a:lnTo>
                    <a:pt x="734" y="5522"/>
                  </a:lnTo>
                  <a:lnTo>
                    <a:pt x="618" y="5175"/>
                  </a:lnTo>
                  <a:lnTo>
                    <a:pt x="541" y="4789"/>
                  </a:lnTo>
                  <a:lnTo>
                    <a:pt x="503" y="4441"/>
                  </a:lnTo>
                  <a:lnTo>
                    <a:pt x="464" y="4055"/>
                  </a:lnTo>
                  <a:lnTo>
                    <a:pt x="464" y="3708"/>
                  </a:lnTo>
                  <a:lnTo>
                    <a:pt x="464" y="3360"/>
                  </a:lnTo>
                  <a:lnTo>
                    <a:pt x="503" y="2974"/>
                  </a:lnTo>
                  <a:lnTo>
                    <a:pt x="580" y="2626"/>
                  </a:lnTo>
                  <a:lnTo>
                    <a:pt x="696" y="2279"/>
                  </a:lnTo>
                  <a:lnTo>
                    <a:pt x="850" y="1931"/>
                  </a:lnTo>
                  <a:lnTo>
                    <a:pt x="1005" y="1622"/>
                  </a:lnTo>
                  <a:lnTo>
                    <a:pt x="1236" y="1313"/>
                  </a:lnTo>
                  <a:lnTo>
                    <a:pt x="1468" y="1043"/>
                  </a:lnTo>
                  <a:lnTo>
                    <a:pt x="1738" y="773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503"/>
                  </a:lnTo>
                  <a:lnTo>
                    <a:pt x="2279" y="618"/>
                  </a:lnTo>
                  <a:lnTo>
                    <a:pt x="2395" y="850"/>
                  </a:lnTo>
                  <a:lnTo>
                    <a:pt x="2588" y="1236"/>
                  </a:lnTo>
                  <a:lnTo>
                    <a:pt x="2742" y="1584"/>
                  </a:lnTo>
                  <a:lnTo>
                    <a:pt x="2858" y="1970"/>
                  </a:lnTo>
                  <a:lnTo>
                    <a:pt x="2974" y="2356"/>
                  </a:lnTo>
                  <a:lnTo>
                    <a:pt x="3051" y="2742"/>
                  </a:lnTo>
                  <a:lnTo>
                    <a:pt x="3090" y="3090"/>
                  </a:lnTo>
                  <a:lnTo>
                    <a:pt x="3090" y="3476"/>
                  </a:lnTo>
                  <a:lnTo>
                    <a:pt x="3051" y="3823"/>
                  </a:lnTo>
                  <a:lnTo>
                    <a:pt x="2974" y="4171"/>
                  </a:lnTo>
                  <a:lnTo>
                    <a:pt x="2897" y="4480"/>
                  </a:lnTo>
                  <a:lnTo>
                    <a:pt x="2742" y="4827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61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56" y="5793"/>
                  </a:lnTo>
                  <a:lnTo>
                    <a:pt x="2395" y="5831"/>
                  </a:lnTo>
                  <a:lnTo>
                    <a:pt x="2433" y="5793"/>
                  </a:lnTo>
                  <a:lnTo>
                    <a:pt x="2626" y="5754"/>
                  </a:lnTo>
                  <a:lnTo>
                    <a:pt x="2781" y="5716"/>
                  </a:lnTo>
                  <a:lnTo>
                    <a:pt x="3167" y="5677"/>
                  </a:lnTo>
                  <a:lnTo>
                    <a:pt x="3592" y="5716"/>
                  </a:lnTo>
                  <a:lnTo>
                    <a:pt x="4017" y="5831"/>
                  </a:lnTo>
                  <a:lnTo>
                    <a:pt x="4441" y="5947"/>
                  </a:lnTo>
                  <a:lnTo>
                    <a:pt x="4827" y="6102"/>
                  </a:lnTo>
                  <a:lnTo>
                    <a:pt x="5214" y="6295"/>
                  </a:lnTo>
                  <a:lnTo>
                    <a:pt x="5523" y="6449"/>
                  </a:lnTo>
                  <a:lnTo>
                    <a:pt x="5831" y="6642"/>
                  </a:lnTo>
                  <a:lnTo>
                    <a:pt x="6140" y="6874"/>
                  </a:lnTo>
                  <a:lnTo>
                    <a:pt x="6411" y="7106"/>
                  </a:lnTo>
                  <a:lnTo>
                    <a:pt x="6681" y="7337"/>
                  </a:lnTo>
                  <a:lnTo>
                    <a:pt x="6913" y="7646"/>
                  </a:lnTo>
                  <a:lnTo>
                    <a:pt x="7144" y="7917"/>
                  </a:lnTo>
                  <a:lnTo>
                    <a:pt x="7337" y="8225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56" y="8805"/>
                  </a:lnTo>
                  <a:lnTo>
                    <a:pt x="5870" y="8843"/>
                  </a:lnTo>
                  <a:lnTo>
                    <a:pt x="5445" y="8805"/>
                  </a:lnTo>
                  <a:lnTo>
                    <a:pt x="5059" y="8766"/>
                  </a:lnTo>
                  <a:lnTo>
                    <a:pt x="4634" y="8650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33" y="7106"/>
                  </a:lnTo>
                  <a:lnTo>
                    <a:pt x="1931" y="6604"/>
                  </a:lnTo>
                  <a:lnTo>
                    <a:pt x="1854" y="6526"/>
                  </a:lnTo>
                  <a:lnTo>
                    <a:pt x="1777" y="6526"/>
                  </a:lnTo>
                  <a:lnTo>
                    <a:pt x="1661" y="6565"/>
                  </a:lnTo>
                  <a:lnTo>
                    <a:pt x="1622" y="6565"/>
                  </a:lnTo>
                  <a:lnTo>
                    <a:pt x="1584" y="6604"/>
                  </a:lnTo>
                  <a:lnTo>
                    <a:pt x="1429" y="6874"/>
                  </a:lnTo>
                  <a:lnTo>
                    <a:pt x="1622" y="6913"/>
                  </a:lnTo>
                  <a:lnTo>
                    <a:pt x="2240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592" y="8573"/>
                  </a:lnTo>
                  <a:lnTo>
                    <a:pt x="3978" y="8805"/>
                  </a:lnTo>
                  <a:lnTo>
                    <a:pt x="4364" y="8998"/>
                  </a:lnTo>
                  <a:lnTo>
                    <a:pt x="4789" y="9152"/>
                  </a:lnTo>
                  <a:lnTo>
                    <a:pt x="5252" y="9229"/>
                  </a:lnTo>
                  <a:lnTo>
                    <a:pt x="5677" y="9268"/>
                  </a:lnTo>
                  <a:lnTo>
                    <a:pt x="6102" y="9229"/>
                  </a:lnTo>
                  <a:lnTo>
                    <a:pt x="6565" y="9191"/>
                  </a:lnTo>
                  <a:lnTo>
                    <a:pt x="6990" y="9114"/>
                  </a:lnTo>
                  <a:lnTo>
                    <a:pt x="7878" y="8882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7994" y="8650"/>
                  </a:lnTo>
                  <a:lnTo>
                    <a:pt x="7994" y="8573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183" y="7299"/>
                  </a:lnTo>
                  <a:lnTo>
                    <a:pt x="6874" y="6951"/>
                  </a:lnTo>
                  <a:lnTo>
                    <a:pt x="6488" y="6604"/>
                  </a:lnTo>
                  <a:lnTo>
                    <a:pt x="6102" y="6295"/>
                  </a:lnTo>
                  <a:lnTo>
                    <a:pt x="5677" y="6063"/>
                  </a:lnTo>
                  <a:lnTo>
                    <a:pt x="5252" y="5831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01" y="5368"/>
                  </a:lnTo>
                  <a:lnTo>
                    <a:pt x="3592" y="5329"/>
                  </a:lnTo>
                  <a:lnTo>
                    <a:pt x="3283" y="5291"/>
                  </a:lnTo>
                  <a:lnTo>
                    <a:pt x="2974" y="5291"/>
                  </a:lnTo>
                  <a:lnTo>
                    <a:pt x="3167" y="4982"/>
                  </a:lnTo>
                  <a:lnTo>
                    <a:pt x="3283" y="4673"/>
                  </a:lnTo>
                  <a:lnTo>
                    <a:pt x="3399" y="4325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44"/>
                  </a:lnTo>
                  <a:lnTo>
                    <a:pt x="3476" y="2858"/>
                  </a:lnTo>
                  <a:lnTo>
                    <a:pt x="3437" y="2510"/>
                  </a:lnTo>
                  <a:lnTo>
                    <a:pt x="3322" y="1970"/>
                  </a:lnTo>
                  <a:lnTo>
                    <a:pt x="3128" y="1468"/>
                  </a:lnTo>
                  <a:lnTo>
                    <a:pt x="2935" y="1005"/>
                  </a:lnTo>
                  <a:lnTo>
                    <a:pt x="2704" y="503"/>
                  </a:lnTo>
                  <a:lnTo>
                    <a:pt x="2588" y="309"/>
                  </a:lnTo>
                  <a:lnTo>
                    <a:pt x="2433" y="116"/>
                  </a:lnTo>
                  <a:lnTo>
                    <a:pt x="2356" y="78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20"/>
            <p:cNvSpPr/>
            <p:nvPr/>
          </p:nvSpPr>
          <p:spPr>
            <a:xfrm>
              <a:off x="1264300" y="2944850"/>
              <a:ext cx="455675" cy="657425"/>
            </a:xfrm>
            <a:custGeom>
              <a:avLst/>
              <a:gdLst/>
              <a:ahLst/>
              <a:cxnLst/>
              <a:rect l="l" t="t" r="r" b="b"/>
              <a:pathLst>
                <a:path w="18227" h="26297" extrusionOk="0">
                  <a:moveTo>
                    <a:pt x="310" y="348"/>
                  </a:moveTo>
                  <a:lnTo>
                    <a:pt x="425" y="386"/>
                  </a:lnTo>
                  <a:lnTo>
                    <a:pt x="1700" y="1429"/>
                  </a:lnTo>
                  <a:lnTo>
                    <a:pt x="2974" y="2510"/>
                  </a:lnTo>
                  <a:lnTo>
                    <a:pt x="4210" y="3591"/>
                  </a:lnTo>
                  <a:lnTo>
                    <a:pt x="5445" y="4673"/>
                  </a:lnTo>
                  <a:lnTo>
                    <a:pt x="5098" y="5290"/>
                  </a:lnTo>
                  <a:lnTo>
                    <a:pt x="4943" y="5599"/>
                  </a:lnTo>
                  <a:lnTo>
                    <a:pt x="4712" y="5831"/>
                  </a:lnTo>
                  <a:lnTo>
                    <a:pt x="4519" y="6101"/>
                  </a:lnTo>
                  <a:lnTo>
                    <a:pt x="4248" y="6294"/>
                  </a:lnTo>
                  <a:lnTo>
                    <a:pt x="3978" y="6526"/>
                  </a:lnTo>
                  <a:lnTo>
                    <a:pt x="3669" y="6680"/>
                  </a:lnTo>
                  <a:lnTo>
                    <a:pt x="3360" y="6835"/>
                  </a:lnTo>
                  <a:lnTo>
                    <a:pt x="3051" y="6989"/>
                  </a:lnTo>
                  <a:lnTo>
                    <a:pt x="2395" y="7182"/>
                  </a:lnTo>
                  <a:lnTo>
                    <a:pt x="1738" y="7298"/>
                  </a:lnTo>
                  <a:lnTo>
                    <a:pt x="1082" y="7414"/>
                  </a:lnTo>
                  <a:lnTo>
                    <a:pt x="889" y="6526"/>
                  </a:lnTo>
                  <a:lnTo>
                    <a:pt x="734" y="5677"/>
                  </a:lnTo>
                  <a:lnTo>
                    <a:pt x="580" y="4788"/>
                  </a:lnTo>
                  <a:lnTo>
                    <a:pt x="464" y="3900"/>
                  </a:lnTo>
                  <a:lnTo>
                    <a:pt x="387" y="3012"/>
                  </a:lnTo>
                  <a:lnTo>
                    <a:pt x="348" y="2124"/>
                  </a:lnTo>
                  <a:lnTo>
                    <a:pt x="310" y="1236"/>
                  </a:lnTo>
                  <a:lnTo>
                    <a:pt x="310" y="348"/>
                  </a:lnTo>
                  <a:close/>
                  <a:moveTo>
                    <a:pt x="12357" y="12318"/>
                  </a:moveTo>
                  <a:lnTo>
                    <a:pt x="13014" y="12473"/>
                  </a:lnTo>
                  <a:lnTo>
                    <a:pt x="13709" y="12550"/>
                  </a:lnTo>
                  <a:lnTo>
                    <a:pt x="14404" y="12589"/>
                  </a:lnTo>
                  <a:lnTo>
                    <a:pt x="15060" y="12550"/>
                  </a:lnTo>
                  <a:lnTo>
                    <a:pt x="15640" y="13901"/>
                  </a:lnTo>
                  <a:lnTo>
                    <a:pt x="16296" y="15214"/>
                  </a:lnTo>
                  <a:lnTo>
                    <a:pt x="17648" y="17840"/>
                  </a:lnTo>
                  <a:lnTo>
                    <a:pt x="16644" y="17686"/>
                  </a:lnTo>
                  <a:lnTo>
                    <a:pt x="15640" y="17647"/>
                  </a:lnTo>
                  <a:lnTo>
                    <a:pt x="15331" y="17608"/>
                  </a:lnTo>
                  <a:lnTo>
                    <a:pt x="15099" y="17531"/>
                  </a:lnTo>
                  <a:lnTo>
                    <a:pt x="14983" y="17493"/>
                  </a:lnTo>
                  <a:lnTo>
                    <a:pt x="14906" y="17415"/>
                  </a:lnTo>
                  <a:lnTo>
                    <a:pt x="14751" y="17106"/>
                  </a:lnTo>
                  <a:lnTo>
                    <a:pt x="14365" y="16489"/>
                  </a:lnTo>
                  <a:lnTo>
                    <a:pt x="13979" y="15832"/>
                  </a:lnTo>
                  <a:lnTo>
                    <a:pt x="13941" y="15794"/>
                  </a:lnTo>
                  <a:lnTo>
                    <a:pt x="13902" y="15755"/>
                  </a:lnTo>
                  <a:lnTo>
                    <a:pt x="13747" y="15755"/>
                  </a:lnTo>
                  <a:lnTo>
                    <a:pt x="13670" y="15214"/>
                  </a:lnTo>
                  <a:lnTo>
                    <a:pt x="13516" y="14712"/>
                  </a:lnTo>
                  <a:lnTo>
                    <a:pt x="13323" y="14172"/>
                  </a:lnTo>
                  <a:lnTo>
                    <a:pt x="13091" y="13670"/>
                  </a:lnTo>
                  <a:lnTo>
                    <a:pt x="12744" y="13013"/>
                  </a:lnTo>
                  <a:lnTo>
                    <a:pt x="12357" y="12318"/>
                  </a:lnTo>
                  <a:close/>
                  <a:moveTo>
                    <a:pt x="5677" y="4904"/>
                  </a:moveTo>
                  <a:lnTo>
                    <a:pt x="6720" y="5947"/>
                  </a:lnTo>
                  <a:lnTo>
                    <a:pt x="7762" y="6989"/>
                  </a:lnTo>
                  <a:lnTo>
                    <a:pt x="8612" y="7916"/>
                  </a:lnTo>
                  <a:lnTo>
                    <a:pt x="9423" y="8920"/>
                  </a:lnTo>
                  <a:lnTo>
                    <a:pt x="10234" y="9886"/>
                  </a:lnTo>
                  <a:lnTo>
                    <a:pt x="10967" y="10928"/>
                  </a:lnTo>
                  <a:lnTo>
                    <a:pt x="11701" y="12009"/>
                  </a:lnTo>
                  <a:lnTo>
                    <a:pt x="12087" y="12550"/>
                  </a:lnTo>
                  <a:lnTo>
                    <a:pt x="12396" y="13129"/>
                  </a:lnTo>
                  <a:lnTo>
                    <a:pt x="12705" y="13708"/>
                  </a:lnTo>
                  <a:lnTo>
                    <a:pt x="12975" y="14326"/>
                  </a:lnTo>
                  <a:lnTo>
                    <a:pt x="13207" y="14944"/>
                  </a:lnTo>
                  <a:lnTo>
                    <a:pt x="13361" y="15562"/>
                  </a:lnTo>
                  <a:lnTo>
                    <a:pt x="13439" y="16180"/>
                  </a:lnTo>
                  <a:lnTo>
                    <a:pt x="13400" y="16759"/>
                  </a:lnTo>
                  <a:lnTo>
                    <a:pt x="13361" y="17068"/>
                  </a:lnTo>
                  <a:lnTo>
                    <a:pt x="13284" y="17338"/>
                  </a:lnTo>
                  <a:lnTo>
                    <a:pt x="13207" y="17608"/>
                  </a:lnTo>
                  <a:lnTo>
                    <a:pt x="13091" y="17879"/>
                  </a:lnTo>
                  <a:lnTo>
                    <a:pt x="12975" y="18149"/>
                  </a:lnTo>
                  <a:lnTo>
                    <a:pt x="12821" y="18381"/>
                  </a:lnTo>
                  <a:lnTo>
                    <a:pt x="12628" y="18612"/>
                  </a:lnTo>
                  <a:lnTo>
                    <a:pt x="12435" y="18806"/>
                  </a:lnTo>
                  <a:lnTo>
                    <a:pt x="12203" y="18999"/>
                  </a:lnTo>
                  <a:lnTo>
                    <a:pt x="11971" y="19153"/>
                  </a:lnTo>
                  <a:lnTo>
                    <a:pt x="11662" y="19308"/>
                  </a:lnTo>
                  <a:lnTo>
                    <a:pt x="11392" y="19423"/>
                  </a:lnTo>
                  <a:lnTo>
                    <a:pt x="10813" y="19539"/>
                  </a:lnTo>
                  <a:lnTo>
                    <a:pt x="10234" y="19616"/>
                  </a:lnTo>
                  <a:lnTo>
                    <a:pt x="9693" y="19578"/>
                  </a:lnTo>
                  <a:lnTo>
                    <a:pt x="9114" y="19462"/>
                  </a:lnTo>
                  <a:lnTo>
                    <a:pt x="8573" y="19308"/>
                  </a:lnTo>
                  <a:lnTo>
                    <a:pt x="8032" y="19076"/>
                  </a:lnTo>
                  <a:lnTo>
                    <a:pt x="7531" y="18767"/>
                  </a:lnTo>
                  <a:lnTo>
                    <a:pt x="7067" y="18458"/>
                  </a:lnTo>
                  <a:lnTo>
                    <a:pt x="6642" y="18072"/>
                  </a:lnTo>
                  <a:lnTo>
                    <a:pt x="6256" y="17686"/>
                  </a:lnTo>
                  <a:lnTo>
                    <a:pt x="5870" y="17261"/>
                  </a:lnTo>
                  <a:lnTo>
                    <a:pt x="5484" y="16798"/>
                  </a:lnTo>
                  <a:lnTo>
                    <a:pt x="4827" y="15871"/>
                  </a:lnTo>
                  <a:lnTo>
                    <a:pt x="4210" y="14944"/>
                  </a:lnTo>
                  <a:lnTo>
                    <a:pt x="3592" y="13901"/>
                  </a:lnTo>
                  <a:lnTo>
                    <a:pt x="3051" y="12859"/>
                  </a:lnTo>
                  <a:lnTo>
                    <a:pt x="2549" y="11778"/>
                  </a:lnTo>
                  <a:lnTo>
                    <a:pt x="2086" y="10696"/>
                  </a:lnTo>
                  <a:lnTo>
                    <a:pt x="1816" y="9963"/>
                  </a:lnTo>
                  <a:lnTo>
                    <a:pt x="1584" y="9190"/>
                  </a:lnTo>
                  <a:lnTo>
                    <a:pt x="1352" y="8457"/>
                  </a:lnTo>
                  <a:lnTo>
                    <a:pt x="1159" y="7723"/>
                  </a:lnTo>
                  <a:lnTo>
                    <a:pt x="1816" y="7646"/>
                  </a:lnTo>
                  <a:lnTo>
                    <a:pt x="2549" y="7491"/>
                  </a:lnTo>
                  <a:lnTo>
                    <a:pt x="3244" y="7298"/>
                  </a:lnTo>
                  <a:lnTo>
                    <a:pt x="3592" y="7144"/>
                  </a:lnTo>
                  <a:lnTo>
                    <a:pt x="3901" y="6989"/>
                  </a:lnTo>
                  <a:lnTo>
                    <a:pt x="4248" y="6796"/>
                  </a:lnTo>
                  <a:lnTo>
                    <a:pt x="4519" y="6603"/>
                  </a:lnTo>
                  <a:lnTo>
                    <a:pt x="4789" y="6410"/>
                  </a:lnTo>
                  <a:lnTo>
                    <a:pt x="5059" y="6140"/>
                  </a:lnTo>
                  <a:lnTo>
                    <a:pt x="5252" y="5870"/>
                  </a:lnTo>
                  <a:lnTo>
                    <a:pt x="5445" y="5599"/>
                  </a:lnTo>
                  <a:lnTo>
                    <a:pt x="5561" y="5252"/>
                  </a:lnTo>
                  <a:lnTo>
                    <a:pt x="5677" y="4904"/>
                  </a:lnTo>
                  <a:close/>
                  <a:moveTo>
                    <a:pt x="13284" y="18381"/>
                  </a:moveTo>
                  <a:lnTo>
                    <a:pt x="13593" y="18612"/>
                  </a:lnTo>
                  <a:lnTo>
                    <a:pt x="13902" y="18844"/>
                  </a:lnTo>
                  <a:lnTo>
                    <a:pt x="13632" y="19230"/>
                  </a:lnTo>
                  <a:lnTo>
                    <a:pt x="13323" y="19578"/>
                  </a:lnTo>
                  <a:lnTo>
                    <a:pt x="12975" y="19887"/>
                  </a:lnTo>
                  <a:lnTo>
                    <a:pt x="12589" y="20157"/>
                  </a:lnTo>
                  <a:lnTo>
                    <a:pt x="12164" y="20350"/>
                  </a:lnTo>
                  <a:lnTo>
                    <a:pt x="11701" y="20505"/>
                  </a:lnTo>
                  <a:lnTo>
                    <a:pt x="11238" y="20582"/>
                  </a:lnTo>
                  <a:lnTo>
                    <a:pt x="10736" y="20620"/>
                  </a:lnTo>
                  <a:lnTo>
                    <a:pt x="10697" y="20620"/>
                  </a:lnTo>
                  <a:lnTo>
                    <a:pt x="10581" y="19964"/>
                  </a:lnTo>
                  <a:lnTo>
                    <a:pt x="10967" y="19887"/>
                  </a:lnTo>
                  <a:lnTo>
                    <a:pt x="11392" y="19810"/>
                  </a:lnTo>
                  <a:lnTo>
                    <a:pt x="11740" y="19694"/>
                  </a:lnTo>
                  <a:lnTo>
                    <a:pt x="12126" y="19501"/>
                  </a:lnTo>
                  <a:lnTo>
                    <a:pt x="12473" y="19308"/>
                  </a:lnTo>
                  <a:lnTo>
                    <a:pt x="12782" y="19037"/>
                  </a:lnTo>
                  <a:lnTo>
                    <a:pt x="13052" y="18728"/>
                  </a:lnTo>
                  <a:lnTo>
                    <a:pt x="13284" y="18381"/>
                  </a:lnTo>
                  <a:close/>
                  <a:moveTo>
                    <a:pt x="14172" y="18999"/>
                  </a:moveTo>
                  <a:lnTo>
                    <a:pt x="14636" y="19230"/>
                  </a:lnTo>
                  <a:lnTo>
                    <a:pt x="14327" y="19732"/>
                  </a:lnTo>
                  <a:lnTo>
                    <a:pt x="13941" y="20157"/>
                  </a:lnTo>
                  <a:lnTo>
                    <a:pt x="13516" y="20543"/>
                  </a:lnTo>
                  <a:lnTo>
                    <a:pt x="13091" y="20852"/>
                  </a:lnTo>
                  <a:lnTo>
                    <a:pt x="12589" y="21122"/>
                  </a:lnTo>
                  <a:lnTo>
                    <a:pt x="12087" y="21315"/>
                  </a:lnTo>
                  <a:lnTo>
                    <a:pt x="11508" y="21470"/>
                  </a:lnTo>
                  <a:lnTo>
                    <a:pt x="10929" y="21624"/>
                  </a:lnTo>
                  <a:lnTo>
                    <a:pt x="10929" y="21393"/>
                  </a:lnTo>
                  <a:lnTo>
                    <a:pt x="10851" y="21200"/>
                  </a:lnTo>
                  <a:lnTo>
                    <a:pt x="10736" y="20814"/>
                  </a:lnTo>
                  <a:lnTo>
                    <a:pt x="11276" y="20852"/>
                  </a:lnTo>
                  <a:lnTo>
                    <a:pt x="11778" y="20775"/>
                  </a:lnTo>
                  <a:lnTo>
                    <a:pt x="12280" y="20659"/>
                  </a:lnTo>
                  <a:lnTo>
                    <a:pt x="12744" y="20427"/>
                  </a:lnTo>
                  <a:lnTo>
                    <a:pt x="13168" y="20157"/>
                  </a:lnTo>
                  <a:lnTo>
                    <a:pt x="13554" y="19810"/>
                  </a:lnTo>
                  <a:lnTo>
                    <a:pt x="13863" y="19423"/>
                  </a:lnTo>
                  <a:lnTo>
                    <a:pt x="14172" y="18999"/>
                  </a:lnTo>
                  <a:close/>
                  <a:moveTo>
                    <a:pt x="14018" y="20659"/>
                  </a:moveTo>
                  <a:lnTo>
                    <a:pt x="14172" y="20852"/>
                  </a:lnTo>
                  <a:lnTo>
                    <a:pt x="14288" y="20968"/>
                  </a:lnTo>
                  <a:lnTo>
                    <a:pt x="14134" y="21007"/>
                  </a:lnTo>
                  <a:lnTo>
                    <a:pt x="14056" y="21045"/>
                  </a:lnTo>
                  <a:lnTo>
                    <a:pt x="14018" y="21122"/>
                  </a:lnTo>
                  <a:lnTo>
                    <a:pt x="13979" y="21200"/>
                  </a:lnTo>
                  <a:lnTo>
                    <a:pt x="14018" y="21277"/>
                  </a:lnTo>
                  <a:lnTo>
                    <a:pt x="14404" y="21663"/>
                  </a:lnTo>
                  <a:lnTo>
                    <a:pt x="14751" y="22049"/>
                  </a:lnTo>
                  <a:lnTo>
                    <a:pt x="15099" y="22435"/>
                  </a:lnTo>
                  <a:lnTo>
                    <a:pt x="15408" y="22860"/>
                  </a:lnTo>
                  <a:lnTo>
                    <a:pt x="15678" y="23285"/>
                  </a:lnTo>
                  <a:lnTo>
                    <a:pt x="15910" y="23748"/>
                  </a:lnTo>
                  <a:lnTo>
                    <a:pt x="16142" y="24250"/>
                  </a:lnTo>
                  <a:lnTo>
                    <a:pt x="16335" y="24714"/>
                  </a:lnTo>
                  <a:lnTo>
                    <a:pt x="15871" y="24636"/>
                  </a:lnTo>
                  <a:lnTo>
                    <a:pt x="15485" y="24521"/>
                  </a:lnTo>
                  <a:lnTo>
                    <a:pt x="15099" y="24327"/>
                  </a:lnTo>
                  <a:lnTo>
                    <a:pt x="14790" y="24096"/>
                  </a:lnTo>
                  <a:lnTo>
                    <a:pt x="14481" y="23825"/>
                  </a:lnTo>
                  <a:lnTo>
                    <a:pt x="14211" y="23517"/>
                  </a:lnTo>
                  <a:lnTo>
                    <a:pt x="13979" y="23169"/>
                  </a:lnTo>
                  <a:lnTo>
                    <a:pt x="13747" y="22744"/>
                  </a:lnTo>
                  <a:lnTo>
                    <a:pt x="13593" y="22397"/>
                  </a:lnTo>
                  <a:lnTo>
                    <a:pt x="13400" y="22126"/>
                  </a:lnTo>
                  <a:lnTo>
                    <a:pt x="13284" y="22011"/>
                  </a:lnTo>
                  <a:lnTo>
                    <a:pt x="13130" y="21895"/>
                  </a:lnTo>
                  <a:lnTo>
                    <a:pt x="12975" y="21856"/>
                  </a:lnTo>
                  <a:lnTo>
                    <a:pt x="12821" y="21895"/>
                  </a:lnTo>
                  <a:lnTo>
                    <a:pt x="12821" y="21702"/>
                  </a:lnTo>
                  <a:lnTo>
                    <a:pt x="12898" y="21470"/>
                  </a:lnTo>
                  <a:lnTo>
                    <a:pt x="13207" y="21315"/>
                  </a:lnTo>
                  <a:lnTo>
                    <a:pt x="13477" y="21122"/>
                  </a:lnTo>
                  <a:lnTo>
                    <a:pt x="13786" y="20891"/>
                  </a:lnTo>
                  <a:lnTo>
                    <a:pt x="14018" y="20659"/>
                  </a:lnTo>
                  <a:close/>
                  <a:moveTo>
                    <a:pt x="5291" y="17145"/>
                  </a:moveTo>
                  <a:lnTo>
                    <a:pt x="5677" y="17608"/>
                  </a:lnTo>
                  <a:lnTo>
                    <a:pt x="6102" y="18072"/>
                  </a:lnTo>
                  <a:lnTo>
                    <a:pt x="6565" y="18497"/>
                  </a:lnTo>
                  <a:lnTo>
                    <a:pt x="7029" y="18883"/>
                  </a:lnTo>
                  <a:lnTo>
                    <a:pt x="7531" y="19192"/>
                  </a:lnTo>
                  <a:lnTo>
                    <a:pt x="7531" y="19230"/>
                  </a:lnTo>
                  <a:lnTo>
                    <a:pt x="7917" y="19964"/>
                  </a:lnTo>
                  <a:lnTo>
                    <a:pt x="8380" y="20698"/>
                  </a:lnTo>
                  <a:lnTo>
                    <a:pt x="8573" y="20968"/>
                  </a:lnTo>
                  <a:lnTo>
                    <a:pt x="8805" y="21238"/>
                  </a:lnTo>
                  <a:lnTo>
                    <a:pt x="8998" y="21509"/>
                  </a:lnTo>
                  <a:lnTo>
                    <a:pt x="9036" y="21663"/>
                  </a:lnTo>
                  <a:lnTo>
                    <a:pt x="9075" y="21817"/>
                  </a:lnTo>
                  <a:lnTo>
                    <a:pt x="9075" y="22011"/>
                  </a:lnTo>
                  <a:lnTo>
                    <a:pt x="9036" y="22204"/>
                  </a:lnTo>
                  <a:lnTo>
                    <a:pt x="8882" y="22590"/>
                  </a:lnTo>
                  <a:lnTo>
                    <a:pt x="8496" y="23362"/>
                  </a:lnTo>
                  <a:lnTo>
                    <a:pt x="7955" y="24868"/>
                  </a:lnTo>
                  <a:lnTo>
                    <a:pt x="7608" y="24173"/>
                  </a:lnTo>
                  <a:lnTo>
                    <a:pt x="7260" y="23555"/>
                  </a:lnTo>
                  <a:lnTo>
                    <a:pt x="6874" y="22899"/>
                  </a:lnTo>
                  <a:lnTo>
                    <a:pt x="6488" y="22281"/>
                  </a:lnTo>
                  <a:lnTo>
                    <a:pt x="5716" y="21315"/>
                  </a:lnTo>
                  <a:lnTo>
                    <a:pt x="5214" y="20736"/>
                  </a:lnTo>
                  <a:lnTo>
                    <a:pt x="4982" y="20389"/>
                  </a:lnTo>
                  <a:lnTo>
                    <a:pt x="4789" y="20080"/>
                  </a:lnTo>
                  <a:lnTo>
                    <a:pt x="4827" y="20003"/>
                  </a:lnTo>
                  <a:lnTo>
                    <a:pt x="4827" y="19925"/>
                  </a:lnTo>
                  <a:lnTo>
                    <a:pt x="4827" y="19887"/>
                  </a:lnTo>
                  <a:lnTo>
                    <a:pt x="4750" y="19810"/>
                  </a:lnTo>
                  <a:lnTo>
                    <a:pt x="5021" y="18458"/>
                  </a:lnTo>
                  <a:lnTo>
                    <a:pt x="5291" y="17145"/>
                  </a:lnTo>
                  <a:close/>
                  <a:moveTo>
                    <a:pt x="14481" y="20157"/>
                  </a:moveTo>
                  <a:lnTo>
                    <a:pt x="15022" y="20273"/>
                  </a:lnTo>
                  <a:lnTo>
                    <a:pt x="15485" y="20466"/>
                  </a:lnTo>
                  <a:lnTo>
                    <a:pt x="15987" y="20659"/>
                  </a:lnTo>
                  <a:lnTo>
                    <a:pt x="16451" y="20891"/>
                  </a:lnTo>
                  <a:lnTo>
                    <a:pt x="16180" y="21007"/>
                  </a:lnTo>
                  <a:lnTo>
                    <a:pt x="15949" y="21007"/>
                  </a:lnTo>
                  <a:lnTo>
                    <a:pt x="15678" y="20968"/>
                  </a:lnTo>
                  <a:lnTo>
                    <a:pt x="15447" y="20891"/>
                  </a:lnTo>
                  <a:lnTo>
                    <a:pt x="15292" y="20891"/>
                  </a:lnTo>
                  <a:lnTo>
                    <a:pt x="15176" y="20968"/>
                  </a:lnTo>
                  <a:lnTo>
                    <a:pt x="15176" y="21045"/>
                  </a:lnTo>
                  <a:lnTo>
                    <a:pt x="15176" y="21084"/>
                  </a:lnTo>
                  <a:lnTo>
                    <a:pt x="15215" y="21161"/>
                  </a:lnTo>
                  <a:lnTo>
                    <a:pt x="15253" y="21200"/>
                  </a:lnTo>
                  <a:lnTo>
                    <a:pt x="15794" y="21547"/>
                  </a:lnTo>
                  <a:lnTo>
                    <a:pt x="16257" y="21972"/>
                  </a:lnTo>
                  <a:lnTo>
                    <a:pt x="16489" y="22204"/>
                  </a:lnTo>
                  <a:lnTo>
                    <a:pt x="16682" y="22435"/>
                  </a:lnTo>
                  <a:lnTo>
                    <a:pt x="16837" y="22706"/>
                  </a:lnTo>
                  <a:lnTo>
                    <a:pt x="16991" y="22976"/>
                  </a:lnTo>
                  <a:lnTo>
                    <a:pt x="17223" y="23517"/>
                  </a:lnTo>
                  <a:lnTo>
                    <a:pt x="17339" y="23825"/>
                  </a:lnTo>
                  <a:lnTo>
                    <a:pt x="17416" y="24173"/>
                  </a:lnTo>
                  <a:lnTo>
                    <a:pt x="17493" y="24482"/>
                  </a:lnTo>
                  <a:lnTo>
                    <a:pt x="17532" y="24791"/>
                  </a:lnTo>
                  <a:lnTo>
                    <a:pt x="17493" y="25100"/>
                  </a:lnTo>
                  <a:lnTo>
                    <a:pt x="17455" y="25409"/>
                  </a:lnTo>
                  <a:lnTo>
                    <a:pt x="17339" y="25602"/>
                  </a:lnTo>
                  <a:lnTo>
                    <a:pt x="17223" y="25756"/>
                  </a:lnTo>
                  <a:lnTo>
                    <a:pt x="17068" y="25833"/>
                  </a:lnTo>
                  <a:lnTo>
                    <a:pt x="16914" y="25872"/>
                  </a:lnTo>
                  <a:lnTo>
                    <a:pt x="16528" y="25872"/>
                  </a:lnTo>
                  <a:lnTo>
                    <a:pt x="16103" y="25756"/>
                  </a:lnTo>
                  <a:lnTo>
                    <a:pt x="15447" y="25563"/>
                  </a:lnTo>
                  <a:lnTo>
                    <a:pt x="15099" y="25409"/>
                  </a:lnTo>
                  <a:lnTo>
                    <a:pt x="14790" y="25254"/>
                  </a:lnTo>
                  <a:lnTo>
                    <a:pt x="14443" y="25061"/>
                  </a:lnTo>
                  <a:lnTo>
                    <a:pt x="14095" y="24829"/>
                  </a:lnTo>
                  <a:lnTo>
                    <a:pt x="13786" y="24559"/>
                  </a:lnTo>
                  <a:lnTo>
                    <a:pt x="13516" y="24250"/>
                  </a:lnTo>
                  <a:lnTo>
                    <a:pt x="13284" y="23903"/>
                  </a:lnTo>
                  <a:lnTo>
                    <a:pt x="13091" y="23555"/>
                  </a:lnTo>
                  <a:lnTo>
                    <a:pt x="12937" y="23208"/>
                  </a:lnTo>
                  <a:lnTo>
                    <a:pt x="12821" y="22783"/>
                  </a:lnTo>
                  <a:lnTo>
                    <a:pt x="12744" y="22706"/>
                  </a:lnTo>
                  <a:lnTo>
                    <a:pt x="12666" y="22667"/>
                  </a:lnTo>
                  <a:lnTo>
                    <a:pt x="12589" y="22706"/>
                  </a:lnTo>
                  <a:lnTo>
                    <a:pt x="12512" y="22744"/>
                  </a:lnTo>
                  <a:lnTo>
                    <a:pt x="12048" y="23439"/>
                  </a:lnTo>
                  <a:lnTo>
                    <a:pt x="11933" y="23053"/>
                  </a:lnTo>
                  <a:lnTo>
                    <a:pt x="11855" y="22628"/>
                  </a:lnTo>
                  <a:lnTo>
                    <a:pt x="11855" y="22242"/>
                  </a:lnTo>
                  <a:lnTo>
                    <a:pt x="11894" y="21817"/>
                  </a:lnTo>
                  <a:lnTo>
                    <a:pt x="12280" y="21740"/>
                  </a:lnTo>
                  <a:lnTo>
                    <a:pt x="12666" y="21586"/>
                  </a:lnTo>
                  <a:lnTo>
                    <a:pt x="12589" y="21817"/>
                  </a:lnTo>
                  <a:lnTo>
                    <a:pt x="12589" y="22049"/>
                  </a:lnTo>
                  <a:lnTo>
                    <a:pt x="12589" y="22126"/>
                  </a:lnTo>
                  <a:lnTo>
                    <a:pt x="12628" y="22165"/>
                  </a:lnTo>
                  <a:lnTo>
                    <a:pt x="12937" y="22165"/>
                  </a:lnTo>
                  <a:lnTo>
                    <a:pt x="13130" y="22319"/>
                  </a:lnTo>
                  <a:lnTo>
                    <a:pt x="13323" y="22551"/>
                  </a:lnTo>
                  <a:lnTo>
                    <a:pt x="13516" y="22821"/>
                  </a:lnTo>
                  <a:lnTo>
                    <a:pt x="13863" y="23439"/>
                  </a:lnTo>
                  <a:lnTo>
                    <a:pt x="14095" y="23825"/>
                  </a:lnTo>
                  <a:lnTo>
                    <a:pt x="14404" y="24173"/>
                  </a:lnTo>
                  <a:lnTo>
                    <a:pt x="14751" y="24482"/>
                  </a:lnTo>
                  <a:lnTo>
                    <a:pt x="15176" y="24752"/>
                  </a:lnTo>
                  <a:lnTo>
                    <a:pt x="15640" y="24907"/>
                  </a:lnTo>
                  <a:lnTo>
                    <a:pt x="15871" y="24945"/>
                  </a:lnTo>
                  <a:lnTo>
                    <a:pt x="16103" y="24984"/>
                  </a:lnTo>
                  <a:lnTo>
                    <a:pt x="16566" y="24984"/>
                  </a:lnTo>
                  <a:lnTo>
                    <a:pt x="16644" y="24945"/>
                  </a:lnTo>
                  <a:lnTo>
                    <a:pt x="16644" y="24907"/>
                  </a:lnTo>
                  <a:lnTo>
                    <a:pt x="16644" y="24829"/>
                  </a:lnTo>
                  <a:lnTo>
                    <a:pt x="16605" y="24791"/>
                  </a:lnTo>
                  <a:lnTo>
                    <a:pt x="16605" y="24752"/>
                  </a:lnTo>
                  <a:lnTo>
                    <a:pt x="16451" y="24250"/>
                  </a:lnTo>
                  <a:lnTo>
                    <a:pt x="16257" y="23748"/>
                  </a:lnTo>
                  <a:lnTo>
                    <a:pt x="16026" y="23285"/>
                  </a:lnTo>
                  <a:lnTo>
                    <a:pt x="15755" y="22821"/>
                  </a:lnTo>
                  <a:lnTo>
                    <a:pt x="15485" y="22397"/>
                  </a:lnTo>
                  <a:lnTo>
                    <a:pt x="15176" y="22011"/>
                  </a:lnTo>
                  <a:lnTo>
                    <a:pt x="14829" y="21586"/>
                  </a:lnTo>
                  <a:lnTo>
                    <a:pt x="14443" y="21238"/>
                  </a:lnTo>
                  <a:lnTo>
                    <a:pt x="14597" y="21161"/>
                  </a:lnTo>
                  <a:lnTo>
                    <a:pt x="14713" y="21045"/>
                  </a:lnTo>
                  <a:lnTo>
                    <a:pt x="14751" y="20968"/>
                  </a:lnTo>
                  <a:lnTo>
                    <a:pt x="14751" y="20929"/>
                  </a:lnTo>
                  <a:lnTo>
                    <a:pt x="14713" y="20852"/>
                  </a:lnTo>
                  <a:lnTo>
                    <a:pt x="14674" y="20814"/>
                  </a:lnTo>
                  <a:lnTo>
                    <a:pt x="14211" y="20505"/>
                  </a:lnTo>
                  <a:lnTo>
                    <a:pt x="14481" y="20157"/>
                  </a:lnTo>
                  <a:close/>
                  <a:moveTo>
                    <a:pt x="155" y="0"/>
                  </a:moveTo>
                  <a:lnTo>
                    <a:pt x="116" y="39"/>
                  </a:lnTo>
                  <a:lnTo>
                    <a:pt x="78" y="77"/>
                  </a:lnTo>
                  <a:lnTo>
                    <a:pt x="116" y="155"/>
                  </a:lnTo>
                  <a:lnTo>
                    <a:pt x="78" y="193"/>
                  </a:lnTo>
                  <a:lnTo>
                    <a:pt x="39" y="270"/>
                  </a:lnTo>
                  <a:lnTo>
                    <a:pt x="1" y="1583"/>
                  </a:lnTo>
                  <a:lnTo>
                    <a:pt x="39" y="2896"/>
                  </a:lnTo>
                  <a:lnTo>
                    <a:pt x="116" y="4171"/>
                  </a:lnTo>
                  <a:lnTo>
                    <a:pt x="310" y="5483"/>
                  </a:lnTo>
                  <a:lnTo>
                    <a:pt x="541" y="6758"/>
                  </a:lnTo>
                  <a:lnTo>
                    <a:pt x="850" y="8032"/>
                  </a:lnTo>
                  <a:lnTo>
                    <a:pt x="1198" y="9306"/>
                  </a:lnTo>
                  <a:lnTo>
                    <a:pt x="1622" y="10542"/>
                  </a:lnTo>
                  <a:lnTo>
                    <a:pt x="2124" y="11739"/>
                  </a:lnTo>
                  <a:lnTo>
                    <a:pt x="2665" y="12936"/>
                  </a:lnTo>
                  <a:lnTo>
                    <a:pt x="3283" y="14095"/>
                  </a:lnTo>
                  <a:lnTo>
                    <a:pt x="3978" y="15214"/>
                  </a:lnTo>
                  <a:lnTo>
                    <a:pt x="4519" y="16064"/>
                  </a:lnTo>
                  <a:lnTo>
                    <a:pt x="5098" y="16913"/>
                  </a:lnTo>
                  <a:lnTo>
                    <a:pt x="4827" y="17686"/>
                  </a:lnTo>
                  <a:lnTo>
                    <a:pt x="4596" y="18458"/>
                  </a:lnTo>
                  <a:lnTo>
                    <a:pt x="4441" y="19269"/>
                  </a:lnTo>
                  <a:lnTo>
                    <a:pt x="4325" y="20080"/>
                  </a:lnTo>
                  <a:lnTo>
                    <a:pt x="4325" y="20157"/>
                  </a:lnTo>
                  <a:lnTo>
                    <a:pt x="4364" y="20196"/>
                  </a:lnTo>
                  <a:lnTo>
                    <a:pt x="4480" y="20273"/>
                  </a:lnTo>
                  <a:lnTo>
                    <a:pt x="4596" y="20543"/>
                  </a:lnTo>
                  <a:lnTo>
                    <a:pt x="4712" y="20775"/>
                  </a:lnTo>
                  <a:lnTo>
                    <a:pt x="4905" y="21045"/>
                  </a:lnTo>
                  <a:lnTo>
                    <a:pt x="5059" y="21277"/>
                  </a:lnTo>
                  <a:lnTo>
                    <a:pt x="5484" y="21702"/>
                  </a:lnTo>
                  <a:lnTo>
                    <a:pt x="5831" y="22165"/>
                  </a:lnTo>
                  <a:lnTo>
                    <a:pt x="6333" y="22860"/>
                  </a:lnTo>
                  <a:lnTo>
                    <a:pt x="6835" y="23594"/>
                  </a:lnTo>
                  <a:lnTo>
                    <a:pt x="7260" y="24366"/>
                  </a:lnTo>
                  <a:lnTo>
                    <a:pt x="7646" y="25138"/>
                  </a:lnTo>
                  <a:lnTo>
                    <a:pt x="7724" y="25216"/>
                  </a:lnTo>
                  <a:lnTo>
                    <a:pt x="7878" y="25216"/>
                  </a:lnTo>
                  <a:lnTo>
                    <a:pt x="7917" y="25177"/>
                  </a:lnTo>
                  <a:lnTo>
                    <a:pt x="7994" y="25216"/>
                  </a:lnTo>
                  <a:lnTo>
                    <a:pt x="8110" y="25216"/>
                  </a:lnTo>
                  <a:lnTo>
                    <a:pt x="8187" y="25138"/>
                  </a:lnTo>
                  <a:lnTo>
                    <a:pt x="8534" y="24327"/>
                  </a:lnTo>
                  <a:lnTo>
                    <a:pt x="8921" y="23478"/>
                  </a:lnTo>
                  <a:lnTo>
                    <a:pt x="9577" y="21779"/>
                  </a:lnTo>
                  <a:lnTo>
                    <a:pt x="9577" y="21663"/>
                  </a:lnTo>
                  <a:lnTo>
                    <a:pt x="9538" y="21586"/>
                  </a:lnTo>
                  <a:lnTo>
                    <a:pt x="8766" y="20543"/>
                  </a:lnTo>
                  <a:lnTo>
                    <a:pt x="8071" y="19462"/>
                  </a:lnTo>
                  <a:lnTo>
                    <a:pt x="8612" y="19694"/>
                  </a:lnTo>
                  <a:lnTo>
                    <a:pt x="9152" y="19848"/>
                  </a:lnTo>
                  <a:lnTo>
                    <a:pt x="9732" y="19925"/>
                  </a:lnTo>
                  <a:lnTo>
                    <a:pt x="10311" y="19964"/>
                  </a:lnTo>
                  <a:lnTo>
                    <a:pt x="10311" y="20389"/>
                  </a:lnTo>
                  <a:lnTo>
                    <a:pt x="10349" y="20852"/>
                  </a:lnTo>
                  <a:lnTo>
                    <a:pt x="10465" y="21315"/>
                  </a:lnTo>
                  <a:lnTo>
                    <a:pt x="10542" y="21547"/>
                  </a:lnTo>
                  <a:lnTo>
                    <a:pt x="10697" y="21740"/>
                  </a:lnTo>
                  <a:lnTo>
                    <a:pt x="10736" y="21779"/>
                  </a:lnTo>
                  <a:lnTo>
                    <a:pt x="10813" y="21779"/>
                  </a:lnTo>
                  <a:lnTo>
                    <a:pt x="10851" y="21856"/>
                  </a:lnTo>
                  <a:lnTo>
                    <a:pt x="10929" y="21856"/>
                  </a:lnTo>
                  <a:lnTo>
                    <a:pt x="11315" y="21895"/>
                  </a:lnTo>
                  <a:lnTo>
                    <a:pt x="11662" y="21856"/>
                  </a:lnTo>
                  <a:lnTo>
                    <a:pt x="11624" y="22126"/>
                  </a:lnTo>
                  <a:lnTo>
                    <a:pt x="11585" y="22358"/>
                  </a:lnTo>
                  <a:lnTo>
                    <a:pt x="11546" y="22590"/>
                  </a:lnTo>
                  <a:lnTo>
                    <a:pt x="11585" y="22860"/>
                  </a:lnTo>
                  <a:lnTo>
                    <a:pt x="11624" y="23092"/>
                  </a:lnTo>
                  <a:lnTo>
                    <a:pt x="11662" y="23323"/>
                  </a:lnTo>
                  <a:lnTo>
                    <a:pt x="11778" y="23594"/>
                  </a:lnTo>
                  <a:lnTo>
                    <a:pt x="11894" y="23825"/>
                  </a:lnTo>
                  <a:lnTo>
                    <a:pt x="11933" y="23903"/>
                  </a:lnTo>
                  <a:lnTo>
                    <a:pt x="12010" y="23903"/>
                  </a:lnTo>
                  <a:lnTo>
                    <a:pt x="12087" y="23864"/>
                  </a:lnTo>
                  <a:lnTo>
                    <a:pt x="12164" y="23825"/>
                  </a:lnTo>
                  <a:lnTo>
                    <a:pt x="12589" y="23208"/>
                  </a:lnTo>
                  <a:lnTo>
                    <a:pt x="12744" y="23594"/>
                  </a:lnTo>
                  <a:lnTo>
                    <a:pt x="12937" y="23941"/>
                  </a:lnTo>
                  <a:lnTo>
                    <a:pt x="13168" y="24289"/>
                  </a:lnTo>
                  <a:lnTo>
                    <a:pt x="13439" y="24598"/>
                  </a:lnTo>
                  <a:lnTo>
                    <a:pt x="13709" y="24907"/>
                  </a:lnTo>
                  <a:lnTo>
                    <a:pt x="14018" y="25177"/>
                  </a:lnTo>
                  <a:lnTo>
                    <a:pt x="14365" y="25409"/>
                  </a:lnTo>
                  <a:lnTo>
                    <a:pt x="14713" y="25602"/>
                  </a:lnTo>
                  <a:lnTo>
                    <a:pt x="15331" y="25911"/>
                  </a:lnTo>
                  <a:lnTo>
                    <a:pt x="15717" y="26027"/>
                  </a:lnTo>
                  <a:lnTo>
                    <a:pt x="16142" y="26181"/>
                  </a:lnTo>
                  <a:lnTo>
                    <a:pt x="16566" y="26258"/>
                  </a:lnTo>
                  <a:lnTo>
                    <a:pt x="16953" y="26297"/>
                  </a:lnTo>
                  <a:lnTo>
                    <a:pt x="17146" y="26297"/>
                  </a:lnTo>
                  <a:lnTo>
                    <a:pt x="17300" y="26258"/>
                  </a:lnTo>
                  <a:lnTo>
                    <a:pt x="17416" y="26181"/>
                  </a:lnTo>
                  <a:lnTo>
                    <a:pt x="17570" y="26104"/>
                  </a:lnTo>
                  <a:lnTo>
                    <a:pt x="17648" y="25949"/>
                  </a:lnTo>
                  <a:lnTo>
                    <a:pt x="17725" y="25833"/>
                  </a:lnTo>
                  <a:lnTo>
                    <a:pt x="17841" y="25486"/>
                  </a:lnTo>
                  <a:lnTo>
                    <a:pt x="17879" y="25100"/>
                  </a:lnTo>
                  <a:lnTo>
                    <a:pt x="17841" y="24675"/>
                  </a:lnTo>
                  <a:lnTo>
                    <a:pt x="17802" y="24289"/>
                  </a:lnTo>
                  <a:lnTo>
                    <a:pt x="17686" y="23903"/>
                  </a:lnTo>
                  <a:lnTo>
                    <a:pt x="17493" y="23246"/>
                  </a:lnTo>
                  <a:lnTo>
                    <a:pt x="17223" y="22706"/>
                  </a:lnTo>
                  <a:lnTo>
                    <a:pt x="16914" y="22204"/>
                  </a:lnTo>
                  <a:lnTo>
                    <a:pt x="16528" y="21740"/>
                  </a:lnTo>
                  <a:lnTo>
                    <a:pt x="16103" y="21354"/>
                  </a:lnTo>
                  <a:lnTo>
                    <a:pt x="16296" y="21315"/>
                  </a:lnTo>
                  <a:lnTo>
                    <a:pt x="16489" y="21277"/>
                  </a:lnTo>
                  <a:lnTo>
                    <a:pt x="16682" y="21161"/>
                  </a:lnTo>
                  <a:lnTo>
                    <a:pt x="16875" y="21045"/>
                  </a:lnTo>
                  <a:lnTo>
                    <a:pt x="16914" y="21007"/>
                  </a:lnTo>
                  <a:lnTo>
                    <a:pt x="16953" y="20929"/>
                  </a:lnTo>
                  <a:lnTo>
                    <a:pt x="16914" y="20814"/>
                  </a:lnTo>
                  <a:lnTo>
                    <a:pt x="16875" y="20775"/>
                  </a:lnTo>
                  <a:lnTo>
                    <a:pt x="16335" y="20466"/>
                  </a:lnTo>
                  <a:lnTo>
                    <a:pt x="15833" y="20196"/>
                  </a:lnTo>
                  <a:lnTo>
                    <a:pt x="15292" y="20003"/>
                  </a:lnTo>
                  <a:lnTo>
                    <a:pt x="14713" y="19848"/>
                  </a:lnTo>
                  <a:lnTo>
                    <a:pt x="14983" y="19346"/>
                  </a:lnTo>
                  <a:lnTo>
                    <a:pt x="14983" y="19230"/>
                  </a:lnTo>
                  <a:lnTo>
                    <a:pt x="14983" y="19114"/>
                  </a:lnTo>
                  <a:lnTo>
                    <a:pt x="14983" y="19076"/>
                  </a:lnTo>
                  <a:lnTo>
                    <a:pt x="14945" y="19037"/>
                  </a:lnTo>
                  <a:lnTo>
                    <a:pt x="14172" y="18574"/>
                  </a:lnTo>
                  <a:lnTo>
                    <a:pt x="13825" y="18342"/>
                  </a:lnTo>
                  <a:lnTo>
                    <a:pt x="13477" y="18033"/>
                  </a:lnTo>
                  <a:lnTo>
                    <a:pt x="13554" y="17879"/>
                  </a:lnTo>
                  <a:lnTo>
                    <a:pt x="13670" y="17493"/>
                  </a:lnTo>
                  <a:lnTo>
                    <a:pt x="13747" y="17106"/>
                  </a:lnTo>
                  <a:lnTo>
                    <a:pt x="13786" y="16720"/>
                  </a:lnTo>
                  <a:lnTo>
                    <a:pt x="13825" y="16334"/>
                  </a:lnTo>
                  <a:lnTo>
                    <a:pt x="14249" y="17106"/>
                  </a:lnTo>
                  <a:lnTo>
                    <a:pt x="14674" y="17956"/>
                  </a:lnTo>
                  <a:lnTo>
                    <a:pt x="14751" y="18033"/>
                  </a:lnTo>
                  <a:lnTo>
                    <a:pt x="14867" y="18033"/>
                  </a:lnTo>
                  <a:lnTo>
                    <a:pt x="15640" y="18072"/>
                  </a:lnTo>
                  <a:lnTo>
                    <a:pt x="16412" y="18110"/>
                  </a:lnTo>
                  <a:lnTo>
                    <a:pt x="17184" y="18188"/>
                  </a:lnTo>
                  <a:lnTo>
                    <a:pt x="17957" y="18304"/>
                  </a:lnTo>
                  <a:lnTo>
                    <a:pt x="18111" y="18304"/>
                  </a:lnTo>
                  <a:lnTo>
                    <a:pt x="18188" y="18226"/>
                  </a:lnTo>
                  <a:lnTo>
                    <a:pt x="18227" y="18110"/>
                  </a:lnTo>
                  <a:lnTo>
                    <a:pt x="18188" y="17995"/>
                  </a:lnTo>
                  <a:lnTo>
                    <a:pt x="16798" y="15099"/>
                  </a:lnTo>
                  <a:lnTo>
                    <a:pt x="16064" y="13631"/>
                  </a:lnTo>
                  <a:lnTo>
                    <a:pt x="15678" y="12936"/>
                  </a:lnTo>
                  <a:lnTo>
                    <a:pt x="15253" y="12241"/>
                  </a:lnTo>
                  <a:lnTo>
                    <a:pt x="15176" y="12202"/>
                  </a:lnTo>
                  <a:lnTo>
                    <a:pt x="15099" y="12202"/>
                  </a:lnTo>
                  <a:lnTo>
                    <a:pt x="14713" y="12164"/>
                  </a:lnTo>
                  <a:lnTo>
                    <a:pt x="14288" y="12164"/>
                  </a:lnTo>
                  <a:lnTo>
                    <a:pt x="13516" y="12125"/>
                  </a:lnTo>
                  <a:lnTo>
                    <a:pt x="12164" y="12009"/>
                  </a:lnTo>
                  <a:lnTo>
                    <a:pt x="11662" y="11198"/>
                  </a:lnTo>
                  <a:lnTo>
                    <a:pt x="11122" y="10465"/>
                  </a:lnTo>
                  <a:lnTo>
                    <a:pt x="10542" y="9731"/>
                  </a:lnTo>
                  <a:lnTo>
                    <a:pt x="10002" y="8997"/>
                  </a:lnTo>
                  <a:lnTo>
                    <a:pt x="8959" y="7762"/>
                  </a:lnTo>
                  <a:lnTo>
                    <a:pt x="7839" y="6565"/>
                  </a:lnTo>
                  <a:lnTo>
                    <a:pt x="6720" y="5406"/>
                  </a:lnTo>
                  <a:lnTo>
                    <a:pt x="5561" y="4286"/>
                  </a:lnTo>
                  <a:lnTo>
                    <a:pt x="4325" y="3205"/>
                  </a:lnTo>
                  <a:lnTo>
                    <a:pt x="3128" y="2163"/>
                  </a:lnTo>
                  <a:lnTo>
                    <a:pt x="1854" y="1120"/>
                  </a:lnTo>
                  <a:lnTo>
                    <a:pt x="580" y="116"/>
                  </a:lnTo>
                  <a:lnTo>
                    <a:pt x="541" y="77"/>
                  </a:lnTo>
                  <a:lnTo>
                    <a:pt x="464" y="77"/>
                  </a:lnTo>
                  <a:lnTo>
                    <a:pt x="348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20"/>
            <p:cNvSpPr/>
            <p:nvPr/>
          </p:nvSpPr>
          <p:spPr>
            <a:xfrm>
              <a:off x="668675" y="2948700"/>
              <a:ext cx="256800" cy="152550"/>
            </a:xfrm>
            <a:custGeom>
              <a:avLst/>
              <a:gdLst/>
              <a:ahLst/>
              <a:cxnLst/>
              <a:rect l="l" t="t" r="r" b="b"/>
              <a:pathLst>
                <a:path w="10272" h="6102" extrusionOk="0">
                  <a:moveTo>
                    <a:pt x="541" y="1"/>
                  </a:moveTo>
                  <a:lnTo>
                    <a:pt x="425" y="39"/>
                  </a:lnTo>
                  <a:lnTo>
                    <a:pt x="348" y="116"/>
                  </a:lnTo>
                  <a:lnTo>
                    <a:pt x="232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889"/>
                  </a:lnTo>
                  <a:lnTo>
                    <a:pt x="0" y="1275"/>
                  </a:lnTo>
                  <a:lnTo>
                    <a:pt x="0" y="1622"/>
                  </a:lnTo>
                  <a:lnTo>
                    <a:pt x="0" y="2047"/>
                  </a:lnTo>
                  <a:lnTo>
                    <a:pt x="77" y="2511"/>
                  </a:lnTo>
                  <a:lnTo>
                    <a:pt x="155" y="2935"/>
                  </a:lnTo>
                  <a:lnTo>
                    <a:pt x="309" y="3321"/>
                  </a:lnTo>
                  <a:lnTo>
                    <a:pt x="502" y="3785"/>
                  </a:lnTo>
                  <a:lnTo>
                    <a:pt x="734" y="4171"/>
                  </a:lnTo>
                  <a:lnTo>
                    <a:pt x="1004" y="4557"/>
                  </a:lnTo>
                  <a:lnTo>
                    <a:pt x="1313" y="4905"/>
                  </a:lnTo>
                  <a:lnTo>
                    <a:pt x="1699" y="5214"/>
                  </a:lnTo>
                  <a:lnTo>
                    <a:pt x="2047" y="5523"/>
                  </a:lnTo>
                  <a:lnTo>
                    <a:pt x="2472" y="5754"/>
                  </a:lnTo>
                  <a:lnTo>
                    <a:pt x="2896" y="5947"/>
                  </a:lnTo>
                  <a:lnTo>
                    <a:pt x="3167" y="5716"/>
                  </a:lnTo>
                  <a:lnTo>
                    <a:pt x="2819" y="5561"/>
                  </a:lnTo>
                  <a:lnTo>
                    <a:pt x="2510" y="5368"/>
                  </a:lnTo>
                  <a:lnTo>
                    <a:pt x="2240" y="5136"/>
                  </a:lnTo>
                  <a:lnTo>
                    <a:pt x="1931" y="4905"/>
                  </a:lnTo>
                  <a:lnTo>
                    <a:pt x="1661" y="4634"/>
                  </a:lnTo>
                  <a:lnTo>
                    <a:pt x="1429" y="4364"/>
                  </a:lnTo>
                  <a:lnTo>
                    <a:pt x="1197" y="4094"/>
                  </a:lnTo>
                  <a:lnTo>
                    <a:pt x="1004" y="3785"/>
                  </a:lnTo>
                  <a:lnTo>
                    <a:pt x="811" y="3476"/>
                  </a:lnTo>
                  <a:lnTo>
                    <a:pt x="657" y="3128"/>
                  </a:lnTo>
                  <a:lnTo>
                    <a:pt x="541" y="2781"/>
                  </a:lnTo>
                  <a:lnTo>
                    <a:pt x="464" y="2433"/>
                  </a:lnTo>
                  <a:lnTo>
                    <a:pt x="425" y="2086"/>
                  </a:lnTo>
                  <a:lnTo>
                    <a:pt x="386" y="1700"/>
                  </a:lnTo>
                  <a:lnTo>
                    <a:pt x="425" y="1352"/>
                  </a:lnTo>
                  <a:lnTo>
                    <a:pt x="464" y="966"/>
                  </a:lnTo>
                  <a:lnTo>
                    <a:pt x="541" y="696"/>
                  </a:lnTo>
                  <a:lnTo>
                    <a:pt x="579" y="541"/>
                  </a:lnTo>
                  <a:lnTo>
                    <a:pt x="657" y="464"/>
                  </a:lnTo>
                  <a:lnTo>
                    <a:pt x="811" y="503"/>
                  </a:lnTo>
                  <a:lnTo>
                    <a:pt x="1043" y="618"/>
                  </a:lnTo>
                  <a:lnTo>
                    <a:pt x="1429" y="812"/>
                  </a:lnTo>
                  <a:lnTo>
                    <a:pt x="1738" y="1005"/>
                  </a:lnTo>
                  <a:lnTo>
                    <a:pt x="2085" y="1236"/>
                  </a:lnTo>
                  <a:lnTo>
                    <a:pt x="2394" y="1468"/>
                  </a:lnTo>
                  <a:lnTo>
                    <a:pt x="2665" y="1738"/>
                  </a:lnTo>
                  <a:lnTo>
                    <a:pt x="2935" y="2009"/>
                  </a:lnTo>
                  <a:lnTo>
                    <a:pt x="3167" y="2279"/>
                  </a:lnTo>
                  <a:lnTo>
                    <a:pt x="3360" y="2588"/>
                  </a:lnTo>
                  <a:lnTo>
                    <a:pt x="3514" y="2897"/>
                  </a:lnTo>
                  <a:lnTo>
                    <a:pt x="3630" y="3244"/>
                  </a:lnTo>
                  <a:lnTo>
                    <a:pt x="3707" y="3592"/>
                  </a:lnTo>
                  <a:lnTo>
                    <a:pt x="3784" y="3939"/>
                  </a:lnTo>
                  <a:lnTo>
                    <a:pt x="3784" y="4325"/>
                  </a:lnTo>
                  <a:lnTo>
                    <a:pt x="3823" y="4403"/>
                  </a:lnTo>
                  <a:lnTo>
                    <a:pt x="3939" y="4480"/>
                  </a:lnTo>
                  <a:lnTo>
                    <a:pt x="3939" y="4557"/>
                  </a:lnTo>
                  <a:lnTo>
                    <a:pt x="3978" y="4596"/>
                  </a:lnTo>
                  <a:lnTo>
                    <a:pt x="4016" y="4596"/>
                  </a:lnTo>
                  <a:lnTo>
                    <a:pt x="4055" y="4557"/>
                  </a:lnTo>
                  <a:lnTo>
                    <a:pt x="4171" y="4403"/>
                  </a:lnTo>
                  <a:lnTo>
                    <a:pt x="4286" y="4287"/>
                  </a:lnTo>
                  <a:lnTo>
                    <a:pt x="4595" y="4017"/>
                  </a:lnTo>
                  <a:lnTo>
                    <a:pt x="4943" y="3785"/>
                  </a:lnTo>
                  <a:lnTo>
                    <a:pt x="5329" y="3630"/>
                  </a:lnTo>
                  <a:lnTo>
                    <a:pt x="5754" y="3476"/>
                  </a:lnTo>
                  <a:lnTo>
                    <a:pt x="6179" y="3360"/>
                  </a:lnTo>
                  <a:lnTo>
                    <a:pt x="6565" y="3283"/>
                  </a:lnTo>
                  <a:lnTo>
                    <a:pt x="6912" y="3206"/>
                  </a:lnTo>
                  <a:lnTo>
                    <a:pt x="7260" y="3167"/>
                  </a:lnTo>
                  <a:lnTo>
                    <a:pt x="7646" y="3167"/>
                  </a:lnTo>
                  <a:lnTo>
                    <a:pt x="7994" y="3206"/>
                  </a:lnTo>
                  <a:lnTo>
                    <a:pt x="8380" y="3244"/>
                  </a:lnTo>
                  <a:lnTo>
                    <a:pt x="8727" y="3321"/>
                  </a:lnTo>
                  <a:lnTo>
                    <a:pt x="9075" y="3399"/>
                  </a:lnTo>
                  <a:lnTo>
                    <a:pt x="9422" y="3553"/>
                  </a:lnTo>
                  <a:lnTo>
                    <a:pt x="9770" y="3669"/>
                  </a:lnTo>
                  <a:lnTo>
                    <a:pt x="9499" y="4017"/>
                  </a:lnTo>
                  <a:lnTo>
                    <a:pt x="9229" y="4364"/>
                  </a:lnTo>
                  <a:lnTo>
                    <a:pt x="8920" y="4634"/>
                  </a:lnTo>
                  <a:lnTo>
                    <a:pt x="8611" y="4905"/>
                  </a:lnTo>
                  <a:lnTo>
                    <a:pt x="8264" y="5136"/>
                  </a:lnTo>
                  <a:lnTo>
                    <a:pt x="7916" y="5329"/>
                  </a:lnTo>
                  <a:lnTo>
                    <a:pt x="7530" y="5484"/>
                  </a:lnTo>
                  <a:lnTo>
                    <a:pt x="7105" y="5600"/>
                  </a:lnTo>
                  <a:lnTo>
                    <a:pt x="6719" y="5638"/>
                  </a:lnTo>
                  <a:lnTo>
                    <a:pt x="6333" y="5677"/>
                  </a:lnTo>
                  <a:lnTo>
                    <a:pt x="5599" y="5677"/>
                  </a:lnTo>
                  <a:lnTo>
                    <a:pt x="4866" y="5600"/>
                  </a:lnTo>
                  <a:lnTo>
                    <a:pt x="4093" y="5484"/>
                  </a:lnTo>
                  <a:lnTo>
                    <a:pt x="4016" y="5484"/>
                  </a:lnTo>
                  <a:lnTo>
                    <a:pt x="3978" y="5523"/>
                  </a:lnTo>
                  <a:lnTo>
                    <a:pt x="3900" y="5638"/>
                  </a:lnTo>
                  <a:lnTo>
                    <a:pt x="3862" y="5638"/>
                  </a:lnTo>
                  <a:lnTo>
                    <a:pt x="3862" y="5716"/>
                  </a:lnTo>
                  <a:lnTo>
                    <a:pt x="3900" y="6025"/>
                  </a:lnTo>
                  <a:lnTo>
                    <a:pt x="4093" y="5909"/>
                  </a:lnTo>
                  <a:lnTo>
                    <a:pt x="4943" y="6025"/>
                  </a:lnTo>
                  <a:lnTo>
                    <a:pt x="5792" y="6102"/>
                  </a:lnTo>
                  <a:lnTo>
                    <a:pt x="6217" y="6102"/>
                  </a:lnTo>
                  <a:lnTo>
                    <a:pt x="6642" y="6063"/>
                  </a:lnTo>
                  <a:lnTo>
                    <a:pt x="7105" y="6025"/>
                  </a:lnTo>
                  <a:lnTo>
                    <a:pt x="7530" y="5947"/>
                  </a:lnTo>
                  <a:lnTo>
                    <a:pt x="7955" y="5793"/>
                  </a:lnTo>
                  <a:lnTo>
                    <a:pt x="8341" y="5600"/>
                  </a:lnTo>
                  <a:lnTo>
                    <a:pt x="8727" y="5368"/>
                  </a:lnTo>
                  <a:lnTo>
                    <a:pt x="9075" y="5098"/>
                  </a:lnTo>
                  <a:lnTo>
                    <a:pt x="9384" y="4789"/>
                  </a:lnTo>
                  <a:lnTo>
                    <a:pt x="9654" y="4441"/>
                  </a:lnTo>
                  <a:lnTo>
                    <a:pt x="10233" y="3746"/>
                  </a:lnTo>
                  <a:lnTo>
                    <a:pt x="10272" y="3630"/>
                  </a:lnTo>
                  <a:lnTo>
                    <a:pt x="10272" y="3553"/>
                  </a:lnTo>
                  <a:lnTo>
                    <a:pt x="10233" y="3476"/>
                  </a:lnTo>
                  <a:lnTo>
                    <a:pt x="10156" y="3399"/>
                  </a:lnTo>
                  <a:lnTo>
                    <a:pt x="9693" y="3206"/>
                  </a:lnTo>
                  <a:lnTo>
                    <a:pt x="9229" y="3013"/>
                  </a:lnTo>
                  <a:lnTo>
                    <a:pt x="8766" y="2897"/>
                  </a:lnTo>
                  <a:lnTo>
                    <a:pt x="8264" y="2781"/>
                  </a:lnTo>
                  <a:lnTo>
                    <a:pt x="7800" y="2742"/>
                  </a:lnTo>
                  <a:lnTo>
                    <a:pt x="7298" y="2742"/>
                  </a:lnTo>
                  <a:lnTo>
                    <a:pt x="6796" y="2781"/>
                  </a:lnTo>
                  <a:lnTo>
                    <a:pt x="6294" y="2858"/>
                  </a:lnTo>
                  <a:lnTo>
                    <a:pt x="5870" y="3013"/>
                  </a:lnTo>
                  <a:lnTo>
                    <a:pt x="5290" y="3206"/>
                  </a:lnTo>
                  <a:lnTo>
                    <a:pt x="4982" y="3321"/>
                  </a:lnTo>
                  <a:lnTo>
                    <a:pt x="4673" y="3476"/>
                  </a:lnTo>
                  <a:lnTo>
                    <a:pt x="4402" y="3630"/>
                  </a:lnTo>
                  <a:lnTo>
                    <a:pt x="4209" y="3823"/>
                  </a:lnTo>
                  <a:lnTo>
                    <a:pt x="4132" y="3476"/>
                  </a:lnTo>
                  <a:lnTo>
                    <a:pt x="4055" y="3128"/>
                  </a:lnTo>
                  <a:lnTo>
                    <a:pt x="3939" y="2781"/>
                  </a:lnTo>
                  <a:lnTo>
                    <a:pt x="3784" y="2472"/>
                  </a:lnTo>
                  <a:lnTo>
                    <a:pt x="3591" y="2163"/>
                  </a:lnTo>
                  <a:lnTo>
                    <a:pt x="3360" y="1854"/>
                  </a:lnTo>
                  <a:lnTo>
                    <a:pt x="3128" y="1584"/>
                  </a:lnTo>
                  <a:lnTo>
                    <a:pt x="2858" y="1314"/>
                  </a:lnTo>
                  <a:lnTo>
                    <a:pt x="2472" y="966"/>
                  </a:lnTo>
                  <a:lnTo>
                    <a:pt x="2008" y="696"/>
                  </a:lnTo>
                  <a:lnTo>
                    <a:pt x="1545" y="425"/>
                  </a:lnTo>
                  <a:lnTo>
                    <a:pt x="1081" y="194"/>
                  </a:lnTo>
                  <a:lnTo>
                    <a:pt x="850" y="78"/>
                  </a:lnTo>
                  <a:lnTo>
                    <a:pt x="657" y="39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20"/>
            <p:cNvSpPr/>
            <p:nvPr/>
          </p:nvSpPr>
          <p:spPr>
            <a:xfrm>
              <a:off x="3343725" y="3024000"/>
              <a:ext cx="482700" cy="227850"/>
            </a:xfrm>
            <a:custGeom>
              <a:avLst/>
              <a:gdLst/>
              <a:ahLst/>
              <a:cxnLst/>
              <a:rect l="l" t="t" r="r" b="b"/>
              <a:pathLst>
                <a:path w="19308" h="9114" extrusionOk="0">
                  <a:moveTo>
                    <a:pt x="77" y="1"/>
                  </a:moveTo>
                  <a:lnTo>
                    <a:pt x="0" y="618"/>
                  </a:lnTo>
                  <a:lnTo>
                    <a:pt x="0" y="1236"/>
                  </a:lnTo>
                  <a:lnTo>
                    <a:pt x="39" y="1854"/>
                  </a:lnTo>
                  <a:lnTo>
                    <a:pt x="154" y="2472"/>
                  </a:lnTo>
                  <a:lnTo>
                    <a:pt x="309" y="3090"/>
                  </a:lnTo>
                  <a:lnTo>
                    <a:pt x="502" y="3669"/>
                  </a:lnTo>
                  <a:lnTo>
                    <a:pt x="772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69" y="5947"/>
                  </a:lnTo>
                  <a:lnTo>
                    <a:pt x="2433" y="6449"/>
                  </a:lnTo>
                  <a:lnTo>
                    <a:pt x="2935" y="6913"/>
                  </a:lnTo>
                  <a:lnTo>
                    <a:pt x="3514" y="7299"/>
                  </a:lnTo>
                  <a:lnTo>
                    <a:pt x="4093" y="7646"/>
                  </a:lnTo>
                  <a:lnTo>
                    <a:pt x="4672" y="7994"/>
                  </a:lnTo>
                  <a:lnTo>
                    <a:pt x="5329" y="8264"/>
                  </a:lnTo>
                  <a:lnTo>
                    <a:pt x="5947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98"/>
                  </a:lnTo>
                  <a:lnTo>
                    <a:pt x="8688" y="9075"/>
                  </a:lnTo>
                  <a:lnTo>
                    <a:pt x="9383" y="9114"/>
                  </a:lnTo>
                  <a:lnTo>
                    <a:pt x="10079" y="9114"/>
                  </a:lnTo>
                  <a:lnTo>
                    <a:pt x="10735" y="9075"/>
                  </a:lnTo>
                  <a:lnTo>
                    <a:pt x="11391" y="9036"/>
                  </a:lnTo>
                  <a:lnTo>
                    <a:pt x="12048" y="8921"/>
                  </a:lnTo>
                  <a:lnTo>
                    <a:pt x="12704" y="8805"/>
                  </a:lnTo>
                  <a:lnTo>
                    <a:pt x="13361" y="8612"/>
                  </a:lnTo>
                  <a:lnTo>
                    <a:pt x="14017" y="8419"/>
                  </a:lnTo>
                  <a:lnTo>
                    <a:pt x="14635" y="8187"/>
                  </a:lnTo>
                  <a:lnTo>
                    <a:pt x="15253" y="7917"/>
                  </a:lnTo>
                  <a:lnTo>
                    <a:pt x="15871" y="7569"/>
                  </a:lnTo>
                  <a:lnTo>
                    <a:pt x="16411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28" y="4905"/>
                  </a:lnTo>
                  <a:lnTo>
                    <a:pt x="19076" y="4325"/>
                  </a:lnTo>
                  <a:lnTo>
                    <a:pt x="19307" y="3708"/>
                  </a:lnTo>
                  <a:lnTo>
                    <a:pt x="19114" y="3669"/>
                  </a:lnTo>
                  <a:lnTo>
                    <a:pt x="18767" y="4171"/>
                  </a:lnTo>
                  <a:lnTo>
                    <a:pt x="18381" y="4673"/>
                  </a:lnTo>
                  <a:lnTo>
                    <a:pt x="17995" y="5136"/>
                  </a:lnTo>
                  <a:lnTo>
                    <a:pt x="17608" y="5561"/>
                  </a:lnTo>
                  <a:lnTo>
                    <a:pt x="17145" y="5986"/>
                  </a:lnTo>
                  <a:lnTo>
                    <a:pt x="16720" y="6372"/>
                  </a:lnTo>
                  <a:lnTo>
                    <a:pt x="16218" y="6720"/>
                  </a:lnTo>
                  <a:lnTo>
                    <a:pt x="15716" y="7028"/>
                  </a:lnTo>
                  <a:lnTo>
                    <a:pt x="15214" y="7337"/>
                  </a:lnTo>
                  <a:lnTo>
                    <a:pt x="14674" y="7608"/>
                  </a:lnTo>
                  <a:lnTo>
                    <a:pt x="14133" y="7839"/>
                  </a:lnTo>
                  <a:lnTo>
                    <a:pt x="13554" y="8032"/>
                  </a:lnTo>
                  <a:lnTo>
                    <a:pt x="12975" y="8225"/>
                  </a:lnTo>
                  <a:lnTo>
                    <a:pt x="12395" y="8380"/>
                  </a:lnTo>
                  <a:lnTo>
                    <a:pt x="11816" y="8496"/>
                  </a:lnTo>
                  <a:lnTo>
                    <a:pt x="11198" y="8573"/>
                  </a:lnTo>
                  <a:lnTo>
                    <a:pt x="10503" y="8612"/>
                  </a:lnTo>
                  <a:lnTo>
                    <a:pt x="9808" y="8650"/>
                  </a:lnTo>
                  <a:lnTo>
                    <a:pt x="9075" y="8612"/>
                  </a:lnTo>
                  <a:lnTo>
                    <a:pt x="8379" y="8573"/>
                  </a:lnTo>
                  <a:lnTo>
                    <a:pt x="7684" y="8457"/>
                  </a:lnTo>
                  <a:lnTo>
                    <a:pt x="6989" y="8303"/>
                  </a:lnTo>
                  <a:lnTo>
                    <a:pt x="6294" y="8110"/>
                  </a:lnTo>
                  <a:lnTo>
                    <a:pt x="5638" y="7878"/>
                  </a:lnTo>
                  <a:lnTo>
                    <a:pt x="4981" y="7608"/>
                  </a:lnTo>
                  <a:lnTo>
                    <a:pt x="4364" y="7299"/>
                  </a:lnTo>
                  <a:lnTo>
                    <a:pt x="3784" y="6951"/>
                  </a:lnTo>
                  <a:lnTo>
                    <a:pt x="3205" y="6526"/>
                  </a:lnTo>
                  <a:lnTo>
                    <a:pt x="2664" y="6063"/>
                  </a:lnTo>
                  <a:lnTo>
                    <a:pt x="2201" y="5561"/>
                  </a:lnTo>
                  <a:lnTo>
                    <a:pt x="1738" y="5020"/>
                  </a:lnTo>
                  <a:lnTo>
                    <a:pt x="1352" y="4403"/>
                  </a:lnTo>
                  <a:lnTo>
                    <a:pt x="1081" y="3901"/>
                  </a:lnTo>
                  <a:lnTo>
                    <a:pt x="850" y="3399"/>
                  </a:lnTo>
                  <a:lnTo>
                    <a:pt x="656" y="2858"/>
                  </a:lnTo>
                  <a:lnTo>
                    <a:pt x="502" y="2317"/>
                  </a:lnTo>
                  <a:lnTo>
                    <a:pt x="425" y="1777"/>
                  </a:lnTo>
                  <a:lnTo>
                    <a:pt x="348" y="1198"/>
                  </a:lnTo>
                  <a:lnTo>
                    <a:pt x="386" y="618"/>
                  </a:lnTo>
                  <a:lnTo>
                    <a:pt x="425" y="78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20"/>
            <p:cNvSpPr/>
            <p:nvPr/>
          </p:nvSpPr>
          <p:spPr>
            <a:xfrm>
              <a:off x="238125" y="3026900"/>
              <a:ext cx="84975" cy="55050"/>
            </a:xfrm>
            <a:custGeom>
              <a:avLst/>
              <a:gdLst/>
              <a:ahLst/>
              <a:cxnLst/>
              <a:rect l="l" t="t" r="r" b="b"/>
              <a:pathLst>
                <a:path w="3399" h="2202" extrusionOk="0">
                  <a:moveTo>
                    <a:pt x="1506" y="425"/>
                  </a:moveTo>
                  <a:lnTo>
                    <a:pt x="1738" y="502"/>
                  </a:lnTo>
                  <a:lnTo>
                    <a:pt x="1931" y="580"/>
                  </a:lnTo>
                  <a:lnTo>
                    <a:pt x="2124" y="657"/>
                  </a:lnTo>
                  <a:lnTo>
                    <a:pt x="2433" y="927"/>
                  </a:lnTo>
                  <a:lnTo>
                    <a:pt x="2742" y="1236"/>
                  </a:lnTo>
                  <a:lnTo>
                    <a:pt x="2973" y="1545"/>
                  </a:lnTo>
                  <a:lnTo>
                    <a:pt x="2549" y="1545"/>
                  </a:lnTo>
                  <a:lnTo>
                    <a:pt x="2085" y="1584"/>
                  </a:lnTo>
                  <a:lnTo>
                    <a:pt x="1699" y="1699"/>
                  </a:lnTo>
                  <a:lnTo>
                    <a:pt x="1467" y="1777"/>
                  </a:lnTo>
                  <a:lnTo>
                    <a:pt x="965" y="1777"/>
                  </a:lnTo>
                  <a:lnTo>
                    <a:pt x="772" y="1738"/>
                  </a:lnTo>
                  <a:lnTo>
                    <a:pt x="579" y="1622"/>
                  </a:lnTo>
                  <a:lnTo>
                    <a:pt x="502" y="1545"/>
                  </a:lnTo>
                  <a:lnTo>
                    <a:pt x="463" y="1429"/>
                  </a:lnTo>
                  <a:lnTo>
                    <a:pt x="386" y="1313"/>
                  </a:lnTo>
                  <a:lnTo>
                    <a:pt x="386" y="1159"/>
                  </a:lnTo>
                  <a:lnTo>
                    <a:pt x="386" y="1043"/>
                  </a:lnTo>
                  <a:lnTo>
                    <a:pt x="425" y="927"/>
                  </a:lnTo>
                  <a:lnTo>
                    <a:pt x="463" y="811"/>
                  </a:lnTo>
                  <a:lnTo>
                    <a:pt x="541" y="734"/>
                  </a:lnTo>
                  <a:lnTo>
                    <a:pt x="734" y="580"/>
                  </a:lnTo>
                  <a:lnTo>
                    <a:pt x="1004" y="502"/>
                  </a:lnTo>
                  <a:lnTo>
                    <a:pt x="1236" y="425"/>
                  </a:lnTo>
                  <a:close/>
                  <a:moveTo>
                    <a:pt x="1004" y="0"/>
                  </a:moveTo>
                  <a:lnTo>
                    <a:pt x="772" y="78"/>
                  </a:lnTo>
                  <a:lnTo>
                    <a:pt x="541" y="193"/>
                  </a:lnTo>
                  <a:lnTo>
                    <a:pt x="386" y="309"/>
                  </a:lnTo>
                  <a:lnTo>
                    <a:pt x="193" y="502"/>
                  </a:lnTo>
                  <a:lnTo>
                    <a:pt x="77" y="734"/>
                  </a:lnTo>
                  <a:lnTo>
                    <a:pt x="0" y="927"/>
                  </a:lnTo>
                  <a:lnTo>
                    <a:pt x="0" y="1159"/>
                  </a:lnTo>
                  <a:lnTo>
                    <a:pt x="0" y="1391"/>
                  </a:lnTo>
                  <a:lnTo>
                    <a:pt x="77" y="1584"/>
                  </a:lnTo>
                  <a:lnTo>
                    <a:pt x="154" y="1777"/>
                  </a:lnTo>
                  <a:lnTo>
                    <a:pt x="309" y="1931"/>
                  </a:lnTo>
                  <a:lnTo>
                    <a:pt x="463" y="2047"/>
                  </a:lnTo>
                  <a:lnTo>
                    <a:pt x="695" y="2163"/>
                  </a:lnTo>
                  <a:lnTo>
                    <a:pt x="1004" y="2201"/>
                  </a:lnTo>
                  <a:lnTo>
                    <a:pt x="1274" y="2201"/>
                  </a:lnTo>
                  <a:lnTo>
                    <a:pt x="1583" y="2163"/>
                  </a:lnTo>
                  <a:lnTo>
                    <a:pt x="1892" y="2086"/>
                  </a:lnTo>
                  <a:lnTo>
                    <a:pt x="2201" y="2008"/>
                  </a:lnTo>
                  <a:lnTo>
                    <a:pt x="2510" y="1931"/>
                  </a:lnTo>
                  <a:lnTo>
                    <a:pt x="2819" y="1931"/>
                  </a:lnTo>
                  <a:lnTo>
                    <a:pt x="3089" y="2008"/>
                  </a:lnTo>
                  <a:lnTo>
                    <a:pt x="3205" y="2008"/>
                  </a:lnTo>
                  <a:lnTo>
                    <a:pt x="3282" y="1970"/>
                  </a:lnTo>
                  <a:lnTo>
                    <a:pt x="3359" y="1893"/>
                  </a:lnTo>
                  <a:lnTo>
                    <a:pt x="3359" y="1815"/>
                  </a:lnTo>
                  <a:lnTo>
                    <a:pt x="3398" y="1777"/>
                  </a:lnTo>
                  <a:lnTo>
                    <a:pt x="3398" y="1699"/>
                  </a:lnTo>
                  <a:lnTo>
                    <a:pt x="3089" y="1159"/>
                  </a:lnTo>
                  <a:lnTo>
                    <a:pt x="2935" y="927"/>
                  </a:lnTo>
                  <a:lnTo>
                    <a:pt x="2742" y="695"/>
                  </a:lnTo>
                  <a:lnTo>
                    <a:pt x="2510" y="464"/>
                  </a:lnTo>
                  <a:lnTo>
                    <a:pt x="2278" y="309"/>
                  </a:lnTo>
                  <a:lnTo>
                    <a:pt x="2008" y="155"/>
                  </a:lnTo>
                  <a:lnTo>
                    <a:pt x="1738" y="3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20"/>
            <p:cNvSpPr/>
            <p:nvPr/>
          </p:nvSpPr>
          <p:spPr>
            <a:xfrm>
              <a:off x="3429625" y="3033650"/>
              <a:ext cx="35750" cy="29950"/>
            </a:xfrm>
            <a:custGeom>
              <a:avLst/>
              <a:gdLst/>
              <a:ahLst/>
              <a:cxnLst/>
              <a:rect l="l" t="t" r="r" b="b"/>
              <a:pathLst>
                <a:path w="1430" h="1198" extrusionOk="0">
                  <a:moveTo>
                    <a:pt x="657" y="1"/>
                  </a:moveTo>
                  <a:lnTo>
                    <a:pt x="464" y="39"/>
                  </a:ln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1" y="580"/>
                  </a:lnTo>
                  <a:lnTo>
                    <a:pt x="1" y="773"/>
                  </a:lnTo>
                  <a:lnTo>
                    <a:pt x="39" y="927"/>
                  </a:lnTo>
                  <a:lnTo>
                    <a:pt x="117" y="1121"/>
                  </a:lnTo>
                  <a:lnTo>
                    <a:pt x="155" y="1159"/>
                  </a:lnTo>
                  <a:lnTo>
                    <a:pt x="232" y="1198"/>
                  </a:lnTo>
                  <a:lnTo>
                    <a:pt x="348" y="1159"/>
                  </a:lnTo>
                  <a:lnTo>
                    <a:pt x="387" y="1082"/>
                  </a:lnTo>
                  <a:lnTo>
                    <a:pt x="426" y="1005"/>
                  </a:lnTo>
                  <a:lnTo>
                    <a:pt x="387" y="966"/>
                  </a:lnTo>
                  <a:lnTo>
                    <a:pt x="348" y="850"/>
                  </a:lnTo>
                  <a:lnTo>
                    <a:pt x="348" y="773"/>
                  </a:lnTo>
                  <a:lnTo>
                    <a:pt x="387" y="580"/>
                  </a:lnTo>
                  <a:lnTo>
                    <a:pt x="503" y="464"/>
                  </a:lnTo>
                  <a:lnTo>
                    <a:pt x="580" y="425"/>
                  </a:lnTo>
                  <a:lnTo>
                    <a:pt x="696" y="387"/>
                  </a:lnTo>
                  <a:lnTo>
                    <a:pt x="773" y="425"/>
                  </a:lnTo>
                  <a:lnTo>
                    <a:pt x="850" y="464"/>
                  </a:lnTo>
                  <a:lnTo>
                    <a:pt x="966" y="580"/>
                  </a:lnTo>
                  <a:lnTo>
                    <a:pt x="1005" y="696"/>
                  </a:lnTo>
                  <a:lnTo>
                    <a:pt x="1005" y="773"/>
                  </a:lnTo>
                  <a:lnTo>
                    <a:pt x="966" y="966"/>
                  </a:lnTo>
                  <a:lnTo>
                    <a:pt x="928" y="1043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43" y="1159"/>
                  </a:lnTo>
                  <a:lnTo>
                    <a:pt x="1236" y="1159"/>
                  </a:lnTo>
                  <a:lnTo>
                    <a:pt x="1314" y="1082"/>
                  </a:lnTo>
                  <a:lnTo>
                    <a:pt x="1391" y="927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87"/>
                  </a:lnTo>
                  <a:lnTo>
                    <a:pt x="1159" y="232"/>
                  </a:lnTo>
                  <a:lnTo>
                    <a:pt x="1005" y="117"/>
                  </a:lnTo>
                  <a:lnTo>
                    <a:pt x="850" y="39"/>
                  </a:lnTo>
                  <a:lnTo>
                    <a:pt x="65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20"/>
            <p:cNvSpPr/>
            <p:nvPr/>
          </p:nvSpPr>
          <p:spPr>
            <a:xfrm>
              <a:off x="3375575" y="3037525"/>
              <a:ext cx="34775" cy="29950"/>
            </a:xfrm>
            <a:custGeom>
              <a:avLst/>
              <a:gdLst/>
              <a:ahLst/>
              <a:cxnLst/>
              <a:rect l="l" t="t" r="r" b="b"/>
              <a:pathLst>
                <a:path w="1391" h="1198" extrusionOk="0">
                  <a:moveTo>
                    <a:pt x="657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0"/>
                  </a:lnTo>
                  <a:lnTo>
                    <a:pt x="39" y="425"/>
                  </a:lnTo>
                  <a:lnTo>
                    <a:pt x="0" y="618"/>
                  </a:lnTo>
                  <a:lnTo>
                    <a:pt x="39" y="811"/>
                  </a:lnTo>
                  <a:lnTo>
                    <a:pt x="116" y="1004"/>
                  </a:lnTo>
                  <a:lnTo>
                    <a:pt x="232" y="1120"/>
                  </a:lnTo>
                  <a:lnTo>
                    <a:pt x="425" y="1197"/>
                  </a:lnTo>
                  <a:lnTo>
                    <a:pt x="502" y="1197"/>
                  </a:lnTo>
                  <a:lnTo>
                    <a:pt x="541" y="1159"/>
                  </a:lnTo>
                  <a:lnTo>
                    <a:pt x="541" y="1081"/>
                  </a:lnTo>
                  <a:lnTo>
                    <a:pt x="502" y="1004"/>
                  </a:lnTo>
                  <a:lnTo>
                    <a:pt x="425" y="927"/>
                  </a:lnTo>
                  <a:lnTo>
                    <a:pt x="386" y="850"/>
                  </a:lnTo>
                  <a:lnTo>
                    <a:pt x="386" y="734"/>
                  </a:lnTo>
                  <a:lnTo>
                    <a:pt x="386" y="618"/>
                  </a:lnTo>
                  <a:lnTo>
                    <a:pt x="425" y="541"/>
                  </a:lnTo>
                  <a:lnTo>
                    <a:pt x="464" y="464"/>
                  </a:lnTo>
                  <a:lnTo>
                    <a:pt x="580" y="425"/>
                  </a:lnTo>
                  <a:lnTo>
                    <a:pt x="695" y="386"/>
                  </a:lnTo>
                  <a:lnTo>
                    <a:pt x="811" y="425"/>
                  </a:lnTo>
                  <a:lnTo>
                    <a:pt x="888" y="464"/>
                  </a:lnTo>
                  <a:lnTo>
                    <a:pt x="927" y="579"/>
                  </a:lnTo>
                  <a:lnTo>
                    <a:pt x="966" y="657"/>
                  </a:lnTo>
                  <a:lnTo>
                    <a:pt x="1043" y="888"/>
                  </a:lnTo>
                  <a:lnTo>
                    <a:pt x="1082" y="966"/>
                  </a:lnTo>
                  <a:lnTo>
                    <a:pt x="1120" y="1081"/>
                  </a:lnTo>
                  <a:lnTo>
                    <a:pt x="1159" y="1120"/>
                  </a:lnTo>
                  <a:lnTo>
                    <a:pt x="1236" y="1120"/>
                  </a:lnTo>
                  <a:lnTo>
                    <a:pt x="1313" y="1043"/>
                  </a:lnTo>
                  <a:lnTo>
                    <a:pt x="1352" y="966"/>
                  </a:lnTo>
                  <a:lnTo>
                    <a:pt x="1390" y="850"/>
                  </a:lnTo>
                  <a:lnTo>
                    <a:pt x="1352" y="618"/>
                  </a:lnTo>
                  <a:lnTo>
                    <a:pt x="1313" y="425"/>
                  </a:lnTo>
                  <a:lnTo>
                    <a:pt x="1197" y="232"/>
                  </a:lnTo>
                  <a:lnTo>
                    <a:pt x="1043" y="116"/>
                  </a:lnTo>
                  <a:lnTo>
                    <a:pt x="850" y="3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20"/>
            <p:cNvSpPr/>
            <p:nvPr/>
          </p:nvSpPr>
          <p:spPr>
            <a:xfrm>
              <a:off x="333675" y="3041375"/>
              <a:ext cx="49275" cy="56025"/>
            </a:xfrm>
            <a:custGeom>
              <a:avLst/>
              <a:gdLst/>
              <a:ahLst/>
              <a:cxnLst/>
              <a:rect l="l" t="t" r="r" b="b"/>
              <a:pathLst>
                <a:path w="1971" h="2241" extrusionOk="0">
                  <a:moveTo>
                    <a:pt x="1237" y="425"/>
                  </a:moveTo>
                  <a:lnTo>
                    <a:pt x="1391" y="464"/>
                  </a:lnTo>
                  <a:lnTo>
                    <a:pt x="1507" y="580"/>
                  </a:lnTo>
                  <a:lnTo>
                    <a:pt x="1545" y="657"/>
                  </a:lnTo>
                  <a:lnTo>
                    <a:pt x="1545" y="734"/>
                  </a:lnTo>
                  <a:lnTo>
                    <a:pt x="1507" y="812"/>
                  </a:lnTo>
                  <a:lnTo>
                    <a:pt x="1468" y="889"/>
                  </a:lnTo>
                  <a:lnTo>
                    <a:pt x="1275" y="1082"/>
                  </a:lnTo>
                  <a:lnTo>
                    <a:pt x="1005" y="1314"/>
                  </a:lnTo>
                  <a:lnTo>
                    <a:pt x="773" y="1507"/>
                  </a:lnTo>
                  <a:lnTo>
                    <a:pt x="657" y="1661"/>
                  </a:lnTo>
                  <a:lnTo>
                    <a:pt x="619" y="1777"/>
                  </a:lnTo>
                  <a:lnTo>
                    <a:pt x="503" y="1661"/>
                  </a:lnTo>
                  <a:lnTo>
                    <a:pt x="464" y="1545"/>
                  </a:lnTo>
                  <a:lnTo>
                    <a:pt x="387" y="1391"/>
                  </a:lnTo>
                  <a:lnTo>
                    <a:pt x="387" y="1236"/>
                  </a:lnTo>
                  <a:lnTo>
                    <a:pt x="387" y="1082"/>
                  </a:lnTo>
                  <a:lnTo>
                    <a:pt x="426" y="966"/>
                  </a:lnTo>
                  <a:lnTo>
                    <a:pt x="464" y="812"/>
                  </a:lnTo>
                  <a:lnTo>
                    <a:pt x="580" y="696"/>
                  </a:lnTo>
                  <a:lnTo>
                    <a:pt x="696" y="580"/>
                  </a:lnTo>
                  <a:lnTo>
                    <a:pt x="850" y="464"/>
                  </a:lnTo>
                  <a:lnTo>
                    <a:pt x="1043" y="425"/>
                  </a:lnTo>
                  <a:close/>
                  <a:moveTo>
                    <a:pt x="1121" y="1"/>
                  </a:moveTo>
                  <a:lnTo>
                    <a:pt x="928" y="39"/>
                  </a:lnTo>
                  <a:lnTo>
                    <a:pt x="735" y="116"/>
                  </a:lnTo>
                  <a:lnTo>
                    <a:pt x="541" y="232"/>
                  </a:lnTo>
                  <a:lnTo>
                    <a:pt x="348" y="348"/>
                  </a:lnTo>
                  <a:lnTo>
                    <a:pt x="233" y="503"/>
                  </a:lnTo>
                  <a:lnTo>
                    <a:pt x="117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68"/>
                  </a:lnTo>
                  <a:lnTo>
                    <a:pt x="117" y="1622"/>
                  </a:lnTo>
                  <a:lnTo>
                    <a:pt x="233" y="1816"/>
                  </a:lnTo>
                  <a:lnTo>
                    <a:pt x="348" y="1931"/>
                  </a:lnTo>
                  <a:lnTo>
                    <a:pt x="503" y="2086"/>
                  </a:lnTo>
                  <a:lnTo>
                    <a:pt x="657" y="2163"/>
                  </a:lnTo>
                  <a:lnTo>
                    <a:pt x="735" y="2240"/>
                  </a:lnTo>
                  <a:lnTo>
                    <a:pt x="850" y="2240"/>
                  </a:lnTo>
                  <a:lnTo>
                    <a:pt x="928" y="2202"/>
                  </a:lnTo>
                  <a:lnTo>
                    <a:pt x="966" y="2086"/>
                  </a:lnTo>
                  <a:lnTo>
                    <a:pt x="1005" y="1931"/>
                  </a:lnTo>
                  <a:lnTo>
                    <a:pt x="1082" y="1777"/>
                  </a:lnTo>
                  <a:lnTo>
                    <a:pt x="1198" y="1661"/>
                  </a:lnTo>
                  <a:lnTo>
                    <a:pt x="1314" y="1507"/>
                  </a:lnTo>
                  <a:lnTo>
                    <a:pt x="1623" y="1314"/>
                  </a:lnTo>
                  <a:lnTo>
                    <a:pt x="1739" y="1198"/>
                  </a:lnTo>
                  <a:lnTo>
                    <a:pt x="1854" y="1043"/>
                  </a:lnTo>
                  <a:lnTo>
                    <a:pt x="1932" y="889"/>
                  </a:lnTo>
                  <a:lnTo>
                    <a:pt x="1970" y="696"/>
                  </a:lnTo>
                  <a:lnTo>
                    <a:pt x="1932" y="541"/>
                  </a:lnTo>
                  <a:lnTo>
                    <a:pt x="1893" y="387"/>
                  </a:lnTo>
                  <a:lnTo>
                    <a:pt x="1777" y="271"/>
                  </a:lnTo>
                  <a:lnTo>
                    <a:pt x="1661" y="155"/>
                  </a:lnTo>
                  <a:lnTo>
                    <a:pt x="1507" y="78"/>
                  </a:lnTo>
                  <a:lnTo>
                    <a:pt x="1352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20"/>
            <p:cNvSpPr/>
            <p:nvPr/>
          </p:nvSpPr>
          <p:spPr>
            <a:xfrm>
              <a:off x="312450" y="3078050"/>
              <a:ext cx="440225" cy="234625"/>
            </a:xfrm>
            <a:custGeom>
              <a:avLst/>
              <a:gdLst/>
              <a:ahLst/>
              <a:cxnLst/>
              <a:rect l="l" t="t" r="r" b="b"/>
              <a:pathLst>
                <a:path w="17609" h="9385" extrusionOk="0">
                  <a:moveTo>
                    <a:pt x="6256" y="1"/>
                  </a:moveTo>
                  <a:lnTo>
                    <a:pt x="5638" y="40"/>
                  </a:lnTo>
                  <a:lnTo>
                    <a:pt x="5059" y="155"/>
                  </a:lnTo>
                  <a:lnTo>
                    <a:pt x="4480" y="271"/>
                  </a:lnTo>
                  <a:lnTo>
                    <a:pt x="3939" y="503"/>
                  </a:lnTo>
                  <a:lnTo>
                    <a:pt x="3398" y="735"/>
                  </a:lnTo>
                  <a:lnTo>
                    <a:pt x="2896" y="1044"/>
                  </a:lnTo>
                  <a:lnTo>
                    <a:pt x="2433" y="1391"/>
                  </a:lnTo>
                  <a:lnTo>
                    <a:pt x="1970" y="1777"/>
                  </a:lnTo>
                  <a:lnTo>
                    <a:pt x="1584" y="2202"/>
                  </a:lnTo>
                  <a:lnTo>
                    <a:pt x="1197" y="2665"/>
                  </a:lnTo>
                  <a:lnTo>
                    <a:pt x="888" y="3206"/>
                  </a:lnTo>
                  <a:lnTo>
                    <a:pt x="618" y="3747"/>
                  </a:lnTo>
                  <a:lnTo>
                    <a:pt x="386" y="4287"/>
                  </a:lnTo>
                  <a:lnTo>
                    <a:pt x="193" y="4905"/>
                  </a:lnTo>
                  <a:lnTo>
                    <a:pt x="78" y="5484"/>
                  </a:lnTo>
                  <a:lnTo>
                    <a:pt x="0" y="6102"/>
                  </a:lnTo>
                  <a:lnTo>
                    <a:pt x="0" y="6681"/>
                  </a:lnTo>
                  <a:lnTo>
                    <a:pt x="39" y="7261"/>
                  </a:lnTo>
                  <a:lnTo>
                    <a:pt x="155" y="7801"/>
                  </a:lnTo>
                  <a:lnTo>
                    <a:pt x="309" y="8342"/>
                  </a:lnTo>
                  <a:lnTo>
                    <a:pt x="502" y="8882"/>
                  </a:lnTo>
                  <a:lnTo>
                    <a:pt x="734" y="9384"/>
                  </a:lnTo>
                  <a:lnTo>
                    <a:pt x="1043" y="9230"/>
                  </a:lnTo>
                  <a:lnTo>
                    <a:pt x="888" y="8844"/>
                  </a:lnTo>
                  <a:lnTo>
                    <a:pt x="734" y="8458"/>
                  </a:lnTo>
                  <a:lnTo>
                    <a:pt x="541" y="7801"/>
                  </a:lnTo>
                  <a:lnTo>
                    <a:pt x="425" y="7183"/>
                  </a:lnTo>
                  <a:lnTo>
                    <a:pt x="425" y="6527"/>
                  </a:lnTo>
                  <a:lnTo>
                    <a:pt x="425" y="5870"/>
                  </a:lnTo>
                  <a:lnTo>
                    <a:pt x="541" y="5253"/>
                  </a:lnTo>
                  <a:lnTo>
                    <a:pt x="695" y="4596"/>
                  </a:lnTo>
                  <a:lnTo>
                    <a:pt x="927" y="3978"/>
                  </a:lnTo>
                  <a:lnTo>
                    <a:pt x="1236" y="3399"/>
                  </a:lnTo>
                  <a:lnTo>
                    <a:pt x="1584" y="2858"/>
                  </a:lnTo>
                  <a:lnTo>
                    <a:pt x="2008" y="2318"/>
                  </a:lnTo>
                  <a:lnTo>
                    <a:pt x="2472" y="1854"/>
                  </a:lnTo>
                  <a:lnTo>
                    <a:pt x="2974" y="1468"/>
                  </a:lnTo>
                  <a:lnTo>
                    <a:pt x="3553" y="1121"/>
                  </a:lnTo>
                  <a:lnTo>
                    <a:pt x="4132" y="851"/>
                  </a:lnTo>
                  <a:lnTo>
                    <a:pt x="4750" y="657"/>
                  </a:lnTo>
                  <a:lnTo>
                    <a:pt x="5406" y="503"/>
                  </a:lnTo>
                  <a:lnTo>
                    <a:pt x="5793" y="464"/>
                  </a:lnTo>
                  <a:lnTo>
                    <a:pt x="6912" y="464"/>
                  </a:lnTo>
                  <a:lnTo>
                    <a:pt x="7607" y="580"/>
                  </a:lnTo>
                  <a:lnTo>
                    <a:pt x="8264" y="773"/>
                  </a:lnTo>
                  <a:lnTo>
                    <a:pt x="8920" y="1044"/>
                  </a:lnTo>
                  <a:lnTo>
                    <a:pt x="9538" y="1352"/>
                  </a:lnTo>
                  <a:lnTo>
                    <a:pt x="10195" y="1739"/>
                  </a:lnTo>
                  <a:lnTo>
                    <a:pt x="10813" y="2125"/>
                  </a:lnTo>
                  <a:lnTo>
                    <a:pt x="11315" y="2472"/>
                  </a:lnTo>
                  <a:lnTo>
                    <a:pt x="11894" y="2781"/>
                  </a:lnTo>
                  <a:lnTo>
                    <a:pt x="12434" y="3090"/>
                  </a:lnTo>
                  <a:lnTo>
                    <a:pt x="13052" y="3360"/>
                  </a:lnTo>
                  <a:lnTo>
                    <a:pt x="13631" y="3554"/>
                  </a:lnTo>
                  <a:lnTo>
                    <a:pt x="14249" y="3708"/>
                  </a:lnTo>
                  <a:lnTo>
                    <a:pt x="14867" y="3708"/>
                  </a:lnTo>
                  <a:lnTo>
                    <a:pt x="15215" y="3669"/>
                  </a:lnTo>
                  <a:lnTo>
                    <a:pt x="15524" y="3631"/>
                  </a:lnTo>
                  <a:lnTo>
                    <a:pt x="15987" y="3476"/>
                  </a:lnTo>
                  <a:lnTo>
                    <a:pt x="16412" y="3245"/>
                  </a:lnTo>
                  <a:lnTo>
                    <a:pt x="16798" y="2936"/>
                  </a:lnTo>
                  <a:lnTo>
                    <a:pt x="17107" y="2588"/>
                  </a:lnTo>
                  <a:lnTo>
                    <a:pt x="17377" y="2202"/>
                  </a:lnTo>
                  <a:lnTo>
                    <a:pt x="17454" y="1970"/>
                  </a:lnTo>
                  <a:lnTo>
                    <a:pt x="17531" y="1739"/>
                  </a:lnTo>
                  <a:lnTo>
                    <a:pt x="17609" y="1507"/>
                  </a:lnTo>
                  <a:lnTo>
                    <a:pt x="17609" y="1275"/>
                  </a:lnTo>
                  <a:lnTo>
                    <a:pt x="17609" y="1044"/>
                  </a:lnTo>
                  <a:lnTo>
                    <a:pt x="17570" y="773"/>
                  </a:lnTo>
                  <a:lnTo>
                    <a:pt x="17531" y="696"/>
                  </a:lnTo>
                  <a:lnTo>
                    <a:pt x="17493" y="657"/>
                  </a:lnTo>
                  <a:lnTo>
                    <a:pt x="17454" y="580"/>
                  </a:lnTo>
                  <a:lnTo>
                    <a:pt x="17416" y="542"/>
                  </a:lnTo>
                  <a:lnTo>
                    <a:pt x="17145" y="773"/>
                  </a:lnTo>
                  <a:lnTo>
                    <a:pt x="17145" y="851"/>
                  </a:lnTo>
                  <a:lnTo>
                    <a:pt x="17184" y="1198"/>
                  </a:lnTo>
                  <a:lnTo>
                    <a:pt x="17145" y="1584"/>
                  </a:lnTo>
                  <a:lnTo>
                    <a:pt x="17030" y="1893"/>
                  </a:lnTo>
                  <a:lnTo>
                    <a:pt x="16836" y="2241"/>
                  </a:lnTo>
                  <a:lnTo>
                    <a:pt x="16605" y="2511"/>
                  </a:lnTo>
                  <a:lnTo>
                    <a:pt x="16334" y="2743"/>
                  </a:lnTo>
                  <a:lnTo>
                    <a:pt x="16026" y="2936"/>
                  </a:lnTo>
                  <a:lnTo>
                    <a:pt x="15678" y="3090"/>
                  </a:lnTo>
                  <a:lnTo>
                    <a:pt x="15292" y="3206"/>
                  </a:lnTo>
                  <a:lnTo>
                    <a:pt x="14906" y="3245"/>
                  </a:lnTo>
                  <a:lnTo>
                    <a:pt x="14520" y="3245"/>
                  </a:lnTo>
                  <a:lnTo>
                    <a:pt x="14133" y="3206"/>
                  </a:lnTo>
                  <a:lnTo>
                    <a:pt x="13747" y="3129"/>
                  </a:lnTo>
                  <a:lnTo>
                    <a:pt x="13361" y="3013"/>
                  </a:lnTo>
                  <a:lnTo>
                    <a:pt x="12975" y="2858"/>
                  </a:lnTo>
                  <a:lnTo>
                    <a:pt x="12627" y="2704"/>
                  </a:lnTo>
                  <a:lnTo>
                    <a:pt x="12010" y="2356"/>
                  </a:lnTo>
                  <a:lnTo>
                    <a:pt x="11353" y="1970"/>
                  </a:lnTo>
                  <a:lnTo>
                    <a:pt x="10156" y="1198"/>
                  </a:lnTo>
                  <a:lnTo>
                    <a:pt x="9538" y="851"/>
                  </a:lnTo>
                  <a:lnTo>
                    <a:pt x="8882" y="542"/>
                  </a:lnTo>
                  <a:lnTo>
                    <a:pt x="8225" y="271"/>
                  </a:lnTo>
                  <a:lnTo>
                    <a:pt x="7878" y="155"/>
                  </a:lnTo>
                  <a:lnTo>
                    <a:pt x="7492" y="78"/>
                  </a:lnTo>
                  <a:lnTo>
                    <a:pt x="687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20"/>
            <p:cNvSpPr/>
            <p:nvPr/>
          </p:nvSpPr>
          <p:spPr>
            <a:xfrm>
              <a:off x="330800" y="3096400"/>
              <a:ext cx="446975" cy="310875"/>
            </a:xfrm>
            <a:custGeom>
              <a:avLst/>
              <a:gdLst/>
              <a:ahLst/>
              <a:cxnLst/>
              <a:rect l="l" t="t" r="r" b="b"/>
              <a:pathLst>
                <a:path w="17879" h="12435" extrusionOk="0">
                  <a:moveTo>
                    <a:pt x="17608" y="1"/>
                  </a:moveTo>
                  <a:lnTo>
                    <a:pt x="17415" y="117"/>
                  </a:lnTo>
                  <a:lnTo>
                    <a:pt x="17454" y="734"/>
                  </a:lnTo>
                  <a:lnTo>
                    <a:pt x="17454" y="1352"/>
                  </a:lnTo>
                  <a:lnTo>
                    <a:pt x="17415" y="1931"/>
                  </a:lnTo>
                  <a:lnTo>
                    <a:pt x="17338" y="2549"/>
                  </a:lnTo>
                  <a:lnTo>
                    <a:pt x="17261" y="3128"/>
                  </a:lnTo>
                  <a:lnTo>
                    <a:pt x="17106" y="3708"/>
                  </a:lnTo>
                  <a:lnTo>
                    <a:pt x="16952" y="4287"/>
                  </a:lnTo>
                  <a:lnTo>
                    <a:pt x="16720" y="4828"/>
                  </a:lnTo>
                  <a:lnTo>
                    <a:pt x="16489" y="5368"/>
                  </a:lnTo>
                  <a:lnTo>
                    <a:pt x="16257" y="5909"/>
                  </a:lnTo>
                  <a:lnTo>
                    <a:pt x="15948" y="6449"/>
                  </a:lnTo>
                  <a:lnTo>
                    <a:pt x="15600" y="6951"/>
                  </a:lnTo>
                  <a:lnTo>
                    <a:pt x="15253" y="7415"/>
                  </a:lnTo>
                  <a:lnTo>
                    <a:pt x="14867" y="7917"/>
                  </a:lnTo>
                  <a:lnTo>
                    <a:pt x="14481" y="8341"/>
                  </a:lnTo>
                  <a:lnTo>
                    <a:pt x="14017" y="8805"/>
                  </a:lnTo>
                  <a:lnTo>
                    <a:pt x="13515" y="9268"/>
                  </a:lnTo>
                  <a:lnTo>
                    <a:pt x="12975" y="9693"/>
                  </a:lnTo>
                  <a:lnTo>
                    <a:pt x="12395" y="10118"/>
                  </a:lnTo>
                  <a:lnTo>
                    <a:pt x="11778" y="10465"/>
                  </a:lnTo>
                  <a:lnTo>
                    <a:pt x="11160" y="10813"/>
                  </a:lnTo>
                  <a:lnTo>
                    <a:pt x="10503" y="11122"/>
                  </a:lnTo>
                  <a:lnTo>
                    <a:pt x="9847" y="11392"/>
                  </a:lnTo>
                  <a:lnTo>
                    <a:pt x="9190" y="11585"/>
                  </a:lnTo>
                  <a:lnTo>
                    <a:pt x="8495" y="11778"/>
                  </a:lnTo>
                  <a:lnTo>
                    <a:pt x="7839" y="11894"/>
                  </a:lnTo>
                  <a:lnTo>
                    <a:pt x="7144" y="11971"/>
                  </a:lnTo>
                  <a:lnTo>
                    <a:pt x="6449" y="11971"/>
                  </a:lnTo>
                  <a:lnTo>
                    <a:pt x="5754" y="11933"/>
                  </a:lnTo>
                  <a:lnTo>
                    <a:pt x="5059" y="11817"/>
                  </a:lnTo>
                  <a:lnTo>
                    <a:pt x="4364" y="11624"/>
                  </a:lnTo>
                  <a:lnTo>
                    <a:pt x="3668" y="11392"/>
                  </a:lnTo>
                  <a:lnTo>
                    <a:pt x="3166" y="11160"/>
                  </a:lnTo>
                  <a:lnTo>
                    <a:pt x="2664" y="10890"/>
                  </a:lnTo>
                  <a:lnTo>
                    <a:pt x="2201" y="10581"/>
                  </a:lnTo>
                  <a:lnTo>
                    <a:pt x="1738" y="10234"/>
                  </a:lnTo>
                  <a:lnTo>
                    <a:pt x="1352" y="9847"/>
                  </a:lnTo>
                  <a:lnTo>
                    <a:pt x="965" y="9423"/>
                  </a:lnTo>
                  <a:lnTo>
                    <a:pt x="618" y="8959"/>
                  </a:lnTo>
                  <a:lnTo>
                    <a:pt x="309" y="8496"/>
                  </a:lnTo>
                  <a:lnTo>
                    <a:pt x="0" y="8650"/>
                  </a:lnTo>
                  <a:lnTo>
                    <a:pt x="309" y="9191"/>
                  </a:lnTo>
                  <a:lnTo>
                    <a:pt x="695" y="9693"/>
                  </a:lnTo>
                  <a:lnTo>
                    <a:pt x="1081" y="10156"/>
                  </a:lnTo>
                  <a:lnTo>
                    <a:pt x="1545" y="10581"/>
                  </a:lnTo>
                  <a:lnTo>
                    <a:pt x="2047" y="10967"/>
                  </a:lnTo>
                  <a:lnTo>
                    <a:pt x="2549" y="11315"/>
                  </a:lnTo>
                  <a:lnTo>
                    <a:pt x="3128" y="11624"/>
                  </a:lnTo>
                  <a:lnTo>
                    <a:pt x="3746" y="11894"/>
                  </a:lnTo>
                  <a:lnTo>
                    <a:pt x="4402" y="12126"/>
                  </a:lnTo>
                  <a:lnTo>
                    <a:pt x="5097" y="12280"/>
                  </a:lnTo>
                  <a:lnTo>
                    <a:pt x="5754" y="12357"/>
                  </a:lnTo>
                  <a:lnTo>
                    <a:pt x="6449" y="12435"/>
                  </a:lnTo>
                  <a:lnTo>
                    <a:pt x="7144" y="12396"/>
                  </a:lnTo>
                  <a:lnTo>
                    <a:pt x="7800" y="12357"/>
                  </a:lnTo>
                  <a:lnTo>
                    <a:pt x="8495" y="12242"/>
                  </a:lnTo>
                  <a:lnTo>
                    <a:pt x="9152" y="12087"/>
                  </a:lnTo>
                  <a:lnTo>
                    <a:pt x="9808" y="11894"/>
                  </a:lnTo>
                  <a:lnTo>
                    <a:pt x="10465" y="11662"/>
                  </a:lnTo>
                  <a:lnTo>
                    <a:pt x="11121" y="11353"/>
                  </a:lnTo>
                  <a:lnTo>
                    <a:pt x="11739" y="11044"/>
                  </a:lnTo>
                  <a:lnTo>
                    <a:pt x="12318" y="10697"/>
                  </a:lnTo>
                  <a:lnTo>
                    <a:pt x="12897" y="10311"/>
                  </a:lnTo>
                  <a:lnTo>
                    <a:pt x="13477" y="9925"/>
                  </a:lnTo>
                  <a:lnTo>
                    <a:pt x="13979" y="9461"/>
                  </a:lnTo>
                  <a:lnTo>
                    <a:pt x="14481" y="9037"/>
                  </a:lnTo>
                  <a:lnTo>
                    <a:pt x="14944" y="8573"/>
                  </a:lnTo>
                  <a:lnTo>
                    <a:pt x="15369" y="8071"/>
                  </a:lnTo>
                  <a:lnTo>
                    <a:pt x="15794" y="7531"/>
                  </a:lnTo>
                  <a:lnTo>
                    <a:pt x="16180" y="6990"/>
                  </a:lnTo>
                  <a:lnTo>
                    <a:pt x="16566" y="6411"/>
                  </a:lnTo>
                  <a:lnTo>
                    <a:pt x="16875" y="5793"/>
                  </a:lnTo>
                  <a:lnTo>
                    <a:pt x="17184" y="5214"/>
                  </a:lnTo>
                  <a:lnTo>
                    <a:pt x="17415" y="4557"/>
                  </a:lnTo>
                  <a:lnTo>
                    <a:pt x="17608" y="3939"/>
                  </a:lnTo>
                  <a:lnTo>
                    <a:pt x="17763" y="3283"/>
                  </a:lnTo>
                  <a:lnTo>
                    <a:pt x="17840" y="2626"/>
                  </a:lnTo>
                  <a:lnTo>
                    <a:pt x="17879" y="1970"/>
                  </a:lnTo>
                  <a:lnTo>
                    <a:pt x="17840" y="1314"/>
                  </a:lnTo>
                  <a:lnTo>
                    <a:pt x="17763" y="657"/>
                  </a:lnTo>
                  <a:lnTo>
                    <a:pt x="1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20"/>
            <p:cNvSpPr/>
            <p:nvPr/>
          </p:nvSpPr>
          <p:spPr>
            <a:xfrm>
              <a:off x="4441350" y="3154325"/>
              <a:ext cx="84975" cy="94625"/>
            </a:xfrm>
            <a:custGeom>
              <a:avLst/>
              <a:gdLst/>
              <a:ahLst/>
              <a:cxnLst/>
              <a:rect l="l" t="t" r="r" b="b"/>
              <a:pathLst>
                <a:path w="3399" h="3785" extrusionOk="0">
                  <a:moveTo>
                    <a:pt x="77" y="1"/>
                  </a:moveTo>
                  <a:lnTo>
                    <a:pt x="0" y="78"/>
                  </a:lnTo>
                  <a:lnTo>
                    <a:pt x="0" y="116"/>
                  </a:lnTo>
                  <a:lnTo>
                    <a:pt x="348" y="889"/>
                  </a:lnTo>
                  <a:lnTo>
                    <a:pt x="811" y="1661"/>
                  </a:lnTo>
                  <a:lnTo>
                    <a:pt x="1274" y="2395"/>
                  </a:lnTo>
                  <a:lnTo>
                    <a:pt x="1738" y="3090"/>
                  </a:lnTo>
                  <a:lnTo>
                    <a:pt x="2008" y="3437"/>
                  </a:lnTo>
                  <a:lnTo>
                    <a:pt x="2201" y="3553"/>
                  </a:lnTo>
                  <a:lnTo>
                    <a:pt x="2394" y="3669"/>
                  </a:lnTo>
                  <a:lnTo>
                    <a:pt x="2587" y="3746"/>
                  </a:lnTo>
                  <a:lnTo>
                    <a:pt x="2780" y="3785"/>
                  </a:lnTo>
                  <a:lnTo>
                    <a:pt x="3012" y="3708"/>
                  </a:lnTo>
                  <a:lnTo>
                    <a:pt x="3205" y="3592"/>
                  </a:lnTo>
                  <a:lnTo>
                    <a:pt x="3321" y="3437"/>
                  </a:lnTo>
                  <a:lnTo>
                    <a:pt x="3398" y="3244"/>
                  </a:lnTo>
                  <a:lnTo>
                    <a:pt x="3398" y="3090"/>
                  </a:lnTo>
                  <a:lnTo>
                    <a:pt x="3398" y="2897"/>
                  </a:lnTo>
                  <a:lnTo>
                    <a:pt x="3360" y="2704"/>
                  </a:lnTo>
                  <a:lnTo>
                    <a:pt x="3282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89" y="2742"/>
                  </a:lnTo>
                  <a:lnTo>
                    <a:pt x="3128" y="2858"/>
                  </a:lnTo>
                  <a:lnTo>
                    <a:pt x="2896" y="3012"/>
                  </a:lnTo>
                  <a:lnTo>
                    <a:pt x="2665" y="3128"/>
                  </a:lnTo>
                  <a:lnTo>
                    <a:pt x="2510" y="3206"/>
                  </a:lnTo>
                  <a:lnTo>
                    <a:pt x="2317" y="3206"/>
                  </a:lnTo>
                  <a:lnTo>
                    <a:pt x="2201" y="3167"/>
                  </a:lnTo>
                  <a:lnTo>
                    <a:pt x="2047" y="3090"/>
                  </a:lnTo>
                  <a:lnTo>
                    <a:pt x="1931" y="2935"/>
                  </a:lnTo>
                  <a:lnTo>
                    <a:pt x="1854" y="2742"/>
                  </a:lnTo>
                  <a:lnTo>
                    <a:pt x="1699" y="2511"/>
                  </a:lnTo>
                  <a:lnTo>
                    <a:pt x="1081" y="1507"/>
                  </a:lnTo>
                  <a:lnTo>
                    <a:pt x="618" y="773"/>
                  </a:lnTo>
                  <a:lnTo>
                    <a:pt x="386" y="387"/>
                  </a:lnTo>
                  <a:lnTo>
                    <a:pt x="116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20"/>
            <p:cNvSpPr/>
            <p:nvPr/>
          </p:nvSpPr>
          <p:spPr>
            <a:xfrm>
              <a:off x="7199400" y="3174600"/>
              <a:ext cx="61825" cy="89800"/>
            </a:xfrm>
            <a:custGeom>
              <a:avLst/>
              <a:gdLst/>
              <a:ahLst/>
              <a:cxnLst/>
              <a:rect l="l" t="t" r="r" b="b"/>
              <a:pathLst>
                <a:path w="2473" h="3592" extrusionOk="0">
                  <a:moveTo>
                    <a:pt x="1082" y="0"/>
                  </a:moveTo>
                  <a:lnTo>
                    <a:pt x="1005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32" y="2163"/>
                  </a:lnTo>
                  <a:lnTo>
                    <a:pt x="1932" y="2433"/>
                  </a:lnTo>
                  <a:lnTo>
                    <a:pt x="1816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1" y="3128"/>
                  </a:lnTo>
                  <a:lnTo>
                    <a:pt x="1198" y="3128"/>
                  </a:lnTo>
                  <a:lnTo>
                    <a:pt x="1043" y="3090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588"/>
                  </a:lnTo>
                  <a:lnTo>
                    <a:pt x="928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1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13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24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10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21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3"/>
                  </a:lnTo>
                  <a:lnTo>
                    <a:pt x="1700" y="3514"/>
                  </a:lnTo>
                  <a:lnTo>
                    <a:pt x="1854" y="3399"/>
                  </a:lnTo>
                  <a:lnTo>
                    <a:pt x="2047" y="3244"/>
                  </a:lnTo>
                  <a:lnTo>
                    <a:pt x="2202" y="3051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0"/>
                  </a:lnTo>
                  <a:lnTo>
                    <a:pt x="2434" y="2008"/>
                  </a:lnTo>
                  <a:lnTo>
                    <a:pt x="2395" y="1815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20"/>
            <p:cNvSpPr/>
            <p:nvPr/>
          </p:nvSpPr>
          <p:spPr>
            <a:xfrm>
              <a:off x="6803600" y="3198725"/>
              <a:ext cx="310875" cy="124575"/>
            </a:xfrm>
            <a:custGeom>
              <a:avLst/>
              <a:gdLst/>
              <a:ahLst/>
              <a:cxnLst/>
              <a:rect l="l" t="t" r="r" b="b"/>
              <a:pathLst>
                <a:path w="12435" h="4983" extrusionOk="0">
                  <a:moveTo>
                    <a:pt x="232" y="1"/>
                  </a:moveTo>
                  <a:lnTo>
                    <a:pt x="1" y="233"/>
                  </a:lnTo>
                  <a:lnTo>
                    <a:pt x="503" y="966"/>
                  </a:lnTo>
                  <a:lnTo>
                    <a:pt x="1043" y="1623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4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4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3"/>
                  </a:lnTo>
                  <a:lnTo>
                    <a:pt x="11855" y="3862"/>
                  </a:lnTo>
                  <a:lnTo>
                    <a:pt x="12242" y="3592"/>
                  </a:lnTo>
                  <a:lnTo>
                    <a:pt x="12319" y="3553"/>
                  </a:lnTo>
                  <a:lnTo>
                    <a:pt x="12435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9"/>
                  </a:lnTo>
                  <a:lnTo>
                    <a:pt x="12010" y="3129"/>
                  </a:lnTo>
                  <a:lnTo>
                    <a:pt x="11933" y="3206"/>
                  </a:lnTo>
                  <a:lnTo>
                    <a:pt x="11585" y="3438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7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2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2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7"/>
                  </a:lnTo>
                  <a:lnTo>
                    <a:pt x="4596" y="3708"/>
                  </a:lnTo>
                  <a:lnTo>
                    <a:pt x="3901" y="3283"/>
                  </a:lnTo>
                  <a:lnTo>
                    <a:pt x="3206" y="2820"/>
                  </a:lnTo>
                  <a:lnTo>
                    <a:pt x="2588" y="2318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20"/>
            <p:cNvSpPr/>
            <p:nvPr/>
          </p:nvSpPr>
          <p:spPr>
            <a:xfrm>
              <a:off x="7111550" y="320550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77"/>
                  </a:lnTo>
                  <a:lnTo>
                    <a:pt x="3013" y="270"/>
                  </a:lnTo>
                  <a:lnTo>
                    <a:pt x="2781" y="502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5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1"/>
                  </a:lnTo>
                  <a:lnTo>
                    <a:pt x="966" y="2510"/>
                  </a:lnTo>
                  <a:lnTo>
                    <a:pt x="1198" y="2587"/>
                  </a:lnTo>
                  <a:lnTo>
                    <a:pt x="1430" y="2703"/>
                  </a:lnTo>
                  <a:lnTo>
                    <a:pt x="1623" y="2819"/>
                  </a:lnTo>
                  <a:lnTo>
                    <a:pt x="1816" y="2973"/>
                  </a:lnTo>
                  <a:lnTo>
                    <a:pt x="1970" y="3167"/>
                  </a:lnTo>
                  <a:lnTo>
                    <a:pt x="2047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093"/>
                  </a:lnTo>
                  <a:lnTo>
                    <a:pt x="2009" y="4325"/>
                  </a:lnTo>
                  <a:lnTo>
                    <a:pt x="1893" y="4518"/>
                  </a:lnTo>
                  <a:lnTo>
                    <a:pt x="1739" y="4711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5"/>
                  </a:lnTo>
                  <a:lnTo>
                    <a:pt x="657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32"/>
                  </a:lnTo>
                  <a:lnTo>
                    <a:pt x="966" y="4093"/>
                  </a:lnTo>
                  <a:lnTo>
                    <a:pt x="1121" y="4093"/>
                  </a:lnTo>
                  <a:lnTo>
                    <a:pt x="1237" y="4016"/>
                  </a:lnTo>
                  <a:lnTo>
                    <a:pt x="1314" y="3900"/>
                  </a:lnTo>
                  <a:lnTo>
                    <a:pt x="1314" y="3784"/>
                  </a:lnTo>
                  <a:lnTo>
                    <a:pt x="1275" y="3707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862"/>
                  </a:lnTo>
                  <a:lnTo>
                    <a:pt x="387" y="3977"/>
                  </a:lnTo>
                  <a:lnTo>
                    <a:pt x="310" y="4093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866"/>
                  </a:lnTo>
                  <a:lnTo>
                    <a:pt x="387" y="5097"/>
                  </a:lnTo>
                  <a:lnTo>
                    <a:pt x="541" y="5252"/>
                  </a:lnTo>
                  <a:lnTo>
                    <a:pt x="735" y="5368"/>
                  </a:lnTo>
                  <a:lnTo>
                    <a:pt x="966" y="5406"/>
                  </a:lnTo>
                  <a:lnTo>
                    <a:pt x="1198" y="5406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20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1"/>
                  </a:lnTo>
                  <a:lnTo>
                    <a:pt x="1739" y="2356"/>
                  </a:lnTo>
                  <a:lnTo>
                    <a:pt x="1507" y="2201"/>
                  </a:lnTo>
                  <a:lnTo>
                    <a:pt x="1275" y="2124"/>
                  </a:lnTo>
                  <a:lnTo>
                    <a:pt x="1623" y="1969"/>
                  </a:lnTo>
                  <a:lnTo>
                    <a:pt x="1932" y="1815"/>
                  </a:lnTo>
                  <a:lnTo>
                    <a:pt x="2241" y="1622"/>
                  </a:lnTo>
                  <a:lnTo>
                    <a:pt x="2549" y="1390"/>
                  </a:lnTo>
                  <a:lnTo>
                    <a:pt x="2820" y="1197"/>
                  </a:lnTo>
                  <a:lnTo>
                    <a:pt x="3090" y="965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77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20"/>
            <p:cNvSpPr/>
            <p:nvPr/>
          </p:nvSpPr>
          <p:spPr>
            <a:xfrm>
              <a:off x="1402350" y="3219000"/>
              <a:ext cx="106225" cy="103325"/>
            </a:xfrm>
            <a:custGeom>
              <a:avLst/>
              <a:gdLst/>
              <a:ahLst/>
              <a:cxnLst/>
              <a:rect l="l" t="t" r="r" b="b"/>
              <a:pathLst>
                <a:path w="4249" h="4133" extrusionOk="0">
                  <a:moveTo>
                    <a:pt x="2317" y="387"/>
                  </a:moveTo>
                  <a:lnTo>
                    <a:pt x="2588" y="425"/>
                  </a:lnTo>
                  <a:lnTo>
                    <a:pt x="2858" y="503"/>
                  </a:lnTo>
                  <a:lnTo>
                    <a:pt x="3128" y="619"/>
                  </a:lnTo>
                  <a:lnTo>
                    <a:pt x="3321" y="812"/>
                  </a:lnTo>
                  <a:lnTo>
                    <a:pt x="3553" y="1043"/>
                  </a:lnTo>
                  <a:lnTo>
                    <a:pt x="3708" y="1352"/>
                  </a:lnTo>
                  <a:lnTo>
                    <a:pt x="3823" y="1700"/>
                  </a:lnTo>
                  <a:lnTo>
                    <a:pt x="3862" y="2047"/>
                  </a:lnTo>
                  <a:lnTo>
                    <a:pt x="3785" y="2395"/>
                  </a:lnTo>
                  <a:lnTo>
                    <a:pt x="3708" y="2742"/>
                  </a:lnTo>
                  <a:lnTo>
                    <a:pt x="3514" y="3051"/>
                  </a:lnTo>
                  <a:lnTo>
                    <a:pt x="3283" y="3322"/>
                  </a:lnTo>
                  <a:lnTo>
                    <a:pt x="3012" y="3515"/>
                  </a:lnTo>
                  <a:lnTo>
                    <a:pt x="2704" y="3669"/>
                  </a:lnTo>
                  <a:lnTo>
                    <a:pt x="2395" y="3746"/>
                  </a:lnTo>
                  <a:lnTo>
                    <a:pt x="2047" y="3785"/>
                  </a:lnTo>
                  <a:lnTo>
                    <a:pt x="1738" y="3746"/>
                  </a:lnTo>
                  <a:lnTo>
                    <a:pt x="1391" y="3631"/>
                  </a:lnTo>
                  <a:lnTo>
                    <a:pt x="1120" y="3476"/>
                  </a:lnTo>
                  <a:lnTo>
                    <a:pt x="850" y="3283"/>
                  </a:lnTo>
                  <a:lnTo>
                    <a:pt x="618" y="3013"/>
                  </a:lnTo>
                  <a:lnTo>
                    <a:pt x="464" y="2665"/>
                  </a:lnTo>
                  <a:lnTo>
                    <a:pt x="348" y="2318"/>
                  </a:lnTo>
                  <a:lnTo>
                    <a:pt x="348" y="1931"/>
                  </a:lnTo>
                  <a:lnTo>
                    <a:pt x="387" y="1545"/>
                  </a:lnTo>
                  <a:lnTo>
                    <a:pt x="541" y="1236"/>
                  </a:lnTo>
                  <a:lnTo>
                    <a:pt x="618" y="1082"/>
                  </a:lnTo>
                  <a:lnTo>
                    <a:pt x="734" y="927"/>
                  </a:lnTo>
                  <a:lnTo>
                    <a:pt x="889" y="812"/>
                  </a:lnTo>
                  <a:lnTo>
                    <a:pt x="1043" y="696"/>
                  </a:lnTo>
                  <a:lnTo>
                    <a:pt x="1236" y="619"/>
                  </a:lnTo>
                  <a:lnTo>
                    <a:pt x="1429" y="541"/>
                  </a:lnTo>
                  <a:lnTo>
                    <a:pt x="1468" y="503"/>
                  </a:lnTo>
                  <a:lnTo>
                    <a:pt x="1777" y="425"/>
                  </a:lnTo>
                  <a:lnTo>
                    <a:pt x="2047" y="387"/>
                  </a:lnTo>
                  <a:close/>
                  <a:moveTo>
                    <a:pt x="1931" y="1"/>
                  </a:moveTo>
                  <a:lnTo>
                    <a:pt x="1738" y="39"/>
                  </a:lnTo>
                  <a:lnTo>
                    <a:pt x="1507" y="117"/>
                  </a:lnTo>
                  <a:lnTo>
                    <a:pt x="1313" y="232"/>
                  </a:lnTo>
                  <a:lnTo>
                    <a:pt x="1159" y="348"/>
                  </a:lnTo>
                  <a:lnTo>
                    <a:pt x="1120" y="387"/>
                  </a:lnTo>
                  <a:lnTo>
                    <a:pt x="966" y="387"/>
                  </a:lnTo>
                  <a:lnTo>
                    <a:pt x="773" y="464"/>
                  </a:lnTo>
                  <a:lnTo>
                    <a:pt x="657" y="541"/>
                  </a:lnTo>
                  <a:lnTo>
                    <a:pt x="503" y="657"/>
                  </a:lnTo>
                  <a:lnTo>
                    <a:pt x="387" y="773"/>
                  </a:lnTo>
                  <a:lnTo>
                    <a:pt x="309" y="927"/>
                  </a:lnTo>
                  <a:lnTo>
                    <a:pt x="155" y="1236"/>
                  </a:lnTo>
                  <a:lnTo>
                    <a:pt x="39" y="1623"/>
                  </a:lnTo>
                  <a:lnTo>
                    <a:pt x="1" y="2009"/>
                  </a:lnTo>
                  <a:lnTo>
                    <a:pt x="39" y="2356"/>
                  </a:lnTo>
                  <a:lnTo>
                    <a:pt x="78" y="2704"/>
                  </a:lnTo>
                  <a:lnTo>
                    <a:pt x="155" y="2897"/>
                  </a:lnTo>
                  <a:lnTo>
                    <a:pt x="271" y="3090"/>
                  </a:lnTo>
                  <a:lnTo>
                    <a:pt x="387" y="3283"/>
                  </a:lnTo>
                  <a:lnTo>
                    <a:pt x="541" y="3437"/>
                  </a:lnTo>
                  <a:lnTo>
                    <a:pt x="850" y="3746"/>
                  </a:lnTo>
                  <a:lnTo>
                    <a:pt x="1236" y="3939"/>
                  </a:lnTo>
                  <a:lnTo>
                    <a:pt x="1661" y="4094"/>
                  </a:lnTo>
                  <a:lnTo>
                    <a:pt x="2086" y="4133"/>
                  </a:lnTo>
                  <a:lnTo>
                    <a:pt x="2510" y="4094"/>
                  </a:lnTo>
                  <a:lnTo>
                    <a:pt x="2742" y="4055"/>
                  </a:lnTo>
                  <a:lnTo>
                    <a:pt x="2974" y="3978"/>
                  </a:lnTo>
                  <a:lnTo>
                    <a:pt x="3321" y="3746"/>
                  </a:lnTo>
                  <a:lnTo>
                    <a:pt x="3630" y="3476"/>
                  </a:lnTo>
                  <a:lnTo>
                    <a:pt x="3862" y="3167"/>
                  </a:lnTo>
                  <a:lnTo>
                    <a:pt x="4055" y="2781"/>
                  </a:lnTo>
                  <a:lnTo>
                    <a:pt x="4171" y="2395"/>
                  </a:lnTo>
                  <a:lnTo>
                    <a:pt x="4248" y="2009"/>
                  </a:lnTo>
                  <a:lnTo>
                    <a:pt x="4210" y="1584"/>
                  </a:lnTo>
                  <a:lnTo>
                    <a:pt x="4094" y="1198"/>
                  </a:lnTo>
                  <a:lnTo>
                    <a:pt x="3978" y="1005"/>
                  </a:lnTo>
                  <a:lnTo>
                    <a:pt x="3862" y="812"/>
                  </a:lnTo>
                  <a:lnTo>
                    <a:pt x="3708" y="657"/>
                  </a:lnTo>
                  <a:lnTo>
                    <a:pt x="3553" y="503"/>
                  </a:lnTo>
                  <a:lnTo>
                    <a:pt x="3206" y="232"/>
                  </a:lnTo>
                  <a:lnTo>
                    <a:pt x="2781" y="78"/>
                  </a:lnTo>
                  <a:lnTo>
                    <a:pt x="23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20"/>
            <p:cNvSpPr/>
            <p:nvPr/>
          </p:nvSpPr>
          <p:spPr>
            <a:xfrm>
              <a:off x="4924025" y="3220925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6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5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5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0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7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20"/>
            <p:cNvSpPr/>
            <p:nvPr/>
          </p:nvSpPr>
          <p:spPr>
            <a:xfrm>
              <a:off x="2672775" y="3239275"/>
              <a:ext cx="330175" cy="176700"/>
            </a:xfrm>
            <a:custGeom>
              <a:avLst/>
              <a:gdLst/>
              <a:ahLst/>
              <a:cxnLst/>
              <a:rect l="l" t="t" r="r" b="b"/>
              <a:pathLst>
                <a:path w="13207" h="7068" extrusionOk="0">
                  <a:moveTo>
                    <a:pt x="8110" y="310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80"/>
                  </a:lnTo>
                  <a:lnTo>
                    <a:pt x="8728" y="889"/>
                  </a:lnTo>
                  <a:lnTo>
                    <a:pt x="8766" y="1198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8"/>
                  </a:lnTo>
                  <a:lnTo>
                    <a:pt x="8033" y="2858"/>
                  </a:lnTo>
                  <a:lnTo>
                    <a:pt x="6836" y="4712"/>
                  </a:lnTo>
                  <a:lnTo>
                    <a:pt x="6681" y="4712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8"/>
                  </a:lnTo>
                  <a:lnTo>
                    <a:pt x="7453" y="889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10"/>
                  </a:lnTo>
                  <a:close/>
                  <a:moveTo>
                    <a:pt x="5909" y="5407"/>
                  </a:moveTo>
                  <a:lnTo>
                    <a:pt x="4673" y="5831"/>
                  </a:lnTo>
                  <a:lnTo>
                    <a:pt x="3437" y="6218"/>
                  </a:lnTo>
                  <a:lnTo>
                    <a:pt x="2781" y="6372"/>
                  </a:lnTo>
                  <a:lnTo>
                    <a:pt x="2125" y="6527"/>
                  </a:lnTo>
                  <a:lnTo>
                    <a:pt x="1700" y="6565"/>
                  </a:lnTo>
                  <a:lnTo>
                    <a:pt x="1314" y="6604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8"/>
                  </a:lnTo>
                  <a:lnTo>
                    <a:pt x="696" y="6063"/>
                  </a:lnTo>
                  <a:lnTo>
                    <a:pt x="696" y="5909"/>
                  </a:lnTo>
                  <a:lnTo>
                    <a:pt x="734" y="5793"/>
                  </a:lnTo>
                  <a:lnTo>
                    <a:pt x="812" y="5716"/>
                  </a:lnTo>
                  <a:lnTo>
                    <a:pt x="889" y="5677"/>
                  </a:lnTo>
                  <a:lnTo>
                    <a:pt x="1082" y="5600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7"/>
                  </a:lnTo>
                  <a:close/>
                  <a:moveTo>
                    <a:pt x="7067" y="5098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6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9"/>
                  </a:lnTo>
                  <a:lnTo>
                    <a:pt x="12589" y="6025"/>
                  </a:lnTo>
                  <a:lnTo>
                    <a:pt x="12628" y="6179"/>
                  </a:lnTo>
                  <a:lnTo>
                    <a:pt x="12589" y="6527"/>
                  </a:lnTo>
                  <a:lnTo>
                    <a:pt x="12435" y="6604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4"/>
                  </a:lnTo>
                  <a:lnTo>
                    <a:pt x="10929" y="6527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9"/>
                  </a:lnTo>
                  <a:lnTo>
                    <a:pt x="8226" y="5677"/>
                  </a:lnTo>
                  <a:lnTo>
                    <a:pt x="7067" y="5098"/>
                  </a:lnTo>
                  <a:close/>
                  <a:moveTo>
                    <a:pt x="8148" y="1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7"/>
                  </a:lnTo>
                  <a:lnTo>
                    <a:pt x="6681" y="2433"/>
                  </a:lnTo>
                  <a:lnTo>
                    <a:pt x="6527" y="3592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1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8"/>
                  </a:lnTo>
                  <a:lnTo>
                    <a:pt x="1391" y="5175"/>
                  </a:lnTo>
                  <a:lnTo>
                    <a:pt x="1005" y="5214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600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5"/>
                  </a:lnTo>
                  <a:lnTo>
                    <a:pt x="117" y="6449"/>
                  </a:lnTo>
                  <a:lnTo>
                    <a:pt x="232" y="6604"/>
                  </a:lnTo>
                  <a:lnTo>
                    <a:pt x="348" y="6681"/>
                  </a:lnTo>
                  <a:lnTo>
                    <a:pt x="464" y="6797"/>
                  </a:lnTo>
                  <a:lnTo>
                    <a:pt x="773" y="6913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3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6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9"/>
                  </a:lnTo>
                  <a:lnTo>
                    <a:pt x="6758" y="6102"/>
                  </a:lnTo>
                  <a:lnTo>
                    <a:pt x="6836" y="6295"/>
                  </a:lnTo>
                  <a:lnTo>
                    <a:pt x="7106" y="6256"/>
                  </a:lnTo>
                  <a:lnTo>
                    <a:pt x="7106" y="6218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7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7"/>
                  </a:lnTo>
                  <a:lnTo>
                    <a:pt x="11045" y="6951"/>
                  </a:lnTo>
                  <a:lnTo>
                    <a:pt x="11469" y="7029"/>
                  </a:lnTo>
                  <a:lnTo>
                    <a:pt x="11933" y="7067"/>
                  </a:lnTo>
                  <a:lnTo>
                    <a:pt x="12396" y="7029"/>
                  </a:lnTo>
                  <a:lnTo>
                    <a:pt x="12589" y="6990"/>
                  </a:lnTo>
                  <a:lnTo>
                    <a:pt x="12782" y="6913"/>
                  </a:lnTo>
                  <a:lnTo>
                    <a:pt x="12937" y="6797"/>
                  </a:lnTo>
                  <a:lnTo>
                    <a:pt x="13053" y="6681"/>
                  </a:lnTo>
                  <a:lnTo>
                    <a:pt x="13130" y="6527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5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7"/>
                  </a:lnTo>
                  <a:lnTo>
                    <a:pt x="12242" y="5291"/>
                  </a:lnTo>
                  <a:lnTo>
                    <a:pt x="11894" y="5214"/>
                  </a:lnTo>
                  <a:lnTo>
                    <a:pt x="11315" y="5098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2"/>
                  </a:lnTo>
                  <a:lnTo>
                    <a:pt x="8071" y="3515"/>
                  </a:lnTo>
                  <a:lnTo>
                    <a:pt x="8496" y="2858"/>
                  </a:lnTo>
                  <a:lnTo>
                    <a:pt x="8843" y="2202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7"/>
                  </a:lnTo>
                  <a:lnTo>
                    <a:pt x="9075" y="1275"/>
                  </a:lnTo>
                  <a:lnTo>
                    <a:pt x="9037" y="1005"/>
                  </a:lnTo>
                  <a:lnTo>
                    <a:pt x="8959" y="812"/>
                  </a:lnTo>
                  <a:lnTo>
                    <a:pt x="8882" y="580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20"/>
            <p:cNvSpPr/>
            <p:nvPr/>
          </p:nvSpPr>
          <p:spPr>
            <a:xfrm>
              <a:off x="410925" y="3256650"/>
              <a:ext cx="35725" cy="33825"/>
            </a:xfrm>
            <a:custGeom>
              <a:avLst/>
              <a:gdLst/>
              <a:ahLst/>
              <a:cxnLst/>
              <a:rect l="l" t="t" r="r" b="b"/>
              <a:pathLst>
                <a:path w="1429" h="1353" extrusionOk="0">
                  <a:moveTo>
                    <a:pt x="579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71"/>
                  </a:lnTo>
                  <a:lnTo>
                    <a:pt x="39" y="425"/>
                  </a:lnTo>
                  <a:lnTo>
                    <a:pt x="0" y="619"/>
                  </a:lnTo>
                  <a:lnTo>
                    <a:pt x="0" y="812"/>
                  </a:lnTo>
                  <a:lnTo>
                    <a:pt x="77" y="966"/>
                  </a:lnTo>
                  <a:lnTo>
                    <a:pt x="155" y="1121"/>
                  </a:lnTo>
                  <a:lnTo>
                    <a:pt x="309" y="1275"/>
                  </a:lnTo>
                  <a:lnTo>
                    <a:pt x="463" y="1352"/>
                  </a:lnTo>
                  <a:lnTo>
                    <a:pt x="618" y="1352"/>
                  </a:lnTo>
                  <a:lnTo>
                    <a:pt x="695" y="1236"/>
                  </a:lnTo>
                  <a:lnTo>
                    <a:pt x="695" y="1121"/>
                  </a:lnTo>
                  <a:lnTo>
                    <a:pt x="657" y="1082"/>
                  </a:lnTo>
                  <a:lnTo>
                    <a:pt x="579" y="1043"/>
                  </a:lnTo>
                  <a:lnTo>
                    <a:pt x="502" y="1005"/>
                  </a:lnTo>
                  <a:lnTo>
                    <a:pt x="463" y="927"/>
                  </a:lnTo>
                  <a:lnTo>
                    <a:pt x="386" y="773"/>
                  </a:lnTo>
                  <a:lnTo>
                    <a:pt x="386" y="580"/>
                  </a:lnTo>
                  <a:lnTo>
                    <a:pt x="425" y="503"/>
                  </a:lnTo>
                  <a:lnTo>
                    <a:pt x="502" y="425"/>
                  </a:lnTo>
                  <a:lnTo>
                    <a:pt x="579" y="387"/>
                  </a:lnTo>
                  <a:lnTo>
                    <a:pt x="657" y="387"/>
                  </a:lnTo>
                  <a:lnTo>
                    <a:pt x="850" y="425"/>
                  </a:lnTo>
                  <a:lnTo>
                    <a:pt x="927" y="464"/>
                  </a:lnTo>
                  <a:lnTo>
                    <a:pt x="965" y="541"/>
                  </a:lnTo>
                  <a:lnTo>
                    <a:pt x="1043" y="696"/>
                  </a:lnTo>
                  <a:lnTo>
                    <a:pt x="1081" y="773"/>
                  </a:lnTo>
                  <a:lnTo>
                    <a:pt x="1120" y="812"/>
                  </a:lnTo>
                  <a:lnTo>
                    <a:pt x="1274" y="812"/>
                  </a:lnTo>
                  <a:lnTo>
                    <a:pt x="1352" y="734"/>
                  </a:lnTo>
                  <a:lnTo>
                    <a:pt x="1390" y="696"/>
                  </a:lnTo>
                  <a:lnTo>
                    <a:pt x="1429" y="619"/>
                  </a:lnTo>
                  <a:lnTo>
                    <a:pt x="1390" y="425"/>
                  </a:lnTo>
                  <a:lnTo>
                    <a:pt x="1274" y="271"/>
                  </a:lnTo>
                  <a:lnTo>
                    <a:pt x="1159" y="117"/>
                  </a:lnTo>
                  <a:lnTo>
                    <a:pt x="965" y="39"/>
                  </a:lnTo>
                  <a:lnTo>
                    <a:pt x="77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20"/>
            <p:cNvSpPr/>
            <p:nvPr/>
          </p:nvSpPr>
          <p:spPr>
            <a:xfrm>
              <a:off x="5445325" y="3267275"/>
              <a:ext cx="624625" cy="344650"/>
            </a:xfrm>
            <a:custGeom>
              <a:avLst/>
              <a:gdLst/>
              <a:ahLst/>
              <a:cxnLst/>
              <a:rect l="l" t="t" r="r" b="b"/>
              <a:pathLst>
                <a:path w="24985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03" y="2008"/>
                  </a:lnTo>
                  <a:lnTo>
                    <a:pt x="23787" y="2124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170" y="2086"/>
                  </a:lnTo>
                  <a:lnTo>
                    <a:pt x="23054" y="1970"/>
                  </a:lnTo>
                  <a:lnTo>
                    <a:pt x="22976" y="1815"/>
                  </a:lnTo>
                  <a:lnTo>
                    <a:pt x="22938" y="1622"/>
                  </a:lnTo>
                  <a:lnTo>
                    <a:pt x="22976" y="1429"/>
                  </a:lnTo>
                  <a:lnTo>
                    <a:pt x="23015" y="1236"/>
                  </a:lnTo>
                  <a:lnTo>
                    <a:pt x="23131" y="1082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42"/>
                  </a:lnTo>
                  <a:lnTo>
                    <a:pt x="24289" y="3090"/>
                  </a:lnTo>
                  <a:lnTo>
                    <a:pt x="24367" y="3437"/>
                  </a:lnTo>
                  <a:lnTo>
                    <a:pt x="24405" y="3785"/>
                  </a:lnTo>
                  <a:lnTo>
                    <a:pt x="24173" y="3707"/>
                  </a:lnTo>
                  <a:lnTo>
                    <a:pt x="23942" y="3592"/>
                  </a:lnTo>
                  <a:lnTo>
                    <a:pt x="23826" y="3514"/>
                  </a:lnTo>
                  <a:lnTo>
                    <a:pt x="23787" y="3399"/>
                  </a:lnTo>
                  <a:lnTo>
                    <a:pt x="23710" y="3283"/>
                  </a:lnTo>
                  <a:lnTo>
                    <a:pt x="23672" y="3128"/>
                  </a:lnTo>
                  <a:lnTo>
                    <a:pt x="23710" y="2897"/>
                  </a:lnTo>
                  <a:lnTo>
                    <a:pt x="23787" y="2704"/>
                  </a:lnTo>
                  <a:lnTo>
                    <a:pt x="23903" y="2549"/>
                  </a:lnTo>
                  <a:lnTo>
                    <a:pt x="24096" y="2433"/>
                  </a:lnTo>
                  <a:close/>
                  <a:moveTo>
                    <a:pt x="16142" y="4943"/>
                  </a:moveTo>
                  <a:lnTo>
                    <a:pt x="16257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28" y="5252"/>
                  </a:lnTo>
                  <a:lnTo>
                    <a:pt x="16566" y="5407"/>
                  </a:lnTo>
                  <a:lnTo>
                    <a:pt x="16296" y="5407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40" y="5368"/>
                  </a:lnTo>
                  <a:lnTo>
                    <a:pt x="15678" y="5252"/>
                  </a:lnTo>
                  <a:lnTo>
                    <a:pt x="15755" y="5136"/>
                  </a:lnTo>
                  <a:lnTo>
                    <a:pt x="15833" y="5059"/>
                  </a:lnTo>
                  <a:lnTo>
                    <a:pt x="15949" y="5020"/>
                  </a:lnTo>
                  <a:lnTo>
                    <a:pt x="16026" y="4982"/>
                  </a:lnTo>
                  <a:lnTo>
                    <a:pt x="16142" y="4943"/>
                  </a:lnTo>
                  <a:close/>
                  <a:moveTo>
                    <a:pt x="24444" y="4248"/>
                  </a:moveTo>
                  <a:lnTo>
                    <a:pt x="24405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07"/>
                  </a:lnTo>
                  <a:lnTo>
                    <a:pt x="23903" y="5252"/>
                  </a:lnTo>
                  <a:lnTo>
                    <a:pt x="23787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865" y="4596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763" y="4866"/>
                  </a:lnTo>
                  <a:lnTo>
                    <a:pt x="17879" y="4905"/>
                  </a:lnTo>
                  <a:lnTo>
                    <a:pt x="17957" y="4982"/>
                  </a:lnTo>
                  <a:lnTo>
                    <a:pt x="18072" y="5175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484"/>
                  </a:lnTo>
                  <a:lnTo>
                    <a:pt x="17030" y="5407"/>
                  </a:lnTo>
                  <a:lnTo>
                    <a:pt x="17030" y="5291"/>
                  </a:lnTo>
                  <a:lnTo>
                    <a:pt x="17107" y="5136"/>
                  </a:lnTo>
                  <a:lnTo>
                    <a:pt x="17184" y="5059"/>
                  </a:lnTo>
                  <a:lnTo>
                    <a:pt x="17261" y="4943"/>
                  </a:lnTo>
                  <a:lnTo>
                    <a:pt x="17377" y="4866"/>
                  </a:lnTo>
                  <a:lnTo>
                    <a:pt x="17493" y="4827"/>
                  </a:lnTo>
                  <a:close/>
                  <a:moveTo>
                    <a:pt x="14558" y="5291"/>
                  </a:moveTo>
                  <a:lnTo>
                    <a:pt x="14674" y="5329"/>
                  </a:lnTo>
                  <a:lnTo>
                    <a:pt x="14790" y="5368"/>
                  </a:lnTo>
                  <a:lnTo>
                    <a:pt x="14906" y="5445"/>
                  </a:lnTo>
                  <a:lnTo>
                    <a:pt x="14983" y="5522"/>
                  </a:lnTo>
                  <a:lnTo>
                    <a:pt x="15060" y="5677"/>
                  </a:lnTo>
                  <a:lnTo>
                    <a:pt x="14520" y="5870"/>
                  </a:lnTo>
                  <a:lnTo>
                    <a:pt x="14056" y="6102"/>
                  </a:lnTo>
                  <a:lnTo>
                    <a:pt x="14018" y="6024"/>
                  </a:lnTo>
                  <a:lnTo>
                    <a:pt x="14018" y="5793"/>
                  </a:lnTo>
                  <a:lnTo>
                    <a:pt x="14095" y="5600"/>
                  </a:lnTo>
                  <a:lnTo>
                    <a:pt x="14249" y="5445"/>
                  </a:lnTo>
                  <a:lnTo>
                    <a:pt x="14327" y="5368"/>
                  </a:lnTo>
                  <a:lnTo>
                    <a:pt x="14443" y="5329"/>
                  </a:lnTo>
                  <a:lnTo>
                    <a:pt x="14558" y="5291"/>
                  </a:lnTo>
                  <a:close/>
                  <a:moveTo>
                    <a:pt x="19076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47" y="5793"/>
                  </a:lnTo>
                  <a:lnTo>
                    <a:pt x="19385" y="5986"/>
                  </a:lnTo>
                  <a:lnTo>
                    <a:pt x="19347" y="6140"/>
                  </a:lnTo>
                  <a:lnTo>
                    <a:pt x="18574" y="5831"/>
                  </a:lnTo>
                  <a:lnTo>
                    <a:pt x="18613" y="5715"/>
                  </a:lnTo>
                  <a:lnTo>
                    <a:pt x="18652" y="5638"/>
                  </a:lnTo>
                  <a:lnTo>
                    <a:pt x="18806" y="5522"/>
                  </a:lnTo>
                  <a:lnTo>
                    <a:pt x="18999" y="5484"/>
                  </a:lnTo>
                  <a:close/>
                  <a:moveTo>
                    <a:pt x="20312" y="6063"/>
                  </a:moveTo>
                  <a:lnTo>
                    <a:pt x="20428" y="6102"/>
                  </a:lnTo>
                  <a:lnTo>
                    <a:pt x="20544" y="6179"/>
                  </a:lnTo>
                  <a:lnTo>
                    <a:pt x="20660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53" y="6913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10" y="6256"/>
                  </a:lnTo>
                  <a:lnTo>
                    <a:pt x="19887" y="6179"/>
                  </a:lnTo>
                  <a:lnTo>
                    <a:pt x="19964" y="6102"/>
                  </a:lnTo>
                  <a:lnTo>
                    <a:pt x="20080" y="6063"/>
                  </a:lnTo>
                  <a:close/>
                  <a:moveTo>
                    <a:pt x="23710" y="5870"/>
                  </a:moveTo>
                  <a:lnTo>
                    <a:pt x="23942" y="5986"/>
                  </a:lnTo>
                  <a:lnTo>
                    <a:pt x="24058" y="5986"/>
                  </a:lnTo>
                  <a:lnTo>
                    <a:pt x="23903" y="6295"/>
                  </a:lnTo>
                  <a:lnTo>
                    <a:pt x="23710" y="6565"/>
                  </a:lnTo>
                  <a:lnTo>
                    <a:pt x="23478" y="6797"/>
                  </a:lnTo>
                  <a:lnTo>
                    <a:pt x="23247" y="6990"/>
                  </a:lnTo>
                  <a:lnTo>
                    <a:pt x="23208" y="6913"/>
                  </a:lnTo>
                  <a:lnTo>
                    <a:pt x="23054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092" y="6063"/>
                  </a:lnTo>
                  <a:lnTo>
                    <a:pt x="23170" y="5986"/>
                  </a:lnTo>
                  <a:lnTo>
                    <a:pt x="23285" y="5947"/>
                  </a:lnTo>
                  <a:lnTo>
                    <a:pt x="23478" y="5870"/>
                  </a:lnTo>
                  <a:close/>
                  <a:moveTo>
                    <a:pt x="13207" y="6102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670" y="6333"/>
                  </a:lnTo>
                  <a:lnTo>
                    <a:pt x="13130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3"/>
                  </a:lnTo>
                  <a:lnTo>
                    <a:pt x="12628" y="6797"/>
                  </a:lnTo>
                  <a:lnTo>
                    <a:pt x="12628" y="6642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179"/>
                  </a:lnTo>
                  <a:lnTo>
                    <a:pt x="12975" y="6140"/>
                  </a:lnTo>
                  <a:lnTo>
                    <a:pt x="13091" y="6102"/>
                  </a:lnTo>
                  <a:close/>
                  <a:moveTo>
                    <a:pt x="22166" y="6565"/>
                  </a:moveTo>
                  <a:lnTo>
                    <a:pt x="22281" y="6604"/>
                  </a:lnTo>
                  <a:lnTo>
                    <a:pt x="22436" y="6681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1" y="7067"/>
                  </a:lnTo>
                  <a:lnTo>
                    <a:pt x="22899" y="7067"/>
                  </a:lnTo>
                  <a:lnTo>
                    <a:pt x="22976" y="7106"/>
                  </a:lnTo>
                  <a:lnTo>
                    <a:pt x="22938" y="7106"/>
                  </a:lnTo>
                  <a:lnTo>
                    <a:pt x="22552" y="7221"/>
                  </a:lnTo>
                  <a:lnTo>
                    <a:pt x="22166" y="7221"/>
                  </a:lnTo>
                  <a:lnTo>
                    <a:pt x="21779" y="7183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19"/>
                  </a:lnTo>
                  <a:lnTo>
                    <a:pt x="21779" y="6604"/>
                  </a:lnTo>
                  <a:lnTo>
                    <a:pt x="22011" y="6565"/>
                  </a:lnTo>
                  <a:close/>
                  <a:moveTo>
                    <a:pt x="12280" y="7376"/>
                  </a:moveTo>
                  <a:lnTo>
                    <a:pt x="12473" y="7415"/>
                  </a:lnTo>
                  <a:lnTo>
                    <a:pt x="12087" y="7955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24" y="8071"/>
                  </a:lnTo>
                  <a:lnTo>
                    <a:pt x="11624" y="7955"/>
                  </a:lnTo>
                  <a:lnTo>
                    <a:pt x="11662" y="7839"/>
                  </a:lnTo>
                  <a:lnTo>
                    <a:pt x="11701" y="7723"/>
                  </a:lnTo>
                  <a:lnTo>
                    <a:pt x="11778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26" y="7415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56" y="9422"/>
                  </a:lnTo>
                  <a:lnTo>
                    <a:pt x="2433" y="9461"/>
                  </a:lnTo>
                  <a:lnTo>
                    <a:pt x="2511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588" y="10002"/>
                  </a:lnTo>
                  <a:lnTo>
                    <a:pt x="2124" y="9886"/>
                  </a:lnTo>
                  <a:lnTo>
                    <a:pt x="1622" y="9886"/>
                  </a:lnTo>
                  <a:lnTo>
                    <a:pt x="1661" y="9731"/>
                  </a:lnTo>
                  <a:lnTo>
                    <a:pt x="1738" y="9616"/>
                  </a:lnTo>
                  <a:lnTo>
                    <a:pt x="1815" y="9538"/>
                  </a:lnTo>
                  <a:lnTo>
                    <a:pt x="1893" y="9461"/>
                  </a:lnTo>
                  <a:lnTo>
                    <a:pt x="2009" y="9384"/>
                  </a:lnTo>
                  <a:lnTo>
                    <a:pt x="2124" y="9345"/>
                  </a:lnTo>
                  <a:close/>
                  <a:moveTo>
                    <a:pt x="11624" y="8998"/>
                  </a:moveTo>
                  <a:lnTo>
                    <a:pt x="11469" y="9500"/>
                  </a:lnTo>
                  <a:lnTo>
                    <a:pt x="11315" y="10002"/>
                  </a:lnTo>
                  <a:lnTo>
                    <a:pt x="11238" y="10272"/>
                  </a:lnTo>
                  <a:lnTo>
                    <a:pt x="11044" y="10079"/>
                  </a:lnTo>
                  <a:lnTo>
                    <a:pt x="10967" y="9809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29" y="9422"/>
                  </a:lnTo>
                  <a:lnTo>
                    <a:pt x="11006" y="9307"/>
                  </a:lnTo>
                  <a:lnTo>
                    <a:pt x="11122" y="9152"/>
                  </a:lnTo>
                  <a:lnTo>
                    <a:pt x="11276" y="9036"/>
                  </a:lnTo>
                  <a:lnTo>
                    <a:pt x="11469" y="8998"/>
                  </a:lnTo>
                  <a:close/>
                  <a:moveTo>
                    <a:pt x="3746" y="9731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2" y="10118"/>
                  </a:lnTo>
                  <a:lnTo>
                    <a:pt x="4171" y="10233"/>
                  </a:lnTo>
                  <a:lnTo>
                    <a:pt x="4132" y="10388"/>
                  </a:lnTo>
                  <a:lnTo>
                    <a:pt x="4094" y="10504"/>
                  </a:lnTo>
                  <a:lnTo>
                    <a:pt x="4017" y="10620"/>
                  </a:lnTo>
                  <a:lnTo>
                    <a:pt x="3862" y="10542"/>
                  </a:lnTo>
                  <a:lnTo>
                    <a:pt x="3476" y="10311"/>
                  </a:lnTo>
                  <a:lnTo>
                    <a:pt x="3051" y="10156"/>
                  </a:lnTo>
                  <a:lnTo>
                    <a:pt x="3128" y="10002"/>
                  </a:lnTo>
                  <a:lnTo>
                    <a:pt x="3244" y="9924"/>
                  </a:lnTo>
                  <a:lnTo>
                    <a:pt x="3360" y="9809"/>
                  </a:lnTo>
                  <a:lnTo>
                    <a:pt x="3476" y="9770"/>
                  </a:lnTo>
                  <a:lnTo>
                    <a:pt x="3630" y="9731"/>
                  </a:lnTo>
                  <a:close/>
                  <a:moveTo>
                    <a:pt x="4827" y="10620"/>
                  </a:moveTo>
                  <a:lnTo>
                    <a:pt x="4905" y="10658"/>
                  </a:lnTo>
                  <a:lnTo>
                    <a:pt x="4982" y="10697"/>
                  </a:lnTo>
                  <a:lnTo>
                    <a:pt x="5059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59" y="11430"/>
                  </a:lnTo>
                  <a:lnTo>
                    <a:pt x="4403" y="10890"/>
                  </a:lnTo>
                  <a:lnTo>
                    <a:pt x="4441" y="10813"/>
                  </a:lnTo>
                  <a:lnTo>
                    <a:pt x="4480" y="10735"/>
                  </a:lnTo>
                  <a:lnTo>
                    <a:pt x="4634" y="10658"/>
                  </a:lnTo>
                  <a:lnTo>
                    <a:pt x="4827" y="10620"/>
                  </a:lnTo>
                  <a:close/>
                  <a:moveTo>
                    <a:pt x="11160" y="10620"/>
                  </a:moveTo>
                  <a:lnTo>
                    <a:pt x="10929" y="11199"/>
                  </a:lnTo>
                  <a:lnTo>
                    <a:pt x="10697" y="11739"/>
                  </a:lnTo>
                  <a:lnTo>
                    <a:pt x="10658" y="11701"/>
                  </a:lnTo>
                  <a:lnTo>
                    <a:pt x="10465" y="11508"/>
                  </a:lnTo>
                  <a:lnTo>
                    <a:pt x="10388" y="11315"/>
                  </a:lnTo>
                  <a:lnTo>
                    <a:pt x="10388" y="11122"/>
                  </a:lnTo>
                  <a:lnTo>
                    <a:pt x="10427" y="10967"/>
                  </a:lnTo>
                  <a:lnTo>
                    <a:pt x="10542" y="10774"/>
                  </a:lnTo>
                  <a:lnTo>
                    <a:pt x="10697" y="10658"/>
                  </a:lnTo>
                  <a:lnTo>
                    <a:pt x="10929" y="10620"/>
                  </a:lnTo>
                  <a:close/>
                  <a:moveTo>
                    <a:pt x="5947" y="11469"/>
                  </a:moveTo>
                  <a:lnTo>
                    <a:pt x="6063" y="11508"/>
                  </a:lnTo>
                  <a:lnTo>
                    <a:pt x="6140" y="11546"/>
                  </a:lnTo>
                  <a:lnTo>
                    <a:pt x="6218" y="11662"/>
                  </a:lnTo>
                  <a:lnTo>
                    <a:pt x="6295" y="11739"/>
                  </a:lnTo>
                  <a:lnTo>
                    <a:pt x="6372" y="11971"/>
                  </a:lnTo>
                  <a:lnTo>
                    <a:pt x="6411" y="12203"/>
                  </a:lnTo>
                  <a:lnTo>
                    <a:pt x="6372" y="12473"/>
                  </a:lnTo>
                  <a:lnTo>
                    <a:pt x="5870" y="12087"/>
                  </a:lnTo>
                  <a:lnTo>
                    <a:pt x="5407" y="11701"/>
                  </a:lnTo>
                  <a:lnTo>
                    <a:pt x="5445" y="11585"/>
                  </a:lnTo>
                  <a:lnTo>
                    <a:pt x="5523" y="11508"/>
                  </a:lnTo>
                  <a:lnTo>
                    <a:pt x="5638" y="11469"/>
                  </a:lnTo>
                  <a:close/>
                  <a:moveTo>
                    <a:pt x="10542" y="12048"/>
                  </a:moveTo>
                  <a:lnTo>
                    <a:pt x="10388" y="12280"/>
                  </a:lnTo>
                  <a:lnTo>
                    <a:pt x="10195" y="12550"/>
                  </a:lnTo>
                  <a:lnTo>
                    <a:pt x="9963" y="12743"/>
                  </a:lnTo>
                  <a:lnTo>
                    <a:pt x="9770" y="12936"/>
                  </a:lnTo>
                  <a:lnTo>
                    <a:pt x="9732" y="12859"/>
                  </a:lnTo>
                  <a:lnTo>
                    <a:pt x="9654" y="12666"/>
                  </a:lnTo>
                  <a:lnTo>
                    <a:pt x="9616" y="12473"/>
                  </a:lnTo>
                  <a:lnTo>
                    <a:pt x="9693" y="12319"/>
                  </a:lnTo>
                  <a:lnTo>
                    <a:pt x="9809" y="12203"/>
                  </a:lnTo>
                  <a:lnTo>
                    <a:pt x="9963" y="12126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37" y="12473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01" y="12821"/>
                  </a:lnTo>
                  <a:lnTo>
                    <a:pt x="7878" y="13014"/>
                  </a:lnTo>
                  <a:lnTo>
                    <a:pt x="7839" y="13207"/>
                  </a:lnTo>
                  <a:lnTo>
                    <a:pt x="7299" y="13014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44" y="12512"/>
                  </a:lnTo>
                  <a:lnTo>
                    <a:pt x="7337" y="12473"/>
                  </a:lnTo>
                  <a:close/>
                  <a:moveTo>
                    <a:pt x="8843" y="12628"/>
                  </a:moveTo>
                  <a:lnTo>
                    <a:pt x="8921" y="12666"/>
                  </a:lnTo>
                  <a:lnTo>
                    <a:pt x="9075" y="12743"/>
                  </a:lnTo>
                  <a:lnTo>
                    <a:pt x="9191" y="12936"/>
                  </a:lnTo>
                  <a:lnTo>
                    <a:pt x="9230" y="13130"/>
                  </a:lnTo>
                  <a:lnTo>
                    <a:pt x="9230" y="13207"/>
                  </a:lnTo>
                  <a:lnTo>
                    <a:pt x="9036" y="13245"/>
                  </a:lnTo>
                  <a:lnTo>
                    <a:pt x="8805" y="13284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03" y="13014"/>
                  </a:lnTo>
                  <a:lnTo>
                    <a:pt x="8419" y="12821"/>
                  </a:lnTo>
                  <a:lnTo>
                    <a:pt x="8534" y="12666"/>
                  </a:lnTo>
                  <a:lnTo>
                    <a:pt x="8650" y="12628"/>
                  </a:lnTo>
                  <a:close/>
                  <a:moveTo>
                    <a:pt x="22861" y="0"/>
                  </a:moveTo>
                  <a:lnTo>
                    <a:pt x="22822" y="78"/>
                  </a:lnTo>
                  <a:lnTo>
                    <a:pt x="22745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783" y="387"/>
                  </a:lnTo>
                  <a:lnTo>
                    <a:pt x="22822" y="387"/>
                  </a:lnTo>
                  <a:lnTo>
                    <a:pt x="22861" y="464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668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22" y="2240"/>
                  </a:lnTo>
                  <a:lnTo>
                    <a:pt x="23015" y="2395"/>
                  </a:lnTo>
                  <a:lnTo>
                    <a:pt x="23247" y="2472"/>
                  </a:lnTo>
                  <a:lnTo>
                    <a:pt x="23478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24" y="3244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862"/>
                  </a:lnTo>
                  <a:lnTo>
                    <a:pt x="23942" y="4016"/>
                  </a:lnTo>
                  <a:lnTo>
                    <a:pt x="23710" y="4209"/>
                  </a:lnTo>
                  <a:lnTo>
                    <a:pt x="23556" y="4480"/>
                  </a:lnTo>
                  <a:lnTo>
                    <a:pt x="23440" y="4750"/>
                  </a:lnTo>
                  <a:lnTo>
                    <a:pt x="23440" y="4866"/>
                  </a:lnTo>
                  <a:lnTo>
                    <a:pt x="23440" y="5020"/>
                  </a:lnTo>
                  <a:lnTo>
                    <a:pt x="23478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70" y="5561"/>
                  </a:lnTo>
                  <a:lnTo>
                    <a:pt x="22938" y="5677"/>
                  </a:lnTo>
                  <a:lnTo>
                    <a:pt x="22783" y="5870"/>
                  </a:lnTo>
                  <a:lnTo>
                    <a:pt x="22668" y="6102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1972" y="6217"/>
                  </a:lnTo>
                  <a:lnTo>
                    <a:pt x="21741" y="6256"/>
                  </a:lnTo>
                  <a:lnTo>
                    <a:pt x="21509" y="6411"/>
                  </a:lnTo>
                  <a:lnTo>
                    <a:pt x="21316" y="6565"/>
                  </a:lnTo>
                  <a:lnTo>
                    <a:pt x="21200" y="6758"/>
                  </a:lnTo>
                  <a:lnTo>
                    <a:pt x="21084" y="6449"/>
                  </a:lnTo>
                  <a:lnTo>
                    <a:pt x="20930" y="6140"/>
                  </a:lnTo>
                  <a:lnTo>
                    <a:pt x="20853" y="5986"/>
                  </a:lnTo>
                  <a:lnTo>
                    <a:pt x="20698" y="5870"/>
                  </a:lnTo>
                  <a:lnTo>
                    <a:pt x="20582" y="5793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42" y="5793"/>
                  </a:lnTo>
                  <a:lnTo>
                    <a:pt x="19887" y="5831"/>
                  </a:lnTo>
                  <a:lnTo>
                    <a:pt x="19733" y="5947"/>
                  </a:lnTo>
                  <a:lnTo>
                    <a:pt x="19694" y="5715"/>
                  </a:lnTo>
                  <a:lnTo>
                    <a:pt x="19617" y="5484"/>
                  </a:lnTo>
                  <a:lnTo>
                    <a:pt x="19462" y="5291"/>
                  </a:lnTo>
                  <a:lnTo>
                    <a:pt x="19347" y="5213"/>
                  </a:lnTo>
                  <a:lnTo>
                    <a:pt x="19231" y="5175"/>
                  </a:lnTo>
                  <a:lnTo>
                    <a:pt x="19038" y="5136"/>
                  </a:lnTo>
                  <a:lnTo>
                    <a:pt x="18806" y="5175"/>
                  </a:lnTo>
                  <a:lnTo>
                    <a:pt x="18613" y="5252"/>
                  </a:lnTo>
                  <a:lnTo>
                    <a:pt x="18458" y="5407"/>
                  </a:lnTo>
                  <a:lnTo>
                    <a:pt x="18458" y="5252"/>
                  </a:lnTo>
                  <a:lnTo>
                    <a:pt x="18420" y="5098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7" y="4557"/>
                  </a:lnTo>
                  <a:lnTo>
                    <a:pt x="17802" y="4518"/>
                  </a:lnTo>
                  <a:lnTo>
                    <a:pt x="17493" y="4518"/>
                  </a:lnTo>
                  <a:lnTo>
                    <a:pt x="17377" y="4557"/>
                  </a:lnTo>
                  <a:lnTo>
                    <a:pt x="17223" y="4634"/>
                  </a:lnTo>
                  <a:lnTo>
                    <a:pt x="17107" y="4711"/>
                  </a:lnTo>
                  <a:lnTo>
                    <a:pt x="17030" y="4827"/>
                  </a:lnTo>
                  <a:lnTo>
                    <a:pt x="16875" y="5059"/>
                  </a:lnTo>
                  <a:lnTo>
                    <a:pt x="16759" y="4905"/>
                  </a:lnTo>
                  <a:lnTo>
                    <a:pt x="16605" y="4789"/>
                  </a:lnTo>
                  <a:lnTo>
                    <a:pt x="16451" y="4673"/>
                  </a:lnTo>
                  <a:lnTo>
                    <a:pt x="16257" y="4634"/>
                  </a:lnTo>
                  <a:lnTo>
                    <a:pt x="16103" y="4634"/>
                  </a:lnTo>
                  <a:lnTo>
                    <a:pt x="15910" y="4673"/>
                  </a:lnTo>
                  <a:lnTo>
                    <a:pt x="15755" y="4750"/>
                  </a:lnTo>
                  <a:lnTo>
                    <a:pt x="15640" y="4827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291"/>
                  </a:lnTo>
                  <a:lnTo>
                    <a:pt x="15374" y="5460"/>
                  </a:lnTo>
                  <a:lnTo>
                    <a:pt x="15331" y="5329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597" y="4943"/>
                  </a:lnTo>
                  <a:lnTo>
                    <a:pt x="14404" y="4943"/>
                  </a:lnTo>
                  <a:lnTo>
                    <a:pt x="14249" y="5020"/>
                  </a:lnTo>
                  <a:lnTo>
                    <a:pt x="14134" y="5098"/>
                  </a:lnTo>
                  <a:lnTo>
                    <a:pt x="14018" y="5175"/>
                  </a:lnTo>
                  <a:lnTo>
                    <a:pt x="13941" y="5291"/>
                  </a:lnTo>
                  <a:lnTo>
                    <a:pt x="13825" y="5522"/>
                  </a:lnTo>
                  <a:lnTo>
                    <a:pt x="13747" y="5831"/>
                  </a:lnTo>
                  <a:lnTo>
                    <a:pt x="13593" y="5754"/>
                  </a:lnTo>
                  <a:lnTo>
                    <a:pt x="13361" y="5677"/>
                  </a:lnTo>
                  <a:lnTo>
                    <a:pt x="13130" y="5677"/>
                  </a:lnTo>
                  <a:lnTo>
                    <a:pt x="12937" y="5715"/>
                  </a:lnTo>
                  <a:lnTo>
                    <a:pt x="12705" y="5831"/>
                  </a:lnTo>
                  <a:lnTo>
                    <a:pt x="12589" y="5947"/>
                  </a:lnTo>
                  <a:lnTo>
                    <a:pt x="12473" y="6063"/>
                  </a:lnTo>
                  <a:lnTo>
                    <a:pt x="12396" y="6217"/>
                  </a:lnTo>
                  <a:lnTo>
                    <a:pt x="12357" y="6333"/>
                  </a:lnTo>
                  <a:lnTo>
                    <a:pt x="12319" y="6526"/>
                  </a:lnTo>
                  <a:lnTo>
                    <a:pt x="12319" y="6681"/>
                  </a:lnTo>
                  <a:lnTo>
                    <a:pt x="12357" y="6835"/>
                  </a:lnTo>
                  <a:lnTo>
                    <a:pt x="12396" y="6990"/>
                  </a:lnTo>
                  <a:lnTo>
                    <a:pt x="12126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469" y="7376"/>
                  </a:lnTo>
                  <a:lnTo>
                    <a:pt x="11392" y="7530"/>
                  </a:lnTo>
                  <a:lnTo>
                    <a:pt x="11315" y="7685"/>
                  </a:lnTo>
                  <a:lnTo>
                    <a:pt x="11276" y="7839"/>
                  </a:lnTo>
                  <a:lnTo>
                    <a:pt x="11276" y="7994"/>
                  </a:lnTo>
                  <a:lnTo>
                    <a:pt x="11276" y="8148"/>
                  </a:lnTo>
                  <a:lnTo>
                    <a:pt x="11315" y="8303"/>
                  </a:lnTo>
                  <a:lnTo>
                    <a:pt x="11392" y="8457"/>
                  </a:lnTo>
                  <a:lnTo>
                    <a:pt x="11469" y="8573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20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02"/>
                  </a:lnTo>
                  <a:lnTo>
                    <a:pt x="10851" y="10233"/>
                  </a:lnTo>
                  <a:lnTo>
                    <a:pt x="10620" y="10272"/>
                  </a:lnTo>
                  <a:lnTo>
                    <a:pt x="10388" y="10388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40" y="11006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56" y="11701"/>
                  </a:lnTo>
                  <a:lnTo>
                    <a:pt x="9925" y="11739"/>
                  </a:lnTo>
                  <a:lnTo>
                    <a:pt x="9693" y="11817"/>
                  </a:lnTo>
                  <a:lnTo>
                    <a:pt x="9500" y="11971"/>
                  </a:lnTo>
                  <a:lnTo>
                    <a:pt x="9423" y="12087"/>
                  </a:lnTo>
                  <a:lnTo>
                    <a:pt x="9345" y="12203"/>
                  </a:lnTo>
                  <a:lnTo>
                    <a:pt x="9307" y="12319"/>
                  </a:lnTo>
                  <a:lnTo>
                    <a:pt x="9307" y="12473"/>
                  </a:lnTo>
                  <a:lnTo>
                    <a:pt x="9152" y="12357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689" y="12280"/>
                  </a:lnTo>
                  <a:lnTo>
                    <a:pt x="8534" y="12319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48" y="12705"/>
                  </a:lnTo>
                  <a:lnTo>
                    <a:pt x="8071" y="12550"/>
                  </a:lnTo>
                  <a:lnTo>
                    <a:pt x="7994" y="12434"/>
                  </a:lnTo>
                  <a:lnTo>
                    <a:pt x="7839" y="12319"/>
                  </a:lnTo>
                  <a:lnTo>
                    <a:pt x="7724" y="12241"/>
                  </a:lnTo>
                  <a:lnTo>
                    <a:pt x="7453" y="12164"/>
                  </a:lnTo>
                  <a:lnTo>
                    <a:pt x="7222" y="12164"/>
                  </a:lnTo>
                  <a:lnTo>
                    <a:pt x="6990" y="12241"/>
                  </a:lnTo>
                  <a:lnTo>
                    <a:pt x="6758" y="12396"/>
                  </a:lnTo>
                  <a:lnTo>
                    <a:pt x="6758" y="12048"/>
                  </a:lnTo>
                  <a:lnTo>
                    <a:pt x="6720" y="11855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488" y="11392"/>
                  </a:lnTo>
                  <a:lnTo>
                    <a:pt x="6372" y="11276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870" y="11122"/>
                  </a:lnTo>
                  <a:lnTo>
                    <a:pt x="5677" y="11160"/>
                  </a:lnTo>
                  <a:lnTo>
                    <a:pt x="5523" y="11199"/>
                  </a:lnTo>
                  <a:lnTo>
                    <a:pt x="5523" y="10967"/>
                  </a:lnTo>
                  <a:lnTo>
                    <a:pt x="5445" y="10697"/>
                  </a:lnTo>
                  <a:lnTo>
                    <a:pt x="5291" y="10504"/>
                  </a:lnTo>
                  <a:lnTo>
                    <a:pt x="5214" y="10426"/>
                  </a:lnTo>
                  <a:lnTo>
                    <a:pt x="5098" y="10349"/>
                  </a:lnTo>
                  <a:lnTo>
                    <a:pt x="4943" y="10311"/>
                  </a:lnTo>
                  <a:lnTo>
                    <a:pt x="4673" y="10311"/>
                  </a:lnTo>
                  <a:lnTo>
                    <a:pt x="4519" y="10349"/>
                  </a:lnTo>
                  <a:lnTo>
                    <a:pt x="4519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22"/>
                  </a:lnTo>
                  <a:lnTo>
                    <a:pt x="3553" y="9422"/>
                  </a:lnTo>
                  <a:lnTo>
                    <a:pt x="3399" y="9461"/>
                  </a:lnTo>
                  <a:lnTo>
                    <a:pt x="3244" y="9538"/>
                  </a:lnTo>
                  <a:lnTo>
                    <a:pt x="3128" y="9616"/>
                  </a:lnTo>
                  <a:lnTo>
                    <a:pt x="2974" y="9731"/>
                  </a:lnTo>
                  <a:lnTo>
                    <a:pt x="2974" y="9616"/>
                  </a:lnTo>
                  <a:lnTo>
                    <a:pt x="2897" y="9422"/>
                  </a:lnTo>
                  <a:lnTo>
                    <a:pt x="2742" y="9268"/>
                  </a:lnTo>
                  <a:lnTo>
                    <a:pt x="2588" y="9114"/>
                  </a:lnTo>
                  <a:lnTo>
                    <a:pt x="2433" y="9036"/>
                  </a:lnTo>
                  <a:lnTo>
                    <a:pt x="2202" y="8998"/>
                  </a:lnTo>
                  <a:lnTo>
                    <a:pt x="2009" y="8998"/>
                  </a:lnTo>
                  <a:lnTo>
                    <a:pt x="1815" y="9075"/>
                  </a:lnTo>
                  <a:lnTo>
                    <a:pt x="1661" y="9191"/>
                  </a:lnTo>
                  <a:lnTo>
                    <a:pt x="1545" y="9345"/>
                  </a:lnTo>
                  <a:lnTo>
                    <a:pt x="1429" y="9500"/>
                  </a:lnTo>
                  <a:lnTo>
                    <a:pt x="1352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889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48" y="10426"/>
                  </a:lnTo>
                  <a:lnTo>
                    <a:pt x="232" y="10581"/>
                  </a:lnTo>
                  <a:lnTo>
                    <a:pt x="78" y="10890"/>
                  </a:lnTo>
                  <a:lnTo>
                    <a:pt x="1" y="11199"/>
                  </a:lnTo>
                  <a:lnTo>
                    <a:pt x="1" y="11546"/>
                  </a:lnTo>
                  <a:lnTo>
                    <a:pt x="39" y="11894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8" y="12782"/>
                  </a:lnTo>
                  <a:lnTo>
                    <a:pt x="773" y="12898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13" y="13130"/>
                  </a:lnTo>
                  <a:lnTo>
                    <a:pt x="1700" y="13168"/>
                  </a:lnTo>
                  <a:lnTo>
                    <a:pt x="2086" y="13091"/>
                  </a:lnTo>
                  <a:lnTo>
                    <a:pt x="2472" y="12975"/>
                  </a:lnTo>
                  <a:lnTo>
                    <a:pt x="2781" y="12782"/>
                  </a:lnTo>
                  <a:lnTo>
                    <a:pt x="3090" y="12512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15" y="11932"/>
                  </a:lnTo>
                  <a:lnTo>
                    <a:pt x="3515" y="11817"/>
                  </a:lnTo>
                  <a:lnTo>
                    <a:pt x="3437" y="11739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8" y="12434"/>
                  </a:lnTo>
                  <a:lnTo>
                    <a:pt x="2317" y="12550"/>
                  </a:lnTo>
                  <a:lnTo>
                    <a:pt x="2009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20" y="12550"/>
                  </a:lnTo>
                  <a:lnTo>
                    <a:pt x="966" y="12434"/>
                  </a:lnTo>
                  <a:lnTo>
                    <a:pt x="812" y="12319"/>
                  </a:lnTo>
                  <a:lnTo>
                    <a:pt x="696" y="12203"/>
                  </a:lnTo>
                  <a:lnTo>
                    <a:pt x="580" y="12048"/>
                  </a:lnTo>
                  <a:lnTo>
                    <a:pt x="541" y="11855"/>
                  </a:lnTo>
                  <a:lnTo>
                    <a:pt x="503" y="11701"/>
                  </a:lnTo>
                  <a:lnTo>
                    <a:pt x="464" y="11546"/>
                  </a:lnTo>
                  <a:lnTo>
                    <a:pt x="464" y="11353"/>
                  </a:lnTo>
                  <a:lnTo>
                    <a:pt x="503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889" y="10620"/>
                  </a:lnTo>
                  <a:lnTo>
                    <a:pt x="1043" y="10504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00" y="10349"/>
                  </a:lnTo>
                  <a:lnTo>
                    <a:pt x="2279" y="10349"/>
                  </a:lnTo>
                  <a:lnTo>
                    <a:pt x="2588" y="10426"/>
                  </a:lnTo>
                  <a:lnTo>
                    <a:pt x="2858" y="10504"/>
                  </a:lnTo>
                  <a:lnTo>
                    <a:pt x="3128" y="10620"/>
                  </a:lnTo>
                  <a:lnTo>
                    <a:pt x="3630" y="10928"/>
                  </a:lnTo>
                  <a:lnTo>
                    <a:pt x="4132" y="11276"/>
                  </a:lnTo>
                  <a:lnTo>
                    <a:pt x="4634" y="11662"/>
                  </a:lnTo>
                  <a:lnTo>
                    <a:pt x="5523" y="12396"/>
                  </a:lnTo>
                  <a:lnTo>
                    <a:pt x="5870" y="12666"/>
                  </a:lnTo>
                  <a:lnTo>
                    <a:pt x="6256" y="12936"/>
                  </a:lnTo>
                  <a:lnTo>
                    <a:pt x="6681" y="13207"/>
                  </a:lnTo>
                  <a:lnTo>
                    <a:pt x="7106" y="13400"/>
                  </a:lnTo>
                  <a:lnTo>
                    <a:pt x="7530" y="13593"/>
                  </a:lnTo>
                  <a:lnTo>
                    <a:pt x="7994" y="13709"/>
                  </a:lnTo>
                  <a:lnTo>
                    <a:pt x="8419" y="13786"/>
                  </a:lnTo>
                  <a:lnTo>
                    <a:pt x="8921" y="13786"/>
                  </a:lnTo>
                  <a:lnTo>
                    <a:pt x="9345" y="13670"/>
                  </a:lnTo>
                  <a:lnTo>
                    <a:pt x="9693" y="13554"/>
                  </a:lnTo>
                  <a:lnTo>
                    <a:pt x="10040" y="13323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890" y="12473"/>
                  </a:lnTo>
                  <a:lnTo>
                    <a:pt x="11122" y="12087"/>
                  </a:lnTo>
                  <a:lnTo>
                    <a:pt x="11315" y="11739"/>
                  </a:lnTo>
                  <a:lnTo>
                    <a:pt x="11508" y="11199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075"/>
                  </a:lnTo>
                  <a:lnTo>
                    <a:pt x="12319" y="8573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45" y="7299"/>
                  </a:lnTo>
                  <a:lnTo>
                    <a:pt x="13632" y="6951"/>
                  </a:lnTo>
                  <a:lnTo>
                    <a:pt x="14018" y="6681"/>
                  </a:lnTo>
                  <a:lnTo>
                    <a:pt x="14443" y="6449"/>
                  </a:lnTo>
                  <a:lnTo>
                    <a:pt x="14867" y="6256"/>
                  </a:lnTo>
                  <a:lnTo>
                    <a:pt x="15331" y="6102"/>
                  </a:lnTo>
                  <a:lnTo>
                    <a:pt x="15794" y="5986"/>
                  </a:lnTo>
                  <a:lnTo>
                    <a:pt x="16296" y="5909"/>
                  </a:lnTo>
                  <a:lnTo>
                    <a:pt x="16875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08"/>
                  </a:lnTo>
                  <a:lnTo>
                    <a:pt x="21741" y="7723"/>
                  </a:lnTo>
                  <a:lnTo>
                    <a:pt x="22127" y="7762"/>
                  </a:lnTo>
                  <a:lnTo>
                    <a:pt x="22552" y="7723"/>
                  </a:lnTo>
                  <a:lnTo>
                    <a:pt x="22976" y="7646"/>
                  </a:lnTo>
                  <a:lnTo>
                    <a:pt x="23363" y="7492"/>
                  </a:lnTo>
                  <a:lnTo>
                    <a:pt x="23710" y="7260"/>
                  </a:lnTo>
                  <a:lnTo>
                    <a:pt x="24058" y="6990"/>
                  </a:lnTo>
                  <a:lnTo>
                    <a:pt x="24328" y="6642"/>
                  </a:lnTo>
                  <a:lnTo>
                    <a:pt x="24560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46" y="5059"/>
                  </a:lnTo>
                  <a:lnTo>
                    <a:pt x="24984" y="4634"/>
                  </a:lnTo>
                  <a:lnTo>
                    <a:pt x="24984" y="4171"/>
                  </a:lnTo>
                  <a:lnTo>
                    <a:pt x="24946" y="3707"/>
                  </a:lnTo>
                  <a:lnTo>
                    <a:pt x="24869" y="3283"/>
                  </a:lnTo>
                  <a:lnTo>
                    <a:pt x="24753" y="2819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45"/>
                  </a:lnTo>
                  <a:lnTo>
                    <a:pt x="24019" y="1159"/>
                  </a:lnTo>
                  <a:lnTo>
                    <a:pt x="23787" y="811"/>
                  </a:lnTo>
                  <a:lnTo>
                    <a:pt x="23942" y="348"/>
                  </a:lnTo>
                  <a:lnTo>
                    <a:pt x="23556" y="232"/>
                  </a:lnTo>
                  <a:lnTo>
                    <a:pt x="23170" y="78"/>
                  </a:lnTo>
                  <a:lnTo>
                    <a:pt x="23131" y="39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20"/>
            <p:cNvSpPr/>
            <p:nvPr/>
          </p:nvSpPr>
          <p:spPr>
            <a:xfrm>
              <a:off x="5955050" y="3275975"/>
              <a:ext cx="152550" cy="277075"/>
            </a:xfrm>
            <a:custGeom>
              <a:avLst/>
              <a:gdLst/>
              <a:ahLst/>
              <a:cxnLst/>
              <a:rect l="l" t="t" r="r" b="b"/>
              <a:pathLst>
                <a:path w="6102" h="11083" extrusionOk="0">
                  <a:moveTo>
                    <a:pt x="3553" y="0"/>
                  </a:moveTo>
                  <a:lnTo>
                    <a:pt x="3398" y="463"/>
                  </a:lnTo>
                  <a:lnTo>
                    <a:pt x="3746" y="656"/>
                  </a:lnTo>
                  <a:lnTo>
                    <a:pt x="4093" y="888"/>
                  </a:lnTo>
                  <a:lnTo>
                    <a:pt x="4364" y="1158"/>
                  </a:lnTo>
                  <a:lnTo>
                    <a:pt x="4634" y="1467"/>
                  </a:lnTo>
                  <a:lnTo>
                    <a:pt x="4866" y="1776"/>
                  </a:lnTo>
                  <a:lnTo>
                    <a:pt x="5059" y="2124"/>
                  </a:lnTo>
                  <a:lnTo>
                    <a:pt x="5213" y="2471"/>
                  </a:lnTo>
                  <a:lnTo>
                    <a:pt x="5368" y="2819"/>
                  </a:lnTo>
                  <a:lnTo>
                    <a:pt x="5445" y="3205"/>
                  </a:lnTo>
                  <a:lnTo>
                    <a:pt x="5522" y="3630"/>
                  </a:lnTo>
                  <a:lnTo>
                    <a:pt x="5561" y="4016"/>
                  </a:lnTo>
                  <a:lnTo>
                    <a:pt x="5561" y="4441"/>
                  </a:lnTo>
                  <a:lnTo>
                    <a:pt x="5561" y="4827"/>
                  </a:lnTo>
                  <a:lnTo>
                    <a:pt x="5522" y="5252"/>
                  </a:lnTo>
                  <a:lnTo>
                    <a:pt x="5406" y="5638"/>
                  </a:lnTo>
                  <a:lnTo>
                    <a:pt x="5290" y="6024"/>
                  </a:lnTo>
                  <a:lnTo>
                    <a:pt x="5136" y="6449"/>
                  </a:lnTo>
                  <a:lnTo>
                    <a:pt x="4943" y="6873"/>
                  </a:lnTo>
                  <a:lnTo>
                    <a:pt x="4711" y="7298"/>
                  </a:lnTo>
                  <a:lnTo>
                    <a:pt x="4480" y="7684"/>
                  </a:lnTo>
                  <a:lnTo>
                    <a:pt x="4209" y="8070"/>
                  </a:lnTo>
                  <a:lnTo>
                    <a:pt x="3900" y="8418"/>
                  </a:lnTo>
                  <a:lnTo>
                    <a:pt x="3591" y="8727"/>
                  </a:lnTo>
                  <a:lnTo>
                    <a:pt x="3244" y="9036"/>
                  </a:lnTo>
                  <a:lnTo>
                    <a:pt x="2896" y="9345"/>
                  </a:lnTo>
                  <a:lnTo>
                    <a:pt x="2549" y="9615"/>
                  </a:lnTo>
                  <a:lnTo>
                    <a:pt x="2124" y="9847"/>
                  </a:lnTo>
                  <a:lnTo>
                    <a:pt x="1738" y="10078"/>
                  </a:lnTo>
                  <a:lnTo>
                    <a:pt x="1313" y="10272"/>
                  </a:lnTo>
                  <a:lnTo>
                    <a:pt x="888" y="10426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7" y="11082"/>
                  </a:lnTo>
                  <a:lnTo>
                    <a:pt x="579" y="10967"/>
                  </a:lnTo>
                  <a:lnTo>
                    <a:pt x="1081" y="10851"/>
                  </a:lnTo>
                  <a:lnTo>
                    <a:pt x="1583" y="10696"/>
                  </a:lnTo>
                  <a:lnTo>
                    <a:pt x="2047" y="10465"/>
                  </a:lnTo>
                  <a:lnTo>
                    <a:pt x="2510" y="10233"/>
                  </a:lnTo>
                  <a:lnTo>
                    <a:pt x="2935" y="9963"/>
                  </a:lnTo>
                  <a:lnTo>
                    <a:pt x="3360" y="9654"/>
                  </a:lnTo>
                  <a:lnTo>
                    <a:pt x="3784" y="9306"/>
                  </a:lnTo>
                  <a:lnTo>
                    <a:pt x="4132" y="8959"/>
                  </a:lnTo>
                  <a:lnTo>
                    <a:pt x="4480" y="8572"/>
                  </a:lnTo>
                  <a:lnTo>
                    <a:pt x="4788" y="8148"/>
                  </a:lnTo>
                  <a:lnTo>
                    <a:pt x="5097" y="7723"/>
                  </a:lnTo>
                  <a:lnTo>
                    <a:pt x="5329" y="7260"/>
                  </a:lnTo>
                  <a:lnTo>
                    <a:pt x="5561" y="6796"/>
                  </a:lnTo>
                  <a:lnTo>
                    <a:pt x="5754" y="6294"/>
                  </a:lnTo>
                  <a:lnTo>
                    <a:pt x="5908" y="5792"/>
                  </a:lnTo>
                  <a:lnTo>
                    <a:pt x="5986" y="5367"/>
                  </a:lnTo>
                  <a:lnTo>
                    <a:pt x="6063" y="4943"/>
                  </a:lnTo>
                  <a:lnTo>
                    <a:pt x="6101" y="4518"/>
                  </a:lnTo>
                  <a:lnTo>
                    <a:pt x="6063" y="4093"/>
                  </a:lnTo>
                  <a:lnTo>
                    <a:pt x="6024" y="3668"/>
                  </a:lnTo>
                  <a:lnTo>
                    <a:pt x="5986" y="3244"/>
                  </a:lnTo>
                  <a:lnTo>
                    <a:pt x="5870" y="2858"/>
                  </a:lnTo>
                  <a:lnTo>
                    <a:pt x="5715" y="2433"/>
                  </a:lnTo>
                  <a:lnTo>
                    <a:pt x="5561" y="2047"/>
                  </a:lnTo>
                  <a:lnTo>
                    <a:pt x="5368" y="1699"/>
                  </a:lnTo>
                  <a:lnTo>
                    <a:pt x="5136" y="1352"/>
                  </a:lnTo>
                  <a:lnTo>
                    <a:pt x="4866" y="1043"/>
                  </a:lnTo>
                  <a:lnTo>
                    <a:pt x="4595" y="734"/>
                  </a:lnTo>
                  <a:lnTo>
                    <a:pt x="4286" y="463"/>
                  </a:lnTo>
                  <a:lnTo>
                    <a:pt x="3939" y="232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20"/>
            <p:cNvSpPr/>
            <p:nvPr/>
          </p:nvSpPr>
          <p:spPr>
            <a:xfrm>
              <a:off x="369400" y="3292375"/>
              <a:ext cx="35750" cy="31875"/>
            </a:xfrm>
            <a:custGeom>
              <a:avLst/>
              <a:gdLst/>
              <a:ahLst/>
              <a:cxnLst/>
              <a:rect l="l" t="t" r="r" b="b"/>
              <a:pathLst>
                <a:path w="1430" h="1275" extrusionOk="0">
                  <a:moveTo>
                    <a:pt x="618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1"/>
                  </a:lnTo>
                  <a:lnTo>
                    <a:pt x="39" y="464"/>
                  </a:lnTo>
                  <a:lnTo>
                    <a:pt x="1" y="657"/>
                  </a:lnTo>
                  <a:lnTo>
                    <a:pt x="39" y="850"/>
                  </a:lnTo>
                  <a:lnTo>
                    <a:pt x="116" y="1004"/>
                  </a:lnTo>
                  <a:lnTo>
                    <a:pt x="271" y="1159"/>
                  </a:lnTo>
                  <a:lnTo>
                    <a:pt x="425" y="1236"/>
                  </a:lnTo>
                  <a:lnTo>
                    <a:pt x="618" y="1275"/>
                  </a:lnTo>
                  <a:lnTo>
                    <a:pt x="812" y="1236"/>
                  </a:lnTo>
                  <a:lnTo>
                    <a:pt x="850" y="1198"/>
                  </a:lnTo>
                  <a:lnTo>
                    <a:pt x="889" y="1120"/>
                  </a:lnTo>
                  <a:lnTo>
                    <a:pt x="812" y="1043"/>
                  </a:lnTo>
                  <a:lnTo>
                    <a:pt x="734" y="1004"/>
                  </a:lnTo>
                  <a:lnTo>
                    <a:pt x="657" y="1004"/>
                  </a:lnTo>
                  <a:lnTo>
                    <a:pt x="541" y="966"/>
                  </a:lnTo>
                  <a:lnTo>
                    <a:pt x="464" y="889"/>
                  </a:lnTo>
                  <a:lnTo>
                    <a:pt x="425" y="811"/>
                  </a:lnTo>
                  <a:lnTo>
                    <a:pt x="387" y="696"/>
                  </a:lnTo>
                  <a:lnTo>
                    <a:pt x="425" y="618"/>
                  </a:lnTo>
                  <a:lnTo>
                    <a:pt x="464" y="502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812" y="387"/>
                  </a:lnTo>
                  <a:lnTo>
                    <a:pt x="927" y="464"/>
                  </a:lnTo>
                  <a:lnTo>
                    <a:pt x="1082" y="618"/>
                  </a:lnTo>
                  <a:lnTo>
                    <a:pt x="1198" y="657"/>
                  </a:lnTo>
                  <a:lnTo>
                    <a:pt x="1275" y="696"/>
                  </a:lnTo>
                  <a:lnTo>
                    <a:pt x="1352" y="696"/>
                  </a:lnTo>
                  <a:lnTo>
                    <a:pt x="1391" y="657"/>
                  </a:lnTo>
                  <a:lnTo>
                    <a:pt x="1429" y="541"/>
                  </a:lnTo>
                  <a:lnTo>
                    <a:pt x="1391" y="464"/>
                  </a:lnTo>
                  <a:lnTo>
                    <a:pt x="1352" y="348"/>
                  </a:lnTo>
                  <a:lnTo>
                    <a:pt x="1198" y="194"/>
                  </a:lnTo>
                  <a:lnTo>
                    <a:pt x="1005" y="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20"/>
            <p:cNvSpPr/>
            <p:nvPr/>
          </p:nvSpPr>
          <p:spPr>
            <a:xfrm>
              <a:off x="6549700" y="3335825"/>
              <a:ext cx="85000" cy="94625"/>
            </a:xfrm>
            <a:custGeom>
              <a:avLst/>
              <a:gdLst/>
              <a:ahLst/>
              <a:cxnLst/>
              <a:rect l="l" t="t" r="r" b="b"/>
              <a:pathLst>
                <a:path w="3400" h="3785" extrusionOk="0">
                  <a:moveTo>
                    <a:pt x="78" y="0"/>
                  </a:moveTo>
                  <a:lnTo>
                    <a:pt x="1" y="77"/>
                  </a:lnTo>
                  <a:lnTo>
                    <a:pt x="1" y="116"/>
                  </a:lnTo>
                  <a:lnTo>
                    <a:pt x="349" y="888"/>
                  </a:lnTo>
                  <a:lnTo>
                    <a:pt x="812" y="1661"/>
                  </a:lnTo>
                  <a:lnTo>
                    <a:pt x="1275" y="2394"/>
                  </a:lnTo>
                  <a:lnTo>
                    <a:pt x="1739" y="3089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4"/>
                  </a:lnTo>
                  <a:lnTo>
                    <a:pt x="3013" y="3707"/>
                  </a:lnTo>
                  <a:lnTo>
                    <a:pt x="3206" y="3591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89"/>
                  </a:lnTo>
                  <a:lnTo>
                    <a:pt x="3399" y="2896"/>
                  </a:lnTo>
                  <a:lnTo>
                    <a:pt x="3360" y="2703"/>
                  </a:lnTo>
                  <a:lnTo>
                    <a:pt x="3283" y="2510"/>
                  </a:lnTo>
                  <a:lnTo>
                    <a:pt x="3129" y="2163"/>
                  </a:lnTo>
                  <a:lnTo>
                    <a:pt x="2936" y="2240"/>
                  </a:lnTo>
                  <a:lnTo>
                    <a:pt x="3052" y="2587"/>
                  </a:lnTo>
                  <a:lnTo>
                    <a:pt x="3090" y="2742"/>
                  </a:lnTo>
                  <a:lnTo>
                    <a:pt x="3129" y="2858"/>
                  </a:lnTo>
                  <a:lnTo>
                    <a:pt x="2897" y="3012"/>
                  </a:lnTo>
                  <a:lnTo>
                    <a:pt x="2665" y="3128"/>
                  </a:lnTo>
                  <a:lnTo>
                    <a:pt x="2511" y="3205"/>
                  </a:lnTo>
                  <a:lnTo>
                    <a:pt x="2318" y="3205"/>
                  </a:lnTo>
                  <a:lnTo>
                    <a:pt x="2202" y="3167"/>
                  </a:lnTo>
                  <a:lnTo>
                    <a:pt x="2048" y="3089"/>
                  </a:lnTo>
                  <a:lnTo>
                    <a:pt x="1932" y="2935"/>
                  </a:lnTo>
                  <a:lnTo>
                    <a:pt x="1855" y="2742"/>
                  </a:lnTo>
                  <a:lnTo>
                    <a:pt x="1700" y="2510"/>
                  </a:lnTo>
                  <a:lnTo>
                    <a:pt x="1082" y="1506"/>
                  </a:lnTo>
                  <a:lnTo>
                    <a:pt x="619" y="772"/>
                  </a:lnTo>
                  <a:lnTo>
                    <a:pt x="387" y="386"/>
                  </a:lnTo>
                  <a:lnTo>
                    <a:pt x="117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20"/>
            <p:cNvSpPr/>
            <p:nvPr/>
          </p:nvSpPr>
          <p:spPr>
            <a:xfrm>
              <a:off x="2268300" y="338120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70"/>
                  </a:lnTo>
                  <a:lnTo>
                    <a:pt x="1120" y="463"/>
                  </a:lnTo>
                  <a:lnTo>
                    <a:pt x="850" y="656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64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90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68"/>
                  </a:lnTo>
                  <a:lnTo>
                    <a:pt x="502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815"/>
                  </a:lnTo>
                  <a:lnTo>
                    <a:pt x="888" y="1583"/>
                  </a:lnTo>
                  <a:lnTo>
                    <a:pt x="1043" y="1352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92" y="656"/>
                  </a:lnTo>
                  <a:lnTo>
                    <a:pt x="2124" y="579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5"/>
                  </a:lnTo>
                  <a:lnTo>
                    <a:pt x="3514" y="1158"/>
                  </a:lnTo>
                  <a:lnTo>
                    <a:pt x="3591" y="1390"/>
                  </a:lnTo>
                  <a:lnTo>
                    <a:pt x="3668" y="1660"/>
                  </a:lnTo>
                  <a:lnTo>
                    <a:pt x="4132" y="1583"/>
                  </a:lnTo>
                  <a:lnTo>
                    <a:pt x="4016" y="1197"/>
                  </a:lnTo>
                  <a:lnTo>
                    <a:pt x="3823" y="811"/>
                  </a:lnTo>
                  <a:lnTo>
                    <a:pt x="3630" y="541"/>
                  </a:lnTo>
                  <a:lnTo>
                    <a:pt x="3398" y="270"/>
                  </a:lnTo>
                  <a:lnTo>
                    <a:pt x="3244" y="193"/>
                  </a:lnTo>
                  <a:lnTo>
                    <a:pt x="3089" y="116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20"/>
            <p:cNvSpPr/>
            <p:nvPr/>
          </p:nvSpPr>
          <p:spPr>
            <a:xfrm>
              <a:off x="2133125" y="3382150"/>
              <a:ext cx="437350" cy="302200"/>
            </a:xfrm>
            <a:custGeom>
              <a:avLst/>
              <a:gdLst/>
              <a:ahLst/>
              <a:cxnLst/>
              <a:rect l="l" t="t" r="r" b="b"/>
              <a:pathLst>
                <a:path w="17494" h="12088" extrusionOk="0">
                  <a:moveTo>
                    <a:pt x="12087" y="541"/>
                  </a:moveTo>
                  <a:lnTo>
                    <a:pt x="12203" y="580"/>
                  </a:lnTo>
                  <a:lnTo>
                    <a:pt x="12319" y="657"/>
                  </a:lnTo>
                  <a:lnTo>
                    <a:pt x="12628" y="889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93"/>
                  </a:lnTo>
                  <a:lnTo>
                    <a:pt x="13478" y="2279"/>
                  </a:lnTo>
                  <a:lnTo>
                    <a:pt x="13632" y="2665"/>
                  </a:lnTo>
                  <a:lnTo>
                    <a:pt x="13825" y="3476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511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3" y="1738"/>
                  </a:lnTo>
                  <a:lnTo>
                    <a:pt x="11508" y="1429"/>
                  </a:lnTo>
                  <a:lnTo>
                    <a:pt x="11431" y="1082"/>
                  </a:lnTo>
                  <a:lnTo>
                    <a:pt x="11663" y="734"/>
                  </a:lnTo>
                  <a:lnTo>
                    <a:pt x="11779" y="618"/>
                  </a:lnTo>
                  <a:lnTo>
                    <a:pt x="11856" y="541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90" y="1738"/>
                  </a:lnTo>
                  <a:lnTo>
                    <a:pt x="16567" y="1854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704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6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700"/>
                  </a:lnTo>
                  <a:lnTo>
                    <a:pt x="16103" y="1622"/>
                  </a:lnTo>
                  <a:close/>
                  <a:moveTo>
                    <a:pt x="13864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52"/>
                  </a:lnTo>
                  <a:lnTo>
                    <a:pt x="12667" y="5484"/>
                  </a:lnTo>
                  <a:lnTo>
                    <a:pt x="12165" y="5793"/>
                  </a:lnTo>
                  <a:lnTo>
                    <a:pt x="11894" y="5909"/>
                  </a:lnTo>
                  <a:lnTo>
                    <a:pt x="11624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8" y="5291"/>
                  </a:lnTo>
                  <a:lnTo>
                    <a:pt x="11122" y="5098"/>
                  </a:lnTo>
                  <a:lnTo>
                    <a:pt x="11277" y="4982"/>
                  </a:lnTo>
                  <a:lnTo>
                    <a:pt x="11547" y="4750"/>
                  </a:lnTo>
                  <a:lnTo>
                    <a:pt x="11817" y="4673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2" y="5407"/>
                  </a:lnTo>
                  <a:lnTo>
                    <a:pt x="16412" y="5677"/>
                  </a:lnTo>
                  <a:lnTo>
                    <a:pt x="16644" y="6025"/>
                  </a:lnTo>
                  <a:lnTo>
                    <a:pt x="16876" y="6333"/>
                  </a:lnTo>
                  <a:lnTo>
                    <a:pt x="16992" y="6681"/>
                  </a:lnTo>
                  <a:lnTo>
                    <a:pt x="16992" y="6835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374" y="7337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835"/>
                  </a:lnTo>
                  <a:lnTo>
                    <a:pt x="15370" y="6565"/>
                  </a:lnTo>
                  <a:lnTo>
                    <a:pt x="15061" y="6179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78"/>
                  </a:lnTo>
                  <a:lnTo>
                    <a:pt x="11470" y="116"/>
                  </a:lnTo>
                  <a:lnTo>
                    <a:pt x="11354" y="232"/>
                  </a:lnTo>
                  <a:lnTo>
                    <a:pt x="11161" y="425"/>
                  </a:lnTo>
                  <a:lnTo>
                    <a:pt x="11006" y="618"/>
                  </a:lnTo>
                  <a:lnTo>
                    <a:pt x="10929" y="812"/>
                  </a:lnTo>
                  <a:lnTo>
                    <a:pt x="10929" y="1043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700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2" y="2742"/>
                  </a:lnTo>
                  <a:lnTo>
                    <a:pt x="12396" y="3090"/>
                  </a:lnTo>
                  <a:lnTo>
                    <a:pt x="12860" y="3437"/>
                  </a:lnTo>
                  <a:lnTo>
                    <a:pt x="12860" y="3437"/>
                  </a:lnTo>
                  <a:lnTo>
                    <a:pt x="12049" y="3322"/>
                  </a:lnTo>
                  <a:lnTo>
                    <a:pt x="11199" y="3283"/>
                  </a:lnTo>
                  <a:lnTo>
                    <a:pt x="10388" y="3360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45"/>
                  </a:lnTo>
                  <a:lnTo>
                    <a:pt x="9075" y="1622"/>
                  </a:lnTo>
                  <a:lnTo>
                    <a:pt x="9153" y="2124"/>
                  </a:lnTo>
                  <a:lnTo>
                    <a:pt x="9153" y="2626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630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50"/>
                  </a:lnTo>
                  <a:lnTo>
                    <a:pt x="5832" y="5252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51"/>
                  </a:lnTo>
                  <a:lnTo>
                    <a:pt x="3090" y="7724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56"/>
                  </a:lnTo>
                  <a:lnTo>
                    <a:pt x="542" y="10967"/>
                  </a:lnTo>
                  <a:lnTo>
                    <a:pt x="1" y="11817"/>
                  </a:lnTo>
                  <a:lnTo>
                    <a:pt x="349" y="12087"/>
                  </a:lnTo>
                  <a:lnTo>
                    <a:pt x="1546" y="10542"/>
                  </a:lnTo>
                  <a:lnTo>
                    <a:pt x="2743" y="8998"/>
                  </a:lnTo>
                  <a:lnTo>
                    <a:pt x="3360" y="8226"/>
                  </a:lnTo>
                  <a:lnTo>
                    <a:pt x="4017" y="7531"/>
                  </a:lnTo>
                  <a:lnTo>
                    <a:pt x="4712" y="6835"/>
                  </a:lnTo>
                  <a:lnTo>
                    <a:pt x="5484" y="6179"/>
                  </a:lnTo>
                  <a:lnTo>
                    <a:pt x="6257" y="5600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8" y="4441"/>
                  </a:lnTo>
                  <a:lnTo>
                    <a:pt x="8921" y="4287"/>
                  </a:lnTo>
                  <a:lnTo>
                    <a:pt x="9423" y="4132"/>
                  </a:lnTo>
                  <a:lnTo>
                    <a:pt x="9886" y="4017"/>
                  </a:lnTo>
                  <a:lnTo>
                    <a:pt x="10388" y="3939"/>
                  </a:lnTo>
                  <a:lnTo>
                    <a:pt x="10852" y="3862"/>
                  </a:lnTo>
                  <a:lnTo>
                    <a:pt x="11354" y="3823"/>
                  </a:lnTo>
                  <a:lnTo>
                    <a:pt x="11856" y="3823"/>
                  </a:lnTo>
                  <a:lnTo>
                    <a:pt x="12358" y="3862"/>
                  </a:lnTo>
                  <a:lnTo>
                    <a:pt x="12860" y="3939"/>
                  </a:lnTo>
                  <a:lnTo>
                    <a:pt x="12358" y="4017"/>
                  </a:lnTo>
                  <a:lnTo>
                    <a:pt x="11856" y="4132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712"/>
                  </a:lnTo>
                  <a:lnTo>
                    <a:pt x="10697" y="4866"/>
                  </a:lnTo>
                  <a:lnTo>
                    <a:pt x="10543" y="5098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86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3"/>
                  </a:lnTo>
                  <a:lnTo>
                    <a:pt x="11006" y="6449"/>
                  </a:lnTo>
                  <a:lnTo>
                    <a:pt x="11585" y="6449"/>
                  </a:lnTo>
                  <a:lnTo>
                    <a:pt x="11894" y="6372"/>
                  </a:lnTo>
                  <a:lnTo>
                    <a:pt x="12165" y="6295"/>
                  </a:lnTo>
                  <a:lnTo>
                    <a:pt x="12628" y="6063"/>
                  </a:lnTo>
                  <a:lnTo>
                    <a:pt x="13053" y="5831"/>
                  </a:lnTo>
                  <a:lnTo>
                    <a:pt x="13439" y="5523"/>
                  </a:lnTo>
                  <a:lnTo>
                    <a:pt x="13400" y="5561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47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876" y="7878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6"/>
                  </a:lnTo>
                  <a:lnTo>
                    <a:pt x="17378" y="7531"/>
                  </a:lnTo>
                  <a:lnTo>
                    <a:pt x="17416" y="7415"/>
                  </a:lnTo>
                  <a:lnTo>
                    <a:pt x="17455" y="7260"/>
                  </a:lnTo>
                  <a:lnTo>
                    <a:pt x="17494" y="6951"/>
                  </a:lnTo>
                  <a:lnTo>
                    <a:pt x="17416" y="6642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827"/>
                  </a:lnTo>
                  <a:lnTo>
                    <a:pt x="16026" y="4634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39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90"/>
                  </a:lnTo>
                  <a:lnTo>
                    <a:pt x="16914" y="2897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6" y="2202"/>
                  </a:lnTo>
                  <a:lnTo>
                    <a:pt x="17107" y="1931"/>
                  </a:lnTo>
                  <a:lnTo>
                    <a:pt x="17069" y="1700"/>
                  </a:lnTo>
                  <a:lnTo>
                    <a:pt x="16914" y="1507"/>
                  </a:lnTo>
                  <a:lnTo>
                    <a:pt x="16760" y="1352"/>
                  </a:lnTo>
                  <a:lnTo>
                    <a:pt x="16567" y="1236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75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80" y="2472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89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55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20"/>
            <p:cNvSpPr/>
            <p:nvPr/>
          </p:nvSpPr>
          <p:spPr>
            <a:xfrm>
              <a:off x="2737450" y="3395675"/>
              <a:ext cx="459550" cy="296375"/>
            </a:xfrm>
            <a:custGeom>
              <a:avLst/>
              <a:gdLst/>
              <a:ahLst/>
              <a:cxnLst/>
              <a:rect l="l" t="t" r="r" b="b"/>
              <a:pathLst>
                <a:path w="18382" h="11855" extrusionOk="0">
                  <a:moveTo>
                    <a:pt x="17648" y="2935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8"/>
                  </a:lnTo>
                  <a:lnTo>
                    <a:pt x="17880" y="3321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39"/>
                  </a:lnTo>
                  <a:lnTo>
                    <a:pt x="17648" y="4132"/>
                  </a:lnTo>
                  <a:lnTo>
                    <a:pt x="17300" y="4402"/>
                  </a:lnTo>
                  <a:lnTo>
                    <a:pt x="17030" y="4595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3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4"/>
                  </a:lnTo>
                  <a:lnTo>
                    <a:pt x="16528" y="3514"/>
                  </a:lnTo>
                  <a:lnTo>
                    <a:pt x="16721" y="3282"/>
                  </a:lnTo>
                  <a:lnTo>
                    <a:pt x="16953" y="3128"/>
                  </a:lnTo>
                  <a:lnTo>
                    <a:pt x="17223" y="2974"/>
                  </a:lnTo>
                  <a:lnTo>
                    <a:pt x="17493" y="2935"/>
                  </a:lnTo>
                  <a:close/>
                  <a:moveTo>
                    <a:pt x="14211" y="4866"/>
                  </a:moveTo>
                  <a:lnTo>
                    <a:pt x="14481" y="4904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29"/>
                  </a:lnTo>
                  <a:lnTo>
                    <a:pt x="14752" y="5522"/>
                  </a:lnTo>
                  <a:lnTo>
                    <a:pt x="14288" y="5677"/>
                  </a:lnTo>
                  <a:lnTo>
                    <a:pt x="14018" y="5715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599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6"/>
                  </a:lnTo>
                  <a:lnTo>
                    <a:pt x="13169" y="5020"/>
                  </a:lnTo>
                  <a:lnTo>
                    <a:pt x="13323" y="4943"/>
                  </a:lnTo>
                  <a:lnTo>
                    <a:pt x="13555" y="4904"/>
                  </a:lnTo>
                  <a:lnTo>
                    <a:pt x="13864" y="4866"/>
                  </a:lnTo>
                  <a:close/>
                  <a:moveTo>
                    <a:pt x="15756" y="5522"/>
                  </a:moveTo>
                  <a:lnTo>
                    <a:pt x="16374" y="5831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3"/>
                  </a:lnTo>
                  <a:lnTo>
                    <a:pt x="17571" y="6912"/>
                  </a:lnTo>
                  <a:lnTo>
                    <a:pt x="17609" y="7067"/>
                  </a:lnTo>
                  <a:lnTo>
                    <a:pt x="17609" y="7221"/>
                  </a:lnTo>
                  <a:lnTo>
                    <a:pt x="17609" y="7453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3"/>
                  </a:lnTo>
                  <a:lnTo>
                    <a:pt x="17146" y="7723"/>
                  </a:lnTo>
                  <a:lnTo>
                    <a:pt x="16953" y="7685"/>
                  </a:lnTo>
                  <a:lnTo>
                    <a:pt x="16798" y="7607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6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1"/>
                  </a:lnTo>
                  <a:lnTo>
                    <a:pt x="15756" y="5522"/>
                  </a:lnTo>
                  <a:close/>
                  <a:moveTo>
                    <a:pt x="4944" y="464"/>
                  </a:moveTo>
                  <a:lnTo>
                    <a:pt x="5561" y="502"/>
                  </a:lnTo>
                  <a:lnTo>
                    <a:pt x="6141" y="657"/>
                  </a:lnTo>
                  <a:lnTo>
                    <a:pt x="6681" y="888"/>
                  </a:lnTo>
                  <a:lnTo>
                    <a:pt x="7222" y="1197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4"/>
                  </a:lnTo>
                  <a:lnTo>
                    <a:pt x="8766" y="2781"/>
                  </a:lnTo>
                  <a:lnTo>
                    <a:pt x="9037" y="3205"/>
                  </a:lnTo>
                  <a:lnTo>
                    <a:pt x="9268" y="3669"/>
                  </a:lnTo>
                  <a:lnTo>
                    <a:pt x="9693" y="4595"/>
                  </a:lnTo>
                  <a:lnTo>
                    <a:pt x="10079" y="5522"/>
                  </a:lnTo>
                  <a:lnTo>
                    <a:pt x="10272" y="5908"/>
                  </a:lnTo>
                  <a:lnTo>
                    <a:pt x="10504" y="6294"/>
                  </a:lnTo>
                  <a:lnTo>
                    <a:pt x="10736" y="6642"/>
                  </a:lnTo>
                  <a:lnTo>
                    <a:pt x="11006" y="6912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0"/>
                  </a:lnTo>
                  <a:lnTo>
                    <a:pt x="13207" y="7492"/>
                  </a:lnTo>
                  <a:lnTo>
                    <a:pt x="13516" y="7414"/>
                  </a:lnTo>
                  <a:lnTo>
                    <a:pt x="13825" y="7260"/>
                  </a:lnTo>
                  <a:lnTo>
                    <a:pt x="14095" y="7105"/>
                  </a:lnTo>
                  <a:lnTo>
                    <a:pt x="14366" y="6951"/>
                  </a:lnTo>
                  <a:lnTo>
                    <a:pt x="14597" y="6719"/>
                  </a:lnTo>
                  <a:lnTo>
                    <a:pt x="14829" y="6488"/>
                  </a:lnTo>
                  <a:lnTo>
                    <a:pt x="14404" y="7221"/>
                  </a:lnTo>
                  <a:lnTo>
                    <a:pt x="13941" y="7878"/>
                  </a:lnTo>
                  <a:lnTo>
                    <a:pt x="13439" y="8534"/>
                  </a:lnTo>
                  <a:lnTo>
                    <a:pt x="12860" y="9113"/>
                  </a:lnTo>
                  <a:lnTo>
                    <a:pt x="12242" y="9615"/>
                  </a:lnTo>
                  <a:lnTo>
                    <a:pt x="11547" y="10079"/>
                  </a:lnTo>
                  <a:lnTo>
                    <a:pt x="10813" y="10503"/>
                  </a:lnTo>
                  <a:lnTo>
                    <a:pt x="10041" y="10812"/>
                  </a:lnTo>
                  <a:lnTo>
                    <a:pt x="9462" y="11005"/>
                  </a:lnTo>
                  <a:lnTo>
                    <a:pt x="8882" y="11160"/>
                  </a:lnTo>
                  <a:lnTo>
                    <a:pt x="8303" y="11276"/>
                  </a:lnTo>
                  <a:lnTo>
                    <a:pt x="7724" y="11314"/>
                  </a:lnTo>
                  <a:lnTo>
                    <a:pt x="7145" y="11353"/>
                  </a:lnTo>
                  <a:lnTo>
                    <a:pt x="6604" y="11314"/>
                  </a:lnTo>
                  <a:lnTo>
                    <a:pt x="6025" y="11237"/>
                  </a:lnTo>
                  <a:lnTo>
                    <a:pt x="5484" y="11121"/>
                  </a:lnTo>
                  <a:lnTo>
                    <a:pt x="4944" y="10967"/>
                  </a:lnTo>
                  <a:lnTo>
                    <a:pt x="4442" y="10735"/>
                  </a:lnTo>
                  <a:lnTo>
                    <a:pt x="3940" y="10503"/>
                  </a:lnTo>
                  <a:lnTo>
                    <a:pt x="3476" y="10195"/>
                  </a:lnTo>
                  <a:lnTo>
                    <a:pt x="3013" y="9847"/>
                  </a:lnTo>
                  <a:lnTo>
                    <a:pt x="2549" y="9461"/>
                  </a:lnTo>
                  <a:lnTo>
                    <a:pt x="2163" y="9036"/>
                  </a:lnTo>
                  <a:lnTo>
                    <a:pt x="1777" y="8573"/>
                  </a:lnTo>
                  <a:lnTo>
                    <a:pt x="1430" y="8032"/>
                  </a:lnTo>
                  <a:lnTo>
                    <a:pt x="1121" y="7492"/>
                  </a:lnTo>
                  <a:lnTo>
                    <a:pt x="850" y="6912"/>
                  </a:lnTo>
                  <a:lnTo>
                    <a:pt x="657" y="6333"/>
                  </a:lnTo>
                  <a:lnTo>
                    <a:pt x="503" y="5754"/>
                  </a:lnTo>
                  <a:lnTo>
                    <a:pt x="426" y="5136"/>
                  </a:lnTo>
                  <a:lnTo>
                    <a:pt x="426" y="4518"/>
                  </a:lnTo>
                  <a:lnTo>
                    <a:pt x="503" y="3862"/>
                  </a:lnTo>
                  <a:lnTo>
                    <a:pt x="696" y="3282"/>
                  </a:lnTo>
                  <a:lnTo>
                    <a:pt x="928" y="2742"/>
                  </a:lnTo>
                  <a:lnTo>
                    <a:pt x="1275" y="2240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79"/>
                  </a:lnTo>
                  <a:lnTo>
                    <a:pt x="4326" y="464"/>
                  </a:lnTo>
                  <a:close/>
                  <a:moveTo>
                    <a:pt x="4519" y="0"/>
                  </a:moveTo>
                  <a:lnTo>
                    <a:pt x="4249" y="39"/>
                  </a:lnTo>
                  <a:lnTo>
                    <a:pt x="3901" y="77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5"/>
                  </a:lnTo>
                  <a:lnTo>
                    <a:pt x="2472" y="579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3"/>
                  </a:lnTo>
                  <a:lnTo>
                    <a:pt x="1082" y="1699"/>
                  </a:lnTo>
                  <a:lnTo>
                    <a:pt x="773" y="2163"/>
                  </a:lnTo>
                  <a:lnTo>
                    <a:pt x="503" y="2626"/>
                  </a:lnTo>
                  <a:lnTo>
                    <a:pt x="310" y="3089"/>
                  </a:lnTo>
                  <a:lnTo>
                    <a:pt x="155" y="3591"/>
                  </a:lnTo>
                  <a:lnTo>
                    <a:pt x="40" y="4093"/>
                  </a:lnTo>
                  <a:lnTo>
                    <a:pt x="1" y="4595"/>
                  </a:lnTo>
                  <a:lnTo>
                    <a:pt x="1" y="5136"/>
                  </a:lnTo>
                  <a:lnTo>
                    <a:pt x="78" y="5638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8"/>
                  </a:lnTo>
                  <a:lnTo>
                    <a:pt x="1237" y="8611"/>
                  </a:lnTo>
                  <a:lnTo>
                    <a:pt x="1545" y="9036"/>
                  </a:lnTo>
                  <a:lnTo>
                    <a:pt x="2009" y="9577"/>
                  </a:lnTo>
                  <a:lnTo>
                    <a:pt x="2472" y="10040"/>
                  </a:lnTo>
                  <a:lnTo>
                    <a:pt x="2974" y="10426"/>
                  </a:lnTo>
                  <a:lnTo>
                    <a:pt x="3476" y="10812"/>
                  </a:lnTo>
                  <a:lnTo>
                    <a:pt x="4055" y="11083"/>
                  </a:lnTo>
                  <a:lnTo>
                    <a:pt x="4596" y="11353"/>
                  </a:lnTo>
                  <a:lnTo>
                    <a:pt x="5214" y="11546"/>
                  </a:lnTo>
                  <a:lnTo>
                    <a:pt x="5832" y="11701"/>
                  </a:lnTo>
                  <a:lnTo>
                    <a:pt x="5870" y="11855"/>
                  </a:lnTo>
                  <a:lnTo>
                    <a:pt x="6218" y="11778"/>
                  </a:lnTo>
                  <a:lnTo>
                    <a:pt x="7029" y="11816"/>
                  </a:lnTo>
                  <a:lnTo>
                    <a:pt x="7840" y="11816"/>
                  </a:lnTo>
                  <a:lnTo>
                    <a:pt x="8689" y="11701"/>
                  </a:lnTo>
                  <a:lnTo>
                    <a:pt x="9539" y="11507"/>
                  </a:lnTo>
                  <a:lnTo>
                    <a:pt x="10272" y="11237"/>
                  </a:lnTo>
                  <a:lnTo>
                    <a:pt x="11006" y="10928"/>
                  </a:lnTo>
                  <a:lnTo>
                    <a:pt x="11315" y="10812"/>
                  </a:lnTo>
                  <a:lnTo>
                    <a:pt x="11315" y="10774"/>
                  </a:lnTo>
                  <a:lnTo>
                    <a:pt x="12049" y="10349"/>
                  </a:lnTo>
                  <a:lnTo>
                    <a:pt x="12705" y="9847"/>
                  </a:lnTo>
                  <a:lnTo>
                    <a:pt x="13362" y="9306"/>
                  </a:lnTo>
                  <a:lnTo>
                    <a:pt x="13941" y="8689"/>
                  </a:lnTo>
                  <a:lnTo>
                    <a:pt x="14481" y="8032"/>
                  </a:lnTo>
                  <a:lnTo>
                    <a:pt x="14713" y="7685"/>
                  </a:lnTo>
                  <a:lnTo>
                    <a:pt x="14906" y="7298"/>
                  </a:lnTo>
                  <a:lnTo>
                    <a:pt x="15099" y="6951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19"/>
                  </a:lnTo>
                  <a:lnTo>
                    <a:pt x="15987" y="7144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6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2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3"/>
                  </a:lnTo>
                  <a:lnTo>
                    <a:pt x="18034" y="7260"/>
                  </a:lnTo>
                  <a:lnTo>
                    <a:pt x="17995" y="7028"/>
                  </a:lnTo>
                  <a:lnTo>
                    <a:pt x="17918" y="6835"/>
                  </a:lnTo>
                  <a:lnTo>
                    <a:pt x="17841" y="6642"/>
                  </a:lnTo>
                  <a:lnTo>
                    <a:pt x="17725" y="6449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5"/>
                  </a:lnTo>
                  <a:lnTo>
                    <a:pt x="16567" y="5445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1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3"/>
                  </a:lnTo>
                  <a:lnTo>
                    <a:pt x="18343" y="3553"/>
                  </a:lnTo>
                  <a:lnTo>
                    <a:pt x="18382" y="3321"/>
                  </a:lnTo>
                  <a:lnTo>
                    <a:pt x="18343" y="3089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3"/>
                  </a:lnTo>
                  <a:lnTo>
                    <a:pt x="17841" y="2587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7"/>
                  </a:lnTo>
                  <a:lnTo>
                    <a:pt x="16953" y="2703"/>
                  </a:lnTo>
                  <a:lnTo>
                    <a:pt x="16760" y="2781"/>
                  </a:lnTo>
                  <a:lnTo>
                    <a:pt x="16567" y="2935"/>
                  </a:lnTo>
                  <a:lnTo>
                    <a:pt x="16412" y="3089"/>
                  </a:lnTo>
                  <a:lnTo>
                    <a:pt x="16258" y="3282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0"/>
                  </a:lnTo>
                  <a:lnTo>
                    <a:pt x="15524" y="5020"/>
                  </a:lnTo>
                  <a:lnTo>
                    <a:pt x="15099" y="4788"/>
                  </a:lnTo>
                  <a:lnTo>
                    <a:pt x="14675" y="4634"/>
                  </a:lnTo>
                  <a:lnTo>
                    <a:pt x="14211" y="4518"/>
                  </a:lnTo>
                  <a:lnTo>
                    <a:pt x="13748" y="4518"/>
                  </a:lnTo>
                  <a:lnTo>
                    <a:pt x="13362" y="4595"/>
                  </a:lnTo>
                  <a:lnTo>
                    <a:pt x="13169" y="4634"/>
                  </a:lnTo>
                  <a:lnTo>
                    <a:pt x="12975" y="4711"/>
                  </a:lnTo>
                  <a:lnTo>
                    <a:pt x="12782" y="4788"/>
                  </a:lnTo>
                  <a:lnTo>
                    <a:pt x="12628" y="4943"/>
                  </a:lnTo>
                  <a:lnTo>
                    <a:pt x="12512" y="5097"/>
                  </a:lnTo>
                  <a:lnTo>
                    <a:pt x="12435" y="5252"/>
                  </a:lnTo>
                  <a:lnTo>
                    <a:pt x="12396" y="5445"/>
                  </a:lnTo>
                  <a:lnTo>
                    <a:pt x="12473" y="5638"/>
                  </a:lnTo>
                  <a:lnTo>
                    <a:pt x="12551" y="5792"/>
                  </a:lnTo>
                  <a:lnTo>
                    <a:pt x="12705" y="5908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0"/>
                  </a:lnTo>
                  <a:lnTo>
                    <a:pt x="13786" y="6140"/>
                  </a:lnTo>
                  <a:lnTo>
                    <a:pt x="14134" y="6101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19"/>
                  </a:lnTo>
                  <a:lnTo>
                    <a:pt x="13671" y="6835"/>
                  </a:lnTo>
                  <a:lnTo>
                    <a:pt x="13439" y="6951"/>
                  </a:lnTo>
                  <a:lnTo>
                    <a:pt x="13207" y="7028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0"/>
                  </a:lnTo>
                  <a:lnTo>
                    <a:pt x="10968" y="6140"/>
                  </a:lnTo>
                  <a:lnTo>
                    <a:pt x="10774" y="5792"/>
                  </a:lnTo>
                  <a:lnTo>
                    <a:pt x="10504" y="5329"/>
                  </a:lnTo>
                  <a:lnTo>
                    <a:pt x="10311" y="4827"/>
                  </a:lnTo>
                  <a:lnTo>
                    <a:pt x="9886" y="3862"/>
                  </a:lnTo>
                  <a:lnTo>
                    <a:pt x="9655" y="3398"/>
                  </a:lnTo>
                  <a:lnTo>
                    <a:pt x="9423" y="2935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1"/>
                  </a:lnTo>
                  <a:lnTo>
                    <a:pt x="6874" y="502"/>
                  </a:lnTo>
                  <a:lnTo>
                    <a:pt x="6295" y="271"/>
                  </a:lnTo>
                  <a:lnTo>
                    <a:pt x="5716" y="116"/>
                  </a:lnTo>
                  <a:lnTo>
                    <a:pt x="5137" y="39"/>
                  </a:lnTo>
                  <a:lnTo>
                    <a:pt x="451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20"/>
            <p:cNvSpPr/>
            <p:nvPr/>
          </p:nvSpPr>
          <p:spPr>
            <a:xfrm>
              <a:off x="2769325" y="3423675"/>
              <a:ext cx="144825" cy="164125"/>
            </a:xfrm>
            <a:custGeom>
              <a:avLst/>
              <a:gdLst/>
              <a:ahLst/>
              <a:cxnLst/>
              <a:rect l="l" t="t" r="r" b="b"/>
              <a:pathLst>
                <a:path w="5793" h="6565" extrusionOk="0">
                  <a:moveTo>
                    <a:pt x="2858" y="463"/>
                  </a:moveTo>
                  <a:lnTo>
                    <a:pt x="3360" y="618"/>
                  </a:lnTo>
                  <a:lnTo>
                    <a:pt x="3823" y="811"/>
                  </a:lnTo>
                  <a:lnTo>
                    <a:pt x="4248" y="1081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8"/>
                  </a:lnTo>
                  <a:lnTo>
                    <a:pt x="5252" y="2510"/>
                  </a:lnTo>
                  <a:lnTo>
                    <a:pt x="5290" y="2780"/>
                  </a:lnTo>
                  <a:lnTo>
                    <a:pt x="5329" y="3051"/>
                  </a:lnTo>
                  <a:lnTo>
                    <a:pt x="5329" y="3321"/>
                  </a:lnTo>
                  <a:lnTo>
                    <a:pt x="5290" y="3784"/>
                  </a:lnTo>
                  <a:lnTo>
                    <a:pt x="5175" y="4248"/>
                  </a:lnTo>
                  <a:lnTo>
                    <a:pt x="4981" y="4711"/>
                  </a:lnTo>
                  <a:lnTo>
                    <a:pt x="4711" y="5097"/>
                  </a:lnTo>
                  <a:lnTo>
                    <a:pt x="4364" y="5445"/>
                  </a:lnTo>
                  <a:lnTo>
                    <a:pt x="4016" y="5715"/>
                  </a:lnTo>
                  <a:lnTo>
                    <a:pt x="3784" y="5831"/>
                  </a:lnTo>
                  <a:lnTo>
                    <a:pt x="3553" y="5947"/>
                  </a:lnTo>
                  <a:lnTo>
                    <a:pt x="3321" y="6024"/>
                  </a:lnTo>
                  <a:lnTo>
                    <a:pt x="3089" y="6063"/>
                  </a:lnTo>
                  <a:lnTo>
                    <a:pt x="2780" y="6101"/>
                  </a:lnTo>
                  <a:lnTo>
                    <a:pt x="2510" y="6101"/>
                  </a:lnTo>
                  <a:lnTo>
                    <a:pt x="2201" y="6063"/>
                  </a:lnTo>
                  <a:lnTo>
                    <a:pt x="1970" y="5985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599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0"/>
                  </a:lnTo>
                  <a:lnTo>
                    <a:pt x="734" y="4788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4"/>
                  </a:lnTo>
                  <a:lnTo>
                    <a:pt x="464" y="2973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699"/>
                  </a:lnTo>
                  <a:lnTo>
                    <a:pt x="966" y="1506"/>
                  </a:lnTo>
                  <a:lnTo>
                    <a:pt x="1120" y="1274"/>
                  </a:lnTo>
                  <a:lnTo>
                    <a:pt x="1313" y="1120"/>
                  </a:lnTo>
                  <a:lnTo>
                    <a:pt x="1506" y="927"/>
                  </a:lnTo>
                  <a:lnTo>
                    <a:pt x="1738" y="811"/>
                  </a:lnTo>
                  <a:lnTo>
                    <a:pt x="1970" y="695"/>
                  </a:lnTo>
                  <a:lnTo>
                    <a:pt x="2201" y="579"/>
                  </a:lnTo>
                  <a:lnTo>
                    <a:pt x="2472" y="541"/>
                  </a:lnTo>
                  <a:lnTo>
                    <a:pt x="2780" y="502"/>
                  </a:lnTo>
                  <a:lnTo>
                    <a:pt x="2819" y="502"/>
                  </a:lnTo>
                  <a:lnTo>
                    <a:pt x="2858" y="463"/>
                  </a:lnTo>
                  <a:close/>
                  <a:moveTo>
                    <a:pt x="2665" y="0"/>
                  </a:moveTo>
                  <a:lnTo>
                    <a:pt x="2587" y="39"/>
                  </a:lnTo>
                  <a:lnTo>
                    <a:pt x="2510" y="77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0"/>
                  </a:lnTo>
                  <a:lnTo>
                    <a:pt x="1854" y="309"/>
                  </a:lnTo>
                  <a:lnTo>
                    <a:pt x="1622" y="386"/>
                  </a:lnTo>
                  <a:lnTo>
                    <a:pt x="1390" y="502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6"/>
                  </a:lnTo>
                  <a:lnTo>
                    <a:pt x="348" y="1738"/>
                  </a:lnTo>
                  <a:lnTo>
                    <a:pt x="155" y="2278"/>
                  </a:lnTo>
                  <a:lnTo>
                    <a:pt x="39" y="2858"/>
                  </a:lnTo>
                  <a:lnTo>
                    <a:pt x="0" y="3398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2"/>
                  </a:lnTo>
                  <a:lnTo>
                    <a:pt x="309" y="4943"/>
                  </a:lnTo>
                  <a:lnTo>
                    <a:pt x="425" y="5213"/>
                  </a:lnTo>
                  <a:lnTo>
                    <a:pt x="579" y="5445"/>
                  </a:lnTo>
                  <a:lnTo>
                    <a:pt x="734" y="5676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7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6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6"/>
                  </a:lnTo>
                  <a:lnTo>
                    <a:pt x="3476" y="6449"/>
                  </a:lnTo>
                  <a:lnTo>
                    <a:pt x="3784" y="6333"/>
                  </a:lnTo>
                  <a:lnTo>
                    <a:pt x="4055" y="6217"/>
                  </a:lnTo>
                  <a:lnTo>
                    <a:pt x="4325" y="6063"/>
                  </a:lnTo>
                  <a:lnTo>
                    <a:pt x="4557" y="5908"/>
                  </a:lnTo>
                  <a:lnTo>
                    <a:pt x="4788" y="5715"/>
                  </a:lnTo>
                  <a:lnTo>
                    <a:pt x="4981" y="5483"/>
                  </a:lnTo>
                  <a:lnTo>
                    <a:pt x="5175" y="5252"/>
                  </a:lnTo>
                  <a:lnTo>
                    <a:pt x="5329" y="4981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0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7"/>
                  </a:lnTo>
                  <a:lnTo>
                    <a:pt x="5561" y="2047"/>
                  </a:lnTo>
                  <a:lnTo>
                    <a:pt x="5406" y="1776"/>
                  </a:lnTo>
                  <a:lnTo>
                    <a:pt x="5252" y="1506"/>
                  </a:lnTo>
                  <a:lnTo>
                    <a:pt x="5059" y="1274"/>
                  </a:lnTo>
                  <a:lnTo>
                    <a:pt x="4866" y="1043"/>
                  </a:lnTo>
                  <a:lnTo>
                    <a:pt x="4634" y="811"/>
                  </a:lnTo>
                  <a:lnTo>
                    <a:pt x="4402" y="618"/>
                  </a:lnTo>
                  <a:lnTo>
                    <a:pt x="4132" y="463"/>
                  </a:lnTo>
                  <a:lnTo>
                    <a:pt x="3862" y="309"/>
                  </a:lnTo>
                  <a:lnTo>
                    <a:pt x="3591" y="193"/>
                  </a:lnTo>
                  <a:lnTo>
                    <a:pt x="3282" y="116"/>
                  </a:lnTo>
                  <a:lnTo>
                    <a:pt x="2974" y="39"/>
                  </a:lnTo>
                  <a:lnTo>
                    <a:pt x="266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20"/>
            <p:cNvSpPr/>
            <p:nvPr/>
          </p:nvSpPr>
          <p:spPr>
            <a:xfrm>
              <a:off x="3889150" y="34449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3" y="3823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0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4" y="5986"/>
                  </a:lnTo>
                  <a:lnTo>
                    <a:pt x="11430" y="6140"/>
                  </a:lnTo>
                  <a:lnTo>
                    <a:pt x="11353" y="6218"/>
                  </a:lnTo>
                  <a:lnTo>
                    <a:pt x="11237" y="6256"/>
                  </a:lnTo>
                  <a:lnTo>
                    <a:pt x="11083" y="6295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0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9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4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1" y="9616"/>
                  </a:lnTo>
                  <a:lnTo>
                    <a:pt x="12936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5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20"/>
            <p:cNvSpPr/>
            <p:nvPr/>
          </p:nvSpPr>
          <p:spPr>
            <a:xfrm>
              <a:off x="4428800" y="3447800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0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3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2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7"/>
                  </a:lnTo>
                  <a:lnTo>
                    <a:pt x="6951" y="12627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7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20"/>
            <p:cNvSpPr/>
            <p:nvPr/>
          </p:nvSpPr>
          <p:spPr>
            <a:xfrm>
              <a:off x="4598700" y="3452625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49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1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20"/>
            <p:cNvSpPr/>
            <p:nvPr/>
          </p:nvSpPr>
          <p:spPr>
            <a:xfrm>
              <a:off x="3921000" y="34584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59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1" y="9075"/>
                  </a:lnTo>
                  <a:lnTo>
                    <a:pt x="6913" y="8804"/>
                  </a:lnTo>
                  <a:lnTo>
                    <a:pt x="6951" y="8534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8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0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8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4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4"/>
                  </a:lnTo>
                  <a:lnTo>
                    <a:pt x="6449" y="8843"/>
                  </a:lnTo>
                  <a:lnTo>
                    <a:pt x="5716" y="8804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5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20"/>
            <p:cNvSpPr/>
            <p:nvPr/>
          </p:nvSpPr>
          <p:spPr>
            <a:xfrm>
              <a:off x="1220850" y="3492200"/>
              <a:ext cx="274200" cy="516500"/>
            </a:xfrm>
            <a:custGeom>
              <a:avLst/>
              <a:gdLst/>
              <a:ahLst/>
              <a:cxnLst/>
              <a:rect l="l" t="t" r="r" b="b"/>
              <a:pathLst>
                <a:path w="10968" h="20660" extrusionOk="0">
                  <a:moveTo>
                    <a:pt x="1468" y="657"/>
                  </a:moveTo>
                  <a:lnTo>
                    <a:pt x="2086" y="1005"/>
                  </a:lnTo>
                  <a:lnTo>
                    <a:pt x="2665" y="1391"/>
                  </a:lnTo>
                  <a:lnTo>
                    <a:pt x="3052" y="1661"/>
                  </a:lnTo>
                  <a:lnTo>
                    <a:pt x="3438" y="1970"/>
                  </a:lnTo>
                  <a:lnTo>
                    <a:pt x="3592" y="2125"/>
                  </a:lnTo>
                  <a:lnTo>
                    <a:pt x="3708" y="2279"/>
                  </a:lnTo>
                  <a:lnTo>
                    <a:pt x="3862" y="2588"/>
                  </a:lnTo>
                  <a:lnTo>
                    <a:pt x="3978" y="2935"/>
                  </a:lnTo>
                  <a:lnTo>
                    <a:pt x="4055" y="3322"/>
                  </a:lnTo>
                  <a:lnTo>
                    <a:pt x="5098" y="7492"/>
                  </a:lnTo>
                  <a:lnTo>
                    <a:pt x="7222" y="16180"/>
                  </a:lnTo>
                  <a:lnTo>
                    <a:pt x="7261" y="16258"/>
                  </a:lnTo>
                  <a:lnTo>
                    <a:pt x="7299" y="16296"/>
                  </a:lnTo>
                  <a:lnTo>
                    <a:pt x="7369" y="16331"/>
                  </a:lnTo>
                  <a:lnTo>
                    <a:pt x="7369" y="16331"/>
                  </a:lnTo>
                  <a:lnTo>
                    <a:pt x="6990" y="16489"/>
                  </a:lnTo>
                  <a:lnTo>
                    <a:pt x="6334" y="14481"/>
                  </a:lnTo>
                  <a:lnTo>
                    <a:pt x="5677" y="12512"/>
                  </a:lnTo>
                  <a:lnTo>
                    <a:pt x="4287" y="8573"/>
                  </a:lnTo>
                  <a:lnTo>
                    <a:pt x="2858" y="4634"/>
                  </a:lnTo>
                  <a:lnTo>
                    <a:pt x="1468" y="657"/>
                  </a:lnTo>
                  <a:close/>
                  <a:moveTo>
                    <a:pt x="1121" y="503"/>
                  </a:moveTo>
                  <a:lnTo>
                    <a:pt x="1121" y="580"/>
                  </a:lnTo>
                  <a:lnTo>
                    <a:pt x="3940" y="8573"/>
                  </a:lnTo>
                  <a:lnTo>
                    <a:pt x="5368" y="12551"/>
                  </a:lnTo>
                  <a:lnTo>
                    <a:pt x="6102" y="14558"/>
                  </a:lnTo>
                  <a:lnTo>
                    <a:pt x="6874" y="16528"/>
                  </a:lnTo>
                  <a:lnTo>
                    <a:pt x="6681" y="16566"/>
                  </a:lnTo>
                  <a:lnTo>
                    <a:pt x="5755" y="14636"/>
                  </a:lnTo>
                  <a:lnTo>
                    <a:pt x="4789" y="12705"/>
                  </a:lnTo>
                  <a:lnTo>
                    <a:pt x="2820" y="8882"/>
                  </a:lnTo>
                  <a:lnTo>
                    <a:pt x="1777" y="6951"/>
                  </a:lnTo>
                  <a:lnTo>
                    <a:pt x="773" y="4982"/>
                  </a:lnTo>
                  <a:lnTo>
                    <a:pt x="657" y="4712"/>
                  </a:lnTo>
                  <a:lnTo>
                    <a:pt x="580" y="4441"/>
                  </a:lnTo>
                  <a:lnTo>
                    <a:pt x="542" y="4171"/>
                  </a:lnTo>
                  <a:lnTo>
                    <a:pt x="503" y="3901"/>
                  </a:lnTo>
                  <a:lnTo>
                    <a:pt x="503" y="3322"/>
                  </a:lnTo>
                  <a:lnTo>
                    <a:pt x="542" y="2781"/>
                  </a:lnTo>
                  <a:lnTo>
                    <a:pt x="657" y="2202"/>
                  </a:lnTo>
                  <a:lnTo>
                    <a:pt x="812" y="1623"/>
                  </a:lnTo>
                  <a:lnTo>
                    <a:pt x="1121" y="503"/>
                  </a:lnTo>
                  <a:close/>
                  <a:moveTo>
                    <a:pt x="9886" y="13786"/>
                  </a:moveTo>
                  <a:lnTo>
                    <a:pt x="10041" y="13825"/>
                  </a:lnTo>
                  <a:lnTo>
                    <a:pt x="10157" y="13902"/>
                  </a:lnTo>
                  <a:lnTo>
                    <a:pt x="10311" y="14018"/>
                  </a:lnTo>
                  <a:lnTo>
                    <a:pt x="10581" y="14481"/>
                  </a:lnTo>
                  <a:lnTo>
                    <a:pt x="10620" y="14674"/>
                  </a:lnTo>
                  <a:lnTo>
                    <a:pt x="10620" y="14906"/>
                  </a:lnTo>
                  <a:lnTo>
                    <a:pt x="10581" y="15099"/>
                  </a:lnTo>
                  <a:lnTo>
                    <a:pt x="10504" y="15254"/>
                  </a:lnTo>
                  <a:lnTo>
                    <a:pt x="10311" y="15640"/>
                  </a:lnTo>
                  <a:lnTo>
                    <a:pt x="10041" y="15910"/>
                  </a:lnTo>
                  <a:lnTo>
                    <a:pt x="9655" y="16296"/>
                  </a:lnTo>
                  <a:lnTo>
                    <a:pt x="9191" y="16605"/>
                  </a:lnTo>
                  <a:lnTo>
                    <a:pt x="8728" y="16914"/>
                  </a:lnTo>
                  <a:lnTo>
                    <a:pt x="8265" y="17184"/>
                  </a:lnTo>
                  <a:lnTo>
                    <a:pt x="8149" y="17184"/>
                  </a:lnTo>
                  <a:lnTo>
                    <a:pt x="8071" y="17262"/>
                  </a:lnTo>
                  <a:lnTo>
                    <a:pt x="7724" y="17416"/>
                  </a:lnTo>
                  <a:lnTo>
                    <a:pt x="7029" y="17725"/>
                  </a:lnTo>
                  <a:lnTo>
                    <a:pt x="6295" y="17995"/>
                  </a:lnTo>
                  <a:lnTo>
                    <a:pt x="5523" y="18150"/>
                  </a:lnTo>
                  <a:lnTo>
                    <a:pt x="4789" y="18304"/>
                  </a:lnTo>
                  <a:lnTo>
                    <a:pt x="4403" y="18343"/>
                  </a:lnTo>
                  <a:lnTo>
                    <a:pt x="4055" y="18343"/>
                  </a:lnTo>
                  <a:lnTo>
                    <a:pt x="3669" y="18266"/>
                  </a:lnTo>
                  <a:lnTo>
                    <a:pt x="3515" y="18227"/>
                  </a:lnTo>
                  <a:lnTo>
                    <a:pt x="3360" y="18150"/>
                  </a:lnTo>
                  <a:lnTo>
                    <a:pt x="3245" y="18034"/>
                  </a:lnTo>
                  <a:lnTo>
                    <a:pt x="3129" y="17957"/>
                  </a:lnTo>
                  <a:lnTo>
                    <a:pt x="2974" y="17686"/>
                  </a:lnTo>
                  <a:lnTo>
                    <a:pt x="2858" y="17377"/>
                  </a:lnTo>
                  <a:lnTo>
                    <a:pt x="2858" y="17068"/>
                  </a:lnTo>
                  <a:lnTo>
                    <a:pt x="2897" y="16875"/>
                  </a:lnTo>
                  <a:lnTo>
                    <a:pt x="2974" y="16721"/>
                  </a:lnTo>
                  <a:lnTo>
                    <a:pt x="3090" y="16566"/>
                  </a:lnTo>
                  <a:lnTo>
                    <a:pt x="3206" y="16451"/>
                  </a:lnTo>
                  <a:lnTo>
                    <a:pt x="3322" y="16373"/>
                  </a:lnTo>
                  <a:lnTo>
                    <a:pt x="3476" y="16296"/>
                  </a:lnTo>
                  <a:lnTo>
                    <a:pt x="3592" y="16296"/>
                  </a:lnTo>
                  <a:lnTo>
                    <a:pt x="3708" y="16335"/>
                  </a:lnTo>
                  <a:lnTo>
                    <a:pt x="3824" y="16451"/>
                  </a:lnTo>
                  <a:lnTo>
                    <a:pt x="3940" y="16605"/>
                  </a:lnTo>
                  <a:lnTo>
                    <a:pt x="4094" y="16798"/>
                  </a:lnTo>
                  <a:lnTo>
                    <a:pt x="4210" y="17068"/>
                  </a:lnTo>
                  <a:lnTo>
                    <a:pt x="4055" y="17068"/>
                  </a:lnTo>
                  <a:lnTo>
                    <a:pt x="3978" y="17107"/>
                  </a:lnTo>
                  <a:lnTo>
                    <a:pt x="3940" y="17184"/>
                  </a:lnTo>
                  <a:lnTo>
                    <a:pt x="3978" y="17300"/>
                  </a:lnTo>
                  <a:lnTo>
                    <a:pt x="4055" y="17339"/>
                  </a:lnTo>
                  <a:lnTo>
                    <a:pt x="4828" y="17339"/>
                  </a:lnTo>
                  <a:lnTo>
                    <a:pt x="5639" y="17262"/>
                  </a:lnTo>
                  <a:lnTo>
                    <a:pt x="6450" y="17107"/>
                  </a:lnTo>
                  <a:lnTo>
                    <a:pt x="7261" y="16875"/>
                  </a:lnTo>
                  <a:lnTo>
                    <a:pt x="7647" y="16721"/>
                  </a:lnTo>
                  <a:lnTo>
                    <a:pt x="8033" y="16528"/>
                  </a:lnTo>
                  <a:lnTo>
                    <a:pt x="8419" y="16335"/>
                  </a:lnTo>
                  <a:lnTo>
                    <a:pt x="8728" y="16103"/>
                  </a:lnTo>
                  <a:lnTo>
                    <a:pt x="9075" y="15871"/>
                  </a:lnTo>
                  <a:lnTo>
                    <a:pt x="9384" y="15601"/>
                  </a:lnTo>
                  <a:lnTo>
                    <a:pt x="9616" y="15331"/>
                  </a:lnTo>
                  <a:lnTo>
                    <a:pt x="9886" y="15022"/>
                  </a:lnTo>
                  <a:lnTo>
                    <a:pt x="9886" y="14945"/>
                  </a:lnTo>
                  <a:lnTo>
                    <a:pt x="9886" y="14906"/>
                  </a:lnTo>
                  <a:lnTo>
                    <a:pt x="9848" y="14829"/>
                  </a:lnTo>
                  <a:lnTo>
                    <a:pt x="9809" y="14790"/>
                  </a:lnTo>
                  <a:lnTo>
                    <a:pt x="9732" y="14752"/>
                  </a:lnTo>
                  <a:lnTo>
                    <a:pt x="9616" y="14752"/>
                  </a:lnTo>
                  <a:lnTo>
                    <a:pt x="9539" y="14790"/>
                  </a:lnTo>
                  <a:lnTo>
                    <a:pt x="9307" y="15099"/>
                  </a:lnTo>
                  <a:lnTo>
                    <a:pt x="9114" y="14945"/>
                  </a:lnTo>
                  <a:lnTo>
                    <a:pt x="9037" y="14829"/>
                  </a:lnTo>
                  <a:lnTo>
                    <a:pt x="8998" y="14674"/>
                  </a:lnTo>
                  <a:lnTo>
                    <a:pt x="8998" y="14558"/>
                  </a:lnTo>
                  <a:lnTo>
                    <a:pt x="9037" y="14404"/>
                  </a:lnTo>
                  <a:lnTo>
                    <a:pt x="9114" y="14288"/>
                  </a:lnTo>
                  <a:lnTo>
                    <a:pt x="9346" y="14056"/>
                  </a:lnTo>
                  <a:lnTo>
                    <a:pt x="9462" y="13941"/>
                  </a:lnTo>
                  <a:lnTo>
                    <a:pt x="9539" y="13825"/>
                  </a:lnTo>
                  <a:lnTo>
                    <a:pt x="9655" y="13786"/>
                  </a:lnTo>
                  <a:close/>
                  <a:moveTo>
                    <a:pt x="889" y="1"/>
                  </a:moveTo>
                  <a:lnTo>
                    <a:pt x="812" y="78"/>
                  </a:lnTo>
                  <a:lnTo>
                    <a:pt x="773" y="155"/>
                  </a:lnTo>
                  <a:lnTo>
                    <a:pt x="194" y="2511"/>
                  </a:lnTo>
                  <a:lnTo>
                    <a:pt x="117" y="2897"/>
                  </a:lnTo>
                  <a:lnTo>
                    <a:pt x="40" y="3322"/>
                  </a:lnTo>
                  <a:lnTo>
                    <a:pt x="1" y="3746"/>
                  </a:lnTo>
                  <a:lnTo>
                    <a:pt x="1" y="4210"/>
                  </a:lnTo>
                  <a:lnTo>
                    <a:pt x="78" y="4441"/>
                  </a:lnTo>
                  <a:lnTo>
                    <a:pt x="155" y="4673"/>
                  </a:lnTo>
                  <a:lnTo>
                    <a:pt x="348" y="5136"/>
                  </a:lnTo>
                  <a:lnTo>
                    <a:pt x="850" y="6025"/>
                  </a:lnTo>
                  <a:lnTo>
                    <a:pt x="1970" y="8187"/>
                  </a:lnTo>
                  <a:lnTo>
                    <a:pt x="4133" y="12435"/>
                  </a:lnTo>
                  <a:lnTo>
                    <a:pt x="5253" y="14558"/>
                  </a:lnTo>
                  <a:lnTo>
                    <a:pt x="6411" y="16682"/>
                  </a:lnTo>
                  <a:lnTo>
                    <a:pt x="5484" y="16875"/>
                  </a:lnTo>
                  <a:lnTo>
                    <a:pt x="4596" y="16991"/>
                  </a:lnTo>
                  <a:lnTo>
                    <a:pt x="4596" y="16991"/>
                  </a:lnTo>
                  <a:lnTo>
                    <a:pt x="4673" y="16837"/>
                  </a:lnTo>
                  <a:lnTo>
                    <a:pt x="4712" y="16682"/>
                  </a:lnTo>
                  <a:lnTo>
                    <a:pt x="4712" y="16528"/>
                  </a:lnTo>
                  <a:lnTo>
                    <a:pt x="4635" y="16373"/>
                  </a:lnTo>
                  <a:lnTo>
                    <a:pt x="4557" y="16219"/>
                  </a:lnTo>
                  <a:lnTo>
                    <a:pt x="4442" y="16103"/>
                  </a:lnTo>
                  <a:lnTo>
                    <a:pt x="4326" y="15987"/>
                  </a:lnTo>
                  <a:lnTo>
                    <a:pt x="4133" y="15910"/>
                  </a:lnTo>
                  <a:lnTo>
                    <a:pt x="3862" y="15871"/>
                  </a:lnTo>
                  <a:lnTo>
                    <a:pt x="3592" y="15871"/>
                  </a:lnTo>
                  <a:lnTo>
                    <a:pt x="3322" y="15949"/>
                  </a:lnTo>
                  <a:lnTo>
                    <a:pt x="3090" y="16103"/>
                  </a:lnTo>
                  <a:lnTo>
                    <a:pt x="2897" y="16258"/>
                  </a:lnTo>
                  <a:lnTo>
                    <a:pt x="2743" y="16489"/>
                  </a:lnTo>
                  <a:lnTo>
                    <a:pt x="2588" y="16721"/>
                  </a:lnTo>
                  <a:lnTo>
                    <a:pt x="2550" y="16991"/>
                  </a:lnTo>
                  <a:lnTo>
                    <a:pt x="2511" y="17416"/>
                  </a:lnTo>
                  <a:lnTo>
                    <a:pt x="2550" y="17725"/>
                  </a:lnTo>
                  <a:lnTo>
                    <a:pt x="2704" y="17995"/>
                  </a:lnTo>
                  <a:lnTo>
                    <a:pt x="2858" y="18227"/>
                  </a:lnTo>
                  <a:lnTo>
                    <a:pt x="3129" y="18381"/>
                  </a:lnTo>
                  <a:lnTo>
                    <a:pt x="3399" y="18497"/>
                  </a:lnTo>
                  <a:lnTo>
                    <a:pt x="3747" y="18574"/>
                  </a:lnTo>
                  <a:lnTo>
                    <a:pt x="4094" y="18613"/>
                  </a:lnTo>
                  <a:lnTo>
                    <a:pt x="4442" y="18613"/>
                  </a:lnTo>
                  <a:lnTo>
                    <a:pt x="4828" y="18574"/>
                  </a:lnTo>
                  <a:lnTo>
                    <a:pt x="5639" y="18420"/>
                  </a:lnTo>
                  <a:lnTo>
                    <a:pt x="6334" y="18266"/>
                  </a:lnTo>
                  <a:lnTo>
                    <a:pt x="6952" y="18072"/>
                  </a:lnTo>
                  <a:lnTo>
                    <a:pt x="7067" y="18034"/>
                  </a:lnTo>
                  <a:lnTo>
                    <a:pt x="7299" y="17957"/>
                  </a:lnTo>
                  <a:lnTo>
                    <a:pt x="8149" y="17570"/>
                  </a:lnTo>
                  <a:lnTo>
                    <a:pt x="8612" y="18497"/>
                  </a:lnTo>
                  <a:lnTo>
                    <a:pt x="9037" y="19463"/>
                  </a:lnTo>
                  <a:lnTo>
                    <a:pt x="9269" y="20003"/>
                  </a:lnTo>
                  <a:lnTo>
                    <a:pt x="9423" y="20351"/>
                  </a:lnTo>
                  <a:lnTo>
                    <a:pt x="9539" y="20660"/>
                  </a:lnTo>
                  <a:lnTo>
                    <a:pt x="9770" y="20621"/>
                  </a:lnTo>
                  <a:lnTo>
                    <a:pt x="9693" y="20428"/>
                  </a:lnTo>
                  <a:lnTo>
                    <a:pt x="9423" y="19656"/>
                  </a:lnTo>
                  <a:lnTo>
                    <a:pt x="9114" y="18922"/>
                  </a:lnTo>
                  <a:lnTo>
                    <a:pt x="8767" y="18150"/>
                  </a:lnTo>
                  <a:lnTo>
                    <a:pt x="8419" y="17416"/>
                  </a:lnTo>
                  <a:lnTo>
                    <a:pt x="8960" y="17107"/>
                  </a:lnTo>
                  <a:lnTo>
                    <a:pt x="9539" y="16760"/>
                  </a:lnTo>
                  <a:lnTo>
                    <a:pt x="10041" y="16373"/>
                  </a:lnTo>
                  <a:lnTo>
                    <a:pt x="10272" y="16180"/>
                  </a:lnTo>
                  <a:lnTo>
                    <a:pt x="10466" y="15949"/>
                  </a:lnTo>
                  <a:lnTo>
                    <a:pt x="10659" y="15717"/>
                  </a:lnTo>
                  <a:lnTo>
                    <a:pt x="10813" y="15485"/>
                  </a:lnTo>
                  <a:lnTo>
                    <a:pt x="10929" y="15254"/>
                  </a:lnTo>
                  <a:lnTo>
                    <a:pt x="10968" y="14983"/>
                  </a:lnTo>
                  <a:lnTo>
                    <a:pt x="10968" y="14752"/>
                  </a:lnTo>
                  <a:lnTo>
                    <a:pt x="10929" y="14520"/>
                  </a:lnTo>
                  <a:lnTo>
                    <a:pt x="10852" y="14250"/>
                  </a:lnTo>
                  <a:lnTo>
                    <a:pt x="10659" y="13979"/>
                  </a:lnTo>
                  <a:lnTo>
                    <a:pt x="10504" y="13825"/>
                  </a:lnTo>
                  <a:lnTo>
                    <a:pt x="10272" y="13670"/>
                  </a:lnTo>
                  <a:lnTo>
                    <a:pt x="10041" y="13555"/>
                  </a:lnTo>
                  <a:lnTo>
                    <a:pt x="9809" y="13516"/>
                  </a:lnTo>
                  <a:lnTo>
                    <a:pt x="9539" y="13516"/>
                  </a:lnTo>
                  <a:lnTo>
                    <a:pt x="9307" y="13555"/>
                  </a:lnTo>
                  <a:lnTo>
                    <a:pt x="9075" y="13670"/>
                  </a:lnTo>
                  <a:lnTo>
                    <a:pt x="8882" y="13863"/>
                  </a:lnTo>
                  <a:lnTo>
                    <a:pt x="8767" y="14056"/>
                  </a:lnTo>
                  <a:lnTo>
                    <a:pt x="8728" y="14250"/>
                  </a:lnTo>
                  <a:lnTo>
                    <a:pt x="8689" y="14443"/>
                  </a:lnTo>
                  <a:lnTo>
                    <a:pt x="8689" y="14636"/>
                  </a:lnTo>
                  <a:lnTo>
                    <a:pt x="8728" y="14829"/>
                  </a:lnTo>
                  <a:lnTo>
                    <a:pt x="8805" y="15022"/>
                  </a:lnTo>
                  <a:lnTo>
                    <a:pt x="8921" y="15176"/>
                  </a:lnTo>
                  <a:lnTo>
                    <a:pt x="9075" y="15331"/>
                  </a:lnTo>
                  <a:lnTo>
                    <a:pt x="8728" y="15640"/>
                  </a:lnTo>
                  <a:lnTo>
                    <a:pt x="8342" y="15871"/>
                  </a:lnTo>
                  <a:lnTo>
                    <a:pt x="7917" y="16103"/>
                  </a:lnTo>
                  <a:lnTo>
                    <a:pt x="7454" y="16296"/>
                  </a:lnTo>
                  <a:lnTo>
                    <a:pt x="7531" y="16258"/>
                  </a:lnTo>
                  <a:lnTo>
                    <a:pt x="7608" y="16219"/>
                  </a:lnTo>
                  <a:lnTo>
                    <a:pt x="7608" y="16142"/>
                  </a:lnTo>
                  <a:lnTo>
                    <a:pt x="7608" y="16026"/>
                  </a:lnTo>
                  <a:lnTo>
                    <a:pt x="5330" y="6488"/>
                  </a:lnTo>
                  <a:lnTo>
                    <a:pt x="4712" y="4094"/>
                  </a:lnTo>
                  <a:lnTo>
                    <a:pt x="4480" y="3013"/>
                  </a:lnTo>
                  <a:lnTo>
                    <a:pt x="4326" y="2511"/>
                  </a:lnTo>
                  <a:lnTo>
                    <a:pt x="4249" y="2240"/>
                  </a:lnTo>
                  <a:lnTo>
                    <a:pt x="4094" y="2009"/>
                  </a:lnTo>
                  <a:lnTo>
                    <a:pt x="3824" y="1700"/>
                  </a:lnTo>
                  <a:lnTo>
                    <a:pt x="3515" y="1352"/>
                  </a:lnTo>
                  <a:lnTo>
                    <a:pt x="3129" y="1082"/>
                  </a:lnTo>
                  <a:lnTo>
                    <a:pt x="2704" y="812"/>
                  </a:lnTo>
                  <a:lnTo>
                    <a:pt x="2318" y="580"/>
                  </a:lnTo>
                  <a:lnTo>
                    <a:pt x="1854" y="387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20"/>
            <p:cNvSpPr/>
            <p:nvPr/>
          </p:nvSpPr>
          <p:spPr>
            <a:xfrm>
              <a:off x="319200" y="3515375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8" y="309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2"/>
                  </a:lnTo>
                  <a:lnTo>
                    <a:pt x="7299" y="502"/>
                  </a:lnTo>
                  <a:lnTo>
                    <a:pt x="7453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3"/>
                  </a:lnTo>
                  <a:lnTo>
                    <a:pt x="6295" y="4943"/>
                  </a:lnTo>
                  <a:lnTo>
                    <a:pt x="6218" y="3978"/>
                  </a:lnTo>
                  <a:lnTo>
                    <a:pt x="6140" y="2974"/>
                  </a:lnTo>
                  <a:lnTo>
                    <a:pt x="6140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4"/>
                  </a:lnTo>
                  <a:lnTo>
                    <a:pt x="6449" y="502"/>
                  </a:lnTo>
                  <a:lnTo>
                    <a:pt x="6527" y="425"/>
                  </a:lnTo>
                  <a:lnTo>
                    <a:pt x="6642" y="348"/>
                  </a:lnTo>
                  <a:lnTo>
                    <a:pt x="6758" y="309"/>
                  </a:lnTo>
                  <a:close/>
                  <a:moveTo>
                    <a:pt x="11971" y="4711"/>
                  </a:moveTo>
                  <a:lnTo>
                    <a:pt x="12087" y="4750"/>
                  </a:lnTo>
                  <a:lnTo>
                    <a:pt x="12164" y="4827"/>
                  </a:lnTo>
                  <a:lnTo>
                    <a:pt x="12280" y="4905"/>
                  </a:lnTo>
                  <a:lnTo>
                    <a:pt x="12319" y="4982"/>
                  </a:lnTo>
                  <a:lnTo>
                    <a:pt x="12396" y="5136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1"/>
                  </a:lnTo>
                  <a:lnTo>
                    <a:pt x="10041" y="5831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8" y="5252"/>
                  </a:lnTo>
                  <a:lnTo>
                    <a:pt x="7955" y="5020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8" y="4750"/>
                  </a:lnTo>
                  <a:lnTo>
                    <a:pt x="11353" y="4711"/>
                  </a:lnTo>
                  <a:close/>
                  <a:moveTo>
                    <a:pt x="5638" y="5754"/>
                  </a:moveTo>
                  <a:lnTo>
                    <a:pt x="4557" y="6449"/>
                  </a:lnTo>
                  <a:lnTo>
                    <a:pt x="3437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29" y="7917"/>
                  </a:lnTo>
                  <a:lnTo>
                    <a:pt x="1120" y="7955"/>
                  </a:lnTo>
                  <a:lnTo>
                    <a:pt x="927" y="7917"/>
                  </a:lnTo>
                  <a:lnTo>
                    <a:pt x="850" y="7878"/>
                  </a:lnTo>
                  <a:lnTo>
                    <a:pt x="773" y="7801"/>
                  </a:lnTo>
                  <a:lnTo>
                    <a:pt x="734" y="7685"/>
                  </a:lnTo>
                  <a:lnTo>
                    <a:pt x="696" y="7530"/>
                  </a:lnTo>
                  <a:lnTo>
                    <a:pt x="696" y="7376"/>
                  </a:lnTo>
                  <a:lnTo>
                    <a:pt x="696" y="7221"/>
                  </a:lnTo>
                  <a:lnTo>
                    <a:pt x="734" y="7144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2"/>
                  </a:lnTo>
                  <a:lnTo>
                    <a:pt x="2742" y="6449"/>
                  </a:lnTo>
                  <a:lnTo>
                    <a:pt x="3592" y="6295"/>
                  </a:lnTo>
                  <a:lnTo>
                    <a:pt x="4634" y="6063"/>
                  </a:lnTo>
                  <a:lnTo>
                    <a:pt x="5136" y="5909"/>
                  </a:lnTo>
                  <a:lnTo>
                    <a:pt x="5638" y="5754"/>
                  </a:lnTo>
                  <a:close/>
                  <a:moveTo>
                    <a:pt x="6951" y="0"/>
                  </a:moveTo>
                  <a:lnTo>
                    <a:pt x="6720" y="39"/>
                  </a:lnTo>
                  <a:lnTo>
                    <a:pt x="6527" y="116"/>
                  </a:lnTo>
                  <a:lnTo>
                    <a:pt x="6333" y="232"/>
                  </a:lnTo>
                  <a:lnTo>
                    <a:pt x="6140" y="425"/>
                  </a:lnTo>
                  <a:lnTo>
                    <a:pt x="5986" y="618"/>
                  </a:lnTo>
                  <a:lnTo>
                    <a:pt x="5909" y="811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1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3" y="5020"/>
                  </a:lnTo>
                  <a:lnTo>
                    <a:pt x="6025" y="5136"/>
                  </a:lnTo>
                  <a:lnTo>
                    <a:pt x="6063" y="5252"/>
                  </a:lnTo>
                  <a:lnTo>
                    <a:pt x="5523" y="5445"/>
                  </a:lnTo>
                  <a:lnTo>
                    <a:pt x="4982" y="5561"/>
                  </a:lnTo>
                  <a:lnTo>
                    <a:pt x="3939" y="5831"/>
                  </a:lnTo>
                  <a:lnTo>
                    <a:pt x="2858" y="6024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0" y="6642"/>
                  </a:lnTo>
                  <a:lnTo>
                    <a:pt x="503" y="6835"/>
                  </a:lnTo>
                  <a:lnTo>
                    <a:pt x="232" y="7028"/>
                  </a:lnTo>
                  <a:lnTo>
                    <a:pt x="116" y="7144"/>
                  </a:lnTo>
                  <a:lnTo>
                    <a:pt x="39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39" y="7723"/>
                  </a:lnTo>
                  <a:lnTo>
                    <a:pt x="116" y="7917"/>
                  </a:lnTo>
                  <a:lnTo>
                    <a:pt x="232" y="8032"/>
                  </a:lnTo>
                  <a:lnTo>
                    <a:pt x="348" y="8148"/>
                  </a:lnTo>
                  <a:lnTo>
                    <a:pt x="503" y="8225"/>
                  </a:lnTo>
                  <a:lnTo>
                    <a:pt x="618" y="8264"/>
                  </a:lnTo>
                  <a:lnTo>
                    <a:pt x="927" y="8341"/>
                  </a:lnTo>
                  <a:lnTo>
                    <a:pt x="1275" y="8341"/>
                  </a:lnTo>
                  <a:lnTo>
                    <a:pt x="1622" y="8303"/>
                  </a:lnTo>
                  <a:lnTo>
                    <a:pt x="1931" y="8187"/>
                  </a:lnTo>
                  <a:lnTo>
                    <a:pt x="2549" y="7994"/>
                  </a:lnTo>
                  <a:lnTo>
                    <a:pt x="3553" y="7530"/>
                  </a:lnTo>
                  <a:lnTo>
                    <a:pt x="4519" y="6990"/>
                  </a:lnTo>
                  <a:lnTo>
                    <a:pt x="5445" y="6372"/>
                  </a:lnTo>
                  <a:lnTo>
                    <a:pt x="5909" y="6063"/>
                  </a:lnTo>
                  <a:lnTo>
                    <a:pt x="6333" y="5715"/>
                  </a:lnTo>
                  <a:lnTo>
                    <a:pt x="6527" y="6102"/>
                  </a:lnTo>
                  <a:lnTo>
                    <a:pt x="6642" y="6295"/>
                  </a:lnTo>
                  <a:lnTo>
                    <a:pt x="6758" y="6449"/>
                  </a:lnTo>
                  <a:lnTo>
                    <a:pt x="7029" y="6372"/>
                  </a:lnTo>
                  <a:lnTo>
                    <a:pt x="7029" y="6333"/>
                  </a:lnTo>
                  <a:lnTo>
                    <a:pt x="6835" y="5986"/>
                  </a:lnTo>
                  <a:lnTo>
                    <a:pt x="6758" y="5831"/>
                  </a:lnTo>
                  <a:lnTo>
                    <a:pt x="6720" y="5638"/>
                  </a:lnTo>
                  <a:lnTo>
                    <a:pt x="6720" y="5561"/>
                  </a:lnTo>
                  <a:lnTo>
                    <a:pt x="7569" y="5831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7"/>
                  </a:lnTo>
                  <a:lnTo>
                    <a:pt x="11006" y="6217"/>
                  </a:lnTo>
                  <a:lnTo>
                    <a:pt x="11469" y="6179"/>
                  </a:lnTo>
                  <a:lnTo>
                    <a:pt x="11933" y="6140"/>
                  </a:lnTo>
                  <a:lnTo>
                    <a:pt x="12357" y="5986"/>
                  </a:lnTo>
                  <a:lnTo>
                    <a:pt x="12512" y="5909"/>
                  </a:lnTo>
                  <a:lnTo>
                    <a:pt x="12666" y="5793"/>
                  </a:lnTo>
                  <a:lnTo>
                    <a:pt x="12821" y="5677"/>
                  </a:lnTo>
                  <a:lnTo>
                    <a:pt x="12898" y="5522"/>
                  </a:lnTo>
                  <a:lnTo>
                    <a:pt x="12975" y="5368"/>
                  </a:lnTo>
                  <a:lnTo>
                    <a:pt x="12975" y="5175"/>
                  </a:lnTo>
                  <a:lnTo>
                    <a:pt x="12975" y="4982"/>
                  </a:lnTo>
                  <a:lnTo>
                    <a:pt x="12898" y="4827"/>
                  </a:lnTo>
                  <a:lnTo>
                    <a:pt x="12821" y="4711"/>
                  </a:lnTo>
                  <a:lnTo>
                    <a:pt x="12744" y="4634"/>
                  </a:lnTo>
                  <a:lnTo>
                    <a:pt x="12628" y="4518"/>
                  </a:lnTo>
                  <a:lnTo>
                    <a:pt x="12473" y="4480"/>
                  </a:lnTo>
                  <a:lnTo>
                    <a:pt x="12164" y="4364"/>
                  </a:lnTo>
                  <a:lnTo>
                    <a:pt x="11817" y="4325"/>
                  </a:lnTo>
                  <a:lnTo>
                    <a:pt x="11469" y="4325"/>
                  </a:lnTo>
                  <a:lnTo>
                    <a:pt x="10890" y="4364"/>
                  </a:lnTo>
                  <a:lnTo>
                    <a:pt x="9847" y="4403"/>
                  </a:lnTo>
                  <a:lnTo>
                    <a:pt x="8843" y="4480"/>
                  </a:lnTo>
                  <a:lnTo>
                    <a:pt x="7839" y="4634"/>
                  </a:lnTo>
                  <a:lnTo>
                    <a:pt x="6835" y="4827"/>
                  </a:lnTo>
                  <a:lnTo>
                    <a:pt x="7376" y="3476"/>
                  </a:lnTo>
                  <a:lnTo>
                    <a:pt x="7646" y="2742"/>
                  </a:lnTo>
                  <a:lnTo>
                    <a:pt x="7839" y="2047"/>
                  </a:lnTo>
                  <a:lnTo>
                    <a:pt x="7917" y="1815"/>
                  </a:lnTo>
                  <a:lnTo>
                    <a:pt x="7917" y="1545"/>
                  </a:lnTo>
                  <a:lnTo>
                    <a:pt x="7917" y="1313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8"/>
                  </a:lnTo>
                  <a:lnTo>
                    <a:pt x="7531" y="425"/>
                  </a:lnTo>
                  <a:lnTo>
                    <a:pt x="7337" y="271"/>
                  </a:lnTo>
                  <a:lnTo>
                    <a:pt x="7260" y="155"/>
                  </a:lnTo>
                  <a:lnTo>
                    <a:pt x="7144" y="78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20"/>
            <p:cNvSpPr/>
            <p:nvPr/>
          </p:nvSpPr>
          <p:spPr>
            <a:xfrm>
              <a:off x="2371575" y="3521175"/>
              <a:ext cx="106225" cy="123575"/>
            </a:xfrm>
            <a:custGeom>
              <a:avLst/>
              <a:gdLst/>
              <a:ahLst/>
              <a:cxnLst/>
              <a:rect l="l" t="t" r="r" b="b"/>
              <a:pathLst>
                <a:path w="4249" h="4943" extrusionOk="0">
                  <a:moveTo>
                    <a:pt x="3862" y="0"/>
                  </a:moveTo>
                  <a:lnTo>
                    <a:pt x="3592" y="541"/>
                  </a:lnTo>
                  <a:lnTo>
                    <a:pt x="3245" y="1120"/>
                  </a:lnTo>
                  <a:lnTo>
                    <a:pt x="2897" y="1661"/>
                  </a:lnTo>
                  <a:lnTo>
                    <a:pt x="2511" y="2163"/>
                  </a:lnTo>
                  <a:lnTo>
                    <a:pt x="1932" y="2858"/>
                  </a:lnTo>
                  <a:lnTo>
                    <a:pt x="1314" y="3475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48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50"/>
                  </a:lnTo>
                  <a:lnTo>
                    <a:pt x="966" y="4518"/>
                  </a:lnTo>
                  <a:lnTo>
                    <a:pt x="1314" y="4209"/>
                  </a:lnTo>
                  <a:lnTo>
                    <a:pt x="1700" y="3900"/>
                  </a:lnTo>
                  <a:lnTo>
                    <a:pt x="2009" y="3553"/>
                  </a:lnTo>
                  <a:lnTo>
                    <a:pt x="2356" y="3167"/>
                  </a:lnTo>
                  <a:lnTo>
                    <a:pt x="2897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2"/>
                  </a:lnTo>
                  <a:lnTo>
                    <a:pt x="4248" y="155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20"/>
            <p:cNvSpPr/>
            <p:nvPr/>
          </p:nvSpPr>
          <p:spPr>
            <a:xfrm>
              <a:off x="2320425" y="3522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1"/>
                  </a:moveTo>
                  <a:lnTo>
                    <a:pt x="1004" y="310"/>
                  </a:ln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314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507"/>
                  </a:lnTo>
                  <a:lnTo>
                    <a:pt x="579" y="1430"/>
                  </a:lnTo>
                  <a:lnTo>
                    <a:pt x="502" y="1314"/>
                  </a:lnTo>
                  <a:lnTo>
                    <a:pt x="464" y="1236"/>
                  </a:lnTo>
                  <a:lnTo>
                    <a:pt x="425" y="1005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426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1"/>
                  </a:moveTo>
                  <a:lnTo>
                    <a:pt x="850" y="39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117"/>
                  </a:lnTo>
                  <a:lnTo>
                    <a:pt x="271" y="232"/>
                  </a:lnTo>
                  <a:lnTo>
                    <a:pt x="155" y="348"/>
                  </a:lnTo>
                  <a:lnTo>
                    <a:pt x="77" y="541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68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932"/>
                  </a:lnTo>
                  <a:lnTo>
                    <a:pt x="1622" y="1816"/>
                  </a:lnTo>
                  <a:lnTo>
                    <a:pt x="1777" y="1700"/>
                  </a:lnTo>
                  <a:lnTo>
                    <a:pt x="1892" y="1545"/>
                  </a:lnTo>
                  <a:lnTo>
                    <a:pt x="1970" y="1352"/>
                  </a:lnTo>
                  <a:lnTo>
                    <a:pt x="2047" y="1198"/>
                  </a:lnTo>
                  <a:lnTo>
                    <a:pt x="2085" y="1005"/>
                  </a:lnTo>
                  <a:lnTo>
                    <a:pt x="2047" y="812"/>
                  </a:lnTo>
                  <a:lnTo>
                    <a:pt x="1970" y="619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78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20"/>
            <p:cNvSpPr/>
            <p:nvPr/>
          </p:nvSpPr>
          <p:spPr>
            <a:xfrm>
              <a:off x="5925125" y="3542400"/>
              <a:ext cx="60825" cy="90775"/>
            </a:xfrm>
            <a:custGeom>
              <a:avLst/>
              <a:gdLst/>
              <a:ahLst/>
              <a:cxnLst/>
              <a:rect l="l" t="t" r="r" b="b"/>
              <a:pathLst>
                <a:path w="2433" h="3631" extrusionOk="0">
                  <a:moveTo>
                    <a:pt x="1197" y="1"/>
                  </a:moveTo>
                  <a:lnTo>
                    <a:pt x="1081" y="39"/>
                  </a:lnTo>
                  <a:lnTo>
                    <a:pt x="1004" y="78"/>
                  </a:lnTo>
                  <a:lnTo>
                    <a:pt x="966" y="117"/>
                  </a:lnTo>
                  <a:lnTo>
                    <a:pt x="927" y="194"/>
                  </a:lnTo>
                  <a:lnTo>
                    <a:pt x="927" y="271"/>
                  </a:lnTo>
                  <a:lnTo>
                    <a:pt x="850" y="271"/>
                  </a:lnTo>
                  <a:lnTo>
                    <a:pt x="772" y="310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41"/>
                  </a:lnTo>
                  <a:lnTo>
                    <a:pt x="695" y="619"/>
                  </a:lnTo>
                  <a:lnTo>
                    <a:pt x="772" y="696"/>
                  </a:lnTo>
                  <a:lnTo>
                    <a:pt x="850" y="734"/>
                  </a:lnTo>
                  <a:lnTo>
                    <a:pt x="1081" y="812"/>
                  </a:lnTo>
                  <a:lnTo>
                    <a:pt x="1274" y="966"/>
                  </a:lnTo>
                  <a:lnTo>
                    <a:pt x="1468" y="1121"/>
                  </a:lnTo>
                  <a:lnTo>
                    <a:pt x="1622" y="1275"/>
                  </a:lnTo>
                  <a:lnTo>
                    <a:pt x="1738" y="1507"/>
                  </a:lnTo>
                  <a:lnTo>
                    <a:pt x="1854" y="1700"/>
                  </a:lnTo>
                  <a:lnTo>
                    <a:pt x="1892" y="1931"/>
                  </a:lnTo>
                  <a:lnTo>
                    <a:pt x="1931" y="2163"/>
                  </a:lnTo>
                  <a:lnTo>
                    <a:pt x="1892" y="2472"/>
                  </a:lnTo>
                  <a:lnTo>
                    <a:pt x="1815" y="2742"/>
                  </a:lnTo>
                  <a:lnTo>
                    <a:pt x="1738" y="2897"/>
                  </a:lnTo>
                  <a:lnTo>
                    <a:pt x="1622" y="2974"/>
                  </a:lnTo>
                  <a:lnTo>
                    <a:pt x="1506" y="3090"/>
                  </a:lnTo>
                  <a:lnTo>
                    <a:pt x="1390" y="3128"/>
                  </a:lnTo>
                  <a:lnTo>
                    <a:pt x="1197" y="3167"/>
                  </a:lnTo>
                  <a:lnTo>
                    <a:pt x="1043" y="3128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81"/>
                  </a:lnTo>
                  <a:lnTo>
                    <a:pt x="811" y="2626"/>
                  </a:lnTo>
                  <a:lnTo>
                    <a:pt x="888" y="2472"/>
                  </a:lnTo>
                  <a:lnTo>
                    <a:pt x="1043" y="2356"/>
                  </a:lnTo>
                  <a:lnTo>
                    <a:pt x="1120" y="2279"/>
                  </a:lnTo>
                  <a:lnTo>
                    <a:pt x="1159" y="2163"/>
                  </a:lnTo>
                  <a:lnTo>
                    <a:pt x="1120" y="2047"/>
                  </a:lnTo>
                  <a:lnTo>
                    <a:pt x="1043" y="1970"/>
                  </a:lnTo>
                  <a:lnTo>
                    <a:pt x="618" y="1623"/>
                  </a:lnTo>
                  <a:lnTo>
                    <a:pt x="425" y="1468"/>
                  </a:lnTo>
                  <a:lnTo>
                    <a:pt x="193" y="1352"/>
                  </a:lnTo>
                  <a:lnTo>
                    <a:pt x="0" y="1623"/>
                  </a:lnTo>
                  <a:lnTo>
                    <a:pt x="270" y="1893"/>
                  </a:lnTo>
                  <a:lnTo>
                    <a:pt x="541" y="2163"/>
                  </a:lnTo>
                  <a:lnTo>
                    <a:pt x="386" y="2395"/>
                  </a:lnTo>
                  <a:lnTo>
                    <a:pt x="309" y="2626"/>
                  </a:lnTo>
                  <a:lnTo>
                    <a:pt x="309" y="2935"/>
                  </a:lnTo>
                  <a:lnTo>
                    <a:pt x="348" y="3051"/>
                  </a:lnTo>
                  <a:lnTo>
                    <a:pt x="425" y="3206"/>
                  </a:lnTo>
                  <a:lnTo>
                    <a:pt x="541" y="3360"/>
                  </a:lnTo>
                  <a:lnTo>
                    <a:pt x="695" y="3476"/>
                  </a:lnTo>
                  <a:lnTo>
                    <a:pt x="850" y="3592"/>
                  </a:lnTo>
                  <a:lnTo>
                    <a:pt x="1081" y="3630"/>
                  </a:lnTo>
                  <a:lnTo>
                    <a:pt x="1274" y="3630"/>
                  </a:lnTo>
                  <a:lnTo>
                    <a:pt x="1468" y="3592"/>
                  </a:lnTo>
                  <a:lnTo>
                    <a:pt x="1661" y="3515"/>
                  </a:lnTo>
                  <a:lnTo>
                    <a:pt x="1854" y="3437"/>
                  </a:lnTo>
                  <a:lnTo>
                    <a:pt x="2047" y="3283"/>
                  </a:lnTo>
                  <a:lnTo>
                    <a:pt x="2201" y="3090"/>
                  </a:lnTo>
                  <a:lnTo>
                    <a:pt x="2317" y="2897"/>
                  </a:lnTo>
                  <a:lnTo>
                    <a:pt x="2394" y="2704"/>
                  </a:lnTo>
                  <a:lnTo>
                    <a:pt x="2433" y="2472"/>
                  </a:lnTo>
                  <a:lnTo>
                    <a:pt x="2433" y="2279"/>
                  </a:lnTo>
                  <a:lnTo>
                    <a:pt x="2433" y="2047"/>
                  </a:lnTo>
                  <a:lnTo>
                    <a:pt x="2356" y="1816"/>
                  </a:lnTo>
                  <a:lnTo>
                    <a:pt x="2317" y="1623"/>
                  </a:lnTo>
                  <a:lnTo>
                    <a:pt x="2201" y="1391"/>
                  </a:lnTo>
                  <a:lnTo>
                    <a:pt x="1931" y="1005"/>
                  </a:lnTo>
                  <a:lnTo>
                    <a:pt x="1622" y="657"/>
                  </a:lnTo>
                  <a:lnTo>
                    <a:pt x="1274" y="425"/>
                  </a:lnTo>
                  <a:lnTo>
                    <a:pt x="11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20"/>
            <p:cNvSpPr/>
            <p:nvPr/>
          </p:nvSpPr>
          <p:spPr>
            <a:xfrm>
              <a:off x="5032150" y="354530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20"/>
            <p:cNvSpPr/>
            <p:nvPr/>
          </p:nvSpPr>
          <p:spPr>
            <a:xfrm>
              <a:off x="3784900" y="3554950"/>
              <a:ext cx="112950" cy="132275"/>
            </a:xfrm>
            <a:custGeom>
              <a:avLst/>
              <a:gdLst/>
              <a:ahLst/>
              <a:cxnLst/>
              <a:rect l="l" t="t" r="r" b="b"/>
              <a:pathLst>
                <a:path w="4518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3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5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8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6" y="3167"/>
                  </a:lnTo>
                  <a:lnTo>
                    <a:pt x="772" y="2742"/>
                  </a:lnTo>
                  <a:lnTo>
                    <a:pt x="965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79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20"/>
            <p:cNvSpPr/>
            <p:nvPr/>
          </p:nvSpPr>
          <p:spPr>
            <a:xfrm>
              <a:off x="5529325" y="35675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463" y="927"/>
                  </a:lnTo>
                  <a:lnTo>
                    <a:pt x="1043" y="1622"/>
                  </a:lnTo>
                  <a:lnTo>
                    <a:pt x="1661" y="2279"/>
                  </a:lnTo>
                  <a:lnTo>
                    <a:pt x="2356" y="2858"/>
                  </a:lnTo>
                  <a:lnTo>
                    <a:pt x="3089" y="3360"/>
                  </a:lnTo>
                  <a:lnTo>
                    <a:pt x="3862" y="3824"/>
                  </a:lnTo>
                  <a:lnTo>
                    <a:pt x="4672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21" y="4905"/>
                  </a:lnTo>
                  <a:lnTo>
                    <a:pt x="7684" y="4943"/>
                  </a:lnTo>
                  <a:lnTo>
                    <a:pt x="8109" y="4982"/>
                  </a:lnTo>
                  <a:lnTo>
                    <a:pt x="8534" y="4943"/>
                  </a:lnTo>
                  <a:lnTo>
                    <a:pt x="8959" y="4905"/>
                  </a:lnTo>
                  <a:lnTo>
                    <a:pt x="9383" y="4866"/>
                  </a:lnTo>
                  <a:lnTo>
                    <a:pt x="9808" y="4750"/>
                  </a:lnTo>
                  <a:lnTo>
                    <a:pt x="10233" y="4634"/>
                  </a:lnTo>
                  <a:lnTo>
                    <a:pt x="10658" y="4480"/>
                  </a:lnTo>
                  <a:lnTo>
                    <a:pt x="11044" y="4326"/>
                  </a:lnTo>
                  <a:lnTo>
                    <a:pt x="11469" y="4094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280" y="3553"/>
                  </a:lnTo>
                  <a:lnTo>
                    <a:pt x="12434" y="3167"/>
                  </a:lnTo>
                  <a:lnTo>
                    <a:pt x="12241" y="3167"/>
                  </a:lnTo>
                  <a:lnTo>
                    <a:pt x="12202" y="3128"/>
                  </a:lnTo>
                  <a:lnTo>
                    <a:pt x="12009" y="3128"/>
                  </a:lnTo>
                  <a:lnTo>
                    <a:pt x="11893" y="3167"/>
                  </a:lnTo>
                  <a:lnTo>
                    <a:pt x="11546" y="3437"/>
                  </a:lnTo>
                  <a:lnTo>
                    <a:pt x="11198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01" y="4171"/>
                  </a:lnTo>
                  <a:lnTo>
                    <a:pt x="9615" y="4287"/>
                  </a:lnTo>
                  <a:lnTo>
                    <a:pt x="9190" y="4364"/>
                  </a:lnTo>
                  <a:lnTo>
                    <a:pt x="8766" y="4403"/>
                  </a:lnTo>
                  <a:lnTo>
                    <a:pt x="8341" y="4441"/>
                  </a:lnTo>
                  <a:lnTo>
                    <a:pt x="7916" y="4480"/>
                  </a:lnTo>
                  <a:lnTo>
                    <a:pt x="7453" y="4441"/>
                  </a:lnTo>
                  <a:lnTo>
                    <a:pt x="7028" y="4403"/>
                  </a:lnTo>
                  <a:lnTo>
                    <a:pt x="6603" y="4326"/>
                  </a:lnTo>
                  <a:lnTo>
                    <a:pt x="6178" y="4248"/>
                  </a:lnTo>
                  <a:lnTo>
                    <a:pt x="5792" y="4132"/>
                  </a:lnTo>
                  <a:lnTo>
                    <a:pt x="5368" y="4017"/>
                  </a:lnTo>
                  <a:lnTo>
                    <a:pt x="4595" y="3669"/>
                  </a:lnTo>
                  <a:lnTo>
                    <a:pt x="3862" y="3283"/>
                  </a:lnTo>
                  <a:lnTo>
                    <a:pt x="3205" y="2820"/>
                  </a:lnTo>
                  <a:lnTo>
                    <a:pt x="2549" y="2318"/>
                  </a:lnTo>
                  <a:lnTo>
                    <a:pt x="1969" y="1777"/>
                  </a:lnTo>
                  <a:lnTo>
                    <a:pt x="1352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20"/>
            <p:cNvSpPr/>
            <p:nvPr/>
          </p:nvSpPr>
          <p:spPr>
            <a:xfrm>
              <a:off x="2258625" y="3569425"/>
              <a:ext cx="44450" cy="43475"/>
            </a:xfrm>
            <a:custGeom>
              <a:avLst/>
              <a:gdLst/>
              <a:ahLst/>
              <a:cxnLst/>
              <a:rect l="l" t="t" r="r" b="b"/>
              <a:pathLst>
                <a:path w="1778" h="1739" extrusionOk="0">
                  <a:moveTo>
                    <a:pt x="773" y="310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9"/>
                  </a:lnTo>
                  <a:lnTo>
                    <a:pt x="1391" y="773"/>
                  </a:lnTo>
                  <a:lnTo>
                    <a:pt x="1391" y="966"/>
                  </a:lnTo>
                  <a:lnTo>
                    <a:pt x="1352" y="1044"/>
                  </a:lnTo>
                  <a:lnTo>
                    <a:pt x="1275" y="1159"/>
                  </a:lnTo>
                  <a:lnTo>
                    <a:pt x="1198" y="1237"/>
                  </a:lnTo>
                  <a:lnTo>
                    <a:pt x="1082" y="1314"/>
                  </a:lnTo>
                  <a:lnTo>
                    <a:pt x="889" y="1352"/>
                  </a:lnTo>
                  <a:lnTo>
                    <a:pt x="696" y="1352"/>
                  </a:lnTo>
                  <a:lnTo>
                    <a:pt x="542" y="1237"/>
                  </a:lnTo>
                  <a:lnTo>
                    <a:pt x="426" y="1082"/>
                  </a:lnTo>
                  <a:lnTo>
                    <a:pt x="387" y="889"/>
                  </a:lnTo>
                  <a:lnTo>
                    <a:pt x="387" y="735"/>
                  </a:lnTo>
                  <a:lnTo>
                    <a:pt x="464" y="580"/>
                  </a:lnTo>
                  <a:lnTo>
                    <a:pt x="542" y="387"/>
                  </a:lnTo>
                  <a:lnTo>
                    <a:pt x="542" y="348"/>
                  </a:lnTo>
                  <a:lnTo>
                    <a:pt x="773" y="310"/>
                  </a:lnTo>
                  <a:close/>
                  <a:moveTo>
                    <a:pt x="773" y="1"/>
                  </a:moveTo>
                  <a:lnTo>
                    <a:pt x="619" y="40"/>
                  </a:lnTo>
                  <a:lnTo>
                    <a:pt x="464" y="117"/>
                  </a:lnTo>
                  <a:lnTo>
                    <a:pt x="426" y="155"/>
                  </a:lnTo>
                  <a:lnTo>
                    <a:pt x="348" y="194"/>
                  </a:lnTo>
                  <a:lnTo>
                    <a:pt x="233" y="271"/>
                  </a:lnTo>
                  <a:lnTo>
                    <a:pt x="117" y="387"/>
                  </a:lnTo>
                  <a:lnTo>
                    <a:pt x="40" y="503"/>
                  </a:lnTo>
                  <a:lnTo>
                    <a:pt x="1" y="657"/>
                  </a:lnTo>
                  <a:lnTo>
                    <a:pt x="1" y="850"/>
                  </a:lnTo>
                  <a:lnTo>
                    <a:pt x="1" y="1005"/>
                  </a:lnTo>
                  <a:lnTo>
                    <a:pt x="40" y="1159"/>
                  </a:lnTo>
                  <a:lnTo>
                    <a:pt x="117" y="1314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9" y="1739"/>
                  </a:lnTo>
                  <a:lnTo>
                    <a:pt x="966" y="1739"/>
                  </a:lnTo>
                  <a:lnTo>
                    <a:pt x="1121" y="1700"/>
                  </a:lnTo>
                  <a:lnTo>
                    <a:pt x="1275" y="1623"/>
                  </a:lnTo>
                  <a:lnTo>
                    <a:pt x="1430" y="1545"/>
                  </a:lnTo>
                  <a:lnTo>
                    <a:pt x="1584" y="1430"/>
                  </a:lnTo>
                  <a:lnTo>
                    <a:pt x="1661" y="1275"/>
                  </a:lnTo>
                  <a:lnTo>
                    <a:pt x="1739" y="1121"/>
                  </a:lnTo>
                  <a:lnTo>
                    <a:pt x="1777" y="928"/>
                  </a:lnTo>
                  <a:lnTo>
                    <a:pt x="1777" y="773"/>
                  </a:lnTo>
                  <a:lnTo>
                    <a:pt x="1739" y="580"/>
                  </a:lnTo>
                  <a:lnTo>
                    <a:pt x="1661" y="426"/>
                  </a:lnTo>
                  <a:lnTo>
                    <a:pt x="1546" y="271"/>
                  </a:lnTo>
                  <a:lnTo>
                    <a:pt x="1430" y="155"/>
                  </a:lnTo>
                  <a:lnTo>
                    <a:pt x="1275" y="78"/>
                  </a:lnTo>
                  <a:lnTo>
                    <a:pt x="1121" y="40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20"/>
            <p:cNvSpPr/>
            <p:nvPr/>
          </p:nvSpPr>
          <p:spPr>
            <a:xfrm>
              <a:off x="5836300" y="3573300"/>
              <a:ext cx="93675" cy="136150"/>
            </a:xfrm>
            <a:custGeom>
              <a:avLst/>
              <a:gdLst/>
              <a:ahLst/>
              <a:cxnLst/>
              <a:rect l="l" t="t" r="r" b="b"/>
              <a:pathLst>
                <a:path w="3747" h="5446" extrusionOk="0">
                  <a:moveTo>
                    <a:pt x="3515" y="0"/>
                  </a:moveTo>
                  <a:lnTo>
                    <a:pt x="3437" y="39"/>
                  </a:lnTo>
                  <a:lnTo>
                    <a:pt x="3360" y="78"/>
                  </a:lnTo>
                  <a:lnTo>
                    <a:pt x="3283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88" y="773"/>
                  </a:lnTo>
                  <a:lnTo>
                    <a:pt x="2356" y="1004"/>
                  </a:lnTo>
                  <a:lnTo>
                    <a:pt x="2086" y="1236"/>
                  </a:lnTo>
                  <a:lnTo>
                    <a:pt x="1777" y="1468"/>
                  </a:lnTo>
                  <a:lnTo>
                    <a:pt x="1159" y="1815"/>
                  </a:lnTo>
                  <a:lnTo>
                    <a:pt x="1120" y="1892"/>
                  </a:lnTo>
                  <a:lnTo>
                    <a:pt x="1082" y="1970"/>
                  </a:lnTo>
                  <a:lnTo>
                    <a:pt x="1082" y="2047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927" y="2124"/>
                  </a:lnTo>
                  <a:lnTo>
                    <a:pt x="850" y="2201"/>
                  </a:lnTo>
                  <a:lnTo>
                    <a:pt x="812" y="2279"/>
                  </a:lnTo>
                  <a:lnTo>
                    <a:pt x="812" y="2356"/>
                  </a:lnTo>
                  <a:lnTo>
                    <a:pt x="850" y="2433"/>
                  </a:lnTo>
                  <a:lnTo>
                    <a:pt x="889" y="2510"/>
                  </a:lnTo>
                  <a:lnTo>
                    <a:pt x="1005" y="2549"/>
                  </a:lnTo>
                  <a:lnTo>
                    <a:pt x="1236" y="2626"/>
                  </a:lnTo>
                  <a:lnTo>
                    <a:pt x="1468" y="2703"/>
                  </a:lnTo>
                  <a:lnTo>
                    <a:pt x="1661" y="2858"/>
                  </a:lnTo>
                  <a:lnTo>
                    <a:pt x="1854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63" y="3669"/>
                  </a:lnTo>
                  <a:lnTo>
                    <a:pt x="2163" y="3900"/>
                  </a:lnTo>
                  <a:lnTo>
                    <a:pt x="2124" y="4132"/>
                  </a:lnTo>
                  <a:lnTo>
                    <a:pt x="2047" y="4364"/>
                  </a:lnTo>
                  <a:lnTo>
                    <a:pt x="1931" y="4557"/>
                  </a:lnTo>
                  <a:lnTo>
                    <a:pt x="1777" y="4711"/>
                  </a:lnTo>
                  <a:lnTo>
                    <a:pt x="1584" y="4866"/>
                  </a:lnTo>
                  <a:lnTo>
                    <a:pt x="1352" y="4943"/>
                  </a:lnTo>
                  <a:lnTo>
                    <a:pt x="1236" y="4982"/>
                  </a:lnTo>
                  <a:lnTo>
                    <a:pt x="1120" y="4982"/>
                  </a:lnTo>
                  <a:lnTo>
                    <a:pt x="927" y="4904"/>
                  </a:lnTo>
                  <a:lnTo>
                    <a:pt x="773" y="4789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73" y="4287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1005" y="4132"/>
                  </a:lnTo>
                  <a:lnTo>
                    <a:pt x="1120" y="4094"/>
                  </a:lnTo>
                  <a:lnTo>
                    <a:pt x="1275" y="4055"/>
                  </a:lnTo>
                  <a:lnTo>
                    <a:pt x="1352" y="3939"/>
                  </a:lnTo>
                  <a:lnTo>
                    <a:pt x="1314" y="3823"/>
                  </a:lnTo>
                  <a:lnTo>
                    <a:pt x="1314" y="3746"/>
                  </a:lnTo>
                  <a:lnTo>
                    <a:pt x="1236" y="3669"/>
                  </a:lnTo>
                  <a:lnTo>
                    <a:pt x="155" y="2935"/>
                  </a:lnTo>
                  <a:lnTo>
                    <a:pt x="1" y="3321"/>
                  </a:lnTo>
                  <a:lnTo>
                    <a:pt x="657" y="3785"/>
                  </a:lnTo>
                  <a:lnTo>
                    <a:pt x="541" y="3900"/>
                  </a:lnTo>
                  <a:lnTo>
                    <a:pt x="425" y="4016"/>
                  </a:lnTo>
                  <a:lnTo>
                    <a:pt x="310" y="4132"/>
                  </a:lnTo>
                  <a:lnTo>
                    <a:pt x="271" y="4248"/>
                  </a:lnTo>
                  <a:lnTo>
                    <a:pt x="232" y="4402"/>
                  </a:lnTo>
                  <a:lnTo>
                    <a:pt x="194" y="4557"/>
                  </a:lnTo>
                  <a:lnTo>
                    <a:pt x="232" y="4750"/>
                  </a:lnTo>
                  <a:lnTo>
                    <a:pt x="271" y="4904"/>
                  </a:lnTo>
                  <a:lnTo>
                    <a:pt x="425" y="5136"/>
                  </a:lnTo>
                  <a:lnTo>
                    <a:pt x="580" y="5291"/>
                  </a:lnTo>
                  <a:lnTo>
                    <a:pt x="773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29" y="5406"/>
                  </a:lnTo>
                  <a:lnTo>
                    <a:pt x="1661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79" y="4866"/>
                  </a:lnTo>
                  <a:lnTo>
                    <a:pt x="2433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626" y="3978"/>
                  </a:lnTo>
                  <a:lnTo>
                    <a:pt x="2626" y="3746"/>
                  </a:lnTo>
                  <a:lnTo>
                    <a:pt x="2588" y="3514"/>
                  </a:lnTo>
                  <a:lnTo>
                    <a:pt x="2511" y="3283"/>
                  </a:lnTo>
                  <a:lnTo>
                    <a:pt x="2395" y="3090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70" y="2510"/>
                  </a:lnTo>
                  <a:lnTo>
                    <a:pt x="1777" y="2356"/>
                  </a:lnTo>
                  <a:lnTo>
                    <a:pt x="1545" y="2240"/>
                  </a:lnTo>
                  <a:lnTo>
                    <a:pt x="1314" y="2124"/>
                  </a:lnTo>
                  <a:lnTo>
                    <a:pt x="1661" y="2008"/>
                  </a:lnTo>
                  <a:lnTo>
                    <a:pt x="1970" y="1854"/>
                  </a:lnTo>
                  <a:lnTo>
                    <a:pt x="2279" y="1661"/>
                  </a:lnTo>
                  <a:lnTo>
                    <a:pt x="2588" y="1429"/>
                  </a:lnTo>
                  <a:lnTo>
                    <a:pt x="2858" y="1236"/>
                  </a:lnTo>
                  <a:lnTo>
                    <a:pt x="3128" y="966"/>
                  </a:lnTo>
                  <a:lnTo>
                    <a:pt x="3360" y="695"/>
                  </a:lnTo>
                  <a:lnTo>
                    <a:pt x="3476" y="541"/>
                  </a:lnTo>
                  <a:lnTo>
                    <a:pt x="3553" y="387"/>
                  </a:lnTo>
                  <a:lnTo>
                    <a:pt x="3746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20"/>
            <p:cNvSpPr/>
            <p:nvPr/>
          </p:nvSpPr>
          <p:spPr>
            <a:xfrm>
              <a:off x="2264425" y="357522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8"/>
                  </a:lnTo>
                  <a:lnTo>
                    <a:pt x="3939" y="4248"/>
                  </a:lnTo>
                  <a:lnTo>
                    <a:pt x="4017" y="5407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917"/>
                  </a:lnTo>
                  <a:lnTo>
                    <a:pt x="3901" y="8534"/>
                  </a:lnTo>
                  <a:lnTo>
                    <a:pt x="3746" y="9152"/>
                  </a:lnTo>
                  <a:lnTo>
                    <a:pt x="3515" y="9732"/>
                  </a:lnTo>
                  <a:lnTo>
                    <a:pt x="3244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93"/>
                  </a:lnTo>
                  <a:lnTo>
                    <a:pt x="773" y="9384"/>
                  </a:lnTo>
                  <a:lnTo>
                    <a:pt x="696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618" y="2742"/>
                  </a:lnTo>
                  <a:lnTo>
                    <a:pt x="1391" y="2395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39"/>
                  </a:lnTo>
                  <a:lnTo>
                    <a:pt x="3476" y="310"/>
                  </a:lnTo>
                  <a:lnTo>
                    <a:pt x="3051" y="657"/>
                  </a:lnTo>
                  <a:lnTo>
                    <a:pt x="2626" y="966"/>
                  </a:lnTo>
                  <a:lnTo>
                    <a:pt x="2202" y="1313"/>
                  </a:lnTo>
                  <a:lnTo>
                    <a:pt x="1314" y="1893"/>
                  </a:lnTo>
                  <a:lnTo>
                    <a:pt x="425" y="2472"/>
                  </a:lnTo>
                  <a:lnTo>
                    <a:pt x="348" y="2549"/>
                  </a:lnTo>
                  <a:lnTo>
                    <a:pt x="348" y="2626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3"/>
                  </a:lnTo>
                  <a:lnTo>
                    <a:pt x="155" y="4866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4"/>
                  </a:lnTo>
                  <a:lnTo>
                    <a:pt x="1391" y="11199"/>
                  </a:lnTo>
                  <a:lnTo>
                    <a:pt x="1622" y="11315"/>
                  </a:lnTo>
                  <a:lnTo>
                    <a:pt x="1816" y="11392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53"/>
                  </a:lnTo>
                  <a:lnTo>
                    <a:pt x="3051" y="11237"/>
                  </a:lnTo>
                  <a:lnTo>
                    <a:pt x="3283" y="11044"/>
                  </a:lnTo>
                  <a:lnTo>
                    <a:pt x="3476" y="10890"/>
                  </a:lnTo>
                  <a:lnTo>
                    <a:pt x="3669" y="10658"/>
                  </a:lnTo>
                  <a:lnTo>
                    <a:pt x="3823" y="10388"/>
                  </a:lnTo>
                  <a:lnTo>
                    <a:pt x="3978" y="10156"/>
                  </a:lnTo>
                  <a:lnTo>
                    <a:pt x="4171" y="9538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222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57" y="4982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1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39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20"/>
            <p:cNvSpPr/>
            <p:nvPr/>
          </p:nvSpPr>
          <p:spPr>
            <a:xfrm>
              <a:off x="4033950" y="35897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20"/>
            <p:cNvSpPr/>
            <p:nvPr/>
          </p:nvSpPr>
          <p:spPr>
            <a:xfrm>
              <a:off x="3935475" y="3595500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426" y="1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40" y="78"/>
                  </a:lnTo>
                  <a:lnTo>
                    <a:pt x="1" y="194"/>
                  </a:lnTo>
                  <a:lnTo>
                    <a:pt x="40" y="271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1"/>
                  </a:lnTo>
                  <a:lnTo>
                    <a:pt x="850" y="194"/>
                  </a:lnTo>
                  <a:lnTo>
                    <a:pt x="812" y="78"/>
                  </a:lnTo>
                  <a:lnTo>
                    <a:pt x="73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20"/>
            <p:cNvSpPr/>
            <p:nvPr/>
          </p:nvSpPr>
          <p:spPr>
            <a:xfrm>
              <a:off x="6924275" y="3599350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4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4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1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6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20"/>
            <p:cNvSpPr/>
            <p:nvPr/>
          </p:nvSpPr>
          <p:spPr>
            <a:xfrm>
              <a:off x="2208425" y="362157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4" y="386"/>
                  </a:moveTo>
                  <a:lnTo>
                    <a:pt x="1121" y="425"/>
                  </a:lnTo>
                  <a:lnTo>
                    <a:pt x="1198" y="463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9" y="1274"/>
                  </a:lnTo>
                  <a:lnTo>
                    <a:pt x="696" y="1236"/>
                  </a:lnTo>
                  <a:lnTo>
                    <a:pt x="542" y="1159"/>
                  </a:lnTo>
                  <a:lnTo>
                    <a:pt x="464" y="1081"/>
                  </a:lnTo>
                  <a:lnTo>
                    <a:pt x="426" y="965"/>
                  </a:lnTo>
                  <a:lnTo>
                    <a:pt x="387" y="888"/>
                  </a:lnTo>
                  <a:lnTo>
                    <a:pt x="387" y="772"/>
                  </a:lnTo>
                  <a:lnTo>
                    <a:pt x="426" y="579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850" y="0"/>
                  </a:moveTo>
                  <a:lnTo>
                    <a:pt x="735" y="39"/>
                  </a:lnTo>
                  <a:lnTo>
                    <a:pt x="619" y="77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79"/>
                  </a:lnTo>
                  <a:lnTo>
                    <a:pt x="40" y="734"/>
                  </a:lnTo>
                  <a:lnTo>
                    <a:pt x="1" y="888"/>
                  </a:lnTo>
                  <a:lnTo>
                    <a:pt x="40" y="1043"/>
                  </a:lnTo>
                  <a:lnTo>
                    <a:pt x="78" y="1197"/>
                  </a:lnTo>
                  <a:lnTo>
                    <a:pt x="194" y="1352"/>
                  </a:lnTo>
                  <a:lnTo>
                    <a:pt x="310" y="1467"/>
                  </a:lnTo>
                  <a:lnTo>
                    <a:pt x="464" y="1583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20"/>
            <p:cNvSpPr/>
            <p:nvPr/>
          </p:nvSpPr>
          <p:spPr>
            <a:xfrm>
              <a:off x="4431675" y="3622525"/>
              <a:ext cx="174775" cy="292525"/>
            </a:xfrm>
            <a:custGeom>
              <a:avLst/>
              <a:gdLst/>
              <a:ahLst/>
              <a:cxnLst/>
              <a:rect l="l" t="t" r="r" b="b"/>
              <a:pathLst>
                <a:path w="6991" h="11701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5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3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8"/>
                  </a:lnTo>
                  <a:lnTo>
                    <a:pt x="6411" y="5638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2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20"/>
            <p:cNvSpPr/>
            <p:nvPr/>
          </p:nvSpPr>
          <p:spPr>
            <a:xfrm>
              <a:off x="3827375" y="36360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3" y="2665"/>
                  </a:lnTo>
                  <a:lnTo>
                    <a:pt x="2780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6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5" y="2896"/>
                  </a:lnTo>
                  <a:lnTo>
                    <a:pt x="772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0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3" y="3707"/>
                  </a:lnTo>
                  <a:lnTo>
                    <a:pt x="1969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5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8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20"/>
            <p:cNvSpPr/>
            <p:nvPr/>
          </p:nvSpPr>
          <p:spPr>
            <a:xfrm>
              <a:off x="2802150" y="36428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1"/>
                  </a:moveTo>
                  <a:lnTo>
                    <a:pt x="12434" y="39"/>
                  </a:lnTo>
                  <a:lnTo>
                    <a:pt x="12357" y="78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9"/>
                  </a:lnTo>
                  <a:lnTo>
                    <a:pt x="12164" y="1043"/>
                  </a:lnTo>
                  <a:lnTo>
                    <a:pt x="12009" y="1198"/>
                  </a:lnTo>
                  <a:lnTo>
                    <a:pt x="11855" y="1314"/>
                  </a:lnTo>
                  <a:lnTo>
                    <a:pt x="11430" y="1545"/>
                  </a:lnTo>
                  <a:lnTo>
                    <a:pt x="11005" y="1700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3" y="2086"/>
                  </a:lnTo>
                  <a:lnTo>
                    <a:pt x="9345" y="2009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1"/>
                  </a:lnTo>
                  <a:lnTo>
                    <a:pt x="8611" y="1700"/>
                  </a:lnTo>
                  <a:lnTo>
                    <a:pt x="8804" y="2009"/>
                  </a:lnTo>
                  <a:lnTo>
                    <a:pt x="8997" y="2279"/>
                  </a:lnTo>
                  <a:lnTo>
                    <a:pt x="7839" y="2588"/>
                  </a:lnTo>
                  <a:lnTo>
                    <a:pt x="6719" y="2820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8" y="3283"/>
                  </a:lnTo>
                  <a:lnTo>
                    <a:pt x="3746" y="2935"/>
                  </a:lnTo>
                  <a:lnTo>
                    <a:pt x="3784" y="2588"/>
                  </a:lnTo>
                  <a:lnTo>
                    <a:pt x="3707" y="2240"/>
                  </a:lnTo>
                  <a:lnTo>
                    <a:pt x="3630" y="1893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8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9"/>
                  </a:lnTo>
                  <a:lnTo>
                    <a:pt x="1815" y="3437"/>
                  </a:lnTo>
                  <a:lnTo>
                    <a:pt x="1352" y="3399"/>
                  </a:lnTo>
                  <a:lnTo>
                    <a:pt x="965" y="3360"/>
                  </a:lnTo>
                  <a:lnTo>
                    <a:pt x="772" y="3283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4"/>
                  </a:lnTo>
                  <a:lnTo>
                    <a:pt x="309" y="2665"/>
                  </a:lnTo>
                  <a:lnTo>
                    <a:pt x="232" y="2588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4"/>
                  </a:lnTo>
                  <a:lnTo>
                    <a:pt x="0" y="2858"/>
                  </a:lnTo>
                  <a:lnTo>
                    <a:pt x="0" y="3013"/>
                  </a:lnTo>
                  <a:lnTo>
                    <a:pt x="0" y="3167"/>
                  </a:lnTo>
                  <a:lnTo>
                    <a:pt x="39" y="3283"/>
                  </a:lnTo>
                  <a:lnTo>
                    <a:pt x="116" y="3399"/>
                  </a:lnTo>
                  <a:lnTo>
                    <a:pt x="193" y="3515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1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1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3"/>
                  </a:lnTo>
                  <a:lnTo>
                    <a:pt x="12048" y="1700"/>
                  </a:lnTo>
                  <a:lnTo>
                    <a:pt x="12357" y="1507"/>
                  </a:lnTo>
                  <a:lnTo>
                    <a:pt x="12627" y="1236"/>
                  </a:lnTo>
                  <a:lnTo>
                    <a:pt x="12704" y="1082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80"/>
                  </a:lnTo>
                  <a:lnTo>
                    <a:pt x="12820" y="387"/>
                  </a:lnTo>
                  <a:lnTo>
                    <a:pt x="12743" y="155"/>
                  </a:lnTo>
                  <a:lnTo>
                    <a:pt x="12704" y="78"/>
                  </a:lnTo>
                  <a:lnTo>
                    <a:pt x="12627" y="39"/>
                  </a:lnTo>
                  <a:lnTo>
                    <a:pt x="125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20"/>
            <p:cNvSpPr/>
            <p:nvPr/>
          </p:nvSpPr>
          <p:spPr>
            <a:xfrm>
              <a:off x="2017300" y="364860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271" y="0"/>
                  </a:moveTo>
                  <a:lnTo>
                    <a:pt x="155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39" y="386"/>
                  </a:lnTo>
                  <a:lnTo>
                    <a:pt x="348" y="888"/>
                  </a:lnTo>
                  <a:lnTo>
                    <a:pt x="657" y="1390"/>
                  </a:lnTo>
                  <a:lnTo>
                    <a:pt x="1043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205"/>
                  </a:lnTo>
                  <a:lnTo>
                    <a:pt x="2703" y="3553"/>
                  </a:lnTo>
                  <a:lnTo>
                    <a:pt x="3205" y="3900"/>
                  </a:lnTo>
                  <a:lnTo>
                    <a:pt x="3553" y="3746"/>
                  </a:lnTo>
                  <a:lnTo>
                    <a:pt x="2780" y="3012"/>
                  </a:lnTo>
                  <a:lnTo>
                    <a:pt x="2047" y="2240"/>
                  </a:lnTo>
                  <a:lnTo>
                    <a:pt x="1352" y="1429"/>
                  </a:lnTo>
                  <a:lnTo>
                    <a:pt x="1043" y="1004"/>
                  </a:lnTo>
                  <a:lnTo>
                    <a:pt x="734" y="541"/>
                  </a:lnTo>
                  <a:lnTo>
                    <a:pt x="1622" y="695"/>
                  </a:lnTo>
                  <a:lnTo>
                    <a:pt x="2510" y="888"/>
                  </a:lnTo>
                  <a:lnTo>
                    <a:pt x="3012" y="1043"/>
                  </a:lnTo>
                  <a:lnTo>
                    <a:pt x="3514" y="1197"/>
                  </a:lnTo>
                  <a:lnTo>
                    <a:pt x="4016" y="1390"/>
                  </a:lnTo>
                  <a:lnTo>
                    <a:pt x="4518" y="1506"/>
                  </a:lnTo>
                  <a:lnTo>
                    <a:pt x="4595" y="1506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84"/>
                  </a:lnTo>
                  <a:lnTo>
                    <a:pt x="4904" y="1506"/>
                  </a:lnTo>
                  <a:lnTo>
                    <a:pt x="4982" y="1429"/>
                  </a:lnTo>
                  <a:lnTo>
                    <a:pt x="4634" y="1159"/>
                  </a:lnTo>
                  <a:lnTo>
                    <a:pt x="4171" y="888"/>
                  </a:lnTo>
                  <a:lnTo>
                    <a:pt x="3630" y="657"/>
                  </a:lnTo>
                  <a:lnTo>
                    <a:pt x="3089" y="464"/>
                  </a:lnTo>
                  <a:lnTo>
                    <a:pt x="2510" y="309"/>
                  </a:lnTo>
                  <a:lnTo>
                    <a:pt x="1931" y="193"/>
                  </a:lnTo>
                  <a:lnTo>
                    <a:pt x="1352" y="116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20"/>
            <p:cNvSpPr/>
            <p:nvPr/>
          </p:nvSpPr>
          <p:spPr>
            <a:xfrm>
              <a:off x="1564525" y="3658250"/>
              <a:ext cx="248125" cy="295425"/>
            </a:xfrm>
            <a:custGeom>
              <a:avLst/>
              <a:gdLst/>
              <a:ahLst/>
              <a:cxnLst/>
              <a:rect l="l" t="t" r="r" b="b"/>
              <a:pathLst>
                <a:path w="9925" h="11817" extrusionOk="0">
                  <a:moveTo>
                    <a:pt x="3785" y="850"/>
                  </a:moveTo>
                  <a:lnTo>
                    <a:pt x="4326" y="2279"/>
                  </a:lnTo>
                  <a:lnTo>
                    <a:pt x="4944" y="3746"/>
                  </a:lnTo>
                  <a:lnTo>
                    <a:pt x="6179" y="6565"/>
                  </a:lnTo>
                  <a:lnTo>
                    <a:pt x="3322" y="7492"/>
                  </a:lnTo>
                  <a:lnTo>
                    <a:pt x="1893" y="7955"/>
                  </a:lnTo>
                  <a:lnTo>
                    <a:pt x="464" y="8457"/>
                  </a:lnTo>
                  <a:lnTo>
                    <a:pt x="464" y="8457"/>
                  </a:lnTo>
                  <a:lnTo>
                    <a:pt x="1043" y="7569"/>
                  </a:lnTo>
                  <a:lnTo>
                    <a:pt x="1507" y="6604"/>
                  </a:lnTo>
                  <a:lnTo>
                    <a:pt x="1970" y="5638"/>
                  </a:lnTo>
                  <a:lnTo>
                    <a:pt x="2395" y="4673"/>
                  </a:lnTo>
                  <a:lnTo>
                    <a:pt x="2781" y="3746"/>
                  </a:lnTo>
                  <a:lnTo>
                    <a:pt x="3167" y="2781"/>
                  </a:lnTo>
                  <a:lnTo>
                    <a:pt x="3476" y="1815"/>
                  </a:lnTo>
                  <a:lnTo>
                    <a:pt x="3785" y="850"/>
                  </a:lnTo>
                  <a:close/>
                  <a:moveTo>
                    <a:pt x="3824" y="0"/>
                  </a:moveTo>
                  <a:lnTo>
                    <a:pt x="3746" y="39"/>
                  </a:lnTo>
                  <a:lnTo>
                    <a:pt x="3708" y="78"/>
                  </a:lnTo>
                  <a:lnTo>
                    <a:pt x="3592" y="116"/>
                  </a:lnTo>
                  <a:lnTo>
                    <a:pt x="3553" y="194"/>
                  </a:lnTo>
                  <a:lnTo>
                    <a:pt x="2820" y="2395"/>
                  </a:lnTo>
                  <a:lnTo>
                    <a:pt x="2434" y="3476"/>
                  </a:lnTo>
                  <a:lnTo>
                    <a:pt x="2009" y="4518"/>
                  </a:lnTo>
                  <a:lnTo>
                    <a:pt x="1545" y="5561"/>
                  </a:lnTo>
                  <a:lnTo>
                    <a:pt x="1043" y="6604"/>
                  </a:lnTo>
                  <a:lnTo>
                    <a:pt x="503" y="7608"/>
                  </a:lnTo>
                  <a:lnTo>
                    <a:pt x="39" y="8650"/>
                  </a:lnTo>
                  <a:lnTo>
                    <a:pt x="1" y="8689"/>
                  </a:lnTo>
                  <a:lnTo>
                    <a:pt x="39" y="8766"/>
                  </a:lnTo>
                  <a:lnTo>
                    <a:pt x="117" y="8805"/>
                  </a:lnTo>
                  <a:lnTo>
                    <a:pt x="117" y="8843"/>
                  </a:lnTo>
                  <a:lnTo>
                    <a:pt x="117" y="8920"/>
                  </a:lnTo>
                  <a:lnTo>
                    <a:pt x="155" y="8998"/>
                  </a:lnTo>
                  <a:lnTo>
                    <a:pt x="310" y="9114"/>
                  </a:lnTo>
                  <a:lnTo>
                    <a:pt x="464" y="8882"/>
                  </a:lnTo>
                  <a:lnTo>
                    <a:pt x="1970" y="8457"/>
                  </a:lnTo>
                  <a:lnTo>
                    <a:pt x="3438" y="7994"/>
                  </a:lnTo>
                  <a:lnTo>
                    <a:pt x="6372" y="7028"/>
                  </a:lnTo>
                  <a:lnTo>
                    <a:pt x="7106" y="8689"/>
                  </a:lnTo>
                  <a:lnTo>
                    <a:pt x="8303" y="11817"/>
                  </a:lnTo>
                  <a:lnTo>
                    <a:pt x="8689" y="11662"/>
                  </a:lnTo>
                  <a:lnTo>
                    <a:pt x="7531" y="8689"/>
                  </a:lnTo>
                  <a:lnTo>
                    <a:pt x="6797" y="6874"/>
                  </a:lnTo>
                  <a:lnTo>
                    <a:pt x="8380" y="6333"/>
                  </a:lnTo>
                  <a:lnTo>
                    <a:pt x="9925" y="5754"/>
                  </a:lnTo>
                  <a:lnTo>
                    <a:pt x="9770" y="5329"/>
                  </a:lnTo>
                  <a:lnTo>
                    <a:pt x="8187" y="5909"/>
                  </a:lnTo>
                  <a:lnTo>
                    <a:pt x="6643" y="6449"/>
                  </a:lnTo>
                  <a:lnTo>
                    <a:pt x="6025" y="4905"/>
                  </a:lnTo>
                  <a:lnTo>
                    <a:pt x="5407" y="3360"/>
                  </a:lnTo>
                  <a:lnTo>
                    <a:pt x="4712" y="1854"/>
                  </a:lnTo>
                  <a:lnTo>
                    <a:pt x="3978" y="348"/>
                  </a:lnTo>
                  <a:lnTo>
                    <a:pt x="4055" y="78"/>
                  </a:lnTo>
                  <a:lnTo>
                    <a:pt x="3862" y="39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20"/>
            <p:cNvSpPr/>
            <p:nvPr/>
          </p:nvSpPr>
          <p:spPr>
            <a:xfrm>
              <a:off x="1663975" y="3660175"/>
              <a:ext cx="229775" cy="419975"/>
            </a:xfrm>
            <a:custGeom>
              <a:avLst/>
              <a:gdLst/>
              <a:ahLst/>
              <a:cxnLst/>
              <a:rect l="l" t="t" r="r" b="b"/>
              <a:pathLst>
                <a:path w="9191" h="16799" extrusionOk="0">
                  <a:moveTo>
                    <a:pt x="77" y="1"/>
                  </a:moveTo>
                  <a:lnTo>
                    <a:pt x="0" y="271"/>
                  </a:lnTo>
                  <a:lnTo>
                    <a:pt x="2124" y="1275"/>
                  </a:lnTo>
                  <a:lnTo>
                    <a:pt x="4286" y="2240"/>
                  </a:lnTo>
                  <a:lnTo>
                    <a:pt x="5290" y="2742"/>
                  </a:lnTo>
                  <a:lnTo>
                    <a:pt x="6294" y="3244"/>
                  </a:lnTo>
                  <a:lnTo>
                    <a:pt x="7298" y="3746"/>
                  </a:lnTo>
                  <a:lnTo>
                    <a:pt x="8302" y="4248"/>
                  </a:lnTo>
                  <a:lnTo>
                    <a:pt x="7028" y="4750"/>
                  </a:lnTo>
                  <a:lnTo>
                    <a:pt x="5792" y="5252"/>
                  </a:lnTo>
                  <a:lnTo>
                    <a:pt x="5947" y="5677"/>
                  </a:lnTo>
                  <a:lnTo>
                    <a:pt x="7298" y="5175"/>
                  </a:lnTo>
                  <a:lnTo>
                    <a:pt x="7955" y="4905"/>
                  </a:lnTo>
                  <a:lnTo>
                    <a:pt x="8611" y="4596"/>
                  </a:lnTo>
                  <a:lnTo>
                    <a:pt x="8457" y="5136"/>
                  </a:lnTo>
                  <a:lnTo>
                    <a:pt x="8341" y="5638"/>
                  </a:lnTo>
                  <a:lnTo>
                    <a:pt x="8148" y="6681"/>
                  </a:lnTo>
                  <a:lnTo>
                    <a:pt x="7839" y="8380"/>
                  </a:lnTo>
                  <a:lnTo>
                    <a:pt x="7569" y="10041"/>
                  </a:lnTo>
                  <a:lnTo>
                    <a:pt x="7028" y="13361"/>
                  </a:lnTo>
                  <a:lnTo>
                    <a:pt x="6796" y="15060"/>
                  </a:lnTo>
                  <a:lnTo>
                    <a:pt x="6681" y="15871"/>
                  </a:lnTo>
                  <a:lnTo>
                    <a:pt x="6642" y="16721"/>
                  </a:lnTo>
                  <a:lnTo>
                    <a:pt x="6989" y="16798"/>
                  </a:lnTo>
                  <a:lnTo>
                    <a:pt x="7298" y="15215"/>
                  </a:lnTo>
                  <a:lnTo>
                    <a:pt x="7530" y="13593"/>
                  </a:lnTo>
                  <a:lnTo>
                    <a:pt x="7723" y="12010"/>
                  </a:lnTo>
                  <a:lnTo>
                    <a:pt x="7955" y="10427"/>
                  </a:lnTo>
                  <a:lnTo>
                    <a:pt x="8225" y="8805"/>
                  </a:lnTo>
                  <a:lnTo>
                    <a:pt x="8495" y="7183"/>
                  </a:lnTo>
                  <a:lnTo>
                    <a:pt x="8689" y="6488"/>
                  </a:lnTo>
                  <a:lnTo>
                    <a:pt x="8882" y="5793"/>
                  </a:lnTo>
                  <a:lnTo>
                    <a:pt x="9036" y="5059"/>
                  </a:lnTo>
                  <a:lnTo>
                    <a:pt x="9152" y="4364"/>
                  </a:lnTo>
                  <a:lnTo>
                    <a:pt x="9152" y="4287"/>
                  </a:lnTo>
                  <a:lnTo>
                    <a:pt x="9190" y="4210"/>
                  </a:lnTo>
                  <a:lnTo>
                    <a:pt x="9113" y="4094"/>
                  </a:lnTo>
                  <a:lnTo>
                    <a:pt x="9036" y="4017"/>
                  </a:lnTo>
                  <a:lnTo>
                    <a:pt x="8920" y="4017"/>
                  </a:lnTo>
                  <a:lnTo>
                    <a:pt x="8882" y="4055"/>
                  </a:lnTo>
                  <a:lnTo>
                    <a:pt x="7839" y="3437"/>
                  </a:lnTo>
                  <a:lnTo>
                    <a:pt x="6758" y="2897"/>
                  </a:lnTo>
                  <a:lnTo>
                    <a:pt x="4595" y="1893"/>
                  </a:lnTo>
                  <a:lnTo>
                    <a:pt x="2356" y="927"/>
                  </a:lnTo>
                  <a:lnTo>
                    <a:pt x="1236" y="464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20"/>
            <p:cNvSpPr/>
            <p:nvPr/>
          </p:nvSpPr>
          <p:spPr>
            <a:xfrm>
              <a:off x="406075" y="3667900"/>
              <a:ext cx="458600" cy="289650"/>
            </a:xfrm>
            <a:custGeom>
              <a:avLst/>
              <a:gdLst/>
              <a:ahLst/>
              <a:cxnLst/>
              <a:rect l="l" t="t" r="r" b="b"/>
              <a:pathLst>
                <a:path w="18344" h="11586" extrusionOk="0">
                  <a:moveTo>
                    <a:pt x="17069" y="387"/>
                  </a:moveTo>
                  <a:lnTo>
                    <a:pt x="17146" y="425"/>
                  </a:lnTo>
                  <a:lnTo>
                    <a:pt x="17223" y="503"/>
                  </a:lnTo>
                  <a:lnTo>
                    <a:pt x="17300" y="734"/>
                  </a:lnTo>
                  <a:lnTo>
                    <a:pt x="17378" y="927"/>
                  </a:lnTo>
                  <a:lnTo>
                    <a:pt x="17378" y="1120"/>
                  </a:lnTo>
                  <a:lnTo>
                    <a:pt x="17339" y="1314"/>
                  </a:lnTo>
                  <a:lnTo>
                    <a:pt x="17223" y="1545"/>
                  </a:lnTo>
                  <a:lnTo>
                    <a:pt x="16953" y="1893"/>
                  </a:lnTo>
                  <a:lnTo>
                    <a:pt x="16721" y="2124"/>
                  </a:lnTo>
                  <a:lnTo>
                    <a:pt x="16451" y="2356"/>
                  </a:lnTo>
                  <a:lnTo>
                    <a:pt x="16181" y="2549"/>
                  </a:lnTo>
                  <a:lnTo>
                    <a:pt x="15872" y="2665"/>
                  </a:lnTo>
                  <a:lnTo>
                    <a:pt x="15872" y="2086"/>
                  </a:lnTo>
                  <a:lnTo>
                    <a:pt x="15910" y="1777"/>
                  </a:lnTo>
                  <a:lnTo>
                    <a:pt x="15949" y="1468"/>
                  </a:lnTo>
                  <a:lnTo>
                    <a:pt x="16026" y="1198"/>
                  </a:lnTo>
                  <a:lnTo>
                    <a:pt x="16181" y="927"/>
                  </a:lnTo>
                  <a:lnTo>
                    <a:pt x="16335" y="696"/>
                  </a:lnTo>
                  <a:lnTo>
                    <a:pt x="16605" y="503"/>
                  </a:lnTo>
                  <a:lnTo>
                    <a:pt x="16837" y="425"/>
                  </a:lnTo>
                  <a:lnTo>
                    <a:pt x="16992" y="387"/>
                  </a:lnTo>
                  <a:close/>
                  <a:moveTo>
                    <a:pt x="14597" y="2974"/>
                  </a:moveTo>
                  <a:lnTo>
                    <a:pt x="14868" y="3013"/>
                  </a:lnTo>
                  <a:lnTo>
                    <a:pt x="15138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6"/>
                  </a:lnTo>
                  <a:lnTo>
                    <a:pt x="14057" y="3862"/>
                  </a:lnTo>
                  <a:lnTo>
                    <a:pt x="13786" y="3939"/>
                  </a:lnTo>
                  <a:lnTo>
                    <a:pt x="13478" y="4017"/>
                  </a:lnTo>
                  <a:lnTo>
                    <a:pt x="13053" y="4017"/>
                  </a:lnTo>
                  <a:lnTo>
                    <a:pt x="12976" y="3939"/>
                  </a:lnTo>
                  <a:lnTo>
                    <a:pt x="12976" y="3862"/>
                  </a:lnTo>
                  <a:lnTo>
                    <a:pt x="12976" y="3708"/>
                  </a:lnTo>
                  <a:lnTo>
                    <a:pt x="13014" y="3476"/>
                  </a:lnTo>
                  <a:lnTo>
                    <a:pt x="13053" y="3360"/>
                  </a:lnTo>
                  <a:lnTo>
                    <a:pt x="13207" y="3244"/>
                  </a:lnTo>
                  <a:lnTo>
                    <a:pt x="13400" y="3167"/>
                  </a:lnTo>
                  <a:lnTo>
                    <a:pt x="13709" y="3051"/>
                  </a:lnTo>
                  <a:lnTo>
                    <a:pt x="14018" y="3013"/>
                  </a:lnTo>
                  <a:lnTo>
                    <a:pt x="14327" y="2974"/>
                  </a:lnTo>
                  <a:close/>
                  <a:moveTo>
                    <a:pt x="15679" y="3283"/>
                  </a:moveTo>
                  <a:lnTo>
                    <a:pt x="16335" y="3476"/>
                  </a:lnTo>
                  <a:lnTo>
                    <a:pt x="16644" y="3553"/>
                  </a:lnTo>
                  <a:lnTo>
                    <a:pt x="16992" y="3669"/>
                  </a:lnTo>
                  <a:lnTo>
                    <a:pt x="17262" y="3823"/>
                  </a:lnTo>
                  <a:lnTo>
                    <a:pt x="17532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80" y="4596"/>
                  </a:lnTo>
                  <a:lnTo>
                    <a:pt x="17918" y="4789"/>
                  </a:lnTo>
                  <a:lnTo>
                    <a:pt x="17880" y="4943"/>
                  </a:lnTo>
                  <a:lnTo>
                    <a:pt x="17802" y="5059"/>
                  </a:lnTo>
                  <a:lnTo>
                    <a:pt x="17648" y="5136"/>
                  </a:lnTo>
                  <a:lnTo>
                    <a:pt x="17494" y="5175"/>
                  </a:lnTo>
                  <a:lnTo>
                    <a:pt x="17339" y="5175"/>
                  </a:lnTo>
                  <a:lnTo>
                    <a:pt x="17146" y="5136"/>
                  </a:lnTo>
                  <a:lnTo>
                    <a:pt x="16992" y="5059"/>
                  </a:lnTo>
                  <a:lnTo>
                    <a:pt x="16644" y="4789"/>
                  </a:lnTo>
                  <a:lnTo>
                    <a:pt x="16374" y="4480"/>
                  </a:lnTo>
                  <a:lnTo>
                    <a:pt x="16181" y="4210"/>
                  </a:lnTo>
                  <a:lnTo>
                    <a:pt x="15988" y="3901"/>
                  </a:lnTo>
                  <a:lnTo>
                    <a:pt x="15833" y="3592"/>
                  </a:lnTo>
                  <a:lnTo>
                    <a:pt x="15679" y="3283"/>
                  </a:lnTo>
                  <a:close/>
                  <a:moveTo>
                    <a:pt x="4635" y="541"/>
                  </a:moveTo>
                  <a:lnTo>
                    <a:pt x="5253" y="580"/>
                  </a:lnTo>
                  <a:lnTo>
                    <a:pt x="5832" y="696"/>
                  </a:lnTo>
                  <a:lnTo>
                    <a:pt x="6411" y="850"/>
                  </a:lnTo>
                  <a:lnTo>
                    <a:pt x="6990" y="1120"/>
                  </a:lnTo>
                  <a:lnTo>
                    <a:pt x="7492" y="1429"/>
                  </a:lnTo>
                  <a:lnTo>
                    <a:pt x="7917" y="1738"/>
                  </a:lnTo>
                  <a:lnTo>
                    <a:pt x="8303" y="2086"/>
                  </a:lnTo>
                  <a:lnTo>
                    <a:pt x="8651" y="2472"/>
                  </a:lnTo>
                  <a:lnTo>
                    <a:pt x="8960" y="2858"/>
                  </a:lnTo>
                  <a:lnTo>
                    <a:pt x="9539" y="3669"/>
                  </a:lnTo>
                  <a:lnTo>
                    <a:pt x="10157" y="4480"/>
                  </a:lnTo>
                  <a:lnTo>
                    <a:pt x="10388" y="4827"/>
                  </a:lnTo>
                  <a:lnTo>
                    <a:pt x="10697" y="5136"/>
                  </a:lnTo>
                  <a:lnTo>
                    <a:pt x="11006" y="5445"/>
                  </a:lnTo>
                  <a:lnTo>
                    <a:pt x="11354" y="5677"/>
                  </a:lnTo>
                  <a:lnTo>
                    <a:pt x="11701" y="5870"/>
                  </a:lnTo>
                  <a:lnTo>
                    <a:pt x="12126" y="5986"/>
                  </a:lnTo>
                  <a:lnTo>
                    <a:pt x="12512" y="6025"/>
                  </a:lnTo>
                  <a:lnTo>
                    <a:pt x="12976" y="5986"/>
                  </a:lnTo>
                  <a:lnTo>
                    <a:pt x="13323" y="5870"/>
                  </a:lnTo>
                  <a:lnTo>
                    <a:pt x="13632" y="5754"/>
                  </a:lnTo>
                  <a:lnTo>
                    <a:pt x="13902" y="5600"/>
                  </a:lnTo>
                  <a:lnTo>
                    <a:pt x="14173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9" y="4712"/>
                  </a:lnTo>
                  <a:lnTo>
                    <a:pt x="14984" y="4441"/>
                  </a:lnTo>
                  <a:lnTo>
                    <a:pt x="14752" y="5252"/>
                  </a:lnTo>
                  <a:lnTo>
                    <a:pt x="14443" y="5986"/>
                  </a:lnTo>
                  <a:lnTo>
                    <a:pt x="14057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0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7" y="10272"/>
                  </a:lnTo>
                  <a:lnTo>
                    <a:pt x="9616" y="10465"/>
                  </a:lnTo>
                  <a:lnTo>
                    <a:pt x="9075" y="10658"/>
                  </a:lnTo>
                  <a:lnTo>
                    <a:pt x="8496" y="10774"/>
                  </a:lnTo>
                  <a:lnTo>
                    <a:pt x="7956" y="10890"/>
                  </a:lnTo>
                  <a:lnTo>
                    <a:pt x="7376" y="10929"/>
                  </a:lnTo>
                  <a:lnTo>
                    <a:pt x="6836" y="10929"/>
                  </a:lnTo>
                  <a:lnTo>
                    <a:pt x="6257" y="10890"/>
                  </a:lnTo>
                  <a:lnTo>
                    <a:pt x="5716" y="10774"/>
                  </a:lnTo>
                  <a:lnTo>
                    <a:pt x="5175" y="10620"/>
                  </a:lnTo>
                  <a:lnTo>
                    <a:pt x="4635" y="10465"/>
                  </a:lnTo>
                  <a:lnTo>
                    <a:pt x="4133" y="10195"/>
                  </a:lnTo>
                  <a:lnTo>
                    <a:pt x="3631" y="9925"/>
                  </a:lnTo>
                  <a:lnTo>
                    <a:pt x="3129" y="9577"/>
                  </a:lnTo>
                  <a:lnTo>
                    <a:pt x="2665" y="9191"/>
                  </a:lnTo>
                  <a:lnTo>
                    <a:pt x="2202" y="8766"/>
                  </a:lnTo>
                  <a:lnTo>
                    <a:pt x="1777" y="8303"/>
                  </a:lnTo>
                  <a:lnTo>
                    <a:pt x="1430" y="7801"/>
                  </a:lnTo>
                  <a:lnTo>
                    <a:pt x="1082" y="7260"/>
                  </a:lnTo>
                  <a:lnTo>
                    <a:pt x="812" y="6720"/>
                  </a:lnTo>
                  <a:lnTo>
                    <a:pt x="619" y="6140"/>
                  </a:lnTo>
                  <a:lnTo>
                    <a:pt x="464" y="5523"/>
                  </a:lnTo>
                  <a:lnTo>
                    <a:pt x="426" y="4905"/>
                  </a:lnTo>
                  <a:lnTo>
                    <a:pt x="464" y="4287"/>
                  </a:lnTo>
                  <a:lnTo>
                    <a:pt x="619" y="3708"/>
                  </a:lnTo>
                  <a:lnTo>
                    <a:pt x="812" y="3128"/>
                  </a:lnTo>
                  <a:lnTo>
                    <a:pt x="1121" y="2588"/>
                  </a:lnTo>
                  <a:lnTo>
                    <a:pt x="1468" y="2086"/>
                  </a:lnTo>
                  <a:lnTo>
                    <a:pt x="1893" y="1661"/>
                  </a:lnTo>
                  <a:lnTo>
                    <a:pt x="2356" y="1275"/>
                  </a:lnTo>
                  <a:lnTo>
                    <a:pt x="2897" y="1005"/>
                  </a:lnTo>
                  <a:lnTo>
                    <a:pt x="3476" y="773"/>
                  </a:lnTo>
                  <a:lnTo>
                    <a:pt x="4056" y="618"/>
                  </a:lnTo>
                  <a:lnTo>
                    <a:pt x="4635" y="541"/>
                  </a:lnTo>
                  <a:close/>
                  <a:moveTo>
                    <a:pt x="16876" y="1"/>
                  </a:moveTo>
                  <a:lnTo>
                    <a:pt x="16683" y="39"/>
                  </a:lnTo>
                  <a:lnTo>
                    <a:pt x="16451" y="155"/>
                  </a:lnTo>
                  <a:lnTo>
                    <a:pt x="16258" y="271"/>
                  </a:lnTo>
                  <a:lnTo>
                    <a:pt x="16103" y="425"/>
                  </a:lnTo>
                  <a:lnTo>
                    <a:pt x="15949" y="580"/>
                  </a:lnTo>
                  <a:lnTo>
                    <a:pt x="15833" y="773"/>
                  </a:lnTo>
                  <a:lnTo>
                    <a:pt x="15717" y="1005"/>
                  </a:lnTo>
                  <a:lnTo>
                    <a:pt x="15601" y="1236"/>
                  </a:lnTo>
                  <a:lnTo>
                    <a:pt x="15486" y="1738"/>
                  </a:lnTo>
                  <a:lnTo>
                    <a:pt x="15447" y="2279"/>
                  </a:lnTo>
                  <a:lnTo>
                    <a:pt x="15486" y="2819"/>
                  </a:lnTo>
                  <a:lnTo>
                    <a:pt x="15370" y="2819"/>
                  </a:lnTo>
                  <a:lnTo>
                    <a:pt x="15331" y="2858"/>
                  </a:lnTo>
                  <a:lnTo>
                    <a:pt x="14906" y="2742"/>
                  </a:lnTo>
                  <a:lnTo>
                    <a:pt x="14443" y="2665"/>
                  </a:lnTo>
                  <a:lnTo>
                    <a:pt x="13980" y="2665"/>
                  </a:lnTo>
                  <a:lnTo>
                    <a:pt x="13516" y="2742"/>
                  </a:lnTo>
                  <a:lnTo>
                    <a:pt x="13169" y="2858"/>
                  </a:lnTo>
                  <a:lnTo>
                    <a:pt x="12976" y="2974"/>
                  </a:lnTo>
                  <a:lnTo>
                    <a:pt x="12783" y="3090"/>
                  </a:lnTo>
                  <a:lnTo>
                    <a:pt x="12628" y="3206"/>
                  </a:lnTo>
                  <a:lnTo>
                    <a:pt x="12512" y="3360"/>
                  </a:lnTo>
                  <a:lnTo>
                    <a:pt x="12396" y="3553"/>
                  </a:lnTo>
                  <a:lnTo>
                    <a:pt x="12396" y="3746"/>
                  </a:lnTo>
                  <a:lnTo>
                    <a:pt x="12396" y="3939"/>
                  </a:lnTo>
                  <a:lnTo>
                    <a:pt x="12474" y="4094"/>
                  </a:lnTo>
                  <a:lnTo>
                    <a:pt x="12628" y="4210"/>
                  </a:lnTo>
                  <a:lnTo>
                    <a:pt x="12783" y="4287"/>
                  </a:lnTo>
                  <a:lnTo>
                    <a:pt x="12976" y="4364"/>
                  </a:lnTo>
                  <a:lnTo>
                    <a:pt x="13169" y="4403"/>
                  </a:lnTo>
                  <a:lnTo>
                    <a:pt x="13516" y="4364"/>
                  </a:lnTo>
                  <a:lnTo>
                    <a:pt x="13864" y="4325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9" y="3823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4" y="4866"/>
                  </a:lnTo>
                  <a:lnTo>
                    <a:pt x="13941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30" y="5445"/>
                  </a:lnTo>
                  <a:lnTo>
                    <a:pt x="12744" y="5523"/>
                  </a:lnTo>
                  <a:lnTo>
                    <a:pt x="12396" y="5523"/>
                  </a:lnTo>
                  <a:lnTo>
                    <a:pt x="12049" y="5445"/>
                  </a:lnTo>
                  <a:lnTo>
                    <a:pt x="11740" y="5329"/>
                  </a:lnTo>
                  <a:lnTo>
                    <a:pt x="11431" y="5136"/>
                  </a:lnTo>
                  <a:lnTo>
                    <a:pt x="11122" y="4905"/>
                  </a:lnTo>
                  <a:lnTo>
                    <a:pt x="10852" y="4634"/>
                  </a:lnTo>
                  <a:lnTo>
                    <a:pt x="10543" y="4210"/>
                  </a:lnTo>
                  <a:lnTo>
                    <a:pt x="10195" y="3785"/>
                  </a:lnTo>
                  <a:lnTo>
                    <a:pt x="9616" y="2935"/>
                  </a:lnTo>
                  <a:lnTo>
                    <a:pt x="9307" y="2511"/>
                  </a:lnTo>
                  <a:lnTo>
                    <a:pt x="8960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7" y="966"/>
                  </a:lnTo>
                  <a:lnTo>
                    <a:pt x="7106" y="657"/>
                  </a:lnTo>
                  <a:lnTo>
                    <a:pt x="6527" y="425"/>
                  </a:lnTo>
                  <a:lnTo>
                    <a:pt x="5948" y="271"/>
                  </a:lnTo>
                  <a:lnTo>
                    <a:pt x="5330" y="155"/>
                  </a:lnTo>
                  <a:lnTo>
                    <a:pt x="4751" y="116"/>
                  </a:lnTo>
                  <a:lnTo>
                    <a:pt x="4133" y="155"/>
                  </a:lnTo>
                  <a:lnTo>
                    <a:pt x="3554" y="271"/>
                  </a:lnTo>
                  <a:lnTo>
                    <a:pt x="3283" y="348"/>
                  </a:lnTo>
                  <a:lnTo>
                    <a:pt x="2936" y="464"/>
                  </a:lnTo>
                  <a:lnTo>
                    <a:pt x="2588" y="618"/>
                  </a:lnTo>
                  <a:lnTo>
                    <a:pt x="2279" y="812"/>
                  </a:lnTo>
                  <a:lnTo>
                    <a:pt x="1932" y="1005"/>
                  </a:lnTo>
                  <a:lnTo>
                    <a:pt x="1661" y="1275"/>
                  </a:lnTo>
                  <a:lnTo>
                    <a:pt x="1353" y="1545"/>
                  </a:lnTo>
                  <a:lnTo>
                    <a:pt x="1082" y="1854"/>
                  </a:lnTo>
                  <a:lnTo>
                    <a:pt x="851" y="2163"/>
                  </a:lnTo>
                  <a:lnTo>
                    <a:pt x="542" y="2665"/>
                  </a:lnTo>
                  <a:lnTo>
                    <a:pt x="310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1" y="4712"/>
                  </a:lnTo>
                  <a:lnTo>
                    <a:pt x="40" y="5214"/>
                  </a:lnTo>
                  <a:lnTo>
                    <a:pt x="78" y="5716"/>
                  </a:lnTo>
                  <a:lnTo>
                    <a:pt x="194" y="6218"/>
                  </a:lnTo>
                  <a:lnTo>
                    <a:pt x="387" y="6720"/>
                  </a:lnTo>
                  <a:lnTo>
                    <a:pt x="580" y="7222"/>
                  </a:lnTo>
                  <a:lnTo>
                    <a:pt x="812" y="7685"/>
                  </a:lnTo>
                  <a:lnTo>
                    <a:pt x="1082" y="8110"/>
                  </a:lnTo>
                  <a:lnTo>
                    <a:pt x="1430" y="8573"/>
                  </a:lnTo>
                  <a:lnTo>
                    <a:pt x="1777" y="8959"/>
                  </a:lnTo>
                  <a:lnTo>
                    <a:pt x="2125" y="9384"/>
                  </a:lnTo>
                  <a:lnTo>
                    <a:pt x="2550" y="9732"/>
                  </a:lnTo>
                  <a:lnTo>
                    <a:pt x="3090" y="10156"/>
                  </a:lnTo>
                  <a:lnTo>
                    <a:pt x="3631" y="10504"/>
                  </a:lnTo>
                  <a:lnTo>
                    <a:pt x="4210" y="10774"/>
                  </a:lnTo>
                  <a:lnTo>
                    <a:pt x="4789" y="11044"/>
                  </a:lnTo>
                  <a:lnTo>
                    <a:pt x="5407" y="11199"/>
                  </a:lnTo>
                  <a:lnTo>
                    <a:pt x="6025" y="11353"/>
                  </a:lnTo>
                  <a:lnTo>
                    <a:pt x="6643" y="11392"/>
                  </a:lnTo>
                  <a:lnTo>
                    <a:pt x="7261" y="11431"/>
                  </a:lnTo>
                  <a:lnTo>
                    <a:pt x="7338" y="11585"/>
                  </a:lnTo>
                  <a:lnTo>
                    <a:pt x="7647" y="11392"/>
                  </a:lnTo>
                  <a:lnTo>
                    <a:pt x="8458" y="11315"/>
                  </a:lnTo>
                  <a:lnTo>
                    <a:pt x="9269" y="11122"/>
                  </a:lnTo>
                  <a:lnTo>
                    <a:pt x="10079" y="10813"/>
                  </a:lnTo>
                  <a:lnTo>
                    <a:pt x="10852" y="10465"/>
                  </a:lnTo>
                  <a:lnTo>
                    <a:pt x="11547" y="10040"/>
                  </a:lnTo>
                  <a:lnTo>
                    <a:pt x="12165" y="9577"/>
                  </a:lnTo>
                  <a:lnTo>
                    <a:pt x="12435" y="9384"/>
                  </a:lnTo>
                  <a:lnTo>
                    <a:pt x="13053" y="8805"/>
                  </a:lnTo>
                  <a:lnTo>
                    <a:pt x="13632" y="8187"/>
                  </a:lnTo>
                  <a:lnTo>
                    <a:pt x="14134" y="7492"/>
                  </a:lnTo>
                  <a:lnTo>
                    <a:pt x="14597" y="6797"/>
                  </a:lnTo>
                  <a:lnTo>
                    <a:pt x="14945" y="6025"/>
                  </a:lnTo>
                  <a:lnTo>
                    <a:pt x="15099" y="5638"/>
                  </a:lnTo>
                  <a:lnTo>
                    <a:pt x="15254" y="5214"/>
                  </a:lnTo>
                  <a:lnTo>
                    <a:pt x="15331" y="4827"/>
                  </a:lnTo>
                  <a:lnTo>
                    <a:pt x="15408" y="4403"/>
                  </a:lnTo>
                  <a:lnTo>
                    <a:pt x="15486" y="4017"/>
                  </a:lnTo>
                  <a:lnTo>
                    <a:pt x="15486" y="3592"/>
                  </a:lnTo>
                  <a:lnTo>
                    <a:pt x="15679" y="4055"/>
                  </a:lnTo>
                  <a:lnTo>
                    <a:pt x="15949" y="4480"/>
                  </a:lnTo>
                  <a:lnTo>
                    <a:pt x="16258" y="4866"/>
                  </a:lnTo>
                  <a:lnTo>
                    <a:pt x="16605" y="5214"/>
                  </a:lnTo>
                  <a:lnTo>
                    <a:pt x="16760" y="5368"/>
                  </a:lnTo>
                  <a:lnTo>
                    <a:pt x="16992" y="5484"/>
                  </a:lnTo>
                  <a:lnTo>
                    <a:pt x="17185" y="5561"/>
                  </a:lnTo>
                  <a:lnTo>
                    <a:pt x="17416" y="5638"/>
                  </a:lnTo>
                  <a:lnTo>
                    <a:pt x="17609" y="5677"/>
                  </a:lnTo>
                  <a:lnTo>
                    <a:pt x="17841" y="5638"/>
                  </a:lnTo>
                  <a:lnTo>
                    <a:pt x="18034" y="5523"/>
                  </a:lnTo>
                  <a:lnTo>
                    <a:pt x="18189" y="5329"/>
                  </a:lnTo>
                  <a:lnTo>
                    <a:pt x="18304" y="5136"/>
                  </a:lnTo>
                  <a:lnTo>
                    <a:pt x="18343" y="4943"/>
                  </a:lnTo>
                  <a:lnTo>
                    <a:pt x="18304" y="4712"/>
                  </a:lnTo>
                  <a:lnTo>
                    <a:pt x="18266" y="4519"/>
                  </a:lnTo>
                  <a:lnTo>
                    <a:pt x="18189" y="4287"/>
                  </a:lnTo>
                  <a:lnTo>
                    <a:pt x="18073" y="4132"/>
                  </a:lnTo>
                  <a:lnTo>
                    <a:pt x="17957" y="3939"/>
                  </a:lnTo>
                  <a:lnTo>
                    <a:pt x="17802" y="3785"/>
                  </a:lnTo>
                  <a:lnTo>
                    <a:pt x="17648" y="3630"/>
                  </a:lnTo>
                  <a:lnTo>
                    <a:pt x="17416" y="3476"/>
                  </a:lnTo>
                  <a:lnTo>
                    <a:pt x="16953" y="3244"/>
                  </a:lnTo>
                  <a:lnTo>
                    <a:pt x="16490" y="3051"/>
                  </a:lnTo>
                  <a:lnTo>
                    <a:pt x="15988" y="2935"/>
                  </a:lnTo>
                  <a:lnTo>
                    <a:pt x="16412" y="2781"/>
                  </a:lnTo>
                  <a:lnTo>
                    <a:pt x="16837" y="2511"/>
                  </a:lnTo>
                  <a:lnTo>
                    <a:pt x="17185" y="2202"/>
                  </a:lnTo>
                  <a:lnTo>
                    <a:pt x="17494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4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1" y="194"/>
                  </a:lnTo>
                  <a:lnTo>
                    <a:pt x="17455" y="116"/>
                  </a:lnTo>
                  <a:lnTo>
                    <a:pt x="17339" y="39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20"/>
            <p:cNvSpPr/>
            <p:nvPr/>
          </p:nvSpPr>
          <p:spPr>
            <a:xfrm>
              <a:off x="2141825" y="3698800"/>
              <a:ext cx="126500" cy="70500"/>
            </a:xfrm>
            <a:custGeom>
              <a:avLst/>
              <a:gdLst/>
              <a:ahLst/>
              <a:cxnLst/>
              <a:rect l="l" t="t" r="r" b="b"/>
              <a:pathLst>
                <a:path w="5060" h="2820" extrusionOk="0">
                  <a:moveTo>
                    <a:pt x="4905" y="0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3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0"/>
                  </a:lnTo>
                  <a:lnTo>
                    <a:pt x="1" y="2587"/>
                  </a:lnTo>
                  <a:lnTo>
                    <a:pt x="39" y="2703"/>
                  </a:lnTo>
                  <a:lnTo>
                    <a:pt x="116" y="2781"/>
                  </a:lnTo>
                  <a:lnTo>
                    <a:pt x="387" y="2819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1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20"/>
            <p:cNvSpPr/>
            <p:nvPr/>
          </p:nvSpPr>
          <p:spPr>
            <a:xfrm>
              <a:off x="436975" y="3704575"/>
              <a:ext cx="144825" cy="162225"/>
            </a:xfrm>
            <a:custGeom>
              <a:avLst/>
              <a:gdLst/>
              <a:ahLst/>
              <a:cxnLst/>
              <a:rect l="l" t="t" r="r" b="b"/>
              <a:pathLst>
                <a:path w="5793" h="6489" extrusionOk="0">
                  <a:moveTo>
                    <a:pt x="2240" y="426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6" y="735"/>
                  </a:lnTo>
                  <a:lnTo>
                    <a:pt x="4171" y="1005"/>
                  </a:lnTo>
                  <a:lnTo>
                    <a:pt x="4557" y="1314"/>
                  </a:lnTo>
                  <a:lnTo>
                    <a:pt x="4750" y="1507"/>
                  </a:lnTo>
                  <a:lnTo>
                    <a:pt x="4905" y="1739"/>
                  </a:lnTo>
                  <a:lnTo>
                    <a:pt x="5021" y="1932"/>
                  </a:lnTo>
                  <a:lnTo>
                    <a:pt x="5136" y="2163"/>
                  </a:lnTo>
                  <a:lnTo>
                    <a:pt x="5214" y="2434"/>
                  </a:lnTo>
                  <a:lnTo>
                    <a:pt x="5291" y="2704"/>
                  </a:lnTo>
                  <a:lnTo>
                    <a:pt x="5330" y="3167"/>
                  </a:lnTo>
                  <a:lnTo>
                    <a:pt x="5330" y="3631"/>
                  </a:lnTo>
                  <a:lnTo>
                    <a:pt x="5214" y="4133"/>
                  </a:lnTo>
                  <a:lnTo>
                    <a:pt x="5021" y="4558"/>
                  </a:lnTo>
                  <a:lnTo>
                    <a:pt x="4789" y="4982"/>
                  </a:lnTo>
                  <a:lnTo>
                    <a:pt x="4480" y="5330"/>
                  </a:lnTo>
                  <a:lnTo>
                    <a:pt x="4287" y="5484"/>
                  </a:lnTo>
                  <a:lnTo>
                    <a:pt x="4094" y="5639"/>
                  </a:lnTo>
                  <a:lnTo>
                    <a:pt x="3901" y="5755"/>
                  </a:lnTo>
                  <a:lnTo>
                    <a:pt x="3669" y="5832"/>
                  </a:lnTo>
                  <a:lnTo>
                    <a:pt x="3360" y="5948"/>
                  </a:lnTo>
                  <a:lnTo>
                    <a:pt x="3090" y="5986"/>
                  </a:lnTo>
                  <a:lnTo>
                    <a:pt x="2820" y="6025"/>
                  </a:lnTo>
                  <a:lnTo>
                    <a:pt x="2549" y="5986"/>
                  </a:lnTo>
                  <a:lnTo>
                    <a:pt x="2279" y="5948"/>
                  </a:lnTo>
                  <a:lnTo>
                    <a:pt x="2047" y="5870"/>
                  </a:lnTo>
                  <a:lnTo>
                    <a:pt x="1854" y="5755"/>
                  </a:lnTo>
                  <a:lnTo>
                    <a:pt x="1622" y="5639"/>
                  </a:lnTo>
                  <a:lnTo>
                    <a:pt x="1429" y="5484"/>
                  </a:lnTo>
                  <a:lnTo>
                    <a:pt x="1275" y="5291"/>
                  </a:lnTo>
                  <a:lnTo>
                    <a:pt x="1082" y="5098"/>
                  </a:lnTo>
                  <a:lnTo>
                    <a:pt x="966" y="4905"/>
                  </a:lnTo>
                  <a:lnTo>
                    <a:pt x="696" y="4442"/>
                  </a:lnTo>
                  <a:lnTo>
                    <a:pt x="541" y="3901"/>
                  </a:lnTo>
                  <a:lnTo>
                    <a:pt x="425" y="3399"/>
                  </a:lnTo>
                  <a:lnTo>
                    <a:pt x="425" y="2858"/>
                  </a:lnTo>
                  <a:lnTo>
                    <a:pt x="503" y="2318"/>
                  </a:lnTo>
                  <a:lnTo>
                    <a:pt x="541" y="2048"/>
                  </a:lnTo>
                  <a:lnTo>
                    <a:pt x="657" y="1816"/>
                  </a:lnTo>
                  <a:lnTo>
                    <a:pt x="734" y="1584"/>
                  </a:lnTo>
                  <a:lnTo>
                    <a:pt x="889" y="1352"/>
                  </a:lnTo>
                  <a:lnTo>
                    <a:pt x="1043" y="1159"/>
                  </a:lnTo>
                  <a:lnTo>
                    <a:pt x="1236" y="1005"/>
                  </a:lnTo>
                  <a:lnTo>
                    <a:pt x="1429" y="812"/>
                  </a:lnTo>
                  <a:lnTo>
                    <a:pt x="1661" y="696"/>
                  </a:lnTo>
                  <a:lnTo>
                    <a:pt x="1893" y="580"/>
                  </a:lnTo>
                  <a:lnTo>
                    <a:pt x="2202" y="503"/>
                  </a:lnTo>
                  <a:lnTo>
                    <a:pt x="2240" y="464"/>
                  </a:lnTo>
                  <a:lnTo>
                    <a:pt x="2240" y="426"/>
                  </a:lnTo>
                  <a:close/>
                  <a:moveTo>
                    <a:pt x="2279" y="1"/>
                  </a:moveTo>
                  <a:lnTo>
                    <a:pt x="1970" y="40"/>
                  </a:lnTo>
                  <a:lnTo>
                    <a:pt x="1893" y="78"/>
                  </a:lnTo>
                  <a:lnTo>
                    <a:pt x="1816" y="117"/>
                  </a:lnTo>
                  <a:lnTo>
                    <a:pt x="1816" y="194"/>
                  </a:lnTo>
                  <a:lnTo>
                    <a:pt x="1816" y="271"/>
                  </a:lnTo>
                  <a:lnTo>
                    <a:pt x="1507" y="349"/>
                  </a:lnTo>
                  <a:lnTo>
                    <a:pt x="1275" y="464"/>
                  </a:lnTo>
                  <a:lnTo>
                    <a:pt x="1043" y="619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8"/>
                  </a:lnTo>
                  <a:lnTo>
                    <a:pt x="348" y="1430"/>
                  </a:lnTo>
                  <a:lnTo>
                    <a:pt x="232" y="1661"/>
                  </a:lnTo>
                  <a:lnTo>
                    <a:pt x="117" y="1932"/>
                  </a:lnTo>
                  <a:lnTo>
                    <a:pt x="78" y="2202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1"/>
                  </a:lnTo>
                  <a:lnTo>
                    <a:pt x="271" y="4519"/>
                  </a:lnTo>
                  <a:lnTo>
                    <a:pt x="387" y="4828"/>
                  </a:lnTo>
                  <a:lnTo>
                    <a:pt x="541" y="5098"/>
                  </a:lnTo>
                  <a:lnTo>
                    <a:pt x="696" y="5330"/>
                  </a:lnTo>
                  <a:lnTo>
                    <a:pt x="850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1"/>
                  </a:lnTo>
                  <a:lnTo>
                    <a:pt x="1738" y="6257"/>
                  </a:lnTo>
                  <a:lnTo>
                    <a:pt x="2009" y="6372"/>
                  </a:lnTo>
                  <a:lnTo>
                    <a:pt x="2279" y="6450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50"/>
                  </a:lnTo>
                  <a:lnTo>
                    <a:pt x="3553" y="6372"/>
                  </a:lnTo>
                  <a:lnTo>
                    <a:pt x="3862" y="6257"/>
                  </a:lnTo>
                  <a:lnTo>
                    <a:pt x="4132" y="6141"/>
                  </a:lnTo>
                  <a:lnTo>
                    <a:pt x="4403" y="5986"/>
                  </a:lnTo>
                  <a:lnTo>
                    <a:pt x="4634" y="5793"/>
                  </a:lnTo>
                  <a:lnTo>
                    <a:pt x="4866" y="5600"/>
                  </a:lnTo>
                  <a:lnTo>
                    <a:pt x="5059" y="5368"/>
                  </a:lnTo>
                  <a:lnTo>
                    <a:pt x="5214" y="5137"/>
                  </a:lnTo>
                  <a:lnTo>
                    <a:pt x="5368" y="4866"/>
                  </a:lnTo>
                  <a:lnTo>
                    <a:pt x="5523" y="4635"/>
                  </a:lnTo>
                  <a:lnTo>
                    <a:pt x="5638" y="4326"/>
                  </a:lnTo>
                  <a:lnTo>
                    <a:pt x="5716" y="4056"/>
                  </a:lnTo>
                  <a:lnTo>
                    <a:pt x="5754" y="3747"/>
                  </a:lnTo>
                  <a:lnTo>
                    <a:pt x="5793" y="3438"/>
                  </a:lnTo>
                  <a:lnTo>
                    <a:pt x="5793" y="3129"/>
                  </a:lnTo>
                  <a:lnTo>
                    <a:pt x="5793" y="2858"/>
                  </a:lnTo>
                  <a:lnTo>
                    <a:pt x="5716" y="2550"/>
                  </a:lnTo>
                  <a:lnTo>
                    <a:pt x="5638" y="2241"/>
                  </a:lnTo>
                  <a:lnTo>
                    <a:pt x="5523" y="1932"/>
                  </a:lnTo>
                  <a:lnTo>
                    <a:pt x="5368" y="1661"/>
                  </a:lnTo>
                  <a:lnTo>
                    <a:pt x="5214" y="1391"/>
                  </a:lnTo>
                  <a:lnTo>
                    <a:pt x="5021" y="1159"/>
                  </a:lnTo>
                  <a:lnTo>
                    <a:pt x="4828" y="928"/>
                  </a:lnTo>
                  <a:lnTo>
                    <a:pt x="4596" y="735"/>
                  </a:lnTo>
                  <a:lnTo>
                    <a:pt x="4326" y="542"/>
                  </a:lnTo>
                  <a:lnTo>
                    <a:pt x="4094" y="387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20"/>
            <p:cNvSpPr/>
            <p:nvPr/>
          </p:nvSpPr>
          <p:spPr>
            <a:xfrm>
              <a:off x="6171275" y="3733550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3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20"/>
            <p:cNvSpPr/>
            <p:nvPr/>
          </p:nvSpPr>
          <p:spPr>
            <a:xfrm>
              <a:off x="6036125" y="3735475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8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5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3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6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8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6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9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5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9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6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20"/>
            <p:cNvSpPr/>
            <p:nvPr/>
          </p:nvSpPr>
          <p:spPr>
            <a:xfrm>
              <a:off x="2084875" y="3742225"/>
              <a:ext cx="66625" cy="99475"/>
            </a:xfrm>
            <a:custGeom>
              <a:avLst/>
              <a:gdLst/>
              <a:ahLst/>
              <a:cxnLst/>
              <a:rect l="l" t="t" r="r" b="b"/>
              <a:pathLst>
                <a:path w="2665" h="3979" extrusionOk="0">
                  <a:moveTo>
                    <a:pt x="850" y="1"/>
                  </a:moveTo>
                  <a:lnTo>
                    <a:pt x="502" y="155"/>
                  </a:lnTo>
                  <a:lnTo>
                    <a:pt x="618" y="233"/>
                  </a:lnTo>
                  <a:lnTo>
                    <a:pt x="464" y="619"/>
                  </a:lnTo>
                  <a:lnTo>
                    <a:pt x="271" y="1082"/>
                  </a:lnTo>
                  <a:lnTo>
                    <a:pt x="116" y="1623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74"/>
                  </a:lnTo>
                  <a:lnTo>
                    <a:pt x="77" y="3206"/>
                  </a:lnTo>
                  <a:lnTo>
                    <a:pt x="155" y="3399"/>
                  </a:lnTo>
                  <a:lnTo>
                    <a:pt x="309" y="3592"/>
                  </a:lnTo>
                  <a:lnTo>
                    <a:pt x="464" y="3747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78"/>
                  </a:lnTo>
                  <a:lnTo>
                    <a:pt x="1313" y="3940"/>
                  </a:lnTo>
                  <a:lnTo>
                    <a:pt x="1506" y="3824"/>
                  </a:lnTo>
                  <a:lnTo>
                    <a:pt x="1661" y="3708"/>
                  </a:lnTo>
                  <a:lnTo>
                    <a:pt x="1815" y="3515"/>
                  </a:lnTo>
                  <a:lnTo>
                    <a:pt x="1970" y="3322"/>
                  </a:lnTo>
                  <a:lnTo>
                    <a:pt x="2085" y="3090"/>
                  </a:lnTo>
                  <a:lnTo>
                    <a:pt x="2317" y="2550"/>
                  </a:lnTo>
                  <a:lnTo>
                    <a:pt x="2510" y="2009"/>
                  </a:lnTo>
                  <a:lnTo>
                    <a:pt x="2626" y="1507"/>
                  </a:lnTo>
                  <a:lnTo>
                    <a:pt x="2665" y="1082"/>
                  </a:lnTo>
                  <a:lnTo>
                    <a:pt x="2394" y="1044"/>
                  </a:lnTo>
                  <a:lnTo>
                    <a:pt x="2008" y="2048"/>
                  </a:lnTo>
                  <a:lnTo>
                    <a:pt x="1738" y="2704"/>
                  </a:lnTo>
                  <a:lnTo>
                    <a:pt x="1545" y="3052"/>
                  </a:lnTo>
                  <a:lnTo>
                    <a:pt x="1468" y="3206"/>
                  </a:lnTo>
                  <a:lnTo>
                    <a:pt x="1313" y="3322"/>
                  </a:lnTo>
                  <a:lnTo>
                    <a:pt x="1159" y="3322"/>
                  </a:lnTo>
                  <a:lnTo>
                    <a:pt x="966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936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79" y="2086"/>
                  </a:lnTo>
                  <a:lnTo>
                    <a:pt x="618" y="1623"/>
                  </a:lnTo>
                  <a:lnTo>
                    <a:pt x="734" y="1198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20"/>
            <p:cNvSpPr/>
            <p:nvPr/>
          </p:nvSpPr>
          <p:spPr>
            <a:xfrm>
              <a:off x="3315725" y="3754775"/>
              <a:ext cx="374575" cy="387150"/>
            </a:xfrm>
            <a:custGeom>
              <a:avLst/>
              <a:gdLst/>
              <a:ahLst/>
              <a:cxnLst/>
              <a:rect l="l" t="t" r="r" b="b"/>
              <a:pathLst>
                <a:path w="14983" h="15486" extrusionOk="0">
                  <a:moveTo>
                    <a:pt x="7453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44"/>
                  </a:lnTo>
                  <a:lnTo>
                    <a:pt x="10697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40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80" y="9230"/>
                  </a:lnTo>
                  <a:lnTo>
                    <a:pt x="4171" y="10041"/>
                  </a:lnTo>
                  <a:lnTo>
                    <a:pt x="3978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53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9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53" y="503"/>
                  </a:lnTo>
                  <a:close/>
                  <a:moveTo>
                    <a:pt x="11932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13" y="3206"/>
                  </a:lnTo>
                  <a:lnTo>
                    <a:pt x="13322" y="3669"/>
                  </a:lnTo>
                  <a:lnTo>
                    <a:pt x="13593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2"/>
                  </a:lnTo>
                  <a:lnTo>
                    <a:pt x="11392" y="7145"/>
                  </a:lnTo>
                  <a:lnTo>
                    <a:pt x="10658" y="7415"/>
                  </a:lnTo>
                  <a:lnTo>
                    <a:pt x="9924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8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8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2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1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7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30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42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19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1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286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39"/>
                  </a:lnTo>
                  <a:lnTo>
                    <a:pt x="3051" y="13477"/>
                  </a:lnTo>
                  <a:lnTo>
                    <a:pt x="2974" y="13516"/>
                  </a:lnTo>
                  <a:lnTo>
                    <a:pt x="3051" y="13362"/>
                  </a:lnTo>
                  <a:lnTo>
                    <a:pt x="3167" y="13207"/>
                  </a:lnTo>
                  <a:lnTo>
                    <a:pt x="3321" y="13130"/>
                  </a:lnTo>
                  <a:lnTo>
                    <a:pt x="3476" y="13014"/>
                  </a:lnTo>
                  <a:lnTo>
                    <a:pt x="3669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1" y="13362"/>
                  </a:lnTo>
                  <a:lnTo>
                    <a:pt x="11894" y="13477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11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7" y="12860"/>
                  </a:lnTo>
                  <a:close/>
                  <a:moveTo>
                    <a:pt x="7569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46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6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4" y="14520"/>
                  </a:lnTo>
                  <a:lnTo>
                    <a:pt x="4093" y="14597"/>
                  </a:lnTo>
                  <a:lnTo>
                    <a:pt x="4518" y="14829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60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9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2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4" y="233"/>
                  </a:lnTo>
                  <a:lnTo>
                    <a:pt x="8766" y="117"/>
                  </a:lnTo>
                  <a:lnTo>
                    <a:pt x="8187" y="40"/>
                  </a:lnTo>
                  <a:lnTo>
                    <a:pt x="756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20"/>
            <p:cNvSpPr/>
            <p:nvPr/>
          </p:nvSpPr>
          <p:spPr>
            <a:xfrm>
              <a:off x="514200" y="3860000"/>
              <a:ext cx="302200" cy="155450"/>
            </a:xfrm>
            <a:custGeom>
              <a:avLst/>
              <a:gdLst/>
              <a:ahLst/>
              <a:cxnLst/>
              <a:rect l="l" t="t" r="r" b="b"/>
              <a:pathLst>
                <a:path w="12088" h="6218" extrusionOk="0">
                  <a:moveTo>
                    <a:pt x="11740" y="1"/>
                  </a:moveTo>
                  <a:lnTo>
                    <a:pt x="11663" y="40"/>
                  </a:lnTo>
                  <a:lnTo>
                    <a:pt x="11585" y="78"/>
                  </a:lnTo>
                  <a:lnTo>
                    <a:pt x="11508" y="117"/>
                  </a:lnTo>
                  <a:lnTo>
                    <a:pt x="11469" y="233"/>
                  </a:lnTo>
                  <a:lnTo>
                    <a:pt x="11469" y="310"/>
                  </a:lnTo>
                  <a:lnTo>
                    <a:pt x="11508" y="426"/>
                  </a:lnTo>
                  <a:lnTo>
                    <a:pt x="11585" y="580"/>
                  </a:lnTo>
                  <a:lnTo>
                    <a:pt x="11624" y="773"/>
                  </a:lnTo>
                  <a:lnTo>
                    <a:pt x="11585" y="966"/>
                  </a:lnTo>
                  <a:lnTo>
                    <a:pt x="11508" y="1121"/>
                  </a:lnTo>
                  <a:lnTo>
                    <a:pt x="11392" y="1275"/>
                  </a:lnTo>
                  <a:lnTo>
                    <a:pt x="11276" y="1430"/>
                  </a:lnTo>
                  <a:lnTo>
                    <a:pt x="10929" y="1739"/>
                  </a:lnTo>
                  <a:lnTo>
                    <a:pt x="10504" y="2009"/>
                  </a:lnTo>
                  <a:lnTo>
                    <a:pt x="10079" y="2241"/>
                  </a:lnTo>
                  <a:lnTo>
                    <a:pt x="9423" y="2588"/>
                  </a:lnTo>
                  <a:lnTo>
                    <a:pt x="9037" y="2781"/>
                  </a:lnTo>
                  <a:lnTo>
                    <a:pt x="9037" y="2704"/>
                  </a:lnTo>
                  <a:lnTo>
                    <a:pt x="8960" y="2627"/>
                  </a:lnTo>
                  <a:lnTo>
                    <a:pt x="8496" y="2202"/>
                  </a:lnTo>
                  <a:lnTo>
                    <a:pt x="8110" y="1700"/>
                  </a:lnTo>
                  <a:lnTo>
                    <a:pt x="7840" y="1893"/>
                  </a:lnTo>
                  <a:lnTo>
                    <a:pt x="7994" y="2202"/>
                  </a:lnTo>
                  <a:lnTo>
                    <a:pt x="8187" y="2511"/>
                  </a:lnTo>
                  <a:lnTo>
                    <a:pt x="8419" y="2781"/>
                  </a:lnTo>
                  <a:lnTo>
                    <a:pt x="8651" y="2974"/>
                  </a:lnTo>
                  <a:lnTo>
                    <a:pt x="7608" y="3515"/>
                  </a:lnTo>
                  <a:lnTo>
                    <a:pt x="6565" y="3978"/>
                  </a:lnTo>
                  <a:lnTo>
                    <a:pt x="5252" y="4519"/>
                  </a:lnTo>
                  <a:lnTo>
                    <a:pt x="3940" y="4982"/>
                  </a:lnTo>
                  <a:lnTo>
                    <a:pt x="3669" y="5059"/>
                  </a:lnTo>
                  <a:lnTo>
                    <a:pt x="3708" y="4712"/>
                  </a:lnTo>
                  <a:lnTo>
                    <a:pt x="3631" y="4364"/>
                  </a:lnTo>
                  <a:lnTo>
                    <a:pt x="3515" y="4055"/>
                  </a:lnTo>
                  <a:lnTo>
                    <a:pt x="3322" y="3708"/>
                  </a:lnTo>
                  <a:lnTo>
                    <a:pt x="3013" y="3901"/>
                  </a:lnTo>
                  <a:lnTo>
                    <a:pt x="3129" y="4171"/>
                  </a:lnTo>
                  <a:lnTo>
                    <a:pt x="3206" y="4442"/>
                  </a:lnTo>
                  <a:lnTo>
                    <a:pt x="3245" y="4866"/>
                  </a:lnTo>
                  <a:lnTo>
                    <a:pt x="3245" y="5253"/>
                  </a:lnTo>
                  <a:lnTo>
                    <a:pt x="2356" y="5523"/>
                  </a:lnTo>
                  <a:lnTo>
                    <a:pt x="1893" y="5639"/>
                  </a:lnTo>
                  <a:lnTo>
                    <a:pt x="1430" y="5677"/>
                  </a:lnTo>
                  <a:lnTo>
                    <a:pt x="1043" y="5716"/>
                  </a:lnTo>
                  <a:lnTo>
                    <a:pt x="850" y="5716"/>
                  </a:lnTo>
                  <a:lnTo>
                    <a:pt x="696" y="5677"/>
                  </a:lnTo>
                  <a:lnTo>
                    <a:pt x="580" y="5600"/>
                  </a:lnTo>
                  <a:lnTo>
                    <a:pt x="464" y="5523"/>
                  </a:lnTo>
                  <a:lnTo>
                    <a:pt x="387" y="5407"/>
                  </a:lnTo>
                  <a:lnTo>
                    <a:pt x="348" y="5291"/>
                  </a:lnTo>
                  <a:lnTo>
                    <a:pt x="310" y="5214"/>
                  </a:lnTo>
                  <a:lnTo>
                    <a:pt x="271" y="5175"/>
                  </a:lnTo>
                  <a:lnTo>
                    <a:pt x="155" y="5137"/>
                  </a:lnTo>
                  <a:lnTo>
                    <a:pt x="78" y="5175"/>
                  </a:lnTo>
                  <a:lnTo>
                    <a:pt x="39" y="5214"/>
                  </a:lnTo>
                  <a:lnTo>
                    <a:pt x="1" y="5291"/>
                  </a:lnTo>
                  <a:lnTo>
                    <a:pt x="1" y="5446"/>
                  </a:lnTo>
                  <a:lnTo>
                    <a:pt x="39" y="5600"/>
                  </a:lnTo>
                  <a:lnTo>
                    <a:pt x="78" y="5755"/>
                  </a:lnTo>
                  <a:lnTo>
                    <a:pt x="155" y="5870"/>
                  </a:lnTo>
                  <a:lnTo>
                    <a:pt x="233" y="5948"/>
                  </a:lnTo>
                  <a:lnTo>
                    <a:pt x="310" y="6025"/>
                  </a:lnTo>
                  <a:lnTo>
                    <a:pt x="541" y="6141"/>
                  </a:lnTo>
                  <a:lnTo>
                    <a:pt x="812" y="6179"/>
                  </a:lnTo>
                  <a:lnTo>
                    <a:pt x="1121" y="6218"/>
                  </a:lnTo>
                  <a:lnTo>
                    <a:pt x="1430" y="6179"/>
                  </a:lnTo>
                  <a:lnTo>
                    <a:pt x="1700" y="6141"/>
                  </a:lnTo>
                  <a:lnTo>
                    <a:pt x="2897" y="5832"/>
                  </a:lnTo>
                  <a:lnTo>
                    <a:pt x="4094" y="5446"/>
                  </a:lnTo>
                  <a:lnTo>
                    <a:pt x="5291" y="5021"/>
                  </a:lnTo>
                  <a:lnTo>
                    <a:pt x="6450" y="4557"/>
                  </a:lnTo>
                  <a:lnTo>
                    <a:pt x="7531" y="4094"/>
                  </a:lnTo>
                  <a:lnTo>
                    <a:pt x="8573" y="3592"/>
                  </a:lnTo>
                  <a:lnTo>
                    <a:pt x="9616" y="3052"/>
                  </a:lnTo>
                  <a:lnTo>
                    <a:pt x="10620" y="2472"/>
                  </a:lnTo>
                  <a:lnTo>
                    <a:pt x="10929" y="2279"/>
                  </a:lnTo>
                  <a:lnTo>
                    <a:pt x="11276" y="2048"/>
                  </a:lnTo>
                  <a:lnTo>
                    <a:pt x="11547" y="1777"/>
                  </a:lnTo>
                  <a:lnTo>
                    <a:pt x="11817" y="1507"/>
                  </a:lnTo>
                  <a:lnTo>
                    <a:pt x="12010" y="1198"/>
                  </a:lnTo>
                  <a:lnTo>
                    <a:pt x="12049" y="1044"/>
                  </a:lnTo>
                  <a:lnTo>
                    <a:pt x="12087" y="889"/>
                  </a:lnTo>
                  <a:lnTo>
                    <a:pt x="12087" y="696"/>
                  </a:lnTo>
                  <a:lnTo>
                    <a:pt x="12049" y="503"/>
                  </a:lnTo>
                  <a:lnTo>
                    <a:pt x="12010" y="310"/>
                  </a:lnTo>
                  <a:lnTo>
                    <a:pt x="11894" y="117"/>
                  </a:lnTo>
                  <a:lnTo>
                    <a:pt x="11817" y="40"/>
                  </a:lnTo>
                  <a:lnTo>
                    <a:pt x="1174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20"/>
            <p:cNvSpPr/>
            <p:nvPr/>
          </p:nvSpPr>
          <p:spPr>
            <a:xfrm>
              <a:off x="6274575" y="3873525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20"/>
            <p:cNvSpPr/>
            <p:nvPr/>
          </p:nvSpPr>
          <p:spPr>
            <a:xfrm>
              <a:off x="6223425" y="3874500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20"/>
            <p:cNvSpPr/>
            <p:nvPr/>
          </p:nvSpPr>
          <p:spPr>
            <a:xfrm>
              <a:off x="1572250" y="3880275"/>
              <a:ext cx="267450" cy="210475"/>
            </a:xfrm>
            <a:custGeom>
              <a:avLst/>
              <a:gdLst/>
              <a:ahLst/>
              <a:cxnLst/>
              <a:rect l="l" t="t" r="r" b="b"/>
              <a:pathLst>
                <a:path w="10698" h="8419" extrusionOk="0">
                  <a:moveTo>
                    <a:pt x="155" y="1"/>
                  </a:moveTo>
                  <a:lnTo>
                    <a:pt x="1" y="233"/>
                  </a:lnTo>
                  <a:lnTo>
                    <a:pt x="1391" y="1314"/>
                  </a:lnTo>
                  <a:lnTo>
                    <a:pt x="2781" y="2395"/>
                  </a:lnTo>
                  <a:lnTo>
                    <a:pt x="4210" y="3476"/>
                  </a:lnTo>
                  <a:lnTo>
                    <a:pt x="5600" y="4596"/>
                  </a:lnTo>
                  <a:lnTo>
                    <a:pt x="6951" y="5677"/>
                  </a:lnTo>
                  <a:lnTo>
                    <a:pt x="8303" y="6797"/>
                  </a:lnTo>
                  <a:lnTo>
                    <a:pt x="9616" y="7917"/>
                  </a:lnTo>
                  <a:lnTo>
                    <a:pt x="9963" y="8226"/>
                  </a:lnTo>
                  <a:lnTo>
                    <a:pt x="10118" y="8342"/>
                  </a:lnTo>
                  <a:lnTo>
                    <a:pt x="10311" y="8419"/>
                  </a:lnTo>
                  <a:lnTo>
                    <a:pt x="10658" y="8380"/>
                  </a:lnTo>
                  <a:lnTo>
                    <a:pt x="10697" y="8264"/>
                  </a:lnTo>
                  <a:lnTo>
                    <a:pt x="10697" y="8149"/>
                  </a:lnTo>
                  <a:lnTo>
                    <a:pt x="10658" y="8033"/>
                  </a:lnTo>
                  <a:lnTo>
                    <a:pt x="10658" y="7994"/>
                  </a:lnTo>
                  <a:lnTo>
                    <a:pt x="10311" y="7917"/>
                  </a:lnTo>
                  <a:lnTo>
                    <a:pt x="10002" y="6952"/>
                  </a:lnTo>
                  <a:lnTo>
                    <a:pt x="9654" y="5986"/>
                  </a:lnTo>
                  <a:lnTo>
                    <a:pt x="8882" y="4094"/>
                  </a:lnTo>
                  <a:lnTo>
                    <a:pt x="8380" y="2781"/>
                  </a:lnTo>
                  <a:lnTo>
                    <a:pt x="7994" y="2936"/>
                  </a:lnTo>
                  <a:lnTo>
                    <a:pt x="8419" y="3940"/>
                  </a:lnTo>
                  <a:lnTo>
                    <a:pt x="9037" y="5677"/>
                  </a:lnTo>
                  <a:lnTo>
                    <a:pt x="9346" y="6565"/>
                  </a:lnTo>
                  <a:lnTo>
                    <a:pt x="9654" y="7415"/>
                  </a:lnTo>
                  <a:lnTo>
                    <a:pt x="9230" y="7029"/>
                  </a:lnTo>
                  <a:lnTo>
                    <a:pt x="7994" y="5986"/>
                  </a:lnTo>
                  <a:lnTo>
                    <a:pt x="6720" y="4905"/>
                  </a:lnTo>
                  <a:lnTo>
                    <a:pt x="5407" y="3862"/>
                  </a:lnTo>
                  <a:lnTo>
                    <a:pt x="4133" y="2858"/>
                  </a:lnTo>
                  <a:lnTo>
                    <a:pt x="2820" y="1854"/>
                  </a:lnTo>
                  <a:lnTo>
                    <a:pt x="1507" y="928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20"/>
            <p:cNvSpPr/>
            <p:nvPr/>
          </p:nvSpPr>
          <p:spPr>
            <a:xfrm>
              <a:off x="4538850" y="3913100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3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3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6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1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0"/>
                  </a:lnTo>
                  <a:lnTo>
                    <a:pt x="9268" y="8921"/>
                  </a:lnTo>
                  <a:lnTo>
                    <a:pt x="9036" y="9152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2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6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4"/>
                  </a:lnTo>
                  <a:lnTo>
                    <a:pt x="695" y="734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1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3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5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49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2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4"/>
                  </a:lnTo>
                  <a:lnTo>
                    <a:pt x="7762" y="9654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8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5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7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1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39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3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6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20"/>
            <p:cNvSpPr/>
            <p:nvPr/>
          </p:nvSpPr>
          <p:spPr>
            <a:xfrm>
              <a:off x="6161625" y="3921800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5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3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3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20"/>
            <p:cNvSpPr/>
            <p:nvPr/>
          </p:nvSpPr>
          <p:spPr>
            <a:xfrm>
              <a:off x="7032400" y="3923725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6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8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6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20"/>
            <p:cNvSpPr/>
            <p:nvPr/>
          </p:nvSpPr>
          <p:spPr>
            <a:xfrm>
              <a:off x="6167425" y="3927575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1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20"/>
            <p:cNvSpPr/>
            <p:nvPr/>
          </p:nvSpPr>
          <p:spPr>
            <a:xfrm>
              <a:off x="1394625" y="3943025"/>
              <a:ext cx="74350" cy="103325"/>
            </a:xfrm>
            <a:custGeom>
              <a:avLst/>
              <a:gdLst/>
              <a:ahLst/>
              <a:cxnLst/>
              <a:rect l="l" t="t" r="r" b="b"/>
              <a:pathLst>
                <a:path w="2974" h="4133" extrusionOk="0">
                  <a:moveTo>
                    <a:pt x="116" y="1"/>
                  </a:moveTo>
                  <a:lnTo>
                    <a:pt x="1" y="39"/>
                  </a:lnTo>
                  <a:lnTo>
                    <a:pt x="1" y="78"/>
                  </a:lnTo>
                  <a:lnTo>
                    <a:pt x="271" y="928"/>
                  </a:lnTo>
                  <a:lnTo>
                    <a:pt x="580" y="1738"/>
                  </a:lnTo>
                  <a:lnTo>
                    <a:pt x="927" y="2549"/>
                  </a:lnTo>
                  <a:lnTo>
                    <a:pt x="1275" y="3283"/>
                  </a:lnTo>
                  <a:lnTo>
                    <a:pt x="1507" y="3669"/>
                  </a:lnTo>
                  <a:lnTo>
                    <a:pt x="1661" y="3824"/>
                  </a:lnTo>
                  <a:lnTo>
                    <a:pt x="1854" y="3978"/>
                  </a:lnTo>
                  <a:lnTo>
                    <a:pt x="2009" y="4055"/>
                  </a:lnTo>
                  <a:lnTo>
                    <a:pt x="2240" y="4133"/>
                  </a:lnTo>
                  <a:lnTo>
                    <a:pt x="2433" y="4094"/>
                  </a:lnTo>
                  <a:lnTo>
                    <a:pt x="2665" y="4017"/>
                  </a:lnTo>
                  <a:lnTo>
                    <a:pt x="2781" y="3862"/>
                  </a:lnTo>
                  <a:lnTo>
                    <a:pt x="2897" y="3708"/>
                  </a:lnTo>
                  <a:lnTo>
                    <a:pt x="2935" y="3515"/>
                  </a:lnTo>
                  <a:lnTo>
                    <a:pt x="2974" y="3360"/>
                  </a:lnTo>
                  <a:lnTo>
                    <a:pt x="2935" y="3129"/>
                  </a:lnTo>
                  <a:lnTo>
                    <a:pt x="2897" y="2936"/>
                  </a:lnTo>
                  <a:lnTo>
                    <a:pt x="2819" y="2588"/>
                  </a:lnTo>
                  <a:lnTo>
                    <a:pt x="2588" y="2627"/>
                  </a:lnTo>
                  <a:lnTo>
                    <a:pt x="2665" y="2974"/>
                  </a:lnTo>
                  <a:lnTo>
                    <a:pt x="2704" y="3129"/>
                  </a:lnTo>
                  <a:lnTo>
                    <a:pt x="2665" y="3283"/>
                  </a:lnTo>
                  <a:lnTo>
                    <a:pt x="2433" y="3399"/>
                  </a:lnTo>
                  <a:lnTo>
                    <a:pt x="2202" y="3476"/>
                  </a:lnTo>
                  <a:lnTo>
                    <a:pt x="2009" y="3515"/>
                  </a:lnTo>
                  <a:lnTo>
                    <a:pt x="1854" y="3476"/>
                  </a:lnTo>
                  <a:lnTo>
                    <a:pt x="1700" y="3438"/>
                  </a:lnTo>
                  <a:lnTo>
                    <a:pt x="1584" y="3322"/>
                  </a:lnTo>
                  <a:lnTo>
                    <a:pt x="1507" y="3167"/>
                  </a:lnTo>
                  <a:lnTo>
                    <a:pt x="1468" y="2974"/>
                  </a:lnTo>
                  <a:lnTo>
                    <a:pt x="1352" y="2704"/>
                  </a:lnTo>
                  <a:lnTo>
                    <a:pt x="889" y="1623"/>
                  </a:lnTo>
                  <a:lnTo>
                    <a:pt x="541" y="812"/>
                  </a:lnTo>
                  <a:lnTo>
                    <a:pt x="348" y="426"/>
                  </a:lnTo>
                  <a:lnTo>
                    <a:pt x="155" y="39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20"/>
            <p:cNvSpPr/>
            <p:nvPr/>
          </p:nvSpPr>
          <p:spPr>
            <a:xfrm>
              <a:off x="2923775" y="3946900"/>
              <a:ext cx="335975" cy="782925"/>
            </a:xfrm>
            <a:custGeom>
              <a:avLst/>
              <a:gdLst/>
              <a:ahLst/>
              <a:cxnLst/>
              <a:rect l="l" t="t" r="r" b="b"/>
              <a:pathLst>
                <a:path w="13439" h="31317" extrusionOk="0">
                  <a:moveTo>
                    <a:pt x="6488" y="386"/>
                  </a:moveTo>
                  <a:lnTo>
                    <a:pt x="6526" y="464"/>
                  </a:lnTo>
                  <a:lnTo>
                    <a:pt x="7144" y="2008"/>
                  </a:lnTo>
                  <a:lnTo>
                    <a:pt x="7685" y="3553"/>
                  </a:lnTo>
                  <a:lnTo>
                    <a:pt x="8226" y="5136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1"/>
                  </a:lnTo>
                  <a:lnTo>
                    <a:pt x="7530" y="7337"/>
                  </a:lnTo>
                  <a:lnTo>
                    <a:pt x="7222" y="7453"/>
                  </a:lnTo>
                  <a:lnTo>
                    <a:pt x="6913" y="7530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0"/>
                  </a:lnTo>
                  <a:lnTo>
                    <a:pt x="5522" y="7492"/>
                  </a:lnTo>
                  <a:lnTo>
                    <a:pt x="4866" y="7337"/>
                  </a:lnTo>
                  <a:lnTo>
                    <a:pt x="4210" y="7105"/>
                  </a:lnTo>
                  <a:lnTo>
                    <a:pt x="3592" y="6874"/>
                  </a:lnTo>
                  <a:lnTo>
                    <a:pt x="3862" y="6024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3"/>
                  </a:lnTo>
                  <a:lnTo>
                    <a:pt x="5214" y="2742"/>
                  </a:lnTo>
                  <a:lnTo>
                    <a:pt x="5600" y="1931"/>
                  </a:lnTo>
                  <a:lnTo>
                    <a:pt x="6024" y="1159"/>
                  </a:lnTo>
                  <a:lnTo>
                    <a:pt x="6488" y="386"/>
                  </a:lnTo>
                  <a:close/>
                  <a:moveTo>
                    <a:pt x="8805" y="7028"/>
                  </a:moveTo>
                  <a:lnTo>
                    <a:pt x="9230" y="8418"/>
                  </a:lnTo>
                  <a:lnTo>
                    <a:pt x="9577" y="9847"/>
                  </a:lnTo>
                  <a:lnTo>
                    <a:pt x="9847" y="11083"/>
                  </a:lnTo>
                  <a:lnTo>
                    <a:pt x="10079" y="12357"/>
                  </a:lnTo>
                  <a:lnTo>
                    <a:pt x="10233" y="13631"/>
                  </a:lnTo>
                  <a:lnTo>
                    <a:pt x="10388" y="14906"/>
                  </a:lnTo>
                  <a:lnTo>
                    <a:pt x="10465" y="16180"/>
                  </a:lnTo>
                  <a:lnTo>
                    <a:pt x="10504" y="16836"/>
                  </a:lnTo>
                  <a:lnTo>
                    <a:pt x="10504" y="17493"/>
                  </a:lnTo>
                  <a:lnTo>
                    <a:pt x="10504" y="18188"/>
                  </a:lnTo>
                  <a:lnTo>
                    <a:pt x="10427" y="18844"/>
                  </a:lnTo>
                  <a:lnTo>
                    <a:pt x="10311" y="19462"/>
                  </a:lnTo>
                  <a:lnTo>
                    <a:pt x="10118" y="20080"/>
                  </a:lnTo>
                  <a:lnTo>
                    <a:pt x="9886" y="20659"/>
                  </a:lnTo>
                  <a:lnTo>
                    <a:pt x="9538" y="21161"/>
                  </a:lnTo>
                  <a:lnTo>
                    <a:pt x="9384" y="21393"/>
                  </a:lnTo>
                  <a:lnTo>
                    <a:pt x="9152" y="21586"/>
                  </a:lnTo>
                  <a:lnTo>
                    <a:pt x="8959" y="21779"/>
                  </a:lnTo>
                  <a:lnTo>
                    <a:pt x="8728" y="21972"/>
                  </a:lnTo>
                  <a:lnTo>
                    <a:pt x="8496" y="22127"/>
                  </a:lnTo>
                  <a:lnTo>
                    <a:pt x="8226" y="22242"/>
                  </a:lnTo>
                  <a:lnTo>
                    <a:pt x="7955" y="22358"/>
                  </a:lnTo>
                  <a:lnTo>
                    <a:pt x="7685" y="22435"/>
                  </a:lnTo>
                  <a:lnTo>
                    <a:pt x="7415" y="22474"/>
                  </a:lnTo>
                  <a:lnTo>
                    <a:pt x="6797" y="22474"/>
                  </a:lnTo>
                  <a:lnTo>
                    <a:pt x="6488" y="22435"/>
                  </a:lnTo>
                  <a:lnTo>
                    <a:pt x="5909" y="22281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4"/>
                  </a:lnTo>
                  <a:lnTo>
                    <a:pt x="4094" y="20929"/>
                  </a:lnTo>
                  <a:lnTo>
                    <a:pt x="3785" y="20466"/>
                  </a:lnTo>
                  <a:lnTo>
                    <a:pt x="3476" y="19964"/>
                  </a:lnTo>
                  <a:lnTo>
                    <a:pt x="3244" y="19424"/>
                  </a:lnTo>
                  <a:lnTo>
                    <a:pt x="3051" y="18883"/>
                  </a:lnTo>
                  <a:lnTo>
                    <a:pt x="2897" y="18342"/>
                  </a:lnTo>
                  <a:lnTo>
                    <a:pt x="2781" y="17802"/>
                  </a:lnTo>
                  <a:lnTo>
                    <a:pt x="2704" y="17222"/>
                  </a:lnTo>
                  <a:lnTo>
                    <a:pt x="2588" y="16103"/>
                  </a:lnTo>
                  <a:lnTo>
                    <a:pt x="2511" y="14944"/>
                  </a:lnTo>
                  <a:lnTo>
                    <a:pt x="2511" y="13747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2"/>
                  </a:lnTo>
                  <a:lnTo>
                    <a:pt x="3128" y="8689"/>
                  </a:lnTo>
                  <a:lnTo>
                    <a:pt x="3283" y="7916"/>
                  </a:lnTo>
                  <a:lnTo>
                    <a:pt x="3515" y="7183"/>
                  </a:lnTo>
                  <a:lnTo>
                    <a:pt x="4132" y="7453"/>
                  </a:lnTo>
                  <a:lnTo>
                    <a:pt x="4827" y="7685"/>
                  </a:lnTo>
                  <a:lnTo>
                    <a:pt x="5522" y="7839"/>
                  </a:lnTo>
                  <a:lnTo>
                    <a:pt x="5909" y="7916"/>
                  </a:lnTo>
                  <a:lnTo>
                    <a:pt x="6256" y="7916"/>
                  </a:lnTo>
                  <a:lnTo>
                    <a:pt x="6604" y="7955"/>
                  </a:lnTo>
                  <a:lnTo>
                    <a:pt x="6990" y="7916"/>
                  </a:lnTo>
                  <a:lnTo>
                    <a:pt x="7299" y="7878"/>
                  </a:lnTo>
                  <a:lnTo>
                    <a:pt x="7646" y="7762"/>
                  </a:lnTo>
                  <a:lnTo>
                    <a:pt x="7955" y="7646"/>
                  </a:lnTo>
                  <a:lnTo>
                    <a:pt x="8264" y="7492"/>
                  </a:lnTo>
                  <a:lnTo>
                    <a:pt x="8573" y="7260"/>
                  </a:lnTo>
                  <a:lnTo>
                    <a:pt x="8805" y="7028"/>
                  </a:lnTo>
                  <a:close/>
                  <a:moveTo>
                    <a:pt x="8650" y="22474"/>
                  </a:moveTo>
                  <a:lnTo>
                    <a:pt x="8766" y="22822"/>
                  </a:lnTo>
                  <a:lnTo>
                    <a:pt x="8921" y="23169"/>
                  </a:lnTo>
                  <a:lnTo>
                    <a:pt x="8496" y="23401"/>
                  </a:lnTo>
                  <a:lnTo>
                    <a:pt x="8071" y="23555"/>
                  </a:lnTo>
                  <a:lnTo>
                    <a:pt x="7608" y="23633"/>
                  </a:lnTo>
                  <a:lnTo>
                    <a:pt x="7144" y="23671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2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4"/>
                  </a:lnTo>
                  <a:lnTo>
                    <a:pt x="5870" y="22629"/>
                  </a:lnTo>
                  <a:lnTo>
                    <a:pt x="6256" y="22783"/>
                  </a:lnTo>
                  <a:lnTo>
                    <a:pt x="6681" y="22860"/>
                  </a:lnTo>
                  <a:lnTo>
                    <a:pt x="7067" y="22899"/>
                  </a:lnTo>
                  <a:lnTo>
                    <a:pt x="7453" y="22860"/>
                  </a:lnTo>
                  <a:lnTo>
                    <a:pt x="7878" y="22822"/>
                  </a:lnTo>
                  <a:lnTo>
                    <a:pt x="8264" y="22667"/>
                  </a:lnTo>
                  <a:lnTo>
                    <a:pt x="8650" y="22474"/>
                  </a:lnTo>
                  <a:close/>
                  <a:moveTo>
                    <a:pt x="10890" y="16798"/>
                  </a:moveTo>
                  <a:lnTo>
                    <a:pt x="11392" y="17261"/>
                  </a:lnTo>
                  <a:lnTo>
                    <a:pt x="11933" y="17647"/>
                  </a:lnTo>
                  <a:lnTo>
                    <a:pt x="12512" y="18033"/>
                  </a:lnTo>
                  <a:lnTo>
                    <a:pt x="13091" y="18342"/>
                  </a:lnTo>
                  <a:lnTo>
                    <a:pt x="12937" y="19771"/>
                  </a:lnTo>
                  <a:lnTo>
                    <a:pt x="12821" y="21238"/>
                  </a:lnTo>
                  <a:lnTo>
                    <a:pt x="12705" y="24212"/>
                  </a:lnTo>
                  <a:lnTo>
                    <a:pt x="11894" y="23594"/>
                  </a:lnTo>
                  <a:lnTo>
                    <a:pt x="11044" y="23015"/>
                  </a:lnTo>
                  <a:lnTo>
                    <a:pt x="10813" y="22860"/>
                  </a:lnTo>
                  <a:lnTo>
                    <a:pt x="10620" y="22667"/>
                  </a:lnTo>
                  <a:lnTo>
                    <a:pt x="10581" y="22590"/>
                  </a:lnTo>
                  <a:lnTo>
                    <a:pt x="10542" y="22435"/>
                  </a:lnTo>
                  <a:lnTo>
                    <a:pt x="10542" y="22127"/>
                  </a:lnTo>
                  <a:lnTo>
                    <a:pt x="10542" y="21393"/>
                  </a:lnTo>
                  <a:lnTo>
                    <a:pt x="10504" y="20659"/>
                  </a:lnTo>
                  <a:lnTo>
                    <a:pt x="10504" y="20582"/>
                  </a:lnTo>
                  <a:lnTo>
                    <a:pt x="10465" y="20543"/>
                  </a:lnTo>
                  <a:lnTo>
                    <a:pt x="10388" y="20466"/>
                  </a:lnTo>
                  <a:lnTo>
                    <a:pt x="10542" y="19964"/>
                  </a:lnTo>
                  <a:lnTo>
                    <a:pt x="10697" y="19424"/>
                  </a:lnTo>
                  <a:lnTo>
                    <a:pt x="10774" y="18883"/>
                  </a:lnTo>
                  <a:lnTo>
                    <a:pt x="10851" y="18304"/>
                  </a:lnTo>
                  <a:lnTo>
                    <a:pt x="10890" y="17570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4"/>
                  </a:lnTo>
                  <a:lnTo>
                    <a:pt x="6140" y="23826"/>
                  </a:lnTo>
                  <a:lnTo>
                    <a:pt x="6642" y="23941"/>
                  </a:lnTo>
                  <a:lnTo>
                    <a:pt x="7144" y="23980"/>
                  </a:lnTo>
                  <a:lnTo>
                    <a:pt x="7646" y="23980"/>
                  </a:lnTo>
                  <a:lnTo>
                    <a:pt x="8148" y="23864"/>
                  </a:lnTo>
                  <a:lnTo>
                    <a:pt x="8612" y="23710"/>
                  </a:lnTo>
                  <a:lnTo>
                    <a:pt x="9075" y="23439"/>
                  </a:lnTo>
                  <a:lnTo>
                    <a:pt x="9384" y="23903"/>
                  </a:lnTo>
                  <a:lnTo>
                    <a:pt x="8843" y="24173"/>
                  </a:lnTo>
                  <a:lnTo>
                    <a:pt x="8303" y="24366"/>
                  </a:lnTo>
                  <a:lnTo>
                    <a:pt x="7762" y="24482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3"/>
                  </a:lnTo>
                  <a:lnTo>
                    <a:pt x="5561" y="24289"/>
                  </a:lnTo>
                  <a:lnTo>
                    <a:pt x="4982" y="24096"/>
                  </a:lnTo>
                  <a:lnTo>
                    <a:pt x="5059" y="23903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7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2"/>
                  </a:lnTo>
                  <a:lnTo>
                    <a:pt x="2974" y="19771"/>
                  </a:lnTo>
                  <a:lnTo>
                    <a:pt x="3244" y="20312"/>
                  </a:lnTo>
                  <a:lnTo>
                    <a:pt x="3244" y="20350"/>
                  </a:lnTo>
                  <a:lnTo>
                    <a:pt x="3206" y="21200"/>
                  </a:lnTo>
                  <a:lnTo>
                    <a:pt x="3244" y="22049"/>
                  </a:lnTo>
                  <a:lnTo>
                    <a:pt x="3283" y="22358"/>
                  </a:lnTo>
                  <a:lnTo>
                    <a:pt x="3321" y="22706"/>
                  </a:lnTo>
                  <a:lnTo>
                    <a:pt x="3321" y="23053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8"/>
                  </a:lnTo>
                  <a:lnTo>
                    <a:pt x="3051" y="23633"/>
                  </a:lnTo>
                  <a:lnTo>
                    <a:pt x="2704" y="23903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5"/>
                  </a:lnTo>
                  <a:lnTo>
                    <a:pt x="850" y="23941"/>
                  </a:lnTo>
                  <a:lnTo>
                    <a:pt x="811" y="23169"/>
                  </a:lnTo>
                  <a:lnTo>
                    <a:pt x="773" y="22435"/>
                  </a:lnTo>
                  <a:lnTo>
                    <a:pt x="657" y="21238"/>
                  </a:lnTo>
                  <a:lnTo>
                    <a:pt x="503" y="20466"/>
                  </a:lnTo>
                  <a:lnTo>
                    <a:pt x="425" y="20080"/>
                  </a:lnTo>
                  <a:lnTo>
                    <a:pt x="464" y="19694"/>
                  </a:lnTo>
                  <a:lnTo>
                    <a:pt x="503" y="19655"/>
                  </a:lnTo>
                  <a:lnTo>
                    <a:pt x="541" y="19578"/>
                  </a:lnTo>
                  <a:lnTo>
                    <a:pt x="541" y="19539"/>
                  </a:lnTo>
                  <a:lnTo>
                    <a:pt x="541" y="19462"/>
                  </a:lnTo>
                  <a:lnTo>
                    <a:pt x="1429" y="18420"/>
                  </a:lnTo>
                  <a:lnTo>
                    <a:pt x="2356" y="17377"/>
                  </a:lnTo>
                  <a:close/>
                  <a:moveTo>
                    <a:pt x="8148" y="24830"/>
                  </a:moveTo>
                  <a:lnTo>
                    <a:pt x="8148" y="25061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7"/>
                  </a:lnTo>
                  <a:lnTo>
                    <a:pt x="7878" y="25216"/>
                  </a:lnTo>
                  <a:lnTo>
                    <a:pt x="7839" y="25293"/>
                  </a:lnTo>
                  <a:lnTo>
                    <a:pt x="7839" y="25370"/>
                  </a:lnTo>
                  <a:lnTo>
                    <a:pt x="7994" y="25872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59"/>
                  </a:lnTo>
                  <a:lnTo>
                    <a:pt x="8148" y="28961"/>
                  </a:lnTo>
                  <a:lnTo>
                    <a:pt x="8071" y="29502"/>
                  </a:lnTo>
                  <a:lnTo>
                    <a:pt x="7762" y="29193"/>
                  </a:lnTo>
                  <a:lnTo>
                    <a:pt x="7453" y="28884"/>
                  </a:lnTo>
                  <a:lnTo>
                    <a:pt x="7260" y="28537"/>
                  </a:lnTo>
                  <a:lnTo>
                    <a:pt x="7067" y="28189"/>
                  </a:lnTo>
                  <a:lnTo>
                    <a:pt x="6951" y="27803"/>
                  </a:lnTo>
                  <a:lnTo>
                    <a:pt x="6874" y="27417"/>
                  </a:lnTo>
                  <a:lnTo>
                    <a:pt x="6835" y="26953"/>
                  </a:lnTo>
                  <a:lnTo>
                    <a:pt x="6835" y="26490"/>
                  </a:lnTo>
                  <a:lnTo>
                    <a:pt x="6874" y="26104"/>
                  </a:lnTo>
                  <a:lnTo>
                    <a:pt x="6874" y="25756"/>
                  </a:lnTo>
                  <a:lnTo>
                    <a:pt x="6835" y="25602"/>
                  </a:lnTo>
                  <a:lnTo>
                    <a:pt x="6758" y="25486"/>
                  </a:lnTo>
                  <a:lnTo>
                    <a:pt x="6642" y="25370"/>
                  </a:lnTo>
                  <a:lnTo>
                    <a:pt x="6488" y="25293"/>
                  </a:lnTo>
                  <a:lnTo>
                    <a:pt x="6604" y="25100"/>
                  </a:lnTo>
                  <a:lnTo>
                    <a:pt x="6720" y="24984"/>
                  </a:lnTo>
                  <a:lnTo>
                    <a:pt x="7106" y="24984"/>
                  </a:lnTo>
                  <a:lnTo>
                    <a:pt x="7453" y="24945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4"/>
                  </a:lnTo>
                  <a:lnTo>
                    <a:pt x="9500" y="25409"/>
                  </a:lnTo>
                  <a:lnTo>
                    <a:pt x="9809" y="25795"/>
                  </a:lnTo>
                  <a:lnTo>
                    <a:pt x="10118" y="26258"/>
                  </a:lnTo>
                  <a:lnTo>
                    <a:pt x="9847" y="26220"/>
                  </a:lnTo>
                  <a:lnTo>
                    <a:pt x="9616" y="26104"/>
                  </a:lnTo>
                  <a:lnTo>
                    <a:pt x="9423" y="25949"/>
                  </a:lnTo>
                  <a:lnTo>
                    <a:pt x="9230" y="25756"/>
                  </a:lnTo>
                  <a:lnTo>
                    <a:pt x="9191" y="25679"/>
                  </a:lnTo>
                  <a:lnTo>
                    <a:pt x="8998" y="25679"/>
                  </a:lnTo>
                  <a:lnTo>
                    <a:pt x="8959" y="25718"/>
                  </a:lnTo>
                  <a:lnTo>
                    <a:pt x="8921" y="25795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0"/>
                  </a:lnTo>
                  <a:lnTo>
                    <a:pt x="9423" y="27069"/>
                  </a:lnTo>
                  <a:lnTo>
                    <a:pt x="9500" y="27378"/>
                  </a:lnTo>
                  <a:lnTo>
                    <a:pt x="9538" y="27687"/>
                  </a:lnTo>
                  <a:lnTo>
                    <a:pt x="9538" y="27996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79"/>
                  </a:lnTo>
                  <a:lnTo>
                    <a:pt x="9230" y="29888"/>
                  </a:lnTo>
                  <a:lnTo>
                    <a:pt x="9075" y="30158"/>
                  </a:lnTo>
                  <a:lnTo>
                    <a:pt x="8921" y="30429"/>
                  </a:lnTo>
                  <a:lnTo>
                    <a:pt x="8728" y="30660"/>
                  </a:lnTo>
                  <a:lnTo>
                    <a:pt x="8534" y="30776"/>
                  </a:lnTo>
                  <a:lnTo>
                    <a:pt x="8341" y="30853"/>
                  </a:lnTo>
                  <a:lnTo>
                    <a:pt x="8187" y="30853"/>
                  </a:lnTo>
                  <a:lnTo>
                    <a:pt x="7994" y="30776"/>
                  </a:lnTo>
                  <a:lnTo>
                    <a:pt x="7839" y="30699"/>
                  </a:lnTo>
                  <a:lnTo>
                    <a:pt x="7685" y="30583"/>
                  </a:lnTo>
                  <a:lnTo>
                    <a:pt x="7376" y="30274"/>
                  </a:lnTo>
                  <a:lnTo>
                    <a:pt x="6874" y="29772"/>
                  </a:lnTo>
                  <a:lnTo>
                    <a:pt x="6681" y="29502"/>
                  </a:lnTo>
                  <a:lnTo>
                    <a:pt x="6488" y="29193"/>
                  </a:lnTo>
                  <a:lnTo>
                    <a:pt x="6295" y="28846"/>
                  </a:lnTo>
                  <a:lnTo>
                    <a:pt x="6102" y="28459"/>
                  </a:lnTo>
                  <a:lnTo>
                    <a:pt x="5986" y="28073"/>
                  </a:lnTo>
                  <a:lnTo>
                    <a:pt x="5909" y="27687"/>
                  </a:lnTo>
                  <a:lnTo>
                    <a:pt x="5870" y="27262"/>
                  </a:lnTo>
                  <a:lnTo>
                    <a:pt x="5870" y="26876"/>
                  </a:lnTo>
                  <a:lnTo>
                    <a:pt x="5909" y="26490"/>
                  </a:lnTo>
                  <a:lnTo>
                    <a:pt x="6024" y="26065"/>
                  </a:lnTo>
                  <a:lnTo>
                    <a:pt x="6024" y="25949"/>
                  </a:lnTo>
                  <a:lnTo>
                    <a:pt x="5947" y="25911"/>
                  </a:lnTo>
                  <a:lnTo>
                    <a:pt x="5870" y="25872"/>
                  </a:lnTo>
                  <a:lnTo>
                    <a:pt x="5793" y="25872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7"/>
                  </a:lnTo>
                  <a:lnTo>
                    <a:pt x="5445" y="25100"/>
                  </a:lnTo>
                  <a:lnTo>
                    <a:pt x="5716" y="24752"/>
                  </a:lnTo>
                  <a:lnTo>
                    <a:pt x="6102" y="24868"/>
                  </a:lnTo>
                  <a:lnTo>
                    <a:pt x="6488" y="24945"/>
                  </a:lnTo>
                  <a:lnTo>
                    <a:pt x="6333" y="25100"/>
                  </a:lnTo>
                  <a:lnTo>
                    <a:pt x="6179" y="25293"/>
                  </a:lnTo>
                  <a:lnTo>
                    <a:pt x="6179" y="25370"/>
                  </a:lnTo>
                  <a:lnTo>
                    <a:pt x="6179" y="25447"/>
                  </a:lnTo>
                  <a:lnTo>
                    <a:pt x="6256" y="25486"/>
                  </a:lnTo>
                  <a:lnTo>
                    <a:pt x="6295" y="25486"/>
                  </a:lnTo>
                  <a:lnTo>
                    <a:pt x="6372" y="25525"/>
                  </a:lnTo>
                  <a:lnTo>
                    <a:pt x="6449" y="25602"/>
                  </a:lnTo>
                  <a:lnTo>
                    <a:pt x="6526" y="25795"/>
                  </a:lnTo>
                  <a:lnTo>
                    <a:pt x="6565" y="26104"/>
                  </a:lnTo>
                  <a:lnTo>
                    <a:pt x="6604" y="26451"/>
                  </a:lnTo>
                  <a:lnTo>
                    <a:pt x="6604" y="27146"/>
                  </a:lnTo>
                  <a:lnTo>
                    <a:pt x="6604" y="27610"/>
                  </a:lnTo>
                  <a:lnTo>
                    <a:pt x="6681" y="28073"/>
                  </a:lnTo>
                  <a:lnTo>
                    <a:pt x="6835" y="28498"/>
                  </a:lnTo>
                  <a:lnTo>
                    <a:pt x="7067" y="28923"/>
                  </a:lnTo>
                  <a:lnTo>
                    <a:pt x="7376" y="29309"/>
                  </a:lnTo>
                  <a:lnTo>
                    <a:pt x="7569" y="29463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49"/>
                  </a:lnTo>
                  <a:lnTo>
                    <a:pt x="8264" y="29849"/>
                  </a:lnTo>
                  <a:lnTo>
                    <a:pt x="8303" y="29811"/>
                  </a:lnTo>
                  <a:lnTo>
                    <a:pt x="8303" y="29734"/>
                  </a:lnTo>
                  <a:lnTo>
                    <a:pt x="8303" y="29695"/>
                  </a:lnTo>
                  <a:lnTo>
                    <a:pt x="8303" y="29656"/>
                  </a:lnTo>
                  <a:lnTo>
                    <a:pt x="8419" y="29154"/>
                  </a:lnTo>
                  <a:lnTo>
                    <a:pt x="8496" y="28614"/>
                  </a:lnTo>
                  <a:lnTo>
                    <a:pt x="8534" y="28112"/>
                  </a:lnTo>
                  <a:lnTo>
                    <a:pt x="8534" y="27571"/>
                  </a:lnTo>
                  <a:lnTo>
                    <a:pt x="8534" y="27069"/>
                  </a:lnTo>
                  <a:lnTo>
                    <a:pt x="8457" y="26567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6"/>
                  </a:lnTo>
                  <a:lnTo>
                    <a:pt x="8650" y="25409"/>
                  </a:lnTo>
                  <a:lnTo>
                    <a:pt x="8650" y="25370"/>
                  </a:lnTo>
                  <a:lnTo>
                    <a:pt x="8612" y="25293"/>
                  </a:lnTo>
                  <a:lnTo>
                    <a:pt x="8380" y="24791"/>
                  </a:lnTo>
                  <a:lnTo>
                    <a:pt x="8805" y="24637"/>
                  </a:lnTo>
                  <a:close/>
                  <a:moveTo>
                    <a:pt x="6449" y="0"/>
                  </a:moveTo>
                  <a:lnTo>
                    <a:pt x="6411" y="39"/>
                  </a:lnTo>
                  <a:lnTo>
                    <a:pt x="6411" y="116"/>
                  </a:lnTo>
                  <a:lnTo>
                    <a:pt x="6333" y="116"/>
                  </a:lnTo>
                  <a:lnTo>
                    <a:pt x="6295" y="193"/>
                  </a:lnTo>
                  <a:lnTo>
                    <a:pt x="5600" y="1275"/>
                  </a:lnTo>
                  <a:lnTo>
                    <a:pt x="4943" y="2433"/>
                  </a:lnTo>
                  <a:lnTo>
                    <a:pt x="4403" y="3591"/>
                  </a:lnTo>
                  <a:lnTo>
                    <a:pt x="3901" y="4827"/>
                  </a:lnTo>
                  <a:lnTo>
                    <a:pt x="3437" y="6063"/>
                  </a:lnTo>
                  <a:lnTo>
                    <a:pt x="3090" y="7298"/>
                  </a:lnTo>
                  <a:lnTo>
                    <a:pt x="2742" y="8573"/>
                  </a:lnTo>
                  <a:lnTo>
                    <a:pt x="2511" y="9847"/>
                  </a:lnTo>
                  <a:lnTo>
                    <a:pt x="2317" y="11160"/>
                  </a:lnTo>
                  <a:lnTo>
                    <a:pt x="2202" y="12473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8"/>
                  </a:lnTo>
                  <a:lnTo>
                    <a:pt x="541" y="18806"/>
                  </a:lnTo>
                  <a:lnTo>
                    <a:pt x="39" y="19462"/>
                  </a:lnTo>
                  <a:lnTo>
                    <a:pt x="1" y="19501"/>
                  </a:lnTo>
                  <a:lnTo>
                    <a:pt x="1" y="19578"/>
                  </a:lnTo>
                  <a:lnTo>
                    <a:pt x="78" y="19694"/>
                  </a:lnTo>
                  <a:lnTo>
                    <a:pt x="39" y="19964"/>
                  </a:lnTo>
                  <a:lnTo>
                    <a:pt x="39" y="20273"/>
                  </a:lnTo>
                  <a:lnTo>
                    <a:pt x="39" y="20543"/>
                  </a:lnTo>
                  <a:lnTo>
                    <a:pt x="78" y="20852"/>
                  </a:lnTo>
                  <a:lnTo>
                    <a:pt x="194" y="21431"/>
                  </a:lnTo>
                  <a:lnTo>
                    <a:pt x="309" y="22011"/>
                  </a:lnTo>
                  <a:lnTo>
                    <a:pt x="387" y="22899"/>
                  </a:lnTo>
                  <a:lnTo>
                    <a:pt x="425" y="23748"/>
                  </a:lnTo>
                  <a:lnTo>
                    <a:pt x="425" y="24637"/>
                  </a:lnTo>
                  <a:lnTo>
                    <a:pt x="387" y="25486"/>
                  </a:lnTo>
                  <a:lnTo>
                    <a:pt x="387" y="25602"/>
                  </a:lnTo>
                  <a:lnTo>
                    <a:pt x="464" y="25640"/>
                  </a:lnTo>
                  <a:lnTo>
                    <a:pt x="503" y="25679"/>
                  </a:lnTo>
                  <a:lnTo>
                    <a:pt x="580" y="25679"/>
                  </a:lnTo>
                  <a:lnTo>
                    <a:pt x="618" y="25756"/>
                  </a:lnTo>
                  <a:lnTo>
                    <a:pt x="696" y="25795"/>
                  </a:lnTo>
                  <a:lnTo>
                    <a:pt x="811" y="25795"/>
                  </a:lnTo>
                  <a:lnTo>
                    <a:pt x="1584" y="25254"/>
                  </a:lnTo>
                  <a:lnTo>
                    <a:pt x="2279" y="24714"/>
                  </a:lnTo>
                  <a:lnTo>
                    <a:pt x="3746" y="23594"/>
                  </a:lnTo>
                  <a:lnTo>
                    <a:pt x="3785" y="23478"/>
                  </a:lnTo>
                  <a:lnTo>
                    <a:pt x="3785" y="23362"/>
                  </a:lnTo>
                  <a:lnTo>
                    <a:pt x="3630" y="22088"/>
                  </a:lnTo>
                  <a:lnTo>
                    <a:pt x="3592" y="20814"/>
                  </a:lnTo>
                  <a:lnTo>
                    <a:pt x="3939" y="21277"/>
                  </a:lnTo>
                  <a:lnTo>
                    <a:pt x="4364" y="21663"/>
                  </a:lnTo>
                  <a:lnTo>
                    <a:pt x="4789" y="22049"/>
                  </a:lnTo>
                  <a:lnTo>
                    <a:pt x="5252" y="22358"/>
                  </a:lnTo>
                  <a:lnTo>
                    <a:pt x="5059" y="22744"/>
                  </a:lnTo>
                  <a:lnTo>
                    <a:pt x="4866" y="23169"/>
                  </a:lnTo>
                  <a:lnTo>
                    <a:pt x="4712" y="23633"/>
                  </a:lnTo>
                  <a:lnTo>
                    <a:pt x="4673" y="23864"/>
                  </a:lnTo>
                  <a:lnTo>
                    <a:pt x="4712" y="24096"/>
                  </a:lnTo>
                  <a:lnTo>
                    <a:pt x="4750" y="24173"/>
                  </a:lnTo>
                  <a:lnTo>
                    <a:pt x="4789" y="24212"/>
                  </a:lnTo>
                  <a:lnTo>
                    <a:pt x="4827" y="24250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5"/>
                  </a:lnTo>
                  <a:lnTo>
                    <a:pt x="5329" y="24868"/>
                  </a:lnTo>
                  <a:lnTo>
                    <a:pt x="5175" y="25061"/>
                  </a:lnTo>
                  <a:lnTo>
                    <a:pt x="5020" y="25254"/>
                  </a:lnTo>
                  <a:lnTo>
                    <a:pt x="4905" y="25486"/>
                  </a:lnTo>
                  <a:lnTo>
                    <a:pt x="4827" y="25718"/>
                  </a:lnTo>
                  <a:lnTo>
                    <a:pt x="4750" y="25949"/>
                  </a:lnTo>
                  <a:lnTo>
                    <a:pt x="4712" y="26220"/>
                  </a:lnTo>
                  <a:lnTo>
                    <a:pt x="4712" y="26490"/>
                  </a:lnTo>
                  <a:lnTo>
                    <a:pt x="4712" y="26567"/>
                  </a:lnTo>
                  <a:lnTo>
                    <a:pt x="4789" y="26644"/>
                  </a:lnTo>
                  <a:lnTo>
                    <a:pt x="4943" y="26644"/>
                  </a:lnTo>
                  <a:lnTo>
                    <a:pt x="5638" y="26297"/>
                  </a:lnTo>
                  <a:lnTo>
                    <a:pt x="5638" y="26297"/>
                  </a:lnTo>
                  <a:lnTo>
                    <a:pt x="5561" y="26722"/>
                  </a:lnTo>
                  <a:lnTo>
                    <a:pt x="5561" y="27146"/>
                  </a:lnTo>
                  <a:lnTo>
                    <a:pt x="5561" y="27533"/>
                  </a:lnTo>
                  <a:lnTo>
                    <a:pt x="5638" y="27957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3"/>
                  </a:lnTo>
                  <a:lnTo>
                    <a:pt x="6642" y="30004"/>
                  </a:lnTo>
                  <a:lnTo>
                    <a:pt x="6913" y="30351"/>
                  </a:lnTo>
                  <a:lnTo>
                    <a:pt x="7183" y="30660"/>
                  </a:lnTo>
                  <a:lnTo>
                    <a:pt x="7530" y="30969"/>
                  </a:lnTo>
                  <a:lnTo>
                    <a:pt x="7839" y="31162"/>
                  </a:lnTo>
                  <a:lnTo>
                    <a:pt x="7994" y="31240"/>
                  </a:lnTo>
                  <a:lnTo>
                    <a:pt x="8148" y="31317"/>
                  </a:lnTo>
                  <a:lnTo>
                    <a:pt x="8303" y="31317"/>
                  </a:lnTo>
                  <a:lnTo>
                    <a:pt x="8457" y="31278"/>
                  </a:lnTo>
                  <a:lnTo>
                    <a:pt x="8612" y="31240"/>
                  </a:lnTo>
                  <a:lnTo>
                    <a:pt x="8766" y="31162"/>
                  </a:lnTo>
                  <a:lnTo>
                    <a:pt x="8998" y="30892"/>
                  </a:lnTo>
                  <a:lnTo>
                    <a:pt x="9230" y="30583"/>
                  </a:lnTo>
                  <a:lnTo>
                    <a:pt x="9423" y="30236"/>
                  </a:lnTo>
                  <a:lnTo>
                    <a:pt x="9577" y="29849"/>
                  </a:lnTo>
                  <a:lnTo>
                    <a:pt x="9693" y="29463"/>
                  </a:lnTo>
                  <a:lnTo>
                    <a:pt x="9847" y="28807"/>
                  </a:lnTo>
                  <a:lnTo>
                    <a:pt x="9886" y="28228"/>
                  </a:lnTo>
                  <a:lnTo>
                    <a:pt x="9847" y="27610"/>
                  </a:lnTo>
                  <a:lnTo>
                    <a:pt x="9770" y="27031"/>
                  </a:lnTo>
                  <a:lnTo>
                    <a:pt x="9577" y="26490"/>
                  </a:lnTo>
                  <a:lnTo>
                    <a:pt x="9770" y="26529"/>
                  </a:lnTo>
                  <a:lnTo>
                    <a:pt x="9963" y="26567"/>
                  </a:lnTo>
                  <a:lnTo>
                    <a:pt x="10156" y="26606"/>
                  </a:lnTo>
                  <a:lnTo>
                    <a:pt x="10388" y="26606"/>
                  </a:lnTo>
                  <a:lnTo>
                    <a:pt x="10465" y="26567"/>
                  </a:lnTo>
                  <a:lnTo>
                    <a:pt x="10542" y="26529"/>
                  </a:lnTo>
                  <a:lnTo>
                    <a:pt x="10542" y="26451"/>
                  </a:lnTo>
                  <a:lnTo>
                    <a:pt x="10542" y="26336"/>
                  </a:lnTo>
                  <a:lnTo>
                    <a:pt x="10233" y="25834"/>
                  </a:lnTo>
                  <a:lnTo>
                    <a:pt x="9925" y="25332"/>
                  </a:lnTo>
                  <a:lnTo>
                    <a:pt x="9538" y="24868"/>
                  </a:lnTo>
                  <a:lnTo>
                    <a:pt x="9114" y="24482"/>
                  </a:lnTo>
                  <a:lnTo>
                    <a:pt x="9616" y="24135"/>
                  </a:lnTo>
                  <a:lnTo>
                    <a:pt x="9693" y="24057"/>
                  </a:lnTo>
                  <a:lnTo>
                    <a:pt x="9732" y="23980"/>
                  </a:lnTo>
                  <a:lnTo>
                    <a:pt x="9770" y="23941"/>
                  </a:lnTo>
                  <a:lnTo>
                    <a:pt x="9732" y="23864"/>
                  </a:lnTo>
                  <a:lnTo>
                    <a:pt x="9307" y="23092"/>
                  </a:lnTo>
                  <a:lnTo>
                    <a:pt x="9114" y="22706"/>
                  </a:lnTo>
                  <a:lnTo>
                    <a:pt x="8959" y="22281"/>
                  </a:lnTo>
                  <a:lnTo>
                    <a:pt x="9114" y="22204"/>
                  </a:lnTo>
                  <a:lnTo>
                    <a:pt x="9423" y="21933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8"/>
                  </a:lnTo>
                  <a:lnTo>
                    <a:pt x="10118" y="21895"/>
                  </a:lnTo>
                  <a:lnTo>
                    <a:pt x="10040" y="22822"/>
                  </a:lnTo>
                  <a:lnTo>
                    <a:pt x="10079" y="22899"/>
                  </a:lnTo>
                  <a:lnTo>
                    <a:pt x="10156" y="22976"/>
                  </a:lnTo>
                  <a:lnTo>
                    <a:pt x="10813" y="23401"/>
                  </a:lnTo>
                  <a:lnTo>
                    <a:pt x="11469" y="23826"/>
                  </a:lnTo>
                  <a:lnTo>
                    <a:pt x="12126" y="24289"/>
                  </a:lnTo>
                  <a:lnTo>
                    <a:pt x="12743" y="24752"/>
                  </a:lnTo>
                  <a:lnTo>
                    <a:pt x="12859" y="24830"/>
                  </a:lnTo>
                  <a:lnTo>
                    <a:pt x="12975" y="24791"/>
                  </a:lnTo>
                  <a:lnTo>
                    <a:pt x="13052" y="24752"/>
                  </a:lnTo>
                  <a:lnTo>
                    <a:pt x="13091" y="24637"/>
                  </a:lnTo>
                  <a:lnTo>
                    <a:pt x="13323" y="21393"/>
                  </a:lnTo>
                  <a:lnTo>
                    <a:pt x="13400" y="19771"/>
                  </a:lnTo>
                  <a:lnTo>
                    <a:pt x="13439" y="18960"/>
                  </a:lnTo>
                  <a:lnTo>
                    <a:pt x="13400" y="18188"/>
                  </a:lnTo>
                  <a:lnTo>
                    <a:pt x="13361" y="18072"/>
                  </a:lnTo>
                  <a:lnTo>
                    <a:pt x="13323" y="18033"/>
                  </a:lnTo>
                  <a:lnTo>
                    <a:pt x="13284" y="18033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4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8"/>
                  </a:lnTo>
                  <a:lnTo>
                    <a:pt x="10620" y="13631"/>
                  </a:lnTo>
                  <a:lnTo>
                    <a:pt x="10504" y="12705"/>
                  </a:lnTo>
                  <a:lnTo>
                    <a:pt x="10233" y="11121"/>
                  </a:lnTo>
                  <a:lnTo>
                    <a:pt x="9886" y="9538"/>
                  </a:lnTo>
                  <a:lnTo>
                    <a:pt x="9500" y="7955"/>
                  </a:lnTo>
                  <a:lnTo>
                    <a:pt x="9036" y="6410"/>
                  </a:lnTo>
                  <a:lnTo>
                    <a:pt x="8534" y="4866"/>
                  </a:lnTo>
                  <a:lnTo>
                    <a:pt x="7994" y="3321"/>
                  </a:lnTo>
                  <a:lnTo>
                    <a:pt x="7415" y="1815"/>
                  </a:lnTo>
                  <a:lnTo>
                    <a:pt x="6835" y="309"/>
                  </a:lnTo>
                  <a:lnTo>
                    <a:pt x="6797" y="232"/>
                  </a:lnTo>
                  <a:lnTo>
                    <a:pt x="6720" y="193"/>
                  </a:lnTo>
                  <a:lnTo>
                    <a:pt x="6642" y="155"/>
                  </a:lnTo>
                  <a:lnTo>
                    <a:pt x="6604" y="39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20"/>
            <p:cNvSpPr/>
            <p:nvPr/>
          </p:nvSpPr>
          <p:spPr>
            <a:xfrm>
              <a:off x="6111425" y="39739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0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20"/>
            <p:cNvSpPr/>
            <p:nvPr/>
          </p:nvSpPr>
          <p:spPr>
            <a:xfrm>
              <a:off x="5921250" y="4000950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5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3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20"/>
            <p:cNvSpPr/>
            <p:nvPr/>
          </p:nvSpPr>
          <p:spPr>
            <a:xfrm>
              <a:off x="6044825" y="4051150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5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20"/>
            <p:cNvSpPr/>
            <p:nvPr/>
          </p:nvSpPr>
          <p:spPr>
            <a:xfrm>
              <a:off x="1792350" y="4089775"/>
              <a:ext cx="345650" cy="269350"/>
            </a:xfrm>
            <a:custGeom>
              <a:avLst/>
              <a:gdLst/>
              <a:ahLst/>
              <a:cxnLst/>
              <a:rect l="l" t="t" r="r" b="b"/>
              <a:pathLst>
                <a:path w="13826" h="10774" extrusionOk="0">
                  <a:moveTo>
                    <a:pt x="3438" y="1004"/>
                  </a:moveTo>
                  <a:lnTo>
                    <a:pt x="3515" y="1081"/>
                  </a:lnTo>
                  <a:lnTo>
                    <a:pt x="3631" y="1159"/>
                  </a:lnTo>
                  <a:lnTo>
                    <a:pt x="3669" y="1275"/>
                  </a:lnTo>
                  <a:lnTo>
                    <a:pt x="3669" y="1429"/>
                  </a:lnTo>
                  <a:lnTo>
                    <a:pt x="3592" y="1661"/>
                  </a:lnTo>
                  <a:lnTo>
                    <a:pt x="3515" y="1815"/>
                  </a:lnTo>
                  <a:lnTo>
                    <a:pt x="3360" y="1931"/>
                  </a:lnTo>
                  <a:lnTo>
                    <a:pt x="3167" y="1970"/>
                  </a:lnTo>
                  <a:lnTo>
                    <a:pt x="2974" y="2008"/>
                  </a:lnTo>
                  <a:lnTo>
                    <a:pt x="2781" y="2008"/>
                  </a:lnTo>
                  <a:lnTo>
                    <a:pt x="2356" y="1931"/>
                  </a:lnTo>
                  <a:lnTo>
                    <a:pt x="2395" y="1892"/>
                  </a:lnTo>
                  <a:lnTo>
                    <a:pt x="2472" y="1661"/>
                  </a:lnTo>
                  <a:lnTo>
                    <a:pt x="2588" y="1429"/>
                  </a:lnTo>
                  <a:lnTo>
                    <a:pt x="2704" y="1236"/>
                  </a:lnTo>
                  <a:lnTo>
                    <a:pt x="2897" y="1081"/>
                  </a:lnTo>
                  <a:lnTo>
                    <a:pt x="3013" y="1004"/>
                  </a:lnTo>
                  <a:close/>
                  <a:moveTo>
                    <a:pt x="1044" y="1468"/>
                  </a:moveTo>
                  <a:lnTo>
                    <a:pt x="1237" y="1545"/>
                  </a:lnTo>
                  <a:lnTo>
                    <a:pt x="1430" y="1622"/>
                  </a:lnTo>
                  <a:lnTo>
                    <a:pt x="1623" y="1777"/>
                  </a:lnTo>
                  <a:lnTo>
                    <a:pt x="1816" y="1892"/>
                  </a:lnTo>
                  <a:lnTo>
                    <a:pt x="1507" y="2201"/>
                  </a:lnTo>
                  <a:lnTo>
                    <a:pt x="1314" y="2356"/>
                  </a:lnTo>
                  <a:lnTo>
                    <a:pt x="1121" y="2433"/>
                  </a:lnTo>
                  <a:lnTo>
                    <a:pt x="966" y="2472"/>
                  </a:lnTo>
                  <a:lnTo>
                    <a:pt x="812" y="2472"/>
                  </a:lnTo>
                  <a:lnTo>
                    <a:pt x="696" y="2433"/>
                  </a:lnTo>
                  <a:lnTo>
                    <a:pt x="580" y="2394"/>
                  </a:lnTo>
                  <a:lnTo>
                    <a:pt x="464" y="2317"/>
                  </a:lnTo>
                  <a:lnTo>
                    <a:pt x="387" y="2201"/>
                  </a:lnTo>
                  <a:lnTo>
                    <a:pt x="387" y="2085"/>
                  </a:lnTo>
                  <a:lnTo>
                    <a:pt x="426" y="1892"/>
                  </a:lnTo>
                  <a:lnTo>
                    <a:pt x="503" y="1699"/>
                  </a:lnTo>
                  <a:lnTo>
                    <a:pt x="657" y="1545"/>
                  </a:lnTo>
                  <a:lnTo>
                    <a:pt x="850" y="1468"/>
                  </a:lnTo>
                  <a:close/>
                  <a:moveTo>
                    <a:pt x="4866" y="3823"/>
                  </a:moveTo>
                  <a:lnTo>
                    <a:pt x="5021" y="3862"/>
                  </a:lnTo>
                  <a:lnTo>
                    <a:pt x="5137" y="3939"/>
                  </a:lnTo>
                  <a:lnTo>
                    <a:pt x="5253" y="4055"/>
                  </a:lnTo>
                  <a:lnTo>
                    <a:pt x="5330" y="4171"/>
                  </a:lnTo>
                  <a:lnTo>
                    <a:pt x="5330" y="4325"/>
                  </a:lnTo>
                  <a:lnTo>
                    <a:pt x="5330" y="4441"/>
                  </a:lnTo>
                  <a:lnTo>
                    <a:pt x="5291" y="4557"/>
                  </a:lnTo>
                  <a:lnTo>
                    <a:pt x="5137" y="4788"/>
                  </a:lnTo>
                  <a:lnTo>
                    <a:pt x="4944" y="4982"/>
                  </a:lnTo>
                  <a:lnTo>
                    <a:pt x="4751" y="5097"/>
                  </a:lnTo>
                  <a:lnTo>
                    <a:pt x="4557" y="5136"/>
                  </a:lnTo>
                  <a:lnTo>
                    <a:pt x="4171" y="5213"/>
                  </a:lnTo>
                  <a:lnTo>
                    <a:pt x="4171" y="5213"/>
                  </a:lnTo>
                  <a:lnTo>
                    <a:pt x="4210" y="4750"/>
                  </a:lnTo>
                  <a:lnTo>
                    <a:pt x="4287" y="4557"/>
                  </a:lnTo>
                  <a:lnTo>
                    <a:pt x="4364" y="4325"/>
                  </a:lnTo>
                  <a:lnTo>
                    <a:pt x="4519" y="4055"/>
                  </a:lnTo>
                  <a:lnTo>
                    <a:pt x="4635" y="3978"/>
                  </a:lnTo>
                  <a:lnTo>
                    <a:pt x="4751" y="3900"/>
                  </a:lnTo>
                  <a:lnTo>
                    <a:pt x="4866" y="3823"/>
                  </a:lnTo>
                  <a:close/>
                  <a:moveTo>
                    <a:pt x="7299" y="4518"/>
                  </a:moveTo>
                  <a:lnTo>
                    <a:pt x="7415" y="4595"/>
                  </a:lnTo>
                  <a:lnTo>
                    <a:pt x="7492" y="4673"/>
                  </a:lnTo>
                  <a:lnTo>
                    <a:pt x="7531" y="4788"/>
                  </a:lnTo>
                  <a:lnTo>
                    <a:pt x="7569" y="4943"/>
                  </a:lnTo>
                  <a:lnTo>
                    <a:pt x="7608" y="5175"/>
                  </a:lnTo>
                  <a:lnTo>
                    <a:pt x="7569" y="5445"/>
                  </a:lnTo>
                  <a:lnTo>
                    <a:pt x="7531" y="5677"/>
                  </a:lnTo>
                  <a:lnTo>
                    <a:pt x="7454" y="5908"/>
                  </a:lnTo>
                  <a:lnTo>
                    <a:pt x="7299" y="6101"/>
                  </a:lnTo>
                  <a:lnTo>
                    <a:pt x="7145" y="6294"/>
                  </a:lnTo>
                  <a:lnTo>
                    <a:pt x="6913" y="5870"/>
                  </a:lnTo>
                  <a:lnTo>
                    <a:pt x="6797" y="5677"/>
                  </a:lnTo>
                  <a:lnTo>
                    <a:pt x="6759" y="5445"/>
                  </a:lnTo>
                  <a:lnTo>
                    <a:pt x="6720" y="5136"/>
                  </a:lnTo>
                  <a:lnTo>
                    <a:pt x="6759" y="4943"/>
                  </a:lnTo>
                  <a:lnTo>
                    <a:pt x="6797" y="4788"/>
                  </a:lnTo>
                  <a:lnTo>
                    <a:pt x="6874" y="4634"/>
                  </a:lnTo>
                  <a:lnTo>
                    <a:pt x="6990" y="4557"/>
                  </a:lnTo>
                  <a:lnTo>
                    <a:pt x="7106" y="4518"/>
                  </a:lnTo>
                  <a:close/>
                  <a:moveTo>
                    <a:pt x="11161" y="4982"/>
                  </a:moveTo>
                  <a:lnTo>
                    <a:pt x="11276" y="5059"/>
                  </a:lnTo>
                  <a:lnTo>
                    <a:pt x="11354" y="5136"/>
                  </a:lnTo>
                  <a:lnTo>
                    <a:pt x="11392" y="5252"/>
                  </a:lnTo>
                  <a:lnTo>
                    <a:pt x="11431" y="5368"/>
                  </a:lnTo>
                  <a:lnTo>
                    <a:pt x="11392" y="5677"/>
                  </a:lnTo>
                  <a:lnTo>
                    <a:pt x="11315" y="5986"/>
                  </a:lnTo>
                  <a:lnTo>
                    <a:pt x="11161" y="6217"/>
                  </a:lnTo>
                  <a:lnTo>
                    <a:pt x="11083" y="6333"/>
                  </a:lnTo>
                  <a:lnTo>
                    <a:pt x="10968" y="6372"/>
                  </a:lnTo>
                  <a:lnTo>
                    <a:pt x="10890" y="6410"/>
                  </a:lnTo>
                  <a:lnTo>
                    <a:pt x="10736" y="6410"/>
                  </a:lnTo>
                  <a:lnTo>
                    <a:pt x="10697" y="6449"/>
                  </a:lnTo>
                  <a:lnTo>
                    <a:pt x="10659" y="6449"/>
                  </a:lnTo>
                  <a:lnTo>
                    <a:pt x="10466" y="6101"/>
                  </a:lnTo>
                  <a:lnTo>
                    <a:pt x="10388" y="5947"/>
                  </a:lnTo>
                  <a:lnTo>
                    <a:pt x="10350" y="5715"/>
                  </a:lnTo>
                  <a:lnTo>
                    <a:pt x="10350" y="5484"/>
                  </a:lnTo>
                  <a:lnTo>
                    <a:pt x="10427" y="5252"/>
                  </a:lnTo>
                  <a:lnTo>
                    <a:pt x="10581" y="5097"/>
                  </a:lnTo>
                  <a:lnTo>
                    <a:pt x="10697" y="5059"/>
                  </a:lnTo>
                  <a:lnTo>
                    <a:pt x="10813" y="4982"/>
                  </a:lnTo>
                  <a:close/>
                  <a:moveTo>
                    <a:pt x="3052" y="5522"/>
                  </a:moveTo>
                  <a:lnTo>
                    <a:pt x="3476" y="5561"/>
                  </a:lnTo>
                  <a:lnTo>
                    <a:pt x="3283" y="5947"/>
                  </a:lnTo>
                  <a:lnTo>
                    <a:pt x="3167" y="6140"/>
                  </a:lnTo>
                  <a:lnTo>
                    <a:pt x="3013" y="6294"/>
                  </a:lnTo>
                  <a:lnTo>
                    <a:pt x="2858" y="6410"/>
                  </a:lnTo>
                  <a:lnTo>
                    <a:pt x="2704" y="6488"/>
                  </a:lnTo>
                  <a:lnTo>
                    <a:pt x="2472" y="6488"/>
                  </a:lnTo>
                  <a:lnTo>
                    <a:pt x="2279" y="6410"/>
                  </a:lnTo>
                  <a:lnTo>
                    <a:pt x="2125" y="6294"/>
                  </a:lnTo>
                  <a:lnTo>
                    <a:pt x="2086" y="6179"/>
                  </a:lnTo>
                  <a:lnTo>
                    <a:pt x="2086" y="6063"/>
                  </a:lnTo>
                  <a:lnTo>
                    <a:pt x="2125" y="5908"/>
                  </a:lnTo>
                  <a:lnTo>
                    <a:pt x="2241" y="5792"/>
                  </a:lnTo>
                  <a:lnTo>
                    <a:pt x="2356" y="5677"/>
                  </a:lnTo>
                  <a:lnTo>
                    <a:pt x="2472" y="5599"/>
                  </a:lnTo>
                  <a:lnTo>
                    <a:pt x="2588" y="5561"/>
                  </a:lnTo>
                  <a:lnTo>
                    <a:pt x="2820" y="5522"/>
                  </a:lnTo>
                  <a:close/>
                  <a:moveTo>
                    <a:pt x="7222" y="6796"/>
                  </a:moveTo>
                  <a:lnTo>
                    <a:pt x="7183" y="7260"/>
                  </a:lnTo>
                  <a:lnTo>
                    <a:pt x="7106" y="7453"/>
                  </a:lnTo>
                  <a:lnTo>
                    <a:pt x="7029" y="7685"/>
                  </a:lnTo>
                  <a:lnTo>
                    <a:pt x="6874" y="7916"/>
                  </a:lnTo>
                  <a:lnTo>
                    <a:pt x="6681" y="8148"/>
                  </a:lnTo>
                  <a:lnTo>
                    <a:pt x="6565" y="8225"/>
                  </a:lnTo>
                  <a:lnTo>
                    <a:pt x="6450" y="8264"/>
                  </a:lnTo>
                  <a:lnTo>
                    <a:pt x="6295" y="8302"/>
                  </a:lnTo>
                  <a:lnTo>
                    <a:pt x="6141" y="8225"/>
                  </a:lnTo>
                  <a:lnTo>
                    <a:pt x="6025" y="8148"/>
                  </a:lnTo>
                  <a:lnTo>
                    <a:pt x="5948" y="8032"/>
                  </a:lnTo>
                  <a:lnTo>
                    <a:pt x="5909" y="7916"/>
                  </a:lnTo>
                  <a:lnTo>
                    <a:pt x="5909" y="7800"/>
                  </a:lnTo>
                  <a:lnTo>
                    <a:pt x="5948" y="7646"/>
                  </a:lnTo>
                  <a:lnTo>
                    <a:pt x="6025" y="7530"/>
                  </a:lnTo>
                  <a:lnTo>
                    <a:pt x="6179" y="7298"/>
                  </a:lnTo>
                  <a:lnTo>
                    <a:pt x="6411" y="7144"/>
                  </a:lnTo>
                  <a:lnTo>
                    <a:pt x="6643" y="7028"/>
                  </a:lnTo>
                  <a:lnTo>
                    <a:pt x="7183" y="6835"/>
                  </a:lnTo>
                  <a:lnTo>
                    <a:pt x="7183" y="6796"/>
                  </a:lnTo>
                  <a:close/>
                  <a:moveTo>
                    <a:pt x="10620" y="7144"/>
                  </a:moveTo>
                  <a:lnTo>
                    <a:pt x="10659" y="7337"/>
                  </a:lnTo>
                  <a:lnTo>
                    <a:pt x="10697" y="7530"/>
                  </a:lnTo>
                  <a:lnTo>
                    <a:pt x="10697" y="7685"/>
                  </a:lnTo>
                  <a:lnTo>
                    <a:pt x="10659" y="7878"/>
                  </a:lnTo>
                  <a:lnTo>
                    <a:pt x="10620" y="8032"/>
                  </a:lnTo>
                  <a:lnTo>
                    <a:pt x="10504" y="8187"/>
                  </a:lnTo>
                  <a:lnTo>
                    <a:pt x="10427" y="8341"/>
                  </a:lnTo>
                  <a:lnTo>
                    <a:pt x="10272" y="8457"/>
                  </a:lnTo>
                  <a:lnTo>
                    <a:pt x="10118" y="8573"/>
                  </a:lnTo>
                  <a:lnTo>
                    <a:pt x="9925" y="8611"/>
                  </a:lnTo>
                  <a:lnTo>
                    <a:pt x="9848" y="8573"/>
                  </a:lnTo>
                  <a:lnTo>
                    <a:pt x="9770" y="8573"/>
                  </a:lnTo>
                  <a:lnTo>
                    <a:pt x="9732" y="8496"/>
                  </a:lnTo>
                  <a:lnTo>
                    <a:pt x="9655" y="8418"/>
                  </a:lnTo>
                  <a:lnTo>
                    <a:pt x="9616" y="8225"/>
                  </a:lnTo>
                  <a:lnTo>
                    <a:pt x="9655" y="8071"/>
                  </a:lnTo>
                  <a:lnTo>
                    <a:pt x="9732" y="7916"/>
                  </a:lnTo>
                  <a:lnTo>
                    <a:pt x="9809" y="7762"/>
                  </a:lnTo>
                  <a:lnTo>
                    <a:pt x="10002" y="7569"/>
                  </a:lnTo>
                  <a:lnTo>
                    <a:pt x="10195" y="7414"/>
                  </a:lnTo>
                  <a:lnTo>
                    <a:pt x="10388" y="7260"/>
                  </a:lnTo>
                  <a:lnTo>
                    <a:pt x="10620" y="7144"/>
                  </a:lnTo>
                  <a:close/>
                  <a:moveTo>
                    <a:pt x="1854" y="0"/>
                  </a:moveTo>
                  <a:lnTo>
                    <a:pt x="1507" y="39"/>
                  </a:lnTo>
                  <a:lnTo>
                    <a:pt x="1584" y="734"/>
                  </a:lnTo>
                  <a:lnTo>
                    <a:pt x="1700" y="1429"/>
                  </a:lnTo>
                  <a:lnTo>
                    <a:pt x="1584" y="1313"/>
                  </a:lnTo>
                  <a:lnTo>
                    <a:pt x="1430" y="1236"/>
                  </a:lnTo>
                  <a:lnTo>
                    <a:pt x="1275" y="1159"/>
                  </a:lnTo>
                  <a:lnTo>
                    <a:pt x="1082" y="1120"/>
                  </a:lnTo>
                  <a:lnTo>
                    <a:pt x="889" y="1120"/>
                  </a:lnTo>
                  <a:lnTo>
                    <a:pt x="735" y="1159"/>
                  </a:lnTo>
                  <a:lnTo>
                    <a:pt x="542" y="1236"/>
                  </a:lnTo>
                  <a:lnTo>
                    <a:pt x="387" y="1313"/>
                  </a:lnTo>
                  <a:lnTo>
                    <a:pt x="271" y="1429"/>
                  </a:lnTo>
                  <a:lnTo>
                    <a:pt x="155" y="1545"/>
                  </a:lnTo>
                  <a:lnTo>
                    <a:pt x="78" y="1738"/>
                  </a:lnTo>
                  <a:lnTo>
                    <a:pt x="40" y="1892"/>
                  </a:lnTo>
                  <a:lnTo>
                    <a:pt x="1" y="2085"/>
                  </a:lnTo>
                  <a:lnTo>
                    <a:pt x="40" y="2240"/>
                  </a:lnTo>
                  <a:lnTo>
                    <a:pt x="78" y="2394"/>
                  </a:lnTo>
                  <a:lnTo>
                    <a:pt x="155" y="2549"/>
                  </a:lnTo>
                  <a:lnTo>
                    <a:pt x="271" y="2665"/>
                  </a:lnTo>
                  <a:lnTo>
                    <a:pt x="387" y="2742"/>
                  </a:lnTo>
                  <a:lnTo>
                    <a:pt x="542" y="2819"/>
                  </a:lnTo>
                  <a:lnTo>
                    <a:pt x="735" y="2858"/>
                  </a:lnTo>
                  <a:lnTo>
                    <a:pt x="1044" y="2858"/>
                  </a:lnTo>
                  <a:lnTo>
                    <a:pt x="1352" y="2742"/>
                  </a:lnTo>
                  <a:lnTo>
                    <a:pt x="1661" y="2587"/>
                  </a:lnTo>
                  <a:lnTo>
                    <a:pt x="1932" y="2356"/>
                  </a:lnTo>
                  <a:lnTo>
                    <a:pt x="2163" y="3089"/>
                  </a:lnTo>
                  <a:lnTo>
                    <a:pt x="2434" y="3823"/>
                  </a:lnTo>
                  <a:lnTo>
                    <a:pt x="2820" y="4518"/>
                  </a:lnTo>
                  <a:lnTo>
                    <a:pt x="3013" y="4827"/>
                  </a:lnTo>
                  <a:lnTo>
                    <a:pt x="3245" y="5136"/>
                  </a:lnTo>
                  <a:lnTo>
                    <a:pt x="2936" y="5136"/>
                  </a:lnTo>
                  <a:lnTo>
                    <a:pt x="2588" y="5175"/>
                  </a:lnTo>
                  <a:lnTo>
                    <a:pt x="2318" y="5252"/>
                  </a:lnTo>
                  <a:lnTo>
                    <a:pt x="2048" y="5445"/>
                  </a:lnTo>
                  <a:lnTo>
                    <a:pt x="1932" y="5561"/>
                  </a:lnTo>
                  <a:lnTo>
                    <a:pt x="1854" y="5677"/>
                  </a:lnTo>
                  <a:lnTo>
                    <a:pt x="1777" y="5831"/>
                  </a:lnTo>
                  <a:lnTo>
                    <a:pt x="1739" y="5986"/>
                  </a:lnTo>
                  <a:lnTo>
                    <a:pt x="1700" y="6140"/>
                  </a:lnTo>
                  <a:lnTo>
                    <a:pt x="1739" y="6294"/>
                  </a:lnTo>
                  <a:lnTo>
                    <a:pt x="1777" y="6449"/>
                  </a:lnTo>
                  <a:lnTo>
                    <a:pt x="1893" y="6603"/>
                  </a:lnTo>
                  <a:lnTo>
                    <a:pt x="2009" y="6681"/>
                  </a:lnTo>
                  <a:lnTo>
                    <a:pt x="2125" y="6758"/>
                  </a:lnTo>
                  <a:lnTo>
                    <a:pt x="2279" y="6835"/>
                  </a:lnTo>
                  <a:lnTo>
                    <a:pt x="2434" y="6874"/>
                  </a:lnTo>
                  <a:lnTo>
                    <a:pt x="2588" y="6874"/>
                  </a:lnTo>
                  <a:lnTo>
                    <a:pt x="2743" y="6835"/>
                  </a:lnTo>
                  <a:lnTo>
                    <a:pt x="2897" y="6796"/>
                  </a:lnTo>
                  <a:lnTo>
                    <a:pt x="3052" y="6719"/>
                  </a:lnTo>
                  <a:lnTo>
                    <a:pt x="3283" y="6526"/>
                  </a:lnTo>
                  <a:lnTo>
                    <a:pt x="3476" y="6294"/>
                  </a:lnTo>
                  <a:lnTo>
                    <a:pt x="3631" y="5986"/>
                  </a:lnTo>
                  <a:lnTo>
                    <a:pt x="3747" y="5677"/>
                  </a:lnTo>
                  <a:lnTo>
                    <a:pt x="4171" y="6024"/>
                  </a:lnTo>
                  <a:lnTo>
                    <a:pt x="4635" y="6333"/>
                  </a:lnTo>
                  <a:lnTo>
                    <a:pt x="5137" y="6565"/>
                  </a:lnTo>
                  <a:lnTo>
                    <a:pt x="5716" y="6719"/>
                  </a:lnTo>
                  <a:lnTo>
                    <a:pt x="6218" y="6796"/>
                  </a:lnTo>
                  <a:lnTo>
                    <a:pt x="6025" y="6912"/>
                  </a:lnTo>
                  <a:lnTo>
                    <a:pt x="5870" y="7028"/>
                  </a:lnTo>
                  <a:lnTo>
                    <a:pt x="5755" y="7183"/>
                  </a:lnTo>
                  <a:lnTo>
                    <a:pt x="5639" y="7376"/>
                  </a:lnTo>
                  <a:lnTo>
                    <a:pt x="5561" y="7530"/>
                  </a:lnTo>
                  <a:lnTo>
                    <a:pt x="5523" y="7685"/>
                  </a:lnTo>
                  <a:lnTo>
                    <a:pt x="5523" y="7878"/>
                  </a:lnTo>
                  <a:lnTo>
                    <a:pt x="5523" y="8032"/>
                  </a:lnTo>
                  <a:lnTo>
                    <a:pt x="5561" y="8187"/>
                  </a:lnTo>
                  <a:lnTo>
                    <a:pt x="5639" y="8341"/>
                  </a:lnTo>
                  <a:lnTo>
                    <a:pt x="5755" y="8457"/>
                  </a:lnTo>
                  <a:lnTo>
                    <a:pt x="5909" y="8573"/>
                  </a:lnTo>
                  <a:lnTo>
                    <a:pt x="6063" y="8650"/>
                  </a:lnTo>
                  <a:lnTo>
                    <a:pt x="6257" y="8689"/>
                  </a:lnTo>
                  <a:lnTo>
                    <a:pt x="6411" y="8689"/>
                  </a:lnTo>
                  <a:lnTo>
                    <a:pt x="6604" y="8650"/>
                  </a:lnTo>
                  <a:lnTo>
                    <a:pt x="6759" y="8573"/>
                  </a:lnTo>
                  <a:lnTo>
                    <a:pt x="6952" y="8457"/>
                  </a:lnTo>
                  <a:lnTo>
                    <a:pt x="7067" y="8341"/>
                  </a:lnTo>
                  <a:lnTo>
                    <a:pt x="7183" y="8187"/>
                  </a:lnTo>
                  <a:lnTo>
                    <a:pt x="7376" y="7878"/>
                  </a:lnTo>
                  <a:lnTo>
                    <a:pt x="7492" y="7530"/>
                  </a:lnTo>
                  <a:lnTo>
                    <a:pt x="7531" y="7183"/>
                  </a:lnTo>
                  <a:lnTo>
                    <a:pt x="7531" y="6796"/>
                  </a:lnTo>
                  <a:lnTo>
                    <a:pt x="8882" y="6719"/>
                  </a:lnTo>
                  <a:lnTo>
                    <a:pt x="9577" y="6719"/>
                  </a:lnTo>
                  <a:lnTo>
                    <a:pt x="10272" y="6796"/>
                  </a:lnTo>
                  <a:lnTo>
                    <a:pt x="10466" y="6835"/>
                  </a:lnTo>
                  <a:lnTo>
                    <a:pt x="10311" y="6912"/>
                  </a:lnTo>
                  <a:lnTo>
                    <a:pt x="10118" y="7028"/>
                  </a:lnTo>
                  <a:lnTo>
                    <a:pt x="9809" y="7260"/>
                  </a:lnTo>
                  <a:lnTo>
                    <a:pt x="9539" y="7569"/>
                  </a:lnTo>
                  <a:lnTo>
                    <a:pt x="9423" y="7723"/>
                  </a:lnTo>
                  <a:lnTo>
                    <a:pt x="9346" y="7916"/>
                  </a:lnTo>
                  <a:lnTo>
                    <a:pt x="9307" y="8109"/>
                  </a:lnTo>
                  <a:lnTo>
                    <a:pt x="9269" y="8264"/>
                  </a:lnTo>
                  <a:lnTo>
                    <a:pt x="9307" y="8457"/>
                  </a:lnTo>
                  <a:lnTo>
                    <a:pt x="9384" y="8611"/>
                  </a:lnTo>
                  <a:lnTo>
                    <a:pt x="9462" y="8766"/>
                  </a:lnTo>
                  <a:lnTo>
                    <a:pt x="9616" y="8882"/>
                  </a:lnTo>
                  <a:lnTo>
                    <a:pt x="9770" y="8959"/>
                  </a:lnTo>
                  <a:lnTo>
                    <a:pt x="9964" y="8998"/>
                  </a:lnTo>
                  <a:lnTo>
                    <a:pt x="10157" y="8959"/>
                  </a:lnTo>
                  <a:lnTo>
                    <a:pt x="10311" y="8882"/>
                  </a:lnTo>
                  <a:lnTo>
                    <a:pt x="10466" y="8804"/>
                  </a:lnTo>
                  <a:lnTo>
                    <a:pt x="10620" y="8650"/>
                  </a:lnTo>
                  <a:lnTo>
                    <a:pt x="10736" y="8534"/>
                  </a:lnTo>
                  <a:lnTo>
                    <a:pt x="10852" y="8341"/>
                  </a:lnTo>
                  <a:lnTo>
                    <a:pt x="10929" y="8187"/>
                  </a:lnTo>
                  <a:lnTo>
                    <a:pt x="11006" y="7994"/>
                  </a:lnTo>
                  <a:lnTo>
                    <a:pt x="11045" y="7762"/>
                  </a:lnTo>
                  <a:lnTo>
                    <a:pt x="11045" y="7492"/>
                  </a:lnTo>
                  <a:lnTo>
                    <a:pt x="10968" y="7221"/>
                  </a:lnTo>
                  <a:lnTo>
                    <a:pt x="10890" y="6990"/>
                  </a:lnTo>
                  <a:lnTo>
                    <a:pt x="10929" y="6951"/>
                  </a:lnTo>
                  <a:lnTo>
                    <a:pt x="11431" y="7105"/>
                  </a:lnTo>
                  <a:lnTo>
                    <a:pt x="11894" y="7376"/>
                  </a:lnTo>
                  <a:lnTo>
                    <a:pt x="12319" y="7685"/>
                  </a:lnTo>
                  <a:lnTo>
                    <a:pt x="12512" y="7839"/>
                  </a:lnTo>
                  <a:lnTo>
                    <a:pt x="12705" y="8032"/>
                  </a:lnTo>
                  <a:lnTo>
                    <a:pt x="12898" y="8341"/>
                  </a:lnTo>
                  <a:lnTo>
                    <a:pt x="13091" y="8650"/>
                  </a:lnTo>
                  <a:lnTo>
                    <a:pt x="13207" y="8920"/>
                  </a:lnTo>
                  <a:lnTo>
                    <a:pt x="13284" y="9268"/>
                  </a:lnTo>
                  <a:lnTo>
                    <a:pt x="13323" y="9577"/>
                  </a:lnTo>
                  <a:lnTo>
                    <a:pt x="13362" y="9924"/>
                  </a:lnTo>
                  <a:lnTo>
                    <a:pt x="13323" y="10619"/>
                  </a:lnTo>
                  <a:lnTo>
                    <a:pt x="13323" y="10658"/>
                  </a:lnTo>
                  <a:lnTo>
                    <a:pt x="13362" y="10735"/>
                  </a:lnTo>
                  <a:lnTo>
                    <a:pt x="13439" y="10774"/>
                  </a:lnTo>
                  <a:lnTo>
                    <a:pt x="13555" y="10774"/>
                  </a:lnTo>
                  <a:lnTo>
                    <a:pt x="13632" y="10697"/>
                  </a:lnTo>
                  <a:lnTo>
                    <a:pt x="13709" y="10465"/>
                  </a:lnTo>
                  <a:lnTo>
                    <a:pt x="13786" y="10272"/>
                  </a:lnTo>
                  <a:lnTo>
                    <a:pt x="13825" y="10040"/>
                  </a:lnTo>
                  <a:lnTo>
                    <a:pt x="13825" y="9808"/>
                  </a:lnTo>
                  <a:lnTo>
                    <a:pt x="13786" y="9384"/>
                  </a:lnTo>
                  <a:lnTo>
                    <a:pt x="13671" y="8920"/>
                  </a:lnTo>
                  <a:lnTo>
                    <a:pt x="13478" y="8496"/>
                  </a:lnTo>
                  <a:lnTo>
                    <a:pt x="13246" y="8109"/>
                  </a:lnTo>
                  <a:lnTo>
                    <a:pt x="12976" y="7723"/>
                  </a:lnTo>
                  <a:lnTo>
                    <a:pt x="12667" y="7414"/>
                  </a:lnTo>
                  <a:lnTo>
                    <a:pt x="12319" y="7144"/>
                  </a:lnTo>
                  <a:lnTo>
                    <a:pt x="11972" y="6912"/>
                  </a:lnTo>
                  <a:lnTo>
                    <a:pt x="11585" y="6719"/>
                  </a:lnTo>
                  <a:lnTo>
                    <a:pt x="11199" y="6565"/>
                  </a:lnTo>
                  <a:lnTo>
                    <a:pt x="11392" y="6410"/>
                  </a:lnTo>
                  <a:lnTo>
                    <a:pt x="11585" y="6140"/>
                  </a:lnTo>
                  <a:lnTo>
                    <a:pt x="11701" y="5831"/>
                  </a:lnTo>
                  <a:lnTo>
                    <a:pt x="11740" y="5522"/>
                  </a:lnTo>
                  <a:lnTo>
                    <a:pt x="11740" y="5213"/>
                  </a:lnTo>
                  <a:lnTo>
                    <a:pt x="11701" y="5059"/>
                  </a:lnTo>
                  <a:lnTo>
                    <a:pt x="11624" y="4943"/>
                  </a:lnTo>
                  <a:lnTo>
                    <a:pt x="11547" y="4827"/>
                  </a:lnTo>
                  <a:lnTo>
                    <a:pt x="11431" y="4750"/>
                  </a:lnTo>
                  <a:lnTo>
                    <a:pt x="11276" y="4673"/>
                  </a:lnTo>
                  <a:lnTo>
                    <a:pt x="11122" y="4634"/>
                  </a:lnTo>
                  <a:lnTo>
                    <a:pt x="10774" y="4634"/>
                  </a:lnTo>
                  <a:lnTo>
                    <a:pt x="10581" y="4711"/>
                  </a:lnTo>
                  <a:lnTo>
                    <a:pt x="10427" y="4788"/>
                  </a:lnTo>
                  <a:lnTo>
                    <a:pt x="10311" y="4866"/>
                  </a:lnTo>
                  <a:lnTo>
                    <a:pt x="10195" y="5020"/>
                  </a:lnTo>
                  <a:lnTo>
                    <a:pt x="10079" y="5136"/>
                  </a:lnTo>
                  <a:lnTo>
                    <a:pt x="10002" y="5329"/>
                  </a:lnTo>
                  <a:lnTo>
                    <a:pt x="9964" y="5561"/>
                  </a:lnTo>
                  <a:lnTo>
                    <a:pt x="9964" y="5831"/>
                  </a:lnTo>
                  <a:lnTo>
                    <a:pt x="10041" y="6063"/>
                  </a:lnTo>
                  <a:lnTo>
                    <a:pt x="10118" y="6333"/>
                  </a:lnTo>
                  <a:lnTo>
                    <a:pt x="9462" y="6256"/>
                  </a:lnTo>
                  <a:lnTo>
                    <a:pt x="8805" y="6256"/>
                  </a:lnTo>
                  <a:lnTo>
                    <a:pt x="7492" y="6333"/>
                  </a:lnTo>
                  <a:lnTo>
                    <a:pt x="7685" y="6063"/>
                  </a:lnTo>
                  <a:lnTo>
                    <a:pt x="7801" y="5792"/>
                  </a:lnTo>
                  <a:lnTo>
                    <a:pt x="7878" y="5522"/>
                  </a:lnTo>
                  <a:lnTo>
                    <a:pt x="7956" y="5213"/>
                  </a:lnTo>
                  <a:lnTo>
                    <a:pt x="7917" y="4866"/>
                  </a:lnTo>
                  <a:lnTo>
                    <a:pt x="7878" y="4711"/>
                  </a:lnTo>
                  <a:lnTo>
                    <a:pt x="7801" y="4557"/>
                  </a:lnTo>
                  <a:lnTo>
                    <a:pt x="7724" y="4402"/>
                  </a:lnTo>
                  <a:lnTo>
                    <a:pt x="7608" y="4287"/>
                  </a:lnTo>
                  <a:lnTo>
                    <a:pt x="7492" y="4209"/>
                  </a:lnTo>
                  <a:lnTo>
                    <a:pt x="7299" y="4132"/>
                  </a:lnTo>
                  <a:lnTo>
                    <a:pt x="6990" y="4132"/>
                  </a:lnTo>
                  <a:lnTo>
                    <a:pt x="6836" y="4209"/>
                  </a:lnTo>
                  <a:lnTo>
                    <a:pt x="6720" y="4325"/>
                  </a:lnTo>
                  <a:lnTo>
                    <a:pt x="6604" y="4441"/>
                  </a:lnTo>
                  <a:lnTo>
                    <a:pt x="6527" y="4595"/>
                  </a:lnTo>
                  <a:lnTo>
                    <a:pt x="6411" y="4904"/>
                  </a:lnTo>
                  <a:lnTo>
                    <a:pt x="6372" y="5252"/>
                  </a:lnTo>
                  <a:lnTo>
                    <a:pt x="6411" y="5638"/>
                  </a:lnTo>
                  <a:lnTo>
                    <a:pt x="6450" y="5831"/>
                  </a:lnTo>
                  <a:lnTo>
                    <a:pt x="6527" y="6024"/>
                  </a:lnTo>
                  <a:lnTo>
                    <a:pt x="6643" y="6179"/>
                  </a:lnTo>
                  <a:lnTo>
                    <a:pt x="6759" y="6333"/>
                  </a:lnTo>
                  <a:lnTo>
                    <a:pt x="6102" y="6256"/>
                  </a:lnTo>
                  <a:lnTo>
                    <a:pt x="5755" y="6217"/>
                  </a:lnTo>
                  <a:lnTo>
                    <a:pt x="5446" y="6140"/>
                  </a:lnTo>
                  <a:lnTo>
                    <a:pt x="5137" y="6024"/>
                  </a:lnTo>
                  <a:lnTo>
                    <a:pt x="4828" y="5870"/>
                  </a:lnTo>
                  <a:lnTo>
                    <a:pt x="4519" y="5715"/>
                  </a:lnTo>
                  <a:lnTo>
                    <a:pt x="4210" y="5522"/>
                  </a:lnTo>
                  <a:lnTo>
                    <a:pt x="4557" y="5484"/>
                  </a:lnTo>
                  <a:lnTo>
                    <a:pt x="4905" y="5406"/>
                  </a:lnTo>
                  <a:lnTo>
                    <a:pt x="5175" y="5252"/>
                  </a:lnTo>
                  <a:lnTo>
                    <a:pt x="5446" y="5020"/>
                  </a:lnTo>
                  <a:lnTo>
                    <a:pt x="5561" y="4866"/>
                  </a:lnTo>
                  <a:lnTo>
                    <a:pt x="5639" y="4711"/>
                  </a:lnTo>
                  <a:lnTo>
                    <a:pt x="5677" y="4518"/>
                  </a:lnTo>
                  <a:lnTo>
                    <a:pt x="5716" y="4364"/>
                  </a:lnTo>
                  <a:lnTo>
                    <a:pt x="5716" y="4171"/>
                  </a:lnTo>
                  <a:lnTo>
                    <a:pt x="5639" y="4016"/>
                  </a:lnTo>
                  <a:lnTo>
                    <a:pt x="5561" y="3862"/>
                  </a:lnTo>
                  <a:lnTo>
                    <a:pt x="5446" y="3707"/>
                  </a:lnTo>
                  <a:lnTo>
                    <a:pt x="5330" y="3591"/>
                  </a:lnTo>
                  <a:lnTo>
                    <a:pt x="5175" y="3514"/>
                  </a:lnTo>
                  <a:lnTo>
                    <a:pt x="5021" y="3476"/>
                  </a:lnTo>
                  <a:lnTo>
                    <a:pt x="4866" y="3437"/>
                  </a:lnTo>
                  <a:lnTo>
                    <a:pt x="4712" y="3476"/>
                  </a:lnTo>
                  <a:lnTo>
                    <a:pt x="4557" y="3514"/>
                  </a:lnTo>
                  <a:lnTo>
                    <a:pt x="4442" y="3630"/>
                  </a:lnTo>
                  <a:lnTo>
                    <a:pt x="4287" y="3707"/>
                  </a:lnTo>
                  <a:lnTo>
                    <a:pt x="4171" y="3862"/>
                  </a:lnTo>
                  <a:lnTo>
                    <a:pt x="4055" y="4016"/>
                  </a:lnTo>
                  <a:lnTo>
                    <a:pt x="3940" y="4364"/>
                  </a:lnTo>
                  <a:lnTo>
                    <a:pt x="3824" y="4750"/>
                  </a:lnTo>
                  <a:lnTo>
                    <a:pt x="3785" y="5097"/>
                  </a:lnTo>
                  <a:lnTo>
                    <a:pt x="3515" y="4788"/>
                  </a:lnTo>
                  <a:lnTo>
                    <a:pt x="3283" y="4441"/>
                  </a:lnTo>
                  <a:lnTo>
                    <a:pt x="3052" y="4093"/>
                  </a:lnTo>
                  <a:lnTo>
                    <a:pt x="2858" y="3746"/>
                  </a:lnTo>
                  <a:lnTo>
                    <a:pt x="2704" y="3398"/>
                  </a:lnTo>
                  <a:lnTo>
                    <a:pt x="2550" y="3012"/>
                  </a:lnTo>
                  <a:lnTo>
                    <a:pt x="2318" y="2240"/>
                  </a:lnTo>
                  <a:lnTo>
                    <a:pt x="2318" y="2240"/>
                  </a:lnTo>
                  <a:lnTo>
                    <a:pt x="2588" y="2317"/>
                  </a:lnTo>
                  <a:lnTo>
                    <a:pt x="2858" y="2356"/>
                  </a:lnTo>
                  <a:lnTo>
                    <a:pt x="3129" y="2356"/>
                  </a:lnTo>
                  <a:lnTo>
                    <a:pt x="3399" y="2279"/>
                  </a:lnTo>
                  <a:lnTo>
                    <a:pt x="3554" y="2201"/>
                  </a:lnTo>
                  <a:lnTo>
                    <a:pt x="3708" y="2085"/>
                  </a:lnTo>
                  <a:lnTo>
                    <a:pt x="3824" y="1970"/>
                  </a:lnTo>
                  <a:lnTo>
                    <a:pt x="3940" y="1815"/>
                  </a:lnTo>
                  <a:lnTo>
                    <a:pt x="4017" y="1661"/>
                  </a:lnTo>
                  <a:lnTo>
                    <a:pt x="4055" y="1506"/>
                  </a:lnTo>
                  <a:lnTo>
                    <a:pt x="4055" y="1313"/>
                  </a:lnTo>
                  <a:lnTo>
                    <a:pt x="4017" y="1159"/>
                  </a:lnTo>
                  <a:lnTo>
                    <a:pt x="3978" y="1004"/>
                  </a:lnTo>
                  <a:lnTo>
                    <a:pt x="3862" y="850"/>
                  </a:lnTo>
                  <a:lnTo>
                    <a:pt x="3747" y="773"/>
                  </a:lnTo>
                  <a:lnTo>
                    <a:pt x="3592" y="695"/>
                  </a:lnTo>
                  <a:lnTo>
                    <a:pt x="3438" y="618"/>
                  </a:lnTo>
                  <a:lnTo>
                    <a:pt x="3283" y="579"/>
                  </a:lnTo>
                  <a:lnTo>
                    <a:pt x="3129" y="579"/>
                  </a:lnTo>
                  <a:lnTo>
                    <a:pt x="2974" y="618"/>
                  </a:lnTo>
                  <a:lnTo>
                    <a:pt x="2820" y="657"/>
                  </a:lnTo>
                  <a:lnTo>
                    <a:pt x="2665" y="734"/>
                  </a:lnTo>
                  <a:lnTo>
                    <a:pt x="2434" y="927"/>
                  </a:lnTo>
                  <a:lnTo>
                    <a:pt x="2241" y="1159"/>
                  </a:lnTo>
                  <a:lnTo>
                    <a:pt x="2125" y="146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20"/>
            <p:cNvSpPr/>
            <p:nvPr/>
          </p:nvSpPr>
          <p:spPr>
            <a:xfrm>
              <a:off x="5987875" y="4095550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4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4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70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8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20"/>
            <p:cNvSpPr/>
            <p:nvPr/>
          </p:nvSpPr>
          <p:spPr>
            <a:xfrm>
              <a:off x="4079325" y="419112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9"/>
                  </a:moveTo>
                  <a:lnTo>
                    <a:pt x="1082" y="5986"/>
                  </a:lnTo>
                  <a:lnTo>
                    <a:pt x="1236" y="6025"/>
                  </a:lnTo>
                  <a:lnTo>
                    <a:pt x="1391" y="6179"/>
                  </a:lnTo>
                  <a:lnTo>
                    <a:pt x="1468" y="6334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6" y="6951"/>
                  </a:lnTo>
                  <a:lnTo>
                    <a:pt x="1159" y="7029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6"/>
                  </a:lnTo>
                  <a:lnTo>
                    <a:pt x="425" y="6720"/>
                  </a:lnTo>
                  <a:lnTo>
                    <a:pt x="387" y="6643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5" y="6256"/>
                  </a:lnTo>
                  <a:lnTo>
                    <a:pt x="503" y="6179"/>
                  </a:lnTo>
                  <a:lnTo>
                    <a:pt x="696" y="6025"/>
                  </a:lnTo>
                  <a:lnTo>
                    <a:pt x="889" y="5909"/>
                  </a:lnTo>
                  <a:close/>
                  <a:moveTo>
                    <a:pt x="5909" y="1"/>
                  </a:moveTo>
                  <a:lnTo>
                    <a:pt x="5831" y="39"/>
                  </a:lnTo>
                  <a:lnTo>
                    <a:pt x="5522" y="310"/>
                  </a:lnTo>
                  <a:lnTo>
                    <a:pt x="5175" y="619"/>
                  </a:lnTo>
                  <a:lnTo>
                    <a:pt x="4596" y="1314"/>
                  </a:lnTo>
                  <a:lnTo>
                    <a:pt x="4017" y="2047"/>
                  </a:lnTo>
                  <a:lnTo>
                    <a:pt x="3437" y="2781"/>
                  </a:lnTo>
                  <a:lnTo>
                    <a:pt x="2279" y="4133"/>
                  </a:lnTo>
                  <a:lnTo>
                    <a:pt x="1738" y="4866"/>
                  </a:lnTo>
                  <a:lnTo>
                    <a:pt x="1198" y="5561"/>
                  </a:lnTo>
                  <a:lnTo>
                    <a:pt x="1043" y="5523"/>
                  </a:lnTo>
                  <a:lnTo>
                    <a:pt x="889" y="5523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1" y="6334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4" y="7145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3" y="6527"/>
                  </a:lnTo>
                  <a:lnTo>
                    <a:pt x="1854" y="6334"/>
                  </a:lnTo>
                  <a:lnTo>
                    <a:pt x="1815" y="6179"/>
                  </a:lnTo>
                  <a:lnTo>
                    <a:pt x="1738" y="6025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3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9" y="657"/>
                  </a:lnTo>
                  <a:lnTo>
                    <a:pt x="6102" y="310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20"/>
            <p:cNvSpPr/>
            <p:nvPr/>
          </p:nvSpPr>
          <p:spPr>
            <a:xfrm>
              <a:off x="3825425" y="421912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8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2"/>
                  </a:lnTo>
                  <a:lnTo>
                    <a:pt x="6643" y="5909"/>
                  </a:lnTo>
                  <a:lnTo>
                    <a:pt x="6797" y="5754"/>
                  </a:lnTo>
                  <a:close/>
                  <a:moveTo>
                    <a:pt x="233" y="1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10"/>
                  </a:lnTo>
                  <a:lnTo>
                    <a:pt x="39" y="387"/>
                  </a:lnTo>
                  <a:lnTo>
                    <a:pt x="426" y="773"/>
                  </a:lnTo>
                  <a:lnTo>
                    <a:pt x="812" y="1120"/>
                  </a:lnTo>
                  <a:lnTo>
                    <a:pt x="1623" y="1777"/>
                  </a:lnTo>
                  <a:lnTo>
                    <a:pt x="3399" y="3206"/>
                  </a:lnTo>
                  <a:lnTo>
                    <a:pt x="4866" y="4441"/>
                  </a:lnTo>
                  <a:lnTo>
                    <a:pt x="5639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2"/>
                  </a:lnTo>
                  <a:lnTo>
                    <a:pt x="6720" y="7299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9"/>
                  </a:lnTo>
                  <a:lnTo>
                    <a:pt x="7454" y="7260"/>
                  </a:lnTo>
                  <a:lnTo>
                    <a:pt x="7608" y="7144"/>
                  </a:lnTo>
                  <a:lnTo>
                    <a:pt x="7724" y="7029"/>
                  </a:lnTo>
                  <a:lnTo>
                    <a:pt x="7840" y="6913"/>
                  </a:lnTo>
                  <a:lnTo>
                    <a:pt x="7956" y="6758"/>
                  </a:lnTo>
                  <a:lnTo>
                    <a:pt x="7994" y="6565"/>
                  </a:lnTo>
                  <a:lnTo>
                    <a:pt x="8033" y="6411"/>
                  </a:lnTo>
                  <a:lnTo>
                    <a:pt x="8033" y="6218"/>
                  </a:lnTo>
                  <a:lnTo>
                    <a:pt x="7956" y="6025"/>
                  </a:lnTo>
                  <a:lnTo>
                    <a:pt x="7840" y="5870"/>
                  </a:lnTo>
                  <a:lnTo>
                    <a:pt x="7724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6" y="5484"/>
                  </a:lnTo>
                  <a:lnTo>
                    <a:pt x="6025" y="4712"/>
                  </a:lnTo>
                  <a:lnTo>
                    <a:pt x="5214" y="4017"/>
                  </a:lnTo>
                  <a:lnTo>
                    <a:pt x="3515" y="2626"/>
                  </a:lnTo>
                  <a:lnTo>
                    <a:pt x="2743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5" y="310"/>
                  </a:lnTo>
                  <a:lnTo>
                    <a:pt x="310" y="39"/>
                  </a:lnTo>
                  <a:lnTo>
                    <a:pt x="23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20"/>
            <p:cNvSpPr/>
            <p:nvPr/>
          </p:nvSpPr>
          <p:spPr>
            <a:xfrm>
              <a:off x="3401625" y="4223000"/>
              <a:ext cx="240425" cy="634250"/>
            </a:xfrm>
            <a:custGeom>
              <a:avLst/>
              <a:gdLst/>
              <a:ahLst/>
              <a:cxnLst/>
              <a:rect l="l" t="t" r="r" b="b"/>
              <a:pathLst>
                <a:path w="9617" h="25370" extrusionOk="0">
                  <a:moveTo>
                    <a:pt x="4751" y="463"/>
                  </a:moveTo>
                  <a:lnTo>
                    <a:pt x="5291" y="502"/>
                  </a:lnTo>
                  <a:lnTo>
                    <a:pt x="5755" y="579"/>
                  </a:lnTo>
                  <a:lnTo>
                    <a:pt x="6218" y="772"/>
                  </a:lnTo>
                  <a:lnTo>
                    <a:pt x="6681" y="965"/>
                  </a:lnTo>
                  <a:lnTo>
                    <a:pt x="7067" y="1236"/>
                  </a:lnTo>
                  <a:lnTo>
                    <a:pt x="7454" y="1583"/>
                  </a:lnTo>
                  <a:lnTo>
                    <a:pt x="7801" y="1931"/>
                  </a:lnTo>
                  <a:lnTo>
                    <a:pt x="8149" y="2356"/>
                  </a:lnTo>
                  <a:lnTo>
                    <a:pt x="8419" y="2780"/>
                  </a:lnTo>
                  <a:lnTo>
                    <a:pt x="8651" y="3244"/>
                  </a:lnTo>
                  <a:lnTo>
                    <a:pt x="8844" y="3707"/>
                  </a:lnTo>
                  <a:lnTo>
                    <a:pt x="8998" y="4209"/>
                  </a:lnTo>
                  <a:lnTo>
                    <a:pt x="9075" y="4711"/>
                  </a:lnTo>
                  <a:lnTo>
                    <a:pt x="9114" y="5213"/>
                  </a:lnTo>
                  <a:lnTo>
                    <a:pt x="9114" y="5754"/>
                  </a:lnTo>
                  <a:lnTo>
                    <a:pt x="9075" y="6256"/>
                  </a:lnTo>
                  <a:lnTo>
                    <a:pt x="8998" y="6758"/>
                  </a:lnTo>
                  <a:lnTo>
                    <a:pt x="8882" y="7260"/>
                  </a:lnTo>
                  <a:lnTo>
                    <a:pt x="8689" y="7723"/>
                  </a:lnTo>
                  <a:lnTo>
                    <a:pt x="8496" y="8225"/>
                  </a:lnTo>
                  <a:lnTo>
                    <a:pt x="8303" y="8650"/>
                  </a:lnTo>
                  <a:lnTo>
                    <a:pt x="8033" y="9113"/>
                  </a:lnTo>
                  <a:lnTo>
                    <a:pt x="7763" y="9538"/>
                  </a:lnTo>
                  <a:lnTo>
                    <a:pt x="7454" y="9924"/>
                  </a:lnTo>
                  <a:lnTo>
                    <a:pt x="7106" y="10349"/>
                  </a:lnTo>
                  <a:lnTo>
                    <a:pt x="6759" y="10735"/>
                  </a:lnTo>
                  <a:lnTo>
                    <a:pt x="6025" y="11469"/>
                  </a:lnTo>
                  <a:lnTo>
                    <a:pt x="5253" y="12125"/>
                  </a:lnTo>
                  <a:lnTo>
                    <a:pt x="5098" y="12125"/>
                  </a:lnTo>
                  <a:lnTo>
                    <a:pt x="5059" y="12202"/>
                  </a:lnTo>
                  <a:lnTo>
                    <a:pt x="5021" y="12241"/>
                  </a:lnTo>
                  <a:lnTo>
                    <a:pt x="5021" y="12280"/>
                  </a:lnTo>
                  <a:lnTo>
                    <a:pt x="4210" y="11816"/>
                  </a:lnTo>
                  <a:lnTo>
                    <a:pt x="3476" y="11314"/>
                  </a:lnTo>
                  <a:lnTo>
                    <a:pt x="2781" y="10735"/>
                  </a:lnTo>
                  <a:lnTo>
                    <a:pt x="2472" y="10426"/>
                  </a:lnTo>
                  <a:lnTo>
                    <a:pt x="2163" y="10117"/>
                  </a:lnTo>
                  <a:lnTo>
                    <a:pt x="1893" y="9770"/>
                  </a:lnTo>
                  <a:lnTo>
                    <a:pt x="1661" y="9422"/>
                  </a:lnTo>
                  <a:lnTo>
                    <a:pt x="1430" y="9036"/>
                  </a:lnTo>
                  <a:lnTo>
                    <a:pt x="1198" y="8650"/>
                  </a:lnTo>
                  <a:lnTo>
                    <a:pt x="1005" y="8264"/>
                  </a:lnTo>
                  <a:lnTo>
                    <a:pt x="850" y="7839"/>
                  </a:lnTo>
                  <a:lnTo>
                    <a:pt x="735" y="7376"/>
                  </a:lnTo>
                  <a:lnTo>
                    <a:pt x="619" y="6912"/>
                  </a:lnTo>
                  <a:lnTo>
                    <a:pt x="542" y="6449"/>
                  </a:lnTo>
                  <a:lnTo>
                    <a:pt x="503" y="5985"/>
                  </a:lnTo>
                  <a:lnTo>
                    <a:pt x="503" y="5522"/>
                  </a:lnTo>
                  <a:lnTo>
                    <a:pt x="542" y="5020"/>
                  </a:lnTo>
                  <a:lnTo>
                    <a:pt x="619" y="4557"/>
                  </a:lnTo>
                  <a:lnTo>
                    <a:pt x="696" y="4055"/>
                  </a:lnTo>
                  <a:lnTo>
                    <a:pt x="850" y="3591"/>
                  </a:lnTo>
                  <a:lnTo>
                    <a:pt x="1005" y="3167"/>
                  </a:lnTo>
                  <a:lnTo>
                    <a:pt x="1237" y="2742"/>
                  </a:lnTo>
                  <a:lnTo>
                    <a:pt x="1468" y="2317"/>
                  </a:lnTo>
                  <a:lnTo>
                    <a:pt x="1739" y="1931"/>
                  </a:lnTo>
                  <a:lnTo>
                    <a:pt x="2086" y="1583"/>
                  </a:lnTo>
                  <a:lnTo>
                    <a:pt x="2434" y="1274"/>
                  </a:lnTo>
                  <a:lnTo>
                    <a:pt x="2820" y="1004"/>
                  </a:lnTo>
                  <a:lnTo>
                    <a:pt x="3245" y="811"/>
                  </a:lnTo>
                  <a:lnTo>
                    <a:pt x="3708" y="618"/>
                  </a:lnTo>
                  <a:lnTo>
                    <a:pt x="4249" y="502"/>
                  </a:lnTo>
                  <a:lnTo>
                    <a:pt x="4751" y="463"/>
                  </a:lnTo>
                  <a:close/>
                  <a:moveTo>
                    <a:pt x="5137" y="12627"/>
                  </a:moveTo>
                  <a:lnTo>
                    <a:pt x="5214" y="12666"/>
                  </a:lnTo>
                  <a:lnTo>
                    <a:pt x="5484" y="13129"/>
                  </a:lnTo>
                  <a:lnTo>
                    <a:pt x="4751" y="13052"/>
                  </a:lnTo>
                  <a:lnTo>
                    <a:pt x="5059" y="12627"/>
                  </a:lnTo>
                  <a:close/>
                  <a:moveTo>
                    <a:pt x="3167" y="13979"/>
                  </a:moveTo>
                  <a:lnTo>
                    <a:pt x="3476" y="14403"/>
                  </a:lnTo>
                  <a:lnTo>
                    <a:pt x="3708" y="14828"/>
                  </a:lnTo>
                  <a:lnTo>
                    <a:pt x="3669" y="14867"/>
                  </a:lnTo>
                  <a:lnTo>
                    <a:pt x="3438" y="14944"/>
                  </a:lnTo>
                  <a:lnTo>
                    <a:pt x="3167" y="15021"/>
                  </a:lnTo>
                  <a:lnTo>
                    <a:pt x="2936" y="15060"/>
                  </a:lnTo>
                  <a:lnTo>
                    <a:pt x="2665" y="15021"/>
                  </a:lnTo>
                  <a:lnTo>
                    <a:pt x="2936" y="14519"/>
                  </a:lnTo>
                  <a:lnTo>
                    <a:pt x="3167" y="13979"/>
                  </a:lnTo>
                  <a:close/>
                  <a:moveTo>
                    <a:pt x="5330" y="14867"/>
                  </a:moveTo>
                  <a:lnTo>
                    <a:pt x="5021" y="15987"/>
                  </a:lnTo>
                  <a:lnTo>
                    <a:pt x="4789" y="15794"/>
                  </a:lnTo>
                  <a:lnTo>
                    <a:pt x="4557" y="15562"/>
                  </a:lnTo>
                  <a:lnTo>
                    <a:pt x="4364" y="15330"/>
                  </a:lnTo>
                  <a:lnTo>
                    <a:pt x="4210" y="15098"/>
                  </a:lnTo>
                  <a:lnTo>
                    <a:pt x="4171" y="15060"/>
                  </a:lnTo>
                  <a:lnTo>
                    <a:pt x="5330" y="14867"/>
                  </a:lnTo>
                  <a:close/>
                  <a:moveTo>
                    <a:pt x="4055" y="15407"/>
                  </a:moveTo>
                  <a:lnTo>
                    <a:pt x="4249" y="15678"/>
                  </a:lnTo>
                  <a:lnTo>
                    <a:pt x="4480" y="15948"/>
                  </a:lnTo>
                  <a:lnTo>
                    <a:pt x="4712" y="16218"/>
                  </a:lnTo>
                  <a:lnTo>
                    <a:pt x="4982" y="16450"/>
                  </a:lnTo>
                  <a:lnTo>
                    <a:pt x="5098" y="16489"/>
                  </a:lnTo>
                  <a:lnTo>
                    <a:pt x="4905" y="16991"/>
                  </a:lnTo>
                  <a:lnTo>
                    <a:pt x="4789" y="17531"/>
                  </a:lnTo>
                  <a:lnTo>
                    <a:pt x="4480" y="17145"/>
                  </a:lnTo>
                  <a:lnTo>
                    <a:pt x="4249" y="16759"/>
                  </a:lnTo>
                  <a:lnTo>
                    <a:pt x="4133" y="16527"/>
                  </a:lnTo>
                  <a:lnTo>
                    <a:pt x="4055" y="16296"/>
                  </a:lnTo>
                  <a:lnTo>
                    <a:pt x="4017" y="16064"/>
                  </a:lnTo>
                  <a:lnTo>
                    <a:pt x="4017" y="15794"/>
                  </a:lnTo>
                  <a:lnTo>
                    <a:pt x="4055" y="15407"/>
                  </a:lnTo>
                  <a:close/>
                  <a:moveTo>
                    <a:pt x="5291" y="16798"/>
                  </a:moveTo>
                  <a:lnTo>
                    <a:pt x="5600" y="17145"/>
                  </a:lnTo>
                  <a:lnTo>
                    <a:pt x="5870" y="17531"/>
                  </a:lnTo>
                  <a:lnTo>
                    <a:pt x="5446" y="17570"/>
                  </a:lnTo>
                  <a:lnTo>
                    <a:pt x="5021" y="17647"/>
                  </a:lnTo>
                  <a:lnTo>
                    <a:pt x="5291" y="16798"/>
                  </a:lnTo>
                  <a:close/>
                  <a:moveTo>
                    <a:pt x="4557" y="17879"/>
                  </a:moveTo>
                  <a:lnTo>
                    <a:pt x="4635" y="17995"/>
                  </a:lnTo>
                  <a:lnTo>
                    <a:pt x="4519" y="18149"/>
                  </a:lnTo>
                  <a:lnTo>
                    <a:pt x="4403" y="18381"/>
                  </a:lnTo>
                  <a:lnTo>
                    <a:pt x="4287" y="18805"/>
                  </a:lnTo>
                  <a:lnTo>
                    <a:pt x="3901" y="18381"/>
                  </a:lnTo>
                  <a:lnTo>
                    <a:pt x="3553" y="17917"/>
                  </a:lnTo>
                  <a:lnTo>
                    <a:pt x="4557" y="17879"/>
                  </a:lnTo>
                  <a:close/>
                  <a:moveTo>
                    <a:pt x="7917" y="20003"/>
                  </a:moveTo>
                  <a:lnTo>
                    <a:pt x="7878" y="20736"/>
                  </a:lnTo>
                  <a:lnTo>
                    <a:pt x="7763" y="21509"/>
                  </a:lnTo>
                  <a:lnTo>
                    <a:pt x="6797" y="20775"/>
                  </a:lnTo>
                  <a:lnTo>
                    <a:pt x="6759" y="20736"/>
                  </a:lnTo>
                  <a:lnTo>
                    <a:pt x="6681" y="20466"/>
                  </a:lnTo>
                  <a:lnTo>
                    <a:pt x="6990" y="20273"/>
                  </a:lnTo>
                  <a:lnTo>
                    <a:pt x="7299" y="20118"/>
                  </a:lnTo>
                  <a:lnTo>
                    <a:pt x="7608" y="20041"/>
                  </a:lnTo>
                  <a:lnTo>
                    <a:pt x="7917" y="20003"/>
                  </a:lnTo>
                  <a:close/>
                  <a:moveTo>
                    <a:pt x="5330" y="20389"/>
                  </a:moveTo>
                  <a:lnTo>
                    <a:pt x="6179" y="20813"/>
                  </a:lnTo>
                  <a:lnTo>
                    <a:pt x="5755" y="21200"/>
                  </a:lnTo>
                  <a:lnTo>
                    <a:pt x="5368" y="21663"/>
                  </a:lnTo>
                  <a:lnTo>
                    <a:pt x="5291" y="21007"/>
                  </a:lnTo>
                  <a:lnTo>
                    <a:pt x="5330" y="20389"/>
                  </a:lnTo>
                  <a:close/>
                  <a:moveTo>
                    <a:pt x="4905" y="0"/>
                  </a:moveTo>
                  <a:lnTo>
                    <a:pt x="4519" y="39"/>
                  </a:lnTo>
                  <a:lnTo>
                    <a:pt x="4171" y="39"/>
                  </a:lnTo>
                  <a:lnTo>
                    <a:pt x="3785" y="116"/>
                  </a:lnTo>
                  <a:lnTo>
                    <a:pt x="3438" y="232"/>
                  </a:lnTo>
                  <a:lnTo>
                    <a:pt x="3090" y="348"/>
                  </a:lnTo>
                  <a:lnTo>
                    <a:pt x="2743" y="502"/>
                  </a:lnTo>
                  <a:lnTo>
                    <a:pt x="2434" y="695"/>
                  </a:lnTo>
                  <a:lnTo>
                    <a:pt x="2086" y="927"/>
                  </a:lnTo>
                  <a:lnTo>
                    <a:pt x="1816" y="1197"/>
                  </a:lnTo>
                  <a:lnTo>
                    <a:pt x="1507" y="1506"/>
                  </a:lnTo>
                  <a:lnTo>
                    <a:pt x="1275" y="1815"/>
                  </a:lnTo>
                  <a:lnTo>
                    <a:pt x="1044" y="2124"/>
                  </a:lnTo>
                  <a:lnTo>
                    <a:pt x="812" y="2471"/>
                  </a:lnTo>
                  <a:lnTo>
                    <a:pt x="619" y="2858"/>
                  </a:lnTo>
                  <a:lnTo>
                    <a:pt x="464" y="3205"/>
                  </a:lnTo>
                  <a:lnTo>
                    <a:pt x="310" y="3591"/>
                  </a:lnTo>
                  <a:lnTo>
                    <a:pt x="233" y="3977"/>
                  </a:lnTo>
                  <a:lnTo>
                    <a:pt x="117" y="4364"/>
                  </a:lnTo>
                  <a:lnTo>
                    <a:pt x="78" y="4750"/>
                  </a:lnTo>
                  <a:lnTo>
                    <a:pt x="1" y="5174"/>
                  </a:lnTo>
                  <a:lnTo>
                    <a:pt x="1" y="5561"/>
                  </a:lnTo>
                  <a:lnTo>
                    <a:pt x="1" y="5985"/>
                  </a:lnTo>
                  <a:lnTo>
                    <a:pt x="40" y="6372"/>
                  </a:lnTo>
                  <a:lnTo>
                    <a:pt x="78" y="6796"/>
                  </a:lnTo>
                  <a:lnTo>
                    <a:pt x="155" y="7182"/>
                  </a:lnTo>
                  <a:lnTo>
                    <a:pt x="271" y="7569"/>
                  </a:lnTo>
                  <a:lnTo>
                    <a:pt x="387" y="7993"/>
                  </a:lnTo>
                  <a:lnTo>
                    <a:pt x="542" y="8380"/>
                  </a:lnTo>
                  <a:lnTo>
                    <a:pt x="928" y="9152"/>
                  </a:lnTo>
                  <a:lnTo>
                    <a:pt x="1121" y="9538"/>
                  </a:lnTo>
                  <a:lnTo>
                    <a:pt x="1352" y="9924"/>
                  </a:lnTo>
                  <a:lnTo>
                    <a:pt x="1623" y="10272"/>
                  </a:lnTo>
                  <a:lnTo>
                    <a:pt x="1893" y="10619"/>
                  </a:lnTo>
                  <a:lnTo>
                    <a:pt x="2202" y="10928"/>
                  </a:lnTo>
                  <a:lnTo>
                    <a:pt x="2511" y="11237"/>
                  </a:lnTo>
                  <a:lnTo>
                    <a:pt x="2820" y="11546"/>
                  </a:lnTo>
                  <a:lnTo>
                    <a:pt x="3167" y="11778"/>
                  </a:lnTo>
                  <a:lnTo>
                    <a:pt x="3553" y="12009"/>
                  </a:lnTo>
                  <a:lnTo>
                    <a:pt x="3940" y="12241"/>
                  </a:lnTo>
                  <a:lnTo>
                    <a:pt x="4326" y="12395"/>
                  </a:lnTo>
                  <a:lnTo>
                    <a:pt x="4712" y="12550"/>
                  </a:lnTo>
                  <a:lnTo>
                    <a:pt x="4171" y="13091"/>
                  </a:lnTo>
                  <a:lnTo>
                    <a:pt x="4133" y="13206"/>
                  </a:lnTo>
                  <a:lnTo>
                    <a:pt x="4133" y="13322"/>
                  </a:lnTo>
                  <a:lnTo>
                    <a:pt x="4210" y="13399"/>
                  </a:lnTo>
                  <a:lnTo>
                    <a:pt x="4326" y="13438"/>
                  </a:lnTo>
                  <a:lnTo>
                    <a:pt x="4789" y="13477"/>
                  </a:lnTo>
                  <a:lnTo>
                    <a:pt x="4519" y="13747"/>
                  </a:lnTo>
                  <a:lnTo>
                    <a:pt x="4287" y="13979"/>
                  </a:lnTo>
                  <a:lnTo>
                    <a:pt x="4094" y="14288"/>
                  </a:lnTo>
                  <a:lnTo>
                    <a:pt x="3940" y="14596"/>
                  </a:lnTo>
                  <a:lnTo>
                    <a:pt x="3785" y="14288"/>
                  </a:lnTo>
                  <a:lnTo>
                    <a:pt x="3631" y="14017"/>
                  </a:lnTo>
                  <a:lnTo>
                    <a:pt x="3438" y="13747"/>
                  </a:lnTo>
                  <a:lnTo>
                    <a:pt x="3206" y="13477"/>
                  </a:lnTo>
                  <a:lnTo>
                    <a:pt x="3129" y="13438"/>
                  </a:lnTo>
                  <a:lnTo>
                    <a:pt x="3051" y="13438"/>
                  </a:lnTo>
                  <a:lnTo>
                    <a:pt x="2974" y="13477"/>
                  </a:lnTo>
                  <a:lnTo>
                    <a:pt x="2897" y="13593"/>
                  </a:lnTo>
                  <a:lnTo>
                    <a:pt x="2588" y="14326"/>
                  </a:lnTo>
                  <a:lnTo>
                    <a:pt x="2241" y="15098"/>
                  </a:lnTo>
                  <a:lnTo>
                    <a:pt x="2202" y="15176"/>
                  </a:lnTo>
                  <a:lnTo>
                    <a:pt x="2202" y="15253"/>
                  </a:lnTo>
                  <a:lnTo>
                    <a:pt x="2241" y="15330"/>
                  </a:lnTo>
                  <a:lnTo>
                    <a:pt x="2318" y="15369"/>
                  </a:lnTo>
                  <a:lnTo>
                    <a:pt x="2665" y="15407"/>
                  </a:lnTo>
                  <a:lnTo>
                    <a:pt x="3013" y="15407"/>
                  </a:lnTo>
                  <a:lnTo>
                    <a:pt x="3360" y="15369"/>
                  </a:lnTo>
                  <a:lnTo>
                    <a:pt x="3669" y="15253"/>
                  </a:lnTo>
                  <a:lnTo>
                    <a:pt x="3669" y="15253"/>
                  </a:lnTo>
                  <a:lnTo>
                    <a:pt x="3631" y="15562"/>
                  </a:lnTo>
                  <a:lnTo>
                    <a:pt x="3592" y="15909"/>
                  </a:lnTo>
                  <a:lnTo>
                    <a:pt x="3631" y="16141"/>
                  </a:lnTo>
                  <a:lnTo>
                    <a:pt x="3669" y="16373"/>
                  </a:lnTo>
                  <a:lnTo>
                    <a:pt x="3785" y="16798"/>
                  </a:lnTo>
                  <a:lnTo>
                    <a:pt x="4017" y="17184"/>
                  </a:lnTo>
                  <a:lnTo>
                    <a:pt x="4287" y="17570"/>
                  </a:lnTo>
                  <a:lnTo>
                    <a:pt x="3245" y="17570"/>
                  </a:lnTo>
                  <a:lnTo>
                    <a:pt x="3167" y="17608"/>
                  </a:lnTo>
                  <a:lnTo>
                    <a:pt x="3090" y="17647"/>
                  </a:lnTo>
                  <a:lnTo>
                    <a:pt x="3051" y="17763"/>
                  </a:lnTo>
                  <a:lnTo>
                    <a:pt x="3090" y="17840"/>
                  </a:lnTo>
                  <a:lnTo>
                    <a:pt x="3322" y="18265"/>
                  </a:lnTo>
                  <a:lnTo>
                    <a:pt x="3592" y="18612"/>
                  </a:lnTo>
                  <a:lnTo>
                    <a:pt x="3901" y="18960"/>
                  </a:lnTo>
                  <a:lnTo>
                    <a:pt x="4249" y="19307"/>
                  </a:lnTo>
                  <a:lnTo>
                    <a:pt x="4326" y="19346"/>
                  </a:lnTo>
                  <a:lnTo>
                    <a:pt x="4442" y="19346"/>
                  </a:lnTo>
                  <a:lnTo>
                    <a:pt x="4519" y="19307"/>
                  </a:lnTo>
                  <a:lnTo>
                    <a:pt x="4557" y="19230"/>
                  </a:lnTo>
                  <a:lnTo>
                    <a:pt x="4751" y="18767"/>
                  </a:lnTo>
                  <a:lnTo>
                    <a:pt x="4828" y="18497"/>
                  </a:lnTo>
                  <a:lnTo>
                    <a:pt x="4905" y="18265"/>
                  </a:lnTo>
                  <a:lnTo>
                    <a:pt x="5021" y="18381"/>
                  </a:lnTo>
                  <a:lnTo>
                    <a:pt x="5446" y="18883"/>
                  </a:lnTo>
                  <a:lnTo>
                    <a:pt x="5793" y="19385"/>
                  </a:lnTo>
                  <a:lnTo>
                    <a:pt x="6063" y="19964"/>
                  </a:lnTo>
                  <a:lnTo>
                    <a:pt x="6257" y="20543"/>
                  </a:lnTo>
                  <a:lnTo>
                    <a:pt x="5253" y="19964"/>
                  </a:lnTo>
                  <a:lnTo>
                    <a:pt x="5175" y="19925"/>
                  </a:lnTo>
                  <a:lnTo>
                    <a:pt x="5098" y="19925"/>
                  </a:lnTo>
                  <a:lnTo>
                    <a:pt x="5021" y="20003"/>
                  </a:lnTo>
                  <a:lnTo>
                    <a:pt x="4982" y="20041"/>
                  </a:lnTo>
                  <a:lnTo>
                    <a:pt x="4944" y="20582"/>
                  </a:lnTo>
                  <a:lnTo>
                    <a:pt x="4944" y="21084"/>
                  </a:lnTo>
                  <a:lnTo>
                    <a:pt x="4982" y="21586"/>
                  </a:lnTo>
                  <a:lnTo>
                    <a:pt x="5059" y="22088"/>
                  </a:lnTo>
                  <a:lnTo>
                    <a:pt x="5098" y="22204"/>
                  </a:lnTo>
                  <a:lnTo>
                    <a:pt x="5214" y="22242"/>
                  </a:lnTo>
                  <a:lnTo>
                    <a:pt x="5291" y="22242"/>
                  </a:lnTo>
                  <a:lnTo>
                    <a:pt x="5368" y="22165"/>
                  </a:lnTo>
                  <a:lnTo>
                    <a:pt x="5870" y="21663"/>
                  </a:lnTo>
                  <a:lnTo>
                    <a:pt x="6372" y="21161"/>
                  </a:lnTo>
                  <a:lnTo>
                    <a:pt x="6411" y="21547"/>
                  </a:lnTo>
                  <a:lnTo>
                    <a:pt x="6372" y="21933"/>
                  </a:lnTo>
                  <a:lnTo>
                    <a:pt x="6295" y="22474"/>
                  </a:lnTo>
                  <a:lnTo>
                    <a:pt x="6102" y="23053"/>
                  </a:lnTo>
                  <a:lnTo>
                    <a:pt x="5870" y="23671"/>
                  </a:lnTo>
                  <a:lnTo>
                    <a:pt x="5677" y="23941"/>
                  </a:lnTo>
                  <a:lnTo>
                    <a:pt x="5523" y="24173"/>
                  </a:lnTo>
                  <a:lnTo>
                    <a:pt x="5330" y="24405"/>
                  </a:lnTo>
                  <a:lnTo>
                    <a:pt x="5098" y="24598"/>
                  </a:lnTo>
                  <a:lnTo>
                    <a:pt x="4866" y="24752"/>
                  </a:lnTo>
                  <a:lnTo>
                    <a:pt x="4635" y="24868"/>
                  </a:lnTo>
                  <a:lnTo>
                    <a:pt x="4364" y="24945"/>
                  </a:lnTo>
                  <a:lnTo>
                    <a:pt x="4094" y="24907"/>
                  </a:lnTo>
                  <a:lnTo>
                    <a:pt x="3785" y="24868"/>
                  </a:lnTo>
                  <a:lnTo>
                    <a:pt x="3476" y="24714"/>
                  </a:lnTo>
                  <a:lnTo>
                    <a:pt x="3399" y="24675"/>
                  </a:lnTo>
                  <a:lnTo>
                    <a:pt x="3360" y="24675"/>
                  </a:lnTo>
                  <a:lnTo>
                    <a:pt x="3283" y="24752"/>
                  </a:lnTo>
                  <a:lnTo>
                    <a:pt x="3245" y="24868"/>
                  </a:lnTo>
                  <a:lnTo>
                    <a:pt x="3245" y="24907"/>
                  </a:lnTo>
                  <a:lnTo>
                    <a:pt x="3283" y="24945"/>
                  </a:lnTo>
                  <a:lnTo>
                    <a:pt x="3438" y="25100"/>
                  </a:lnTo>
                  <a:lnTo>
                    <a:pt x="3592" y="25216"/>
                  </a:lnTo>
                  <a:lnTo>
                    <a:pt x="3785" y="25293"/>
                  </a:lnTo>
                  <a:lnTo>
                    <a:pt x="3940" y="25331"/>
                  </a:lnTo>
                  <a:lnTo>
                    <a:pt x="4133" y="25370"/>
                  </a:lnTo>
                  <a:lnTo>
                    <a:pt x="4287" y="25370"/>
                  </a:lnTo>
                  <a:lnTo>
                    <a:pt x="4635" y="25293"/>
                  </a:lnTo>
                  <a:lnTo>
                    <a:pt x="4982" y="25138"/>
                  </a:lnTo>
                  <a:lnTo>
                    <a:pt x="5330" y="24945"/>
                  </a:lnTo>
                  <a:lnTo>
                    <a:pt x="5600" y="24714"/>
                  </a:lnTo>
                  <a:lnTo>
                    <a:pt x="5870" y="24443"/>
                  </a:lnTo>
                  <a:lnTo>
                    <a:pt x="6141" y="24057"/>
                  </a:lnTo>
                  <a:lnTo>
                    <a:pt x="6334" y="23671"/>
                  </a:lnTo>
                  <a:lnTo>
                    <a:pt x="6527" y="23285"/>
                  </a:lnTo>
                  <a:lnTo>
                    <a:pt x="6643" y="22860"/>
                  </a:lnTo>
                  <a:lnTo>
                    <a:pt x="6759" y="22435"/>
                  </a:lnTo>
                  <a:lnTo>
                    <a:pt x="6797" y="21972"/>
                  </a:lnTo>
                  <a:lnTo>
                    <a:pt x="6836" y="21547"/>
                  </a:lnTo>
                  <a:lnTo>
                    <a:pt x="6797" y="21084"/>
                  </a:lnTo>
                  <a:lnTo>
                    <a:pt x="7763" y="21933"/>
                  </a:lnTo>
                  <a:lnTo>
                    <a:pt x="7840" y="21972"/>
                  </a:lnTo>
                  <a:lnTo>
                    <a:pt x="7917" y="21972"/>
                  </a:lnTo>
                  <a:lnTo>
                    <a:pt x="7994" y="21933"/>
                  </a:lnTo>
                  <a:lnTo>
                    <a:pt x="8071" y="21856"/>
                  </a:lnTo>
                  <a:lnTo>
                    <a:pt x="8149" y="21354"/>
                  </a:lnTo>
                  <a:lnTo>
                    <a:pt x="8226" y="20852"/>
                  </a:lnTo>
                  <a:lnTo>
                    <a:pt x="8303" y="19809"/>
                  </a:lnTo>
                  <a:lnTo>
                    <a:pt x="8303" y="19732"/>
                  </a:lnTo>
                  <a:lnTo>
                    <a:pt x="8265" y="19694"/>
                  </a:lnTo>
                  <a:lnTo>
                    <a:pt x="8187" y="19655"/>
                  </a:lnTo>
                  <a:lnTo>
                    <a:pt x="8149" y="19616"/>
                  </a:lnTo>
                  <a:lnTo>
                    <a:pt x="7724" y="19655"/>
                  </a:lnTo>
                  <a:lnTo>
                    <a:pt x="7299" y="19732"/>
                  </a:lnTo>
                  <a:lnTo>
                    <a:pt x="6952" y="19848"/>
                  </a:lnTo>
                  <a:lnTo>
                    <a:pt x="6604" y="20080"/>
                  </a:lnTo>
                  <a:lnTo>
                    <a:pt x="6334" y="19539"/>
                  </a:lnTo>
                  <a:lnTo>
                    <a:pt x="6025" y="18999"/>
                  </a:lnTo>
                  <a:lnTo>
                    <a:pt x="5677" y="18497"/>
                  </a:lnTo>
                  <a:lnTo>
                    <a:pt x="5253" y="18033"/>
                  </a:lnTo>
                  <a:lnTo>
                    <a:pt x="5214" y="17995"/>
                  </a:lnTo>
                  <a:lnTo>
                    <a:pt x="5716" y="17956"/>
                  </a:lnTo>
                  <a:lnTo>
                    <a:pt x="6179" y="17879"/>
                  </a:lnTo>
                  <a:lnTo>
                    <a:pt x="6257" y="17840"/>
                  </a:lnTo>
                  <a:lnTo>
                    <a:pt x="6295" y="17763"/>
                  </a:lnTo>
                  <a:lnTo>
                    <a:pt x="6295" y="17686"/>
                  </a:lnTo>
                  <a:lnTo>
                    <a:pt x="6257" y="17608"/>
                  </a:lnTo>
                  <a:lnTo>
                    <a:pt x="6102" y="17261"/>
                  </a:lnTo>
                  <a:lnTo>
                    <a:pt x="5870" y="16952"/>
                  </a:lnTo>
                  <a:lnTo>
                    <a:pt x="5639" y="16682"/>
                  </a:lnTo>
                  <a:lnTo>
                    <a:pt x="5368" y="16411"/>
                  </a:lnTo>
                  <a:lnTo>
                    <a:pt x="5291" y="16373"/>
                  </a:lnTo>
                  <a:lnTo>
                    <a:pt x="5793" y="14674"/>
                  </a:lnTo>
                  <a:lnTo>
                    <a:pt x="5793" y="14558"/>
                  </a:lnTo>
                  <a:lnTo>
                    <a:pt x="5755" y="14481"/>
                  </a:lnTo>
                  <a:lnTo>
                    <a:pt x="5677" y="14442"/>
                  </a:lnTo>
                  <a:lnTo>
                    <a:pt x="5561" y="14442"/>
                  </a:lnTo>
                  <a:lnTo>
                    <a:pt x="4326" y="14674"/>
                  </a:lnTo>
                  <a:lnTo>
                    <a:pt x="4326" y="14674"/>
                  </a:lnTo>
                  <a:lnTo>
                    <a:pt x="4519" y="14326"/>
                  </a:lnTo>
                  <a:lnTo>
                    <a:pt x="4751" y="14056"/>
                  </a:lnTo>
                  <a:lnTo>
                    <a:pt x="4982" y="13786"/>
                  </a:lnTo>
                  <a:lnTo>
                    <a:pt x="5214" y="13515"/>
                  </a:lnTo>
                  <a:lnTo>
                    <a:pt x="5870" y="13554"/>
                  </a:lnTo>
                  <a:lnTo>
                    <a:pt x="5986" y="13515"/>
                  </a:lnTo>
                  <a:lnTo>
                    <a:pt x="6025" y="13438"/>
                  </a:lnTo>
                  <a:lnTo>
                    <a:pt x="6063" y="13361"/>
                  </a:lnTo>
                  <a:lnTo>
                    <a:pt x="6025" y="13245"/>
                  </a:lnTo>
                  <a:lnTo>
                    <a:pt x="5832" y="12820"/>
                  </a:lnTo>
                  <a:lnTo>
                    <a:pt x="5561" y="12434"/>
                  </a:lnTo>
                  <a:lnTo>
                    <a:pt x="6257" y="11893"/>
                  </a:lnTo>
                  <a:lnTo>
                    <a:pt x="6913" y="11276"/>
                  </a:lnTo>
                  <a:lnTo>
                    <a:pt x="7531" y="10619"/>
                  </a:lnTo>
                  <a:lnTo>
                    <a:pt x="8110" y="9885"/>
                  </a:lnTo>
                  <a:lnTo>
                    <a:pt x="8573" y="9152"/>
                  </a:lnTo>
                  <a:lnTo>
                    <a:pt x="8805" y="8766"/>
                  </a:lnTo>
                  <a:lnTo>
                    <a:pt x="8998" y="8341"/>
                  </a:lnTo>
                  <a:lnTo>
                    <a:pt x="9153" y="7916"/>
                  </a:lnTo>
                  <a:lnTo>
                    <a:pt x="9307" y="7491"/>
                  </a:lnTo>
                  <a:lnTo>
                    <a:pt x="9423" y="7067"/>
                  </a:lnTo>
                  <a:lnTo>
                    <a:pt x="9500" y="6642"/>
                  </a:lnTo>
                  <a:lnTo>
                    <a:pt x="9577" y="6217"/>
                  </a:lnTo>
                  <a:lnTo>
                    <a:pt x="9616" y="5754"/>
                  </a:lnTo>
                  <a:lnTo>
                    <a:pt x="9616" y="5329"/>
                  </a:lnTo>
                  <a:lnTo>
                    <a:pt x="9577" y="4904"/>
                  </a:lnTo>
                  <a:lnTo>
                    <a:pt x="9539" y="4479"/>
                  </a:lnTo>
                  <a:lnTo>
                    <a:pt x="9462" y="4093"/>
                  </a:lnTo>
                  <a:lnTo>
                    <a:pt x="9346" y="3669"/>
                  </a:lnTo>
                  <a:lnTo>
                    <a:pt x="9230" y="3282"/>
                  </a:lnTo>
                  <a:lnTo>
                    <a:pt x="9037" y="2896"/>
                  </a:lnTo>
                  <a:lnTo>
                    <a:pt x="8882" y="2510"/>
                  </a:lnTo>
                  <a:lnTo>
                    <a:pt x="8651" y="2163"/>
                  </a:lnTo>
                  <a:lnTo>
                    <a:pt x="8380" y="1815"/>
                  </a:lnTo>
                  <a:lnTo>
                    <a:pt x="8110" y="1506"/>
                  </a:lnTo>
                  <a:lnTo>
                    <a:pt x="7801" y="1197"/>
                  </a:lnTo>
                  <a:lnTo>
                    <a:pt x="7492" y="927"/>
                  </a:lnTo>
                  <a:lnTo>
                    <a:pt x="7106" y="695"/>
                  </a:lnTo>
                  <a:lnTo>
                    <a:pt x="6759" y="502"/>
                  </a:lnTo>
                  <a:lnTo>
                    <a:pt x="6411" y="348"/>
                  </a:lnTo>
                  <a:lnTo>
                    <a:pt x="6025" y="193"/>
                  </a:lnTo>
                  <a:lnTo>
                    <a:pt x="5639" y="116"/>
                  </a:lnTo>
                  <a:lnTo>
                    <a:pt x="5291" y="3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20"/>
            <p:cNvSpPr/>
            <p:nvPr/>
          </p:nvSpPr>
          <p:spPr>
            <a:xfrm>
              <a:off x="3031900" y="427125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4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8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1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9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5"/>
                  </a:lnTo>
                  <a:lnTo>
                    <a:pt x="1159" y="541"/>
                  </a:lnTo>
                  <a:lnTo>
                    <a:pt x="1352" y="426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9"/>
                  </a:lnTo>
                  <a:lnTo>
                    <a:pt x="309" y="928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6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3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4"/>
                  </a:lnTo>
                  <a:lnTo>
                    <a:pt x="1468" y="4017"/>
                  </a:lnTo>
                  <a:lnTo>
                    <a:pt x="1661" y="4094"/>
                  </a:lnTo>
                  <a:lnTo>
                    <a:pt x="1893" y="4133"/>
                  </a:lnTo>
                  <a:lnTo>
                    <a:pt x="2317" y="4133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3"/>
                  </a:lnTo>
                  <a:lnTo>
                    <a:pt x="4171" y="1430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7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20"/>
            <p:cNvSpPr/>
            <p:nvPr/>
          </p:nvSpPr>
          <p:spPr>
            <a:xfrm>
              <a:off x="5567925" y="4274150"/>
              <a:ext cx="67600" cy="76300"/>
            </a:xfrm>
            <a:custGeom>
              <a:avLst/>
              <a:gdLst/>
              <a:ahLst/>
              <a:cxnLst/>
              <a:rect l="l" t="t" r="r" b="b"/>
              <a:pathLst>
                <a:path w="2704" h="3052" extrusionOk="0">
                  <a:moveTo>
                    <a:pt x="1159" y="425"/>
                  </a:moveTo>
                  <a:lnTo>
                    <a:pt x="1429" y="503"/>
                  </a:lnTo>
                  <a:lnTo>
                    <a:pt x="1661" y="619"/>
                  </a:lnTo>
                  <a:lnTo>
                    <a:pt x="1854" y="773"/>
                  </a:lnTo>
                  <a:lnTo>
                    <a:pt x="2009" y="966"/>
                  </a:lnTo>
                  <a:lnTo>
                    <a:pt x="2124" y="1121"/>
                  </a:lnTo>
                  <a:lnTo>
                    <a:pt x="2202" y="1314"/>
                  </a:lnTo>
                  <a:lnTo>
                    <a:pt x="2318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5"/>
                  </a:lnTo>
                  <a:lnTo>
                    <a:pt x="2047" y="2279"/>
                  </a:lnTo>
                  <a:lnTo>
                    <a:pt x="1623" y="2047"/>
                  </a:lnTo>
                  <a:lnTo>
                    <a:pt x="1236" y="1893"/>
                  </a:lnTo>
                  <a:lnTo>
                    <a:pt x="1005" y="1777"/>
                  </a:lnTo>
                  <a:lnTo>
                    <a:pt x="812" y="1661"/>
                  </a:lnTo>
                  <a:lnTo>
                    <a:pt x="619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2"/>
                  </a:lnTo>
                  <a:lnTo>
                    <a:pt x="541" y="657"/>
                  </a:lnTo>
                  <a:lnTo>
                    <a:pt x="619" y="580"/>
                  </a:lnTo>
                  <a:lnTo>
                    <a:pt x="696" y="503"/>
                  </a:lnTo>
                  <a:lnTo>
                    <a:pt x="812" y="464"/>
                  </a:lnTo>
                  <a:lnTo>
                    <a:pt x="927" y="425"/>
                  </a:lnTo>
                  <a:close/>
                  <a:moveTo>
                    <a:pt x="1005" y="1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4" y="425"/>
                  </a:lnTo>
                  <a:lnTo>
                    <a:pt x="78" y="619"/>
                  </a:lnTo>
                  <a:lnTo>
                    <a:pt x="1" y="812"/>
                  </a:lnTo>
                  <a:lnTo>
                    <a:pt x="1" y="1005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3"/>
                  </a:lnTo>
                  <a:lnTo>
                    <a:pt x="387" y="1854"/>
                  </a:lnTo>
                  <a:lnTo>
                    <a:pt x="619" y="2047"/>
                  </a:lnTo>
                  <a:lnTo>
                    <a:pt x="889" y="2202"/>
                  </a:lnTo>
                  <a:lnTo>
                    <a:pt x="1198" y="2318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9" y="2742"/>
                  </a:lnTo>
                  <a:lnTo>
                    <a:pt x="2202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1" y="3013"/>
                  </a:lnTo>
                  <a:lnTo>
                    <a:pt x="2588" y="2974"/>
                  </a:lnTo>
                  <a:lnTo>
                    <a:pt x="2626" y="2897"/>
                  </a:lnTo>
                  <a:lnTo>
                    <a:pt x="2704" y="2318"/>
                  </a:lnTo>
                  <a:lnTo>
                    <a:pt x="2704" y="2009"/>
                  </a:lnTo>
                  <a:lnTo>
                    <a:pt x="2704" y="1700"/>
                  </a:lnTo>
                  <a:lnTo>
                    <a:pt x="2626" y="1429"/>
                  </a:lnTo>
                  <a:lnTo>
                    <a:pt x="2549" y="1121"/>
                  </a:lnTo>
                  <a:lnTo>
                    <a:pt x="2433" y="850"/>
                  </a:lnTo>
                  <a:lnTo>
                    <a:pt x="2279" y="580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700" y="117"/>
                  </a:lnTo>
                  <a:lnTo>
                    <a:pt x="1507" y="39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20"/>
            <p:cNvSpPr/>
            <p:nvPr/>
          </p:nvSpPr>
          <p:spPr>
            <a:xfrm>
              <a:off x="2254775" y="4312775"/>
              <a:ext cx="326325" cy="190200"/>
            </a:xfrm>
            <a:custGeom>
              <a:avLst/>
              <a:gdLst/>
              <a:ahLst/>
              <a:cxnLst/>
              <a:rect l="l" t="t" r="r" b="b"/>
              <a:pathLst>
                <a:path w="13053" h="7608" extrusionOk="0">
                  <a:moveTo>
                    <a:pt x="8920" y="271"/>
                  </a:moveTo>
                  <a:lnTo>
                    <a:pt x="9036" y="348"/>
                  </a:lnTo>
                  <a:lnTo>
                    <a:pt x="9191" y="464"/>
                  </a:lnTo>
                  <a:lnTo>
                    <a:pt x="9307" y="618"/>
                  </a:lnTo>
                  <a:lnTo>
                    <a:pt x="9384" y="657"/>
                  </a:lnTo>
                  <a:lnTo>
                    <a:pt x="9422" y="966"/>
                  </a:lnTo>
                  <a:lnTo>
                    <a:pt x="9422" y="1275"/>
                  </a:lnTo>
                  <a:lnTo>
                    <a:pt x="9345" y="1545"/>
                  </a:lnTo>
                  <a:lnTo>
                    <a:pt x="9229" y="1815"/>
                  </a:lnTo>
                  <a:lnTo>
                    <a:pt x="9036" y="2085"/>
                  </a:lnTo>
                  <a:lnTo>
                    <a:pt x="8882" y="2317"/>
                  </a:lnTo>
                  <a:lnTo>
                    <a:pt x="8457" y="2781"/>
                  </a:lnTo>
                  <a:lnTo>
                    <a:pt x="6990" y="4441"/>
                  </a:lnTo>
                  <a:lnTo>
                    <a:pt x="6835" y="4441"/>
                  </a:lnTo>
                  <a:lnTo>
                    <a:pt x="7106" y="3476"/>
                  </a:lnTo>
                  <a:lnTo>
                    <a:pt x="7415" y="2549"/>
                  </a:lnTo>
                  <a:lnTo>
                    <a:pt x="7801" y="1506"/>
                  </a:lnTo>
                  <a:lnTo>
                    <a:pt x="8032" y="1043"/>
                  </a:lnTo>
                  <a:lnTo>
                    <a:pt x="8187" y="773"/>
                  </a:lnTo>
                  <a:lnTo>
                    <a:pt x="8380" y="502"/>
                  </a:lnTo>
                  <a:lnTo>
                    <a:pt x="8573" y="348"/>
                  </a:lnTo>
                  <a:lnTo>
                    <a:pt x="8689" y="271"/>
                  </a:lnTo>
                  <a:close/>
                  <a:moveTo>
                    <a:pt x="2124" y="4441"/>
                  </a:moveTo>
                  <a:lnTo>
                    <a:pt x="2974" y="4557"/>
                  </a:lnTo>
                  <a:lnTo>
                    <a:pt x="3823" y="4711"/>
                  </a:lnTo>
                  <a:lnTo>
                    <a:pt x="4905" y="4866"/>
                  </a:lnTo>
                  <a:lnTo>
                    <a:pt x="5407" y="4943"/>
                  </a:lnTo>
                  <a:lnTo>
                    <a:pt x="5947" y="4982"/>
                  </a:lnTo>
                  <a:lnTo>
                    <a:pt x="4673" y="5213"/>
                  </a:lnTo>
                  <a:lnTo>
                    <a:pt x="3399" y="5406"/>
                  </a:lnTo>
                  <a:lnTo>
                    <a:pt x="2703" y="5484"/>
                  </a:lnTo>
                  <a:lnTo>
                    <a:pt x="1622" y="5484"/>
                  </a:lnTo>
                  <a:lnTo>
                    <a:pt x="1236" y="5445"/>
                  </a:lnTo>
                  <a:lnTo>
                    <a:pt x="966" y="5368"/>
                  </a:lnTo>
                  <a:lnTo>
                    <a:pt x="773" y="5291"/>
                  </a:lnTo>
                  <a:lnTo>
                    <a:pt x="696" y="5213"/>
                  </a:lnTo>
                  <a:lnTo>
                    <a:pt x="657" y="5097"/>
                  </a:lnTo>
                  <a:lnTo>
                    <a:pt x="657" y="4982"/>
                  </a:lnTo>
                  <a:lnTo>
                    <a:pt x="696" y="4827"/>
                  </a:lnTo>
                  <a:lnTo>
                    <a:pt x="734" y="4673"/>
                  </a:lnTo>
                  <a:lnTo>
                    <a:pt x="811" y="4557"/>
                  </a:lnTo>
                  <a:lnTo>
                    <a:pt x="889" y="4480"/>
                  </a:lnTo>
                  <a:lnTo>
                    <a:pt x="966" y="4441"/>
                  </a:lnTo>
                  <a:close/>
                  <a:moveTo>
                    <a:pt x="7183" y="4866"/>
                  </a:moveTo>
                  <a:lnTo>
                    <a:pt x="8380" y="5097"/>
                  </a:lnTo>
                  <a:lnTo>
                    <a:pt x="9616" y="5406"/>
                  </a:lnTo>
                  <a:lnTo>
                    <a:pt x="10272" y="5599"/>
                  </a:lnTo>
                  <a:lnTo>
                    <a:pt x="10967" y="5792"/>
                  </a:lnTo>
                  <a:lnTo>
                    <a:pt x="11662" y="6024"/>
                  </a:lnTo>
                  <a:lnTo>
                    <a:pt x="12087" y="6217"/>
                  </a:lnTo>
                  <a:lnTo>
                    <a:pt x="12203" y="6256"/>
                  </a:lnTo>
                  <a:lnTo>
                    <a:pt x="12319" y="6333"/>
                  </a:lnTo>
                  <a:lnTo>
                    <a:pt x="12396" y="6410"/>
                  </a:lnTo>
                  <a:lnTo>
                    <a:pt x="12434" y="6526"/>
                  </a:lnTo>
                  <a:lnTo>
                    <a:pt x="12473" y="6642"/>
                  </a:lnTo>
                  <a:lnTo>
                    <a:pt x="12473" y="6796"/>
                  </a:lnTo>
                  <a:lnTo>
                    <a:pt x="12396" y="7144"/>
                  </a:lnTo>
                  <a:lnTo>
                    <a:pt x="12241" y="7183"/>
                  </a:lnTo>
                  <a:lnTo>
                    <a:pt x="12010" y="7221"/>
                  </a:lnTo>
                  <a:lnTo>
                    <a:pt x="11817" y="7183"/>
                  </a:lnTo>
                  <a:lnTo>
                    <a:pt x="11585" y="7144"/>
                  </a:lnTo>
                  <a:lnTo>
                    <a:pt x="11122" y="7028"/>
                  </a:lnTo>
                  <a:lnTo>
                    <a:pt x="10735" y="6874"/>
                  </a:lnTo>
                  <a:lnTo>
                    <a:pt x="10002" y="6603"/>
                  </a:lnTo>
                  <a:lnTo>
                    <a:pt x="9307" y="6256"/>
                  </a:lnTo>
                  <a:lnTo>
                    <a:pt x="8766" y="5947"/>
                  </a:lnTo>
                  <a:lnTo>
                    <a:pt x="8225" y="5599"/>
                  </a:lnTo>
                  <a:lnTo>
                    <a:pt x="7183" y="4866"/>
                  </a:lnTo>
                  <a:close/>
                  <a:moveTo>
                    <a:pt x="8805" y="0"/>
                  </a:moveTo>
                  <a:lnTo>
                    <a:pt x="8573" y="39"/>
                  </a:lnTo>
                  <a:lnTo>
                    <a:pt x="8341" y="155"/>
                  </a:lnTo>
                  <a:lnTo>
                    <a:pt x="8110" y="271"/>
                  </a:lnTo>
                  <a:lnTo>
                    <a:pt x="7955" y="464"/>
                  </a:lnTo>
                  <a:lnTo>
                    <a:pt x="7723" y="850"/>
                  </a:lnTo>
                  <a:lnTo>
                    <a:pt x="7492" y="1275"/>
                  </a:lnTo>
                  <a:lnTo>
                    <a:pt x="7183" y="2201"/>
                  </a:lnTo>
                  <a:lnTo>
                    <a:pt x="6835" y="3321"/>
                  </a:lnTo>
                  <a:lnTo>
                    <a:pt x="6719" y="3862"/>
                  </a:lnTo>
                  <a:lnTo>
                    <a:pt x="6604" y="4441"/>
                  </a:lnTo>
                  <a:lnTo>
                    <a:pt x="6526" y="4518"/>
                  </a:lnTo>
                  <a:lnTo>
                    <a:pt x="6526" y="4634"/>
                  </a:lnTo>
                  <a:lnTo>
                    <a:pt x="5947" y="4595"/>
                  </a:lnTo>
                  <a:lnTo>
                    <a:pt x="5407" y="4557"/>
                  </a:lnTo>
                  <a:lnTo>
                    <a:pt x="4325" y="4402"/>
                  </a:lnTo>
                  <a:lnTo>
                    <a:pt x="3244" y="4209"/>
                  </a:lnTo>
                  <a:lnTo>
                    <a:pt x="2703" y="4132"/>
                  </a:lnTo>
                  <a:lnTo>
                    <a:pt x="2124" y="4093"/>
                  </a:lnTo>
                  <a:lnTo>
                    <a:pt x="1545" y="4055"/>
                  </a:lnTo>
                  <a:lnTo>
                    <a:pt x="1159" y="4055"/>
                  </a:lnTo>
                  <a:lnTo>
                    <a:pt x="773" y="4093"/>
                  </a:lnTo>
                  <a:lnTo>
                    <a:pt x="425" y="4209"/>
                  </a:lnTo>
                  <a:lnTo>
                    <a:pt x="271" y="4287"/>
                  </a:lnTo>
                  <a:lnTo>
                    <a:pt x="155" y="4364"/>
                  </a:lnTo>
                  <a:lnTo>
                    <a:pt x="78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4982"/>
                  </a:lnTo>
                  <a:lnTo>
                    <a:pt x="78" y="5136"/>
                  </a:lnTo>
                  <a:lnTo>
                    <a:pt x="155" y="5252"/>
                  </a:lnTo>
                  <a:lnTo>
                    <a:pt x="232" y="5406"/>
                  </a:lnTo>
                  <a:lnTo>
                    <a:pt x="348" y="5522"/>
                  </a:lnTo>
                  <a:lnTo>
                    <a:pt x="618" y="5677"/>
                  </a:lnTo>
                  <a:lnTo>
                    <a:pt x="927" y="5792"/>
                  </a:lnTo>
                  <a:lnTo>
                    <a:pt x="1275" y="5870"/>
                  </a:lnTo>
                  <a:lnTo>
                    <a:pt x="1622" y="5908"/>
                  </a:lnTo>
                  <a:lnTo>
                    <a:pt x="2240" y="5908"/>
                  </a:lnTo>
                  <a:lnTo>
                    <a:pt x="3360" y="5831"/>
                  </a:lnTo>
                  <a:lnTo>
                    <a:pt x="4441" y="5715"/>
                  </a:lnTo>
                  <a:lnTo>
                    <a:pt x="5561" y="5484"/>
                  </a:lnTo>
                  <a:lnTo>
                    <a:pt x="6102" y="5329"/>
                  </a:lnTo>
                  <a:lnTo>
                    <a:pt x="6604" y="5136"/>
                  </a:lnTo>
                  <a:lnTo>
                    <a:pt x="6604" y="5175"/>
                  </a:lnTo>
                  <a:lnTo>
                    <a:pt x="6642" y="5599"/>
                  </a:lnTo>
                  <a:lnTo>
                    <a:pt x="6681" y="5792"/>
                  </a:lnTo>
                  <a:lnTo>
                    <a:pt x="6758" y="5986"/>
                  </a:lnTo>
                  <a:lnTo>
                    <a:pt x="7028" y="6024"/>
                  </a:lnTo>
                  <a:lnTo>
                    <a:pt x="7028" y="5986"/>
                  </a:lnTo>
                  <a:lnTo>
                    <a:pt x="6951" y="5599"/>
                  </a:lnTo>
                  <a:lnTo>
                    <a:pt x="6951" y="5406"/>
                  </a:lnTo>
                  <a:lnTo>
                    <a:pt x="6990" y="5213"/>
                  </a:lnTo>
                  <a:lnTo>
                    <a:pt x="7028" y="5175"/>
                  </a:lnTo>
                  <a:lnTo>
                    <a:pt x="7723" y="5754"/>
                  </a:lnTo>
                  <a:lnTo>
                    <a:pt x="8496" y="6256"/>
                  </a:lnTo>
                  <a:lnTo>
                    <a:pt x="9307" y="6681"/>
                  </a:lnTo>
                  <a:lnTo>
                    <a:pt x="10118" y="7067"/>
                  </a:lnTo>
                  <a:lnTo>
                    <a:pt x="10774" y="7337"/>
                  </a:lnTo>
                  <a:lnTo>
                    <a:pt x="11237" y="7453"/>
                  </a:lnTo>
                  <a:lnTo>
                    <a:pt x="11662" y="7569"/>
                  </a:lnTo>
                  <a:lnTo>
                    <a:pt x="12126" y="7607"/>
                  </a:lnTo>
                  <a:lnTo>
                    <a:pt x="12319" y="7569"/>
                  </a:lnTo>
                  <a:lnTo>
                    <a:pt x="12512" y="7530"/>
                  </a:lnTo>
                  <a:lnTo>
                    <a:pt x="12666" y="7453"/>
                  </a:lnTo>
                  <a:lnTo>
                    <a:pt x="12821" y="7376"/>
                  </a:lnTo>
                  <a:lnTo>
                    <a:pt x="12936" y="7221"/>
                  </a:lnTo>
                  <a:lnTo>
                    <a:pt x="13014" y="7028"/>
                  </a:lnTo>
                  <a:lnTo>
                    <a:pt x="13052" y="6874"/>
                  </a:lnTo>
                  <a:lnTo>
                    <a:pt x="13052" y="6719"/>
                  </a:lnTo>
                  <a:lnTo>
                    <a:pt x="13014" y="6565"/>
                  </a:lnTo>
                  <a:lnTo>
                    <a:pt x="12975" y="6449"/>
                  </a:lnTo>
                  <a:lnTo>
                    <a:pt x="12898" y="6333"/>
                  </a:lnTo>
                  <a:lnTo>
                    <a:pt x="12782" y="6217"/>
                  </a:lnTo>
                  <a:lnTo>
                    <a:pt x="12512" y="6024"/>
                  </a:lnTo>
                  <a:lnTo>
                    <a:pt x="12241" y="5870"/>
                  </a:lnTo>
                  <a:lnTo>
                    <a:pt x="11894" y="5715"/>
                  </a:lnTo>
                  <a:lnTo>
                    <a:pt x="11353" y="5522"/>
                  </a:lnTo>
                  <a:lnTo>
                    <a:pt x="10388" y="5213"/>
                  </a:lnTo>
                  <a:lnTo>
                    <a:pt x="9384" y="4943"/>
                  </a:lnTo>
                  <a:lnTo>
                    <a:pt x="8380" y="4711"/>
                  </a:lnTo>
                  <a:lnTo>
                    <a:pt x="7376" y="4518"/>
                  </a:lnTo>
                  <a:lnTo>
                    <a:pt x="8418" y="3437"/>
                  </a:lnTo>
                  <a:lnTo>
                    <a:pt x="8882" y="2896"/>
                  </a:lnTo>
                  <a:lnTo>
                    <a:pt x="9345" y="2279"/>
                  </a:lnTo>
                  <a:lnTo>
                    <a:pt x="9461" y="2085"/>
                  </a:lnTo>
                  <a:lnTo>
                    <a:pt x="9577" y="1854"/>
                  </a:lnTo>
                  <a:lnTo>
                    <a:pt x="9654" y="1622"/>
                  </a:lnTo>
                  <a:lnTo>
                    <a:pt x="9731" y="1390"/>
                  </a:lnTo>
                  <a:lnTo>
                    <a:pt x="9731" y="1159"/>
                  </a:lnTo>
                  <a:lnTo>
                    <a:pt x="9693" y="927"/>
                  </a:lnTo>
                  <a:lnTo>
                    <a:pt x="9654" y="657"/>
                  </a:lnTo>
                  <a:lnTo>
                    <a:pt x="9500" y="464"/>
                  </a:lnTo>
                  <a:lnTo>
                    <a:pt x="9461" y="309"/>
                  </a:lnTo>
                  <a:lnTo>
                    <a:pt x="9384" y="232"/>
                  </a:lnTo>
                  <a:lnTo>
                    <a:pt x="9229" y="78"/>
                  </a:lnTo>
                  <a:lnTo>
                    <a:pt x="90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20"/>
            <p:cNvSpPr/>
            <p:nvPr/>
          </p:nvSpPr>
          <p:spPr>
            <a:xfrm>
              <a:off x="1058675" y="4315675"/>
              <a:ext cx="594700" cy="534825"/>
            </a:xfrm>
            <a:custGeom>
              <a:avLst/>
              <a:gdLst/>
              <a:ahLst/>
              <a:cxnLst/>
              <a:rect l="l" t="t" r="r" b="b"/>
              <a:pathLst>
                <a:path w="23788" h="21393" extrusionOk="0">
                  <a:moveTo>
                    <a:pt x="23478" y="270"/>
                  </a:moveTo>
                  <a:lnTo>
                    <a:pt x="23401" y="386"/>
                  </a:lnTo>
                  <a:lnTo>
                    <a:pt x="22590" y="1815"/>
                  </a:lnTo>
                  <a:lnTo>
                    <a:pt x="21741" y="3205"/>
                  </a:lnTo>
                  <a:lnTo>
                    <a:pt x="20853" y="4595"/>
                  </a:lnTo>
                  <a:lnTo>
                    <a:pt x="19926" y="5985"/>
                  </a:lnTo>
                  <a:lnTo>
                    <a:pt x="19269" y="5754"/>
                  </a:lnTo>
                  <a:lnTo>
                    <a:pt x="18999" y="5638"/>
                  </a:lnTo>
                  <a:lnTo>
                    <a:pt x="18690" y="5483"/>
                  </a:lnTo>
                  <a:lnTo>
                    <a:pt x="18420" y="5290"/>
                  </a:lnTo>
                  <a:lnTo>
                    <a:pt x="18150" y="5059"/>
                  </a:lnTo>
                  <a:lnTo>
                    <a:pt x="17918" y="4827"/>
                  </a:lnTo>
                  <a:lnTo>
                    <a:pt x="17686" y="4557"/>
                  </a:lnTo>
                  <a:lnTo>
                    <a:pt x="17493" y="4286"/>
                  </a:lnTo>
                  <a:lnTo>
                    <a:pt x="17339" y="3977"/>
                  </a:lnTo>
                  <a:lnTo>
                    <a:pt x="17030" y="3360"/>
                  </a:lnTo>
                  <a:lnTo>
                    <a:pt x="16798" y="2742"/>
                  </a:lnTo>
                  <a:lnTo>
                    <a:pt x="16605" y="2085"/>
                  </a:lnTo>
                  <a:lnTo>
                    <a:pt x="17416" y="1776"/>
                  </a:lnTo>
                  <a:lnTo>
                    <a:pt x="18265" y="1467"/>
                  </a:lnTo>
                  <a:lnTo>
                    <a:pt x="19115" y="1197"/>
                  </a:lnTo>
                  <a:lnTo>
                    <a:pt x="19965" y="965"/>
                  </a:lnTo>
                  <a:lnTo>
                    <a:pt x="20853" y="772"/>
                  </a:lnTo>
                  <a:lnTo>
                    <a:pt x="21702" y="579"/>
                  </a:lnTo>
                  <a:lnTo>
                    <a:pt x="22590" y="425"/>
                  </a:lnTo>
                  <a:lnTo>
                    <a:pt x="23478" y="270"/>
                  </a:lnTo>
                  <a:close/>
                  <a:moveTo>
                    <a:pt x="4866" y="7607"/>
                  </a:moveTo>
                  <a:lnTo>
                    <a:pt x="6256" y="7646"/>
                  </a:lnTo>
                  <a:lnTo>
                    <a:pt x="7608" y="7723"/>
                  </a:lnTo>
                  <a:lnTo>
                    <a:pt x="7222" y="8186"/>
                  </a:lnTo>
                  <a:lnTo>
                    <a:pt x="6835" y="8650"/>
                  </a:lnTo>
                  <a:lnTo>
                    <a:pt x="6488" y="9190"/>
                  </a:lnTo>
                  <a:lnTo>
                    <a:pt x="6140" y="9692"/>
                  </a:lnTo>
                  <a:lnTo>
                    <a:pt x="5909" y="10233"/>
                  </a:lnTo>
                  <a:lnTo>
                    <a:pt x="5870" y="10272"/>
                  </a:lnTo>
                  <a:lnTo>
                    <a:pt x="5214" y="10774"/>
                  </a:lnTo>
                  <a:lnTo>
                    <a:pt x="4557" y="11314"/>
                  </a:lnTo>
                  <a:lnTo>
                    <a:pt x="4326" y="11546"/>
                  </a:lnTo>
                  <a:lnTo>
                    <a:pt x="4094" y="11816"/>
                  </a:lnTo>
                  <a:lnTo>
                    <a:pt x="3824" y="12048"/>
                  </a:lnTo>
                  <a:lnTo>
                    <a:pt x="3708" y="12125"/>
                  </a:lnTo>
                  <a:lnTo>
                    <a:pt x="3553" y="12164"/>
                  </a:lnTo>
                  <a:lnTo>
                    <a:pt x="3399" y="12202"/>
                  </a:lnTo>
                  <a:lnTo>
                    <a:pt x="3206" y="12164"/>
                  </a:lnTo>
                  <a:lnTo>
                    <a:pt x="2742" y="12087"/>
                  </a:lnTo>
                  <a:lnTo>
                    <a:pt x="1970" y="11855"/>
                  </a:lnTo>
                  <a:lnTo>
                    <a:pt x="387" y="11507"/>
                  </a:lnTo>
                  <a:lnTo>
                    <a:pt x="1005" y="11083"/>
                  </a:lnTo>
                  <a:lnTo>
                    <a:pt x="1584" y="10658"/>
                  </a:lnTo>
                  <a:lnTo>
                    <a:pt x="2163" y="10156"/>
                  </a:lnTo>
                  <a:lnTo>
                    <a:pt x="2704" y="9654"/>
                  </a:lnTo>
                  <a:lnTo>
                    <a:pt x="3553" y="8804"/>
                  </a:lnTo>
                  <a:lnTo>
                    <a:pt x="4055" y="8186"/>
                  </a:lnTo>
                  <a:lnTo>
                    <a:pt x="4326" y="7916"/>
                  </a:lnTo>
                  <a:lnTo>
                    <a:pt x="4634" y="7684"/>
                  </a:lnTo>
                  <a:lnTo>
                    <a:pt x="4789" y="7684"/>
                  </a:lnTo>
                  <a:lnTo>
                    <a:pt x="4827" y="7646"/>
                  </a:lnTo>
                  <a:lnTo>
                    <a:pt x="4866" y="7607"/>
                  </a:lnTo>
                  <a:close/>
                  <a:moveTo>
                    <a:pt x="16296" y="2201"/>
                  </a:moveTo>
                  <a:lnTo>
                    <a:pt x="16489" y="2858"/>
                  </a:lnTo>
                  <a:lnTo>
                    <a:pt x="16721" y="3553"/>
                  </a:lnTo>
                  <a:lnTo>
                    <a:pt x="17030" y="4209"/>
                  </a:lnTo>
                  <a:lnTo>
                    <a:pt x="17223" y="4518"/>
                  </a:lnTo>
                  <a:lnTo>
                    <a:pt x="17455" y="4827"/>
                  </a:lnTo>
                  <a:lnTo>
                    <a:pt x="17648" y="5136"/>
                  </a:lnTo>
                  <a:lnTo>
                    <a:pt x="17879" y="5368"/>
                  </a:lnTo>
                  <a:lnTo>
                    <a:pt x="18150" y="5599"/>
                  </a:lnTo>
                  <a:lnTo>
                    <a:pt x="18420" y="5831"/>
                  </a:lnTo>
                  <a:lnTo>
                    <a:pt x="18729" y="5985"/>
                  </a:lnTo>
                  <a:lnTo>
                    <a:pt x="19038" y="6140"/>
                  </a:lnTo>
                  <a:lnTo>
                    <a:pt x="19385" y="6217"/>
                  </a:lnTo>
                  <a:lnTo>
                    <a:pt x="19771" y="6256"/>
                  </a:lnTo>
                  <a:lnTo>
                    <a:pt x="18922" y="7453"/>
                  </a:lnTo>
                  <a:lnTo>
                    <a:pt x="18034" y="8611"/>
                  </a:lnTo>
                  <a:lnTo>
                    <a:pt x="17223" y="9615"/>
                  </a:lnTo>
                  <a:lnTo>
                    <a:pt x="16373" y="10581"/>
                  </a:lnTo>
                  <a:lnTo>
                    <a:pt x="15524" y="11507"/>
                  </a:lnTo>
                  <a:lnTo>
                    <a:pt x="14597" y="12395"/>
                  </a:lnTo>
                  <a:lnTo>
                    <a:pt x="13670" y="13284"/>
                  </a:lnTo>
                  <a:lnTo>
                    <a:pt x="13168" y="13747"/>
                  </a:lnTo>
                  <a:lnTo>
                    <a:pt x="12628" y="14172"/>
                  </a:lnTo>
                  <a:lnTo>
                    <a:pt x="12126" y="14558"/>
                  </a:lnTo>
                  <a:lnTo>
                    <a:pt x="11546" y="14905"/>
                  </a:lnTo>
                  <a:lnTo>
                    <a:pt x="10967" y="15214"/>
                  </a:lnTo>
                  <a:lnTo>
                    <a:pt x="10388" y="15446"/>
                  </a:lnTo>
                  <a:lnTo>
                    <a:pt x="9809" y="15600"/>
                  </a:lnTo>
                  <a:lnTo>
                    <a:pt x="9191" y="15678"/>
                  </a:lnTo>
                  <a:lnTo>
                    <a:pt x="8612" y="15678"/>
                  </a:lnTo>
                  <a:lnTo>
                    <a:pt x="8341" y="15639"/>
                  </a:lnTo>
                  <a:lnTo>
                    <a:pt x="8033" y="15562"/>
                  </a:lnTo>
                  <a:lnTo>
                    <a:pt x="7762" y="15446"/>
                  </a:lnTo>
                  <a:lnTo>
                    <a:pt x="7531" y="15330"/>
                  </a:lnTo>
                  <a:lnTo>
                    <a:pt x="7260" y="15214"/>
                  </a:lnTo>
                  <a:lnTo>
                    <a:pt x="7029" y="15021"/>
                  </a:lnTo>
                  <a:lnTo>
                    <a:pt x="6835" y="14828"/>
                  </a:lnTo>
                  <a:lnTo>
                    <a:pt x="6642" y="14597"/>
                  </a:lnTo>
                  <a:lnTo>
                    <a:pt x="6449" y="14365"/>
                  </a:lnTo>
                  <a:lnTo>
                    <a:pt x="6295" y="14095"/>
                  </a:lnTo>
                  <a:lnTo>
                    <a:pt x="6063" y="13554"/>
                  </a:lnTo>
                  <a:lnTo>
                    <a:pt x="5909" y="13013"/>
                  </a:lnTo>
                  <a:lnTo>
                    <a:pt x="5870" y="12434"/>
                  </a:lnTo>
                  <a:lnTo>
                    <a:pt x="5870" y="11855"/>
                  </a:lnTo>
                  <a:lnTo>
                    <a:pt x="5986" y="11314"/>
                  </a:lnTo>
                  <a:lnTo>
                    <a:pt x="6140" y="10735"/>
                  </a:lnTo>
                  <a:lnTo>
                    <a:pt x="6333" y="10194"/>
                  </a:lnTo>
                  <a:lnTo>
                    <a:pt x="6604" y="9692"/>
                  </a:lnTo>
                  <a:lnTo>
                    <a:pt x="6913" y="9229"/>
                  </a:lnTo>
                  <a:lnTo>
                    <a:pt x="7222" y="8766"/>
                  </a:lnTo>
                  <a:lnTo>
                    <a:pt x="7569" y="8302"/>
                  </a:lnTo>
                  <a:lnTo>
                    <a:pt x="7955" y="7878"/>
                  </a:lnTo>
                  <a:lnTo>
                    <a:pt x="8766" y="7067"/>
                  </a:lnTo>
                  <a:lnTo>
                    <a:pt x="9616" y="6333"/>
                  </a:lnTo>
                  <a:lnTo>
                    <a:pt x="10542" y="5561"/>
                  </a:lnTo>
                  <a:lnTo>
                    <a:pt x="11508" y="4866"/>
                  </a:lnTo>
                  <a:lnTo>
                    <a:pt x="12473" y="4209"/>
                  </a:lnTo>
                  <a:lnTo>
                    <a:pt x="13516" y="3591"/>
                  </a:lnTo>
                  <a:lnTo>
                    <a:pt x="14211" y="3205"/>
                  </a:lnTo>
                  <a:lnTo>
                    <a:pt x="14906" y="2858"/>
                  </a:lnTo>
                  <a:lnTo>
                    <a:pt x="15601" y="2510"/>
                  </a:lnTo>
                  <a:lnTo>
                    <a:pt x="16296" y="2201"/>
                  </a:lnTo>
                  <a:close/>
                  <a:moveTo>
                    <a:pt x="5638" y="13361"/>
                  </a:moveTo>
                  <a:lnTo>
                    <a:pt x="5754" y="13747"/>
                  </a:lnTo>
                  <a:lnTo>
                    <a:pt x="5870" y="14133"/>
                  </a:lnTo>
                  <a:lnTo>
                    <a:pt x="6063" y="14519"/>
                  </a:lnTo>
                  <a:lnTo>
                    <a:pt x="6295" y="14828"/>
                  </a:lnTo>
                  <a:lnTo>
                    <a:pt x="6565" y="15137"/>
                  </a:lnTo>
                  <a:lnTo>
                    <a:pt x="6874" y="15407"/>
                  </a:lnTo>
                  <a:lnTo>
                    <a:pt x="7222" y="15639"/>
                  </a:lnTo>
                  <a:lnTo>
                    <a:pt x="7608" y="15832"/>
                  </a:lnTo>
                  <a:lnTo>
                    <a:pt x="7415" y="16141"/>
                  </a:lnTo>
                  <a:lnTo>
                    <a:pt x="7260" y="16489"/>
                  </a:lnTo>
                  <a:lnTo>
                    <a:pt x="6797" y="16296"/>
                  </a:lnTo>
                  <a:lnTo>
                    <a:pt x="6411" y="16025"/>
                  </a:lnTo>
                  <a:lnTo>
                    <a:pt x="6025" y="15716"/>
                  </a:lnTo>
                  <a:lnTo>
                    <a:pt x="5716" y="15369"/>
                  </a:lnTo>
                  <a:lnTo>
                    <a:pt x="5484" y="14983"/>
                  </a:lnTo>
                  <a:lnTo>
                    <a:pt x="5252" y="14558"/>
                  </a:lnTo>
                  <a:lnTo>
                    <a:pt x="5098" y="14133"/>
                  </a:lnTo>
                  <a:lnTo>
                    <a:pt x="5021" y="13631"/>
                  </a:lnTo>
                  <a:lnTo>
                    <a:pt x="4982" y="13593"/>
                  </a:lnTo>
                  <a:lnTo>
                    <a:pt x="5638" y="13361"/>
                  </a:lnTo>
                  <a:close/>
                  <a:moveTo>
                    <a:pt x="4827" y="13670"/>
                  </a:moveTo>
                  <a:lnTo>
                    <a:pt x="4866" y="14210"/>
                  </a:lnTo>
                  <a:lnTo>
                    <a:pt x="4982" y="14712"/>
                  </a:lnTo>
                  <a:lnTo>
                    <a:pt x="5214" y="15176"/>
                  </a:lnTo>
                  <a:lnTo>
                    <a:pt x="5484" y="15600"/>
                  </a:lnTo>
                  <a:lnTo>
                    <a:pt x="5831" y="15948"/>
                  </a:lnTo>
                  <a:lnTo>
                    <a:pt x="6218" y="16296"/>
                  </a:lnTo>
                  <a:lnTo>
                    <a:pt x="6642" y="16566"/>
                  </a:lnTo>
                  <a:lnTo>
                    <a:pt x="7106" y="16759"/>
                  </a:lnTo>
                  <a:lnTo>
                    <a:pt x="6951" y="17300"/>
                  </a:lnTo>
                  <a:lnTo>
                    <a:pt x="6411" y="17029"/>
                  </a:lnTo>
                  <a:lnTo>
                    <a:pt x="5909" y="16720"/>
                  </a:lnTo>
                  <a:lnTo>
                    <a:pt x="5484" y="16373"/>
                  </a:lnTo>
                  <a:lnTo>
                    <a:pt x="5098" y="15987"/>
                  </a:lnTo>
                  <a:lnTo>
                    <a:pt x="4789" y="15562"/>
                  </a:lnTo>
                  <a:lnTo>
                    <a:pt x="4480" y="15060"/>
                  </a:lnTo>
                  <a:lnTo>
                    <a:pt x="4248" y="14558"/>
                  </a:lnTo>
                  <a:lnTo>
                    <a:pt x="4055" y="13979"/>
                  </a:lnTo>
                  <a:lnTo>
                    <a:pt x="4248" y="13940"/>
                  </a:lnTo>
                  <a:lnTo>
                    <a:pt x="4441" y="13863"/>
                  </a:lnTo>
                  <a:lnTo>
                    <a:pt x="4827" y="13670"/>
                  </a:lnTo>
                  <a:close/>
                  <a:moveTo>
                    <a:pt x="4441" y="15871"/>
                  </a:moveTo>
                  <a:lnTo>
                    <a:pt x="4673" y="16180"/>
                  </a:lnTo>
                  <a:lnTo>
                    <a:pt x="4905" y="16450"/>
                  </a:lnTo>
                  <a:lnTo>
                    <a:pt x="5175" y="16682"/>
                  </a:lnTo>
                  <a:lnTo>
                    <a:pt x="5445" y="16913"/>
                  </a:lnTo>
                  <a:lnTo>
                    <a:pt x="5291" y="17029"/>
                  </a:lnTo>
                  <a:lnTo>
                    <a:pt x="5214" y="17222"/>
                  </a:lnTo>
                  <a:lnTo>
                    <a:pt x="5098" y="17068"/>
                  </a:lnTo>
                  <a:lnTo>
                    <a:pt x="5059" y="16991"/>
                  </a:lnTo>
                  <a:lnTo>
                    <a:pt x="4982" y="16952"/>
                  </a:lnTo>
                  <a:lnTo>
                    <a:pt x="4905" y="16952"/>
                  </a:lnTo>
                  <a:lnTo>
                    <a:pt x="4827" y="16991"/>
                  </a:lnTo>
                  <a:lnTo>
                    <a:pt x="4519" y="17415"/>
                  </a:lnTo>
                  <a:lnTo>
                    <a:pt x="4210" y="17840"/>
                  </a:lnTo>
                  <a:lnTo>
                    <a:pt x="3862" y="18226"/>
                  </a:lnTo>
                  <a:lnTo>
                    <a:pt x="3476" y="18574"/>
                  </a:lnTo>
                  <a:lnTo>
                    <a:pt x="3090" y="18921"/>
                  </a:lnTo>
                  <a:lnTo>
                    <a:pt x="2665" y="19230"/>
                  </a:lnTo>
                  <a:lnTo>
                    <a:pt x="2240" y="19501"/>
                  </a:lnTo>
                  <a:lnTo>
                    <a:pt x="1777" y="19771"/>
                  </a:lnTo>
                  <a:lnTo>
                    <a:pt x="1777" y="19771"/>
                  </a:lnTo>
                  <a:lnTo>
                    <a:pt x="1816" y="19346"/>
                  </a:lnTo>
                  <a:lnTo>
                    <a:pt x="1854" y="18921"/>
                  </a:lnTo>
                  <a:lnTo>
                    <a:pt x="2009" y="18535"/>
                  </a:lnTo>
                  <a:lnTo>
                    <a:pt x="2163" y="18188"/>
                  </a:lnTo>
                  <a:lnTo>
                    <a:pt x="2395" y="17840"/>
                  </a:lnTo>
                  <a:lnTo>
                    <a:pt x="2665" y="17531"/>
                  </a:lnTo>
                  <a:lnTo>
                    <a:pt x="2974" y="17222"/>
                  </a:lnTo>
                  <a:lnTo>
                    <a:pt x="3360" y="16913"/>
                  </a:lnTo>
                  <a:lnTo>
                    <a:pt x="3669" y="16720"/>
                  </a:lnTo>
                  <a:lnTo>
                    <a:pt x="3939" y="16489"/>
                  </a:lnTo>
                  <a:lnTo>
                    <a:pt x="4017" y="16334"/>
                  </a:lnTo>
                  <a:lnTo>
                    <a:pt x="4094" y="16218"/>
                  </a:lnTo>
                  <a:lnTo>
                    <a:pt x="4094" y="16064"/>
                  </a:lnTo>
                  <a:lnTo>
                    <a:pt x="4055" y="15871"/>
                  </a:lnTo>
                  <a:close/>
                  <a:moveTo>
                    <a:pt x="13439" y="13979"/>
                  </a:moveTo>
                  <a:lnTo>
                    <a:pt x="13400" y="14674"/>
                  </a:lnTo>
                  <a:lnTo>
                    <a:pt x="13400" y="15369"/>
                  </a:lnTo>
                  <a:lnTo>
                    <a:pt x="13477" y="16025"/>
                  </a:lnTo>
                  <a:lnTo>
                    <a:pt x="13632" y="16682"/>
                  </a:lnTo>
                  <a:lnTo>
                    <a:pt x="12396" y="17454"/>
                  </a:lnTo>
                  <a:lnTo>
                    <a:pt x="11160" y="18304"/>
                  </a:lnTo>
                  <a:lnTo>
                    <a:pt x="8805" y="20041"/>
                  </a:lnTo>
                  <a:lnTo>
                    <a:pt x="8766" y="19037"/>
                  </a:lnTo>
                  <a:lnTo>
                    <a:pt x="8689" y="18033"/>
                  </a:lnTo>
                  <a:lnTo>
                    <a:pt x="8650" y="17724"/>
                  </a:lnTo>
                  <a:lnTo>
                    <a:pt x="8689" y="17493"/>
                  </a:lnTo>
                  <a:lnTo>
                    <a:pt x="8728" y="17377"/>
                  </a:lnTo>
                  <a:lnTo>
                    <a:pt x="8805" y="17261"/>
                  </a:lnTo>
                  <a:lnTo>
                    <a:pt x="9037" y="17068"/>
                  </a:lnTo>
                  <a:lnTo>
                    <a:pt x="9654" y="16604"/>
                  </a:lnTo>
                  <a:lnTo>
                    <a:pt x="10195" y="16141"/>
                  </a:lnTo>
                  <a:lnTo>
                    <a:pt x="10234" y="16064"/>
                  </a:lnTo>
                  <a:lnTo>
                    <a:pt x="10272" y="16025"/>
                  </a:lnTo>
                  <a:lnTo>
                    <a:pt x="10234" y="15909"/>
                  </a:lnTo>
                  <a:lnTo>
                    <a:pt x="10774" y="15716"/>
                  </a:lnTo>
                  <a:lnTo>
                    <a:pt x="11276" y="15485"/>
                  </a:lnTo>
                  <a:lnTo>
                    <a:pt x="11740" y="15214"/>
                  </a:lnTo>
                  <a:lnTo>
                    <a:pt x="12203" y="14905"/>
                  </a:lnTo>
                  <a:lnTo>
                    <a:pt x="12821" y="14481"/>
                  </a:lnTo>
                  <a:lnTo>
                    <a:pt x="13439" y="13979"/>
                  </a:lnTo>
                  <a:close/>
                  <a:moveTo>
                    <a:pt x="3978" y="14944"/>
                  </a:moveTo>
                  <a:lnTo>
                    <a:pt x="4132" y="15330"/>
                  </a:lnTo>
                  <a:lnTo>
                    <a:pt x="4326" y="15678"/>
                  </a:lnTo>
                  <a:lnTo>
                    <a:pt x="3862" y="15678"/>
                  </a:lnTo>
                  <a:lnTo>
                    <a:pt x="3785" y="15716"/>
                  </a:lnTo>
                  <a:lnTo>
                    <a:pt x="3746" y="15755"/>
                  </a:lnTo>
                  <a:lnTo>
                    <a:pt x="3746" y="15832"/>
                  </a:lnTo>
                  <a:lnTo>
                    <a:pt x="3785" y="15871"/>
                  </a:lnTo>
                  <a:lnTo>
                    <a:pt x="3785" y="15948"/>
                  </a:lnTo>
                  <a:lnTo>
                    <a:pt x="3785" y="16064"/>
                  </a:lnTo>
                  <a:lnTo>
                    <a:pt x="3669" y="16257"/>
                  </a:lnTo>
                  <a:lnTo>
                    <a:pt x="3476" y="16489"/>
                  </a:lnTo>
                  <a:lnTo>
                    <a:pt x="3206" y="16720"/>
                  </a:lnTo>
                  <a:lnTo>
                    <a:pt x="2665" y="17145"/>
                  </a:lnTo>
                  <a:lnTo>
                    <a:pt x="2318" y="17415"/>
                  </a:lnTo>
                  <a:lnTo>
                    <a:pt x="2009" y="17802"/>
                  </a:lnTo>
                  <a:lnTo>
                    <a:pt x="1777" y="18188"/>
                  </a:lnTo>
                  <a:lnTo>
                    <a:pt x="1584" y="18651"/>
                  </a:lnTo>
                  <a:lnTo>
                    <a:pt x="1507" y="19114"/>
                  </a:lnTo>
                  <a:lnTo>
                    <a:pt x="1468" y="19346"/>
                  </a:lnTo>
                  <a:lnTo>
                    <a:pt x="1468" y="19578"/>
                  </a:lnTo>
                  <a:lnTo>
                    <a:pt x="1507" y="19848"/>
                  </a:lnTo>
                  <a:lnTo>
                    <a:pt x="1545" y="20080"/>
                  </a:lnTo>
                  <a:lnTo>
                    <a:pt x="1622" y="20118"/>
                  </a:lnTo>
                  <a:lnTo>
                    <a:pt x="1738" y="20118"/>
                  </a:lnTo>
                  <a:lnTo>
                    <a:pt x="1777" y="20041"/>
                  </a:lnTo>
                  <a:lnTo>
                    <a:pt x="2279" y="19809"/>
                  </a:lnTo>
                  <a:lnTo>
                    <a:pt x="2742" y="19578"/>
                  </a:lnTo>
                  <a:lnTo>
                    <a:pt x="3167" y="19269"/>
                  </a:lnTo>
                  <a:lnTo>
                    <a:pt x="3553" y="18960"/>
                  </a:lnTo>
                  <a:lnTo>
                    <a:pt x="3939" y="18612"/>
                  </a:lnTo>
                  <a:lnTo>
                    <a:pt x="4287" y="18226"/>
                  </a:lnTo>
                  <a:lnTo>
                    <a:pt x="4634" y="17802"/>
                  </a:lnTo>
                  <a:lnTo>
                    <a:pt x="4943" y="17377"/>
                  </a:lnTo>
                  <a:lnTo>
                    <a:pt x="5059" y="17531"/>
                  </a:lnTo>
                  <a:lnTo>
                    <a:pt x="5175" y="17647"/>
                  </a:lnTo>
                  <a:lnTo>
                    <a:pt x="5291" y="17647"/>
                  </a:lnTo>
                  <a:lnTo>
                    <a:pt x="5368" y="17608"/>
                  </a:lnTo>
                  <a:lnTo>
                    <a:pt x="5368" y="17531"/>
                  </a:lnTo>
                  <a:lnTo>
                    <a:pt x="5638" y="17068"/>
                  </a:lnTo>
                  <a:lnTo>
                    <a:pt x="6025" y="17300"/>
                  </a:lnTo>
                  <a:lnTo>
                    <a:pt x="5986" y="17802"/>
                  </a:lnTo>
                  <a:lnTo>
                    <a:pt x="5870" y="18304"/>
                  </a:lnTo>
                  <a:lnTo>
                    <a:pt x="5754" y="18806"/>
                  </a:lnTo>
                  <a:lnTo>
                    <a:pt x="5561" y="19308"/>
                  </a:lnTo>
                  <a:lnTo>
                    <a:pt x="5445" y="19076"/>
                  </a:lnTo>
                  <a:lnTo>
                    <a:pt x="5407" y="18844"/>
                  </a:lnTo>
                  <a:lnTo>
                    <a:pt x="5368" y="18574"/>
                  </a:lnTo>
                  <a:lnTo>
                    <a:pt x="5407" y="18304"/>
                  </a:lnTo>
                  <a:lnTo>
                    <a:pt x="5445" y="18226"/>
                  </a:lnTo>
                  <a:lnTo>
                    <a:pt x="5407" y="18188"/>
                  </a:lnTo>
                  <a:lnTo>
                    <a:pt x="5329" y="18110"/>
                  </a:lnTo>
                  <a:lnTo>
                    <a:pt x="5252" y="18072"/>
                  </a:lnTo>
                  <a:lnTo>
                    <a:pt x="5214" y="18110"/>
                  </a:lnTo>
                  <a:lnTo>
                    <a:pt x="5136" y="18110"/>
                  </a:lnTo>
                  <a:lnTo>
                    <a:pt x="5098" y="18188"/>
                  </a:lnTo>
                  <a:lnTo>
                    <a:pt x="4827" y="18767"/>
                  </a:lnTo>
                  <a:lnTo>
                    <a:pt x="4519" y="19308"/>
                  </a:lnTo>
                  <a:lnTo>
                    <a:pt x="4326" y="19539"/>
                  </a:lnTo>
                  <a:lnTo>
                    <a:pt x="4094" y="19771"/>
                  </a:lnTo>
                  <a:lnTo>
                    <a:pt x="3862" y="19964"/>
                  </a:lnTo>
                  <a:lnTo>
                    <a:pt x="3592" y="20196"/>
                  </a:lnTo>
                  <a:lnTo>
                    <a:pt x="3090" y="20505"/>
                  </a:lnTo>
                  <a:lnTo>
                    <a:pt x="2820" y="20659"/>
                  </a:lnTo>
                  <a:lnTo>
                    <a:pt x="2511" y="20775"/>
                  </a:lnTo>
                  <a:lnTo>
                    <a:pt x="2202" y="20891"/>
                  </a:lnTo>
                  <a:lnTo>
                    <a:pt x="1893" y="20968"/>
                  </a:lnTo>
                  <a:lnTo>
                    <a:pt x="1584" y="21007"/>
                  </a:lnTo>
                  <a:lnTo>
                    <a:pt x="1275" y="20968"/>
                  </a:lnTo>
                  <a:lnTo>
                    <a:pt x="1043" y="20929"/>
                  </a:lnTo>
                  <a:lnTo>
                    <a:pt x="889" y="20813"/>
                  </a:lnTo>
                  <a:lnTo>
                    <a:pt x="773" y="20698"/>
                  </a:lnTo>
                  <a:lnTo>
                    <a:pt x="734" y="20543"/>
                  </a:lnTo>
                  <a:lnTo>
                    <a:pt x="696" y="20350"/>
                  </a:lnTo>
                  <a:lnTo>
                    <a:pt x="696" y="20157"/>
                  </a:lnTo>
                  <a:lnTo>
                    <a:pt x="734" y="19732"/>
                  </a:lnTo>
                  <a:lnTo>
                    <a:pt x="812" y="19037"/>
                  </a:lnTo>
                  <a:lnTo>
                    <a:pt x="889" y="18690"/>
                  </a:lnTo>
                  <a:lnTo>
                    <a:pt x="1005" y="18342"/>
                  </a:lnTo>
                  <a:lnTo>
                    <a:pt x="1159" y="17956"/>
                  </a:lnTo>
                  <a:lnTo>
                    <a:pt x="1352" y="17608"/>
                  </a:lnTo>
                  <a:lnTo>
                    <a:pt x="1584" y="17261"/>
                  </a:lnTo>
                  <a:lnTo>
                    <a:pt x="1854" y="16952"/>
                  </a:lnTo>
                  <a:lnTo>
                    <a:pt x="2124" y="16682"/>
                  </a:lnTo>
                  <a:lnTo>
                    <a:pt x="2433" y="16411"/>
                  </a:lnTo>
                  <a:lnTo>
                    <a:pt x="2781" y="16180"/>
                  </a:lnTo>
                  <a:lnTo>
                    <a:pt x="3167" y="16025"/>
                  </a:lnTo>
                  <a:lnTo>
                    <a:pt x="3244" y="15948"/>
                  </a:lnTo>
                  <a:lnTo>
                    <a:pt x="3244" y="15871"/>
                  </a:lnTo>
                  <a:lnTo>
                    <a:pt x="3206" y="15794"/>
                  </a:lnTo>
                  <a:lnTo>
                    <a:pt x="3167" y="15716"/>
                  </a:lnTo>
                  <a:lnTo>
                    <a:pt x="2433" y="15369"/>
                  </a:lnTo>
                  <a:lnTo>
                    <a:pt x="2781" y="15176"/>
                  </a:lnTo>
                  <a:lnTo>
                    <a:pt x="3167" y="15021"/>
                  </a:lnTo>
                  <a:lnTo>
                    <a:pt x="3553" y="14983"/>
                  </a:lnTo>
                  <a:lnTo>
                    <a:pt x="3978" y="14944"/>
                  </a:lnTo>
                  <a:close/>
                  <a:moveTo>
                    <a:pt x="23478" y="0"/>
                  </a:moveTo>
                  <a:lnTo>
                    <a:pt x="22204" y="155"/>
                  </a:lnTo>
                  <a:lnTo>
                    <a:pt x="20891" y="386"/>
                  </a:lnTo>
                  <a:lnTo>
                    <a:pt x="19617" y="657"/>
                  </a:lnTo>
                  <a:lnTo>
                    <a:pt x="18381" y="1043"/>
                  </a:lnTo>
                  <a:lnTo>
                    <a:pt x="17146" y="1467"/>
                  </a:lnTo>
                  <a:lnTo>
                    <a:pt x="15949" y="1969"/>
                  </a:lnTo>
                  <a:lnTo>
                    <a:pt x="14752" y="2510"/>
                  </a:lnTo>
                  <a:lnTo>
                    <a:pt x="13593" y="3128"/>
                  </a:lnTo>
                  <a:lnTo>
                    <a:pt x="12473" y="3784"/>
                  </a:lnTo>
                  <a:lnTo>
                    <a:pt x="11353" y="4518"/>
                  </a:lnTo>
                  <a:lnTo>
                    <a:pt x="10311" y="5290"/>
                  </a:lnTo>
                  <a:lnTo>
                    <a:pt x="9307" y="6140"/>
                  </a:lnTo>
                  <a:lnTo>
                    <a:pt x="8535" y="6796"/>
                  </a:lnTo>
                  <a:lnTo>
                    <a:pt x="7801" y="7491"/>
                  </a:lnTo>
                  <a:lnTo>
                    <a:pt x="7029" y="7337"/>
                  </a:lnTo>
                  <a:lnTo>
                    <a:pt x="6218" y="7221"/>
                  </a:lnTo>
                  <a:lnTo>
                    <a:pt x="5407" y="7182"/>
                  </a:lnTo>
                  <a:lnTo>
                    <a:pt x="4557" y="7221"/>
                  </a:lnTo>
                  <a:lnTo>
                    <a:pt x="4519" y="7221"/>
                  </a:lnTo>
                  <a:lnTo>
                    <a:pt x="4441" y="7260"/>
                  </a:lnTo>
                  <a:lnTo>
                    <a:pt x="4403" y="7414"/>
                  </a:lnTo>
                  <a:lnTo>
                    <a:pt x="4171" y="7530"/>
                  </a:lnTo>
                  <a:lnTo>
                    <a:pt x="3939" y="7723"/>
                  </a:lnTo>
                  <a:lnTo>
                    <a:pt x="3708" y="7916"/>
                  </a:lnTo>
                  <a:lnTo>
                    <a:pt x="3515" y="8148"/>
                  </a:lnTo>
                  <a:lnTo>
                    <a:pt x="3128" y="8611"/>
                  </a:lnTo>
                  <a:lnTo>
                    <a:pt x="2742" y="9036"/>
                  </a:lnTo>
                  <a:lnTo>
                    <a:pt x="2124" y="9654"/>
                  </a:lnTo>
                  <a:lnTo>
                    <a:pt x="1468" y="10194"/>
                  </a:lnTo>
                  <a:lnTo>
                    <a:pt x="773" y="10774"/>
                  </a:lnTo>
                  <a:lnTo>
                    <a:pt x="78" y="11276"/>
                  </a:lnTo>
                  <a:lnTo>
                    <a:pt x="1" y="11353"/>
                  </a:lnTo>
                  <a:lnTo>
                    <a:pt x="1" y="11430"/>
                  </a:lnTo>
                  <a:lnTo>
                    <a:pt x="1" y="11507"/>
                  </a:lnTo>
                  <a:lnTo>
                    <a:pt x="39" y="11546"/>
                  </a:lnTo>
                  <a:lnTo>
                    <a:pt x="39" y="11623"/>
                  </a:lnTo>
                  <a:lnTo>
                    <a:pt x="39" y="11700"/>
                  </a:lnTo>
                  <a:lnTo>
                    <a:pt x="78" y="11739"/>
                  </a:lnTo>
                  <a:lnTo>
                    <a:pt x="116" y="11778"/>
                  </a:lnTo>
                  <a:lnTo>
                    <a:pt x="1005" y="12048"/>
                  </a:lnTo>
                  <a:lnTo>
                    <a:pt x="1893" y="12280"/>
                  </a:lnTo>
                  <a:lnTo>
                    <a:pt x="3669" y="12666"/>
                  </a:lnTo>
                  <a:lnTo>
                    <a:pt x="3785" y="12666"/>
                  </a:lnTo>
                  <a:lnTo>
                    <a:pt x="3862" y="12589"/>
                  </a:lnTo>
                  <a:lnTo>
                    <a:pt x="4750" y="11700"/>
                  </a:lnTo>
                  <a:lnTo>
                    <a:pt x="5716" y="10851"/>
                  </a:lnTo>
                  <a:lnTo>
                    <a:pt x="5600" y="11391"/>
                  </a:lnTo>
                  <a:lnTo>
                    <a:pt x="5523" y="11971"/>
                  </a:lnTo>
                  <a:lnTo>
                    <a:pt x="5523" y="12550"/>
                  </a:lnTo>
                  <a:lnTo>
                    <a:pt x="5600" y="13091"/>
                  </a:lnTo>
                  <a:lnTo>
                    <a:pt x="5136" y="13168"/>
                  </a:lnTo>
                  <a:lnTo>
                    <a:pt x="4712" y="13284"/>
                  </a:lnTo>
                  <a:lnTo>
                    <a:pt x="4248" y="13477"/>
                  </a:lnTo>
                  <a:lnTo>
                    <a:pt x="4017" y="13593"/>
                  </a:lnTo>
                  <a:lnTo>
                    <a:pt x="3862" y="13747"/>
                  </a:lnTo>
                  <a:lnTo>
                    <a:pt x="3824" y="13824"/>
                  </a:lnTo>
                  <a:lnTo>
                    <a:pt x="3862" y="13901"/>
                  </a:lnTo>
                  <a:lnTo>
                    <a:pt x="3824" y="13940"/>
                  </a:lnTo>
                  <a:lnTo>
                    <a:pt x="3785" y="14017"/>
                  </a:lnTo>
                  <a:lnTo>
                    <a:pt x="3824" y="14403"/>
                  </a:lnTo>
                  <a:lnTo>
                    <a:pt x="3901" y="14751"/>
                  </a:lnTo>
                  <a:lnTo>
                    <a:pt x="3669" y="14712"/>
                  </a:lnTo>
                  <a:lnTo>
                    <a:pt x="3399" y="14712"/>
                  </a:lnTo>
                  <a:lnTo>
                    <a:pt x="3167" y="14751"/>
                  </a:lnTo>
                  <a:lnTo>
                    <a:pt x="2935" y="14790"/>
                  </a:lnTo>
                  <a:lnTo>
                    <a:pt x="2665" y="14867"/>
                  </a:lnTo>
                  <a:lnTo>
                    <a:pt x="2433" y="14983"/>
                  </a:lnTo>
                  <a:lnTo>
                    <a:pt x="2240" y="15098"/>
                  </a:lnTo>
                  <a:lnTo>
                    <a:pt x="2009" y="15253"/>
                  </a:lnTo>
                  <a:lnTo>
                    <a:pt x="1931" y="15330"/>
                  </a:lnTo>
                  <a:lnTo>
                    <a:pt x="1931" y="15407"/>
                  </a:lnTo>
                  <a:lnTo>
                    <a:pt x="1970" y="15485"/>
                  </a:lnTo>
                  <a:lnTo>
                    <a:pt x="2047" y="15523"/>
                  </a:lnTo>
                  <a:lnTo>
                    <a:pt x="2704" y="15871"/>
                  </a:lnTo>
                  <a:lnTo>
                    <a:pt x="2356" y="16064"/>
                  </a:lnTo>
                  <a:lnTo>
                    <a:pt x="2047" y="16334"/>
                  </a:lnTo>
                  <a:lnTo>
                    <a:pt x="1738" y="16604"/>
                  </a:lnTo>
                  <a:lnTo>
                    <a:pt x="1468" y="16875"/>
                  </a:lnTo>
                  <a:lnTo>
                    <a:pt x="1198" y="17222"/>
                  </a:lnTo>
                  <a:lnTo>
                    <a:pt x="1005" y="17570"/>
                  </a:lnTo>
                  <a:lnTo>
                    <a:pt x="812" y="17956"/>
                  </a:lnTo>
                  <a:lnTo>
                    <a:pt x="657" y="18342"/>
                  </a:lnTo>
                  <a:lnTo>
                    <a:pt x="464" y="18960"/>
                  </a:lnTo>
                  <a:lnTo>
                    <a:pt x="387" y="19385"/>
                  </a:lnTo>
                  <a:lnTo>
                    <a:pt x="310" y="19809"/>
                  </a:lnTo>
                  <a:lnTo>
                    <a:pt x="271" y="20234"/>
                  </a:lnTo>
                  <a:lnTo>
                    <a:pt x="310" y="20659"/>
                  </a:lnTo>
                  <a:lnTo>
                    <a:pt x="348" y="20813"/>
                  </a:lnTo>
                  <a:lnTo>
                    <a:pt x="425" y="20968"/>
                  </a:lnTo>
                  <a:lnTo>
                    <a:pt x="503" y="21084"/>
                  </a:lnTo>
                  <a:lnTo>
                    <a:pt x="618" y="21200"/>
                  </a:lnTo>
                  <a:lnTo>
                    <a:pt x="773" y="21277"/>
                  </a:lnTo>
                  <a:lnTo>
                    <a:pt x="927" y="21315"/>
                  </a:lnTo>
                  <a:lnTo>
                    <a:pt x="1275" y="21393"/>
                  </a:lnTo>
                  <a:lnTo>
                    <a:pt x="1661" y="21354"/>
                  </a:lnTo>
                  <a:lnTo>
                    <a:pt x="2047" y="21277"/>
                  </a:lnTo>
                  <a:lnTo>
                    <a:pt x="2433" y="21161"/>
                  </a:lnTo>
                  <a:lnTo>
                    <a:pt x="2820" y="21007"/>
                  </a:lnTo>
                  <a:lnTo>
                    <a:pt x="3437" y="20698"/>
                  </a:lnTo>
                  <a:lnTo>
                    <a:pt x="3901" y="20389"/>
                  </a:lnTo>
                  <a:lnTo>
                    <a:pt x="4364" y="20003"/>
                  </a:lnTo>
                  <a:lnTo>
                    <a:pt x="4750" y="19539"/>
                  </a:lnTo>
                  <a:lnTo>
                    <a:pt x="5098" y="19037"/>
                  </a:lnTo>
                  <a:lnTo>
                    <a:pt x="5136" y="19230"/>
                  </a:lnTo>
                  <a:lnTo>
                    <a:pt x="5214" y="19423"/>
                  </a:lnTo>
                  <a:lnTo>
                    <a:pt x="5329" y="19578"/>
                  </a:lnTo>
                  <a:lnTo>
                    <a:pt x="5484" y="19771"/>
                  </a:lnTo>
                  <a:lnTo>
                    <a:pt x="5561" y="19809"/>
                  </a:lnTo>
                  <a:lnTo>
                    <a:pt x="5638" y="19809"/>
                  </a:lnTo>
                  <a:lnTo>
                    <a:pt x="5716" y="19771"/>
                  </a:lnTo>
                  <a:lnTo>
                    <a:pt x="5793" y="19694"/>
                  </a:lnTo>
                  <a:lnTo>
                    <a:pt x="5986" y="19153"/>
                  </a:lnTo>
                  <a:lnTo>
                    <a:pt x="6179" y="18612"/>
                  </a:lnTo>
                  <a:lnTo>
                    <a:pt x="6295" y="18033"/>
                  </a:lnTo>
                  <a:lnTo>
                    <a:pt x="6372" y="17454"/>
                  </a:lnTo>
                  <a:lnTo>
                    <a:pt x="6913" y="17608"/>
                  </a:lnTo>
                  <a:lnTo>
                    <a:pt x="7183" y="17608"/>
                  </a:lnTo>
                  <a:lnTo>
                    <a:pt x="7183" y="17531"/>
                  </a:lnTo>
                  <a:lnTo>
                    <a:pt x="7531" y="16720"/>
                  </a:lnTo>
                  <a:lnTo>
                    <a:pt x="7724" y="16334"/>
                  </a:lnTo>
                  <a:lnTo>
                    <a:pt x="7955" y="15948"/>
                  </a:lnTo>
                  <a:lnTo>
                    <a:pt x="8110" y="15987"/>
                  </a:lnTo>
                  <a:lnTo>
                    <a:pt x="8535" y="16064"/>
                  </a:lnTo>
                  <a:lnTo>
                    <a:pt x="8921" y="16102"/>
                  </a:lnTo>
                  <a:lnTo>
                    <a:pt x="9307" y="16064"/>
                  </a:lnTo>
                  <a:lnTo>
                    <a:pt x="9693" y="16025"/>
                  </a:lnTo>
                  <a:lnTo>
                    <a:pt x="9693" y="16025"/>
                  </a:lnTo>
                  <a:lnTo>
                    <a:pt x="8998" y="16604"/>
                  </a:lnTo>
                  <a:lnTo>
                    <a:pt x="8226" y="17106"/>
                  </a:lnTo>
                  <a:lnTo>
                    <a:pt x="8148" y="17222"/>
                  </a:lnTo>
                  <a:lnTo>
                    <a:pt x="8148" y="17300"/>
                  </a:lnTo>
                  <a:lnTo>
                    <a:pt x="8264" y="18110"/>
                  </a:lnTo>
                  <a:lnTo>
                    <a:pt x="8341" y="18883"/>
                  </a:lnTo>
                  <a:lnTo>
                    <a:pt x="8380" y="19655"/>
                  </a:lnTo>
                  <a:lnTo>
                    <a:pt x="8380" y="20427"/>
                  </a:lnTo>
                  <a:lnTo>
                    <a:pt x="8419" y="20543"/>
                  </a:lnTo>
                  <a:lnTo>
                    <a:pt x="8496" y="20620"/>
                  </a:lnTo>
                  <a:lnTo>
                    <a:pt x="8612" y="20659"/>
                  </a:lnTo>
                  <a:lnTo>
                    <a:pt x="8728" y="20620"/>
                  </a:lnTo>
                  <a:lnTo>
                    <a:pt x="11392" y="18806"/>
                  </a:lnTo>
                  <a:lnTo>
                    <a:pt x="12705" y="17840"/>
                  </a:lnTo>
                  <a:lnTo>
                    <a:pt x="13323" y="17338"/>
                  </a:lnTo>
                  <a:lnTo>
                    <a:pt x="13941" y="16836"/>
                  </a:lnTo>
                  <a:lnTo>
                    <a:pt x="13979" y="16759"/>
                  </a:lnTo>
                  <a:lnTo>
                    <a:pt x="13979" y="16682"/>
                  </a:lnTo>
                  <a:lnTo>
                    <a:pt x="13979" y="16643"/>
                  </a:lnTo>
                  <a:lnTo>
                    <a:pt x="13941" y="16257"/>
                  </a:lnTo>
                  <a:lnTo>
                    <a:pt x="13902" y="15871"/>
                  </a:lnTo>
                  <a:lnTo>
                    <a:pt x="13825" y="15098"/>
                  </a:lnTo>
                  <a:lnTo>
                    <a:pt x="13748" y="13747"/>
                  </a:lnTo>
                  <a:lnTo>
                    <a:pt x="14443" y="13129"/>
                  </a:lnTo>
                  <a:lnTo>
                    <a:pt x="15099" y="12473"/>
                  </a:lnTo>
                  <a:lnTo>
                    <a:pt x="15756" y="11816"/>
                  </a:lnTo>
                  <a:lnTo>
                    <a:pt x="16373" y="11121"/>
                  </a:lnTo>
                  <a:lnTo>
                    <a:pt x="17455" y="9924"/>
                  </a:lnTo>
                  <a:lnTo>
                    <a:pt x="18459" y="8650"/>
                  </a:lnTo>
                  <a:lnTo>
                    <a:pt x="19424" y="7376"/>
                  </a:lnTo>
                  <a:lnTo>
                    <a:pt x="20351" y="6024"/>
                  </a:lnTo>
                  <a:lnTo>
                    <a:pt x="21239" y="4673"/>
                  </a:lnTo>
                  <a:lnTo>
                    <a:pt x="22088" y="3321"/>
                  </a:lnTo>
                  <a:lnTo>
                    <a:pt x="22938" y="1931"/>
                  </a:lnTo>
                  <a:lnTo>
                    <a:pt x="23749" y="502"/>
                  </a:lnTo>
                  <a:lnTo>
                    <a:pt x="23749" y="425"/>
                  </a:lnTo>
                  <a:lnTo>
                    <a:pt x="23749" y="348"/>
                  </a:lnTo>
                  <a:lnTo>
                    <a:pt x="23749" y="270"/>
                  </a:lnTo>
                  <a:lnTo>
                    <a:pt x="23787" y="155"/>
                  </a:lnTo>
                  <a:lnTo>
                    <a:pt x="23787" y="77"/>
                  </a:lnTo>
                  <a:lnTo>
                    <a:pt x="23749" y="39"/>
                  </a:lnTo>
                  <a:lnTo>
                    <a:pt x="23672" y="0"/>
                  </a:lnTo>
                  <a:lnTo>
                    <a:pt x="23633" y="39"/>
                  </a:lnTo>
                  <a:lnTo>
                    <a:pt x="23633" y="77"/>
                  </a:lnTo>
                  <a:lnTo>
                    <a:pt x="235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20"/>
            <p:cNvSpPr/>
            <p:nvPr/>
          </p:nvSpPr>
          <p:spPr>
            <a:xfrm>
              <a:off x="5635500" y="4343650"/>
              <a:ext cx="54100" cy="45400"/>
            </a:xfrm>
            <a:custGeom>
              <a:avLst/>
              <a:gdLst/>
              <a:ahLst/>
              <a:cxnLst/>
              <a:rect l="l" t="t" r="r" b="b"/>
              <a:pathLst>
                <a:path w="2164" h="1816" extrusionOk="0">
                  <a:moveTo>
                    <a:pt x="1314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5"/>
                  </a:lnTo>
                  <a:lnTo>
                    <a:pt x="1777" y="889"/>
                  </a:lnTo>
                  <a:lnTo>
                    <a:pt x="1777" y="928"/>
                  </a:lnTo>
                  <a:lnTo>
                    <a:pt x="1738" y="1005"/>
                  </a:lnTo>
                  <a:lnTo>
                    <a:pt x="1661" y="1044"/>
                  </a:lnTo>
                  <a:lnTo>
                    <a:pt x="1584" y="1082"/>
                  </a:lnTo>
                  <a:lnTo>
                    <a:pt x="1275" y="1121"/>
                  </a:lnTo>
                  <a:lnTo>
                    <a:pt x="927" y="1121"/>
                  </a:lnTo>
                  <a:lnTo>
                    <a:pt x="619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1"/>
                  </a:lnTo>
                  <a:lnTo>
                    <a:pt x="348" y="1005"/>
                  </a:lnTo>
                  <a:lnTo>
                    <a:pt x="387" y="850"/>
                  </a:lnTo>
                  <a:lnTo>
                    <a:pt x="464" y="735"/>
                  </a:lnTo>
                  <a:lnTo>
                    <a:pt x="580" y="619"/>
                  </a:lnTo>
                  <a:lnTo>
                    <a:pt x="657" y="503"/>
                  </a:lnTo>
                  <a:lnTo>
                    <a:pt x="812" y="426"/>
                  </a:lnTo>
                  <a:lnTo>
                    <a:pt x="966" y="387"/>
                  </a:lnTo>
                  <a:close/>
                  <a:moveTo>
                    <a:pt x="1005" y="1"/>
                  </a:moveTo>
                  <a:lnTo>
                    <a:pt x="812" y="40"/>
                  </a:lnTo>
                  <a:lnTo>
                    <a:pt x="619" y="117"/>
                  </a:lnTo>
                  <a:lnTo>
                    <a:pt x="425" y="233"/>
                  </a:lnTo>
                  <a:lnTo>
                    <a:pt x="271" y="348"/>
                  </a:lnTo>
                  <a:lnTo>
                    <a:pt x="155" y="503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30"/>
                  </a:lnTo>
                  <a:lnTo>
                    <a:pt x="117" y="1623"/>
                  </a:lnTo>
                  <a:lnTo>
                    <a:pt x="155" y="1739"/>
                  </a:lnTo>
                  <a:lnTo>
                    <a:pt x="232" y="1777"/>
                  </a:lnTo>
                  <a:lnTo>
                    <a:pt x="348" y="1816"/>
                  </a:lnTo>
                  <a:lnTo>
                    <a:pt x="425" y="1739"/>
                  </a:lnTo>
                  <a:lnTo>
                    <a:pt x="580" y="1623"/>
                  </a:lnTo>
                  <a:lnTo>
                    <a:pt x="696" y="1546"/>
                  </a:lnTo>
                  <a:lnTo>
                    <a:pt x="889" y="1507"/>
                  </a:lnTo>
                  <a:lnTo>
                    <a:pt x="1429" y="1507"/>
                  </a:lnTo>
                  <a:lnTo>
                    <a:pt x="1584" y="1468"/>
                  </a:lnTo>
                  <a:lnTo>
                    <a:pt x="1777" y="1430"/>
                  </a:lnTo>
                  <a:lnTo>
                    <a:pt x="1931" y="1352"/>
                  </a:lnTo>
                  <a:lnTo>
                    <a:pt x="2047" y="1237"/>
                  </a:lnTo>
                  <a:lnTo>
                    <a:pt x="2125" y="1121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9"/>
                  </a:lnTo>
                  <a:lnTo>
                    <a:pt x="2086" y="464"/>
                  </a:lnTo>
                  <a:lnTo>
                    <a:pt x="1970" y="310"/>
                  </a:lnTo>
                  <a:lnTo>
                    <a:pt x="1816" y="194"/>
                  </a:lnTo>
                  <a:lnTo>
                    <a:pt x="1623" y="78"/>
                  </a:lnTo>
                  <a:lnTo>
                    <a:pt x="142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20"/>
            <p:cNvSpPr/>
            <p:nvPr/>
          </p:nvSpPr>
          <p:spPr>
            <a:xfrm>
              <a:off x="4572625" y="43774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2"/>
                  </a:lnTo>
                  <a:lnTo>
                    <a:pt x="23479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5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2"/>
                  </a:lnTo>
                  <a:lnTo>
                    <a:pt x="23865" y="3514"/>
                  </a:lnTo>
                  <a:lnTo>
                    <a:pt x="23788" y="3399"/>
                  </a:lnTo>
                  <a:lnTo>
                    <a:pt x="23749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1"/>
                  </a:lnTo>
                  <a:lnTo>
                    <a:pt x="16567" y="5407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8"/>
                  </a:lnTo>
                  <a:lnTo>
                    <a:pt x="15949" y="5020"/>
                  </a:lnTo>
                  <a:lnTo>
                    <a:pt x="16065" y="4982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8" y="4982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7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2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600"/>
                  </a:lnTo>
                  <a:lnTo>
                    <a:pt x="14250" y="5445"/>
                  </a:lnTo>
                  <a:lnTo>
                    <a:pt x="14365" y="5368"/>
                  </a:lnTo>
                  <a:lnTo>
                    <a:pt x="14443" y="5329"/>
                  </a:lnTo>
                  <a:close/>
                  <a:moveTo>
                    <a:pt x="18999" y="5484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0" y="5677"/>
                  </a:lnTo>
                  <a:lnTo>
                    <a:pt x="18845" y="5522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1" y="6102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8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891" y="6951"/>
                  </a:lnTo>
                  <a:lnTo>
                    <a:pt x="20467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9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2" y="5986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2" y="6295"/>
                  </a:lnTo>
                  <a:lnTo>
                    <a:pt x="23749" y="6565"/>
                  </a:lnTo>
                  <a:lnTo>
                    <a:pt x="23517" y="6797"/>
                  </a:lnTo>
                  <a:lnTo>
                    <a:pt x="23247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131" y="6102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8" y="6797"/>
                  </a:lnTo>
                  <a:lnTo>
                    <a:pt x="12628" y="6681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2"/>
                  </a:lnTo>
                  <a:close/>
                  <a:moveTo>
                    <a:pt x="22166" y="6565"/>
                  </a:moveTo>
                  <a:lnTo>
                    <a:pt x="22282" y="6604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6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3" y="7106"/>
                  </a:lnTo>
                  <a:lnTo>
                    <a:pt x="21471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50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6" y="7994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40" y="7723"/>
                  </a:lnTo>
                  <a:lnTo>
                    <a:pt x="11817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2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8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5" y="9770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3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3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6" y="11739"/>
                  </a:lnTo>
                  <a:lnTo>
                    <a:pt x="10658" y="11701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6" y="10697"/>
                  </a:lnTo>
                  <a:lnTo>
                    <a:pt x="10929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4" y="11778"/>
                  </a:lnTo>
                  <a:lnTo>
                    <a:pt x="6372" y="12010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9" y="11508"/>
                  </a:lnTo>
                  <a:lnTo>
                    <a:pt x="5754" y="11469"/>
                  </a:lnTo>
                  <a:close/>
                  <a:moveTo>
                    <a:pt x="10543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3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40" y="13207"/>
                  </a:lnTo>
                  <a:lnTo>
                    <a:pt x="7338" y="13014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4" y="12627"/>
                  </a:moveTo>
                  <a:lnTo>
                    <a:pt x="8959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8" y="13207"/>
                  </a:lnTo>
                  <a:lnTo>
                    <a:pt x="9037" y="13284"/>
                  </a:lnTo>
                  <a:lnTo>
                    <a:pt x="8805" y="13323"/>
                  </a:lnTo>
                  <a:lnTo>
                    <a:pt x="8573" y="13323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42" y="13014"/>
                  </a:lnTo>
                  <a:lnTo>
                    <a:pt x="8419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7" y="0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1" y="2279"/>
                  </a:lnTo>
                  <a:lnTo>
                    <a:pt x="23054" y="2395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63" y="3283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1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80"/>
                  </a:lnTo>
                  <a:lnTo>
                    <a:pt x="23479" y="4750"/>
                  </a:lnTo>
                  <a:lnTo>
                    <a:pt x="23440" y="4905"/>
                  </a:lnTo>
                  <a:lnTo>
                    <a:pt x="23440" y="5020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5" y="6295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5"/>
                  </a:lnTo>
                  <a:lnTo>
                    <a:pt x="21509" y="6411"/>
                  </a:lnTo>
                  <a:lnTo>
                    <a:pt x="21355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9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4"/>
                  </a:lnTo>
                  <a:lnTo>
                    <a:pt x="19463" y="5329"/>
                  </a:lnTo>
                  <a:lnTo>
                    <a:pt x="19385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1"/>
                  </a:lnTo>
                  <a:lnTo>
                    <a:pt x="18497" y="5407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3" y="4673"/>
                  </a:lnTo>
                  <a:lnTo>
                    <a:pt x="17957" y="4596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5" y="5098"/>
                  </a:lnTo>
                  <a:lnTo>
                    <a:pt x="16760" y="4943"/>
                  </a:lnTo>
                  <a:lnTo>
                    <a:pt x="16605" y="4789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636" y="4943"/>
                  </a:lnTo>
                  <a:lnTo>
                    <a:pt x="14443" y="4982"/>
                  </a:lnTo>
                  <a:lnTo>
                    <a:pt x="14288" y="5020"/>
                  </a:lnTo>
                  <a:lnTo>
                    <a:pt x="14134" y="5098"/>
                  </a:lnTo>
                  <a:lnTo>
                    <a:pt x="14057" y="5175"/>
                  </a:lnTo>
                  <a:lnTo>
                    <a:pt x="13941" y="5291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90"/>
                  </a:lnTo>
                  <a:lnTo>
                    <a:pt x="12164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508" y="7415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4"/>
                  </a:lnTo>
                  <a:lnTo>
                    <a:pt x="11315" y="8148"/>
                  </a:lnTo>
                  <a:lnTo>
                    <a:pt x="11354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1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6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10"/>
                  </a:lnTo>
                  <a:lnTo>
                    <a:pt x="9423" y="12087"/>
                  </a:lnTo>
                  <a:lnTo>
                    <a:pt x="9384" y="12203"/>
                  </a:lnTo>
                  <a:lnTo>
                    <a:pt x="9346" y="12319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9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9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3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5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5" y="10735"/>
                  </a:lnTo>
                  <a:lnTo>
                    <a:pt x="5330" y="10504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3" y="10311"/>
                  </a:lnTo>
                  <a:lnTo>
                    <a:pt x="4828" y="10311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61"/>
                  </a:lnTo>
                  <a:lnTo>
                    <a:pt x="3746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6"/>
                  </a:lnTo>
                  <a:lnTo>
                    <a:pt x="3013" y="9770"/>
                  </a:lnTo>
                  <a:lnTo>
                    <a:pt x="2974" y="9616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700" y="9191"/>
                  </a:lnTo>
                  <a:lnTo>
                    <a:pt x="1545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1"/>
                  </a:lnTo>
                  <a:lnTo>
                    <a:pt x="812" y="12936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53" y="11932"/>
                  </a:lnTo>
                  <a:lnTo>
                    <a:pt x="3515" y="11817"/>
                  </a:lnTo>
                  <a:lnTo>
                    <a:pt x="3437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3"/>
                  </a:lnTo>
                  <a:lnTo>
                    <a:pt x="619" y="12048"/>
                  </a:lnTo>
                  <a:lnTo>
                    <a:pt x="541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1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30" y="10388"/>
                  </a:lnTo>
                  <a:lnTo>
                    <a:pt x="1738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1" y="13786"/>
                  </a:lnTo>
                  <a:lnTo>
                    <a:pt x="9346" y="13709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9" y="12473"/>
                  </a:lnTo>
                  <a:lnTo>
                    <a:pt x="11122" y="12126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114"/>
                  </a:lnTo>
                  <a:lnTo>
                    <a:pt x="12358" y="8612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84" y="7299"/>
                  </a:lnTo>
                  <a:lnTo>
                    <a:pt x="13632" y="6990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3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0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9"/>
                  </a:lnTo>
                  <a:lnTo>
                    <a:pt x="24058" y="6990"/>
                  </a:lnTo>
                  <a:lnTo>
                    <a:pt x="24367" y="6642"/>
                  </a:lnTo>
                  <a:lnTo>
                    <a:pt x="24598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84"/>
                  </a:lnTo>
                  <a:lnTo>
                    <a:pt x="24058" y="1198"/>
                  </a:lnTo>
                  <a:lnTo>
                    <a:pt x="23788" y="811"/>
                  </a:lnTo>
                  <a:lnTo>
                    <a:pt x="23942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70" y="78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20"/>
            <p:cNvSpPr/>
            <p:nvPr/>
          </p:nvSpPr>
          <p:spPr>
            <a:xfrm>
              <a:off x="5082350" y="43871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9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3" y="2433"/>
                  </a:lnTo>
                  <a:lnTo>
                    <a:pt x="5368" y="2819"/>
                  </a:lnTo>
                  <a:lnTo>
                    <a:pt x="5484" y="3206"/>
                  </a:lnTo>
                  <a:lnTo>
                    <a:pt x="5522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2" y="5214"/>
                  </a:lnTo>
                  <a:lnTo>
                    <a:pt x="5445" y="5600"/>
                  </a:lnTo>
                  <a:lnTo>
                    <a:pt x="5329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09" y="8032"/>
                  </a:lnTo>
                  <a:lnTo>
                    <a:pt x="3939" y="8380"/>
                  </a:lnTo>
                  <a:lnTo>
                    <a:pt x="3630" y="8728"/>
                  </a:lnTo>
                  <a:lnTo>
                    <a:pt x="3283" y="9036"/>
                  </a:lnTo>
                  <a:lnTo>
                    <a:pt x="2935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8" y="10040"/>
                  </a:lnTo>
                  <a:lnTo>
                    <a:pt x="1313" y="10234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0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4"/>
                  </a:lnTo>
                  <a:lnTo>
                    <a:pt x="4827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8" y="5793"/>
                  </a:lnTo>
                  <a:lnTo>
                    <a:pt x="6024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4"/>
                  </a:lnTo>
                  <a:lnTo>
                    <a:pt x="4904" y="1005"/>
                  </a:lnTo>
                  <a:lnTo>
                    <a:pt x="4596" y="696"/>
                  </a:lnTo>
                  <a:lnTo>
                    <a:pt x="4287" y="425"/>
                  </a:lnTo>
                  <a:lnTo>
                    <a:pt x="3939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20"/>
            <p:cNvSpPr/>
            <p:nvPr/>
          </p:nvSpPr>
          <p:spPr>
            <a:xfrm>
              <a:off x="5492625" y="44122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1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1"/>
                  </a:lnTo>
                  <a:lnTo>
                    <a:pt x="3862" y="503"/>
                  </a:lnTo>
                  <a:lnTo>
                    <a:pt x="3322" y="773"/>
                  </a:lnTo>
                  <a:lnTo>
                    <a:pt x="2781" y="1082"/>
                  </a:lnTo>
                  <a:lnTo>
                    <a:pt x="2279" y="1429"/>
                  </a:lnTo>
                  <a:lnTo>
                    <a:pt x="1816" y="1854"/>
                  </a:lnTo>
                  <a:lnTo>
                    <a:pt x="1429" y="2279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7" y="4789"/>
                  </a:lnTo>
                  <a:lnTo>
                    <a:pt x="1" y="5368"/>
                  </a:lnTo>
                  <a:lnTo>
                    <a:pt x="348" y="5407"/>
                  </a:lnTo>
                  <a:lnTo>
                    <a:pt x="464" y="4982"/>
                  </a:lnTo>
                  <a:lnTo>
                    <a:pt x="580" y="4596"/>
                  </a:lnTo>
                  <a:lnTo>
                    <a:pt x="812" y="3978"/>
                  </a:lnTo>
                  <a:lnTo>
                    <a:pt x="1121" y="3399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7"/>
                  </a:lnTo>
                  <a:lnTo>
                    <a:pt x="3399" y="1159"/>
                  </a:lnTo>
                  <a:lnTo>
                    <a:pt x="3978" y="889"/>
                  </a:lnTo>
                  <a:lnTo>
                    <a:pt x="4635" y="657"/>
                  </a:lnTo>
                  <a:lnTo>
                    <a:pt x="5252" y="464"/>
                  </a:lnTo>
                  <a:lnTo>
                    <a:pt x="5909" y="387"/>
                  </a:lnTo>
                  <a:lnTo>
                    <a:pt x="6565" y="387"/>
                  </a:lnTo>
                  <a:lnTo>
                    <a:pt x="7222" y="464"/>
                  </a:lnTo>
                  <a:lnTo>
                    <a:pt x="7878" y="580"/>
                  </a:lnTo>
                  <a:lnTo>
                    <a:pt x="8496" y="812"/>
                  </a:lnTo>
                  <a:lnTo>
                    <a:pt x="9114" y="1082"/>
                  </a:lnTo>
                  <a:lnTo>
                    <a:pt x="9423" y="1275"/>
                  </a:lnTo>
                  <a:lnTo>
                    <a:pt x="9732" y="1507"/>
                  </a:lnTo>
                  <a:lnTo>
                    <a:pt x="10041" y="1700"/>
                  </a:lnTo>
                  <a:lnTo>
                    <a:pt x="10311" y="1931"/>
                  </a:lnTo>
                  <a:lnTo>
                    <a:pt x="10774" y="2472"/>
                  </a:lnTo>
                  <a:lnTo>
                    <a:pt x="11199" y="3013"/>
                  </a:lnTo>
                  <a:lnTo>
                    <a:pt x="11547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8"/>
                  </a:lnTo>
                  <a:lnTo>
                    <a:pt x="12859" y="6797"/>
                  </a:lnTo>
                  <a:lnTo>
                    <a:pt x="13130" y="7376"/>
                  </a:lnTo>
                  <a:lnTo>
                    <a:pt x="13439" y="7955"/>
                  </a:lnTo>
                  <a:lnTo>
                    <a:pt x="13825" y="8496"/>
                  </a:lnTo>
                  <a:lnTo>
                    <a:pt x="14250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500"/>
                  </a:lnTo>
                  <a:lnTo>
                    <a:pt x="15292" y="9654"/>
                  </a:lnTo>
                  <a:lnTo>
                    <a:pt x="15756" y="9809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9"/>
                  </a:lnTo>
                  <a:lnTo>
                    <a:pt x="17609" y="9616"/>
                  </a:lnTo>
                  <a:lnTo>
                    <a:pt x="17841" y="9500"/>
                  </a:lnTo>
                  <a:lnTo>
                    <a:pt x="18034" y="9384"/>
                  </a:lnTo>
                  <a:lnTo>
                    <a:pt x="18188" y="9230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2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80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6" y="8419"/>
                  </a:lnTo>
                  <a:lnTo>
                    <a:pt x="18072" y="8728"/>
                  </a:lnTo>
                  <a:lnTo>
                    <a:pt x="17802" y="8998"/>
                  </a:lnTo>
                  <a:lnTo>
                    <a:pt x="17493" y="9191"/>
                  </a:lnTo>
                  <a:lnTo>
                    <a:pt x="17184" y="9345"/>
                  </a:lnTo>
                  <a:lnTo>
                    <a:pt x="16837" y="9423"/>
                  </a:lnTo>
                  <a:lnTo>
                    <a:pt x="16451" y="9461"/>
                  </a:lnTo>
                  <a:lnTo>
                    <a:pt x="16103" y="9423"/>
                  </a:lnTo>
                  <a:lnTo>
                    <a:pt x="15717" y="9345"/>
                  </a:lnTo>
                  <a:lnTo>
                    <a:pt x="15369" y="9191"/>
                  </a:lnTo>
                  <a:lnTo>
                    <a:pt x="15022" y="8998"/>
                  </a:lnTo>
                  <a:lnTo>
                    <a:pt x="14713" y="8766"/>
                  </a:lnTo>
                  <a:lnTo>
                    <a:pt x="14404" y="8496"/>
                  </a:lnTo>
                  <a:lnTo>
                    <a:pt x="14172" y="8187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5" y="7183"/>
                  </a:lnTo>
                  <a:lnTo>
                    <a:pt x="13246" y="6526"/>
                  </a:lnTo>
                  <a:lnTo>
                    <a:pt x="12975" y="5831"/>
                  </a:lnTo>
                  <a:lnTo>
                    <a:pt x="12473" y="4480"/>
                  </a:lnTo>
                  <a:lnTo>
                    <a:pt x="12164" y="3823"/>
                  </a:lnTo>
                  <a:lnTo>
                    <a:pt x="11855" y="3206"/>
                  </a:lnTo>
                  <a:lnTo>
                    <a:pt x="11469" y="2588"/>
                  </a:lnTo>
                  <a:lnTo>
                    <a:pt x="11238" y="2279"/>
                  </a:lnTo>
                  <a:lnTo>
                    <a:pt x="11006" y="2009"/>
                  </a:lnTo>
                  <a:lnTo>
                    <a:pt x="10543" y="1584"/>
                  </a:lnTo>
                  <a:lnTo>
                    <a:pt x="10079" y="1198"/>
                  </a:lnTo>
                  <a:lnTo>
                    <a:pt x="9577" y="850"/>
                  </a:lnTo>
                  <a:lnTo>
                    <a:pt x="9037" y="580"/>
                  </a:lnTo>
                  <a:lnTo>
                    <a:pt x="8496" y="348"/>
                  </a:lnTo>
                  <a:lnTo>
                    <a:pt x="7917" y="194"/>
                  </a:lnTo>
                  <a:lnTo>
                    <a:pt x="7338" y="78"/>
                  </a:lnTo>
                  <a:lnTo>
                    <a:pt x="67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20"/>
            <p:cNvSpPr/>
            <p:nvPr/>
          </p:nvSpPr>
          <p:spPr>
            <a:xfrm>
              <a:off x="3907500" y="442282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0" y="464"/>
                  </a:moveTo>
                  <a:lnTo>
                    <a:pt x="11623" y="502"/>
                  </a:lnTo>
                  <a:lnTo>
                    <a:pt x="12048" y="541"/>
                  </a:lnTo>
                  <a:lnTo>
                    <a:pt x="12434" y="657"/>
                  </a:lnTo>
                  <a:lnTo>
                    <a:pt x="12627" y="734"/>
                  </a:lnTo>
                  <a:lnTo>
                    <a:pt x="12743" y="811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6" y="1699"/>
                  </a:lnTo>
                  <a:lnTo>
                    <a:pt x="12820" y="1892"/>
                  </a:lnTo>
                  <a:lnTo>
                    <a:pt x="12704" y="2086"/>
                  </a:lnTo>
                  <a:lnTo>
                    <a:pt x="12589" y="2240"/>
                  </a:lnTo>
                  <a:lnTo>
                    <a:pt x="12241" y="2472"/>
                  </a:lnTo>
                  <a:lnTo>
                    <a:pt x="11816" y="2742"/>
                  </a:lnTo>
                  <a:lnTo>
                    <a:pt x="11391" y="2935"/>
                  </a:lnTo>
                  <a:lnTo>
                    <a:pt x="10658" y="3205"/>
                  </a:lnTo>
                  <a:lnTo>
                    <a:pt x="9924" y="3437"/>
                  </a:lnTo>
                  <a:lnTo>
                    <a:pt x="9152" y="3707"/>
                  </a:lnTo>
                  <a:lnTo>
                    <a:pt x="8380" y="3900"/>
                  </a:lnTo>
                  <a:lnTo>
                    <a:pt x="7607" y="4094"/>
                  </a:lnTo>
                  <a:lnTo>
                    <a:pt x="6796" y="4287"/>
                  </a:lnTo>
                  <a:lnTo>
                    <a:pt x="5908" y="4441"/>
                  </a:lnTo>
                  <a:lnTo>
                    <a:pt x="5020" y="4596"/>
                  </a:lnTo>
                  <a:lnTo>
                    <a:pt x="4132" y="4711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0"/>
                  </a:lnTo>
                  <a:lnTo>
                    <a:pt x="1506" y="4673"/>
                  </a:lnTo>
                  <a:lnTo>
                    <a:pt x="1197" y="4557"/>
                  </a:lnTo>
                  <a:lnTo>
                    <a:pt x="888" y="4441"/>
                  </a:lnTo>
                  <a:lnTo>
                    <a:pt x="579" y="4248"/>
                  </a:lnTo>
                  <a:lnTo>
                    <a:pt x="657" y="4171"/>
                  </a:lnTo>
                  <a:lnTo>
                    <a:pt x="695" y="4055"/>
                  </a:lnTo>
                  <a:lnTo>
                    <a:pt x="695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1" y="3437"/>
                  </a:lnTo>
                  <a:lnTo>
                    <a:pt x="1313" y="3244"/>
                  </a:lnTo>
                  <a:lnTo>
                    <a:pt x="1854" y="2935"/>
                  </a:lnTo>
                  <a:lnTo>
                    <a:pt x="2278" y="2703"/>
                  </a:lnTo>
                  <a:lnTo>
                    <a:pt x="3012" y="2356"/>
                  </a:lnTo>
                  <a:lnTo>
                    <a:pt x="3707" y="2008"/>
                  </a:lnTo>
                  <a:lnTo>
                    <a:pt x="4479" y="1699"/>
                  </a:lnTo>
                  <a:lnTo>
                    <a:pt x="5252" y="1429"/>
                  </a:lnTo>
                  <a:lnTo>
                    <a:pt x="6024" y="1197"/>
                  </a:lnTo>
                  <a:lnTo>
                    <a:pt x="6835" y="1004"/>
                  </a:lnTo>
                  <a:lnTo>
                    <a:pt x="7607" y="811"/>
                  </a:lnTo>
                  <a:lnTo>
                    <a:pt x="8418" y="695"/>
                  </a:lnTo>
                  <a:lnTo>
                    <a:pt x="9229" y="580"/>
                  </a:lnTo>
                  <a:lnTo>
                    <a:pt x="10040" y="541"/>
                  </a:lnTo>
                  <a:lnTo>
                    <a:pt x="10735" y="502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1" y="1313"/>
                  </a:lnTo>
                  <a:lnTo>
                    <a:pt x="13708" y="1506"/>
                  </a:lnTo>
                  <a:lnTo>
                    <a:pt x="13747" y="1738"/>
                  </a:lnTo>
                  <a:lnTo>
                    <a:pt x="13708" y="2008"/>
                  </a:lnTo>
                  <a:lnTo>
                    <a:pt x="13631" y="2240"/>
                  </a:lnTo>
                  <a:lnTo>
                    <a:pt x="13515" y="2472"/>
                  </a:lnTo>
                  <a:lnTo>
                    <a:pt x="13399" y="2703"/>
                  </a:lnTo>
                  <a:lnTo>
                    <a:pt x="13206" y="2896"/>
                  </a:lnTo>
                  <a:lnTo>
                    <a:pt x="12859" y="3205"/>
                  </a:lnTo>
                  <a:lnTo>
                    <a:pt x="12473" y="3437"/>
                  </a:lnTo>
                  <a:lnTo>
                    <a:pt x="12048" y="3669"/>
                  </a:lnTo>
                  <a:lnTo>
                    <a:pt x="11623" y="3900"/>
                  </a:lnTo>
                  <a:lnTo>
                    <a:pt x="10658" y="4287"/>
                  </a:lnTo>
                  <a:lnTo>
                    <a:pt x="9731" y="4634"/>
                  </a:lnTo>
                  <a:lnTo>
                    <a:pt x="8766" y="4904"/>
                  </a:lnTo>
                  <a:lnTo>
                    <a:pt x="7762" y="5175"/>
                  </a:lnTo>
                  <a:lnTo>
                    <a:pt x="6758" y="5406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8"/>
                  </a:lnTo>
                  <a:lnTo>
                    <a:pt x="2780" y="5986"/>
                  </a:lnTo>
                  <a:lnTo>
                    <a:pt x="2278" y="5986"/>
                  </a:lnTo>
                  <a:lnTo>
                    <a:pt x="1815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5" y="5484"/>
                  </a:lnTo>
                  <a:lnTo>
                    <a:pt x="502" y="5252"/>
                  </a:lnTo>
                  <a:lnTo>
                    <a:pt x="348" y="5020"/>
                  </a:lnTo>
                  <a:lnTo>
                    <a:pt x="309" y="4866"/>
                  </a:lnTo>
                  <a:lnTo>
                    <a:pt x="309" y="4750"/>
                  </a:lnTo>
                  <a:lnTo>
                    <a:pt x="309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3"/>
                  </a:lnTo>
                  <a:lnTo>
                    <a:pt x="1931" y="5252"/>
                  </a:lnTo>
                  <a:lnTo>
                    <a:pt x="2587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6" y="5059"/>
                  </a:lnTo>
                  <a:lnTo>
                    <a:pt x="6912" y="4789"/>
                  </a:lnTo>
                  <a:lnTo>
                    <a:pt x="7839" y="4596"/>
                  </a:lnTo>
                  <a:lnTo>
                    <a:pt x="8727" y="4402"/>
                  </a:lnTo>
                  <a:lnTo>
                    <a:pt x="9615" y="4132"/>
                  </a:lnTo>
                  <a:lnTo>
                    <a:pt x="10503" y="3862"/>
                  </a:lnTo>
                  <a:lnTo>
                    <a:pt x="11353" y="3514"/>
                  </a:lnTo>
                  <a:lnTo>
                    <a:pt x="12164" y="3128"/>
                  </a:lnTo>
                  <a:lnTo>
                    <a:pt x="12434" y="2974"/>
                  </a:lnTo>
                  <a:lnTo>
                    <a:pt x="12704" y="2819"/>
                  </a:lnTo>
                  <a:lnTo>
                    <a:pt x="12936" y="2588"/>
                  </a:lnTo>
                  <a:lnTo>
                    <a:pt x="13129" y="2394"/>
                  </a:lnTo>
                  <a:lnTo>
                    <a:pt x="13322" y="2124"/>
                  </a:lnTo>
                  <a:lnTo>
                    <a:pt x="13438" y="1854"/>
                  </a:lnTo>
                  <a:lnTo>
                    <a:pt x="13515" y="1584"/>
                  </a:lnTo>
                  <a:lnTo>
                    <a:pt x="13515" y="1236"/>
                  </a:lnTo>
                  <a:lnTo>
                    <a:pt x="13477" y="1120"/>
                  </a:lnTo>
                  <a:close/>
                  <a:moveTo>
                    <a:pt x="10658" y="0"/>
                  </a:moveTo>
                  <a:lnTo>
                    <a:pt x="9886" y="39"/>
                  </a:lnTo>
                  <a:lnTo>
                    <a:pt x="9113" y="116"/>
                  </a:lnTo>
                  <a:lnTo>
                    <a:pt x="8302" y="232"/>
                  </a:lnTo>
                  <a:lnTo>
                    <a:pt x="7530" y="348"/>
                  </a:lnTo>
                  <a:lnTo>
                    <a:pt x="6719" y="541"/>
                  </a:lnTo>
                  <a:lnTo>
                    <a:pt x="5908" y="734"/>
                  </a:lnTo>
                  <a:lnTo>
                    <a:pt x="5020" y="1004"/>
                  </a:lnTo>
                  <a:lnTo>
                    <a:pt x="4132" y="1352"/>
                  </a:lnTo>
                  <a:lnTo>
                    <a:pt x="3244" y="1699"/>
                  </a:lnTo>
                  <a:lnTo>
                    <a:pt x="2394" y="2124"/>
                  </a:lnTo>
                  <a:lnTo>
                    <a:pt x="1776" y="2433"/>
                  </a:lnTo>
                  <a:lnTo>
                    <a:pt x="1390" y="2626"/>
                  </a:lnTo>
                  <a:lnTo>
                    <a:pt x="1043" y="2858"/>
                  </a:lnTo>
                  <a:lnTo>
                    <a:pt x="695" y="3090"/>
                  </a:lnTo>
                  <a:lnTo>
                    <a:pt x="463" y="3398"/>
                  </a:lnTo>
                  <a:lnTo>
                    <a:pt x="348" y="3553"/>
                  </a:lnTo>
                  <a:lnTo>
                    <a:pt x="270" y="3707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3" y="4132"/>
                  </a:lnTo>
                  <a:lnTo>
                    <a:pt x="193" y="4171"/>
                  </a:lnTo>
                  <a:lnTo>
                    <a:pt x="116" y="4325"/>
                  </a:lnTo>
                  <a:lnTo>
                    <a:pt x="39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5136"/>
                  </a:lnTo>
                  <a:lnTo>
                    <a:pt x="193" y="5445"/>
                  </a:lnTo>
                  <a:lnTo>
                    <a:pt x="348" y="5638"/>
                  </a:lnTo>
                  <a:lnTo>
                    <a:pt x="502" y="5831"/>
                  </a:lnTo>
                  <a:lnTo>
                    <a:pt x="695" y="5947"/>
                  </a:lnTo>
                  <a:lnTo>
                    <a:pt x="927" y="6063"/>
                  </a:lnTo>
                  <a:lnTo>
                    <a:pt x="965" y="6256"/>
                  </a:lnTo>
                  <a:lnTo>
                    <a:pt x="1274" y="6179"/>
                  </a:lnTo>
                  <a:lnTo>
                    <a:pt x="1313" y="6217"/>
                  </a:lnTo>
                  <a:lnTo>
                    <a:pt x="1313" y="6256"/>
                  </a:lnTo>
                  <a:lnTo>
                    <a:pt x="1352" y="6295"/>
                  </a:lnTo>
                  <a:lnTo>
                    <a:pt x="1467" y="6256"/>
                  </a:lnTo>
                  <a:lnTo>
                    <a:pt x="1815" y="6295"/>
                  </a:lnTo>
                  <a:lnTo>
                    <a:pt x="2394" y="6333"/>
                  </a:lnTo>
                  <a:lnTo>
                    <a:pt x="3012" y="6372"/>
                  </a:lnTo>
                  <a:lnTo>
                    <a:pt x="3591" y="6333"/>
                  </a:lnTo>
                  <a:lnTo>
                    <a:pt x="4171" y="6295"/>
                  </a:lnTo>
                  <a:lnTo>
                    <a:pt x="5368" y="6101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3" y="5522"/>
                  </a:lnTo>
                  <a:lnTo>
                    <a:pt x="9036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5" y="4132"/>
                  </a:lnTo>
                  <a:lnTo>
                    <a:pt x="12125" y="4248"/>
                  </a:lnTo>
                  <a:lnTo>
                    <a:pt x="12395" y="4287"/>
                  </a:lnTo>
                  <a:lnTo>
                    <a:pt x="12782" y="4711"/>
                  </a:lnTo>
                  <a:lnTo>
                    <a:pt x="13013" y="4518"/>
                  </a:lnTo>
                  <a:lnTo>
                    <a:pt x="12434" y="3939"/>
                  </a:lnTo>
                  <a:lnTo>
                    <a:pt x="12897" y="3669"/>
                  </a:lnTo>
                  <a:lnTo>
                    <a:pt x="13361" y="3321"/>
                  </a:lnTo>
                  <a:lnTo>
                    <a:pt x="13631" y="3051"/>
                  </a:lnTo>
                  <a:lnTo>
                    <a:pt x="13824" y="2703"/>
                  </a:lnTo>
                  <a:lnTo>
                    <a:pt x="14133" y="2626"/>
                  </a:lnTo>
                  <a:lnTo>
                    <a:pt x="14017" y="2317"/>
                  </a:lnTo>
                  <a:lnTo>
                    <a:pt x="14095" y="2008"/>
                  </a:lnTo>
                  <a:lnTo>
                    <a:pt x="14133" y="1738"/>
                  </a:lnTo>
                  <a:lnTo>
                    <a:pt x="14095" y="1468"/>
                  </a:lnTo>
                  <a:lnTo>
                    <a:pt x="14017" y="1236"/>
                  </a:lnTo>
                  <a:lnTo>
                    <a:pt x="13901" y="1004"/>
                  </a:lnTo>
                  <a:lnTo>
                    <a:pt x="13747" y="811"/>
                  </a:lnTo>
                  <a:lnTo>
                    <a:pt x="13477" y="618"/>
                  </a:lnTo>
                  <a:lnTo>
                    <a:pt x="13168" y="502"/>
                  </a:lnTo>
                  <a:lnTo>
                    <a:pt x="13091" y="502"/>
                  </a:lnTo>
                  <a:lnTo>
                    <a:pt x="12897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2" y="116"/>
                  </a:lnTo>
                  <a:lnTo>
                    <a:pt x="11816" y="3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20"/>
            <p:cNvSpPr/>
            <p:nvPr/>
          </p:nvSpPr>
          <p:spPr>
            <a:xfrm>
              <a:off x="299900" y="4449850"/>
              <a:ext cx="375550" cy="386175"/>
            </a:xfrm>
            <a:custGeom>
              <a:avLst/>
              <a:gdLst/>
              <a:ahLst/>
              <a:cxnLst/>
              <a:rect l="l" t="t" r="r" b="b"/>
              <a:pathLst>
                <a:path w="15022" h="15447" extrusionOk="0">
                  <a:moveTo>
                    <a:pt x="8032" y="503"/>
                  </a:move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05"/>
                  </a:lnTo>
                  <a:lnTo>
                    <a:pt x="10697" y="1236"/>
                  </a:lnTo>
                  <a:lnTo>
                    <a:pt x="11160" y="1507"/>
                  </a:lnTo>
                  <a:lnTo>
                    <a:pt x="11623" y="1815"/>
                  </a:lnTo>
                  <a:lnTo>
                    <a:pt x="10813" y="2163"/>
                  </a:lnTo>
                  <a:lnTo>
                    <a:pt x="10079" y="2588"/>
                  </a:lnTo>
                  <a:lnTo>
                    <a:pt x="9307" y="3090"/>
                  </a:lnTo>
                  <a:lnTo>
                    <a:pt x="8611" y="3592"/>
                  </a:lnTo>
                  <a:lnTo>
                    <a:pt x="7955" y="4171"/>
                  </a:lnTo>
                  <a:lnTo>
                    <a:pt x="7299" y="4789"/>
                  </a:lnTo>
                  <a:lnTo>
                    <a:pt x="6719" y="5445"/>
                  </a:lnTo>
                  <a:lnTo>
                    <a:pt x="6140" y="6140"/>
                  </a:lnTo>
                  <a:lnTo>
                    <a:pt x="5638" y="6835"/>
                  </a:lnTo>
                  <a:lnTo>
                    <a:pt x="5213" y="7608"/>
                  </a:lnTo>
                  <a:lnTo>
                    <a:pt x="4789" y="8380"/>
                  </a:lnTo>
                  <a:lnTo>
                    <a:pt x="4480" y="9191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3" y="11739"/>
                  </a:lnTo>
                  <a:lnTo>
                    <a:pt x="3746" y="12628"/>
                  </a:lnTo>
                  <a:lnTo>
                    <a:pt x="3592" y="12666"/>
                  </a:lnTo>
                  <a:lnTo>
                    <a:pt x="3283" y="11817"/>
                  </a:lnTo>
                  <a:lnTo>
                    <a:pt x="3051" y="11006"/>
                  </a:lnTo>
                  <a:lnTo>
                    <a:pt x="2858" y="10195"/>
                  </a:lnTo>
                  <a:lnTo>
                    <a:pt x="2703" y="9345"/>
                  </a:lnTo>
                  <a:lnTo>
                    <a:pt x="2588" y="8496"/>
                  </a:lnTo>
                  <a:lnTo>
                    <a:pt x="2549" y="7646"/>
                  </a:lnTo>
                  <a:lnTo>
                    <a:pt x="2588" y="6797"/>
                  </a:lnTo>
                  <a:lnTo>
                    <a:pt x="2703" y="5909"/>
                  </a:lnTo>
                  <a:lnTo>
                    <a:pt x="2858" y="5214"/>
                  </a:lnTo>
                  <a:lnTo>
                    <a:pt x="3051" y="4480"/>
                  </a:lnTo>
                  <a:lnTo>
                    <a:pt x="3321" y="3823"/>
                  </a:lnTo>
                  <a:lnTo>
                    <a:pt x="3669" y="3167"/>
                  </a:lnTo>
                  <a:lnTo>
                    <a:pt x="4016" y="2549"/>
                  </a:lnTo>
                  <a:lnTo>
                    <a:pt x="4441" y="1970"/>
                  </a:lnTo>
                  <a:lnTo>
                    <a:pt x="4904" y="1391"/>
                  </a:lnTo>
                  <a:lnTo>
                    <a:pt x="5406" y="850"/>
                  </a:lnTo>
                  <a:lnTo>
                    <a:pt x="5908" y="696"/>
                  </a:lnTo>
                  <a:lnTo>
                    <a:pt x="6410" y="618"/>
                  </a:lnTo>
                  <a:lnTo>
                    <a:pt x="6951" y="541"/>
                  </a:lnTo>
                  <a:lnTo>
                    <a:pt x="7492" y="503"/>
                  </a:lnTo>
                  <a:close/>
                  <a:moveTo>
                    <a:pt x="11971" y="2086"/>
                  </a:moveTo>
                  <a:lnTo>
                    <a:pt x="12357" y="2433"/>
                  </a:lnTo>
                  <a:lnTo>
                    <a:pt x="12705" y="2781"/>
                  </a:lnTo>
                  <a:lnTo>
                    <a:pt x="13052" y="3206"/>
                  </a:lnTo>
                  <a:lnTo>
                    <a:pt x="13322" y="3630"/>
                  </a:lnTo>
                  <a:lnTo>
                    <a:pt x="13593" y="4094"/>
                  </a:lnTo>
                  <a:lnTo>
                    <a:pt x="13863" y="4557"/>
                  </a:lnTo>
                  <a:lnTo>
                    <a:pt x="14056" y="5059"/>
                  </a:lnTo>
                  <a:lnTo>
                    <a:pt x="14211" y="5600"/>
                  </a:lnTo>
                  <a:lnTo>
                    <a:pt x="14326" y="6102"/>
                  </a:lnTo>
                  <a:lnTo>
                    <a:pt x="14442" y="6604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1"/>
                  </a:lnTo>
                  <a:lnTo>
                    <a:pt x="11392" y="7144"/>
                  </a:lnTo>
                  <a:lnTo>
                    <a:pt x="10658" y="7376"/>
                  </a:lnTo>
                  <a:lnTo>
                    <a:pt x="9963" y="7685"/>
                  </a:lnTo>
                  <a:lnTo>
                    <a:pt x="9229" y="8032"/>
                  </a:lnTo>
                  <a:lnTo>
                    <a:pt x="8534" y="8419"/>
                  </a:lnTo>
                  <a:lnTo>
                    <a:pt x="7878" y="8843"/>
                  </a:lnTo>
                  <a:lnTo>
                    <a:pt x="7260" y="9268"/>
                  </a:lnTo>
                  <a:lnTo>
                    <a:pt x="6642" y="9770"/>
                  </a:lnTo>
                  <a:lnTo>
                    <a:pt x="6102" y="10311"/>
                  </a:lnTo>
                  <a:lnTo>
                    <a:pt x="5561" y="10890"/>
                  </a:lnTo>
                  <a:lnTo>
                    <a:pt x="5098" y="11469"/>
                  </a:lnTo>
                  <a:lnTo>
                    <a:pt x="4634" y="12126"/>
                  </a:lnTo>
                  <a:lnTo>
                    <a:pt x="4248" y="12782"/>
                  </a:lnTo>
                  <a:lnTo>
                    <a:pt x="4132" y="12705"/>
                  </a:lnTo>
                  <a:lnTo>
                    <a:pt x="3978" y="12666"/>
                  </a:lnTo>
                  <a:lnTo>
                    <a:pt x="4094" y="11778"/>
                  </a:lnTo>
                  <a:lnTo>
                    <a:pt x="4325" y="10929"/>
                  </a:lnTo>
                  <a:lnTo>
                    <a:pt x="4557" y="10079"/>
                  </a:lnTo>
                  <a:lnTo>
                    <a:pt x="4866" y="9268"/>
                  </a:lnTo>
                  <a:lnTo>
                    <a:pt x="5213" y="8496"/>
                  </a:lnTo>
                  <a:lnTo>
                    <a:pt x="5600" y="7724"/>
                  </a:lnTo>
                  <a:lnTo>
                    <a:pt x="6024" y="6990"/>
                  </a:lnTo>
                  <a:lnTo>
                    <a:pt x="6526" y="6256"/>
                  </a:lnTo>
                  <a:lnTo>
                    <a:pt x="7067" y="5600"/>
                  </a:lnTo>
                  <a:lnTo>
                    <a:pt x="7607" y="4943"/>
                  </a:lnTo>
                  <a:lnTo>
                    <a:pt x="8225" y="4364"/>
                  </a:lnTo>
                  <a:lnTo>
                    <a:pt x="8920" y="3823"/>
                  </a:lnTo>
                  <a:lnTo>
                    <a:pt x="9615" y="3321"/>
                  </a:lnTo>
                  <a:lnTo>
                    <a:pt x="10349" y="2858"/>
                  </a:lnTo>
                  <a:lnTo>
                    <a:pt x="11121" y="2433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39"/>
                  </a:lnTo>
                  <a:lnTo>
                    <a:pt x="14442" y="8689"/>
                  </a:lnTo>
                  <a:lnTo>
                    <a:pt x="14288" y="9538"/>
                  </a:lnTo>
                  <a:lnTo>
                    <a:pt x="14172" y="9925"/>
                  </a:lnTo>
                  <a:lnTo>
                    <a:pt x="14056" y="10349"/>
                  </a:lnTo>
                  <a:lnTo>
                    <a:pt x="13902" y="10735"/>
                  </a:lnTo>
                  <a:lnTo>
                    <a:pt x="13709" y="11122"/>
                  </a:lnTo>
                  <a:lnTo>
                    <a:pt x="13516" y="11508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50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1" y="13014"/>
                  </a:lnTo>
                  <a:lnTo>
                    <a:pt x="11701" y="12898"/>
                  </a:lnTo>
                  <a:lnTo>
                    <a:pt x="11121" y="12743"/>
                  </a:lnTo>
                  <a:lnTo>
                    <a:pt x="10542" y="12628"/>
                  </a:lnTo>
                  <a:lnTo>
                    <a:pt x="10002" y="12550"/>
                  </a:lnTo>
                  <a:lnTo>
                    <a:pt x="9422" y="12473"/>
                  </a:lnTo>
                  <a:lnTo>
                    <a:pt x="8843" y="12435"/>
                  </a:lnTo>
                  <a:lnTo>
                    <a:pt x="8303" y="12435"/>
                  </a:lnTo>
                  <a:lnTo>
                    <a:pt x="7762" y="12473"/>
                  </a:lnTo>
                  <a:lnTo>
                    <a:pt x="7221" y="12550"/>
                  </a:lnTo>
                  <a:lnTo>
                    <a:pt x="6719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23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01"/>
                  </a:lnTo>
                  <a:lnTo>
                    <a:pt x="5870" y="11160"/>
                  </a:lnTo>
                  <a:lnTo>
                    <a:pt x="6410" y="10620"/>
                  </a:lnTo>
                  <a:lnTo>
                    <a:pt x="6990" y="10118"/>
                  </a:lnTo>
                  <a:lnTo>
                    <a:pt x="7569" y="9616"/>
                  </a:lnTo>
                  <a:lnTo>
                    <a:pt x="8148" y="9191"/>
                  </a:lnTo>
                  <a:lnTo>
                    <a:pt x="8766" y="8805"/>
                  </a:lnTo>
                  <a:lnTo>
                    <a:pt x="9422" y="8419"/>
                  </a:lnTo>
                  <a:lnTo>
                    <a:pt x="10079" y="8110"/>
                  </a:lnTo>
                  <a:lnTo>
                    <a:pt x="10735" y="7801"/>
                  </a:lnTo>
                  <a:lnTo>
                    <a:pt x="11469" y="7569"/>
                  </a:lnTo>
                  <a:lnTo>
                    <a:pt x="12164" y="7337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6"/>
                  </a:moveTo>
                  <a:lnTo>
                    <a:pt x="4055" y="1815"/>
                  </a:lnTo>
                  <a:lnTo>
                    <a:pt x="3630" y="2433"/>
                  </a:lnTo>
                  <a:lnTo>
                    <a:pt x="3244" y="3090"/>
                  </a:lnTo>
                  <a:lnTo>
                    <a:pt x="2935" y="3785"/>
                  </a:lnTo>
                  <a:lnTo>
                    <a:pt x="2665" y="4519"/>
                  </a:lnTo>
                  <a:lnTo>
                    <a:pt x="2472" y="5252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4"/>
                  </a:lnTo>
                  <a:lnTo>
                    <a:pt x="2394" y="9847"/>
                  </a:lnTo>
                  <a:lnTo>
                    <a:pt x="2549" y="10620"/>
                  </a:lnTo>
                  <a:lnTo>
                    <a:pt x="2781" y="11353"/>
                  </a:lnTo>
                  <a:lnTo>
                    <a:pt x="3012" y="12048"/>
                  </a:lnTo>
                  <a:lnTo>
                    <a:pt x="3321" y="12743"/>
                  </a:lnTo>
                  <a:lnTo>
                    <a:pt x="3128" y="12859"/>
                  </a:lnTo>
                  <a:lnTo>
                    <a:pt x="2935" y="13014"/>
                  </a:lnTo>
                  <a:lnTo>
                    <a:pt x="2819" y="13207"/>
                  </a:lnTo>
                  <a:lnTo>
                    <a:pt x="2742" y="13439"/>
                  </a:lnTo>
                  <a:lnTo>
                    <a:pt x="2394" y="12975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6" y="11585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075"/>
                  </a:lnTo>
                  <a:lnTo>
                    <a:pt x="541" y="8534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1"/>
                  </a:lnTo>
                  <a:lnTo>
                    <a:pt x="773" y="5870"/>
                  </a:lnTo>
                  <a:lnTo>
                    <a:pt x="927" y="5291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1970"/>
                  </a:lnTo>
                  <a:lnTo>
                    <a:pt x="3939" y="1584"/>
                  </a:lnTo>
                  <a:lnTo>
                    <a:pt x="4518" y="1236"/>
                  </a:lnTo>
                  <a:close/>
                  <a:moveTo>
                    <a:pt x="3862" y="12975"/>
                  </a:moveTo>
                  <a:lnTo>
                    <a:pt x="4016" y="13014"/>
                  </a:lnTo>
                  <a:lnTo>
                    <a:pt x="4171" y="13130"/>
                  </a:lnTo>
                  <a:lnTo>
                    <a:pt x="4287" y="13284"/>
                  </a:lnTo>
                  <a:lnTo>
                    <a:pt x="4325" y="13439"/>
                  </a:lnTo>
                  <a:lnTo>
                    <a:pt x="4364" y="13593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5" y="13786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00"/>
                  </a:lnTo>
                  <a:lnTo>
                    <a:pt x="3051" y="13439"/>
                  </a:lnTo>
                  <a:lnTo>
                    <a:pt x="2974" y="13516"/>
                  </a:lnTo>
                  <a:lnTo>
                    <a:pt x="3051" y="13361"/>
                  </a:lnTo>
                  <a:lnTo>
                    <a:pt x="3167" y="13207"/>
                  </a:lnTo>
                  <a:lnTo>
                    <a:pt x="3321" y="13091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8187" y="12821"/>
                  </a:moveTo>
                  <a:lnTo>
                    <a:pt x="9152" y="12859"/>
                  </a:lnTo>
                  <a:lnTo>
                    <a:pt x="9615" y="12898"/>
                  </a:lnTo>
                  <a:lnTo>
                    <a:pt x="10117" y="12937"/>
                  </a:lnTo>
                  <a:lnTo>
                    <a:pt x="10504" y="13014"/>
                  </a:lnTo>
                  <a:lnTo>
                    <a:pt x="11006" y="13091"/>
                  </a:lnTo>
                  <a:lnTo>
                    <a:pt x="11508" y="13245"/>
                  </a:lnTo>
                  <a:lnTo>
                    <a:pt x="11701" y="13323"/>
                  </a:lnTo>
                  <a:lnTo>
                    <a:pt x="11894" y="13439"/>
                  </a:lnTo>
                  <a:lnTo>
                    <a:pt x="11508" y="13747"/>
                  </a:lnTo>
                  <a:lnTo>
                    <a:pt x="11083" y="14018"/>
                  </a:lnTo>
                  <a:lnTo>
                    <a:pt x="10658" y="14249"/>
                  </a:lnTo>
                  <a:lnTo>
                    <a:pt x="10233" y="14442"/>
                  </a:lnTo>
                  <a:lnTo>
                    <a:pt x="9770" y="14597"/>
                  </a:lnTo>
                  <a:lnTo>
                    <a:pt x="9307" y="14751"/>
                  </a:lnTo>
                  <a:lnTo>
                    <a:pt x="8843" y="14829"/>
                  </a:lnTo>
                  <a:lnTo>
                    <a:pt x="8341" y="14906"/>
                  </a:lnTo>
                  <a:lnTo>
                    <a:pt x="7878" y="14944"/>
                  </a:lnTo>
                  <a:lnTo>
                    <a:pt x="7376" y="14944"/>
                  </a:lnTo>
                  <a:lnTo>
                    <a:pt x="6912" y="14906"/>
                  </a:lnTo>
                  <a:lnTo>
                    <a:pt x="6410" y="14867"/>
                  </a:lnTo>
                  <a:lnTo>
                    <a:pt x="5947" y="14751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6" y="14288"/>
                  </a:lnTo>
                  <a:lnTo>
                    <a:pt x="4711" y="14018"/>
                  </a:lnTo>
                  <a:lnTo>
                    <a:pt x="4750" y="13709"/>
                  </a:lnTo>
                  <a:lnTo>
                    <a:pt x="4711" y="13593"/>
                  </a:lnTo>
                  <a:lnTo>
                    <a:pt x="5561" y="13284"/>
                  </a:lnTo>
                  <a:lnTo>
                    <a:pt x="6410" y="13091"/>
                  </a:lnTo>
                  <a:lnTo>
                    <a:pt x="7299" y="12937"/>
                  </a:lnTo>
                  <a:lnTo>
                    <a:pt x="8187" y="12821"/>
                  </a:lnTo>
                  <a:close/>
                  <a:moveTo>
                    <a:pt x="6990" y="1"/>
                  </a:moveTo>
                  <a:lnTo>
                    <a:pt x="6449" y="78"/>
                  </a:lnTo>
                  <a:lnTo>
                    <a:pt x="5870" y="194"/>
                  </a:lnTo>
                  <a:lnTo>
                    <a:pt x="5329" y="348"/>
                  </a:lnTo>
                  <a:lnTo>
                    <a:pt x="4789" y="580"/>
                  </a:lnTo>
                  <a:lnTo>
                    <a:pt x="4248" y="811"/>
                  </a:lnTo>
                  <a:lnTo>
                    <a:pt x="3785" y="1082"/>
                  </a:lnTo>
                  <a:lnTo>
                    <a:pt x="3283" y="1391"/>
                  </a:lnTo>
                  <a:lnTo>
                    <a:pt x="2819" y="1738"/>
                  </a:lnTo>
                  <a:lnTo>
                    <a:pt x="2394" y="2124"/>
                  </a:lnTo>
                  <a:lnTo>
                    <a:pt x="2008" y="2549"/>
                  </a:lnTo>
                  <a:lnTo>
                    <a:pt x="1622" y="3013"/>
                  </a:lnTo>
                  <a:lnTo>
                    <a:pt x="1275" y="3476"/>
                  </a:lnTo>
                  <a:lnTo>
                    <a:pt x="966" y="3978"/>
                  </a:lnTo>
                  <a:lnTo>
                    <a:pt x="695" y="4596"/>
                  </a:lnTo>
                  <a:lnTo>
                    <a:pt x="425" y="5214"/>
                  </a:lnTo>
                  <a:lnTo>
                    <a:pt x="232" y="5870"/>
                  </a:lnTo>
                  <a:lnTo>
                    <a:pt x="116" y="6526"/>
                  </a:lnTo>
                  <a:lnTo>
                    <a:pt x="39" y="7222"/>
                  </a:lnTo>
                  <a:lnTo>
                    <a:pt x="0" y="7878"/>
                  </a:lnTo>
                  <a:lnTo>
                    <a:pt x="39" y="8573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199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1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481"/>
                  </a:lnTo>
                  <a:lnTo>
                    <a:pt x="4132" y="14597"/>
                  </a:lnTo>
                  <a:lnTo>
                    <a:pt x="4557" y="14790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53"/>
                  </a:lnTo>
                  <a:lnTo>
                    <a:pt x="6333" y="15369"/>
                  </a:lnTo>
                  <a:lnTo>
                    <a:pt x="6797" y="15408"/>
                  </a:lnTo>
                  <a:lnTo>
                    <a:pt x="7299" y="15446"/>
                  </a:lnTo>
                  <a:lnTo>
                    <a:pt x="8225" y="15446"/>
                  </a:lnTo>
                  <a:lnTo>
                    <a:pt x="8689" y="15369"/>
                  </a:lnTo>
                  <a:lnTo>
                    <a:pt x="9152" y="15292"/>
                  </a:lnTo>
                  <a:lnTo>
                    <a:pt x="9615" y="15176"/>
                  </a:lnTo>
                  <a:lnTo>
                    <a:pt x="10079" y="15022"/>
                  </a:lnTo>
                  <a:lnTo>
                    <a:pt x="10542" y="14867"/>
                  </a:lnTo>
                  <a:lnTo>
                    <a:pt x="10967" y="14674"/>
                  </a:lnTo>
                  <a:lnTo>
                    <a:pt x="11392" y="14442"/>
                  </a:lnTo>
                  <a:lnTo>
                    <a:pt x="11855" y="14134"/>
                  </a:lnTo>
                  <a:lnTo>
                    <a:pt x="12318" y="13747"/>
                  </a:lnTo>
                  <a:lnTo>
                    <a:pt x="12743" y="13361"/>
                  </a:lnTo>
                  <a:lnTo>
                    <a:pt x="13129" y="12975"/>
                  </a:lnTo>
                  <a:lnTo>
                    <a:pt x="13477" y="12512"/>
                  </a:lnTo>
                  <a:lnTo>
                    <a:pt x="13786" y="12048"/>
                  </a:lnTo>
                  <a:lnTo>
                    <a:pt x="14056" y="11546"/>
                  </a:lnTo>
                  <a:lnTo>
                    <a:pt x="14288" y="11044"/>
                  </a:lnTo>
                  <a:lnTo>
                    <a:pt x="14520" y="10504"/>
                  </a:lnTo>
                  <a:lnTo>
                    <a:pt x="14674" y="9963"/>
                  </a:lnTo>
                  <a:lnTo>
                    <a:pt x="14828" y="9423"/>
                  </a:lnTo>
                  <a:lnTo>
                    <a:pt x="14906" y="8843"/>
                  </a:lnTo>
                  <a:lnTo>
                    <a:pt x="14983" y="8264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4" y="6565"/>
                  </a:lnTo>
                  <a:lnTo>
                    <a:pt x="14828" y="5986"/>
                  </a:lnTo>
                  <a:lnTo>
                    <a:pt x="14674" y="5368"/>
                  </a:lnTo>
                  <a:lnTo>
                    <a:pt x="14481" y="4789"/>
                  </a:lnTo>
                  <a:lnTo>
                    <a:pt x="14249" y="4248"/>
                  </a:lnTo>
                  <a:lnTo>
                    <a:pt x="13979" y="3708"/>
                  </a:lnTo>
                  <a:lnTo>
                    <a:pt x="13670" y="3206"/>
                  </a:lnTo>
                  <a:lnTo>
                    <a:pt x="13322" y="2742"/>
                  </a:lnTo>
                  <a:lnTo>
                    <a:pt x="12936" y="2279"/>
                  </a:lnTo>
                  <a:lnTo>
                    <a:pt x="12512" y="1893"/>
                  </a:lnTo>
                  <a:lnTo>
                    <a:pt x="12048" y="1507"/>
                  </a:lnTo>
                  <a:lnTo>
                    <a:pt x="11585" y="1159"/>
                  </a:lnTo>
                  <a:lnTo>
                    <a:pt x="11083" y="850"/>
                  </a:lnTo>
                  <a:lnTo>
                    <a:pt x="10542" y="580"/>
                  </a:lnTo>
                  <a:lnTo>
                    <a:pt x="9963" y="387"/>
                  </a:lnTo>
                  <a:lnTo>
                    <a:pt x="9384" y="194"/>
                  </a:lnTo>
                  <a:lnTo>
                    <a:pt x="8766" y="78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20"/>
            <p:cNvSpPr/>
            <p:nvPr/>
          </p:nvSpPr>
          <p:spPr>
            <a:xfrm>
              <a:off x="2298225" y="4462400"/>
              <a:ext cx="461475" cy="306050"/>
            </a:xfrm>
            <a:custGeom>
              <a:avLst/>
              <a:gdLst/>
              <a:ahLst/>
              <a:cxnLst/>
              <a:rect l="l" t="t" r="r" b="b"/>
              <a:pathLst>
                <a:path w="18459" h="12242" extrusionOk="0">
                  <a:moveTo>
                    <a:pt x="17609" y="4943"/>
                  </a:moveTo>
                  <a:lnTo>
                    <a:pt x="17763" y="4982"/>
                  </a:lnTo>
                  <a:lnTo>
                    <a:pt x="17879" y="5020"/>
                  </a:lnTo>
                  <a:lnTo>
                    <a:pt x="17917" y="5098"/>
                  </a:lnTo>
                  <a:lnTo>
                    <a:pt x="17956" y="5175"/>
                  </a:lnTo>
                  <a:lnTo>
                    <a:pt x="17956" y="5407"/>
                  </a:lnTo>
                  <a:lnTo>
                    <a:pt x="17956" y="5638"/>
                  </a:lnTo>
                  <a:lnTo>
                    <a:pt x="17879" y="5793"/>
                  </a:lnTo>
                  <a:lnTo>
                    <a:pt x="17763" y="5986"/>
                  </a:lnTo>
                  <a:lnTo>
                    <a:pt x="17570" y="6140"/>
                  </a:lnTo>
                  <a:lnTo>
                    <a:pt x="17222" y="6372"/>
                  </a:lnTo>
                  <a:lnTo>
                    <a:pt x="16913" y="6526"/>
                  </a:lnTo>
                  <a:lnTo>
                    <a:pt x="16566" y="6642"/>
                  </a:lnTo>
                  <a:lnTo>
                    <a:pt x="16257" y="6681"/>
                  </a:lnTo>
                  <a:lnTo>
                    <a:pt x="15909" y="6720"/>
                  </a:lnTo>
                  <a:lnTo>
                    <a:pt x="16141" y="6140"/>
                  </a:lnTo>
                  <a:lnTo>
                    <a:pt x="16257" y="5870"/>
                  </a:lnTo>
                  <a:lnTo>
                    <a:pt x="16411" y="5600"/>
                  </a:lnTo>
                  <a:lnTo>
                    <a:pt x="16605" y="5368"/>
                  </a:lnTo>
                  <a:lnTo>
                    <a:pt x="16798" y="5175"/>
                  </a:lnTo>
                  <a:lnTo>
                    <a:pt x="17068" y="5059"/>
                  </a:lnTo>
                  <a:lnTo>
                    <a:pt x="17377" y="4943"/>
                  </a:lnTo>
                  <a:close/>
                  <a:moveTo>
                    <a:pt x="13747" y="6295"/>
                  </a:moveTo>
                  <a:lnTo>
                    <a:pt x="14056" y="6333"/>
                  </a:lnTo>
                  <a:lnTo>
                    <a:pt x="14365" y="6411"/>
                  </a:lnTo>
                  <a:lnTo>
                    <a:pt x="14597" y="6526"/>
                  </a:lnTo>
                  <a:lnTo>
                    <a:pt x="14828" y="6681"/>
                  </a:lnTo>
                  <a:lnTo>
                    <a:pt x="15060" y="6835"/>
                  </a:lnTo>
                  <a:lnTo>
                    <a:pt x="14983" y="6951"/>
                  </a:lnTo>
                  <a:lnTo>
                    <a:pt x="14519" y="7067"/>
                  </a:lnTo>
                  <a:lnTo>
                    <a:pt x="14056" y="7144"/>
                  </a:lnTo>
                  <a:lnTo>
                    <a:pt x="13515" y="7144"/>
                  </a:lnTo>
                  <a:lnTo>
                    <a:pt x="13206" y="7106"/>
                  </a:lnTo>
                  <a:lnTo>
                    <a:pt x="12936" y="6990"/>
                  </a:lnTo>
                  <a:lnTo>
                    <a:pt x="12820" y="6951"/>
                  </a:lnTo>
                  <a:lnTo>
                    <a:pt x="12782" y="6874"/>
                  </a:lnTo>
                  <a:lnTo>
                    <a:pt x="12782" y="6758"/>
                  </a:lnTo>
                  <a:lnTo>
                    <a:pt x="12859" y="6642"/>
                  </a:lnTo>
                  <a:lnTo>
                    <a:pt x="12936" y="6449"/>
                  </a:lnTo>
                  <a:lnTo>
                    <a:pt x="13052" y="6333"/>
                  </a:lnTo>
                  <a:lnTo>
                    <a:pt x="13206" y="6295"/>
                  </a:lnTo>
                  <a:close/>
                  <a:moveTo>
                    <a:pt x="15523" y="7222"/>
                  </a:moveTo>
                  <a:lnTo>
                    <a:pt x="16064" y="7608"/>
                  </a:lnTo>
                  <a:lnTo>
                    <a:pt x="16334" y="7839"/>
                  </a:lnTo>
                  <a:lnTo>
                    <a:pt x="16566" y="8071"/>
                  </a:lnTo>
                  <a:lnTo>
                    <a:pt x="16798" y="8303"/>
                  </a:lnTo>
                  <a:lnTo>
                    <a:pt x="16991" y="8573"/>
                  </a:lnTo>
                  <a:lnTo>
                    <a:pt x="17068" y="8882"/>
                  </a:lnTo>
                  <a:lnTo>
                    <a:pt x="17107" y="9036"/>
                  </a:lnTo>
                  <a:lnTo>
                    <a:pt x="17107" y="9229"/>
                  </a:lnTo>
                  <a:lnTo>
                    <a:pt x="17068" y="9423"/>
                  </a:lnTo>
                  <a:lnTo>
                    <a:pt x="16952" y="9538"/>
                  </a:lnTo>
                  <a:lnTo>
                    <a:pt x="16836" y="9616"/>
                  </a:lnTo>
                  <a:lnTo>
                    <a:pt x="16682" y="9654"/>
                  </a:lnTo>
                  <a:lnTo>
                    <a:pt x="16527" y="9654"/>
                  </a:lnTo>
                  <a:lnTo>
                    <a:pt x="16373" y="9577"/>
                  </a:lnTo>
                  <a:lnTo>
                    <a:pt x="16218" y="9461"/>
                  </a:lnTo>
                  <a:lnTo>
                    <a:pt x="16103" y="9307"/>
                  </a:lnTo>
                  <a:lnTo>
                    <a:pt x="15909" y="8959"/>
                  </a:lnTo>
                  <a:lnTo>
                    <a:pt x="15716" y="8573"/>
                  </a:lnTo>
                  <a:lnTo>
                    <a:pt x="15639" y="8226"/>
                  </a:lnTo>
                  <a:lnTo>
                    <a:pt x="15562" y="7917"/>
                  </a:lnTo>
                  <a:lnTo>
                    <a:pt x="15523" y="7569"/>
                  </a:lnTo>
                  <a:lnTo>
                    <a:pt x="15523" y="7222"/>
                  </a:lnTo>
                  <a:close/>
                  <a:moveTo>
                    <a:pt x="5020" y="464"/>
                  </a:moveTo>
                  <a:lnTo>
                    <a:pt x="5638" y="541"/>
                  </a:lnTo>
                  <a:lnTo>
                    <a:pt x="6217" y="696"/>
                  </a:lnTo>
                  <a:lnTo>
                    <a:pt x="6758" y="927"/>
                  </a:lnTo>
                  <a:lnTo>
                    <a:pt x="7260" y="1236"/>
                  </a:lnTo>
                  <a:lnTo>
                    <a:pt x="7723" y="1622"/>
                  </a:lnTo>
                  <a:lnTo>
                    <a:pt x="8186" y="2047"/>
                  </a:lnTo>
                  <a:lnTo>
                    <a:pt x="8534" y="2549"/>
                  </a:lnTo>
                  <a:lnTo>
                    <a:pt x="8804" y="3013"/>
                  </a:lnTo>
                  <a:lnTo>
                    <a:pt x="9036" y="3437"/>
                  </a:lnTo>
                  <a:lnTo>
                    <a:pt x="9229" y="3901"/>
                  </a:lnTo>
                  <a:lnTo>
                    <a:pt x="9384" y="4403"/>
                  </a:lnTo>
                  <a:lnTo>
                    <a:pt x="9654" y="5368"/>
                  </a:lnTo>
                  <a:lnTo>
                    <a:pt x="9924" y="6333"/>
                  </a:lnTo>
                  <a:lnTo>
                    <a:pt x="10040" y="6758"/>
                  </a:lnTo>
                  <a:lnTo>
                    <a:pt x="10194" y="7144"/>
                  </a:lnTo>
                  <a:lnTo>
                    <a:pt x="10388" y="7530"/>
                  </a:lnTo>
                  <a:lnTo>
                    <a:pt x="10619" y="7878"/>
                  </a:lnTo>
                  <a:lnTo>
                    <a:pt x="10890" y="8187"/>
                  </a:lnTo>
                  <a:lnTo>
                    <a:pt x="11198" y="8419"/>
                  </a:lnTo>
                  <a:lnTo>
                    <a:pt x="11585" y="8612"/>
                  </a:lnTo>
                  <a:lnTo>
                    <a:pt x="12009" y="8766"/>
                  </a:lnTo>
                  <a:lnTo>
                    <a:pt x="12357" y="8805"/>
                  </a:lnTo>
                  <a:lnTo>
                    <a:pt x="12704" y="8766"/>
                  </a:lnTo>
                  <a:lnTo>
                    <a:pt x="13013" y="8728"/>
                  </a:lnTo>
                  <a:lnTo>
                    <a:pt x="13322" y="8650"/>
                  </a:lnTo>
                  <a:lnTo>
                    <a:pt x="13631" y="8534"/>
                  </a:lnTo>
                  <a:lnTo>
                    <a:pt x="13901" y="8419"/>
                  </a:lnTo>
                  <a:lnTo>
                    <a:pt x="14172" y="8226"/>
                  </a:lnTo>
                  <a:lnTo>
                    <a:pt x="14442" y="8071"/>
                  </a:lnTo>
                  <a:lnTo>
                    <a:pt x="13940" y="8689"/>
                  </a:lnTo>
                  <a:lnTo>
                    <a:pt x="13361" y="9307"/>
                  </a:lnTo>
                  <a:lnTo>
                    <a:pt x="12743" y="9847"/>
                  </a:lnTo>
                  <a:lnTo>
                    <a:pt x="12087" y="10311"/>
                  </a:lnTo>
                  <a:lnTo>
                    <a:pt x="11392" y="10735"/>
                  </a:lnTo>
                  <a:lnTo>
                    <a:pt x="10658" y="11083"/>
                  </a:lnTo>
                  <a:lnTo>
                    <a:pt x="9847" y="11353"/>
                  </a:lnTo>
                  <a:lnTo>
                    <a:pt x="9036" y="11585"/>
                  </a:lnTo>
                  <a:lnTo>
                    <a:pt x="8418" y="11662"/>
                  </a:lnTo>
                  <a:lnTo>
                    <a:pt x="7839" y="11739"/>
                  </a:lnTo>
                  <a:lnTo>
                    <a:pt x="7260" y="11739"/>
                  </a:lnTo>
                  <a:lnTo>
                    <a:pt x="6680" y="11701"/>
                  </a:lnTo>
                  <a:lnTo>
                    <a:pt x="6101" y="11624"/>
                  </a:lnTo>
                  <a:lnTo>
                    <a:pt x="5561" y="11508"/>
                  </a:lnTo>
                  <a:lnTo>
                    <a:pt x="5020" y="11353"/>
                  </a:lnTo>
                  <a:lnTo>
                    <a:pt x="4518" y="11160"/>
                  </a:lnTo>
                  <a:lnTo>
                    <a:pt x="4016" y="10929"/>
                  </a:lnTo>
                  <a:lnTo>
                    <a:pt x="3514" y="10620"/>
                  </a:lnTo>
                  <a:lnTo>
                    <a:pt x="3089" y="10311"/>
                  </a:lnTo>
                  <a:lnTo>
                    <a:pt x="2626" y="9925"/>
                  </a:lnTo>
                  <a:lnTo>
                    <a:pt x="2240" y="9538"/>
                  </a:lnTo>
                  <a:lnTo>
                    <a:pt x="1854" y="9075"/>
                  </a:lnTo>
                  <a:lnTo>
                    <a:pt x="1545" y="8573"/>
                  </a:lnTo>
                  <a:lnTo>
                    <a:pt x="1236" y="8071"/>
                  </a:lnTo>
                  <a:lnTo>
                    <a:pt x="965" y="7492"/>
                  </a:lnTo>
                  <a:lnTo>
                    <a:pt x="734" y="6913"/>
                  </a:lnTo>
                  <a:lnTo>
                    <a:pt x="579" y="6295"/>
                  </a:lnTo>
                  <a:lnTo>
                    <a:pt x="464" y="5677"/>
                  </a:lnTo>
                  <a:lnTo>
                    <a:pt x="425" y="5059"/>
                  </a:lnTo>
                  <a:lnTo>
                    <a:pt x="425" y="4441"/>
                  </a:lnTo>
                  <a:lnTo>
                    <a:pt x="541" y="3823"/>
                  </a:lnTo>
                  <a:lnTo>
                    <a:pt x="695" y="3244"/>
                  </a:lnTo>
                  <a:lnTo>
                    <a:pt x="965" y="2704"/>
                  </a:lnTo>
                  <a:lnTo>
                    <a:pt x="1313" y="2163"/>
                  </a:lnTo>
                  <a:lnTo>
                    <a:pt x="1699" y="1738"/>
                  </a:lnTo>
                  <a:lnTo>
                    <a:pt x="2163" y="1313"/>
                  </a:lnTo>
                  <a:lnTo>
                    <a:pt x="2665" y="1005"/>
                  </a:lnTo>
                  <a:lnTo>
                    <a:pt x="3205" y="734"/>
                  </a:lnTo>
                  <a:lnTo>
                    <a:pt x="3784" y="580"/>
                  </a:lnTo>
                  <a:lnTo>
                    <a:pt x="4402" y="464"/>
                  </a:lnTo>
                  <a:close/>
                  <a:moveTo>
                    <a:pt x="4634" y="1"/>
                  </a:moveTo>
                  <a:lnTo>
                    <a:pt x="4248" y="39"/>
                  </a:lnTo>
                  <a:lnTo>
                    <a:pt x="3900" y="78"/>
                  </a:lnTo>
                  <a:lnTo>
                    <a:pt x="3514" y="155"/>
                  </a:lnTo>
                  <a:lnTo>
                    <a:pt x="3128" y="271"/>
                  </a:lnTo>
                  <a:lnTo>
                    <a:pt x="2780" y="425"/>
                  </a:lnTo>
                  <a:lnTo>
                    <a:pt x="2433" y="618"/>
                  </a:lnTo>
                  <a:lnTo>
                    <a:pt x="2085" y="850"/>
                  </a:lnTo>
                  <a:lnTo>
                    <a:pt x="1622" y="1198"/>
                  </a:lnTo>
                  <a:lnTo>
                    <a:pt x="1236" y="1584"/>
                  </a:lnTo>
                  <a:lnTo>
                    <a:pt x="888" y="2009"/>
                  </a:lnTo>
                  <a:lnTo>
                    <a:pt x="618" y="2433"/>
                  </a:lnTo>
                  <a:lnTo>
                    <a:pt x="386" y="2897"/>
                  </a:lnTo>
                  <a:lnTo>
                    <a:pt x="232" y="3399"/>
                  </a:lnTo>
                  <a:lnTo>
                    <a:pt x="77" y="3901"/>
                  </a:lnTo>
                  <a:lnTo>
                    <a:pt x="0" y="4403"/>
                  </a:lnTo>
                  <a:lnTo>
                    <a:pt x="0" y="4905"/>
                  </a:lnTo>
                  <a:lnTo>
                    <a:pt x="0" y="5445"/>
                  </a:lnTo>
                  <a:lnTo>
                    <a:pt x="77" y="5986"/>
                  </a:lnTo>
                  <a:lnTo>
                    <a:pt x="155" y="6488"/>
                  </a:lnTo>
                  <a:lnTo>
                    <a:pt x="309" y="7028"/>
                  </a:lnTo>
                  <a:lnTo>
                    <a:pt x="464" y="7530"/>
                  </a:lnTo>
                  <a:lnTo>
                    <a:pt x="695" y="8032"/>
                  </a:lnTo>
                  <a:lnTo>
                    <a:pt x="927" y="8496"/>
                  </a:lnTo>
                  <a:lnTo>
                    <a:pt x="1274" y="9075"/>
                  </a:lnTo>
                  <a:lnTo>
                    <a:pt x="1661" y="9616"/>
                  </a:lnTo>
                  <a:lnTo>
                    <a:pt x="2124" y="10079"/>
                  </a:lnTo>
                  <a:lnTo>
                    <a:pt x="2587" y="10542"/>
                  </a:lnTo>
                  <a:lnTo>
                    <a:pt x="3089" y="10929"/>
                  </a:lnTo>
                  <a:lnTo>
                    <a:pt x="3591" y="11276"/>
                  </a:lnTo>
                  <a:lnTo>
                    <a:pt x="4171" y="11546"/>
                  </a:lnTo>
                  <a:lnTo>
                    <a:pt x="4750" y="11778"/>
                  </a:lnTo>
                  <a:lnTo>
                    <a:pt x="4750" y="11933"/>
                  </a:lnTo>
                  <a:lnTo>
                    <a:pt x="5097" y="11894"/>
                  </a:lnTo>
                  <a:lnTo>
                    <a:pt x="5908" y="12087"/>
                  </a:lnTo>
                  <a:lnTo>
                    <a:pt x="6719" y="12203"/>
                  </a:lnTo>
                  <a:lnTo>
                    <a:pt x="7569" y="12241"/>
                  </a:lnTo>
                  <a:lnTo>
                    <a:pt x="8418" y="12164"/>
                  </a:lnTo>
                  <a:lnTo>
                    <a:pt x="9190" y="12048"/>
                  </a:lnTo>
                  <a:lnTo>
                    <a:pt x="9963" y="11855"/>
                  </a:lnTo>
                  <a:lnTo>
                    <a:pt x="10310" y="11739"/>
                  </a:lnTo>
                  <a:lnTo>
                    <a:pt x="10272" y="11739"/>
                  </a:lnTo>
                  <a:lnTo>
                    <a:pt x="11083" y="11431"/>
                  </a:lnTo>
                  <a:lnTo>
                    <a:pt x="11855" y="11044"/>
                  </a:lnTo>
                  <a:lnTo>
                    <a:pt x="12550" y="10581"/>
                  </a:lnTo>
                  <a:lnTo>
                    <a:pt x="13245" y="10079"/>
                  </a:lnTo>
                  <a:lnTo>
                    <a:pt x="13863" y="9500"/>
                  </a:lnTo>
                  <a:lnTo>
                    <a:pt x="14133" y="9191"/>
                  </a:lnTo>
                  <a:lnTo>
                    <a:pt x="14403" y="8882"/>
                  </a:lnTo>
                  <a:lnTo>
                    <a:pt x="14635" y="8534"/>
                  </a:lnTo>
                  <a:lnTo>
                    <a:pt x="14867" y="8187"/>
                  </a:lnTo>
                  <a:lnTo>
                    <a:pt x="15060" y="7801"/>
                  </a:lnTo>
                  <a:lnTo>
                    <a:pt x="15253" y="7415"/>
                  </a:lnTo>
                  <a:lnTo>
                    <a:pt x="15253" y="7917"/>
                  </a:lnTo>
                  <a:lnTo>
                    <a:pt x="15330" y="8419"/>
                  </a:lnTo>
                  <a:lnTo>
                    <a:pt x="15485" y="8882"/>
                  </a:lnTo>
                  <a:lnTo>
                    <a:pt x="15678" y="9345"/>
                  </a:lnTo>
                  <a:lnTo>
                    <a:pt x="15794" y="9538"/>
                  </a:lnTo>
                  <a:lnTo>
                    <a:pt x="15948" y="9731"/>
                  </a:lnTo>
                  <a:lnTo>
                    <a:pt x="16103" y="9886"/>
                  </a:lnTo>
                  <a:lnTo>
                    <a:pt x="16257" y="10040"/>
                  </a:lnTo>
                  <a:lnTo>
                    <a:pt x="16489" y="10156"/>
                  </a:lnTo>
                  <a:lnTo>
                    <a:pt x="16682" y="10195"/>
                  </a:lnTo>
                  <a:lnTo>
                    <a:pt x="16913" y="10156"/>
                  </a:lnTo>
                  <a:lnTo>
                    <a:pt x="17107" y="10040"/>
                  </a:lnTo>
                  <a:lnTo>
                    <a:pt x="17300" y="9886"/>
                  </a:lnTo>
                  <a:lnTo>
                    <a:pt x="17377" y="9693"/>
                  </a:lnTo>
                  <a:lnTo>
                    <a:pt x="17454" y="9500"/>
                  </a:lnTo>
                  <a:lnTo>
                    <a:pt x="17493" y="9268"/>
                  </a:lnTo>
                  <a:lnTo>
                    <a:pt x="17493" y="9075"/>
                  </a:lnTo>
                  <a:lnTo>
                    <a:pt x="17454" y="8843"/>
                  </a:lnTo>
                  <a:lnTo>
                    <a:pt x="17415" y="8650"/>
                  </a:lnTo>
                  <a:lnTo>
                    <a:pt x="17338" y="8457"/>
                  </a:lnTo>
                  <a:lnTo>
                    <a:pt x="17222" y="8226"/>
                  </a:lnTo>
                  <a:lnTo>
                    <a:pt x="17068" y="8032"/>
                  </a:lnTo>
                  <a:lnTo>
                    <a:pt x="16720" y="7646"/>
                  </a:lnTo>
                  <a:lnTo>
                    <a:pt x="16334" y="7299"/>
                  </a:lnTo>
                  <a:lnTo>
                    <a:pt x="15909" y="6990"/>
                  </a:lnTo>
                  <a:lnTo>
                    <a:pt x="16373" y="6990"/>
                  </a:lnTo>
                  <a:lnTo>
                    <a:pt x="16875" y="6913"/>
                  </a:lnTo>
                  <a:lnTo>
                    <a:pt x="17338" y="6720"/>
                  </a:lnTo>
                  <a:lnTo>
                    <a:pt x="17763" y="6488"/>
                  </a:lnTo>
                  <a:lnTo>
                    <a:pt x="17917" y="6333"/>
                  </a:lnTo>
                  <a:lnTo>
                    <a:pt x="18110" y="6140"/>
                  </a:lnTo>
                  <a:lnTo>
                    <a:pt x="18265" y="5947"/>
                  </a:lnTo>
                  <a:lnTo>
                    <a:pt x="18381" y="5716"/>
                  </a:lnTo>
                  <a:lnTo>
                    <a:pt x="18458" y="5484"/>
                  </a:lnTo>
                  <a:lnTo>
                    <a:pt x="18458" y="5214"/>
                  </a:lnTo>
                  <a:lnTo>
                    <a:pt x="18381" y="4982"/>
                  </a:lnTo>
                  <a:lnTo>
                    <a:pt x="18304" y="4905"/>
                  </a:lnTo>
                  <a:lnTo>
                    <a:pt x="18226" y="4789"/>
                  </a:lnTo>
                  <a:lnTo>
                    <a:pt x="18033" y="4673"/>
                  </a:lnTo>
                  <a:lnTo>
                    <a:pt x="17802" y="4596"/>
                  </a:lnTo>
                  <a:lnTo>
                    <a:pt x="17609" y="4557"/>
                  </a:lnTo>
                  <a:lnTo>
                    <a:pt x="17377" y="4557"/>
                  </a:lnTo>
                  <a:lnTo>
                    <a:pt x="17145" y="4634"/>
                  </a:lnTo>
                  <a:lnTo>
                    <a:pt x="16913" y="4712"/>
                  </a:lnTo>
                  <a:lnTo>
                    <a:pt x="16720" y="4789"/>
                  </a:lnTo>
                  <a:lnTo>
                    <a:pt x="16566" y="4905"/>
                  </a:lnTo>
                  <a:lnTo>
                    <a:pt x="16373" y="5098"/>
                  </a:lnTo>
                  <a:lnTo>
                    <a:pt x="16180" y="5291"/>
                  </a:lnTo>
                  <a:lnTo>
                    <a:pt x="15871" y="5716"/>
                  </a:lnTo>
                  <a:lnTo>
                    <a:pt x="15639" y="6179"/>
                  </a:lnTo>
                  <a:lnTo>
                    <a:pt x="15485" y="6681"/>
                  </a:lnTo>
                  <a:lnTo>
                    <a:pt x="15407" y="6681"/>
                  </a:lnTo>
                  <a:lnTo>
                    <a:pt x="15330" y="6720"/>
                  </a:lnTo>
                  <a:lnTo>
                    <a:pt x="14983" y="6411"/>
                  </a:lnTo>
                  <a:lnTo>
                    <a:pt x="14597" y="6179"/>
                  </a:lnTo>
                  <a:lnTo>
                    <a:pt x="14172" y="6024"/>
                  </a:lnTo>
                  <a:lnTo>
                    <a:pt x="13708" y="5947"/>
                  </a:lnTo>
                  <a:lnTo>
                    <a:pt x="13322" y="5909"/>
                  </a:lnTo>
                  <a:lnTo>
                    <a:pt x="13091" y="5947"/>
                  </a:lnTo>
                  <a:lnTo>
                    <a:pt x="12897" y="5986"/>
                  </a:lnTo>
                  <a:lnTo>
                    <a:pt x="12704" y="6063"/>
                  </a:lnTo>
                  <a:lnTo>
                    <a:pt x="12511" y="6140"/>
                  </a:lnTo>
                  <a:lnTo>
                    <a:pt x="12357" y="6295"/>
                  </a:lnTo>
                  <a:lnTo>
                    <a:pt x="12280" y="6449"/>
                  </a:lnTo>
                  <a:lnTo>
                    <a:pt x="12202" y="6642"/>
                  </a:lnTo>
                  <a:lnTo>
                    <a:pt x="12241" y="6835"/>
                  </a:lnTo>
                  <a:lnTo>
                    <a:pt x="12318" y="6990"/>
                  </a:lnTo>
                  <a:lnTo>
                    <a:pt x="12434" y="7106"/>
                  </a:lnTo>
                  <a:lnTo>
                    <a:pt x="12589" y="7260"/>
                  </a:lnTo>
                  <a:lnTo>
                    <a:pt x="12782" y="7337"/>
                  </a:lnTo>
                  <a:lnTo>
                    <a:pt x="13129" y="7453"/>
                  </a:lnTo>
                  <a:lnTo>
                    <a:pt x="13477" y="7530"/>
                  </a:lnTo>
                  <a:lnTo>
                    <a:pt x="13824" y="7530"/>
                  </a:lnTo>
                  <a:lnTo>
                    <a:pt x="14172" y="7492"/>
                  </a:lnTo>
                  <a:lnTo>
                    <a:pt x="14519" y="7415"/>
                  </a:lnTo>
                  <a:lnTo>
                    <a:pt x="14133" y="7762"/>
                  </a:lnTo>
                  <a:lnTo>
                    <a:pt x="13708" y="8032"/>
                  </a:lnTo>
                  <a:lnTo>
                    <a:pt x="13477" y="8110"/>
                  </a:lnTo>
                  <a:lnTo>
                    <a:pt x="13245" y="8226"/>
                  </a:lnTo>
                  <a:lnTo>
                    <a:pt x="13013" y="8264"/>
                  </a:lnTo>
                  <a:lnTo>
                    <a:pt x="12743" y="8303"/>
                  </a:lnTo>
                  <a:lnTo>
                    <a:pt x="12357" y="8303"/>
                  </a:lnTo>
                  <a:lnTo>
                    <a:pt x="11971" y="8264"/>
                  </a:lnTo>
                  <a:lnTo>
                    <a:pt x="11662" y="8110"/>
                  </a:lnTo>
                  <a:lnTo>
                    <a:pt x="11353" y="7955"/>
                  </a:lnTo>
                  <a:lnTo>
                    <a:pt x="11083" y="7685"/>
                  </a:lnTo>
                  <a:lnTo>
                    <a:pt x="10890" y="7415"/>
                  </a:lnTo>
                  <a:lnTo>
                    <a:pt x="10696" y="7106"/>
                  </a:lnTo>
                  <a:lnTo>
                    <a:pt x="10542" y="6720"/>
                  </a:lnTo>
                  <a:lnTo>
                    <a:pt x="10388" y="6218"/>
                  </a:lnTo>
                  <a:lnTo>
                    <a:pt x="10233" y="5716"/>
                  </a:lnTo>
                  <a:lnTo>
                    <a:pt x="9963" y="4673"/>
                  </a:lnTo>
                  <a:lnTo>
                    <a:pt x="9847" y="4171"/>
                  </a:lnTo>
                  <a:lnTo>
                    <a:pt x="9654" y="3669"/>
                  </a:lnTo>
                  <a:lnTo>
                    <a:pt x="9461" y="3167"/>
                  </a:lnTo>
                  <a:lnTo>
                    <a:pt x="9229" y="2704"/>
                  </a:lnTo>
                  <a:lnTo>
                    <a:pt x="8843" y="2163"/>
                  </a:lnTo>
                  <a:lnTo>
                    <a:pt x="8457" y="1700"/>
                  </a:lnTo>
                  <a:lnTo>
                    <a:pt x="7993" y="1275"/>
                  </a:lnTo>
                  <a:lnTo>
                    <a:pt x="7530" y="889"/>
                  </a:lnTo>
                  <a:lnTo>
                    <a:pt x="6989" y="580"/>
                  </a:lnTo>
                  <a:lnTo>
                    <a:pt x="6449" y="348"/>
                  </a:lnTo>
                  <a:lnTo>
                    <a:pt x="5870" y="155"/>
                  </a:lnTo>
                  <a:lnTo>
                    <a:pt x="5290" y="39"/>
                  </a:lnTo>
                  <a:lnTo>
                    <a:pt x="50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20"/>
            <p:cNvSpPr/>
            <p:nvPr/>
          </p:nvSpPr>
          <p:spPr>
            <a:xfrm>
              <a:off x="5932850" y="4466275"/>
              <a:ext cx="200800" cy="230725"/>
            </a:xfrm>
            <a:custGeom>
              <a:avLst/>
              <a:gdLst/>
              <a:ahLst/>
              <a:cxnLst/>
              <a:rect l="l" t="t" r="r" b="b"/>
              <a:pathLst>
                <a:path w="8032" h="9229" extrusionOk="0">
                  <a:moveTo>
                    <a:pt x="2047" y="0"/>
                  </a:moveTo>
                  <a:lnTo>
                    <a:pt x="1892" y="77"/>
                  </a:lnTo>
                  <a:lnTo>
                    <a:pt x="1738" y="154"/>
                  </a:lnTo>
                  <a:lnTo>
                    <a:pt x="1429" y="425"/>
                  </a:lnTo>
                  <a:lnTo>
                    <a:pt x="1197" y="734"/>
                  </a:lnTo>
                  <a:lnTo>
                    <a:pt x="965" y="1004"/>
                  </a:lnTo>
                  <a:lnTo>
                    <a:pt x="734" y="1352"/>
                  </a:lnTo>
                  <a:lnTo>
                    <a:pt x="502" y="1738"/>
                  </a:lnTo>
                  <a:lnTo>
                    <a:pt x="348" y="2124"/>
                  </a:lnTo>
                  <a:lnTo>
                    <a:pt x="193" y="2549"/>
                  </a:lnTo>
                  <a:lnTo>
                    <a:pt x="77" y="3012"/>
                  </a:lnTo>
                  <a:lnTo>
                    <a:pt x="39" y="3475"/>
                  </a:lnTo>
                  <a:lnTo>
                    <a:pt x="0" y="3939"/>
                  </a:lnTo>
                  <a:lnTo>
                    <a:pt x="77" y="4441"/>
                  </a:lnTo>
                  <a:lnTo>
                    <a:pt x="155" y="4904"/>
                  </a:lnTo>
                  <a:lnTo>
                    <a:pt x="270" y="5329"/>
                  </a:lnTo>
                  <a:lnTo>
                    <a:pt x="463" y="5792"/>
                  </a:lnTo>
                  <a:lnTo>
                    <a:pt x="695" y="6178"/>
                  </a:lnTo>
                  <a:lnTo>
                    <a:pt x="1043" y="6178"/>
                  </a:lnTo>
                  <a:lnTo>
                    <a:pt x="888" y="5831"/>
                  </a:lnTo>
                  <a:lnTo>
                    <a:pt x="734" y="5483"/>
                  </a:lnTo>
                  <a:lnTo>
                    <a:pt x="657" y="5136"/>
                  </a:lnTo>
                  <a:lnTo>
                    <a:pt x="541" y="4788"/>
                  </a:lnTo>
                  <a:lnTo>
                    <a:pt x="502" y="4402"/>
                  </a:lnTo>
                  <a:lnTo>
                    <a:pt x="463" y="4055"/>
                  </a:lnTo>
                  <a:lnTo>
                    <a:pt x="463" y="3668"/>
                  </a:lnTo>
                  <a:lnTo>
                    <a:pt x="463" y="3321"/>
                  </a:lnTo>
                  <a:lnTo>
                    <a:pt x="541" y="2973"/>
                  </a:lnTo>
                  <a:lnTo>
                    <a:pt x="618" y="2626"/>
                  </a:lnTo>
                  <a:lnTo>
                    <a:pt x="734" y="2278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7" y="1004"/>
                  </a:lnTo>
                  <a:lnTo>
                    <a:pt x="1776" y="734"/>
                  </a:lnTo>
                  <a:lnTo>
                    <a:pt x="1969" y="579"/>
                  </a:lnTo>
                  <a:lnTo>
                    <a:pt x="2085" y="502"/>
                  </a:lnTo>
                  <a:lnTo>
                    <a:pt x="2201" y="463"/>
                  </a:lnTo>
                  <a:lnTo>
                    <a:pt x="2317" y="579"/>
                  </a:lnTo>
                  <a:lnTo>
                    <a:pt x="2433" y="811"/>
                  </a:lnTo>
                  <a:lnTo>
                    <a:pt x="2587" y="1197"/>
                  </a:lnTo>
                  <a:lnTo>
                    <a:pt x="2742" y="1583"/>
                  </a:lnTo>
                  <a:lnTo>
                    <a:pt x="2858" y="1931"/>
                  </a:lnTo>
                  <a:lnTo>
                    <a:pt x="2973" y="2317"/>
                  </a:lnTo>
                  <a:lnTo>
                    <a:pt x="3051" y="2703"/>
                  </a:lnTo>
                  <a:lnTo>
                    <a:pt x="3089" y="3089"/>
                  </a:lnTo>
                  <a:lnTo>
                    <a:pt x="3089" y="3437"/>
                  </a:lnTo>
                  <a:lnTo>
                    <a:pt x="3051" y="3784"/>
                  </a:lnTo>
                  <a:lnTo>
                    <a:pt x="3012" y="4132"/>
                  </a:lnTo>
                  <a:lnTo>
                    <a:pt x="2896" y="4479"/>
                  </a:lnTo>
                  <a:lnTo>
                    <a:pt x="2780" y="4788"/>
                  </a:lnTo>
                  <a:lnTo>
                    <a:pt x="2587" y="5136"/>
                  </a:lnTo>
                  <a:lnTo>
                    <a:pt x="2394" y="5445"/>
                  </a:lnTo>
                  <a:lnTo>
                    <a:pt x="2356" y="5522"/>
                  </a:lnTo>
                  <a:lnTo>
                    <a:pt x="2394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4" y="5792"/>
                  </a:lnTo>
                  <a:lnTo>
                    <a:pt x="2471" y="5792"/>
                  </a:lnTo>
                  <a:lnTo>
                    <a:pt x="2626" y="5715"/>
                  </a:lnTo>
                  <a:lnTo>
                    <a:pt x="2819" y="5676"/>
                  </a:lnTo>
                  <a:lnTo>
                    <a:pt x="3205" y="5676"/>
                  </a:lnTo>
                  <a:lnTo>
                    <a:pt x="3630" y="5715"/>
                  </a:lnTo>
                  <a:lnTo>
                    <a:pt x="4055" y="5792"/>
                  </a:lnTo>
                  <a:lnTo>
                    <a:pt x="4441" y="5947"/>
                  </a:lnTo>
                  <a:lnTo>
                    <a:pt x="4866" y="6101"/>
                  </a:lnTo>
                  <a:lnTo>
                    <a:pt x="5213" y="6256"/>
                  </a:lnTo>
                  <a:lnTo>
                    <a:pt x="5522" y="6449"/>
                  </a:lnTo>
                  <a:lnTo>
                    <a:pt x="5831" y="6642"/>
                  </a:lnTo>
                  <a:lnTo>
                    <a:pt x="6140" y="6835"/>
                  </a:lnTo>
                  <a:lnTo>
                    <a:pt x="6410" y="7067"/>
                  </a:lnTo>
                  <a:lnTo>
                    <a:pt x="6680" y="7337"/>
                  </a:lnTo>
                  <a:lnTo>
                    <a:pt x="6912" y="7607"/>
                  </a:lnTo>
                  <a:lnTo>
                    <a:pt x="7144" y="7877"/>
                  </a:lnTo>
                  <a:lnTo>
                    <a:pt x="7337" y="8186"/>
                  </a:lnTo>
                  <a:lnTo>
                    <a:pt x="7530" y="8534"/>
                  </a:lnTo>
                  <a:lnTo>
                    <a:pt x="7105" y="8650"/>
                  </a:lnTo>
                  <a:lnTo>
                    <a:pt x="6680" y="8727"/>
                  </a:lnTo>
                  <a:lnTo>
                    <a:pt x="6294" y="8766"/>
                  </a:lnTo>
                  <a:lnTo>
                    <a:pt x="5870" y="8804"/>
                  </a:lnTo>
                  <a:lnTo>
                    <a:pt x="5483" y="8804"/>
                  </a:lnTo>
                  <a:lnTo>
                    <a:pt x="5059" y="8727"/>
                  </a:lnTo>
                  <a:lnTo>
                    <a:pt x="4672" y="8611"/>
                  </a:lnTo>
                  <a:lnTo>
                    <a:pt x="4248" y="8457"/>
                  </a:lnTo>
                  <a:lnTo>
                    <a:pt x="3900" y="8264"/>
                  </a:lnTo>
                  <a:lnTo>
                    <a:pt x="3591" y="8071"/>
                  </a:lnTo>
                  <a:lnTo>
                    <a:pt x="3012" y="7607"/>
                  </a:lnTo>
                  <a:lnTo>
                    <a:pt x="2471" y="7105"/>
                  </a:lnTo>
                  <a:lnTo>
                    <a:pt x="1931" y="6565"/>
                  </a:lnTo>
                  <a:lnTo>
                    <a:pt x="1854" y="6526"/>
                  </a:lnTo>
                  <a:lnTo>
                    <a:pt x="1815" y="6487"/>
                  </a:lnTo>
                  <a:lnTo>
                    <a:pt x="1661" y="6526"/>
                  </a:lnTo>
                  <a:lnTo>
                    <a:pt x="1622" y="6526"/>
                  </a:lnTo>
                  <a:lnTo>
                    <a:pt x="1583" y="6565"/>
                  </a:lnTo>
                  <a:lnTo>
                    <a:pt x="1429" y="6835"/>
                  </a:lnTo>
                  <a:lnTo>
                    <a:pt x="1661" y="6873"/>
                  </a:lnTo>
                  <a:lnTo>
                    <a:pt x="2278" y="7491"/>
                  </a:lnTo>
                  <a:lnTo>
                    <a:pt x="2896" y="8071"/>
                  </a:lnTo>
                  <a:lnTo>
                    <a:pt x="3244" y="8341"/>
                  </a:lnTo>
                  <a:lnTo>
                    <a:pt x="3630" y="8573"/>
                  </a:lnTo>
                  <a:lnTo>
                    <a:pt x="3977" y="8766"/>
                  </a:lnTo>
                  <a:lnTo>
                    <a:pt x="4364" y="8959"/>
                  </a:lnTo>
                  <a:lnTo>
                    <a:pt x="4827" y="9113"/>
                  </a:lnTo>
                  <a:lnTo>
                    <a:pt x="5252" y="9190"/>
                  </a:lnTo>
                  <a:lnTo>
                    <a:pt x="5676" y="9229"/>
                  </a:lnTo>
                  <a:lnTo>
                    <a:pt x="6140" y="9229"/>
                  </a:lnTo>
                  <a:lnTo>
                    <a:pt x="6565" y="9152"/>
                  </a:lnTo>
                  <a:lnTo>
                    <a:pt x="6989" y="9074"/>
                  </a:lnTo>
                  <a:lnTo>
                    <a:pt x="7878" y="8843"/>
                  </a:lnTo>
                  <a:lnTo>
                    <a:pt x="7955" y="8804"/>
                  </a:lnTo>
                  <a:lnTo>
                    <a:pt x="7993" y="8727"/>
                  </a:lnTo>
                  <a:lnTo>
                    <a:pt x="8032" y="8650"/>
                  </a:lnTo>
                  <a:lnTo>
                    <a:pt x="7993" y="8534"/>
                  </a:lnTo>
                  <a:lnTo>
                    <a:pt x="7762" y="8109"/>
                  </a:lnTo>
                  <a:lnTo>
                    <a:pt x="7491" y="7684"/>
                  </a:lnTo>
                  <a:lnTo>
                    <a:pt x="7221" y="7298"/>
                  </a:lnTo>
                  <a:lnTo>
                    <a:pt x="6874" y="6912"/>
                  </a:lnTo>
                  <a:lnTo>
                    <a:pt x="6526" y="6603"/>
                  </a:lnTo>
                  <a:lnTo>
                    <a:pt x="6140" y="6294"/>
                  </a:lnTo>
                  <a:lnTo>
                    <a:pt x="5715" y="6024"/>
                  </a:lnTo>
                  <a:lnTo>
                    <a:pt x="5252" y="5792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39" y="5367"/>
                  </a:lnTo>
                  <a:lnTo>
                    <a:pt x="3591" y="5290"/>
                  </a:lnTo>
                  <a:lnTo>
                    <a:pt x="3012" y="5290"/>
                  </a:lnTo>
                  <a:lnTo>
                    <a:pt x="3167" y="4981"/>
                  </a:lnTo>
                  <a:lnTo>
                    <a:pt x="3321" y="4634"/>
                  </a:lnTo>
                  <a:lnTo>
                    <a:pt x="3398" y="4286"/>
                  </a:lnTo>
                  <a:lnTo>
                    <a:pt x="3475" y="3939"/>
                  </a:lnTo>
                  <a:lnTo>
                    <a:pt x="3514" y="3591"/>
                  </a:lnTo>
                  <a:lnTo>
                    <a:pt x="3514" y="3205"/>
                  </a:lnTo>
                  <a:lnTo>
                    <a:pt x="3514" y="2858"/>
                  </a:lnTo>
                  <a:lnTo>
                    <a:pt x="3437" y="2471"/>
                  </a:lnTo>
                  <a:lnTo>
                    <a:pt x="3321" y="1969"/>
                  </a:lnTo>
                  <a:lnTo>
                    <a:pt x="3167" y="1467"/>
                  </a:lnTo>
                  <a:lnTo>
                    <a:pt x="2935" y="965"/>
                  </a:lnTo>
                  <a:lnTo>
                    <a:pt x="2703" y="502"/>
                  </a:lnTo>
                  <a:lnTo>
                    <a:pt x="2587" y="270"/>
                  </a:lnTo>
                  <a:lnTo>
                    <a:pt x="2471" y="116"/>
                  </a:lnTo>
                  <a:lnTo>
                    <a:pt x="2356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20"/>
            <p:cNvSpPr/>
            <p:nvPr/>
          </p:nvSpPr>
          <p:spPr>
            <a:xfrm>
              <a:off x="2331050" y="4488475"/>
              <a:ext cx="145775" cy="163175"/>
            </a:xfrm>
            <a:custGeom>
              <a:avLst/>
              <a:gdLst/>
              <a:ahLst/>
              <a:cxnLst/>
              <a:rect l="l" t="t" r="r" b="b"/>
              <a:pathLst>
                <a:path w="5831" h="6527" extrusionOk="0">
                  <a:moveTo>
                    <a:pt x="3321" y="502"/>
                  </a:moveTo>
                  <a:lnTo>
                    <a:pt x="3784" y="695"/>
                  </a:lnTo>
                  <a:lnTo>
                    <a:pt x="4248" y="1004"/>
                  </a:lnTo>
                  <a:lnTo>
                    <a:pt x="4595" y="1313"/>
                  </a:lnTo>
                  <a:lnTo>
                    <a:pt x="4904" y="1738"/>
                  </a:lnTo>
                  <a:lnTo>
                    <a:pt x="5174" y="2163"/>
                  </a:lnTo>
                  <a:lnTo>
                    <a:pt x="5252" y="2394"/>
                  </a:lnTo>
                  <a:lnTo>
                    <a:pt x="5329" y="2665"/>
                  </a:lnTo>
                  <a:lnTo>
                    <a:pt x="5367" y="2896"/>
                  </a:lnTo>
                  <a:lnTo>
                    <a:pt x="5367" y="3167"/>
                  </a:lnTo>
                  <a:lnTo>
                    <a:pt x="5367" y="3437"/>
                  </a:lnTo>
                  <a:lnTo>
                    <a:pt x="5329" y="3707"/>
                  </a:lnTo>
                  <a:lnTo>
                    <a:pt x="5213" y="4171"/>
                  </a:lnTo>
                  <a:lnTo>
                    <a:pt x="5020" y="4595"/>
                  </a:lnTo>
                  <a:lnTo>
                    <a:pt x="4750" y="4981"/>
                  </a:lnTo>
                  <a:lnTo>
                    <a:pt x="4441" y="5368"/>
                  </a:lnTo>
                  <a:lnTo>
                    <a:pt x="4055" y="5638"/>
                  </a:lnTo>
                  <a:lnTo>
                    <a:pt x="3630" y="5870"/>
                  </a:lnTo>
                  <a:lnTo>
                    <a:pt x="3398" y="5947"/>
                  </a:lnTo>
                  <a:lnTo>
                    <a:pt x="3166" y="6024"/>
                  </a:lnTo>
                  <a:lnTo>
                    <a:pt x="2935" y="6024"/>
                  </a:lnTo>
                  <a:lnTo>
                    <a:pt x="2703" y="6063"/>
                  </a:lnTo>
                  <a:lnTo>
                    <a:pt x="2394" y="6024"/>
                  </a:lnTo>
                  <a:lnTo>
                    <a:pt x="2085" y="5985"/>
                  </a:lnTo>
                  <a:lnTo>
                    <a:pt x="1815" y="5908"/>
                  </a:lnTo>
                  <a:lnTo>
                    <a:pt x="1583" y="5792"/>
                  </a:lnTo>
                  <a:lnTo>
                    <a:pt x="1390" y="5677"/>
                  </a:lnTo>
                  <a:lnTo>
                    <a:pt x="1197" y="5522"/>
                  </a:lnTo>
                  <a:lnTo>
                    <a:pt x="1004" y="5329"/>
                  </a:lnTo>
                  <a:lnTo>
                    <a:pt x="850" y="5136"/>
                  </a:lnTo>
                  <a:lnTo>
                    <a:pt x="734" y="4904"/>
                  </a:lnTo>
                  <a:lnTo>
                    <a:pt x="656" y="4673"/>
                  </a:lnTo>
                  <a:lnTo>
                    <a:pt x="541" y="4441"/>
                  </a:lnTo>
                  <a:lnTo>
                    <a:pt x="502" y="4209"/>
                  </a:lnTo>
                  <a:lnTo>
                    <a:pt x="425" y="3669"/>
                  </a:lnTo>
                  <a:lnTo>
                    <a:pt x="463" y="3128"/>
                  </a:lnTo>
                  <a:lnTo>
                    <a:pt x="579" y="2587"/>
                  </a:lnTo>
                  <a:lnTo>
                    <a:pt x="734" y="2085"/>
                  </a:lnTo>
                  <a:lnTo>
                    <a:pt x="1004" y="1622"/>
                  </a:lnTo>
                  <a:lnTo>
                    <a:pt x="1158" y="1390"/>
                  </a:lnTo>
                  <a:lnTo>
                    <a:pt x="1313" y="1197"/>
                  </a:lnTo>
                  <a:lnTo>
                    <a:pt x="1506" y="1043"/>
                  </a:lnTo>
                  <a:lnTo>
                    <a:pt x="1699" y="888"/>
                  </a:lnTo>
                  <a:lnTo>
                    <a:pt x="1931" y="734"/>
                  </a:lnTo>
                  <a:lnTo>
                    <a:pt x="2162" y="657"/>
                  </a:lnTo>
                  <a:lnTo>
                    <a:pt x="2394" y="579"/>
                  </a:lnTo>
                  <a:lnTo>
                    <a:pt x="2664" y="502"/>
                  </a:lnTo>
                  <a:lnTo>
                    <a:pt x="2935" y="502"/>
                  </a:lnTo>
                  <a:lnTo>
                    <a:pt x="3244" y="541"/>
                  </a:lnTo>
                  <a:lnTo>
                    <a:pt x="3282" y="502"/>
                  </a:lnTo>
                  <a:close/>
                  <a:moveTo>
                    <a:pt x="3128" y="0"/>
                  </a:moveTo>
                  <a:lnTo>
                    <a:pt x="3051" y="39"/>
                  </a:lnTo>
                  <a:lnTo>
                    <a:pt x="2973" y="116"/>
                  </a:lnTo>
                  <a:lnTo>
                    <a:pt x="2973" y="193"/>
                  </a:lnTo>
                  <a:lnTo>
                    <a:pt x="2664" y="155"/>
                  </a:lnTo>
                  <a:lnTo>
                    <a:pt x="2394" y="193"/>
                  </a:lnTo>
                  <a:lnTo>
                    <a:pt x="2124" y="232"/>
                  </a:lnTo>
                  <a:lnTo>
                    <a:pt x="1854" y="309"/>
                  </a:lnTo>
                  <a:lnTo>
                    <a:pt x="1622" y="425"/>
                  </a:lnTo>
                  <a:lnTo>
                    <a:pt x="1390" y="579"/>
                  </a:lnTo>
                  <a:lnTo>
                    <a:pt x="1197" y="734"/>
                  </a:lnTo>
                  <a:lnTo>
                    <a:pt x="965" y="927"/>
                  </a:lnTo>
                  <a:lnTo>
                    <a:pt x="811" y="1120"/>
                  </a:lnTo>
                  <a:lnTo>
                    <a:pt x="656" y="1352"/>
                  </a:lnTo>
                  <a:lnTo>
                    <a:pt x="386" y="1854"/>
                  </a:lnTo>
                  <a:lnTo>
                    <a:pt x="154" y="2394"/>
                  </a:lnTo>
                  <a:lnTo>
                    <a:pt x="39" y="2974"/>
                  </a:lnTo>
                  <a:lnTo>
                    <a:pt x="0" y="3591"/>
                  </a:lnTo>
                  <a:lnTo>
                    <a:pt x="0" y="3900"/>
                  </a:lnTo>
                  <a:lnTo>
                    <a:pt x="39" y="4209"/>
                  </a:lnTo>
                  <a:lnTo>
                    <a:pt x="116" y="4518"/>
                  </a:lnTo>
                  <a:lnTo>
                    <a:pt x="193" y="4788"/>
                  </a:lnTo>
                  <a:lnTo>
                    <a:pt x="270" y="5059"/>
                  </a:lnTo>
                  <a:lnTo>
                    <a:pt x="425" y="5329"/>
                  </a:lnTo>
                  <a:lnTo>
                    <a:pt x="579" y="5561"/>
                  </a:lnTo>
                  <a:lnTo>
                    <a:pt x="772" y="5754"/>
                  </a:lnTo>
                  <a:lnTo>
                    <a:pt x="965" y="5947"/>
                  </a:lnTo>
                  <a:lnTo>
                    <a:pt x="1197" y="6101"/>
                  </a:lnTo>
                  <a:lnTo>
                    <a:pt x="1467" y="6256"/>
                  </a:lnTo>
                  <a:lnTo>
                    <a:pt x="1738" y="6372"/>
                  </a:lnTo>
                  <a:lnTo>
                    <a:pt x="2085" y="6449"/>
                  </a:lnTo>
                  <a:lnTo>
                    <a:pt x="2394" y="6487"/>
                  </a:lnTo>
                  <a:lnTo>
                    <a:pt x="2742" y="6526"/>
                  </a:lnTo>
                  <a:lnTo>
                    <a:pt x="3012" y="6487"/>
                  </a:lnTo>
                  <a:lnTo>
                    <a:pt x="3321" y="6449"/>
                  </a:lnTo>
                  <a:lnTo>
                    <a:pt x="3630" y="6372"/>
                  </a:lnTo>
                  <a:lnTo>
                    <a:pt x="3900" y="6256"/>
                  </a:lnTo>
                  <a:lnTo>
                    <a:pt x="4170" y="6101"/>
                  </a:lnTo>
                  <a:lnTo>
                    <a:pt x="4402" y="5947"/>
                  </a:lnTo>
                  <a:lnTo>
                    <a:pt x="4634" y="5792"/>
                  </a:lnTo>
                  <a:lnTo>
                    <a:pt x="4866" y="5561"/>
                  </a:lnTo>
                  <a:lnTo>
                    <a:pt x="5059" y="5368"/>
                  </a:lnTo>
                  <a:lnTo>
                    <a:pt x="5252" y="5097"/>
                  </a:lnTo>
                  <a:lnTo>
                    <a:pt x="5406" y="4866"/>
                  </a:lnTo>
                  <a:lnTo>
                    <a:pt x="5522" y="4595"/>
                  </a:lnTo>
                  <a:lnTo>
                    <a:pt x="5638" y="4286"/>
                  </a:lnTo>
                  <a:lnTo>
                    <a:pt x="5754" y="4016"/>
                  </a:lnTo>
                  <a:lnTo>
                    <a:pt x="5792" y="3707"/>
                  </a:lnTo>
                  <a:lnTo>
                    <a:pt x="5831" y="3398"/>
                  </a:lnTo>
                  <a:lnTo>
                    <a:pt x="5831" y="3089"/>
                  </a:lnTo>
                  <a:lnTo>
                    <a:pt x="5792" y="2780"/>
                  </a:lnTo>
                  <a:lnTo>
                    <a:pt x="5754" y="2472"/>
                  </a:lnTo>
                  <a:lnTo>
                    <a:pt x="5638" y="2163"/>
                  </a:lnTo>
                  <a:lnTo>
                    <a:pt x="5522" y="1892"/>
                  </a:lnTo>
                  <a:lnTo>
                    <a:pt x="5406" y="1622"/>
                  </a:lnTo>
                  <a:lnTo>
                    <a:pt x="5213" y="1352"/>
                  </a:lnTo>
                  <a:lnTo>
                    <a:pt x="5020" y="1120"/>
                  </a:lnTo>
                  <a:lnTo>
                    <a:pt x="4827" y="888"/>
                  </a:lnTo>
                  <a:lnTo>
                    <a:pt x="4595" y="695"/>
                  </a:lnTo>
                  <a:lnTo>
                    <a:pt x="4364" y="502"/>
                  </a:lnTo>
                  <a:lnTo>
                    <a:pt x="4093" y="348"/>
                  </a:lnTo>
                  <a:lnTo>
                    <a:pt x="3823" y="193"/>
                  </a:lnTo>
                  <a:lnTo>
                    <a:pt x="3514" y="116"/>
                  </a:lnTo>
                  <a:lnTo>
                    <a:pt x="32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20"/>
            <p:cNvSpPr/>
            <p:nvPr/>
          </p:nvSpPr>
          <p:spPr>
            <a:xfrm>
              <a:off x="3966375" y="4488475"/>
              <a:ext cx="350450" cy="288650"/>
            </a:xfrm>
            <a:custGeom>
              <a:avLst/>
              <a:gdLst/>
              <a:ahLst/>
              <a:cxnLst/>
              <a:rect l="l" t="t" r="r" b="b"/>
              <a:pathLst>
                <a:path w="14018" h="11546" extrusionOk="0">
                  <a:moveTo>
                    <a:pt x="11778" y="0"/>
                  </a:moveTo>
                  <a:lnTo>
                    <a:pt x="11469" y="77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8" y="2780"/>
                  </a:lnTo>
                  <a:lnTo>
                    <a:pt x="10658" y="1892"/>
                  </a:lnTo>
                  <a:lnTo>
                    <a:pt x="10427" y="2085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168" y="5522"/>
                  </a:lnTo>
                  <a:lnTo>
                    <a:pt x="13439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2" y="6681"/>
                  </a:lnTo>
                  <a:lnTo>
                    <a:pt x="13516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4" y="7955"/>
                  </a:lnTo>
                  <a:lnTo>
                    <a:pt x="12203" y="8418"/>
                  </a:lnTo>
                  <a:lnTo>
                    <a:pt x="11740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1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0" y="11160"/>
                  </a:lnTo>
                  <a:lnTo>
                    <a:pt x="3013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2"/>
                  </a:lnTo>
                  <a:lnTo>
                    <a:pt x="1082" y="10696"/>
                  </a:lnTo>
                  <a:lnTo>
                    <a:pt x="812" y="10542"/>
                  </a:lnTo>
                  <a:lnTo>
                    <a:pt x="618" y="10388"/>
                  </a:lnTo>
                  <a:lnTo>
                    <a:pt x="464" y="10194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7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1" y="9886"/>
                  </a:lnTo>
                  <a:lnTo>
                    <a:pt x="39" y="10117"/>
                  </a:lnTo>
                  <a:lnTo>
                    <a:pt x="78" y="10310"/>
                  </a:lnTo>
                  <a:lnTo>
                    <a:pt x="194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2" y="11353"/>
                  </a:lnTo>
                  <a:lnTo>
                    <a:pt x="2626" y="11430"/>
                  </a:lnTo>
                  <a:lnTo>
                    <a:pt x="3321" y="11507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7"/>
                  </a:lnTo>
                  <a:lnTo>
                    <a:pt x="6063" y="11430"/>
                  </a:lnTo>
                  <a:lnTo>
                    <a:pt x="6758" y="11314"/>
                  </a:lnTo>
                  <a:lnTo>
                    <a:pt x="7415" y="11160"/>
                  </a:lnTo>
                  <a:lnTo>
                    <a:pt x="8071" y="11005"/>
                  </a:lnTo>
                  <a:lnTo>
                    <a:pt x="8728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8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3"/>
                  </a:lnTo>
                  <a:lnTo>
                    <a:pt x="14018" y="6140"/>
                  </a:lnTo>
                  <a:lnTo>
                    <a:pt x="13941" y="5908"/>
                  </a:lnTo>
                  <a:lnTo>
                    <a:pt x="13863" y="5715"/>
                  </a:lnTo>
                  <a:lnTo>
                    <a:pt x="13748" y="5522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6"/>
                  </a:lnTo>
                  <a:lnTo>
                    <a:pt x="13091" y="5136"/>
                  </a:lnTo>
                  <a:lnTo>
                    <a:pt x="12821" y="3823"/>
                  </a:lnTo>
                  <a:lnTo>
                    <a:pt x="12512" y="2549"/>
                  </a:lnTo>
                  <a:lnTo>
                    <a:pt x="12164" y="1274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20"/>
            <p:cNvSpPr/>
            <p:nvPr/>
          </p:nvSpPr>
          <p:spPr>
            <a:xfrm>
              <a:off x="1307750" y="4498125"/>
              <a:ext cx="103325" cy="105250"/>
            </a:xfrm>
            <a:custGeom>
              <a:avLst/>
              <a:gdLst/>
              <a:ahLst/>
              <a:cxnLst/>
              <a:rect l="l" t="t" r="r" b="b"/>
              <a:pathLst>
                <a:path w="4133" h="4210" extrusionOk="0">
                  <a:moveTo>
                    <a:pt x="2317" y="348"/>
                  </a:moveTo>
                  <a:lnTo>
                    <a:pt x="2665" y="425"/>
                  </a:lnTo>
                  <a:lnTo>
                    <a:pt x="2819" y="502"/>
                  </a:lnTo>
                  <a:lnTo>
                    <a:pt x="2974" y="618"/>
                  </a:lnTo>
                  <a:lnTo>
                    <a:pt x="3128" y="734"/>
                  </a:lnTo>
                  <a:lnTo>
                    <a:pt x="3244" y="850"/>
                  </a:lnTo>
                  <a:lnTo>
                    <a:pt x="3360" y="1043"/>
                  </a:lnTo>
                  <a:lnTo>
                    <a:pt x="3476" y="1197"/>
                  </a:lnTo>
                  <a:lnTo>
                    <a:pt x="3514" y="1236"/>
                  </a:lnTo>
                  <a:lnTo>
                    <a:pt x="3630" y="1545"/>
                  </a:lnTo>
                  <a:lnTo>
                    <a:pt x="3707" y="1815"/>
                  </a:lnTo>
                  <a:lnTo>
                    <a:pt x="3746" y="2086"/>
                  </a:lnTo>
                  <a:lnTo>
                    <a:pt x="3746" y="2356"/>
                  </a:lnTo>
                  <a:lnTo>
                    <a:pt x="3707" y="2626"/>
                  </a:lnTo>
                  <a:lnTo>
                    <a:pt x="3630" y="2896"/>
                  </a:lnTo>
                  <a:lnTo>
                    <a:pt x="3514" y="3128"/>
                  </a:lnTo>
                  <a:lnTo>
                    <a:pt x="3283" y="3398"/>
                  </a:lnTo>
                  <a:lnTo>
                    <a:pt x="3012" y="3591"/>
                  </a:lnTo>
                  <a:lnTo>
                    <a:pt x="2703" y="3746"/>
                  </a:lnTo>
                  <a:lnTo>
                    <a:pt x="2356" y="3823"/>
                  </a:lnTo>
                  <a:lnTo>
                    <a:pt x="2008" y="3862"/>
                  </a:lnTo>
                  <a:lnTo>
                    <a:pt x="1661" y="3785"/>
                  </a:lnTo>
                  <a:lnTo>
                    <a:pt x="1313" y="3669"/>
                  </a:lnTo>
                  <a:lnTo>
                    <a:pt x="1004" y="3476"/>
                  </a:lnTo>
                  <a:lnTo>
                    <a:pt x="734" y="3244"/>
                  </a:lnTo>
                  <a:lnTo>
                    <a:pt x="579" y="2935"/>
                  </a:lnTo>
                  <a:lnTo>
                    <a:pt x="425" y="2665"/>
                  </a:lnTo>
                  <a:lnTo>
                    <a:pt x="386" y="2317"/>
                  </a:lnTo>
                  <a:lnTo>
                    <a:pt x="348" y="2008"/>
                  </a:lnTo>
                  <a:lnTo>
                    <a:pt x="386" y="1661"/>
                  </a:lnTo>
                  <a:lnTo>
                    <a:pt x="502" y="1352"/>
                  </a:lnTo>
                  <a:lnTo>
                    <a:pt x="657" y="1043"/>
                  </a:lnTo>
                  <a:lnTo>
                    <a:pt x="888" y="811"/>
                  </a:lnTo>
                  <a:lnTo>
                    <a:pt x="1197" y="580"/>
                  </a:lnTo>
                  <a:lnTo>
                    <a:pt x="1545" y="425"/>
                  </a:lnTo>
                  <a:lnTo>
                    <a:pt x="1931" y="348"/>
                  </a:lnTo>
                  <a:close/>
                  <a:moveTo>
                    <a:pt x="2201" y="0"/>
                  </a:moveTo>
                  <a:lnTo>
                    <a:pt x="1815" y="39"/>
                  </a:lnTo>
                  <a:lnTo>
                    <a:pt x="1468" y="116"/>
                  </a:lnTo>
                  <a:lnTo>
                    <a:pt x="1120" y="232"/>
                  </a:lnTo>
                  <a:lnTo>
                    <a:pt x="927" y="348"/>
                  </a:lnTo>
                  <a:lnTo>
                    <a:pt x="773" y="464"/>
                  </a:lnTo>
                  <a:lnTo>
                    <a:pt x="579" y="618"/>
                  </a:lnTo>
                  <a:lnTo>
                    <a:pt x="464" y="773"/>
                  </a:lnTo>
                  <a:lnTo>
                    <a:pt x="232" y="1159"/>
                  </a:lnTo>
                  <a:lnTo>
                    <a:pt x="78" y="1545"/>
                  </a:lnTo>
                  <a:lnTo>
                    <a:pt x="0" y="1970"/>
                  </a:lnTo>
                  <a:lnTo>
                    <a:pt x="0" y="2394"/>
                  </a:lnTo>
                  <a:lnTo>
                    <a:pt x="116" y="2858"/>
                  </a:lnTo>
                  <a:lnTo>
                    <a:pt x="193" y="3051"/>
                  </a:lnTo>
                  <a:lnTo>
                    <a:pt x="309" y="3244"/>
                  </a:lnTo>
                  <a:lnTo>
                    <a:pt x="579" y="3553"/>
                  </a:lnTo>
                  <a:lnTo>
                    <a:pt x="888" y="3823"/>
                  </a:lnTo>
                  <a:lnTo>
                    <a:pt x="1236" y="4016"/>
                  </a:lnTo>
                  <a:lnTo>
                    <a:pt x="1622" y="4171"/>
                  </a:lnTo>
                  <a:lnTo>
                    <a:pt x="2047" y="4209"/>
                  </a:lnTo>
                  <a:lnTo>
                    <a:pt x="2472" y="4209"/>
                  </a:lnTo>
                  <a:lnTo>
                    <a:pt x="2858" y="4093"/>
                  </a:lnTo>
                  <a:lnTo>
                    <a:pt x="3244" y="3939"/>
                  </a:lnTo>
                  <a:lnTo>
                    <a:pt x="3398" y="3823"/>
                  </a:lnTo>
                  <a:lnTo>
                    <a:pt x="3553" y="3669"/>
                  </a:lnTo>
                  <a:lnTo>
                    <a:pt x="3707" y="3514"/>
                  </a:lnTo>
                  <a:lnTo>
                    <a:pt x="3823" y="3321"/>
                  </a:lnTo>
                  <a:lnTo>
                    <a:pt x="4016" y="2935"/>
                  </a:lnTo>
                  <a:lnTo>
                    <a:pt x="4132" y="2510"/>
                  </a:lnTo>
                  <a:lnTo>
                    <a:pt x="4132" y="2047"/>
                  </a:lnTo>
                  <a:lnTo>
                    <a:pt x="4132" y="1854"/>
                  </a:lnTo>
                  <a:lnTo>
                    <a:pt x="4055" y="1622"/>
                  </a:lnTo>
                  <a:lnTo>
                    <a:pt x="4016" y="1429"/>
                  </a:lnTo>
                  <a:lnTo>
                    <a:pt x="3900" y="1236"/>
                  </a:lnTo>
                  <a:lnTo>
                    <a:pt x="3785" y="1082"/>
                  </a:lnTo>
                  <a:lnTo>
                    <a:pt x="3630" y="927"/>
                  </a:lnTo>
                  <a:lnTo>
                    <a:pt x="3591" y="888"/>
                  </a:lnTo>
                  <a:lnTo>
                    <a:pt x="3553" y="734"/>
                  </a:lnTo>
                  <a:lnTo>
                    <a:pt x="3437" y="580"/>
                  </a:lnTo>
                  <a:lnTo>
                    <a:pt x="3360" y="425"/>
                  </a:lnTo>
                  <a:lnTo>
                    <a:pt x="3244" y="348"/>
                  </a:lnTo>
                  <a:lnTo>
                    <a:pt x="3089" y="232"/>
                  </a:lnTo>
                  <a:lnTo>
                    <a:pt x="2935" y="155"/>
                  </a:lnTo>
                  <a:lnTo>
                    <a:pt x="2587" y="39"/>
                  </a:lnTo>
                  <a:lnTo>
                    <a:pt x="220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20"/>
            <p:cNvSpPr/>
            <p:nvPr/>
          </p:nvSpPr>
          <p:spPr>
            <a:xfrm>
              <a:off x="6468625" y="45261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8" y="618"/>
                  </a:moveTo>
                  <a:lnTo>
                    <a:pt x="5947" y="772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2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4" y="3900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0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6" y="2626"/>
                  </a:lnTo>
                  <a:lnTo>
                    <a:pt x="5368" y="1969"/>
                  </a:lnTo>
                  <a:lnTo>
                    <a:pt x="5368" y="618"/>
                  </a:lnTo>
                  <a:close/>
                  <a:moveTo>
                    <a:pt x="2781" y="888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6"/>
                  </a:lnTo>
                  <a:lnTo>
                    <a:pt x="1545" y="4286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7" y="3012"/>
                  </a:lnTo>
                  <a:lnTo>
                    <a:pt x="888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1" y="888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5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3" y="6294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6"/>
                  </a:lnTo>
                  <a:lnTo>
                    <a:pt x="2240" y="579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4"/>
                  </a:lnTo>
                  <a:lnTo>
                    <a:pt x="232" y="2780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3"/>
                  </a:lnTo>
                  <a:lnTo>
                    <a:pt x="39" y="4557"/>
                  </a:lnTo>
                  <a:lnTo>
                    <a:pt x="348" y="4595"/>
                  </a:lnTo>
                  <a:lnTo>
                    <a:pt x="386" y="4286"/>
                  </a:lnTo>
                  <a:lnTo>
                    <a:pt x="966" y="4518"/>
                  </a:lnTo>
                  <a:lnTo>
                    <a:pt x="1313" y="4595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79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4" y="3977"/>
                  </a:lnTo>
                  <a:lnTo>
                    <a:pt x="3012" y="3630"/>
                  </a:lnTo>
                  <a:lnTo>
                    <a:pt x="3012" y="2973"/>
                  </a:lnTo>
                  <a:lnTo>
                    <a:pt x="3128" y="772"/>
                  </a:lnTo>
                  <a:lnTo>
                    <a:pt x="3514" y="657"/>
                  </a:lnTo>
                  <a:lnTo>
                    <a:pt x="3939" y="579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8" y="579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8" y="3398"/>
                  </a:lnTo>
                  <a:lnTo>
                    <a:pt x="5175" y="3746"/>
                  </a:lnTo>
                  <a:lnTo>
                    <a:pt x="5213" y="3900"/>
                  </a:lnTo>
                  <a:lnTo>
                    <a:pt x="5291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6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6"/>
                  </a:lnTo>
                  <a:lnTo>
                    <a:pt x="7607" y="4209"/>
                  </a:lnTo>
                  <a:lnTo>
                    <a:pt x="8650" y="4093"/>
                  </a:lnTo>
                  <a:lnTo>
                    <a:pt x="8650" y="4479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7"/>
                  </a:lnTo>
                  <a:lnTo>
                    <a:pt x="8766" y="5097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1" y="4904"/>
                  </a:lnTo>
                  <a:lnTo>
                    <a:pt x="9384" y="4904"/>
                  </a:lnTo>
                  <a:lnTo>
                    <a:pt x="9809" y="4981"/>
                  </a:lnTo>
                  <a:lnTo>
                    <a:pt x="10195" y="5097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599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7"/>
                  </a:lnTo>
                  <a:lnTo>
                    <a:pt x="10697" y="6603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3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9" y="8997"/>
                  </a:lnTo>
                  <a:lnTo>
                    <a:pt x="12512" y="8997"/>
                  </a:lnTo>
                  <a:lnTo>
                    <a:pt x="12434" y="9075"/>
                  </a:lnTo>
                  <a:lnTo>
                    <a:pt x="12396" y="9113"/>
                  </a:lnTo>
                  <a:lnTo>
                    <a:pt x="12357" y="9190"/>
                  </a:lnTo>
                  <a:lnTo>
                    <a:pt x="11469" y="9306"/>
                  </a:lnTo>
                  <a:lnTo>
                    <a:pt x="11469" y="9692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4" y="9499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7"/>
                  </a:lnTo>
                  <a:lnTo>
                    <a:pt x="13168" y="8766"/>
                  </a:lnTo>
                  <a:lnTo>
                    <a:pt x="13168" y="8495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6" y="7182"/>
                  </a:lnTo>
                  <a:lnTo>
                    <a:pt x="12743" y="6680"/>
                  </a:lnTo>
                  <a:lnTo>
                    <a:pt x="12434" y="6217"/>
                  </a:lnTo>
                  <a:lnTo>
                    <a:pt x="12125" y="5792"/>
                  </a:lnTo>
                  <a:lnTo>
                    <a:pt x="11778" y="5445"/>
                  </a:lnTo>
                  <a:lnTo>
                    <a:pt x="11315" y="5097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5"/>
                  </a:lnTo>
                  <a:lnTo>
                    <a:pt x="9886" y="4479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7"/>
                  </a:lnTo>
                  <a:lnTo>
                    <a:pt x="9229" y="3514"/>
                  </a:lnTo>
                  <a:lnTo>
                    <a:pt x="9152" y="3089"/>
                  </a:lnTo>
                  <a:lnTo>
                    <a:pt x="8998" y="2665"/>
                  </a:lnTo>
                  <a:lnTo>
                    <a:pt x="8805" y="2278"/>
                  </a:lnTo>
                  <a:lnTo>
                    <a:pt x="8534" y="1931"/>
                  </a:lnTo>
                  <a:lnTo>
                    <a:pt x="8225" y="1583"/>
                  </a:lnTo>
                  <a:lnTo>
                    <a:pt x="7839" y="1274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5" y="193"/>
                  </a:lnTo>
                  <a:lnTo>
                    <a:pt x="5291" y="77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20"/>
            <p:cNvSpPr/>
            <p:nvPr/>
          </p:nvSpPr>
          <p:spPr>
            <a:xfrm>
              <a:off x="4200000" y="452900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1"/>
                  </a:lnTo>
                  <a:lnTo>
                    <a:pt x="0" y="7261"/>
                  </a:lnTo>
                  <a:lnTo>
                    <a:pt x="193" y="7261"/>
                  </a:lnTo>
                  <a:lnTo>
                    <a:pt x="425" y="5484"/>
                  </a:lnTo>
                  <a:lnTo>
                    <a:pt x="580" y="3669"/>
                  </a:lnTo>
                  <a:lnTo>
                    <a:pt x="695" y="1854"/>
                  </a:lnTo>
                  <a:lnTo>
                    <a:pt x="695" y="928"/>
                  </a:lnTo>
                  <a:lnTo>
                    <a:pt x="695" y="40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20"/>
            <p:cNvSpPr/>
            <p:nvPr/>
          </p:nvSpPr>
          <p:spPr>
            <a:xfrm>
              <a:off x="6500475" y="45396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6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3"/>
                  </a:lnTo>
                  <a:lnTo>
                    <a:pt x="9384" y="9654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39" y="10079"/>
                  </a:lnTo>
                  <a:lnTo>
                    <a:pt x="7608" y="9963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9" y="9346"/>
                  </a:lnTo>
                  <a:lnTo>
                    <a:pt x="6951" y="9075"/>
                  </a:lnTo>
                  <a:lnTo>
                    <a:pt x="6913" y="8805"/>
                  </a:lnTo>
                  <a:lnTo>
                    <a:pt x="6951" y="8535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4" y="7569"/>
                  </a:lnTo>
                  <a:lnTo>
                    <a:pt x="8148" y="7338"/>
                  </a:lnTo>
                  <a:lnTo>
                    <a:pt x="8226" y="7299"/>
                  </a:lnTo>
                  <a:close/>
                  <a:moveTo>
                    <a:pt x="2858" y="1"/>
                  </a:moveTo>
                  <a:lnTo>
                    <a:pt x="2665" y="39"/>
                  </a:lnTo>
                  <a:lnTo>
                    <a:pt x="2665" y="78"/>
                  </a:lnTo>
                  <a:lnTo>
                    <a:pt x="2626" y="1352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4" y="5098"/>
                  </a:lnTo>
                  <a:lnTo>
                    <a:pt x="2897" y="7492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2"/>
                  </a:lnTo>
                  <a:lnTo>
                    <a:pt x="3051" y="8766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7"/>
                  </a:lnTo>
                  <a:lnTo>
                    <a:pt x="773" y="9114"/>
                  </a:lnTo>
                  <a:lnTo>
                    <a:pt x="1545" y="9152"/>
                  </a:lnTo>
                  <a:lnTo>
                    <a:pt x="3128" y="9230"/>
                  </a:lnTo>
                  <a:lnTo>
                    <a:pt x="4828" y="9307"/>
                  </a:lnTo>
                  <a:lnTo>
                    <a:pt x="5677" y="9307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2" y="10311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20"/>
                  </a:lnTo>
                  <a:lnTo>
                    <a:pt x="9037" y="10543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3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9"/>
                  </a:lnTo>
                  <a:lnTo>
                    <a:pt x="10041" y="8071"/>
                  </a:lnTo>
                  <a:lnTo>
                    <a:pt x="9847" y="7762"/>
                  </a:lnTo>
                  <a:lnTo>
                    <a:pt x="9616" y="7492"/>
                  </a:lnTo>
                  <a:lnTo>
                    <a:pt x="9307" y="7260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7" y="6990"/>
                  </a:lnTo>
                  <a:lnTo>
                    <a:pt x="7724" y="7029"/>
                  </a:lnTo>
                  <a:lnTo>
                    <a:pt x="7415" y="7144"/>
                  </a:lnTo>
                  <a:lnTo>
                    <a:pt x="7144" y="7338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6" y="8805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8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6" y="8535"/>
                  </a:lnTo>
                  <a:lnTo>
                    <a:pt x="3206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5"/>
                  </a:lnTo>
                  <a:lnTo>
                    <a:pt x="3206" y="7338"/>
                  </a:lnTo>
                  <a:lnTo>
                    <a:pt x="3128" y="6449"/>
                  </a:lnTo>
                  <a:lnTo>
                    <a:pt x="3013" y="4326"/>
                  </a:lnTo>
                  <a:lnTo>
                    <a:pt x="2935" y="2202"/>
                  </a:lnTo>
                  <a:lnTo>
                    <a:pt x="2897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20"/>
            <p:cNvSpPr/>
            <p:nvPr/>
          </p:nvSpPr>
          <p:spPr>
            <a:xfrm>
              <a:off x="5490700" y="4546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79"/>
                  </a:lnTo>
                  <a:lnTo>
                    <a:pt x="0" y="1197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8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6"/>
                  </a:lnTo>
                  <a:lnTo>
                    <a:pt x="1970" y="5947"/>
                  </a:lnTo>
                  <a:lnTo>
                    <a:pt x="2433" y="6410"/>
                  </a:lnTo>
                  <a:lnTo>
                    <a:pt x="2974" y="6873"/>
                  </a:lnTo>
                  <a:lnTo>
                    <a:pt x="3514" y="7260"/>
                  </a:lnTo>
                  <a:lnTo>
                    <a:pt x="4094" y="7646"/>
                  </a:lnTo>
                  <a:lnTo>
                    <a:pt x="4712" y="7955"/>
                  </a:lnTo>
                  <a:lnTo>
                    <a:pt x="5329" y="8225"/>
                  </a:lnTo>
                  <a:lnTo>
                    <a:pt x="5986" y="8495"/>
                  </a:lnTo>
                  <a:lnTo>
                    <a:pt x="6642" y="8688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3"/>
                  </a:lnTo>
                  <a:lnTo>
                    <a:pt x="10774" y="9075"/>
                  </a:lnTo>
                  <a:lnTo>
                    <a:pt x="11392" y="8997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1"/>
                  </a:lnTo>
                  <a:lnTo>
                    <a:pt x="14018" y="8379"/>
                  </a:lnTo>
                  <a:lnTo>
                    <a:pt x="14636" y="8148"/>
                  </a:lnTo>
                  <a:lnTo>
                    <a:pt x="15253" y="7877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0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4"/>
                  </a:lnTo>
                  <a:lnTo>
                    <a:pt x="19076" y="4286"/>
                  </a:lnTo>
                  <a:lnTo>
                    <a:pt x="19347" y="3668"/>
                  </a:lnTo>
                  <a:lnTo>
                    <a:pt x="19115" y="3630"/>
                  </a:lnTo>
                  <a:lnTo>
                    <a:pt x="18767" y="4170"/>
                  </a:lnTo>
                  <a:lnTo>
                    <a:pt x="18420" y="4634"/>
                  </a:lnTo>
                  <a:lnTo>
                    <a:pt x="18034" y="5097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0"/>
                  </a:lnTo>
                  <a:lnTo>
                    <a:pt x="15755" y="7028"/>
                  </a:lnTo>
                  <a:lnTo>
                    <a:pt x="15215" y="7298"/>
                  </a:lnTo>
                  <a:lnTo>
                    <a:pt x="14713" y="7569"/>
                  </a:lnTo>
                  <a:lnTo>
                    <a:pt x="14134" y="7800"/>
                  </a:lnTo>
                  <a:lnTo>
                    <a:pt x="13593" y="8032"/>
                  </a:lnTo>
                  <a:lnTo>
                    <a:pt x="13014" y="8186"/>
                  </a:lnTo>
                  <a:lnTo>
                    <a:pt x="12434" y="8341"/>
                  </a:lnTo>
                  <a:lnTo>
                    <a:pt x="11817" y="8457"/>
                  </a:lnTo>
                  <a:lnTo>
                    <a:pt x="11199" y="8534"/>
                  </a:lnTo>
                  <a:lnTo>
                    <a:pt x="10504" y="8611"/>
                  </a:lnTo>
                  <a:lnTo>
                    <a:pt x="9114" y="8611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2"/>
                  </a:lnTo>
                  <a:lnTo>
                    <a:pt x="6333" y="8109"/>
                  </a:lnTo>
                  <a:lnTo>
                    <a:pt x="5638" y="7877"/>
                  </a:lnTo>
                  <a:lnTo>
                    <a:pt x="5020" y="7607"/>
                  </a:lnTo>
                  <a:lnTo>
                    <a:pt x="4364" y="7260"/>
                  </a:lnTo>
                  <a:lnTo>
                    <a:pt x="3785" y="6912"/>
                  </a:lnTo>
                  <a:lnTo>
                    <a:pt x="3206" y="6487"/>
                  </a:lnTo>
                  <a:lnTo>
                    <a:pt x="2704" y="6063"/>
                  </a:lnTo>
                  <a:lnTo>
                    <a:pt x="2202" y="5561"/>
                  </a:lnTo>
                  <a:lnTo>
                    <a:pt x="1777" y="4981"/>
                  </a:lnTo>
                  <a:lnTo>
                    <a:pt x="1391" y="4402"/>
                  </a:lnTo>
                  <a:lnTo>
                    <a:pt x="1120" y="3900"/>
                  </a:lnTo>
                  <a:lnTo>
                    <a:pt x="850" y="3360"/>
                  </a:lnTo>
                  <a:lnTo>
                    <a:pt x="696" y="2858"/>
                  </a:lnTo>
                  <a:lnTo>
                    <a:pt x="541" y="2278"/>
                  </a:lnTo>
                  <a:lnTo>
                    <a:pt x="425" y="1738"/>
                  </a:lnTo>
                  <a:lnTo>
                    <a:pt x="387" y="1158"/>
                  </a:lnTo>
                  <a:lnTo>
                    <a:pt x="387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20"/>
            <p:cNvSpPr/>
            <p:nvPr/>
          </p:nvSpPr>
          <p:spPr>
            <a:xfrm>
              <a:off x="5576625" y="4556050"/>
              <a:ext cx="35725" cy="28975"/>
            </a:xfrm>
            <a:custGeom>
              <a:avLst/>
              <a:gdLst/>
              <a:ahLst/>
              <a:cxnLst/>
              <a:rect l="l" t="t" r="r" b="b"/>
              <a:pathLst>
                <a:path w="1429" h="1159" extrusionOk="0">
                  <a:moveTo>
                    <a:pt x="502" y="0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6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1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4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2"/>
                  </a:lnTo>
                  <a:lnTo>
                    <a:pt x="425" y="579"/>
                  </a:lnTo>
                  <a:lnTo>
                    <a:pt x="541" y="425"/>
                  </a:lnTo>
                  <a:lnTo>
                    <a:pt x="618" y="386"/>
                  </a:lnTo>
                  <a:lnTo>
                    <a:pt x="773" y="386"/>
                  </a:lnTo>
                  <a:lnTo>
                    <a:pt x="850" y="425"/>
                  </a:lnTo>
                  <a:lnTo>
                    <a:pt x="966" y="579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6" y="927"/>
                  </a:lnTo>
                  <a:lnTo>
                    <a:pt x="966" y="1004"/>
                  </a:lnTo>
                  <a:lnTo>
                    <a:pt x="966" y="1081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5" y="1120"/>
                  </a:lnTo>
                  <a:lnTo>
                    <a:pt x="1313" y="1081"/>
                  </a:lnTo>
                  <a:lnTo>
                    <a:pt x="1390" y="888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3"/>
                  </a:lnTo>
                  <a:lnTo>
                    <a:pt x="1043" y="77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20"/>
            <p:cNvSpPr/>
            <p:nvPr/>
          </p:nvSpPr>
          <p:spPr>
            <a:xfrm>
              <a:off x="5523525" y="45599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2"/>
                  </a:lnTo>
                  <a:lnTo>
                    <a:pt x="78" y="966"/>
                  </a:lnTo>
                  <a:lnTo>
                    <a:pt x="232" y="1082"/>
                  </a:lnTo>
                  <a:lnTo>
                    <a:pt x="387" y="1198"/>
                  </a:lnTo>
                  <a:lnTo>
                    <a:pt x="464" y="1198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5"/>
                  </a:lnTo>
                  <a:lnTo>
                    <a:pt x="387" y="927"/>
                  </a:lnTo>
                  <a:lnTo>
                    <a:pt x="348" y="812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7" y="503"/>
                  </a:lnTo>
                  <a:lnTo>
                    <a:pt x="464" y="464"/>
                  </a:lnTo>
                  <a:lnTo>
                    <a:pt x="541" y="387"/>
                  </a:lnTo>
                  <a:lnTo>
                    <a:pt x="773" y="387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2" y="1043"/>
                  </a:lnTo>
                  <a:lnTo>
                    <a:pt x="1159" y="1082"/>
                  </a:lnTo>
                  <a:lnTo>
                    <a:pt x="1197" y="1082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7"/>
                  </a:lnTo>
                  <a:lnTo>
                    <a:pt x="1159" y="232"/>
                  </a:lnTo>
                  <a:lnTo>
                    <a:pt x="1004" y="78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20"/>
            <p:cNvSpPr/>
            <p:nvPr/>
          </p:nvSpPr>
          <p:spPr>
            <a:xfrm>
              <a:off x="4050375" y="4567625"/>
              <a:ext cx="30900" cy="168975"/>
            </a:xfrm>
            <a:custGeom>
              <a:avLst/>
              <a:gdLst/>
              <a:ahLst/>
              <a:cxnLst/>
              <a:rect l="l" t="t" r="r" b="b"/>
              <a:pathLst>
                <a:path w="1236" h="6759" extrusionOk="0">
                  <a:moveTo>
                    <a:pt x="1120" y="1"/>
                  </a:moveTo>
                  <a:lnTo>
                    <a:pt x="1081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9"/>
                  </a:lnTo>
                  <a:lnTo>
                    <a:pt x="116" y="5059"/>
                  </a:lnTo>
                  <a:lnTo>
                    <a:pt x="0" y="6720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2" y="3515"/>
                  </a:lnTo>
                  <a:lnTo>
                    <a:pt x="965" y="1854"/>
                  </a:lnTo>
                  <a:lnTo>
                    <a:pt x="1081" y="232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20"/>
            <p:cNvSpPr/>
            <p:nvPr/>
          </p:nvSpPr>
          <p:spPr>
            <a:xfrm>
              <a:off x="4077400" y="4569550"/>
              <a:ext cx="121650" cy="144850"/>
            </a:xfrm>
            <a:custGeom>
              <a:avLst/>
              <a:gdLst/>
              <a:ahLst/>
              <a:cxnLst/>
              <a:rect l="l" t="t" r="r" b="b"/>
              <a:pathLst>
                <a:path w="4866" h="5794" extrusionOk="0">
                  <a:moveTo>
                    <a:pt x="155" y="1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6"/>
                  </a:lnTo>
                  <a:lnTo>
                    <a:pt x="2896" y="3631"/>
                  </a:lnTo>
                  <a:lnTo>
                    <a:pt x="3476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6"/>
                  </a:lnTo>
                  <a:lnTo>
                    <a:pt x="4866" y="5639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8" y="1352"/>
                  </a:lnTo>
                  <a:lnTo>
                    <a:pt x="811" y="65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20"/>
            <p:cNvSpPr/>
            <p:nvPr/>
          </p:nvSpPr>
          <p:spPr>
            <a:xfrm>
              <a:off x="3931625" y="457727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1"/>
                  </a:moveTo>
                  <a:lnTo>
                    <a:pt x="0" y="78"/>
                  </a:lnTo>
                  <a:lnTo>
                    <a:pt x="194" y="927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6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9"/>
                  </a:lnTo>
                  <a:lnTo>
                    <a:pt x="1931" y="6140"/>
                  </a:lnTo>
                  <a:lnTo>
                    <a:pt x="2086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4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20"/>
            <p:cNvSpPr/>
            <p:nvPr/>
          </p:nvSpPr>
          <p:spPr>
            <a:xfrm>
              <a:off x="3941275" y="457920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1" y="40"/>
                  </a:lnTo>
                  <a:lnTo>
                    <a:pt x="1970" y="3206"/>
                  </a:lnTo>
                  <a:lnTo>
                    <a:pt x="4055" y="6334"/>
                  </a:lnTo>
                  <a:lnTo>
                    <a:pt x="4055" y="6334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3"/>
                  </a:lnTo>
                  <a:lnTo>
                    <a:pt x="3708" y="6720"/>
                  </a:lnTo>
                  <a:lnTo>
                    <a:pt x="4132" y="6797"/>
                  </a:lnTo>
                  <a:lnTo>
                    <a:pt x="4596" y="6836"/>
                  </a:lnTo>
                  <a:lnTo>
                    <a:pt x="5484" y="6836"/>
                  </a:lnTo>
                  <a:lnTo>
                    <a:pt x="6372" y="6759"/>
                  </a:lnTo>
                  <a:lnTo>
                    <a:pt x="7299" y="6643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9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5"/>
                  </a:lnTo>
                  <a:lnTo>
                    <a:pt x="13863" y="2125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1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3"/>
                  </a:lnTo>
                  <a:lnTo>
                    <a:pt x="10349" y="5253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6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8" y="6334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7"/>
                  </a:lnTo>
                  <a:lnTo>
                    <a:pt x="3399" y="4635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20"/>
            <p:cNvSpPr/>
            <p:nvPr/>
          </p:nvSpPr>
          <p:spPr>
            <a:xfrm>
              <a:off x="6364350" y="46361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2" y="39"/>
                  </a:lnTo>
                  <a:lnTo>
                    <a:pt x="2781" y="77"/>
                  </a:lnTo>
                  <a:lnTo>
                    <a:pt x="2511" y="193"/>
                  </a:lnTo>
                  <a:lnTo>
                    <a:pt x="2241" y="309"/>
                  </a:lnTo>
                  <a:lnTo>
                    <a:pt x="2009" y="425"/>
                  </a:lnTo>
                  <a:lnTo>
                    <a:pt x="1739" y="579"/>
                  </a:lnTo>
                  <a:lnTo>
                    <a:pt x="1507" y="773"/>
                  </a:lnTo>
                  <a:lnTo>
                    <a:pt x="1121" y="1197"/>
                  </a:lnTo>
                  <a:lnTo>
                    <a:pt x="735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8"/>
                  </a:lnTo>
                  <a:lnTo>
                    <a:pt x="40" y="3746"/>
                  </a:lnTo>
                  <a:lnTo>
                    <a:pt x="1" y="4055"/>
                  </a:lnTo>
                  <a:lnTo>
                    <a:pt x="1" y="4402"/>
                  </a:lnTo>
                  <a:lnTo>
                    <a:pt x="40" y="4673"/>
                  </a:lnTo>
                  <a:lnTo>
                    <a:pt x="117" y="4904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5" y="5252"/>
                  </a:lnTo>
                  <a:lnTo>
                    <a:pt x="966" y="5290"/>
                  </a:lnTo>
                  <a:lnTo>
                    <a:pt x="1700" y="5290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5" y="4711"/>
                  </a:lnTo>
                  <a:lnTo>
                    <a:pt x="580" y="4595"/>
                  </a:lnTo>
                  <a:lnTo>
                    <a:pt x="542" y="4441"/>
                  </a:lnTo>
                  <a:lnTo>
                    <a:pt x="542" y="4248"/>
                  </a:lnTo>
                  <a:lnTo>
                    <a:pt x="542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8"/>
                  </a:lnTo>
                  <a:lnTo>
                    <a:pt x="2627" y="695"/>
                  </a:lnTo>
                  <a:lnTo>
                    <a:pt x="3090" y="579"/>
                  </a:lnTo>
                  <a:lnTo>
                    <a:pt x="3592" y="541"/>
                  </a:lnTo>
                  <a:lnTo>
                    <a:pt x="4094" y="579"/>
                  </a:lnTo>
                  <a:lnTo>
                    <a:pt x="4249" y="541"/>
                  </a:lnTo>
                  <a:lnTo>
                    <a:pt x="4326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3"/>
                  </a:lnTo>
                  <a:lnTo>
                    <a:pt x="4210" y="155"/>
                  </a:lnTo>
                  <a:lnTo>
                    <a:pt x="3940" y="77"/>
                  </a:lnTo>
                  <a:lnTo>
                    <a:pt x="3631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20"/>
            <p:cNvSpPr/>
            <p:nvPr/>
          </p:nvSpPr>
          <p:spPr>
            <a:xfrm>
              <a:off x="5052425" y="4653550"/>
              <a:ext cx="61800" cy="89800"/>
            </a:xfrm>
            <a:custGeom>
              <a:avLst/>
              <a:gdLst/>
              <a:ahLst/>
              <a:cxnLst/>
              <a:rect l="l" t="t" r="r" b="b"/>
              <a:pathLst>
                <a:path w="2472" h="3592" extrusionOk="0">
                  <a:moveTo>
                    <a:pt x="1082" y="0"/>
                  </a:moveTo>
                  <a:lnTo>
                    <a:pt x="1004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5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699"/>
                  </a:lnTo>
                  <a:lnTo>
                    <a:pt x="1931" y="1931"/>
                  </a:lnTo>
                  <a:lnTo>
                    <a:pt x="1931" y="2163"/>
                  </a:lnTo>
                  <a:lnTo>
                    <a:pt x="1931" y="2433"/>
                  </a:lnTo>
                  <a:lnTo>
                    <a:pt x="1815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0" y="3128"/>
                  </a:lnTo>
                  <a:lnTo>
                    <a:pt x="1197" y="3128"/>
                  </a:lnTo>
                  <a:lnTo>
                    <a:pt x="1043" y="3089"/>
                  </a:lnTo>
                  <a:lnTo>
                    <a:pt x="927" y="3012"/>
                  </a:lnTo>
                  <a:lnTo>
                    <a:pt x="850" y="2896"/>
                  </a:lnTo>
                  <a:lnTo>
                    <a:pt x="811" y="2742"/>
                  </a:lnTo>
                  <a:lnTo>
                    <a:pt x="850" y="2587"/>
                  </a:lnTo>
                  <a:lnTo>
                    <a:pt x="927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0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5" y="1468"/>
                  </a:lnTo>
                  <a:lnTo>
                    <a:pt x="193" y="1313"/>
                  </a:lnTo>
                  <a:lnTo>
                    <a:pt x="0" y="1622"/>
                  </a:lnTo>
                  <a:lnTo>
                    <a:pt x="271" y="1892"/>
                  </a:lnTo>
                  <a:lnTo>
                    <a:pt x="580" y="2124"/>
                  </a:lnTo>
                  <a:lnTo>
                    <a:pt x="425" y="2356"/>
                  </a:lnTo>
                  <a:lnTo>
                    <a:pt x="348" y="2626"/>
                  </a:lnTo>
                  <a:lnTo>
                    <a:pt x="309" y="2896"/>
                  </a:lnTo>
                  <a:lnTo>
                    <a:pt x="348" y="3051"/>
                  </a:lnTo>
                  <a:lnTo>
                    <a:pt x="425" y="3167"/>
                  </a:lnTo>
                  <a:lnTo>
                    <a:pt x="541" y="3321"/>
                  </a:lnTo>
                  <a:lnTo>
                    <a:pt x="695" y="3476"/>
                  </a:lnTo>
                  <a:lnTo>
                    <a:pt x="888" y="3553"/>
                  </a:lnTo>
                  <a:lnTo>
                    <a:pt x="1082" y="3591"/>
                  </a:lnTo>
                  <a:lnTo>
                    <a:pt x="1275" y="3591"/>
                  </a:lnTo>
                  <a:lnTo>
                    <a:pt x="1506" y="3553"/>
                  </a:lnTo>
                  <a:lnTo>
                    <a:pt x="1699" y="3514"/>
                  </a:lnTo>
                  <a:lnTo>
                    <a:pt x="1854" y="3398"/>
                  </a:lnTo>
                  <a:lnTo>
                    <a:pt x="2047" y="3244"/>
                  </a:lnTo>
                  <a:lnTo>
                    <a:pt x="2201" y="3051"/>
                  </a:lnTo>
                  <a:lnTo>
                    <a:pt x="2317" y="2858"/>
                  </a:lnTo>
                  <a:lnTo>
                    <a:pt x="2394" y="2665"/>
                  </a:lnTo>
                  <a:lnTo>
                    <a:pt x="2433" y="2472"/>
                  </a:lnTo>
                  <a:lnTo>
                    <a:pt x="2472" y="2240"/>
                  </a:lnTo>
                  <a:lnTo>
                    <a:pt x="2433" y="2008"/>
                  </a:lnTo>
                  <a:lnTo>
                    <a:pt x="2394" y="1815"/>
                  </a:lnTo>
                  <a:lnTo>
                    <a:pt x="2317" y="1583"/>
                  </a:lnTo>
                  <a:lnTo>
                    <a:pt x="2201" y="1390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6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20"/>
            <p:cNvSpPr/>
            <p:nvPr/>
          </p:nvSpPr>
          <p:spPr>
            <a:xfrm>
              <a:off x="6613425" y="4670925"/>
              <a:ext cx="26100" cy="11600"/>
            </a:xfrm>
            <a:custGeom>
              <a:avLst/>
              <a:gdLst/>
              <a:ahLst/>
              <a:cxnLst/>
              <a:rect l="l" t="t" r="r" b="b"/>
              <a:pathLst>
                <a:path w="1044" h="464" extrusionOk="0">
                  <a:moveTo>
                    <a:pt x="773" y="0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3"/>
                  </a:lnTo>
                  <a:lnTo>
                    <a:pt x="39" y="232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20"/>
            <p:cNvSpPr/>
            <p:nvPr/>
          </p:nvSpPr>
          <p:spPr>
            <a:xfrm>
              <a:off x="6514950" y="46767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6" y="0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39" y="77"/>
                  </a:lnTo>
                  <a:lnTo>
                    <a:pt x="1" y="193"/>
                  </a:lnTo>
                  <a:lnTo>
                    <a:pt x="39" y="270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0"/>
                  </a:lnTo>
                  <a:lnTo>
                    <a:pt x="850" y="193"/>
                  </a:lnTo>
                  <a:lnTo>
                    <a:pt x="812" y="77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20"/>
            <p:cNvSpPr/>
            <p:nvPr/>
          </p:nvSpPr>
          <p:spPr>
            <a:xfrm>
              <a:off x="4656625" y="46776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89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8" y="3553"/>
                  </a:lnTo>
                  <a:lnTo>
                    <a:pt x="12434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8"/>
                  </a:lnTo>
                  <a:lnTo>
                    <a:pt x="12009" y="3128"/>
                  </a:lnTo>
                  <a:lnTo>
                    <a:pt x="11932" y="3206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40" y="4171"/>
                  </a:lnTo>
                  <a:lnTo>
                    <a:pt x="9615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2" y="4171"/>
                  </a:lnTo>
                  <a:lnTo>
                    <a:pt x="5368" y="4017"/>
                  </a:lnTo>
                  <a:lnTo>
                    <a:pt x="4595" y="3708"/>
                  </a:lnTo>
                  <a:lnTo>
                    <a:pt x="3900" y="3283"/>
                  </a:lnTo>
                  <a:lnTo>
                    <a:pt x="3205" y="2820"/>
                  </a:lnTo>
                  <a:lnTo>
                    <a:pt x="2587" y="2318"/>
                  </a:lnTo>
                  <a:lnTo>
                    <a:pt x="1970" y="1777"/>
                  </a:lnTo>
                  <a:lnTo>
                    <a:pt x="1390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20"/>
            <p:cNvSpPr/>
            <p:nvPr/>
          </p:nvSpPr>
          <p:spPr>
            <a:xfrm>
              <a:off x="4964575" y="4684425"/>
              <a:ext cx="92700" cy="135200"/>
            </a:xfrm>
            <a:custGeom>
              <a:avLst/>
              <a:gdLst/>
              <a:ahLst/>
              <a:cxnLst/>
              <a:rect l="l" t="t" r="r" b="b"/>
              <a:pathLst>
                <a:path w="3708" h="5408" extrusionOk="0">
                  <a:moveTo>
                    <a:pt x="3398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2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7"/>
                  </a:lnTo>
                  <a:lnTo>
                    <a:pt x="1777" y="1430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2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4" y="2086"/>
                  </a:lnTo>
                  <a:lnTo>
                    <a:pt x="889" y="2125"/>
                  </a:lnTo>
                  <a:lnTo>
                    <a:pt x="850" y="2163"/>
                  </a:lnTo>
                  <a:lnTo>
                    <a:pt x="811" y="2241"/>
                  </a:lnTo>
                  <a:lnTo>
                    <a:pt x="811" y="2356"/>
                  </a:lnTo>
                  <a:lnTo>
                    <a:pt x="811" y="2434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7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1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8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4"/>
                  </a:lnTo>
                  <a:lnTo>
                    <a:pt x="1082" y="4944"/>
                  </a:lnTo>
                  <a:lnTo>
                    <a:pt x="889" y="4866"/>
                  </a:lnTo>
                  <a:lnTo>
                    <a:pt x="773" y="4751"/>
                  </a:lnTo>
                  <a:lnTo>
                    <a:pt x="695" y="4596"/>
                  </a:lnTo>
                  <a:lnTo>
                    <a:pt x="657" y="4442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3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7" y="3669"/>
                  </a:lnTo>
                  <a:lnTo>
                    <a:pt x="116" y="2936"/>
                  </a:lnTo>
                  <a:lnTo>
                    <a:pt x="0" y="3283"/>
                  </a:lnTo>
                  <a:lnTo>
                    <a:pt x="657" y="3785"/>
                  </a:lnTo>
                  <a:lnTo>
                    <a:pt x="502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9"/>
                  </a:lnTo>
                  <a:lnTo>
                    <a:pt x="193" y="4403"/>
                  </a:lnTo>
                  <a:lnTo>
                    <a:pt x="193" y="4558"/>
                  </a:lnTo>
                  <a:lnTo>
                    <a:pt x="193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3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7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5"/>
                  </a:lnTo>
                  <a:lnTo>
                    <a:pt x="2510" y="4442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7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2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6" y="2202"/>
                  </a:lnTo>
                  <a:lnTo>
                    <a:pt x="1275" y="2125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3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2"/>
                  </a:lnTo>
                  <a:lnTo>
                    <a:pt x="3514" y="387"/>
                  </a:lnTo>
                  <a:lnTo>
                    <a:pt x="3707" y="78"/>
                  </a:lnTo>
                  <a:lnTo>
                    <a:pt x="351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20"/>
            <p:cNvSpPr/>
            <p:nvPr/>
          </p:nvSpPr>
          <p:spPr>
            <a:xfrm>
              <a:off x="6406825" y="4717250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619"/>
                  </a:lnTo>
                  <a:lnTo>
                    <a:pt x="2550" y="696"/>
                  </a:lnTo>
                  <a:lnTo>
                    <a:pt x="2743" y="812"/>
                  </a:lnTo>
                  <a:lnTo>
                    <a:pt x="2936" y="966"/>
                  </a:lnTo>
                  <a:lnTo>
                    <a:pt x="3090" y="1198"/>
                  </a:lnTo>
                  <a:lnTo>
                    <a:pt x="3206" y="1430"/>
                  </a:lnTo>
                  <a:lnTo>
                    <a:pt x="3245" y="1700"/>
                  </a:lnTo>
                  <a:lnTo>
                    <a:pt x="3245" y="1970"/>
                  </a:lnTo>
                  <a:lnTo>
                    <a:pt x="3206" y="2202"/>
                  </a:lnTo>
                  <a:lnTo>
                    <a:pt x="3090" y="2472"/>
                  </a:lnTo>
                  <a:lnTo>
                    <a:pt x="2974" y="2665"/>
                  </a:lnTo>
                  <a:lnTo>
                    <a:pt x="2781" y="2897"/>
                  </a:lnTo>
                  <a:lnTo>
                    <a:pt x="2588" y="3051"/>
                  </a:lnTo>
                  <a:lnTo>
                    <a:pt x="2357" y="3167"/>
                  </a:lnTo>
                  <a:lnTo>
                    <a:pt x="2086" y="3245"/>
                  </a:lnTo>
                  <a:lnTo>
                    <a:pt x="1777" y="3245"/>
                  </a:lnTo>
                  <a:lnTo>
                    <a:pt x="1507" y="3167"/>
                  </a:lnTo>
                  <a:lnTo>
                    <a:pt x="1237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4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5" y="1121"/>
                  </a:lnTo>
                  <a:lnTo>
                    <a:pt x="928" y="928"/>
                  </a:lnTo>
                  <a:lnTo>
                    <a:pt x="1121" y="735"/>
                  </a:lnTo>
                  <a:lnTo>
                    <a:pt x="1353" y="580"/>
                  </a:lnTo>
                  <a:lnTo>
                    <a:pt x="1584" y="464"/>
                  </a:lnTo>
                  <a:close/>
                  <a:moveTo>
                    <a:pt x="1893" y="1"/>
                  </a:moveTo>
                  <a:lnTo>
                    <a:pt x="1700" y="39"/>
                  </a:lnTo>
                  <a:lnTo>
                    <a:pt x="1546" y="78"/>
                  </a:lnTo>
                  <a:lnTo>
                    <a:pt x="1353" y="155"/>
                  </a:lnTo>
                  <a:lnTo>
                    <a:pt x="1314" y="194"/>
                  </a:lnTo>
                  <a:lnTo>
                    <a:pt x="1082" y="271"/>
                  </a:lnTo>
                  <a:lnTo>
                    <a:pt x="851" y="387"/>
                  </a:lnTo>
                  <a:lnTo>
                    <a:pt x="619" y="580"/>
                  </a:lnTo>
                  <a:lnTo>
                    <a:pt x="426" y="773"/>
                  </a:lnTo>
                  <a:lnTo>
                    <a:pt x="271" y="966"/>
                  </a:lnTo>
                  <a:lnTo>
                    <a:pt x="155" y="1237"/>
                  </a:lnTo>
                  <a:lnTo>
                    <a:pt x="78" y="1468"/>
                  </a:lnTo>
                  <a:lnTo>
                    <a:pt x="1" y="1739"/>
                  </a:lnTo>
                  <a:lnTo>
                    <a:pt x="1" y="2047"/>
                  </a:lnTo>
                  <a:lnTo>
                    <a:pt x="40" y="2125"/>
                  </a:lnTo>
                  <a:lnTo>
                    <a:pt x="40" y="2318"/>
                  </a:lnTo>
                  <a:lnTo>
                    <a:pt x="117" y="2511"/>
                  </a:lnTo>
                  <a:lnTo>
                    <a:pt x="310" y="2858"/>
                  </a:lnTo>
                  <a:lnTo>
                    <a:pt x="542" y="3167"/>
                  </a:lnTo>
                  <a:lnTo>
                    <a:pt x="851" y="3399"/>
                  </a:lnTo>
                  <a:lnTo>
                    <a:pt x="1198" y="3592"/>
                  </a:lnTo>
                  <a:lnTo>
                    <a:pt x="1584" y="3708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7" y="3669"/>
                  </a:lnTo>
                  <a:lnTo>
                    <a:pt x="2627" y="3592"/>
                  </a:lnTo>
                  <a:lnTo>
                    <a:pt x="2897" y="3438"/>
                  </a:lnTo>
                  <a:lnTo>
                    <a:pt x="3129" y="3245"/>
                  </a:lnTo>
                  <a:lnTo>
                    <a:pt x="3322" y="3013"/>
                  </a:lnTo>
                  <a:lnTo>
                    <a:pt x="3476" y="2781"/>
                  </a:lnTo>
                  <a:lnTo>
                    <a:pt x="3631" y="2511"/>
                  </a:lnTo>
                  <a:lnTo>
                    <a:pt x="3708" y="2202"/>
                  </a:lnTo>
                  <a:lnTo>
                    <a:pt x="3747" y="1932"/>
                  </a:lnTo>
                  <a:lnTo>
                    <a:pt x="3747" y="1584"/>
                  </a:lnTo>
                  <a:lnTo>
                    <a:pt x="3669" y="1314"/>
                  </a:lnTo>
                  <a:lnTo>
                    <a:pt x="3515" y="1005"/>
                  </a:lnTo>
                  <a:lnTo>
                    <a:pt x="3322" y="696"/>
                  </a:lnTo>
                  <a:lnTo>
                    <a:pt x="3052" y="426"/>
                  </a:lnTo>
                  <a:lnTo>
                    <a:pt x="2743" y="233"/>
                  </a:lnTo>
                  <a:lnTo>
                    <a:pt x="2395" y="7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20"/>
            <p:cNvSpPr/>
            <p:nvPr/>
          </p:nvSpPr>
          <p:spPr>
            <a:xfrm>
              <a:off x="2332000" y="4749125"/>
              <a:ext cx="326325" cy="58900"/>
            </a:xfrm>
            <a:custGeom>
              <a:avLst/>
              <a:gdLst/>
              <a:ahLst/>
              <a:cxnLst/>
              <a:rect l="l" t="t" r="r" b="b"/>
              <a:pathLst>
                <a:path w="13053" h="2356" extrusionOk="0">
                  <a:moveTo>
                    <a:pt x="12782" y="0"/>
                  </a:moveTo>
                  <a:lnTo>
                    <a:pt x="12705" y="39"/>
                  </a:lnTo>
                  <a:lnTo>
                    <a:pt x="12628" y="116"/>
                  </a:lnTo>
                  <a:lnTo>
                    <a:pt x="12589" y="193"/>
                  </a:lnTo>
                  <a:lnTo>
                    <a:pt x="12589" y="309"/>
                  </a:lnTo>
                  <a:lnTo>
                    <a:pt x="12589" y="502"/>
                  </a:lnTo>
                  <a:lnTo>
                    <a:pt x="12550" y="657"/>
                  </a:lnTo>
                  <a:lnTo>
                    <a:pt x="12435" y="811"/>
                  </a:lnTo>
                  <a:lnTo>
                    <a:pt x="12319" y="966"/>
                  </a:lnTo>
                  <a:lnTo>
                    <a:pt x="12164" y="1081"/>
                  </a:lnTo>
                  <a:lnTo>
                    <a:pt x="11971" y="1159"/>
                  </a:lnTo>
                  <a:lnTo>
                    <a:pt x="11546" y="1313"/>
                  </a:lnTo>
                  <a:lnTo>
                    <a:pt x="11083" y="1429"/>
                  </a:lnTo>
                  <a:lnTo>
                    <a:pt x="10581" y="1506"/>
                  </a:lnTo>
                  <a:lnTo>
                    <a:pt x="9847" y="1583"/>
                  </a:lnTo>
                  <a:lnTo>
                    <a:pt x="9423" y="1622"/>
                  </a:lnTo>
                  <a:lnTo>
                    <a:pt x="9423" y="1545"/>
                  </a:lnTo>
                  <a:lnTo>
                    <a:pt x="9423" y="1468"/>
                  </a:lnTo>
                  <a:lnTo>
                    <a:pt x="9152" y="888"/>
                  </a:lnTo>
                  <a:lnTo>
                    <a:pt x="8959" y="270"/>
                  </a:lnTo>
                  <a:lnTo>
                    <a:pt x="8612" y="386"/>
                  </a:lnTo>
                  <a:lnTo>
                    <a:pt x="8650" y="695"/>
                  </a:lnTo>
                  <a:lnTo>
                    <a:pt x="8728" y="1043"/>
                  </a:lnTo>
                  <a:lnTo>
                    <a:pt x="8843" y="1390"/>
                  </a:lnTo>
                  <a:lnTo>
                    <a:pt x="8998" y="1661"/>
                  </a:lnTo>
                  <a:lnTo>
                    <a:pt x="7839" y="1776"/>
                  </a:lnTo>
                  <a:lnTo>
                    <a:pt x="6681" y="1854"/>
                  </a:lnTo>
                  <a:lnTo>
                    <a:pt x="5252" y="1892"/>
                  </a:lnTo>
                  <a:lnTo>
                    <a:pt x="3862" y="1854"/>
                  </a:lnTo>
                  <a:lnTo>
                    <a:pt x="3592" y="1815"/>
                  </a:lnTo>
                  <a:lnTo>
                    <a:pt x="3746" y="1506"/>
                  </a:lnTo>
                  <a:lnTo>
                    <a:pt x="3785" y="1159"/>
                  </a:lnTo>
                  <a:lnTo>
                    <a:pt x="3785" y="811"/>
                  </a:lnTo>
                  <a:lnTo>
                    <a:pt x="3746" y="425"/>
                  </a:lnTo>
                  <a:lnTo>
                    <a:pt x="3399" y="464"/>
                  </a:lnTo>
                  <a:lnTo>
                    <a:pt x="3399" y="772"/>
                  </a:lnTo>
                  <a:lnTo>
                    <a:pt x="3360" y="1081"/>
                  </a:lnTo>
                  <a:lnTo>
                    <a:pt x="3244" y="1468"/>
                  </a:lnTo>
                  <a:lnTo>
                    <a:pt x="3128" y="1815"/>
                  </a:lnTo>
                  <a:lnTo>
                    <a:pt x="2202" y="1738"/>
                  </a:lnTo>
                  <a:lnTo>
                    <a:pt x="1738" y="1699"/>
                  </a:lnTo>
                  <a:lnTo>
                    <a:pt x="1275" y="1622"/>
                  </a:lnTo>
                  <a:lnTo>
                    <a:pt x="889" y="1468"/>
                  </a:lnTo>
                  <a:lnTo>
                    <a:pt x="734" y="1390"/>
                  </a:lnTo>
                  <a:lnTo>
                    <a:pt x="618" y="1313"/>
                  </a:lnTo>
                  <a:lnTo>
                    <a:pt x="503" y="1197"/>
                  </a:lnTo>
                  <a:lnTo>
                    <a:pt x="425" y="1081"/>
                  </a:lnTo>
                  <a:lnTo>
                    <a:pt x="387" y="966"/>
                  </a:lnTo>
                  <a:lnTo>
                    <a:pt x="387" y="811"/>
                  </a:lnTo>
                  <a:lnTo>
                    <a:pt x="387" y="772"/>
                  </a:lnTo>
                  <a:lnTo>
                    <a:pt x="387" y="695"/>
                  </a:lnTo>
                  <a:lnTo>
                    <a:pt x="310" y="618"/>
                  </a:lnTo>
                  <a:lnTo>
                    <a:pt x="194" y="618"/>
                  </a:lnTo>
                  <a:lnTo>
                    <a:pt x="155" y="657"/>
                  </a:lnTo>
                  <a:lnTo>
                    <a:pt x="116" y="695"/>
                  </a:lnTo>
                  <a:lnTo>
                    <a:pt x="39" y="850"/>
                  </a:lnTo>
                  <a:lnTo>
                    <a:pt x="1" y="1004"/>
                  </a:lnTo>
                  <a:lnTo>
                    <a:pt x="1" y="1159"/>
                  </a:lnTo>
                  <a:lnTo>
                    <a:pt x="1" y="1274"/>
                  </a:lnTo>
                  <a:lnTo>
                    <a:pt x="39" y="1390"/>
                  </a:lnTo>
                  <a:lnTo>
                    <a:pt x="116" y="1506"/>
                  </a:lnTo>
                  <a:lnTo>
                    <a:pt x="310" y="1699"/>
                  </a:lnTo>
                  <a:lnTo>
                    <a:pt x="541" y="1854"/>
                  </a:lnTo>
                  <a:lnTo>
                    <a:pt x="812" y="1970"/>
                  </a:lnTo>
                  <a:lnTo>
                    <a:pt x="1082" y="2047"/>
                  </a:lnTo>
                  <a:lnTo>
                    <a:pt x="1352" y="2085"/>
                  </a:lnTo>
                  <a:lnTo>
                    <a:pt x="2626" y="2240"/>
                  </a:lnTo>
                  <a:lnTo>
                    <a:pt x="3862" y="2317"/>
                  </a:lnTo>
                  <a:lnTo>
                    <a:pt x="5136" y="2356"/>
                  </a:lnTo>
                  <a:lnTo>
                    <a:pt x="6372" y="2356"/>
                  </a:lnTo>
                  <a:lnTo>
                    <a:pt x="7531" y="2278"/>
                  </a:lnTo>
                  <a:lnTo>
                    <a:pt x="8689" y="2201"/>
                  </a:lnTo>
                  <a:lnTo>
                    <a:pt x="9847" y="2047"/>
                  </a:lnTo>
                  <a:lnTo>
                    <a:pt x="11006" y="1892"/>
                  </a:lnTo>
                  <a:lnTo>
                    <a:pt x="11392" y="1815"/>
                  </a:lnTo>
                  <a:lnTo>
                    <a:pt x="11740" y="1738"/>
                  </a:lnTo>
                  <a:lnTo>
                    <a:pt x="12126" y="1583"/>
                  </a:lnTo>
                  <a:lnTo>
                    <a:pt x="12473" y="1429"/>
                  </a:lnTo>
                  <a:lnTo>
                    <a:pt x="12744" y="1236"/>
                  </a:lnTo>
                  <a:lnTo>
                    <a:pt x="12859" y="1081"/>
                  </a:lnTo>
                  <a:lnTo>
                    <a:pt x="12937" y="927"/>
                  </a:lnTo>
                  <a:lnTo>
                    <a:pt x="13014" y="772"/>
                  </a:lnTo>
                  <a:lnTo>
                    <a:pt x="13052" y="579"/>
                  </a:lnTo>
                  <a:lnTo>
                    <a:pt x="13052" y="386"/>
                  </a:lnTo>
                  <a:lnTo>
                    <a:pt x="13052" y="155"/>
                  </a:lnTo>
                  <a:lnTo>
                    <a:pt x="13014" y="77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938" name="Google Shape;4938;p20"/>
          <p:cNvSpPr txBox="1">
            <a:spLocks noGrp="1"/>
          </p:cNvSpPr>
          <p:nvPr>
            <p:ph type="title"/>
          </p:nvPr>
        </p:nvSpPr>
        <p:spPr>
          <a:xfrm>
            <a:off x="1673700" y="551050"/>
            <a:ext cx="5796600" cy="1093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75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939" name="Google Shape;4939;p20"/>
          <p:cNvSpPr txBox="1">
            <a:spLocks noGrp="1"/>
          </p:cNvSpPr>
          <p:nvPr>
            <p:ph type="subTitle" idx="1"/>
          </p:nvPr>
        </p:nvSpPr>
        <p:spPr>
          <a:xfrm>
            <a:off x="2854650" y="1649589"/>
            <a:ext cx="3434700" cy="109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4940" name="Google Shape;4940;p20"/>
          <p:cNvSpPr txBox="1"/>
          <p:nvPr/>
        </p:nvSpPr>
        <p:spPr>
          <a:xfrm>
            <a:off x="2599950" y="3522725"/>
            <a:ext cx="3944100" cy="73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rPr>
              <a:t>CREDITS: Diese Präsentationsvorlage wurde von </a:t>
            </a:r>
            <a:r>
              <a:rPr lang="en" sz="1300" b="1">
                <a:solidFill>
                  <a:schemeClr val="hlink"/>
                </a:solidFill>
                <a:uFill>
                  <a:noFill/>
                </a:uFill>
                <a:latin typeface="Alef"/>
                <a:ea typeface="Alef"/>
                <a:cs typeface="Alef"/>
                <a:sym typeface="Alef"/>
                <a:hlinkClick r:id="rId2"/>
              </a:rPr>
              <a:t>Slidesgo</a:t>
            </a:r>
            <a:r>
              <a:rPr lang="en" sz="1300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rPr>
              <a:t> erstellt, inklusive Icons von </a:t>
            </a:r>
            <a:r>
              <a:rPr lang="en" sz="1300" b="1">
                <a:solidFill>
                  <a:schemeClr val="hlink"/>
                </a:solidFill>
                <a:uFill>
                  <a:noFill/>
                </a:uFill>
                <a:latin typeface="Alef"/>
                <a:ea typeface="Alef"/>
                <a:cs typeface="Alef"/>
                <a:sym typeface="Alef"/>
                <a:hlinkClick r:id="rId3"/>
              </a:rPr>
              <a:t>Flaticon</a:t>
            </a:r>
            <a:r>
              <a:rPr lang="en" sz="1300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rPr>
              <a:t> und Infografiken &amp; Bilder von </a:t>
            </a:r>
            <a:r>
              <a:rPr lang="en" sz="1300" b="1">
                <a:solidFill>
                  <a:schemeClr val="hlink"/>
                </a:solidFill>
                <a:uFill>
                  <a:noFill/>
                </a:uFill>
                <a:latin typeface="Alef"/>
                <a:ea typeface="Alef"/>
                <a:cs typeface="Alef"/>
                <a:sym typeface="Alef"/>
                <a:hlinkClick r:id="rId4"/>
              </a:rPr>
              <a:t>Freepik</a:t>
            </a:r>
            <a:r>
              <a:rPr lang="en" sz="1300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rPr>
              <a:t> </a:t>
            </a:r>
            <a:endParaRPr sz="1300">
              <a:solidFill>
                <a:schemeClr val="dk1"/>
              </a:solidFill>
              <a:latin typeface="Alef"/>
              <a:ea typeface="Alef"/>
              <a:cs typeface="Alef"/>
              <a:sym typeface="Alef"/>
            </a:endParaRPr>
          </a:p>
        </p:txBody>
      </p:sp>
      <p:sp>
        <p:nvSpPr>
          <p:cNvPr id="2" name="Rezervirano mjesto sadržaja 2">
            <a:extLst>
              <a:ext uri="{FF2B5EF4-FFF2-40B4-BE49-F238E27FC236}">
                <a16:creationId xmlns:a16="http://schemas.microsoft.com/office/drawing/2014/main" id="{12F08FDA-4A84-F6D2-D888-3E2AA3A890AE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783012" y="4566187"/>
            <a:ext cx="1577975" cy="425450"/>
          </a:xfrm>
        </p:spPr>
        <p:txBody>
          <a:bodyPr/>
          <a:lstStyle/>
          <a:p>
            <a:pPr lvl="0"/>
            <a:r>
              <a:rPr lang="hr-HR"/>
              <a:t>Kliknite da biste uredili matrice</a:t>
            </a:r>
          </a:p>
          <a:p>
            <a:pPr lvl="1"/>
            <a:r>
              <a:rPr lang="hr-HR"/>
              <a:t>Druga razina</a:t>
            </a:r>
          </a:p>
          <a:p>
            <a:pPr lvl="2"/>
            <a:r>
              <a:rPr lang="hr-HR"/>
              <a:t>Treća razina</a:t>
            </a:r>
          </a:p>
          <a:p>
            <a:pPr lvl="3"/>
            <a:r>
              <a:rPr lang="hr-HR"/>
              <a:t>Četvrta razina</a:t>
            </a:r>
          </a:p>
          <a:p>
            <a:pPr lvl="4"/>
            <a:r>
              <a:rPr lang="hr-HR"/>
              <a:t>Peta razina stilove teksta</a:t>
            </a:r>
            <a:endParaRPr lang="en-US"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 userDrawn="1">
  <p:cSld name="CUSTOM_9">
    <p:spTree>
      <p:nvGrpSpPr>
        <p:cNvPr id="1" name="Shape 49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42" name="Google Shape;4942;p21"/>
          <p:cNvGrpSpPr/>
          <p:nvPr/>
        </p:nvGrpSpPr>
        <p:grpSpPr>
          <a:xfrm>
            <a:off x="162878" y="103243"/>
            <a:ext cx="8818245" cy="4937014"/>
            <a:chOff x="238125" y="857725"/>
            <a:chExt cx="7143750" cy="3999525"/>
          </a:xfrm>
        </p:grpSpPr>
        <p:sp>
          <p:nvSpPr>
            <p:cNvPr id="4943" name="Google Shape;4943;p21"/>
            <p:cNvSpPr/>
            <p:nvPr/>
          </p:nvSpPr>
          <p:spPr>
            <a:xfrm>
              <a:off x="3447000" y="857725"/>
              <a:ext cx="309925" cy="605300"/>
            </a:xfrm>
            <a:custGeom>
              <a:avLst/>
              <a:gdLst/>
              <a:ahLst/>
              <a:cxnLst/>
              <a:rect l="l" t="t" r="r" b="b"/>
              <a:pathLst>
                <a:path w="12397" h="24212" extrusionOk="0">
                  <a:moveTo>
                    <a:pt x="7955" y="463"/>
                  </a:moveTo>
                  <a:lnTo>
                    <a:pt x="8496" y="502"/>
                  </a:lnTo>
                  <a:lnTo>
                    <a:pt x="9037" y="618"/>
                  </a:lnTo>
                  <a:lnTo>
                    <a:pt x="9500" y="811"/>
                  </a:lnTo>
                  <a:lnTo>
                    <a:pt x="9925" y="1043"/>
                  </a:lnTo>
                  <a:lnTo>
                    <a:pt x="10311" y="1352"/>
                  </a:lnTo>
                  <a:lnTo>
                    <a:pt x="10659" y="1699"/>
                  </a:lnTo>
                  <a:lnTo>
                    <a:pt x="10967" y="2085"/>
                  </a:lnTo>
                  <a:lnTo>
                    <a:pt x="11238" y="2510"/>
                  </a:lnTo>
                  <a:lnTo>
                    <a:pt x="11469" y="2973"/>
                  </a:lnTo>
                  <a:lnTo>
                    <a:pt x="11663" y="3437"/>
                  </a:lnTo>
                  <a:lnTo>
                    <a:pt x="11778" y="3939"/>
                  </a:lnTo>
                  <a:lnTo>
                    <a:pt x="11856" y="4441"/>
                  </a:lnTo>
                  <a:lnTo>
                    <a:pt x="11894" y="4981"/>
                  </a:lnTo>
                  <a:lnTo>
                    <a:pt x="11894" y="5483"/>
                  </a:lnTo>
                  <a:lnTo>
                    <a:pt x="11817" y="5985"/>
                  </a:lnTo>
                  <a:lnTo>
                    <a:pt x="11701" y="6487"/>
                  </a:lnTo>
                  <a:lnTo>
                    <a:pt x="11547" y="6989"/>
                  </a:lnTo>
                  <a:lnTo>
                    <a:pt x="11315" y="7453"/>
                  </a:lnTo>
                  <a:lnTo>
                    <a:pt x="11083" y="7916"/>
                  </a:lnTo>
                  <a:lnTo>
                    <a:pt x="10813" y="8341"/>
                  </a:lnTo>
                  <a:lnTo>
                    <a:pt x="10504" y="8766"/>
                  </a:lnTo>
                  <a:lnTo>
                    <a:pt x="10195" y="9152"/>
                  </a:lnTo>
                  <a:lnTo>
                    <a:pt x="9848" y="9499"/>
                  </a:lnTo>
                  <a:lnTo>
                    <a:pt x="9461" y="9847"/>
                  </a:lnTo>
                  <a:lnTo>
                    <a:pt x="9037" y="10156"/>
                  </a:lnTo>
                  <a:lnTo>
                    <a:pt x="8651" y="10465"/>
                  </a:lnTo>
                  <a:lnTo>
                    <a:pt x="8187" y="10735"/>
                  </a:lnTo>
                  <a:lnTo>
                    <a:pt x="7762" y="11005"/>
                  </a:lnTo>
                  <a:lnTo>
                    <a:pt x="6836" y="11469"/>
                  </a:lnTo>
                  <a:lnTo>
                    <a:pt x="5870" y="11855"/>
                  </a:lnTo>
                  <a:lnTo>
                    <a:pt x="5677" y="11855"/>
                  </a:lnTo>
                  <a:lnTo>
                    <a:pt x="5639" y="11932"/>
                  </a:lnTo>
                  <a:lnTo>
                    <a:pt x="5600" y="11932"/>
                  </a:lnTo>
                  <a:lnTo>
                    <a:pt x="4982" y="11276"/>
                  </a:lnTo>
                  <a:lnTo>
                    <a:pt x="4442" y="10542"/>
                  </a:lnTo>
                  <a:lnTo>
                    <a:pt x="3978" y="9808"/>
                  </a:lnTo>
                  <a:lnTo>
                    <a:pt x="3746" y="9383"/>
                  </a:lnTo>
                  <a:lnTo>
                    <a:pt x="3592" y="8997"/>
                  </a:lnTo>
                  <a:lnTo>
                    <a:pt x="3438" y="8611"/>
                  </a:lnTo>
                  <a:lnTo>
                    <a:pt x="3283" y="8186"/>
                  </a:lnTo>
                  <a:lnTo>
                    <a:pt x="3167" y="7762"/>
                  </a:lnTo>
                  <a:lnTo>
                    <a:pt x="3090" y="7298"/>
                  </a:lnTo>
                  <a:lnTo>
                    <a:pt x="3051" y="6873"/>
                  </a:lnTo>
                  <a:lnTo>
                    <a:pt x="3013" y="6410"/>
                  </a:lnTo>
                  <a:lnTo>
                    <a:pt x="3051" y="5947"/>
                  </a:lnTo>
                  <a:lnTo>
                    <a:pt x="3090" y="5483"/>
                  </a:lnTo>
                  <a:lnTo>
                    <a:pt x="3167" y="5020"/>
                  </a:lnTo>
                  <a:lnTo>
                    <a:pt x="3244" y="4557"/>
                  </a:lnTo>
                  <a:lnTo>
                    <a:pt x="3399" y="4093"/>
                  </a:lnTo>
                  <a:lnTo>
                    <a:pt x="3592" y="3668"/>
                  </a:lnTo>
                  <a:lnTo>
                    <a:pt x="3785" y="3205"/>
                  </a:lnTo>
                  <a:lnTo>
                    <a:pt x="4055" y="2819"/>
                  </a:lnTo>
                  <a:lnTo>
                    <a:pt x="4326" y="2394"/>
                  </a:lnTo>
                  <a:lnTo>
                    <a:pt x="4635" y="2047"/>
                  </a:lnTo>
                  <a:lnTo>
                    <a:pt x="4944" y="1699"/>
                  </a:lnTo>
                  <a:lnTo>
                    <a:pt x="5330" y="1390"/>
                  </a:lnTo>
                  <a:lnTo>
                    <a:pt x="5716" y="1081"/>
                  </a:lnTo>
                  <a:lnTo>
                    <a:pt x="6102" y="850"/>
                  </a:lnTo>
                  <a:lnTo>
                    <a:pt x="6527" y="695"/>
                  </a:lnTo>
                  <a:lnTo>
                    <a:pt x="6990" y="541"/>
                  </a:lnTo>
                  <a:lnTo>
                    <a:pt x="7453" y="463"/>
                  </a:lnTo>
                  <a:close/>
                  <a:moveTo>
                    <a:pt x="5561" y="12279"/>
                  </a:moveTo>
                  <a:lnTo>
                    <a:pt x="5600" y="12318"/>
                  </a:lnTo>
                  <a:lnTo>
                    <a:pt x="5677" y="12357"/>
                  </a:lnTo>
                  <a:lnTo>
                    <a:pt x="5793" y="12897"/>
                  </a:lnTo>
                  <a:lnTo>
                    <a:pt x="5793" y="12897"/>
                  </a:lnTo>
                  <a:lnTo>
                    <a:pt x="5098" y="12588"/>
                  </a:lnTo>
                  <a:lnTo>
                    <a:pt x="5561" y="12279"/>
                  </a:lnTo>
                  <a:close/>
                  <a:moveTo>
                    <a:pt x="3322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3" y="13979"/>
                  </a:lnTo>
                  <a:lnTo>
                    <a:pt x="2781" y="13940"/>
                  </a:lnTo>
                  <a:lnTo>
                    <a:pt x="2511" y="13824"/>
                  </a:lnTo>
                  <a:lnTo>
                    <a:pt x="2936" y="13399"/>
                  </a:lnTo>
                  <a:lnTo>
                    <a:pt x="3322" y="12975"/>
                  </a:lnTo>
                  <a:close/>
                  <a:moveTo>
                    <a:pt x="3940" y="14326"/>
                  </a:moveTo>
                  <a:lnTo>
                    <a:pt x="5098" y="14519"/>
                  </a:lnTo>
                  <a:lnTo>
                    <a:pt x="4442" y="15485"/>
                  </a:lnTo>
                  <a:lnTo>
                    <a:pt x="4287" y="15214"/>
                  </a:lnTo>
                  <a:lnTo>
                    <a:pt x="4171" y="14944"/>
                  </a:lnTo>
                  <a:lnTo>
                    <a:pt x="4055" y="14635"/>
                  </a:lnTo>
                  <a:lnTo>
                    <a:pt x="3978" y="14365"/>
                  </a:lnTo>
                  <a:lnTo>
                    <a:pt x="3940" y="14326"/>
                  </a:lnTo>
                  <a:close/>
                  <a:moveTo>
                    <a:pt x="3746" y="14596"/>
                  </a:moveTo>
                  <a:lnTo>
                    <a:pt x="3824" y="14944"/>
                  </a:lnTo>
                  <a:lnTo>
                    <a:pt x="3978" y="15291"/>
                  </a:lnTo>
                  <a:lnTo>
                    <a:pt x="4133" y="15600"/>
                  </a:lnTo>
                  <a:lnTo>
                    <a:pt x="4287" y="15909"/>
                  </a:lnTo>
                  <a:lnTo>
                    <a:pt x="4364" y="15987"/>
                  </a:lnTo>
                  <a:lnTo>
                    <a:pt x="4055" y="16411"/>
                  </a:lnTo>
                  <a:lnTo>
                    <a:pt x="3746" y="16875"/>
                  </a:lnTo>
                  <a:lnTo>
                    <a:pt x="3592" y="16411"/>
                  </a:lnTo>
                  <a:lnTo>
                    <a:pt x="3476" y="15948"/>
                  </a:lnTo>
                  <a:lnTo>
                    <a:pt x="3476" y="15716"/>
                  </a:lnTo>
                  <a:lnTo>
                    <a:pt x="3476" y="15446"/>
                  </a:lnTo>
                  <a:lnTo>
                    <a:pt x="3515" y="15214"/>
                  </a:lnTo>
                  <a:lnTo>
                    <a:pt x="3553" y="14983"/>
                  </a:lnTo>
                  <a:lnTo>
                    <a:pt x="3746" y="14596"/>
                  </a:lnTo>
                  <a:close/>
                  <a:moveTo>
                    <a:pt x="4480" y="16334"/>
                  </a:moveTo>
                  <a:lnTo>
                    <a:pt x="4673" y="16759"/>
                  </a:lnTo>
                  <a:lnTo>
                    <a:pt x="4789" y="17222"/>
                  </a:lnTo>
                  <a:lnTo>
                    <a:pt x="4789" y="17222"/>
                  </a:lnTo>
                  <a:lnTo>
                    <a:pt x="4364" y="17106"/>
                  </a:lnTo>
                  <a:lnTo>
                    <a:pt x="3940" y="17029"/>
                  </a:lnTo>
                  <a:lnTo>
                    <a:pt x="4480" y="16334"/>
                  </a:lnTo>
                  <a:close/>
                  <a:moveTo>
                    <a:pt x="2472" y="16875"/>
                  </a:moveTo>
                  <a:lnTo>
                    <a:pt x="3399" y="17106"/>
                  </a:lnTo>
                  <a:lnTo>
                    <a:pt x="3476" y="17261"/>
                  </a:lnTo>
                  <a:lnTo>
                    <a:pt x="3322" y="17377"/>
                  </a:lnTo>
                  <a:lnTo>
                    <a:pt x="3167" y="17570"/>
                  </a:lnTo>
                  <a:lnTo>
                    <a:pt x="2897" y="17917"/>
                  </a:lnTo>
                  <a:lnTo>
                    <a:pt x="2665" y="17415"/>
                  </a:lnTo>
                  <a:lnTo>
                    <a:pt x="2472" y="16875"/>
                  </a:lnTo>
                  <a:close/>
                  <a:moveTo>
                    <a:pt x="3360" y="19732"/>
                  </a:moveTo>
                  <a:lnTo>
                    <a:pt x="4055" y="20427"/>
                  </a:lnTo>
                  <a:lnTo>
                    <a:pt x="3553" y="20659"/>
                  </a:lnTo>
                  <a:lnTo>
                    <a:pt x="3013" y="20968"/>
                  </a:lnTo>
                  <a:lnTo>
                    <a:pt x="3167" y="20350"/>
                  </a:lnTo>
                  <a:lnTo>
                    <a:pt x="3360" y="19732"/>
                  </a:lnTo>
                  <a:close/>
                  <a:moveTo>
                    <a:pt x="5677" y="20118"/>
                  </a:moveTo>
                  <a:lnTo>
                    <a:pt x="5986" y="20196"/>
                  </a:lnTo>
                  <a:lnTo>
                    <a:pt x="5716" y="20891"/>
                  </a:lnTo>
                  <a:lnTo>
                    <a:pt x="5368" y="21547"/>
                  </a:lnTo>
                  <a:lnTo>
                    <a:pt x="4673" y="20582"/>
                  </a:lnTo>
                  <a:lnTo>
                    <a:pt x="4635" y="20543"/>
                  </a:lnTo>
                  <a:lnTo>
                    <a:pt x="4673" y="20234"/>
                  </a:lnTo>
                  <a:lnTo>
                    <a:pt x="5021" y="20157"/>
                  </a:lnTo>
                  <a:lnTo>
                    <a:pt x="5330" y="20118"/>
                  </a:lnTo>
                  <a:close/>
                  <a:moveTo>
                    <a:pt x="7453" y="0"/>
                  </a:moveTo>
                  <a:lnTo>
                    <a:pt x="7067" y="39"/>
                  </a:lnTo>
                  <a:lnTo>
                    <a:pt x="6720" y="154"/>
                  </a:lnTo>
                  <a:lnTo>
                    <a:pt x="6334" y="270"/>
                  </a:lnTo>
                  <a:lnTo>
                    <a:pt x="5986" y="425"/>
                  </a:lnTo>
                  <a:lnTo>
                    <a:pt x="5639" y="579"/>
                  </a:lnTo>
                  <a:lnTo>
                    <a:pt x="5291" y="811"/>
                  </a:lnTo>
                  <a:lnTo>
                    <a:pt x="4944" y="1043"/>
                  </a:lnTo>
                  <a:lnTo>
                    <a:pt x="4635" y="1313"/>
                  </a:lnTo>
                  <a:lnTo>
                    <a:pt x="4364" y="1622"/>
                  </a:lnTo>
                  <a:lnTo>
                    <a:pt x="4094" y="1892"/>
                  </a:lnTo>
                  <a:lnTo>
                    <a:pt x="3824" y="2240"/>
                  </a:lnTo>
                  <a:lnTo>
                    <a:pt x="3592" y="2549"/>
                  </a:lnTo>
                  <a:lnTo>
                    <a:pt x="3399" y="2896"/>
                  </a:lnTo>
                  <a:lnTo>
                    <a:pt x="3206" y="3282"/>
                  </a:lnTo>
                  <a:lnTo>
                    <a:pt x="3051" y="3630"/>
                  </a:lnTo>
                  <a:lnTo>
                    <a:pt x="2897" y="4016"/>
                  </a:lnTo>
                  <a:lnTo>
                    <a:pt x="2781" y="4402"/>
                  </a:lnTo>
                  <a:lnTo>
                    <a:pt x="2704" y="4788"/>
                  </a:lnTo>
                  <a:lnTo>
                    <a:pt x="2627" y="5174"/>
                  </a:lnTo>
                  <a:lnTo>
                    <a:pt x="2588" y="5599"/>
                  </a:lnTo>
                  <a:lnTo>
                    <a:pt x="2549" y="5985"/>
                  </a:lnTo>
                  <a:lnTo>
                    <a:pt x="2549" y="6410"/>
                  </a:lnTo>
                  <a:lnTo>
                    <a:pt x="2549" y="6835"/>
                  </a:lnTo>
                  <a:lnTo>
                    <a:pt x="2665" y="7723"/>
                  </a:lnTo>
                  <a:lnTo>
                    <a:pt x="2742" y="8148"/>
                  </a:lnTo>
                  <a:lnTo>
                    <a:pt x="2858" y="8572"/>
                  </a:lnTo>
                  <a:lnTo>
                    <a:pt x="3013" y="8997"/>
                  </a:lnTo>
                  <a:lnTo>
                    <a:pt x="3167" y="9383"/>
                  </a:lnTo>
                  <a:lnTo>
                    <a:pt x="3322" y="9808"/>
                  </a:lnTo>
                  <a:lnTo>
                    <a:pt x="3553" y="10194"/>
                  </a:lnTo>
                  <a:lnTo>
                    <a:pt x="3746" y="10542"/>
                  </a:lnTo>
                  <a:lnTo>
                    <a:pt x="4017" y="10928"/>
                  </a:lnTo>
                  <a:lnTo>
                    <a:pt x="4287" y="11237"/>
                  </a:lnTo>
                  <a:lnTo>
                    <a:pt x="4596" y="11546"/>
                  </a:lnTo>
                  <a:lnTo>
                    <a:pt x="4905" y="11855"/>
                  </a:lnTo>
                  <a:lnTo>
                    <a:pt x="5252" y="12086"/>
                  </a:lnTo>
                  <a:lnTo>
                    <a:pt x="4557" y="12473"/>
                  </a:lnTo>
                  <a:lnTo>
                    <a:pt x="4480" y="12550"/>
                  </a:lnTo>
                  <a:lnTo>
                    <a:pt x="4442" y="12666"/>
                  </a:lnTo>
                  <a:lnTo>
                    <a:pt x="4480" y="12781"/>
                  </a:lnTo>
                  <a:lnTo>
                    <a:pt x="4596" y="12859"/>
                  </a:lnTo>
                  <a:lnTo>
                    <a:pt x="5021" y="13013"/>
                  </a:lnTo>
                  <a:lnTo>
                    <a:pt x="4673" y="13168"/>
                  </a:lnTo>
                  <a:lnTo>
                    <a:pt x="4403" y="13361"/>
                  </a:lnTo>
                  <a:lnTo>
                    <a:pt x="4094" y="13554"/>
                  </a:lnTo>
                  <a:lnTo>
                    <a:pt x="3862" y="13785"/>
                  </a:lnTo>
                  <a:lnTo>
                    <a:pt x="3824" y="13477"/>
                  </a:lnTo>
                  <a:lnTo>
                    <a:pt x="3746" y="13168"/>
                  </a:lnTo>
                  <a:lnTo>
                    <a:pt x="3631" y="12859"/>
                  </a:lnTo>
                  <a:lnTo>
                    <a:pt x="3515" y="12550"/>
                  </a:lnTo>
                  <a:lnTo>
                    <a:pt x="3476" y="12473"/>
                  </a:lnTo>
                  <a:lnTo>
                    <a:pt x="3360" y="12434"/>
                  </a:lnTo>
                  <a:lnTo>
                    <a:pt x="3283" y="12473"/>
                  </a:lnTo>
                  <a:lnTo>
                    <a:pt x="3206" y="12511"/>
                  </a:lnTo>
                  <a:lnTo>
                    <a:pt x="2665" y="13168"/>
                  </a:lnTo>
                  <a:lnTo>
                    <a:pt x="2086" y="13747"/>
                  </a:lnTo>
                  <a:lnTo>
                    <a:pt x="2047" y="13824"/>
                  </a:lnTo>
                  <a:lnTo>
                    <a:pt x="2009" y="13901"/>
                  </a:lnTo>
                  <a:lnTo>
                    <a:pt x="2047" y="13979"/>
                  </a:lnTo>
                  <a:lnTo>
                    <a:pt x="2086" y="14056"/>
                  </a:lnTo>
                  <a:lnTo>
                    <a:pt x="2395" y="14210"/>
                  </a:lnTo>
                  <a:lnTo>
                    <a:pt x="2742" y="14287"/>
                  </a:lnTo>
                  <a:lnTo>
                    <a:pt x="3051" y="14365"/>
                  </a:lnTo>
                  <a:lnTo>
                    <a:pt x="3399" y="14365"/>
                  </a:lnTo>
                  <a:lnTo>
                    <a:pt x="3244" y="14635"/>
                  </a:lnTo>
                  <a:lnTo>
                    <a:pt x="3129" y="14944"/>
                  </a:lnTo>
                  <a:lnTo>
                    <a:pt x="3090" y="15176"/>
                  </a:lnTo>
                  <a:lnTo>
                    <a:pt x="3051" y="15407"/>
                  </a:lnTo>
                  <a:lnTo>
                    <a:pt x="3051" y="15871"/>
                  </a:lnTo>
                  <a:lnTo>
                    <a:pt x="3129" y="16295"/>
                  </a:lnTo>
                  <a:lnTo>
                    <a:pt x="3244" y="16759"/>
                  </a:lnTo>
                  <a:lnTo>
                    <a:pt x="2781" y="16566"/>
                  </a:lnTo>
                  <a:lnTo>
                    <a:pt x="2279" y="16411"/>
                  </a:lnTo>
                  <a:lnTo>
                    <a:pt x="2202" y="16411"/>
                  </a:lnTo>
                  <a:lnTo>
                    <a:pt x="2125" y="16450"/>
                  </a:lnTo>
                  <a:lnTo>
                    <a:pt x="2047" y="16527"/>
                  </a:lnTo>
                  <a:lnTo>
                    <a:pt x="2047" y="16643"/>
                  </a:lnTo>
                  <a:lnTo>
                    <a:pt x="2163" y="17106"/>
                  </a:lnTo>
                  <a:lnTo>
                    <a:pt x="2279" y="17531"/>
                  </a:lnTo>
                  <a:lnTo>
                    <a:pt x="2472" y="17956"/>
                  </a:lnTo>
                  <a:lnTo>
                    <a:pt x="2704" y="18381"/>
                  </a:lnTo>
                  <a:lnTo>
                    <a:pt x="2781" y="18458"/>
                  </a:lnTo>
                  <a:lnTo>
                    <a:pt x="2858" y="18496"/>
                  </a:lnTo>
                  <a:lnTo>
                    <a:pt x="2936" y="18458"/>
                  </a:lnTo>
                  <a:lnTo>
                    <a:pt x="3013" y="18381"/>
                  </a:lnTo>
                  <a:lnTo>
                    <a:pt x="3322" y="18033"/>
                  </a:lnTo>
                  <a:lnTo>
                    <a:pt x="3515" y="17801"/>
                  </a:lnTo>
                  <a:lnTo>
                    <a:pt x="3631" y="17608"/>
                  </a:lnTo>
                  <a:lnTo>
                    <a:pt x="3708" y="17763"/>
                  </a:lnTo>
                  <a:lnTo>
                    <a:pt x="3978" y="18342"/>
                  </a:lnTo>
                  <a:lnTo>
                    <a:pt x="4133" y="18960"/>
                  </a:lnTo>
                  <a:lnTo>
                    <a:pt x="4248" y="19539"/>
                  </a:lnTo>
                  <a:lnTo>
                    <a:pt x="4248" y="20157"/>
                  </a:lnTo>
                  <a:lnTo>
                    <a:pt x="3438" y="19307"/>
                  </a:lnTo>
                  <a:lnTo>
                    <a:pt x="3399" y="19269"/>
                  </a:lnTo>
                  <a:lnTo>
                    <a:pt x="3206" y="19269"/>
                  </a:lnTo>
                  <a:lnTo>
                    <a:pt x="3167" y="19346"/>
                  </a:lnTo>
                  <a:lnTo>
                    <a:pt x="2974" y="19809"/>
                  </a:lnTo>
                  <a:lnTo>
                    <a:pt x="2781" y="20273"/>
                  </a:lnTo>
                  <a:lnTo>
                    <a:pt x="2665" y="20775"/>
                  </a:lnTo>
                  <a:lnTo>
                    <a:pt x="2627" y="21315"/>
                  </a:lnTo>
                  <a:lnTo>
                    <a:pt x="2627" y="21393"/>
                  </a:lnTo>
                  <a:lnTo>
                    <a:pt x="2704" y="21470"/>
                  </a:lnTo>
                  <a:lnTo>
                    <a:pt x="2781" y="21508"/>
                  </a:lnTo>
                  <a:lnTo>
                    <a:pt x="2897" y="21470"/>
                  </a:lnTo>
                  <a:lnTo>
                    <a:pt x="3515" y="21161"/>
                  </a:lnTo>
                  <a:lnTo>
                    <a:pt x="4171" y="20775"/>
                  </a:lnTo>
                  <a:lnTo>
                    <a:pt x="4055" y="21161"/>
                  </a:lnTo>
                  <a:lnTo>
                    <a:pt x="3901" y="21547"/>
                  </a:lnTo>
                  <a:lnTo>
                    <a:pt x="3669" y="22049"/>
                  </a:lnTo>
                  <a:lnTo>
                    <a:pt x="3322" y="22551"/>
                  </a:lnTo>
                  <a:lnTo>
                    <a:pt x="2897" y="23014"/>
                  </a:lnTo>
                  <a:lnTo>
                    <a:pt x="2627" y="23246"/>
                  </a:lnTo>
                  <a:lnTo>
                    <a:pt x="2395" y="23401"/>
                  </a:lnTo>
                  <a:lnTo>
                    <a:pt x="2125" y="23594"/>
                  </a:lnTo>
                  <a:lnTo>
                    <a:pt x="1854" y="23709"/>
                  </a:lnTo>
                  <a:lnTo>
                    <a:pt x="1584" y="23787"/>
                  </a:lnTo>
                  <a:lnTo>
                    <a:pt x="1314" y="23787"/>
                  </a:lnTo>
                  <a:lnTo>
                    <a:pt x="1082" y="23748"/>
                  </a:lnTo>
                  <a:lnTo>
                    <a:pt x="812" y="23671"/>
                  </a:lnTo>
                  <a:lnTo>
                    <a:pt x="541" y="23516"/>
                  </a:lnTo>
                  <a:lnTo>
                    <a:pt x="310" y="23285"/>
                  </a:lnTo>
                  <a:lnTo>
                    <a:pt x="233" y="23246"/>
                  </a:lnTo>
                  <a:lnTo>
                    <a:pt x="78" y="23246"/>
                  </a:lnTo>
                  <a:lnTo>
                    <a:pt x="39" y="23362"/>
                  </a:lnTo>
                  <a:lnTo>
                    <a:pt x="1" y="23401"/>
                  </a:lnTo>
                  <a:lnTo>
                    <a:pt x="39" y="23478"/>
                  </a:lnTo>
                  <a:lnTo>
                    <a:pt x="155" y="23632"/>
                  </a:lnTo>
                  <a:lnTo>
                    <a:pt x="271" y="23787"/>
                  </a:lnTo>
                  <a:lnTo>
                    <a:pt x="387" y="23903"/>
                  </a:lnTo>
                  <a:lnTo>
                    <a:pt x="541" y="24018"/>
                  </a:lnTo>
                  <a:lnTo>
                    <a:pt x="696" y="24096"/>
                  </a:lnTo>
                  <a:lnTo>
                    <a:pt x="889" y="24134"/>
                  </a:lnTo>
                  <a:lnTo>
                    <a:pt x="1236" y="24211"/>
                  </a:lnTo>
                  <a:lnTo>
                    <a:pt x="1584" y="24173"/>
                  </a:lnTo>
                  <a:lnTo>
                    <a:pt x="1970" y="24096"/>
                  </a:lnTo>
                  <a:lnTo>
                    <a:pt x="2318" y="23941"/>
                  </a:lnTo>
                  <a:lnTo>
                    <a:pt x="2665" y="23748"/>
                  </a:lnTo>
                  <a:lnTo>
                    <a:pt x="3013" y="23478"/>
                  </a:lnTo>
                  <a:lnTo>
                    <a:pt x="3322" y="23207"/>
                  </a:lnTo>
                  <a:lnTo>
                    <a:pt x="3631" y="22860"/>
                  </a:lnTo>
                  <a:lnTo>
                    <a:pt x="3901" y="22512"/>
                  </a:lnTo>
                  <a:lnTo>
                    <a:pt x="4133" y="22126"/>
                  </a:lnTo>
                  <a:lnTo>
                    <a:pt x="4326" y="21702"/>
                  </a:lnTo>
                  <a:lnTo>
                    <a:pt x="4480" y="21315"/>
                  </a:lnTo>
                  <a:lnTo>
                    <a:pt x="4596" y="20852"/>
                  </a:lnTo>
                  <a:lnTo>
                    <a:pt x="5214" y="21972"/>
                  </a:lnTo>
                  <a:lnTo>
                    <a:pt x="5291" y="22049"/>
                  </a:lnTo>
                  <a:lnTo>
                    <a:pt x="5368" y="22088"/>
                  </a:lnTo>
                  <a:lnTo>
                    <a:pt x="5446" y="22049"/>
                  </a:lnTo>
                  <a:lnTo>
                    <a:pt x="5523" y="22010"/>
                  </a:lnTo>
                  <a:lnTo>
                    <a:pt x="5793" y="21547"/>
                  </a:lnTo>
                  <a:lnTo>
                    <a:pt x="6025" y="21084"/>
                  </a:lnTo>
                  <a:lnTo>
                    <a:pt x="6411" y="20118"/>
                  </a:lnTo>
                  <a:lnTo>
                    <a:pt x="6411" y="20041"/>
                  </a:lnTo>
                  <a:lnTo>
                    <a:pt x="6411" y="19964"/>
                  </a:lnTo>
                  <a:lnTo>
                    <a:pt x="6372" y="19925"/>
                  </a:lnTo>
                  <a:lnTo>
                    <a:pt x="6295" y="19887"/>
                  </a:lnTo>
                  <a:lnTo>
                    <a:pt x="5909" y="19771"/>
                  </a:lnTo>
                  <a:lnTo>
                    <a:pt x="5484" y="19732"/>
                  </a:lnTo>
                  <a:lnTo>
                    <a:pt x="5098" y="19732"/>
                  </a:lnTo>
                  <a:lnTo>
                    <a:pt x="4673" y="19848"/>
                  </a:lnTo>
                  <a:lnTo>
                    <a:pt x="4635" y="19230"/>
                  </a:lnTo>
                  <a:lnTo>
                    <a:pt x="4519" y="18651"/>
                  </a:lnTo>
                  <a:lnTo>
                    <a:pt x="4287" y="18033"/>
                  </a:lnTo>
                  <a:lnTo>
                    <a:pt x="4055" y="17454"/>
                  </a:lnTo>
                  <a:lnTo>
                    <a:pt x="4055" y="17454"/>
                  </a:lnTo>
                  <a:lnTo>
                    <a:pt x="4519" y="17531"/>
                  </a:lnTo>
                  <a:lnTo>
                    <a:pt x="4982" y="17608"/>
                  </a:lnTo>
                  <a:lnTo>
                    <a:pt x="5059" y="17608"/>
                  </a:lnTo>
                  <a:lnTo>
                    <a:pt x="5098" y="17531"/>
                  </a:lnTo>
                  <a:lnTo>
                    <a:pt x="5137" y="17492"/>
                  </a:lnTo>
                  <a:lnTo>
                    <a:pt x="5137" y="17377"/>
                  </a:lnTo>
                  <a:lnTo>
                    <a:pt x="5098" y="17029"/>
                  </a:lnTo>
                  <a:lnTo>
                    <a:pt x="4982" y="16643"/>
                  </a:lnTo>
                  <a:lnTo>
                    <a:pt x="4828" y="16295"/>
                  </a:lnTo>
                  <a:lnTo>
                    <a:pt x="4673" y="15987"/>
                  </a:lnTo>
                  <a:lnTo>
                    <a:pt x="4596" y="15909"/>
                  </a:lnTo>
                  <a:lnTo>
                    <a:pt x="4635" y="15909"/>
                  </a:lnTo>
                  <a:lnTo>
                    <a:pt x="5600" y="14481"/>
                  </a:lnTo>
                  <a:lnTo>
                    <a:pt x="5639" y="14365"/>
                  </a:lnTo>
                  <a:lnTo>
                    <a:pt x="5600" y="14287"/>
                  </a:lnTo>
                  <a:lnTo>
                    <a:pt x="5561" y="14210"/>
                  </a:lnTo>
                  <a:lnTo>
                    <a:pt x="5446" y="14172"/>
                  </a:lnTo>
                  <a:lnTo>
                    <a:pt x="4210" y="13979"/>
                  </a:lnTo>
                  <a:lnTo>
                    <a:pt x="4480" y="13747"/>
                  </a:lnTo>
                  <a:lnTo>
                    <a:pt x="4789" y="13554"/>
                  </a:lnTo>
                  <a:lnTo>
                    <a:pt x="5098" y="13361"/>
                  </a:lnTo>
                  <a:lnTo>
                    <a:pt x="5407" y="13168"/>
                  </a:lnTo>
                  <a:lnTo>
                    <a:pt x="6025" y="13399"/>
                  </a:lnTo>
                  <a:lnTo>
                    <a:pt x="6141" y="13438"/>
                  </a:lnTo>
                  <a:lnTo>
                    <a:pt x="6218" y="13361"/>
                  </a:lnTo>
                  <a:lnTo>
                    <a:pt x="6256" y="13283"/>
                  </a:lnTo>
                  <a:lnTo>
                    <a:pt x="6295" y="13168"/>
                  </a:lnTo>
                  <a:lnTo>
                    <a:pt x="6179" y="12704"/>
                  </a:lnTo>
                  <a:lnTo>
                    <a:pt x="6063" y="12241"/>
                  </a:lnTo>
                  <a:lnTo>
                    <a:pt x="6913" y="11932"/>
                  </a:lnTo>
                  <a:lnTo>
                    <a:pt x="7724" y="11584"/>
                  </a:lnTo>
                  <a:lnTo>
                    <a:pt x="8535" y="11121"/>
                  </a:lnTo>
                  <a:lnTo>
                    <a:pt x="9268" y="10619"/>
                  </a:lnTo>
                  <a:lnTo>
                    <a:pt x="9963" y="10078"/>
                  </a:lnTo>
                  <a:lnTo>
                    <a:pt x="10311" y="9770"/>
                  </a:lnTo>
                  <a:lnTo>
                    <a:pt x="10620" y="9422"/>
                  </a:lnTo>
                  <a:lnTo>
                    <a:pt x="10890" y="9074"/>
                  </a:lnTo>
                  <a:lnTo>
                    <a:pt x="11161" y="8727"/>
                  </a:lnTo>
                  <a:lnTo>
                    <a:pt x="11392" y="8341"/>
                  </a:lnTo>
                  <a:lnTo>
                    <a:pt x="11624" y="7955"/>
                  </a:lnTo>
                  <a:lnTo>
                    <a:pt x="11817" y="7568"/>
                  </a:lnTo>
                  <a:lnTo>
                    <a:pt x="11971" y="7182"/>
                  </a:lnTo>
                  <a:lnTo>
                    <a:pt x="12126" y="6758"/>
                  </a:lnTo>
                  <a:lnTo>
                    <a:pt x="12242" y="6333"/>
                  </a:lnTo>
                  <a:lnTo>
                    <a:pt x="12319" y="5947"/>
                  </a:lnTo>
                  <a:lnTo>
                    <a:pt x="12358" y="5522"/>
                  </a:lnTo>
                  <a:lnTo>
                    <a:pt x="12396" y="5097"/>
                  </a:lnTo>
                  <a:lnTo>
                    <a:pt x="12396" y="4672"/>
                  </a:lnTo>
                  <a:lnTo>
                    <a:pt x="12358" y="4248"/>
                  </a:lnTo>
                  <a:lnTo>
                    <a:pt x="12280" y="3823"/>
                  </a:lnTo>
                  <a:lnTo>
                    <a:pt x="12203" y="3437"/>
                  </a:lnTo>
                  <a:lnTo>
                    <a:pt x="12049" y="3051"/>
                  </a:lnTo>
                  <a:lnTo>
                    <a:pt x="11894" y="2664"/>
                  </a:lnTo>
                  <a:lnTo>
                    <a:pt x="11701" y="2278"/>
                  </a:lnTo>
                  <a:lnTo>
                    <a:pt x="11469" y="1892"/>
                  </a:lnTo>
                  <a:lnTo>
                    <a:pt x="11161" y="1545"/>
                  </a:lnTo>
                  <a:lnTo>
                    <a:pt x="10890" y="1274"/>
                  </a:lnTo>
                  <a:lnTo>
                    <a:pt x="10620" y="1004"/>
                  </a:lnTo>
                  <a:lnTo>
                    <a:pt x="10311" y="772"/>
                  </a:lnTo>
                  <a:lnTo>
                    <a:pt x="9963" y="579"/>
                  </a:lnTo>
                  <a:lnTo>
                    <a:pt x="9655" y="386"/>
                  </a:lnTo>
                  <a:lnTo>
                    <a:pt x="9307" y="232"/>
                  </a:lnTo>
                  <a:lnTo>
                    <a:pt x="8921" y="116"/>
                  </a:lnTo>
                  <a:lnTo>
                    <a:pt x="8573" y="39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21"/>
            <p:cNvSpPr/>
            <p:nvPr/>
          </p:nvSpPr>
          <p:spPr>
            <a:xfrm>
              <a:off x="5860425" y="885700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9" y="310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3"/>
                  </a:lnTo>
                  <a:lnTo>
                    <a:pt x="7299" y="503"/>
                  </a:lnTo>
                  <a:lnTo>
                    <a:pt x="7454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4"/>
                  </a:lnTo>
                  <a:lnTo>
                    <a:pt x="6295" y="4944"/>
                  </a:lnTo>
                  <a:lnTo>
                    <a:pt x="6218" y="3978"/>
                  </a:lnTo>
                  <a:lnTo>
                    <a:pt x="6141" y="2974"/>
                  </a:lnTo>
                  <a:lnTo>
                    <a:pt x="6141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5"/>
                  </a:lnTo>
                  <a:lnTo>
                    <a:pt x="6450" y="503"/>
                  </a:lnTo>
                  <a:lnTo>
                    <a:pt x="6527" y="426"/>
                  </a:lnTo>
                  <a:lnTo>
                    <a:pt x="6643" y="348"/>
                  </a:lnTo>
                  <a:lnTo>
                    <a:pt x="6759" y="310"/>
                  </a:lnTo>
                  <a:close/>
                  <a:moveTo>
                    <a:pt x="11972" y="4712"/>
                  </a:moveTo>
                  <a:lnTo>
                    <a:pt x="12087" y="4750"/>
                  </a:lnTo>
                  <a:lnTo>
                    <a:pt x="12165" y="4828"/>
                  </a:lnTo>
                  <a:lnTo>
                    <a:pt x="12281" y="4905"/>
                  </a:lnTo>
                  <a:lnTo>
                    <a:pt x="12319" y="4982"/>
                  </a:lnTo>
                  <a:lnTo>
                    <a:pt x="12396" y="5137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2"/>
                  </a:lnTo>
                  <a:lnTo>
                    <a:pt x="10041" y="5832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9" y="5252"/>
                  </a:lnTo>
                  <a:lnTo>
                    <a:pt x="7956" y="5021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9" y="4750"/>
                  </a:lnTo>
                  <a:lnTo>
                    <a:pt x="11354" y="4712"/>
                  </a:lnTo>
                  <a:close/>
                  <a:moveTo>
                    <a:pt x="5639" y="5754"/>
                  </a:moveTo>
                  <a:lnTo>
                    <a:pt x="4558" y="6449"/>
                  </a:lnTo>
                  <a:lnTo>
                    <a:pt x="3438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30" y="7917"/>
                  </a:lnTo>
                  <a:lnTo>
                    <a:pt x="1121" y="7955"/>
                  </a:lnTo>
                  <a:lnTo>
                    <a:pt x="928" y="7917"/>
                  </a:lnTo>
                  <a:lnTo>
                    <a:pt x="851" y="7878"/>
                  </a:lnTo>
                  <a:lnTo>
                    <a:pt x="773" y="7801"/>
                  </a:lnTo>
                  <a:lnTo>
                    <a:pt x="735" y="7685"/>
                  </a:lnTo>
                  <a:lnTo>
                    <a:pt x="696" y="7531"/>
                  </a:lnTo>
                  <a:lnTo>
                    <a:pt x="696" y="7376"/>
                  </a:lnTo>
                  <a:lnTo>
                    <a:pt x="696" y="7222"/>
                  </a:lnTo>
                  <a:lnTo>
                    <a:pt x="735" y="7145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3"/>
                  </a:lnTo>
                  <a:lnTo>
                    <a:pt x="2743" y="6449"/>
                  </a:lnTo>
                  <a:lnTo>
                    <a:pt x="3592" y="6295"/>
                  </a:lnTo>
                  <a:lnTo>
                    <a:pt x="4635" y="6063"/>
                  </a:lnTo>
                  <a:lnTo>
                    <a:pt x="5137" y="5909"/>
                  </a:lnTo>
                  <a:lnTo>
                    <a:pt x="5639" y="5754"/>
                  </a:lnTo>
                  <a:close/>
                  <a:moveTo>
                    <a:pt x="6952" y="1"/>
                  </a:moveTo>
                  <a:lnTo>
                    <a:pt x="6720" y="39"/>
                  </a:lnTo>
                  <a:lnTo>
                    <a:pt x="6527" y="117"/>
                  </a:lnTo>
                  <a:lnTo>
                    <a:pt x="6334" y="233"/>
                  </a:lnTo>
                  <a:lnTo>
                    <a:pt x="6141" y="426"/>
                  </a:lnTo>
                  <a:lnTo>
                    <a:pt x="5986" y="619"/>
                  </a:lnTo>
                  <a:lnTo>
                    <a:pt x="5909" y="812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2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4" y="5021"/>
                  </a:lnTo>
                  <a:lnTo>
                    <a:pt x="6025" y="5137"/>
                  </a:lnTo>
                  <a:lnTo>
                    <a:pt x="6064" y="5252"/>
                  </a:lnTo>
                  <a:lnTo>
                    <a:pt x="5523" y="5446"/>
                  </a:lnTo>
                  <a:lnTo>
                    <a:pt x="4982" y="5561"/>
                  </a:lnTo>
                  <a:lnTo>
                    <a:pt x="3940" y="5832"/>
                  </a:lnTo>
                  <a:lnTo>
                    <a:pt x="2858" y="6025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1" y="6643"/>
                  </a:lnTo>
                  <a:lnTo>
                    <a:pt x="503" y="6836"/>
                  </a:lnTo>
                  <a:lnTo>
                    <a:pt x="233" y="7029"/>
                  </a:lnTo>
                  <a:lnTo>
                    <a:pt x="117" y="7145"/>
                  </a:lnTo>
                  <a:lnTo>
                    <a:pt x="40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40" y="7724"/>
                  </a:lnTo>
                  <a:lnTo>
                    <a:pt x="117" y="7917"/>
                  </a:lnTo>
                  <a:lnTo>
                    <a:pt x="233" y="8033"/>
                  </a:lnTo>
                  <a:lnTo>
                    <a:pt x="349" y="8149"/>
                  </a:lnTo>
                  <a:lnTo>
                    <a:pt x="503" y="8226"/>
                  </a:lnTo>
                  <a:lnTo>
                    <a:pt x="619" y="8264"/>
                  </a:lnTo>
                  <a:lnTo>
                    <a:pt x="928" y="8342"/>
                  </a:lnTo>
                  <a:lnTo>
                    <a:pt x="1275" y="8342"/>
                  </a:lnTo>
                  <a:lnTo>
                    <a:pt x="1623" y="8303"/>
                  </a:lnTo>
                  <a:lnTo>
                    <a:pt x="1932" y="8187"/>
                  </a:lnTo>
                  <a:lnTo>
                    <a:pt x="2550" y="7994"/>
                  </a:lnTo>
                  <a:lnTo>
                    <a:pt x="3554" y="7531"/>
                  </a:lnTo>
                  <a:lnTo>
                    <a:pt x="4519" y="6990"/>
                  </a:lnTo>
                  <a:lnTo>
                    <a:pt x="5446" y="6372"/>
                  </a:lnTo>
                  <a:lnTo>
                    <a:pt x="5909" y="6063"/>
                  </a:lnTo>
                  <a:lnTo>
                    <a:pt x="6334" y="5716"/>
                  </a:lnTo>
                  <a:lnTo>
                    <a:pt x="6527" y="6102"/>
                  </a:lnTo>
                  <a:lnTo>
                    <a:pt x="6643" y="6295"/>
                  </a:lnTo>
                  <a:lnTo>
                    <a:pt x="6759" y="6449"/>
                  </a:lnTo>
                  <a:lnTo>
                    <a:pt x="7029" y="6372"/>
                  </a:lnTo>
                  <a:lnTo>
                    <a:pt x="7029" y="6334"/>
                  </a:lnTo>
                  <a:lnTo>
                    <a:pt x="6836" y="5986"/>
                  </a:lnTo>
                  <a:lnTo>
                    <a:pt x="6759" y="5832"/>
                  </a:lnTo>
                  <a:lnTo>
                    <a:pt x="6720" y="5639"/>
                  </a:lnTo>
                  <a:lnTo>
                    <a:pt x="6720" y="5561"/>
                  </a:lnTo>
                  <a:lnTo>
                    <a:pt x="7569" y="5832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8"/>
                  </a:lnTo>
                  <a:lnTo>
                    <a:pt x="11006" y="6218"/>
                  </a:lnTo>
                  <a:lnTo>
                    <a:pt x="11470" y="6179"/>
                  </a:lnTo>
                  <a:lnTo>
                    <a:pt x="11933" y="6141"/>
                  </a:lnTo>
                  <a:lnTo>
                    <a:pt x="12358" y="5986"/>
                  </a:lnTo>
                  <a:lnTo>
                    <a:pt x="12512" y="5909"/>
                  </a:lnTo>
                  <a:lnTo>
                    <a:pt x="12667" y="5793"/>
                  </a:lnTo>
                  <a:lnTo>
                    <a:pt x="12821" y="5677"/>
                  </a:lnTo>
                  <a:lnTo>
                    <a:pt x="12898" y="5523"/>
                  </a:lnTo>
                  <a:lnTo>
                    <a:pt x="12976" y="5368"/>
                  </a:lnTo>
                  <a:lnTo>
                    <a:pt x="12976" y="5175"/>
                  </a:lnTo>
                  <a:lnTo>
                    <a:pt x="12976" y="4982"/>
                  </a:lnTo>
                  <a:lnTo>
                    <a:pt x="12898" y="4828"/>
                  </a:lnTo>
                  <a:lnTo>
                    <a:pt x="12821" y="4712"/>
                  </a:lnTo>
                  <a:lnTo>
                    <a:pt x="12744" y="4635"/>
                  </a:lnTo>
                  <a:lnTo>
                    <a:pt x="12628" y="4519"/>
                  </a:lnTo>
                  <a:lnTo>
                    <a:pt x="12474" y="4480"/>
                  </a:lnTo>
                  <a:lnTo>
                    <a:pt x="12165" y="4364"/>
                  </a:lnTo>
                  <a:lnTo>
                    <a:pt x="11817" y="4326"/>
                  </a:lnTo>
                  <a:lnTo>
                    <a:pt x="11470" y="4326"/>
                  </a:lnTo>
                  <a:lnTo>
                    <a:pt x="10890" y="4364"/>
                  </a:lnTo>
                  <a:lnTo>
                    <a:pt x="9848" y="4403"/>
                  </a:lnTo>
                  <a:lnTo>
                    <a:pt x="8844" y="4480"/>
                  </a:lnTo>
                  <a:lnTo>
                    <a:pt x="7840" y="4635"/>
                  </a:lnTo>
                  <a:lnTo>
                    <a:pt x="6836" y="4828"/>
                  </a:lnTo>
                  <a:lnTo>
                    <a:pt x="7376" y="3476"/>
                  </a:lnTo>
                  <a:lnTo>
                    <a:pt x="7647" y="2742"/>
                  </a:lnTo>
                  <a:lnTo>
                    <a:pt x="7840" y="2047"/>
                  </a:lnTo>
                  <a:lnTo>
                    <a:pt x="7917" y="1816"/>
                  </a:lnTo>
                  <a:lnTo>
                    <a:pt x="7917" y="1545"/>
                  </a:lnTo>
                  <a:lnTo>
                    <a:pt x="7917" y="1314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9"/>
                  </a:lnTo>
                  <a:lnTo>
                    <a:pt x="7531" y="426"/>
                  </a:lnTo>
                  <a:lnTo>
                    <a:pt x="7338" y="271"/>
                  </a:lnTo>
                  <a:lnTo>
                    <a:pt x="7261" y="155"/>
                  </a:lnTo>
                  <a:lnTo>
                    <a:pt x="7145" y="78"/>
                  </a:lnTo>
                  <a:lnTo>
                    <a:pt x="695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21"/>
            <p:cNvSpPr/>
            <p:nvPr/>
          </p:nvSpPr>
          <p:spPr>
            <a:xfrm>
              <a:off x="6760175" y="920450"/>
              <a:ext cx="375550" cy="387150"/>
            </a:xfrm>
            <a:custGeom>
              <a:avLst/>
              <a:gdLst/>
              <a:ahLst/>
              <a:cxnLst/>
              <a:rect l="l" t="t" r="r" b="b"/>
              <a:pathLst>
                <a:path w="15022" h="15486" extrusionOk="0">
                  <a:moveTo>
                    <a:pt x="7491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2" y="850"/>
                  </a:lnTo>
                  <a:lnTo>
                    <a:pt x="10194" y="1044"/>
                  </a:lnTo>
                  <a:lnTo>
                    <a:pt x="10696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79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79" y="9230"/>
                  </a:lnTo>
                  <a:lnTo>
                    <a:pt x="4170" y="10041"/>
                  </a:lnTo>
                  <a:lnTo>
                    <a:pt x="3977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91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8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91" y="503"/>
                  </a:lnTo>
                  <a:close/>
                  <a:moveTo>
                    <a:pt x="11971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52" y="3206"/>
                  </a:lnTo>
                  <a:lnTo>
                    <a:pt x="13322" y="3669"/>
                  </a:lnTo>
                  <a:lnTo>
                    <a:pt x="13592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7" y="6797"/>
                  </a:lnTo>
                  <a:lnTo>
                    <a:pt x="12164" y="6952"/>
                  </a:lnTo>
                  <a:lnTo>
                    <a:pt x="11391" y="7145"/>
                  </a:lnTo>
                  <a:lnTo>
                    <a:pt x="10658" y="7415"/>
                  </a:lnTo>
                  <a:lnTo>
                    <a:pt x="9963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7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7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1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0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719" y="12667"/>
                  </a:lnTo>
                  <a:lnTo>
                    <a:pt x="6178" y="12782"/>
                  </a:lnTo>
                  <a:lnTo>
                    <a:pt x="5676" y="12937"/>
                  </a:lnTo>
                  <a:lnTo>
                    <a:pt x="5174" y="13130"/>
                  </a:lnTo>
                  <a:lnTo>
                    <a:pt x="4672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69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4" y="4519"/>
                  </a:lnTo>
                  <a:lnTo>
                    <a:pt x="2471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80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6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58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0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8"/>
                  </a:lnTo>
                  <a:lnTo>
                    <a:pt x="3244" y="13439"/>
                  </a:lnTo>
                  <a:lnTo>
                    <a:pt x="3166" y="13439"/>
                  </a:lnTo>
                  <a:lnTo>
                    <a:pt x="3051" y="13478"/>
                  </a:lnTo>
                  <a:lnTo>
                    <a:pt x="2973" y="13516"/>
                  </a:lnTo>
                  <a:lnTo>
                    <a:pt x="3051" y="13362"/>
                  </a:lnTo>
                  <a:lnTo>
                    <a:pt x="3166" y="13207"/>
                  </a:lnTo>
                  <a:lnTo>
                    <a:pt x="3321" y="13130"/>
                  </a:lnTo>
                  <a:lnTo>
                    <a:pt x="3475" y="13014"/>
                  </a:lnTo>
                  <a:lnTo>
                    <a:pt x="3668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0" y="13362"/>
                  </a:lnTo>
                  <a:lnTo>
                    <a:pt x="11893" y="13478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7" y="14983"/>
                  </a:lnTo>
                  <a:lnTo>
                    <a:pt x="7375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3" y="14636"/>
                  </a:lnTo>
                  <a:lnTo>
                    <a:pt x="5020" y="14482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50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6" y="12860"/>
                  </a:lnTo>
                  <a:close/>
                  <a:moveTo>
                    <a:pt x="7607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84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5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9"/>
                  </a:lnTo>
                  <a:lnTo>
                    <a:pt x="270" y="9925"/>
                  </a:lnTo>
                  <a:lnTo>
                    <a:pt x="463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6" y="14134"/>
                  </a:lnTo>
                  <a:lnTo>
                    <a:pt x="3475" y="14327"/>
                  </a:lnTo>
                  <a:lnTo>
                    <a:pt x="3784" y="14520"/>
                  </a:lnTo>
                  <a:lnTo>
                    <a:pt x="4132" y="14597"/>
                  </a:lnTo>
                  <a:lnTo>
                    <a:pt x="4557" y="14829"/>
                  </a:lnTo>
                  <a:lnTo>
                    <a:pt x="4981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98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8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1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5" y="8882"/>
                  </a:lnTo>
                  <a:lnTo>
                    <a:pt x="14983" y="8303"/>
                  </a:lnTo>
                  <a:lnTo>
                    <a:pt x="15021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3" y="233"/>
                  </a:lnTo>
                  <a:lnTo>
                    <a:pt x="8766" y="117"/>
                  </a:lnTo>
                  <a:lnTo>
                    <a:pt x="8186" y="40"/>
                  </a:lnTo>
                  <a:lnTo>
                    <a:pt x="76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21"/>
            <p:cNvSpPr/>
            <p:nvPr/>
          </p:nvSpPr>
          <p:spPr>
            <a:xfrm>
              <a:off x="1177425" y="95232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8"/>
                  </a:lnTo>
                  <a:lnTo>
                    <a:pt x="23787" y="2124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47"/>
                  </a:lnTo>
                  <a:lnTo>
                    <a:pt x="23092" y="1931"/>
                  </a:lnTo>
                  <a:lnTo>
                    <a:pt x="23015" y="1815"/>
                  </a:lnTo>
                  <a:lnTo>
                    <a:pt x="22976" y="1622"/>
                  </a:lnTo>
                  <a:lnTo>
                    <a:pt x="22976" y="1429"/>
                  </a:lnTo>
                  <a:lnTo>
                    <a:pt x="23053" y="1236"/>
                  </a:lnTo>
                  <a:lnTo>
                    <a:pt x="23169" y="1081"/>
                  </a:lnTo>
                  <a:lnTo>
                    <a:pt x="23285" y="966"/>
                  </a:lnTo>
                  <a:close/>
                  <a:moveTo>
                    <a:pt x="24096" y="2394"/>
                  </a:moveTo>
                  <a:lnTo>
                    <a:pt x="24212" y="2742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784"/>
                  </a:lnTo>
                  <a:lnTo>
                    <a:pt x="24173" y="3707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3"/>
                  </a:lnTo>
                  <a:lnTo>
                    <a:pt x="23710" y="3128"/>
                  </a:lnTo>
                  <a:lnTo>
                    <a:pt x="23710" y="2896"/>
                  </a:lnTo>
                  <a:lnTo>
                    <a:pt x="23787" y="2703"/>
                  </a:lnTo>
                  <a:lnTo>
                    <a:pt x="23941" y="2549"/>
                  </a:lnTo>
                  <a:lnTo>
                    <a:pt x="24096" y="2394"/>
                  </a:lnTo>
                  <a:close/>
                  <a:moveTo>
                    <a:pt x="16180" y="4943"/>
                  </a:moveTo>
                  <a:lnTo>
                    <a:pt x="16296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66" y="5252"/>
                  </a:lnTo>
                  <a:lnTo>
                    <a:pt x="16566" y="5406"/>
                  </a:lnTo>
                  <a:lnTo>
                    <a:pt x="16296" y="5406"/>
                  </a:lnTo>
                  <a:lnTo>
                    <a:pt x="15678" y="5479"/>
                  </a:lnTo>
                  <a:lnTo>
                    <a:pt x="15678" y="5479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94" y="5136"/>
                  </a:lnTo>
                  <a:lnTo>
                    <a:pt x="15871" y="5059"/>
                  </a:lnTo>
                  <a:lnTo>
                    <a:pt x="15948" y="5020"/>
                  </a:lnTo>
                  <a:lnTo>
                    <a:pt x="16064" y="4943"/>
                  </a:lnTo>
                  <a:close/>
                  <a:moveTo>
                    <a:pt x="24443" y="4209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484"/>
                  </a:lnTo>
                  <a:lnTo>
                    <a:pt x="24057" y="5406"/>
                  </a:lnTo>
                  <a:lnTo>
                    <a:pt x="23903" y="5252"/>
                  </a:lnTo>
                  <a:lnTo>
                    <a:pt x="23826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903" y="4595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09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04"/>
                  </a:lnTo>
                  <a:lnTo>
                    <a:pt x="17995" y="4982"/>
                  </a:lnTo>
                  <a:lnTo>
                    <a:pt x="18111" y="5175"/>
                  </a:lnTo>
                  <a:lnTo>
                    <a:pt x="18149" y="5406"/>
                  </a:lnTo>
                  <a:lnTo>
                    <a:pt x="18072" y="5599"/>
                  </a:lnTo>
                  <a:lnTo>
                    <a:pt x="17570" y="5484"/>
                  </a:lnTo>
                  <a:lnTo>
                    <a:pt x="17029" y="5406"/>
                  </a:lnTo>
                  <a:lnTo>
                    <a:pt x="17068" y="5290"/>
                  </a:lnTo>
                  <a:lnTo>
                    <a:pt x="17107" y="5136"/>
                  </a:lnTo>
                  <a:lnTo>
                    <a:pt x="17184" y="5020"/>
                  </a:lnTo>
                  <a:lnTo>
                    <a:pt x="17300" y="4943"/>
                  </a:lnTo>
                  <a:lnTo>
                    <a:pt x="17416" y="4866"/>
                  </a:lnTo>
                  <a:lnTo>
                    <a:pt x="17531" y="4827"/>
                  </a:lnTo>
                  <a:close/>
                  <a:moveTo>
                    <a:pt x="14597" y="5290"/>
                  </a:moveTo>
                  <a:lnTo>
                    <a:pt x="14713" y="5329"/>
                  </a:lnTo>
                  <a:lnTo>
                    <a:pt x="14828" y="5368"/>
                  </a:lnTo>
                  <a:lnTo>
                    <a:pt x="14944" y="5445"/>
                  </a:lnTo>
                  <a:lnTo>
                    <a:pt x="15021" y="5522"/>
                  </a:lnTo>
                  <a:lnTo>
                    <a:pt x="15060" y="5638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24"/>
                  </a:lnTo>
                  <a:lnTo>
                    <a:pt x="14056" y="5792"/>
                  </a:lnTo>
                  <a:lnTo>
                    <a:pt x="14133" y="5599"/>
                  </a:lnTo>
                  <a:lnTo>
                    <a:pt x="14249" y="5406"/>
                  </a:lnTo>
                  <a:lnTo>
                    <a:pt x="14365" y="5368"/>
                  </a:lnTo>
                  <a:lnTo>
                    <a:pt x="14481" y="5329"/>
                  </a:lnTo>
                  <a:lnTo>
                    <a:pt x="14597" y="5290"/>
                  </a:lnTo>
                  <a:close/>
                  <a:moveTo>
                    <a:pt x="19115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85" y="5792"/>
                  </a:lnTo>
                  <a:lnTo>
                    <a:pt x="19385" y="5986"/>
                  </a:lnTo>
                  <a:lnTo>
                    <a:pt x="19346" y="6140"/>
                  </a:lnTo>
                  <a:lnTo>
                    <a:pt x="18613" y="5792"/>
                  </a:lnTo>
                  <a:lnTo>
                    <a:pt x="18651" y="5715"/>
                  </a:lnTo>
                  <a:lnTo>
                    <a:pt x="18690" y="5638"/>
                  </a:lnTo>
                  <a:lnTo>
                    <a:pt x="18844" y="5522"/>
                  </a:lnTo>
                  <a:lnTo>
                    <a:pt x="18999" y="5484"/>
                  </a:lnTo>
                  <a:close/>
                  <a:moveTo>
                    <a:pt x="20350" y="6063"/>
                  </a:moveTo>
                  <a:lnTo>
                    <a:pt x="20466" y="6101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52" y="6719"/>
                  </a:lnTo>
                  <a:lnTo>
                    <a:pt x="20891" y="6912"/>
                  </a:lnTo>
                  <a:lnTo>
                    <a:pt x="20891" y="6912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48" y="6256"/>
                  </a:lnTo>
                  <a:lnTo>
                    <a:pt x="19887" y="6179"/>
                  </a:lnTo>
                  <a:lnTo>
                    <a:pt x="20003" y="6101"/>
                  </a:lnTo>
                  <a:lnTo>
                    <a:pt x="20080" y="6063"/>
                  </a:lnTo>
                  <a:close/>
                  <a:moveTo>
                    <a:pt x="23748" y="5870"/>
                  </a:moveTo>
                  <a:lnTo>
                    <a:pt x="23941" y="5947"/>
                  </a:lnTo>
                  <a:lnTo>
                    <a:pt x="24019" y="5986"/>
                  </a:lnTo>
                  <a:lnTo>
                    <a:pt x="24096" y="5986"/>
                  </a:lnTo>
                  <a:lnTo>
                    <a:pt x="23941" y="6294"/>
                  </a:lnTo>
                  <a:lnTo>
                    <a:pt x="23748" y="6526"/>
                  </a:lnTo>
                  <a:lnTo>
                    <a:pt x="23517" y="6758"/>
                  </a:lnTo>
                  <a:lnTo>
                    <a:pt x="23246" y="6951"/>
                  </a:lnTo>
                  <a:lnTo>
                    <a:pt x="23208" y="6912"/>
                  </a:lnTo>
                  <a:lnTo>
                    <a:pt x="23092" y="6719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9"/>
                  </a:lnTo>
                  <a:lnTo>
                    <a:pt x="23131" y="6063"/>
                  </a:lnTo>
                  <a:lnTo>
                    <a:pt x="23208" y="5986"/>
                  </a:lnTo>
                  <a:lnTo>
                    <a:pt x="23285" y="5908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2"/>
                  </a:lnTo>
                  <a:lnTo>
                    <a:pt x="12627" y="6796"/>
                  </a:lnTo>
                  <a:lnTo>
                    <a:pt x="12627" y="6642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98" y="6179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681"/>
                  </a:lnTo>
                  <a:lnTo>
                    <a:pt x="22629" y="6835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05"/>
                  </a:lnTo>
                  <a:lnTo>
                    <a:pt x="22551" y="7221"/>
                  </a:lnTo>
                  <a:lnTo>
                    <a:pt x="22165" y="7221"/>
                  </a:lnTo>
                  <a:lnTo>
                    <a:pt x="21779" y="7183"/>
                  </a:lnTo>
                  <a:lnTo>
                    <a:pt x="21393" y="7105"/>
                  </a:lnTo>
                  <a:lnTo>
                    <a:pt x="21509" y="6912"/>
                  </a:lnTo>
                  <a:lnTo>
                    <a:pt x="21625" y="6719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376"/>
                  </a:moveTo>
                  <a:lnTo>
                    <a:pt x="12473" y="7414"/>
                  </a:lnTo>
                  <a:lnTo>
                    <a:pt x="12125" y="7955"/>
                  </a:lnTo>
                  <a:lnTo>
                    <a:pt x="11816" y="8534"/>
                  </a:lnTo>
                  <a:lnTo>
                    <a:pt x="11701" y="8341"/>
                  </a:lnTo>
                  <a:lnTo>
                    <a:pt x="11662" y="8071"/>
                  </a:lnTo>
                  <a:lnTo>
                    <a:pt x="11662" y="7955"/>
                  </a:lnTo>
                  <a:lnTo>
                    <a:pt x="11701" y="7800"/>
                  </a:lnTo>
                  <a:lnTo>
                    <a:pt x="11739" y="7685"/>
                  </a:lnTo>
                  <a:lnTo>
                    <a:pt x="11816" y="7607"/>
                  </a:lnTo>
                  <a:lnTo>
                    <a:pt x="11932" y="7492"/>
                  </a:lnTo>
                  <a:lnTo>
                    <a:pt x="12048" y="7453"/>
                  </a:lnTo>
                  <a:lnTo>
                    <a:pt x="12164" y="7414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94" y="9384"/>
                  </a:lnTo>
                  <a:lnTo>
                    <a:pt x="2472" y="9461"/>
                  </a:lnTo>
                  <a:lnTo>
                    <a:pt x="2549" y="9538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9963"/>
                  </a:lnTo>
                  <a:lnTo>
                    <a:pt x="2124" y="9886"/>
                  </a:lnTo>
                  <a:lnTo>
                    <a:pt x="1661" y="9847"/>
                  </a:lnTo>
                  <a:lnTo>
                    <a:pt x="1699" y="9731"/>
                  </a:lnTo>
                  <a:lnTo>
                    <a:pt x="1738" y="9615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lnTo>
                    <a:pt x="2124" y="9345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01"/>
                  </a:lnTo>
                  <a:lnTo>
                    <a:pt x="11276" y="10272"/>
                  </a:lnTo>
                  <a:lnTo>
                    <a:pt x="11237" y="10233"/>
                  </a:lnTo>
                  <a:lnTo>
                    <a:pt x="11083" y="10040"/>
                  </a:lnTo>
                  <a:lnTo>
                    <a:pt x="10967" y="9808"/>
                  </a:lnTo>
                  <a:lnTo>
                    <a:pt x="10928" y="9693"/>
                  </a:lnTo>
                  <a:lnTo>
                    <a:pt x="10928" y="9538"/>
                  </a:lnTo>
                  <a:lnTo>
                    <a:pt x="10967" y="9422"/>
                  </a:lnTo>
                  <a:lnTo>
                    <a:pt x="11006" y="9306"/>
                  </a:lnTo>
                  <a:lnTo>
                    <a:pt x="11121" y="9152"/>
                  </a:lnTo>
                  <a:lnTo>
                    <a:pt x="11276" y="9036"/>
                  </a:lnTo>
                  <a:lnTo>
                    <a:pt x="11469" y="8997"/>
                  </a:lnTo>
                  <a:close/>
                  <a:moveTo>
                    <a:pt x="3785" y="9731"/>
                  </a:moveTo>
                  <a:lnTo>
                    <a:pt x="3900" y="9770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71" y="10117"/>
                  </a:lnTo>
                  <a:lnTo>
                    <a:pt x="4171" y="10233"/>
                  </a:lnTo>
                  <a:lnTo>
                    <a:pt x="4171" y="10388"/>
                  </a:lnTo>
                  <a:lnTo>
                    <a:pt x="4132" y="10503"/>
                  </a:lnTo>
                  <a:lnTo>
                    <a:pt x="4055" y="10619"/>
                  </a:lnTo>
                  <a:lnTo>
                    <a:pt x="3900" y="10542"/>
                  </a:lnTo>
                  <a:lnTo>
                    <a:pt x="3514" y="10310"/>
                  </a:lnTo>
                  <a:lnTo>
                    <a:pt x="3089" y="10117"/>
                  </a:lnTo>
                  <a:lnTo>
                    <a:pt x="3167" y="10001"/>
                  </a:lnTo>
                  <a:lnTo>
                    <a:pt x="3244" y="9886"/>
                  </a:lnTo>
                  <a:lnTo>
                    <a:pt x="3360" y="9808"/>
                  </a:lnTo>
                  <a:lnTo>
                    <a:pt x="3514" y="9770"/>
                  </a:lnTo>
                  <a:lnTo>
                    <a:pt x="3630" y="9731"/>
                  </a:lnTo>
                  <a:close/>
                  <a:moveTo>
                    <a:pt x="4827" y="10619"/>
                  </a:moveTo>
                  <a:lnTo>
                    <a:pt x="4943" y="10658"/>
                  </a:lnTo>
                  <a:lnTo>
                    <a:pt x="5020" y="10697"/>
                  </a:lnTo>
                  <a:lnTo>
                    <a:pt x="5097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890"/>
                  </a:lnTo>
                  <a:lnTo>
                    <a:pt x="4441" y="10812"/>
                  </a:lnTo>
                  <a:lnTo>
                    <a:pt x="4518" y="10735"/>
                  </a:lnTo>
                  <a:lnTo>
                    <a:pt x="4673" y="10658"/>
                  </a:lnTo>
                  <a:lnTo>
                    <a:pt x="4827" y="10619"/>
                  </a:lnTo>
                  <a:close/>
                  <a:moveTo>
                    <a:pt x="11160" y="10619"/>
                  </a:moveTo>
                  <a:lnTo>
                    <a:pt x="10967" y="11199"/>
                  </a:lnTo>
                  <a:lnTo>
                    <a:pt x="10735" y="11739"/>
                  </a:lnTo>
                  <a:lnTo>
                    <a:pt x="10697" y="11662"/>
                  </a:lnTo>
                  <a:lnTo>
                    <a:pt x="10504" y="11507"/>
                  </a:lnTo>
                  <a:lnTo>
                    <a:pt x="10426" y="11314"/>
                  </a:lnTo>
                  <a:lnTo>
                    <a:pt x="10388" y="11121"/>
                  </a:lnTo>
                  <a:lnTo>
                    <a:pt x="10465" y="10928"/>
                  </a:lnTo>
                  <a:lnTo>
                    <a:pt x="10581" y="10774"/>
                  </a:lnTo>
                  <a:lnTo>
                    <a:pt x="10735" y="10658"/>
                  </a:lnTo>
                  <a:lnTo>
                    <a:pt x="10928" y="10619"/>
                  </a:lnTo>
                  <a:close/>
                  <a:moveTo>
                    <a:pt x="5754" y="11430"/>
                  </a:moveTo>
                  <a:lnTo>
                    <a:pt x="5986" y="11469"/>
                  </a:lnTo>
                  <a:lnTo>
                    <a:pt x="6063" y="11507"/>
                  </a:lnTo>
                  <a:lnTo>
                    <a:pt x="6179" y="11546"/>
                  </a:lnTo>
                  <a:lnTo>
                    <a:pt x="6256" y="11662"/>
                  </a:lnTo>
                  <a:lnTo>
                    <a:pt x="6333" y="11739"/>
                  </a:lnTo>
                  <a:lnTo>
                    <a:pt x="6410" y="11971"/>
                  </a:lnTo>
                  <a:lnTo>
                    <a:pt x="6410" y="12203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84" y="11585"/>
                  </a:lnTo>
                  <a:lnTo>
                    <a:pt x="5561" y="11507"/>
                  </a:lnTo>
                  <a:lnTo>
                    <a:pt x="5638" y="11469"/>
                  </a:lnTo>
                  <a:lnTo>
                    <a:pt x="5754" y="11430"/>
                  </a:lnTo>
                  <a:close/>
                  <a:moveTo>
                    <a:pt x="10542" y="12009"/>
                  </a:moveTo>
                  <a:lnTo>
                    <a:pt x="10388" y="12280"/>
                  </a:lnTo>
                  <a:lnTo>
                    <a:pt x="10195" y="12511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27"/>
                  </a:lnTo>
                  <a:lnTo>
                    <a:pt x="9654" y="12473"/>
                  </a:lnTo>
                  <a:lnTo>
                    <a:pt x="9693" y="12318"/>
                  </a:lnTo>
                  <a:lnTo>
                    <a:pt x="9808" y="12203"/>
                  </a:lnTo>
                  <a:lnTo>
                    <a:pt x="9963" y="12125"/>
                  </a:lnTo>
                  <a:lnTo>
                    <a:pt x="10156" y="12087"/>
                  </a:lnTo>
                  <a:lnTo>
                    <a:pt x="10542" y="12009"/>
                  </a:lnTo>
                  <a:close/>
                  <a:moveTo>
                    <a:pt x="7376" y="12473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168"/>
                  </a:lnTo>
                  <a:lnTo>
                    <a:pt x="7337" y="12975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83" y="12511"/>
                  </a:lnTo>
                  <a:lnTo>
                    <a:pt x="7376" y="12473"/>
                  </a:lnTo>
                  <a:close/>
                  <a:moveTo>
                    <a:pt x="8959" y="12627"/>
                  </a:moveTo>
                  <a:lnTo>
                    <a:pt x="9113" y="12743"/>
                  </a:lnTo>
                  <a:lnTo>
                    <a:pt x="9229" y="12936"/>
                  </a:lnTo>
                  <a:lnTo>
                    <a:pt x="9268" y="13091"/>
                  </a:lnTo>
                  <a:lnTo>
                    <a:pt x="9268" y="13207"/>
                  </a:lnTo>
                  <a:lnTo>
                    <a:pt x="9036" y="13245"/>
                  </a:lnTo>
                  <a:lnTo>
                    <a:pt x="8804" y="13284"/>
                  </a:lnTo>
                  <a:lnTo>
                    <a:pt x="8302" y="13284"/>
                  </a:lnTo>
                  <a:lnTo>
                    <a:pt x="8341" y="13207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666"/>
                  </a:lnTo>
                  <a:lnTo>
                    <a:pt x="8650" y="12627"/>
                  </a:lnTo>
                  <a:close/>
                  <a:moveTo>
                    <a:pt x="22899" y="0"/>
                  </a:moveTo>
                  <a:lnTo>
                    <a:pt x="22822" y="77"/>
                  </a:lnTo>
                  <a:lnTo>
                    <a:pt x="22783" y="116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386"/>
                  </a:lnTo>
                  <a:lnTo>
                    <a:pt x="22860" y="425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629" y="1506"/>
                  </a:lnTo>
                  <a:lnTo>
                    <a:pt x="22629" y="1699"/>
                  </a:lnTo>
                  <a:lnTo>
                    <a:pt x="22629" y="1854"/>
                  </a:lnTo>
                  <a:lnTo>
                    <a:pt x="22706" y="2047"/>
                  </a:lnTo>
                  <a:lnTo>
                    <a:pt x="22860" y="2240"/>
                  </a:lnTo>
                  <a:lnTo>
                    <a:pt x="23053" y="2394"/>
                  </a:lnTo>
                  <a:lnTo>
                    <a:pt x="23285" y="2472"/>
                  </a:lnTo>
                  <a:lnTo>
                    <a:pt x="23517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44"/>
                  </a:lnTo>
                  <a:lnTo>
                    <a:pt x="23439" y="3476"/>
                  </a:lnTo>
                  <a:lnTo>
                    <a:pt x="23594" y="3707"/>
                  </a:lnTo>
                  <a:lnTo>
                    <a:pt x="23748" y="3862"/>
                  </a:lnTo>
                  <a:lnTo>
                    <a:pt x="23980" y="3978"/>
                  </a:lnTo>
                  <a:lnTo>
                    <a:pt x="23748" y="4209"/>
                  </a:lnTo>
                  <a:lnTo>
                    <a:pt x="23555" y="4441"/>
                  </a:lnTo>
                  <a:lnTo>
                    <a:pt x="23478" y="4750"/>
                  </a:lnTo>
                  <a:lnTo>
                    <a:pt x="23439" y="4866"/>
                  </a:lnTo>
                  <a:lnTo>
                    <a:pt x="23439" y="5020"/>
                  </a:lnTo>
                  <a:lnTo>
                    <a:pt x="23517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69" y="5561"/>
                  </a:lnTo>
                  <a:lnTo>
                    <a:pt x="22976" y="5677"/>
                  </a:lnTo>
                  <a:lnTo>
                    <a:pt x="22822" y="5870"/>
                  </a:lnTo>
                  <a:lnTo>
                    <a:pt x="22706" y="6101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2165" y="6179"/>
                  </a:lnTo>
                  <a:lnTo>
                    <a:pt x="21972" y="6217"/>
                  </a:lnTo>
                  <a:lnTo>
                    <a:pt x="21740" y="6256"/>
                  </a:lnTo>
                  <a:lnTo>
                    <a:pt x="21547" y="6372"/>
                  </a:lnTo>
                  <a:lnTo>
                    <a:pt x="21354" y="6565"/>
                  </a:lnTo>
                  <a:lnTo>
                    <a:pt x="21200" y="6758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5986"/>
                  </a:lnTo>
                  <a:lnTo>
                    <a:pt x="20736" y="5870"/>
                  </a:lnTo>
                  <a:lnTo>
                    <a:pt x="20582" y="5792"/>
                  </a:lnTo>
                  <a:lnTo>
                    <a:pt x="20428" y="5754"/>
                  </a:lnTo>
                  <a:lnTo>
                    <a:pt x="20080" y="5754"/>
                  </a:lnTo>
                  <a:lnTo>
                    <a:pt x="19887" y="5831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4"/>
                  </a:lnTo>
                  <a:lnTo>
                    <a:pt x="19462" y="5290"/>
                  </a:lnTo>
                  <a:lnTo>
                    <a:pt x="19385" y="5213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52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58" y="5097"/>
                  </a:lnTo>
                  <a:lnTo>
                    <a:pt x="18381" y="4982"/>
                  </a:lnTo>
                  <a:lnTo>
                    <a:pt x="18304" y="4827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6" y="4557"/>
                  </a:lnTo>
                  <a:lnTo>
                    <a:pt x="17802" y="4518"/>
                  </a:lnTo>
                  <a:lnTo>
                    <a:pt x="17531" y="4518"/>
                  </a:lnTo>
                  <a:lnTo>
                    <a:pt x="17377" y="4557"/>
                  </a:lnTo>
                  <a:lnTo>
                    <a:pt x="17261" y="4634"/>
                  </a:lnTo>
                  <a:lnTo>
                    <a:pt x="17145" y="4711"/>
                  </a:lnTo>
                  <a:lnTo>
                    <a:pt x="17029" y="4827"/>
                  </a:lnTo>
                  <a:lnTo>
                    <a:pt x="16875" y="5059"/>
                  </a:lnTo>
                  <a:lnTo>
                    <a:pt x="16759" y="4904"/>
                  </a:lnTo>
                  <a:lnTo>
                    <a:pt x="16605" y="4788"/>
                  </a:lnTo>
                  <a:lnTo>
                    <a:pt x="16450" y="4673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27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290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29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43"/>
                  </a:lnTo>
                  <a:lnTo>
                    <a:pt x="14288" y="5020"/>
                  </a:lnTo>
                  <a:lnTo>
                    <a:pt x="14172" y="5059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22"/>
                  </a:lnTo>
                  <a:lnTo>
                    <a:pt x="13786" y="5831"/>
                  </a:lnTo>
                  <a:lnTo>
                    <a:pt x="13593" y="5715"/>
                  </a:lnTo>
                  <a:lnTo>
                    <a:pt x="13361" y="5677"/>
                  </a:lnTo>
                  <a:lnTo>
                    <a:pt x="13168" y="5677"/>
                  </a:lnTo>
                  <a:lnTo>
                    <a:pt x="12936" y="5715"/>
                  </a:lnTo>
                  <a:lnTo>
                    <a:pt x="12743" y="5831"/>
                  </a:lnTo>
                  <a:lnTo>
                    <a:pt x="12627" y="5908"/>
                  </a:lnTo>
                  <a:lnTo>
                    <a:pt x="12511" y="6063"/>
                  </a:lnTo>
                  <a:lnTo>
                    <a:pt x="12434" y="6179"/>
                  </a:lnTo>
                  <a:lnTo>
                    <a:pt x="12357" y="6333"/>
                  </a:lnTo>
                  <a:lnTo>
                    <a:pt x="12357" y="6488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6990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376"/>
                  </a:lnTo>
                  <a:lnTo>
                    <a:pt x="11430" y="7530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314" y="7994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18"/>
                  </a:lnTo>
                  <a:lnTo>
                    <a:pt x="11507" y="8573"/>
                  </a:lnTo>
                  <a:lnTo>
                    <a:pt x="11237" y="8650"/>
                  </a:lnTo>
                  <a:lnTo>
                    <a:pt x="10967" y="8766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619" y="9770"/>
                  </a:lnTo>
                  <a:lnTo>
                    <a:pt x="10697" y="10001"/>
                  </a:lnTo>
                  <a:lnTo>
                    <a:pt x="10851" y="10233"/>
                  </a:lnTo>
                  <a:lnTo>
                    <a:pt x="10619" y="10272"/>
                  </a:lnTo>
                  <a:lnTo>
                    <a:pt x="10426" y="10388"/>
                  </a:lnTo>
                  <a:lnTo>
                    <a:pt x="10272" y="10581"/>
                  </a:lnTo>
                  <a:lnTo>
                    <a:pt x="10117" y="10774"/>
                  </a:lnTo>
                  <a:lnTo>
                    <a:pt x="10079" y="10967"/>
                  </a:lnTo>
                  <a:lnTo>
                    <a:pt x="10040" y="11199"/>
                  </a:lnTo>
                  <a:lnTo>
                    <a:pt x="10079" y="11469"/>
                  </a:lnTo>
                  <a:lnTo>
                    <a:pt x="10195" y="11662"/>
                  </a:lnTo>
                  <a:lnTo>
                    <a:pt x="9924" y="11739"/>
                  </a:lnTo>
                  <a:lnTo>
                    <a:pt x="9693" y="11816"/>
                  </a:lnTo>
                  <a:lnTo>
                    <a:pt x="9500" y="11971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57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18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164"/>
                  </a:lnTo>
                  <a:lnTo>
                    <a:pt x="6990" y="12241"/>
                  </a:lnTo>
                  <a:lnTo>
                    <a:pt x="6796" y="12396"/>
                  </a:lnTo>
                  <a:lnTo>
                    <a:pt x="6796" y="12048"/>
                  </a:lnTo>
                  <a:lnTo>
                    <a:pt x="6758" y="11855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392"/>
                  </a:lnTo>
                  <a:lnTo>
                    <a:pt x="6410" y="11276"/>
                  </a:lnTo>
                  <a:lnTo>
                    <a:pt x="6256" y="11199"/>
                  </a:lnTo>
                  <a:lnTo>
                    <a:pt x="6063" y="11160"/>
                  </a:lnTo>
                  <a:lnTo>
                    <a:pt x="5870" y="11121"/>
                  </a:lnTo>
                  <a:lnTo>
                    <a:pt x="5715" y="11160"/>
                  </a:lnTo>
                  <a:lnTo>
                    <a:pt x="5522" y="11199"/>
                  </a:lnTo>
                  <a:lnTo>
                    <a:pt x="5522" y="10928"/>
                  </a:lnTo>
                  <a:lnTo>
                    <a:pt x="5445" y="10697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49"/>
                  </a:lnTo>
                  <a:lnTo>
                    <a:pt x="4943" y="10310"/>
                  </a:lnTo>
                  <a:lnTo>
                    <a:pt x="4673" y="10310"/>
                  </a:lnTo>
                  <a:lnTo>
                    <a:pt x="4557" y="10349"/>
                  </a:lnTo>
                  <a:lnTo>
                    <a:pt x="4518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09" y="9577"/>
                  </a:lnTo>
                  <a:lnTo>
                    <a:pt x="4093" y="9461"/>
                  </a:lnTo>
                  <a:lnTo>
                    <a:pt x="3900" y="9422"/>
                  </a:lnTo>
                  <a:lnTo>
                    <a:pt x="3746" y="9384"/>
                  </a:lnTo>
                  <a:lnTo>
                    <a:pt x="3591" y="9422"/>
                  </a:lnTo>
                  <a:lnTo>
                    <a:pt x="3437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31"/>
                  </a:lnTo>
                  <a:lnTo>
                    <a:pt x="2974" y="9615"/>
                  </a:lnTo>
                  <a:lnTo>
                    <a:pt x="2896" y="9422"/>
                  </a:lnTo>
                  <a:lnTo>
                    <a:pt x="2781" y="9268"/>
                  </a:lnTo>
                  <a:lnTo>
                    <a:pt x="2626" y="9113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8997"/>
                  </a:lnTo>
                  <a:lnTo>
                    <a:pt x="1854" y="9075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499"/>
                  </a:lnTo>
                  <a:lnTo>
                    <a:pt x="1390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272"/>
                  </a:lnTo>
                  <a:lnTo>
                    <a:pt x="386" y="10426"/>
                  </a:lnTo>
                  <a:lnTo>
                    <a:pt x="271" y="10542"/>
                  </a:lnTo>
                  <a:lnTo>
                    <a:pt x="116" y="10851"/>
                  </a:lnTo>
                  <a:lnTo>
                    <a:pt x="39" y="11199"/>
                  </a:lnTo>
                  <a:lnTo>
                    <a:pt x="0" y="11546"/>
                  </a:lnTo>
                  <a:lnTo>
                    <a:pt x="77" y="11894"/>
                  </a:lnTo>
                  <a:lnTo>
                    <a:pt x="193" y="12241"/>
                  </a:lnTo>
                  <a:lnTo>
                    <a:pt x="386" y="12511"/>
                  </a:lnTo>
                  <a:lnTo>
                    <a:pt x="618" y="12782"/>
                  </a:lnTo>
                  <a:lnTo>
                    <a:pt x="811" y="12898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124" y="13091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11"/>
                  </a:lnTo>
                  <a:lnTo>
                    <a:pt x="3360" y="12203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39"/>
                  </a:lnTo>
                  <a:lnTo>
                    <a:pt x="3283" y="11739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50"/>
                  </a:lnTo>
                  <a:lnTo>
                    <a:pt x="2047" y="12666"/>
                  </a:lnTo>
                  <a:lnTo>
                    <a:pt x="1429" y="12666"/>
                  </a:lnTo>
                  <a:lnTo>
                    <a:pt x="1159" y="12550"/>
                  </a:lnTo>
                  <a:lnTo>
                    <a:pt x="966" y="12434"/>
                  </a:lnTo>
                  <a:lnTo>
                    <a:pt x="811" y="12318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55"/>
                  </a:lnTo>
                  <a:lnTo>
                    <a:pt x="502" y="11701"/>
                  </a:lnTo>
                  <a:lnTo>
                    <a:pt x="502" y="11546"/>
                  </a:lnTo>
                  <a:lnTo>
                    <a:pt x="502" y="11353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927" y="10619"/>
                  </a:lnTo>
                  <a:lnTo>
                    <a:pt x="1043" y="10503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317" y="10349"/>
                  </a:lnTo>
                  <a:lnTo>
                    <a:pt x="2587" y="10426"/>
                  </a:lnTo>
                  <a:lnTo>
                    <a:pt x="2858" y="10503"/>
                  </a:lnTo>
                  <a:lnTo>
                    <a:pt x="3128" y="10619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908" y="12666"/>
                  </a:lnTo>
                  <a:lnTo>
                    <a:pt x="6294" y="12936"/>
                  </a:lnTo>
                  <a:lnTo>
                    <a:pt x="6681" y="13207"/>
                  </a:lnTo>
                  <a:lnTo>
                    <a:pt x="7105" y="13400"/>
                  </a:lnTo>
                  <a:lnTo>
                    <a:pt x="7530" y="13593"/>
                  </a:lnTo>
                  <a:lnTo>
                    <a:pt x="7994" y="13708"/>
                  </a:lnTo>
                  <a:lnTo>
                    <a:pt x="8457" y="13786"/>
                  </a:lnTo>
                  <a:lnTo>
                    <a:pt x="8920" y="13747"/>
                  </a:lnTo>
                  <a:lnTo>
                    <a:pt x="9345" y="13670"/>
                  </a:lnTo>
                  <a:lnTo>
                    <a:pt x="9731" y="13515"/>
                  </a:lnTo>
                  <a:lnTo>
                    <a:pt x="10079" y="13322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34"/>
                  </a:lnTo>
                  <a:lnTo>
                    <a:pt x="11121" y="12087"/>
                  </a:lnTo>
                  <a:lnTo>
                    <a:pt x="11314" y="11739"/>
                  </a:lnTo>
                  <a:lnTo>
                    <a:pt x="11507" y="11199"/>
                  </a:lnTo>
                  <a:lnTo>
                    <a:pt x="11662" y="10658"/>
                  </a:lnTo>
                  <a:lnTo>
                    <a:pt x="11971" y="9615"/>
                  </a:lnTo>
                  <a:lnTo>
                    <a:pt x="12164" y="9075"/>
                  </a:lnTo>
                  <a:lnTo>
                    <a:pt x="12357" y="8573"/>
                  </a:lnTo>
                  <a:lnTo>
                    <a:pt x="12627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51"/>
                  </a:lnTo>
                  <a:lnTo>
                    <a:pt x="14017" y="6681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6"/>
                  </a:lnTo>
                  <a:lnTo>
                    <a:pt x="16296" y="5908"/>
                  </a:lnTo>
                  <a:lnTo>
                    <a:pt x="16914" y="5908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2"/>
                  </a:lnTo>
                  <a:lnTo>
                    <a:pt x="21316" y="7607"/>
                  </a:lnTo>
                  <a:lnTo>
                    <a:pt x="21740" y="7685"/>
                  </a:lnTo>
                  <a:lnTo>
                    <a:pt x="22165" y="7723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492"/>
                  </a:lnTo>
                  <a:lnTo>
                    <a:pt x="23748" y="7260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870"/>
                  </a:lnTo>
                  <a:lnTo>
                    <a:pt x="24907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171"/>
                  </a:lnTo>
                  <a:lnTo>
                    <a:pt x="24984" y="3707"/>
                  </a:lnTo>
                  <a:lnTo>
                    <a:pt x="24907" y="3283"/>
                  </a:lnTo>
                  <a:lnTo>
                    <a:pt x="24791" y="2819"/>
                  </a:lnTo>
                  <a:lnTo>
                    <a:pt x="24637" y="2394"/>
                  </a:lnTo>
                  <a:lnTo>
                    <a:pt x="24482" y="1970"/>
                  </a:lnTo>
                  <a:lnTo>
                    <a:pt x="24250" y="1545"/>
                  </a:lnTo>
                  <a:lnTo>
                    <a:pt x="24057" y="1159"/>
                  </a:lnTo>
                  <a:lnTo>
                    <a:pt x="23826" y="811"/>
                  </a:lnTo>
                  <a:lnTo>
                    <a:pt x="23941" y="348"/>
                  </a:lnTo>
                  <a:lnTo>
                    <a:pt x="23594" y="193"/>
                  </a:lnTo>
                  <a:lnTo>
                    <a:pt x="23208" y="77"/>
                  </a:lnTo>
                  <a:lnTo>
                    <a:pt x="23169" y="39"/>
                  </a:lnTo>
                  <a:lnTo>
                    <a:pt x="2309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21"/>
            <p:cNvSpPr/>
            <p:nvPr/>
          </p:nvSpPr>
          <p:spPr>
            <a:xfrm>
              <a:off x="3792600" y="9600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1"/>
                  </a:lnTo>
                  <a:lnTo>
                    <a:pt x="23479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3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4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7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1"/>
                  </a:lnTo>
                  <a:lnTo>
                    <a:pt x="23865" y="3514"/>
                  </a:lnTo>
                  <a:lnTo>
                    <a:pt x="23788" y="3398"/>
                  </a:lnTo>
                  <a:lnTo>
                    <a:pt x="23749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7"/>
                  </a:lnTo>
                  <a:lnTo>
                    <a:pt x="24097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0"/>
                  </a:lnTo>
                  <a:lnTo>
                    <a:pt x="16567" y="5406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3"/>
                  </a:lnTo>
                  <a:lnTo>
                    <a:pt x="15679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7"/>
                  </a:lnTo>
                  <a:lnTo>
                    <a:pt x="15949" y="5020"/>
                  </a:lnTo>
                  <a:lnTo>
                    <a:pt x="16065" y="4981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7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4" y="5290"/>
                  </a:lnTo>
                  <a:lnTo>
                    <a:pt x="23826" y="5097"/>
                  </a:lnTo>
                  <a:lnTo>
                    <a:pt x="23788" y="4981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0"/>
                  </a:lnTo>
                  <a:lnTo>
                    <a:pt x="17107" y="5175"/>
                  </a:lnTo>
                  <a:lnTo>
                    <a:pt x="17185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1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599"/>
                  </a:lnTo>
                  <a:lnTo>
                    <a:pt x="14250" y="5445"/>
                  </a:lnTo>
                  <a:lnTo>
                    <a:pt x="14366" y="5368"/>
                  </a:lnTo>
                  <a:lnTo>
                    <a:pt x="14443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3" y="5561"/>
                  </a:lnTo>
                  <a:lnTo>
                    <a:pt x="19308" y="5677"/>
                  </a:lnTo>
                  <a:lnTo>
                    <a:pt x="19386" y="5831"/>
                  </a:lnTo>
                  <a:lnTo>
                    <a:pt x="19386" y="5985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1" y="5677"/>
                  </a:lnTo>
                  <a:lnTo>
                    <a:pt x="18845" y="5522"/>
                  </a:lnTo>
                  <a:lnTo>
                    <a:pt x="18999" y="5483"/>
                  </a:lnTo>
                  <a:close/>
                  <a:moveTo>
                    <a:pt x="20197" y="6063"/>
                  </a:moveTo>
                  <a:lnTo>
                    <a:pt x="20351" y="6101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9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2" y="6951"/>
                  </a:lnTo>
                  <a:lnTo>
                    <a:pt x="20467" y="6758"/>
                  </a:lnTo>
                  <a:lnTo>
                    <a:pt x="20081" y="6565"/>
                  </a:lnTo>
                  <a:lnTo>
                    <a:pt x="19810" y="6410"/>
                  </a:lnTo>
                  <a:lnTo>
                    <a:pt x="19849" y="6294"/>
                  </a:lnTo>
                  <a:lnTo>
                    <a:pt x="19888" y="6179"/>
                  </a:lnTo>
                  <a:lnTo>
                    <a:pt x="20003" y="6140"/>
                  </a:lnTo>
                  <a:lnTo>
                    <a:pt x="20081" y="6101"/>
                  </a:lnTo>
                  <a:lnTo>
                    <a:pt x="20197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2" y="5985"/>
                  </a:lnTo>
                  <a:lnTo>
                    <a:pt x="24019" y="6024"/>
                  </a:lnTo>
                  <a:lnTo>
                    <a:pt x="24097" y="6024"/>
                  </a:lnTo>
                  <a:lnTo>
                    <a:pt x="23942" y="6294"/>
                  </a:lnTo>
                  <a:lnTo>
                    <a:pt x="23749" y="6565"/>
                  </a:lnTo>
                  <a:lnTo>
                    <a:pt x="23517" y="6796"/>
                  </a:lnTo>
                  <a:lnTo>
                    <a:pt x="23247" y="6989"/>
                  </a:lnTo>
                  <a:lnTo>
                    <a:pt x="23208" y="6951"/>
                  </a:lnTo>
                  <a:lnTo>
                    <a:pt x="23093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4" y="6179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1"/>
                  </a:moveTo>
                  <a:lnTo>
                    <a:pt x="13478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9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7" y="6951"/>
                  </a:lnTo>
                  <a:lnTo>
                    <a:pt x="12628" y="6796"/>
                  </a:lnTo>
                  <a:lnTo>
                    <a:pt x="12628" y="6681"/>
                  </a:lnTo>
                  <a:lnTo>
                    <a:pt x="12667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1"/>
                  </a:lnTo>
                  <a:close/>
                  <a:moveTo>
                    <a:pt x="22166" y="6565"/>
                  </a:moveTo>
                  <a:lnTo>
                    <a:pt x="22282" y="6603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5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4" y="7105"/>
                  </a:lnTo>
                  <a:lnTo>
                    <a:pt x="21471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50" y="6565"/>
                  </a:lnTo>
                  <a:close/>
                  <a:moveTo>
                    <a:pt x="12280" y="7414"/>
                  </a:moveTo>
                  <a:lnTo>
                    <a:pt x="12474" y="7453"/>
                  </a:lnTo>
                  <a:lnTo>
                    <a:pt x="12126" y="7993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3" y="8109"/>
                  </a:lnTo>
                  <a:lnTo>
                    <a:pt x="11663" y="7955"/>
                  </a:lnTo>
                  <a:lnTo>
                    <a:pt x="11663" y="7839"/>
                  </a:lnTo>
                  <a:lnTo>
                    <a:pt x="11740" y="7723"/>
                  </a:lnTo>
                  <a:lnTo>
                    <a:pt x="11817" y="7607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5" y="7414"/>
                  </a:lnTo>
                  <a:close/>
                  <a:moveTo>
                    <a:pt x="2241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50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1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9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3" y="8997"/>
                  </a:moveTo>
                  <a:lnTo>
                    <a:pt x="11470" y="9499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8" y="9847"/>
                  </a:lnTo>
                  <a:lnTo>
                    <a:pt x="10929" y="9692"/>
                  </a:lnTo>
                  <a:lnTo>
                    <a:pt x="10929" y="9577"/>
                  </a:lnTo>
                  <a:lnTo>
                    <a:pt x="10968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70" y="8997"/>
                  </a:lnTo>
                  <a:close/>
                  <a:moveTo>
                    <a:pt x="3785" y="9770"/>
                  </a:moveTo>
                  <a:lnTo>
                    <a:pt x="3901" y="9808"/>
                  </a:lnTo>
                  <a:lnTo>
                    <a:pt x="4017" y="9886"/>
                  </a:lnTo>
                  <a:lnTo>
                    <a:pt x="4094" y="10001"/>
                  </a:lnTo>
                  <a:lnTo>
                    <a:pt x="4133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5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4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2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1" y="10619"/>
                  </a:moveTo>
                  <a:lnTo>
                    <a:pt x="10968" y="11198"/>
                  </a:lnTo>
                  <a:lnTo>
                    <a:pt x="10736" y="11739"/>
                  </a:lnTo>
                  <a:lnTo>
                    <a:pt x="10659" y="11700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6" y="10967"/>
                  </a:lnTo>
                  <a:lnTo>
                    <a:pt x="10581" y="10812"/>
                  </a:lnTo>
                  <a:lnTo>
                    <a:pt x="10736" y="10696"/>
                  </a:lnTo>
                  <a:lnTo>
                    <a:pt x="10929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7" y="11662"/>
                  </a:lnTo>
                  <a:lnTo>
                    <a:pt x="6334" y="11778"/>
                  </a:lnTo>
                  <a:lnTo>
                    <a:pt x="6372" y="12009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0"/>
                  </a:lnTo>
                  <a:lnTo>
                    <a:pt x="5446" y="11623"/>
                  </a:lnTo>
                  <a:lnTo>
                    <a:pt x="5561" y="11546"/>
                  </a:lnTo>
                  <a:lnTo>
                    <a:pt x="5639" y="11507"/>
                  </a:lnTo>
                  <a:lnTo>
                    <a:pt x="5755" y="11469"/>
                  </a:lnTo>
                  <a:close/>
                  <a:moveTo>
                    <a:pt x="10543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1" y="12936"/>
                  </a:lnTo>
                  <a:lnTo>
                    <a:pt x="9771" y="12859"/>
                  </a:lnTo>
                  <a:lnTo>
                    <a:pt x="9655" y="12666"/>
                  </a:lnTo>
                  <a:lnTo>
                    <a:pt x="9655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4" y="12164"/>
                  </a:lnTo>
                  <a:lnTo>
                    <a:pt x="10157" y="12087"/>
                  </a:lnTo>
                  <a:lnTo>
                    <a:pt x="10543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40" y="13206"/>
                  </a:lnTo>
                  <a:lnTo>
                    <a:pt x="7338" y="13013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4" y="12627"/>
                  </a:moveTo>
                  <a:lnTo>
                    <a:pt x="8960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9" y="13206"/>
                  </a:lnTo>
                  <a:lnTo>
                    <a:pt x="9037" y="13284"/>
                  </a:lnTo>
                  <a:lnTo>
                    <a:pt x="8805" y="13322"/>
                  </a:lnTo>
                  <a:lnTo>
                    <a:pt x="8573" y="13322"/>
                  </a:lnTo>
                  <a:lnTo>
                    <a:pt x="8303" y="13284"/>
                  </a:lnTo>
                  <a:lnTo>
                    <a:pt x="8303" y="13206"/>
                  </a:lnTo>
                  <a:lnTo>
                    <a:pt x="8342" y="13013"/>
                  </a:lnTo>
                  <a:lnTo>
                    <a:pt x="8419" y="12820"/>
                  </a:lnTo>
                  <a:lnTo>
                    <a:pt x="8573" y="12704"/>
                  </a:lnTo>
                  <a:lnTo>
                    <a:pt x="8651" y="12666"/>
                  </a:lnTo>
                  <a:lnTo>
                    <a:pt x="8767" y="12627"/>
                  </a:lnTo>
                  <a:close/>
                  <a:moveTo>
                    <a:pt x="22977" y="0"/>
                  </a:moveTo>
                  <a:lnTo>
                    <a:pt x="22900" y="39"/>
                  </a:lnTo>
                  <a:lnTo>
                    <a:pt x="22822" y="77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900" y="772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1" y="1506"/>
                  </a:lnTo>
                  <a:lnTo>
                    <a:pt x="22591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1" y="2278"/>
                  </a:lnTo>
                  <a:lnTo>
                    <a:pt x="23054" y="2394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2" y="2703"/>
                  </a:lnTo>
                  <a:lnTo>
                    <a:pt x="23363" y="2896"/>
                  </a:lnTo>
                  <a:lnTo>
                    <a:pt x="23324" y="3089"/>
                  </a:lnTo>
                  <a:lnTo>
                    <a:pt x="23363" y="3282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0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79"/>
                  </a:lnTo>
                  <a:lnTo>
                    <a:pt x="23479" y="4750"/>
                  </a:lnTo>
                  <a:lnTo>
                    <a:pt x="23440" y="4904"/>
                  </a:lnTo>
                  <a:lnTo>
                    <a:pt x="23440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2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5" y="6294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4"/>
                  </a:lnTo>
                  <a:lnTo>
                    <a:pt x="21509" y="6410"/>
                  </a:lnTo>
                  <a:lnTo>
                    <a:pt x="21355" y="6565"/>
                  </a:lnTo>
                  <a:lnTo>
                    <a:pt x="21201" y="6796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8"/>
                  </a:lnTo>
                  <a:lnTo>
                    <a:pt x="20583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1" y="5792"/>
                  </a:lnTo>
                  <a:lnTo>
                    <a:pt x="19888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3"/>
                  </a:lnTo>
                  <a:lnTo>
                    <a:pt x="19463" y="5329"/>
                  </a:lnTo>
                  <a:lnTo>
                    <a:pt x="19386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0"/>
                  </a:lnTo>
                  <a:lnTo>
                    <a:pt x="18497" y="5406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2" y="4981"/>
                  </a:lnTo>
                  <a:lnTo>
                    <a:pt x="18304" y="4866"/>
                  </a:lnTo>
                  <a:lnTo>
                    <a:pt x="18189" y="4750"/>
                  </a:lnTo>
                  <a:lnTo>
                    <a:pt x="18073" y="4673"/>
                  </a:lnTo>
                  <a:lnTo>
                    <a:pt x="17957" y="4595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8" y="4595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6" y="5097"/>
                  </a:lnTo>
                  <a:lnTo>
                    <a:pt x="16760" y="4943"/>
                  </a:lnTo>
                  <a:lnTo>
                    <a:pt x="16605" y="4788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1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7" y="5175"/>
                  </a:lnTo>
                  <a:lnTo>
                    <a:pt x="15022" y="5059"/>
                  </a:lnTo>
                  <a:lnTo>
                    <a:pt x="14829" y="4981"/>
                  </a:lnTo>
                  <a:lnTo>
                    <a:pt x="14636" y="4943"/>
                  </a:lnTo>
                  <a:lnTo>
                    <a:pt x="14443" y="4981"/>
                  </a:lnTo>
                  <a:lnTo>
                    <a:pt x="14288" y="5020"/>
                  </a:lnTo>
                  <a:lnTo>
                    <a:pt x="14134" y="5097"/>
                  </a:lnTo>
                  <a:lnTo>
                    <a:pt x="14057" y="5175"/>
                  </a:lnTo>
                  <a:lnTo>
                    <a:pt x="13941" y="5290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2" y="5715"/>
                  </a:lnTo>
                  <a:lnTo>
                    <a:pt x="13169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89"/>
                  </a:lnTo>
                  <a:lnTo>
                    <a:pt x="12165" y="7028"/>
                  </a:lnTo>
                  <a:lnTo>
                    <a:pt x="11894" y="7105"/>
                  </a:lnTo>
                  <a:lnTo>
                    <a:pt x="11663" y="7221"/>
                  </a:lnTo>
                  <a:lnTo>
                    <a:pt x="11508" y="7414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3"/>
                  </a:lnTo>
                  <a:lnTo>
                    <a:pt x="11315" y="8148"/>
                  </a:lnTo>
                  <a:lnTo>
                    <a:pt x="11354" y="8302"/>
                  </a:lnTo>
                  <a:lnTo>
                    <a:pt x="11392" y="8457"/>
                  </a:lnTo>
                  <a:lnTo>
                    <a:pt x="11470" y="8611"/>
                  </a:lnTo>
                  <a:lnTo>
                    <a:pt x="11199" y="8650"/>
                  </a:lnTo>
                  <a:lnTo>
                    <a:pt x="10968" y="8804"/>
                  </a:lnTo>
                  <a:lnTo>
                    <a:pt x="10774" y="8997"/>
                  </a:lnTo>
                  <a:lnTo>
                    <a:pt x="10659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0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5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3" y="12087"/>
                  </a:lnTo>
                  <a:lnTo>
                    <a:pt x="9384" y="12202"/>
                  </a:lnTo>
                  <a:lnTo>
                    <a:pt x="9346" y="12318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8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5" y="12550"/>
                  </a:lnTo>
                  <a:lnTo>
                    <a:pt x="8187" y="12704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2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9" y="11894"/>
                  </a:lnTo>
                  <a:lnTo>
                    <a:pt x="6681" y="11700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4"/>
                  </a:lnTo>
                  <a:lnTo>
                    <a:pt x="6218" y="11198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6" y="10735"/>
                  </a:lnTo>
                  <a:lnTo>
                    <a:pt x="5330" y="10503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4" y="10310"/>
                  </a:lnTo>
                  <a:lnTo>
                    <a:pt x="4828" y="10310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6" y="9499"/>
                  </a:lnTo>
                  <a:lnTo>
                    <a:pt x="3901" y="9461"/>
                  </a:lnTo>
                  <a:lnTo>
                    <a:pt x="3747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5"/>
                  </a:lnTo>
                  <a:lnTo>
                    <a:pt x="3013" y="9770"/>
                  </a:lnTo>
                  <a:lnTo>
                    <a:pt x="2974" y="9615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4" y="9036"/>
                  </a:lnTo>
                  <a:lnTo>
                    <a:pt x="2241" y="8997"/>
                  </a:lnTo>
                  <a:lnTo>
                    <a:pt x="2048" y="9036"/>
                  </a:lnTo>
                  <a:lnTo>
                    <a:pt x="1854" y="9113"/>
                  </a:lnTo>
                  <a:lnTo>
                    <a:pt x="1700" y="9190"/>
                  </a:lnTo>
                  <a:lnTo>
                    <a:pt x="1546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0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0"/>
                  </a:lnTo>
                  <a:lnTo>
                    <a:pt x="812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9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09"/>
                  </a:lnTo>
                  <a:lnTo>
                    <a:pt x="3554" y="11932"/>
                  </a:lnTo>
                  <a:lnTo>
                    <a:pt x="3515" y="11816"/>
                  </a:lnTo>
                  <a:lnTo>
                    <a:pt x="3438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5" y="11816"/>
                  </a:lnTo>
                  <a:lnTo>
                    <a:pt x="3052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8" y="12666"/>
                  </a:lnTo>
                  <a:lnTo>
                    <a:pt x="1739" y="12704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2"/>
                  </a:lnTo>
                  <a:lnTo>
                    <a:pt x="619" y="12048"/>
                  </a:lnTo>
                  <a:lnTo>
                    <a:pt x="542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2" y="11198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19"/>
                  </a:lnTo>
                  <a:lnTo>
                    <a:pt x="1044" y="10542"/>
                  </a:lnTo>
                  <a:lnTo>
                    <a:pt x="1237" y="10465"/>
                  </a:lnTo>
                  <a:lnTo>
                    <a:pt x="1430" y="10388"/>
                  </a:lnTo>
                  <a:lnTo>
                    <a:pt x="1739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4"/>
                  </a:lnTo>
                  <a:lnTo>
                    <a:pt x="6257" y="12975"/>
                  </a:lnTo>
                  <a:lnTo>
                    <a:pt x="6681" y="13206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8" y="13786"/>
                  </a:lnTo>
                  <a:lnTo>
                    <a:pt x="8921" y="13786"/>
                  </a:lnTo>
                  <a:lnTo>
                    <a:pt x="9346" y="13708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9" y="12782"/>
                  </a:lnTo>
                  <a:lnTo>
                    <a:pt x="10929" y="12473"/>
                  </a:lnTo>
                  <a:lnTo>
                    <a:pt x="11122" y="12125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3" y="10696"/>
                  </a:lnTo>
                  <a:lnTo>
                    <a:pt x="11972" y="9615"/>
                  </a:lnTo>
                  <a:lnTo>
                    <a:pt x="12126" y="9113"/>
                  </a:lnTo>
                  <a:lnTo>
                    <a:pt x="12358" y="8611"/>
                  </a:lnTo>
                  <a:lnTo>
                    <a:pt x="12589" y="8109"/>
                  </a:lnTo>
                  <a:lnTo>
                    <a:pt x="12937" y="7646"/>
                  </a:lnTo>
                  <a:lnTo>
                    <a:pt x="13284" y="7298"/>
                  </a:lnTo>
                  <a:lnTo>
                    <a:pt x="13632" y="6989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70" y="6101"/>
                  </a:lnTo>
                  <a:lnTo>
                    <a:pt x="15833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5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1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8"/>
                  </a:lnTo>
                  <a:lnTo>
                    <a:pt x="24058" y="6989"/>
                  </a:lnTo>
                  <a:lnTo>
                    <a:pt x="24367" y="6642"/>
                  </a:lnTo>
                  <a:lnTo>
                    <a:pt x="24599" y="6294"/>
                  </a:lnTo>
                  <a:lnTo>
                    <a:pt x="24753" y="5908"/>
                  </a:lnTo>
                  <a:lnTo>
                    <a:pt x="24869" y="5483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2"/>
                  </a:lnTo>
                  <a:lnTo>
                    <a:pt x="24792" y="2858"/>
                  </a:lnTo>
                  <a:lnTo>
                    <a:pt x="24637" y="2394"/>
                  </a:lnTo>
                  <a:lnTo>
                    <a:pt x="24444" y="1970"/>
                  </a:lnTo>
                  <a:lnTo>
                    <a:pt x="24251" y="1583"/>
                  </a:lnTo>
                  <a:lnTo>
                    <a:pt x="24058" y="1197"/>
                  </a:lnTo>
                  <a:lnTo>
                    <a:pt x="23788" y="811"/>
                  </a:lnTo>
                  <a:lnTo>
                    <a:pt x="23942" y="386"/>
                  </a:lnTo>
                  <a:lnTo>
                    <a:pt x="23595" y="232"/>
                  </a:lnTo>
                  <a:lnTo>
                    <a:pt x="23208" y="116"/>
                  </a:lnTo>
                  <a:lnTo>
                    <a:pt x="23170" y="77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21"/>
            <p:cNvSpPr/>
            <p:nvPr/>
          </p:nvSpPr>
          <p:spPr>
            <a:xfrm>
              <a:off x="1687125" y="961000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1"/>
                  </a:moveTo>
                  <a:lnTo>
                    <a:pt x="3438" y="464"/>
                  </a:lnTo>
                  <a:lnTo>
                    <a:pt x="3785" y="657"/>
                  </a:lnTo>
                  <a:lnTo>
                    <a:pt x="4094" y="889"/>
                  </a:lnTo>
                  <a:lnTo>
                    <a:pt x="4364" y="1159"/>
                  </a:lnTo>
                  <a:lnTo>
                    <a:pt x="4635" y="1468"/>
                  </a:lnTo>
                  <a:lnTo>
                    <a:pt x="4866" y="1777"/>
                  </a:lnTo>
                  <a:lnTo>
                    <a:pt x="5059" y="2086"/>
                  </a:lnTo>
                  <a:lnTo>
                    <a:pt x="5253" y="2472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61" y="3592"/>
                  </a:lnTo>
                  <a:lnTo>
                    <a:pt x="5600" y="4017"/>
                  </a:lnTo>
                  <a:lnTo>
                    <a:pt x="5600" y="4403"/>
                  </a:lnTo>
                  <a:lnTo>
                    <a:pt x="5561" y="4828"/>
                  </a:lnTo>
                  <a:lnTo>
                    <a:pt x="5523" y="5214"/>
                  </a:lnTo>
                  <a:lnTo>
                    <a:pt x="5446" y="5639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99"/>
                  </a:lnTo>
                  <a:lnTo>
                    <a:pt x="4519" y="7685"/>
                  </a:lnTo>
                  <a:lnTo>
                    <a:pt x="4249" y="8033"/>
                  </a:lnTo>
                  <a:lnTo>
                    <a:pt x="3940" y="8419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46"/>
                  </a:lnTo>
                  <a:lnTo>
                    <a:pt x="2549" y="9616"/>
                  </a:lnTo>
                  <a:lnTo>
                    <a:pt x="2163" y="9848"/>
                  </a:lnTo>
                  <a:lnTo>
                    <a:pt x="1739" y="10041"/>
                  </a:lnTo>
                  <a:lnTo>
                    <a:pt x="1352" y="10234"/>
                  </a:lnTo>
                  <a:lnTo>
                    <a:pt x="889" y="10427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5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49" y="10234"/>
                  </a:lnTo>
                  <a:lnTo>
                    <a:pt x="2974" y="9963"/>
                  </a:lnTo>
                  <a:lnTo>
                    <a:pt x="3399" y="9654"/>
                  </a:lnTo>
                  <a:lnTo>
                    <a:pt x="3785" y="9307"/>
                  </a:lnTo>
                  <a:lnTo>
                    <a:pt x="4171" y="8921"/>
                  </a:lnTo>
                  <a:lnTo>
                    <a:pt x="4519" y="8535"/>
                  </a:lnTo>
                  <a:lnTo>
                    <a:pt x="4828" y="8148"/>
                  </a:lnTo>
                  <a:lnTo>
                    <a:pt x="5098" y="7685"/>
                  </a:lnTo>
                  <a:lnTo>
                    <a:pt x="5368" y="7260"/>
                  </a:lnTo>
                  <a:lnTo>
                    <a:pt x="5600" y="6797"/>
                  </a:lnTo>
                  <a:lnTo>
                    <a:pt x="5793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94"/>
                  </a:lnTo>
                  <a:lnTo>
                    <a:pt x="6063" y="3669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5" y="2434"/>
                  </a:lnTo>
                  <a:lnTo>
                    <a:pt x="5561" y="2047"/>
                  </a:lnTo>
                  <a:lnTo>
                    <a:pt x="5368" y="1700"/>
                  </a:lnTo>
                  <a:lnTo>
                    <a:pt x="5137" y="1352"/>
                  </a:lnTo>
                  <a:lnTo>
                    <a:pt x="4905" y="1005"/>
                  </a:lnTo>
                  <a:lnTo>
                    <a:pt x="4596" y="734"/>
                  </a:lnTo>
                  <a:lnTo>
                    <a:pt x="4287" y="464"/>
                  </a:lnTo>
                  <a:lnTo>
                    <a:pt x="3940" y="232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21"/>
            <p:cNvSpPr/>
            <p:nvPr/>
          </p:nvSpPr>
          <p:spPr>
            <a:xfrm>
              <a:off x="4302325" y="9697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5" y="5599"/>
                  </a:lnTo>
                  <a:lnTo>
                    <a:pt x="5329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39" y="8380"/>
                  </a:lnTo>
                  <a:lnTo>
                    <a:pt x="3630" y="8727"/>
                  </a:lnTo>
                  <a:lnTo>
                    <a:pt x="3283" y="9036"/>
                  </a:lnTo>
                  <a:lnTo>
                    <a:pt x="2935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8" y="10040"/>
                  </a:lnTo>
                  <a:lnTo>
                    <a:pt x="1313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7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39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21"/>
            <p:cNvSpPr/>
            <p:nvPr/>
          </p:nvSpPr>
          <p:spPr>
            <a:xfrm>
              <a:off x="5445325" y="9890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1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3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8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9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40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7" y="7183"/>
                  </a:lnTo>
                  <a:lnTo>
                    <a:pt x="12743" y="6681"/>
                  </a:lnTo>
                  <a:lnTo>
                    <a:pt x="12435" y="6218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6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21"/>
            <p:cNvSpPr/>
            <p:nvPr/>
          </p:nvSpPr>
          <p:spPr>
            <a:xfrm>
              <a:off x="4674950" y="1001550"/>
              <a:ext cx="375575" cy="387150"/>
            </a:xfrm>
            <a:custGeom>
              <a:avLst/>
              <a:gdLst/>
              <a:ahLst/>
              <a:cxnLst/>
              <a:rect l="l" t="t" r="r" b="b"/>
              <a:pathLst>
                <a:path w="15023" h="15486" extrusionOk="0">
                  <a:moveTo>
                    <a:pt x="7492" y="503"/>
                  </a:moveTo>
                  <a:lnTo>
                    <a:pt x="8033" y="541"/>
                  </a:lnTo>
                  <a:lnTo>
                    <a:pt x="8612" y="580"/>
                  </a:lnTo>
                  <a:lnTo>
                    <a:pt x="9153" y="696"/>
                  </a:lnTo>
                  <a:lnTo>
                    <a:pt x="9693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1" y="1545"/>
                  </a:lnTo>
                  <a:lnTo>
                    <a:pt x="11624" y="1815"/>
                  </a:lnTo>
                  <a:lnTo>
                    <a:pt x="10813" y="2202"/>
                  </a:lnTo>
                  <a:lnTo>
                    <a:pt x="10079" y="2626"/>
                  </a:lnTo>
                  <a:lnTo>
                    <a:pt x="9307" y="3090"/>
                  </a:lnTo>
                  <a:lnTo>
                    <a:pt x="8612" y="3630"/>
                  </a:lnTo>
                  <a:lnTo>
                    <a:pt x="7956" y="4171"/>
                  </a:lnTo>
                  <a:lnTo>
                    <a:pt x="7299" y="4789"/>
                  </a:lnTo>
                  <a:lnTo>
                    <a:pt x="6720" y="5445"/>
                  </a:lnTo>
                  <a:lnTo>
                    <a:pt x="6141" y="6140"/>
                  </a:lnTo>
                  <a:lnTo>
                    <a:pt x="5639" y="6874"/>
                  </a:lnTo>
                  <a:lnTo>
                    <a:pt x="5214" y="7646"/>
                  </a:lnTo>
                  <a:lnTo>
                    <a:pt x="4789" y="8419"/>
                  </a:lnTo>
                  <a:lnTo>
                    <a:pt x="4480" y="9230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4" y="11778"/>
                  </a:lnTo>
                  <a:lnTo>
                    <a:pt x="3747" y="12666"/>
                  </a:lnTo>
                  <a:lnTo>
                    <a:pt x="3592" y="12666"/>
                  </a:lnTo>
                  <a:lnTo>
                    <a:pt x="3283" y="11855"/>
                  </a:lnTo>
                  <a:lnTo>
                    <a:pt x="3052" y="11044"/>
                  </a:lnTo>
                  <a:lnTo>
                    <a:pt x="2858" y="10195"/>
                  </a:lnTo>
                  <a:lnTo>
                    <a:pt x="2704" y="9345"/>
                  </a:lnTo>
                  <a:lnTo>
                    <a:pt x="2588" y="8534"/>
                  </a:lnTo>
                  <a:lnTo>
                    <a:pt x="2550" y="7685"/>
                  </a:lnTo>
                  <a:lnTo>
                    <a:pt x="2588" y="6797"/>
                  </a:lnTo>
                  <a:lnTo>
                    <a:pt x="2704" y="5947"/>
                  </a:lnTo>
                  <a:lnTo>
                    <a:pt x="2858" y="5214"/>
                  </a:lnTo>
                  <a:lnTo>
                    <a:pt x="3052" y="4519"/>
                  </a:lnTo>
                  <a:lnTo>
                    <a:pt x="3322" y="3823"/>
                  </a:lnTo>
                  <a:lnTo>
                    <a:pt x="3669" y="3206"/>
                  </a:lnTo>
                  <a:lnTo>
                    <a:pt x="4017" y="2588"/>
                  </a:lnTo>
                  <a:lnTo>
                    <a:pt x="4442" y="1970"/>
                  </a:lnTo>
                  <a:lnTo>
                    <a:pt x="4905" y="1429"/>
                  </a:lnTo>
                  <a:lnTo>
                    <a:pt x="5407" y="889"/>
                  </a:lnTo>
                  <a:lnTo>
                    <a:pt x="5909" y="734"/>
                  </a:lnTo>
                  <a:lnTo>
                    <a:pt x="6411" y="618"/>
                  </a:lnTo>
                  <a:lnTo>
                    <a:pt x="6952" y="541"/>
                  </a:lnTo>
                  <a:lnTo>
                    <a:pt x="7492" y="503"/>
                  </a:lnTo>
                  <a:close/>
                  <a:moveTo>
                    <a:pt x="11972" y="2086"/>
                  </a:moveTo>
                  <a:lnTo>
                    <a:pt x="12358" y="2433"/>
                  </a:lnTo>
                  <a:lnTo>
                    <a:pt x="12705" y="2819"/>
                  </a:lnTo>
                  <a:lnTo>
                    <a:pt x="13053" y="3206"/>
                  </a:lnTo>
                  <a:lnTo>
                    <a:pt x="13323" y="3669"/>
                  </a:lnTo>
                  <a:lnTo>
                    <a:pt x="13593" y="4094"/>
                  </a:lnTo>
                  <a:lnTo>
                    <a:pt x="13864" y="4596"/>
                  </a:lnTo>
                  <a:lnTo>
                    <a:pt x="14057" y="5098"/>
                  </a:lnTo>
                  <a:lnTo>
                    <a:pt x="14211" y="5600"/>
                  </a:lnTo>
                  <a:lnTo>
                    <a:pt x="14327" y="6102"/>
                  </a:lnTo>
                  <a:lnTo>
                    <a:pt x="14443" y="6642"/>
                  </a:lnTo>
                  <a:lnTo>
                    <a:pt x="13671" y="6681"/>
                  </a:lnTo>
                  <a:lnTo>
                    <a:pt x="12898" y="6797"/>
                  </a:lnTo>
                  <a:lnTo>
                    <a:pt x="12165" y="6951"/>
                  </a:lnTo>
                  <a:lnTo>
                    <a:pt x="11392" y="7144"/>
                  </a:lnTo>
                  <a:lnTo>
                    <a:pt x="10659" y="7415"/>
                  </a:lnTo>
                  <a:lnTo>
                    <a:pt x="9964" y="7724"/>
                  </a:lnTo>
                  <a:lnTo>
                    <a:pt x="9230" y="8032"/>
                  </a:lnTo>
                  <a:lnTo>
                    <a:pt x="8535" y="8419"/>
                  </a:lnTo>
                  <a:lnTo>
                    <a:pt x="7878" y="8843"/>
                  </a:lnTo>
                  <a:lnTo>
                    <a:pt x="7261" y="9307"/>
                  </a:lnTo>
                  <a:lnTo>
                    <a:pt x="6643" y="9809"/>
                  </a:lnTo>
                  <a:lnTo>
                    <a:pt x="6102" y="10349"/>
                  </a:lnTo>
                  <a:lnTo>
                    <a:pt x="5561" y="10890"/>
                  </a:lnTo>
                  <a:lnTo>
                    <a:pt x="5098" y="11508"/>
                  </a:lnTo>
                  <a:lnTo>
                    <a:pt x="4635" y="12126"/>
                  </a:lnTo>
                  <a:lnTo>
                    <a:pt x="4249" y="12821"/>
                  </a:lnTo>
                  <a:lnTo>
                    <a:pt x="4133" y="12743"/>
                  </a:lnTo>
                  <a:lnTo>
                    <a:pt x="3978" y="12666"/>
                  </a:lnTo>
                  <a:lnTo>
                    <a:pt x="4094" y="11817"/>
                  </a:lnTo>
                  <a:lnTo>
                    <a:pt x="4326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4" y="8496"/>
                  </a:lnTo>
                  <a:lnTo>
                    <a:pt x="5600" y="7724"/>
                  </a:lnTo>
                  <a:lnTo>
                    <a:pt x="6025" y="6990"/>
                  </a:lnTo>
                  <a:lnTo>
                    <a:pt x="6527" y="6295"/>
                  </a:lnTo>
                  <a:lnTo>
                    <a:pt x="7067" y="5600"/>
                  </a:lnTo>
                  <a:lnTo>
                    <a:pt x="7608" y="4982"/>
                  </a:lnTo>
                  <a:lnTo>
                    <a:pt x="8226" y="4403"/>
                  </a:lnTo>
                  <a:lnTo>
                    <a:pt x="8921" y="3823"/>
                  </a:lnTo>
                  <a:lnTo>
                    <a:pt x="9616" y="3321"/>
                  </a:lnTo>
                  <a:lnTo>
                    <a:pt x="10350" y="2858"/>
                  </a:lnTo>
                  <a:lnTo>
                    <a:pt x="11122" y="2472"/>
                  </a:lnTo>
                  <a:lnTo>
                    <a:pt x="11972" y="2086"/>
                  </a:lnTo>
                  <a:close/>
                  <a:moveTo>
                    <a:pt x="14482" y="6990"/>
                  </a:moveTo>
                  <a:lnTo>
                    <a:pt x="14482" y="7839"/>
                  </a:lnTo>
                  <a:lnTo>
                    <a:pt x="14443" y="8689"/>
                  </a:lnTo>
                  <a:lnTo>
                    <a:pt x="14288" y="9538"/>
                  </a:lnTo>
                  <a:lnTo>
                    <a:pt x="14173" y="9963"/>
                  </a:lnTo>
                  <a:lnTo>
                    <a:pt x="14057" y="10349"/>
                  </a:lnTo>
                  <a:lnTo>
                    <a:pt x="13902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3" y="12241"/>
                  </a:lnTo>
                  <a:lnTo>
                    <a:pt x="12782" y="12589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2" y="13052"/>
                  </a:lnTo>
                  <a:lnTo>
                    <a:pt x="11701" y="12937"/>
                  </a:lnTo>
                  <a:lnTo>
                    <a:pt x="11122" y="12782"/>
                  </a:lnTo>
                  <a:lnTo>
                    <a:pt x="10543" y="12628"/>
                  </a:lnTo>
                  <a:lnTo>
                    <a:pt x="10002" y="12550"/>
                  </a:lnTo>
                  <a:lnTo>
                    <a:pt x="9423" y="12512"/>
                  </a:lnTo>
                  <a:lnTo>
                    <a:pt x="8844" y="12473"/>
                  </a:lnTo>
                  <a:lnTo>
                    <a:pt x="8303" y="12473"/>
                  </a:lnTo>
                  <a:lnTo>
                    <a:pt x="7763" y="12512"/>
                  </a:lnTo>
                  <a:lnTo>
                    <a:pt x="7222" y="12589"/>
                  </a:lnTo>
                  <a:lnTo>
                    <a:pt x="6720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1"/>
                  </a:lnTo>
                  <a:lnTo>
                    <a:pt x="4557" y="13130"/>
                  </a:lnTo>
                  <a:lnTo>
                    <a:pt x="4442" y="12937"/>
                  </a:lnTo>
                  <a:lnTo>
                    <a:pt x="4905" y="12319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1" y="10620"/>
                  </a:lnTo>
                  <a:lnTo>
                    <a:pt x="6990" y="10118"/>
                  </a:lnTo>
                  <a:lnTo>
                    <a:pt x="7569" y="9654"/>
                  </a:lnTo>
                  <a:lnTo>
                    <a:pt x="8149" y="9230"/>
                  </a:lnTo>
                  <a:lnTo>
                    <a:pt x="8767" y="8805"/>
                  </a:lnTo>
                  <a:lnTo>
                    <a:pt x="9423" y="8457"/>
                  </a:lnTo>
                  <a:lnTo>
                    <a:pt x="10079" y="8110"/>
                  </a:lnTo>
                  <a:lnTo>
                    <a:pt x="10736" y="7839"/>
                  </a:lnTo>
                  <a:lnTo>
                    <a:pt x="11470" y="7569"/>
                  </a:lnTo>
                  <a:lnTo>
                    <a:pt x="12165" y="7376"/>
                  </a:lnTo>
                  <a:lnTo>
                    <a:pt x="12937" y="7183"/>
                  </a:lnTo>
                  <a:lnTo>
                    <a:pt x="13671" y="7067"/>
                  </a:lnTo>
                  <a:lnTo>
                    <a:pt x="14482" y="6990"/>
                  </a:lnTo>
                  <a:close/>
                  <a:moveTo>
                    <a:pt x="4519" y="1236"/>
                  </a:moveTo>
                  <a:lnTo>
                    <a:pt x="4055" y="1854"/>
                  </a:lnTo>
                  <a:lnTo>
                    <a:pt x="3631" y="2472"/>
                  </a:lnTo>
                  <a:lnTo>
                    <a:pt x="3245" y="3128"/>
                  </a:lnTo>
                  <a:lnTo>
                    <a:pt x="2936" y="3823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8" y="6025"/>
                  </a:lnTo>
                  <a:lnTo>
                    <a:pt x="2241" y="6797"/>
                  </a:lnTo>
                  <a:lnTo>
                    <a:pt x="2202" y="7569"/>
                  </a:lnTo>
                  <a:lnTo>
                    <a:pt x="2202" y="8341"/>
                  </a:lnTo>
                  <a:lnTo>
                    <a:pt x="2279" y="9114"/>
                  </a:lnTo>
                  <a:lnTo>
                    <a:pt x="2395" y="9886"/>
                  </a:lnTo>
                  <a:lnTo>
                    <a:pt x="2550" y="10620"/>
                  </a:lnTo>
                  <a:lnTo>
                    <a:pt x="2781" y="11353"/>
                  </a:lnTo>
                  <a:lnTo>
                    <a:pt x="3013" y="12087"/>
                  </a:lnTo>
                  <a:lnTo>
                    <a:pt x="3322" y="12743"/>
                  </a:lnTo>
                  <a:lnTo>
                    <a:pt x="3129" y="12898"/>
                  </a:lnTo>
                  <a:lnTo>
                    <a:pt x="2936" y="13052"/>
                  </a:lnTo>
                  <a:lnTo>
                    <a:pt x="2820" y="13245"/>
                  </a:lnTo>
                  <a:lnTo>
                    <a:pt x="2743" y="13439"/>
                  </a:lnTo>
                  <a:lnTo>
                    <a:pt x="2395" y="13014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7" y="11624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9" y="10118"/>
                  </a:lnTo>
                  <a:lnTo>
                    <a:pt x="735" y="9616"/>
                  </a:lnTo>
                  <a:lnTo>
                    <a:pt x="619" y="9114"/>
                  </a:lnTo>
                  <a:lnTo>
                    <a:pt x="542" y="8573"/>
                  </a:lnTo>
                  <a:lnTo>
                    <a:pt x="503" y="8032"/>
                  </a:lnTo>
                  <a:lnTo>
                    <a:pt x="503" y="7492"/>
                  </a:lnTo>
                  <a:lnTo>
                    <a:pt x="542" y="6951"/>
                  </a:lnTo>
                  <a:lnTo>
                    <a:pt x="619" y="6411"/>
                  </a:lnTo>
                  <a:lnTo>
                    <a:pt x="773" y="5870"/>
                  </a:lnTo>
                  <a:lnTo>
                    <a:pt x="928" y="5329"/>
                  </a:lnTo>
                  <a:lnTo>
                    <a:pt x="1198" y="4673"/>
                  </a:lnTo>
                  <a:lnTo>
                    <a:pt x="1546" y="4055"/>
                  </a:lnTo>
                  <a:lnTo>
                    <a:pt x="1932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2009"/>
                  </a:lnTo>
                  <a:lnTo>
                    <a:pt x="3940" y="1584"/>
                  </a:lnTo>
                  <a:lnTo>
                    <a:pt x="4519" y="1236"/>
                  </a:lnTo>
                  <a:close/>
                  <a:moveTo>
                    <a:pt x="3862" y="12975"/>
                  </a:moveTo>
                  <a:lnTo>
                    <a:pt x="4017" y="13052"/>
                  </a:lnTo>
                  <a:lnTo>
                    <a:pt x="4171" y="13168"/>
                  </a:lnTo>
                  <a:lnTo>
                    <a:pt x="4287" y="13284"/>
                  </a:lnTo>
                  <a:lnTo>
                    <a:pt x="4326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6" y="13941"/>
                  </a:lnTo>
                  <a:lnTo>
                    <a:pt x="4210" y="14095"/>
                  </a:lnTo>
                  <a:lnTo>
                    <a:pt x="3785" y="13825"/>
                  </a:lnTo>
                  <a:lnTo>
                    <a:pt x="3360" y="13477"/>
                  </a:lnTo>
                  <a:lnTo>
                    <a:pt x="3245" y="13439"/>
                  </a:lnTo>
                  <a:lnTo>
                    <a:pt x="3167" y="13439"/>
                  </a:lnTo>
                  <a:lnTo>
                    <a:pt x="3052" y="13477"/>
                  </a:lnTo>
                  <a:lnTo>
                    <a:pt x="2974" y="13516"/>
                  </a:lnTo>
                  <a:lnTo>
                    <a:pt x="3052" y="13361"/>
                  </a:lnTo>
                  <a:lnTo>
                    <a:pt x="3167" y="13207"/>
                  </a:lnTo>
                  <a:lnTo>
                    <a:pt x="3322" y="13130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53" y="12859"/>
                  </a:moveTo>
                  <a:lnTo>
                    <a:pt x="9616" y="12898"/>
                  </a:lnTo>
                  <a:lnTo>
                    <a:pt x="10118" y="12975"/>
                  </a:lnTo>
                  <a:lnTo>
                    <a:pt x="10504" y="13014"/>
                  </a:lnTo>
                  <a:lnTo>
                    <a:pt x="11006" y="13130"/>
                  </a:lnTo>
                  <a:lnTo>
                    <a:pt x="11508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8"/>
                  </a:lnTo>
                  <a:lnTo>
                    <a:pt x="10659" y="14249"/>
                  </a:lnTo>
                  <a:lnTo>
                    <a:pt x="10234" y="14443"/>
                  </a:lnTo>
                  <a:lnTo>
                    <a:pt x="9770" y="14636"/>
                  </a:lnTo>
                  <a:lnTo>
                    <a:pt x="9307" y="14751"/>
                  </a:lnTo>
                  <a:lnTo>
                    <a:pt x="8844" y="14867"/>
                  </a:lnTo>
                  <a:lnTo>
                    <a:pt x="8342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3" y="14945"/>
                  </a:lnTo>
                  <a:lnTo>
                    <a:pt x="6411" y="14867"/>
                  </a:lnTo>
                  <a:lnTo>
                    <a:pt x="5948" y="14790"/>
                  </a:lnTo>
                  <a:lnTo>
                    <a:pt x="5484" y="14636"/>
                  </a:lnTo>
                  <a:lnTo>
                    <a:pt x="5021" y="14481"/>
                  </a:lnTo>
                  <a:lnTo>
                    <a:pt x="4596" y="14288"/>
                  </a:lnTo>
                  <a:lnTo>
                    <a:pt x="4712" y="14018"/>
                  </a:lnTo>
                  <a:lnTo>
                    <a:pt x="4751" y="13747"/>
                  </a:lnTo>
                  <a:lnTo>
                    <a:pt x="4712" y="13593"/>
                  </a:lnTo>
                  <a:lnTo>
                    <a:pt x="5561" y="13323"/>
                  </a:lnTo>
                  <a:lnTo>
                    <a:pt x="6411" y="13091"/>
                  </a:lnTo>
                  <a:lnTo>
                    <a:pt x="7299" y="12937"/>
                  </a:lnTo>
                  <a:lnTo>
                    <a:pt x="8187" y="12859"/>
                  </a:lnTo>
                  <a:close/>
                  <a:moveTo>
                    <a:pt x="7608" y="1"/>
                  </a:moveTo>
                  <a:lnTo>
                    <a:pt x="6990" y="39"/>
                  </a:lnTo>
                  <a:lnTo>
                    <a:pt x="6450" y="116"/>
                  </a:lnTo>
                  <a:lnTo>
                    <a:pt x="5870" y="232"/>
                  </a:lnTo>
                  <a:lnTo>
                    <a:pt x="5330" y="387"/>
                  </a:lnTo>
                  <a:lnTo>
                    <a:pt x="4789" y="580"/>
                  </a:lnTo>
                  <a:lnTo>
                    <a:pt x="4249" y="812"/>
                  </a:lnTo>
                  <a:lnTo>
                    <a:pt x="3785" y="1120"/>
                  </a:lnTo>
                  <a:lnTo>
                    <a:pt x="3283" y="1429"/>
                  </a:lnTo>
                  <a:lnTo>
                    <a:pt x="2820" y="1777"/>
                  </a:lnTo>
                  <a:lnTo>
                    <a:pt x="2395" y="2163"/>
                  </a:lnTo>
                  <a:lnTo>
                    <a:pt x="2009" y="2588"/>
                  </a:lnTo>
                  <a:lnTo>
                    <a:pt x="1623" y="3013"/>
                  </a:lnTo>
                  <a:lnTo>
                    <a:pt x="1275" y="3515"/>
                  </a:lnTo>
                  <a:lnTo>
                    <a:pt x="966" y="4017"/>
                  </a:lnTo>
                  <a:lnTo>
                    <a:pt x="696" y="4596"/>
                  </a:lnTo>
                  <a:lnTo>
                    <a:pt x="426" y="5252"/>
                  </a:lnTo>
                  <a:lnTo>
                    <a:pt x="233" y="5909"/>
                  </a:lnTo>
                  <a:lnTo>
                    <a:pt x="117" y="6565"/>
                  </a:lnTo>
                  <a:lnTo>
                    <a:pt x="40" y="7222"/>
                  </a:lnTo>
                  <a:lnTo>
                    <a:pt x="1" y="7917"/>
                  </a:lnTo>
                  <a:lnTo>
                    <a:pt x="40" y="8612"/>
                  </a:lnTo>
                  <a:lnTo>
                    <a:pt x="117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6" y="11238"/>
                  </a:lnTo>
                  <a:lnTo>
                    <a:pt x="1005" y="11817"/>
                  </a:lnTo>
                  <a:lnTo>
                    <a:pt x="1352" y="12396"/>
                  </a:lnTo>
                  <a:lnTo>
                    <a:pt x="1739" y="12937"/>
                  </a:lnTo>
                  <a:lnTo>
                    <a:pt x="2202" y="13439"/>
                  </a:lnTo>
                  <a:lnTo>
                    <a:pt x="2704" y="13902"/>
                  </a:lnTo>
                  <a:lnTo>
                    <a:pt x="2781" y="13941"/>
                  </a:lnTo>
                  <a:lnTo>
                    <a:pt x="2820" y="13941"/>
                  </a:lnTo>
                  <a:lnTo>
                    <a:pt x="2936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520"/>
                  </a:lnTo>
                  <a:lnTo>
                    <a:pt x="4133" y="14597"/>
                  </a:lnTo>
                  <a:lnTo>
                    <a:pt x="4557" y="14829"/>
                  </a:lnTo>
                  <a:lnTo>
                    <a:pt x="4982" y="14983"/>
                  </a:lnTo>
                  <a:lnTo>
                    <a:pt x="5407" y="15138"/>
                  </a:lnTo>
                  <a:lnTo>
                    <a:pt x="5870" y="15292"/>
                  </a:lnTo>
                  <a:lnTo>
                    <a:pt x="6334" y="15369"/>
                  </a:lnTo>
                  <a:lnTo>
                    <a:pt x="6797" y="15447"/>
                  </a:lnTo>
                  <a:lnTo>
                    <a:pt x="7299" y="15485"/>
                  </a:lnTo>
                  <a:lnTo>
                    <a:pt x="7763" y="15485"/>
                  </a:lnTo>
                  <a:lnTo>
                    <a:pt x="8226" y="15447"/>
                  </a:lnTo>
                  <a:lnTo>
                    <a:pt x="8689" y="15408"/>
                  </a:lnTo>
                  <a:lnTo>
                    <a:pt x="9153" y="15331"/>
                  </a:lnTo>
                  <a:lnTo>
                    <a:pt x="9616" y="15215"/>
                  </a:lnTo>
                  <a:lnTo>
                    <a:pt x="10079" y="15060"/>
                  </a:lnTo>
                  <a:lnTo>
                    <a:pt x="10543" y="14867"/>
                  </a:lnTo>
                  <a:lnTo>
                    <a:pt x="10968" y="14674"/>
                  </a:lnTo>
                  <a:lnTo>
                    <a:pt x="11392" y="14443"/>
                  </a:lnTo>
                  <a:lnTo>
                    <a:pt x="11856" y="14134"/>
                  </a:lnTo>
                  <a:lnTo>
                    <a:pt x="12319" y="13786"/>
                  </a:lnTo>
                  <a:lnTo>
                    <a:pt x="12744" y="13400"/>
                  </a:lnTo>
                  <a:lnTo>
                    <a:pt x="13130" y="12975"/>
                  </a:lnTo>
                  <a:lnTo>
                    <a:pt x="13478" y="12550"/>
                  </a:lnTo>
                  <a:lnTo>
                    <a:pt x="13786" y="12048"/>
                  </a:lnTo>
                  <a:lnTo>
                    <a:pt x="14057" y="11585"/>
                  </a:lnTo>
                  <a:lnTo>
                    <a:pt x="14288" y="11044"/>
                  </a:lnTo>
                  <a:lnTo>
                    <a:pt x="14520" y="10542"/>
                  </a:lnTo>
                  <a:lnTo>
                    <a:pt x="14675" y="10002"/>
                  </a:lnTo>
                  <a:lnTo>
                    <a:pt x="14829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5" y="6604"/>
                  </a:lnTo>
                  <a:lnTo>
                    <a:pt x="14829" y="5986"/>
                  </a:lnTo>
                  <a:lnTo>
                    <a:pt x="14675" y="5407"/>
                  </a:lnTo>
                  <a:lnTo>
                    <a:pt x="14482" y="4827"/>
                  </a:lnTo>
                  <a:lnTo>
                    <a:pt x="14250" y="4287"/>
                  </a:lnTo>
                  <a:lnTo>
                    <a:pt x="13980" y="3746"/>
                  </a:lnTo>
                  <a:lnTo>
                    <a:pt x="13671" y="3244"/>
                  </a:lnTo>
                  <a:lnTo>
                    <a:pt x="13323" y="2742"/>
                  </a:lnTo>
                  <a:lnTo>
                    <a:pt x="12937" y="2317"/>
                  </a:lnTo>
                  <a:lnTo>
                    <a:pt x="12512" y="1893"/>
                  </a:lnTo>
                  <a:lnTo>
                    <a:pt x="12049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3" y="618"/>
                  </a:lnTo>
                  <a:lnTo>
                    <a:pt x="9964" y="387"/>
                  </a:lnTo>
                  <a:lnTo>
                    <a:pt x="9384" y="232"/>
                  </a:lnTo>
                  <a:lnTo>
                    <a:pt x="8767" y="116"/>
                  </a:lnTo>
                  <a:lnTo>
                    <a:pt x="8187" y="39"/>
                  </a:lnTo>
                  <a:lnTo>
                    <a:pt x="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21"/>
            <p:cNvSpPr/>
            <p:nvPr/>
          </p:nvSpPr>
          <p:spPr>
            <a:xfrm>
              <a:off x="5477175" y="10025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2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21"/>
            <p:cNvSpPr/>
            <p:nvPr/>
          </p:nvSpPr>
          <p:spPr>
            <a:xfrm>
              <a:off x="2850400" y="1030525"/>
              <a:ext cx="475950" cy="686400"/>
            </a:xfrm>
            <a:custGeom>
              <a:avLst/>
              <a:gdLst/>
              <a:ahLst/>
              <a:cxnLst/>
              <a:rect l="l" t="t" r="r" b="b"/>
              <a:pathLst>
                <a:path w="19038" h="27456" extrusionOk="0">
                  <a:moveTo>
                    <a:pt x="18690" y="309"/>
                  </a:moveTo>
                  <a:lnTo>
                    <a:pt x="18690" y="463"/>
                  </a:lnTo>
                  <a:lnTo>
                    <a:pt x="18382" y="2047"/>
                  </a:lnTo>
                  <a:lnTo>
                    <a:pt x="17995" y="3668"/>
                  </a:lnTo>
                  <a:lnTo>
                    <a:pt x="17609" y="5252"/>
                  </a:lnTo>
                  <a:lnTo>
                    <a:pt x="17184" y="6873"/>
                  </a:lnTo>
                  <a:lnTo>
                    <a:pt x="16489" y="6873"/>
                  </a:lnTo>
                  <a:lnTo>
                    <a:pt x="16180" y="6835"/>
                  </a:lnTo>
                  <a:lnTo>
                    <a:pt x="15833" y="6758"/>
                  </a:lnTo>
                  <a:lnTo>
                    <a:pt x="15524" y="6680"/>
                  </a:lnTo>
                  <a:lnTo>
                    <a:pt x="15215" y="6565"/>
                  </a:lnTo>
                  <a:lnTo>
                    <a:pt x="14906" y="6410"/>
                  </a:lnTo>
                  <a:lnTo>
                    <a:pt x="14597" y="6217"/>
                  </a:lnTo>
                  <a:lnTo>
                    <a:pt x="14327" y="6024"/>
                  </a:lnTo>
                  <a:lnTo>
                    <a:pt x="14057" y="5792"/>
                  </a:lnTo>
                  <a:lnTo>
                    <a:pt x="13593" y="5329"/>
                  </a:lnTo>
                  <a:lnTo>
                    <a:pt x="13168" y="4788"/>
                  </a:lnTo>
                  <a:lnTo>
                    <a:pt x="12782" y="4248"/>
                  </a:lnTo>
                  <a:lnTo>
                    <a:pt x="13477" y="3668"/>
                  </a:lnTo>
                  <a:lnTo>
                    <a:pt x="14172" y="3128"/>
                  </a:lnTo>
                  <a:lnTo>
                    <a:pt x="14868" y="2587"/>
                  </a:lnTo>
                  <a:lnTo>
                    <a:pt x="15601" y="2085"/>
                  </a:lnTo>
                  <a:lnTo>
                    <a:pt x="16374" y="1622"/>
                  </a:lnTo>
                  <a:lnTo>
                    <a:pt x="17146" y="1158"/>
                  </a:lnTo>
                  <a:lnTo>
                    <a:pt x="17918" y="734"/>
                  </a:lnTo>
                  <a:lnTo>
                    <a:pt x="18690" y="309"/>
                  </a:lnTo>
                  <a:close/>
                  <a:moveTo>
                    <a:pt x="6063" y="12434"/>
                  </a:moveTo>
                  <a:lnTo>
                    <a:pt x="5793" y="13013"/>
                  </a:lnTo>
                  <a:lnTo>
                    <a:pt x="5600" y="13592"/>
                  </a:lnTo>
                  <a:lnTo>
                    <a:pt x="5446" y="14172"/>
                  </a:lnTo>
                  <a:lnTo>
                    <a:pt x="5291" y="14790"/>
                  </a:lnTo>
                  <a:lnTo>
                    <a:pt x="5252" y="15369"/>
                  </a:lnTo>
                  <a:lnTo>
                    <a:pt x="5214" y="15407"/>
                  </a:lnTo>
                  <a:lnTo>
                    <a:pt x="4750" y="16102"/>
                  </a:lnTo>
                  <a:lnTo>
                    <a:pt x="4287" y="16797"/>
                  </a:lnTo>
                  <a:lnTo>
                    <a:pt x="4171" y="17106"/>
                  </a:lnTo>
                  <a:lnTo>
                    <a:pt x="4017" y="17415"/>
                  </a:lnTo>
                  <a:lnTo>
                    <a:pt x="3824" y="17724"/>
                  </a:lnTo>
                  <a:lnTo>
                    <a:pt x="3746" y="17840"/>
                  </a:lnTo>
                  <a:lnTo>
                    <a:pt x="3631" y="17956"/>
                  </a:lnTo>
                  <a:lnTo>
                    <a:pt x="3476" y="18033"/>
                  </a:lnTo>
                  <a:lnTo>
                    <a:pt x="3283" y="18072"/>
                  </a:lnTo>
                  <a:lnTo>
                    <a:pt x="2858" y="18110"/>
                  </a:lnTo>
                  <a:lnTo>
                    <a:pt x="2009" y="18149"/>
                  </a:lnTo>
                  <a:lnTo>
                    <a:pt x="426" y="18342"/>
                  </a:lnTo>
                  <a:lnTo>
                    <a:pt x="426" y="18342"/>
                  </a:lnTo>
                  <a:lnTo>
                    <a:pt x="850" y="17724"/>
                  </a:lnTo>
                  <a:lnTo>
                    <a:pt x="1275" y="17106"/>
                  </a:lnTo>
                  <a:lnTo>
                    <a:pt x="1661" y="16489"/>
                  </a:lnTo>
                  <a:lnTo>
                    <a:pt x="2009" y="15832"/>
                  </a:lnTo>
                  <a:lnTo>
                    <a:pt x="2549" y="14751"/>
                  </a:lnTo>
                  <a:lnTo>
                    <a:pt x="2820" y="14017"/>
                  </a:lnTo>
                  <a:lnTo>
                    <a:pt x="3013" y="13670"/>
                  </a:lnTo>
                  <a:lnTo>
                    <a:pt x="3206" y="13322"/>
                  </a:lnTo>
                  <a:lnTo>
                    <a:pt x="3360" y="13322"/>
                  </a:lnTo>
                  <a:lnTo>
                    <a:pt x="3399" y="13245"/>
                  </a:lnTo>
                  <a:lnTo>
                    <a:pt x="3438" y="13206"/>
                  </a:lnTo>
                  <a:lnTo>
                    <a:pt x="4750" y="12782"/>
                  </a:lnTo>
                  <a:lnTo>
                    <a:pt x="6063" y="12434"/>
                  </a:lnTo>
                  <a:close/>
                  <a:moveTo>
                    <a:pt x="12551" y="4441"/>
                  </a:moveTo>
                  <a:lnTo>
                    <a:pt x="12898" y="5020"/>
                  </a:lnTo>
                  <a:lnTo>
                    <a:pt x="13362" y="5561"/>
                  </a:lnTo>
                  <a:lnTo>
                    <a:pt x="13864" y="6101"/>
                  </a:lnTo>
                  <a:lnTo>
                    <a:pt x="14172" y="6333"/>
                  </a:lnTo>
                  <a:lnTo>
                    <a:pt x="14443" y="6565"/>
                  </a:lnTo>
                  <a:lnTo>
                    <a:pt x="14752" y="6758"/>
                  </a:lnTo>
                  <a:lnTo>
                    <a:pt x="15061" y="6951"/>
                  </a:lnTo>
                  <a:lnTo>
                    <a:pt x="15370" y="7067"/>
                  </a:lnTo>
                  <a:lnTo>
                    <a:pt x="15717" y="7182"/>
                  </a:lnTo>
                  <a:lnTo>
                    <a:pt x="16026" y="7260"/>
                  </a:lnTo>
                  <a:lnTo>
                    <a:pt x="16721" y="7260"/>
                  </a:lnTo>
                  <a:lnTo>
                    <a:pt x="17107" y="7182"/>
                  </a:lnTo>
                  <a:lnTo>
                    <a:pt x="16682" y="8573"/>
                  </a:lnTo>
                  <a:lnTo>
                    <a:pt x="16180" y="9963"/>
                  </a:lnTo>
                  <a:lnTo>
                    <a:pt x="15756" y="11160"/>
                  </a:lnTo>
                  <a:lnTo>
                    <a:pt x="15254" y="12357"/>
                  </a:lnTo>
                  <a:lnTo>
                    <a:pt x="14752" y="13515"/>
                  </a:lnTo>
                  <a:lnTo>
                    <a:pt x="14172" y="14635"/>
                  </a:lnTo>
                  <a:lnTo>
                    <a:pt x="13555" y="15793"/>
                  </a:lnTo>
                  <a:lnTo>
                    <a:pt x="13207" y="16373"/>
                  </a:lnTo>
                  <a:lnTo>
                    <a:pt x="12860" y="16952"/>
                  </a:lnTo>
                  <a:lnTo>
                    <a:pt x="12473" y="17493"/>
                  </a:lnTo>
                  <a:lnTo>
                    <a:pt x="12087" y="17995"/>
                  </a:lnTo>
                  <a:lnTo>
                    <a:pt x="11624" y="18458"/>
                  </a:lnTo>
                  <a:lnTo>
                    <a:pt x="11161" y="18883"/>
                  </a:lnTo>
                  <a:lnTo>
                    <a:pt x="10620" y="19230"/>
                  </a:lnTo>
                  <a:lnTo>
                    <a:pt x="10079" y="19462"/>
                  </a:lnTo>
                  <a:lnTo>
                    <a:pt x="9809" y="19578"/>
                  </a:lnTo>
                  <a:lnTo>
                    <a:pt x="9539" y="19655"/>
                  </a:lnTo>
                  <a:lnTo>
                    <a:pt x="9230" y="19694"/>
                  </a:lnTo>
                  <a:lnTo>
                    <a:pt x="8959" y="19732"/>
                  </a:lnTo>
                  <a:lnTo>
                    <a:pt x="8689" y="19732"/>
                  </a:lnTo>
                  <a:lnTo>
                    <a:pt x="8380" y="19694"/>
                  </a:lnTo>
                  <a:lnTo>
                    <a:pt x="8110" y="19616"/>
                  </a:lnTo>
                  <a:lnTo>
                    <a:pt x="7840" y="19539"/>
                  </a:lnTo>
                  <a:lnTo>
                    <a:pt x="7569" y="19423"/>
                  </a:lnTo>
                  <a:lnTo>
                    <a:pt x="7299" y="19269"/>
                  </a:lnTo>
                  <a:lnTo>
                    <a:pt x="7067" y="19114"/>
                  </a:lnTo>
                  <a:lnTo>
                    <a:pt x="6836" y="18883"/>
                  </a:lnTo>
                  <a:lnTo>
                    <a:pt x="6450" y="18458"/>
                  </a:lnTo>
                  <a:lnTo>
                    <a:pt x="6141" y="17956"/>
                  </a:lnTo>
                  <a:lnTo>
                    <a:pt x="5870" y="17454"/>
                  </a:lnTo>
                  <a:lnTo>
                    <a:pt x="5716" y="16913"/>
                  </a:lnTo>
                  <a:lnTo>
                    <a:pt x="5639" y="16334"/>
                  </a:lnTo>
                  <a:lnTo>
                    <a:pt x="5600" y="15755"/>
                  </a:lnTo>
                  <a:lnTo>
                    <a:pt x="5639" y="15214"/>
                  </a:lnTo>
                  <a:lnTo>
                    <a:pt x="5716" y="14635"/>
                  </a:lnTo>
                  <a:lnTo>
                    <a:pt x="5832" y="14056"/>
                  </a:lnTo>
                  <a:lnTo>
                    <a:pt x="6025" y="13515"/>
                  </a:lnTo>
                  <a:lnTo>
                    <a:pt x="6218" y="13013"/>
                  </a:lnTo>
                  <a:lnTo>
                    <a:pt x="6450" y="12473"/>
                  </a:lnTo>
                  <a:lnTo>
                    <a:pt x="6952" y="11469"/>
                  </a:lnTo>
                  <a:lnTo>
                    <a:pt x="7531" y="10465"/>
                  </a:lnTo>
                  <a:lnTo>
                    <a:pt x="8149" y="9461"/>
                  </a:lnTo>
                  <a:lnTo>
                    <a:pt x="8844" y="8495"/>
                  </a:lnTo>
                  <a:lnTo>
                    <a:pt x="9539" y="7530"/>
                  </a:lnTo>
                  <a:lnTo>
                    <a:pt x="10311" y="6642"/>
                  </a:lnTo>
                  <a:lnTo>
                    <a:pt x="10852" y="6063"/>
                  </a:lnTo>
                  <a:lnTo>
                    <a:pt x="11392" y="5522"/>
                  </a:lnTo>
                  <a:lnTo>
                    <a:pt x="11971" y="4981"/>
                  </a:lnTo>
                  <a:lnTo>
                    <a:pt x="12551" y="4441"/>
                  </a:lnTo>
                  <a:close/>
                  <a:moveTo>
                    <a:pt x="5986" y="18419"/>
                  </a:moveTo>
                  <a:lnTo>
                    <a:pt x="6218" y="18767"/>
                  </a:lnTo>
                  <a:lnTo>
                    <a:pt x="6450" y="19076"/>
                  </a:lnTo>
                  <a:lnTo>
                    <a:pt x="6758" y="19346"/>
                  </a:lnTo>
                  <a:lnTo>
                    <a:pt x="7067" y="19616"/>
                  </a:lnTo>
                  <a:lnTo>
                    <a:pt x="7415" y="19809"/>
                  </a:lnTo>
                  <a:lnTo>
                    <a:pt x="7801" y="19964"/>
                  </a:lnTo>
                  <a:lnTo>
                    <a:pt x="8187" y="20080"/>
                  </a:lnTo>
                  <a:lnTo>
                    <a:pt x="8612" y="20118"/>
                  </a:lnTo>
                  <a:lnTo>
                    <a:pt x="8535" y="20466"/>
                  </a:lnTo>
                  <a:lnTo>
                    <a:pt x="8496" y="20852"/>
                  </a:lnTo>
                  <a:lnTo>
                    <a:pt x="7994" y="20813"/>
                  </a:lnTo>
                  <a:lnTo>
                    <a:pt x="7531" y="20698"/>
                  </a:lnTo>
                  <a:lnTo>
                    <a:pt x="7106" y="20504"/>
                  </a:lnTo>
                  <a:lnTo>
                    <a:pt x="6720" y="20273"/>
                  </a:lnTo>
                  <a:lnTo>
                    <a:pt x="6334" y="20002"/>
                  </a:lnTo>
                  <a:lnTo>
                    <a:pt x="6025" y="19655"/>
                  </a:lnTo>
                  <a:lnTo>
                    <a:pt x="5716" y="19307"/>
                  </a:lnTo>
                  <a:lnTo>
                    <a:pt x="5446" y="18883"/>
                  </a:lnTo>
                  <a:lnTo>
                    <a:pt x="5446" y="18844"/>
                  </a:lnTo>
                  <a:lnTo>
                    <a:pt x="5986" y="18419"/>
                  </a:lnTo>
                  <a:close/>
                  <a:moveTo>
                    <a:pt x="5291" y="18960"/>
                  </a:moveTo>
                  <a:lnTo>
                    <a:pt x="5523" y="19462"/>
                  </a:lnTo>
                  <a:lnTo>
                    <a:pt x="5793" y="19887"/>
                  </a:lnTo>
                  <a:lnTo>
                    <a:pt x="6141" y="20234"/>
                  </a:lnTo>
                  <a:lnTo>
                    <a:pt x="6527" y="20582"/>
                  </a:lnTo>
                  <a:lnTo>
                    <a:pt x="6952" y="20813"/>
                  </a:lnTo>
                  <a:lnTo>
                    <a:pt x="7453" y="21006"/>
                  </a:lnTo>
                  <a:lnTo>
                    <a:pt x="7955" y="21122"/>
                  </a:lnTo>
                  <a:lnTo>
                    <a:pt x="8457" y="21161"/>
                  </a:lnTo>
                  <a:lnTo>
                    <a:pt x="8496" y="21702"/>
                  </a:lnTo>
                  <a:lnTo>
                    <a:pt x="7878" y="21624"/>
                  </a:lnTo>
                  <a:lnTo>
                    <a:pt x="7299" y="21508"/>
                  </a:lnTo>
                  <a:lnTo>
                    <a:pt x="6797" y="21315"/>
                  </a:lnTo>
                  <a:lnTo>
                    <a:pt x="6295" y="21084"/>
                  </a:lnTo>
                  <a:lnTo>
                    <a:pt x="5870" y="20775"/>
                  </a:lnTo>
                  <a:lnTo>
                    <a:pt x="5446" y="20389"/>
                  </a:lnTo>
                  <a:lnTo>
                    <a:pt x="5021" y="19964"/>
                  </a:lnTo>
                  <a:lnTo>
                    <a:pt x="4673" y="19501"/>
                  </a:lnTo>
                  <a:lnTo>
                    <a:pt x="4828" y="19385"/>
                  </a:lnTo>
                  <a:lnTo>
                    <a:pt x="4982" y="19269"/>
                  </a:lnTo>
                  <a:lnTo>
                    <a:pt x="5291" y="18960"/>
                  </a:lnTo>
                  <a:close/>
                  <a:moveTo>
                    <a:pt x="13555" y="16527"/>
                  </a:moveTo>
                  <a:lnTo>
                    <a:pt x="13748" y="17184"/>
                  </a:lnTo>
                  <a:lnTo>
                    <a:pt x="13979" y="17840"/>
                  </a:lnTo>
                  <a:lnTo>
                    <a:pt x="14250" y="18458"/>
                  </a:lnTo>
                  <a:lnTo>
                    <a:pt x="14597" y="19037"/>
                  </a:lnTo>
                  <a:lnTo>
                    <a:pt x="13670" y="20157"/>
                  </a:lnTo>
                  <a:lnTo>
                    <a:pt x="12782" y="21315"/>
                  </a:lnTo>
                  <a:lnTo>
                    <a:pt x="11083" y="23748"/>
                  </a:lnTo>
                  <a:lnTo>
                    <a:pt x="10736" y="22783"/>
                  </a:lnTo>
                  <a:lnTo>
                    <a:pt x="10350" y="21856"/>
                  </a:lnTo>
                  <a:lnTo>
                    <a:pt x="10234" y="21586"/>
                  </a:lnTo>
                  <a:lnTo>
                    <a:pt x="10195" y="21354"/>
                  </a:lnTo>
                  <a:lnTo>
                    <a:pt x="10195" y="21238"/>
                  </a:lnTo>
                  <a:lnTo>
                    <a:pt x="10234" y="21122"/>
                  </a:lnTo>
                  <a:lnTo>
                    <a:pt x="10388" y="20813"/>
                  </a:lnTo>
                  <a:lnTo>
                    <a:pt x="10813" y="20234"/>
                  </a:lnTo>
                  <a:lnTo>
                    <a:pt x="11199" y="19578"/>
                  </a:lnTo>
                  <a:lnTo>
                    <a:pt x="11199" y="19501"/>
                  </a:lnTo>
                  <a:lnTo>
                    <a:pt x="11199" y="19462"/>
                  </a:lnTo>
                  <a:lnTo>
                    <a:pt x="11161" y="19346"/>
                  </a:lnTo>
                  <a:lnTo>
                    <a:pt x="11585" y="18999"/>
                  </a:lnTo>
                  <a:lnTo>
                    <a:pt x="11971" y="18612"/>
                  </a:lnTo>
                  <a:lnTo>
                    <a:pt x="12358" y="18226"/>
                  </a:lnTo>
                  <a:lnTo>
                    <a:pt x="12705" y="17801"/>
                  </a:lnTo>
                  <a:lnTo>
                    <a:pt x="13130" y="17184"/>
                  </a:lnTo>
                  <a:lnTo>
                    <a:pt x="13555" y="16527"/>
                  </a:lnTo>
                  <a:close/>
                  <a:moveTo>
                    <a:pt x="5677" y="21161"/>
                  </a:moveTo>
                  <a:lnTo>
                    <a:pt x="5948" y="21393"/>
                  </a:lnTo>
                  <a:lnTo>
                    <a:pt x="6256" y="21547"/>
                  </a:lnTo>
                  <a:lnTo>
                    <a:pt x="6565" y="21702"/>
                  </a:lnTo>
                  <a:lnTo>
                    <a:pt x="6913" y="21817"/>
                  </a:lnTo>
                  <a:lnTo>
                    <a:pt x="6836" y="22010"/>
                  </a:lnTo>
                  <a:lnTo>
                    <a:pt x="6797" y="22204"/>
                  </a:lnTo>
                  <a:lnTo>
                    <a:pt x="6643" y="22088"/>
                  </a:lnTo>
                  <a:lnTo>
                    <a:pt x="6604" y="22010"/>
                  </a:lnTo>
                  <a:lnTo>
                    <a:pt x="6411" y="22010"/>
                  </a:lnTo>
                  <a:lnTo>
                    <a:pt x="6372" y="22088"/>
                  </a:lnTo>
                  <a:lnTo>
                    <a:pt x="6218" y="22628"/>
                  </a:lnTo>
                  <a:lnTo>
                    <a:pt x="6025" y="23092"/>
                  </a:lnTo>
                  <a:lnTo>
                    <a:pt x="5832" y="23594"/>
                  </a:lnTo>
                  <a:lnTo>
                    <a:pt x="5600" y="24057"/>
                  </a:lnTo>
                  <a:lnTo>
                    <a:pt x="5330" y="24482"/>
                  </a:lnTo>
                  <a:lnTo>
                    <a:pt x="5021" y="24907"/>
                  </a:lnTo>
                  <a:lnTo>
                    <a:pt x="4712" y="25331"/>
                  </a:lnTo>
                  <a:lnTo>
                    <a:pt x="4364" y="25717"/>
                  </a:lnTo>
                  <a:lnTo>
                    <a:pt x="4248" y="25293"/>
                  </a:lnTo>
                  <a:lnTo>
                    <a:pt x="4171" y="24868"/>
                  </a:lnTo>
                  <a:lnTo>
                    <a:pt x="4171" y="24482"/>
                  </a:lnTo>
                  <a:lnTo>
                    <a:pt x="4210" y="24057"/>
                  </a:lnTo>
                  <a:lnTo>
                    <a:pt x="4326" y="23671"/>
                  </a:lnTo>
                  <a:lnTo>
                    <a:pt x="4480" y="23285"/>
                  </a:lnTo>
                  <a:lnTo>
                    <a:pt x="4673" y="22899"/>
                  </a:lnTo>
                  <a:lnTo>
                    <a:pt x="4944" y="22512"/>
                  </a:lnTo>
                  <a:lnTo>
                    <a:pt x="5175" y="22204"/>
                  </a:lnTo>
                  <a:lnTo>
                    <a:pt x="5330" y="21895"/>
                  </a:lnTo>
                  <a:lnTo>
                    <a:pt x="5407" y="21740"/>
                  </a:lnTo>
                  <a:lnTo>
                    <a:pt x="5407" y="21586"/>
                  </a:lnTo>
                  <a:lnTo>
                    <a:pt x="5368" y="21470"/>
                  </a:lnTo>
                  <a:lnTo>
                    <a:pt x="5291" y="21315"/>
                  </a:lnTo>
                  <a:lnTo>
                    <a:pt x="5446" y="21238"/>
                  </a:lnTo>
                  <a:lnTo>
                    <a:pt x="5677" y="21161"/>
                  </a:lnTo>
                  <a:close/>
                  <a:moveTo>
                    <a:pt x="4905" y="20466"/>
                  </a:moveTo>
                  <a:lnTo>
                    <a:pt x="5175" y="20736"/>
                  </a:lnTo>
                  <a:lnTo>
                    <a:pt x="5484" y="21006"/>
                  </a:lnTo>
                  <a:lnTo>
                    <a:pt x="5252" y="21084"/>
                  </a:lnTo>
                  <a:lnTo>
                    <a:pt x="5021" y="21161"/>
                  </a:lnTo>
                  <a:lnTo>
                    <a:pt x="4982" y="21200"/>
                  </a:lnTo>
                  <a:lnTo>
                    <a:pt x="4944" y="21277"/>
                  </a:lnTo>
                  <a:lnTo>
                    <a:pt x="4982" y="21354"/>
                  </a:lnTo>
                  <a:lnTo>
                    <a:pt x="5021" y="21393"/>
                  </a:lnTo>
                  <a:lnTo>
                    <a:pt x="5059" y="21470"/>
                  </a:lnTo>
                  <a:lnTo>
                    <a:pt x="5098" y="21547"/>
                  </a:lnTo>
                  <a:lnTo>
                    <a:pt x="5059" y="21779"/>
                  </a:lnTo>
                  <a:lnTo>
                    <a:pt x="4905" y="22049"/>
                  </a:lnTo>
                  <a:lnTo>
                    <a:pt x="4750" y="22358"/>
                  </a:lnTo>
                  <a:lnTo>
                    <a:pt x="4364" y="22937"/>
                  </a:lnTo>
                  <a:lnTo>
                    <a:pt x="4133" y="23323"/>
                  </a:lnTo>
                  <a:lnTo>
                    <a:pt x="3940" y="23748"/>
                  </a:lnTo>
                  <a:lnTo>
                    <a:pt x="3862" y="24212"/>
                  </a:lnTo>
                  <a:lnTo>
                    <a:pt x="3824" y="24714"/>
                  </a:lnTo>
                  <a:lnTo>
                    <a:pt x="3862" y="25177"/>
                  </a:lnTo>
                  <a:lnTo>
                    <a:pt x="3940" y="25409"/>
                  </a:lnTo>
                  <a:lnTo>
                    <a:pt x="4017" y="25640"/>
                  </a:lnTo>
                  <a:lnTo>
                    <a:pt x="4133" y="25872"/>
                  </a:lnTo>
                  <a:lnTo>
                    <a:pt x="4248" y="26065"/>
                  </a:lnTo>
                  <a:lnTo>
                    <a:pt x="4287" y="26104"/>
                  </a:lnTo>
                  <a:lnTo>
                    <a:pt x="4364" y="26104"/>
                  </a:lnTo>
                  <a:lnTo>
                    <a:pt x="4403" y="26065"/>
                  </a:lnTo>
                  <a:lnTo>
                    <a:pt x="4442" y="25988"/>
                  </a:lnTo>
                  <a:lnTo>
                    <a:pt x="4480" y="25988"/>
                  </a:lnTo>
                  <a:lnTo>
                    <a:pt x="4828" y="25602"/>
                  </a:lnTo>
                  <a:lnTo>
                    <a:pt x="5175" y="25215"/>
                  </a:lnTo>
                  <a:lnTo>
                    <a:pt x="5484" y="24791"/>
                  </a:lnTo>
                  <a:lnTo>
                    <a:pt x="5793" y="24366"/>
                  </a:lnTo>
                  <a:lnTo>
                    <a:pt x="6025" y="23903"/>
                  </a:lnTo>
                  <a:lnTo>
                    <a:pt x="6256" y="23439"/>
                  </a:lnTo>
                  <a:lnTo>
                    <a:pt x="6450" y="22937"/>
                  </a:lnTo>
                  <a:lnTo>
                    <a:pt x="6604" y="22435"/>
                  </a:lnTo>
                  <a:lnTo>
                    <a:pt x="6720" y="22551"/>
                  </a:lnTo>
                  <a:lnTo>
                    <a:pt x="6913" y="22590"/>
                  </a:lnTo>
                  <a:lnTo>
                    <a:pt x="6952" y="22628"/>
                  </a:lnTo>
                  <a:lnTo>
                    <a:pt x="7029" y="22590"/>
                  </a:lnTo>
                  <a:lnTo>
                    <a:pt x="7067" y="22512"/>
                  </a:lnTo>
                  <a:lnTo>
                    <a:pt x="7067" y="22474"/>
                  </a:lnTo>
                  <a:lnTo>
                    <a:pt x="7145" y="21895"/>
                  </a:lnTo>
                  <a:lnTo>
                    <a:pt x="7608" y="22010"/>
                  </a:lnTo>
                  <a:lnTo>
                    <a:pt x="7724" y="22512"/>
                  </a:lnTo>
                  <a:lnTo>
                    <a:pt x="7762" y="23014"/>
                  </a:lnTo>
                  <a:lnTo>
                    <a:pt x="7801" y="23555"/>
                  </a:lnTo>
                  <a:lnTo>
                    <a:pt x="7801" y="24057"/>
                  </a:lnTo>
                  <a:lnTo>
                    <a:pt x="7608" y="23903"/>
                  </a:lnTo>
                  <a:lnTo>
                    <a:pt x="7492" y="23671"/>
                  </a:lnTo>
                  <a:lnTo>
                    <a:pt x="7376" y="23439"/>
                  </a:lnTo>
                  <a:lnTo>
                    <a:pt x="7338" y="23169"/>
                  </a:lnTo>
                  <a:lnTo>
                    <a:pt x="7338" y="23092"/>
                  </a:lnTo>
                  <a:lnTo>
                    <a:pt x="7299" y="23053"/>
                  </a:lnTo>
                  <a:lnTo>
                    <a:pt x="7183" y="23014"/>
                  </a:lnTo>
                  <a:lnTo>
                    <a:pt x="7106" y="23014"/>
                  </a:lnTo>
                  <a:lnTo>
                    <a:pt x="7067" y="23053"/>
                  </a:lnTo>
                  <a:lnTo>
                    <a:pt x="7029" y="23092"/>
                  </a:lnTo>
                  <a:lnTo>
                    <a:pt x="6990" y="23169"/>
                  </a:lnTo>
                  <a:lnTo>
                    <a:pt x="6952" y="23787"/>
                  </a:lnTo>
                  <a:lnTo>
                    <a:pt x="6797" y="24405"/>
                  </a:lnTo>
                  <a:lnTo>
                    <a:pt x="6681" y="24675"/>
                  </a:lnTo>
                  <a:lnTo>
                    <a:pt x="6565" y="24984"/>
                  </a:lnTo>
                  <a:lnTo>
                    <a:pt x="6411" y="25254"/>
                  </a:lnTo>
                  <a:lnTo>
                    <a:pt x="6218" y="25524"/>
                  </a:lnTo>
                  <a:lnTo>
                    <a:pt x="5832" y="25988"/>
                  </a:lnTo>
                  <a:lnTo>
                    <a:pt x="5600" y="26219"/>
                  </a:lnTo>
                  <a:lnTo>
                    <a:pt x="5368" y="26451"/>
                  </a:lnTo>
                  <a:lnTo>
                    <a:pt x="5098" y="26644"/>
                  </a:lnTo>
                  <a:lnTo>
                    <a:pt x="4828" y="26799"/>
                  </a:lnTo>
                  <a:lnTo>
                    <a:pt x="4557" y="26953"/>
                  </a:lnTo>
                  <a:lnTo>
                    <a:pt x="4248" y="27030"/>
                  </a:lnTo>
                  <a:lnTo>
                    <a:pt x="4017" y="27030"/>
                  </a:lnTo>
                  <a:lnTo>
                    <a:pt x="3862" y="26992"/>
                  </a:lnTo>
                  <a:lnTo>
                    <a:pt x="3708" y="26915"/>
                  </a:lnTo>
                  <a:lnTo>
                    <a:pt x="3592" y="26760"/>
                  </a:lnTo>
                  <a:lnTo>
                    <a:pt x="3515" y="26606"/>
                  </a:lnTo>
                  <a:lnTo>
                    <a:pt x="3438" y="26413"/>
                  </a:lnTo>
                  <a:lnTo>
                    <a:pt x="3322" y="25988"/>
                  </a:lnTo>
                  <a:lnTo>
                    <a:pt x="3206" y="25293"/>
                  </a:lnTo>
                  <a:lnTo>
                    <a:pt x="3167" y="24945"/>
                  </a:lnTo>
                  <a:lnTo>
                    <a:pt x="3167" y="24598"/>
                  </a:lnTo>
                  <a:lnTo>
                    <a:pt x="3206" y="24173"/>
                  </a:lnTo>
                  <a:lnTo>
                    <a:pt x="3283" y="23787"/>
                  </a:lnTo>
                  <a:lnTo>
                    <a:pt x="3360" y="23401"/>
                  </a:lnTo>
                  <a:lnTo>
                    <a:pt x="3515" y="23014"/>
                  </a:lnTo>
                  <a:lnTo>
                    <a:pt x="3708" y="22667"/>
                  </a:lnTo>
                  <a:lnTo>
                    <a:pt x="3901" y="22319"/>
                  </a:lnTo>
                  <a:lnTo>
                    <a:pt x="4171" y="22010"/>
                  </a:lnTo>
                  <a:lnTo>
                    <a:pt x="4480" y="21702"/>
                  </a:lnTo>
                  <a:lnTo>
                    <a:pt x="4519" y="21624"/>
                  </a:lnTo>
                  <a:lnTo>
                    <a:pt x="4519" y="21547"/>
                  </a:lnTo>
                  <a:lnTo>
                    <a:pt x="4442" y="21470"/>
                  </a:lnTo>
                  <a:lnTo>
                    <a:pt x="4364" y="21431"/>
                  </a:lnTo>
                  <a:lnTo>
                    <a:pt x="3553" y="21315"/>
                  </a:lnTo>
                  <a:lnTo>
                    <a:pt x="3862" y="21045"/>
                  </a:lnTo>
                  <a:lnTo>
                    <a:pt x="4171" y="20775"/>
                  </a:lnTo>
                  <a:lnTo>
                    <a:pt x="4519" y="20582"/>
                  </a:lnTo>
                  <a:lnTo>
                    <a:pt x="4905" y="20466"/>
                  </a:lnTo>
                  <a:close/>
                  <a:moveTo>
                    <a:pt x="18845" y="0"/>
                  </a:moveTo>
                  <a:lnTo>
                    <a:pt x="18806" y="77"/>
                  </a:lnTo>
                  <a:lnTo>
                    <a:pt x="18729" y="39"/>
                  </a:lnTo>
                  <a:lnTo>
                    <a:pt x="18652" y="39"/>
                  </a:lnTo>
                  <a:lnTo>
                    <a:pt x="17455" y="618"/>
                  </a:lnTo>
                  <a:lnTo>
                    <a:pt x="16296" y="1236"/>
                  </a:lnTo>
                  <a:lnTo>
                    <a:pt x="15215" y="1931"/>
                  </a:lnTo>
                  <a:lnTo>
                    <a:pt x="14134" y="2664"/>
                  </a:lnTo>
                  <a:lnTo>
                    <a:pt x="13091" y="3475"/>
                  </a:lnTo>
                  <a:lnTo>
                    <a:pt x="12087" y="4325"/>
                  </a:lnTo>
                  <a:lnTo>
                    <a:pt x="11161" y="5213"/>
                  </a:lnTo>
                  <a:lnTo>
                    <a:pt x="10272" y="6178"/>
                  </a:lnTo>
                  <a:lnTo>
                    <a:pt x="9384" y="7144"/>
                  </a:lnTo>
                  <a:lnTo>
                    <a:pt x="8573" y="8186"/>
                  </a:lnTo>
                  <a:lnTo>
                    <a:pt x="7840" y="9268"/>
                  </a:lnTo>
                  <a:lnTo>
                    <a:pt x="7145" y="10387"/>
                  </a:lnTo>
                  <a:lnTo>
                    <a:pt x="6643" y="11276"/>
                  </a:lnTo>
                  <a:lnTo>
                    <a:pt x="6179" y="12164"/>
                  </a:lnTo>
                  <a:lnTo>
                    <a:pt x="5368" y="12241"/>
                  </a:lnTo>
                  <a:lnTo>
                    <a:pt x="4557" y="12395"/>
                  </a:lnTo>
                  <a:lnTo>
                    <a:pt x="3785" y="12627"/>
                  </a:lnTo>
                  <a:lnTo>
                    <a:pt x="3013" y="12936"/>
                  </a:lnTo>
                  <a:lnTo>
                    <a:pt x="2936" y="12975"/>
                  </a:lnTo>
                  <a:lnTo>
                    <a:pt x="2897" y="13013"/>
                  </a:lnTo>
                  <a:lnTo>
                    <a:pt x="2897" y="13168"/>
                  </a:lnTo>
                  <a:lnTo>
                    <a:pt x="2704" y="13361"/>
                  </a:lnTo>
                  <a:lnTo>
                    <a:pt x="2549" y="13592"/>
                  </a:lnTo>
                  <a:lnTo>
                    <a:pt x="2395" y="13863"/>
                  </a:lnTo>
                  <a:lnTo>
                    <a:pt x="2279" y="14133"/>
                  </a:lnTo>
                  <a:lnTo>
                    <a:pt x="2086" y="14712"/>
                  </a:lnTo>
                  <a:lnTo>
                    <a:pt x="1854" y="15214"/>
                  </a:lnTo>
                  <a:lnTo>
                    <a:pt x="1430" y="15987"/>
                  </a:lnTo>
                  <a:lnTo>
                    <a:pt x="1005" y="16759"/>
                  </a:lnTo>
                  <a:lnTo>
                    <a:pt x="541" y="17493"/>
                  </a:lnTo>
                  <a:lnTo>
                    <a:pt x="39" y="18226"/>
                  </a:lnTo>
                  <a:lnTo>
                    <a:pt x="1" y="18303"/>
                  </a:lnTo>
                  <a:lnTo>
                    <a:pt x="1" y="18381"/>
                  </a:lnTo>
                  <a:lnTo>
                    <a:pt x="39" y="18419"/>
                  </a:lnTo>
                  <a:lnTo>
                    <a:pt x="117" y="18458"/>
                  </a:lnTo>
                  <a:lnTo>
                    <a:pt x="117" y="18535"/>
                  </a:lnTo>
                  <a:lnTo>
                    <a:pt x="117" y="18612"/>
                  </a:lnTo>
                  <a:lnTo>
                    <a:pt x="155" y="18651"/>
                  </a:lnTo>
                  <a:lnTo>
                    <a:pt x="233" y="18690"/>
                  </a:lnTo>
                  <a:lnTo>
                    <a:pt x="1159" y="18612"/>
                  </a:lnTo>
                  <a:lnTo>
                    <a:pt x="2086" y="18574"/>
                  </a:lnTo>
                  <a:lnTo>
                    <a:pt x="3901" y="18381"/>
                  </a:lnTo>
                  <a:lnTo>
                    <a:pt x="3978" y="18342"/>
                  </a:lnTo>
                  <a:lnTo>
                    <a:pt x="4055" y="18265"/>
                  </a:lnTo>
                  <a:lnTo>
                    <a:pt x="4596" y="17106"/>
                  </a:lnTo>
                  <a:lnTo>
                    <a:pt x="5252" y="15987"/>
                  </a:lnTo>
                  <a:lnTo>
                    <a:pt x="5291" y="16566"/>
                  </a:lnTo>
                  <a:lnTo>
                    <a:pt x="5446" y="17106"/>
                  </a:lnTo>
                  <a:lnTo>
                    <a:pt x="5600" y="17647"/>
                  </a:lnTo>
                  <a:lnTo>
                    <a:pt x="5832" y="18188"/>
                  </a:lnTo>
                  <a:lnTo>
                    <a:pt x="5446" y="18381"/>
                  </a:lnTo>
                  <a:lnTo>
                    <a:pt x="5059" y="18651"/>
                  </a:lnTo>
                  <a:lnTo>
                    <a:pt x="4673" y="18960"/>
                  </a:lnTo>
                  <a:lnTo>
                    <a:pt x="4519" y="19153"/>
                  </a:lnTo>
                  <a:lnTo>
                    <a:pt x="4403" y="19346"/>
                  </a:lnTo>
                  <a:lnTo>
                    <a:pt x="4403" y="19423"/>
                  </a:lnTo>
                  <a:lnTo>
                    <a:pt x="4442" y="19501"/>
                  </a:lnTo>
                  <a:lnTo>
                    <a:pt x="4442" y="19539"/>
                  </a:lnTo>
                  <a:lnTo>
                    <a:pt x="4442" y="19616"/>
                  </a:lnTo>
                  <a:lnTo>
                    <a:pt x="4596" y="19964"/>
                  </a:lnTo>
                  <a:lnTo>
                    <a:pt x="4789" y="20273"/>
                  </a:lnTo>
                  <a:lnTo>
                    <a:pt x="4519" y="20311"/>
                  </a:lnTo>
                  <a:lnTo>
                    <a:pt x="4287" y="20389"/>
                  </a:lnTo>
                  <a:lnTo>
                    <a:pt x="4055" y="20504"/>
                  </a:lnTo>
                  <a:lnTo>
                    <a:pt x="3862" y="20620"/>
                  </a:lnTo>
                  <a:lnTo>
                    <a:pt x="3669" y="20775"/>
                  </a:lnTo>
                  <a:lnTo>
                    <a:pt x="3476" y="20968"/>
                  </a:lnTo>
                  <a:lnTo>
                    <a:pt x="3283" y="21161"/>
                  </a:lnTo>
                  <a:lnTo>
                    <a:pt x="3129" y="21354"/>
                  </a:lnTo>
                  <a:lnTo>
                    <a:pt x="3090" y="21431"/>
                  </a:lnTo>
                  <a:lnTo>
                    <a:pt x="3129" y="21508"/>
                  </a:lnTo>
                  <a:lnTo>
                    <a:pt x="3167" y="21586"/>
                  </a:lnTo>
                  <a:lnTo>
                    <a:pt x="3244" y="21624"/>
                  </a:lnTo>
                  <a:lnTo>
                    <a:pt x="4017" y="21702"/>
                  </a:lnTo>
                  <a:lnTo>
                    <a:pt x="3746" y="22010"/>
                  </a:lnTo>
                  <a:lnTo>
                    <a:pt x="3476" y="22358"/>
                  </a:lnTo>
                  <a:lnTo>
                    <a:pt x="3283" y="22706"/>
                  </a:lnTo>
                  <a:lnTo>
                    <a:pt x="3129" y="23092"/>
                  </a:lnTo>
                  <a:lnTo>
                    <a:pt x="3013" y="23478"/>
                  </a:lnTo>
                  <a:lnTo>
                    <a:pt x="2897" y="23864"/>
                  </a:lnTo>
                  <a:lnTo>
                    <a:pt x="2858" y="24289"/>
                  </a:lnTo>
                  <a:lnTo>
                    <a:pt x="2858" y="24714"/>
                  </a:lnTo>
                  <a:lnTo>
                    <a:pt x="2858" y="25370"/>
                  </a:lnTo>
                  <a:lnTo>
                    <a:pt x="2897" y="25795"/>
                  </a:lnTo>
                  <a:lnTo>
                    <a:pt x="2974" y="26219"/>
                  </a:lnTo>
                  <a:lnTo>
                    <a:pt x="3090" y="26644"/>
                  </a:lnTo>
                  <a:lnTo>
                    <a:pt x="3244" y="26992"/>
                  </a:lnTo>
                  <a:lnTo>
                    <a:pt x="3360" y="27146"/>
                  </a:lnTo>
                  <a:lnTo>
                    <a:pt x="3438" y="27262"/>
                  </a:lnTo>
                  <a:lnTo>
                    <a:pt x="3553" y="27378"/>
                  </a:lnTo>
                  <a:lnTo>
                    <a:pt x="3708" y="27417"/>
                  </a:lnTo>
                  <a:lnTo>
                    <a:pt x="3862" y="27455"/>
                  </a:lnTo>
                  <a:lnTo>
                    <a:pt x="4017" y="27455"/>
                  </a:lnTo>
                  <a:lnTo>
                    <a:pt x="4364" y="27417"/>
                  </a:lnTo>
                  <a:lnTo>
                    <a:pt x="4750" y="27262"/>
                  </a:lnTo>
                  <a:lnTo>
                    <a:pt x="5098" y="27069"/>
                  </a:lnTo>
                  <a:lnTo>
                    <a:pt x="5407" y="26837"/>
                  </a:lnTo>
                  <a:lnTo>
                    <a:pt x="5716" y="26567"/>
                  </a:lnTo>
                  <a:lnTo>
                    <a:pt x="6218" y="26065"/>
                  </a:lnTo>
                  <a:lnTo>
                    <a:pt x="6565" y="25602"/>
                  </a:lnTo>
                  <a:lnTo>
                    <a:pt x="6874" y="25100"/>
                  </a:lnTo>
                  <a:lnTo>
                    <a:pt x="7106" y="24559"/>
                  </a:lnTo>
                  <a:lnTo>
                    <a:pt x="7260" y="23980"/>
                  </a:lnTo>
                  <a:lnTo>
                    <a:pt x="7376" y="24134"/>
                  </a:lnTo>
                  <a:lnTo>
                    <a:pt x="7531" y="24289"/>
                  </a:lnTo>
                  <a:lnTo>
                    <a:pt x="7685" y="24405"/>
                  </a:lnTo>
                  <a:lnTo>
                    <a:pt x="7878" y="24520"/>
                  </a:lnTo>
                  <a:lnTo>
                    <a:pt x="7955" y="24559"/>
                  </a:lnTo>
                  <a:lnTo>
                    <a:pt x="8033" y="24520"/>
                  </a:lnTo>
                  <a:lnTo>
                    <a:pt x="8110" y="24482"/>
                  </a:lnTo>
                  <a:lnTo>
                    <a:pt x="8110" y="24366"/>
                  </a:lnTo>
                  <a:lnTo>
                    <a:pt x="8149" y="23787"/>
                  </a:lnTo>
                  <a:lnTo>
                    <a:pt x="8149" y="23208"/>
                  </a:lnTo>
                  <a:lnTo>
                    <a:pt x="8071" y="22628"/>
                  </a:lnTo>
                  <a:lnTo>
                    <a:pt x="7955" y="22049"/>
                  </a:lnTo>
                  <a:lnTo>
                    <a:pt x="8535" y="22049"/>
                  </a:lnTo>
                  <a:lnTo>
                    <a:pt x="8651" y="22010"/>
                  </a:lnTo>
                  <a:lnTo>
                    <a:pt x="8728" y="21972"/>
                  </a:lnTo>
                  <a:lnTo>
                    <a:pt x="8766" y="21933"/>
                  </a:lnTo>
                  <a:lnTo>
                    <a:pt x="8766" y="21895"/>
                  </a:lnTo>
                  <a:lnTo>
                    <a:pt x="8844" y="21006"/>
                  </a:lnTo>
                  <a:lnTo>
                    <a:pt x="8921" y="20543"/>
                  </a:lnTo>
                  <a:lnTo>
                    <a:pt x="8998" y="20118"/>
                  </a:lnTo>
                  <a:lnTo>
                    <a:pt x="9153" y="20118"/>
                  </a:lnTo>
                  <a:lnTo>
                    <a:pt x="9577" y="20041"/>
                  </a:lnTo>
                  <a:lnTo>
                    <a:pt x="9963" y="19964"/>
                  </a:lnTo>
                  <a:lnTo>
                    <a:pt x="10311" y="19809"/>
                  </a:lnTo>
                  <a:lnTo>
                    <a:pt x="10659" y="19655"/>
                  </a:lnTo>
                  <a:lnTo>
                    <a:pt x="10157" y="20389"/>
                  </a:lnTo>
                  <a:lnTo>
                    <a:pt x="9616" y="21161"/>
                  </a:lnTo>
                  <a:lnTo>
                    <a:pt x="9577" y="21238"/>
                  </a:lnTo>
                  <a:lnTo>
                    <a:pt x="9616" y="21354"/>
                  </a:lnTo>
                  <a:lnTo>
                    <a:pt x="9963" y="22049"/>
                  </a:lnTo>
                  <a:lnTo>
                    <a:pt x="10272" y="22783"/>
                  </a:lnTo>
                  <a:lnTo>
                    <a:pt x="10581" y="23516"/>
                  </a:lnTo>
                  <a:lnTo>
                    <a:pt x="10813" y="24250"/>
                  </a:lnTo>
                  <a:lnTo>
                    <a:pt x="10890" y="24327"/>
                  </a:lnTo>
                  <a:lnTo>
                    <a:pt x="11006" y="24405"/>
                  </a:lnTo>
                  <a:lnTo>
                    <a:pt x="11122" y="24405"/>
                  </a:lnTo>
                  <a:lnTo>
                    <a:pt x="11199" y="24289"/>
                  </a:lnTo>
                  <a:lnTo>
                    <a:pt x="13130" y="21740"/>
                  </a:lnTo>
                  <a:lnTo>
                    <a:pt x="14095" y="20389"/>
                  </a:lnTo>
                  <a:lnTo>
                    <a:pt x="14520" y="19732"/>
                  </a:lnTo>
                  <a:lnTo>
                    <a:pt x="14945" y="19037"/>
                  </a:lnTo>
                  <a:lnTo>
                    <a:pt x="14983" y="18960"/>
                  </a:lnTo>
                  <a:lnTo>
                    <a:pt x="14945" y="18883"/>
                  </a:lnTo>
                  <a:lnTo>
                    <a:pt x="14790" y="18535"/>
                  </a:lnTo>
                  <a:lnTo>
                    <a:pt x="14597" y="18149"/>
                  </a:lnTo>
                  <a:lnTo>
                    <a:pt x="14288" y="17454"/>
                  </a:lnTo>
                  <a:lnTo>
                    <a:pt x="13786" y="16180"/>
                  </a:lnTo>
                  <a:lnTo>
                    <a:pt x="14211" y="15369"/>
                  </a:lnTo>
                  <a:lnTo>
                    <a:pt x="14674" y="14558"/>
                  </a:lnTo>
                  <a:lnTo>
                    <a:pt x="15061" y="13708"/>
                  </a:lnTo>
                  <a:lnTo>
                    <a:pt x="15447" y="12897"/>
                  </a:lnTo>
                  <a:lnTo>
                    <a:pt x="16065" y="11391"/>
                  </a:lnTo>
                  <a:lnTo>
                    <a:pt x="16644" y="9885"/>
                  </a:lnTo>
                  <a:lnTo>
                    <a:pt x="17146" y="8341"/>
                  </a:lnTo>
                  <a:lnTo>
                    <a:pt x="17609" y="6796"/>
                  </a:lnTo>
                  <a:lnTo>
                    <a:pt x="17995" y="5213"/>
                  </a:lnTo>
                  <a:lnTo>
                    <a:pt x="18382" y="3630"/>
                  </a:lnTo>
                  <a:lnTo>
                    <a:pt x="18729" y="2047"/>
                  </a:lnTo>
                  <a:lnTo>
                    <a:pt x="19038" y="463"/>
                  </a:lnTo>
                  <a:lnTo>
                    <a:pt x="19038" y="386"/>
                  </a:lnTo>
                  <a:lnTo>
                    <a:pt x="18999" y="309"/>
                  </a:lnTo>
                  <a:lnTo>
                    <a:pt x="18999" y="232"/>
                  </a:lnTo>
                  <a:lnTo>
                    <a:pt x="18999" y="77"/>
                  </a:lnTo>
                  <a:lnTo>
                    <a:pt x="18961" y="39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21"/>
            <p:cNvSpPr/>
            <p:nvPr/>
          </p:nvSpPr>
          <p:spPr>
            <a:xfrm>
              <a:off x="5947325" y="1038225"/>
              <a:ext cx="458575" cy="289650"/>
            </a:xfrm>
            <a:custGeom>
              <a:avLst/>
              <a:gdLst/>
              <a:ahLst/>
              <a:cxnLst/>
              <a:rect l="l" t="t" r="r" b="b"/>
              <a:pathLst>
                <a:path w="18343" h="11586" extrusionOk="0">
                  <a:moveTo>
                    <a:pt x="17068" y="387"/>
                  </a:moveTo>
                  <a:lnTo>
                    <a:pt x="17145" y="426"/>
                  </a:lnTo>
                  <a:lnTo>
                    <a:pt x="17223" y="503"/>
                  </a:lnTo>
                  <a:lnTo>
                    <a:pt x="17300" y="735"/>
                  </a:lnTo>
                  <a:lnTo>
                    <a:pt x="17377" y="928"/>
                  </a:lnTo>
                  <a:lnTo>
                    <a:pt x="17377" y="1121"/>
                  </a:lnTo>
                  <a:lnTo>
                    <a:pt x="17338" y="1314"/>
                  </a:lnTo>
                  <a:lnTo>
                    <a:pt x="17223" y="1546"/>
                  </a:lnTo>
                  <a:lnTo>
                    <a:pt x="16952" y="1893"/>
                  </a:lnTo>
                  <a:lnTo>
                    <a:pt x="16721" y="2125"/>
                  </a:lnTo>
                  <a:lnTo>
                    <a:pt x="16450" y="2356"/>
                  </a:lnTo>
                  <a:lnTo>
                    <a:pt x="16180" y="2550"/>
                  </a:lnTo>
                  <a:lnTo>
                    <a:pt x="15871" y="2665"/>
                  </a:lnTo>
                  <a:lnTo>
                    <a:pt x="15871" y="2086"/>
                  </a:lnTo>
                  <a:lnTo>
                    <a:pt x="15910" y="1777"/>
                  </a:lnTo>
                  <a:lnTo>
                    <a:pt x="15948" y="1468"/>
                  </a:lnTo>
                  <a:lnTo>
                    <a:pt x="16025" y="1198"/>
                  </a:lnTo>
                  <a:lnTo>
                    <a:pt x="16180" y="928"/>
                  </a:lnTo>
                  <a:lnTo>
                    <a:pt x="16334" y="696"/>
                  </a:lnTo>
                  <a:lnTo>
                    <a:pt x="16605" y="503"/>
                  </a:lnTo>
                  <a:lnTo>
                    <a:pt x="16836" y="426"/>
                  </a:lnTo>
                  <a:lnTo>
                    <a:pt x="16991" y="387"/>
                  </a:lnTo>
                  <a:close/>
                  <a:moveTo>
                    <a:pt x="14597" y="2974"/>
                  </a:moveTo>
                  <a:lnTo>
                    <a:pt x="14867" y="3013"/>
                  </a:lnTo>
                  <a:lnTo>
                    <a:pt x="15137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7"/>
                  </a:lnTo>
                  <a:lnTo>
                    <a:pt x="14056" y="3862"/>
                  </a:lnTo>
                  <a:lnTo>
                    <a:pt x="13786" y="3940"/>
                  </a:lnTo>
                  <a:lnTo>
                    <a:pt x="13477" y="4017"/>
                  </a:lnTo>
                  <a:lnTo>
                    <a:pt x="13052" y="4017"/>
                  </a:lnTo>
                  <a:lnTo>
                    <a:pt x="12975" y="3940"/>
                  </a:lnTo>
                  <a:lnTo>
                    <a:pt x="12975" y="3862"/>
                  </a:lnTo>
                  <a:lnTo>
                    <a:pt x="12975" y="3708"/>
                  </a:lnTo>
                  <a:lnTo>
                    <a:pt x="13014" y="3476"/>
                  </a:lnTo>
                  <a:lnTo>
                    <a:pt x="13052" y="3360"/>
                  </a:lnTo>
                  <a:lnTo>
                    <a:pt x="13207" y="3245"/>
                  </a:lnTo>
                  <a:lnTo>
                    <a:pt x="13400" y="3167"/>
                  </a:lnTo>
                  <a:lnTo>
                    <a:pt x="13709" y="3052"/>
                  </a:lnTo>
                  <a:lnTo>
                    <a:pt x="14018" y="3013"/>
                  </a:lnTo>
                  <a:lnTo>
                    <a:pt x="14326" y="2974"/>
                  </a:lnTo>
                  <a:close/>
                  <a:moveTo>
                    <a:pt x="15678" y="3283"/>
                  </a:moveTo>
                  <a:lnTo>
                    <a:pt x="16334" y="3476"/>
                  </a:lnTo>
                  <a:lnTo>
                    <a:pt x="16643" y="3554"/>
                  </a:lnTo>
                  <a:lnTo>
                    <a:pt x="16991" y="3669"/>
                  </a:lnTo>
                  <a:lnTo>
                    <a:pt x="17261" y="3824"/>
                  </a:lnTo>
                  <a:lnTo>
                    <a:pt x="17531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79" y="4596"/>
                  </a:lnTo>
                  <a:lnTo>
                    <a:pt x="17918" y="4789"/>
                  </a:lnTo>
                  <a:lnTo>
                    <a:pt x="17879" y="4944"/>
                  </a:lnTo>
                  <a:lnTo>
                    <a:pt x="17802" y="5059"/>
                  </a:lnTo>
                  <a:lnTo>
                    <a:pt x="17647" y="5137"/>
                  </a:lnTo>
                  <a:lnTo>
                    <a:pt x="17493" y="5175"/>
                  </a:lnTo>
                  <a:lnTo>
                    <a:pt x="17338" y="5175"/>
                  </a:lnTo>
                  <a:lnTo>
                    <a:pt x="17145" y="5137"/>
                  </a:lnTo>
                  <a:lnTo>
                    <a:pt x="16991" y="5059"/>
                  </a:lnTo>
                  <a:lnTo>
                    <a:pt x="16643" y="4789"/>
                  </a:lnTo>
                  <a:lnTo>
                    <a:pt x="16373" y="4480"/>
                  </a:lnTo>
                  <a:lnTo>
                    <a:pt x="16180" y="4210"/>
                  </a:lnTo>
                  <a:lnTo>
                    <a:pt x="15987" y="3901"/>
                  </a:lnTo>
                  <a:lnTo>
                    <a:pt x="15832" y="3592"/>
                  </a:lnTo>
                  <a:lnTo>
                    <a:pt x="15678" y="3283"/>
                  </a:lnTo>
                  <a:close/>
                  <a:moveTo>
                    <a:pt x="4634" y="542"/>
                  </a:moveTo>
                  <a:lnTo>
                    <a:pt x="5252" y="580"/>
                  </a:lnTo>
                  <a:lnTo>
                    <a:pt x="5831" y="696"/>
                  </a:lnTo>
                  <a:lnTo>
                    <a:pt x="6410" y="850"/>
                  </a:lnTo>
                  <a:lnTo>
                    <a:pt x="6990" y="1121"/>
                  </a:lnTo>
                  <a:lnTo>
                    <a:pt x="7492" y="1430"/>
                  </a:lnTo>
                  <a:lnTo>
                    <a:pt x="7916" y="1739"/>
                  </a:lnTo>
                  <a:lnTo>
                    <a:pt x="8303" y="2086"/>
                  </a:lnTo>
                  <a:lnTo>
                    <a:pt x="8650" y="2472"/>
                  </a:lnTo>
                  <a:lnTo>
                    <a:pt x="8959" y="2858"/>
                  </a:lnTo>
                  <a:lnTo>
                    <a:pt x="9538" y="3669"/>
                  </a:lnTo>
                  <a:lnTo>
                    <a:pt x="10156" y="4480"/>
                  </a:lnTo>
                  <a:lnTo>
                    <a:pt x="10388" y="4828"/>
                  </a:lnTo>
                  <a:lnTo>
                    <a:pt x="10697" y="5137"/>
                  </a:lnTo>
                  <a:lnTo>
                    <a:pt x="11006" y="5446"/>
                  </a:lnTo>
                  <a:lnTo>
                    <a:pt x="11353" y="5677"/>
                  </a:lnTo>
                  <a:lnTo>
                    <a:pt x="11701" y="5870"/>
                  </a:lnTo>
                  <a:lnTo>
                    <a:pt x="12125" y="5986"/>
                  </a:lnTo>
                  <a:lnTo>
                    <a:pt x="12512" y="6025"/>
                  </a:lnTo>
                  <a:lnTo>
                    <a:pt x="12975" y="5986"/>
                  </a:lnTo>
                  <a:lnTo>
                    <a:pt x="13322" y="5870"/>
                  </a:lnTo>
                  <a:lnTo>
                    <a:pt x="13631" y="5755"/>
                  </a:lnTo>
                  <a:lnTo>
                    <a:pt x="13902" y="5600"/>
                  </a:lnTo>
                  <a:lnTo>
                    <a:pt x="14172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8" y="4712"/>
                  </a:lnTo>
                  <a:lnTo>
                    <a:pt x="14983" y="4442"/>
                  </a:lnTo>
                  <a:lnTo>
                    <a:pt x="14751" y="5253"/>
                  </a:lnTo>
                  <a:lnTo>
                    <a:pt x="14442" y="5986"/>
                  </a:lnTo>
                  <a:lnTo>
                    <a:pt x="14056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1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6" y="10272"/>
                  </a:lnTo>
                  <a:lnTo>
                    <a:pt x="9615" y="10466"/>
                  </a:lnTo>
                  <a:lnTo>
                    <a:pt x="9075" y="10659"/>
                  </a:lnTo>
                  <a:lnTo>
                    <a:pt x="8496" y="10774"/>
                  </a:lnTo>
                  <a:lnTo>
                    <a:pt x="7955" y="10890"/>
                  </a:lnTo>
                  <a:lnTo>
                    <a:pt x="7376" y="10929"/>
                  </a:lnTo>
                  <a:lnTo>
                    <a:pt x="6835" y="10929"/>
                  </a:lnTo>
                  <a:lnTo>
                    <a:pt x="6256" y="10890"/>
                  </a:lnTo>
                  <a:lnTo>
                    <a:pt x="5715" y="10774"/>
                  </a:lnTo>
                  <a:lnTo>
                    <a:pt x="5175" y="10620"/>
                  </a:lnTo>
                  <a:lnTo>
                    <a:pt x="4634" y="10466"/>
                  </a:lnTo>
                  <a:lnTo>
                    <a:pt x="4132" y="10195"/>
                  </a:lnTo>
                  <a:lnTo>
                    <a:pt x="3630" y="9925"/>
                  </a:lnTo>
                  <a:lnTo>
                    <a:pt x="3128" y="9577"/>
                  </a:lnTo>
                  <a:lnTo>
                    <a:pt x="2665" y="9191"/>
                  </a:lnTo>
                  <a:lnTo>
                    <a:pt x="2201" y="8767"/>
                  </a:lnTo>
                  <a:lnTo>
                    <a:pt x="1777" y="8303"/>
                  </a:lnTo>
                  <a:lnTo>
                    <a:pt x="1429" y="7801"/>
                  </a:lnTo>
                  <a:lnTo>
                    <a:pt x="1082" y="7261"/>
                  </a:lnTo>
                  <a:lnTo>
                    <a:pt x="811" y="6720"/>
                  </a:lnTo>
                  <a:lnTo>
                    <a:pt x="618" y="6141"/>
                  </a:lnTo>
                  <a:lnTo>
                    <a:pt x="464" y="5523"/>
                  </a:lnTo>
                  <a:lnTo>
                    <a:pt x="425" y="4905"/>
                  </a:lnTo>
                  <a:lnTo>
                    <a:pt x="464" y="4287"/>
                  </a:lnTo>
                  <a:lnTo>
                    <a:pt x="618" y="3708"/>
                  </a:lnTo>
                  <a:lnTo>
                    <a:pt x="811" y="3129"/>
                  </a:lnTo>
                  <a:lnTo>
                    <a:pt x="1120" y="2588"/>
                  </a:lnTo>
                  <a:lnTo>
                    <a:pt x="1468" y="2086"/>
                  </a:lnTo>
                  <a:lnTo>
                    <a:pt x="1892" y="1661"/>
                  </a:lnTo>
                  <a:lnTo>
                    <a:pt x="2356" y="1275"/>
                  </a:lnTo>
                  <a:lnTo>
                    <a:pt x="2896" y="1005"/>
                  </a:lnTo>
                  <a:lnTo>
                    <a:pt x="3476" y="773"/>
                  </a:lnTo>
                  <a:lnTo>
                    <a:pt x="4055" y="619"/>
                  </a:lnTo>
                  <a:lnTo>
                    <a:pt x="4634" y="542"/>
                  </a:lnTo>
                  <a:close/>
                  <a:moveTo>
                    <a:pt x="16875" y="1"/>
                  </a:moveTo>
                  <a:lnTo>
                    <a:pt x="16682" y="40"/>
                  </a:lnTo>
                  <a:lnTo>
                    <a:pt x="16450" y="155"/>
                  </a:lnTo>
                  <a:lnTo>
                    <a:pt x="16257" y="271"/>
                  </a:lnTo>
                  <a:lnTo>
                    <a:pt x="16103" y="426"/>
                  </a:lnTo>
                  <a:lnTo>
                    <a:pt x="15948" y="580"/>
                  </a:lnTo>
                  <a:lnTo>
                    <a:pt x="15832" y="773"/>
                  </a:lnTo>
                  <a:lnTo>
                    <a:pt x="15717" y="1005"/>
                  </a:lnTo>
                  <a:lnTo>
                    <a:pt x="15601" y="1237"/>
                  </a:lnTo>
                  <a:lnTo>
                    <a:pt x="15485" y="1739"/>
                  </a:lnTo>
                  <a:lnTo>
                    <a:pt x="15446" y="2279"/>
                  </a:lnTo>
                  <a:lnTo>
                    <a:pt x="15485" y="2820"/>
                  </a:lnTo>
                  <a:lnTo>
                    <a:pt x="15369" y="2820"/>
                  </a:lnTo>
                  <a:lnTo>
                    <a:pt x="15330" y="2858"/>
                  </a:lnTo>
                  <a:lnTo>
                    <a:pt x="14906" y="2743"/>
                  </a:lnTo>
                  <a:lnTo>
                    <a:pt x="14442" y="2665"/>
                  </a:lnTo>
                  <a:lnTo>
                    <a:pt x="13979" y="2665"/>
                  </a:lnTo>
                  <a:lnTo>
                    <a:pt x="13516" y="2743"/>
                  </a:lnTo>
                  <a:lnTo>
                    <a:pt x="13168" y="2858"/>
                  </a:lnTo>
                  <a:lnTo>
                    <a:pt x="12975" y="2974"/>
                  </a:lnTo>
                  <a:lnTo>
                    <a:pt x="12782" y="3090"/>
                  </a:lnTo>
                  <a:lnTo>
                    <a:pt x="12627" y="3206"/>
                  </a:lnTo>
                  <a:lnTo>
                    <a:pt x="12512" y="3360"/>
                  </a:lnTo>
                  <a:lnTo>
                    <a:pt x="12396" y="3554"/>
                  </a:lnTo>
                  <a:lnTo>
                    <a:pt x="12396" y="3747"/>
                  </a:lnTo>
                  <a:lnTo>
                    <a:pt x="12396" y="3940"/>
                  </a:lnTo>
                  <a:lnTo>
                    <a:pt x="12473" y="4094"/>
                  </a:lnTo>
                  <a:lnTo>
                    <a:pt x="12627" y="4210"/>
                  </a:lnTo>
                  <a:lnTo>
                    <a:pt x="12782" y="4287"/>
                  </a:lnTo>
                  <a:lnTo>
                    <a:pt x="12975" y="4364"/>
                  </a:lnTo>
                  <a:lnTo>
                    <a:pt x="13168" y="4403"/>
                  </a:lnTo>
                  <a:lnTo>
                    <a:pt x="13516" y="4364"/>
                  </a:lnTo>
                  <a:lnTo>
                    <a:pt x="13863" y="4326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8" y="3824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3" y="4866"/>
                  </a:lnTo>
                  <a:lnTo>
                    <a:pt x="13940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29" y="5446"/>
                  </a:lnTo>
                  <a:lnTo>
                    <a:pt x="12743" y="5523"/>
                  </a:lnTo>
                  <a:lnTo>
                    <a:pt x="12396" y="5523"/>
                  </a:lnTo>
                  <a:lnTo>
                    <a:pt x="12048" y="5446"/>
                  </a:lnTo>
                  <a:lnTo>
                    <a:pt x="11739" y="5330"/>
                  </a:lnTo>
                  <a:lnTo>
                    <a:pt x="11430" y="5137"/>
                  </a:lnTo>
                  <a:lnTo>
                    <a:pt x="11121" y="4905"/>
                  </a:lnTo>
                  <a:lnTo>
                    <a:pt x="10851" y="4635"/>
                  </a:lnTo>
                  <a:lnTo>
                    <a:pt x="10542" y="4210"/>
                  </a:lnTo>
                  <a:lnTo>
                    <a:pt x="10195" y="3785"/>
                  </a:lnTo>
                  <a:lnTo>
                    <a:pt x="9615" y="2936"/>
                  </a:lnTo>
                  <a:lnTo>
                    <a:pt x="9307" y="2511"/>
                  </a:lnTo>
                  <a:lnTo>
                    <a:pt x="8959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6" y="966"/>
                  </a:lnTo>
                  <a:lnTo>
                    <a:pt x="7105" y="657"/>
                  </a:lnTo>
                  <a:lnTo>
                    <a:pt x="6526" y="426"/>
                  </a:lnTo>
                  <a:lnTo>
                    <a:pt x="5947" y="271"/>
                  </a:lnTo>
                  <a:lnTo>
                    <a:pt x="5329" y="155"/>
                  </a:lnTo>
                  <a:lnTo>
                    <a:pt x="4750" y="117"/>
                  </a:lnTo>
                  <a:lnTo>
                    <a:pt x="4132" y="155"/>
                  </a:lnTo>
                  <a:lnTo>
                    <a:pt x="3553" y="271"/>
                  </a:lnTo>
                  <a:lnTo>
                    <a:pt x="3283" y="348"/>
                  </a:lnTo>
                  <a:lnTo>
                    <a:pt x="2935" y="464"/>
                  </a:lnTo>
                  <a:lnTo>
                    <a:pt x="2588" y="619"/>
                  </a:lnTo>
                  <a:lnTo>
                    <a:pt x="2279" y="812"/>
                  </a:lnTo>
                  <a:lnTo>
                    <a:pt x="1931" y="1005"/>
                  </a:lnTo>
                  <a:lnTo>
                    <a:pt x="1661" y="1275"/>
                  </a:lnTo>
                  <a:lnTo>
                    <a:pt x="1352" y="1546"/>
                  </a:lnTo>
                  <a:lnTo>
                    <a:pt x="1082" y="1854"/>
                  </a:lnTo>
                  <a:lnTo>
                    <a:pt x="850" y="2163"/>
                  </a:lnTo>
                  <a:lnTo>
                    <a:pt x="541" y="2665"/>
                  </a:lnTo>
                  <a:lnTo>
                    <a:pt x="309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0" y="4712"/>
                  </a:lnTo>
                  <a:lnTo>
                    <a:pt x="39" y="5214"/>
                  </a:lnTo>
                  <a:lnTo>
                    <a:pt x="78" y="5716"/>
                  </a:lnTo>
                  <a:lnTo>
                    <a:pt x="193" y="6218"/>
                  </a:lnTo>
                  <a:lnTo>
                    <a:pt x="386" y="6720"/>
                  </a:lnTo>
                  <a:lnTo>
                    <a:pt x="580" y="7222"/>
                  </a:lnTo>
                  <a:lnTo>
                    <a:pt x="811" y="7685"/>
                  </a:lnTo>
                  <a:lnTo>
                    <a:pt x="1082" y="8110"/>
                  </a:lnTo>
                  <a:lnTo>
                    <a:pt x="1429" y="8573"/>
                  </a:lnTo>
                  <a:lnTo>
                    <a:pt x="1777" y="8960"/>
                  </a:lnTo>
                  <a:lnTo>
                    <a:pt x="2124" y="9384"/>
                  </a:lnTo>
                  <a:lnTo>
                    <a:pt x="2549" y="9732"/>
                  </a:lnTo>
                  <a:lnTo>
                    <a:pt x="3090" y="10157"/>
                  </a:lnTo>
                  <a:lnTo>
                    <a:pt x="3630" y="10504"/>
                  </a:lnTo>
                  <a:lnTo>
                    <a:pt x="4209" y="10774"/>
                  </a:lnTo>
                  <a:lnTo>
                    <a:pt x="4789" y="11045"/>
                  </a:lnTo>
                  <a:lnTo>
                    <a:pt x="5406" y="11199"/>
                  </a:lnTo>
                  <a:lnTo>
                    <a:pt x="6024" y="11354"/>
                  </a:lnTo>
                  <a:lnTo>
                    <a:pt x="6642" y="11392"/>
                  </a:lnTo>
                  <a:lnTo>
                    <a:pt x="7260" y="11431"/>
                  </a:lnTo>
                  <a:lnTo>
                    <a:pt x="7337" y="11585"/>
                  </a:lnTo>
                  <a:lnTo>
                    <a:pt x="7646" y="11392"/>
                  </a:lnTo>
                  <a:lnTo>
                    <a:pt x="8457" y="11315"/>
                  </a:lnTo>
                  <a:lnTo>
                    <a:pt x="9268" y="11122"/>
                  </a:lnTo>
                  <a:lnTo>
                    <a:pt x="10079" y="10813"/>
                  </a:lnTo>
                  <a:lnTo>
                    <a:pt x="10851" y="10466"/>
                  </a:lnTo>
                  <a:lnTo>
                    <a:pt x="11546" y="10041"/>
                  </a:lnTo>
                  <a:lnTo>
                    <a:pt x="12164" y="9577"/>
                  </a:lnTo>
                  <a:lnTo>
                    <a:pt x="12434" y="9384"/>
                  </a:lnTo>
                  <a:lnTo>
                    <a:pt x="13052" y="8805"/>
                  </a:lnTo>
                  <a:lnTo>
                    <a:pt x="13631" y="8187"/>
                  </a:lnTo>
                  <a:lnTo>
                    <a:pt x="14133" y="7492"/>
                  </a:lnTo>
                  <a:lnTo>
                    <a:pt x="14597" y="6797"/>
                  </a:lnTo>
                  <a:lnTo>
                    <a:pt x="14944" y="6025"/>
                  </a:lnTo>
                  <a:lnTo>
                    <a:pt x="15099" y="5639"/>
                  </a:lnTo>
                  <a:lnTo>
                    <a:pt x="15253" y="5214"/>
                  </a:lnTo>
                  <a:lnTo>
                    <a:pt x="15330" y="4828"/>
                  </a:lnTo>
                  <a:lnTo>
                    <a:pt x="15408" y="4403"/>
                  </a:lnTo>
                  <a:lnTo>
                    <a:pt x="15485" y="4017"/>
                  </a:lnTo>
                  <a:lnTo>
                    <a:pt x="15485" y="3592"/>
                  </a:lnTo>
                  <a:lnTo>
                    <a:pt x="15678" y="4056"/>
                  </a:lnTo>
                  <a:lnTo>
                    <a:pt x="15948" y="4480"/>
                  </a:lnTo>
                  <a:lnTo>
                    <a:pt x="16257" y="4866"/>
                  </a:lnTo>
                  <a:lnTo>
                    <a:pt x="16605" y="5214"/>
                  </a:lnTo>
                  <a:lnTo>
                    <a:pt x="16759" y="5368"/>
                  </a:lnTo>
                  <a:lnTo>
                    <a:pt x="16991" y="5484"/>
                  </a:lnTo>
                  <a:lnTo>
                    <a:pt x="17184" y="5561"/>
                  </a:lnTo>
                  <a:lnTo>
                    <a:pt x="17416" y="5639"/>
                  </a:lnTo>
                  <a:lnTo>
                    <a:pt x="17609" y="5677"/>
                  </a:lnTo>
                  <a:lnTo>
                    <a:pt x="17840" y="5639"/>
                  </a:lnTo>
                  <a:lnTo>
                    <a:pt x="18033" y="5523"/>
                  </a:lnTo>
                  <a:lnTo>
                    <a:pt x="18188" y="5330"/>
                  </a:lnTo>
                  <a:lnTo>
                    <a:pt x="18304" y="5137"/>
                  </a:lnTo>
                  <a:lnTo>
                    <a:pt x="18342" y="4944"/>
                  </a:lnTo>
                  <a:lnTo>
                    <a:pt x="18304" y="4712"/>
                  </a:lnTo>
                  <a:lnTo>
                    <a:pt x="18265" y="4519"/>
                  </a:lnTo>
                  <a:lnTo>
                    <a:pt x="18188" y="4287"/>
                  </a:lnTo>
                  <a:lnTo>
                    <a:pt x="18072" y="4133"/>
                  </a:lnTo>
                  <a:lnTo>
                    <a:pt x="17956" y="3940"/>
                  </a:lnTo>
                  <a:lnTo>
                    <a:pt x="17802" y="3785"/>
                  </a:lnTo>
                  <a:lnTo>
                    <a:pt x="17647" y="3631"/>
                  </a:lnTo>
                  <a:lnTo>
                    <a:pt x="17416" y="3476"/>
                  </a:lnTo>
                  <a:lnTo>
                    <a:pt x="16952" y="3245"/>
                  </a:lnTo>
                  <a:lnTo>
                    <a:pt x="16489" y="3052"/>
                  </a:lnTo>
                  <a:lnTo>
                    <a:pt x="15987" y="2936"/>
                  </a:lnTo>
                  <a:lnTo>
                    <a:pt x="16412" y="2781"/>
                  </a:lnTo>
                  <a:lnTo>
                    <a:pt x="16836" y="2511"/>
                  </a:lnTo>
                  <a:lnTo>
                    <a:pt x="17184" y="2202"/>
                  </a:lnTo>
                  <a:lnTo>
                    <a:pt x="17493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3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0" y="194"/>
                  </a:lnTo>
                  <a:lnTo>
                    <a:pt x="17454" y="117"/>
                  </a:lnTo>
                  <a:lnTo>
                    <a:pt x="17338" y="40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21"/>
            <p:cNvSpPr/>
            <p:nvPr/>
          </p:nvSpPr>
          <p:spPr>
            <a:xfrm>
              <a:off x="5978200" y="1074925"/>
              <a:ext cx="144850" cy="162200"/>
            </a:xfrm>
            <a:custGeom>
              <a:avLst/>
              <a:gdLst/>
              <a:ahLst/>
              <a:cxnLst/>
              <a:rect l="l" t="t" r="r" b="b"/>
              <a:pathLst>
                <a:path w="5794" h="6488" extrusionOk="0">
                  <a:moveTo>
                    <a:pt x="2241" y="425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7" y="734"/>
                  </a:lnTo>
                  <a:lnTo>
                    <a:pt x="4171" y="1004"/>
                  </a:lnTo>
                  <a:lnTo>
                    <a:pt x="4558" y="1313"/>
                  </a:lnTo>
                  <a:lnTo>
                    <a:pt x="4751" y="1506"/>
                  </a:lnTo>
                  <a:lnTo>
                    <a:pt x="4905" y="1738"/>
                  </a:lnTo>
                  <a:lnTo>
                    <a:pt x="5021" y="1931"/>
                  </a:lnTo>
                  <a:lnTo>
                    <a:pt x="5137" y="2163"/>
                  </a:lnTo>
                  <a:lnTo>
                    <a:pt x="5214" y="2433"/>
                  </a:lnTo>
                  <a:lnTo>
                    <a:pt x="5291" y="2703"/>
                  </a:lnTo>
                  <a:lnTo>
                    <a:pt x="5330" y="3167"/>
                  </a:lnTo>
                  <a:lnTo>
                    <a:pt x="5330" y="3630"/>
                  </a:lnTo>
                  <a:lnTo>
                    <a:pt x="5214" y="4132"/>
                  </a:lnTo>
                  <a:lnTo>
                    <a:pt x="5021" y="4557"/>
                  </a:lnTo>
                  <a:lnTo>
                    <a:pt x="4789" y="4982"/>
                  </a:lnTo>
                  <a:lnTo>
                    <a:pt x="4480" y="5329"/>
                  </a:lnTo>
                  <a:lnTo>
                    <a:pt x="4287" y="5484"/>
                  </a:lnTo>
                  <a:lnTo>
                    <a:pt x="4094" y="5638"/>
                  </a:lnTo>
                  <a:lnTo>
                    <a:pt x="3901" y="5754"/>
                  </a:lnTo>
                  <a:lnTo>
                    <a:pt x="3669" y="5831"/>
                  </a:lnTo>
                  <a:lnTo>
                    <a:pt x="3360" y="5947"/>
                  </a:lnTo>
                  <a:lnTo>
                    <a:pt x="3090" y="5986"/>
                  </a:lnTo>
                  <a:lnTo>
                    <a:pt x="2820" y="6024"/>
                  </a:lnTo>
                  <a:lnTo>
                    <a:pt x="2550" y="5986"/>
                  </a:lnTo>
                  <a:lnTo>
                    <a:pt x="2279" y="5947"/>
                  </a:lnTo>
                  <a:lnTo>
                    <a:pt x="2048" y="5870"/>
                  </a:lnTo>
                  <a:lnTo>
                    <a:pt x="1855" y="5754"/>
                  </a:lnTo>
                  <a:lnTo>
                    <a:pt x="1623" y="5638"/>
                  </a:lnTo>
                  <a:lnTo>
                    <a:pt x="1430" y="5484"/>
                  </a:lnTo>
                  <a:lnTo>
                    <a:pt x="1275" y="5291"/>
                  </a:lnTo>
                  <a:lnTo>
                    <a:pt x="1082" y="5097"/>
                  </a:lnTo>
                  <a:lnTo>
                    <a:pt x="966" y="4904"/>
                  </a:lnTo>
                  <a:lnTo>
                    <a:pt x="696" y="4441"/>
                  </a:lnTo>
                  <a:lnTo>
                    <a:pt x="542" y="3900"/>
                  </a:lnTo>
                  <a:lnTo>
                    <a:pt x="426" y="3398"/>
                  </a:lnTo>
                  <a:lnTo>
                    <a:pt x="426" y="2858"/>
                  </a:lnTo>
                  <a:lnTo>
                    <a:pt x="503" y="2317"/>
                  </a:lnTo>
                  <a:lnTo>
                    <a:pt x="542" y="2047"/>
                  </a:lnTo>
                  <a:lnTo>
                    <a:pt x="657" y="1815"/>
                  </a:lnTo>
                  <a:lnTo>
                    <a:pt x="735" y="1584"/>
                  </a:lnTo>
                  <a:lnTo>
                    <a:pt x="889" y="1352"/>
                  </a:lnTo>
                  <a:lnTo>
                    <a:pt x="1044" y="1159"/>
                  </a:lnTo>
                  <a:lnTo>
                    <a:pt x="1237" y="1004"/>
                  </a:lnTo>
                  <a:lnTo>
                    <a:pt x="1430" y="811"/>
                  </a:lnTo>
                  <a:lnTo>
                    <a:pt x="1661" y="695"/>
                  </a:lnTo>
                  <a:lnTo>
                    <a:pt x="1893" y="580"/>
                  </a:lnTo>
                  <a:lnTo>
                    <a:pt x="2202" y="502"/>
                  </a:lnTo>
                  <a:lnTo>
                    <a:pt x="2241" y="464"/>
                  </a:lnTo>
                  <a:lnTo>
                    <a:pt x="2241" y="425"/>
                  </a:lnTo>
                  <a:close/>
                  <a:moveTo>
                    <a:pt x="2279" y="0"/>
                  </a:moveTo>
                  <a:lnTo>
                    <a:pt x="1970" y="39"/>
                  </a:lnTo>
                  <a:lnTo>
                    <a:pt x="1893" y="78"/>
                  </a:lnTo>
                  <a:lnTo>
                    <a:pt x="1816" y="116"/>
                  </a:lnTo>
                  <a:lnTo>
                    <a:pt x="1816" y="193"/>
                  </a:lnTo>
                  <a:lnTo>
                    <a:pt x="1816" y="271"/>
                  </a:lnTo>
                  <a:lnTo>
                    <a:pt x="1507" y="348"/>
                  </a:lnTo>
                  <a:lnTo>
                    <a:pt x="1275" y="464"/>
                  </a:lnTo>
                  <a:lnTo>
                    <a:pt x="1044" y="618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7"/>
                  </a:lnTo>
                  <a:lnTo>
                    <a:pt x="349" y="1429"/>
                  </a:lnTo>
                  <a:lnTo>
                    <a:pt x="233" y="1661"/>
                  </a:lnTo>
                  <a:lnTo>
                    <a:pt x="117" y="1931"/>
                  </a:lnTo>
                  <a:lnTo>
                    <a:pt x="78" y="2201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0"/>
                  </a:lnTo>
                  <a:lnTo>
                    <a:pt x="271" y="4518"/>
                  </a:lnTo>
                  <a:lnTo>
                    <a:pt x="387" y="4827"/>
                  </a:lnTo>
                  <a:lnTo>
                    <a:pt x="542" y="5097"/>
                  </a:lnTo>
                  <a:lnTo>
                    <a:pt x="696" y="5329"/>
                  </a:lnTo>
                  <a:lnTo>
                    <a:pt x="851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0"/>
                  </a:lnTo>
                  <a:lnTo>
                    <a:pt x="1739" y="6256"/>
                  </a:lnTo>
                  <a:lnTo>
                    <a:pt x="2009" y="6372"/>
                  </a:lnTo>
                  <a:lnTo>
                    <a:pt x="2279" y="6449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49"/>
                  </a:lnTo>
                  <a:lnTo>
                    <a:pt x="3554" y="6372"/>
                  </a:lnTo>
                  <a:lnTo>
                    <a:pt x="3862" y="6256"/>
                  </a:lnTo>
                  <a:lnTo>
                    <a:pt x="4133" y="6140"/>
                  </a:lnTo>
                  <a:lnTo>
                    <a:pt x="4403" y="5986"/>
                  </a:lnTo>
                  <a:lnTo>
                    <a:pt x="4635" y="5793"/>
                  </a:lnTo>
                  <a:lnTo>
                    <a:pt x="4866" y="5599"/>
                  </a:lnTo>
                  <a:lnTo>
                    <a:pt x="5060" y="5368"/>
                  </a:lnTo>
                  <a:lnTo>
                    <a:pt x="5214" y="5136"/>
                  </a:lnTo>
                  <a:lnTo>
                    <a:pt x="5368" y="4866"/>
                  </a:lnTo>
                  <a:lnTo>
                    <a:pt x="5523" y="4634"/>
                  </a:lnTo>
                  <a:lnTo>
                    <a:pt x="5639" y="4325"/>
                  </a:lnTo>
                  <a:lnTo>
                    <a:pt x="5716" y="4055"/>
                  </a:lnTo>
                  <a:lnTo>
                    <a:pt x="5755" y="3746"/>
                  </a:lnTo>
                  <a:lnTo>
                    <a:pt x="5793" y="3437"/>
                  </a:lnTo>
                  <a:lnTo>
                    <a:pt x="5793" y="3128"/>
                  </a:lnTo>
                  <a:lnTo>
                    <a:pt x="5793" y="2858"/>
                  </a:lnTo>
                  <a:lnTo>
                    <a:pt x="5716" y="2549"/>
                  </a:lnTo>
                  <a:lnTo>
                    <a:pt x="5639" y="2240"/>
                  </a:lnTo>
                  <a:lnTo>
                    <a:pt x="5523" y="1931"/>
                  </a:lnTo>
                  <a:lnTo>
                    <a:pt x="5368" y="1661"/>
                  </a:lnTo>
                  <a:lnTo>
                    <a:pt x="5214" y="1390"/>
                  </a:lnTo>
                  <a:lnTo>
                    <a:pt x="5021" y="1159"/>
                  </a:lnTo>
                  <a:lnTo>
                    <a:pt x="4828" y="927"/>
                  </a:lnTo>
                  <a:lnTo>
                    <a:pt x="4596" y="734"/>
                  </a:lnTo>
                  <a:lnTo>
                    <a:pt x="4326" y="541"/>
                  </a:lnTo>
                  <a:lnTo>
                    <a:pt x="4094" y="386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21"/>
            <p:cNvSpPr/>
            <p:nvPr/>
          </p:nvSpPr>
          <p:spPr>
            <a:xfrm>
              <a:off x="5341075" y="109905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2" y="2742"/>
                  </a:lnTo>
                  <a:lnTo>
                    <a:pt x="966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21"/>
            <p:cNvSpPr/>
            <p:nvPr/>
          </p:nvSpPr>
          <p:spPr>
            <a:xfrm>
              <a:off x="695700" y="1106775"/>
              <a:ext cx="102350" cy="132275"/>
            </a:xfrm>
            <a:custGeom>
              <a:avLst/>
              <a:gdLst/>
              <a:ahLst/>
              <a:cxnLst/>
              <a:rect l="l" t="t" r="r" b="b"/>
              <a:pathLst>
                <a:path w="4094" h="5291" extrusionOk="0">
                  <a:moveTo>
                    <a:pt x="2279" y="1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4" y="1893"/>
                  </a:lnTo>
                  <a:lnTo>
                    <a:pt x="116" y="2279"/>
                  </a:lnTo>
                  <a:lnTo>
                    <a:pt x="39" y="2665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1"/>
                  </a:lnTo>
                  <a:lnTo>
                    <a:pt x="425" y="5291"/>
                  </a:lnTo>
                  <a:lnTo>
                    <a:pt x="464" y="4750"/>
                  </a:lnTo>
                  <a:lnTo>
                    <a:pt x="464" y="4210"/>
                  </a:lnTo>
                  <a:lnTo>
                    <a:pt x="464" y="3630"/>
                  </a:lnTo>
                  <a:lnTo>
                    <a:pt x="464" y="3090"/>
                  </a:lnTo>
                  <a:lnTo>
                    <a:pt x="541" y="2549"/>
                  </a:lnTo>
                  <a:lnTo>
                    <a:pt x="657" y="2047"/>
                  </a:lnTo>
                  <a:lnTo>
                    <a:pt x="773" y="1816"/>
                  </a:lnTo>
                  <a:lnTo>
                    <a:pt x="889" y="1545"/>
                  </a:lnTo>
                  <a:lnTo>
                    <a:pt x="1043" y="1352"/>
                  </a:lnTo>
                  <a:lnTo>
                    <a:pt x="1198" y="1120"/>
                  </a:lnTo>
                  <a:lnTo>
                    <a:pt x="1391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80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4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2" y="1391"/>
                  </a:lnTo>
                  <a:lnTo>
                    <a:pt x="3669" y="1661"/>
                  </a:lnTo>
                  <a:lnTo>
                    <a:pt x="4094" y="1545"/>
                  </a:lnTo>
                  <a:lnTo>
                    <a:pt x="3978" y="1159"/>
                  </a:lnTo>
                  <a:lnTo>
                    <a:pt x="3823" y="812"/>
                  </a:lnTo>
                  <a:lnTo>
                    <a:pt x="3630" y="503"/>
                  </a:lnTo>
                  <a:lnTo>
                    <a:pt x="3399" y="271"/>
                  </a:lnTo>
                  <a:lnTo>
                    <a:pt x="3244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21"/>
            <p:cNvSpPr/>
            <p:nvPr/>
          </p:nvSpPr>
          <p:spPr>
            <a:xfrm>
              <a:off x="560550" y="1107750"/>
              <a:ext cx="437325" cy="302175"/>
            </a:xfrm>
            <a:custGeom>
              <a:avLst/>
              <a:gdLst/>
              <a:ahLst/>
              <a:cxnLst/>
              <a:rect l="l" t="t" r="r" b="b"/>
              <a:pathLst>
                <a:path w="17493" h="12087" extrusionOk="0">
                  <a:moveTo>
                    <a:pt x="11971" y="502"/>
                  </a:moveTo>
                  <a:lnTo>
                    <a:pt x="12087" y="541"/>
                  </a:lnTo>
                  <a:lnTo>
                    <a:pt x="12203" y="579"/>
                  </a:lnTo>
                  <a:lnTo>
                    <a:pt x="12280" y="657"/>
                  </a:lnTo>
                  <a:lnTo>
                    <a:pt x="12627" y="888"/>
                  </a:lnTo>
                  <a:lnTo>
                    <a:pt x="12898" y="1159"/>
                  </a:lnTo>
                  <a:lnTo>
                    <a:pt x="13129" y="1506"/>
                  </a:lnTo>
                  <a:lnTo>
                    <a:pt x="13322" y="1854"/>
                  </a:lnTo>
                  <a:lnTo>
                    <a:pt x="13477" y="2278"/>
                  </a:lnTo>
                  <a:lnTo>
                    <a:pt x="13593" y="2665"/>
                  </a:lnTo>
                  <a:lnTo>
                    <a:pt x="13824" y="3437"/>
                  </a:lnTo>
                  <a:lnTo>
                    <a:pt x="13824" y="3437"/>
                  </a:lnTo>
                  <a:lnTo>
                    <a:pt x="13091" y="3012"/>
                  </a:lnTo>
                  <a:lnTo>
                    <a:pt x="12705" y="2780"/>
                  </a:lnTo>
                  <a:lnTo>
                    <a:pt x="12357" y="2510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2" y="1738"/>
                  </a:lnTo>
                  <a:lnTo>
                    <a:pt x="11508" y="1429"/>
                  </a:lnTo>
                  <a:lnTo>
                    <a:pt x="11430" y="1081"/>
                  </a:lnTo>
                  <a:lnTo>
                    <a:pt x="11662" y="734"/>
                  </a:lnTo>
                  <a:lnTo>
                    <a:pt x="11739" y="618"/>
                  </a:lnTo>
                  <a:lnTo>
                    <a:pt x="11855" y="541"/>
                  </a:lnTo>
                  <a:lnTo>
                    <a:pt x="11971" y="502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89" y="1738"/>
                  </a:lnTo>
                  <a:lnTo>
                    <a:pt x="16566" y="1854"/>
                  </a:lnTo>
                  <a:lnTo>
                    <a:pt x="16605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5" y="2510"/>
                  </a:lnTo>
                  <a:lnTo>
                    <a:pt x="16528" y="2665"/>
                  </a:lnTo>
                  <a:lnTo>
                    <a:pt x="16412" y="2819"/>
                  </a:lnTo>
                  <a:lnTo>
                    <a:pt x="16296" y="2974"/>
                  </a:lnTo>
                  <a:lnTo>
                    <a:pt x="15948" y="3205"/>
                  </a:lnTo>
                  <a:lnTo>
                    <a:pt x="15524" y="3398"/>
                  </a:lnTo>
                  <a:lnTo>
                    <a:pt x="15137" y="3553"/>
                  </a:lnTo>
                  <a:lnTo>
                    <a:pt x="14713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6"/>
                  </a:lnTo>
                  <a:lnTo>
                    <a:pt x="15060" y="2278"/>
                  </a:lnTo>
                  <a:lnTo>
                    <a:pt x="15408" y="1970"/>
                  </a:lnTo>
                  <a:lnTo>
                    <a:pt x="15639" y="1815"/>
                  </a:lnTo>
                  <a:lnTo>
                    <a:pt x="15871" y="1699"/>
                  </a:lnTo>
                  <a:lnTo>
                    <a:pt x="16103" y="1622"/>
                  </a:lnTo>
                  <a:close/>
                  <a:moveTo>
                    <a:pt x="13824" y="4286"/>
                  </a:moveTo>
                  <a:lnTo>
                    <a:pt x="13670" y="4557"/>
                  </a:lnTo>
                  <a:lnTo>
                    <a:pt x="13477" y="4788"/>
                  </a:lnTo>
                  <a:lnTo>
                    <a:pt x="13245" y="5020"/>
                  </a:lnTo>
                  <a:lnTo>
                    <a:pt x="13014" y="5252"/>
                  </a:lnTo>
                  <a:lnTo>
                    <a:pt x="12666" y="5484"/>
                  </a:lnTo>
                  <a:lnTo>
                    <a:pt x="12125" y="5792"/>
                  </a:lnTo>
                  <a:lnTo>
                    <a:pt x="11855" y="5908"/>
                  </a:lnTo>
                  <a:lnTo>
                    <a:pt x="11623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4" y="5870"/>
                  </a:lnTo>
                  <a:lnTo>
                    <a:pt x="10967" y="5792"/>
                  </a:lnTo>
                  <a:lnTo>
                    <a:pt x="10928" y="5715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7" y="5290"/>
                  </a:lnTo>
                  <a:lnTo>
                    <a:pt x="11121" y="5097"/>
                  </a:lnTo>
                  <a:lnTo>
                    <a:pt x="11276" y="4943"/>
                  </a:lnTo>
                  <a:lnTo>
                    <a:pt x="11546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7" y="4480"/>
                  </a:lnTo>
                  <a:lnTo>
                    <a:pt x="13245" y="4402"/>
                  </a:lnTo>
                  <a:lnTo>
                    <a:pt x="13554" y="4364"/>
                  </a:lnTo>
                  <a:lnTo>
                    <a:pt x="13824" y="4286"/>
                  </a:lnTo>
                  <a:close/>
                  <a:moveTo>
                    <a:pt x="14404" y="4248"/>
                  </a:moveTo>
                  <a:lnTo>
                    <a:pt x="15060" y="4595"/>
                  </a:lnTo>
                  <a:lnTo>
                    <a:pt x="15408" y="4788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1" y="5368"/>
                  </a:lnTo>
                  <a:lnTo>
                    <a:pt x="16412" y="5677"/>
                  </a:lnTo>
                  <a:lnTo>
                    <a:pt x="16643" y="6024"/>
                  </a:lnTo>
                  <a:lnTo>
                    <a:pt x="16875" y="6333"/>
                  </a:lnTo>
                  <a:lnTo>
                    <a:pt x="16991" y="6681"/>
                  </a:lnTo>
                  <a:lnTo>
                    <a:pt x="16991" y="6835"/>
                  </a:lnTo>
                  <a:lnTo>
                    <a:pt x="16991" y="6990"/>
                  </a:lnTo>
                  <a:lnTo>
                    <a:pt x="16952" y="7105"/>
                  </a:lnTo>
                  <a:lnTo>
                    <a:pt x="16836" y="7221"/>
                  </a:lnTo>
                  <a:lnTo>
                    <a:pt x="16759" y="7298"/>
                  </a:lnTo>
                  <a:lnTo>
                    <a:pt x="16643" y="7337"/>
                  </a:lnTo>
                  <a:lnTo>
                    <a:pt x="16373" y="7337"/>
                  </a:lnTo>
                  <a:lnTo>
                    <a:pt x="16141" y="7221"/>
                  </a:lnTo>
                  <a:lnTo>
                    <a:pt x="15871" y="7028"/>
                  </a:lnTo>
                  <a:lnTo>
                    <a:pt x="15601" y="6835"/>
                  </a:lnTo>
                  <a:lnTo>
                    <a:pt x="15369" y="6565"/>
                  </a:lnTo>
                  <a:lnTo>
                    <a:pt x="15060" y="6179"/>
                  </a:lnTo>
                  <a:lnTo>
                    <a:pt x="14828" y="5715"/>
                  </a:lnTo>
                  <a:lnTo>
                    <a:pt x="14635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5" y="0"/>
                  </a:moveTo>
                  <a:lnTo>
                    <a:pt x="11585" y="77"/>
                  </a:lnTo>
                  <a:lnTo>
                    <a:pt x="11469" y="116"/>
                  </a:lnTo>
                  <a:lnTo>
                    <a:pt x="11353" y="232"/>
                  </a:lnTo>
                  <a:lnTo>
                    <a:pt x="11160" y="425"/>
                  </a:lnTo>
                  <a:lnTo>
                    <a:pt x="11006" y="618"/>
                  </a:lnTo>
                  <a:lnTo>
                    <a:pt x="10928" y="811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67" y="1468"/>
                  </a:lnTo>
                  <a:lnTo>
                    <a:pt x="11083" y="1699"/>
                  </a:lnTo>
                  <a:lnTo>
                    <a:pt x="11199" y="1892"/>
                  </a:lnTo>
                  <a:lnTo>
                    <a:pt x="11546" y="2317"/>
                  </a:lnTo>
                  <a:lnTo>
                    <a:pt x="11932" y="2742"/>
                  </a:lnTo>
                  <a:lnTo>
                    <a:pt x="12396" y="3089"/>
                  </a:lnTo>
                  <a:lnTo>
                    <a:pt x="12859" y="3437"/>
                  </a:lnTo>
                  <a:lnTo>
                    <a:pt x="12048" y="3321"/>
                  </a:lnTo>
                  <a:lnTo>
                    <a:pt x="11199" y="3282"/>
                  </a:lnTo>
                  <a:lnTo>
                    <a:pt x="10388" y="3360"/>
                  </a:lnTo>
                  <a:lnTo>
                    <a:pt x="9615" y="3476"/>
                  </a:lnTo>
                  <a:lnTo>
                    <a:pt x="9654" y="3012"/>
                  </a:lnTo>
                  <a:lnTo>
                    <a:pt x="9654" y="2510"/>
                  </a:lnTo>
                  <a:lnTo>
                    <a:pt x="9615" y="2008"/>
                  </a:lnTo>
                  <a:lnTo>
                    <a:pt x="9500" y="1506"/>
                  </a:lnTo>
                  <a:lnTo>
                    <a:pt x="9075" y="1622"/>
                  </a:lnTo>
                  <a:lnTo>
                    <a:pt x="9152" y="2085"/>
                  </a:lnTo>
                  <a:lnTo>
                    <a:pt x="9152" y="2587"/>
                  </a:lnTo>
                  <a:lnTo>
                    <a:pt x="9113" y="3089"/>
                  </a:lnTo>
                  <a:lnTo>
                    <a:pt x="9075" y="3514"/>
                  </a:lnTo>
                  <a:lnTo>
                    <a:pt x="9075" y="3630"/>
                  </a:lnTo>
                  <a:lnTo>
                    <a:pt x="8225" y="3900"/>
                  </a:lnTo>
                  <a:lnTo>
                    <a:pt x="7414" y="4286"/>
                  </a:lnTo>
                  <a:lnTo>
                    <a:pt x="6604" y="4711"/>
                  </a:lnTo>
                  <a:lnTo>
                    <a:pt x="5831" y="5252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6" y="6217"/>
                  </a:lnTo>
                  <a:lnTo>
                    <a:pt x="3823" y="6951"/>
                  </a:lnTo>
                  <a:lnTo>
                    <a:pt x="3090" y="7685"/>
                  </a:lnTo>
                  <a:lnTo>
                    <a:pt x="2394" y="8495"/>
                  </a:lnTo>
                  <a:lnTo>
                    <a:pt x="1738" y="9306"/>
                  </a:lnTo>
                  <a:lnTo>
                    <a:pt x="1082" y="10156"/>
                  </a:lnTo>
                  <a:lnTo>
                    <a:pt x="502" y="10967"/>
                  </a:lnTo>
                  <a:lnTo>
                    <a:pt x="0" y="11816"/>
                  </a:lnTo>
                  <a:lnTo>
                    <a:pt x="309" y="12087"/>
                  </a:lnTo>
                  <a:lnTo>
                    <a:pt x="1545" y="10503"/>
                  </a:lnTo>
                  <a:lnTo>
                    <a:pt x="2742" y="8959"/>
                  </a:lnTo>
                  <a:lnTo>
                    <a:pt x="3360" y="8225"/>
                  </a:lnTo>
                  <a:lnTo>
                    <a:pt x="4016" y="7491"/>
                  </a:lnTo>
                  <a:lnTo>
                    <a:pt x="4711" y="6835"/>
                  </a:lnTo>
                  <a:lnTo>
                    <a:pt x="5484" y="6179"/>
                  </a:lnTo>
                  <a:lnTo>
                    <a:pt x="6256" y="5599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7" y="4441"/>
                  </a:lnTo>
                  <a:lnTo>
                    <a:pt x="8920" y="4248"/>
                  </a:lnTo>
                  <a:lnTo>
                    <a:pt x="9422" y="4132"/>
                  </a:lnTo>
                  <a:lnTo>
                    <a:pt x="9886" y="4016"/>
                  </a:lnTo>
                  <a:lnTo>
                    <a:pt x="10388" y="3939"/>
                  </a:lnTo>
                  <a:lnTo>
                    <a:pt x="10851" y="3862"/>
                  </a:lnTo>
                  <a:lnTo>
                    <a:pt x="11353" y="3823"/>
                  </a:lnTo>
                  <a:lnTo>
                    <a:pt x="11855" y="3823"/>
                  </a:lnTo>
                  <a:lnTo>
                    <a:pt x="12357" y="3862"/>
                  </a:lnTo>
                  <a:lnTo>
                    <a:pt x="12821" y="3939"/>
                  </a:lnTo>
                  <a:lnTo>
                    <a:pt x="12319" y="4016"/>
                  </a:lnTo>
                  <a:lnTo>
                    <a:pt x="11855" y="4132"/>
                  </a:lnTo>
                  <a:lnTo>
                    <a:pt x="11392" y="4286"/>
                  </a:lnTo>
                  <a:lnTo>
                    <a:pt x="11199" y="4402"/>
                  </a:lnTo>
                  <a:lnTo>
                    <a:pt x="11006" y="4557"/>
                  </a:lnTo>
                  <a:lnTo>
                    <a:pt x="10813" y="4711"/>
                  </a:lnTo>
                  <a:lnTo>
                    <a:pt x="10697" y="4866"/>
                  </a:lnTo>
                  <a:lnTo>
                    <a:pt x="10542" y="5059"/>
                  </a:lnTo>
                  <a:lnTo>
                    <a:pt x="10465" y="5290"/>
                  </a:lnTo>
                  <a:lnTo>
                    <a:pt x="10388" y="5522"/>
                  </a:lnTo>
                  <a:lnTo>
                    <a:pt x="10388" y="5754"/>
                  </a:lnTo>
                  <a:lnTo>
                    <a:pt x="10426" y="5947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3"/>
                  </a:lnTo>
                  <a:lnTo>
                    <a:pt x="11006" y="6410"/>
                  </a:lnTo>
                  <a:lnTo>
                    <a:pt x="11276" y="6449"/>
                  </a:lnTo>
                  <a:lnTo>
                    <a:pt x="11585" y="6410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2"/>
                  </a:lnTo>
                  <a:lnTo>
                    <a:pt x="13422" y="5533"/>
                  </a:lnTo>
                  <a:lnTo>
                    <a:pt x="13422" y="5533"/>
                  </a:lnTo>
                  <a:lnTo>
                    <a:pt x="13786" y="5715"/>
                  </a:lnTo>
                  <a:lnTo>
                    <a:pt x="14056" y="4866"/>
                  </a:lnTo>
                  <a:lnTo>
                    <a:pt x="14211" y="5406"/>
                  </a:lnTo>
                  <a:lnTo>
                    <a:pt x="14404" y="5908"/>
                  </a:lnTo>
                  <a:lnTo>
                    <a:pt x="14674" y="6410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8" y="7298"/>
                  </a:lnTo>
                  <a:lnTo>
                    <a:pt x="15678" y="7491"/>
                  </a:lnTo>
                  <a:lnTo>
                    <a:pt x="15987" y="7685"/>
                  </a:lnTo>
                  <a:lnTo>
                    <a:pt x="16296" y="7800"/>
                  </a:lnTo>
                  <a:lnTo>
                    <a:pt x="16605" y="7878"/>
                  </a:lnTo>
                  <a:lnTo>
                    <a:pt x="16875" y="7878"/>
                  </a:lnTo>
                  <a:lnTo>
                    <a:pt x="17030" y="7800"/>
                  </a:lnTo>
                  <a:lnTo>
                    <a:pt x="17184" y="7723"/>
                  </a:lnTo>
                  <a:lnTo>
                    <a:pt x="17300" y="7646"/>
                  </a:lnTo>
                  <a:lnTo>
                    <a:pt x="17377" y="7530"/>
                  </a:lnTo>
                  <a:lnTo>
                    <a:pt x="17416" y="7414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6" y="6603"/>
                  </a:lnTo>
                  <a:lnTo>
                    <a:pt x="17300" y="6294"/>
                  </a:lnTo>
                  <a:lnTo>
                    <a:pt x="17184" y="5986"/>
                  </a:lnTo>
                  <a:lnTo>
                    <a:pt x="17030" y="5715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0"/>
                  </a:lnTo>
                  <a:lnTo>
                    <a:pt x="16257" y="4788"/>
                  </a:lnTo>
                  <a:lnTo>
                    <a:pt x="16026" y="4634"/>
                  </a:lnTo>
                  <a:lnTo>
                    <a:pt x="15524" y="4286"/>
                  </a:lnTo>
                  <a:lnTo>
                    <a:pt x="14944" y="4016"/>
                  </a:lnTo>
                  <a:lnTo>
                    <a:pt x="15408" y="3900"/>
                  </a:lnTo>
                  <a:lnTo>
                    <a:pt x="15832" y="3746"/>
                  </a:lnTo>
                  <a:lnTo>
                    <a:pt x="16219" y="3514"/>
                  </a:lnTo>
                  <a:lnTo>
                    <a:pt x="16605" y="3244"/>
                  </a:lnTo>
                  <a:lnTo>
                    <a:pt x="16759" y="3089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5" y="2201"/>
                  </a:lnTo>
                  <a:lnTo>
                    <a:pt x="17107" y="1931"/>
                  </a:lnTo>
                  <a:lnTo>
                    <a:pt x="17068" y="1699"/>
                  </a:lnTo>
                  <a:lnTo>
                    <a:pt x="16914" y="1506"/>
                  </a:lnTo>
                  <a:lnTo>
                    <a:pt x="16759" y="1313"/>
                  </a:lnTo>
                  <a:lnTo>
                    <a:pt x="16528" y="1236"/>
                  </a:lnTo>
                  <a:lnTo>
                    <a:pt x="16334" y="1159"/>
                  </a:lnTo>
                  <a:lnTo>
                    <a:pt x="16103" y="1159"/>
                  </a:lnTo>
                  <a:lnTo>
                    <a:pt x="15910" y="1197"/>
                  </a:lnTo>
                  <a:lnTo>
                    <a:pt x="15678" y="1275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6" y="2587"/>
                  </a:lnTo>
                  <a:lnTo>
                    <a:pt x="14095" y="3012"/>
                  </a:lnTo>
                  <a:lnTo>
                    <a:pt x="13940" y="2433"/>
                  </a:lnTo>
                  <a:lnTo>
                    <a:pt x="13747" y="1892"/>
                  </a:lnTo>
                  <a:lnTo>
                    <a:pt x="13516" y="1352"/>
                  </a:lnTo>
                  <a:lnTo>
                    <a:pt x="13168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7" y="155"/>
                  </a:lnTo>
                  <a:lnTo>
                    <a:pt x="12087" y="39"/>
                  </a:lnTo>
                  <a:lnTo>
                    <a:pt x="118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21"/>
            <p:cNvSpPr/>
            <p:nvPr/>
          </p:nvSpPr>
          <p:spPr>
            <a:xfrm>
              <a:off x="5590125" y="11338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21"/>
            <p:cNvSpPr/>
            <p:nvPr/>
          </p:nvSpPr>
          <p:spPr>
            <a:xfrm>
              <a:off x="5491675" y="1139600"/>
              <a:ext cx="21250" cy="8725"/>
            </a:xfrm>
            <a:custGeom>
              <a:avLst/>
              <a:gdLst/>
              <a:ahLst/>
              <a:cxnLst/>
              <a:rect l="l" t="t" r="r" b="b"/>
              <a:pathLst>
                <a:path w="850" h="349" extrusionOk="0">
                  <a:moveTo>
                    <a:pt x="425" y="1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4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4"/>
                  </a:lnTo>
                  <a:lnTo>
                    <a:pt x="811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21"/>
            <p:cNvSpPr/>
            <p:nvPr/>
          </p:nvSpPr>
          <p:spPr>
            <a:xfrm>
              <a:off x="2443975" y="1153125"/>
              <a:ext cx="315725" cy="477875"/>
            </a:xfrm>
            <a:custGeom>
              <a:avLst/>
              <a:gdLst/>
              <a:ahLst/>
              <a:cxnLst/>
              <a:rect l="l" t="t" r="r" b="b"/>
              <a:pathLst>
                <a:path w="12629" h="19115" extrusionOk="0">
                  <a:moveTo>
                    <a:pt x="1005" y="618"/>
                  </a:moveTo>
                  <a:lnTo>
                    <a:pt x="1661" y="850"/>
                  </a:lnTo>
                  <a:lnTo>
                    <a:pt x="2318" y="1120"/>
                  </a:lnTo>
                  <a:lnTo>
                    <a:pt x="2743" y="1352"/>
                  </a:lnTo>
                  <a:lnTo>
                    <a:pt x="3167" y="1583"/>
                  </a:lnTo>
                  <a:lnTo>
                    <a:pt x="3322" y="1699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1"/>
                  </a:lnTo>
                  <a:lnTo>
                    <a:pt x="4017" y="2819"/>
                  </a:lnTo>
                  <a:lnTo>
                    <a:pt x="5677" y="6796"/>
                  </a:lnTo>
                  <a:lnTo>
                    <a:pt x="9075" y="15021"/>
                  </a:lnTo>
                  <a:lnTo>
                    <a:pt x="9153" y="15098"/>
                  </a:lnTo>
                  <a:lnTo>
                    <a:pt x="9191" y="15137"/>
                  </a:lnTo>
                  <a:lnTo>
                    <a:pt x="9346" y="15137"/>
                  </a:lnTo>
                  <a:lnTo>
                    <a:pt x="8921" y="15369"/>
                  </a:lnTo>
                  <a:lnTo>
                    <a:pt x="7956" y="13515"/>
                  </a:lnTo>
                  <a:lnTo>
                    <a:pt x="6990" y="11662"/>
                  </a:lnTo>
                  <a:lnTo>
                    <a:pt x="5021" y="7955"/>
                  </a:lnTo>
                  <a:lnTo>
                    <a:pt x="3013" y="4286"/>
                  </a:lnTo>
                  <a:lnTo>
                    <a:pt x="1005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20" y="11739"/>
                  </a:lnTo>
                  <a:lnTo>
                    <a:pt x="7763" y="13593"/>
                  </a:lnTo>
                  <a:lnTo>
                    <a:pt x="8805" y="15446"/>
                  </a:lnTo>
                  <a:lnTo>
                    <a:pt x="8651" y="15523"/>
                  </a:lnTo>
                  <a:lnTo>
                    <a:pt x="7415" y="13747"/>
                  </a:lnTo>
                  <a:lnTo>
                    <a:pt x="6179" y="12009"/>
                  </a:lnTo>
                  <a:lnTo>
                    <a:pt x="3592" y="8534"/>
                  </a:lnTo>
                  <a:lnTo>
                    <a:pt x="2318" y="6758"/>
                  </a:lnTo>
                  <a:lnTo>
                    <a:pt x="1005" y="4943"/>
                  </a:lnTo>
                  <a:lnTo>
                    <a:pt x="850" y="4711"/>
                  </a:lnTo>
                  <a:lnTo>
                    <a:pt x="735" y="4479"/>
                  </a:lnTo>
                  <a:lnTo>
                    <a:pt x="619" y="4209"/>
                  </a:lnTo>
                  <a:lnTo>
                    <a:pt x="542" y="3939"/>
                  </a:lnTo>
                  <a:lnTo>
                    <a:pt x="464" y="3398"/>
                  </a:lnTo>
                  <a:lnTo>
                    <a:pt x="426" y="2819"/>
                  </a:lnTo>
                  <a:lnTo>
                    <a:pt x="464" y="2240"/>
                  </a:lnTo>
                  <a:lnTo>
                    <a:pt x="503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3" y="12357"/>
                  </a:lnTo>
                  <a:lnTo>
                    <a:pt x="11817" y="12434"/>
                  </a:lnTo>
                  <a:lnTo>
                    <a:pt x="12165" y="12859"/>
                  </a:lnTo>
                  <a:lnTo>
                    <a:pt x="12242" y="13052"/>
                  </a:lnTo>
                  <a:lnTo>
                    <a:pt x="12280" y="13245"/>
                  </a:lnTo>
                  <a:lnTo>
                    <a:pt x="12242" y="13438"/>
                  </a:lnTo>
                  <a:lnTo>
                    <a:pt x="12203" y="13631"/>
                  </a:lnTo>
                  <a:lnTo>
                    <a:pt x="12049" y="14017"/>
                  </a:lnTo>
                  <a:lnTo>
                    <a:pt x="11856" y="14365"/>
                  </a:lnTo>
                  <a:lnTo>
                    <a:pt x="11508" y="14790"/>
                  </a:lnTo>
                  <a:lnTo>
                    <a:pt x="11122" y="15176"/>
                  </a:lnTo>
                  <a:lnTo>
                    <a:pt x="10697" y="15523"/>
                  </a:lnTo>
                  <a:lnTo>
                    <a:pt x="10273" y="15871"/>
                  </a:lnTo>
                  <a:lnTo>
                    <a:pt x="10157" y="15871"/>
                  </a:lnTo>
                  <a:lnTo>
                    <a:pt x="10118" y="15987"/>
                  </a:lnTo>
                  <a:lnTo>
                    <a:pt x="9771" y="16180"/>
                  </a:lnTo>
                  <a:lnTo>
                    <a:pt x="9114" y="16604"/>
                  </a:lnTo>
                  <a:lnTo>
                    <a:pt x="8458" y="16952"/>
                  </a:lnTo>
                  <a:lnTo>
                    <a:pt x="7724" y="17261"/>
                  </a:lnTo>
                  <a:lnTo>
                    <a:pt x="6990" y="17493"/>
                  </a:lnTo>
                  <a:lnTo>
                    <a:pt x="6643" y="17608"/>
                  </a:lnTo>
                  <a:lnTo>
                    <a:pt x="6295" y="17647"/>
                  </a:lnTo>
                  <a:lnTo>
                    <a:pt x="5755" y="17647"/>
                  </a:lnTo>
                  <a:lnTo>
                    <a:pt x="5562" y="17570"/>
                  </a:lnTo>
                  <a:lnTo>
                    <a:pt x="5446" y="17493"/>
                  </a:lnTo>
                  <a:lnTo>
                    <a:pt x="5330" y="17415"/>
                  </a:lnTo>
                  <a:lnTo>
                    <a:pt x="5098" y="17184"/>
                  </a:lnTo>
                  <a:lnTo>
                    <a:pt x="4982" y="16875"/>
                  </a:lnTo>
                  <a:lnTo>
                    <a:pt x="4905" y="16604"/>
                  </a:lnTo>
                  <a:lnTo>
                    <a:pt x="4944" y="16411"/>
                  </a:lnTo>
                  <a:lnTo>
                    <a:pt x="4982" y="16218"/>
                  </a:lnTo>
                  <a:lnTo>
                    <a:pt x="5060" y="16064"/>
                  </a:lnTo>
                  <a:lnTo>
                    <a:pt x="5175" y="15948"/>
                  </a:lnTo>
                  <a:lnTo>
                    <a:pt x="5291" y="15832"/>
                  </a:lnTo>
                  <a:lnTo>
                    <a:pt x="5407" y="15755"/>
                  </a:lnTo>
                  <a:lnTo>
                    <a:pt x="5523" y="15716"/>
                  </a:lnTo>
                  <a:lnTo>
                    <a:pt x="5639" y="15755"/>
                  </a:lnTo>
                  <a:lnTo>
                    <a:pt x="5793" y="15832"/>
                  </a:lnTo>
                  <a:lnTo>
                    <a:pt x="5948" y="15948"/>
                  </a:lnTo>
                  <a:lnTo>
                    <a:pt x="6064" y="16141"/>
                  </a:lnTo>
                  <a:lnTo>
                    <a:pt x="6257" y="16373"/>
                  </a:lnTo>
                  <a:lnTo>
                    <a:pt x="6102" y="16411"/>
                  </a:lnTo>
                  <a:lnTo>
                    <a:pt x="6025" y="16450"/>
                  </a:lnTo>
                  <a:lnTo>
                    <a:pt x="6025" y="16566"/>
                  </a:lnTo>
                  <a:lnTo>
                    <a:pt x="6064" y="16643"/>
                  </a:lnTo>
                  <a:lnTo>
                    <a:pt x="6141" y="16643"/>
                  </a:lnTo>
                  <a:lnTo>
                    <a:pt x="6913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30" y="15716"/>
                  </a:lnTo>
                  <a:lnTo>
                    <a:pt x="9616" y="15485"/>
                  </a:lnTo>
                  <a:lnTo>
                    <a:pt x="9964" y="15253"/>
                  </a:lnTo>
                  <a:lnTo>
                    <a:pt x="10273" y="15021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2" y="14172"/>
                  </a:lnTo>
                  <a:lnTo>
                    <a:pt x="11354" y="13824"/>
                  </a:lnTo>
                  <a:lnTo>
                    <a:pt x="11547" y="13515"/>
                  </a:lnTo>
                  <a:lnTo>
                    <a:pt x="11547" y="13438"/>
                  </a:lnTo>
                  <a:lnTo>
                    <a:pt x="11547" y="13361"/>
                  </a:lnTo>
                  <a:lnTo>
                    <a:pt x="11508" y="13284"/>
                  </a:lnTo>
                  <a:lnTo>
                    <a:pt x="11431" y="13245"/>
                  </a:lnTo>
                  <a:lnTo>
                    <a:pt x="11238" y="13245"/>
                  </a:lnTo>
                  <a:lnTo>
                    <a:pt x="11161" y="13322"/>
                  </a:lnTo>
                  <a:lnTo>
                    <a:pt x="10968" y="13670"/>
                  </a:lnTo>
                  <a:lnTo>
                    <a:pt x="10775" y="13554"/>
                  </a:lnTo>
                  <a:lnTo>
                    <a:pt x="10659" y="13438"/>
                  </a:lnTo>
                  <a:lnTo>
                    <a:pt x="10620" y="13284"/>
                  </a:lnTo>
                  <a:lnTo>
                    <a:pt x="10581" y="13168"/>
                  </a:lnTo>
                  <a:lnTo>
                    <a:pt x="10620" y="13013"/>
                  </a:lnTo>
                  <a:lnTo>
                    <a:pt x="10659" y="12859"/>
                  </a:lnTo>
                  <a:lnTo>
                    <a:pt x="10852" y="12627"/>
                  </a:lnTo>
                  <a:lnTo>
                    <a:pt x="10929" y="12473"/>
                  </a:lnTo>
                  <a:lnTo>
                    <a:pt x="11045" y="12357"/>
                  </a:lnTo>
                  <a:lnTo>
                    <a:pt x="11122" y="12318"/>
                  </a:lnTo>
                  <a:lnTo>
                    <a:pt x="11238" y="12280"/>
                  </a:lnTo>
                  <a:close/>
                  <a:moveTo>
                    <a:pt x="426" y="0"/>
                  </a:moveTo>
                  <a:lnTo>
                    <a:pt x="349" y="39"/>
                  </a:lnTo>
                  <a:lnTo>
                    <a:pt x="271" y="116"/>
                  </a:lnTo>
                  <a:lnTo>
                    <a:pt x="233" y="193"/>
                  </a:lnTo>
                  <a:lnTo>
                    <a:pt x="78" y="2587"/>
                  </a:lnTo>
                  <a:lnTo>
                    <a:pt x="40" y="3012"/>
                  </a:lnTo>
                  <a:lnTo>
                    <a:pt x="1" y="3475"/>
                  </a:lnTo>
                  <a:lnTo>
                    <a:pt x="40" y="3900"/>
                  </a:lnTo>
                  <a:lnTo>
                    <a:pt x="117" y="4325"/>
                  </a:lnTo>
                  <a:lnTo>
                    <a:pt x="233" y="4518"/>
                  </a:lnTo>
                  <a:lnTo>
                    <a:pt x="349" y="4750"/>
                  </a:lnTo>
                  <a:lnTo>
                    <a:pt x="619" y="5175"/>
                  </a:lnTo>
                  <a:lnTo>
                    <a:pt x="1237" y="5985"/>
                  </a:lnTo>
                  <a:lnTo>
                    <a:pt x="2665" y="7955"/>
                  </a:lnTo>
                  <a:lnTo>
                    <a:pt x="5446" y="11816"/>
                  </a:lnTo>
                  <a:lnTo>
                    <a:pt x="6874" y="13747"/>
                  </a:lnTo>
                  <a:lnTo>
                    <a:pt x="8342" y="15639"/>
                  </a:lnTo>
                  <a:lnTo>
                    <a:pt x="7492" y="15987"/>
                  </a:lnTo>
                  <a:lnTo>
                    <a:pt x="6643" y="16257"/>
                  </a:lnTo>
                  <a:lnTo>
                    <a:pt x="6643" y="16257"/>
                  </a:lnTo>
                  <a:lnTo>
                    <a:pt x="6681" y="16102"/>
                  </a:lnTo>
                  <a:lnTo>
                    <a:pt x="6681" y="15948"/>
                  </a:lnTo>
                  <a:lnTo>
                    <a:pt x="6643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4" y="15369"/>
                  </a:lnTo>
                  <a:lnTo>
                    <a:pt x="6179" y="15292"/>
                  </a:lnTo>
                  <a:lnTo>
                    <a:pt x="6025" y="15253"/>
                  </a:lnTo>
                  <a:lnTo>
                    <a:pt x="5716" y="15253"/>
                  </a:lnTo>
                  <a:lnTo>
                    <a:pt x="5484" y="15292"/>
                  </a:lnTo>
                  <a:lnTo>
                    <a:pt x="5214" y="15407"/>
                  </a:lnTo>
                  <a:lnTo>
                    <a:pt x="5021" y="15600"/>
                  </a:lnTo>
                  <a:lnTo>
                    <a:pt x="4828" y="15794"/>
                  </a:lnTo>
                  <a:lnTo>
                    <a:pt x="4712" y="16025"/>
                  </a:lnTo>
                  <a:lnTo>
                    <a:pt x="4596" y="16296"/>
                  </a:lnTo>
                  <a:lnTo>
                    <a:pt x="4596" y="16566"/>
                  </a:lnTo>
                  <a:lnTo>
                    <a:pt x="4635" y="16991"/>
                  </a:lnTo>
                  <a:lnTo>
                    <a:pt x="4751" y="17300"/>
                  </a:lnTo>
                  <a:lnTo>
                    <a:pt x="4905" y="17531"/>
                  </a:lnTo>
                  <a:lnTo>
                    <a:pt x="5098" y="17724"/>
                  </a:lnTo>
                  <a:lnTo>
                    <a:pt x="5368" y="17840"/>
                  </a:lnTo>
                  <a:lnTo>
                    <a:pt x="5677" y="17917"/>
                  </a:lnTo>
                  <a:lnTo>
                    <a:pt x="6025" y="17956"/>
                  </a:lnTo>
                  <a:lnTo>
                    <a:pt x="6372" y="17917"/>
                  </a:lnTo>
                  <a:lnTo>
                    <a:pt x="6720" y="17840"/>
                  </a:lnTo>
                  <a:lnTo>
                    <a:pt x="7106" y="17763"/>
                  </a:lnTo>
                  <a:lnTo>
                    <a:pt x="7878" y="17531"/>
                  </a:lnTo>
                  <a:lnTo>
                    <a:pt x="8573" y="17222"/>
                  </a:lnTo>
                  <a:lnTo>
                    <a:pt x="9153" y="16952"/>
                  </a:lnTo>
                  <a:lnTo>
                    <a:pt x="9230" y="16875"/>
                  </a:lnTo>
                  <a:lnTo>
                    <a:pt x="9462" y="16759"/>
                  </a:lnTo>
                  <a:lnTo>
                    <a:pt x="10234" y="16257"/>
                  </a:lnTo>
                  <a:lnTo>
                    <a:pt x="10813" y="17106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4"/>
                  </a:lnTo>
                  <a:lnTo>
                    <a:pt x="12280" y="19037"/>
                  </a:lnTo>
                  <a:lnTo>
                    <a:pt x="12203" y="18883"/>
                  </a:lnTo>
                  <a:lnTo>
                    <a:pt x="11817" y="18149"/>
                  </a:lnTo>
                  <a:lnTo>
                    <a:pt x="11392" y="17454"/>
                  </a:lnTo>
                  <a:lnTo>
                    <a:pt x="10929" y="16759"/>
                  </a:lnTo>
                  <a:lnTo>
                    <a:pt x="10466" y="16102"/>
                  </a:lnTo>
                  <a:lnTo>
                    <a:pt x="10968" y="15716"/>
                  </a:lnTo>
                  <a:lnTo>
                    <a:pt x="11470" y="15253"/>
                  </a:lnTo>
                  <a:lnTo>
                    <a:pt x="11894" y="14790"/>
                  </a:lnTo>
                  <a:lnTo>
                    <a:pt x="12126" y="14558"/>
                  </a:lnTo>
                  <a:lnTo>
                    <a:pt x="12280" y="14288"/>
                  </a:lnTo>
                  <a:lnTo>
                    <a:pt x="12435" y="14056"/>
                  </a:lnTo>
                  <a:lnTo>
                    <a:pt x="12512" y="13786"/>
                  </a:lnTo>
                  <a:lnTo>
                    <a:pt x="12589" y="13554"/>
                  </a:lnTo>
                  <a:lnTo>
                    <a:pt x="12628" y="13284"/>
                  </a:lnTo>
                  <a:lnTo>
                    <a:pt x="12589" y="13052"/>
                  </a:lnTo>
                  <a:lnTo>
                    <a:pt x="12512" y="12820"/>
                  </a:lnTo>
                  <a:lnTo>
                    <a:pt x="12358" y="12589"/>
                  </a:lnTo>
                  <a:lnTo>
                    <a:pt x="12165" y="12357"/>
                  </a:lnTo>
                  <a:lnTo>
                    <a:pt x="11972" y="12202"/>
                  </a:lnTo>
                  <a:lnTo>
                    <a:pt x="11740" y="12087"/>
                  </a:lnTo>
                  <a:lnTo>
                    <a:pt x="11470" y="12009"/>
                  </a:lnTo>
                  <a:lnTo>
                    <a:pt x="11238" y="12009"/>
                  </a:lnTo>
                  <a:lnTo>
                    <a:pt x="10968" y="12048"/>
                  </a:lnTo>
                  <a:lnTo>
                    <a:pt x="10736" y="12125"/>
                  </a:lnTo>
                  <a:lnTo>
                    <a:pt x="10543" y="12280"/>
                  </a:lnTo>
                  <a:lnTo>
                    <a:pt x="10388" y="12511"/>
                  </a:lnTo>
                  <a:lnTo>
                    <a:pt x="10311" y="12704"/>
                  </a:lnTo>
                  <a:lnTo>
                    <a:pt x="10273" y="12897"/>
                  </a:lnTo>
                  <a:lnTo>
                    <a:pt x="10273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20" y="13786"/>
                  </a:lnTo>
                  <a:lnTo>
                    <a:pt x="10813" y="13901"/>
                  </a:lnTo>
                  <a:lnTo>
                    <a:pt x="10504" y="14249"/>
                  </a:lnTo>
                  <a:lnTo>
                    <a:pt x="10157" y="14597"/>
                  </a:lnTo>
                  <a:lnTo>
                    <a:pt x="9771" y="14867"/>
                  </a:lnTo>
                  <a:lnTo>
                    <a:pt x="9431" y="15083"/>
                  </a:lnTo>
                  <a:lnTo>
                    <a:pt x="9431" y="15083"/>
                  </a:lnTo>
                  <a:lnTo>
                    <a:pt x="9462" y="15021"/>
                  </a:lnTo>
                  <a:lnTo>
                    <a:pt x="9500" y="14944"/>
                  </a:lnTo>
                  <a:lnTo>
                    <a:pt x="9462" y="14828"/>
                  </a:lnTo>
                  <a:lnTo>
                    <a:pt x="5716" y="5754"/>
                  </a:lnTo>
                  <a:lnTo>
                    <a:pt x="4789" y="3475"/>
                  </a:lnTo>
                  <a:lnTo>
                    <a:pt x="4364" y="2471"/>
                  </a:lnTo>
                  <a:lnTo>
                    <a:pt x="4133" y="1969"/>
                  </a:lnTo>
                  <a:lnTo>
                    <a:pt x="3978" y="1738"/>
                  </a:lnTo>
                  <a:lnTo>
                    <a:pt x="3824" y="1545"/>
                  </a:lnTo>
                  <a:lnTo>
                    <a:pt x="3515" y="1236"/>
                  </a:lnTo>
                  <a:lnTo>
                    <a:pt x="3129" y="965"/>
                  </a:lnTo>
                  <a:lnTo>
                    <a:pt x="2743" y="772"/>
                  </a:lnTo>
                  <a:lnTo>
                    <a:pt x="2279" y="541"/>
                  </a:lnTo>
                  <a:lnTo>
                    <a:pt x="1816" y="386"/>
                  </a:lnTo>
                  <a:lnTo>
                    <a:pt x="1391" y="232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21"/>
            <p:cNvSpPr/>
            <p:nvPr/>
          </p:nvSpPr>
          <p:spPr>
            <a:xfrm>
              <a:off x="5383550" y="11801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2"/>
                  </a:lnTo>
                  <a:lnTo>
                    <a:pt x="1583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2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21"/>
            <p:cNvSpPr/>
            <p:nvPr/>
          </p:nvSpPr>
          <p:spPr>
            <a:xfrm>
              <a:off x="1657200" y="1227450"/>
              <a:ext cx="61825" cy="90775"/>
            </a:xfrm>
            <a:custGeom>
              <a:avLst/>
              <a:gdLst/>
              <a:ahLst/>
              <a:cxnLst/>
              <a:rect l="l" t="t" r="r" b="b"/>
              <a:pathLst>
                <a:path w="2473" h="3631" extrusionOk="0">
                  <a:moveTo>
                    <a:pt x="1198" y="0"/>
                  </a:moveTo>
                  <a:lnTo>
                    <a:pt x="1082" y="39"/>
                  </a:lnTo>
                  <a:lnTo>
                    <a:pt x="1005" y="39"/>
                  </a:lnTo>
                  <a:lnTo>
                    <a:pt x="966" y="116"/>
                  </a:lnTo>
                  <a:lnTo>
                    <a:pt x="966" y="194"/>
                  </a:lnTo>
                  <a:lnTo>
                    <a:pt x="966" y="232"/>
                  </a:lnTo>
                  <a:lnTo>
                    <a:pt x="850" y="271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5" y="618"/>
                  </a:lnTo>
                  <a:lnTo>
                    <a:pt x="773" y="657"/>
                  </a:lnTo>
                  <a:lnTo>
                    <a:pt x="850" y="734"/>
                  </a:lnTo>
                  <a:lnTo>
                    <a:pt x="1082" y="811"/>
                  </a:lnTo>
                  <a:lnTo>
                    <a:pt x="1275" y="966"/>
                  </a:lnTo>
                  <a:lnTo>
                    <a:pt x="1468" y="1120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70" y="2163"/>
                  </a:lnTo>
                  <a:lnTo>
                    <a:pt x="1932" y="2472"/>
                  </a:lnTo>
                  <a:lnTo>
                    <a:pt x="1816" y="2742"/>
                  </a:lnTo>
                  <a:lnTo>
                    <a:pt x="1739" y="2897"/>
                  </a:lnTo>
                  <a:lnTo>
                    <a:pt x="1661" y="2974"/>
                  </a:lnTo>
                  <a:lnTo>
                    <a:pt x="1545" y="3090"/>
                  </a:lnTo>
                  <a:lnTo>
                    <a:pt x="1391" y="3128"/>
                  </a:lnTo>
                  <a:lnTo>
                    <a:pt x="1237" y="3167"/>
                  </a:lnTo>
                  <a:lnTo>
                    <a:pt x="1043" y="3128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626"/>
                  </a:lnTo>
                  <a:lnTo>
                    <a:pt x="928" y="2472"/>
                  </a:lnTo>
                  <a:lnTo>
                    <a:pt x="1082" y="2356"/>
                  </a:lnTo>
                  <a:lnTo>
                    <a:pt x="1159" y="2279"/>
                  </a:lnTo>
                  <a:lnTo>
                    <a:pt x="1159" y="2163"/>
                  </a:lnTo>
                  <a:lnTo>
                    <a:pt x="1159" y="2047"/>
                  </a:lnTo>
                  <a:lnTo>
                    <a:pt x="1082" y="1970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52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63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48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60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630"/>
                  </a:lnTo>
                  <a:lnTo>
                    <a:pt x="1275" y="3630"/>
                  </a:lnTo>
                  <a:lnTo>
                    <a:pt x="1507" y="3592"/>
                  </a:lnTo>
                  <a:lnTo>
                    <a:pt x="1700" y="3514"/>
                  </a:lnTo>
                  <a:lnTo>
                    <a:pt x="1854" y="3437"/>
                  </a:lnTo>
                  <a:lnTo>
                    <a:pt x="2047" y="3244"/>
                  </a:lnTo>
                  <a:lnTo>
                    <a:pt x="2202" y="3090"/>
                  </a:lnTo>
                  <a:lnTo>
                    <a:pt x="2318" y="2897"/>
                  </a:lnTo>
                  <a:lnTo>
                    <a:pt x="2395" y="2703"/>
                  </a:lnTo>
                  <a:lnTo>
                    <a:pt x="2434" y="2472"/>
                  </a:lnTo>
                  <a:lnTo>
                    <a:pt x="2472" y="2279"/>
                  </a:lnTo>
                  <a:lnTo>
                    <a:pt x="2434" y="2047"/>
                  </a:lnTo>
                  <a:lnTo>
                    <a:pt x="2395" y="1815"/>
                  </a:lnTo>
                  <a:lnTo>
                    <a:pt x="2318" y="1622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21"/>
            <p:cNvSpPr/>
            <p:nvPr/>
          </p:nvSpPr>
          <p:spPr>
            <a:xfrm>
              <a:off x="6055450" y="1230350"/>
              <a:ext cx="302175" cy="155450"/>
            </a:xfrm>
            <a:custGeom>
              <a:avLst/>
              <a:gdLst/>
              <a:ahLst/>
              <a:cxnLst/>
              <a:rect l="l" t="t" r="r" b="b"/>
              <a:pathLst>
                <a:path w="12087" h="6218" extrusionOk="0">
                  <a:moveTo>
                    <a:pt x="11739" y="0"/>
                  </a:moveTo>
                  <a:lnTo>
                    <a:pt x="11662" y="39"/>
                  </a:lnTo>
                  <a:lnTo>
                    <a:pt x="11585" y="78"/>
                  </a:lnTo>
                  <a:lnTo>
                    <a:pt x="11507" y="116"/>
                  </a:lnTo>
                  <a:lnTo>
                    <a:pt x="11469" y="232"/>
                  </a:lnTo>
                  <a:lnTo>
                    <a:pt x="11469" y="309"/>
                  </a:lnTo>
                  <a:lnTo>
                    <a:pt x="11507" y="425"/>
                  </a:lnTo>
                  <a:lnTo>
                    <a:pt x="11585" y="580"/>
                  </a:lnTo>
                  <a:lnTo>
                    <a:pt x="11623" y="773"/>
                  </a:lnTo>
                  <a:lnTo>
                    <a:pt x="11585" y="966"/>
                  </a:lnTo>
                  <a:lnTo>
                    <a:pt x="11507" y="1120"/>
                  </a:lnTo>
                  <a:lnTo>
                    <a:pt x="11392" y="1275"/>
                  </a:lnTo>
                  <a:lnTo>
                    <a:pt x="11276" y="1429"/>
                  </a:lnTo>
                  <a:lnTo>
                    <a:pt x="10928" y="1738"/>
                  </a:lnTo>
                  <a:lnTo>
                    <a:pt x="10503" y="2008"/>
                  </a:lnTo>
                  <a:lnTo>
                    <a:pt x="10079" y="2240"/>
                  </a:lnTo>
                  <a:lnTo>
                    <a:pt x="9422" y="2587"/>
                  </a:lnTo>
                  <a:lnTo>
                    <a:pt x="9036" y="2781"/>
                  </a:lnTo>
                  <a:lnTo>
                    <a:pt x="9036" y="2703"/>
                  </a:lnTo>
                  <a:lnTo>
                    <a:pt x="8959" y="2626"/>
                  </a:lnTo>
                  <a:lnTo>
                    <a:pt x="8495" y="2201"/>
                  </a:lnTo>
                  <a:lnTo>
                    <a:pt x="8109" y="1699"/>
                  </a:lnTo>
                  <a:lnTo>
                    <a:pt x="7839" y="1892"/>
                  </a:lnTo>
                  <a:lnTo>
                    <a:pt x="7993" y="2201"/>
                  </a:lnTo>
                  <a:lnTo>
                    <a:pt x="8187" y="2510"/>
                  </a:lnTo>
                  <a:lnTo>
                    <a:pt x="8418" y="2781"/>
                  </a:lnTo>
                  <a:lnTo>
                    <a:pt x="8650" y="2974"/>
                  </a:lnTo>
                  <a:lnTo>
                    <a:pt x="7607" y="3514"/>
                  </a:lnTo>
                  <a:lnTo>
                    <a:pt x="6565" y="3978"/>
                  </a:lnTo>
                  <a:lnTo>
                    <a:pt x="5252" y="4518"/>
                  </a:lnTo>
                  <a:lnTo>
                    <a:pt x="3939" y="4982"/>
                  </a:lnTo>
                  <a:lnTo>
                    <a:pt x="3669" y="5059"/>
                  </a:lnTo>
                  <a:lnTo>
                    <a:pt x="3707" y="4711"/>
                  </a:lnTo>
                  <a:lnTo>
                    <a:pt x="3630" y="4364"/>
                  </a:lnTo>
                  <a:lnTo>
                    <a:pt x="3514" y="4055"/>
                  </a:lnTo>
                  <a:lnTo>
                    <a:pt x="3321" y="3707"/>
                  </a:lnTo>
                  <a:lnTo>
                    <a:pt x="3012" y="3900"/>
                  </a:lnTo>
                  <a:lnTo>
                    <a:pt x="3128" y="4171"/>
                  </a:lnTo>
                  <a:lnTo>
                    <a:pt x="3205" y="4441"/>
                  </a:lnTo>
                  <a:lnTo>
                    <a:pt x="3244" y="4866"/>
                  </a:lnTo>
                  <a:lnTo>
                    <a:pt x="3244" y="5252"/>
                  </a:lnTo>
                  <a:lnTo>
                    <a:pt x="2356" y="5522"/>
                  </a:lnTo>
                  <a:lnTo>
                    <a:pt x="1892" y="5638"/>
                  </a:lnTo>
                  <a:lnTo>
                    <a:pt x="1429" y="5677"/>
                  </a:lnTo>
                  <a:lnTo>
                    <a:pt x="1043" y="5715"/>
                  </a:lnTo>
                  <a:lnTo>
                    <a:pt x="850" y="5715"/>
                  </a:lnTo>
                  <a:lnTo>
                    <a:pt x="695" y="5677"/>
                  </a:lnTo>
                  <a:lnTo>
                    <a:pt x="579" y="5599"/>
                  </a:lnTo>
                  <a:lnTo>
                    <a:pt x="464" y="5522"/>
                  </a:lnTo>
                  <a:lnTo>
                    <a:pt x="386" y="5406"/>
                  </a:lnTo>
                  <a:lnTo>
                    <a:pt x="348" y="5291"/>
                  </a:lnTo>
                  <a:lnTo>
                    <a:pt x="309" y="5213"/>
                  </a:lnTo>
                  <a:lnTo>
                    <a:pt x="270" y="5175"/>
                  </a:lnTo>
                  <a:lnTo>
                    <a:pt x="155" y="5136"/>
                  </a:lnTo>
                  <a:lnTo>
                    <a:pt x="77" y="5175"/>
                  </a:lnTo>
                  <a:lnTo>
                    <a:pt x="39" y="5213"/>
                  </a:lnTo>
                  <a:lnTo>
                    <a:pt x="0" y="5291"/>
                  </a:lnTo>
                  <a:lnTo>
                    <a:pt x="0" y="5445"/>
                  </a:lnTo>
                  <a:lnTo>
                    <a:pt x="39" y="5599"/>
                  </a:lnTo>
                  <a:lnTo>
                    <a:pt x="77" y="5754"/>
                  </a:lnTo>
                  <a:lnTo>
                    <a:pt x="155" y="5870"/>
                  </a:lnTo>
                  <a:lnTo>
                    <a:pt x="232" y="5947"/>
                  </a:lnTo>
                  <a:lnTo>
                    <a:pt x="309" y="6024"/>
                  </a:lnTo>
                  <a:lnTo>
                    <a:pt x="541" y="6140"/>
                  </a:lnTo>
                  <a:lnTo>
                    <a:pt x="811" y="6179"/>
                  </a:lnTo>
                  <a:lnTo>
                    <a:pt x="1120" y="6217"/>
                  </a:lnTo>
                  <a:lnTo>
                    <a:pt x="1429" y="6179"/>
                  </a:lnTo>
                  <a:lnTo>
                    <a:pt x="1699" y="6140"/>
                  </a:lnTo>
                  <a:lnTo>
                    <a:pt x="2896" y="5831"/>
                  </a:lnTo>
                  <a:lnTo>
                    <a:pt x="4093" y="5445"/>
                  </a:lnTo>
                  <a:lnTo>
                    <a:pt x="5290" y="5020"/>
                  </a:lnTo>
                  <a:lnTo>
                    <a:pt x="6449" y="4557"/>
                  </a:lnTo>
                  <a:lnTo>
                    <a:pt x="7530" y="4093"/>
                  </a:lnTo>
                  <a:lnTo>
                    <a:pt x="8573" y="3591"/>
                  </a:lnTo>
                  <a:lnTo>
                    <a:pt x="9615" y="3051"/>
                  </a:lnTo>
                  <a:lnTo>
                    <a:pt x="10619" y="2472"/>
                  </a:lnTo>
                  <a:lnTo>
                    <a:pt x="10928" y="2279"/>
                  </a:lnTo>
                  <a:lnTo>
                    <a:pt x="11276" y="2047"/>
                  </a:lnTo>
                  <a:lnTo>
                    <a:pt x="11546" y="1777"/>
                  </a:lnTo>
                  <a:lnTo>
                    <a:pt x="11816" y="1506"/>
                  </a:lnTo>
                  <a:lnTo>
                    <a:pt x="12009" y="1197"/>
                  </a:lnTo>
                  <a:lnTo>
                    <a:pt x="12048" y="1043"/>
                  </a:lnTo>
                  <a:lnTo>
                    <a:pt x="12087" y="888"/>
                  </a:lnTo>
                  <a:lnTo>
                    <a:pt x="12087" y="695"/>
                  </a:lnTo>
                  <a:lnTo>
                    <a:pt x="12048" y="502"/>
                  </a:lnTo>
                  <a:lnTo>
                    <a:pt x="12009" y="309"/>
                  </a:lnTo>
                  <a:lnTo>
                    <a:pt x="11894" y="116"/>
                  </a:lnTo>
                  <a:lnTo>
                    <a:pt x="11816" y="39"/>
                  </a:lnTo>
                  <a:lnTo>
                    <a:pt x="1173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21"/>
            <p:cNvSpPr/>
            <p:nvPr/>
          </p:nvSpPr>
          <p:spPr>
            <a:xfrm>
              <a:off x="4272400" y="1236125"/>
              <a:ext cx="61800" cy="89825"/>
            </a:xfrm>
            <a:custGeom>
              <a:avLst/>
              <a:gdLst/>
              <a:ahLst/>
              <a:cxnLst/>
              <a:rect l="l" t="t" r="r" b="b"/>
              <a:pathLst>
                <a:path w="2472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4" y="349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1" y="1932"/>
                  </a:lnTo>
                  <a:lnTo>
                    <a:pt x="1931" y="2163"/>
                  </a:lnTo>
                  <a:lnTo>
                    <a:pt x="1931" y="2434"/>
                  </a:lnTo>
                  <a:lnTo>
                    <a:pt x="1815" y="2743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43"/>
                  </a:lnTo>
                  <a:lnTo>
                    <a:pt x="850" y="2588"/>
                  </a:lnTo>
                  <a:lnTo>
                    <a:pt x="927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0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5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5" y="2356"/>
                  </a:lnTo>
                  <a:lnTo>
                    <a:pt x="348" y="2627"/>
                  </a:lnTo>
                  <a:lnTo>
                    <a:pt x="309" y="2897"/>
                  </a:lnTo>
                  <a:lnTo>
                    <a:pt x="348" y="3052"/>
                  </a:lnTo>
                  <a:lnTo>
                    <a:pt x="425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7" y="2858"/>
                  </a:lnTo>
                  <a:lnTo>
                    <a:pt x="2395" y="2665"/>
                  </a:lnTo>
                  <a:lnTo>
                    <a:pt x="2433" y="2472"/>
                  </a:lnTo>
                  <a:lnTo>
                    <a:pt x="2472" y="2241"/>
                  </a:lnTo>
                  <a:lnTo>
                    <a:pt x="2433" y="2009"/>
                  </a:lnTo>
                  <a:lnTo>
                    <a:pt x="2395" y="1816"/>
                  </a:lnTo>
                  <a:lnTo>
                    <a:pt x="2317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21"/>
            <p:cNvSpPr/>
            <p:nvPr/>
          </p:nvSpPr>
          <p:spPr>
            <a:xfrm>
              <a:off x="799000" y="1245800"/>
              <a:ext cx="106200" cy="124550"/>
            </a:xfrm>
            <a:custGeom>
              <a:avLst/>
              <a:gdLst/>
              <a:ahLst/>
              <a:cxnLst/>
              <a:rect l="l" t="t" r="r" b="b"/>
              <a:pathLst>
                <a:path w="4248" h="4982" extrusionOk="0">
                  <a:moveTo>
                    <a:pt x="3862" y="0"/>
                  </a:moveTo>
                  <a:lnTo>
                    <a:pt x="3591" y="579"/>
                  </a:lnTo>
                  <a:lnTo>
                    <a:pt x="3244" y="1159"/>
                  </a:lnTo>
                  <a:lnTo>
                    <a:pt x="2896" y="1699"/>
                  </a:lnTo>
                  <a:lnTo>
                    <a:pt x="2510" y="2201"/>
                  </a:lnTo>
                  <a:lnTo>
                    <a:pt x="1931" y="2858"/>
                  </a:lnTo>
                  <a:lnTo>
                    <a:pt x="1313" y="3475"/>
                  </a:lnTo>
                  <a:lnTo>
                    <a:pt x="1004" y="3784"/>
                  </a:lnTo>
                  <a:lnTo>
                    <a:pt x="657" y="4016"/>
                  </a:lnTo>
                  <a:lnTo>
                    <a:pt x="309" y="4286"/>
                  </a:lnTo>
                  <a:lnTo>
                    <a:pt x="0" y="4595"/>
                  </a:lnTo>
                  <a:lnTo>
                    <a:pt x="39" y="4981"/>
                  </a:lnTo>
                  <a:lnTo>
                    <a:pt x="155" y="4981"/>
                  </a:lnTo>
                  <a:lnTo>
                    <a:pt x="541" y="4788"/>
                  </a:lnTo>
                  <a:lnTo>
                    <a:pt x="927" y="4557"/>
                  </a:lnTo>
                  <a:lnTo>
                    <a:pt x="1313" y="4248"/>
                  </a:lnTo>
                  <a:lnTo>
                    <a:pt x="1699" y="3939"/>
                  </a:lnTo>
                  <a:lnTo>
                    <a:pt x="2008" y="3591"/>
                  </a:lnTo>
                  <a:lnTo>
                    <a:pt x="2356" y="3205"/>
                  </a:lnTo>
                  <a:lnTo>
                    <a:pt x="2896" y="2510"/>
                  </a:lnTo>
                  <a:lnTo>
                    <a:pt x="3321" y="1969"/>
                  </a:lnTo>
                  <a:lnTo>
                    <a:pt x="3669" y="1390"/>
                  </a:lnTo>
                  <a:lnTo>
                    <a:pt x="3978" y="811"/>
                  </a:lnTo>
                  <a:lnTo>
                    <a:pt x="4248" y="193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21"/>
            <p:cNvSpPr/>
            <p:nvPr/>
          </p:nvSpPr>
          <p:spPr>
            <a:xfrm>
              <a:off x="747825" y="12477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5" y="271"/>
                  </a:move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7"/>
                  </a:lnTo>
                  <a:lnTo>
                    <a:pt x="1545" y="1313"/>
                  </a:lnTo>
                  <a:lnTo>
                    <a:pt x="1429" y="1391"/>
                  </a:lnTo>
                  <a:lnTo>
                    <a:pt x="1352" y="1468"/>
                  </a:lnTo>
                  <a:lnTo>
                    <a:pt x="1198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468"/>
                  </a:lnTo>
                  <a:lnTo>
                    <a:pt x="580" y="1429"/>
                  </a:lnTo>
                  <a:lnTo>
                    <a:pt x="503" y="1313"/>
                  </a:lnTo>
                  <a:lnTo>
                    <a:pt x="464" y="1197"/>
                  </a:lnTo>
                  <a:lnTo>
                    <a:pt x="425" y="1004"/>
                  </a:lnTo>
                  <a:lnTo>
                    <a:pt x="425" y="773"/>
                  </a:lnTo>
                  <a:lnTo>
                    <a:pt x="541" y="580"/>
                  </a:lnTo>
                  <a:lnTo>
                    <a:pt x="696" y="425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78"/>
                  </a:lnTo>
                  <a:lnTo>
                    <a:pt x="657" y="116"/>
                  </a:lnTo>
                  <a:lnTo>
                    <a:pt x="541" y="78"/>
                  </a:lnTo>
                  <a:lnTo>
                    <a:pt x="425" y="116"/>
                  </a:lnTo>
                  <a:lnTo>
                    <a:pt x="271" y="193"/>
                  </a:lnTo>
                  <a:lnTo>
                    <a:pt x="155" y="348"/>
                  </a:lnTo>
                  <a:lnTo>
                    <a:pt x="78" y="502"/>
                  </a:lnTo>
                  <a:lnTo>
                    <a:pt x="1" y="695"/>
                  </a:lnTo>
                  <a:lnTo>
                    <a:pt x="1" y="889"/>
                  </a:lnTo>
                  <a:lnTo>
                    <a:pt x="1" y="1082"/>
                  </a:lnTo>
                  <a:lnTo>
                    <a:pt x="39" y="1275"/>
                  </a:lnTo>
                  <a:lnTo>
                    <a:pt x="78" y="1429"/>
                  </a:lnTo>
                  <a:lnTo>
                    <a:pt x="194" y="1622"/>
                  </a:lnTo>
                  <a:lnTo>
                    <a:pt x="310" y="1777"/>
                  </a:lnTo>
                  <a:lnTo>
                    <a:pt x="464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043" y="2008"/>
                  </a:lnTo>
                  <a:lnTo>
                    <a:pt x="1236" y="1970"/>
                  </a:lnTo>
                  <a:lnTo>
                    <a:pt x="1429" y="1892"/>
                  </a:lnTo>
                  <a:lnTo>
                    <a:pt x="1584" y="1815"/>
                  </a:lnTo>
                  <a:lnTo>
                    <a:pt x="1738" y="1699"/>
                  </a:lnTo>
                  <a:lnTo>
                    <a:pt x="1893" y="1545"/>
                  </a:lnTo>
                  <a:lnTo>
                    <a:pt x="1970" y="1352"/>
                  </a:lnTo>
                  <a:lnTo>
                    <a:pt x="2047" y="1197"/>
                  </a:lnTo>
                  <a:lnTo>
                    <a:pt x="2086" y="1004"/>
                  </a:lnTo>
                  <a:lnTo>
                    <a:pt x="2047" y="811"/>
                  </a:lnTo>
                  <a:lnTo>
                    <a:pt x="1970" y="580"/>
                  </a:lnTo>
                  <a:lnTo>
                    <a:pt x="1893" y="425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78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21"/>
            <p:cNvSpPr/>
            <p:nvPr/>
          </p:nvSpPr>
          <p:spPr>
            <a:xfrm>
              <a:off x="1261400" y="125255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194"/>
                  </a:lnTo>
                  <a:lnTo>
                    <a:pt x="503" y="927"/>
                  </a:lnTo>
                  <a:lnTo>
                    <a:pt x="1043" y="1622"/>
                  </a:lnTo>
                  <a:lnTo>
                    <a:pt x="1700" y="2240"/>
                  </a:lnTo>
                  <a:lnTo>
                    <a:pt x="2356" y="2858"/>
                  </a:lnTo>
                  <a:lnTo>
                    <a:pt x="3090" y="3360"/>
                  </a:lnTo>
                  <a:lnTo>
                    <a:pt x="3901" y="3823"/>
                  </a:lnTo>
                  <a:lnTo>
                    <a:pt x="4673" y="4209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05"/>
                  </a:lnTo>
                  <a:lnTo>
                    <a:pt x="7685" y="4943"/>
                  </a:lnTo>
                  <a:lnTo>
                    <a:pt x="8110" y="4982"/>
                  </a:lnTo>
                  <a:lnTo>
                    <a:pt x="8535" y="4943"/>
                  </a:lnTo>
                  <a:lnTo>
                    <a:pt x="8998" y="4905"/>
                  </a:lnTo>
                  <a:lnTo>
                    <a:pt x="9423" y="4866"/>
                  </a:lnTo>
                  <a:lnTo>
                    <a:pt x="9848" y="4750"/>
                  </a:lnTo>
                  <a:lnTo>
                    <a:pt x="10272" y="4634"/>
                  </a:lnTo>
                  <a:lnTo>
                    <a:pt x="10658" y="4480"/>
                  </a:lnTo>
                  <a:lnTo>
                    <a:pt x="11083" y="4325"/>
                  </a:lnTo>
                  <a:lnTo>
                    <a:pt x="11469" y="4094"/>
                  </a:lnTo>
                  <a:lnTo>
                    <a:pt x="11856" y="3862"/>
                  </a:lnTo>
                  <a:lnTo>
                    <a:pt x="12242" y="3592"/>
                  </a:lnTo>
                  <a:lnTo>
                    <a:pt x="12319" y="3514"/>
                  </a:lnTo>
                  <a:lnTo>
                    <a:pt x="12435" y="3167"/>
                  </a:lnTo>
                  <a:lnTo>
                    <a:pt x="12280" y="3167"/>
                  </a:lnTo>
                  <a:lnTo>
                    <a:pt x="12203" y="3128"/>
                  </a:lnTo>
                  <a:lnTo>
                    <a:pt x="12126" y="3090"/>
                  </a:lnTo>
                  <a:lnTo>
                    <a:pt x="12010" y="3128"/>
                  </a:lnTo>
                  <a:lnTo>
                    <a:pt x="11933" y="3167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03"/>
                  </a:lnTo>
                  <a:lnTo>
                    <a:pt x="8342" y="4441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3" y="4325"/>
                  </a:lnTo>
                  <a:lnTo>
                    <a:pt x="6218" y="4248"/>
                  </a:lnTo>
                  <a:lnTo>
                    <a:pt x="5793" y="4132"/>
                  </a:lnTo>
                  <a:lnTo>
                    <a:pt x="5407" y="4016"/>
                  </a:lnTo>
                  <a:lnTo>
                    <a:pt x="4596" y="3669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21"/>
            <p:cNvSpPr/>
            <p:nvPr/>
          </p:nvSpPr>
          <p:spPr>
            <a:xfrm>
              <a:off x="1569350" y="1258350"/>
              <a:ext cx="92700" cy="136125"/>
            </a:xfrm>
            <a:custGeom>
              <a:avLst/>
              <a:gdLst/>
              <a:ahLst/>
              <a:cxnLst/>
              <a:rect l="l" t="t" r="r" b="b"/>
              <a:pathLst>
                <a:path w="3708" h="5445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67"/>
                  </a:lnTo>
                  <a:lnTo>
                    <a:pt x="1159" y="1815"/>
                  </a:lnTo>
                  <a:lnTo>
                    <a:pt x="1082" y="1892"/>
                  </a:lnTo>
                  <a:lnTo>
                    <a:pt x="1082" y="1969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201"/>
                  </a:lnTo>
                  <a:lnTo>
                    <a:pt x="812" y="2278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510"/>
                  </a:lnTo>
                  <a:lnTo>
                    <a:pt x="966" y="2549"/>
                  </a:lnTo>
                  <a:lnTo>
                    <a:pt x="1198" y="2626"/>
                  </a:lnTo>
                  <a:lnTo>
                    <a:pt x="1430" y="2703"/>
                  </a:lnTo>
                  <a:lnTo>
                    <a:pt x="1623" y="2858"/>
                  </a:lnTo>
                  <a:lnTo>
                    <a:pt x="1816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132"/>
                  </a:lnTo>
                  <a:lnTo>
                    <a:pt x="2009" y="4364"/>
                  </a:lnTo>
                  <a:lnTo>
                    <a:pt x="1893" y="4557"/>
                  </a:lnTo>
                  <a:lnTo>
                    <a:pt x="1739" y="4711"/>
                  </a:lnTo>
                  <a:lnTo>
                    <a:pt x="1545" y="4866"/>
                  </a:lnTo>
                  <a:lnTo>
                    <a:pt x="1314" y="4943"/>
                  </a:lnTo>
                  <a:lnTo>
                    <a:pt x="1198" y="4981"/>
                  </a:lnTo>
                  <a:lnTo>
                    <a:pt x="1082" y="4981"/>
                  </a:lnTo>
                  <a:lnTo>
                    <a:pt x="889" y="4904"/>
                  </a:lnTo>
                  <a:lnTo>
                    <a:pt x="773" y="4788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966" y="4132"/>
                  </a:lnTo>
                  <a:lnTo>
                    <a:pt x="1121" y="4093"/>
                  </a:lnTo>
                  <a:lnTo>
                    <a:pt x="1237" y="4055"/>
                  </a:lnTo>
                  <a:lnTo>
                    <a:pt x="1314" y="3939"/>
                  </a:lnTo>
                  <a:lnTo>
                    <a:pt x="1314" y="3784"/>
                  </a:lnTo>
                  <a:lnTo>
                    <a:pt x="1275" y="3746"/>
                  </a:lnTo>
                  <a:lnTo>
                    <a:pt x="1237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900"/>
                  </a:lnTo>
                  <a:lnTo>
                    <a:pt x="387" y="3977"/>
                  </a:lnTo>
                  <a:lnTo>
                    <a:pt x="310" y="4132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904"/>
                  </a:lnTo>
                  <a:lnTo>
                    <a:pt x="387" y="5097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30" y="5406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41" y="4866"/>
                  </a:lnTo>
                  <a:lnTo>
                    <a:pt x="2395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89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510"/>
                  </a:lnTo>
                  <a:lnTo>
                    <a:pt x="1739" y="2356"/>
                  </a:lnTo>
                  <a:lnTo>
                    <a:pt x="1507" y="2240"/>
                  </a:lnTo>
                  <a:lnTo>
                    <a:pt x="1275" y="2124"/>
                  </a:lnTo>
                  <a:lnTo>
                    <a:pt x="1623" y="2008"/>
                  </a:lnTo>
                  <a:lnTo>
                    <a:pt x="1932" y="1815"/>
                  </a:lnTo>
                  <a:lnTo>
                    <a:pt x="2279" y="1661"/>
                  </a:lnTo>
                  <a:lnTo>
                    <a:pt x="2549" y="1429"/>
                  </a:lnTo>
                  <a:lnTo>
                    <a:pt x="2820" y="1197"/>
                  </a:lnTo>
                  <a:lnTo>
                    <a:pt x="3129" y="966"/>
                  </a:lnTo>
                  <a:lnTo>
                    <a:pt x="3360" y="695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21"/>
            <p:cNvSpPr/>
            <p:nvPr/>
          </p:nvSpPr>
          <p:spPr>
            <a:xfrm>
              <a:off x="3876600" y="12602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9" y="3553"/>
                  </a:lnTo>
                  <a:lnTo>
                    <a:pt x="12434" y="3205"/>
                  </a:lnTo>
                  <a:lnTo>
                    <a:pt x="12357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2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6" y="4016"/>
                  </a:lnTo>
                  <a:lnTo>
                    <a:pt x="10040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5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21"/>
            <p:cNvSpPr/>
            <p:nvPr/>
          </p:nvSpPr>
          <p:spPr>
            <a:xfrm>
              <a:off x="4184550" y="1267025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1" y="2240"/>
                  </a:lnTo>
                  <a:lnTo>
                    <a:pt x="811" y="2356"/>
                  </a:lnTo>
                  <a:lnTo>
                    <a:pt x="811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0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9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6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2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2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21"/>
            <p:cNvSpPr/>
            <p:nvPr/>
          </p:nvSpPr>
          <p:spPr>
            <a:xfrm>
              <a:off x="3067625" y="1293100"/>
              <a:ext cx="105250" cy="105250"/>
            </a:xfrm>
            <a:custGeom>
              <a:avLst/>
              <a:gdLst/>
              <a:ahLst/>
              <a:cxnLst/>
              <a:rect l="l" t="t" r="r" b="b"/>
              <a:pathLst>
                <a:path w="4210" h="4210" extrusionOk="0">
                  <a:moveTo>
                    <a:pt x="2317" y="348"/>
                  </a:moveTo>
                  <a:lnTo>
                    <a:pt x="2472" y="425"/>
                  </a:lnTo>
                  <a:lnTo>
                    <a:pt x="2665" y="464"/>
                  </a:lnTo>
                  <a:lnTo>
                    <a:pt x="2819" y="579"/>
                  </a:lnTo>
                  <a:lnTo>
                    <a:pt x="2974" y="695"/>
                  </a:lnTo>
                  <a:lnTo>
                    <a:pt x="3128" y="811"/>
                  </a:lnTo>
                  <a:lnTo>
                    <a:pt x="3205" y="850"/>
                  </a:lnTo>
                  <a:lnTo>
                    <a:pt x="3360" y="1081"/>
                  </a:lnTo>
                  <a:lnTo>
                    <a:pt x="3553" y="1313"/>
                  </a:lnTo>
                  <a:lnTo>
                    <a:pt x="3669" y="1545"/>
                  </a:lnTo>
                  <a:lnTo>
                    <a:pt x="3784" y="1815"/>
                  </a:lnTo>
                  <a:lnTo>
                    <a:pt x="3823" y="2085"/>
                  </a:lnTo>
                  <a:lnTo>
                    <a:pt x="3823" y="2356"/>
                  </a:lnTo>
                  <a:lnTo>
                    <a:pt x="3784" y="2665"/>
                  </a:lnTo>
                  <a:lnTo>
                    <a:pt x="3669" y="2935"/>
                  </a:lnTo>
                  <a:lnTo>
                    <a:pt x="3476" y="3244"/>
                  </a:lnTo>
                  <a:lnTo>
                    <a:pt x="3205" y="3476"/>
                  </a:lnTo>
                  <a:lnTo>
                    <a:pt x="2896" y="3669"/>
                  </a:lnTo>
                  <a:lnTo>
                    <a:pt x="2587" y="3785"/>
                  </a:lnTo>
                  <a:lnTo>
                    <a:pt x="2201" y="3862"/>
                  </a:lnTo>
                  <a:lnTo>
                    <a:pt x="1854" y="3823"/>
                  </a:lnTo>
                  <a:lnTo>
                    <a:pt x="1506" y="3746"/>
                  </a:lnTo>
                  <a:lnTo>
                    <a:pt x="1197" y="3591"/>
                  </a:lnTo>
                  <a:lnTo>
                    <a:pt x="927" y="3398"/>
                  </a:lnTo>
                  <a:lnTo>
                    <a:pt x="695" y="3167"/>
                  </a:lnTo>
                  <a:lnTo>
                    <a:pt x="541" y="2858"/>
                  </a:lnTo>
                  <a:lnTo>
                    <a:pt x="425" y="2549"/>
                  </a:lnTo>
                  <a:lnTo>
                    <a:pt x="348" y="2240"/>
                  </a:lnTo>
                  <a:lnTo>
                    <a:pt x="348" y="1892"/>
                  </a:lnTo>
                  <a:lnTo>
                    <a:pt x="425" y="1583"/>
                  </a:lnTo>
                  <a:lnTo>
                    <a:pt x="541" y="1275"/>
                  </a:lnTo>
                  <a:lnTo>
                    <a:pt x="772" y="966"/>
                  </a:lnTo>
                  <a:lnTo>
                    <a:pt x="1081" y="695"/>
                  </a:lnTo>
                  <a:lnTo>
                    <a:pt x="1390" y="502"/>
                  </a:lnTo>
                  <a:lnTo>
                    <a:pt x="1738" y="386"/>
                  </a:lnTo>
                  <a:lnTo>
                    <a:pt x="2124" y="348"/>
                  </a:lnTo>
                  <a:close/>
                  <a:moveTo>
                    <a:pt x="1892" y="0"/>
                  </a:moveTo>
                  <a:lnTo>
                    <a:pt x="1545" y="77"/>
                  </a:lnTo>
                  <a:lnTo>
                    <a:pt x="1197" y="232"/>
                  </a:lnTo>
                  <a:lnTo>
                    <a:pt x="850" y="425"/>
                  </a:lnTo>
                  <a:lnTo>
                    <a:pt x="618" y="618"/>
                  </a:lnTo>
                  <a:lnTo>
                    <a:pt x="464" y="811"/>
                  </a:lnTo>
                  <a:lnTo>
                    <a:pt x="309" y="966"/>
                  </a:lnTo>
                  <a:lnTo>
                    <a:pt x="232" y="1159"/>
                  </a:lnTo>
                  <a:lnTo>
                    <a:pt x="116" y="1390"/>
                  </a:lnTo>
                  <a:lnTo>
                    <a:pt x="39" y="1815"/>
                  </a:lnTo>
                  <a:lnTo>
                    <a:pt x="0" y="2240"/>
                  </a:lnTo>
                  <a:lnTo>
                    <a:pt x="77" y="2665"/>
                  </a:lnTo>
                  <a:lnTo>
                    <a:pt x="232" y="3051"/>
                  </a:lnTo>
                  <a:lnTo>
                    <a:pt x="464" y="3437"/>
                  </a:lnTo>
                  <a:lnTo>
                    <a:pt x="618" y="3591"/>
                  </a:lnTo>
                  <a:lnTo>
                    <a:pt x="772" y="3746"/>
                  </a:lnTo>
                  <a:lnTo>
                    <a:pt x="1120" y="3978"/>
                  </a:lnTo>
                  <a:lnTo>
                    <a:pt x="1506" y="4132"/>
                  </a:lnTo>
                  <a:lnTo>
                    <a:pt x="1931" y="4209"/>
                  </a:lnTo>
                  <a:lnTo>
                    <a:pt x="2317" y="4209"/>
                  </a:lnTo>
                  <a:lnTo>
                    <a:pt x="2742" y="4132"/>
                  </a:lnTo>
                  <a:lnTo>
                    <a:pt x="3128" y="3978"/>
                  </a:lnTo>
                  <a:lnTo>
                    <a:pt x="3476" y="3785"/>
                  </a:lnTo>
                  <a:lnTo>
                    <a:pt x="3784" y="3476"/>
                  </a:lnTo>
                  <a:lnTo>
                    <a:pt x="3900" y="3321"/>
                  </a:lnTo>
                  <a:lnTo>
                    <a:pt x="4016" y="3128"/>
                  </a:lnTo>
                  <a:lnTo>
                    <a:pt x="4093" y="2935"/>
                  </a:lnTo>
                  <a:lnTo>
                    <a:pt x="4132" y="2703"/>
                  </a:lnTo>
                  <a:lnTo>
                    <a:pt x="4209" y="2279"/>
                  </a:lnTo>
                  <a:lnTo>
                    <a:pt x="4171" y="1854"/>
                  </a:lnTo>
                  <a:lnTo>
                    <a:pt x="4055" y="1429"/>
                  </a:lnTo>
                  <a:lnTo>
                    <a:pt x="3939" y="1236"/>
                  </a:lnTo>
                  <a:lnTo>
                    <a:pt x="3823" y="1043"/>
                  </a:lnTo>
                  <a:lnTo>
                    <a:pt x="3707" y="888"/>
                  </a:lnTo>
                  <a:lnTo>
                    <a:pt x="3553" y="734"/>
                  </a:lnTo>
                  <a:lnTo>
                    <a:pt x="3360" y="579"/>
                  </a:lnTo>
                  <a:lnTo>
                    <a:pt x="3167" y="502"/>
                  </a:lnTo>
                  <a:lnTo>
                    <a:pt x="3128" y="502"/>
                  </a:lnTo>
                  <a:lnTo>
                    <a:pt x="3051" y="348"/>
                  </a:lnTo>
                  <a:lnTo>
                    <a:pt x="2896" y="232"/>
                  </a:lnTo>
                  <a:lnTo>
                    <a:pt x="2780" y="116"/>
                  </a:lnTo>
                  <a:lnTo>
                    <a:pt x="2626" y="77"/>
                  </a:lnTo>
                  <a:lnTo>
                    <a:pt x="2433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21"/>
            <p:cNvSpPr/>
            <p:nvPr/>
          </p:nvSpPr>
          <p:spPr>
            <a:xfrm>
              <a:off x="686050" y="1295025"/>
              <a:ext cx="44425" cy="43475"/>
            </a:xfrm>
            <a:custGeom>
              <a:avLst/>
              <a:gdLst/>
              <a:ahLst/>
              <a:cxnLst/>
              <a:rect l="l" t="t" r="r" b="b"/>
              <a:pathLst>
                <a:path w="1777" h="1739" extrusionOk="0">
                  <a:moveTo>
                    <a:pt x="773" y="309"/>
                  </a:moveTo>
                  <a:lnTo>
                    <a:pt x="966" y="348"/>
                  </a:lnTo>
                  <a:lnTo>
                    <a:pt x="1159" y="464"/>
                  </a:lnTo>
                  <a:lnTo>
                    <a:pt x="1313" y="580"/>
                  </a:lnTo>
                  <a:lnTo>
                    <a:pt x="1390" y="773"/>
                  </a:lnTo>
                  <a:lnTo>
                    <a:pt x="1390" y="966"/>
                  </a:lnTo>
                  <a:lnTo>
                    <a:pt x="1352" y="1043"/>
                  </a:lnTo>
                  <a:lnTo>
                    <a:pt x="1275" y="1159"/>
                  </a:lnTo>
                  <a:lnTo>
                    <a:pt x="1197" y="1236"/>
                  </a:lnTo>
                  <a:lnTo>
                    <a:pt x="1082" y="1275"/>
                  </a:lnTo>
                  <a:lnTo>
                    <a:pt x="888" y="1352"/>
                  </a:lnTo>
                  <a:lnTo>
                    <a:pt x="695" y="1352"/>
                  </a:lnTo>
                  <a:lnTo>
                    <a:pt x="541" y="1236"/>
                  </a:lnTo>
                  <a:lnTo>
                    <a:pt x="425" y="1082"/>
                  </a:lnTo>
                  <a:lnTo>
                    <a:pt x="386" y="889"/>
                  </a:lnTo>
                  <a:lnTo>
                    <a:pt x="386" y="734"/>
                  </a:lnTo>
                  <a:lnTo>
                    <a:pt x="464" y="541"/>
                  </a:lnTo>
                  <a:lnTo>
                    <a:pt x="541" y="387"/>
                  </a:lnTo>
                  <a:lnTo>
                    <a:pt x="541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8" y="39"/>
                  </a:lnTo>
                  <a:lnTo>
                    <a:pt x="464" y="116"/>
                  </a:lnTo>
                  <a:lnTo>
                    <a:pt x="425" y="155"/>
                  </a:lnTo>
                  <a:lnTo>
                    <a:pt x="348" y="155"/>
                  </a:lnTo>
                  <a:lnTo>
                    <a:pt x="232" y="271"/>
                  </a:lnTo>
                  <a:lnTo>
                    <a:pt x="116" y="387"/>
                  </a:lnTo>
                  <a:lnTo>
                    <a:pt x="39" y="502"/>
                  </a:lnTo>
                  <a:lnTo>
                    <a:pt x="0" y="657"/>
                  </a:lnTo>
                  <a:lnTo>
                    <a:pt x="0" y="850"/>
                  </a:lnTo>
                  <a:lnTo>
                    <a:pt x="0" y="1004"/>
                  </a:lnTo>
                  <a:lnTo>
                    <a:pt x="39" y="1159"/>
                  </a:lnTo>
                  <a:lnTo>
                    <a:pt x="116" y="1313"/>
                  </a:lnTo>
                  <a:lnTo>
                    <a:pt x="193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8" y="1738"/>
                  </a:lnTo>
                  <a:lnTo>
                    <a:pt x="966" y="1738"/>
                  </a:lnTo>
                  <a:lnTo>
                    <a:pt x="1120" y="1700"/>
                  </a:lnTo>
                  <a:lnTo>
                    <a:pt x="1275" y="1622"/>
                  </a:lnTo>
                  <a:lnTo>
                    <a:pt x="1429" y="1545"/>
                  </a:lnTo>
                  <a:lnTo>
                    <a:pt x="1584" y="1391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27"/>
                  </a:lnTo>
                  <a:lnTo>
                    <a:pt x="1777" y="773"/>
                  </a:lnTo>
                  <a:lnTo>
                    <a:pt x="1738" y="580"/>
                  </a:lnTo>
                  <a:lnTo>
                    <a:pt x="1661" y="425"/>
                  </a:lnTo>
                  <a:lnTo>
                    <a:pt x="1545" y="271"/>
                  </a:lnTo>
                  <a:lnTo>
                    <a:pt x="1429" y="155"/>
                  </a:lnTo>
                  <a:lnTo>
                    <a:pt x="1275" y="78"/>
                  </a:lnTo>
                  <a:lnTo>
                    <a:pt x="1120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21"/>
            <p:cNvSpPr/>
            <p:nvPr/>
          </p:nvSpPr>
          <p:spPr>
            <a:xfrm>
              <a:off x="691825" y="1300825"/>
              <a:ext cx="114925" cy="285775"/>
            </a:xfrm>
            <a:custGeom>
              <a:avLst/>
              <a:gdLst/>
              <a:ahLst/>
              <a:cxnLst/>
              <a:rect l="l" t="t" r="r" b="b"/>
              <a:pathLst>
                <a:path w="4597" h="11431" extrusionOk="0">
                  <a:moveTo>
                    <a:pt x="3631" y="888"/>
                  </a:moveTo>
                  <a:lnTo>
                    <a:pt x="3708" y="2008"/>
                  </a:lnTo>
                  <a:lnTo>
                    <a:pt x="3824" y="3128"/>
                  </a:lnTo>
                  <a:lnTo>
                    <a:pt x="3940" y="4248"/>
                  </a:lnTo>
                  <a:lnTo>
                    <a:pt x="4017" y="5406"/>
                  </a:lnTo>
                  <a:lnTo>
                    <a:pt x="4056" y="6603"/>
                  </a:lnTo>
                  <a:lnTo>
                    <a:pt x="4056" y="7260"/>
                  </a:lnTo>
                  <a:lnTo>
                    <a:pt x="3978" y="7878"/>
                  </a:lnTo>
                  <a:lnTo>
                    <a:pt x="3901" y="8534"/>
                  </a:lnTo>
                  <a:lnTo>
                    <a:pt x="3747" y="9152"/>
                  </a:lnTo>
                  <a:lnTo>
                    <a:pt x="3515" y="9731"/>
                  </a:lnTo>
                  <a:lnTo>
                    <a:pt x="3245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2"/>
                  </a:lnTo>
                  <a:lnTo>
                    <a:pt x="1623" y="10696"/>
                  </a:lnTo>
                  <a:lnTo>
                    <a:pt x="1353" y="10503"/>
                  </a:lnTo>
                  <a:lnTo>
                    <a:pt x="1121" y="10233"/>
                  </a:lnTo>
                  <a:lnTo>
                    <a:pt x="966" y="9963"/>
                  </a:lnTo>
                  <a:lnTo>
                    <a:pt x="851" y="9692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95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9" y="4055"/>
                  </a:lnTo>
                  <a:lnTo>
                    <a:pt x="580" y="2780"/>
                  </a:lnTo>
                  <a:lnTo>
                    <a:pt x="542" y="2742"/>
                  </a:lnTo>
                  <a:lnTo>
                    <a:pt x="580" y="2742"/>
                  </a:lnTo>
                  <a:lnTo>
                    <a:pt x="1353" y="2356"/>
                  </a:lnTo>
                  <a:lnTo>
                    <a:pt x="2163" y="1931"/>
                  </a:lnTo>
                  <a:lnTo>
                    <a:pt x="2936" y="1429"/>
                  </a:lnTo>
                  <a:lnTo>
                    <a:pt x="3283" y="1159"/>
                  </a:lnTo>
                  <a:lnTo>
                    <a:pt x="3631" y="888"/>
                  </a:lnTo>
                  <a:close/>
                  <a:moveTo>
                    <a:pt x="3978" y="0"/>
                  </a:moveTo>
                  <a:lnTo>
                    <a:pt x="3901" y="39"/>
                  </a:lnTo>
                  <a:lnTo>
                    <a:pt x="3476" y="309"/>
                  </a:lnTo>
                  <a:lnTo>
                    <a:pt x="3052" y="657"/>
                  </a:lnTo>
                  <a:lnTo>
                    <a:pt x="2627" y="966"/>
                  </a:lnTo>
                  <a:lnTo>
                    <a:pt x="2202" y="1313"/>
                  </a:lnTo>
                  <a:lnTo>
                    <a:pt x="1314" y="1892"/>
                  </a:lnTo>
                  <a:lnTo>
                    <a:pt x="426" y="2472"/>
                  </a:lnTo>
                  <a:lnTo>
                    <a:pt x="349" y="2549"/>
                  </a:lnTo>
                  <a:lnTo>
                    <a:pt x="349" y="2626"/>
                  </a:lnTo>
                  <a:lnTo>
                    <a:pt x="271" y="2665"/>
                  </a:lnTo>
                  <a:lnTo>
                    <a:pt x="233" y="2780"/>
                  </a:lnTo>
                  <a:lnTo>
                    <a:pt x="194" y="3823"/>
                  </a:lnTo>
                  <a:lnTo>
                    <a:pt x="155" y="4827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7"/>
                  </a:lnTo>
                  <a:lnTo>
                    <a:pt x="155" y="7685"/>
                  </a:lnTo>
                  <a:lnTo>
                    <a:pt x="155" y="8418"/>
                  </a:lnTo>
                  <a:lnTo>
                    <a:pt x="233" y="9152"/>
                  </a:lnTo>
                  <a:lnTo>
                    <a:pt x="310" y="9615"/>
                  </a:lnTo>
                  <a:lnTo>
                    <a:pt x="503" y="10079"/>
                  </a:lnTo>
                  <a:lnTo>
                    <a:pt x="735" y="10503"/>
                  </a:lnTo>
                  <a:lnTo>
                    <a:pt x="1044" y="10890"/>
                  </a:lnTo>
                  <a:lnTo>
                    <a:pt x="1198" y="11044"/>
                  </a:lnTo>
                  <a:lnTo>
                    <a:pt x="1391" y="11198"/>
                  </a:lnTo>
                  <a:lnTo>
                    <a:pt x="1623" y="11314"/>
                  </a:lnTo>
                  <a:lnTo>
                    <a:pt x="1816" y="11392"/>
                  </a:lnTo>
                  <a:lnTo>
                    <a:pt x="2048" y="11430"/>
                  </a:lnTo>
                  <a:lnTo>
                    <a:pt x="2279" y="11430"/>
                  </a:lnTo>
                  <a:lnTo>
                    <a:pt x="2550" y="11392"/>
                  </a:lnTo>
                  <a:lnTo>
                    <a:pt x="2820" y="11314"/>
                  </a:lnTo>
                  <a:lnTo>
                    <a:pt x="3052" y="11198"/>
                  </a:lnTo>
                  <a:lnTo>
                    <a:pt x="3283" y="11044"/>
                  </a:lnTo>
                  <a:lnTo>
                    <a:pt x="3476" y="10851"/>
                  </a:lnTo>
                  <a:lnTo>
                    <a:pt x="3669" y="10658"/>
                  </a:lnTo>
                  <a:lnTo>
                    <a:pt x="3824" y="10388"/>
                  </a:lnTo>
                  <a:lnTo>
                    <a:pt x="3978" y="10117"/>
                  </a:lnTo>
                  <a:lnTo>
                    <a:pt x="4171" y="9538"/>
                  </a:lnTo>
                  <a:lnTo>
                    <a:pt x="4326" y="8920"/>
                  </a:lnTo>
                  <a:lnTo>
                    <a:pt x="4442" y="8302"/>
                  </a:lnTo>
                  <a:lnTo>
                    <a:pt x="4519" y="7723"/>
                  </a:lnTo>
                  <a:lnTo>
                    <a:pt x="4558" y="7221"/>
                  </a:lnTo>
                  <a:lnTo>
                    <a:pt x="4596" y="6642"/>
                  </a:lnTo>
                  <a:lnTo>
                    <a:pt x="4596" y="6101"/>
                  </a:lnTo>
                  <a:lnTo>
                    <a:pt x="4519" y="4981"/>
                  </a:lnTo>
                  <a:lnTo>
                    <a:pt x="4442" y="3862"/>
                  </a:lnTo>
                  <a:lnTo>
                    <a:pt x="4326" y="2780"/>
                  </a:lnTo>
                  <a:lnTo>
                    <a:pt x="4287" y="2394"/>
                  </a:lnTo>
                  <a:lnTo>
                    <a:pt x="4210" y="1468"/>
                  </a:lnTo>
                  <a:lnTo>
                    <a:pt x="4133" y="541"/>
                  </a:lnTo>
                  <a:lnTo>
                    <a:pt x="4094" y="386"/>
                  </a:lnTo>
                  <a:lnTo>
                    <a:pt x="4133" y="348"/>
                  </a:lnTo>
                  <a:lnTo>
                    <a:pt x="4171" y="270"/>
                  </a:lnTo>
                  <a:lnTo>
                    <a:pt x="4210" y="193"/>
                  </a:lnTo>
                  <a:lnTo>
                    <a:pt x="4171" y="77"/>
                  </a:lnTo>
                  <a:lnTo>
                    <a:pt x="4094" y="39"/>
                  </a:lnTo>
                  <a:lnTo>
                    <a:pt x="40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21"/>
            <p:cNvSpPr/>
            <p:nvPr/>
          </p:nvSpPr>
          <p:spPr>
            <a:xfrm>
              <a:off x="635850" y="1347150"/>
              <a:ext cx="42500" cy="41550"/>
            </a:xfrm>
            <a:custGeom>
              <a:avLst/>
              <a:gdLst/>
              <a:ahLst/>
              <a:cxnLst/>
              <a:rect l="l" t="t" r="r" b="b"/>
              <a:pathLst>
                <a:path w="1700" h="1662" extrusionOk="0">
                  <a:moveTo>
                    <a:pt x="1004" y="387"/>
                  </a:moveTo>
                  <a:lnTo>
                    <a:pt x="1120" y="425"/>
                  </a:lnTo>
                  <a:lnTo>
                    <a:pt x="1159" y="464"/>
                  </a:lnTo>
                  <a:lnTo>
                    <a:pt x="1236" y="541"/>
                  </a:lnTo>
                  <a:lnTo>
                    <a:pt x="1313" y="734"/>
                  </a:lnTo>
                  <a:lnTo>
                    <a:pt x="1313" y="927"/>
                  </a:lnTo>
                  <a:lnTo>
                    <a:pt x="1236" y="1082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8" y="1275"/>
                  </a:lnTo>
                  <a:lnTo>
                    <a:pt x="695" y="1236"/>
                  </a:lnTo>
                  <a:lnTo>
                    <a:pt x="541" y="1121"/>
                  </a:lnTo>
                  <a:lnTo>
                    <a:pt x="464" y="1082"/>
                  </a:lnTo>
                  <a:lnTo>
                    <a:pt x="425" y="966"/>
                  </a:lnTo>
                  <a:lnTo>
                    <a:pt x="386" y="889"/>
                  </a:lnTo>
                  <a:lnTo>
                    <a:pt x="386" y="773"/>
                  </a:lnTo>
                  <a:lnTo>
                    <a:pt x="425" y="541"/>
                  </a:lnTo>
                  <a:lnTo>
                    <a:pt x="541" y="580"/>
                  </a:lnTo>
                  <a:lnTo>
                    <a:pt x="618" y="541"/>
                  </a:lnTo>
                  <a:lnTo>
                    <a:pt x="773" y="425"/>
                  </a:lnTo>
                  <a:lnTo>
                    <a:pt x="927" y="387"/>
                  </a:lnTo>
                  <a:close/>
                  <a:moveTo>
                    <a:pt x="734" y="1"/>
                  </a:moveTo>
                  <a:lnTo>
                    <a:pt x="618" y="39"/>
                  </a:lnTo>
                  <a:lnTo>
                    <a:pt x="502" y="117"/>
                  </a:lnTo>
                  <a:lnTo>
                    <a:pt x="348" y="194"/>
                  </a:lnTo>
                  <a:lnTo>
                    <a:pt x="232" y="310"/>
                  </a:lnTo>
                  <a:lnTo>
                    <a:pt x="155" y="425"/>
                  </a:lnTo>
                  <a:lnTo>
                    <a:pt x="78" y="580"/>
                  </a:lnTo>
                  <a:lnTo>
                    <a:pt x="39" y="696"/>
                  </a:lnTo>
                  <a:lnTo>
                    <a:pt x="0" y="850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3" y="1352"/>
                  </a:lnTo>
                  <a:lnTo>
                    <a:pt x="309" y="1468"/>
                  </a:lnTo>
                  <a:lnTo>
                    <a:pt x="464" y="1584"/>
                  </a:lnTo>
                  <a:lnTo>
                    <a:pt x="657" y="1623"/>
                  </a:lnTo>
                  <a:lnTo>
                    <a:pt x="811" y="1661"/>
                  </a:lnTo>
                  <a:lnTo>
                    <a:pt x="1004" y="1661"/>
                  </a:lnTo>
                  <a:lnTo>
                    <a:pt x="1197" y="1584"/>
                  </a:lnTo>
                  <a:lnTo>
                    <a:pt x="1352" y="1507"/>
                  </a:lnTo>
                  <a:lnTo>
                    <a:pt x="1468" y="1391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699" y="927"/>
                  </a:lnTo>
                  <a:lnTo>
                    <a:pt x="1699" y="734"/>
                  </a:lnTo>
                  <a:lnTo>
                    <a:pt x="1661" y="541"/>
                  </a:lnTo>
                  <a:lnTo>
                    <a:pt x="1584" y="387"/>
                  </a:lnTo>
                  <a:lnTo>
                    <a:pt x="1506" y="232"/>
                  </a:lnTo>
                  <a:lnTo>
                    <a:pt x="1390" y="155"/>
                  </a:lnTo>
                  <a:lnTo>
                    <a:pt x="1275" y="78"/>
                  </a:lnTo>
                  <a:lnTo>
                    <a:pt x="10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21"/>
            <p:cNvSpPr/>
            <p:nvPr/>
          </p:nvSpPr>
          <p:spPr>
            <a:xfrm>
              <a:off x="444700" y="13741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71" y="1"/>
                  </a:moveTo>
                  <a:lnTo>
                    <a:pt x="116" y="40"/>
                  </a:lnTo>
                  <a:lnTo>
                    <a:pt x="39" y="117"/>
                  </a:lnTo>
                  <a:lnTo>
                    <a:pt x="1" y="233"/>
                  </a:lnTo>
                  <a:lnTo>
                    <a:pt x="39" y="387"/>
                  </a:lnTo>
                  <a:lnTo>
                    <a:pt x="348" y="889"/>
                  </a:lnTo>
                  <a:lnTo>
                    <a:pt x="657" y="1391"/>
                  </a:lnTo>
                  <a:lnTo>
                    <a:pt x="1005" y="1854"/>
                  </a:lnTo>
                  <a:lnTo>
                    <a:pt x="1391" y="2318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4" y="3553"/>
                  </a:lnTo>
                  <a:lnTo>
                    <a:pt x="3167" y="3901"/>
                  </a:lnTo>
                  <a:lnTo>
                    <a:pt x="3553" y="3747"/>
                  </a:lnTo>
                  <a:lnTo>
                    <a:pt x="2781" y="3013"/>
                  </a:lnTo>
                  <a:lnTo>
                    <a:pt x="2047" y="2241"/>
                  </a:lnTo>
                  <a:lnTo>
                    <a:pt x="1352" y="1430"/>
                  </a:lnTo>
                  <a:lnTo>
                    <a:pt x="1043" y="1005"/>
                  </a:lnTo>
                  <a:lnTo>
                    <a:pt x="734" y="542"/>
                  </a:lnTo>
                  <a:lnTo>
                    <a:pt x="1622" y="696"/>
                  </a:lnTo>
                  <a:lnTo>
                    <a:pt x="2511" y="889"/>
                  </a:lnTo>
                  <a:lnTo>
                    <a:pt x="3013" y="1044"/>
                  </a:lnTo>
                  <a:lnTo>
                    <a:pt x="3515" y="1198"/>
                  </a:lnTo>
                  <a:lnTo>
                    <a:pt x="4017" y="1352"/>
                  </a:lnTo>
                  <a:lnTo>
                    <a:pt x="4480" y="1507"/>
                  </a:lnTo>
                  <a:lnTo>
                    <a:pt x="4596" y="1507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5" y="1507"/>
                  </a:lnTo>
                  <a:lnTo>
                    <a:pt x="4943" y="1430"/>
                  </a:lnTo>
                  <a:lnTo>
                    <a:pt x="4634" y="1159"/>
                  </a:lnTo>
                  <a:lnTo>
                    <a:pt x="4171" y="850"/>
                  </a:lnTo>
                  <a:lnTo>
                    <a:pt x="3630" y="619"/>
                  </a:lnTo>
                  <a:lnTo>
                    <a:pt x="3090" y="464"/>
                  </a:lnTo>
                  <a:lnTo>
                    <a:pt x="2511" y="310"/>
                  </a:lnTo>
                  <a:lnTo>
                    <a:pt x="1931" y="194"/>
                  </a:lnTo>
                  <a:lnTo>
                    <a:pt x="1352" y="117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21"/>
            <p:cNvSpPr/>
            <p:nvPr/>
          </p:nvSpPr>
          <p:spPr>
            <a:xfrm>
              <a:off x="5333350" y="138867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5"/>
                  </a:moveTo>
                  <a:lnTo>
                    <a:pt x="23633" y="1467"/>
                  </a:lnTo>
                  <a:lnTo>
                    <a:pt x="23941" y="2008"/>
                  </a:lnTo>
                  <a:lnTo>
                    <a:pt x="23787" y="2163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2" y="1969"/>
                  </a:lnTo>
                  <a:lnTo>
                    <a:pt x="23015" y="1815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4"/>
                  </a:lnTo>
                  <a:lnTo>
                    <a:pt x="23169" y="1120"/>
                  </a:lnTo>
                  <a:lnTo>
                    <a:pt x="23285" y="965"/>
                  </a:lnTo>
                  <a:close/>
                  <a:moveTo>
                    <a:pt x="24096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7"/>
                  </a:lnTo>
                  <a:lnTo>
                    <a:pt x="24096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0"/>
                  </a:lnTo>
                  <a:lnTo>
                    <a:pt x="16566" y="5406"/>
                  </a:lnTo>
                  <a:lnTo>
                    <a:pt x="16296" y="5445"/>
                  </a:lnTo>
                  <a:lnTo>
                    <a:pt x="15639" y="5522"/>
                  </a:lnTo>
                  <a:lnTo>
                    <a:pt x="15639" y="5483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5" y="5175"/>
                  </a:lnTo>
                  <a:lnTo>
                    <a:pt x="15832" y="5097"/>
                  </a:lnTo>
                  <a:lnTo>
                    <a:pt x="15948" y="5020"/>
                  </a:lnTo>
                  <a:lnTo>
                    <a:pt x="16064" y="4981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522"/>
                  </a:lnTo>
                  <a:lnTo>
                    <a:pt x="24057" y="5445"/>
                  </a:lnTo>
                  <a:lnTo>
                    <a:pt x="23903" y="5290"/>
                  </a:lnTo>
                  <a:lnTo>
                    <a:pt x="23826" y="5097"/>
                  </a:lnTo>
                  <a:lnTo>
                    <a:pt x="23787" y="4981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2" y="5638"/>
                  </a:lnTo>
                  <a:lnTo>
                    <a:pt x="17570" y="5522"/>
                  </a:lnTo>
                  <a:lnTo>
                    <a:pt x="17029" y="5445"/>
                  </a:lnTo>
                  <a:lnTo>
                    <a:pt x="17068" y="5290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3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6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599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6"/>
                  </a:lnTo>
                  <a:lnTo>
                    <a:pt x="19385" y="5831"/>
                  </a:lnTo>
                  <a:lnTo>
                    <a:pt x="19385" y="5985"/>
                  </a:lnTo>
                  <a:lnTo>
                    <a:pt x="19346" y="6178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6"/>
                  </a:lnTo>
                  <a:lnTo>
                    <a:pt x="18844" y="5522"/>
                  </a:lnTo>
                  <a:lnTo>
                    <a:pt x="18999" y="5483"/>
                  </a:lnTo>
                  <a:close/>
                  <a:moveTo>
                    <a:pt x="20196" y="6063"/>
                  </a:moveTo>
                  <a:lnTo>
                    <a:pt x="20350" y="6101"/>
                  </a:lnTo>
                  <a:lnTo>
                    <a:pt x="20466" y="6140"/>
                  </a:lnTo>
                  <a:lnTo>
                    <a:pt x="20543" y="6178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0"/>
                  </a:lnTo>
                  <a:lnTo>
                    <a:pt x="19848" y="6294"/>
                  </a:lnTo>
                  <a:lnTo>
                    <a:pt x="19887" y="6178"/>
                  </a:lnTo>
                  <a:lnTo>
                    <a:pt x="20003" y="6140"/>
                  </a:lnTo>
                  <a:lnTo>
                    <a:pt x="20080" y="6101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1" y="5985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1" y="6294"/>
                  </a:lnTo>
                  <a:lnTo>
                    <a:pt x="23748" y="6565"/>
                  </a:lnTo>
                  <a:lnTo>
                    <a:pt x="23517" y="6796"/>
                  </a:lnTo>
                  <a:lnTo>
                    <a:pt x="23246" y="6989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8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78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6"/>
                  </a:lnTo>
                  <a:lnTo>
                    <a:pt x="12627" y="6680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59" y="6217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719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44"/>
                  </a:lnTo>
                  <a:lnTo>
                    <a:pt x="22551" y="7221"/>
                  </a:lnTo>
                  <a:lnTo>
                    <a:pt x="22165" y="7260"/>
                  </a:lnTo>
                  <a:lnTo>
                    <a:pt x="21779" y="7221"/>
                  </a:lnTo>
                  <a:lnTo>
                    <a:pt x="21393" y="7105"/>
                  </a:lnTo>
                  <a:lnTo>
                    <a:pt x="21470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414"/>
                  </a:moveTo>
                  <a:lnTo>
                    <a:pt x="12473" y="7453"/>
                  </a:lnTo>
                  <a:lnTo>
                    <a:pt x="12125" y="7993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09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3"/>
                  </a:lnTo>
                  <a:lnTo>
                    <a:pt x="11816" y="7607"/>
                  </a:lnTo>
                  <a:lnTo>
                    <a:pt x="11894" y="7530"/>
                  </a:lnTo>
                  <a:lnTo>
                    <a:pt x="12009" y="7453"/>
                  </a:lnTo>
                  <a:lnTo>
                    <a:pt x="12164" y="7414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1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2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7"/>
                  </a:lnTo>
                  <a:close/>
                  <a:moveTo>
                    <a:pt x="3785" y="9770"/>
                  </a:moveTo>
                  <a:lnTo>
                    <a:pt x="3900" y="9808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32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5"/>
                  </a:lnTo>
                  <a:lnTo>
                    <a:pt x="5097" y="10774"/>
                  </a:lnTo>
                  <a:lnTo>
                    <a:pt x="5136" y="10889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928"/>
                  </a:lnTo>
                  <a:lnTo>
                    <a:pt x="4441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19"/>
                  </a:moveTo>
                  <a:lnTo>
                    <a:pt x="10967" y="11198"/>
                  </a:lnTo>
                  <a:lnTo>
                    <a:pt x="10735" y="11739"/>
                  </a:lnTo>
                  <a:lnTo>
                    <a:pt x="10658" y="11700"/>
                  </a:lnTo>
                  <a:lnTo>
                    <a:pt x="10504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2"/>
                  </a:lnTo>
                  <a:lnTo>
                    <a:pt x="10735" y="10696"/>
                  </a:lnTo>
                  <a:lnTo>
                    <a:pt x="10928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09"/>
                  </a:lnTo>
                  <a:lnTo>
                    <a:pt x="6410" y="12241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0"/>
                  </a:lnTo>
                  <a:lnTo>
                    <a:pt x="5445" y="11623"/>
                  </a:lnTo>
                  <a:lnTo>
                    <a:pt x="5561" y="11546"/>
                  </a:lnTo>
                  <a:lnTo>
                    <a:pt x="5638" y="11507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39" y="13206"/>
                  </a:lnTo>
                  <a:lnTo>
                    <a:pt x="7337" y="13013"/>
                  </a:lnTo>
                  <a:lnTo>
                    <a:pt x="6835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3" y="12627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6"/>
                  </a:lnTo>
                  <a:lnTo>
                    <a:pt x="9229" y="13129"/>
                  </a:lnTo>
                  <a:lnTo>
                    <a:pt x="9268" y="13206"/>
                  </a:lnTo>
                  <a:lnTo>
                    <a:pt x="9036" y="13284"/>
                  </a:lnTo>
                  <a:lnTo>
                    <a:pt x="8804" y="13322"/>
                  </a:lnTo>
                  <a:lnTo>
                    <a:pt x="8573" y="13322"/>
                  </a:lnTo>
                  <a:lnTo>
                    <a:pt x="8302" y="13284"/>
                  </a:lnTo>
                  <a:lnTo>
                    <a:pt x="8302" y="13206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704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6" y="0"/>
                  </a:moveTo>
                  <a:lnTo>
                    <a:pt x="22899" y="39"/>
                  </a:lnTo>
                  <a:lnTo>
                    <a:pt x="22822" y="77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2"/>
                  </a:lnTo>
                  <a:lnTo>
                    <a:pt x="22783" y="965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0" y="2278"/>
                  </a:lnTo>
                  <a:lnTo>
                    <a:pt x="23053" y="2394"/>
                  </a:lnTo>
                  <a:lnTo>
                    <a:pt x="23246" y="2510"/>
                  </a:lnTo>
                  <a:lnTo>
                    <a:pt x="23478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82"/>
                  </a:lnTo>
                  <a:lnTo>
                    <a:pt x="23439" y="3514"/>
                  </a:lnTo>
                  <a:lnTo>
                    <a:pt x="23555" y="3707"/>
                  </a:lnTo>
                  <a:lnTo>
                    <a:pt x="23748" y="3900"/>
                  </a:lnTo>
                  <a:lnTo>
                    <a:pt x="23980" y="4016"/>
                  </a:lnTo>
                  <a:lnTo>
                    <a:pt x="23748" y="4209"/>
                  </a:lnTo>
                  <a:lnTo>
                    <a:pt x="23555" y="4479"/>
                  </a:lnTo>
                  <a:lnTo>
                    <a:pt x="23478" y="4750"/>
                  </a:lnTo>
                  <a:lnTo>
                    <a:pt x="23439" y="4904"/>
                  </a:lnTo>
                  <a:lnTo>
                    <a:pt x="23439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1" y="5522"/>
                  </a:lnTo>
                  <a:lnTo>
                    <a:pt x="23169" y="5561"/>
                  </a:lnTo>
                  <a:lnTo>
                    <a:pt x="22976" y="5715"/>
                  </a:lnTo>
                  <a:lnTo>
                    <a:pt x="22783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4" y="6294"/>
                  </a:lnTo>
                  <a:lnTo>
                    <a:pt x="22320" y="6256"/>
                  </a:lnTo>
                  <a:lnTo>
                    <a:pt x="22165" y="6217"/>
                  </a:lnTo>
                  <a:lnTo>
                    <a:pt x="21972" y="6217"/>
                  </a:lnTo>
                  <a:lnTo>
                    <a:pt x="21740" y="6294"/>
                  </a:lnTo>
                  <a:lnTo>
                    <a:pt x="21509" y="6410"/>
                  </a:lnTo>
                  <a:lnTo>
                    <a:pt x="21354" y="6565"/>
                  </a:lnTo>
                  <a:lnTo>
                    <a:pt x="21200" y="6796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4"/>
                  </a:lnTo>
                  <a:lnTo>
                    <a:pt x="20736" y="5908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4" y="5754"/>
                  </a:lnTo>
                  <a:lnTo>
                    <a:pt x="20080" y="5792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3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0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1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5"/>
                  </a:lnTo>
                  <a:lnTo>
                    <a:pt x="17802" y="4557"/>
                  </a:lnTo>
                  <a:lnTo>
                    <a:pt x="17647" y="4518"/>
                  </a:lnTo>
                  <a:lnTo>
                    <a:pt x="17493" y="4557"/>
                  </a:lnTo>
                  <a:lnTo>
                    <a:pt x="17377" y="4595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7"/>
                  </a:lnTo>
                  <a:lnTo>
                    <a:pt x="16759" y="4943"/>
                  </a:lnTo>
                  <a:lnTo>
                    <a:pt x="16605" y="4788"/>
                  </a:lnTo>
                  <a:lnTo>
                    <a:pt x="16450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1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1"/>
                  </a:lnTo>
                  <a:lnTo>
                    <a:pt x="14635" y="4943"/>
                  </a:lnTo>
                  <a:lnTo>
                    <a:pt x="14442" y="4981"/>
                  </a:lnTo>
                  <a:lnTo>
                    <a:pt x="14288" y="5020"/>
                  </a:lnTo>
                  <a:lnTo>
                    <a:pt x="14133" y="5097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7"/>
                  </a:lnTo>
                  <a:lnTo>
                    <a:pt x="12357" y="6372"/>
                  </a:lnTo>
                  <a:lnTo>
                    <a:pt x="12357" y="6526"/>
                  </a:lnTo>
                  <a:lnTo>
                    <a:pt x="12357" y="6680"/>
                  </a:lnTo>
                  <a:lnTo>
                    <a:pt x="12357" y="6835"/>
                  </a:lnTo>
                  <a:lnTo>
                    <a:pt x="12434" y="6989"/>
                  </a:lnTo>
                  <a:lnTo>
                    <a:pt x="12164" y="7028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414"/>
                  </a:lnTo>
                  <a:lnTo>
                    <a:pt x="11392" y="7530"/>
                  </a:lnTo>
                  <a:lnTo>
                    <a:pt x="11353" y="7684"/>
                  </a:lnTo>
                  <a:lnTo>
                    <a:pt x="11314" y="7839"/>
                  </a:lnTo>
                  <a:lnTo>
                    <a:pt x="11276" y="7993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57"/>
                  </a:lnTo>
                  <a:lnTo>
                    <a:pt x="11469" y="8611"/>
                  </a:lnTo>
                  <a:lnTo>
                    <a:pt x="11199" y="8650"/>
                  </a:lnTo>
                  <a:lnTo>
                    <a:pt x="10967" y="8804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3"/>
                  </a:lnTo>
                  <a:lnTo>
                    <a:pt x="10619" y="10310"/>
                  </a:lnTo>
                  <a:lnTo>
                    <a:pt x="10426" y="10426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5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4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2" y="12087"/>
                  </a:lnTo>
                  <a:lnTo>
                    <a:pt x="9384" y="12202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95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4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202"/>
                  </a:lnTo>
                  <a:lnTo>
                    <a:pt x="6990" y="12280"/>
                  </a:lnTo>
                  <a:lnTo>
                    <a:pt x="6796" y="12434"/>
                  </a:lnTo>
                  <a:lnTo>
                    <a:pt x="6796" y="12048"/>
                  </a:lnTo>
                  <a:lnTo>
                    <a:pt x="6758" y="11893"/>
                  </a:lnTo>
                  <a:lnTo>
                    <a:pt x="6681" y="11700"/>
                  </a:lnTo>
                  <a:lnTo>
                    <a:pt x="6603" y="11546"/>
                  </a:lnTo>
                  <a:lnTo>
                    <a:pt x="6526" y="11430"/>
                  </a:lnTo>
                  <a:lnTo>
                    <a:pt x="6372" y="11314"/>
                  </a:lnTo>
                  <a:lnTo>
                    <a:pt x="6217" y="11198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7"/>
                  </a:lnTo>
                  <a:lnTo>
                    <a:pt x="5522" y="10967"/>
                  </a:lnTo>
                  <a:lnTo>
                    <a:pt x="5445" y="10735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88"/>
                  </a:lnTo>
                  <a:lnTo>
                    <a:pt x="4943" y="10310"/>
                  </a:lnTo>
                  <a:lnTo>
                    <a:pt x="4827" y="10310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499"/>
                  </a:lnTo>
                  <a:lnTo>
                    <a:pt x="3900" y="9461"/>
                  </a:lnTo>
                  <a:lnTo>
                    <a:pt x="3746" y="9422"/>
                  </a:lnTo>
                  <a:lnTo>
                    <a:pt x="3591" y="9422"/>
                  </a:lnTo>
                  <a:lnTo>
                    <a:pt x="3398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70"/>
                  </a:lnTo>
                  <a:lnTo>
                    <a:pt x="2974" y="9615"/>
                  </a:lnTo>
                  <a:lnTo>
                    <a:pt x="2896" y="9461"/>
                  </a:lnTo>
                  <a:lnTo>
                    <a:pt x="2781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9036"/>
                  </a:lnTo>
                  <a:lnTo>
                    <a:pt x="1854" y="9113"/>
                  </a:lnTo>
                  <a:lnTo>
                    <a:pt x="1699" y="9190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1"/>
                  </a:lnTo>
                  <a:lnTo>
                    <a:pt x="1352" y="9924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0"/>
                  </a:lnTo>
                  <a:lnTo>
                    <a:pt x="386" y="10426"/>
                  </a:lnTo>
                  <a:lnTo>
                    <a:pt x="271" y="10581"/>
                  </a:lnTo>
                  <a:lnTo>
                    <a:pt x="116" y="10889"/>
                  </a:lnTo>
                  <a:lnTo>
                    <a:pt x="0" y="11237"/>
                  </a:lnTo>
                  <a:lnTo>
                    <a:pt x="0" y="11585"/>
                  </a:lnTo>
                  <a:lnTo>
                    <a:pt x="77" y="11932"/>
                  </a:lnTo>
                  <a:lnTo>
                    <a:pt x="193" y="12241"/>
                  </a:lnTo>
                  <a:lnTo>
                    <a:pt x="386" y="12550"/>
                  </a:lnTo>
                  <a:lnTo>
                    <a:pt x="618" y="12820"/>
                  </a:lnTo>
                  <a:lnTo>
                    <a:pt x="811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5" y="13129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1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78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4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2"/>
                  </a:lnTo>
                  <a:lnTo>
                    <a:pt x="618" y="12048"/>
                  </a:lnTo>
                  <a:lnTo>
                    <a:pt x="541" y="11893"/>
                  </a:lnTo>
                  <a:lnTo>
                    <a:pt x="502" y="11739"/>
                  </a:lnTo>
                  <a:lnTo>
                    <a:pt x="502" y="11546"/>
                  </a:lnTo>
                  <a:lnTo>
                    <a:pt x="502" y="11391"/>
                  </a:lnTo>
                  <a:lnTo>
                    <a:pt x="541" y="11198"/>
                  </a:lnTo>
                  <a:lnTo>
                    <a:pt x="579" y="11044"/>
                  </a:lnTo>
                  <a:lnTo>
                    <a:pt x="657" y="10889"/>
                  </a:lnTo>
                  <a:lnTo>
                    <a:pt x="773" y="10774"/>
                  </a:lnTo>
                  <a:lnTo>
                    <a:pt x="888" y="10619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6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5"/>
                  </a:lnTo>
                  <a:lnTo>
                    <a:pt x="5870" y="12704"/>
                  </a:lnTo>
                  <a:lnTo>
                    <a:pt x="6256" y="12975"/>
                  </a:lnTo>
                  <a:lnTo>
                    <a:pt x="6681" y="13206"/>
                  </a:lnTo>
                  <a:lnTo>
                    <a:pt x="7105" y="13438"/>
                  </a:lnTo>
                  <a:lnTo>
                    <a:pt x="7530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8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5"/>
                  </a:lnTo>
                  <a:lnTo>
                    <a:pt x="11314" y="11739"/>
                  </a:lnTo>
                  <a:lnTo>
                    <a:pt x="11507" y="11237"/>
                  </a:lnTo>
                  <a:lnTo>
                    <a:pt x="11662" y="10696"/>
                  </a:lnTo>
                  <a:lnTo>
                    <a:pt x="11971" y="9615"/>
                  </a:lnTo>
                  <a:lnTo>
                    <a:pt x="12125" y="9113"/>
                  </a:lnTo>
                  <a:lnTo>
                    <a:pt x="12357" y="8611"/>
                  </a:lnTo>
                  <a:lnTo>
                    <a:pt x="12589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89"/>
                  </a:lnTo>
                  <a:lnTo>
                    <a:pt x="14017" y="6719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4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0" y="7723"/>
                  </a:lnTo>
                  <a:lnTo>
                    <a:pt x="22165" y="7762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530"/>
                  </a:lnTo>
                  <a:lnTo>
                    <a:pt x="23710" y="7298"/>
                  </a:lnTo>
                  <a:lnTo>
                    <a:pt x="24057" y="6989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908"/>
                  </a:lnTo>
                  <a:lnTo>
                    <a:pt x="24868" y="5483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5" y="3746"/>
                  </a:lnTo>
                  <a:lnTo>
                    <a:pt x="24868" y="3282"/>
                  </a:lnTo>
                  <a:lnTo>
                    <a:pt x="24791" y="2858"/>
                  </a:lnTo>
                  <a:lnTo>
                    <a:pt x="24637" y="2394"/>
                  </a:lnTo>
                  <a:lnTo>
                    <a:pt x="24443" y="1969"/>
                  </a:lnTo>
                  <a:lnTo>
                    <a:pt x="24250" y="1583"/>
                  </a:lnTo>
                  <a:lnTo>
                    <a:pt x="24057" y="1197"/>
                  </a:lnTo>
                  <a:lnTo>
                    <a:pt x="23787" y="811"/>
                  </a:lnTo>
                  <a:lnTo>
                    <a:pt x="23941" y="386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7"/>
                  </a:lnTo>
                  <a:lnTo>
                    <a:pt x="230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21"/>
            <p:cNvSpPr/>
            <p:nvPr/>
          </p:nvSpPr>
          <p:spPr>
            <a:xfrm>
              <a:off x="5843050" y="1398325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5" y="1429"/>
                  </a:lnTo>
                  <a:lnTo>
                    <a:pt x="4866" y="1738"/>
                  </a:lnTo>
                  <a:lnTo>
                    <a:pt x="5059" y="2085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6" y="5599"/>
                  </a:lnTo>
                  <a:lnTo>
                    <a:pt x="5330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40" y="8380"/>
                  </a:lnTo>
                  <a:lnTo>
                    <a:pt x="3631" y="8727"/>
                  </a:lnTo>
                  <a:lnTo>
                    <a:pt x="3283" y="9036"/>
                  </a:lnTo>
                  <a:lnTo>
                    <a:pt x="2936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9" y="10040"/>
                  </a:lnTo>
                  <a:lnTo>
                    <a:pt x="1314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9" y="10967"/>
                  </a:lnTo>
                  <a:lnTo>
                    <a:pt x="1121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8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5" y="6294"/>
                  </a:lnTo>
                  <a:lnTo>
                    <a:pt x="5909" y="5792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5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40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21"/>
            <p:cNvSpPr/>
            <p:nvPr/>
          </p:nvSpPr>
          <p:spPr>
            <a:xfrm>
              <a:off x="569225" y="1424375"/>
              <a:ext cx="126500" cy="69550"/>
            </a:xfrm>
            <a:custGeom>
              <a:avLst/>
              <a:gdLst/>
              <a:ahLst/>
              <a:cxnLst/>
              <a:rect l="l" t="t" r="r" b="b"/>
              <a:pathLst>
                <a:path w="5060" h="2782" extrusionOk="0">
                  <a:moveTo>
                    <a:pt x="4905" y="1"/>
                  </a:moveTo>
                  <a:lnTo>
                    <a:pt x="3824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30" y="1854"/>
                  </a:lnTo>
                  <a:lnTo>
                    <a:pt x="773" y="2125"/>
                  </a:lnTo>
                  <a:lnTo>
                    <a:pt x="117" y="2395"/>
                  </a:lnTo>
                  <a:lnTo>
                    <a:pt x="40" y="2472"/>
                  </a:lnTo>
                  <a:lnTo>
                    <a:pt x="1" y="2588"/>
                  </a:lnTo>
                  <a:lnTo>
                    <a:pt x="40" y="2665"/>
                  </a:lnTo>
                  <a:lnTo>
                    <a:pt x="117" y="2781"/>
                  </a:lnTo>
                  <a:lnTo>
                    <a:pt x="387" y="2781"/>
                  </a:lnTo>
                  <a:lnTo>
                    <a:pt x="1082" y="2627"/>
                  </a:lnTo>
                  <a:lnTo>
                    <a:pt x="1739" y="2356"/>
                  </a:lnTo>
                  <a:lnTo>
                    <a:pt x="2356" y="2047"/>
                  </a:lnTo>
                  <a:lnTo>
                    <a:pt x="2974" y="1739"/>
                  </a:lnTo>
                  <a:lnTo>
                    <a:pt x="3553" y="1430"/>
                  </a:lnTo>
                  <a:lnTo>
                    <a:pt x="4094" y="1082"/>
                  </a:lnTo>
                  <a:lnTo>
                    <a:pt x="4596" y="735"/>
                  </a:lnTo>
                  <a:lnTo>
                    <a:pt x="5059" y="310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21"/>
            <p:cNvSpPr/>
            <p:nvPr/>
          </p:nvSpPr>
          <p:spPr>
            <a:xfrm>
              <a:off x="512275" y="1467825"/>
              <a:ext cx="66650" cy="99450"/>
            </a:xfrm>
            <a:custGeom>
              <a:avLst/>
              <a:gdLst/>
              <a:ahLst/>
              <a:cxnLst/>
              <a:rect l="l" t="t" r="r" b="b"/>
              <a:pathLst>
                <a:path w="2666" h="3978" extrusionOk="0">
                  <a:moveTo>
                    <a:pt x="850" y="1"/>
                  </a:moveTo>
                  <a:lnTo>
                    <a:pt x="464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2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1" y="2704"/>
                  </a:lnTo>
                  <a:lnTo>
                    <a:pt x="39" y="2974"/>
                  </a:lnTo>
                  <a:lnTo>
                    <a:pt x="78" y="3206"/>
                  </a:lnTo>
                  <a:lnTo>
                    <a:pt x="155" y="3399"/>
                  </a:lnTo>
                  <a:lnTo>
                    <a:pt x="271" y="3592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9" y="3939"/>
                  </a:lnTo>
                  <a:lnTo>
                    <a:pt x="1082" y="3978"/>
                  </a:lnTo>
                  <a:lnTo>
                    <a:pt x="1314" y="3939"/>
                  </a:lnTo>
                  <a:lnTo>
                    <a:pt x="1507" y="3823"/>
                  </a:lnTo>
                  <a:lnTo>
                    <a:pt x="1661" y="3708"/>
                  </a:lnTo>
                  <a:lnTo>
                    <a:pt x="1816" y="3514"/>
                  </a:lnTo>
                  <a:lnTo>
                    <a:pt x="1970" y="3321"/>
                  </a:lnTo>
                  <a:lnTo>
                    <a:pt x="2086" y="3090"/>
                  </a:lnTo>
                  <a:lnTo>
                    <a:pt x="2318" y="2549"/>
                  </a:lnTo>
                  <a:lnTo>
                    <a:pt x="2472" y="2009"/>
                  </a:lnTo>
                  <a:lnTo>
                    <a:pt x="2626" y="1507"/>
                  </a:lnTo>
                  <a:lnTo>
                    <a:pt x="2665" y="1043"/>
                  </a:lnTo>
                  <a:lnTo>
                    <a:pt x="2395" y="1043"/>
                  </a:lnTo>
                  <a:lnTo>
                    <a:pt x="2009" y="2009"/>
                  </a:lnTo>
                  <a:lnTo>
                    <a:pt x="1738" y="2665"/>
                  </a:lnTo>
                  <a:lnTo>
                    <a:pt x="1545" y="3051"/>
                  </a:lnTo>
                  <a:lnTo>
                    <a:pt x="1468" y="3206"/>
                  </a:lnTo>
                  <a:lnTo>
                    <a:pt x="1314" y="3283"/>
                  </a:lnTo>
                  <a:lnTo>
                    <a:pt x="1159" y="3283"/>
                  </a:lnTo>
                  <a:lnTo>
                    <a:pt x="966" y="3206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8"/>
                  </a:lnTo>
                  <a:lnTo>
                    <a:pt x="889" y="773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21"/>
            <p:cNvSpPr/>
            <p:nvPr/>
          </p:nvSpPr>
          <p:spPr>
            <a:xfrm>
              <a:off x="4008850" y="152575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4"/>
                  </a:lnTo>
                  <a:lnTo>
                    <a:pt x="7029" y="1313"/>
                  </a:lnTo>
                  <a:lnTo>
                    <a:pt x="7531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7"/>
                  </a:lnTo>
                  <a:lnTo>
                    <a:pt x="8573" y="3707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1" y="3862"/>
                  </a:lnTo>
                  <a:lnTo>
                    <a:pt x="2433" y="4016"/>
                  </a:lnTo>
                  <a:lnTo>
                    <a:pt x="2318" y="4132"/>
                  </a:lnTo>
                  <a:lnTo>
                    <a:pt x="2124" y="4209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1" y="4248"/>
                  </a:lnTo>
                  <a:lnTo>
                    <a:pt x="734" y="4132"/>
                  </a:lnTo>
                  <a:lnTo>
                    <a:pt x="387" y="4016"/>
                  </a:lnTo>
                  <a:lnTo>
                    <a:pt x="503" y="3514"/>
                  </a:lnTo>
                  <a:lnTo>
                    <a:pt x="657" y="3012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8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7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3" y="5947"/>
                  </a:lnTo>
                  <a:lnTo>
                    <a:pt x="10543" y="5870"/>
                  </a:lnTo>
                  <a:lnTo>
                    <a:pt x="10543" y="5754"/>
                  </a:lnTo>
                  <a:lnTo>
                    <a:pt x="10620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0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9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7" y="3205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8"/>
                  </a:lnTo>
                  <a:lnTo>
                    <a:pt x="1314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3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7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3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8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7" y="6526"/>
                  </a:lnTo>
                  <a:lnTo>
                    <a:pt x="11740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1" y="7916"/>
                  </a:lnTo>
                  <a:lnTo>
                    <a:pt x="12551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7" y="7183"/>
                  </a:lnTo>
                  <a:lnTo>
                    <a:pt x="12744" y="6681"/>
                  </a:lnTo>
                  <a:lnTo>
                    <a:pt x="12435" y="6217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9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4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5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6" y="193"/>
                  </a:lnTo>
                  <a:lnTo>
                    <a:pt x="5291" y="78"/>
                  </a:lnTo>
                  <a:lnTo>
                    <a:pt x="4828" y="39"/>
                  </a:lnTo>
                  <a:lnTo>
                    <a:pt x="44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21"/>
            <p:cNvSpPr/>
            <p:nvPr/>
          </p:nvSpPr>
          <p:spPr>
            <a:xfrm>
              <a:off x="6763050" y="1538300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8"/>
                  </a:moveTo>
                  <a:lnTo>
                    <a:pt x="1082" y="5986"/>
                  </a:lnTo>
                  <a:lnTo>
                    <a:pt x="1237" y="6024"/>
                  </a:lnTo>
                  <a:lnTo>
                    <a:pt x="1391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7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9" y="6990"/>
                  </a:lnTo>
                  <a:lnTo>
                    <a:pt x="464" y="6835"/>
                  </a:lnTo>
                  <a:lnTo>
                    <a:pt x="426" y="6719"/>
                  </a:lnTo>
                  <a:lnTo>
                    <a:pt x="387" y="6642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6" y="6256"/>
                  </a:lnTo>
                  <a:lnTo>
                    <a:pt x="503" y="6179"/>
                  </a:lnTo>
                  <a:lnTo>
                    <a:pt x="696" y="6024"/>
                  </a:lnTo>
                  <a:lnTo>
                    <a:pt x="889" y="5908"/>
                  </a:lnTo>
                  <a:close/>
                  <a:moveTo>
                    <a:pt x="5909" y="0"/>
                  </a:moveTo>
                  <a:lnTo>
                    <a:pt x="5832" y="39"/>
                  </a:lnTo>
                  <a:lnTo>
                    <a:pt x="5523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7" y="2047"/>
                  </a:lnTo>
                  <a:lnTo>
                    <a:pt x="3438" y="2781"/>
                  </a:lnTo>
                  <a:lnTo>
                    <a:pt x="2279" y="4132"/>
                  </a:lnTo>
                  <a:lnTo>
                    <a:pt x="1739" y="4866"/>
                  </a:lnTo>
                  <a:lnTo>
                    <a:pt x="1198" y="5561"/>
                  </a:lnTo>
                  <a:lnTo>
                    <a:pt x="1043" y="5522"/>
                  </a:lnTo>
                  <a:lnTo>
                    <a:pt x="889" y="5522"/>
                  </a:lnTo>
                  <a:lnTo>
                    <a:pt x="773" y="5561"/>
                  </a:lnTo>
                  <a:lnTo>
                    <a:pt x="619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10" y="5870"/>
                  </a:lnTo>
                  <a:lnTo>
                    <a:pt x="117" y="6063"/>
                  </a:lnTo>
                  <a:lnTo>
                    <a:pt x="1" y="6333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40" y="6797"/>
                  </a:lnTo>
                  <a:lnTo>
                    <a:pt x="117" y="6990"/>
                  </a:lnTo>
                  <a:lnTo>
                    <a:pt x="194" y="7144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4"/>
                  </a:lnTo>
                  <a:lnTo>
                    <a:pt x="1430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6" y="6874"/>
                  </a:lnTo>
                  <a:lnTo>
                    <a:pt x="1854" y="6681"/>
                  </a:lnTo>
                  <a:lnTo>
                    <a:pt x="1893" y="6526"/>
                  </a:lnTo>
                  <a:lnTo>
                    <a:pt x="1854" y="6333"/>
                  </a:lnTo>
                  <a:lnTo>
                    <a:pt x="1816" y="6179"/>
                  </a:lnTo>
                  <a:lnTo>
                    <a:pt x="1739" y="6024"/>
                  </a:lnTo>
                  <a:lnTo>
                    <a:pt x="1661" y="5908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3" y="4403"/>
                  </a:lnTo>
                  <a:lnTo>
                    <a:pt x="3940" y="3012"/>
                  </a:lnTo>
                  <a:lnTo>
                    <a:pt x="4480" y="2395"/>
                  </a:lnTo>
                  <a:lnTo>
                    <a:pt x="5098" y="1699"/>
                  </a:lnTo>
                  <a:lnTo>
                    <a:pt x="5639" y="1043"/>
                  </a:lnTo>
                  <a:lnTo>
                    <a:pt x="5909" y="657"/>
                  </a:lnTo>
                  <a:lnTo>
                    <a:pt x="6102" y="309"/>
                  </a:lnTo>
                  <a:lnTo>
                    <a:pt x="6141" y="193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21"/>
            <p:cNvSpPr/>
            <p:nvPr/>
          </p:nvSpPr>
          <p:spPr>
            <a:xfrm>
              <a:off x="4040700" y="153927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5" y="7298"/>
                  </a:moveTo>
                  <a:lnTo>
                    <a:pt x="8496" y="7375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1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4"/>
                  </a:lnTo>
                  <a:lnTo>
                    <a:pt x="8110" y="10156"/>
                  </a:lnTo>
                  <a:lnTo>
                    <a:pt x="7840" y="10078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6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7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2" y="8766"/>
                  </a:lnTo>
                  <a:lnTo>
                    <a:pt x="1546" y="8727"/>
                  </a:lnTo>
                  <a:lnTo>
                    <a:pt x="40" y="8688"/>
                  </a:lnTo>
                  <a:lnTo>
                    <a:pt x="1" y="8688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6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6"/>
                  </a:lnTo>
                  <a:lnTo>
                    <a:pt x="6759" y="9847"/>
                  </a:lnTo>
                  <a:lnTo>
                    <a:pt x="6990" y="10078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0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7"/>
                  </a:lnTo>
                  <a:lnTo>
                    <a:pt x="9539" y="10194"/>
                  </a:lnTo>
                  <a:lnTo>
                    <a:pt x="9771" y="9963"/>
                  </a:lnTo>
                  <a:lnTo>
                    <a:pt x="9925" y="9692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7"/>
                  </a:lnTo>
                  <a:lnTo>
                    <a:pt x="6565" y="8186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79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21"/>
            <p:cNvSpPr/>
            <p:nvPr/>
          </p:nvSpPr>
          <p:spPr>
            <a:xfrm>
              <a:off x="1387875" y="1558575"/>
              <a:ext cx="374575" cy="387125"/>
            </a:xfrm>
            <a:custGeom>
              <a:avLst/>
              <a:gdLst/>
              <a:ahLst/>
              <a:cxnLst/>
              <a:rect l="l" t="t" r="r" b="b"/>
              <a:pathLst>
                <a:path w="14983" h="15485" extrusionOk="0">
                  <a:moveTo>
                    <a:pt x="7453" y="502"/>
                  </a:moveTo>
                  <a:lnTo>
                    <a:pt x="8032" y="541"/>
                  </a:lnTo>
                  <a:lnTo>
                    <a:pt x="8573" y="580"/>
                  </a:lnTo>
                  <a:lnTo>
                    <a:pt x="9152" y="695"/>
                  </a:lnTo>
                  <a:lnTo>
                    <a:pt x="9654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0" y="1545"/>
                  </a:lnTo>
                  <a:lnTo>
                    <a:pt x="11585" y="1854"/>
                  </a:lnTo>
                  <a:lnTo>
                    <a:pt x="10812" y="2201"/>
                  </a:lnTo>
                  <a:lnTo>
                    <a:pt x="10040" y="2626"/>
                  </a:lnTo>
                  <a:lnTo>
                    <a:pt x="9306" y="3090"/>
                  </a:lnTo>
                  <a:lnTo>
                    <a:pt x="8611" y="3630"/>
                  </a:lnTo>
                  <a:lnTo>
                    <a:pt x="7916" y="4171"/>
                  </a:lnTo>
                  <a:lnTo>
                    <a:pt x="7299" y="4789"/>
                  </a:lnTo>
                  <a:lnTo>
                    <a:pt x="6681" y="5445"/>
                  </a:lnTo>
                  <a:lnTo>
                    <a:pt x="6140" y="6140"/>
                  </a:lnTo>
                  <a:lnTo>
                    <a:pt x="5638" y="6874"/>
                  </a:lnTo>
                  <a:lnTo>
                    <a:pt x="5175" y="7646"/>
                  </a:lnTo>
                  <a:lnTo>
                    <a:pt x="4789" y="8418"/>
                  </a:lnTo>
                  <a:lnTo>
                    <a:pt x="4441" y="9229"/>
                  </a:lnTo>
                  <a:lnTo>
                    <a:pt x="4171" y="10040"/>
                  </a:lnTo>
                  <a:lnTo>
                    <a:pt x="3939" y="10890"/>
                  </a:lnTo>
                  <a:lnTo>
                    <a:pt x="3823" y="11778"/>
                  </a:lnTo>
                  <a:lnTo>
                    <a:pt x="3746" y="12666"/>
                  </a:lnTo>
                  <a:lnTo>
                    <a:pt x="3553" y="12666"/>
                  </a:lnTo>
                  <a:lnTo>
                    <a:pt x="3283" y="11855"/>
                  </a:lnTo>
                  <a:lnTo>
                    <a:pt x="3051" y="11044"/>
                  </a:lnTo>
                  <a:lnTo>
                    <a:pt x="2819" y="10195"/>
                  </a:lnTo>
                  <a:lnTo>
                    <a:pt x="2665" y="9384"/>
                  </a:lnTo>
                  <a:lnTo>
                    <a:pt x="2588" y="8534"/>
                  </a:lnTo>
                  <a:lnTo>
                    <a:pt x="2549" y="7685"/>
                  </a:lnTo>
                  <a:lnTo>
                    <a:pt x="2588" y="6797"/>
                  </a:lnTo>
                  <a:lnTo>
                    <a:pt x="2665" y="5947"/>
                  </a:lnTo>
                  <a:lnTo>
                    <a:pt x="2858" y="5213"/>
                  </a:lnTo>
                  <a:lnTo>
                    <a:pt x="3051" y="4518"/>
                  </a:lnTo>
                  <a:lnTo>
                    <a:pt x="3321" y="3823"/>
                  </a:lnTo>
                  <a:lnTo>
                    <a:pt x="3630" y="3205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29"/>
                  </a:lnTo>
                  <a:lnTo>
                    <a:pt x="5406" y="888"/>
                  </a:lnTo>
                  <a:lnTo>
                    <a:pt x="5908" y="734"/>
                  </a:lnTo>
                  <a:lnTo>
                    <a:pt x="6410" y="618"/>
                  </a:lnTo>
                  <a:lnTo>
                    <a:pt x="6912" y="541"/>
                  </a:lnTo>
                  <a:lnTo>
                    <a:pt x="7453" y="502"/>
                  </a:lnTo>
                  <a:close/>
                  <a:moveTo>
                    <a:pt x="11932" y="2086"/>
                  </a:moveTo>
                  <a:lnTo>
                    <a:pt x="12318" y="2433"/>
                  </a:lnTo>
                  <a:lnTo>
                    <a:pt x="12666" y="2819"/>
                  </a:lnTo>
                  <a:lnTo>
                    <a:pt x="13014" y="3205"/>
                  </a:lnTo>
                  <a:lnTo>
                    <a:pt x="13322" y="3669"/>
                  </a:lnTo>
                  <a:lnTo>
                    <a:pt x="13593" y="4093"/>
                  </a:lnTo>
                  <a:lnTo>
                    <a:pt x="13824" y="4595"/>
                  </a:lnTo>
                  <a:lnTo>
                    <a:pt x="14018" y="5097"/>
                  </a:lnTo>
                  <a:lnTo>
                    <a:pt x="14211" y="5599"/>
                  </a:lnTo>
                  <a:lnTo>
                    <a:pt x="14326" y="6101"/>
                  </a:lnTo>
                  <a:lnTo>
                    <a:pt x="14404" y="6642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25" y="6951"/>
                  </a:lnTo>
                  <a:lnTo>
                    <a:pt x="11392" y="7144"/>
                  </a:lnTo>
                  <a:lnTo>
                    <a:pt x="10658" y="7414"/>
                  </a:lnTo>
                  <a:lnTo>
                    <a:pt x="9924" y="7723"/>
                  </a:lnTo>
                  <a:lnTo>
                    <a:pt x="9229" y="8032"/>
                  </a:lnTo>
                  <a:lnTo>
                    <a:pt x="8534" y="8418"/>
                  </a:lnTo>
                  <a:lnTo>
                    <a:pt x="7878" y="8843"/>
                  </a:lnTo>
                  <a:lnTo>
                    <a:pt x="7221" y="9306"/>
                  </a:lnTo>
                  <a:lnTo>
                    <a:pt x="6642" y="9808"/>
                  </a:lnTo>
                  <a:lnTo>
                    <a:pt x="6063" y="10349"/>
                  </a:lnTo>
                  <a:lnTo>
                    <a:pt x="5561" y="10890"/>
                  </a:lnTo>
                  <a:lnTo>
                    <a:pt x="5059" y="11508"/>
                  </a:lnTo>
                  <a:lnTo>
                    <a:pt x="4634" y="12125"/>
                  </a:lnTo>
                  <a:lnTo>
                    <a:pt x="4248" y="12820"/>
                  </a:lnTo>
                  <a:lnTo>
                    <a:pt x="4093" y="12743"/>
                  </a:lnTo>
                  <a:lnTo>
                    <a:pt x="3939" y="12666"/>
                  </a:lnTo>
                  <a:lnTo>
                    <a:pt x="4093" y="11816"/>
                  </a:lnTo>
                  <a:lnTo>
                    <a:pt x="4287" y="10928"/>
                  </a:lnTo>
                  <a:lnTo>
                    <a:pt x="4557" y="10117"/>
                  </a:lnTo>
                  <a:lnTo>
                    <a:pt x="4827" y="9306"/>
                  </a:lnTo>
                  <a:lnTo>
                    <a:pt x="5175" y="8496"/>
                  </a:lnTo>
                  <a:lnTo>
                    <a:pt x="5561" y="7723"/>
                  </a:lnTo>
                  <a:lnTo>
                    <a:pt x="6024" y="6990"/>
                  </a:lnTo>
                  <a:lnTo>
                    <a:pt x="6488" y="6295"/>
                  </a:lnTo>
                  <a:lnTo>
                    <a:pt x="7028" y="5599"/>
                  </a:lnTo>
                  <a:lnTo>
                    <a:pt x="7607" y="4982"/>
                  </a:lnTo>
                  <a:lnTo>
                    <a:pt x="8225" y="4402"/>
                  </a:lnTo>
                  <a:lnTo>
                    <a:pt x="8882" y="3823"/>
                  </a:lnTo>
                  <a:lnTo>
                    <a:pt x="9577" y="3321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42" y="6990"/>
                  </a:moveTo>
                  <a:lnTo>
                    <a:pt x="14481" y="7839"/>
                  </a:lnTo>
                  <a:lnTo>
                    <a:pt x="14404" y="8689"/>
                  </a:lnTo>
                  <a:lnTo>
                    <a:pt x="14249" y="9538"/>
                  </a:lnTo>
                  <a:lnTo>
                    <a:pt x="14172" y="9963"/>
                  </a:lnTo>
                  <a:lnTo>
                    <a:pt x="14018" y="10388"/>
                  </a:lnTo>
                  <a:lnTo>
                    <a:pt x="13863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89"/>
                  </a:lnTo>
                  <a:lnTo>
                    <a:pt x="12473" y="12898"/>
                  </a:lnTo>
                  <a:lnTo>
                    <a:pt x="12203" y="13207"/>
                  </a:lnTo>
                  <a:lnTo>
                    <a:pt x="11932" y="13052"/>
                  </a:lnTo>
                  <a:lnTo>
                    <a:pt x="11662" y="12936"/>
                  </a:lnTo>
                  <a:lnTo>
                    <a:pt x="11083" y="12782"/>
                  </a:lnTo>
                  <a:lnTo>
                    <a:pt x="10542" y="12627"/>
                  </a:lnTo>
                  <a:lnTo>
                    <a:pt x="9963" y="12550"/>
                  </a:lnTo>
                  <a:lnTo>
                    <a:pt x="9384" y="12512"/>
                  </a:lnTo>
                  <a:lnTo>
                    <a:pt x="8843" y="12473"/>
                  </a:lnTo>
                  <a:lnTo>
                    <a:pt x="8303" y="12473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6"/>
                  </a:lnTo>
                  <a:lnTo>
                    <a:pt x="6179" y="12782"/>
                  </a:lnTo>
                  <a:lnTo>
                    <a:pt x="5638" y="12975"/>
                  </a:lnTo>
                  <a:lnTo>
                    <a:pt x="5136" y="13129"/>
                  </a:lnTo>
                  <a:lnTo>
                    <a:pt x="4673" y="13361"/>
                  </a:lnTo>
                  <a:lnTo>
                    <a:pt x="4557" y="13129"/>
                  </a:lnTo>
                  <a:lnTo>
                    <a:pt x="4402" y="12936"/>
                  </a:lnTo>
                  <a:lnTo>
                    <a:pt x="4866" y="12318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0" y="10619"/>
                  </a:lnTo>
                  <a:lnTo>
                    <a:pt x="6951" y="10117"/>
                  </a:lnTo>
                  <a:lnTo>
                    <a:pt x="7530" y="9654"/>
                  </a:lnTo>
                  <a:lnTo>
                    <a:pt x="8148" y="9229"/>
                  </a:lnTo>
                  <a:lnTo>
                    <a:pt x="8766" y="8804"/>
                  </a:lnTo>
                  <a:lnTo>
                    <a:pt x="9384" y="8457"/>
                  </a:lnTo>
                  <a:lnTo>
                    <a:pt x="10040" y="8109"/>
                  </a:lnTo>
                  <a:lnTo>
                    <a:pt x="10735" y="7839"/>
                  </a:lnTo>
                  <a:lnTo>
                    <a:pt x="11430" y="7569"/>
                  </a:lnTo>
                  <a:lnTo>
                    <a:pt x="12164" y="7376"/>
                  </a:lnTo>
                  <a:lnTo>
                    <a:pt x="12898" y="7183"/>
                  </a:lnTo>
                  <a:lnTo>
                    <a:pt x="13670" y="7067"/>
                  </a:lnTo>
                  <a:lnTo>
                    <a:pt x="14442" y="6990"/>
                  </a:lnTo>
                  <a:close/>
                  <a:moveTo>
                    <a:pt x="4518" y="1275"/>
                  </a:moveTo>
                  <a:lnTo>
                    <a:pt x="4016" y="1854"/>
                  </a:lnTo>
                  <a:lnTo>
                    <a:pt x="3591" y="2472"/>
                  </a:lnTo>
                  <a:lnTo>
                    <a:pt x="3244" y="3128"/>
                  </a:lnTo>
                  <a:lnTo>
                    <a:pt x="2935" y="3823"/>
                  </a:lnTo>
                  <a:lnTo>
                    <a:pt x="2665" y="4518"/>
                  </a:lnTo>
                  <a:lnTo>
                    <a:pt x="2472" y="5291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3"/>
                  </a:lnTo>
                  <a:lnTo>
                    <a:pt x="2356" y="9886"/>
                  </a:lnTo>
                  <a:lnTo>
                    <a:pt x="2549" y="10619"/>
                  </a:lnTo>
                  <a:lnTo>
                    <a:pt x="2742" y="11353"/>
                  </a:lnTo>
                  <a:lnTo>
                    <a:pt x="3012" y="12087"/>
                  </a:lnTo>
                  <a:lnTo>
                    <a:pt x="3283" y="12782"/>
                  </a:lnTo>
                  <a:lnTo>
                    <a:pt x="3089" y="12898"/>
                  </a:lnTo>
                  <a:lnTo>
                    <a:pt x="2935" y="13052"/>
                  </a:lnTo>
                  <a:lnTo>
                    <a:pt x="2819" y="13245"/>
                  </a:lnTo>
                  <a:lnTo>
                    <a:pt x="2703" y="13438"/>
                  </a:lnTo>
                  <a:lnTo>
                    <a:pt x="2394" y="13014"/>
                  </a:lnTo>
                  <a:lnTo>
                    <a:pt x="2047" y="12550"/>
                  </a:lnTo>
                  <a:lnTo>
                    <a:pt x="1777" y="12087"/>
                  </a:lnTo>
                  <a:lnTo>
                    <a:pt x="1506" y="11623"/>
                  </a:lnTo>
                  <a:lnTo>
                    <a:pt x="1275" y="11121"/>
                  </a:lnTo>
                  <a:lnTo>
                    <a:pt x="1043" y="10619"/>
                  </a:lnTo>
                  <a:lnTo>
                    <a:pt x="850" y="10117"/>
                  </a:lnTo>
                  <a:lnTo>
                    <a:pt x="734" y="9615"/>
                  </a:lnTo>
                  <a:lnTo>
                    <a:pt x="618" y="9113"/>
                  </a:lnTo>
                  <a:lnTo>
                    <a:pt x="541" y="8573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0"/>
                  </a:lnTo>
                  <a:lnTo>
                    <a:pt x="734" y="5870"/>
                  </a:lnTo>
                  <a:lnTo>
                    <a:pt x="927" y="5329"/>
                  </a:lnTo>
                  <a:lnTo>
                    <a:pt x="1197" y="4673"/>
                  </a:lnTo>
                  <a:lnTo>
                    <a:pt x="1506" y="4055"/>
                  </a:lnTo>
                  <a:lnTo>
                    <a:pt x="1892" y="3476"/>
                  </a:lnTo>
                  <a:lnTo>
                    <a:pt x="2356" y="2935"/>
                  </a:lnTo>
                  <a:lnTo>
                    <a:pt x="2819" y="2433"/>
                  </a:lnTo>
                  <a:lnTo>
                    <a:pt x="3360" y="2008"/>
                  </a:lnTo>
                  <a:lnTo>
                    <a:pt x="3900" y="1584"/>
                  </a:lnTo>
                  <a:lnTo>
                    <a:pt x="4518" y="1275"/>
                  </a:lnTo>
                  <a:close/>
                  <a:moveTo>
                    <a:pt x="3823" y="12975"/>
                  </a:moveTo>
                  <a:lnTo>
                    <a:pt x="4016" y="13052"/>
                  </a:lnTo>
                  <a:lnTo>
                    <a:pt x="4132" y="13168"/>
                  </a:lnTo>
                  <a:lnTo>
                    <a:pt x="4248" y="13284"/>
                  </a:lnTo>
                  <a:lnTo>
                    <a:pt x="4325" y="13438"/>
                  </a:lnTo>
                  <a:lnTo>
                    <a:pt x="4364" y="13631"/>
                  </a:lnTo>
                  <a:lnTo>
                    <a:pt x="4325" y="13786"/>
                  </a:lnTo>
                  <a:lnTo>
                    <a:pt x="4287" y="13940"/>
                  </a:lnTo>
                  <a:lnTo>
                    <a:pt x="4209" y="14095"/>
                  </a:lnTo>
                  <a:lnTo>
                    <a:pt x="3746" y="13824"/>
                  </a:lnTo>
                  <a:lnTo>
                    <a:pt x="3321" y="13477"/>
                  </a:lnTo>
                  <a:lnTo>
                    <a:pt x="3244" y="13438"/>
                  </a:lnTo>
                  <a:lnTo>
                    <a:pt x="3128" y="13438"/>
                  </a:lnTo>
                  <a:lnTo>
                    <a:pt x="3051" y="13477"/>
                  </a:lnTo>
                  <a:lnTo>
                    <a:pt x="2974" y="13515"/>
                  </a:lnTo>
                  <a:lnTo>
                    <a:pt x="3051" y="13361"/>
                  </a:lnTo>
                  <a:lnTo>
                    <a:pt x="3167" y="13245"/>
                  </a:lnTo>
                  <a:lnTo>
                    <a:pt x="3321" y="13129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13" y="12859"/>
                  </a:moveTo>
                  <a:lnTo>
                    <a:pt x="9615" y="12898"/>
                  </a:lnTo>
                  <a:lnTo>
                    <a:pt x="10079" y="12975"/>
                  </a:lnTo>
                  <a:lnTo>
                    <a:pt x="10504" y="13014"/>
                  </a:lnTo>
                  <a:lnTo>
                    <a:pt x="11006" y="13129"/>
                  </a:lnTo>
                  <a:lnTo>
                    <a:pt x="11469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7"/>
                  </a:lnTo>
                  <a:lnTo>
                    <a:pt x="10658" y="14249"/>
                  </a:lnTo>
                  <a:lnTo>
                    <a:pt x="10195" y="14442"/>
                  </a:lnTo>
                  <a:lnTo>
                    <a:pt x="9770" y="14635"/>
                  </a:lnTo>
                  <a:lnTo>
                    <a:pt x="9306" y="14751"/>
                  </a:lnTo>
                  <a:lnTo>
                    <a:pt x="8804" y="14867"/>
                  </a:lnTo>
                  <a:lnTo>
                    <a:pt x="8341" y="14944"/>
                  </a:lnTo>
                  <a:lnTo>
                    <a:pt x="7839" y="14983"/>
                  </a:lnTo>
                  <a:lnTo>
                    <a:pt x="7376" y="14983"/>
                  </a:lnTo>
                  <a:lnTo>
                    <a:pt x="6874" y="14944"/>
                  </a:lnTo>
                  <a:lnTo>
                    <a:pt x="6410" y="14867"/>
                  </a:lnTo>
                  <a:lnTo>
                    <a:pt x="5947" y="14790"/>
                  </a:lnTo>
                  <a:lnTo>
                    <a:pt x="5484" y="14674"/>
                  </a:lnTo>
                  <a:lnTo>
                    <a:pt x="5020" y="14481"/>
                  </a:lnTo>
                  <a:lnTo>
                    <a:pt x="4557" y="14288"/>
                  </a:lnTo>
                  <a:lnTo>
                    <a:pt x="4673" y="14017"/>
                  </a:lnTo>
                  <a:lnTo>
                    <a:pt x="4711" y="13747"/>
                  </a:lnTo>
                  <a:lnTo>
                    <a:pt x="4711" y="13593"/>
                  </a:lnTo>
                  <a:lnTo>
                    <a:pt x="5561" y="13322"/>
                  </a:lnTo>
                  <a:lnTo>
                    <a:pt x="6410" y="13091"/>
                  </a:lnTo>
                  <a:lnTo>
                    <a:pt x="7260" y="12936"/>
                  </a:lnTo>
                  <a:lnTo>
                    <a:pt x="8148" y="12859"/>
                  </a:lnTo>
                  <a:close/>
                  <a:moveTo>
                    <a:pt x="7569" y="0"/>
                  </a:moveTo>
                  <a:lnTo>
                    <a:pt x="6990" y="39"/>
                  </a:lnTo>
                  <a:lnTo>
                    <a:pt x="6410" y="116"/>
                  </a:lnTo>
                  <a:lnTo>
                    <a:pt x="5870" y="232"/>
                  </a:lnTo>
                  <a:lnTo>
                    <a:pt x="5291" y="386"/>
                  </a:lnTo>
                  <a:lnTo>
                    <a:pt x="4750" y="580"/>
                  </a:lnTo>
                  <a:lnTo>
                    <a:pt x="4248" y="811"/>
                  </a:lnTo>
                  <a:lnTo>
                    <a:pt x="3746" y="1120"/>
                  </a:lnTo>
                  <a:lnTo>
                    <a:pt x="3283" y="1429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1970" y="2588"/>
                  </a:lnTo>
                  <a:lnTo>
                    <a:pt x="1622" y="3012"/>
                  </a:lnTo>
                  <a:lnTo>
                    <a:pt x="1275" y="3514"/>
                  </a:lnTo>
                  <a:lnTo>
                    <a:pt x="966" y="4016"/>
                  </a:lnTo>
                  <a:lnTo>
                    <a:pt x="657" y="4595"/>
                  </a:lnTo>
                  <a:lnTo>
                    <a:pt x="425" y="5252"/>
                  </a:lnTo>
                  <a:lnTo>
                    <a:pt x="232" y="5908"/>
                  </a:lnTo>
                  <a:lnTo>
                    <a:pt x="116" y="6565"/>
                  </a:lnTo>
                  <a:lnTo>
                    <a:pt x="0" y="7221"/>
                  </a:lnTo>
                  <a:lnTo>
                    <a:pt x="0" y="7916"/>
                  </a:lnTo>
                  <a:lnTo>
                    <a:pt x="39" y="8611"/>
                  </a:lnTo>
                  <a:lnTo>
                    <a:pt x="116" y="9268"/>
                  </a:lnTo>
                  <a:lnTo>
                    <a:pt x="232" y="9924"/>
                  </a:lnTo>
                  <a:lnTo>
                    <a:pt x="425" y="10581"/>
                  </a:lnTo>
                  <a:lnTo>
                    <a:pt x="695" y="11237"/>
                  </a:lnTo>
                  <a:lnTo>
                    <a:pt x="966" y="11855"/>
                  </a:lnTo>
                  <a:lnTo>
                    <a:pt x="1313" y="12396"/>
                  </a:lnTo>
                  <a:lnTo>
                    <a:pt x="1738" y="12975"/>
                  </a:lnTo>
                  <a:lnTo>
                    <a:pt x="2201" y="13477"/>
                  </a:lnTo>
                  <a:lnTo>
                    <a:pt x="2703" y="13902"/>
                  </a:lnTo>
                  <a:lnTo>
                    <a:pt x="2742" y="13940"/>
                  </a:lnTo>
                  <a:lnTo>
                    <a:pt x="2819" y="13940"/>
                  </a:lnTo>
                  <a:lnTo>
                    <a:pt x="2896" y="13902"/>
                  </a:lnTo>
                  <a:lnTo>
                    <a:pt x="3167" y="14133"/>
                  </a:lnTo>
                  <a:lnTo>
                    <a:pt x="3437" y="14326"/>
                  </a:lnTo>
                  <a:lnTo>
                    <a:pt x="3785" y="14519"/>
                  </a:lnTo>
                  <a:lnTo>
                    <a:pt x="4093" y="14597"/>
                  </a:lnTo>
                  <a:lnTo>
                    <a:pt x="4518" y="14828"/>
                  </a:lnTo>
                  <a:lnTo>
                    <a:pt x="4943" y="14983"/>
                  </a:lnTo>
                  <a:lnTo>
                    <a:pt x="5406" y="15137"/>
                  </a:lnTo>
                  <a:lnTo>
                    <a:pt x="5870" y="15292"/>
                  </a:lnTo>
                  <a:lnTo>
                    <a:pt x="6333" y="15369"/>
                  </a:lnTo>
                  <a:lnTo>
                    <a:pt x="6797" y="15446"/>
                  </a:lnTo>
                  <a:lnTo>
                    <a:pt x="7260" y="15485"/>
                  </a:lnTo>
                  <a:lnTo>
                    <a:pt x="7723" y="15485"/>
                  </a:lnTo>
                  <a:lnTo>
                    <a:pt x="8225" y="15446"/>
                  </a:lnTo>
                  <a:lnTo>
                    <a:pt x="8689" y="15408"/>
                  </a:lnTo>
                  <a:lnTo>
                    <a:pt x="9152" y="15330"/>
                  </a:lnTo>
                  <a:lnTo>
                    <a:pt x="9615" y="15215"/>
                  </a:lnTo>
                  <a:lnTo>
                    <a:pt x="10079" y="15060"/>
                  </a:lnTo>
                  <a:lnTo>
                    <a:pt x="10504" y="14906"/>
                  </a:lnTo>
                  <a:lnTo>
                    <a:pt x="10928" y="14674"/>
                  </a:lnTo>
                  <a:lnTo>
                    <a:pt x="11353" y="14442"/>
                  </a:lnTo>
                  <a:lnTo>
                    <a:pt x="11855" y="14133"/>
                  </a:lnTo>
                  <a:lnTo>
                    <a:pt x="12318" y="13786"/>
                  </a:lnTo>
                  <a:lnTo>
                    <a:pt x="12705" y="13400"/>
                  </a:lnTo>
                  <a:lnTo>
                    <a:pt x="13091" y="12975"/>
                  </a:lnTo>
                  <a:lnTo>
                    <a:pt x="13438" y="12550"/>
                  </a:lnTo>
                  <a:lnTo>
                    <a:pt x="13747" y="12048"/>
                  </a:lnTo>
                  <a:lnTo>
                    <a:pt x="14056" y="11585"/>
                  </a:lnTo>
                  <a:lnTo>
                    <a:pt x="14288" y="11044"/>
                  </a:lnTo>
                  <a:lnTo>
                    <a:pt x="14481" y="10542"/>
                  </a:lnTo>
                  <a:lnTo>
                    <a:pt x="14674" y="10002"/>
                  </a:lnTo>
                  <a:lnTo>
                    <a:pt x="14790" y="9422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3"/>
                  </a:lnTo>
                  <a:lnTo>
                    <a:pt x="14983" y="7144"/>
                  </a:lnTo>
                  <a:lnTo>
                    <a:pt x="14906" y="6603"/>
                  </a:lnTo>
                  <a:lnTo>
                    <a:pt x="14828" y="5986"/>
                  </a:lnTo>
                  <a:lnTo>
                    <a:pt x="14674" y="5406"/>
                  </a:lnTo>
                  <a:lnTo>
                    <a:pt x="14481" y="4827"/>
                  </a:lnTo>
                  <a:lnTo>
                    <a:pt x="14249" y="4287"/>
                  </a:lnTo>
                  <a:lnTo>
                    <a:pt x="13979" y="3746"/>
                  </a:lnTo>
                  <a:lnTo>
                    <a:pt x="13631" y="3244"/>
                  </a:lnTo>
                  <a:lnTo>
                    <a:pt x="13284" y="2742"/>
                  </a:lnTo>
                  <a:lnTo>
                    <a:pt x="12898" y="2317"/>
                  </a:lnTo>
                  <a:lnTo>
                    <a:pt x="12512" y="1892"/>
                  </a:lnTo>
                  <a:lnTo>
                    <a:pt x="12048" y="1506"/>
                  </a:lnTo>
                  <a:lnTo>
                    <a:pt x="11546" y="1197"/>
                  </a:lnTo>
                  <a:lnTo>
                    <a:pt x="11044" y="888"/>
                  </a:lnTo>
                  <a:lnTo>
                    <a:pt x="10504" y="618"/>
                  </a:lnTo>
                  <a:lnTo>
                    <a:pt x="9963" y="386"/>
                  </a:lnTo>
                  <a:lnTo>
                    <a:pt x="9345" y="232"/>
                  </a:lnTo>
                  <a:lnTo>
                    <a:pt x="8766" y="116"/>
                  </a:lnTo>
                  <a:lnTo>
                    <a:pt x="8148" y="39"/>
                  </a:lnTo>
                  <a:lnTo>
                    <a:pt x="756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21"/>
            <p:cNvSpPr/>
            <p:nvPr/>
          </p:nvSpPr>
          <p:spPr>
            <a:xfrm>
              <a:off x="6509175" y="1566300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8" y="5870"/>
                  </a:lnTo>
                  <a:lnTo>
                    <a:pt x="7491" y="6024"/>
                  </a:lnTo>
                  <a:lnTo>
                    <a:pt x="7530" y="6140"/>
                  </a:lnTo>
                  <a:lnTo>
                    <a:pt x="7569" y="6256"/>
                  </a:lnTo>
                  <a:lnTo>
                    <a:pt x="7607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1" y="6681"/>
                  </a:lnTo>
                  <a:lnTo>
                    <a:pt x="7337" y="6796"/>
                  </a:lnTo>
                  <a:lnTo>
                    <a:pt x="7105" y="6912"/>
                  </a:lnTo>
                  <a:lnTo>
                    <a:pt x="6912" y="6912"/>
                  </a:lnTo>
                  <a:lnTo>
                    <a:pt x="6719" y="6835"/>
                  </a:lnTo>
                  <a:lnTo>
                    <a:pt x="6565" y="6681"/>
                  </a:lnTo>
                  <a:lnTo>
                    <a:pt x="6487" y="6488"/>
                  </a:lnTo>
                  <a:lnTo>
                    <a:pt x="6487" y="6294"/>
                  </a:lnTo>
                  <a:lnTo>
                    <a:pt x="6526" y="6101"/>
                  </a:lnTo>
                  <a:lnTo>
                    <a:pt x="6642" y="5908"/>
                  </a:lnTo>
                  <a:lnTo>
                    <a:pt x="6796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7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0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1" y="1120"/>
                  </a:lnTo>
                  <a:lnTo>
                    <a:pt x="1622" y="1777"/>
                  </a:lnTo>
                  <a:lnTo>
                    <a:pt x="3398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0" y="5599"/>
                  </a:lnTo>
                  <a:lnTo>
                    <a:pt x="6294" y="5677"/>
                  </a:lnTo>
                  <a:lnTo>
                    <a:pt x="6217" y="5792"/>
                  </a:lnTo>
                  <a:lnTo>
                    <a:pt x="6101" y="6101"/>
                  </a:lnTo>
                  <a:lnTo>
                    <a:pt x="6063" y="6410"/>
                  </a:lnTo>
                  <a:lnTo>
                    <a:pt x="6101" y="6681"/>
                  </a:lnTo>
                  <a:lnTo>
                    <a:pt x="6179" y="6835"/>
                  </a:lnTo>
                  <a:lnTo>
                    <a:pt x="6294" y="6990"/>
                  </a:lnTo>
                  <a:lnTo>
                    <a:pt x="6410" y="7144"/>
                  </a:lnTo>
                  <a:lnTo>
                    <a:pt x="6565" y="7221"/>
                  </a:lnTo>
                  <a:lnTo>
                    <a:pt x="6719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7" y="7144"/>
                  </a:lnTo>
                  <a:lnTo>
                    <a:pt x="7723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3" y="6565"/>
                  </a:lnTo>
                  <a:lnTo>
                    <a:pt x="8032" y="6410"/>
                  </a:lnTo>
                  <a:lnTo>
                    <a:pt x="8032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3" y="5715"/>
                  </a:lnTo>
                  <a:lnTo>
                    <a:pt x="7569" y="5599"/>
                  </a:lnTo>
                  <a:lnTo>
                    <a:pt x="7414" y="5522"/>
                  </a:lnTo>
                  <a:lnTo>
                    <a:pt x="7221" y="5445"/>
                  </a:lnTo>
                  <a:lnTo>
                    <a:pt x="7028" y="5445"/>
                  </a:lnTo>
                  <a:lnTo>
                    <a:pt x="6835" y="5484"/>
                  </a:lnTo>
                  <a:lnTo>
                    <a:pt x="6024" y="4711"/>
                  </a:lnTo>
                  <a:lnTo>
                    <a:pt x="5213" y="4016"/>
                  </a:lnTo>
                  <a:lnTo>
                    <a:pt x="3514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09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21"/>
            <p:cNvSpPr/>
            <p:nvPr/>
          </p:nvSpPr>
          <p:spPr>
            <a:xfrm>
              <a:off x="2672775" y="1574975"/>
              <a:ext cx="84975" cy="94650"/>
            </a:xfrm>
            <a:custGeom>
              <a:avLst/>
              <a:gdLst/>
              <a:ahLst/>
              <a:cxnLst/>
              <a:rect l="l" t="t" r="r" b="b"/>
              <a:pathLst>
                <a:path w="3399" h="3786" extrusionOk="0">
                  <a:moveTo>
                    <a:pt x="78" y="1"/>
                  </a:moveTo>
                  <a:lnTo>
                    <a:pt x="1" y="78"/>
                  </a:lnTo>
                  <a:lnTo>
                    <a:pt x="1" y="117"/>
                  </a:lnTo>
                  <a:lnTo>
                    <a:pt x="348" y="889"/>
                  </a:lnTo>
                  <a:lnTo>
                    <a:pt x="812" y="1661"/>
                  </a:lnTo>
                  <a:lnTo>
                    <a:pt x="1275" y="2395"/>
                  </a:lnTo>
                  <a:lnTo>
                    <a:pt x="1738" y="3090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5"/>
                  </a:lnTo>
                  <a:lnTo>
                    <a:pt x="3013" y="3708"/>
                  </a:lnTo>
                  <a:lnTo>
                    <a:pt x="3206" y="3592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90"/>
                  </a:lnTo>
                  <a:lnTo>
                    <a:pt x="3399" y="2897"/>
                  </a:lnTo>
                  <a:lnTo>
                    <a:pt x="3360" y="2704"/>
                  </a:lnTo>
                  <a:lnTo>
                    <a:pt x="3283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90" y="2742"/>
                  </a:lnTo>
                  <a:lnTo>
                    <a:pt x="3128" y="2858"/>
                  </a:lnTo>
                  <a:lnTo>
                    <a:pt x="2897" y="3013"/>
                  </a:lnTo>
                  <a:lnTo>
                    <a:pt x="2665" y="3129"/>
                  </a:lnTo>
                  <a:lnTo>
                    <a:pt x="2511" y="3206"/>
                  </a:lnTo>
                  <a:lnTo>
                    <a:pt x="2318" y="3206"/>
                  </a:lnTo>
                  <a:lnTo>
                    <a:pt x="2202" y="3167"/>
                  </a:lnTo>
                  <a:lnTo>
                    <a:pt x="2047" y="3090"/>
                  </a:lnTo>
                  <a:lnTo>
                    <a:pt x="1931" y="2936"/>
                  </a:lnTo>
                  <a:lnTo>
                    <a:pt x="1854" y="2742"/>
                  </a:lnTo>
                  <a:lnTo>
                    <a:pt x="1700" y="2511"/>
                  </a:lnTo>
                  <a:lnTo>
                    <a:pt x="1082" y="1507"/>
                  </a:lnTo>
                  <a:lnTo>
                    <a:pt x="619" y="773"/>
                  </a:lnTo>
                  <a:lnTo>
                    <a:pt x="387" y="387"/>
                  </a:lnTo>
                  <a:lnTo>
                    <a:pt x="117" y="39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21"/>
            <p:cNvSpPr/>
            <p:nvPr/>
          </p:nvSpPr>
          <p:spPr>
            <a:xfrm>
              <a:off x="4909550" y="158077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8" y="5909"/>
                  </a:moveTo>
                  <a:lnTo>
                    <a:pt x="1082" y="5986"/>
                  </a:lnTo>
                  <a:lnTo>
                    <a:pt x="1236" y="6024"/>
                  </a:lnTo>
                  <a:lnTo>
                    <a:pt x="1390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7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8"/>
                  </a:lnTo>
                  <a:lnTo>
                    <a:pt x="386" y="6372"/>
                  </a:lnTo>
                  <a:lnTo>
                    <a:pt x="425" y="6256"/>
                  </a:lnTo>
                  <a:lnTo>
                    <a:pt x="502" y="6179"/>
                  </a:lnTo>
                  <a:lnTo>
                    <a:pt x="695" y="6024"/>
                  </a:lnTo>
                  <a:lnTo>
                    <a:pt x="888" y="5909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6" y="2047"/>
                  </a:lnTo>
                  <a:lnTo>
                    <a:pt x="3437" y="2781"/>
                  </a:lnTo>
                  <a:lnTo>
                    <a:pt x="2279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8"/>
                  </a:lnTo>
                  <a:lnTo>
                    <a:pt x="0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6"/>
                  </a:lnTo>
                  <a:lnTo>
                    <a:pt x="695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699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9"/>
                  </a:lnTo>
                  <a:lnTo>
                    <a:pt x="1738" y="6024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2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21"/>
            <p:cNvSpPr/>
            <p:nvPr/>
          </p:nvSpPr>
          <p:spPr>
            <a:xfrm>
              <a:off x="4655650" y="16087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4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7" y="6796"/>
                  </a:lnTo>
                  <a:lnTo>
                    <a:pt x="7106" y="6912"/>
                  </a:lnTo>
                  <a:lnTo>
                    <a:pt x="6913" y="6912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1"/>
                  </a:lnTo>
                  <a:lnTo>
                    <a:pt x="6642" y="5908"/>
                  </a:lnTo>
                  <a:lnTo>
                    <a:pt x="6797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2" y="1120"/>
                  </a:lnTo>
                  <a:lnTo>
                    <a:pt x="1622" y="1777"/>
                  </a:lnTo>
                  <a:lnTo>
                    <a:pt x="3399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1" y="5599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1"/>
                  </a:lnTo>
                  <a:lnTo>
                    <a:pt x="6063" y="6410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1"/>
                  </a:lnTo>
                  <a:lnTo>
                    <a:pt x="6720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8" y="7144"/>
                  </a:lnTo>
                  <a:lnTo>
                    <a:pt x="7724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3" y="6410"/>
                  </a:lnTo>
                  <a:lnTo>
                    <a:pt x="8033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4" y="5715"/>
                  </a:lnTo>
                  <a:lnTo>
                    <a:pt x="7569" y="5599"/>
                  </a:lnTo>
                  <a:lnTo>
                    <a:pt x="7415" y="5522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5" y="5484"/>
                  </a:lnTo>
                  <a:lnTo>
                    <a:pt x="6025" y="4711"/>
                  </a:lnTo>
                  <a:lnTo>
                    <a:pt x="5214" y="4016"/>
                  </a:lnTo>
                  <a:lnTo>
                    <a:pt x="3515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10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21"/>
            <p:cNvSpPr/>
            <p:nvPr/>
          </p:nvSpPr>
          <p:spPr>
            <a:xfrm>
              <a:off x="781625" y="1619400"/>
              <a:ext cx="153500" cy="186325"/>
            </a:xfrm>
            <a:custGeom>
              <a:avLst/>
              <a:gdLst/>
              <a:ahLst/>
              <a:cxnLst/>
              <a:rect l="l" t="t" r="r" b="b"/>
              <a:pathLst>
                <a:path w="6140" h="7453" extrusionOk="0">
                  <a:moveTo>
                    <a:pt x="888" y="5908"/>
                  </a:moveTo>
                  <a:lnTo>
                    <a:pt x="1081" y="5985"/>
                  </a:lnTo>
                  <a:lnTo>
                    <a:pt x="1236" y="6024"/>
                  </a:lnTo>
                  <a:lnTo>
                    <a:pt x="1390" y="6178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6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89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7"/>
                  </a:lnTo>
                  <a:lnTo>
                    <a:pt x="386" y="6371"/>
                  </a:lnTo>
                  <a:lnTo>
                    <a:pt x="425" y="6256"/>
                  </a:lnTo>
                  <a:lnTo>
                    <a:pt x="502" y="6178"/>
                  </a:lnTo>
                  <a:lnTo>
                    <a:pt x="695" y="6024"/>
                  </a:lnTo>
                  <a:lnTo>
                    <a:pt x="888" y="5908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5" y="1313"/>
                  </a:lnTo>
                  <a:lnTo>
                    <a:pt x="4016" y="2047"/>
                  </a:lnTo>
                  <a:lnTo>
                    <a:pt x="3437" y="2780"/>
                  </a:lnTo>
                  <a:lnTo>
                    <a:pt x="2278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2" y="5561"/>
                  </a:lnTo>
                  <a:lnTo>
                    <a:pt x="618" y="5599"/>
                  </a:lnTo>
                  <a:lnTo>
                    <a:pt x="541" y="5676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7"/>
                  </a:lnTo>
                  <a:lnTo>
                    <a:pt x="0" y="6603"/>
                  </a:lnTo>
                  <a:lnTo>
                    <a:pt x="39" y="6796"/>
                  </a:lnTo>
                  <a:lnTo>
                    <a:pt x="116" y="6989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5"/>
                  </a:lnTo>
                  <a:lnTo>
                    <a:pt x="695" y="7453"/>
                  </a:lnTo>
                  <a:lnTo>
                    <a:pt x="1081" y="7453"/>
                  </a:lnTo>
                  <a:lnTo>
                    <a:pt x="1274" y="7414"/>
                  </a:lnTo>
                  <a:lnTo>
                    <a:pt x="1429" y="7298"/>
                  </a:lnTo>
                  <a:lnTo>
                    <a:pt x="1583" y="7182"/>
                  </a:lnTo>
                  <a:lnTo>
                    <a:pt x="1699" y="7067"/>
                  </a:lnTo>
                  <a:lnTo>
                    <a:pt x="1815" y="6873"/>
                  </a:lnTo>
                  <a:lnTo>
                    <a:pt x="1854" y="6680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8"/>
                  </a:lnTo>
                  <a:lnTo>
                    <a:pt x="1738" y="6024"/>
                  </a:lnTo>
                  <a:lnTo>
                    <a:pt x="1661" y="5908"/>
                  </a:lnTo>
                  <a:lnTo>
                    <a:pt x="1545" y="5792"/>
                  </a:lnTo>
                  <a:lnTo>
                    <a:pt x="2163" y="5097"/>
                  </a:lnTo>
                  <a:lnTo>
                    <a:pt x="2742" y="4402"/>
                  </a:lnTo>
                  <a:lnTo>
                    <a:pt x="3939" y="3012"/>
                  </a:lnTo>
                  <a:lnTo>
                    <a:pt x="4479" y="2394"/>
                  </a:lnTo>
                  <a:lnTo>
                    <a:pt x="5097" y="1699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3"/>
                  </a:lnTo>
                  <a:lnTo>
                    <a:pt x="6063" y="77"/>
                  </a:lnTo>
                  <a:lnTo>
                    <a:pt x="598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21"/>
            <p:cNvSpPr/>
            <p:nvPr/>
          </p:nvSpPr>
          <p:spPr>
            <a:xfrm>
              <a:off x="1926550" y="1629050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3"/>
                  </a:lnTo>
                  <a:lnTo>
                    <a:pt x="2008" y="966"/>
                  </a:lnTo>
                  <a:lnTo>
                    <a:pt x="2124" y="1120"/>
                  </a:lnTo>
                  <a:lnTo>
                    <a:pt x="2201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1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5" y="502"/>
                  </a:lnTo>
                  <a:lnTo>
                    <a:pt x="811" y="464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3" y="425"/>
                  </a:lnTo>
                  <a:lnTo>
                    <a:pt x="78" y="618"/>
                  </a:lnTo>
                  <a:lnTo>
                    <a:pt x="0" y="811"/>
                  </a:lnTo>
                  <a:lnTo>
                    <a:pt x="0" y="1004"/>
                  </a:lnTo>
                  <a:lnTo>
                    <a:pt x="0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7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1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4"/>
                  </a:lnTo>
                  <a:lnTo>
                    <a:pt x="2626" y="2896"/>
                  </a:lnTo>
                  <a:lnTo>
                    <a:pt x="2703" y="2317"/>
                  </a:lnTo>
                  <a:lnTo>
                    <a:pt x="2703" y="2008"/>
                  </a:lnTo>
                  <a:lnTo>
                    <a:pt x="2703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699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21"/>
            <p:cNvSpPr/>
            <p:nvPr/>
          </p:nvSpPr>
          <p:spPr>
            <a:xfrm>
              <a:off x="3904600" y="163580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0" y="194"/>
                  </a:lnTo>
                  <a:lnTo>
                    <a:pt x="2240" y="309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7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21"/>
            <p:cNvSpPr/>
            <p:nvPr/>
          </p:nvSpPr>
          <p:spPr>
            <a:xfrm>
              <a:off x="527725" y="16473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0" y="6141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2" y="6681"/>
                  </a:lnTo>
                  <a:lnTo>
                    <a:pt x="7337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19" y="6836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6" y="6102"/>
                  </a:lnTo>
                  <a:lnTo>
                    <a:pt x="6642" y="5909"/>
                  </a:lnTo>
                  <a:lnTo>
                    <a:pt x="6797" y="5754"/>
                  </a:lnTo>
                  <a:close/>
                  <a:moveTo>
                    <a:pt x="232" y="1"/>
                  </a:moveTo>
                  <a:lnTo>
                    <a:pt x="155" y="40"/>
                  </a:lnTo>
                  <a:lnTo>
                    <a:pt x="78" y="40"/>
                  </a:lnTo>
                  <a:lnTo>
                    <a:pt x="39" y="117"/>
                  </a:lnTo>
                  <a:lnTo>
                    <a:pt x="0" y="233"/>
                  </a:lnTo>
                  <a:lnTo>
                    <a:pt x="0" y="310"/>
                  </a:lnTo>
                  <a:lnTo>
                    <a:pt x="39" y="387"/>
                  </a:lnTo>
                  <a:lnTo>
                    <a:pt x="425" y="773"/>
                  </a:lnTo>
                  <a:lnTo>
                    <a:pt x="811" y="1121"/>
                  </a:lnTo>
                  <a:lnTo>
                    <a:pt x="1622" y="1777"/>
                  </a:lnTo>
                  <a:lnTo>
                    <a:pt x="3399" y="3206"/>
                  </a:lnTo>
                  <a:lnTo>
                    <a:pt x="4866" y="4442"/>
                  </a:lnTo>
                  <a:lnTo>
                    <a:pt x="5638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7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6"/>
                  </a:lnTo>
                  <a:lnTo>
                    <a:pt x="6295" y="6990"/>
                  </a:lnTo>
                  <a:lnTo>
                    <a:pt x="6411" y="7145"/>
                  </a:lnTo>
                  <a:lnTo>
                    <a:pt x="6565" y="7222"/>
                  </a:lnTo>
                  <a:lnTo>
                    <a:pt x="6719" y="7299"/>
                  </a:lnTo>
                  <a:lnTo>
                    <a:pt x="6874" y="7338"/>
                  </a:lnTo>
                  <a:lnTo>
                    <a:pt x="7067" y="7338"/>
                  </a:lnTo>
                  <a:lnTo>
                    <a:pt x="7260" y="7299"/>
                  </a:lnTo>
                  <a:lnTo>
                    <a:pt x="7453" y="7260"/>
                  </a:lnTo>
                  <a:lnTo>
                    <a:pt x="7608" y="7145"/>
                  </a:lnTo>
                  <a:lnTo>
                    <a:pt x="7723" y="7029"/>
                  </a:lnTo>
                  <a:lnTo>
                    <a:pt x="7839" y="6913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2" y="6411"/>
                  </a:lnTo>
                  <a:lnTo>
                    <a:pt x="8032" y="6218"/>
                  </a:lnTo>
                  <a:lnTo>
                    <a:pt x="7955" y="6025"/>
                  </a:lnTo>
                  <a:lnTo>
                    <a:pt x="7839" y="5870"/>
                  </a:lnTo>
                  <a:lnTo>
                    <a:pt x="7723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1" y="5446"/>
                  </a:lnTo>
                  <a:lnTo>
                    <a:pt x="7028" y="5446"/>
                  </a:lnTo>
                  <a:lnTo>
                    <a:pt x="6835" y="5484"/>
                  </a:lnTo>
                  <a:lnTo>
                    <a:pt x="6024" y="4712"/>
                  </a:lnTo>
                  <a:lnTo>
                    <a:pt x="5213" y="4017"/>
                  </a:lnTo>
                  <a:lnTo>
                    <a:pt x="3514" y="2627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9"/>
                  </a:lnTo>
                  <a:lnTo>
                    <a:pt x="734" y="310"/>
                  </a:lnTo>
                  <a:lnTo>
                    <a:pt x="309" y="40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21"/>
            <p:cNvSpPr/>
            <p:nvPr/>
          </p:nvSpPr>
          <p:spPr>
            <a:xfrm>
              <a:off x="5813125" y="1664750"/>
              <a:ext cx="61825" cy="89825"/>
            </a:xfrm>
            <a:custGeom>
              <a:avLst/>
              <a:gdLst/>
              <a:ahLst/>
              <a:cxnLst/>
              <a:rect l="l" t="t" r="r" b="b"/>
              <a:pathLst>
                <a:path w="2473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5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2"/>
                  </a:lnTo>
                  <a:lnTo>
                    <a:pt x="1932" y="2163"/>
                  </a:lnTo>
                  <a:lnTo>
                    <a:pt x="1932" y="2434"/>
                  </a:lnTo>
                  <a:lnTo>
                    <a:pt x="1816" y="2743"/>
                  </a:lnTo>
                  <a:lnTo>
                    <a:pt x="1739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8" y="3013"/>
                  </a:lnTo>
                  <a:lnTo>
                    <a:pt x="850" y="2897"/>
                  </a:lnTo>
                  <a:lnTo>
                    <a:pt x="812" y="2743"/>
                  </a:lnTo>
                  <a:lnTo>
                    <a:pt x="850" y="2588"/>
                  </a:lnTo>
                  <a:lnTo>
                    <a:pt x="928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1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6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6" y="2356"/>
                  </a:lnTo>
                  <a:lnTo>
                    <a:pt x="348" y="2627"/>
                  </a:lnTo>
                  <a:lnTo>
                    <a:pt x="310" y="2897"/>
                  </a:lnTo>
                  <a:lnTo>
                    <a:pt x="348" y="3052"/>
                  </a:lnTo>
                  <a:lnTo>
                    <a:pt x="426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1"/>
                  </a:lnTo>
                  <a:lnTo>
                    <a:pt x="2434" y="2009"/>
                  </a:lnTo>
                  <a:lnTo>
                    <a:pt x="2395" y="1816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21"/>
            <p:cNvSpPr/>
            <p:nvPr/>
          </p:nvSpPr>
          <p:spPr>
            <a:xfrm>
              <a:off x="4153650" y="167055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2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40" y="232"/>
                  </a:lnTo>
                  <a:lnTo>
                    <a:pt x="1" y="271"/>
                  </a:lnTo>
                  <a:lnTo>
                    <a:pt x="40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4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21"/>
            <p:cNvSpPr/>
            <p:nvPr/>
          </p:nvSpPr>
          <p:spPr>
            <a:xfrm>
              <a:off x="4055200" y="1676350"/>
              <a:ext cx="21250" cy="8700"/>
            </a:xfrm>
            <a:custGeom>
              <a:avLst/>
              <a:gdLst/>
              <a:ahLst/>
              <a:cxnLst/>
              <a:rect l="l" t="t" r="r" b="b"/>
              <a:pathLst>
                <a:path w="850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21"/>
            <p:cNvSpPr/>
            <p:nvPr/>
          </p:nvSpPr>
          <p:spPr>
            <a:xfrm>
              <a:off x="5417325" y="16889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232"/>
                  </a:lnTo>
                  <a:lnTo>
                    <a:pt x="503" y="966"/>
                  </a:lnTo>
                  <a:lnTo>
                    <a:pt x="1043" y="1622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3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6" y="3862"/>
                  </a:lnTo>
                  <a:lnTo>
                    <a:pt x="12242" y="3591"/>
                  </a:lnTo>
                  <a:lnTo>
                    <a:pt x="12319" y="3553"/>
                  </a:lnTo>
                  <a:lnTo>
                    <a:pt x="12435" y="3205"/>
                  </a:lnTo>
                  <a:lnTo>
                    <a:pt x="12358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3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3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21"/>
            <p:cNvSpPr/>
            <p:nvPr/>
          </p:nvSpPr>
          <p:spPr>
            <a:xfrm>
              <a:off x="5725275" y="169565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5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4" y="1931"/>
                  </a:lnTo>
                  <a:lnTo>
                    <a:pt x="1082" y="2009"/>
                  </a:lnTo>
                  <a:lnTo>
                    <a:pt x="1121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30" y="2704"/>
                  </a:lnTo>
                  <a:lnTo>
                    <a:pt x="1623" y="2820"/>
                  </a:lnTo>
                  <a:lnTo>
                    <a:pt x="1816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5" y="3630"/>
                  </a:lnTo>
                  <a:lnTo>
                    <a:pt x="2125" y="3901"/>
                  </a:lnTo>
                  <a:lnTo>
                    <a:pt x="2086" y="4094"/>
                  </a:lnTo>
                  <a:lnTo>
                    <a:pt x="2009" y="4325"/>
                  </a:lnTo>
                  <a:lnTo>
                    <a:pt x="1893" y="4519"/>
                  </a:lnTo>
                  <a:lnTo>
                    <a:pt x="1739" y="4712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5" y="4287"/>
                  </a:lnTo>
                  <a:lnTo>
                    <a:pt x="812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1" y="4094"/>
                  </a:lnTo>
                  <a:lnTo>
                    <a:pt x="1237" y="4017"/>
                  </a:lnTo>
                  <a:lnTo>
                    <a:pt x="1314" y="3901"/>
                  </a:lnTo>
                  <a:lnTo>
                    <a:pt x="1314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10" y="4094"/>
                  </a:lnTo>
                  <a:lnTo>
                    <a:pt x="233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2"/>
                  </a:lnTo>
                  <a:lnTo>
                    <a:pt x="1739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3" y="1970"/>
                  </a:lnTo>
                  <a:lnTo>
                    <a:pt x="1932" y="1816"/>
                  </a:lnTo>
                  <a:lnTo>
                    <a:pt x="2241" y="1622"/>
                  </a:lnTo>
                  <a:lnTo>
                    <a:pt x="2549" y="1391"/>
                  </a:lnTo>
                  <a:lnTo>
                    <a:pt x="2820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21"/>
            <p:cNvSpPr/>
            <p:nvPr/>
          </p:nvSpPr>
          <p:spPr>
            <a:xfrm>
              <a:off x="1994125" y="1698550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6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4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4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21"/>
            <p:cNvSpPr/>
            <p:nvPr/>
          </p:nvSpPr>
          <p:spPr>
            <a:xfrm>
              <a:off x="3947075" y="171690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3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8" y="579"/>
                  </a:lnTo>
                  <a:lnTo>
                    <a:pt x="425" y="772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21"/>
            <p:cNvSpPr/>
            <p:nvPr/>
          </p:nvSpPr>
          <p:spPr>
            <a:xfrm>
              <a:off x="2585900" y="1732325"/>
              <a:ext cx="305075" cy="236550"/>
            </a:xfrm>
            <a:custGeom>
              <a:avLst/>
              <a:gdLst/>
              <a:ahLst/>
              <a:cxnLst/>
              <a:rect l="l" t="t" r="r" b="b"/>
              <a:pathLst>
                <a:path w="12203" h="9462" extrusionOk="0">
                  <a:moveTo>
                    <a:pt x="5329" y="349"/>
                  </a:moveTo>
                  <a:lnTo>
                    <a:pt x="5522" y="426"/>
                  </a:lnTo>
                  <a:lnTo>
                    <a:pt x="5600" y="426"/>
                  </a:lnTo>
                  <a:lnTo>
                    <a:pt x="5831" y="657"/>
                  </a:lnTo>
                  <a:lnTo>
                    <a:pt x="5986" y="889"/>
                  </a:lnTo>
                  <a:lnTo>
                    <a:pt x="6063" y="1198"/>
                  </a:lnTo>
                  <a:lnTo>
                    <a:pt x="6102" y="1468"/>
                  </a:lnTo>
                  <a:lnTo>
                    <a:pt x="6140" y="1777"/>
                  </a:lnTo>
                  <a:lnTo>
                    <a:pt x="6102" y="2086"/>
                  </a:lnTo>
                  <a:lnTo>
                    <a:pt x="6024" y="2704"/>
                  </a:lnTo>
                  <a:lnTo>
                    <a:pt x="5715" y="4866"/>
                  </a:lnTo>
                  <a:lnTo>
                    <a:pt x="5715" y="4905"/>
                  </a:lnTo>
                  <a:lnTo>
                    <a:pt x="5561" y="4982"/>
                  </a:lnTo>
                  <a:lnTo>
                    <a:pt x="5291" y="4017"/>
                  </a:lnTo>
                  <a:lnTo>
                    <a:pt x="5020" y="3090"/>
                  </a:lnTo>
                  <a:lnTo>
                    <a:pt x="4750" y="1970"/>
                  </a:lnTo>
                  <a:lnTo>
                    <a:pt x="4673" y="1468"/>
                  </a:lnTo>
                  <a:lnTo>
                    <a:pt x="4673" y="1159"/>
                  </a:lnTo>
                  <a:lnTo>
                    <a:pt x="4673" y="851"/>
                  </a:lnTo>
                  <a:lnTo>
                    <a:pt x="4750" y="619"/>
                  </a:lnTo>
                  <a:lnTo>
                    <a:pt x="4827" y="503"/>
                  </a:lnTo>
                  <a:lnTo>
                    <a:pt x="4904" y="426"/>
                  </a:lnTo>
                  <a:lnTo>
                    <a:pt x="5020" y="349"/>
                  </a:lnTo>
                  <a:close/>
                  <a:moveTo>
                    <a:pt x="11199" y="3515"/>
                  </a:moveTo>
                  <a:lnTo>
                    <a:pt x="11315" y="3554"/>
                  </a:lnTo>
                  <a:lnTo>
                    <a:pt x="11392" y="3592"/>
                  </a:lnTo>
                  <a:lnTo>
                    <a:pt x="11508" y="3708"/>
                  </a:lnTo>
                  <a:lnTo>
                    <a:pt x="11585" y="3824"/>
                  </a:lnTo>
                  <a:lnTo>
                    <a:pt x="11701" y="4133"/>
                  </a:lnTo>
                  <a:lnTo>
                    <a:pt x="11585" y="4287"/>
                  </a:lnTo>
                  <a:lnTo>
                    <a:pt x="11430" y="4403"/>
                  </a:lnTo>
                  <a:lnTo>
                    <a:pt x="11237" y="4519"/>
                  </a:lnTo>
                  <a:lnTo>
                    <a:pt x="11044" y="4596"/>
                  </a:lnTo>
                  <a:lnTo>
                    <a:pt x="10581" y="4751"/>
                  </a:lnTo>
                  <a:lnTo>
                    <a:pt x="10195" y="4866"/>
                  </a:lnTo>
                  <a:lnTo>
                    <a:pt x="9422" y="5021"/>
                  </a:lnTo>
                  <a:lnTo>
                    <a:pt x="8650" y="5137"/>
                  </a:lnTo>
                  <a:lnTo>
                    <a:pt x="7994" y="5175"/>
                  </a:lnTo>
                  <a:lnTo>
                    <a:pt x="7376" y="5175"/>
                  </a:lnTo>
                  <a:lnTo>
                    <a:pt x="6102" y="5137"/>
                  </a:lnTo>
                  <a:lnTo>
                    <a:pt x="7260" y="4673"/>
                  </a:lnTo>
                  <a:lnTo>
                    <a:pt x="8418" y="4249"/>
                  </a:lnTo>
                  <a:lnTo>
                    <a:pt x="9075" y="4017"/>
                  </a:lnTo>
                  <a:lnTo>
                    <a:pt x="9770" y="3824"/>
                  </a:lnTo>
                  <a:lnTo>
                    <a:pt x="10465" y="3631"/>
                  </a:lnTo>
                  <a:lnTo>
                    <a:pt x="10928" y="3554"/>
                  </a:lnTo>
                  <a:lnTo>
                    <a:pt x="11083" y="3515"/>
                  </a:lnTo>
                  <a:close/>
                  <a:moveTo>
                    <a:pt x="5136" y="5909"/>
                  </a:moveTo>
                  <a:lnTo>
                    <a:pt x="4209" y="6797"/>
                  </a:lnTo>
                  <a:lnTo>
                    <a:pt x="3244" y="7685"/>
                  </a:lnTo>
                  <a:lnTo>
                    <a:pt x="2742" y="8110"/>
                  </a:lnTo>
                  <a:lnTo>
                    <a:pt x="2163" y="8535"/>
                  </a:lnTo>
                  <a:lnTo>
                    <a:pt x="1854" y="8728"/>
                  </a:lnTo>
                  <a:lnTo>
                    <a:pt x="1468" y="8921"/>
                  </a:lnTo>
                  <a:lnTo>
                    <a:pt x="1197" y="8998"/>
                  </a:lnTo>
                  <a:lnTo>
                    <a:pt x="1004" y="9037"/>
                  </a:lnTo>
                  <a:lnTo>
                    <a:pt x="888" y="8998"/>
                  </a:lnTo>
                  <a:lnTo>
                    <a:pt x="811" y="8960"/>
                  </a:lnTo>
                  <a:lnTo>
                    <a:pt x="734" y="8844"/>
                  </a:lnTo>
                  <a:lnTo>
                    <a:pt x="695" y="8689"/>
                  </a:lnTo>
                  <a:lnTo>
                    <a:pt x="657" y="8535"/>
                  </a:lnTo>
                  <a:lnTo>
                    <a:pt x="618" y="8419"/>
                  </a:lnTo>
                  <a:lnTo>
                    <a:pt x="657" y="8342"/>
                  </a:lnTo>
                  <a:lnTo>
                    <a:pt x="695" y="8265"/>
                  </a:lnTo>
                  <a:lnTo>
                    <a:pt x="850" y="8110"/>
                  </a:lnTo>
                  <a:lnTo>
                    <a:pt x="1120" y="7956"/>
                  </a:lnTo>
                  <a:lnTo>
                    <a:pt x="1699" y="7608"/>
                  </a:lnTo>
                  <a:lnTo>
                    <a:pt x="2472" y="7222"/>
                  </a:lnTo>
                  <a:lnTo>
                    <a:pt x="3244" y="6874"/>
                  </a:lnTo>
                  <a:lnTo>
                    <a:pt x="4209" y="6411"/>
                  </a:lnTo>
                  <a:lnTo>
                    <a:pt x="4673" y="6179"/>
                  </a:lnTo>
                  <a:lnTo>
                    <a:pt x="5136" y="5909"/>
                  </a:lnTo>
                  <a:close/>
                  <a:moveTo>
                    <a:pt x="5136" y="1"/>
                  </a:moveTo>
                  <a:lnTo>
                    <a:pt x="4943" y="78"/>
                  </a:lnTo>
                  <a:lnTo>
                    <a:pt x="4750" y="194"/>
                  </a:lnTo>
                  <a:lnTo>
                    <a:pt x="4596" y="387"/>
                  </a:lnTo>
                  <a:lnTo>
                    <a:pt x="4441" y="580"/>
                  </a:lnTo>
                  <a:lnTo>
                    <a:pt x="4364" y="812"/>
                  </a:lnTo>
                  <a:lnTo>
                    <a:pt x="4325" y="1044"/>
                  </a:lnTo>
                  <a:lnTo>
                    <a:pt x="4325" y="1507"/>
                  </a:lnTo>
                  <a:lnTo>
                    <a:pt x="4402" y="1970"/>
                  </a:lnTo>
                  <a:lnTo>
                    <a:pt x="4634" y="2897"/>
                  </a:lnTo>
                  <a:lnTo>
                    <a:pt x="4982" y="4017"/>
                  </a:lnTo>
                  <a:lnTo>
                    <a:pt x="5175" y="4558"/>
                  </a:lnTo>
                  <a:lnTo>
                    <a:pt x="5368" y="5098"/>
                  </a:lnTo>
                  <a:lnTo>
                    <a:pt x="5368" y="5214"/>
                  </a:lnTo>
                  <a:lnTo>
                    <a:pt x="5406" y="5330"/>
                  </a:lnTo>
                  <a:lnTo>
                    <a:pt x="4943" y="5600"/>
                  </a:lnTo>
                  <a:lnTo>
                    <a:pt x="4480" y="5870"/>
                  </a:lnTo>
                  <a:lnTo>
                    <a:pt x="3476" y="6334"/>
                  </a:lnTo>
                  <a:lnTo>
                    <a:pt x="2472" y="6797"/>
                  </a:lnTo>
                  <a:lnTo>
                    <a:pt x="1970" y="7029"/>
                  </a:lnTo>
                  <a:lnTo>
                    <a:pt x="1468" y="7299"/>
                  </a:lnTo>
                  <a:lnTo>
                    <a:pt x="966" y="7608"/>
                  </a:lnTo>
                  <a:lnTo>
                    <a:pt x="657" y="7801"/>
                  </a:lnTo>
                  <a:lnTo>
                    <a:pt x="348" y="8071"/>
                  </a:lnTo>
                  <a:lnTo>
                    <a:pt x="116" y="8342"/>
                  </a:lnTo>
                  <a:lnTo>
                    <a:pt x="39" y="8458"/>
                  </a:lnTo>
                  <a:lnTo>
                    <a:pt x="0" y="8612"/>
                  </a:lnTo>
                  <a:lnTo>
                    <a:pt x="0" y="8767"/>
                  </a:lnTo>
                  <a:lnTo>
                    <a:pt x="0" y="8921"/>
                  </a:lnTo>
                  <a:lnTo>
                    <a:pt x="78" y="9037"/>
                  </a:lnTo>
                  <a:lnTo>
                    <a:pt x="232" y="9191"/>
                  </a:lnTo>
                  <a:lnTo>
                    <a:pt x="348" y="9307"/>
                  </a:lnTo>
                  <a:lnTo>
                    <a:pt x="502" y="9384"/>
                  </a:lnTo>
                  <a:lnTo>
                    <a:pt x="618" y="9423"/>
                  </a:lnTo>
                  <a:lnTo>
                    <a:pt x="773" y="9462"/>
                  </a:lnTo>
                  <a:lnTo>
                    <a:pt x="1120" y="9462"/>
                  </a:lnTo>
                  <a:lnTo>
                    <a:pt x="1429" y="9384"/>
                  </a:lnTo>
                  <a:lnTo>
                    <a:pt x="1738" y="9230"/>
                  </a:lnTo>
                  <a:lnTo>
                    <a:pt x="2047" y="9075"/>
                  </a:lnTo>
                  <a:lnTo>
                    <a:pt x="2588" y="8767"/>
                  </a:lnTo>
                  <a:lnTo>
                    <a:pt x="3476" y="8071"/>
                  </a:lnTo>
                  <a:lnTo>
                    <a:pt x="4287" y="7338"/>
                  </a:lnTo>
                  <a:lnTo>
                    <a:pt x="5098" y="6565"/>
                  </a:lnTo>
                  <a:lnTo>
                    <a:pt x="5445" y="6141"/>
                  </a:lnTo>
                  <a:lnTo>
                    <a:pt x="5793" y="5677"/>
                  </a:lnTo>
                  <a:lnTo>
                    <a:pt x="5793" y="5716"/>
                  </a:lnTo>
                  <a:lnTo>
                    <a:pt x="6063" y="6064"/>
                  </a:lnTo>
                  <a:lnTo>
                    <a:pt x="6217" y="6218"/>
                  </a:lnTo>
                  <a:lnTo>
                    <a:pt x="6372" y="6334"/>
                  </a:lnTo>
                  <a:lnTo>
                    <a:pt x="6603" y="6179"/>
                  </a:lnTo>
                  <a:lnTo>
                    <a:pt x="6603" y="6141"/>
                  </a:lnTo>
                  <a:lnTo>
                    <a:pt x="6333" y="5870"/>
                  </a:lnTo>
                  <a:lnTo>
                    <a:pt x="6217" y="5716"/>
                  </a:lnTo>
                  <a:lnTo>
                    <a:pt x="6179" y="5523"/>
                  </a:lnTo>
                  <a:lnTo>
                    <a:pt x="6140" y="5484"/>
                  </a:lnTo>
                  <a:lnTo>
                    <a:pt x="7028" y="5562"/>
                  </a:lnTo>
                  <a:lnTo>
                    <a:pt x="7955" y="5562"/>
                  </a:lnTo>
                  <a:lnTo>
                    <a:pt x="8882" y="5484"/>
                  </a:lnTo>
                  <a:lnTo>
                    <a:pt x="9770" y="5330"/>
                  </a:lnTo>
                  <a:lnTo>
                    <a:pt x="10465" y="5175"/>
                  </a:lnTo>
                  <a:lnTo>
                    <a:pt x="10890" y="5060"/>
                  </a:lnTo>
                  <a:lnTo>
                    <a:pt x="11315" y="4905"/>
                  </a:lnTo>
                  <a:lnTo>
                    <a:pt x="11701" y="4673"/>
                  </a:lnTo>
                  <a:lnTo>
                    <a:pt x="11894" y="4558"/>
                  </a:lnTo>
                  <a:lnTo>
                    <a:pt x="12010" y="4403"/>
                  </a:lnTo>
                  <a:lnTo>
                    <a:pt x="12125" y="4249"/>
                  </a:lnTo>
                  <a:lnTo>
                    <a:pt x="12164" y="4094"/>
                  </a:lnTo>
                  <a:lnTo>
                    <a:pt x="12203" y="3901"/>
                  </a:lnTo>
                  <a:lnTo>
                    <a:pt x="12164" y="3708"/>
                  </a:lnTo>
                  <a:lnTo>
                    <a:pt x="12125" y="3554"/>
                  </a:lnTo>
                  <a:lnTo>
                    <a:pt x="12010" y="3438"/>
                  </a:lnTo>
                  <a:lnTo>
                    <a:pt x="11932" y="3322"/>
                  </a:lnTo>
                  <a:lnTo>
                    <a:pt x="11817" y="3245"/>
                  </a:lnTo>
                  <a:lnTo>
                    <a:pt x="11662" y="3167"/>
                  </a:lnTo>
                  <a:lnTo>
                    <a:pt x="11508" y="3167"/>
                  </a:lnTo>
                  <a:lnTo>
                    <a:pt x="11199" y="3129"/>
                  </a:lnTo>
                  <a:lnTo>
                    <a:pt x="10851" y="3167"/>
                  </a:lnTo>
                  <a:lnTo>
                    <a:pt x="10504" y="3245"/>
                  </a:lnTo>
                  <a:lnTo>
                    <a:pt x="9924" y="3360"/>
                  </a:lnTo>
                  <a:lnTo>
                    <a:pt x="8959" y="3669"/>
                  </a:lnTo>
                  <a:lnTo>
                    <a:pt x="7994" y="3978"/>
                  </a:lnTo>
                  <a:lnTo>
                    <a:pt x="7028" y="4326"/>
                  </a:lnTo>
                  <a:lnTo>
                    <a:pt x="6102" y="4751"/>
                  </a:lnTo>
                  <a:lnTo>
                    <a:pt x="6333" y="3283"/>
                  </a:lnTo>
                  <a:lnTo>
                    <a:pt x="6449" y="2550"/>
                  </a:lnTo>
                  <a:lnTo>
                    <a:pt x="6488" y="1816"/>
                  </a:lnTo>
                  <a:lnTo>
                    <a:pt x="6488" y="1546"/>
                  </a:lnTo>
                  <a:lnTo>
                    <a:pt x="6449" y="1275"/>
                  </a:lnTo>
                  <a:lnTo>
                    <a:pt x="6372" y="1044"/>
                  </a:lnTo>
                  <a:lnTo>
                    <a:pt x="6295" y="851"/>
                  </a:lnTo>
                  <a:lnTo>
                    <a:pt x="6179" y="619"/>
                  </a:lnTo>
                  <a:lnTo>
                    <a:pt x="6024" y="464"/>
                  </a:lnTo>
                  <a:lnTo>
                    <a:pt x="5831" y="310"/>
                  </a:lnTo>
                  <a:lnTo>
                    <a:pt x="5600" y="155"/>
                  </a:lnTo>
                  <a:lnTo>
                    <a:pt x="5484" y="78"/>
                  </a:lnTo>
                  <a:lnTo>
                    <a:pt x="5368" y="40"/>
                  </a:lnTo>
                  <a:lnTo>
                    <a:pt x="51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21"/>
            <p:cNvSpPr/>
            <p:nvPr/>
          </p:nvSpPr>
          <p:spPr>
            <a:xfrm>
              <a:off x="1851250" y="17671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2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0" y="5368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9"/>
                  </a:lnTo>
                  <a:lnTo>
                    <a:pt x="3978" y="888"/>
                  </a:lnTo>
                  <a:lnTo>
                    <a:pt x="4634" y="657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2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4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29" y="7376"/>
                  </a:lnTo>
                  <a:lnTo>
                    <a:pt x="13438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4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1" y="8611"/>
                  </a:lnTo>
                  <a:lnTo>
                    <a:pt x="18651" y="8534"/>
                  </a:lnTo>
                  <a:lnTo>
                    <a:pt x="18651" y="8457"/>
                  </a:lnTo>
                  <a:lnTo>
                    <a:pt x="18651" y="8380"/>
                  </a:lnTo>
                  <a:lnTo>
                    <a:pt x="18651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0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21"/>
            <p:cNvSpPr/>
            <p:nvPr/>
          </p:nvSpPr>
          <p:spPr>
            <a:xfrm>
              <a:off x="6591225" y="17699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8" y="542"/>
                  </a:lnTo>
                  <a:lnTo>
                    <a:pt x="12434" y="657"/>
                  </a:lnTo>
                  <a:lnTo>
                    <a:pt x="12628" y="735"/>
                  </a:lnTo>
                  <a:lnTo>
                    <a:pt x="12743" y="812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6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1"/>
                  </a:lnTo>
                  <a:lnTo>
                    <a:pt x="12241" y="2472"/>
                  </a:lnTo>
                  <a:lnTo>
                    <a:pt x="11817" y="2743"/>
                  </a:lnTo>
                  <a:lnTo>
                    <a:pt x="11392" y="2936"/>
                  </a:lnTo>
                  <a:lnTo>
                    <a:pt x="10658" y="3206"/>
                  </a:lnTo>
                  <a:lnTo>
                    <a:pt x="9924" y="3438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2"/>
                  </a:lnTo>
                  <a:lnTo>
                    <a:pt x="5020" y="4596"/>
                  </a:lnTo>
                  <a:lnTo>
                    <a:pt x="4132" y="4712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1"/>
                  </a:lnTo>
                  <a:lnTo>
                    <a:pt x="1506" y="4673"/>
                  </a:lnTo>
                  <a:lnTo>
                    <a:pt x="1198" y="4558"/>
                  </a:lnTo>
                  <a:lnTo>
                    <a:pt x="889" y="4442"/>
                  </a:lnTo>
                  <a:lnTo>
                    <a:pt x="580" y="4249"/>
                  </a:lnTo>
                  <a:lnTo>
                    <a:pt x="657" y="4171"/>
                  </a:lnTo>
                  <a:lnTo>
                    <a:pt x="696" y="4056"/>
                  </a:lnTo>
                  <a:lnTo>
                    <a:pt x="696" y="3940"/>
                  </a:lnTo>
                  <a:lnTo>
                    <a:pt x="734" y="3824"/>
                  </a:lnTo>
                  <a:lnTo>
                    <a:pt x="850" y="3631"/>
                  </a:lnTo>
                  <a:lnTo>
                    <a:pt x="1082" y="3438"/>
                  </a:lnTo>
                  <a:lnTo>
                    <a:pt x="1313" y="3245"/>
                  </a:lnTo>
                  <a:lnTo>
                    <a:pt x="1854" y="2936"/>
                  </a:lnTo>
                  <a:lnTo>
                    <a:pt x="2279" y="2704"/>
                  </a:lnTo>
                  <a:lnTo>
                    <a:pt x="3012" y="2356"/>
                  </a:lnTo>
                  <a:lnTo>
                    <a:pt x="3707" y="2009"/>
                  </a:lnTo>
                  <a:lnTo>
                    <a:pt x="4480" y="1700"/>
                  </a:lnTo>
                  <a:lnTo>
                    <a:pt x="5252" y="1430"/>
                  </a:lnTo>
                  <a:lnTo>
                    <a:pt x="6024" y="1198"/>
                  </a:lnTo>
                  <a:lnTo>
                    <a:pt x="6835" y="1005"/>
                  </a:lnTo>
                  <a:lnTo>
                    <a:pt x="7608" y="812"/>
                  </a:lnTo>
                  <a:lnTo>
                    <a:pt x="8418" y="696"/>
                  </a:lnTo>
                  <a:lnTo>
                    <a:pt x="9229" y="580"/>
                  </a:lnTo>
                  <a:lnTo>
                    <a:pt x="10040" y="542"/>
                  </a:lnTo>
                  <a:lnTo>
                    <a:pt x="10735" y="503"/>
                  </a:lnTo>
                  <a:lnTo>
                    <a:pt x="11160" y="464"/>
                  </a:lnTo>
                  <a:close/>
                  <a:moveTo>
                    <a:pt x="13477" y="1121"/>
                  </a:moveTo>
                  <a:lnTo>
                    <a:pt x="13631" y="1314"/>
                  </a:lnTo>
                  <a:lnTo>
                    <a:pt x="13709" y="1507"/>
                  </a:lnTo>
                  <a:lnTo>
                    <a:pt x="13747" y="1739"/>
                  </a:lnTo>
                  <a:lnTo>
                    <a:pt x="13709" y="2009"/>
                  </a:lnTo>
                  <a:lnTo>
                    <a:pt x="13631" y="2241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8"/>
                  </a:lnTo>
                  <a:lnTo>
                    <a:pt x="12048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1" y="4635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5" y="5948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9"/>
                  </a:lnTo>
                  <a:lnTo>
                    <a:pt x="696" y="5484"/>
                  </a:lnTo>
                  <a:lnTo>
                    <a:pt x="502" y="5253"/>
                  </a:lnTo>
                  <a:lnTo>
                    <a:pt x="348" y="5021"/>
                  </a:lnTo>
                  <a:lnTo>
                    <a:pt x="309" y="4866"/>
                  </a:lnTo>
                  <a:lnTo>
                    <a:pt x="309" y="4751"/>
                  </a:lnTo>
                  <a:lnTo>
                    <a:pt x="309" y="4596"/>
                  </a:lnTo>
                  <a:lnTo>
                    <a:pt x="348" y="4442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4"/>
                  </a:lnTo>
                  <a:lnTo>
                    <a:pt x="1931" y="5253"/>
                  </a:lnTo>
                  <a:lnTo>
                    <a:pt x="2588" y="5330"/>
                  </a:lnTo>
                  <a:lnTo>
                    <a:pt x="3244" y="5291"/>
                  </a:lnTo>
                  <a:lnTo>
                    <a:pt x="3939" y="5253"/>
                  </a:lnTo>
                  <a:lnTo>
                    <a:pt x="5136" y="5059"/>
                  </a:lnTo>
                  <a:lnTo>
                    <a:pt x="6913" y="4789"/>
                  </a:lnTo>
                  <a:lnTo>
                    <a:pt x="7839" y="4596"/>
                  </a:lnTo>
                  <a:lnTo>
                    <a:pt x="8727" y="4403"/>
                  </a:lnTo>
                  <a:lnTo>
                    <a:pt x="9616" y="4133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9"/>
                  </a:lnTo>
                  <a:lnTo>
                    <a:pt x="12434" y="2974"/>
                  </a:lnTo>
                  <a:lnTo>
                    <a:pt x="12705" y="2820"/>
                  </a:lnTo>
                  <a:lnTo>
                    <a:pt x="12936" y="2588"/>
                  </a:lnTo>
                  <a:lnTo>
                    <a:pt x="13129" y="2395"/>
                  </a:lnTo>
                  <a:lnTo>
                    <a:pt x="13323" y="2125"/>
                  </a:lnTo>
                  <a:lnTo>
                    <a:pt x="13438" y="1854"/>
                  </a:lnTo>
                  <a:lnTo>
                    <a:pt x="13516" y="1584"/>
                  </a:lnTo>
                  <a:lnTo>
                    <a:pt x="13516" y="1237"/>
                  </a:lnTo>
                  <a:lnTo>
                    <a:pt x="13477" y="1121"/>
                  </a:lnTo>
                  <a:close/>
                  <a:moveTo>
                    <a:pt x="10658" y="1"/>
                  </a:moveTo>
                  <a:lnTo>
                    <a:pt x="9886" y="40"/>
                  </a:lnTo>
                  <a:lnTo>
                    <a:pt x="9114" y="117"/>
                  </a:lnTo>
                  <a:lnTo>
                    <a:pt x="8303" y="233"/>
                  </a:lnTo>
                  <a:lnTo>
                    <a:pt x="7530" y="348"/>
                  </a:lnTo>
                  <a:lnTo>
                    <a:pt x="6719" y="542"/>
                  </a:lnTo>
                  <a:lnTo>
                    <a:pt x="5909" y="735"/>
                  </a:lnTo>
                  <a:lnTo>
                    <a:pt x="5020" y="1005"/>
                  </a:lnTo>
                  <a:lnTo>
                    <a:pt x="4132" y="1352"/>
                  </a:lnTo>
                  <a:lnTo>
                    <a:pt x="3244" y="1700"/>
                  </a:lnTo>
                  <a:lnTo>
                    <a:pt x="2395" y="2125"/>
                  </a:lnTo>
                  <a:lnTo>
                    <a:pt x="1777" y="2434"/>
                  </a:lnTo>
                  <a:lnTo>
                    <a:pt x="1391" y="2627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4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6"/>
                  </a:lnTo>
                  <a:lnTo>
                    <a:pt x="194" y="4133"/>
                  </a:lnTo>
                  <a:lnTo>
                    <a:pt x="194" y="4171"/>
                  </a:lnTo>
                  <a:lnTo>
                    <a:pt x="116" y="4326"/>
                  </a:lnTo>
                  <a:lnTo>
                    <a:pt x="39" y="4480"/>
                  </a:lnTo>
                  <a:lnTo>
                    <a:pt x="0" y="4635"/>
                  </a:lnTo>
                  <a:lnTo>
                    <a:pt x="0" y="4789"/>
                  </a:lnTo>
                  <a:lnTo>
                    <a:pt x="39" y="5137"/>
                  </a:lnTo>
                  <a:lnTo>
                    <a:pt x="194" y="5446"/>
                  </a:lnTo>
                  <a:lnTo>
                    <a:pt x="348" y="5639"/>
                  </a:lnTo>
                  <a:lnTo>
                    <a:pt x="502" y="5832"/>
                  </a:lnTo>
                  <a:lnTo>
                    <a:pt x="696" y="5948"/>
                  </a:lnTo>
                  <a:lnTo>
                    <a:pt x="927" y="6063"/>
                  </a:lnTo>
                  <a:lnTo>
                    <a:pt x="966" y="6257"/>
                  </a:lnTo>
                  <a:lnTo>
                    <a:pt x="1275" y="6179"/>
                  </a:lnTo>
                  <a:lnTo>
                    <a:pt x="1313" y="6218"/>
                  </a:lnTo>
                  <a:lnTo>
                    <a:pt x="1313" y="6257"/>
                  </a:lnTo>
                  <a:lnTo>
                    <a:pt x="1352" y="6295"/>
                  </a:lnTo>
                  <a:lnTo>
                    <a:pt x="1468" y="6257"/>
                  </a:lnTo>
                  <a:lnTo>
                    <a:pt x="1815" y="6295"/>
                  </a:lnTo>
                  <a:lnTo>
                    <a:pt x="2395" y="6334"/>
                  </a:lnTo>
                  <a:lnTo>
                    <a:pt x="3012" y="6372"/>
                  </a:lnTo>
                  <a:lnTo>
                    <a:pt x="3592" y="6334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2"/>
                  </a:lnTo>
                  <a:lnTo>
                    <a:pt x="7994" y="5523"/>
                  </a:lnTo>
                  <a:lnTo>
                    <a:pt x="9036" y="5253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3"/>
                  </a:lnTo>
                  <a:lnTo>
                    <a:pt x="12126" y="4249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4" y="3940"/>
                  </a:lnTo>
                  <a:lnTo>
                    <a:pt x="12898" y="3669"/>
                  </a:lnTo>
                  <a:lnTo>
                    <a:pt x="13361" y="3322"/>
                  </a:lnTo>
                  <a:lnTo>
                    <a:pt x="13631" y="3052"/>
                  </a:lnTo>
                  <a:lnTo>
                    <a:pt x="13825" y="2704"/>
                  </a:lnTo>
                  <a:lnTo>
                    <a:pt x="14133" y="2627"/>
                  </a:lnTo>
                  <a:lnTo>
                    <a:pt x="14018" y="2318"/>
                  </a:lnTo>
                  <a:lnTo>
                    <a:pt x="14095" y="2009"/>
                  </a:lnTo>
                  <a:lnTo>
                    <a:pt x="14133" y="1739"/>
                  </a:lnTo>
                  <a:lnTo>
                    <a:pt x="14095" y="1468"/>
                  </a:lnTo>
                  <a:lnTo>
                    <a:pt x="14018" y="1237"/>
                  </a:lnTo>
                  <a:lnTo>
                    <a:pt x="13902" y="1005"/>
                  </a:lnTo>
                  <a:lnTo>
                    <a:pt x="13747" y="812"/>
                  </a:lnTo>
                  <a:lnTo>
                    <a:pt x="13477" y="619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3" y="117"/>
                  </a:lnTo>
                  <a:lnTo>
                    <a:pt x="11817" y="40"/>
                  </a:lnTo>
                  <a:lnTo>
                    <a:pt x="1143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21"/>
            <p:cNvSpPr/>
            <p:nvPr/>
          </p:nvSpPr>
          <p:spPr>
            <a:xfrm>
              <a:off x="2687250" y="1806675"/>
              <a:ext cx="449900" cy="337900"/>
            </a:xfrm>
            <a:custGeom>
              <a:avLst/>
              <a:gdLst/>
              <a:ahLst/>
              <a:cxnLst/>
              <a:rect l="l" t="t" r="r" b="b"/>
              <a:pathLst>
                <a:path w="17996" h="13516" extrusionOk="0">
                  <a:moveTo>
                    <a:pt x="15794" y="386"/>
                  </a:moveTo>
                  <a:lnTo>
                    <a:pt x="15872" y="425"/>
                  </a:lnTo>
                  <a:lnTo>
                    <a:pt x="15949" y="464"/>
                  </a:lnTo>
                  <a:lnTo>
                    <a:pt x="16103" y="657"/>
                  </a:lnTo>
                  <a:lnTo>
                    <a:pt x="16181" y="850"/>
                  </a:lnTo>
                  <a:lnTo>
                    <a:pt x="16258" y="1043"/>
                  </a:lnTo>
                  <a:lnTo>
                    <a:pt x="16219" y="1236"/>
                  </a:lnTo>
                  <a:lnTo>
                    <a:pt x="16181" y="1468"/>
                  </a:lnTo>
                  <a:lnTo>
                    <a:pt x="15987" y="1892"/>
                  </a:lnTo>
                  <a:lnTo>
                    <a:pt x="15833" y="2163"/>
                  </a:lnTo>
                  <a:lnTo>
                    <a:pt x="15601" y="2433"/>
                  </a:lnTo>
                  <a:lnTo>
                    <a:pt x="15370" y="2665"/>
                  </a:lnTo>
                  <a:lnTo>
                    <a:pt x="15099" y="2896"/>
                  </a:lnTo>
                  <a:lnTo>
                    <a:pt x="14983" y="2279"/>
                  </a:lnTo>
                  <a:lnTo>
                    <a:pt x="14945" y="1970"/>
                  </a:lnTo>
                  <a:lnTo>
                    <a:pt x="14906" y="1699"/>
                  </a:lnTo>
                  <a:lnTo>
                    <a:pt x="14945" y="1390"/>
                  </a:lnTo>
                  <a:lnTo>
                    <a:pt x="15022" y="1120"/>
                  </a:lnTo>
                  <a:lnTo>
                    <a:pt x="15138" y="850"/>
                  </a:lnTo>
                  <a:lnTo>
                    <a:pt x="15331" y="618"/>
                  </a:lnTo>
                  <a:lnTo>
                    <a:pt x="15563" y="464"/>
                  </a:lnTo>
                  <a:lnTo>
                    <a:pt x="15679" y="386"/>
                  </a:lnTo>
                  <a:close/>
                  <a:moveTo>
                    <a:pt x="14481" y="3437"/>
                  </a:moveTo>
                  <a:lnTo>
                    <a:pt x="14443" y="3591"/>
                  </a:lnTo>
                  <a:lnTo>
                    <a:pt x="14134" y="3939"/>
                  </a:lnTo>
                  <a:lnTo>
                    <a:pt x="13786" y="4287"/>
                  </a:lnTo>
                  <a:lnTo>
                    <a:pt x="13593" y="4441"/>
                  </a:lnTo>
                  <a:lnTo>
                    <a:pt x="13362" y="4595"/>
                  </a:lnTo>
                  <a:lnTo>
                    <a:pt x="13091" y="4711"/>
                  </a:lnTo>
                  <a:lnTo>
                    <a:pt x="12782" y="4750"/>
                  </a:lnTo>
                  <a:lnTo>
                    <a:pt x="12667" y="4789"/>
                  </a:lnTo>
                  <a:lnTo>
                    <a:pt x="12589" y="4750"/>
                  </a:lnTo>
                  <a:lnTo>
                    <a:pt x="12551" y="4673"/>
                  </a:lnTo>
                  <a:lnTo>
                    <a:pt x="12512" y="4518"/>
                  </a:lnTo>
                  <a:lnTo>
                    <a:pt x="12474" y="4287"/>
                  </a:lnTo>
                  <a:lnTo>
                    <a:pt x="12512" y="4171"/>
                  </a:lnTo>
                  <a:lnTo>
                    <a:pt x="12628" y="4055"/>
                  </a:lnTo>
                  <a:lnTo>
                    <a:pt x="12821" y="3900"/>
                  </a:lnTo>
                  <a:lnTo>
                    <a:pt x="13091" y="3746"/>
                  </a:lnTo>
                  <a:lnTo>
                    <a:pt x="13362" y="3591"/>
                  </a:lnTo>
                  <a:lnTo>
                    <a:pt x="13632" y="3514"/>
                  </a:lnTo>
                  <a:lnTo>
                    <a:pt x="13941" y="3437"/>
                  </a:lnTo>
                  <a:close/>
                  <a:moveTo>
                    <a:pt x="15061" y="3514"/>
                  </a:moveTo>
                  <a:lnTo>
                    <a:pt x="15717" y="3553"/>
                  </a:lnTo>
                  <a:lnTo>
                    <a:pt x="16065" y="3591"/>
                  </a:lnTo>
                  <a:lnTo>
                    <a:pt x="16412" y="3630"/>
                  </a:lnTo>
                  <a:lnTo>
                    <a:pt x="16721" y="3707"/>
                  </a:lnTo>
                  <a:lnTo>
                    <a:pt x="17030" y="3823"/>
                  </a:lnTo>
                  <a:lnTo>
                    <a:pt x="17262" y="4016"/>
                  </a:lnTo>
                  <a:lnTo>
                    <a:pt x="17378" y="4171"/>
                  </a:lnTo>
                  <a:lnTo>
                    <a:pt x="17493" y="4287"/>
                  </a:lnTo>
                  <a:lnTo>
                    <a:pt x="17571" y="4480"/>
                  </a:lnTo>
                  <a:lnTo>
                    <a:pt x="17571" y="4634"/>
                  </a:lnTo>
                  <a:lnTo>
                    <a:pt x="17493" y="4789"/>
                  </a:lnTo>
                  <a:lnTo>
                    <a:pt x="17378" y="4904"/>
                  </a:lnTo>
                  <a:lnTo>
                    <a:pt x="17262" y="4982"/>
                  </a:lnTo>
                  <a:lnTo>
                    <a:pt x="17069" y="5020"/>
                  </a:lnTo>
                  <a:lnTo>
                    <a:pt x="16914" y="4982"/>
                  </a:lnTo>
                  <a:lnTo>
                    <a:pt x="16721" y="4943"/>
                  </a:lnTo>
                  <a:lnTo>
                    <a:pt x="16335" y="4750"/>
                  </a:lnTo>
                  <a:lnTo>
                    <a:pt x="15987" y="4518"/>
                  </a:lnTo>
                  <a:lnTo>
                    <a:pt x="15717" y="4287"/>
                  </a:lnTo>
                  <a:lnTo>
                    <a:pt x="15485" y="4055"/>
                  </a:lnTo>
                  <a:lnTo>
                    <a:pt x="15254" y="3785"/>
                  </a:lnTo>
                  <a:lnTo>
                    <a:pt x="15061" y="3514"/>
                  </a:lnTo>
                  <a:close/>
                  <a:moveTo>
                    <a:pt x="4866" y="3128"/>
                  </a:moveTo>
                  <a:lnTo>
                    <a:pt x="5484" y="3167"/>
                  </a:lnTo>
                  <a:lnTo>
                    <a:pt x="6102" y="3283"/>
                  </a:lnTo>
                  <a:lnTo>
                    <a:pt x="6681" y="3514"/>
                  </a:lnTo>
                  <a:lnTo>
                    <a:pt x="7145" y="3707"/>
                  </a:lnTo>
                  <a:lnTo>
                    <a:pt x="7569" y="3978"/>
                  </a:lnTo>
                  <a:lnTo>
                    <a:pt x="7994" y="4248"/>
                  </a:lnTo>
                  <a:lnTo>
                    <a:pt x="8380" y="4557"/>
                  </a:lnTo>
                  <a:lnTo>
                    <a:pt x="9153" y="5213"/>
                  </a:lnTo>
                  <a:lnTo>
                    <a:pt x="9925" y="5908"/>
                  </a:lnTo>
                  <a:lnTo>
                    <a:pt x="10234" y="6179"/>
                  </a:lnTo>
                  <a:lnTo>
                    <a:pt x="10581" y="6410"/>
                  </a:lnTo>
                  <a:lnTo>
                    <a:pt x="10968" y="6642"/>
                  </a:lnTo>
                  <a:lnTo>
                    <a:pt x="11354" y="6797"/>
                  </a:lnTo>
                  <a:lnTo>
                    <a:pt x="11740" y="6874"/>
                  </a:lnTo>
                  <a:lnTo>
                    <a:pt x="12165" y="6912"/>
                  </a:lnTo>
                  <a:lnTo>
                    <a:pt x="12589" y="6874"/>
                  </a:lnTo>
                  <a:lnTo>
                    <a:pt x="13014" y="6719"/>
                  </a:lnTo>
                  <a:lnTo>
                    <a:pt x="13323" y="6565"/>
                  </a:lnTo>
                  <a:lnTo>
                    <a:pt x="13593" y="6372"/>
                  </a:lnTo>
                  <a:lnTo>
                    <a:pt x="13825" y="6179"/>
                  </a:lnTo>
                  <a:lnTo>
                    <a:pt x="14018" y="5947"/>
                  </a:lnTo>
                  <a:lnTo>
                    <a:pt x="14211" y="5677"/>
                  </a:lnTo>
                  <a:lnTo>
                    <a:pt x="14366" y="5406"/>
                  </a:lnTo>
                  <a:lnTo>
                    <a:pt x="14520" y="5097"/>
                  </a:lnTo>
                  <a:lnTo>
                    <a:pt x="14636" y="4789"/>
                  </a:lnTo>
                  <a:lnTo>
                    <a:pt x="14559" y="5638"/>
                  </a:lnTo>
                  <a:lnTo>
                    <a:pt x="14404" y="6449"/>
                  </a:lnTo>
                  <a:lnTo>
                    <a:pt x="14211" y="7221"/>
                  </a:lnTo>
                  <a:lnTo>
                    <a:pt x="13941" y="7994"/>
                  </a:lnTo>
                  <a:lnTo>
                    <a:pt x="13593" y="8727"/>
                  </a:lnTo>
                  <a:lnTo>
                    <a:pt x="13169" y="9422"/>
                  </a:lnTo>
                  <a:lnTo>
                    <a:pt x="12667" y="10117"/>
                  </a:lnTo>
                  <a:lnTo>
                    <a:pt x="12087" y="10735"/>
                  </a:lnTo>
                  <a:lnTo>
                    <a:pt x="11624" y="11160"/>
                  </a:lnTo>
                  <a:lnTo>
                    <a:pt x="11199" y="11546"/>
                  </a:lnTo>
                  <a:lnTo>
                    <a:pt x="10697" y="11855"/>
                  </a:lnTo>
                  <a:lnTo>
                    <a:pt x="10195" y="12164"/>
                  </a:lnTo>
                  <a:lnTo>
                    <a:pt x="9693" y="12396"/>
                  </a:lnTo>
                  <a:lnTo>
                    <a:pt x="9153" y="12627"/>
                  </a:lnTo>
                  <a:lnTo>
                    <a:pt x="8612" y="12782"/>
                  </a:lnTo>
                  <a:lnTo>
                    <a:pt x="8071" y="12898"/>
                  </a:lnTo>
                  <a:lnTo>
                    <a:pt x="7531" y="12975"/>
                  </a:lnTo>
                  <a:lnTo>
                    <a:pt x="6990" y="13014"/>
                  </a:lnTo>
                  <a:lnTo>
                    <a:pt x="6411" y="12975"/>
                  </a:lnTo>
                  <a:lnTo>
                    <a:pt x="5870" y="12898"/>
                  </a:lnTo>
                  <a:lnTo>
                    <a:pt x="5291" y="12782"/>
                  </a:lnTo>
                  <a:lnTo>
                    <a:pt x="4751" y="12627"/>
                  </a:lnTo>
                  <a:lnTo>
                    <a:pt x="4171" y="12396"/>
                  </a:lnTo>
                  <a:lnTo>
                    <a:pt x="3631" y="12125"/>
                  </a:lnTo>
                  <a:lnTo>
                    <a:pt x="3090" y="11816"/>
                  </a:lnTo>
                  <a:lnTo>
                    <a:pt x="2588" y="11469"/>
                  </a:lnTo>
                  <a:lnTo>
                    <a:pt x="2125" y="11044"/>
                  </a:lnTo>
                  <a:lnTo>
                    <a:pt x="1700" y="10581"/>
                  </a:lnTo>
                  <a:lnTo>
                    <a:pt x="1314" y="10117"/>
                  </a:lnTo>
                  <a:lnTo>
                    <a:pt x="966" y="9577"/>
                  </a:lnTo>
                  <a:lnTo>
                    <a:pt x="696" y="8998"/>
                  </a:lnTo>
                  <a:lnTo>
                    <a:pt x="542" y="8418"/>
                  </a:lnTo>
                  <a:lnTo>
                    <a:pt x="426" y="7801"/>
                  </a:lnTo>
                  <a:lnTo>
                    <a:pt x="426" y="7221"/>
                  </a:lnTo>
                  <a:lnTo>
                    <a:pt x="503" y="6603"/>
                  </a:lnTo>
                  <a:lnTo>
                    <a:pt x="696" y="6024"/>
                  </a:lnTo>
                  <a:lnTo>
                    <a:pt x="928" y="5484"/>
                  </a:lnTo>
                  <a:lnTo>
                    <a:pt x="1237" y="4943"/>
                  </a:lnTo>
                  <a:lnTo>
                    <a:pt x="1623" y="4480"/>
                  </a:lnTo>
                  <a:lnTo>
                    <a:pt x="2048" y="4055"/>
                  </a:lnTo>
                  <a:lnTo>
                    <a:pt x="2588" y="3707"/>
                  </a:lnTo>
                  <a:lnTo>
                    <a:pt x="3129" y="3437"/>
                  </a:lnTo>
                  <a:lnTo>
                    <a:pt x="3708" y="3244"/>
                  </a:lnTo>
                  <a:lnTo>
                    <a:pt x="4287" y="3167"/>
                  </a:lnTo>
                  <a:lnTo>
                    <a:pt x="4866" y="3128"/>
                  </a:lnTo>
                  <a:close/>
                  <a:moveTo>
                    <a:pt x="15717" y="0"/>
                  </a:moveTo>
                  <a:lnTo>
                    <a:pt x="15524" y="39"/>
                  </a:lnTo>
                  <a:lnTo>
                    <a:pt x="15331" y="155"/>
                  </a:lnTo>
                  <a:lnTo>
                    <a:pt x="15138" y="271"/>
                  </a:lnTo>
                  <a:lnTo>
                    <a:pt x="14983" y="464"/>
                  </a:lnTo>
                  <a:lnTo>
                    <a:pt x="14829" y="618"/>
                  </a:lnTo>
                  <a:lnTo>
                    <a:pt x="14713" y="850"/>
                  </a:lnTo>
                  <a:lnTo>
                    <a:pt x="14636" y="1043"/>
                  </a:lnTo>
                  <a:lnTo>
                    <a:pt x="14597" y="1275"/>
                  </a:lnTo>
                  <a:lnTo>
                    <a:pt x="14559" y="1545"/>
                  </a:lnTo>
                  <a:lnTo>
                    <a:pt x="14520" y="2047"/>
                  </a:lnTo>
                  <a:lnTo>
                    <a:pt x="14597" y="2588"/>
                  </a:lnTo>
                  <a:lnTo>
                    <a:pt x="14752" y="3090"/>
                  </a:lnTo>
                  <a:lnTo>
                    <a:pt x="14713" y="3128"/>
                  </a:lnTo>
                  <a:lnTo>
                    <a:pt x="14675" y="3167"/>
                  </a:lnTo>
                  <a:lnTo>
                    <a:pt x="14636" y="3205"/>
                  </a:lnTo>
                  <a:lnTo>
                    <a:pt x="14173" y="3128"/>
                  </a:lnTo>
                  <a:lnTo>
                    <a:pt x="13709" y="3167"/>
                  </a:lnTo>
                  <a:lnTo>
                    <a:pt x="13246" y="3283"/>
                  </a:lnTo>
                  <a:lnTo>
                    <a:pt x="12821" y="3476"/>
                  </a:lnTo>
                  <a:lnTo>
                    <a:pt x="12512" y="3669"/>
                  </a:lnTo>
                  <a:lnTo>
                    <a:pt x="12358" y="3785"/>
                  </a:lnTo>
                  <a:lnTo>
                    <a:pt x="12203" y="3939"/>
                  </a:lnTo>
                  <a:lnTo>
                    <a:pt x="12049" y="4132"/>
                  </a:lnTo>
                  <a:lnTo>
                    <a:pt x="11972" y="4287"/>
                  </a:lnTo>
                  <a:lnTo>
                    <a:pt x="11933" y="4480"/>
                  </a:lnTo>
                  <a:lnTo>
                    <a:pt x="11933" y="4673"/>
                  </a:lnTo>
                  <a:lnTo>
                    <a:pt x="12010" y="4866"/>
                  </a:lnTo>
                  <a:lnTo>
                    <a:pt x="12126" y="5020"/>
                  </a:lnTo>
                  <a:lnTo>
                    <a:pt x="12280" y="5097"/>
                  </a:lnTo>
                  <a:lnTo>
                    <a:pt x="12435" y="5136"/>
                  </a:lnTo>
                  <a:lnTo>
                    <a:pt x="12628" y="5175"/>
                  </a:lnTo>
                  <a:lnTo>
                    <a:pt x="12821" y="5136"/>
                  </a:lnTo>
                  <a:lnTo>
                    <a:pt x="13207" y="5059"/>
                  </a:lnTo>
                  <a:lnTo>
                    <a:pt x="13516" y="4904"/>
                  </a:lnTo>
                  <a:lnTo>
                    <a:pt x="13825" y="4711"/>
                  </a:lnTo>
                  <a:lnTo>
                    <a:pt x="14095" y="4480"/>
                  </a:lnTo>
                  <a:lnTo>
                    <a:pt x="14366" y="4248"/>
                  </a:lnTo>
                  <a:lnTo>
                    <a:pt x="14211" y="4711"/>
                  </a:lnTo>
                  <a:lnTo>
                    <a:pt x="14018" y="5175"/>
                  </a:lnTo>
                  <a:lnTo>
                    <a:pt x="13864" y="5406"/>
                  </a:lnTo>
                  <a:lnTo>
                    <a:pt x="13709" y="5599"/>
                  </a:lnTo>
                  <a:lnTo>
                    <a:pt x="13555" y="5793"/>
                  </a:lnTo>
                  <a:lnTo>
                    <a:pt x="13362" y="5947"/>
                  </a:lnTo>
                  <a:lnTo>
                    <a:pt x="13053" y="6179"/>
                  </a:lnTo>
                  <a:lnTo>
                    <a:pt x="12705" y="6333"/>
                  </a:lnTo>
                  <a:lnTo>
                    <a:pt x="12358" y="6410"/>
                  </a:lnTo>
                  <a:lnTo>
                    <a:pt x="12010" y="6410"/>
                  </a:lnTo>
                  <a:lnTo>
                    <a:pt x="11663" y="6372"/>
                  </a:lnTo>
                  <a:lnTo>
                    <a:pt x="11315" y="6256"/>
                  </a:lnTo>
                  <a:lnTo>
                    <a:pt x="10968" y="6101"/>
                  </a:lnTo>
                  <a:lnTo>
                    <a:pt x="10659" y="5870"/>
                  </a:lnTo>
                  <a:lnTo>
                    <a:pt x="10234" y="5561"/>
                  </a:lnTo>
                  <a:lnTo>
                    <a:pt x="9809" y="5213"/>
                  </a:lnTo>
                  <a:lnTo>
                    <a:pt x="9037" y="4480"/>
                  </a:lnTo>
                  <a:lnTo>
                    <a:pt x="8651" y="4132"/>
                  </a:lnTo>
                  <a:lnTo>
                    <a:pt x="8226" y="3823"/>
                  </a:lnTo>
                  <a:lnTo>
                    <a:pt x="7801" y="3514"/>
                  </a:lnTo>
                  <a:lnTo>
                    <a:pt x="7299" y="3244"/>
                  </a:lnTo>
                  <a:lnTo>
                    <a:pt x="6720" y="3012"/>
                  </a:lnTo>
                  <a:lnTo>
                    <a:pt x="6102" y="2819"/>
                  </a:lnTo>
                  <a:lnTo>
                    <a:pt x="5523" y="2742"/>
                  </a:lnTo>
                  <a:lnTo>
                    <a:pt x="4905" y="2703"/>
                  </a:lnTo>
                  <a:lnTo>
                    <a:pt x="4287" y="2703"/>
                  </a:lnTo>
                  <a:lnTo>
                    <a:pt x="3708" y="2819"/>
                  </a:lnTo>
                  <a:lnTo>
                    <a:pt x="3129" y="2974"/>
                  </a:lnTo>
                  <a:lnTo>
                    <a:pt x="2549" y="3205"/>
                  </a:lnTo>
                  <a:lnTo>
                    <a:pt x="2318" y="3360"/>
                  </a:lnTo>
                  <a:lnTo>
                    <a:pt x="2009" y="3553"/>
                  </a:lnTo>
                  <a:lnTo>
                    <a:pt x="1700" y="3785"/>
                  </a:lnTo>
                  <a:lnTo>
                    <a:pt x="1430" y="4016"/>
                  </a:lnTo>
                  <a:lnTo>
                    <a:pt x="1159" y="4325"/>
                  </a:lnTo>
                  <a:lnTo>
                    <a:pt x="928" y="4595"/>
                  </a:lnTo>
                  <a:lnTo>
                    <a:pt x="696" y="4943"/>
                  </a:lnTo>
                  <a:lnTo>
                    <a:pt x="503" y="5291"/>
                  </a:lnTo>
                  <a:lnTo>
                    <a:pt x="348" y="5677"/>
                  </a:lnTo>
                  <a:lnTo>
                    <a:pt x="155" y="6217"/>
                  </a:lnTo>
                  <a:lnTo>
                    <a:pt x="40" y="6758"/>
                  </a:lnTo>
                  <a:lnTo>
                    <a:pt x="1" y="7299"/>
                  </a:lnTo>
                  <a:lnTo>
                    <a:pt x="1" y="7801"/>
                  </a:lnTo>
                  <a:lnTo>
                    <a:pt x="78" y="8303"/>
                  </a:lnTo>
                  <a:lnTo>
                    <a:pt x="194" y="8804"/>
                  </a:lnTo>
                  <a:lnTo>
                    <a:pt x="387" y="9306"/>
                  </a:lnTo>
                  <a:lnTo>
                    <a:pt x="580" y="9770"/>
                  </a:lnTo>
                  <a:lnTo>
                    <a:pt x="850" y="10195"/>
                  </a:lnTo>
                  <a:lnTo>
                    <a:pt x="1159" y="10658"/>
                  </a:lnTo>
                  <a:lnTo>
                    <a:pt x="1507" y="11044"/>
                  </a:lnTo>
                  <a:lnTo>
                    <a:pt x="1893" y="11430"/>
                  </a:lnTo>
                  <a:lnTo>
                    <a:pt x="2279" y="11778"/>
                  </a:lnTo>
                  <a:lnTo>
                    <a:pt x="2704" y="12125"/>
                  </a:lnTo>
                  <a:lnTo>
                    <a:pt x="3167" y="12396"/>
                  </a:lnTo>
                  <a:lnTo>
                    <a:pt x="3631" y="12666"/>
                  </a:lnTo>
                  <a:lnTo>
                    <a:pt x="4249" y="12975"/>
                  </a:lnTo>
                  <a:lnTo>
                    <a:pt x="4866" y="13168"/>
                  </a:lnTo>
                  <a:lnTo>
                    <a:pt x="5484" y="13361"/>
                  </a:lnTo>
                  <a:lnTo>
                    <a:pt x="6141" y="13438"/>
                  </a:lnTo>
                  <a:lnTo>
                    <a:pt x="6759" y="13515"/>
                  </a:lnTo>
                  <a:lnTo>
                    <a:pt x="7376" y="13477"/>
                  </a:lnTo>
                  <a:lnTo>
                    <a:pt x="7994" y="13438"/>
                  </a:lnTo>
                  <a:lnTo>
                    <a:pt x="8612" y="13284"/>
                  </a:lnTo>
                  <a:lnTo>
                    <a:pt x="8728" y="13438"/>
                  </a:lnTo>
                  <a:lnTo>
                    <a:pt x="8998" y="13207"/>
                  </a:lnTo>
                  <a:lnTo>
                    <a:pt x="9770" y="12898"/>
                  </a:lnTo>
                  <a:lnTo>
                    <a:pt x="10504" y="12550"/>
                  </a:lnTo>
                  <a:lnTo>
                    <a:pt x="11238" y="12087"/>
                  </a:lnTo>
                  <a:lnTo>
                    <a:pt x="11933" y="11546"/>
                  </a:lnTo>
                  <a:lnTo>
                    <a:pt x="12474" y="11044"/>
                  </a:lnTo>
                  <a:lnTo>
                    <a:pt x="13014" y="10426"/>
                  </a:lnTo>
                  <a:lnTo>
                    <a:pt x="13246" y="10195"/>
                  </a:lnTo>
                  <a:lnTo>
                    <a:pt x="13207" y="10156"/>
                  </a:lnTo>
                  <a:lnTo>
                    <a:pt x="13709" y="9461"/>
                  </a:lnTo>
                  <a:lnTo>
                    <a:pt x="14134" y="8727"/>
                  </a:lnTo>
                  <a:lnTo>
                    <a:pt x="14481" y="7955"/>
                  </a:lnTo>
                  <a:lnTo>
                    <a:pt x="14752" y="7183"/>
                  </a:lnTo>
                  <a:lnTo>
                    <a:pt x="14945" y="6333"/>
                  </a:lnTo>
                  <a:lnTo>
                    <a:pt x="15022" y="5947"/>
                  </a:lnTo>
                  <a:lnTo>
                    <a:pt x="15061" y="5522"/>
                  </a:lnTo>
                  <a:lnTo>
                    <a:pt x="15061" y="5097"/>
                  </a:lnTo>
                  <a:lnTo>
                    <a:pt x="15061" y="4673"/>
                  </a:lnTo>
                  <a:lnTo>
                    <a:pt x="15022" y="4248"/>
                  </a:lnTo>
                  <a:lnTo>
                    <a:pt x="14945" y="3862"/>
                  </a:lnTo>
                  <a:lnTo>
                    <a:pt x="15215" y="4248"/>
                  </a:lnTo>
                  <a:lnTo>
                    <a:pt x="15563" y="4595"/>
                  </a:lnTo>
                  <a:lnTo>
                    <a:pt x="15949" y="4943"/>
                  </a:lnTo>
                  <a:lnTo>
                    <a:pt x="16374" y="5213"/>
                  </a:lnTo>
                  <a:lnTo>
                    <a:pt x="16567" y="5291"/>
                  </a:lnTo>
                  <a:lnTo>
                    <a:pt x="16798" y="5368"/>
                  </a:lnTo>
                  <a:lnTo>
                    <a:pt x="17030" y="5445"/>
                  </a:lnTo>
                  <a:lnTo>
                    <a:pt x="17262" y="5445"/>
                  </a:lnTo>
                  <a:lnTo>
                    <a:pt x="17493" y="5406"/>
                  </a:lnTo>
                  <a:lnTo>
                    <a:pt x="17687" y="5329"/>
                  </a:lnTo>
                  <a:lnTo>
                    <a:pt x="17841" y="5175"/>
                  </a:lnTo>
                  <a:lnTo>
                    <a:pt x="17957" y="4982"/>
                  </a:lnTo>
                  <a:lnTo>
                    <a:pt x="17995" y="4750"/>
                  </a:lnTo>
                  <a:lnTo>
                    <a:pt x="17995" y="4557"/>
                  </a:lnTo>
                  <a:lnTo>
                    <a:pt x="17957" y="4325"/>
                  </a:lnTo>
                  <a:lnTo>
                    <a:pt x="17841" y="4132"/>
                  </a:lnTo>
                  <a:lnTo>
                    <a:pt x="17725" y="3978"/>
                  </a:lnTo>
                  <a:lnTo>
                    <a:pt x="17571" y="3785"/>
                  </a:lnTo>
                  <a:lnTo>
                    <a:pt x="17416" y="3669"/>
                  </a:lnTo>
                  <a:lnTo>
                    <a:pt x="17262" y="3553"/>
                  </a:lnTo>
                  <a:lnTo>
                    <a:pt x="17030" y="3437"/>
                  </a:lnTo>
                  <a:lnTo>
                    <a:pt x="16798" y="3321"/>
                  </a:lnTo>
                  <a:lnTo>
                    <a:pt x="16296" y="3205"/>
                  </a:lnTo>
                  <a:lnTo>
                    <a:pt x="15794" y="3128"/>
                  </a:lnTo>
                  <a:lnTo>
                    <a:pt x="15254" y="3128"/>
                  </a:lnTo>
                  <a:lnTo>
                    <a:pt x="15679" y="2858"/>
                  </a:lnTo>
                  <a:lnTo>
                    <a:pt x="16026" y="2510"/>
                  </a:lnTo>
                  <a:lnTo>
                    <a:pt x="16296" y="2124"/>
                  </a:lnTo>
                  <a:lnTo>
                    <a:pt x="16528" y="1661"/>
                  </a:lnTo>
                  <a:lnTo>
                    <a:pt x="16567" y="1429"/>
                  </a:lnTo>
                  <a:lnTo>
                    <a:pt x="16605" y="1197"/>
                  </a:lnTo>
                  <a:lnTo>
                    <a:pt x="16644" y="927"/>
                  </a:lnTo>
                  <a:lnTo>
                    <a:pt x="16605" y="657"/>
                  </a:lnTo>
                  <a:lnTo>
                    <a:pt x="16528" y="425"/>
                  </a:lnTo>
                  <a:lnTo>
                    <a:pt x="16412" y="232"/>
                  </a:lnTo>
                  <a:lnTo>
                    <a:pt x="16219" y="78"/>
                  </a:lnTo>
                  <a:lnTo>
                    <a:pt x="16103" y="39"/>
                  </a:lnTo>
                  <a:lnTo>
                    <a:pt x="1594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21"/>
            <p:cNvSpPr/>
            <p:nvPr/>
          </p:nvSpPr>
          <p:spPr>
            <a:xfrm>
              <a:off x="4737700" y="181247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1" y="463"/>
                  </a:moveTo>
                  <a:lnTo>
                    <a:pt x="11624" y="502"/>
                  </a:lnTo>
                  <a:lnTo>
                    <a:pt x="12049" y="541"/>
                  </a:lnTo>
                  <a:lnTo>
                    <a:pt x="12435" y="656"/>
                  </a:lnTo>
                  <a:lnTo>
                    <a:pt x="12628" y="734"/>
                  </a:lnTo>
                  <a:lnTo>
                    <a:pt x="12744" y="811"/>
                  </a:lnTo>
                  <a:lnTo>
                    <a:pt x="12860" y="965"/>
                  </a:lnTo>
                  <a:lnTo>
                    <a:pt x="12937" y="1081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7" y="1699"/>
                  </a:lnTo>
                  <a:lnTo>
                    <a:pt x="12821" y="1892"/>
                  </a:lnTo>
                  <a:lnTo>
                    <a:pt x="12705" y="2085"/>
                  </a:lnTo>
                  <a:lnTo>
                    <a:pt x="12589" y="2240"/>
                  </a:lnTo>
                  <a:lnTo>
                    <a:pt x="12242" y="2471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9" y="3205"/>
                  </a:lnTo>
                  <a:lnTo>
                    <a:pt x="9925" y="3437"/>
                  </a:lnTo>
                  <a:lnTo>
                    <a:pt x="9153" y="3707"/>
                  </a:lnTo>
                  <a:lnTo>
                    <a:pt x="8380" y="3900"/>
                  </a:lnTo>
                  <a:lnTo>
                    <a:pt x="7608" y="4093"/>
                  </a:lnTo>
                  <a:lnTo>
                    <a:pt x="6797" y="4286"/>
                  </a:lnTo>
                  <a:lnTo>
                    <a:pt x="5909" y="4441"/>
                  </a:lnTo>
                  <a:lnTo>
                    <a:pt x="5021" y="4595"/>
                  </a:lnTo>
                  <a:lnTo>
                    <a:pt x="4133" y="4711"/>
                  </a:lnTo>
                  <a:lnTo>
                    <a:pt x="3245" y="4788"/>
                  </a:lnTo>
                  <a:lnTo>
                    <a:pt x="2202" y="4788"/>
                  </a:lnTo>
                  <a:lnTo>
                    <a:pt x="1854" y="4750"/>
                  </a:lnTo>
                  <a:lnTo>
                    <a:pt x="1507" y="4672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0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5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3"/>
                  </a:lnTo>
                  <a:lnTo>
                    <a:pt x="3013" y="2356"/>
                  </a:lnTo>
                  <a:lnTo>
                    <a:pt x="3708" y="2008"/>
                  </a:lnTo>
                  <a:lnTo>
                    <a:pt x="4480" y="1699"/>
                  </a:lnTo>
                  <a:lnTo>
                    <a:pt x="5253" y="1429"/>
                  </a:lnTo>
                  <a:lnTo>
                    <a:pt x="6025" y="1197"/>
                  </a:lnTo>
                  <a:lnTo>
                    <a:pt x="6836" y="1004"/>
                  </a:lnTo>
                  <a:lnTo>
                    <a:pt x="7608" y="811"/>
                  </a:lnTo>
                  <a:lnTo>
                    <a:pt x="8419" y="695"/>
                  </a:lnTo>
                  <a:lnTo>
                    <a:pt x="9230" y="579"/>
                  </a:lnTo>
                  <a:lnTo>
                    <a:pt x="10041" y="541"/>
                  </a:lnTo>
                  <a:lnTo>
                    <a:pt x="10736" y="502"/>
                  </a:lnTo>
                  <a:lnTo>
                    <a:pt x="11161" y="463"/>
                  </a:lnTo>
                  <a:close/>
                  <a:moveTo>
                    <a:pt x="13477" y="1120"/>
                  </a:moveTo>
                  <a:lnTo>
                    <a:pt x="13632" y="1313"/>
                  </a:lnTo>
                  <a:lnTo>
                    <a:pt x="13709" y="1506"/>
                  </a:lnTo>
                  <a:lnTo>
                    <a:pt x="13748" y="1738"/>
                  </a:lnTo>
                  <a:lnTo>
                    <a:pt x="13709" y="2008"/>
                  </a:lnTo>
                  <a:lnTo>
                    <a:pt x="13632" y="2240"/>
                  </a:lnTo>
                  <a:lnTo>
                    <a:pt x="13516" y="2471"/>
                  </a:lnTo>
                  <a:lnTo>
                    <a:pt x="13400" y="2703"/>
                  </a:lnTo>
                  <a:lnTo>
                    <a:pt x="13207" y="2896"/>
                  </a:lnTo>
                  <a:lnTo>
                    <a:pt x="12860" y="3205"/>
                  </a:lnTo>
                  <a:lnTo>
                    <a:pt x="12473" y="3437"/>
                  </a:lnTo>
                  <a:lnTo>
                    <a:pt x="12049" y="3668"/>
                  </a:lnTo>
                  <a:lnTo>
                    <a:pt x="11624" y="3900"/>
                  </a:lnTo>
                  <a:lnTo>
                    <a:pt x="10659" y="4286"/>
                  </a:lnTo>
                  <a:lnTo>
                    <a:pt x="9732" y="4634"/>
                  </a:lnTo>
                  <a:lnTo>
                    <a:pt x="8766" y="4904"/>
                  </a:lnTo>
                  <a:lnTo>
                    <a:pt x="7762" y="5174"/>
                  </a:lnTo>
                  <a:lnTo>
                    <a:pt x="6758" y="5406"/>
                  </a:lnTo>
                  <a:lnTo>
                    <a:pt x="5755" y="5599"/>
                  </a:lnTo>
                  <a:lnTo>
                    <a:pt x="4712" y="5792"/>
                  </a:lnTo>
                  <a:lnTo>
                    <a:pt x="3708" y="5908"/>
                  </a:lnTo>
                  <a:lnTo>
                    <a:pt x="2781" y="5985"/>
                  </a:lnTo>
                  <a:lnTo>
                    <a:pt x="2279" y="5985"/>
                  </a:lnTo>
                  <a:lnTo>
                    <a:pt x="1816" y="5947"/>
                  </a:lnTo>
                  <a:lnTo>
                    <a:pt x="1545" y="5869"/>
                  </a:lnTo>
                  <a:lnTo>
                    <a:pt x="1237" y="5792"/>
                  </a:lnTo>
                  <a:lnTo>
                    <a:pt x="928" y="5638"/>
                  </a:lnTo>
                  <a:lnTo>
                    <a:pt x="696" y="5483"/>
                  </a:lnTo>
                  <a:lnTo>
                    <a:pt x="503" y="5252"/>
                  </a:lnTo>
                  <a:lnTo>
                    <a:pt x="348" y="5020"/>
                  </a:lnTo>
                  <a:lnTo>
                    <a:pt x="310" y="4865"/>
                  </a:lnTo>
                  <a:lnTo>
                    <a:pt x="310" y="4750"/>
                  </a:lnTo>
                  <a:lnTo>
                    <a:pt x="310" y="4595"/>
                  </a:lnTo>
                  <a:lnTo>
                    <a:pt x="348" y="4441"/>
                  </a:lnTo>
                  <a:lnTo>
                    <a:pt x="542" y="4672"/>
                  </a:lnTo>
                  <a:lnTo>
                    <a:pt x="812" y="4865"/>
                  </a:lnTo>
                  <a:lnTo>
                    <a:pt x="1043" y="4981"/>
                  </a:lnTo>
                  <a:lnTo>
                    <a:pt x="1352" y="5097"/>
                  </a:lnTo>
                  <a:lnTo>
                    <a:pt x="1623" y="5213"/>
                  </a:lnTo>
                  <a:lnTo>
                    <a:pt x="1932" y="5252"/>
                  </a:lnTo>
                  <a:lnTo>
                    <a:pt x="2588" y="5329"/>
                  </a:lnTo>
                  <a:lnTo>
                    <a:pt x="3245" y="5290"/>
                  </a:lnTo>
                  <a:lnTo>
                    <a:pt x="3940" y="5252"/>
                  </a:lnTo>
                  <a:lnTo>
                    <a:pt x="5137" y="5059"/>
                  </a:lnTo>
                  <a:lnTo>
                    <a:pt x="6913" y="4788"/>
                  </a:lnTo>
                  <a:lnTo>
                    <a:pt x="7840" y="4595"/>
                  </a:lnTo>
                  <a:lnTo>
                    <a:pt x="8728" y="4402"/>
                  </a:lnTo>
                  <a:lnTo>
                    <a:pt x="9616" y="4132"/>
                  </a:lnTo>
                  <a:lnTo>
                    <a:pt x="10504" y="3861"/>
                  </a:lnTo>
                  <a:lnTo>
                    <a:pt x="11354" y="3514"/>
                  </a:lnTo>
                  <a:lnTo>
                    <a:pt x="12165" y="3128"/>
                  </a:lnTo>
                  <a:lnTo>
                    <a:pt x="12435" y="2973"/>
                  </a:lnTo>
                  <a:lnTo>
                    <a:pt x="12705" y="2819"/>
                  </a:lnTo>
                  <a:lnTo>
                    <a:pt x="12937" y="2587"/>
                  </a:lnTo>
                  <a:lnTo>
                    <a:pt x="13130" y="2394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3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9" y="0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4"/>
                  </a:lnTo>
                  <a:lnTo>
                    <a:pt x="4133" y="1352"/>
                  </a:lnTo>
                  <a:lnTo>
                    <a:pt x="3245" y="1699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89"/>
                  </a:lnTo>
                  <a:lnTo>
                    <a:pt x="464" y="3398"/>
                  </a:lnTo>
                  <a:lnTo>
                    <a:pt x="348" y="3553"/>
                  </a:lnTo>
                  <a:lnTo>
                    <a:pt x="271" y="3707"/>
                  </a:lnTo>
                  <a:lnTo>
                    <a:pt x="233" y="3861"/>
                  </a:lnTo>
                  <a:lnTo>
                    <a:pt x="233" y="4055"/>
                  </a:lnTo>
                  <a:lnTo>
                    <a:pt x="194" y="4132"/>
                  </a:lnTo>
                  <a:lnTo>
                    <a:pt x="194" y="4170"/>
                  </a:lnTo>
                  <a:lnTo>
                    <a:pt x="117" y="4325"/>
                  </a:lnTo>
                  <a:lnTo>
                    <a:pt x="40" y="4479"/>
                  </a:lnTo>
                  <a:lnTo>
                    <a:pt x="1" y="4634"/>
                  </a:lnTo>
                  <a:lnTo>
                    <a:pt x="1" y="4788"/>
                  </a:lnTo>
                  <a:lnTo>
                    <a:pt x="40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8" y="6063"/>
                  </a:lnTo>
                  <a:lnTo>
                    <a:pt x="966" y="6256"/>
                  </a:lnTo>
                  <a:lnTo>
                    <a:pt x="1275" y="6178"/>
                  </a:lnTo>
                  <a:lnTo>
                    <a:pt x="1314" y="6217"/>
                  </a:lnTo>
                  <a:lnTo>
                    <a:pt x="1314" y="6256"/>
                  </a:lnTo>
                  <a:lnTo>
                    <a:pt x="1352" y="6294"/>
                  </a:lnTo>
                  <a:lnTo>
                    <a:pt x="1468" y="6256"/>
                  </a:lnTo>
                  <a:lnTo>
                    <a:pt x="1816" y="6294"/>
                  </a:lnTo>
                  <a:lnTo>
                    <a:pt x="2395" y="6333"/>
                  </a:lnTo>
                  <a:lnTo>
                    <a:pt x="3013" y="6371"/>
                  </a:lnTo>
                  <a:lnTo>
                    <a:pt x="3592" y="6333"/>
                  </a:lnTo>
                  <a:lnTo>
                    <a:pt x="4171" y="6294"/>
                  </a:lnTo>
                  <a:lnTo>
                    <a:pt x="5368" y="6101"/>
                  </a:lnTo>
                  <a:lnTo>
                    <a:pt x="6565" y="5869"/>
                  </a:lnTo>
                  <a:lnTo>
                    <a:pt x="6758" y="5831"/>
                  </a:lnTo>
                  <a:lnTo>
                    <a:pt x="7994" y="5522"/>
                  </a:lnTo>
                  <a:lnTo>
                    <a:pt x="9037" y="5252"/>
                  </a:lnTo>
                  <a:lnTo>
                    <a:pt x="10079" y="4981"/>
                  </a:lnTo>
                  <a:lnTo>
                    <a:pt x="11161" y="4595"/>
                  </a:lnTo>
                  <a:lnTo>
                    <a:pt x="11663" y="4363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6"/>
                  </a:lnTo>
                  <a:lnTo>
                    <a:pt x="12782" y="4711"/>
                  </a:lnTo>
                  <a:lnTo>
                    <a:pt x="13014" y="4518"/>
                  </a:lnTo>
                  <a:lnTo>
                    <a:pt x="12435" y="3939"/>
                  </a:lnTo>
                  <a:lnTo>
                    <a:pt x="12898" y="3668"/>
                  </a:lnTo>
                  <a:lnTo>
                    <a:pt x="13362" y="3321"/>
                  </a:lnTo>
                  <a:lnTo>
                    <a:pt x="13632" y="3051"/>
                  </a:lnTo>
                  <a:lnTo>
                    <a:pt x="13825" y="2703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8"/>
                  </a:lnTo>
                  <a:lnTo>
                    <a:pt x="14134" y="1738"/>
                  </a:lnTo>
                  <a:lnTo>
                    <a:pt x="14095" y="1467"/>
                  </a:lnTo>
                  <a:lnTo>
                    <a:pt x="14018" y="1236"/>
                  </a:lnTo>
                  <a:lnTo>
                    <a:pt x="13902" y="1004"/>
                  </a:lnTo>
                  <a:lnTo>
                    <a:pt x="13748" y="811"/>
                  </a:lnTo>
                  <a:lnTo>
                    <a:pt x="13477" y="618"/>
                  </a:lnTo>
                  <a:lnTo>
                    <a:pt x="13169" y="502"/>
                  </a:lnTo>
                  <a:lnTo>
                    <a:pt x="13091" y="502"/>
                  </a:lnTo>
                  <a:lnTo>
                    <a:pt x="12898" y="386"/>
                  </a:lnTo>
                  <a:lnTo>
                    <a:pt x="12667" y="270"/>
                  </a:lnTo>
                  <a:lnTo>
                    <a:pt x="12435" y="154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21"/>
            <p:cNvSpPr/>
            <p:nvPr/>
          </p:nvSpPr>
          <p:spPr>
            <a:xfrm>
              <a:off x="2291450" y="1821150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7" y="1"/>
                  </a:moveTo>
                  <a:lnTo>
                    <a:pt x="1893" y="78"/>
                  </a:lnTo>
                  <a:lnTo>
                    <a:pt x="1738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5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39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3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1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1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8" y="1005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2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1" y="2704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1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6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6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2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3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2" y="5793"/>
                  </a:lnTo>
                  <a:lnTo>
                    <a:pt x="4828" y="5638"/>
                  </a:lnTo>
                  <a:lnTo>
                    <a:pt x="4248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6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3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21"/>
            <p:cNvSpPr/>
            <p:nvPr/>
          </p:nvSpPr>
          <p:spPr>
            <a:xfrm>
              <a:off x="6650100" y="1835625"/>
              <a:ext cx="350475" cy="288675"/>
            </a:xfrm>
            <a:custGeom>
              <a:avLst/>
              <a:gdLst/>
              <a:ahLst/>
              <a:cxnLst/>
              <a:rect l="l" t="t" r="r" b="b"/>
              <a:pathLst>
                <a:path w="14019" h="11547" extrusionOk="0">
                  <a:moveTo>
                    <a:pt x="11778" y="1"/>
                  </a:moveTo>
                  <a:lnTo>
                    <a:pt x="11470" y="78"/>
                  </a:lnTo>
                  <a:lnTo>
                    <a:pt x="11856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9" y="1893"/>
                  </a:lnTo>
                  <a:lnTo>
                    <a:pt x="10427" y="2086"/>
                  </a:lnTo>
                  <a:lnTo>
                    <a:pt x="11470" y="3437"/>
                  </a:lnTo>
                  <a:lnTo>
                    <a:pt x="12551" y="4750"/>
                  </a:lnTo>
                  <a:lnTo>
                    <a:pt x="12860" y="5754"/>
                  </a:lnTo>
                  <a:lnTo>
                    <a:pt x="13169" y="5754"/>
                  </a:lnTo>
                  <a:lnTo>
                    <a:pt x="13207" y="5639"/>
                  </a:lnTo>
                  <a:lnTo>
                    <a:pt x="13169" y="5523"/>
                  </a:lnTo>
                  <a:lnTo>
                    <a:pt x="13439" y="5716"/>
                  </a:lnTo>
                  <a:lnTo>
                    <a:pt x="13593" y="5947"/>
                  </a:lnTo>
                  <a:lnTo>
                    <a:pt x="13671" y="6179"/>
                  </a:lnTo>
                  <a:lnTo>
                    <a:pt x="13709" y="6411"/>
                  </a:lnTo>
                  <a:lnTo>
                    <a:pt x="13632" y="6681"/>
                  </a:lnTo>
                  <a:lnTo>
                    <a:pt x="13516" y="6913"/>
                  </a:lnTo>
                  <a:lnTo>
                    <a:pt x="13362" y="7183"/>
                  </a:lnTo>
                  <a:lnTo>
                    <a:pt x="13169" y="7453"/>
                  </a:lnTo>
                  <a:lnTo>
                    <a:pt x="12744" y="7955"/>
                  </a:lnTo>
                  <a:lnTo>
                    <a:pt x="12203" y="8419"/>
                  </a:lnTo>
                  <a:lnTo>
                    <a:pt x="11740" y="8766"/>
                  </a:lnTo>
                  <a:lnTo>
                    <a:pt x="11354" y="9075"/>
                  </a:lnTo>
                  <a:lnTo>
                    <a:pt x="10543" y="9577"/>
                  </a:lnTo>
                  <a:lnTo>
                    <a:pt x="9655" y="10002"/>
                  </a:lnTo>
                  <a:lnTo>
                    <a:pt x="8767" y="10388"/>
                  </a:lnTo>
                  <a:lnTo>
                    <a:pt x="7878" y="10658"/>
                  </a:lnTo>
                  <a:lnTo>
                    <a:pt x="6952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1" y="11160"/>
                  </a:lnTo>
                  <a:lnTo>
                    <a:pt x="3013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2" y="10543"/>
                  </a:lnTo>
                  <a:lnTo>
                    <a:pt x="619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40" y="9654"/>
                  </a:lnTo>
                  <a:lnTo>
                    <a:pt x="1" y="9886"/>
                  </a:lnTo>
                  <a:lnTo>
                    <a:pt x="40" y="10118"/>
                  </a:lnTo>
                  <a:lnTo>
                    <a:pt x="78" y="10311"/>
                  </a:lnTo>
                  <a:lnTo>
                    <a:pt x="194" y="10465"/>
                  </a:lnTo>
                  <a:lnTo>
                    <a:pt x="348" y="10620"/>
                  </a:lnTo>
                  <a:lnTo>
                    <a:pt x="542" y="10774"/>
                  </a:lnTo>
                  <a:lnTo>
                    <a:pt x="773" y="10890"/>
                  </a:lnTo>
                  <a:lnTo>
                    <a:pt x="1237" y="11083"/>
                  </a:lnTo>
                  <a:lnTo>
                    <a:pt x="1739" y="11238"/>
                  </a:lnTo>
                  <a:lnTo>
                    <a:pt x="2202" y="11354"/>
                  </a:lnTo>
                  <a:lnTo>
                    <a:pt x="2627" y="11431"/>
                  </a:lnTo>
                  <a:lnTo>
                    <a:pt x="3322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9" y="11315"/>
                  </a:lnTo>
                  <a:lnTo>
                    <a:pt x="7415" y="11160"/>
                  </a:lnTo>
                  <a:lnTo>
                    <a:pt x="8071" y="11006"/>
                  </a:lnTo>
                  <a:lnTo>
                    <a:pt x="8728" y="10774"/>
                  </a:lnTo>
                  <a:lnTo>
                    <a:pt x="9346" y="10543"/>
                  </a:lnTo>
                  <a:lnTo>
                    <a:pt x="9964" y="10272"/>
                  </a:lnTo>
                  <a:lnTo>
                    <a:pt x="10543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9" y="8071"/>
                  </a:lnTo>
                  <a:lnTo>
                    <a:pt x="13555" y="7646"/>
                  </a:lnTo>
                  <a:lnTo>
                    <a:pt x="13748" y="7376"/>
                  </a:lnTo>
                  <a:lnTo>
                    <a:pt x="13864" y="7145"/>
                  </a:lnTo>
                  <a:lnTo>
                    <a:pt x="13980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1" y="5909"/>
                  </a:lnTo>
                  <a:lnTo>
                    <a:pt x="13864" y="5716"/>
                  </a:lnTo>
                  <a:lnTo>
                    <a:pt x="13748" y="5523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5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21"/>
            <p:cNvSpPr/>
            <p:nvPr/>
          </p:nvSpPr>
          <p:spPr>
            <a:xfrm>
              <a:off x="609775" y="18510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9" y="541"/>
                  </a:lnTo>
                  <a:lnTo>
                    <a:pt x="12435" y="657"/>
                  </a:lnTo>
                  <a:lnTo>
                    <a:pt x="12628" y="734"/>
                  </a:lnTo>
                  <a:lnTo>
                    <a:pt x="12744" y="812"/>
                  </a:lnTo>
                  <a:lnTo>
                    <a:pt x="12859" y="966"/>
                  </a:lnTo>
                  <a:lnTo>
                    <a:pt x="12937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7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0"/>
                  </a:lnTo>
                  <a:lnTo>
                    <a:pt x="12242" y="2472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8" y="3206"/>
                  </a:lnTo>
                  <a:lnTo>
                    <a:pt x="9925" y="3437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1"/>
                  </a:lnTo>
                  <a:lnTo>
                    <a:pt x="5021" y="4596"/>
                  </a:lnTo>
                  <a:lnTo>
                    <a:pt x="4133" y="4712"/>
                  </a:lnTo>
                  <a:lnTo>
                    <a:pt x="3244" y="4789"/>
                  </a:lnTo>
                  <a:lnTo>
                    <a:pt x="2202" y="4789"/>
                  </a:lnTo>
                  <a:lnTo>
                    <a:pt x="1854" y="4750"/>
                  </a:lnTo>
                  <a:lnTo>
                    <a:pt x="1507" y="4673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1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4"/>
                  </a:lnTo>
                  <a:lnTo>
                    <a:pt x="3013" y="2356"/>
                  </a:lnTo>
                  <a:lnTo>
                    <a:pt x="3708" y="2009"/>
                  </a:lnTo>
                  <a:lnTo>
                    <a:pt x="4480" y="1700"/>
                  </a:lnTo>
                  <a:lnTo>
                    <a:pt x="5252" y="1429"/>
                  </a:lnTo>
                  <a:lnTo>
                    <a:pt x="6025" y="1198"/>
                  </a:lnTo>
                  <a:lnTo>
                    <a:pt x="6836" y="1005"/>
                  </a:lnTo>
                  <a:lnTo>
                    <a:pt x="7608" y="812"/>
                  </a:lnTo>
                  <a:lnTo>
                    <a:pt x="8419" y="696"/>
                  </a:lnTo>
                  <a:lnTo>
                    <a:pt x="9230" y="580"/>
                  </a:lnTo>
                  <a:lnTo>
                    <a:pt x="10041" y="541"/>
                  </a:lnTo>
                  <a:lnTo>
                    <a:pt x="10736" y="503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2" y="1314"/>
                  </a:lnTo>
                  <a:lnTo>
                    <a:pt x="13709" y="1507"/>
                  </a:lnTo>
                  <a:lnTo>
                    <a:pt x="13748" y="1738"/>
                  </a:lnTo>
                  <a:lnTo>
                    <a:pt x="13709" y="2009"/>
                  </a:lnTo>
                  <a:lnTo>
                    <a:pt x="13632" y="2240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7"/>
                  </a:lnTo>
                  <a:lnTo>
                    <a:pt x="12049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2" y="4634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2" y="5793"/>
                  </a:lnTo>
                  <a:lnTo>
                    <a:pt x="3708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6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6" y="5484"/>
                  </a:lnTo>
                  <a:lnTo>
                    <a:pt x="503" y="5252"/>
                  </a:lnTo>
                  <a:lnTo>
                    <a:pt x="348" y="5021"/>
                  </a:lnTo>
                  <a:lnTo>
                    <a:pt x="310" y="4866"/>
                  </a:lnTo>
                  <a:lnTo>
                    <a:pt x="310" y="4750"/>
                  </a:lnTo>
                  <a:lnTo>
                    <a:pt x="310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2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3" y="5214"/>
                  </a:lnTo>
                  <a:lnTo>
                    <a:pt x="1931" y="5252"/>
                  </a:lnTo>
                  <a:lnTo>
                    <a:pt x="2588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7" y="5059"/>
                  </a:lnTo>
                  <a:lnTo>
                    <a:pt x="6913" y="4789"/>
                  </a:lnTo>
                  <a:lnTo>
                    <a:pt x="7840" y="4596"/>
                  </a:lnTo>
                  <a:lnTo>
                    <a:pt x="8728" y="4403"/>
                  </a:lnTo>
                  <a:lnTo>
                    <a:pt x="9616" y="4132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8"/>
                  </a:lnTo>
                  <a:lnTo>
                    <a:pt x="12435" y="2974"/>
                  </a:lnTo>
                  <a:lnTo>
                    <a:pt x="12705" y="2819"/>
                  </a:lnTo>
                  <a:lnTo>
                    <a:pt x="12937" y="2588"/>
                  </a:lnTo>
                  <a:lnTo>
                    <a:pt x="13130" y="2395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4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8" y="1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5"/>
                  </a:lnTo>
                  <a:lnTo>
                    <a:pt x="4133" y="1352"/>
                  </a:lnTo>
                  <a:lnTo>
                    <a:pt x="3244" y="1700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3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4" y="4132"/>
                  </a:lnTo>
                  <a:lnTo>
                    <a:pt x="194" y="4171"/>
                  </a:lnTo>
                  <a:lnTo>
                    <a:pt x="117" y="4325"/>
                  </a:lnTo>
                  <a:lnTo>
                    <a:pt x="39" y="4480"/>
                  </a:lnTo>
                  <a:lnTo>
                    <a:pt x="1" y="4634"/>
                  </a:lnTo>
                  <a:lnTo>
                    <a:pt x="1" y="4789"/>
                  </a:lnTo>
                  <a:lnTo>
                    <a:pt x="39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7" y="6063"/>
                  </a:lnTo>
                  <a:lnTo>
                    <a:pt x="966" y="6256"/>
                  </a:lnTo>
                  <a:lnTo>
                    <a:pt x="1275" y="6179"/>
                  </a:lnTo>
                  <a:lnTo>
                    <a:pt x="1314" y="6218"/>
                  </a:lnTo>
                  <a:lnTo>
                    <a:pt x="1314" y="6256"/>
                  </a:lnTo>
                  <a:lnTo>
                    <a:pt x="1352" y="6295"/>
                  </a:lnTo>
                  <a:lnTo>
                    <a:pt x="1468" y="6256"/>
                  </a:lnTo>
                  <a:lnTo>
                    <a:pt x="1816" y="6295"/>
                  </a:lnTo>
                  <a:lnTo>
                    <a:pt x="2395" y="6333"/>
                  </a:lnTo>
                  <a:lnTo>
                    <a:pt x="3013" y="6372"/>
                  </a:lnTo>
                  <a:lnTo>
                    <a:pt x="3592" y="6333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4" y="5523"/>
                  </a:lnTo>
                  <a:lnTo>
                    <a:pt x="9037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5" y="3939"/>
                  </a:lnTo>
                  <a:lnTo>
                    <a:pt x="12898" y="3669"/>
                  </a:lnTo>
                  <a:lnTo>
                    <a:pt x="13361" y="3321"/>
                  </a:lnTo>
                  <a:lnTo>
                    <a:pt x="13632" y="3051"/>
                  </a:lnTo>
                  <a:lnTo>
                    <a:pt x="13825" y="2704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9"/>
                  </a:lnTo>
                  <a:lnTo>
                    <a:pt x="14134" y="1738"/>
                  </a:lnTo>
                  <a:lnTo>
                    <a:pt x="14095" y="1468"/>
                  </a:lnTo>
                  <a:lnTo>
                    <a:pt x="14018" y="1236"/>
                  </a:lnTo>
                  <a:lnTo>
                    <a:pt x="13902" y="1005"/>
                  </a:lnTo>
                  <a:lnTo>
                    <a:pt x="13748" y="812"/>
                  </a:lnTo>
                  <a:lnTo>
                    <a:pt x="13477" y="618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5" y="155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21"/>
            <p:cNvSpPr/>
            <p:nvPr/>
          </p:nvSpPr>
          <p:spPr>
            <a:xfrm>
              <a:off x="6883725" y="1876175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6" y="1"/>
                  </a:moveTo>
                  <a:lnTo>
                    <a:pt x="348" y="889"/>
                  </a:lnTo>
                  <a:lnTo>
                    <a:pt x="232" y="1815"/>
                  </a:lnTo>
                  <a:lnTo>
                    <a:pt x="155" y="3630"/>
                  </a:lnTo>
                  <a:lnTo>
                    <a:pt x="1" y="7260"/>
                  </a:lnTo>
                  <a:lnTo>
                    <a:pt x="194" y="7260"/>
                  </a:lnTo>
                  <a:lnTo>
                    <a:pt x="426" y="5484"/>
                  </a:lnTo>
                  <a:lnTo>
                    <a:pt x="580" y="3669"/>
                  </a:lnTo>
                  <a:lnTo>
                    <a:pt x="696" y="1854"/>
                  </a:lnTo>
                  <a:lnTo>
                    <a:pt x="696" y="927"/>
                  </a:lnTo>
                  <a:lnTo>
                    <a:pt x="696" y="39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21"/>
            <p:cNvSpPr/>
            <p:nvPr/>
          </p:nvSpPr>
          <p:spPr>
            <a:xfrm>
              <a:off x="4796600" y="1878100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1"/>
                  </a:moveTo>
                  <a:lnTo>
                    <a:pt x="11469" y="78"/>
                  </a:lnTo>
                  <a:lnTo>
                    <a:pt x="11855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8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9"/>
                  </a:lnTo>
                  <a:lnTo>
                    <a:pt x="13168" y="5523"/>
                  </a:lnTo>
                  <a:lnTo>
                    <a:pt x="13438" y="5716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1"/>
                  </a:lnTo>
                  <a:lnTo>
                    <a:pt x="13631" y="6681"/>
                  </a:lnTo>
                  <a:lnTo>
                    <a:pt x="13516" y="6913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9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1" y="10543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39" y="9655"/>
                  </a:lnTo>
                  <a:lnTo>
                    <a:pt x="0" y="9886"/>
                  </a:lnTo>
                  <a:lnTo>
                    <a:pt x="39" y="10118"/>
                  </a:lnTo>
                  <a:lnTo>
                    <a:pt x="78" y="10311"/>
                  </a:lnTo>
                  <a:lnTo>
                    <a:pt x="193" y="10465"/>
                  </a:lnTo>
                  <a:lnTo>
                    <a:pt x="348" y="10620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8"/>
                  </a:lnTo>
                  <a:lnTo>
                    <a:pt x="2201" y="11354"/>
                  </a:lnTo>
                  <a:lnTo>
                    <a:pt x="2626" y="11431"/>
                  </a:lnTo>
                  <a:lnTo>
                    <a:pt x="3321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3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5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7"/>
                  </a:lnTo>
                  <a:lnTo>
                    <a:pt x="13747" y="7376"/>
                  </a:lnTo>
                  <a:lnTo>
                    <a:pt x="13863" y="7145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0" y="5909"/>
                  </a:lnTo>
                  <a:lnTo>
                    <a:pt x="13863" y="5716"/>
                  </a:lnTo>
                  <a:lnTo>
                    <a:pt x="13747" y="5523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4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21"/>
            <p:cNvSpPr/>
            <p:nvPr/>
          </p:nvSpPr>
          <p:spPr>
            <a:xfrm>
              <a:off x="6050625" y="1898375"/>
              <a:ext cx="329200" cy="241375"/>
            </a:xfrm>
            <a:custGeom>
              <a:avLst/>
              <a:gdLst/>
              <a:ahLst/>
              <a:cxnLst/>
              <a:rect l="l" t="t" r="r" b="b"/>
              <a:pathLst>
                <a:path w="13168" h="9655" extrusionOk="0">
                  <a:moveTo>
                    <a:pt x="5368" y="619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5"/>
                  </a:lnTo>
                  <a:lnTo>
                    <a:pt x="8109" y="2356"/>
                  </a:lnTo>
                  <a:lnTo>
                    <a:pt x="8264" y="2627"/>
                  </a:lnTo>
                  <a:lnTo>
                    <a:pt x="8380" y="2858"/>
                  </a:lnTo>
                  <a:lnTo>
                    <a:pt x="8495" y="3129"/>
                  </a:lnTo>
                  <a:lnTo>
                    <a:pt x="8573" y="3437"/>
                  </a:lnTo>
                  <a:lnTo>
                    <a:pt x="8611" y="3708"/>
                  </a:lnTo>
                  <a:lnTo>
                    <a:pt x="8573" y="3708"/>
                  </a:lnTo>
                  <a:lnTo>
                    <a:pt x="7723" y="3824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1"/>
                  </a:lnTo>
                  <a:lnTo>
                    <a:pt x="5792" y="3862"/>
                  </a:lnTo>
                  <a:lnTo>
                    <a:pt x="5638" y="3746"/>
                  </a:lnTo>
                  <a:lnTo>
                    <a:pt x="5561" y="3553"/>
                  </a:lnTo>
                  <a:lnTo>
                    <a:pt x="5483" y="3283"/>
                  </a:lnTo>
                  <a:lnTo>
                    <a:pt x="5406" y="2627"/>
                  </a:lnTo>
                  <a:lnTo>
                    <a:pt x="5368" y="1970"/>
                  </a:lnTo>
                  <a:lnTo>
                    <a:pt x="5368" y="619"/>
                  </a:lnTo>
                  <a:close/>
                  <a:moveTo>
                    <a:pt x="2742" y="889"/>
                  </a:moveTo>
                  <a:lnTo>
                    <a:pt x="2626" y="3090"/>
                  </a:lnTo>
                  <a:lnTo>
                    <a:pt x="2626" y="3515"/>
                  </a:lnTo>
                  <a:lnTo>
                    <a:pt x="2587" y="3708"/>
                  </a:lnTo>
                  <a:lnTo>
                    <a:pt x="2510" y="3862"/>
                  </a:lnTo>
                  <a:lnTo>
                    <a:pt x="2433" y="3978"/>
                  </a:lnTo>
                  <a:lnTo>
                    <a:pt x="2278" y="4094"/>
                  </a:lnTo>
                  <a:lnTo>
                    <a:pt x="2124" y="4210"/>
                  </a:lnTo>
                  <a:lnTo>
                    <a:pt x="1892" y="4248"/>
                  </a:lnTo>
                  <a:lnTo>
                    <a:pt x="1699" y="4287"/>
                  </a:lnTo>
                  <a:lnTo>
                    <a:pt x="1506" y="4287"/>
                  </a:lnTo>
                  <a:lnTo>
                    <a:pt x="1120" y="4210"/>
                  </a:lnTo>
                  <a:lnTo>
                    <a:pt x="734" y="4133"/>
                  </a:lnTo>
                  <a:lnTo>
                    <a:pt x="386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8" y="2549"/>
                  </a:lnTo>
                  <a:lnTo>
                    <a:pt x="1159" y="2125"/>
                  </a:lnTo>
                  <a:lnTo>
                    <a:pt x="1506" y="1738"/>
                  </a:lnTo>
                  <a:lnTo>
                    <a:pt x="1892" y="1391"/>
                  </a:lnTo>
                  <a:lnTo>
                    <a:pt x="2317" y="1121"/>
                  </a:lnTo>
                  <a:lnTo>
                    <a:pt x="2742" y="889"/>
                  </a:lnTo>
                  <a:close/>
                  <a:moveTo>
                    <a:pt x="10774" y="5368"/>
                  </a:moveTo>
                  <a:lnTo>
                    <a:pt x="11198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14" y="6179"/>
                  </a:lnTo>
                  <a:lnTo>
                    <a:pt x="11198" y="6256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32"/>
                  </a:lnTo>
                  <a:lnTo>
                    <a:pt x="10542" y="5716"/>
                  </a:lnTo>
                  <a:lnTo>
                    <a:pt x="10619" y="5523"/>
                  </a:lnTo>
                  <a:lnTo>
                    <a:pt x="10658" y="5407"/>
                  </a:lnTo>
                  <a:lnTo>
                    <a:pt x="10774" y="5368"/>
                  </a:lnTo>
                  <a:close/>
                  <a:moveTo>
                    <a:pt x="4402" y="1"/>
                  </a:moveTo>
                  <a:lnTo>
                    <a:pt x="3939" y="39"/>
                  </a:lnTo>
                  <a:lnTo>
                    <a:pt x="3514" y="117"/>
                  </a:lnTo>
                  <a:lnTo>
                    <a:pt x="3051" y="194"/>
                  </a:lnTo>
                  <a:lnTo>
                    <a:pt x="2626" y="348"/>
                  </a:lnTo>
                  <a:lnTo>
                    <a:pt x="2240" y="541"/>
                  </a:lnTo>
                  <a:lnTo>
                    <a:pt x="1854" y="773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9"/>
                  </a:lnTo>
                  <a:lnTo>
                    <a:pt x="386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31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57"/>
                  </a:lnTo>
                  <a:lnTo>
                    <a:pt x="348" y="4287"/>
                  </a:lnTo>
                  <a:lnTo>
                    <a:pt x="965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5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364"/>
                  </a:lnTo>
                  <a:lnTo>
                    <a:pt x="2858" y="4248"/>
                  </a:lnTo>
                  <a:lnTo>
                    <a:pt x="2896" y="4094"/>
                  </a:lnTo>
                  <a:lnTo>
                    <a:pt x="2973" y="3939"/>
                  </a:lnTo>
                  <a:lnTo>
                    <a:pt x="3012" y="3631"/>
                  </a:lnTo>
                  <a:lnTo>
                    <a:pt x="3012" y="2974"/>
                  </a:lnTo>
                  <a:lnTo>
                    <a:pt x="3089" y="734"/>
                  </a:lnTo>
                  <a:lnTo>
                    <a:pt x="3514" y="619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23"/>
                  </a:lnTo>
                  <a:lnTo>
                    <a:pt x="5059" y="2704"/>
                  </a:lnTo>
                  <a:lnTo>
                    <a:pt x="5097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0" y="4017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6"/>
                  </a:lnTo>
                  <a:lnTo>
                    <a:pt x="6217" y="4326"/>
                  </a:lnTo>
                  <a:lnTo>
                    <a:pt x="6565" y="4287"/>
                  </a:lnTo>
                  <a:lnTo>
                    <a:pt x="7607" y="4210"/>
                  </a:lnTo>
                  <a:lnTo>
                    <a:pt x="8650" y="4055"/>
                  </a:lnTo>
                  <a:lnTo>
                    <a:pt x="8650" y="4441"/>
                  </a:lnTo>
                  <a:lnTo>
                    <a:pt x="8611" y="4866"/>
                  </a:lnTo>
                  <a:lnTo>
                    <a:pt x="8611" y="4905"/>
                  </a:lnTo>
                  <a:lnTo>
                    <a:pt x="8611" y="5021"/>
                  </a:lnTo>
                  <a:lnTo>
                    <a:pt x="8650" y="5059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0" y="4905"/>
                  </a:lnTo>
                  <a:lnTo>
                    <a:pt x="9384" y="4905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03" y="5252"/>
                  </a:lnTo>
                  <a:lnTo>
                    <a:pt x="10426" y="5330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16"/>
                  </a:lnTo>
                  <a:lnTo>
                    <a:pt x="10233" y="5870"/>
                  </a:lnTo>
                  <a:lnTo>
                    <a:pt x="10233" y="6025"/>
                  </a:lnTo>
                  <a:lnTo>
                    <a:pt x="10272" y="6179"/>
                  </a:lnTo>
                  <a:lnTo>
                    <a:pt x="10349" y="6334"/>
                  </a:lnTo>
                  <a:lnTo>
                    <a:pt x="10503" y="6488"/>
                  </a:lnTo>
                  <a:lnTo>
                    <a:pt x="10696" y="6565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41" y="6913"/>
                  </a:lnTo>
                  <a:lnTo>
                    <a:pt x="12395" y="7222"/>
                  </a:lnTo>
                  <a:lnTo>
                    <a:pt x="12473" y="7569"/>
                  </a:lnTo>
                  <a:lnTo>
                    <a:pt x="12511" y="7917"/>
                  </a:lnTo>
                  <a:lnTo>
                    <a:pt x="12550" y="8264"/>
                  </a:lnTo>
                  <a:lnTo>
                    <a:pt x="12550" y="8998"/>
                  </a:lnTo>
                  <a:lnTo>
                    <a:pt x="12473" y="8998"/>
                  </a:lnTo>
                  <a:lnTo>
                    <a:pt x="12434" y="9037"/>
                  </a:lnTo>
                  <a:lnTo>
                    <a:pt x="12357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54"/>
                  </a:lnTo>
                  <a:lnTo>
                    <a:pt x="12125" y="9654"/>
                  </a:lnTo>
                  <a:lnTo>
                    <a:pt x="12820" y="9616"/>
                  </a:lnTo>
                  <a:lnTo>
                    <a:pt x="12936" y="9577"/>
                  </a:lnTo>
                  <a:lnTo>
                    <a:pt x="13013" y="9461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091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685"/>
                  </a:lnTo>
                  <a:lnTo>
                    <a:pt x="12936" y="7183"/>
                  </a:lnTo>
                  <a:lnTo>
                    <a:pt x="12704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276" y="5098"/>
                  </a:lnTo>
                  <a:lnTo>
                    <a:pt x="10967" y="4905"/>
                  </a:lnTo>
                  <a:lnTo>
                    <a:pt x="10619" y="4750"/>
                  </a:lnTo>
                  <a:lnTo>
                    <a:pt x="10233" y="4596"/>
                  </a:lnTo>
                  <a:lnTo>
                    <a:pt x="9886" y="4480"/>
                  </a:lnTo>
                  <a:lnTo>
                    <a:pt x="9499" y="4403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186" y="1584"/>
                  </a:lnTo>
                  <a:lnTo>
                    <a:pt x="7839" y="1275"/>
                  </a:lnTo>
                  <a:lnTo>
                    <a:pt x="7453" y="966"/>
                  </a:lnTo>
                  <a:lnTo>
                    <a:pt x="7067" y="734"/>
                  </a:lnTo>
                  <a:lnTo>
                    <a:pt x="6603" y="503"/>
                  </a:lnTo>
                  <a:lnTo>
                    <a:pt x="6178" y="348"/>
                  </a:lnTo>
                  <a:lnTo>
                    <a:pt x="5715" y="194"/>
                  </a:lnTo>
                  <a:lnTo>
                    <a:pt x="5290" y="78"/>
                  </a:lnTo>
                  <a:lnTo>
                    <a:pt x="482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21"/>
            <p:cNvSpPr/>
            <p:nvPr/>
          </p:nvSpPr>
          <p:spPr>
            <a:xfrm>
              <a:off x="1849325" y="1901275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7" y="1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6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1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7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0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4" y="7299"/>
                  </a:lnTo>
                  <a:lnTo>
                    <a:pt x="14712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3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3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9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4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6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21"/>
            <p:cNvSpPr/>
            <p:nvPr/>
          </p:nvSpPr>
          <p:spPr>
            <a:xfrm>
              <a:off x="1935225" y="191092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503" y="1"/>
                  </a:move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40" y="541"/>
                  </a:lnTo>
                  <a:lnTo>
                    <a:pt x="1" y="734"/>
                  </a:lnTo>
                  <a:lnTo>
                    <a:pt x="40" y="927"/>
                  </a:lnTo>
                  <a:lnTo>
                    <a:pt x="117" y="1082"/>
                  </a:lnTo>
                  <a:lnTo>
                    <a:pt x="194" y="1159"/>
                  </a:lnTo>
                  <a:lnTo>
                    <a:pt x="348" y="1159"/>
                  </a:lnTo>
                  <a:lnTo>
                    <a:pt x="426" y="1043"/>
                  </a:lnTo>
                  <a:lnTo>
                    <a:pt x="426" y="1005"/>
                  </a:lnTo>
                  <a:lnTo>
                    <a:pt x="387" y="927"/>
                  </a:lnTo>
                  <a:lnTo>
                    <a:pt x="387" y="850"/>
                  </a:lnTo>
                  <a:lnTo>
                    <a:pt x="348" y="773"/>
                  </a:lnTo>
                  <a:lnTo>
                    <a:pt x="426" y="580"/>
                  </a:lnTo>
                  <a:lnTo>
                    <a:pt x="542" y="425"/>
                  </a:lnTo>
                  <a:lnTo>
                    <a:pt x="619" y="387"/>
                  </a:lnTo>
                  <a:lnTo>
                    <a:pt x="773" y="387"/>
                  </a:lnTo>
                  <a:lnTo>
                    <a:pt x="850" y="425"/>
                  </a:lnTo>
                  <a:lnTo>
                    <a:pt x="966" y="580"/>
                  </a:lnTo>
                  <a:lnTo>
                    <a:pt x="1005" y="657"/>
                  </a:lnTo>
                  <a:lnTo>
                    <a:pt x="1005" y="734"/>
                  </a:lnTo>
                  <a:lnTo>
                    <a:pt x="966" y="927"/>
                  </a:lnTo>
                  <a:lnTo>
                    <a:pt x="966" y="1005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82" y="1159"/>
                  </a:lnTo>
                  <a:lnTo>
                    <a:pt x="1198" y="1159"/>
                  </a:lnTo>
                  <a:lnTo>
                    <a:pt x="1275" y="1121"/>
                  </a:lnTo>
                  <a:lnTo>
                    <a:pt x="1314" y="1082"/>
                  </a:lnTo>
                  <a:lnTo>
                    <a:pt x="1391" y="889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48"/>
                  </a:lnTo>
                  <a:lnTo>
                    <a:pt x="1198" y="194"/>
                  </a:lnTo>
                  <a:lnTo>
                    <a:pt x="1044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21"/>
            <p:cNvSpPr/>
            <p:nvPr/>
          </p:nvSpPr>
          <p:spPr>
            <a:xfrm>
              <a:off x="6081500" y="1911900"/>
              <a:ext cx="255850" cy="266475"/>
            </a:xfrm>
            <a:custGeom>
              <a:avLst/>
              <a:gdLst/>
              <a:ahLst/>
              <a:cxnLst/>
              <a:rect l="l" t="t" r="r" b="b"/>
              <a:pathLst>
                <a:path w="10234" h="10659" extrusionOk="0">
                  <a:moveTo>
                    <a:pt x="8303" y="7299"/>
                  </a:moveTo>
                  <a:lnTo>
                    <a:pt x="8535" y="7376"/>
                  </a:lnTo>
                  <a:lnTo>
                    <a:pt x="8766" y="7453"/>
                  </a:lnTo>
                  <a:lnTo>
                    <a:pt x="8998" y="7569"/>
                  </a:lnTo>
                  <a:lnTo>
                    <a:pt x="9191" y="7723"/>
                  </a:lnTo>
                  <a:lnTo>
                    <a:pt x="9384" y="7878"/>
                  </a:lnTo>
                  <a:lnTo>
                    <a:pt x="9539" y="8109"/>
                  </a:lnTo>
                  <a:lnTo>
                    <a:pt x="9655" y="8341"/>
                  </a:lnTo>
                  <a:lnTo>
                    <a:pt x="9693" y="8573"/>
                  </a:lnTo>
                  <a:lnTo>
                    <a:pt x="9732" y="8843"/>
                  </a:lnTo>
                  <a:lnTo>
                    <a:pt x="9693" y="9152"/>
                  </a:lnTo>
                  <a:lnTo>
                    <a:pt x="9577" y="9422"/>
                  </a:lnTo>
                  <a:lnTo>
                    <a:pt x="9423" y="9654"/>
                  </a:lnTo>
                  <a:lnTo>
                    <a:pt x="9230" y="9847"/>
                  </a:lnTo>
                  <a:lnTo>
                    <a:pt x="8959" y="10002"/>
                  </a:lnTo>
                  <a:lnTo>
                    <a:pt x="8728" y="10117"/>
                  </a:lnTo>
                  <a:lnTo>
                    <a:pt x="8419" y="10156"/>
                  </a:lnTo>
                  <a:lnTo>
                    <a:pt x="8149" y="10156"/>
                  </a:lnTo>
                  <a:lnTo>
                    <a:pt x="7878" y="10079"/>
                  </a:lnTo>
                  <a:lnTo>
                    <a:pt x="7647" y="9963"/>
                  </a:lnTo>
                  <a:lnTo>
                    <a:pt x="7415" y="9770"/>
                  </a:lnTo>
                  <a:lnTo>
                    <a:pt x="7222" y="9577"/>
                  </a:lnTo>
                  <a:lnTo>
                    <a:pt x="7067" y="9345"/>
                  </a:lnTo>
                  <a:lnTo>
                    <a:pt x="6990" y="9075"/>
                  </a:lnTo>
                  <a:lnTo>
                    <a:pt x="6951" y="8805"/>
                  </a:lnTo>
                  <a:lnTo>
                    <a:pt x="6990" y="8496"/>
                  </a:lnTo>
                  <a:lnTo>
                    <a:pt x="7067" y="8264"/>
                  </a:lnTo>
                  <a:lnTo>
                    <a:pt x="7183" y="8071"/>
                  </a:lnTo>
                  <a:lnTo>
                    <a:pt x="7338" y="7878"/>
                  </a:lnTo>
                  <a:lnTo>
                    <a:pt x="7531" y="7723"/>
                  </a:lnTo>
                  <a:lnTo>
                    <a:pt x="7762" y="7569"/>
                  </a:lnTo>
                  <a:lnTo>
                    <a:pt x="8187" y="7337"/>
                  </a:lnTo>
                  <a:lnTo>
                    <a:pt x="8264" y="7299"/>
                  </a:lnTo>
                  <a:close/>
                  <a:moveTo>
                    <a:pt x="2897" y="0"/>
                  </a:moveTo>
                  <a:lnTo>
                    <a:pt x="2704" y="39"/>
                  </a:lnTo>
                  <a:lnTo>
                    <a:pt x="2665" y="78"/>
                  </a:lnTo>
                  <a:lnTo>
                    <a:pt x="2665" y="1313"/>
                  </a:lnTo>
                  <a:lnTo>
                    <a:pt x="2665" y="2588"/>
                  </a:lnTo>
                  <a:lnTo>
                    <a:pt x="2704" y="3823"/>
                  </a:lnTo>
                  <a:lnTo>
                    <a:pt x="2742" y="5059"/>
                  </a:lnTo>
                  <a:lnTo>
                    <a:pt x="2936" y="7492"/>
                  </a:lnTo>
                  <a:lnTo>
                    <a:pt x="2936" y="8148"/>
                  </a:lnTo>
                  <a:lnTo>
                    <a:pt x="2974" y="8457"/>
                  </a:lnTo>
                  <a:lnTo>
                    <a:pt x="3013" y="8611"/>
                  </a:lnTo>
                  <a:lnTo>
                    <a:pt x="3090" y="8766"/>
                  </a:lnTo>
                  <a:lnTo>
                    <a:pt x="1584" y="8689"/>
                  </a:lnTo>
                  <a:lnTo>
                    <a:pt x="1" y="8689"/>
                  </a:lnTo>
                  <a:lnTo>
                    <a:pt x="39" y="8998"/>
                  </a:lnTo>
                  <a:lnTo>
                    <a:pt x="812" y="9113"/>
                  </a:lnTo>
                  <a:lnTo>
                    <a:pt x="1584" y="9152"/>
                  </a:lnTo>
                  <a:lnTo>
                    <a:pt x="3167" y="9229"/>
                  </a:lnTo>
                  <a:lnTo>
                    <a:pt x="4866" y="9306"/>
                  </a:lnTo>
                  <a:lnTo>
                    <a:pt x="5677" y="9306"/>
                  </a:lnTo>
                  <a:lnTo>
                    <a:pt x="6527" y="9229"/>
                  </a:lnTo>
                  <a:lnTo>
                    <a:pt x="6643" y="9538"/>
                  </a:lnTo>
                  <a:lnTo>
                    <a:pt x="6797" y="9847"/>
                  </a:lnTo>
                  <a:lnTo>
                    <a:pt x="6990" y="10079"/>
                  </a:lnTo>
                  <a:lnTo>
                    <a:pt x="7260" y="10310"/>
                  </a:lnTo>
                  <a:lnTo>
                    <a:pt x="7531" y="10465"/>
                  </a:lnTo>
                  <a:lnTo>
                    <a:pt x="7840" y="10581"/>
                  </a:lnTo>
                  <a:lnTo>
                    <a:pt x="8149" y="10658"/>
                  </a:lnTo>
                  <a:lnTo>
                    <a:pt x="8457" y="10658"/>
                  </a:lnTo>
                  <a:lnTo>
                    <a:pt x="8766" y="10619"/>
                  </a:lnTo>
                  <a:lnTo>
                    <a:pt x="9075" y="10504"/>
                  </a:lnTo>
                  <a:lnTo>
                    <a:pt x="9346" y="10388"/>
                  </a:lnTo>
                  <a:lnTo>
                    <a:pt x="9577" y="10195"/>
                  </a:lnTo>
                  <a:lnTo>
                    <a:pt x="9809" y="9963"/>
                  </a:lnTo>
                  <a:lnTo>
                    <a:pt x="9963" y="9693"/>
                  </a:lnTo>
                  <a:lnTo>
                    <a:pt x="10118" y="9422"/>
                  </a:lnTo>
                  <a:lnTo>
                    <a:pt x="10195" y="9113"/>
                  </a:lnTo>
                  <a:lnTo>
                    <a:pt x="10234" y="9113"/>
                  </a:lnTo>
                  <a:lnTo>
                    <a:pt x="10234" y="8766"/>
                  </a:lnTo>
                  <a:lnTo>
                    <a:pt x="10195" y="8380"/>
                  </a:lnTo>
                  <a:lnTo>
                    <a:pt x="10041" y="8071"/>
                  </a:lnTo>
                  <a:lnTo>
                    <a:pt x="9886" y="7762"/>
                  </a:lnTo>
                  <a:lnTo>
                    <a:pt x="9655" y="7492"/>
                  </a:lnTo>
                  <a:lnTo>
                    <a:pt x="9346" y="7260"/>
                  </a:lnTo>
                  <a:lnTo>
                    <a:pt x="9037" y="7105"/>
                  </a:lnTo>
                  <a:lnTo>
                    <a:pt x="8689" y="7028"/>
                  </a:lnTo>
                  <a:lnTo>
                    <a:pt x="8342" y="6990"/>
                  </a:lnTo>
                  <a:lnTo>
                    <a:pt x="8226" y="7067"/>
                  </a:lnTo>
                  <a:lnTo>
                    <a:pt x="8187" y="7028"/>
                  </a:lnTo>
                  <a:lnTo>
                    <a:pt x="8110" y="6990"/>
                  </a:lnTo>
                  <a:lnTo>
                    <a:pt x="7955" y="6990"/>
                  </a:lnTo>
                  <a:lnTo>
                    <a:pt x="7762" y="7028"/>
                  </a:lnTo>
                  <a:lnTo>
                    <a:pt x="7453" y="7144"/>
                  </a:lnTo>
                  <a:lnTo>
                    <a:pt x="7183" y="7337"/>
                  </a:lnTo>
                  <a:lnTo>
                    <a:pt x="6951" y="7569"/>
                  </a:lnTo>
                  <a:lnTo>
                    <a:pt x="6758" y="7878"/>
                  </a:lnTo>
                  <a:lnTo>
                    <a:pt x="6604" y="8187"/>
                  </a:lnTo>
                  <a:lnTo>
                    <a:pt x="6488" y="8496"/>
                  </a:lnTo>
                  <a:lnTo>
                    <a:pt x="6488" y="8843"/>
                  </a:lnTo>
                  <a:lnTo>
                    <a:pt x="5716" y="8766"/>
                  </a:lnTo>
                  <a:lnTo>
                    <a:pt x="3476" y="8766"/>
                  </a:lnTo>
                  <a:lnTo>
                    <a:pt x="3515" y="8689"/>
                  </a:lnTo>
                  <a:lnTo>
                    <a:pt x="3515" y="8650"/>
                  </a:lnTo>
                  <a:lnTo>
                    <a:pt x="3476" y="8573"/>
                  </a:lnTo>
                  <a:lnTo>
                    <a:pt x="3438" y="8496"/>
                  </a:lnTo>
                  <a:lnTo>
                    <a:pt x="3399" y="8457"/>
                  </a:lnTo>
                  <a:lnTo>
                    <a:pt x="3322" y="8457"/>
                  </a:lnTo>
                  <a:lnTo>
                    <a:pt x="3244" y="8496"/>
                  </a:lnTo>
                  <a:lnTo>
                    <a:pt x="3322" y="8380"/>
                  </a:lnTo>
                  <a:lnTo>
                    <a:pt x="3322" y="8225"/>
                  </a:lnTo>
                  <a:lnTo>
                    <a:pt x="3322" y="8071"/>
                  </a:lnTo>
                  <a:lnTo>
                    <a:pt x="3283" y="7955"/>
                  </a:lnTo>
                  <a:lnTo>
                    <a:pt x="3244" y="7337"/>
                  </a:lnTo>
                  <a:lnTo>
                    <a:pt x="3167" y="6410"/>
                  </a:lnTo>
                  <a:lnTo>
                    <a:pt x="3051" y="4325"/>
                  </a:lnTo>
                  <a:lnTo>
                    <a:pt x="2974" y="2201"/>
                  </a:lnTo>
                  <a:lnTo>
                    <a:pt x="2897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21"/>
            <p:cNvSpPr/>
            <p:nvPr/>
          </p:nvSpPr>
          <p:spPr>
            <a:xfrm>
              <a:off x="2715250" y="1912850"/>
              <a:ext cx="147725" cy="161250"/>
            </a:xfrm>
            <a:custGeom>
              <a:avLst/>
              <a:gdLst/>
              <a:ahLst/>
              <a:cxnLst/>
              <a:rect l="l" t="t" r="r" b="b"/>
              <a:pathLst>
                <a:path w="5909" h="6450" extrusionOk="0">
                  <a:moveTo>
                    <a:pt x="2781" y="503"/>
                  </a:moveTo>
                  <a:lnTo>
                    <a:pt x="3283" y="580"/>
                  </a:lnTo>
                  <a:lnTo>
                    <a:pt x="3746" y="735"/>
                  </a:lnTo>
                  <a:lnTo>
                    <a:pt x="4210" y="966"/>
                  </a:lnTo>
                  <a:lnTo>
                    <a:pt x="4403" y="1082"/>
                  </a:lnTo>
                  <a:lnTo>
                    <a:pt x="4596" y="1275"/>
                  </a:lnTo>
                  <a:lnTo>
                    <a:pt x="4750" y="1468"/>
                  </a:lnTo>
                  <a:lnTo>
                    <a:pt x="4943" y="1661"/>
                  </a:lnTo>
                  <a:lnTo>
                    <a:pt x="5059" y="1893"/>
                  </a:lnTo>
                  <a:lnTo>
                    <a:pt x="5175" y="2125"/>
                  </a:lnTo>
                  <a:lnTo>
                    <a:pt x="5330" y="2588"/>
                  </a:lnTo>
                  <a:lnTo>
                    <a:pt x="5407" y="3052"/>
                  </a:lnTo>
                  <a:lnTo>
                    <a:pt x="5407" y="3515"/>
                  </a:lnTo>
                  <a:lnTo>
                    <a:pt x="5368" y="4017"/>
                  </a:lnTo>
                  <a:lnTo>
                    <a:pt x="5214" y="4442"/>
                  </a:lnTo>
                  <a:lnTo>
                    <a:pt x="4982" y="4866"/>
                  </a:lnTo>
                  <a:lnTo>
                    <a:pt x="4828" y="5059"/>
                  </a:lnTo>
                  <a:lnTo>
                    <a:pt x="4673" y="5253"/>
                  </a:lnTo>
                  <a:lnTo>
                    <a:pt x="4480" y="5407"/>
                  </a:lnTo>
                  <a:lnTo>
                    <a:pt x="4287" y="5561"/>
                  </a:lnTo>
                  <a:lnTo>
                    <a:pt x="4017" y="5716"/>
                  </a:lnTo>
                  <a:lnTo>
                    <a:pt x="3746" y="5832"/>
                  </a:lnTo>
                  <a:lnTo>
                    <a:pt x="3515" y="5909"/>
                  </a:lnTo>
                  <a:lnTo>
                    <a:pt x="3244" y="5948"/>
                  </a:lnTo>
                  <a:lnTo>
                    <a:pt x="2742" y="5948"/>
                  </a:lnTo>
                  <a:lnTo>
                    <a:pt x="2511" y="5870"/>
                  </a:lnTo>
                  <a:lnTo>
                    <a:pt x="2279" y="5793"/>
                  </a:lnTo>
                  <a:lnTo>
                    <a:pt x="2047" y="5677"/>
                  </a:lnTo>
                  <a:lnTo>
                    <a:pt x="1816" y="5561"/>
                  </a:lnTo>
                  <a:lnTo>
                    <a:pt x="1623" y="5407"/>
                  </a:lnTo>
                  <a:lnTo>
                    <a:pt x="1429" y="5214"/>
                  </a:lnTo>
                  <a:lnTo>
                    <a:pt x="1082" y="4828"/>
                  </a:lnTo>
                  <a:lnTo>
                    <a:pt x="812" y="4364"/>
                  </a:lnTo>
                  <a:lnTo>
                    <a:pt x="619" y="3862"/>
                  </a:lnTo>
                  <a:lnTo>
                    <a:pt x="464" y="3322"/>
                  </a:lnTo>
                  <a:lnTo>
                    <a:pt x="426" y="2820"/>
                  </a:lnTo>
                  <a:lnTo>
                    <a:pt x="426" y="2550"/>
                  </a:lnTo>
                  <a:lnTo>
                    <a:pt x="464" y="2279"/>
                  </a:lnTo>
                  <a:lnTo>
                    <a:pt x="503" y="2048"/>
                  </a:lnTo>
                  <a:lnTo>
                    <a:pt x="619" y="1777"/>
                  </a:lnTo>
                  <a:lnTo>
                    <a:pt x="696" y="1584"/>
                  </a:lnTo>
                  <a:lnTo>
                    <a:pt x="850" y="1352"/>
                  </a:lnTo>
                  <a:lnTo>
                    <a:pt x="1005" y="1159"/>
                  </a:lnTo>
                  <a:lnTo>
                    <a:pt x="1198" y="966"/>
                  </a:lnTo>
                  <a:lnTo>
                    <a:pt x="1429" y="812"/>
                  </a:lnTo>
                  <a:lnTo>
                    <a:pt x="1700" y="657"/>
                  </a:lnTo>
                  <a:lnTo>
                    <a:pt x="1738" y="619"/>
                  </a:lnTo>
                  <a:lnTo>
                    <a:pt x="1738" y="580"/>
                  </a:lnTo>
                  <a:lnTo>
                    <a:pt x="2240" y="503"/>
                  </a:lnTo>
                  <a:close/>
                  <a:moveTo>
                    <a:pt x="2588" y="1"/>
                  </a:moveTo>
                  <a:lnTo>
                    <a:pt x="2279" y="40"/>
                  </a:lnTo>
                  <a:lnTo>
                    <a:pt x="1970" y="78"/>
                  </a:lnTo>
                  <a:lnTo>
                    <a:pt x="1661" y="155"/>
                  </a:lnTo>
                  <a:lnTo>
                    <a:pt x="1391" y="233"/>
                  </a:lnTo>
                  <a:lnTo>
                    <a:pt x="1314" y="310"/>
                  </a:lnTo>
                  <a:lnTo>
                    <a:pt x="1236" y="387"/>
                  </a:lnTo>
                  <a:lnTo>
                    <a:pt x="1236" y="464"/>
                  </a:lnTo>
                  <a:lnTo>
                    <a:pt x="1275" y="542"/>
                  </a:lnTo>
                  <a:lnTo>
                    <a:pt x="1005" y="657"/>
                  </a:lnTo>
                  <a:lnTo>
                    <a:pt x="773" y="850"/>
                  </a:lnTo>
                  <a:lnTo>
                    <a:pt x="580" y="1044"/>
                  </a:lnTo>
                  <a:lnTo>
                    <a:pt x="426" y="1237"/>
                  </a:lnTo>
                  <a:lnTo>
                    <a:pt x="271" y="1468"/>
                  </a:lnTo>
                  <a:lnTo>
                    <a:pt x="155" y="1700"/>
                  </a:lnTo>
                  <a:lnTo>
                    <a:pt x="78" y="1970"/>
                  </a:lnTo>
                  <a:lnTo>
                    <a:pt x="39" y="2241"/>
                  </a:lnTo>
                  <a:lnTo>
                    <a:pt x="1" y="2511"/>
                  </a:lnTo>
                  <a:lnTo>
                    <a:pt x="1" y="2781"/>
                  </a:lnTo>
                  <a:lnTo>
                    <a:pt x="39" y="3360"/>
                  </a:lnTo>
                  <a:lnTo>
                    <a:pt x="155" y="3901"/>
                  </a:lnTo>
                  <a:lnTo>
                    <a:pt x="387" y="4442"/>
                  </a:lnTo>
                  <a:lnTo>
                    <a:pt x="696" y="5021"/>
                  </a:lnTo>
                  <a:lnTo>
                    <a:pt x="889" y="5253"/>
                  </a:lnTo>
                  <a:lnTo>
                    <a:pt x="1082" y="5484"/>
                  </a:lnTo>
                  <a:lnTo>
                    <a:pt x="1275" y="5716"/>
                  </a:lnTo>
                  <a:lnTo>
                    <a:pt x="1507" y="5909"/>
                  </a:lnTo>
                  <a:lnTo>
                    <a:pt x="1738" y="6063"/>
                  </a:lnTo>
                  <a:lnTo>
                    <a:pt x="2009" y="6179"/>
                  </a:lnTo>
                  <a:lnTo>
                    <a:pt x="2240" y="6295"/>
                  </a:lnTo>
                  <a:lnTo>
                    <a:pt x="2511" y="6372"/>
                  </a:lnTo>
                  <a:lnTo>
                    <a:pt x="2820" y="6411"/>
                  </a:lnTo>
                  <a:lnTo>
                    <a:pt x="3090" y="6450"/>
                  </a:lnTo>
                  <a:lnTo>
                    <a:pt x="3399" y="6411"/>
                  </a:lnTo>
                  <a:lnTo>
                    <a:pt x="3669" y="6334"/>
                  </a:lnTo>
                  <a:lnTo>
                    <a:pt x="3978" y="6218"/>
                  </a:lnTo>
                  <a:lnTo>
                    <a:pt x="4326" y="6102"/>
                  </a:lnTo>
                  <a:lnTo>
                    <a:pt x="4557" y="5909"/>
                  </a:lnTo>
                  <a:lnTo>
                    <a:pt x="4828" y="5716"/>
                  </a:lnTo>
                  <a:lnTo>
                    <a:pt x="5021" y="5523"/>
                  </a:lnTo>
                  <a:lnTo>
                    <a:pt x="5214" y="5291"/>
                  </a:lnTo>
                  <a:lnTo>
                    <a:pt x="5407" y="5059"/>
                  </a:lnTo>
                  <a:lnTo>
                    <a:pt x="5561" y="4789"/>
                  </a:lnTo>
                  <a:lnTo>
                    <a:pt x="5677" y="4519"/>
                  </a:lnTo>
                  <a:lnTo>
                    <a:pt x="5754" y="4249"/>
                  </a:lnTo>
                  <a:lnTo>
                    <a:pt x="5832" y="3940"/>
                  </a:lnTo>
                  <a:lnTo>
                    <a:pt x="5870" y="3669"/>
                  </a:lnTo>
                  <a:lnTo>
                    <a:pt x="5909" y="3360"/>
                  </a:lnTo>
                  <a:lnTo>
                    <a:pt x="5870" y="3052"/>
                  </a:lnTo>
                  <a:lnTo>
                    <a:pt x="5832" y="2743"/>
                  </a:lnTo>
                  <a:lnTo>
                    <a:pt x="5793" y="2472"/>
                  </a:lnTo>
                  <a:lnTo>
                    <a:pt x="5716" y="2163"/>
                  </a:lnTo>
                  <a:lnTo>
                    <a:pt x="5600" y="1893"/>
                  </a:lnTo>
                  <a:lnTo>
                    <a:pt x="5445" y="1584"/>
                  </a:lnTo>
                  <a:lnTo>
                    <a:pt x="5252" y="1352"/>
                  </a:lnTo>
                  <a:lnTo>
                    <a:pt x="5059" y="1082"/>
                  </a:lnTo>
                  <a:lnTo>
                    <a:pt x="4828" y="889"/>
                  </a:lnTo>
                  <a:lnTo>
                    <a:pt x="4596" y="696"/>
                  </a:lnTo>
                  <a:lnTo>
                    <a:pt x="4364" y="503"/>
                  </a:lnTo>
                  <a:lnTo>
                    <a:pt x="4094" y="348"/>
                  </a:lnTo>
                  <a:lnTo>
                    <a:pt x="3785" y="233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40"/>
                  </a:lnTo>
                  <a:lnTo>
                    <a:pt x="25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21"/>
            <p:cNvSpPr/>
            <p:nvPr/>
          </p:nvSpPr>
          <p:spPr>
            <a:xfrm>
              <a:off x="1882150" y="19148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6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3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3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3" y="464"/>
                  </a:lnTo>
                  <a:lnTo>
                    <a:pt x="541" y="386"/>
                  </a:lnTo>
                  <a:lnTo>
                    <a:pt x="772" y="386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5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4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4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21"/>
            <p:cNvSpPr/>
            <p:nvPr/>
          </p:nvSpPr>
          <p:spPr>
            <a:xfrm>
              <a:off x="6734100" y="1914800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0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8"/>
                  </a:lnTo>
                  <a:lnTo>
                    <a:pt x="116" y="5059"/>
                  </a:lnTo>
                  <a:lnTo>
                    <a:pt x="0" y="6719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6" y="77"/>
                  </a:lnTo>
                  <a:lnTo>
                    <a:pt x="1236" y="39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21"/>
            <p:cNvSpPr/>
            <p:nvPr/>
          </p:nvSpPr>
          <p:spPr>
            <a:xfrm>
              <a:off x="668675" y="1916725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0"/>
                  </a:moveTo>
                  <a:lnTo>
                    <a:pt x="11469" y="78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7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438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1" y="6681"/>
                  </a:lnTo>
                  <a:lnTo>
                    <a:pt x="13515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8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3"/>
                  </a:lnTo>
                  <a:lnTo>
                    <a:pt x="1081" y="10697"/>
                  </a:lnTo>
                  <a:lnTo>
                    <a:pt x="811" y="10542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6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0" y="9886"/>
                  </a:lnTo>
                  <a:lnTo>
                    <a:pt x="39" y="10117"/>
                  </a:lnTo>
                  <a:lnTo>
                    <a:pt x="77" y="10311"/>
                  </a:lnTo>
                  <a:lnTo>
                    <a:pt x="193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1" y="11353"/>
                  </a:lnTo>
                  <a:lnTo>
                    <a:pt x="2626" y="11430"/>
                  </a:lnTo>
                  <a:lnTo>
                    <a:pt x="3321" y="11508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8"/>
                  </a:lnTo>
                  <a:lnTo>
                    <a:pt x="6063" y="11430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4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7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7" y="6565"/>
                  </a:lnTo>
                  <a:lnTo>
                    <a:pt x="14017" y="6333"/>
                  </a:lnTo>
                  <a:lnTo>
                    <a:pt x="14017" y="6140"/>
                  </a:lnTo>
                  <a:lnTo>
                    <a:pt x="13940" y="5908"/>
                  </a:lnTo>
                  <a:lnTo>
                    <a:pt x="13863" y="5715"/>
                  </a:lnTo>
                  <a:lnTo>
                    <a:pt x="13747" y="5522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6"/>
                  </a:lnTo>
                  <a:lnTo>
                    <a:pt x="13091" y="5136"/>
                  </a:lnTo>
                  <a:lnTo>
                    <a:pt x="12820" y="3823"/>
                  </a:lnTo>
                  <a:lnTo>
                    <a:pt x="12511" y="2549"/>
                  </a:lnTo>
                  <a:lnTo>
                    <a:pt x="12164" y="1275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21"/>
            <p:cNvSpPr/>
            <p:nvPr/>
          </p:nvSpPr>
          <p:spPr>
            <a:xfrm>
              <a:off x="6761125" y="19167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5" y="5098"/>
                  </a:lnTo>
                  <a:lnTo>
                    <a:pt x="4326" y="5445"/>
                  </a:lnTo>
                  <a:lnTo>
                    <a:pt x="4634" y="5793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3" y="4866"/>
                  </a:lnTo>
                  <a:lnTo>
                    <a:pt x="3862" y="4171"/>
                  </a:lnTo>
                  <a:lnTo>
                    <a:pt x="2704" y="2781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21"/>
            <p:cNvSpPr/>
            <p:nvPr/>
          </p:nvSpPr>
          <p:spPr>
            <a:xfrm>
              <a:off x="5030225" y="191865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21"/>
            <p:cNvSpPr/>
            <p:nvPr/>
          </p:nvSpPr>
          <p:spPr>
            <a:xfrm>
              <a:off x="6615350" y="1924450"/>
              <a:ext cx="61825" cy="160275"/>
            </a:xfrm>
            <a:custGeom>
              <a:avLst/>
              <a:gdLst/>
              <a:ahLst/>
              <a:cxnLst/>
              <a:rect l="l" t="t" r="r" b="b"/>
              <a:pathLst>
                <a:path w="2473" h="6411" extrusionOk="0">
                  <a:moveTo>
                    <a:pt x="310" y="0"/>
                  </a:moveTo>
                  <a:lnTo>
                    <a:pt x="1" y="78"/>
                  </a:lnTo>
                  <a:lnTo>
                    <a:pt x="194" y="927"/>
                  </a:lnTo>
                  <a:lnTo>
                    <a:pt x="426" y="1777"/>
                  </a:lnTo>
                  <a:lnTo>
                    <a:pt x="657" y="2626"/>
                  </a:lnTo>
                  <a:lnTo>
                    <a:pt x="928" y="3476"/>
                  </a:lnTo>
                  <a:lnTo>
                    <a:pt x="1507" y="5097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2" y="6140"/>
                  </a:lnTo>
                  <a:lnTo>
                    <a:pt x="2086" y="6333"/>
                  </a:lnTo>
                  <a:lnTo>
                    <a:pt x="2125" y="6410"/>
                  </a:lnTo>
                  <a:lnTo>
                    <a:pt x="2318" y="6410"/>
                  </a:lnTo>
                  <a:lnTo>
                    <a:pt x="2356" y="6333"/>
                  </a:lnTo>
                  <a:lnTo>
                    <a:pt x="2434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5" y="5599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21"/>
            <p:cNvSpPr/>
            <p:nvPr/>
          </p:nvSpPr>
          <p:spPr>
            <a:xfrm>
              <a:off x="3366875" y="19263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1" y="2317"/>
                  </a:lnTo>
                  <a:lnTo>
                    <a:pt x="6449" y="3901"/>
                  </a:lnTo>
                  <a:lnTo>
                    <a:pt x="6527" y="6990"/>
                  </a:lnTo>
                  <a:lnTo>
                    <a:pt x="3515" y="6758"/>
                  </a:lnTo>
                  <a:lnTo>
                    <a:pt x="2009" y="6642"/>
                  </a:lnTo>
                  <a:lnTo>
                    <a:pt x="503" y="6604"/>
                  </a:lnTo>
                  <a:lnTo>
                    <a:pt x="1352" y="5986"/>
                  </a:lnTo>
                  <a:lnTo>
                    <a:pt x="2202" y="5291"/>
                  </a:lnTo>
                  <a:lnTo>
                    <a:pt x="2974" y="4557"/>
                  </a:lnTo>
                  <a:lnTo>
                    <a:pt x="3708" y="3823"/>
                  </a:lnTo>
                  <a:lnTo>
                    <a:pt x="4441" y="3090"/>
                  </a:lnTo>
                  <a:lnTo>
                    <a:pt x="5137" y="2356"/>
                  </a:lnTo>
                  <a:lnTo>
                    <a:pt x="5793" y="1584"/>
                  </a:lnTo>
                  <a:lnTo>
                    <a:pt x="6449" y="773"/>
                  </a:lnTo>
                  <a:close/>
                  <a:moveTo>
                    <a:pt x="6720" y="1"/>
                  </a:moveTo>
                  <a:lnTo>
                    <a:pt x="6643" y="39"/>
                  </a:lnTo>
                  <a:lnTo>
                    <a:pt x="6565" y="39"/>
                  </a:lnTo>
                  <a:lnTo>
                    <a:pt x="6488" y="116"/>
                  </a:lnTo>
                  <a:lnTo>
                    <a:pt x="4982" y="1854"/>
                  </a:lnTo>
                  <a:lnTo>
                    <a:pt x="4210" y="2704"/>
                  </a:lnTo>
                  <a:lnTo>
                    <a:pt x="3438" y="3515"/>
                  </a:lnTo>
                  <a:lnTo>
                    <a:pt x="2588" y="4287"/>
                  </a:lnTo>
                  <a:lnTo>
                    <a:pt x="1738" y="5059"/>
                  </a:lnTo>
                  <a:lnTo>
                    <a:pt x="889" y="5793"/>
                  </a:lnTo>
                  <a:lnTo>
                    <a:pt x="39" y="6604"/>
                  </a:lnTo>
                  <a:lnTo>
                    <a:pt x="1" y="6642"/>
                  </a:lnTo>
                  <a:lnTo>
                    <a:pt x="1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1" y="6913"/>
                  </a:lnTo>
                  <a:lnTo>
                    <a:pt x="39" y="6990"/>
                  </a:lnTo>
                  <a:lnTo>
                    <a:pt x="117" y="7144"/>
                  </a:lnTo>
                  <a:lnTo>
                    <a:pt x="387" y="6990"/>
                  </a:lnTo>
                  <a:lnTo>
                    <a:pt x="1893" y="7144"/>
                  </a:lnTo>
                  <a:lnTo>
                    <a:pt x="3438" y="7299"/>
                  </a:lnTo>
                  <a:lnTo>
                    <a:pt x="6527" y="7453"/>
                  </a:lnTo>
                  <a:lnTo>
                    <a:pt x="6565" y="9307"/>
                  </a:lnTo>
                  <a:lnTo>
                    <a:pt x="6527" y="12628"/>
                  </a:lnTo>
                  <a:lnTo>
                    <a:pt x="6951" y="12628"/>
                  </a:lnTo>
                  <a:lnTo>
                    <a:pt x="6990" y="9461"/>
                  </a:lnTo>
                  <a:lnTo>
                    <a:pt x="6990" y="7492"/>
                  </a:lnTo>
                  <a:lnTo>
                    <a:pt x="8651" y="7569"/>
                  </a:lnTo>
                  <a:lnTo>
                    <a:pt x="10311" y="7646"/>
                  </a:lnTo>
                  <a:lnTo>
                    <a:pt x="10311" y="7183"/>
                  </a:lnTo>
                  <a:lnTo>
                    <a:pt x="8651" y="7106"/>
                  </a:lnTo>
                  <a:lnTo>
                    <a:pt x="6990" y="7028"/>
                  </a:lnTo>
                  <a:lnTo>
                    <a:pt x="7029" y="5368"/>
                  </a:lnTo>
                  <a:lnTo>
                    <a:pt x="6990" y="3708"/>
                  </a:lnTo>
                  <a:lnTo>
                    <a:pt x="6951" y="2047"/>
                  </a:lnTo>
                  <a:lnTo>
                    <a:pt x="6797" y="387"/>
                  </a:lnTo>
                  <a:lnTo>
                    <a:pt x="6990" y="194"/>
                  </a:lnTo>
                  <a:lnTo>
                    <a:pt x="6836" y="39"/>
                  </a:lnTo>
                  <a:lnTo>
                    <a:pt x="67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21"/>
            <p:cNvSpPr/>
            <p:nvPr/>
          </p:nvSpPr>
          <p:spPr>
            <a:xfrm>
              <a:off x="6625000" y="1926375"/>
              <a:ext cx="355300" cy="170900"/>
            </a:xfrm>
            <a:custGeom>
              <a:avLst/>
              <a:gdLst/>
              <a:ahLst/>
              <a:cxnLst/>
              <a:rect l="l" t="t" r="r" b="b"/>
              <a:pathLst>
                <a:path w="14212" h="6836" extrusionOk="0">
                  <a:moveTo>
                    <a:pt x="117" y="1"/>
                  </a:moveTo>
                  <a:lnTo>
                    <a:pt x="1" y="39"/>
                  </a:lnTo>
                  <a:lnTo>
                    <a:pt x="1970" y="3206"/>
                  </a:lnTo>
                  <a:lnTo>
                    <a:pt x="4056" y="6333"/>
                  </a:lnTo>
                  <a:lnTo>
                    <a:pt x="3554" y="6295"/>
                  </a:lnTo>
                  <a:lnTo>
                    <a:pt x="3052" y="6179"/>
                  </a:lnTo>
                  <a:lnTo>
                    <a:pt x="2588" y="6024"/>
                  </a:lnTo>
                  <a:lnTo>
                    <a:pt x="2125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8" y="6720"/>
                  </a:lnTo>
                  <a:lnTo>
                    <a:pt x="4133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9" y="6488"/>
                  </a:lnTo>
                  <a:lnTo>
                    <a:pt x="8960" y="6295"/>
                  </a:lnTo>
                  <a:lnTo>
                    <a:pt x="9771" y="6024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8" y="4673"/>
                  </a:lnTo>
                  <a:lnTo>
                    <a:pt x="12667" y="4403"/>
                  </a:lnTo>
                  <a:lnTo>
                    <a:pt x="12976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80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3" y="2163"/>
                  </a:lnTo>
                  <a:lnTo>
                    <a:pt x="14173" y="2124"/>
                  </a:lnTo>
                  <a:lnTo>
                    <a:pt x="13864" y="2124"/>
                  </a:lnTo>
                  <a:lnTo>
                    <a:pt x="13825" y="2163"/>
                  </a:lnTo>
                  <a:lnTo>
                    <a:pt x="13555" y="2704"/>
                  </a:lnTo>
                  <a:lnTo>
                    <a:pt x="13207" y="3167"/>
                  </a:lnTo>
                  <a:lnTo>
                    <a:pt x="12860" y="3630"/>
                  </a:lnTo>
                  <a:lnTo>
                    <a:pt x="12474" y="4016"/>
                  </a:lnTo>
                  <a:lnTo>
                    <a:pt x="12010" y="4364"/>
                  </a:lnTo>
                  <a:lnTo>
                    <a:pt x="11547" y="4712"/>
                  </a:lnTo>
                  <a:lnTo>
                    <a:pt x="11083" y="4982"/>
                  </a:lnTo>
                  <a:lnTo>
                    <a:pt x="10543" y="5252"/>
                  </a:lnTo>
                  <a:lnTo>
                    <a:pt x="10350" y="5252"/>
                  </a:lnTo>
                  <a:lnTo>
                    <a:pt x="10350" y="5368"/>
                  </a:lnTo>
                  <a:lnTo>
                    <a:pt x="10273" y="5368"/>
                  </a:lnTo>
                  <a:lnTo>
                    <a:pt x="10079" y="5407"/>
                  </a:lnTo>
                  <a:lnTo>
                    <a:pt x="10157" y="5445"/>
                  </a:lnTo>
                  <a:lnTo>
                    <a:pt x="9500" y="5677"/>
                  </a:lnTo>
                  <a:lnTo>
                    <a:pt x="8844" y="5870"/>
                  </a:lnTo>
                  <a:lnTo>
                    <a:pt x="7840" y="6102"/>
                  </a:lnTo>
                  <a:lnTo>
                    <a:pt x="6759" y="6295"/>
                  </a:lnTo>
                  <a:lnTo>
                    <a:pt x="6218" y="6333"/>
                  </a:lnTo>
                  <a:lnTo>
                    <a:pt x="5677" y="6411"/>
                  </a:lnTo>
                  <a:lnTo>
                    <a:pt x="4558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21"/>
            <p:cNvSpPr/>
            <p:nvPr/>
          </p:nvSpPr>
          <p:spPr>
            <a:xfrm>
              <a:off x="3536800" y="19312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3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6" y="7492"/>
                  </a:lnTo>
                  <a:lnTo>
                    <a:pt x="6371" y="7453"/>
                  </a:lnTo>
                  <a:lnTo>
                    <a:pt x="6371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59" y="12087"/>
                  </a:lnTo>
                  <a:lnTo>
                    <a:pt x="1583" y="14983"/>
                  </a:lnTo>
                  <a:lnTo>
                    <a:pt x="772" y="16451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8" y="16759"/>
                  </a:lnTo>
                  <a:lnTo>
                    <a:pt x="1969" y="15369"/>
                  </a:lnTo>
                  <a:lnTo>
                    <a:pt x="2780" y="13979"/>
                  </a:lnTo>
                  <a:lnTo>
                    <a:pt x="3591" y="12589"/>
                  </a:lnTo>
                  <a:lnTo>
                    <a:pt x="4441" y="11199"/>
                  </a:lnTo>
                  <a:lnTo>
                    <a:pt x="5290" y="9809"/>
                  </a:lnTo>
                  <a:lnTo>
                    <a:pt x="5715" y="9191"/>
                  </a:lnTo>
                  <a:lnTo>
                    <a:pt x="6178" y="8612"/>
                  </a:lnTo>
                  <a:lnTo>
                    <a:pt x="6603" y="8033"/>
                  </a:lnTo>
                  <a:lnTo>
                    <a:pt x="6989" y="7453"/>
                  </a:lnTo>
                  <a:lnTo>
                    <a:pt x="6989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89" y="7067"/>
                  </a:lnTo>
                  <a:lnTo>
                    <a:pt x="6873" y="7029"/>
                  </a:lnTo>
                  <a:lnTo>
                    <a:pt x="6835" y="7029"/>
                  </a:lnTo>
                  <a:lnTo>
                    <a:pt x="6101" y="6102"/>
                  </a:lnTo>
                  <a:lnTo>
                    <a:pt x="5290" y="5175"/>
                  </a:lnTo>
                  <a:lnTo>
                    <a:pt x="3668" y="3437"/>
                  </a:lnTo>
                  <a:lnTo>
                    <a:pt x="1969" y="1700"/>
                  </a:lnTo>
                  <a:lnTo>
                    <a:pt x="1081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21"/>
            <p:cNvSpPr/>
            <p:nvPr/>
          </p:nvSpPr>
          <p:spPr>
            <a:xfrm>
              <a:off x="902300" y="1957275"/>
              <a:ext cx="17400" cy="181500"/>
            </a:xfrm>
            <a:custGeom>
              <a:avLst/>
              <a:gdLst/>
              <a:ahLst/>
              <a:cxnLst/>
              <a:rect l="l" t="t" r="r" b="b"/>
              <a:pathLst>
                <a:path w="696" h="7260" extrusionOk="0">
                  <a:moveTo>
                    <a:pt x="425" y="0"/>
                  </a:moveTo>
                  <a:lnTo>
                    <a:pt x="348" y="888"/>
                  </a:lnTo>
                  <a:lnTo>
                    <a:pt x="232" y="1815"/>
                  </a:lnTo>
                  <a:lnTo>
                    <a:pt x="154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21"/>
            <p:cNvSpPr/>
            <p:nvPr/>
          </p:nvSpPr>
          <p:spPr>
            <a:xfrm>
              <a:off x="4880575" y="1957275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1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2" y="1738"/>
                  </a:lnTo>
                  <a:lnTo>
                    <a:pt x="310" y="3398"/>
                  </a:lnTo>
                  <a:lnTo>
                    <a:pt x="117" y="5059"/>
                  </a:lnTo>
                  <a:lnTo>
                    <a:pt x="1" y="6719"/>
                  </a:lnTo>
                  <a:lnTo>
                    <a:pt x="233" y="6758"/>
                  </a:lnTo>
                  <a:lnTo>
                    <a:pt x="503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7" y="77"/>
                  </a:lnTo>
                  <a:lnTo>
                    <a:pt x="1237" y="39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21"/>
            <p:cNvSpPr/>
            <p:nvPr/>
          </p:nvSpPr>
          <p:spPr>
            <a:xfrm>
              <a:off x="4907625" y="1959200"/>
              <a:ext cx="121650" cy="144825"/>
            </a:xfrm>
            <a:custGeom>
              <a:avLst/>
              <a:gdLst/>
              <a:ahLst/>
              <a:cxnLst/>
              <a:rect l="l" t="t" r="r" b="b"/>
              <a:pathLst>
                <a:path w="4866" h="5793" extrusionOk="0">
                  <a:moveTo>
                    <a:pt x="155" y="0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5"/>
                  </a:lnTo>
                  <a:lnTo>
                    <a:pt x="2896" y="3630"/>
                  </a:lnTo>
                  <a:lnTo>
                    <a:pt x="3475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7" y="1352"/>
                  </a:lnTo>
                  <a:lnTo>
                    <a:pt x="811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21"/>
            <p:cNvSpPr/>
            <p:nvPr/>
          </p:nvSpPr>
          <p:spPr>
            <a:xfrm>
              <a:off x="4761850" y="196692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0"/>
                  </a:moveTo>
                  <a:lnTo>
                    <a:pt x="0" y="78"/>
                  </a:lnTo>
                  <a:lnTo>
                    <a:pt x="193" y="927"/>
                  </a:lnTo>
                  <a:lnTo>
                    <a:pt x="425" y="1777"/>
                  </a:lnTo>
                  <a:lnTo>
                    <a:pt x="657" y="2626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1" y="6140"/>
                  </a:lnTo>
                  <a:lnTo>
                    <a:pt x="2085" y="6333"/>
                  </a:lnTo>
                  <a:lnTo>
                    <a:pt x="2124" y="6410"/>
                  </a:lnTo>
                  <a:lnTo>
                    <a:pt x="2317" y="6410"/>
                  </a:lnTo>
                  <a:lnTo>
                    <a:pt x="2356" y="6333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7" y="2935"/>
                  </a:lnTo>
                  <a:lnTo>
                    <a:pt x="734" y="1468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21"/>
            <p:cNvSpPr/>
            <p:nvPr/>
          </p:nvSpPr>
          <p:spPr>
            <a:xfrm>
              <a:off x="4771500" y="196885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0" y="39"/>
                  </a:lnTo>
                  <a:lnTo>
                    <a:pt x="1970" y="3206"/>
                  </a:lnTo>
                  <a:lnTo>
                    <a:pt x="4055" y="6333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2"/>
                  </a:lnTo>
                  <a:lnTo>
                    <a:pt x="3707" y="6720"/>
                  </a:lnTo>
                  <a:lnTo>
                    <a:pt x="4132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7" y="6333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21"/>
            <p:cNvSpPr/>
            <p:nvPr/>
          </p:nvSpPr>
          <p:spPr>
            <a:xfrm>
              <a:off x="5286050" y="19765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1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4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3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8"/>
                  </a:lnTo>
                  <a:lnTo>
                    <a:pt x="6951" y="12628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8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21"/>
            <p:cNvSpPr/>
            <p:nvPr/>
          </p:nvSpPr>
          <p:spPr>
            <a:xfrm>
              <a:off x="5455950" y="19814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21"/>
            <p:cNvSpPr/>
            <p:nvPr/>
          </p:nvSpPr>
          <p:spPr>
            <a:xfrm>
              <a:off x="752650" y="1995875"/>
              <a:ext cx="30925" cy="168975"/>
            </a:xfrm>
            <a:custGeom>
              <a:avLst/>
              <a:gdLst/>
              <a:ahLst/>
              <a:cxnLst/>
              <a:rect l="l" t="t" r="r" b="b"/>
              <a:pathLst>
                <a:path w="1237" h="6759" extrusionOk="0">
                  <a:moveTo>
                    <a:pt x="1121" y="1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7"/>
                  </a:lnTo>
                  <a:lnTo>
                    <a:pt x="541" y="1738"/>
                  </a:lnTo>
                  <a:lnTo>
                    <a:pt x="310" y="3399"/>
                  </a:lnTo>
                  <a:lnTo>
                    <a:pt x="117" y="5059"/>
                  </a:lnTo>
                  <a:lnTo>
                    <a:pt x="1" y="6720"/>
                  </a:lnTo>
                  <a:lnTo>
                    <a:pt x="232" y="6758"/>
                  </a:lnTo>
                  <a:lnTo>
                    <a:pt x="503" y="5137"/>
                  </a:lnTo>
                  <a:lnTo>
                    <a:pt x="773" y="3515"/>
                  </a:lnTo>
                  <a:lnTo>
                    <a:pt x="966" y="1854"/>
                  </a:lnTo>
                  <a:lnTo>
                    <a:pt x="1082" y="233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21"/>
            <p:cNvSpPr/>
            <p:nvPr/>
          </p:nvSpPr>
          <p:spPr>
            <a:xfrm>
              <a:off x="779675" y="19978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6" y="5097"/>
                  </a:lnTo>
                  <a:lnTo>
                    <a:pt x="4326" y="5445"/>
                  </a:lnTo>
                  <a:lnTo>
                    <a:pt x="4635" y="5792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5" y="5252"/>
                  </a:lnTo>
                  <a:lnTo>
                    <a:pt x="4403" y="4866"/>
                  </a:lnTo>
                  <a:lnTo>
                    <a:pt x="3862" y="4170"/>
                  </a:lnTo>
                  <a:lnTo>
                    <a:pt x="2704" y="2780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21"/>
            <p:cNvSpPr/>
            <p:nvPr/>
          </p:nvSpPr>
          <p:spPr>
            <a:xfrm>
              <a:off x="2839800" y="2000700"/>
              <a:ext cx="270325" cy="209525"/>
            </a:xfrm>
            <a:custGeom>
              <a:avLst/>
              <a:gdLst/>
              <a:ahLst/>
              <a:cxnLst/>
              <a:rect l="l" t="t" r="r" b="b"/>
              <a:pathLst>
                <a:path w="10813" h="8381" extrusionOk="0">
                  <a:moveTo>
                    <a:pt x="10233" y="1"/>
                  </a:moveTo>
                  <a:lnTo>
                    <a:pt x="10156" y="78"/>
                  </a:lnTo>
                  <a:lnTo>
                    <a:pt x="10117" y="155"/>
                  </a:lnTo>
                  <a:lnTo>
                    <a:pt x="10079" y="233"/>
                  </a:lnTo>
                  <a:lnTo>
                    <a:pt x="10079" y="348"/>
                  </a:lnTo>
                  <a:lnTo>
                    <a:pt x="10156" y="426"/>
                  </a:lnTo>
                  <a:lnTo>
                    <a:pt x="10272" y="580"/>
                  </a:lnTo>
                  <a:lnTo>
                    <a:pt x="10310" y="735"/>
                  </a:lnTo>
                  <a:lnTo>
                    <a:pt x="10349" y="928"/>
                  </a:lnTo>
                  <a:lnTo>
                    <a:pt x="10310" y="1121"/>
                  </a:lnTo>
                  <a:lnTo>
                    <a:pt x="10233" y="1275"/>
                  </a:lnTo>
                  <a:lnTo>
                    <a:pt x="10156" y="1468"/>
                  </a:lnTo>
                  <a:lnTo>
                    <a:pt x="9847" y="1854"/>
                  </a:lnTo>
                  <a:lnTo>
                    <a:pt x="9538" y="2202"/>
                  </a:lnTo>
                  <a:lnTo>
                    <a:pt x="9152" y="2511"/>
                  </a:lnTo>
                  <a:lnTo>
                    <a:pt x="8611" y="3013"/>
                  </a:lnTo>
                  <a:lnTo>
                    <a:pt x="8264" y="3283"/>
                  </a:lnTo>
                  <a:lnTo>
                    <a:pt x="8225" y="3206"/>
                  </a:lnTo>
                  <a:lnTo>
                    <a:pt x="8148" y="3129"/>
                  </a:lnTo>
                  <a:lnTo>
                    <a:pt x="7607" y="2820"/>
                  </a:lnTo>
                  <a:lnTo>
                    <a:pt x="7144" y="2434"/>
                  </a:lnTo>
                  <a:lnTo>
                    <a:pt x="6912" y="2665"/>
                  </a:lnTo>
                  <a:lnTo>
                    <a:pt x="7105" y="2936"/>
                  </a:lnTo>
                  <a:lnTo>
                    <a:pt x="7376" y="3167"/>
                  </a:lnTo>
                  <a:lnTo>
                    <a:pt x="7646" y="3399"/>
                  </a:lnTo>
                  <a:lnTo>
                    <a:pt x="7955" y="3553"/>
                  </a:lnTo>
                  <a:lnTo>
                    <a:pt x="7028" y="4287"/>
                  </a:lnTo>
                  <a:lnTo>
                    <a:pt x="6101" y="4982"/>
                  </a:lnTo>
                  <a:lnTo>
                    <a:pt x="4943" y="5793"/>
                  </a:lnTo>
                  <a:lnTo>
                    <a:pt x="3746" y="6527"/>
                  </a:lnTo>
                  <a:lnTo>
                    <a:pt x="3553" y="6681"/>
                  </a:lnTo>
                  <a:lnTo>
                    <a:pt x="3475" y="6334"/>
                  </a:lnTo>
                  <a:lnTo>
                    <a:pt x="3321" y="6025"/>
                  </a:lnTo>
                  <a:lnTo>
                    <a:pt x="3128" y="5716"/>
                  </a:lnTo>
                  <a:lnTo>
                    <a:pt x="2896" y="5446"/>
                  </a:lnTo>
                  <a:lnTo>
                    <a:pt x="2626" y="5677"/>
                  </a:lnTo>
                  <a:lnTo>
                    <a:pt x="2819" y="5909"/>
                  </a:lnTo>
                  <a:lnTo>
                    <a:pt x="2935" y="6179"/>
                  </a:lnTo>
                  <a:lnTo>
                    <a:pt x="3051" y="6565"/>
                  </a:lnTo>
                  <a:lnTo>
                    <a:pt x="3128" y="6952"/>
                  </a:lnTo>
                  <a:lnTo>
                    <a:pt x="2317" y="7376"/>
                  </a:lnTo>
                  <a:lnTo>
                    <a:pt x="1892" y="7608"/>
                  </a:lnTo>
                  <a:lnTo>
                    <a:pt x="1467" y="7762"/>
                  </a:lnTo>
                  <a:lnTo>
                    <a:pt x="1081" y="7878"/>
                  </a:lnTo>
                  <a:lnTo>
                    <a:pt x="927" y="7917"/>
                  </a:lnTo>
                  <a:lnTo>
                    <a:pt x="772" y="7917"/>
                  </a:lnTo>
                  <a:lnTo>
                    <a:pt x="618" y="7878"/>
                  </a:lnTo>
                  <a:lnTo>
                    <a:pt x="502" y="7840"/>
                  </a:lnTo>
                  <a:lnTo>
                    <a:pt x="386" y="7724"/>
                  </a:lnTo>
                  <a:lnTo>
                    <a:pt x="309" y="7608"/>
                  </a:lnTo>
                  <a:lnTo>
                    <a:pt x="270" y="7569"/>
                  </a:lnTo>
                  <a:lnTo>
                    <a:pt x="232" y="7531"/>
                  </a:lnTo>
                  <a:lnTo>
                    <a:pt x="116" y="7492"/>
                  </a:lnTo>
                  <a:lnTo>
                    <a:pt x="39" y="7569"/>
                  </a:lnTo>
                  <a:lnTo>
                    <a:pt x="0" y="7608"/>
                  </a:lnTo>
                  <a:lnTo>
                    <a:pt x="0" y="7685"/>
                  </a:lnTo>
                  <a:lnTo>
                    <a:pt x="39" y="7840"/>
                  </a:lnTo>
                  <a:lnTo>
                    <a:pt x="77" y="7994"/>
                  </a:lnTo>
                  <a:lnTo>
                    <a:pt x="155" y="8110"/>
                  </a:lnTo>
                  <a:lnTo>
                    <a:pt x="270" y="8226"/>
                  </a:lnTo>
                  <a:lnTo>
                    <a:pt x="348" y="8264"/>
                  </a:lnTo>
                  <a:lnTo>
                    <a:pt x="463" y="8342"/>
                  </a:lnTo>
                  <a:lnTo>
                    <a:pt x="734" y="8380"/>
                  </a:lnTo>
                  <a:lnTo>
                    <a:pt x="1004" y="8380"/>
                  </a:lnTo>
                  <a:lnTo>
                    <a:pt x="1274" y="8342"/>
                  </a:lnTo>
                  <a:lnTo>
                    <a:pt x="1545" y="8264"/>
                  </a:lnTo>
                  <a:lnTo>
                    <a:pt x="1815" y="8149"/>
                  </a:lnTo>
                  <a:lnTo>
                    <a:pt x="2935" y="7569"/>
                  </a:lnTo>
                  <a:lnTo>
                    <a:pt x="4055" y="6952"/>
                  </a:lnTo>
                  <a:lnTo>
                    <a:pt x="5097" y="6295"/>
                  </a:lnTo>
                  <a:lnTo>
                    <a:pt x="6140" y="5561"/>
                  </a:lnTo>
                  <a:lnTo>
                    <a:pt x="7067" y="4866"/>
                  </a:lnTo>
                  <a:lnTo>
                    <a:pt x="7993" y="4171"/>
                  </a:lnTo>
                  <a:lnTo>
                    <a:pt x="8881" y="3399"/>
                  </a:lnTo>
                  <a:lnTo>
                    <a:pt x="9731" y="2627"/>
                  </a:lnTo>
                  <a:lnTo>
                    <a:pt x="10001" y="2356"/>
                  </a:lnTo>
                  <a:lnTo>
                    <a:pt x="10272" y="2047"/>
                  </a:lnTo>
                  <a:lnTo>
                    <a:pt x="10503" y="1739"/>
                  </a:lnTo>
                  <a:lnTo>
                    <a:pt x="10696" y="1430"/>
                  </a:lnTo>
                  <a:lnTo>
                    <a:pt x="10812" y="1082"/>
                  </a:lnTo>
                  <a:lnTo>
                    <a:pt x="10812" y="928"/>
                  </a:lnTo>
                  <a:lnTo>
                    <a:pt x="10812" y="735"/>
                  </a:lnTo>
                  <a:lnTo>
                    <a:pt x="10774" y="580"/>
                  </a:lnTo>
                  <a:lnTo>
                    <a:pt x="10735" y="387"/>
                  </a:lnTo>
                  <a:lnTo>
                    <a:pt x="10619" y="233"/>
                  </a:lnTo>
                  <a:lnTo>
                    <a:pt x="10465" y="40"/>
                  </a:lnTo>
                  <a:lnTo>
                    <a:pt x="103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21"/>
            <p:cNvSpPr/>
            <p:nvPr/>
          </p:nvSpPr>
          <p:spPr>
            <a:xfrm>
              <a:off x="633925" y="2005525"/>
              <a:ext cx="61800" cy="160300"/>
            </a:xfrm>
            <a:custGeom>
              <a:avLst/>
              <a:gdLst/>
              <a:ahLst/>
              <a:cxnLst/>
              <a:rect l="l" t="t" r="r" b="b"/>
              <a:pathLst>
                <a:path w="2472" h="6412" extrusionOk="0">
                  <a:moveTo>
                    <a:pt x="309" y="1"/>
                  </a:moveTo>
                  <a:lnTo>
                    <a:pt x="0" y="78"/>
                  </a:lnTo>
                  <a:lnTo>
                    <a:pt x="193" y="928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5"/>
                  </a:lnTo>
                  <a:lnTo>
                    <a:pt x="1661" y="5716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6" y="5909"/>
                  </a:lnTo>
                  <a:lnTo>
                    <a:pt x="1931" y="6141"/>
                  </a:lnTo>
                  <a:lnTo>
                    <a:pt x="2085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1" y="6257"/>
                  </a:lnTo>
                  <a:lnTo>
                    <a:pt x="2356" y="5948"/>
                  </a:lnTo>
                  <a:lnTo>
                    <a:pt x="2278" y="5948"/>
                  </a:lnTo>
                  <a:lnTo>
                    <a:pt x="2124" y="5600"/>
                  </a:lnTo>
                  <a:lnTo>
                    <a:pt x="1969" y="5214"/>
                  </a:lnTo>
                  <a:lnTo>
                    <a:pt x="1738" y="4442"/>
                  </a:lnTo>
                  <a:lnTo>
                    <a:pt x="1197" y="2936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21"/>
            <p:cNvSpPr/>
            <p:nvPr/>
          </p:nvSpPr>
          <p:spPr>
            <a:xfrm>
              <a:off x="643575" y="2007475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0"/>
                  </a:moveTo>
                  <a:lnTo>
                    <a:pt x="0" y="39"/>
                  </a:lnTo>
                  <a:lnTo>
                    <a:pt x="1970" y="3205"/>
                  </a:lnTo>
                  <a:lnTo>
                    <a:pt x="4055" y="6333"/>
                  </a:lnTo>
                  <a:lnTo>
                    <a:pt x="3553" y="6294"/>
                  </a:lnTo>
                  <a:lnTo>
                    <a:pt x="3051" y="6179"/>
                  </a:lnTo>
                  <a:lnTo>
                    <a:pt x="2587" y="6024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5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7" y="6719"/>
                  </a:lnTo>
                  <a:lnTo>
                    <a:pt x="4132" y="6796"/>
                  </a:lnTo>
                  <a:lnTo>
                    <a:pt x="4595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8" y="6642"/>
                  </a:lnTo>
                  <a:lnTo>
                    <a:pt x="8148" y="6487"/>
                  </a:lnTo>
                  <a:lnTo>
                    <a:pt x="8959" y="6294"/>
                  </a:lnTo>
                  <a:lnTo>
                    <a:pt x="9770" y="6024"/>
                  </a:lnTo>
                  <a:lnTo>
                    <a:pt x="10581" y="5715"/>
                  </a:lnTo>
                  <a:lnTo>
                    <a:pt x="11314" y="5368"/>
                  </a:lnTo>
                  <a:lnTo>
                    <a:pt x="12009" y="4904"/>
                  </a:lnTo>
                  <a:lnTo>
                    <a:pt x="12357" y="4673"/>
                  </a:lnTo>
                  <a:lnTo>
                    <a:pt x="12666" y="4402"/>
                  </a:lnTo>
                  <a:lnTo>
                    <a:pt x="12975" y="4093"/>
                  </a:lnTo>
                  <a:lnTo>
                    <a:pt x="13284" y="3784"/>
                  </a:lnTo>
                  <a:lnTo>
                    <a:pt x="13515" y="3476"/>
                  </a:lnTo>
                  <a:lnTo>
                    <a:pt x="13786" y="3128"/>
                  </a:lnTo>
                  <a:lnTo>
                    <a:pt x="13979" y="2780"/>
                  </a:lnTo>
                  <a:lnTo>
                    <a:pt x="14211" y="2394"/>
                  </a:lnTo>
                  <a:lnTo>
                    <a:pt x="14211" y="2278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4" y="2163"/>
                  </a:lnTo>
                  <a:lnTo>
                    <a:pt x="13554" y="2703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6"/>
                  </a:lnTo>
                  <a:lnTo>
                    <a:pt x="12009" y="4364"/>
                  </a:lnTo>
                  <a:lnTo>
                    <a:pt x="11546" y="4711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6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1"/>
                  </a:lnTo>
                  <a:lnTo>
                    <a:pt x="6758" y="6294"/>
                  </a:lnTo>
                  <a:lnTo>
                    <a:pt x="6217" y="6333"/>
                  </a:lnTo>
                  <a:lnTo>
                    <a:pt x="5677" y="6410"/>
                  </a:lnTo>
                  <a:lnTo>
                    <a:pt x="4557" y="6410"/>
                  </a:lnTo>
                  <a:lnTo>
                    <a:pt x="4595" y="6294"/>
                  </a:lnTo>
                  <a:lnTo>
                    <a:pt x="4364" y="6256"/>
                  </a:lnTo>
                  <a:lnTo>
                    <a:pt x="3398" y="4634"/>
                  </a:lnTo>
                  <a:lnTo>
                    <a:pt x="2356" y="3012"/>
                  </a:lnTo>
                  <a:lnTo>
                    <a:pt x="1275" y="1468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21"/>
            <p:cNvSpPr/>
            <p:nvPr/>
          </p:nvSpPr>
          <p:spPr>
            <a:xfrm>
              <a:off x="5946350" y="2008425"/>
              <a:ext cx="112975" cy="132300"/>
            </a:xfrm>
            <a:custGeom>
              <a:avLst/>
              <a:gdLst/>
              <a:ahLst/>
              <a:cxnLst/>
              <a:rect l="l" t="t" r="r" b="b"/>
              <a:pathLst>
                <a:path w="4519" h="5292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55"/>
                  </a:lnTo>
                  <a:lnTo>
                    <a:pt x="2240" y="271"/>
                  </a:lnTo>
                  <a:lnTo>
                    <a:pt x="2009" y="426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082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08"/>
                  </a:lnTo>
                  <a:lnTo>
                    <a:pt x="1" y="4055"/>
                  </a:lnTo>
                  <a:lnTo>
                    <a:pt x="1" y="4364"/>
                  </a:lnTo>
                  <a:lnTo>
                    <a:pt x="39" y="4673"/>
                  </a:lnTo>
                  <a:lnTo>
                    <a:pt x="117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789"/>
                  </a:lnTo>
                  <a:lnTo>
                    <a:pt x="696" y="4712"/>
                  </a:lnTo>
                  <a:lnTo>
                    <a:pt x="580" y="4557"/>
                  </a:lnTo>
                  <a:lnTo>
                    <a:pt x="541" y="4442"/>
                  </a:lnTo>
                  <a:lnTo>
                    <a:pt x="503" y="4248"/>
                  </a:lnTo>
                  <a:lnTo>
                    <a:pt x="541" y="4055"/>
                  </a:lnTo>
                  <a:lnTo>
                    <a:pt x="580" y="3592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27" y="2318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16" y="1159"/>
                  </a:lnTo>
                  <a:lnTo>
                    <a:pt x="2202" y="889"/>
                  </a:lnTo>
                  <a:lnTo>
                    <a:pt x="2627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6" y="464"/>
                  </a:lnTo>
                  <a:lnTo>
                    <a:pt x="4441" y="464"/>
                  </a:lnTo>
                  <a:lnTo>
                    <a:pt x="4519" y="426"/>
                  </a:lnTo>
                  <a:lnTo>
                    <a:pt x="4519" y="348"/>
                  </a:lnTo>
                  <a:lnTo>
                    <a:pt x="4519" y="155"/>
                  </a:lnTo>
                  <a:lnTo>
                    <a:pt x="4210" y="155"/>
                  </a:lnTo>
                  <a:lnTo>
                    <a:pt x="3901" y="78"/>
                  </a:lnTo>
                  <a:lnTo>
                    <a:pt x="36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21"/>
            <p:cNvSpPr/>
            <p:nvPr/>
          </p:nvSpPr>
          <p:spPr>
            <a:xfrm>
              <a:off x="6195425" y="2043175"/>
              <a:ext cx="25125" cy="11625"/>
            </a:xfrm>
            <a:custGeom>
              <a:avLst/>
              <a:gdLst/>
              <a:ahLst/>
              <a:cxnLst/>
              <a:rect l="l" t="t" r="r" b="b"/>
              <a:pathLst>
                <a:path w="1005" h="465" extrusionOk="0">
                  <a:moveTo>
                    <a:pt x="773" y="1"/>
                  </a:moveTo>
                  <a:lnTo>
                    <a:pt x="541" y="40"/>
                  </a:lnTo>
                  <a:lnTo>
                    <a:pt x="309" y="78"/>
                  </a:lnTo>
                  <a:lnTo>
                    <a:pt x="78" y="155"/>
                  </a:lnTo>
                  <a:lnTo>
                    <a:pt x="39" y="194"/>
                  </a:lnTo>
                  <a:lnTo>
                    <a:pt x="0" y="271"/>
                  </a:lnTo>
                  <a:lnTo>
                    <a:pt x="0" y="348"/>
                  </a:lnTo>
                  <a:lnTo>
                    <a:pt x="78" y="426"/>
                  </a:lnTo>
                  <a:lnTo>
                    <a:pt x="116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580" y="348"/>
                  </a:lnTo>
                  <a:lnTo>
                    <a:pt x="773" y="387"/>
                  </a:lnTo>
                  <a:lnTo>
                    <a:pt x="850" y="348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04" y="233"/>
                  </a:lnTo>
                  <a:lnTo>
                    <a:pt x="1004" y="155"/>
                  </a:lnTo>
                  <a:lnTo>
                    <a:pt x="966" y="78"/>
                  </a:lnTo>
                  <a:lnTo>
                    <a:pt x="888" y="40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21"/>
            <p:cNvSpPr/>
            <p:nvPr/>
          </p:nvSpPr>
          <p:spPr>
            <a:xfrm>
              <a:off x="6096950" y="2048975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155" y="1"/>
                  </a:moveTo>
                  <a:lnTo>
                    <a:pt x="116" y="39"/>
                  </a:lnTo>
                  <a:lnTo>
                    <a:pt x="39" y="78"/>
                  </a:lnTo>
                  <a:lnTo>
                    <a:pt x="1" y="155"/>
                  </a:lnTo>
                  <a:lnTo>
                    <a:pt x="39" y="271"/>
                  </a:lnTo>
                  <a:lnTo>
                    <a:pt x="116" y="310"/>
                  </a:lnTo>
                  <a:lnTo>
                    <a:pt x="155" y="310"/>
                  </a:lnTo>
                  <a:lnTo>
                    <a:pt x="425" y="348"/>
                  </a:lnTo>
                  <a:lnTo>
                    <a:pt x="734" y="348"/>
                  </a:lnTo>
                  <a:lnTo>
                    <a:pt x="812" y="271"/>
                  </a:lnTo>
                  <a:lnTo>
                    <a:pt x="850" y="155"/>
                  </a:lnTo>
                  <a:lnTo>
                    <a:pt x="812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21"/>
            <p:cNvSpPr/>
            <p:nvPr/>
          </p:nvSpPr>
          <p:spPr>
            <a:xfrm>
              <a:off x="5988825" y="2089525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580"/>
                  </a:lnTo>
                  <a:lnTo>
                    <a:pt x="2549" y="696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59"/>
                  </a:lnTo>
                  <a:lnTo>
                    <a:pt x="3206" y="1429"/>
                  </a:lnTo>
                  <a:lnTo>
                    <a:pt x="3244" y="1661"/>
                  </a:lnTo>
                  <a:lnTo>
                    <a:pt x="3244" y="1931"/>
                  </a:lnTo>
                  <a:lnTo>
                    <a:pt x="3206" y="2201"/>
                  </a:lnTo>
                  <a:lnTo>
                    <a:pt x="3090" y="2433"/>
                  </a:lnTo>
                  <a:lnTo>
                    <a:pt x="2974" y="2665"/>
                  </a:lnTo>
                  <a:lnTo>
                    <a:pt x="2781" y="2858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47" y="3244"/>
                  </a:lnTo>
                  <a:lnTo>
                    <a:pt x="1777" y="3244"/>
                  </a:lnTo>
                  <a:lnTo>
                    <a:pt x="1468" y="3167"/>
                  </a:lnTo>
                  <a:lnTo>
                    <a:pt x="1198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24"/>
                  </a:lnTo>
                  <a:lnTo>
                    <a:pt x="464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8" y="889"/>
                  </a:lnTo>
                  <a:lnTo>
                    <a:pt x="1121" y="734"/>
                  </a:lnTo>
                  <a:lnTo>
                    <a:pt x="1352" y="580"/>
                  </a:lnTo>
                  <a:lnTo>
                    <a:pt x="1584" y="464"/>
                  </a:lnTo>
                  <a:close/>
                  <a:moveTo>
                    <a:pt x="1700" y="0"/>
                  </a:moveTo>
                  <a:lnTo>
                    <a:pt x="1545" y="78"/>
                  </a:lnTo>
                  <a:lnTo>
                    <a:pt x="1352" y="116"/>
                  </a:lnTo>
                  <a:lnTo>
                    <a:pt x="1314" y="155"/>
                  </a:lnTo>
                  <a:lnTo>
                    <a:pt x="1082" y="271"/>
                  </a:lnTo>
                  <a:lnTo>
                    <a:pt x="812" y="387"/>
                  </a:lnTo>
                  <a:lnTo>
                    <a:pt x="619" y="541"/>
                  </a:lnTo>
                  <a:lnTo>
                    <a:pt x="426" y="734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1" y="2086"/>
                  </a:lnTo>
                  <a:lnTo>
                    <a:pt x="39" y="2279"/>
                  </a:lnTo>
                  <a:lnTo>
                    <a:pt x="117" y="2472"/>
                  </a:lnTo>
                  <a:lnTo>
                    <a:pt x="310" y="2819"/>
                  </a:lnTo>
                  <a:lnTo>
                    <a:pt x="541" y="3128"/>
                  </a:lnTo>
                  <a:lnTo>
                    <a:pt x="850" y="3399"/>
                  </a:lnTo>
                  <a:lnTo>
                    <a:pt x="1198" y="3592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07"/>
                  </a:lnTo>
                  <a:lnTo>
                    <a:pt x="2356" y="3669"/>
                  </a:lnTo>
                  <a:lnTo>
                    <a:pt x="2627" y="3553"/>
                  </a:lnTo>
                  <a:lnTo>
                    <a:pt x="2897" y="3399"/>
                  </a:lnTo>
                  <a:lnTo>
                    <a:pt x="3129" y="3244"/>
                  </a:lnTo>
                  <a:lnTo>
                    <a:pt x="3322" y="3012"/>
                  </a:lnTo>
                  <a:lnTo>
                    <a:pt x="3476" y="2742"/>
                  </a:lnTo>
                  <a:lnTo>
                    <a:pt x="3631" y="2472"/>
                  </a:lnTo>
                  <a:lnTo>
                    <a:pt x="3708" y="2201"/>
                  </a:lnTo>
                  <a:lnTo>
                    <a:pt x="3746" y="1893"/>
                  </a:lnTo>
                  <a:lnTo>
                    <a:pt x="3708" y="1584"/>
                  </a:lnTo>
                  <a:lnTo>
                    <a:pt x="3669" y="1275"/>
                  </a:lnTo>
                  <a:lnTo>
                    <a:pt x="3515" y="966"/>
                  </a:lnTo>
                  <a:lnTo>
                    <a:pt x="3322" y="696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21"/>
            <p:cNvSpPr/>
            <p:nvPr/>
          </p:nvSpPr>
          <p:spPr>
            <a:xfrm>
              <a:off x="3369775" y="2101100"/>
              <a:ext cx="174750" cy="292550"/>
            </a:xfrm>
            <a:custGeom>
              <a:avLst/>
              <a:gdLst/>
              <a:ahLst/>
              <a:cxnLst/>
              <a:rect l="l" t="t" r="r" b="b"/>
              <a:pathLst>
                <a:path w="6990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3" y="6256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3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1" y="11508"/>
                  </a:lnTo>
                  <a:lnTo>
                    <a:pt x="6951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8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5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3" y="8573"/>
                  </a:lnTo>
                  <a:lnTo>
                    <a:pt x="6295" y="9500"/>
                  </a:lnTo>
                  <a:lnTo>
                    <a:pt x="6256" y="10427"/>
                  </a:lnTo>
                  <a:lnTo>
                    <a:pt x="5986" y="9886"/>
                  </a:lnTo>
                  <a:lnTo>
                    <a:pt x="5252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21"/>
            <p:cNvSpPr/>
            <p:nvPr/>
          </p:nvSpPr>
          <p:spPr>
            <a:xfrm>
              <a:off x="4221225" y="2127175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21"/>
            <p:cNvSpPr/>
            <p:nvPr/>
          </p:nvSpPr>
          <p:spPr>
            <a:xfrm>
              <a:off x="4086075" y="21291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7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6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2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69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7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5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5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8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4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4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8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21"/>
            <p:cNvSpPr/>
            <p:nvPr/>
          </p:nvSpPr>
          <p:spPr>
            <a:xfrm>
              <a:off x="5288925" y="2151300"/>
              <a:ext cx="174775" cy="292550"/>
            </a:xfrm>
            <a:custGeom>
              <a:avLst/>
              <a:gdLst/>
              <a:ahLst/>
              <a:cxnLst/>
              <a:rect l="l" t="t" r="r" b="b"/>
              <a:pathLst>
                <a:path w="6991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21"/>
            <p:cNvSpPr/>
            <p:nvPr/>
          </p:nvSpPr>
          <p:spPr>
            <a:xfrm>
              <a:off x="1498900" y="21899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7" y="618"/>
                  </a:moveTo>
                  <a:lnTo>
                    <a:pt x="5947" y="773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5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3" y="3900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0"/>
                  </a:lnTo>
                  <a:lnTo>
                    <a:pt x="5792" y="3862"/>
                  </a:lnTo>
                  <a:lnTo>
                    <a:pt x="5676" y="3746"/>
                  </a:lnTo>
                  <a:lnTo>
                    <a:pt x="5561" y="3553"/>
                  </a:lnTo>
                  <a:lnTo>
                    <a:pt x="5483" y="3321"/>
                  </a:lnTo>
                  <a:lnTo>
                    <a:pt x="5406" y="2626"/>
                  </a:lnTo>
                  <a:lnTo>
                    <a:pt x="5367" y="1970"/>
                  </a:lnTo>
                  <a:lnTo>
                    <a:pt x="5367" y="618"/>
                  </a:lnTo>
                  <a:close/>
                  <a:moveTo>
                    <a:pt x="2780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7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6" y="3012"/>
                  </a:lnTo>
                  <a:lnTo>
                    <a:pt x="888" y="2549"/>
                  </a:lnTo>
                  <a:lnTo>
                    <a:pt x="1158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0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2" y="6295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0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4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8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6" y="4287"/>
                  </a:lnTo>
                  <a:lnTo>
                    <a:pt x="965" y="4518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3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7" y="3398"/>
                  </a:lnTo>
                  <a:lnTo>
                    <a:pt x="5174" y="3746"/>
                  </a:lnTo>
                  <a:lnTo>
                    <a:pt x="5213" y="3900"/>
                  </a:lnTo>
                  <a:lnTo>
                    <a:pt x="5290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69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7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0" y="4904"/>
                  </a:lnTo>
                  <a:lnTo>
                    <a:pt x="9383" y="4904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3" y="6488"/>
                  </a:lnTo>
                  <a:lnTo>
                    <a:pt x="10696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6" y="6565"/>
                  </a:lnTo>
                  <a:lnTo>
                    <a:pt x="12280" y="6912"/>
                  </a:lnTo>
                  <a:lnTo>
                    <a:pt x="12395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8" y="8998"/>
                  </a:lnTo>
                  <a:lnTo>
                    <a:pt x="12511" y="8998"/>
                  </a:lnTo>
                  <a:lnTo>
                    <a:pt x="12434" y="9075"/>
                  </a:lnTo>
                  <a:lnTo>
                    <a:pt x="12395" y="9113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3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0" y="7723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7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4" y="5098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6"/>
                  </a:lnTo>
                  <a:lnTo>
                    <a:pt x="9885" y="4480"/>
                  </a:lnTo>
                  <a:lnTo>
                    <a:pt x="9538" y="4441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4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8" y="348"/>
                  </a:lnTo>
                  <a:lnTo>
                    <a:pt x="5715" y="193"/>
                  </a:lnTo>
                  <a:lnTo>
                    <a:pt x="5290" y="78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21"/>
            <p:cNvSpPr/>
            <p:nvPr/>
          </p:nvSpPr>
          <p:spPr>
            <a:xfrm>
              <a:off x="1530750" y="22034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7" y="7454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5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3"/>
                  </a:lnTo>
                  <a:lnTo>
                    <a:pt x="9538" y="9423"/>
                  </a:lnTo>
                  <a:lnTo>
                    <a:pt x="9384" y="9655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8" y="10195"/>
                  </a:lnTo>
                  <a:lnTo>
                    <a:pt x="8109" y="10157"/>
                  </a:lnTo>
                  <a:lnTo>
                    <a:pt x="7839" y="10079"/>
                  </a:lnTo>
                  <a:lnTo>
                    <a:pt x="7607" y="9964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8" y="9346"/>
                  </a:lnTo>
                  <a:lnTo>
                    <a:pt x="6951" y="9075"/>
                  </a:lnTo>
                  <a:lnTo>
                    <a:pt x="6912" y="8805"/>
                  </a:lnTo>
                  <a:lnTo>
                    <a:pt x="6951" y="8535"/>
                  </a:lnTo>
                  <a:lnTo>
                    <a:pt x="7028" y="8265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3" y="7569"/>
                  </a:lnTo>
                  <a:lnTo>
                    <a:pt x="8148" y="7338"/>
                  </a:lnTo>
                  <a:lnTo>
                    <a:pt x="8225" y="7299"/>
                  </a:lnTo>
                  <a:close/>
                  <a:moveTo>
                    <a:pt x="2858" y="1"/>
                  </a:moveTo>
                  <a:lnTo>
                    <a:pt x="2665" y="40"/>
                  </a:lnTo>
                  <a:lnTo>
                    <a:pt x="2665" y="78"/>
                  </a:lnTo>
                  <a:lnTo>
                    <a:pt x="2626" y="1353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3" y="5098"/>
                  </a:lnTo>
                  <a:lnTo>
                    <a:pt x="2896" y="7492"/>
                  </a:lnTo>
                  <a:lnTo>
                    <a:pt x="2896" y="8149"/>
                  </a:lnTo>
                  <a:lnTo>
                    <a:pt x="2935" y="8458"/>
                  </a:lnTo>
                  <a:lnTo>
                    <a:pt x="2974" y="8612"/>
                  </a:lnTo>
                  <a:lnTo>
                    <a:pt x="3051" y="8767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0" y="8689"/>
                  </a:lnTo>
                  <a:lnTo>
                    <a:pt x="0" y="9037"/>
                  </a:lnTo>
                  <a:lnTo>
                    <a:pt x="773" y="9114"/>
                  </a:lnTo>
                  <a:lnTo>
                    <a:pt x="1545" y="9153"/>
                  </a:lnTo>
                  <a:lnTo>
                    <a:pt x="3128" y="9230"/>
                  </a:lnTo>
                  <a:lnTo>
                    <a:pt x="4827" y="9307"/>
                  </a:lnTo>
                  <a:lnTo>
                    <a:pt x="5677" y="9307"/>
                  </a:lnTo>
                  <a:lnTo>
                    <a:pt x="6488" y="9269"/>
                  </a:lnTo>
                  <a:lnTo>
                    <a:pt x="6603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1" y="10311"/>
                  </a:lnTo>
                  <a:lnTo>
                    <a:pt x="7492" y="10466"/>
                  </a:lnTo>
                  <a:lnTo>
                    <a:pt x="7801" y="10581"/>
                  </a:lnTo>
                  <a:lnTo>
                    <a:pt x="8109" y="10659"/>
                  </a:lnTo>
                  <a:lnTo>
                    <a:pt x="8418" y="10697"/>
                  </a:lnTo>
                  <a:lnTo>
                    <a:pt x="8727" y="10620"/>
                  </a:lnTo>
                  <a:lnTo>
                    <a:pt x="9036" y="10543"/>
                  </a:lnTo>
                  <a:lnTo>
                    <a:pt x="9306" y="10388"/>
                  </a:lnTo>
                  <a:lnTo>
                    <a:pt x="9538" y="10195"/>
                  </a:lnTo>
                  <a:lnTo>
                    <a:pt x="9770" y="9964"/>
                  </a:lnTo>
                  <a:lnTo>
                    <a:pt x="9924" y="9693"/>
                  </a:lnTo>
                  <a:lnTo>
                    <a:pt x="10079" y="9423"/>
                  </a:lnTo>
                  <a:lnTo>
                    <a:pt x="10156" y="9153"/>
                  </a:lnTo>
                  <a:lnTo>
                    <a:pt x="10195" y="9153"/>
                  </a:lnTo>
                  <a:lnTo>
                    <a:pt x="10195" y="8767"/>
                  </a:lnTo>
                  <a:lnTo>
                    <a:pt x="10156" y="8419"/>
                  </a:lnTo>
                  <a:lnTo>
                    <a:pt x="10040" y="8071"/>
                  </a:lnTo>
                  <a:lnTo>
                    <a:pt x="9847" y="7763"/>
                  </a:lnTo>
                  <a:lnTo>
                    <a:pt x="9615" y="7492"/>
                  </a:lnTo>
                  <a:lnTo>
                    <a:pt x="9306" y="7261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6" y="6990"/>
                  </a:lnTo>
                  <a:lnTo>
                    <a:pt x="7723" y="7029"/>
                  </a:lnTo>
                  <a:lnTo>
                    <a:pt x="7414" y="7145"/>
                  </a:lnTo>
                  <a:lnTo>
                    <a:pt x="7144" y="7338"/>
                  </a:lnTo>
                  <a:lnTo>
                    <a:pt x="6912" y="7569"/>
                  </a:lnTo>
                  <a:lnTo>
                    <a:pt x="6719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5" y="8805"/>
                  </a:lnTo>
                  <a:lnTo>
                    <a:pt x="4943" y="8767"/>
                  </a:lnTo>
                  <a:lnTo>
                    <a:pt x="3476" y="8767"/>
                  </a:lnTo>
                  <a:lnTo>
                    <a:pt x="3476" y="8728"/>
                  </a:lnTo>
                  <a:lnTo>
                    <a:pt x="3476" y="8651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5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6"/>
                  </a:lnTo>
                  <a:lnTo>
                    <a:pt x="3205" y="7338"/>
                  </a:lnTo>
                  <a:lnTo>
                    <a:pt x="3128" y="6450"/>
                  </a:lnTo>
                  <a:lnTo>
                    <a:pt x="3012" y="4326"/>
                  </a:lnTo>
                  <a:lnTo>
                    <a:pt x="2935" y="2202"/>
                  </a:lnTo>
                  <a:lnTo>
                    <a:pt x="2896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21"/>
            <p:cNvSpPr/>
            <p:nvPr/>
          </p:nvSpPr>
          <p:spPr>
            <a:xfrm>
              <a:off x="4324525" y="22671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21"/>
            <p:cNvSpPr/>
            <p:nvPr/>
          </p:nvSpPr>
          <p:spPr>
            <a:xfrm>
              <a:off x="4273375" y="2268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21"/>
            <p:cNvSpPr/>
            <p:nvPr/>
          </p:nvSpPr>
          <p:spPr>
            <a:xfrm>
              <a:off x="1394625" y="22999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94"/>
                  </a:lnTo>
                  <a:lnTo>
                    <a:pt x="2240" y="309"/>
                  </a:lnTo>
                  <a:lnTo>
                    <a:pt x="2009" y="425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46"/>
                  </a:lnTo>
                  <a:lnTo>
                    <a:pt x="1" y="4055"/>
                  </a:lnTo>
                  <a:lnTo>
                    <a:pt x="1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4" y="4711"/>
                  </a:lnTo>
                  <a:lnTo>
                    <a:pt x="580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9"/>
                  </a:lnTo>
                  <a:lnTo>
                    <a:pt x="2626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4"/>
                  </a:lnTo>
                  <a:lnTo>
                    <a:pt x="4210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21"/>
            <p:cNvSpPr/>
            <p:nvPr/>
          </p:nvSpPr>
          <p:spPr>
            <a:xfrm>
              <a:off x="4211575" y="2315425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4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2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21"/>
            <p:cNvSpPr/>
            <p:nvPr/>
          </p:nvSpPr>
          <p:spPr>
            <a:xfrm>
              <a:off x="2413100" y="2319275"/>
              <a:ext cx="84975" cy="222075"/>
            </a:xfrm>
            <a:custGeom>
              <a:avLst/>
              <a:gdLst/>
              <a:ahLst/>
              <a:cxnLst/>
              <a:rect l="l" t="t" r="r" b="b"/>
              <a:pathLst>
                <a:path w="3399" h="8883" extrusionOk="0">
                  <a:moveTo>
                    <a:pt x="1043" y="7376"/>
                  </a:moveTo>
                  <a:lnTo>
                    <a:pt x="1197" y="7453"/>
                  </a:lnTo>
                  <a:lnTo>
                    <a:pt x="1352" y="7608"/>
                  </a:lnTo>
                  <a:lnTo>
                    <a:pt x="1429" y="7685"/>
                  </a:lnTo>
                  <a:lnTo>
                    <a:pt x="1468" y="7801"/>
                  </a:lnTo>
                  <a:lnTo>
                    <a:pt x="1468" y="8033"/>
                  </a:lnTo>
                  <a:lnTo>
                    <a:pt x="1390" y="8226"/>
                  </a:lnTo>
                  <a:lnTo>
                    <a:pt x="1313" y="8342"/>
                  </a:lnTo>
                  <a:lnTo>
                    <a:pt x="1236" y="8419"/>
                  </a:lnTo>
                  <a:lnTo>
                    <a:pt x="1159" y="8457"/>
                  </a:lnTo>
                  <a:lnTo>
                    <a:pt x="1043" y="8496"/>
                  </a:lnTo>
                  <a:lnTo>
                    <a:pt x="811" y="8496"/>
                  </a:lnTo>
                  <a:lnTo>
                    <a:pt x="618" y="8419"/>
                  </a:lnTo>
                  <a:lnTo>
                    <a:pt x="541" y="8342"/>
                  </a:lnTo>
                  <a:lnTo>
                    <a:pt x="464" y="8264"/>
                  </a:lnTo>
                  <a:lnTo>
                    <a:pt x="386" y="8148"/>
                  </a:lnTo>
                  <a:lnTo>
                    <a:pt x="386" y="8033"/>
                  </a:lnTo>
                  <a:lnTo>
                    <a:pt x="386" y="7917"/>
                  </a:lnTo>
                  <a:lnTo>
                    <a:pt x="386" y="7801"/>
                  </a:lnTo>
                  <a:lnTo>
                    <a:pt x="502" y="7569"/>
                  </a:lnTo>
                  <a:lnTo>
                    <a:pt x="695" y="7415"/>
                  </a:lnTo>
                  <a:lnTo>
                    <a:pt x="850" y="7376"/>
                  </a:lnTo>
                  <a:close/>
                  <a:moveTo>
                    <a:pt x="3128" y="1"/>
                  </a:moveTo>
                  <a:lnTo>
                    <a:pt x="3089" y="39"/>
                  </a:lnTo>
                  <a:lnTo>
                    <a:pt x="3051" y="78"/>
                  </a:lnTo>
                  <a:lnTo>
                    <a:pt x="2819" y="503"/>
                  </a:lnTo>
                  <a:lnTo>
                    <a:pt x="2665" y="889"/>
                  </a:lnTo>
                  <a:lnTo>
                    <a:pt x="2356" y="1777"/>
                  </a:lnTo>
                  <a:lnTo>
                    <a:pt x="2085" y="2665"/>
                  </a:lnTo>
                  <a:lnTo>
                    <a:pt x="1854" y="3515"/>
                  </a:lnTo>
                  <a:lnTo>
                    <a:pt x="1313" y="5252"/>
                  </a:lnTo>
                  <a:lnTo>
                    <a:pt x="1043" y="6102"/>
                  </a:lnTo>
                  <a:lnTo>
                    <a:pt x="811" y="6990"/>
                  </a:lnTo>
                  <a:lnTo>
                    <a:pt x="657" y="6990"/>
                  </a:lnTo>
                  <a:lnTo>
                    <a:pt x="541" y="7029"/>
                  </a:lnTo>
                  <a:lnTo>
                    <a:pt x="386" y="7106"/>
                  </a:lnTo>
                  <a:lnTo>
                    <a:pt x="309" y="7222"/>
                  </a:lnTo>
                  <a:lnTo>
                    <a:pt x="271" y="7299"/>
                  </a:lnTo>
                  <a:lnTo>
                    <a:pt x="271" y="7376"/>
                  </a:lnTo>
                  <a:lnTo>
                    <a:pt x="116" y="7608"/>
                  </a:lnTo>
                  <a:lnTo>
                    <a:pt x="0" y="7840"/>
                  </a:lnTo>
                  <a:lnTo>
                    <a:pt x="0" y="8110"/>
                  </a:lnTo>
                  <a:lnTo>
                    <a:pt x="39" y="8264"/>
                  </a:lnTo>
                  <a:lnTo>
                    <a:pt x="78" y="8419"/>
                  </a:lnTo>
                  <a:lnTo>
                    <a:pt x="193" y="8573"/>
                  </a:lnTo>
                  <a:lnTo>
                    <a:pt x="348" y="8689"/>
                  </a:lnTo>
                  <a:lnTo>
                    <a:pt x="502" y="8805"/>
                  </a:lnTo>
                  <a:lnTo>
                    <a:pt x="657" y="8882"/>
                  </a:lnTo>
                  <a:lnTo>
                    <a:pt x="1043" y="8882"/>
                  </a:lnTo>
                  <a:lnTo>
                    <a:pt x="1236" y="8844"/>
                  </a:lnTo>
                  <a:lnTo>
                    <a:pt x="1429" y="8766"/>
                  </a:lnTo>
                  <a:lnTo>
                    <a:pt x="1584" y="8650"/>
                  </a:lnTo>
                  <a:lnTo>
                    <a:pt x="1699" y="8496"/>
                  </a:lnTo>
                  <a:lnTo>
                    <a:pt x="1777" y="8342"/>
                  </a:lnTo>
                  <a:lnTo>
                    <a:pt x="1854" y="8148"/>
                  </a:lnTo>
                  <a:lnTo>
                    <a:pt x="1854" y="7955"/>
                  </a:lnTo>
                  <a:lnTo>
                    <a:pt x="1854" y="7762"/>
                  </a:lnTo>
                  <a:lnTo>
                    <a:pt x="1815" y="7608"/>
                  </a:lnTo>
                  <a:lnTo>
                    <a:pt x="1738" y="7415"/>
                  </a:lnTo>
                  <a:lnTo>
                    <a:pt x="1622" y="7299"/>
                  </a:lnTo>
                  <a:lnTo>
                    <a:pt x="1506" y="7183"/>
                  </a:lnTo>
                  <a:lnTo>
                    <a:pt x="1352" y="7106"/>
                  </a:lnTo>
                  <a:lnTo>
                    <a:pt x="1197" y="7029"/>
                  </a:lnTo>
                  <a:lnTo>
                    <a:pt x="1545" y="6179"/>
                  </a:lnTo>
                  <a:lnTo>
                    <a:pt x="1815" y="5330"/>
                  </a:lnTo>
                  <a:lnTo>
                    <a:pt x="2394" y="3592"/>
                  </a:lnTo>
                  <a:lnTo>
                    <a:pt x="2665" y="2781"/>
                  </a:lnTo>
                  <a:lnTo>
                    <a:pt x="2974" y="1932"/>
                  </a:lnTo>
                  <a:lnTo>
                    <a:pt x="3244" y="1082"/>
                  </a:lnTo>
                  <a:lnTo>
                    <a:pt x="3321" y="657"/>
                  </a:lnTo>
                  <a:lnTo>
                    <a:pt x="3398" y="232"/>
                  </a:lnTo>
                  <a:lnTo>
                    <a:pt x="3360" y="117"/>
                  </a:lnTo>
                  <a:lnTo>
                    <a:pt x="3244" y="39"/>
                  </a:lnTo>
                  <a:lnTo>
                    <a:pt x="312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21"/>
            <p:cNvSpPr/>
            <p:nvPr/>
          </p:nvSpPr>
          <p:spPr>
            <a:xfrm>
              <a:off x="4217375" y="2321200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0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2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21"/>
            <p:cNvSpPr/>
            <p:nvPr/>
          </p:nvSpPr>
          <p:spPr>
            <a:xfrm>
              <a:off x="1643700" y="2334725"/>
              <a:ext cx="26075" cy="11600"/>
            </a:xfrm>
            <a:custGeom>
              <a:avLst/>
              <a:gdLst/>
              <a:ahLst/>
              <a:cxnLst/>
              <a:rect l="l" t="t" r="r" b="b"/>
              <a:pathLst>
                <a:path w="1043" h="464" extrusionOk="0">
                  <a:moveTo>
                    <a:pt x="773" y="1"/>
                  </a:moveTo>
                  <a:lnTo>
                    <a:pt x="541" y="39"/>
                  </a:lnTo>
                  <a:lnTo>
                    <a:pt x="309" y="78"/>
                  </a:lnTo>
                  <a:lnTo>
                    <a:pt x="77" y="194"/>
                  </a:lnTo>
                  <a:lnTo>
                    <a:pt x="39" y="232"/>
                  </a:lnTo>
                  <a:lnTo>
                    <a:pt x="0" y="271"/>
                  </a:lnTo>
                  <a:lnTo>
                    <a:pt x="39" y="387"/>
                  </a:lnTo>
                  <a:lnTo>
                    <a:pt x="77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43" y="232"/>
                  </a:lnTo>
                  <a:lnTo>
                    <a:pt x="1004" y="155"/>
                  </a:lnTo>
                  <a:lnTo>
                    <a:pt x="966" y="116"/>
                  </a:lnTo>
                  <a:lnTo>
                    <a:pt x="888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21"/>
            <p:cNvSpPr/>
            <p:nvPr/>
          </p:nvSpPr>
          <p:spPr>
            <a:xfrm>
              <a:off x="5914500" y="2336650"/>
              <a:ext cx="309900" cy="605325"/>
            </a:xfrm>
            <a:custGeom>
              <a:avLst/>
              <a:gdLst/>
              <a:ahLst/>
              <a:cxnLst/>
              <a:rect l="l" t="t" r="r" b="b"/>
              <a:pathLst>
                <a:path w="12396" h="24213" extrusionOk="0">
                  <a:moveTo>
                    <a:pt x="7955" y="464"/>
                  </a:moveTo>
                  <a:lnTo>
                    <a:pt x="8496" y="503"/>
                  </a:lnTo>
                  <a:lnTo>
                    <a:pt x="9036" y="619"/>
                  </a:lnTo>
                  <a:lnTo>
                    <a:pt x="9500" y="812"/>
                  </a:lnTo>
                  <a:lnTo>
                    <a:pt x="9924" y="1043"/>
                  </a:lnTo>
                  <a:lnTo>
                    <a:pt x="10311" y="1352"/>
                  </a:lnTo>
                  <a:lnTo>
                    <a:pt x="10658" y="1700"/>
                  </a:lnTo>
                  <a:lnTo>
                    <a:pt x="10967" y="2086"/>
                  </a:lnTo>
                  <a:lnTo>
                    <a:pt x="11237" y="2511"/>
                  </a:lnTo>
                  <a:lnTo>
                    <a:pt x="11469" y="2974"/>
                  </a:lnTo>
                  <a:lnTo>
                    <a:pt x="11662" y="3438"/>
                  </a:lnTo>
                  <a:lnTo>
                    <a:pt x="11778" y="3940"/>
                  </a:lnTo>
                  <a:lnTo>
                    <a:pt x="11855" y="4442"/>
                  </a:lnTo>
                  <a:lnTo>
                    <a:pt x="11894" y="4982"/>
                  </a:lnTo>
                  <a:lnTo>
                    <a:pt x="11894" y="5484"/>
                  </a:lnTo>
                  <a:lnTo>
                    <a:pt x="11817" y="5986"/>
                  </a:lnTo>
                  <a:lnTo>
                    <a:pt x="11701" y="6488"/>
                  </a:lnTo>
                  <a:lnTo>
                    <a:pt x="11546" y="6990"/>
                  </a:lnTo>
                  <a:lnTo>
                    <a:pt x="11315" y="7453"/>
                  </a:lnTo>
                  <a:lnTo>
                    <a:pt x="11083" y="7917"/>
                  </a:lnTo>
                  <a:lnTo>
                    <a:pt x="10813" y="8342"/>
                  </a:lnTo>
                  <a:lnTo>
                    <a:pt x="10504" y="8766"/>
                  </a:lnTo>
                  <a:lnTo>
                    <a:pt x="10195" y="9153"/>
                  </a:lnTo>
                  <a:lnTo>
                    <a:pt x="9847" y="9500"/>
                  </a:lnTo>
                  <a:lnTo>
                    <a:pt x="9461" y="9848"/>
                  </a:lnTo>
                  <a:lnTo>
                    <a:pt x="9036" y="10157"/>
                  </a:lnTo>
                  <a:lnTo>
                    <a:pt x="8650" y="10465"/>
                  </a:lnTo>
                  <a:lnTo>
                    <a:pt x="8187" y="10736"/>
                  </a:lnTo>
                  <a:lnTo>
                    <a:pt x="7762" y="11006"/>
                  </a:lnTo>
                  <a:lnTo>
                    <a:pt x="6835" y="11469"/>
                  </a:lnTo>
                  <a:lnTo>
                    <a:pt x="5870" y="11856"/>
                  </a:lnTo>
                  <a:lnTo>
                    <a:pt x="5677" y="11856"/>
                  </a:lnTo>
                  <a:lnTo>
                    <a:pt x="5638" y="11933"/>
                  </a:lnTo>
                  <a:lnTo>
                    <a:pt x="5600" y="11933"/>
                  </a:lnTo>
                  <a:lnTo>
                    <a:pt x="4982" y="11276"/>
                  </a:lnTo>
                  <a:lnTo>
                    <a:pt x="4441" y="10543"/>
                  </a:lnTo>
                  <a:lnTo>
                    <a:pt x="3978" y="9809"/>
                  </a:lnTo>
                  <a:lnTo>
                    <a:pt x="3746" y="9384"/>
                  </a:lnTo>
                  <a:lnTo>
                    <a:pt x="3592" y="8998"/>
                  </a:lnTo>
                  <a:lnTo>
                    <a:pt x="3437" y="8612"/>
                  </a:lnTo>
                  <a:lnTo>
                    <a:pt x="3283" y="8187"/>
                  </a:lnTo>
                  <a:lnTo>
                    <a:pt x="3167" y="7762"/>
                  </a:lnTo>
                  <a:lnTo>
                    <a:pt x="3090" y="7299"/>
                  </a:lnTo>
                  <a:lnTo>
                    <a:pt x="3051" y="6874"/>
                  </a:lnTo>
                  <a:lnTo>
                    <a:pt x="3012" y="6411"/>
                  </a:lnTo>
                  <a:lnTo>
                    <a:pt x="3051" y="5948"/>
                  </a:lnTo>
                  <a:lnTo>
                    <a:pt x="3090" y="5484"/>
                  </a:lnTo>
                  <a:lnTo>
                    <a:pt x="3167" y="5021"/>
                  </a:lnTo>
                  <a:lnTo>
                    <a:pt x="3244" y="4557"/>
                  </a:lnTo>
                  <a:lnTo>
                    <a:pt x="3399" y="4094"/>
                  </a:lnTo>
                  <a:lnTo>
                    <a:pt x="3592" y="3669"/>
                  </a:lnTo>
                  <a:lnTo>
                    <a:pt x="3785" y="3206"/>
                  </a:lnTo>
                  <a:lnTo>
                    <a:pt x="4055" y="2820"/>
                  </a:lnTo>
                  <a:lnTo>
                    <a:pt x="4325" y="2395"/>
                  </a:lnTo>
                  <a:lnTo>
                    <a:pt x="4634" y="2047"/>
                  </a:lnTo>
                  <a:lnTo>
                    <a:pt x="4943" y="1700"/>
                  </a:lnTo>
                  <a:lnTo>
                    <a:pt x="5329" y="1391"/>
                  </a:lnTo>
                  <a:lnTo>
                    <a:pt x="5715" y="1082"/>
                  </a:lnTo>
                  <a:lnTo>
                    <a:pt x="6102" y="850"/>
                  </a:lnTo>
                  <a:lnTo>
                    <a:pt x="6526" y="696"/>
                  </a:lnTo>
                  <a:lnTo>
                    <a:pt x="6990" y="541"/>
                  </a:lnTo>
                  <a:lnTo>
                    <a:pt x="7453" y="464"/>
                  </a:lnTo>
                  <a:close/>
                  <a:moveTo>
                    <a:pt x="5561" y="12280"/>
                  </a:moveTo>
                  <a:lnTo>
                    <a:pt x="5600" y="12319"/>
                  </a:lnTo>
                  <a:lnTo>
                    <a:pt x="5677" y="12358"/>
                  </a:lnTo>
                  <a:lnTo>
                    <a:pt x="5793" y="12898"/>
                  </a:lnTo>
                  <a:lnTo>
                    <a:pt x="5098" y="12589"/>
                  </a:lnTo>
                  <a:lnTo>
                    <a:pt x="5561" y="12280"/>
                  </a:lnTo>
                  <a:close/>
                  <a:moveTo>
                    <a:pt x="3321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2" y="13979"/>
                  </a:lnTo>
                  <a:lnTo>
                    <a:pt x="2781" y="13941"/>
                  </a:lnTo>
                  <a:lnTo>
                    <a:pt x="2510" y="13825"/>
                  </a:lnTo>
                  <a:lnTo>
                    <a:pt x="2935" y="13400"/>
                  </a:lnTo>
                  <a:lnTo>
                    <a:pt x="3321" y="12975"/>
                  </a:lnTo>
                  <a:close/>
                  <a:moveTo>
                    <a:pt x="3939" y="14327"/>
                  </a:moveTo>
                  <a:lnTo>
                    <a:pt x="5098" y="14520"/>
                  </a:lnTo>
                  <a:lnTo>
                    <a:pt x="4441" y="15485"/>
                  </a:lnTo>
                  <a:lnTo>
                    <a:pt x="4287" y="15215"/>
                  </a:lnTo>
                  <a:lnTo>
                    <a:pt x="4171" y="14945"/>
                  </a:lnTo>
                  <a:lnTo>
                    <a:pt x="4055" y="14636"/>
                  </a:lnTo>
                  <a:lnTo>
                    <a:pt x="3978" y="14366"/>
                  </a:lnTo>
                  <a:lnTo>
                    <a:pt x="3939" y="14327"/>
                  </a:lnTo>
                  <a:close/>
                  <a:moveTo>
                    <a:pt x="3746" y="14597"/>
                  </a:moveTo>
                  <a:lnTo>
                    <a:pt x="3823" y="14945"/>
                  </a:lnTo>
                  <a:lnTo>
                    <a:pt x="3978" y="15292"/>
                  </a:lnTo>
                  <a:lnTo>
                    <a:pt x="4132" y="15601"/>
                  </a:lnTo>
                  <a:lnTo>
                    <a:pt x="4287" y="15910"/>
                  </a:lnTo>
                  <a:lnTo>
                    <a:pt x="4364" y="15987"/>
                  </a:lnTo>
                  <a:lnTo>
                    <a:pt x="4055" y="16412"/>
                  </a:lnTo>
                  <a:lnTo>
                    <a:pt x="3746" y="16875"/>
                  </a:lnTo>
                  <a:lnTo>
                    <a:pt x="3592" y="16412"/>
                  </a:lnTo>
                  <a:lnTo>
                    <a:pt x="3476" y="15949"/>
                  </a:lnTo>
                  <a:lnTo>
                    <a:pt x="3476" y="15717"/>
                  </a:lnTo>
                  <a:lnTo>
                    <a:pt x="3476" y="15447"/>
                  </a:lnTo>
                  <a:lnTo>
                    <a:pt x="3514" y="15215"/>
                  </a:lnTo>
                  <a:lnTo>
                    <a:pt x="3553" y="14983"/>
                  </a:lnTo>
                  <a:lnTo>
                    <a:pt x="3746" y="14597"/>
                  </a:lnTo>
                  <a:close/>
                  <a:moveTo>
                    <a:pt x="4480" y="16335"/>
                  </a:moveTo>
                  <a:lnTo>
                    <a:pt x="4673" y="16760"/>
                  </a:lnTo>
                  <a:lnTo>
                    <a:pt x="4789" y="17223"/>
                  </a:lnTo>
                  <a:lnTo>
                    <a:pt x="4364" y="17107"/>
                  </a:lnTo>
                  <a:lnTo>
                    <a:pt x="3939" y="17030"/>
                  </a:lnTo>
                  <a:lnTo>
                    <a:pt x="4480" y="16335"/>
                  </a:lnTo>
                  <a:close/>
                  <a:moveTo>
                    <a:pt x="2472" y="16875"/>
                  </a:moveTo>
                  <a:lnTo>
                    <a:pt x="3399" y="17107"/>
                  </a:lnTo>
                  <a:lnTo>
                    <a:pt x="3476" y="17262"/>
                  </a:lnTo>
                  <a:lnTo>
                    <a:pt x="3321" y="17377"/>
                  </a:lnTo>
                  <a:lnTo>
                    <a:pt x="3167" y="17571"/>
                  </a:lnTo>
                  <a:lnTo>
                    <a:pt x="2897" y="17918"/>
                  </a:lnTo>
                  <a:lnTo>
                    <a:pt x="2665" y="17416"/>
                  </a:lnTo>
                  <a:lnTo>
                    <a:pt x="2472" y="16875"/>
                  </a:lnTo>
                  <a:close/>
                  <a:moveTo>
                    <a:pt x="3360" y="19733"/>
                  </a:moveTo>
                  <a:lnTo>
                    <a:pt x="4055" y="20428"/>
                  </a:lnTo>
                  <a:lnTo>
                    <a:pt x="3553" y="20660"/>
                  </a:lnTo>
                  <a:lnTo>
                    <a:pt x="3012" y="20969"/>
                  </a:lnTo>
                  <a:lnTo>
                    <a:pt x="3012" y="20969"/>
                  </a:lnTo>
                  <a:lnTo>
                    <a:pt x="3167" y="20351"/>
                  </a:lnTo>
                  <a:lnTo>
                    <a:pt x="3360" y="19733"/>
                  </a:lnTo>
                  <a:close/>
                  <a:moveTo>
                    <a:pt x="5677" y="20119"/>
                  </a:moveTo>
                  <a:lnTo>
                    <a:pt x="5986" y="20196"/>
                  </a:lnTo>
                  <a:lnTo>
                    <a:pt x="5715" y="20891"/>
                  </a:lnTo>
                  <a:lnTo>
                    <a:pt x="5368" y="21548"/>
                  </a:lnTo>
                  <a:lnTo>
                    <a:pt x="4673" y="20583"/>
                  </a:lnTo>
                  <a:lnTo>
                    <a:pt x="4634" y="20544"/>
                  </a:lnTo>
                  <a:lnTo>
                    <a:pt x="4673" y="20235"/>
                  </a:lnTo>
                  <a:lnTo>
                    <a:pt x="5020" y="20158"/>
                  </a:lnTo>
                  <a:lnTo>
                    <a:pt x="5329" y="20119"/>
                  </a:lnTo>
                  <a:close/>
                  <a:moveTo>
                    <a:pt x="7453" y="1"/>
                  </a:moveTo>
                  <a:lnTo>
                    <a:pt x="7067" y="39"/>
                  </a:lnTo>
                  <a:lnTo>
                    <a:pt x="6719" y="155"/>
                  </a:lnTo>
                  <a:lnTo>
                    <a:pt x="6333" y="271"/>
                  </a:lnTo>
                  <a:lnTo>
                    <a:pt x="5986" y="426"/>
                  </a:lnTo>
                  <a:lnTo>
                    <a:pt x="5638" y="580"/>
                  </a:lnTo>
                  <a:lnTo>
                    <a:pt x="5291" y="812"/>
                  </a:lnTo>
                  <a:lnTo>
                    <a:pt x="4943" y="1043"/>
                  </a:lnTo>
                  <a:lnTo>
                    <a:pt x="4634" y="1314"/>
                  </a:lnTo>
                  <a:lnTo>
                    <a:pt x="4364" y="1623"/>
                  </a:lnTo>
                  <a:lnTo>
                    <a:pt x="4094" y="1893"/>
                  </a:lnTo>
                  <a:lnTo>
                    <a:pt x="3823" y="2240"/>
                  </a:lnTo>
                  <a:lnTo>
                    <a:pt x="3592" y="2549"/>
                  </a:lnTo>
                  <a:lnTo>
                    <a:pt x="3399" y="2897"/>
                  </a:lnTo>
                  <a:lnTo>
                    <a:pt x="3205" y="3283"/>
                  </a:lnTo>
                  <a:lnTo>
                    <a:pt x="3051" y="3631"/>
                  </a:lnTo>
                  <a:lnTo>
                    <a:pt x="2897" y="4017"/>
                  </a:lnTo>
                  <a:lnTo>
                    <a:pt x="2781" y="4403"/>
                  </a:lnTo>
                  <a:lnTo>
                    <a:pt x="2703" y="4789"/>
                  </a:lnTo>
                  <a:lnTo>
                    <a:pt x="2626" y="5175"/>
                  </a:lnTo>
                  <a:lnTo>
                    <a:pt x="2588" y="5600"/>
                  </a:lnTo>
                  <a:lnTo>
                    <a:pt x="2549" y="5986"/>
                  </a:lnTo>
                  <a:lnTo>
                    <a:pt x="2549" y="6411"/>
                  </a:lnTo>
                  <a:lnTo>
                    <a:pt x="2549" y="6836"/>
                  </a:lnTo>
                  <a:lnTo>
                    <a:pt x="2665" y="7724"/>
                  </a:lnTo>
                  <a:lnTo>
                    <a:pt x="2742" y="8149"/>
                  </a:lnTo>
                  <a:lnTo>
                    <a:pt x="2858" y="8573"/>
                  </a:lnTo>
                  <a:lnTo>
                    <a:pt x="3012" y="8998"/>
                  </a:lnTo>
                  <a:lnTo>
                    <a:pt x="3167" y="9384"/>
                  </a:lnTo>
                  <a:lnTo>
                    <a:pt x="3321" y="9809"/>
                  </a:lnTo>
                  <a:lnTo>
                    <a:pt x="3553" y="10195"/>
                  </a:lnTo>
                  <a:lnTo>
                    <a:pt x="3746" y="10543"/>
                  </a:lnTo>
                  <a:lnTo>
                    <a:pt x="4016" y="10929"/>
                  </a:lnTo>
                  <a:lnTo>
                    <a:pt x="4287" y="11238"/>
                  </a:lnTo>
                  <a:lnTo>
                    <a:pt x="4596" y="11547"/>
                  </a:lnTo>
                  <a:lnTo>
                    <a:pt x="4905" y="11856"/>
                  </a:lnTo>
                  <a:lnTo>
                    <a:pt x="5252" y="12087"/>
                  </a:lnTo>
                  <a:lnTo>
                    <a:pt x="4557" y="12473"/>
                  </a:lnTo>
                  <a:lnTo>
                    <a:pt x="4480" y="12551"/>
                  </a:lnTo>
                  <a:lnTo>
                    <a:pt x="4441" y="12666"/>
                  </a:lnTo>
                  <a:lnTo>
                    <a:pt x="4480" y="12782"/>
                  </a:lnTo>
                  <a:lnTo>
                    <a:pt x="4596" y="12860"/>
                  </a:lnTo>
                  <a:lnTo>
                    <a:pt x="5020" y="13014"/>
                  </a:lnTo>
                  <a:lnTo>
                    <a:pt x="4673" y="13168"/>
                  </a:lnTo>
                  <a:lnTo>
                    <a:pt x="4403" y="13362"/>
                  </a:lnTo>
                  <a:lnTo>
                    <a:pt x="4094" y="13555"/>
                  </a:lnTo>
                  <a:lnTo>
                    <a:pt x="3862" y="13786"/>
                  </a:lnTo>
                  <a:lnTo>
                    <a:pt x="3823" y="13477"/>
                  </a:lnTo>
                  <a:lnTo>
                    <a:pt x="3746" y="13168"/>
                  </a:lnTo>
                  <a:lnTo>
                    <a:pt x="3630" y="12860"/>
                  </a:lnTo>
                  <a:lnTo>
                    <a:pt x="3514" y="12551"/>
                  </a:lnTo>
                  <a:lnTo>
                    <a:pt x="3476" y="12473"/>
                  </a:lnTo>
                  <a:lnTo>
                    <a:pt x="3360" y="12435"/>
                  </a:lnTo>
                  <a:lnTo>
                    <a:pt x="3283" y="12473"/>
                  </a:lnTo>
                  <a:lnTo>
                    <a:pt x="3205" y="12512"/>
                  </a:lnTo>
                  <a:lnTo>
                    <a:pt x="2665" y="13168"/>
                  </a:lnTo>
                  <a:lnTo>
                    <a:pt x="2086" y="13748"/>
                  </a:lnTo>
                  <a:lnTo>
                    <a:pt x="2047" y="13825"/>
                  </a:lnTo>
                  <a:lnTo>
                    <a:pt x="2008" y="13902"/>
                  </a:lnTo>
                  <a:lnTo>
                    <a:pt x="2047" y="13979"/>
                  </a:lnTo>
                  <a:lnTo>
                    <a:pt x="2086" y="14057"/>
                  </a:lnTo>
                  <a:lnTo>
                    <a:pt x="2395" y="14211"/>
                  </a:lnTo>
                  <a:lnTo>
                    <a:pt x="2742" y="14288"/>
                  </a:lnTo>
                  <a:lnTo>
                    <a:pt x="3051" y="14366"/>
                  </a:lnTo>
                  <a:lnTo>
                    <a:pt x="3399" y="14366"/>
                  </a:lnTo>
                  <a:lnTo>
                    <a:pt x="3244" y="14636"/>
                  </a:lnTo>
                  <a:lnTo>
                    <a:pt x="3128" y="14945"/>
                  </a:lnTo>
                  <a:lnTo>
                    <a:pt x="3090" y="15176"/>
                  </a:lnTo>
                  <a:lnTo>
                    <a:pt x="3051" y="15408"/>
                  </a:lnTo>
                  <a:lnTo>
                    <a:pt x="3051" y="15872"/>
                  </a:lnTo>
                  <a:lnTo>
                    <a:pt x="3128" y="16296"/>
                  </a:lnTo>
                  <a:lnTo>
                    <a:pt x="3244" y="16760"/>
                  </a:lnTo>
                  <a:lnTo>
                    <a:pt x="2781" y="16567"/>
                  </a:lnTo>
                  <a:lnTo>
                    <a:pt x="2279" y="16412"/>
                  </a:lnTo>
                  <a:lnTo>
                    <a:pt x="2201" y="16412"/>
                  </a:lnTo>
                  <a:lnTo>
                    <a:pt x="2124" y="16451"/>
                  </a:lnTo>
                  <a:lnTo>
                    <a:pt x="2047" y="16528"/>
                  </a:lnTo>
                  <a:lnTo>
                    <a:pt x="2047" y="16644"/>
                  </a:lnTo>
                  <a:lnTo>
                    <a:pt x="2163" y="17107"/>
                  </a:lnTo>
                  <a:lnTo>
                    <a:pt x="2279" y="17532"/>
                  </a:lnTo>
                  <a:lnTo>
                    <a:pt x="2472" y="17957"/>
                  </a:lnTo>
                  <a:lnTo>
                    <a:pt x="2703" y="18381"/>
                  </a:lnTo>
                  <a:lnTo>
                    <a:pt x="2781" y="18459"/>
                  </a:lnTo>
                  <a:lnTo>
                    <a:pt x="2858" y="18497"/>
                  </a:lnTo>
                  <a:lnTo>
                    <a:pt x="2935" y="18459"/>
                  </a:lnTo>
                  <a:lnTo>
                    <a:pt x="3012" y="18381"/>
                  </a:lnTo>
                  <a:lnTo>
                    <a:pt x="3321" y="18034"/>
                  </a:lnTo>
                  <a:lnTo>
                    <a:pt x="3514" y="17802"/>
                  </a:lnTo>
                  <a:lnTo>
                    <a:pt x="3630" y="17609"/>
                  </a:lnTo>
                  <a:lnTo>
                    <a:pt x="3707" y="17764"/>
                  </a:lnTo>
                  <a:lnTo>
                    <a:pt x="3978" y="18343"/>
                  </a:lnTo>
                  <a:lnTo>
                    <a:pt x="4132" y="18961"/>
                  </a:lnTo>
                  <a:lnTo>
                    <a:pt x="4248" y="19540"/>
                  </a:lnTo>
                  <a:lnTo>
                    <a:pt x="4248" y="20158"/>
                  </a:lnTo>
                  <a:lnTo>
                    <a:pt x="3437" y="19308"/>
                  </a:lnTo>
                  <a:lnTo>
                    <a:pt x="3399" y="19270"/>
                  </a:lnTo>
                  <a:lnTo>
                    <a:pt x="3205" y="19270"/>
                  </a:lnTo>
                  <a:lnTo>
                    <a:pt x="3167" y="19347"/>
                  </a:lnTo>
                  <a:lnTo>
                    <a:pt x="2974" y="19810"/>
                  </a:lnTo>
                  <a:lnTo>
                    <a:pt x="2781" y="20274"/>
                  </a:lnTo>
                  <a:lnTo>
                    <a:pt x="2665" y="20776"/>
                  </a:lnTo>
                  <a:lnTo>
                    <a:pt x="2626" y="21316"/>
                  </a:lnTo>
                  <a:lnTo>
                    <a:pt x="2626" y="21393"/>
                  </a:lnTo>
                  <a:lnTo>
                    <a:pt x="2703" y="21471"/>
                  </a:lnTo>
                  <a:lnTo>
                    <a:pt x="2781" y="21509"/>
                  </a:lnTo>
                  <a:lnTo>
                    <a:pt x="2897" y="21471"/>
                  </a:lnTo>
                  <a:lnTo>
                    <a:pt x="3514" y="21162"/>
                  </a:lnTo>
                  <a:lnTo>
                    <a:pt x="4171" y="20776"/>
                  </a:lnTo>
                  <a:lnTo>
                    <a:pt x="4171" y="20776"/>
                  </a:lnTo>
                  <a:lnTo>
                    <a:pt x="4055" y="21162"/>
                  </a:lnTo>
                  <a:lnTo>
                    <a:pt x="3901" y="21548"/>
                  </a:lnTo>
                  <a:lnTo>
                    <a:pt x="3669" y="22050"/>
                  </a:lnTo>
                  <a:lnTo>
                    <a:pt x="3321" y="22552"/>
                  </a:lnTo>
                  <a:lnTo>
                    <a:pt x="2897" y="23015"/>
                  </a:lnTo>
                  <a:lnTo>
                    <a:pt x="2626" y="23247"/>
                  </a:lnTo>
                  <a:lnTo>
                    <a:pt x="2395" y="23401"/>
                  </a:lnTo>
                  <a:lnTo>
                    <a:pt x="2124" y="23594"/>
                  </a:lnTo>
                  <a:lnTo>
                    <a:pt x="1854" y="23710"/>
                  </a:lnTo>
                  <a:lnTo>
                    <a:pt x="1584" y="23788"/>
                  </a:lnTo>
                  <a:lnTo>
                    <a:pt x="1313" y="23788"/>
                  </a:lnTo>
                  <a:lnTo>
                    <a:pt x="1082" y="23749"/>
                  </a:lnTo>
                  <a:lnTo>
                    <a:pt x="811" y="23672"/>
                  </a:lnTo>
                  <a:lnTo>
                    <a:pt x="541" y="23517"/>
                  </a:lnTo>
                  <a:lnTo>
                    <a:pt x="309" y="23286"/>
                  </a:lnTo>
                  <a:lnTo>
                    <a:pt x="232" y="23247"/>
                  </a:lnTo>
                  <a:lnTo>
                    <a:pt x="78" y="23247"/>
                  </a:lnTo>
                  <a:lnTo>
                    <a:pt x="39" y="23363"/>
                  </a:lnTo>
                  <a:lnTo>
                    <a:pt x="0" y="23401"/>
                  </a:lnTo>
                  <a:lnTo>
                    <a:pt x="39" y="23479"/>
                  </a:lnTo>
                  <a:lnTo>
                    <a:pt x="155" y="23633"/>
                  </a:lnTo>
                  <a:lnTo>
                    <a:pt x="271" y="23788"/>
                  </a:lnTo>
                  <a:lnTo>
                    <a:pt x="387" y="23903"/>
                  </a:lnTo>
                  <a:lnTo>
                    <a:pt x="541" y="24019"/>
                  </a:lnTo>
                  <a:lnTo>
                    <a:pt x="695" y="24096"/>
                  </a:lnTo>
                  <a:lnTo>
                    <a:pt x="889" y="24135"/>
                  </a:lnTo>
                  <a:lnTo>
                    <a:pt x="1236" y="24212"/>
                  </a:lnTo>
                  <a:lnTo>
                    <a:pt x="1584" y="24174"/>
                  </a:lnTo>
                  <a:lnTo>
                    <a:pt x="1970" y="24096"/>
                  </a:lnTo>
                  <a:lnTo>
                    <a:pt x="2317" y="23942"/>
                  </a:lnTo>
                  <a:lnTo>
                    <a:pt x="2665" y="23749"/>
                  </a:lnTo>
                  <a:lnTo>
                    <a:pt x="3012" y="23479"/>
                  </a:lnTo>
                  <a:lnTo>
                    <a:pt x="3321" y="23208"/>
                  </a:lnTo>
                  <a:lnTo>
                    <a:pt x="3630" y="22861"/>
                  </a:lnTo>
                  <a:lnTo>
                    <a:pt x="3901" y="22513"/>
                  </a:lnTo>
                  <a:lnTo>
                    <a:pt x="4132" y="22127"/>
                  </a:lnTo>
                  <a:lnTo>
                    <a:pt x="4325" y="21702"/>
                  </a:lnTo>
                  <a:lnTo>
                    <a:pt x="4480" y="21316"/>
                  </a:lnTo>
                  <a:lnTo>
                    <a:pt x="4596" y="20853"/>
                  </a:lnTo>
                  <a:lnTo>
                    <a:pt x="5213" y="21973"/>
                  </a:lnTo>
                  <a:lnTo>
                    <a:pt x="5291" y="22050"/>
                  </a:lnTo>
                  <a:lnTo>
                    <a:pt x="5368" y="22088"/>
                  </a:lnTo>
                  <a:lnTo>
                    <a:pt x="5445" y="22050"/>
                  </a:lnTo>
                  <a:lnTo>
                    <a:pt x="5522" y="22011"/>
                  </a:lnTo>
                  <a:lnTo>
                    <a:pt x="5793" y="21548"/>
                  </a:lnTo>
                  <a:lnTo>
                    <a:pt x="6024" y="21084"/>
                  </a:lnTo>
                  <a:lnTo>
                    <a:pt x="6410" y="20119"/>
                  </a:lnTo>
                  <a:lnTo>
                    <a:pt x="6410" y="20042"/>
                  </a:lnTo>
                  <a:lnTo>
                    <a:pt x="6410" y="19965"/>
                  </a:lnTo>
                  <a:lnTo>
                    <a:pt x="6372" y="19926"/>
                  </a:lnTo>
                  <a:lnTo>
                    <a:pt x="6295" y="19887"/>
                  </a:lnTo>
                  <a:lnTo>
                    <a:pt x="5908" y="19772"/>
                  </a:lnTo>
                  <a:lnTo>
                    <a:pt x="5484" y="19733"/>
                  </a:lnTo>
                  <a:lnTo>
                    <a:pt x="5098" y="19733"/>
                  </a:lnTo>
                  <a:lnTo>
                    <a:pt x="4673" y="19849"/>
                  </a:lnTo>
                  <a:lnTo>
                    <a:pt x="4634" y="19231"/>
                  </a:lnTo>
                  <a:lnTo>
                    <a:pt x="4518" y="18652"/>
                  </a:lnTo>
                  <a:lnTo>
                    <a:pt x="4287" y="18034"/>
                  </a:lnTo>
                  <a:lnTo>
                    <a:pt x="4055" y="17455"/>
                  </a:lnTo>
                  <a:lnTo>
                    <a:pt x="4518" y="17532"/>
                  </a:lnTo>
                  <a:lnTo>
                    <a:pt x="4982" y="17609"/>
                  </a:lnTo>
                  <a:lnTo>
                    <a:pt x="5059" y="17609"/>
                  </a:lnTo>
                  <a:lnTo>
                    <a:pt x="5098" y="17532"/>
                  </a:lnTo>
                  <a:lnTo>
                    <a:pt x="5136" y="17493"/>
                  </a:lnTo>
                  <a:lnTo>
                    <a:pt x="5136" y="17377"/>
                  </a:lnTo>
                  <a:lnTo>
                    <a:pt x="5098" y="17030"/>
                  </a:lnTo>
                  <a:lnTo>
                    <a:pt x="4982" y="16644"/>
                  </a:lnTo>
                  <a:lnTo>
                    <a:pt x="4827" y="16296"/>
                  </a:lnTo>
                  <a:lnTo>
                    <a:pt x="4673" y="15987"/>
                  </a:lnTo>
                  <a:lnTo>
                    <a:pt x="4596" y="15910"/>
                  </a:lnTo>
                  <a:lnTo>
                    <a:pt x="4634" y="15910"/>
                  </a:lnTo>
                  <a:lnTo>
                    <a:pt x="5600" y="14481"/>
                  </a:lnTo>
                  <a:lnTo>
                    <a:pt x="5638" y="14366"/>
                  </a:lnTo>
                  <a:lnTo>
                    <a:pt x="5600" y="14288"/>
                  </a:lnTo>
                  <a:lnTo>
                    <a:pt x="5561" y="14211"/>
                  </a:lnTo>
                  <a:lnTo>
                    <a:pt x="5445" y="14172"/>
                  </a:lnTo>
                  <a:lnTo>
                    <a:pt x="4209" y="13979"/>
                  </a:lnTo>
                  <a:lnTo>
                    <a:pt x="4480" y="13748"/>
                  </a:lnTo>
                  <a:lnTo>
                    <a:pt x="4789" y="13555"/>
                  </a:lnTo>
                  <a:lnTo>
                    <a:pt x="5098" y="13362"/>
                  </a:lnTo>
                  <a:lnTo>
                    <a:pt x="5406" y="13168"/>
                  </a:lnTo>
                  <a:lnTo>
                    <a:pt x="6024" y="13400"/>
                  </a:lnTo>
                  <a:lnTo>
                    <a:pt x="6140" y="13439"/>
                  </a:lnTo>
                  <a:lnTo>
                    <a:pt x="6217" y="13362"/>
                  </a:lnTo>
                  <a:lnTo>
                    <a:pt x="6256" y="13284"/>
                  </a:lnTo>
                  <a:lnTo>
                    <a:pt x="6295" y="13168"/>
                  </a:lnTo>
                  <a:lnTo>
                    <a:pt x="6179" y="12705"/>
                  </a:lnTo>
                  <a:lnTo>
                    <a:pt x="6063" y="12242"/>
                  </a:lnTo>
                  <a:lnTo>
                    <a:pt x="6912" y="11933"/>
                  </a:lnTo>
                  <a:lnTo>
                    <a:pt x="7723" y="11585"/>
                  </a:lnTo>
                  <a:lnTo>
                    <a:pt x="8534" y="11122"/>
                  </a:lnTo>
                  <a:lnTo>
                    <a:pt x="9268" y="10620"/>
                  </a:lnTo>
                  <a:lnTo>
                    <a:pt x="9963" y="10079"/>
                  </a:lnTo>
                  <a:lnTo>
                    <a:pt x="10311" y="9770"/>
                  </a:lnTo>
                  <a:lnTo>
                    <a:pt x="10620" y="9423"/>
                  </a:lnTo>
                  <a:lnTo>
                    <a:pt x="10890" y="9075"/>
                  </a:lnTo>
                  <a:lnTo>
                    <a:pt x="11160" y="8728"/>
                  </a:lnTo>
                  <a:lnTo>
                    <a:pt x="11392" y="8342"/>
                  </a:lnTo>
                  <a:lnTo>
                    <a:pt x="11623" y="7955"/>
                  </a:lnTo>
                  <a:lnTo>
                    <a:pt x="11817" y="7569"/>
                  </a:lnTo>
                  <a:lnTo>
                    <a:pt x="11971" y="7183"/>
                  </a:lnTo>
                  <a:lnTo>
                    <a:pt x="12125" y="6758"/>
                  </a:lnTo>
                  <a:lnTo>
                    <a:pt x="12241" y="6334"/>
                  </a:lnTo>
                  <a:lnTo>
                    <a:pt x="12319" y="5948"/>
                  </a:lnTo>
                  <a:lnTo>
                    <a:pt x="12357" y="5523"/>
                  </a:lnTo>
                  <a:lnTo>
                    <a:pt x="12396" y="5098"/>
                  </a:lnTo>
                  <a:lnTo>
                    <a:pt x="12396" y="4673"/>
                  </a:lnTo>
                  <a:lnTo>
                    <a:pt x="12357" y="4248"/>
                  </a:lnTo>
                  <a:lnTo>
                    <a:pt x="12280" y="3824"/>
                  </a:lnTo>
                  <a:lnTo>
                    <a:pt x="12203" y="3438"/>
                  </a:lnTo>
                  <a:lnTo>
                    <a:pt x="12048" y="3051"/>
                  </a:lnTo>
                  <a:lnTo>
                    <a:pt x="11894" y="2665"/>
                  </a:lnTo>
                  <a:lnTo>
                    <a:pt x="11701" y="2279"/>
                  </a:lnTo>
                  <a:lnTo>
                    <a:pt x="11469" y="1893"/>
                  </a:lnTo>
                  <a:lnTo>
                    <a:pt x="11160" y="1545"/>
                  </a:lnTo>
                  <a:lnTo>
                    <a:pt x="10890" y="1275"/>
                  </a:lnTo>
                  <a:lnTo>
                    <a:pt x="10620" y="1005"/>
                  </a:lnTo>
                  <a:lnTo>
                    <a:pt x="10311" y="773"/>
                  </a:lnTo>
                  <a:lnTo>
                    <a:pt x="9963" y="580"/>
                  </a:lnTo>
                  <a:lnTo>
                    <a:pt x="9654" y="387"/>
                  </a:lnTo>
                  <a:lnTo>
                    <a:pt x="9307" y="233"/>
                  </a:lnTo>
                  <a:lnTo>
                    <a:pt x="8920" y="117"/>
                  </a:lnTo>
                  <a:lnTo>
                    <a:pt x="8573" y="39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21"/>
            <p:cNvSpPr/>
            <p:nvPr/>
          </p:nvSpPr>
          <p:spPr>
            <a:xfrm>
              <a:off x="1545225" y="23405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1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21"/>
            <p:cNvSpPr/>
            <p:nvPr/>
          </p:nvSpPr>
          <p:spPr>
            <a:xfrm>
              <a:off x="6777550" y="23482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9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1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21"/>
            <p:cNvSpPr/>
            <p:nvPr/>
          </p:nvSpPr>
          <p:spPr>
            <a:xfrm>
              <a:off x="6642400" y="2349200"/>
              <a:ext cx="437325" cy="301225"/>
            </a:xfrm>
            <a:custGeom>
              <a:avLst/>
              <a:gdLst/>
              <a:ahLst/>
              <a:cxnLst/>
              <a:rect l="l" t="t" r="r" b="b"/>
              <a:pathLst>
                <a:path w="17493" h="12049" extrusionOk="0">
                  <a:moveTo>
                    <a:pt x="12086" y="503"/>
                  </a:moveTo>
                  <a:lnTo>
                    <a:pt x="12202" y="580"/>
                  </a:lnTo>
                  <a:lnTo>
                    <a:pt x="12280" y="657"/>
                  </a:lnTo>
                  <a:lnTo>
                    <a:pt x="12627" y="850"/>
                  </a:lnTo>
                  <a:lnTo>
                    <a:pt x="12897" y="1159"/>
                  </a:lnTo>
                  <a:lnTo>
                    <a:pt x="13129" y="1507"/>
                  </a:lnTo>
                  <a:lnTo>
                    <a:pt x="13322" y="1854"/>
                  </a:lnTo>
                  <a:lnTo>
                    <a:pt x="13477" y="2240"/>
                  </a:lnTo>
                  <a:lnTo>
                    <a:pt x="13631" y="2665"/>
                  </a:lnTo>
                  <a:lnTo>
                    <a:pt x="13824" y="3438"/>
                  </a:lnTo>
                  <a:lnTo>
                    <a:pt x="13090" y="3013"/>
                  </a:lnTo>
                  <a:lnTo>
                    <a:pt x="12704" y="2781"/>
                  </a:lnTo>
                  <a:lnTo>
                    <a:pt x="12357" y="2472"/>
                  </a:lnTo>
                  <a:lnTo>
                    <a:pt x="12009" y="2125"/>
                  </a:lnTo>
                  <a:lnTo>
                    <a:pt x="11816" y="1932"/>
                  </a:lnTo>
                  <a:lnTo>
                    <a:pt x="11662" y="1700"/>
                  </a:lnTo>
                  <a:lnTo>
                    <a:pt x="11507" y="1391"/>
                  </a:lnTo>
                  <a:lnTo>
                    <a:pt x="11430" y="1043"/>
                  </a:lnTo>
                  <a:lnTo>
                    <a:pt x="11662" y="735"/>
                  </a:lnTo>
                  <a:lnTo>
                    <a:pt x="11739" y="619"/>
                  </a:lnTo>
                  <a:lnTo>
                    <a:pt x="11855" y="541"/>
                  </a:lnTo>
                  <a:lnTo>
                    <a:pt x="11971" y="503"/>
                  </a:lnTo>
                  <a:close/>
                  <a:moveTo>
                    <a:pt x="16218" y="1584"/>
                  </a:moveTo>
                  <a:lnTo>
                    <a:pt x="16296" y="1623"/>
                  </a:lnTo>
                  <a:lnTo>
                    <a:pt x="16411" y="1661"/>
                  </a:lnTo>
                  <a:lnTo>
                    <a:pt x="16489" y="1738"/>
                  </a:lnTo>
                  <a:lnTo>
                    <a:pt x="16566" y="1816"/>
                  </a:lnTo>
                  <a:lnTo>
                    <a:pt x="16604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4" y="2511"/>
                  </a:lnTo>
                  <a:lnTo>
                    <a:pt x="16527" y="2665"/>
                  </a:lnTo>
                  <a:lnTo>
                    <a:pt x="16411" y="2820"/>
                  </a:lnTo>
                  <a:lnTo>
                    <a:pt x="16296" y="2974"/>
                  </a:lnTo>
                  <a:lnTo>
                    <a:pt x="15948" y="3206"/>
                  </a:lnTo>
                  <a:lnTo>
                    <a:pt x="15562" y="3399"/>
                  </a:lnTo>
                  <a:lnTo>
                    <a:pt x="15137" y="3553"/>
                  </a:lnTo>
                  <a:lnTo>
                    <a:pt x="14712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7"/>
                  </a:lnTo>
                  <a:lnTo>
                    <a:pt x="15098" y="2279"/>
                  </a:lnTo>
                  <a:lnTo>
                    <a:pt x="15407" y="1970"/>
                  </a:lnTo>
                  <a:lnTo>
                    <a:pt x="15639" y="1816"/>
                  </a:lnTo>
                  <a:lnTo>
                    <a:pt x="15871" y="1661"/>
                  </a:lnTo>
                  <a:lnTo>
                    <a:pt x="16102" y="1623"/>
                  </a:lnTo>
                  <a:lnTo>
                    <a:pt x="16218" y="1584"/>
                  </a:lnTo>
                  <a:close/>
                  <a:moveTo>
                    <a:pt x="13824" y="4287"/>
                  </a:moveTo>
                  <a:lnTo>
                    <a:pt x="13670" y="4557"/>
                  </a:lnTo>
                  <a:lnTo>
                    <a:pt x="13477" y="4789"/>
                  </a:lnTo>
                  <a:lnTo>
                    <a:pt x="13245" y="5021"/>
                  </a:lnTo>
                  <a:lnTo>
                    <a:pt x="13013" y="5214"/>
                  </a:lnTo>
                  <a:lnTo>
                    <a:pt x="12666" y="5484"/>
                  </a:lnTo>
                  <a:lnTo>
                    <a:pt x="12164" y="5754"/>
                  </a:lnTo>
                  <a:lnTo>
                    <a:pt x="11893" y="5870"/>
                  </a:lnTo>
                  <a:lnTo>
                    <a:pt x="11623" y="5948"/>
                  </a:lnTo>
                  <a:lnTo>
                    <a:pt x="11391" y="5986"/>
                  </a:lnTo>
                  <a:lnTo>
                    <a:pt x="11198" y="5948"/>
                  </a:lnTo>
                  <a:lnTo>
                    <a:pt x="11044" y="5870"/>
                  </a:lnTo>
                  <a:lnTo>
                    <a:pt x="10967" y="5793"/>
                  </a:lnTo>
                  <a:lnTo>
                    <a:pt x="10928" y="5716"/>
                  </a:lnTo>
                  <a:lnTo>
                    <a:pt x="10889" y="5639"/>
                  </a:lnTo>
                  <a:lnTo>
                    <a:pt x="10889" y="5446"/>
                  </a:lnTo>
                  <a:lnTo>
                    <a:pt x="10967" y="5252"/>
                  </a:lnTo>
                  <a:lnTo>
                    <a:pt x="11121" y="5098"/>
                  </a:lnTo>
                  <a:lnTo>
                    <a:pt x="11276" y="4944"/>
                  </a:lnTo>
                  <a:lnTo>
                    <a:pt x="11546" y="4750"/>
                  </a:lnTo>
                  <a:lnTo>
                    <a:pt x="11816" y="4635"/>
                  </a:lnTo>
                  <a:lnTo>
                    <a:pt x="12086" y="4557"/>
                  </a:lnTo>
                  <a:lnTo>
                    <a:pt x="12627" y="4480"/>
                  </a:lnTo>
                  <a:lnTo>
                    <a:pt x="13245" y="4403"/>
                  </a:lnTo>
                  <a:lnTo>
                    <a:pt x="13554" y="4364"/>
                  </a:lnTo>
                  <a:lnTo>
                    <a:pt x="13824" y="4287"/>
                  </a:lnTo>
                  <a:close/>
                  <a:moveTo>
                    <a:pt x="14403" y="4248"/>
                  </a:moveTo>
                  <a:lnTo>
                    <a:pt x="15098" y="4596"/>
                  </a:lnTo>
                  <a:lnTo>
                    <a:pt x="15407" y="4789"/>
                  </a:lnTo>
                  <a:lnTo>
                    <a:pt x="15716" y="4982"/>
                  </a:lnTo>
                  <a:lnTo>
                    <a:pt x="15909" y="5137"/>
                  </a:lnTo>
                  <a:lnTo>
                    <a:pt x="16141" y="5368"/>
                  </a:lnTo>
                  <a:lnTo>
                    <a:pt x="16411" y="5677"/>
                  </a:lnTo>
                  <a:lnTo>
                    <a:pt x="16643" y="5986"/>
                  </a:lnTo>
                  <a:lnTo>
                    <a:pt x="16875" y="6334"/>
                  </a:lnTo>
                  <a:lnTo>
                    <a:pt x="16991" y="6681"/>
                  </a:lnTo>
                  <a:lnTo>
                    <a:pt x="16991" y="6836"/>
                  </a:lnTo>
                  <a:lnTo>
                    <a:pt x="16991" y="6990"/>
                  </a:lnTo>
                  <a:lnTo>
                    <a:pt x="16952" y="7106"/>
                  </a:lnTo>
                  <a:lnTo>
                    <a:pt x="16836" y="7222"/>
                  </a:lnTo>
                  <a:lnTo>
                    <a:pt x="16759" y="7299"/>
                  </a:lnTo>
                  <a:lnTo>
                    <a:pt x="16643" y="7338"/>
                  </a:lnTo>
                  <a:lnTo>
                    <a:pt x="16373" y="7338"/>
                  </a:lnTo>
                  <a:lnTo>
                    <a:pt x="16141" y="7222"/>
                  </a:lnTo>
                  <a:lnTo>
                    <a:pt x="15871" y="7029"/>
                  </a:lnTo>
                  <a:lnTo>
                    <a:pt x="15600" y="6797"/>
                  </a:lnTo>
                  <a:lnTo>
                    <a:pt x="15369" y="6565"/>
                  </a:lnTo>
                  <a:lnTo>
                    <a:pt x="15060" y="6141"/>
                  </a:lnTo>
                  <a:lnTo>
                    <a:pt x="14828" y="5716"/>
                  </a:lnTo>
                  <a:lnTo>
                    <a:pt x="14635" y="5252"/>
                  </a:lnTo>
                  <a:lnTo>
                    <a:pt x="14519" y="4750"/>
                  </a:lnTo>
                  <a:lnTo>
                    <a:pt x="14403" y="4248"/>
                  </a:lnTo>
                  <a:close/>
                  <a:moveTo>
                    <a:pt x="11855" y="1"/>
                  </a:moveTo>
                  <a:lnTo>
                    <a:pt x="11584" y="39"/>
                  </a:lnTo>
                  <a:lnTo>
                    <a:pt x="11469" y="117"/>
                  </a:lnTo>
                  <a:lnTo>
                    <a:pt x="11353" y="194"/>
                  </a:lnTo>
                  <a:lnTo>
                    <a:pt x="11160" y="387"/>
                  </a:lnTo>
                  <a:lnTo>
                    <a:pt x="11005" y="619"/>
                  </a:lnTo>
                  <a:lnTo>
                    <a:pt x="10928" y="812"/>
                  </a:lnTo>
                  <a:lnTo>
                    <a:pt x="10928" y="1005"/>
                  </a:lnTo>
                  <a:lnTo>
                    <a:pt x="10928" y="1236"/>
                  </a:lnTo>
                  <a:lnTo>
                    <a:pt x="11005" y="1468"/>
                  </a:lnTo>
                  <a:lnTo>
                    <a:pt x="11082" y="1661"/>
                  </a:lnTo>
                  <a:lnTo>
                    <a:pt x="11198" y="1893"/>
                  </a:lnTo>
                  <a:lnTo>
                    <a:pt x="11546" y="2318"/>
                  </a:lnTo>
                  <a:lnTo>
                    <a:pt x="11932" y="2742"/>
                  </a:lnTo>
                  <a:lnTo>
                    <a:pt x="12395" y="3090"/>
                  </a:lnTo>
                  <a:lnTo>
                    <a:pt x="12859" y="3399"/>
                  </a:lnTo>
                  <a:lnTo>
                    <a:pt x="12859" y="3399"/>
                  </a:lnTo>
                  <a:lnTo>
                    <a:pt x="12048" y="3283"/>
                  </a:lnTo>
                  <a:lnTo>
                    <a:pt x="11198" y="3283"/>
                  </a:lnTo>
                  <a:lnTo>
                    <a:pt x="10387" y="3322"/>
                  </a:lnTo>
                  <a:lnTo>
                    <a:pt x="9615" y="3476"/>
                  </a:lnTo>
                  <a:lnTo>
                    <a:pt x="9654" y="3013"/>
                  </a:lnTo>
                  <a:lnTo>
                    <a:pt x="9654" y="2511"/>
                  </a:lnTo>
                  <a:lnTo>
                    <a:pt x="9615" y="2009"/>
                  </a:lnTo>
                  <a:lnTo>
                    <a:pt x="9538" y="1507"/>
                  </a:lnTo>
                  <a:lnTo>
                    <a:pt x="9075" y="1623"/>
                  </a:lnTo>
                  <a:lnTo>
                    <a:pt x="9152" y="2086"/>
                  </a:lnTo>
                  <a:lnTo>
                    <a:pt x="9152" y="2588"/>
                  </a:lnTo>
                  <a:lnTo>
                    <a:pt x="9152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5" y="3901"/>
                  </a:lnTo>
                  <a:lnTo>
                    <a:pt x="7414" y="4287"/>
                  </a:lnTo>
                  <a:lnTo>
                    <a:pt x="6603" y="4712"/>
                  </a:lnTo>
                  <a:lnTo>
                    <a:pt x="5831" y="5214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5" y="6218"/>
                  </a:lnTo>
                  <a:lnTo>
                    <a:pt x="3823" y="6913"/>
                  </a:lnTo>
                  <a:lnTo>
                    <a:pt x="3089" y="7685"/>
                  </a:lnTo>
                  <a:lnTo>
                    <a:pt x="2394" y="8496"/>
                  </a:lnTo>
                  <a:lnTo>
                    <a:pt x="1738" y="9307"/>
                  </a:lnTo>
                  <a:lnTo>
                    <a:pt x="1081" y="10157"/>
                  </a:lnTo>
                  <a:lnTo>
                    <a:pt x="502" y="10967"/>
                  </a:lnTo>
                  <a:lnTo>
                    <a:pt x="0" y="11778"/>
                  </a:lnTo>
                  <a:lnTo>
                    <a:pt x="348" y="12049"/>
                  </a:lnTo>
                  <a:lnTo>
                    <a:pt x="1545" y="10504"/>
                  </a:lnTo>
                  <a:lnTo>
                    <a:pt x="2742" y="8959"/>
                  </a:lnTo>
                  <a:lnTo>
                    <a:pt x="3360" y="8226"/>
                  </a:lnTo>
                  <a:lnTo>
                    <a:pt x="4016" y="7492"/>
                  </a:lnTo>
                  <a:lnTo>
                    <a:pt x="4711" y="6797"/>
                  </a:lnTo>
                  <a:lnTo>
                    <a:pt x="5483" y="6179"/>
                  </a:lnTo>
                  <a:lnTo>
                    <a:pt x="6256" y="5561"/>
                  </a:lnTo>
                  <a:lnTo>
                    <a:pt x="7105" y="5059"/>
                  </a:lnTo>
                  <a:lnTo>
                    <a:pt x="7993" y="4596"/>
                  </a:lnTo>
                  <a:lnTo>
                    <a:pt x="8457" y="4442"/>
                  </a:lnTo>
                  <a:lnTo>
                    <a:pt x="8920" y="4248"/>
                  </a:lnTo>
                  <a:lnTo>
                    <a:pt x="9422" y="4133"/>
                  </a:lnTo>
                  <a:lnTo>
                    <a:pt x="9885" y="4017"/>
                  </a:lnTo>
                  <a:lnTo>
                    <a:pt x="10387" y="3901"/>
                  </a:lnTo>
                  <a:lnTo>
                    <a:pt x="10851" y="3862"/>
                  </a:lnTo>
                  <a:lnTo>
                    <a:pt x="11353" y="3824"/>
                  </a:lnTo>
                  <a:lnTo>
                    <a:pt x="11855" y="3824"/>
                  </a:lnTo>
                  <a:lnTo>
                    <a:pt x="12357" y="3862"/>
                  </a:lnTo>
                  <a:lnTo>
                    <a:pt x="12859" y="3901"/>
                  </a:lnTo>
                  <a:lnTo>
                    <a:pt x="12318" y="3978"/>
                  </a:lnTo>
                  <a:lnTo>
                    <a:pt x="11855" y="4094"/>
                  </a:lnTo>
                  <a:lnTo>
                    <a:pt x="11391" y="4287"/>
                  </a:lnTo>
                  <a:lnTo>
                    <a:pt x="11198" y="4403"/>
                  </a:lnTo>
                  <a:lnTo>
                    <a:pt x="11005" y="4557"/>
                  </a:lnTo>
                  <a:lnTo>
                    <a:pt x="10851" y="4673"/>
                  </a:lnTo>
                  <a:lnTo>
                    <a:pt x="10696" y="4866"/>
                  </a:lnTo>
                  <a:lnTo>
                    <a:pt x="10542" y="5059"/>
                  </a:lnTo>
                  <a:lnTo>
                    <a:pt x="10465" y="5291"/>
                  </a:lnTo>
                  <a:lnTo>
                    <a:pt x="10387" y="5523"/>
                  </a:lnTo>
                  <a:lnTo>
                    <a:pt x="10387" y="5754"/>
                  </a:lnTo>
                  <a:lnTo>
                    <a:pt x="10426" y="5948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4"/>
                  </a:lnTo>
                  <a:lnTo>
                    <a:pt x="11005" y="6411"/>
                  </a:lnTo>
                  <a:lnTo>
                    <a:pt x="11276" y="6449"/>
                  </a:lnTo>
                  <a:lnTo>
                    <a:pt x="11584" y="6411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3"/>
                  </a:lnTo>
                  <a:lnTo>
                    <a:pt x="13438" y="5484"/>
                  </a:lnTo>
                  <a:lnTo>
                    <a:pt x="13399" y="5523"/>
                  </a:lnTo>
                  <a:lnTo>
                    <a:pt x="13786" y="5716"/>
                  </a:lnTo>
                  <a:lnTo>
                    <a:pt x="14056" y="4866"/>
                  </a:lnTo>
                  <a:lnTo>
                    <a:pt x="14210" y="5407"/>
                  </a:lnTo>
                  <a:lnTo>
                    <a:pt x="14403" y="5909"/>
                  </a:lnTo>
                  <a:lnTo>
                    <a:pt x="14674" y="6411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7" y="7299"/>
                  </a:lnTo>
                  <a:lnTo>
                    <a:pt x="15678" y="7492"/>
                  </a:lnTo>
                  <a:lnTo>
                    <a:pt x="15987" y="7685"/>
                  </a:lnTo>
                  <a:lnTo>
                    <a:pt x="16296" y="7801"/>
                  </a:lnTo>
                  <a:lnTo>
                    <a:pt x="16604" y="7878"/>
                  </a:lnTo>
                  <a:lnTo>
                    <a:pt x="16759" y="7878"/>
                  </a:lnTo>
                  <a:lnTo>
                    <a:pt x="16875" y="7840"/>
                  </a:lnTo>
                  <a:lnTo>
                    <a:pt x="17029" y="7801"/>
                  </a:lnTo>
                  <a:lnTo>
                    <a:pt x="17184" y="7724"/>
                  </a:lnTo>
                  <a:lnTo>
                    <a:pt x="17299" y="7647"/>
                  </a:lnTo>
                  <a:lnTo>
                    <a:pt x="17377" y="7531"/>
                  </a:lnTo>
                  <a:lnTo>
                    <a:pt x="17415" y="7376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5" y="6604"/>
                  </a:lnTo>
                  <a:lnTo>
                    <a:pt x="17299" y="6295"/>
                  </a:lnTo>
                  <a:lnTo>
                    <a:pt x="17184" y="5986"/>
                  </a:lnTo>
                  <a:lnTo>
                    <a:pt x="17029" y="5716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1"/>
                  </a:lnTo>
                  <a:lnTo>
                    <a:pt x="16257" y="4789"/>
                  </a:lnTo>
                  <a:lnTo>
                    <a:pt x="16025" y="4596"/>
                  </a:lnTo>
                  <a:lnTo>
                    <a:pt x="15523" y="4287"/>
                  </a:lnTo>
                  <a:lnTo>
                    <a:pt x="14944" y="4017"/>
                  </a:lnTo>
                  <a:lnTo>
                    <a:pt x="15407" y="3901"/>
                  </a:lnTo>
                  <a:lnTo>
                    <a:pt x="15832" y="3746"/>
                  </a:lnTo>
                  <a:lnTo>
                    <a:pt x="16218" y="3515"/>
                  </a:lnTo>
                  <a:lnTo>
                    <a:pt x="16604" y="3244"/>
                  </a:lnTo>
                  <a:lnTo>
                    <a:pt x="16759" y="3051"/>
                  </a:lnTo>
                  <a:lnTo>
                    <a:pt x="16913" y="2858"/>
                  </a:lnTo>
                  <a:lnTo>
                    <a:pt x="17029" y="2665"/>
                  </a:lnTo>
                  <a:lnTo>
                    <a:pt x="17106" y="2434"/>
                  </a:lnTo>
                  <a:lnTo>
                    <a:pt x="17145" y="2163"/>
                  </a:lnTo>
                  <a:lnTo>
                    <a:pt x="17106" y="1932"/>
                  </a:lnTo>
                  <a:lnTo>
                    <a:pt x="17068" y="1700"/>
                  </a:lnTo>
                  <a:lnTo>
                    <a:pt x="16913" y="1468"/>
                  </a:lnTo>
                  <a:lnTo>
                    <a:pt x="16759" y="1314"/>
                  </a:lnTo>
                  <a:lnTo>
                    <a:pt x="16566" y="1198"/>
                  </a:lnTo>
                  <a:lnTo>
                    <a:pt x="16334" y="1159"/>
                  </a:lnTo>
                  <a:lnTo>
                    <a:pt x="16102" y="1159"/>
                  </a:lnTo>
                  <a:lnTo>
                    <a:pt x="15909" y="1198"/>
                  </a:lnTo>
                  <a:lnTo>
                    <a:pt x="15678" y="1236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5" y="1777"/>
                  </a:lnTo>
                  <a:lnTo>
                    <a:pt x="14596" y="2163"/>
                  </a:lnTo>
                  <a:lnTo>
                    <a:pt x="14326" y="2588"/>
                  </a:lnTo>
                  <a:lnTo>
                    <a:pt x="14094" y="3013"/>
                  </a:lnTo>
                  <a:lnTo>
                    <a:pt x="13940" y="2434"/>
                  </a:lnTo>
                  <a:lnTo>
                    <a:pt x="13747" y="1893"/>
                  </a:lnTo>
                  <a:lnTo>
                    <a:pt x="13515" y="1352"/>
                  </a:lnTo>
                  <a:lnTo>
                    <a:pt x="13168" y="850"/>
                  </a:lnTo>
                  <a:lnTo>
                    <a:pt x="13013" y="657"/>
                  </a:lnTo>
                  <a:lnTo>
                    <a:pt x="12820" y="464"/>
                  </a:lnTo>
                  <a:lnTo>
                    <a:pt x="12588" y="271"/>
                  </a:lnTo>
                  <a:lnTo>
                    <a:pt x="12357" y="117"/>
                  </a:lnTo>
                  <a:lnTo>
                    <a:pt x="12086" y="39"/>
                  </a:lnTo>
                  <a:lnTo>
                    <a:pt x="118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21"/>
            <p:cNvSpPr/>
            <p:nvPr/>
          </p:nvSpPr>
          <p:spPr>
            <a:xfrm>
              <a:off x="4161375" y="2367550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6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6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1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21"/>
            <p:cNvSpPr/>
            <p:nvPr/>
          </p:nvSpPr>
          <p:spPr>
            <a:xfrm>
              <a:off x="4673025" y="2378175"/>
              <a:ext cx="330175" cy="176675"/>
            </a:xfrm>
            <a:custGeom>
              <a:avLst/>
              <a:gdLst/>
              <a:ahLst/>
              <a:cxnLst/>
              <a:rect l="l" t="t" r="r" b="b"/>
              <a:pathLst>
                <a:path w="13207" h="7067" extrusionOk="0">
                  <a:moveTo>
                    <a:pt x="8110" y="309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79"/>
                  </a:lnTo>
                  <a:lnTo>
                    <a:pt x="8728" y="888"/>
                  </a:lnTo>
                  <a:lnTo>
                    <a:pt x="8766" y="1197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7"/>
                  </a:lnTo>
                  <a:lnTo>
                    <a:pt x="8033" y="2858"/>
                  </a:lnTo>
                  <a:lnTo>
                    <a:pt x="6836" y="4711"/>
                  </a:lnTo>
                  <a:lnTo>
                    <a:pt x="6681" y="4711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7"/>
                  </a:lnTo>
                  <a:lnTo>
                    <a:pt x="7453" y="888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09"/>
                  </a:lnTo>
                  <a:close/>
                  <a:moveTo>
                    <a:pt x="5909" y="5406"/>
                  </a:moveTo>
                  <a:lnTo>
                    <a:pt x="4673" y="5831"/>
                  </a:lnTo>
                  <a:lnTo>
                    <a:pt x="3437" y="6217"/>
                  </a:lnTo>
                  <a:lnTo>
                    <a:pt x="2781" y="6372"/>
                  </a:lnTo>
                  <a:lnTo>
                    <a:pt x="2125" y="6526"/>
                  </a:lnTo>
                  <a:lnTo>
                    <a:pt x="1700" y="6565"/>
                  </a:lnTo>
                  <a:lnTo>
                    <a:pt x="1314" y="6603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7"/>
                  </a:lnTo>
                  <a:lnTo>
                    <a:pt x="696" y="6063"/>
                  </a:lnTo>
                  <a:lnTo>
                    <a:pt x="696" y="5908"/>
                  </a:lnTo>
                  <a:lnTo>
                    <a:pt x="734" y="5792"/>
                  </a:lnTo>
                  <a:lnTo>
                    <a:pt x="812" y="5715"/>
                  </a:lnTo>
                  <a:lnTo>
                    <a:pt x="889" y="5677"/>
                  </a:lnTo>
                  <a:lnTo>
                    <a:pt x="1082" y="5599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6"/>
                  </a:lnTo>
                  <a:close/>
                  <a:moveTo>
                    <a:pt x="7067" y="5097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5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8"/>
                  </a:lnTo>
                  <a:lnTo>
                    <a:pt x="12589" y="6024"/>
                  </a:lnTo>
                  <a:lnTo>
                    <a:pt x="12628" y="6179"/>
                  </a:lnTo>
                  <a:lnTo>
                    <a:pt x="12589" y="6526"/>
                  </a:lnTo>
                  <a:lnTo>
                    <a:pt x="12435" y="6603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3"/>
                  </a:lnTo>
                  <a:lnTo>
                    <a:pt x="10929" y="6526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8"/>
                  </a:lnTo>
                  <a:lnTo>
                    <a:pt x="8226" y="5677"/>
                  </a:lnTo>
                  <a:lnTo>
                    <a:pt x="7067" y="5097"/>
                  </a:lnTo>
                  <a:close/>
                  <a:moveTo>
                    <a:pt x="8148" y="0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6"/>
                  </a:lnTo>
                  <a:lnTo>
                    <a:pt x="6681" y="2433"/>
                  </a:lnTo>
                  <a:lnTo>
                    <a:pt x="6527" y="3591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0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7"/>
                  </a:lnTo>
                  <a:lnTo>
                    <a:pt x="1391" y="5175"/>
                  </a:lnTo>
                  <a:lnTo>
                    <a:pt x="1005" y="5213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599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4"/>
                  </a:lnTo>
                  <a:lnTo>
                    <a:pt x="117" y="6449"/>
                  </a:lnTo>
                  <a:lnTo>
                    <a:pt x="232" y="6603"/>
                  </a:lnTo>
                  <a:lnTo>
                    <a:pt x="348" y="6681"/>
                  </a:lnTo>
                  <a:lnTo>
                    <a:pt x="464" y="6796"/>
                  </a:lnTo>
                  <a:lnTo>
                    <a:pt x="773" y="6912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2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5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8"/>
                  </a:lnTo>
                  <a:lnTo>
                    <a:pt x="6758" y="6101"/>
                  </a:lnTo>
                  <a:lnTo>
                    <a:pt x="6836" y="6294"/>
                  </a:lnTo>
                  <a:lnTo>
                    <a:pt x="7106" y="6256"/>
                  </a:lnTo>
                  <a:lnTo>
                    <a:pt x="7106" y="6217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6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6"/>
                  </a:lnTo>
                  <a:lnTo>
                    <a:pt x="11045" y="6951"/>
                  </a:lnTo>
                  <a:lnTo>
                    <a:pt x="11469" y="7028"/>
                  </a:lnTo>
                  <a:lnTo>
                    <a:pt x="11933" y="7067"/>
                  </a:lnTo>
                  <a:lnTo>
                    <a:pt x="12396" y="7028"/>
                  </a:lnTo>
                  <a:lnTo>
                    <a:pt x="12589" y="6990"/>
                  </a:lnTo>
                  <a:lnTo>
                    <a:pt x="12782" y="6912"/>
                  </a:lnTo>
                  <a:lnTo>
                    <a:pt x="12937" y="6796"/>
                  </a:lnTo>
                  <a:lnTo>
                    <a:pt x="13053" y="6681"/>
                  </a:lnTo>
                  <a:lnTo>
                    <a:pt x="13130" y="6526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4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6"/>
                  </a:lnTo>
                  <a:lnTo>
                    <a:pt x="12242" y="5290"/>
                  </a:lnTo>
                  <a:lnTo>
                    <a:pt x="11894" y="5213"/>
                  </a:lnTo>
                  <a:lnTo>
                    <a:pt x="11315" y="5097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1"/>
                  </a:lnTo>
                  <a:lnTo>
                    <a:pt x="8071" y="3514"/>
                  </a:lnTo>
                  <a:lnTo>
                    <a:pt x="8496" y="2858"/>
                  </a:lnTo>
                  <a:lnTo>
                    <a:pt x="8844" y="2201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6"/>
                  </a:lnTo>
                  <a:lnTo>
                    <a:pt x="9075" y="1275"/>
                  </a:lnTo>
                  <a:lnTo>
                    <a:pt x="9037" y="1004"/>
                  </a:lnTo>
                  <a:lnTo>
                    <a:pt x="8959" y="811"/>
                  </a:lnTo>
                  <a:lnTo>
                    <a:pt x="8882" y="579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21"/>
            <p:cNvSpPr/>
            <p:nvPr/>
          </p:nvSpPr>
          <p:spPr>
            <a:xfrm>
              <a:off x="1437100" y="2381075"/>
              <a:ext cx="93675" cy="93650"/>
            </a:xfrm>
            <a:custGeom>
              <a:avLst/>
              <a:gdLst/>
              <a:ahLst/>
              <a:cxnLst/>
              <a:rect l="l" t="t" r="r" b="b"/>
              <a:pathLst>
                <a:path w="3747" h="3746" extrusionOk="0">
                  <a:moveTo>
                    <a:pt x="1584" y="463"/>
                  </a:moveTo>
                  <a:lnTo>
                    <a:pt x="2086" y="541"/>
                  </a:lnTo>
                  <a:lnTo>
                    <a:pt x="2318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5"/>
                  </a:lnTo>
                  <a:lnTo>
                    <a:pt x="3090" y="1197"/>
                  </a:lnTo>
                  <a:lnTo>
                    <a:pt x="3206" y="1429"/>
                  </a:lnTo>
                  <a:lnTo>
                    <a:pt x="3244" y="1699"/>
                  </a:lnTo>
                  <a:lnTo>
                    <a:pt x="3244" y="1969"/>
                  </a:lnTo>
                  <a:lnTo>
                    <a:pt x="3206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7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3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3"/>
                  </a:lnTo>
                  <a:close/>
                  <a:moveTo>
                    <a:pt x="1893" y="0"/>
                  </a:moveTo>
                  <a:lnTo>
                    <a:pt x="1700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4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9" y="579"/>
                  </a:lnTo>
                  <a:lnTo>
                    <a:pt x="425" y="772"/>
                  </a:lnTo>
                  <a:lnTo>
                    <a:pt x="271" y="965"/>
                  </a:lnTo>
                  <a:lnTo>
                    <a:pt x="155" y="1236"/>
                  </a:lnTo>
                  <a:lnTo>
                    <a:pt x="78" y="1467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7" y="2510"/>
                  </a:lnTo>
                  <a:lnTo>
                    <a:pt x="310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8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7" y="3437"/>
                  </a:lnTo>
                  <a:lnTo>
                    <a:pt x="3128" y="3244"/>
                  </a:lnTo>
                  <a:lnTo>
                    <a:pt x="3322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8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5" y="1004"/>
                  </a:lnTo>
                  <a:lnTo>
                    <a:pt x="3322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21"/>
            <p:cNvSpPr/>
            <p:nvPr/>
          </p:nvSpPr>
          <p:spPr>
            <a:xfrm>
              <a:off x="3476925" y="23916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7" y="1159"/>
                  </a:lnTo>
                  <a:lnTo>
                    <a:pt x="1391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6" y="1816"/>
                  </a:lnTo>
                  <a:lnTo>
                    <a:pt x="387" y="1700"/>
                  </a:lnTo>
                  <a:lnTo>
                    <a:pt x="348" y="1584"/>
                  </a:lnTo>
                  <a:lnTo>
                    <a:pt x="387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2" y="1623"/>
                  </a:lnTo>
                  <a:lnTo>
                    <a:pt x="3669" y="1700"/>
                  </a:lnTo>
                  <a:lnTo>
                    <a:pt x="3747" y="1816"/>
                  </a:lnTo>
                  <a:lnTo>
                    <a:pt x="3747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9" y="2356"/>
                  </a:lnTo>
                  <a:lnTo>
                    <a:pt x="3206" y="2434"/>
                  </a:lnTo>
                  <a:lnTo>
                    <a:pt x="3013" y="2395"/>
                  </a:lnTo>
                  <a:lnTo>
                    <a:pt x="2820" y="2356"/>
                  </a:lnTo>
                  <a:lnTo>
                    <a:pt x="2627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1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90" y="1468"/>
                  </a:lnTo>
                  <a:close/>
                  <a:moveTo>
                    <a:pt x="3747" y="4750"/>
                  </a:moveTo>
                  <a:lnTo>
                    <a:pt x="3901" y="4789"/>
                  </a:lnTo>
                  <a:lnTo>
                    <a:pt x="4017" y="4828"/>
                  </a:lnTo>
                  <a:lnTo>
                    <a:pt x="4094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3" y="5368"/>
                  </a:lnTo>
                  <a:lnTo>
                    <a:pt x="4094" y="5484"/>
                  </a:lnTo>
                  <a:lnTo>
                    <a:pt x="3978" y="5600"/>
                  </a:lnTo>
                  <a:lnTo>
                    <a:pt x="3785" y="5754"/>
                  </a:lnTo>
                  <a:lnTo>
                    <a:pt x="3515" y="5870"/>
                  </a:lnTo>
                  <a:lnTo>
                    <a:pt x="3129" y="5870"/>
                  </a:lnTo>
                  <a:lnTo>
                    <a:pt x="2743" y="5793"/>
                  </a:lnTo>
                  <a:lnTo>
                    <a:pt x="2936" y="5368"/>
                  </a:lnTo>
                  <a:lnTo>
                    <a:pt x="3051" y="5214"/>
                  </a:lnTo>
                  <a:lnTo>
                    <a:pt x="3206" y="5021"/>
                  </a:lnTo>
                  <a:lnTo>
                    <a:pt x="3476" y="4866"/>
                  </a:lnTo>
                  <a:lnTo>
                    <a:pt x="3631" y="4789"/>
                  </a:lnTo>
                  <a:lnTo>
                    <a:pt x="3747" y="4750"/>
                  </a:lnTo>
                  <a:close/>
                  <a:moveTo>
                    <a:pt x="1121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3" y="6102"/>
                  </a:lnTo>
                  <a:lnTo>
                    <a:pt x="1430" y="6256"/>
                  </a:lnTo>
                  <a:lnTo>
                    <a:pt x="1237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6" y="6334"/>
                  </a:lnTo>
                  <a:lnTo>
                    <a:pt x="503" y="6179"/>
                  </a:lnTo>
                  <a:lnTo>
                    <a:pt x="426" y="6025"/>
                  </a:lnTo>
                  <a:lnTo>
                    <a:pt x="426" y="5909"/>
                  </a:lnTo>
                  <a:lnTo>
                    <a:pt x="464" y="5754"/>
                  </a:lnTo>
                  <a:lnTo>
                    <a:pt x="580" y="5677"/>
                  </a:lnTo>
                  <a:lnTo>
                    <a:pt x="696" y="5600"/>
                  </a:lnTo>
                  <a:lnTo>
                    <a:pt x="850" y="5523"/>
                  </a:lnTo>
                  <a:close/>
                  <a:moveTo>
                    <a:pt x="5716" y="6218"/>
                  </a:moveTo>
                  <a:lnTo>
                    <a:pt x="5870" y="6334"/>
                  </a:lnTo>
                  <a:lnTo>
                    <a:pt x="5948" y="6411"/>
                  </a:lnTo>
                  <a:lnTo>
                    <a:pt x="5986" y="6527"/>
                  </a:lnTo>
                  <a:lnTo>
                    <a:pt x="6025" y="6681"/>
                  </a:lnTo>
                  <a:lnTo>
                    <a:pt x="5986" y="6797"/>
                  </a:lnTo>
                  <a:lnTo>
                    <a:pt x="5909" y="7067"/>
                  </a:lnTo>
                  <a:lnTo>
                    <a:pt x="5793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1" y="7801"/>
                  </a:lnTo>
                  <a:lnTo>
                    <a:pt x="5059" y="7917"/>
                  </a:lnTo>
                  <a:lnTo>
                    <a:pt x="5098" y="7878"/>
                  </a:lnTo>
                  <a:lnTo>
                    <a:pt x="5021" y="7415"/>
                  </a:lnTo>
                  <a:lnTo>
                    <a:pt x="4982" y="7183"/>
                  </a:lnTo>
                  <a:lnTo>
                    <a:pt x="5021" y="6952"/>
                  </a:lnTo>
                  <a:lnTo>
                    <a:pt x="5137" y="6681"/>
                  </a:lnTo>
                  <a:lnTo>
                    <a:pt x="5214" y="6527"/>
                  </a:lnTo>
                  <a:lnTo>
                    <a:pt x="5330" y="6372"/>
                  </a:lnTo>
                  <a:lnTo>
                    <a:pt x="5446" y="6256"/>
                  </a:lnTo>
                  <a:lnTo>
                    <a:pt x="5600" y="6218"/>
                  </a:lnTo>
                  <a:close/>
                  <a:moveTo>
                    <a:pt x="8960" y="8071"/>
                  </a:moveTo>
                  <a:lnTo>
                    <a:pt x="9153" y="8110"/>
                  </a:lnTo>
                  <a:lnTo>
                    <a:pt x="9268" y="8187"/>
                  </a:lnTo>
                  <a:lnTo>
                    <a:pt x="9346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7" y="9153"/>
                  </a:lnTo>
                  <a:lnTo>
                    <a:pt x="8805" y="9346"/>
                  </a:lnTo>
                  <a:lnTo>
                    <a:pt x="8689" y="9384"/>
                  </a:lnTo>
                  <a:lnTo>
                    <a:pt x="8612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2" y="9346"/>
                  </a:lnTo>
                  <a:lnTo>
                    <a:pt x="8264" y="9346"/>
                  </a:lnTo>
                  <a:lnTo>
                    <a:pt x="8226" y="8960"/>
                  </a:lnTo>
                  <a:lnTo>
                    <a:pt x="8226" y="8766"/>
                  </a:lnTo>
                  <a:lnTo>
                    <a:pt x="8264" y="8573"/>
                  </a:lnTo>
                  <a:lnTo>
                    <a:pt x="8342" y="8342"/>
                  </a:lnTo>
                  <a:lnTo>
                    <a:pt x="8496" y="8187"/>
                  </a:lnTo>
                  <a:lnTo>
                    <a:pt x="8728" y="8110"/>
                  </a:lnTo>
                  <a:lnTo>
                    <a:pt x="8844" y="8071"/>
                  </a:lnTo>
                  <a:close/>
                  <a:moveTo>
                    <a:pt x="4944" y="8380"/>
                  </a:moveTo>
                  <a:lnTo>
                    <a:pt x="4944" y="8419"/>
                  </a:lnTo>
                  <a:lnTo>
                    <a:pt x="4751" y="8805"/>
                  </a:lnTo>
                  <a:lnTo>
                    <a:pt x="4596" y="8960"/>
                  </a:lnTo>
                  <a:lnTo>
                    <a:pt x="4442" y="9153"/>
                  </a:lnTo>
                  <a:lnTo>
                    <a:pt x="4210" y="9307"/>
                  </a:lnTo>
                  <a:lnTo>
                    <a:pt x="3940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9" y="9346"/>
                  </a:lnTo>
                  <a:lnTo>
                    <a:pt x="3322" y="9191"/>
                  </a:lnTo>
                  <a:lnTo>
                    <a:pt x="3322" y="9075"/>
                  </a:lnTo>
                  <a:lnTo>
                    <a:pt x="3322" y="8960"/>
                  </a:lnTo>
                  <a:lnTo>
                    <a:pt x="3399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5" y="8458"/>
                  </a:lnTo>
                  <a:lnTo>
                    <a:pt x="4055" y="8380"/>
                  </a:lnTo>
                  <a:lnTo>
                    <a:pt x="4326" y="8380"/>
                  </a:lnTo>
                  <a:lnTo>
                    <a:pt x="4905" y="8419"/>
                  </a:lnTo>
                  <a:lnTo>
                    <a:pt x="4944" y="8380"/>
                  </a:lnTo>
                  <a:close/>
                  <a:moveTo>
                    <a:pt x="7994" y="10002"/>
                  </a:moveTo>
                  <a:lnTo>
                    <a:pt x="7956" y="10195"/>
                  </a:lnTo>
                  <a:lnTo>
                    <a:pt x="7917" y="10350"/>
                  </a:lnTo>
                  <a:lnTo>
                    <a:pt x="7840" y="10543"/>
                  </a:lnTo>
                  <a:lnTo>
                    <a:pt x="7724" y="10697"/>
                  </a:lnTo>
                  <a:lnTo>
                    <a:pt x="7608" y="10813"/>
                  </a:lnTo>
                  <a:lnTo>
                    <a:pt x="7492" y="10929"/>
                  </a:lnTo>
                  <a:lnTo>
                    <a:pt x="7338" y="11045"/>
                  </a:lnTo>
                  <a:lnTo>
                    <a:pt x="7145" y="11083"/>
                  </a:lnTo>
                  <a:lnTo>
                    <a:pt x="6952" y="11122"/>
                  </a:lnTo>
                  <a:lnTo>
                    <a:pt x="6797" y="11083"/>
                  </a:lnTo>
                  <a:lnTo>
                    <a:pt x="6720" y="11045"/>
                  </a:lnTo>
                  <a:lnTo>
                    <a:pt x="6681" y="10967"/>
                  </a:lnTo>
                  <a:lnTo>
                    <a:pt x="6643" y="10890"/>
                  </a:lnTo>
                  <a:lnTo>
                    <a:pt x="6604" y="10813"/>
                  </a:lnTo>
                  <a:lnTo>
                    <a:pt x="6643" y="10620"/>
                  </a:lnTo>
                  <a:lnTo>
                    <a:pt x="6720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2" y="10157"/>
                  </a:lnTo>
                  <a:lnTo>
                    <a:pt x="7492" y="10079"/>
                  </a:lnTo>
                  <a:lnTo>
                    <a:pt x="7724" y="10041"/>
                  </a:lnTo>
                  <a:lnTo>
                    <a:pt x="7994" y="10002"/>
                  </a:lnTo>
                  <a:close/>
                  <a:moveTo>
                    <a:pt x="2202" y="1"/>
                  </a:moveTo>
                  <a:lnTo>
                    <a:pt x="2009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1" y="812"/>
                  </a:lnTo>
                  <a:lnTo>
                    <a:pt x="1237" y="773"/>
                  </a:lnTo>
                  <a:lnTo>
                    <a:pt x="1043" y="735"/>
                  </a:lnTo>
                  <a:lnTo>
                    <a:pt x="696" y="735"/>
                  </a:lnTo>
                  <a:lnTo>
                    <a:pt x="541" y="812"/>
                  </a:lnTo>
                  <a:lnTo>
                    <a:pt x="387" y="889"/>
                  </a:lnTo>
                  <a:lnTo>
                    <a:pt x="233" y="1005"/>
                  </a:lnTo>
                  <a:lnTo>
                    <a:pt x="117" y="1159"/>
                  </a:lnTo>
                  <a:lnTo>
                    <a:pt x="39" y="1314"/>
                  </a:lnTo>
                  <a:lnTo>
                    <a:pt x="1" y="1468"/>
                  </a:lnTo>
                  <a:lnTo>
                    <a:pt x="1" y="1623"/>
                  </a:lnTo>
                  <a:lnTo>
                    <a:pt x="1" y="1777"/>
                  </a:lnTo>
                  <a:lnTo>
                    <a:pt x="78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6" y="2279"/>
                  </a:lnTo>
                  <a:lnTo>
                    <a:pt x="580" y="2356"/>
                  </a:lnTo>
                  <a:lnTo>
                    <a:pt x="735" y="2395"/>
                  </a:lnTo>
                  <a:lnTo>
                    <a:pt x="1043" y="2434"/>
                  </a:lnTo>
                  <a:lnTo>
                    <a:pt x="1391" y="2395"/>
                  </a:lnTo>
                  <a:lnTo>
                    <a:pt x="1700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9" y="4635"/>
                  </a:lnTo>
                  <a:lnTo>
                    <a:pt x="1777" y="5021"/>
                  </a:lnTo>
                  <a:lnTo>
                    <a:pt x="1893" y="5368"/>
                  </a:lnTo>
                  <a:lnTo>
                    <a:pt x="1584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3" y="5252"/>
                  </a:lnTo>
                  <a:lnTo>
                    <a:pt x="387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8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8" y="6218"/>
                  </a:lnTo>
                  <a:lnTo>
                    <a:pt x="155" y="6334"/>
                  </a:lnTo>
                  <a:lnTo>
                    <a:pt x="233" y="6450"/>
                  </a:lnTo>
                  <a:lnTo>
                    <a:pt x="348" y="6565"/>
                  </a:lnTo>
                  <a:lnTo>
                    <a:pt x="503" y="6643"/>
                  </a:lnTo>
                  <a:lnTo>
                    <a:pt x="657" y="6720"/>
                  </a:lnTo>
                  <a:lnTo>
                    <a:pt x="812" y="6758"/>
                  </a:lnTo>
                  <a:lnTo>
                    <a:pt x="1121" y="6758"/>
                  </a:lnTo>
                  <a:lnTo>
                    <a:pt x="1430" y="6681"/>
                  </a:lnTo>
                  <a:lnTo>
                    <a:pt x="1700" y="6527"/>
                  </a:lnTo>
                  <a:lnTo>
                    <a:pt x="1932" y="6295"/>
                  </a:lnTo>
                  <a:lnTo>
                    <a:pt x="2125" y="6063"/>
                  </a:lnTo>
                  <a:lnTo>
                    <a:pt x="2395" y="6527"/>
                  </a:lnTo>
                  <a:lnTo>
                    <a:pt x="2743" y="6990"/>
                  </a:lnTo>
                  <a:lnTo>
                    <a:pt x="3129" y="7376"/>
                  </a:lnTo>
                  <a:lnTo>
                    <a:pt x="3592" y="7762"/>
                  </a:lnTo>
                  <a:lnTo>
                    <a:pt x="4017" y="7994"/>
                  </a:lnTo>
                  <a:lnTo>
                    <a:pt x="3824" y="8033"/>
                  </a:lnTo>
                  <a:lnTo>
                    <a:pt x="3631" y="8110"/>
                  </a:lnTo>
                  <a:lnTo>
                    <a:pt x="3438" y="8187"/>
                  </a:lnTo>
                  <a:lnTo>
                    <a:pt x="3283" y="8342"/>
                  </a:lnTo>
                  <a:lnTo>
                    <a:pt x="3167" y="8458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6" y="8882"/>
                  </a:lnTo>
                  <a:lnTo>
                    <a:pt x="2897" y="9075"/>
                  </a:lnTo>
                  <a:lnTo>
                    <a:pt x="2936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2" y="9770"/>
                  </a:lnTo>
                  <a:lnTo>
                    <a:pt x="3515" y="9848"/>
                  </a:lnTo>
                  <a:lnTo>
                    <a:pt x="3708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9" y="9770"/>
                  </a:lnTo>
                  <a:lnTo>
                    <a:pt x="4403" y="9693"/>
                  </a:lnTo>
                  <a:lnTo>
                    <a:pt x="4673" y="9461"/>
                  </a:lnTo>
                  <a:lnTo>
                    <a:pt x="4905" y="9153"/>
                  </a:lnTo>
                  <a:lnTo>
                    <a:pt x="5098" y="8844"/>
                  </a:lnTo>
                  <a:lnTo>
                    <a:pt x="5214" y="8496"/>
                  </a:lnTo>
                  <a:lnTo>
                    <a:pt x="6527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6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5" y="9809"/>
                  </a:lnTo>
                  <a:lnTo>
                    <a:pt x="6797" y="9963"/>
                  </a:lnTo>
                  <a:lnTo>
                    <a:pt x="6643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5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5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6" y="11508"/>
                  </a:lnTo>
                  <a:lnTo>
                    <a:pt x="7029" y="11508"/>
                  </a:lnTo>
                  <a:lnTo>
                    <a:pt x="7222" y="11469"/>
                  </a:lnTo>
                  <a:lnTo>
                    <a:pt x="7415" y="11392"/>
                  </a:lnTo>
                  <a:lnTo>
                    <a:pt x="7569" y="11315"/>
                  </a:lnTo>
                  <a:lnTo>
                    <a:pt x="7724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10" y="10697"/>
                  </a:lnTo>
                  <a:lnTo>
                    <a:pt x="8226" y="10465"/>
                  </a:lnTo>
                  <a:lnTo>
                    <a:pt x="8264" y="10234"/>
                  </a:lnTo>
                  <a:lnTo>
                    <a:pt x="8303" y="9963"/>
                  </a:lnTo>
                  <a:lnTo>
                    <a:pt x="8342" y="9925"/>
                  </a:lnTo>
                  <a:lnTo>
                    <a:pt x="8728" y="10272"/>
                  </a:lnTo>
                  <a:lnTo>
                    <a:pt x="9075" y="10659"/>
                  </a:lnTo>
                  <a:lnTo>
                    <a:pt x="9346" y="11122"/>
                  </a:lnTo>
                  <a:lnTo>
                    <a:pt x="9462" y="11354"/>
                  </a:lnTo>
                  <a:lnTo>
                    <a:pt x="9539" y="11585"/>
                  </a:lnTo>
                  <a:lnTo>
                    <a:pt x="9655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5" y="12937"/>
                  </a:lnTo>
                  <a:lnTo>
                    <a:pt x="9577" y="13284"/>
                  </a:lnTo>
                  <a:lnTo>
                    <a:pt x="9462" y="13593"/>
                  </a:lnTo>
                  <a:lnTo>
                    <a:pt x="9191" y="14211"/>
                  </a:lnTo>
                  <a:lnTo>
                    <a:pt x="9153" y="14288"/>
                  </a:lnTo>
                  <a:lnTo>
                    <a:pt x="9153" y="14327"/>
                  </a:lnTo>
                  <a:lnTo>
                    <a:pt x="9230" y="14404"/>
                  </a:lnTo>
                  <a:lnTo>
                    <a:pt x="9307" y="14443"/>
                  </a:lnTo>
                  <a:lnTo>
                    <a:pt x="9423" y="14404"/>
                  </a:lnTo>
                  <a:lnTo>
                    <a:pt x="9577" y="14250"/>
                  </a:lnTo>
                  <a:lnTo>
                    <a:pt x="9732" y="14057"/>
                  </a:lnTo>
                  <a:lnTo>
                    <a:pt x="9848" y="13902"/>
                  </a:lnTo>
                  <a:lnTo>
                    <a:pt x="9925" y="13671"/>
                  </a:lnTo>
                  <a:lnTo>
                    <a:pt x="10079" y="13246"/>
                  </a:lnTo>
                  <a:lnTo>
                    <a:pt x="10118" y="12782"/>
                  </a:lnTo>
                  <a:lnTo>
                    <a:pt x="10118" y="12319"/>
                  </a:lnTo>
                  <a:lnTo>
                    <a:pt x="10041" y="11856"/>
                  </a:lnTo>
                  <a:lnTo>
                    <a:pt x="9925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7" y="10272"/>
                  </a:lnTo>
                  <a:lnTo>
                    <a:pt x="9037" y="9963"/>
                  </a:lnTo>
                  <a:lnTo>
                    <a:pt x="8728" y="9693"/>
                  </a:lnTo>
                  <a:lnTo>
                    <a:pt x="8960" y="9577"/>
                  </a:lnTo>
                  <a:lnTo>
                    <a:pt x="9230" y="9423"/>
                  </a:lnTo>
                  <a:lnTo>
                    <a:pt x="9462" y="9191"/>
                  </a:lnTo>
                  <a:lnTo>
                    <a:pt x="9616" y="8921"/>
                  </a:lnTo>
                  <a:lnTo>
                    <a:pt x="9732" y="8612"/>
                  </a:lnTo>
                  <a:lnTo>
                    <a:pt x="9732" y="8496"/>
                  </a:lnTo>
                  <a:lnTo>
                    <a:pt x="9732" y="8342"/>
                  </a:lnTo>
                  <a:lnTo>
                    <a:pt x="9693" y="8187"/>
                  </a:lnTo>
                  <a:lnTo>
                    <a:pt x="9616" y="8071"/>
                  </a:lnTo>
                  <a:lnTo>
                    <a:pt x="9500" y="7956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7" y="7724"/>
                  </a:lnTo>
                  <a:lnTo>
                    <a:pt x="8689" y="7724"/>
                  </a:lnTo>
                  <a:lnTo>
                    <a:pt x="8535" y="7762"/>
                  </a:lnTo>
                  <a:lnTo>
                    <a:pt x="8380" y="7840"/>
                  </a:lnTo>
                  <a:lnTo>
                    <a:pt x="8226" y="7956"/>
                  </a:lnTo>
                  <a:lnTo>
                    <a:pt x="8110" y="8071"/>
                  </a:lnTo>
                  <a:lnTo>
                    <a:pt x="7956" y="8264"/>
                  </a:lnTo>
                  <a:lnTo>
                    <a:pt x="7878" y="8535"/>
                  </a:lnTo>
                  <a:lnTo>
                    <a:pt x="7840" y="8766"/>
                  </a:lnTo>
                  <a:lnTo>
                    <a:pt x="7840" y="9037"/>
                  </a:lnTo>
                  <a:lnTo>
                    <a:pt x="7222" y="8766"/>
                  </a:lnTo>
                  <a:lnTo>
                    <a:pt x="6643" y="8496"/>
                  </a:lnTo>
                  <a:lnTo>
                    <a:pt x="5368" y="8033"/>
                  </a:lnTo>
                  <a:lnTo>
                    <a:pt x="5639" y="7878"/>
                  </a:lnTo>
                  <a:lnTo>
                    <a:pt x="5870" y="7685"/>
                  </a:lnTo>
                  <a:lnTo>
                    <a:pt x="6063" y="7454"/>
                  </a:lnTo>
                  <a:lnTo>
                    <a:pt x="6218" y="7183"/>
                  </a:lnTo>
                  <a:lnTo>
                    <a:pt x="6334" y="6874"/>
                  </a:lnTo>
                  <a:lnTo>
                    <a:pt x="6334" y="6720"/>
                  </a:lnTo>
                  <a:lnTo>
                    <a:pt x="6334" y="6527"/>
                  </a:lnTo>
                  <a:lnTo>
                    <a:pt x="6334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5" y="5948"/>
                  </a:lnTo>
                  <a:lnTo>
                    <a:pt x="5870" y="5870"/>
                  </a:lnTo>
                  <a:lnTo>
                    <a:pt x="5716" y="5832"/>
                  </a:lnTo>
                  <a:lnTo>
                    <a:pt x="5561" y="5870"/>
                  </a:lnTo>
                  <a:lnTo>
                    <a:pt x="5407" y="5909"/>
                  </a:lnTo>
                  <a:lnTo>
                    <a:pt x="5253" y="5986"/>
                  </a:lnTo>
                  <a:lnTo>
                    <a:pt x="5137" y="6063"/>
                  </a:lnTo>
                  <a:lnTo>
                    <a:pt x="4905" y="6334"/>
                  </a:lnTo>
                  <a:lnTo>
                    <a:pt x="4751" y="6643"/>
                  </a:lnTo>
                  <a:lnTo>
                    <a:pt x="4635" y="7029"/>
                  </a:lnTo>
                  <a:lnTo>
                    <a:pt x="4635" y="7222"/>
                  </a:lnTo>
                  <a:lnTo>
                    <a:pt x="4635" y="7415"/>
                  </a:lnTo>
                  <a:lnTo>
                    <a:pt x="4635" y="7608"/>
                  </a:lnTo>
                  <a:lnTo>
                    <a:pt x="4712" y="7762"/>
                  </a:lnTo>
                  <a:lnTo>
                    <a:pt x="4094" y="7454"/>
                  </a:lnTo>
                  <a:lnTo>
                    <a:pt x="3824" y="7299"/>
                  </a:lnTo>
                  <a:lnTo>
                    <a:pt x="3553" y="7106"/>
                  </a:lnTo>
                  <a:lnTo>
                    <a:pt x="3322" y="6874"/>
                  </a:lnTo>
                  <a:lnTo>
                    <a:pt x="3090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2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3" y="5986"/>
                  </a:lnTo>
                  <a:lnTo>
                    <a:pt x="4249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9" y="5407"/>
                  </a:lnTo>
                  <a:lnTo>
                    <a:pt x="4557" y="5214"/>
                  </a:lnTo>
                  <a:lnTo>
                    <a:pt x="4519" y="5059"/>
                  </a:lnTo>
                  <a:lnTo>
                    <a:pt x="4480" y="4866"/>
                  </a:lnTo>
                  <a:lnTo>
                    <a:pt x="4403" y="4712"/>
                  </a:lnTo>
                  <a:lnTo>
                    <a:pt x="4287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1" y="4364"/>
                  </a:lnTo>
                  <a:lnTo>
                    <a:pt x="3708" y="4364"/>
                  </a:lnTo>
                  <a:lnTo>
                    <a:pt x="3553" y="4403"/>
                  </a:lnTo>
                  <a:lnTo>
                    <a:pt x="3399" y="4442"/>
                  </a:lnTo>
                  <a:lnTo>
                    <a:pt x="3245" y="4519"/>
                  </a:lnTo>
                  <a:lnTo>
                    <a:pt x="3090" y="4635"/>
                  </a:lnTo>
                  <a:lnTo>
                    <a:pt x="2820" y="4905"/>
                  </a:lnTo>
                  <a:lnTo>
                    <a:pt x="2588" y="5214"/>
                  </a:lnTo>
                  <a:lnTo>
                    <a:pt x="2434" y="5561"/>
                  </a:lnTo>
                  <a:lnTo>
                    <a:pt x="2395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6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5" y="2318"/>
                  </a:lnTo>
                  <a:lnTo>
                    <a:pt x="2356" y="2511"/>
                  </a:lnTo>
                  <a:lnTo>
                    <a:pt x="2588" y="2627"/>
                  </a:lnTo>
                  <a:lnTo>
                    <a:pt x="2820" y="2743"/>
                  </a:lnTo>
                  <a:lnTo>
                    <a:pt x="3129" y="2781"/>
                  </a:lnTo>
                  <a:lnTo>
                    <a:pt x="3283" y="2743"/>
                  </a:lnTo>
                  <a:lnTo>
                    <a:pt x="3476" y="2704"/>
                  </a:lnTo>
                  <a:lnTo>
                    <a:pt x="3631" y="2627"/>
                  </a:lnTo>
                  <a:lnTo>
                    <a:pt x="3785" y="2549"/>
                  </a:lnTo>
                  <a:lnTo>
                    <a:pt x="3901" y="2434"/>
                  </a:lnTo>
                  <a:lnTo>
                    <a:pt x="4017" y="2279"/>
                  </a:lnTo>
                  <a:lnTo>
                    <a:pt x="4094" y="2125"/>
                  </a:lnTo>
                  <a:lnTo>
                    <a:pt x="4133" y="1970"/>
                  </a:lnTo>
                  <a:lnTo>
                    <a:pt x="4094" y="1777"/>
                  </a:lnTo>
                  <a:lnTo>
                    <a:pt x="4055" y="1623"/>
                  </a:lnTo>
                  <a:lnTo>
                    <a:pt x="4017" y="1507"/>
                  </a:lnTo>
                  <a:lnTo>
                    <a:pt x="3901" y="1352"/>
                  </a:lnTo>
                  <a:lnTo>
                    <a:pt x="3785" y="1237"/>
                  </a:lnTo>
                  <a:lnTo>
                    <a:pt x="3631" y="1159"/>
                  </a:lnTo>
                  <a:lnTo>
                    <a:pt x="3515" y="1121"/>
                  </a:lnTo>
                  <a:lnTo>
                    <a:pt x="3322" y="1082"/>
                  </a:lnTo>
                  <a:lnTo>
                    <a:pt x="3167" y="1043"/>
                  </a:lnTo>
                  <a:lnTo>
                    <a:pt x="3013" y="1082"/>
                  </a:lnTo>
                  <a:lnTo>
                    <a:pt x="2743" y="1159"/>
                  </a:lnTo>
                  <a:lnTo>
                    <a:pt x="2472" y="1314"/>
                  </a:lnTo>
                  <a:lnTo>
                    <a:pt x="2241" y="1545"/>
                  </a:lnTo>
                  <a:lnTo>
                    <a:pt x="2511" y="78"/>
                  </a:lnTo>
                  <a:lnTo>
                    <a:pt x="220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21"/>
            <p:cNvSpPr/>
            <p:nvPr/>
          </p:nvSpPr>
          <p:spPr>
            <a:xfrm>
              <a:off x="3971200" y="23945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4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2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21"/>
            <p:cNvSpPr/>
            <p:nvPr/>
          </p:nvSpPr>
          <p:spPr>
            <a:xfrm>
              <a:off x="591450" y="23984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8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0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21"/>
            <p:cNvSpPr/>
            <p:nvPr/>
          </p:nvSpPr>
          <p:spPr>
            <a:xfrm>
              <a:off x="456275" y="23994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80"/>
                  </a:lnTo>
                  <a:lnTo>
                    <a:pt x="12280" y="657"/>
                  </a:lnTo>
                  <a:lnTo>
                    <a:pt x="12628" y="850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54"/>
                  </a:lnTo>
                  <a:lnTo>
                    <a:pt x="13478" y="2240"/>
                  </a:lnTo>
                  <a:lnTo>
                    <a:pt x="13632" y="2665"/>
                  </a:lnTo>
                  <a:lnTo>
                    <a:pt x="13825" y="3438"/>
                  </a:lnTo>
                  <a:lnTo>
                    <a:pt x="13825" y="3438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472"/>
                  </a:lnTo>
                  <a:lnTo>
                    <a:pt x="12010" y="2125"/>
                  </a:lnTo>
                  <a:lnTo>
                    <a:pt x="11817" y="1932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734"/>
                  </a:lnTo>
                  <a:lnTo>
                    <a:pt x="11740" y="619"/>
                  </a:lnTo>
                  <a:lnTo>
                    <a:pt x="11856" y="541"/>
                  </a:lnTo>
                  <a:lnTo>
                    <a:pt x="11972" y="503"/>
                  </a:lnTo>
                  <a:close/>
                  <a:moveTo>
                    <a:pt x="16219" y="1584"/>
                  </a:moveTo>
                  <a:lnTo>
                    <a:pt x="16296" y="1623"/>
                  </a:lnTo>
                  <a:lnTo>
                    <a:pt x="16412" y="1661"/>
                  </a:lnTo>
                  <a:lnTo>
                    <a:pt x="16490" y="1738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7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661"/>
                  </a:lnTo>
                  <a:lnTo>
                    <a:pt x="16103" y="1623"/>
                  </a:lnTo>
                  <a:lnTo>
                    <a:pt x="16219" y="1584"/>
                  </a:lnTo>
                  <a:close/>
                  <a:moveTo>
                    <a:pt x="13825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9"/>
                  </a:lnTo>
                  <a:lnTo>
                    <a:pt x="10890" y="5445"/>
                  </a:lnTo>
                  <a:lnTo>
                    <a:pt x="10968" y="5252"/>
                  </a:lnTo>
                  <a:lnTo>
                    <a:pt x="11122" y="5098"/>
                  </a:lnTo>
                  <a:lnTo>
                    <a:pt x="11277" y="4943"/>
                  </a:lnTo>
                  <a:lnTo>
                    <a:pt x="11547" y="4750"/>
                  </a:lnTo>
                  <a:lnTo>
                    <a:pt x="11817" y="4635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25" y="4287"/>
                  </a:lnTo>
                  <a:close/>
                  <a:moveTo>
                    <a:pt x="14404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7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44" y="5986"/>
                  </a:lnTo>
                  <a:lnTo>
                    <a:pt x="16876" y="6334"/>
                  </a:lnTo>
                  <a:lnTo>
                    <a:pt x="16992" y="6681"/>
                  </a:lnTo>
                  <a:lnTo>
                    <a:pt x="16992" y="6836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8"/>
                  </a:lnTo>
                  <a:lnTo>
                    <a:pt x="16374" y="7338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370" y="6565"/>
                  </a:lnTo>
                  <a:lnTo>
                    <a:pt x="15061" y="6141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06" y="619"/>
                  </a:lnTo>
                  <a:lnTo>
                    <a:pt x="10929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33" y="2742"/>
                  </a:lnTo>
                  <a:lnTo>
                    <a:pt x="12396" y="3090"/>
                  </a:lnTo>
                  <a:lnTo>
                    <a:pt x="12860" y="3399"/>
                  </a:lnTo>
                  <a:lnTo>
                    <a:pt x="12860" y="3399"/>
                  </a:lnTo>
                  <a:lnTo>
                    <a:pt x="12049" y="3283"/>
                  </a:lnTo>
                  <a:lnTo>
                    <a:pt x="11199" y="3283"/>
                  </a:lnTo>
                  <a:lnTo>
                    <a:pt x="10388" y="3322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623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082" y="10156"/>
                  </a:lnTo>
                  <a:lnTo>
                    <a:pt x="503" y="10967"/>
                  </a:lnTo>
                  <a:lnTo>
                    <a:pt x="1" y="11778"/>
                  </a:lnTo>
                  <a:lnTo>
                    <a:pt x="348" y="12049"/>
                  </a:lnTo>
                  <a:lnTo>
                    <a:pt x="1546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79"/>
                  </a:lnTo>
                  <a:lnTo>
                    <a:pt x="6257" y="5561"/>
                  </a:lnTo>
                  <a:lnTo>
                    <a:pt x="7106" y="5059"/>
                  </a:lnTo>
                  <a:lnTo>
                    <a:pt x="7994" y="4596"/>
                  </a:lnTo>
                  <a:lnTo>
                    <a:pt x="8458" y="4441"/>
                  </a:lnTo>
                  <a:lnTo>
                    <a:pt x="8921" y="4248"/>
                  </a:lnTo>
                  <a:lnTo>
                    <a:pt x="9423" y="4133"/>
                  </a:lnTo>
                  <a:lnTo>
                    <a:pt x="9886" y="4017"/>
                  </a:lnTo>
                  <a:lnTo>
                    <a:pt x="10388" y="3901"/>
                  </a:lnTo>
                  <a:lnTo>
                    <a:pt x="10852" y="3862"/>
                  </a:lnTo>
                  <a:lnTo>
                    <a:pt x="11354" y="3824"/>
                  </a:lnTo>
                  <a:lnTo>
                    <a:pt x="11856" y="3824"/>
                  </a:lnTo>
                  <a:lnTo>
                    <a:pt x="12358" y="3862"/>
                  </a:lnTo>
                  <a:lnTo>
                    <a:pt x="12860" y="3901"/>
                  </a:lnTo>
                  <a:lnTo>
                    <a:pt x="12319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47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4"/>
                  </a:lnTo>
                  <a:lnTo>
                    <a:pt x="11006" y="6411"/>
                  </a:lnTo>
                  <a:lnTo>
                    <a:pt x="11277" y="6449"/>
                  </a:lnTo>
                  <a:lnTo>
                    <a:pt x="11585" y="6411"/>
                  </a:lnTo>
                  <a:lnTo>
                    <a:pt x="11856" y="6372"/>
                  </a:lnTo>
                  <a:lnTo>
                    <a:pt x="12165" y="6256"/>
                  </a:lnTo>
                  <a:lnTo>
                    <a:pt x="12628" y="6063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760" y="7878"/>
                  </a:lnTo>
                  <a:lnTo>
                    <a:pt x="16876" y="7840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7"/>
                  </a:lnTo>
                  <a:lnTo>
                    <a:pt x="17378" y="7531"/>
                  </a:lnTo>
                  <a:lnTo>
                    <a:pt x="17416" y="7376"/>
                  </a:lnTo>
                  <a:lnTo>
                    <a:pt x="17455" y="7260"/>
                  </a:lnTo>
                  <a:lnTo>
                    <a:pt x="17493" y="6951"/>
                  </a:lnTo>
                  <a:lnTo>
                    <a:pt x="17416" y="6604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4"/>
                  </a:lnTo>
                  <a:lnTo>
                    <a:pt x="17146" y="2163"/>
                  </a:lnTo>
                  <a:lnTo>
                    <a:pt x="17107" y="1932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36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41" y="2434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21"/>
            <p:cNvSpPr/>
            <p:nvPr/>
          </p:nvSpPr>
          <p:spPr>
            <a:xfrm>
              <a:off x="5396100" y="24418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4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2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6" y="9153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3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7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5"/>
                  </a:lnTo>
                  <a:lnTo>
                    <a:pt x="695" y="735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4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50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3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9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6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8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2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4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7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21"/>
            <p:cNvSpPr/>
            <p:nvPr/>
          </p:nvSpPr>
          <p:spPr>
            <a:xfrm>
              <a:off x="4094775" y="2444775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4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5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21"/>
            <p:cNvSpPr/>
            <p:nvPr/>
          </p:nvSpPr>
          <p:spPr>
            <a:xfrm>
              <a:off x="6880825" y="24872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5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40" y="4943"/>
                  </a:lnTo>
                  <a:lnTo>
                    <a:pt x="155" y="4943"/>
                  </a:lnTo>
                  <a:lnTo>
                    <a:pt x="542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9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21"/>
            <p:cNvSpPr/>
            <p:nvPr/>
          </p:nvSpPr>
          <p:spPr>
            <a:xfrm>
              <a:off x="4037825" y="2489175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3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3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69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7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9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5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21"/>
            <p:cNvSpPr/>
            <p:nvPr/>
          </p:nvSpPr>
          <p:spPr>
            <a:xfrm>
              <a:off x="6829675" y="24891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580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9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9"/>
                  </a:lnTo>
                  <a:lnTo>
                    <a:pt x="78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8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4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6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21"/>
            <p:cNvSpPr/>
            <p:nvPr/>
          </p:nvSpPr>
          <p:spPr>
            <a:xfrm>
              <a:off x="2130250" y="2495950"/>
              <a:ext cx="246175" cy="107175"/>
            </a:xfrm>
            <a:custGeom>
              <a:avLst/>
              <a:gdLst/>
              <a:ahLst/>
              <a:cxnLst/>
              <a:rect l="l" t="t" r="r" b="b"/>
              <a:pathLst>
                <a:path w="9847" h="4287" extrusionOk="0">
                  <a:moveTo>
                    <a:pt x="8882" y="2742"/>
                  </a:moveTo>
                  <a:lnTo>
                    <a:pt x="9113" y="2819"/>
                  </a:lnTo>
                  <a:lnTo>
                    <a:pt x="9229" y="2896"/>
                  </a:lnTo>
                  <a:lnTo>
                    <a:pt x="9306" y="3012"/>
                  </a:lnTo>
                  <a:lnTo>
                    <a:pt x="9384" y="3089"/>
                  </a:lnTo>
                  <a:lnTo>
                    <a:pt x="9384" y="3205"/>
                  </a:lnTo>
                  <a:lnTo>
                    <a:pt x="9422" y="3321"/>
                  </a:lnTo>
                  <a:lnTo>
                    <a:pt x="9384" y="3437"/>
                  </a:lnTo>
                  <a:lnTo>
                    <a:pt x="9268" y="3630"/>
                  </a:lnTo>
                  <a:lnTo>
                    <a:pt x="9113" y="3785"/>
                  </a:lnTo>
                  <a:lnTo>
                    <a:pt x="8920" y="3862"/>
                  </a:lnTo>
                  <a:lnTo>
                    <a:pt x="8727" y="3862"/>
                  </a:lnTo>
                  <a:lnTo>
                    <a:pt x="8573" y="3785"/>
                  </a:lnTo>
                  <a:lnTo>
                    <a:pt x="8418" y="3630"/>
                  </a:lnTo>
                  <a:lnTo>
                    <a:pt x="8302" y="3437"/>
                  </a:lnTo>
                  <a:lnTo>
                    <a:pt x="8302" y="3244"/>
                  </a:lnTo>
                  <a:lnTo>
                    <a:pt x="8341" y="3051"/>
                  </a:lnTo>
                  <a:lnTo>
                    <a:pt x="8380" y="2858"/>
                  </a:lnTo>
                  <a:lnTo>
                    <a:pt x="8418" y="2819"/>
                  </a:lnTo>
                  <a:lnTo>
                    <a:pt x="8650" y="2742"/>
                  </a:lnTo>
                  <a:close/>
                  <a:moveTo>
                    <a:pt x="155" y="0"/>
                  </a:moveTo>
                  <a:lnTo>
                    <a:pt x="77" y="39"/>
                  </a:lnTo>
                  <a:lnTo>
                    <a:pt x="39" y="78"/>
                  </a:lnTo>
                  <a:lnTo>
                    <a:pt x="0" y="155"/>
                  </a:lnTo>
                  <a:lnTo>
                    <a:pt x="39" y="271"/>
                  </a:lnTo>
                  <a:lnTo>
                    <a:pt x="77" y="348"/>
                  </a:lnTo>
                  <a:lnTo>
                    <a:pt x="116" y="386"/>
                  </a:lnTo>
                  <a:lnTo>
                    <a:pt x="618" y="618"/>
                  </a:lnTo>
                  <a:lnTo>
                    <a:pt x="1120" y="773"/>
                  </a:lnTo>
                  <a:lnTo>
                    <a:pt x="2124" y="1081"/>
                  </a:lnTo>
                  <a:lnTo>
                    <a:pt x="4286" y="1738"/>
                  </a:lnTo>
                  <a:lnTo>
                    <a:pt x="6101" y="2317"/>
                  </a:lnTo>
                  <a:lnTo>
                    <a:pt x="7028" y="2587"/>
                  </a:lnTo>
                  <a:lnTo>
                    <a:pt x="7993" y="2819"/>
                  </a:lnTo>
                  <a:lnTo>
                    <a:pt x="7916" y="2974"/>
                  </a:lnTo>
                  <a:lnTo>
                    <a:pt x="7878" y="3089"/>
                  </a:lnTo>
                  <a:lnTo>
                    <a:pt x="7878" y="3398"/>
                  </a:lnTo>
                  <a:lnTo>
                    <a:pt x="7993" y="3707"/>
                  </a:lnTo>
                  <a:lnTo>
                    <a:pt x="8109" y="3939"/>
                  </a:lnTo>
                  <a:lnTo>
                    <a:pt x="8225" y="4093"/>
                  </a:lnTo>
                  <a:lnTo>
                    <a:pt x="8380" y="4171"/>
                  </a:lnTo>
                  <a:lnTo>
                    <a:pt x="8573" y="4248"/>
                  </a:lnTo>
                  <a:lnTo>
                    <a:pt x="8727" y="4287"/>
                  </a:lnTo>
                  <a:lnTo>
                    <a:pt x="8920" y="4287"/>
                  </a:lnTo>
                  <a:lnTo>
                    <a:pt x="9075" y="4248"/>
                  </a:lnTo>
                  <a:lnTo>
                    <a:pt x="9268" y="4209"/>
                  </a:lnTo>
                  <a:lnTo>
                    <a:pt x="9422" y="4093"/>
                  </a:lnTo>
                  <a:lnTo>
                    <a:pt x="9538" y="3978"/>
                  </a:lnTo>
                  <a:lnTo>
                    <a:pt x="9654" y="3823"/>
                  </a:lnTo>
                  <a:lnTo>
                    <a:pt x="9770" y="3669"/>
                  </a:lnTo>
                  <a:lnTo>
                    <a:pt x="9808" y="3514"/>
                  </a:lnTo>
                  <a:lnTo>
                    <a:pt x="9847" y="3321"/>
                  </a:lnTo>
                  <a:lnTo>
                    <a:pt x="9847" y="3128"/>
                  </a:lnTo>
                  <a:lnTo>
                    <a:pt x="9770" y="2974"/>
                  </a:lnTo>
                  <a:lnTo>
                    <a:pt x="9692" y="2781"/>
                  </a:lnTo>
                  <a:lnTo>
                    <a:pt x="9577" y="2665"/>
                  </a:lnTo>
                  <a:lnTo>
                    <a:pt x="9422" y="2549"/>
                  </a:lnTo>
                  <a:lnTo>
                    <a:pt x="9229" y="2433"/>
                  </a:lnTo>
                  <a:lnTo>
                    <a:pt x="9075" y="2394"/>
                  </a:lnTo>
                  <a:lnTo>
                    <a:pt x="8688" y="2394"/>
                  </a:lnTo>
                  <a:lnTo>
                    <a:pt x="8495" y="2472"/>
                  </a:lnTo>
                  <a:lnTo>
                    <a:pt x="8341" y="2549"/>
                  </a:lnTo>
                  <a:lnTo>
                    <a:pt x="7298" y="2163"/>
                  </a:lnTo>
                  <a:lnTo>
                    <a:pt x="6294" y="1815"/>
                  </a:lnTo>
                  <a:lnTo>
                    <a:pt x="4209" y="1159"/>
                  </a:lnTo>
                  <a:lnTo>
                    <a:pt x="3244" y="850"/>
                  </a:lnTo>
                  <a:lnTo>
                    <a:pt x="2240" y="502"/>
                  </a:lnTo>
                  <a:lnTo>
                    <a:pt x="1236" y="193"/>
                  </a:lnTo>
                  <a:lnTo>
                    <a:pt x="734" y="7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21"/>
            <p:cNvSpPr/>
            <p:nvPr/>
          </p:nvSpPr>
          <p:spPr>
            <a:xfrm>
              <a:off x="4737700" y="2534550"/>
              <a:ext cx="459550" cy="296400"/>
            </a:xfrm>
            <a:custGeom>
              <a:avLst/>
              <a:gdLst/>
              <a:ahLst/>
              <a:cxnLst/>
              <a:rect l="l" t="t" r="r" b="b"/>
              <a:pathLst>
                <a:path w="18382" h="11856" extrusionOk="0">
                  <a:moveTo>
                    <a:pt x="17648" y="2936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9"/>
                  </a:lnTo>
                  <a:lnTo>
                    <a:pt x="17880" y="3322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40"/>
                  </a:lnTo>
                  <a:lnTo>
                    <a:pt x="17648" y="4133"/>
                  </a:lnTo>
                  <a:lnTo>
                    <a:pt x="17300" y="4403"/>
                  </a:lnTo>
                  <a:lnTo>
                    <a:pt x="17030" y="4596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4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5"/>
                  </a:lnTo>
                  <a:lnTo>
                    <a:pt x="16528" y="3515"/>
                  </a:lnTo>
                  <a:lnTo>
                    <a:pt x="16721" y="3283"/>
                  </a:lnTo>
                  <a:lnTo>
                    <a:pt x="16953" y="3129"/>
                  </a:lnTo>
                  <a:lnTo>
                    <a:pt x="17223" y="2974"/>
                  </a:lnTo>
                  <a:lnTo>
                    <a:pt x="17493" y="2936"/>
                  </a:lnTo>
                  <a:close/>
                  <a:moveTo>
                    <a:pt x="14211" y="4866"/>
                  </a:moveTo>
                  <a:lnTo>
                    <a:pt x="14481" y="4905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30"/>
                  </a:lnTo>
                  <a:lnTo>
                    <a:pt x="14752" y="5523"/>
                  </a:lnTo>
                  <a:lnTo>
                    <a:pt x="14288" y="5677"/>
                  </a:lnTo>
                  <a:lnTo>
                    <a:pt x="14018" y="5716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600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7"/>
                  </a:lnTo>
                  <a:lnTo>
                    <a:pt x="13169" y="5021"/>
                  </a:lnTo>
                  <a:lnTo>
                    <a:pt x="13323" y="4944"/>
                  </a:lnTo>
                  <a:lnTo>
                    <a:pt x="13555" y="4905"/>
                  </a:lnTo>
                  <a:lnTo>
                    <a:pt x="13864" y="4866"/>
                  </a:lnTo>
                  <a:close/>
                  <a:moveTo>
                    <a:pt x="15756" y="5523"/>
                  </a:moveTo>
                  <a:lnTo>
                    <a:pt x="16374" y="5832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4"/>
                  </a:lnTo>
                  <a:lnTo>
                    <a:pt x="17571" y="6913"/>
                  </a:lnTo>
                  <a:lnTo>
                    <a:pt x="17609" y="7067"/>
                  </a:lnTo>
                  <a:lnTo>
                    <a:pt x="17609" y="7222"/>
                  </a:lnTo>
                  <a:lnTo>
                    <a:pt x="17609" y="7454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4"/>
                  </a:lnTo>
                  <a:lnTo>
                    <a:pt x="17146" y="7724"/>
                  </a:lnTo>
                  <a:lnTo>
                    <a:pt x="16953" y="7685"/>
                  </a:lnTo>
                  <a:lnTo>
                    <a:pt x="16798" y="7608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7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2"/>
                  </a:lnTo>
                  <a:lnTo>
                    <a:pt x="15756" y="5523"/>
                  </a:lnTo>
                  <a:close/>
                  <a:moveTo>
                    <a:pt x="4944" y="464"/>
                  </a:moveTo>
                  <a:lnTo>
                    <a:pt x="5561" y="503"/>
                  </a:lnTo>
                  <a:lnTo>
                    <a:pt x="6141" y="657"/>
                  </a:lnTo>
                  <a:lnTo>
                    <a:pt x="6681" y="889"/>
                  </a:lnTo>
                  <a:lnTo>
                    <a:pt x="7222" y="1198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5"/>
                  </a:lnTo>
                  <a:lnTo>
                    <a:pt x="8766" y="2781"/>
                  </a:lnTo>
                  <a:lnTo>
                    <a:pt x="9037" y="3206"/>
                  </a:lnTo>
                  <a:lnTo>
                    <a:pt x="9268" y="3669"/>
                  </a:lnTo>
                  <a:lnTo>
                    <a:pt x="9693" y="4596"/>
                  </a:lnTo>
                  <a:lnTo>
                    <a:pt x="10079" y="5523"/>
                  </a:lnTo>
                  <a:lnTo>
                    <a:pt x="10272" y="5909"/>
                  </a:lnTo>
                  <a:lnTo>
                    <a:pt x="10504" y="6295"/>
                  </a:lnTo>
                  <a:lnTo>
                    <a:pt x="10736" y="6643"/>
                  </a:lnTo>
                  <a:lnTo>
                    <a:pt x="11006" y="6913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1"/>
                  </a:lnTo>
                  <a:lnTo>
                    <a:pt x="13207" y="7492"/>
                  </a:lnTo>
                  <a:lnTo>
                    <a:pt x="13516" y="7415"/>
                  </a:lnTo>
                  <a:lnTo>
                    <a:pt x="13825" y="7260"/>
                  </a:lnTo>
                  <a:lnTo>
                    <a:pt x="14095" y="7106"/>
                  </a:lnTo>
                  <a:lnTo>
                    <a:pt x="14366" y="6952"/>
                  </a:lnTo>
                  <a:lnTo>
                    <a:pt x="14597" y="6720"/>
                  </a:lnTo>
                  <a:lnTo>
                    <a:pt x="14829" y="6488"/>
                  </a:lnTo>
                  <a:lnTo>
                    <a:pt x="14829" y="6488"/>
                  </a:lnTo>
                  <a:lnTo>
                    <a:pt x="14404" y="7222"/>
                  </a:lnTo>
                  <a:lnTo>
                    <a:pt x="13941" y="7878"/>
                  </a:lnTo>
                  <a:lnTo>
                    <a:pt x="13439" y="8535"/>
                  </a:lnTo>
                  <a:lnTo>
                    <a:pt x="12860" y="9114"/>
                  </a:lnTo>
                  <a:lnTo>
                    <a:pt x="12242" y="9616"/>
                  </a:lnTo>
                  <a:lnTo>
                    <a:pt x="11547" y="10079"/>
                  </a:lnTo>
                  <a:lnTo>
                    <a:pt x="10813" y="10504"/>
                  </a:lnTo>
                  <a:lnTo>
                    <a:pt x="10041" y="10813"/>
                  </a:lnTo>
                  <a:lnTo>
                    <a:pt x="9462" y="11006"/>
                  </a:lnTo>
                  <a:lnTo>
                    <a:pt x="8882" y="11161"/>
                  </a:lnTo>
                  <a:lnTo>
                    <a:pt x="8303" y="11276"/>
                  </a:lnTo>
                  <a:lnTo>
                    <a:pt x="7724" y="11315"/>
                  </a:lnTo>
                  <a:lnTo>
                    <a:pt x="7145" y="11354"/>
                  </a:lnTo>
                  <a:lnTo>
                    <a:pt x="6604" y="11315"/>
                  </a:lnTo>
                  <a:lnTo>
                    <a:pt x="6025" y="11238"/>
                  </a:lnTo>
                  <a:lnTo>
                    <a:pt x="5484" y="11122"/>
                  </a:lnTo>
                  <a:lnTo>
                    <a:pt x="4944" y="10967"/>
                  </a:lnTo>
                  <a:lnTo>
                    <a:pt x="4442" y="10736"/>
                  </a:lnTo>
                  <a:lnTo>
                    <a:pt x="3940" y="10504"/>
                  </a:lnTo>
                  <a:lnTo>
                    <a:pt x="3476" y="10195"/>
                  </a:lnTo>
                  <a:lnTo>
                    <a:pt x="3013" y="9848"/>
                  </a:lnTo>
                  <a:lnTo>
                    <a:pt x="2549" y="9461"/>
                  </a:lnTo>
                  <a:lnTo>
                    <a:pt x="2163" y="9037"/>
                  </a:lnTo>
                  <a:lnTo>
                    <a:pt x="1777" y="8573"/>
                  </a:lnTo>
                  <a:lnTo>
                    <a:pt x="1430" y="8033"/>
                  </a:lnTo>
                  <a:lnTo>
                    <a:pt x="1121" y="7492"/>
                  </a:lnTo>
                  <a:lnTo>
                    <a:pt x="850" y="6913"/>
                  </a:lnTo>
                  <a:lnTo>
                    <a:pt x="657" y="6334"/>
                  </a:lnTo>
                  <a:lnTo>
                    <a:pt x="503" y="5754"/>
                  </a:lnTo>
                  <a:lnTo>
                    <a:pt x="426" y="5137"/>
                  </a:lnTo>
                  <a:lnTo>
                    <a:pt x="426" y="4519"/>
                  </a:lnTo>
                  <a:lnTo>
                    <a:pt x="503" y="3862"/>
                  </a:lnTo>
                  <a:lnTo>
                    <a:pt x="696" y="3283"/>
                  </a:lnTo>
                  <a:lnTo>
                    <a:pt x="928" y="2743"/>
                  </a:lnTo>
                  <a:lnTo>
                    <a:pt x="1275" y="2241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80"/>
                  </a:lnTo>
                  <a:lnTo>
                    <a:pt x="4326" y="464"/>
                  </a:lnTo>
                  <a:close/>
                  <a:moveTo>
                    <a:pt x="4519" y="1"/>
                  </a:moveTo>
                  <a:lnTo>
                    <a:pt x="4249" y="39"/>
                  </a:lnTo>
                  <a:lnTo>
                    <a:pt x="3901" y="78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6"/>
                  </a:lnTo>
                  <a:lnTo>
                    <a:pt x="2472" y="580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4"/>
                  </a:lnTo>
                  <a:lnTo>
                    <a:pt x="1082" y="1700"/>
                  </a:lnTo>
                  <a:lnTo>
                    <a:pt x="773" y="2163"/>
                  </a:lnTo>
                  <a:lnTo>
                    <a:pt x="503" y="2627"/>
                  </a:lnTo>
                  <a:lnTo>
                    <a:pt x="310" y="3090"/>
                  </a:lnTo>
                  <a:lnTo>
                    <a:pt x="155" y="3592"/>
                  </a:lnTo>
                  <a:lnTo>
                    <a:pt x="40" y="4094"/>
                  </a:lnTo>
                  <a:lnTo>
                    <a:pt x="1" y="4596"/>
                  </a:lnTo>
                  <a:lnTo>
                    <a:pt x="1" y="5137"/>
                  </a:lnTo>
                  <a:lnTo>
                    <a:pt x="78" y="5639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9"/>
                  </a:lnTo>
                  <a:lnTo>
                    <a:pt x="1237" y="8612"/>
                  </a:lnTo>
                  <a:lnTo>
                    <a:pt x="1545" y="9037"/>
                  </a:lnTo>
                  <a:lnTo>
                    <a:pt x="2009" y="9577"/>
                  </a:lnTo>
                  <a:lnTo>
                    <a:pt x="2472" y="10041"/>
                  </a:lnTo>
                  <a:lnTo>
                    <a:pt x="2974" y="10427"/>
                  </a:lnTo>
                  <a:lnTo>
                    <a:pt x="3476" y="10813"/>
                  </a:lnTo>
                  <a:lnTo>
                    <a:pt x="4055" y="11083"/>
                  </a:lnTo>
                  <a:lnTo>
                    <a:pt x="4596" y="11354"/>
                  </a:lnTo>
                  <a:lnTo>
                    <a:pt x="5214" y="11547"/>
                  </a:lnTo>
                  <a:lnTo>
                    <a:pt x="5832" y="11701"/>
                  </a:lnTo>
                  <a:lnTo>
                    <a:pt x="5870" y="11856"/>
                  </a:lnTo>
                  <a:lnTo>
                    <a:pt x="6218" y="11778"/>
                  </a:lnTo>
                  <a:lnTo>
                    <a:pt x="7029" y="11817"/>
                  </a:lnTo>
                  <a:lnTo>
                    <a:pt x="7840" y="11817"/>
                  </a:lnTo>
                  <a:lnTo>
                    <a:pt x="8689" y="11701"/>
                  </a:lnTo>
                  <a:lnTo>
                    <a:pt x="9539" y="11508"/>
                  </a:lnTo>
                  <a:lnTo>
                    <a:pt x="10272" y="11238"/>
                  </a:lnTo>
                  <a:lnTo>
                    <a:pt x="11006" y="10929"/>
                  </a:lnTo>
                  <a:lnTo>
                    <a:pt x="11315" y="10813"/>
                  </a:lnTo>
                  <a:lnTo>
                    <a:pt x="11315" y="10774"/>
                  </a:lnTo>
                  <a:lnTo>
                    <a:pt x="12049" y="10350"/>
                  </a:lnTo>
                  <a:lnTo>
                    <a:pt x="12705" y="9848"/>
                  </a:lnTo>
                  <a:lnTo>
                    <a:pt x="13362" y="9307"/>
                  </a:lnTo>
                  <a:lnTo>
                    <a:pt x="13941" y="8689"/>
                  </a:lnTo>
                  <a:lnTo>
                    <a:pt x="14481" y="8033"/>
                  </a:lnTo>
                  <a:lnTo>
                    <a:pt x="14713" y="7685"/>
                  </a:lnTo>
                  <a:lnTo>
                    <a:pt x="14906" y="7299"/>
                  </a:lnTo>
                  <a:lnTo>
                    <a:pt x="15099" y="6952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20"/>
                  </a:lnTo>
                  <a:lnTo>
                    <a:pt x="15987" y="7145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7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3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4"/>
                  </a:lnTo>
                  <a:lnTo>
                    <a:pt x="18034" y="7260"/>
                  </a:lnTo>
                  <a:lnTo>
                    <a:pt x="17995" y="7029"/>
                  </a:lnTo>
                  <a:lnTo>
                    <a:pt x="17918" y="6836"/>
                  </a:lnTo>
                  <a:lnTo>
                    <a:pt x="17841" y="6643"/>
                  </a:lnTo>
                  <a:lnTo>
                    <a:pt x="17725" y="6450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6"/>
                  </a:lnTo>
                  <a:lnTo>
                    <a:pt x="16567" y="5446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2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4"/>
                  </a:lnTo>
                  <a:lnTo>
                    <a:pt x="18343" y="3553"/>
                  </a:lnTo>
                  <a:lnTo>
                    <a:pt x="18382" y="3322"/>
                  </a:lnTo>
                  <a:lnTo>
                    <a:pt x="18343" y="3090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4"/>
                  </a:lnTo>
                  <a:lnTo>
                    <a:pt x="17841" y="2588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8"/>
                  </a:lnTo>
                  <a:lnTo>
                    <a:pt x="16953" y="2704"/>
                  </a:lnTo>
                  <a:lnTo>
                    <a:pt x="16760" y="2781"/>
                  </a:lnTo>
                  <a:lnTo>
                    <a:pt x="16567" y="2936"/>
                  </a:lnTo>
                  <a:lnTo>
                    <a:pt x="16412" y="3090"/>
                  </a:lnTo>
                  <a:lnTo>
                    <a:pt x="16258" y="3283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1"/>
                  </a:lnTo>
                  <a:lnTo>
                    <a:pt x="15524" y="5021"/>
                  </a:lnTo>
                  <a:lnTo>
                    <a:pt x="15099" y="4789"/>
                  </a:lnTo>
                  <a:lnTo>
                    <a:pt x="14675" y="4635"/>
                  </a:lnTo>
                  <a:lnTo>
                    <a:pt x="14211" y="4519"/>
                  </a:lnTo>
                  <a:lnTo>
                    <a:pt x="13748" y="4519"/>
                  </a:lnTo>
                  <a:lnTo>
                    <a:pt x="13362" y="4596"/>
                  </a:lnTo>
                  <a:lnTo>
                    <a:pt x="13169" y="4635"/>
                  </a:lnTo>
                  <a:lnTo>
                    <a:pt x="12975" y="4712"/>
                  </a:lnTo>
                  <a:lnTo>
                    <a:pt x="12782" y="4789"/>
                  </a:lnTo>
                  <a:lnTo>
                    <a:pt x="12628" y="4944"/>
                  </a:lnTo>
                  <a:lnTo>
                    <a:pt x="12512" y="5098"/>
                  </a:lnTo>
                  <a:lnTo>
                    <a:pt x="12435" y="5252"/>
                  </a:lnTo>
                  <a:lnTo>
                    <a:pt x="12396" y="5446"/>
                  </a:lnTo>
                  <a:lnTo>
                    <a:pt x="12473" y="5639"/>
                  </a:lnTo>
                  <a:lnTo>
                    <a:pt x="12551" y="5793"/>
                  </a:lnTo>
                  <a:lnTo>
                    <a:pt x="12705" y="5909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1"/>
                  </a:lnTo>
                  <a:lnTo>
                    <a:pt x="13786" y="6141"/>
                  </a:lnTo>
                  <a:lnTo>
                    <a:pt x="14134" y="6102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20"/>
                  </a:lnTo>
                  <a:lnTo>
                    <a:pt x="13671" y="6836"/>
                  </a:lnTo>
                  <a:lnTo>
                    <a:pt x="13439" y="6952"/>
                  </a:lnTo>
                  <a:lnTo>
                    <a:pt x="13207" y="7029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1"/>
                  </a:lnTo>
                  <a:lnTo>
                    <a:pt x="10968" y="6141"/>
                  </a:lnTo>
                  <a:lnTo>
                    <a:pt x="10774" y="5793"/>
                  </a:lnTo>
                  <a:lnTo>
                    <a:pt x="10504" y="5330"/>
                  </a:lnTo>
                  <a:lnTo>
                    <a:pt x="10311" y="4828"/>
                  </a:lnTo>
                  <a:lnTo>
                    <a:pt x="9886" y="3862"/>
                  </a:lnTo>
                  <a:lnTo>
                    <a:pt x="9655" y="3399"/>
                  </a:lnTo>
                  <a:lnTo>
                    <a:pt x="9423" y="2936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2"/>
                  </a:lnTo>
                  <a:lnTo>
                    <a:pt x="6874" y="503"/>
                  </a:lnTo>
                  <a:lnTo>
                    <a:pt x="6295" y="271"/>
                  </a:lnTo>
                  <a:lnTo>
                    <a:pt x="5716" y="117"/>
                  </a:lnTo>
                  <a:lnTo>
                    <a:pt x="5137" y="39"/>
                  </a:lnTo>
                  <a:lnTo>
                    <a:pt x="451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21"/>
            <p:cNvSpPr/>
            <p:nvPr/>
          </p:nvSpPr>
          <p:spPr>
            <a:xfrm>
              <a:off x="6767875" y="25365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1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6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21"/>
            <p:cNvSpPr/>
            <p:nvPr/>
          </p:nvSpPr>
          <p:spPr>
            <a:xfrm>
              <a:off x="694725" y="25374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8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21"/>
            <p:cNvSpPr/>
            <p:nvPr/>
          </p:nvSpPr>
          <p:spPr>
            <a:xfrm>
              <a:off x="643575" y="25393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657" y="1468"/>
                  </a:lnTo>
                  <a:lnTo>
                    <a:pt x="579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3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5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21"/>
            <p:cNvSpPr/>
            <p:nvPr/>
          </p:nvSpPr>
          <p:spPr>
            <a:xfrm>
              <a:off x="2323325" y="2542275"/>
              <a:ext cx="309900" cy="249100"/>
            </a:xfrm>
            <a:custGeom>
              <a:avLst/>
              <a:gdLst/>
              <a:ahLst/>
              <a:cxnLst/>
              <a:rect l="l" t="t" r="r" b="b"/>
              <a:pathLst>
                <a:path w="12396" h="9964" extrusionOk="0">
                  <a:moveTo>
                    <a:pt x="10079" y="426"/>
                  </a:moveTo>
                  <a:lnTo>
                    <a:pt x="10272" y="464"/>
                  </a:lnTo>
                  <a:lnTo>
                    <a:pt x="10465" y="503"/>
                  </a:lnTo>
                  <a:lnTo>
                    <a:pt x="10581" y="541"/>
                  </a:lnTo>
                  <a:lnTo>
                    <a:pt x="10735" y="657"/>
                  </a:lnTo>
                  <a:lnTo>
                    <a:pt x="10851" y="850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28" y="1430"/>
                  </a:lnTo>
                  <a:lnTo>
                    <a:pt x="10890" y="1661"/>
                  </a:lnTo>
                  <a:lnTo>
                    <a:pt x="10812" y="1854"/>
                  </a:lnTo>
                  <a:lnTo>
                    <a:pt x="10619" y="2202"/>
                  </a:lnTo>
                  <a:lnTo>
                    <a:pt x="10310" y="2588"/>
                  </a:lnTo>
                  <a:lnTo>
                    <a:pt x="9963" y="2936"/>
                  </a:lnTo>
                  <a:lnTo>
                    <a:pt x="9422" y="3476"/>
                  </a:lnTo>
                  <a:lnTo>
                    <a:pt x="8843" y="3978"/>
                  </a:lnTo>
                  <a:lnTo>
                    <a:pt x="8186" y="4480"/>
                  </a:lnTo>
                  <a:lnTo>
                    <a:pt x="7569" y="4982"/>
                  </a:lnTo>
                  <a:lnTo>
                    <a:pt x="6912" y="5484"/>
                  </a:lnTo>
                  <a:lnTo>
                    <a:pt x="6256" y="5947"/>
                  </a:lnTo>
                  <a:lnTo>
                    <a:pt x="5483" y="6411"/>
                  </a:lnTo>
                  <a:lnTo>
                    <a:pt x="4711" y="6874"/>
                  </a:lnTo>
                  <a:lnTo>
                    <a:pt x="3939" y="7299"/>
                  </a:lnTo>
                  <a:lnTo>
                    <a:pt x="3128" y="7724"/>
                  </a:lnTo>
                  <a:lnTo>
                    <a:pt x="2471" y="7994"/>
                  </a:lnTo>
                  <a:lnTo>
                    <a:pt x="2163" y="8110"/>
                  </a:lnTo>
                  <a:lnTo>
                    <a:pt x="1815" y="8226"/>
                  </a:lnTo>
                  <a:lnTo>
                    <a:pt x="1506" y="8264"/>
                  </a:lnTo>
                  <a:lnTo>
                    <a:pt x="1159" y="8303"/>
                  </a:lnTo>
                  <a:lnTo>
                    <a:pt x="811" y="8303"/>
                  </a:lnTo>
                  <a:lnTo>
                    <a:pt x="463" y="8226"/>
                  </a:lnTo>
                  <a:lnTo>
                    <a:pt x="502" y="8148"/>
                  </a:lnTo>
                  <a:lnTo>
                    <a:pt x="463" y="8033"/>
                  </a:lnTo>
                  <a:lnTo>
                    <a:pt x="463" y="7917"/>
                  </a:lnTo>
                  <a:lnTo>
                    <a:pt x="463" y="7801"/>
                  </a:lnTo>
                  <a:lnTo>
                    <a:pt x="502" y="7569"/>
                  </a:lnTo>
                  <a:lnTo>
                    <a:pt x="618" y="7299"/>
                  </a:lnTo>
                  <a:lnTo>
                    <a:pt x="772" y="7029"/>
                  </a:lnTo>
                  <a:lnTo>
                    <a:pt x="1159" y="6565"/>
                  </a:lnTo>
                  <a:lnTo>
                    <a:pt x="1467" y="6179"/>
                  </a:lnTo>
                  <a:lnTo>
                    <a:pt x="2008" y="5561"/>
                  </a:lnTo>
                  <a:lnTo>
                    <a:pt x="2549" y="4982"/>
                  </a:lnTo>
                  <a:lnTo>
                    <a:pt x="3128" y="4441"/>
                  </a:lnTo>
                  <a:lnTo>
                    <a:pt x="3746" y="3862"/>
                  </a:lnTo>
                  <a:lnTo>
                    <a:pt x="4364" y="3360"/>
                  </a:lnTo>
                  <a:lnTo>
                    <a:pt x="5020" y="2858"/>
                  </a:lnTo>
                  <a:lnTo>
                    <a:pt x="5715" y="2434"/>
                  </a:lnTo>
                  <a:lnTo>
                    <a:pt x="6410" y="1970"/>
                  </a:lnTo>
                  <a:lnTo>
                    <a:pt x="7105" y="1584"/>
                  </a:lnTo>
                  <a:lnTo>
                    <a:pt x="7839" y="1236"/>
                  </a:lnTo>
                  <a:lnTo>
                    <a:pt x="8457" y="928"/>
                  </a:lnTo>
                  <a:lnTo>
                    <a:pt x="8843" y="734"/>
                  </a:lnTo>
                  <a:lnTo>
                    <a:pt x="9268" y="580"/>
                  </a:lnTo>
                  <a:lnTo>
                    <a:pt x="9692" y="464"/>
                  </a:lnTo>
                  <a:lnTo>
                    <a:pt x="10079" y="426"/>
                  </a:lnTo>
                  <a:close/>
                  <a:moveTo>
                    <a:pt x="11237" y="464"/>
                  </a:moveTo>
                  <a:lnTo>
                    <a:pt x="11430" y="580"/>
                  </a:lnTo>
                  <a:lnTo>
                    <a:pt x="11585" y="773"/>
                  </a:lnTo>
                  <a:lnTo>
                    <a:pt x="11700" y="966"/>
                  </a:lnTo>
                  <a:lnTo>
                    <a:pt x="11778" y="1236"/>
                  </a:lnTo>
                  <a:lnTo>
                    <a:pt x="11778" y="1468"/>
                  </a:lnTo>
                  <a:lnTo>
                    <a:pt x="11778" y="1738"/>
                  </a:lnTo>
                  <a:lnTo>
                    <a:pt x="11739" y="1970"/>
                  </a:lnTo>
                  <a:lnTo>
                    <a:pt x="11662" y="2240"/>
                  </a:lnTo>
                  <a:lnTo>
                    <a:pt x="11430" y="2627"/>
                  </a:lnTo>
                  <a:lnTo>
                    <a:pt x="11160" y="3013"/>
                  </a:lnTo>
                  <a:lnTo>
                    <a:pt x="10851" y="3399"/>
                  </a:lnTo>
                  <a:lnTo>
                    <a:pt x="10542" y="3746"/>
                  </a:lnTo>
                  <a:lnTo>
                    <a:pt x="9847" y="4480"/>
                  </a:lnTo>
                  <a:lnTo>
                    <a:pt x="9075" y="5137"/>
                  </a:lnTo>
                  <a:lnTo>
                    <a:pt x="8264" y="5793"/>
                  </a:lnTo>
                  <a:lnTo>
                    <a:pt x="7453" y="6372"/>
                  </a:lnTo>
                  <a:lnTo>
                    <a:pt x="6603" y="6990"/>
                  </a:lnTo>
                  <a:lnTo>
                    <a:pt x="5754" y="7569"/>
                  </a:lnTo>
                  <a:lnTo>
                    <a:pt x="4866" y="8110"/>
                  </a:lnTo>
                  <a:lnTo>
                    <a:pt x="3977" y="8612"/>
                  </a:lnTo>
                  <a:lnTo>
                    <a:pt x="3128" y="9037"/>
                  </a:lnTo>
                  <a:lnTo>
                    <a:pt x="2703" y="9191"/>
                  </a:lnTo>
                  <a:lnTo>
                    <a:pt x="2240" y="9346"/>
                  </a:lnTo>
                  <a:lnTo>
                    <a:pt x="1969" y="9384"/>
                  </a:lnTo>
                  <a:lnTo>
                    <a:pt x="1661" y="9423"/>
                  </a:lnTo>
                  <a:lnTo>
                    <a:pt x="1313" y="9384"/>
                  </a:lnTo>
                  <a:lnTo>
                    <a:pt x="1004" y="9346"/>
                  </a:lnTo>
                  <a:lnTo>
                    <a:pt x="734" y="9191"/>
                  </a:lnTo>
                  <a:lnTo>
                    <a:pt x="541" y="9037"/>
                  </a:lnTo>
                  <a:lnTo>
                    <a:pt x="463" y="8921"/>
                  </a:lnTo>
                  <a:lnTo>
                    <a:pt x="386" y="8805"/>
                  </a:lnTo>
                  <a:lnTo>
                    <a:pt x="348" y="8650"/>
                  </a:lnTo>
                  <a:lnTo>
                    <a:pt x="309" y="8496"/>
                  </a:lnTo>
                  <a:lnTo>
                    <a:pt x="579" y="8612"/>
                  </a:lnTo>
                  <a:lnTo>
                    <a:pt x="888" y="8728"/>
                  </a:lnTo>
                  <a:lnTo>
                    <a:pt x="1197" y="8766"/>
                  </a:lnTo>
                  <a:lnTo>
                    <a:pt x="1506" y="8766"/>
                  </a:lnTo>
                  <a:lnTo>
                    <a:pt x="1815" y="8728"/>
                  </a:lnTo>
                  <a:lnTo>
                    <a:pt x="2124" y="8650"/>
                  </a:lnTo>
                  <a:lnTo>
                    <a:pt x="2742" y="8457"/>
                  </a:lnTo>
                  <a:lnTo>
                    <a:pt x="3321" y="8187"/>
                  </a:lnTo>
                  <a:lnTo>
                    <a:pt x="3939" y="7917"/>
                  </a:lnTo>
                  <a:lnTo>
                    <a:pt x="4981" y="7299"/>
                  </a:lnTo>
                  <a:lnTo>
                    <a:pt x="6526" y="6372"/>
                  </a:lnTo>
                  <a:lnTo>
                    <a:pt x="7298" y="5832"/>
                  </a:lnTo>
                  <a:lnTo>
                    <a:pt x="8071" y="5291"/>
                  </a:lnTo>
                  <a:lnTo>
                    <a:pt x="8804" y="4750"/>
                  </a:lnTo>
                  <a:lnTo>
                    <a:pt x="9499" y="4133"/>
                  </a:lnTo>
                  <a:lnTo>
                    <a:pt x="10156" y="3515"/>
                  </a:lnTo>
                  <a:lnTo>
                    <a:pt x="10774" y="2820"/>
                  </a:lnTo>
                  <a:lnTo>
                    <a:pt x="10967" y="2588"/>
                  </a:lnTo>
                  <a:lnTo>
                    <a:pt x="11121" y="2356"/>
                  </a:lnTo>
                  <a:lnTo>
                    <a:pt x="11276" y="2047"/>
                  </a:lnTo>
                  <a:lnTo>
                    <a:pt x="11391" y="1777"/>
                  </a:lnTo>
                  <a:lnTo>
                    <a:pt x="11469" y="1468"/>
                  </a:lnTo>
                  <a:lnTo>
                    <a:pt x="11507" y="1159"/>
                  </a:lnTo>
                  <a:lnTo>
                    <a:pt x="11430" y="889"/>
                  </a:lnTo>
                  <a:lnTo>
                    <a:pt x="11314" y="580"/>
                  </a:lnTo>
                  <a:lnTo>
                    <a:pt x="11237" y="464"/>
                  </a:lnTo>
                  <a:close/>
                  <a:moveTo>
                    <a:pt x="9924" y="1"/>
                  </a:moveTo>
                  <a:lnTo>
                    <a:pt x="9654" y="39"/>
                  </a:lnTo>
                  <a:lnTo>
                    <a:pt x="9306" y="117"/>
                  </a:lnTo>
                  <a:lnTo>
                    <a:pt x="8920" y="194"/>
                  </a:lnTo>
                  <a:lnTo>
                    <a:pt x="8186" y="503"/>
                  </a:lnTo>
                  <a:lnTo>
                    <a:pt x="7491" y="850"/>
                  </a:lnTo>
                  <a:lnTo>
                    <a:pt x="6835" y="1198"/>
                  </a:lnTo>
                  <a:lnTo>
                    <a:pt x="6101" y="1584"/>
                  </a:lnTo>
                  <a:lnTo>
                    <a:pt x="5406" y="2009"/>
                  </a:lnTo>
                  <a:lnTo>
                    <a:pt x="4750" y="2472"/>
                  </a:lnTo>
                  <a:lnTo>
                    <a:pt x="4093" y="2974"/>
                  </a:lnTo>
                  <a:lnTo>
                    <a:pt x="3360" y="3553"/>
                  </a:lnTo>
                  <a:lnTo>
                    <a:pt x="2665" y="4210"/>
                  </a:lnTo>
                  <a:lnTo>
                    <a:pt x="1969" y="4866"/>
                  </a:lnTo>
                  <a:lnTo>
                    <a:pt x="1352" y="5600"/>
                  </a:lnTo>
                  <a:lnTo>
                    <a:pt x="888" y="6141"/>
                  </a:lnTo>
                  <a:lnTo>
                    <a:pt x="618" y="6449"/>
                  </a:lnTo>
                  <a:lnTo>
                    <a:pt x="348" y="6797"/>
                  </a:lnTo>
                  <a:lnTo>
                    <a:pt x="155" y="7145"/>
                  </a:lnTo>
                  <a:lnTo>
                    <a:pt x="0" y="7492"/>
                  </a:lnTo>
                  <a:lnTo>
                    <a:pt x="0" y="7685"/>
                  </a:lnTo>
                  <a:lnTo>
                    <a:pt x="0" y="7840"/>
                  </a:lnTo>
                  <a:lnTo>
                    <a:pt x="0" y="8033"/>
                  </a:lnTo>
                  <a:lnTo>
                    <a:pt x="77" y="8187"/>
                  </a:lnTo>
                  <a:lnTo>
                    <a:pt x="77" y="8264"/>
                  </a:lnTo>
                  <a:lnTo>
                    <a:pt x="77" y="8342"/>
                  </a:lnTo>
                  <a:lnTo>
                    <a:pt x="39" y="8496"/>
                  </a:lnTo>
                  <a:lnTo>
                    <a:pt x="39" y="8650"/>
                  </a:lnTo>
                  <a:lnTo>
                    <a:pt x="77" y="8805"/>
                  </a:lnTo>
                  <a:lnTo>
                    <a:pt x="116" y="8959"/>
                  </a:lnTo>
                  <a:lnTo>
                    <a:pt x="309" y="9230"/>
                  </a:lnTo>
                  <a:lnTo>
                    <a:pt x="541" y="9500"/>
                  </a:lnTo>
                  <a:lnTo>
                    <a:pt x="734" y="9616"/>
                  </a:lnTo>
                  <a:lnTo>
                    <a:pt x="965" y="9732"/>
                  </a:lnTo>
                  <a:lnTo>
                    <a:pt x="1236" y="9770"/>
                  </a:lnTo>
                  <a:lnTo>
                    <a:pt x="1467" y="9809"/>
                  </a:lnTo>
                  <a:lnTo>
                    <a:pt x="1583" y="9963"/>
                  </a:lnTo>
                  <a:lnTo>
                    <a:pt x="1815" y="9770"/>
                  </a:lnTo>
                  <a:lnTo>
                    <a:pt x="1892" y="9770"/>
                  </a:lnTo>
                  <a:lnTo>
                    <a:pt x="1892" y="9848"/>
                  </a:lnTo>
                  <a:lnTo>
                    <a:pt x="1931" y="9848"/>
                  </a:lnTo>
                  <a:lnTo>
                    <a:pt x="2008" y="9770"/>
                  </a:lnTo>
                  <a:lnTo>
                    <a:pt x="2394" y="9654"/>
                  </a:lnTo>
                  <a:lnTo>
                    <a:pt x="2935" y="9500"/>
                  </a:lnTo>
                  <a:lnTo>
                    <a:pt x="3514" y="9268"/>
                  </a:lnTo>
                  <a:lnTo>
                    <a:pt x="4055" y="9037"/>
                  </a:lnTo>
                  <a:lnTo>
                    <a:pt x="4557" y="8766"/>
                  </a:lnTo>
                  <a:lnTo>
                    <a:pt x="5599" y="8148"/>
                  </a:lnTo>
                  <a:lnTo>
                    <a:pt x="6603" y="7492"/>
                  </a:lnTo>
                  <a:lnTo>
                    <a:pt x="6758" y="7376"/>
                  </a:lnTo>
                  <a:lnTo>
                    <a:pt x="7839" y="6643"/>
                  </a:lnTo>
                  <a:lnTo>
                    <a:pt x="8688" y="5986"/>
                  </a:lnTo>
                  <a:lnTo>
                    <a:pt x="9538" y="5330"/>
                  </a:lnTo>
                  <a:lnTo>
                    <a:pt x="10388" y="4596"/>
                  </a:lnTo>
                  <a:lnTo>
                    <a:pt x="10774" y="4171"/>
                  </a:lnTo>
                  <a:lnTo>
                    <a:pt x="11121" y="3785"/>
                  </a:lnTo>
                  <a:lnTo>
                    <a:pt x="11160" y="3901"/>
                  </a:lnTo>
                  <a:lnTo>
                    <a:pt x="11430" y="3824"/>
                  </a:lnTo>
                  <a:lnTo>
                    <a:pt x="11932" y="4094"/>
                  </a:lnTo>
                  <a:lnTo>
                    <a:pt x="12087" y="3824"/>
                  </a:lnTo>
                  <a:lnTo>
                    <a:pt x="11353" y="3476"/>
                  </a:lnTo>
                  <a:lnTo>
                    <a:pt x="11662" y="3051"/>
                  </a:lnTo>
                  <a:lnTo>
                    <a:pt x="11932" y="2588"/>
                  </a:lnTo>
                  <a:lnTo>
                    <a:pt x="12087" y="2202"/>
                  </a:lnTo>
                  <a:lnTo>
                    <a:pt x="12164" y="1816"/>
                  </a:lnTo>
                  <a:lnTo>
                    <a:pt x="12395" y="1623"/>
                  </a:lnTo>
                  <a:lnTo>
                    <a:pt x="12164" y="1391"/>
                  </a:lnTo>
                  <a:lnTo>
                    <a:pt x="12125" y="1082"/>
                  </a:lnTo>
                  <a:lnTo>
                    <a:pt x="12048" y="812"/>
                  </a:lnTo>
                  <a:lnTo>
                    <a:pt x="11932" y="580"/>
                  </a:lnTo>
                  <a:lnTo>
                    <a:pt x="11778" y="387"/>
                  </a:lnTo>
                  <a:lnTo>
                    <a:pt x="11585" y="194"/>
                  </a:lnTo>
                  <a:lnTo>
                    <a:pt x="11353" y="78"/>
                  </a:lnTo>
                  <a:lnTo>
                    <a:pt x="11044" y="39"/>
                  </a:lnTo>
                  <a:lnTo>
                    <a:pt x="10735" y="39"/>
                  </a:lnTo>
                  <a:lnTo>
                    <a:pt x="10619" y="78"/>
                  </a:lnTo>
                  <a:lnTo>
                    <a:pt x="103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21"/>
            <p:cNvSpPr/>
            <p:nvPr/>
          </p:nvSpPr>
          <p:spPr>
            <a:xfrm>
              <a:off x="6773675" y="25422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4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52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2"/>
                  </a:lnTo>
                  <a:lnTo>
                    <a:pt x="2935" y="1430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4" y="1893"/>
                  </a:lnTo>
                  <a:lnTo>
                    <a:pt x="425" y="2434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6" y="11354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20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2"/>
                  </a:lnTo>
                  <a:lnTo>
                    <a:pt x="3669" y="10620"/>
                  </a:lnTo>
                  <a:lnTo>
                    <a:pt x="3824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6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3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6" y="2742"/>
                  </a:lnTo>
                  <a:lnTo>
                    <a:pt x="4287" y="2395"/>
                  </a:lnTo>
                  <a:lnTo>
                    <a:pt x="4210" y="1430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21"/>
            <p:cNvSpPr/>
            <p:nvPr/>
          </p:nvSpPr>
          <p:spPr>
            <a:xfrm>
              <a:off x="4769575" y="2562550"/>
              <a:ext cx="144825" cy="164150"/>
            </a:xfrm>
            <a:custGeom>
              <a:avLst/>
              <a:gdLst/>
              <a:ahLst/>
              <a:cxnLst/>
              <a:rect l="l" t="t" r="r" b="b"/>
              <a:pathLst>
                <a:path w="5793" h="6566" extrusionOk="0">
                  <a:moveTo>
                    <a:pt x="2858" y="464"/>
                  </a:moveTo>
                  <a:lnTo>
                    <a:pt x="3360" y="619"/>
                  </a:lnTo>
                  <a:lnTo>
                    <a:pt x="3823" y="812"/>
                  </a:lnTo>
                  <a:lnTo>
                    <a:pt x="4248" y="1082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9"/>
                  </a:lnTo>
                  <a:lnTo>
                    <a:pt x="5252" y="2511"/>
                  </a:lnTo>
                  <a:lnTo>
                    <a:pt x="5290" y="2781"/>
                  </a:lnTo>
                  <a:lnTo>
                    <a:pt x="5329" y="3051"/>
                  </a:lnTo>
                  <a:lnTo>
                    <a:pt x="5329" y="3322"/>
                  </a:lnTo>
                  <a:lnTo>
                    <a:pt x="5290" y="3785"/>
                  </a:lnTo>
                  <a:lnTo>
                    <a:pt x="5175" y="4248"/>
                  </a:lnTo>
                  <a:lnTo>
                    <a:pt x="4982" y="4712"/>
                  </a:lnTo>
                  <a:lnTo>
                    <a:pt x="4711" y="5098"/>
                  </a:lnTo>
                  <a:lnTo>
                    <a:pt x="4364" y="5445"/>
                  </a:lnTo>
                  <a:lnTo>
                    <a:pt x="4016" y="5716"/>
                  </a:lnTo>
                  <a:lnTo>
                    <a:pt x="3784" y="5832"/>
                  </a:lnTo>
                  <a:lnTo>
                    <a:pt x="3553" y="5947"/>
                  </a:lnTo>
                  <a:lnTo>
                    <a:pt x="3321" y="6025"/>
                  </a:lnTo>
                  <a:lnTo>
                    <a:pt x="3089" y="6063"/>
                  </a:lnTo>
                  <a:lnTo>
                    <a:pt x="2780" y="6102"/>
                  </a:lnTo>
                  <a:lnTo>
                    <a:pt x="2510" y="6102"/>
                  </a:lnTo>
                  <a:lnTo>
                    <a:pt x="2201" y="6063"/>
                  </a:lnTo>
                  <a:lnTo>
                    <a:pt x="1970" y="5986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600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1"/>
                  </a:lnTo>
                  <a:lnTo>
                    <a:pt x="734" y="4789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5"/>
                  </a:lnTo>
                  <a:lnTo>
                    <a:pt x="464" y="2974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700"/>
                  </a:lnTo>
                  <a:lnTo>
                    <a:pt x="966" y="1507"/>
                  </a:lnTo>
                  <a:lnTo>
                    <a:pt x="1120" y="1275"/>
                  </a:lnTo>
                  <a:lnTo>
                    <a:pt x="1313" y="1121"/>
                  </a:lnTo>
                  <a:lnTo>
                    <a:pt x="1506" y="927"/>
                  </a:lnTo>
                  <a:lnTo>
                    <a:pt x="1738" y="812"/>
                  </a:lnTo>
                  <a:lnTo>
                    <a:pt x="1970" y="696"/>
                  </a:lnTo>
                  <a:lnTo>
                    <a:pt x="2201" y="580"/>
                  </a:lnTo>
                  <a:lnTo>
                    <a:pt x="2472" y="541"/>
                  </a:lnTo>
                  <a:lnTo>
                    <a:pt x="2780" y="503"/>
                  </a:lnTo>
                  <a:lnTo>
                    <a:pt x="2819" y="503"/>
                  </a:lnTo>
                  <a:lnTo>
                    <a:pt x="2858" y="464"/>
                  </a:lnTo>
                  <a:close/>
                  <a:moveTo>
                    <a:pt x="2665" y="1"/>
                  </a:moveTo>
                  <a:lnTo>
                    <a:pt x="2587" y="39"/>
                  </a:lnTo>
                  <a:lnTo>
                    <a:pt x="2510" y="78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1"/>
                  </a:lnTo>
                  <a:lnTo>
                    <a:pt x="1854" y="310"/>
                  </a:lnTo>
                  <a:lnTo>
                    <a:pt x="1622" y="387"/>
                  </a:lnTo>
                  <a:lnTo>
                    <a:pt x="1390" y="503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7"/>
                  </a:lnTo>
                  <a:lnTo>
                    <a:pt x="348" y="1738"/>
                  </a:lnTo>
                  <a:lnTo>
                    <a:pt x="155" y="2279"/>
                  </a:lnTo>
                  <a:lnTo>
                    <a:pt x="39" y="2858"/>
                  </a:lnTo>
                  <a:lnTo>
                    <a:pt x="0" y="3399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3"/>
                  </a:lnTo>
                  <a:lnTo>
                    <a:pt x="309" y="4943"/>
                  </a:lnTo>
                  <a:lnTo>
                    <a:pt x="425" y="5214"/>
                  </a:lnTo>
                  <a:lnTo>
                    <a:pt x="579" y="5445"/>
                  </a:lnTo>
                  <a:lnTo>
                    <a:pt x="734" y="5677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8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7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7"/>
                  </a:lnTo>
                  <a:lnTo>
                    <a:pt x="3476" y="6449"/>
                  </a:lnTo>
                  <a:lnTo>
                    <a:pt x="3784" y="6334"/>
                  </a:lnTo>
                  <a:lnTo>
                    <a:pt x="4055" y="6218"/>
                  </a:lnTo>
                  <a:lnTo>
                    <a:pt x="4325" y="6063"/>
                  </a:lnTo>
                  <a:lnTo>
                    <a:pt x="4557" y="5909"/>
                  </a:lnTo>
                  <a:lnTo>
                    <a:pt x="4788" y="5716"/>
                  </a:lnTo>
                  <a:lnTo>
                    <a:pt x="4982" y="5484"/>
                  </a:lnTo>
                  <a:lnTo>
                    <a:pt x="5175" y="5252"/>
                  </a:lnTo>
                  <a:lnTo>
                    <a:pt x="5329" y="4982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1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8"/>
                  </a:lnTo>
                  <a:lnTo>
                    <a:pt x="5561" y="2047"/>
                  </a:lnTo>
                  <a:lnTo>
                    <a:pt x="5406" y="1777"/>
                  </a:lnTo>
                  <a:lnTo>
                    <a:pt x="5252" y="1507"/>
                  </a:lnTo>
                  <a:lnTo>
                    <a:pt x="5059" y="1275"/>
                  </a:lnTo>
                  <a:lnTo>
                    <a:pt x="4866" y="1043"/>
                  </a:lnTo>
                  <a:lnTo>
                    <a:pt x="4634" y="812"/>
                  </a:lnTo>
                  <a:lnTo>
                    <a:pt x="4402" y="619"/>
                  </a:lnTo>
                  <a:lnTo>
                    <a:pt x="4132" y="464"/>
                  </a:lnTo>
                  <a:lnTo>
                    <a:pt x="3862" y="310"/>
                  </a:lnTo>
                  <a:lnTo>
                    <a:pt x="3591" y="194"/>
                  </a:lnTo>
                  <a:lnTo>
                    <a:pt x="3282" y="117"/>
                  </a:lnTo>
                  <a:lnTo>
                    <a:pt x="2974" y="39"/>
                  </a:lnTo>
                  <a:lnTo>
                    <a:pt x="266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21"/>
            <p:cNvSpPr/>
            <p:nvPr/>
          </p:nvSpPr>
          <p:spPr>
            <a:xfrm>
              <a:off x="2452675" y="2582825"/>
              <a:ext cx="296400" cy="356250"/>
            </a:xfrm>
            <a:custGeom>
              <a:avLst/>
              <a:gdLst/>
              <a:ahLst/>
              <a:cxnLst/>
              <a:rect l="l" t="t" r="r" b="b"/>
              <a:pathLst>
                <a:path w="11856" h="14250" extrusionOk="0">
                  <a:moveTo>
                    <a:pt x="7221" y="1"/>
                  </a:moveTo>
                  <a:lnTo>
                    <a:pt x="6990" y="194"/>
                  </a:lnTo>
                  <a:lnTo>
                    <a:pt x="8032" y="1777"/>
                  </a:lnTo>
                  <a:lnTo>
                    <a:pt x="9114" y="3283"/>
                  </a:lnTo>
                  <a:lnTo>
                    <a:pt x="8032" y="2704"/>
                  </a:lnTo>
                  <a:lnTo>
                    <a:pt x="6913" y="2202"/>
                  </a:lnTo>
                  <a:lnTo>
                    <a:pt x="6758" y="2472"/>
                  </a:lnTo>
                  <a:lnTo>
                    <a:pt x="8225" y="3283"/>
                  </a:lnTo>
                  <a:lnTo>
                    <a:pt x="9731" y="4094"/>
                  </a:lnTo>
                  <a:lnTo>
                    <a:pt x="10388" y="4905"/>
                  </a:lnTo>
                  <a:lnTo>
                    <a:pt x="10388" y="4943"/>
                  </a:lnTo>
                  <a:lnTo>
                    <a:pt x="10697" y="4827"/>
                  </a:lnTo>
                  <a:lnTo>
                    <a:pt x="10658" y="4712"/>
                  </a:lnTo>
                  <a:lnTo>
                    <a:pt x="10620" y="4596"/>
                  </a:lnTo>
                  <a:lnTo>
                    <a:pt x="10620" y="4596"/>
                  </a:lnTo>
                  <a:lnTo>
                    <a:pt x="10929" y="4712"/>
                  </a:lnTo>
                  <a:lnTo>
                    <a:pt x="11160" y="4827"/>
                  </a:lnTo>
                  <a:lnTo>
                    <a:pt x="11315" y="5021"/>
                  </a:lnTo>
                  <a:lnTo>
                    <a:pt x="11431" y="5252"/>
                  </a:lnTo>
                  <a:lnTo>
                    <a:pt x="11469" y="5484"/>
                  </a:lnTo>
                  <a:lnTo>
                    <a:pt x="11469" y="5754"/>
                  </a:lnTo>
                  <a:lnTo>
                    <a:pt x="11431" y="6063"/>
                  </a:lnTo>
                  <a:lnTo>
                    <a:pt x="11353" y="6372"/>
                  </a:lnTo>
                  <a:lnTo>
                    <a:pt x="11083" y="7028"/>
                  </a:lnTo>
                  <a:lnTo>
                    <a:pt x="10813" y="7646"/>
                  </a:lnTo>
                  <a:lnTo>
                    <a:pt x="10504" y="8148"/>
                  </a:lnTo>
                  <a:lnTo>
                    <a:pt x="10233" y="8573"/>
                  </a:lnTo>
                  <a:lnTo>
                    <a:pt x="9654" y="9345"/>
                  </a:lnTo>
                  <a:lnTo>
                    <a:pt x="9036" y="10079"/>
                  </a:lnTo>
                  <a:lnTo>
                    <a:pt x="8380" y="10736"/>
                  </a:lnTo>
                  <a:lnTo>
                    <a:pt x="7646" y="11353"/>
                  </a:lnTo>
                  <a:lnTo>
                    <a:pt x="6874" y="11933"/>
                  </a:lnTo>
                  <a:lnTo>
                    <a:pt x="6024" y="12435"/>
                  </a:lnTo>
                  <a:lnTo>
                    <a:pt x="5175" y="12898"/>
                  </a:lnTo>
                  <a:lnTo>
                    <a:pt x="4287" y="13284"/>
                  </a:lnTo>
                  <a:lnTo>
                    <a:pt x="3862" y="13439"/>
                  </a:lnTo>
                  <a:lnTo>
                    <a:pt x="3283" y="13632"/>
                  </a:lnTo>
                  <a:lnTo>
                    <a:pt x="2665" y="13786"/>
                  </a:lnTo>
                  <a:lnTo>
                    <a:pt x="1970" y="13941"/>
                  </a:lnTo>
                  <a:lnTo>
                    <a:pt x="1043" y="13941"/>
                  </a:lnTo>
                  <a:lnTo>
                    <a:pt x="811" y="13863"/>
                  </a:lnTo>
                  <a:lnTo>
                    <a:pt x="580" y="13709"/>
                  </a:lnTo>
                  <a:lnTo>
                    <a:pt x="425" y="13554"/>
                  </a:lnTo>
                  <a:lnTo>
                    <a:pt x="309" y="13323"/>
                  </a:lnTo>
                  <a:lnTo>
                    <a:pt x="232" y="13052"/>
                  </a:lnTo>
                  <a:lnTo>
                    <a:pt x="1" y="13130"/>
                  </a:lnTo>
                  <a:lnTo>
                    <a:pt x="1" y="13400"/>
                  </a:lnTo>
                  <a:lnTo>
                    <a:pt x="39" y="13632"/>
                  </a:lnTo>
                  <a:lnTo>
                    <a:pt x="155" y="13825"/>
                  </a:lnTo>
                  <a:lnTo>
                    <a:pt x="271" y="13941"/>
                  </a:lnTo>
                  <a:lnTo>
                    <a:pt x="464" y="14056"/>
                  </a:lnTo>
                  <a:lnTo>
                    <a:pt x="657" y="14172"/>
                  </a:lnTo>
                  <a:lnTo>
                    <a:pt x="889" y="14211"/>
                  </a:lnTo>
                  <a:lnTo>
                    <a:pt x="1120" y="14249"/>
                  </a:lnTo>
                  <a:lnTo>
                    <a:pt x="1661" y="14249"/>
                  </a:lnTo>
                  <a:lnTo>
                    <a:pt x="2163" y="14211"/>
                  </a:lnTo>
                  <a:lnTo>
                    <a:pt x="2665" y="14134"/>
                  </a:lnTo>
                  <a:lnTo>
                    <a:pt x="3051" y="14056"/>
                  </a:lnTo>
                  <a:lnTo>
                    <a:pt x="3708" y="13863"/>
                  </a:lnTo>
                  <a:lnTo>
                    <a:pt x="4364" y="13632"/>
                  </a:lnTo>
                  <a:lnTo>
                    <a:pt x="5020" y="13361"/>
                  </a:lnTo>
                  <a:lnTo>
                    <a:pt x="5638" y="13091"/>
                  </a:lnTo>
                  <a:lnTo>
                    <a:pt x="6256" y="12743"/>
                  </a:lnTo>
                  <a:lnTo>
                    <a:pt x="6835" y="12396"/>
                  </a:lnTo>
                  <a:lnTo>
                    <a:pt x="7415" y="12010"/>
                  </a:lnTo>
                  <a:lnTo>
                    <a:pt x="7955" y="11585"/>
                  </a:lnTo>
                  <a:lnTo>
                    <a:pt x="8457" y="11160"/>
                  </a:lnTo>
                  <a:lnTo>
                    <a:pt x="8959" y="10697"/>
                  </a:lnTo>
                  <a:lnTo>
                    <a:pt x="9423" y="10234"/>
                  </a:lnTo>
                  <a:lnTo>
                    <a:pt x="9847" y="9732"/>
                  </a:lnTo>
                  <a:lnTo>
                    <a:pt x="10272" y="9191"/>
                  </a:lnTo>
                  <a:lnTo>
                    <a:pt x="10620" y="8650"/>
                  </a:lnTo>
                  <a:lnTo>
                    <a:pt x="11006" y="8071"/>
                  </a:lnTo>
                  <a:lnTo>
                    <a:pt x="11315" y="7492"/>
                  </a:lnTo>
                  <a:lnTo>
                    <a:pt x="11546" y="6951"/>
                  </a:lnTo>
                  <a:lnTo>
                    <a:pt x="11778" y="6411"/>
                  </a:lnTo>
                  <a:lnTo>
                    <a:pt x="11817" y="6102"/>
                  </a:lnTo>
                  <a:lnTo>
                    <a:pt x="11855" y="5831"/>
                  </a:lnTo>
                  <a:lnTo>
                    <a:pt x="11855" y="5523"/>
                  </a:lnTo>
                  <a:lnTo>
                    <a:pt x="11778" y="5252"/>
                  </a:lnTo>
                  <a:lnTo>
                    <a:pt x="11701" y="5021"/>
                  </a:lnTo>
                  <a:lnTo>
                    <a:pt x="11585" y="4866"/>
                  </a:lnTo>
                  <a:lnTo>
                    <a:pt x="11469" y="4673"/>
                  </a:lnTo>
                  <a:lnTo>
                    <a:pt x="11315" y="4519"/>
                  </a:lnTo>
                  <a:lnTo>
                    <a:pt x="11122" y="4403"/>
                  </a:lnTo>
                  <a:lnTo>
                    <a:pt x="10929" y="4325"/>
                  </a:lnTo>
                  <a:lnTo>
                    <a:pt x="10735" y="4248"/>
                  </a:lnTo>
                  <a:lnTo>
                    <a:pt x="10504" y="4210"/>
                  </a:lnTo>
                  <a:lnTo>
                    <a:pt x="10465" y="4248"/>
                  </a:lnTo>
                  <a:lnTo>
                    <a:pt x="10388" y="4248"/>
                  </a:lnTo>
                  <a:lnTo>
                    <a:pt x="9654" y="3167"/>
                  </a:lnTo>
                  <a:lnTo>
                    <a:pt x="8882" y="2086"/>
                  </a:lnTo>
                  <a:lnTo>
                    <a:pt x="8032" y="1043"/>
                  </a:lnTo>
                  <a:lnTo>
                    <a:pt x="72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21"/>
            <p:cNvSpPr/>
            <p:nvPr/>
          </p:nvSpPr>
          <p:spPr>
            <a:xfrm>
              <a:off x="581775" y="25867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0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5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21"/>
            <p:cNvSpPr/>
            <p:nvPr/>
          </p:nvSpPr>
          <p:spPr>
            <a:xfrm>
              <a:off x="6717675" y="2588625"/>
              <a:ext cx="42525" cy="41525"/>
            </a:xfrm>
            <a:custGeom>
              <a:avLst/>
              <a:gdLst/>
              <a:ahLst/>
              <a:cxnLst/>
              <a:rect l="l" t="t" r="r" b="b"/>
              <a:pathLst>
                <a:path w="1701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2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9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3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8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21"/>
            <p:cNvSpPr/>
            <p:nvPr/>
          </p:nvSpPr>
          <p:spPr>
            <a:xfrm>
              <a:off x="587575" y="25924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3" y="1893"/>
                  </a:lnTo>
                  <a:lnTo>
                    <a:pt x="425" y="2433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5" y="11353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1"/>
                  </a:lnTo>
                  <a:lnTo>
                    <a:pt x="3669" y="10620"/>
                  </a:lnTo>
                  <a:lnTo>
                    <a:pt x="3823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5" y="2742"/>
                  </a:lnTo>
                  <a:lnTo>
                    <a:pt x="4287" y="2395"/>
                  </a:lnTo>
                  <a:lnTo>
                    <a:pt x="4210" y="1429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21"/>
            <p:cNvSpPr/>
            <p:nvPr/>
          </p:nvSpPr>
          <p:spPr>
            <a:xfrm>
              <a:off x="6526550" y="26156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1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1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2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21"/>
            <p:cNvSpPr/>
            <p:nvPr/>
          </p:nvSpPr>
          <p:spPr>
            <a:xfrm>
              <a:off x="1725750" y="2629175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2"/>
                  </a:lnTo>
                  <a:lnTo>
                    <a:pt x="2008" y="965"/>
                  </a:lnTo>
                  <a:lnTo>
                    <a:pt x="2124" y="1120"/>
                  </a:lnTo>
                  <a:lnTo>
                    <a:pt x="2202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6" y="502"/>
                  </a:lnTo>
                  <a:lnTo>
                    <a:pt x="811" y="463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0"/>
                  </a:lnTo>
                  <a:lnTo>
                    <a:pt x="194" y="425"/>
                  </a:lnTo>
                  <a:lnTo>
                    <a:pt x="78" y="618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8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2" y="2973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3"/>
                  </a:lnTo>
                  <a:lnTo>
                    <a:pt x="2626" y="2896"/>
                  </a:lnTo>
                  <a:lnTo>
                    <a:pt x="2704" y="2317"/>
                  </a:lnTo>
                  <a:lnTo>
                    <a:pt x="2704" y="2008"/>
                  </a:lnTo>
                  <a:lnTo>
                    <a:pt x="2704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00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21"/>
            <p:cNvSpPr/>
            <p:nvPr/>
          </p:nvSpPr>
          <p:spPr>
            <a:xfrm>
              <a:off x="2602300" y="2637850"/>
              <a:ext cx="63750" cy="173800"/>
            </a:xfrm>
            <a:custGeom>
              <a:avLst/>
              <a:gdLst/>
              <a:ahLst/>
              <a:cxnLst/>
              <a:rect l="l" t="t" r="r" b="b"/>
              <a:pathLst>
                <a:path w="2550" h="6952" extrusionOk="0">
                  <a:moveTo>
                    <a:pt x="271" y="1"/>
                  </a:moveTo>
                  <a:lnTo>
                    <a:pt x="1" y="78"/>
                  </a:lnTo>
                  <a:lnTo>
                    <a:pt x="232" y="927"/>
                  </a:lnTo>
                  <a:lnTo>
                    <a:pt x="503" y="1816"/>
                  </a:lnTo>
                  <a:lnTo>
                    <a:pt x="1082" y="3515"/>
                  </a:lnTo>
                  <a:lnTo>
                    <a:pt x="2318" y="6951"/>
                  </a:lnTo>
                  <a:lnTo>
                    <a:pt x="2549" y="6874"/>
                  </a:lnTo>
                  <a:lnTo>
                    <a:pt x="2047" y="5136"/>
                  </a:lnTo>
                  <a:lnTo>
                    <a:pt x="1507" y="3399"/>
                  </a:lnTo>
                  <a:lnTo>
                    <a:pt x="928" y="1661"/>
                  </a:lnTo>
                  <a:lnTo>
                    <a:pt x="619" y="81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21"/>
            <p:cNvSpPr/>
            <p:nvPr/>
          </p:nvSpPr>
          <p:spPr>
            <a:xfrm>
              <a:off x="531575" y="26388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1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21"/>
            <p:cNvSpPr/>
            <p:nvPr/>
          </p:nvSpPr>
          <p:spPr>
            <a:xfrm>
              <a:off x="340450" y="26658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0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0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1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21"/>
            <p:cNvSpPr/>
            <p:nvPr/>
          </p:nvSpPr>
          <p:spPr>
            <a:xfrm>
              <a:off x="6651075" y="26658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1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21"/>
            <p:cNvSpPr/>
            <p:nvPr/>
          </p:nvSpPr>
          <p:spPr>
            <a:xfrm>
              <a:off x="1793325" y="26986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7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5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5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3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21"/>
            <p:cNvSpPr/>
            <p:nvPr/>
          </p:nvSpPr>
          <p:spPr>
            <a:xfrm>
              <a:off x="2371575" y="2703500"/>
              <a:ext cx="351425" cy="207575"/>
            </a:xfrm>
            <a:custGeom>
              <a:avLst/>
              <a:gdLst/>
              <a:ahLst/>
              <a:cxnLst/>
              <a:rect l="l" t="t" r="r" b="b"/>
              <a:pathLst>
                <a:path w="14057" h="8303" extrusionOk="0">
                  <a:moveTo>
                    <a:pt x="13941" y="0"/>
                  </a:moveTo>
                  <a:lnTo>
                    <a:pt x="13632" y="116"/>
                  </a:lnTo>
                  <a:lnTo>
                    <a:pt x="13632" y="155"/>
                  </a:lnTo>
                  <a:lnTo>
                    <a:pt x="13555" y="773"/>
                  </a:lnTo>
                  <a:lnTo>
                    <a:pt x="13439" y="1313"/>
                  </a:lnTo>
                  <a:lnTo>
                    <a:pt x="13284" y="1854"/>
                  </a:lnTo>
                  <a:lnTo>
                    <a:pt x="13053" y="2395"/>
                  </a:lnTo>
                  <a:lnTo>
                    <a:pt x="12782" y="2897"/>
                  </a:lnTo>
                  <a:lnTo>
                    <a:pt x="12473" y="3360"/>
                  </a:lnTo>
                  <a:lnTo>
                    <a:pt x="12126" y="3823"/>
                  </a:lnTo>
                  <a:lnTo>
                    <a:pt x="11778" y="4248"/>
                  </a:lnTo>
                  <a:lnTo>
                    <a:pt x="11547" y="4325"/>
                  </a:lnTo>
                  <a:lnTo>
                    <a:pt x="11585" y="4441"/>
                  </a:lnTo>
                  <a:lnTo>
                    <a:pt x="11547" y="4480"/>
                  </a:lnTo>
                  <a:lnTo>
                    <a:pt x="11392" y="4557"/>
                  </a:lnTo>
                  <a:lnTo>
                    <a:pt x="11469" y="4557"/>
                  </a:lnTo>
                  <a:lnTo>
                    <a:pt x="10967" y="5020"/>
                  </a:lnTo>
                  <a:lnTo>
                    <a:pt x="10427" y="5445"/>
                  </a:lnTo>
                  <a:lnTo>
                    <a:pt x="9539" y="6063"/>
                  </a:lnTo>
                  <a:lnTo>
                    <a:pt x="8612" y="6642"/>
                  </a:lnTo>
                  <a:lnTo>
                    <a:pt x="8149" y="6912"/>
                  </a:lnTo>
                  <a:lnTo>
                    <a:pt x="7647" y="7144"/>
                  </a:lnTo>
                  <a:lnTo>
                    <a:pt x="7145" y="7376"/>
                  </a:lnTo>
                  <a:lnTo>
                    <a:pt x="6643" y="7569"/>
                  </a:lnTo>
                  <a:lnTo>
                    <a:pt x="6604" y="7453"/>
                  </a:lnTo>
                  <a:lnTo>
                    <a:pt x="6411" y="7492"/>
                  </a:lnTo>
                  <a:lnTo>
                    <a:pt x="4905" y="6372"/>
                  </a:lnTo>
                  <a:lnTo>
                    <a:pt x="3322" y="5291"/>
                  </a:lnTo>
                  <a:lnTo>
                    <a:pt x="1739" y="4248"/>
                  </a:lnTo>
                  <a:lnTo>
                    <a:pt x="78" y="3321"/>
                  </a:lnTo>
                  <a:lnTo>
                    <a:pt x="1" y="3399"/>
                  </a:lnTo>
                  <a:lnTo>
                    <a:pt x="3051" y="5600"/>
                  </a:lnTo>
                  <a:lnTo>
                    <a:pt x="6141" y="7723"/>
                  </a:lnTo>
                  <a:lnTo>
                    <a:pt x="5639" y="7839"/>
                  </a:lnTo>
                  <a:lnTo>
                    <a:pt x="5175" y="7916"/>
                  </a:lnTo>
                  <a:lnTo>
                    <a:pt x="4673" y="7955"/>
                  </a:lnTo>
                  <a:lnTo>
                    <a:pt x="4210" y="7994"/>
                  </a:lnTo>
                  <a:lnTo>
                    <a:pt x="4094" y="7994"/>
                  </a:lnTo>
                  <a:lnTo>
                    <a:pt x="4055" y="8071"/>
                  </a:lnTo>
                  <a:lnTo>
                    <a:pt x="4248" y="8303"/>
                  </a:lnTo>
                  <a:lnTo>
                    <a:pt x="5098" y="8303"/>
                  </a:lnTo>
                  <a:lnTo>
                    <a:pt x="5523" y="8264"/>
                  </a:lnTo>
                  <a:lnTo>
                    <a:pt x="5948" y="8187"/>
                  </a:lnTo>
                  <a:lnTo>
                    <a:pt x="6372" y="8110"/>
                  </a:lnTo>
                  <a:lnTo>
                    <a:pt x="6797" y="7955"/>
                  </a:lnTo>
                  <a:lnTo>
                    <a:pt x="7647" y="7646"/>
                  </a:lnTo>
                  <a:lnTo>
                    <a:pt x="8458" y="7221"/>
                  </a:lnTo>
                  <a:lnTo>
                    <a:pt x="9230" y="6758"/>
                  </a:lnTo>
                  <a:lnTo>
                    <a:pt x="10002" y="6295"/>
                  </a:lnTo>
                  <a:lnTo>
                    <a:pt x="10659" y="5793"/>
                  </a:lnTo>
                  <a:lnTo>
                    <a:pt x="11315" y="5252"/>
                  </a:lnTo>
                  <a:lnTo>
                    <a:pt x="11933" y="4673"/>
                  </a:lnTo>
                  <a:lnTo>
                    <a:pt x="12512" y="4055"/>
                  </a:lnTo>
                  <a:lnTo>
                    <a:pt x="12975" y="3360"/>
                  </a:lnTo>
                  <a:lnTo>
                    <a:pt x="13207" y="3012"/>
                  </a:lnTo>
                  <a:lnTo>
                    <a:pt x="13400" y="2665"/>
                  </a:lnTo>
                  <a:lnTo>
                    <a:pt x="13555" y="2279"/>
                  </a:lnTo>
                  <a:lnTo>
                    <a:pt x="13709" y="1893"/>
                  </a:lnTo>
                  <a:lnTo>
                    <a:pt x="13864" y="1506"/>
                  </a:lnTo>
                  <a:lnTo>
                    <a:pt x="13941" y="1082"/>
                  </a:lnTo>
                  <a:lnTo>
                    <a:pt x="14018" y="657"/>
                  </a:lnTo>
                  <a:lnTo>
                    <a:pt x="14057" y="232"/>
                  </a:lnTo>
                  <a:lnTo>
                    <a:pt x="14018" y="116"/>
                  </a:lnTo>
                  <a:lnTo>
                    <a:pt x="13941" y="39"/>
                  </a:lnTo>
                  <a:lnTo>
                    <a:pt x="139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21"/>
            <p:cNvSpPr/>
            <p:nvPr/>
          </p:nvSpPr>
          <p:spPr>
            <a:xfrm>
              <a:off x="6594125" y="27093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8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21"/>
            <p:cNvSpPr/>
            <p:nvPr/>
          </p:nvSpPr>
          <p:spPr>
            <a:xfrm>
              <a:off x="464975" y="27160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0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21"/>
            <p:cNvSpPr/>
            <p:nvPr/>
          </p:nvSpPr>
          <p:spPr>
            <a:xfrm>
              <a:off x="2488400" y="2725700"/>
              <a:ext cx="48275" cy="165100"/>
            </a:xfrm>
            <a:custGeom>
              <a:avLst/>
              <a:gdLst/>
              <a:ahLst/>
              <a:cxnLst/>
              <a:rect l="l" t="t" r="r" b="b"/>
              <a:pathLst>
                <a:path w="1931" h="6604" extrusionOk="0">
                  <a:moveTo>
                    <a:pt x="271" y="1"/>
                  </a:moveTo>
                  <a:lnTo>
                    <a:pt x="193" y="39"/>
                  </a:lnTo>
                  <a:lnTo>
                    <a:pt x="155" y="39"/>
                  </a:lnTo>
                  <a:lnTo>
                    <a:pt x="0" y="155"/>
                  </a:lnTo>
                  <a:lnTo>
                    <a:pt x="0" y="194"/>
                  </a:lnTo>
                  <a:lnTo>
                    <a:pt x="348" y="1815"/>
                  </a:lnTo>
                  <a:lnTo>
                    <a:pt x="773" y="3437"/>
                  </a:lnTo>
                  <a:lnTo>
                    <a:pt x="1236" y="5021"/>
                  </a:lnTo>
                  <a:lnTo>
                    <a:pt x="1738" y="6604"/>
                  </a:lnTo>
                  <a:lnTo>
                    <a:pt x="1931" y="6565"/>
                  </a:lnTo>
                  <a:lnTo>
                    <a:pt x="1622" y="4982"/>
                  </a:lnTo>
                  <a:lnTo>
                    <a:pt x="1236" y="3360"/>
                  </a:lnTo>
                  <a:lnTo>
                    <a:pt x="773" y="1777"/>
                  </a:lnTo>
                  <a:lnTo>
                    <a:pt x="271" y="194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21"/>
            <p:cNvSpPr/>
            <p:nvPr/>
          </p:nvSpPr>
          <p:spPr>
            <a:xfrm>
              <a:off x="2495150" y="2725700"/>
              <a:ext cx="165100" cy="91725"/>
            </a:xfrm>
            <a:custGeom>
              <a:avLst/>
              <a:gdLst/>
              <a:ahLst/>
              <a:cxnLst/>
              <a:rect l="l" t="t" r="r" b="b"/>
              <a:pathLst>
                <a:path w="6604" h="3669" extrusionOk="0">
                  <a:moveTo>
                    <a:pt x="116" y="1"/>
                  </a:moveTo>
                  <a:lnTo>
                    <a:pt x="1" y="194"/>
                  </a:lnTo>
                  <a:lnTo>
                    <a:pt x="1622" y="1043"/>
                  </a:lnTo>
                  <a:lnTo>
                    <a:pt x="3244" y="1893"/>
                  </a:lnTo>
                  <a:lnTo>
                    <a:pt x="4017" y="2356"/>
                  </a:lnTo>
                  <a:lnTo>
                    <a:pt x="4827" y="2819"/>
                  </a:lnTo>
                  <a:lnTo>
                    <a:pt x="5638" y="3283"/>
                  </a:lnTo>
                  <a:lnTo>
                    <a:pt x="6024" y="3476"/>
                  </a:lnTo>
                  <a:lnTo>
                    <a:pt x="6449" y="3669"/>
                  </a:lnTo>
                  <a:lnTo>
                    <a:pt x="6604" y="3592"/>
                  </a:lnTo>
                  <a:lnTo>
                    <a:pt x="6604" y="3515"/>
                  </a:lnTo>
                  <a:lnTo>
                    <a:pt x="6565" y="3437"/>
                  </a:lnTo>
                  <a:lnTo>
                    <a:pt x="6218" y="3167"/>
                  </a:lnTo>
                  <a:lnTo>
                    <a:pt x="5870" y="2935"/>
                  </a:lnTo>
                  <a:lnTo>
                    <a:pt x="5098" y="2472"/>
                  </a:lnTo>
                  <a:lnTo>
                    <a:pt x="3515" y="1622"/>
                  </a:lnTo>
                  <a:lnTo>
                    <a:pt x="1815" y="773"/>
                  </a:lnTo>
                  <a:lnTo>
                    <a:pt x="966" y="387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21"/>
            <p:cNvSpPr/>
            <p:nvPr/>
          </p:nvSpPr>
          <p:spPr>
            <a:xfrm>
              <a:off x="4212550" y="2732450"/>
              <a:ext cx="315700" cy="477900"/>
            </a:xfrm>
            <a:custGeom>
              <a:avLst/>
              <a:gdLst/>
              <a:ahLst/>
              <a:cxnLst/>
              <a:rect l="l" t="t" r="r" b="b"/>
              <a:pathLst>
                <a:path w="12628" h="19116" extrusionOk="0">
                  <a:moveTo>
                    <a:pt x="1004" y="619"/>
                  </a:moveTo>
                  <a:lnTo>
                    <a:pt x="1661" y="850"/>
                  </a:lnTo>
                  <a:lnTo>
                    <a:pt x="2317" y="1121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5"/>
                  </a:lnTo>
                  <a:lnTo>
                    <a:pt x="3862" y="2472"/>
                  </a:lnTo>
                  <a:lnTo>
                    <a:pt x="4016" y="2820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8"/>
                  </a:lnTo>
                  <a:lnTo>
                    <a:pt x="9345" y="15138"/>
                  </a:lnTo>
                  <a:lnTo>
                    <a:pt x="8920" y="15370"/>
                  </a:lnTo>
                  <a:lnTo>
                    <a:pt x="7955" y="13516"/>
                  </a:lnTo>
                  <a:lnTo>
                    <a:pt x="6990" y="11663"/>
                  </a:lnTo>
                  <a:lnTo>
                    <a:pt x="5020" y="7956"/>
                  </a:lnTo>
                  <a:lnTo>
                    <a:pt x="3012" y="4287"/>
                  </a:lnTo>
                  <a:lnTo>
                    <a:pt x="1004" y="619"/>
                  </a:lnTo>
                  <a:close/>
                  <a:moveTo>
                    <a:pt x="657" y="503"/>
                  </a:moveTo>
                  <a:lnTo>
                    <a:pt x="657" y="541"/>
                  </a:lnTo>
                  <a:lnTo>
                    <a:pt x="4673" y="8033"/>
                  </a:lnTo>
                  <a:lnTo>
                    <a:pt x="6719" y="11740"/>
                  </a:lnTo>
                  <a:lnTo>
                    <a:pt x="7762" y="13593"/>
                  </a:lnTo>
                  <a:lnTo>
                    <a:pt x="8805" y="15447"/>
                  </a:lnTo>
                  <a:lnTo>
                    <a:pt x="8650" y="15524"/>
                  </a:lnTo>
                  <a:lnTo>
                    <a:pt x="7414" y="13748"/>
                  </a:lnTo>
                  <a:lnTo>
                    <a:pt x="6179" y="12010"/>
                  </a:lnTo>
                  <a:lnTo>
                    <a:pt x="3592" y="8535"/>
                  </a:lnTo>
                  <a:lnTo>
                    <a:pt x="2317" y="6758"/>
                  </a:lnTo>
                  <a:lnTo>
                    <a:pt x="1004" y="4944"/>
                  </a:lnTo>
                  <a:lnTo>
                    <a:pt x="850" y="4712"/>
                  </a:lnTo>
                  <a:lnTo>
                    <a:pt x="734" y="4480"/>
                  </a:lnTo>
                  <a:lnTo>
                    <a:pt x="618" y="4210"/>
                  </a:lnTo>
                  <a:lnTo>
                    <a:pt x="541" y="3940"/>
                  </a:lnTo>
                  <a:lnTo>
                    <a:pt x="464" y="3399"/>
                  </a:lnTo>
                  <a:lnTo>
                    <a:pt x="425" y="2820"/>
                  </a:lnTo>
                  <a:lnTo>
                    <a:pt x="464" y="2241"/>
                  </a:lnTo>
                  <a:lnTo>
                    <a:pt x="502" y="1661"/>
                  </a:lnTo>
                  <a:lnTo>
                    <a:pt x="657" y="503"/>
                  </a:lnTo>
                  <a:close/>
                  <a:moveTo>
                    <a:pt x="11508" y="12280"/>
                  </a:moveTo>
                  <a:lnTo>
                    <a:pt x="11662" y="12358"/>
                  </a:lnTo>
                  <a:lnTo>
                    <a:pt x="11817" y="12435"/>
                  </a:lnTo>
                  <a:lnTo>
                    <a:pt x="12164" y="12860"/>
                  </a:lnTo>
                  <a:lnTo>
                    <a:pt x="12241" y="13053"/>
                  </a:lnTo>
                  <a:lnTo>
                    <a:pt x="12280" y="13246"/>
                  </a:lnTo>
                  <a:lnTo>
                    <a:pt x="12241" y="13439"/>
                  </a:lnTo>
                  <a:lnTo>
                    <a:pt x="12203" y="13632"/>
                  </a:lnTo>
                  <a:lnTo>
                    <a:pt x="12048" y="14018"/>
                  </a:lnTo>
                  <a:lnTo>
                    <a:pt x="11855" y="14366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2"/>
                  </a:lnTo>
                  <a:lnTo>
                    <a:pt x="10156" y="15872"/>
                  </a:lnTo>
                  <a:lnTo>
                    <a:pt x="10118" y="15987"/>
                  </a:lnTo>
                  <a:lnTo>
                    <a:pt x="9770" y="16180"/>
                  </a:lnTo>
                  <a:lnTo>
                    <a:pt x="9114" y="16605"/>
                  </a:lnTo>
                  <a:lnTo>
                    <a:pt x="8457" y="16953"/>
                  </a:lnTo>
                  <a:lnTo>
                    <a:pt x="7723" y="17262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5" y="17648"/>
                  </a:lnTo>
                  <a:lnTo>
                    <a:pt x="5754" y="17648"/>
                  </a:lnTo>
                  <a:lnTo>
                    <a:pt x="5561" y="17571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8" y="17184"/>
                  </a:lnTo>
                  <a:lnTo>
                    <a:pt x="4982" y="16876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5"/>
                  </a:lnTo>
                  <a:lnTo>
                    <a:pt x="5175" y="15949"/>
                  </a:lnTo>
                  <a:lnTo>
                    <a:pt x="5291" y="15833"/>
                  </a:lnTo>
                  <a:lnTo>
                    <a:pt x="5406" y="15756"/>
                  </a:lnTo>
                  <a:lnTo>
                    <a:pt x="5522" y="15717"/>
                  </a:lnTo>
                  <a:lnTo>
                    <a:pt x="5638" y="15756"/>
                  </a:lnTo>
                  <a:lnTo>
                    <a:pt x="5793" y="15833"/>
                  </a:lnTo>
                  <a:lnTo>
                    <a:pt x="5947" y="15949"/>
                  </a:lnTo>
                  <a:lnTo>
                    <a:pt x="6063" y="16142"/>
                  </a:lnTo>
                  <a:lnTo>
                    <a:pt x="6256" y="16374"/>
                  </a:lnTo>
                  <a:lnTo>
                    <a:pt x="6102" y="16412"/>
                  </a:lnTo>
                  <a:lnTo>
                    <a:pt x="6024" y="16451"/>
                  </a:lnTo>
                  <a:lnTo>
                    <a:pt x="6024" y="16567"/>
                  </a:lnTo>
                  <a:lnTo>
                    <a:pt x="6063" y="16644"/>
                  </a:lnTo>
                  <a:lnTo>
                    <a:pt x="6140" y="16644"/>
                  </a:lnTo>
                  <a:lnTo>
                    <a:pt x="6912" y="16567"/>
                  </a:lnTo>
                  <a:lnTo>
                    <a:pt x="7685" y="16374"/>
                  </a:lnTo>
                  <a:lnTo>
                    <a:pt x="8496" y="16065"/>
                  </a:lnTo>
                  <a:lnTo>
                    <a:pt x="9229" y="15717"/>
                  </a:lnTo>
                  <a:lnTo>
                    <a:pt x="9616" y="15485"/>
                  </a:lnTo>
                  <a:lnTo>
                    <a:pt x="9963" y="15254"/>
                  </a:lnTo>
                  <a:lnTo>
                    <a:pt x="10272" y="15022"/>
                  </a:lnTo>
                  <a:lnTo>
                    <a:pt x="10581" y="14752"/>
                  </a:lnTo>
                  <a:lnTo>
                    <a:pt x="10890" y="14481"/>
                  </a:lnTo>
                  <a:lnTo>
                    <a:pt x="11121" y="14173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9"/>
                  </a:lnTo>
                  <a:lnTo>
                    <a:pt x="11546" y="13362"/>
                  </a:lnTo>
                  <a:lnTo>
                    <a:pt x="11508" y="13284"/>
                  </a:lnTo>
                  <a:lnTo>
                    <a:pt x="11430" y="13246"/>
                  </a:lnTo>
                  <a:lnTo>
                    <a:pt x="11237" y="13246"/>
                  </a:lnTo>
                  <a:lnTo>
                    <a:pt x="11160" y="13323"/>
                  </a:lnTo>
                  <a:lnTo>
                    <a:pt x="10967" y="13671"/>
                  </a:lnTo>
                  <a:lnTo>
                    <a:pt x="10774" y="13555"/>
                  </a:lnTo>
                  <a:lnTo>
                    <a:pt x="10658" y="13439"/>
                  </a:lnTo>
                  <a:lnTo>
                    <a:pt x="10619" y="13284"/>
                  </a:lnTo>
                  <a:lnTo>
                    <a:pt x="10581" y="13169"/>
                  </a:lnTo>
                  <a:lnTo>
                    <a:pt x="10619" y="13014"/>
                  </a:lnTo>
                  <a:lnTo>
                    <a:pt x="10658" y="12860"/>
                  </a:lnTo>
                  <a:lnTo>
                    <a:pt x="10851" y="12628"/>
                  </a:lnTo>
                  <a:lnTo>
                    <a:pt x="10928" y="12473"/>
                  </a:lnTo>
                  <a:lnTo>
                    <a:pt x="11044" y="12358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1"/>
                  </a:moveTo>
                  <a:lnTo>
                    <a:pt x="348" y="40"/>
                  </a:lnTo>
                  <a:lnTo>
                    <a:pt x="271" y="117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3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6"/>
                  </a:lnTo>
                  <a:lnTo>
                    <a:pt x="232" y="4519"/>
                  </a:lnTo>
                  <a:lnTo>
                    <a:pt x="348" y="4751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6"/>
                  </a:lnTo>
                  <a:lnTo>
                    <a:pt x="5445" y="11817"/>
                  </a:lnTo>
                  <a:lnTo>
                    <a:pt x="6874" y="13748"/>
                  </a:lnTo>
                  <a:lnTo>
                    <a:pt x="8341" y="15640"/>
                  </a:lnTo>
                  <a:lnTo>
                    <a:pt x="7492" y="15987"/>
                  </a:lnTo>
                  <a:lnTo>
                    <a:pt x="6642" y="16258"/>
                  </a:lnTo>
                  <a:lnTo>
                    <a:pt x="6681" y="16103"/>
                  </a:lnTo>
                  <a:lnTo>
                    <a:pt x="6681" y="15949"/>
                  </a:lnTo>
                  <a:lnTo>
                    <a:pt x="6642" y="15756"/>
                  </a:lnTo>
                  <a:lnTo>
                    <a:pt x="6565" y="15640"/>
                  </a:lnTo>
                  <a:lnTo>
                    <a:pt x="6488" y="15485"/>
                  </a:lnTo>
                  <a:lnTo>
                    <a:pt x="6333" y="15370"/>
                  </a:lnTo>
                  <a:lnTo>
                    <a:pt x="6179" y="15292"/>
                  </a:lnTo>
                  <a:lnTo>
                    <a:pt x="6024" y="15254"/>
                  </a:lnTo>
                  <a:lnTo>
                    <a:pt x="5715" y="15254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6" y="16296"/>
                  </a:lnTo>
                  <a:lnTo>
                    <a:pt x="4596" y="16567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8" y="17725"/>
                  </a:lnTo>
                  <a:lnTo>
                    <a:pt x="5368" y="17841"/>
                  </a:lnTo>
                  <a:lnTo>
                    <a:pt x="5677" y="17918"/>
                  </a:lnTo>
                  <a:lnTo>
                    <a:pt x="6024" y="17957"/>
                  </a:lnTo>
                  <a:lnTo>
                    <a:pt x="6372" y="17918"/>
                  </a:lnTo>
                  <a:lnTo>
                    <a:pt x="6719" y="17841"/>
                  </a:lnTo>
                  <a:lnTo>
                    <a:pt x="7106" y="17764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3"/>
                  </a:lnTo>
                  <a:lnTo>
                    <a:pt x="9229" y="16876"/>
                  </a:lnTo>
                  <a:lnTo>
                    <a:pt x="9461" y="16760"/>
                  </a:lnTo>
                  <a:lnTo>
                    <a:pt x="10233" y="16258"/>
                  </a:lnTo>
                  <a:lnTo>
                    <a:pt x="10813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4"/>
                  </a:lnTo>
                  <a:lnTo>
                    <a:pt x="11817" y="18150"/>
                  </a:lnTo>
                  <a:lnTo>
                    <a:pt x="11392" y="17455"/>
                  </a:lnTo>
                  <a:lnTo>
                    <a:pt x="10928" y="16760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4"/>
                  </a:lnTo>
                  <a:lnTo>
                    <a:pt x="11894" y="14790"/>
                  </a:lnTo>
                  <a:lnTo>
                    <a:pt x="12125" y="14559"/>
                  </a:lnTo>
                  <a:lnTo>
                    <a:pt x="12280" y="14288"/>
                  </a:lnTo>
                  <a:lnTo>
                    <a:pt x="12434" y="14057"/>
                  </a:lnTo>
                  <a:lnTo>
                    <a:pt x="12512" y="13786"/>
                  </a:lnTo>
                  <a:lnTo>
                    <a:pt x="12589" y="13555"/>
                  </a:lnTo>
                  <a:lnTo>
                    <a:pt x="12627" y="13284"/>
                  </a:lnTo>
                  <a:lnTo>
                    <a:pt x="12589" y="13053"/>
                  </a:lnTo>
                  <a:lnTo>
                    <a:pt x="12512" y="12821"/>
                  </a:lnTo>
                  <a:lnTo>
                    <a:pt x="12357" y="12589"/>
                  </a:lnTo>
                  <a:lnTo>
                    <a:pt x="12164" y="12358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9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1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2"/>
                  </a:lnTo>
                  <a:lnTo>
                    <a:pt x="10619" y="13786"/>
                  </a:lnTo>
                  <a:lnTo>
                    <a:pt x="10813" y="13902"/>
                  </a:lnTo>
                  <a:lnTo>
                    <a:pt x="10504" y="14250"/>
                  </a:lnTo>
                  <a:lnTo>
                    <a:pt x="10156" y="14597"/>
                  </a:lnTo>
                  <a:lnTo>
                    <a:pt x="9770" y="14868"/>
                  </a:lnTo>
                  <a:lnTo>
                    <a:pt x="9430" y="15084"/>
                  </a:lnTo>
                  <a:lnTo>
                    <a:pt x="9461" y="15022"/>
                  </a:lnTo>
                  <a:lnTo>
                    <a:pt x="9500" y="14945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9"/>
                  </a:lnTo>
                  <a:lnTo>
                    <a:pt x="3823" y="1545"/>
                  </a:lnTo>
                  <a:lnTo>
                    <a:pt x="3514" y="1237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1" y="233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21"/>
            <p:cNvSpPr/>
            <p:nvPr/>
          </p:nvSpPr>
          <p:spPr>
            <a:xfrm>
              <a:off x="3419975" y="2751775"/>
              <a:ext cx="68575" cy="77250"/>
            </a:xfrm>
            <a:custGeom>
              <a:avLst/>
              <a:gdLst/>
              <a:ahLst/>
              <a:cxnLst/>
              <a:rect l="l" t="t" r="r" b="b"/>
              <a:pathLst>
                <a:path w="2743" h="3090" extrusionOk="0">
                  <a:moveTo>
                    <a:pt x="1198" y="464"/>
                  </a:moveTo>
                  <a:lnTo>
                    <a:pt x="1429" y="502"/>
                  </a:lnTo>
                  <a:lnTo>
                    <a:pt x="1700" y="618"/>
                  </a:lnTo>
                  <a:lnTo>
                    <a:pt x="1893" y="772"/>
                  </a:lnTo>
                  <a:lnTo>
                    <a:pt x="2047" y="966"/>
                  </a:lnTo>
                  <a:lnTo>
                    <a:pt x="2163" y="1159"/>
                  </a:lnTo>
                  <a:lnTo>
                    <a:pt x="2240" y="1352"/>
                  </a:lnTo>
                  <a:lnTo>
                    <a:pt x="2356" y="1738"/>
                  </a:lnTo>
                  <a:lnTo>
                    <a:pt x="2395" y="2163"/>
                  </a:lnTo>
                  <a:lnTo>
                    <a:pt x="2395" y="2587"/>
                  </a:lnTo>
                  <a:lnTo>
                    <a:pt x="2240" y="2433"/>
                  </a:lnTo>
                  <a:lnTo>
                    <a:pt x="2047" y="2278"/>
                  </a:lnTo>
                  <a:lnTo>
                    <a:pt x="1661" y="2085"/>
                  </a:lnTo>
                  <a:lnTo>
                    <a:pt x="1275" y="1931"/>
                  </a:lnTo>
                  <a:lnTo>
                    <a:pt x="1043" y="1815"/>
                  </a:lnTo>
                  <a:lnTo>
                    <a:pt x="850" y="1699"/>
                  </a:lnTo>
                  <a:lnTo>
                    <a:pt x="657" y="1545"/>
                  </a:lnTo>
                  <a:lnTo>
                    <a:pt x="503" y="1390"/>
                  </a:lnTo>
                  <a:lnTo>
                    <a:pt x="425" y="1197"/>
                  </a:lnTo>
                  <a:lnTo>
                    <a:pt x="425" y="1081"/>
                  </a:lnTo>
                  <a:lnTo>
                    <a:pt x="425" y="966"/>
                  </a:lnTo>
                  <a:lnTo>
                    <a:pt x="503" y="811"/>
                  </a:lnTo>
                  <a:lnTo>
                    <a:pt x="541" y="695"/>
                  </a:lnTo>
                  <a:lnTo>
                    <a:pt x="618" y="618"/>
                  </a:lnTo>
                  <a:lnTo>
                    <a:pt x="734" y="541"/>
                  </a:lnTo>
                  <a:lnTo>
                    <a:pt x="850" y="464"/>
                  </a:lnTo>
                  <a:close/>
                  <a:moveTo>
                    <a:pt x="1043" y="0"/>
                  </a:moveTo>
                  <a:lnTo>
                    <a:pt x="812" y="77"/>
                  </a:lnTo>
                  <a:lnTo>
                    <a:pt x="580" y="155"/>
                  </a:lnTo>
                  <a:lnTo>
                    <a:pt x="387" y="309"/>
                  </a:lnTo>
                  <a:lnTo>
                    <a:pt x="232" y="464"/>
                  </a:lnTo>
                  <a:lnTo>
                    <a:pt x="116" y="618"/>
                  </a:lnTo>
                  <a:lnTo>
                    <a:pt x="39" y="811"/>
                  </a:lnTo>
                  <a:lnTo>
                    <a:pt x="1" y="1043"/>
                  </a:lnTo>
                  <a:lnTo>
                    <a:pt x="39" y="1236"/>
                  </a:lnTo>
                  <a:lnTo>
                    <a:pt x="78" y="1468"/>
                  </a:lnTo>
                  <a:lnTo>
                    <a:pt x="194" y="1661"/>
                  </a:lnTo>
                  <a:lnTo>
                    <a:pt x="387" y="1892"/>
                  </a:lnTo>
                  <a:lnTo>
                    <a:pt x="657" y="2085"/>
                  </a:lnTo>
                  <a:lnTo>
                    <a:pt x="927" y="2201"/>
                  </a:lnTo>
                  <a:lnTo>
                    <a:pt x="1236" y="2317"/>
                  </a:lnTo>
                  <a:lnTo>
                    <a:pt x="1507" y="2433"/>
                  </a:lnTo>
                  <a:lnTo>
                    <a:pt x="1777" y="2587"/>
                  </a:lnTo>
                  <a:lnTo>
                    <a:pt x="2009" y="2780"/>
                  </a:lnTo>
                  <a:lnTo>
                    <a:pt x="2240" y="3012"/>
                  </a:lnTo>
                  <a:lnTo>
                    <a:pt x="2317" y="3051"/>
                  </a:lnTo>
                  <a:lnTo>
                    <a:pt x="2395" y="3089"/>
                  </a:lnTo>
                  <a:lnTo>
                    <a:pt x="2472" y="3051"/>
                  </a:lnTo>
                  <a:lnTo>
                    <a:pt x="2549" y="3012"/>
                  </a:lnTo>
                  <a:lnTo>
                    <a:pt x="2588" y="3012"/>
                  </a:lnTo>
                  <a:lnTo>
                    <a:pt x="2626" y="2935"/>
                  </a:lnTo>
                  <a:lnTo>
                    <a:pt x="2704" y="2356"/>
                  </a:lnTo>
                  <a:lnTo>
                    <a:pt x="2742" y="2047"/>
                  </a:lnTo>
                  <a:lnTo>
                    <a:pt x="2704" y="1738"/>
                  </a:lnTo>
                  <a:lnTo>
                    <a:pt x="2665" y="1429"/>
                  </a:lnTo>
                  <a:lnTo>
                    <a:pt x="2588" y="1159"/>
                  </a:lnTo>
                  <a:lnTo>
                    <a:pt x="2472" y="888"/>
                  </a:lnTo>
                  <a:lnTo>
                    <a:pt x="2317" y="618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38" y="155"/>
                  </a:lnTo>
                  <a:lnTo>
                    <a:pt x="1507" y="77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21"/>
            <p:cNvSpPr/>
            <p:nvPr/>
          </p:nvSpPr>
          <p:spPr>
            <a:xfrm>
              <a:off x="408025" y="27595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7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79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1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21"/>
            <p:cNvSpPr/>
            <p:nvPr/>
          </p:nvSpPr>
          <p:spPr>
            <a:xfrm>
              <a:off x="1650450" y="2767225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1" y="5367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8"/>
                  </a:lnTo>
                  <a:lnTo>
                    <a:pt x="3978" y="888"/>
                  </a:lnTo>
                  <a:lnTo>
                    <a:pt x="4634" y="656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2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3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30" y="7375"/>
                  </a:lnTo>
                  <a:lnTo>
                    <a:pt x="13439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5"/>
                  </a:lnTo>
                  <a:lnTo>
                    <a:pt x="16721" y="9885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3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1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79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7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21"/>
            <p:cNvSpPr/>
            <p:nvPr/>
          </p:nvSpPr>
          <p:spPr>
            <a:xfrm>
              <a:off x="4802400" y="27817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0"/>
                  </a:moveTo>
                  <a:lnTo>
                    <a:pt x="12434" y="39"/>
                  </a:lnTo>
                  <a:lnTo>
                    <a:pt x="12357" y="77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8"/>
                  </a:lnTo>
                  <a:lnTo>
                    <a:pt x="12164" y="1043"/>
                  </a:lnTo>
                  <a:lnTo>
                    <a:pt x="12009" y="1197"/>
                  </a:lnTo>
                  <a:lnTo>
                    <a:pt x="11855" y="1313"/>
                  </a:lnTo>
                  <a:lnTo>
                    <a:pt x="11430" y="1545"/>
                  </a:lnTo>
                  <a:lnTo>
                    <a:pt x="11005" y="1699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4" y="2085"/>
                  </a:lnTo>
                  <a:lnTo>
                    <a:pt x="9345" y="2008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0"/>
                  </a:lnTo>
                  <a:lnTo>
                    <a:pt x="8611" y="1699"/>
                  </a:lnTo>
                  <a:lnTo>
                    <a:pt x="8804" y="2008"/>
                  </a:lnTo>
                  <a:lnTo>
                    <a:pt x="8997" y="2279"/>
                  </a:lnTo>
                  <a:lnTo>
                    <a:pt x="7839" y="2587"/>
                  </a:lnTo>
                  <a:lnTo>
                    <a:pt x="6719" y="2819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9" y="3282"/>
                  </a:lnTo>
                  <a:lnTo>
                    <a:pt x="3746" y="2935"/>
                  </a:lnTo>
                  <a:lnTo>
                    <a:pt x="3784" y="2587"/>
                  </a:lnTo>
                  <a:lnTo>
                    <a:pt x="3707" y="2240"/>
                  </a:lnTo>
                  <a:lnTo>
                    <a:pt x="3630" y="1892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7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8"/>
                  </a:lnTo>
                  <a:lnTo>
                    <a:pt x="1815" y="3437"/>
                  </a:lnTo>
                  <a:lnTo>
                    <a:pt x="1352" y="3398"/>
                  </a:lnTo>
                  <a:lnTo>
                    <a:pt x="965" y="3360"/>
                  </a:lnTo>
                  <a:lnTo>
                    <a:pt x="772" y="3282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3"/>
                  </a:lnTo>
                  <a:lnTo>
                    <a:pt x="309" y="2665"/>
                  </a:lnTo>
                  <a:lnTo>
                    <a:pt x="232" y="2587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3"/>
                  </a:lnTo>
                  <a:lnTo>
                    <a:pt x="0" y="2858"/>
                  </a:lnTo>
                  <a:lnTo>
                    <a:pt x="0" y="3012"/>
                  </a:lnTo>
                  <a:lnTo>
                    <a:pt x="0" y="3167"/>
                  </a:lnTo>
                  <a:lnTo>
                    <a:pt x="39" y="3282"/>
                  </a:lnTo>
                  <a:lnTo>
                    <a:pt x="116" y="3398"/>
                  </a:lnTo>
                  <a:lnTo>
                    <a:pt x="193" y="3514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0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0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2"/>
                  </a:lnTo>
                  <a:lnTo>
                    <a:pt x="12048" y="1699"/>
                  </a:lnTo>
                  <a:lnTo>
                    <a:pt x="12357" y="1506"/>
                  </a:lnTo>
                  <a:lnTo>
                    <a:pt x="12627" y="1236"/>
                  </a:lnTo>
                  <a:lnTo>
                    <a:pt x="12704" y="1081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79"/>
                  </a:lnTo>
                  <a:lnTo>
                    <a:pt x="12820" y="386"/>
                  </a:lnTo>
                  <a:lnTo>
                    <a:pt x="12743" y="155"/>
                  </a:lnTo>
                  <a:lnTo>
                    <a:pt x="12704" y="77"/>
                  </a:lnTo>
                  <a:lnTo>
                    <a:pt x="12627" y="39"/>
                  </a:lnTo>
                  <a:lnTo>
                    <a:pt x="125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21"/>
            <p:cNvSpPr/>
            <p:nvPr/>
          </p:nvSpPr>
          <p:spPr>
            <a:xfrm>
              <a:off x="2362900" y="2786525"/>
              <a:ext cx="114900" cy="130350"/>
            </a:xfrm>
            <a:custGeom>
              <a:avLst/>
              <a:gdLst/>
              <a:ahLst/>
              <a:cxnLst/>
              <a:rect l="l" t="t" r="r" b="b"/>
              <a:pathLst>
                <a:path w="4596" h="5214" extrusionOk="0">
                  <a:moveTo>
                    <a:pt x="232" y="0"/>
                  </a:moveTo>
                  <a:lnTo>
                    <a:pt x="0" y="193"/>
                  </a:lnTo>
                  <a:lnTo>
                    <a:pt x="502" y="888"/>
                  </a:lnTo>
                  <a:lnTo>
                    <a:pt x="1004" y="1622"/>
                  </a:lnTo>
                  <a:lnTo>
                    <a:pt x="1545" y="2279"/>
                  </a:lnTo>
                  <a:lnTo>
                    <a:pt x="2124" y="2974"/>
                  </a:lnTo>
                  <a:lnTo>
                    <a:pt x="3283" y="4248"/>
                  </a:lnTo>
                  <a:lnTo>
                    <a:pt x="3746" y="4789"/>
                  </a:lnTo>
                  <a:lnTo>
                    <a:pt x="3630" y="4789"/>
                  </a:lnTo>
                  <a:lnTo>
                    <a:pt x="3592" y="4866"/>
                  </a:lnTo>
                  <a:lnTo>
                    <a:pt x="3592" y="4982"/>
                  </a:lnTo>
                  <a:lnTo>
                    <a:pt x="3823" y="4904"/>
                  </a:lnTo>
                  <a:lnTo>
                    <a:pt x="4055" y="5059"/>
                  </a:lnTo>
                  <a:lnTo>
                    <a:pt x="4287" y="5213"/>
                  </a:lnTo>
                  <a:lnTo>
                    <a:pt x="4441" y="5213"/>
                  </a:lnTo>
                  <a:lnTo>
                    <a:pt x="4518" y="5175"/>
                  </a:lnTo>
                  <a:lnTo>
                    <a:pt x="4557" y="5097"/>
                  </a:lnTo>
                  <a:lnTo>
                    <a:pt x="4557" y="5059"/>
                  </a:lnTo>
                  <a:lnTo>
                    <a:pt x="4595" y="4982"/>
                  </a:lnTo>
                  <a:lnTo>
                    <a:pt x="4402" y="4750"/>
                  </a:lnTo>
                  <a:lnTo>
                    <a:pt x="4325" y="4750"/>
                  </a:lnTo>
                  <a:lnTo>
                    <a:pt x="4016" y="4480"/>
                  </a:lnTo>
                  <a:lnTo>
                    <a:pt x="3746" y="4171"/>
                  </a:lnTo>
                  <a:lnTo>
                    <a:pt x="3244" y="3553"/>
                  </a:lnTo>
                  <a:lnTo>
                    <a:pt x="2201" y="2394"/>
                  </a:lnTo>
                  <a:lnTo>
                    <a:pt x="1197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21"/>
            <p:cNvSpPr/>
            <p:nvPr/>
          </p:nvSpPr>
          <p:spPr>
            <a:xfrm>
              <a:off x="2090650" y="2821275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8" y="0"/>
                  </a:moveTo>
                  <a:lnTo>
                    <a:pt x="1893" y="78"/>
                  </a:lnTo>
                  <a:lnTo>
                    <a:pt x="1739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4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40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4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2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2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4" y="1622"/>
                  </a:lnTo>
                  <a:lnTo>
                    <a:pt x="1237" y="1313"/>
                  </a:lnTo>
                  <a:lnTo>
                    <a:pt x="1468" y="1004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2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3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2" y="2703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2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5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5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9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5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3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6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3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2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3" y="5793"/>
                  </a:lnTo>
                  <a:lnTo>
                    <a:pt x="4828" y="5638"/>
                  </a:lnTo>
                  <a:lnTo>
                    <a:pt x="4249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5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2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21"/>
            <p:cNvSpPr/>
            <p:nvPr/>
          </p:nvSpPr>
          <p:spPr>
            <a:xfrm>
              <a:off x="3488525" y="28212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120" y="387"/>
                  </a:moveTo>
                  <a:lnTo>
                    <a:pt x="1313" y="425"/>
                  </a:lnTo>
                  <a:lnTo>
                    <a:pt x="1506" y="464"/>
                  </a:lnTo>
                  <a:lnTo>
                    <a:pt x="1661" y="580"/>
                  </a:lnTo>
                  <a:lnTo>
                    <a:pt x="1738" y="734"/>
                  </a:lnTo>
                  <a:lnTo>
                    <a:pt x="1777" y="889"/>
                  </a:lnTo>
                  <a:lnTo>
                    <a:pt x="1738" y="966"/>
                  </a:lnTo>
                  <a:lnTo>
                    <a:pt x="1699" y="1004"/>
                  </a:lnTo>
                  <a:lnTo>
                    <a:pt x="1661" y="1082"/>
                  </a:lnTo>
                  <a:lnTo>
                    <a:pt x="1545" y="1120"/>
                  </a:lnTo>
                  <a:lnTo>
                    <a:pt x="1236" y="1159"/>
                  </a:lnTo>
                  <a:lnTo>
                    <a:pt x="927" y="1159"/>
                  </a:lnTo>
                  <a:lnTo>
                    <a:pt x="579" y="1198"/>
                  </a:lnTo>
                  <a:lnTo>
                    <a:pt x="464" y="1236"/>
                  </a:lnTo>
                  <a:lnTo>
                    <a:pt x="309" y="1313"/>
                  </a:lnTo>
                  <a:lnTo>
                    <a:pt x="309" y="1159"/>
                  </a:lnTo>
                  <a:lnTo>
                    <a:pt x="348" y="1004"/>
                  </a:lnTo>
                  <a:lnTo>
                    <a:pt x="386" y="850"/>
                  </a:lnTo>
                  <a:lnTo>
                    <a:pt x="464" y="734"/>
                  </a:lnTo>
                  <a:lnTo>
                    <a:pt x="541" y="618"/>
                  </a:lnTo>
                  <a:lnTo>
                    <a:pt x="657" y="541"/>
                  </a:lnTo>
                  <a:lnTo>
                    <a:pt x="811" y="464"/>
                  </a:lnTo>
                  <a:lnTo>
                    <a:pt x="927" y="425"/>
                  </a:lnTo>
                  <a:lnTo>
                    <a:pt x="1120" y="387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79" y="116"/>
                  </a:lnTo>
                  <a:lnTo>
                    <a:pt x="425" y="232"/>
                  </a:lnTo>
                  <a:lnTo>
                    <a:pt x="271" y="387"/>
                  </a:lnTo>
                  <a:lnTo>
                    <a:pt x="155" y="541"/>
                  </a:lnTo>
                  <a:lnTo>
                    <a:pt x="77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68"/>
                  </a:lnTo>
                  <a:lnTo>
                    <a:pt x="116" y="1661"/>
                  </a:lnTo>
                  <a:lnTo>
                    <a:pt x="155" y="1738"/>
                  </a:lnTo>
                  <a:lnTo>
                    <a:pt x="232" y="1815"/>
                  </a:lnTo>
                  <a:lnTo>
                    <a:pt x="309" y="1815"/>
                  </a:lnTo>
                  <a:lnTo>
                    <a:pt x="425" y="1777"/>
                  </a:lnTo>
                  <a:lnTo>
                    <a:pt x="541" y="1661"/>
                  </a:lnTo>
                  <a:lnTo>
                    <a:pt x="695" y="1584"/>
                  </a:lnTo>
                  <a:lnTo>
                    <a:pt x="850" y="1545"/>
                  </a:lnTo>
                  <a:lnTo>
                    <a:pt x="1043" y="1545"/>
                  </a:lnTo>
                  <a:lnTo>
                    <a:pt x="1390" y="1506"/>
                  </a:lnTo>
                  <a:lnTo>
                    <a:pt x="1583" y="1506"/>
                  </a:lnTo>
                  <a:lnTo>
                    <a:pt x="1738" y="1468"/>
                  </a:lnTo>
                  <a:lnTo>
                    <a:pt x="1931" y="1391"/>
                  </a:lnTo>
                  <a:lnTo>
                    <a:pt x="2047" y="1275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811"/>
                  </a:lnTo>
                  <a:lnTo>
                    <a:pt x="2124" y="657"/>
                  </a:lnTo>
                  <a:lnTo>
                    <a:pt x="2047" y="502"/>
                  </a:lnTo>
                  <a:lnTo>
                    <a:pt x="1970" y="348"/>
                  </a:lnTo>
                  <a:lnTo>
                    <a:pt x="1777" y="194"/>
                  </a:lnTo>
                  <a:lnTo>
                    <a:pt x="1622" y="116"/>
                  </a:lnTo>
                  <a:lnTo>
                    <a:pt x="1429" y="39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21"/>
            <p:cNvSpPr/>
            <p:nvPr/>
          </p:nvSpPr>
          <p:spPr>
            <a:xfrm>
              <a:off x="3345650" y="2889825"/>
              <a:ext cx="466300" cy="248125"/>
            </a:xfrm>
            <a:custGeom>
              <a:avLst/>
              <a:gdLst/>
              <a:ahLst/>
              <a:cxnLst/>
              <a:rect l="l" t="t" r="r" b="b"/>
              <a:pathLst>
                <a:path w="18652" h="9925" extrusionOk="0">
                  <a:moveTo>
                    <a:pt x="6140" y="0"/>
                  </a:moveTo>
                  <a:lnTo>
                    <a:pt x="5561" y="39"/>
                  </a:lnTo>
                  <a:lnTo>
                    <a:pt x="4982" y="155"/>
                  </a:lnTo>
                  <a:lnTo>
                    <a:pt x="4402" y="309"/>
                  </a:lnTo>
                  <a:lnTo>
                    <a:pt x="3862" y="502"/>
                  </a:lnTo>
                  <a:lnTo>
                    <a:pt x="3283" y="772"/>
                  </a:lnTo>
                  <a:lnTo>
                    <a:pt x="2781" y="1081"/>
                  </a:lnTo>
                  <a:lnTo>
                    <a:pt x="2279" y="1467"/>
                  </a:lnTo>
                  <a:lnTo>
                    <a:pt x="1815" y="1892"/>
                  </a:lnTo>
                  <a:lnTo>
                    <a:pt x="1390" y="2317"/>
                  </a:lnTo>
                  <a:lnTo>
                    <a:pt x="1043" y="2780"/>
                  </a:lnTo>
                  <a:lnTo>
                    <a:pt x="734" y="3244"/>
                  </a:lnTo>
                  <a:lnTo>
                    <a:pt x="464" y="3746"/>
                  </a:lnTo>
                  <a:lnTo>
                    <a:pt x="271" y="4286"/>
                  </a:lnTo>
                  <a:lnTo>
                    <a:pt x="116" y="4827"/>
                  </a:lnTo>
                  <a:lnTo>
                    <a:pt x="0" y="5368"/>
                  </a:lnTo>
                  <a:lnTo>
                    <a:pt x="348" y="5445"/>
                  </a:lnTo>
                  <a:lnTo>
                    <a:pt x="425" y="5020"/>
                  </a:lnTo>
                  <a:lnTo>
                    <a:pt x="541" y="4595"/>
                  </a:lnTo>
                  <a:lnTo>
                    <a:pt x="773" y="4016"/>
                  </a:lnTo>
                  <a:lnTo>
                    <a:pt x="1081" y="3437"/>
                  </a:lnTo>
                  <a:lnTo>
                    <a:pt x="1468" y="2896"/>
                  </a:lnTo>
                  <a:lnTo>
                    <a:pt x="1892" y="2394"/>
                  </a:lnTo>
                  <a:lnTo>
                    <a:pt x="2356" y="1931"/>
                  </a:lnTo>
                  <a:lnTo>
                    <a:pt x="2858" y="1545"/>
                  </a:lnTo>
                  <a:lnTo>
                    <a:pt x="3398" y="1197"/>
                  </a:lnTo>
                  <a:lnTo>
                    <a:pt x="3978" y="888"/>
                  </a:lnTo>
                  <a:lnTo>
                    <a:pt x="4595" y="657"/>
                  </a:lnTo>
                  <a:lnTo>
                    <a:pt x="5252" y="502"/>
                  </a:lnTo>
                  <a:lnTo>
                    <a:pt x="5908" y="425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39" y="618"/>
                  </a:lnTo>
                  <a:lnTo>
                    <a:pt x="8457" y="811"/>
                  </a:lnTo>
                  <a:lnTo>
                    <a:pt x="9075" y="1120"/>
                  </a:lnTo>
                  <a:lnTo>
                    <a:pt x="9422" y="1313"/>
                  </a:lnTo>
                  <a:lnTo>
                    <a:pt x="9731" y="1506"/>
                  </a:lnTo>
                  <a:lnTo>
                    <a:pt x="10002" y="1738"/>
                  </a:lnTo>
                  <a:lnTo>
                    <a:pt x="10272" y="1969"/>
                  </a:lnTo>
                  <a:lnTo>
                    <a:pt x="10774" y="2471"/>
                  </a:lnTo>
                  <a:lnTo>
                    <a:pt x="11199" y="3051"/>
                  </a:lnTo>
                  <a:lnTo>
                    <a:pt x="11546" y="3630"/>
                  </a:lnTo>
                  <a:lnTo>
                    <a:pt x="11855" y="4286"/>
                  </a:lnTo>
                  <a:lnTo>
                    <a:pt x="12164" y="4943"/>
                  </a:lnTo>
                  <a:lnTo>
                    <a:pt x="12396" y="5638"/>
                  </a:lnTo>
                  <a:lnTo>
                    <a:pt x="12627" y="6217"/>
                  </a:lnTo>
                  <a:lnTo>
                    <a:pt x="12859" y="6835"/>
                  </a:lnTo>
                  <a:lnTo>
                    <a:pt x="13129" y="7414"/>
                  </a:lnTo>
                  <a:lnTo>
                    <a:pt x="13438" y="7993"/>
                  </a:lnTo>
                  <a:lnTo>
                    <a:pt x="13786" y="8495"/>
                  </a:lnTo>
                  <a:lnTo>
                    <a:pt x="14211" y="8959"/>
                  </a:lnTo>
                  <a:lnTo>
                    <a:pt x="14442" y="9190"/>
                  </a:lnTo>
                  <a:lnTo>
                    <a:pt x="14713" y="9383"/>
                  </a:lnTo>
                  <a:lnTo>
                    <a:pt x="14983" y="9538"/>
                  </a:lnTo>
                  <a:lnTo>
                    <a:pt x="15253" y="9692"/>
                  </a:lnTo>
                  <a:lnTo>
                    <a:pt x="15717" y="9847"/>
                  </a:lnTo>
                  <a:lnTo>
                    <a:pt x="16219" y="9924"/>
                  </a:lnTo>
                  <a:lnTo>
                    <a:pt x="16682" y="9885"/>
                  </a:lnTo>
                  <a:lnTo>
                    <a:pt x="17145" y="9808"/>
                  </a:lnTo>
                  <a:lnTo>
                    <a:pt x="17609" y="9654"/>
                  </a:lnTo>
                  <a:lnTo>
                    <a:pt x="17802" y="9538"/>
                  </a:lnTo>
                  <a:lnTo>
                    <a:pt x="17995" y="9383"/>
                  </a:lnTo>
                  <a:lnTo>
                    <a:pt x="18188" y="9229"/>
                  </a:lnTo>
                  <a:lnTo>
                    <a:pt x="18342" y="9075"/>
                  </a:lnTo>
                  <a:lnTo>
                    <a:pt x="18497" y="8881"/>
                  </a:lnTo>
                  <a:lnTo>
                    <a:pt x="18613" y="8650"/>
                  </a:lnTo>
                  <a:lnTo>
                    <a:pt x="18651" y="8573"/>
                  </a:lnTo>
                  <a:lnTo>
                    <a:pt x="18613" y="8457"/>
                  </a:lnTo>
                  <a:lnTo>
                    <a:pt x="18651" y="8418"/>
                  </a:lnTo>
                  <a:lnTo>
                    <a:pt x="18613" y="8341"/>
                  </a:lnTo>
                  <a:lnTo>
                    <a:pt x="18304" y="8380"/>
                  </a:lnTo>
                  <a:lnTo>
                    <a:pt x="18265" y="8418"/>
                  </a:lnTo>
                  <a:lnTo>
                    <a:pt x="18033" y="8766"/>
                  </a:lnTo>
                  <a:lnTo>
                    <a:pt x="17802" y="8997"/>
                  </a:lnTo>
                  <a:lnTo>
                    <a:pt x="17493" y="9229"/>
                  </a:lnTo>
                  <a:lnTo>
                    <a:pt x="17184" y="9345"/>
                  </a:lnTo>
                  <a:lnTo>
                    <a:pt x="16798" y="9461"/>
                  </a:lnTo>
                  <a:lnTo>
                    <a:pt x="16064" y="9461"/>
                  </a:lnTo>
                  <a:lnTo>
                    <a:pt x="15717" y="9383"/>
                  </a:lnTo>
                  <a:lnTo>
                    <a:pt x="15330" y="9229"/>
                  </a:lnTo>
                  <a:lnTo>
                    <a:pt x="15021" y="9036"/>
                  </a:lnTo>
                  <a:lnTo>
                    <a:pt x="14674" y="8766"/>
                  </a:lnTo>
                  <a:lnTo>
                    <a:pt x="14404" y="8495"/>
                  </a:lnTo>
                  <a:lnTo>
                    <a:pt x="14133" y="8186"/>
                  </a:lnTo>
                  <a:lnTo>
                    <a:pt x="13902" y="7878"/>
                  </a:lnTo>
                  <a:lnTo>
                    <a:pt x="13709" y="7530"/>
                  </a:lnTo>
                  <a:lnTo>
                    <a:pt x="13515" y="7182"/>
                  </a:lnTo>
                  <a:lnTo>
                    <a:pt x="13207" y="6526"/>
                  </a:lnTo>
                  <a:lnTo>
                    <a:pt x="12936" y="5870"/>
                  </a:lnTo>
                  <a:lnTo>
                    <a:pt x="12434" y="4518"/>
                  </a:lnTo>
                  <a:lnTo>
                    <a:pt x="12164" y="3862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317"/>
                  </a:lnTo>
                  <a:lnTo>
                    <a:pt x="11005" y="2047"/>
                  </a:lnTo>
                  <a:lnTo>
                    <a:pt x="10542" y="1583"/>
                  </a:lnTo>
                  <a:lnTo>
                    <a:pt x="10040" y="1197"/>
                  </a:lnTo>
                  <a:lnTo>
                    <a:pt x="9538" y="888"/>
                  </a:lnTo>
                  <a:lnTo>
                    <a:pt x="9036" y="579"/>
                  </a:lnTo>
                  <a:lnTo>
                    <a:pt x="8457" y="386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21"/>
            <p:cNvSpPr/>
            <p:nvPr/>
          </p:nvSpPr>
          <p:spPr>
            <a:xfrm>
              <a:off x="6719625" y="2898500"/>
              <a:ext cx="625575" cy="344675"/>
            </a:xfrm>
            <a:custGeom>
              <a:avLst/>
              <a:gdLst/>
              <a:ahLst/>
              <a:cxnLst/>
              <a:rect l="l" t="t" r="r" b="b"/>
              <a:pathLst>
                <a:path w="25023" h="13787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9"/>
                  </a:lnTo>
                  <a:lnTo>
                    <a:pt x="23787" y="2163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6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5"/>
                  </a:lnTo>
                  <a:lnTo>
                    <a:pt x="23169" y="1120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2"/>
                  </a:lnTo>
                  <a:lnTo>
                    <a:pt x="23864" y="3515"/>
                  </a:lnTo>
                  <a:lnTo>
                    <a:pt x="23787" y="3399"/>
                  </a:lnTo>
                  <a:lnTo>
                    <a:pt x="23748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1"/>
                  </a:lnTo>
                  <a:lnTo>
                    <a:pt x="16566" y="5407"/>
                  </a:lnTo>
                  <a:lnTo>
                    <a:pt x="16296" y="5445"/>
                  </a:lnTo>
                  <a:lnTo>
                    <a:pt x="15639" y="5523"/>
                  </a:lnTo>
                  <a:lnTo>
                    <a:pt x="15639" y="5484"/>
                  </a:lnTo>
                  <a:lnTo>
                    <a:pt x="15678" y="5368"/>
                  </a:lnTo>
                  <a:lnTo>
                    <a:pt x="15716" y="5252"/>
                  </a:lnTo>
                  <a:lnTo>
                    <a:pt x="15755" y="5175"/>
                  </a:lnTo>
                  <a:lnTo>
                    <a:pt x="15832" y="5098"/>
                  </a:lnTo>
                  <a:lnTo>
                    <a:pt x="15948" y="5021"/>
                  </a:lnTo>
                  <a:lnTo>
                    <a:pt x="16064" y="4982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8"/>
                  </a:lnTo>
                  <a:lnTo>
                    <a:pt x="24250" y="5523"/>
                  </a:lnTo>
                  <a:lnTo>
                    <a:pt x="24057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1"/>
                  </a:lnTo>
                  <a:lnTo>
                    <a:pt x="18111" y="5214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523"/>
                  </a:lnTo>
                  <a:lnTo>
                    <a:pt x="17029" y="5445"/>
                  </a:lnTo>
                  <a:lnTo>
                    <a:pt x="17068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2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7"/>
                  </a:lnTo>
                  <a:lnTo>
                    <a:pt x="14558" y="5870"/>
                  </a:lnTo>
                  <a:lnTo>
                    <a:pt x="14056" y="6102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600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4"/>
                  </a:moveTo>
                  <a:lnTo>
                    <a:pt x="19115" y="5523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6" y="6179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7"/>
                  </a:lnTo>
                  <a:lnTo>
                    <a:pt x="18844" y="5523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0" y="6102"/>
                  </a:lnTo>
                  <a:lnTo>
                    <a:pt x="20466" y="6140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7"/>
                  </a:lnTo>
                  <a:lnTo>
                    <a:pt x="20814" y="6720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8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1" y="5986"/>
                  </a:lnTo>
                  <a:lnTo>
                    <a:pt x="24019" y="6025"/>
                  </a:lnTo>
                  <a:lnTo>
                    <a:pt x="24096" y="6025"/>
                  </a:lnTo>
                  <a:lnTo>
                    <a:pt x="23941" y="6295"/>
                  </a:lnTo>
                  <a:lnTo>
                    <a:pt x="23748" y="6565"/>
                  </a:lnTo>
                  <a:lnTo>
                    <a:pt x="23517" y="6797"/>
                  </a:lnTo>
                  <a:lnTo>
                    <a:pt x="23246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7"/>
                  </a:lnTo>
                  <a:lnTo>
                    <a:pt x="23015" y="6295"/>
                  </a:lnTo>
                  <a:lnTo>
                    <a:pt x="23053" y="6179"/>
                  </a:lnTo>
                  <a:lnTo>
                    <a:pt x="23131" y="6102"/>
                  </a:lnTo>
                  <a:lnTo>
                    <a:pt x="23208" y="6025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8" y="6333"/>
                  </a:lnTo>
                  <a:lnTo>
                    <a:pt x="13168" y="6720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7"/>
                  </a:lnTo>
                  <a:lnTo>
                    <a:pt x="12627" y="6681"/>
                  </a:lnTo>
                  <a:lnTo>
                    <a:pt x="12666" y="6527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218"/>
                  </a:lnTo>
                  <a:lnTo>
                    <a:pt x="13013" y="6140"/>
                  </a:lnTo>
                  <a:lnTo>
                    <a:pt x="13129" y="6102"/>
                  </a:lnTo>
                  <a:close/>
                  <a:moveTo>
                    <a:pt x="22165" y="6565"/>
                  </a:moveTo>
                  <a:lnTo>
                    <a:pt x="22281" y="6604"/>
                  </a:lnTo>
                  <a:lnTo>
                    <a:pt x="22474" y="6720"/>
                  </a:lnTo>
                  <a:lnTo>
                    <a:pt x="22629" y="6874"/>
                  </a:lnTo>
                  <a:lnTo>
                    <a:pt x="22783" y="7029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6"/>
                  </a:lnTo>
                  <a:lnTo>
                    <a:pt x="22937" y="7144"/>
                  </a:lnTo>
                  <a:lnTo>
                    <a:pt x="22551" y="7222"/>
                  </a:lnTo>
                  <a:lnTo>
                    <a:pt x="22165" y="7260"/>
                  </a:lnTo>
                  <a:lnTo>
                    <a:pt x="21779" y="7222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49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5" y="7994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4"/>
                  </a:lnTo>
                  <a:lnTo>
                    <a:pt x="11816" y="7608"/>
                  </a:lnTo>
                  <a:lnTo>
                    <a:pt x="11894" y="7531"/>
                  </a:lnTo>
                  <a:lnTo>
                    <a:pt x="12009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3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2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3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5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4" y="9770"/>
                  </a:moveTo>
                  <a:lnTo>
                    <a:pt x="3900" y="9809"/>
                  </a:lnTo>
                  <a:lnTo>
                    <a:pt x="4016" y="9886"/>
                  </a:lnTo>
                  <a:lnTo>
                    <a:pt x="4093" y="10002"/>
                  </a:lnTo>
                  <a:lnTo>
                    <a:pt x="4132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5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6"/>
                  </a:lnTo>
                  <a:lnTo>
                    <a:pt x="5097" y="10774"/>
                  </a:lnTo>
                  <a:lnTo>
                    <a:pt x="5136" y="10890"/>
                  </a:lnTo>
                  <a:lnTo>
                    <a:pt x="5175" y="11044"/>
                  </a:lnTo>
                  <a:lnTo>
                    <a:pt x="5136" y="11238"/>
                  </a:lnTo>
                  <a:lnTo>
                    <a:pt x="5097" y="11431"/>
                  </a:lnTo>
                  <a:lnTo>
                    <a:pt x="4402" y="10929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5" y="11740"/>
                  </a:lnTo>
                  <a:lnTo>
                    <a:pt x="10658" y="11701"/>
                  </a:lnTo>
                  <a:lnTo>
                    <a:pt x="10503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5" y="10697"/>
                  </a:lnTo>
                  <a:lnTo>
                    <a:pt x="10928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10"/>
                  </a:lnTo>
                  <a:lnTo>
                    <a:pt x="6410" y="12242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8" y="11508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1" y="12744"/>
                  </a:lnTo>
                  <a:lnTo>
                    <a:pt x="9770" y="12937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2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39" y="13207"/>
                  </a:lnTo>
                  <a:lnTo>
                    <a:pt x="7337" y="13014"/>
                  </a:lnTo>
                  <a:lnTo>
                    <a:pt x="6835" y="12744"/>
                  </a:lnTo>
                  <a:lnTo>
                    <a:pt x="6990" y="12628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3" y="12628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7"/>
                  </a:lnTo>
                  <a:lnTo>
                    <a:pt x="9229" y="13130"/>
                  </a:lnTo>
                  <a:lnTo>
                    <a:pt x="9268" y="13207"/>
                  </a:lnTo>
                  <a:lnTo>
                    <a:pt x="9036" y="13284"/>
                  </a:lnTo>
                  <a:lnTo>
                    <a:pt x="8804" y="13323"/>
                  </a:lnTo>
                  <a:lnTo>
                    <a:pt x="8573" y="13323"/>
                  </a:lnTo>
                  <a:lnTo>
                    <a:pt x="8302" y="13284"/>
                  </a:lnTo>
                  <a:lnTo>
                    <a:pt x="8302" y="13207"/>
                  </a:lnTo>
                  <a:lnTo>
                    <a:pt x="8341" y="13014"/>
                  </a:lnTo>
                  <a:lnTo>
                    <a:pt x="8418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8"/>
                  </a:lnTo>
                  <a:close/>
                  <a:moveTo>
                    <a:pt x="22976" y="1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10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3" y="966"/>
                  </a:lnTo>
                  <a:lnTo>
                    <a:pt x="22706" y="1120"/>
                  </a:lnTo>
                  <a:lnTo>
                    <a:pt x="22629" y="1314"/>
                  </a:lnTo>
                  <a:lnTo>
                    <a:pt x="22590" y="1507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0" y="2279"/>
                  </a:lnTo>
                  <a:lnTo>
                    <a:pt x="23053" y="2395"/>
                  </a:lnTo>
                  <a:lnTo>
                    <a:pt x="23246" y="2511"/>
                  </a:lnTo>
                  <a:lnTo>
                    <a:pt x="23478" y="2511"/>
                  </a:lnTo>
                  <a:lnTo>
                    <a:pt x="23401" y="2704"/>
                  </a:lnTo>
                  <a:lnTo>
                    <a:pt x="23362" y="2897"/>
                  </a:lnTo>
                  <a:lnTo>
                    <a:pt x="23324" y="3090"/>
                  </a:lnTo>
                  <a:lnTo>
                    <a:pt x="23362" y="3283"/>
                  </a:lnTo>
                  <a:lnTo>
                    <a:pt x="23439" y="3515"/>
                  </a:lnTo>
                  <a:lnTo>
                    <a:pt x="23555" y="3708"/>
                  </a:lnTo>
                  <a:lnTo>
                    <a:pt x="23748" y="3901"/>
                  </a:lnTo>
                  <a:lnTo>
                    <a:pt x="23980" y="4017"/>
                  </a:lnTo>
                  <a:lnTo>
                    <a:pt x="23748" y="4210"/>
                  </a:lnTo>
                  <a:lnTo>
                    <a:pt x="23555" y="4480"/>
                  </a:lnTo>
                  <a:lnTo>
                    <a:pt x="23478" y="4750"/>
                  </a:lnTo>
                  <a:lnTo>
                    <a:pt x="23439" y="4905"/>
                  </a:lnTo>
                  <a:lnTo>
                    <a:pt x="23439" y="5021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3"/>
                  </a:lnTo>
                  <a:lnTo>
                    <a:pt x="23169" y="5561"/>
                  </a:lnTo>
                  <a:lnTo>
                    <a:pt x="22976" y="5716"/>
                  </a:lnTo>
                  <a:lnTo>
                    <a:pt x="22783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4" y="6295"/>
                  </a:lnTo>
                  <a:lnTo>
                    <a:pt x="22320" y="6256"/>
                  </a:lnTo>
                  <a:lnTo>
                    <a:pt x="22165" y="6218"/>
                  </a:lnTo>
                  <a:lnTo>
                    <a:pt x="21972" y="6218"/>
                  </a:lnTo>
                  <a:lnTo>
                    <a:pt x="21740" y="6295"/>
                  </a:lnTo>
                  <a:lnTo>
                    <a:pt x="21509" y="6411"/>
                  </a:lnTo>
                  <a:lnTo>
                    <a:pt x="21354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5"/>
                  </a:lnTo>
                  <a:lnTo>
                    <a:pt x="20736" y="5909"/>
                  </a:lnTo>
                  <a:lnTo>
                    <a:pt x="20582" y="5831"/>
                  </a:lnTo>
                  <a:lnTo>
                    <a:pt x="20427" y="5754"/>
                  </a:lnTo>
                  <a:lnTo>
                    <a:pt x="20234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6"/>
                  </a:lnTo>
                  <a:lnTo>
                    <a:pt x="19617" y="5484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1"/>
                  </a:lnTo>
                  <a:lnTo>
                    <a:pt x="18497" y="5407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6"/>
                  </a:lnTo>
                  <a:lnTo>
                    <a:pt x="17802" y="4557"/>
                  </a:lnTo>
                  <a:lnTo>
                    <a:pt x="17647" y="4519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8"/>
                  </a:lnTo>
                  <a:lnTo>
                    <a:pt x="16759" y="4943"/>
                  </a:lnTo>
                  <a:lnTo>
                    <a:pt x="16605" y="4789"/>
                  </a:lnTo>
                  <a:lnTo>
                    <a:pt x="16450" y="4712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82"/>
                  </a:lnTo>
                  <a:lnTo>
                    <a:pt x="14288" y="5021"/>
                  </a:lnTo>
                  <a:lnTo>
                    <a:pt x="14133" y="5098"/>
                  </a:lnTo>
                  <a:lnTo>
                    <a:pt x="14056" y="5175"/>
                  </a:lnTo>
                  <a:lnTo>
                    <a:pt x="13940" y="5291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6"/>
                  </a:lnTo>
                  <a:lnTo>
                    <a:pt x="13168" y="5716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8"/>
                  </a:lnTo>
                  <a:lnTo>
                    <a:pt x="12357" y="6372"/>
                  </a:lnTo>
                  <a:lnTo>
                    <a:pt x="12357" y="6527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7029"/>
                  </a:lnTo>
                  <a:lnTo>
                    <a:pt x="11894" y="7106"/>
                  </a:lnTo>
                  <a:lnTo>
                    <a:pt x="11662" y="7222"/>
                  </a:lnTo>
                  <a:lnTo>
                    <a:pt x="11507" y="7415"/>
                  </a:lnTo>
                  <a:lnTo>
                    <a:pt x="11392" y="7531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276" y="7994"/>
                  </a:lnTo>
                  <a:lnTo>
                    <a:pt x="11314" y="8148"/>
                  </a:lnTo>
                  <a:lnTo>
                    <a:pt x="11353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30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4"/>
                  </a:lnTo>
                  <a:lnTo>
                    <a:pt x="10619" y="10311"/>
                  </a:lnTo>
                  <a:lnTo>
                    <a:pt x="10426" y="10427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6"/>
                  </a:lnTo>
                  <a:lnTo>
                    <a:pt x="10040" y="11238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4" y="11740"/>
                  </a:lnTo>
                  <a:lnTo>
                    <a:pt x="9693" y="11855"/>
                  </a:lnTo>
                  <a:lnTo>
                    <a:pt x="9499" y="12010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9"/>
                  </a:lnTo>
                  <a:lnTo>
                    <a:pt x="9306" y="12473"/>
                  </a:lnTo>
                  <a:lnTo>
                    <a:pt x="9191" y="12396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5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3" y="12435"/>
                  </a:lnTo>
                  <a:lnTo>
                    <a:pt x="7878" y="12319"/>
                  </a:lnTo>
                  <a:lnTo>
                    <a:pt x="7723" y="12242"/>
                  </a:lnTo>
                  <a:lnTo>
                    <a:pt x="7492" y="12164"/>
                  </a:lnTo>
                  <a:lnTo>
                    <a:pt x="7221" y="12203"/>
                  </a:lnTo>
                  <a:lnTo>
                    <a:pt x="6990" y="12280"/>
                  </a:lnTo>
                  <a:lnTo>
                    <a:pt x="6796" y="12435"/>
                  </a:lnTo>
                  <a:lnTo>
                    <a:pt x="6796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431"/>
                  </a:lnTo>
                  <a:lnTo>
                    <a:pt x="6372" y="11315"/>
                  </a:lnTo>
                  <a:lnTo>
                    <a:pt x="6217" y="11199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8"/>
                  </a:lnTo>
                  <a:lnTo>
                    <a:pt x="5522" y="10967"/>
                  </a:lnTo>
                  <a:lnTo>
                    <a:pt x="5445" y="10736"/>
                  </a:lnTo>
                  <a:lnTo>
                    <a:pt x="5329" y="10504"/>
                  </a:lnTo>
                  <a:lnTo>
                    <a:pt x="5213" y="10427"/>
                  </a:lnTo>
                  <a:lnTo>
                    <a:pt x="5097" y="10388"/>
                  </a:lnTo>
                  <a:lnTo>
                    <a:pt x="4943" y="10311"/>
                  </a:lnTo>
                  <a:lnTo>
                    <a:pt x="4827" y="10311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500"/>
                  </a:lnTo>
                  <a:lnTo>
                    <a:pt x="3900" y="9461"/>
                  </a:lnTo>
                  <a:lnTo>
                    <a:pt x="3746" y="9423"/>
                  </a:lnTo>
                  <a:lnTo>
                    <a:pt x="3591" y="9423"/>
                  </a:lnTo>
                  <a:lnTo>
                    <a:pt x="3398" y="9461"/>
                  </a:lnTo>
                  <a:lnTo>
                    <a:pt x="3282" y="9538"/>
                  </a:lnTo>
                  <a:lnTo>
                    <a:pt x="3128" y="9616"/>
                  </a:lnTo>
                  <a:lnTo>
                    <a:pt x="3012" y="9770"/>
                  </a:lnTo>
                  <a:lnTo>
                    <a:pt x="2974" y="9616"/>
                  </a:lnTo>
                  <a:lnTo>
                    <a:pt x="2896" y="9461"/>
                  </a:lnTo>
                  <a:lnTo>
                    <a:pt x="2780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2"/>
                  </a:lnTo>
                  <a:lnTo>
                    <a:pt x="1352" y="9925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1"/>
                  </a:lnTo>
                  <a:lnTo>
                    <a:pt x="386" y="10427"/>
                  </a:lnTo>
                  <a:lnTo>
                    <a:pt x="271" y="10581"/>
                  </a:lnTo>
                  <a:lnTo>
                    <a:pt x="116" y="10890"/>
                  </a:lnTo>
                  <a:lnTo>
                    <a:pt x="0" y="11238"/>
                  </a:lnTo>
                  <a:lnTo>
                    <a:pt x="0" y="11585"/>
                  </a:lnTo>
                  <a:lnTo>
                    <a:pt x="77" y="11933"/>
                  </a:lnTo>
                  <a:lnTo>
                    <a:pt x="193" y="12242"/>
                  </a:lnTo>
                  <a:lnTo>
                    <a:pt x="386" y="12550"/>
                  </a:lnTo>
                  <a:lnTo>
                    <a:pt x="618" y="12821"/>
                  </a:lnTo>
                  <a:lnTo>
                    <a:pt x="811" y="12937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30"/>
                  </a:lnTo>
                  <a:lnTo>
                    <a:pt x="1738" y="13168"/>
                  </a:lnTo>
                  <a:lnTo>
                    <a:pt x="2085" y="13130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2"/>
                  </a:lnTo>
                  <a:lnTo>
                    <a:pt x="3591" y="12010"/>
                  </a:lnTo>
                  <a:lnTo>
                    <a:pt x="3553" y="11933"/>
                  </a:lnTo>
                  <a:lnTo>
                    <a:pt x="3514" y="11817"/>
                  </a:lnTo>
                  <a:lnTo>
                    <a:pt x="3437" y="11778"/>
                  </a:lnTo>
                  <a:lnTo>
                    <a:pt x="3321" y="11740"/>
                  </a:lnTo>
                  <a:lnTo>
                    <a:pt x="3282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2"/>
                  </a:lnTo>
                  <a:lnTo>
                    <a:pt x="2587" y="12435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94"/>
                  </a:lnTo>
                  <a:lnTo>
                    <a:pt x="502" y="11740"/>
                  </a:lnTo>
                  <a:lnTo>
                    <a:pt x="502" y="11546"/>
                  </a:lnTo>
                  <a:lnTo>
                    <a:pt x="502" y="11392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8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7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9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5" y="13439"/>
                  </a:lnTo>
                  <a:lnTo>
                    <a:pt x="7530" y="13593"/>
                  </a:lnTo>
                  <a:lnTo>
                    <a:pt x="7993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9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6"/>
                  </a:lnTo>
                  <a:lnTo>
                    <a:pt x="11314" y="11740"/>
                  </a:lnTo>
                  <a:lnTo>
                    <a:pt x="11507" y="11238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5" y="9114"/>
                  </a:lnTo>
                  <a:lnTo>
                    <a:pt x="12357" y="8612"/>
                  </a:lnTo>
                  <a:lnTo>
                    <a:pt x="12589" y="8110"/>
                  </a:lnTo>
                  <a:lnTo>
                    <a:pt x="12936" y="7646"/>
                  </a:lnTo>
                  <a:lnTo>
                    <a:pt x="13284" y="7299"/>
                  </a:lnTo>
                  <a:lnTo>
                    <a:pt x="13631" y="6990"/>
                  </a:lnTo>
                  <a:lnTo>
                    <a:pt x="14017" y="6720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2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29" y="7492"/>
                  </a:lnTo>
                  <a:lnTo>
                    <a:pt x="21316" y="7646"/>
                  </a:lnTo>
                  <a:lnTo>
                    <a:pt x="21740" y="7724"/>
                  </a:lnTo>
                  <a:lnTo>
                    <a:pt x="22165" y="7762"/>
                  </a:lnTo>
                  <a:lnTo>
                    <a:pt x="22590" y="7724"/>
                  </a:lnTo>
                  <a:lnTo>
                    <a:pt x="22976" y="7646"/>
                  </a:lnTo>
                  <a:lnTo>
                    <a:pt x="23362" y="7531"/>
                  </a:lnTo>
                  <a:lnTo>
                    <a:pt x="23710" y="7299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5"/>
                  </a:lnTo>
                  <a:lnTo>
                    <a:pt x="24752" y="5909"/>
                  </a:lnTo>
                  <a:lnTo>
                    <a:pt x="24868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10"/>
                  </a:lnTo>
                  <a:lnTo>
                    <a:pt x="24945" y="3746"/>
                  </a:lnTo>
                  <a:lnTo>
                    <a:pt x="24868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3" y="1970"/>
                  </a:lnTo>
                  <a:lnTo>
                    <a:pt x="24250" y="1584"/>
                  </a:lnTo>
                  <a:lnTo>
                    <a:pt x="24057" y="1198"/>
                  </a:lnTo>
                  <a:lnTo>
                    <a:pt x="23787" y="812"/>
                  </a:lnTo>
                  <a:lnTo>
                    <a:pt x="23941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8"/>
                  </a:lnTo>
                  <a:lnTo>
                    <a:pt x="230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21"/>
            <p:cNvSpPr/>
            <p:nvPr/>
          </p:nvSpPr>
          <p:spPr>
            <a:xfrm>
              <a:off x="1648525" y="2901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5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8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5" y="7299"/>
                  </a:lnTo>
                  <a:lnTo>
                    <a:pt x="14713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4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4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5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7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21"/>
            <p:cNvSpPr/>
            <p:nvPr/>
          </p:nvSpPr>
          <p:spPr>
            <a:xfrm>
              <a:off x="7229325" y="290815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6"/>
                  </a:lnTo>
                  <a:lnTo>
                    <a:pt x="3785" y="619"/>
                  </a:lnTo>
                  <a:lnTo>
                    <a:pt x="4094" y="889"/>
                  </a:lnTo>
                  <a:lnTo>
                    <a:pt x="4364" y="1121"/>
                  </a:lnTo>
                  <a:lnTo>
                    <a:pt x="4635" y="1430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4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23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3" y="5214"/>
                  </a:lnTo>
                  <a:lnTo>
                    <a:pt x="5446" y="5600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7"/>
                  </a:lnTo>
                  <a:lnTo>
                    <a:pt x="4210" y="8033"/>
                  </a:lnTo>
                  <a:lnTo>
                    <a:pt x="3940" y="8380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9" y="10041"/>
                  </a:lnTo>
                  <a:lnTo>
                    <a:pt x="1314" y="10234"/>
                  </a:lnTo>
                  <a:lnTo>
                    <a:pt x="889" y="10388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5"/>
                  </a:lnTo>
                  <a:lnTo>
                    <a:pt x="4828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1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4" y="2434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4"/>
                  </a:lnTo>
                  <a:lnTo>
                    <a:pt x="4905" y="1005"/>
                  </a:lnTo>
                  <a:lnTo>
                    <a:pt x="4596" y="696"/>
                  </a:lnTo>
                  <a:lnTo>
                    <a:pt x="4287" y="426"/>
                  </a:lnTo>
                  <a:lnTo>
                    <a:pt x="3940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21"/>
            <p:cNvSpPr/>
            <p:nvPr/>
          </p:nvSpPr>
          <p:spPr>
            <a:xfrm>
              <a:off x="1734450" y="2911050"/>
              <a:ext cx="35725" cy="29000"/>
            </a:xfrm>
            <a:custGeom>
              <a:avLst/>
              <a:gdLst/>
              <a:ahLst/>
              <a:cxnLst/>
              <a:rect l="l" t="t" r="r" b="b"/>
              <a:pathLst>
                <a:path w="1429" h="1160" extrusionOk="0">
                  <a:moveTo>
                    <a:pt x="502" y="1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7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2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5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3"/>
                  </a:lnTo>
                  <a:lnTo>
                    <a:pt x="425" y="580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772" y="387"/>
                  </a:lnTo>
                  <a:lnTo>
                    <a:pt x="850" y="425"/>
                  </a:lnTo>
                  <a:lnTo>
                    <a:pt x="965" y="580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5" y="927"/>
                  </a:lnTo>
                  <a:lnTo>
                    <a:pt x="965" y="1005"/>
                  </a:lnTo>
                  <a:lnTo>
                    <a:pt x="965" y="1082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4" y="1120"/>
                  </a:lnTo>
                  <a:lnTo>
                    <a:pt x="1313" y="1082"/>
                  </a:lnTo>
                  <a:lnTo>
                    <a:pt x="1390" y="889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4"/>
                  </a:lnTo>
                  <a:lnTo>
                    <a:pt x="1043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21"/>
            <p:cNvSpPr/>
            <p:nvPr/>
          </p:nvSpPr>
          <p:spPr>
            <a:xfrm>
              <a:off x="6320925" y="2913950"/>
              <a:ext cx="315700" cy="477875"/>
            </a:xfrm>
            <a:custGeom>
              <a:avLst/>
              <a:gdLst/>
              <a:ahLst/>
              <a:cxnLst/>
              <a:rect l="l" t="t" r="r" b="b"/>
              <a:pathLst>
                <a:path w="12628" h="19115" extrusionOk="0">
                  <a:moveTo>
                    <a:pt x="1004" y="618"/>
                  </a:moveTo>
                  <a:lnTo>
                    <a:pt x="1661" y="850"/>
                  </a:lnTo>
                  <a:lnTo>
                    <a:pt x="2317" y="1120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2"/>
                  </a:lnTo>
                  <a:lnTo>
                    <a:pt x="4016" y="2819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7"/>
                  </a:lnTo>
                  <a:lnTo>
                    <a:pt x="9345" y="15137"/>
                  </a:lnTo>
                  <a:lnTo>
                    <a:pt x="8920" y="15369"/>
                  </a:lnTo>
                  <a:lnTo>
                    <a:pt x="7955" y="13516"/>
                  </a:lnTo>
                  <a:lnTo>
                    <a:pt x="6990" y="11662"/>
                  </a:lnTo>
                  <a:lnTo>
                    <a:pt x="5020" y="7955"/>
                  </a:lnTo>
                  <a:lnTo>
                    <a:pt x="3012" y="4287"/>
                  </a:lnTo>
                  <a:lnTo>
                    <a:pt x="1004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19" y="11739"/>
                  </a:lnTo>
                  <a:lnTo>
                    <a:pt x="7762" y="13593"/>
                  </a:lnTo>
                  <a:lnTo>
                    <a:pt x="8804" y="15446"/>
                  </a:lnTo>
                  <a:lnTo>
                    <a:pt x="8650" y="15524"/>
                  </a:lnTo>
                  <a:lnTo>
                    <a:pt x="7414" y="13747"/>
                  </a:lnTo>
                  <a:lnTo>
                    <a:pt x="6179" y="12010"/>
                  </a:lnTo>
                  <a:lnTo>
                    <a:pt x="3591" y="8534"/>
                  </a:lnTo>
                  <a:lnTo>
                    <a:pt x="2317" y="6758"/>
                  </a:lnTo>
                  <a:lnTo>
                    <a:pt x="1004" y="4943"/>
                  </a:lnTo>
                  <a:lnTo>
                    <a:pt x="850" y="4711"/>
                  </a:lnTo>
                  <a:lnTo>
                    <a:pt x="734" y="4480"/>
                  </a:lnTo>
                  <a:lnTo>
                    <a:pt x="618" y="4209"/>
                  </a:lnTo>
                  <a:lnTo>
                    <a:pt x="541" y="3939"/>
                  </a:lnTo>
                  <a:lnTo>
                    <a:pt x="464" y="3399"/>
                  </a:lnTo>
                  <a:lnTo>
                    <a:pt x="425" y="2819"/>
                  </a:lnTo>
                  <a:lnTo>
                    <a:pt x="464" y="2240"/>
                  </a:lnTo>
                  <a:lnTo>
                    <a:pt x="502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2" y="12357"/>
                  </a:lnTo>
                  <a:lnTo>
                    <a:pt x="11816" y="12434"/>
                  </a:lnTo>
                  <a:lnTo>
                    <a:pt x="12164" y="12859"/>
                  </a:lnTo>
                  <a:lnTo>
                    <a:pt x="12241" y="13052"/>
                  </a:lnTo>
                  <a:lnTo>
                    <a:pt x="12280" y="13245"/>
                  </a:lnTo>
                  <a:lnTo>
                    <a:pt x="12241" y="13438"/>
                  </a:lnTo>
                  <a:lnTo>
                    <a:pt x="12203" y="13631"/>
                  </a:lnTo>
                  <a:lnTo>
                    <a:pt x="12048" y="14018"/>
                  </a:lnTo>
                  <a:lnTo>
                    <a:pt x="11855" y="14365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1"/>
                  </a:lnTo>
                  <a:lnTo>
                    <a:pt x="10156" y="15871"/>
                  </a:lnTo>
                  <a:lnTo>
                    <a:pt x="10117" y="15987"/>
                  </a:lnTo>
                  <a:lnTo>
                    <a:pt x="9770" y="16180"/>
                  </a:lnTo>
                  <a:lnTo>
                    <a:pt x="9113" y="16605"/>
                  </a:lnTo>
                  <a:lnTo>
                    <a:pt x="8457" y="16952"/>
                  </a:lnTo>
                  <a:lnTo>
                    <a:pt x="7723" y="17261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4" y="17647"/>
                  </a:lnTo>
                  <a:lnTo>
                    <a:pt x="5754" y="17647"/>
                  </a:lnTo>
                  <a:lnTo>
                    <a:pt x="5561" y="17570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7" y="17184"/>
                  </a:lnTo>
                  <a:lnTo>
                    <a:pt x="4982" y="16875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4"/>
                  </a:lnTo>
                  <a:lnTo>
                    <a:pt x="5175" y="15948"/>
                  </a:lnTo>
                  <a:lnTo>
                    <a:pt x="5291" y="15833"/>
                  </a:lnTo>
                  <a:lnTo>
                    <a:pt x="5406" y="15755"/>
                  </a:lnTo>
                  <a:lnTo>
                    <a:pt x="5522" y="15717"/>
                  </a:lnTo>
                  <a:lnTo>
                    <a:pt x="5638" y="15755"/>
                  </a:lnTo>
                  <a:lnTo>
                    <a:pt x="5793" y="15833"/>
                  </a:lnTo>
                  <a:lnTo>
                    <a:pt x="5947" y="15948"/>
                  </a:lnTo>
                  <a:lnTo>
                    <a:pt x="6063" y="16141"/>
                  </a:lnTo>
                  <a:lnTo>
                    <a:pt x="6256" y="16373"/>
                  </a:lnTo>
                  <a:lnTo>
                    <a:pt x="6101" y="16412"/>
                  </a:lnTo>
                  <a:lnTo>
                    <a:pt x="6024" y="16450"/>
                  </a:lnTo>
                  <a:lnTo>
                    <a:pt x="6024" y="16566"/>
                  </a:lnTo>
                  <a:lnTo>
                    <a:pt x="6063" y="16643"/>
                  </a:lnTo>
                  <a:lnTo>
                    <a:pt x="6140" y="16643"/>
                  </a:lnTo>
                  <a:lnTo>
                    <a:pt x="6912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29" y="15717"/>
                  </a:lnTo>
                  <a:lnTo>
                    <a:pt x="9615" y="15485"/>
                  </a:lnTo>
                  <a:lnTo>
                    <a:pt x="9963" y="15253"/>
                  </a:lnTo>
                  <a:lnTo>
                    <a:pt x="10272" y="15022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1" y="14172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8"/>
                  </a:lnTo>
                  <a:lnTo>
                    <a:pt x="11546" y="13361"/>
                  </a:lnTo>
                  <a:lnTo>
                    <a:pt x="11508" y="13284"/>
                  </a:lnTo>
                  <a:lnTo>
                    <a:pt x="11430" y="13245"/>
                  </a:lnTo>
                  <a:lnTo>
                    <a:pt x="11237" y="13245"/>
                  </a:lnTo>
                  <a:lnTo>
                    <a:pt x="11160" y="13323"/>
                  </a:lnTo>
                  <a:lnTo>
                    <a:pt x="10967" y="13670"/>
                  </a:lnTo>
                  <a:lnTo>
                    <a:pt x="10774" y="13554"/>
                  </a:lnTo>
                  <a:lnTo>
                    <a:pt x="10658" y="13438"/>
                  </a:lnTo>
                  <a:lnTo>
                    <a:pt x="10619" y="13284"/>
                  </a:lnTo>
                  <a:lnTo>
                    <a:pt x="10581" y="13168"/>
                  </a:lnTo>
                  <a:lnTo>
                    <a:pt x="10619" y="13014"/>
                  </a:lnTo>
                  <a:lnTo>
                    <a:pt x="10658" y="12859"/>
                  </a:lnTo>
                  <a:lnTo>
                    <a:pt x="10851" y="12627"/>
                  </a:lnTo>
                  <a:lnTo>
                    <a:pt x="10928" y="12473"/>
                  </a:lnTo>
                  <a:lnTo>
                    <a:pt x="11044" y="12357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0"/>
                  </a:moveTo>
                  <a:lnTo>
                    <a:pt x="348" y="39"/>
                  </a:lnTo>
                  <a:lnTo>
                    <a:pt x="271" y="116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2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5"/>
                  </a:lnTo>
                  <a:lnTo>
                    <a:pt x="232" y="4518"/>
                  </a:lnTo>
                  <a:lnTo>
                    <a:pt x="348" y="4750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5"/>
                  </a:lnTo>
                  <a:lnTo>
                    <a:pt x="5445" y="11817"/>
                  </a:lnTo>
                  <a:lnTo>
                    <a:pt x="6874" y="13747"/>
                  </a:lnTo>
                  <a:lnTo>
                    <a:pt x="8341" y="15639"/>
                  </a:lnTo>
                  <a:lnTo>
                    <a:pt x="7492" y="15987"/>
                  </a:lnTo>
                  <a:lnTo>
                    <a:pt x="6642" y="16257"/>
                  </a:lnTo>
                  <a:lnTo>
                    <a:pt x="6642" y="16257"/>
                  </a:lnTo>
                  <a:lnTo>
                    <a:pt x="6681" y="16103"/>
                  </a:lnTo>
                  <a:lnTo>
                    <a:pt x="6681" y="15948"/>
                  </a:lnTo>
                  <a:lnTo>
                    <a:pt x="6642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3" y="15369"/>
                  </a:lnTo>
                  <a:lnTo>
                    <a:pt x="6179" y="15292"/>
                  </a:lnTo>
                  <a:lnTo>
                    <a:pt x="6024" y="15253"/>
                  </a:lnTo>
                  <a:lnTo>
                    <a:pt x="5715" y="15253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5" y="16296"/>
                  </a:lnTo>
                  <a:lnTo>
                    <a:pt x="4595" y="16566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7" y="17725"/>
                  </a:lnTo>
                  <a:lnTo>
                    <a:pt x="5368" y="17840"/>
                  </a:lnTo>
                  <a:lnTo>
                    <a:pt x="5677" y="17918"/>
                  </a:lnTo>
                  <a:lnTo>
                    <a:pt x="6024" y="17956"/>
                  </a:lnTo>
                  <a:lnTo>
                    <a:pt x="6372" y="17918"/>
                  </a:lnTo>
                  <a:lnTo>
                    <a:pt x="6719" y="17840"/>
                  </a:lnTo>
                  <a:lnTo>
                    <a:pt x="7105" y="17763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2"/>
                  </a:lnTo>
                  <a:lnTo>
                    <a:pt x="9229" y="16875"/>
                  </a:lnTo>
                  <a:lnTo>
                    <a:pt x="9461" y="16759"/>
                  </a:lnTo>
                  <a:lnTo>
                    <a:pt x="10233" y="16257"/>
                  </a:lnTo>
                  <a:lnTo>
                    <a:pt x="10812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3"/>
                  </a:lnTo>
                  <a:lnTo>
                    <a:pt x="11816" y="18149"/>
                  </a:lnTo>
                  <a:lnTo>
                    <a:pt x="11392" y="17454"/>
                  </a:lnTo>
                  <a:lnTo>
                    <a:pt x="10928" y="16759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3"/>
                  </a:lnTo>
                  <a:lnTo>
                    <a:pt x="11894" y="14790"/>
                  </a:lnTo>
                  <a:lnTo>
                    <a:pt x="12125" y="14558"/>
                  </a:lnTo>
                  <a:lnTo>
                    <a:pt x="12280" y="14288"/>
                  </a:lnTo>
                  <a:lnTo>
                    <a:pt x="12434" y="14056"/>
                  </a:lnTo>
                  <a:lnTo>
                    <a:pt x="12511" y="13786"/>
                  </a:lnTo>
                  <a:lnTo>
                    <a:pt x="12589" y="13554"/>
                  </a:lnTo>
                  <a:lnTo>
                    <a:pt x="12627" y="13284"/>
                  </a:lnTo>
                  <a:lnTo>
                    <a:pt x="12589" y="13052"/>
                  </a:lnTo>
                  <a:lnTo>
                    <a:pt x="12511" y="12821"/>
                  </a:lnTo>
                  <a:lnTo>
                    <a:pt x="12357" y="12589"/>
                  </a:lnTo>
                  <a:lnTo>
                    <a:pt x="12164" y="12357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8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0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0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19" y="13786"/>
                  </a:lnTo>
                  <a:lnTo>
                    <a:pt x="10812" y="13902"/>
                  </a:lnTo>
                  <a:lnTo>
                    <a:pt x="10504" y="14249"/>
                  </a:lnTo>
                  <a:lnTo>
                    <a:pt x="10156" y="14597"/>
                  </a:lnTo>
                  <a:lnTo>
                    <a:pt x="9770" y="14867"/>
                  </a:lnTo>
                  <a:lnTo>
                    <a:pt x="9430" y="15083"/>
                  </a:lnTo>
                  <a:lnTo>
                    <a:pt x="9461" y="15022"/>
                  </a:lnTo>
                  <a:lnTo>
                    <a:pt x="9500" y="14944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8"/>
                  </a:lnTo>
                  <a:lnTo>
                    <a:pt x="3823" y="1545"/>
                  </a:lnTo>
                  <a:lnTo>
                    <a:pt x="3514" y="1236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0" y="232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21"/>
            <p:cNvSpPr/>
            <p:nvPr/>
          </p:nvSpPr>
          <p:spPr>
            <a:xfrm>
              <a:off x="1681350" y="2914925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5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4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4" y="463"/>
                  </a:lnTo>
                  <a:lnTo>
                    <a:pt x="541" y="386"/>
                  </a:lnTo>
                  <a:lnTo>
                    <a:pt x="773" y="386"/>
                  </a:lnTo>
                  <a:lnTo>
                    <a:pt x="850" y="463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5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21"/>
            <p:cNvSpPr/>
            <p:nvPr/>
          </p:nvSpPr>
          <p:spPr>
            <a:xfrm>
              <a:off x="3785850" y="2943875"/>
              <a:ext cx="199850" cy="231725"/>
            </a:xfrm>
            <a:custGeom>
              <a:avLst/>
              <a:gdLst/>
              <a:ahLst/>
              <a:cxnLst/>
              <a:rect l="l" t="t" r="r" b="b"/>
              <a:pathLst>
                <a:path w="7994" h="9269" extrusionOk="0">
                  <a:moveTo>
                    <a:pt x="2163" y="1"/>
                  </a:moveTo>
                  <a:lnTo>
                    <a:pt x="2009" y="39"/>
                  </a:lnTo>
                  <a:lnTo>
                    <a:pt x="1854" y="78"/>
                  </a:lnTo>
                  <a:lnTo>
                    <a:pt x="1700" y="194"/>
                  </a:lnTo>
                  <a:lnTo>
                    <a:pt x="1429" y="425"/>
                  </a:lnTo>
                  <a:lnTo>
                    <a:pt x="1159" y="734"/>
                  </a:lnTo>
                  <a:lnTo>
                    <a:pt x="966" y="1005"/>
                  </a:lnTo>
                  <a:lnTo>
                    <a:pt x="696" y="1391"/>
                  </a:lnTo>
                  <a:lnTo>
                    <a:pt x="503" y="1777"/>
                  </a:lnTo>
                  <a:lnTo>
                    <a:pt x="310" y="2163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1" y="3514"/>
                  </a:lnTo>
                  <a:lnTo>
                    <a:pt x="1" y="3978"/>
                  </a:lnTo>
                  <a:lnTo>
                    <a:pt x="39" y="4441"/>
                  </a:lnTo>
                  <a:lnTo>
                    <a:pt x="155" y="4905"/>
                  </a:lnTo>
                  <a:lnTo>
                    <a:pt x="271" y="5368"/>
                  </a:lnTo>
                  <a:lnTo>
                    <a:pt x="464" y="5793"/>
                  </a:lnTo>
                  <a:lnTo>
                    <a:pt x="696" y="6218"/>
                  </a:lnTo>
                  <a:lnTo>
                    <a:pt x="1005" y="6179"/>
                  </a:lnTo>
                  <a:lnTo>
                    <a:pt x="850" y="5870"/>
                  </a:lnTo>
                  <a:lnTo>
                    <a:pt x="734" y="5522"/>
                  </a:lnTo>
                  <a:lnTo>
                    <a:pt x="618" y="5175"/>
                  </a:lnTo>
                  <a:lnTo>
                    <a:pt x="541" y="4789"/>
                  </a:lnTo>
                  <a:lnTo>
                    <a:pt x="503" y="4441"/>
                  </a:lnTo>
                  <a:lnTo>
                    <a:pt x="464" y="4055"/>
                  </a:lnTo>
                  <a:lnTo>
                    <a:pt x="464" y="3708"/>
                  </a:lnTo>
                  <a:lnTo>
                    <a:pt x="464" y="3360"/>
                  </a:lnTo>
                  <a:lnTo>
                    <a:pt x="503" y="2974"/>
                  </a:lnTo>
                  <a:lnTo>
                    <a:pt x="580" y="2626"/>
                  </a:lnTo>
                  <a:lnTo>
                    <a:pt x="696" y="2279"/>
                  </a:lnTo>
                  <a:lnTo>
                    <a:pt x="850" y="1931"/>
                  </a:lnTo>
                  <a:lnTo>
                    <a:pt x="1005" y="1622"/>
                  </a:lnTo>
                  <a:lnTo>
                    <a:pt x="1236" y="1313"/>
                  </a:lnTo>
                  <a:lnTo>
                    <a:pt x="1468" y="1043"/>
                  </a:lnTo>
                  <a:lnTo>
                    <a:pt x="1738" y="773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503"/>
                  </a:lnTo>
                  <a:lnTo>
                    <a:pt x="2279" y="618"/>
                  </a:lnTo>
                  <a:lnTo>
                    <a:pt x="2395" y="850"/>
                  </a:lnTo>
                  <a:lnTo>
                    <a:pt x="2588" y="1236"/>
                  </a:lnTo>
                  <a:lnTo>
                    <a:pt x="2742" y="1584"/>
                  </a:lnTo>
                  <a:lnTo>
                    <a:pt x="2858" y="1970"/>
                  </a:lnTo>
                  <a:lnTo>
                    <a:pt x="2974" y="2356"/>
                  </a:lnTo>
                  <a:lnTo>
                    <a:pt x="3051" y="2742"/>
                  </a:lnTo>
                  <a:lnTo>
                    <a:pt x="3090" y="3090"/>
                  </a:lnTo>
                  <a:lnTo>
                    <a:pt x="3090" y="3476"/>
                  </a:lnTo>
                  <a:lnTo>
                    <a:pt x="3051" y="3823"/>
                  </a:lnTo>
                  <a:lnTo>
                    <a:pt x="2974" y="4171"/>
                  </a:lnTo>
                  <a:lnTo>
                    <a:pt x="2897" y="4480"/>
                  </a:lnTo>
                  <a:lnTo>
                    <a:pt x="2742" y="4827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61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56" y="5793"/>
                  </a:lnTo>
                  <a:lnTo>
                    <a:pt x="2395" y="5831"/>
                  </a:lnTo>
                  <a:lnTo>
                    <a:pt x="2433" y="5793"/>
                  </a:lnTo>
                  <a:lnTo>
                    <a:pt x="2626" y="5754"/>
                  </a:lnTo>
                  <a:lnTo>
                    <a:pt x="2781" y="5716"/>
                  </a:lnTo>
                  <a:lnTo>
                    <a:pt x="3167" y="5677"/>
                  </a:lnTo>
                  <a:lnTo>
                    <a:pt x="3592" y="5716"/>
                  </a:lnTo>
                  <a:lnTo>
                    <a:pt x="4017" y="5831"/>
                  </a:lnTo>
                  <a:lnTo>
                    <a:pt x="4441" y="5947"/>
                  </a:lnTo>
                  <a:lnTo>
                    <a:pt x="4827" y="6102"/>
                  </a:lnTo>
                  <a:lnTo>
                    <a:pt x="5214" y="6295"/>
                  </a:lnTo>
                  <a:lnTo>
                    <a:pt x="5523" y="6449"/>
                  </a:lnTo>
                  <a:lnTo>
                    <a:pt x="5831" y="6642"/>
                  </a:lnTo>
                  <a:lnTo>
                    <a:pt x="6140" y="6874"/>
                  </a:lnTo>
                  <a:lnTo>
                    <a:pt x="6411" y="7106"/>
                  </a:lnTo>
                  <a:lnTo>
                    <a:pt x="6681" y="7337"/>
                  </a:lnTo>
                  <a:lnTo>
                    <a:pt x="6913" y="7646"/>
                  </a:lnTo>
                  <a:lnTo>
                    <a:pt x="7144" y="7917"/>
                  </a:lnTo>
                  <a:lnTo>
                    <a:pt x="7337" y="8225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56" y="8805"/>
                  </a:lnTo>
                  <a:lnTo>
                    <a:pt x="5870" y="8843"/>
                  </a:lnTo>
                  <a:lnTo>
                    <a:pt x="5445" y="8805"/>
                  </a:lnTo>
                  <a:lnTo>
                    <a:pt x="5059" y="8766"/>
                  </a:lnTo>
                  <a:lnTo>
                    <a:pt x="4634" y="8650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33" y="7106"/>
                  </a:lnTo>
                  <a:lnTo>
                    <a:pt x="1931" y="6604"/>
                  </a:lnTo>
                  <a:lnTo>
                    <a:pt x="1854" y="6526"/>
                  </a:lnTo>
                  <a:lnTo>
                    <a:pt x="1777" y="6526"/>
                  </a:lnTo>
                  <a:lnTo>
                    <a:pt x="1661" y="6565"/>
                  </a:lnTo>
                  <a:lnTo>
                    <a:pt x="1622" y="6565"/>
                  </a:lnTo>
                  <a:lnTo>
                    <a:pt x="1584" y="6604"/>
                  </a:lnTo>
                  <a:lnTo>
                    <a:pt x="1429" y="6874"/>
                  </a:lnTo>
                  <a:lnTo>
                    <a:pt x="1622" y="6913"/>
                  </a:lnTo>
                  <a:lnTo>
                    <a:pt x="2240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592" y="8573"/>
                  </a:lnTo>
                  <a:lnTo>
                    <a:pt x="3978" y="8805"/>
                  </a:lnTo>
                  <a:lnTo>
                    <a:pt x="4364" y="8998"/>
                  </a:lnTo>
                  <a:lnTo>
                    <a:pt x="4789" y="9152"/>
                  </a:lnTo>
                  <a:lnTo>
                    <a:pt x="5252" y="9229"/>
                  </a:lnTo>
                  <a:lnTo>
                    <a:pt x="5677" y="9268"/>
                  </a:lnTo>
                  <a:lnTo>
                    <a:pt x="6102" y="9229"/>
                  </a:lnTo>
                  <a:lnTo>
                    <a:pt x="6565" y="9191"/>
                  </a:lnTo>
                  <a:lnTo>
                    <a:pt x="6990" y="9114"/>
                  </a:lnTo>
                  <a:lnTo>
                    <a:pt x="7878" y="8882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7994" y="8650"/>
                  </a:lnTo>
                  <a:lnTo>
                    <a:pt x="7994" y="8573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183" y="7299"/>
                  </a:lnTo>
                  <a:lnTo>
                    <a:pt x="6874" y="6951"/>
                  </a:lnTo>
                  <a:lnTo>
                    <a:pt x="6488" y="6604"/>
                  </a:lnTo>
                  <a:lnTo>
                    <a:pt x="6102" y="6295"/>
                  </a:lnTo>
                  <a:lnTo>
                    <a:pt x="5677" y="6063"/>
                  </a:lnTo>
                  <a:lnTo>
                    <a:pt x="5252" y="5831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01" y="5368"/>
                  </a:lnTo>
                  <a:lnTo>
                    <a:pt x="3592" y="5329"/>
                  </a:lnTo>
                  <a:lnTo>
                    <a:pt x="3283" y="5291"/>
                  </a:lnTo>
                  <a:lnTo>
                    <a:pt x="2974" y="5291"/>
                  </a:lnTo>
                  <a:lnTo>
                    <a:pt x="3167" y="4982"/>
                  </a:lnTo>
                  <a:lnTo>
                    <a:pt x="3283" y="4673"/>
                  </a:lnTo>
                  <a:lnTo>
                    <a:pt x="3399" y="4325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44"/>
                  </a:lnTo>
                  <a:lnTo>
                    <a:pt x="3476" y="2858"/>
                  </a:lnTo>
                  <a:lnTo>
                    <a:pt x="3437" y="2510"/>
                  </a:lnTo>
                  <a:lnTo>
                    <a:pt x="3322" y="1970"/>
                  </a:lnTo>
                  <a:lnTo>
                    <a:pt x="3128" y="1468"/>
                  </a:lnTo>
                  <a:lnTo>
                    <a:pt x="2935" y="1005"/>
                  </a:lnTo>
                  <a:lnTo>
                    <a:pt x="2704" y="503"/>
                  </a:lnTo>
                  <a:lnTo>
                    <a:pt x="2588" y="309"/>
                  </a:lnTo>
                  <a:lnTo>
                    <a:pt x="2433" y="116"/>
                  </a:lnTo>
                  <a:lnTo>
                    <a:pt x="2356" y="78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21"/>
            <p:cNvSpPr/>
            <p:nvPr/>
          </p:nvSpPr>
          <p:spPr>
            <a:xfrm>
              <a:off x="1264300" y="2944850"/>
              <a:ext cx="455675" cy="657425"/>
            </a:xfrm>
            <a:custGeom>
              <a:avLst/>
              <a:gdLst/>
              <a:ahLst/>
              <a:cxnLst/>
              <a:rect l="l" t="t" r="r" b="b"/>
              <a:pathLst>
                <a:path w="18227" h="26297" extrusionOk="0">
                  <a:moveTo>
                    <a:pt x="310" y="348"/>
                  </a:moveTo>
                  <a:lnTo>
                    <a:pt x="425" y="386"/>
                  </a:lnTo>
                  <a:lnTo>
                    <a:pt x="1700" y="1429"/>
                  </a:lnTo>
                  <a:lnTo>
                    <a:pt x="2974" y="2510"/>
                  </a:lnTo>
                  <a:lnTo>
                    <a:pt x="4210" y="3591"/>
                  </a:lnTo>
                  <a:lnTo>
                    <a:pt x="5445" y="4673"/>
                  </a:lnTo>
                  <a:lnTo>
                    <a:pt x="5098" y="5290"/>
                  </a:lnTo>
                  <a:lnTo>
                    <a:pt x="4943" y="5599"/>
                  </a:lnTo>
                  <a:lnTo>
                    <a:pt x="4712" y="5831"/>
                  </a:lnTo>
                  <a:lnTo>
                    <a:pt x="4519" y="6101"/>
                  </a:lnTo>
                  <a:lnTo>
                    <a:pt x="4248" y="6294"/>
                  </a:lnTo>
                  <a:lnTo>
                    <a:pt x="3978" y="6526"/>
                  </a:lnTo>
                  <a:lnTo>
                    <a:pt x="3669" y="6680"/>
                  </a:lnTo>
                  <a:lnTo>
                    <a:pt x="3360" y="6835"/>
                  </a:lnTo>
                  <a:lnTo>
                    <a:pt x="3051" y="6989"/>
                  </a:lnTo>
                  <a:lnTo>
                    <a:pt x="2395" y="7182"/>
                  </a:lnTo>
                  <a:lnTo>
                    <a:pt x="1738" y="7298"/>
                  </a:lnTo>
                  <a:lnTo>
                    <a:pt x="1082" y="7414"/>
                  </a:lnTo>
                  <a:lnTo>
                    <a:pt x="889" y="6526"/>
                  </a:lnTo>
                  <a:lnTo>
                    <a:pt x="734" y="5677"/>
                  </a:lnTo>
                  <a:lnTo>
                    <a:pt x="580" y="4788"/>
                  </a:lnTo>
                  <a:lnTo>
                    <a:pt x="464" y="3900"/>
                  </a:lnTo>
                  <a:lnTo>
                    <a:pt x="387" y="3012"/>
                  </a:lnTo>
                  <a:lnTo>
                    <a:pt x="348" y="2124"/>
                  </a:lnTo>
                  <a:lnTo>
                    <a:pt x="310" y="1236"/>
                  </a:lnTo>
                  <a:lnTo>
                    <a:pt x="310" y="348"/>
                  </a:lnTo>
                  <a:close/>
                  <a:moveTo>
                    <a:pt x="12357" y="12318"/>
                  </a:moveTo>
                  <a:lnTo>
                    <a:pt x="13014" y="12473"/>
                  </a:lnTo>
                  <a:lnTo>
                    <a:pt x="13709" y="12550"/>
                  </a:lnTo>
                  <a:lnTo>
                    <a:pt x="14404" y="12589"/>
                  </a:lnTo>
                  <a:lnTo>
                    <a:pt x="15060" y="12550"/>
                  </a:lnTo>
                  <a:lnTo>
                    <a:pt x="15640" y="13901"/>
                  </a:lnTo>
                  <a:lnTo>
                    <a:pt x="16296" y="15214"/>
                  </a:lnTo>
                  <a:lnTo>
                    <a:pt x="17648" y="17840"/>
                  </a:lnTo>
                  <a:lnTo>
                    <a:pt x="16644" y="17686"/>
                  </a:lnTo>
                  <a:lnTo>
                    <a:pt x="15640" y="17647"/>
                  </a:lnTo>
                  <a:lnTo>
                    <a:pt x="15331" y="17608"/>
                  </a:lnTo>
                  <a:lnTo>
                    <a:pt x="15099" y="17531"/>
                  </a:lnTo>
                  <a:lnTo>
                    <a:pt x="14983" y="17493"/>
                  </a:lnTo>
                  <a:lnTo>
                    <a:pt x="14906" y="17415"/>
                  </a:lnTo>
                  <a:lnTo>
                    <a:pt x="14751" y="17106"/>
                  </a:lnTo>
                  <a:lnTo>
                    <a:pt x="14365" y="16489"/>
                  </a:lnTo>
                  <a:lnTo>
                    <a:pt x="13979" y="15832"/>
                  </a:lnTo>
                  <a:lnTo>
                    <a:pt x="13941" y="15794"/>
                  </a:lnTo>
                  <a:lnTo>
                    <a:pt x="13902" y="15755"/>
                  </a:lnTo>
                  <a:lnTo>
                    <a:pt x="13747" y="15755"/>
                  </a:lnTo>
                  <a:lnTo>
                    <a:pt x="13670" y="15214"/>
                  </a:lnTo>
                  <a:lnTo>
                    <a:pt x="13516" y="14712"/>
                  </a:lnTo>
                  <a:lnTo>
                    <a:pt x="13323" y="14172"/>
                  </a:lnTo>
                  <a:lnTo>
                    <a:pt x="13091" y="13670"/>
                  </a:lnTo>
                  <a:lnTo>
                    <a:pt x="12744" y="13013"/>
                  </a:lnTo>
                  <a:lnTo>
                    <a:pt x="12357" y="12318"/>
                  </a:lnTo>
                  <a:close/>
                  <a:moveTo>
                    <a:pt x="5677" y="4904"/>
                  </a:moveTo>
                  <a:lnTo>
                    <a:pt x="6720" y="5947"/>
                  </a:lnTo>
                  <a:lnTo>
                    <a:pt x="7762" y="6989"/>
                  </a:lnTo>
                  <a:lnTo>
                    <a:pt x="8612" y="7916"/>
                  </a:lnTo>
                  <a:lnTo>
                    <a:pt x="9423" y="8920"/>
                  </a:lnTo>
                  <a:lnTo>
                    <a:pt x="10234" y="9886"/>
                  </a:lnTo>
                  <a:lnTo>
                    <a:pt x="10967" y="10928"/>
                  </a:lnTo>
                  <a:lnTo>
                    <a:pt x="11701" y="12009"/>
                  </a:lnTo>
                  <a:lnTo>
                    <a:pt x="12087" y="12550"/>
                  </a:lnTo>
                  <a:lnTo>
                    <a:pt x="12396" y="13129"/>
                  </a:lnTo>
                  <a:lnTo>
                    <a:pt x="12705" y="13708"/>
                  </a:lnTo>
                  <a:lnTo>
                    <a:pt x="12975" y="14326"/>
                  </a:lnTo>
                  <a:lnTo>
                    <a:pt x="13207" y="14944"/>
                  </a:lnTo>
                  <a:lnTo>
                    <a:pt x="13361" y="15562"/>
                  </a:lnTo>
                  <a:lnTo>
                    <a:pt x="13439" y="16180"/>
                  </a:lnTo>
                  <a:lnTo>
                    <a:pt x="13400" y="16759"/>
                  </a:lnTo>
                  <a:lnTo>
                    <a:pt x="13361" y="17068"/>
                  </a:lnTo>
                  <a:lnTo>
                    <a:pt x="13284" y="17338"/>
                  </a:lnTo>
                  <a:lnTo>
                    <a:pt x="13207" y="17608"/>
                  </a:lnTo>
                  <a:lnTo>
                    <a:pt x="13091" y="17879"/>
                  </a:lnTo>
                  <a:lnTo>
                    <a:pt x="12975" y="18149"/>
                  </a:lnTo>
                  <a:lnTo>
                    <a:pt x="12821" y="18381"/>
                  </a:lnTo>
                  <a:lnTo>
                    <a:pt x="12628" y="18612"/>
                  </a:lnTo>
                  <a:lnTo>
                    <a:pt x="12435" y="18806"/>
                  </a:lnTo>
                  <a:lnTo>
                    <a:pt x="12203" y="18999"/>
                  </a:lnTo>
                  <a:lnTo>
                    <a:pt x="11971" y="19153"/>
                  </a:lnTo>
                  <a:lnTo>
                    <a:pt x="11662" y="19308"/>
                  </a:lnTo>
                  <a:lnTo>
                    <a:pt x="11392" y="19423"/>
                  </a:lnTo>
                  <a:lnTo>
                    <a:pt x="10813" y="19539"/>
                  </a:lnTo>
                  <a:lnTo>
                    <a:pt x="10234" y="19616"/>
                  </a:lnTo>
                  <a:lnTo>
                    <a:pt x="9693" y="19578"/>
                  </a:lnTo>
                  <a:lnTo>
                    <a:pt x="9114" y="19462"/>
                  </a:lnTo>
                  <a:lnTo>
                    <a:pt x="8573" y="19308"/>
                  </a:lnTo>
                  <a:lnTo>
                    <a:pt x="8032" y="19076"/>
                  </a:lnTo>
                  <a:lnTo>
                    <a:pt x="7531" y="18767"/>
                  </a:lnTo>
                  <a:lnTo>
                    <a:pt x="7067" y="18458"/>
                  </a:lnTo>
                  <a:lnTo>
                    <a:pt x="6642" y="18072"/>
                  </a:lnTo>
                  <a:lnTo>
                    <a:pt x="6256" y="17686"/>
                  </a:lnTo>
                  <a:lnTo>
                    <a:pt x="5870" y="17261"/>
                  </a:lnTo>
                  <a:lnTo>
                    <a:pt x="5484" y="16798"/>
                  </a:lnTo>
                  <a:lnTo>
                    <a:pt x="4827" y="15871"/>
                  </a:lnTo>
                  <a:lnTo>
                    <a:pt x="4210" y="14944"/>
                  </a:lnTo>
                  <a:lnTo>
                    <a:pt x="3592" y="13901"/>
                  </a:lnTo>
                  <a:lnTo>
                    <a:pt x="3051" y="12859"/>
                  </a:lnTo>
                  <a:lnTo>
                    <a:pt x="2549" y="11778"/>
                  </a:lnTo>
                  <a:lnTo>
                    <a:pt x="2086" y="10696"/>
                  </a:lnTo>
                  <a:lnTo>
                    <a:pt x="1816" y="9963"/>
                  </a:lnTo>
                  <a:lnTo>
                    <a:pt x="1584" y="9190"/>
                  </a:lnTo>
                  <a:lnTo>
                    <a:pt x="1352" y="8457"/>
                  </a:lnTo>
                  <a:lnTo>
                    <a:pt x="1159" y="7723"/>
                  </a:lnTo>
                  <a:lnTo>
                    <a:pt x="1816" y="7646"/>
                  </a:lnTo>
                  <a:lnTo>
                    <a:pt x="2549" y="7491"/>
                  </a:lnTo>
                  <a:lnTo>
                    <a:pt x="3244" y="7298"/>
                  </a:lnTo>
                  <a:lnTo>
                    <a:pt x="3592" y="7144"/>
                  </a:lnTo>
                  <a:lnTo>
                    <a:pt x="3901" y="6989"/>
                  </a:lnTo>
                  <a:lnTo>
                    <a:pt x="4248" y="6796"/>
                  </a:lnTo>
                  <a:lnTo>
                    <a:pt x="4519" y="6603"/>
                  </a:lnTo>
                  <a:lnTo>
                    <a:pt x="4789" y="6410"/>
                  </a:lnTo>
                  <a:lnTo>
                    <a:pt x="5059" y="6140"/>
                  </a:lnTo>
                  <a:lnTo>
                    <a:pt x="5252" y="5870"/>
                  </a:lnTo>
                  <a:lnTo>
                    <a:pt x="5445" y="5599"/>
                  </a:lnTo>
                  <a:lnTo>
                    <a:pt x="5561" y="5252"/>
                  </a:lnTo>
                  <a:lnTo>
                    <a:pt x="5677" y="4904"/>
                  </a:lnTo>
                  <a:close/>
                  <a:moveTo>
                    <a:pt x="13284" y="18381"/>
                  </a:moveTo>
                  <a:lnTo>
                    <a:pt x="13593" y="18612"/>
                  </a:lnTo>
                  <a:lnTo>
                    <a:pt x="13902" y="18844"/>
                  </a:lnTo>
                  <a:lnTo>
                    <a:pt x="13632" y="19230"/>
                  </a:lnTo>
                  <a:lnTo>
                    <a:pt x="13323" y="19578"/>
                  </a:lnTo>
                  <a:lnTo>
                    <a:pt x="12975" y="19887"/>
                  </a:lnTo>
                  <a:lnTo>
                    <a:pt x="12589" y="20157"/>
                  </a:lnTo>
                  <a:lnTo>
                    <a:pt x="12164" y="20350"/>
                  </a:lnTo>
                  <a:lnTo>
                    <a:pt x="11701" y="20505"/>
                  </a:lnTo>
                  <a:lnTo>
                    <a:pt x="11238" y="20582"/>
                  </a:lnTo>
                  <a:lnTo>
                    <a:pt x="10736" y="20620"/>
                  </a:lnTo>
                  <a:lnTo>
                    <a:pt x="10697" y="20620"/>
                  </a:lnTo>
                  <a:lnTo>
                    <a:pt x="10581" y="19964"/>
                  </a:lnTo>
                  <a:lnTo>
                    <a:pt x="10967" y="19887"/>
                  </a:lnTo>
                  <a:lnTo>
                    <a:pt x="11392" y="19810"/>
                  </a:lnTo>
                  <a:lnTo>
                    <a:pt x="11740" y="19694"/>
                  </a:lnTo>
                  <a:lnTo>
                    <a:pt x="12126" y="19501"/>
                  </a:lnTo>
                  <a:lnTo>
                    <a:pt x="12473" y="19308"/>
                  </a:lnTo>
                  <a:lnTo>
                    <a:pt x="12782" y="19037"/>
                  </a:lnTo>
                  <a:lnTo>
                    <a:pt x="13052" y="18728"/>
                  </a:lnTo>
                  <a:lnTo>
                    <a:pt x="13284" y="18381"/>
                  </a:lnTo>
                  <a:close/>
                  <a:moveTo>
                    <a:pt x="14172" y="18999"/>
                  </a:moveTo>
                  <a:lnTo>
                    <a:pt x="14636" y="19230"/>
                  </a:lnTo>
                  <a:lnTo>
                    <a:pt x="14327" y="19732"/>
                  </a:lnTo>
                  <a:lnTo>
                    <a:pt x="13941" y="20157"/>
                  </a:lnTo>
                  <a:lnTo>
                    <a:pt x="13516" y="20543"/>
                  </a:lnTo>
                  <a:lnTo>
                    <a:pt x="13091" y="20852"/>
                  </a:lnTo>
                  <a:lnTo>
                    <a:pt x="12589" y="21122"/>
                  </a:lnTo>
                  <a:lnTo>
                    <a:pt x="12087" y="21315"/>
                  </a:lnTo>
                  <a:lnTo>
                    <a:pt x="11508" y="21470"/>
                  </a:lnTo>
                  <a:lnTo>
                    <a:pt x="10929" y="21624"/>
                  </a:lnTo>
                  <a:lnTo>
                    <a:pt x="10929" y="21393"/>
                  </a:lnTo>
                  <a:lnTo>
                    <a:pt x="10851" y="21200"/>
                  </a:lnTo>
                  <a:lnTo>
                    <a:pt x="10736" y="20814"/>
                  </a:lnTo>
                  <a:lnTo>
                    <a:pt x="11276" y="20852"/>
                  </a:lnTo>
                  <a:lnTo>
                    <a:pt x="11778" y="20775"/>
                  </a:lnTo>
                  <a:lnTo>
                    <a:pt x="12280" y="20659"/>
                  </a:lnTo>
                  <a:lnTo>
                    <a:pt x="12744" y="20427"/>
                  </a:lnTo>
                  <a:lnTo>
                    <a:pt x="13168" y="20157"/>
                  </a:lnTo>
                  <a:lnTo>
                    <a:pt x="13554" y="19810"/>
                  </a:lnTo>
                  <a:lnTo>
                    <a:pt x="13863" y="19423"/>
                  </a:lnTo>
                  <a:lnTo>
                    <a:pt x="14172" y="18999"/>
                  </a:lnTo>
                  <a:close/>
                  <a:moveTo>
                    <a:pt x="14018" y="20659"/>
                  </a:moveTo>
                  <a:lnTo>
                    <a:pt x="14172" y="20852"/>
                  </a:lnTo>
                  <a:lnTo>
                    <a:pt x="14288" y="20968"/>
                  </a:lnTo>
                  <a:lnTo>
                    <a:pt x="14134" y="21007"/>
                  </a:lnTo>
                  <a:lnTo>
                    <a:pt x="14056" y="21045"/>
                  </a:lnTo>
                  <a:lnTo>
                    <a:pt x="14018" y="21122"/>
                  </a:lnTo>
                  <a:lnTo>
                    <a:pt x="13979" y="21200"/>
                  </a:lnTo>
                  <a:lnTo>
                    <a:pt x="14018" y="21277"/>
                  </a:lnTo>
                  <a:lnTo>
                    <a:pt x="14404" y="21663"/>
                  </a:lnTo>
                  <a:lnTo>
                    <a:pt x="14751" y="22049"/>
                  </a:lnTo>
                  <a:lnTo>
                    <a:pt x="15099" y="22435"/>
                  </a:lnTo>
                  <a:lnTo>
                    <a:pt x="15408" y="22860"/>
                  </a:lnTo>
                  <a:lnTo>
                    <a:pt x="15678" y="23285"/>
                  </a:lnTo>
                  <a:lnTo>
                    <a:pt x="15910" y="23748"/>
                  </a:lnTo>
                  <a:lnTo>
                    <a:pt x="16142" y="24250"/>
                  </a:lnTo>
                  <a:lnTo>
                    <a:pt x="16335" y="24714"/>
                  </a:lnTo>
                  <a:lnTo>
                    <a:pt x="15871" y="24636"/>
                  </a:lnTo>
                  <a:lnTo>
                    <a:pt x="15485" y="24521"/>
                  </a:lnTo>
                  <a:lnTo>
                    <a:pt x="15099" y="24327"/>
                  </a:lnTo>
                  <a:lnTo>
                    <a:pt x="14790" y="24096"/>
                  </a:lnTo>
                  <a:lnTo>
                    <a:pt x="14481" y="23825"/>
                  </a:lnTo>
                  <a:lnTo>
                    <a:pt x="14211" y="23517"/>
                  </a:lnTo>
                  <a:lnTo>
                    <a:pt x="13979" y="23169"/>
                  </a:lnTo>
                  <a:lnTo>
                    <a:pt x="13747" y="22744"/>
                  </a:lnTo>
                  <a:lnTo>
                    <a:pt x="13593" y="22397"/>
                  </a:lnTo>
                  <a:lnTo>
                    <a:pt x="13400" y="22126"/>
                  </a:lnTo>
                  <a:lnTo>
                    <a:pt x="13284" y="22011"/>
                  </a:lnTo>
                  <a:lnTo>
                    <a:pt x="13130" y="21895"/>
                  </a:lnTo>
                  <a:lnTo>
                    <a:pt x="12975" y="21856"/>
                  </a:lnTo>
                  <a:lnTo>
                    <a:pt x="12821" y="21895"/>
                  </a:lnTo>
                  <a:lnTo>
                    <a:pt x="12821" y="21702"/>
                  </a:lnTo>
                  <a:lnTo>
                    <a:pt x="12898" y="21470"/>
                  </a:lnTo>
                  <a:lnTo>
                    <a:pt x="13207" y="21315"/>
                  </a:lnTo>
                  <a:lnTo>
                    <a:pt x="13477" y="21122"/>
                  </a:lnTo>
                  <a:lnTo>
                    <a:pt x="13786" y="20891"/>
                  </a:lnTo>
                  <a:lnTo>
                    <a:pt x="14018" y="20659"/>
                  </a:lnTo>
                  <a:close/>
                  <a:moveTo>
                    <a:pt x="5291" y="17145"/>
                  </a:moveTo>
                  <a:lnTo>
                    <a:pt x="5677" y="17608"/>
                  </a:lnTo>
                  <a:lnTo>
                    <a:pt x="6102" y="18072"/>
                  </a:lnTo>
                  <a:lnTo>
                    <a:pt x="6565" y="18497"/>
                  </a:lnTo>
                  <a:lnTo>
                    <a:pt x="7029" y="18883"/>
                  </a:lnTo>
                  <a:lnTo>
                    <a:pt x="7531" y="19192"/>
                  </a:lnTo>
                  <a:lnTo>
                    <a:pt x="7531" y="19230"/>
                  </a:lnTo>
                  <a:lnTo>
                    <a:pt x="7917" y="19964"/>
                  </a:lnTo>
                  <a:lnTo>
                    <a:pt x="8380" y="20698"/>
                  </a:lnTo>
                  <a:lnTo>
                    <a:pt x="8573" y="20968"/>
                  </a:lnTo>
                  <a:lnTo>
                    <a:pt x="8805" y="21238"/>
                  </a:lnTo>
                  <a:lnTo>
                    <a:pt x="8998" y="21509"/>
                  </a:lnTo>
                  <a:lnTo>
                    <a:pt x="9036" y="21663"/>
                  </a:lnTo>
                  <a:lnTo>
                    <a:pt x="9075" y="21817"/>
                  </a:lnTo>
                  <a:lnTo>
                    <a:pt x="9075" y="22011"/>
                  </a:lnTo>
                  <a:lnTo>
                    <a:pt x="9036" y="22204"/>
                  </a:lnTo>
                  <a:lnTo>
                    <a:pt x="8882" y="22590"/>
                  </a:lnTo>
                  <a:lnTo>
                    <a:pt x="8496" y="23362"/>
                  </a:lnTo>
                  <a:lnTo>
                    <a:pt x="7955" y="24868"/>
                  </a:lnTo>
                  <a:lnTo>
                    <a:pt x="7608" y="24173"/>
                  </a:lnTo>
                  <a:lnTo>
                    <a:pt x="7260" y="23555"/>
                  </a:lnTo>
                  <a:lnTo>
                    <a:pt x="6874" y="22899"/>
                  </a:lnTo>
                  <a:lnTo>
                    <a:pt x="6488" y="22281"/>
                  </a:lnTo>
                  <a:lnTo>
                    <a:pt x="5716" y="21315"/>
                  </a:lnTo>
                  <a:lnTo>
                    <a:pt x="5214" y="20736"/>
                  </a:lnTo>
                  <a:lnTo>
                    <a:pt x="4982" y="20389"/>
                  </a:lnTo>
                  <a:lnTo>
                    <a:pt x="4789" y="20080"/>
                  </a:lnTo>
                  <a:lnTo>
                    <a:pt x="4827" y="20003"/>
                  </a:lnTo>
                  <a:lnTo>
                    <a:pt x="4827" y="19925"/>
                  </a:lnTo>
                  <a:lnTo>
                    <a:pt x="4827" y="19887"/>
                  </a:lnTo>
                  <a:lnTo>
                    <a:pt x="4750" y="19810"/>
                  </a:lnTo>
                  <a:lnTo>
                    <a:pt x="5021" y="18458"/>
                  </a:lnTo>
                  <a:lnTo>
                    <a:pt x="5291" y="17145"/>
                  </a:lnTo>
                  <a:close/>
                  <a:moveTo>
                    <a:pt x="14481" y="20157"/>
                  </a:moveTo>
                  <a:lnTo>
                    <a:pt x="15022" y="20273"/>
                  </a:lnTo>
                  <a:lnTo>
                    <a:pt x="15485" y="20466"/>
                  </a:lnTo>
                  <a:lnTo>
                    <a:pt x="15987" y="20659"/>
                  </a:lnTo>
                  <a:lnTo>
                    <a:pt x="16451" y="20891"/>
                  </a:lnTo>
                  <a:lnTo>
                    <a:pt x="16180" y="21007"/>
                  </a:lnTo>
                  <a:lnTo>
                    <a:pt x="15949" y="21007"/>
                  </a:lnTo>
                  <a:lnTo>
                    <a:pt x="15678" y="20968"/>
                  </a:lnTo>
                  <a:lnTo>
                    <a:pt x="15447" y="20891"/>
                  </a:lnTo>
                  <a:lnTo>
                    <a:pt x="15292" y="20891"/>
                  </a:lnTo>
                  <a:lnTo>
                    <a:pt x="15176" y="20968"/>
                  </a:lnTo>
                  <a:lnTo>
                    <a:pt x="15176" y="21045"/>
                  </a:lnTo>
                  <a:lnTo>
                    <a:pt x="15176" y="21084"/>
                  </a:lnTo>
                  <a:lnTo>
                    <a:pt x="15215" y="21161"/>
                  </a:lnTo>
                  <a:lnTo>
                    <a:pt x="15253" y="21200"/>
                  </a:lnTo>
                  <a:lnTo>
                    <a:pt x="15794" y="21547"/>
                  </a:lnTo>
                  <a:lnTo>
                    <a:pt x="16257" y="21972"/>
                  </a:lnTo>
                  <a:lnTo>
                    <a:pt x="16489" y="22204"/>
                  </a:lnTo>
                  <a:lnTo>
                    <a:pt x="16682" y="22435"/>
                  </a:lnTo>
                  <a:lnTo>
                    <a:pt x="16837" y="22706"/>
                  </a:lnTo>
                  <a:lnTo>
                    <a:pt x="16991" y="22976"/>
                  </a:lnTo>
                  <a:lnTo>
                    <a:pt x="17223" y="23517"/>
                  </a:lnTo>
                  <a:lnTo>
                    <a:pt x="17339" y="23825"/>
                  </a:lnTo>
                  <a:lnTo>
                    <a:pt x="17416" y="24173"/>
                  </a:lnTo>
                  <a:lnTo>
                    <a:pt x="17493" y="24482"/>
                  </a:lnTo>
                  <a:lnTo>
                    <a:pt x="17532" y="24791"/>
                  </a:lnTo>
                  <a:lnTo>
                    <a:pt x="17493" y="25100"/>
                  </a:lnTo>
                  <a:lnTo>
                    <a:pt x="17455" y="25409"/>
                  </a:lnTo>
                  <a:lnTo>
                    <a:pt x="17339" y="25602"/>
                  </a:lnTo>
                  <a:lnTo>
                    <a:pt x="17223" y="25756"/>
                  </a:lnTo>
                  <a:lnTo>
                    <a:pt x="17068" y="25833"/>
                  </a:lnTo>
                  <a:lnTo>
                    <a:pt x="16914" y="25872"/>
                  </a:lnTo>
                  <a:lnTo>
                    <a:pt x="16528" y="25872"/>
                  </a:lnTo>
                  <a:lnTo>
                    <a:pt x="16103" y="25756"/>
                  </a:lnTo>
                  <a:lnTo>
                    <a:pt x="15447" y="25563"/>
                  </a:lnTo>
                  <a:lnTo>
                    <a:pt x="15099" y="25409"/>
                  </a:lnTo>
                  <a:lnTo>
                    <a:pt x="14790" y="25254"/>
                  </a:lnTo>
                  <a:lnTo>
                    <a:pt x="14443" y="25061"/>
                  </a:lnTo>
                  <a:lnTo>
                    <a:pt x="14095" y="24829"/>
                  </a:lnTo>
                  <a:lnTo>
                    <a:pt x="13786" y="24559"/>
                  </a:lnTo>
                  <a:lnTo>
                    <a:pt x="13516" y="24250"/>
                  </a:lnTo>
                  <a:lnTo>
                    <a:pt x="13284" y="23903"/>
                  </a:lnTo>
                  <a:lnTo>
                    <a:pt x="13091" y="23555"/>
                  </a:lnTo>
                  <a:lnTo>
                    <a:pt x="12937" y="23208"/>
                  </a:lnTo>
                  <a:lnTo>
                    <a:pt x="12821" y="22783"/>
                  </a:lnTo>
                  <a:lnTo>
                    <a:pt x="12744" y="22706"/>
                  </a:lnTo>
                  <a:lnTo>
                    <a:pt x="12666" y="22667"/>
                  </a:lnTo>
                  <a:lnTo>
                    <a:pt x="12589" y="22706"/>
                  </a:lnTo>
                  <a:lnTo>
                    <a:pt x="12512" y="22744"/>
                  </a:lnTo>
                  <a:lnTo>
                    <a:pt x="12048" y="23439"/>
                  </a:lnTo>
                  <a:lnTo>
                    <a:pt x="11933" y="23053"/>
                  </a:lnTo>
                  <a:lnTo>
                    <a:pt x="11855" y="22628"/>
                  </a:lnTo>
                  <a:lnTo>
                    <a:pt x="11855" y="22242"/>
                  </a:lnTo>
                  <a:lnTo>
                    <a:pt x="11894" y="21817"/>
                  </a:lnTo>
                  <a:lnTo>
                    <a:pt x="12280" y="21740"/>
                  </a:lnTo>
                  <a:lnTo>
                    <a:pt x="12666" y="21586"/>
                  </a:lnTo>
                  <a:lnTo>
                    <a:pt x="12589" y="21817"/>
                  </a:lnTo>
                  <a:lnTo>
                    <a:pt x="12589" y="22049"/>
                  </a:lnTo>
                  <a:lnTo>
                    <a:pt x="12589" y="22126"/>
                  </a:lnTo>
                  <a:lnTo>
                    <a:pt x="12628" y="22165"/>
                  </a:lnTo>
                  <a:lnTo>
                    <a:pt x="12937" y="22165"/>
                  </a:lnTo>
                  <a:lnTo>
                    <a:pt x="13130" y="22319"/>
                  </a:lnTo>
                  <a:lnTo>
                    <a:pt x="13323" y="22551"/>
                  </a:lnTo>
                  <a:lnTo>
                    <a:pt x="13516" y="22821"/>
                  </a:lnTo>
                  <a:lnTo>
                    <a:pt x="13863" y="23439"/>
                  </a:lnTo>
                  <a:lnTo>
                    <a:pt x="14095" y="23825"/>
                  </a:lnTo>
                  <a:lnTo>
                    <a:pt x="14404" y="24173"/>
                  </a:lnTo>
                  <a:lnTo>
                    <a:pt x="14751" y="24482"/>
                  </a:lnTo>
                  <a:lnTo>
                    <a:pt x="15176" y="24752"/>
                  </a:lnTo>
                  <a:lnTo>
                    <a:pt x="15640" y="24907"/>
                  </a:lnTo>
                  <a:lnTo>
                    <a:pt x="15871" y="24945"/>
                  </a:lnTo>
                  <a:lnTo>
                    <a:pt x="16103" y="24984"/>
                  </a:lnTo>
                  <a:lnTo>
                    <a:pt x="16566" y="24984"/>
                  </a:lnTo>
                  <a:lnTo>
                    <a:pt x="16644" y="24945"/>
                  </a:lnTo>
                  <a:lnTo>
                    <a:pt x="16644" y="24907"/>
                  </a:lnTo>
                  <a:lnTo>
                    <a:pt x="16644" y="24829"/>
                  </a:lnTo>
                  <a:lnTo>
                    <a:pt x="16605" y="24791"/>
                  </a:lnTo>
                  <a:lnTo>
                    <a:pt x="16605" y="24752"/>
                  </a:lnTo>
                  <a:lnTo>
                    <a:pt x="16451" y="24250"/>
                  </a:lnTo>
                  <a:lnTo>
                    <a:pt x="16257" y="23748"/>
                  </a:lnTo>
                  <a:lnTo>
                    <a:pt x="16026" y="23285"/>
                  </a:lnTo>
                  <a:lnTo>
                    <a:pt x="15755" y="22821"/>
                  </a:lnTo>
                  <a:lnTo>
                    <a:pt x="15485" y="22397"/>
                  </a:lnTo>
                  <a:lnTo>
                    <a:pt x="15176" y="22011"/>
                  </a:lnTo>
                  <a:lnTo>
                    <a:pt x="14829" y="21586"/>
                  </a:lnTo>
                  <a:lnTo>
                    <a:pt x="14443" y="21238"/>
                  </a:lnTo>
                  <a:lnTo>
                    <a:pt x="14597" y="21161"/>
                  </a:lnTo>
                  <a:lnTo>
                    <a:pt x="14713" y="21045"/>
                  </a:lnTo>
                  <a:lnTo>
                    <a:pt x="14751" y="20968"/>
                  </a:lnTo>
                  <a:lnTo>
                    <a:pt x="14751" y="20929"/>
                  </a:lnTo>
                  <a:lnTo>
                    <a:pt x="14713" y="20852"/>
                  </a:lnTo>
                  <a:lnTo>
                    <a:pt x="14674" y="20814"/>
                  </a:lnTo>
                  <a:lnTo>
                    <a:pt x="14211" y="20505"/>
                  </a:lnTo>
                  <a:lnTo>
                    <a:pt x="14481" y="20157"/>
                  </a:lnTo>
                  <a:close/>
                  <a:moveTo>
                    <a:pt x="155" y="0"/>
                  </a:moveTo>
                  <a:lnTo>
                    <a:pt x="116" y="39"/>
                  </a:lnTo>
                  <a:lnTo>
                    <a:pt x="78" y="77"/>
                  </a:lnTo>
                  <a:lnTo>
                    <a:pt x="116" y="155"/>
                  </a:lnTo>
                  <a:lnTo>
                    <a:pt x="78" y="193"/>
                  </a:lnTo>
                  <a:lnTo>
                    <a:pt x="39" y="270"/>
                  </a:lnTo>
                  <a:lnTo>
                    <a:pt x="1" y="1583"/>
                  </a:lnTo>
                  <a:lnTo>
                    <a:pt x="39" y="2896"/>
                  </a:lnTo>
                  <a:lnTo>
                    <a:pt x="116" y="4171"/>
                  </a:lnTo>
                  <a:lnTo>
                    <a:pt x="310" y="5483"/>
                  </a:lnTo>
                  <a:lnTo>
                    <a:pt x="541" y="6758"/>
                  </a:lnTo>
                  <a:lnTo>
                    <a:pt x="850" y="8032"/>
                  </a:lnTo>
                  <a:lnTo>
                    <a:pt x="1198" y="9306"/>
                  </a:lnTo>
                  <a:lnTo>
                    <a:pt x="1622" y="10542"/>
                  </a:lnTo>
                  <a:lnTo>
                    <a:pt x="2124" y="11739"/>
                  </a:lnTo>
                  <a:lnTo>
                    <a:pt x="2665" y="12936"/>
                  </a:lnTo>
                  <a:lnTo>
                    <a:pt x="3283" y="14095"/>
                  </a:lnTo>
                  <a:lnTo>
                    <a:pt x="3978" y="15214"/>
                  </a:lnTo>
                  <a:lnTo>
                    <a:pt x="4519" y="16064"/>
                  </a:lnTo>
                  <a:lnTo>
                    <a:pt x="5098" y="16913"/>
                  </a:lnTo>
                  <a:lnTo>
                    <a:pt x="4827" y="17686"/>
                  </a:lnTo>
                  <a:lnTo>
                    <a:pt x="4596" y="18458"/>
                  </a:lnTo>
                  <a:lnTo>
                    <a:pt x="4441" y="19269"/>
                  </a:lnTo>
                  <a:lnTo>
                    <a:pt x="4325" y="20080"/>
                  </a:lnTo>
                  <a:lnTo>
                    <a:pt x="4325" y="20157"/>
                  </a:lnTo>
                  <a:lnTo>
                    <a:pt x="4364" y="20196"/>
                  </a:lnTo>
                  <a:lnTo>
                    <a:pt x="4480" y="20273"/>
                  </a:lnTo>
                  <a:lnTo>
                    <a:pt x="4596" y="20543"/>
                  </a:lnTo>
                  <a:lnTo>
                    <a:pt x="4712" y="20775"/>
                  </a:lnTo>
                  <a:lnTo>
                    <a:pt x="4905" y="21045"/>
                  </a:lnTo>
                  <a:lnTo>
                    <a:pt x="5059" y="21277"/>
                  </a:lnTo>
                  <a:lnTo>
                    <a:pt x="5484" y="21702"/>
                  </a:lnTo>
                  <a:lnTo>
                    <a:pt x="5831" y="22165"/>
                  </a:lnTo>
                  <a:lnTo>
                    <a:pt x="6333" y="22860"/>
                  </a:lnTo>
                  <a:lnTo>
                    <a:pt x="6835" y="23594"/>
                  </a:lnTo>
                  <a:lnTo>
                    <a:pt x="7260" y="24366"/>
                  </a:lnTo>
                  <a:lnTo>
                    <a:pt x="7646" y="25138"/>
                  </a:lnTo>
                  <a:lnTo>
                    <a:pt x="7724" y="25216"/>
                  </a:lnTo>
                  <a:lnTo>
                    <a:pt x="7878" y="25216"/>
                  </a:lnTo>
                  <a:lnTo>
                    <a:pt x="7917" y="25177"/>
                  </a:lnTo>
                  <a:lnTo>
                    <a:pt x="7994" y="25216"/>
                  </a:lnTo>
                  <a:lnTo>
                    <a:pt x="8110" y="25216"/>
                  </a:lnTo>
                  <a:lnTo>
                    <a:pt x="8187" y="25138"/>
                  </a:lnTo>
                  <a:lnTo>
                    <a:pt x="8534" y="24327"/>
                  </a:lnTo>
                  <a:lnTo>
                    <a:pt x="8921" y="23478"/>
                  </a:lnTo>
                  <a:lnTo>
                    <a:pt x="9577" y="21779"/>
                  </a:lnTo>
                  <a:lnTo>
                    <a:pt x="9577" y="21663"/>
                  </a:lnTo>
                  <a:lnTo>
                    <a:pt x="9538" y="21586"/>
                  </a:lnTo>
                  <a:lnTo>
                    <a:pt x="8766" y="20543"/>
                  </a:lnTo>
                  <a:lnTo>
                    <a:pt x="8071" y="19462"/>
                  </a:lnTo>
                  <a:lnTo>
                    <a:pt x="8612" y="19694"/>
                  </a:lnTo>
                  <a:lnTo>
                    <a:pt x="9152" y="19848"/>
                  </a:lnTo>
                  <a:lnTo>
                    <a:pt x="9732" y="19925"/>
                  </a:lnTo>
                  <a:lnTo>
                    <a:pt x="10311" y="19964"/>
                  </a:lnTo>
                  <a:lnTo>
                    <a:pt x="10311" y="20389"/>
                  </a:lnTo>
                  <a:lnTo>
                    <a:pt x="10349" y="20852"/>
                  </a:lnTo>
                  <a:lnTo>
                    <a:pt x="10465" y="21315"/>
                  </a:lnTo>
                  <a:lnTo>
                    <a:pt x="10542" y="21547"/>
                  </a:lnTo>
                  <a:lnTo>
                    <a:pt x="10697" y="21740"/>
                  </a:lnTo>
                  <a:lnTo>
                    <a:pt x="10736" y="21779"/>
                  </a:lnTo>
                  <a:lnTo>
                    <a:pt x="10813" y="21779"/>
                  </a:lnTo>
                  <a:lnTo>
                    <a:pt x="10851" y="21856"/>
                  </a:lnTo>
                  <a:lnTo>
                    <a:pt x="10929" y="21856"/>
                  </a:lnTo>
                  <a:lnTo>
                    <a:pt x="11315" y="21895"/>
                  </a:lnTo>
                  <a:lnTo>
                    <a:pt x="11662" y="21856"/>
                  </a:lnTo>
                  <a:lnTo>
                    <a:pt x="11624" y="22126"/>
                  </a:lnTo>
                  <a:lnTo>
                    <a:pt x="11585" y="22358"/>
                  </a:lnTo>
                  <a:lnTo>
                    <a:pt x="11546" y="22590"/>
                  </a:lnTo>
                  <a:lnTo>
                    <a:pt x="11585" y="22860"/>
                  </a:lnTo>
                  <a:lnTo>
                    <a:pt x="11624" y="23092"/>
                  </a:lnTo>
                  <a:lnTo>
                    <a:pt x="11662" y="23323"/>
                  </a:lnTo>
                  <a:lnTo>
                    <a:pt x="11778" y="23594"/>
                  </a:lnTo>
                  <a:lnTo>
                    <a:pt x="11894" y="23825"/>
                  </a:lnTo>
                  <a:lnTo>
                    <a:pt x="11933" y="23903"/>
                  </a:lnTo>
                  <a:lnTo>
                    <a:pt x="12010" y="23903"/>
                  </a:lnTo>
                  <a:lnTo>
                    <a:pt x="12087" y="23864"/>
                  </a:lnTo>
                  <a:lnTo>
                    <a:pt x="12164" y="23825"/>
                  </a:lnTo>
                  <a:lnTo>
                    <a:pt x="12589" y="23208"/>
                  </a:lnTo>
                  <a:lnTo>
                    <a:pt x="12744" y="23594"/>
                  </a:lnTo>
                  <a:lnTo>
                    <a:pt x="12937" y="23941"/>
                  </a:lnTo>
                  <a:lnTo>
                    <a:pt x="13168" y="24289"/>
                  </a:lnTo>
                  <a:lnTo>
                    <a:pt x="13439" y="24598"/>
                  </a:lnTo>
                  <a:lnTo>
                    <a:pt x="13709" y="24907"/>
                  </a:lnTo>
                  <a:lnTo>
                    <a:pt x="14018" y="25177"/>
                  </a:lnTo>
                  <a:lnTo>
                    <a:pt x="14365" y="25409"/>
                  </a:lnTo>
                  <a:lnTo>
                    <a:pt x="14713" y="25602"/>
                  </a:lnTo>
                  <a:lnTo>
                    <a:pt x="15331" y="25911"/>
                  </a:lnTo>
                  <a:lnTo>
                    <a:pt x="15717" y="26027"/>
                  </a:lnTo>
                  <a:lnTo>
                    <a:pt x="16142" y="26181"/>
                  </a:lnTo>
                  <a:lnTo>
                    <a:pt x="16566" y="26258"/>
                  </a:lnTo>
                  <a:lnTo>
                    <a:pt x="16953" y="26297"/>
                  </a:lnTo>
                  <a:lnTo>
                    <a:pt x="17146" y="26297"/>
                  </a:lnTo>
                  <a:lnTo>
                    <a:pt x="17300" y="26258"/>
                  </a:lnTo>
                  <a:lnTo>
                    <a:pt x="17416" y="26181"/>
                  </a:lnTo>
                  <a:lnTo>
                    <a:pt x="17570" y="26104"/>
                  </a:lnTo>
                  <a:lnTo>
                    <a:pt x="17648" y="25949"/>
                  </a:lnTo>
                  <a:lnTo>
                    <a:pt x="17725" y="25833"/>
                  </a:lnTo>
                  <a:lnTo>
                    <a:pt x="17841" y="25486"/>
                  </a:lnTo>
                  <a:lnTo>
                    <a:pt x="17879" y="25100"/>
                  </a:lnTo>
                  <a:lnTo>
                    <a:pt x="17841" y="24675"/>
                  </a:lnTo>
                  <a:lnTo>
                    <a:pt x="17802" y="24289"/>
                  </a:lnTo>
                  <a:lnTo>
                    <a:pt x="17686" y="23903"/>
                  </a:lnTo>
                  <a:lnTo>
                    <a:pt x="17493" y="23246"/>
                  </a:lnTo>
                  <a:lnTo>
                    <a:pt x="17223" y="22706"/>
                  </a:lnTo>
                  <a:lnTo>
                    <a:pt x="16914" y="22204"/>
                  </a:lnTo>
                  <a:lnTo>
                    <a:pt x="16528" y="21740"/>
                  </a:lnTo>
                  <a:lnTo>
                    <a:pt x="16103" y="21354"/>
                  </a:lnTo>
                  <a:lnTo>
                    <a:pt x="16296" y="21315"/>
                  </a:lnTo>
                  <a:lnTo>
                    <a:pt x="16489" y="21277"/>
                  </a:lnTo>
                  <a:lnTo>
                    <a:pt x="16682" y="21161"/>
                  </a:lnTo>
                  <a:lnTo>
                    <a:pt x="16875" y="21045"/>
                  </a:lnTo>
                  <a:lnTo>
                    <a:pt x="16914" y="21007"/>
                  </a:lnTo>
                  <a:lnTo>
                    <a:pt x="16953" y="20929"/>
                  </a:lnTo>
                  <a:lnTo>
                    <a:pt x="16914" y="20814"/>
                  </a:lnTo>
                  <a:lnTo>
                    <a:pt x="16875" y="20775"/>
                  </a:lnTo>
                  <a:lnTo>
                    <a:pt x="16335" y="20466"/>
                  </a:lnTo>
                  <a:lnTo>
                    <a:pt x="15833" y="20196"/>
                  </a:lnTo>
                  <a:lnTo>
                    <a:pt x="15292" y="20003"/>
                  </a:lnTo>
                  <a:lnTo>
                    <a:pt x="14713" y="19848"/>
                  </a:lnTo>
                  <a:lnTo>
                    <a:pt x="14983" y="19346"/>
                  </a:lnTo>
                  <a:lnTo>
                    <a:pt x="14983" y="19230"/>
                  </a:lnTo>
                  <a:lnTo>
                    <a:pt x="14983" y="19114"/>
                  </a:lnTo>
                  <a:lnTo>
                    <a:pt x="14983" y="19076"/>
                  </a:lnTo>
                  <a:lnTo>
                    <a:pt x="14945" y="19037"/>
                  </a:lnTo>
                  <a:lnTo>
                    <a:pt x="14172" y="18574"/>
                  </a:lnTo>
                  <a:lnTo>
                    <a:pt x="13825" y="18342"/>
                  </a:lnTo>
                  <a:lnTo>
                    <a:pt x="13477" y="18033"/>
                  </a:lnTo>
                  <a:lnTo>
                    <a:pt x="13554" y="17879"/>
                  </a:lnTo>
                  <a:lnTo>
                    <a:pt x="13670" y="17493"/>
                  </a:lnTo>
                  <a:lnTo>
                    <a:pt x="13747" y="17106"/>
                  </a:lnTo>
                  <a:lnTo>
                    <a:pt x="13786" y="16720"/>
                  </a:lnTo>
                  <a:lnTo>
                    <a:pt x="13825" y="16334"/>
                  </a:lnTo>
                  <a:lnTo>
                    <a:pt x="14249" y="17106"/>
                  </a:lnTo>
                  <a:lnTo>
                    <a:pt x="14674" y="17956"/>
                  </a:lnTo>
                  <a:lnTo>
                    <a:pt x="14751" y="18033"/>
                  </a:lnTo>
                  <a:lnTo>
                    <a:pt x="14867" y="18033"/>
                  </a:lnTo>
                  <a:lnTo>
                    <a:pt x="15640" y="18072"/>
                  </a:lnTo>
                  <a:lnTo>
                    <a:pt x="16412" y="18110"/>
                  </a:lnTo>
                  <a:lnTo>
                    <a:pt x="17184" y="18188"/>
                  </a:lnTo>
                  <a:lnTo>
                    <a:pt x="17957" y="18304"/>
                  </a:lnTo>
                  <a:lnTo>
                    <a:pt x="18111" y="18304"/>
                  </a:lnTo>
                  <a:lnTo>
                    <a:pt x="18188" y="18226"/>
                  </a:lnTo>
                  <a:lnTo>
                    <a:pt x="18227" y="18110"/>
                  </a:lnTo>
                  <a:lnTo>
                    <a:pt x="18188" y="17995"/>
                  </a:lnTo>
                  <a:lnTo>
                    <a:pt x="16798" y="15099"/>
                  </a:lnTo>
                  <a:lnTo>
                    <a:pt x="16064" y="13631"/>
                  </a:lnTo>
                  <a:lnTo>
                    <a:pt x="15678" y="12936"/>
                  </a:lnTo>
                  <a:lnTo>
                    <a:pt x="15253" y="12241"/>
                  </a:lnTo>
                  <a:lnTo>
                    <a:pt x="15176" y="12202"/>
                  </a:lnTo>
                  <a:lnTo>
                    <a:pt x="15099" y="12202"/>
                  </a:lnTo>
                  <a:lnTo>
                    <a:pt x="14713" y="12164"/>
                  </a:lnTo>
                  <a:lnTo>
                    <a:pt x="14288" y="12164"/>
                  </a:lnTo>
                  <a:lnTo>
                    <a:pt x="13516" y="12125"/>
                  </a:lnTo>
                  <a:lnTo>
                    <a:pt x="12164" y="12009"/>
                  </a:lnTo>
                  <a:lnTo>
                    <a:pt x="11662" y="11198"/>
                  </a:lnTo>
                  <a:lnTo>
                    <a:pt x="11122" y="10465"/>
                  </a:lnTo>
                  <a:lnTo>
                    <a:pt x="10542" y="9731"/>
                  </a:lnTo>
                  <a:lnTo>
                    <a:pt x="10002" y="8997"/>
                  </a:lnTo>
                  <a:lnTo>
                    <a:pt x="8959" y="7762"/>
                  </a:lnTo>
                  <a:lnTo>
                    <a:pt x="7839" y="6565"/>
                  </a:lnTo>
                  <a:lnTo>
                    <a:pt x="6720" y="5406"/>
                  </a:lnTo>
                  <a:lnTo>
                    <a:pt x="5561" y="4286"/>
                  </a:lnTo>
                  <a:lnTo>
                    <a:pt x="4325" y="3205"/>
                  </a:lnTo>
                  <a:lnTo>
                    <a:pt x="3128" y="2163"/>
                  </a:lnTo>
                  <a:lnTo>
                    <a:pt x="1854" y="1120"/>
                  </a:lnTo>
                  <a:lnTo>
                    <a:pt x="580" y="116"/>
                  </a:lnTo>
                  <a:lnTo>
                    <a:pt x="541" y="77"/>
                  </a:lnTo>
                  <a:lnTo>
                    <a:pt x="464" y="77"/>
                  </a:lnTo>
                  <a:lnTo>
                    <a:pt x="348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21"/>
            <p:cNvSpPr/>
            <p:nvPr/>
          </p:nvSpPr>
          <p:spPr>
            <a:xfrm>
              <a:off x="668675" y="2948700"/>
              <a:ext cx="256800" cy="152550"/>
            </a:xfrm>
            <a:custGeom>
              <a:avLst/>
              <a:gdLst/>
              <a:ahLst/>
              <a:cxnLst/>
              <a:rect l="l" t="t" r="r" b="b"/>
              <a:pathLst>
                <a:path w="10272" h="6102" extrusionOk="0">
                  <a:moveTo>
                    <a:pt x="541" y="1"/>
                  </a:moveTo>
                  <a:lnTo>
                    <a:pt x="425" y="39"/>
                  </a:lnTo>
                  <a:lnTo>
                    <a:pt x="348" y="116"/>
                  </a:lnTo>
                  <a:lnTo>
                    <a:pt x="232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889"/>
                  </a:lnTo>
                  <a:lnTo>
                    <a:pt x="0" y="1275"/>
                  </a:lnTo>
                  <a:lnTo>
                    <a:pt x="0" y="1622"/>
                  </a:lnTo>
                  <a:lnTo>
                    <a:pt x="0" y="2047"/>
                  </a:lnTo>
                  <a:lnTo>
                    <a:pt x="77" y="2511"/>
                  </a:lnTo>
                  <a:lnTo>
                    <a:pt x="155" y="2935"/>
                  </a:lnTo>
                  <a:lnTo>
                    <a:pt x="309" y="3321"/>
                  </a:lnTo>
                  <a:lnTo>
                    <a:pt x="502" y="3785"/>
                  </a:lnTo>
                  <a:lnTo>
                    <a:pt x="734" y="4171"/>
                  </a:lnTo>
                  <a:lnTo>
                    <a:pt x="1004" y="4557"/>
                  </a:lnTo>
                  <a:lnTo>
                    <a:pt x="1313" y="4905"/>
                  </a:lnTo>
                  <a:lnTo>
                    <a:pt x="1699" y="5214"/>
                  </a:lnTo>
                  <a:lnTo>
                    <a:pt x="2047" y="5523"/>
                  </a:lnTo>
                  <a:lnTo>
                    <a:pt x="2472" y="5754"/>
                  </a:lnTo>
                  <a:lnTo>
                    <a:pt x="2896" y="5947"/>
                  </a:lnTo>
                  <a:lnTo>
                    <a:pt x="3167" y="5716"/>
                  </a:lnTo>
                  <a:lnTo>
                    <a:pt x="2819" y="5561"/>
                  </a:lnTo>
                  <a:lnTo>
                    <a:pt x="2510" y="5368"/>
                  </a:lnTo>
                  <a:lnTo>
                    <a:pt x="2240" y="5136"/>
                  </a:lnTo>
                  <a:lnTo>
                    <a:pt x="1931" y="4905"/>
                  </a:lnTo>
                  <a:lnTo>
                    <a:pt x="1661" y="4634"/>
                  </a:lnTo>
                  <a:lnTo>
                    <a:pt x="1429" y="4364"/>
                  </a:lnTo>
                  <a:lnTo>
                    <a:pt x="1197" y="4094"/>
                  </a:lnTo>
                  <a:lnTo>
                    <a:pt x="1004" y="3785"/>
                  </a:lnTo>
                  <a:lnTo>
                    <a:pt x="811" y="3476"/>
                  </a:lnTo>
                  <a:lnTo>
                    <a:pt x="657" y="3128"/>
                  </a:lnTo>
                  <a:lnTo>
                    <a:pt x="541" y="2781"/>
                  </a:lnTo>
                  <a:lnTo>
                    <a:pt x="464" y="2433"/>
                  </a:lnTo>
                  <a:lnTo>
                    <a:pt x="425" y="2086"/>
                  </a:lnTo>
                  <a:lnTo>
                    <a:pt x="386" y="1700"/>
                  </a:lnTo>
                  <a:lnTo>
                    <a:pt x="425" y="1352"/>
                  </a:lnTo>
                  <a:lnTo>
                    <a:pt x="464" y="966"/>
                  </a:lnTo>
                  <a:lnTo>
                    <a:pt x="541" y="696"/>
                  </a:lnTo>
                  <a:lnTo>
                    <a:pt x="579" y="541"/>
                  </a:lnTo>
                  <a:lnTo>
                    <a:pt x="657" y="464"/>
                  </a:lnTo>
                  <a:lnTo>
                    <a:pt x="811" y="503"/>
                  </a:lnTo>
                  <a:lnTo>
                    <a:pt x="1043" y="618"/>
                  </a:lnTo>
                  <a:lnTo>
                    <a:pt x="1429" y="812"/>
                  </a:lnTo>
                  <a:lnTo>
                    <a:pt x="1738" y="1005"/>
                  </a:lnTo>
                  <a:lnTo>
                    <a:pt x="2085" y="1236"/>
                  </a:lnTo>
                  <a:lnTo>
                    <a:pt x="2394" y="1468"/>
                  </a:lnTo>
                  <a:lnTo>
                    <a:pt x="2665" y="1738"/>
                  </a:lnTo>
                  <a:lnTo>
                    <a:pt x="2935" y="2009"/>
                  </a:lnTo>
                  <a:lnTo>
                    <a:pt x="3167" y="2279"/>
                  </a:lnTo>
                  <a:lnTo>
                    <a:pt x="3360" y="2588"/>
                  </a:lnTo>
                  <a:lnTo>
                    <a:pt x="3514" y="2897"/>
                  </a:lnTo>
                  <a:lnTo>
                    <a:pt x="3630" y="3244"/>
                  </a:lnTo>
                  <a:lnTo>
                    <a:pt x="3707" y="3592"/>
                  </a:lnTo>
                  <a:lnTo>
                    <a:pt x="3784" y="3939"/>
                  </a:lnTo>
                  <a:lnTo>
                    <a:pt x="3784" y="4325"/>
                  </a:lnTo>
                  <a:lnTo>
                    <a:pt x="3823" y="4403"/>
                  </a:lnTo>
                  <a:lnTo>
                    <a:pt x="3939" y="4480"/>
                  </a:lnTo>
                  <a:lnTo>
                    <a:pt x="3939" y="4557"/>
                  </a:lnTo>
                  <a:lnTo>
                    <a:pt x="3978" y="4596"/>
                  </a:lnTo>
                  <a:lnTo>
                    <a:pt x="4016" y="4596"/>
                  </a:lnTo>
                  <a:lnTo>
                    <a:pt x="4055" y="4557"/>
                  </a:lnTo>
                  <a:lnTo>
                    <a:pt x="4171" y="4403"/>
                  </a:lnTo>
                  <a:lnTo>
                    <a:pt x="4286" y="4287"/>
                  </a:lnTo>
                  <a:lnTo>
                    <a:pt x="4595" y="4017"/>
                  </a:lnTo>
                  <a:lnTo>
                    <a:pt x="4943" y="3785"/>
                  </a:lnTo>
                  <a:lnTo>
                    <a:pt x="5329" y="3630"/>
                  </a:lnTo>
                  <a:lnTo>
                    <a:pt x="5754" y="3476"/>
                  </a:lnTo>
                  <a:lnTo>
                    <a:pt x="6179" y="3360"/>
                  </a:lnTo>
                  <a:lnTo>
                    <a:pt x="6565" y="3283"/>
                  </a:lnTo>
                  <a:lnTo>
                    <a:pt x="6912" y="3206"/>
                  </a:lnTo>
                  <a:lnTo>
                    <a:pt x="7260" y="3167"/>
                  </a:lnTo>
                  <a:lnTo>
                    <a:pt x="7646" y="3167"/>
                  </a:lnTo>
                  <a:lnTo>
                    <a:pt x="7994" y="3206"/>
                  </a:lnTo>
                  <a:lnTo>
                    <a:pt x="8380" y="3244"/>
                  </a:lnTo>
                  <a:lnTo>
                    <a:pt x="8727" y="3321"/>
                  </a:lnTo>
                  <a:lnTo>
                    <a:pt x="9075" y="3399"/>
                  </a:lnTo>
                  <a:lnTo>
                    <a:pt x="9422" y="3553"/>
                  </a:lnTo>
                  <a:lnTo>
                    <a:pt x="9770" y="3669"/>
                  </a:lnTo>
                  <a:lnTo>
                    <a:pt x="9499" y="4017"/>
                  </a:lnTo>
                  <a:lnTo>
                    <a:pt x="9229" y="4364"/>
                  </a:lnTo>
                  <a:lnTo>
                    <a:pt x="8920" y="4634"/>
                  </a:lnTo>
                  <a:lnTo>
                    <a:pt x="8611" y="4905"/>
                  </a:lnTo>
                  <a:lnTo>
                    <a:pt x="8264" y="5136"/>
                  </a:lnTo>
                  <a:lnTo>
                    <a:pt x="7916" y="5329"/>
                  </a:lnTo>
                  <a:lnTo>
                    <a:pt x="7530" y="5484"/>
                  </a:lnTo>
                  <a:lnTo>
                    <a:pt x="7105" y="5600"/>
                  </a:lnTo>
                  <a:lnTo>
                    <a:pt x="6719" y="5638"/>
                  </a:lnTo>
                  <a:lnTo>
                    <a:pt x="6333" y="5677"/>
                  </a:lnTo>
                  <a:lnTo>
                    <a:pt x="5599" y="5677"/>
                  </a:lnTo>
                  <a:lnTo>
                    <a:pt x="4866" y="5600"/>
                  </a:lnTo>
                  <a:lnTo>
                    <a:pt x="4093" y="5484"/>
                  </a:lnTo>
                  <a:lnTo>
                    <a:pt x="4016" y="5484"/>
                  </a:lnTo>
                  <a:lnTo>
                    <a:pt x="3978" y="5523"/>
                  </a:lnTo>
                  <a:lnTo>
                    <a:pt x="3900" y="5638"/>
                  </a:lnTo>
                  <a:lnTo>
                    <a:pt x="3862" y="5638"/>
                  </a:lnTo>
                  <a:lnTo>
                    <a:pt x="3862" y="5716"/>
                  </a:lnTo>
                  <a:lnTo>
                    <a:pt x="3900" y="6025"/>
                  </a:lnTo>
                  <a:lnTo>
                    <a:pt x="4093" y="5909"/>
                  </a:lnTo>
                  <a:lnTo>
                    <a:pt x="4943" y="6025"/>
                  </a:lnTo>
                  <a:lnTo>
                    <a:pt x="5792" y="6102"/>
                  </a:lnTo>
                  <a:lnTo>
                    <a:pt x="6217" y="6102"/>
                  </a:lnTo>
                  <a:lnTo>
                    <a:pt x="6642" y="6063"/>
                  </a:lnTo>
                  <a:lnTo>
                    <a:pt x="7105" y="6025"/>
                  </a:lnTo>
                  <a:lnTo>
                    <a:pt x="7530" y="5947"/>
                  </a:lnTo>
                  <a:lnTo>
                    <a:pt x="7955" y="5793"/>
                  </a:lnTo>
                  <a:lnTo>
                    <a:pt x="8341" y="5600"/>
                  </a:lnTo>
                  <a:lnTo>
                    <a:pt x="8727" y="5368"/>
                  </a:lnTo>
                  <a:lnTo>
                    <a:pt x="9075" y="5098"/>
                  </a:lnTo>
                  <a:lnTo>
                    <a:pt x="9384" y="4789"/>
                  </a:lnTo>
                  <a:lnTo>
                    <a:pt x="9654" y="4441"/>
                  </a:lnTo>
                  <a:lnTo>
                    <a:pt x="10233" y="3746"/>
                  </a:lnTo>
                  <a:lnTo>
                    <a:pt x="10272" y="3630"/>
                  </a:lnTo>
                  <a:lnTo>
                    <a:pt x="10272" y="3553"/>
                  </a:lnTo>
                  <a:lnTo>
                    <a:pt x="10233" y="3476"/>
                  </a:lnTo>
                  <a:lnTo>
                    <a:pt x="10156" y="3399"/>
                  </a:lnTo>
                  <a:lnTo>
                    <a:pt x="9693" y="3206"/>
                  </a:lnTo>
                  <a:lnTo>
                    <a:pt x="9229" y="3013"/>
                  </a:lnTo>
                  <a:lnTo>
                    <a:pt x="8766" y="2897"/>
                  </a:lnTo>
                  <a:lnTo>
                    <a:pt x="8264" y="2781"/>
                  </a:lnTo>
                  <a:lnTo>
                    <a:pt x="7800" y="2742"/>
                  </a:lnTo>
                  <a:lnTo>
                    <a:pt x="7298" y="2742"/>
                  </a:lnTo>
                  <a:lnTo>
                    <a:pt x="6796" y="2781"/>
                  </a:lnTo>
                  <a:lnTo>
                    <a:pt x="6294" y="2858"/>
                  </a:lnTo>
                  <a:lnTo>
                    <a:pt x="5870" y="3013"/>
                  </a:lnTo>
                  <a:lnTo>
                    <a:pt x="5290" y="3206"/>
                  </a:lnTo>
                  <a:lnTo>
                    <a:pt x="4982" y="3321"/>
                  </a:lnTo>
                  <a:lnTo>
                    <a:pt x="4673" y="3476"/>
                  </a:lnTo>
                  <a:lnTo>
                    <a:pt x="4402" y="3630"/>
                  </a:lnTo>
                  <a:lnTo>
                    <a:pt x="4209" y="3823"/>
                  </a:lnTo>
                  <a:lnTo>
                    <a:pt x="4132" y="3476"/>
                  </a:lnTo>
                  <a:lnTo>
                    <a:pt x="4055" y="3128"/>
                  </a:lnTo>
                  <a:lnTo>
                    <a:pt x="3939" y="2781"/>
                  </a:lnTo>
                  <a:lnTo>
                    <a:pt x="3784" y="2472"/>
                  </a:lnTo>
                  <a:lnTo>
                    <a:pt x="3591" y="2163"/>
                  </a:lnTo>
                  <a:lnTo>
                    <a:pt x="3360" y="1854"/>
                  </a:lnTo>
                  <a:lnTo>
                    <a:pt x="3128" y="1584"/>
                  </a:lnTo>
                  <a:lnTo>
                    <a:pt x="2858" y="1314"/>
                  </a:lnTo>
                  <a:lnTo>
                    <a:pt x="2472" y="966"/>
                  </a:lnTo>
                  <a:lnTo>
                    <a:pt x="2008" y="696"/>
                  </a:lnTo>
                  <a:lnTo>
                    <a:pt x="1545" y="425"/>
                  </a:lnTo>
                  <a:lnTo>
                    <a:pt x="1081" y="194"/>
                  </a:lnTo>
                  <a:lnTo>
                    <a:pt x="850" y="78"/>
                  </a:lnTo>
                  <a:lnTo>
                    <a:pt x="657" y="39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21"/>
            <p:cNvSpPr/>
            <p:nvPr/>
          </p:nvSpPr>
          <p:spPr>
            <a:xfrm>
              <a:off x="3343725" y="3024000"/>
              <a:ext cx="482700" cy="227850"/>
            </a:xfrm>
            <a:custGeom>
              <a:avLst/>
              <a:gdLst/>
              <a:ahLst/>
              <a:cxnLst/>
              <a:rect l="l" t="t" r="r" b="b"/>
              <a:pathLst>
                <a:path w="19308" h="9114" extrusionOk="0">
                  <a:moveTo>
                    <a:pt x="77" y="1"/>
                  </a:moveTo>
                  <a:lnTo>
                    <a:pt x="0" y="618"/>
                  </a:lnTo>
                  <a:lnTo>
                    <a:pt x="0" y="1236"/>
                  </a:lnTo>
                  <a:lnTo>
                    <a:pt x="39" y="1854"/>
                  </a:lnTo>
                  <a:lnTo>
                    <a:pt x="154" y="2472"/>
                  </a:lnTo>
                  <a:lnTo>
                    <a:pt x="309" y="3090"/>
                  </a:lnTo>
                  <a:lnTo>
                    <a:pt x="502" y="3669"/>
                  </a:lnTo>
                  <a:lnTo>
                    <a:pt x="772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69" y="5947"/>
                  </a:lnTo>
                  <a:lnTo>
                    <a:pt x="2433" y="6449"/>
                  </a:lnTo>
                  <a:lnTo>
                    <a:pt x="2935" y="6913"/>
                  </a:lnTo>
                  <a:lnTo>
                    <a:pt x="3514" y="7299"/>
                  </a:lnTo>
                  <a:lnTo>
                    <a:pt x="4093" y="7646"/>
                  </a:lnTo>
                  <a:lnTo>
                    <a:pt x="4672" y="7994"/>
                  </a:lnTo>
                  <a:lnTo>
                    <a:pt x="5329" y="8264"/>
                  </a:lnTo>
                  <a:lnTo>
                    <a:pt x="5947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98"/>
                  </a:lnTo>
                  <a:lnTo>
                    <a:pt x="8688" y="9075"/>
                  </a:lnTo>
                  <a:lnTo>
                    <a:pt x="9383" y="9114"/>
                  </a:lnTo>
                  <a:lnTo>
                    <a:pt x="10079" y="9114"/>
                  </a:lnTo>
                  <a:lnTo>
                    <a:pt x="10735" y="9075"/>
                  </a:lnTo>
                  <a:lnTo>
                    <a:pt x="11391" y="9036"/>
                  </a:lnTo>
                  <a:lnTo>
                    <a:pt x="12048" y="8921"/>
                  </a:lnTo>
                  <a:lnTo>
                    <a:pt x="12704" y="8805"/>
                  </a:lnTo>
                  <a:lnTo>
                    <a:pt x="13361" y="8612"/>
                  </a:lnTo>
                  <a:lnTo>
                    <a:pt x="14017" y="8419"/>
                  </a:lnTo>
                  <a:lnTo>
                    <a:pt x="14635" y="8187"/>
                  </a:lnTo>
                  <a:lnTo>
                    <a:pt x="15253" y="7917"/>
                  </a:lnTo>
                  <a:lnTo>
                    <a:pt x="15871" y="7569"/>
                  </a:lnTo>
                  <a:lnTo>
                    <a:pt x="16411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28" y="4905"/>
                  </a:lnTo>
                  <a:lnTo>
                    <a:pt x="19076" y="4325"/>
                  </a:lnTo>
                  <a:lnTo>
                    <a:pt x="19307" y="3708"/>
                  </a:lnTo>
                  <a:lnTo>
                    <a:pt x="19114" y="3669"/>
                  </a:lnTo>
                  <a:lnTo>
                    <a:pt x="18767" y="4171"/>
                  </a:lnTo>
                  <a:lnTo>
                    <a:pt x="18381" y="4673"/>
                  </a:lnTo>
                  <a:lnTo>
                    <a:pt x="17995" y="5136"/>
                  </a:lnTo>
                  <a:lnTo>
                    <a:pt x="17608" y="5561"/>
                  </a:lnTo>
                  <a:lnTo>
                    <a:pt x="17145" y="5986"/>
                  </a:lnTo>
                  <a:lnTo>
                    <a:pt x="16720" y="6372"/>
                  </a:lnTo>
                  <a:lnTo>
                    <a:pt x="16218" y="6720"/>
                  </a:lnTo>
                  <a:lnTo>
                    <a:pt x="15716" y="7028"/>
                  </a:lnTo>
                  <a:lnTo>
                    <a:pt x="15214" y="7337"/>
                  </a:lnTo>
                  <a:lnTo>
                    <a:pt x="14674" y="7608"/>
                  </a:lnTo>
                  <a:lnTo>
                    <a:pt x="14133" y="7839"/>
                  </a:lnTo>
                  <a:lnTo>
                    <a:pt x="13554" y="8032"/>
                  </a:lnTo>
                  <a:lnTo>
                    <a:pt x="12975" y="8225"/>
                  </a:lnTo>
                  <a:lnTo>
                    <a:pt x="12395" y="8380"/>
                  </a:lnTo>
                  <a:lnTo>
                    <a:pt x="11816" y="8496"/>
                  </a:lnTo>
                  <a:lnTo>
                    <a:pt x="11198" y="8573"/>
                  </a:lnTo>
                  <a:lnTo>
                    <a:pt x="10503" y="8612"/>
                  </a:lnTo>
                  <a:lnTo>
                    <a:pt x="9808" y="8650"/>
                  </a:lnTo>
                  <a:lnTo>
                    <a:pt x="9075" y="8612"/>
                  </a:lnTo>
                  <a:lnTo>
                    <a:pt x="8379" y="8573"/>
                  </a:lnTo>
                  <a:lnTo>
                    <a:pt x="7684" y="8457"/>
                  </a:lnTo>
                  <a:lnTo>
                    <a:pt x="6989" y="8303"/>
                  </a:lnTo>
                  <a:lnTo>
                    <a:pt x="6294" y="8110"/>
                  </a:lnTo>
                  <a:lnTo>
                    <a:pt x="5638" y="7878"/>
                  </a:lnTo>
                  <a:lnTo>
                    <a:pt x="4981" y="7608"/>
                  </a:lnTo>
                  <a:lnTo>
                    <a:pt x="4364" y="7299"/>
                  </a:lnTo>
                  <a:lnTo>
                    <a:pt x="3784" y="6951"/>
                  </a:lnTo>
                  <a:lnTo>
                    <a:pt x="3205" y="6526"/>
                  </a:lnTo>
                  <a:lnTo>
                    <a:pt x="2664" y="6063"/>
                  </a:lnTo>
                  <a:lnTo>
                    <a:pt x="2201" y="5561"/>
                  </a:lnTo>
                  <a:lnTo>
                    <a:pt x="1738" y="5020"/>
                  </a:lnTo>
                  <a:lnTo>
                    <a:pt x="1352" y="4403"/>
                  </a:lnTo>
                  <a:lnTo>
                    <a:pt x="1081" y="3901"/>
                  </a:lnTo>
                  <a:lnTo>
                    <a:pt x="850" y="3399"/>
                  </a:lnTo>
                  <a:lnTo>
                    <a:pt x="656" y="2858"/>
                  </a:lnTo>
                  <a:lnTo>
                    <a:pt x="502" y="2317"/>
                  </a:lnTo>
                  <a:lnTo>
                    <a:pt x="425" y="1777"/>
                  </a:lnTo>
                  <a:lnTo>
                    <a:pt x="348" y="1198"/>
                  </a:lnTo>
                  <a:lnTo>
                    <a:pt x="386" y="618"/>
                  </a:lnTo>
                  <a:lnTo>
                    <a:pt x="425" y="78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21"/>
            <p:cNvSpPr/>
            <p:nvPr/>
          </p:nvSpPr>
          <p:spPr>
            <a:xfrm>
              <a:off x="238125" y="3026900"/>
              <a:ext cx="84975" cy="55050"/>
            </a:xfrm>
            <a:custGeom>
              <a:avLst/>
              <a:gdLst/>
              <a:ahLst/>
              <a:cxnLst/>
              <a:rect l="l" t="t" r="r" b="b"/>
              <a:pathLst>
                <a:path w="3399" h="2202" extrusionOk="0">
                  <a:moveTo>
                    <a:pt x="1506" y="425"/>
                  </a:moveTo>
                  <a:lnTo>
                    <a:pt x="1738" y="502"/>
                  </a:lnTo>
                  <a:lnTo>
                    <a:pt x="1931" y="580"/>
                  </a:lnTo>
                  <a:lnTo>
                    <a:pt x="2124" y="657"/>
                  </a:lnTo>
                  <a:lnTo>
                    <a:pt x="2433" y="927"/>
                  </a:lnTo>
                  <a:lnTo>
                    <a:pt x="2742" y="1236"/>
                  </a:lnTo>
                  <a:lnTo>
                    <a:pt x="2973" y="1545"/>
                  </a:lnTo>
                  <a:lnTo>
                    <a:pt x="2549" y="1545"/>
                  </a:lnTo>
                  <a:lnTo>
                    <a:pt x="2085" y="1584"/>
                  </a:lnTo>
                  <a:lnTo>
                    <a:pt x="1699" y="1699"/>
                  </a:lnTo>
                  <a:lnTo>
                    <a:pt x="1467" y="1777"/>
                  </a:lnTo>
                  <a:lnTo>
                    <a:pt x="965" y="1777"/>
                  </a:lnTo>
                  <a:lnTo>
                    <a:pt x="772" y="1738"/>
                  </a:lnTo>
                  <a:lnTo>
                    <a:pt x="579" y="1622"/>
                  </a:lnTo>
                  <a:lnTo>
                    <a:pt x="502" y="1545"/>
                  </a:lnTo>
                  <a:lnTo>
                    <a:pt x="463" y="1429"/>
                  </a:lnTo>
                  <a:lnTo>
                    <a:pt x="386" y="1313"/>
                  </a:lnTo>
                  <a:lnTo>
                    <a:pt x="386" y="1159"/>
                  </a:lnTo>
                  <a:lnTo>
                    <a:pt x="386" y="1043"/>
                  </a:lnTo>
                  <a:lnTo>
                    <a:pt x="425" y="927"/>
                  </a:lnTo>
                  <a:lnTo>
                    <a:pt x="463" y="811"/>
                  </a:lnTo>
                  <a:lnTo>
                    <a:pt x="541" y="734"/>
                  </a:lnTo>
                  <a:lnTo>
                    <a:pt x="734" y="580"/>
                  </a:lnTo>
                  <a:lnTo>
                    <a:pt x="1004" y="502"/>
                  </a:lnTo>
                  <a:lnTo>
                    <a:pt x="1236" y="425"/>
                  </a:lnTo>
                  <a:close/>
                  <a:moveTo>
                    <a:pt x="1004" y="0"/>
                  </a:moveTo>
                  <a:lnTo>
                    <a:pt x="772" y="78"/>
                  </a:lnTo>
                  <a:lnTo>
                    <a:pt x="541" y="193"/>
                  </a:lnTo>
                  <a:lnTo>
                    <a:pt x="386" y="309"/>
                  </a:lnTo>
                  <a:lnTo>
                    <a:pt x="193" y="502"/>
                  </a:lnTo>
                  <a:lnTo>
                    <a:pt x="77" y="734"/>
                  </a:lnTo>
                  <a:lnTo>
                    <a:pt x="0" y="927"/>
                  </a:lnTo>
                  <a:lnTo>
                    <a:pt x="0" y="1159"/>
                  </a:lnTo>
                  <a:lnTo>
                    <a:pt x="0" y="1391"/>
                  </a:lnTo>
                  <a:lnTo>
                    <a:pt x="77" y="1584"/>
                  </a:lnTo>
                  <a:lnTo>
                    <a:pt x="154" y="1777"/>
                  </a:lnTo>
                  <a:lnTo>
                    <a:pt x="309" y="1931"/>
                  </a:lnTo>
                  <a:lnTo>
                    <a:pt x="463" y="2047"/>
                  </a:lnTo>
                  <a:lnTo>
                    <a:pt x="695" y="2163"/>
                  </a:lnTo>
                  <a:lnTo>
                    <a:pt x="1004" y="2201"/>
                  </a:lnTo>
                  <a:lnTo>
                    <a:pt x="1274" y="2201"/>
                  </a:lnTo>
                  <a:lnTo>
                    <a:pt x="1583" y="2163"/>
                  </a:lnTo>
                  <a:lnTo>
                    <a:pt x="1892" y="2086"/>
                  </a:lnTo>
                  <a:lnTo>
                    <a:pt x="2201" y="2008"/>
                  </a:lnTo>
                  <a:lnTo>
                    <a:pt x="2510" y="1931"/>
                  </a:lnTo>
                  <a:lnTo>
                    <a:pt x="2819" y="1931"/>
                  </a:lnTo>
                  <a:lnTo>
                    <a:pt x="3089" y="2008"/>
                  </a:lnTo>
                  <a:lnTo>
                    <a:pt x="3205" y="2008"/>
                  </a:lnTo>
                  <a:lnTo>
                    <a:pt x="3282" y="1970"/>
                  </a:lnTo>
                  <a:lnTo>
                    <a:pt x="3359" y="1893"/>
                  </a:lnTo>
                  <a:lnTo>
                    <a:pt x="3359" y="1815"/>
                  </a:lnTo>
                  <a:lnTo>
                    <a:pt x="3398" y="1777"/>
                  </a:lnTo>
                  <a:lnTo>
                    <a:pt x="3398" y="1699"/>
                  </a:lnTo>
                  <a:lnTo>
                    <a:pt x="3089" y="1159"/>
                  </a:lnTo>
                  <a:lnTo>
                    <a:pt x="2935" y="927"/>
                  </a:lnTo>
                  <a:lnTo>
                    <a:pt x="2742" y="695"/>
                  </a:lnTo>
                  <a:lnTo>
                    <a:pt x="2510" y="464"/>
                  </a:lnTo>
                  <a:lnTo>
                    <a:pt x="2278" y="309"/>
                  </a:lnTo>
                  <a:lnTo>
                    <a:pt x="2008" y="155"/>
                  </a:lnTo>
                  <a:lnTo>
                    <a:pt x="1738" y="3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21"/>
            <p:cNvSpPr/>
            <p:nvPr/>
          </p:nvSpPr>
          <p:spPr>
            <a:xfrm>
              <a:off x="3429625" y="3033650"/>
              <a:ext cx="35750" cy="29950"/>
            </a:xfrm>
            <a:custGeom>
              <a:avLst/>
              <a:gdLst/>
              <a:ahLst/>
              <a:cxnLst/>
              <a:rect l="l" t="t" r="r" b="b"/>
              <a:pathLst>
                <a:path w="1430" h="1198" extrusionOk="0">
                  <a:moveTo>
                    <a:pt x="657" y="1"/>
                  </a:moveTo>
                  <a:lnTo>
                    <a:pt x="464" y="39"/>
                  </a:ln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1" y="580"/>
                  </a:lnTo>
                  <a:lnTo>
                    <a:pt x="1" y="773"/>
                  </a:lnTo>
                  <a:lnTo>
                    <a:pt x="39" y="927"/>
                  </a:lnTo>
                  <a:lnTo>
                    <a:pt x="117" y="1121"/>
                  </a:lnTo>
                  <a:lnTo>
                    <a:pt x="155" y="1159"/>
                  </a:lnTo>
                  <a:lnTo>
                    <a:pt x="232" y="1198"/>
                  </a:lnTo>
                  <a:lnTo>
                    <a:pt x="348" y="1159"/>
                  </a:lnTo>
                  <a:lnTo>
                    <a:pt x="387" y="1082"/>
                  </a:lnTo>
                  <a:lnTo>
                    <a:pt x="426" y="1005"/>
                  </a:lnTo>
                  <a:lnTo>
                    <a:pt x="387" y="966"/>
                  </a:lnTo>
                  <a:lnTo>
                    <a:pt x="348" y="850"/>
                  </a:lnTo>
                  <a:lnTo>
                    <a:pt x="348" y="773"/>
                  </a:lnTo>
                  <a:lnTo>
                    <a:pt x="387" y="580"/>
                  </a:lnTo>
                  <a:lnTo>
                    <a:pt x="503" y="464"/>
                  </a:lnTo>
                  <a:lnTo>
                    <a:pt x="580" y="425"/>
                  </a:lnTo>
                  <a:lnTo>
                    <a:pt x="696" y="387"/>
                  </a:lnTo>
                  <a:lnTo>
                    <a:pt x="773" y="425"/>
                  </a:lnTo>
                  <a:lnTo>
                    <a:pt x="850" y="464"/>
                  </a:lnTo>
                  <a:lnTo>
                    <a:pt x="966" y="580"/>
                  </a:lnTo>
                  <a:lnTo>
                    <a:pt x="1005" y="696"/>
                  </a:lnTo>
                  <a:lnTo>
                    <a:pt x="1005" y="773"/>
                  </a:lnTo>
                  <a:lnTo>
                    <a:pt x="966" y="966"/>
                  </a:lnTo>
                  <a:lnTo>
                    <a:pt x="928" y="1043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43" y="1159"/>
                  </a:lnTo>
                  <a:lnTo>
                    <a:pt x="1236" y="1159"/>
                  </a:lnTo>
                  <a:lnTo>
                    <a:pt x="1314" y="1082"/>
                  </a:lnTo>
                  <a:lnTo>
                    <a:pt x="1391" y="927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87"/>
                  </a:lnTo>
                  <a:lnTo>
                    <a:pt x="1159" y="232"/>
                  </a:lnTo>
                  <a:lnTo>
                    <a:pt x="1005" y="117"/>
                  </a:lnTo>
                  <a:lnTo>
                    <a:pt x="850" y="39"/>
                  </a:lnTo>
                  <a:lnTo>
                    <a:pt x="65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21"/>
            <p:cNvSpPr/>
            <p:nvPr/>
          </p:nvSpPr>
          <p:spPr>
            <a:xfrm>
              <a:off x="3375575" y="3037525"/>
              <a:ext cx="34775" cy="29950"/>
            </a:xfrm>
            <a:custGeom>
              <a:avLst/>
              <a:gdLst/>
              <a:ahLst/>
              <a:cxnLst/>
              <a:rect l="l" t="t" r="r" b="b"/>
              <a:pathLst>
                <a:path w="1391" h="1198" extrusionOk="0">
                  <a:moveTo>
                    <a:pt x="657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0"/>
                  </a:lnTo>
                  <a:lnTo>
                    <a:pt x="39" y="425"/>
                  </a:lnTo>
                  <a:lnTo>
                    <a:pt x="0" y="618"/>
                  </a:lnTo>
                  <a:lnTo>
                    <a:pt x="39" y="811"/>
                  </a:lnTo>
                  <a:lnTo>
                    <a:pt x="116" y="1004"/>
                  </a:lnTo>
                  <a:lnTo>
                    <a:pt x="232" y="1120"/>
                  </a:lnTo>
                  <a:lnTo>
                    <a:pt x="425" y="1197"/>
                  </a:lnTo>
                  <a:lnTo>
                    <a:pt x="502" y="1197"/>
                  </a:lnTo>
                  <a:lnTo>
                    <a:pt x="541" y="1159"/>
                  </a:lnTo>
                  <a:lnTo>
                    <a:pt x="541" y="1081"/>
                  </a:lnTo>
                  <a:lnTo>
                    <a:pt x="502" y="1004"/>
                  </a:lnTo>
                  <a:lnTo>
                    <a:pt x="425" y="927"/>
                  </a:lnTo>
                  <a:lnTo>
                    <a:pt x="386" y="850"/>
                  </a:lnTo>
                  <a:lnTo>
                    <a:pt x="386" y="734"/>
                  </a:lnTo>
                  <a:lnTo>
                    <a:pt x="386" y="618"/>
                  </a:lnTo>
                  <a:lnTo>
                    <a:pt x="425" y="541"/>
                  </a:lnTo>
                  <a:lnTo>
                    <a:pt x="464" y="464"/>
                  </a:lnTo>
                  <a:lnTo>
                    <a:pt x="580" y="425"/>
                  </a:lnTo>
                  <a:lnTo>
                    <a:pt x="695" y="386"/>
                  </a:lnTo>
                  <a:lnTo>
                    <a:pt x="811" y="425"/>
                  </a:lnTo>
                  <a:lnTo>
                    <a:pt x="888" y="464"/>
                  </a:lnTo>
                  <a:lnTo>
                    <a:pt x="927" y="579"/>
                  </a:lnTo>
                  <a:lnTo>
                    <a:pt x="966" y="657"/>
                  </a:lnTo>
                  <a:lnTo>
                    <a:pt x="1043" y="888"/>
                  </a:lnTo>
                  <a:lnTo>
                    <a:pt x="1082" y="966"/>
                  </a:lnTo>
                  <a:lnTo>
                    <a:pt x="1120" y="1081"/>
                  </a:lnTo>
                  <a:lnTo>
                    <a:pt x="1159" y="1120"/>
                  </a:lnTo>
                  <a:lnTo>
                    <a:pt x="1236" y="1120"/>
                  </a:lnTo>
                  <a:lnTo>
                    <a:pt x="1313" y="1043"/>
                  </a:lnTo>
                  <a:lnTo>
                    <a:pt x="1352" y="966"/>
                  </a:lnTo>
                  <a:lnTo>
                    <a:pt x="1390" y="850"/>
                  </a:lnTo>
                  <a:lnTo>
                    <a:pt x="1352" y="618"/>
                  </a:lnTo>
                  <a:lnTo>
                    <a:pt x="1313" y="425"/>
                  </a:lnTo>
                  <a:lnTo>
                    <a:pt x="1197" y="232"/>
                  </a:lnTo>
                  <a:lnTo>
                    <a:pt x="1043" y="116"/>
                  </a:lnTo>
                  <a:lnTo>
                    <a:pt x="850" y="3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21"/>
            <p:cNvSpPr/>
            <p:nvPr/>
          </p:nvSpPr>
          <p:spPr>
            <a:xfrm>
              <a:off x="333675" y="3041375"/>
              <a:ext cx="49275" cy="56025"/>
            </a:xfrm>
            <a:custGeom>
              <a:avLst/>
              <a:gdLst/>
              <a:ahLst/>
              <a:cxnLst/>
              <a:rect l="l" t="t" r="r" b="b"/>
              <a:pathLst>
                <a:path w="1971" h="2241" extrusionOk="0">
                  <a:moveTo>
                    <a:pt x="1237" y="425"/>
                  </a:moveTo>
                  <a:lnTo>
                    <a:pt x="1391" y="464"/>
                  </a:lnTo>
                  <a:lnTo>
                    <a:pt x="1507" y="580"/>
                  </a:lnTo>
                  <a:lnTo>
                    <a:pt x="1545" y="657"/>
                  </a:lnTo>
                  <a:lnTo>
                    <a:pt x="1545" y="734"/>
                  </a:lnTo>
                  <a:lnTo>
                    <a:pt x="1507" y="812"/>
                  </a:lnTo>
                  <a:lnTo>
                    <a:pt x="1468" y="889"/>
                  </a:lnTo>
                  <a:lnTo>
                    <a:pt x="1275" y="1082"/>
                  </a:lnTo>
                  <a:lnTo>
                    <a:pt x="1005" y="1314"/>
                  </a:lnTo>
                  <a:lnTo>
                    <a:pt x="773" y="1507"/>
                  </a:lnTo>
                  <a:lnTo>
                    <a:pt x="657" y="1661"/>
                  </a:lnTo>
                  <a:lnTo>
                    <a:pt x="619" y="1777"/>
                  </a:lnTo>
                  <a:lnTo>
                    <a:pt x="503" y="1661"/>
                  </a:lnTo>
                  <a:lnTo>
                    <a:pt x="464" y="1545"/>
                  </a:lnTo>
                  <a:lnTo>
                    <a:pt x="387" y="1391"/>
                  </a:lnTo>
                  <a:lnTo>
                    <a:pt x="387" y="1236"/>
                  </a:lnTo>
                  <a:lnTo>
                    <a:pt x="387" y="1082"/>
                  </a:lnTo>
                  <a:lnTo>
                    <a:pt x="426" y="966"/>
                  </a:lnTo>
                  <a:lnTo>
                    <a:pt x="464" y="812"/>
                  </a:lnTo>
                  <a:lnTo>
                    <a:pt x="580" y="696"/>
                  </a:lnTo>
                  <a:lnTo>
                    <a:pt x="696" y="580"/>
                  </a:lnTo>
                  <a:lnTo>
                    <a:pt x="850" y="464"/>
                  </a:lnTo>
                  <a:lnTo>
                    <a:pt x="1043" y="425"/>
                  </a:lnTo>
                  <a:close/>
                  <a:moveTo>
                    <a:pt x="1121" y="1"/>
                  </a:moveTo>
                  <a:lnTo>
                    <a:pt x="928" y="39"/>
                  </a:lnTo>
                  <a:lnTo>
                    <a:pt x="735" y="116"/>
                  </a:lnTo>
                  <a:lnTo>
                    <a:pt x="541" y="232"/>
                  </a:lnTo>
                  <a:lnTo>
                    <a:pt x="348" y="348"/>
                  </a:lnTo>
                  <a:lnTo>
                    <a:pt x="233" y="503"/>
                  </a:lnTo>
                  <a:lnTo>
                    <a:pt x="117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68"/>
                  </a:lnTo>
                  <a:lnTo>
                    <a:pt x="117" y="1622"/>
                  </a:lnTo>
                  <a:lnTo>
                    <a:pt x="233" y="1816"/>
                  </a:lnTo>
                  <a:lnTo>
                    <a:pt x="348" y="1931"/>
                  </a:lnTo>
                  <a:lnTo>
                    <a:pt x="503" y="2086"/>
                  </a:lnTo>
                  <a:lnTo>
                    <a:pt x="657" y="2163"/>
                  </a:lnTo>
                  <a:lnTo>
                    <a:pt x="735" y="2240"/>
                  </a:lnTo>
                  <a:lnTo>
                    <a:pt x="850" y="2240"/>
                  </a:lnTo>
                  <a:lnTo>
                    <a:pt x="928" y="2202"/>
                  </a:lnTo>
                  <a:lnTo>
                    <a:pt x="966" y="2086"/>
                  </a:lnTo>
                  <a:lnTo>
                    <a:pt x="1005" y="1931"/>
                  </a:lnTo>
                  <a:lnTo>
                    <a:pt x="1082" y="1777"/>
                  </a:lnTo>
                  <a:lnTo>
                    <a:pt x="1198" y="1661"/>
                  </a:lnTo>
                  <a:lnTo>
                    <a:pt x="1314" y="1507"/>
                  </a:lnTo>
                  <a:lnTo>
                    <a:pt x="1623" y="1314"/>
                  </a:lnTo>
                  <a:lnTo>
                    <a:pt x="1739" y="1198"/>
                  </a:lnTo>
                  <a:lnTo>
                    <a:pt x="1854" y="1043"/>
                  </a:lnTo>
                  <a:lnTo>
                    <a:pt x="1932" y="889"/>
                  </a:lnTo>
                  <a:lnTo>
                    <a:pt x="1970" y="696"/>
                  </a:lnTo>
                  <a:lnTo>
                    <a:pt x="1932" y="541"/>
                  </a:lnTo>
                  <a:lnTo>
                    <a:pt x="1893" y="387"/>
                  </a:lnTo>
                  <a:lnTo>
                    <a:pt x="1777" y="271"/>
                  </a:lnTo>
                  <a:lnTo>
                    <a:pt x="1661" y="155"/>
                  </a:lnTo>
                  <a:lnTo>
                    <a:pt x="1507" y="78"/>
                  </a:lnTo>
                  <a:lnTo>
                    <a:pt x="1352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21"/>
            <p:cNvSpPr/>
            <p:nvPr/>
          </p:nvSpPr>
          <p:spPr>
            <a:xfrm>
              <a:off x="312450" y="3078050"/>
              <a:ext cx="440225" cy="234625"/>
            </a:xfrm>
            <a:custGeom>
              <a:avLst/>
              <a:gdLst/>
              <a:ahLst/>
              <a:cxnLst/>
              <a:rect l="l" t="t" r="r" b="b"/>
              <a:pathLst>
                <a:path w="17609" h="9385" extrusionOk="0">
                  <a:moveTo>
                    <a:pt x="6256" y="1"/>
                  </a:moveTo>
                  <a:lnTo>
                    <a:pt x="5638" y="40"/>
                  </a:lnTo>
                  <a:lnTo>
                    <a:pt x="5059" y="155"/>
                  </a:lnTo>
                  <a:lnTo>
                    <a:pt x="4480" y="271"/>
                  </a:lnTo>
                  <a:lnTo>
                    <a:pt x="3939" y="503"/>
                  </a:lnTo>
                  <a:lnTo>
                    <a:pt x="3398" y="735"/>
                  </a:lnTo>
                  <a:lnTo>
                    <a:pt x="2896" y="1044"/>
                  </a:lnTo>
                  <a:lnTo>
                    <a:pt x="2433" y="1391"/>
                  </a:lnTo>
                  <a:lnTo>
                    <a:pt x="1970" y="1777"/>
                  </a:lnTo>
                  <a:lnTo>
                    <a:pt x="1584" y="2202"/>
                  </a:lnTo>
                  <a:lnTo>
                    <a:pt x="1197" y="2665"/>
                  </a:lnTo>
                  <a:lnTo>
                    <a:pt x="888" y="3206"/>
                  </a:lnTo>
                  <a:lnTo>
                    <a:pt x="618" y="3747"/>
                  </a:lnTo>
                  <a:lnTo>
                    <a:pt x="386" y="4287"/>
                  </a:lnTo>
                  <a:lnTo>
                    <a:pt x="193" y="4905"/>
                  </a:lnTo>
                  <a:lnTo>
                    <a:pt x="78" y="5484"/>
                  </a:lnTo>
                  <a:lnTo>
                    <a:pt x="0" y="6102"/>
                  </a:lnTo>
                  <a:lnTo>
                    <a:pt x="0" y="6681"/>
                  </a:lnTo>
                  <a:lnTo>
                    <a:pt x="39" y="7261"/>
                  </a:lnTo>
                  <a:lnTo>
                    <a:pt x="155" y="7801"/>
                  </a:lnTo>
                  <a:lnTo>
                    <a:pt x="309" y="8342"/>
                  </a:lnTo>
                  <a:lnTo>
                    <a:pt x="502" y="8882"/>
                  </a:lnTo>
                  <a:lnTo>
                    <a:pt x="734" y="9384"/>
                  </a:lnTo>
                  <a:lnTo>
                    <a:pt x="1043" y="9230"/>
                  </a:lnTo>
                  <a:lnTo>
                    <a:pt x="888" y="8844"/>
                  </a:lnTo>
                  <a:lnTo>
                    <a:pt x="734" y="8458"/>
                  </a:lnTo>
                  <a:lnTo>
                    <a:pt x="541" y="7801"/>
                  </a:lnTo>
                  <a:lnTo>
                    <a:pt x="425" y="7183"/>
                  </a:lnTo>
                  <a:lnTo>
                    <a:pt x="425" y="6527"/>
                  </a:lnTo>
                  <a:lnTo>
                    <a:pt x="425" y="5870"/>
                  </a:lnTo>
                  <a:lnTo>
                    <a:pt x="541" y="5253"/>
                  </a:lnTo>
                  <a:lnTo>
                    <a:pt x="695" y="4596"/>
                  </a:lnTo>
                  <a:lnTo>
                    <a:pt x="927" y="3978"/>
                  </a:lnTo>
                  <a:lnTo>
                    <a:pt x="1236" y="3399"/>
                  </a:lnTo>
                  <a:lnTo>
                    <a:pt x="1584" y="2858"/>
                  </a:lnTo>
                  <a:lnTo>
                    <a:pt x="2008" y="2318"/>
                  </a:lnTo>
                  <a:lnTo>
                    <a:pt x="2472" y="1854"/>
                  </a:lnTo>
                  <a:lnTo>
                    <a:pt x="2974" y="1468"/>
                  </a:lnTo>
                  <a:lnTo>
                    <a:pt x="3553" y="1121"/>
                  </a:lnTo>
                  <a:lnTo>
                    <a:pt x="4132" y="851"/>
                  </a:lnTo>
                  <a:lnTo>
                    <a:pt x="4750" y="657"/>
                  </a:lnTo>
                  <a:lnTo>
                    <a:pt x="5406" y="503"/>
                  </a:lnTo>
                  <a:lnTo>
                    <a:pt x="5793" y="464"/>
                  </a:lnTo>
                  <a:lnTo>
                    <a:pt x="6912" y="464"/>
                  </a:lnTo>
                  <a:lnTo>
                    <a:pt x="7607" y="580"/>
                  </a:lnTo>
                  <a:lnTo>
                    <a:pt x="8264" y="773"/>
                  </a:lnTo>
                  <a:lnTo>
                    <a:pt x="8920" y="1044"/>
                  </a:lnTo>
                  <a:lnTo>
                    <a:pt x="9538" y="1352"/>
                  </a:lnTo>
                  <a:lnTo>
                    <a:pt x="10195" y="1739"/>
                  </a:lnTo>
                  <a:lnTo>
                    <a:pt x="10813" y="2125"/>
                  </a:lnTo>
                  <a:lnTo>
                    <a:pt x="11315" y="2472"/>
                  </a:lnTo>
                  <a:lnTo>
                    <a:pt x="11894" y="2781"/>
                  </a:lnTo>
                  <a:lnTo>
                    <a:pt x="12434" y="3090"/>
                  </a:lnTo>
                  <a:lnTo>
                    <a:pt x="13052" y="3360"/>
                  </a:lnTo>
                  <a:lnTo>
                    <a:pt x="13631" y="3554"/>
                  </a:lnTo>
                  <a:lnTo>
                    <a:pt x="14249" y="3708"/>
                  </a:lnTo>
                  <a:lnTo>
                    <a:pt x="14867" y="3708"/>
                  </a:lnTo>
                  <a:lnTo>
                    <a:pt x="15215" y="3669"/>
                  </a:lnTo>
                  <a:lnTo>
                    <a:pt x="15524" y="3631"/>
                  </a:lnTo>
                  <a:lnTo>
                    <a:pt x="15987" y="3476"/>
                  </a:lnTo>
                  <a:lnTo>
                    <a:pt x="16412" y="3245"/>
                  </a:lnTo>
                  <a:lnTo>
                    <a:pt x="16798" y="2936"/>
                  </a:lnTo>
                  <a:lnTo>
                    <a:pt x="17107" y="2588"/>
                  </a:lnTo>
                  <a:lnTo>
                    <a:pt x="17377" y="2202"/>
                  </a:lnTo>
                  <a:lnTo>
                    <a:pt x="17454" y="1970"/>
                  </a:lnTo>
                  <a:lnTo>
                    <a:pt x="17531" y="1739"/>
                  </a:lnTo>
                  <a:lnTo>
                    <a:pt x="17609" y="1507"/>
                  </a:lnTo>
                  <a:lnTo>
                    <a:pt x="17609" y="1275"/>
                  </a:lnTo>
                  <a:lnTo>
                    <a:pt x="17609" y="1044"/>
                  </a:lnTo>
                  <a:lnTo>
                    <a:pt x="17570" y="773"/>
                  </a:lnTo>
                  <a:lnTo>
                    <a:pt x="17531" y="696"/>
                  </a:lnTo>
                  <a:lnTo>
                    <a:pt x="17493" y="657"/>
                  </a:lnTo>
                  <a:lnTo>
                    <a:pt x="17454" y="580"/>
                  </a:lnTo>
                  <a:lnTo>
                    <a:pt x="17416" y="542"/>
                  </a:lnTo>
                  <a:lnTo>
                    <a:pt x="17145" y="773"/>
                  </a:lnTo>
                  <a:lnTo>
                    <a:pt x="17145" y="851"/>
                  </a:lnTo>
                  <a:lnTo>
                    <a:pt x="17184" y="1198"/>
                  </a:lnTo>
                  <a:lnTo>
                    <a:pt x="17145" y="1584"/>
                  </a:lnTo>
                  <a:lnTo>
                    <a:pt x="17030" y="1893"/>
                  </a:lnTo>
                  <a:lnTo>
                    <a:pt x="16836" y="2241"/>
                  </a:lnTo>
                  <a:lnTo>
                    <a:pt x="16605" y="2511"/>
                  </a:lnTo>
                  <a:lnTo>
                    <a:pt x="16334" y="2743"/>
                  </a:lnTo>
                  <a:lnTo>
                    <a:pt x="16026" y="2936"/>
                  </a:lnTo>
                  <a:lnTo>
                    <a:pt x="15678" y="3090"/>
                  </a:lnTo>
                  <a:lnTo>
                    <a:pt x="15292" y="3206"/>
                  </a:lnTo>
                  <a:lnTo>
                    <a:pt x="14906" y="3245"/>
                  </a:lnTo>
                  <a:lnTo>
                    <a:pt x="14520" y="3245"/>
                  </a:lnTo>
                  <a:lnTo>
                    <a:pt x="14133" y="3206"/>
                  </a:lnTo>
                  <a:lnTo>
                    <a:pt x="13747" y="3129"/>
                  </a:lnTo>
                  <a:lnTo>
                    <a:pt x="13361" y="3013"/>
                  </a:lnTo>
                  <a:lnTo>
                    <a:pt x="12975" y="2858"/>
                  </a:lnTo>
                  <a:lnTo>
                    <a:pt x="12627" y="2704"/>
                  </a:lnTo>
                  <a:lnTo>
                    <a:pt x="12010" y="2356"/>
                  </a:lnTo>
                  <a:lnTo>
                    <a:pt x="11353" y="1970"/>
                  </a:lnTo>
                  <a:lnTo>
                    <a:pt x="10156" y="1198"/>
                  </a:lnTo>
                  <a:lnTo>
                    <a:pt x="9538" y="851"/>
                  </a:lnTo>
                  <a:lnTo>
                    <a:pt x="8882" y="542"/>
                  </a:lnTo>
                  <a:lnTo>
                    <a:pt x="8225" y="271"/>
                  </a:lnTo>
                  <a:lnTo>
                    <a:pt x="7878" y="155"/>
                  </a:lnTo>
                  <a:lnTo>
                    <a:pt x="7492" y="78"/>
                  </a:lnTo>
                  <a:lnTo>
                    <a:pt x="687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21"/>
            <p:cNvSpPr/>
            <p:nvPr/>
          </p:nvSpPr>
          <p:spPr>
            <a:xfrm>
              <a:off x="330800" y="3096400"/>
              <a:ext cx="446975" cy="310875"/>
            </a:xfrm>
            <a:custGeom>
              <a:avLst/>
              <a:gdLst/>
              <a:ahLst/>
              <a:cxnLst/>
              <a:rect l="l" t="t" r="r" b="b"/>
              <a:pathLst>
                <a:path w="17879" h="12435" extrusionOk="0">
                  <a:moveTo>
                    <a:pt x="17608" y="1"/>
                  </a:moveTo>
                  <a:lnTo>
                    <a:pt x="17415" y="117"/>
                  </a:lnTo>
                  <a:lnTo>
                    <a:pt x="17454" y="734"/>
                  </a:lnTo>
                  <a:lnTo>
                    <a:pt x="17454" y="1352"/>
                  </a:lnTo>
                  <a:lnTo>
                    <a:pt x="17415" y="1931"/>
                  </a:lnTo>
                  <a:lnTo>
                    <a:pt x="17338" y="2549"/>
                  </a:lnTo>
                  <a:lnTo>
                    <a:pt x="17261" y="3128"/>
                  </a:lnTo>
                  <a:lnTo>
                    <a:pt x="17106" y="3708"/>
                  </a:lnTo>
                  <a:lnTo>
                    <a:pt x="16952" y="4287"/>
                  </a:lnTo>
                  <a:lnTo>
                    <a:pt x="16720" y="4828"/>
                  </a:lnTo>
                  <a:lnTo>
                    <a:pt x="16489" y="5368"/>
                  </a:lnTo>
                  <a:lnTo>
                    <a:pt x="16257" y="5909"/>
                  </a:lnTo>
                  <a:lnTo>
                    <a:pt x="15948" y="6449"/>
                  </a:lnTo>
                  <a:lnTo>
                    <a:pt x="15600" y="6951"/>
                  </a:lnTo>
                  <a:lnTo>
                    <a:pt x="15253" y="7415"/>
                  </a:lnTo>
                  <a:lnTo>
                    <a:pt x="14867" y="7917"/>
                  </a:lnTo>
                  <a:lnTo>
                    <a:pt x="14481" y="8341"/>
                  </a:lnTo>
                  <a:lnTo>
                    <a:pt x="14017" y="8805"/>
                  </a:lnTo>
                  <a:lnTo>
                    <a:pt x="13515" y="9268"/>
                  </a:lnTo>
                  <a:lnTo>
                    <a:pt x="12975" y="9693"/>
                  </a:lnTo>
                  <a:lnTo>
                    <a:pt x="12395" y="10118"/>
                  </a:lnTo>
                  <a:lnTo>
                    <a:pt x="11778" y="10465"/>
                  </a:lnTo>
                  <a:lnTo>
                    <a:pt x="11160" y="10813"/>
                  </a:lnTo>
                  <a:lnTo>
                    <a:pt x="10503" y="11122"/>
                  </a:lnTo>
                  <a:lnTo>
                    <a:pt x="9847" y="11392"/>
                  </a:lnTo>
                  <a:lnTo>
                    <a:pt x="9190" y="11585"/>
                  </a:lnTo>
                  <a:lnTo>
                    <a:pt x="8495" y="11778"/>
                  </a:lnTo>
                  <a:lnTo>
                    <a:pt x="7839" y="11894"/>
                  </a:lnTo>
                  <a:lnTo>
                    <a:pt x="7144" y="11971"/>
                  </a:lnTo>
                  <a:lnTo>
                    <a:pt x="6449" y="11971"/>
                  </a:lnTo>
                  <a:lnTo>
                    <a:pt x="5754" y="11933"/>
                  </a:lnTo>
                  <a:lnTo>
                    <a:pt x="5059" y="11817"/>
                  </a:lnTo>
                  <a:lnTo>
                    <a:pt x="4364" y="11624"/>
                  </a:lnTo>
                  <a:lnTo>
                    <a:pt x="3668" y="11392"/>
                  </a:lnTo>
                  <a:lnTo>
                    <a:pt x="3166" y="11160"/>
                  </a:lnTo>
                  <a:lnTo>
                    <a:pt x="2664" y="10890"/>
                  </a:lnTo>
                  <a:lnTo>
                    <a:pt x="2201" y="10581"/>
                  </a:lnTo>
                  <a:lnTo>
                    <a:pt x="1738" y="10234"/>
                  </a:lnTo>
                  <a:lnTo>
                    <a:pt x="1352" y="9847"/>
                  </a:lnTo>
                  <a:lnTo>
                    <a:pt x="965" y="9423"/>
                  </a:lnTo>
                  <a:lnTo>
                    <a:pt x="618" y="8959"/>
                  </a:lnTo>
                  <a:lnTo>
                    <a:pt x="309" y="8496"/>
                  </a:lnTo>
                  <a:lnTo>
                    <a:pt x="0" y="8650"/>
                  </a:lnTo>
                  <a:lnTo>
                    <a:pt x="309" y="9191"/>
                  </a:lnTo>
                  <a:lnTo>
                    <a:pt x="695" y="9693"/>
                  </a:lnTo>
                  <a:lnTo>
                    <a:pt x="1081" y="10156"/>
                  </a:lnTo>
                  <a:lnTo>
                    <a:pt x="1545" y="10581"/>
                  </a:lnTo>
                  <a:lnTo>
                    <a:pt x="2047" y="10967"/>
                  </a:lnTo>
                  <a:lnTo>
                    <a:pt x="2549" y="11315"/>
                  </a:lnTo>
                  <a:lnTo>
                    <a:pt x="3128" y="11624"/>
                  </a:lnTo>
                  <a:lnTo>
                    <a:pt x="3746" y="11894"/>
                  </a:lnTo>
                  <a:lnTo>
                    <a:pt x="4402" y="12126"/>
                  </a:lnTo>
                  <a:lnTo>
                    <a:pt x="5097" y="12280"/>
                  </a:lnTo>
                  <a:lnTo>
                    <a:pt x="5754" y="12357"/>
                  </a:lnTo>
                  <a:lnTo>
                    <a:pt x="6449" y="12435"/>
                  </a:lnTo>
                  <a:lnTo>
                    <a:pt x="7144" y="12396"/>
                  </a:lnTo>
                  <a:lnTo>
                    <a:pt x="7800" y="12357"/>
                  </a:lnTo>
                  <a:lnTo>
                    <a:pt x="8495" y="12242"/>
                  </a:lnTo>
                  <a:lnTo>
                    <a:pt x="9152" y="12087"/>
                  </a:lnTo>
                  <a:lnTo>
                    <a:pt x="9808" y="11894"/>
                  </a:lnTo>
                  <a:lnTo>
                    <a:pt x="10465" y="11662"/>
                  </a:lnTo>
                  <a:lnTo>
                    <a:pt x="11121" y="11353"/>
                  </a:lnTo>
                  <a:lnTo>
                    <a:pt x="11739" y="11044"/>
                  </a:lnTo>
                  <a:lnTo>
                    <a:pt x="12318" y="10697"/>
                  </a:lnTo>
                  <a:lnTo>
                    <a:pt x="12897" y="10311"/>
                  </a:lnTo>
                  <a:lnTo>
                    <a:pt x="13477" y="9925"/>
                  </a:lnTo>
                  <a:lnTo>
                    <a:pt x="13979" y="9461"/>
                  </a:lnTo>
                  <a:lnTo>
                    <a:pt x="14481" y="9037"/>
                  </a:lnTo>
                  <a:lnTo>
                    <a:pt x="14944" y="8573"/>
                  </a:lnTo>
                  <a:lnTo>
                    <a:pt x="15369" y="8071"/>
                  </a:lnTo>
                  <a:lnTo>
                    <a:pt x="15794" y="7531"/>
                  </a:lnTo>
                  <a:lnTo>
                    <a:pt x="16180" y="6990"/>
                  </a:lnTo>
                  <a:lnTo>
                    <a:pt x="16566" y="6411"/>
                  </a:lnTo>
                  <a:lnTo>
                    <a:pt x="16875" y="5793"/>
                  </a:lnTo>
                  <a:lnTo>
                    <a:pt x="17184" y="5214"/>
                  </a:lnTo>
                  <a:lnTo>
                    <a:pt x="17415" y="4557"/>
                  </a:lnTo>
                  <a:lnTo>
                    <a:pt x="17608" y="3939"/>
                  </a:lnTo>
                  <a:lnTo>
                    <a:pt x="17763" y="3283"/>
                  </a:lnTo>
                  <a:lnTo>
                    <a:pt x="17840" y="2626"/>
                  </a:lnTo>
                  <a:lnTo>
                    <a:pt x="17879" y="1970"/>
                  </a:lnTo>
                  <a:lnTo>
                    <a:pt x="17840" y="1314"/>
                  </a:lnTo>
                  <a:lnTo>
                    <a:pt x="17763" y="657"/>
                  </a:lnTo>
                  <a:lnTo>
                    <a:pt x="1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21"/>
            <p:cNvSpPr/>
            <p:nvPr/>
          </p:nvSpPr>
          <p:spPr>
            <a:xfrm>
              <a:off x="4441350" y="3154325"/>
              <a:ext cx="84975" cy="94625"/>
            </a:xfrm>
            <a:custGeom>
              <a:avLst/>
              <a:gdLst/>
              <a:ahLst/>
              <a:cxnLst/>
              <a:rect l="l" t="t" r="r" b="b"/>
              <a:pathLst>
                <a:path w="3399" h="3785" extrusionOk="0">
                  <a:moveTo>
                    <a:pt x="77" y="1"/>
                  </a:moveTo>
                  <a:lnTo>
                    <a:pt x="0" y="78"/>
                  </a:lnTo>
                  <a:lnTo>
                    <a:pt x="0" y="116"/>
                  </a:lnTo>
                  <a:lnTo>
                    <a:pt x="348" y="889"/>
                  </a:lnTo>
                  <a:lnTo>
                    <a:pt x="811" y="1661"/>
                  </a:lnTo>
                  <a:lnTo>
                    <a:pt x="1274" y="2395"/>
                  </a:lnTo>
                  <a:lnTo>
                    <a:pt x="1738" y="3090"/>
                  </a:lnTo>
                  <a:lnTo>
                    <a:pt x="2008" y="3437"/>
                  </a:lnTo>
                  <a:lnTo>
                    <a:pt x="2201" y="3553"/>
                  </a:lnTo>
                  <a:lnTo>
                    <a:pt x="2394" y="3669"/>
                  </a:lnTo>
                  <a:lnTo>
                    <a:pt x="2587" y="3746"/>
                  </a:lnTo>
                  <a:lnTo>
                    <a:pt x="2780" y="3785"/>
                  </a:lnTo>
                  <a:lnTo>
                    <a:pt x="3012" y="3708"/>
                  </a:lnTo>
                  <a:lnTo>
                    <a:pt x="3205" y="3592"/>
                  </a:lnTo>
                  <a:lnTo>
                    <a:pt x="3321" y="3437"/>
                  </a:lnTo>
                  <a:lnTo>
                    <a:pt x="3398" y="3244"/>
                  </a:lnTo>
                  <a:lnTo>
                    <a:pt x="3398" y="3090"/>
                  </a:lnTo>
                  <a:lnTo>
                    <a:pt x="3398" y="2897"/>
                  </a:lnTo>
                  <a:lnTo>
                    <a:pt x="3360" y="2704"/>
                  </a:lnTo>
                  <a:lnTo>
                    <a:pt x="3282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89" y="2742"/>
                  </a:lnTo>
                  <a:lnTo>
                    <a:pt x="3128" y="2858"/>
                  </a:lnTo>
                  <a:lnTo>
                    <a:pt x="2896" y="3012"/>
                  </a:lnTo>
                  <a:lnTo>
                    <a:pt x="2665" y="3128"/>
                  </a:lnTo>
                  <a:lnTo>
                    <a:pt x="2510" y="3206"/>
                  </a:lnTo>
                  <a:lnTo>
                    <a:pt x="2317" y="3206"/>
                  </a:lnTo>
                  <a:lnTo>
                    <a:pt x="2201" y="3167"/>
                  </a:lnTo>
                  <a:lnTo>
                    <a:pt x="2047" y="3090"/>
                  </a:lnTo>
                  <a:lnTo>
                    <a:pt x="1931" y="2935"/>
                  </a:lnTo>
                  <a:lnTo>
                    <a:pt x="1854" y="2742"/>
                  </a:lnTo>
                  <a:lnTo>
                    <a:pt x="1699" y="2511"/>
                  </a:lnTo>
                  <a:lnTo>
                    <a:pt x="1081" y="1507"/>
                  </a:lnTo>
                  <a:lnTo>
                    <a:pt x="618" y="773"/>
                  </a:lnTo>
                  <a:lnTo>
                    <a:pt x="386" y="387"/>
                  </a:lnTo>
                  <a:lnTo>
                    <a:pt x="116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21"/>
            <p:cNvSpPr/>
            <p:nvPr/>
          </p:nvSpPr>
          <p:spPr>
            <a:xfrm>
              <a:off x="7199400" y="3174600"/>
              <a:ext cx="61825" cy="89800"/>
            </a:xfrm>
            <a:custGeom>
              <a:avLst/>
              <a:gdLst/>
              <a:ahLst/>
              <a:cxnLst/>
              <a:rect l="l" t="t" r="r" b="b"/>
              <a:pathLst>
                <a:path w="2473" h="3592" extrusionOk="0">
                  <a:moveTo>
                    <a:pt x="1082" y="0"/>
                  </a:moveTo>
                  <a:lnTo>
                    <a:pt x="1005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32" y="2163"/>
                  </a:lnTo>
                  <a:lnTo>
                    <a:pt x="1932" y="2433"/>
                  </a:lnTo>
                  <a:lnTo>
                    <a:pt x="1816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1" y="3128"/>
                  </a:lnTo>
                  <a:lnTo>
                    <a:pt x="1198" y="3128"/>
                  </a:lnTo>
                  <a:lnTo>
                    <a:pt x="1043" y="3090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588"/>
                  </a:lnTo>
                  <a:lnTo>
                    <a:pt x="928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1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13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24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10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21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3"/>
                  </a:lnTo>
                  <a:lnTo>
                    <a:pt x="1700" y="3514"/>
                  </a:lnTo>
                  <a:lnTo>
                    <a:pt x="1854" y="3399"/>
                  </a:lnTo>
                  <a:lnTo>
                    <a:pt x="2047" y="3244"/>
                  </a:lnTo>
                  <a:lnTo>
                    <a:pt x="2202" y="3051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0"/>
                  </a:lnTo>
                  <a:lnTo>
                    <a:pt x="2434" y="2008"/>
                  </a:lnTo>
                  <a:lnTo>
                    <a:pt x="2395" y="1815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21"/>
            <p:cNvSpPr/>
            <p:nvPr/>
          </p:nvSpPr>
          <p:spPr>
            <a:xfrm>
              <a:off x="6803600" y="3198725"/>
              <a:ext cx="310875" cy="124575"/>
            </a:xfrm>
            <a:custGeom>
              <a:avLst/>
              <a:gdLst/>
              <a:ahLst/>
              <a:cxnLst/>
              <a:rect l="l" t="t" r="r" b="b"/>
              <a:pathLst>
                <a:path w="12435" h="4983" extrusionOk="0">
                  <a:moveTo>
                    <a:pt x="232" y="1"/>
                  </a:moveTo>
                  <a:lnTo>
                    <a:pt x="1" y="233"/>
                  </a:lnTo>
                  <a:lnTo>
                    <a:pt x="503" y="966"/>
                  </a:lnTo>
                  <a:lnTo>
                    <a:pt x="1043" y="1623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4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4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3"/>
                  </a:lnTo>
                  <a:lnTo>
                    <a:pt x="11855" y="3862"/>
                  </a:lnTo>
                  <a:lnTo>
                    <a:pt x="12242" y="3592"/>
                  </a:lnTo>
                  <a:lnTo>
                    <a:pt x="12319" y="3553"/>
                  </a:lnTo>
                  <a:lnTo>
                    <a:pt x="12435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9"/>
                  </a:lnTo>
                  <a:lnTo>
                    <a:pt x="12010" y="3129"/>
                  </a:lnTo>
                  <a:lnTo>
                    <a:pt x="11933" y="3206"/>
                  </a:lnTo>
                  <a:lnTo>
                    <a:pt x="11585" y="3438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7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2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2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7"/>
                  </a:lnTo>
                  <a:lnTo>
                    <a:pt x="4596" y="3708"/>
                  </a:lnTo>
                  <a:lnTo>
                    <a:pt x="3901" y="3283"/>
                  </a:lnTo>
                  <a:lnTo>
                    <a:pt x="3206" y="2820"/>
                  </a:lnTo>
                  <a:lnTo>
                    <a:pt x="2588" y="2318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21"/>
            <p:cNvSpPr/>
            <p:nvPr/>
          </p:nvSpPr>
          <p:spPr>
            <a:xfrm>
              <a:off x="7111550" y="320550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77"/>
                  </a:lnTo>
                  <a:lnTo>
                    <a:pt x="3013" y="270"/>
                  </a:lnTo>
                  <a:lnTo>
                    <a:pt x="2781" y="502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5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1"/>
                  </a:lnTo>
                  <a:lnTo>
                    <a:pt x="966" y="2510"/>
                  </a:lnTo>
                  <a:lnTo>
                    <a:pt x="1198" y="2587"/>
                  </a:lnTo>
                  <a:lnTo>
                    <a:pt x="1430" y="2703"/>
                  </a:lnTo>
                  <a:lnTo>
                    <a:pt x="1623" y="2819"/>
                  </a:lnTo>
                  <a:lnTo>
                    <a:pt x="1816" y="2973"/>
                  </a:lnTo>
                  <a:lnTo>
                    <a:pt x="1970" y="3167"/>
                  </a:lnTo>
                  <a:lnTo>
                    <a:pt x="2047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093"/>
                  </a:lnTo>
                  <a:lnTo>
                    <a:pt x="2009" y="4325"/>
                  </a:lnTo>
                  <a:lnTo>
                    <a:pt x="1893" y="4518"/>
                  </a:lnTo>
                  <a:lnTo>
                    <a:pt x="1739" y="4711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5"/>
                  </a:lnTo>
                  <a:lnTo>
                    <a:pt x="657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32"/>
                  </a:lnTo>
                  <a:lnTo>
                    <a:pt x="966" y="4093"/>
                  </a:lnTo>
                  <a:lnTo>
                    <a:pt x="1121" y="4093"/>
                  </a:lnTo>
                  <a:lnTo>
                    <a:pt x="1237" y="4016"/>
                  </a:lnTo>
                  <a:lnTo>
                    <a:pt x="1314" y="3900"/>
                  </a:lnTo>
                  <a:lnTo>
                    <a:pt x="1314" y="3784"/>
                  </a:lnTo>
                  <a:lnTo>
                    <a:pt x="1275" y="3707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862"/>
                  </a:lnTo>
                  <a:lnTo>
                    <a:pt x="387" y="3977"/>
                  </a:lnTo>
                  <a:lnTo>
                    <a:pt x="310" y="4093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866"/>
                  </a:lnTo>
                  <a:lnTo>
                    <a:pt x="387" y="5097"/>
                  </a:lnTo>
                  <a:lnTo>
                    <a:pt x="541" y="5252"/>
                  </a:lnTo>
                  <a:lnTo>
                    <a:pt x="735" y="5368"/>
                  </a:lnTo>
                  <a:lnTo>
                    <a:pt x="966" y="5406"/>
                  </a:lnTo>
                  <a:lnTo>
                    <a:pt x="1198" y="5406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20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1"/>
                  </a:lnTo>
                  <a:lnTo>
                    <a:pt x="1739" y="2356"/>
                  </a:lnTo>
                  <a:lnTo>
                    <a:pt x="1507" y="2201"/>
                  </a:lnTo>
                  <a:lnTo>
                    <a:pt x="1275" y="2124"/>
                  </a:lnTo>
                  <a:lnTo>
                    <a:pt x="1623" y="1969"/>
                  </a:lnTo>
                  <a:lnTo>
                    <a:pt x="1932" y="1815"/>
                  </a:lnTo>
                  <a:lnTo>
                    <a:pt x="2241" y="1622"/>
                  </a:lnTo>
                  <a:lnTo>
                    <a:pt x="2549" y="1390"/>
                  </a:lnTo>
                  <a:lnTo>
                    <a:pt x="2820" y="1197"/>
                  </a:lnTo>
                  <a:lnTo>
                    <a:pt x="3090" y="965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77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21"/>
            <p:cNvSpPr/>
            <p:nvPr/>
          </p:nvSpPr>
          <p:spPr>
            <a:xfrm>
              <a:off x="1402350" y="3219000"/>
              <a:ext cx="106225" cy="103325"/>
            </a:xfrm>
            <a:custGeom>
              <a:avLst/>
              <a:gdLst/>
              <a:ahLst/>
              <a:cxnLst/>
              <a:rect l="l" t="t" r="r" b="b"/>
              <a:pathLst>
                <a:path w="4249" h="4133" extrusionOk="0">
                  <a:moveTo>
                    <a:pt x="2317" y="387"/>
                  </a:moveTo>
                  <a:lnTo>
                    <a:pt x="2588" y="425"/>
                  </a:lnTo>
                  <a:lnTo>
                    <a:pt x="2858" y="503"/>
                  </a:lnTo>
                  <a:lnTo>
                    <a:pt x="3128" y="619"/>
                  </a:lnTo>
                  <a:lnTo>
                    <a:pt x="3321" y="812"/>
                  </a:lnTo>
                  <a:lnTo>
                    <a:pt x="3553" y="1043"/>
                  </a:lnTo>
                  <a:lnTo>
                    <a:pt x="3708" y="1352"/>
                  </a:lnTo>
                  <a:lnTo>
                    <a:pt x="3823" y="1700"/>
                  </a:lnTo>
                  <a:lnTo>
                    <a:pt x="3862" y="2047"/>
                  </a:lnTo>
                  <a:lnTo>
                    <a:pt x="3785" y="2395"/>
                  </a:lnTo>
                  <a:lnTo>
                    <a:pt x="3708" y="2742"/>
                  </a:lnTo>
                  <a:lnTo>
                    <a:pt x="3514" y="3051"/>
                  </a:lnTo>
                  <a:lnTo>
                    <a:pt x="3283" y="3322"/>
                  </a:lnTo>
                  <a:lnTo>
                    <a:pt x="3012" y="3515"/>
                  </a:lnTo>
                  <a:lnTo>
                    <a:pt x="2704" y="3669"/>
                  </a:lnTo>
                  <a:lnTo>
                    <a:pt x="2395" y="3746"/>
                  </a:lnTo>
                  <a:lnTo>
                    <a:pt x="2047" y="3785"/>
                  </a:lnTo>
                  <a:lnTo>
                    <a:pt x="1738" y="3746"/>
                  </a:lnTo>
                  <a:lnTo>
                    <a:pt x="1391" y="3631"/>
                  </a:lnTo>
                  <a:lnTo>
                    <a:pt x="1120" y="3476"/>
                  </a:lnTo>
                  <a:lnTo>
                    <a:pt x="850" y="3283"/>
                  </a:lnTo>
                  <a:lnTo>
                    <a:pt x="618" y="3013"/>
                  </a:lnTo>
                  <a:lnTo>
                    <a:pt x="464" y="2665"/>
                  </a:lnTo>
                  <a:lnTo>
                    <a:pt x="348" y="2318"/>
                  </a:lnTo>
                  <a:lnTo>
                    <a:pt x="348" y="1931"/>
                  </a:lnTo>
                  <a:lnTo>
                    <a:pt x="387" y="1545"/>
                  </a:lnTo>
                  <a:lnTo>
                    <a:pt x="541" y="1236"/>
                  </a:lnTo>
                  <a:lnTo>
                    <a:pt x="618" y="1082"/>
                  </a:lnTo>
                  <a:lnTo>
                    <a:pt x="734" y="927"/>
                  </a:lnTo>
                  <a:lnTo>
                    <a:pt x="889" y="812"/>
                  </a:lnTo>
                  <a:lnTo>
                    <a:pt x="1043" y="696"/>
                  </a:lnTo>
                  <a:lnTo>
                    <a:pt x="1236" y="619"/>
                  </a:lnTo>
                  <a:lnTo>
                    <a:pt x="1429" y="541"/>
                  </a:lnTo>
                  <a:lnTo>
                    <a:pt x="1468" y="503"/>
                  </a:lnTo>
                  <a:lnTo>
                    <a:pt x="1777" y="425"/>
                  </a:lnTo>
                  <a:lnTo>
                    <a:pt x="2047" y="387"/>
                  </a:lnTo>
                  <a:close/>
                  <a:moveTo>
                    <a:pt x="1931" y="1"/>
                  </a:moveTo>
                  <a:lnTo>
                    <a:pt x="1738" y="39"/>
                  </a:lnTo>
                  <a:lnTo>
                    <a:pt x="1507" y="117"/>
                  </a:lnTo>
                  <a:lnTo>
                    <a:pt x="1313" y="232"/>
                  </a:lnTo>
                  <a:lnTo>
                    <a:pt x="1159" y="348"/>
                  </a:lnTo>
                  <a:lnTo>
                    <a:pt x="1120" y="387"/>
                  </a:lnTo>
                  <a:lnTo>
                    <a:pt x="966" y="387"/>
                  </a:lnTo>
                  <a:lnTo>
                    <a:pt x="773" y="464"/>
                  </a:lnTo>
                  <a:lnTo>
                    <a:pt x="657" y="541"/>
                  </a:lnTo>
                  <a:lnTo>
                    <a:pt x="503" y="657"/>
                  </a:lnTo>
                  <a:lnTo>
                    <a:pt x="387" y="773"/>
                  </a:lnTo>
                  <a:lnTo>
                    <a:pt x="309" y="927"/>
                  </a:lnTo>
                  <a:lnTo>
                    <a:pt x="155" y="1236"/>
                  </a:lnTo>
                  <a:lnTo>
                    <a:pt x="39" y="1623"/>
                  </a:lnTo>
                  <a:lnTo>
                    <a:pt x="1" y="2009"/>
                  </a:lnTo>
                  <a:lnTo>
                    <a:pt x="39" y="2356"/>
                  </a:lnTo>
                  <a:lnTo>
                    <a:pt x="78" y="2704"/>
                  </a:lnTo>
                  <a:lnTo>
                    <a:pt x="155" y="2897"/>
                  </a:lnTo>
                  <a:lnTo>
                    <a:pt x="271" y="3090"/>
                  </a:lnTo>
                  <a:lnTo>
                    <a:pt x="387" y="3283"/>
                  </a:lnTo>
                  <a:lnTo>
                    <a:pt x="541" y="3437"/>
                  </a:lnTo>
                  <a:lnTo>
                    <a:pt x="850" y="3746"/>
                  </a:lnTo>
                  <a:lnTo>
                    <a:pt x="1236" y="3939"/>
                  </a:lnTo>
                  <a:lnTo>
                    <a:pt x="1661" y="4094"/>
                  </a:lnTo>
                  <a:lnTo>
                    <a:pt x="2086" y="4133"/>
                  </a:lnTo>
                  <a:lnTo>
                    <a:pt x="2510" y="4094"/>
                  </a:lnTo>
                  <a:lnTo>
                    <a:pt x="2742" y="4055"/>
                  </a:lnTo>
                  <a:lnTo>
                    <a:pt x="2974" y="3978"/>
                  </a:lnTo>
                  <a:lnTo>
                    <a:pt x="3321" y="3746"/>
                  </a:lnTo>
                  <a:lnTo>
                    <a:pt x="3630" y="3476"/>
                  </a:lnTo>
                  <a:lnTo>
                    <a:pt x="3862" y="3167"/>
                  </a:lnTo>
                  <a:lnTo>
                    <a:pt x="4055" y="2781"/>
                  </a:lnTo>
                  <a:lnTo>
                    <a:pt x="4171" y="2395"/>
                  </a:lnTo>
                  <a:lnTo>
                    <a:pt x="4248" y="2009"/>
                  </a:lnTo>
                  <a:lnTo>
                    <a:pt x="4210" y="1584"/>
                  </a:lnTo>
                  <a:lnTo>
                    <a:pt x="4094" y="1198"/>
                  </a:lnTo>
                  <a:lnTo>
                    <a:pt x="3978" y="1005"/>
                  </a:lnTo>
                  <a:lnTo>
                    <a:pt x="3862" y="812"/>
                  </a:lnTo>
                  <a:lnTo>
                    <a:pt x="3708" y="657"/>
                  </a:lnTo>
                  <a:lnTo>
                    <a:pt x="3553" y="503"/>
                  </a:lnTo>
                  <a:lnTo>
                    <a:pt x="3206" y="232"/>
                  </a:lnTo>
                  <a:lnTo>
                    <a:pt x="2781" y="78"/>
                  </a:lnTo>
                  <a:lnTo>
                    <a:pt x="23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21"/>
            <p:cNvSpPr/>
            <p:nvPr/>
          </p:nvSpPr>
          <p:spPr>
            <a:xfrm>
              <a:off x="4924025" y="3220925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6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5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5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0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7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21"/>
            <p:cNvSpPr/>
            <p:nvPr/>
          </p:nvSpPr>
          <p:spPr>
            <a:xfrm>
              <a:off x="2672775" y="3239275"/>
              <a:ext cx="330175" cy="176700"/>
            </a:xfrm>
            <a:custGeom>
              <a:avLst/>
              <a:gdLst/>
              <a:ahLst/>
              <a:cxnLst/>
              <a:rect l="l" t="t" r="r" b="b"/>
              <a:pathLst>
                <a:path w="13207" h="7068" extrusionOk="0">
                  <a:moveTo>
                    <a:pt x="8110" y="310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80"/>
                  </a:lnTo>
                  <a:lnTo>
                    <a:pt x="8728" y="889"/>
                  </a:lnTo>
                  <a:lnTo>
                    <a:pt x="8766" y="1198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8"/>
                  </a:lnTo>
                  <a:lnTo>
                    <a:pt x="8033" y="2858"/>
                  </a:lnTo>
                  <a:lnTo>
                    <a:pt x="6836" y="4712"/>
                  </a:lnTo>
                  <a:lnTo>
                    <a:pt x="6681" y="4712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8"/>
                  </a:lnTo>
                  <a:lnTo>
                    <a:pt x="7453" y="889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10"/>
                  </a:lnTo>
                  <a:close/>
                  <a:moveTo>
                    <a:pt x="5909" y="5407"/>
                  </a:moveTo>
                  <a:lnTo>
                    <a:pt x="4673" y="5831"/>
                  </a:lnTo>
                  <a:lnTo>
                    <a:pt x="3437" y="6218"/>
                  </a:lnTo>
                  <a:lnTo>
                    <a:pt x="2781" y="6372"/>
                  </a:lnTo>
                  <a:lnTo>
                    <a:pt x="2125" y="6527"/>
                  </a:lnTo>
                  <a:lnTo>
                    <a:pt x="1700" y="6565"/>
                  </a:lnTo>
                  <a:lnTo>
                    <a:pt x="1314" y="6604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8"/>
                  </a:lnTo>
                  <a:lnTo>
                    <a:pt x="696" y="6063"/>
                  </a:lnTo>
                  <a:lnTo>
                    <a:pt x="696" y="5909"/>
                  </a:lnTo>
                  <a:lnTo>
                    <a:pt x="734" y="5793"/>
                  </a:lnTo>
                  <a:lnTo>
                    <a:pt x="812" y="5716"/>
                  </a:lnTo>
                  <a:lnTo>
                    <a:pt x="889" y="5677"/>
                  </a:lnTo>
                  <a:lnTo>
                    <a:pt x="1082" y="5600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7"/>
                  </a:lnTo>
                  <a:close/>
                  <a:moveTo>
                    <a:pt x="7067" y="5098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6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9"/>
                  </a:lnTo>
                  <a:lnTo>
                    <a:pt x="12589" y="6025"/>
                  </a:lnTo>
                  <a:lnTo>
                    <a:pt x="12628" y="6179"/>
                  </a:lnTo>
                  <a:lnTo>
                    <a:pt x="12589" y="6527"/>
                  </a:lnTo>
                  <a:lnTo>
                    <a:pt x="12435" y="6604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4"/>
                  </a:lnTo>
                  <a:lnTo>
                    <a:pt x="10929" y="6527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9"/>
                  </a:lnTo>
                  <a:lnTo>
                    <a:pt x="8226" y="5677"/>
                  </a:lnTo>
                  <a:lnTo>
                    <a:pt x="7067" y="5098"/>
                  </a:lnTo>
                  <a:close/>
                  <a:moveTo>
                    <a:pt x="8148" y="1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7"/>
                  </a:lnTo>
                  <a:lnTo>
                    <a:pt x="6681" y="2433"/>
                  </a:lnTo>
                  <a:lnTo>
                    <a:pt x="6527" y="3592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1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8"/>
                  </a:lnTo>
                  <a:lnTo>
                    <a:pt x="1391" y="5175"/>
                  </a:lnTo>
                  <a:lnTo>
                    <a:pt x="1005" y="5214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600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5"/>
                  </a:lnTo>
                  <a:lnTo>
                    <a:pt x="117" y="6449"/>
                  </a:lnTo>
                  <a:lnTo>
                    <a:pt x="232" y="6604"/>
                  </a:lnTo>
                  <a:lnTo>
                    <a:pt x="348" y="6681"/>
                  </a:lnTo>
                  <a:lnTo>
                    <a:pt x="464" y="6797"/>
                  </a:lnTo>
                  <a:lnTo>
                    <a:pt x="773" y="6913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3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6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9"/>
                  </a:lnTo>
                  <a:lnTo>
                    <a:pt x="6758" y="6102"/>
                  </a:lnTo>
                  <a:lnTo>
                    <a:pt x="6836" y="6295"/>
                  </a:lnTo>
                  <a:lnTo>
                    <a:pt x="7106" y="6256"/>
                  </a:lnTo>
                  <a:lnTo>
                    <a:pt x="7106" y="6218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7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7"/>
                  </a:lnTo>
                  <a:lnTo>
                    <a:pt x="11045" y="6951"/>
                  </a:lnTo>
                  <a:lnTo>
                    <a:pt x="11469" y="7029"/>
                  </a:lnTo>
                  <a:lnTo>
                    <a:pt x="11933" y="7067"/>
                  </a:lnTo>
                  <a:lnTo>
                    <a:pt x="12396" y="7029"/>
                  </a:lnTo>
                  <a:lnTo>
                    <a:pt x="12589" y="6990"/>
                  </a:lnTo>
                  <a:lnTo>
                    <a:pt x="12782" y="6913"/>
                  </a:lnTo>
                  <a:lnTo>
                    <a:pt x="12937" y="6797"/>
                  </a:lnTo>
                  <a:lnTo>
                    <a:pt x="13053" y="6681"/>
                  </a:lnTo>
                  <a:lnTo>
                    <a:pt x="13130" y="6527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5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7"/>
                  </a:lnTo>
                  <a:lnTo>
                    <a:pt x="12242" y="5291"/>
                  </a:lnTo>
                  <a:lnTo>
                    <a:pt x="11894" y="5214"/>
                  </a:lnTo>
                  <a:lnTo>
                    <a:pt x="11315" y="5098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2"/>
                  </a:lnTo>
                  <a:lnTo>
                    <a:pt x="8071" y="3515"/>
                  </a:lnTo>
                  <a:lnTo>
                    <a:pt x="8496" y="2858"/>
                  </a:lnTo>
                  <a:lnTo>
                    <a:pt x="8843" y="2202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7"/>
                  </a:lnTo>
                  <a:lnTo>
                    <a:pt x="9075" y="1275"/>
                  </a:lnTo>
                  <a:lnTo>
                    <a:pt x="9037" y="1005"/>
                  </a:lnTo>
                  <a:lnTo>
                    <a:pt x="8959" y="812"/>
                  </a:lnTo>
                  <a:lnTo>
                    <a:pt x="8882" y="580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21"/>
            <p:cNvSpPr/>
            <p:nvPr/>
          </p:nvSpPr>
          <p:spPr>
            <a:xfrm>
              <a:off x="410925" y="3256650"/>
              <a:ext cx="35725" cy="33825"/>
            </a:xfrm>
            <a:custGeom>
              <a:avLst/>
              <a:gdLst/>
              <a:ahLst/>
              <a:cxnLst/>
              <a:rect l="l" t="t" r="r" b="b"/>
              <a:pathLst>
                <a:path w="1429" h="1353" extrusionOk="0">
                  <a:moveTo>
                    <a:pt x="579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71"/>
                  </a:lnTo>
                  <a:lnTo>
                    <a:pt x="39" y="425"/>
                  </a:lnTo>
                  <a:lnTo>
                    <a:pt x="0" y="619"/>
                  </a:lnTo>
                  <a:lnTo>
                    <a:pt x="0" y="812"/>
                  </a:lnTo>
                  <a:lnTo>
                    <a:pt x="77" y="966"/>
                  </a:lnTo>
                  <a:lnTo>
                    <a:pt x="155" y="1121"/>
                  </a:lnTo>
                  <a:lnTo>
                    <a:pt x="309" y="1275"/>
                  </a:lnTo>
                  <a:lnTo>
                    <a:pt x="463" y="1352"/>
                  </a:lnTo>
                  <a:lnTo>
                    <a:pt x="618" y="1352"/>
                  </a:lnTo>
                  <a:lnTo>
                    <a:pt x="695" y="1236"/>
                  </a:lnTo>
                  <a:lnTo>
                    <a:pt x="695" y="1121"/>
                  </a:lnTo>
                  <a:lnTo>
                    <a:pt x="657" y="1082"/>
                  </a:lnTo>
                  <a:lnTo>
                    <a:pt x="579" y="1043"/>
                  </a:lnTo>
                  <a:lnTo>
                    <a:pt x="502" y="1005"/>
                  </a:lnTo>
                  <a:lnTo>
                    <a:pt x="463" y="927"/>
                  </a:lnTo>
                  <a:lnTo>
                    <a:pt x="386" y="773"/>
                  </a:lnTo>
                  <a:lnTo>
                    <a:pt x="386" y="580"/>
                  </a:lnTo>
                  <a:lnTo>
                    <a:pt x="425" y="503"/>
                  </a:lnTo>
                  <a:lnTo>
                    <a:pt x="502" y="425"/>
                  </a:lnTo>
                  <a:lnTo>
                    <a:pt x="579" y="387"/>
                  </a:lnTo>
                  <a:lnTo>
                    <a:pt x="657" y="387"/>
                  </a:lnTo>
                  <a:lnTo>
                    <a:pt x="850" y="425"/>
                  </a:lnTo>
                  <a:lnTo>
                    <a:pt x="927" y="464"/>
                  </a:lnTo>
                  <a:lnTo>
                    <a:pt x="965" y="541"/>
                  </a:lnTo>
                  <a:lnTo>
                    <a:pt x="1043" y="696"/>
                  </a:lnTo>
                  <a:lnTo>
                    <a:pt x="1081" y="773"/>
                  </a:lnTo>
                  <a:lnTo>
                    <a:pt x="1120" y="812"/>
                  </a:lnTo>
                  <a:lnTo>
                    <a:pt x="1274" y="812"/>
                  </a:lnTo>
                  <a:lnTo>
                    <a:pt x="1352" y="734"/>
                  </a:lnTo>
                  <a:lnTo>
                    <a:pt x="1390" y="696"/>
                  </a:lnTo>
                  <a:lnTo>
                    <a:pt x="1429" y="619"/>
                  </a:lnTo>
                  <a:lnTo>
                    <a:pt x="1390" y="425"/>
                  </a:lnTo>
                  <a:lnTo>
                    <a:pt x="1274" y="271"/>
                  </a:lnTo>
                  <a:lnTo>
                    <a:pt x="1159" y="117"/>
                  </a:lnTo>
                  <a:lnTo>
                    <a:pt x="965" y="39"/>
                  </a:lnTo>
                  <a:lnTo>
                    <a:pt x="77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21"/>
            <p:cNvSpPr/>
            <p:nvPr/>
          </p:nvSpPr>
          <p:spPr>
            <a:xfrm>
              <a:off x="5445325" y="3267275"/>
              <a:ext cx="624625" cy="344650"/>
            </a:xfrm>
            <a:custGeom>
              <a:avLst/>
              <a:gdLst/>
              <a:ahLst/>
              <a:cxnLst/>
              <a:rect l="l" t="t" r="r" b="b"/>
              <a:pathLst>
                <a:path w="24985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03" y="2008"/>
                  </a:lnTo>
                  <a:lnTo>
                    <a:pt x="23787" y="2124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170" y="2086"/>
                  </a:lnTo>
                  <a:lnTo>
                    <a:pt x="23054" y="1970"/>
                  </a:lnTo>
                  <a:lnTo>
                    <a:pt x="22976" y="1815"/>
                  </a:lnTo>
                  <a:lnTo>
                    <a:pt x="22938" y="1622"/>
                  </a:lnTo>
                  <a:lnTo>
                    <a:pt x="22976" y="1429"/>
                  </a:lnTo>
                  <a:lnTo>
                    <a:pt x="23015" y="1236"/>
                  </a:lnTo>
                  <a:lnTo>
                    <a:pt x="23131" y="1082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42"/>
                  </a:lnTo>
                  <a:lnTo>
                    <a:pt x="24289" y="3090"/>
                  </a:lnTo>
                  <a:lnTo>
                    <a:pt x="24367" y="3437"/>
                  </a:lnTo>
                  <a:lnTo>
                    <a:pt x="24405" y="3785"/>
                  </a:lnTo>
                  <a:lnTo>
                    <a:pt x="24173" y="3707"/>
                  </a:lnTo>
                  <a:lnTo>
                    <a:pt x="23942" y="3592"/>
                  </a:lnTo>
                  <a:lnTo>
                    <a:pt x="23826" y="3514"/>
                  </a:lnTo>
                  <a:lnTo>
                    <a:pt x="23787" y="3399"/>
                  </a:lnTo>
                  <a:lnTo>
                    <a:pt x="23710" y="3283"/>
                  </a:lnTo>
                  <a:lnTo>
                    <a:pt x="23672" y="3128"/>
                  </a:lnTo>
                  <a:lnTo>
                    <a:pt x="23710" y="2897"/>
                  </a:lnTo>
                  <a:lnTo>
                    <a:pt x="23787" y="2704"/>
                  </a:lnTo>
                  <a:lnTo>
                    <a:pt x="23903" y="2549"/>
                  </a:lnTo>
                  <a:lnTo>
                    <a:pt x="24096" y="2433"/>
                  </a:lnTo>
                  <a:close/>
                  <a:moveTo>
                    <a:pt x="16142" y="4943"/>
                  </a:moveTo>
                  <a:lnTo>
                    <a:pt x="16257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28" y="5252"/>
                  </a:lnTo>
                  <a:lnTo>
                    <a:pt x="16566" y="5407"/>
                  </a:lnTo>
                  <a:lnTo>
                    <a:pt x="16296" y="5407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40" y="5368"/>
                  </a:lnTo>
                  <a:lnTo>
                    <a:pt x="15678" y="5252"/>
                  </a:lnTo>
                  <a:lnTo>
                    <a:pt x="15755" y="5136"/>
                  </a:lnTo>
                  <a:lnTo>
                    <a:pt x="15833" y="5059"/>
                  </a:lnTo>
                  <a:lnTo>
                    <a:pt x="15949" y="5020"/>
                  </a:lnTo>
                  <a:lnTo>
                    <a:pt x="16026" y="4982"/>
                  </a:lnTo>
                  <a:lnTo>
                    <a:pt x="16142" y="4943"/>
                  </a:lnTo>
                  <a:close/>
                  <a:moveTo>
                    <a:pt x="24444" y="4248"/>
                  </a:moveTo>
                  <a:lnTo>
                    <a:pt x="24405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07"/>
                  </a:lnTo>
                  <a:lnTo>
                    <a:pt x="23903" y="5252"/>
                  </a:lnTo>
                  <a:lnTo>
                    <a:pt x="23787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865" y="4596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763" y="4866"/>
                  </a:lnTo>
                  <a:lnTo>
                    <a:pt x="17879" y="4905"/>
                  </a:lnTo>
                  <a:lnTo>
                    <a:pt x="17957" y="4982"/>
                  </a:lnTo>
                  <a:lnTo>
                    <a:pt x="18072" y="5175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484"/>
                  </a:lnTo>
                  <a:lnTo>
                    <a:pt x="17030" y="5407"/>
                  </a:lnTo>
                  <a:lnTo>
                    <a:pt x="17030" y="5291"/>
                  </a:lnTo>
                  <a:lnTo>
                    <a:pt x="17107" y="5136"/>
                  </a:lnTo>
                  <a:lnTo>
                    <a:pt x="17184" y="5059"/>
                  </a:lnTo>
                  <a:lnTo>
                    <a:pt x="17261" y="4943"/>
                  </a:lnTo>
                  <a:lnTo>
                    <a:pt x="17377" y="4866"/>
                  </a:lnTo>
                  <a:lnTo>
                    <a:pt x="17493" y="4827"/>
                  </a:lnTo>
                  <a:close/>
                  <a:moveTo>
                    <a:pt x="14558" y="5291"/>
                  </a:moveTo>
                  <a:lnTo>
                    <a:pt x="14674" y="5329"/>
                  </a:lnTo>
                  <a:lnTo>
                    <a:pt x="14790" y="5368"/>
                  </a:lnTo>
                  <a:lnTo>
                    <a:pt x="14906" y="5445"/>
                  </a:lnTo>
                  <a:lnTo>
                    <a:pt x="14983" y="5522"/>
                  </a:lnTo>
                  <a:lnTo>
                    <a:pt x="15060" y="5677"/>
                  </a:lnTo>
                  <a:lnTo>
                    <a:pt x="14520" y="5870"/>
                  </a:lnTo>
                  <a:lnTo>
                    <a:pt x="14056" y="6102"/>
                  </a:lnTo>
                  <a:lnTo>
                    <a:pt x="14018" y="6024"/>
                  </a:lnTo>
                  <a:lnTo>
                    <a:pt x="14018" y="5793"/>
                  </a:lnTo>
                  <a:lnTo>
                    <a:pt x="14095" y="5600"/>
                  </a:lnTo>
                  <a:lnTo>
                    <a:pt x="14249" y="5445"/>
                  </a:lnTo>
                  <a:lnTo>
                    <a:pt x="14327" y="5368"/>
                  </a:lnTo>
                  <a:lnTo>
                    <a:pt x="14443" y="5329"/>
                  </a:lnTo>
                  <a:lnTo>
                    <a:pt x="14558" y="5291"/>
                  </a:lnTo>
                  <a:close/>
                  <a:moveTo>
                    <a:pt x="19076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47" y="5793"/>
                  </a:lnTo>
                  <a:lnTo>
                    <a:pt x="19385" y="5986"/>
                  </a:lnTo>
                  <a:lnTo>
                    <a:pt x="19347" y="6140"/>
                  </a:lnTo>
                  <a:lnTo>
                    <a:pt x="18574" y="5831"/>
                  </a:lnTo>
                  <a:lnTo>
                    <a:pt x="18613" y="5715"/>
                  </a:lnTo>
                  <a:lnTo>
                    <a:pt x="18652" y="5638"/>
                  </a:lnTo>
                  <a:lnTo>
                    <a:pt x="18806" y="5522"/>
                  </a:lnTo>
                  <a:lnTo>
                    <a:pt x="18999" y="5484"/>
                  </a:lnTo>
                  <a:close/>
                  <a:moveTo>
                    <a:pt x="20312" y="6063"/>
                  </a:moveTo>
                  <a:lnTo>
                    <a:pt x="20428" y="6102"/>
                  </a:lnTo>
                  <a:lnTo>
                    <a:pt x="20544" y="6179"/>
                  </a:lnTo>
                  <a:lnTo>
                    <a:pt x="20660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53" y="6913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10" y="6256"/>
                  </a:lnTo>
                  <a:lnTo>
                    <a:pt x="19887" y="6179"/>
                  </a:lnTo>
                  <a:lnTo>
                    <a:pt x="19964" y="6102"/>
                  </a:lnTo>
                  <a:lnTo>
                    <a:pt x="20080" y="6063"/>
                  </a:lnTo>
                  <a:close/>
                  <a:moveTo>
                    <a:pt x="23710" y="5870"/>
                  </a:moveTo>
                  <a:lnTo>
                    <a:pt x="23942" y="5986"/>
                  </a:lnTo>
                  <a:lnTo>
                    <a:pt x="24058" y="5986"/>
                  </a:lnTo>
                  <a:lnTo>
                    <a:pt x="23903" y="6295"/>
                  </a:lnTo>
                  <a:lnTo>
                    <a:pt x="23710" y="6565"/>
                  </a:lnTo>
                  <a:lnTo>
                    <a:pt x="23478" y="6797"/>
                  </a:lnTo>
                  <a:lnTo>
                    <a:pt x="23247" y="6990"/>
                  </a:lnTo>
                  <a:lnTo>
                    <a:pt x="23208" y="6913"/>
                  </a:lnTo>
                  <a:lnTo>
                    <a:pt x="23054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092" y="6063"/>
                  </a:lnTo>
                  <a:lnTo>
                    <a:pt x="23170" y="5986"/>
                  </a:lnTo>
                  <a:lnTo>
                    <a:pt x="23285" y="5947"/>
                  </a:lnTo>
                  <a:lnTo>
                    <a:pt x="23478" y="5870"/>
                  </a:lnTo>
                  <a:close/>
                  <a:moveTo>
                    <a:pt x="13207" y="6102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670" y="6333"/>
                  </a:lnTo>
                  <a:lnTo>
                    <a:pt x="13130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3"/>
                  </a:lnTo>
                  <a:lnTo>
                    <a:pt x="12628" y="6797"/>
                  </a:lnTo>
                  <a:lnTo>
                    <a:pt x="12628" y="6642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179"/>
                  </a:lnTo>
                  <a:lnTo>
                    <a:pt x="12975" y="6140"/>
                  </a:lnTo>
                  <a:lnTo>
                    <a:pt x="13091" y="6102"/>
                  </a:lnTo>
                  <a:close/>
                  <a:moveTo>
                    <a:pt x="22166" y="6565"/>
                  </a:moveTo>
                  <a:lnTo>
                    <a:pt x="22281" y="6604"/>
                  </a:lnTo>
                  <a:lnTo>
                    <a:pt x="22436" y="6681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1" y="7067"/>
                  </a:lnTo>
                  <a:lnTo>
                    <a:pt x="22899" y="7067"/>
                  </a:lnTo>
                  <a:lnTo>
                    <a:pt x="22976" y="7106"/>
                  </a:lnTo>
                  <a:lnTo>
                    <a:pt x="22938" y="7106"/>
                  </a:lnTo>
                  <a:lnTo>
                    <a:pt x="22552" y="7221"/>
                  </a:lnTo>
                  <a:lnTo>
                    <a:pt x="22166" y="7221"/>
                  </a:lnTo>
                  <a:lnTo>
                    <a:pt x="21779" y="7183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19"/>
                  </a:lnTo>
                  <a:lnTo>
                    <a:pt x="21779" y="6604"/>
                  </a:lnTo>
                  <a:lnTo>
                    <a:pt x="22011" y="6565"/>
                  </a:lnTo>
                  <a:close/>
                  <a:moveTo>
                    <a:pt x="12280" y="7376"/>
                  </a:moveTo>
                  <a:lnTo>
                    <a:pt x="12473" y="7415"/>
                  </a:lnTo>
                  <a:lnTo>
                    <a:pt x="12087" y="7955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24" y="8071"/>
                  </a:lnTo>
                  <a:lnTo>
                    <a:pt x="11624" y="7955"/>
                  </a:lnTo>
                  <a:lnTo>
                    <a:pt x="11662" y="7839"/>
                  </a:lnTo>
                  <a:lnTo>
                    <a:pt x="11701" y="7723"/>
                  </a:lnTo>
                  <a:lnTo>
                    <a:pt x="11778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26" y="7415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56" y="9422"/>
                  </a:lnTo>
                  <a:lnTo>
                    <a:pt x="2433" y="9461"/>
                  </a:lnTo>
                  <a:lnTo>
                    <a:pt x="2511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588" y="10002"/>
                  </a:lnTo>
                  <a:lnTo>
                    <a:pt x="2124" y="9886"/>
                  </a:lnTo>
                  <a:lnTo>
                    <a:pt x="1622" y="9886"/>
                  </a:lnTo>
                  <a:lnTo>
                    <a:pt x="1661" y="9731"/>
                  </a:lnTo>
                  <a:lnTo>
                    <a:pt x="1738" y="9616"/>
                  </a:lnTo>
                  <a:lnTo>
                    <a:pt x="1815" y="9538"/>
                  </a:lnTo>
                  <a:lnTo>
                    <a:pt x="1893" y="9461"/>
                  </a:lnTo>
                  <a:lnTo>
                    <a:pt x="2009" y="9384"/>
                  </a:lnTo>
                  <a:lnTo>
                    <a:pt x="2124" y="9345"/>
                  </a:lnTo>
                  <a:close/>
                  <a:moveTo>
                    <a:pt x="11624" y="8998"/>
                  </a:moveTo>
                  <a:lnTo>
                    <a:pt x="11469" y="9500"/>
                  </a:lnTo>
                  <a:lnTo>
                    <a:pt x="11315" y="10002"/>
                  </a:lnTo>
                  <a:lnTo>
                    <a:pt x="11238" y="10272"/>
                  </a:lnTo>
                  <a:lnTo>
                    <a:pt x="11044" y="10079"/>
                  </a:lnTo>
                  <a:lnTo>
                    <a:pt x="10967" y="9809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29" y="9422"/>
                  </a:lnTo>
                  <a:lnTo>
                    <a:pt x="11006" y="9307"/>
                  </a:lnTo>
                  <a:lnTo>
                    <a:pt x="11122" y="9152"/>
                  </a:lnTo>
                  <a:lnTo>
                    <a:pt x="11276" y="9036"/>
                  </a:lnTo>
                  <a:lnTo>
                    <a:pt x="11469" y="8998"/>
                  </a:lnTo>
                  <a:close/>
                  <a:moveTo>
                    <a:pt x="3746" y="9731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2" y="10118"/>
                  </a:lnTo>
                  <a:lnTo>
                    <a:pt x="4171" y="10233"/>
                  </a:lnTo>
                  <a:lnTo>
                    <a:pt x="4132" y="10388"/>
                  </a:lnTo>
                  <a:lnTo>
                    <a:pt x="4094" y="10504"/>
                  </a:lnTo>
                  <a:lnTo>
                    <a:pt x="4017" y="10620"/>
                  </a:lnTo>
                  <a:lnTo>
                    <a:pt x="3862" y="10542"/>
                  </a:lnTo>
                  <a:lnTo>
                    <a:pt x="3476" y="10311"/>
                  </a:lnTo>
                  <a:lnTo>
                    <a:pt x="3051" y="10156"/>
                  </a:lnTo>
                  <a:lnTo>
                    <a:pt x="3128" y="10002"/>
                  </a:lnTo>
                  <a:lnTo>
                    <a:pt x="3244" y="9924"/>
                  </a:lnTo>
                  <a:lnTo>
                    <a:pt x="3360" y="9809"/>
                  </a:lnTo>
                  <a:lnTo>
                    <a:pt x="3476" y="9770"/>
                  </a:lnTo>
                  <a:lnTo>
                    <a:pt x="3630" y="9731"/>
                  </a:lnTo>
                  <a:close/>
                  <a:moveTo>
                    <a:pt x="4827" y="10620"/>
                  </a:moveTo>
                  <a:lnTo>
                    <a:pt x="4905" y="10658"/>
                  </a:lnTo>
                  <a:lnTo>
                    <a:pt x="4982" y="10697"/>
                  </a:lnTo>
                  <a:lnTo>
                    <a:pt x="5059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59" y="11430"/>
                  </a:lnTo>
                  <a:lnTo>
                    <a:pt x="4403" y="10890"/>
                  </a:lnTo>
                  <a:lnTo>
                    <a:pt x="4441" y="10813"/>
                  </a:lnTo>
                  <a:lnTo>
                    <a:pt x="4480" y="10735"/>
                  </a:lnTo>
                  <a:lnTo>
                    <a:pt x="4634" y="10658"/>
                  </a:lnTo>
                  <a:lnTo>
                    <a:pt x="4827" y="10620"/>
                  </a:lnTo>
                  <a:close/>
                  <a:moveTo>
                    <a:pt x="11160" y="10620"/>
                  </a:moveTo>
                  <a:lnTo>
                    <a:pt x="10929" y="11199"/>
                  </a:lnTo>
                  <a:lnTo>
                    <a:pt x="10697" y="11739"/>
                  </a:lnTo>
                  <a:lnTo>
                    <a:pt x="10658" y="11701"/>
                  </a:lnTo>
                  <a:lnTo>
                    <a:pt x="10465" y="11508"/>
                  </a:lnTo>
                  <a:lnTo>
                    <a:pt x="10388" y="11315"/>
                  </a:lnTo>
                  <a:lnTo>
                    <a:pt x="10388" y="11122"/>
                  </a:lnTo>
                  <a:lnTo>
                    <a:pt x="10427" y="10967"/>
                  </a:lnTo>
                  <a:lnTo>
                    <a:pt x="10542" y="10774"/>
                  </a:lnTo>
                  <a:lnTo>
                    <a:pt x="10697" y="10658"/>
                  </a:lnTo>
                  <a:lnTo>
                    <a:pt x="10929" y="10620"/>
                  </a:lnTo>
                  <a:close/>
                  <a:moveTo>
                    <a:pt x="5947" y="11469"/>
                  </a:moveTo>
                  <a:lnTo>
                    <a:pt x="6063" y="11508"/>
                  </a:lnTo>
                  <a:lnTo>
                    <a:pt x="6140" y="11546"/>
                  </a:lnTo>
                  <a:lnTo>
                    <a:pt x="6218" y="11662"/>
                  </a:lnTo>
                  <a:lnTo>
                    <a:pt x="6295" y="11739"/>
                  </a:lnTo>
                  <a:lnTo>
                    <a:pt x="6372" y="11971"/>
                  </a:lnTo>
                  <a:lnTo>
                    <a:pt x="6411" y="12203"/>
                  </a:lnTo>
                  <a:lnTo>
                    <a:pt x="6372" y="12473"/>
                  </a:lnTo>
                  <a:lnTo>
                    <a:pt x="5870" y="12087"/>
                  </a:lnTo>
                  <a:lnTo>
                    <a:pt x="5407" y="11701"/>
                  </a:lnTo>
                  <a:lnTo>
                    <a:pt x="5445" y="11585"/>
                  </a:lnTo>
                  <a:lnTo>
                    <a:pt x="5523" y="11508"/>
                  </a:lnTo>
                  <a:lnTo>
                    <a:pt x="5638" y="11469"/>
                  </a:lnTo>
                  <a:close/>
                  <a:moveTo>
                    <a:pt x="10542" y="12048"/>
                  </a:moveTo>
                  <a:lnTo>
                    <a:pt x="10388" y="12280"/>
                  </a:lnTo>
                  <a:lnTo>
                    <a:pt x="10195" y="12550"/>
                  </a:lnTo>
                  <a:lnTo>
                    <a:pt x="9963" y="12743"/>
                  </a:lnTo>
                  <a:lnTo>
                    <a:pt x="9770" y="12936"/>
                  </a:lnTo>
                  <a:lnTo>
                    <a:pt x="9732" y="12859"/>
                  </a:lnTo>
                  <a:lnTo>
                    <a:pt x="9654" y="12666"/>
                  </a:lnTo>
                  <a:lnTo>
                    <a:pt x="9616" y="12473"/>
                  </a:lnTo>
                  <a:lnTo>
                    <a:pt x="9693" y="12319"/>
                  </a:lnTo>
                  <a:lnTo>
                    <a:pt x="9809" y="12203"/>
                  </a:lnTo>
                  <a:lnTo>
                    <a:pt x="9963" y="12126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37" y="12473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01" y="12821"/>
                  </a:lnTo>
                  <a:lnTo>
                    <a:pt x="7878" y="13014"/>
                  </a:lnTo>
                  <a:lnTo>
                    <a:pt x="7839" y="13207"/>
                  </a:lnTo>
                  <a:lnTo>
                    <a:pt x="7299" y="13014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44" y="12512"/>
                  </a:lnTo>
                  <a:lnTo>
                    <a:pt x="7337" y="12473"/>
                  </a:lnTo>
                  <a:close/>
                  <a:moveTo>
                    <a:pt x="8843" y="12628"/>
                  </a:moveTo>
                  <a:lnTo>
                    <a:pt x="8921" y="12666"/>
                  </a:lnTo>
                  <a:lnTo>
                    <a:pt x="9075" y="12743"/>
                  </a:lnTo>
                  <a:lnTo>
                    <a:pt x="9191" y="12936"/>
                  </a:lnTo>
                  <a:lnTo>
                    <a:pt x="9230" y="13130"/>
                  </a:lnTo>
                  <a:lnTo>
                    <a:pt x="9230" y="13207"/>
                  </a:lnTo>
                  <a:lnTo>
                    <a:pt x="9036" y="13245"/>
                  </a:lnTo>
                  <a:lnTo>
                    <a:pt x="8805" y="13284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03" y="13014"/>
                  </a:lnTo>
                  <a:lnTo>
                    <a:pt x="8419" y="12821"/>
                  </a:lnTo>
                  <a:lnTo>
                    <a:pt x="8534" y="12666"/>
                  </a:lnTo>
                  <a:lnTo>
                    <a:pt x="8650" y="12628"/>
                  </a:lnTo>
                  <a:close/>
                  <a:moveTo>
                    <a:pt x="22861" y="0"/>
                  </a:moveTo>
                  <a:lnTo>
                    <a:pt x="22822" y="78"/>
                  </a:lnTo>
                  <a:lnTo>
                    <a:pt x="22745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783" y="387"/>
                  </a:lnTo>
                  <a:lnTo>
                    <a:pt x="22822" y="387"/>
                  </a:lnTo>
                  <a:lnTo>
                    <a:pt x="22861" y="464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668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22" y="2240"/>
                  </a:lnTo>
                  <a:lnTo>
                    <a:pt x="23015" y="2395"/>
                  </a:lnTo>
                  <a:lnTo>
                    <a:pt x="23247" y="2472"/>
                  </a:lnTo>
                  <a:lnTo>
                    <a:pt x="23478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24" y="3244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862"/>
                  </a:lnTo>
                  <a:lnTo>
                    <a:pt x="23942" y="4016"/>
                  </a:lnTo>
                  <a:lnTo>
                    <a:pt x="23710" y="4209"/>
                  </a:lnTo>
                  <a:lnTo>
                    <a:pt x="23556" y="4480"/>
                  </a:lnTo>
                  <a:lnTo>
                    <a:pt x="23440" y="4750"/>
                  </a:lnTo>
                  <a:lnTo>
                    <a:pt x="23440" y="4866"/>
                  </a:lnTo>
                  <a:lnTo>
                    <a:pt x="23440" y="5020"/>
                  </a:lnTo>
                  <a:lnTo>
                    <a:pt x="23478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70" y="5561"/>
                  </a:lnTo>
                  <a:lnTo>
                    <a:pt x="22938" y="5677"/>
                  </a:lnTo>
                  <a:lnTo>
                    <a:pt x="22783" y="5870"/>
                  </a:lnTo>
                  <a:lnTo>
                    <a:pt x="22668" y="6102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1972" y="6217"/>
                  </a:lnTo>
                  <a:lnTo>
                    <a:pt x="21741" y="6256"/>
                  </a:lnTo>
                  <a:lnTo>
                    <a:pt x="21509" y="6411"/>
                  </a:lnTo>
                  <a:lnTo>
                    <a:pt x="21316" y="6565"/>
                  </a:lnTo>
                  <a:lnTo>
                    <a:pt x="21200" y="6758"/>
                  </a:lnTo>
                  <a:lnTo>
                    <a:pt x="21084" y="6449"/>
                  </a:lnTo>
                  <a:lnTo>
                    <a:pt x="20930" y="6140"/>
                  </a:lnTo>
                  <a:lnTo>
                    <a:pt x="20853" y="5986"/>
                  </a:lnTo>
                  <a:lnTo>
                    <a:pt x="20698" y="5870"/>
                  </a:lnTo>
                  <a:lnTo>
                    <a:pt x="20582" y="5793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42" y="5793"/>
                  </a:lnTo>
                  <a:lnTo>
                    <a:pt x="19887" y="5831"/>
                  </a:lnTo>
                  <a:lnTo>
                    <a:pt x="19733" y="5947"/>
                  </a:lnTo>
                  <a:lnTo>
                    <a:pt x="19694" y="5715"/>
                  </a:lnTo>
                  <a:lnTo>
                    <a:pt x="19617" y="5484"/>
                  </a:lnTo>
                  <a:lnTo>
                    <a:pt x="19462" y="5291"/>
                  </a:lnTo>
                  <a:lnTo>
                    <a:pt x="19347" y="5213"/>
                  </a:lnTo>
                  <a:lnTo>
                    <a:pt x="19231" y="5175"/>
                  </a:lnTo>
                  <a:lnTo>
                    <a:pt x="19038" y="5136"/>
                  </a:lnTo>
                  <a:lnTo>
                    <a:pt x="18806" y="5175"/>
                  </a:lnTo>
                  <a:lnTo>
                    <a:pt x="18613" y="5252"/>
                  </a:lnTo>
                  <a:lnTo>
                    <a:pt x="18458" y="5407"/>
                  </a:lnTo>
                  <a:lnTo>
                    <a:pt x="18458" y="5252"/>
                  </a:lnTo>
                  <a:lnTo>
                    <a:pt x="18420" y="5098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7" y="4557"/>
                  </a:lnTo>
                  <a:lnTo>
                    <a:pt x="17802" y="4518"/>
                  </a:lnTo>
                  <a:lnTo>
                    <a:pt x="17493" y="4518"/>
                  </a:lnTo>
                  <a:lnTo>
                    <a:pt x="17377" y="4557"/>
                  </a:lnTo>
                  <a:lnTo>
                    <a:pt x="17223" y="4634"/>
                  </a:lnTo>
                  <a:lnTo>
                    <a:pt x="17107" y="4711"/>
                  </a:lnTo>
                  <a:lnTo>
                    <a:pt x="17030" y="4827"/>
                  </a:lnTo>
                  <a:lnTo>
                    <a:pt x="16875" y="5059"/>
                  </a:lnTo>
                  <a:lnTo>
                    <a:pt x="16759" y="4905"/>
                  </a:lnTo>
                  <a:lnTo>
                    <a:pt x="16605" y="4789"/>
                  </a:lnTo>
                  <a:lnTo>
                    <a:pt x="16451" y="4673"/>
                  </a:lnTo>
                  <a:lnTo>
                    <a:pt x="16257" y="4634"/>
                  </a:lnTo>
                  <a:lnTo>
                    <a:pt x="16103" y="4634"/>
                  </a:lnTo>
                  <a:lnTo>
                    <a:pt x="15910" y="4673"/>
                  </a:lnTo>
                  <a:lnTo>
                    <a:pt x="15755" y="4750"/>
                  </a:lnTo>
                  <a:lnTo>
                    <a:pt x="15640" y="4827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291"/>
                  </a:lnTo>
                  <a:lnTo>
                    <a:pt x="15374" y="5460"/>
                  </a:lnTo>
                  <a:lnTo>
                    <a:pt x="15331" y="5329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597" y="4943"/>
                  </a:lnTo>
                  <a:lnTo>
                    <a:pt x="14404" y="4943"/>
                  </a:lnTo>
                  <a:lnTo>
                    <a:pt x="14249" y="5020"/>
                  </a:lnTo>
                  <a:lnTo>
                    <a:pt x="14134" y="5098"/>
                  </a:lnTo>
                  <a:lnTo>
                    <a:pt x="14018" y="5175"/>
                  </a:lnTo>
                  <a:lnTo>
                    <a:pt x="13941" y="5291"/>
                  </a:lnTo>
                  <a:lnTo>
                    <a:pt x="13825" y="5522"/>
                  </a:lnTo>
                  <a:lnTo>
                    <a:pt x="13747" y="5831"/>
                  </a:lnTo>
                  <a:lnTo>
                    <a:pt x="13593" y="5754"/>
                  </a:lnTo>
                  <a:lnTo>
                    <a:pt x="13361" y="5677"/>
                  </a:lnTo>
                  <a:lnTo>
                    <a:pt x="13130" y="5677"/>
                  </a:lnTo>
                  <a:lnTo>
                    <a:pt x="12937" y="5715"/>
                  </a:lnTo>
                  <a:lnTo>
                    <a:pt x="12705" y="5831"/>
                  </a:lnTo>
                  <a:lnTo>
                    <a:pt x="12589" y="5947"/>
                  </a:lnTo>
                  <a:lnTo>
                    <a:pt x="12473" y="6063"/>
                  </a:lnTo>
                  <a:lnTo>
                    <a:pt x="12396" y="6217"/>
                  </a:lnTo>
                  <a:lnTo>
                    <a:pt x="12357" y="6333"/>
                  </a:lnTo>
                  <a:lnTo>
                    <a:pt x="12319" y="6526"/>
                  </a:lnTo>
                  <a:lnTo>
                    <a:pt x="12319" y="6681"/>
                  </a:lnTo>
                  <a:lnTo>
                    <a:pt x="12357" y="6835"/>
                  </a:lnTo>
                  <a:lnTo>
                    <a:pt x="12396" y="6990"/>
                  </a:lnTo>
                  <a:lnTo>
                    <a:pt x="12126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469" y="7376"/>
                  </a:lnTo>
                  <a:lnTo>
                    <a:pt x="11392" y="7530"/>
                  </a:lnTo>
                  <a:lnTo>
                    <a:pt x="11315" y="7685"/>
                  </a:lnTo>
                  <a:lnTo>
                    <a:pt x="11276" y="7839"/>
                  </a:lnTo>
                  <a:lnTo>
                    <a:pt x="11276" y="7994"/>
                  </a:lnTo>
                  <a:lnTo>
                    <a:pt x="11276" y="8148"/>
                  </a:lnTo>
                  <a:lnTo>
                    <a:pt x="11315" y="8303"/>
                  </a:lnTo>
                  <a:lnTo>
                    <a:pt x="11392" y="8457"/>
                  </a:lnTo>
                  <a:lnTo>
                    <a:pt x="11469" y="8573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20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02"/>
                  </a:lnTo>
                  <a:lnTo>
                    <a:pt x="10851" y="10233"/>
                  </a:lnTo>
                  <a:lnTo>
                    <a:pt x="10620" y="10272"/>
                  </a:lnTo>
                  <a:lnTo>
                    <a:pt x="10388" y="10388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40" y="11006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56" y="11701"/>
                  </a:lnTo>
                  <a:lnTo>
                    <a:pt x="9925" y="11739"/>
                  </a:lnTo>
                  <a:lnTo>
                    <a:pt x="9693" y="11817"/>
                  </a:lnTo>
                  <a:lnTo>
                    <a:pt x="9500" y="11971"/>
                  </a:lnTo>
                  <a:lnTo>
                    <a:pt x="9423" y="12087"/>
                  </a:lnTo>
                  <a:lnTo>
                    <a:pt x="9345" y="12203"/>
                  </a:lnTo>
                  <a:lnTo>
                    <a:pt x="9307" y="12319"/>
                  </a:lnTo>
                  <a:lnTo>
                    <a:pt x="9307" y="12473"/>
                  </a:lnTo>
                  <a:lnTo>
                    <a:pt x="9152" y="12357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689" y="12280"/>
                  </a:lnTo>
                  <a:lnTo>
                    <a:pt x="8534" y="12319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48" y="12705"/>
                  </a:lnTo>
                  <a:lnTo>
                    <a:pt x="8071" y="12550"/>
                  </a:lnTo>
                  <a:lnTo>
                    <a:pt x="7994" y="12434"/>
                  </a:lnTo>
                  <a:lnTo>
                    <a:pt x="7839" y="12319"/>
                  </a:lnTo>
                  <a:lnTo>
                    <a:pt x="7724" y="12241"/>
                  </a:lnTo>
                  <a:lnTo>
                    <a:pt x="7453" y="12164"/>
                  </a:lnTo>
                  <a:lnTo>
                    <a:pt x="7222" y="12164"/>
                  </a:lnTo>
                  <a:lnTo>
                    <a:pt x="6990" y="12241"/>
                  </a:lnTo>
                  <a:lnTo>
                    <a:pt x="6758" y="12396"/>
                  </a:lnTo>
                  <a:lnTo>
                    <a:pt x="6758" y="12048"/>
                  </a:lnTo>
                  <a:lnTo>
                    <a:pt x="6720" y="11855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488" y="11392"/>
                  </a:lnTo>
                  <a:lnTo>
                    <a:pt x="6372" y="11276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870" y="11122"/>
                  </a:lnTo>
                  <a:lnTo>
                    <a:pt x="5677" y="11160"/>
                  </a:lnTo>
                  <a:lnTo>
                    <a:pt x="5523" y="11199"/>
                  </a:lnTo>
                  <a:lnTo>
                    <a:pt x="5523" y="10967"/>
                  </a:lnTo>
                  <a:lnTo>
                    <a:pt x="5445" y="10697"/>
                  </a:lnTo>
                  <a:lnTo>
                    <a:pt x="5291" y="10504"/>
                  </a:lnTo>
                  <a:lnTo>
                    <a:pt x="5214" y="10426"/>
                  </a:lnTo>
                  <a:lnTo>
                    <a:pt x="5098" y="10349"/>
                  </a:lnTo>
                  <a:lnTo>
                    <a:pt x="4943" y="10311"/>
                  </a:lnTo>
                  <a:lnTo>
                    <a:pt x="4673" y="10311"/>
                  </a:lnTo>
                  <a:lnTo>
                    <a:pt x="4519" y="10349"/>
                  </a:lnTo>
                  <a:lnTo>
                    <a:pt x="4519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22"/>
                  </a:lnTo>
                  <a:lnTo>
                    <a:pt x="3553" y="9422"/>
                  </a:lnTo>
                  <a:lnTo>
                    <a:pt x="3399" y="9461"/>
                  </a:lnTo>
                  <a:lnTo>
                    <a:pt x="3244" y="9538"/>
                  </a:lnTo>
                  <a:lnTo>
                    <a:pt x="3128" y="9616"/>
                  </a:lnTo>
                  <a:lnTo>
                    <a:pt x="2974" y="9731"/>
                  </a:lnTo>
                  <a:lnTo>
                    <a:pt x="2974" y="9616"/>
                  </a:lnTo>
                  <a:lnTo>
                    <a:pt x="2897" y="9422"/>
                  </a:lnTo>
                  <a:lnTo>
                    <a:pt x="2742" y="9268"/>
                  </a:lnTo>
                  <a:lnTo>
                    <a:pt x="2588" y="9114"/>
                  </a:lnTo>
                  <a:lnTo>
                    <a:pt x="2433" y="9036"/>
                  </a:lnTo>
                  <a:lnTo>
                    <a:pt x="2202" y="8998"/>
                  </a:lnTo>
                  <a:lnTo>
                    <a:pt x="2009" y="8998"/>
                  </a:lnTo>
                  <a:lnTo>
                    <a:pt x="1815" y="9075"/>
                  </a:lnTo>
                  <a:lnTo>
                    <a:pt x="1661" y="9191"/>
                  </a:lnTo>
                  <a:lnTo>
                    <a:pt x="1545" y="9345"/>
                  </a:lnTo>
                  <a:lnTo>
                    <a:pt x="1429" y="9500"/>
                  </a:lnTo>
                  <a:lnTo>
                    <a:pt x="1352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889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48" y="10426"/>
                  </a:lnTo>
                  <a:lnTo>
                    <a:pt x="232" y="10581"/>
                  </a:lnTo>
                  <a:lnTo>
                    <a:pt x="78" y="10890"/>
                  </a:lnTo>
                  <a:lnTo>
                    <a:pt x="1" y="11199"/>
                  </a:lnTo>
                  <a:lnTo>
                    <a:pt x="1" y="11546"/>
                  </a:lnTo>
                  <a:lnTo>
                    <a:pt x="39" y="11894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8" y="12782"/>
                  </a:lnTo>
                  <a:lnTo>
                    <a:pt x="773" y="12898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13" y="13130"/>
                  </a:lnTo>
                  <a:lnTo>
                    <a:pt x="1700" y="13168"/>
                  </a:lnTo>
                  <a:lnTo>
                    <a:pt x="2086" y="13091"/>
                  </a:lnTo>
                  <a:lnTo>
                    <a:pt x="2472" y="12975"/>
                  </a:lnTo>
                  <a:lnTo>
                    <a:pt x="2781" y="12782"/>
                  </a:lnTo>
                  <a:lnTo>
                    <a:pt x="3090" y="12512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15" y="11932"/>
                  </a:lnTo>
                  <a:lnTo>
                    <a:pt x="3515" y="11817"/>
                  </a:lnTo>
                  <a:lnTo>
                    <a:pt x="3437" y="11739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8" y="12434"/>
                  </a:lnTo>
                  <a:lnTo>
                    <a:pt x="2317" y="12550"/>
                  </a:lnTo>
                  <a:lnTo>
                    <a:pt x="2009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20" y="12550"/>
                  </a:lnTo>
                  <a:lnTo>
                    <a:pt x="966" y="12434"/>
                  </a:lnTo>
                  <a:lnTo>
                    <a:pt x="812" y="12319"/>
                  </a:lnTo>
                  <a:lnTo>
                    <a:pt x="696" y="12203"/>
                  </a:lnTo>
                  <a:lnTo>
                    <a:pt x="580" y="12048"/>
                  </a:lnTo>
                  <a:lnTo>
                    <a:pt x="541" y="11855"/>
                  </a:lnTo>
                  <a:lnTo>
                    <a:pt x="503" y="11701"/>
                  </a:lnTo>
                  <a:lnTo>
                    <a:pt x="464" y="11546"/>
                  </a:lnTo>
                  <a:lnTo>
                    <a:pt x="464" y="11353"/>
                  </a:lnTo>
                  <a:lnTo>
                    <a:pt x="503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889" y="10620"/>
                  </a:lnTo>
                  <a:lnTo>
                    <a:pt x="1043" y="10504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00" y="10349"/>
                  </a:lnTo>
                  <a:lnTo>
                    <a:pt x="2279" y="10349"/>
                  </a:lnTo>
                  <a:lnTo>
                    <a:pt x="2588" y="10426"/>
                  </a:lnTo>
                  <a:lnTo>
                    <a:pt x="2858" y="10504"/>
                  </a:lnTo>
                  <a:lnTo>
                    <a:pt x="3128" y="10620"/>
                  </a:lnTo>
                  <a:lnTo>
                    <a:pt x="3630" y="10928"/>
                  </a:lnTo>
                  <a:lnTo>
                    <a:pt x="4132" y="11276"/>
                  </a:lnTo>
                  <a:lnTo>
                    <a:pt x="4634" y="11662"/>
                  </a:lnTo>
                  <a:lnTo>
                    <a:pt x="5523" y="12396"/>
                  </a:lnTo>
                  <a:lnTo>
                    <a:pt x="5870" y="12666"/>
                  </a:lnTo>
                  <a:lnTo>
                    <a:pt x="6256" y="12936"/>
                  </a:lnTo>
                  <a:lnTo>
                    <a:pt x="6681" y="13207"/>
                  </a:lnTo>
                  <a:lnTo>
                    <a:pt x="7106" y="13400"/>
                  </a:lnTo>
                  <a:lnTo>
                    <a:pt x="7530" y="13593"/>
                  </a:lnTo>
                  <a:lnTo>
                    <a:pt x="7994" y="13709"/>
                  </a:lnTo>
                  <a:lnTo>
                    <a:pt x="8419" y="13786"/>
                  </a:lnTo>
                  <a:lnTo>
                    <a:pt x="8921" y="13786"/>
                  </a:lnTo>
                  <a:lnTo>
                    <a:pt x="9345" y="13670"/>
                  </a:lnTo>
                  <a:lnTo>
                    <a:pt x="9693" y="13554"/>
                  </a:lnTo>
                  <a:lnTo>
                    <a:pt x="10040" y="13323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890" y="12473"/>
                  </a:lnTo>
                  <a:lnTo>
                    <a:pt x="11122" y="12087"/>
                  </a:lnTo>
                  <a:lnTo>
                    <a:pt x="11315" y="11739"/>
                  </a:lnTo>
                  <a:lnTo>
                    <a:pt x="11508" y="11199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075"/>
                  </a:lnTo>
                  <a:lnTo>
                    <a:pt x="12319" y="8573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45" y="7299"/>
                  </a:lnTo>
                  <a:lnTo>
                    <a:pt x="13632" y="6951"/>
                  </a:lnTo>
                  <a:lnTo>
                    <a:pt x="14018" y="6681"/>
                  </a:lnTo>
                  <a:lnTo>
                    <a:pt x="14443" y="6449"/>
                  </a:lnTo>
                  <a:lnTo>
                    <a:pt x="14867" y="6256"/>
                  </a:lnTo>
                  <a:lnTo>
                    <a:pt x="15331" y="6102"/>
                  </a:lnTo>
                  <a:lnTo>
                    <a:pt x="15794" y="5986"/>
                  </a:lnTo>
                  <a:lnTo>
                    <a:pt x="16296" y="5909"/>
                  </a:lnTo>
                  <a:lnTo>
                    <a:pt x="16875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08"/>
                  </a:lnTo>
                  <a:lnTo>
                    <a:pt x="21741" y="7723"/>
                  </a:lnTo>
                  <a:lnTo>
                    <a:pt x="22127" y="7762"/>
                  </a:lnTo>
                  <a:lnTo>
                    <a:pt x="22552" y="7723"/>
                  </a:lnTo>
                  <a:lnTo>
                    <a:pt x="22976" y="7646"/>
                  </a:lnTo>
                  <a:lnTo>
                    <a:pt x="23363" y="7492"/>
                  </a:lnTo>
                  <a:lnTo>
                    <a:pt x="23710" y="7260"/>
                  </a:lnTo>
                  <a:lnTo>
                    <a:pt x="24058" y="6990"/>
                  </a:lnTo>
                  <a:lnTo>
                    <a:pt x="24328" y="6642"/>
                  </a:lnTo>
                  <a:lnTo>
                    <a:pt x="24560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46" y="5059"/>
                  </a:lnTo>
                  <a:lnTo>
                    <a:pt x="24984" y="4634"/>
                  </a:lnTo>
                  <a:lnTo>
                    <a:pt x="24984" y="4171"/>
                  </a:lnTo>
                  <a:lnTo>
                    <a:pt x="24946" y="3707"/>
                  </a:lnTo>
                  <a:lnTo>
                    <a:pt x="24869" y="3283"/>
                  </a:lnTo>
                  <a:lnTo>
                    <a:pt x="24753" y="2819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45"/>
                  </a:lnTo>
                  <a:lnTo>
                    <a:pt x="24019" y="1159"/>
                  </a:lnTo>
                  <a:lnTo>
                    <a:pt x="23787" y="811"/>
                  </a:lnTo>
                  <a:lnTo>
                    <a:pt x="23942" y="348"/>
                  </a:lnTo>
                  <a:lnTo>
                    <a:pt x="23556" y="232"/>
                  </a:lnTo>
                  <a:lnTo>
                    <a:pt x="23170" y="78"/>
                  </a:lnTo>
                  <a:lnTo>
                    <a:pt x="23131" y="39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21"/>
            <p:cNvSpPr/>
            <p:nvPr/>
          </p:nvSpPr>
          <p:spPr>
            <a:xfrm>
              <a:off x="5955050" y="3275975"/>
              <a:ext cx="152550" cy="277075"/>
            </a:xfrm>
            <a:custGeom>
              <a:avLst/>
              <a:gdLst/>
              <a:ahLst/>
              <a:cxnLst/>
              <a:rect l="l" t="t" r="r" b="b"/>
              <a:pathLst>
                <a:path w="6102" h="11083" extrusionOk="0">
                  <a:moveTo>
                    <a:pt x="3553" y="0"/>
                  </a:moveTo>
                  <a:lnTo>
                    <a:pt x="3398" y="463"/>
                  </a:lnTo>
                  <a:lnTo>
                    <a:pt x="3746" y="656"/>
                  </a:lnTo>
                  <a:lnTo>
                    <a:pt x="4093" y="888"/>
                  </a:lnTo>
                  <a:lnTo>
                    <a:pt x="4364" y="1158"/>
                  </a:lnTo>
                  <a:lnTo>
                    <a:pt x="4634" y="1467"/>
                  </a:lnTo>
                  <a:lnTo>
                    <a:pt x="4866" y="1776"/>
                  </a:lnTo>
                  <a:lnTo>
                    <a:pt x="5059" y="2124"/>
                  </a:lnTo>
                  <a:lnTo>
                    <a:pt x="5213" y="2471"/>
                  </a:lnTo>
                  <a:lnTo>
                    <a:pt x="5368" y="2819"/>
                  </a:lnTo>
                  <a:lnTo>
                    <a:pt x="5445" y="3205"/>
                  </a:lnTo>
                  <a:lnTo>
                    <a:pt x="5522" y="3630"/>
                  </a:lnTo>
                  <a:lnTo>
                    <a:pt x="5561" y="4016"/>
                  </a:lnTo>
                  <a:lnTo>
                    <a:pt x="5561" y="4441"/>
                  </a:lnTo>
                  <a:lnTo>
                    <a:pt x="5561" y="4827"/>
                  </a:lnTo>
                  <a:lnTo>
                    <a:pt x="5522" y="5252"/>
                  </a:lnTo>
                  <a:lnTo>
                    <a:pt x="5406" y="5638"/>
                  </a:lnTo>
                  <a:lnTo>
                    <a:pt x="5290" y="6024"/>
                  </a:lnTo>
                  <a:lnTo>
                    <a:pt x="5136" y="6449"/>
                  </a:lnTo>
                  <a:lnTo>
                    <a:pt x="4943" y="6873"/>
                  </a:lnTo>
                  <a:lnTo>
                    <a:pt x="4711" y="7298"/>
                  </a:lnTo>
                  <a:lnTo>
                    <a:pt x="4480" y="7684"/>
                  </a:lnTo>
                  <a:lnTo>
                    <a:pt x="4209" y="8070"/>
                  </a:lnTo>
                  <a:lnTo>
                    <a:pt x="3900" y="8418"/>
                  </a:lnTo>
                  <a:lnTo>
                    <a:pt x="3591" y="8727"/>
                  </a:lnTo>
                  <a:lnTo>
                    <a:pt x="3244" y="9036"/>
                  </a:lnTo>
                  <a:lnTo>
                    <a:pt x="2896" y="9345"/>
                  </a:lnTo>
                  <a:lnTo>
                    <a:pt x="2549" y="9615"/>
                  </a:lnTo>
                  <a:lnTo>
                    <a:pt x="2124" y="9847"/>
                  </a:lnTo>
                  <a:lnTo>
                    <a:pt x="1738" y="10078"/>
                  </a:lnTo>
                  <a:lnTo>
                    <a:pt x="1313" y="10272"/>
                  </a:lnTo>
                  <a:lnTo>
                    <a:pt x="888" y="10426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7" y="11082"/>
                  </a:lnTo>
                  <a:lnTo>
                    <a:pt x="579" y="10967"/>
                  </a:lnTo>
                  <a:lnTo>
                    <a:pt x="1081" y="10851"/>
                  </a:lnTo>
                  <a:lnTo>
                    <a:pt x="1583" y="10696"/>
                  </a:lnTo>
                  <a:lnTo>
                    <a:pt x="2047" y="10465"/>
                  </a:lnTo>
                  <a:lnTo>
                    <a:pt x="2510" y="10233"/>
                  </a:lnTo>
                  <a:lnTo>
                    <a:pt x="2935" y="9963"/>
                  </a:lnTo>
                  <a:lnTo>
                    <a:pt x="3360" y="9654"/>
                  </a:lnTo>
                  <a:lnTo>
                    <a:pt x="3784" y="9306"/>
                  </a:lnTo>
                  <a:lnTo>
                    <a:pt x="4132" y="8959"/>
                  </a:lnTo>
                  <a:lnTo>
                    <a:pt x="4480" y="8572"/>
                  </a:lnTo>
                  <a:lnTo>
                    <a:pt x="4788" y="8148"/>
                  </a:lnTo>
                  <a:lnTo>
                    <a:pt x="5097" y="7723"/>
                  </a:lnTo>
                  <a:lnTo>
                    <a:pt x="5329" y="7260"/>
                  </a:lnTo>
                  <a:lnTo>
                    <a:pt x="5561" y="6796"/>
                  </a:lnTo>
                  <a:lnTo>
                    <a:pt x="5754" y="6294"/>
                  </a:lnTo>
                  <a:lnTo>
                    <a:pt x="5908" y="5792"/>
                  </a:lnTo>
                  <a:lnTo>
                    <a:pt x="5986" y="5367"/>
                  </a:lnTo>
                  <a:lnTo>
                    <a:pt x="6063" y="4943"/>
                  </a:lnTo>
                  <a:lnTo>
                    <a:pt x="6101" y="4518"/>
                  </a:lnTo>
                  <a:lnTo>
                    <a:pt x="6063" y="4093"/>
                  </a:lnTo>
                  <a:lnTo>
                    <a:pt x="6024" y="3668"/>
                  </a:lnTo>
                  <a:lnTo>
                    <a:pt x="5986" y="3244"/>
                  </a:lnTo>
                  <a:lnTo>
                    <a:pt x="5870" y="2858"/>
                  </a:lnTo>
                  <a:lnTo>
                    <a:pt x="5715" y="2433"/>
                  </a:lnTo>
                  <a:lnTo>
                    <a:pt x="5561" y="2047"/>
                  </a:lnTo>
                  <a:lnTo>
                    <a:pt x="5368" y="1699"/>
                  </a:lnTo>
                  <a:lnTo>
                    <a:pt x="5136" y="1352"/>
                  </a:lnTo>
                  <a:lnTo>
                    <a:pt x="4866" y="1043"/>
                  </a:lnTo>
                  <a:lnTo>
                    <a:pt x="4595" y="734"/>
                  </a:lnTo>
                  <a:lnTo>
                    <a:pt x="4286" y="463"/>
                  </a:lnTo>
                  <a:lnTo>
                    <a:pt x="3939" y="232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21"/>
            <p:cNvSpPr/>
            <p:nvPr/>
          </p:nvSpPr>
          <p:spPr>
            <a:xfrm>
              <a:off x="369400" y="3292375"/>
              <a:ext cx="35750" cy="31875"/>
            </a:xfrm>
            <a:custGeom>
              <a:avLst/>
              <a:gdLst/>
              <a:ahLst/>
              <a:cxnLst/>
              <a:rect l="l" t="t" r="r" b="b"/>
              <a:pathLst>
                <a:path w="1430" h="1275" extrusionOk="0">
                  <a:moveTo>
                    <a:pt x="618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1"/>
                  </a:lnTo>
                  <a:lnTo>
                    <a:pt x="39" y="464"/>
                  </a:lnTo>
                  <a:lnTo>
                    <a:pt x="1" y="657"/>
                  </a:lnTo>
                  <a:lnTo>
                    <a:pt x="39" y="850"/>
                  </a:lnTo>
                  <a:lnTo>
                    <a:pt x="116" y="1004"/>
                  </a:lnTo>
                  <a:lnTo>
                    <a:pt x="271" y="1159"/>
                  </a:lnTo>
                  <a:lnTo>
                    <a:pt x="425" y="1236"/>
                  </a:lnTo>
                  <a:lnTo>
                    <a:pt x="618" y="1275"/>
                  </a:lnTo>
                  <a:lnTo>
                    <a:pt x="812" y="1236"/>
                  </a:lnTo>
                  <a:lnTo>
                    <a:pt x="850" y="1198"/>
                  </a:lnTo>
                  <a:lnTo>
                    <a:pt x="889" y="1120"/>
                  </a:lnTo>
                  <a:lnTo>
                    <a:pt x="812" y="1043"/>
                  </a:lnTo>
                  <a:lnTo>
                    <a:pt x="734" y="1004"/>
                  </a:lnTo>
                  <a:lnTo>
                    <a:pt x="657" y="1004"/>
                  </a:lnTo>
                  <a:lnTo>
                    <a:pt x="541" y="966"/>
                  </a:lnTo>
                  <a:lnTo>
                    <a:pt x="464" y="889"/>
                  </a:lnTo>
                  <a:lnTo>
                    <a:pt x="425" y="811"/>
                  </a:lnTo>
                  <a:lnTo>
                    <a:pt x="387" y="696"/>
                  </a:lnTo>
                  <a:lnTo>
                    <a:pt x="425" y="618"/>
                  </a:lnTo>
                  <a:lnTo>
                    <a:pt x="464" y="502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812" y="387"/>
                  </a:lnTo>
                  <a:lnTo>
                    <a:pt x="927" y="464"/>
                  </a:lnTo>
                  <a:lnTo>
                    <a:pt x="1082" y="618"/>
                  </a:lnTo>
                  <a:lnTo>
                    <a:pt x="1198" y="657"/>
                  </a:lnTo>
                  <a:lnTo>
                    <a:pt x="1275" y="696"/>
                  </a:lnTo>
                  <a:lnTo>
                    <a:pt x="1352" y="696"/>
                  </a:lnTo>
                  <a:lnTo>
                    <a:pt x="1391" y="657"/>
                  </a:lnTo>
                  <a:lnTo>
                    <a:pt x="1429" y="541"/>
                  </a:lnTo>
                  <a:lnTo>
                    <a:pt x="1391" y="464"/>
                  </a:lnTo>
                  <a:lnTo>
                    <a:pt x="1352" y="348"/>
                  </a:lnTo>
                  <a:lnTo>
                    <a:pt x="1198" y="194"/>
                  </a:lnTo>
                  <a:lnTo>
                    <a:pt x="1005" y="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21"/>
            <p:cNvSpPr/>
            <p:nvPr/>
          </p:nvSpPr>
          <p:spPr>
            <a:xfrm>
              <a:off x="6549700" y="3335825"/>
              <a:ext cx="85000" cy="94625"/>
            </a:xfrm>
            <a:custGeom>
              <a:avLst/>
              <a:gdLst/>
              <a:ahLst/>
              <a:cxnLst/>
              <a:rect l="l" t="t" r="r" b="b"/>
              <a:pathLst>
                <a:path w="3400" h="3785" extrusionOk="0">
                  <a:moveTo>
                    <a:pt x="78" y="0"/>
                  </a:moveTo>
                  <a:lnTo>
                    <a:pt x="1" y="77"/>
                  </a:lnTo>
                  <a:lnTo>
                    <a:pt x="1" y="116"/>
                  </a:lnTo>
                  <a:lnTo>
                    <a:pt x="349" y="888"/>
                  </a:lnTo>
                  <a:lnTo>
                    <a:pt x="812" y="1661"/>
                  </a:lnTo>
                  <a:lnTo>
                    <a:pt x="1275" y="2394"/>
                  </a:lnTo>
                  <a:lnTo>
                    <a:pt x="1739" y="3089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4"/>
                  </a:lnTo>
                  <a:lnTo>
                    <a:pt x="3013" y="3707"/>
                  </a:lnTo>
                  <a:lnTo>
                    <a:pt x="3206" y="3591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89"/>
                  </a:lnTo>
                  <a:lnTo>
                    <a:pt x="3399" y="2896"/>
                  </a:lnTo>
                  <a:lnTo>
                    <a:pt x="3360" y="2703"/>
                  </a:lnTo>
                  <a:lnTo>
                    <a:pt x="3283" y="2510"/>
                  </a:lnTo>
                  <a:lnTo>
                    <a:pt x="3129" y="2163"/>
                  </a:lnTo>
                  <a:lnTo>
                    <a:pt x="2936" y="2240"/>
                  </a:lnTo>
                  <a:lnTo>
                    <a:pt x="3052" y="2587"/>
                  </a:lnTo>
                  <a:lnTo>
                    <a:pt x="3090" y="2742"/>
                  </a:lnTo>
                  <a:lnTo>
                    <a:pt x="3129" y="2858"/>
                  </a:lnTo>
                  <a:lnTo>
                    <a:pt x="2897" y="3012"/>
                  </a:lnTo>
                  <a:lnTo>
                    <a:pt x="2665" y="3128"/>
                  </a:lnTo>
                  <a:lnTo>
                    <a:pt x="2511" y="3205"/>
                  </a:lnTo>
                  <a:lnTo>
                    <a:pt x="2318" y="3205"/>
                  </a:lnTo>
                  <a:lnTo>
                    <a:pt x="2202" y="3167"/>
                  </a:lnTo>
                  <a:lnTo>
                    <a:pt x="2048" y="3089"/>
                  </a:lnTo>
                  <a:lnTo>
                    <a:pt x="1932" y="2935"/>
                  </a:lnTo>
                  <a:lnTo>
                    <a:pt x="1855" y="2742"/>
                  </a:lnTo>
                  <a:lnTo>
                    <a:pt x="1700" y="2510"/>
                  </a:lnTo>
                  <a:lnTo>
                    <a:pt x="1082" y="1506"/>
                  </a:lnTo>
                  <a:lnTo>
                    <a:pt x="619" y="772"/>
                  </a:lnTo>
                  <a:lnTo>
                    <a:pt x="387" y="386"/>
                  </a:lnTo>
                  <a:lnTo>
                    <a:pt x="117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21"/>
            <p:cNvSpPr/>
            <p:nvPr/>
          </p:nvSpPr>
          <p:spPr>
            <a:xfrm>
              <a:off x="2268300" y="338120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70"/>
                  </a:lnTo>
                  <a:lnTo>
                    <a:pt x="1120" y="463"/>
                  </a:lnTo>
                  <a:lnTo>
                    <a:pt x="850" y="656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64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90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68"/>
                  </a:lnTo>
                  <a:lnTo>
                    <a:pt x="502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815"/>
                  </a:lnTo>
                  <a:lnTo>
                    <a:pt x="888" y="1583"/>
                  </a:lnTo>
                  <a:lnTo>
                    <a:pt x="1043" y="1352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92" y="656"/>
                  </a:lnTo>
                  <a:lnTo>
                    <a:pt x="2124" y="579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5"/>
                  </a:lnTo>
                  <a:lnTo>
                    <a:pt x="3514" y="1158"/>
                  </a:lnTo>
                  <a:lnTo>
                    <a:pt x="3591" y="1390"/>
                  </a:lnTo>
                  <a:lnTo>
                    <a:pt x="3668" y="1660"/>
                  </a:lnTo>
                  <a:lnTo>
                    <a:pt x="4132" y="1583"/>
                  </a:lnTo>
                  <a:lnTo>
                    <a:pt x="4016" y="1197"/>
                  </a:lnTo>
                  <a:lnTo>
                    <a:pt x="3823" y="811"/>
                  </a:lnTo>
                  <a:lnTo>
                    <a:pt x="3630" y="541"/>
                  </a:lnTo>
                  <a:lnTo>
                    <a:pt x="3398" y="270"/>
                  </a:lnTo>
                  <a:lnTo>
                    <a:pt x="3244" y="193"/>
                  </a:lnTo>
                  <a:lnTo>
                    <a:pt x="3089" y="116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21"/>
            <p:cNvSpPr/>
            <p:nvPr/>
          </p:nvSpPr>
          <p:spPr>
            <a:xfrm>
              <a:off x="2133125" y="3382150"/>
              <a:ext cx="437350" cy="302200"/>
            </a:xfrm>
            <a:custGeom>
              <a:avLst/>
              <a:gdLst/>
              <a:ahLst/>
              <a:cxnLst/>
              <a:rect l="l" t="t" r="r" b="b"/>
              <a:pathLst>
                <a:path w="17494" h="12088" extrusionOk="0">
                  <a:moveTo>
                    <a:pt x="12087" y="541"/>
                  </a:moveTo>
                  <a:lnTo>
                    <a:pt x="12203" y="580"/>
                  </a:lnTo>
                  <a:lnTo>
                    <a:pt x="12319" y="657"/>
                  </a:lnTo>
                  <a:lnTo>
                    <a:pt x="12628" y="889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93"/>
                  </a:lnTo>
                  <a:lnTo>
                    <a:pt x="13478" y="2279"/>
                  </a:lnTo>
                  <a:lnTo>
                    <a:pt x="13632" y="2665"/>
                  </a:lnTo>
                  <a:lnTo>
                    <a:pt x="13825" y="3476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511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3" y="1738"/>
                  </a:lnTo>
                  <a:lnTo>
                    <a:pt x="11508" y="1429"/>
                  </a:lnTo>
                  <a:lnTo>
                    <a:pt x="11431" y="1082"/>
                  </a:lnTo>
                  <a:lnTo>
                    <a:pt x="11663" y="734"/>
                  </a:lnTo>
                  <a:lnTo>
                    <a:pt x="11779" y="618"/>
                  </a:lnTo>
                  <a:lnTo>
                    <a:pt x="11856" y="541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90" y="1738"/>
                  </a:lnTo>
                  <a:lnTo>
                    <a:pt x="16567" y="1854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704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6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700"/>
                  </a:lnTo>
                  <a:lnTo>
                    <a:pt x="16103" y="1622"/>
                  </a:lnTo>
                  <a:close/>
                  <a:moveTo>
                    <a:pt x="13864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52"/>
                  </a:lnTo>
                  <a:lnTo>
                    <a:pt x="12667" y="5484"/>
                  </a:lnTo>
                  <a:lnTo>
                    <a:pt x="12165" y="5793"/>
                  </a:lnTo>
                  <a:lnTo>
                    <a:pt x="11894" y="5909"/>
                  </a:lnTo>
                  <a:lnTo>
                    <a:pt x="11624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8" y="5291"/>
                  </a:lnTo>
                  <a:lnTo>
                    <a:pt x="11122" y="5098"/>
                  </a:lnTo>
                  <a:lnTo>
                    <a:pt x="11277" y="4982"/>
                  </a:lnTo>
                  <a:lnTo>
                    <a:pt x="11547" y="4750"/>
                  </a:lnTo>
                  <a:lnTo>
                    <a:pt x="11817" y="4673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2" y="5407"/>
                  </a:lnTo>
                  <a:lnTo>
                    <a:pt x="16412" y="5677"/>
                  </a:lnTo>
                  <a:lnTo>
                    <a:pt x="16644" y="6025"/>
                  </a:lnTo>
                  <a:lnTo>
                    <a:pt x="16876" y="6333"/>
                  </a:lnTo>
                  <a:lnTo>
                    <a:pt x="16992" y="6681"/>
                  </a:lnTo>
                  <a:lnTo>
                    <a:pt x="16992" y="6835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374" y="7337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835"/>
                  </a:lnTo>
                  <a:lnTo>
                    <a:pt x="15370" y="6565"/>
                  </a:lnTo>
                  <a:lnTo>
                    <a:pt x="15061" y="6179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78"/>
                  </a:lnTo>
                  <a:lnTo>
                    <a:pt x="11470" y="116"/>
                  </a:lnTo>
                  <a:lnTo>
                    <a:pt x="11354" y="232"/>
                  </a:lnTo>
                  <a:lnTo>
                    <a:pt x="11161" y="425"/>
                  </a:lnTo>
                  <a:lnTo>
                    <a:pt x="11006" y="618"/>
                  </a:lnTo>
                  <a:lnTo>
                    <a:pt x="10929" y="812"/>
                  </a:lnTo>
                  <a:lnTo>
                    <a:pt x="10929" y="1043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700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2" y="2742"/>
                  </a:lnTo>
                  <a:lnTo>
                    <a:pt x="12396" y="3090"/>
                  </a:lnTo>
                  <a:lnTo>
                    <a:pt x="12860" y="3437"/>
                  </a:lnTo>
                  <a:lnTo>
                    <a:pt x="12860" y="3437"/>
                  </a:lnTo>
                  <a:lnTo>
                    <a:pt x="12049" y="3322"/>
                  </a:lnTo>
                  <a:lnTo>
                    <a:pt x="11199" y="3283"/>
                  </a:lnTo>
                  <a:lnTo>
                    <a:pt x="10388" y="3360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45"/>
                  </a:lnTo>
                  <a:lnTo>
                    <a:pt x="9075" y="1622"/>
                  </a:lnTo>
                  <a:lnTo>
                    <a:pt x="9153" y="2124"/>
                  </a:lnTo>
                  <a:lnTo>
                    <a:pt x="9153" y="2626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630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50"/>
                  </a:lnTo>
                  <a:lnTo>
                    <a:pt x="5832" y="5252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51"/>
                  </a:lnTo>
                  <a:lnTo>
                    <a:pt x="3090" y="7724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56"/>
                  </a:lnTo>
                  <a:lnTo>
                    <a:pt x="542" y="10967"/>
                  </a:lnTo>
                  <a:lnTo>
                    <a:pt x="1" y="11817"/>
                  </a:lnTo>
                  <a:lnTo>
                    <a:pt x="349" y="12087"/>
                  </a:lnTo>
                  <a:lnTo>
                    <a:pt x="1546" y="10542"/>
                  </a:lnTo>
                  <a:lnTo>
                    <a:pt x="2743" y="8998"/>
                  </a:lnTo>
                  <a:lnTo>
                    <a:pt x="3360" y="8226"/>
                  </a:lnTo>
                  <a:lnTo>
                    <a:pt x="4017" y="7531"/>
                  </a:lnTo>
                  <a:lnTo>
                    <a:pt x="4712" y="6835"/>
                  </a:lnTo>
                  <a:lnTo>
                    <a:pt x="5484" y="6179"/>
                  </a:lnTo>
                  <a:lnTo>
                    <a:pt x="6257" y="5600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8" y="4441"/>
                  </a:lnTo>
                  <a:lnTo>
                    <a:pt x="8921" y="4287"/>
                  </a:lnTo>
                  <a:lnTo>
                    <a:pt x="9423" y="4132"/>
                  </a:lnTo>
                  <a:lnTo>
                    <a:pt x="9886" y="4017"/>
                  </a:lnTo>
                  <a:lnTo>
                    <a:pt x="10388" y="3939"/>
                  </a:lnTo>
                  <a:lnTo>
                    <a:pt x="10852" y="3862"/>
                  </a:lnTo>
                  <a:lnTo>
                    <a:pt x="11354" y="3823"/>
                  </a:lnTo>
                  <a:lnTo>
                    <a:pt x="11856" y="3823"/>
                  </a:lnTo>
                  <a:lnTo>
                    <a:pt x="12358" y="3862"/>
                  </a:lnTo>
                  <a:lnTo>
                    <a:pt x="12860" y="3939"/>
                  </a:lnTo>
                  <a:lnTo>
                    <a:pt x="12358" y="4017"/>
                  </a:lnTo>
                  <a:lnTo>
                    <a:pt x="11856" y="4132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712"/>
                  </a:lnTo>
                  <a:lnTo>
                    <a:pt x="10697" y="4866"/>
                  </a:lnTo>
                  <a:lnTo>
                    <a:pt x="10543" y="5098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86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3"/>
                  </a:lnTo>
                  <a:lnTo>
                    <a:pt x="11006" y="6449"/>
                  </a:lnTo>
                  <a:lnTo>
                    <a:pt x="11585" y="6449"/>
                  </a:lnTo>
                  <a:lnTo>
                    <a:pt x="11894" y="6372"/>
                  </a:lnTo>
                  <a:lnTo>
                    <a:pt x="12165" y="6295"/>
                  </a:lnTo>
                  <a:lnTo>
                    <a:pt x="12628" y="6063"/>
                  </a:lnTo>
                  <a:lnTo>
                    <a:pt x="13053" y="5831"/>
                  </a:lnTo>
                  <a:lnTo>
                    <a:pt x="13439" y="5523"/>
                  </a:lnTo>
                  <a:lnTo>
                    <a:pt x="13400" y="5561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47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876" y="7878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6"/>
                  </a:lnTo>
                  <a:lnTo>
                    <a:pt x="17378" y="7531"/>
                  </a:lnTo>
                  <a:lnTo>
                    <a:pt x="17416" y="7415"/>
                  </a:lnTo>
                  <a:lnTo>
                    <a:pt x="17455" y="7260"/>
                  </a:lnTo>
                  <a:lnTo>
                    <a:pt x="17494" y="6951"/>
                  </a:lnTo>
                  <a:lnTo>
                    <a:pt x="17416" y="6642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827"/>
                  </a:lnTo>
                  <a:lnTo>
                    <a:pt x="16026" y="4634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39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90"/>
                  </a:lnTo>
                  <a:lnTo>
                    <a:pt x="16914" y="2897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6" y="2202"/>
                  </a:lnTo>
                  <a:lnTo>
                    <a:pt x="17107" y="1931"/>
                  </a:lnTo>
                  <a:lnTo>
                    <a:pt x="17069" y="1700"/>
                  </a:lnTo>
                  <a:lnTo>
                    <a:pt x="16914" y="1507"/>
                  </a:lnTo>
                  <a:lnTo>
                    <a:pt x="16760" y="1352"/>
                  </a:lnTo>
                  <a:lnTo>
                    <a:pt x="16567" y="1236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75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80" y="2472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89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55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21"/>
            <p:cNvSpPr/>
            <p:nvPr/>
          </p:nvSpPr>
          <p:spPr>
            <a:xfrm>
              <a:off x="2737450" y="3395675"/>
              <a:ext cx="459550" cy="296375"/>
            </a:xfrm>
            <a:custGeom>
              <a:avLst/>
              <a:gdLst/>
              <a:ahLst/>
              <a:cxnLst/>
              <a:rect l="l" t="t" r="r" b="b"/>
              <a:pathLst>
                <a:path w="18382" h="11855" extrusionOk="0">
                  <a:moveTo>
                    <a:pt x="17648" y="2935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8"/>
                  </a:lnTo>
                  <a:lnTo>
                    <a:pt x="17880" y="3321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39"/>
                  </a:lnTo>
                  <a:lnTo>
                    <a:pt x="17648" y="4132"/>
                  </a:lnTo>
                  <a:lnTo>
                    <a:pt x="17300" y="4402"/>
                  </a:lnTo>
                  <a:lnTo>
                    <a:pt x="17030" y="4595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3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4"/>
                  </a:lnTo>
                  <a:lnTo>
                    <a:pt x="16528" y="3514"/>
                  </a:lnTo>
                  <a:lnTo>
                    <a:pt x="16721" y="3282"/>
                  </a:lnTo>
                  <a:lnTo>
                    <a:pt x="16953" y="3128"/>
                  </a:lnTo>
                  <a:lnTo>
                    <a:pt x="17223" y="2974"/>
                  </a:lnTo>
                  <a:lnTo>
                    <a:pt x="17493" y="2935"/>
                  </a:lnTo>
                  <a:close/>
                  <a:moveTo>
                    <a:pt x="14211" y="4866"/>
                  </a:moveTo>
                  <a:lnTo>
                    <a:pt x="14481" y="4904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29"/>
                  </a:lnTo>
                  <a:lnTo>
                    <a:pt x="14752" y="5522"/>
                  </a:lnTo>
                  <a:lnTo>
                    <a:pt x="14288" y="5677"/>
                  </a:lnTo>
                  <a:lnTo>
                    <a:pt x="14018" y="5715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599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6"/>
                  </a:lnTo>
                  <a:lnTo>
                    <a:pt x="13169" y="5020"/>
                  </a:lnTo>
                  <a:lnTo>
                    <a:pt x="13323" y="4943"/>
                  </a:lnTo>
                  <a:lnTo>
                    <a:pt x="13555" y="4904"/>
                  </a:lnTo>
                  <a:lnTo>
                    <a:pt x="13864" y="4866"/>
                  </a:lnTo>
                  <a:close/>
                  <a:moveTo>
                    <a:pt x="15756" y="5522"/>
                  </a:moveTo>
                  <a:lnTo>
                    <a:pt x="16374" y="5831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3"/>
                  </a:lnTo>
                  <a:lnTo>
                    <a:pt x="17571" y="6912"/>
                  </a:lnTo>
                  <a:lnTo>
                    <a:pt x="17609" y="7067"/>
                  </a:lnTo>
                  <a:lnTo>
                    <a:pt x="17609" y="7221"/>
                  </a:lnTo>
                  <a:lnTo>
                    <a:pt x="17609" y="7453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3"/>
                  </a:lnTo>
                  <a:lnTo>
                    <a:pt x="17146" y="7723"/>
                  </a:lnTo>
                  <a:lnTo>
                    <a:pt x="16953" y="7685"/>
                  </a:lnTo>
                  <a:lnTo>
                    <a:pt x="16798" y="7607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6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1"/>
                  </a:lnTo>
                  <a:lnTo>
                    <a:pt x="15756" y="5522"/>
                  </a:lnTo>
                  <a:close/>
                  <a:moveTo>
                    <a:pt x="4944" y="464"/>
                  </a:moveTo>
                  <a:lnTo>
                    <a:pt x="5561" y="502"/>
                  </a:lnTo>
                  <a:lnTo>
                    <a:pt x="6141" y="657"/>
                  </a:lnTo>
                  <a:lnTo>
                    <a:pt x="6681" y="888"/>
                  </a:lnTo>
                  <a:lnTo>
                    <a:pt x="7222" y="1197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4"/>
                  </a:lnTo>
                  <a:lnTo>
                    <a:pt x="8766" y="2781"/>
                  </a:lnTo>
                  <a:lnTo>
                    <a:pt x="9037" y="3205"/>
                  </a:lnTo>
                  <a:lnTo>
                    <a:pt x="9268" y="3669"/>
                  </a:lnTo>
                  <a:lnTo>
                    <a:pt x="9693" y="4595"/>
                  </a:lnTo>
                  <a:lnTo>
                    <a:pt x="10079" y="5522"/>
                  </a:lnTo>
                  <a:lnTo>
                    <a:pt x="10272" y="5908"/>
                  </a:lnTo>
                  <a:lnTo>
                    <a:pt x="10504" y="6294"/>
                  </a:lnTo>
                  <a:lnTo>
                    <a:pt x="10736" y="6642"/>
                  </a:lnTo>
                  <a:lnTo>
                    <a:pt x="11006" y="6912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0"/>
                  </a:lnTo>
                  <a:lnTo>
                    <a:pt x="13207" y="7492"/>
                  </a:lnTo>
                  <a:lnTo>
                    <a:pt x="13516" y="7414"/>
                  </a:lnTo>
                  <a:lnTo>
                    <a:pt x="13825" y="7260"/>
                  </a:lnTo>
                  <a:lnTo>
                    <a:pt x="14095" y="7105"/>
                  </a:lnTo>
                  <a:lnTo>
                    <a:pt x="14366" y="6951"/>
                  </a:lnTo>
                  <a:lnTo>
                    <a:pt x="14597" y="6719"/>
                  </a:lnTo>
                  <a:lnTo>
                    <a:pt x="14829" y="6488"/>
                  </a:lnTo>
                  <a:lnTo>
                    <a:pt x="14404" y="7221"/>
                  </a:lnTo>
                  <a:lnTo>
                    <a:pt x="13941" y="7878"/>
                  </a:lnTo>
                  <a:lnTo>
                    <a:pt x="13439" y="8534"/>
                  </a:lnTo>
                  <a:lnTo>
                    <a:pt x="12860" y="9113"/>
                  </a:lnTo>
                  <a:lnTo>
                    <a:pt x="12242" y="9615"/>
                  </a:lnTo>
                  <a:lnTo>
                    <a:pt x="11547" y="10079"/>
                  </a:lnTo>
                  <a:lnTo>
                    <a:pt x="10813" y="10503"/>
                  </a:lnTo>
                  <a:lnTo>
                    <a:pt x="10041" y="10812"/>
                  </a:lnTo>
                  <a:lnTo>
                    <a:pt x="9462" y="11005"/>
                  </a:lnTo>
                  <a:lnTo>
                    <a:pt x="8882" y="11160"/>
                  </a:lnTo>
                  <a:lnTo>
                    <a:pt x="8303" y="11276"/>
                  </a:lnTo>
                  <a:lnTo>
                    <a:pt x="7724" y="11314"/>
                  </a:lnTo>
                  <a:lnTo>
                    <a:pt x="7145" y="11353"/>
                  </a:lnTo>
                  <a:lnTo>
                    <a:pt x="6604" y="11314"/>
                  </a:lnTo>
                  <a:lnTo>
                    <a:pt x="6025" y="11237"/>
                  </a:lnTo>
                  <a:lnTo>
                    <a:pt x="5484" y="11121"/>
                  </a:lnTo>
                  <a:lnTo>
                    <a:pt x="4944" y="10967"/>
                  </a:lnTo>
                  <a:lnTo>
                    <a:pt x="4442" y="10735"/>
                  </a:lnTo>
                  <a:lnTo>
                    <a:pt x="3940" y="10503"/>
                  </a:lnTo>
                  <a:lnTo>
                    <a:pt x="3476" y="10195"/>
                  </a:lnTo>
                  <a:lnTo>
                    <a:pt x="3013" y="9847"/>
                  </a:lnTo>
                  <a:lnTo>
                    <a:pt x="2549" y="9461"/>
                  </a:lnTo>
                  <a:lnTo>
                    <a:pt x="2163" y="9036"/>
                  </a:lnTo>
                  <a:lnTo>
                    <a:pt x="1777" y="8573"/>
                  </a:lnTo>
                  <a:lnTo>
                    <a:pt x="1430" y="8032"/>
                  </a:lnTo>
                  <a:lnTo>
                    <a:pt x="1121" y="7492"/>
                  </a:lnTo>
                  <a:lnTo>
                    <a:pt x="850" y="6912"/>
                  </a:lnTo>
                  <a:lnTo>
                    <a:pt x="657" y="6333"/>
                  </a:lnTo>
                  <a:lnTo>
                    <a:pt x="503" y="5754"/>
                  </a:lnTo>
                  <a:lnTo>
                    <a:pt x="426" y="5136"/>
                  </a:lnTo>
                  <a:lnTo>
                    <a:pt x="426" y="4518"/>
                  </a:lnTo>
                  <a:lnTo>
                    <a:pt x="503" y="3862"/>
                  </a:lnTo>
                  <a:lnTo>
                    <a:pt x="696" y="3282"/>
                  </a:lnTo>
                  <a:lnTo>
                    <a:pt x="928" y="2742"/>
                  </a:lnTo>
                  <a:lnTo>
                    <a:pt x="1275" y="2240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79"/>
                  </a:lnTo>
                  <a:lnTo>
                    <a:pt x="4326" y="464"/>
                  </a:lnTo>
                  <a:close/>
                  <a:moveTo>
                    <a:pt x="4519" y="0"/>
                  </a:moveTo>
                  <a:lnTo>
                    <a:pt x="4249" y="39"/>
                  </a:lnTo>
                  <a:lnTo>
                    <a:pt x="3901" y="77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5"/>
                  </a:lnTo>
                  <a:lnTo>
                    <a:pt x="2472" y="579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3"/>
                  </a:lnTo>
                  <a:lnTo>
                    <a:pt x="1082" y="1699"/>
                  </a:lnTo>
                  <a:lnTo>
                    <a:pt x="773" y="2163"/>
                  </a:lnTo>
                  <a:lnTo>
                    <a:pt x="503" y="2626"/>
                  </a:lnTo>
                  <a:lnTo>
                    <a:pt x="310" y="3089"/>
                  </a:lnTo>
                  <a:lnTo>
                    <a:pt x="155" y="3591"/>
                  </a:lnTo>
                  <a:lnTo>
                    <a:pt x="40" y="4093"/>
                  </a:lnTo>
                  <a:lnTo>
                    <a:pt x="1" y="4595"/>
                  </a:lnTo>
                  <a:lnTo>
                    <a:pt x="1" y="5136"/>
                  </a:lnTo>
                  <a:lnTo>
                    <a:pt x="78" y="5638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8"/>
                  </a:lnTo>
                  <a:lnTo>
                    <a:pt x="1237" y="8611"/>
                  </a:lnTo>
                  <a:lnTo>
                    <a:pt x="1545" y="9036"/>
                  </a:lnTo>
                  <a:lnTo>
                    <a:pt x="2009" y="9577"/>
                  </a:lnTo>
                  <a:lnTo>
                    <a:pt x="2472" y="10040"/>
                  </a:lnTo>
                  <a:lnTo>
                    <a:pt x="2974" y="10426"/>
                  </a:lnTo>
                  <a:lnTo>
                    <a:pt x="3476" y="10812"/>
                  </a:lnTo>
                  <a:lnTo>
                    <a:pt x="4055" y="11083"/>
                  </a:lnTo>
                  <a:lnTo>
                    <a:pt x="4596" y="11353"/>
                  </a:lnTo>
                  <a:lnTo>
                    <a:pt x="5214" y="11546"/>
                  </a:lnTo>
                  <a:lnTo>
                    <a:pt x="5832" y="11701"/>
                  </a:lnTo>
                  <a:lnTo>
                    <a:pt x="5870" y="11855"/>
                  </a:lnTo>
                  <a:lnTo>
                    <a:pt x="6218" y="11778"/>
                  </a:lnTo>
                  <a:lnTo>
                    <a:pt x="7029" y="11816"/>
                  </a:lnTo>
                  <a:lnTo>
                    <a:pt x="7840" y="11816"/>
                  </a:lnTo>
                  <a:lnTo>
                    <a:pt x="8689" y="11701"/>
                  </a:lnTo>
                  <a:lnTo>
                    <a:pt x="9539" y="11507"/>
                  </a:lnTo>
                  <a:lnTo>
                    <a:pt x="10272" y="11237"/>
                  </a:lnTo>
                  <a:lnTo>
                    <a:pt x="11006" y="10928"/>
                  </a:lnTo>
                  <a:lnTo>
                    <a:pt x="11315" y="10812"/>
                  </a:lnTo>
                  <a:lnTo>
                    <a:pt x="11315" y="10774"/>
                  </a:lnTo>
                  <a:lnTo>
                    <a:pt x="12049" y="10349"/>
                  </a:lnTo>
                  <a:lnTo>
                    <a:pt x="12705" y="9847"/>
                  </a:lnTo>
                  <a:lnTo>
                    <a:pt x="13362" y="9306"/>
                  </a:lnTo>
                  <a:lnTo>
                    <a:pt x="13941" y="8689"/>
                  </a:lnTo>
                  <a:lnTo>
                    <a:pt x="14481" y="8032"/>
                  </a:lnTo>
                  <a:lnTo>
                    <a:pt x="14713" y="7685"/>
                  </a:lnTo>
                  <a:lnTo>
                    <a:pt x="14906" y="7298"/>
                  </a:lnTo>
                  <a:lnTo>
                    <a:pt x="15099" y="6951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19"/>
                  </a:lnTo>
                  <a:lnTo>
                    <a:pt x="15987" y="7144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6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2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3"/>
                  </a:lnTo>
                  <a:lnTo>
                    <a:pt x="18034" y="7260"/>
                  </a:lnTo>
                  <a:lnTo>
                    <a:pt x="17995" y="7028"/>
                  </a:lnTo>
                  <a:lnTo>
                    <a:pt x="17918" y="6835"/>
                  </a:lnTo>
                  <a:lnTo>
                    <a:pt x="17841" y="6642"/>
                  </a:lnTo>
                  <a:lnTo>
                    <a:pt x="17725" y="6449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5"/>
                  </a:lnTo>
                  <a:lnTo>
                    <a:pt x="16567" y="5445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1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3"/>
                  </a:lnTo>
                  <a:lnTo>
                    <a:pt x="18343" y="3553"/>
                  </a:lnTo>
                  <a:lnTo>
                    <a:pt x="18382" y="3321"/>
                  </a:lnTo>
                  <a:lnTo>
                    <a:pt x="18343" y="3089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3"/>
                  </a:lnTo>
                  <a:lnTo>
                    <a:pt x="17841" y="2587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7"/>
                  </a:lnTo>
                  <a:lnTo>
                    <a:pt x="16953" y="2703"/>
                  </a:lnTo>
                  <a:lnTo>
                    <a:pt x="16760" y="2781"/>
                  </a:lnTo>
                  <a:lnTo>
                    <a:pt x="16567" y="2935"/>
                  </a:lnTo>
                  <a:lnTo>
                    <a:pt x="16412" y="3089"/>
                  </a:lnTo>
                  <a:lnTo>
                    <a:pt x="16258" y="3282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0"/>
                  </a:lnTo>
                  <a:lnTo>
                    <a:pt x="15524" y="5020"/>
                  </a:lnTo>
                  <a:lnTo>
                    <a:pt x="15099" y="4788"/>
                  </a:lnTo>
                  <a:lnTo>
                    <a:pt x="14675" y="4634"/>
                  </a:lnTo>
                  <a:lnTo>
                    <a:pt x="14211" y="4518"/>
                  </a:lnTo>
                  <a:lnTo>
                    <a:pt x="13748" y="4518"/>
                  </a:lnTo>
                  <a:lnTo>
                    <a:pt x="13362" y="4595"/>
                  </a:lnTo>
                  <a:lnTo>
                    <a:pt x="13169" y="4634"/>
                  </a:lnTo>
                  <a:lnTo>
                    <a:pt x="12975" y="4711"/>
                  </a:lnTo>
                  <a:lnTo>
                    <a:pt x="12782" y="4788"/>
                  </a:lnTo>
                  <a:lnTo>
                    <a:pt x="12628" y="4943"/>
                  </a:lnTo>
                  <a:lnTo>
                    <a:pt x="12512" y="5097"/>
                  </a:lnTo>
                  <a:lnTo>
                    <a:pt x="12435" y="5252"/>
                  </a:lnTo>
                  <a:lnTo>
                    <a:pt x="12396" y="5445"/>
                  </a:lnTo>
                  <a:lnTo>
                    <a:pt x="12473" y="5638"/>
                  </a:lnTo>
                  <a:lnTo>
                    <a:pt x="12551" y="5792"/>
                  </a:lnTo>
                  <a:lnTo>
                    <a:pt x="12705" y="5908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0"/>
                  </a:lnTo>
                  <a:lnTo>
                    <a:pt x="13786" y="6140"/>
                  </a:lnTo>
                  <a:lnTo>
                    <a:pt x="14134" y="6101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19"/>
                  </a:lnTo>
                  <a:lnTo>
                    <a:pt x="13671" y="6835"/>
                  </a:lnTo>
                  <a:lnTo>
                    <a:pt x="13439" y="6951"/>
                  </a:lnTo>
                  <a:lnTo>
                    <a:pt x="13207" y="7028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0"/>
                  </a:lnTo>
                  <a:lnTo>
                    <a:pt x="10968" y="6140"/>
                  </a:lnTo>
                  <a:lnTo>
                    <a:pt x="10774" y="5792"/>
                  </a:lnTo>
                  <a:lnTo>
                    <a:pt x="10504" y="5329"/>
                  </a:lnTo>
                  <a:lnTo>
                    <a:pt x="10311" y="4827"/>
                  </a:lnTo>
                  <a:lnTo>
                    <a:pt x="9886" y="3862"/>
                  </a:lnTo>
                  <a:lnTo>
                    <a:pt x="9655" y="3398"/>
                  </a:lnTo>
                  <a:lnTo>
                    <a:pt x="9423" y="2935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1"/>
                  </a:lnTo>
                  <a:lnTo>
                    <a:pt x="6874" y="502"/>
                  </a:lnTo>
                  <a:lnTo>
                    <a:pt x="6295" y="271"/>
                  </a:lnTo>
                  <a:lnTo>
                    <a:pt x="5716" y="116"/>
                  </a:lnTo>
                  <a:lnTo>
                    <a:pt x="5137" y="39"/>
                  </a:lnTo>
                  <a:lnTo>
                    <a:pt x="451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21"/>
            <p:cNvSpPr/>
            <p:nvPr/>
          </p:nvSpPr>
          <p:spPr>
            <a:xfrm>
              <a:off x="2769325" y="3423675"/>
              <a:ext cx="144825" cy="164125"/>
            </a:xfrm>
            <a:custGeom>
              <a:avLst/>
              <a:gdLst/>
              <a:ahLst/>
              <a:cxnLst/>
              <a:rect l="l" t="t" r="r" b="b"/>
              <a:pathLst>
                <a:path w="5793" h="6565" extrusionOk="0">
                  <a:moveTo>
                    <a:pt x="2858" y="463"/>
                  </a:moveTo>
                  <a:lnTo>
                    <a:pt x="3360" y="618"/>
                  </a:lnTo>
                  <a:lnTo>
                    <a:pt x="3823" y="811"/>
                  </a:lnTo>
                  <a:lnTo>
                    <a:pt x="4248" y="1081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8"/>
                  </a:lnTo>
                  <a:lnTo>
                    <a:pt x="5252" y="2510"/>
                  </a:lnTo>
                  <a:lnTo>
                    <a:pt x="5290" y="2780"/>
                  </a:lnTo>
                  <a:lnTo>
                    <a:pt x="5329" y="3051"/>
                  </a:lnTo>
                  <a:lnTo>
                    <a:pt x="5329" y="3321"/>
                  </a:lnTo>
                  <a:lnTo>
                    <a:pt x="5290" y="3784"/>
                  </a:lnTo>
                  <a:lnTo>
                    <a:pt x="5175" y="4248"/>
                  </a:lnTo>
                  <a:lnTo>
                    <a:pt x="4981" y="4711"/>
                  </a:lnTo>
                  <a:lnTo>
                    <a:pt x="4711" y="5097"/>
                  </a:lnTo>
                  <a:lnTo>
                    <a:pt x="4364" y="5445"/>
                  </a:lnTo>
                  <a:lnTo>
                    <a:pt x="4016" y="5715"/>
                  </a:lnTo>
                  <a:lnTo>
                    <a:pt x="3784" y="5831"/>
                  </a:lnTo>
                  <a:lnTo>
                    <a:pt x="3553" y="5947"/>
                  </a:lnTo>
                  <a:lnTo>
                    <a:pt x="3321" y="6024"/>
                  </a:lnTo>
                  <a:lnTo>
                    <a:pt x="3089" y="6063"/>
                  </a:lnTo>
                  <a:lnTo>
                    <a:pt x="2780" y="6101"/>
                  </a:lnTo>
                  <a:lnTo>
                    <a:pt x="2510" y="6101"/>
                  </a:lnTo>
                  <a:lnTo>
                    <a:pt x="2201" y="6063"/>
                  </a:lnTo>
                  <a:lnTo>
                    <a:pt x="1970" y="5985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599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0"/>
                  </a:lnTo>
                  <a:lnTo>
                    <a:pt x="734" y="4788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4"/>
                  </a:lnTo>
                  <a:lnTo>
                    <a:pt x="464" y="2973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699"/>
                  </a:lnTo>
                  <a:lnTo>
                    <a:pt x="966" y="1506"/>
                  </a:lnTo>
                  <a:lnTo>
                    <a:pt x="1120" y="1274"/>
                  </a:lnTo>
                  <a:lnTo>
                    <a:pt x="1313" y="1120"/>
                  </a:lnTo>
                  <a:lnTo>
                    <a:pt x="1506" y="927"/>
                  </a:lnTo>
                  <a:lnTo>
                    <a:pt x="1738" y="811"/>
                  </a:lnTo>
                  <a:lnTo>
                    <a:pt x="1970" y="695"/>
                  </a:lnTo>
                  <a:lnTo>
                    <a:pt x="2201" y="579"/>
                  </a:lnTo>
                  <a:lnTo>
                    <a:pt x="2472" y="541"/>
                  </a:lnTo>
                  <a:lnTo>
                    <a:pt x="2780" y="502"/>
                  </a:lnTo>
                  <a:lnTo>
                    <a:pt x="2819" y="502"/>
                  </a:lnTo>
                  <a:lnTo>
                    <a:pt x="2858" y="463"/>
                  </a:lnTo>
                  <a:close/>
                  <a:moveTo>
                    <a:pt x="2665" y="0"/>
                  </a:moveTo>
                  <a:lnTo>
                    <a:pt x="2587" y="39"/>
                  </a:lnTo>
                  <a:lnTo>
                    <a:pt x="2510" y="77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0"/>
                  </a:lnTo>
                  <a:lnTo>
                    <a:pt x="1854" y="309"/>
                  </a:lnTo>
                  <a:lnTo>
                    <a:pt x="1622" y="386"/>
                  </a:lnTo>
                  <a:lnTo>
                    <a:pt x="1390" y="502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6"/>
                  </a:lnTo>
                  <a:lnTo>
                    <a:pt x="348" y="1738"/>
                  </a:lnTo>
                  <a:lnTo>
                    <a:pt x="155" y="2278"/>
                  </a:lnTo>
                  <a:lnTo>
                    <a:pt x="39" y="2858"/>
                  </a:lnTo>
                  <a:lnTo>
                    <a:pt x="0" y="3398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2"/>
                  </a:lnTo>
                  <a:lnTo>
                    <a:pt x="309" y="4943"/>
                  </a:lnTo>
                  <a:lnTo>
                    <a:pt x="425" y="5213"/>
                  </a:lnTo>
                  <a:lnTo>
                    <a:pt x="579" y="5445"/>
                  </a:lnTo>
                  <a:lnTo>
                    <a:pt x="734" y="5676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7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6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6"/>
                  </a:lnTo>
                  <a:lnTo>
                    <a:pt x="3476" y="6449"/>
                  </a:lnTo>
                  <a:lnTo>
                    <a:pt x="3784" y="6333"/>
                  </a:lnTo>
                  <a:lnTo>
                    <a:pt x="4055" y="6217"/>
                  </a:lnTo>
                  <a:lnTo>
                    <a:pt x="4325" y="6063"/>
                  </a:lnTo>
                  <a:lnTo>
                    <a:pt x="4557" y="5908"/>
                  </a:lnTo>
                  <a:lnTo>
                    <a:pt x="4788" y="5715"/>
                  </a:lnTo>
                  <a:lnTo>
                    <a:pt x="4981" y="5483"/>
                  </a:lnTo>
                  <a:lnTo>
                    <a:pt x="5175" y="5252"/>
                  </a:lnTo>
                  <a:lnTo>
                    <a:pt x="5329" y="4981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0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7"/>
                  </a:lnTo>
                  <a:lnTo>
                    <a:pt x="5561" y="2047"/>
                  </a:lnTo>
                  <a:lnTo>
                    <a:pt x="5406" y="1776"/>
                  </a:lnTo>
                  <a:lnTo>
                    <a:pt x="5252" y="1506"/>
                  </a:lnTo>
                  <a:lnTo>
                    <a:pt x="5059" y="1274"/>
                  </a:lnTo>
                  <a:lnTo>
                    <a:pt x="4866" y="1043"/>
                  </a:lnTo>
                  <a:lnTo>
                    <a:pt x="4634" y="811"/>
                  </a:lnTo>
                  <a:lnTo>
                    <a:pt x="4402" y="618"/>
                  </a:lnTo>
                  <a:lnTo>
                    <a:pt x="4132" y="463"/>
                  </a:lnTo>
                  <a:lnTo>
                    <a:pt x="3862" y="309"/>
                  </a:lnTo>
                  <a:lnTo>
                    <a:pt x="3591" y="193"/>
                  </a:lnTo>
                  <a:lnTo>
                    <a:pt x="3282" y="116"/>
                  </a:lnTo>
                  <a:lnTo>
                    <a:pt x="2974" y="39"/>
                  </a:lnTo>
                  <a:lnTo>
                    <a:pt x="266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21"/>
            <p:cNvSpPr/>
            <p:nvPr/>
          </p:nvSpPr>
          <p:spPr>
            <a:xfrm>
              <a:off x="3889150" y="34449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3" y="3823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0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4" y="5986"/>
                  </a:lnTo>
                  <a:lnTo>
                    <a:pt x="11430" y="6140"/>
                  </a:lnTo>
                  <a:lnTo>
                    <a:pt x="11353" y="6218"/>
                  </a:lnTo>
                  <a:lnTo>
                    <a:pt x="11237" y="6256"/>
                  </a:lnTo>
                  <a:lnTo>
                    <a:pt x="11083" y="6295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0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9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4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1" y="9616"/>
                  </a:lnTo>
                  <a:lnTo>
                    <a:pt x="12936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5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21"/>
            <p:cNvSpPr/>
            <p:nvPr/>
          </p:nvSpPr>
          <p:spPr>
            <a:xfrm>
              <a:off x="4428800" y="3447800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0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3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2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7"/>
                  </a:lnTo>
                  <a:lnTo>
                    <a:pt x="6951" y="12627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7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21"/>
            <p:cNvSpPr/>
            <p:nvPr/>
          </p:nvSpPr>
          <p:spPr>
            <a:xfrm>
              <a:off x="4598700" y="3452625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49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1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21"/>
            <p:cNvSpPr/>
            <p:nvPr/>
          </p:nvSpPr>
          <p:spPr>
            <a:xfrm>
              <a:off x="3921000" y="34584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59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1" y="9075"/>
                  </a:lnTo>
                  <a:lnTo>
                    <a:pt x="6913" y="8804"/>
                  </a:lnTo>
                  <a:lnTo>
                    <a:pt x="6951" y="8534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8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0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8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4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4"/>
                  </a:lnTo>
                  <a:lnTo>
                    <a:pt x="6449" y="8843"/>
                  </a:lnTo>
                  <a:lnTo>
                    <a:pt x="5716" y="8804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5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21"/>
            <p:cNvSpPr/>
            <p:nvPr/>
          </p:nvSpPr>
          <p:spPr>
            <a:xfrm>
              <a:off x="1220850" y="3492200"/>
              <a:ext cx="274200" cy="516500"/>
            </a:xfrm>
            <a:custGeom>
              <a:avLst/>
              <a:gdLst/>
              <a:ahLst/>
              <a:cxnLst/>
              <a:rect l="l" t="t" r="r" b="b"/>
              <a:pathLst>
                <a:path w="10968" h="20660" extrusionOk="0">
                  <a:moveTo>
                    <a:pt x="1468" y="657"/>
                  </a:moveTo>
                  <a:lnTo>
                    <a:pt x="2086" y="1005"/>
                  </a:lnTo>
                  <a:lnTo>
                    <a:pt x="2665" y="1391"/>
                  </a:lnTo>
                  <a:lnTo>
                    <a:pt x="3052" y="1661"/>
                  </a:lnTo>
                  <a:lnTo>
                    <a:pt x="3438" y="1970"/>
                  </a:lnTo>
                  <a:lnTo>
                    <a:pt x="3592" y="2125"/>
                  </a:lnTo>
                  <a:lnTo>
                    <a:pt x="3708" y="2279"/>
                  </a:lnTo>
                  <a:lnTo>
                    <a:pt x="3862" y="2588"/>
                  </a:lnTo>
                  <a:lnTo>
                    <a:pt x="3978" y="2935"/>
                  </a:lnTo>
                  <a:lnTo>
                    <a:pt x="4055" y="3322"/>
                  </a:lnTo>
                  <a:lnTo>
                    <a:pt x="5098" y="7492"/>
                  </a:lnTo>
                  <a:lnTo>
                    <a:pt x="7222" y="16180"/>
                  </a:lnTo>
                  <a:lnTo>
                    <a:pt x="7261" y="16258"/>
                  </a:lnTo>
                  <a:lnTo>
                    <a:pt x="7299" y="16296"/>
                  </a:lnTo>
                  <a:lnTo>
                    <a:pt x="7369" y="16331"/>
                  </a:lnTo>
                  <a:lnTo>
                    <a:pt x="7369" y="16331"/>
                  </a:lnTo>
                  <a:lnTo>
                    <a:pt x="6990" y="16489"/>
                  </a:lnTo>
                  <a:lnTo>
                    <a:pt x="6334" y="14481"/>
                  </a:lnTo>
                  <a:lnTo>
                    <a:pt x="5677" y="12512"/>
                  </a:lnTo>
                  <a:lnTo>
                    <a:pt x="4287" y="8573"/>
                  </a:lnTo>
                  <a:lnTo>
                    <a:pt x="2858" y="4634"/>
                  </a:lnTo>
                  <a:lnTo>
                    <a:pt x="1468" y="657"/>
                  </a:lnTo>
                  <a:close/>
                  <a:moveTo>
                    <a:pt x="1121" y="503"/>
                  </a:moveTo>
                  <a:lnTo>
                    <a:pt x="1121" y="580"/>
                  </a:lnTo>
                  <a:lnTo>
                    <a:pt x="3940" y="8573"/>
                  </a:lnTo>
                  <a:lnTo>
                    <a:pt x="5368" y="12551"/>
                  </a:lnTo>
                  <a:lnTo>
                    <a:pt x="6102" y="14558"/>
                  </a:lnTo>
                  <a:lnTo>
                    <a:pt x="6874" y="16528"/>
                  </a:lnTo>
                  <a:lnTo>
                    <a:pt x="6681" y="16566"/>
                  </a:lnTo>
                  <a:lnTo>
                    <a:pt x="5755" y="14636"/>
                  </a:lnTo>
                  <a:lnTo>
                    <a:pt x="4789" y="12705"/>
                  </a:lnTo>
                  <a:lnTo>
                    <a:pt x="2820" y="8882"/>
                  </a:lnTo>
                  <a:lnTo>
                    <a:pt x="1777" y="6951"/>
                  </a:lnTo>
                  <a:lnTo>
                    <a:pt x="773" y="4982"/>
                  </a:lnTo>
                  <a:lnTo>
                    <a:pt x="657" y="4712"/>
                  </a:lnTo>
                  <a:lnTo>
                    <a:pt x="580" y="4441"/>
                  </a:lnTo>
                  <a:lnTo>
                    <a:pt x="542" y="4171"/>
                  </a:lnTo>
                  <a:lnTo>
                    <a:pt x="503" y="3901"/>
                  </a:lnTo>
                  <a:lnTo>
                    <a:pt x="503" y="3322"/>
                  </a:lnTo>
                  <a:lnTo>
                    <a:pt x="542" y="2781"/>
                  </a:lnTo>
                  <a:lnTo>
                    <a:pt x="657" y="2202"/>
                  </a:lnTo>
                  <a:lnTo>
                    <a:pt x="812" y="1623"/>
                  </a:lnTo>
                  <a:lnTo>
                    <a:pt x="1121" y="503"/>
                  </a:lnTo>
                  <a:close/>
                  <a:moveTo>
                    <a:pt x="9886" y="13786"/>
                  </a:moveTo>
                  <a:lnTo>
                    <a:pt x="10041" y="13825"/>
                  </a:lnTo>
                  <a:lnTo>
                    <a:pt x="10157" y="13902"/>
                  </a:lnTo>
                  <a:lnTo>
                    <a:pt x="10311" y="14018"/>
                  </a:lnTo>
                  <a:lnTo>
                    <a:pt x="10581" y="14481"/>
                  </a:lnTo>
                  <a:lnTo>
                    <a:pt x="10620" y="14674"/>
                  </a:lnTo>
                  <a:lnTo>
                    <a:pt x="10620" y="14906"/>
                  </a:lnTo>
                  <a:lnTo>
                    <a:pt x="10581" y="15099"/>
                  </a:lnTo>
                  <a:lnTo>
                    <a:pt x="10504" y="15254"/>
                  </a:lnTo>
                  <a:lnTo>
                    <a:pt x="10311" y="15640"/>
                  </a:lnTo>
                  <a:lnTo>
                    <a:pt x="10041" y="15910"/>
                  </a:lnTo>
                  <a:lnTo>
                    <a:pt x="9655" y="16296"/>
                  </a:lnTo>
                  <a:lnTo>
                    <a:pt x="9191" y="16605"/>
                  </a:lnTo>
                  <a:lnTo>
                    <a:pt x="8728" y="16914"/>
                  </a:lnTo>
                  <a:lnTo>
                    <a:pt x="8265" y="17184"/>
                  </a:lnTo>
                  <a:lnTo>
                    <a:pt x="8149" y="17184"/>
                  </a:lnTo>
                  <a:lnTo>
                    <a:pt x="8071" y="17262"/>
                  </a:lnTo>
                  <a:lnTo>
                    <a:pt x="7724" y="17416"/>
                  </a:lnTo>
                  <a:lnTo>
                    <a:pt x="7029" y="17725"/>
                  </a:lnTo>
                  <a:lnTo>
                    <a:pt x="6295" y="17995"/>
                  </a:lnTo>
                  <a:lnTo>
                    <a:pt x="5523" y="18150"/>
                  </a:lnTo>
                  <a:lnTo>
                    <a:pt x="4789" y="18304"/>
                  </a:lnTo>
                  <a:lnTo>
                    <a:pt x="4403" y="18343"/>
                  </a:lnTo>
                  <a:lnTo>
                    <a:pt x="4055" y="18343"/>
                  </a:lnTo>
                  <a:lnTo>
                    <a:pt x="3669" y="18266"/>
                  </a:lnTo>
                  <a:lnTo>
                    <a:pt x="3515" y="18227"/>
                  </a:lnTo>
                  <a:lnTo>
                    <a:pt x="3360" y="18150"/>
                  </a:lnTo>
                  <a:lnTo>
                    <a:pt x="3245" y="18034"/>
                  </a:lnTo>
                  <a:lnTo>
                    <a:pt x="3129" y="17957"/>
                  </a:lnTo>
                  <a:lnTo>
                    <a:pt x="2974" y="17686"/>
                  </a:lnTo>
                  <a:lnTo>
                    <a:pt x="2858" y="17377"/>
                  </a:lnTo>
                  <a:lnTo>
                    <a:pt x="2858" y="17068"/>
                  </a:lnTo>
                  <a:lnTo>
                    <a:pt x="2897" y="16875"/>
                  </a:lnTo>
                  <a:lnTo>
                    <a:pt x="2974" y="16721"/>
                  </a:lnTo>
                  <a:lnTo>
                    <a:pt x="3090" y="16566"/>
                  </a:lnTo>
                  <a:lnTo>
                    <a:pt x="3206" y="16451"/>
                  </a:lnTo>
                  <a:lnTo>
                    <a:pt x="3322" y="16373"/>
                  </a:lnTo>
                  <a:lnTo>
                    <a:pt x="3476" y="16296"/>
                  </a:lnTo>
                  <a:lnTo>
                    <a:pt x="3592" y="16296"/>
                  </a:lnTo>
                  <a:lnTo>
                    <a:pt x="3708" y="16335"/>
                  </a:lnTo>
                  <a:lnTo>
                    <a:pt x="3824" y="16451"/>
                  </a:lnTo>
                  <a:lnTo>
                    <a:pt x="3940" y="16605"/>
                  </a:lnTo>
                  <a:lnTo>
                    <a:pt x="4094" y="16798"/>
                  </a:lnTo>
                  <a:lnTo>
                    <a:pt x="4210" y="17068"/>
                  </a:lnTo>
                  <a:lnTo>
                    <a:pt x="4055" y="17068"/>
                  </a:lnTo>
                  <a:lnTo>
                    <a:pt x="3978" y="17107"/>
                  </a:lnTo>
                  <a:lnTo>
                    <a:pt x="3940" y="17184"/>
                  </a:lnTo>
                  <a:lnTo>
                    <a:pt x="3978" y="17300"/>
                  </a:lnTo>
                  <a:lnTo>
                    <a:pt x="4055" y="17339"/>
                  </a:lnTo>
                  <a:lnTo>
                    <a:pt x="4828" y="17339"/>
                  </a:lnTo>
                  <a:lnTo>
                    <a:pt x="5639" y="17262"/>
                  </a:lnTo>
                  <a:lnTo>
                    <a:pt x="6450" y="17107"/>
                  </a:lnTo>
                  <a:lnTo>
                    <a:pt x="7261" y="16875"/>
                  </a:lnTo>
                  <a:lnTo>
                    <a:pt x="7647" y="16721"/>
                  </a:lnTo>
                  <a:lnTo>
                    <a:pt x="8033" y="16528"/>
                  </a:lnTo>
                  <a:lnTo>
                    <a:pt x="8419" y="16335"/>
                  </a:lnTo>
                  <a:lnTo>
                    <a:pt x="8728" y="16103"/>
                  </a:lnTo>
                  <a:lnTo>
                    <a:pt x="9075" y="15871"/>
                  </a:lnTo>
                  <a:lnTo>
                    <a:pt x="9384" y="15601"/>
                  </a:lnTo>
                  <a:lnTo>
                    <a:pt x="9616" y="15331"/>
                  </a:lnTo>
                  <a:lnTo>
                    <a:pt x="9886" y="15022"/>
                  </a:lnTo>
                  <a:lnTo>
                    <a:pt x="9886" y="14945"/>
                  </a:lnTo>
                  <a:lnTo>
                    <a:pt x="9886" y="14906"/>
                  </a:lnTo>
                  <a:lnTo>
                    <a:pt x="9848" y="14829"/>
                  </a:lnTo>
                  <a:lnTo>
                    <a:pt x="9809" y="14790"/>
                  </a:lnTo>
                  <a:lnTo>
                    <a:pt x="9732" y="14752"/>
                  </a:lnTo>
                  <a:lnTo>
                    <a:pt x="9616" y="14752"/>
                  </a:lnTo>
                  <a:lnTo>
                    <a:pt x="9539" y="14790"/>
                  </a:lnTo>
                  <a:lnTo>
                    <a:pt x="9307" y="15099"/>
                  </a:lnTo>
                  <a:lnTo>
                    <a:pt x="9114" y="14945"/>
                  </a:lnTo>
                  <a:lnTo>
                    <a:pt x="9037" y="14829"/>
                  </a:lnTo>
                  <a:lnTo>
                    <a:pt x="8998" y="14674"/>
                  </a:lnTo>
                  <a:lnTo>
                    <a:pt x="8998" y="14558"/>
                  </a:lnTo>
                  <a:lnTo>
                    <a:pt x="9037" y="14404"/>
                  </a:lnTo>
                  <a:lnTo>
                    <a:pt x="9114" y="14288"/>
                  </a:lnTo>
                  <a:lnTo>
                    <a:pt x="9346" y="14056"/>
                  </a:lnTo>
                  <a:lnTo>
                    <a:pt x="9462" y="13941"/>
                  </a:lnTo>
                  <a:lnTo>
                    <a:pt x="9539" y="13825"/>
                  </a:lnTo>
                  <a:lnTo>
                    <a:pt x="9655" y="13786"/>
                  </a:lnTo>
                  <a:close/>
                  <a:moveTo>
                    <a:pt x="889" y="1"/>
                  </a:moveTo>
                  <a:lnTo>
                    <a:pt x="812" y="78"/>
                  </a:lnTo>
                  <a:lnTo>
                    <a:pt x="773" y="155"/>
                  </a:lnTo>
                  <a:lnTo>
                    <a:pt x="194" y="2511"/>
                  </a:lnTo>
                  <a:lnTo>
                    <a:pt x="117" y="2897"/>
                  </a:lnTo>
                  <a:lnTo>
                    <a:pt x="40" y="3322"/>
                  </a:lnTo>
                  <a:lnTo>
                    <a:pt x="1" y="3746"/>
                  </a:lnTo>
                  <a:lnTo>
                    <a:pt x="1" y="4210"/>
                  </a:lnTo>
                  <a:lnTo>
                    <a:pt x="78" y="4441"/>
                  </a:lnTo>
                  <a:lnTo>
                    <a:pt x="155" y="4673"/>
                  </a:lnTo>
                  <a:lnTo>
                    <a:pt x="348" y="5136"/>
                  </a:lnTo>
                  <a:lnTo>
                    <a:pt x="850" y="6025"/>
                  </a:lnTo>
                  <a:lnTo>
                    <a:pt x="1970" y="8187"/>
                  </a:lnTo>
                  <a:lnTo>
                    <a:pt x="4133" y="12435"/>
                  </a:lnTo>
                  <a:lnTo>
                    <a:pt x="5253" y="14558"/>
                  </a:lnTo>
                  <a:lnTo>
                    <a:pt x="6411" y="16682"/>
                  </a:lnTo>
                  <a:lnTo>
                    <a:pt x="5484" y="16875"/>
                  </a:lnTo>
                  <a:lnTo>
                    <a:pt x="4596" y="16991"/>
                  </a:lnTo>
                  <a:lnTo>
                    <a:pt x="4596" y="16991"/>
                  </a:lnTo>
                  <a:lnTo>
                    <a:pt x="4673" y="16837"/>
                  </a:lnTo>
                  <a:lnTo>
                    <a:pt x="4712" y="16682"/>
                  </a:lnTo>
                  <a:lnTo>
                    <a:pt x="4712" y="16528"/>
                  </a:lnTo>
                  <a:lnTo>
                    <a:pt x="4635" y="16373"/>
                  </a:lnTo>
                  <a:lnTo>
                    <a:pt x="4557" y="16219"/>
                  </a:lnTo>
                  <a:lnTo>
                    <a:pt x="4442" y="16103"/>
                  </a:lnTo>
                  <a:lnTo>
                    <a:pt x="4326" y="15987"/>
                  </a:lnTo>
                  <a:lnTo>
                    <a:pt x="4133" y="15910"/>
                  </a:lnTo>
                  <a:lnTo>
                    <a:pt x="3862" y="15871"/>
                  </a:lnTo>
                  <a:lnTo>
                    <a:pt x="3592" y="15871"/>
                  </a:lnTo>
                  <a:lnTo>
                    <a:pt x="3322" y="15949"/>
                  </a:lnTo>
                  <a:lnTo>
                    <a:pt x="3090" y="16103"/>
                  </a:lnTo>
                  <a:lnTo>
                    <a:pt x="2897" y="16258"/>
                  </a:lnTo>
                  <a:lnTo>
                    <a:pt x="2743" y="16489"/>
                  </a:lnTo>
                  <a:lnTo>
                    <a:pt x="2588" y="16721"/>
                  </a:lnTo>
                  <a:lnTo>
                    <a:pt x="2550" y="16991"/>
                  </a:lnTo>
                  <a:lnTo>
                    <a:pt x="2511" y="17416"/>
                  </a:lnTo>
                  <a:lnTo>
                    <a:pt x="2550" y="17725"/>
                  </a:lnTo>
                  <a:lnTo>
                    <a:pt x="2704" y="17995"/>
                  </a:lnTo>
                  <a:lnTo>
                    <a:pt x="2858" y="18227"/>
                  </a:lnTo>
                  <a:lnTo>
                    <a:pt x="3129" y="18381"/>
                  </a:lnTo>
                  <a:lnTo>
                    <a:pt x="3399" y="18497"/>
                  </a:lnTo>
                  <a:lnTo>
                    <a:pt x="3747" y="18574"/>
                  </a:lnTo>
                  <a:lnTo>
                    <a:pt x="4094" y="18613"/>
                  </a:lnTo>
                  <a:lnTo>
                    <a:pt x="4442" y="18613"/>
                  </a:lnTo>
                  <a:lnTo>
                    <a:pt x="4828" y="18574"/>
                  </a:lnTo>
                  <a:lnTo>
                    <a:pt x="5639" y="18420"/>
                  </a:lnTo>
                  <a:lnTo>
                    <a:pt x="6334" y="18266"/>
                  </a:lnTo>
                  <a:lnTo>
                    <a:pt x="6952" y="18072"/>
                  </a:lnTo>
                  <a:lnTo>
                    <a:pt x="7067" y="18034"/>
                  </a:lnTo>
                  <a:lnTo>
                    <a:pt x="7299" y="17957"/>
                  </a:lnTo>
                  <a:lnTo>
                    <a:pt x="8149" y="17570"/>
                  </a:lnTo>
                  <a:lnTo>
                    <a:pt x="8612" y="18497"/>
                  </a:lnTo>
                  <a:lnTo>
                    <a:pt x="9037" y="19463"/>
                  </a:lnTo>
                  <a:lnTo>
                    <a:pt x="9269" y="20003"/>
                  </a:lnTo>
                  <a:lnTo>
                    <a:pt x="9423" y="20351"/>
                  </a:lnTo>
                  <a:lnTo>
                    <a:pt x="9539" y="20660"/>
                  </a:lnTo>
                  <a:lnTo>
                    <a:pt x="9770" y="20621"/>
                  </a:lnTo>
                  <a:lnTo>
                    <a:pt x="9693" y="20428"/>
                  </a:lnTo>
                  <a:lnTo>
                    <a:pt x="9423" y="19656"/>
                  </a:lnTo>
                  <a:lnTo>
                    <a:pt x="9114" y="18922"/>
                  </a:lnTo>
                  <a:lnTo>
                    <a:pt x="8767" y="18150"/>
                  </a:lnTo>
                  <a:lnTo>
                    <a:pt x="8419" y="17416"/>
                  </a:lnTo>
                  <a:lnTo>
                    <a:pt x="8960" y="17107"/>
                  </a:lnTo>
                  <a:lnTo>
                    <a:pt x="9539" y="16760"/>
                  </a:lnTo>
                  <a:lnTo>
                    <a:pt x="10041" y="16373"/>
                  </a:lnTo>
                  <a:lnTo>
                    <a:pt x="10272" y="16180"/>
                  </a:lnTo>
                  <a:lnTo>
                    <a:pt x="10466" y="15949"/>
                  </a:lnTo>
                  <a:lnTo>
                    <a:pt x="10659" y="15717"/>
                  </a:lnTo>
                  <a:lnTo>
                    <a:pt x="10813" y="15485"/>
                  </a:lnTo>
                  <a:lnTo>
                    <a:pt x="10929" y="15254"/>
                  </a:lnTo>
                  <a:lnTo>
                    <a:pt x="10968" y="14983"/>
                  </a:lnTo>
                  <a:lnTo>
                    <a:pt x="10968" y="14752"/>
                  </a:lnTo>
                  <a:lnTo>
                    <a:pt x="10929" y="14520"/>
                  </a:lnTo>
                  <a:lnTo>
                    <a:pt x="10852" y="14250"/>
                  </a:lnTo>
                  <a:lnTo>
                    <a:pt x="10659" y="13979"/>
                  </a:lnTo>
                  <a:lnTo>
                    <a:pt x="10504" y="13825"/>
                  </a:lnTo>
                  <a:lnTo>
                    <a:pt x="10272" y="13670"/>
                  </a:lnTo>
                  <a:lnTo>
                    <a:pt x="10041" y="13555"/>
                  </a:lnTo>
                  <a:lnTo>
                    <a:pt x="9809" y="13516"/>
                  </a:lnTo>
                  <a:lnTo>
                    <a:pt x="9539" y="13516"/>
                  </a:lnTo>
                  <a:lnTo>
                    <a:pt x="9307" y="13555"/>
                  </a:lnTo>
                  <a:lnTo>
                    <a:pt x="9075" y="13670"/>
                  </a:lnTo>
                  <a:lnTo>
                    <a:pt x="8882" y="13863"/>
                  </a:lnTo>
                  <a:lnTo>
                    <a:pt x="8767" y="14056"/>
                  </a:lnTo>
                  <a:lnTo>
                    <a:pt x="8728" y="14250"/>
                  </a:lnTo>
                  <a:lnTo>
                    <a:pt x="8689" y="14443"/>
                  </a:lnTo>
                  <a:lnTo>
                    <a:pt x="8689" y="14636"/>
                  </a:lnTo>
                  <a:lnTo>
                    <a:pt x="8728" y="14829"/>
                  </a:lnTo>
                  <a:lnTo>
                    <a:pt x="8805" y="15022"/>
                  </a:lnTo>
                  <a:lnTo>
                    <a:pt x="8921" y="15176"/>
                  </a:lnTo>
                  <a:lnTo>
                    <a:pt x="9075" y="15331"/>
                  </a:lnTo>
                  <a:lnTo>
                    <a:pt x="8728" y="15640"/>
                  </a:lnTo>
                  <a:lnTo>
                    <a:pt x="8342" y="15871"/>
                  </a:lnTo>
                  <a:lnTo>
                    <a:pt x="7917" y="16103"/>
                  </a:lnTo>
                  <a:lnTo>
                    <a:pt x="7454" y="16296"/>
                  </a:lnTo>
                  <a:lnTo>
                    <a:pt x="7531" y="16258"/>
                  </a:lnTo>
                  <a:lnTo>
                    <a:pt x="7608" y="16219"/>
                  </a:lnTo>
                  <a:lnTo>
                    <a:pt x="7608" y="16142"/>
                  </a:lnTo>
                  <a:lnTo>
                    <a:pt x="7608" y="16026"/>
                  </a:lnTo>
                  <a:lnTo>
                    <a:pt x="5330" y="6488"/>
                  </a:lnTo>
                  <a:lnTo>
                    <a:pt x="4712" y="4094"/>
                  </a:lnTo>
                  <a:lnTo>
                    <a:pt x="4480" y="3013"/>
                  </a:lnTo>
                  <a:lnTo>
                    <a:pt x="4326" y="2511"/>
                  </a:lnTo>
                  <a:lnTo>
                    <a:pt x="4249" y="2240"/>
                  </a:lnTo>
                  <a:lnTo>
                    <a:pt x="4094" y="2009"/>
                  </a:lnTo>
                  <a:lnTo>
                    <a:pt x="3824" y="1700"/>
                  </a:lnTo>
                  <a:lnTo>
                    <a:pt x="3515" y="1352"/>
                  </a:lnTo>
                  <a:lnTo>
                    <a:pt x="3129" y="1082"/>
                  </a:lnTo>
                  <a:lnTo>
                    <a:pt x="2704" y="812"/>
                  </a:lnTo>
                  <a:lnTo>
                    <a:pt x="2318" y="580"/>
                  </a:lnTo>
                  <a:lnTo>
                    <a:pt x="1854" y="387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21"/>
            <p:cNvSpPr/>
            <p:nvPr/>
          </p:nvSpPr>
          <p:spPr>
            <a:xfrm>
              <a:off x="319200" y="3515375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8" y="309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2"/>
                  </a:lnTo>
                  <a:lnTo>
                    <a:pt x="7299" y="502"/>
                  </a:lnTo>
                  <a:lnTo>
                    <a:pt x="7453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3"/>
                  </a:lnTo>
                  <a:lnTo>
                    <a:pt x="6295" y="4943"/>
                  </a:lnTo>
                  <a:lnTo>
                    <a:pt x="6218" y="3978"/>
                  </a:lnTo>
                  <a:lnTo>
                    <a:pt x="6140" y="2974"/>
                  </a:lnTo>
                  <a:lnTo>
                    <a:pt x="6140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4"/>
                  </a:lnTo>
                  <a:lnTo>
                    <a:pt x="6449" y="502"/>
                  </a:lnTo>
                  <a:lnTo>
                    <a:pt x="6527" y="425"/>
                  </a:lnTo>
                  <a:lnTo>
                    <a:pt x="6642" y="348"/>
                  </a:lnTo>
                  <a:lnTo>
                    <a:pt x="6758" y="309"/>
                  </a:lnTo>
                  <a:close/>
                  <a:moveTo>
                    <a:pt x="11971" y="4711"/>
                  </a:moveTo>
                  <a:lnTo>
                    <a:pt x="12087" y="4750"/>
                  </a:lnTo>
                  <a:lnTo>
                    <a:pt x="12164" y="4827"/>
                  </a:lnTo>
                  <a:lnTo>
                    <a:pt x="12280" y="4905"/>
                  </a:lnTo>
                  <a:lnTo>
                    <a:pt x="12319" y="4982"/>
                  </a:lnTo>
                  <a:lnTo>
                    <a:pt x="12396" y="5136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1"/>
                  </a:lnTo>
                  <a:lnTo>
                    <a:pt x="10041" y="5831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8" y="5252"/>
                  </a:lnTo>
                  <a:lnTo>
                    <a:pt x="7955" y="5020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8" y="4750"/>
                  </a:lnTo>
                  <a:lnTo>
                    <a:pt x="11353" y="4711"/>
                  </a:lnTo>
                  <a:close/>
                  <a:moveTo>
                    <a:pt x="5638" y="5754"/>
                  </a:moveTo>
                  <a:lnTo>
                    <a:pt x="4557" y="6449"/>
                  </a:lnTo>
                  <a:lnTo>
                    <a:pt x="3437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29" y="7917"/>
                  </a:lnTo>
                  <a:lnTo>
                    <a:pt x="1120" y="7955"/>
                  </a:lnTo>
                  <a:lnTo>
                    <a:pt x="927" y="7917"/>
                  </a:lnTo>
                  <a:lnTo>
                    <a:pt x="850" y="7878"/>
                  </a:lnTo>
                  <a:lnTo>
                    <a:pt x="773" y="7801"/>
                  </a:lnTo>
                  <a:lnTo>
                    <a:pt x="734" y="7685"/>
                  </a:lnTo>
                  <a:lnTo>
                    <a:pt x="696" y="7530"/>
                  </a:lnTo>
                  <a:lnTo>
                    <a:pt x="696" y="7376"/>
                  </a:lnTo>
                  <a:lnTo>
                    <a:pt x="696" y="7221"/>
                  </a:lnTo>
                  <a:lnTo>
                    <a:pt x="734" y="7144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2"/>
                  </a:lnTo>
                  <a:lnTo>
                    <a:pt x="2742" y="6449"/>
                  </a:lnTo>
                  <a:lnTo>
                    <a:pt x="3592" y="6295"/>
                  </a:lnTo>
                  <a:lnTo>
                    <a:pt x="4634" y="6063"/>
                  </a:lnTo>
                  <a:lnTo>
                    <a:pt x="5136" y="5909"/>
                  </a:lnTo>
                  <a:lnTo>
                    <a:pt x="5638" y="5754"/>
                  </a:lnTo>
                  <a:close/>
                  <a:moveTo>
                    <a:pt x="6951" y="0"/>
                  </a:moveTo>
                  <a:lnTo>
                    <a:pt x="6720" y="39"/>
                  </a:lnTo>
                  <a:lnTo>
                    <a:pt x="6527" y="116"/>
                  </a:lnTo>
                  <a:lnTo>
                    <a:pt x="6333" y="232"/>
                  </a:lnTo>
                  <a:lnTo>
                    <a:pt x="6140" y="425"/>
                  </a:lnTo>
                  <a:lnTo>
                    <a:pt x="5986" y="618"/>
                  </a:lnTo>
                  <a:lnTo>
                    <a:pt x="5909" y="811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1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3" y="5020"/>
                  </a:lnTo>
                  <a:lnTo>
                    <a:pt x="6025" y="5136"/>
                  </a:lnTo>
                  <a:lnTo>
                    <a:pt x="6063" y="5252"/>
                  </a:lnTo>
                  <a:lnTo>
                    <a:pt x="5523" y="5445"/>
                  </a:lnTo>
                  <a:lnTo>
                    <a:pt x="4982" y="5561"/>
                  </a:lnTo>
                  <a:lnTo>
                    <a:pt x="3939" y="5831"/>
                  </a:lnTo>
                  <a:lnTo>
                    <a:pt x="2858" y="6024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0" y="6642"/>
                  </a:lnTo>
                  <a:lnTo>
                    <a:pt x="503" y="6835"/>
                  </a:lnTo>
                  <a:lnTo>
                    <a:pt x="232" y="7028"/>
                  </a:lnTo>
                  <a:lnTo>
                    <a:pt x="116" y="7144"/>
                  </a:lnTo>
                  <a:lnTo>
                    <a:pt x="39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39" y="7723"/>
                  </a:lnTo>
                  <a:lnTo>
                    <a:pt x="116" y="7917"/>
                  </a:lnTo>
                  <a:lnTo>
                    <a:pt x="232" y="8032"/>
                  </a:lnTo>
                  <a:lnTo>
                    <a:pt x="348" y="8148"/>
                  </a:lnTo>
                  <a:lnTo>
                    <a:pt x="503" y="8225"/>
                  </a:lnTo>
                  <a:lnTo>
                    <a:pt x="618" y="8264"/>
                  </a:lnTo>
                  <a:lnTo>
                    <a:pt x="927" y="8341"/>
                  </a:lnTo>
                  <a:lnTo>
                    <a:pt x="1275" y="8341"/>
                  </a:lnTo>
                  <a:lnTo>
                    <a:pt x="1622" y="8303"/>
                  </a:lnTo>
                  <a:lnTo>
                    <a:pt x="1931" y="8187"/>
                  </a:lnTo>
                  <a:lnTo>
                    <a:pt x="2549" y="7994"/>
                  </a:lnTo>
                  <a:lnTo>
                    <a:pt x="3553" y="7530"/>
                  </a:lnTo>
                  <a:lnTo>
                    <a:pt x="4519" y="6990"/>
                  </a:lnTo>
                  <a:lnTo>
                    <a:pt x="5445" y="6372"/>
                  </a:lnTo>
                  <a:lnTo>
                    <a:pt x="5909" y="6063"/>
                  </a:lnTo>
                  <a:lnTo>
                    <a:pt x="6333" y="5715"/>
                  </a:lnTo>
                  <a:lnTo>
                    <a:pt x="6527" y="6102"/>
                  </a:lnTo>
                  <a:lnTo>
                    <a:pt x="6642" y="6295"/>
                  </a:lnTo>
                  <a:lnTo>
                    <a:pt x="6758" y="6449"/>
                  </a:lnTo>
                  <a:lnTo>
                    <a:pt x="7029" y="6372"/>
                  </a:lnTo>
                  <a:lnTo>
                    <a:pt x="7029" y="6333"/>
                  </a:lnTo>
                  <a:lnTo>
                    <a:pt x="6835" y="5986"/>
                  </a:lnTo>
                  <a:lnTo>
                    <a:pt x="6758" y="5831"/>
                  </a:lnTo>
                  <a:lnTo>
                    <a:pt x="6720" y="5638"/>
                  </a:lnTo>
                  <a:lnTo>
                    <a:pt x="6720" y="5561"/>
                  </a:lnTo>
                  <a:lnTo>
                    <a:pt x="7569" y="5831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7"/>
                  </a:lnTo>
                  <a:lnTo>
                    <a:pt x="11006" y="6217"/>
                  </a:lnTo>
                  <a:lnTo>
                    <a:pt x="11469" y="6179"/>
                  </a:lnTo>
                  <a:lnTo>
                    <a:pt x="11933" y="6140"/>
                  </a:lnTo>
                  <a:lnTo>
                    <a:pt x="12357" y="5986"/>
                  </a:lnTo>
                  <a:lnTo>
                    <a:pt x="12512" y="5909"/>
                  </a:lnTo>
                  <a:lnTo>
                    <a:pt x="12666" y="5793"/>
                  </a:lnTo>
                  <a:lnTo>
                    <a:pt x="12821" y="5677"/>
                  </a:lnTo>
                  <a:lnTo>
                    <a:pt x="12898" y="5522"/>
                  </a:lnTo>
                  <a:lnTo>
                    <a:pt x="12975" y="5368"/>
                  </a:lnTo>
                  <a:lnTo>
                    <a:pt x="12975" y="5175"/>
                  </a:lnTo>
                  <a:lnTo>
                    <a:pt x="12975" y="4982"/>
                  </a:lnTo>
                  <a:lnTo>
                    <a:pt x="12898" y="4827"/>
                  </a:lnTo>
                  <a:lnTo>
                    <a:pt x="12821" y="4711"/>
                  </a:lnTo>
                  <a:lnTo>
                    <a:pt x="12744" y="4634"/>
                  </a:lnTo>
                  <a:lnTo>
                    <a:pt x="12628" y="4518"/>
                  </a:lnTo>
                  <a:lnTo>
                    <a:pt x="12473" y="4480"/>
                  </a:lnTo>
                  <a:lnTo>
                    <a:pt x="12164" y="4364"/>
                  </a:lnTo>
                  <a:lnTo>
                    <a:pt x="11817" y="4325"/>
                  </a:lnTo>
                  <a:lnTo>
                    <a:pt x="11469" y="4325"/>
                  </a:lnTo>
                  <a:lnTo>
                    <a:pt x="10890" y="4364"/>
                  </a:lnTo>
                  <a:lnTo>
                    <a:pt x="9847" y="4403"/>
                  </a:lnTo>
                  <a:lnTo>
                    <a:pt x="8843" y="4480"/>
                  </a:lnTo>
                  <a:lnTo>
                    <a:pt x="7839" y="4634"/>
                  </a:lnTo>
                  <a:lnTo>
                    <a:pt x="6835" y="4827"/>
                  </a:lnTo>
                  <a:lnTo>
                    <a:pt x="7376" y="3476"/>
                  </a:lnTo>
                  <a:lnTo>
                    <a:pt x="7646" y="2742"/>
                  </a:lnTo>
                  <a:lnTo>
                    <a:pt x="7839" y="2047"/>
                  </a:lnTo>
                  <a:lnTo>
                    <a:pt x="7917" y="1815"/>
                  </a:lnTo>
                  <a:lnTo>
                    <a:pt x="7917" y="1545"/>
                  </a:lnTo>
                  <a:lnTo>
                    <a:pt x="7917" y="1313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8"/>
                  </a:lnTo>
                  <a:lnTo>
                    <a:pt x="7531" y="425"/>
                  </a:lnTo>
                  <a:lnTo>
                    <a:pt x="7337" y="271"/>
                  </a:lnTo>
                  <a:lnTo>
                    <a:pt x="7260" y="155"/>
                  </a:lnTo>
                  <a:lnTo>
                    <a:pt x="7144" y="78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21"/>
            <p:cNvSpPr/>
            <p:nvPr/>
          </p:nvSpPr>
          <p:spPr>
            <a:xfrm>
              <a:off x="2371575" y="3521175"/>
              <a:ext cx="106225" cy="123575"/>
            </a:xfrm>
            <a:custGeom>
              <a:avLst/>
              <a:gdLst/>
              <a:ahLst/>
              <a:cxnLst/>
              <a:rect l="l" t="t" r="r" b="b"/>
              <a:pathLst>
                <a:path w="4249" h="4943" extrusionOk="0">
                  <a:moveTo>
                    <a:pt x="3862" y="0"/>
                  </a:moveTo>
                  <a:lnTo>
                    <a:pt x="3592" y="541"/>
                  </a:lnTo>
                  <a:lnTo>
                    <a:pt x="3245" y="1120"/>
                  </a:lnTo>
                  <a:lnTo>
                    <a:pt x="2897" y="1661"/>
                  </a:lnTo>
                  <a:lnTo>
                    <a:pt x="2511" y="2163"/>
                  </a:lnTo>
                  <a:lnTo>
                    <a:pt x="1932" y="2858"/>
                  </a:lnTo>
                  <a:lnTo>
                    <a:pt x="1314" y="3475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48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50"/>
                  </a:lnTo>
                  <a:lnTo>
                    <a:pt x="966" y="4518"/>
                  </a:lnTo>
                  <a:lnTo>
                    <a:pt x="1314" y="4209"/>
                  </a:lnTo>
                  <a:lnTo>
                    <a:pt x="1700" y="3900"/>
                  </a:lnTo>
                  <a:lnTo>
                    <a:pt x="2009" y="3553"/>
                  </a:lnTo>
                  <a:lnTo>
                    <a:pt x="2356" y="3167"/>
                  </a:lnTo>
                  <a:lnTo>
                    <a:pt x="2897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2"/>
                  </a:lnTo>
                  <a:lnTo>
                    <a:pt x="4248" y="155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21"/>
            <p:cNvSpPr/>
            <p:nvPr/>
          </p:nvSpPr>
          <p:spPr>
            <a:xfrm>
              <a:off x="2320425" y="3522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1"/>
                  </a:moveTo>
                  <a:lnTo>
                    <a:pt x="1004" y="310"/>
                  </a:ln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314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507"/>
                  </a:lnTo>
                  <a:lnTo>
                    <a:pt x="579" y="1430"/>
                  </a:lnTo>
                  <a:lnTo>
                    <a:pt x="502" y="1314"/>
                  </a:lnTo>
                  <a:lnTo>
                    <a:pt x="464" y="1236"/>
                  </a:lnTo>
                  <a:lnTo>
                    <a:pt x="425" y="1005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426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1"/>
                  </a:moveTo>
                  <a:lnTo>
                    <a:pt x="850" y="39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117"/>
                  </a:lnTo>
                  <a:lnTo>
                    <a:pt x="271" y="232"/>
                  </a:lnTo>
                  <a:lnTo>
                    <a:pt x="155" y="348"/>
                  </a:lnTo>
                  <a:lnTo>
                    <a:pt x="77" y="541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68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932"/>
                  </a:lnTo>
                  <a:lnTo>
                    <a:pt x="1622" y="1816"/>
                  </a:lnTo>
                  <a:lnTo>
                    <a:pt x="1777" y="1700"/>
                  </a:lnTo>
                  <a:lnTo>
                    <a:pt x="1892" y="1545"/>
                  </a:lnTo>
                  <a:lnTo>
                    <a:pt x="1970" y="1352"/>
                  </a:lnTo>
                  <a:lnTo>
                    <a:pt x="2047" y="1198"/>
                  </a:lnTo>
                  <a:lnTo>
                    <a:pt x="2085" y="1005"/>
                  </a:lnTo>
                  <a:lnTo>
                    <a:pt x="2047" y="812"/>
                  </a:lnTo>
                  <a:lnTo>
                    <a:pt x="1970" y="619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78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21"/>
            <p:cNvSpPr/>
            <p:nvPr/>
          </p:nvSpPr>
          <p:spPr>
            <a:xfrm>
              <a:off x="5925125" y="3542400"/>
              <a:ext cx="60825" cy="90775"/>
            </a:xfrm>
            <a:custGeom>
              <a:avLst/>
              <a:gdLst/>
              <a:ahLst/>
              <a:cxnLst/>
              <a:rect l="l" t="t" r="r" b="b"/>
              <a:pathLst>
                <a:path w="2433" h="3631" extrusionOk="0">
                  <a:moveTo>
                    <a:pt x="1197" y="1"/>
                  </a:moveTo>
                  <a:lnTo>
                    <a:pt x="1081" y="39"/>
                  </a:lnTo>
                  <a:lnTo>
                    <a:pt x="1004" y="78"/>
                  </a:lnTo>
                  <a:lnTo>
                    <a:pt x="966" y="117"/>
                  </a:lnTo>
                  <a:lnTo>
                    <a:pt x="927" y="194"/>
                  </a:lnTo>
                  <a:lnTo>
                    <a:pt x="927" y="271"/>
                  </a:lnTo>
                  <a:lnTo>
                    <a:pt x="850" y="271"/>
                  </a:lnTo>
                  <a:lnTo>
                    <a:pt x="772" y="310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41"/>
                  </a:lnTo>
                  <a:lnTo>
                    <a:pt x="695" y="619"/>
                  </a:lnTo>
                  <a:lnTo>
                    <a:pt x="772" y="696"/>
                  </a:lnTo>
                  <a:lnTo>
                    <a:pt x="850" y="734"/>
                  </a:lnTo>
                  <a:lnTo>
                    <a:pt x="1081" y="812"/>
                  </a:lnTo>
                  <a:lnTo>
                    <a:pt x="1274" y="966"/>
                  </a:lnTo>
                  <a:lnTo>
                    <a:pt x="1468" y="1121"/>
                  </a:lnTo>
                  <a:lnTo>
                    <a:pt x="1622" y="1275"/>
                  </a:lnTo>
                  <a:lnTo>
                    <a:pt x="1738" y="1507"/>
                  </a:lnTo>
                  <a:lnTo>
                    <a:pt x="1854" y="1700"/>
                  </a:lnTo>
                  <a:lnTo>
                    <a:pt x="1892" y="1931"/>
                  </a:lnTo>
                  <a:lnTo>
                    <a:pt x="1931" y="2163"/>
                  </a:lnTo>
                  <a:lnTo>
                    <a:pt x="1892" y="2472"/>
                  </a:lnTo>
                  <a:lnTo>
                    <a:pt x="1815" y="2742"/>
                  </a:lnTo>
                  <a:lnTo>
                    <a:pt x="1738" y="2897"/>
                  </a:lnTo>
                  <a:lnTo>
                    <a:pt x="1622" y="2974"/>
                  </a:lnTo>
                  <a:lnTo>
                    <a:pt x="1506" y="3090"/>
                  </a:lnTo>
                  <a:lnTo>
                    <a:pt x="1390" y="3128"/>
                  </a:lnTo>
                  <a:lnTo>
                    <a:pt x="1197" y="3167"/>
                  </a:lnTo>
                  <a:lnTo>
                    <a:pt x="1043" y="3128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81"/>
                  </a:lnTo>
                  <a:lnTo>
                    <a:pt x="811" y="2626"/>
                  </a:lnTo>
                  <a:lnTo>
                    <a:pt x="888" y="2472"/>
                  </a:lnTo>
                  <a:lnTo>
                    <a:pt x="1043" y="2356"/>
                  </a:lnTo>
                  <a:lnTo>
                    <a:pt x="1120" y="2279"/>
                  </a:lnTo>
                  <a:lnTo>
                    <a:pt x="1159" y="2163"/>
                  </a:lnTo>
                  <a:lnTo>
                    <a:pt x="1120" y="2047"/>
                  </a:lnTo>
                  <a:lnTo>
                    <a:pt x="1043" y="1970"/>
                  </a:lnTo>
                  <a:lnTo>
                    <a:pt x="618" y="1623"/>
                  </a:lnTo>
                  <a:lnTo>
                    <a:pt x="425" y="1468"/>
                  </a:lnTo>
                  <a:lnTo>
                    <a:pt x="193" y="1352"/>
                  </a:lnTo>
                  <a:lnTo>
                    <a:pt x="0" y="1623"/>
                  </a:lnTo>
                  <a:lnTo>
                    <a:pt x="270" y="1893"/>
                  </a:lnTo>
                  <a:lnTo>
                    <a:pt x="541" y="2163"/>
                  </a:lnTo>
                  <a:lnTo>
                    <a:pt x="386" y="2395"/>
                  </a:lnTo>
                  <a:lnTo>
                    <a:pt x="309" y="2626"/>
                  </a:lnTo>
                  <a:lnTo>
                    <a:pt x="309" y="2935"/>
                  </a:lnTo>
                  <a:lnTo>
                    <a:pt x="348" y="3051"/>
                  </a:lnTo>
                  <a:lnTo>
                    <a:pt x="425" y="3206"/>
                  </a:lnTo>
                  <a:lnTo>
                    <a:pt x="541" y="3360"/>
                  </a:lnTo>
                  <a:lnTo>
                    <a:pt x="695" y="3476"/>
                  </a:lnTo>
                  <a:lnTo>
                    <a:pt x="850" y="3592"/>
                  </a:lnTo>
                  <a:lnTo>
                    <a:pt x="1081" y="3630"/>
                  </a:lnTo>
                  <a:lnTo>
                    <a:pt x="1274" y="3630"/>
                  </a:lnTo>
                  <a:lnTo>
                    <a:pt x="1468" y="3592"/>
                  </a:lnTo>
                  <a:lnTo>
                    <a:pt x="1661" y="3515"/>
                  </a:lnTo>
                  <a:lnTo>
                    <a:pt x="1854" y="3437"/>
                  </a:lnTo>
                  <a:lnTo>
                    <a:pt x="2047" y="3283"/>
                  </a:lnTo>
                  <a:lnTo>
                    <a:pt x="2201" y="3090"/>
                  </a:lnTo>
                  <a:lnTo>
                    <a:pt x="2317" y="2897"/>
                  </a:lnTo>
                  <a:lnTo>
                    <a:pt x="2394" y="2704"/>
                  </a:lnTo>
                  <a:lnTo>
                    <a:pt x="2433" y="2472"/>
                  </a:lnTo>
                  <a:lnTo>
                    <a:pt x="2433" y="2279"/>
                  </a:lnTo>
                  <a:lnTo>
                    <a:pt x="2433" y="2047"/>
                  </a:lnTo>
                  <a:lnTo>
                    <a:pt x="2356" y="1816"/>
                  </a:lnTo>
                  <a:lnTo>
                    <a:pt x="2317" y="1623"/>
                  </a:lnTo>
                  <a:lnTo>
                    <a:pt x="2201" y="1391"/>
                  </a:lnTo>
                  <a:lnTo>
                    <a:pt x="1931" y="1005"/>
                  </a:lnTo>
                  <a:lnTo>
                    <a:pt x="1622" y="657"/>
                  </a:lnTo>
                  <a:lnTo>
                    <a:pt x="1274" y="425"/>
                  </a:lnTo>
                  <a:lnTo>
                    <a:pt x="11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21"/>
            <p:cNvSpPr/>
            <p:nvPr/>
          </p:nvSpPr>
          <p:spPr>
            <a:xfrm>
              <a:off x="5032150" y="354530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21"/>
            <p:cNvSpPr/>
            <p:nvPr/>
          </p:nvSpPr>
          <p:spPr>
            <a:xfrm>
              <a:off x="3784900" y="3554950"/>
              <a:ext cx="112950" cy="132275"/>
            </a:xfrm>
            <a:custGeom>
              <a:avLst/>
              <a:gdLst/>
              <a:ahLst/>
              <a:cxnLst/>
              <a:rect l="l" t="t" r="r" b="b"/>
              <a:pathLst>
                <a:path w="4518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3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5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8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6" y="3167"/>
                  </a:lnTo>
                  <a:lnTo>
                    <a:pt x="772" y="2742"/>
                  </a:lnTo>
                  <a:lnTo>
                    <a:pt x="965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79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21"/>
            <p:cNvSpPr/>
            <p:nvPr/>
          </p:nvSpPr>
          <p:spPr>
            <a:xfrm>
              <a:off x="5529325" y="35675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463" y="927"/>
                  </a:lnTo>
                  <a:lnTo>
                    <a:pt x="1043" y="1622"/>
                  </a:lnTo>
                  <a:lnTo>
                    <a:pt x="1661" y="2279"/>
                  </a:lnTo>
                  <a:lnTo>
                    <a:pt x="2356" y="2858"/>
                  </a:lnTo>
                  <a:lnTo>
                    <a:pt x="3089" y="3360"/>
                  </a:lnTo>
                  <a:lnTo>
                    <a:pt x="3862" y="3824"/>
                  </a:lnTo>
                  <a:lnTo>
                    <a:pt x="4672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21" y="4905"/>
                  </a:lnTo>
                  <a:lnTo>
                    <a:pt x="7684" y="4943"/>
                  </a:lnTo>
                  <a:lnTo>
                    <a:pt x="8109" y="4982"/>
                  </a:lnTo>
                  <a:lnTo>
                    <a:pt x="8534" y="4943"/>
                  </a:lnTo>
                  <a:lnTo>
                    <a:pt x="8959" y="4905"/>
                  </a:lnTo>
                  <a:lnTo>
                    <a:pt x="9383" y="4866"/>
                  </a:lnTo>
                  <a:lnTo>
                    <a:pt x="9808" y="4750"/>
                  </a:lnTo>
                  <a:lnTo>
                    <a:pt x="10233" y="4634"/>
                  </a:lnTo>
                  <a:lnTo>
                    <a:pt x="10658" y="4480"/>
                  </a:lnTo>
                  <a:lnTo>
                    <a:pt x="11044" y="4326"/>
                  </a:lnTo>
                  <a:lnTo>
                    <a:pt x="11469" y="4094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280" y="3553"/>
                  </a:lnTo>
                  <a:lnTo>
                    <a:pt x="12434" y="3167"/>
                  </a:lnTo>
                  <a:lnTo>
                    <a:pt x="12241" y="3167"/>
                  </a:lnTo>
                  <a:lnTo>
                    <a:pt x="12202" y="3128"/>
                  </a:lnTo>
                  <a:lnTo>
                    <a:pt x="12009" y="3128"/>
                  </a:lnTo>
                  <a:lnTo>
                    <a:pt x="11893" y="3167"/>
                  </a:lnTo>
                  <a:lnTo>
                    <a:pt x="11546" y="3437"/>
                  </a:lnTo>
                  <a:lnTo>
                    <a:pt x="11198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01" y="4171"/>
                  </a:lnTo>
                  <a:lnTo>
                    <a:pt x="9615" y="4287"/>
                  </a:lnTo>
                  <a:lnTo>
                    <a:pt x="9190" y="4364"/>
                  </a:lnTo>
                  <a:lnTo>
                    <a:pt x="8766" y="4403"/>
                  </a:lnTo>
                  <a:lnTo>
                    <a:pt x="8341" y="4441"/>
                  </a:lnTo>
                  <a:lnTo>
                    <a:pt x="7916" y="4480"/>
                  </a:lnTo>
                  <a:lnTo>
                    <a:pt x="7453" y="4441"/>
                  </a:lnTo>
                  <a:lnTo>
                    <a:pt x="7028" y="4403"/>
                  </a:lnTo>
                  <a:lnTo>
                    <a:pt x="6603" y="4326"/>
                  </a:lnTo>
                  <a:lnTo>
                    <a:pt x="6178" y="4248"/>
                  </a:lnTo>
                  <a:lnTo>
                    <a:pt x="5792" y="4132"/>
                  </a:lnTo>
                  <a:lnTo>
                    <a:pt x="5368" y="4017"/>
                  </a:lnTo>
                  <a:lnTo>
                    <a:pt x="4595" y="3669"/>
                  </a:lnTo>
                  <a:lnTo>
                    <a:pt x="3862" y="3283"/>
                  </a:lnTo>
                  <a:lnTo>
                    <a:pt x="3205" y="2820"/>
                  </a:lnTo>
                  <a:lnTo>
                    <a:pt x="2549" y="2318"/>
                  </a:lnTo>
                  <a:lnTo>
                    <a:pt x="1969" y="1777"/>
                  </a:lnTo>
                  <a:lnTo>
                    <a:pt x="1352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21"/>
            <p:cNvSpPr/>
            <p:nvPr/>
          </p:nvSpPr>
          <p:spPr>
            <a:xfrm>
              <a:off x="2258625" y="3569425"/>
              <a:ext cx="44450" cy="43475"/>
            </a:xfrm>
            <a:custGeom>
              <a:avLst/>
              <a:gdLst/>
              <a:ahLst/>
              <a:cxnLst/>
              <a:rect l="l" t="t" r="r" b="b"/>
              <a:pathLst>
                <a:path w="1778" h="1739" extrusionOk="0">
                  <a:moveTo>
                    <a:pt x="773" y="310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9"/>
                  </a:lnTo>
                  <a:lnTo>
                    <a:pt x="1391" y="773"/>
                  </a:lnTo>
                  <a:lnTo>
                    <a:pt x="1391" y="966"/>
                  </a:lnTo>
                  <a:lnTo>
                    <a:pt x="1352" y="1044"/>
                  </a:lnTo>
                  <a:lnTo>
                    <a:pt x="1275" y="1159"/>
                  </a:lnTo>
                  <a:lnTo>
                    <a:pt x="1198" y="1237"/>
                  </a:lnTo>
                  <a:lnTo>
                    <a:pt x="1082" y="1314"/>
                  </a:lnTo>
                  <a:lnTo>
                    <a:pt x="889" y="1352"/>
                  </a:lnTo>
                  <a:lnTo>
                    <a:pt x="696" y="1352"/>
                  </a:lnTo>
                  <a:lnTo>
                    <a:pt x="542" y="1237"/>
                  </a:lnTo>
                  <a:lnTo>
                    <a:pt x="426" y="1082"/>
                  </a:lnTo>
                  <a:lnTo>
                    <a:pt x="387" y="889"/>
                  </a:lnTo>
                  <a:lnTo>
                    <a:pt x="387" y="735"/>
                  </a:lnTo>
                  <a:lnTo>
                    <a:pt x="464" y="580"/>
                  </a:lnTo>
                  <a:lnTo>
                    <a:pt x="542" y="387"/>
                  </a:lnTo>
                  <a:lnTo>
                    <a:pt x="542" y="348"/>
                  </a:lnTo>
                  <a:lnTo>
                    <a:pt x="773" y="310"/>
                  </a:lnTo>
                  <a:close/>
                  <a:moveTo>
                    <a:pt x="773" y="1"/>
                  </a:moveTo>
                  <a:lnTo>
                    <a:pt x="619" y="40"/>
                  </a:lnTo>
                  <a:lnTo>
                    <a:pt x="464" y="117"/>
                  </a:lnTo>
                  <a:lnTo>
                    <a:pt x="426" y="155"/>
                  </a:lnTo>
                  <a:lnTo>
                    <a:pt x="348" y="194"/>
                  </a:lnTo>
                  <a:lnTo>
                    <a:pt x="233" y="271"/>
                  </a:lnTo>
                  <a:lnTo>
                    <a:pt x="117" y="387"/>
                  </a:lnTo>
                  <a:lnTo>
                    <a:pt x="40" y="503"/>
                  </a:lnTo>
                  <a:lnTo>
                    <a:pt x="1" y="657"/>
                  </a:lnTo>
                  <a:lnTo>
                    <a:pt x="1" y="850"/>
                  </a:lnTo>
                  <a:lnTo>
                    <a:pt x="1" y="1005"/>
                  </a:lnTo>
                  <a:lnTo>
                    <a:pt x="40" y="1159"/>
                  </a:lnTo>
                  <a:lnTo>
                    <a:pt x="117" y="1314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9" y="1739"/>
                  </a:lnTo>
                  <a:lnTo>
                    <a:pt x="966" y="1739"/>
                  </a:lnTo>
                  <a:lnTo>
                    <a:pt x="1121" y="1700"/>
                  </a:lnTo>
                  <a:lnTo>
                    <a:pt x="1275" y="1623"/>
                  </a:lnTo>
                  <a:lnTo>
                    <a:pt x="1430" y="1545"/>
                  </a:lnTo>
                  <a:lnTo>
                    <a:pt x="1584" y="1430"/>
                  </a:lnTo>
                  <a:lnTo>
                    <a:pt x="1661" y="1275"/>
                  </a:lnTo>
                  <a:lnTo>
                    <a:pt x="1739" y="1121"/>
                  </a:lnTo>
                  <a:lnTo>
                    <a:pt x="1777" y="928"/>
                  </a:lnTo>
                  <a:lnTo>
                    <a:pt x="1777" y="773"/>
                  </a:lnTo>
                  <a:lnTo>
                    <a:pt x="1739" y="580"/>
                  </a:lnTo>
                  <a:lnTo>
                    <a:pt x="1661" y="426"/>
                  </a:lnTo>
                  <a:lnTo>
                    <a:pt x="1546" y="271"/>
                  </a:lnTo>
                  <a:lnTo>
                    <a:pt x="1430" y="155"/>
                  </a:lnTo>
                  <a:lnTo>
                    <a:pt x="1275" y="78"/>
                  </a:lnTo>
                  <a:lnTo>
                    <a:pt x="1121" y="40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21"/>
            <p:cNvSpPr/>
            <p:nvPr/>
          </p:nvSpPr>
          <p:spPr>
            <a:xfrm>
              <a:off x="5836300" y="3573300"/>
              <a:ext cx="93675" cy="136150"/>
            </a:xfrm>
            <a:custGeom>
              <a:avLst/>
              <a:gdLst/>
              <a:ahLst/>
              <a:cxnLst/>
              <a:rect l="l" t="t" r="r" b="b"/>
              <a:pathLst>
                <a:path w="3747" h="5446" extrusionOk="0">
                  <a:moveTo>
                    <a:pt x="3515" y="0"/>
                  </a:moveTo>
                  <a:lnTo>
                    <a:pt x="3437" y="39"/>
                  </a:lnTo>
                  <a:lnTo>
                    <a:pt x="3360" y="78"/>
                  </a:lnTo>
                  <a:lnTo>
                    <a:pt x="3283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88" y="773"/>
                  </a:lnTo>
                  <a:lnTo>
                    <a:pt x="2356" y="1004"/>
                  </a:lnTo>
                  <a:lnTo>
                    <a:pt x="2086" y="1236"/>
                  </a:lnTo>
                  <a:lnTo>
                    <a:pt x="1777" y="1468"/>
                  </a:lnTo>
                  <a:lnTo>
                    <a:pt x="1159" y="1815"/>
                  </a:lnTo>
                  <a:lnTo>
                    <a:pt x="1120" y="1892"/>
                  </a:lnTo>
                  <a:lnTo>
                    <a:pt x="1082" y="1970"/>
                  </a:lnTo>
                  <a:lnTo>
                    <a:pt x="1082" y="2047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927" y="2124"/>
                  </a:lnTo>
                  <a:lnTo>
                    <a:pt x="850" y="2201"/>
                  </a:lnTo>
                  <a:lnTo>
                    <a:pt x="812" y="2279"/>
                  </a:lnTo>
                  <a:lnTo>
                    <a:pt x="812" y="2356"/>
                  </a:lnTo>
                  <a:lnTo>
                    <a:pt x="850" y="2433"/>
                  </a:lnTo>
                  <a:lnTo>
                    <a:pt x="889" y="2510"/>
                  </a:lnTo>
                  <a:lnTo>
                    <a:pt x="1005" y="2549"/>
                  </a:lnTo>
                  <a:lnTo>
                    <a:pt x="1236" y="2626"/>
                  </a:lnTo>
                  <a:lnTo>
                    <a:pt x="1468" y="2703"/>
                  </a:lnTo>
                  <a:lnTo>
                    <a:pt x="1661" y="2858"/>
                  </a:lnTo>
                  <a:lnTo>
                    <a:pt x="1854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63" y="3669"/>
                  </a:lnTo>
                  <a:lnTo>
                    <a:pt x="2163" y="3900"/>
                  </a:lnTo>
                  <a:lnTo>
                    <a:pt x="2124" y="4132"/>
                  </a:lnTo>
                  <a:lnTo>
                    <a:pt x="2047" y="4364"/>
                  </a:lnTo>
                  <a:lnTo>
                    <a:pt x="1931" y="4557"/>
                  </a:lnTo>
                  <a:lnTo>
                    <a:pt x="1777" y="4711"/>
                  </a:lnTo>
                  <a:lnTo>
                    <a:pt x="1584" y="4866"/>
                  </a:lnTo>
                  <a:lnTo>
                    <a:pt x="1352" y="4943"/>
                  </a:lnTo>
                  <a:lnTo>
                    <a:pt x="1236" y="4982"/>
                  </a:lnTo>
                  <a:lnTo>
                    <a:pt x="1120" y="4982"/>
                  </a:lnTo>
                  <a:lnTo>
                    <a:pt x="927" y="4904"/>
                  </a:lnTo>
                  <a:lnTo>
                    <a:pt x="773" y="4789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73" y="4287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1005" y="4132"/>
                  </a:lnTo>
                  <a:lnTo>
                    <a:pt x="1120" y="4094"/>
                  </a:lnTo>
                  <a:lnTo>
                    <a:pt x="1275" y="4055"/>
                  </a:lnTo>
                  <a:lnTo>
                    <a:pt x="1352" y="3939"/>
                  </a:lnTo>
                  <a:lnTo>
                    <a:pt x="1314" y="3823"/>
                  </a:lnTo>
                  <a:lnTo>
                    <a:pt x="1314" y="3746"/>
                  </a:lnTo>
                  <a:lnTo>
                    <a:pt x="1236" y="3669"/>
                  </a:lnTo>
                  <a:lnTo>
                    <a:pt x="155" y="2935"/>
                  </a:lnTo>
                  <a:lnTo>
                    <a:pt x="1" y="3321"/>
                  </a:lnTo>
                  <a:lnTo>
                    <a:pt x="657" y="3785"/>
                  </a:lnTo>
                  <a:lnTo>
                    <a:pt x="541" y="3900"/>
                  </a:lnTo>
                  <a:lnTo>
                    <a:pt x="425" y="4016"/>
                  </a:lnTo>
                  <a:lnTo>
                    <a:pt x="310" y="4132"/>
                  </a:lnTo>
                  <a:lnTo>
                    <a:pt x="271" y="4248"/>
                  </a:lnTo>
                  <a:lnTo>
                    <a:pt x="232" y="4402"/>
                  </a:lnTo>
                  <a:lnTo>
                    <a:pt x="194" y="4557"/>
                  </a:lnTo>
                  <a:lnTo>
                    <a:pt x="232" y="4750"/>
                  </a:lnTo>
                  <a:lnTo>
                    <a:pt x="271" y="4904"/>
                  </a:lnTo>
                  <a:lnTo>
                    <a:pt x="425" y="5136"/>
                  </a:lnTo>
                  <a:lnTo>
                    <a:pt x="580" y="5291"/>
                  </a:lnTo>
                  <a:lnTo>
                    <a:pt x="773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29" y="5406"/>
                  </a:lnTo>
                  <a:lnTo>
                    <a:pt x="1661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79" y="4866"/>
                  </a:lnTo>
                  <a:lnTo>
                    <a:pt x="2433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626" y="3978"/>
                  </a:lnTo>
                  <a:lnTo>
                    <a:pt x="2626" y="3746"/>
                  </a:lnTo>
                  <a:lnTo>
                    <a:pt x="2588" y="3514"/>
                  </a:lnTo>
                  <a:lnTo>
                    <a:pt x="2511" y="3283"/>
                  </a:lnTo>
                  <a:lnTo>
                    <a:pt x="2395" y="3090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70" y="2510"/>
                  </a:lnTo>
                  <a:lnTo>
                    <a:pt x="1777" y="2356"/>
                  </a:lnTo>
                  <a:lnTo>
                    <a:pt x="1545" y="2240"/>
                  </a:lnTo>
                  <a:lnTo>
                    <a:pt x="1314" y="2124"/>
                  </a:lnTo>
                  <a:lnTo>
                    <a:pt x="1661" y="2008"/>
                  </a:lnTo>
                  <a:lnTo>
                    <a:pt x="1970" y="1854"/>
                  </a:lnTo>
                  <a:lnTo>
                    <a:pt x="2279" y="1661"/>
                  </a:lnTo>
                  <a:lnTo>
                    <a:pt x="2588" y="1429"/>
                  </a:lnTo>
                  <a:lnTo>
                    <a:pt x="2858" y="1236"/>
                  </a:lnTo>
                  <a:lnTo>
                    <a:pt x="3128" y="966"/>
                  </a:lnTo>
                  <a:lnTo>
                    <a:pt x="3360" y="695"/>
                  </a:lnTo>
                  <a:lnTo>
                    <a:pt x="3476" y="541"/>
                  </a:lnTo>
                  <a:lnTo>
                    <a:pt x="3553" y="387"/>
                  </a:lnTo>
                  <a:lnTo>
                    <a:pt x="3746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21"/>
            <p:cNvSpPr/>
            <p:nvPr/>
          </p:nvSpPr>
          <p:spPr>
            <a:xfrm>
              <a:off x="2264425" y="357522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8"/>
                  </a:lnTo>
                  <a:lnTo>
                    <a:pt x="3939" y="4248"/>
                  </a:lnTo>
                  <a:lnTo>
                    <a:pt x="4017" y="5407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917"/>
                  </a:lnTo>
                  <a:lnTo>
                    <a:pt x="3901" y="8534"/>
                  </a:lnTo>
                  <a:lnTo>
                    <a:pt x="3746" y="9152"/>
                  </a:lnTo>
                  <a:lnTo>
                    <a:pt x="3515" y="9732"/>
                  </a:lnTo>
                  <a:lnTo>
                    <a:pt x="3244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93"/>
                  </a:lnTo>
                  <a:lnTo>
                    <a:pt x="773" y="9384"/>
                  </a:lnTo>
                  <a:lnTo>
                    <a:pt x="696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618" y="2742"/>
                  </a:lnTo>
                  <a:lnTo>
                    <a:pt x="1391" y="2395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39"/>
                  </a:lnTo>
                  <a:lnTo>
                    <a:pt x="3476" y="310"/>
                  </a:lnTo>
                  <a:lnTo>
                    <a:pt x="3051" y="657"/>
                  </a:lnTo>
                  <a:lnTo>
                    <a:pt x="2626" y="966"/>
                  </a:lnTo>
                  <a:lnTo>
                    <a:pt x="2202" y="1313"/>
                  </a:lnTo>
                  <a:lnTo>
                    <a:pt x="1314" y="1893"/>
                  </a:lnTo>
                  <a:lnTo>
                    <a:pt x="425" y="2472"/>
                  </a:lnTo>
                  <a:lnTo>
                    <a:pt x="348" y="2549"/>
                  </a:lnTo>
                  <a:lnTo>
                    <a:pt x="348" y="2626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3"/>
                  </a:lnTo>
                  <a:lnTo>
                    <a:pt x="155" y="4866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4"/>
                  </a:lnTo>
                  <a:lnTo>
                    <a:pt x="1391" y="11199"/>
                  </a:lnTo>
                  <a:lnTo>
                    <a:pt x="1622" y="11315"/>
                  </a:lnTo>
                  <a:lnTo>
                    <a:pt x="1816" y="11392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53"/>
                  </a:lnTo>
                  <a:lnTo>
                    <a:pt x="3051" y="11237"/>
                  </a:lnTo>
                  <a:lnTo>
                    <a:pt x="3283" y="11044"/>
                  </a:lnTo>
                  <a:lnTo>
                    <a:pt x="3476" y="10890"/>
                  </a:lnTo>
                  <a:lnTo>
                    <a:pt x="3669" y="10658"/>
                  </a:lnTo>
                  <a:lnTo>
                    <a:pt x="3823" y="10388"/>
                  </a:lnTo>
                  <a:lnTo>
                    <a:pt x="3978" y="10156"/>
                  </a:lnTo>
                  <a:lnTo>
                    <a:pt x="4171" y="9538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222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57" y="4982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1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39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21"/>
            <p:cNvSpPr/>
            <p:nvPr/>
          </p:nvSpPr>
          <p:spPr>
            <a:xfrm>
              <a:off x="4033950" y="35897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21"/>
            <p:cNvSpPr/>
            <p:nvPr/>
          </p:nvSpPr>
          <p:spPr>
            <a:xfrm>
              <a:off x="3935475" y="3595500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426" y="1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40" y="78"/>
                  </a:lnTo>
                  <a:lnTo>
                    <a:pt x="1" y="194"/>
                  </a:lnTo>
                  <a:lnTo>
                    <a:pt x="40" y="271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1"/>
                  </a:lnTo>
                  <a:lnTo>
                    <a:pt x="850" y="194"/>
                  </a:lnTo>
                  <a:lnTo>
                    <a:pt x="812" y="78"/>
                  </a:lnTo>
                  <a:lnTo>
                    <a:pt x="73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21"/>
            <p:cNvSpPr/>
            <p:nvPr/>
          </p:nvSpPr>
          <p:spPr>
            <a:xfrm>
              <a:off x="6924275" y="3599350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4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4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1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6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21"/>
            <p:cNvSpPr/>
            <p:nvPr/>
          </p:nvSpPr>
          <p:spPr>
            <a:xfrm>
              <a:off x="2208425" y="362157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4" y="386"/>
                  </a:moveTo>
                  <a:lnTo>
                    <a:pt x="1121" y="425"/>
                  </a:lnTo>
                  <a:lnTo>
                    <a:pt x="1198" y="463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9" y="1274"/>
                  </a:lnTo>
                  <a:lnTo>
                    <a:pt x="696" y="1236"/>
                  </a:lnTo>
                  <a:lnTo>
                    <a:pt x="542" y="1159"/>
                  </a:lnTo>
                  <a:lnTo>
                    <a:pt x="464" y="1081"/>
                  </a:lnTo>
                  <a:lnTo>
                    <a:pt x="426" y="965"/>
                  </a:lnTo>
                  <a:lnTo>
                    <a:pt x="387" y="888"/>
                  </a:lnTo>
                  <a:lnTo>
                    <a:pt x="387" y="772"/>
                  </a:lnTo>
                  <a:lnTo>
                    <a:pt x="426" y="579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850" y="0"/>
                  </a:moveTo>
                  <a:lnTo>
                    <a:pt x="735" y="39"/>
                  </a:lnTo>
                  <a:lnTo>
                    <a:pt x="619" y="77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79"/>
                  </a:lnTo>
                  <a:lnTo>
                    <a:pt x="40" y="734"/>
                  </a:lnTo>
                  <a:lnTo>
                    <a:pt x="1" y="888"/>
                  </a:lnTo>
                  <a:lnTo>
                    <a:pt x="40" y="1043"/>
                  </a:lnTo>
                  <a:lnTo>
                    <a:pt x="78" y="1197"/>
                  </a:lnTo>
                  <a:lnTo>
                    <a:pt x="194" y="1352"/>
                  </a:lnTo>
                  <a:lnTo>
                    <a:pt x="310" y="1467"/>
                  </a:lnTo>
                  <a:lnTo>
                    <a:pt x="464" y="1583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21"/>
            <p:cNvSpPr/>
            <p:nvPr/>
          </p:nvSpPr>
          <p:spPr>
            <a:xfrm>
              <a:off x="4431675" y="3622525"/>
              <a:ext cx="174775" cy="292525"/>
            </a:xfrm>
            <a:custGeom>
              <a:avLst/>
              <a:gdLst/>
              <a:ahLst/>
              <a:cxnLst/>
              <a:rect l="l" t="t" r="r" b="b"/>
              <a:pathLst>
                <a:path w="6991" h="11701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5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3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8"/>
                  </a:lnTo>
                  <a:lnTo>
                    <a:pt x="6411" y="5638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2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21"/>
            <p:cNvSpPr/>
            <p:nvPr/>
          </p:nvSpPr>
          <p:spPr>
            <a:xfrm>
              <a:off x="3827375" y="36360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3" y="2665"/>
                  </a:lnTo>
                  <a:lnTo>
                    <a:pt x="2780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6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5" y="2896"/>
                  </a:lnTo>
                  <a:lnTo>
                    <a:pt x="772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0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3" y="3707"/>
                  </a:lnTo>
                  <a:lnTo>
                    <a:pt x="1969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5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8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21"/>
            <p:cNvSpPr/>
            <p:nvPr/>
          </p:nvSpPr>
          <p:spPr>
            <a:xfrm>
              <a:off x="2802150" y="36428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1"/>
                  </a:moveTo>
                  <a:lnTo>
                    <a:pt x="12434" y="39"/>
                  </a:lnTo>
                  <a:lnTo>
                    <a:pt x="12357" y="78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9"/>
                  </a:lnTo>
                  <a:lnTo>
                    <a:pt x="12164" y="1043"/>
                  </a:lnTo>
                  <a:lnTo>
                    <a:pt x="12009" y="1198"/>
                  </a:lnTo>
                  <a:lnTo>
                    <a:pt x="11855" y="1314"/>
                  </a:lnTo>
                  <a:lnTo>
                    <a:pt x="11430" y="1545"/>
                  </a:lnTo>
                  <a:lnTo>
                    <a:pt x="11005" y="1700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3" y="2086"/>
                  </a:lnTo>
                  <a:lnTo>
                    <a:pt x="9345" y="2009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1"/>
                  </a:lnTo>
                  <a:lnTo>
                    <a:pt x="8611" y="1700"/>
                  </a:lnTo>
                  <a:lnTo>
                    <a:pt x="8804" y="2009"/>
                  </a:lnTo>
                  <a:lnTo>
                    <a:pt x="8997" y="2279"/>
                  </a:lnTo>
                  <a:lnTo>
                    <a:pt x="7839" y="2588"/>
                  </a:lnTo>
                  <a:lnTo>
                    <a:pt x="6719" y="2820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8" y="3283"/>
                  </a:lnTo>
                  <a:lnTo>
                    <a:pt x="3746" y="2935"/>
                  </a:lnTo>
                  <a:lnTo>
                    <a:pt x="3784" y="2588"/>
                  </a:lnTo>
                  <a:lnTo>
                    <a:pt x="3707" y="2240"/>
                  </a:lnTo>
                  <a:lnTo>
                    <a:pt x="3630" y="1893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8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9"/>
                  </a:lnTo>
                  <a:lnTo>
                    <a:pt x="1815" y="3437"/>
                  </a:lnTo>
                  <a:lnTo>
                    <a:pt x="1352" y="3399"/>
                  </a:lnTo>
                  <a:lnTo>
                    <a:pt x="965" y="3360"/>
                  </a:lnTo>
                  <a:lnTo>
                    <a:pt x="772" y="3283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4"/>
                  </a:lnTo>
                  <a:lnTo>
                    <a:pt x="309" y="2665"/>
                  </a:lnTo>
                  <a:lnTo>
                    <a:pt x="232" y="2588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4"/>
                  </a:lnTo>
                  <a:lnTo>
                    <a:pt x="0" y="2858"/>
                  </a:lnTo>
                  <a:lnTo>
                    <a:pt x="0" y="3013"/>
                  </a:lnTo>
                  <a:lnTo>
                    <a:pt x="0" y="3167"/>
                  </a:lnTo>
                  <a:lnTo>
                    <a:pt x="39" y="3283"/>
                  </a:lnTo>
                  <a:lnTo>
                    <a:pt x="116" y="3399"/>
                  </a:lnTo>
                  <a:lnTo>
                    <a:pt x="193" y="3515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1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1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3"/>
                  </a:lnTo>
                  <a:lnTo>
                    <a:pt x="12048" y="1700"/>
                  </a:lnTo>
                  <a:lnTo>
                    <a:pt x="12357" y="1507"/>
                  </a:lnTo>
                  <a:lnTo>
                    <a:pt x="12627" y="1236"/>
                  </a:lnTo>
                  <a:lnTo>
                    <a:pt x="12704" y="1082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80"/>
                  </a:lnTo>
                  <a:lnTo>
                    <a:pt x="12820" y="387"/>
                  </a:lnTo>
                  <a:lnTo>
                    <a:pt x="12743" y="155"/>
                  </a:lnTo>
                  <a:lnTo>
                    <a:pt x="12704" y="78"/>
                  </a:lnTo>
                  <a:lnTo>
                    <a:pt x="12627" y="39"/>
                  </a:lnTo>
                  <a:lnTo>
                    <a:pt x="125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21"/>
            <p:cNvSpPr/>
            <p:nvPr/>
          </p:nvSpPr>
          <p:spPr>
            <a:xfrm>
              <a:off x="2017300" y="364860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271" y="0"/>
                  </a:moveTo>
                  <a:lnTo>
                    <a:pt x="155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39" y="386"/>
                  </a:lnTo>
                  <a:lnTo>
                    <a:pt x="348" y="888"/>
                  </a:lnTo>
                  <a:lnTo>
                    <a:pt x="657" y="1390"/>
                  </a:lnTo>
                  <a:lnTo>
                    <a:pt x="1043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205"/>
                  </a:lnTo>
                  <a:lnTo>
                    <a:pt x="2703" y="3553"/>
                  </a:lnTo>
                  <a:lnTo>
                    <a:pt x="3205" y="3900"/>
                  </a:lnTo>
                  <a:lnTo>
                    <a:pt x="3553" y="3746"/>
                  </a:lnTo>
                  <a:lnTo>
                    <a:pt x="2780" y="3012"/>
                  </a:lnTo>
                  <a:lnTo>
                    <a:pt x="2047" y="2240"/>
                  </a:lnTo>
                  <a:lnTo>
                    <a:pt x="1352" y="1429"/>
                  </a:lnTo>
                  <a:lnTo>
                    <a:pt x="1043" y="1004"/>
                  </a:lnTo>
                  <a:lnTo>
                    <a:pt x="734" y="541"/>
                  </a:lnTo>
                  <a:lnTo>
                    <a:pt x="1622" y="695"/>
                  </a:lnTo>
                  <a:lnTo>
                    <a:pt x="2510" y="888"/>
                  </a:lnTo>
                  <a:lnTo>
                    <a:pt x="3012" y="1043"/>
                  </a:lnTo>
                  <a:lnTo>
                    <a:pt x="3514" y="1197"/>
                  </a:lnTo>
                  <a:lnTo>
                    <a:pt x="4016" y="1390"/>
                  </a:lnTo>
                  <a:lnTo>
                    <a:pt x="4518" y="1506"/>
                  </a:lnTo>
                  <a:lnTo>
                    <a:pt x="4595" y="1506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84"/>
                  </a:lnTo>
                  <a:lnTo>
                    <a:pt x="4904" y="1506"/>
                  </a:lnTo>
                  <a:lnTo>
                    <a:pt x="4982" y="1429"/>
                  </a:lnTo>
                  <a:lnTo>
                    <a:pt x="4634" y="1159"/>
                  </a:lnTo>
                  <a:lnTo>
                    <a:pt x="4171" y="888"/>
                  </a:lnTo>
                  <a:lnTo>
                    <a:pt x="3630" y="657"/>
                  </a:lnTo>
                  <a:lnTo>
                    <a:pt x="3089" y="464"/>
                  </a:lnTo>
                  <a:lnTo>
                    <a:pt x="2510" y="309"/>
                  </a:lnTo>
                  <a:lnTo>
                    <a:pt x="1931" y="193"/>
                  </a:lnTo>
                  <a:lnTo>
                    <a:pt x="1352" y="116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21"/>
            <p:cNvSpPr/>
            <p:nvPr/>
          </p:nvSpPr>
          <p:spPr>
            <a:xfrm>
              <a:off x="1564525" y="3658250"/>
              <a:ext cx="248125" cy="295425"/>
            </a:xfrm>
            <a:custGeom>
              <a:avLst/>
              <a:gdLst/>
              <a:ahLst/>
              <a:cxnLst/>
              <a:rect l="l" t="t" r="r" b="b"/>
              <a:pathLst>
                <a:path w="9925" h="11817" extrusionOk="0">
                  <a:moveTo>
                    <a:pt x="3785" y="850"/>
                  </a:moveTo>
                  <a:lnTo>
                    <a:pt x="4326" y="2279"/>
                  </a:lnTo>
                  <a:lnTo>
                    <a:pt x="4944" y="3746"/>
                  </a:lnTo>
                  <a:lnTo>
                    <a:pt x="6179" y="6565"/>
                  </a:lnTo>
                  <a:lnTo>
                    <a:pt x="3322" y="7492"/>
                  </a:lnTo>
                  <a:lnTo>
                    <a:pt x="1893" y="7955"/>
                  </a:lnTo>
                  <a:lnTo>
                    <a:pt x="464" y="8457"/>
                  </a:lnTo>
                  <a:lnTo>
                    <a:pt x="464" y="8457"/>
                  </a:lnTo>
                  <a:lnTo>
                    <a:pt x="1043" y="7569"/>
                  </a:lnTo>
                  <a:lnTo>
                    <a:pt x="1507" y="6604"/>
                  </a:lnTo>
                  <a:lnTo>
                    <a:pt x="1970" y="5638"/>
                  </a:lnTo>
                  <a:lnTo>
                    <a:pt x="2395" y="4673"/>
                  </a:lnTo>
                  <a:lnTo>
                    <a:pt x="2781" y="3746"/>
                  </a:lnTo>
                  <a:lnTo>
                    <a:pt x="3167" y="2781"/>
                  </a:lnTo>
                  <a:lnTo>
                    <a:pt x="3476" y="1815"/>
                  </a:lnTo>
                  <a:lnTo>
                    <a:pt x="3785" y="850"/>
                  </a:lnTo>
                  <a:close/>
                  <a:moveTo>
                    <a:pt x="3824" y="0"/>
                  </a:moveTo>
                  <a:lnTo>
                    <a:pt x="3746" y="39"/>
                  </a:lnTo>
                  <a:lnTo>
                    <a:pt x="3708" y="78"/>
                  </a:lnTo>
                  <a:lnTo>
                    <a:pt x="3592" y="116"/>
                  </a:lnTo>
                  <a:lnTo>
                    <a:pt x="3553" y="194"/>
                  </a:lnTo>
                  <a:lnTo>
                    <a:pt x="2820" y="2395"/>
                  </a:lnTo>
                  <a:lnTo>
                    <a:pt x="2434" y="3476"/>
                  </a:lnTo>
                  <a:lnTo>
                    <a:pt x="2009" y="4518"/>
                  </a:lnTo>
                  <a:lnTo>
                    <a:pt x="1545" y="5561"/>
                  </a:lnTo>
                  <a:lnTo>
                    <a:pt x="1043" y="6604"/>
                  </a:lnTo>
                  <a:lnTo>
                    <a:pt x="503" y="7608"/>
                  </a:lnTo>
                  <a:lnTo>
                    <a:pt x="39" y="8650"/>
                  </a:lnTo>
                  <a:lnTo>
                    <a:pt x="1" y="8689"/>
                  </a:lnTo>
                  <a:lnTo>
                    <a:pt x="39" y="8766"/>
                  </a:lnTo>
                  <a:lnTo>
                    <a:pt x="117" y="8805"/>
                  </a:lnTo>
                  <a:lnTo>
                    <a:pt x="117" y="8843"/>
                  </a:lnTo>
                  <a:lnTo>
                    <a:pt x="117" y="8920"/>
                  </a:lnTo>
                  <a:lnTo>
                    <a:pt x="155" y="8998"/>
                  </a:lnTo>
                  <a:lnTo>
                    <a:pt x="310" y="9114"/>
                  </a:lnTo>
                  <a:lnTo>
                    <a:pt x="464" y="8882"/>
                  </a:lnTo>
                  <a:lnTo>
                    <a:pt x="1970" y="8457"/>
                  </a:lnTo>
                  <a:lnTo>
                    <a:pt x="3438" y="7994"/>
                  </a:lnTo>
                  <a:lnTo>
                    <a:pt x="6372" y="7028"/>
                  </a:lnTo>
                  <a:lnTo>
                    <a:pt x="7106" y="8689"/>
                  </a:lnTo>
                  <a:lnTo>
                    <a:pt x="8303" y="11817"/>
                  </a:lnTo>
                  <a:lnTo>
                    <a:pt x="8689" y="11662"/>
                  </a:lnTo>
                  <a:lnTo>
                    <a:pt x="7531" y="8689"/>
                  </a:lnTo>
                  <a:lnTo>
                    <a:pt x="6797" y="6874"/>
                  </a:lnTo>
                  <a:lnTo>
                    <a:pt x="8380" y="6333"/>
                  </a:lnTo>
                  <a:lnTo>
                    <a:pt x="9925" y="5754"/>
                  </a:lnTo>
                  <a:lnTo>
                    <a:pt x="9770" y="5329"/>
                  </a:lnTo>
                  <a:lnTo>
                    <a:pt x="8187" y="5909"/>
                  </a:lnTo>
                  <a:lnTo>
                    <a:pt x="6643" y="6449"/>
                  </a:lnTo>
                  <a:lnTo>
                    <a:pt x="6025" y="4905"/>
                  </a:lnTo>
                  <a:lnTo>
                    <a:pt x="5407" y="3360"/>
                  </a:lnTo>
                  <a:lnTo>
                    <a:pt x="4712" y="1854"/>
                  </a:lnTo>
                  <a:lnTo>
                    <a:pt x="3978" y="348"/>
                  </a:lnTo>
                  <a:lnTo>
                    <a:pt x="4055" y="78"/>
                  </a:lnTo>
                  <a:lnTo>
                    <a:pt x="3862" y="39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21"/>
            <p:cNvSpPr/>
            <p:nvPr/>
          </p:nvSpPr>
          <p:spPr>
            <a:xfrm>
              <a:off x="1663975" y="3660175"/>
              <a:ext cx="229775" cy="419975"/>
            </a:xfrm>
            <a:custGeom>
              <a:avLst/>
              <a:gdLst/>
              <a:ahLst/>
              <a:cxnLst/>
              <a:rect l="l" t="t" r="r" b="b"/>
              <a:pathLst>
                <a:path w="9191" h="16799" extrusionOk="0">
                  <a:moveTo>
                    <a:pt x="77" y="1"/>
                  </a:moveTo>
                  <a:lnTo>
                    <a:pt x="0" y="271"/>
                  </a:lnTo>
                  <a:lnTo>
                    <a:pt x="2124" y="1275"/>
                  </a:lnTo>
                  <a:lnTo>
                    <a:pt x="4286" y="2240"/>
                  </a:lnTo>
                  <a:lnTo>
                    <a:pt x="5290" y="2742"/>
                  </a:lnTo>
                  <a:lnTo>
                    <a:pt x="6294" y="3244"/>
                  </a:lnTo>
                  <a:lnTo>
                    <a:pt x="7298" y="3746"/>
                  </a:lnTo>
                  <a:lnTo>
                    <a:pt x="8302" y="4248"/>
                  </a:lnTo>
                  <a:lnTo>
                    <a:pt x="7028" y="4750"/>
                  </a:lnTo>
                  <a:lnTo>
                    <a:pt x="5792" y="5252"/>
                  </a:lnTo>
                  <a:lnTo>
                    <a:pt x="5947" y="5677"/>
                  </a:lnTo>
                  <a:lnTo>
                    <a:pt x="7298" y="5175"/>
                  </a:lnTo>
                  <a:lnTo>
                    <a:pt x="7955" y="4905"/>
                  </a:lnTo>
                  <a:lnTo>
                    <a:pt x="8611" y="4596"/>
                  </a:lnTo>
                  <a:lnTo>
                    <a:pt x="8457" y="5136"/>
                  </a:lnTo>
                  <a:lnTo>
                    <a:pt x="8341" y="5638"/>
                  </a:lnTo>
                  <a:lnTo>
                    <a:pt x="8148" y="6681"/>
                  </a:lnTo>
                  <a:lnTo>
                    <a:pt x="7839" y="8380"/>
                  </a:lnTo>
                  <a:lnTo>
                    <a:pt x="7569" y="10041"/>
                  </a:lnTo>
                  <a:lnTo>
                    <a:pt x="7028" y="13361"/>
                  </a:lnTo>
                  <a:lnTo>
                    <a:pt x="6796" y="15060"/>
                  </a:lnTo>
                  <a:lnTo>
                    <a:pt x="6681" y="15871"/>
                  </a:lnTo>
                  <a:lnTo>
                    <a:pt x="6642" y="16721"/>
                  </a:lnTo>
                  <a:lnTo>
                    <a:pt x="6989" y="16798"/>
                  </a:lnTo>
                  <a:lnTo>
                    <a:pt x="7298" y="15215"/>
                  </a:lnTo>
                  <a:lnTo>
                    <a:pt x="7530" y="13593"/>
                  </a:lnTo>
                  <a:lnTo>
                    <a:pt x="7723" y="12010"/>
                  </a:lnTo>
                  <a:lnTo>
                    <a:pt x="7955" y="10427"/>
                  </a:lnTo>
                  <a:lnTo>
                    <a:pt x="8225" y="8805"/>
                  </a:lnTo>
                  <a:lnTo>
                    <a:pt x="8495" y="7183"/>
                  </a:lnTo>
                  <a:lnTo>
                    <a:pt x="8689" y="6488"/>
                  </a:lnTo>
                  <a:lnTo>
                    <a:pt x="8882" y="5793"/>
                  </a:lnTo>
                  <a:lnTo>
                    <a:pt x="9036" y="5059"/>
                  </a:lnTo>
                  <a:lnTo>
                    <a:pt x="9152" y="4364"/>
                  </a:lnTo>
                  <a:lnTo>
                    <a:pt x="9152" y="4287"/>
                  </a:lnTo>
                  <a:lnTo>
                    <a:pt x="9190" y="4210"/>
                  </a:lnTo>
                  <a:lnTo>
                    <a:pt x="9113" y="4094"/>
                  </a:lnTo>
                  <a:lnTo>
                    <a:pt x="9036" y="4017"/>
                  </a:lnTo>
                  <a:lnTo>
                    <a:pt x="8920" y="4017"/>
                  </a:lnTo>
                  <a:lnTo>
                    <a:pt x="8882" y="4055"/>
                  </a:lnTo>
                  <a:lnTo>
                    <a:pt x="7839" y="3437"/>
                  </a:lnTo>
                  <a:lnTo>
                    <a:pt x="6758" y="2897"/>
                  </a:lnTo>
                  <a:lnTo>
                    <a:pt x="4595" y="1893"/>
                  </a:lnTo>
                  <a:lnTo>
                    <a:pt x="2356" y="927"/>
                  </a:lnTo>
                  <a:lnTo>
                    <a:pt x="1236" y="464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21"/>
            <p:cNvSpPr/>
            <p:nvPr/>
          </p:nvSpPr>
          <p:spPr>
            <a:xfrm>
              <a:off x="406075" y="3667900"/>
              <a:ext cx="458600" cy="289650"/>
            </a:xfrm>
            <a:custGeom>
              <a:avLst/>
              <a:gdLst/>
              <a:ahLst/>
              <a:cxnLst/>
              <a:rect l="l" t="t" r="r" b="b"/>
              <a:pathLst>
                <a:path w="18344" h="11586" extrusionOk="0">
                  <a:moveTo>
                    <a:pt x="17069" y="387"/>
                  </a:moveTo>
                  <a:lnTo>
                    <a:pt x="17146" y="425"/>
                  </a:lnTo>
                  <a:lnTo>
                    <a:pt x="17223" y="503"/>
                  </a:lnTo>
                  <a:lnTo>
                    <a:pt x="17300" y="734"/>
                  </a:lnTo>
                  <a:lnTo>
                    <a:pt x="17378" y="927"/>
                  </a:lnTo>
                  <a:lnTo>
                    <a:pt x="17378" y="1120"/>
                  </a:lnTo>
                  <a:lnTo>
                    <a:pt x="17339" y="1314"/>
                  </a:lnTo>
                  <a:lnTo>
                    <a:pt x="17223" y="1545"/>
                  </a:lnTo>
                  <a:lnTo>
                    <a:pt x="16953" y="1893"/>
                  </a:lnTo>
                  <a:lnTo>
                    <a:pt x="16721" y="2124"/>
                  </a:lnTo>
                  <a:lnTo>
                    <a:pt x="16451" y="2356"/>
                  </a:lnTo>
                  <a:lnTo>
                    <a:pt x="16181" y="2549"/>
                  </a:lnTo>
                  <a:lnTo>
                    <a:pt x="15872" y="2665"/>
                  </a:lnTo>
                  <a:lnTo>
                    <a:pt x="15872" y="2086"/>
                  </a:lnTo>
                  <a:lnTo>
                    <a:pt x="15910" y="1777"/>
                  </a:lnTo>
                  <a:lnTo>
                    <a:pt x="15949" y="1468"/>
                  </a:lnTo>
                  <a:lnTo>
                    <a:pt x="16026" y="1198"/>
                  </a:lnTo>
                  <a:lnTo>
                    <a:pt x="16181" y="927"/>
                  </a:lnTo>
                  <a:lnTo>
                    <a:pt x="16335" y="696"/>
                  </a:lnTo>
                  <a:lnTo>
                    <a:pt x="16605" y="503"/>
                  </a:lnTo>
                  <a:lnTo>
                    <a:pt x="16837" y="425"/>
                  </a:lnTo>
                  <a:lnTo>
                    <a:pt x="16992" y="387"/>
                  </a:lnTo>
                  <a:close/>
                  <a:moveTo>
                    <a:pt x="14597" y="2974"/>
                  </a:moveTo>
                  <a:lnTo>
                    <a:pt x="14868" y="3013"/>
                  </a:lnTo>
                  <a:lnTo>
                    <a:pt x="15138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6"/>
                  </a:lnTo>
                  <a:lnTo>
                    <a:pt x="14057" y="3862"/>
                  </a:lnTo>
                  <a:lnTo>
                    <a:pt x="13786" y="3939"/>
                  </a:lnTo>
                  <a:lnTo>
                    <a:pt x="13478" y="4017"/>
                  </a:lnTo>
                  <a:lnTo>
                    <a:pt x="13053" y="4017"/>
                  </a:lnTo>
                  <a:lnTo>
                    <a:pt x="12976" y="3939"/>
                  </a:lnTo>
                  <a:lnTo>
                    <a:pt x="12976" y="3862"/>
                  </a:lnTo>
                  <a:lnTo>
                    <a:pt x="12976" y="3708"/>
                  </a:lnTo>
                  <a:lnTo>
                    <a:pt x="13014" y="3476"/>
                  </a:lnTo>
                  <a:lnTo>
                    <a:pt x="13053" y="3360"/>
                  </a:lnTo>
                  <a:lnTo>
                    <a:pt x="13207" y="3244"/>
                  </a:lnTo>
                  <a:lnTo>
                    <a:pt x="13400" y="3167"/>
                  </a:lnTo>
                  <a:lnTo>
                    <a:pt x="13709" y="3051"/>
                  </a:lnTo>
                  <a:lnTo>
                    <a:pt x="14018" y="3013"/>
                  </a:lnTo>
                  <a:lnTo>
                    <a:pt x="14327" y="2974"/>
                  </a:lnTo>
                  <a:close/>
                  <a:moveTo>
                    <a:pt x="15679" y="3283"/>
                  </a:moveTo>
                  <a:lnTo>
                    <a:pt x="16335" y="3476"/>
                  </a:lnTo>
                  <a:lnTo>
                    <a:pt x="16644" y="3553"/>
                  </a:lnTo>
                  <a:lnTo>
                    <a:pt x="16992" y="3669"/>
                  </a:lnTo>
                  <a:lnTo>
                    <a:pt x="17262" y="3823"/>
                  </a:lnTo>
                  <a:lnTo>
                    <a:pt x="17532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80" y="4596"/>
                  </a:lnTo>
                  <a:lnTo>
                    <a:pt x="17918" y="4789"/>
                  </a:lnTo>
                  <a:lnTo>
                    <a:pt x="17880" y="4943"/>
                  </a:lnTo>
                  <a:lnTo>
                    <a:pt x="17802" y="5059"/>
                  </a:lnTo>
                  <a:lnTo>
                    <a:pt x="17648" y="5136"/>
                  </a:lnTo>
                  <a:lnTo>
                    <a:pt x="17494" y="5175"/>
                  </a:lnTo>
                  <a:lnTo>
                    <a:pt x="17339" y="5175"/>
                  </a:lnTo>
                  <a:lnTo>
                    <a:pt x="17146" y="5136"/>
                  </a:lnTo>
                  <a:lnTo>
                    <a:pt x="16992" y="5059"/>
                  </a:lnTo>
                  <a:lnTo>
                    <a:pt x="16644" y="4789"/>
                  </a:lnTo>
                  <a:lnTo>
                    <a:pt x="16374" y="4480"/>
                  </a:lnTo>
                  <a:lnTo>
                    <a:pt x="16181" y="4210"/>
                  </a:lnTo>
                  <a:lnTo>
                    <a:pt x="15988" y="3901"/>
                  </a:lnTo>
                  <a:lnTo>
                    <a:pt x="15833" y="3592"/>
                  </a:lnTo>
                  <a:lnTo>
                    <a:pt x="15679" y="3283"/>
                  </a:lnTo>
                  <a:close/>
                  <a:moveTo>
                    <a:pt x="4635" y="541"/>
                  </a:moveTo>
                  <a:lnTo>
                    <a:pt x="5253" y="580"/>
                  </a:lnTo>
                  <a:lnTo>
                    <a:pt x="5832" y="696"/>
                  </a:lnTo>
                  <a:lnTo>
                    <a:pt x="6411" y="850"/>
                  </a:lnTo>
                  <a:lnTo>
                    <a:pt x="6990" y="1120"/>
                  </a:lnTo>
                  <a:lnTo>
                    <a:pt x="7492" y="1429"/>
                  </a:lnTo>
                  <a:lnTo>
                    <a:pt x="7917" y="1738"/>
                  </a:lnTo>
                  <a:lnTo>
                    <a:pt x="8303" y="2086"/>
                  </a:lnTo>
                  <a:lnTo>
                    <a:pt x="8651" y="2472"/>
                  </a:lnTo>
                  <a:lnTo>
                    <a:pt x="8960" y="2858"/>
                  </a:lnTo>
                  <a:lnTo>
                    <a:pt x="9539" y="3669"/>
                  </a:lnTo>
                  <a:lnTo>
                    <a:pt x="10157" y="4480"/>
                  </a:lnTo>
                  <a:lnTo>
                    <a:pt x="10388" y="4827"/>
                  </a:lnTo>
                  <a:lnTo>
                    <a:pt x="10697" y="5136"/>
                  </a:lnTo>
                  <a:lnTo>
                    <a:pt x="11006" y="5445"/>
                  </a:lnTo>
                  <a:lnTo>
                    <a:pt x="11354" y="5677"/>
                  </a:lnTo>
                  <a:lnTo>
                    <a:pt x="11701" y="5870"/>
                  </a:lnTo>
                  <a:lnTo>
                    <a:pt x="12126" y="5986"/>
                  </a:lnTo>
                  <a:lnTo>
                    <a:pt x="12512" y="6025"/>
                  </a:lnTo>
                  <a:lnTo>
                    <a:pt x="12976" y="5986"/>
                  </a:lnTo>
                  <a:lnTo>
                    <a:pt x="13323" y="5870"/>
                  </a:lnTo>
                  <a:lnTo>
                    <a:pt x="13632" y="5754"/>
                  </a:lnTo>
                  <a:lnTo>
                    <a:pt x="13902" y="5600"/>
                  </a:lnTo>
                  <a:lnTo>
                    <a:pt x="14173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9" y="4712"/>
                  </a:lnTo>
                  <a:lnTo>
                    <a:pt x="14984" y="4441"/>
                  </a:lnTo>
                  <a:lnTo>
                    <a:pt x="14752" y="5252"/>
                  </a:lnTo>
                  <a:lnTo>
                    <a:pt x="14443" y="5986"/>
                  </a:lnTo>
                  <a:lnTo>
                    <a:pt x="14057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0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7" y="10272"/>
                  </a:lnTo>
                  <a:lnTo>
                    <a:pt x="9616" y="10465"/>
                  </a:lnTo>
                  <a:lnTo>
                    <a:pt x="9075" y="10658"/>
                  </a:lnTo>
                  <a:lnTo>
                    <a:pt x="8496" y="10774"/>
                  </a:lnTo>
                  <a:lnTo>
                    <a:pt x="7956" y="10890"/>
                  </a:lnTo>
                  <a:lnTo>
                    <a:pt x="7376" y="10929"/>
                  </a:lnTo>
                  <a:lnTo>
                    <a:pt x="6836" y="10929"/>
                  </a:lnTo>
                  <a:lnTo>
                    <a:pt x="6257" y="10890"/>
                  </a:lnTo>
                  <a:lnTo>
                    <a:pt x="5716" y="10774"/>
                  </a:lnTo>
                  <a:lnTo>
                    <a:pt x="5175" y="10620"/>
                  </a:lnTo>
                  <a:lnTo>
                    <a:pt x="4635" y="10465"/>
                  </a:lnTo>
                  <a:lnTo>
                    <a:pt x="4133" y="10195"/>
                  </a:lnTo>
                  <a:lnTo>
                    <a:pt x="3631" y="9925"/>
                  </a:lnTo>
                  <a:lnTo>
                    <a:pt x="3129" y="9577"/>
                  </a:lnTo>
                  <a:lnTo>
                    <a:pt x="2665" y="9191"/>
                  </a:lnTo>
                  <a:lnTo>
                    <a:pt x="2202" y="8766"/>
                  </a:lnTo>
                  <a:lnTo>
                    <a:pt x="1777" y="8303"/>
                  </a:lnTo>
                  <a:lnTo>
                    <a:pt x="1430" y="7801"/>
                  </a:lnTo>
                  <a:lnTo>
                    <a:pt x="1082" y="7260"/>
                  </a:lnTo>
                  <a:lnTo>
                    <a:pt x="812" y="6720"/>
                  </a:lnTo>
                  <a:lnTo>
                    <a:pt x="619" y="6140"/>
                  </a:lnTo>
                  <a:lnTo>
                    <a:pt x="464" y="5523"/>
                  </a:lnTo>
                  <a:lnTo>
                    <a:pt x="426" y="4905"/>
                  </a:lnTo>
                  <a:lnTo>
                    <a:pt x="464" y="4287"/>
                  </a:lnTo>
                  <a:lnTo>
                    <a:pt x="619" y="3708"/>
                  </a:lnTo>
                  <a:lnTo>
                    <a:pt x="812" y="3128"/>
                  </a:lnTo>
                  <a:lnTo>
                    <a:pt x="1121" y="2588"/>
                  </a:lnTo>
                  <a:lnTo>
                    <a:pt x="1468" y="2086"/>
                  </a:lnTo>
                  <a:lnTo>
                    <a:pt x="1893" y="1661"/>
                  </a:lnTo>
                  <a:lnTo>
                    <a:pt x="2356" y="1275"/>
                  </a:lnTo>
                  <a:lnTo>
                    <a:pt x="2897" y="1005"/>
                  </a:lnTo>
                  <a:lnTo>
                    <a:pt x="3476" y="773"/>
                  </a:lnTo>
                  <a:lnTo>
                    <a:pt x="4056" y="618"/>
                  </a:lnTo>
                  <a:lnTo>
                    <a:pt x="4635" y="541"/>
                  </a:lnTo>
                  <a:close/>
                  <a:moveTo>
                    <a:pt x="16876" y="1"/>
                  </a:moveTo>
                  <a:lnTo>
                    <a:pt x="16683" y="39"/>
                  </a:lnTo>
                  <a:lnTo>
                    <a:pt x="16451" y="155"/>
                  </a:lnTo>
                  <a:lnTo>
                    <a:pt x="16258" y="271"/>
                  </a:lnTo>
                  <a:lnTo>
                    <a:pt x="16103" y="425"/>
                  </a:lnTo>
                  <a:lnTo>
                    <a:pt x="15949" y="580"/>
                  </a:lnTo>
                  <a:lnTo>
                    <a:pt x="15833" y="773"/>
                  </a:lnTo>
                  <a:lnTo>
                    <a:pt x="15717" y="1005"/>
                  </a:lnTo>
                  <a:lnTo>
                    <a:pt x="15601" y="1236"/>
                  </a:lnTo>
                  <a:lnTo>
                    <a:pt x="15486" y="1738"/>
                  </a:lnTo>
                  <a:lnTo>
                    <a:pt x="15447" y="2279"/>
                  </a:lnTo>
                  <a:lnTo>
                    <a:pt x="15486" y="2819"/>
                  </a:lnTo>
                  <a:lnTo>
                    <a:pt x="15370" y="2819"/>
                  </a:lnTo>
                  <a:lnTo>
                    <a:pt x="15331" y="2858"/>
                  </a:lnTo>
                  <a:lnTo>
                    <a:pt x="14906" y="2742"/>
                  </a:lnTo>
                  <a:lnTo>
                    <a:pt x="14443" y="2665"/>
                  </a:lnTo>
                  <a:lnTo>
                    <a:pt x="13980" y="2665"/>
                  </a:lnTo>
                  <a:lnTo>
                    <a:pt x="13516" y="2742"/>
                  </a:lnTo>
                  <a:lnTo>
                    <a:pt x="13169" y="2858"/>
                  </a:lnTo>
                  <a:lnTo>
                    <a:pt x="12976" y="2974"/>
                  </a:lnTo>
                  <a:lnTo>
                    <a:pt x="12783" y="3090"/>
                  </a:lnTo>
                  <a:lnTo>
                    <a:pt x="12628" y="3206"/>
                  </a:lnTo>
                  <a:lnTo>
                    <a:pt x="12512" y="3360"/>
                  </a:lnTo>
                  <a:lnTo>
                    <a:pt x="12396" y="3553"/>
                  </a:lnTo>
                  <a:lnTo>
                    <a:pt x="12396" y="3746"/>
                  </a:lnTo>
                  <a:lnTo>
                    <a:pt x="12396" y="3939"/>
                  </a:lnTo>
                  <a:lnTo>
                    <a:pt x="12474" y="4094"/>
                  </a:lnTo>
                  <a:lnTo>
                    <a:pt x="12628" y="4210"/>
                  </a:lnTo>
                  <a:lnTo>
                    <a:pt x="12783" y="4287"/>
                  </a:lnTo>
                  <a:lnTo>
                    <a:pt x="12976" y="4364"/>
                  </a:lnTo>
                  <a:lnTo>
                    <a:pt x="13169" y="4403"/>
                  </a:lnTo>
                  <a:lnTo>
                    <a:pt x="13516" y="4364"/>
                  </a:lnTo>
                  <a:lnTo>
                    <a:pt x="13864" y="4325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9" y="3823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4" y="4866"/>
                  </a:lnTo>
                  <a:lnTo>
                    <a:pt x="13941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30" y="5445"/>
                  </a:lnTo>
                  <a:lnTo>
                    <a:pt x="12744" y="5523"/>
                  </a:lnTo>
                  <a:lnTo>
                    <a:pt x="12396" y="5523"/>
                  </a:lnTo>
                  <a:lnTo>
                    <a:pt x="12049" y="5445"/>
                  </a:lnTo>
                  <a:lnTo>
                    <a:pt x="11740" y="5329"/>
                  </a:lnTo>
                  <a:lnTo>
                    <a:pt x="11431" y="5136"/>
                  </a:lnTo>
                  <a:lnTo>
                    <a:pt x="11122" y="4905"/>
                  </a:lnTo>
                  <a:lnTo>
                    <a:pt x="10852" y="4634"/>
                  </a:lnTo>
                  <a:lnTo>
                    <a:pt x="10543" y="4210"/>
                  </a:lnTo>
                  <a:lnTo>
                    <a:pt x="10195" y="3785"/>
                  </a:lnTo>
                  <a:lnTo>
                    <a:pt x="9616" y="2935"/>
                  </a:lnTo>
                  <a:lnTo>
                    <a:pt x="9307" y="2511"/>
                  </a:lnTo>
                  <a:lnTo>
                    <a:pt x="8960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7" y="966"/>
                  </a:lnTo>
                  <a:lnTo>
                    <a:pt x="7106" y="657"/>
                  </a:lnTo>
                  <a:lnTo>
                    <a:pt x="6527" y="425"/>
                  </a:lnTo>
                  <a:lnTo>
                    <a:pt x="5948" y="271"/>
                  </a:lnTo>
                  <a:lnTo>
                    <a:pt x="5330" y="155"/>
                  </a:lnTo>
                  <a:lnTo>
                    <a:pt x="4751" y="116"/>
                  </a:lnTo>
                  <a:lnTo>
                    <a:pt x="4133" y="155"/>
                  </a:lnTo>
                  <a:lnTo>
                    <a:pt x="3554" y="271"/>
                  </a:lnTo>
                  <a:lnTo>
                    <a:pt x="3283" y="348"/>
                  </a:lnTo>
                  <a:lnTo>
                    <a:pt x="2936" y="464"/>
                  </a:lnTo>
                  <a:lnTo>
                    <a:pt x="2588" y="618"/>
                  </a:lnTo>
                  <a:lnTo>
                    <a:pt x="2279" y="812"/>
                  </a:lnTo>
                  <a:lnTo>
                    <a:pt x="1932" y="1005"/>
                  </a:lnTo>
                  <a:lnTo>
                    <a:pt x="1661" y="1275"/>
                  </a:lnTo>
                  <a:lnTo>
                    <a:pt x="1353" y="1545"/>
                  </a:lnTo>
                  <a:lnTo>
                    <a:pt x="1082" y="1854"/>
                  </a:lnTo>
                  <a:lnTo>
                    <a:pt x="851" y="2163"/>
                  </a:lnTo>
                  <a:lnTo>
                    <a:pt x="542" y="2665"/>
                  </a:lnTo>
                  <a:lnTo>
                    <a:pt x="310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1" y="4712"/>
                  </a:lnTo>
                  <a:lnTo>
                    <a:pt x="40" y="5214"/>
                  </a:lnTo>
                  <a:lnTo>
                    <a:pt x="78" y="5716"/>
                  </a:lnTo>
                  <a:lnTo>
                    <a:pt x="194" y="6218"/>
                  </a:lnTo>
                  <a:lnTo>
                    <a:pt x="387" y="6720"/>
                  </a:lnTo>
                  <a:lnTo>
                    <a:pt x="580" y="7222"/>
                  </a:lnTo>
                  <a:lnTo>
                    <a:pt x="812" y="7685"/>
                  </a:lnTo>
                  <a:lnTo>
                    <a:pt x="1082" y="8110"/>
                  </a:lnTo>
                  <a:lnTo>
                    <a:pt x="1430" y="8573"/>
                  </a:lnTo>
                  <a:lnTo>
                    <a:pt x="1777" y="8959"/>
                  </a:lnTo>
                  <a:lnTo>
                    <a:pt x="2125" y="9384"/>
                  </a:lnTo>
                  <a:lnTo>
                    <a:pt x="2550" y="9732"/>
                  </a:lnTo>
                  <a:lnTo>
                    <a:pt x="3090" y="10156"/>
                  </a:lnTo>
                  <a:lnTo>
                    <a:pt x="3631" y="10504"/>
                  </a:lnTo>
                  <a:lnTo>
                    <a:pt x="4210" y="10774"/>
                  </a:lnTo>
                  <a:lnTo>
                    <a:pt x="4789" y="11044"/>
                  </a:lnTo>
                  <a:lnTo>
                    <a:pt x="5407" y="11199"/>
                  </a:lnTo>
                  <a:lnTo>
                    <a:pt x="6025" y="11353"/>
                  </a:lnTo>
                  <a:lnTo>
                    <a:pt x="6643" y="11392"/>
                  </a:lnTo>
                  <a:lnTo>
                    <a:pt x="7261" y="11431"/>
                  </a:lnTo>
                  <a:lnTo>
                    <a:pt x="7338" y="11585"/>
                  </a:lnTo>
                  <a:lnTo>
                    <a:pt x="7647" y="11392"/>
                  </a:lnTo>
                  <a:lnTo>
                    <a:pt x="8458" y="11315"/>
                  </a:lnTo>
                  <a:lnTo>
                    <a:pt x="9269" y="11122"/>
                  </a:lnTo>
                  <a:lnTo>
                    <a:pt x="10079" y="10813"/>
                  </a:lnTo>
                  <a:lnTo>
                    <a:pt x="10852" y="10465"/>
                  </a:lnTo>
                  <a:lnTo>
                    <a:pt x="11547" y="10040"/>
                  </a:lnTo>
                  <a:lnTo>
                    <a:pt x="12165" y="9577"/>
                  </a:lnTo>
                  <a:lnTo>
                    <a:pt x="12435" y="9384"/>
                  </a:lnTo>
                  <a:lnTo>
                    <a:pt x="13053" y="8805"/>
                  </a:lnTo>
                  <a:lnTo>
                    <a:pt x="13632" y="8187"/>
                  </a:lnTo>
                  <a:lnTo>
                    <a:pt x="14134" y="7492"/>
                  </a:lnTo>
                  <a:lnTo>
                    <a:pt x="14597" y="6797"/>
                  </a:lnTo>
                  <a:lnTo>
                    <a:pt x="14945" y="6025"/>
                  </a:lnTo>
                  <a:lnTo>
                    <a:pt x="15099" y="5638"/>
                  </a:lnTo>
                  <a:lnTo>
                    <a:pt x="15254" y="5214"/>
                  </a:lnTo>
                  <a:lnTo>
                    <a:pt x="15331" y="4827"/>
                  </a:lnTo>
                  <a:lnTo>
                    <a:pt x="15408" y="4403"/>
                  </a:lnTo>
                  <a:lnTo>
                    <a:pt x="15486" y="4017"/>
                  </a:lnTo>
                  <a:lnTo>
                    <a:pt x="15486" y="3592"/>
                  </a:lnTo>
                  <a:lnTo>
                    <a:pt x="15679" y="4055"/>
                  </a:lnTo>
                  <a:lnTo>
                    <a:pt x="15949" y="4480"/>
                  </a:lnTo>
                  <a:lnTo>
                    <a:pt x="16258" y="4866"/>
                  </a:lnTo>
                  <a:lnTo>
                    <a:pt x="16605" y="5214"/>
                  </a:lnTo>
                  <a:lnTo>
                    <a:pt x="16760" y="5368"/>
                  </a:lnTo>
                  <a:lnTo>
                    <a:pt x="16992" y="5484"/>
                  </a:lnTo>
                  <a:lnTo>
                    <a:pt x="17185" y="5561"/>
                  </a:lnTo>
                  <a:lnTo>
                    <a:pt x="17416" y="5638"/>
                  </a:lnTo>
                  <a:lnTo>
                    <a:pt x="17609" y="5677"/>
                  </a:lnTo>
                  <a:lnTo>
                    <a:pt x="17841" y="5638"/>
                  </a:lnTo>
                  <a:lnTo>
                    <a:pt x="18034" y="5523"/>
                  </a:lnTo>
                  <a:lnTo>
                    <a:pt x="18189" y="5329"/>
                  </a:lnTo>
                  <a:lnTo>
                    <a:pt x="18304" y="5136"/>
                  </a:lnTo>
                  <a:lnTo>
                    <a:pt x="18343" y="4943"/>
                  </a:lnTo>
                  <a:lnTo>
                    <a:pt x="18304" y="4712"/>
                  </a:lnTo>
                  <a:lnTo>
                    <a:pt x="18266" y="4519"/>
                  </a:lnTo>
                  <a:lnTo>
                    <a:pt x="18189" y="4287"/>
                  </a:lnTo>
                  <a:lnTo>
                    <a:pt x="18073" y="4132"/>
                  </a:lnTo>
                  <a:lnTo>
                    <a:pt x="17957" y="3939"/>
                  </a:lnTo>
                  <a:lnTo>
                    <a:pt x="17802" y="3785"/>
                  </a:lnTo>
                  <a:lnTo>
                    <a:pt x="17648" y="3630"/>
                  </a:lnTo>
                  <a:lnTo>
                    <a:pt x="17416" y="3476"/>
                  </a:lnTo>
                  <a:lnTo>
                    <a:pt x="16953" y="3244"/>
                  </a:lnTo>
                  <a:lnTo>
                    <a:pt x="16490" y="3051"/>
                  </a:lnTo>
                  <a:lnTo>
                    <a:pt x="15988" y="2935"/>
                  </a:lnTo>
                  <a:lnTo>
                    <a:pt x="16412" y="2781"/>
                  </a:lnTo>
                  <a:lnTo>
                    <a:pt x="16837" y="2511"/>
                  </a:lnTo>
                  <a:lnTo>
                    <a:pt x="17185" y="2202"/>
                  </a:lnTo>
                  <a:lnTo>
                    <a:pt x="17494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4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1" y="194"/>
                  </a:lnTo>
                  <a:lnTo>
                    <a:pt x="17455" y="116"/>
                  </a:lnTo>
                  <a:lnTo>
                    <a:pt x="17339" y="39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21"/>
            <p:cNvSpPr/>
            <p:nvPr/>
          </p:nvSpPr>
          <p:spPr>
            <a:xfrm>
              <a:off x="2141825" y="3698800"/>
              <a:ext cx="126500" cy="70500"/>
            </a:xfrm>
            <a:custGeom>
              <a:avLst/>
              <a:gdLst/>
              <a:ahLst/>
              <a:cxnLst/>
              <a:rect l="l" t="t" r="r" b="b"/>
              <a:pathLst>
                <a:path w="5060" h="2820" extrusionOk="0">
                  <a:moveTo>
                    <a:pt x="4905" y="0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3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0"/>
                  </a:lnTo>
                  <a:lnTo>
                    <a:pt x="1" y="2587"/>
                  </a:lnTo>
                  <a:lnTo>
                    <a:pt x="39" y="2703"/>
                  </a:lnTo>
                  <a:lnTo>
                    <a:pt x="116" y="2781"/>
                  </a:lnTo>
                  <a:lnTo>
                    <a:pt x="387" y="2819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1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21"/>
            <p:cNvSpPr/>
            <p:nvPr/>
          </p:nvSpPr>
          <p:spPr>
            <a:xfrm>
              <a:off x="436975" y="3704575"/>
              <a:ext cx="144825" cy="162225"/>
            </a:xfrm>
            <a:custGeom>
              <a:avLst/>
              <a:gdLst/>
              <a:ahLst/>
              <a:cxnLst/>
              <a:rect l="l" t="t" r="r" b="b"/>
              <a:pathLst>
                <a:path w="5793" h="6489" extrusionOk="0">
                  <a:moveTo>
                    <a:pt x="2240" y="426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6" y="735"/>
                  </a:lnTo>
                  <a:lnTo>
                    <a:pt x="4171" y="1005"/>
                  </a:lnTo>
                  <a:lnTo>
                    <a:pt x="4557" y="1314"/>
                  </a:lnTo>
                  <a:lnTo>
                    <a:pt x="4750" y="1507"/>
                  </a:lnTo>
                  <a:lnTo>
                    <a:pt x="4905" y="1739"/>
                  </a:lnTo>
                  <a:lnTo>
                    <a:pt x="5021" y="1932"/>
                  </a:lnTo>
                  <a:lnTo>
                    <a:pt x="5136" y="2163"/>
                  </a:lnTo>
                  <a:lnTo>
                    <a:pt x="5214" y="2434"/>
                  </a:lnTo>
                  <a:lnTo>
                    <a:pt x="5291" y="2704"/>
                  </a:lnTo>
                  <a:lnTo>
                    <a:pt x="5330" y="3167"/>
                  </a:lnTo>
                  <a:lnTo>
                    <a:pt x="5330" y="3631"/>
                  </a:lnTo>
                  <a:lnTo>
                    <a:pt x="5214" y="4133"/>
                  </a:lnTo>
                  <a:lnTo>
                    <a:pt x="5021" y="4558"/>
                  </a:lnTo>
                  <a:lnTo>
                    <a:pt x="4789" y="4982"/>
                  </a:lnTo>
                  <a:lnTo>
                    <a:pt x="4480" y="5330"/>
                  </a:lnTo>
                  <a:lnTo>
                    <a:pt x="4287" y="5484"/>
                  </a:lnTo>
                  <a:lnTo>
                    <a:pt x="4094" y="5639"/>
                  </a:lnTo>
                  <a:lnTo>
                    <a:pt x="3901" y="5755"/>
                  </a:lnTo>
                  <a:lnTo>
                    <a:pt x="3669" y="5832"/>
                  </a:lnTo>
                  <a:lnTo>
                    <a:pt x="3360" y="5948"/>
                  </a:lnTo>
                  <a:lnTo>
                    <a:pt x="3090" y="5986"/>
                  </a:lnTo>
                  <a:lnTo>
                    <a:pt x="2820" y="6025"/>
                  </a:lnTo>
                  <a:lnTo>
                    <a:pt x="2549" y="5986"/>
                  </a:lnTo>
                  <a:lnTo>
                    <a:pt x="2279" y="5948"/>
                  </a:lnTo>
                  <a:lnTo>
                    <a:pt x="2047" y="5870"/>
                  </a:lnTo>
                  <a:lnTo>
                    <a:pt x="1854" y="5755"/>
                  </a:lnTo>
                  <a:lnTo>
                    <a:pt x="1622" y="5639"/>
                  </a:lnTo>
                  <a:lnTo>
                    <a:pt x="1429" y="5484"/>
                  </a:lnTo>
                  <a:lnTo>
                    <a:pt x="1275" y="5291"/>
                  </a:lnTo>
                  <a:lnTo>
                    <a:pt x="1082" y="5098"/>
                  </a:lnTo>
                  <a:lnTo>
                    <a:pt x="966" y="4905"/>
                  </a:lnTo>
                  <a:lnTo>
                    <a:pt x="696" y="4442"/>
                  </a:lnTo>
                  <a:lnTo>
                    <a:pt x="541" y="3901"/>
                  </a:lnTo>
                  <a:lnTo>
                    <a:pt x="425" y="3399"/>
                  </a:lnTo>
                  <a:lnTo>
                    <a:pt x="425" y="2858"/>
                  </a:lnTo>
                  <a:lnTo>
                    <a:pt x="503" y="2318"/>
                  </a:lnTo>
                  <a:lnTo>
                    <a:pt x="541" y="2048"/>
                  </a:lnTo>
                  <a:lnTo>
                    <a:pt x="657" y="1816"/>
                  </a:lnTo>
                  <a:lnTo>
                    <a:pt x="734" y="1584"/>
                  </a:lnTo>
                  <a:lnTo>
                    <a:pt x="889" y="1352"/>
                  </a:lnTo>
                  <a:lnTo>
                    <a:pt x="1043" y="1159"/>
                  </a:lnTo>
                  <a:lnTo>
                    <a:pt x="1236" y="1005"/>
                  </a:lnTo>
                  <a:lnTo>
                    <a:pt x="1429" y="812"/>
                  </a:lnTo>
                  <a:lnTo>
                    <a:pt x="1661" y="696"/>
                  </a:lnTo>
                  <a:lnTo>
                    <a:pt x="1893" y="580"/>
                  </a:lnTo>
                  <a:lnTo>
                    <a:pt x="2202" y="503"/>
                  </a:lnTo>
                  <a:lnTo>
                    <a:pt x="2240" y="464"/>
                  </a:lnTo>
                  <a:lnTo>
                    <a:pt x="2240" y="426"/>
                  </a:lnTo>
                  <a:close/>
                  <a:moveTo>
                    <a:pt x="2279" y="1"/>
                  </a:moveTo>
                  <a:lnTo>
                    <a:pt x="1970" y="40"/>
                  </a:lnTo>
                  <a:lnTo>
                    <a:pt x="1893" y="78"/>
                  </a:lnTo>
                  <a:lnTo>
                    <a:pt x="1816" y="117"/>
                  </a:lnTo>
                  <a:lnTo>
                    <a:pt x="1816" y="194"/>
                  </a:lnTo>
                  <a:lnTo>
                    <a:pt x="1816" y="271"/>
                  </a:lnTo>
                  <a:lnTo>
                    <a:pt x="1507" y="349"/>
                  </a:lnTo>
                  <a:lnTo>
                    <a:pt x="1275" y="464"/>
                  </a:lnTo>
                  <a:lnTo>
                    <a:pt x="1043" y="619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8"/>
                  </a:lnTo>
                  <a:lnTo>
                    <a:pt x="348" y="1430"/>
                  </a:lnTo>
                  <a:lnTo>
                    <a:pt x="232" y="1661"/>
                  </a:lnTo>
                  <a:lnTo>
                    <a:pt x="117" y="1932"/>
                  </a:lnTo>
                  <a:lnTo>
                    <a:pt x="78" y="2202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1"/>
                  </a:lnTo>
                  <a:lnTo>
                    <a:pt x="271" y="4519"/>
                  </a:lnTo>
                  <a:lnTo>
                    <a:pt x="387" y="4828"/>
                  </a:lnTo>
                  <a:lnTo>
                    <a:pt x="541" y="5098"/>
                  </a:lnTo>
                  <a:lnTo>
                    <a:pt x="696" y="5330"/>
                  </a:lnTo>
                  <a:lnTo>
                    <a:pt x="850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1"/>
                  </a:lnTo>
                  <a:lnTo>
                    <a:pt x="1738" y="6257"/>
                  </a:lnTo>
                  <a:lnTo>
                    <a:pt x="2009" y="6372"/>
                  </a:lnTo>
                  <a:lnTo>
                    <a:pt x="2279" y="6450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50"/>
                  </a:lnTo>
                  <a:lnTo>
                    <a:pt x="3553" y="6372"/>
                  </a:lnTo>
                  <a:lnTo>
                    <a:pt x="3862" y="6257"/>
                  </a:lnTo>
                  <a:lnTo>
                    <a:pt x="4132" y="6141"/>
                  </a:lnTo>
                  <a:lnTo>
                    <a:pt x="4403" y="5986"/>
                  </a:lnTo>
                  <a:lnTo>
                    <a:pt x="4634" y="5793"/>
                  </a:lnTo>
                  <a:lnTo>
                    <a:pt x="4866" y="5600"/>
                  </a:lnTo>
                  <a:lnTo>
                    <a:pt x="5059" y="5368"/>
                  </a:lnTo>
                  <a:lnTo>
                    <a:pt x="5214" y="5137"/>
                  </a:lnTo>
                  <a:lnTo>
                    <a:pt x="5368" y="4866"/>
                  </a:lnTo>
                  <a:lnTo>
                    <a:pt x="5523" y="4635"/>
                  </a:lnTo>
                  <a:lnTo>
                    <a:pt x="5638" y="4326"/>
                  </a:lnTo>
                  <a:lnTo>
                    <a:pt x="5716" y="4056"/>
                  </a:lnTo>
                  <a:lnTo>
                    <a:pt x="5754" y="3747"/>
                  </a:lnTo>
                  <a:lnTo>
                    <a:pt x="5793" y="3438"/>
                  </a:lnTo>
                  <a:lnTo>
                    <a:pt x="5793" y="3129"/>
                  </a:lnTo>
                  <a:lnTo>
                    <a:pt x="5793" y="2858"/>
                  </a:lnTo>
                  <a:lnTo>
                    <a:pt x="5716" y="2550"/>
                  </a:lnTo>
                  <a:lnTo>
                    <a:pt x="5638" y="2241"/>
                  </a:lnTo>
                  <a:lnTo>
                    <a:pt x="5523" y="1932"/>
                  </a:lnTo>
                  <a:lnTo>
                    <a:pt x="5368" y="1661"/>
                  </a:lnTo>
                  <a:lnTo>
                    <a:pt x="5214" y="1391"/>
                  </a:lnTo>
                  <a:lnTo>
                    <a:pt x="5021" y="1159"/>
                  </a:lnTo>
                  <a:lnTo>
                    <a:pt x="4828" y="928"/>
                  </a:lnTo>
                  <a:lnTo>
                    <a:pt x="4596" y="735"/>
                  </a:lnTo>
                  <a:lnTo>
                    <a:pt x="4326" y="542"/>
                  </a:lnTo>
                  <a:lnTo>
                    <a:pt x="4094" y="387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21"/>
            <p:cNvSpPr/>
            <p:nvPr/>
          </p:nvSpPr>
          <p:spPr>
            <a:xfrm>
              <a:off x="6171275" y="3733550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3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21"/>
            <p:cNvSpPr/>
            <p:nvPr/>
          </p:nvSpPr>
          <p:spPr>
            <a:xfrm>
              <a:off x="6036125" y="3735475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8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5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3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6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8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6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9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5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9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6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21"/>
            <p:cNvSpPr/>
            <p:nvPr/>
          </p:nvSpPr>
          <p:spPr>
            <a:xfrm>
              <a:off x="2084875" y="3742225"/>
              <a:ext cx="66625" cy="99475"/>
            </a:xfrm>
            <a:custGeom>
              <a:avLst/>
              <a:gdLst/>
              <a:ahLst/>
              <a:cxnLst/>
              <a:rect l="l" t="t" r="r" b="b"/>
              <a:pathLst>
                <a:path w="2665" h="3979" extrusionOk="0">
                  <a:moveTo>
                    <a:pt x="850" y="1"/>
                  </a:moveTo>
                  <a:lnTo>
                    <a:pt x="502" y="155"/>
                  </a:lnTo>
                  <a:lnTo>
                    <a:pt x="618" y="233"/>
                  </a:lnTo>
                  <a:lnTo>
                    <a:pt x="464" y="619"/>
                  </a:lnTo>
                  <a:lnTo>
                    <a:pt x="271" y="1082"/>
                  </a:lnTo>
                  <a:lnTo>
                    <a:pt x="116" y="1623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74"/>
                  </a:lnTo>
                  <a:lnTo>
                    <a:pt x="77" y="3206"/>
                  </a:lnTo>
                  <a:lnTo>
                    <a:pt x="155" y="3399"/>
                  </a:lnTo>
                  <a:lnTo>
                    <a:pt x="309" y="3592"/>
                  </a:lnTo>
                  <a:lnTo>
                    <a:pt x="464" y="3747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78"/>
                  </a:lnTo>
                  <a:lnTo>
                    <a:pt x="1313" y="3940"/>
                  </a:lnTo>
                  <a:lnTo>
                    <a:pt x="1506" y="3824"/>
                  </a:lnTo>
                  <a:lnTo>
                    <a:pt x="1661" y="3708"/>
                  </a:lnTo>
                  <a:lnTo>
                    <a:pt x="1815" y="3515"/>
                  </a:lnTo>
                  <a:lnTo>
                    <a:pt x="1970" y="3322"/>
                  </a:lnTo>
                  <a:lnTo>
                    <a:pt x="2085" y="3090"/>
                  </a:lnTo>
                  <a:lnTo>
                    <a:pt x="2317" y="2550"/>
                  </a:lnTo>
                  <a:lnTo>
                    <a:pt x="2510" y="2009"/>
                  </a:lnTo>
                  <a:lnTo>
                    <a:pt x="2626" y="1507"/>
                  </a:lnTo>
                  <a:lnTo>
                    <a:pt x="2665" y="1082"/>
                  </a:lnTo>
                  <a:lnTo>
                    <a:pt x="2394" y="1044"/>
                  </a:lnTo>
                  <a:lnTo>
                    <a:pt x="2008" y="2048"/>
                  </a:lnTo>
                  <a:lnTo>
                    <a:pt x="1738" y="2704"/>
                  </a:lnTo>
                  <a:lnTo>
                    <a:pt x="1545" y="3052"/>
                  </a:lnTo>
                  <a:lnTo>
                    <a:pt x="1468" y="3206"/>
                  </a:lnTo>
                  <a:lnTo>
                    <a:pt x="1313" y="3322"/>
                  </a:lnTo>
                  <a:lnTo>
                    <a:pt x="1159" y="3322"/>
                  </a:lnTo>
                  <a:lnTo>
                    <a:pt x="966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936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79" y="2086"/>
                  </a:lnTo>
                  <a:lnTo>
                    <a:pt x="618" y="1623"/>
                  </a:lnTo>
                  <a:lnTo>
                    <a:pt x="734" y="1198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21"/>
            <p:cNvSpPr/>
            <p:nvPr/>
          </p:nvSpPr>
          <p:spPr>
            <a:xfrm>
              <a:off x="3315725" y="3754775"/>
              <a:ext cx="374575" cy="387150"/>
            </a:xfrm>
            <a:custGeom>
              <a:avLst/>
              <a:gdLst/>
              <a:ahLst/>
              <a:cxnLst/>
              <a:rect l="l" t="t" r="r" b="b"/>
              <a:pathLst>
                <a:path w="14983" h="15486" extrusionOk="0">
                  <a:moveTo>
                    <a:pt x="7453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44"/>
                  </a:lnTo>
                  <a:lnTo>
                    <a:pt x="10697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40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80" y="9230"/>
                  </a:lnTo>
                  <a:lnTo>
                    <a:pt x="4171" y="10041"/>
                  </a:lnTo>
                  <a:lnTo>
                    <a:pt x="3978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53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9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53" y="503"/>
                  </a:lnTo>
                  <a:close/>
                  <a:moveTo>
                    <a:pt x="11932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13" y="3206"/>
                  </a:lnTo>
                  <a:lnTo>
                    <a:pt x="13322" y="3669"/>
                  </a:lnTo>
                  <a:lnTo>
                    <a:pt x="13593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2"/>
                  </a:lnTo>
                  <a:lnTo>
                    <a:pt x="11392" y="7145"/>
                  </a:lnTo>
                  <a:lnTo>
                    <a:pt x="10658" y="7415"/>
                  </a:lnTo>
                  <a:lnTo>
                    <a:pt x="9924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8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8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2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1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7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30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42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19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1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286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39"/>
                  </a:lnTo>
                  <a:lnTo>
                    <a:pt x="3051" y="13477"/>
                  </a:lnTo>
                  <a:lnTo>
                    <a:pt x="2974" y="13516"/>
                  </a:lnTo>
                  <a:lnTo>
                    <a:pt x="3051" y="13362"/>
                  </a:lnTo>
                  <a:lnTo>
                    <a:pt x="3167" y="13207"/>
                  </a:lnTo>
                  <a:lnTo>
                    <a:pt x="3321" y="13130"/>
                  </a:lnTo>
                  <a:lnTo>
                    <a:pt x="3476" y="13014"/>
                  </a:lnTo>
                  <a:lnTo>
                    <a:pt x="3669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1" y="13362"/>
                  </a:lnTo>
                  <a:lnTo>
                    <a:pt x="11894" y="13477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11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7" y="12860"/>
                  </a:lnTo>
                  <a:close/>
                  <a:moveTo>
                    <a:pt x="7569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46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6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4" y="14520"/>
                  </a:lnTo>
                  <a:lnTo>
                    <a:pt x="4093" y="14597"/>
                  </a:lnTo>
                  <a:lnTo>
                    <a:pt x="4518" y="14829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60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9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2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4" y="233"/>
                  </a:lnTo>
                  <a:lnTo>
                    <a:pt x="8766" y="117"/>
                  </a:lnTo>
                  <a:lnTo>
                    <a:pt x="8187" y="40"/>
                  </a:lnTo>
                  <a:lnTo>
                    <a:pt x="756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21"/>
            <p:cNvSpPr/>
            <p:nvPr/>
          </p:nvSpPr>
          <p:spPr>
            <a:xfrm>
              <a:off x="514200" y="3860000"/>
              <a:ext cx="302200" cy="155450"/>
            </a:xfrm>
            <a:custGeom>
              <a:avLst/>
              <a:gdLst/>
              <a:ahLst/>
              <a:cxnLst/>
              <a:rect l="l" t="t" r="r" b="b"/>
              <a:pathLst>
                <a:path w="12088" h="6218" extrusionOk="0">
                  <a:moveTo>
                    <a:pt x="11740" y="1"/>
                  </a:moveTo>
                  <a:lnTo>
                    <a:pt x="11663" y="40"/>
                  </a:lnTo>
                  <a:lnTo>
                    <a:pt x="11585" y="78"/>
                  </a:lnTo>
                  <a:lnTo>
                    <a:pt x="11508" y="117"/>
                  </a:lnTo>
                  <a:lnTo>
                    <a:pt x="11469" y="233"/>
                  </a:lnTo>
                  <a:lnTo>
                    <a:pt x="11469" y="310"/>
                  </a:lnTo>
                  <a:lnTo>
                    <a:pt x="11508" y="426"/>
                  </a:lnTo>
                  <a:lnTo>
                    <a:pt x="11585" y="580"/>
                  </a:lnTo>
                  <a:lnTo>
                    <a:pt x="11624" y="773"/>
                  </a:lnTo>
                  <a:lnTo>
                    <a:pt x="11585" y="966"/>
                  </a:lnTo>
                  <a:lnTo>
                    <a:pt x="11508" y="1121"/>
                  </a:lnTo>
                  <a:lnTo>
                    <a:pt x="11392" y="1275"/>
                  </a:lnTo>
                  <a:lnTo>
                    <a:pt x="11276" y="1430"/>
                  </a:lnTo>
                  <a:lnTo>
                    <a:pt x="10929" y="1739"/>
                  </a:lnTo>
                  <a:lnTo>
                    <a:pt x="10504" y="2009"/>
                  </a:lnTo>
                  <a:lnTo>
                    <a:pt x="10079" y="2241"/>
                  </a:lnTo>
                  <a:lnTo>
                    <a:pt x="9423" y="2588"/>
                  </a:lnTo>
                  <a:lnTo>
                    <a:pt x="9037" y="2781"/>
                  </a:lnTo>
                  <a:lnTo>
                    <a:pt x="9037" y="2704"/>
                  </a:lnTo>
                  <a:lnTo>
                    <a:pt x="8960" y="2627"/>
                  </a:lnTo>
                  <a:lnTo>
                    <a:pt x="8496" y="2202"/>
                  </a:lnTo>
                  <a:lnTo>
                    <a:pt x="8110" y="1700"/>
                  </a:lnTo>
                  <a:lnTo>
                    <a:pt x="7840" y="1893"/>
                  </a:lnTo>
                  <a:lnTo>
                    <a:pt x="7994" y="2202"/>
                  </a:lnTo>
                  <a:lnTo>
                    <a:pt x="8187" y="2511"/>
                  </a:lnTo>
                  <a:lnTo>
                    <a:pt x="8419" y="2781"/>
                  </a:lnTo>
                  <a:lnTo>
                    <a:pt x="8651" y="2974"/>
                  </a:lnTo>
                  <a:lnTo>
                    <a:pt x="7608" y="3515"/>
                  </a:lnTo>
                  <a:lnTo>
                    <a:pt x="6565" y="3978"/>
                  </a:lnTo>
                  <a:lnTo>
                    <a:pt x="5252" y="4519"/>
                  </a:lnTo>
                  <a:lnTo>
                    <a:pt x="3940" y="4982"/>
                  </a:lnTo>
                  <a:lnTo>
                    <a:pt x="3669" y="5059"/>
                  </a:lnTo>
                  <a:lnTo>
                    <a:pt x="3708" y="4712"/>
                  </a:lnTo>
                  <a:lnTo>
                    <a:pt x="3631" y="4364"/>
                  </a:lnTo>
                  <a:lnTo>
                    <a:pt x="3515" y="4055"/>
                  </a:lnTo>
                  <a:lnTo>
                    <a:pt x="3322" y="3708"/>
                  </a:lnTo>
                  <a:lnTo>
                    <a:pt x="3013" y="3901"/>
                  </a:lnTo>
                  <a:lnTo>
                    <a:pt x="3129" y="4171"/>
                  </a:lnTo>
                  <a:lnTo>
                    <a:pt x="3206" y="4442"/>
                  </a:lnTo>
                  <a:lnTo>
                    <a:pt x="3245" y="4866"/>
                  </a:lnTo>
                  <a:lnTo>
                    <a:pt x="3245" y="5253"/>
                  </a:lnTo>
                  <a:lnTo>
                    <a:pt x="2356" y="5523"/>
                  </a:lnTo>
                  <a:lnTo>
                    <a:pt x="1893" y="5639"/>
                  </a:lnTo>
                  <a:lnTo>
                    <a:pt x="1430" y="5677"/>
                  </a:lnTo>
                  <a:lnTo>
                    <a:pt x="1043" y="5716"/>
                  </a:lnTo>
                  <a:lnTo>
                    <a:pt x="850" y="5716"/>
                  </a:lnTo>
                  <a:lnTo>
                    <a:pt x="696" y="5677"/>
                  </a:lnTo>
                  <a:lnTo>
                    <a:pt x="580" y="5600"/>
                  </a:lnTo>
                  <a:lnTo>
                    <a:pt x="464" y="5523"/>
                  </a:lnTo>
                  <a:lnTo>
                    <a:pt x="387" y="5407"/>
                  </a:lnTo>
                  <a:lnTo>
                    <a:pt x="348" y="5291"/>
                  </a:lnTo>
                  <a:lnTo>
                    <a:pt x="310" y="5214"/>
                  </a:lnTo>
                  <a:lnTo>
                    <a:pt x="271" y="5175"/>
                  </a:lnTo>
                  <a:lnTo>
                    <a:pt x="155" y="5137"/>
                  </a:lnTo>
                  <a:lnTo>
                    <a:pt x="78" y="5175"/>
                  </a:lnTo>
                  <a:lnTo>
                    <a:pt x="39" y="5214"/>
                  </a:lnTo>
                  <a:lnTo>
                    <a:pt x="1" y="5291"/>
                  </a:lnTo>
                  <a:lnTo>
                    <a:pt x="1" y="5446"/>
                  </a:lnTo>
                  <a:lnTo>
                    <a:pt x="39" y="5600"/>
                  </a:lnTo>
                  <a:lnTo>
                    <a:pt x="78" y="5755"/>
                  </a:lnTo>
                  <a:lnTo>
                    <a:pt x="155" y="5870"/>
                  </a:lnTo>
                  <a:lnTo>
                    <a:pt x="233" y="5948"/>
                  </a:lnTo>
                  <a:lnTo>
                    <a:pt x="310" y="6025"/>
                  </a:lnTo>
                  <a:lnTo>
                    <a:pt x="541" y="6141"/>
                  </a:lnTo>
                  <a:lnTo>
                    <a:pt x="812" y="6179"/>
                  </a:lnTo>
                  <a:lnTo>
                    <a:pt x="1121" y="6218"/>
                  </a:lnTo>
                  <a:lnTo>
                    <a:pt x="1430" y="6179"/>
                  </a:lnTo>
                  <a:lnTo>
                    <a:pt x="1700" y="6141"/>
                  </a:lnTo>
                  <a:lnTo>
                    <a:pt x="2897" y="5832"/>
                  </a:lnTo>
                  <a:lnTo>
                    <a:pt x="4094" y="5446"/>
                  </a:lnTo>
                  <a:lnTo>
                    <a:pt x="5291" y="5021"/>
                  </a:lnTo>
                  <a:lnTo>
                    <a:pt x="6450" y="4557"/>
                  </a:lnTo>
                  <a:lnTo>
                    <a:pt x="7531" y="4094"/>
                  </a:lnTo>
                  <a:lnTo>
                    <a:pt x="8573" y="3592"/>
                  </a:lnTo>
                  <a:lnTo>
                    <a:pt x="9616" y="3052"/>
                  </a:lnTo>
                  <a:lnTo>
                    <a:pt x="10620" y="2472"/>
                  </a:lnTo>
                  <a:lnTo>
                    <a:pt x="10929" y="2279"/>
                  </a:lnTo>
                  <a:lnTo>
                    <a:pt x="11276" y="2048"/>
                  </a:lnTo>
                  <a:lnTo>
                    <a:pt x="11547" y="1777"/>
                  </a:lnTo>
                  <a:lnTo>
                    <a:pt x="11817" y="1507"/>
                  </a:lnTo>
                  <a:lnTo>
                    <a:pt x="12010" y="1198"/>
                  </a:lnTo>
                  <a:lnTo>
                    <a:pt x="12049" y="1044"/>
                  </a:lnTo>
                  <a:lnTo>
                    <a:pt x="12087" y="889"/>
                  </a:lnTo>
                  <a:lnTo>
                    <a:pt x="12087" y="696"/>
                  </a:lnTo>
                  <a:lnTo>
                    <a:pt x="12049" y="503"/>
                  </a:lnTo>
                  <a:lnTo>
                    <a:pt x="12010" y="310"/>
                  </a:lnTo>
                  <a:lnTo>
                    <a:pt x="11894" y="117"/>
                  </a:lnTo>
                  <a:lnTo>
                    <a:pt x="11817" y="40"/>
                  </a:lnTo>
                  <a:lnTo>
                    <a:pt x="1174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21"/>
            <p:cNvSpPr/>
            <p:nvPr/>
          </p:nvSpPr>
          <p:spPr>
            <a:xfrm>
              <a:off x="6274575" y="3873525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21"/>
            <p:cNvSpPr/>
            <p:nvPr/>
          </p:nvSpPr>
          <p:spPr>
            <a:xfrm>
              <a:off x="6223425" y="3874500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21"/>
            <p:cNvSpPr/>
            <p:nvPr/>
          </p:nvSpPr>
          <p:spPr>
            <a:xfrm>
              <a:off x="1572250" y="3880275"/>
              <a:ext cx="267450" cy="210475"/>
            </a:xfrm>
            <a:custGeom>
              <a:avLst/>
              <a:gdLst/>
              <a:ahLst/>
              <a:cxnLst/>
              <a:rect l="l" t="t" r="r" b="b"/>
              <a:pathLst>
                <a:path w="10698" h="8419" extrusionOk="0">
                  <a:moveTo>
                    <a:pt x="155" y="1"/>
                  </a:moveTo>
                  <a:lnTo>
                    <a:pt x="1" y="233"/>
                  </a:lnTo>
                  <a:lnTo>
                    <a:pt x="1391" y="1314"/>
                  </a:lnTo>
                  <a:lnTo>
                    <a:pt x="2781" y="2395"/>
                  </a:lnTo>
                  <a:lnTo>
                    <a:pt x="4210" y="3476"/>
                  </a:lnTo>
                  <a:lnTo>
                    <a:pt x="5600" y="4596"/>
                  </a:lnTo>
                  <a:lnTo>
                    <a:pt x="6951" y="5677"/>
                  </a:lnTo>
                  <a:lnTo>
                    <a:pt x="8303" y="6797"/>
                  </a:lnTo>
                  <a:lnTo>
                    <a:pt x="9616" y="7917"/>
                  </a:lnTo>
                  <a:lnTo>
                    <a:pt x="9963" y="8226"/>
                  </a:lnTo>
                  <a:lnTo>
                    <a:pt x="10118" y="8342"/>
                  </a:lnTo>
                  <a:lnTo>
                    <a:pt x="10311" y="8419"/>
                  </a:lnTo>
                  <a:lnTo>
                    <a:pt x="10658" y="8380"/>
                  </a:lnTo>
                  <a:lnTo>
                    <a:pt x="10697" y="8264"/>
                  </a:lnTo>
                  <a:lnTo>
                    <a:pt x="10697" y="8149"/>
                  </a:lnTo>
                  <a:lnTo>
                    <a:pt x="10658" y="8033"/>
                  </a:lnTo>
                  <a:lnTo>
                    <a:pt x="10658" y="7994"/>
                  </a:lnTo>
                  <a:lnTo>
                    <a:pt x="10311" y="7917"/>
                  </a:lnTo>
                  <a:lnTo>
                    <a:pt x="10002" y="6952"/>
                  </a:lnTo>
                  <a:lnTo>
                    <a:pt x="9654" y="5986"/>
                  </a:lnTo>
                  <a:lnTo>
                    <a:pt x="8882" y="4094"/>
                  </a:lnTo>
                  <a:lnTo>
                    <a:pt x="8380" y="2781"/>
                  </a:lnTo>
                  <a:lnTo>
                    <a:pt x="7994" y="2936"/>
                  </a:lnTo>
                  <a:lnTo>
                    <a:pt x="8419" y="3940"/>
                  </a:lnTo>
                  <a:lnTo>
                    <a:pt x="9037" y="5677"/>
                  </a:lnTo>
                  <a:lnTo>
                    <a:pt x="9346" y="6565"/>
                  </a:lnTo>
                  <a:lnTo>
                    <a:pt x="9654" y="7415"/>
                  </a:lnTo>
                  <a:lnTo>
                    <a:pt x="9230" y="7029"/>
                  </a:lnTo>
                  <a:lnTo>
                    <a:pt x="7994" y="5986"/>
                  </a:lnTo>
                  <a:lnTo>
                    <a:pt x="6720" y="4905"/>
                  </a:lnTo>
                  <a:lnTo>
                    <a:pt x="5407" y="3862"/>
                  </a:lnTo>
                  <a:lnTo>
                    <a:pt x="4133" y="2858"/>
                  </a:lnTo>
                  <a:lnTo>
                    <a:pt x="2820" y="1854"/>
                  </a:lnTo>
                  <a:lnTo>
                    <a:pt x="1507" y="928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21"/>
            <p:cNvSpPr/>
            <p:nvPr/>
          </p:nvSpPr>
          <p:spPr>
            <a:xfrm>
              <a:off x="4538850" y="3913100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3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3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6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1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0"/>
                  </a:lnTo>
                  <a:lnTo>
                    <a:pt x="9268" y="8921"/>
                  </a:lnTo>
                  <a:lnTo>
                    <a:pt x="9036" y="9152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2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6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4"/>
                  </a:lnTo>
                  <a:lnTo>
                    <a:pt x="695" y="734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1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3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5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49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2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4"/>
                  </a:lnTo>
                  <a:lnTo>
                    <a:pt x="7762" y="9654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8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5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7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1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39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3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6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21"/>
            <p:cNvSpPr/>
            <p:nvPr/>
          </p:nvSpPr>
          <p:spPr>
            <a:xfrm>
              <a:off x="6161625" y="3921800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5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3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3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21"/>
            <p:cNvSpPr/>
            <p:nvPr/>
          </p:nvSpPr>
          <p:spPr>
            <a:xfrm>
              <a:off x="7032400" y="3923725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6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8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6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21"/>
            <p:cNvSpPr/>
            <p:nvPr/>
          </p:nvSpPr>
          <p:spPr>
            <a:xfrm>
              <a:off x="6167425" y="3927575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1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21"/>
            <p:cNvSpPr/>
            <p:nvPr/>
          </p:nvSpPr>
          <p:spPr>
            <a:xfrm>
              <a:off x="1394625" y="3943025"/>
              <a:ext cx="74350" cy="103325"/>
            </a:xfrm>
            <a:custGeom>
              <a:avLst/>
              <a:gdLst/>
              <a:ahLst/>
              <a:cxnLst/>
              <a:rect l="l" t="t" r="r" b="b"/>
              <a:pathLst>
                <a:path w="2974" h="4133" extrusionOk="0">
                  <a:moveTo>
                    <a:pt x="116" y="1"/>
                  </a:moveTo>
                  <a:lnTo>
                    <a:pt x="1" y="39"/>
                  </a:lnTo>
                  <a:lnTo>
                    <a:pt x="1" y="78"/>
                  </a:lnTo>
                  <a:lnTo>
                    <a:pt x="271" y="928"/>
                  </a:lnTo>
                  <a:lnTo>
                    <a:pt x="580" y="1738"/>
                  </a:lnTo>
                  <a:lnTo>
                    <a:pt x="927" y="2549"/>
                  </a:lnTo>
                  <a:lnTo>
                    <a:pt x="1275" y="3283"/>
                  </a:lnTo>
                  <a:lnTo>
                    <a:pt x="1507" y="3669"/>
                  </a:lnTo>
                  <a:lnTo>
                    <a:pt x="1661" y="3824"/>
                  </a:lnTo>
                  <a:lnTo>
                    <a:pt x="1854" y="3978"/>
                  </a:lnTo>
                  <a:lnTo>
                    <a:pt x="2009" y="4055"/>
                  </a:lnTo>
                  <a:lnTo>
                    <a:pt x="2240" y="4133"/>
                  </a:lnTo>
                  <a:lnTo>
                    <a:pt x="2433" y="4094"/>
                  </a:lnTo>
                  <a:lnTo>
                    <a:pt x="2665" y="4017"/>
                  </a:lnTo>
                  <a:lnTo>
                    <a:pt x="2781" y="3862"/>
                  </a:lnTo>
                  <a:lnTo>
                    <a:pt x="2897" y="3708"/>
                  </a:lnTo>
                  <a:lnTo>
                    <a:pt x="2935" y="3515"/>
                  </a:lnTo>
                  <a:lnTo>
                    <a:pt x="2974" y="3360"/>
                  </a:lnTo>
                  <a:lnTo>
                    <a:pt x="2935" y="3129"/>
                  </a:lnTo>
                  <a:lnTo>
                    <a:pt x="2897" y="2936"/>
                  </a:lnTo>
                  <a:lnTo>
                    <a:pt x="2819" y="2588"/>
                  </a:lnTo>
                  <a:lnTo>
                    <a:pt x="2588" y="2627"/>
                  </a:lnTo>
                  <a:lnTo>
                    <a:pt x="2665" y="2974"/>
                  </a:lnTo>
                  <a:lnTo>
                    <a:pt x="2704" y="3129"/>
                  </a:lnTo>
                  <a:lnTo>
                    <a:pt x="2665" y="3283"/>
                  </a:lnTo>
                  <a:lnTo>
                    <a:pt x="2433" y="3399"/>
                  </a:lnTo>
                  <a:lnTo>
                    <a:pt x="2202" y="3476"/>
                  </a:lnTo>
                  <a:lnTo>
                    <a:pt x="2009" y="3515"/>
                  </a:lnTo>
                  <a:lnTo>
                    <a:pt x="1854" y="3476"/>
                  </a:lnTo>
                  <a:lnTo>
                    <a:pt x="1700" y="3438"/>
                  </a:lnTo>
                  <a:lnTo>
                    <a:pt x="1584" y="3322"/>
                  </a:lnTo>
                  <a:lnTo>
                    <a:pt x="1507" y="3167"/>
                  </a:lnTo>
                  <a:lnTo>
                    <a:pt x="1468" y="2974"/>
                  </a:lnTo>
                  <a:lnTo>
                    <a:pt x="1352" y="2704"/>
                  </a:lnTo>
                  <a:lnTo>
                    <a:pt x="889" y="1623"/>
                  </a:lnTo>
                  <a:lnTo>
                    <a:pt x="541" y="812"/>
                  </a:lnTo>
                  <a:lnTo>
                    <a:pt x="348" y="426"/>
                  </a:lnTo>
                  <a:lnTo>
                    <a:pt x="155" y="39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21"/>
            <p:cNvSpPr/>
            <p:nvPr/>
          </p:nvSpPr>
          <p:spPr>
            <a:xfrm>
              <a:off x="2923775" y="3946900"/>
              <a:ext cx="335975" cy="782925"/>
            </a:xfrm>
            <a:custGeom>
              <a:avLst/>
              <a:gdLst/>
              <a:ahLst/>
              <a:cxnLst/>
              <a:rect l="l" t="t" r="r" b="b"/>
              <a:pathLst>
                <a:path w="13439" h="31317" extrusionOk="0">
                  <a:moveTo>
                    <a:pt x="6488" y="386"/>
                  </a:moveTo>
                  <a:lnTo>
                    <a:pt x="6526" y="464"/>
                  </a:lnTo>
                  <a:lnTo>
                    <a:pt x="7144" y="2008"/>
                  </a:lnTo>
                  <a:lnTo>
                    <a:pt x="7685" y="3553"/>
                  </a:lnTo>
                  <a:lnTo>
                    <a:pt x="8226" y="5136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1"/>
                  </a:lnTo>
                  <a:lnTo>
                    <a:pt x="7530" y="7337"/>
                  </a:lnTo>
                  <a:lnTo>
                    <a:pt x="7222" y="7453"/>
                  </a:lnTo>
                  <a:lnTo>
                    <a:pt x="6913" y="7530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0"/>
                  </a:lnTo>
                  <a:lnTo>
                    <a:pt x="5522" y="7492"/>
                  </a:lnTo>
                  <a:lnTo>
                    <a:pt x="4866" y="7337"/>
                  </a:lnTo>
                  <a:lnTo>
                    <a:pt x="4210" y="7105"/>
                  </a:lnTo>
                  <a:lnTo>
                    <a:pt x="3592" y="6874"/>
                  </a:lnTo>
                  <a:lnTo>
                    <a:pt x="3862" y="6024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3"/>
                  </a:lnTo>
                  <a:lnTo>
                    <a:pt x="5214" y="2742"/>
                  </a:lnTo>
                  <a:lnTo>
                    <a:pt x="5600" y="1931"/>
                  </a:lnTo>
                  <a:lnTo>
                    <a:pt x="6024" y="1159"/>
                  </a:lnTo>
                  <a:lnTo>
                    <a:pt x="6488" y="386"/>
                  </a:lnTo>
                  <a:close/>
                  <a:moveTo>
                    <a:pt x="8805" y="7028"/>
                  </a:moveTo>
                  <a:lnTo>
                    <a:pt x="9230" y="8418"/>
                  </a:lnTo>
                  <a:lnTo>
                    <a:pt x="9577" y="9847"/>
                  </a:lnTo>
                  <a:lnTo>
                    <a:pt x="9847" y="11083"/>
                  </a:lnTo>
                  <a:lnTo>
                    <a:pt x="10079" y="12357"/>
                  </a:lnTo>
                  <a:lnTo>
                    <a:pt x="10233" y="13631"/>
                  </a:lnTo>
                  <a:lnTo>
                    <a:pt x="10388" y="14906"/>
                  </a:lnTo>
                  <a:lnTo>
                    <a:pt x="10465" y="16180"/>
                  </a:lnTo>
                  <a:lnTo>
                    <a:pt x="10504" y="16836"/>
                  </a:lnTo>
                  <a:lnTo>
                    <a:pt x="10504" y="17493"/>
                  </a:lnTo>
                  <a:lnTo>
                    <a:pt x="10504" y="18188"/>
                  </a:lnTo>
                  <a:lnTo>
                    <a:pt x="10427" y="18844"/>
                  </a:lnTo>
                  <a:lnTo>
                    <a:pt x="10311" y="19462"/>
                  </a:lnTo>
                  <a:lnTo>
                    <a:pt x="10118" y="20080"/>
                  </a:lnTo>
                  <a:lnTo>
                    <a:pt x="9886" y="20659"/>
                  </a:lnTo>
                  <a:lnTo>
                    <a:pt x="9538" y="21161"/>
                  </a:lnTo>
                  <a:lnTo>
                    <a:pt x="9384" y="21393"/>
                  </a:lnTo>
                  <a:lnTo>
                    <a:pt x="9152" y="21586"/>
                  </a:lnTo>
                  <a:lnTo>
                    <a:pt x="8959" y="21779"/>
                  </a:lnTo>
                  <a:lnTo>
                    <a:pt x="8728" y="21972"/>
                  </a:lnTo>
                  <a:lnTo>
                    <a:pt x="8496" y="22127"/>
                  </a:lnTo>
                  <a:lnTo>
                    <a:pt x="8226" y="22242"/>
                  </a:lnTo>
                  <a:lnTo>
                    <a:pt x="7955" y="22358"/>
                  </a:lnTo>
                  <a:lnTo>
                    <a:pt x="7685" y="22435"/>
                  </a:lnTo>
                  <a:lnTo>
                    <a:pt x="7415" y="22474"/>
                  </a:lnTo>
                  <a:lnTo>
                    <a:pt x="6797" y="22474"/>
                  </a:lnTo>
                  <a:lnTo>
                    <a:pt x="6488" y="22435"/>
                  </a:lnTo>
                  <a:lnTo>
                    <a:pt x="5909" y="22281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4"/>
                  </a:lnTo>
                  <a:lnTo>
                    <a:pt x="4094" y="20929"/>
                  </a:lnTo>
                  <a:lnTo>
                    <a:pt x="3785" y="20466"/>
                  </a:lnTo>
                  <a:lnTo>
                    <a:pt x="3476" y="19964"/>
                  </a:lnTo>
                  <a:lnTo>
                    <a:pt x="3244" y="19424"/>
                  </a:lnTo>
                  <a:lnTo>
                    <a:pt x="3051" y="18883"/>
                  </a:lnTo>
                  <a:lnTo>
                    <a:pt x="2897" y="18342"/>
                  </a:lnTo>
                  <a:lnTo>
                    <a:pt x="2781" y="17802"/>
                  </a:lnTo>
                  <a:lnTo>
                    <a:pt x="2704" y="17222"/>
                  </a:lnTo>
                  <a:lnTo>
                    <a:pt x="2588" y="16103"/>
                  </a:lnTo>
                  <a:lnTo>
                    <a:pt x="2511" y="14944"/>
                  </a:lnTo>
                  <a:lnTo>
                    <a:pt x="2511" y="13747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2"/>
                  </a:lnTo>
                  <a:lnTo>
                    <a:pt x="3128" y="8689"/>
                  </a:lnTo>
                  <a:lnTo>
                    <a:pt x="3283" y="7916"/>
                  </a:lnTo>
                  <a:lnTo>
                    <a:pt x="3515" y="7183"/>
                  </a:lnTo>
                  <a:lnTo>
                    <a:pt x="4132" y="7453"/>
                  </a:lnTo>
                  <a:lnTo>
                    <a:pt x="4827" y="7685"/>
                  </a:lnTo>
                  <a:lnTo>
                    <a:pt x="5522" y="7839"/>
                  </a:lnTo>
                  <a:lnTo>
                    <a:pt x="5909" y="7916"/>
                  </a:lnTo>
                  <a:lnTo>
                    <a:pt x="6256" y="7916"/>
                  </a:lnTo>
                  <a:lnTo>
                    <a:pt x="6604" y="7955"/>
                  </a:lnTo>
                  <a:lnTo>
                    <a:pt x="6990" y="7916"/>
                  </a:lnTo>
                  <a:lnTo>
                    <a:pt x="7299" y="7878"/>
                  </a:lnTo>
                  <a:lnTo>
                    <a:pt x="7646" y="7762"/>
                  </a:lnTo>
                  <a:lnTo>
                    <a:pt x="7955" y="7646"/>
                  </a:lnTo>
                  <a:lnTo>
                    <a:pt x="8264" y="7492"/>
                  </a:lnTo>
                  <a:lnTo>
                    <a:pt x="8573" y="7260"/>
                  </a:lnTo>
                  <a:lnTo>
                    <a:pt x="8805" y="7028"/>
                  </a:lnTo>
                  <a:close/>
                  <a:moveTo>
                    <a:pt x="8650" y="22474"/>
                  </a:moveTo>
                  <a:lnTo>
                    <a:pt x="8766" y="22822"/>
                  </a:lnTo>
                  <a:lnTo>
                    <a:pt x="8921" y="23169"/>
                  </a:lnTo>
                  <a:lnTo>
                    <a:pt x="8496" y="23401"/>
                  </a:lnTo>
                  <a:lnTo>
                    <a:pt x="8071" y="23555"/>
                  </a:lnTo>
                  <a:lnTo>
                    <a:pt x="7608" y="23633"/>
                  </a:lnTo>
                  <a:lnTo>
                    <a:pt x="7144" y="23671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2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4"/>
                  </a:lnTo>
                  <a:lnTo>
                    <a:pt x="5870" y="22629"/>
                  </a:lnTo>
                  <a:lnTo>
                    <a:pt x="6256" y="22783"/>
                  </a:lnTo>
                  <a:lnTo>
                    <a:pt x="6681" y="22860"/>
                  </a:lnTo>
                  <a:lnTo>
                    <a:pt x="7067" y="22899"/>
                  </a:lnTo>
                  <a:lnTo>
                    <a:pt x="7453" y="22860"/>
                  </a:lnTo>
                  <a:lnTo>
                    <a:pt x="7878" y="22822"/>
                  </a:lnTo>
                  <a:lnTo>
                    <a:pt x="8264" y="22667"/>
                  </a:lnTo>
                  <a:lnTo>
                    <a:pt x="8650" y="22474"/>
                  </a:lnTo>
                  <a:close/>
                  <a:moveTo>
                    <a:pt x="10890" y="16798"/>
                  </a:moveTo>
                  <a:lnTo>
                    <a:pt x="11392" y="17261"/>
                  </a:lnTo>
                  <a:lnTo>
                    <a:pt x="11933" y="17647"/>
                  </a:lnTo>
                  <a:lnTo>
                    <a:pt x="12512" y="18033"/>
                  </a:lnTo>
                  <a:lnTo>
                    <a:pt x="13091" y="18342"/>
                  </a:lnTo>
                  <a:lnTo>
                    <a:pt x="12937" y="19771"/>
                  </a:lnTo>
                  <a:lnTo>
                    <a:pt x="12821" y="21238"/>
                  </a:lnTo>
                  <a:lnTo>
                    <a:pt x="12705" y="24212"/>
                  </a:lnTo>
                  <a:lnTo>
                    <a:pt x="11894" y="23594"/>
                  </a:lnTo>
                  <a:lnTo>
                    <a:pt x="11044" y="23015"/>
                  </a:lnTo>
                  <a:lnTo>
                    <a:pt x="10813" y="22860"/>
                  </a:lnTo>
                  <a:lnTo>
                    <a:pt x="10620" y="22667"/>
                  </a:lnTo>
                  <a:lnTo>
                    <a:pt x="10581" y="22590"/>
                  </a:lnTo>
                  <a:lnTo>
                    <a:pt x="10542" y="22435"/>
                  </a:lnTo>
                  <a:lnTo>
                    <a:pt x="10542" y="22127"/>
                  </a:lnTo>
                  <a:lnTo>
                    <a:pt x="10542" y="21393"/>
                  </a:lnTo>
                  <a:lnTo>
                    <a:pt x="10504" y="20659"/>
                  </a:lnTo>
                  <a:lnTo>
                    <a:pt x="10504" y="20582"/>
                  </a:lnTo>
                  <a:lnTo>
                    <a:pt x="10465" y="20543"/>
                  </a:lnTo>
                  <a:lnTo>
                    <a:pt x="10388" y="20466"/>
                  </a:lnTo>
                  <a:lnTo>
                    <a:pt x="10542" y="19964"/>
                  </a:lnTo>
                  <a:lnTo>
                    <a:pt x="10697" y="19424"/>
                  </a:lnTo>
                  <a:lnTo>
                    <a:pt x="10774" y="18883"/>
                  </a:lnTo>
                  <a:lnTo>
                    <a:pt x="10851" y="18304"/>
                  </a:lnTo>
                  <a:lnTo>
                    <a:pt x="10890" y="17570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4"/>
                  </a:lnTo>
                  <a:lnTo>
                    <a:pt x="6140" y="23826"/>
                  </a:lnTo>
                  <a:lnTo>
                    <a:pt x="6642" y="23941"/>
                  </a:lnTo>
                  <a:lnTo>
                    <a:pt x="7144" y="23980"/>
                  </a:lnTo>
                  <a:lnTo>
                    <a:pt x="7646" y="23980"/>
                  </a:lnTo>
                  <a:lnTo>
                    <a:pt x="8148" y="23864"/>
                  </a:lnTo>
                  <a:lnTo>
                    <a:pt x="8612" y="23710"/>
                  </a:lnTo>
                  <a:lnTo>
                    <a:pt x="9075" y="23439"/>
                  </a:lnTo>
                  <a:lnTo>
                    <a:pt x="9384" y="23903"/>
                  </a:lnTo>
                  <a:lnTo>
                    <a:pt x="8843" y="24173"/>
                  </a:lnTo>
                  <a:lnTo>
                    <a:pt x="8303" y="24366"/>
                  </a:lnTo>
                  <a:lnTo>
                    <a:pt x="7762" y="24482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3"/>
                  </a:lnTo>
                  <a:lnTo>
                    <a:pt x="5561" y="24289"/>
                  </a:lnTo>
                  <a:lnTo>
                    <a:pt x="4982" y="24096"/>
                  </a:lnTo>
                  <a:lnTo>
                    <a:pt x="5059" y="23903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7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2"/>
                  </a:lnTo>
                  <a:lnTo>
                    <a:pt x="2974" y="19771"/>
                  </a:lnTo>
                  <a:lnTo>
                    <a:pt x="3244" y="20312"/>
                  </a:lnTo>
                  <a:lnTo>
                    <a:pt x="3244" y="20350"/>
                  </a:lnTo>
                  <a:lnTo>
                    <a:pt x="3206" y="21200"/>
                  </a:lnTo>
                  <a:lnTo>
                    <a:pt x="3244" y="22049"/>
                  </a:lnTo>
                  <a:lnTo>
                    <a:pt x="3283" y="22358"/>
                  </a:lnTo>
                  <a:lnTo>
                    <a:pt x="3321" y="22706"/>
                  </a:lnTo>
                  <a:lnTo>
                    <a:pt x="3321" y="23053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8"/>
                  </a:lnTo>
                  <a:lnTo>
                    <a:pt x="3051" y="23633"/>
                  </a:lnTo>
                  <a:lnTo>
                    <a:pt x="2704" y="23903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5"/>
                  </a:lnTo>
                  <a:lnTo>
                    <a:pt x="850" y="23941"/>
                  </a:lnTo>
                  <a:lnTo>
                    <a:pt x="811" y="23169"/>
                  </a:lnTo>
                  <a:lnTo>
                    <a:pt x="773" y="22435"/>
                  </a:lnTo>
                  <a:lnTo>
                    <a:pt x="657" y="21238"/>
                  </a:lnTo>
                  <a:lnTo>
                    <a:pt x="503" y="20466"/>
                  </a:lnTo>
                  <a:lnTo>
                    <a:pt x="425" y="20080"/>
                  </a:lnTo>
                  <a:lnTo>
                    <a:pt x="464" y="19694"/>
                  </a:lnTo>
                  <a:lnTo>
                    <a:pt x="503" y="19655"/>
                  </a:lnTo>
                  <a:lnTo>
                    <a:pt x="541" y="19578"/>
                  </a:lnTo>
                  <a:lnTo>
                    <a:pt x="541" y="19539"/>
                  </a:lnTo>
                  <a:lnTo>
                    <a:pt x="541" y="19462"/>
                  </a:lnTo>
                  <a:lnTo>
                    <a:pt x="1429" y="18420"/>
                  </a:lnTo>
                  <a:lnTo>
                    <a:pt x="2356" y="17377"/>
                  </a:lnTo>
                  <a:close/>
                  <a:moveTo>
                    <a:pt x="8148" y="24830"/>
                  </a:moveTo>
                  <a:lnTo>
                    <a:pt x="8148" y="25061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7"/>
                  </a:lnTo>
                  <a:lnTo>
                    <a:pt x="7878" y="25216"/>
                  </a:lnTo>
                  <a:lnTo>
                    <a:pt x="7839" y="25293"/>
                  </a:lnTo>
                  <a:lnTo>
                    <a:pt x="7839" y="25370"/>
                  </a:lnTo>
                  <a:lnTo>
                    <a:pt x="7994" y="25872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59"/>
                  </a:lnTo>
                  <a:lnTo>
                    <a:pt x="8148" y="28961"/>
                  </a:lnTo>
                  <a:lnTo>
                    <a:pt x="8071" y="29502"/>
                  </a:lnTo>
                  <a:lnTo>
                    <a:pt x="7762" y="29193"/>
                  </a:lnTo>
                  <a:lnTo>
                    <a:pt x="7453" y="28884"/>
                  </a:lnTo>
                  <a:lnTo>
                    <a:pt x="7260" y="28537"/>
                  </a:lnTo>
                  <a:lnTo>
                    <a:pt x="7067" y="28189"/>
                  </a:lnTo>
                  <a:lnTo>
                    <a:pt x="6951" y="27803"/>
                  </a:lnTo>
                  <a:lnTo>
                    <a:pt x="6874" y="27417"/>
                  </a:lnTo>
                  <a:lnTo>
                    <a:pt x="6835" y="26953"/>
                  </a:lnTo>
                  <a:lnTo>
                    <a:pt x="6835" y="26490"/>
                  </a:lnTo>
                  <a:lnTo>
                    <a:pt x="6874" y="26104"/>
                  </a:lnTo>
                  <a:lnTo>
                    <a:pt x="6874" y="25756"/>
                  </a:lnTo>
                  <a:lnTo>
                    <a:pt x="6835" y="25602"/>
                  </a:lnTo>
                  <a:lnTo>
                    <a:pt x="6758" y="25486"/>
                  </a:lnTo>
                  <a:lnTo>
                    <a:pt x="6642" y="25370"/>
                  </a:lnTo>
                  <a:lnTo>
                    <a:pt x="6488" y="25293"/>
                  </a:lnTo>
                  <a:lnTo>
                    <a:pt x="6604" y="25100"/>
                  </a:lnTo>
                  <a:lnTo>
                    <a:pt x="6720" y="24984"/>
                  </a:lnTo>
                  <a:lnTo>
                    <a:pt x="7106" y="24984"/>
                  </a:lnTo>
                  <a:lnTo>
                    <a:pt x="7453" y="24945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4"/>
                  </a:lnTo>
                  <a:lnTo>
                    <a:pt x="9500" y="25409"/>
                  </a:lnTo>
                  <a:lnTo>
                    <a:pt x="9809" y="25795"/>
                  </a:lnTo>
                  <a:lnTo>
                    <a:pt x="10118" y="26258"/>
                  </a:lnTo>
                  <a:lnTo>
                    <a:pt x="9847" y="26220"/>
                  </a:lnTo>
                  <a:lnTo>
                    <a:pt x="9616" y="26104"/>
                  </a:lnTo>
                  <a:lnTo>
                    <a:pt x="9423" y="25949"/>
                  </a:lnTo>
                  <a:lnTo>
                    <a:pt x="9230" y="25756"/>
                  </a:lnTo>
                  <a:lnTo>
                    <a:pt x="9191" y="25679"/>
                  </a:lnTo>
                  <a:lnTo>
                    <a:pt x="8998" y="25679"/>
                  </a:lnTo>
                  <a:lnTo>
                    <a:pt x="8959" y="25718"/>
                  </a:lnTo>
                  <a:lnTo>
                    <a:pt x="8921" y="25795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0"/>
                  </a:lnTo>
                  <a:lnTo>
                    <a:pt x="9423" y="27069"/>
                  </a:lnTo>
                  <a:lnTo>
                    <a:pt x="9500" y="27378"/>
                  </a:lnTo>
                  <a:lnTo>
                    <a:pt x="9538" y="27687"/>
                  </a:lnTo>
                  <a:lnTo>
                    <a:pt x="9538" y="27996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79"/>
                  </a:lnTo>
                  <a:lnTo>
                    <a:pt x="9230" y="29888"/>
                  </a:lnTo>
                  <a:lnTo>
                    <a:pt x="9075" y="30158"/>
                  </a:lnTo>
                  <a:lnTo>
                    <a:pt x="8921" y="30429"/>
                  </a:lnTo>
                  <a:lnTo>
                    <a:pt x="8728" y="30660"/>
                  </a:lnTo>
                  <a:lnTo>
                    <a:pt x="8534" y="30776"/>
                  </a:lnTo>
                  <a:lnTo>
                    <a:pt x="8341" y="30853"/>
                  </a:lnTo>
                  <a:lnTo>
                    <a:pt x="8187" y="30853"/>
                  </a:lnTo>
                  <a:lnTo>
                    <a:pt x="7994" y="30776"/>
                  </a:lnTo>
                  <a:lnTo>
                    <a:pt x="7839" y="30699"/>
                  </a:lnTo>
                  <a:lnTo>
                    <a:pt x="7685" y="30583"/>
                  </a:lnTo>
                  <a:lnTo>
                    <a:pt x="7376" y="30274"/>
                  </a:lnTo>
                  <a:lnTo>
                    <a:pt x="6874" y="29772"/>
                  </a:lnTo>
                  <a:lnTo>
                    <a:pt x="6681" y="29502"/>
                  </a:lnTo>
                  <a:lnTo>
                    <a:pt x="6488" y="29193"/>
                  </a:lnTo>
                  <a:lnTo>
                    <a:pt x="6295" y="28846"/>
                  </a:lnTo>
                  <a:lnTo>
                    <a:pt x="6102" y="28459"/>
                  </a:lnTo>
                  <a:lnTo>
                    <a:pt x="5986" y="28073"/>
                  </a:lnTo>
                  <a:lnTo>
                    <a:pt x="5909" y="27687"/>
                  </a:lnTo>
                  <a:lnTo>
                    <a:pt x="5870" y="27262"/>
                  </a:lnTo>
                  <a:lnTo>
                    <a:pt x="5870" y="26876"/>
                  </a:lnTo>
                  <a:lnTo>
                    <a:pt x="5909" y="26490"/>
                  </a:lnTo>
                  <a:lnTo>
                    <a:pt x="6024" y="26065"/>
                  </a:lnTo>
                  <a:lnTo>
                    <a:pt x="6024" y="25949"/>
                  </a:lnTo>
                  <a:lnTo>
                    <a:pt x="5947" y="25911"/>
                  </a:lnTo>
                  <a:lnTo>
                    <a:pt x="5870" y="25872"/>
                  </a:lnTo>
                  <a:lnTo>
                    <a:pt x="5793" y="25872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7"/>
                  </a:lnTo>
                  <a:lnTo>
                    <a:pt x="5445" y="25100"/>
                  </a:lnTo>
                  <a:lnTo>
                    <a:pt x="5716" y="24752"/>
                  </a:lnTo>
                  <a:lnTo>
                    <a:pt x="6102" y="24868"/>
                  </a:lnTo>
                  <a:lnTo>
                    <a:pt x="6488" y="24945"/>
                  </a:lnTo>
                  <a:lnTo>
                    <a:pt x="6333" y="25100"/>
                  </a:lnTo>
                  <a:lnTo>
                    <a:pt x="6179" y="25293"/>
                  </a:lnTo>
                  <a:lnTo>
                    <a:pt x="6179" y="25370"/>
                  </a:lnTo>
                  <a:lnTo>
                    <a:pt x="6179" y="25447"/>
                  </a:lnTo>
                  <a:lnTo>
                    <a:pt x="6256" y="25486"/>
                  </a:lnTo>
                  <a:lnTo>
                    <a:pt x="6295" y="25486"/>
                  </a:lnTo>
                  <a:lnTo>
                    <a:pt x="6372" y="25525"/>
                  </a:lnTo>
                  <a:lnTo>
                    <a:pt x="6449" y="25602"/>
                  </a:lnTo>
                  <a:lnTo>
                    <a:pt x="6526" y="25795"/>
                  </a:lnTo>
                  <a:lnTo>
                    <a:pt x="6565" y="26104"/>
                  </a:lnTo>
                  <a:lnTo>
                    <a:pt x="6604" y="26451"/>
                  </a:lnTo>
                  <a:lnTo>
                    <a:pt x="6604" y="27146"/>
                  </a:lnTo>
                  <a:lnTo>
                    <a:pt x="6604" y="27610"/>
                  </a:lnTo>
                  <a:lnTo>
                    <a:pt x="6681" y="28073"/>
                  </a:lnTo>
                  <a:lnTo>
                    <a:pt x="6835" y="28498"/>
                  </a:lnTo>
                  <a:lnTo>
                    <a:pt x="7067" y="28923"/>
                  </a:lnTo>
                  <a:lnTo>
                    <a:pt x="7376" y="29309"/>
                  </a:lnTo>
                  <a:lnTo>
                    <a:pt x="7569" y="29463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49"/>
                  </a:lnTo>
                  <a:lnTo>
                    <a:pt x="8264" y="29849"/>
                  </a:lnTo>
                  <a:lnTo>
                    <a:pt x="8303" y="29811"/>
                  </a:lnTo>
                  <a:lnTo>
                    <a:pt x="8303" y="29734"/>
                  </a:lnTo>
                  <a:lnTo>
                    <a:pt x="8303" y="29695"/>
                  </a:lnTo>
                  <a:lnTo>
                    <a:pt x="8303" y="29656"/>
                  </a:lnTo>
                  <a:lnTo>
                    <a:pt x="8419" y="29154"/>
                  </a:lnTo>
                  <a:lnTo>
                    <a:pt x="8496" y="28614"/>
                  </a:lnTo>
                  <a:lnTo>
                    <a:pt x="8534" y="28112"/>
                  </a:lnTo>
                  <a:lnTo>
                    <a:pt x="8534" y="27571"/>
                  </a:lnTo>
                  <a:lnTo>
                    <a:pt x="8534" y="27069"/>
                  </a:lnTo>
                  <a:lnTo>
                    <a:pt x="8457" y="26567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6"/>
                  </a:lnTo>
                  <a:lnTo>
                    <a:pt x="8650" y="25409"/>
                  </a:lnTo>
                  <a:lnTo>
                    <a:pt x="8650" y="25370"/>
                  </a:lnTo>
                  <a:lnTo>
                    <a:pt x="8612" y="25293"/>
                  </a:lnTo>
                  <a:lnTo>
                    <a:pt x="8380" y="24791"/>
                  </a:lnTo>
                  <a:lnTo>
                    <a:pt x="8805" y="24637"/>
                  </a:lnTo>
                  <a:close/>
                  <a:moveTo>
                    <a:pt x="6449" y="0"/>
                  </a:moveTo>
                  <a:lnTo>
                    <a:pt x="6411" y="39"/>
                  </a:lnTo>
                  <a:lnTo>
                    <a:pt x="6411" y="116"/>
                  </a:lnTo>
                  <a:lnTo>
                    <a:pt x="6333" y="116"/>
                  </a:lnTo>
                  <a:lnTo>
                    <a:pt x="6295" y="193"/>
                  </a:lnTo>
                  <a:lnTo>
                    <a:pt x="5600" y="1275"/>
                  </a:lnTo>
                  <a:lnTo>
                    <a:pt x="4943" y="2433"/>
                  </a:lnTo>
                  <a:lnTo>
                    <a:pt x="4403" y="3591"/>
                  </a:lnTo>
                  <a:lnTo>
                    <a:pt x="3901" y="4827"/>
                  </a:lnTo>
                  <a:lnTo>
                    <a:pt x="3437" y="6063"/>
                  </a:lnTo>
                  <a:lnTo>
                    <a:pt x="3090" y="7298"/>
                  </a:lnTo>
                  <a:lnTo>
                    <a:pt x="2742" y="8573"/>
                  </a:lnTo>
                  <a:lnTo>
                    <a:pt x="2511" y="9847"/>
                  </a:lnTo>
                  <a:lnTo>
                    <a:pt x="2317" y="11160"/>
                  </a:lnTo>
                  <a:lnTo>
                    <a:pt x="2202" y="12473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8"/>
                  </a:lnTo>
                  <a:lnTo>
                    <a:pt x="541" y="18806"/>
                  </a:lnTo>
                  <a:lnTo>
                    <a:pt x="39" y="19462"/>
                  </a:lnTo>
                  <a:lnTo>
                    <a:pt x="1" y="19501"/>
                  </a:lnTo>
                  <a:lnTo>
                    <a:pt x="1" y="19578"/>
                  </a:lnTo>
                  <a:lnTo>
                    <a:pt x="78" y="19694"/>
                  </a:lnTo>
                  <a:lnTo>
                    <a:pt x="39" y="19964"/>
                  </a:lnTo>
                  <a:lnTo>
                    <a:pt x="39" y="20273"/>
                  </a:lnTo>
                  <a:lnTo>
                    <a:pt x="39" y="20543"/>
                  </a:lnTo>
                  <a:lnTo>
                    <a:pt x="78" y="20852"/>
                  </a:lnTo>
                  <a:lnTo>
                    <a:pt x="194" y="21431"/>
                  </a:lnTo>
                  <a:lnTo>
                    <a:pt x="309" y="22011"/>
                  </a:lnTo>
                  <a:lnTo>
                    <a:pt x="387" y="22899"/>
                  </a:lnTo>
                  <a:lnTo>
                    <a:pt x="425" y="23748"/>
                  </a:lnTo>
                  <a:lnTo>
                    <a:pt x="425" y="24637"/>
                  </a:lnTo>
                  <a:lnTo>
                    <a:pt x="387" y="25486"/>
                  </a:lnTo>
                  <a:lnTo>
                    <a:pt x="387" y="25602"/>
                  </a:lnTo>
                  <a:lnTo>
                    <a:pt x="464" y="25640"/>
                  </a:lnTo>
                  <a:lnTo>
                    <a:pt x="503" y="25679"/>
                  </a:lnTo>
                  <a:lnTo>
                    <a:pt x="580" y="25679"/>
                  </a:lnTo>
                  <a:lnTo>
                    <a:pt x="618" y="25756"/>
                  </a:lnTo>
                  <a:lnTo>
                    <a:pt x="696" y="25795"/>
                  </a:lnTo>
                  <a:lnTo>
                    <a:pt x="811" y="25795"/>
                  </a:lnTo>
                  <a:lnTo>
                    <a:pt x="1584" y="25254"/>
                  </a:lnTo>
                  <a:lnTo>
                    <a:pt x="2279" y="24714"/>
                  </a:lnTo>
                  <a:lnTo>
                    <a:pt x="3746" y="23594"/>
                  </a:lnTo>
                  <a:lnTo>
                    <a:pt x="3785" y="23478"/>
                  </a:lnTo>
                  <a:lnTo>
                    <a:pt x="3785" y="23362"/>
                  </a:lnTo>
                  <a:lnTo>
                    <a:pt x="3630" y="22088"/>
                  </a:lnTo>
                  <a:lnTo>
                    <a:pt x="3592" y="20814"/>
                  </a:lnTo>
                  <a:lnTo>
                    <a:pt x="3939" y="21277"/>
                  </a:lnTo>
                  <a:lnTo>
                    <a:pt x="4364" y="21663"/>
                  </a:lnTo>
                  <a:lnTo>
                    <a:pt x="4789" y="22049"/>
                  </a:lnTo>
                  <a:lnTo>
                    <a:pt x="5252" y="22358"/>
                  </a:lnTo>
                  <a:lnTo>
                    <a:pt x="5059" y="22744"/>
                  </a:lnTo>
                  <a:lnTo>
                    <a:pt x="4866" y="23169"/>
                  </a:lnTo>
                  <a:lnTo>
                    <a:pt x="4712" y="23633"/>
                  </a:lnTo>
                  <a:lnTo>
                    <a:pt x="4673" y="23864"/>
                  </a:lnTo>
                  <a:lnTo>
                    <a:pt x="4712" y="24096"/>
                  </a:lnTo>
                  <a:lnTo>
                    <a:pt x="4750" y="24173"/>
                  </a:lnTo>
                  <a:lnTo>
                    <a:pt x="4789" y="24212"/>
                  </a:lnTo>
                  <a:lnTo>
                    <a:pt x="4827" y="24250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5"/>
                  </a:lnTo>
                  <a:lnTo>
                    <a:pt x="5329" y="24868"/>
                  </a:lnTo>
                  <a:lnTo>
                    <a:pt x="5175" y="25061"/>
                  </a:lnTo>
                  <a:lnTo>
                    <a:pt x="5020" y="25254"/>
                  </a:lnTo>
                  <a:lnTo>
                    <a:pt x="4905" y="25486"/>
                  </a:lnTo>
                  <a:lnTo>
                    <a:pt x="4827" y="25718"/>
                  </a:lnTo>
                  <a:lnTo>
                    <a:pt x="4750" y="25949"/>
                  </a:lnTo>
                  <a:lnTo>
                    <a:pt x="4712" y="26220"/>
                  </a:lnTo>
                  <a:lnTo>
                    <a:pt x="4712" y="26490"/>
                  </a:lnTo>
                  <a:lnTo>
                    <a:pt x="4712" y="26567"/>
                  </a:lnTo>
                  <a:lnTo>
                    <a:pt x="4789" y="26644"/>
                  </a:lnTo>
                  <a:lnTo>
                    <a:pt x="4943" y="26644"/>
                  </a:lnTo>
                  <a:lnTo>
                    <a:pt x="5638" y="26297"/>
                  </a:lnTo>
                  <a:lnTo>
                    <a:pt x="5638" y="26297"/>
                  </a:lnTo>
                  <a:lnTo>
                    <a:pt x="5561" y="26722"/>
                  </a:lnTo>
                  <a:lnTo>
                    <a:pt x="5561" y="27146"/>
                  </a:lnTo>
                  <a:lnTo>
                    <a:pt x="5561" y="27533"/>
                  </a:lnTo>
                  <a:lnTo>
                    <a:pt x="5638" y="27957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3"/>
                  </a:lnTo>
                  <a:lnTo>
                    <a:pt x="6642" y="30004"/>
                  </a:lnTo>
                  <a:lnTo>
                    <a:pt x="6913" y="30351"/>
                  </a:lnTo>
                  <a:lnTo>
                    <a:pt x="7183" y="30660"/>
                  </a:lnTo>
                  <a:lnTo>
                    <a:pt x="7530" y="30969"/>
                  </a:lnTo>
                  <a:lnTo>
                    <a:pt x="7839" y="31162"/>
                  </a:lnTo>
                  <a:lnTo>
                    <a:pt x="7994" y="31240"/>
                  </a:lnTo>
                  <a:lnTo>
                    <a:pt x="8148" y="31317"/>
                  </a:lnTo>
                  <a:lnTo>
                    <a:pt x="8303" y="31317"/>
                  </a:lnTo>
                  <a:lnTo>
                    <a:pt x="8457" y="31278"/>
                  </a:lnTo>
                  <a:lnTo>
                    <a:pt x="8612" y="31240"/>
                  </a:lnTo>
                  <a:lnTo>
                    <a:pt x="8766" y="31162"/>
                  </a:lnTo>
                  <a:lnTo>
                    <a:pt x="8998" y="30892"/>
                  </a:lnTo>
                  <a:lnTo>
                    <a:pt x="9230" y="30583"/>
                  </a:lnTo>
                  <a:lnTo>
                    <a:pt x="9423" y="30236"/>
                  </a:lnTo>
                  <a:lnTo>
                    <a:pt x="9577" y="29849"/>
                  </a:lnTo>
                  <a:lnTo>
                    <a:pt x="9693" y="29463"/>
                  </a:lnTo>
                  <a:lnTo>
                    <a:pt x="9847" y="28807"/>
                  </a:lnTo>
                  <a:lnTo>
                    <a:pt x="9886" y="28228"/>
                  </a:lnTo>
                  <a:lnTo>
                    <a:pt x="9847" y="27610"/>
                  </a:lnTo>
                  <a:lnTo>
                    <a:pt x="9770" y="27031"/>
                  </a:lnTo>
                  <a:lnTo>
                    <a:pt x="9577" y="26490"/>
                  </a:lnTo>
                  <a:lnTo>
                    <a:pt x="9770" y="26529"/>
                  </a:lnTo>
                  <a:lnTo>
                    <a:pt x="9963" y="26567"/>
                  </a:lnTo>
                  <a:lnTo>
                    <a:pt x="10156" y="26606"/>
                  </a:lnTo>
                  <a:lnTo>
                    <a:pt x="10388" y="26606"/>
                  </a:lnTo>
                  <a:lnTo>
                    <a:pt x="10465" y="26567"/>
                  </a:lnTo>
                  <a:lnTo>
                    <a:pt x="10542" y="26529"/>
                  </a:lnTo>
                  <a:lnTo>
                    <a:pt x="10542" y="26451"/>
                  </a:lnTo>
                  <a:lnTo>
                    <a:pt x="10542" y="26336"/>
                  </a:lnTo>
                  <a:lnTo>
                    <a:pt x="10233" y="25834"/>
                  </a:lnTo>
                  <a:lnTo>
                    <a:pt x="9925" y="25332"/>
                  </a:lnTo>
                  <a:lnTo>
                    <a:pt x="9538" y="24868"/>
                  </a:lnTo>
                  <a:lnTo>
                    <a:pt x="9114" y="24482"/>
                  </a:lnTo>
                  <a:lnTo>
                    <a:pt x="9616" y="24135"/>
                  </a:lnTo>
                  <a:lnTo>
                    <a:pt x="9693" y="24057"/>
                  </a:lnTo>
                  <a:lnTo>
                    <a:pt x="9732" y="23980"/>
                  </a:lnTo>
                  <a:lnTo>
                    <a:pt x="9770" y="23941"/>
                  </a:lnTo>
                  <a:lnTo>
                    <a:pt x="9732" y="23864"/>
                  </a:lnTo>
                  <a:lnTo>
                    <a:pt x="9307" y="23092"/>
                  </a:lnTo>
                  <a:lnTo>
                    <a:pt x="9114" y="22706"/>
                  </a:lnTo>
                  <a:lnTo>
                    <a:pt x="8959" y="22281"/>
                  </a:lnTo>
                  <a:lnTo>
                    <a:pt x="9114" y="22204"/>
                  </a:lnTo>
                  <a:lnTo>
                    <a:pt x="9423" y="21933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8"/>
                  </a:lnTo>
                  <a:lnTo>
                    <a:pt x="10118" y="21895"/>
                  </a:lnTo>
                  <a:lnTo>
                    <a:pt x="10040" y="22822"/>
                  </a:lnTo>
                  <a:lnTo>
                    <a:pt x="10079" y="22899"/>
                  </a:lnTo>
                  <a:lnTo>
                    <a:pt x="10156" y="22976"/>
                  </a:lnTo>
                  <a:lnTo>
                    <a:pt x="10813" y="23401"/>
                  </a:lnTo>
                  <a:lnTo>
                    <a:pt x="11469" y="23826"/>
                  </a:lnTo>
                  <a:lnTo>
                    <a:pt x="12126" y="24289"/>
                  </a:lnTo>
                  <a:lnTo>
                    <a:pt x="12743" y="24752"/>
                  </a:lnTo>
                  <a:lnTo>
                    <a:pt x="12859" y="24830"/>
                  </a:lnTo>
                  <a:lnTo>
                    <a:pt x="12975" y="24791"/>
                  </a:lnTo>
                  <a:lnTo>
                    <a:pt x="13052" y="24752"/>
                  </a:lnTo>
                  <a:lnTo>
                    <a:pt x="13091" y="24637"/>
                  </a:lnTo>
                  <a:lnTo>
                    <a:pt x="13323" y="21393"/>
                  </a:lnTo>
                  <a:lnTo>
                    <a:pt x="13400" y="19771"/>
                  </a:lnTo>
                  <a:lnTo>
                    <a:pt x="13439" y="18960"/>
                  </a:lnTo>
                  <a:lnTo>
                    <a:pt x="13400" y="18188"/>
                  </a:lnTo>
                  <a:lnTo>
                    <a:pt x="13361" y="18072"/>
                  </a:lnTo>
                  <a:lnTo>
                    <a:pt x="13323" y="18033"/>
                  </a:lnTo>
                  <a:lnTo>
                    <a:pt x="13284" y="18033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4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8"/>
                  </a:lnTo>
                  <a:lnTo>
                    <a:pt x="10620" y="13631"/>
                  </a:lnTo>
                  <a:lnTo>
                    <a:pt x="10504" y="12705"/>
                  </a:lnTo>
                  <a:lnTo>
                    <a:pt x="10233" y="11121"/>
                  </a:lnTo>
                  <a:lnTo>
                    <a:pt x="9886" y="9538"/>
                  </a:lnTo>
                  <a:lnTo>
                    <a:pt x="9500" y="7955"/>
                  </a:lnTo>
                  <a:lnTo>
                    <a:pt x="9036" y="6410"/>
                  </a:lnTo>
                  <a:lnTo>
                    <a:pt x="8534" y="4866"/>
                  </a:lnTo>
                  <a:lnTo>
                    <a:pt x="7994" y="3321"/>
                  </a:lnTo>
                  <a:lnTo>
                    <a:pt x="7415" y="1815"/>
                  </a:lnTo>
                  <a:lnTo>
                    <a:pt x="6835" y="309"/>
                  </a:lnTo>
                  <a:lnTo>
                    <a:pt x="6797" y="232"/>
                  </a:lnTo>
                  <a:lnTo>
                    <a:pt x="6720" y="193"/>
                  </a:lnTo>
                  <a:lnTo>
                    <a:pt x="6642" y="155"/>
                  </a:lnTo>
                  <a:lnTo>
                    <a:pt x="6604" y="39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21"/>
            <p:cNvSpPr/>
            <p:nvPr/>
          </p:nvSpPr>
          <p:spPr>
            <a:xfrm>
              <a:off x="6111425" y="39739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0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21"/>
            <p:cNvSpPr/>
            <p:nvPr/>
          </p:nvSpPr>
          <p:spPr>
            <a:xfrm>
              <a:off x="5921250" y="4000950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5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3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21"/>
            <p:cNvSpPr/>
            <p:nvPr/>
          </p:nvSpPr>
          <p:spPr>
            <a:xfrm>
              <a:off x="6044825" y="4051150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5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21"/>
            <p:cNvSpPr/>
            <p:nvPr/>
          </p:nvSpPr>
          <p:spPr>
            <a:xfrm>
              <a:off x="1792350" y="4089775"/>
              <a:ext cx="345650" cy="269350"/>
            </a:xfrm>
            <a:custGeom>
              <a:avLst/>
              <a:gdLst/>
              <a:ahLst/>
              <a:cxnLst/>
              <a:rect l="l" t="t" r="r" b="b"/>
              <a:pathLst>
                <a:path w="13826" h="10774" extrusionOk="0">
                  <a:moveTo>
                    <a:pt x="3438" y="1004"/>
                  </a:moveTo>
                  <a:lnTo>
                    <a:pt x="3515" y="1081"/>
                  </a:lnTo>
                  <a:lnTo>
                    <a:pt x="3631" y="1159"/>
                  </a:lnTo>
                  <a:lnTo>
                    <a:pt x="3669" y="1275"/>
                  </a:lnTo>
                  <a:lnTo>
                    <a:pt x="3669" y="1429"/>
                  </a:lnTo>
                  <a:lnTo>
                    <a:pt x="3592" y="1661"/>
                  </a:lnTo>
                  <a:lnTo>
                    <a:pt x="3515" y="1815"/>
                  </a:lnTo>
                  <a:lnTo>
                    <a:pt x="3360" y="1931"/>
                  </a:lnTo>
                  <a:lnTo>
                    <a:pt x="3167" y="1970"/>
                  </a:lnTo>
                  <a:lnTo>
                    <a:pt x="2974" y="2008"/>
                  </a:lnTo>
                  <a:lnTo>
                    <a:pt x="2781" y="2008"/>
                  </a:lnTo>
                  <a:lnTo>
                    <a:pt x="2356" y="1931"/>
                  </a:lnTo>
                  <a:lnTo>
                    <a:pt x="2395" y="1892"/>
                  </a:lnTo>
                  <a:lnTo>
                    <a:pt x="2472" y="1661"/>
                  </a:lnTo>
                  <a:lnTo>
                    <a:pt x="2588" y="1429"/>
                  </a:lnTo>
                  <a:lnTo>
                    <a:pt x="2704" y="1236"/>
                  </a:lnTo>
                  <a:lnTo>
                    <a:pt x="2897" y="1081"/>
                  </a:lnTo>
                  <a:lnTo>
                    <a:pt x="3013" y="1004"/>
                  </a:lnTo>
                  <a:close/>
                  <a:moveTo>
                    <a:pt x="1044" y="1468"/>
                  </a:moveTo>
                  <a:lnTo>
                    <a:pt x="1237" y="1545"/>
                  </a:lnTo>
                  <a:lnTo>
                    <a:pt x="1430" y="1622"/>
                  </a:lnTo>
                  <a:lnTo>
                    <a:pt x="1623" y="1777"/>
                  </a:lnTo>
                  <a:lnTo>
                    <a:pt x="1816" y="1892"/>
                  </a:lnTo>
                  <a:lnTo>
                    <a:pt x="1507" y="2201"/>
                  </a:lnTo>
                  <a:lnTo>
                    <a:pt x="1314" y="2356"/>
                  </a:lnTo>
                  <a:lnTo>
                    <a:pt x="1121" y="2433"/>
                  </a:lnTo>
                  <a:lnTo>
                    <a:pt x="966" y="2472"/>
                  </a:lnTo>
                  <a:lnTo>
                    <a:pt x="812" y="2472"/>
                  </a:lnTo>
                  <a:lnTo>
                    <a:pt x="696" y="2433"/>
                  </a:lnTo>
                  <a:lnTo>
                    <a:pt x="580" y="2394"/>
                  </a:lnTo>
                  <a:lnTo>
                    <a:pt x="464" y="2317"/>
                  </a:lnTo>
                  <a:lnTo>
                    <a:pt x="387" y="2201"/>
                  </a:lnTo>
                  <a:lnTo>
                    <a:pt x="387" y="2085"/>
                  </a:lnTo>
                  <a:lnTo>
                    <a:pt x="426" y="1892"/>
                  </a:lnTo>
                  <a:lnTo>
                    <a:pt x="503" y="1699"/>
                  </a:lnTo>
                  <a:lnTo>
                    <a:pt x="657" y="1545"/>
                  </a:lnTo>
                  <a:lnTo>
                    <a:pt x="850" y="1468"/>
                  </a:lnTo>
                  <a:close/>
                  <a:moveTo>
                    <a:pt x="4866" y="3823"/>
                  </a:moveTo>
                  <a:lnTo>
                    <a:pt x="5021" y="3862"/>
                  </a:lnTo>
                  <a:lnTo>
                    <a:pt x="5137" y="3939"/>
                  </a:lnTo>
                  <a:lnTo>
                    <a:pt x="5253" y="4055"/>
                  </a:lnTo>
                  <a:lnTo>
                    <a:pt x="5330" y="4171"/>
                  </a:lnTo>
                  <a:lnTo>
                    <a:pt x="5330" y="4325"/>
                  </a:lnTo>
                  <a:lnTo>
                    <a:pt x="5330" y="4441"/>
                  </a:lnTo>
                  <a:lnTo>
                    <a:pt x="5291" y="4557"/>
                  </a:lnTo>
                  <a:lnTo>
                    <a:pt x="5137" y="4788"/>
                  </a:lnTo>
                  <a:lnTo>
                    <a:pt x="4944" y="4982"/>
                  </a:lnTo>
                  <a:lnTo>
                    <a:pt x="4751" y="5097"/>
                  </a:lnTo>
                  <a:lnTo>
                    <a:pt x="4557" y="5136"/>
                  </a:lnTo>
                  <a:lnTo>
                    <a:pt x="4171" y="5213"/>
                  </a:lnTo>
                  <a:lnTo>
                    <a:pt x="4171" y="5213"/>
                  </a:lnTo>
                  <a:lnTo>
                    <a:pt x="4210" y="4750"/>
                  </a:lnTo>
                  <a:lnTo>
                    <a:pt x="4287" y="4557"/>
                  </a:lnTo>
                  <a:lnTo>
                    <a:pt x="4364" y="4325"/>
                  </a:lnTo>
                  <a:lnTo>
                    <a:pt x="4519" y="4055"/>
                  </a:lnTo>
                  <a:lnTo>
                    <a:pt x="4635" y="3978"/>
                  </a:lnTo>
                  <a:lnTo>
                    <a:pt x="4751" y="3900"/>
                  </a:lnTo>
                  <a:lnTo>
                    <a:pt x="4866" y="3823"/>
                  </a:lnTo>
                  <a:close/>
                  <a:moveTo>
                    <a:pt x="7299" y="4518"/>
                  </a:moveTo>
                  <a:lnTo>
                    <a:pt x="7415" y="4595"/>
                  </a:lnTo>
                  <a:lnTo>
                    <a:pt x="7492" y="4673"/>
                  </a:lnTo>
                  <a:lnTo>
                    <a:pt x="7531" y="4788"/>
                  </a:lnTo>
                  <a:lnTo>
                    <a:pt x="7569" y="4943"/>
                  </a:lnTo>
                  <a:lnTo>
                    <a:pt x="7608" y="5175"/>
                  </a:lnTo>
                  <a:lnTo>
                    <a:pt x="7569" y="5445"/>
                  </a:lnTo>
                  <a:lnTo>
                    <a:pt x="7531" y="5677"/>
                  </a:lnTo>
                  <a:lnTo>
                    <a:pt x="7454" y="5908"/>
                  </a:lnTo>
                  <a:lnTo>
                    <a:pt x="7299" y="6101"/>
                  </a:lnTo>
                  <a:lnTo>
                    <a:pt x="7145" y="6294"/>
                  </a:lnTo>
                  <a:lnTo>
                    <a:pt x="6913" y="5870"/>
                  </a:lnTo>
                  <a:lnTo>
                    <a:pt x="6797" y="5677"/>
                  </a:lnTo>
                  <a:lnTo>
                    <a:pt x="6759" y="5445"/>
                  </a:lnTo>
                  <a:lnTo>
                    <a:pt x="6720" y="5136"/>
                  </a:lnTo>
                  <a:lnTo>
                    <a:pt x="6759" y="4943"/>
                  </a:lnTo>
                  <a:lnTo>
                    <a:pt x="6797" y="4788"/>
                  </a:lnTo>
                  <a:lnTo>
                    <a:pt x="6874" y="4634"/>
                  </a:lnTo>
                  <a:lnTo>
                    <a:pt x="6990" y="4557"/>
                  </a:lnTo>
                  <a:lnTo>
                    <a:pt x="7106" y="4518"/>
                  </a:lnTo>
                  <a:close/>
                  <a:moveTo>
                    <a:pt x="11161" y="4982"/>
                  </a:moveTo>
                  <a:lnTo>
                    <a:pt x="11276" y="5059"/>
                  </a:lnTo>
                  <a:lnTo>
                    <a:pt x="11354" y="5136"/>
                  </a:lnTo>
                  <a:lnTo>
                    <a:pt x="11392" y="5252"/>
                  </a:lnTo>
                  <a:lnTo>
                    <a:pt x="11431" y="5368"/>
                  </a:lnTo>
                  <a:lnTo>
                    <a:pt x="11392" y="5677"/>
                  </a:lnTo>
                  <a:lnTo>
                    <a:pt x="11315" y="5986"/>
                  </a:lnTo>
                  <a:lnTo>
                    <a:pt x="11161" y="6217"/>
                  </a:lnTo>
                  <a:lnTo>
                    <a:pt x="11083" y="6333"/>
                  </a:lnTo>
                  <a:lnTo>
                    <a:pt x="10968" y="6372"/>
                  </a:lnTo>
                  <a:lnTo>
                    <a:pt x="10890" y="6410"/>
                  </a:lnTo>
                  <a:lnTo>
                    <a:pt x="10736" y="6410"/>
                  </a:lnTo>
                  <a:lnTo>
                    <a:pt x="10697" y="6449"/>
                  </a:lnTo>
                  <a:lnTo>
                    <a:pt x="10659" y="6449"/>
                  </a:lnTo>
                  <a:lnTo>
                    <a:pt x="10466" y="6101"/>
                  </a:lnTo>
                  <a:lnTo>
                    <a:pt x="10388" y="5947"/>
                  </a:lnTo>
                  <a:lnTo>
                    <a:pt x="10350" y="5715"/>
                  </a:lnTo>
                  <a:lnTo>
                    <a:pt x="10350" y="5484"/>
                  </a:lnTo>
                  <a:lnTo>
                    <a:pt x="10427" y="5252"/>
                  </a:lnTo>
                  <a:lnTo>
                    <a:pt x="10581" y="5097"/>
                  </a:lnTo>
                  <a:lnTo>
                    <a:pt x="10697" y="5059"/>
                  </a:lnTo>
                  <a:lnTo>
                    <a:pt x="10813" y="4982"/>
                  </a:lnTo>
                  <a:close/>
                  <a:moveTo>
                    <a:pt x="3052" y="5522"/>
                  </a:moveTo>
                  <a:lnTo>
                    <a:pt x="3476" y="5561"/>
                  </a:lnTo>
                  <a:lnTo>
                    <a:pt x="3283" y="5947"/>
                  </a:lnTo>
                  <a:lnTo>
                    <a:pt x="3167" y="6140"/>
                  </a:lnTo>
                  <a:lnTo>
                    <a:pt x="3013" y="6294"/>
                  </a:lnTo>
                  <a:lnTo>
                    <a:pt x="2858" y="6410"/>
                  </a:lnTo>
                  <a:lnTo>
                    <a:pt x="2704" y="6488"/>
                  </a:lnTo>
                  <a:lnTo>
                    <a:pt x="2472" y="6488"/>
                  </a:lnTo>
                  <a:lnTo>
                    <a:pt x="2279" y="6410"/>
                  </a:lnTo>
                  <a:lnTo>
                    <a:pt x="2125" y="6294"/>
                  </a:lnTo>
                  <a:lnTo>
                    <a:pt x="2086" y="6179"/>
                  </a:lnTo>
                  <a:lnTo>
                    <a:pt x="2086" y="6063"/>
                  </a:lnTo>
                  <a:lnTo>
                    <a:pt x="2125" y="5908"/>
                  </a:lnTo>
                  <a:lnTo>
                    <a:pt x="2241" y="5792"/>
                  </a:lnTo>
                  <a:lnTo>
                    <a:pt x="2356" y="5677"/>
                  </a:lnTo>
                  <a:lnTo>
                    <a:pt x="2472" y="5599"/>
                  </a:lnTo>
                  <a:lnTo>
                    <a:pt x="2588" y="5561"/>
                  </a:lnTo>
                  <a:lnTo>
                    <a:pt x="2820" y="5522"/>
                  </a:lnTo>
                  <a:close/>
                  <a:moveTo>
                    <a:pt x="7222" y="6796"/>
                  </a:moveTo>
                  <a:lnTo>
                    <a:pt x="7183" y="7260"/>
                  </a:lnTo>
                  <a:lnTo>
                    <a:pt x="7106" y="7453"/>
                  </a:lnTo>
                  <a:lnTo>
                    <a:pt x="7029" y="7685"/>
                  </a:lnTo>
                  <a:lnTo>
                    <a:pt x="6874" y="7916"/>
                  </a:lnTo>
                  <a:lnTo>
                    <a:pt x="6681" y="8148"/>
                  </a:lnTo>
                  <a:lnTo>
                    <a:pt x="6565" y="8225"/>
                  </a:lnTo>
                  <a:lnTo>
                    <a:pt x="6450" y="8264"/>
                  </a:lnTo>
                  <a:lnTo>
                    <a:pt x="6295" y="8302"/>
                  </a:lnTo>
                  <a:lnTo>
                    <a:pt x="6141" y="8225"/>
                  </a:lnTo>
                  <a:lnTo>
                    <a:pt x="6025" y="8148"/>
                  </a:lnTo>
                  <a:lnTo>
                    <a:pt x="5948" y="8032"/>
                  </a:lnTo>
                  <a:lnTo>
                    <a:pt x="5909" y="7916"/>
                  </a:lnTo>
                  <a:lnTo>
                    <a:pt x="5909" y="7800"/>
                  </a:lnTo>
                  <a:lnTo>
                    <a:pt x="5948" y="7646"/>
                  </a:lnTo>
                  <a:lnTo>
                    <a:pt x="6025" y="7530"/>
                  </a:lnTo>
                  <a:lnTo>
                    <a:pt x="6179" y="7298"/>
                  </a:lnTo>
                  <a:lnTo>
                    <a:pt x="6411" y="7144"/>
                  </a:lnTo>
                  <a:lnTo>
                    <a:pt x="6643" y="7028"/>
                  </a:lnTo>
                  <a:lnTo>
                    <a:pt x="7183" y="6835"/>
                  </a:lnTo>
                  <a:lnTo>
                    <a:pt x="7183" y="6796"/>
                  </a:lnTo>
                  <a:close/>
                  <a:moveTo>
                    <a:pt x="10620" y="7144"/>
                  </a:moveTo>
                  <a:lnTo>
                    <a:pt x="10659" y="7337"/>
                  </a:lnTo>
                  <a:lnTo>
                    <a:pt x="10697" y="7530"/>
                  </a:lnTo>
                  <a:lnTo>
                    <a:pt x="10697" y="7685"/>
                  </a:lnTo>
                  <a:lnTo>
                    <a:pt x="10659" y="7878"/>
                  </a:lnTo>
                  <a:lnTo>
                    <a:pt x="10620" y="8032"/>
                  </a:lnTo>
                  <a:lnTo>
                    <a:pt x="10504" y="8187"/>
                  </a:lnTo>
                  <a:lnTo>
                    <a:pt x="10427" y="8341"/>
                  </a:lnTo>
                  <a:lnTo>
                    <a:pt x="10272" y="8457"/>
                  </a:lnTo>
                  <a:lnTo>
                    <a:pt x="10118" y="8573"/>
                  </a:lnTo>
                  <a:lnTo>
                    <a:pt x="9925" y="8611"/>
                  </a:lnTo>
                  <a:lnTo>
                    <a:pt x="9848" y="8573"/>
                  </a:lnTo>
                  <a:lnTo>
                    <a:pt x="9770" y="8573"/>
                  </a:lnTo>
                  <a:lnTo>
                    <a:pt x="9732" y="8496"/>
                  </a:lnTo>
                  <a:lnTo>
                    <a:pt x="9655" y="8418"/>
                  </a:lnTo>
                  <a:lnTo>
                    <a:pt x="9616" y="8225"/>
                  </a:lnTo>
                  <a:lnTo>
                    <a:pt x="9655" y="8071"/>
                  </a:lnTo>
                  <a:lnTo>
                    <a:pt x="9732" y="7916"/>
                  </a:lnTo>
                  <a:lnTo>
                    <a:pt x="9809" y="7762"/>
                  </a:lnTo>
                  <a:lnTo>
                    <a:pt x="10002" y="7569"/>
                  </a:lnTo>
                  <a:lnTo>
                    <a:pt x="10195" y="7414"/>
                  </a:lnTo>
                  <a:lnTo>
                    <a:pt x="10388" y="7260"/>
                  </a:lnTo>
                  <a:lnTo>
                    <a:pt x="10620" y="7144"/>
                  </a:lnTo>
                  <a:close/>
                  <a:moveTo>
                    <a:pt x="1854" y="0"/>
                  </a:moveTo>
                  <a:lnTo>
                    <a:pt x="1507" y="39"/>
                  </a:lnTo>
                  <a:lnTo>
                    <a:pt x="1584" y="734"/>
                  </a:lnTo>
                  <a:lnTo>
                    <a:pt x="1700" y="1429"/>
                  </a:lnTo>
                  <a:lnTo>
                    <a:pt x="1584" y="1313"/>
                  </a:lnTo>
                  <a:lnTo>
                    <a:pt x="1430" y="1236"/>
                  </a:lnTo>
                  <a:lnTo>
                    <a:pt x="1275" y="1159"/>
                  </a:lnTo>
                  <a:lnTo>
                    <a:pt x="1082" y="1120"/>
                  </a:lnTo>
                  <a:lnTo>
                    <a:pt x="889" y="1120"/>
                  </a:lnTo>
                  <a:lnTo>
                    <a:pt x="735" y="1159"/>
                  </a:lnTo>
                  <a:lnTo>
                    <a:pt x="542" y="1236"/>
                  </a:lnTo>
                  <a:lnTo>
                    <a:pt x="387" y="1313"/>
                  </a:lnTo>
                  <a:lnTo>
                    <a:pt x="271" y="1429"/>
                  </a:lnTo>
                  <a:lnTo>
                    <a:pt x="155" y="1545"/>
                  </a:lnTo>
                  <a:lnTo>
                    <a:pt x="78" y="1738"/>
                  </a:lnTo>
                  <a:lnTo>
                    <a:pt x="40" y="1892"/>
                  </a:lnTo>
                  <a:lnTo>
                    <a:pt x="1" y="2085"/>
                  </a:lnTo>
                  <a:lnTo>
                    <a:pt x="40" y="2240"/>
                  </a:lnTo>
                  <a:lnTo>
                    <a:pt x="78" y="2394"/>
                  </a:lnTo>
                  <a:lnTo>
                    <a:pt x="155" y="2549"/>
                  </a:lnTo>
                  <a:lnTo>
                    <a:pt x="271" y="2665"/>
                  </a:lnTo>
                  <a:lnTo>
                    <a:pt x="387" y="2742"/>
                  </a:lnTo>
                  <a:lnTo>
                    <a:pt x="542" y="2819"/>
                  </a:lnTo>
                  <a:lnTo>
                    <a:pt x="735" y="2858"/>
                  </a:lnTo>
                  <a:lnTo>
                    <a:pt x="1044" y="2858"/>
                  </a:lnTo>
                  <a:lnTo>
                    <a:pt x="1352" y="2742"/>
                  </a:lnTo>
                  <a:lnTo>
                    <a:pt x="1661" y="2587"/>
                  </a:lnTo>
                  <a:lnTo>
                    <a:pt x="1932" y="2356"/>
                  </a:lnTo>
                  <a:lnTo>
                    <a:pt x="2163" y="3089"/>
                  </a:lnTo>
                  <a:lnTo>
                    <a:pt x="2434" y="3823"/>
                  </a:lnTo>
                  <a:lnTo>
                    <a:pt x="2820" y="4518"/>
                  </a:lnTo>
                  <a:lnTo>
                    <a:pt x="3013" y="4827"/>
                  </a:lnTo>
                  <a:lnTo>
                    <a:pt x="3245" y="5136"/>
                  </a:lnTo>
                  <a:lnTo>
                    <a:pt x="2936" y="5136"/>
                  </a:lnTo>
                  <a:lnTo>
                    <a:pt x="2588" y="5175"/>
                  </a:lnTo>
                  <a:lnTo>
                    <a:pt x="2318" y="5252"/>
                  </a:lnTo>
                  <a:lnTo>
                    <a:pt x="2048" y="5445"/>
                  </a:lnTo>
                  <a:lnTo>
                    <a:pt x="1932" y="5561"/>
                  </a:lnTo>
                  <a:lnTo>
                    <a:pt x="1854" y="5677"/>
                  </a:lnTo>
                  <a:lnTo>
                    <a:pt x="1777" y="5831"/>
                  </a:lnTo>
                  <a:lnTo>
                    <a:pt x="1739" y="5986"/>
                  </a:lnTo>
                  <a:lnTo>
                    <a:pt x="1700" y="6140"/>
                  </a:lnTo>
                  <a:lnTo>
                    <a:pt x="1739" y="6294"/>
                  </a:lnTo>
                  <a:lnTo>
                    <a:pt x="1777" y="6449"/>
                  </a:lnTo>
                  <a:lnTo>
                    <a:pt x="1893" y="6603"/>
                  </a:lnTo>
                  <a:lnTo>
                    <a:pt x="2009" y="6681"/>
                  </a:lnTo>
                  <a:lnTo>
                    <a:pt x="2125" y="6758"/>
                  </a:lnTo>
                  <a:lnTo>
                    <a:pt x="2279" y="6835"/>
                  </a:lnTo>
                  <a:lnTo>
                    <a:pt x="2434" y="6874"/>
                  </a:lnTo>
                  <a:lnTo>
                    <a:pt x="2588" y="6874"/>
                  </a:lnTo>
                  <a:lnTo>
                    <a:pt x="2743" y="6835"/>
                  </a:lnTo>
                  <a:lnTo>
                    <a:pt x="2897" y="6796"/>
                  </a:lnTo>
                  <a:lnTo>
                    <a:pt x="3052" y="6719"/>
                  </a:lnTo>
                  <a:lnTo>
                    <a:pt x="3283" y="6526"/>
                  </a:lnTo>
                  <a:lnTo>
                    <a:pt x="3476" y="6294"/>
                  </a:lnTo>
                  <a:lnTo>
                    <a:pt x="3631" y="5986"/>
                  </a:lnTo>
                  <a:lnTo>
                    <a:pt x="3747" y="5677"/>
                  </a:lnTo>
                  <a:lnTo>
                    <a:pt x="4171" y="6024"/>
                  </a:lnTo>
                  <a:lnTo>
                    <a:pt x="4635" y="6333"/>
                  </a:lnTo>
                  <a:lnTo>
                    <a:pt x="5137" y="6565"/>
                  </a:lnTo>
                  <a:lnTo>
                    <a:pt x="5716" y="6719"/>
                  </a:lnTo>
                  <a:lnTo>
                    <a:pt x="6218" y="6796"/>
                  </a:lnTo>
                  <a:lnTo>
                    <a:pt x="6025" y="6912"/>
                  </a:lnTo>
                  <a:lnTo>
                    <a:pt x="5870" y="7028"/>
                  </a:lnTo>
                  <a:lnTo>
                    <a:pt x="5755" y="7183"/>
                  </a:lnTo>
                  <a:lnTo>
                    <a:pt x="5639" y="7376"/>
                  </a:lnTo>
                  <a:lnTo>
                    <a:pt x="5561" y="7530"/>
                  </a:lnTo>
                  <a:lnTo>
                    <a:pt x="5523" y="7685"/>
                  </a:lnTo>
                  <a:lnTo>
                    <a:pt x="5523" y="7878"/>
                  </a:lnTo>
                  <a:lnTo>
                    <a:pt x="5523" y="8032"/>
                  </a:lnTo>
                  <a:lnTo>
                    <a:pt x="5561" y="8187"/>
                  </a:lnTo>
                  <a:lnTo>
                    <a:pt x="5639" y="8341"/>
                  </a:lnTo>
                  <a:lnTo>
                    <a:pt x="5755" y="8457"/>
                  </a:lnTo>
                  <a:lnTo>
                    <a:pt x="5909" y="8573"/>
                  </a:lnTo>
                  <a:lnTo>
                    <a:pt x="6063" y="8650"/>
                  </a:lnTo>
                  <a:lnTo>
                    <a:pt x="6257" y="8689"/>
                  </a:lnTo>
                  <a:lnTo>
                    <a:pt x="6411" y="8689"/>
                  </a:lnTo>
                  <a:lnTo>
                    <a:pt x="6604" y="8650"/>
                  </a:lnTo>
                  <a:lnTo>
                    <a:pt x="6759" y="8573"/>
                  </a:lnTo>
                  <a:lnTo>
                    <a:pt x="6952" y="8457"/>
                  </a:lnTo>
                  <a:lnTo>
                    <a:pt x="7067" y="8341"/>
                  </a:lnTo>
                  <a:lnTo>
                    <a:pt x="7183" y="8187"/>
                  </a:lnTo>
                  <a:lnTo>
                    <a:pt x="7376" y="7878"/>
                  </a:lnTo>
                  <a:lnTo>
                    <a:pt x="7492" y="7530"/>
                  </a:lnTo>
                  <a:lnTo>
                    <a:pt x="7531" y="7183"/>
                  </a:lnTo>
                  <a:lnTo>
                    <a:pt x="7531" y="6796"/>
                  </a:lnTo>
                  <a:lnTo>
                    <a:pt x="8882" y="6719"/>
                  </a:lnTo>
                  <a:lnTo>
                    <a:pt x="9577" y="6719"/>
                  </a:lnTo>
                  <a:lnTo>
                    <a:pt x="10272" y="6796"/>
                  </a:lnTo>
                  <a:lnTo>
                    <a:pt x="10466" y="6835"/>
                  </a:lnTo>
                  <a:lnTo>
                    <a:pt x="10311" y="6912"/>
                  </a:lnTo>
                  <a:lnTo>
                    <a:pt x="10118" y="7028"/>
                  </a:lnTo>
                  <a:lnTo>
                    <a:pt x="9809" y="7260"/>
                  </a:lnTo>
                  <a:lnTo>
                    <a:pt x="9539" y="7569"/>
                  </a:lnTo>
                  <a:lnTo>
                    <a:pt x="9423" y="7723"/>
                  </a:lnTo>
                  <a:lnTo>
                    <a:pt x="9346" y="7916"/>
                  </a:lnTo>
                  <a:lnTo>
                    <a:pt x="9307" y="8109"/>
                  </a:lnTo>
                  <a:lnTo>
                    <a:pt x="9269" y="8264"/>
                  </a:lnTo>
                  <a:lnTo>
                    <a:pt x="9307" y="8457"/>
                  </a:lnTo>
                  <a:lnTo>
                    <a:pt x="9384" y="8611"/>
                  </a:lnTo>
                  <a:lnTo>
                    <a:pt x="9462" y="8766"/>
                  </a:lnTo>
                  <a:lnTo>
                    <a:pt x="9616" y="8882"/>
                  </a:lnTo>
                  <a:lnTo>
                    <a:pt x="9770" y="8959"/>
                  </a:lnTo>
                  <a:lnTo>
                    <a:pt x="9964" y="8998"/>
                  </a:lnTo>
                  <a:lnTo>
                    <a:pt x="10157" y="8959"/>
                  </a:lnTo>
                  <a:lnTo>
                    <a:pt x="10311" y="8882"/>
                  </a:lnTo>
                  <a:lnTo>
                    <a:pt x="10466" y="8804"/>
                  </a:lnTo>
                  <a:lnTo>
                    <a:pt x="10620" y="8650"/>
                  </a:lnTo>
                  <a:lnTo>
                    <a:pt x="10736" y="8534"/>
                  </a:lnTo>
                  <a:lnTo>
                    <a:pt x="10852" y="8341"/>
                  </a:lnTo>
                  <a:lnTo>
                    <a:pt x="10929" y="8187"/>
                  </a:lnTo>
                  <a:lnTo>
                    <a:pt x="11006" y="7994"/>
                  </a:lnTo>
                  <a:lnTo>
                    <a:pt x="11045" y="7762"/>
                  </a:lnTo>
                  <a:lnTo>
                    <a:pt x="11045" y="7492"/>
                  </a:lnTo>
                  <a:lnTo>
                    <a:pt x="10968" y="7221"/>
                  </a:lnTo>
                  <a:lnTo>
                    <a:pt x="10890" y="6990"/>
                  </a:lnTo>
                  <a:lnTo>
                    <a:pt x="10929" y="6951"/>
                  </a:lnTo>
                  <a:lnTo>
                    <a:pt x="11431" y="7105"/>
                  </a:lnTo>
                  <a:lnTo>
                    <a:pt x="11894" y="7376"/>
                  </a:lnTo>
                  <a:lnTo>
                    <a:pt x="12319" y="7685"/>
                  </a:lnTo>
                  <a:lnTo>
                    <a:pt x="12512" y="7839"/>
                  </a:lnTo>
                  <a:lnTo>
                    <a:pt x="12705" y="8032"/>
                  </a:lnTo>
                  <a:lnTo>
                    <a:pt x="12898" y="8341"/>
                  </a:lnTo>
                  <a:lnTo>
                    <a:pt x="13091" y="8650"/>
                  </a:lnTo>
                  <a:lnTo>
                    <a:pt x="13207" y="8920"/>
                  </a:lnTo>
                  <a:lnTo>
                    <a:pt x="13284" y="9268"/>
                  </a:lnTo>
                  <a:lnTo>
                    <a:pt x="13323" y="9577"/>
                  </a:lnTo>
                  <a:lnTo>
                    <a:pt x="13362" y="9924"/>
                  </a:lnTo>
                  <a:lnTo>
                    <a:pt x="13323" y="10619"/>
                  </a:lnTo>
                  <a:lnTo>
                    <a:pt x="13323" y="10658"/>
                  </a:lnTo>
                  <a:lnTo>
                    <a:pt x="13362" y="10735"/>
                  </a:lnTo>
                  <a:lnTo>
                    <a:pt x="13439" y="10774"/>
                  </a:lnTo>
                  <a:lnTo>
                    <a:pt x="13555" y="10774"/>
                  </a:lnTo>
                  <a:lnTo>
                    <a:pt x="13632" y="10697"/>
                  </a:lnTo>
                  <a:lnTo>
                    <a:pt x="13709" y="10465"/>
                  </a:lnTo>
                  <a:lnTo>
                    <a:pt x="13786" y="10272"/>
                  </a:lnTo>
                  <a:lnTo>
                    <a:pt x="13825" y="10040"/>
                  </a:lnTo>
                  <a:lnTo>
                    <a:pt x="13825" y="9808"/>
                  </a:lnTo>
                  <a:lnTo>
                    <a:pt x="13786" y="9384"/>
                  </a:lnTo>
                  <a:lnTo>
                    <a:pt x="13671" y="8920"/>
                  </a:lnTo>
                  <a:lnTo>
                    <a:pt x="13478" y="8496"/>
                  </a:lnTo>
                  <a:lnTo>
                    <a:pt x="13246" y="8109"/>
                  </a:lnTo>
                  <a:lnTo>
                    <a:pt x="12976" y="7723"/>
                  </a:lnTo>
                  <a:lnTo>
                    <a:pt x="12667" y="7414"/>
                  </a:lnTo>
                  <a:lnTo>
                    <a:pt x="12319" y="7144"/>
                  </a:lnTo>
                  <a:lnTo>
                    <a:pt x="11972" y="6912"/>
                  </a:lnTo>
                  <a:lnTo>
                    <a:pt x="11585" y="6719"/>
                  </a:lnTo>
                  <a:lnTo>
                    <a:pt x="11199" y="6565"/>
                  </a:lnTo>
                  <a:lnTo>
                    <a:pt x="11392" y="6410"/>
                  </a:lnTo>
                  <a:lnTo>
                    <a:pt x="11585" y="6140"/>
                  </a:lnTo>
                  <a:lnTo>
                    <a:pt x="11701" y="5831"/>
                  </a:lnTo>
                  <a:lnTo>
                    <a:pt x="11740" y="5522"/>
                  </a:lnTo>
                  <a:lnTo>
                    <a:pt x="11740" y="5213"/>
                  </a:lnTo>
                  <a:lnTo>
                    <a:pt x="11701" y="5059"/>
                  </a:lnTo>
                  <a:lnTo>
                    <a:pt x="11624" y="4943"/>
                  </a:lnTo>
                  <a:lnTo>
                    <a:pt x="11547" y="4827"/>
                  </a:lnTo>
                  <a:lnTo>
                    <a:pt x="11431" y="4750"/>
                  </a:lnTo>
                  <a:lnTo>
                    <a:pt x="11276" y="4673"/>
                  </a:lnTo>
                  <a:lnTo>
                    <a:pt x="11122" y="4634"/>
                  </a:lnTo>
                  <a:lnTo>
                    <a:pt x="10774" y="4634"/>
                  </a:lnTo>
                  <a:lnTo>
                    <a:pt x="10581" y="4711"/>
                  </a:lnTo>
                  <a:lnTo>
                    <a:pt x="10427" y="4788"/>
                  </a:lnTo>
                  <a:lnTo>
                    <a:pt x="10311" y="4866"/>
                  </a:lnTo>
                  <a:lnTo>
                    <a:pt x="10195" y="5020"/>
                  </a:lnTo>
                  <a:lnTo>
                    <a:pt x="10079" y="5136"/>
                  </a:lnTo>
                  <a:lnTo>
                    <a:pt x="10002" y="5329"/>
                  </a:lnTo>
                  <a:lnTo>
                    <a:pt x="9964" y="5561"/>
                  </a:lnTo>
                  <a:lnTo>
                    <a:pt x="9964" y="5831"/>
                  </a:lnTo>
                  <a:lnTo>
                    <a:pt x="10041" y="6063"/>
                  </a:lnTo>
                  <a:lnTo>
                    <a:pt x="10118" y="6333"/>
                  </a:lnTo>
                  <a:lnTo>
                    <a:pt x="9462" y="6256"/>
                  </a:lnTo>
                  <a:lnTo>
                    <a:pt x="8805" y="6256"/>
                  </a:lnTo>
                  <a:lnTo>
                    <a:pt x="7492" y="6333"/>
                  </a:lnTo>
                  <a:lnTo>
                    <a:pt x="7685" y="6063"/>
                  </a:lnTo>
                  <a:lnTo>
                    <a:pt x="7801" y="5792"/>
                  </a:lnTo>
                  <a:lnTo>
                    <a:pt x="7878" y="5522"/>
                  </a:lnTo>
                  <a:lnTo>
                    <a:pt x="7956" y="5213"/>
                  </a:lnTo>
                  <a:lnTo>
                    <a:pt x="7917" y="4866"/>
                  </a:lnTo>
                  <a:lnTo>
                    <a:pt x="7878" y="4711"/>
                  </a:lnTo>
                  <a:lnTo>
                    <a:pt x="7801" y="4557"/>
                  </a:lnTo>
                  <a:lnTo>
                    <a:pt x="7724" y="4402"/>
                  </a:lnTo>
                  <a:lnTo>
                    <a:pt x="7608" y="4287"/>
                  </a:lnTo>
                  <a:lnTo>
                    <a:pt x="7492" y="4209"/>
                  </a:lnTo>
                  <a:lnTo>
                    <a:pt x="7299" y="4132"/>
                  </a:lnTo>
                  <a:lnTo>
                    <a:pt x="6990" y="4132"/>
                  </a:lnTo>
                  <a:lnTo>
                    <a:pt x="6836" y="4209"/>
                  </a:lnTo>
                  <a:lnTo>
                    <a:pt x="6720" y="4325"/>
                  </a:lnTo>
                  <a:lnTo>
                    <a:pt x="6604" y="4441"/>
                  </a:lnTo>
                  <a:lnTo>
                    <a:pt x="6527" y="4595"/>
                  </a:lnTo>
                  <a:lnTo>
                    <a:pt x="6411" y="4904"/>
                  </a:lnTo>
                  <a:lnTo>
                    <a:pt x="6372" y="5252"/>
                  </a:lnTo>
                  <a:lnTo>
                    <a:pt x="6411" y="5638"/>
                  </a:lnTo>
                  <a:lnTo>
                    <a:pt x="6450" y="5831"/>
                  </a:lnTo>
                  <a:lnTo>
                    <a:pt x="6527" y="6024"/>
                  </a:lnTo>
                  <a:lnTo>
                    <a:pt x="6643" y="6179"/>
                  </a:lnTo>
                  <a:lnTo>
                    <a:pt x="6759" y="6333"/>
                  </a:lnTo>
                  <a:lnTo>
                    <a:pt x="6102" y="6256"/>
                  </a:lnTo>
                  <a:lnTo>
                    <a:pt x="5755" y="6217"/>
                  </a:lnTo>
                  <a:lnTo>
                    <a:pt x="5446" y="6140"/>
                  </a:lnTo>
                  <a:lnTo>
                    <a:pt x="5137" y="6024"/>
                  </a:lnTo>
                  <a:lnTo>
                    <a:pt x="4828" y="5870"/>
                  </a:lnTo>
                  <a:lnTo>
                    <a:pt x="4519" y="5715"/>
                  </a:lnTo>
                  <a:lnTo>
                    <a:pt x="4210" y="5522"/>
                  </a:lnTo>
                  <a:lnTo>
                    <a:pt x="4557" y="5484"/>
                  </a:lnTo>
                  <a:lnTo>
                    <a:pt x="4905" y="5406"/>
                  </a:lnTo>
                  <a:lnTo>
                    <a:pt x="5175" y="5252"/>
                  </a:lnTo>
                  <a:lnTo>
                    <a:pt x="5446" y="5020"/>
                  </a:lnTo>
                  <a:lnTo>
                    <a:pt x="5561" y="4866"/>
                  </a:lnTo>
                  <a:lnTo>
                    <a:pt x="5639" y="4711"/>
                  </a:lnTo>
                  <a:lnTo>
                    <a:pt x="5677" y="4518"/>
                  </a:lnTo>
                  <a:lnTo>
                    <a:pt x="5716" y="4364"/>
                  </a:lnTo>
                  <a:lnTo>
                    <a:pt x="5716" y="4171"/>
                  </a:lnTo>
                  <a:lnTo>
                    <a:pt x="5639" y="4016"/>
                  </a:lnTo>
                  <a:lnTo>
                    <a:pt x="5561" y="3862"/>
                  </a:lnTo>
                  <a:lnTo>
                    <a:pt x="5446" y="3707"/>
                  </a:lnTo>
                  <a:lnTo>
                    <a:pt x="5330" y="3591"/>
                  </a:lnTo>
                  <a:lnTo>
                    <a:pt x="5175" y="3514"/>
                  </a:lnTo>
                  <a:lnTo>
                    <a:pt x="5021" y="3476"/>
                  </a:lnTo>
                  <a:lnTo>
                    <a:pt x="4866" y="3437"/>
                  </a:lnTo>
                  <a:lnTo>
                    <a:pt x="4712" y="3476"/>
                  </a:lnTo>
                  <a:lnTo>
                    <a:pt x="4557" y="3514"/>
                  </a:lnTo>
                  <a:lnTo>
                    <a:pt x="4442" y="3630"/>
                  </a:lnTo>
                  <a:lnTo>
                    <a:pt x="4287" y="3707"/>
                  </a:lnTo>
                  <a:lnTo>
                    <a:pt x="4171" y="3862"/>
                  </a:lnTo>
                  <a:lnTo>
                    <a:pt x="4055" y="4016"/>
                  </a:lnTo>
                  <a:lnTo>
                    <a:pt x="3940" y="4364"/>
                  </a:lnTo>
                  <a:lnTo>
                    <a:pt x="3824" y="4750"/>
                  </a:lnTo>
                  <a:lnTo>
                    <a:pt x="3785" y="5097"/>
                  </a:lnTo>
                  <a:lnTo>
                    <a:pt x="3515" y="4788"/>
                  </a:lnTo>
                  <a:lnTo>
                    <a:pt x="3283" y="4441"/>
                  </a:lnTo>
                  <a:lnTo>
                    <a:pt x="3052" y="4093"/>
                  </a:lnTo>
                  <a:lnTo>
                    <a:pt x="2858" y="3746"/>
                  </a:lnTo>
                  <a:lnTo>
                    <a:pt x="2704" y="3398"/>
                  </a:lnTo>
                  <a:lnTo>
                    <a:pt x="2550" y="3012"/>
                  </a:lnTo>
                  <a:lnTo>
                    <a:pt x="2318" y="2240"/>
                  </a:lnTo>
                  <a:lnTo>
                    <a:pt x="2318" y="2240"/>
                  </a:lnTo>
                  <a:lnTo>
                    <a:pt x="2588" y="2317"/>
                  </a:lnTo>
                  <a:lnTo>
                    <a:pt x="2858" y="2356"/>
                  </a:lnTo>
                  <a:lnTo>
                    <a:pt x="3129" y="2356"/>
                  </a:lnTo>
                  <a:lnTo>
                    <a:pt x="3399" y="2279"/>
                  </a:lnTo>
                  <a:lnTo>
                    <a:pt x="3554" y="2201"/>
                  </a:lnTo>
                  <a:lnTo>
                    <a:pt x="3708" y="2085"/>
                  </a:lnTo>
                  <a:lnTo>
                    <a:pt x="3824" y="1970"/>
                  </a:lnTo>
                  <a:lnTo>
                    <a:pt x="3940" y="1815"/>
                  </a:lnTo>
                  <a:lnTo>
                    <a:pt x="4017" y="1661"/>
                  </a:lnTo>
                  <a:lnTo>
                    <a:pt x="4055" y="1506"/>
                  </a:lnTo>
                  <a:lnTo>
                    <a:pt x="4055" y="1313"/>
                  </a:lnTo>
                  <a:lnTo>
                    <a:pt x="4017" y="1159"/>
                  </a:lnTo>
                  <a:lnTo>
                    <a:pt x="3978" y="1004"/>
                  </a:lnTo>
                  <a:lnTo>
                    <a:pt x="3862" y="850"/>
                  </a:lnTo>
                  <a:lnTo>
                    <a:pt x="3747" y="773"/>
                  </a:lnTo>
                  <a:lnTo>
                    <a:pt x="3592" y="695"/>
                  </a:lnTo>
                  <a:lnTo>
                    <a:pt x="3438" y="618"/>
                  </a:lnTo>
                  <a:lnTo>
                    <a:pt x="3283" y="579"/>
                  </a:lnTo>
                  <a:lnTo>
                    <a:pt x="3129" y="579"/>
                  </a:lnTo>
                  <a:lnTo>
                    <a:pt x="2974" y="618"/>
                  </a:lnTo>
                  <a:lnTo>
                    <a:pt x="2820" y="657"/>
                  </a:lnTo>
                  <a:lnTo>
                    <a:pt x="2665" y="734"/>
                  </a:lnTo>
                  <a:lnTo>
                    <a:pt x="2434" y="927"/>
                  </a:lnTo>
                  <a:lnTo>
                    <a:pt x="2241" y="1159"/>
                  </a:lnTo>
                  <a:lnTo>
                    <a:pt x="2125" y="146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21"/>
            <p:cNvSpPr/>
            <p:nvPr/>
          </p:nvSpPr>
          <p:spPr>
            <a:xfrm>
              <a:off x="5987875" y="4095550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4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4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70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8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21"/>
            <p:cNvSpPr/>
            <p:nvPr/>
          </p:nvSpPr>
          <p:spPr>
            <a:xfrm>
              <a:off x="4079325" y="419112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9"/>
                  </a:moveTo>
                  <a:lnTo>
                    <a:pt x="1082" y="5986"/>
                  </a:lnTo>
                  <a:lnTo>
                    <a:pt x="1236" y="6025"/>
                  </a:lnTo>
                  <a:lnTo>
                    <a:pt x="1391" y="6179"/>
                  </a:lnTo>
                  <a:lnTo>
                    <a:pt x="1468" y="6334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6" y="6951"/>
                  </a:lnTo>
                  <a:lnTo>
                    <a:pt x="1159" y="7029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6"/>
                  </a:lnTo>
                  <a:lnTo>
                    <a:pt x="425" y="6720"/>
                  </a:lnTo>
                  <a:lnTo>
                    <a:pt x="387" y="6643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5" y="6256"/>
                  </a:lnTo>
                  <a:lnTo>
                    <a:pt x="503" y="6179"/>
                  </a:lnTo>
                  <a:lnTo>
                    <a:pt x="696" y="6025"/>
                  </a:lnTo>
                  <a:lnTo>
                    <a:pt x="889" y="5909"/>
                  </a:lnTo>
                  <a:close/>
                  <a:moveTo>
                    <a:pt x="5909" y="1"/>
                  </a:moveTo>
                  <a:lnTo>
                    <a:pt x="5831" y="39"/>
                  </a:lnTo>
                  <a:lnTo>
                    <a:pt x="5522" y="310"/>
                  </a:lnTo>
                  <a:lnTo>
                    <a:pt x="5175" y="619"/>
                  </a:lnTo>
                  <a:lnTo>
                    <a:pt x="4596" y="1314"/>
                  </a:lnTo>
                  <a:lnTo>
                    <a:pt x="4017" y="2047"/>
                  </a:lnTo>
                  <a:lnTo>
                    <a:pt x="3437" y="2781"/>
                  </a:lnTo>
                  <a:lnTo>
                    <a:pt x="2279" y="4133"/>
                  </a:lnTo>
                  <a:lnTo>
                    <a:pt x="1738" y="4866"/>
                  </a:lnTo>
                  <a:lnTo>
                    <a:pt x="1198" y="5561"/>
                  </a:lnTo>
                  <a:lnTo>
                    <a:pt x="1043" y="5523"/>
                  </a:lnTo>
                  <a:lnTo>
                    <a:pt x="889" y="5523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1" y="6334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4" y="7145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3" y="6527"/>
                  </a:lnTo>
                  <a:lnTo>
                    <a:pt x="1854" y="6334"/>
                  </a:lnTo>
                  <a:lnTo>
                    <a:pt x="1815" y="6179"/>
                  </a:lnTo>
                  <a:lnTo>
                    <a:pt x="1738" y="6025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3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9" y="657"/>
                  </a:lnTo>
                  <a:lnTo>
                    <a:pt x="6102" y="310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21"/>
            <p:cNvSpPr/>
            <p:nvPr/>
          </p:nvSpPr>
          <p:spPr>
            <a:xfrm>
              <a:off x="3825425" y="421912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8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2"/>
                  </a:lnTo>
                  <a:lnTo>
                    <a:pt x="6643" y="5909"/>
                  </a:lnTo>
                  <a:lnTo>
                    <a:pt x="6797" y="5754"/>
                  </a:lnTo>
                  <a:close/>
                  <a:moveTo>
                    <a:pt x="233" y="1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10"/>
                  </a:lnTo>
                  <a:lnTo>
                    <a:pt x="39" y="387"/>
                  </a:lnTo>
                  <a:lnTo>
                    <a:pt x="426" y="773"/>
                  </a:lnTo>
                  <a:lnTo>
                    <a:pt x="812" y="1120"/>
                  </a:lnTo>
                  <a:lnTo>
                    <a:pt x="1623" y="1777"/>
                  </a:lnTo>
                  <a:lnTo>
                    <a:pt x="3399" y="3206"/>
                  </a:lnTo>
                  <a:lnTo>
                    <a:pt x="4866" y="4441"/>
                  </a:lnTo>
                  <a:lnTo>
                    <a:pt x="5639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2"/>
                  </a:lnTo>
                  <a:lnTo>
                    <a:pt x="6720" y="7299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9"/>
                  </a:lnTo>
                  <a:lnTo>
                    <a:pt x="7454" y="7260"/>
                  </a:lnTo>
                  <a:lnTo>
                    <a:pt x="7608" y="7144"/>
                  </a:lnTo>
                  <a:lnTo>
                    <a:pt x="7724" y="7029"/>
                  </a:lnTo>
                  <a:lnTo>
                    <a:pt x="7840" y="6913"/>
                  </a:lnTo>
                  <a:lnTo>
                    <a:pt x="7956" y="6758"/>
                  </a:lnTo>
                  <a:lnTo>
                    <a:pt x="7994" y="6565"/>
                  </a:lnTo>
                  <a:lnTo>
                    <a:pt x="8033" y="6411"/>
                  </a:lnTo>
                  <a:lnTo>
                    <a:pt x="8033" y="6218"/>
                  </a:lnTo>
                  <a:lnTo>
                    <a:pt x="7956" y="6025"/>
                  </a:lnTo>
                  <a:lnTo>
                    <a:pt x="7840" y="5870"/>
                  </a:lnTo>
                  <a:lnTo>
                    <a:pt x="7724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6" y="5484"/>
                  </a:lnTo>
                  <a:lnTo>
                    <a:pt x="6025" y="4712"/>
                  </a:lnTo>
                  <a:lnTo>
                    <a:pt x="5214" y="4017"/>
                  </a:lnTo>
                  <a:lnTo>
                    <a:pt x="3515" y="2626"/>
                  </a:lnTo>
                  <a:lnTo>
                    <a:pt x="2743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5" y="310"/>
                  </a:lnTo>
                  <a:lnTo>
                    <a:pt x="310" y="39"/>
                  </a:lnTo>
                  <a:lnTo>
                    <a:pt x="23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21"/>
            <p:cNvSpPr/>
            <p:nvPr/>
          </p:nvSpPr>
          <p:spPr>
            <a:xfrm>
              <a:off x="3401625" y="4223000"/>
              <a:ext cx="240425" cy="634250"/>
            </a:xfrm>
            <a:custGeom>
              <a:avLst/>
              <a:gdLst/>
              <a:ahLst/>
              <a:cxnLst/>
              <a:rect l="l" t="t" r="r" b="b"/>
              <a:pathLst>
                <a:path w="9617" h="25370" extrusionOk="0">
                  <a:moveTo>
                    <a:pt x="4751" y="463"/>
                  </a:moveTo>
                  <a:lnTo>
                    <a:pt x="5291" y="502"/>
                  </a:lnTo>
                  <a:lnTo>
                    <a:pt x="5755" y="579"/>
                  </a:lnTo>
                  <a:lnTo>
                    <a:pt x="6218" y="772"/>
                  </a:lnTo>
                  <a:lnTo>
                    <a:pt x="6681" y="965"/>
                  </a:lnTo>
                  <a:lnTo>
                    <a:pt x="7067" y="1236"/>
                  </a:lnTo>
                  <a:lnTo>
                    <a:pt x="7454" y="1583"/>
                  </a:lnTo>
                  <a:lnTo>
                    <a:pt x="7801" y="1931"/>
                  </a:lnTo>
                  <a:lnTo>
                    <a:pt x="8149" y="2356"/>
                  </a:lnTo>
                  <a:lnTo>
                    <a:pt x="8419" y="2780"/>
                  </a:lnTo>
                  <a:lnTo>
                    <a:pt x="8651" y="3244"/>
                  </a:lnTo>
                  <a:lnTo>
                    <a:pt x="8844" y="3707"/>
                  </a:lnTo>
                  <a:lnTo>
                    <a:pt x="8998" y="4209"/>
                  </a:lnTo>
                  <a:lnTo>
                    <a:pt x="9075" y="4711"/>
                  </a:lnTo>
                  <a:lnTo>
                    <a:pt x="9114" y="5213"/>
                  </a:lnTo>
                  <a:lnTo>
                    <a:pt x="9114" y="5754"/>
                  </a:lnTo>
                  <a:lnTo>
                    <a:pt x="9075" y="6256"/>
                  </a:lnTo>
                  <a:lnTo>
                    <a:pt x="8998" y="6758"/>
                  </a:lnTo>
                  <a:lnTo>
                    <a:pt x="8882" y="7260"/>
                  </a:lnTo>
                  <a:lnTo>
                    <a:pt x="8689" y="7723"/>
                  </a:lnTo>
                  <a:lnTo>
                    <a:pt x="8496" y="8225"/>
                  </a:lnTo>
                  <a:lnTo>
                    <a:pt x="8303" y="8650"/>
                  </a:lnTo>
                  <a:lnTo>
                    <a:pt x="8033" y="9113"/>
                  </a:lnTo>
                  <a:lnTo>
                    <a:pt x="7763" y="9538"/>
                  </a:lnTo>
                  <a:lnTo>
                    <a:pt x="7454" y="9924"/>
                  </a:lnTo>
                  <a:lnTo>
                    <a:pt x="7106" y="10349"/>
                  </a:lnTo>
                  <a:lnTo>
                    <a:pt x="6759" y="10735"/>
                  </a:lnTo>
                  <a:lnTo>
                    <a:pt x="6025" y="11469"/>
                  </a:lnTo>
                  <a:lnTo>
                    <a:pt x="5253" y="12125"/>
                  </a:lnTo>
                  <a:lnTo>
                    <a:pt x="5098" y="12125"/>
                  </a:lnTo>
                  <a:lnTo>
                    <a:pt x="5059" y="12202"/>
                  </a:lnTo>
                  <a:lnTo>
                    <a:pt x="5021" y="12241"/>
                  </a:lnTo>
                  <a:lnTo>
                    <a:pt x="5021" y="12280"/>
                  </a:lnTo>
                  <a:lnTo>
                    <a:pt x="4210" y="11816"/>
                  </a:lnTo>
                  <a:lnTo>
                    <a:pt x="3476" y="11314"/>
                  </a:lnTo>
                  <a:lnTo>
                    <a:pt x="2781" y="10735"/>
                  </a:lnTo>
                  <a:lnTo>
                    <a:pt x="2472" y="10426"/>
                  </a:lnTo>
                  <a:lnTo>
                    <a:pt x="2163" y="10117"/>
                  </a:lnTo>
                  <a:lnTo>
                    <a:pt x="1893" y="9770"/>
                  </a:lnTo>
                  <a:lnTo>
                    <a:pt x="1661" y="9422"/>
                  </a:lnTo>
                  <a:lnTo>
                    <a:pt x="1430" y="9036"/>
                  </a:lnTo>
                  <a:lnTo>
                    <a:pt x="1198" y="8650"/>
                  </a:lnTo>
                  <a:lnTo>
                    <a:pt x="1005" y="8264"/>
                  </a:lnTo>
                  <a:lnTo>
                    <a:pt x="850" y="7839"/>
                  </a:lnTo>
                  <a:lnTo>
                    <a:pt x="735" y="7376"/>
                  </a:lnTo>
                  <a:lnTo>
                    <a:pt x="619" y="6912"/>
                  </a:lnTo>
                  <a:lnTo>
                    <a:pt x="542" y="6449"/>
                  </a:lnTo>
                  <a:lnTo>
                    <a:pt x="503" y="5985"/>
                  </a:lnTo>
                  <a:lnTo>
                    <a:pt x="503" y="5522"/>
                  </a:lnTo>
                  <a:lnTo>
                    <a:pt x="542" y="5020"/>
                  </a:lnTo>
                  <a:lnTo>
                    <a:pt x="619" y="4557"/>
                  </a:lnTo>
                  <a:lnTo>
                    <a:pt x="696" y="4055"/>
                  </a:lnTo>
                  <a:lnTo>
                    <a:pt x="850" y="3591"/>
                  </a:lnTo>
                  <a:lnTo>
                    <a:pt x="1005" y="3167"/>
                  </a:lnTo>
                  <a:lnTo>
                    <a:pt x="1237" y="2742"/>
                  </a:lnTo>
                  <a:lnTo>
                    <a:pt x="1468" y="2317"/>
                  </a:lnTo>
                  <a:lnTo>
                    <a:pt x="1739" y="1931"/>
                  </a:lnTo>
                  <a:lnTo>
                    <a:pt x="2086" y="1583"/>
                  </a:lnTo>
                  <a:lnTo>
                    <a:pt x="2434" y="1274"/>
                  </a:lnTo>
                  <a:lnTo>
                    <a:pt x="2820" y="1004"/>
                  </a:lnTo>
                  <a:lnTo>
                    <a:pt x="3245" y="811"/>
                  </a:lnTo>
                  <a:lnTo>
                    <a:pt x="3708" y="618"/>
                  </a:lnTo>
                  <a:lnTo>
                    <a:pt x="4249" y="502"/>
                  </a:lnTo>
                  <a:lnTo>
                    <a:pt x="4751" y="463"/>
                  </a:lnTo>
                  <a:close/>
                  <a:moveTo>
                    <a:pt x="5137" y="12627"/>
                  </a:moveTo>
                  <a:lnTo>
                    <a:pt x="5214" y="12666"/>
                  </a:lnTo>
                  <a:lnTo>
                    <a:pt x="5484" y="13129"/>
                  </a:lnTo>
                  <a:lnTo>
                    <a:pt x="4751" y="13052"/>
                  </a:lnTo>
                  <a:lnTo>
                    <a:pt x="5059" y="12627"/>
                  </a:lnTo>
                  <a:close/>
                  <a:moveTo>
                    <a:pt x="3167" y="13979"/>
                  </a:moveTo>
                  <a:lnTo>
                    <a:pt x="3476" y="14403"/>
                  </a:lnTo>
                  <a:lnTo>
                    <a:pt x="3708" y="14828"/>
                  </a:lnTo>
                  <a:lnTo>
                    <a:pt x="3669" y="14867"/>
                  </a:lnTo>
                  <a:lnTo>
                    <a:pt x="3438" y="14944"/>
                  </a:lnTo>
                  <a:lnTo>
                    <a:pt x="3167" y="15021"/>
                  </a:lnTo>
                  <a:lnTo>
                    <a:pt x="2936" y="15060"/>
                  </a:lnTo>
                  <a:lnTo>
                    <a:pt x="2665" y="15021"/>
                  </a:lnTo>
                  <a:lnTo>
                    <a:pt x="2936" y="14519"/>
                  </a:lnTo>
                  <a:lnTo>
                    <a:pt x="3167" y="13979"/>
                  </a:lnTo>
                  <a:close/>
                  <a:moveTo>
                    <a:pt x="5330" y="14867"/>
                  </a:moveTo>
                  <a:lnTo>
                    <a:pt x="5021" y="15987"/>
                  </a:lnTo>
                  <a:lnTo>
                    <a:pt x="4789" y="15794"/>
                  </a:lnTo>
                  <a:lnTo>
                    <a:pt x="4557" y="15562"/>
                  </a:lnTo>
                  <a:lnTo>
                    <a:pt x="4364" y="15330"/>
                  </a:lnTo>
                  <a:lnTo>
                    <a:pt x="4210" y="15098"/>
                  </a:lnTo>
                  <a:lnTo>
                    <a:pt x="4171" y="15060"/>
                  </a:lnTo>
                  <a:lnTo>
                    <a:pt x="5330" y="14867"/>
                  </a:lnTo>
                  <a:close/>
                  <a:moveTo>
                    <a:pt x="4055" y="15407"/>
                  </a:moveTo>
                  <a:lnTo>
                    <a:pt x="4249" y="15678"/>
                  </a:lnTo>
                  <a:lnTo>
                    <a:pt x="4480" y="15948"/>
                  </a:lnTo>
                  <a:lnTo>
                    <a:pt x="4712" y="16218"/>
                  </a:lnTo>
                  <a:lnTo>
                    <a:pt x="4982" y="16450"/>
                  </a:lnTo>
                  <a:lnTo>
                    <a:pt x="5098" y="16489"/>
                  </a:lnTo>
                  <a:lnTo>
                    <a:pt x="4905" y="16991"/>
                  </a:lnTo>
                  <a:lnTo>
                    <a:pt x="4789" y="17531"/>
                  </a:lnTo>
                  <a:lnTo>
                    <a:pt x="4480" y="17145"/>
                  </a:lnTo>
                  <a:lnTo>
                    <a:pt x="4249" y="16759"/>
                  </a:lnTo>
                  <a:lnTo>
                    <a:pt x="4133" y="16527"/>
                  </a:lnTo>
                  <a:lnTo>
                    <a:pt x="4055" y="16296"/>
                  </a:lnTo>
                  <a:lnTo>
                    <a:pt x="4017" y="16064"/>
                  </a:lnTo>
                  <a:lnTo>
                    <a:pt x="4017" y="15794"/>
                  </a:lnTo>
                  <a:lnTo>
                    <a:pt x="4055" y="15407"/>
                  </a:lnTo>
                  <a:close/>
                  <a:moveTo>
                    <a:pt x="5291" y="16798"/>
                  </a:moveTo>
                  <a:lnTo>
                    <a:pt x="5600" y="17145"/>
                  </a:lnTo>
                  <a:lnTo>
                    <a:pt x="5870" y="17531"/>
                  </a:lnTo>
                  <a:lnTo>
                    <a:pt x="5446" y="17570"/>
                  </a:lnTo>
                  <a:lnTo>
                    <a:pt x="5021" y="17647"/>
                  </a:lnTo>
                  <a:lnTo>
                    <a:pt x="5291" y="16798"/>
                  </a:lnTo>
                  <a:close/>
                  <a:moveTo>
                    <a:pt x="4557" y="17879"/>
                  </a:moveTo>
                  <a:lnTo>
                    <a:pt x="4635" y="17995"/>
                  </a:lnTo>
                  <a:lnTo>
                    <a:pt x="4519" y="18149"/>
                  </a:lnTo>
                  <a:lnTo>
                    <a:pt x="4403" y="18381"/>
                  </a:lnTo>
                  <a:lnTo>
                    <a:pt x="4287" y="18805"/>
                  </a:lnTo>
                  <a:lnTo>
                    <a:pt x="3901" y="18381"/>
                  </a:lnTo>
                  <a:lnTo>
                    <a:pt x="3553" y="17917"/>
                  </a:lnTo>
                  <a:lnTo>
                    <a:pt x="4557" y="17879"/>
                  </a:lnTo>
                  <a:close/>
                  <a:moveTo>
                    <a:pt x="7917" y="20003"/>
                  </a:moveTo>
                  <a:lnTo>
                    <a:pt x="7878" y="20736"/>
                  </a:lnTo>
                  <a:lnTo>
                    <a:pt x="7763" y="21509"/>
                  </a:lnTo>
                  <a:lnTo>
                    <a:pt x="6797" y="20775"/>
                  </a:lnTo>
                  <a:lnTo>
                    <a:pt x="6759" y="20736"/>
                  </a:lnTo>
                  <a:lnTo>
                    <a:pt x="6681" y="20466"/>
                  </a:lnTo>
                  <a:lnTo>
                    <a:pt x="6990" y="20273"/>
                  </a:lnTo>
                  <a:lnTo>
                    <a:pt x="7299" y="20118"/>
                  </a:lnTo>
                  <a:lnTo>
                    <a:pt x="7608" y="20041"/>
                  </a:lnTo>
                  <a:lnTo>
                    <a:pt x="7917" y="20003"/>
                  </a:lnTo>
                  <a:close/>
                  <a:moveTo>
                    <a:pt x="5330" y="20389"/>
                  </a:moveTo>
                  <a:lnTo>
                    <a:pt x="6179" y="20813"/>
                  </a:lnTo>
                  <a:lnTo>
                    <a:pt x="5755" y="21200"/>
                  </a:lnTo>
                  <a:lnTo>
                    <a:pt x="5368" y="21663"/>
                  </a:lnTo>
                  <a:lnTo>
                    <a:pt x="5291" y="21007"/>
                  </a:lnTo>
                  <a:lnTo>
                    <a:pt x="5330" y="20389"/>
                  </a:lnTo>
                  <a:close/>
                  <a:moveTo>
                    <a:pt x="4905" y="0"/>
                  </a:moveTo>
                  <a:lnTo>
                    <a:pt x="4519" y="39"/>
                  </a:lnTo>
                  <a:lnTo>
                    <a:pt x="4171" y="39"/>
                  </a:lnTo>
                  <a:lnTo>
                    <a:pt x="3785" y="116"/>
                  </a:lnTo>
                  <a:lnTo>
                    <a:pt x="3438" y="232"/>
                  </a:lnTo>
                  <a:lnTo>
                    <a:pt x="3090" y="348"/>
                  </a:lnTo>
                  <a:lnTo>
                    <a:pt x="2743" y="502"/>
                  </a:lnTo>
                  <a:lnTo>
                    <a:pt x="2434" y="695"/>
                  </a:lnTo>
                  <a:lnTo>
                    <a:pt x="2086" y="927"/>
                  </a:lnTo>
                  <a:lnTo>
                    <a:pt x="1816" y="1197"/>
                  </a:lnTo>
                  <a:lnTo>
                    <a:pt x="1507" y="1506"/>
                  </a:lnTo>
                  <a:lnTo>
                    <a:pt x="1275" y="1815"/>
                  </a:lnTo>
                  <a:lnTo>
                    <a:pt x="1044" y="2124"/>
                  </a:lnTo>
                  <a:lnTo>
                    <a:pt x="812" y="2471"/>
                  </a:lnTo>
                  <a:lnTo>
                    <a:pt x="619" y="2858"/>
                  </a:lnTo>
                  <a:lnTo>
                    <a:pt x="464" y="3205"/>
                  </a:lnTo>
                  <a:lnTo>
                    <a:pt x="310" y="3591"/>
                  </a:lnTo>
                  <a:lnTo>
                    <a:pt x="233" y="3977"/>
                  </a:lnTo>
                  <a:lnTo>
                    <a:pt x="117" y="4364"/>
                  </a:lnTo>
                  <a:lnTo>
                    <a:pt x="78" y="4750"/>
                  </a:lnTo>
                  <a:lnTo>
                    <a:pt x="1" y="5174"/>
                  </a:lnTo>
                  <a:lnTo>
                    <a:pt x="1" y="5561"/>
                  </a:lnTo>
                  <a:lnTo>
                    <a:pt x="1" y="5985"/>
                  </a:lnTo>
                  <a:lnTo>
                    <a:pt x="40" y="6372"/>
                  </a:lnTo>
                  <a:lnTo>
                    <a:pt x="78" y="6796"/>
                  </a:lnTo>
                  <a:lnTo>
                    <a:pt x="155" y="7182"/>
                  </a:lnTo>
                  <a:lnTo>
                    <a:pt x="271" y="7569"/>
                  </a:lnTo>
                  <a:lnTo>
                    <a:pt x="387" y="7993"/>
                  </a:lnTo>
                  <a:lnTo>
                    <a:pt x="542" y="8380"/>
                  </a:lnTo>
                  <a:lnTo>
                    <a:pt x="928" y="9152"/>
                  </a:lnTo>
                  <a:lnTo>
                    <a:pt x="1121" y="9538"/>
                  </a:lnTo>
                  <a:lnTo>
                    <a:pt x="1352" y="9924"/>
                  </a:lnTo>
                  <a:lnTo>
                    <a:pt x="1623" y="10272"/>
                  </a:lnTo>
                  <a:lnTo>
                    <a:pt x="1893" y="10619"/>
                  </a:lnTo>
                  <a:lnTo>
                    <a:pt x="2202" y="10928"/>
                  </a:lnTo>
                  <a:lnTo>
                    <a:pt x="2511" y="11237"/>
                  </a:lnTo>
                  <a:lnTo>
                    <a:pt x="2820" y="11546"/>
                  </a:lnTo>
                  <a:lnTo>
                    <a:pt x="3167" y="11778"/>
                  </a:lnTo>
                  <a:lnTo>
                    <a:pt x="3553" y="12009"/>
                  </a:lnTo>
                  <a:lnTo>
                    <a:pt x="3940" y="12241"/>
                  </a:lnTo>
                  <a:lnTo>
                    <a:pt x="4326" y="12395"/>
                  </a:lnTo>
                  <a:lnTo>
                    <a:pt x="4712" y="12550"/>
                  </a:lnTo>
                  <a:lnTo>
                    <a:pt x="4171" y="13091"/>
                  </a:lnTo>
                  <a:lnTo>
                    <a:pt x="4133" y="13206"/>
                  </a:lnTo>
                  <a:lnTo>
                    <a:pt x="4133" y="13322"/>
                  </a:lnTo>
                  <a:lnTo>
                    <a:pt x="4210" y="13399"/>
                  </a:lnTo>
                  <a:lnTo>
                    <a:pt x="4326" y="13438"/>
                  </a:lnTo>
                  <a:lnTo>
                    <a:pt x="4789" y="13477"/>
                  </a:lnTo>
                  <a:lnTo>
                    <a:pt x="4519" y="13747"/>
                  </a:lnTo>
                  <a:lnTo>
                    <a:pt x="4287" y="13979"/>
                  </a:lnTo>
                  <a:lnTo>
                    <a:pt x="4094" y="14288"/>
                  </a:lnTo>
                  <a:lnTo>
                    <a:pt x="3940" y="14596"/>
                  </a:lnTo>
                  <a:lnTo>
                    <a:pt x="3785" y="14288"/>
                  </a:lnTo>
                  <a:lnTo>
                    <a:pt x="3631" y="14017"/>
                  </a:lnTo>
                  <a:lnTo>
                    <a:pt x="3438" y="13747"/>
                  </a:lnTo>
                  <a:lnTo>
                    <a:pt x="3206" y="13477"/>
                  </a:lnTo>
                  <a:lnTo>
                    <a:pt x="3129" y="13438"/>
                  </a:lnTo>
                  <a:lnTo>
                    <a:pt x="3051" y="13438"/>
                  </a:lnTo>
                  <a:lnTo>
                    <a:pt x="2974" y="13477"/>
                  </a:lnTo>
                  <a:lnTo>
                    <a:pt x="2897" y="13593"/>
                  </a:lnTo>
                  <a:lnTo>
                    <a:pt x="2588" y="14326"/>
                  </a:lnTo>
                  <a:lnTo>
                    <a:pt x="2241" y="15098"/>
                  </a:lnTo>
                  <a:lnTo>
                    <a:pt x="2202" y="15176"/>
                  </a:lnTo>
                  <a:lnTo>
                    <a:pt x="2202" y="15253"/>
                  </a:lnTo>
                  <a:lnTo>
                    <a:pt x="2241" y="15330"/>
                  </a:lnTo>
                  <a:lnTo>
                    <a:pt x="2318" y="15369"/>
                  </a:lnTo>
                  <a:lnTo>
                    <a:pt x="2665" y="15407"/>
                  </a:lnTo>
                  <a:lnTo>
                    <a:pt x="3013" y="15407"/>
                  </a:lnTo>
                  <a:lnTo>
                    <a:pt x="3360" y="15369"/>
                  </a:lnTo>
                  <a:lnTo>
                    <a:pt x="3669" y="15253"/>
                  </a:lnTo>
                  <a:lnTo>
                    <a:pt x="3669" y="15253"/>
                  </a:lnTo>
                  <a:lnTo>
                    <a:pt x="3631" y="15562"/>
                  </a:lnTo>
                  <a:lnTo>
                    <a:pt x="3592" y="15909"/>
                  </a:lnTo>
                  <a:lnTo>
                    <a:pt x="3631" y="16141"/>
                  </a:lnTo>
                  <a:lnTo>
                    <a:pt x="3669" y="16373"/>
                  </a:lnTo>
                  <a:lnTo>
                    <a:pt x="3785" y="16798"/>
                  </a:lnTo>
                  <a:lnTo>
                    <a:pt x="4017" y="17184"/>
                  </a:lnTo>
                  <a:lnTo>
                    <a:pt x="4287" y="17570"/>
                  </a:lnTo>
                  <a:lnTo>
                    <a:pt x="3245" y="17570"/>
                  </a:lnTo>
                  <a:lnTo>
                    <a:pt x="3167" y="17608"/>
                  </a:lnTo>
                  <a:lnTo>
                    <a:pt x="3090" y="17647"/>
                  </a:lnTo>
                  <a:lnTo>
                    <a:pt x="3051" y="17763"/>
                  </a:lnTo>
                  <a:lnTo>
                    <a:pt x="3090" y="17840"/>
                  </a:lnTo>
                  <a:lnTo>
                    <a:pt x="3322" y="18265"/>
                  </a:lnTo>
                  <a:lnTo>
                    <a:pt x="3592" y="18612"/>
                  </a:lnTo>
                  <a:lnTo>
                    <a:pt x="3901" y="18960"/>
                  </a:lnTo>
                  <a:lnTo>
                    <a:pt x="4249" y="19307"/>
                  </a:lnTo>
                  <a:lnTo>
                    <a:pt x="4326" y="19346"/>
                  </a:lnTo>
                  <a:lnTo>
                    <a:pt x="4442" y="19346"/>
                  </a:lnTo>
                  <a:lnTo>
                    <a:pt x="4519" y="19307"/>
                  </a:lnTo>
                  <a:lnTo>
                    <a:pt x="4557" y="19230"/>
                  </a:lnTo>
                  <a:lnTo>
                    <a:pt x="4751" y="18767"/>
                  </a:lnTo>
                  <a:lnTo>
                    <a:pt x="4828" y="18497"/>
                  </a:lnTo>
                  <a:lnTo>
                    <a:pt x="4905" y="18265"/>
                  </a:lnTo>
                  <a:lnTo>
                    <a:pt x="5021" y="18381"/>
                  </a:lnTo>
                  <a:lnTo>
                    <a:pt x="5446" y="18883"/>
                  </a:lnTo>
                  <a:lnTo>
                    <a:pt x="5793" y="19385"/>
                  </a:lnTo>
                  <a:lnTo>
                    <a:pt x="6063" y="19964"/>
                  </a:lnTo>
                  <a:lnTo>
                    <a:pt x="6257" y="20543"/>
                  </a:lnTo>
                  <a:lnTo>
                    <a:pt x="5253" y="19964"/>
                  </a:lnTo>
                  <a:lnTo>
                    <a:pt x="5175" y="19925"/>
                  </a:lnTo>
                  <a:lnTo>
                    <a:pt x="5098" y="19925"/>
                  </a:lnTo>
                  <a:lnTo>
                    <a:pt x="5021" y="20003"/>
                  </a:lnTo>
                  <a:lnTo>
                    <a:pt x="4982" y="20041"/>
                  </a:lnTo>
                  <a:lnTo>
                    <a:pt x="4944" y="20582"/>
                  </a:lnTo>
                  <a:lnTo>
                    <a:pt x="4944" y="21084"/>
                  </a:lnTo>
                  <a:lnTo>
                    <a:pt x="4982" y="21586"/>
                  </a:lnTo>
                  <a:lnTo>
                    <a:pt x="5059" y="22088"/>
                  </a:lnTo>
                  <a:lnTo>
                    <a:pt x="5098" y="22204"/>
                  </a:lnTo>
                  <a:lnTo>
                    <a:pt x="5214" y="22242"/>
                  </a:lnTo>
                  <a:lnTo>
                    <a:pt x="5291" y="22242"/>
                  </a:lnTo>
                  <a:lnTo>
                    <a:pt x="5368" y="22165"/>
                  </a:lnTo>
                  <a:lnTo>
                    <a:pt x="5870" y="21663"/>
                  </a:lnTo>
                  <a:lnTo>
                    <a:pt x="6372" y="21161"/>
                  </a:lnTo>
                  <a:lnTo>
                    <a:pt x="6411" y="21547"/>
                  </a:lnTo>
                  <a:lnTo>
                    <a:pt x="6372" y="21933"/>
                  </a:lnTo>
                  <a:lnTo>
                    <a:pt x="6295" y="22474"/>
                  </a:lnTo>
                  <a:lnTo>
                    <a:pt x="6102" y="23053"/>
                  </a:lnTo>
                  <a:lnTo>
                    <a:pt x="5870" y="23671"/>
                  </a:lnTo>
                  <a:lnTo>
                    <a:pt x="5677" y="23941"/>
                  </a:lnTo>
                  <a:lnTo>
                    <a:pt x="5523" y="24173"/>
                  </a:lnTo>
                  <a:lnTo>
                    <a:pt x="5330" y="24405"/>
                  </a:lnTo>
                  <a:lnTo>
                    <a:pt x="5098" y="24598"/>
                  </a:lnTo>
                  <a:lnTo>
                    <a:pt x="4866" y="24752"/>
                  </a:lnTo>
                  <a:lnTo>
                    <a:pt x="4635" y="24868"/>
                  </a:lnTo>
                  <a:lnTo>
                    <a:pt x="4364" y="24945"/>
                  </a:lnTo>
                  <a:lnTo>
                    <a:pt x="4094" y="24907"/>
                  </a:lnTo>
                  <a:lnTo>
                    <a:pt x="3785" y="24868"/>
                  </a:lnTo>
                  <a:lnTo>
                    <a:pt x="3476" y="24714"/>
                  </a:lnTo>
                  <a:lnTo>
                    <a:pt x="3399" y="24675"/>
                  </a:lnTo>
                  <a:lnTo>
                    <a:pt x="3360" y="24675"/>
                  </a:lnTo>
                  <a:lnTo>
                    <a:pt x="3283" y="24752"/>
                  </a:lnTo>
                  <a:lnTo>
                    <a:pt x="3245" y="24868"/>
                  </a:lnTo>
                  <a:lnTo>
                    <a:pt x="3245" y="24907"/>
                  </a:lnTo>
                  <a:lnTo>
                    <a:pt x="3283" y="24945"/>
                  </a:lnTo>
                  <a:lnTo>
                    <a:pt x="3438" y="25100"/>
                  </a:lnTo>
                  <a:lnTo>
                    <a:pt x="3592" y="25216"/>
                  </a:lnTo>
                  <a:lnTo>
                    <a:pt x="3785" y="25293"/>
                  </a:lnTo>
                  <a:lnTo>
                    <a:pt x="3940" y="25331"/>
                  </a:lnTo>
                  <a:lnTo>
                    <a:pt x="4133" y="25370"/>
                  </a:lnTo>
                  <a:lnTo>
                    <a:pt x="4287" y="25370"/>
                  </a:lnTo>
                  <a:lnTo>
                    <a:pt x="4635" y="25293"/>
                  </a:lnTo>
                  <a:lnTo>
                    <a:pt x="4982" y="25138"/>
                  </a:lnTo>
                  <a:lnTo>
                    <a:pt x="5330" y="24945"/>
                  </a:lnTo>
                  <a:lnTo>
                    <a:pt x="5600" y="24714"/>
                  </a:lnTo>
                  <a:lnTo>
                    <a:pt x="5870" y="24443"/>
                  </a:lnTo>
                  <a:lnTo>
                    <a:pt x="6141" y="24057"/>
                  </a:lnTo>
                  <a:lnTo>
                    <a:pt x="6334" y="23671"/>
                  </a:lnTo>
                  <a:lnTo>
                    <a:pt x="6527" y="23285"/>
                  </a:lnTo>
                  <a:lnTo>
                    <a:pt x="6643" y="22860"/>
                  </a:lnTo>
                  <a:lnTo>
                    <a:pt x="6759" y="22435"/>
                  </a:lnTo>
                  <a:lnTo>
                    <a:pt x="6797" y="21972"/>
                  </a:lnTo>
                  <a:lnTo>
                    <a:pt x="6836" y="21547"/>
                  </a:lnTo>
                  <a:lnTo>
                    <a:pt x="6797" y="21084"/>
                  </a:lnTo>
                  <a:lnTo>
                    <a:pt x="7763" y="21933"/>
                  </a:lnTo>
                  <a:lnTo>
                    <a:pt x="7840" y="21972"/>
                  </a:lnTo>
                  <a:lnTo>
                    <a:pt x="7917" y="21972"/>
                  </a:lnTo>
                  <a:lnTo>
                    <a:pt x="7994" y="21933"/>
                  </a:lnTo>
                  <a:lnTo>
                    <a:pt x="8071" y="21856"/>
                  </a:lnTo>
                  <a:lnTo>
                    <a:pt x="8149" y="21354"/>
                  </a:lnTo>
                  <a:lnTo>
                    <a:pt x="8226" y="20852"/>
                  </a:lnTo>
                  <a:lnTo>
                    <a:pt x="8303" y="19809"/>
                  </a:lnTo>
                  <a:lnTo>
                    <a:pt x="8303" y="19732"/>
                  </a:lnTo>
                  <a:lnTo>
                    <a:pt x="8265" y="19694"/>
                  </a:lnTo>
                  <a:lnTo>
                    <a:pt x="8187" y="19655"/>
                  </a:lnTo>
                  <a:lnTo>
                    <a:pt x="8149" y="19616"/>
                  </a:lnTo>
                  <a:lnTo>
                    <a:pt x="7724" y="19655"/>
                  </a:lnTo>
                  <a:lnTo>
                    <a:pt x="7299" y="19732"/>
                  </a:lnTo>
                  <a:lnTo>
                    <a:pt x="6952" y="19848"/>
                  </a:lnTo>
                  <a:lnTo>
                    <a:pt x="6604" y="20080"/>
                  </a:lnTo>
                  <a:lnTo>
                    <a:pt x="6334" y="19539"/>
                  </a:lnTo>
                  <a:lnTo>
                    <a:pt x="6025" y="18999"/>
                  </a:lnTo>
                  <a:lnTo>
                    <a:pt x="5677" y="18497"/>
                  </a:lnTo>
                  <a:lnTo>
                    <a:pt x="5253" y="18033"/>
                  </a:lnTo>
                  <a:lnTo>
                    <a:pt x="5214" y="17995"/>
                  </a:lnTo>
                  <a:lnTo>
                    <a:pt x="5716" y="17956"/>
                  </a:lnTo>
                  <a:lnTo>
                    <a:pt x="6179" y="17879"/>
                  </a:lnTo>
                  <a:lnTo>
                    <a:pt x="6257" y="17840"/>
                  </a:lnTo>
                  <a:lnTo>
                    <a:pt x="6295" y="17763"/>
                  </a:lnTo>
                  <a:lnTo>
                    <a:pt x="6295" y="17686"/>
                  </a:lnTo>
                  <a:lnTo>
                    <a:pt x="6257" y="17608"/>
                  </a:lnTo>
                  <a:lnTo>
                    <a:pt x="6102" y="17261"/>
                  </a:lnTo>
                  <a:lnTo>
                    <a:pt x="5870" y="16952"/>
                  </a:lnTo>
                  <a:lnTo>
                    <a:pt x="5639" y="16682"/>
                  </a:lnTo>
                  <a:lnTo>
                    <a:pt x="5368" y="16411"/>
                  </a:lnTo>
                  <a:lnTo>
                    <a:pt x="5291" y="16373"/>
                  </a:lnTo>
                  <a:lnTo>
                    <a:pt x="5793" y="14674"/>
                  </a:lnTo>
                  <a:lnTo>
                    <a:pt x="5793" y="14558"/>
                  </a:lnTo>
                  <a:lnTo>
                    <a:pt x="5755" y="14481"/>
                  </a:lnTo>
                  <a:lnTo>
                    <a:pt x="5677" y="14442"/>
                  </a:lnTo>
                  <a:lnTo>
                    <a:pt x="5561" y="14442"/>
                  </a:lnTo>
                  <a:lnTo>
                    <a:pt x="4326" y="14674"/>
                  </a:lnTo>
                  <a:lnTo>
                    <a:pt x="4326" y="14674"/>
                  </a:lnTo>
                  <a:lnTo>
                    <a:pt x="4519" y="14326"/>
                  </a:lnTo>
                  <a:lnTo>
                    <a:pt x="4751" y="14056"/>
                  </a:lnTo>
                  <a:lnTo>
                    <a:pt x="4982" y="13786"/>
                  </a:lnTo>
                  <a:lnTo>
                    <a:pt x="5214" y="13515"/>
                  </a:lnTo>
                  <a:lnTo>
                    <a:pt x="5870" y="13554"/>
                  </a:lnTo>
                  <a:lnTo>
                    <a:pt x="5986" y="13515"/>
                  </a:lnTo>
                  <a:lnTo>
                    <a:pt x="6025" y="13438"/>
                  </a:lnTo>
                  <a:lnTo>
                    <a:pt x="6063" y="13361"/>
                  </a:lnTo>
                  <a:lnTo>
                    <a:pt x="6025" y="13245"/>
                  </a:lnTo>
                  <a:lnTo>
                    <a:pt x="5832" y="12820"/>
                  </a:lnTo>
                  <a:lnTo>
                    <a:pt x="5561" y="12434"/>
                  </a:lnTo>
                  <a:lnTo>
                    <a:pt x="6257" y="11893"/>
                  </a:lnTo>
                  <a:lnTo>
                    <a:pt x="6913" y="11276"/>
                  </a:lnTo>
                  <a:lnTo>
                    <a:pt x="7531" y="10619"/>
                  </a:lnTo>
                  <a:lnTo>
                    <a:pt x="8110" y="9885"/>
                  </a:lnTo>
                  <a:lnTo>
                    <a:pt x="8573" y="9152"/>
                  </a:lnTo>
                  <a:lnTo>
                    <a:pt x="8805" y="8766"/>
                  </a:lnTo>
                  <a:lnTo>
                    <a:pt x="8998" y="8341"/>
                  </a:lnTo>
                  <a:lnTo>
                    <a:pt x="9153" y="7916"/>
                  </a:lnTo>
                  <a:lnTo>
                    <a:pt x="9307" y="7491"/>
                  </a:lnTo>
                  <a:lnTo>
                    <a:pt x="9423" y="7067"/>
                  </a:lnTo>
                  <a:lnTo>
                    <a:pt x="9500" y="6642"/>
                  </a:lnTo>
                  <a:lnTo>
                    <a:pt x="9577" y="6217"/>
                  </a:lnTo>
                  <a:lnTo>
                    <a:pt x="9616" y="5754"/>
                  </a:lnTo>
                  <a:lnTo>
                    <a:pt x="9616" y="5329"/>
                  </a:lnTo>
                  <a:lnTo>
                    <a:pt x="9577" y="4904"/>
                  </a:lnTo>
                  <a:lnTo>
                    <a:pt x="9539" y="4479"/>
                  </a:lnTo>
                  <a:lnTo>
                    <a:pt x="9462" y="4093"/>
                  </a:lnTo>
                  <a:lnTo>
                    <a:pt x="9346" y="3669"/>
                  </a:lnTo>
                  <a:lnTo>
                    <a:pt x="9230" y="3282"/>
                  </a:lnTo>
                  <a:lnTo>
                    <a:pt x="9037" y="2896"/>
                  </a:lnTo>
                  <a:lnTo>
                    <a:pt x="8882" y="2510"/>
                  </a:lnTo>
                  <a:lnTo>
                    <a:pt x="8651" y="2163"/>
                  </a:lnTo>
                  <a:lnTo>
                    <a:pt x="8380" y="1815"/>
                  </a:lnTo>
                  <a:lnTo>
                    <a:pt x="8110" y="1506"/>
                  </a:lnTo>
                  <a:lnTo>
                    <a:pt x="7801" y="1197"/>
                  </a:lnTo>
                  <a:lnTo>
                    <a:pt x="7492" y="927"/>
                  </a:lnTo>
                  <a:lnTo>
                    <a:pt x="7106" y="695"/>
                  </a:lnTo>
                  <a:lnTo>
                    <a:pt x="6759" y="502"/>
                  </a:lnTo>
                  <a:lnTo>
                    <a:pt x="6411" y="348"/>
                  </a:lnTo>
                  <a:lnTo>
                    <a:pt x="6025" y="193"/>
                  </a:lnTo>
                  <a:lnTo>
                    <a:pt x="5639" y="116"/>
                  </a:lnTo>
                  <a:lnTo>
                    <a:pt x="5291" y="3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21"/>
            <p:cNvSpPr/>
            <p:nvPr/>
          </p:nvSpPr>
          <p:spPr>
            <a:xfrm>
              <a:off x="3031900" y="427125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4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8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1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9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5"/>
                  </a:lnTo>
                  <a:lnTo>
                    <a:pt x="1159" y="541"/>
                  </a:lnTo>
                  <a:lnTo>
                    <a:pt x="1352" y="426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9"/>
                  </a:lnTo>
                  <a:lnTo>
                    <a:pt x="309" y="928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6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3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4"/>
                  </a:lnTo>
                  <a:lnTo>
                    <a:pt x="1468" y="4017"/>
                  </a:lnTo>
                  <a:lnTo>
                    <a:pt x="1661" y="4094"/>
                  </a:lnTo>
                  <a:lnTo>
                    <a:pt x="1893" y="4133"/>
                  </a:lnTo>
                  <a:lnTo>
                    <a:pt x="2317" y="4133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3"/>
                  </a:lnTo>
                  <a:lnTo>
                    <a:pt x="4171" y="1430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7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21"/>
            <p:cNvSpPr/>
            <p:nvPr/>
          </p:nvSpPr>
          <p:spPr>
            <a:xfrm>
              <a:off x="5567925" y="4274150"/>
              <a:ext cx="67600" cy="76300"/>
            </a:xfrm>
            <a:custGeom>
              <a:avLst/>
              <a:gdLst/>
              <a:ahLst/>
              <a:cxnLst/>
              <a:rect l="l" t="t" r="r" b="b"/>
              <a:pathLst>
                <a:path w="2704" h="3052" extrusionOk="0">
                  <a:moveTo>
                    <a:pt x="1159" y="425"/>
                  </a:moveTo>
                  <a:lnTo>
                    <a:pt x="1429" y="503"/>
                  </a:lnTo>
                  <a:lnTo>
                    <a:pt x="1661" y="619"/>
                  </a:lnTo>
                  <a:lnTo>
                    <a:pt x="1854" y="773"/>
                  </a:lnTo>
                  <a:lnTo>
                    <a:pt x="2009" y="966"/>
                  </a:lnTo>
                  <a:lnTo>
                    <a:pt x="2124" y="1121"/>
                  </a:lnTo>
                  <a:lnTo>
                    <a:pt x="2202" y="1314"/>
                  </a:lnTo>
                  <a:lnTo>
                    <a:pt x="2318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5"/>
                  </a:lnTo>
                  <a:lnTo>
                    <a:pt x="2047" y="2279"/>
                  </a:lnTo>
                  <a:lnTo>
                    <a:pt x="1623" y="2047"/>
                  </a:lnTo>
                  <a:lnTo>
                    <a:pt x="1236" y="1893"/>
                  </a:lnTo>
                  <a:lnTo>
                    <a:pt x="1005" y="1777"/>
                  </a:lnTo>
                  <a:lnTo>
                    <a:pt x="812" y="1661"/>
                  </a:lnTo>
                  <a:lnTo>
                    <a:pt x="619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2"/>
                  </a:lnTo>
                  <a:lnTo>
                    <a:pt x="541" y="657"/>
                  </a:lnTo>
                  <a:lnTo>
                    <a:pt x="619" y="580"/>
                  </a:lnTo>
                  <a:lnTo>
                    <a:pt x="696" y="503"/>
                  </a:lnTo>
                  <a:lnTo>
                    <a:pt x="812" y="464"/>
                  </a:lnTo>
                  <a:lnTo>
                    <a:pt x="927" y="425"/>
                  </a:lnTo>
                  <a:close/>
                  <a:moveTo>
                    <a:pt x="1005" y="1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4" y="425"/>
                  </a:lnTo>
                  <a:lnTo>
                    <a:pt x="78" y="619"/>
                  </a:lnTo>
                  <a:lnTo>
                    <a:pt x="1" y="812"/>
                  </a:lnTo>
                  <a:lnTo>
                    <a:pt x="1" y="1005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3"/>
                  </a:lnTo>
                  <a:lnTo>
                    <a:pt x="387" y="1854"/>
                  </a:lnTo>
                  <a:lnTo>
                    <a:pt x="619" y="2047"/>
                  </a:lnTo>
                  <a:lnTo>
                    <a:pt x="889" y="2202"/>
                  </a:lnTo>
                  <a:lnTo>
                    <a:pt x="1198" y="2318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9" y="2742"/>
                  </a:lnTo>
                  <a:lnTo>
                    <a:pt x="2202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1" y="3013"/>
                  </a:lnTo>
                  <a:lnTo>
                    <a:pt x="2588" y="2974"/>
                  </a:lnTo>
                  <a:lnTo>
                    <a:pt x="2626" y="2897"/>
                  </a:lnTo>
                  <a:lnTo>
                    <a:pt x="2704" y="2318"/>
                  </a:lnTo>
                  <a:lnTo>
                    <a:pt x="2704" y="2009"/>
                  </a:lnTo>
                  <a:lnTo>
                    <a:pt x="2704" y="1700"/>
                  </a:lnTo>
                  <a:lnTo>
                    <a:pt x="2626" y="1429"/>
                  </a:lnTo>
                  <a:lnTo>
                    <a:pt x="2549" y="1121"/>
                  </a:lnTo>
                  <a:lnTo>
                    <a:pt x="2433" y="850"/>
                  </a:lnTo>
                  <a:lnTo>
                    <a:pt x="2279" y="580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700" y="117"/>
                  </a:lnTo>
                  <a:lnTo>
                    <a:pt x="1507" y="39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21"/>
            <p:cNvSpPr/>
            <p:nvPr/>
          </p:nvSpPr>
          <p:spPr>
            <a:xfrm>
              <a:off x="2254775" y="4312775"/>
              <a:ext cx="326325" cy="190200"/>
            </a:xfrm>
            <a:custGeom>
              <a:avLst/>
              <a:gdLst/>
              <a:ahLst/>
              <a:cxnLst/>
              <a:rect l="l" t="t" r="r" b="b"/>
              <a:pathLst>
                <a:path w="13053" h="7608" extrusionOk="0">
                  <a:moveTo>
                    <a:pt x="8920" y="271"/>
                  </a:moveTo>
                  <a:lnTo>
                    <a:pt x="9036" y="348"/>
                  </a:lnTo>
                  <a:lnTo>
                    <a:pt x="9191" y="464"/>
                  </a:lnTo>
                  <a:lnTo>
                    <a:pt x="9307" y="618"/>
                  </a:lnTo>
                  <a:lnTo>
                    <a:pt x="9384" y="657"/>
                  </a:lnTo>
                  <a:lnTo>
                    <a:pt x="9422" y="966"/>
                  </a:lnTo>
                  <a:lnTo>
                    <a:pt x="9422" y="1275"/>
                  </a:lnTo>
                  <a:lnTo>
                    <a:pt x="9345" y="1545"/>
                  </a:lnTo>
                  <a:lnTo>
                    <a:pt x="9229" y="1815"/>
                  </a:lnTo>
                  <a:lnTo>
                    <a:pt x="9036" y="2085"/>
                  </a:lnTo>
                  <a:lnTo>
                    <a:pt x="8882" y="2317"/>
                  </a:lnTo>
                  <a:lnTo>
                    <a:pt x="8457" y="2781"/>
                  </a:lnTo>
                  <a:lnTo>
                    <a:pt x="6990" y="4441"/>
                  </a:lnTo>
                  <a:lnTo>
                    <a:pt x="6835" y="4441"/>
                  </a:lnTo>
                  <a:lnTo>
                    <a:pt x="7106" y="3476"/>
                  </a:lnTo>
                  <a:lnTo>
                    <a:pt x="7415" y="2549"/>
                  </a:lnTo>
                  <a:lnTo>
                    <a:pt x="7801" y="1506"/>
                  </a:lnTo>
                  <a:lnTo>
                    <a:pt x="8032" y="1043"/>
                  </a:lnTo>
                  <a:lnTo>
                    <a:pt x="8187" y="773"/>
                  </a:lnTo>
                  <a:lnTo>
                    <a:pt x="8380" y="502"/>
                  </a:lnTo>
                  <a:lnTo>
                    <a:pt x="8573" y="348"/>
                  </a:lnTo>
                  <a:lnTo>
                    <a:pt x="8689" y="271"/>
                  </a:lnTo>
                  <a:close/>
                  <a:moveTo>
                    <a:pt x="2124" y="4441"/>
                  </a:moveTo>
                  <a:lnTo>
                    <a:pt x="2974" y="4557"/>
                  </a:lnTo>
                  <a:lnTo>
                    <a:pt x="3823" y="4711"/>
                  </a:lnTo>
                  <a:lnTo>
                    <a:pt x="4905" y="4866"/>
                  </a:lnTo>
                  <a:lnTo>
                    <a:pt x="5407" y="4943"/>
                  </a:lnTo>
                  <a:lnTo>
                    <a:pt x="5947" y="4982"/>
                  </a:lnTo>
                  <a:lnTo>
                    <a:pt x="4673" y="5213"/>
                  </a:lnTo>
                  <a:lnTo>
                    <a:pt x="3399" y="5406"/>
                  </a:lnTo>
                  <a:lnTo>
                    <a:pt x="2703" y="5484"/>
                  </a:lnTo>
                  <a:lnTo>
                    <a:pt x="1622" y="5484"/>
                  </a:lnTo>
                  <a:lnTo>
                    <a:pt x="1236" y="5445"/>
                  </a:lnTo>
                  <a:lnTo>
                    <a:pt x="966" y="5368"/>
                  </a:lnTo>
                  <a:lnTo>
                    <a:pt x="773" y="5291"/>
                  </a:lnTo>
                  <a:lnTo>
                    <a:pt x="696" y="5213"/>
                  </a:lnTo>
                  <a:lnTo>
                    <a:pt x="657" y="5097"/>
                  </a:lnTo>
                  <a:lnTo>
                    <a:pt x="657" y="4982"/>
                  </a:lnTo>
                  <a:lnTo>
                    <a:pt x="696" y="4827"/>
                  </a:lnTo>
                  <a:lnTo>
                    <a:pt x="734" y="4673"/>
                  </a:lnTo>
                  <a:lnTo>
                    <a:pt x="811" y="4557"/>
                  </a:lnTo>
                  <a:lnTo>
                    <a:pt x="889" y="4480"/>
                  </a:lnTo>
                  <a:lnTo>
                    <a:pt x="966" y="4441"/>
                  </a:lnTo>
                  <a:close/>
                  <a:moveTo>
                    <a:pt x="7183" y="4866"/>
                  </a:moveTo>
                  <a:lnTo>
                    <a:pt x="8380" y="5097"/>
                  </a:lnTo>
                  <a:lnTo>
                    <a:pt x="9616" y="5406"/>
                  </a:lnTo>
                  <a:lnTo>
                    <a:pt x="10272" y="5599"/>
                  </a:lnTo>
                  <a:lnTo>
                    <a:pt x="10967" y="5792"/>
                  </a:lnTo>
                  <a:lnTo>
                    <a:pt x="11662" y="6024"/>
                  </a:lnTo>
                  <a:lnTo>
                    <a:pt x="12087" y="6217"/>
                  </a:lnTo>
                  <a:lnTo>
                    <a:pt x="12203" y="6256"/>
                  </a:lnTo>
                  <a:lnTo>
                    <a:pt x="12319" y="6333"/>
                  </a:lnTo>
                  <a:lnTo>
                    <a:pt x="12396" y="6410"/>
                  </a:lnTo>
                  <a:lnTo>
                    <a:pt x="12434" y="6526"/>
                  </a:lnTo>
                  <a:lnTo>
                    <a:pt x="12473" y="6642"/>
                  </a:lnTo>
                  <a:lnTo>
                    <a:pt x="12473" y="6796"/>
                  </a:lnTo>
                  <a:lnTo>
                    <a:pt x="12396" y="7144"/>
                  </a:lnTo>
                  <a:lnTo>
                    <a:pt x="12241" y="7183"/>
                  </a:lnTo>
                  <a:lnTo>
                    <a:pt x="12010" y="7221"/>
                  </a:lnTo>
                  <a:lnTo>
                    <a:pt x="11817" y="7183"/>
                  </a:lnTo>
                  <a:lnTo>
                    <a:pt x="11585" y="7144"/>
                  </a:lnTo>
                  <a:lnTo>
                    <a:pt x="11122" y="7028"/>
                  </a:lnTo>
                  <a:lnTo>
                    <a:pt x="10735" y="6874"/>
                  </a:lnTo>
                  <a:lnTo>
                    <a:pt x="10002" y="6603"/>
                  </a:lnTo>
                  <a:lnTo>
                    <a:pt x="9307" y="6256"/>
                  </a:lnTo>
                  <a:lnTo>
                    <a:pt x="8766" y="5947"/>
                  </a:lnTo>
                  <a:lnTo>
                    <a:pt x="8225" y="5599"/>
                  </a:lnTo>
                  <a:lnTo>
                    <a:pt x="7183" y="4866"/>
                  </a:lnTo>
                  <a:close/>
                  <a:moveTo>
                    <a:pt x="8805" y="0"/>
                  </a:moveTo>
                  <a:lnTo>
                    <a:pt x="8573" y="39"/>
                  </a:lnTo>
                  <a:lnTo>
                    <a:pt x="8341" y="155"/>
                  </a:lnTo>
                  <a:lnTo>
                    <a:pt x="8110" y="271"/>
                  </a:lnTo>
                  <a:lnTo>
                    <a:pt x="7955" y="464"/>
                  </a:lnTo>
                  <a:lnTo>
                    <a:pt x="7723" y="850"/>
                  </a:lnTo>
                  <a:lnTo>
                    <a:pt x="7492" y="1275"/>
                  </a:lnTo>
                  <a:lnTo>
                    <a:pt x="7183" y="2201"/>
                  </a:lnTo>
                  <a:lnTo>
                    <a:pt x="6835" y="3321"/>
                  </a:lnTo>
                  <a:lnTo>
                    <a:pt x="6719" y="3862"/>
                  </a:lnTo>
                  <a:lnTo>
                    <a:pt x="6604" y="4441"/>
                  </a:lnTo>
                  <a:lnTo>
                    <a:pt x="6526" y="4518"/>
                  </a:lnTo>
                  <a:lnTo>
                    <a:pt x="6526" y="4634"/>
                  </a:lnTo>
                  <a:lnTo>
                    <a:pt x="5947" y="4595"/>
                  </a:lnTo>
                  <a:lnTo>
                    <a:pt x="5407" y="4557"/>
                  </a:lnTo>
                  <a:lnTo>
                    <a:pt x="4325" y="4402"/>
                  </a:lnTo>
                  <a:lnTo>
                    <a:pt x="3244" y="4209"/>
                  </a:lnTo>
                  <a:lnTo>
                    <a:pt x="2703" y="4132"/>
                  </a:lnTo>
                  <a:lnTo>
                    <a:pt x="2124" y="4093"/>
                  </a:lnTo>
                  <a:lnTo>
                    <a:pt x="1545" y="4055"/>
                  </a:lnTo>
                  <a:lnTo>
                    <a:pt x="1159" y="4055"/>
                  </a:lnTo>
                  <a:lnTo>
                    <a:pt x="773" y="4093"/>
                  </a:lnTo>
                  <a:lnTo>
                    <a:pt x="425" y="4209"/>
                  </a:lnTo>
                  <a:lnTo>
                    <a:pt x="271" y="4287"/>
                  </a:lnTo>
                  <a:lnTo>
                    <a:pt x="155" y="4364"/>
                  </a:lnTo>
                  <a:lnTo>
                    <a:pt x="78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4982"/>
                  </a:lnTo>
                  <a:lnTo>
                    <a:pt x="78" y="5136"/>
                  </a:lnTo>
                  <a:lnTo>
                    <a:pt x="155" y="5252"/>
                  </a:lnTo>
                  <a:lnTo>
                    <a:pt x="232" y="5406"/>
                  </a:lnTo>
                  <a:lnTo>
                    <a:pt x="348" y="5522"/>
                  </a:lnTo>
                  <a:lnTo>
                    <a:pt x="618" y="5677"/>
                  </a:lnTo>
                  <a:lnTo>
                    <a:pt x="927" y="5792"/>
                  </a:lnTo>
                  <a:lnTo>
                    <a:pt x="1275" y="5870"/>
                  </a:lnTo>
                  <a:lnTo>
                    <a:pt x="1622" y="5908"/>
                  </a:lnTo>
                  <a:lnTo>
                    <a:pt x="2240" y="5908"/>
                  </a:lnTo>
                  <a:lnTo>
                    <a:pt x="3360" y="5831"/>
                  </a:lnTo>
                  <a:lnTo>
                    <a:pt x="4441" y="5715"/>
                  </a:lnTo>
                  <a:lnTo>
                    <a:pt x="5561" y="5484"/>
                  </a:lnTo>
                  <a:lnTo>
                    <a:pt x="6102" y="5329"/>
                  </a:lnTo>
                  <a:lnTo>
                    <a:pt x="6604" y="5136"/>
                  </a:lnTo>
                  <a:lnTo>
                    <a:pt x="6604" y="5175"/>
                  </a:lnTo>
                  <a:lnTo>
                    <a:pt x="6642" y="5599"/>
                  </a:lnTo>
                  <a:lnTo>
                    <a:pt x="6681" y="5792"/>
                  </a:lnTo>
                  <a:lnTo>
                    <a:pt x="6758" y="5986"/>
                  </a:lnTo>
                  <a:lnTo>
                    <a:pt x="7028" y="6024"/>
                  </a:lnTo>
                  <a:lnTo>
                    <a:pt x="7028" y="5986"/>
                  </a:lnTo>
                  <a:lnTo>
                    <a:pt x="6951" y="5599"/>
                  </a:lnTo>
                  <a:lnTo>
                    <a:pt x="6951" y="5406"/>
                  </a:lnTo>
                  <a:lnTo>
                    <a:pt x="6990" y="5213"/>
                  </a:lnTo>
                  <a:lnTo>
                    <a:pt x="7028" y="5175"/>
                  </a:lnTo>
                  <a:lnTo>
                    <a:pt x="7723" y="5754"/>
                  </a:lnTo>
                  <a:lnTo>
                    <a:pt x="8496" y="6256"/>
                  </a:lnTo>
                  <a:lnTo>
                    <a:pt x="9307" y="6681"/>
                  </a:lnTo>
                  <a:lnTo>
                    <a:pt x="10118" y="7067"/>
                  </a:lnTo>
                  <a:lnTo>
                    <a:pt x="10774" y="7337"/>
                  </a:lnTo>
                  <a:lnTo>
                    <a:pt x="11237" y="7453"/>
                  </a:lnTo>
                  <a:lnTo>
                    <a:pt x="11662" y="7569"/>
                  </a:lnTo>
                  <a:lnTo>
                    <a:pt x="12126" y="7607"/>
                  </a:lnTo>
                  <a:lnTo>
                    <a:pt x="12319" y="7569"/>
                  </a:lnTo>
                  <a:lnTo>
                    <a:pt x="12512" y="7530"/>
                  </a:lnTo>
                  <a:lnTo>
                    <a:pt x="12666" y="7453"/>
                  </a:lnTo>
                  <a:lnTo>
                    <a:pt x="12821" y="7376"/>
                  </a:lnTo>
                  <a:lnTo>
                    <a:pt x="12936" y="7221"/>
                  </a:lnTo>
                  <a:lnTo>
                    <a:pt x="13014" y="7028"/>
                  </a:lnTo>
                  <a:lnTo>
                    <a:pt x="13052" y="6874"/>
                  </a:lnTo>
                  <a:lnTo>
                    <a:pt x="13052" y="6719"/>
                  </a:lnTo>
                  <a:lnTo>
                    <a:pt x="13014" y="6565"/>
                  </a:lnTo>
                  <a:lnTo>
                    <a:pt x="12975" y="6449"/>
                  </a:lnTo>
                  <a:lnTo>
                    <a:pt x="12898" y="6333"/>
                  </a:lnTo>
                  <a:lnTo>
                    <a:pt x="12782" y="6217"/>
                  </a:lnTo>
                  <a:lnTo>
                    <a:pt x="12512" y="6024"/>
                  </a:lnTo>
                  <a:lnTo>
                    <a:pt x="12241" y="5870"/>
                  </a:lnTo>
                  <a:lnTo>
                    <a:pt x="11894" y="5715"/>
                  </a:lnTo>
                  <a:lnTo>
                    <a:pt x="11353" y="5522"/>
                  </a:lnTo>
                  <a:lnTo>
                    <a:pt x="10388" y="5213"/>
                  </a:lnTo>
                  <a:lnTo>
                    <a:pt x="9384" y="4943"/>
                  </a:lnTo>
                  <a:lnTo>
                    <a:pt x="8380" y="4711"/>
                  </a:lnTo>
                  <a:lnTo>
                    <a:pt x="7376" y="4518"/>
                  </a:lnTo>
                  <a:lnTo>
                    <a:pt x="8418" y="3437"/>
                  </a:lnTo>
                  <a:lnTo>
                    <a:pt x="8882" y="2896"/>
                  </a:lnTo>
                  <a:lnTo>
                    <a:pt x="9345" y="2279"/>
                  </a:lnTo>
                  <a:lnTo>
                    <a:pt x="9461" y="2085"/>
                  </a:lnTo>
                  <a:lnTo>
                    <a:pt x="9577" y="1854"/>
                  </a:lnTo>
                  <a:lnTo>
                    <a:pt x="9654" y="1622"/>
                  </a:lnTo>
                  <a:lnTo>
                    <a:pt x="9731" y="1390"/>
                  </a:lnTo>
                  <a:lnTo>
                    <a:pt x="9731" y="1159"/>
                  </a:lnTo>
                  <a:lnTo>
                    <a:pt x="9693" y="927"/>
                  </a:lnTo>
                  <a:lnTo>
                    <a:pt x="9654" y="657"/>
                  </a:lnTo>
                  <a:lnTo>
                    <a:pt x="9500" y="464"/>
                  </a:lnTo>
                  <a:lnTo>
                    <a:pt x="9461" y="309"/>
                  </a:lnTo>
                  <a:lnTo>
                    <a:pt x="9384" y="232"/>
                  </a:lnTo>
                  <a:lnTo>
                    <a:pt x="9229" y="78"/>
                  </a:lnTo>
                  <a:lnTo>
                    <a:pt x="90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21"/>
            <p:cNvSpPr/>
            <p:nvPr/>
          </p:nvSpPr>
          <p:spPr>
            <a:xfrm>
              <a:off x="1058675" y="4315675"/>
              <a:ext cx="594700" cy="534825"/>
            </a:xfrm>
            <a:custGeom>
              <a:avLst/>
              <a:gdLst/>
              <a:ahLst/>
              <a:cxnLst/>
              <a:rect l="l" t="t" r="r" b="b"/>
              <a:pathLst>
                <a:path w="23788" h="21393" extrusionOk="0">
                  <a:moveTo>
                    <a:pt x="23478" y="270"/>
                  </a:moveTo>
                  <a:lnTo>
                    <a:pt x="23401" y="386"/>
                  </a:lnTo>
                  <a:lnTo>
                    <a:pt x="22590" y="1815"/>
                  </a:lnTo>
                  <a:lnTo>
                    <a:pt x="21741" y="3205"/>
                  </a:lnTo>
                  <a:lnTo>
                    <a:pt x="20853" y="4595"/>
                  </a:lnTo>
                  <a:lnTo>
                    <a:pt x="19926" y="5985"/>
                  </a:lnTo>
                  <a:lnTo>
                    <a:pt x="19269" y="5754"/>
                  </a:lnTo>
                  <a:lnTo>
                    <a:pt x="18999" y="5638"/>
                  </a:lnTo>
                  <a:lnTo>
                    <a:pt x="18690" y="5483"/>
                  </a:lnTo>
                  <a:lnTo>
                    <a:pt x="18420" y="5290"/>
                  </a:lnTo>
                  <a:lnTo>
                    <a:pt x="18150" y="5059"/>
                  </a:lnTo>
                  <a:lnTo>
                    <a:pt x="17918" y="4827"/>
                  </a:lnTo>
                  <a:lnTo>
                    <a:pt x="17686" y="4557"/>
                  </a:lnTo>
                  <a:lnTo>
                    <a:pt x="17493" y="4286"/>
                  </a:lnTo>
                  <a:lnTo>
                    <a:pt x="17339" y="3977"/>
                  </a:lnTo>
                  <a:lnTo>
                    <a:pt x="17030" y="3360"/>
                  </a:lnTo>
                  <a:lnTo>
                    <a:pt x="16798" y="2742"/>
                  </a:lnTo>
                  <a:lnTo>
                    <a:pt x="16605" y="2085"/>
                  </a:lnTo>
                  <a:lnTo>
                    <a:pt x="17416" y="1776"/>
                  </a:lnTo>
                  <a:lnTo>
                    <a:pt x="18265" y="1467"/>
                  </a:lnTo>
                  <a:lnTo>
                    <a:pt x="19115" y="1197"/>
                  </a:lnTo>
                  <a:lnTo>
                    <a:pt x="19965" y="965"/>
                  </a:lnTo>
                  <a:lnTo>
                    <a:pt x="20853" y="772"/>
                  </a:lnTo>
                  <a:lnTo>
                    <a:pt x="21702" y="579"/>
                  </a:lnTo>
                  <a:lnTo>
                    <a:pt x="22590" y="425"/>
                  </a:lnTo>
                  <a:lnTo>
                    <a:pt x="23478" y="270"/>
                  </a:lnTo>
                  <a:close/>
                  <a:moveTo>
                    <a:pt x="4866" y="7607"/>
                  </a:moveTo>
                  <a:lnTo>
                    <a:pt x="6256" y="7646"/>
                  </a:lnTo>
                  <a:lnTo>
                    <a:pt x="7608" y="7723"/>
                  </a:lnTo>
                  <a:lnTo>
                    <a:pt x="7222" y="8186"/>
                  </a:lnTo>
                  <a:lnTo>
                    <a:pt x="6835" y="8650"/>
                  </a:lnTo>
                  <a:lnTo>
                    <a:pt x="6488" y="9190"/>
                  </a:lnTo>
                  <a:lnTo>
                    <a:pt x="6140" y="9692"/>
                  </a:lnTo>
                  <a:lnTo>
                    <a:pt x="5909" y="10233"/>
                  </a:lnTo>
                  <a:lnTo>
                    <a:pt x="5870" y="10272"/>
                  </a:lnTo>
                  <a:lnTo>
                    <a:pt x="5214" y="10774"/>
                  </a:lnTo>
                  <a:lnTo>
                    <a:pt x="4557" y="11314"/>
                  </a:lnTo>
                  <a:lnTo>
                    <a:pt x="4326" y="11546"/>
                  </a:lnTo>
                  <a:lnTo>
                    <a:pt x="4094" y="11816"/>
                  </a:lnTo>
                  <a:lnTo>
                    <a:pt x="3824" y="12048"/>
                  </a:lnTo>
                  <a:lnTo>
                    <a:pt x="3708" y="12125"/>
                  </a:lnTo>
                  <a:lnTo>
                    <a:pt x="3553" y="12164"/>
                  </a:lnTo>
                  <a:lnTo>
                    <a:pt x="3399" y="12202"/>
                  </a:lnTo>
                  <a:lnTo>
                    <a:pt x="3206" y="12164"/>
                  </a:lnTo>
                  <a:lnTo>
                    <a:pt x="2742" y="12087"/>
                  </a:lnTo>
                  <a:lnTo>
                    <a:pt x="1970" y="11855"/>
                  </a:lnTo>
                  <a:lnTo>
                    <a:pt x="387" y="11507"/>
                  </a:lnTo>
                  <a:lnTo>
                    <a:pt x="1005" y="11083"/>
                  </a:lnTo>
                  <a:lnTo>
                    <a:pt x="1584" y="10658"/>
                  </a:lnTo>
                  <a:lnTo>
                    <a:pt x="2163" y="10156"/>
                  </a:lnTo>
                  <a:lnTo>
                    <a:pt x="2704" y="9654"/>
                  </a:lnTo>
                  <a:lnTo>
                    <a:pt x="3553" y="8804"/>
                  </a:lnTo>
                  <a:lnTo>
                    <a:pt x="4055" y="8186"/>
                  </a:lnTo>
                  <a:lnTo>
                    <a:pt x="4326" y="7916"/>
                  </a:lnTo>
                  <a:lnTo>
                    <a:pt x="4634" y="7684"/>
                  </a:lnTo>
                  <a:lnTo>
                    <a:pt x="4789" y="7684"/>
                  </a:lnTo>
                  <a:lnTo>
                    <a:pt x="4827" y="7646"/>
                  </a:lnTo>
                  <a:lnTo>
                    <a:pt x="4866" y="7607"/>
                  </a:lnTo>
                  <a:close/>
                  <a:moveTo>
                    <a:pt x="16296" y="2201"/>
                  </a:moveTo>
                  <a:lnTo>
                    <a:pt x="16489" y="2858"/>
                  </a:lnTo>
                  <a:lnTo>
                    <a:pt x="16721" y="3553"/>
                  </a:lnTo>
                  <a:lnTo>
                    <a:pt x="17030" y="4209"/>
                  </a:lnTo>
                  <a:lnTo>
                    <a:pt x="17223" y="4518"/>
                  </a:lnTo>
                  <a:lnTo>
                    <a:pt x="17455" y="4827"/>
                  </a:lnTo>
                  <a:lnTo>
                    <a:pt x="17648" y="5136"/>
                  </a:lnTo>
                  <a:lnTo>
                    <a:pt x="17879" y="5368"/>
                  </a:lnTo>
                  <a:lnTo>
                    <a:pt x="18150" y="5599"/>
                  </a:lnTo>
                  <a:lnTo>
                    <a:pt x="18420" y="5831"/>
                  </a:lnTo>
                  <a:lnTo>
                    <a:pt x="18729" y="5985"/>
                  </a:lnTo>
                  <a:lnTo>
                    <a:pt x="19038" y="6140"/>
                  </a:lnTo>
                  <a:lnTo>
                    <a:pt x="19385" y="6217"/>
                  </a:lnTo>
                  <a:lnTo>
                    <a:pt x="19771" y="6256"/>
                  </a:lnTo>
                  <a:lnTo>
                    <a:pt x="18922" y="7453"/>
                  </a:lnTo>
                  <a:lnTo>
                    <a:pt x="18034" y="8611"/>
                  </a:lnTo>
                  <a:lnTo>
                    <a:pt x="17223" y="9615"/>
                  </a:lnTo>
                  <a:lnTo>
                    <a:pt x="16373" y="10581"/>
                  </a:lnTo>
                  <a:lnTo>
                    <a:pt x="15524" y="11507"/>
                  </a:lnTo>
                  <a:lnTo>
                    <a:pt x="14597" y="12395"/>
                  </a:lnTo>
                  <a:lnTo>
                    <a:pt x="13670" y="13284"/>
                  </a:lnTo>
                  <a:lnTo>
                    <a:pt x="13168" y="13747"/>
                  </a:lnTo>
                  <a:lnTo>
                    <a:pt x="12628" y="14172"/>
                  </a:lnTo>
                  <a:lnTo>
                    <a:pt x="12126" y="14558"/>
                  </a:lnTo>
                  <a:lnTo>
                    <a:pt x="11546" y="14905"/>
                  </a:lnTo>
                  <a:lnTo>
                    <a:pt x="10967" y="15214"/>
                  </a:lnTo>
                  <a:lnTo>
                    <a:pt x="10388" y="15446"/>
                  </a:lnTo>
                  <a:lnTo>
                    <a:pt x="9809" y="15600"/>
                  </a:lnTo>
                  <a:lnTo>
                    <a:pt x="9191" y="15678"/>
                  </a:lnTo>
                  <a:lnTo>
                    <a:pt x="8612" y="15678"/>
                  </a:lnTo>
                  <a:lnTo>
                    <a:pt x="8341" y="15639"/>
                  </a:lnTo>
                  <a:lnTo>
                    <a:pt x="8033" y="15562"/>
                  </a:lnTo>
                  <a:lnTo>
                    <a:pt x="7762" y="15446"/>
                  </a:lnTo>
                  <a:lnTo>
                    <a:pt x="7531" y="15330"/>
                  </a:lnTo>
                  <a:lnTo>
                    <a:pt x="7260" y="15214"/>
                  </a:lnTo>
                  <a:lnTo>
                    <a:pt x="7029" y="15021"/>
                  </a:lnTo>
                  <a:lnTo>
                    <a:pt x="6835" y="14828"/>
                  </a:lnTo>
                  <a:lnTo>
                    <a:pt x="6642" y="14597"/>
                  </a:lnTo>
                  <a:lnTo>
                    <a:pt x="6449" y="14365"/>
                  </a:lnTo>
                  <a:lnTo>
                    <a:pt x="6295" y="14095"/>
                  </a:lnTo>
                  <a:lnTo>
                    <a:pt x="6063" y="13554"/>
                  </a:lnTo>
                  <a:lnTo>
                    <a:pt x="5909" y="13013"/>
                  </a:lnTo>
                  <a:lnTo>
                    <a:pt x="5870" y="12434"/>
                  </a:lnTo>
                  <a:lnTo>
                    <a:pt x="5870" y="11855"/>
                  </a:lnTo>
                  <a:lnTo>
                    <a:pt x="5986" y="11314"/>
                  </a:lnTo>
                  <a:lnTo>
                    <a:pt x="6140" y="10735"/>
                  </a:lnTo>
                  <a:lnTo>
                    <a:pt x="6333" y="10194"/>
                  </a:lnTo>
                  <a:lnTo>
                    <a:pt x="6604" y="9692"/>
                  </a:lnTo>
                  <a:lnTo>
                    <a:pt x="6913" y="9229"/>
                  </a:lnTo>
                  <a:lnTo>
                    <a:pt x="7222" y="8766"/>
                  </a:lnTo>
                  <a:lnTo>
                    <a:pt x="7569" y="8302"/>
                  </a:lnTo>
                  <a:lnTo>
                    <a:pt x="7955" y="7878"/>
                  </a:lnTo>
                  <a:lnTo>
                    <a:pt x="8766" y="7067"/>
                  </a:lnTo>
                  <a:lnTo>
                    <a:pt x="9616" y="6333"/>
                  </a:lnTo>
                  <a:lnTo>
                    <a:pt x="10542" y="5561"/>
                  </a:lnTo>
                  <a:lnTo>
                    <a:pt x="11508" y="4866"/>
                  </a:lnTo>
                  <a:lnTo>
                    <a:pt x="12473" y="4209"/>
                  </a:lnTo>
                  <a:lnTo>
                    <a:pt x="13516" y="3591"/>
                  </a:lnTo>
                  <a:lnTo>
                    <a:pt x="14211" y="3205"/>
                  </a:lnTo>
                  <a:lnTo>
                    <a:pt x="14906" y="2858"/>
                  </a:lnTo>
                  <a:lnTo>
                    <a:pt x="15601" y="2510"/>
                  </a:lnTo>
                  <a:lnTo>
                    <a:pt x="16296" y="2201"/>
                  </a:lnTo>
                  <a:close/>
                  <a:moveTo>
                    <a:pt x="5638" y="13361"/>
                  </a:moveTo>
                  <a:lnTo>
                    <a:pt x="5754" y="13747"/>
                  </a:lnTo>
                  <a:lnTo>
                    <a:pt x="5870" y="14133"/>
                  </a:lnTo>
                  <a:lnTo>
                    <a:pt x="6063" y="14519"/>
                  </a:lnTo>
                  <a:lnTo>
                    <a:pt x="6295" y="14828"/>
                  </a:lnTo>
                  <a:lnTo>
                    <a:pt x="6565" y="15137"/>
                  </a:lnTo>
                  <a:lnTo>
                    <a:pt x="6874" y="15407"/>
                  </a:lnTo>
                  <a:lnTo>
                    <a:pt x="7222" y="15639"/>
                  </a:lnTo>
                  <a:lnTo>
                    <a:pt x="7608" y="15832"/>
                  </a:lnTo>
                  <a:lnTo>
                    <a:pt x="7415" y="16141"/>
                  </a:lnTo>
                  <a:lnTo>
                    <a:pt x="7260" y="16489"/>
                  </a:lnTo>
                  <a:lnTo>
                    <a:pt x="6797" y="16296"/>
                  </a:lnTo>
                  <a:lnTo>
                    <a:pt x="6411" y="16025"/>
                  </a:lnTo>
                  <a:lnTo>
                    <a:pt x="6025" y="15716"/>
                  </a:lnTo>
                  <a:lnTo>
                    <a:pt x="5716" y="15369"/>
                  </a:lnTo>
                  <a:lnTo>
                    <a:pt x="5484" y="14983"/>
                  </a:lnTo>
                  <a:lnTo>
                    <a:pt x="5252" y="14558"/>
                  </a:lnTo>
                  <a:lnTo>
                    <a:pt x="5098" y="14133"/>
                  </a:lnTo>
                  <a:lnTo>
                    <a:pt x="5021" y="13631"/>
                  </a:lnTo>
                  <a:lnTo>
                    <a:pt x="4982" y="13593"/>
                  </a:lnTo>
                  <a:lnTo>
                    <a:pt x="5638" y="13361"/>
                  </a:lnTo>
                  <a:close/>
                  <a:moveTo>
                    <a:pt x="4827" y="13670"/>
                  </a:moveTo>
                  <a:lnTo>
                    <a:pt x="4866" y="14210"/>
                  </a:lnTo>
                  <a:lnTo>
                    <a:pt x="4982" y="14712"/>
                  </a:lnTo>
                  <a:lnTo>
                    <a:pt x="5214" y="15176"/>
                  </a:lnTo>
                  <a:lnTo>
                    <a:pt x="5484" y="15600"/>
                  </a:lnTo>
                  <a:lnTo>
                    <a:pt x="5831" y="15948"/>
                  </a:lnTo>
                  <a:lnTo>
                    <a:pt x="6218" y="16296"/>
                  </a:lnTo>
                  <a:lnTo>
                    <a:pt x="6642" y="16566"/>
                  </a:lnTo>
                  <a:lnTo>
                    <a:pt x="7106" y="16759"/>
                  </a:lnTo>
                  <a:lnTo>
                    <a:pt x="6951" y="17300"/>
                  </a:lnTo>
                  <a:lnTo>
                    <a:pt x="6411" y="17029"/>
                  </a:lnTo>
                  <a:lnTo>
                    <a:pt x="5909" y="16720"/>
                  </a:lnTo>
                  <a:lnTo>
                    <a:pt x="5484" y="16373"/>
                  </a:lnTo>
                  <a:lnTo>
                    <a:pt x="5098" y="15987"/>
                  </a:lnTo>
                  <a:lnTo>
                    <a:pt x="4789" y="15562"/>
                  </a:lnTo>
                  <a:lnTo>
                    <a:pt x="4480" y="15060"/>
                  </a:lnTo>
                  <a:lnTo>
                    <a:pt x="4248" y="14558"/>
                  </a:lnTo>
                  <a:lnTo>
                    <a:pt x="4055" y="13979"/>
                  </a:lnTo>
                  <a:lnTo>
                    <a:pt x="4248" y="13940"/>
                  </a:lnTo>
                  <a:lnTo>
                    <a:pt x="4441" y="13863"/>
                  </a:lnTo>
                  <a:lnTo>
                    <a:pt x="4827" y="13670"/>
                  </a:lnTo>
                  <a:close/>
                  <a:moveTo>
                    <a:pt x="4441" y="15871"/>
                  </a:moveTo>
                  <a:lnTo>
                    <a:pt x="4673" y="16180"/>
                  </a:lnTo>
                  <a:lnTo>
                    <a:pt x="4905" y="16450"/>
                  </a:lnTo>
                  <a:lnTo>
                    <a:pt x="5175" y="16682"/>
                  </a:lnTo>
                  <a:lnTo>
                    <a:pt x="5445" y="16913"/>
                  </a:lnTo>
                  <a:lnTo>
                    <a:pt x="5291" y="17029"/>
                  </a:lnTo>
                  <a:lnTo>
                    <a:pt x="5214" y="17222"/>
                  </a:lnTo>
                  <a:lnTo>
                    <a:pt x="5098" y="17068"/>
                  </a:lnTo>
                  <a:lnTo>
                    <a:pt x="5059" y="16991"/>
                  </a:lnTo>
                  <a:lnTo>
                    <a:pt x="4982" y="16952"/>
                  </a:lnTo>
                  <a:lnTo>
                    <a:pt x="4905" y="16952"/>
                  </a:lnTo>
                  <a:lnTo>
                    <a:pt x="4827" y="16991"/>
                  </a:lnTo>
                  <a:lnTo>
                    <a:pt x="4519" y="17415"/>
                  </a:lnTo>
                  <a:lnTo>
                    <a:pt x="4210" y="17840"/>
                  </a:lnTo>
                  <a:lnTo>
                    <a:pt x="3862" y="18226"/>
                  </a:lnTo>
                  <a:lnTo>
                    <a:pt x="3476" y="18574"/>
                  </a:lnTo>
                  <a:lnTo>
                    <a:pt x="3090" y="18921"/>
                  </a:lnTo>
                  <a:lnTo>
                    <a:pt x="2665" y="19230"/>
                  </a:lnTo>
                  <a:lnTo>
                    <a:pt x="2240" y="19501"/>
                  </a:lnTo>
                  <a:lnTo>
                    <a:pt x="1777" y="19771"/>
                  </a:lnTo>
                  <a:lnTo>
                    <a:pt x="1777" y="19771"/>
                  </a:lnTo>
                  <a:lnTo>
                    <a:pt x="1816" y="19346"/>
                  </a:lnTo>
                  <a:lnTo>
                    <a:pt x="1854" y="18921"/>
                  </a:lnTo>
                  <a:lnTo>
                    <a:pt x="2009" y="18535"/>
                  </a:lnTo>
                  <a:lnTo>
                    <a:pt x="2163" y="18188"/>
                  </a:lnTo>
                  <a:lnTo>
                    <a:pt x="2395" y="17840"/>
                  </a:lnTo>
                  <a:lnTo>
                    <a:pt x="2665" y="17531"/>
                  </a:lnTo>
                  <a:lnTo>
                    <a:pt x="2974" y="17222"/>
                  </a:lnTo>
                  <a:lnTo>
                    <a:pt x="3360" y="16913"/>
                  </a:lnTo>
                  <a:lnTo>
                    <a:pt x="3669" y="16720"/>
                  </a:lnTo>
                  <a:lnTo>
                    <a:pt x="3939" y="16489"/>
                  </a:lnTo>
                  <a:lnTo>
                    <a:pt x="4017" y="16334"/>
                  </a:lnTo>
                  <a:lnTo>
                    <a:pt x="4094" y="16218"/>
                  </a:lnTo>
                  <a:lnTo>
                    <a:pt x="4094" y="16064"/>
                  </a:lnTo>
                  <a:lnTo>
                    <a:pt x="4055" y="15871"/>
                  </a:lnTo>
                  <a:close/>
                  <a:moveTo>
                    <a:pt x="13439" y="13979"/>
                  </a:moveTo>
                  <a:lnTo>
                    <a:pt x="13400" y="14674"/>
                  </a:lnTo>
                  <a:lnTo>
                    <a:pt x="13400" y="15369"/>
                  </a:lnTo>
                  <a:lnTo>
                    <a:pt x="13477" y="16025"/>
                  </a:lnTo>
                  <a:lnTo>
                    <a:pt x="13632" y="16682"/>
                  </a:lnTo>
                  <a:lnTo>
                    <a:pt x="12396" y="17454"/>
                  </a:lnTo>
                  <a:lnTo>
                    <a:pt x="11160" y="18304"/>
                  </a:lnTo>
                  <a:lnTo>
                    <a:pt x="8805" y="20041"/>
                  </a:lnTo>
                  <a:lnTo>
                    <a:pt x="8766" y="19037"/>
                  </a:lnTo>
                  <a:lnTo>
                    <a:pt x="8689" y="18033"/>
                  </a:lnTo>
                  <a:lnTo>
                    <a:pt x="8650" y="17724"/>
                  </a:lnTo>
                  <a:lnTo>
                    <a:pt x="8689" y="17493"/>
                  </a:lnTo>
                  <a:lnTo>
                    <a:pt x="8728" y="17377"/>
                  </a:lnTo>
                  <a:lnTo>
                    <a:pt x="8805" y="17261"/>
                  </a:lnTo>
                  <a:lnTo>
                    <a:pt x="9037" y="17068"/>
                  </a:lnTo>
                  <a:lnTo>
                    <a:pt x="9654" y="16604"/>
                  </a:lnTo>
                  <a:lnTo>
                    <a:pt x="10195" y="16141"/>
                  </a:lnTo>
                  <a:lnTo>
                    <a:pt x="10234" y="16064"/>
                  </a:lnTo>
                  <a:lnTo>
                    <a:pt x="10272" y="16025"/>
                  </a:lnTo>
                  <a:lnTo>
                    <a:pt x="10234" y="15909"/>
                  </a:lnTo>
                  <a:lnTo>
                    <a:pt x="10774" y="15716"/>
                  </a:lnTo>
                  <a:lnTo>
                    <a:pt x="11276" y="15485"/>
                  </a:lnTo>
                  <a:lnTo>
                    <a:pt x="11740" y="15214"/>
                  </a:lnTo>
                  <a:lnTo>
                    <a:pt x="12203" y="14905"/>
                  </a:lnTo>
                  <a:lnTo>
                    <a:pt x="12821" y="14481"/>
                  </a:lnTo>
                  <a:lnTo>
                    <a:pt x="13439" y="13979"/>
                  </a:lnTo>
                  <a:close/>
                  <a:moveTo>
                    <a:pt x="3978" y="14944"/>
                  </a:moveTo>
                  <a:lnTo>
                    <a:pt x="4132" y="15330"/>
                  </a:lnTo>
                  <a:lnTo>
                    <a:pt x="4326" y="15678"/>
                  </a:lnTo>
                  <a:lnTo>
                    <a:pt x="3862" y="15678"/>
                  </a:lnTo>
                  <a:lnTo>
                    <a:pt x="3785" y="15716"/>
                  </a:lnTo>
                  <a:lnTo>
                    <a:pt x="3746" y="15755"/>
                  </a:lnTo>
                  <a:lnTo>
                    <a:pt x="3746" y="15832"/>
                  </a:lnTo>
                  <a:lnTo>
                    <a:pt x="3785" y="15871"/>
                  </a:lnTo>
                  <a:lnTo>
                    <a:pt x="3785" y="15948"/>
                  </a:lnTo>
                  <a:lnTo>
                    <a:pt x="3785" y="16064"/>
                  </a:lnTo>
                  <a:lnTo>
                    <a:pt x="3669" y="16257"/>
                  </a:lnTo>
                  <a:lnTo>
                    <a:pt x="3476" y="16489"/>
                  </a:lnTo>
                  <a:lnTo>
                    <a:pt x="3206" y="16720"/>
                  </a:lnTo>
                  <a:lnTo>
                    <a:pt x="2665" y="17145"/>
                  </a:lnTo>
                  <a:lnTo>
                    <a:pt x="2318" y="17415"/>
                  </a:lnTo>
                  <a:lnTo>
                    <a:pt x="2009" y="17802"/>
                  </a:lnTo>
                  <a:lnTo>
                    <a:pt x="1777" y="18188"/>
                  </a:lnTo>
                  <a:lnTo>
                    <a:pt x="1584" y="18651"/>
                  </a:lnTo>
                  <a:lnTo>
                    <a:pt x="1507" y="19114"/>
                  </a:lnTo>
                  <a:lnTo>
                    <a:pt x="1468" y="19346"/>
                  </a:lnTo>
                  <a:lnTo>
                    <a:pt x="1468" y="19578"/>
                  </a:lnTo>
                  <a:lnTo>
                    <a:pt x="1507" y="19848"/>
                  </a:lnTo>
                  <a:lnTo>
                    <a:pt x="1545" y="20080"/>
                  </a:lnTo>
                  <a:lnTo>
                    <a:pt x="1622" y="20118"/>
                  </a:lnTo>
                  <a:lnTo>
                    <a:pt x="1738" y="20118"/>
                  </a:lnTo>
                  <a:lnTo>
                    <a:pt x="1777" y="20041"/>
                  </a:lnTo>
                  <a:lnTo>
                    <a:pt x="2279" y="19809"/>
                  </a:lnTo>
                  <a:lnTo>
                    <a:pt x="2742" y="19578"/>
                  </a:lnTo>
                  <a:lnTo>
                    <a:pt x="3167" y="19269"/>
                  </a:lnTo>
                  <a:lnTo>
                    <a:pt x="3553" y="18960"/>
                  </a:lnTo>
                  <a:lnTo>
                    <a:pt x="3939" y="18612"/>
                  </a:lnTo>
                  <a:lnTo>
                    <a:pt x="4287" y="18226"/>
                  </a:lnTo>
                  <a:lnTo>
                    <a:pt x="4634" y="17802"/>
                  </a:lnTo>
                  <a:lnTo>
                    <a:pt x="4943" y="17377"/>
                  </a:lnTo>
                  <a:lnTo>
                    <a:pt x="5059" y="17531"/>
                  </a:lnTo>
                  <a:lnTo>
                    <a:pt x="5175" y="17647"/>
                  </a:lnTo>
                  <a:lnTo>
                    <a:pt x="5291" y="17647"/>
                  </a:lnTo>
                  <a:lnTo>
                    <a:pt x="5368" y="17608"/>
                  </a:lnTo>
                  <a:lnTo>
                    <a:pt x="5368" y="17531"/>
                  </a:lnTo>
                  <a:lnTo>
                    <a:pt x="5638" y="17068"/>
                  </a:lnTo>
                  <a:lnTo>
                    <a:pt x="6025" y="17300"/>
                  </a:lnTo>
                  <a:lnTo>
                    <a:pt x="5986" y="17802"/>
                  </a:lnTo>
                  <a:lnTo>
                    <a:pt x="5870" y="18304"/>
                  </a:lnTo>
                  <a:lnTo>
                    <a:pt x="5754" y="18806"/>
                  </a:lnTo>
                  <a:lnTo>
                    <a:pt x="5561" y="19308"/>
                  </a:lnTo>
                  <a:lnTo>
                    <a:pt x="5445" y="19076"/>
                  </a:lnTo>
                  <a:lnTo>
                    <a:pt x="5407" y="18844"/>
                  </a:lnTo>
                  <a:lnTo>
                    <a:pt x="5368" y="18574"/>
                  </a:lnTo>
                  <a:lnTo>
                    <a:pt x="5407" y="18304"/>
                  </a:lnTo>
                  <a:lnTo>
                    <a:pt x="5445" y="18226"/>
                  </a:lnTo>
                  <a:lnTo>
                    <a:pt x="5407" y="18188"/>
                  </a:lnTo>
                  <a:lnTo>
                    <a:pt x="5329" y="18110"/>
                  </a:lnTo>
                  <a:lnTo>
                    <a:pt x="5252" y="18072"/>
                  </a:lnTo>
                  <a:lnTo>
                    <a:pt x="5214" y="18110"/>
                  </a:lnTo>
                  <a:lnTo>
                    <a:pt x="5136" y="18110"/>
                  </a:lnTo>
                  <a:lnTo>
                    <a:pt x="5098" y="18188"/>
                  </a:lnTo>
                  <a:lnTo>
                    <a:pt x="4827" y="18767"/>
                  </a:lnTo>
                  <a:lnTo>
                    <a:pt x="4519" y="19308"/>
                  </a:lnTo>
                  <a:lnTo>
                    <a:pt x="4326" y="19539"/>
                  </a:lnTo>
                  <a:lnTo>
                    <a:pt x="4094" y="19771"/>
                  </a:lnTo>
                  <a:lnTo>
                    <a:pt x="3862" y="19964"/>
                  </a:lnTo>
                  <a:lnTo>
                    <a:pt x="3592" y="20196"/>
                  </a:lnTo>
                  <a:lnTo>
                    <a:pt x="3090" y="20505"/>
                  </a:lnTo>
                  <a:lnTo>
                    <a:pt x="2820" y="20659"/>
                  </a:lnTo>
                  <a:lnTo>
                    <a:pt x="2511" y="20775"/>
                  </a:lnTo>
                  <a:lnTo>
                    <a:pt x="2202" y="20891"/>
                  </a:lnTo>
                  <a:lnTo>
                    <a:pt x="1893" y="20968"/>
                  </a:lnTo>
                  <a:lnTo>
                    <a:pt x="1584" y="21007"/>
                  </a:lnTo>
                  <a:lnTo>
                    <a:pt x="1275" y="20968"/>
                  </a:lnTo>
                  <a:lnTo>
                    <a:pt x="1043" y="20929"/>
                  </a:lnTo>
                  <a:lnTo>
                    <a:pt x="889" y="20813"/>
                  </a:lnTo>
                  <a:lnTo>
                    <a:pt x="773" y="20698"/>
                  </a:lnTo>
                  <a:lnTo>
                    <a:pt x="734" y="20543"/>
                  </a:lnTo>
                  <a:lnTo>
                    <a:pt x="696" y="20350"/>
                  </a:lnTo>
                  <a:lnTo>
                    <a:pt x="696" y="20157"/>
                  </a:lnTo>
                  <a:lnTo>
                    <a:pt x="734" y="19732"/>
                  </a:lnTo>
                  <a:lnTo>
                    <a:pt x="812" y="19037"/>
                  </a:lnTo>
                  <a:lnTo>
                    <a:pt x="889" y="18690"/>
                  </a:lnTo>
                  <a:lnTo>
                    <a:pt x="1005" y="18342"/>
                  </a:lnTo>
                  <a:lnTo>
                    <a:pt x="1159" y="17956"/>
                  </a:lnTo>
                  <a:lnTo>
                    <a:pt x="1352" y="17608"/>
                  </a:lnTo>
                  <a:lnTo>
                    <a:pt x="1584" y="17261"/>
                  </a:lnTo>
                  <a:lnTo>
                    <a:pt x="1854" y="16952"/>
                  </a:lnTo>
                  <a:lnTo>
                    <a:pt x="2124" y="16682"/>
                  </a:lnTo>
                  <a:lnTo>
                    <a:pt x="2433" y="16411"/>
                  </a:lnTo>
                  <a:lnTo>
                    <a:pt x="2781" y="16180"/>
                  </a:lnTo>
                  <a:lnTo>
                    <a:pt x="3167" y="16025"/>
                  </a:lnTo>
                  <a:lnTo>
                    <a:pt x="3244" y="15948"/>
                  </a:lnTo>
                  <a:lnTo>
                    <a:pt x="3244" y="15871"/>
                  </a:lnTo>
                  <a:lnTo>
                    <a:pt x="3206" y="15794"/>
                  </a:lnTo>
                  <a:lnTo>
                    <a:pt x="3167" y="15716"/>
                  </a:lnTo>
                  <a:lnTo>
                    <a:pt x="2433" y="15369"/>
                  </a:lnTo>
                  <a:lnTo>
                    <a:pt x="2781" y="15176"/>
                  </a:lnTo>
                  <a:lnTo>
                    <a:pt x="3167" y="15021"/>
                  </a:lnTo>
                  <a:lnTo>
                    <a:pt x="3553" y="14983"/>
                  </a:lnTo>
                  <a:lnTo>
                    <a:pt x="3978" y="14944"/>
                  </a:lnTo>
                  <a:close/>
                  <a:moveTo>
                    <a:pt x="23478" y="0"/>
                  </a:moveTo>
                  <a:lnTo>
                    <a:pt x="22204" y="155"/>
                  </a:lnTo>
                  <a:lnTo>
                    <a:pt x="20891" y="386"/>
                  </a:lnTo>
                  <a:lnTo>
                    <a:pt x="19617" y="657"/>
                  </a:lnTo>
                  <a:lnTo>
                    <a:pt x="18381" y="1043"/>
                  </a:lnTo>
                  <a:lnTo>
                    <a:pt x="17146" y="1467"/>
                  </a:lnTo>
                  <a:lnTo>
                    <a:pt x="15949" y="1969"/>
                  </a:lnTo>
                  <a:lnTo>
                    <a:pt x="14752" y="2510"/>
                  </a:lnTo>
                  <a:lnTo>
                    <a:pt x="13593" y="3128"/>
                  </a:lnTo>
                  <a:lnTo>
                    <a:pt x="12473" y="3784"/>
                  </a:lnTo>
                  <a:lnTo>
                    <a:pt x="11353" y="4518"/>
                  </a:lnTo>
                  <a:lnTo>
                    <a:pt x="10311" y="5290"/>
                  </a:lnTo>
                  <a:lnTo>
                    <a:pt x="9307" y="6140"/>
                  </a:lnTo>
                  <a:lnTo>
                    <a:pt x="8535" y="6796"/>
                  </a:lnTo>
                  <a:lnTo>
                    <a:pt x="7801" y="7491"/>
                  </a:lnTo>
                  <a:lnTo>
                    <a:pt x="7029" y="7337"/>
                  </a:lnTo>
                  <a:lnTo>
                    <a:pt x="6218" y="7221"/>
                  </a:lnTo>
                  <a:lnTo>
                    <a:pt x="5407" y="7182"/>
                  </a:lnTo>
                  <a:lnTo>
                    <a:pt x="4557" y="7221"/>
                  </a:lnTo>
                  <a:lnTo>
                    <a:pt x="4519" y="7221"/>
                  </a:lnTo>
                  <a:lnTo>
                    <a:pt x="4441" y="7260"/>
                  </a:lnTo>
                  <a:lnTo>
                    <a:pt x="4403" y="7414"/>
                  </a:lnTo>
                  <a:lnTo>
                    <a:pt x="4171" y="7530"/>
                  </a:lnTo>
                  <a:lnTo>
                    <a:pt x="3939" y="7723"/>
                  </a:lnTo>
                  <a:lnTo>
                    <a:pt x="3708" y="7916"/>
                  </a:lnTo>
                  <a:lnTo>
                    <a:pt x="3515" y="8148"/>
                  </a:lnTo>
                  <a:lnTo>
                    <a:pt x="3128" y="8611"/>
                  </a:lnTo>
                  <a:lnTo>
                    <a:pt x="2742" y="9036"/>
                  </a:lnTo>
                  <a:lnTo>
                    <a:pt x="2124" y="9654"/>
                  </a:lnTo>
                  <a:lnTo>
                    <a:pt x="1468" y="10194"/>
                  </a:lnTo>
                  <a:lnTo>
                    <a:pt x="773" y="10774"/>
                  </a:lnTo>
                  <a:lnTo>
                    <a:pt x="78" y="11276"/>
                  </a:lnTo>
                  <a:lnTo>
                    <a:pt x="1" y="11353"/>
                  </a:lnTo>
                  <a:lnTo>
                    <a:pt x="1" y="11430"/>
                  </a:lnTo>
                  <a:lnTo>
                    <a:pt x="1" y="11507"/>
                  </a:lnTo>
                  <a:lnTo>
                    <a:pt x="39" y="11546"/>
                  </a:lnTo>
                  <a:lnTo>
                    <a:pt x="39" y="11623"/>
                  </a:lnTo>
                  <a:lnTo>
                    <a:pt x="39" y="11700"/>
                  </a:lnTo>
                  <a:lnTo>
                    <a:pt x="78" y="11739"/>
                  </a:lnTo>
                  <a:lnTo>
                    <a:pt x="116" y="11778"/>
                  </a:lnTo>
                  <a:lnTo>
                    <a:pt x="1005" y="12048"/>
                  </a:lnTo>
                  <a:lnTo>
                    <a:pt x="1893" y="12280"/>
                  </a:lnTo>
                  <a:lnTo>
                    <a:pt x="3669" y="12666"/>
                  </a:lnTo>
                  <a:lnTo>
                    <a:pt x="3785" y="12666"/>
                  </a:lnTo>
                  <a:lnTo>
                    <a:pt x="3862" y="12589"/>
                  </a:lnTo>
                  <a:lnTo>
                    <a:pt x="4750" y="11700"/>
                  </a:lnTo>
                  <a:lnTo>
                    <a:pt x="5716" y="10851"/>
                  </a:lnTo>
                  <a:lnTo>
                    <a:pt x="5600" y="11391"/>
                  </a:lnTo>
                  <a:lnTo>
                    <a:pt x="5523" y="11971"/>
                  </a:lnTo>
                  <a:lnTo>
                    <a:pt x="5523" y="12550"/>
                  </a:lnTo>
                  <a:lnTo>
                    <a:pt x="5600" y="13091"/>
                  </a:lnTo>
                  <a:lnTo>
                    <a:pt x="5136" y="13168"/>
                  </a:lnTo>
                  <a:lnTo>
                    <a:pt x="4712" y="13284"/>
                  </a:lnTo>
                  <a:lnTo>
                    <a:pt x="4248" y="13477"/>
                  </a:lnTo>
                  <a:lnTo>
                    <a:pt x="4017" y="13593"/>
                  </a:lnTo>
                  <a:lnTo>
                    <a:pt x="3862" y="13747"/>
                  </a:lnTo>
                  <a:lnTo>
                    <a:pt x="3824" y="13824"/>
                  </a:lnTo>
                  <a:lnTo>
                    <a:pt x="3862" y="13901"/>
                  </a:lnTo>
                  <a:lnTo>
                    <a:pt x="3824" y="13940"/>
                  </a:lnTo>
                  <a:lnTo>
                    <a:pt x="3785" y="14017"/>
                  </a:lnTo>
                  <a:lnTo>
                    <a:pt x="3824" y="14403"/>
                  </a:lnTo>
                  <a:lnTo>
                    <a:pt x="3901" y="14751"/>
                  </a:lnTo>
                  <a:lnTo>
                    <a:pt x="3669" y="14712"/>
                  </a:lnTo>
                  <a:lnTo>
                    <a:pt x="3399" y="14712"/>
                  </a:lnTo>
                  <a:lnTo>
                    <a:pt x="3167" y="14751"/>
                  </a:lnTo>
                  <a:lnTo>
                    <a:pt x="2935" y="14790"/>
                  </a:lnTo>
                  <a:lnTo>
                    <a:pt x="2665" y="14867"/>
                  </a:lnTo>
                  <a:lnTo>
                    <a:pt x="2433" y="14983"/>
                  </a:lnTo>
                  <a:lnTo>
                    <a:pt x="2240" y="15098"/>
                  </a:lnTo>
                  <a:lnTo>
                    <a:pt x="2009" y="15253"/>
                  </a:lnTo>
                  <a:lnTo>
                    <a:pt x="1931" y="15330"/>
                  </a:lnTo>
                  <a:lnTo>
                    <a:pt x="1931" y="15407"/>
                  </a:lnTo>
                  <a:lnTo>
                    <a:pt x="1970" y="15485"/>
                  </a:lnTo>
                  <a:lnTo>
                    <a:pt x="2047" y="15523"/>
                  </a:lnTo>
                  <a:lnTo>
                    <a:pt x="2704" y="15871"/>
                  </a:lnTo>
                  <a:lnTo>
                    <a:pt x="2356" y="16064"/>
                  </a:lnTo>
                  <a:lnTo>
                    <a:pt x="2047" y="16334"/>
                  </a:lnTo>
                  <a:lnTo>
                    <a:pt x="1738" y="16604"/>
                  </a:lnTo>
                  <a:lnTo>
                    <a:pt x="1468" y="16875"/>
                  </a:lnTo>
                  <a:lnTo>
                    <a:pt x="1198" y="17222"/>
                  </a:lnTo>
                  <a:lnTo>
                    <a:pt x="1005" y="17570"/>
                  </a:lnTo>
                  <a:lnTo>
                    <a:pt x="812" y="17956"/>
                  </a:lnTo>
                  <a:lnTo>
                    <a:pt x="657" y="18342"/>
                  </a:lnTo>
                  <a:lnTo>
                    <a:pt x="464" y="18960"/>
                  </a:lnTo>
                  <a:lnTo>
                    <a:pt x="387" y="19385"/>
                  </a:lnTo>
                  <a:lnTo>
                    <a:pt x="310" y="19809"/>
                  </a:lnTo>
                  <a:lnTo>
                    <a:pt x="271" y="20234"/>
                  </a:lnTo>
                  <a:lnTo>
                    <a:pt x="310" y="20659"/>
                  </a:lnTo>
                  <a:lnTo>
                    <a:pt x="348" y="20813"/>
                  </a:lnTo>
                  <a:lnTo>
                    <a:pt x="425" y="20968"/>
                  </a:lnTo>
                  <a:lnTo>
                    <a:pt x="503" y="21084"/>
                  </a:lnTo>
                  <a:lnTo>
                    <a:pt x="618" y="21200"/>
                  </a:lnTo>
                  <a:lnTo>
                    <a:pt x="773" y="21277"/>
                  </a:lnTo>
                  <a:lnTo>
                    <a:pt x="927" y="21315"/>
                  </a:lnTo>
                  <a:lnTo>
                    <a:pt x="1275" y="21393"/>
                  </a:lnTo>
                  <a:lnTo>
                    <a:pt x="1661" y="21354"/>
                  </a:lnTo>
                  <a:lnTo>
                    <a:pt x="2047" y="21277"/>
                  </a:lnTo>
                  <a:lnTo>
                    <a:pt x="2433" y="21161"/>
                  </a:lnTo>
                  <a:lnTo>
                    <a:pt x="2820" y="21007"/>
                  </a:lnTo>
                  <a:lnTo>
                    <a:pt x="3437" y="20698"/>
                  </a:lnTo>
                  <a:lnTo>
                    <a:pt x="3901" y="20389"/>
                  </a:lnTo>
                  <a:lnTo>
                    <a:pt x="4364" y="20003"/>
                  </a:lnTo>
                  <a:lnTo>
                    <a:pt x="4750" y="19539"/>
                  </a:lnTo>
                  <a:lnTo>
                    <a:pt x="5098" y="19037"/>
                  </a:lnTo>
                  <a:lnTo>
                    <a:pt x="5136" y="19230"/>
                  </a:lnTo>
                  <a:lnTo>
                    <a:pt x="5214" y="19423"/>
                  </a:lnTo>
                  <a:lnTo>
                    <a:pt x="5329" y="19578"/>
                  </a:lnTo>
                  <a:lnTo>
                    <a:pt x="5484" y="19771"/>
                  </a:lnTo>
                  <a:lnTo>
                    <a:pt x="5561" y="19809"/>
                  </a:lnTo>
                  <a:lnTo>
                    <a:pt x="5638" y="19809"/>
                  </a:lnTo>
                  <a:lnTo>
                    <a:pt x="5716" y="19771"/>
                  </a:lnTo>
                  <a:lnTo>
                    <a:pt x="5793" y="19694"/>
                  </a:lnTo>
                  <a:lnTo>
                    <a:pt x="5986" y="19153"/>
                  </a:lnTo>
                  <a:lnTo>
                    <a:pt x="6179" y="18612"/>
                  </a:lnTo>
                  <a:lnTo>
                    <a:pt x="6295" y="18033"/>
                  </a:lnTo>
                  <a:lnTo>
                    <a:pt x="6372" y="17454"/>
                  </a:lnTo>
                  <a:lnTo>
                    <a:pt x="6913" y="17608"/>
                  </a:lnTo>
                  <a:lnTo>
                    <a:pt x="7183" y="17608"/>
                  </a:lnTo>
                  <a:lnTo>
                    <a:pt x="7183" y="17531"/>
                  </a:lnTo>
                  <a:lnTo>
                    <a:pt x="7531" y="16720"/>
                  </a:lnTo>
                  <a:lnTo>
                    <a:pt x="7724" y="16334"/>
                  </a:lnTo>
                  <a:lnTo>
                    <a:pt x="7955" y="15948"/>
                  </a:lnTo>
                  <a:lnTo>
                    <a:pt x="8110" y="15987"/>
                  </a:lnTo>
                  <a:lnTo>
                    <a:pt x="8535" y="16064"/>
                  </a:lnTo>
                  <a:lnTo>
                    <a:pt x="8921" y="16102"/>
                  </a:lnTo>
                  <a:lnTo>
                    <a:pt x="9307" y="16064"/>
                  </a:lnTo>
                  <a:lnTo>
                    <a:pt x="9693" y="16025"/>
                  </a:lnTo>
                  <a:lnTo>
                    <a:pt x="9693" y="16025"/>
                  </a:lnTo>
                  <a:lnTo>
                    <a:pt x="8998" y="16604"/>
                  </a:lnTo>
                  <a:lnTo>
                    <a:pt x="8226" y="17106"/>
                  </a:lnTo>
                  <a:lnTo>
                    <a:pt x="8148" y="17222"/>
                  </a:lnTo>
                  <a:lnTo>
                    <a:pt x="8148" y="17300"/>
                  </a:lnTo>
                  <a:lnTo>
                    <a:pt x="8264" y="18110"/>
                  </a:lnTo>
                  <a:lnTo>
                    <a:pt x="8341" y="18883"/>
                  </a:lnTo>
                  <a:lnTo>
                    <a:pt x="8380" y="19655"/>
                  </a:lnTo>
                  <a:lnTo>
                    <a:pt x="8380" y="20427"/>
                  </a:lnTo>
                  <a:lnTo>
                    <a:pt x="8419" y="20543"/>
                  </a:lnTo>
                  <a:lnTo>
                    <a:pt x="8496" y="20620"/>
                  </a:lnTo>
                  <a:lnTo>
                    <a:pt x="8612" y="20659"/>
                  </a:lnTo>
                  <a:lnTo>
                    <a:pt x="8728" y="20620"/>
                  </a:lnTo>
                  <a:lnTo>
                    <a:pt x="11392" y="18806"/>
                  </a:lnTo>
                  <a:lnTo>
                    <a:pt x="12705" y="17840"/>
                  </a:lnTo>
                  <a:lnTo>
                    <a:pt x="13323" y="17338"/>
                  </a:lnTo>
                  <a:lnTo>
                    <a:pt x="13941" y="16836"/>
                  </a:lnTo>
                  <a:lnTo>
                    <a:pt x="13979" y="16759"/>
                  </a:lnTo>
                  <a:lnTo>
                    <a:pt x="13979" y="16682"/>
                  </a:lnTo>
                  <a:lnTo>
                    <a:pt x="13979" y="16643"/>
                  </a:lnTo>
                  <a:lnTo>
                    <a:pt x="13941" y="16257"/>
                  </a:lnTo>
                  <a:lnTo>
                    <a:pt x="13902" y="15871"/>
                  </a:lnTo>
                  <a:lnTo>
                    <a:pt x="13825" y="15098"/>
                  </a:lnTo>
                  <a:lnTo>
                    <a:pt x="13748" y="13747"/>
                  </a:lnTo>
                  <a:lnTo>
                    <a:pt x="14443" y="13129"/>
                  </a:lnTo>
                  <a:lnTo>
                    <a:pt x="15099" y="12473"/>
                  </a:lnTo>
                  <a:lnTo>
                    <a:pt x="15756" y="11816"/>
                  </a:lnTo>
                  <a:lnTo>
                    <a:pt x="16373" y="11121"/>
                  </a:lnTo>
                  <a:lnTo>
                    <a:pt x="17455" y="9924"/>
                  </a:lnTo>
                  <a:lnTo>
                    <a:pt x="18459" y="8650"/>
                  </a:lnTo>
                  <a:lnTo>
                    <a:pt x="19424" y="7376"/>
                  </a:lnTo>
                  <a:lnTo>
                    <a:pt x="20351" y="6024"/>
                  </a:lnTo>
                  <a:lnTo>
                    <a:pt x="21239" y="4673"/>
                  </a:lnTo>
                  <a:lnTo>
                    <a:pt x="22088" y="3321"/>
                  </a:lnTo>
                  <a:lnTo>
                    <a:pt x="22938" y="1931"/>
                  </a:lnTo>
                  <a:lnTo>
                    <a:pt x="23749" y="502"/>
                  </a:lnTo>
                  <a:lnTo>
                    <a:pt x="23749" y="425"/>
                  </a:lnTo>
                  <a:lnTo>
                    <a:pt x="23749" y="348"/>
                  </a:lnTo>
                  <a:lnTo>
                    <a:pt x="23749" y="270"/>
                  </a:lnTo>
                  <a:lnTo>
                    <a:pt x="23787" y="155"/>
                  </a:lnTo>
                  <a:lnTo>
                    <a:pt x="23787" y="77"/>
                  </a:lnTo>
                  <a:lnTo>
                    <a:pt x="23749" y="39"/>
                  </a:lnTo>
                  <a:lnTo>
                    <a:pt x="23672" y="0"/>
                  </a:lnTo>
                  <a:lnTo>
                    <a:pt x="23633" y="39"/>
                  </a:lnTo>
                  <a:lnTo>
                    <a:pt x="23633" y="77"/>
                  </a:lnTo>
                  <a:lnTo>
                    <a:pt x="235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21"/>
            <p:cNvSpPr/>
            <p:nvPr/>
          </p:nvSpPr>
          <p:spPr>
            <a:xfrm>
              <a:off x="5635500" y="4343650"/>
              <a:ext cx="54100" cy="45400"/>
            </a:xfrm>
            <a:custGeom>
              <a:avLst/>
              <a:gdLst/>
              <a:ahLst/>
              <a:cxnLst/>
              <a:rect l="l" t="t" r="r" b="b"/>
              <a:pathLst>
                <a:path w="2164" h="1816" extrusionOk="0">
                  <a:moveTo>
                    <a:pt x="1314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5"/>
                  </a:lnTo>
                  <a:lnTo>
                    <a:pt x="1777" y="889"/>
                  </a:lnTo>
                  <a:lnTo>
                    <a:pt x="1777" y="928"/>
                  </a:lnTo>
                  <a:lnTo>
                    <a:pt x="1738" y="1005"/>
                  </a:lnTo>
                  <a:lnTo>
                    <a:pt x="1661" y="1044"/>
                  </a:lnTo>
                  <a:lnTo>
                    <a:pt x="1584" y="1082"/>
                  </a:lnTo>
                  <a:lnTo>
                    <a:pt x="1275" y="1121"/>
                  </a:lnTo>
                  <a:lnTo>
                    <a:pt x="927" y="1121"/>
                  </a:lnTo>
                  <a:lnTo>
                    <a:pt x="619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1"/>
                  </a:lnTo>
                  <a:lnTo>
                    <a:pt x="348" y="1005"/>
                  </a:lnTo>
                  <a:lnTo>
                    <a:pt x="387" y="850"/>
                  </a:lnTo>
                  <a:lnTo>
                    <a:pt x="464" y="735"/>
                  </a:lnTo>
                  <a:lnTo>
                    <a:pt x="580" y="619"/>
                  </a:lnTo>
                  <a:lnTo>
                    <a:pt x="657" y="503"/>
                  </a:lnTo>
                  <a:lnTo>
                    <a:pt x="812" y="426"/>
                  </a:lnTo>
                  <a:lnTo>
                    <a:pt x="966" y="387"/>
                  </a:lnTo>
                  <a:close/>
                  <a:moveTo>
                    <a:pt x="1005" y="1"/>
                  </a:moveTo>
                  <a:lnTo>
                    <a:pt x="812" y="40"/>
                  </a:lnTo>
                  <a:lnTo>
                    <a:pt x="619" y="117"/>
                  </a:lnTo>
                  <a:lnTo>
                    <a:pt x="425" y="233"/>
                  </a:lnTo>
                  <a:lnTo>
                    <a:pt x="271" y="348"/>
                  </a:lnTo>
                  <a:lnTo>
                    <a:pt x="155" y="503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30"/>
                  </a:lnTo>
                  <a:lnTo>
                    <a:pt x="117" y="1623"/>
                  </a:lnTo>
                  <a:lnTo>
                    <a:pt x="155" y="1739"/>
                  </a:lnTo>
                  <a:lnTo>
                    <a:pt x="232" y="1777"/>
                  </a:lnTo>
                  <a:lnTo>
                    <a:pt x="348" y="1816"/>
                  </a:lnTo>
                  <a:lnTo>
                    <a:pt x="425" y="1739"/>
                  </a:lnTo>
                  <a:lnTo>
                    <a:pt x="580" y="1623"/>
                  </a:lnTo>
                  <a:lnTo>
                    <a:pt x="696" y="1546"/>
                  </a:lnTo>
                  <a:lnTo>
                    <a:pt x="889" y="1507"/>
                  </a:lnTo>
                  <a:lnTo>
                    <a:pt x="1429" y="1507"/>
                  </a:lnTo>
                  <a:lnTo>
                    <a:pt x="1584" y="1468"/>
                  </a:lnTo>
                  <a:lnTo>
                    <a:pt x="1777" y="1430"/>
                  </a:lnTo>
                  <a:lnTo>
                    <a:pt x="1931" y="1352"/>
                  </a:lnTo>
                  <a:lnTo>
                    <a:pt x="2047" y="1237"/>
                  </a:lnTo>
                  <a:lnTo>
                    <a:pt x="2125" y="1121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9"/>
                  </a:lnTo>
                  <a:lnTo>
                    <a:pt x="2086" y="464"/>
                  </a:lnTo>
                  <a:lnTo>
                    <a:pt x="1970" y="310"/>
                  </a:lnTo>
                  <a:lnTo>
                    <a:pt x="1816" y="194"/>
                  </a:lnTo>
                  <a:lnTo>
                    <a:pt x="1623" y="78"/>
                  </a:lnTo>
                  <a:lnTo>
                    <a:pt x="142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21"/>
            <p:cNvSpPr/>
            <p:nvPr/>
          </p:nvSpPr>
          <p:spPr>
            <a:xfrm>
              <a:off x="4572625" y="43774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2"/>
                  </a:lnTo>
                  <a:lnTo>
                    <a:pt x="23479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5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2"/>
                  </a:lnTo>
                  <a:lnTo>
                    <a:pt x="23865" y="3514"/>
                  </a:lnTo>
                  <a:lnTo>
                    <a:pt x="23788" y="3399"/>
                  </a:lnTo>
                  <a:lnTo>
                    <a:pt x="23749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1"/>
                  </a:lnTo>
                  <a:lnTo>
                    <a:pt x="16567" y="5407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8"/>
                  </a:lnTo>
                  <a:lnTo>
                    <a:pt x="15949" y="5020"/>
                  </a:lnTo>
                  <a:lnTo>
                    <a:pt x="16065" y="4982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8" y="4982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7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2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600"/>
                  </a:lnTo>
                  <a:lnTo>
                    <a:pt x="14250" y="5445"/>
                  </a:lnTo>
                  <a:lnTo>
                    <a:pt x="14365" y="5368"/>
                  </a:lnTo>
                  <a:lnTo>
                    <a:pt x="14443" y="5329"/>
                  </a:lnTo>
                  <a:close/>
                  <a:moveTo>
                    <a:pt x="18999" y="5484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0" y="5677"/>
                  </a:lnTo>
                  <a:lnTo>
                    <a:pt x="18845" y="5522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1" y="6102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8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891" y="6951"/>
                  </a:lnTo>
                  <a:lnTo>
                    <a:pt x="20467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9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2" y="5986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2" y="6295"/>
                  </a:lnTo>
                  <a:lnTo>
                    <a:pt x="23749" y="6565"/>
                  </a:lnTo>
                  <a:lnTo>
                    <a:pt x="23517" y="6797"/>
                  </a:lnTo>
                  <a:lnTo>
                    <a:pt x="23247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131" y="6102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8" y="6797"/>
                  </a:lnTo>
                  <a:lnTo>
                    <a:pt x="12628" y="6681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2"/>
                  </a:lnTo>
                  <a:close/>
                  <a:moveTo>
                    <a:pt x="22166" y="6565"/>
                  </a:moveTo>
                  <a:lnTo>
                    <a:pt x="22282" y="6604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6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3" y="7106"/>
                  </a:lnTo>
                  <a:lnTo>
                    <a:pt x="21471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50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6" y="7994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40" y="7723"/>
                  </a:lnTo>
                  <a:lnTo>
                    <a:pt x="11817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2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8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5" y="9770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3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3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6" y="11739"/>
                  </a:lnTo>
                  <a:lnTo>
                    <a:pt x="10658" y="11701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6" y="10697"/>
                  </a:lnTo>
                  <a:lnTo>
                    <a:pt x="10929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4" y="11778"/>
                  </a:lnTo>
                  <a:lnTo>
                    <a:pt x="6372" y="12010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9" y="11508"/>
                  </a:lnTo>
                  <a:lnTo>
                    <a:pt x="5754" y="11469"/>
                  </a:lnTo>
                  <a:close/>
                  <a:moveTo>
                    <a:pt x="10543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3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40" y="13207"/>
                  </a:lnTo>
                  <a:lnTo>
                    <a:pt x="7338" y="13014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4" y="12627"/>
                  </a:moveTo>
                  <a:lnTo>
                    <a:pt x="8959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8" y="13207"/>
                  </a:lnTo>
                  <a:lnTo>
                    <a:pt x="9037" y="13284"/>
                  </a:lnTo>
                  <a:lnTo>
                    <a:pt x="8805" y="13323"/>
                  </a:lnTo>
                  <a:lnTo>
                    <a:pt x="8573" y="13323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42" y="13014"/>
                  </a:lnTo>
                  <a:lnTo>
                    <a:pt x="8419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7" y="0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1" y="2279"/>
                  </a:lnTo>
                  <a:lnTo>
                    <a:pt x="23054" y="2395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63" y="3283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1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80"/>
                  </a:lnTo>
                  <a:lnTo>
                    <a:pt x="23479" y="4750"/>
                  </a:lnTo>
                  <a:lnTo>
                    <a:pt x="23440" y="4905"/>
                  </a:lnTo>
                  <a:lnTo>
                    <a:pt x="23440" y="5020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5" y="6295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5"/>
                  </a:lnTo>
                  <a:lnTo>
                    <a:pt x="21509" y="6411"/>
                  </a:lnTo>
                  <a:lnTo>
                    <a:pt x="21355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9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4"/>
                  </a:lnTo>
                  <a:lnTo>
                    <a:pt x="19463" y="5329"/>
                  </a:lnTo>
                  <a:lnTo>
                    <a:pt x="19385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1"/>
                  </a:lnTo>
                  <a:lnTo>
                    <a:pt x="18497" y="5407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3" y="4673"/>
                  </a:lnTo>
                  <a:lnTo>
                    <a:pt x="17957" y="4596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5" y="5098"/>
                  </a:lnTo>
                  <a:lnTo>
                    <a:pt x="16760" y="4943"/>
                  </a:lnTo>
                  <a:lnTo>
                    <a:pt x="16605" y="4789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636" y="4943"/>
                  </a:lnTo>
                  <a:lnTo>
                    <a:pt x="14443" y="4982"/>
                  </a:lnTo>
                  <a:lnTo>
                    <a:pt x="14288" y="5020"/>
                  </a:lnTo>
                  <a:lnTo>
                    <a:pt x="14134" y="5098"/>
                  </a:lnTo>
                  <a:lnTo>
                    <a:pt x="14057" y="5175"/>
                  </a:lnTo>
                  <a:lnTo>
                    <a:pt x="13941" y="5291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90"/>
                  </a:lnTo>
                  <a:lnTo>
                    <a:pt x="12164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508" y="7415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4"/>
                  </a:lnTo>
                  <a:lnTo>
                    <a:pt x="11315" y="8148"/>
                  </a:lnTo>
                  <a:lnTo>
                    <a:pt x="11354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1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6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10"/>
                  </a:lnTo>
                  <a:lnTo>
                    <a:pt x="9423" y="12087"/>
                  </a:lnTo>
                  <a:lnTo>
                    <a:pt x="9384" y="12203"/>
                  </a:lnTo>
                  <a:lnTo>
                    <a:pt x="9346" y="12319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9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9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3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5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5" y="10735"/>
                  </a:lnTo>
                  <a:lnTo>
                    <a:pt x="5330" y="10504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3" y="10311"/>
                  </a:lnTo>
                  <a:lnTo>
                    <a:pt x="4828" y="10311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61"/>
                  </a:lnTo>
                  <a:lnTo>
                    <a:pt x="3746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6"/>
                  </a:lnTo>
                  <a:lnTo>
                    <a:pt x="3013" y="9770"/>
                  </a:lnTo>
                  <a:lnTo>
                    <a:pt x="2974" y="9616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700" y="9191"/>
                  </a:lnTo>
                  <a:lnTo>
                    <a:pt x="1545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1"/>
                  </a:lnTo>
                  <a:lnTo>
                    <a:pt x="812" y="12936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53" y="11932"/>
                  </a:lnTo>
                  <a:lnTo>
                    <a:pt x="3515" y="11817"/>
                  </a:lnTo>
                  <a:lnTo>
                    <a:pt x="3437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3"/>
                  </a:lnTo>
                  <a:lnTo>
                    <a:pt x="619" y="12048"/>
                  </a:lnTo>
                  <a:lnTo>
                    <a:pt x="541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1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30" y="10388"/>
                  </a:lnTo>
                  <a:lnTo>
                    <a:pt x="1738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1" y="13786"/>
                  </a:lnTo>
                  <a:lnTo>
                    <a:pt x="9346" y="13709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9" y="12473"/>
                  </a:lnTo>
                  <a:lnTo>
                    <a:pt x="11122" y="12126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114"/>
                  </a:lnTo>
                  <a:lnTo>
                    <a:pt x="12358" y="8612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84" y="7299"/>
                  </a:lnTo>
                  <a:lnTo>
                    <a:pt x="13632" y="6990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3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0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9"/>
                  </a:lnTo>
                  <a:lnTo>
                    <a:pt x="24058" y="6990"/>
                  </a:lnTo>
                  <a:lnTo>
                    <a:pt x="24367" y="6642"/>
                  </a:lnTo>
                  <a:lnTo>
                    <a:pt x="24598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84"/>
                  </a:lnTo>
                  <a:lnTo>
                    <a:pt x="24058" y="1198"/>
                  </a:lnTo>
                  <a:lnTo>
                    <a:pt x="23788" y="811"/>
                  </a:lnTo>
                  <a:lnTo>
                    <a:pt x="23942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70" y="78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21"/>
            <p:cNvSpPr/>
            <p:nvPr/>
          </p:nvSpPr>
          <p:spPr>
            <a:xfrm>
              <a:off x="5082350" y="43871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9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3" y="2433"/>
                  </a:lnTo>
                  <a:lnTo>
                    <a:pt x="5368" y="2819"/>
                  </a:lnTo>
                  <a:lnTo>
                    <a:pt x="5484" y="3206"/>
                  </a:lnTo>
                  <a:lnTo>
                    <a:pt x="5522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2" y="5214"/>
                  </a:lnTo>
                  <a:lnTo>
                    <a:pt x="5445" y="5600"/>
                  </a:lnTo>
                  <a:lnTo>
                    <a:pt x="5329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09" y="8032"/>
                  </a:lnTo>
                  <a:lnTo>
                    <a:pt x="3939" y="8380"/>
                  </a:lnTo>
                  <a:lnTo>
                    <a:pt x="3630" y="8728"/>
                  </a:lnTo>
                  <a:lnTo>
                    <a:pt x="3283" y="9036"/>
                  </a:lnTo>
                  <a:lnTo>
                    <a:pt x="2935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8" y="10040"/>
                  </a:lnTo>
                  <a:lnTo>
                    <a:pt x="1313" y="10234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0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4"/>
                  </a:lnTo>
                  <a:lnTo>
                    <a:pt x="4827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8" y="5793"/>
                  </a:lnTo>
                  <a:lnTo>
                    <a:pt x="6024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4"/>
                  </a:lnTo>
                  <a:lnTo>
                    <a:pt x="4904" y="1005"/>
                  </a:lnTo>
                  <a:lnTo>
                    <a:pt x="4596" y="696"/>
                  </a:lnTo>
                  <a:lnTo>
                    <a:pt x="4287" y="425"/>
                  </a:lnTo>
                  <a:lnTo>
                    <a:pt x="3939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21"/>
            <p:cNvSpPr/>
            <p:nvPr/>
          </p:nvSpPr>
          <p:spPr>
            <a:xfrm>
              <a:off x="5492625" y="44122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1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1"/>
                  </a:lnTo>
                  <a:lnTo>
                    <a:pt x="3862" y="503"/>
                  </a:lnTo>
                  <a:lnTo>
                    <a:pt x="3322" y="773"/>
                  </a:lnTo>
                  <a:lnTo>
                    <a:pt x="2781" y="1082"/>
                  </a:lnTo>
                  <a:lnTo>
                    <a:pt x="2279" y="1429"/>
                  </a:lnTo>
                  <a:lnTo>
                    <a:pt x="1816" y="1854"/>
                  </a:lnTo>
                  <a:lnTo>
                    <a:pt x="1429" y="2279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7" y="4789"/>
                  </a:lnTo>
                  <a:lnTo>
                    <a:pt x="1" y="5368"/>
                  </a:lnTo>
                  <a:lnTo>
                    <a:pt x="348" y="5407"/>
                  </a:lnTo>
                  <a:lnTo>
                    <a:pt x="464" y="4982"/>
                  </a:lnTo>
                  <a:lnTo>
                    <a:pt x="580" y="4596"/>
                  </a:lnTo>
                  <a:lnTo>
                    <a:pt x="812" y="3978"/>
                  </a:lnTo>
                  <a:lnTo>
                    <a:pt x="1121" y="3399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7"/>
                  </a:lnTo>
                  <a:lnTo>
                    <a:pt x="3399" y="1159"/>
                  </a:lnTo>
                  <a:lnTo>
                    <a:pt x="3978" y="889"/>
                  </a:lnTo>
                  <a:lnTo>
                    <a:pt x="4635" y="657"/>
                  </a:lnTo>
                  <a:lnTo>
                    <a:pt x="5252" y="464"/>
                  </a:lnTo>
                  <a:lnTo>
                    <a:pt x="5909" y="387"/>
                  </a:lnTo>
                  <a:lnTo>
                    <a:pt x="6565" y="387"/>
                  </a:lnTo>
                  <a:lnTo>
                    <a:pt x="7222" y="464"/>
                  </a:lnTo>
                  <a:lnTo>
                    <a:pt x="7878" y="580"/>
                  </a:lnTo>
                  <a:lnTo>
                    <a:pt x="8496" y="812"/>
                  </a:lnTo>
                  <a:lnTo>
                    <a:pt x="9114" y="1082"/>
                  </a:lnTo>
                  <a:lnTo>
                    <a:pt x="9423" y="1275"/>
                  </a:lnTo>
                  <a:lnTo>
                    <a:pt x="9732" y="1507"/>
                  </a:lnTo>
                  <a:lnTo>
                    <a:pt x="10041" y="1700"/>
                  </a:lnTo>
                  <a:lnTo>
                    <a:pt x="10311" y="1931"/>
                  </a:lnTo>
                  <a:lnTo>
                    <a:pt x="10774" y="2472"/>
                  </a:lnTo>
                  <a:lnTo>
                    <a:pt x="11199" y="3013"/>
                  </a:lnTo>
                  <a:lnTo>
                    <a:pt x="11547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8"/>
                  </a:lnTo>
                  <a:lnTo>
                    <a:pt x="12859" y="6797"/>
                  </a:lnTo>
                  <a:lnTo>
                    <a:pt x="13130" y="7376"/>
                  </a:lnTo>
                  <a:lnTo>
                    <a:pt x="13439" y="7955"/>
                  </a:lnTo>
                  <a:lnTo>
                    <a:pt x="13825" y="8496"/>
                  </a:lnTo>
                  <a:lnTo>
                    <a:pt x="14250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500"/>
                  </a:lnTo>
                  <a:lnTo>
                    <a:pt x="15292" y="9654"/>
                  </a:lnTo>
                  <a:lnTo>
                    <a:pt x="15756" y="9809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9"/>
                  </a:lnTo>
                  <a:lnTo>
                    <a:pt x="17609" y="9616"/>
                  </a:lnTo>
                  <a:lnTo>
                    <a:pt x="17841" y="9500"/>
                  </a:lnTo>
                  <a:lnTo>
                    <a:pt x="18034" y="9384"/>
                  </a:lnTo>
                  <a:lnTo>
                    <a:pt x="18188" y="9230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2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80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6" y="8419"/>
                  </a:lnTo>
                  <a:lnTo>
                    <a:pt x="18072" y="8728"/>
                  </a:lnTo>
                  <a:lnTo>
                    <a:pt x="17802" y="8998"/>
                  </a:lnTo>
                  <a:lnTo>
                    <a:pt x="17493" y="9191"/>
                  </a:lnTo>
                  <a:lnTo>
                    <a:pt x="17184" y="9345"/>
                  </a:lnTo>
                  <a:lnTo>
                    <a:pt x="16837" y="9423"/>
                  </a:lnTo>
                  <a:lnTo>
                    <a:pt x="16451" y="9461"/>
                  </a:lnTo>
                  <a:lnTo>
                    <a:pt x="16103" y="9423"/>
                  </a:lnTo>
                  <a:lnTo>
                    <a:pt x="15717" y="9345"/>
                  </a:lnTo>
                  <a:lnTo>
                    <a:pt x="15369" y="9191"/>
                  </a:lnTo>
                  <a:lnTo>
                    <a:pt x="15022" y="8998"/>
                  </a:lnTo>
                  <a:lnTo>
                    <a:pt x="14713" y="8766"/>
                  </a:lnTo>
                  <a:lnTo>
                    <a:pt x="14404" y="8496"/>
                  </a:lnTo>
                  <a:lnTo>
                    <a:pt x="14172" y="8187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5" y="7183"/>
                  </a:lnTo>
                  <a:lnTo>
                    <a:pt x="13246" y="6526"/>
                  </a:lnTo>
                  <a:lnTo>
                    <a:pt x="12975" y="5831"/>
                  </a:lnTo>
                  <a:lnTo>
                    <a:pt x="12473" y="4480"/>
                  </a:lnTo>
                  <a:lnTo>
                    <a:pt x="12164" y="3823"/>
                  </a:lnTo>
                  <a:lnTo>
                    <a:pt x="11855" y="3206"/>
                  </a:lnTo>
                  <a:lnTo>
                    <a:pt x="11469" y="2588"/>
                  </a:lnTo>
                  <a:lnTo>
                    <a:pt x="11238" y="2279"/>
                  </a:lnTo>
                  <a:lnTo>
                    <a:pt x="11006" y="2009"/>
                  </a:lnTo>
                  <a:lnTo>
                    <a:pt x="10543" y="1584"/>
                  </a:lnTo>
                  <a:lnTo>
                    <a:pt x="10079" y="1198"/>
                  </a:lnTo>
                  <a:lnTo>
                    <a:pt x="9577" y="850"/>
                  </a:lnTo>
                  <a:lnTo>
                    <a:pt x="9037" y="580"/>
                  </a:lnTo>
                  <a:lnTo>
                    <a:pt x="8496" y="348"/>
                  </a:lnTo>
                  <a:lnTo>
                    <a:pt x="7917" y="194"/>
                  </a:lnTo>
                  <a:lnTo>
                    <a:pt x="7338" y="78"/>
                  </a:lnTo>
                  <a:lnTo>
                    <a:pt x="67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21"/>
            <p:cNvSpPr/>
            <p:nvPr/>
          </p:nvSpPr>
          <p:spPr>
            <a:xfrm>
              <a:off x="3907500" y="442282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0" y="464"/>
                  </a:moveTo>
                  <a:lnTo>
                    <a:pt x="11623" y="502"/>
                  </a:lnTo>
                  <a:lnTo>
                    <a:pt x="12048" y="541"/>
                  </a:lnTo>
                  <a:lnTo>
                    <a:pt x="12434" y="657"/>
                  </a:lnTo>
                  <a:lnTo>
                    <a:pt x="12627" y="734"/>
                  </a:lnTo>
                  <a:lnTo>
                    <a:pt x="12743" y="811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6" y="1699"/>
                  </a:lnTo>
                  <a:lnTo>
                    <a:pt x="12820" y="1892"/>
                  </a:lnTo>
                  <a:lnTo>
                    <a:pt x="12704" y="2086"/>
                  </a:lnTo>
                  <a:lnTo>
                    <a:pt x="12589" y="2240"/>
                  </a:lnTo>
                  <a:lnTo>
                    <a:pt x="12241" y="2472"/>
                  </a:lnTo>
                  <a:lnTo>
                    <a:pt x="11816" y="2742"/>
                  </a:lnTo>
                  <a:lnTo>
                    <a:pt x="11391" y="2935"/>
                  </a:lnTo>
                  <a:lnTo>
                    <a:pt x="10658" y="3205"/>
                  </a:lnTo>
                  <a:lnTo>
                    <a:pt x="9924" y="3437"/>
                  </a:lnTo>
                  <a:lnTo>
                    <a:pt x="9152" y="3707"/>
                  </a:lnTo>
                  <a:lnTo>
                    <a:pt x="8380" y="3900"/>
                  </a:lnTo>
                  <a:lnTo>
                    <a:pt x="7607" y="4094"/>
                  </a:lnTo>
                  <a:lnTo>
                    <a:pt x="6796" y="4287"/>
                  </a:lnTo>
                  <a:lnTo>
                    <a:pt x="5908" y="4441"/>
                  </a:lnTo>
                  <a:lnTo>
                    <a:pt x="5020" y="4596"/>
                  </a:lnTo>
                  <a:lnTo>
                    <a:pt x="4132" y="4711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0"/>
                  </a:lnTo>
                  <a:lnTo>
                    <a:pt x="1506" y="4673"/>
                  </a:lnTo>
                  <a:lnTo>
                    <a:pt x="1197" y="4557"/>
                  </a:lnTo>
                  <a:lnTo>
                    <a:pt x="888" y="4441"/>
                  </a:lnTo>
                  <a:lnTo>
                    <a:pt x="579" y="4248"/>
                  </a:lnTo>
                  <a:lnTo>
                    <a:pt x="657" y="4171"/>
                  </a:lnTo>
                  <a:lnTo>
                    <a:pt x="695" y="4055"/>
                  </a:lnTo>
                  <a:lnTo>
                    <a:pt x="695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1" y="3437"/>
                  </a:lnTo>
                  <a:lnTo>
                    <a:pt x="1313" y="3244"/>
                  </a:lnTo>
                  <a:lnTo>
                    <a:pt x="1854" y="2935"/>
                  </a:lnTo>
                  <a:lnTo>
                    <a:pt x="2278" y="2703"/>
                  </a:lnTo>
                  <a:lnTo>
                    <a:pt x="3012" y="2356"/>
                  </a:lnTo>
                  <a:lnTo>
                    <a:pt x="3707" y="2008"/>
                  </a:lnTo>
                  <a:lnTo>
                    <a:pt x="4479" y="1699"/>
                  </a:lnTo>
                  <a:lnTo>
                    <a:pt x="5252" y="1429"/>
                  </a:lnTo>
                  <a:lnTo>
                    <a:pt x="6024" y="1197"/>
                  </a:lnTo>
                  <a:lnTo>
                    <a:pt x="6835" y="1004"/>
                  </a:lnTo>
                  <a:lnTo>
                    <a:pt x="7607" y="811"/>
                  </a:lnTo>
                  <a:lnTo>
                    <a:pt x="8418" y="695"/>
                  </a:lnTo>
                  <a:lnTo>
                    <a:pt x="9229" y="580"/>
                  </a:lnTo>
                  <a:lnTo>
                    <a:pt x="10040" y="541"/>
                  </a:lnTo>
                  <a:lnTo>
                    <a:pt x="10735" y="502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1" y="1313"/>
                  </a:lnTo>
                  <a:lnTo>
                    <a:pt x="13708" y="1506"/>
                  </a:lnTo>
                  <a:lnTo>
                    <a:pt x="13747" y="1738"/>
                  </a:lnTo>
                  <a:lnTo>
                    <a:pt x="13708" y="2008"/>
                  </a:lnTo>
                  <a:lnTo>
                    <a:pt x="13631" y="2240"/>
                  </a:lnTo>
                  <a:lnTo>
                    <a:pt x="13515" y="2472"/>
                  </a:lnTo>
                  <a:lnTo>
                    <a:pt x="13399" y="2703"/>
                  </a:lnTo>
                  <a:lnTo>
                    <a:pt x="13206" y="2896"/>
                  </a:lnTo>
                  <a:lnTo>
                    <a:pt x="12859" y="3205"/>
                  </a:lnTo>
                  <a:lnTo>
                    <a:pt x="12473" y="3437"/>
                  </a:lnTo>
                  <a:lnTo>
                    <a:pt x="12048" y="3669"/>
                  </a:lnTo>
                  <a:lnTo>
                    <a:pt x="11623" y="3900"/>
                  </a:lnTo>
                  <a:lnTo>
                    <a:pt x="10658" y="4287"/>
                  </a:lnTo>
                  <a:lnTo>
                    <a:pt x="9731" y="4634"/>
                  </a:lnTo>
                  <a:lnTo>
                    <a:pt x="8766" y="4904"/>
                  </a:lnTo>
                  <a:lnTo>
                    <a:pt x="7762" y="5175"/>
                  </a:lnTo>
                  <a:lnTo>
                    <a:pt x="6758" y="5406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8"/>
                  </a:lnTo>
                  <a:lnTo>
                    <a:pt x="2780" y="5986"/>
                  </a:lnTo>
                  <a:lnTo>
                    <a:pt x="2278" y="5986"/>
                  </a:lnTo>
                  <a:lnTo>
                    <a:pt x="1815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5" y="5484"/>
                  </a:lnTo>
                  <a:lnTo>
                    <a:pt x="502" y="5252"/>
                  </a:lnTo>
                  <a:lnTo>
                    <a:pt x="348" y="5020"/>
                  </a:lnTo>
                  <a:lnTo>
                    <a:pt x="309" y="4866"/>
                  </a:lnTo>
                  <a:lnTo>
                    <a:pt x="309" y="4750"/>
                  </a:lnTo>
                  <a:lnTo>
                    <a:pt x="309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3"/>
                  </a:lnTo>
                  <a:lnTo>
                    <a:pt x="1931" y="5252"/>
                  </a:lnTo>
                  <a:lnTo>
                    <a:pt x="2587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6" y="5059"/>
                  </a:lnTo>
                  <a:lnTo>
                    <a:pt x="6912" y="4789"/>
                  </a:lnTo>
                  <a:lnTo>
                    <a:pt x="7839" y="4596"/>
                  </a:lnTo>
                  <a:lnTo>
                    <a:pt x="8727" y="4402"/>
                  </a:lnTo>
                  <a:lnTo>
                    <a:pt x="9615" y="4132"/>
                  </a:lnTo>
                  <a:lnTo>
                    <a:pt x="10503" y="3862"/>
                  </a:lnTo>
                  <a:lnTo>
                    <a:pt x="11353" y="3514"/>
                  </a:lnTo>
                  <a:lnTo>
                    <a:pt x="12164" y="3128"/>
                  </a:lnTo>
                  <a:lnTo>
                    <a:pt x="12434" y="2974"/>
                  </a:lnTo>
                  <a:lnTo>
                    <a:pt x="12704" y="2819"/>
                  </a:lnTo>
                  <a:lnTo>
                    <a:pt x="12936" y="2588"/>
                  </a:lnTo>
                  <a:lnTo>
                    <a:pt x="13129" y="2394"/>
                  </a:lnTo>
                  <a:lnTo>
                    <a:pt x="13322" y="2124"/>
                  </a:lnTo>
                  <a:lnTo>
                    <a:pt x="13438" y="1854"/>
                  </a:lnTo>
                  <a:lnTo>
                    <a:pt x="13515" y="1584"/>
                  </a:lnTo>
                  <a:lnTo>
                    <a:pt x="13515" y="1236"/>
                  </a:lnTo>
                  <a:lnTo>
                    <a:pt x="13477" y="1120"/>
                  </a:lnTo>
                  <a:close/>
                  <a:moveTo>
                    <a:pt x="10658" y="0"/>
                  </a:moveTo>
                  <a:lnTo>
                    <a:pt x="9886" y="39"/>
                  </a:lnTo>
                  <a:lnTo>
                    <a:pt x="9113" y="116"/>
                  </a:lnTo>
                  <a:lnTo>
                    <a:pt x="8302" y="232"/>
                  </a:lnTo>
                  <a:lnTo>
                    <a:pt x="7530" y="348"/>
                  </a:lnTo>
                  <a:lnTo>
                    <a:pt x="6719" y="541"/>
                  </a:lnTo>
                  <a:lnTo>
                    <a:pt x="5908" y="734"/>
                  </a:lnTo>
                  <a:lnTo>
                    <a:pt x="5020" y="1004"/>
                  </a:lnTo>
                  <a:lnTo>
                    <a:pt x="4132" y="1352"/>
                  </a:lnTo>
                  <a:lnTo>
                    <a:pt x="3244" y="1699"/>
                  </a:lnTo>
                  <a:lnTo>
                    <a:pt x="2394" y="2124"/>
                  </a:lnTo>
                  <a:lnTo>
                    <a:pt x="1776" y="2433"/>
                  </a:lnTo>
                  <a:lnTo>
                    <a:pt x="1390" y="2626"/>
                  </a:lnTo>
                  <a:lnTo>
                    <a:pt x="1043" y="2858"/>
                  </a:lnTo>
                  <a:lnTo>
                    <a:pt x="695" y="3090"/>
                  </a:lnTo>
                  <a:lnTo>
                    <a:pt x="463" y="3398"/>
                  </a:lnTo>
                  <a:lnTo>
                    <a:pt x="348" y="3553"/>
                  </a:lnTo>
                  <a:lnTo>
                    <a:pt x="270" y="3707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3" y="4132"/>
                  </a:lnTo>
                  <a:lnTo>
                    <a:pt x="193" y="4171"/>
                  </a:lnTo>
                  <a:lnTo>
                    <a:pt x="116" y="4325"/>
                  </a:lnTo>
                  <a:lnTo>
                    <a:pt x="39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5136"/>
                  </a:lnTo>
                  <a:lnTo>
                    <a:pt x="193" y="5445"/>
                  </a:lnTo>
                  <a:lnTo>
                    <a:pt x="348" y="5638"/>
                  </a:lnTo>
                  <a:lnTo>
                    <a:pt x="502" y="5831"/>
                  </a:lnTo>
                  <a:lnTo>
                    <a:pt x="695" y="5947"/>
                  </a:lnTo>
                  <a:lnTo>
                    <a:pt x="927" y="6063"/>
                  </a:lnTo>
                  <a:lnTo>
                    <a:pt x="965" y="6256"/>
                  </a:lnTo>
                  <a:lnTo>
                    <a:pt x="1274" y="6179"/>
                  </a:lnTo>
                  <a:lnTo>
                    <a:pt x="1313" y="6217"/>
                  </a:lnTo>
                  <a:lnTo>
                    <a:pt x="1313" y="6256"/>
                  </a:lnTo>
                  <a:lnTo>
                    <a:pt x="1352" y="6295"/>
                  </a:lnTo>
                  <a:lnTo>
                    <a:pt x="1467" y="6256"/>
                  </a:lnTo>
                  <a:lnTo>
                    <a:pt x="1815" y="6295"/>
                  </a:lnTo>
                  <a:lnTo>
                    <a:pt x="2394" y="6333"/>
                  </a:lnTo>
                  <a:lnTo>
                    <a:pt x="3012" y="6372"/>
                  </a:lnTo>
                  <a:lnTo>
                    <a:pt x="3591" y="6333"/>
                  </a:lnTo>
                  <a:lnTo>
                    <a:pt x="4171" y="6295"/>
                  </a:lnTo>
                  <a:lnTo>
                    <a:pt x="5368" y="6101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3" y="5522"/>
                  </a:lnTo>
                  <a:lnTo>
                    <a:pt x="9036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5" y="4132"/>
                  </a:lnTo>
                  <a:lnTo>
                    <a:pt x="12125" y="4248"/>
                  </a:lnTo>
                  <a:lnTo>
                    <a:pt x="12395" y="4287"/>
                  </a:lnTo>
                  <a:lnTo>
                    <a:pt x="12782" y="4711"/>
                  </a:lnTo>
                  <a:lnTo>
                    <a:pt x="13013" y="4518"/>
                  </a:lnTo>
                  <a:lnTo>
                    <a:pt x="12434" y="3939"/>
                  </a:lnTo>
                  <a:lnTo>
                    <a:pt x="12897" y="3669"/>
                  </a:lnTo>
                  <a:lnTo>
                    <a:pt x="13361" y="3321"/>
                  </a:lnTo>
                  <a:lnTo>
                    <a:pt x="13631" y="3051"/>
                  </a:lnTo>
                  <a:lnTo>
                    <a:pt x="13824" y="2703"/>
                  </a:lnTo>
                  <a:lnTo>
                    <a:pt x="14133" y="2626"/>
                  </a:lnTo>
                  <a:lnTo>
                    <a:pt x="14017" y="2317"/>
                  </a:lnTo>
                  <a:lnTo>
                    <a:pt x="14095" y="2008"/>
                  </a:lnTo>
                  <a:lnTo>
                    <a:pt x="14133" y="1738"/>
                  </a:lnTo>
                  <a:lnTo>
                    <a:pt x="14095" y="1468"/>
                  </a:lnTo>
                  <a:lnTo>
                    <a:pt x="14017" y="1236"/>
                  </a:lnTo>
                  <a:lnTo>
                    <a:pt x="13901" y="1004"/>
                  </a:lnTo>
                  <a:lnTo>
                    <a:pt x="13747" y="811"/>
                  </a:lnTo>
                  <a:lnTo>
                    <a:pt x="13477" y="618"/>
                  </a:lnTo>
                  <a:lnTo>
                    <a:pt x="13168" y="502"/>
                  </a:lnTo>
                  <a:lnTo>
                    <a:pt x="13091" y="502"/>
                  </a:lnTo>
                  <a:lnTo>
                    <a:pt x="12897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2" y="116"/>
                  </a:lnTo>
                  <a:lnTo>
                    <a:pt x="11816" y="3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21"/>
            <p:cNvSpPr/>
            <p:nvPr/>
          </p:nvSpPr>
          <p:spPr>
            <a:xfrm>
              <a:off x="299900" y="4449850"/>
              <a:ext cx="375550" cy="386175"/>
            </a:xfrm>
            <a:custGeom>
              <a:avLst/>
              <a:gdLst/>
              <a:ahLst/>
              <a:cxnLst/>
              <a:rect l="l" t="t" r="r" b="b"/>
              <a:pathLst>
                <a:path w="15022" h="15447" extrusionOk="0">
                  <a:moveTo>
                    <a:pt x="8032" y="503"/>
                  </a:move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05"/>
                  </a:lnTo>
                  <a:lnTo>
                    <a:pt x="10697" y="1236"/>
                  </a:lnTo>
                  <a:lnTo>
                    <a:pt x="11160" y="1507"/>
                  </a:lnTo>
                  <a:lnTo>
                    <a:pt x="11623" y="1815"/>
                  </a:lnTo>
                  <a:lnTo>
                    <a:pt x="10813" y="2163"/>
                  </a:lnTo>
                  <a:lnTo>
                    <a:pt x="10079" y="2588"/>
                  </a:lnTo>
                  <a:lnTo>
                    <a:pt x="9307" y="3090"/>
                  </a:lnTo>
                  <a:lnTo>
                    <a:pt x="8611" y="3592"/>
                  </a:lnTo>
                  <a:lnTo>
                    <a:pt x="7955" y="4171"/>
                  </a:lnTo>
                  <a:lnTo>
                    <a:pt x="7299" y="4789"/>
                  </a:lnTo>
                  <a:lnTo>
                    <a:pt x="6719" y="5445"/>
                  </a:lnTo>
                  <a:lnTo>
                    <a:pt x="6140" y="6140"/>
                  </a:lnTo>
                  <a:lnTo>
                    <a:pt x="5638" y="6835"/>
                  </a:lnTo>
                  <a:lnTo>
                    <a:pt x="5213" y="7608"/>
                  </a:lnTo>
                  <a:lnTo>
                    <a:pt x="4789" y="8380"/>
                  </a:lnTo>
                  <a:lnTo>
                    <a:pt x="4480" y="9191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3" y="11739"/>
                  </a:lnTo>
                  <a:lnTo>
                    <a:pt x="3746" y="12628"/>
                  </a:lnTo>
                  <a:lnTo>
                    <a:pt x="3592" y="12666"/>
                  </a:lnTo>
                  <a:lnTo>
                    <a:pt x="3283" y="11817"/>
                  </a:lnTo>
                  <a:lnTo>
                    <a:pt x="3051" y="11006"/>
                  </a:lnTo>
                  <a:lnTo>
                    <a:pt x="2858" y="10195"/>
                  </a:lnTo>
                  <a:lnTo>
                    <a:pt x="2703" y="9345"/>
                  </a:lnTo>
                  <a:lnTo>
                    <a:pt x="2588" y="8496"/>
                  </a:lnTo>
                  <a:lnTo>
                    <a:pt x="2549" y="7646"/>
                  </a:lnTo>
                  <a:lnTo>
                    <a:pt x="2588" y="6797"/>
                  </a:lnTo>
                  <a:lnTo>
                    <a:pt x="2703" y="5909"/>
                  </a:lnTo>
                  <a:lnTo>
                    <a:pt x="2858" y="5214"/>
                  </a:lnTo>
                  <a:lnTo>
                    <a:pt x="3051" y="4480"/>
                  </a:lnTo>
                  <a:lnTo>
                    <a:pt x="3321" y="3823"/>
                  </a:lnTo>
                  <a:lnTo>
                    <a:pt x="3669" y="3167"/>
                  </a:lnTo>
                  <a:lnTo>
                    <a:pt x="4016" y="2549"/>
                  </a:lnTo>
                  <a:lnTo>
                    <a:pt x="4441" y="1970"/>
                  </a:lnTo>
                  <a:lnTo>
                    <a:pt x="4904" y="1391"/>
                  </a:lnTo>
                  <a:lnTo>
                    <a:pt x="5406" y="850"/>
                  </a:lnTo>
                  <a:lnTo>
                    <a:pt x="5908" y="696"/>
                  </a:lnTo>
                  <a:lnTo>
                    <a:pt x="6410" y="618"/>
                  </a:lnTo>
                  <a:lnTo>
                    <a:pt x="6951" y="541"/>
                  </a:lnTo>
                  <a:lnTo>
                    <a:pt x="7492" y="503"/>
                  </a:lnTo>
                  <a:close/>
                  <a:moveTo>
                    <a:pt x="11971" y="2086"/>
                  </a:moveTo>
                  <a:lnTo>
                    <a:pt x="12357" y="2433"/>
                  </a:lnTo>
                  <a:lnTo>
                    <a:pt x="12705" y="2781"/>
                  </a:lnTo>
                  <a:lnTo>
                    <a:pt x="13052" y="3206"/>
                  </a:lnTo>
                  <a:lnTo>
                    <a:pt x="13322" y="3630"/>
                  </a:lnTo>
                  <a:lnTo>
                    <a:pt x="13593" y="4094"/>
                  </a:lnTo>
                  <a:lnTo>
                    <a:pt x="13863" y="4557"/>
                  </a:lnTo>
                  <a:lnTo>
                    <a:pt x="14056" y="5059"/>
                  </a:lnTo>
                  <a:lnTo>
                    <a:pt x="14211" y="5600"/>
                  </a:lnTo>
                  <a:lnTo>
                    <a:pt x="14326" y="6102"/>
                  </a:lnTo>
                  <a:lnTo>
                    <a:pt x="14442" y="6604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1"/>
                  </a:lnTo>
                  <a:lnTo>
                    <a:pt x="11392" y="7144"/>
                  </a:lnTo>
                  <a:lnTo>
                    <a:pt x="10658" y="7376"/>
                  </a:lnTo>
                  <a:lnTo>
                    <a:pt x="9963" y="7685"/>
                  </a:lnTo>
                  <a:lnTo>
                    <a:pt x="9229" y="8032"/>
                  </a:lnTo>
                  <a:lnTo>
                    <a:pt x="8534" y="8419"/>
                  </a:lnTo>
                  <a:lnTo>
                    <a:pt x="7878" y="8843"/>
                  </a:lnTo>
                  <a:lnTo>
                    <a:pt x="7260" y="9268"/>
                  </a:lnTo>
                  <a:lnTo>
                    <a:pt x="6642" y="9770"/>
                  </a:lnTo>
                  <a:lnTo>
                    <a:pt x="6102" y="10311"/>
                  </a:lnTo>
                  <a:lnTo>
                    <a:pt x="5561" y="10890"/>
                  </a:lnTo>
                  <a:lnTo>
                    <a:pt x="5098" y="11469"/>
                  </a:lnTo>
                  <a:lnTo>
                    <a:pt x="4634" y="12126"/>
                  </a:lnTo>
                  <a:lnTo>
                    <a:pt x="4248" y="12782"/>
                  </a:lnTo>
                  <a:lnTo>
                    <a:pt x="4132" y="12705"/>
                  </a:lnTo>
                  <a:lnTo>
                    <a:pt x="3978" y="12666"/>
                  </a:lnTo>
                  <a:lnTo>
                    <a:pt x="4094" y="11778"/>
                  </a:lnTo>
                  <a:lnTo>
                    <a:pt x="4325" y="10929"/>
                  </a:lnTo>
                  <a:lnTo>
                    <a:pt x="4557" y="10079"/>
                  </a:lnTo>
                  <a:lnTo>
                    <a:pt x="4866" y="9268"/>
                  </a:lnTo>
                  <a:lnTo>
                    <a:pt x="5213" y="8496"/>
                  </a:lnTo>
                  <a:lnTo>
                    <a:pt x="5600" y="7724"/>
                  </a:lnTo>
                  <a:lnTo>
                    <a:pt x="6024" y="6990"/>
                  </a:lnTo>
                  <a:lnTo>
                    <a:pt x="6526" y="6256"/>
                  </a:lnTo>
                  <a:lnTo>
                    <a:pt x="7067" y="5600"/>
                  </a:lnTo>
                  <a:lnTo>
                    <a:pt x="7607" y="4943"/>
                  </a:lnTo>
                  <a:lnTo>
                    <a:pt x="8225" y="4364"/>
                  </a:lnTo>
                  <a:lnTo>
                    <a:pt x="8920" y="3823"/>
                  </a:lnTo>
                  <a:lnTo>
                    <a:pt x="9615" y="3321"/>
                  </a:lnTo>
                  <a:lnTo>
                    <a:pt x="10349" y="2858"/>
                  </a:lnTo>
                  <a:lnTo>
                    <a:pt x="11121" y="2433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39"/>
                  </a:lnTo>
                  <a:lnTo>
                    <a:pt x="14442" y="8689"/>
                  </a:lnTo>
                  <a:lnTo>
                    <a:pt x="14288" y="9538"/>
                  </a:lnTo>
                  <a:lnTo>
                    <a:pt x="14172" y="9925"/>
                  </a:lnTo>
                  <a:lnTo>
                    <a:pt x="14056" y="10349"/>
                  </a:lnTo>
                  <a:lnTo>
                    <a:pt x="13902" y="10735"/>
                  </a:lnTo>
                  <a:lnTo>
                    <a:pt x="13709" y="11122"/>
                  </a:lnTo>
                  <a:lnTo>
                    <a:pt x="13516" y="11508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50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1" y="13014"/>
                  </a:lnTo>
                  <a:lnTo>
                    <a:pt x="11701" y="12898"/>
                  </a:lnTo>
                  <a:lnTo>
                    <a:pt x="11121" y="12743"/>
                  </a:lnTo>
                  <a:lnTo>
                    <a:pt x="10542" y="12628"/>
                  </a:lnTo>
                  <a:lnTo>
                    <a:pt x="10002" y="12550"/>
                  </a:lnTo>
                  <a:lnTo>
                    <a:pt x="9422" y="12473"/>
                  </a:lnTo>
                  <a:lnTo>
                    <a:pt x="8843" y="12435"/>
                  </a:lnTo>
                  <a:lnTo>
                    <a:pt x="8303" y="12435"/>
                  </a:lnTo>
                  <a:lnTo>
                    <a:pt x="7762" y="12473"/>
                  </a:lnTo>
                  <a:lnTo>
                    <a:pt x="7221" y="12550"/>
                  </a:lnTo>
                  <a:lnTo>
                    <a:pt x="6719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23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01"/>
                  </a:lnTo>
                  <a:lnTo>
                    <a:pt x="5870" y="11160"/>
                  </a:lnTo>
                  <a:lnTo>
                    <a:pt x="6410" y="10620"/>
                  </a:lnTo>
                  <a:lnTo>
                    <a:pt x="6990" y="10118"/>
                  </a:lnTo>
                  <a:lnTo>
                    <a:pt x="7569" y="9616"/>
                  </a:lnTo>
                  <a:lnTo>
                    <a:pt x="8148" y="9191"/>
                  </a:lnTo>
                  <a:lnTo>
                    <a:pt x="8766" y="8805"/>
                  </a:lnTo>
                  <a:lnTo>
                    <a:pt x="9422" y="8419"/>
                  </a:lnTo>
                  <a:lnTo>
                    <a:pt x="10079" y="8110"/>
                  </a:lnTo>
                  <a:lnTo>
                    <a:pt x="10735" y="7801"/>
                  </a:lnTo>
                  <a:lnTo>
                    <a:pt x="11469" y="7569"/>
                  </a:lnTo>
                  <a:lnTo>
                    <a:pt x="12164" y="7337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6"/>
                  </a:moveTo>
                  <a:lnTo>
                    <a:pt x="4055" y="1815"/>
                  </a:lnTo>
                  <a:lnTo>
                    <a:pt x="3630" y="2433"/>
                  </a:lnTo>
                  <a:lnTo>
                    <a:pt x="3244" y="3090"/>
                  </a:lnTo>
                  <a:lnTo>
                    <a:pt x="2935" y="3785"/>
                  </a:lnTo>
                  <a:lnTo>
                    <a:pt x="2665" y="4519"/>
                  </a:lnTo>
                  <a:lnTo>
                    <a:pt x="2472" y="5252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4"/>
                  </a:lnTo>
                  <a:lnTo>
                    <a:pt x="2394" y="9847"/>
                  </a:lnTo>
                  <a:lnTo>
                    <a:pt x="2549" y="10620"/>
                  </a:lnTo>
                  <a:lnTo>
                    <a:pt x="2781" y="11353"/>
                  </a:lnTo>
                  <a:lnTo>
                    <a:pt x="3012" y="12048"/>
                  </a:lnTo>
                  <a:lnTo>
                    <a:pt x="3321" y="12743"/>
                  </a:lnTo>
                  <a:lnTo>
                    <a:pt x="3128" y="12859"/>
                  </a:lnTo>
                  <a:lnTo>
                    <a:pt x="2935" y="13014"/>
                  </a:lnTo>
                  <a:lnTo>
                    <a:pt x="2819" y="13207"/>
                  </a:lnTo>
                  <a:lnTo>
                    <a:pt x="2742" y="13439"/>
                  </a:lnTo>
                  <a:lnTo>
                    <a:pt x="2394" y="12975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6" y="11585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075"/>
                  </a:lnTo>
                  <a:lnTo>
                    <a:pt x="541" y="8534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1"/>
                  </a:lnTo>
                  <a:lnTo>
                    <a:pt x="773" y="5870"/>
                  </a:lnTo>
                  <a:lnTo>
                    <a:pt x="927" y="5291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1970"/>
                  </a:lnTo>
                  <a:lnTo>
                    <a:pt x="3939" y="1584"/>
                  </a:lnTo>
                  <a:lnTo>
                    <a:pt x="4518" y="1236"/>
                  </a:lnTo>
                  <a:close/>
                  <a:moveTo>
                    <a:pt x="3862" y="12975"/>
                  </a:moveTo>
                  <a:lnTo>
                    <a:pt x="4016" y="13014"/>
                  </a:lnTo>
                  <a:lnTo>
                    <a:pt x="4171" y="13130"/>
                  </a:lnTo>
                  <a:lnTo>
                    <a:pt x="4287" y="13284"/>
                  </a:lnTo>
                  <a:lnTo>
                    <a:pt x="4325" y="13439"/>
                  </a:lnTo>
                  <a:lnTo>
                    <a:pt x="4364" y="13593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5" y="13786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00"/>
                  </a:lnTo>
                  <a:lnTo>
                    <a:pt x="3051" y="13439"/>
                  </a:lnTo>
                  <a:lnTo>
                    <a:pt x="2974" y="13516"/>
                  </a:lnTo>
                  <a:lnTo>
                    <a:pt x="3051" y="13361"/>
                  </a:lnTo>
                  <a:lnTo>
                    <a:pt x="3167" y="13207"/>
                  </a:lnTo>
                  <a:lnTo>
                    <a:pt x="3321" y="13091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8187" y="12821"/>
                  </a:moveTo>
                  <a:lnTo>
                    <a:pt x="9152" y="12859"/>
                  </a:lnTo>
                  <a:lnTo>
                    <a:pt x="9615" y="12898"/>
                  </a:lnTo>
                  <a:lnTo>
                    <a:pt x="10117" y="12937"/>
                  </a:lnTo>
                  <a:lnTo>
                    <a:pt x="10504" y="13014"/>
                  </a:lnTo>
                  <a:lnTo>
                    <a:pt x="11006" y="13091"/>
                  </a:lnTo>
                  <a:lnTo>
                    <a:pt x="11508" y="13245"/>
                  </a:lnTo>
                  <a:lnTo>
                    <a:pt x="11701" y="13323"/>
                  </a:lnTo>
                  <a:lnTo>
                    <a:pt x="11894" y="13439"/>
                  </a:lnTo>
                  <a:lnTo>
                    <a:pt x="11508" y="13747"/>
                  </a:lnTo>
                  <a:lnTo>
                    <a:pt x="11083" y="14018"/>
                  </a:lnTo>
                  <a:lnTo>
                    <a:pt x="10658" y="14249"/>
                  </a:lnTo>
                  <a:lnTo>
                    <a:pt x="10233" y="14442"/>
                  </a:lnTo>
                  <a:lnTo>
                    <a:pt x="9770" y="14597"/>
                  </a:lnTo>
                  <a:lnTo>
                    <a:pt x="9307" y="14751"/>
                  </a:lnTo>
                  <a:lnTo>
                    <a:pt x="8843" y="14829"/>
                  </a:lnTo>
                  <a:lnTo>
                    <a:pt x="8341" y="14906"/>
                  </a:lnTo>
                  <a:lnTo>
                    <a:pt x="7878" y="14944"/>
                  </a:lnTo>
                  <a:lnTo>
                    <a:pt x="7376" y="14944"/>
                  </a:lnTo>
                  <a:lnTo>
                    <a:pt x="6912" y="14906"/>
                  </a:lnTo>
                  <a:lnTo>
                    <a:pt x="6410" y="14867"/>
                  </a:lnTo>
                  <a:lnTo>
                    <a:pt x="5947" y="14751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6" y="14288"/>
                  </a:lnTo>
                  <a:lnTo>
                    <a:pt x="4711" y="14018"/>
                  </a:lnTo>
                  <a:lnTo>
                    <a:pt x="4750" y="13709"/>
                  </a:lnTo>
                  <a:lnTo>
                    <a:pt x="4711" y="13593"/>
                  </a:lnTo>
                  <a:lnTo>
                    <a:pt x="5561" y="13284"/>
                  </a:lnTo>
                  <a:lnTo>
                    <a:pt x="6410" y="13091"/>
                  </a:lnTo>
                  <a:lnTo>
                    <a:pt x="7299" y="12937"/>
                  </a:lnTo>
                  <a:lnTo>
                    <a:pt x="8187" y="12821"/>
                  </a:lnTo>
                  <a:close/>
                  <a:moveTo>
                    <a:pt x="6990" y="1"/>
                  </a:moveTo>
                  <a:lnTo>
                    <a:pt x="6449" y="78"/>
                  </a:lnTo>
                  <a:lnTo>
                    <a:pt x="5870" y="194"/>
                  </a:lnTo>
                  <a:lnTo>
                    <a:pt x="5329" y="348"/>
                  </a:lnTo>
                  <a:lnTo>
                    <a:pt x="4789" y="580"/>
                  </a:lnTo>
                  <a:lnTo>
                    <a:pt x="4248" y="811"/>
                  </a:lnTo>
                  <a:lnTo>
                    <a:pt x="3785" y="1082"/>
                  </a:lnTo>
                  <a:lnTo>
                    <a:pt x="3283" y="1391"/>
                  </a:lnTo>
                  <a:lnTo>
                    <a:pt x="2819" y="1738"/>
                  </a:lnTo>
                  <a:lnTo>
                    <a:pt x="2394" y="2124"/>
                  </a:lnTo>
                  <a:lnTo>
                    <a:pt x="2008" y="2549"/>
                  </a:lnTo>
                  <a:lnTo>
                    <a:pt x="1622" y="3013"/>
                  </a:lnTo>
                  <a:lnTo>
                    <a:pt x="1275" y="3476"/>
                  </a:lnTo>
                  <a:lnTo>
                    <a:pt x="966" y="3978"/>
                  </a:lnTo>
                  <a:lnTo>
                    <a:pt x="695" y="4596"/>
                  </a:lnTo>
                  <a:lnTo>
                    <a:pt x="425" y="5214"/>
                  </a:lnTo>
                  <a:lnTo>
                    <a:pt x="232" y="5870"/>
                  </a:lnTo>
                  <a:lnTo>
                    <a:pt x="116" y="6526"/>
                  </a:lnTo>
                  <a:lnTo>
                    <a:pt x="39" y="7222"/>
                  </a:lnTo>
                  <a:lnTo>
                    <a:pt x="0" y="7878"/>
                  </a:lnTo>
                  <a:lnTo>
                    <a:pt x="39" y="8573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199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1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481"/>
                  </a:lnTo>
                  <a:lnTo>
                    <a:pt x="4132" y="14597"/>
                  </a:lnTo>
                  <a:lnTo>
                    <a:pt x="4557" y="14790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53"/>
                  </a:lnTo>
                  <a:lnTo>
                    <a:pt x="6333" y="15369"/>
                  </a:lnTo>
                  <a:lnTo>
                    <a:pt x="6797" y="15408"/>
                  </a:lnTo>
                  <a:lnTo>
                    <a:pt x="7299" y="15446"/>
                  </a:lnTo>
                  <a:lnTo>
                    <a:pt x="8225" y="15446"/>
                  </a:lnTo>
                  <a:lnTo>
                    <a:pt x="8689" y="15369"/>
                  </a:lnTo>
                  <a:lnTo>
                    <a:pt x="9152" y="15292"/>
                  </a:lnTo>
                  <a:lnTo>
                    <a:pt x="9615" y="15176"/>
                  </a:lnTo>
                  <a:lnTo>
                    <a:pt x="10079" y="15022"/>
                  </a:lnTo>
                  <a:lnTo>
                    <a:pt x="10542" y="14867"/>
                  </a:lnTo>
                  <a:lnTo>
                    <a:pt x="10967" y="14674"/>
                  </a:lnTo>
                  <a:lnTo>
                    <a:pt x="11392" y="14442"/>
                  </a:lnTo>
                  <a:lnTo>
                    <a:pt x="11855" y="14134"/>
                  </a:lnTo>
                  <a:lnTo>
                    <a:pt x="12318" y="13747"/>
                  </a:lnTo>
                  <a:lnTo>
                    <a:pt x="12743" y="13361"/>
                  </a:lnTo>
                  <a:lnTo>
                    <a:pt x="13129" y="12975"/>
                  </a:lnTo>
                  <a:lnTo>
                    <a:pt x="13477" y="12512"/>
                  </a:lnTo>
                  <a:lnTo>
                    <a:pt x="13786" y="12048"/>
                  </a:lnTo>
                  <a:lnTo>
                    <a:pt x="14056" y="11546"/>
                  </a:lnTo>
                  <a:lnTo>
                    <a:pt x="14288" y="11044"/>
                  </a:lnTo>
                  <a:lnTo>
                    <a:pt x="14520" y="10504"/>
                  </a:lnTo>
                  <a:lnTo>
                    <a:pt x="14674" y="9963"/>
                  </a:lnTo>
                  <a:lnTo>
                    <a:pt x="14828" y="9423"/>
                  </a:lnTo>
                  <a:lnTo>
                    <a:pt x="14906" y="8843"/>
                  </a:lnTo>
                  <a:lnTo>
                    <a:pt x="14983" y="8264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4" y="6565"/>
                  </a:lnTo>
                  <a:lnTo>
                    <a:pt x="14828" y="5986"/>
                  </a:lnTo>
                  <a:lnTo>
                    <a:pt x="14674" y="5368"/>
                  </a:lnTo>
                  <a:lnTo>
                    <a:pt x="14481" y="4789"/>
                  </a:lnTo>
                  <a:lnTo>
                    <a:pt x="14249" y="4248"/>
                  </a:lnTo>
                  <a:lnTo>
                    <a:pt x="13979" y="3708"/>
                  </a:lnTo>
                  <a:lnTo>
                    <a:pt x="13670" y="3206"/>
                  </a:lnTo>
                  <a:lnTo>
                    <a:pt x="13322" y="2742"/>
                  </a:lnTo>
                  <a:lnTo>
                    <a:pt x="12936" y="2279"/>
                  </a:lnTo>
                  <a:lnTo>
                    <a:pt x="12512" y="1893"/>
                  </a:lnTo>
                  <a:lnTo>
                    <a:pt x="12048" y="1507"/>
                  </a:lnTo>
                  <a:lnTo>
                    <a:pt x="11585" y="1159"/>
                  </a:lnTo>
                  <a:lnTo>
                    <a:pt x="11083" y="850"/>
                  </a:lnTo>
                  <a:lnTo>
                    <a:pt x="10542" y="580"/>
                  </a:lnTo>
                  <a:lnTo>
                    <a:pt x="9963" y="387"/>
                  </a:lnTo>
                  <a:lnTo>
                    <a:pt x="9384" y="194"/>
                  </a:lnTo>
                  <a:lnTo>
                    <a:pt x="8766" y="78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21"/>
            <p:cNvSpPr/>
            <p:nvPr/>
          </p:nvSpPr>
          <p:spPr>
            <a:xfrm>
              <a:off x="2298225" y="4462400"/>
              <a:ext cx="461475" cy="306050"/>
            </a:xfrm>
            <a:custGeom>
              <a:avLst/>
              <a:gdLst/>
              <a:ahLst/>
              <a:cxnLst/>
              <a:rect l="l" t="t" r="r" b="b"/>
              <a:pathLst>
                <a:path w="18459" h="12242" extrusionOk="0">
                  <a:moveTo>
                    <a:pt x="17609" y="4943"/>
                  </a:moveTo>
                  <a:lnTo>
                    <a:pt x="17763" y="4982"/>
                  </a:lnTo>
                  <a:lnTo>
                    <a:pt x="17879" y="5020"/>
                  </a:lnTo>
                  <a:lnTo>
                    <a:pt x="17917" y="5098"/>
                  </a:lnTo>
                  <a:lnTo>
                    <a:pt x="17956" y="5175"/>
                  </a:lnTo>
                  <a:lnTo>
                    <a:pt x="17956" y="5407"/>
                  </a:lnTo>
                  <a:lnTo>
                    <a:pt x="17956" y="5638"/>
                  </a:lnTo>
                  <a:lnTo>
                    <a:pt x="17879" y="5793"/>
                  </a:lnTo>
                  <a:lnTo>
                    <a:pt x="17763" y="5986"/>
                  </a:lnTo>
                  <a:lnTo>
                    <a:pt x="17570" y="6140"/>
                  </a:lnTo>
                  <a:lnTo>
                    <a:pt x="17222" y="6372"/>
                  </a:lnTo>
                  <a:lnTo>
                    <a:pt x="16913" y="6526"/>
                  </a:lnTo>
                  <a:lnTo>
                    <a:pt x="16566" y="6642"/>
                  </a:lnTo>
                  <a:lnTo>
                    <a:pt x="16257" y="6681"/>
                  </a:lnTo>
                  <a:lnTo>
                    <a:pt x="15909" y="6720"/>
                  </a:lnTo>
                  <a:lnTo>
                    <a:pt x="16141" y="6140"/>
                  </a:lnTo>
                  <a:lnTo>
                    <a:pt x="16257" y="5870"/>
                  </a:lnTo>
                  <a:lnTo>
                    <a:pt x="16411" y="5600"/>
                  </a:lnTo>
                  <a:lnTo>
                    <a:pt x="16605" y="5368"/>
                  </a:lnTo>
                  <a:lnTo>
                    <a:pt x="16798" y="5175"/>
                  </a:lnTo>
                  <a:lnTo>
                    <a:pt x="17068" y="5059"/>
                  </a:lnTo>
                  <a:lnTo>
                    <a:pt x="17377" y="4943"/>
                  </a:lnTo>
                  <a:close/>
                  <a:moveTo>
                    <a:pt x="13747" y="6295"/>
                  </a:moveTo>
                  <a:lnTo>
                    <a:pt x="14056" y="6333"/>
                  </a:lnTo>
                  <a:lnTo>
                    <a:pt x="14365" y="6411"/>
                  </a:lnTo>
                  <a:lnTo>
                    <a:pt x="14597" y="6526"/>
                  </a:lnTo>
                  <a:lnTo>
                    <a:pt x="14828" y="6681"/>
                  </a:lnTo>
                  <a:lnTo>
                    <a:pt x="15060" y="6835"/>
                  </a:lnTo>
                  <a:lnTo>
                    <a:pt x="14983" y="6951"/>
                  </a:lnTo>
                  <a:lnTo>
                    <a:pt x="14519" y="7067"/>
                  </a:lnTo>
                  <a:lnTo>
                    <a:pt x="14056" y="7144"/>
                  </a:lnTo>
                  <a:lnTo>
                    <a:pt x="13515" y="7144"/>
                  </a:lnTo>
                  <a:lnTo>
                    <a:pt x="13206" y="7106"/>
                  </a:lnTo>
                  <a:lnTo>
                    <a:pt x="12936" y="6990"/>
                  </a:lnTo>
                  <a:lnTo>
                    <a:pt x="12820" y="6951"/>
                  </a:lnTo>
                  <a:lnTo>
                    <a:pt x="12782" y="6874"/>
                  </a:lnTo>
                  <a:lnTo>
                    <a:pt x="12782" y="6758"/>
                  </a:lnTo>
                  <a:lnTo>
                    <a:pt x="12859" y="6642"/>
                  </a:lnTo>
                  <a:lnTo>
                    <a:pt x="12936" y="6449"/>
                  </a:lnTo>
                  <a:lnTo>
                    <a:pt x="13052" y="6333"/>
                  </a:lnTo>
                  <a:lnTo>
                    <a:pt x="13206" y="6295"/>
                  </a:lnTo>
                  <a:close/>
                  <a:moveTo>
                    <a:pt x="15523" y="7222"/>
                  </a:moveTo>
                  <a:lnTo>
                    <a:pt x="16064" y="7608"/>
                  </a:lnTo>
                  <a:lnTo>
                    <a:pt x="16334" y="7839"/>
                  </a:lnTo>
                  <a:lnTo>
                    <a:pt x="16566" y="8071"/>
                  </a:lnTo>
                  <a:lnTo>
                    <a:pt x="16798" y="8303"/>
                  </a:lnTo>
                  <a:lnTo>
                    <a:pt x="16991" y="8573"/>
                  </a:lnTo>
                  <a:lnTo>
                    <a:pt x="17068" y="8882"/>
                  </a:lnTo>
                  <a:lnTo>
                    <a:pt x="17107" y="9036"/>
                  </a:lnTo>
                  <a:lnTo>
                    <a:pt x="17107" y="9229"/>
                  </a:lnTo>
                  <a:lnTo>
                    <a:pt x="17068" y="9423"/>
                  </a:lnTo>
                  <a:lnTo>
                    <a:pt x="16952" y="9538"/>
                  </a:lnTo>
                  <a:lnTo>
                    <a:pt x="16836" y="9616"/>
                  </a:lnTo>
                  <a:lnTo>
                    <a:pt x="16682" y="9654"/>
                  </a:lnTo>
                  <a:lnTo>
                    <a:pt x="16527" y="9654"/>
                  </a:lnTo>
                  <a:lnTo>
                    <a:pt x="16373" y="9577"/>
                  </a:lnTo>
                  <a:lnTo>
                    <a:pt x="16218" y="9461"/>
                  </a:lnTo>
                  <a:lnTo>
                    <a:pt x="16103" y="9307"/>
                  </a:lnTo>
                  <a:lnTo>
                    <a:pt x="15909" y="8959"/>
                  </a:lnTo>
                  <a:lnTo>
                    <a:pt x="15716" y="8573"/>
                  </a:lnTo>
                  <a:lnTo>
                    <a:pt x="15639" y="8226"/>
                  </a:lnTo>
                  <a:lnTo>
                    <a:pt x="15562" y="7917"/>
                  </a:lnTo>
                  <a:lnTo>
                    <a:pt x="15523" y="7569"/>
                  </a:lnTo>
                  <a:lnTo>
                    <a:pt x="15523" y="7222"/>
                  </a:lnTo>
                  <a:close/>
                  <a:moveTo>
                    <a:pt x="5020" y="464"/>
                  </a:moveTo>
                  <a:lnTo>
                    <a:pt x="5638" y="541"/>
                  </a:lnTo>
                  <a:lnTo>
                    <a:pt x="6217" y="696"/>
                  </a:lnTo>
                  <a:lnTo>
                    <a:pt x="6758" y="927"/>
                  </a:lnTo>
                  <a:lnTo>
                    <a:pt x="7260" y="1236"/>
                  </a:lnTo>
                  <a:lnTo>
                    <a:pt x="7723" y="1622"/>
                  </a:lnTo>
                  <a:lnTo>
                    <a:pt x="8186" y="2047"/>
                  </a:lnTo>
                  <a:lnTo>
                    <a:pt x="8534" y="2549"/>
                  </a:lnTo>
                  <a:lnTo>
                    <a:pt x="8804" y="3013"/>
                  </a:lnTo>
                  <a:lnTo>
                    <a:pt x="9036" y="3437"/>
                  </a:lnTo>
                  <a:lnTo>
                    <a:pt x="9229" y="3901"/>
                  </a:lnTo>
                  <a:lnTo>
                    <a:pt x="9384" y="4403"/>
                  </a:lnTo>
                  <a:lnTo>
                    <a:pt x="9654" y="5368"/>
                  </a:lnTo>
                  <a:lnTo>
                    <a:pt x="9924" y="6333"/>
                  </a:lnTo>
                  <a:lnTo>
                    <a:pt x="10040" y="6758"/>
                  </a:lnTo>
                  <a:lnTo>
                    <a:pt x="10194" y="7144"/>
                  </a:lnTo>
                  <a:lnTo>
                    <a:pt x="10388" y="7530"/>
                  </a:lnTo>
                  <a:lnTo>
                    <a:pt x="10619" y="7878"/>
                  </a:lnTo>
                  <a:lnTo>
                    <a:pt x="10890" y="8187"/>
                  </a:lnTo>
                  <a:lnTo>
                    <a:pt x="11198" y="8419"/>
                  </a:lnTo>
                  <a:lnTo>
                    <a:pt x="11585" y="8612"/>
                  </a:lnTo>
                  <a:lnTo>
                    <a:pt x="12009" y="8766"/>
                  </a:lnTo>
                  <a:lnTo>
                    <a:pt x="12357" y="8805"/>
                  </a:lnTo>
                  <a:lnTo>
                    <a:pt x="12704" y="8766"/>
                  </a:lnTo>
                  <a:lnTo>
                    <a:pt x="13013" y="8728"/>
                  </a:lnTo>
                  <a:lnTo>
                    <a:pt x="13322" y="8650"/>
                  </a:lnTo>
                  <a:lnTo>
                    <a:pt x="13631" y="8534"/>
                  </a:lnTo>
                  <a:lnTo>
                    <a:pt x="13901" y="8419"/>
                  </a:lnTo>
                  <a:lnTo>
                    <a:pt x="14172" y="8226"/>
                  </a:lnTo>
                  <a:lnTo>
                    <a:pt x="14442" y="8071"/>
                  </a:lnTo>
                  <a:lnTo>
                    <a:pt x="13940" y="8689"/>
                  </a:lnTo>
                  <a:lnTo>
                    <a:pt x="13361" y="9307"/>
                  </a:lnTo>
                  <a:lnTo>
                    <a:pt x="12743" y="9847"/>
                  </a:lnTo>
                  <a:lnTo>
                    <a:pt x="12087" y="10311"/>
                  </a:lnTo>
                  <a:lnTo>
                    <a:pt x="11392" y="10735"/>
                  </a:lnTo>
                  <a:lnTo>
                    <a:pt x="10658" y="11083"/>
                  </a:lnTo>
                  <a:lnTo>
                    <a:pt x="9847" y="11353"/>
                  </a:lnTo>
                  <a:lnTo>
                    <a:pt x="9036" y="11585"/>
                  </a:lnTo>
                  <a:lnTo>
                    <a:pt x="8418" y="11662"/>
                  </a:lnTo>
                  <a:lnTo>
                    <a:pt x="7839" y="11739"/>
                  </a:lnTo>
                  <a:lnTo>
                    <a:pt x="7260" y="11739"/>
                  </a:lnTo>
                  <a:lnTo>
                    <a:pt x="6680" y="11701"/>
                  </a:lnTo>
                  <a:lnTo>
                    <a:pt x="6101" y="11624"/>
                  </a:lnTo>
                  <a:lnTo>
                    <a:pt x="5561" y="11508"/>
                  </a:lnTo>
                  <a:lnTo>
                    <a:pt x="5020" y="11353"/>
                  </a:lnTo>
                  <a:lnTo>
                    <a:pt x="4518" y="11160"/>
                  </a:lnTo>
                  <a:lnTo>
                    <a:pt x="4016" y="10929"/>
                  </a:lnTo>
                  <a:lnTo>
                    <a:pt x="3514" y="10620"/>
                  </a:lnTo>
                  <a:lnTo>
                    <a:pt x="3089" y="10311"/>
                  </a:lnTo>
                  <a:lnTo>
                    <a:pt x="2626" y="9925"/>
                  </a:lnTo>
                  <a:lnTo>
                    <a:pt x="2240" y="9538"/>
                  </a:lnTo>
                  <a:lnTo>
                    <a:pt x="1854" y="9075"/>
                  </a:lnTo>
                  <a:lnTo>
                    <a:pt x="1545" y="8573"/>
                  </a:lnTo>
                  <a:lnTo>
                    <a:pt x="1236" y="8071"/>
                  </a:lnTo>
                  <a:lnTo>
                    <a:pt x="965" y="7492"/>
                  </a:lnTo>
                  <a:lnTo>
                    <a:pt x="734" y="6913"/>
                  </a:lnTo>
                  <a:lnTo>
                    <a:pt x="579" y="6295"/>
                  </a:lnTo>
                  <a:lnTo>
                    <a:pt x="464" y="5677"/>
                  </a:lnTo>
                  <a:lnTo>
                    <a:pt x="425" y="5059"/>
                  </a:lnTo>
                  <a:lnTo>
                    <a:pt x="425" y="4441"/>
                  </a:lnTo>
                  <a:lnTo>
                    <a:pt x="541" y="3823"/>
                  </a:lnTo>
                  <a:lnTo>
                    <a:pt x="695" y="3244"/>
                  </a:lnTo>
                  <a:lnTo>
                    <a:pt x="965" y="2704"/>
                  </a:lnTo>
                  <a:lnTo>
                    <a:pt x="1313" y="2163"/>
                  </a:lnTo>
                  <a:lnTo>
                    <a:pt x="1699" y="1738"/>
                  </a:lnTo>
                  <a:lnTo>
                    <a:pt x="2163" y="1313"/>
                  </a:lnTo>
                  <a:lnTo>
                    <a:pt x="2665" y="1005"/>
                  </a:lnTo>
                  <a:lnTo>
                    <a:pt x="3205" y="734"/>
                  </a:lnTo>
                  <a:lnTo>
                    <a:pt x="3784" y="580"/>
                  </a:lnTo>
                  <a:lnTo>
                    <a:pt x="4402" y="464"/>
                  </a:lnTo>
                  <a:close/>
                  <a:moveTo>
                    <a:pt x="4634" y="1"/>
                  </a:moveTo>
                  <a:lnTo>
                    <a:pt x="4248" y="39"/>
                  </a:lnTo>
                  <a:lnTo>
                    <a:pt x="3900" y="78"/>
                  </a:lnTo>
                  <a:lnTo>
                    <a:pt x="3514" y="155"/>
                  </a:lnTo>
                  <a:lnTo>
                    <a:pt x="3128" y="271"/>
                  </a:lnTo>
                  <a:lnTo>
                    <a:pt x="2780" y="425"/>
                  </a:lnTo>
                  <a:lnTo>
                    <a:pt x="2433" y="618"/>
                  </a:lnTo>
                  <a:lnTo>
                    <a:pt x="2085" y="850"/>
                  </a:lnTo>
                  <a:lnTo>
                    <a:pt x="1622" y="1198"/>
                  </a:lnTo>
                  <a:lnTo>
                    <a:pt x="1236" y="1584"/>
                  </a:lnTo>
                  <a:lnTo>
                    <a:pt x="888" y="2009"/>
                  </a:lnTo>
                  <a:lnTo>
                    <a:pt x="618" y="2433"/>
                  </a:lnTo>
                  <a:lnTo>
                    <a:pt x="386" y="2897"/>
                  </a:lnTo>
                  <a:lnTo>
                    <a:pt x="232" y="3399"/>
                  </a:lnTo>
                  <a:lnTo>
                    <a:pt x="77" y="3901"/>
                  </a:lnTo>
                  <a:lnTo>
                    <a:pt x="0" y="4403"/>
                  </a:lnTo>
                  <a:lnTo>
                    <a:pt x="0" y="4905"/>
                  </a:lnTo>
                  <a:lnTo>
                    <a:pt x="0" y="5445"/>
                  </a:lnTo>
                  <a:lnTo>
                    <a:pt x="77" y="5986"/>
                  </a:lnTo>
                  <a:lnTo>
                    <a:pt x="155" y="6488"/>
                  </a:lnTo>
                  <a:lnTo>
                    <a:pt x="309" y="7028"/>
                  </a:lnTo>
                  <a:lnTo>
                    <a:pt x="464" y="7530"/>
                  </a:lnTo>
                  <a:lnTo>
                    <a:pt x="695" y="8032"/>
                  </a:lnTo>
                  <a:lnTo>
                    <a:pt x="927" y="8496"/>
                  </a:lnTo>
                  <a:lnTo>
                    <a:pt x="1274" y="9075"/>
                  </a:lnTo>
                  <a:lnTo>
                    <a:pt x="1661" y="9616"/>
                  </a:lnTo>
                  <a:lnTo>
                    <a:pt x="2124" y="10079"/>
                  </a:lnTo>
                  <a:lnTo>
                    <a:pt x="2587" y="10542"/>
                  </a:lnTo>
                  <a:lnTo>
                    <a:pt x="3089" y="10929"/>
                  </a:lnTo>
                  <a:lnTo>
                    <a:pt x="3591" y="11276"/>
                  </a:lnTo>
                  <a:lnTo>
                    <a:pt x="4171" y="11546"/>
                  </a:lnTo>
                  <a:lnTo>
                    <a:pt x="4750" y="11778"/>
                  </a:lnTo>
                  <a:lnTo>
                    <a:pt x="4750" y="11933"/>
                  </a:lnTo>
                  <a:lnTo>
                    <a:pt x="5097" y="11894"/>
                  </a:lnTo>
                  <a:lnTo>
                    <a:pt x="5908" y="12087"/>
                  </a:lnTo>
                  <a:lnTo>
                    <a:pt x="6719" y="12203"/>
                  </a:lnTo>
                  <a:lnTo>
                    <a:pt x="7569" y="12241"/>
                  </a:lnTo>
                  <a:lnTo>
                    <a:pt x="8418" y="12164"/>
                  </a:lnTo>
                  <a:lnTo>
                    <a:pt x="9190" y="12048"/>
                  </a:lnTo>
                  <a:lnTo>
                    <a:pt x="9963" y="11855"/>
                  </a:lnTo>
                  <a:lnTo>
                    <a:pt x="10310" y="11739"/>
                  </a:lnTo>
                  <a:lnTo>
                    <a:pt x="10272" y="11739"/>
                  </a:lnTo>
                  <a:lnTo>
                    <a:pt x="11083" y="11431"/>
                  </a:lnTo>
                  <a:lnTo>
                    <a:pt x="11855" y="11044"/>
                  </a:lnTo>
                  <a:lnTo>
                    <a:pt x="12550" y="10581"/>
                  </a:lnTo>
                  <a:lnTo>
                    <a:pt x="13245" y="10079"/>
                  </a:lnTo>
                  <a:lnTo>
                    <a:pt x="13863" y="9500"/>
                  </a:lnTo>
                  <a:lnTo>
                    <a:pt x="14133" y="9191"/>
                  </a:lnTo>
                  <a:lnTo>
                    <a:pt x="14403" y="8882"/>
                  </a:lnTo>
                  <a:lnTo>
                    <a:pt x="14635" y="8534"/>
                  </a:lnTo>
                  <a:lnTo>
                    <a:pt x="14867" y="8187"/>
                  </a:lnTo>
                  <a:lnTo>
                    <a:pt x="15060" y="7801"/>
                  </a:lnTo>
                  <a:lnTo>
                    <a:pt x="15253" y="7415"/>
                  </a:lnTo>
                  <a:lnTo>
                    <a:pt x="15253" y="7917"/>
                  </a:lnTo>
                  <a:lnTo>
                    <a:pt x="15330" y="8419"/>
                  </a:lnTo>
                  <a:lnTo>
                    <a:pt x="15485" y="8882"/>
                  </a:lnTo>
                  <a:lnTo>
                    <a:pt x="15678" y="9345"/>
                  </a:lnTo>
                  <a:lnTo>
                    <a:pt x="15794" y="9538"/>
                  </a:lnTo>
                  <a:lnTo>
                    <a:pt x="15948" y="9731"/>
                  </a:lnTo>
                  <a:lnTo>
                    <a:pt x="16103" y="9886"/>
                  </a:lnTo>
                  <a:lnTo>
                    <a:pt x="16257" y="10040"/>
                  </a:lnTo>
                  <a:lnTo>
                    <a:pt x="16489" y="10156"/>
                  </a:lnTo>
                  <a:lnTo>
                    <a:pt x="16682" y="10195"/>
                  </a:lnTo>
                  <a:lnTo>
                    <a:pt x="16913" y="10156"/>
                  </a:lnTo>
                  <a:lnTo>
                    <a:pt x="17107" y="10040"/>
                  </a:lnTo>
                  <a:lnTo>
                    <a:pt x="17300" y="9886"/>
                  </a:lnTo>
                  <a:lnTo>
                    <a:pt x="17377" y="9693"/>
                  </a:lnTo>
                  <a:lnTo>
                    <a:pt x="17454" y="9500"/>
                  </a:lnTo>
                  <a:lnTo>
                    <a:pt x="17493" y="9268"/>
                  </a:lnTo>
                  <a:lnTo>
                    <a:pt x="17493" y="9075"/>
                  </a:lnTo>
                  <a:lnTo>
                    <a:pt x="17454" y="8843"/>
                  </a:lnTo>
                  <a:lnTo>
                    <a:pt x="17415" y="8650"/>
                  </a:lnTo>
                  <a:lnTo>
                    <a:pt x="17338" y="8457"/>
                  </a:lnTo>
                  <a:lnTo>
                    <a:pt x="17222" y="8226"/>
                  </a:lnTo>
                  <a:lnTo>
                    <a:pt x="17068" y="8032"/>
                  </a:lnTo>
                  <a:lnTo>
                    <a:pt x="16720" y="7646"/>
                  </a:lnTo>
                  <a:lnTo>
                    <a:pt x="16334" y="7299"/>
                  </a:lnTo>
                  <a:lnTo>
                    <a:pt x="15909" y="6990"/>
                  </a:lnTo>
                  <a:lnTo>
                    <a:pt x="16373" y="6990"/>
                  </a:lnTo>
                  <a:lnTo>
                    <a:pt x="16875" y="6913"/>
                  </a:lnTo>
                  <a:lnTo>
                    <a:pt x="17338" y="6720"/>
                  </a:lnTo>
                  <a:lnTo>
                    <a:pt x="17763" y="6488"/>
                  </a:lnTo>
                  <a:lnTo>
                    <a:pt x="17917" y="6333"/>
                  </a:lnTo>
                  <a:lnTo>
                    <a:pt x="18110" y="6140"/>
                  </a:lnTo>
                  <a:lnTo>
                    <a:pt x="18265" y="5947"/>
                  </a:lnTo>
                  <a:lnTo>
                    <a:pt x="18381" y="5716"/>
                  </a:lnTo>
                  <a:lnTo>
                    <a:pt x="18458" y="5484"/>
                  </a:lnTo>
                  <a:lnTo>
                    <a:pt x="18458" y="5214"/>
                  </a:lnTo>
                  <a:lnTo>
                    <a:pt x="18381" y="4982"/>
                  </a:lnTo>
                  <a:lnTo>
                    <a:pt x="18304" y="4905"/>
                  </a:lnTo>
                  <a:lnTo>
                    <a:pt x="18226" y="4789"/>
                  </a:lnTo>
                  <a:lnTo>
                    <a:pt x="18033" y="4673"/>
                  </a:lnTo>
                  <a:lnTo>
                    <a:pt x="17802" y="4596"/>
                  </a:lnTo>
                  <a:lnTo>
                    <a:pt x="17609" y="4557"/>
                  </a:lnTo>
                  <a:lnTo>
                    <a:pt x="17377" y="4557"/>
                  </a:lnTo>
                  <a:lnTo>
                    <a:pt x="17145" y="4634"/>
                  </a:lnTo>
                  <a:lnTo>
                    <a:pt x="16913" y="4712"/>
                  </a:lnTo>
                  <a:lnTo>
                    <a:pt x="16720" y="4789"/>
                  </a:lnTo>
                  <a:lnTo>
                    <a:pt x="16566" y="4905"/>
                  </a:lnTo>
                  <a:lnTo>
                    <a:pt x="16373" y="5098"/>
                  </a:lnTo>
                  <a:lnTo>
                    <a:pt x="16180" y="5291"/>
                  </a:lnTo>
                  <a:lnTo>
                    <a:pt x="15871" y="5716"/>
                  </a:lnTo>
                  <a:lnTo>
                    <a:pt x="15639" y="6179"/>
                  </a:lnTo>
                  <a:lnTo>
                    <a:pt x="15485" y="6681"/>
                  </a:lnTo>
                  <a:lnTo>
                    <a:pt x="15407" y="6681"/>
                  </a:lnTo>
                  <a:lnTo>
                    <a:pt x="15330" y="6720"/>
                  </a:lnTo>
                  <a:lnTo>
                    <a:pt x="14983" y="6411"/>
                  </a:lnTo>
                  <a:lnTo>
                    <a:pt x="14597" y="6179"/>
                  </a:lnTo>
                  <a:lnTo>
                    <a:pt x="14172" y="6024"/>
                  </a:lnTo>
                  <a:lnTo>
                    <a:pt x="13708" y="5947"/>
                  </a:lnTo>
                  <a:lnTo>
                    <a:pt x="13322" y="5909"/>
                  </a:lnTo>
                  <a:lnTo>
                    <a:pt x="13091" y="5947"/>
                  </a:lnTo>
                  <a:lnTo>
                    <a:pt x="12897" y="5986"/>
                  </a:lnTo>
                  <a:lnTo>
                    <a:pt x="12704" y="6063"/>
                  </a:lnTo>
                  <a:lnTo>
                    <a:pt x="12511" y="6140"/>
                  </a:lnTo>
                  <a:lnTo>
                    <a:pt x="12357" y="6295"/>
                  </a:lnTo>
                  <a:lnTo>
                    <a:pt x="12280" y="6449"/>
                  </a:lnTo>
                  <a:lnTo>
                    <a:pt x="12202" y="6642"/>
                  </a:lnTo>
                  <a:lnTo>
                    <a:pt x="12241" y="6835"/>
                  </a:lnTo>
                  <a:lnTo>
                    <a:pt x="12318" y="6990"/>
                  </a:lnTo>
                  <a:lnTo>
                    <a:pt x="12434" y="7106"/>
                  </a:lnTo>
                  <a:lnTo>
                    <a:pt x="12589" y="7260"/>
                  </a:lnTo>
                  <a:lnTo>
                    <a:pt x="12782" y="7337"/>
                  </a:lnTo>
                  <a:lnTo>
                    <a:pt x="13129" y="7453"/>
                  </a:lnTo>
                  <a:lnTo>
                    <a:pt x="13477" y="7530"/>
                  </a:lnTo>
                  <a:lnTo>
                    <a:pt x="13824" y="7530"/>
                  </a:lnTo>
                  <a:lnTo>
                    <a:pt x="14172" y="7492"/>
                  </a:lnTo>
                  <a:lnTo>
                    <a:pt x="14519" y="7415"/>
                  </a:lnTo>
                  <a:lnTo>
                    <a:pt x="14133" y="7762"/>
                  </a:lnTo>
                  <a:lnTo>
                    <a:pt x="13708" y="8032"/>
                  </a:lnTo>
                  <a:lnTo>
                    <a:pt x="13477" y="8110"/>
                  </a:lnTo>
                  <a:lnTo>
                    <a:pt x="13245" y="8226"/>
                  </a:lnTo>
                  <a:lnTo>
                    <a:pt x="13013" y="8264"/>
                  </a:lnTo>
                  <a:lnTo>
                    <a:pt x="12743" y="8303"/>
                  </a:lnTo>
                  <a:lnTo>
                    <a:pt x="12357" y="8303"/>
                  </a:lnTo>
                  <a:lnTo>
                    <a:pt x="11971" y="8264"/>
                  </a:lnTo>
                  <a:lnTo>
                    <a:pt x="11662" y="8110"/>
                  </a:lnTo>
                  <a:lnTo>
                    <a:pt x="11353" y="7955"/>
                  </a:lnTo>
                  <a:lnTo>
                    <a:pt x="11083" y="7685"/>
                  </a:lnTo>
                  <a:lnTo>
                    <a:pt x="10890" y="7415"/>
                  </a:lnTo>
                  <a:lnTo>
                    <a:pt x="10696" y="7106"/>
                  </a:lnTo>
                  <a:lnTo>
                    <a:pt x="10542" y="6720"/>
                  </a:lnTo>
                  <a:lnTo>
                    <a:pt x="10388" y="6218"/>
                  </a:lnTo>
                  <a:lnTo>
                    <a:pt x="10233" y="5716"/>
                  </a:lnTo>
                  <a:lnTo>
                    <a:pt x="9963" y="4673"/>
                  </a:lnTo>
                  <a:lnTo>
                    <a:pt x="9847" y="4171"/>
                  </a:lnTo>
                  <a:lnTo>
                    <a:pt x="9654" y="3669"/>
                  </a:lnTo>
                  <a:lnTo>
                    <a:pt x="9461" y="3167"/>
                  </a:lnTo>
                  <a:lnTo>
                    <a:pt x="9229" y="2704"/>
                  </a:lnTo>
                  <a:lnTo>
                    <a:pt x="8843" y="2163"/>
                  </a:lnTo>
                  <a:lnTo>
                    <a:pt x="8457" y="1700"/>
                  </a:lnTo>
                  <a:lnTo>
                    <a:pt x="7993" y="1275"/>
                  </a:lnTo>
                  <a:lnTo>
                    <a:pt x="7530" y="889"/>
                  </a:lnTo>
                  <a:lnTo>
                    <a:pt x="6989" y="580"/>
                  </a:lnTo>
                  <a:lnTo>
                    <a:pt x="6449" y="348"/>
                  </a:lnTo>
                  <a:lnTo>
                    <a:pt x="5870" y="155"/>
                  </a:lnTo>
                  <a:lnTo>
                    <a:pt x="5290" y="39"/>
                  </a:lnTo>
                  <a:lnTo>
                    <a:pt x="50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21"/>
            <p:cNvSpPr/>
            <p:nvPr/>
          </p:nvSpPr>
          <p:spPr>
            <a:xfrm>
              <a:off x="5932850" y="4466275"/>
              <a:ext cx="200800" cy="230725"/>
            </a:xfrm>
            <a:custGeom>
              <a:avLst/>
              <a:gdLst/>
              <a:ahLst/>
              <a:cxnLst/>
              <a:rect l="l" t="t" r="r" b="b"/>
              <a:pathLst>
                <a:path w="8032" h="9229" extrusionOk="0">
                  <a:moveTo>
                    <a:pt x="2047" y="0"/>
                  </a:moveTo>
                  <a:lnTo>
                    <a:pt x="1892" y="77"/>
                  </a:lnTo>
                  <a:lnTo>
                    <a:pt x="1738" y="154"/>
                  </a:lnTo>
                  <a:lnTo>
                    <a:pt x="1429" y="425"/>
                  </a:lnTo>
                  <a:lnTo>
                    <a:pt x="1197" y="734"/>
                  </a:lnTo>
                  <a:lnTo>
                    <a:pt x="965" y="1004"/>
                  </a:lnTo>
                  <a:lnTo>
                    <a:pt x="734" y="1352"/>
                  </a:lnTo>
                  <a:lnTo>
                    <a:pt x="502" y="1738"/>
                  </a:lnTo>
                  <a:lnTo>
                    <a:pt x="348" y="2124"/>
                  </a:lnTo>
                  <a:lnTo>
                    <a:pt x="193" y="2549"/>
                  </a:lnTo>
                  <a:lnTo>
                    <a:pt x="77" y="3012"/>
                  </a:lnTo>
                  <a:lnTo>
                    <a:pt x="39" y="3475"/>
                  </a:lnTo>
                  <a:lnTo>
                    <a:pt x="0" y="3939"/>
                  </a:lnTo>
                  <a:lnTo>
                    <a:pt x="77" y="4441"/>
                  </a:lnTo>
                  <a:lnTo>
                    <a:pt x="155" y="4904"/>
                  </a:lnTo>
                  <a:lnTo>
                    <a:pt x="270" y="5329"/>
                  </a:lnTo>
                  <a:lnTo>
                    <a:pt x="463" y="5792"/>
                  </a:lnTo>
                  <a:lnTo>
                    <a:pt x="695" y="6178"/>
                  </a:lnTo>
                  <a:lnTo>
                    <a:pt x="1043" y="6178"/>
                  </a:lnTo>
                  <a:lnTo>
                    <a:pt x="888" y="5831"/>
                  </a:lnTo>
                  <a:lnTo>
                    <a:pt x="734" y="5483"/>
                  </a:lnTo>
                  <a:lnTo>
                    <a:pt x="657" y="5136"/>
                  </a:lnTo>
                  <a:lnTo>
                    <a:pt x="541" y="4788"/>
                  </a:lnTo>
                  <a:lnTo>
                    <a:pt x="502" y="4402"/>
                  </a:lnTo>
                  <a:lnTo>
                    <a:pt x="463" y="4055"/>
                  </a:lnTo>
                  <a:lnTo>
                    <a:pt x="463" y="3668"/>
                  </a:lnTo>
                  <a:lnTo>
                    <a:pt x="463" y="3321"/>
                  </a:lnTo>
                  <a:lnTo>
                    <a:pt x="541" y="2973"/>
                  </a:lnTo>
                  <a:lnTo>
                    <a:pt x="618" y="2626"/>
                  </a:lnTo>
                  <a:lnTo>
                    <a:pt x="734" y="2278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7" y="1004"/>
                  </a:lnTo>
                  <a:lnTo>
                    <a:pt x="1776" y="734"/>
                  </a:lnTo>
                  <a:lnTo>
                    <a:pt x="1969" y="579"/>
                  </a:lnTo>
                  <a:lnTo>
                    <a:pt x="2085" y="502"/>
                  </a:lnTo>
                  <a:lnTo>
                    <a:pt x="2201" y="463"/>
                  </a:lnTo>
                  <a:lnTo>
                    <a:pt x="2317" y="579"/>
                  </a:lnTo>
                  <a:lnTo>
                    <a:pt x="2433" y="811"/>
                  </a:lnTo>
                  <a:lnTo>
                    <a:pt x="2587" y="1197"/>
                  </a:lnTo>
                  <a:lnTo>
                    <a:pt x="2742" y="1583"/>
                  </a:lnTo>
                  <a:lnTo>
                    <a:pt x="2858" y="1931"/>
                  </a:lnTo>
                  <a:lnTo>
                    <a:pt x="2973" y="2317"/>
                  </a:lnTo>
                  <a:lnTo>
                    <a:pt x="3051" y="2703"/>
                  </a:lnTo>
                  <a:lnTo>
                    <a:pt x="3089" y="3089"/>
                  </a:lnTo>
                  <a:lnTo>
                    <a:pt x="3089" y="3437"/>
                  </a:lnTo>
                  <a:lnTo>
                    <a:pt x="3051" y="3784"/>
                  </a:lnTo>
                  <a:lnTo>
                    <a:pt x="3012" y="4132"/>
                  </a:lnTo>
                  <a:lnTo>
                    <a:pt x="2896" y="4479"/>
                  </a:lnTo>
                  <a:lnTo>
                    <a:pt x="2780" y="4788"/>
                  </a:lnTo>
                  <a:lnTo>
                    <a:pt x="2587" y="5136"/>
                  </a:lnTo>
                  <a:lnTo>
                    <a:pt x="2394" y="5445"/>
                  </a:lnTo>
                  <a:lnTo>
                    <a:pt x="2356" y="5522"/>
                  </a:lnTo>
                  <a:lnTo>
                    <a:pt x="2394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4" y="5792"/>
                  </a:lnTo>
                  <a:lnTo>
                    <a:pt x="2471" y="5792"/>
                  </a:lnTo>
                  <a:lnTo>
                    <a:pt x="2626" y="5715"/>
                  </a:lnTo>
                  <a:lnTo>
                    <a:pt x="2819" y="5676"/>
                  </a:lnTo>
                  <a:lnTo>
                    <a:pt x="3205" y="5676"/>
                  </a:lnTo>
                  <a:lnTo>
                    <a:pt x="3630" y="5715"/>
                  </a:lnTo>
                  <a:lnTo>
                    <a:pt x="4055" y="5792"/>
                  </a:lnTo>
                  <a:lnTo>
                    <a:pt x="4441" y="5947"/>
                  </a:lnTo>
                  <a:lnTo>
                    <a:pt x="4866" y="6101"/>
                  </a:lnTo>
                  <a:lnTo>
                    <a:pt x="5213" y="6256"/>
                  </a:lnTo>
                  <a:lnTo>
                    <a:pt x="5522" y="6449"/>
                  </a:lnTo>
                  <a:lnTo>
                    <a:pt x="5831" y="6642"/>
                  </a:lnTo>
                  <a:lnTo>
                    <a:pt x="6140" y="6835"/>
                  </a:lnTo>
                  <a:lnTo>
                    <a:pt x="6410" y="7067"/>
                  </a:lnTo>
                  <a:lnTo>
                    <a:pt x="6680" y="7337"/>
                  </a:lnTo>
                  <a:lnTo>
                    <a:pt x="6912" y="7607"/>
                  </a:lnTo>
                  <a:lnTo>
                    <a:pt x="7144" y="7877"/>
                  </a:lnTo>
                  <a:lnTo>
                    <a:pt x="7337" y="8186"/>
                  </a:lnTo>
                  <a:lnTo>
                    <a:pt x="7530" y="8534"/>
                  </a:lnTo>
                  <a:lnTo>
                    <a:pt x="7105" y="8650"/>
                  </a:lnTo>
                  <a:lnTo>
                    <a:pt x="6680" y="8727"/>
                  </a:lnTo>
                  <a:lnTo>
                    <a:pt x="6294" y="8766"/>
                  </a:lnTo>
                  <a:lnTo>
                    <a:pt x="5870" y="8804"/>
                  </a:lnTo>
                  <a:lnTo>
                    <a:pt x="5483" y="8804"/>
                  </a:lnTo>
                  <a:lnTo>
                    <a:pt x="5059" y="8727"/>
                  </a:lnTo>
                  <a:lnTo>
                    <a:pt x="4672" y="8611"/>
                  </a:lnTo>
                  <a:lnTo>
                    <a:pt x="4248" y="8457"/>
                  </a:lnTo>
                  <a:lnTo>
                    <a:pt x="3900" y="8264"/>
                  </a:lnTo>
                  <a:lnTo>
                    <a:pt x="3591" y="8071"/>
                  </a:lnTo>
                  <a:lnTo>
                    <a:pt x="3012" y="7607"/>
                  </a:lnTo>
                  <a:lnTo>
                    <a:pt x="2471" y="7105"/>
                  </a:lnTo>
                  <a:lnTo>
                    <a:pt x="1931" y="6565"/>
                  </a:lnTo>
                  <a:lnTo>
                    <a:pt x="1854" y="6526"/>
                  </a:lnTo>
                  <a:lnTo>
                    <a:pt x="1815" y="6487"/>
                  </a:lnTo>
                  <a:lnTo>
                    <a:pt x="1661" y="6526"/>
                  </a:lnTo>
                  <a:lnTo>
                    <a:pt x="1622" y="6526"/>
                  </a:lnTo>
                  <a:lnTo>
                    <a:pt x="1583" y="6565"/>
                  </a:lnTo>
                  <a:lnTo>
                    <a:pt x="1429" y="6835"/>
                  </a:lnTo>
                  <a:lnTo>
                    <a:pt x="1661" y="6873"/>
                  </a:lnTo>
                  <a:lnTo>
                    <a:pt x="2278" y="7491"/>
                  </a:lnTo>
                  <a:lnTo>
                    <a:pt x="2896" y="8071"/>
                  </a:lnTo>
                  <a:lnTo>
                    <a:pt x="3244" y="8341"/>
                  </a:lnTo>
                  <a:lnTo>
                    <a:pt x="3630" y="8573"/>
                  </a:lnTo>
                  <a:lnTo>
                    <a:pt x="3977" y="8766"/>
                  </a:lnTo>
                  <a:lnTo>
                    <a:pt x="4364" y="8959"/>
                  </a:lnTo>
                  <a:lnTo>
                    <a:pt x="4827" y="9113"/>
                  </a:lnTo>
                  <a:lnTo>
                    <a:pt x="5252" y="9190"/>
                  </a:lnTo>
                  <a:lnTo>
                    <a:pt x="5676" y="9229"/>
                  </a:lnTo>
                  <a:lnTo>
                    <a:pt x="6140" y="9229"/>
                  </a:lnTo>
                  <a:lnTo>
                    <a:pt x="6565" y="9152"/>
                  </a:lnTo>
                  <a:lnTo>
                    <a:pt x="6989" y="9074"/>
                  </a:lnTo>
                  <a:lnTo>
                    <a:pt x="7878" y="8843"/>
                  </a:lnTo>
                  <a:lnTo>
                    <a:pt x="7955" y="8804"/>
                  </a:lnTo>
                  <a:lnTo>
                    <a:pt x="7993" y="8727"/>
                  </a:lnTo>
                  <a:lnTo>
                    <a:pt x="8032" y="8650"/>
                  </a:lnTo>
                  <a:lnTo>
                    <a:pt x="7993" y="8534"/>
                  </a:lnTo>
                  <a:lnTo>
                    <a:pt x="7762" y="8109"/>
                  </a:lnTo>
                  <a:lnTo>
                    <a:pt x="7491" y="7684"/>
                  </a:lnTo>
                  <a:lnTo>
                    <a:pt x="7221" y="7298"/>
                  </a:lnTo>
                  <a:lnTo>
                    <a:pt x="6874" y="6912"/>
                  </a:lnTo>
                  <a:lnTo>
                    <a:pt x="6526" y="6603"/>
                  </a:lnTo>
                  <a:lnTo>
                    <a:pt x="6140" y="6294"/>
                  </a:lnTo>
                  <a:lnTo>
                    <a:pt x="5715" y="6024"/>
                  </a:lnTo>
                  <a:lnTo>
                    <a:pt x="5252" y="5792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39" y="5367"/>
                  </a:lnTo>
                  <a:lnTo>
                    <a:pt x="3591" y="5290"/>
                  </a:lnTo>
                  <a:lnTo>
                    <a:pt x="3012" y="5290"/>
                  </a:lnTo>
                  <a:lnTo>
                    <a:pt x="3167" y="4981"/>
                  </a:lnTo>
                  <a:lnTo>
                    <a:pt x="3321" y="4634"/>
                  </a:lnTo>
                  <a:lnTo>
                    <a:pt x="3398" y="4286"/>
                  </a:lnTo>
                  <a:lnTo>
                    <a:pt x="3475" y="3939"/>
                  </a:lnTo>
                  <a:lnTo>
                    <a:pt x="3514" y="3591"/>
                  </a:lnTo>
                  <a:lnTo>
                    <a:pt x="3514" y="3205"/>
                  </a:lnTo>
                  <a:lnTo>
                    <a:pt x="3514" y="2858"/>
                  </a:lnTo>
                  <a:lnTo>
                    <a:pt x="3437" y="2471"/>
                  </a:lnTo>
                  <a:lnTo>
                    <a:pt x="3321" y="1969"/>
                  </a:lnTo>
                  <a:lnTo>
                    <a:pt x="3167" y="1467"/>
                  </a:lnTo>
                  <a:lnTo>
                    <a:pt x="2935" y="965"/>
                  </a:lnTo>
                  <a:lnTo>
                    <a:pt x="2703" y="502"/>
                  </a:lnTo>
                  <a:lnTo>
                    <a:pt x="2587" y="270"/>
                  </a:lnTo>
                  <a:lnTo>
                    <a:pt x="2471" y="116"/>
                  </a:lnTo>
                  <a:lnTo>
                    <a:pt x="2356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21"/>
            <p:cNvSpPr/>
            <p:nvPr/>
          </p:nvSpPr>
          <p:spPr>
            <a:xfrm>
              <a:off x="2331050" y="4488475"/>
              <a:ext cx="145775" cy="163175"/>
            </a:xfrm>
            <a:custGeom>
              <a:avLst/>
              <a:gdLst/>
              <a:ahLst/>
              <a:cxnLst/>
              <a:rect l="l" t="t" r="r" b="b"/>
              <a:pathLst>
                <a:path w="5831" h="6527" extrusionOk="0">
                  <a:moveTo>
                    <a:pt x="3321" y="502"/>
                  </a:moveTo>
                  <a:lnTo>
                    <a:pt x="3784" y="695"/>
                  </a:lnTo>
                  <a:lnTo>
                    <a:pt x="4248" y="1004"/>
                  </a:lnTo>
                  <a:lnTo>
                    <a:pt x="4595" y="1313"/>
                  </a:lnTo>
                  <a:lnTo>
                    <a:pt x="4904" y="1738"/>
                  </a:lnTo>
                  <a:lnTo>
                    <a:pt x="5174" y="2163"/>
                  </a:lnTo>
                  <a:lnTo>
                    <a:pt x="5252" y="2394"/>
                  </a:lnTo>
                  <a:lnTo>
                    <a:pt x="5329" y="2665"/>
                  </a:lnTo>
                  <a:lnTo>
                    <a:pt x="5367" y="2896"/>
                  </a:lnTo>
                  <a:lnTo>
                    <a:pt x="5367" y="3167"/>
                  </a:lnTo>
                  <a:lnTo>
                    <a:pt x="5367" y="3437"/>
                  </a:lnTo>
                  <a:lnTo>
                    <a:pt x="5329" y="3707"/>
                  </a:lnTo>
                  <a:lnTo>
                    <a:pt x="5213" y="4171"/>
                  </a:lnTo>
                  <a:lnTo>
                    <a:pt x="5020" y="4595"/>
                  </a:lnTo>
                  <a:lnTo>
                    <a:pt x="4750" y="4981"/>
                  </a:lnTo>
                  <a:lnTo>
                    <a:pt x="4441" y="5368"/>
                  </a:lnTo>
                  <a:lnTo>
                    <a:pt x="4055" y="5638"/>
                  </a:lnTo>
                  <a:lnTo>
                    <a:pt x="3630" y="5870"/>
                  </a:lnTo>
                  <a:lnTo>
                    <a:pt x="3398" y="5947"/>
                  </a:lnTo>
                  <a:lnTo>
                    <a:pt x="3166" y="6024"/>
                  </a:lnTo>
                  <a:lnTo>
                    <a:pt x="2935" y="6024"/>
                  </a:lnTo>
                  <a:lnTo>
                    <a:pt x="2703" y="6063"/>
                  </a:lnTo>
                  <a:lnTo>
                    <a:pt x="2394" y="6024"/>
                  </a:lnTo>
                  <a:lnTo>
                    <a:pt x="2085" y="5985"/>
                  </a:lnTo>
                  <a:lnTo>
                    <a:pt x="1815" y="5908"/>
                  </a:lnTo>
                  <a:lnTo>
                    <a:pt x="1583" y="5792"/>
                  </a:lnTo>
                  <a:lnTo>
                    <a:pt x="1390" y="5677"/>
                  </a:lnTo>
                  <a:lnTo>
                    <a:pt x="1197" y="5522"/>
                  </a:lnTo>
                  <a:lnTo>
                    <a:pt x="1004" y="5329"/>
                  </a:lnTo>
                  <a:lnTo>
                    <a:pt x="850" y="5136"/>
                  </a:lnTo>
                  <a:lnTo>
                    <a:pt x="734" y="4904"/>
                  </a:lnTo>
                  <a:lnTo>
                    <a:pt x="656" y="4673"/>
                  </a:lnTo>
                  <a:lnTo>
                    <a:pt x="541" y="4441"/>
                  </a:lnTo>
                  <a:lnTo>
                    <a:pt x="502" y="4209"/>
                  </a:lnTo>
                  <a:lnTo>
                    <a:pt x="425" y="3669"/>
                  </a:lnTo>
                  <a:lnTo>
                    <a:pt x="463" y="3128"/>
                  </a:lnTo>
                  <a:lnTo>
                    <a:pt x="579" y="2587"/>
                  </a:lnTo>
                  <a:lnTo>
                    <a:pt x="734" y="2085"/>
                  </a:lnTo>
                  <a:lnTo>
                    <a:pt x="1004" y="1622"/>
                  </a:lnTo>
                  <a:lnTo>
                    <a:pt x="1158" y="1390"/>
                  </a:lnTo>
                  <a:lnTo>
                    <a:pt x="1313" y="1197"/>
                  </a:lnTo>
                  <a:lnTo>
                    <a:pt x="1506" y="1043"/>
                  </a:lnTo>
                  <a:lnTo>
                    <a:pt x="1699" y="888"/>
                  </a:lnTo>
                  <a:lnTo>
                    <a:pt x="1931" y="734"/>
                  </a:lnTo>
                  <a:lnTo>
                    <a:pt x="2162" y="657"/>
                  </a:lnTo>
                  <a:lnTo>
                    <a:pt x="2394" y="579"/>
                  </a:lnTo>
                  <a:lnTo>
                    <a:pt x="2664" y="502"/>
                  </a:lnTo>
                  <a:lnTo>
                    <a:pt x="2935" y="502"/>
                  </a:lnTo>
                  <a:lnTo>
                    <a:pt x="3244" y="541"/>
                  </a:lnTo>
                  <a:lnTo>
                    <a:pt x="3282" y="502"/>
                  </a:lnTo>
                  <a:close/>
                  <a:moveTo>
                    <a:pt x="3128" y="0"/>
                  </a:moveTo>
                  <a:lnTo>
                    <a:pt x="3051" y="39"/>
                  </a:lnTo>
                  <a:lnTo>
                    <a:pt x="2973" y="116"/>
                  </a:lnTo>
                  <a:lnTo>
                    <a:pt x="2973" y="193"/>
                  </a:lnTo>
                  <a:lnTo>
                    <a:pt x="2664" y="155"/>
                  </a:lnTo>
                  <a:lnTo>
                    <a:pt x="2394" y="193"/>
                  </a:lnTo>
                  <a:lnTo>
                    <a:pt x="2124" y="232"/>
                  </a:lnTo>
                  <a:lnTo>
                    <a:pt x="1854" y="309"/>
                  </a:lnTo>
                  <a:lnTo>
                    <a:pt x="1622" y="425"/>
                  </a:lnTo>
                  <a:lnTo>
                    <a:pt x="1390" y="579"/>
                  </a:lnTo>
                  <a:lnTo>
                    <a:pt x="1197" y="734"/>
                  </a:lnTo>
                  <a:lnTo>
                    <a:pt x="965" y="927"/>
                  </a:lnTo>
                  <a:lnTo>
                    <a:pt x="811" y="1120"/>
                  </a:lnTo>
                  <a:lnTo>
                    <a:pt x="656" y="1352"/>
                  </a:lnTo>
                  <a:lnTo>
                    <a:pt x="386" y="1854"/>
                  </a:lnTo>
                  <a:lnTo>
                    <a:pt x="154" y="2394"/>
                  </a:lnTo>
                  <a:lnTo>
                    <a:pt x="39" y="2974"/>
                  </a:lnTo>
                  <a:lnTo>
                    <a:pt x="0" y="3591"/>
                  </a:lnTo>
                  <a:lnTo>
                    <a:pt x="0" y="3900"/>
                  </a:lnTo>
                  <a:lnTo>
                    <a:pt x="39" y="4209"/>
                  </a:lnTo>
                  <a:lnTo>
                    <a:pt x="116" y="4518"/>
                  </a:lnTo>
                  <a:lnTo>
                    <a:pt x="193" y="4788"/>
                  </a:lnTo>
                  <a:lnTo>
                    <a:pt x="270" y="5059"/>
                  </a:lnTo>
                  <a:lnTo>
                    <a:pt x="425" y="5329"/>
                  </a:lnTo>
                  <a:lnTo>
                    <a:pt x="579" y="5561"/>
                  </a:lnTo>
                  <a:lnTo>
                    <a:pt x="772" y="5754"/>
                  </a:lnTo>
                  <a:lnTo>
                    <a:pt x="965" y="5947"/>
                  </a:lnTo>
                  <a:lnTo>
                    <a:pt x="1197" y="6101"/>
                  </a:lnTo>
                  <a:lnTo>
                    <a:pt x="1467" y="6256"/>
                  </a:lnTo>
                  <a:lnTo>
                    <a:pt x="1738" y="6372"/>
                  </a:lnTo>
                  <a:lnTo>
                    <a:pt x="2085" y="6449"/>
                  </a:lnTo>
                  <a:lnTo>
                    <a:pt x="2394" y="6487"/>
                  </a:lnTo>
                  <a:lnTo>
                    <a:pt x="2742" y="6526"/>
                  </a:lnTo>
                  <a:lnTo>
                    <a:pt x="3012" y="6487"/>
                  </a:lnTo>
                  <a:lnTo>
                    <a:pt x="3321" y="6449"/>
                  </a:lnTo>
                  <a:lnTo>
                    <a:pt x="3630" y="6372"/>
                  </a:lnTo>
                  <a:lnTo>
                    <a:pt x="3900" y="6256"/>
                  </a:lnTo>
                  <a:lnTo>
                    <a:pt x="4170" y="6101"/>
                  </a:lnTo>
                  <a:lnTo>
                    <a:pt x="4402" y="5947"/>
                  </a:lnTo>
                  <a:lnTo>
                    <a:pt x="4634" y="5792"/>
                  </a:lnTo>
                  <a:lnTo>
                    <a:pt x="4866" y="5561"/>
                  </a:lnTo>
                  <a:lnTo>
                    <a:pt x="5059" y="5368"/>
                  </a:lnTo>
                  <a:lnTo>
                    <a:pt x="5252" y="5097"/>
                  </a:lnTo>
                  <a:lnTo>
                    <a:pt x="5406" y="4866"/>
                  </a:lnTo>
                  <a:lnTo>
                    <a:pt x="5522" y="4595"/>
                  </a:lnTo>
                  <a:lnTo>
                    <a:pt x="5638" y="4286"/>
                  </a:lnTo>
                  <a:lnTo>
                    <a:pt x="5754" y="4016"/>
                  </a:lnTo>
                  <a:lnTo>
                    <a:pt x="5792" y="3707"/>
                  </a:lnTo>
                  <a:lnTo>
                    <a:pt x="5831" y="3398"/>
                  </a:lnTo>
                  <a:lnTo>
                    <a:pt x="5831" y="3089"/>
                  </a:lnTo>
                  <a:lnTo>
                    <a:pt x="5792" y="2780"/>
                  </a:lnTo>
                  <a:lnTo>
                    <a:pt x="5754" y="2472"/>
                  </a:lnTo>
                  <a:lnTo>
                    <a:pt x="5638" y="2163"/>
                  </a:lnTo>
                  <a:lnTo>
                    <a:pt x="5522" y="1892"/>
                  </a:lnTo>
                  <a:lnTo>
                    <a:pt x="5406" y="1622"/>
                  </a:lnTo>
                  <a:lnTo>
                    <a:pt x="5213" y="1352"/>
                  </a:lnTo>
                  <a:lnTo>
                    <a:pt x="5020" y="1120"/>
                  </a:lnTo>
                  <a:lnTo>
                    <a:pt x="4827" y="888"/>
                  </a:lnTo>
                  <a:lnTo>
                    <a:pt x="4595" y="695"/>
                  </a:lnTo>
                  <a:lnTo>
                    <a:pt x="4364" y="502"/>
                  </a:lnTo>
                  <a:lnTo>
                    <a:pt x="4093" y="348"/>
                  </a:lnTo>
                  <a:lnTo>
                    <a:pt x="3823" y="193"/>
                  </a:lnTo>
                  <a:lnTo>
                    <a:pt x="3514" y="116"/>
                  </a:lnTo>
                  <a:lnTo>
                    <a:pt x="32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21"/>
            <p:cNvSpPr/>
            <p:nvPr/>
          </p:nvSpPr>
          <p:spPr>
            <a:xfrm>
              <a:off x="3966375" y="4488475"/>
              <a:ext cx="350450" cy="288650"/>
            </a:xfrm>
            <a:custGeom>
              <a:avLst/>
              <a:gdLst/>
              <a:ahLst/>
              <a:cxnLst/>
              <a:rect l="l" t="t" r="r" b="b"/>
              <a:pathLst>
                <a:path w="14018" h="11546" extrusionOk="0">
                  <a:moveTo>
                    <a:pt x="11778" y="0"/>
                  </a:moveTo>
                  <a:lnTo>
                    <a:pt x="11469" y="77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8" y="2780"/>
                  </a:lnTo>
                  <a:lnTo>
                    <a:pt x="10658" y="1892"/>
                  </a:lnTo>
                  <a:lnTo>
                    <a:pt x="10427" y="2085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168" y="5522"/>
                  </a:lnTo>
                  <a:lnTo>
                    <a:pt x="13439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2" y="6681"/>
                  </a:lnTo>
                  <a:lnTo>
                    <a:pt x="13516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4" y="7955"/>
                  </a:lnTo>
                  <a:lnTo>
                    <a:pt x="12203" y="8418"/>
                  </a:lnTo>
                  <a:lnTo>
                    <a:pt x="11740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1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0" y="11160"/>
                  </a:lnTo>
                  <a:lnTo>
                    <a:pt x="3013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2"/>
                  </a:lnTo>
                  <a:lnTo>
                    <a:pt x="1082" y="10696"/>
                  </a:lnTo>
                  <a:lnTo>
                    <a:pt x="812" y="10542"/>
                  </a:lnTo>
                  <a:lnTo>
                    <a:pt x="618" y="10388"/>
                  </a:lnTo>
                  <a:lnTo>
                    <a:pt x="464" y="10194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7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1" y="9886"/>
                  </a:lnTo>
                  <a:lnTo>
                    <a:pt x="39" y="10117"/>
                  </a:lnTo>
                  <a:lnTo>
                    <a:pt x="78" y="10310"/>
                  </a:lnTo>
                  <a:lnTo>
                    <a:pt x="194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2" y="11353"/>
                  </a:lnTo>
                  <a:lnTo>
                    <a:pt x="2626" y="11430"/>
                  </a:lnTo>
                  <a:lnTo>
                    <a:pt x="3321" y="11507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7"/>
                  </a:lnTo>
                  <a:lnTo>
                    <a:pt x="6063" y="11430"/>
                  </a:lnTo>
                  <a:lnTo>
                    <a:pt x="6758" y="11314"/>
                  </a:lnTo>
                  <a:lnTo>
                    <a:pt x="7415" y="11160"/>
                  </a:lnTo>
                  <a:lnTo>
                    <a:pt x="8071" y="11005"/>
                  </a:lnTo>
                  <a:lnTo>
                    <a:pt x="8728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8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3"/>
                  </a:lnTo>
                  <a:lnTo>
                    <a:pt x="14018" y="6140"/>
                  </a:lnTo>
                  <a:lnTo>
                    <a:pt x="13941" y="5908"/>
                  </a:lnTo>
                  <a:lnTo>
                    <a:pt x="13863" y="5715"/>
                  </a:lnTo>
                  <a:lnTo>
                    <a:pt x="13748" y="5522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6"/>
                  </a:lnTo>
                  <a:lnTo>
                    <a:pt x="13091" y="5136"/>
                  </a:lnTo>
                  <a:lnTo>
                    <a:pt x="12821" y="3823"/>
                  </a:lnTo>
                  <a:lnTo>
                    <a:pt x="12512" y="2549"/>
                  </a:lnTo>
                  <a:lnTo>
                    <a:pt x="12164" y="1274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21"/>
            <p:cNvSpPr/>
            <p:nvPr/>
          </p:nvSpPr>
          <p:spPr>
            <a:xfrm>
              <a:off x="1307750" y="4498125"/>
              <a:ext cx="103325" cy="105250"/>
            </a:xfrm>
            <a:custGeom>
              <a:avLst/>
              <a:gdLst/>
              <a:ahLst/>
              <a:cxnLst/>
              <a:rect l="l" t="t" r="r" b="b"/>
              <a:pathLst>
                <a:path w="4133" h="4210" extrusionOk="0">
                  <a:moveTo>
                    <a:pt x="2317" y="348"/>
                  </a:moveTo>
                  <a:lnTo>
                    <a:pt x="2665" y="425"/>
                  </a:lnTo>
                  <a:lnTo>
                    <a:pt x="2819" y="502"/>
                  </a:lnTo>
                  <a:lnTo>
                    <a:pt x="2974" y="618"/>
                  </a:lnTo>
                  <a:lnTo>
                    <a:pt x="3128" y="734"/>
                  </a:lnTo>
                  <a:lnTo>
                    <a:pt x="3244" y="850"/>
                  </a:lnTo>
                  <a:lnTo>
                    <a:pt x="3360" y="1043"/>
                  </a:lnTo>
                  <a:lnTo>
                    <a:pt x="3476" y="1197"/>
                  </a:lnTo>
                  <a:lnTo>
                    <a:pt x="3514" y="1236"/>
                  </a:lnTo>
                  <a:lnTo>
                    <a:pt x="3630" y="1545"/>
                  </a:lnTo>
                  <a:lnTo>
                    <a:pt x="3707" y="1815"/>
                  </a:lnTo>
                  <a:lnTo>
                    <a:pt x="3746" y="2086"/>
                  </a:lnTo>
                  <a:lnTo>
                    <a:pt x="3746" y="2356"/>
                  </a:lnTo>
                  <a:lnTo>
                    <a:pt x="3707" y="2626"/>
                  </a:lnTo>
                  <a:lnTo>
                    <a:pt x="3630" y="2896"/>
                  </a:lnTo>
                  <a:lnTo>
                    <a:pt x="3514" y="3128"/>
                  </a:lnTo>
                  <a:lnTo>
                    <a:pt x="3283" y="3398"/>
                  </a:lnTo>
                  <a:lnTo>
                    <a:pt x="3012" y="3591"/>
                  </a:lnTo>
                  <a:lnTo>
                    <a:pt x="2703" y="3746"/>
                  </a:lnTo>
                  <a:lnTo>
                    <a:pt x="2356" y="3823"/>
                  </a:lnTo>
                  <a:lnTo>
                    <a:pt x="2008" y="3862"/>
                  </a:lnTo>
                  <a:lnTo>
                    <a:pt x="1661" y="3785"/>
                  </a:lnTo>
                  <a:lnTo>
                    <a:pt x="1313" y="3669"/>
                  </a:lnTo>
                  <a:lnTo>
                    <a:pt x="1004" y="3476"/>
                  </a:lnTo>
                  <a:lnTo>
                    <a:pt x="734" y="3244"/>
                  </a:lnTo>
                  <a:lnTo>
                    <a:pt x="579" y="2935"/>
                  </a:lnTo>
                  <a:lnTo>
                    <a:pt x="425" y="2665"/>
                  </a:lnTo>
                  <a:lnTo>
                    <a:pt x="386" y="2317"/>
                  </a:lnTo>
                  <a:lnTo>
                    <a:pt x="348" y="2008"/>
                  </a:lnTo>
                  <a:lnTo>
                    <a:pt x="386" y="1661"/>
                  </a:lnTo>
                  <a:lnTo>
                    <a:pt x="502" y="1352"/>
                  </a:lnTo>
                  <a:lnTo>
                    <a:pt x="657" y="1043"/>
                  </a:lnTo>
                  <a:lnTo>
                    <a:pt x="888" y="811"/>
                  </a:lnTo>
                  <a:lnTo>
                    <a:pt x="1197" y="580"/>
                  </a:lnTo>
                  <a:lnTo>
                    <a:pt x="1545" y="425"/>
                  </a:lnTo>
                  <a:lnTo>
                    <a:pt x="1931" y="348"/>
                  </a:lnTo>
                  <a:close/>
                  <a:moveTo>
                    <a:pt x="2201" y="0"/>
                  </a:moveTo>
                  <a:lnTo>
                    <a:pt x="1815" y="39"/>
                  </a:lnTo>
                  <a:lnTo>
                    <a:pt x="1468" y="116"/>
                  </a:lnTo>
                  <a:lnTo>
                    <a:pt x="1120" y="232"/>
                  </a:lnTo>
                  <a:lnTo>
                    <a:pt x="927" y="348"/>
                  </a:lnTo>
                  <a:lnTo>
                    <a:pt x="773" y="464"/>
                  </a:lnTo>
                  <a:lnTo>
                    <a:pt x="579" y="618"/>
                  </a:lnTo>
                  <a:lnTo>
                    <a:pt x="464" y="773"/>
                  </a:lnTo>
                  <a:lnTo>
                    <a:pt x="232" y="1159"/>
                  </a:lnTo>
                  <a:lnTo>
                    <a:pt x="78" y="1545"/>
                  </a:lnTo>
                  <a:lnTo>
                    <a:pt x="0" y="1970"/>
                  </a:lnTo>
                  <a:lnTo>
                    <a:pt x="0" y="2394"/>
                  </a:lnTo>
                  <a:lnTo>
                    <a:pt x="116" y="2858"/>
                  </a:lnTo>
                  <a:lnTo>
                    <a:pt x="193" y="3051"/>
                  </a:lnTo>
                  <a:lnTo>
                    <a:pt x="309" y="3244"/>
                  </a:lnTo>
                  <a:lnTo>
                    <a:pt x="579" y="3553"/>
                  </a:lnTo>
                  <a:lnTo>
                    <a:pt x="888" y="3823"/>
                  </a:lnTo>
                  <a:lnTo>
                    <a:pt x="1236" y="4016"/>
                  </a:lnTo>
                  <a:lnTo>
                    <a:pt x="1622" y="4171"/>
                  </a:lnTo>
                  <a:lnTo>
                    <a:pt x="2047" y="4209"/>
                  </a:lnTo>
                  <a:lnTo>
                    <a:pt x="2472" y="4209"/>
                  </a:lnTo>
                  <a:lnTo>
                    <a:pt x="2858" y="4093"/>
                  </a:lnTo>
                  <a:lnTo>
                    <a:pt x="3244" y="3939"/>
                  </a:lnTo>
                  <a:lnTo>
                    <a:pt x="3398" y="3823"/>
                  </a:lnTo>
                  <a:lnTo>
                    <a:pt x="3553" y="3669"/>
                  </a:lnTo>
                  <a:lnTo>
                    <a:pt x="3707" y="3514"/>
                  </a:lnTo>
                  <a:lnTo>
                    <a:pt x="3823" y="3321"/>
                  </a:lnTo>
                  <a:lnTo>
                    <a:pt x="4016" y="2935"/>
                  </a:lnTo>
                  <a:lnTo>
                    <a:pt x="4132" y="2510"/>
                  </a:lnTo>
                  <a:lnTo>
                    <a:pt x="4132" y="2047"/>
                  </a:lnTo>
                  <a:lnTo>
                    <a:pt x="4132" y="1854"/>
                  </a:lnTo>
                  <a:lnTo>
                    <a:pt x="4055" y="1622"/>
                  </a:lnTo>
                  <a:lnTo>
                    <a:pt x="4016" y="1429"/>
                  </a:lnTo>
                  <a:lnTo>
                    <a:pt x="3900" y="1236"/>
                  </a:lnTo>
                  <a:lnTo>
                    <a:pt x="3785" y="1082"/>
                  </a:lnTo>
                  <a:lnTo>
                    <a:pt x="3630" y="927"/>
                  </a:lnTo>
                  <a:lnTo>
                    <a:pt x="3591" y="888"/>
                  </a:lnTo>
                  <a:lnTo>
                    <a:pt x="3553" y="734"/>
                  </a:lnTo>
                  <a:lnTo>
                    <a:pt x="3437" y="580"/>
                  </a:lnTo>
                  <a:lnTo>
                    <a:pt x="3360" y="425"/>
                  </a:lnTo>
                  <a:lnTo>
                    <a:pt x="3244" y="348"/>
                  </a:lnTo>
                  <a:lnTo>
                    <a:pt x="3089" y="232"/>
                  </a:lnTo>
                  <a:lnTo>
                    <a:pt x="2935" y="155"/>
                  </a:lnTo>
                  <a:lnTo>
                    <a:pt x="2587" y="39"/>
                  </a:lnTo>
                  <a:lnTo>
                    <a:pt x="220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21"/>
            <p:cNvSpPr/>
            <p:nvPr/>
          </p:nvSpPr>
          <p:spPr>
            <a:xfrm>
              <a:off x="6468625" y="45261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8" y="618"/>
                  </a:moveTo>
                  <a:lnTo>
                    <a:pt x="5947" y="772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2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4" y="3900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0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6" y="2626"/>
                  </a:lnTo>
                  <a:lnTo>
                    <a:pt x="5368" y="1969"/>
                  </a:lnTo>
                  <a:lnTo>
                    <a:pt x="5368" y="618"/>
                  </a:lnTo>
                  <a:close/>
                  <a:moveTo>
                    <a:pt x="2781" y="888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6"/>
                  </a:lnTo>
                  <a:lnTo>
                    <a:pt x="1545" y="4286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7" y="3012"/>
                  </a:lnTo>
                  <a:lnTo>
                    <a:pt x="888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1" y="888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5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3" y="6294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6"/>
                  </a:lnTo>
                  <a:lnTo>
                    <a:pt x="2240" y="579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4"/>
                  </a:lnTo>
                  <a:lnTo>
                    <a:pt x="232" y="2780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3"/>
                  </a:lnTo>
                  <a:lnTo>
                    <a:pt x="39" y="4557"/>
                  </a:lnTo>
                  <a:lnTo>
                    <a:pt x="348" y="4595"/>
                  </a:lnTo>
                  <a:lnTo>
                    <a:pt x="386" y="4286"/>
                  </a:lnTo>
                  <a:lnTo>
                    <a:pt x="966" y="4518"/>
                  </a:lnTo>
                  <a:lnTo>
                    <a:pt x="1313" y="4595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79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4" y="3977"/>
                  </a:lnTo>
                  <a:lnTo>
                    <a:pt x="3012" y="3630"/>
                  </a:lnTo>
                  <a:lnTo>
                    <a:pt x="3012" y="2973"/>
                  </a:lnTo>
                  <a:lnTo>
                    <a:pt x="3128" y="772"/>
                  </a:lnTo>
                  <a:lnTo>
                    <a:pt x="3514" y="657"/>
                  </a:lnTo>
                  <a:lnTo>
                    <a:pt x="3939" y="579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8" y="579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8" y="3398"/>
                  </a:lnTo>
                  <a:lnTo>
                    <a:pt x="5175" y="3746"/>
                  </a:lnTo>
                  <a:lnTo>
                    <a:pt x="5213" y="3900"/>
                  </a:lnTo>
                  <a:lnTo>
                    <a:pt x="5291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6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6"/>
                  </a:lnTo>
                  <a:lnTo>
                    <a:pt x="7607" y="4209"/>
                  </a:lnTo>
                  <a:lnTo>
                    <a:pt x="8650" y="4093"/>
                  </a:lnTo>
                  <a:lnTo>
                    <a:pt x="8650" y="4479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7"/>
                  </a:lnTo>
                  <a:lnTo>
                    <a:pt x="8766" y="5097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1" y="4904"/>
                  </a:lnTo>
                  <a:lnTo>
                    <a:pt x="9384" y="4904"/>
                  </a:lnTo>
                  <a:lnTo>
                    <a:pt x="9809" y="4981"/>
                  </a:lnTo>
                  <a:lnTo>
                    <a:pt x="10195" y="5097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599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7"/>
                  </a:lnTo>
                  <a:lnTo>
                    <a:pt x="10697" y="6603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3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9" y="8997"/>
                  </a:lnTo>
                  <a:lnTo>
                    <a:pt x="12512" y="8997"/>
                  </a:lnTo>
                  <a:lnTo>
                    <a:pt x="12434" y="9075"/>
                  </a:lnTo>
                  <a:lnTo>
                    <a:pt x="12396" y="9113"/>
                  </a:lnTo>
                  <a:lnTo>
                    <a:pt x="12357" y="9190"/>
                  </a:lnTo>
                  <a:lnTo>
                    <a:pt x="11469" y="9306"/>
                  </a:lnTo>
                  <a:lnTo>
                    <a:pt x="11469" y="9692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4" y="9499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7"/>
                  </a:lnTo>
                  <a:lnTo>
                    <a:pt x="13168" y="8766"/>
                  </a:lnTo>
                  <a:lnTo>
                    <a:pt x="13168" y="8495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6" y="7182"/>
                  </a:lnTo>
                  <a:lnTo>
                    <a:pt x="12743" y="6680"/>
                  </a:lnTo>
                  <a:lnTo>
                    <a:pt x="12434" y="6217"/>
                  </a:lnTo>
                  <a:lnTo>
                    <a:pt x="12125" y="5792"/>
                  </a:lnTo>
                  <a:lnTo>
                    <a:pt x="11778" y="5445"/>
                  </a:lnTo>
                  <a:lnTo>
                    <a:pt x="11315" y="5097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5"/>
                  </a:lnTo>
                  <a:lnTo>
                    <a:pt x="9886" y="4479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7"/>
                  </a:lnTo>
                  <a:lnTo>
                    <a:pt x="9229" y="3514"/>
                  </a:lnTo>
                  <a:lnTo>
                    <a:pt x="9152" y="3089"/>
                  </a:lnTo>
                  <a:lnTo>
                    <a:pt x="8998" y="2665"/>
                  </a:lnTo>
                  <a:lnTo>
                    <a:pt x="8805" y="2278"/>
                  </a:lnTo>
                  <a:lnTo>
                    <a:pt x="8534" y="1931"/>
                  </a:lnTo>
                  <a:lnTo>
                    <a:pt x="8225" y="1583"/>
                  </a:lnTo>
                  <a:lnTo>
                    <a:pt x="7839" y="1274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5" y="193"/>
                  </a:lnTo>
                  <a:lnTo>
                    <a:pt x="5291" y="77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21"/>
            <p:cNvSpPr/>
            <p:nvPr/>
          </p:nvSpPr>
          <p:spPr>
            <a:xfrm>
              <a:off x="4200000" y="452900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1"/>
                  </a:lnTo>
                  <a:lnTo>
                    <a:pt x="0" y="7261"/>
                  </a:lnTo>
                  <a:lnTo>
                    <a:pt x="193" y="7261"/>
                  </a:lnTo>
                  <a:lnTo>
                    <a:pt x="425" y="5484"/>
                  </a:lnTo>
                  <a:lnTo>
                    <a:pt x="580" y="3669"/>
                  </a:lnTo>
                  <a:lnTo>
                    <a:pt x="695" y="1854"/>
                  </a:lnTo>
                  <a:lnTo>
                    <a:pt x="695" y="928"/>
                  </a:lnTo>
                  <a:lnTo>
                    <a:pt x="695" y="40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21"/>
            <p:cNvSpPr/>
            <p:nvPr/>
          </p:nvSpPr>
          <p:spPr>
            <a:xfrm>
              <a:off x="6500475" y="45396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6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3"/>
                  </a:lnTo>
                  <a:lnTo>
                    <a:pt x="9384" y="9654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39" y="10079"/>
                  </a:lnTo>
                  <a:lnTo>
                    <a:pt x="7608" y="9963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9" y="9346"/>
                  </a:lnTo>
                  <a:lnTo>
                    <a:pt x="6951" y="9075"/>
                  </a:lnTo>
                  <a:lnTo>
                    <a:pt x="6913" y="8805"/>
                  </a:lnTo>
                  <a:lnTo>
                    <a:pt x="6951" y="8535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4" y="7569"/>
                  </a:lnTo>
                  <a:lnTo>
                    <a:pt x="8148" y="7338"/>
                  </a:lnTo>
                  <a:lnTo>
                    <a:pt x="8226" y="7299"/>
                  </a:lnTo>
                  <a:close/>
                  <a:moveTo>
                    <a:pt x="2858" y="1"/>
                  </a:moveTo>
                  <a:lnTo>
                    <a:pt x="2665" y="39"/>
                  </a:lnTo>
                  <a:lnTo>
                    <a:pt x="2665" y="78"/>
                  </a:lnTo>
                  <a:lnTo>
                    <a:pt x="2626" y="1352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4" y="5098"/>
                  </a:lnTo>
                  <a:lnTo>
                    <a:pt x="2897" y="7492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2"/>
                  </a:lnTo>
                  <a:lnTo>
                    <a:pt x="3051" y="8766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7"/>
                  </a:lnTo>
                  <a:lnTo>
                    <a:pt x="773" y="9114"/>
                  </a:lnTo>
                  <a:lnTo>
                    <a:pt x="1545" y="9152"/>
                  </a:lnTo>
                  <a:lnTo>
                    <a:pt x="3128" y="9230"/>
                  </a:lnTo>
                  <a:lnTo>
                    <a:pt x="4828" y="9307"/>
                  </a:lnTo>
                  <a:lnTo>
                    <a:pt x="5677" y="9307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2" y="10311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20"/>
                  </a:lnTo>
                  <a:lnTo>
                    <a:pt x="9037" y="10543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3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9"/>
                  </a:lnTo>
                  <a:lnTo>
                    <a:pt x="10041" y="8071"/>
                  </a:lnTo>
                  <a:lnTo>
                    <a:pt x="9847" y="7762"/>
                  </a:lnTo>
                  <a:lnTo>
                    <a:pt x="9616" y="7492"/>
                  </a:lnTo>
                  <a:lnTo>
                    <a:pt x="9307" y="7260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7" y="6990"/>
                  </a:lnTo>
                  <a:lnTo>
                    <a:pt x="7724" y="7029"/>
                  </a:lnTo>
                  <a:lnTo>
                    <a:pt x="7415" y="7144"/>
                  </a:lnTo>
                  <a:lnTo>
                    <a:pt x="7144" y="7338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6" y="8805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8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6" y="8535"/>
                  </a:lnTo>
                  <a:lnTo>
                    <a:pt x="3206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5"/>
                  </a:lnTo>
                  <a:lnTo>
                    <a:pt x="3206" y="7338"/>
                  </a:lnTo>
                  <a:lnTo>
                    <a:pt x="3128" y="6449"/>
                  </a:lnTo>
                  <a:lnTo>
                    <a:pt x="3013" y="4326"/>
                  </a:lnTo>
                  <a:lnTo>
                    <a:pt x="2935" y="2202"/>
                  </a:lnTo>
                  <a:lnTo>
                    <a:pt x="2897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5202;p21"/>
            <p:cNvSpPr/>
            <p:nvPr/>
          </p:nvSpPr>
          <p:spPr>
            <a:xfrm>
              <a:off x="5490700" y="4546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79"/>
                  </a:lnTo>
                  <a:lnTo>
                    <a:pt x="0" y="1197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8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6"/>
                  </a:lnTo>
                  <a:lnTo>
                    <a:pt x="1970" y="5947"/>
                  </a:lnTo>
                  <a:lnTo>
                    <a:pt x="2433" y="6410"/>
                  </a:lnTo>
                  <a:lnTo>
                    <a:pt x="2974" y="6873"/>
                  </a:lnTo>
                  <a:lnTo>
                    <a:pt x="3514" y="7260"/>
                  </a:lnTo>
                  <a:lnTo>
                    <a:pt x="4094" y="7646"/>
                  </a:lnTo>
                  <a:lnTo>
                    <a:pt x="4712" y="7955"/>
                  </a:lnTo>
                  <a:lnTo>
                    <a:pt x="5329" y="8225"/>
                  </a:lnTo>
                  <a:lnTo>
                    <a:pt x="5986" y="8495"/>
                  </a:lnTo>
                  <a:lnTo>
                    <a:pt x="6642" y="8688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3"/>
                  </a:lnTo>
                  <a:lnTo>
                    <a:pt x="10774" y="9075"/>
                  </a:lnTo>
                  <a:lnTo>
                    <a:pt x="11392" y="8997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1"/>
                  </a:lnTo>
                  <a:lnTo>
                    <a:pt x="14018" y="8379"/>
                  </a:lnTo>
                  <a:lnTo>
                    <a:pt x="14636" y="8148"/>
                  </a:lnTo>
                  <a:lnTo>
                    <a:pt x="15253" y="7877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0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4"/>
                  </a:lnTo>
                  <a:lnTo>
                    <a:pt x="19076" y="4286"/>
                  </a:lnTo>
                  <a:lnTo>
                    <a:pt x="19347" y="3668"/>
                  </a:lnTo>
                  <a:lnTo>
                    <a:pt x="19115" y="3630"/>
                  </a:lnTo>
                  <a:lnTo>
                    <a:pt x="18767" y="4170"/>
                  </a:lnTo>
                  <a:lnTo>
                    <a:pt x="18420" y="4634"/>
                  </a:lnTo>
                  <a:lnTo>
                    <a:pt x="18034" y="5097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0"/>
                  </a:lnTo>
                  <a:lnTo>
                    <a:pt x="15755" y="7028"/>
                  </a:lnTo>
                  <a:lnTo>
                    <a:pt x="15215" y="7298"/>
                  </a:lnTo>
                  <a:lnTo>
                    <a:pt x="14713" y="7569"/>
                  </a:lnTo>
                  <a:lnTo>
                    <a:pt x="14134" y="7800"/>
                  </a:lnTo>
                  <a:lnTo>
                    <a:pt x="13593" y="8032"/>
                  </a:lnTo>
                  <a:lnTo>
                    <a:pt x="13014" y="8186"/>
                  </a:lnTo>
                  <a:lnTo>
                    <a:pt x="12434" y="8341"/>
                  </a:lnTo>
                  <a:lnTo>
                    <a:pt x="11817" y="8457"/>
                  </a:lnTo>
                  <a:lnTo>
                    <a:pt x="11199" y="8534"/>
                  </a:lnTo>
                  <a:lnTo>
                    <a:pt x="10504" y="8611"/>
                  </a:lnTo>
                  <a:lnTo>
                    <a:pt x="9114" y="8611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2"/>
                  </a:lnTo>
                  <a:lnTo>
                    <a:pt x="6333" y="8109"/>
                  </a:lnTo>
                  <a:lnTo>
                    <a:pt x="5638" y="7877"/>
                  </a:lnTo>
                  <a:lnTo>
                    <a:pt x="5020" y="7607"/>
                  </a:lnTo>
                  <a:lnTo>
                    <a:pt x="4364" y="7260"/>
                  </a:lnTo>
                  <a:lnTo>
                    <a:pt x="3785" y="6912"/>
                  </a:lnTo>
                  <a:lnTo>
                    <a:pt x="3206" y="6487"/>
                  </a:lnTo>
                  <a:lnTo>
                    <a:pt x="2704" y="6063"/>
                  </a:lnTo>
                  <a:lnTo>
                    <a:pt x="2202" y="5561"/>
                  </a:lnTo>
                  <a:lnTo>
                    <a:pt x="1777" y="4981"/>
                  </a:lnTo>
                  <a:lnTo>
                    <a:pt x="1391" y="4402"/>
                  </a:lnTo>
                  <a:lnTo>
                    <a:pt x="1120" y="3900"/>
                  </a:lnTo>
                  <a:lnTo>
                    <a:pt x="850" y="3360"/>
                  </a:lnTo>
                  <a:lnTo>
                    <a:pt x="696" y="2858"/>
                  </a:lnTo>
                  <a:lnTo>
                    <a:pt x="541" y="2278"/>
                  </a:lnTo>
                  <a:lnTo>
                    <a:pt x="425" y="1738"/>
                  </a:lnTo>
                  <a:lnTo>
                    <a:pt x="387" y="1158"/>
                  </a:lnTo>
                  <a:lnTo>
                    <a:pt x="387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5203;p21"/>
            <p:cNvSpPr/>
            <p:nvPr/>
          </p:nvSpPr>
          <p:spPr>
            <a:xfrm>
              <a:off x="5576625" y="4556050"/>
              <a:ext cx="35725" cy="28975"/>
            </a:xfrm>
            <a:custGeom>
              <a:avLst/>
              <a:gdLst/>
              <a:ahLst/>
              <a:cxnLst/>
              <a:rect l="l" t="t" r="r" b="b"/>
              <a:pathLst>
                <a:path w="1429" h="1159" extrusionOk="0">
                  <a:moveTo>
                    <a:pt x="502" y="0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6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1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4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2"/>
                  </a:lnTo>
                  <a:lnTo>
                    <a:pt x="425" y="579"/>
                  </a:lnTo>
                  <a:lnTo>
                    <a:pt x="541" y="425"/>
                  </a:lnTo>
                  <a:lnTo>
                    <a:pt x="618" y="386"/>
                  </a:lnTo>
                  <a:lnTo>
                    <a:pt x="773" y="386"/>
                  </a:lnTo>
                  <a:lnTo>
                    <a:pt x="850" y="425"/>
                  </a:lnTo>
                  <a:lnTo>
                    <a:pt x="966" y="579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6" y="927"/>
                  </a:lnTo>
                  <a:lnTo>
                    <a:pt x="966" y="1004"/>
                  </a:lnTo>
                  <a:lnTo>
                    <a:pt x="966" y="1081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5" y="1120"/>
                  </a:lnTo>
                  <a:lnTo>
                    <a:pt x="1313" y="1081"/>
                  </a:lnTo>
                  <a:lnTo>
                    <a:pt x="1390" y="888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3"/>
                  </a:lnTo>
                  <a:lnTo>
                    <a:pt x="1043" y="77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5204;p21"/>
            <p:cNvSpPr/>
            <p:nvPr/>
          </p:nvSpPr>
          <p:spPr>
            <a:xfrm>
              <a:off x="5523525" y="45599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2"/>
                  </a:lnTo>
                  <a:lnTo>
                    <a:pt x="78" y="966"/>
                  </a:lnTo>
                  <a:lnTo>
                    <a:pt x="232" y="1082"/>
                  </a:lnTo>
                  <a:lnTo>
                    <a:pt x="387" y="1198"/>
                  </a:lnTo>
                  <a:lnTo>
                    <a:pt x="464" y="1198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5"/>
                  </a:lnTo>
                  <a:lnTo>
                    <a:pt x="387" y="927"/>
                  </a:lnTo>
                  <a:lnTo>
                    <a:pt x="348" y="812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7" y="503"/>
                  </a:lnTo>
                  <a:lnTo>
                    <a:pt x="464" y="464"/>
                  </a:lnTo>
                  <a:lnTo>
                    <a:pt x="541" y="387"/>
                  </a:lnTo>
                  <a:lnTo>
                    <a:pt x="773" y="387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2" y="1043"/>
                  </a:lnTo>
                  <a:lnTo>
                    <a:pt x="1159" y="1082"/>
                  </a:lnTo>
                  <a:lnTo>
                    <a:pt x="1197" y="1082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7"/>
                  </a:lnTo>
                  <a:lnTo>
                    <a:pt x="1159" y="232"/>
                  </a:lnTo>
                  <a:lnTo>
                    <a:pt x="1004" y="78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21"/>
            <p:cNvSpPr/>
            <p:nvPr/>
          </p:nvSpPr>
          <p:spPr>
            <a:xfrm>
              <a:off x="4050375" y="4567625"/>
              <a:ext cx="30900" cy="168975"/>
            </a:xfrm>
            <a:custGeom>
              <a:avLst/>
              <a:gdLst/>
              <a:ahLst/>
              <a:cxnLst/>
              <a:rect l="l" t="t" r="r" b="b"/>
              <a:pathLst>
                <a:path w="1236" h="6759" extrusionOk="0">
                  <a:moveTo>
                    <a:pt x="1120" y="1"/>
                  </a:moveTo>
                  <a:lnTo>
                    <a:pt x="1081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9"/>
                  </a:lnTo>
                  <a:lnTo>
                    <a:pt x="116" y="5059"/>
                  </a:lnTo>
                  <a:lnTo>
                    <a:pt x="0" y="6720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2" y="3515"/>
                  </a:lnTo>
                  <a:lnTo>
                    <a:pt x="965" y="1854"/>
                  </a:lnTo>
                  <a:lnTo>
                    <a:pt x="1081" y="232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21"/>
            <p:cNvSpPr/>
            <p:nvPr/>
          </p:nvSpPr>
          <p:spPr>
            <a:xfrm>
              <a:off x="4077400" y="4569550"/>
              <a:ext cx="121650" cy="144850"/>
            </a:xfrm>
            <a:custGeom>
              <a:avLst/>
              <a:gdLst/>
              <a:ahLst/>
              <a:cxnLst/>
              <a:rect l="l" t="t" r="r" b="b"/>
              <a:pathLst>
                <a:path w="4866" h="5794" extrusionOk="0">
                  <a:moveTo>
                    <a:pt x="155" y="1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6"/>
                  </a:lnTo>
                  <a:lnTo>
                    <a:pt x="2896" y="3631"/>
                  </a:lnTo>
                  <a:lnTo>
                    <a:pt x="3476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6"/>
                  </a:lnTo>
                  <a:lnTo>
                    <a:pt x="4866" y="5639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8" y="1352"/>
                  </a:lnTo>
                  <a:lnTo>
                    <a:pt x="811" y="65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21"/>
            <p:cNvSpPr/>
            <p:nvPr/>
          </p:nvSpPr>
          <p:spPr>
            <a:xfrm>
              <a:off x="3931625" y="457727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1"/>
                  </a:moveTo>
                  <a:lnTo>
                    <a:pt x="0" y="78"/>
                  </a:lnTo>
                  <a:lnTo>
                    <a:pt x="194" y="927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6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9"/>
                  </a:lnTo>
                  <a:lnTo>
                    <a:pt x="1931" y="6140"/>
                  </a:lnTo>
                  <a:lnTo>
                    <a:pt x="2086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4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21"/>
            <p:cNvSpPr/>
            <p:nvPr/>
          </p:nvSpPr>
          <p:spPr>
            <a:xfrm>
              <a:off x="3941275" y="457920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1" y="40"/>
                  </a:lnTo>
                  <a:lnTo>
                    <a:pt x="1970" y="3206"/>
                  </a:lnTo>
                  <a:lnTo>
                    <a:pt x="4055" y="6334"/>
                  </a:lnTo>
                  <a:lnTo>
                    <a:pt x="4055" y="6334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3"/>
                  </a:lnTo>
                  <a:lnTo>
                    <a:pt x="3708" y="6720"/>
                  </a:lnTo>
                  <a:lnTo>
                    <a:pt x="4132" y="6797"/>
                  </a:lnTo>
                  <a:lnTo>
                    <a:pt x="4596" y="6836"/>
                  </a:lnTo>
                  <a:lnTo>
                    <a:pt x="5484" y="6836"/>
                  </a:lnTo>
                  <a:lnTo>
                    <a:pt x="6372" y="6759"/>
                  </a:lnTo>
                  <a:lnTo>
                    <a:pt x="7299" y="6643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9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5"/>
                  </a:lnTo>
                  <a:lnTo>
                    <a:pt x="13863" y="2125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1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3"/>
                  </a:lnTo>
                  <a:lnTo>
                    <a:pt x="10349" y="5253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6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8" y="6334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7"/>
                  </a:lnTo>
                  <a:lnTo>
                    <a:pt x="3399" y="4635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21"/>
            <p:cNvSpPr/>
            <p:nvPr/>
          </p:nvSpPr>
          <p:spPr>
            <a:xfrm>
              <a:off x="6364350" y="46361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2" y="39"/>
                  </a:lnTo>
                  <a:lnTo>
                    <a:pt x="2781" y="77"/>
                  </a:lnTo>
                  <a:lnTo>
                    <a:pt x="2511" y="193"/>
                  </a:lnTo>
                  <a:lnTo>
                    <a:pt x="2241" y="309"/>
                  </a:lnTo>
                  <a:lnTo>
                    <a:pt x="2009" y="425"/>
                  </a:lnTo>
                  <a:lnTo>
                    <a:pt x="1739" y="579"/>
                  </a:lnTo>
                  <a:lnTo>
                    <a:pt x="1507" y="773"/>
                  </a:lnTo>
                  <a:lnTo>
                    <a:pt x="1121" y="1197"/>
                  </a:lnTo>
                  <a:lnTo>
                    <a:pt x="735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8"/>
                  </a:lnTo>
                  <a:lnTo>
                    <a:pt x="40" y="3746"/>
                  </a:lnTo>
                  <a:lnTo>
                    <a:pt x="1" y="4055"/>
                  </a:lnTo>
                  <a:lnTo>
                    <a:pt x="1" y="4402"/>
                  </a:lnTo>
                  <a:lnTo>
                    <a:pt x="40" y="4673"/>
                  </a:lnTo>
                  <a:lnTo>
                    <a:pt x="117" y="4904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5" y="5252"/>
                  </a:lnTo>
                  <a:lnTo>
                    <a:pt x="966" y="5290"/>
                  </a:lnTo>
                  <a:lnTo>
                    <a:pt x="1700" y="5290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5" y="4711"/>
                  </a:lnTo>
                  <a:lnTo>
                    <a:pt x="580" y="4595"/>
                  </a:lnTo>
                  <a:lnTo>
                    <a:pt x="542" y="4441"/>
                  </a:lnTo>
                  <a:lnTo>
                    <a:pt x="542" y="4248"/>
                  </a:lnTo>
                  <a:lnTo>
                    <a:pt x="542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8"/>
                  </a:lnTo>
                  <a:lnTo>
                    <a:pt x="2627" y="695"/>
                  </a:lnTo>
                  <a:lnTo>
                    <a:pt x="3090" y="579"/>
                  </a:lnTo>
                  <a:lnTo>
                    <a:pt x="3592" y="541"/>
                  </a:lnTo>
                  <a:lnTo>
                    <a:pt x="4094" y="579"/>
                  </a:lnTo>
                  <a:lnTo>
                    <a:pt x="4249" y="541"/>
                  </a:lnTo>
                  <a:lnTo>
                    <a:pt x="4326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3"/>
                  </a:lnTo>
                  <a:lnTo>
                    <a:pt x="4210" y="155"/>
                  </a:lnTo>
                  <a:lnTo>
                    <a:pt x="3940" y="77"/>
                  </a:lnTo>
                  <a:lnTo>
                    <a:pt x="3631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21"/>
            <p:cNvSpPr/>
            <p:nvPr/>
          </p:nvSpPr>
          <p:spPr>
            <a:xfrm>
              <a:off x="5052425" y="4653550"/>
              <a:ext cx="61800" cy="89800"/>
            </a:xfrm>
            <a:custGeom>
              <a:avLst/>
              <a:gdLst/>
              <a:ahLst/>
              <a:cxnLst/>
              <a:rect l="l" t="t" r="r" b="b"/>
              <a:pathLst>
                <a:path w="2472" h="3592" extrusionOk="0">
                  <a:moveTo>
                    <a:pt x="1082" y="0"/>
                  </a:moveTo>
                  <a:lnTo>
                    <a:pt x="1004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5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699"/>
                  </a:lnTo>
                  <a:lnTo>
                    <a:pt x="1931" y="1931"/>
                  </a:lnTo>
                  <a:lnTo>
                    <a:pt x="1931" y="2163"/>
                  </a:lnTo>
                  <a:lnTo>
                    <a:pt x="1931" y="2433"/>
                  </a:lnTo>
                  <a:lnTo>
                    <a:pt x="1815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0" y="3128"/>
                  </a:lnTo>
                  <a:lnTo>
                    <a:pt x="1197" y="3128"/>
                  </a:lnTo>
                  <a:lnTo>
                    <a:pt x="1043" y="3089"/>
                  </a:lnTo>
                  <a:lnTo>
                    <a:pt x="927" y="3012"/>
                  </a:lnTo>
                  <a:lnTo>
                    <a:pt x="850" y="2896"/>
                  </a:lnTo>
                  <a:lnTo>
                    <a:pt x="811" y="2742"/>
                  </a:lnTo>
                  <a:lnTo>
                    <a:pt x="850" y="2587"/>
                  </a:lnTo>
                  <a:lnTo>
                    <a:pt x="927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0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5" y="1468"/>
                  </a:lnTo>
                  <a:lnTo>
                    <a:pt x="193" y="1313"/>
                  </a:lnTo>
                  <a:lnTo>
                    <a:pt x="0" y="1622"/>
                  </a:lnTo>
                  <a:lnTo>
                    <a:pt x="271" y="1892"/>
                  </a:lnTo>
                  <a:lnTo>
                    <a:pt x="580" y="2124"/>
                  </a:lnTo>
                  <a:lnTo>
                    <a:pt x="425" y="2356"/>
                  </a:lnTo>
                  <a:lnTo>
                    <a:pt x="348" y="2626"/>
                  </a:lnTo>
                  <a:lnTo>
                    <a:pt x="309" y="2896"/>
                  </a:lnTo>
                  <a:lnTo>
                    <a:pt x="348" y="3051"/>
                  </a:lnTo>
                  <a:lnTo>
                    <a:pt x="425" y="3167"/>
                  </a:lnTo>
                  <a:lnTo>
                    <a:pt x="541" y="3321"/>
                  </a:lnTo>
                  <a:lnTo>
                    <a:pt x="695" y="3476"/>
                  </a:lnTo>
                  <a:lnTo>
                    <a:pt x="888" y="3553"/>
                  </a:lnTo>
                  <a:lnTo>
                    <a:pt x="1082" y="3591"/>
                  </a:lnTo>
                  <a:lnTo>
                    <a:pt x="1275" y="3591"/>
                  </a:lnTo>
                  <a:lnTo>
                    <a:pt x="1506" y="3553"/>
                  </a:lnTo>
                  <a:lnTo>
                    <a:pt x="1699" y="3514"/>
                  </a:lnTo>
                  <a:lnTo>
                    <a:pt x="1854" y="3398"/>
                  </a:lnTo>
                  <a:lnTo>
                    <a:pt x="2047" y="3244"/>
                  </a:lnTo>
                  <a:lnTo>
                    <a:pt x="2201" y="3051"/>
                  </a:lnTo>
                  <a:lnTo>
                    <a:pt x="2317" y="2858"/>
                  </a:lnTo>
                  <a:lnTo>
                    <a:pt x="2394" y="2665"/>
                  </a:lnTo>
                  <a:lnTo>
                    <a:pt x="2433" y="2472"/>
                  </a:lnTo>
                  <a:lnTo>
                    <a:pt x="2472" y="2240"/>
                  </a:lnTo>
                  <a:lnTo>
                    <a:pt x="2433" y="2008"/>
                  </a:lnTo>
                  <a:lnTo>
                    <a:pt x="2394" y="1815"/>
                  </a:lnTo>
                  <a:lnTo>
                    <a:pt x="2317" y="1583"/>
                  </a:lnTo>
                  <a:lnTo>
                    <a:pt x="2201" y="1390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6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5211;p21"/>
            <p:cNvSpPr/>
            <p:nvPr/>
          </p:nvSpPr>
          <p:spPr>
            <a:xfrm>
              <a:off x="6613425" y="4670925"/>
              <a:ext cx="26100" cy="11600"/>
            </a:xfrm>
            <a:custGeom>
              <a:avLst/>
              <a:gdLst/>
              <a:ahLst/>
              <a:cxnLst/>
              <a:rect l="l" t="t" r="r" b="b"/>
              <a:pathLst>
                <a:path w="1044" h="464" extrusionOk="0">
                  <a:moveTo>
                    <a:pt x="773" y="0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3"/>
                  </a:lnTo>
                  <a:lnTo>
                    <a:pt x="39" y="232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5212;p21"/>
            <p:cNvSpPr/>
            <p:nvPr/>
          </p:nvSpPr>
          <p:spPr>
            <a:xfrm>
              <a:off x="6514950" y="46767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6" y="0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39" y="77"/>
                  </a:lnTo>
                  <a:lnTo>
                    <a:pt x="1" y="193"/>
                  </a:lnTo>
                  <a:lnTo>
                    <a:pt x="39" y="270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0"/>
                  </a:lnTo>
                  <a:lnTo>
                    <a:pt x="850" y="193"/>
                  </a:lnTo>
                  <a:lnTo>
                    <a:pt x="812" y="77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21"/>
            <p:cNvSpPr/>
            <p:nvPr/>
          </p:nvSpPr>
          <p:spPr>
            <a:xfrm>
              <a:off x="4656625" y="46776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89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8" y="3553"/>
                  </a:lnTo>
                  <a:lnTo>
                    <a:pt x="12434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8"/>
                  </a:lnTo>
                  <a:lnTo>
                    <a:pt x="12009" y="3128"/>
                  </a:lnTo>
                  <a:lnTo>
                    <a:pt x="11932" y="3206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40" y="4171"/>
                  </a:lnTo>
                  <a:lnTo>
                    <a:pt x="9615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2" y="4171"/>
                  </a:lnTo>
                  <a:lnTo>
                    <a:pt x="5368" y="4017"/>
                  </a:lnTo>
                  <a:lnTo>
                    <a:pt x="4595" y="3708"/>
                  </a:lnTo>
                  <a:lnTo>
                    <a:pt x="3900" y="3283"/>
                  </a:lnTo>
                  <a:lnTo>
                    <a:pt x="3205" y="2820"/>
                  </a:lnTo>
                  <a:lnTo>
                    <a:pt x="2587" y="2318"/>
                  </a:lnTo>
                  <a:lnTo>
                    <a:pt x="1970" y="1777"/>
                  </a:lnTo>
                  <a:lnTo>
                    <a:pt x="1390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21"/>
            <p:cNvSpPr/>
            <p:nvPr/>
          </p:nvSpPr>
          <p:spPr>
            <a:xfrm>
              <a:off x="4964575" y="4684425"/>
              <a:ext cx="92700" cy="135200"/>
            </a:xfrm>
            <a:custGeom>
              <a:avLst/>
              <a:gdLst/>
              <a:ahLst/>
              <a:cxnLst/>
              <a:rect l="l" t="t" r="r" b="b"/>
              <a:pathLst>
                <a:path w="3708" h="5408" extrusionOk="0">
                  <a:moveTo>
                    <a:pt x="3398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2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7"/>
                  </a:lnTo>
                  <a:lnTo>
                    <a:pt x="1777" y="1430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2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4" y="2086"/>
                  </a:lnTo>
                  <a:lnTo>
                    <a:pt x="889" y="2125"/>
                  </a:lnTo>
                  <a:lnTo>
                    <a:pt x="850" y="2163"/>
                  </a:lnTo>
                  <a:lnTo>
                    <a:pt x="811" y="2241"/>
                  </a:lnTo>
                  <a:lnTo>
                    <a:pt x="811" y="2356"/>
                  </a:lnTo>
                  <a:lnTo>
                    <a:pt x="811" y="2434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7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1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8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4"/>
                  </a:lnTo>
                  <a:lnTo>
                    <a:pt x="1082" y="4944"/>
                  </a:lnTo>
                  <a:lnTo>
                    <a:pt x="889" y="4866"/>
                  </a:lnTo>
                  <a:lnTo>
                    <a:pt x="773" y="4751"/>
                  </a:lnTo>
                  <a:lnTo>
                    <a:pt x="695" y="4596"/>
                  </a:lnTo>
                  <a:lnTo>
                    <a:pt x="657" y="4442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3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7" y="3669"/>
                  </a:lnTo>
                  <a:lnTo>
                    <a:pt x="116" y="2936"/>
                  </a:lnTo>
                  <a:lnTo>
                    <a:pt x="0" y="3283"/>
                  </a:lnTo>
                  <a:lnTo>
                    <a:pt x="657" y="3785"/>
                  </a:lnTo>
                  <a:lnTo>
                    <a:pt x="502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9"/>
                  </a:lnTo>
                  <a:lnTo>
                    <a:pt x="193" y="4403"/>
                  </a:lnTo>
                  <a:lnTo>
                    <a:pt x="193" y="4558"/>
                  </a:lnTo>
                  <a:lnTo>
                    <a:pt x="193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3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7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5"/>
                  </a:lnTo>
                  <a:lnTo>
                    <a:pt x="2510" y="4442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7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2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6" y="2202"/>
                  </a:lnTo>
                  <a:lnTo>
                    <a:pt x="1275" y="2125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3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2"/>
                  </a:lnTo>
                  <a:lnTo>
                    <a:pt x="3514" y="387"/>
                  </a:lnTo>
                  <a:lnTo>
                    <a:pt x="3707" y="78"/>
                  </a:lnTo>
                  <a:lnTo>
                    <a:pt x="351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21"/>
            <p:cNvSpPr/>
            <p:nvPr/>
          </p:nvSpPr>
          <p:spPr>
            <a:xfrm>
              <a:off x="6406825" y="4717250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619"/>
                  </a:lnTo>
                  <a:lnTo>
                    <a:pt x="2550" y="696"/>
                  </a:lnTo>
                  <a:lnTo>
                    <a:pt x="2743" y="812"/>
                  </a:lnTo>
                  <a:lnTo>
                    <a:pt x="2936" y="966"/>
                  </a:lnTo>
                  <a:lnTo>
                    <a:pt x="3090" y="1198"/>
                  </a:lnTo>
                  <a:lnTo>
                    <a:pt x="3206" y="1430"/>
                  </a:lnTo>
                  <a:lnTo>
                    <a:pt x="3245" y="1700"/>
                  </a:lnTo>
                  <a:lnTo>
                    <a:pt x="3245" y="1970"/>
                  </a:lnTo>
                  <a:lnTo>
                    <a:pt x="3206" y="2202"/>
                  </a:lnTo>
                  <a:lnTo>
                    <a:pt x="3090" y="2472"/>
                  </a:lnTo>
                  <a:lnTo>
                    <a:pt x="2974" y="2665"/>
                  </a:lnTo>
                  <a:lnTo>
                    <a:pt x="2781" y="2897"/>
                  </a:lnTo>
                  <a:lnTo>
                    <a:pt x="2588" y="3051"/>
                  </a:lnTo>
                  <a:lnTo>
                    <a:pt x="2357" y="3167"/>
                  </a:lnTo>
                  <a:lnTo>
                    <a:pt x="2086" y="3245"/>
                  </a:lnTo>
                  <a:lnTo>
                    <a:pt x="1777" y="3245"/>
                  </a:lnTo>
                  <a:lnTo>
                    <a:pt x="1507" y="3167"/>
                  </a:lnTo>
                  <a:lnTo>
                    <a:pt x="1237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4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5" y="1121"/>
                  </a:lnTo>
                  <a:lnTo>
                    <a:pt x="928" y="928"/>
                  </a:lnTo>
                  <a:lnTo>
                    <a:pt x="1121" y="735"/>
                  </a:lnTo>
                  <a:lnTo>
                    <a:pt x="1353" y="580"/>
                  </a:lnTo>
                  <a:lnTo>
                    <a:pt x="1584" y="464"/>
                  </a:lnTo>
                  <a:close/>
                  <a:moveTo>
                    <a:pt x="1893" y="1"/>
                  </a:moveTo>
                  <a:lnTo>
                    <a:pt x="1700" y="39"/>
                  </a:lnTo>
                  <a:lnTo>
                    <a:pt x="1546" y="78"/>
                  </a:lnTo>
                  <a:lnTo>
                    <a:pt x="1353" y="155"/>
                  </a:lnTo>
                  <a:lnTo>
                    <a:pt x="1314" y="194"/>
                  </a:lnTo>
                  <a:lnTo>
                    <a:pt x="1082" y="271"/>
                  </a:lnTo>
                  <a:lnTo>
                    <a:pt x="851" y="387"/>
                  </a:lnTo>
                  <a:lnTo>
                    <a:pt x="619" y="580"/>
                  </a:lnTo>
                  <a:lnTo>
                    <a:pt x="426" y="773"/>
                  </a:lnTo>
                  <a:lnTo>
                    <a:pt x="271" y="966"/>
                  </a:lnTo>
                  <a:lnTo>
                    <a:pt x="155" y="1237"/>
                  </a:lnTo>
                  <a:lnTo>
                    <a:pt x="78" y="1468"/>
                  </a:lnTo>
                  <a:lnTo>
                    <a:pt x="1" y="1739"/>
                  </a:lnTo>
                  <a:lnTo>
                    <a:pt x="1" y="2047"/>
                  </a:lnTo>
                  <a:lnTo>
                    <a:pt x="40" y="2125"/>
                  </a:lnTo>
                  <a:lnTo>
                    <a:pt x="40" y="2318"/>
                  </a:lnTo>
                  <a:lnTo>
                    <a:pt x="117" y="2511"/>
                  </a:lnTo>
                  <a:lnTo>
                    <a:pt x="310" y="2858"/>
                  </a:lnTo>
                  <a:lnTo>
                    <a:pt x="542" y="3167"/>
                  </a:lnTo>
                  <a:lnTo>
                    <a:pt x="851" y="3399"/>
                  </a:lnTo>
                  <a:lnTo>
                    <a:pt x="1198" y="3592"/>
                  </a:lnTo>
                  <a:lnTo>
                    <a:pt x="1584" y="3708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7" y="3669"/>
                  </a:lnTo>
                  <a:lnTo>
                    <a:pt x="2627" y="3592"/>
                  </a:lnTo>
                  <a:lnTo>
                    <a:pt x="2897" y="3438"/>
                  </a:lnTo>
                  <a:lnTo>
                    <a:pt x="3129" y="3245"/>
                  </a:lnTo>
                  <a:lnTo>
                    <a:pt x="3322" y="3013"/>
                  </a:lnTo>
                  <a:lnTo>
                    <a:pt x="3476" y="2781"/>
                  </a:lnTo>
                  <a:lnTo>
                    <a:pt x="3631" y="2511"/>
                  </a:lnTo>
                  <a:lnTo>
                    <a:pt x="3708" y="2202"/>
                  </a:lnTo>
                  <a:lnTo>
                    <a:pt x="3747" y="1932"/>
                  </a:lnTo>
                  <a:lnTo>
                    <a:pt x="3747" y="1584"/>
                  </a:lnTo>
                  <a:lnTo>
                    <a:pt x="3669" y="1314"/>
                  </a:lnTo>
                  <a:lnTo>
                    <a:pt x="3515" y="1005"/>
                  </a:lnTo>
                  <a:lnTo>
                    <a:pt x="3322" y="696"/>
                  </a:lnTo>
                  <a:lnTo>
                    <a:pt x="3052" y="426"/>
                  </a:lnTo>
                  <a:lnTo>
                    <a:pt x="2743" y="233"/>
                  </a:lnTo>
                  <a:lnTo>
                    <a:pt x="2395" y="7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21"/>
            <p:cNvSpPr/>
            <p:nvPr/>
          </p:nvSpPr>
          <p:spPr>
            <a:xfrm>
              <a:off x="2332000" y="4749125"/>
              <a:ext cx="326325" cy="58900"/>
            </a:xfrm>
            <a:custGeom>
              <a:avLst/>
              <a:gdLst/>
              <a:ahLst/>
              <a:cxnLst/>
              <a:rect l="l" t="t" r="r" b="b"/>
              <a:pathLst>
                <a:path w="13053" h="2356" extrusionOk="0">
                  <a:moveTo>
                    <a:pt x="12782" y="0"/>
                  </a:moveTo>
                  <a:lnTo>
                    <a:pt x="12705" y="39"/>
                  </a:lnTo>
                  <a:lnTo>
                    <a:pt x="12628" y="116"/>
                  </a:lnTo>
                  <a:lnTo>
                    <a:pt x="12589" y="193"/>
                  </a:lnTo>
                  <a:lnTo>
                    <a:pt x="12589" y="309"/>
                  </a:lnTo>
                  <a:lnTo>
                    <a:pt x="12589" y="502"/>
                  </a:lnTo>
                  <a:lnTo>
                    <a:pt x="12550" y="657"/>
                  </a:lnTo>
                  <a:lnTo>
                    <a:pt x="12435" y="811"/>
                  </a:lnTo>
                  <a:lnTo>
                    <a:pt x="12319" y="966"/>
                  </a:lnTo>
                  <a:lnTo>
                    <a:pt x="12164" y="1081"/>
                  </a:lnTo>
                  <a:lnTo>
                    <a:pt x="11971" y="1159"/>
                  </a:lnTo>
                  <a:lnTo>
                    <a:pt x="11546" y="1313"/>
                  </a:lnTo>
                  <a:lnTo>
                    <a:pt x="11083" y="1429"/>
                  </a:lnTo>
                  <a:lnTo>
                    <a:pt x="10581" y="1506"/>
                  </a:lnTo>
                  <a:lnTo>
                    <a:pt x="9847" y="1583"/>
                  </a:lnTo>
                  <a:lnTo>
                    <a:pt x="9423" y="1622"/>
                  </a:lnTo>
                  <a:lnTo>
                    <a:pt x="9423" y="1545"/>
                  </a:lnTo>
                  <a:lnTo>
                    <a:pt x="9423" y="1468"/>
                  </a:lnTo>
                  <a:lnTo>
                    <a:pt x="9152" y="888"/>
                  </a:lnTo>
                  <a:lnTo>
                    <a:pt x="8959" y="270"/>
                  </a:lnTo>
                  <a:lnTo>
                    <a:pt x="8612" y="386"/>
                  </a:lnTo>
                  <a:lnTo>
                    <a:pt x="8650" y="695"/>
                  </a:lnTo>
                  <a:lnTo>
                    <a:pt x="8728" y="1043"/>
                  </a:lnTo>
                  <a:lnTo>
                    <a:pt x="8843" y="1390"/>
                  </a:lnTo>
                  <a:lnTo>
                    <a:pt x="8998" y="1661"/>
                  </a:lnTo>
                  <a:lnTo>
                    <a:pt x="7839" y="1776"/>
                  </a:lnTo>
                  <a:lnTo>
                    <a:pt x="6681" y="1854"/>
                  </a:lnTo>
                  <a:lnTo>
                    <a:pt x="5252" y="1892"/>
                  </a:lnTo>
                  <a:lnTo>
                    <a:pt x="3862" y="1854"/>
                  </a:lnTo>
                  <a:lnTo>
                    <a:pt x="3592" y="1815"/>
                  </a:lnTo>
                  <a:lnTo>
                    <a:pt x="3746" y="1506"/>
                  </a:lnTo>
                  <a:lnTo>
                    <a:pt x="3785" y="1159"/>
                  </a:lnTo>
                  <a:lnTo>
                    <a:pt x="3785" y="811"/>
                  </a:lnTo>
                  <a:lnTo>
                    <a:pt x="3746" y="425"/>
                  </a:lnTo>
                  <a:lnTo>
                    <a:pt x="3399" y="464"/>
                  </a:lnTo>
                  <a:lnTo>
                    <a:pt x="3399" y="772"/>
                  </a:lnTo>
                  <a:lnTo>
                    <a:pt x="3360" y="1081"/>
                  </a:lnTo>
                  <a:lnTo>
                    <a:pt x="3244" y="1468"/>
                  </a:lnTo>
                  <a:lnTo>
                    <a:pt x="3128" y="1815"/>
                  </a:lnTo>
                  <a:lnTo>
                    <a:pt x="2202" y="1738"/>
                  </a:lnTo>
                  <a:lnTo>
                    <a:pt x="1738" y="1699"/>
                  </a:lnTo>
                  <a:lnTo>
                    <a:pt x="1275" y="1622"/>
                  </a:lnTo>
                  <a:lnTo>
                    <a:pt x="889" y="1468"/>
                  </a:lnTo>
                  <a:lnTo>
                    <a:pt x="734" y="1390"/>
                  </a:lnTo>
                  <a:lnTo>
                    <a:pt x="618" y="1313"/>
                  </a:lnTo>
                  <a:lnTo>
                    <a:pt x="503" y="1197"/>
                  </a:lnTo>
                  <a:lnTo>
                    <a:pt x="425" y="1081"/>
                  </a:lnTo>
                  <a:lnTo>
                    <a:pt x="387" y="966"/>
                  </a:lnTo>
                  <a:lnTo>
                    <a:pt x="387" y="811"/>
                  </a:lnTo>
                  <a:lnTo>
                    <a:pt x="387" y="772"/>
                  </a:lnTo>
                  <a:lnTo>
                    <a:pt x="387" y="695"/>
                  </a:lnTo>
                  <a:lnTo>
                    <a:pt x="310" y="618"/>
                  </a:lnTo>
                  <a:lnTo>
                    <a:pt x="194" y="618"/>
                  </a:lnTo>
                  <a:lnTo>
                    <a:pt x="155" y="657"/>
                  </a:lnTo>
                  <a:lnTo>
                    <a:pt x="116" y="695"/>
                  </a:lnTo>
                  <a:lnTo>
                    <a:pt x="39" y="850"/>
                  </a:lnTo>
                  <a:lnTo>
                    <a:pt x="1" y="1004"/>
                  </a:lnTo>
                  <a:lnTo>
                    <a:pt x="1" y="1159"/>
                  </a:lnTo>
                  <a:lnTo>
                    <a:pt x="1" y="1274"/>
                  </a:lnTo>
                  <a:lnTo>
                    <a:pt x="39" y="1390"/>
                  </a:lnTo>
                  <a:lnTo>
                    <a:pt x="116" y="1506"/>
                  </a:lnTo>
                  <a:lnTo>
                    <a:pt x="310" y="1699"/>
                  </a:lnTo>
                  <a:lnTo>
                    <a:pt x="541" y="1854"/>
                  </a:lnTo>
                  <a:lnTo>
                    <a:pt x="812" y="1970"/>
                  </a:lnTo>
                  <a:lnTo>
                    <a:pt x="1082" y="2047"/>
                  </a:lnTo>
                  <a:lnTo>
                    <a:pt x="1352" y="2085"/>
                  </a:lnTo>
                  <a:lnTo>
                    <a:pt x="2626" y="2240"/>
                  </a:lnTo>
                  <a:lnTo>
                    <a:pt x="3862" y="2317"/>
                  </a:lnTo>
                  <a:lnTo>
                    <a:pt x="5136" y="2356"/>
                  </a:lnTo>
                  <a:lnTo>
                    <a:pt x="6372" y="2356"/>
                  </a:lnTo>
                  <a:lnTo>
                    <a:pt x="7531" y="2278"/>
                  </a:lnTo>
                  <a:lnTo>
                    <a:pt x="8689" y="2201"/>
                  </a:lnTo>
                  <a:lnTo>
                    <a:pt x="9847" y="2047"/>
                  </a:lnTo>
                  <a:lnTo>
                    <a:pt x="11006" y="1892"/>
                  </a:lnTo>
                  <a:lnTo>
                    <a:pt x="11392" y="1815"/>
                  </a:lnTo>
                  <a:lnTo>
                    <a:pt x="11740" y="1738"/>
                  </a:lnTo>
                  <a:lnTo>
                    <a:pt x="12126" y="1583"/>
                  </a:lnTo>
                  <a:lnTo>
                    <a:pt x="12473" y="1429"/>
                  </a:lnTo>
                  <a:lnTo>
                    <a:pt x="12744" y="1236"/>
                  </a:lnTo>
                  <a:lnTo>
                    <a:pt x="12859" y="1081"/>
                  </a:lnTo>
                  <a:lnTo>
                    <a:pt x="12937" y="927"/>
                  </a:lnTo>
                  <a:lnTo>
                    <a:pt x="13014" y="772"/>
                  </a:lnTo>
                  <a:lnTo>
                    <a:pt x="13052" y="579"/>
                  </a:lnTo>
                  <a:lnTo>
                    <a:pt x="13052" y="386"/>
                  </a:lnTo>
                  <a:lnTo>
                    <a:pt x="13052" y="155"/>
                  </a:lnTo>
                  <a:lnTo>
                    <a:pt x="13014" y="77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17" name="Google Shape;5217;p21"/>
          <p:cNvGrpSpPr/>
          <p:nvPr/>
        </p:nvGrpSpPr>
        <p:grpSpPr>
          <a:xfrm>
            <a:off x="6815325" y="-77375"/>
            <a:ext cx="260625" cy="1230500"/>
            <a:chOff x="6815325" y="0"/>
            <a:chExt cx="260625" cy="1230500"/>
          </a:xfrm>
        </p:grpSpPr>
        <p:sp>
          <p:nvSpPr>
            <p:cNvPr id="5218" name="Google Shape;5218;p21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extrusionOk="0">
                  <a:moveTo>
                    <a:pt x="1" y="36662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21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fill="none" extrusionOk="0">
                  <a:moveTo>
                    <a:pt x="1" y="36662"/>
                  </a:moveTo>
                  <a:lnTo>
                    <a:pt x="1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21"/>
            <p:cNvSpPr/>
            <p:nvPr/>
          </p:nvSpPr>
          <p:spPr>
            <a:xfrm>
              <a:off x="6933275" y="0"/>
              <a:ext cx="19675" cy="916575"/>
            </a:xfrm>
            <a:custGeom>
              <a:avLst/>
              <a:gdLst/>
              <a:ahLst/>
              <a:cxnLst/>
              <a:rect l="l" t="t" r="r" b="b"/>
              <a:pathLst>
                <a:path w="787" h="36663" extrusionOk="0">
                  <a:moveTo>
                    <a:pt x="0" y="0"/>
                  </a:moveTo>
                  <a:lnTo>
                    <a:pt x="0" y="36662"/>
                  </a:lnTo>
                  <a:lnTo>
                    <a:pt x="787" y="366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21"/>
            <p:cNvSpPr/>
            <p:nvPr/>
          </p:nvSpPr>
          <p:spPr>
            <a:xfrm>
              <a:off x="6815325" y="847475"/>
              <a:ext cx="260625" cy="383025"/>
            </a:xfrm>
            <a:custGeom>
              <a:avLst/>
              <a:gdLst/>
              <a:ahLst/>
              <a:cxnLst/>
              <a:rect l="l" t="t" r="r" b="b"/>
              <a:pathLst>
                <a:path w="10425" h="15321" extrusionOk="0">
                  <a:moveTo>
                    <a:pt x="7077" y="0"/>
                  </a:moveTo>
                  <a:lnTo>
                    <a:pt x="6718" y="23"/>
                  </a:lnTo>
                  <a:lnTo>
                    <a:pt x="6358" y="45"/>
                  </a:lnTo>
                  <a:lnTo>
                    <a:pt x="5999" y="90"/>
                  </a:lnTo>
                  <a:lnTo>
                    <a:pt x="5662" y="157"/>
                  </a:lnTo>
                  <a:lnTo>
                    <a:pt x="5303" y="247"/>
                  </a:lnTo>
                  <a:lnTo>
                    <a:pt x="4966" y="360"/>
                  </a:lnTo>
                  <a:lnTo>
                    <a:pt x="4651" y="472"/>
                  </a:lnTo>
                  <a:lnTo>
                    <a:pt x="4314" y="607"/>
                  </a:lnTo>
                  <a:lnTo>
                    <a:pt x="4000" y="764"/>
                  </a:lnTo>
                  <a:lnTo>
                    <a:pt x="3708" y="944"/>
                  </a:lnTo>
                  <a:lnTo>
                    <a:pt x="3416" y="1123"/>
                  </a:lnTo>
                  <a:lnTo>
                    <a:pt x="3123" y="1326"/>
                  </a:lnTo>
                  <a:lnTo>
                    <a:pt x="2831" y="1528"/>
                  </a:lnTo>
                  <a:lnTo>
                    <a:pt x="2584" y="1752"/>
                  </a:lnTo>
                  <a:lnTo>
                    <a:pt x="2315" y="1999"/>
                  </a:lnTo>
                  <a:lnTo>
                    <a:pt x="2068" y="2247"/>
                  </a:lnTo>
                  <a:lnTo>
                    <a:pt x="1843" y="2516"/>
                  </a:lnTo>
                  <a:lnTo>
                    <a:pt x="1618" y="2808"/>
                  </a:lnTo>
                  <a:lnTo>
                    <a:pt x="1394" y="3078"/>
                  </a:lnTo>
                  <a:lnTo>
                    <a:pt x="1214" y="3392"/>
                  </a:lnTo>
                  <a:lnTo>
                    <a:pt x="1012" y="3707"/>
                  </a:lnTo>
                  <a:lnTo>
                    <a:pt x="855" y="4021"/>
                  </a:lnTo>
                  <a:lnTo>
                    <a:pt x="697" y="4336"/>
                  </a:lnTo>
                  <a:lnTo>
                    <a:pt x="563" y="4695"/>
                  </a:lnTo>
                  <a:lnTo>
                    <a:pt x="428" y="5032"/>
                  </a:lnTo>
                  <a:lnTo>
                    <a:pt x="315" y="5392"/>
                  </a:lnTo>
                  <a:lnTo>
                    <a:pt x="226" y="5751"/>
                  </a:lnTo>
                  <a:lnTo>
                    <a:pt x="136" y="6110"/>
                  </a:lnTo>
                  <a:lnTo>
                    <a:pt x="68" y="6492"/>
                  </a:lnTo>
                  <a:lnTo>
                    <a:pt x="23" y="6874"/>
                  </a:lnTo>
                  <a:lnTo>
                    <a:pt x="1" y="7256"/>
                  </a:lnTo>
                  <a:lnTo>
                    <a:pt x="1" y="7661"/>
                  </a:lnTo>
                  <a:lnTo>
                    <a:pt x="1" y="8042"/>
                  </a:lnTo>
                  <a:lnTo>
                    <a:pt x="23" y="8447"/>
                  </a:lnTo>
                  <a:lnTo>
                    <a:pt x="68" y="8829"/>
                  </a:lnTo>
                  <a:lnTo>
                    <a:pt x="136" y="9211"/>
                  </a:lnTo>
                  <a:lnTo>
                    <a:pt x="226" y="9570"/>
                  </a:lnTo>
                  <a:lnTo>
                    <a:pt x="315" y="9929"/>
                  </a:lnTo>
                  <a:lnTo>
                    <a:pt x="428" y="10289"/>
                  </a:lnTo>
                  <a:lnTo>
                    <a:pt x="563" y="10648"/>
                  </a:lnTo>
                  <a:lnTo>
                    <a:pt x="697" y="10985"/>
                  </a:lnTo>
                  <a:lnTo>
                    <a:pt x="855" y="11322"/>
                  </a:lnTo>
                  <a:lnTo>
                    <a:pt x="1012" y="11637"/>
                  </a:lnTo>
                  <a:lnTo>
                    <a:pt x="1214" y="11951"/>
                  </a:lnTo>
                  <a:lnTo>
                    <a:pt x="1394" y="12243"/>
                  </a:lnTo>
                  <a:lnTo>
                    <a:pt x="1618" y="12535"/>
                  </a:lnTo>
                  <a:lnTo>
                    <a:pt x="1843" y="12805"/>
                  </a:lnTo>
                  <a:lnTo>
                    <a:pt x="2068" y="13075"/>
                  </a:lnTo>
                  <a:lnTo>
                    <a:pt x="2315" y="13344"/>
                  </a:lnTo>
                  <a:lnTo>
                    <a:pt x="2584" y="13569"/>
                  </a:lnTo>
                  <a:lnTo>
                    <a:pt x="2831" y="13793"/>
                  </a:lnTo>
                  <a:lnTo>
                    <a:pt x="3123" y="14018"/>
                  </a:lnTo>
                  <a:lnTo>
                    <a:pt x="3416" y="14220"/>
                  </a:lnTo>
                  <a:lnTo>
                    <a:pt x="3708" y="14400"/>
                  </a:lnTo>
                  <a:lnTo>
                    <a:pt x="4000" y="14580"/>
                  </a:lnTo>
                  <a:lnTo>
                    <a:pt x="4314" y="14714"/>
                  </a:lnTo>
                  <a:lnTo>
                    <a:pt x="4651" y="14872"/>
                  </a:lnTo>
                  <a:lnTo>
                    <a:pt x="4966" y="14984"/>
                  </a:lnTo>
                  <a:lnTo>
                    <a:pt x="5303" y="15074"/>
                  </a:lnTo>
                  <a:lnTo>
                    <a:pt x="5662" y="15164"/>
                  </a:lnTo>
                  <a:lnTo>
                    <a:pt x="5999" y="15231"/>
                  </a:lnTo>
                  <a:lnTo>
                    <a:pt x="6358" y="15276"/>
                  </a:lnTo>
                  <a:lnTo>
                    <a:pt x="6718" y="15321"/>
                  </a:lnTo>
                  <a:lnTo>
                    <a:pt x="7504" y="15321"/>
                  </a:lnTo>
                  <a:lnTo>
                    <a:pt x="7931" y="15276"/>
                  </a:lnTo>
                  <a:lnTo>
                    <a:pt x="8335" y="15209"/>
                  </a:lnTo>
                  <a:lnTo>
                    <a:pt x="8762" y="15119"/>
                  </a:lnTo>
                  <a:lnTo>
                    <a:pt x="9144" y="14984"/>
                  </a:lnTo>
                  <a:lnTo>
                    <a:pt x="9548" y="14849"/>
                  </a:lnTo>
                  <a:lnTo>
                    <a:pt x="9908" y="14692"/>
                  </a:lnTo>
                  <a:lnTo>
                    <a:pt x="10267" y="14512"/>
                  </a:lnTo>
                  <a:lnTo>
                    <a:pt x="9863" y="14243"/>
                  </a:lnTo>
                  <a:lnTo>
                    <a:pt x="9481" y="13951"/>
                  </a:lnTo>
                  <a:lnTo>
                    <a:pt x="9122" y="13636"/>
                  </a:lnTo>
                  <a:lnTo>
                    <a:pt x="8762" y="13299"/>
                  </a:lnTo>
                  <a:lnTo>
                    <a:pt x="8425" y="12940"/>
                  </a:lnTo>
                  <a:lnTo>
                    <a:pt x="8133" y="12558"/>
                  </a:lnTo>
                  <a:lnTo>
                    <a:pt x="7841" y="12153"/>
                  </a:lnTo>
                  <a:lnTo>
                    <a:pt x="7594" y="11727"/>
                  </a:lnTo>
                  <a:lnTo>
                    <a:pt x="7347" y="11300"/>
                  </a:lnTo>
                  <a:lnTo>
                    <a:pt x="7145" y="10828"/>
                  </a:lnTo>
                  <a:lnTo>
                    <a:pt x="6987" y="10356"/>
                  </a:lnTo>
                  <a:lnTo>
                    <a:pt x="6830" y="9862"/>
                  </a:lnTo>
                  <a:lnTo>
                    <a:pt x="6718" y="9345"/>
                  </a:lnTo>
                  <a:lnTo>
                    <a:pt x="6628" y="8829"/>
                  </a:lnTo>
                  <a:lnTo>
                    <a:pt x="6583" y="8290"/>
                  </a:lnTo>
                  <a:lnTo>
                    <a:pt x="6561" y="7750"/>
                  </a:lnTo>
                  <a:lnTo>
                    <a:pt x="6583" y="7211"/>
                  </a:lnTo>
                  <a:lnTo>
                    <a:pt x="6628" y="6650"/>
                  </a:lnTo>
                  <a:lnTo>
                    <a:pt x="6718" y="6133"/>
                  </a:lnTo>
                  <a:lnTo>
                    <a:pt x="6830" y="5616"/>
                  </a:lnTo>
                  <a:lnTo>
                    <a:pt x="6987" y="5100"/>
                  </a:lnTo>
                  <a:lnTo>
                    <a:pt x="7167" y="4605"/>
                  </a:lnTo>
                  <a:lnTo>
                    <a:pt x="7392" y="4134"/>
                  </a:lnTo>
                  <a:lnTo>
                    <a:pt x="7639" y="3684"/>
                  </a:lnTo>
                  <a:lnTo>
                    <a:pt x="7908" y="3257"/>
                  </a:lnTo>
                  <a:lnTo>
                    <a:pt x="8200" y="2853"/>
                  </a:lnTo>
                  <a:lnTo>
                    <a:pt x="8515" y="2449"/>
                  </a:lnTo>
                  <a:lnTo>
                    <a:pt x="8852" y="2089"/>
                  </a:lnTo>
                  <a:lnTo>
                    <a:pt x="9211" y="1752"/>
                  </a:lnTo>
                  <a:lnTo>
                    <a:pt x="9616" y="1438"/>
                  </a:lnTo>
                  <a:lnTo>
                    <a:pt x="10020" y="1168"/>
                  </a:lnTo>
                  <a:lnTo>
                    <a:pt x="10424" y="921"/>
                  </a:lnTo>
                  <a:lnTo>
                    <a:pt x="10065" y="719"/>
                  </a:lnTo>
                  <a:lnTo>
                    <a:pt x="9661" y="517"/>
                  </a:lnTo>
                  <a:lnTo>
                    <a:pt x="9256" y="382"/>
                  </a:lnTo>
                  <a:lnTo>
                    <a:pt x="8852" y="247"/>
                  </a:lnTo>
                  <a:lnTo>
                    <a:pt x="8425" y="135"/>
                  </a:lnTo>
                  <a:lnTo>
                    <a:pt x="7976" y="68"/>
                  </a:lnTo>
                  <a:lnTo>
                    <a:pt x="7527" y="23"/>
                  </a:lnTo>
                  <a:lnTo>
                    <a:pt x="707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22" name="Google Shape;5222;p21"/>
          <p:cNvGrpSpPr/>
          <p:nvPr/>
        </p:nvGrpSpPr>
        <p:grpSpPr>
          <a:xfrm>
            <a:off x="310050" y="-77375"/>
            <a:ext cx="599250" cy="1418100"/>
            <a:chOff x="310050" y="-1175"/>
            <a:chExt cx="599250" cy="1418100"/>
          </a:xfrm>
        </p:grpSpPr>
        <p:grpSp>
          <p:nvGrpSpPr>
            <p:cNvPr id="5223" name="Google Shape;5223;p21"/>
            <p:cNvGrpSpPr/>
            <p:nvPr/>
          </p:nvGrpSpPr>
          <p:grpSpPr>
            <a:xfrm>
              <a:off x="310050" y="-1175"/>
              <a:ext cx="599250" cy="1418100"/>
              <a:chOff x="310050" y="0"/>
              <a:chExt cx="599250" cy="1418100"/>
            </a:xfrm>
          </p:grpSpPr>
          <p:sp>
            <p:nvSpPr>
              <p:cNvPr id="5224" name="Google Shape;5224;p21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extrusionOk="0">
                    <a:moveTo>
                      <a:pt x="1" y="36662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5" name="Google Shape;5225;p21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fill="none" extrusionOk="0">
                    <a:moveTo>
                      <a:pt x="1" y="36662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6" name="Google Shape;5226;p21"/>
              <p:cNvSpPr/>
              <p:nvPr/>
            </p:nvSpPr>
            <p:spPr>
              <a:xfrm>
                <a:off x="598700" y="0"/>
                <a:ext cx="19700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6663" extrusionOk="0">
                    <a:moveTo>
                      <a:pt x="1" y="0"/>
                    </a:moveTo>
                    <a:lnTo>
                      <a:pt x="1" y="36662"/>
                    </a:lnTo>
                    <a:lnTo>
                      <a:pt x="787" y="3666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7" name="Google Shape;5227;p21"/>
              <p:cNvSpPr/>
              <p:nvPr/>
            </p:nvSpPr>
            <p:spPr>
              <a:xfrm>
                <a:off x="310050" y="847475"/>
                <a:ext cx="599250" cy="570625"/>
              </a:xfrm>
              <a:custGeom>
                <a:avLst/>
                <a:gdLst/>
                <a:ahLst/>
                <a:cxnLst/>
                <a:rect l="l" t="t" r="r" b="b"/>
                <a:pathLst>
                  <a:path w="23970" h="22825" extrusionOk="0">
                    <a:moveTo>
                      <a:pt x="11996" y="0"/>
                    </a:moveTo>
                    <a:lnTo>
                      <a:pt x="7503" y="6425"/>
                    </a:lnTo>
                    <a:lnTo>
                      <a:pt x="0" y="8716"/>
                    </a:lnTo>
                    <a:lnTo>
                      <a:pt x="4718" y="14984"/>
                    </a:lnTo>
                    <a:lnTo>
                      <a:pt x="4560" y="22824"/>
                    </a:lnTo>
                    <a:lnTo>
                      <a:pt x="11996" y="20286"/>
                    </a:lnTo>
                    <a:lnTo>
                      <a:pt x="19409" y="22824"/>
                    </a:lnTo>
                    <a:lnTo>
                      <a:pt x="19252" y="14984"/>
                    </a:lnTo>
                    <a:lnTo>
                      <a:pt x="23970" y="8716"/>
                    </a:lnTo>
                    <a:lnTo>
                      <a:pt x="16489" y="6425"/>
                    </a:lnTo>
                    <a:lnTo>
                      <a:pt x="1199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228" name="Google Shape;5228;p21"/>
            <p:cNvSpPr/>
            <p:nvPr/>
          </p:nvSpPr>
          <p:spPr>
            <a:xfrm>
              <a:off x="445600" y="979650"/>
              <a:ext cx="328149" cy="312474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29" name="Google Shape;5229;p21"/>
          <p:cNvGrpSpPr/>
          <p:nvPr/>
        </p:nvGrpSpPr>
        <p:grpSpPr>
          <a:xfrm>
            <a:off x="8234700" y="-77375"/>
            <a:ext cx="297100" cy="2315550"/>
            <a:chOff x="8234700" y="-1175"/>
            <a:chExt cx="297100" cy="2315550"/>
          </a:xfrm>
        </p:grpSpPr>
        <p:grpSp>
          <p:nvGrpSpPr>
            <p:cNvPr id="5230" name="Google Shape;5230;p21"/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5231" name="Google Shape;5231;p21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2" name="Google Shape;5232;p21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3" name="Google Shape;5233;p21"/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4" name="Google Shape;5234;p21"/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235" name="Google Shape;5235;p21"/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36" name="Google Shape;5236;p21"/>
          <p:cNvGrpSpPr/>
          <p:nvPr/>
        </p:nvGrpSpPr>
        <p:grpSpPr>
          <a:xfrm>
            <a:off x="310050" y="3368275"/>
            <a:ext cx="1609800" cy="1615000"/>
            <a:chOff x="10614475" y="3194400"/>
            <a:chExt cx="1609800" cy="1615000"/>
          </a:xfrm>
        </p:grpSpPr>
        <p:sp>
          <p:nvSpPr>
            <p:cNvPr id="5237" name="Google Shape;5237;p21"/>
            <p:cNvSpPr/>
            <p:nvPr/>
          </p:nvSpPr>
          <p:spPr>
            <a:xfrm>
              <a:off x="10614475" y="4537600"/>
              <a:ext cx="1609800" cy="2718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21"/>
            <p:cNvSpPr/>
            <p:nvPr/>
          </p:nvSpPr>
          <p:spPr>
            <a:xfrm>
              <a:off x="11027200" y="3878275"/>
              <a:ext cx="805725" cy="779150"/>
            </a:xfrm>
            <a:custGeom>
              <a:avLst/>
              <a:gdLst/>
              <a:ahLst/>
              <a:cxnLst/>
              <a:rect l="l" t="t" r="r" b="b"/>
              <a:pathLst>
                <a:path w="32229" h="31166" extrusionOk="0">
                  <a:moveTo>
                    <a:pt x="15664" y="0"/>
                  </a:moveTo>
                  <a:lnTo>
                    <a:pt x="14641" y="60"/>
                  </a:lnTo>
                  <a:lnTo>
                    <a:pt x="13638" y="121"/>
                  </a:lnTo>
                  <a:lnTo>
                    <a:pt x="12635" y="201"/>
                  </a:lnTo>
                  <a:lnTo>
                    <a:pt x="11653" y="321"/>
                  </a:lnTo>
                  <a:lnTo>
                    <a:pt x="10710" y="462"/>
                  </a:lnTo>
                  <a:lnTo>
                    <a:pt x="9848" y="622"/>
                  </a:lnTo>
                  <a:lnTo>
                    <a:pt x="9025" y="802"/>
                  </a:lnTo>
                  <a:lnTo>
                    <a:pt x="8263" y="1003"/>
                  </a:lnTo>
                  <a:lnTo>
                    <a:pt x="7541" y="1244"/>
                  </a:lnTo>
                  <a:lnTo>
                    <a:pt x="6900" y="1484"/>
                  </a:lnTo>
                  <a:lnTo>
                    <a:pt x="6599" y="1625"/>
                  </a:lnTo>
                  <a:lnTo>
                    <a:pt x="6338" y="1765"/>
                  </a:lnTo>
                  <a:lnTo>
                    <a:pt x="6077" y="1905"/>
                  </a:lnTo>
                  <a:lnTo>
                    <a:pt x="5837" y="2066"/>
                  </a:lnTo>
                  <a:lnTo>
                    <a:pt x="5636" y="2226"/>
                  </a:lnTo>
                  <a:lnTo>
                    <a:pt x="5436" y="2387"/>
                  </a:lnTo>
                  <a:lnTo>
                    <a:pt x="5255" y="2587"/>
                  </a:lnTo>
                  <a:lnTo>
                    <a:pt x="5055" y="2788"/>
                  </a:lnTo>
                  <a:lnTo>
                    <a:pt x="4674" y="3269"/>
                  </a:lnTo>
                  <a:lnTo>
                    <a:pt x="4293" y="3791"/>
                  </a:lnTo>
                  <a:lnTo>
                    <a:pt x="3932" y="4372"/>
                  </a:lnTo>
                  <a:lnTo>
                    <a:pt x="3591" y="4994"/>
                  </a:lnTo>
                  <a:lnTo>
                    <a:pt x="3250" y="5656"/>
                  </a:lnTo>
                  <a:lnTo>
                    <a:pt x="2929" y="6378"/>
                  </a:lnTo>
                  <a:lnTo>
                    <a:pt x="2628" y="7120"/>
                  </a:lnTo>
                  <a:lnTo>
                    <a:pt x="2327" y="7902"/>
                  </a:lnTo>
                  <a:lnTo>
                    <a:pt x="2047" y="8704"/>
                  </a:lnTo>
                  <a:lnTo>
                    <a:pt x="1786" y="9526"/>
                  </a:lnTo>
                  <a:lnTo>
                    <a:pt x="1525" y="10389"/>
                  </a:lnTo>
                  <a:lnTo>
                    <a:pt x="1284" y="11251"/>
                  </a:lnTo>
                  <a:lnTo>
                    <a:pt x="1084" y="12133"/>
                  </a:lnTo>
                  <a:lnTo>
                    <a:pt x="883" y="13016"/>
                  </a:lnTo>
                  <a:lnTo>
                    <a:pt x="703" y="13898"/>
                  </a:lnTo>
                  <a:lnTo>
                    <a:pt x="542" y="14801"/>
                  </a:lnTo>
                  <a:lnTo>
                    <a:pt x="402" y="15683"/>
                  </a:lnTo>
                  <a:lnTo>
                    <a:pt x="282" y="16565"/>
                  </a:lnTo>
                  <a:lnTo>
                    <a:pt x="181" y="17428"/>
                  </a:lnTo>
                  <a:lnTo>
                    <a:pt x="101" y="18290"/>
                  </a:lnTo>
                  <a:lnTo>
                    <a:pt x="41" y="19132"/>
                  </a:lnTo>
                  <a:lnTo>
                    <a:pt x="1" y="19935"/>
                  </a:lnTo>
                  <a:lnTo>
                    <a:pt x="1" y="20717"/>
                  </a:lnTo>
                  <a:lnTo>
                    <a:pt x="1" y="21479"/>
                  </a:lnTo>
                  <a:lnTo>
                    <a:pt x="41" y="22181"/>
                  </a:lnTo>
                  <a:lnTo>
                    <a:pt x="101" y="22862"/>
                  </a:lnTo>
                  <a:lnTo>
                    <a:pt x="202" y="23504"/>
                  </a:lnTo>
                  <a:lnTo>
                    <a:pt x="302" y="24086"/>
                  </a:lnTo>
                  <a:lnTo>
                    <a:pt x="442" y="24627"/>
                  </a:lnTo>
                  <a:lnTo>
                    <a:pt x="603" y="25089"/>
                  </a:lnTo>
                  <a:lnTo>
                    <a:pt x="703" y="25309"/>
                  </a:lnTo>
                  <a:lnTo>
                    <a:pt x="803" y="25510"/>
                  </a:lnTo>
                  <a:lnTo>
                    <a:pt x="923" y="25710"/>
                  </a:lnTo>
                  <a:lnTo>
                    <a:pt x="1044" y="25911"/>
                  </a:lnTo>
                  <a:lnTo>
                    <a:pt x="1204" y="26111"/>
                  </a:lnTo>
                  <a:lnTo>
                    <a:pt x="1365" y="26312"/>
                  </a:lnTo>
                  <a:lnTo>
                    <a:pt x="1726" y="26693"/>
                  </a:lnTo>
                  <a:lnTo>
                    <a:pt x="2167" y="27094"/>
                  </a:lnTo>
                  <a:lnTo>
                    <a:pt x="2648" y="27475"/>
                  </a:lnTo>
                  <a:lnTo>
                    <a:pt x="3170" y="27836"/>
                  </a:lnTo>
                  <a:lnTo>
                    <a:pt x="3751" y="28197"/>
                  </a:lnTo>
                  <a:lnTo>
                    <a:pt x="4393" y="28538"/>
                  </a:lnTo>
                  <a:lnTo>
                    <a:pt x="5055" y="28879"/>
                  </a:lnTo>
                  <a:lnTo>
                    <a:pt x="5777" y="29200"/>
                  </a:lnTo>
                  <a:lnTo>
                    <a:pt x="6539" y="29501"/>
                  </a:lnTo>
                  <a:lnTo>
                    <a:pt x="7321" y="29781"/>
                  </a:lnTo>
                  <a:lnTo>
                    <a:pt x="8143" y="30042"/>
                  </a:lnTo>
                  <a:lnTo>
                    <a:pt x="8985" y="30283"/>
                  </a:lnTo>
                  <a:lnTo>
                    <a:pt x="9868" y="30483"/>
                  </a:lnTo>
                  <a:lnTo>
                    <a:pt x="10770" y="30684"/>
                  </a:lnTo>
                  <a:lnTo>
                    <a:pt x="11693" y="30844"/>
                  </a:lnTo>
                  <a:lnTo>
                    <a:pt x="12635" y="30965"/>
                  </a:lnTo>
                  <a:lnTo>
                    <a:pt x="13598" y="31065"/>
                  </a:lnTo>
                  <a:lnTo>
                    <a:pt x="14561" y="31145"/>
                  </a:lnTo>
                  <a:lnTo>
                    <a:pt x="15543" y="31165"/>
                  </a:lnTo>
                  <a:lnTo>
                    <a:pt x="16526" y="31165"/>
                  </a:lnTo>
                  <a:lnTo>
                    <a:pt x="17529" y="31125"/>
                  </a:lnTo>
                  <a:lnTo>
                    <a:pt x="18531" y="31045"/>
                  </a:lnTo>
                  <a:lnTo>
                    <a:pt x="19514" y="30924"/>
                  </a:lnTo>
                  <a:lnTo>
                    <a:pt x="20517" y="30764"/>
                  </a:lnTo>
                  <a:lnTo>
                    <a:pt x="21499" y="30563"/>
                  </a:lnTo>
                  <a:lnTo>
                    <a:pt x="21981" y="30443"/>
                  </a:lnTo>
                  <a:lnTo>
                    <a:pt x="22462" y="30303"/>
                  </a:lnTo>
                  <a:lnTo>
                    <a:pt x="22943" y="30162"/>
                  </a:lnTo>
                  <a:lnTo>
                    <a:pt x="23425" y="30002"/>
                  </a:lnTo>
                  <a:lnTo>
                    <a:pt x="23906" y="29821"/>
                  </a:lnTo>
                  <a:lnTo>
                    <a:pt x="24367" y="29641"/>
                  </a:lnTo>
                  <a:lnTo>
                    <a:pt x="24848" y="29440"/>
                  </a:lnTo>
                  <a:lnTo>
                    <a:pt x="25310" y="29240"/>
                  </a:lnTo>
                  <a:lnTo>
                    <a:pt x="25771" y="29019"/>
                  </a:lnTo>
                  <a:lnTo>
                    <a:pt x="26212" y="28779"/>
                  </a:lnTo>
                  <a:lnTo>
                    <a:pt x="26794" y="28458"/>
                  </a:lnTo>
                  <a:lnTo>
                    <a:pt x="27375" y="28097"/>
                  </a:lnTo>
                  <a:lnTo>
                    <a:pt x="27937" y="27716"/>
                  </a:lnTo>
                  <a:lnTo>
                    <a:pt x="28478" y="27315"/>
                  </a:lnTo>
                  <a:lnTo>
                    <a:pt x="29020" y="26893"/>
                  </a:lnTo>
                  <a:lnTo>
                    <a:pt x="29541" y="26432"/>
                  </a:lnTo>
                  <a:lnTo>
                    <a:pt x="30043" y="25951"/>
                  </a:lnTo>
                  <a:lnTo>
                    <a:pt x="30544" y="25450"/>
                  </a:lnTo>
                  <a:lnTo>
                    <a:pt x="30744" y="25209"/>
                  </a:lnTo>
                  <a:lnTo>
                    <a:pt x="30945" y="24948"/>
                  </a:lnTo>
                  <a:lnTo>
                    <a:pt x="31126" y="24667"/>
                  </a:lnTo>
                  <a:lnTo>
                    <a:pt x="31286" y="24367"/>
                  </a:lnTo>
                  <a:lnTo>
                    <a:pt x="31446" y="24066"/>
                  </a:lnTo>
                  <a:lnTo>
                    <a:pt x="31587" y="23725"/>
                  </a:lnTo>
                  <a:lnTo>
                    <a:pt x="31707" y="23384"/>
                  </a:lnTo>
                  <a:lnTo>
                    <a:pt x="31807" y="23043"/>
                  </a:lnTo>
                  <a:lnTo>
                    <a:pt x="31908" y="22682"/>
                  </a:lnTo>
                  <a:lnTo>
                    <a:pt x="31988" y="22301"/>
                  </a:lnTo>
                  <a:lnTo>
                    <a:pt x="32068" y="21900"/>
                  </a:lnTo>
                  <a:lnTo>
                    <a:pt x="32108" y="21519"/>
                  </a:lnTo>
                  <a:lnTo>
                    <a:pt x="32168" y="21098"/>
                  </a:lnTo>
                  <a:lnTo>
                    <a:pt x="32188" y="20677"/>
                  </a:lnTo>
                  <a:lnTo>
                    <a:pt x="32229" y="19814"/>
                  </a:lnTo>
                  <a:lnTo>
                    <a:pt x="32208" y="18912"/>
                  </a:lnTo>
                  <a:lnTo>
                    <a:pt x="32148" y="17989"/>
                  </a:lnTo>
                  <a:lnTo>
                    <a:pt x="32048" y="17047"/>
                  </a:lnTo>
                  <a:lnTo>
                    <a:pt x="31908" y="16104"/>
                  </a:lnTo>
                  <a:lnTo>
                    <a:pt x="31747" y="15121"/>
                  </a:lnTo>
                  <a:lnTo>
                    <a:pt x="31547" y="14139"/>
                  </a:lnTo>
                  <a:lnTo>
                    <a:pt x="31306" y="13176"/>
                  </a:lnTo>
                  <a:lnTo>
                    <a:pt x="31045" y="12193"/>
                  </a:lnTo>
                  <a:lnTo>
                    <a:pt x="30744" y="11231"/>
                  </a:lnTo>
                  <a:lnTo>
                    <a:pt x="30424" y="10268"/>
                  </a:lnTo>
                  <a:lnTo>
                    <a:pt x="30103" y="9346"/>
                  </a:lnTo>
                  <a:lnTo>
                    <a:pt x="29742" y="8423"/>
                  </a:lnTo>
                  <a:lnTo>
                    <a:pt x="29361" y="7541"/>
                  </a:lnTo>
                  <a:lnTo>
                    <a:pt x="28980" y="6699"/>
                  </a:lnTo>
                  <a:lnTo>
                    <a:pt x="28579" y="5896"/>
                  </a:lnTo>
                  <a:lnTo>
                    <a:pt x="28157" y="5114"/>
                  </a:lnTo>
                  <a:lnTo>
                    <a:pt x="27756" y="4412"/>
                  </a:lnTo>
                  <a:lnTo>
                    <a:pt x="27315" y="3730"/>
                  </a:lnTo>
                  <a:lnTo>
                    <a:pt x="26894" y="3129"/>
                  </a:lnTo>
                  <a:lnTo>
                    <a:pt x="26473" y="2587"/>
                  </a:lnTo>
                  <a:lnTo>
                    <a:pt x="26032" y="2106"/>
                  </a:lnTo>
                  <a:lnTo>
                    <a:pt x="25831" y="1905"/>
                  </a:lnTo>
                  <a:lnTo>
                    <a:pt x="25611" y="1705"/>
                  </a:lnTo>
                  <a:lnTo>
                    <a:pt x="25410" y="1544"/>
                  </a:lnTo>
                  <a:lnTo>
                    <a:pt x="25209" y="1384"/>
                  </a:lnTo>
                  <a:lnTo>
                    <a:pt x="24989" y="1244"/>
                  </a:lnTo>
                  <a:lnTo>
                    <a:pt x="24788" y="1143"/>
                  </a:lnTo>
                  <a:lnTo>
                    <a:pt x="24548" y="1023"/>
                  </a:lnTo>
                  <a:lnTo>
                    <a:pt x="24267" y="923"/>
                  </a:lnTo>
                  <a:lnTo>
                    <a:pt x="23986" y="823"/>
                  </a:lnTo>
                  <a:lnTo>
                    <a:pt x="23665" y="722"/>
                  </a:lnTo>
                  <a:lnTo>
                    <a:pt x="22983" y="542"/>
                  </a:lnTo>
                  <a:lnTo>
                    <a:pt x="22221" y="401"/>
                  </a:lnTo>
                  <a:lnTo>
                    <a:pt x="21399" y="261"/>
                  </a:lnTo>
                  <a:lnTo>
                    <a:pt x="20537" y="161"/>
                  </a:lnTo>
                  <a:lnTo>
                    <a:pt x="19614" y="81"/>
                  </a:lnTo>
                  <a:lnTo>
                    <a:pt x="18652" y="40"/>
                  </a:lnTo>
                  <a:lnTo>
                    <a:pt x="1766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21"/>
            <p:cNvSpPr/>
            <p:nvPr/>
          </p:nvSpPr>
          <p:spPr>
            <a:xfrm>
              <a:off x="11027200" y="3878275"/>
              <a:ext cx="805725" cy="779150"/>
            </a:xfrm>
            <a:custGeom>
              <a:avLst/>
              <a:gdLst/>
              <a:ahLst/>
              <a:cxnLst/>
              <a:rect l="l" t="t" r="r" b="b"/>
              <a:pathLst>
                <a:path w="32229" h="31166" fill="none" extrusionOk="0">
                  <a:moveTo>
                    <a:pt x="30544" y="25450"/>
                  </a:moveTo>
                  <a:lnTo>
                    <a:pt x="30544" y="25450"/>
                  </a:lnTo>
                  <a:lnTo>
                    <a:pt x="30043" y="25951"/>
                  </a:lnTo>
                  <a:lnTo>
                    <a:pt x="29541" y="26432"/>
                  </a:lnTo>
                  <a:lnTo>
                    <a:pt x="29020" y="26893"/>
                  </a:lnTo>
                  <a:lnTo>
                    <a:pt x="28478" y="27315"/>
                  </a:lnTo>
                  <a:lnTo>
                    <a:pt x="27937" y="27716"/>
                  </a:lnTo>
                  <a:lnTo>
                    <a:pt x="27375" y="28097"/>
                  </a:lnTo>
                  <a:lnTo>
                    <a:pt x="26794" y="28458"/>
                  </a:lnTo>
                  <a:lnTo>
                    <a:pt x="26212" y="28779"/>
                  </a:lnTo>
                  <a:lnTo>
                    <a:pt x="26212" y="28779"/>
                  </a:lnTo>
                  <a:lnTo>
                    <a:pt x="25771" y="29019"/>
                  </a:lnTo>
                  <a:lnTo>
                    <a:pt x="25310" y="29240"/>
                  </a:lnTo>
                  <a:lnTo>
                    <a:pt x="24848" y="29440"/>
                  </a:lnTo>
                  <a:lnTo>
                    <a:pt x="24367" y="29641"/>
                  </a:lnTo>
                  <a:lnTo>
                    <a:pt x="23906" y="29821"/>
                  </a:lnTo>
                  <a:lnTo>
                    <a:pt x="23425" y="30002"/>
                  </a:lnTo>
                  <a:lnTo>
                    <a:pt x="22943" y="30162"/>
                  </a:lnTo>
                  <a:lnTo>
                    <a:pt x="22462" y="30303"/>
                  </a:lnTo>
                  <a:lnTo>
                    <a:pt x="21981" y="30443"/>
                  </a:lnTo>
                  <a:lnTo>
                    <a:pt x="21499" y="30563"/>
                  </a:lnTo>
                  <a:lnTo>
                    <a:pt x="20517" y="30764"/>
                  </a:lnTo>
                  <a:lnTo>
                    <a:pt x="19514" y="30924"/>
                  </a:lnTo>
                  <a:lnTo>
                    <a:pt x="18531" y="31045"/>
                  </a:lnTo>
                  <a:lnTo>
                    <a:pt x="17529" y="31125"/>
                  </a:lnTo>
                  <a:lnTo>
                    <a:pt x="16526" y="31165"/>
                  </a:lnTo>
                  <a:lnTo>
                    <a:pt x="15543" y="31165"/>
                  </a:lnTo>
                  <a:lnTo>
                    <a:pt x="14561" y="31145"/>
                  </a:lnTo>
                  <a:lnTo>
                    <a:pt x="13598" y="31065"/>
                  </a:lnTo>
                  <a:lnTo>
                    <a:pt x="12635" y="30965"/>
                  </a:lnTo>
                  <a:lnTo>
                    <a:pt x="11693" y="30844"/>
                  </a:lnTo>
                  <a:lnTo>
                    <a:pt x="10770" y="30684"/>
                  </a:lnTo>
                  <a:lnTo>
                    <a:pt x="9868" y="30483"/>
                  </a:lnTo>
                  <a:lnTo>
                    <a:pt x="8985" y="30283"/>
                  </a:lnTo>
                  <a:lnTo>
                    <a:pt x="8143" y="30042"/>
                  </a:lnTo>
                  <a:lnTo>
                    <a:pt x="7321" y="29781"/>
                  </a:lnTo>
                  <a:lnTo>
                    <a:pt x="6539" y="29501"/>
                  </a:lnTo>
                  <a:lnTo>
                    <a:pt x="5777" y="29200"/>
                  </a:lnTo>
                  <a:lnTo>
                    <a:pt x="5055" y="28879"/>
                  </a:lnTo>
                  <a:lnTo>
                    <a:pt x="4393" y="28538"/>
                  </a:lnTo>
                  <a:lnTo>
                    <a:pt x="3751" y="28197"/>
                  </a:lnTo>
                  <a:lnTo>
                    <a:pt x="3170" y="27836"/>
                  </a:lnTo>
                  <a:lnTo>
                    <a:pt x="2648" y="27475"/>
                  </a:lnTo>
                  <a:lnTo>
                    <a:pt x="2167" y="27094"/>
                  </a:lnTo>
                  <a:lnTo>
                    <a:pt x="1726" y="26693"/>
                  </a:lnTo>
                  <a:lnTo>
                    <a:pt x="1365" y="26312"/>
                  </a:lnTo>
                  <a:lnTo>
                    <a:pt x="1204" y="26111"/>
                  </a:lnTo>
                  <a:lnTo>
                    <a:pt x="1044" y="25911"/>
                  </a:lnTo>
                  <a:lnTo>
                    <a:pt x="923" y="25710"/>
                  </a:lnTo>
                  <a:lnTo>
                    <a:pt x="803" y="25510"/>
                  </a:lnTo>
                  <a:lnTo>
                    <a:pt x="803" y="25510"/>
                  </a:lnTo>
                  <a:lnTo>
                    <a:pt x="703" y="25309"/>
                  </a:lnTo>
                  <a:lnTo>
                    <a:pt x="603" y="25089"/>
                  </a:lnTo>
                  <a:lnTo>
                    <a:pt x="442" y="24627"/>
                  </a:lnTo>
                  <a:lnTo>
                    <a:pt x="302" y="24086"/>
                  </a:lnTo>
                  <a:lnTo>
                    <a:pt x="202" y="23504"/>
                  </a:lnTo>
                  <a:lnTo>
                    <a:pt x="101" y="22862"/>
                  </a:lnTo>
                  <a:lnTo>
                    <a:pt x="41" y="22181"/>
                  </a:lnTo>
                  <a:lnTo>
                    <a:pt x="1" y="21479"/>
                  </a:lnTo>
                  <a:lnTo>
                    <a:pt x="1" y="20717"/>
                  </a:lnTo>
                  <a:lnTo>
                    <a:pt x="1" y="19935"/>
                  </a:lnTo>
                  <a:lnTo>
                    <a:pt x="41" y="19132"/>
                  </a:lnTo>
                  <a:lnTo>
                    <a:pt x="101" y="18290"/>
                  </a:lnTo>
                  <a:lnTo>
                    <a:pt x="181" y="17428"/>
                  </a:lnTo>
                  <a:lnTo>
                    <a:pt x="282" y="16565"/>
                  </a:lnTo>
                  <a:lnTo>
                    <a:pt x="402" y="15683"/>
                  </a:lnTo>
                  <a:lnTo>
                    <a:pt x="542" y="14801"/>
                  </a:lnTo>
                  <a:lnTo>
                    <a:pt x="703" y="13898"/>
                  </a:lnTo>
                  <a:lnTo>
                    <a:pt x="883" y="13016"/>
                  </a:lnTo>
                  <a:lnTo>
                    <a:pt x="1084" y="12133"/>
                  </a:lnTo>
                  <a:lnTo>
                    <a:pt x="1284" y="11251"/>
                  </a:lnTo>
                  <a:lnTo>
                    <a:pt x="1525" y="10389"/>
                  </a:lnTo>
                  <a:lnTo>
                    <a:pt x="1786" y="9526"/>
                  </a:lnTo>
                  <a:lnTo>
                    <a:pt x="2047" y="8704"/>
                  </a:lnTo>
                  <a:lnTo>
                    <a:pt x="2327" y="7902"/>
                  </a:lnTo>
                  <a:lnTo>
                    <a:pt x="2628" y="7120"/>
                  </a:lnTo>
                  <a:lnTo>
                    <a:pt x="2929" y="6378"/>
                  </a:lnTo>
                  <a:lnTo>
                    <a:pt x="3250" y="5656"/>
                  </a:lnTo>
                  <a:lnTo>
                    <a:pt x="3591" y="4994"/>
                  </a:lnTo>
                  <a:lnTo>
                    <a:pt x="3932" y="4372"/>
                  </a:lnTo>
                  <a:lnTo>
                    <a:pt x="4293" y="3791"/>
                  </a:lnTo>
                  <a:lnTo>
                    <a:pt x="4674" y="3269"/>
                  </a:lnTo>
                  <a:lnTo>
                    <a:pt x="5055" y="2788"/>
                  </a:lnTo>
                  <a:lnTo>
                    <a:pt x="5255" y="2587"/>
                  </a:lnTo>
                  <a:lnTo>
                    <a:pt x="5436" y="2387"/>
                  </a:lnTo>
                  <a:lnTo>
                    <a:pt x="5436" y="2387"/>
                  </a:lnTo>
                  <a:lnTo>
                    <a:pt x="5636" y="2226"/>
                  </a:lnTo>
                  <a:lnTo>
                    <a:pt x="5837" y="2066"/>
                  </a:lnTo>
                  <a:lnTo>
                    <a:pt x="6077" y="1905"/>
                  </a:lnTo>
                  <a:lnTo>
                    <a:pt x="6338" y="1765"/>
                  </a:lnTo>
                  <a:lnTo>
                    <a:pt x="6599" y="1625"/>
                  </a:lnTo>
                  <a:lnTo>
                    <a:pt x="6900" y="1484"/>
                  </a:lnTo>
                  <a:lnTo>
                    <a:pt x="7541" y="1244"/>
                  </a:lnTo>
                  <a:lnTo>
                    <a:pt x="8263" y="1003"/>
                  </a:lnTo>
                  <a:lnTo>
                    <a:pt x="9025" y="802"/>
                  </a:lnTo>
                  <a:lnTo>
                    <a:pt x="9848" y="622"/>
                  </a:lnTo>
                  <a:lnTo>
                    <a:pt x="10710" y="462"/>
                  </a:lnTo>
                  <a:lnTo>
                    <a:pt x="10710" y="462"/>
                  </a:lnTo>
                  <a:lnTo>
                    <a:pt x="11653" y="321"/>
                  </a:lnTo>
                  <a:lnTo>
                    <a:pt x="12635" y="201"/>
                  </a:lnTo>
                  <a:lnTo>
                    <a:pt x="13638" y="121"/>
                  </a:lnTo>
                  <a:lnTo>
                    <a:pt x="14641" y="60"/>
                  </a:lnTo>
                  <a:lnTo>
                    <a:pt x="15664" y="0"/>
                  </a:lnTo>
                  <a:lnTo>
                    <a:pt x="16666" y="0"/>
                  </a:lnTo>
                  <a:lnTo>
                    <a:pt x="17669" y="0"/>
                  </a:lnTo>
                  <a:lnTo>
                    <a:pt x="18652" y="40"/>
                  </a:lnTo>
                  <a:lnTo>
                    <a:pt x="19614" y="81"/>
                  </a:lnTo>
                  <a:lnTo>
                    <a:pt x="20537" y="161"/>
                  </a:lnTo>
                  <a:lnTo>
                    <a:pt x="21399" y="261"/>
                  </a:lnTo>
                  <a:lnTo>
                    <a:pt x="22221" y="401"/>
                  </a:lnTo>
                  <a:lnTo>
                    <a:pt x="22983" y="542"/>
                  </a:lnTo>
                  <a:lnTo>
                    <a:pt x="23665" y="722"/>
                  </a:lnTo>
                  <a:lnTo>
                    <a:pt x="23986" y="823"/>
                  </a:lnTo>
                  <a:lnTo>
                    <a:pt x="24267" y="923"/>
                  </a:lnTo>
                  <a:lnTo>
                    <a:pt x="24548" y="1023"/>
                  </a:lnTo>
                  <a:lnTo>
                    <a:pt x="24788" y="1143"/>
                  </a:lnTo>
                  <a:lnTo>
                    <a:pt x="24788" y="1143"/>
                  </a:lnTo>
                  <a:lnTo>
                    <a:pt x="24989" y="1244"/>
                  </a:lnTo>
                  <a:lnTo>
                    <a:pt x="25209" y="1384"/>
                  </a:lnTo>
                  <a:lnTo>
                    <a:pt x="25410" y="1544"/>
                  </a:lnTo>
                  <a:lnTo>
                    <a:pt x="25611" y="1705"/>
                  </a:lnTo>
                  <a:lnTo>
                    <a:pt x="25831" y="1905"/>
                  </a:lnTo>
                  <a:lnTo>
                    <a:pt x="26032" y="2106"/>
                  </a:lnTo>
                  <a:lnTo>
                    <a:pt x="26473" y="2587"/>
                  </a:lnTo>
                  <a:lnTo>
                    <a:pt x="26894" y="3129"/>
                  </a:lnTo>
                  <a:lnTo>
                    <a:pt x="27315" y="3730"/>
                  </a:lnTo>
                  <a:lnTo>
                    <a:pt x="27756" y="4412"/>
                  </a:lnTo>
                  <a:lnTo>
                    <a:pt x="28157" y="5114"/>
                  </a:lnTo>
                  <a:lnTo>
                    <a:pt x="28579" y="5896"/>
                  </a:lnTo>
                  <a:lnTo>
                    <a:pt x="28980" y="6699"/>
                  </a:lnTo>
                  <a:lnTo>
                    <a:pt x="29361" y="7541"/>
                  </a:lnTo>
                  <a:lnTo>
                    <a:pt x="29742" y="8423"/>
                  </a:lnTo>
                  <a:lnTo>
                    <a:pt x="30103" y="9346"/>
                  </a:lnTo>
                  <a:lnTo>
                    <a:pt x="30424" y="10268"/>
                  </a:lnTo>
                  <a:lnTo>
                    <a:pt x="30744" y="11231"/>
                  </a:lnTo>
                  <a:lnTo>
                    <a:pt x="31045" y="12193"/>
                  </a:lnTo>
                  <a:lnTo>
                    <a:pt x="31306" y="13176"/>
                  </a:lnTo>
                  <a:lnTo>
                    <a:pt x="31547" y="14139"/>
                  </a:lnTo>
                  <a:lnTo>
                    <a:pt x="31747" y="15121"/>
                  </a:lnTo>
                  <a:lnTo>
                    <a:pt x="31908" y="16104"/>
                  </a:lnTo>
                  <a:lnTo>
                    <a:pt x="32048" y="17047"/>
                  </a:lnTo>
                  <a:lnTo>
                    <a:pt x="32148" y="17989"/>
                  </a:lnTo>
                  <a:lnTo>
                    <a:pt x="32208" y="18912"/>
                  </a:lnTo>
                  <a:lnTo>
                    <a:pt x="32229" y="19814"/>
                  </a:lnTo>
                  <a:lnTo>
                    <a:pt x="32188" y="20677"/>
                  </a:lnTo>
                  <a:lnTo>
                    <a:pt x="32168" y="21098"/>
                  </a:lnTo>
                  <a:lnTo>
                    <a:pt x="32108" y="21519"/>
                  </a:lnTo>
                  <a:lnTo>
                    <a:pt x="32068" y="21900"/>
                  </a:lnTo>
                  <a:lnTo>
                    <a:pt x="31988" y="22301"/>
                  </a:lnTo>
                  <a:lnTo>
                    <a:pt x="31908" y="22682"/>
                  </a:lnTo>
                  <a:lnTo>
                    <a:pt x="31807" y="23043"/>
                  </a:lnTo>
                  <a:lnTo>
                    <a:pt x="31707" y="23384"/>
                  </a:lnTo>
                  <a:lnTo>
                    <a:pt x="31587" y="23725"/>
                  </a:lnTo>
                  <a:lnTo>
                    <a:pt x="31446" y="24066"/>
                  </a:lnTo>
                  <a:lnTo>
                    <a:pt x="31286" y="24367"/>
                  </a:lnTo>
                  <a:lnTo>
                    <a:pt x="31126" y="24667"/>
                  </a:lnTo>
                  <a:lnTo>
                    <a:pt x="30945" y="24948"/>
                  </a:lnTo>
                  <a:lnTo>
                    <a:pt x="30744" y="25209"/>
                  </a:lnTo>
                  <a:lnTo>
                    <a:pt x="30544" y="2545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21"/>
            <p:cNvSpPr/>
            <p:nvPr/>
          </p:nvSpPr>
          <p:spPr>
            <a:xfrm>
              <a:off x="11410250" y="4044225"/>
              <a:ext cx="69225" cy="547000"/>
            </a:xfrm>
            <a:custGeom>
              <a:avLst/>
              <a:gdLst/>
              <a:ahLst/>
              <a:cxnLst/>
              <a:rect l="l" t="t" r="r" b="b"/>
              <a:pathLst>
                <a:path w="2769" h="21880" extrusionOk="0">
                  <a:moveTo>
                    <a:pt x="843" y="0"/>
                  </a:moveTo>
                  <a:lnTo>
                    <a:pt x="843" y="421"/>
                  </a:lnTo>
                  <a:lnTo>
                    <a:pt x="1063" y="361"/>
                  </a:lnTo>
                  <a:lnTo>
                    <a:pt x="1304" y="341"/>
                  </a:lnTo>
                  <a:lnTo>
                    <a:pt x="1344" y="361"/>
                  </a:lnTo>
                  <a:lnTo>
                    <a:pt x="1344" y="0"/>
                  </a:lnTo>
                  <a:close/>
                  <a:moveTo>
                    <a:pt x="863" y="3690"/>
                  </a:moveTo>
                  <a:lnTo>
                    <a:pt x="923" y="9105"/>
                  </a:lnTo>
                  <a:lnTo>
                    <a:pt x="923" y="9306"/>
                  </a:lnTo>
                  <a:lnTo>
                    <a:pt x="522" y="9145"/>
                  </a:lnTo>
                  <a:lnTo>
                    <a:pt x="101" y="9005"/>
                  </a:lnTo>
                  <a:lnTo>
                    <a:pt x="81" y="9005"/>
                  </a:lnTo>
                  <a:lnTo>
                    <a:pt x="41" y="9025"/>
                  </a:lnTo>
                  <a:lnTo>
                    <a:pt x="21" y="9065"/>
                  </a:lnTo>
                  <a:lnTo>
                    <a:pt x="21" y="9105"/>
                  </a:lnTo>
                  <a:lnTo>
                    <a:pt x="41" y="9145"/>
                  </a:lnTo>
                  <a:lnTo>
                    <a:pt x="743" y="9526"/>
                  </a:lnTo>
                  <a:lnTo>
                    <a:pt x="41" y="9907"/>
                  </a:lnTo>
                  <a:lnTo>
                    <a:pt x="1" y="9947"/>
                  </a:lnTo>
                  <a:lnTo>
                    <a:pt x="1" y="9988"/>
                  </a:lnTo>
                  <a:lnTo>
                    <a:pt x="21" y="10008"/>
                  </a:lnTo>
                  <a:lnTo>
                    <a:pt x="61" y="10028"/>
                  </a:lnTo>
                  <a:lnTo>
                    <a:pt x="101" y="10028"/>
                  </a:lnTo>
                  <a:lnTo>
                    <a:pt x="522" y="9847"/>
                  </a:lnTo>
                  <a:lnTo>
                    <a:pt x="943" y="9707"/>
                  </a:lnTo>
                  <a:lnTo>
                    <a:pt x="1003" y="16946"/>
                  </a:lnTo>
                  <a:lnTo>
                    <a:pt x="1003" y="19313"/>
                  </a:lnTo>
                  <a:lnTo>
                    <a:pt x="161" y="19353"/>
                  </a:lnTo>
                  <a:lnTo>
                    <a:pt x="141" y="19373"/>
                  </a:lnTo>
                  <a:lnTo>
                    <a:pt x="101" y="19373"/>
                  </a:lnTo>
                  <a:lnTo>
                    <a:pt x="81" y="19433"/>
                  </a:lnTo>
                  <a:lnTo>
                    <a:pt x="101" y="19493"/>
                  </a:lnTo>
                  <a:lnTo>
                    <a:pt x="121" y="19513"/>
                  </a:lnTo>
                  <a:lnTo>
                    <a:pt x="161" y="19513"/>
                  </a:lnTo>
                  <a:lnTo>
                    <a:pt x="1003" y="19594"/>
                  </a:lnTo>
                  <a:lnTo>
                    <a:pt x="1003" y="20516"/>
                  </a:lnTo>
                  <a:lnTo>
                    <a:pt x="121" y="20777"/>
                  </a:lnTo>
                  <a:lnTo>
                    <a:pt x="101" y="20797"/>
                  </a:lnTo>
                  <a:lnTo>
                    <a:pt x="81" y="20817"/>
                  </a:lnTo>
                  <a:lnTo>
                    <a:pt x="61" y="20877"/>
                  </a:lnTo>
                  <a:lnTo>
                    <a:pt x="81" y="20917"/>
                  </a:lnTo>
                  <a:lnTo>
                    <a:pt x="121" y="20937"/>
                  </a:lnTo>
                  <a:lnTo>
                    <a:pt x="161" y="20937"/>
                  </a:lnTo>
                  <a:lnTo>
                    <a:pt x="1003" y="20797"/>
                  </a:lnTo>
                  <a:lnTo>
                    <a:pt x="1023" y="21760"/>
                  </a:lnTo>
                  <a:lnTo>
                    <a:pt x="1525" y="21880"/>
                  </a:lnTo>
                  <a:lnTo>
                    <a:pt x="1525" y="20697"/>
                  </a:lnTo>
                  <a:lnTo>
                    <a:pt x="1846" y="20616"/>
                  </a:lnTo>
                  <a:lnTo>
                    <a:pt x="2146" y="20516"/>
                  </a:lnTo>
                  <a:lnTo>
                    <a:pt x="2447" y="20416"/>
                  </a:lnTo>
                  <a:lnTo>
                    <a:pt x="2708" y="20275"/>
                  </a:lnTo>
                  <a:lnTo>
                    <a:pt x="2748" y="20235"/>
                  </a:lnTo>
                  <a:lnTo>
                    <a:pt x="2768" y="20155"/>
                  </a:lnTo>
                  <a:lnTo>
                    <a:pt x="2728" y="20115"/>
                  </a:lnTo>
                  <a:lnTo>
                    <a:pt x="2708" y="20095"/>
                  </a:lnTo>
                  <a:lnTo>
                    <a:pt x="2668" y="20095"/>
                  </a:lnTo>
                  <a:lnTo>
                    <a:pt x="2367" y="20135"/>
                  </a:lnTo>
                  <a:lnTo>
                    <a:pt x="2086" y="20195"/>
                  </a:lnTo>
                  <a:lnTo>
                    <a:pt x="1525" y="20376"/>
                  </a:lnTo>
                  <a:lnTo>
                    <a:pt x="1505" y="19614"/>
                  </a:lnTo>
                  <a:lnTo>
                    <a:pt x="1846" y="19614"/>
                  </a:lnTo>
                  <a:lnTo>
                    <a:pt x="1906" y="19594"/>
                  </a:lnTo>
                  <a:lnTo>
                    <a:pt x="1946" y="19554"/>
                  </a:lnTo>
                  <a:lnTo>
                    <a:pt x="1966" y="19513"/>
                  </a:lnTo>
                  <a:lnTo>
                    <a:pt x="1966" y="19473"/>
                  </a:lnTo>
                  <a:lnTo>
                    <a:pt x="1966" y="19433"/>
                  </a:lnTo>
                  <a:lnTo>
                    <a:pt x="1946" y="19393"/>
                  </a:lnTo>
                  <a:lnTo>
                    <a:pt x="1906" y="19353"/>
                  </a:lnTo>
                  <a:lnTo>
                    <a:pt x="1846" y="19333"/>
                  </a:lnTo>
                  <a:lnTo>
                    <a:pt x="1505" y="19313"/>
                  </a:lnTo>
                  <a:lnTo>
                    <a:pt x="1465" y="17969"/>
                  </a:lnTo>
                  <a:lnTo>
                    <a:pt x="1445" y="16606"/>
                  </a:lnTo>
                  <a:lnTo>
                    <a:pt x="1404" y="9927"/>
                  </a:lnTo>
                  <a:lnTo>
                    <a:pt x="1404" y="9927"/>
                  </a:lnTo>
                  <a:lnTo>
                    <a:pt x="1665" y="10088"/>
                  </a:lnTo>
                  <a:lnTo>
                    <a:pt x="1725" y="10088"/>
                  </a:lnTo>
                  <a:lnTo>
                    <a:pt x="1785" y="10068"/>
                  </a:lnTo>
                  <a:lnTo>
                    <a:pt x="1846" y="10028"/>
                  </a:lnTo>
                  <a:lnTo>
                    <a:pt x="1866" y="9967"/>
                  </a:lnTo>
                  <a:lnTo>
                    <a:pt x="1846" y="9927"/>
                  </a:lnTo>
                  <a:lnTo>
                    <a:pt x="1826" y="9907"/>
                  </a:lnTo>
                  <a:lnTo>
                    <a:pt x="1625" y="9727"/>
                  </a:lnTo>
                  <a:lnTo>
                    <a:pt x="1404" y="9566"/>
                  </a:lnTo>
                  <a:lnTo>
                    <a:pt x="1404" y="9526"/>
                  </a:lnTo>
                  <a:lnTo>
                    <a:pt x="1846" y="9386"/>
                  </a:lnTo>
                  <a:lnTo>
                    <a:pt x="2267" y="9205"/>
                  </a:lnTo>
                  <a:lnTo>
                    <a:pt x="2247" y="8965"/>
                  </a:lnTo>
                  <a:lnTo>
                    <a:pt x="2026" y="9005"/>
                  </a:lnTo>
                  <a:lnTo>
                    <a:pt x="1805" y="9065"/>
                  </a:lnTo>
                  <a:lnTo>
                    <a:pt x="1404" y="9225"/>
                  </a:lnTo>
                  <a:lnTo>
                    <a:pt x="1404" y="8945"/>
                  </a:lnTo>
                  <a:lnTo>
                    <a:pt x="1384" y="4974"/>
                  </a:lnTo>
                  <a:lnTo>
                    <a:pt x="1324" y="4854"/>
                  </a:lnTo>
                  <a:lnTo>
                    <a:pt x="1104" y="4252"/>
                  </a:lnTo>
                  <a:lnTo>
                    <a:pt x="863" y="369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21"/>
            <p:cNvSpPr/>
            <p:nvPr/>
          </p:nvSpPr>
          <p:spPr>
            <a:xfrm>
              <a:off x="11431300" y="4044225"/>
              <a:ext cx="12575" cy="10550"/>
            </a:xfrm>
            <a:custGeom>
              <a:avLst/>
              <a:gdLst/>
              <a:ahLst/>
              <a:cxnLst/>
              <a:rect l="l" t="t" r="r" b="b"/>
              <a:pathLst>
                <a:path w="503" h="422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421"/>
                  </a:lnTo>
                  <a:lnTo>
                    <a:pt x="1" y="421"/>
                  </a:lnTo>
                  <a:lnTo>
                    <a:pt x="221" y="361"/>
                  </a:lnTo>
                  <a:lnTo>
                    <a:pt x="221" y="361"/>
                  </a:lnTo>
                  <a:lnTo>
                    <a:pt x="221" y="361"/>
                  </a:lnTo>
                  <a:lnTo>
                    <a:pt x="462" y="341"/>
                  </a:lnTo>
                  <a:lnTo>
                    <a:pt x="462" y="341"/>
                  </a:lnTo>
                  <a:lnTo>
                    <a:pt x="502" y="361"/>
                  </a:lnTo>
                  <a:lnTo>
                    <a:pt x="502" y="361"/>
                  </a:lnTo>
                  <a:lnTo>
                    <a:pt x="502" y="0"/>
                  </a:lnTo>
                  <a:lnTo>
                    <a:pt x="502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21"/>
            <p:cNvSpPr/>
            <p:nvPr/>
          </p:nvSpPr>
          <p:spPr>
            <a:xfrm>
              <a:off x="11161575" y="3984550"/>
              <a:ext cx="480825" cy="673375"/>
            </a:xfrm>
            <a:custGeom>
              <a:avLst/>
              <a:gdLst/>
              <a:ahLst/>
              <a:cxnLst/>
              <a:rect l="l" t="t" r="r" b="b"/>
              <a:pathLst>
                <a:path w="19233" h="26935" extrusionOk="0">
                  <a:moveTo>
                    <a:pt x="462" y="1"/>
                  </a:moveTo>
                  <a:lnTo>
                    <a:pt x="462" y="362"/>
                  </a:lnTo>
                  <a:lnTo>
                    <a:pt x="442" y="763"/>
                  </a:lnTo>
                  <a:lnTo>
                    <a:pt x="341" y="1625"/>
                  </a:lnTo>
                  <a:lnTo>
                    <a:pt x="121" y="3490"/>
                  </a:lnTo>
                  <a:lnTo>
                    <a:pt x="41" y="4413"/>
                  </a:lnTo>
                  <a:lnTo>
                    <a:pt x="1" y="4834"/>
                  </a:lnTo>
                  <a:lnTo>
                    <a:pt x="1" y="5255"/>
                  </a:lnTo>
                  <a:lnTo>
                    <a:pt x="1" y="5656"/>
                  </a:lnTo>
                  <a:lnTo>
                    <a:pt x="41" y="6017"/>
                  </a:lnTo>
                  <a:lnTo>
                    <a:pt x="81" y="6338"/>
                  </a:lnTo>
                  <a:lnTo>
                    <a:pt x="181" y="6619"/>
                  </a:lnTo>
                  <a:lnTo>
                    <a:pt x="281" y="6880"/>
                  </a:lnTo>
                  <a:lnTo>
                    <a:pt x="422" y="7140"/>
                  </a:lnTo>
                  <a:lnTo>
                    <a:pt x="763" y="7742"/>
                  </a:lnTo>
                  <a:lnTo>
                    <a:pt x="943" y="6639"/>
                  </a:lnTo>
                  <a:lnTo>
                    <a:pt x="1144" y="5576"/>
                  </a:lnTo>
                  <a:lnTo>
                    <a:pt x="1284" y="4974"/>
                  </a:lnTo>
                  <a:lnTo>
                    <a:pt x="1424" y="4373"/>
                  </a:lnTo>
                  <a:lnTo>
                    <a:pt x="1585" y="3771"/>
                  </a:lnTo>
                  <a:lnTo>
                    <a:pt x="1745" y="3190"/>
                  </a:lnTo>
                  <a:lnTo>
                    <a:pt x="1926" y="2608"/>
                  </a:lnTo>
                  <a:lnTo>
                    <a:pt x="2126" y="2026"/>
                  </a:lnTo>
                  <a:lnTo>
                    <a:pt x="2347" y="1445"/>
                  </a:lnTo>
                  <a:lnTo>
                    <a:pt x="2568" y="883"/>
                  </a:lnTo>
                  <a:lnTo>
                    <a:pt x="2026" y="683"/>
                  </a:lnTo>
                  <a:lnTo>
                    <a:pt x="1485" y="462"/>
                  </a:lnTo>
                  <a:lnTo>
                    <a:pt x="963" y="242"/>
                  </a:lnTo>
                  <a:lnTo>
                    <a:pt x="462" y="1"/>
                  </a:lnTo>
                  <a:close/>
                  <a:moveTo>
                    <a:pt x="11472" y="24267"/>
                  </a:moveTo>
                  <a:lnTo>
                    <a:pt x="11452" y="24909"/>
                  </a:lnTo>
                  <a:lnTo>
                    <a:pt x="11432" y="25550"/>
                  </a:lnTo>
                  <a:lnTo>
                    <a:pt x="11392" y="26192"/>
                  </a:lnTo>
                  <a:lnTo>
                    <a:pt x="11331" y="26834"/>
                  </a:lnTo>
                  <a:lnTo>
                    <a:pt x="11311" y="26894"/>
                  </a:lnTo>
                  <a:lnTo>
                    <a:pt x="11271" y="26914"/>
                  </a:lnTo>
                  <a:lnTo>
                    <a:pt x="12274" y="26874"/>
                  </a:lnTo>
                  <a:lnTo>
                    <a:pt x="13277" y="26794"/>
                  </a:lnTo>
                  <a:lnTo>
                    <a:pt x="14299" y="26653"/>
                  </a:lnTo>
                  <a:lnTo>
                    <a:pt x="15302" y="26473"/>
                  </a:lnTo>
                  <a:lnTo>
                    <a:pt x="15803" y="26373"/>
                  </a:lnTo>
                  <a:lnTo>
                    <a:pt x="16305" y="26252"/>
                  </a:lnTo>
                  <a:lnTo>
                    <a:pt x="16806" y="26132"/>
                  </a:lnTo>
                  <a:lnTo>
                    <a:pt x="17288" y="25992"/>
                  </a:lnTo>
                  <a:lnTo>
                    <a:pt x="17789" y="25831"/>
                  </a:lnTo>
                  <a:lnTo>
                    <a:pt x="18270" y="25671"/>
                  </a:lnTo>
                  <a:lnTo>
                    <a:pt x="18752" y="25490"/>
                  </a:lnTo>
                  <a:lnTo>
                    <a:pt x="19233" y="25310"/>
                  </a:lnTo>
                  <a:lnTo>
                    <a:pt x="18812" y="24768"/>
                  </a:lnTo>
                  <a:lnTo>
                    <a:pt x="17809" y="24828"/>
                  </a:lnTo>
                  <a:lnTo>
                    <a:pt x="16786" y="24848"/>
                  </a:lnTo>
                  <a:lnTo>
                    <a:pt x="16124" y="24828"/>
                  </a:lnTo>
                  <a:lnTo>
                    <a:pt x="15443" y="24808"/>
                  </a:lnTo>
                  <a:lnTo>
                    <a:pt x="14781" y="24768"/>
                  </a:lnTo>
                  <a:lnTo>
                    <a:pt x="14099" y="24708"/>
                  </a:lnTo>
                  <a:lnTo>
                    <a:pt x="13437" y="24628"/>
                  </a:lnTo>
                  <a:lnTo>
                    <a:pt x="12775" y="24528"/>
                  </a:lnTo>
                  <a:lnTo>
                    <a:pt x="12113" y="24407"/>
                  </a:lnTo>
                  <a:lnTo>
                    <a:pt x="11472" y="24267"/>
                  </a:lnTo>
                  <a:close/>
                  <a:moveTo>
                    <a:pt x="3570" y="20296"/>
                  </a:moveTo>
                  <a:lnTo>
                    <a:pt x="3650" y="20597"/>
                  </a:lnTo>
                  <a:lnTo>
                    <a:pt x="3731" y="20898"/>
                  </a:lnTo>
                  <a:lnTo>
                    <a:pt x="3771" y="21199"/>
                  </a:lnTo>
                  <a:lnTo>
                    <a:pt x="3811" y="21519"/>
                  </a:lnTo>
                  <a:lnTo>
                    <a:pt x="3811" y="21840"/>
                  </a:lnTo>
                  <a:lnTo>
                    <a:pt x="3811" y="22161"/>
                  </a:lnTo>
                  <a:lnTo>
                    <a:pt x="3771" y="22482"/>
                  </a:lnTo>
                  <a:lnTo>
                    <a:pt x="3711" y="22823"/>
                  </a:lnTo>
                  <a:lnTo>
                    <a:pt x="3630" y="23124"/>
                  </a:lnTo>
                  <a:lnTo>
                    <a:pt x="3510" y="23445"/>
                  </a:lnTo>
                  <a:lnTo>
                    <a:pt x="3350" y="23765"/>
                  </a:lnTo>
                  <a:lnTo>
                    <a:pt x="3169" y="24106"/>
                  </a:lnTo>
                  <a:lnTo>
                    <a:pt x="2929" y="24467"/>
                  </a:lnTo>
                  <a:lnTo>
                    <a:pt x="2688" y="24828"/>
                  </a:lnTo>
                  <a:lnTo>
                    <a:pt x="2407" y="25209"/>
                  </a:lnTo>
                  <a:lnTo>
                    <a:pt x="2106" y="25570"/>
                  </a:lnTo>
                  <a:lnTo>
                    <a:pt x="3049" y="25871"/>
                  </a:lnTo>
                  <a:lnTo>
                    <a:pt x="4052" y="26132"/>
                  </a:lnTo>
                  <a:lnTo>
                    <a:pt x="5074" y="26373"/>
                  </a:lnTo>
                  <a:lnTo>
                    <a:pt x="6137" y="26553"/>
                  </a:lnTo>
                  <a:lnTo>
                    <a:pt x="7220" y="26714"/>
                  </a:lnTo>
                  <a:lnTo>
                    <a:pt x="8343" y="26834"/>
                  </a:lnTo>
                  <a:lnTo>
                    <a:pt x="9466" y="26894"/>
                  </a:lnTo>
                  <a:lnTo>
                    <a:pt x="10028" y="26914"/>
                  </a:lnTo>
                  <a:lnTo>
                    <a:pt x="10589" y="26934"/>
                  </a:lnTo>
                  <a:lnTo>
                    <a:pt x="11191" y="26914"/>
                  </a:lnTo>
                  <a:lnTo>
                    <a:pt x="11151" y="26894"/>
                  </a:lnTo>
                  <a:lnTo>
                    <a:pt x="11131" y="26854"/>
                  </a:lnTo>
                  <a:lnTo>
                    <a:pt x="11071" y="26192"/>
                  </a:lnTo>
                  <a:lnTo>
                    <a:pt x="11031" y="25510"/>
                  </a:lnTo>
                  <a:lnTo>
                    <a:pt x="10990" y="24828"/>
                  </a:lnTo>
                  <a:lnTo>
                    <a:pt x="10970" y="24147"/>
                  </a:lnTo>
                  <a:lnTo>
                    <a:pt x="10268" y="23946"/>
                  </a:lnTo>
                  <a:lnTo>
                    <a:pt x="9567" y="23745"/>
                  </a:lnTo>
                  <a:lnTo>
                    <a:pt x="8865" y="23505"/>
                  </a:lnTo>
                  <a:lnTo>
                    <a:pt x="8183" y="23244"/>
                  </a:lnTo>
                  <a:lnTo>
                    <a:pt x="7541" y="22983"/>
                  </a:lnTo>
                  <a:lnTo>
                    <a:pt x="6919" y="22683"/>
                  </a:lnTo>
                  <a:lnTo>
                    <a:pt x="6298" y="22342"/>
                  </a:lnTo>
                  <a:lnTo>
                    <a:pt x="5716" y="22001"/>
                  </a:lnTo>
                  <a:lnTo>
                    <a:pt x="5135" y="21620"/>
                  </a:lnTo>
                  <a:lnTo>
                    <a:pt x="4593" y="21199"/>
                  </a:lnTo>
                  <a:lnTo>
                    <a:pt x="4072" y="20777"/>
                  </a:lnTo>
                  <a:lnTo>
                    <a:pt x="3570" y="20296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21"/>
            <p:cNvSpPr/>
            <p:nvPr/>
          </p:nvSpPr>
          <p:spPr>
            <a:xfrm>
              <a:off x="11443350" y="4591200"/>
              <a:ext cx="199050" cy="66225"/>
            </a:xfrm>
            <a:custGeom>
              <a:avLst/>
              <a:gdLst/>
              <a:ahLst/>
              <a:cxnLst/>
              <a:rect l="l" t="t" r="r" b="b"/>
              <a:pathLst>
                <a:path w="7962" h="2649" fill="none" extrusionOk="0">
                  <a:moveTo>
                    <a:pt x="201" y="1"/>
                  </a:moveTo>
                  <a:lnTo>
                    <a:pt x="201" y="1"/>
                  </a:lnTo>
                  <a:lnTo>
                    <a:pt x="181" y="643"/>
                  </a:lnTo>
                  <a:lnTo>
                    <a:pt x="161" y="1284"/>
                  </a:lnTo>
                  <a:lnTo>
                    <a:pt x="121" y="1926"/>
                  </a:lnTo>
                  <a:lnTo>
                    <a:pt x="60" y="2568"/>
                  </a:lnTo>
                  <a:lnTo>
                    <a:pt x="60" y="2568"/>
                  </a:lnTo>
                  <a:lnTo>
                    <a:pt x="40" y="2628"/>
                  </a:lnTo>
                  <a:lnTo>
                    <a:pt x="0" y="2648"/>
                  </a:lnTo>
                  <a:lnTo>
                    <a:pt x="0" y="2648"/>
                  </a:lnTo>
                  <a:lnTo>
                    <a:pt x="1003" y="2608"/>
                  </a:lnTo>
                  <a:lnTo>
                    <a:pt x="2006" y="2528"/>
                  </a:lnTo>
                  <a:lnTo>
                    <a:pt x="3028" y="2387"/>
                  </a:lnTo>
                  <a:lnTo>
                    <a:pt x="4031" y="2207"/>
                  </a:lnTo>
                  <a:lnTo>
                    <a:pt x="4532" y="2107"/>
                  </a:lnTo>
                  <a:lnTo>
                    <a:pt x="5034" y="1986"/>
                  </a:lnTo>
                  <a:lnTo>
                    <a:pt x="5535" y="1866"/>
                  </a:lnTo>
                  <a:lnTo>
                    <a:pt x="6017" y="1726"/>
                  </a:lnTo>
                  <a:lnTo>
                    <a:pt x="6518" y="1565"/>
                  </a:lnTo>
                  <a:lnTo>
                    <a:pt x="6999" y="1405"/>
                  </a:lnTo>
                  <a:lnTo>
                    <a:pt x="7481" y="1224"/>
                  </a:lnTo>
                  <a:lnTo>
                    <a:pt x="7962" y="1044"/>
                  </a:lnTo>
                  <a:lnTo>
                    <a:pt x="7962" y="1044"/>
                  </a:lnTo>
                  <a:lnTo>
                    <a:pt x="7541" y="502"/>
                  </a:lnTo>
                  <a:lnTo>
                    <a:pt x="7541" y="502"/>
                  </a:lnTo>
                  <a:lnTo>
                    <a:pt x="6538" y="562"/>
                  </a:lnTo>
                  <a:lnTo>
                    <a:pt x="5515" y="582"/>
                  </a:lnTo>
                  <a:lnTo>
                    <a:pt x="5515" y="582"/>
                  </a:lnTo>
                  <a:lnTo>
                    <a:pt x="4853" y="562"/>
                  </a:lnTo>
                  <a:lnTo>
                    <a:pt x="4172" y="542"/>
                  </a:lnTo>
                  <a:lnTo>
                    <a:pt x="3510" y="502"/>
                  </a:lnTo>
                  <a:lnTo>
                    <a:pt x="2828" y="442"/>
                  </a:lnTo>
                  <a:lnTo>
                    <a:pt x="2166" y="362"/>
                  </a:lnTo>
                  <a:lnTo>
                    <a:pt x="1504" y="262"/>
                  </a:lnTo>
                  <a:lnTo>
                    <a:pt x="842" y="141"/>
                  </a:lnTo>
                  <a:lnTo>
                    <a:pt x="20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21"/>
            <p:cNvSpPr/>
            <p:nvPr/>
          </p:nvSpPr>
          <p:spPr>
            <a:xfrm>
              <a:off x="11214225" y="4491950"/>
              <a:ext cx="227125" cy="165975"/>
            </a:xfrm>
            <a:custGeom>
              <a:avLst/>
              <a:gdLst/>
              <a:ahLst/>
              <a:cxnLst/>
              <a:rect l="l" t="t" r="r" b="b"/>
              <a:pathLst>
                <a:path w="9085" h="6639" fill="none" extrusionOk="0">
                  <a:moveTo>
                    <a:pt x="1464" y="0"/>
                  </a:moveTo>
                  <a:lnTo>
                    <a:pt x="1464" y="0"/>
                  </a:lnTo>
                  <a:lnTo>
                    <a:pt x="1544" y="301"/>
                  </a:lnTo>
                  <a:lnTo>
                    <a:pt x="1625" y="602"/>
                  </a:lnTo>
                  <a:lnTo>
                    <a:pt x="1665" y="903"/>
                  </a:lnTo>
                  <a:lnTo>
                    <a:pt x="1705" y="1223"/>
                  </a:lnTo>
                  <a:lnTo>
                    <a:pt x="1705" y="1544"/>
                  </a:lnTo>
                  <a:lnTo>
                    <a:pt x="1705" y="1865"/>
                  </a:lnTo>
                  <a:lnTo>
                    <a:pt x="1665" y="2186"/>
                  </a:lnTo>
                  <a:lnTo>
                    <a:pt x="1605" y="2527"/>
                  </a:lnTo>
                  <a:lnTo>
                    <a:pt x="1605" y="2527"/>
                  </a:lnTo>
                  <a:lnTo>
                    <a:pt x="1524" y="2828"/>
                  </a:lnTo>
                  <a:lnTo>
                    <a:pt x="1404" y="3149"/>
                  </a:lnTo>
                  <a:lnTo>
                    <a:pt x="1244" y="3469"/>
                  </a:lnTo>
                  <a:lnTo>
                    <a:pt x="1063" y="3810"/>
                  </a:lnTo>
                  <a:lnTo>
                    <a:pt x="823" y="4171"/>
                  </a:lnTo>
                  <a:lnTo>
                    <a:pt x="582" y="4532"/>
                  </a:lnTo>
                  <a:lnTo>
                    <a:pt x="301" y="4913"/>
                  </a:lnTo>
                  <a:lnTo>
                    <a:pt x="0" y="5274"/>
                  </a:lnTo>
                  <a:lnTo>
                    <a:pt x="0" y="5274"/>
                  </a:lnTo>
                  <a:lnTo>
                    <a:pt x="943" y="5575"/>
                  </a:lnTo>
                  <a:lnTo>
                    <a:pt x="1946" y="5836"/>
                  </a:lnTo>
                  <a:lnTo>
                    <a:pt x="2968" y="6077"/>
                  </a:lnTo>
                  <a:lnTo>
                    <a:pt x="4031" y="6257"/>
                  </a:lnTo>
                  <a:lnTo>
                    <a:pt x="5114" y="6418"/>
                  </a:lnTo>
                  <a:lnTo>
                    <a:pt x="6237" y="6538"/>
                  </a:lnTo>
                  <a:lnTo>
                    <a:pt x="7360" y="6598"/>
                  </a:lnTo>
                  <a:lnTo>
                    <a:pt x="7922" y="6618"/>
                  </a:lnTo>
                  <a:lnTo>
                    <a:pt x="8483" y="6638"/>
                  </a:lnTo>
                  <a:lnTo>
                    <a:pt x="8483" y="6638"/>
                  </a:lnTo>
                  <a:lnTo>
                    <a:pt x="9085" y="6618"/>
                  </a:lnTo>
                  <a:lnTo>
                    <a:pt x="9085" y="6618"/>
                  </a:lnTo>
                  <a:lnTo>
                    <a:pt x="9045" y="6598"/>
                  </a:lnTo>
                  <a:lnTo>
                    <a:pt x="9025" y="6558"/>
                  </a:lnTo>
                  <a:lnTo>
                    <a:pt x="9025" y="6558"/>
                  </a:lnTo>
                  <a:lnTo>
                    <a:pt x="8965" y="5896"/>
                  </a:lnTo>
                  <a:lnTo>
                    <a:pt x="8925" y="5214"/>
                  </a:lnTo>
                  <a:lnTo>
                    <a:pt x="8884" y="4532"/>
                  </a:lnTo>
                  <a:lnTo>
                    <a:pt x="8864" y="3851"/>
                  </a:lnTo>
                  <a:lnTo>
                    <a:pt x="8864" y="3851"/>
                  </a:lnTo>
                  <a:lnTo>
                    <a:pt x="8162" y="3650"/>
                  </a:lnTo>
                  <a:lnTo>
                    <a:pt x="7461" y="3449"/>
                  </a:lnTo>
                  <a:lnTo>
                    <a:pt x="6759" y="3209"/>
                  </a:lnTo>
                  <a:lnTo>
                    <a:pt x="6077" y="2948"/>
                  </a:lnTo>
                  <a:lnTo>
                    <a:pt x="6077" y="2948"/>
                  </a:lnTo>
                  <a:lnTo>
                    <a:pt x="5435" y="2687"/>
                  </a:lnTo>
                  <a:lnTo>
                    <a:pt x="4813" y="2387"/>
                  </a:lnTo>
                  <a:lnTo>
                    <a:pt x="4192" y="2046"/>
                  </a:lnTo>
                  <a:lnTo>
                    <a:pt x="3610" y="1705"/>
                  </a:lnTo>
                  <a:lnTo>
                    <a:pt x="3029" y="1324"/>
                  </a:lnTo>
                  <a:lnTo>
                    <a:pt x="2487" y="903"/>
                  </a:lnTo>
                  <a:lnTo>
                    <a:pt x="1966" y="481"/>
                  </a:lnTo>
                  <a:lnTo>
                    <a:pt x="146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21"/>
            <p:cNvSpPr/>
            <p:nvPr/>
          </p:nvSpPr>
          <p:spPr>
            <a:xfrm>
              <a:off x="11161575" y="3984550"/>
              <a:ext cx="64200" cy="193550"/>
            </a:xfrm>
            <a:custGeom>
              <a:avLst/>
              <a:gdLst/>
              <a:ahLst/>
              <a:cxnLst/>
              <a:rect l="l" t="t" r="r" b="b"/>
              <a:pathLst>
                <a:path w="2568" h="7742" fill="none" extrusionOk="0">
                  <a:moveTo>
                    <a:pt x="462" y="1"/>
                  </a:moveTo>
                  <a:lnTo>
                    <a:pt x="462" y="1"/>
                  </a:lnTo>
                  <a:lnTo>
                    <a:pt x="462" y="362"/>
                  </a:lnTo>
                  <a:lnTo>
                    <a:pt x="442" y="763"/>
                  </a:lnTo>
                  <a:lnTo>
                    <a:pt x="341" y="1625"/>
                  </a:lnTo>
                  <a:lnTo>
                    <a:pt x="121" y="3490"/>
                  </a:lnTo>
                  <a:lnTo>
                    <a:pt x="41" y="4413"/>
                  </a:lnTo>
                  <a:lnTo>
                    <a:pt x="1" y="4834"/>
                  </a:lnTo>
                  <a:lnTo>
                    <a:pt x="1" y="5255"/>
                  </a:lnTo>
                  <a:lnTo>
                    <a:pt x="1" y="5656"/>
                  </a:lnTo>
                  <a:lnTo>
                    <a:pt x="41" y="6017"/>
                  </a:lnTo>
                  <a:lnTo>
                    <a:pt x="81" y="6338"/>
                  </a:lnTo>
                  <a:lnTo>
                    <a:pt x="181" y="6619"/>
                  </a:lnTo>
                  <a:lnTo>
                    <a:pt x="181" y="6619"/>
                  </a:lnTo>
                  <a:lnTo>
                    <a:pt x="281" y="6880"/>
                  </a:lnTo>
                  <a:lnTo>
                    <a:pt x="422" y="7140"/>
                  </a:lnTo>
                  <a:lnTo>
                    <a:pt x="763" y="7742"/>
                  </a:lnTo>
                  <a:lnTo>
                    <a:pt x="763" y="7742"/>
                  </a:lnTo>
                  <a:lnTo>
                    <a:pt x="943" y="6639"/>
                  </a:lnTo>
                  <a:lnTo>
                    <a:pt x="1144" y="5576"/>
                  </a:lnTo>
                  <a:lnTo>
                    <a:pt x="1144" y="5576"/>
                  </a:lnTo>
                  <a:lnTo>
                    <a:pt x="1284" y="4974"/>
                  </a:lnTo>
                  <a:lnTo>
                    <a:pt x="1424" y="4373"/>
                  </a:lnTo>
                  <a:lnTo>
                    <a:pt x="1585" y="3771"/>
                  </a:lnTo>
                  <a:lnTo>
                    <a:pt x="1745" y="3190"/>
                  </a:lnTo>
                  <a:lnTo>
                    <a:pt x="1926" y="2608"/>
                  </a:lnTo>
                  <a:lnTo>
                    <a:pt x="2126" y="2026"/>
                  </a:lnTo>
                  <a:lnTo>
                    <a:pt x="2347" y="1445"/>
                  </a:lnTo>
                  <a:lnTo>
                    <a:pt x="2568" y="883"/>
                  </a:lnTo>
                  <a:lnTo>
                    <a:pt x="2568" y="883"/>
                  </a:lnTo>
                  <a:lnTo>
                    <a:pt x="2026" y="683"/>
                  </a:lnTo>
                  <a:lnTo>
                    <a:pt x="1485" y="462"/>
                  </a:lnTo>
                  <a:lnTo>
                    <a:pt x="963" y="242"/>
                  </a:lnTo>
                  <a:lnTo>
                    <a:pt x="4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21"/>
            <p:cNvSpPr/>
            <p:nvPr/>
          </p:nvSpPr>
          <p:spPr>
            <a:xfrm>
              <a:off x="11435825" y="4588200"/>
              <a:ext cx="12550" cy="69225"/>
            </a:xfrm>
            <a:custGeom>
              <a:avLst/>
              <a:gdLst/>
              <a:ahLst/>
              <a:cxnLst/>
              <a:rect l="l" t="t" r="r" b="b"/>
              <a:pathLst>
                <a:path w="502" h="2769" extrusionOk="0">
                  <a:moveTo>
                    <a:pt x="0" y="1"/>
                  </a:moveTo>
                  <a:lnTo>
                    <a:pt x="20" y="682"/>
                  </a:lnTo>
                  <a:lnTo>
                    <a:pt x="61" y="1364"/>
                  </a:lnTo>
                  <a:lnTo>
                    <a:pt x="101" y="2046"/>
                  </a:lnTo>
                  <a:lnTo>
                    <a:pt x="161" y="2708"/>
                  </a:lnTo>
                  <a:lnTo>
                    <a:pt x="181" y="2748"/>
                  </a:lnTo>
                  <a:lnTo>
                    <a:pt x="221" y="2768"/>
                  </a:lnTo>
                  <a:lnTo>
                    <a:pt x="301" y="2768"/>
                  </a:lnTo>
                  <a:lnTo>
                    <a:pt x="341" y="2748"/>
                  </a:lnTo>
                  <a:lnTo>
                    <a:pt x="361" y="2688"/>
                  </a:lnTo>
                  <a:lnTo>
                    <a:pt x="422" y="2046"/>
                  </a:lnTo>
                  <a:lnTo>
                    <a:pt x="462" y="1404"/>
                  </a:lnTo>
                  <a:lnTo>
                    <a:pt x="482" y="763"/>
                  </a:lnTo>
                  <a:lnTo>
                    <a:pt x="502" y="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21"/>
            <p:cNvSpPr/>
            <p:nvPr/>
          </p:nvSpPr>
          <p:spPr>
            <a:xfrm>
              <a:off x="11322000" y="4109400"/>
              <a:ext cx="116850" cy="218625"/>
            </a:xfrm>
            <a:custGeom>
              <a:avLst/>
              <a:gdLst/>
              <a:ahLst/>
              <a:cxnLst/>
              <a:rect l="l" t="t" r="r" b="b"/>
              <a:pathLst>
                <a:path w="4674" h="8745" extrusionOk="0">
                  <a:moveTo>
                    <a:pt x="3551" y="0"/>
                  </a:moveTo>
                  <a:lnTo>
                    <a:pt x="3230" y="301"/>
                  </a:lnTo>
                  <a:lnTo>
                    <a:pt x="2869" y="682"/>
                  </a:lnTo>
                  <a:lnTo>
                    <a:pt x="2428" y="1184"/>
                  </a:lnTo>
                  <a:lnTo>
                    <a:pt x="2187" y="1464"/>
                  </a:lnTo>
                  <a:lnTo>
                    <a:pt x="1946" y="1805"/>
                  </a:lnTo>
                  <a:lnTo>
                    <a:pt x="1686" y="2146"/>
                  </a:lnTo>
                  <a:lnTo>
                    <a:pt x="1445" y="2527"/>
                  </a:lnTo>
                  <a:lnTo>
                    <a:pt x="1184" y="2928"/>
                  </a:lnTo>
                  <a:lnTo>
                    <a:pt x="964" y="3350"/>
                  </a:lnTo>
                  <a:lnTo>
                    <a:pt x="723" y="3811"/>
                  </a:lnTo>
                  <a:lnTo>
                    <a:pt x="522" y="4272"/>
                  </a:lnTo>
                  <a:lnTo>
                    <a:pt x="362" y="4713"/>
                  </a:lnTo>
                  <a:lnTo>
                    <a:pt x="222" y="5175"/>
                  </a:lnTo>
                  <a:lnTo>
                    <a:pt x="101" y="5656"/>
                  </a:lnTo>
                  <a:lnTo>
                    <a:pt x="1" y="6137"/>
                  </a:lnTo>
                  <a:lnTo>
                    <a:pt x="2628" y="8744"/>
                  </a:lnTo>
                  <a:lnTo>
                    <a:pt x="2628" y="8203"/>
                  </a:lnTo>
                  <a:lnTo>
                    <a:pt x="2668" y="7581"/>
                  </a:lnTo>
                  <a:lnTo>
                    <a:pt x="2728" y="6779"/>
                  </a:lnTo>
                  <a:lnTo>
                    <a:pt x="2849" y="5836"/>
                  </a:lnTo>
                  <a:lnTo>
                    <a:pt x="3009" y="4793"/>
                  </a:lnTo>
                  <a:lnTo>
                    <a:pt x="3109" y="4252"/>
                  </a:lnTo>
                  <a:lnTo>
                    <a:pt x="3210" y="3711"/>
                  </a:lnTo>
                  <a:lnTo>
                    <a:pt x="3350" y="3169"/>
                  </a:lnTo>
                  <a:lnTo>
                    <a:pt x="3511" y="2608"/>
                  </a:lnTo>
                  <a:lnTo>
                    <a:pt x="3671" y="2126"/>
                  </a:lnTo>
                  <a:lnTo>
                    <a:pt x="3831" y="1665"/>
                  </a:lnTo>
                  <a:lnTo>
                    <a:pt x="4012" y="1204"/>
                  </a:lnTo>
                  <a:lnTo>
                    <a:pt x="4232" y="763"/>
                  </a:lnTo>
                  <a:lnTo>
                    <a:pt x="4433" y="361"/>
                  </a:lnTo>
                  <a:lnTo>
                    <a:pt x="46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21"/>
            <p:cNvSpPr/>
            <p:nvPr/>
          </p:nvSpPr>
          <p:spPr>
            <a:xfrm>
              <a:off x="11322000" y="4109400"/>
              <a:ext cx="116850" cy="218625"/>
            </a:xfrm>
            <a:custGeom>
              <a:avLst/>
              <a:gdLst/>
              <a:ahLst/>
              <a:cxnLst/>
              <a:rect l="l" t="t" r="r" b="b"/>
              <a:pathLst>
                <a:path w="4674" h="8745" fill="none" extrusionOk="0">
                  <a:moveTo>
                    <a:pt x="4674" y="0"/>
                  </a:moveTo>
                  <a:lnTo>
                    <a:pt x="4674" y="0"/>
                  </a:lnTo>
                  <a:lnTo>
                    <a:pt x="4433" y="361"/>
                  </a:lnTo>
                  <a:lnTo>
                    <a:pt x="4232" y="763"/>
                  </a:lnTo>
                  <a:lnTo>
                    <a:pt x="4232" y="763"/>
                  </a:lnTo>
                  <a:lnTo>
                    <a:pt x="4012" y="1204"/>
                  </a:lnTo>
                  <a:lnTo>
                    <a:pt x="3831" y="1665"/>
                  </a:lnTo>
                  <a:lnTo>
                    <a:pt x="3671" y="2126"/>
                  </a:lnTo>
                  <a:lnTo>
                    <a:pt x="3511" y="2608"/>
                  </a:lnTo>
                  <a:lnTo>
                    <a:pt x="3511" y="2608"/>
                  </a:lnTo>
                  <a:lnTo>
                    <a:pt x="3350" y="3169"/>
                  </a:lnTo>
                  <a:lnTo>
                    <a:pt x="3210" y="3711"/>
                  </a:lnTo>
                  <a:lnTo>
                    <a:pt x="3109" y="4252"/>
                  </a:lnTo>
                  <a:lnTo>
                    <a:pt x="3009" y="4793"/>
                  </a:lnTo>
                  <a:lnTo>
                    <a:pt x="2849" y="5836"/>
                  </a:lnTo>
                  <a:lnTo>
                    <a:pt x="2728" y="6779"/>
                  </a:lnTo>
                  <a:lnTo>
                    <a:pt x="2668" y="7581"/>
                  </a:lnTo>
                  <a:lnTo>
                    <a:pt x="2628" y="8203"/>
                  </a:lnTo>
                  <a:lnTo>
                    <a:pt x="2628" y="8744"/>
                  </a:lnTo>
                  <a:lnTo>
                    <a:pt x="1" y="6137"/>
                  </a:lnTo>
                  <a:lnTo>
                    <a:pt x="1" y="6137"/>
                  </a:lnTo>
                  <a:lnTo>
                    <a:pt x="101" y="5656"/>
                  </a:lnTo>
                  <a:lnTo>
                    <a:pt x="222" y="5175"/>
                  </a:lnTo>
                  <a:lnTo>
                    <a:pt x="362" y="4713"/>
                  </a:lnTo>
                  <a:lnTo>
                    <a:pt x="522" y="4272"/>
                  </a:lnTo>
                  <a:lnTo>
                    <a:pt x="522" y="4272"/>
                  </a:lnTo>
                  <a:lnTo>
                    <a:pt x="723" y="3811"/>
                  </a:lnTo>
                  <a:lnTo>
                    <a:pt x="964" y="3350"/>
                  </a:lnTo>
                  <a:lnTo>
                    <a:pt x="1184" y="2928"/>
                  </a:lnTo>
                  <a:lnTo>
                    <a:pt x="1445" y="2527"/>
                  </a:lnTo>
                  <a:lnTo>
                    <a:pt x="1686" y="2146"/>
                  </a:lnTo>
                  <a:lnTo>
                    <a:pt x="1946" y="1805"/>
                  </a:lnTo>
                  <a:lnTo>
                    <a:pt x="2187" y="1464"/>
                  </a:lnTo>
                  <a:lnTo>
                    <a:pt x="2428" y="1184"/>
                  </a:lnTo>
                  <a:lnTo>
                    <a:pt x="2869" y="682"/>
                  </a:lnTo>
                  <a:lnTo>
                    <a:pt x="3230" y="301"/>
                  </a:lnTo>
                  <a:lnTo>
                    <a:pt x="3551" y="0"/>
                  </a:lnTo>
                  <a:lnTo>
                    <a:pt x="3771" y="0"/>
                  </a:lnTo>
                  <a:lnTo>
                    <a:pt x="467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21"/>
            <p:cNvSpPr/>
            <p:nvPr/>
          </p:nvSpPr>
          <p:spPr>
            <a:xfrm>
              <a:off x="11416275" y="4109400"/>
              <a:ext cx="119350" cy="218125"/>
            </a:xfrm>
            <a:custGeom>
              <a:avLst/>
              <a:gdLst/>
              <a:ahLst/>
              <a:cxnLst/>
              <a:rect l="l" t="t" r="r" b="b"/>
              <a:pathLst>
                <a:path w="4774" h="8725" extrusionOk="0">
                  <a:moveTo>
                    <a:pt x="0" y="0"/>
                  </a:moveTo>
                  <a:lnTo>
                    <a:pt x="241" y="361"/>
                  </a:lnTo>
                  <a:lnTo>
                    <a:pt x="461" y="763"/>
                  </a:lnTo>
                  <a:lnTo>
                    <a:pt x="642" y="1123"/>
                  </a:lnTo>
                  <a:lnTo>
                    <a:pt x="802" y="1484"/>
                  </a:lnTo>
                  <a:lnTo>
                    <a:pt x="943" y="1845"/>
                  </a:lnTo>
                  <a:lnTo>
                    <a:pt x="1083" y="2247"/>
                  </a:lnTo>
                  <a:lnTo>
                    <a:pt x="1264" y="2808"/>
                  </a:lnTo>
                  <a:lnTo>
                    <a:pt x="1424" y="3370"/>
                  </a:lnTo>
                  <a:lnTo>
                    <a:pt x="1585" y="3951"/>
                  </a:lnTo>
                  <a:lnTo>
                    <a:pt x="1705" y="4513"/>
                  </a:lnTo>
                  <a:lnTo>
                    <a:pt x="1805" y="5054"/>
                  </a:lnTo>
                  <a:lnTo>
                    <a:pt x="1885" y="5596"/>
                  </a:lnTo>
                  <a:lnTo>
                    <a:pt x="2026" y="6598"/>
                  </a:lnTo>
                  <a:lnTo>
                    <a:pt x="2126" y="7461"/>
                  </a:lnTo>
                  <a:lnTo>
                    <a:pt x="2166" y="8123"/>
                  </a:lnTo>
                  <a:lnTo>
                    <a:pt x="2186" y="8724"/>
                  </a:lnTo>
                  <a:lnTo>
                    <a:pt x="4773" y="6077"/>
                  </a:lnTo>
                  <a:lnTo>
                    <a:pt x="4653" y="5495"/>
                  </a:lnTo>
                  <a:lnTo>
                    <a:pt x="4492" y="4954"/>
                  </a:lnTo>
                  <a:lnTo>
                    <a:pt x="4292" y="4412"/>
                  </a:lnTo>
                  <a:lnTo>
                    <a:pt x="4091" y="3911"/>
                  </a:lnTo>
                  <a:lnTo>
                    <a:pt x="3851" y="3430"/>
                  </a:lnTo>
                  <a:lnTo>
                    <a:pt x="3590" y="2969"/>
                  </a:lnTo>
                  <a:lnTo>
                    <a:pt x="3329" y="2547"/>
                  </a:lnTo>
                  <a:lnTo>
                    <a:pt x="3049" y="2146"/>
                  </a:lnTo>
                  <a:lnTo>
                    <a:pt x="2688" y="1665"/>
                  </a:lnTo>
                  <a:lnTo>
                    <a:pt x="2347" y="1244"/>
                  </a:lnTo>
                  <a:lnTo>
                    <a:pt x="2026" y="883"/>
                  </a:lnTo>
                  <a:lnTo>
                    <a:pt x="1725" y="562"/>
                  </a:lnTo>
                  <a:lnTo>
                    <a:pt x="1284" y="141"/>
                  </a:lnTo>
                  <a:lnTo>
                    <a:pt x="11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21"/>
            <p:cNvSpPr/>
            <p:nvPr/>
          </p:nvSpPr>
          <p:spPr>
            <a:xfrm>
              <a:off x="11416275" y="4109400"/>
              <a:ext cx="119350" cy="218125"/>
            </a:xfrm>
            <a:custGeom>
              <a:avLst/>
              <a:gdLst/>
              <a:ahLst/>
              <a:cxnLst/>
              <a:rect l="l" t="t" r="r" b="b"/>
              <a:pathLst>
                <a:path w="4774" h="8725" fill="none" extrusionOk="0">
                  <a:moveTo>
                    <a:pt x="4773" y="6077"/>
                  </a:moveTo>
                  <a:lnTo>
                    <a:pt x="2186" y="8724"/>
                  </a:lnTo>
                  <a:lnTo>
                    <a:pt x="2186" y="8724"/>
                  </a:lnTo>
                  <a:lnTo>
                    <a:pt x="2166" y="8123"/>
                  </a:lnTo>
                  <a:lnTo>
                    <a:pt x="2126" y="7461"/>
                  </a:lnTo>
                  <a:lnTo>
                    <a:pt x="2026" y="6598"/>
                  </a:lnTo>
                  <a:lnTo>
                    <a:pt x="1885" y="5596"/>
                  </a:lnTo>
                  <a:lnTo>
                    <a:pt x="1805" y="5054"/>
                  </a:lnTo>
                  <a:lnTo>
                    <a:pt x="1705" y="4513"/>
                  </a:lnTo>
                  <a:lnTo>
                    <a:pt x="1585" y="3951"/>
                  </a:lnTo>
                  <a:lnTo>
                    <a:pt x="1424" y="3370"/>
                  </a:lnTo>
                  <a:lnTo>
                    <a:pt x="1264" y="2808"/>
                  </a:lnTo>
                  <a:lnTo>
                    <a:pt x="1083" y="2247"/>
                  </a:lnTo>
                  <a:lnTo>
                    <a:pt x="1083" y="2247"/>
                  </a:lnTo>
                  <a:lnTo>
                    <a:pt x="943" y="1845"/>
                  </a:lnTo>
                  <a:lnTo>
                    <a:pt x="802" y="1484"/>
                  </a:lnTo>
                  <a:lnTo>
                    <a:pt x="642" y="1123"/>
                  </a:lnTo>
                  <a:lnTo>
                    <a:pt x="461" y="763"/>
                  </a:lnTo>
                  <a:lnTo>
                    <a:pt x="461" y="763"/>
                  </a:lnTo>
                  <a:lnTo>
                    <a:pt x="241" y="361"/>
                  </a:lnTo>
                  <a:lnTo>
                    <a:pt x="0" y="0"/>
                  </a:lnTo>
                  <a:lnTo>
                    <a:pt x="903" y="0"/>
                  </a:lnTo>
                  <a:lnTo>
                    <a:pt x="1123" y="0"/>
                  </a:lnTo>
                  <a:lnTo>
                    <a:pt x="1123" y="0"/>
                  </a:lnTo>
                  <a:lnTo>
                    <a:pt x="1284" y="141"/>
                  </a:lnTo>
                  <a:lnTo>
                    <a:pt x="1725" y="562"/>
                  </a:lnTo>
                  <a:lnTo>
                    <a:pt x="2026" y="883"/>
                  </a:lnTo>
                  <a:lnTo>
                    <a:pt x="2347" y="1244"/>
                  </a:lnTo>
                  <a:lnTo>
                    <a:pt x="2688" y="1665"/>
                  </a:lnTo>
                  <a:lnTo>
                    <a:pt x="3049" y="2146"/>
                  </a:lnTo>
                  <a:lnTo>
                    <a:pt x="3049" y="2146"/>
                  </a:lnTo>
                  <a:lnTo>
                    <a:pt x="3329" y="2547"/>
                  </a:lnTo>
                  <a:lnTo>
                    <a:pt x="3590" y="2969"/>
                  </a:lnTo>
                  <a:lnTo>
                    <a:pt x="3851" y="3430"/>
                  </a:lnTo>
                  <a:lnTo>
                    <a:pt x="4091" y="3911"/>
                  </a:lnTo>
                  <a:lnTo>
                    <a:pt x="4292" y="4412"/>
                  </a:lnTo>
                  <a:lnTo>
                    <a:pt x="4492" y="4954"/>
                  </a:lnTo>
                  <a:lnTo>
                    <a:pt x="4653" y="5495"/>
                  </a:lnTo>
                  <a:lnTo>
                    <a:pt x="4773" y="607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21"/>
            <p:cNvSpPr/>
            <p:nvPr/>
          </p:nvSpPr>
          <p:spPr>
            <a:xfrm>
              <a:off x="11335050" y="4119925"/>
              <a:ext cx="92775" cy="96300"/>
            </a:xfrm>
            <a:custGeom>
              <a:avLst/>
              <a:gdLst/>
              <a:ahLst/>
              <a:cxnLst/>
              <a:rect l="l" t="t" r="r" b="b"/>
              <a:pathLst>
                <a:path w="3711" h="3852" extrusionOk="0">
                  <a:moveTo>
                    <a:pt x="2628" y="1"/>
                  </a:moveTo>
                  <a:lnTo>
                    <a:pt x="2487" y="121"/>
                  </a:lnTo>
                  <a:lnTo>
                    <a:pt x="2206" y="402"/>
                  </a:lnTo>
                  <a:lnTo>
                    <a:pt x="1906" y="763"/>
                  </a:lnTo>
                  <a:lnTo>
                    <a:pt x="1585" y="1164"/>
                  </a:lnTo>
                  <a:lnTo>
                    <a:pt x="1244" y="1605"/>
                  </a:lnTo>
                  <a:lnTo>
                    <a:pt x="923" y="2106"/>
                  </a:lnTo>
                  <a:lnTo>
                    <a:pt x="582" y="2648"/>
                  </a:lnTo>
                  <a:lnTo>
                    <a:pt x="281" y="3229"/>
                  </a:lnTo>
                  <a:lnTo>
                    <a:pt x="0" y="3851"/>
                  </a:lnTo>
                  <a:lnTo>
                    <a:pt x="281" y="3610"/>
                  </a:lnTo>
                  <a:lnTo>
                    <a:pt x="602" y="3390"/>
                  </a:lnTo>
                  <a:lnTo>
                    <a:pt x="903" y="3189"/>
                  </a:lnTo>
                  <a:lnTo>
                    <a:pt x="1224" y="2989"/>
                  </a:lnTo>
                  <a:lnTo>
                    <a:pt x="1565" y="2808"/>
                  </a:lnTo>
                  <a:lnTo>
                    <a:pt x="1906" y="2648"/>
                  </a:lnTo>
                  <a:lnTo>
                    <a:pt x="2587" y="2347"/>
                  </a:lnTo>
                  <a:lnTo>
                    <a:pt x="2989" y="2187"/>
                  </a:lnTo>
                  <a:lnTo>
                    <a:pt x="3149" y="1705"/>
                  </a:lnTo>
                  <a:lnTo>
                    <a:pt x="3309" y="1244"/>
                  </a:lnTo>
                  <a:lnTo>
                    <a:pt x="3490" y="783"/>
                  </a:lnTo>
                  <a:lnTo>
                    <a:pt x="3710" y="342"/>
                  </a:lnTo>
                  <a:lnTo>
                    <a:pt x="3630" y="181"/>
                  </a:lnTo>
                  <a:lnTo>
                    <a:pt x="3430" y="241"/>
                  </a:lnTo>
                  <a:lnTo>
                    <a:pt x="3309" y="281"/>
                  </a:lnTo>
                  <a:lnTo>
                    <a:pt x="3089" y="281"/>
                  </a:lnTo>
                  <a:lnTo>
                    <a:pt x="3009" y="261"/>
                  </a:lnTo>
                  <a:lnTo>
                    <a:pt x="2908" y="241"/>
                  </a:lnTo>
                  <a:lnTo>
                    <a:pt x="2788" y="181"/>
                  </a:lnTo>
                  <a:lnTo>
                    <a:pt x="2708" y="101"/>
                  </a:lnTo>
                  <a:lnTo>
                    <a:pt x="262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21"/>
            <p:cNvSpPr/>
            <p:nvPr/>
          </p:nvSpPr>
          <p:spPr>
            <a:xfrm>
              <a:off x="11335050" y="4119925"/>
              <a:ext cx="92775" cy="96300"/>
            </a:xfrm>
            <a:custGeom>
              <a:avLst/>
              <a:gdLst/>
              <a:ahLst/>
              <a:cxnLst/>
              <a:rect l="l" t="t" r="r" b="b"/>
              <a:pathLst>
                <a:path w="3711" h="3852" fill="none" extrusionOk="0">
                  <a:moveTo>
                    <a:pt x="2628" y="1"/>
                  </a:moveTo>
                  <a:lnTo>
                    <a:pt x="2628" y="1"/>
                  </a:lnTo>
                  <a:lnTo>
                    <a:pt x="2487" y="121"/>
                  </a:lnTo>
                  <a:lnTo>
                    <a:pt x="2487" y="121"/>
                  </a:lnTo>
                  <a:lnTo>
                    <a:pt x="2206" y="402"/>
                  </a:lnTo>
                  <a:lnTo>
                    <a:pt x="1906" y="763"/>
                  </a:lnTo>
                  <a:lnTo>
                    <a:pt x="1585" y="1164"/>
                  </a:lnTo>
                  <a:lnTo>
                    <a:pt x="1244" y="1605"/>
                  </a:lnTo>
                  <a:lnTo>
                    <a:pt x="923" y="2106"/>
                  </a:lnTo>
                  <a:lnTo>
                    <a:pt x="582" y="2648"/>
                  </a:lnTo>
                  <a:lnTo>
                    <a:pt x="281" y="3229"/>
                  </a:lnTo>
                  <a:lnTo>
                    <a:pt x="0" y="3851"/>
                  </a:lnTo>
                  <a:lnTo>
                    <a:pt x="0" y="3851"/>
                  </a:lnTo>
                  <a:lnTo>
                    <a:pt x="281" y="3610"/>
                  </a:lnTo>
                  <a:lnTo>
                    <a:pt x="602" y="3390"/>
                  </a:lnTo>
                  <a:lnTo>
                    <a:pt x="903" y="3189"/>
                  </a:lnTo>
                  <a:lnTo>
                    <a:pt x="1224" y="2989"/>
                  </a:lnTo>
                  <a:lnTo>
                    <a:pt x="1565" y="2808"/>
                  </a:lnTo>
                  <a:lnTo>
                    <a:pt x="1906" y="2648"/>
                  </a:lnTo>
                  <a:lnTo>
                    <a:pt x="2587" y="2347"/>
                  </a:lnTo>
                  <a:lnTo>
                    <a:pt x="2587" y="2347"/>
                  </a:lnTo>
                  <a:lnTo>
                    <a:pt x="2989" y="2187"/>
                  </a:lnTo>
                  <a:lnTo>
                    <a:pt x="2989" y="2187"/>
                  </a:lnTo>
                  <a:lnTo>
                    <a:pt x="3149" y="1705"/>
                  </a:lnTo>
                  <a:lnTo>
                    <a:pt x="3309" y="1244"/>
                  </a:lnTo>
                  <a:lnTo>
                    <a:pt x="3490" y="783"/>
                  </a:lnTo>
                  <a:lnTo>
                    <a:pt x="3710" y="342"/>
                  </a:lnTo>
                  <a:lnTo>
                    <a:pt x="3710" y="342"/>
                  </a:lnTo>
                  <a:lnTo>
                    <a:pt x="3630" y="181"/>
                  </a:lnTo>
                  <a:lnTo>
                    <a:pt x="3630" y="181"/>
                  </a:lnTo>
                  <a:lnTo>
                    <a:pt x="3430" y="241"/>
                  </a:lnTo>
                  <a:lnTo>
                    <a:pt x="3309" y="281"/>
                  </a:lnTo>
                  <a:lnTo>
                    <a:pt x="3189" y="281"/>
                  </a:lnTo>
                  <a:lnTo>
                    <a:pt x="3189" y="281"/>
                  </a:lnTo>
                  <a:lnTo>
                    <a:pt x="3089" y="281"/>
                  </a:lnTo>
                  <a:lnTo>
                    <a:pt x="3009" y="261"/>
                  </a:lnTo>
                  <a:lnTo>
                    <a:pt x="2908" y="241"/>
                  </a:lnTo>
                  <a:lnTo>
                    <a:pt x="2788" y="181"/>
                  </a:lnTo>
                  <a:lnTo>
                    <a:pt x="2788" y="181"/>
                  </a:lnTo>
                  <a:lnTo>
                    <a:pt x="2708" y="101"/>
                  </a:lnTo>
                  <a:lnTo>
                    <a:pt x="262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21"/>
            <p:cNvSpPr/>
            <p:nvPr/>
          </p:nvSpPr>
          <p:spPr>
            <a:xfrm>
              <a:off x="11425800" y="4119425"/>
              <a:ext cx="66700" cy="46150"/>
            </a:xfrm>
            <a:custGeom>
              <a:avLst/>
              <a:gdLst/>
              <a:ahLst/>
              <a:cxnLst/>
              <a:rect l="l" t="t" r="r" b="b"/>
              <a:pathLst>
                <a:path w="2668" h="1846" extrusionOk="0">
                  <a:moveTo>
                    <a:pt x="1143" y="1"/>
                  </a:moveTo>
                  <a:lnTo>
                    <a:pt x="1063" y="121"/>
                  </a:lnTo>
                  <a:lnTo>
                    <a:pt x="983" y="181"/>
                  </a:lnTo>
                  <a:lnTo>
                    <a:pt x="883" y="241"/>
                  </a:lnTo>
                  <a:lnTo>
                    <a:pt x="782" y="281"/>
                  </a:lnTo>
                  <a:lnTo>
                    <a:pt x="682" y="301"/>
                  </a:lnTo>
                  <a:lnTo>
                    <a:pt x="502" y="301"/>
                  </a:lnTo>
                  <a:lnTo>
                    <a:pt x="401" y="281"/>
                  </a:lnTo>
                  <a:lnTo>
                    <a:pt x="221" y="221"/>
                  </a:lnTo>
                  <a:lnTo>
                    <a:pt x="141" y="201"/>
                  </a:lnTo>
                  <a:lnTo>
                    <a:pt x="0" y="201"/>
                  </a:lnTo>
                  <a:lnTo>
                    <a:pt x="80" y="362"/>
                  </a:lnTo>
                  <a:lnTo>
                    <a:pt x="261" y="722"/>
                  </a:lnTo>
                  <a:lnTo>
                    <a:pt x="421" y="1083"/>
                  </a:lnTo>
                  <a:lnTo>
                    <a:pt x="562" y="1444"/>
                  </a:lnTo>
                  <a:lnTo>
                    <a:pt x="702" y="1846"/>
                  </a:lnTo>
                  <a:lnTo>
                    <a:pt x="1023" y="1785"/>
                  </a:lnTo>
                  <a:lnTo>
                    <a:pt x="1344" y="1745"/>
                  </a:lnTo>
                  <a:lnTo>
                    <a:pt x="1665" y="1725"/>
                  </a:lnTo>
                  <a:lnTo>
                    <a:pt x="2006" y="1705"/>
                  </a:lnTo>
                  <a:lnTo>
                    <a:pt x="2327" y="1725"/>
                  </a:lnTo>
                  <a:lnTo>
                    <a:pt x="2668" y="1745"/>
                  </a:lnTo>
                  <a:lnTo>
                    <a:pt x="2286" y="1244"/>
                  </a:lnTo>
                  <a:lnTo>
                    <a:pt x="1926" y="803"/>
                  </a:lnTo>
                  <a:lnTo>
                    <a:pt x="1605" y="422"/>
                  </a:lnTo>
                  <a:lnTo>
                    <a:pt x="1304" y="121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21"/>
            <p:cNvSpPr/>
            <p:nvPr/>
          </p:nvSpPr>
          <p:spPr>
            <a:xfrm>
              <a:off x="11425800" y="4119425"/>
              <a:ext cx="66700" cy="46150"/>
            </a:xfrm>
            <a:custGeom>
              <a:avLst/>
              <a:gdLst/>
              <a:ahLst/>
              <a:cxnLst/>
              <a:rect l="l" t="t" r="r" b="b"/>
              <a:pathLst>
                <a:path w="2668" h="1846" fill="none" extrusionOk="0">
                  <a:moveTo>
                    <a:pt x="1143" y="1"/>
                  </a:moveTo>
                  <a:lnTo>
                    <a:pt x="1143" y="1"/>
                  </a:lnTo>
                  <a:lnTo>
                    <a:pt x="1063" y="121"/>
                  </a:lnTo>
                  <a:lnTo>
                    <a:pt x="983" y="181"/>
                  </a:lnTo>
                  <a:lnTo>
                    <a:pt x="983" y="181"/>
                  </a:lnTo>
                  <a:lnTo>
                    <a:pt x="883" y="241"/>
                  </a:lnTo>
                  <a:lnTo>
                    <a:pt x="782" y="281"/>
                  </a:lnTo>
                  <a:lnTo>
                    <a:pt x="682" y="301"/>
                  </a:lnTo>
                  <a:lnTo>
                    <a:pt x="602" y="301"/>
                  </a:lnTo>
                  <a:lnTo>
                    <a:pt x="602" y="301"/>
                  </a:lnTo>
                  <a:lnTo>
                    <a:pt x="502" y="301"/>
                  </a:lnTo>
                  <a:lnTo>
                    <a:pt x="401" y="281"/>
                  </a:lnTo>
                  <a:lnTo>
                    <a:pt x="401" y="281"/>
                  </a:lnTo>
                  <a:lnTo>
                    <a:pt x="221" y="221"/>
                  </a:lnTo>
                  <a:lnTo>
                    <a:pt x="141" y="201"/>
                  </a:lnTo>
                  <a:lnTo>
                    <a:pt x="80" y="201"/>
                  </a:lnTo>
                  <a:lnTo>
                    <a:pt x="8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80" y="362"/>
                  </a:lnTo>
                  <a:lnTo>
                    <a:pt x="80" y="362"/>
                  </a:lnTo>
                  <a:lnTo>
                    <a:pt x="80" y="362"/>
                  </a:lnTo>
                  <a:lnTo>
                    <a:pt x="261" y="722"/>
                  </a:lnTo>
                  <a:lnTo>
                    <a:pt x="421" y="1083"/>
                  </a:lnTo>
                  <a:lnTo>
                    <a:pt x="562" y="1444"/>
                  </a:lnTo>
                  <a:lnTo>
                    <a:pt x="702" y="1846"/>
                  </a:lnTo>
                  <a:lnTo>
                    <a:pt x="702" y="1846"/>
                  </a:lnTo>
                  <a:lnTo>
                    <a:pt x="1023" y="1785"/>
                  </a:lnTo>
                  <a:lnTo>
                    <a:pt x="1344" y="1745"/>
                  </a:lnTo>
                  <a:lnTo>
                    <a:pt x="1665" y="1725"/>
                  </a:lnTo>
                  <a:lnTo>
                    <a:pt x="2006" y="1705"/>
                  </a:lnTo>
                  <a:lnTo>
                    <a:pt x="2006" y="1705"/>
                  </a:lnTo>
                  <a:lnTo>
                    <a:pt x="2327" y="1725"/>
                  </a:lnTo>
                  <a:lnTo>
                    <a:pt x="2668" y="1745"/>
                  </a:lnTo>
                  <a:lnTo>
                    <a:pt x="2668" y="1745"/>
                  </a:lnTo>
                  <a:lnTo>
                    <a:pt x="2286" y="1244"/>
                  </a:lnTo>
                  <a:lnTo>
                    <a:pt x="1926" y="803"/>
                  </a:lnTo>
                  <a:lnTo>
                    <a:pt x="1605" y="422"/>
                  </a:lnTo>
                  <a:lnTo>
                    <a:pt x="1304" y="121"/>
                  </a:lnTo>
                  <a:lnTo>
                    <a:pt x="1304" y="121"/>
                  </a:lnTo>
                  <a:lnTo>
                    <a:pt x="11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21"/>
            <p:cNvSpPr/>
            <p:nvPr/>
          </p:nvSpPr>
          <p:spPr>
            <a:xfrm>
              <a:off x="11254325" y="3988075"/>
              <a:ext cx="156450" cy="165975"/>
            </a:xfrm>
            <a:custGeom>
              <a:avLst/>
              <a:gdLst/>
              <a:ahLst/>
              <a:cxnLst/>
              <a:rect l="l" t="t" r="r" b="b"/>
              <a:pathLst>
                <a:path w="6258" h="6639" extrusionOk="0">
                  <a:moveTo>
                    <a:pt x="1244" y="0"/>
                  </a:moveTo>
                  <a:lnTo>
                    <a:pt x="983" y="20"/>
                  </a:lnTo>
                  <a:lnTo>
                    <a:pt x="863" y="40"/>
                  </a:lnTo>
                  <a:lnTo>
                    <a:pt x="723" y="80"/>
                  </a:lnTo>
                  <a:lnTo>
                    <a:pt x="562" y="161"/>
                  </a:lnTo>
                  <a:lnTo>
                    <a:pt x="402" y="261"/>
                  </a:lnTo>
                  <a:lnTo>
                    <a:pt x="281" y="361"/>
                  </a:lnTo>
                  <a:lnTo>
                    <a:pt x="181" y="482"/>
                  </a:lnTo>
                  <a:lnTo>
                    <a:pt x="101" y="622"/>
                  </a:lnTo>
                  <a:lnTo>
                    <a:pt x="61" y="762"/>
                  </a:lnTo>
                  <a:lnTo>
                    <a:pt x="21" y="923"/>
                  </a:lnTo>
                  <a:lnTo>
                    <a:pt x="1" y="1103"/>
                  </a:lnTo>
                  <a:lnTo>
                    <a:pt x="1" y="1264"/>
                  </a:lnTo>
                  <a:lnTo>
                    <a:pt x="21" y="1464"/>
                  </a:lnTo>
                  <a:lnTo>
                    <a:pt x="61" y="1645"/>
                  </a:lnTo>
                  <a:lnTo>
                    <a:pt x="101" y="1845"/>
                  </a:lnTo>
                  <a:lnTo>
                    <a:pt x="221" y="2226"/>
                  </a:lnTo>
                  <a:lnTo>
                    <a:pt x="382" y="2627"/>
                  </a:lnTo>
                  <a:lnTo>
                    <a:pt x="562" y="3028"/>
                  </a:lnTo>
                  <a:lnTo>
                    <a:pt x="763" y="3410"/>
                  </a:lnTo>
                  <a:lnTo>
                    <a:pt x="1144" y="4091"/>
                  </a:lnTo>
                  <a:lnTo>
                    <a:pt x="1425" y="4593"/>
                  </a:lnTo>
                  <a:lnTo>
                    <a:pt x="1505" y="4753"/>
                  </a:lnTo>
                  <a:lnTo>
                    <a:pt x="1545" y="4853"/>
                  </a:lnTo>
                  <a:lnTo>
                    <a:pt x="1505" y="4994"/>
                  </a:lnTo>
                  <a:lnTo>
                    <a:pt x="1445" y="5174"/>
                  </a:lnTo>
                  <a:lnTo>
                    <a:pt x="1364" y="5395"/>
                  </a:lnTo>
                  <a:lnTo>
                    <a:pt x="1324" y="5636"/>
                  </a:lnTo>
                  <a:lnTo>
                    <a:pt x="1304" y="5776"/>
                  </a:lnTo>
                  <a:lnTo>
                    <a:pt x="1304" y="5896"/>
                  </a:lnTo>
                  <a:lnTo>
                    <a:pt x="1324" y="6017"/>
                  </a:lnTo>
                  <a:lnTo>
                    <a:pt x="1384" y="6137"/>
                  </a:lnTo>
                  <a:lnTo>
                    <a:pt x="1445" y="6237"/>
                  </a:lnTo>
                  <a:lnTo>
                    <a:pt x="1545" y="6358"/>
                  </a:lnTo>
                  <a:lnTo>
                    <a:pt x="1665" y="6458"/>
                  </a:lnTo>
                  <a:lnTo>
                    <a:pt x="1826" y="6538"/>
                  </a:lnTo>
                  <a:lnTo>
                    <a:pt x="1966" y="6598"/>
                  </a:lnTo>
                  <a:lnTo>
                    <a:pt x="2126" y="6638"/>
                  </a:lnTo>
                  <a:lnTo>
                    <a:pt x="2688" y="6638"/>
                  </a:lnTo>
                  <a:lnTo>
                    <a:pt x="2909" y="6598"/>
                  </a:lnTo>
                  <a:lnTo>
                    <a:pt x="3350" y="6498"/>
                  </a:lnTo>
                  <a:lnTo>
                    <a:pt x="3831" y="6358"/>
                  </a:lnTo>
                  <a:lnTo>
                    <a:pt x="4292" y="6177"/>
                  </a:lnTo>
                  <a:lnTo>
                    <a:pt x="4754" y="5976"/>
                  </a:lnTo>
                  <a:lnTo>
                    <a:pt x="5195" y="5736"/>
                  </a:lnTo>
                  <a:lnTo>
                    <a:pt x="5215" y="5736"/>
                  </a:lnTo>
                  <a:lnTo>
                    <a:pt x="5536" y="5515"/>
                  </a:lnTo>
                  <a:lnTo>
                    <a:pt x="5816" y="5295"/>
                  </a:lnTo>
                  <a:lnTo>
                    <a:pt x="6057" y="5074"/>
                  </a:lnTo>
                  <a:lnTo>
                    <a:pt x="6258" y="4873"/>
                  </a:lnTo>
                  <a:lnTo>
                    <a:pt x="6238" y="3871"/>
                  </a:lnTo>
                  <a:lnTo>
                    <a:pt x="6017" y="3590"/>
                  </a:lnTo>
                  <a:lnTo>
                    <a:pt x="5756" y="3269"/>
                  </a:lnTo>
                  <a:lnTo>
                    <a:pt x="5395" y="2868"/>
                  </a:lnTo>
                  <a:lnTo>
                    <a:pt x="4994" y="2427"/>
                  </a:lnTo>
                  <a:lnTo>
                    <a:pt x="4513" y="1946"/>
                  </a:lnTo>
                  <a:lnTo>
                    <a:pt x="3991" y="1484"/>
                  </a:lnTo>
                  <a:lnTo>
                    <a:pt x="3450" y="1023"/>
                  </a:lnTo>
                  <a:lnTo>
                    <a:pt x="3009" y="702"/>
                  </a:lnTo>
                  <a:lnTo>
                    <a:pt x="2708" y="502"/>
                  </a:lnTo>
                  <a:lnTo>
                    <a:pt x="2407" y="341"/>
                  </a:lnTo>
                  <a:lnTo>
                    <a:pt x="2106" y="201"/>
                  </a:lnTo>
                  <a:lnTo>
                    <a:pt x="1826" y="101"/>
                  </a:lnTo>
                  <a:lnTo>
                    <a:pt x="1525" y="40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21"/>
            <p:cNvSpPr/>
            <p:nvPr/>
          </p:nvSpPr>
          <p:spPr>
            <a:xfrm>
              <a:off x="11254325" y="3988075"/>
              <a:ext cx="156450" cy="165975"/>
            </a:xfrm>
            <a:custGeom>
              <a:avLst/>
              <a:gdLst/>
              <a:ahLst/>
              <a:cxnLst/>
              <a:rect l="l" t="t" r="r" b="b"/>
              <a:pathLst>
                <a:path w="6258" h="6639" fill="none" extrusionOk="0">
                  <a:moveTo>
                    <a:pt x="6258" y="4873"/>
                  </a:moveTo>
                  <a:lnTo>
                    <a:pt x="6258" y="4873"/>
                  </a:lnTo>
                  <a:lnTo>
                    <a:pt x="6057" y="5074"/>
                  </a:lnTo>
                  <a:lnTo>
                    <a:pt x="5816" y="5295"/>
                  </a:lnTo>
                  <a:lnTo>
                    <a:pt x="5536" y="5515"/>
                  </a:lnTo>
                  <a:lnTo>
                    <a:pt x="5215" y="5736"/>
                  </a:lnTo>
                  <a:lnTo>
                    <a:pt x="5195" y="5736"/>
                  </a:lnTo>
                  <a:lnTo>
                    <a:pt x="5195" y="5736"/>
                  </a:lnTo>
                  <a:lnTo>
                    <a:pt x="4754" y="5976"/>
                  </a:lnTo>
                  <a:lnTo>
                    <a:pt x="4292" y="6177"/>
                  </a:lnTo>
                  <a:lnTo>
                    <a:pt x="3831" y="6358"/>
                  </a:lnTo>
                  <a:lnTo>
                    <a:pt x="3350" y="6498"/>
                  </a:lnTo>
                  <a:lnTo>
                    <a:pt x="2909" y="6598"/>
                  </a:lnTo>
                  <a:lnTo>
                    <a:pt x="2688" y="6638"/>
                  </a:lnTo>
                  <a:lnTo>
                    <a:pt x="2487" y="6638"/>
                  </a:lnTo>
                  <a:lnTo>
                    <a:pt x="2307" y="6638"/>
                  </a:lnTo>
                  <a:lnTo>
                    <a:pt x="2126" y="6638"/>
                  </a:lnTo>
                  <a:lnTo>
                    <a:pt x="1966" y="6598"/>
                  </a:lnTo>
                  <a:lnTo>
                    <a:pt x="1826" y="6538"/>
                  </a:lnTo>
                  <a:lnTo>
                    <a:pt x="1826" y="6538"/>
                  </a:lnTo>
                  <a:lnTo>
                    <a:pt x="1665" y="6458"/>
                  </a:lnTo>
                  <a:lnTo>
                    <a:pt x="1545" y="6358"/>
                  </a:lnTo>
                  <a:lnTo>
                    <a:pt x="1445" y="6237"/>
                  </a:lnTo>
                  <a:lnTo>
                    <a:pt x="1384" y="6137"/>
                  </a:lnTo>
                  <a:lnTo>
                    <a:pt x="1324" y="6017"/>
                  </a:lnTo>
                  <a:lnTo>
                    <a:pt x="1304" y="5896"/>
                  </a:lnTo>
                  <a:lnTo>
                    <a:pt x="1304" y="5776"/>
                  </a:lnTo>
                  <a:lnTo>
                    <a:pt x="1324" y="5636"/>
                  </a:lnTo>
                  <a:lnTo>
                    <a:pt x="1364" y="5395"/>
                  </a:lnTo>
                  <a:lnTo>
                    <a:pt x="1445" y="5174"/>
                  </a:lnTo>
                  <a:lnTo>
                    <a:pt x="1505" y="4994"/>
                  </a:lnTo>
                  <a:lnTo>
                    <a:pt x="1545" y="4853"/>
                  </a:lnTo>
                  <a:lnTo>
                    <a:pt x="1545" y="4853"/>
                  </a:lnTo>
                  <a:lnTo>
                    <a:pt x="1505" y="4753"/>
                  </a:lnTo>
                  <a:lnTo>
                    <a:pt x="1425" y="4593"/>
                  </a:lnTo>
                  <a:lnTo>
                    <a:pt x="1144" y="4091"/>
                  </a:lnTo>
                  <a:lnTo>
                    <a:pt x="763" y="3410"/>
                  </a:lnTo>
                  <a:lnTo>
                    <a:pt x="562" y="3028"/>
                  </a:lnTo>
                  <a:lnTo>
                    <a:pt x="382" y="2627"/>
                  </a:lnTo>
                  <a:lnTo>
                    <a:pt x="221" y="2226"/>
                  </a:lnTo>
                  <a:lnTo>
                    <a:pt x="101" y="1845"/>
                  </a:lnTo>
                  <a:lnTo>
                    <a:pt x="61" y="1645"/>
                  </a:lnTo>
                  <a:lnTo>
                    <a:pt x="21" y="1464"/>
                  </a:lnTo>
                  <a:lnTo>
                    <a:pt x="1" y="1264"/>
                  </a:lnTo>
                  <a:lnTo>
                    <a:pt x="1" y="1103"/>
                  </a:lnTo>
                  <a:lnTo>
                    <a:pt x="21" y="923"/>
                  </a:lnTo>
                  <a:lnTo>
                    <a:pt x="61" y="762"/>
                  </a:lnTo>
                  <a:lnTo>
                    <a:pt x="101" y="622"/>
                  </a:lnTo>
                  <a:lnTo>
                    <a:pt x="181" y="482"/>
                  </a:lnTo>
                  <a:lnTo>
                    <a:pt x="281" y="361"/>
                  </a:lnTo>
                  <a:lnTo>
                    <a:pt x="402" y="261"/>
                  </a:lnTo>
                  <a:lnTo>
                    <a:pt x="562" y="161"/>
                  </a:lnTo>
                  <a:lnTo>
                    <a:pt x="723" y="80"/>
                  </a:lnTo>
                  <a:lnTo>
                    <a:pt x="723" y="80"/>
                  </a:lnTo>
                  <a:lnTo>
                    <a:pt x="863" y="40"/>
                  </a:lnTo>
                  <a:lnTo>
                    <a:pt x="983" y="20"/>
                  </a:lnTo>
                  <a:lnTo>
                    <a:pt x="1244" y="0"/>
                  </a:lnTo>
                  <a:lnTo>
                    <a:pt x="1525" y="40"/>
                  </a:lnTo>
                  <a:lnTo>
                    <a:pt x="1826" y="101"/>
                  </a:lnTo>
                  <a:lnTo>
                    <a:pt x="2106" y="201"/>
                  </a:lnTo>
                  <a:lnTo>
                    <a:pt x="2407" y="341"/>
                  </a:lnTo>
                  <a:lnTo>
                    <a:pt x="2708" y="502"/>
                  </a:lnTo>
                  <a:lnTo>
                    <a:pt x="3009" y="702"/>
                  </a:lnTo>
                  <a:lnTo>
                    <a:pt x="3009" y="702"/>
                  </a:lnTo>
                  <a:lnTo>
                    <a:pt x="3009" y="702"/>
                  </a:lnTo>
                  <a:lnTo>
                    <a:pt x="3450" y="1023"/>
                  </a:lnTo>
                  <a:lnTo>
                    <a:pt x="3450" y="1023"/>
                  </a:lnTo>
                  <a:lnTo>
                    <a:pt x="3991" y="1484"/>
                  </a:lnTo>
                  <a:lnTo>
                    <a:pt x="4513" y="1946"/>
                  </a:lnTo>
                  <a:lnTo>
                    <a:pt x="4994" y="2427"/>
                  </a:lnTo>
                  <a:lnTo>
                    <a:pt x="5395" y="2868"/>
                  </a:lnTo>
                  <a:lnTo>
                    <a:pt x="5756" y="3269"/>
                  </a:lnTo>
                  <a:lnTo>
                    <a:pt x="6017" y="3590"/>
                  </a:lnTo>
                  <a:lnTo>
                    <a:pt x="6238" y="3871"/>
                  </a:lnTo>
                  <a:lnTo>
                    <a:pt x="6258" y="487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21"/>
            <p:cNvSpPr/>
            <p:nvPr/>
          </p:nvSpPr>
          <p:spPr>
            <a:xfrm>
              <a:off x="11350100" y="4072300"/>
              <a:ext cx="46150" cy="42650"/>
            </a:xfrm>
            <a:custGeom>
              <a:avLst/>
              <a:gdLst/>
              <a:ahLst/>
              <a:cxnLst/>
              <a:rect l="l" t="t" r="r" b="b"/>
              <a:pathLst>
                <a:path w="1846" h="1706" extrusionOk="0">
                  <a:moveTo>
                    <a:pt x="642" y="0"/>
                  </a:moveTo>
                  <a:lnTo>
                    <a:pt x="542" y="20"/>
                  </a:lnTo>
                  <a:lnTo>
                    <a:pt x="421" y="61"/>
                  </a:lnTo>
                  <a:lnTo>
                    <a:pt x="321" y="101"/>
                  </a:lnTo>
                  <a:lnTo>
                    <a:pt x="221" y="181"/>
                  </a:lnTo>
                  <a:lnTo>
                    <a:pt x="140" y="261"/>
                  </a:lnTo>
                  <a:lnTo>
                    <a:pt x="80" y="361"/>
                  </a:lnTo>
                  <a:lnTo>
                    <a:pt x="20" y="482"/>
                  </a:lnTo>
                  <a:lnTo>
                    <a:pt x="0" y="622"/>
                  </a:lnTo>
                  <a:lnTo>
                    <a:pt x="0" y="762"/>
                  </a:lnTo>
                  <a:lnTo>
                    <a:pt x="20" y="883"/>
                  </a:lnTo>
                  <a:lnTo>
                    <a:pt x="60" y="1023"/>
                  </a:lnTo>
                  <a:lnTo>
                    <a:pt x="140" y="1164"/>
                  </a:lnTo>
                  <a:lnTo>
                    <a:pt x="221" y="1264"/>
                  </a:lnTo>
                  <a:lnTo>
                    <a:pt x="321" y="1384"/>
                  </a:lnTo>
                  <a:lnTo>
                    <a:pt x="421" y="1464"/>
                  </a:lnTo>
                  <a:lnTo>
                    <a:pt x="602" y="1565"/>
                  </a:lnTo>
                  <a:lnTo>
                    <a:pt x="782" y="1645"/>
                  </a:lnTo>
                  <a:lnTo>
                    <a:pt x="963" y="1685"/>
                  </a:lnTo>
                  <a:lnTo>
                    <a:pt x="1163" y="1705"/>
                  </a:lnTo>
                  <a:lnTo>
                    <a:pt x="1324" y="1685"/>
                  </a:lnTo>
                  <a:lnTo>
                    <a:pt x="1484" y="1665"/>
                  </a:lnTo>
                  <a:lnTo>
                    <a:pt x="1645" y="1625"/>
                  </a:lnTo>
                  <a:lnTo>
                    <a:pt x="1785" y="1585"/>
                  </a:lnTo>
                  <a:lnTo>
                    <a:pt x="1825" y="1565"/>
                  </a:lnTo>
                  <a:lnTo>
                    <a:pt x="1845" y="1545"/>
                  </a:lnTo>
                  <a:lnTo>
                    <a:pt x="1845" y="1484"/>
                  </a:lnTo>
                  <a:lnTo>
                    <a:pt x="1825" y="1444"/>
                  </a:lnTo>
                  <a:lnTo>
                    <a:pt x="1765" y="1444"/>
                  </a:lnTo>
                  <a:lnTo>
                    <a:pt x="1544" y="1484"/>
                  </a:lnTo>
                  <a:lnTo>
                    <a:pt x="1304" y="1504"/>
                  </a:lnTo>
                  <a:lnTo>
                    <a:pt x="1123" y="1484"/>
                  </a:lnTo>
                  <a:lnTo>
                    <a:pt x="943" y="1444"/>
                  </a:lnTo>
                  <a:lnTo>
                    <a:pt x="762" y="1364"/>
                  </a:lnTo>
                  <a:lnTo>
                    <a:pt x="602" y="1244"/>
                  </a:lnTo>
                  <a:lnTo>
                    <a:pt x="521" y="1164"/>
                  </a:lnTo>
                  <a:lnTo>
                    <a:pt x="441" y="1063"/>
                  </a:lnTo>
                  <a:lnTo>
                    <a:pt x="381" y="963"/>
                  </a:lnTo>
                  <a:lnTo>
                    <a:pt x="341" y="863"/>
                  </a:lnTo>
                  <a:lnTo>
                    <a:pt x="321" y="742"/>
                  </a:lnTo>
                  <a:lnTo>
                    <a:pt x="321" y="642"/>
                  </a:lnTo>
                  <a:lnTo>
                    <a:pt x="381" y="542"/>
                  </a:lnTo>
                  <a:lnTo>
                    <a:pt x="461" y="442"/>
                  </a:lnTo>
                  <a:lnTo>
                    <a:pt x="562" y="381"/>
                  </a:lnTo>
                  <a:lnTo>
                    <a:pt x="682" y="341"/>
                  </a:lnTo>
                  <a:lnTo>
                    <a:pt x="802" y="321"/>
                  </a:lnTo>
                  <a:lnTo>
                    <a:pt x="923" y="301"/>
                  </a:lnTo>
                  <a:lnTo>
                    <a:pt x="1103" y="321"/>
                  </a:lnTo>
                  <a:lnTo>
                    <a:pt x="1284" y="361"/>
                  </a:lnTo>
                  <a:lnTo>
                    <a:pt x="1464" y="401"/>
                  </a:lnTo>
                  <a:lnTo>
                    <a:pt x="1645" y="462"/>
                  </a:lnTo>
                  <a:lnTo>
                    <a:pt x="1645" y="221"/>
                  </a:lnTo>
                  <a:lnTo>
                    <a:pt x="1645" y="201"/>
                  </a:lnTo>
                  <a:lnTo>
                    <a:pt x="1424" y="121"/>
                  </a:lnTo>
                  <a:lnTo>
                    <a:pt x="1203" y="61"/>
                  </a:lnTo>
                  <a:lnTo>
                    <a:pt x="983" y="2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21"/>
            <p:cNvSpPr/>
            <p:nvPr/>
          </p:nvSpPr>
          <p:spPr>
            <a:xfrm>
              <a:off x="11254325" y="4016150"/>
              <a:ext cx="129875" cy="138400"/>
            </a:xfrm>
            <a:custGeom>
              <a:avLst/>
              <a:gdLst/>
              <a:ahLst/>
              <a:cxnLst/>
              <a:rect l="l" t="t" r="r" b="b"/>
              <a:pathLst>
                <a:path w="5195" h="5536" extrusionOk="0">
                  <a:moveTo>
                    <a:pt x="1" y="0"/>
                  </a:moveTo>
                  <a:lnTo>
                    <a:pt x="1" y="40"/>
                  </a:lnTo>
                  <a:lnTo>
                    <a:pt x="21" y="301"/>
                  </a:lnTo>
                  <a:lnTo>
                    <a:pt x="61" y="582"/>
                  </a:lnTo>
                  <a:lnTo>
                    <a:pt x="141" y="863"/>
                  </a:lnTo>
                  <a:lnTo>
                    <a:pt x="241" y="1163"/>
                  </a:lnTo>
                  <a:lnTo>
                    <a:pt x="362" y="1444"/>
                  </a:lnTo>
                  <a:lnTo>
                    <a:pt x="482" y="1745"/>
                  </a:lnTo>
                  <a:lnTo>
                    <a:pt x="763" y="2307"/>
                  </a:lnTo>
                  <a:lnTo>
                    <a:pt x="1043" y="2808"/>
                  </a:lnTo>
                  <a:lnTo>
                    <a:pt x="1304" y="3229"/>
                  </a:lnTo>
                  <a:lnTo>
                    <a:pt x="1465" y="3550"/>
                  </a:lnTo>
                  <a:lnTo>
                    <a:pt x="1525" y="3650"/>
                  </a:lnTo>
                  <a:lnTo>
                    <a:pt x="1545" y="3730"/>
                  </a:lnTo>
                  <a:lnTo>
                    <a:pt x="1505" y="3891"/>
                  </a:lnTo>
                  <a:lnTo>
                    <a:pt x="1425" y="4132"/>
                  </a:lnTo>
                  <a:lnTo>
                    <a:pt x="1344" y="4392"/>
                  </a:lnTo>
                  <a:lnTo>
                    <a:pt x="1304" y="4533"/>
                  </a:lnTo>
                  <a:lnTo>
                    <a:pt x="1304" y="4673"/>
                  </a:lnTo>
                  <a:lnTo>
                    <a:pt x="1304" y="4773"/>
                  </a:lnTo>
                  <a:lnTo>
                    <a:pt x="1324" y="4874"/>
                  </a:lnTo>
                  <a:lnTo>
                    <a:pt x="1364" y="4974"/>
                  </a:lnTo>
                  <a:lnTo>
                    <a:pt x="1425" y="5074"/>
                  </a:lnTo>
                  <a:lnTo>
                    <a:pt x="1485" y="5174"/>
                  </a:lnTo>
                  <a:lnTo>
                    <a:pt x="1585" y="5255"/>
                  </a:lnTo>
                  <a:lnTo>
                    <a:pt x="1685" y="5355"/>
                  </a:lnTo>
                  <a:lnTo>
                    <a:pt x="1826" y="5415"/>
                  </a:lnTo>
                  <a:lnTo>
                    <a:pt x="1946" y="5475"/>
                  </a:lnTo>
                  <a:lnTo>
                    <a:pt x="2086" y="5495"/>
                  </a:lnTo>
                  <a:lnTo>
                    <a:pt x="2227" y="5515"/>
                  </a:lnTo>
                  <a:lnTo>
                    <a:pt x="2387" y="5535"/>
                  </a:lnTo>
                  <a:lnTo>
                    <a:pt x="2708" y="5515"/>
                  </a:lnTo>
                  <a:lnTo>
                    <a:pt x="3029" y="5455"/>
                  </a:lnTo>
                  <a:lnTo>
                    <a:pt x="3390" y="5375"/>
                  </a:lnTo>
                  <a:lnTo>
                    <a:pt x="3771" y="5255"/>
                  </a:lnTo>
                  <a:lnTo>
                    <a:pt x="4132" y="5114"/>
                  </a:lnTo>
                  <a:lnTo>
                    <a:pt x="4493" y="4974"/>
                  </a:lnTo>
                  <a:lnTo>
                    <a:pt x="4854" y="4793"/>
                  </a:lnTo>
                  <a:lnTo>
                    <a:pt x="5195" y="4613"/>
                  </a:lnTo>
                  <a:lnTo>
                    <a:pt x="4814" y="4753"/>
                  </a:lnTo>
                  <a:lnTo>
                    <a:pt x="4373" y="4914"/>
                  </a:lnTo>
                  <a:lnTo>
                    <a:pt x="4132" y="4974"/>
                  </a:lnTo>
                  <a:lnTo>
                    <a:pt x="3891" y="5034"/>
                  </a:lnTo>
                  <a:lnTo>
                    <a:pt x="3671" y="5054"/>
                  </a:lnTo>
                  <a:lnTo>
                    <a:pt x="3450" y="5074"/>
                  </a:lnTo>
                  <a:lnTo>
                    <a:pt x="3249" y="5054"/>
                  </a:lnTo>
                  <a:lnTo>
                    <a:pt x="3089" y="5014"/>
                  </a:lnTo>
                  <a:lnTo>
                    <a:pt x="2929" y="4954"/>
                  </a:lnTo>
                  <a:lnTo>
                    <a:pt x="2808" y="4853"/>
                  </a:lnTo>
                  <a:lnTo>
                    <a:pt x="2748" y="4793"/>
                  </a:lnTo>
                  <a:lnTo>
                    <a:pt x="2708" y="4713"/>
                  </a:lnTo>
                  <a:lnTo>
                    <a:pt x="2628" y="4533"/>
                  </a:lnTo>
                  <a:lnTo>
                    <a:pt x="2588" y="4292"/>
                  </a:lnTo>
                  <a:lnTo>
                    <a:pt x="2608" y="4031"/>
                  </a:lnTo>
                  <a:lnTo>
                    <a:pt x="2628" y="3851"/>
                  </a:lnTo>
                  <a:lnTo>
                    <a:pt x="2668" y="3690"/>
                  </a:lnTo>
                  <a:lnTo>
                    <a:pt x="2788" y="3369"/>
                  </a:lnTo>
                  <a:lnTo>
                    <a:pt x="2828" y="3229"/>
                  </a:lnTo>
                  <a:lnTo>
                    <a:pt x="2868" y="3069"/>
                  </a:lnTo>
                  <a:lnTo>
                    <a:pt x="2868" y="2888"/>
                  </a:lnTo>
                  <a:lnTo>
                    <a:pt x="2848" y="2688"/>
                  </a:lnTo>
                  <a:lnTo>
                    <a:pt x="2788" y="2507"/>
                  </a:lnTo>
                  <a:lnTo>
                    <a:pt x="2648" y="2246"/>
                  </a:lnTo>
                  <a:lnTo>
                    <a:pt x="2287" y="1645"/>
                  </a:lnTo>
                  <a:lnTo>
                    <a:pt x="2106" y="1324"/>
                  </a:lnTo>
                  <a:lnTo>
                    <a:pt x="1946" y="1003"/>
                  </a:lnTo>
                  <a:lnTo>
                    <a:pt x="1806" y="722"/>
                  </a:lnTo>
                  <a:lnTo>
                    <a:pt x="1765" y="582"/>
                  </a:lnTo>
                  <a:lnTo>
                    <a:pt x="1745" y="462"/>
                  </a:lnTo>
                  <a:lnTo>
                    <a:pt x="863" y="24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21"/>
            <p:cNvSpPr/>
            <p:nvPr/>
          </p:nvSpPr>
          <p:spPr>
            <a:xfrm>
              <a:off x="11254325" y="4016150"/>
              <a:ext cx="129875" cy="138400"/>
            </a:xfrm>
            <a:custGeom>
              <a:avLst/>
              <a:gdLst/>
              <a:ahLst/>
              <a:cxnLst/>
              <a:rect l="l" t="t" r="r" b="b"/>
              <a:pathLst>
                <a:path w="5195" h="5536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301"/>
                  </a:lnTo>
                  <a:lnTo>
                    <a:pt x="61" y="582"/>
                  </a:lnTo>
                  <a:lnTo>
                    <a:pt x="141" y="863"/>
                  </a:lnTo>
                  <a:lnTo>
                    <a:pt x="241" y="1163"/>
                  </a:lnTo>
                  <a:lnTo>
                    <a:pt x="362" y="1444"/>
                  </a:lnTo>
                  <a:lnTo>
                    <a:pt x="482" y="1745"/>
                  </a:lnTo>
                  <a:lnTo>
                    <a:pt x="763" y="2307"/>
                  </a:lnTo>
                  <a:lnTo>
                    <a:pt x="1043" y="2808"/>
                  </a:lnTo>
                  <a:lnTo>
                    <a:pt x="1304" y="3229"/>
                  </a:lnTo>
                  <a:lnTo>
                    <a:pt x="1465" y="3550"/>
                  </a:lnTo>
                  <a:lnTo>
                    <a:pt x="1525" y="3650"/>
                  </a:lnTo>
                  <a:lnTo>
                    <a:pt x="1545" y="3730"/>
                  </a:lnTo>
                  <a:lnTo>
                    <a:pt x="1545" y="3730"/>
                  </a:lnTo>
                  <a:lnTo>
                    <a:pt x="1545" y="3730"/>
                  </a:lnTo>
                  <a:lnTo>
                    <a:pt x="1545" y="3730"/>
                  </a:lnTo>
                  <a:lnTo>
                    <a:pt x="1505" y="3891"/>
                  </a:lnTo>
                  <a:lnTo>
                    <a:pt x="1425" y="4132"/>
                  </a:lnTo>
                  <a:lnTo>
                    <a:pt x="1344" y="4392"/>
                  </a:lnTo>
                  <a:lnTo>
                    <a:pt x="1304" y="4533"/>
                  </a:lnTo>
                  <a:lnTo>
                    <a:pt x="1304" y="4673"/>
                  </a:lnTo>
                  <a:lnTo>
                    <a:pt x="1304" y="4673"/>
                  </a:lnTo>
                  <a:lnTo>
                    <a:pt x="1304" y="4773"/>
                  </a:lnTo>
                  <a:lnTo>
                    <a:pt x="1324" y="4874"/>
                  </a:lnTo>
                  <a:lnTo>
                    <a:pt x="1364" y="4974"/>
                  </a:lnTo>
                  <a:lnTo>
                    <a:pt x="1425" y="5074"/>
                  </a:lnTo>
                  <a:lnTo>
                    <a:pt x="1485" y="5174"/>
                  </a:lnTo>
                  <a:lnTo>
                    <a:pt x="1585" y="5255"/>
                  </a:lnTo>
                  <a:lnTo>
                    <a:pt x="1685" y="5355"/>
                  </a:lnTo>
                  <a:lnTo>
                    <a:pt x="1826" y="5415"/>
                  </a:lnTo>
                  <a:lnTo>
                    <a:pt x="1826" y="5415"/>
                  </a:lnTo>
                  <a:lnTo>
                    <a:pt x="1946" y="5475"/>
                  </a:lnTo>
                  <a:lnTo>
                    <a:pt x="2086" y="5495"/>
                  </a:lnTo>
                  <a:lnTo>
                    <a:pt x="2227" y="5515"/>
                  </a:lnTo>
                  <a:lnTo>
                    <a:pt x="2387" y="5535"/>
                  </a:lnTo>
                  <a:lnTo>
                    <a:pt x="2387" y="5535"/>
                  </a:lnTo>
                  <a:lnTo>
                    <a:pt x="2708" y="5515"/>
                  </a:lnTo>
                  <a:lnTo>
                    <a:pt x="3029" y="5455"/>
                  </a:lnTo>
                  <a:lnTo>
                    <a:pt x="3390" y="5375"/>
                  </a:lnTo>
                  <a:lnTo>
                    <a:pt x="3771" y="5255"/>
                  </a:lnTo>
                  <a:lnTo>
                    <a:pt x="4132" y="5114"/>
                  </a:lnTo>
                  <a:lnTo>
                    <a:pt x="4493" y="4974"/>
                  </a:lnTo>
                  <a:lnTo>
                    <a:pt x="4854" y="4793"/>
                  </a:lnTo>
                  <a:lnTo>
                    <a:pt x="5195" y="4613"/>
                  </a:lnTo>
                  <a:lnTo>
                    <a:pt x="5195" y="4613"/>
                  </a:lnTo>
                  <a:lnTo>
                    <a:pt x="4814" y="4753"/>
                  </a:lnTo>
                  <a:lnTo>
                    <a:pt x="4373" y="4914"/>
                  </a:lnTo>
                  <a:lnTo>
                    <a:pt x="4132" y="4974"/>
                  </a:lnTo>
                  <a:lnTo>
                    <a:pt x="3891" y="5034"/>
                  </a:lnTo>
                  <a:lnTo>
                    <a:pt x="3671" y="5054"/>
                  </a:lnTo>
                  <a:lnTo>
                    <a:pt x="3450" y="5074"/>
                  </a:lnTo>
                  <a:lnTo>
                    <a:pt x="3450" y="5074"/>
                  </a:lnTo>
                  <a:lnTo>
                    <a:pt x="3249" y="5054"/>
                  </a:lnTo>
                  <a:lnTo>
                    <a:pt x="3089" y="5014"/>
                  </a:lnTo>
                  <a:lnTo>
                    <a:pt x="2929" y="4954"/>
                  </a:lnTo>
                  <a:lnTo>
                    <a:pt x="2808" y="4853"/>
                  </a:lnTo>
                  <a:lnTo>
                    <a:pt x="2748" y="4793"/>
                  </a:lnTo>
                  <a:lnTo>
                    <a:pt x="2708" y="4713"/>
                  </a:lnTo>
                  <a:lnTo>
                    <a:pt x="2628" y="4533"/>
                  </a:lnTo>
                  <a:lnTo>
                    <a:pt x="2588" y="4292"/>
                  </a:lnTo>
                  <a:lnTo>
                    <a:pt x="2608" y="4031"/>
                  </a:lnTo>
                  <a:lnTo>
                    <a:pt x="2608" y="4031"/>
                  </a:lnTo>
                  <a:lnTo>
                    <a:pt x="2628" y="3851"/>
                  </a:lnTo>
                  <a:lnTo>
                    <a:pt x="2668" y="3690"/>
                  </a:lnTo>
                  <a:lnTo>
                    <a:pt x="2788" y="3369"/>
                  </a:lnTo>
                  <a:lnTo>
                    <a:pt x="2828" y="3229"/>
                  </a:lnTo>
                  <a:lnTo>
                    <a:pt x="2868" y="3069"/>
                  </a:lnTo>
                  <a:lnTo>
                    <a:pt x="2868" y="2888"/>
                  </a:lnTo>
                  <a:lnTo>
                    <a:pt x="2848" y="2688"/>
                  </a:lnTo>
                  <a:lnTo>
                    <a:pt x="2848" y="2688"/>
                  </a:lnTo>
                  <a:lnTo>
                    <a:pt x="2788" y="2507"/>
                  </a:lnTo>
                  <a:lnTo>
                    <a:pt x="2648" y="2246"/>
                  </a:lnTo>
                  <a:lnTo>
                    <a:pt x="2287" y="1645"/>
                  </a:lnTo>
                  <a:lnTo>
                    <a:pt x="2106" y="1324"/>
                  </a:lnTo>
                  <a:lnTo>
                    <a:pt x="1946" y="1003"/>
                  </a:lnTo>
                  <a:lnTo>
                    <a:pt x="1806" y="722"/>
                  </a:lnTo>
                  <a:lnTo>
                    <a:pt x="1765" y="582"/>
                  </a:lnTo>
                  <a:lnTo>
                    <a:pt x="1745" y="462"/>
                  </a:lnTo>
                  <a:lnTo>
                    <a:pt x="1745" y="462"/>
                  </a:lnTo>
                  <a:lnTo>
                    <a:pt x="863" y="24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21"/>
            <p:cNvSpPr/>
            <p:nvPr/>
          </p:nvSpPr>
          <p:spPr>
            <a:xfrm>
              <a:off x="11444350" y="3986075"/>
              <a:ext cx="154950" cy="166475"/>
            </a:xfrm>
            <a:custGeom>
              <a:avLst/>
              <a:gdLst/>
              <a:ahLst/>
              <a:cxnLst/>
              <a:rect l="l" t="t" r="r" b="b"/>
              <a:pathLst>
                <a:path w="6198" h="6659" extrusionOk="0">
                  <a:moveTo>
                    <a:pt x="4853" y="0"/>
                  </a:moveTo>
                  <a:lnTo>
                    <a:pt x="4633" y="40"/>
                  </a:lnTo>
                  <a:lnTo>
                    <a:pt x="4412" y="80"/>
                  </a:lnTo>
                  <a:lnTo>
                    <a:pt x="4192" y="160"/>
                  </a:lnTo>
                  <a:lnTo>
                    <a:pt x="3971" y="261"/>
                  </a:lnTo>
                  <a:lnTo>
                    <a:pt x="3730" y="381"/>
                  </a:lnTo>
                  <a:lnTo>
                    <a:pt x="3510" y="501"/>
                  </a:lnTo>
                  <a:lnTo>
                    <a:pt x="3289" y="662"/>
                  </a:lnTo>
                  <a:lnTo>
                    <a:pt x="2828" y="983"/>
                  </a:lnTo>
                  <a:lnTo>
                    <a:pt x="2387" y="1344"/>
                  </a:lnTo>
                  <a:lnTo>
                    <a:pt x="1966" y="1745"/>
                  </a:lnTo>
                  <a:lnTo>
                    <a:pt x="1565" y="2126"/>
                  </a:lnTo>
                  <a:lnTo>
                    <a:pt x="1184" y="2527"/>
                  </a:lnTo>
                  <a:lnTo>
                    <a:pt x="562" y="3229"/>
                  </a:lnTo>
                  <a:lnTo>
                    <a:pt x="141" y="3750"/>
                  </a:lnTo>
                  <a:lnTo>
                    <a:pt x="0" y="3931"/>
                  </a:lnTo>
                  <a:lnTo>
                    <a:pt x="0" y="4933"/>
                  </a:lnTo>
                  <a:lnTo>
                    <a:pt x="181" y="5114"/>
                  </a:lnTo>
                  <a:lnTo>
                    <a:pt x="381" y="5314"/>
                  </a:lnTo>
                  <a:lnTo>
                    <a:pt x="622" y="5495"/>
                  </a:lnTo>
                  <a:lnTo>
                    <a:pt x="903" y="5696"/>
                  </a:lnTo>
                  <a:lnTo>
                    <a:pt x="1224" y="5856"/>
                  </a:lnTo>
                  <a:lnTo>
                    <a:pt x="1544" y="6036"/>
                  </a:lnTo>
                  <a:lnTo>
                    <a:pt x="1885" y="6177"/>
                  </a:lnTo>
                  <a:lnTo>
                    <a:pt x="2246" y="6317"/>
                  </a:lnTo>
                  <a:lnTo>
                    <a:pt x="2567" y="6438"/>
                  </a:lnTo>
                  <a:lnTo>
                    <a:pt x="2888" y="6518"/>
                  </a:lnTo>
                  <a:lnTo>
                    <a:pt x="3209" y="6578"/>
                  </a:lnTo>
                  <a:lnTo>
                    <a:pt x="3510" y="6638"/>
                  </a:lnTo>
                  <a:lnTo>
                    <a:pt x="3791" y="6658"/>
                  </a:lnTo>
                  <a:lnTo>
                    <a:pt x="4031" y="6658"/>
                  </a:lnTo>
                  <a:lnTo>
                    <a:pt x="4272" y="6618"/>
                  </a:lnTo>
                  <a:lnTo>
                    <a:pt x="4452" y="6538"/>
                  </a:lnTo>
                  <a:lnTo>
                    <a:pt x="4613" y="6458"/>
                  </a:lnTo>
                  <a:lnTo>
                    <a:pt x="4733" y="6357"/>
                  </a:lnTo>
                  <a:lnTo>
                    <a:pt x="4833" y="6237"/>
                  </a:lnTo>
                  <a:lnTo>
                    <a:pt x="4894" y="6117"/>
                  </a:lnTo>
                  <a:lnTo>
                    <a:pt x="4954" y="5996"/>
                  </a:lnTo>
                  <a:lnTo>
                    <a:pt x="4974" y="5876"/>
                  </a:lnTo>
                  <a:lnTo>
                    <a:pt x="4974" y="5756"/>
                  </a:lnTo>
                  <a:lnTo>
                    <a:pt x="4954" y="5635"/>
                  </a:lnTo>
                  <a:lnTo>
                    <a:pt x="4894" y="5395"/>
                  </a:lnTo>
                  <a:lnTo>
                    <a:pt x="4833" y="5174"/>
                  </a:lnTo>
                  <a:lnTo>
                    <a:pt x="4753" y="4994"/>
                  </a:lnTo>
                  <a:lnTo>
                    <a:pt x="4713" y="4853"/>
                  </a:lnTo>
                  <a:lnTo>
                    <a:pt x="4733" y="4793"/>
                  </a:lnTo>
                  <a:lnTo>
                    <a:pt x="4773" y="4713"/>
                  </a:lnTo>
                  <a:lnTo>
                    <a:pt x="4914" y="4432"/>
                  </a:lnTo>
                  <a:lnTo>
                    <a:pt x="5355" y="3630"/>
                  </a:lnTo>
                  <a:lnTo>
                    <a:pt x="5595" y="3129"/>
                  </a:lnTo>
                  <a:lnTo>
                    <a:pt x="5836" y="2587"/>
                  </a:lnTo>
                  <a:lnTo>
                    <a:pt x="5956" y="2326"/>
                  </a:lnTo>
                  <a:lnTo>
                    <a:pt x="6037" y="2066"/>
                  </a:lnTo>
                  <a:lnTo>
                    <a:pt x="6117" y="1785"/>
                  </a:lnTo>
                  <a:lnTo>
                    <a:pt x="6157" y="1524"/>
                  </a:lnTo>
                  <a:lnTo>
                    <a:pt x="6197" y="1284"/>
                  </a:lnTo>
                  <a:lnTo>
                    <a:pt x="6197" y="1063"/>
                  </a:lnTo>
                  <a:lnTo>
                    <a:pt x="6157" y="842"/>
                  </a:lnTo>
                  <a:lnTo>
                    <a:pt x="6097" y="642"/>
                  </a:lnTo>
                  <a:lnTo>
                    <a:pt x="5997" y="461"/>
                  </a:lnTo>
                  <a:lnTo>
                    <a:pt x="5856" y="301"/>
                  </a:lnTo>
                  <a:lnTo>
                    <a:pt x="5776" y="241"/>
                  </a:lnTo>
                  <a:lnTo>
                    <a:pt x="5676" y="160"/>
                  </a:lnTo>
                  <a:lnTo>
                    <a:pt x="5455" y="60"/>
                  </a:lnTo>
                  <a:lnTo>
                    <a:pt x="5255" y="20"/>
                  </a:lnTo>
                  <a:lnTo>
                    <a:pt x="5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21"/>
            <p:cNvSpPr/>
            <p:nvPr/>
          </p:nvSpPr>
          <p:spPr>
            <a:xfrm>
              <a:off x="11444350" y="3986075"/>
              <a:ext cx="154950" cy="166475"/>
            </a:xfrm>
            <a:custGeom>
              <a:avLst/>
              <a:gdLst/>
              <a:ahLst/>
              <a:cxnLst/>
              <a:rect l="l" t="t" r="r" b="b"/>
              <a:pathLst>
                <a:path w="6198" h="6659" fill="none" extrusionOk="0">
                  <a:moveTo>
                    <a:pt x="6157" y="1524"/>
                  </a:moveTo>
                  <a:lnTo>
                    <a:pt x="6157" y="1524"/>
                  </a:lnTo>
                  <a:lnTo>
                    <a:pt x="6117" y="1785"/>
                  </a:lnTo>
                  <a:lnTo>
                    <a:pt x="6037" y="2066"/>
                  </a:lnTo>
                  <a:lnTo>
                    <a:pt x="5956" y="2326"/>
                  </a:lnTo>
                  <a:lnTo>
                    <a:pt x="5836" y="2587"/>
                  </a:lnTo>
                  <a:lnTo>
                    <a:pt x="5595" y="3129"/>
                  </a:lnTo>
                  <a:lnTo>
                    <a:pt x="5355" y="3630"/>
                  </a:lnTo>
                  <a:lnTo>
                    <a:pt x="4914" y="4432"/>
                  </a:lnTo>
                  <a:lnTo>
                    <a:pt x="4773" y="4713"/>
                  </a:lnTo>
                  <a:lnTo>
                    <a:pt x="4733" y="4793"/>
                  </a:lnTo>
                  <a:lnTo>
                    <a:pt x="4713" y="4853"/>
                  </a:lnTo>
                  <a:lnTo>
                    <a:pt x="4713" y="4853"/>
                  </a:lnTo>
                  <a:lnTo>
                    <a:pt x="4753" y="4994"/>
                  </a:lnTo>
                  <a:lnTo>
                    <a:pt x="4833" y="5174"/>
                  </a:lnTo>
                  <a:lnTo>
                    <a:pt x="4894" y="5395"/>
                  </a:lnTo>
                  <a:lnTo>
                    <a:pt x="4954" y="5635"/>
                  </a:lnTo>
                  <a:lnTo>
                    <a:pt x="4974" y="5756"/>
                  </a:lnTo>
                  <a:lnTo>
                    <a:pt x="4974" y="5876"/>
                  </a:lnTo>
                  <a:lnTo>
                    <a:pt x="4954" y="5996"/>
                  </a:lnTo>
                  <a:lnTo>
                    <a:pt x="4894" y="6117"/>
                  </a:lnTo>
                  <a:lnTo>
                    <a:pt x="4833" y="6237"/>
                  </a:lnTo>
                  <a:lnTo>
                    <a:pt x="4733" y="6357"/>
                  </a:lnTo>
                  <a:lnTo>
                    <a:pt x="4613" y="6458"/>
                  </a:lnTo>
                  <a:lnTo>
                    <a:pt x="4452" y="6538"/>
                  </a:lnTo>
                  <a:lnTo>
                    <a:pt x="4452" y="6538"/>
                  </a:lnTo>
                  <a:lnTo>
                    <a:pt x="4272" y="6618"/>
                  </a:lnTo>
                  <a:lnTo>
                    <a:pt x="4031" y="6658"/>
                  </a:lnTo>
                  <a:lnTo>
                    <a:pt x="3791" y="6658"/>
                  </a:lnTo>
                  <a:lnTo>
                    <a:pt x="3510" y="6638"/>
                  </a:lnTo>
                  <a:lnTo>
                    <a:pt x="3209" y="6578"/>
                  </a:lnTo>
                  <a:lnTo>
                    <a:pt x="2888" y="6518"/>
                  </a:lnTo>
                  <a:lnTo>
                    <a:pt x="2567" y="6438"/>
                  </a:lnTo>
                  <a:lnTo>
                    <a:pt x="2246" y="6317"/>
                  </a:lnTo>
                  <a:lnTo>
                    <a:pt x="2246" y="6317"/>
                  </a:lnTo>
                  <a:lnTo>
                    <a:pt x="1885" y="6177"/>
                  </a:lnTo>
                  <a:lnTo>
                    <a:pt x="1544" y="6036"/>
                  </a:lnTo>
                  <a:lnTo>
                    <a:pt x="1224" y="5856"/>
                  </a:lnTo>
                  <a:lnTo>
                    <a:pt x="903" y="5696"/>
                  </a:lnTo>
                  <a:lnTo>
                    <a:pt x="622" y="5495"/>
                  </a:lnTo>
                  <a:lnTo>
                    <a:pt x="381" y="5314"/>
                  </a:lnTo>
                  <a:lnTo>
                    <a:pt x="181" y="5114"/>
                  </a:lnTo>
                  <a:lnTo>
                    <a:pt x="0" y="4933"/>
                  </a:lnTo>
                  <a:lnTo>
                    <a:pt x="0" y="3931"/>
                  </a:lnTo>
                  <a:lnTo>
                    <a:pt x="0" y="3931"/>
                  </a:lnTo>
                  <a:lnTo>
                    <a:pt x="141" y="3750"/>
                  </a:lnTo>
                  <a:lnTo>
                    <a:pt x="562" y="3229"/>
                  </a:lnTo>
                  <a:lnTo>
                    <a:pt x="1184" y="2527"/>
                  </a:lnTo>
                  <a:lnTo>
                    <a:pt x="1565" y="2126"/>
                  </a:lnTo>
                  <a:lnTo>
                    <a:pt x="1966" y="1745"/>
                  </a:lnTo>
                  <a:lnTo>
                    <a:pt x="2387" y="1344"/>
                  </a:lnTo>
                  <a:lnTo>
                    <a:pt x="2828" y="983"/>
                  </a:lnTo>
                  <a:lnTo>
                    <a:pt x="3289" y="662"/>
                  </a:lnTo>
                  <a:lnTo>
                    <a:pt x="3510" y="501"/>
                  </a:lnTo>
                  <a:lnTo>
                    <a:pt x="3730" y="381"/>
                  </a:lnTo>
                  <a:lnTo>
                    <a:pt x="3971" y="261"/>
                  </a:lnTo>
                  <a:lnTo>
                    <a:pt x="4192" y="160"/>
                  </a:lnTo>
                  <a:lnTo>
                    <a:pt x="4412" y="80"/>
                  </a:lnTo>
                  <a:lnTo>
                    <a:pt x="4633" y="40"/>
                  </a:lnTo>
                  <a:lnTo>
                    <a:pt x="4853" y="0"/>
                  </a:lnTo>
                  <a:lnTo>
                    <a:pt x="5054" y="0"/>
                  </a:lnTo>
                  <a:lnTo>
                    <a:pt x="5255" y="20"/>
                  </a:lnTo>
                  <a:lnTo>
                    <a:pt x="5455" y="60"/>
                  </a:lnTo>
                  <a:lnTo>
                    <a:pt x="5455" y="60"/>
                  </a:lnTo>
                  <a:lnTo>
                    <a:pt x="5676" y="160"/>
                  </a:lnTo>
                  <a:lnTo>
                    <a:pt x="5776" y="241"/>
                  </a:lnTo>
                  <a:lnTo>
                    <a:pt x="5856" y="301"/>
                  </a:lnTo>
                  <a:lnTo>
                    <a:pt x="5997" y="461"/>
                  </a:lnTo>
                  <a:lnTo>
                    <a:pt x="6097" y="642"/>
                  </a:lnTo>
                  <a:lnTo>
                    <a:pt x="6157" y="842"/>
                  </a:lnTo>
                  <a:lnTo>
                    <a:pt x="6197" y="1063"/>
                  </a:lnTo>
                  <a:lnTo>
                    <a:pt x="6197" y="1284"/>
                  </a:lnTo>
                  <a:lnTo>
                    <a:pt x="6157" y="152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21"/>
            <p:cNvSpPr/>
            <p:nvPr/>
          </p:nvSpPr>
          <p:spPr>
            <a:xfrm>
              <a:off x="11487975" y="4075800"/>
              <a:ext cx="14050" cy="35125"/>
            </a:xfrm>
            <a:custGeom>
              <a:avLst/>
              <a:gdLst/>
              <a:ahLst/>
              <a:cxnLst/>
              <a:rect l="l" t="t" r="r" b="b"/>
              <a:pathLst>
                <a:path w="562" h="1405" extrusionOk="0">
                  <a:moveTo>
                    <a:pt x="281" y="1"/>
                  </a:moveTo>
                  <a:lnTo>
                    <a:pt x="160" y="362"/>
                  </a:lnTo>
                  <a:lnTo>
                    <a:pt x="201" y="442"/>
                  </a:lnTo>
                  <a:lnTo>
                    <a:pt x="221" y="522"/>
                  </a:lnTo>
                  <a:lnTo>
                    <a:pt x="221" y="622"/>
                  </a:lnTo>
                  <a:lnTo>
                    <a:pt x="221" y="703"/>
                  </a:lnTo>
                  <a:lnTo>
                    <a:pt x="181" y="783"/>
                  </a:lnTo>
                  <a:lnTo>
                    <a:pt x="140" y="883"/>
                  </a:lnTo>
                  <a:lnTo>
                    <a:pt x="20" y="1024"/>
                  </a:lnTo>
                  <a:lnTo>
                    <a:pt x="0" y="1224"/>
                  </a:lnTo>
                  <a:lnTo>
                    <a:pt x="0" y="1405"/>
                  </a:lnTo>
                  <a:lnTo>
                    <a:pt x="140" y="1324"/>
                  </a:lnTo>
                  <a:lnTo>
                    <a:pt x="241" y="1244"/>
                  </a:lnTo>
                  <a:lnTo>
                    <a:pt x="321" y="1124"/>
                  </a:lnTo>
                  <a:lnTo>
                    <a:pt x="421" y="1024"/>
                  </a:lnTo>
                  <a:lnTo>
                    <a:pt x="481" y="883"/>
                  </a:lnTo>
                  <a:lnTo>
                    <a:pt x="521" y="743"/>
                  </a:lnTo>
                  <a:lnTo>
                    <a:pt x="562" y="622"/>
                  </a:lnTo>
                  <a:lnTo>
                    <a:pt x="562" y="482"/>
                  </a:lnTo>
                  <a:lnTo>
                    <a:pt x="521" y="342"/>
                  </a:lnTo>
                  <a:lnTo>
                    <a:pt x="481" y="241"/>
                  </a:lnTo>
                  <a:lnTo>
                    <a:pt x="421" y="141"/>
                  </a:lnTo>
                  <a:lnTo>
                    <a:pt x="361" y="61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21"/>
            <p:cNvSpPr/>
            <p:nvPr/>
          </p:nvSpPr>
          <p:spPr>
            <a:xfrm>
              <a:off x="11454375" y="4021650"/>
              <a:ext cx="144425" cy="122375"/>
            </a:xfrm>
            <a:custGeom>
              <a:avLst/>
              <a:gdLst/>
              <a:ahLst/>
              <a:cxnLst/>
              <a:rect l="l" t="t" r="r" b="b"/>
              <a:pathLst>
                <a:path w="5777" h="4895" extrusionOk="0">
                  <a:moveTo>
                    <a:pt x="5776" y="1"/>
                  </a:moveTo>
                  <a:lnTo>
                    <a:pt x="5716" y="21"/>
                  </a:lnTo>
                  <a:lnTo>
                    <a:pt x="5756" y="101"/>
                  </a:lnTo>
                  <a:lnTo>
                    <a:pt x="5776" y="1"/>
                  </a:lnTo>
                  <a:close/>
                  <a:moveTo>
                    <a:pt x="2567" y="723"/>
                  </a:moveTo>
                  <a:lnTo>
                    <a:pt x="1785" y="803"/>
                  </a:lnTo>
                  <a:lnTo>
                    <a:pt x="1003" y="863"/>
                  </a:lnTo>
                  <a:lnTo>
                    <a:pt x="622" y="1284"/>
                  </a:lnTo>
                  <a:lnTo>
                    <a:pt x="281" y="1665"/>
                  </a:lnTo>
                  <a:lnTo>
                    <a:pt x="321" y="1766"/>
                  </a:lnTo>
                  <a:lnTo>
                    <a:pt x="341" y="1906"/>
                  </a:lnTo>
                  <a:lnTo>
                    <a:pt x="361" y="2187"/>
                  </a:lnTo>
                  <a:lnTo>
                    <a:pt x="562" y="2127"/>
                  </a:lnTo>
                  <a:lnTo>
                    <a:pt x="742" y="2067"/>
                  </a:lnTo>
                  <a:lnTo>
                    <a:pt x="943" y="2046"/>
                  </a:lnTo>
                  <a:lnTo>
                    <a:pt x="1123" y="2026"/>
                  </a:lnTo>
                  <a:lnTo>
                    <a:pt x="1264" y="2046"/>
                  </a:lnTo>
                  <a:lnTo>
                    <a:pt x="1404" y="2067"/>
                  </a:lnTo>
                  <a:lnTo>
                    <a:pt x="1525" y="2107"/>
                  </a:lnTo>
                  <a:lnTo>
                    <a:pt x="1625" y="2167"/>
                  </a:lnTo>
                  <a:lnTo>
                    <a:pt x="1745" y="1906"/>
                  </a:lnTo>
                  <a:lnTo>
                    <a:pt x="1886" y="1665"/>
                  </a:lnTo>
                  <a:lnTo>
                    <a:pt x="2026" y="1425"/>
                  </a:lnTo>
                  <a:lnTo>
                    <a:pt x="2186" y="1184"/>
                  </a:lnTo>
                  <a:lnTo>
                    <a:pt x="2367" y="943"/>
                  </a:lnTo>
                  <a:lnTo>
                    <a:pt x="2567" y="723"/>
                  </a:lnTo>
                  <a:close/>
                  <a:moveTo>
                    <a:pt x="963" y="2327"/>
                  </a:moveTo>
                  <a:lnTo>
                    <a:pt x="823" y="2347"/>
                  </a:lnTo>
                  <a:lnTo>
                    <a:pt x="662" y="2367"/>
                  </a:lnTo>
                  <a:lnTo>
                    <a:pt x="361" y="2448"/>
                  </a:lnTo>
                  <a:lnTo>
                    <a:pt x="341" y="2708"/>
                  </a:lnTo>
                  <a:lnTo>
                    <a:pt x="301" y="2969"/>
                  </a:lnTo>
                  <a:lnTo>
                    <a:pt x="261" y="3230"/>
                  </a:lnTo>
                  <a:lnTo>
                    <a:pt x="181" y="3470"/>
                  </a:lnTo>
                  <a:lnTo>
                    <a:pt x="381" y="3510"/>
                  </a:lnTo>
                  <a:lnTo>
                    <a:pt x="582" y="3530"/>
                  </a:lnTo>
                  <a:lnTo>
                    <a:pt x="762" y="3510"/>
                  </a:lnTo>
                  <a:lnTo>
                    <a:pt x="963" y="3470"/>
                  </a:lnTo>
                  <a:lnTo>
                    <a:pt x="1123" y="3390"/>
                  </a:lnTo>
                  <a:lnTo>
                    <a:pt x="1284" y="3270"/>
                  </a:lnTo>
                  <a:lnTo>
                    <a:pt x="1364" y="3190"/>
                  </a:lnTo>
                  <a:lnTo>
                    <a:pt x="1404" y="2869"/>
                  </a:lnTo>
                  <a:lnTo>
                    <a:pt x="1504" y="2528"/>
                  </a:lnTo>
                  <a:lnTo>
                    <a:pt x="1424" y="2468"/>
                  </a:lnTo>
                  <a:lnTo>
                    <a:pt x="1324" y="2407"/>
                  </a:lnTo>
                  <a:lnTo>
                    <a:pt x="1224" y="2367"/>
                  </a:lnTo>
                  <a:lnTo>
                    <a:pt x="1103" y="2347"/>
                  </a:lnTo>
                  <a:lnTo>
                    <a:pt x="963" y="2327"/>
                  </a:lnTo>
                  <a:close/>
                  <a:moveTo>
                    <a:pt x="1344" y="3571"/>
                  </a:moveTo>
                  <a:lnTo>
                    <a:pt x="1204" y="3651"/>
                  </a:lnTo>
                  <a:lnTo>
                    <a:pt x="1043" y="3691"/>
                  </a:lnTo>
                  <a:lnTo>
                    <a:pt x="883" y="3711"/>
                  </a:lnTo>
                  <a:lnTo>
                    <a:pt x="722" y="3731"/>
                  </a:lnTo>
                  <a:lnTo>
                    <a:pt x="582" y="3731"/>
                  </a:lnTo>
                  <a:lnTo>
                    <a:pt x="422" y="3691"/>
                  </a:lnTo>
                  <a:lnTo>
                    <a:pt x="281" y="3671"/>
                  </a:lnTo>
                  <a:lnTo>
                    <a:pt x="141" y="3631"/>
                  </a:lnTo>
                  <a:lnTo>
                    <a:pt x="81" y="3771"/>
                  </a:lnTo>
                  <a:lnTo>
                    <a:pt x="0" y="3912"/>
                  </a:lnTo>
                  <a:lnTo>
                    <a:pt x="181" y="4052"/>
                  </a:lnTo>
                  <a:lnTo>
                    <a:pt x="381" y="4192"/>
                  </a:lnTo>
                  <a:lnTo>
                    <a:pt x="843" y="4453"/>
                  </a:lnTo>
                  <a:lnTo>
                    <a:pt x="1324" y="4694"/>
                  </a:lnTo>
                  <a:lnTo>
                    <a:pt x="1845" y="4894"/>
                  </a:lnTo>
                  <a:lnTo>
                    <a:pt x="1725" y="4734"/>
                  </a:lnTo>
                  <a:lnTo>
                    <a:pt x="1625" y="4593"/>
                  </a:lnTo>
                  <a:lnTo>
                    <a:pt x="1545" y="4433"/>
                  </a:lnTo>
                  <a:lnTo>
                    <a:pt x="1484" y="4252"/>
                  </a:lnTo>
                  <a:lnTo>
                    <a:pt x="1424" y="4092"/>
                  </a:lnTo>
                  <a:lnTo>
                    <a:pt x="1384" y="3912"/>
                  </a:lnTo>
                  <a:lnTo>
                    <a:pt x="1364" y="3751"/>
                  </a:lnTo>
                  <a:lnTo>
                    <a:pt x="1344" y="357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21"/>
            <p:cNvSpPr/>
            <p:nvPr/>
          </p:nvSpPr>
          <p:spPr>
            <a:xfrm>
              <a:off x="11454375" y="4110900"/>
              <a:ext cx="46150" cy="33125"/>
            </a:xfrm>
            <a:custGeom>
              <a:avLst/>
              <a:gdLst/>
              <a:ahLst/>
              <a:cxnLst/>
              <a:rect l="l" t="t" r="r" b="b"/>
              <a:pathLst>
                <a:path w="1846" h="1325" fill="none" extrusionOk="0">
                  <a:moveTo>
                    <a:pt x="1344" y="1"/>
                  </a:moveTo>
                  <a:lnTo>
                    <a:pt x="1344" y="1"/>
                  </a:lnTo>
                  <a:lnTo>
                    <a:pt x="1204" y="81"/>
                  </a:lnTo>
                  <a:lnTo>
                    <a:pt x="1043" y="121"/>
                  </a:lnTo>
                  <a:lnTo>
                    <a:pt x="883" y="141"/>
                  </a:lnTo>
                  <a:lnTo>
                    <a:pt x="722" y="161"/>
                  </a:lnTo>
                  <a:lnTo>
                    <a:pt x="722" y="161"/>
                  </a:lnTo>
                  <a:lnTo>
                    <a:pt x="582" y="161"/>
                  </a:lnTo>
                  <a:lnTo>
                    <a:pt x="422" y="121"/>
                  </a:lnTo>
                  <a:lnTo>
                    <a:pt x="281" y="101"/>
                  </a:lnTo>
                  <a:lnTo>
                    <a:pt x="141" y="61"/>
                  </a:lnTo>
                  <a:lnTo>
                    <a:pt x="141" y="61"/>
                  </a:lnTo>
                  <a:lnTo>
                    <a:pt x="81" y="201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181" y="482"/>
                  </a:lnTo>
                  <a:lnTo>
                    <a:pt x="381" y="622"/>
                  </a:lnTo>
                  <a:lnTo>
                    <a:pt x="843" y="883"/>
                  </a:lnTo>
                  <a:lnTo>
                    <a:pt x="1324" y="1124"/>
                  </a:lnTo>
                  <a:lnTo>
                    <a:pt x="1845" y="1324"/>
                  </a:lnTo>
                  <a:lnTo>
                    <a:pt x="1845" y="1324"/>
                  </a:lnTo>
                  <a:lnTo>
                    <a:pt x="1725" y="1164"/>
                  </a:lnTo>
                  <a:lnTo>
                    <a:pt x="1625" y="1023"/>
                  </a:lnTo>
                  <a:lnTo>
                    <a:pt x="1545" y="863"/>
                  </a:lnTo>
                  <a:lnTo>
                    <a:pt x="1484" y="682"/>
                  </a:lnTo>
                  <a:lnTo>
                    <a:pt x="1424" y="522"/>
                  </a:lnTo>
                  <a:lnTo>
                    <a:pt x="1384" y="342"/>
                  </a:lnTo>
                  <a:lnTo>
                    <a:pt x="1364" y="181"/>
                  </a:lnTo>
                  <a:lnTo>
                    <a:pt x="134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21"/>
            <p:cNvSpPr/>
            <p:nvPr/>
          </p:nvSpPr>
          <p:spPr>
            <a:xfrm>
              <a:off x="11458875" y="4079825"/>
              <a:ext cx="33125" cy="30100"/>
            </a:xfrm>
            <a:custGeom>
              <a:avLst/>
              <a:gdLst/>
              <a:ahLst/>
              <a:cxnLst/>
              <a:rect l="l" t="t" r="r" b="b"/>
              <a:pathLst>
                <a:path w="1325" h="1204" fill="none" extrusionOk="0">
                  <a:moveTo>
                    <a:pt x="783" y="0"/>
                  </a:moveTo>
                  <a:lnTo>
                    <a:pt x="783" y="0"/>
                  </a:lnTo>
                  <a:lnTo>
                    <a:pt x="643" y="20"/>
                  </a:lnTo>
                  <a:lnTo>
                    <a:pt x="482" y="40"/>
                  </a:lnTo>
                  <a:lnTo>
                    <a:pt x="181" y="121"/>
                  </a:lnTo>
                  <a:lnTo>
                    <a:pt x="181" y="121"/>
                  </a:lnTo>
                  <a:lnTo>
                    <a:pt x="161" y="381"/>
                  </a:lnTo>
                  <a:lnTo>
                    <a:pt x="121" y="642"/>
                  </a:lnTo>
                  <a:lnTo>
                    <a:pt x="81" y="903"/>
                  </a:lnTo>
                  <a:lnTo>
                    <a:pt x="1" y="1143"/>
                  </a:lnTo>
                  <a:lnTo>
                    <a:pt x="1" y="1143"/>
                  </a:lnTo>
                  <a:lnTo>
                    <a:pt x="201" y="1183"/>
                  </a:lnTo>
                  <a:lnTo>
                    <a:pt x="402" y="1203"/>
                  </a:lnTo>
                  <a:lnTo>
                    <a:pt x="402" y="1203"/>
                  </a:lnTo>
                  <a:lnTo>
                    <a:pt x="582" y="1183"/>
                  </a:lnTo>
                  <a:lnTo>
                    <a:pt x="783" y="1143"/>
                  </a:lnTo>
                  <a:lnTo>
                    <a:pt x="943" y="1063"/>
                  </a:lnTo>
                  <a:lnTo>
                    <a:pt x="1104" y="943"/>
                  </a:lnTo>
                  <a:lnTo>
                    <a:pt x="1104" y="943"/>
                  </a:lnTo>
                  <a:lnTo>
                    <a:pt x="1184" y="863"/>
                  </a:lnTo>
                  <a:lnTo>
                    <a:pt x="1184" y="863"/>
                  </a:lnTo>
                  <a:lnTo>
                    <a:pt x="1224" y="542"/>
                  </a:lnTo>
                  <a:lnTo>
                    <a:pt x="1324" y="201"/>
                  </a:lnTo>
                  <a:lnTo>
                    <a:pt x="1324" y="201"/>
                  </a:lnTo>
                  <a:lnTo>
                    <a:pt x="1244" y="141"/>
                  </a:lnTo>
                  <a:lnTo>
                    <a:pt x="1244" y="141"/>
                  </a:lnTo>
                  <a:lnTo>
                    <a:pt x="1144" y="80"/>
                  </a:lnTo>
                  <a:lnTo>
                    <a:pt x="1044" y="40"/>
                  </a:lnTo>
                  <a:lnTo>
                    <a:pt x="923" y="20"/>
                  </a:lnTo>
                  <a:lnTo>
                    <a:pt x="78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21"/>
            <p:cNvSpPr/>
            <p:nvPr/>
          </p:nvSpPr>
          <p:spPr>
            <a:xfrm>
              <a:off x="11461400" y="4039700"/>
              <a:ext cx="57175" cy="36625"/>
            </a:xfrm>
            <a:custGeom>
              <a:avLst/>
              <a:gdLst/>
              <a:ahLst/>
              <a:cxnLst/>
              <a:rect l="l" t="t" r="r" b="b"/>
              <a:pathLst>
                <a:path w="2287" h="1465" fill="none" extrusionOk="0">
                  <a:moveTo>
                    <a:pt x="2286" y="1"/>
                  </a:moveTo>
                  <a:lnTo>
                    <a:pt x="2286" y="1"/>
                  </a:lnTo>
                  <a:lnTo>
                    <a:pt x="1504" y="81"/>
                  </a:lnTo>
                  <a:lnTo>
                    <a:pt x="722" y="141"/>
                  </a:lnTo>
                  <a:lnTo>
                    <a:pt x="722" y="141"/>
                  </a:lnTo>
                  <a:lnTo>
                    <a:pt x="341" y="562"/>
                  </a:lnTo>
                  <a:lnTo>
                    <a:pt x="0" y="943"/>
                  </a:lnTo>
                  <a:lnTo>
                    <a:pt x="0" y="943"/>
                  </a:lnTo>
                  <a:lnTo>
                    <a:pt x="40" y="1044"/>
                  </a:lnTo>
                  <a:lnTo>
                    <a:pt x="60" y="1184"/>
                  </a:lnTo>
                  <a:lnTo>
                    <a:pt x="80" y="1465"/>
                  </a:lnTo>
                  <a:lnTo>
                    <a:pt x="80" y="1465"/>
                  </a:lnTo>
                  <a:lnTo>
                    <a:pt x="281" y="1405"/>
                  </a:lnTo>
                  <a:lnTo>
                    <a:pt x="461" y="1345"/>
                  </a:lnTo>
                  <a:lnTo>
                    <a:pt x="662" y="1324"/>
                  </a:lnTo>
                  <a:lnTo>
                    <a:pt x="842" y="1304"/>
                  </a:lnTo>
                  <a:lnTo>
                    <a:pt x="842" y="1304"/>
                  </a:lnTo>
                  <a:lnTo>
                    <a:pt x="983" y="1324"/>
                  </a:lnTo>
                  <a:lnTo>
                    <a:pt x="1123" y="1345"/>
                  </a:lnTo>
                  <a:lnTo>
                    <a:pt x="1244" y="1385"/>
                  </a:lnTo>
                  <a:lnTo>
                    <a:pt x="1344" y="1445"/>
                  </a:lnTo>
                  <a:lnTo>
                    <a:pt x="1344" y="1445"/>
                  </a:lnTo>
                  <a:lnTo>
                    <a:pt x="1464" y="1184"/>
                  </a:lnTo>
                  <a:lnTo>
                    <a:pt x="1605" y="943"/>
                  </a:lnTo>
                  <a:lnTo>
                    <a:pt x="1745" y="703"/>
                  </a:lnTo>
                  <a:lnTo>
                    <a:pt x="1905" y="462"/>
                  </a:lnTo>
                  <a:lnTo>
                    <a:pt x="1905" y="462"/>
                  </a:lnTo>
                  <a:lnTo>
                    <a:pt x="2086" y="221"/>
                  </a:lnTo>
                  <a:lnTo>
                    <a:pt x="228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21"/>
            <p:cNvSpPr/>
            <p:nvPr/>
          </p:nvSpPr>
          <p:spPr>
            <a:xfrm>
              <a:off x="11597250" y="4021650"/>
              <a:ext cx="1550" cy="2550"/>
            </a:xfrm>
            <a:custGeom>
              <a:avLst/>
              <a:gdLst/>
              <a:ahLst/>
              <a:cxnLst/>
              <a:rect l="l" t="t" r="r" b="b"/>
              <a:pathLst>
                <a:path w="62" h="102" fill="none" extrusionOk="0">
                  <a:moveTo>
                    <a:pt x="61" y="1"/>
                  </a:moveTo>
                  <a:lnTo>
                    <a:pt x="6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41" y="101"/>
                  </a:lnTo>
                  <a:lnTo>
                    <a:pt x="41" y="101"/>
                  </a:lnTo>
                  <a:lnTo>
                    <a:pt x="6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21"/>
            <p:cNvSpPr/>
            <p:nvPr/>
          </p:nvSpPr>
          <p:spPr>
            <a:xfrm>
              <a:off x="11457875" y="4072300"/>
              <a:ext cx="37125" cy="42650"/>
            </a:xfrm>
            <a:custGeom>
              <a:avLst/>
              <a:gdLst/>
              <a:ahLst/>
              <a:cxnLst/>
              <a:rect l="l" t="t" r="r" b="b"/>
              <a:pathLst>
                <a:path w="1485" h="1706" extrusionOk="0">
                  <a:moveTo>
                    <a:pt x="983" y="0"/>
                  </a:moveTo>
                  <a:lnTo>
                    <a:pt x="803" y="20"/>
                  </a:lnTo>
                  <a:lnTo>
                    <a:pt x="602" y="41"/>
                  </a:lnTo>
                  <a:lnTo>
                    <a:pt x="422" y="101"/>
                  </a:lnTo>
                  <a:lnTo>
                    <a:pt x="221" y="161"/>
                  </a:lnTo>
                  <a:lnTo>
                    <a:pt x="221" y="422"/>
                  </a:lnTo>
                  <a:lnTo>
                    <a:pt x="522" y="341"/>
                  </a:lnTo>
                  <a:lnTo>
                    <a:pt x="683" y="321"/>
                  </a:lnTo>
                  <a:lnTo>
                    <a:pt x="823" y="301"/>
                  </a:lnTo>
                  <a:lnTo>
                    <a:pt x="963" y="321"/>
                  </a:lnTo>
                  <a:lnTo>
                    <a:pt x="1084" y="341"/>
                  </a:lnTo>
                  <a:lnTo>
                    <a:pt x="1184" y="381"/>
                  </a:lnTo>
                  <a:lnTo>
                    <a:pt x="1284" y="442"/>
                  </a:lnTo>
                  <a:lnTo>
                    <a:pt x="1364" y="502"/>
                  </a:lnTo>
                  <a:lnTo>
                    <a:pt x="1485" y="141"/>
                  </a:lnTo>
                  <a:lnTo>
                    <a:pt x="1385" y="81"/>
                  </a:lnTo>
                  <a:lnTo>
                    <a:pt x="1264" y="41"/>
                  </a:lnTo>
                  <a:lnTo>
                    <a:pt x="1124" y="20"/>
                  </a:lnTo>
                  <a:lnTo>
                    <a:pt x="983" y="0"/>
                  </a:lnTo>
                  <a:close/>
                  <a:moveTo>
                    <a:pt x="1224" y="1164"/>
                  </a:moveTo>
                  <a:lnTo>
                    <a:pt x="1144" y="1244"/>
                  </a:lnTo>
                  <a:lnTo>
                    <a:pt x="983" y="1364"/>
                  </a:lnTo>
                  <a:lnTo>
                    <a:pt x="823" y="1444"/>
                  </a:lnTo>
                  <a:lnTo>
                    <a:pt x="622" y="1484"/>
                  </a:lnTo>
                  <a:lnTo>
                    <a:pt x="442" y="1504"/>
                  </a:lnTo>
                  <a:lnTo>
                    <a:pt x="241" y="1484"/>
                  </a:lnTo>
                  <a:lnTo>
                    <a:pt x="41" y="1444"/>
                  </a:lnTo>
                  <a:lnTo>
                    <a:pt x="1" y="1605"/>
                  </a:lnTo>
                  <a:lnTo>
                    <a:pt x="141" y="1645"/>
                  </a:lnTo>
                  <a:lnTo>
                    <a:pt x="282" y="1665"/>
                  </a:lnTo>
                  <a:lnTo>
                    <a:pt x="442" y="1705"/>
                  </a:lnTo>
                  <a:lnTo>
                    <a:pt x="582" y="1705"/>
                  </a:lnTo>
                  <a:lnTo>
                    <a:pt x="743" y="1685"/>
                  </a:lnTo>
                  <a:lnTo>
                    <a:pt x="903" y="1665"/>
                  </a:lnTo>
                  <a:lnTo>
                    <a:pt x="1064" y="1625"/>
                  </a:lnTo>
                  <a:lnTo>
                    <a:pt x="1204" y="1545"/>
                  </a:lnTo>
                  <a:lnTo>
                    <a:pt x="1204" y="1364"/>
                  </a:lnTo>
                  <a:lnTo>
                    <a:pt x="1224" y="1164"/>
                  </a:lnTo>
                  <a:close/>
                </a:path>
              </a:pathLst>
            </a:custGeom>
            <a:solidFill>
              <a:srgbClr val="424242">
                <a:alpha val="30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21"/>
            <p:cNvSpPr/>
            <p:nvPr/>
          </p:nvSpPr>
          <p:spPr>
            <a:xfrm>
              <a:off x="11457875" y="4101375"/>
              <a:ext cx="30625" cy="13575"/>
            </a:xfrm>
            <a:custGeom>
              <a:avLst/>
              <a:gdLst/>
              <a:ahLst/>
              <a:cxnLst/>
              <a:rect l="l" t="t" r="r" b="b"/>
              <a:pathLst>
                <a:path w="1225" h="543" fill="none" extrusionOk="0">
                  <a:moveTo>
                    <a:pt x="1224" y="1"/>
                  </a:moveTo>
                  <a:lnTo>
                    <a:pt x="1224" y="1"/>
                  </a:lnTo>
                  <a:lnTo>
                    <a:pt x="1144" y="81"/>
                  </a:lnTo>
                  <a:lnTo>
                    <a:pt x="1144" y="81"/>
                  </a:lnTo>
                  <a:lnTo>
                    <a:pt x="983" y="201"/>
                  </a:lnTo>
                  <a:lnTo>
                    <a:pt x="823" y="281"/>
                  </a:lnTo>
                  <a:lnTo>
                    <a:pt x="622" y="321"/>
                  </a:lnTo>
                  <a:lnTo>
                    <a:pt x="442" y="341"/>
                  </a:lnTo>
                  <a:lnTo>
                    <a:pt x="442" y="341"/>
                  </a:lnTo>
                  <a:lnTo>
                    <a:pt x="241" y="321"/>
                  </a:lnTo>
                  <a:lnTo>
                    <a:pt x="41" y="281"/>
                  </a:lnTo>
                  <a:lnTo>
                    <a:pt x="41" y="281"/>
                  </a:lnTo>
                  <a:lnTo>
                    <a:pt x="1" y="442"/>
                  </a:lnTo>
                  <a:lnTo>
                    <a:pt x="1" y="442"/>
                  </a:lnTo>
                  <a:lnTo>
                    <a:pt x="141" y="482"/>
                  </a:lnTo>
                  <a:lnTo>
                    <a:pt x="282" y="502"/>
                  </a:lnTo>
                  <a:lnTo>
                    <a:pt x="442" y="542"/>
                  </a:lnTo>
                  <a:lnTo>
                    <a:pt x="582" y="542"/>
                  </a:lnTo>
                  <a:lnTo>
                    <a:pt x="582" y="542"/>
                  </a:lnTo>
                  <a:lnTo>
                    <a:pt x="743" y="522"/>
                  </a:lnTo>
                  <a:lnTo>
                    <a:pt x="903" y="502"/>
                  </a:lnTo>
                  <a:lnTo>
                    <a:pt x="1064" y="462"/>
                  </a:lnTo>
                  <a:lnTo>
                    <a:pt x="1204" y="382"/>
                  </a:lnTo>
                  <a:lnTo>
                    <a:pt x="1204" y="382"/>
                  </a:lnTo>
                  <a:lnTo>
                    <a:pt x="1204" y="201"/>
                  </a:lnTo>
                  <a:lnTo>
                    <a:pt x="1224" y="1"/>
                  </a:lnTo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21"/>
            <p:cNvSpPr/>
            <p:nvPr/>
          </p:nvSpPr>
          <p:spPr>
            <a:xfrm>
              <a:off x="11391200" y="4053250"/>
              <a:ext cx="72225" cy="73725"/>
            </a:xfrm>
            <a:custGeom>
              <a:avLst/>
              <a:gdLst/>
              <a:ahLst/>
              <a:cxnLst/>
              <a:rect l="l" t="t" r="r" b="b"/>
              <a:pathLst>
                <a:path w="2889" h="2949" extrusionOk="0">
                  <a:moveTo>
                    <a:pt x="783" y="0"/>
                  </a:moveTo>
                  <a:lnTo>
                    <a:pt x="622" y="20"/>
                  </a:lnTo>
                  <a:lnTo>
                    <a:pt x="422" y="81"/>
                  </a:lnTo>
                  <a:lnTo>
                    <a:pt x="241" y="161"/>
                  </a:lnTo>
                  <a:lnTo>
                    <a:pt x="161" y="241"/>
                  </a:lnTo>
                  <a:lnTo>
                    <a:pt x="81" y="361"/>
                  </a:lnTo>
                  <a:lnTo>
                    <a:pt x="41" y="522"/>
                  </a:lnTo>
                  <a:lnTo>
                    <a:pt x="1" y="682"/>
                  </a:lnTo>
                  <a:lnTo>
                    <a:pt x="1" y="883"/>
                  </a:lnTo>
                  <a:lnTo>
                    <a:pt x="1" y="1083"/>
                  </a:lnTo>
                  <a:lnTo>
                    <a:pt x="1" y="1304"/>
                  </a:lnTo>
                  <a:lnTo>
                    <a:pt x="41" y="1545"/>
                  </a:lnTo>
                  <a:lnTo>
                    <a:pt x="121" y="1966"/>
                  </a:lnTo>
                  <a:lnTo>
                    <a:pt x="181" y="2186"/>
                  </a:lnTo>
                  <a:lnTo>
                    <a:pt x="241" y="2367"/>
                  </a:lnTo>
                  <a:lnTo>
                    <a:pt x="301" y="2527"/>
                  </a:lnTo>
                  <a:lnTo>
                    <a:pt x="382" y="2668"/>
                  </a:lnTo>
                  <a:lnTo>
                    <a:pt x="462" y="2788"/>
                  </a:lnTo>
                  <a:lnTo>
                    <a:pt x="542" y="2848"/>
                  </a:lnTo>
                  <a:lnTo>
                    <a:pt x="702" y="2928"/>
                  </a:lnTo>
                  <a:lnTo>
                    <a:pt x="843" y="2948"/>
                  </a:lnTo>
                  <a:lnTo>
                    <a:pt x="1104" y="2948"/>
                  </a:lnTo>
                  <a:lnTo>
                    <a:pt x="1284" y="2868"/>
                  </a:lnTo>
                  <a:lnTo>
                    <a:pt x="1384" y="2848"/>
                  </a:lnTo>
                  <a:lnTo>
                    <a:pt x="1525" y="2848"/>
                  </a:lnTo>
                  <a:lnTo>
                    <a:pt x="1605" y="2868"/>
                  </a:lnTo>
                  <a:lnTo>
                    <a:pt x="1785" y="2928"/>
                  </a:lnTo>
                  <a:lnTo>
                    <a:pt x="1906" y="2948"/>
                  </a:lnTo>
                  <a:lnTo>
                    <a:pt x="2046" y="2948"/>
                  </a:lnTo>
                  <a:lnTo>
                    <a:pt x="2207" y="2908"/>
                  </a:lnTo>
                  <a:lnTo>
                    <a:pt x="2367" y="2828"/>
                  </a:lnTo>
                  <a:lnTo>
                    <a:pt x="2447" y="2768"/>
                  </a:lnTo>
                  <a:lnTo>
                    <a:pt x="2527" y="2648"/>
                  </a:lnTo>
                  <a:lnTo>
                    <a:pt x="2608" y="2507"/>
                  </a:lnTo>
                  <a:lnTo>
                    <a:pt x="2668" y="2347"/>
                  </a:lnTo>
                  <a:lnTo>
                    <a:pt x="2728" y="2166"/>
                  </a:lnTo>
                  <a:lnTo>
                    <a:pt x="2788" y="1946"/>
                  </a:lnTo>
                  <a:lnTo>
                    <a:pt x="2868" y="1504"/>
                  </a:lnTo>
                  <a:lnTo>
                    <a:pt x="2888" y="1284"/>
                  </a:lnTo>
                  <a:lnTo>
                    <a:pt x="2888" y="1063"/>
                  </a:lnTo>
                  <a:lnTo>
                    <a:pt x="2888" y="863"/>
                  </a:lnTo>
                  <a:lnTo>
                    <a:pt x="2868" y="662"/>
                  </a:lnTo>
                  <a:lnTo>
                    <a:pt x="2848" y="502"/>
                  </a:lnTo>
                  <a:lnTo>
                    <a:pt x="2788" y="341"/>
                  </a:lnTo>
                  <a:lnTo>
                    <a:pt x="2728" y="241"/>
                  </a:lnTo>
                  <a:lnTo>
                    <a:pt x="2648" y="161"/>
                  </a:lnTo>
                  <a:lnTo>
                    <a:pt x="2527" y="101"/>
                  </a:lnTo>
                  <a:lnTo>
                    <a:pt x="2427" y="40"/>
                  </a:lnTo>
                  <a:lnTo>
                    <a:pt x="2207" y="0"/>
                  </a:lnTo>
                  <a:lnTo>
                    <a:pt x="1825" y="0"/>
                  </a:lnTo>
                  <a:lnTo>
                    <a:pt x="1605" y="60"/>
                  </a:lnTo>
                  <a:lnTo>
                    <a:pt x="1444" y="81"/>
                  </a:lnTo>
                  <a:lnTo>
                    <a:pt x="1244" y="40"/>
                  </a:lnTo>
                  <a:lnTo>
                    <a:pt x="9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21"/>
            <p:cNvSpPr/>
            <p:nvPr/>
          </p:nvSpPr>
          <p:spPr>
            <a:xfrm>
              <a:off x="11391200" y="4053250"/>
              <a:ext cx="72225" cy="73725"/>
            </a:xfrm>
            <a:custGeom>
              <a:avLst/>
              <a:gdLst/>
              <a:ahLst/>
              <a:cxnLst/>
              <a:rect l="l" t="t" r="r" b="b"/>
              <a:pathLst>
                <a:path w="2889" h="2949" fill="none" extrusionOk="0">
                  <a:moveTo>
                    <a:pt x="2367" y="2828"/>
                  </a:moveTo>
                  <a:lnTo>
                    <a:pt x="2367" y="2828"/>
                  </a:lnTo>
                  <a:lnTo>
                    <a:pt x="2207" y="2908"/>
                  </a:lnTo>
                  <a:lnTo>
                    <a:pt x="2046" y="2948"/>
                  </a:lnTo>
                  <a:lnTo>
                    <a:pt x="1906" y="2948"/>
                  </a:lnTo>
                  <a:lnTo>
                    <a:pt x="1785" y="2928"/>
                  </a:lnTo>
                  <a:lnTo>
                    <a:pt x="1785" y="2928"/>
                  </a:lnTo>
                  <a:lnTo>
                    <a:pt x="1605" y="2868"/>
                  </a:lnTo>
                  <a:lnTo>
                    <a:pt x="1525" y="2848"/>
                  </a:lnTo>
                  <a:lnTo>
                    <a:pt x="1464" y="2848"/>
                  </a:lnTo>
                  <a:lnTo>
                    <a:pt x="1464" y="2848"/>
                  </a:lnTo>
                  <a:lnTo>
                    <a:pt x="1384" y="2848"/>
                  </a:lnTo>
                  <a:lnTo>
                    <a:pt x="1284" y="2868"/>
                  </a:lnTo>
                  <a:lnTo>
                    <a:pt x="1104" y="2948"/>
                  </a:lnTo>
                  <a:lnTo>
                    <a:pt x="983" y="2948"/>
                  </a:lnTo>
                  <a:lnTo>
                    <a:pt x="843" y="2948"/>
                  </a:lnTo>
                  <a:lnTo>
                    <a:pt x="702" y="2928"/>
                  </a:lnTo>
                  <a:lnTo>
                    <a:pt x="542" y="2848"/>
                  </a:lnTo>
                  <a:lnTo>
                    <a:pt x="542" y="2848"/>
                  </a:lnTo>
                  <a:lnTo>
                    <a:pt x="462" y="2788"/>
                  </a:lnTo>
                  <a:lnTo>
                    <a:pt x="382" y="2668"/>
                  </a:lnTo>
                  <a:lnTo>
                    <a:pt x="301" y="2527"/>
                  </a:lnTo>
                  <a:lnTo>
                    <a:pt x="241" y="2367"/>
                  </a:lnTo>
                  <a:lnTo>
                    <a:pt x="181" y="2186"/>
                  </a:lnTo>
                  <a:lnTo>
                    <a:pt x="121" y="1966"/>
                  </a:lnTo>
                  <a:lnTo>
                    <a:pt x="41" y="1545"/>
                  </a:lnTo>
                  <a:lnTo>
                    <a:pt x="1" y="1304"/>
                  </a:lnTo>
                  <a:lnTo>
                    <a:pt x="1" y="1083"/>
                  </a:lnTo>
                  <a:lnTo>
                    <a:pt x="1" y="883"/>
                  </a:lnTo>
                  <a:lnTo>
                    <a:pt x="1" y="682"/>
                  </a:lnTo>
                  <a:lnTo>
                    <a:pt x="41" y="522"/>
                  </a:lnTo>
                  <a:lnTo>
                    <a:pt x="81" y="361"/>
                  </a:lnTo>
                  <a:lnTo>
                    <a:pt x="161" y="241"/>
                  </a:lnTo>
                  <a:lnTo>
                    <a:pt x="241" y="161"/>
                  </a:lnTo>
                  <a:lnTo>
                    <a:pt x="241" y="161"/>
                  </a:lnTo>
                  <a:lnTo>
                    <a:pt x="422" y="81"/>
                  </a:lnTo>
                  <a:lnTo>
                    <a:pt x="622" y="20"/>
                  </a:lnTo>
                  <a:lnTo>
                    <a:pt x="783" y="0"/>
                  </a:lnTo>
                  <a:lnTo>
                    <a:pt x="943" y="0"/>
                  </a:lnTo>
                  <a:lnTo>
                    <a:pt x="1244" y="40"/>
                  </a:lnTo>
                  <a:lnTo>
                    <a:pt x="1444" y="81"/>
                  </a:lnTo>
                  <a:lnTo>
                    <a:pt x="1444" y="81"/>
                  </a:lnTo>
                  <a:lnTo>
                    <a:pt x="1605" y="60"/>
                  </a:lnTo>
                  <a:lnTo>
                    <a:pt x="1825" y="0"/>
                  </a:lnTo>
                  <a:lnTo>
                    <a:pt x="1825" y="0"/>
                  </a:lnTo>
                  <a:lnTo>
                    <a:pt x="2006" y="0"/>
                  </a:lnTo>
                  <a:lnTo>
                    <a:pt x="2207" y="0"/>
                  </a:lnTo>
                  <a:lnTo>
                    <a:pt x="2427" y="40"/>
                  </a:lnTo>
                  <a:lnTo>
                    <a:pt x="2527" y="101"/>
                  </a:lnTo>
                  <a:lnTo>
                    <a:pt x="2648" y="161"/>
                  </a:lnTo>
                  <a:lnTo>
                    <a:pt x="2648" y="161"/>
                  </a:lnTo>
                  <a:lnTo>
                    <a:pt x="2728" y="241"/>
                  </a:lnTo>
                  <a:lnTo>
                    <a:pt x="2788" y="341"/>
                  </a:lnTo>
                  <a:lnTo>
                    <a:pt x="2848" y="502"/>
                  </a:lnTo>
                  <a:lnTo>
                    <a:pt x="2868" y="662"/>
                  </a:lnTo>
                  <a:lnTo>
                    <a:pt x="2888" y="863"/>
                  </a:lnTo>
                  <a:lnTo>
                    <a:pt x="2888" y="1063"/>
                  </a:lnTo>
                  <a:lnTo>
                    <a:pt x="2888" y="1284"/>
                  </a:lnTo>
                  <a:lnTo>
                    <a:pt x="2868" y="1504"/>
                  </a:lnTo>
                  <a:lnTo>
                    <a:pt x="2788" y="1946"/>
                  </a:lnTo>
                  <a:lnTo>
                    <a:pt x="2728" y="2166"/>
                  </a:lnTo>
                  <a:lnTo>
                    <a:pt x="2668" y="2347"/>
                  </a:lnTo>
                  <a:lnTo>
                    <a:pt x="2608" y="2507"/>
                  </a:lnTo>
                  <a:lnTo>
                    <a:pt x="2527" y="2648"/>
                  </a:lnTo>
                  <a:lnTo>
                    <a:pt x="2447" y="2768"/>
                  </a:lnTo>
                  <a:lnTo>
                    <a:pt x="2367" y="28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21"/>
            <p:cNvSpPr/>
            <p:nvPr/>
          </p:nvSpPr>
          <p:spPr>
            <a:xfrm>
              <a:off x="11391200" y="4053250"/>
              <a:ext cx="45650" cy="73725"/>
            </a:xfrm>
            <a:custGeom>
              <a:avLst/>
              <a:gdLst/>
              <a:ahLst/>
              <a:cxnLst/>
              <a:rect l="l" t="t" r="r" b="b"/>
              <a:pathLst>
                <a:path w="1826" h="2949" extrusionOk="0">
                  <a:moveTo>
                    <a:pt x="702" y="0"/>
                  </a:moveTo>
                  <a:lnTo>
                    <a:pt x="542" y="40"/>
                  </a:lnTo>
                  <a:lnTo>
                    <a:pt x="402" y="81"/>
                  </a:lnTo>
                  <a:lnTo>
                    <a:pt x="241" y="161"/>
                  </a:lnTo>
                  <a:lnTo>
                    <a:pt x="181" y="221"/>
                  </a:lnTo>
                  <a:lnTo>
                    <a:pt x="121" y="281"/>
                  </a:lnTo>
                  <a:lnTo>
                    <a:pt x="81" y="361"/>
                  </a:lnTo>
                  <a:lnTo>
                    <a:pt x="61" y="462"/>
                  </a:lnTo>
                  <a:lnTo>
                    <a:pt x="1" y="702"/>
                  </a:lnTo>
                  <a:lnTo>
                    <a:pt x="1" y="963"/>
                  </a:lnTo>
                  <a:lnTo>
                    <a:pt x="1" y="983"/>
                  </a:lnTo>
                  <a:lnTo>
                    <a:pt x="1" y="1264"/>
                  </a:lnTo>
                  <a:lnTo>
                    <a:pt x="41" y="1565"/>
                  </a:lnTo>
                  <a:lnTo>
                    <a:pt x="81" y="1845"/>
                  </a:lnTo>
                  <a:lnTo>
                    <a:pt x="161" y="2126"/>
                  </a:lnTo>
                  <a:lnTo>
                    <a:pt x="241" y="2367"/>
                  </a:lnTo>
                  <a:lnTo>
                    <a:pt x="341" y="2587"/>
                  </a:lnTo>
                  <a:lnTo>
                    <a:pt x="442" y="2748"/>
                  </a:lnTo>
                  <a:lnTo>
                    <a:pt x="502" y="2808"/>
                  </a:lnTo>
                  <a:lnTo>
                    <a:pt x="542" y="2848"/>
                  </a:lnTo>
                  <a:lnTo>
                    <a:pt x="662" y="2908"/>
                  </a:lnTo>
                  <a:lnTo>
                    <a:pt x="763" y="2928"/>
                  </a:lnTo>
                  <a:lnTo>
                    <a:pt x="843" y="2948"/>
                  </a:lnTo>
                  <a:lnTo>
                    <a:pt x="1083" y="2948"/>
                  </a:lnTo>
                  <a:lnTo>
                    <a:pt x="1224" y="2908"/>
                  </a:lnTo>
                  <a:lnTo>
                    <a:pt x="1344" y="2868"/>
                  </a:lnTo>
                  <a:lnTo>
                    <a:pt x="1464" y="2848"/>
                  </a:lnTo>
                  <a:lnTo>
                    <a:pt x="1525" y="2848"/>
                  </a:lnTo>
                  <a:lnTo>
                    <a:pt x="1605" y="2868"/>
                  </a:lnTo>
                  <a:lnTo>
                    <a:pt x="1785" y="2928"/>
                  </a:lnTo>
                  <a:lnTo>
                    <a:pt x="1725" y="2868"/>
                  </a:lnTo>
                  <a:lnTo>
                    <a:pt x="1625" y="2748"/>
                  </a:lnTo>
                  <a:lnTo>
                    <a:pt x="1525" y="2668"/>
                  </a:lnTo>
                  <a:lnTo>
                    <a:pt x="1324" y="2527"/>
                  </a:lnTo>
                  <a:lnTo>
                    <a:pt x="1244" y="2467"/>
                  </a:lnTo>
                  <a:lnTo>
                    <a:pt x="1164" y="2367"/>
                  </a:lnTo>
                  <a:lnTo>
                    <a:pt x="1083" y="2266"/>
                  </a:lnTo>
                  <a:lnTo>
                    <a:pt x="1023" y="2126"/>
                  </a:lnTo>
                  <a:lnTo>
                    <a:pt x="983" y="1966"/>
                  </a:lnTo>
                  <a:lnTo>
                    <a:pt x="943" y="1805"/>
                  </a:lnTo>
                  <a:lnTo>
                    <a:pt x="923" y="1464"/>
                  </a:lnTo>
                  <a:lnTo>
                    <a:pt x="923" y="1244"/>
                  </a:lnTo>
                  <a:lnTo>
                    <a:pt x="943" y="1043"/>
                  </a:lnTo>
                  <a:lnTo>
                    <a:pt x="1003" y="863"/>
                  </a:lnTo>
                  <a:lnTo>
                    <a:pt x="1083" y="682"/>
                  </a:lnTo>
                  <a:lnTo>
                    <a:pt x="1204" y="502"/>
                  </a:lnTo>
                  <a:lnTo>
                    <a:pt x="1324" y="361"/>
                  </a:lnTo>
                  <a:lnTo>
                    <a:pt x="1485" y="241"/>
                  </a:lnTo>
                  <a:lnTo>
                    <a:pt x="1665" y="141"/>
                  </a:lnTo>
                  <a:lnTo>
                    <a:pt x="1705" y="141"/>
                  </a:lnTo>
                  <a:lnTo>
                    <a:pt x="1765" y="121"/>
                  </a:lnTo>
                  <a:lnTo>
                    <a:pt x="1805" y="81"/>
                  </a:lnTo>
                  <a:lnTo>
                    <a:pt x="1825" y="40"/>
                  </a:lnTo>
                  <a:lnTo>
                    <a:pt x="1825" y="20"/>
                  </a:lnTo>
                  <a:lnTo>
                    <a:pt x="1825" y="0"/>
                  </a:lnTo>
                  <a:lnTo>
                    <a:pt x="1605" y="60"/>
                  </a:lnTo>
                  <a:lnTo>
                    <a:pt x="1444" y="81"/>
                  </a:lnTo>
                  <a:lnTo>
                    <a:pt x="1324" y="60"/>
                  </a:lnTo>
                  <a:lnTo>
                    <a:pt x="1184" y="40"/>
                  </a:lnTo>
                  <a:lnTo>
                    <a:pt x="1023" y="20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21"/>
            <p:cNvSpPr/>
            <p:nvPr/>
          </p:nvSpPr>
          <p:spPr>
            <a:xfrm>
              <a:off x="11391200" y="4053250"/>
              <a:ext cx="45650" cy="73725"/>
            </a:xfrm>
            <a:custGeom>
              <a:avLst/>
              <a:gdLst/>
              <a:ahLst/>
              <a:cxnLst/>
              <a:rect l="l" t="t" r="r" b="b"/>
              <a:pathLst>
                <a:path w="1826" h="2949" fill="none" extrusionOk="0">
                  <a:moveTo>
                    <a:pt x="843" y="0"/>
                  </a:moveTo>
                  <a:lnTo>
                    <a:pt x="843" y="0"/>
                  </a:lnTo>
                  <a:lnTo>
                    <a:pt x="702" y="0"/>
                  </a:lnTo>
                  <a:lnTo>
                    <a:pt x="542" y="40"/>
                  </a:lnTo>
                  <a:lnTo>
                    <a:pt x="402" y="81"/>
                  </a:lnTo>
                  <a:lnTo>
                    <a:pt x="241" y="161"/>
                  </a:lnTo>
                  <a:lnTo>
                    <a:pt x="241" y="161"/>
                  </a:lnTo>
                  <a:lnTo>
                    <a:pt x="181" y="221"/>
                  </a:lnTo>
                  <a:lnTo>
                    <a:pt x="121" y="281"/>
                  </a:lnTo>
                  <a:lnTo>
                    <a:pt x="81" y="361"/>
                  </a:lnTo>
                  <a:lnTo>
                    <a:pt x="61" y="462"/>
                  </a:lnTo>
                  <a:lnTo>
                    <a:pt x="1" y="702"/>
                  </a:lnTo>
                  <a:lnTo>
                    <a:pt x="1" y="963"/>
                  </a:lnTo>
                  <a:lnTo>
                    <a:pt x="1" y="963"/>
                  </a:lnTo>
                  <a:lnTo>
                    <a:pt x="1" y="983"/>
                  </a:lnTo>
                  <a:lnTo>
                    <a:pt x="1" y="983"/>
                  </a:lnTo>
                  <a:lnTo>
                    <a:pt x="1" y="1264"/>
                  </a:lnTo>
                  <a:lnTo>
                    <a:pt x="41" y="1565"/>
                  </a:lnTo>
                  <a:lnTo>
                    <a:pt x="81" y="1845"/>
                  </a:lnTo>
                  <a:lnTo>
                    <a:pt x="161" y="2126"/>
                  </a:lnTo>
                  <a:lnTo>
                    <a:pt x="241" y="2367"/>
                  </a:lnTo>
                  <a:lnTo>
                    <a:pt x="341" y="2587"/>
                  </a:lnTo>
                  <a:lnTo>
                    <a:pt x="442" y="2748"/>
                  </a:lnTo>
                  <a:lnTo>
                    <a:pt x="502" y="2808"/>
                  </a:lnTo>
                  <a:lnTo>
                    <a:pt x="542" y="2848"/>
                  </a:lnTo>
                  <a:lnTo>
                    <a:pt x="542" y="2848"/>
                  </a:lnTo>
                  <a:lnTo>
                    <a:pt x="662" y="2908"/>
                  </a:lnTo>
                  <a:lnTo>
                    <a:pt x="763" y="2928"/>
                  </a:lnTo>
                  <a:lnTo>
                    <a:pt x="843" y="2948"/>
                  </a:lnTo>
                  <a:lnTo>
                    <a:pt x="943" y="2948"/>
                  </a:lnTo>
                  <a:lnTo>
                    <a:pt x="943" y="2948"/>
                  </a:lnTo>
                  <a:lnTo>
                    <a:pt x="1083" y="2948"/>
                  </a:lnTo>
                  <a:lnTo>
                    <a:pt x="1224" y="2908"/>
                  </a:lnTo>
                  <a:lnTo>
                    <a:pt x="1344" y="2868"/>
                  </a:lnTo>
                  <a:lnTo>
                    <a:pt x="1464" y="2848"/>
                  </a:lnTo>
                  <a:lnTo>
                    <a:pt x="1464" y="2848"/>
                  </a:lnTo>
                  <a:lnTo>
                    <a:pt x="1525" y="2848"/>
                  </a:lnTo>
                  <a:lnTo>
                    <a:pt x="1605" y="2868"/>
                  </a:lnTo>
                  <a:lnTo>
                    <a:pt x="1785" y="2928"/>
                  </a:lnTo>
                  <a:lnTo>
                    <a:pt x="1785" y="2928"/>
                  </a:lnTo>
                  <a:lnTo>
                    <a:pt x="1725" y="2868"/>
                  </a:lnTo>
                  <a:lnTo>
                    <a:pt x="1725" y="2868"/>
                  </a:lnTo>
                  <a:lnTo>
                    <a:pt x="1625" y="2748"/>
                  </a:lnTo>
                  <a:lnTo>
                    <a:pt x="1525" y="2668"/>
                  </a:lnTo>
                  <a:lnTo>
                    <a:pt x="1324" y="2527"/>
                  </a:lnTo>
                  <a:lnTo>
                    <a:pt x="1244" y="2467"/>
                  </a:lnTo>
                  <a:lnTo>
                    <a:pt x="1164" y="2367"/>
                  </a:lnTo>
                  <a:lnTo>
                    <a:pt x="1083" y="2266"/>
                  </a:lnTo>
                  <a:lnTo>
                    <a:pt x="1023" y="2126"/>
                  </a:lnTo>
                  <a:lnTo>
                    <a:pt x="1023" y="2126"/>
                  </a:lnTo>
                  <a:lnTo>
                    <a:pt x="983" y="1966"/>
                  </a:lnTo>
                  <a:lnTo>
                    <a:pt x="943" y="1805"/>
                  </a:lnTo>
                  <a:lnTo>
                    <a:pt x="923" y="1464"/>
                  </a:lnTo>
                  <a:lnTo>
                    <a:pt x="923" y="1464"/>
                  </a:lnTo>
                  <a:lnTo>
                    <a:pt x="923" y="1244"/>
                  </a:lnTo>
                  <a:lnTo>
                    <a:pt x="943" y="1043"/>
                  </a:lnTo>
                  <a:lnTo>
                    <a:pt x="1003" y="863"/>
                  </a:lnTo>
                  <a:lnTo>
                    <a:pt x="1083" y="682"/>
                  </a:lnTo>
                  <a:lnTo>
                    <a:pt x="1204" y="502"/>
                  </a:lnTo>
                  <a:lnTo>
                    <a:pt x="1324" y="361"/>
                  </a:lnTo>
                  <a:lnTo>
                    <a:pt x="1485" y="241"/>
                  </a:lnTo>
                  <a:lnTo>
                    <a:pt x="1665" y="141"/>
                  </a:lnTo>
                  <a:lnTo>
                    <a:pt x="1665" y="141"/>
                  </a:lnTo>
                  <a:lnTo>
                    <a:pt x="1705" y="141"/>
                  </a:lnTo>
                  <a:lnTo>
                    <a:pt x="1705" y="141"/>
                  </a:lnTo>
                  <a:lnTo>
                    <a:pt x="1765" y="121"/>
                  </a:lnTo>
                  <a:lnTo>
                    <a:pt x="1805" y="81"/>
                  </a:lnTo>
                  <a:lnTo>
                    <a:pt x="1805" y="81"/>
                  </a:lnTo>
                  <a:lnTo>
                    <a:pt x="1825" y="40"/>
                  </a:lnTo>
                  <a:lnTo>
                    <a:pt x="1825" y="20"/>
                  </a:lnTo>
                  <a:lnTo>
                    <a:pt x="1825" y="0"/>
                  </a:lnTo>
                  <a:lnTo>
                    <a:pt x="1825" y="0"/>
                  </a:lnTo>
                  <a:lnTo>
                    <a:pt x="1825" y="0"/>
                  </a:lnTo>
                  <a:lnTo>
                    <a:pt x="1605" y="60"/>
                  </a:lnTo>
                  <a:lnTo>
                    <a:pt x="1444" y="81"/>
                  </a:lnTo>
                  <a:lnTo>
                    <a:pt x="1444" y="81"/>
                  </a:lnTo>
                  <a:lnTo>
                    <a:pt x="1324" y="60"/>
                  </a:lnTo>
                  <a:lnTo>
                    <a:pt x="1184" y="40"/>
                  </a:lnTo>
                  <a:lnTo>
                    <a:pt x="1023" y="20"/>
                  </a:lnTo>
                  <a:lnTo>
                    <a:pt x="84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21"/>
            <p:cNvSpPr/>
            <p:nvPr/>
          </p:nvSpPr>
          <p:spPr>
            <a:xfrm>
              <a:off x="10716375" y="4375625"/>
              <a:ext cx="540475" cy="391075"/>
            </a:xfrm>
            <a:custGeom>
              <a:avLst/>
              <a:gdLst/>
              <a:ahLst/>
              <a:cxnLst/>
              <a:rect l="l" t="t" r="r" b="b"/>
              <a:pathLst>
                <a:path w="21619" h="15643" extrusionOk="0">
                  <a:moveTo>
                    <a:pt x="5635" y="0"/>
                  </a:moveTo>
                  <a:lnTo>
                    <a:pt x="5214" y="20"/>
                  </a:lnTo>
                  <a:lnTo>
                    <a:pt x="4793" y="61"/>
                  </a:lnTo>
                  <a:lnTo>
                    <a:pt x="4392" y="121"/>
                  </a:lnTo>
                  <a:lnTo>
                    <a:pt x="4011" y="201"/>
                  </a:lnTo>
                  <a:lnTo>
                    <a:pt x="3630" y="301"/>
                  </a:lnTo>
                  <a:lnTo>
                    <a:pt x="3269" y="442"/>
                  </a:lnTo>
                  <a:lnTo>
                    <a:pt x="2908" y="582"/>
                  </a:lnTo>
                  <a:lnTo>
                    <a:pt x="2567" y="762"/>
                  </a:lnTo>
                  <a:lnTo>
                    <a:pt x="2246" y="963"/>
                  </a:lnTo>
                  <a:lnTo>
                    <a:pt x="1945" y="1164"/>
                  </a:lnTo>
                  <a:lnTo>
                    <a:pt x="1665" y="1404"/>
                  </a:lnTo>
                  <a:lnTo>
                    <a:pt x="1404" y="1665"/>
                  </a:lnTo>
                  <a:lnTo>
                    <a:pt x="1143" y="1946"/>
                  </a:lnTo>
                  <a:lnTo>
                    <a:pt x="923" y="2247"/>
                  </a:lnTo>
                  <a:lnTo>
                    <a:pt x="722" y="2567"/>
                  </a:lnTo>
                  <a:lnTo>
                    <a:pt x="542" y="2908"/>
                  </a:lnTo>
                  <a:lnTo>
                    <a:pt x="381" y="3269"/>
                  </a:lnTo>
                  <a:lnTo>
                    <a:pt x="241" y="3650"/>
                  </a:lnTo>
                  <a:lnTo>
                    <a:pt x="141" y="4051"/>
                  </a:lnTo>
                  <a:lnTo>
                    <a:pt x="60" y="4453"/>
                  </a:lnTo>
                  <a:lnTo>
                    <a:pt x="20" y="4894"/>
                  </a:lnTo>
                  <a:lnTo>
                    <a:pt x="0" y="5355"/>
                  </a:lnTo>
                  <a:lnTo>
                    <a:pt x="20" y="5816"/>
                  </a:lnTo>
                  <a:lnTo>
                    <a:pt x="80" y="6277"/>
                  </a:lnTo>
                  <a:lnTo>
                    <a:pt x="181" y="6759"/>
                  </a:lnTo>
                  <a:lnTo>
                    <a:pt x="301" y="7220"/>
                  </a:lnTo>
                  <a:lnTo>
                    <a:pt x="461" y="7681"/>
                  </a:lnTo>
                  <a:lnTo>
                    <a:pt x="662" y="8143"/>
                  </a:lnTo>
                  <a:lnTo>
                    <a:pt x="883" y="8624"/>
                  </a:lnTo>
                  <a:lnTo>
                    <a:pt x="1143" y="9065"/>
                  </a:lnTo>
                  <a:lnTo>
                    <a:pt x="1424" y="9526"/>
                  </a:lnTo>
                  <a:lnTo>
                    <a:pt x="1725" y="9968"/>
                  </a:lnTo>
                  <a:lnTo>
                    <a:pt x="2046" y="10409"/>
                  </a:lnTo>
                  <a:lnTo>
                    <a:pt x="2387" y="10830"/>
                  </a:lnTo>
                  <a:lnTo>
                    <a:pt x="2748" y="11251"/>
                  </a:lnTo>
                  <a:lnTo>
                    <a:pt x="3149" y="11652"/>
                  </a:lnTo>
                  <a:lnTo>
                    <a:pt x="3530" y="12053"/>
                  </a:lnTo>
                  <a:lnTo>
                    <a:pt x="3951" y="12434"/>
                  </a:lnTo>
                  <a:lnTo>
                    <a:pt x="4372" y="12795"/>
                  </a:lnTo>
                  <a:lnTo>
                    <a:pt x="4793" y="13136"/>
                  </a:lnTo>
                  <a:lnTo>
                    <a:pt x="5234" y="13477"/>
                  </a:lnTo>
                  <a:lnTo>
                    <a:pt x="5676" y="13778"/>
                  </a:lnTo>
                  <a:lnTo>
                    <a:pt x="6137" y="14079"/>
                  </a:lnTo>
                  <a:lnTo>
                    <a:pt x="6578" y="14339"/>
                  </a:lnTo>
                  <a:lnTo>
                    <a:pt x="7039" y="14600"/>
                  </a:lnTo>
                  <a:lnTo>
                    <a:pt x="7481" y="14821"/>
                  </a:lnTo>
                  <a:lnTo>
                    <a:pt x="7922" y="15021"/>
                  </a:lnTo>
                  <a:lnTo>
                    <a:pt x="8363" y="15202"/>
                  </a:lnTo>
                  <a:lnTo>
                    <a:pt x="8804" y="15342"/>
                  </a:lnTo>
                  <a:lnTo>
                    <a:pt x="9225" y="15462"/>
                  </a:lnTo>
                  <a:lnTo>
                    <a:pt x="9626" y="15543"/>
                  </a:lnTo>
                  <a:lnTo>
                    <a:pt x="10027" y="15603"/>
                  </a:lnTo>
                  <a:lnTo>
                    <a:pt x="10408" y="15643"/>
                  </a:lnTo>
                  <a:lnTo>
                    <a:pt x="10789" y="15643"/>
                  </a:lnTo>
                  <a:lnTo>
                    <a:pt x="11050" y="15603"/>
                  </a:lnTo>
                  <a:lnTo>
                    <a:pt x="11331" y="15563"/>
                  </a:lnTo>
                  <a:lnTo>
                    <a:pt x="11612" y="15503"/>
                  </a:lnTo>
                  <a:lnTo>
                    <a:pt x="11892" y="15442"/>
                  </a:lnTo>
                  <a:lnTo>
                    <a:pt x="12494" y="15262"/>
                  </a:lnTo>
                  <a:lnTo>
                    <a:pt x="13116" y="15021"/>
                  </a:lnTo>
                  <a:lnTo>
                    <a:pt x="13738" y="14740"/>
                  </a:lnTo>
                  <a:lnTo>
                    <a:pt x="14379" y="14420"/>
                  </a:lnTo>
                  <a:lnTo>
                    <a:pt x="15001" y="14039"/>
                  </a:lnTo>
                  <a:lnTo>
                    <a:pt x="15643" y="13637"/>
                  </a:lnTo>
                  <a:lnTo>
                    <a:pt x="16164" y="13277"/>
                  </a:lnTo>
                  <a:lnTo>
                    <a:pt x="16706" y="12895"/>
                  </a:lnTo>
                  <a:lnTo>
                    <a:pt x="17207" y="12514"/>
                  </a:lnTo>
                  <a:lnTo>
                    <a:pt x="17708" y="12093"/>
                  </a:lnTo>
                  <a:lnTo>
                    <a:pt x="18190" y="11672"/>
                  </a:lnTo>
                  <a:lnTo>
                    <a:pt x="18651" y="11251"/>
                  </a:lnTo>
                  <a:lnTo>
                    <a:pt x="19092" y="10830"/>
                  </a:lnTo>
                  <a:lnTo>
                    <a:pt x="19513" y="10389"/>
                  </a:lnTo>
                  <a:lnTo>
                    <a:pt x="19894" y="9947"/>
                  </a:lnTo>
                  <a:lnTo>
                    <a:pt x="20235" y="9526"/>
                  </a:lnTo>
                  <a:lnTo>
                    <a:pt x="20556" y="9105"/>
                  </a:lnTo>
                  <a:lnTo>
                    <a:pt x="20837" y="8684"/>
                  </a:lnTo>
                  <a:lnTo>
                    <a:pt x="21077" y="8283"/>
                  </a:lnTo>
                  <a:lnTo>
                    <a:pt x="21278" y="7902"/>
                  </a:lnTo>
                  <a:lnTo>
                    <a:pt x="21418" y="7521"/>
                  </a:lnTo>
                  <a:lnTo>
                    <a:pt x="21519" y="7180"/>
                  </a:lnTo>
                  <a:lnTo>
                    <a:pt x="21579" y="6779"/>
                  </a:lnTo>
                  <a:lnTo>
                    <a:pt x="21619" y="6398"/>
                  </a:lnTo>
                  <a:lnTo>
                    <a:pt x="21619" y="6037"/>
                  </a:lnTo>
                  <a:lnTo>
                    <a:pt x="21599" y="5676"/>
                  </a:lnTo>
                  <a:lnTo>
                    <a:pt x="21539" y="5315"/>
                  </a:lnTo>
                  <a:lnTo>
                    <a:pt x="21458" y="4954"/>
                  </a:lnTo>
                  <a:lnTo>
                    <a:pt x="21358" y="4613"/>
                  </a:lnTo>
                  <a:lnTo>
                    <a:pt x="21238" y="4292"/>
                  </a:lnTo>
                  <a:lnTo>
                    <a:pt x="21077" y="3951"/>
                  </a:lnTo>
                  <a:lnTo>
                    <a:pt x="20917" y="3650"/>
                  </a:lnTo>
                  <a:lnTo>
                    <a:pt x="20737" y="3350"/>
                  </a:lnTo>
                  <a:lnTo>
                    <a:pt x="20536" y="3049"/>
                  </a:lnTo>
                  <a:lnTo>
                    <a:pt x="20315" y="2768"/>
                  </a:lnTo>
                  <a:lnTo>
                    <a:pt x="20095" y="2487"/>
                  </a:lnTo>
                  <a:lnTo>
                    <a:pt x="19854" y="2226"/>
                  </a:lnTo>
                  <a:lnTo>
                    <a:pt x="19593" y="1986"/>
                  </a:lnTo>
                  <a:lnTo>
                    <a:pt x="19333" y="1745"/>
                  </a:lnTo>
                  <a:lnTo>
                    <a:pt x="19072" y="1525"/>
                  </a:lnTo>
                  <a:lnTo>
                    <a:pt x="18791" y="1324"/>
                  </a:lnTo>
                  <a:lnTo>
                    <a:pt x="18510" y="1123"/>
                  </a:lnTo>
                  <a:lnTo>
                    <a:pt x="18230" y="943"/>
                  </a:lnTo>
                  <a:lnTo>
                    <a:pt x="17949" y="783"/>
                  </a:lnTo>
                  <a:lnTo>
                    <a:pt x="17668" y="642"/>
                  </a:lnTo>
                  <a:lnTo>
                    <a:pt x="17387" y="502"/>
                  </a:lnTo>
                  <a:lnTo>
                    <a:pt x="17127" y="381"/>
                  </a:lnTo>
                  <a:lnTo>
                    <a:pt x="16846" y="281"/>
                  </a:lnTo>
                  <a:lnTo>
                    <a:pt x="16585" y="201"/>
                  </a:lnTo>
                  <a:lnTo>
                    <a:pt x="16325" y="141"/>
                  </a:lnTo>
                  <a:lnTo>
                    <a:pt x="16084" y="101"/>
                  </a:lnTo>
                  <a:lnTo>
                    <a:pt x="15863" y="81"/>
                  </a:lnTo>
                  <a:lnTo>
                    <a:pt x="15643" y="61"/>
                  </a:lnTo>
                  <a:lnTo>
                    <a:pt x="15442" y="81"/>
                  </a:lnTo>
                  <a:lnTo>
                    <a:pt x="15101" y="121"/>
                  </a:lnTo>
                  <a:lnTo>
                    <a:pt x="14800" y="201"/>
                  </a:lnTo>
                  <a:lnTo>
                    <a:pt x="14480" y="321"/>
                  </a:lnTo>
                  <a:lnTo>
                    <a:pt x="14179" y="442"/>
                  </a:lnTo>
                  <a:lnTo>
                    <a:pt x="13898" y="602"/>
                  </a:lnTo>
                  <a:lnTo>
                    <a:pt x="13617" y="742"/>
                  </a:lnTo>
                  <a:lnTo>
                    <a:pt x="13076" y="1063"/>
                  </a:lnTo>
                  <a:lnTo>
                    <a:pt x="12815" y="1204"/>
                  </a:lnTo>
                  <a:lnTo>
                    <a:pt x="12554" y="1344"/>
                  </a:lnTo>
                  <a:lnTo>
                    <a:pt x="12274" y="1464"/>
                  </a:lnTo>
                  <a:lnTo>
                    <a:pt x="11993" y="1545"/>
                  </a:lnTo>
                  <a:lnTo>
                    <a:pt x="11712" y="1605"/>
                  </a:lnTo>
                  <a:lnTo>
                    <a:pt x="11431" y="1625"/>
                  </a:lnTo>
                  <a:lnTo>
                    <a:pt x="11110" y="1605"/>
                  </a:lnTo>
                  <a:lnTo>
                    <a:pt x="10789" y="1545"/>
                  </a:lnTo>
                  <a:lnTo>
                    <a:pt x="10429" y="1404"/>
                  </a:lnTo>
                  <a:lnTo>
                    <a:pt x="10068" y="1224"/>
                  </a:lnTo>
                  <a:lnTo>
                    <a:pt x="9626" y="983"/>
                  </a:lnTo>
                  <a:lnTo>
                    <a:pt x="9165" y="783"/>
                  </a:lnTo>
                  <a:lnTo>
                    <a:pt x="8724" y="602"/>
                  </a:lnTo>
                  <a:lnTo>
                    <a:pt x="8263" y="442"/>
                  </a:lnTo>
                  <a:lnTo>
                    <a:pt x="7821" y="301"/>
                  </a:lnTo>
                  <a:lnTo>
                    <a:pt x="7380" y="201"/>
                  </a:lnTo>
                  <a:lnTo>
                    <a:pt x="6939" y="101"/>
                  </a:lnTo>
                  <a:lnTo>
                    <a:pt x="6498" y="41"/>
                  </a:lnTo>
                  <a:lnTo>
                    <a:pt x="6057" y="20"/>
                  </a:lnTo>
                  <a:lnTo>
                    <a:pt x="56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21"/>
            <p:cNvSpPr/>
            <p:nvPr/>
          </p:nvSpPr>
          <p:spPr>
            <a:xfrm>
              <a:off x="10716375" y="4375625"/>
              <a:ext cx="540475" cy="391075"/>
            </a:xfrm>
            <a:custGeom>
              <a:avLst/>
              <a:gdLst/>
              <a:ahLst/>
              <a:cxnLst/>
              <a:rect l="l" t="t" r="r" b="b"/>
              <a:pathLst>
                <a:path w="21619" h="15643" fill="none" extrusionOk="0">
                  <a:moveTo>
                    <a:pt x="21519" y="7180"/>
                  </a:moveTo>
                  <a:lnTo>
                    <a:pt x="21519" y="7180"/>
                  </a:lnTo>
                  <a:lnTo>
                    <a:pt x="21418" y="7521"/>
                  </a:lnTo>
                  <a:lnTo>
                    <a:pt x="21278" y="7902"/>
                  </a:lnTo>
                  <a:lnTo>
                    <a:pt x="21077" y="8283"/>
                  </a:lnTo>
                  <a:lnTo>
                    <a:pt x="20837" y="8684"/>
                  </a:lnTo>
                  <a:lnTo>
                    <a:pt x="20556" y="9105"/>
                  </a:lnTo>
                  <a:lnTo>
                    <a:pt x="20235" y="9526"/>
                  </a:lnTo>
                  <a:lnTo>
                    <a:pt x="19894" y="9947"/>
                  </a:lnTo>
                  <a:lnTo>
                    <a:pt x="19513" y="10389"/>
                  </a:lnTo>
                  <a:lnTo>
                    <a:pt x="19092" y="10830"/>
                  </a:lnTo>
                  <a:lnTo>
                    <a:pt x="18651" y="11251"/>
                  </a:lnTo>
                  <a:lnTo>
                    <a:pt x="18190" y="11672"/>
                  </a:lnTo>
                  <a:lnTo>
                    <a:pt x="17708" y="12093"/>
                  </a:lnTo>
                  <a:lnTo>
                    <a:pt x="17207" y="12514"/>
                  </a:lnTo>
                  <a:lnTo>
                    <a:pt x="16706" y="12895"/>
                  </a:lnTo>
                  <a:lnTo>
                    <a:pt x="16164" y="13277"/>
                  </a:lnTo>
                  <a:lnTo>
                    <a:pt x="15643" y="13637"/>
                  </a:lnTo>
                  <a:lnTo>
                    <a:pt x="15643" y="13637"/>
                  </a:lnTo>
                  <a:lnTo>
                    <a:pt x="15001" y="14039"/>
                  </a:lnTo>
                  <a:lnTo>
                    <a:pt x="14379" y="14420"/>
                  </a:lnTo>
                  <a:lnTo>
                    <a:pt x="13738" y="14740"/>
                  </a:lnTo>
                  <a:lnTo>
                    <a:pt x="13116" y="15021"/>
                  </a:lnTo>
                  <a:lnTo>
                    <a:pt x="12494" y="15262"/>
                  </a:lnTo>
                  <a:lnTo>
                    <a:pt x="11892" y="15442"/>
                  </a:lnTo>
                  <a:lnTo>
                    <a:pt x="11612" y="15503"/>
                  </a:lnTo>
                  <a:lnTo>
                    <a:pt x="11331" y="15563"/>
                  </a:lnTo>
                  <a:lnTo>
                    <a:pt x="11050" y="15603"/>
                  </a:lnTo>
                  <a:lnTo>
                    <a:pt x="10789" y="15643"/>
                  </a:lnTo>
                  <a:lnTo>
                    <a:pt x="10789" y="15643"/>
                  </a:lnTo>
                  <a:lnTo>
                    <a:pt x="10408" y="15643"/>
                  </a:lnTo>
                  <a:lnTo>
                    <a:pt x="10027" y="15603"/>
                  </a:lnTo>
                  <a:lnTo>
                    <a:pt x="9626" y="15543"/>
                  </a:lnTo>
                  <a:lnTo>
                    <a:pt x="9225" y="15462"/>
                  </a:lnTo>
                  <a:lnTo>
                    <a:pt x="8804" y="15342"/>
                  </a:lnTo>
                  <a:lnTo>
                    <a:pt x="8363" y="15202"/>
                  </a:lnTo>
                  <a:lnTo>
                    <a:pt x="7922" y="15021"/>
                  </a:lnTo>
                  <a:lnTo>
                    <a:pt x="7481" y="14821"/>
                  </a:lnTo>
                  <a:lnTo>
                    <a:pt x="7039" y="14600"/>
                  </a:lnTo>
                  <a:lnTo>
                    <a:pt x="6578" y="14339"/>
                  </a:lnTo>
                  <a:lnTo>
                    <a:pt x="6137" y="14079"/>
                  </a:lnTo>
                  <a:lnTo>
                    <a:pt x="5676" y="13778"/>
                  </a:lnTo>
                  <a:lnTo>
                    <a:pt x="5234" y="13477"/>
                  </a:lnTo>
                  <a:lnTo>
                    <a:pt x="4793" y="13136"/>
                  </a:lnTo>
                  <a:lnTo>
                    <a:pt x="4372" y="12795"/>
                  </a:lnTo>
                  <a:lnTo>
                    <a:pt x="3951" y="12434"/>
                  </a:lnTo>
                  <a:lnTo>
                    <a:pt x="3530" y="12053"/>
                  </a:lnTo>
                  <a:lnTo>
                    <a:pt x="3149" y="11652"/>
                  </a:lnTo>
                  <a:lnTo>
                    <a:pt x="2748" y="11251"/>
                  </a:lnTo>
                  <a:lnTo>
                    <a:pt x="2387" y="10830"/>
                  </a:lnTo>
                  <a:lnTo>
                    <a:pt x="2046" y="10409"/>
                  </a:lnTo>
                  <a:lnTo>
                    <a:pt x="1725" y="9968"/>
                  </a:lnTo>
                  <a:lnTo>
                    <a:pt x="1424" y="9526"/>
                  </a:lnTo>
                  <a:lnTo>
                    <a:pt x="1143" y="9065"/>
                  </a:lnTo>
                  <a:lnTo>
                    <a:pt x="883" y="8624"/>
                  </a:lnTo>
                  <a:lnTo>
                    <a:pt x="662" y="8143"/>
                  </a:lnTo>
                  <a:lnTo>
                    <a:pt x="461" y="7681"/>
                  </a:lnTo>
                  <a:lnTo>
                    <a:pt x="301" y="7220"/>
                  </a:lnTo>
                  <a:lnTo>
                    <a:pt x="181" y="6759"/>
                  </a:lnTo>
                  <a:lnTo>
                    <a:pt x="80" y="6277"/>
                  </a:lnTo>
                  <a:lnTo>
                    <a:pt x="20" y="5816"/>
                  </a:lnTo>
                  <a:lnTo>
                    <a:pt x="0" y="5355"/>
                  </a:lnTo>
                  <a:lnTo>
                    <a:pt x="0" y="5355"/>
                  </a:lnTo>
                  <a:lnTo>
                    <a:pt x="20" y="4894"/>
                  </a:lnTo>
                  <a:lnTo>
                    <a:pt x="60" y="4453"/>
                  </a:lnTo>
                  <a:lnTo>
                    <a:pt x="141" y="4051"/>
                  </a:lnTo>
                  <a:lnTo>
                    <a:pt x="241" y="3650"/>
                  </a:lnTo>
                  <a:lnTo>
                    <a:pt x="381" y="3269"/>
                  </a:lnTo>
                  <a:lnTo>
                    <a:pt x="542" y="2908"/>
                  </a:lnTo>
                  <a:lnTo>
                    <a:pt x="722" y="2567"/>
                  </a:lnTo>
                  <a:lnTo>
                    <a:pt x="923" y="2247"/>
                  </a:lnTo>
                  <a:lnTo>
                    <a:pt x="1143" y="1946"/>
                  </a:lnTo>
                  <a:lnTo>
                    <a:pt x="1404" y="1665"/>
                  </a:lnTo>
                  <a:lnTo>
                    <a:pt x="1665" y="1404"/>
                  </a:lnTo>
                  <a:lnTo>
                    <a:pt x="1945" y="1164"/>
                  </a:lnTo>
                  <a:lnTo>
                    <a:pt x="2246" y="963"/>
                  </a:lnTo>
                  <a:lnTo>
                    <a:pt x="2567" y="762"/>
                  </a:lnTo>
                  <a:lnTo>
                    <a:pt x="2908" y="582"/>
                  </a:lnTo>
                  <a:lnTo>
                    <a:pt x="3269" y="442"/>
                  </a:lnTo>
                  <a:lnTo>
                    <a:pt x="3630" y="301"/>
                  </a:lnTo>
                  <a:lnTo>
                    <a:pt x="4011" y="201"/>
                  </a:lnTo>
                  <a:lnTo>
                    <a:pt x="4392" y="121"/>
                  </a:lnTo>
                  <a:lnTo>
                    <a:pt x="4793" y="61"/>
                  </a:lnTo>
                  <a:lnTo>
                    <a:pt x="5214" y="20"/>
                  </a:lnTo>
                  <a:lnTo>
                    <a:pt x="5635" y="0"/>
                  </a:lnTo>
                  <a:lnTo>
                    <a:pt x="6057" y="20"/>
                  </a:lnTo>
                  <a:lnTo>
                    <a:pt x="6498" y="41"/>
                  </a:lnTo>
                  <a:lnTo>
                    <a:pt x="6939" y="101"/>
                  </a:lnTo>
                  <a:lnTo>
                    <a:pt x="7380" y="201"/>
                  </a:lnTo>
                  <a:lnTo>
                    <a:pt x="7821" y="301"/>
                  </a:lnTo>
                  <a:lnTo>
                    <a:pt x="8263" y="442"/>
                  </a:lnTo>
                  <a:lnTo>
                    <a:pt x="8724" y="602"/>
                  </a:lnTo>
                  <a:lnTo>
                    <a:pt x="9165" y="783"/>
                  </a:lnTo>
                  <a:lnTo>
                    <a:pt x="9626" y="983"/>
                  </a:lnTo>
                  <a:lnTo>
                    <a:pt x="10068" y="1224"/>
                  </a:lnTo>
                  <a:lnTo>
                    <a:pt x="10068" y="1224"/>
                  </a:lnTo>
                  <a:lnTo>
                    <a:pt x="10429" y="1404"/>
                  </a:lnTo>
                  <a:lnTo>
                    <a:pt x="10789" y="1545"/>
                  </a:lnTo>
                  <a:lnTo>
                    <a:pt x="11110" y="1605"/>
                  </a:lnTo>
                  <a:lnTo>
                    <a:pt x="11431" y="1625"/>
                  </a:lnTo>
                  <a:lnTo>
                    <a:pt x="11712" y="1605"/>
                  </a:lnTo>
                  <a:lnTo>
                    <a:pt x="11993" y="1545"/>
                  </a:lnTo>
                  <a:lnTo>
                    <a:pt x="12274" y="1464"/>
                  </a:lnTo>
                  <a:lnTo>
                    <a:pt x="12554" y="1344"/>
                  </a:lnTo>
                  <a:lnTo>
                    <a:pt x="12815" y="1204"/>
                  </a:lnTo>
                  <a:lnTo>
                    <a:pt x="13076" y="1063"/>
                  </a:lnTo>
                  <a:lnTo>
                    <a:pt x="13617" y="742"/>
                  </a:lnTo>
                  <a:lnTo>
                    <a:pt x="13898" y="602"/>
                  </a:lnTo>
                  <a:lnTo>
                    <a:pt x="14179" y="442"/>
                  </a:lnTo>
                  <a:lnTo>
                    <a:pt x="14480" y="321"/>
                  </a:lnTo>
                  <a:lnTo>
                    <a:pt x="14800" y="201"/>
                  </a:lnTo>
                  <a:lnTo>
                    <a:pt x="14800" y="201"/>
                  </a:lnTo>
                  <a:lnTo>
                    <a:pt x="15101" y="121"/>
                  </a:lnTo>
                  <a:lnTo>
                    <a:pt x="15442" y="81"/>
                  </a:lnTo>
                  <a:lnTo>
                    <a:pt x="15442" y="81"/>
                  </a:lnTo>
                  <a:lnTo>
                    <a:pt x="15643" y="61"/>
                  </a:lnTo>
                  <a:lnTo>
                    <a:pt x="15863" y="81"/>
                  </a:lnTo>
                  <a:lnTo>
                    <a:pt x="16084" y="101"/>
                  </a:lnTo>
                  <a:lnTo>
                    <a:pt x="16325" y="141"/>
                  </a:lnTo>
                  <a:lnTo>
                    <a:pt x="16585" y="201"/>
                  </a:lnTo>
                  <a:lnTo>
                    <a:pt x="16846" y="281"/>
                  </a:lnTo>
                  <a:lnTo>
                    <a:pt x="17127" y="381"/>
                  </a:lnTo>
                  <a:lnTo>
                    <a:pt x="17387" y="502"/>
                  </a:lnTo>
                  <a:lnTo>
                    <a:pt x="17668" y="642"/>
                  </a:lnTo>
                  <a:lnTo>
                    <a:pt x="17949" y="783"/>
                  </a:lnTo>
                  <a:lnTo>
                    <a:pt x="18230" y="943"/>
                  </a:lnTo>
                  <a:lnTo>
                    <a:pt x="18510" y="1123"/>
                  </a:lnTo>
                  <a:lnTo>
                    <a:pt x="18791" y="1324"/>
                  </a:lnTo>
                  <a:lnTo>
                    <a:pt x="19072" y="1525"/>
                  </a:lnTo>
                  <a:lnTo>
                    <a:pt x="19333" y="1745"/>
                  </a:lnTo>
                  <a:lnTo>
                    <a:pt x="19593" y="1986"/>
                  </a:lnTo>
                  <a:lnTo>
                    <a:pt x="19854" y="2226"/>
                  </a:lnTo>
                  <a:lnTo>
                    <a:pt x="20095" y="2487"/>
                  </a:lnTo>
                  <a:lnTo>
                    <a:pt x="20315" y="2768"/>
                  </a:lnTo>
                  <a:lnTo>
                    <a:pt x="20536" y="3049"/>
                  </a:lnTo>
                  <a:lnTo>
                    <a:pt x="20737" y="3350"/>
                  </a:lnTo>
                  <a:lnTo>
                    <a:pt x="20917" y="3650"/>
                  </a:lnTo>
                  <a:lnTo>
                    <a:pt x="21077" y="3951"/>
                  </a:lnTo>
                  <a:lnTo>
                    <a:pt x="21238" y="4292"/>
                  </a:lnTo>
                  <a:lnTo>
                    <a:pt x="21358" y="4613"/>
                  </a:lnTo>
                  <a:lnTo>
                    <a:pt x="21458" y="4954"/>
                  </a:lnTo>
                  <a:lnTo>
                    <a:pt x="21539" y="5315"/>
                  </a:lnTo>
                  <a:lnTo>
                    <a:pt x="21599" y="5676"/>
                  </a:lnTo>
                  <a:lnTo>
                    <a:pt x="21619" y="6037"/>
                  </a:lnTo>
                  <a:lnTo>
                    <a:pt x="21619" y="6398"/>
                  </a:lnTo>
                  <a:lnTo>
                    <a:pt x="21579" y="6779"/>
                  </a:lnTo>
                  <a:lnTo>
                    <a:pt x="21519" y="718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21"/>
            <p:cNvSpPr/>
            <p:nvPr/>
          </p:nvSpPr>
          <p:spPr>
            <a:xfrm>
              <a:off x="10747950" y="4450325"/>
              <a:ext cx="223625" cy="276775"/>
            </a:xfrm>
            <a:custGeom>
              <a:avLst/>
              <a:gdLst/>
              <a:ahLst/>
              <a:cxnLst/>
              <a:rect l="l" t="t" r="r" b="b"/>
              <a:pathLst>
                <a:path w="8945" h="11071" extrusionOk="0">
                  <a:moveTo>
                    <a:pt x="2527" y="1"/>
                  </a:moveTo>
                  <a:lnTo>
                    <a:pt x="2287" y="21"/>
                  </a:lnTo>
                  <a:lnTo>
                    <a:pt x="2066" y="81"/>
                  </a:lnTo>
                  <a:lnTo>
                    <a:pt x="1826" y="141"/>
                  </a:lnTo>
                  <a:lnTo>
                    <a:pt x="1585" y="221"/>
                  </a:lnTo>
                  <a:lnTo>
                    <a:pt x="1364" y="321"/>
                  </a:lnTo>
                  <a:lnTo>
                    <a:pt x="1144" y="422"/>
                  </a:lnTo>
                  <a:lnTo>
                    <a:pt x="963" y="542"/>
                  </a:lnTo>
                  <a:lnTo>
                    <a:pt x="783" y="662"/>
                  </a:lnTo>
                  <a:lnTo>
                    <a:pt x="642" y="803"/>
                  </a:lnTo>
                  <a:lnTo>
                    <a:pt x="502" y="963"/>
                  </a:lnTo>
                  <a:lnTo>
                    <a:pt x="382" y="1124"/>
                  </a:lnTo>
                  <a:lnTo>
                    <a:pt x="281" y="1284"/>
                  </a:lnTo>
                  <a:lnTo>
                    <a:pt x="201" y="1444"/>
                  </a:lnTo>
                  <a:lnTo>
                    <a:pt x="121" y="1625"/>
                  </a:lnTo>
                  <a:lnTo>
                    <a:pt x="81" y="1825"/>
                  </a:lnTo>
                  <a:lnTo>
                    <a:pt x="41" y="2006"/>
                  </a:lnTo>
                  <a:lnTo>
                    <a:pt x="21" y="2207"/>
                  </a:lnTo>
                  <a:lnTo>
                    <a:pt x="1" y="2427"/>
                  </a:lnTo>
                  <a:lnTo>
                    <a:pt x="1" y="2628"/>
                  </a:lnTo>
                  <a:lnTo>
                    <a:pt x="21" y="2848"/>
                  </a:lnTo>
                  <a:lnTo>
                    <a:pt x="101" y="3289"/>
                  </a:lnTo>
                  <a:lnTo>
                    <a:pt x="221" y="3751"/>
                  </a:lnTo>
                  <a:lnTo>
                    <a:pt x="402" y="4232"/>
                  </a:lnTo>
                  <a:lnTo>
                    <a:pt x="602" y="4713"/>
                  </a:lnTo>
                  <a:lnTo>
                    <a:pt x="843" y="5195"/>
                  </a:lnTo>
                  <a:lnTo>
                    <a:pt x="1144" y="5696"/>
                  </a:lnTo>
                  <a:lnTo>
                    <a:pt x="1445" y="6177"/>
                  </a:lnTo>
                  <a:lnTo>
                    <a:pt x="1806" y="6659"/>
                  </a:lnTo>
                  <a:lnTo>
                    <a:pt x="2166" y="7140"/>
                  </a:lnTo>
                  <a:lnTo>
                    <a:pt x="2568" y="7601"/>
                  </a:lnTo>
                  <a:lnTo>
                    <a:pt x="2969" y="8042"/>
                  </a:lnTo>
                  <a:lnTo>
                    <a:pt x="3390" y="8484"/>
                  </a:lnTo>
                  <a:lnTo>
                    <a:pt x="3831" y="8885"/>
                  </a:lnTo>
                  <a:lnTo>
                    <a:pt x="4272" y="9266"/>
                  </a:lnTo>
                  <a:lnTo>
                    <a:pt x="4733" y="9627"/>
                  </a:lnTo>
                  <a:lnTo>
                    <a:pt x="5195" y="9948"/>
                  </a:lnTo>
                  <a:lnTo>
                    <a:pt x="5636" y="10248"/>
                  </a:lnTo>
                  <a:lnTo>
                    <a:pt x="6077" y="10489"/>
                  </a:lnTo>
                  <a:lnTo>
                    <a:pt x="6518" y="10710"/>
                  </a:lnTo>
                  <a:lnTo>
                    <a:pt x="6939" y="10870"/>
                  </a:lnTo>
                  <a:lnTo>
                    <a:pt x="7361" y="10990"/>
                  </a:lnTo>
                  <a:lnTo>
                    <a:pt x="7561" y="11031"/>
                  </a:lnTo>
                  <a:lnTo>
                    <a:pt x="7762" y="11051"/>
                  </a:lnTo>
                  <a:lnTo>
                    <a:pt x="7942" y="11071"/>
                  </a:lnTo>
                  <a:lnTo>
                    <a:pt x="8123" y="11071"/>
                  </a:lnTo>
                  <a:lnTo>
                    <a:pt x="8303" y="11051"/>
                  </a:lnTo>
                  <a:lnTo>
                    <a:pt x="8464" y="11031"/>
                  </a:lnTo>
                  <a:lnTo>
                    <a:pt x="8544" y="10990"/>
                  </a:lnTo>
                  <a:lnTo>
                    <a:pt x="8624" y="10950"/>
                  </a:lnTo>
                  <a:lnTo>
                    <a:pt x="8684" y="10890"/>
                  </a:lnTo>
                  <a:lnTo>
                    <a:pt x="8744" y="10810"/>
                  </a:lnTo>
                  <a:lnTo>
                    <a:pt x="8805" y="10710"/>
                  </a:lnTo>
                  <a:lnTo>
                    <a:pt x="8845" y="10609"/>
                  </a:lnTo>
                  <a:lnTo>
                    <a:pt x="8905" y="10349"/>
                  </a:lnTo>
                  <a:lnTo>
                    <a:pt x="8945" y="10048"/>
                  </a:lnTo>
                  <a:lnTo>
                    <a:pt x="8945" y="9707"/>
                  </a:lnTo>
                  <a:lnTo>
                    <a:pt x="8925" y="9306"/>
                  </a:lnTo>
                  <a:lnTo>
                    <a:pt x="8885" y="8885"/>
                  </a:lnTo>
                  <a:lnTo>
                    <a:pt x="8805" y="8423"/>
                  </a:lnTo>
                  <a:lnTo>
                    <a:pt x="8704" y="7942"/>
                  </a:lnTo>
                  <a:lnTo>
                    <a:pt x="8584" y="7421"/>
                  </a:lnTo>
                  <a:lnTo>
                    <a:pt x="8444" y="6899"/>
                  </a:lnTo>
                  <a:lnTo>
                    <a:pt x="8263" y="6358"/>
                  </a:lnTo>
                  <a:lnTo>
                    <a:pt x="8063" y="5816"/>
                  </a:lnTo>
                  <a:lnTo>
                    <a:pt x="7862" y="5275"/>
                  </a:lnTo>
                  <a:lnTo>
                    <a:pt x="7621" y="4713"/>
                  </a:lnTo>
                  <a:lnTo>
                    <a:pt x="7361" y="4192"/>
                  </a:lnTo>
                  <a:lnTo>
                    <a:pt x="7080" y="3650"/>
                  </a:lnTo>
                  <a:lnTo>
                    <a:pt x="6799" y="3149"/>
                  </a:lnTo>
                  <a:lnTo>
                    <a:pt x="6478" y="2648"/>
                  </a:lnTo>
                  <a:lnTo>
                    <a:pt x="6137" y="2186"/>
                  </a:lnTo>
                  <a:lnTo>
                    <a:pt x="5796" y="1765"/>
                  </a:lnTo>
                  <a:lnTo>
                    <a:pt x="5435" y="1364"/>
                  </a:lnTo>
                  <a:lnTo>
                    <a:pt x="5054" y="1003"/>
                  </a:lnTo>
                  <a:lnTo>
                    <a:pt x="4673" y="702"/>
                  </a:lnTo>
                  <a:lnTo>
                    <a:pt x="4473" y="562"/>
                  </a:lnTo>
                  <a:lnTo>
                    <a:pt x="4272" y="442"/>
                  </a:lnTo>
                  <a:lnTo>
                    <a:pt x="4052" y="341"/>
                  </a:lnTo>
                  <a:lnTo>
                    <a:pt x="3851" y="241"/>
                  </a:lnTo>
                  <a:lnTo>
                    <a:pt x="3630" y="161"/>
                  </a:lnTo>
                  <a:lnTo>
                    <a:pt x="3410" y="101"/>
                  </a:lnTo>
                  <a:lnTo>
                    <a:pt x="3189" y="41"/>
                  </a:lnTo>
                  <a:lnTo>
                    <a:pt x="2969" y="21"/>
                  </a:lnTo>
                  <a:lnTo>
                    <a:pt x="274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21"/>
            <p:cNvSpPr/>
            <p:nvPr/>
          </p:nvSpPr>
          <p:spPr>
            <a:xfrm>
              <a:off x="10747950" y="4450325"/>
              <a:ext cx="223625" cy="276775"/>
            </a:xfrm>
            <a:custGeom>
              <a:avLst/>
              <a:gdLst/>
              <a:ahLst/>
              <a:cxnLst/>
              <a:rect l="l" t="t" r="r" b="b"/>
              <a:pathLst>
                <a:path w="8945" h="11071" fill="none" extrusionOk="0">
                  <a:moveTo>
                    <a:pt x="8464" y="11031"/>
                  </a:moveTo>
                  <a:lnTo>
                    <a:pt x="8464" y="11031"/>
                  </a:lnTo>
                  <a:lnTo>
                    <a:pt x="8544" y="10990"/>
                  </a:lnTo>
                  <a:lnTo>
                    <a:pt x="8624" y="10950"/>
                  </a:lnTo>
                  <a:lnTo>
                    <a:pt x="8684" y="10890"/>
                  </a:lnTo>
                  <a:lnTo>
                    <a:pt x="8744" y="10810"/>
                  </a:lnTo>
                  <a:lnTo>
                    <a:pt x="8805" y="10710"/>
                  </a:lnTo>
                  <a:lnTo>
                    <a:pt x="8845" y="10609"/>
                  </a:lnTo>
                  <a:lnTo>
                    <a:pt x="8905" y="10349"/>
                  </a:lnTo>
                  <a:lnTo>
                    <a:pt x="8945" y="10048"/>
                  </a:lnTo>
                  <a:lnTo>
                    <a:pt x="8945" y="9707"/>
                  </a:lnTo>
                  <a:lnTo>
                    <a:pt x="8925" y="9306"/>
                  </a:lnTo>
                  <a:lnTo>
                    <a:pt x="8885" y="8885"/>
                  </a:lnTo>
                  <a:lnTo>
                    <a:pt x="8805" y="8423"/>
                  </a:lnTo>
                  <a:lnTo>
                    <a:pt x="8704" y="7942"/>
                  </a:lnTo>
                  <a:lnTo>
                    <a:pt x="8584" y="7421"/>
                  </a:lnTo>
                  <a:lnTo>
                    <a:pt x="8444" y="6899"/>
                  </a:lnTo>
                  <a:lnTo>
                    <a:pt x="8263" y="6358"/>
                  </a:lnTo>
                  <a:lnTo>
                    <a:pt x="8063" y="5816"/>
                  </a:lnTo>
                  <a:lnTo>
                    <a:pt x="7862" y="5275"/>
                  </a:lnTo>
                  <a:lnTo>
                    <a:pt x="7621" y="4713"/>
                  </a:lnTo>
                  <a:lnTo>
                    <a:pt x="7361" y="4192"/>
                  </a:lnTo>
                  <a:lnTo>
                    <a:pt x="7080" y="3650"/>
                  </a:lnTo>
                  <a:lnTo>
                    <a:pt x="6799" y="3149"/>
                  </a:lnTo>
                  <a:lnTo>
                    <a:pt x="6478" y="2648"/>
                  </a:lnTo>
                  <a:lnTo>
                    <a:pt x="6137" y="2186"/>
                  </a:lnTo>
                  <a:lnTo>
                    <a:pt x="5796" y="1765"/>
                  </a:lnTo>
                  <a:lnTo>
                    <a:pt x="5435" y="1364"/>
                  </a:lnTo>
                  <a:lnTo>
                    <a:pt x="5054" y="1003"/>
                  </a:lnTo>
                  <a:lnTo>
                    <a:pt x="4673" y="702"/>
                  </a:lnTo>
                  <a:lnTo>
                    <a:pt x="4473" y="562"/>
                  </a:lnTo>
                  <a:lnTo>
                    <a:pt x="4272" y="442"/>
                  </a:lnTo>
                  <a:lnTo>
                    <a:pt x="4052" y="341"/>
                  </a:lnTo>
                  <a:lnTo>
                    <a:pt x="3851" y="241"/>
                  </a:lnTo>
                  <a:lnTo>
                    <a:pt x="3630" y="161"/>
                  </a:lnTo>
                  <a:lnTo>
                    <a:pt x="3410" y="101"/>
                  </a:lnTo>
                  <a:lnTo>
                    <a:pt x="3189" y="41"/>
                  </a:lnTo>
                  <a:lnTo>
                    <a:pt x="2969" y="21"/>
                  </a:lnTo>
                  <a:lnTo>
                    <a:pt x="2748" y="1"/>
                  </a:lnTo>
                  <a:lnTo>
                    <a:pt x="2527" y="1"/>
                  </a:lnTo>
                  <a:lnTo>
                    <a:pt x="2287" y="21"/>
                  </a:lnTo>
                  <a:lnTo>
                    <a:pt x="2066" y="81"/>
                  </a:lnTo>
                  <a:lnTo>
                    <a:pt x="1826" y="141"/>
                  </a:lnTo>
                  <a:lnTo>
                    <a:pt x="1585" y="221"/>
                  </a:lnTo>
                  <a:lnTo>
                    <a:pt x="1585" y="221"/>
                  </a:lnTo>
                  <a:lnTo>
                    <a:pt x="1364" y="321"/>
                  </a:lnTo>
                  <a:lnTo>
                    <a:pt x="1144" y="422"/>
                  </a:lnTo>
                  <a:lnTo>
                    <a:pt x="963" y="542"/>
                  </a:lnTo>
                  <a:lnTo>
                    <a:pt x="783" y="662"/>
                  </a:lnTo>
                  <a:lnTo>
                    <a:pt x="642" y="803"/>
                  </a:lnTo>
                  <a:lnTo>
                    <a:pt x="502" y="963"/>
                  </a:lnTo>
                  <a:lnTo>
                    <a:pt x="382" y="1124"/>
                  </a:lnTo>
                  <a:lnTo>
                    <a:pt x="281" y="1284"/>
                  </a:lnTo>
                  <a:lnTo>
                    <a:pt x="201" y="1444"/>
                  </a:lnTo>
                  <a:lnTo>
                    <a:pt x="121" y="1625"/>
                  </a:lnTo>
                  <a:lnTo>
                    <a:pt x="81" y="1825"/>
                  </a:lnTo>
                  <a:lnTo>
                    <a:pt x="41" y="2006"/>
                  </a:lnTo>
                  <a:lnTo>
                    <a:pt x="21" y="2207"/>
                  </a:lnTo>
                  <a:lnTo>
                    <a:pt x="1" y="2427"/>
                  </a:lnTo>
                  <a:lnTo>
                    <a:pt x="1" y="2628"/>
                  </a:lnTo>
                  <a:lnTo>
                    <a:pt x="21" y="2848"/>
                  </a:lnTo>
                  <a:lnTo>
                    <a:pt x="101" y="3289"/>
                  </a:lnTo>
                  <a:lnTo>
                    <a:pt x="221" y="3751"/>
                  </a:lnTo>
                  <a:lnTo>
                    <a:pt x="402" y="4232"/>
                  </a:lnTo>
                  <a:lnTo>
                    <a:pt x="602" y="4713"/>
                  </a:lnTo>
                  <a:lnTo>
                    <a:pt x="843" y="5195"/>
                  </a:lnTo>
                  <a:lnTo>
                    <a:pt x="1144" y="5696"/>
                  </a:lnTo>
                  <a:lnTo>
                    <a:pt x="1445" y="6177"/>
                  </a:lnTo>
                  <a:lnTo>
                    <a:pt x="1806" y="6659"/>
                  </a:lnTo>
                  <a:lnTo>
                    <a:pt x="2166" y="7140"/>
                  </a:lnTo>
                  <a:lnTo>
                    <a:pt x="2568" y="7601"/>
                  </a:lnTo>
                  <a:lnTo>
                    <a:pt x="2969" y="8042"/>
                  </a:lnTo>
                  <a:lnTo>
                    <a:pt x="3390" y="8484"/>
                  </a:lnTo>
                  <a:lnTo>
                    <a:pt x="3831" y="8885"/>
                  </a:lnTo>
                  <a:lnTo>
                    <a:pt x="4272" y="9266"/>
                  </a:lnTo>
                  <a:lnTo>
                    <a:pt x="4733" y="9627"/>
                  </a:lnTo>
                  <a:lnTo>
                    <a:pt x="5195" y="9948"/>
                  </a:lnTo>
                  <a:lnTo>
                    <a:pt x="5636" y="10248"/>
                  </a:lnTo>
                  <a:lnTo>
                    <a:pt x="6077" y="10489"/>
                  </a:lnTo>
                  <a:lnTo>
                    <a:pt x="6518" y="10710"/>
                  </a:lnTo>
                  <a:lnTo>
                    <a:pt x="6939" y="10870"/>
                  </a:lnTo>
                  <a:lnTo>
                    <a:pt x="7361" y="10990"/>
                  </a:lnTo>
                  <a:lnTo>
                    <a:pt x="7561" y="11031"/>
                  </a:lnTo>
                  <a:lnTo>
                    <a:pt x="7762" y="11051"/>
                  </a:lnTo>
                  <a:lnTo>
                    <a:pt x="7942" y="11071"/>
                  </a:lnTo>
                  <a:lnTo>
                    <a:pt x="8123" y="11071"/>
                  </a:lnTo>
                  <a:lnTo>
                    <a:pt x="8303" y="11051"/>
                  </a:lnTo>
                  <a:lnTo>
                    <a:pt x="8464" y="1103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21"/>
            <p:cNvSpPr/>
            <p:nvPr/>
          </p:nvSpPr>
          <p:spPr>
            <a:xfrm>
              <a:off x="10920425" y="4417225"/>
              <a:ext cx="334925" cy="312375"/>
            </a:xfrm>
            <a:custGeom>
              <a:avLst/>
              <a:gdLst/>
              <a:ahLst/>
              <a:cxnLst/>
              <a:rect l="l" t="t" r="r" b="b"/>
              <a:pathLst>
                <a:path w="13397" h="12495" extrusionOk="0">
                  <a:moveTo>
                    <a:pt x="462" y="1"/>
                  </a:moveTo>
                  <a:lnTo>
                    <a:pt x="61" y="21"/>
                  </a:lnTo>
                  <a:lnTo>
                    <a:pt x="221" y="141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0" y="522"/>
                  </a:lnTo>
                  <a:lnTo>
                    <a:pt x="40" y="542"/>
                  </a:lnTo>
                  <a:lnTo>
                    <a:pt x="61" y="562"/>
                  </a:lnTo>
                  <a:lnTo>
                    <a:pt x="81" y="542"/>
                  </a:lnTo>
                  <a:lnTo>
                    <a:pt x="101" y="522"/>
                  </a:lnTo>
                  <a:lnTo>
                    <a:pt x="341" y="242"/>
                  </a:lnTo>
                  <a:lnTo>
                    <a:pt x="582" y="442"/>
                  </a:lnTo>
                  <a:lnTo>
                    <a:pt x="281" y="663"/>
                  </a:lnTo>
                  <a:lnTo>
                    <a:pt x="261" y="703"/>
                  </a:lnTo>
                  <a:lnTo>
                    <a:pt x="261" y="743"/>
                  </a:lnTo>
                  <a:lnTo>
                    <a:pt x="281" y="783"/>
                  </a:lnTo>
                  <a:lnTo>
                    <a:pt x="321" y="803"/>
                  </a:lnTo>
                  <a:lnTo>
                    <a:pt x="341" y="783"/>
                  </a:lnTo>
                  <a:lnTo>
                    <a:pt x="742" y="562"/>
                  </a:lnTo>
                  <a:lnTo>
                    <a:pt x="1003" y="803"/>
                  </a:lnTo>
                  <a:lnTo>
                    <a:pt x="1244" y="1024"/>
                  </a:lnTo>
                  <a:lnTo>
                    <a:pt x="1705" y="1545"/>
                  </a:lnTo>
                  <a:lnTo>
                    <a:pt x="2146" y="2067"/>
                  </a:lnTo>
                  <a:lnTo>
                    <a:pt x="2567" y="2628"/>
                  </a:lnTo>
                  <a:lnTo>
                    <a:pt x="2948" y="3210"/>
                  </a:lnTo>
                  <a:lnTo>
                    <a:pt x="3289" y="3771"/>
                  </a:lnTo>
                  <a:lnTo>
                    <a:pt x="3590" y="4333"/>
                  </a:lnTo>
                  <a:lnTo>
                    <a:pt x="3851" y="4894"/>
                  </a:lnTo>
                  <a:lnTo>
                    <a:pt x="4071" y="5416"/>
                  </a:lnTo>
                  <a:lnTo>
                    <a:pt x="4272" y="5937"/>
                  </a:lnTo>
                  <a:lnTo>
                    <a:pt x="4452" y="6479"/>
                  </a:lnTo>
                  <a:lnTo>
                    <a:pt x="4593" y="7020"/>
                  </a:lnTo>
                  <a:lnTo>
                    <a:pt x="4593" y="7020"/>
                  </a:lnTo>
                  <a:lnTo>
                    <a:pt x="4292" y="7000"/>
                  </a:lnTo>
                  <a:lnTo>
                    <a:pt x="3971" y="6980"/>
                  </a:lnTo>
                  <a:lnTo>
                    <a:pt x="3951" y="6980"/>
                  </a:lnTo>
                  <a:lnTo>
                    <a:pt x="3931" y="7000"/>
                  </a:lnTo>
                  <a:lnTo>
                    <a:pt x="3931" y="7040"/>
                  </a:lnTo>
                  <a:lnTo>
                    <a:pt x="3951" y="7060"/>
                  </a:lnTo>
                  <a:lnTo>
                    <a:pt x="4553" y="7180"/>
                  </a:lnTo>
                  <a:lnTo>
                    <a:pt x="4312" y="7421"/>
                  </a:lnTo>
                  <a:lnTo>
                    <a:pt x="4051" y="7642"/>
                  </a:lnTo>
                  <a:lnTo>
                    <a:pt x="4031" y="7662"/>
                  </a:lnTo>
                  <a:lnTo>
                    <a:pt x="4051" y="7682"/>
                  </a:lnTo>
                  <a:lnTo>
                    <a:pt x="4051" y="7702"/>
                  </a:lnTo>
                  <a:lnTo>
                    <a:pt x="4112" y="7702"/>
                  </a:lnTo>
                  <a:lnTo>
                    <a:pt x="4673" y="7321"/>
                  </a:lnTo>
                  <a:lnTo>
                    <a:pt x="4793" y="7862"/>
                  </a:lnTo>
                  <a:lnTo>
                    <a:pt x="4874" y="8404"/>
                  </a:lnTo>
                  <a:lnTo>
                    <a:pt x="4954" y="8945"/>
                  </a:lnTo>
                  <a:lnTo>
                    <a:pt x="4994" y="9507"/>
                  </a:lnTo>
                  <a:lnTo>
                    <a:pt x="5014" y="10048"/>
                  </a:lnTo>
                  <a:lnTo>
                    <a:pt x="5034" y="10610"/>
                  </a:lnTo>
                  <a:lnTo>
                    <a:pt x="5014" y="11171"/>
                  </a:lnTo>
                  <a:lnTo>
                    <a:pt x="4974" y="11733"/>
                  </a:lnTo>
                  <a:lnTo>
                    <a:pt x="4593" y="11753"/>
                  </a:lnTo>
                  <a:lnTo>
                    <a:pt x="4553" y="11773"/>
                  </a:lnTo>
                  <a:lnTo>
                    <a:pt x="4553" y="11793"/>
                  </a:lnTo>
                  <a:lnTo>
                    <a:pt x="4553" y="11833"/>
                  </a:lnTo>
                  <a:lnTo>
                    <a:pt x="4593" y="11853"/>
                  </a:lnTo>
                  <a:lnTo>
                    <a:pt x="4974" y="11873"/>
                  </a:lnTo>
                  <a:lnTo>
                    <a:pt x="4894" y="12495"/>
                  </a:lnTo>
                  <a:lnTo>
                    <a:pt x="4894" y="12495"/>
                  </a:lnTo>
                  <a:lnTo>
                    <a:pt x="5134" y="12475"/>
                  </a:lnTo>
                  <a:lnTo>
                    <a:pt x="5235" y="11893"/>
                  </a:lnTo>
                  <a:lnTo>
                    <a:pt x="5275" y="11893"/>
                  </a:lnTo>
                  <a:lnTo>
                    <a:pt x="5315" y="11873"/>
                  </a:lnTo>
                  <a:lnTo>
                    <a:pt x="5335" y="11853"/>
                  </a:lnTo>
                  <a:lnTo>
                    <a:pt x="5355" y="11793"/>
                  </a:lnTo>
                  <a:lnTo>
                    <a:pt x="5335" y="11733"/>
                  </a:lnTo>
                  <a:lnTo>
                    <a:pt x="5315" y="11713"/>
                  </a:lnTo>
                  <a:lnTo>
                    <a:pt x="5255" y="11713"/>
                  </a:lnTo>
                  <a:lnTo>
                    <a:pt x="5295" y="11312"/>
                  </a:lnTo>
                  <a:lnTo>
                    <a:pt x="5315" y="10931"/>
                  </a:lnTo>
                  <a:lnTo>
                    <a:pt x="5335" y="10530"/>
                  </a:lnTo>
                  <a:lnTo>
                    <a:pt x="5335" y="10128"/>
                  </a:lnTo>
                  <a:lnTo>
                    <a:pt x="5355" y="10169"/>
                  </a:lnTo>
                  <a:lnTo>
                    <a:pt x="5395" y="10189"/>
                  </a:lnTo>
                  <a:lnTo>
                    <a:pt x="5435" y="10189"/>
                  </a:lnTo>
                  <a:lnTo>
                    <a:pt x="6037" y="9868"/>
                  </a:lnTo>
                  <a:lnTo>
                    <a:pt x="6638" y="9547"/>
                  </a:lnTo>
                  <a:lnTo>
                    <a:pt x="7260" y="9206"/>
                  </a:lnTo>
                  <a:lnTo>
                    <a:pt x="7842" y="8845"/>
                  </a:lnTo>
                  <a:lnTo>
                    <a:pt x="7862" y="8965"/>
                  </a:lnTo>
                  <a:lnTo>
                    <a:pt x="7862" y="9106"/>
                  </a:lnTo>
                  <a:lnTo>
                    <a:pt x="7902" y="9146"/>
                  </a:lnTo>
                  <a:lnTo>
                    <a:pt x="7942" y="9166"/>
                  </a:lnTo>
                  <a:lnTo>
                    <a:pt x="8002" y="9146"/>
                  </a:lnTo>
                  <a:lnTo>
                    <a:pt x="8042" y="9106"/>
                  </a:lnTo>
                  <a:lnTo>
                    <a:pt x="8082" y="9005"/>
                  </a:lnTo>
                  <a:lnTo>
                    <a:pt x="8082" y="8905"/>
                  </a:lnTo>
                  <a:lnTo>
                    <a:pt x="8082" y="8685"/>
                  </a:lnTo>
                  <a:lnTo>
                    <a:pt x="8423" y="8464"/>
                  </a:lnTo>
                  <a:lnTo>
                    <a:pt x="8443" y="8604"/>
                  </a:lnTo>
                  <a:lnTo>
                    <a:pt x="8483" y="8725"/>
                  </a:lnTo>
                  <a:lnTo>
                    <a:pt x="8524" y="8785"/>
                  </a:lnTo>
                  <a:lnTo>
                    <a:pt x="8584" y="8805"/>
                  </a:lnTo>
                  <a:lnTo>
                    <a:pt x="8644" y="8785"/>
                  </a:lnTo>
                  <a:lnTo>
                    <a:pt x="8684" y="8725"/>
                  </a:lnTo>
                  <a:lnTo>
                    <a:pt x="8704" y="8624"/>
                  </a:lnTo>
                  <a:lnTo>
                    <a:pt x="8684" y="8524"/>
                  </a:lnTo>
                  <a:lnTo>
                    <a:pt x="8684" y="8424"/>
                  </a:lnTo>
                  <a:lnTo>
                    <a:pt x="8644" y="8324"/>
                  </a:lnTo>
                  <a:lnTo>
                    <a:pt x="9366" y="7822"/>
                  </a:lnTo>
                  <a:lnTo>
                    <a:pt x="10088" y="7281"/>
                  </a:lnTo>
                  <a:lnTo>
                    <a:pt x="10790" y="6739"/>
                  </a:lnTo>
                  <a:lnTo>
                    <a:pt x="11472" y="6178"/>
                  </a:lnTo>
                  <a:lnTo>
                    <a:pt x="11632" y="6378"/>
                  </a:lnTo>
                  <a:lnTo>
                    <a:pt x="11672" y="6398"/>
                  </a:lnTo>
                  <a:lnTo>
                    <a:pt x="11772" y="6398"/>
                  </a:lnTo>
                  <a:lnTo>
                    <a:pt x="11833" y="6338"/>
                  </a:lnTo>
                  <a:lnTo>
                    <a:pt x="11853" y="6278"/>
                  </a:lnTo>
                  <a:lnTo>
                    <a:pt x="11833" y="6218"/>
                  </a:lnTo>
                  <a:lnTo>
                    <a:pt x="11672" y="5997"/>
                  </a:lnTo>
                  <a:lnTo>
                    <a:pt x="12254" y="5456"/>
                  </a:lnTo>
                  <a:lnTo>
                    <a:pt x="12815" y="4894"/>
                  </a:lnTo>
                  <a:lnTo>
                    <a:pt x="12795" y="5055"/>
                  </a:lnTo>
                  <a:lnTo>
                    <a:pt x="12795" y="5095"/>
                  </a:lnTo>
                  <a:lnTo>
                    <a:pt x="12815" y="5115"/>
                  </a:lnTo>
                  <a:lnTo>
                    <a:pt x="12855" y="5135"/>
                  </a:lnTo>
                  <a:lnTo>
                    <a:pt x="12875" y="5135"/>
                  </a:lnTo>
                  <a:lnTo>
                    <a:pt x="12935" y="5115"/>
                  </a:lnTo>
                  <a:lnTo>
                    <a:pt x="12976" y="5075"/>
                  </a:lnTo>
                  <a:lnTo>
                    <a:pt x="13016" y="4934"/>
                  </a:lnTo>
                  <a:lnTo>
                    <a:pt x="13036" y="4774"/>
                  </a:lnTo>
                  <a:lnTo>
                    <a:pt x="13256" y="4914"/>
                  </a:lnTo>
                  <a:lnTo>
                    <a:pt x="13337" y="4914"/>
                  </a:lnTo>
                  <a:lnTo>
                    <a:pt x="13357" y="4874"/>
                  </a:lnTo>
                  <a:lnTo>
                    <a:pt x="13377" y="4854"/>
                  </a:lnTo>
                  <a:lnTo>
                    <a:pt x="13337" y="4814"/>
                  </a:lnTo>
                  <a:lnTo>
                    <a:pt x="13216" y="4714"/>
                  </a:lnTo>
                  <a:lnTo>
                    <a:pt x="13076" y="4634"/>
                  </a:lnTo>
                  <a:lnTo>
                    <a:pt x="13377" y="4313"/>
                  </a:lnTo>
                  <a:lnTo>
                    <a:pt x="13397" y="4273"/>
                  </a:lnTo>
                  <a:lnTo>
                    <a:pt x="13397" y="4232"/>
                  </a:lnTo>
                  <a:lnTo>
                    <a:pt x="13357" y="4212"/>
                  </a:lnTo>
                  <a:lnTo>
                    <a:pt x="13337" y="4192"/>
                  </a:lnTo>
                  <a:lnTo>
                    <a:pt x="13276" y="4212"/>
                  </a:lnTo>
                  <a:lnTo>
                    <a:pt x="13056" y="4393"/>
                  </a:lnTo>
                  <a:lnTo>
                    <a:pt x="13016" y="4012"/>
                  </a:lnTo>
                  <a:lnTo>
                    <a:pt x="12996" y="3952"/>
                  </a:lnTo>
                  <a:lnTo>
                    <a:pt x="12956" y="3932"/>
                  </a:lnTo>
                  <a:lnTo>
                    <a:pt x="12915" y="3952"/>
                  </a:lnTo>
                  <a:lnTo>
                    <a:pt x="12895" y="4012"/>
                  </a:lnTo>
                  <a:lnTo>
                    <a:pt x="12895" y="4273"/>
                  </a:lnTo>
                  <a:lnTo>
                    <a:pt x="12855" y="4553"/>
                  </a:lnTo>
                  <a:lnTo>
                    <a:pt x="12514" y="4453"/>
                  </a:lnTo>
                  <a:lnTo>
                    <a:pt x="12494" y="4453"/>
                  </a:lnTo>
                  <a:lnTo>
                    <a:pt x="12494" y="4473"/>
                  </a:lnTo>
                  <a:lnTo>
                    <a:pt x="12494" y="4493"/>
                  </a:lnTo>
                  <a:lnTo>
                    <a:pt x="12494" y="4513"/>
                  </a:lnTo>
                  <a:lnTo>
                    <a:pt x="12635" y="4573"/>
                  </a:lnTo>
                  <a:lnTo>
                    <a:pt x="12775" y="4634"/>
                  </a:lnTo>
                  <a:lnTo>
                    <a:pt x="11431" y="5737"/>
                  </a:lnTo>
                  <a:lnTo>
                    <a:pt x="11171" y="5476"/>
                  </a:lnTo>
                  <a:lnTo>
                    <a:pt x="11131" y="5456"/>
                  </a:lnTo>
                  <a:lnTo>
                    <a:pt x="11090" y="5476"/>
                  </a:lnTo>
                  <a:lnTo>
                    <a:pt x="11070" y="5496"/>
                  </a:lnTo>
                  <a:lnTo>
                    <a:pt x="11050" y="5536"/>
                  </a:lnTo>
                  <a:lnTo>
                    <a:pt x="11070" y="5576"/>
                  </a:lnTo>
                  <a:lnTo>
                    <a:pt x="11271" y="5857"/>
                  </a:lnTo>
                  <a:lnTo>
                    <a:pt x="10308" y="6639"/>
                  </a:lnTo>
                  <a:lnTo>
                    <a:pt x="9827" y="7020"/>
                  </a:lnTo>
                  <a:lnTo>
                    <a:pt x="9346" y="7381"/>
                  </a:lnTo>
                  <a:lnTo>
                    <a:pt x="8443" y="8003"/>
                  </a:lnTo>
                  <a:lnTo>
                    <a:pt x="8323" y="7862"/>
                  </a:lnTo>
                  <a:lnTo>
                    <a:pt x="8203" y="7742"/>
                  </a:lnTo>
                  <a:lnTo>
                    <a:pt x="8163" y="7722"/>
                  </a:lnTo>
                  <a:lnTo>
                    <a:pt x="8122" y="7742"/>
                  </a:lnTo>
                  <a:lnTo>
                    <a:pt x="8102" y="7762"/>
                  </a:lnTo>
                  <a:lnTo>
                    <a:pt x="8102" y="7802"/>
                  </a:lnTo>
                  <a:lnTo>
                    <a:pt x="8122" y="7842"/>
                  </a:lnTo>
                  <a:lnTo>
                    <a:pt x="8223" y="7963"/>
                  </a:lnTo>
                  <a:lnTo>
                    <a:pt x="8303" y="8123"/>
                  </a:lnTo>
                  <a:lnTo>
                    <a:pt x="7982" y="8324"/>
                  </a:lnTo>
                  <a:lnTo>
                    <a:pt x="7902" y="8143"/>
                  </a:lnTo>
                  <a:lnTo>
                    <a:pt x="7802" y="7983"/>
                  </a:lnTo>
                  <a:lnTo>
                    <a:pt x="7781" y="7963"/>
                  </a:lnTo>
                  <a:lnTo>
                    <a:pt x="7741" y="7943"/>
                  </a:lnTo>
                  <a:lnTo>
                    <a:pt x="7701" y="7963"/>
                  </a:lnTo>
                  <a:lnTo>
                    <a:pt x="7661" y="7983"/>
                  </a:lnTo>
                  <a:lnTo>
                    <a:pt x="7661" y="8023"/>
                  </a:lnTo>
                  <a:lnTo>
                    <a:pt x="7661" y="8083"/>
                  </a:lnTo>
                  <a:lnTo>
                    <a:pt x="7741" y="8263"/>
                  </a:lnTo>
                  <a:lnTo>
                    <a:pt x="7802" y="8444"/>
                  </a:lnTo>
                  <a:lnTo>
                    <a:pt x="5355" y="10048"/>
                  </a:lnTo>
                  <a:lnTo>
                    <a:pt x="5335" y="10088"/>
                  </a:lnTo>
                  <a:lnTo>
                    <a:pt x="5295" y="9366"/>
                  </a:lnTo>
                  <a:lnTo>
                    <a:pt x="5215" y="8644"/>
                  </a:lnTo>
                  <a:lnTo>
                    <a:pt x="5094" y="7943"/>
                  </a:lnTo>
                  <a:lnTo>
                    <a:pt x="4934" y="7221"/>
                  </a:lnTo>
                  <a:lnTo>
                    <a:pt x="4934" y="7221"/>
                  </a:lnTo>
                  <a:lnTo>
                    <a:pt x="5054" y="7241"/>
                  </a:lnTo>
                  <a:lnTo>
                    <a:pt x="5154" y="7221"/>
                  </a:lnTo>
                  <a:lnTo>
                    <a:pt x="5215" y="7201"/>
                  </a:lnTo>
                  <a:lnTo>
                    <a:pt x="5235" y="7140"/>
                  </a:lnTo>
                  <a:lnTo>
                    <a:pt x="5235" y="7100"/>
                  </a:lnTo>
                  <a:lnTo>
                    <a:pt x="5215" y="7080"/>
                  </a:lnTo>
                  <a:lnTo>
                    <a:pt x="5174" y="7060"/>
                  </a:lnTo>
                  <a:lnTo>
                    <a:pt x="5014" y="7040"/>
                  </a:lnTo>
                  <a:lnTo>
                    <a:pt x="5215" y="6840"/>
                  </a:lnTo>
                  <a:lnTo>
                    <a:pt x="5395" y="6639"/>
                  </a:lnTo>
                  <a:lnTo>
                    <a:pt x="5415" y="6599"/>
                  </a:lnTo>
                  <a:lnTo>
                    <a:pt x="5395" y="6559"/>
                  </a:lnTo>
                  <a:lnTo>
                    <a:pt x="5375" y="6539"/>
                  </a:lnTo>
                  <a:lnTo>
                    <a:pt x="5335" y="6519"/>
                  </a:lnTo>
                  <a:lnTo>
                    <a:pt x="5295" y="6539"/>
                  </a:lnTo>
                  <a:lnTo>
                    <a:pt x="5074" y="6719"/>
                  </a:lnTo>
                  <a:lnTo>
                    <a:pt x="4854" y="6900"/>
                  </a:lnTo>
                  <a:lnTo>
                    <a:pt x="4673" y="6298"/>
                  </a:lnTo>
                  <a:lnTo>
                    <a:pt x="4473" y="5696"/>
                  </a:lnTo>
                  <a:lnTo>
                    <a:pt x="4232" y="5095"/>
                  </a:lnTo>
                  <a:lnTo>
                    <a:pt x="3971" y="4513"/>
                  </a:lnTo>
                  <a:lnTo>
                    <a:pt x="3710" y="3992"/>
                  </a:lnTo>
                  <a:lnTo>
                    <a:pt x="3390" y="3450"/>
                  </a:lnTo>
                  <a:lnTo>
                    <a:pt x="3069" y="2889"/>
                  </a:lnTo>
                  <a:lnTo>
                    <a:pt x="2708" y="2367"/>
                  </a:lnTo>
                  <a:lnTo>
                    <a:pt x="2307" y="1846"/>
                  </a:lnTo>
                  <a:lnTo>
                    <a:pt x="1885" y="1345"/>
                  </a:lnTo>
                  <a:lnTo>
                    <a:pt x="1424" y="883"/>
                  </a:lnTo>
                  <a:lnTo>
                    <a:pt x="1184" y="663"/>
                  </a:lnTo>
                  <a:lnTo>
                    <a:pt x="943" y="462"/>
                  </a:lnTo>
                  <a:lnTo>
                    <a:pt x="1123" y="362"/>
                  </a:lnTo>
                  <a:lnTo>
                    <a:pt x="1284" y="242"/>
                  </a:lnTo>
                  <a:lnTo>
                    <a:pt x="1304" y="222"/>
                  </a:lnTo>
                  <a:lnTo>
                    <a:pt x="1304" y="181"/>
                  </a:lnTo>
                  <a:lnTo>
                    <a:pt x="1284" y="141"/>
                  </a:lnTo>
                  <a:lnTo>
                    <a:pt x="1244" y="141"/>
                  </a:lnTo>
                  <a:lnTo>
                    <a:pt x="1123" y="161"/>
                  </a:lnTo>
                  <a:lnTo>
                    <a:pt x="1003" y="201"/>
                  </a:lnTo>
                  <a:lnTo>
                    <a:pt x="782" y="322"/>
                  </a:lnTo>
                  <a:lnTo>
                    <a:pt x="482" y="81"/>
                  </a:lnTo>
                  <a:lnTo>
                    <a:pt x="5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21"/>
            <p:cNvSpPr/>
            <p:nvPr/>
          </p:nvSpPr>
          <p:spPr>
            <a:xfrm>
              <a:off x="10716375" y="4375625"/>
              <a:ext cx="391075" cy="391075"/>
            </a:xfrm>
            <a:custGeom>
              <a:avLst/>
              <a:gdLst/>
              <a:ahLst/>
              <a:cxnLst/>
              <a:rect l="l" t="t" r="r" b="b"/>
              <a:pathLst>
                <a:path w="15643" h="15643" extrusionOk="0">
                  <a:moveTo>
                    <a:pt x="5656" y="0"/>
                  </a:moveTo>
                  <a:lnTo>
                    <a:pt x="5094" y="20"/>
                  </a:lnTo>
                  <a:lnTo>
                    <a:pt x="4532" y="101"/>
                  </a:lnTo>
                  <a:lnTo>
                    <a:pt x="3991" y="201"/>
                  </a:lnTo>
                  <a:lnTo>
                    <a:pt x="3470" y="361"/>
                  </a:lnTo>
                  <a:lnTo>
                    <a:pt x="3209" y="462"/>
                  </a:lnTo>
                  <a:lnTo>
                    <a:pt x="2968" y="562"/>
                  </a:lnTo>
                  <a:lnTo>
                    <a:pt x="2728" y="682"/>
                  </a:lnTo>
                  <a:lnTo>
                    <a:pt x="2507" y="803"/>
                  </a:lnTo>
                  <a:lnTo>
                    <a:pt x="2286" y="943"/>
                  </a:lnTo>
                  <a:lnTo>
                    <a:pt x="2066" y="1083"/>
                  </a:lnTo>
                  <a:lnTo>
                    <a:pt x="1865" y="1244"/>
                  </a:lnTo>
                  <a:lnTo>
                    <a:pt x="1665" y="1404"/>
                  </a:lnTo>
                  <a:lnTo>
                    <a:pt x="1484" y="1585"/>
                  </a:lnTo>
                  <a:lnTo>
                    <a:pt x="1304" y="1765"/>
                  </a:lnTo>
                  <a:lnTo>
                    <a:pt x="1143" y="1966"/>
                  </a:lnTo>
                  <a:lnTo>
                    <a:pt x="983" y="2166"/>
                  </a:lnTo>
                  <a:lnTo>
                    <a:pt x="842" y="2387"/>
                  </a:lnTo>
                  <a:lnTo>
                    <a:pt x="702" y="2607"/>
                  </a:lnTo>
                  <a:lnTo>
                    <a:pt x="582" y="2828"/>
                  </a:lnTo>
                  <a:lnTo>
                    <a:pt x="461" y="3089"/>
                  </a:lnTo>
                  <a:lnTo>
                    <a:pt x="361" y="3329"/>
                  </a:lnTo>
                  <a:lnTo>
                    <a:pt x="261" y="3590"/>
                  </a:lnTo>
                  <a:lnTo>
                    <a:pt x="181" y="3871"/>
                  </a:lnTo>
                  <a:lnTo>
                    <a:pt x="121" y="4152"/>
                  </a:lnTo>
                  <a:lnTo>
                    <a:pt x="80" y="4432"/>
                  </a:lnTo>
                  <a:lnTo>
                    <a:pt x="40" y="4733"/>
                  </a:lnTo>
                  <a:lnTo>
                    <a:pt x="20" y="5034"/>
                  </a:lnTo>
                  <a:lnTo>
                    <a:pt x="0" y="5355"/>
                  </a:lnTo>
                  <a:lnTo>
                    <a:pt x="0" y="5375"/>
                  </a:lnTo>
                  <a:lnTo>
                    <a:pt x="20" y="5836"/>
                  </a:lnTo>
                  <a:lnTo>
                    <a:pt x="80" y="6298"/>
                  </a:lnTo>
                  <a:lnTo>
                    <a:pt x="181" y="6739"/>
                  </a:lnTo>
                  <a:lnTo>
                    <a:pt x="301" y="7200"/>
                  </a:lnTo>
                  <a:lnTo>
                    <a:pt x="461" y="7661"/>
                  </a:lnTo>
                  <a:lnTo>
                    <a:pt x="642" y="8122"/>
                  </a:lnTo>
                  <a:lnTo>
                    <a:pt x="863" y="8564"/>
                  </a:lnTo>
                  <a:lnTo>
                    <a:pt x="1103" y="9025"/>
                  </a:lnTo>
                  <a:lnTo>
                    <a:pt x="1384" y="9466"/>
                  </a:lnTo>
                  <a:lnTo>
                    <a:pt x="1665" y="9887"/>
                  </a:lnTo>
                  <a:lnTo>
                    <a:pt x="1986" y="10328"/>
                  </a:lnTo>
                  <a:lnTo>
                    <a:pt x="2327" y="10750"/>
                  </a:lnTo>
                  <a:lnTo>
                    <a:pt x="2667" y="11151"/>
                  </a:lnTo>
                  <a:lnTo>
                    <a:pt x="3048" y="11552"/>
                  </a:lnTo>
                  <a:lnTo>
                    <a:pt x="3429" y="11953"/>
                  </a:lnTo>
                  <a:lnTo>
                    <a:pt x="3831" y="12314"/>
                  </a:lnTo>
                  <a:lnTo>
                    <a:pt x="4232" y="12675"/>
                  </a:lnTo>
                  <a:lnTo>
                    <a:pt x="4653" y="13016"/>
                  </a:lnTo>
                  <a:lnTo>
                    <a:pt x="5074" y="13357"/>
                  </a:lnTo>
                  <a:lnTo>
                    <a:pt x="5515" y="13658"/>
                  </a:lnTo>
                  <a:lnTo>
                    <a:pt x="5936" y="13958"/>
                  </a:lnTo>
                  <a:lnTo>
                    <a:pt x="6378" y="14239"/>
                  </a:lnTo>
                  <a:lnTo>
                    <a:pt x="6819" y="14480"/>
                  </a:lnTo>
                  <a:lnTo>
                    <a:pt x="7260" y="14720"/>
                  </a:lnTo>
                  <a:lnTo>
                    <a:pt x="7701" y="14921"/>
                  </a:lnTo>
                  <a:lnTo>
                    <a:pt x="8122" y="15101"/>
                  </a:lnTo>
                  <a:lnTo>
                    <a:pt x="8563" y="15262"/>
                  </a:lnTo>
                  <a:lnTo>
                    <a:pt x="8985" y="15402"/>
                  </a:lnTo>
                  <a:lnTo>
                    <a:pt x="9386" y="15503"/>
                  </a:lnTo>
                  <a:lnTo>
                    <a:pt x="9787" y="15583"/>
                  </a:lnTo>
                  <a:lnTo>
                    <a:pt x="10168" y="15623"/>
                  </a:lnTo>
                  <a:lnTo>
                    <a:pt x="10529" y="15643"/>
                  </a:lnTo>
                  <a:lnTo>
                    <a:pt x="10789" y="15643"/>
                  </a:lnTo>
                  <a:lnTo>
                    <a:pt x="11050" y="15603"/>
                  </a:lnTo>
                  <a:lnTo>
                    <a:pt x="11331" y="15563"/>
                  </a:lnTo>
                  <a:lnTo>
                    <a:pt x="11612" y="15503"/>
                  </a:lnTo>
                  <a:lnTo>
                    <a:pt x="11892" y="15442"/>
                  </a:lnTo>
                  <a:lnTo>
                    <a:pt x="12494" y="15262"/>
                  </a:lnTo>
                  <a:lnTo>
                    <a:pt x="13116" y="15021"/>
                  </a:lnTo>
                  <a:lnTo>
                    <a:pt x="13738" y="14740"/>
                  </a:lnTo>
                  <a:lnTo>
                    <a:pt x="14379" y="14420"/>
                  </a:lnTo>
                  <a:lnTo>
                    <a:pt x="15001" y="14039"/>
                  </a:lnTo>
                  <a:lnTo>
                    <a:pt x="15643" y="13637"/>
                  </a:lnTo>
                  <a:lnTo>
                    <a:pt x="15643" y="13637"/>
                  </a:lnTo>
                  <a:lnTo>
                    <a:pt x="15061" y="13818"/>
                  </a:lnTo>
                  <a:lnTo>
                    <a:pt x="14480" y="13958"/>
                  </a:lnTo>
                  <a:lnTo>
                    <a:pt x="13898" y="14059"/>
                  </a:lnTo>
                  <a:lnTo>
                    <a:pt x="13296" y="14139"/>
                  </a:lnTo>
                  <a:lnTo>
                    <a:pt x="13236" y="14460"/>
                  </a:lnTo>
                  <a:lnTo>
                    <a:pt x="13156" y="14801"/>
                  </a:lnTo>
                  <a:lnTo>
                    <a:pt x="13136" y="14841"/>
                  </a:lnTo>
                  <a:lnTo>
                    <a:pt x="13076" y="14861"/>
                  </a:lnTo>
                  <a:lnTo>
                    <a:pt x="13036" y="14861"/>
                  </a:lnTo>
                  <a:lnTo>
                    <a:pt x="13016" y="14821"/>
                  </a:lnTo>
                  <a:lnTo>
                    <a:pt x="12995" y="14801"/>
                  </a:lnTo>
                  <a:lnTo>
                    <a:pt x="12975" y="14740"/>
                  </a:lnTo>
                  <a:lnTo>
                    <a:pt x="13056" y="14159"/>
                  </a:lnTo>
                  <a:lnTo>
                    <a:pt x="12695" y="14179"/>
                  </a:lnTo>
                  <a:lnTo>
                    <a:pt x="12334" y="14179"/>
                  </a:lnTo>
                  <a:lnTo>
                    <a:pt x="11752" y="14159"/>
                  </a:lnTo>
                  <a:lnTo>
                    <a:pt x="11171" y="14099"/>
                  </a:lnTo>
                  <a:lnTo>
                    <a:pt x="10569" y="14019"/>
                  </a:lnTo>
                  <a:lnTo>
                    <a:pt x="9967" y="13858"/>
                  </a:lnTo>
                  <a:lnTo>
                    <a:pt x="9867" y="13958"/>
                  </a:lnTo>
                  <a:lnTo>
                    <a:pt x="9727" y="14019"/>
                  </a:lnTo>
                  <a:lnTo>
                    <a:pt x="9506" y="14039"/>
                  </a:lnTo>
                  <a:lnTo>
                    <a:pt x="9285" y="14059"/>
                  </a:lnTo>
                  <a:lnTo>
                    <a:pt x="9105" y="14059"/>
                  </a:lnTo>
                  <a:lnTo>
                    <a:pt x="8924" y="14039"/>
                  </a:lnTo>
                  <a:lnTo>
                    <a:pt x="8543" y="13958"/>
                  </a:lnTo>
                  <a:lnTo>
                    <a:pt x="8142" y="13838"/>
                  </a:lnTo>
                  <a:lnTo>
                    <a:pt x="7741" y="13678"/>
                  </a:lnTo>
                  <a:lnTo>
                    <a:pt x="7320" y="13457"/>
                  </a:lnTo>
                  <a:lnTo>
                    <a:pt x="6879" y="13216"/>
                  </a:lnTo>
                  <a:lnTo>
                    <a:pt x="6458" y="12936"/>
                  </a:lnTo>
                  <a:lnTo>
                    <a:pt x="6017" y="12635"/>
                  </a:lnTo>
                  <a:lnTo>
                    <a:pt x="5575" y="12294"/>
                  </a:lnTo>
                  <a:lnTo>
                    <a:pt x="5154" y="11913"/>
                  </a:lnTo>
                  <a:lnTo>
                    <a:pt x="4733" y="11532"/>
                  </a:lnTo>
                  <a:lnTo>
                    <a:pt x="4312" y="11131"/>
                  </a:lnTo>
                  <a:lnTo>
                    <a:pt x="3911" y="10689"/>
                  </a:lnTo>
                  <a:lnTo>
                    <a:pt x="3530" y="10248"/>
                  </a:lnTo>
                  <a:lnTo>
                    <a:pt x="3169" y="9807"/>
                  </a:lnTo>
                  <a:lnTo>
                    <a:pt x="2828" y="9346"/>
                  </a:lnTo>
                  <a:lnTo>
                    <a:pt x="2527" y="8865"/>
                  </a:lnTo>
                  <a:lnTo>
                    <a:pt x="2226" y="8403"/>
                  </a:lnTo>
                  <a:lnTo>
                    <a:pt x="1986" y="7942"/>
                  </a:lnTo>
                  <a:lnTo>
                    <a:pt x="1765" y="7461"/>
                  </a:lnTo>
                  <a:lnTo>
                    <a:pt x="1584" y="7019"/>
                  </a:lnTo>
                  <a:lnTo>
                    <a:pt x="1424" y="6558"/>
                  </a:lnTo>
                  <a:lnTo>
                    <a:pt x="1324" y="6117"/>
                  </a:lnTo>
                  <a:lnTo>
                    <a:pt x="1284" y="5696"/>
                  </a:lnTo>
                  <a:lnTo>
                    <a:pt x="1264" y="5495"/>
                  </a:lnTo>
                  <a:lnTo>
                    <a:pt x="1264" y="5295"/>
                  </a:lnTo>
                  <a:lnTo>
                    <a:pt x="1284" y="5094"/>
                  </a:lnTo>
                  <a:lnTo>
                    <a:pt x="1324" y="4914"/>
                  </a:lnTo>
                  <a:lnTo>
                    <a:pt x="1364" y="4733"/>
                  </a:lnTo>
                  <a:lnTo>
                    <a:pt x="1424" y="4553"/>
                  </a:lnTo>
                  <a:lnTo>
                    <a:pt x="1484" y="4372"/>
                  </a:lnTo>
                  <a:lnTo>
                    <a:pt x="1584" y="4212"/>
                  </a:lnTo>
                  <a:lnTo>
                    <a:pt x="1685" y="4051"/>
                  </a:lnTo>
                  <a:lnTo>
                    <a:pt x="1805" y="3911"/>
                  </a:lnTo>
                  <a:lnTo>
                    <a:pt x="1925" y="3771"/>
                  </a:lnTo>
                  <a:lnTo>
                    <a:pt x="2086" y="3630"/>
                  </a:lnTo>
                  <a:lnTo>
                    <a:pt x="2246" y="3510"/>
                  </a:lnTo>
                  <a:lnTo>
                    <a:pt x="2427" y="3410"/>
                  </a:lnTo>
                  <a:lnTo>
                    <a:pt x="2627" y="3289"/>
                  </a:lnTo>
                  <a:lnTo>
                    <a:pt x="2848" y="3209"/>
                  </a:lnTo>
                  <a:lnTo>
                    <a:pt x="3129" y="3109"/>
                  </a:lnTo>
                  <a:lnTo>
                    <a:pt x="3409" y="3049"/>
                  </a:lnTo>
                  <a:lnTo>
                    <a:pt x="3670" y="3009"/>
                  </a:lnTo>
                  <a:lnTo>
                    <a:pt x="3951" y="2989"/>
                  </a:lnTo>
                  <a:lnTo>
                    <a:pt x="4232" y="3009"/>
                  </a:lnTo>
                  <a:lnTo>
                    <a:pt x="4673" y="2708"/>
                  </a:lnTo>
                  <a:lnTo>
                    <a:pt x="5134" y="2467"/>
                  </a:lnTo>
                  <a:lnTo>
                    <a:pt x="5615" y="2247"/>
                  </a:lnTo>
                  <a:lnTo>
                    <a:pt x="6117" y="2066"/>
                  </a:lnTo>
                  <a:lnTo>
                    <a:pt x="6638" y="1926"/>
                  </a:lnTo>
                  <a:lnTo>
                    <a:pt x="7160" y="1805"/>
                  </a:lnTo>
                  <a:lnTo>
                    <a:pt x="7681" y="1725"/>
                  </a:lnTo>
                  <a:lnTo>
                    <a:pt x="8223" y="1685"/>
                  </a:lnTo>
                  <a:lnTo>
                    <a:pt x="7922" y="1504"/>
                  </a:lnTo>
                  <a:lnTo>
                    <a:pt x="7621" y="1324"/>
                  </a:lnTo>
                  <a:lnTo>
                    <a:pt x="7320" y="1184"/>
                  </a:lnTo>
                  <a:lnTo>
                    <a:pt x="7019" y="1043"/>
                  </a:lnTo>
                  <a:lnTo>
                    <a:pt x="6698" y="943"/>
                  </a:lnTo>
                  <a:lnTo>
                    <a:pt x="6378" y="843"/>
                  </a:lnTo>
                  <a:lnTo>
                    <a:pt x="6057" y="783"/>
                  </a:lnTo>
                  <a:lnTo>
                    <a:pt x="5716" y="742"/>
                  </a:lnTo>
                  <a:lnTo>
                    <a:pt x="5696" y="722"/>
                  </a:lnTo>
                  <a:lnTo>
                    <a:pt x="5716" y="722"/>
                  </a:lnTo>
                  <a:lnTo>
                    <a:pt x="6097" y="742"/>
                  </a:lnTo>
                  <a:lnTo>
                    <a:pt x="6458" y="803"/>
                  </a:lnTo>
                  <a:lnTo>
                    <a:pt x="6819" y="883"/>
                  </a:lnTo>
                  <a:lnTo>
                    <a:pt x="7180" y="983"/>
                  </a:lnTo>
                  <a:lnTo>
                    <a:pt x="7521" y="1123"/>
                  </a:lnTo>
                  <a:lnTo>
                    <a:pt x="7841" y="1264"/>
                  </a:lnTo>
                  <a:lnTo>
                    <a:pt x="8162" y="1444"/>
                  </a:lnTo>
                  <a:lnTo>
                    <a:pt x="8483" y="1645"/>
                  </a:lnTo>
                  <a:lnTo>
                    <a:pt x="8604" y="1484"/>
                  </a:lnTo>
                  <a:lnTo>
                    <a:pt x="8664" y="1404"/>
                  </a:lnTo>
                  <a:lnTo>
                    <a:pt x="8744" y="1364"/>
                  </a:lnTo>
                  <a:lnTo>
                    <a:pt x="8764" y="1344"/>
                  </a:lnTo>
                  <a:lnTo>
                    <a:pt x="8804" y="1344"/>
                  </a:lnTo>
                  <a:lnTo>
                    <a:pt x="8824" y="1364"/>
                  </a:lnTo>
                  <a:lnTo>
                    <a:pt x="8824" y="1404"/>
                  </a:lnTo>
                  <a:lnTo>
                    <a:pt x="8824" y="1424"/>
                  </a:lnTo>
                  <a:lnTo>
                    <a:pt x="8804" y="1504"/>
                  </a:lnTo>
                  <a:lnTo>
                    <a:pt x="8784" y="1565"/>
                  </a:lnTo>
                  <a:lnTo>
                    <a:pt x="8704" y="1665"/>
                  </a:lnTo>
                  <a:lnTo>
                    <a:pt x="8824" y="1665"/>
                  </a:lnTo>
                  <a:lnTo>
                    <a:pt x="9346" y="1685"/>
                  </a:lnTo>
                  <a:lnTo>
                    <a:pt x="9867" y="1725"/>
                  </a:lnTo>
                  <a:lnTo>
                    <a:pt x="10388" y="1785"/>
                  </a:lnTo>
                  <a:lnTo>
                    <a:pt x="10910" y="1865"/>
                  </a:lnTo>
                  <a:lnTo>
                    <a:pt x="11552" y="2006"/>
                  </a:lnTo>
                  <a:lnTo>
                    <a:pt x="11552" y="2006"/>
                  </a:lnTo>
                  <a:lnTo>
                    <a:pt x="11391" y="1625"/>
                  </a:lnTo>
                  <a:lnTo>
                    <a:pt x="11090" y="1605"/>
                  </a:lnTo>
                  <a:lnTo>
                    <a:pt x="10769" y="1525"/>
                  </a:lnTo>
                  <a:lnTo>
                    <a:pt x="10429" y="1404"/>
                  </a:lnTo>
                  <a:lnTo>
                    <a:pt x="10068" y="1224"/>
                  </a:lnTo>
                  <a:lnTo>
                    <a:pt x="9506" y="943"/>
                  </a:lnTo>
                  <a:lnTo>
                    <a:pt x="8944" y="682"/>
                  </a:lnTo>
                  <a:lnTo>
                    <a:pt x="8403" y="482"/>
                  </a:lnTo>
                  <a:lnTo>
                    <a:pt x="7841" y="301"/>
                  </a:lnTo>
                  <a:lnTo>
                    <a:pt x="7280" y="181"/>
                  </a:lnTo>
                  <a:lnTo>
                    <a:pt x="6738" y="81"/>
                  </a:lnTo>
                  <a:lnTo>
                    <a:pt x="6197" y="20"/>
                  </a:lnTo>
                  <a:lnTo>
                    <a:pt x="565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21"/>
            <p:cNvSpPr/>
            <p:nvPr/>
          </p:nvSpPr>
          <p:spPr>
            <a:xfrm>
              <a:off x="10716375" y="4375625"/>
              <a:ext cx="391075" cy="391075"/>
            </a:xfrm>
            <a:custGeom>
              <a:avLst/>
              <a:gdLst/>
              <a:ahLst/>
              <a:cxnLst/>
              <a:rect l="l" t="t" r="r" b="b"/>
              <a:pathLst>
                <a:path w="15643" h="15643" fill="none" extrusionOk="0">
                  <a:moveTo>
                    <a:pt x="5656" y="0"/>
                  </a:moveTo>
                  <a:lnTo>
                    <a:pt x="5656" y="0"/>
                  </a:lnTo>
                  <a:lnTo>
                    <a:pt x="5094" y="20"/>
                  </a:lnTo>
                  <a:lnTo>
                    <a:pt x="4532" y="101"/>
                  </a:lnTo>
                  <a:lnTo>
                    <a:pt x="3991" y="201"/>
                  </a:lnTo>
                  <a:lnTo>
                    <a:pt x="3470" y="361"/>
                  </a:lnTo>
                  <a:lnTo>
                    <a:pt x="3209" y="462"/>
                  </a:lnTo>
                  <a:lnTo>
                    <a:pt x="2968" y="562"/>
                  </a:lnTo>
                  <a:lnTo>
                    <a:pt x="2728" y="682"/>
                  </a:lnTo>
                  <a:lnTo>
                    <a:pt x="2507" y="803"/>
                  </a:lnTo>
                  <a:lnTo>
                    <a:pt x="2286" y="943"/>
                  </a:lnTo>
                  <a:lnTo>
                    <a:pt x="2066" y="1083"/>
                  </a:lnTo>
                  <a:lnTo>
                    <a:pt x="1865" y="1244"/>
                  </a:lnTo>
                  <a:lnTo>
                    <a:pt x="1665" y="1404"/>
                  </a:lnTo>
                  <a:lnTo>
                    <a:pt x="1484" y="1585"/>
                  </a:lnTo>
                  <a:lnTo>
                    <a:pt x="1304" y="1765"/>
                  </a:lnTo>
                  <a:lnTo>
                    <a:pt x="1143" y="1966"/>
                  </a:lnTo>
                  <a:lnTo>
                    <a:pt x="983" y="2166"/>
                  </a:lnTo>
                  <a:lnTo>
                    <a:pt x="842" y="2387"/>
                  </a:lnTo>
                  <a:lnTo>
                    <a:pt x="702" y="2607"/>
                  </a:lnTo>
                  <a:lnTo>
                    <a:pt x="582" y="2828"/>
                  </a:lnTo>
                  <a:lnTo>
                    <a:pt x="461" y="3089"/>
                  </a:lnTo>
                  <a:lnTo>
                    <a:pt x="361" y="3329"/>
                  </a:lnTo>
                  <a:lnTo>
                    <a:pt x="261" y="3590"/>
                  </a:lnTo>
                  <a:lnTo>
                    <a:pt x="181" y="3871"/>
                  </a:lnTo>
                  <a:lnTo>
                    <a:pt x="121" y="4152"/>
                  </a:lnTo>
                  <a:lnTo>
                    <a:pt x="80" y="4432"/>
                  </a:lnTo>
                  <a:lnTo>
                    <a:pt x="40" y="4733"/>
                  </a:lnTo>
                  <a:lnTo>
                    <a:pt x="20" y="5034"/>
                  </a:lnTo>
                  <a:lnTo>
                    <a:pt x="0" y="5355"/>
                  </a:lnTo>
                  <a:lnTo>
                    <a:pt x="0" y="5355"/>
                  </a:lnTo>
                  <a:lnTo>
                    <a:pt x="0" y="5375"/>
                  </a:lnTo>
                  <a:lnTo>
                    <a:pt x="0" y="5375"/>
                  </a:lnTo>
                  <a:lnTo>
                    <a:pt x="20" y="5836"/>
                  </a:lnTo>
                  <a:lnTo>
                    <a:pt x="80" y="6298"/>
                  </a:lnTo>
                  <a:lnTo>
                    <a:pt x="181" y="6739"/>
                  </a:lnTo>
                  <a:lnTo>
                    <a:pt x="301" y="7200"/>
                  </a:lnTo>
                  <a:lnTo>
                    <a:pt x="461" y="7661"/>
                  </a:lnTo>
                  <a:lnTo>
                    <a:pt x="642" y="8122"/>
                  </a:lnTo>
                  <a:lnTo>
                    <a:pt x="863" y="8564"/>
                  </a:lnTo>
                  <a:lnTo>
                    <a:pt x="1103" y="9025"/>
                  </a:lnTo>
                  <a:lnTo>
                    <a:pt x="1384" y="9466"/>
                  </a:lnTo>
                  <a:lnTo>
                    <a:pt x="1665" y="9887"/>
                  </a:lnTo>
                  <a:lnTo>
                    <a:pt x="1986" y="10328"/>
                  </a:lnTo>
                  <a:lnTo>
                    <a:pt x="2327" y="10750"/>
                  </a:lnTo>
                  <a:lnTo>
                    <a:pt x="2667" y="11151"/>
                  </a:lnTo>
                  <a:lnTo>
                    <a:pt x="3048" y="11552"/>
                  </a:lnTo>
                  <a:lnTo>
                    <a:pt x="3429" y="11953"/>
                  </a:lnTo>
                  <a:lnTo>
                    <a:pt x="3831" y="12314"/>
                  </a:lnTo>
                  <a:lnTo>
                    <a:pt x="4232" y="12675"/>
                  </a:lnTo>
                  <a:lnTo>
                    <a:pt x="4653" y="13016"/>
                  </a:lnTo>
                  <a:lnTo>
                    <a:pt x="5074" y="13357"/>
                  </a:lnTo>
                  <a:lnTo>
                    <a:pt x="5515" y="13658"/>
                  </a:lnTo>
                  <a:lnTo>
                    <a:pt x="5936" y="13958"/>
                  </a:lnTo>
                  <a:lnTo>
                    <a:pt x="6378" y="14239"/>
                  </a:lnTo>
                  <a:lnTo>
                    <a:pt x="6819" y="14480"/>
                  </a:lnTo>
                  <a:lnTo>
                    <a:pt x="7260" y="14720"/>
                  </a:lnTo>
                  <a:lnTo>
                    <a:pt x="7701" y="14921"/>
                  </a:lnTo>
                  <a:lnTo>
                    <a:pt x="8122" y="15101"/>
                  </a:lnTo>
                  <a:lnTo>
                    <a:pt x="8563" y="15262"/>
                  </a:lnTo>
                  <a:lnTo>
                    <a:pt x="8985" y="15402"/>
                  </a:lnTo>
                  <a:lnTo>
                    <a:pt x="9386" y="15503"/>
                  </a:lnTo>
                  <a:lnTo>
                    <a:pt x="9787" y="15583"/>
                  </a:lnTo>
                  <a:lnTo>
                    <a:pt x="10168" y="15623"/>
                  </a:lnTo>
                  <a:lnTo>
                    <a:pt x="10529" y="15643"/>
                  </a:lnTo>
                  <a:lnTo>
                    <a:pt x="10529" y="15643"/>
                  </a:lnTo>
                  <a:lnTo>
                    <a:pt x="10789" y="15643"/>
                  </a:lnTo>
                  <a:lnTo>
                    <a:pt x="10789" y="15643"/>
                  </a:lnTo>
                  <a:lnTo>
                    <a:pt x="11050" y="15603"/>
                  </a:lnTo>
                  <a:lnTo>
                    <a:pt x="11331" y="15563"/>
                  </a:lnTo>
                  <a:lnTo>
                    <a:pt x="11612" y="15503"/>
                  </a:lnTo>
                  <a:lnTo>
                    <a:pt x="11892" y="15442"/>
                  </a:lnTo>
                  <a:lnTo>
                    <a:pt x="12494" y="15262"/>
                  </a:lnTo>
                  <a:lnTo>
                    <a:pt x="13116" y="15021"/>
                  </a:lnTo>
                  <a:lnTo>
                    <a:pt x="13738" y="14740"/>
                  </a:lnTo>
                  <a:lnTo>
                    <a:pt x="14379" y="14420"/>
                  </a:lnTo>
                  <a:lnTo>
                    <a:pt x="15001" y="14039"/>
                  </a:lnTo>
                  <a:lnTo>
                    <a:pt x="15643" y="13637"/>
                  </a:lnTo>
                  <a:lnTo>
                    <a:pt x="15643" y="13637"/>
                  </a:lnTo>
                  <a:lnTo>
                    <a:pt x="15061" y="13818"/>
                  </a:lnTo>
                  <a:lnTo>
                    <a:pt x="14480" y="13958"/>
                  </a:lnTo>
                  <a:lnTo>
                    <a:pt x="13898" y="14059"/>
                  </a:lnTo>
                  <a:lnTo>
                    <a:pt x="13296" y="14139"/>
                  </a:lnTo>
                  <a:lnTo>
                    <a:pt x="13296" y="14139"/>
                  </a:lnTo>
                  <a:lnTo>
                    <a:pt x="13236" y="14460"/>
                  </a:lnTo>
                  <a:lnTo>
                    <a:pt x="13156" y="14801"/>
                  </a:lnTo>
                  <a:lnTo>
                    <a:pt x="13156" y="14801"/>
                  </a:lnTo>
                  <a:lnTo>
                    <a:pt x="13136" y="14841"/>
                  </a:lnTo>
                  <a:lnTo>
                    <a:pt x="13076" y="14861"/>
                  </a:lnTo>
                  <a:lnTo>
                    <a:pt x="13076" y="14861"/>
                  </a:lnTo>
                  <a:lnTo>
                    <a:pt x="13036" y="14861"/>
                  </a:lnTo>
                  <a:lnTo>
                    <a:pt x="13016" y="14821"/>
                  </a:lnTo>
                  <a:lnTo>
                    <a:pt x="12995" y="14801"/>
                  </a:lnTo>
                  <a:lnTo>
                    <a:pt x="12975" y="14740"/>
                  </a:lnTo>
                  <a:lnTo>
                    <a:pt x="12975" y="14740"/>
                  </a:lnTo>
                  <a:lnTo>
                    <a:pt x="13056" y="14159"/>
                  </a:lnTo>
                  <a:lnTo>
                    <a:pt x="13056" y="14159"/>
                  </a:lnTo>
                  <a:lnTo>
                    <a:pt x="12695" y="14179"/>
                  </a:lnTo>
                  <a:lnTo>
                    <a:pt x="12334" y="14179"/>
                  </a:lnTo>
                  <a:lnTo>
                    <a:pt x="12334" y="14179"/>
                  </a:lnTo>
                  <a:lnTo>
                    <a:pt x="11752" y="14159"/>
                  </a:lnTo>
                  <a:lnTo>
                    <a:pt x="11171" y="14099"/>
                  </a:lnTo>
                  <a:lnTo>
                    <a:pt x="10569" y="14019"/>
                  </a:lnTo>
                  <a:lnTo>
                    <a:pt x="9967" y="13858"/>
                  </a:lnTo>
                  <a:lnTo>
                    <a:pt x="9967" y="13858"/>
                  </a:lnTo>
                  <a:lnTo>
                    <a:pt x="9867" y="13958"/>
                  </a:lnTo>
                  <a:lnTo>
                    <a:pt x="9727" y="14019"/>
                  </a:lnTo>
                  <a:lnTo>
                    <a:pt x="9727" y="14019"/>
                  </a:lnTo>
                  <a:lnTo>
                    <a:pt x="9506" y="14039"/>
                  </a:lnTo>
                  <a:lnTo>
                    <a:pt x="9285" y="14059"/>
                  </a:lnTo>
                  <a:lnTo>
                    <a:pt x="9285" y="14059"/>
                  </a:lnTo>
                  <a:lnTo>
                    <a:pt x="9105" y="14059"/>
                  </a:lnTo>
                  <a:lnTo>
                    <a:pt x="8924" y="14039"/>
                  </a:lnTo>
                  <a:lnTo>
                    <a:pt x="8543" y="13958"/>
                  </a:lnTo>
                  <a:lnTo>
                    <a:pt x="8142" y="13838"/>
                  </a:lnTo>
                  <a:lnTo>
                    <a:pt x="7741" y="13678"/>
                  </a:lnTo>
                  <a:lnTo>
                    <a:pt x="7320" y="13457"/>
                  </a:lnTo>
                  <a:lnTo>
                    <a:pt x="6879" y="13216"/>
                  </a:lnTo>
                  <a:lnTo>
                    <a:pt x="6458" y="12936"/>
                  </a:lnTo>
                  <a:lnTo>
                    <a:pt x="6017" y="12635"/>
                  </a:lnTo>
                  <a:lnTo>
                    <a:pt x="5575" y="12294"/>
                  </a:lnTo>
                  <a:lnTo>
                    <a:pt x="5154" y="11913"/>
                  </a:lnTo>
                  <a:lnTo>
                    <a:pt x="4733" y="11532"/>
                  </a:lnTo>
                  <a:lnTo>
                    <a:pt x="4312" y="11131"/>
                  </a:lnTo>
                  <a:lnTo>
                    <a:pt x="3911" y="10689"/>
                  </a:lnTo>
                  <a:lnTo>
                    <a:pt x="3530" y="10248"/>
                  </a:lnTo>
                  <a:lnTo>
                    <a:pt x="3169" y="9807"/>
                  </a:lnTo>
                  <a:lnTo>
                    <a:pt x="2828" y="9346"/>
                  </a:lnTo>
                  <a:lnTo>
                    <a:pt x="2527" y="8865"/>
                  </a:lnTo>
                  <a:lnTo>
                    <a:pt x="2226" y="8403"/>
                  </a:lnTo>
                  <a:lnTo>
                    <a:pt x="1986" y="7942"/>
                  </a:lnTo>
                  <a:lnTo>
                    <a:pt x="1765" y="7461"/>
                  </a:lnTo>
                  <a:lnTo>
                    <a:pt x="1584" y="7019"/>
                  </a:lnTo>
                  <a:lnTo>
                    <a:pt x="1424" y="6558"/>
                  </a:lnTo>
                  <a:lnTo>
                    <a:pt x="1324" y="6117"/>
                  </a:lnTo>
                  <a:lnTo>
                    <a:pt x="1284" y="5696"/>
                  </a:lnTo>
                  <a:lnTo>
                    <a:pt x="1264" y="5495"/>
                  </a:lnTo>
                  <a:lnTo>
                    <a:pt x="1264" y="5295"/>
                  </a:lnTo>
                  <a:lnTo>
                    <a:pt x="1284" y="5094"/>
                  </a:lnTo>
                  <a:lnTo>
                    <a:pt x="1324" y="4914"/>
                  </a:lnTo>
                  <a:lnTo>
                    <a:pt x="1364" y="4733"/>
                  </a:lnTo>
                  <a:lnTo>
                    <a:pt x="1424" y="4553"/>
                  </a:lnTo>
                  <a:lnTo>
                    <a:pt x="1484" y="4372"/>
                  </a:lnTo>
                  <a:lnTo>
                    <a:pt x="1584" y="4212"/>
                  </a:lnTo>
                  <a:lnTo>
                    <a:pt x="1685" y="4051"/>
                  </a:lnTo>
                  <a:lnTo>
                    <a:pt x="1805" y="3911"/>
                  </a:lnTo>
                  <a:lnTo>
                    <a:pt x="1925" y="3771"/>
                  </a:lnTo>
                  <a:lnTo>
                    <a:pt x="2086" y="3630"/>
                  </a:lnTo>
                  <a:lnTo>
                    <a:pt x="2246" y="3510"/>
                  </a:lnTo>
                  <a:lnTo>
                    <a:pt x="2427" y="3410"/>
                  </a:lnTo>
                  <a:lnTo>
                    <a:pt x="2627" y="3289"/>
                  </a:lnTo>
                  <a:lnTo>
                    <a:pt x="2848" y="3209"/>
                  </a:lnTo>
                  <a:lnTo>
                    <a:pt x="2848" y="3209"/>
                  </a:lnTo>
                  <a:lnTo>
                    <a:pt x="3129" y="3109"/>
                  </a:lnTo>
                  <a:lnTo>
                    <a:pt x="3409" y="3049"/>
                  </a:lnTo>
                  <a:lnTo>
                    <a:pt x="3670" y="3009"/>
                  </a:lnTo>
                  <a:lnTo>
                    <a:pt x="3951" y="2989"/>
                  </a:lnTo>
                  <a:lnTo>
                    <a:pt x="3951" y="2989"/>
                  </a:lnTo>
                  <a:lnTo>
                    <a:pt x="4232" y="3009"/>
                  </a:lnTo>
                  <a:lnTo>
                    <a:pt x="4232" y="3009"/>
                  </a:lnTo>
                  <a:lnTo>
                    <a:pt x="4673" y="2708"/>
                  </a:lnTo>
                  <a:lnTo>
                    <a:pt x="5134" y="2467"/>
                  </a:lnTo>
                  <a:lnTo>
                    <a:pt x="5615" y="2247"/>
                  </a:lnTo>
                  <a:lnTo>
                    <a:pt x="6117" y="2066"/>
                  </a:lnTo>
                  <a:lnTo>
                    <a:pt x="6638" y="1926"/>
                  </a:lnTo>
                  <a:lnTo>
                    <a:pt x="7160" y="1805"/>
                  </a:lnTo>
                  <a:lnTo>
                    <a:pt x="7681" y="1725"/>
                  </a:lnTo>
                  <a:lnTo>
                    <a:pt x="8223" y="1685"/>
                  </a:lnTo>
                  <a:lnTo>
                    <a:pt x="8223" y="1685"/>
                  </a:lnTo>
                  <a:lnTo>
                    <a:pt x="7922" y="1504"/>
                  </a:lnTo>
                  <a:lnTo>
                    <a:pt x="7621" y="1324"/>
                  </a:lnTo>
                  <a:lnTo>
                    <a:pt x="7320" y="1184"/>
                  </a:lnTo>
                  <a:lnTo>
                    <a:pt x="7019" y="1043"/>
                  </a:lnTo>
                  <a:lnTo>
                    <a:pt x="6698" y="943"/>
                  </a:lnTo>
                  <a:lnTo>
                    <a:pt x="6378" y="843"/>
                  </a:lnTo>
                  <a:lnTo>
                    <a:pt x="6057" y="783"/>
                  </a:lnTo>
                  <a:lnTo>
                    <a:pt x="5716" y="742"/>
                  </a:lnTo>
                  <a:lnTo>
                    <a:pt x="5716" y="742"/>
                  </a:lnTo>
                  <a:lnTo>
                    <a:pt x="5696" y="722"/>
                  </a:lnTo>
                  <a:lnTo>
                    <a:pt x="5716" y="722"/>
                  </a:lnTo>
                  <a:lnTo>
                    <a:pt x="5716" y="722"/>
                  </a:lnTo>
                  <a:lnTo>
                    <a:pt x="5716" y="722"/>
                  </a:lnTo>
                  <a:lnTo>
                    <a:pt x="5716" y="722"/>
                  </a:lnTo>
                  <a:lnTo>
                    <a:pt x="6097" y="742"/>
                  </a:lnTo>
                  <a:lnTo>
                    <a:pt x="6458" y="803"/>
                  </a:lnTo>
                  <a:lnTo>
                    <a:pt x="6819" y="883"/>
                  </a:lnTo>
                  <a:lnTo>
                    <a:pt x="7180" y="983"/>
                  </a:lnTo>
                  <a:lnTo>
                    <a:pt x="7521" y="1123"/>
                  </a:lnTo>
                  <a:lnTo>
                    <a:pt x="7841" y="1264"/>
                  </a:lnTo>
                  <a:lnTo>
                    <a:pt x="8162" y="1444"/>
                  </a:lnTo>
                  <a:lnTo>
                    <a:pt x="8483" y="1645"/>
                  </a:lnTo>
                  <a:lnTo>
                    <a:pt x="8483" y="1645"/>
                  </a:lnTo>
                  <a:lnTo>
                    <a:pt x="8604" y="1484"/>
                  </a:lnTo>
                  <a:lnTo>
                    <a:pt x="8664" y="1404"/>
                  </a:lnTo>
                  <a:lnTo>
                    <a:pt x="8744" y="1364"/>
                  </a:lnTo>
                  <a:lnTo>
                    <a:pt x="8744" y="1364"/>
                  </a:lnTo>
                  <a:lnTo>
                    <a:pt x="8764" y="1344"/>
                  </a:lnTo>
                  <a:lnTo>
                    <a:pt x="8764" y="1344"/>
                  </a:lnTo>
                  <a:lnTo>
                    <a:pt x="8804" y="1344"/>
                  </a:lnTo>
                  <a:lnTo>
                    <a:pt x="8824" y="1364"/>
                  </a:lnTo>
                  <a:lnTo>
                    <a:pt x="8824" y="1404"/>
                  </a:lnTo>
                  <a:lnTo>
                    <a:pt x="8824" y="1424"/>
                  </a:lnTo>
                  <a:lnTo>
                    <a:pt x="8824" y="1424"/>
                  </a:lnTo>
                  <a:lnTo>
                    <a:pt x="8804" y="1504"/>
                  </a:lnTo>
                  <a:lnTo>
                    <a:pt x="8784" y="1565"/>
                  </a:lnTo>
                  <a:lnTo>
                    <a:pt x="8704" y="1665"/>
                  </a:lnTo>
                  <a:lnTo>
                    <a:pt x="8704" y="1665"/>
                  </a:lnTo>
                  <a:lnTo>
                    <a:pt x="8824" y="1665"/>
                  </a:lnTo>
                  <a:lnTo>
                    <a:pt x="8824" y="1665"/>
                  </a:lnTo>
                  <a:lnTo>
                    <a:pt x="9346" y="1685"/>
                  </a:lnTo>
                  <a:lnTo>
                    <a:pt x="9867" y="1725"/>
                  </a:lnTo>
                  <a:lnTo>
                    <a:pt x="10388" y="1785"/>
                  </a:lnTo>
                  <a:lnTo>
                    <a:pt x="10910" y="1865"/>
                  </a:lnTo>
                  <a:lnTo>
                    <a:pt x="10910" y="1865"/>
                  </a:lnTo>
                  <a:lnTo>
                    <a:pt x="11552" y="2006"/>
                  </a:lnTo>
                  <a:lnTo>
                    <a:pt x="11552" y="2006"/>
                  </a:lnTo>
                  <a:lnTo>
                    <a:pt x="11391" y="1625"/>
                  </a:lnTo>
                  <a:lnTo>
                    <a:pt x="11391" y="1625"/>
                  </a:lnTo>
                  <a:lnTo>
                    <a:pt x="11090" y="1605"/>
                  </a:lnTo>
                  <a:lnTo>
                    <a:pt x="10769" y="1525"/>
                  </a:lnTo>
                  <a:lnTo>
                    <a:pt x="10429" y="1404"/>
                  </a:lnTo>
                  <a:lnTo>
                    <a:pt x="10068" y="1224"/>
                  </a:lnTo>
                  <a:lnTo>
                    <a:pt x="10068" y="1224"/>
                  </a:lnTo>
                  <a:lnTo>
                    <a:pt x="9506" y="943"/>
                  </a:lnTo>
                  <a:lnTo>
                    <a:pt x="8944" y="682"/>
                  </a:lnTo>
                  <a:lnTo>
                    <a:pt x="8403" y="482"/>
                  </a:lnTo>
                  <a:lnTo>
                    <a:pt x="7841" y="301"/>
                  </a:lnTo>
                  <a:lnTo>
                    <a:pt x="7280" y="181"/>
                  </a:lnTo>
                  <a:lnTo>
                    <a:pt x="6738" y="81"/>
                  </a:lnTo>
                  <a:lnTo>
                    <a:pt x="6197" y="20"/>
                  </a:lnTo>
                  <a:lnTo>
                    <a:pt x="565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21"/>
            <p:cNvSpPr/>
            <p:nvPr/>
          </p:nvSpPr>
          <p:spPr>
            <a:xfrm>
              <a:off x="10747950" y="4450325"/>
              <a:ext cx="217625" cy="276775"/>
            </a:xfrm>
            <a:custGeom>
              <a:avLst/>
              <a:gdLst/>
              <a:ahLst/>
              <a:cxnLst/>
              <a:rect l="l" t="t" r="r" b="b"/>
              <a:pathLst>
                <a:path w="8705" h="11071" extrusionOk="0">
                  <a:moveTo>
                    <a:pt x="2688" y="1"/>
                  </a:moveTo>
                  <a:lnTo>
                    <a:pt x="2407" y="21"/>
                  </a:lnTo>
                  <a:lnTo>
                    <a:pt x="2146" y="61"/>
                  </a:lnTo>
                  <a:lnTo>
                    <a:pt x="1866" y="121"/>
                  </a:lnTo>
                  <a:lnTo>
                    <a:pt x="1585" y="221"/>
                  </a:lnTo>
                  <a:lnTo>
                    <a:pt x="1364" y="301"/>
                  </a:lnTo>
                  <a:lnTo>
                    <a:pt x="1164" y="422"/>
                  </a:lnTo>
                  <a:lnTo>
                    <a:pt x="983" y="522"/>
                  </a:lnTo>
                  <a:lnTo>
                    <a:pt x="823" y="642"/>
                  </a:lnTo>
                  <a:lnTo>
                    <a:pt x="662" y="783"/>
                  </a:lnTo>
                  <a:lnTo>
                    <a:pt x="542" y="923"/>
                  </a:lnTo>
                  <a:lnTo>
                    <a:pt x="422" y="1063"/>
                  </a:lnTo>
                  <a:lnTo>
                    <a:pt x="321" y="1224"/>
                  </a:lnTo>
                  <a:lnTo>
                    <a:pt x="221" y="1384"/>
                  </a:lnTo>
                  <a:lnTo>
                    <a:pt x="161" y="1565"/>
                  </a:lnTo>
                  <a:lnTo>
                    <a:pt x="101" y="1745"/>
                  </a:lnTo>
                  <a:lnTo>
                    <a:pt x="61" y="1926"/>
                  </a:lnTo>
                  <a:lnTo>
                    <a:pt x="21" y="2106"/>
                  </a:lnTo>
                  <a:lnTo>
                    <a:pt x="1" y="2307"/>
                  </a:lnTo>
                  <a:lnTo>
                    <a:pt x="1" y="2507"/>
                  </a:lnTo>
                  <a:lnTo>
                    <a:pt x="21" y="2708"/>
                  </a:lnTo>
                  <a:lnTo>
                    <a:pt x="61" y="3129"/>
                  </a:lnTo>
                  <a:lnTo>
                    <a:pt x="161" y="3570"/>
                  </a:lnTo>
                  <a:lnTo>
                    <a:pt x="321" y="4031"/>
                  </a:lnTo>
                  <a:lnTo>
                    <a:pt x="502" y="4473"/>
                  </a:lnTo>
                  <a:lnTo>
                    <a:pt x="723" y="4954"/>
                  </a:lnTo>
                  <a:lnTo>
                    <a:pt x="963" y="5415"/>
                  </a:lnTo>
                  <a:lnTo>
                    <a:pt x="1264" y="5877"/>
                  </a:lnTo>
                  <a:lnTo>
                    <a:pt x="1565" y="6358"/>
                  </a:lnTo>
                  <a:lnTo>
                    <a:pt x="1906" y="6819"/>
                  </a:lnTo>
                  <a:lnTo>
                    <a:pt x="2267" y="7260"/>
                  </a:lnTo>
                  <a:lnTo>
                    <a:pt x="2648" y="7701"/>
                  </a:lnTo>
                  <a:lnTo>
                    <a:pt x="3049" y="8143"/>
                  </a:lnTo>
                  <a:lnTo>
                    <a:pt x="3470" y="8544"/>
                  </a:lnTo>
                  <a:lnTo>
                    <a:pt x="3891" y="8925"/>
                  </a:lnTo>
                  <a:lnTo>
                    <a:pt x="4312" y="9306"/>
                  </a:lnTo>
                  <a:lnTo>
                    <a:pt x="4754" y="9647"/>
                  </a:lnTo>
                  <a:lnTo>
                    <a:pt x="5195" y="9948"/>
                  </a:lnTo>
                  <a:lnTo>
                    <a:pt x="5616" y="10228"/>
                  </a:lnTo>
                  <a:lnTo>
                    <a:pt x="6057" y="10469"/>
                  </a:lnTo>
                  <a:lnTo>
                    <a:pt x="6478" y="10690"/>
                  </a:lnTo>
                  <a:lnTo>
                    <a:pt x="6879" y="10850"/>
                  </a:lnTo>
                  <a:lnTo>
                    <a:pt x="7280" y="10970"/>
                  </a:lnTo>
                  <a:lnTo>
                    <a:pt x="7661" y="11051"/>
                  </a:lnTo>
                  <a:lnTo>
                    <a:pt x="7842" y="11071"/>
                  </a:lnTo>
                  <a:lnTo>
                    <a:pt x="8022" y="11071"/>
                  </a:lnTo>
                  <a:lnTo>
                    <a:pt x="8243" y="11051"/>
                  </a:lnTo>
                  <a:lnTo>
                    <a:pt x="8464" y="11031"/>
                  </a:lnTo>
                  <a:lnTo>
                    <a:pt x="8604" y="10970"/>
                  </a:lnTo>
                  <a:lnTo>
                    <a:pt x="8704" y="10870"/>
                  </a:lnTo>
                  <a:lnTo>
                    <a:pt x="8664" y="10870"/>
                  </a:lnTo>
                  <a:lnTo>
                    <a:pt x="8103" y="10690"/>
                  </a:lnTo>
                  <a:lnTo>
                    <a:pt x="7561" y="10489"/>
                  </a:lnTo>
                  <a:lnTo>
                    <a:pt x="7040" y="10248"/>
                  </a:lnTo>
                  <a:lnTo>
                    <a:pt x="6518" y="9988"/>
                  </a:lnTo>
                  <a:lnTo>
                    <a:pt x="6017" y="9687"/>
                  </a:lnTo>
                  <a:lnTo>
                    <a:pt x="5556" y="9366"/>
                  </a:lnTo>
                  <a:lnTo>
                    <a:pt x="5094" y="9005"/>
                  </a:lnTo>
                  <a:lnTo>
                    <a:pt x="4673" y="8624"/>
                  </a:lnTo>
                  <a:lnTo>
                    <a:pt x="4252" y="8223"/>
                  </a:lnTo>
                  <a:lnTo>
                    <a:pt x="3871" y="7802"/>
                  </a:lnTo>
                  <a:lnTo>
                    <a:pt x="3510" y="7340"/>
                  </a:lnTo>
                  <a:lnTo>
                    <a:pt x="3169" y="6879"/>
                  </a:lnTo>
                  <a:lnTo>
                    <a:pt x="2868" y="6378"/>
                  </a:lnTo>
                  <a:lnTo>
                    <a:pt x="2608" y="5877"/>
                  </a:lnTo>
                  <a:lnTo>
                    <a:pt x="2347" y="5335"/>
                  </a:lnTo>
                  <a:lnTo>
                    <a:pt x="2146" y="4794"/>
                  </a:lnTo>
                  <a:lnTo>
                    <a:pt x="2026" y="4473"/>
                  </a:lnTo>
                  <a:lnTo>
                    <a:pt x="1926" y="4152"/>
                  </a:lnTo>
                  <a:lnTo>
                    <a:pt x="1846" y="3831"/>
                  </a:lnTo>
                  <a:lnTo>
                    <a:pt x="1785" y="3490"/>
                  </a:lnTo>
                  <a:lnTo>
                    <a:pt x="1725" y="3169"/>
                  </a:lnTo>
                  <a:lnTo>
                    <a:pt x="1685" y="2848"/>
                  </a:lnTo>
                  <a:lnTo>
                    <a:pt x="1685" y="2527"/>
                  </a:lnTo>
                  <a:lnTo>
                    <a:pt x="1705" y="2227"/>
                  </a:lnTo>
                  <a:lnTo>
                    <a:pt x="1745" y="1906"/>
                  </a:lnTo>
                  <a:lnTo>
                    <a:pt x="1806" y="1605"/>
                  </a:lnTo>
                  <a:lnTo>
                    <a:pt x="1906" y="1324"/>
                  </a:lnTo>
                  <a:lnTo>
                    <a:pt x="2046" y="1043"/>
                  </a:lnTo>
                  <a:lnTo>
                    <a:pt x="2207" y="763"/>
                  </a:lnTo>
                  <a:lnTo>
                    <a:pt x="2427" y="502"/>
                  </a:lnTo>
                  <a:lnTo>
                    <a:pt x="2668" y="261"/>
                  </a:lnTo>
                  <a:lnTo>
                    <a:pt x="2949" y="21"/>
                  </a:lnTo>
                  <a:lnTo>
                    <a:pt x="2969" y="21"/>
                  </a:lnTo>
                  <a:lnTo>
                    <a:pt x="268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21"/>
            <p:cNvSpPr/>
            <p:nvPr/>
          </p:nvSpPr>
          <p:spPr>
            <a:xfrm>
              <a:off x="10747950" y="4450325"/>
              <a:ext cx="217625" cy="276775"/>
            </a:xfrm>
            <a:custGeom>
              <a:avLst/>
              <a:gdLst/>
              <a:ahLst/>
              <a:cxnLst/>
              <a:rect l="l" t="t" r="r" b="b"/>
              <a:pathLst>
                <a:path w="8705" h="11071" fill="none" extrusionOk="0">
                  <a:moveTo>
                    <a:pt x="2688" y="1"/>
                  </a:moveTo>
                  <a:lnTo>
                    <a:pt x="2688" y="1"/>
                  </a:lnTo>
                  <a:lnTo>
                    <a:pt x="2407" y="21"/>
                  </a:lnTo>
                  <a:lnTo>
                    <a:pt x="2146" y="61"/>
                  </a:lnTo>
                  <a:lnTo>
                    <a:pt x="1866" y="121"/>
                  </a:lnTo>
                  <a:lnTo>
                    <a:pt x="1585" y="221"/>
                  </a:lnTo>
                  <a:lnTo>
                    <a:pt x="1585" y="221"/>
                  </a:lnTo>
                  <a:lnTo>
                    <a:pt x="1364" y="301"/>
                  </a:lnTo>
                  <a:lnTo>
                    <a:pt x="1164" y="422"/>
                  </a:lnTo>
                  <a:lnTo>
                    <a:pt x="983" y="522"/>
                  </a:lnTo>
                  <a:lnTo>
                    <a:pt x="823" y="642"/>
                  </a:lnTo>
                  <a:lnTo>
                    <a:pt x="662" y="783"/>
                  </a:lnTo>
                  <a:lnTo>
                    <a:pt x="542" y="923"/>
                  </a:lnTo>
                  <a:lnTo>
                    <a:pt x="422" y="1063"/>
                  </a:lnTo>
                  <a:lnTo>
                    <a:pt x="321" y="1224"/>
                  </a:lnTo>
                  <a:lnTo>
                    <a:pt x="221" y="1384"/>
                  </a:lnTo>
                  <a:lnTo>
                    <a:pt x="161" y="1565"/>
                  </a:lnTo>
                  <a:lnTo>
                    <a:pt x="101" y="1745"/>
                  </a:lnTo>
                  <a:lnTo>
                    <a:pt x="61" y="1926"/>
                  </a:lnTo>
                  <a:lnTo>
                    <a:pt x="21" y="2106"/>
                  </a:lnTo>
                  <a:lnTo>
                    <a:pt x="1" y="2307"/>
                  </a:lnTo>
                  <a:lnTo>
                    <a:pt x="1" y="2507"/>
                  </a:lnTo>
                  <a:lnTo>
                    <a:pt x="21" y="2708"/>
                  </a:lnTo>
                  <a:lnTo>
                    <a:pt x="61" y="3129"/>
                  </a:lnTo>
                  <a:lnTo>
                    <a:pt x="161" y="3570"/>
                  </a:lnTo>
                  <a:lnTo>
                    <a:pt x="321" y="4031"/>
                  </a:lnTo>
                  <a:lnTo>
                    <a:pt x="502" y="4473"/>
                  </a:lnTo>
                  <a:lnTo>
                    <a:pt x="723" y="4954"/>
                  </a:lnTo>
                  <a:lnTo>
                    <a:pt x="963" y="5415"/>
                  </a:lnTo>
                  <a:lnTo>
                    <a:pt x="1264" y="5877"/>
                  </a:lnTo>
                  <a:lnTo>
                    <a:pt x="1565" y="6358"/>
                  </a:lnTo>
                  <a:lnTo>
                    <a:pt x="1906" y="6819"/>
                  </a:lnTo>
                  <a:lnTo>
                    <a:pt x="2267" y="7260"/>
                  </a:lnTo>
                  <a:lnTo>
                    <a:pt x="2648" y="7701"/>
                  </a:lnTo>
                  <a:lnTo>
                    <a:pt x="3049" y="8143"/>
                  </a:lnTo>
                  <a:lnTo>
                    <a:pt x="3470" y="8544"/>
                  </a:lnTo>
                  <a:lnTo>
                    <a:pt x="3891" y="8925"/>
                  </a:lnTo>
                  <a:lnTo>
                    <a:pt x="4312" y="9306"/>
                  </a:lnTo>
                  <a:lnTo>
                    <a:pt x="4754" y="9647"/>
                  </a:lnTo>
                  <a:lnTo>
                    <a:pt x="5195" y="9948"/>
                  </a:lnTo>
                  <a:lnTo>
                    <a:pt x="5616" y="10228"/>
                  </a:lnTo>
                  <a:lnTo>
                    <a:pt x="6057" y="10469"/>
                  </a:lnTo>
                  <a:lnTo>
                    <a:pt x="6478" y="10690"/>
                  </a:lnTo>
                  <a:lnTo>
                    <a:pt x="6879" y="10850"/>
                  </a:lnTo>
                  <a:lnTo>
                    <a:pt x="7280" y="10970"/>
                  </a:lnTo>
                  <a:lnTo>
                    <a:pt x="7661" y="11051"/>
                  </a:lnTo>
                  <a:lnTo>
                    <a:pt x="7842" y="11071"/>
                  </a:lnTo>
                  <a:lnTo>
                    <a:pt x="8022" y="11071"/>
                  </a:lnTo>
                  <a:lnTo>
                    <a:pt x="8022" y="11071"/>
                  </a:lnTo>
                  <a:lnTo>
                    <a:pt x="8243" y="11051"/>
                  </a:lnTo>
                  <a:lnTo>
                    <a:pt x="8464" y="11031"/>
                  </a:lnTo>
                  <a:lnTo>
                    <a:pt x="8464" y="11031"/>
                  </a:lnTo>
                  <a:lnTo>
                    <a:pt x="8604" y="10970"/>
                  </a:lnTo>
                  <a:lnTo>
                    <a:pt x="8704" y="10870"/>
                  </a:lnTo>
                  <a:lnTo>
                    <a:pt x="8704" y="10870"/>
                  </a:lnTo>
                  <a:lnTo>
                    <a:pt x="8664" y="10870"/>
                  </a:lnTo>
                  <a:lnTo>
                    <a:pt x="8664" y="10870"/>
                  </a:lnTo>
                  <a:lnTo>
                    <a:pt x="8103" y="10690"/>
                  </a:lnTo>
                  <a:lnTo>
                    <a:pt x="7561" y="10489"/>
                  </a:lnTo>
                  <a:lnTo>
                    <a:pt x="7040" y="10248"/>
                  </a:lnTo>
                  <a:lnTo>
                    <a:pt x="6518" y="9988"/>
                  </a:lnTo>
                  <a:lnTo>
                    <a:pt x="6017" y="9687"/>
                  </a:lnTo>
                  <a:lnTo>
                    <a:pt x="5556" y="9366"/>
                  </a:lnTo>
                  <a:lnTo>
                    <a:pt x="5094" y="9005"/>
                  </a:lnTo>
                  <a:lnTo>
                    <a:pt x="4673" y="8624"/>
                  </a:lnTo>
                  <a:lnTo>
                    <a:pt x="4252" y="8223"/>
                  </a:lnTo>
                  <a:lnTo>
                    <a:pt x="3871" y="7802"/>
                  </a:lnTo>
                  <a:lnTo>
                    <a:pt x="3510" y="7340"/>
                  </a:lnTo>
                  <a:lnTo>
                    <a:pt x="3169" y="6879"/>
                  </a:lnTo>
                  <a:lnTo>
                    <a:pt x="2868" y="6378"/>
                  </a:lnTo>
                  <a:lnTo>
                    <a:pt x="2608" y="5877"/>
                  </a:lnTo>
                  <a:lnTo>
                    <a:pt x="2347" y="5335"/>
                  </a:lnTo>
                  <a:lnTo>
                    <a:pt x="2146" y="4794"/>
                  </a:lnTo>
                  <a:lnTo>
                    <a:pt x="2146" y="4794"/>
                  </a:lnTo>
                  <a:lnTo>
                    <a:pt x="2026" y="4473"/>
                  </a:lnTo>
                  <a:lnTo>
                    <a:pt x="1926" y="4152"/>
                  </a:lnTo>
                  <a:lnTo>
                    <a:pt x="1846" y="3831"/>
                  </a:lnTo>
                  <a:lnTo>
                    <a:pt x="1785" y="3490"/>
                  </a:lnTo>
                  <a:lnTo>
                    <a:pt x="1725" y="3169"/>
                  </a:lnTo>
                  <a:lnTo>
                    <a:pt x="1685" y="2848"/>
                  </a:lnTo>
                  <a:lnTo>
                    <a:pt x="1685" y="2527"/>
                  </a:lnTo>
                  <a:lnTo>
                    <a:pt x="1705" y="2227"/>
                  </a:lnTo>
                  <a:lnTo>
                    <a:pt x="1745" y="1906"/>
                  </a:lnTo>
                  <a:lnTo>
                    <a:pt x="1806" y="1605"/>
                  </a:lnTo>
                  <a:lnTo>
                    <a:pt x="1906" y="1324"/>
                  </a:lnTo>
                  <a:lnTo>
                    <a:pt x="2046" y="1043"/>
                  </a:lnTo>
                  <a:lnTo>
                    <a:pt x="2207" y="763"/>
                  </a:lnTo>
                  <a:lnTo>
                    <a:pt x="2427" y="502"/>
                  </a:lnTo>
                  <a:lnTo>
                    <a:pt x="2668" y="261"/>
                  </a:lnTo>
                  <a:lnTo>
                    <a:pt x="2949" y="21"/>
                  </a:lnTo>
                  <a:lnTo>
                    <a:pt x="2949" y="21"/>
                  </a:lnTo>
                  <a:lnTo>
                    <a:pt x="2969" y="21"/>
                  </a:lnTo>
                  <a:lnTo>
                    <a:pt x="2969" y="21"/>
                  </a:lnTo>
                  <a:lnTo>
                    <a:pt x="268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21"/>
            <p:cNvSpPr/>
            <p:nvPr/>
          </p:nvSpPr>
          <p:spPr>
            <a:xfrm>
              <a:off x="10858750" y="4393675"/>
              <a:ext cx="190050" cy="353475"/>
            </a:xfrm>
            <a:custGeom>
              <a:avLst/>
              <a:gdLst/>
              <a:ahLst/>
              <a:cxnLst/>
              <a:rect l="l" t="t" r="r" b="b"/>
              <a:pathLst>
                <a:path w="7602" h="14139" extrusionOk="0">
                  <a:moveTo>
                    <a:pt x="1" y="0"/>
                  </a:moveTo>
                  <a:lnTo>
                    <a:pt x="21" y="20"/>
                  </a:lnTo>
                  <a:lnTo>
                    <a:pt x="362" y="61"/>
                  </a:lnTo>
                  <a:lnTo>
                    <a:pt x="683" y="121"/>
                  </a:lnTo>
                  <a:lnTo>
                    <a:pt x="1003" y="221"/>
                  </a:lnTo>
                  <a:lnTo>
                    <a:pt x="1324" y="321"/>
                  </a:lnTo>
                  <a:lnTo>
                    <a:pt x="1625" y="462"/>
                  </a:lnTo>
                  <a:lnTo>
                    <a:pt x="1926" y="602"/>
                  </a:lnTo>
                  <a:lnTo>
                    <a:pt x="2227" y="782"/>
                  </a:lnTo>
                  <a:lnTo>
                    <a:pt x="2528" y="963"/>
                  </a:lnTo>
                  <a:lnTo>
                    <a:pt x="2929" y="943"/>
                  </a:lnTo>
                  <a:lnTo>
                    <a:pt x="3009" y="943"/>
                  </a:lnTo>
                  <a:lnTo>
                    <a:pt x="3089" y="843"/>
                  </a:lnTo>
                  <a:lnTo>
                    <a:pt x="3109" y="782"/>
                  </a:lnTo>
                  <a:lnTo>
                    <a:pt x="3129" y="702"/>
                  </a:lnTo>
                  <a:lnTo>
                    <a:pt x="3129" y="682"/>
                  </a:lnTo>
                  <a:lnTo>
                    <a:pt x="3129" y="642"/>
                  </a:lnTo>
                  <a:lnTo>
                    <a:pt x="3109" y="622"/>
                  </a:lnTo>
                  <a:lnTo>
                    <a:pt x="3069" y="622"/>
                  </a:lnTo>
                  <a:lnTo>
                    <a:pt x="3049" y="642"/>
                  </a:lnTo>
                  <a:lnTo>
                    <a:pt x="2969" y="682"/>
                  </a:lnTo>
                  <a:lnTo>
                    <a:pt x="2909" y="762"/>
                  </a:lnTo>
                  <a:lnTo>
                    <a:pt x="2788" y="923"/>
                  </a:lnTo>
                  <a:lnTo>
                    <a:pt x="2467" y="722"/>
                  </a:lnTo>
                  <a:lnTo>
                    <a:pt x="2146" y="542"/>
                  </a:lnTo>
                  <a:lnTo>
                    <a:pt x="1826" y="401"/>
                  </a:lnTo>
                  <a:lnTo>
                    <a:pt x="1485" y="261"/>
                  </a:lnTo>
                  <a:lnTo>
                    <a:pt x="1124" y="161"/>
                  </a:lnTo>
                  <a:lnTo>
                    <a:pt x="763" y="81"/>
                  </a:lnTo>
                  <a:lnTo>
                    <a:pt x="402" y="20"/>
                  </a:lnTo>
                  <a:lnTo>
                    <a:pt x="21" y="0"/>
                  </a:lnTo>
                  <a:close/>
                  <a:moveTo>
                    <a:pt x="7601" y="13417"/>
                  </a:moveTo>
                  <a:lnTo>
                    <a:pt x="7361" y="13437"/>
                  </a:lnTo>
                  <a:lnTo>
                    <a:pt x="7280" y="14018"/>
                  </a:lnTo>
                  <a:lnTo>
                    <a:pt x="7300" y="14079"/>
                  </a:lnTo>
                  <a:lnTo>
                    <a:pt x="7321" y="14099"/>
                  </a:lnTo>
                  <a:lnTo>
                    <a:pt x="7341" y="14139"/>
                  </a:lnTo>
                  <a:lnTo>
                    <a:pt x="7381" y="14139"/>
                  </a:lnTo>
                  <a:lnTo>
                    <a:pt x="7441" y="14119"/>
                  </a:lnTo>
                  <a:lnTo>
                    <a:pt x="7461" y="14079"/>
                  </a:lnTo>
                  <a:lnTo>
                    <a:pt x="7541" y="13738"/>
                  </a:lnTo>
                  <a:lnTo>
                    <a:pt x="7601" y="13417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21"/>
            <p:cNvSpPr/>
            <p:nvPr/>
          </p:nvSpPr>
          <p:spPr>
            <a:xfrm>
              <a:off x="11040750" y="4729075"/>
              <a:ext cx="8050" cy="18075"/>
            </a:xfrm>
            <a:custGeom>
              <a:avLst/>
              <a:gdLst/>
              <a:ahLst/>
              <a:cxnLst/>
              <a:rect l="l" t="t" r="r" b="b"/>
              <a:pathLst>
                <a:path w="322" h="723" fill="none" extrusionOk="0">
                  <a:moveTo>
                    <a:pt x="321" y="1"/>
                  </a:moveTo>
                  <a:lnTo>
                    <a:pt x="321" y="1"/>
                  </a:lnTo>
                  <a:lnTo>
                    <a:pt x="81" y="21"/>
                  </a:lnTo>
                  <a:lnTo>
                    <a:pt x="81" y="21"/>
                  </a:lnTo>
                  <a:lnTo>
                    <a:pt x="0" y="602"/>
                  </a:lnTo>
                  <a:lnTo>
                    <a:pt x="0" y="602"/>
                  </a:lnTo>
                  <a:lnTo>
                    <a:pt x="20" y="66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01" y="723"/>
                  </a:lnTo>
                  <a:lnTo>
                    <a:pt x="101" y="723"/>
                  </a:lnTo>
                  <a:lnTo>
                    <a:pt x="161" y="703"/>
                  </a:lnTo>
                  <a:lnTo>
                    <a:pt x="181" y="663"/>
                  </a:lnTo>
                  <a:lnTo>
                    <a:pt x="181" y="663"/>
                  </a:lnTo>
                  <a:lnTo>
                    <a:pt x="261" y="322"/>
                  </a:lnTo>
                  <a:lnTo>
                    <a:pt x="3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21"/>
            <p:cNvSpPr/>
            <p:nvPr/>
          </p:nvSpPr>
          <p:spPr>
            <a:xfrm>
              <a:off x="11605275" y="4375625"/>
              <a:ext cx="540000" cy="391075"/>
            </a:xfrm>
            <a:custGeom>
              <a:avLst/>
              <a:gdLst/>
              <a:ahLst/>
              <a:cxnLst/>
              <a:rect l="l" t="t" r="r" b="b"/>
              <a:pathLst>
                <a:path w="21600" h="15643" extrusionOk="0">
                  <a:moveTo>
                    <a:pt x="15984" y="0"/>
                  </a:moveTo>
                  <a:lnTo>
                    <a:pt x="15563" y="20"/>
                  </a:lnTo>
                  <a:lnTo>
                    <a:pt x="15122" y="41"/>
                  </a:lnTo>
                  <a:lnTo>
                    <a:pt x="14681" y="101"/>
                  </a:lnTo>
                  <a:lnTo>
                    <a:pt x="14239" y="201"/>
                  </a:lnTo>
                  <a:lnTo>
                    <a:pt x="13798" y="301"/>
                  </a:lnTo>
                  <a:lnTo>
                    <a:pt x="13337" y="442"/>
                  </a:lnTo>
                  <a:lnTo>
                    <a:pt x="12896" y="602"/>
                  </a:lnTo>
                  <a:lnTo>
                    <a:pt x="12435" y="783"/>
                  </a:lnTo>
                  <a:lnTo>
                    <a:pt x="11993" y="983"/>
                  </a:lnTo>
                  <a:lnTo>
                    <a:pt x="11552" y="1224"/>
                  </a:lnTo>
                  <a:lnTo>
                    <a:pt x="11332" y="1344"/>
                  </a:lnTo>
                  <a:lnTo>
                    <a:pt x="11131" y="1424"/>
                  </a:lnTo>
                  <a:lnTo>
                    <a:pt x="10951" y="1504"/>
                  </a:lnTo>
                  <a:lnTo>
                    <a:pt x="10750" y="1565"/>
                  </a:lnTo>
                  <a:lnTo>
                    <a:pt x="10569" y="1585"/>
                  </a:lnTo>
                  <a:lnTo>
                    <a:pt x="10389" y="1625"/>
                  </a:lnTo>
                  <a:lnTo>
                    <a:pt x="10048" y="1625"/>
                  </a:lnTo>
                  <a:lnTo>
                    <a:pt x="9888" y="1605"/>
                  </a:lnTo>
                  <a:lnTo>
                    <a:pt x="9727" y="1585"/>
                  </a:lnTo>
                  <a:lnTo>
                    <a:pt x="9426" y="1484"/>
                  </a:lnTo>
                  <a:lnTo>
                    <a:pt x="9126" y="1364"/>
                  </a:lnTo>
                  <a:lnTo>
                    <a:pt x="8825" y="1224"/>
                  </a:lnTo>
                  <a:lnTo>
                    <a:pt x="8223" y="883"/>
                  </a:lnTo>
                  <a:lnTo>
                    <a:pt x="7922" y="702"/>
                  </a:lnTo>
                  <a:lnTo>
                    <a:pt x="7621" y="542"/>
                  </a:lnTo>
                  <a:lnTo>
                    <a:pt x="7281" y="381"/>
                  </a:lnTo>
                  <a:lnTo>
                    <a:pt x="6940" y="241"/>
                  </a:lnTo>
                  <a:lnTo>
                    <a:pt x="6579" y="141"/>
                  </a:lnTo>
                  <a:lnTo>
                    <a:pt x="6178" y="81"/>
                  </a:lnTo>
                  <a:lnTo>
                    <a:pt x="5977" y="61"/>
                  </a:lnTo>
                  <a:lnTo>
                    <a:pt x="5776" y="61"/>
                  </a:lnTo>
                  <a:lnTo>
                    <a:pt x="5556" y="101"/>
                  </a:lnTo>
                  <a:lnTo>
                    <a:pt x="5315" y="141"/>
                  </a:lnTo>
                  <a:lnTo>
                    <a:pt x="5095" y="181"/>
                  </a:lnTo>
                  <a:lnTo>
                    <a:pt x="4834" y="261"/>
                  </a:lnTo>
                  <a:lnTo>
                    <a:pt x="4593" y="341"/>
                  </a:lnTo>
                  <a:lnTo>
                    <a:pt x="4333" y="442"/>
                  </a:lnTo>
                  <a:lnTo>
                    <a:pt x="3811" y="702"/>
                  </a:lnTo>
                  <a:lnTo>
                    <a:pt x="3290" y="1003"/>
                  </a:lnTo>
                  <a:lnTo>
                    <a:pt x="3029" y="1184"/>
                  </a:lnTo>
                  <a:lnTo>
                    <a:pt x="2768" y="1364"/>
                  </a:lnTo>
                  <a:lnTo>
                    <a:pt x="2508" y="1565"/>
                  </a:lnTo>
                  <a:lnTo>
                    <a:pt x="2267" y="1765"/>
                  </a:lnTo>
                  <a:lnTo>
                    <a:pt x="2006" y="1986"/>
                  </a:lnTo>
                  <a:lnTo>
                    <a:pt x="1786" y="2226"/>
                  </a:lnTo>
                  <a:lnTo>
                    <a:pt x="1545" y="2467"/>
                  </a:lnTo>
                  <a:lnTo>
                    <a:pt x="1324" y="2728"/>
                  </a:lnTo>
                  <a:lnTo>
                    <a:pt x="1124" y="2989"/>
                  </a:lnTo>
                  <a:lnTo>
                    <a:pt x="923" y="3269"/>
                  </a:lnTo>
                  <a:lnTo>
                    <a:pt x="763" y="3550"/>
                  </a:lnTo>
                  <a:lnTo>
                    <a:pt x="582" y="3831"/>
                  </a:lnTo>
                  <a:lnTo>
                    <a:pt x="442" y="4132"/>
                  </a:lnTo>
                  <a:lnTo>
                    <a:pt x="322" y="4453"/>
                  </a:lnTo>
                  <a:lnTo>
                    <a:pt x="201" y="4753"/>
                  </a:lnTo>
                  <a:lnTo>
                    <a:pt x="121" y="5094"/>
                  </a:lnTo>
                  <a:lnTo>
                    <a:pt x="61" y="5415"/>
                  </a:lnTo>
                  <a:lnTo>
                    <a:pt x="21" y="5756"/>
                  </a:lnTo>
                  <a:lnTo>
                    <a:pt x="1" y="6097"/>
                  </a:lnTo>
                  <a:lnTo>
                    <a:pt x="1" y="6458"/>
                  </a:lnTo>
                  <a:lnTo>
                    <a:pt x="41" y="6819"/>
                  </a:lnTo>
                  <a:lnTo>
                    <a:pt x="101" y="7180"/>
                  </a:lnTo>
                  <a:lnTo>
                    <a:pt x="161" y="7441"/>
                  </a:lnTo>
                  <a:lnTo>
                    <a:pt x="282" y="7741"/>
                  </a:lnTo>
                  <a:lnTo>
                    <a:pt x="422" y="8042"/>
                  </a:lnTo>
                  <a:lnTo>
                    <a:pt x="582" y="8363"/>
                  </a:lnTo>
                  <a:lnTo>
                    <a:pt x="763" y="8684"/>
                  </a:lnTo>
                  <a:lnTo>
                    <a:pt x="983" y="9005"/>
                  </a:lnTo>
                  <a:lnTo>
                    <a:pt x="1224" y="9346"/>
                  </a:lnTo>
                  <a:lnTo>
                    <a:pt x="1505" y="9687"/>
                  </a:lnTo>
                  <a:lnTo>
                    <a:pt x="1786" y="10028"/>
                  </a:lnTo>
                  <a:lnTo>
                    <a:pt x="2086" y="10369"/>
                  </a:lnTo>
                  <a:lnTo>
                    <a:pt x="2407" y="10710"/>
                  </a:lnTo>
                  <a:lnTo>
                    <a:pt x="2748" y="11050"/>
                  </a:lnTo>
                  <a:lnTo>
                    <a:pt x="3109" y="11391"/>
                  </a:lnTo>
                  <a:lnTo>
                    <a:pt x="3490" y="11732"/>
                  </a:lnTo>
                  <a:lnTo>
                    <a:pt x="4252" y="12394"/>
                  </a:lnTo>
                  <a:lnTo>
                    <a:pt x="4673" y="12715"/>
                  </a:lnTo>
                  <a:lnTo>
                    <a:pt x="5075" y="13016"/>
                  </a:lnTo>
                  <a:lnTo>
                    <a:pt x="5496" y="13317"/>
                  </a:lnTo>
                  <a:lnTo>
                    <a:pt x="5917" y="13617"/>
                  </a:lnTo>
                  <a:lnTo>
                    <a:pt x="6338" y="13878"/>
                  </a:lnTo>
                  <a:lnTo>
                    <a:pt x="6779" y="14139"/>
                  </a:lnTo>
                  <a:lnTo>
                    <a:pt x="7200" y="14380"/>
                  </a:lnTo>
                  <a:lnTo>
                    <a:pt x="7621" y="14620"/>
                  </a:lnTo>
                  <a:lnTo>
                    <a:pt x="8063" y="14821"/>
                  </a:lnTo>
                  <a:lnTo>
                    <a:pt x="8484" y="15001"/>
                  </a:lnTo>
                  <a:lnTo>
                    <a:pt x="8885" y="15182"/>
                  </a:lnTo>
                  <a:lnTo>
                    <a:pt x="9306" y="15322"/>
                  </a:lnTo>
                  <a:lnTo>
                    <a:pt x="9707" y="15442"/>
                  </a:lnTo>
                  <a:lnTo>
                    <a:pt x="10088" y="15523"/>
                  </a:lnTo>
                  <a:lnTo>
                    <a:pt x="10469" y="15603"/>
                  </a:lnTo>
                  <a:lnTo>
                    <a:pt x="10830" y="15643"/>
                  </a:lnTo>
                  <a:lnTo>
                    <a:pt x="11191" y="15643"/>
                  </a:lnTo>
                  <a:lnTo>
                    <a:pt x="11592" y="15603"/>
                  </a:lnTo>
                  <a:lnTo>
                    <a:pt x="11993" y="15543"/>
                  </a:lnTo>
                  <a:lnTo>
                    <a:pt x="12394" y="15462"/>
                  </a:lnTo>
                  <a:lnTo>
                    <a:pt x="12816" y="15342"/>
                  </a:lnTo>
                  <a:lnTo>
                    <a:pt x="13257" y="15202"/>
                  </a:lnTo>
                  <a:lnTo>
                    <a:pt x="13698" y="15021"/>
                  </a:lnTo>
                  <a:lnTo>
                    <a:pt x="14139" y="14821"/>
                  </a:lnTo>
                  <a:lnTo>
                    <a:pt x="14580" y="14600"/>
                  </a:lnTo>
                  <a:lnTo>
                    <a:pt x="15042" y="14339"/>
                  </a:lnTo>
                  <a:lnTo>
                    <a:pt x="15483" y="14079"/>
                  </a:lnTo>
                  <a:lnTo>
                    <a:pt x="15944" y="13778"/>
                  </a:lnTo>
                  <a:lnTo>
                    <a:pt x="16385" y="13477"/>
                  </a:lnTo>
                  <a:lnTo>
                    <a:pt x="16826" y="13136"/>
                  </a:lnTo>
                  <a:lnTo>
                    <a:pt x="17248" y="12795"/>
                  </a:lnTo>
                  <a:lnTo>
                    <a:pt x="17669" y="12414"/>
                  </a:lnTo>
                  <a:lnTo>
                    <a:pt x="18090" y="12033"/>
                  </a:lnTo>
                  <a:lnTo>
                    <a:pt x="18471" y="11652"/>
                  </a:lnTo>
                  <a:lnTo>
                    <a:pt x="18852" y="11251"/>
                  </a:lnTo>
                  <a:lnTo>
                    <a:pt x="19233" y="10830"/>
                  </a:lnTo>
                  <a:lnTo>
                    <a:pt x="19574" y="10409"/>
                  </a:lnTo>
                  <a:lnTo>
                    <a:pt x="19895" y="9968"/>
                  </a:lnTo>
                  <a:lnTo>
                    <a:pt x="20196" y="9526"/>
                  </a:lnTo>
                  <a:lnTo>
                    <a:pt x="20476" y="9065"/>
                  </a:lnTo>
                  <a:lnTo>
                    <a:pt x="20737" y="8604"/>
                  </a:lnTo>
                  <a:lnTo>
                    <a:pt x="20958" y="8143"/>
                  </a:lnTo>
                  <a:lnTo>
                    <a:pt x="21138" y="7681"/>
                  </a:lnTo>
                  <a:lnTo>
                    <a:pt x="21319" y="7220"/>
                  </a:lnTo>
                  <a:lnTo>
                    <a:pt x="21439" y="6739"/>
                  </a:lnTo>
                  <a:lnTo>
                    <a:pt x="21539" y="6277"/>
                  </a:lnTo>
                  <a:lnTo>
                    <a:pt x="21599" y="5816"/>
                  </a:lnTo>
                  <a:lnTo>
                    <a:pt x="21599" y="5355"/>
                  </a:lnTo>
                  <a:lnTo>
                    <a:pt x="21599" y="4894"/>
                  </a:lnTo>
                  <a:lnTo>
                    <a:pt x="21539" y="4453"/>
                  </a:lnTo>
                  <a:lnTo>
                    <a:pt x="21459" y="4051"/>
                  </a:lnTo>
                  <a:lnTo>
                    <a:pt x="21359" y="3650"/>
                  </a:lnTo>
                  <a:lnTo>
                    <a:pt x="21238" y="3269"/>
                  </a:lnTo>
                  <a:lnTo>
                    <a:pt x="21078" y="2908"/>
                  </a:lnTo>
                  <a:lnTo>
                    <a:pt x="20898" y="2567"/>
                  </a:lnTo>
                  <a:lnTo>
                    <a:pt x="20697" y="2247"/>
                  </a:lnTo>
                  <a:lnTo>
                    <a:pt x="20456" y="1946"/>
                  </a:lnTo>
                  <a:lnTo>
                    <a:pt x="20216" y="1665"/>
                  </a:lnTo>
                  <a:lnTo>
                    <a:pt x="19955" y="1404"/>
                  </a:lnTo>
                  <a:lnTo>
                    <a:pt x="19674" y="1164"/>
                  </a:lnTo>
                  <a:lnTo>
                    <a:pt x="19353" y="963"/>
                  </a:lnTo>
                  <a:lnTo>
                    <a:pt x="19032" y="762"/>
                  </a:lnTo>
                  <a:lnTo>
                    <a:pt x="18692" y="582"/>
                  </a:lnTo>
                  <a:lnTo>
                    <a:pt x="18351" y="442"/>
                  </a:lnTo>
                  <a:lnTo>
                    <a:pt x="17990" y="301"/>
                  </a:lnTo>
                  <a:lnTo>
                    <a:pt x="17609" y="201"/>
                  </a:lnTo>
                  <a:lnTo>
                    <a:pt x="17208" y="121"/>
                  </a:lnTo>
                  <a:lnTo>
                    <a:pt x="16806" y="61"/>
                  </a:lnTo>
                  <a:lnTo>
                    <a:pt x="16405" y="20"/>
                  </a:lnTo>
                  <a:lnTo>
                    <a:pt x="159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21"/>
            <p:cNvSpPr/>
            <p:nvPr/>
          </p:nvSpPr>
          <p:spPr>
            <a:xfrm>
              <a:off x="11605275" y="4375625"/>
              <a:ext cx="540000" cy="391075"/>
            </a:xfrm>
            <a:custGeom>
              <a:avLst/>
              <a:gdLst/>
              <a:ahLst/>
              <a:cxnLst/>
              <a:rect l="l" t="t" r="r" b="b"/>
              <a:pathLst>
                <a:path w="21600" h="15643" fill="none" extrusionOk="0">
                  <a:moveTo>
                    <a:pt x="21599" y="5355"/>
                  </a:moveTo>
                  <a:lnTo>
                    <a:pt x="21599" y="5355"/>
                  </a:lnTo>
                  <a:lnTo>
                    <a:pt x="21599" y="5816"/>
                  </a:lnTo>
                  <a:lnTo>
                    <a:pt x="21539" y="6277"/>
                  </a:lnTo>
                  <a:lnTo>
                    <a:pt x="21439" y="6739"/>
                  </a:lnTo>
                  <a:lnTo>
                    <a:pt x="21319" y="7220"/>
                  </a:lnTo>
                  <a:lnTo>
                    <a:pt x="21138" y="7681"/>
                  </a:lnTo>
                  <a:lnTo>
                    <a:pt x="20958" y="8143"/>
                  </a:lnTo>
                  <a:lnTo>
                    <a:pt x="20737" y="8604"/>
                  </a:lnTo>
                  <a:lnTo>
                    <a:pt x="20476" y="9065"/>
                  </a:lnTo>
                  <a:lnTo>
                    <a:pt x="20196" y="9526"/>
                  </a:lnTo>
                  <a:lnTo>
                    <a:pt x="19895" y="9968"/>
                  </a:lnTo>
                  <a:lnTo>
                    <a:pt x="19574" y="10409"/>
                  </a:lnTo>
                  <a:lnTo>
                    <a:pt x="19233" y="10830"/>
                  </a:lnTo>
                  <a:lnTo>
                    <a:pt x="18852" y="11251"/>
                  </a:lnTo>
                  <a:lnTo>
                    <a:pt x="18471" y="11652"/>
                  </a:lnTo>
                  <a:lnTo>
                    <a:pt x="18090" y="12033"/>
                  </a:lnTo>
                  <a:lnTo>
                    <a:pt x="17669" y="12414"/>
                  </a:lnTo>
                  <a:lnTo>
                    <a:pt x="17669" y="12414"/>
                  </a:lnTo>
                  <a:lnTo>
                    <a:pt x="17248" y="12795"/>
                  </a:lnTo>
                  <a:lnTo>
                    <a:pt x="16826" y="13136"/>
                  </a:lnTo>
                  <a:lnTo>
                    <a:pt x="16385" y="13477"/>
                  </a:lnTo>
                  <a:lnTo>
                    <a:pt x="15944" y="13778"/>
                  </a:lnTo>
                  <a:lnTo>
                    <a:pt x="15483" y="14079"/>
                  </a:lnTo>
                  <a:lnTo>
                    <a:pt x="15042" y="14339"/>
                  </a:lnTo>
                  <a:lnTo>
                    <a:pt x="14580" y="14600"/>
                  </a:lnTo>
                  <a:lnTo>
                    <a:pt x="14139" y="14821"/>
                  </a:lnTo>
                  <a:lnTo>
                    <a:pt x="13698" y="15021"/>
                  </a:lnTo>
                  <a:lnTo>
                    <a:pt x="13257" y="15202"/>
                  </a:lnTo>
                  <a:lnTo>
                    <a:pt x="12816" y="15342"/>
                  </a:lnTo>
                  <a:lnTo>
                    <a:pt x="12394" y="15462"/>
                  </a:lnTo>
                  <a:lnTo>
                    <a:pt x="11993" y="15543"/>
                  </a:lnTo>
                  <a:lnTo>
                    <a:pt x="11592" y="15603"/>
                  </a:lnTo>
                  <a:lnTo>
                    <a:pt x="11191" y="15643"/>
                  </a:lnTo>
                  <a:lnTo>
                    <a:pt x="10830" y="15643"/>
                  </a:lnTo>
                  <a:lnTo>
                    <a:pt x="10830" y="15643"/>
                  </a:lnTo>
                  <a:lnTo>
                    <a:pt x="10469" y="15603"/>
                  </a:lnTo>
                  <a:lnTo>
                    <a:pt x="10088" y="15523"/>
                  </a:lnTo>
                  <a:lnTo>
                    <a:pt x="9707" y="15442"/>
                  </a:lnTo>
                  <a:lnTo>
                    <a:pt x="9306" y="15322"/>
                  </a:lnTo>
                  <a:lnTo>
                    <a:pt x="8885" y="15182"/>
                  </a:lnTo>
                  <a:lnTo>
                    <a:pt x="8484" y="15001"/>
                  </a:lnTo>
                  <a:lnTo>
                    <a:pt x="8063" y="14821"/>
                  </a:lnTo>
                  <a:lnTo>
                    <a:pt x="7621" y="14620"/>
                  </a:lnTo>
                  <a:lnTo>
                    <a:pt x="7200" y="14380"/>
                  </a:lnTo>
                  <a:lnTo>
                    <a:pt x="6779" y="14139"/>
                  </a:lnTo>
                  <a:lnTo>
                    <a:pt x="6338" y="13878"/>
                  </a:lnTo>
                  <a:lnTo>
                    <a:pt x="5917" y="13617"/>
                  </a:lnTo>
                  <a:lnTo>
                    <a:pt x="5496" y="13317"/>
                  </a:lnTo>
                  <a:lnTo>
                    <a:pt x="5075" y="13016"/>
                  </a:lnTo>
                  <a:lnTo>
                    <a:pt x="4673" y="12715"/>
                  </a:lnTo>
                  <a:lnTo>
                    <a:pt x="4252" y="12394"/>
                  </a:lnTo>
                  <a:lnTo>
                    <a:pt x="3490" y="11732"/>
                  </a:lnTo>
                  <a:lnTo>
                    <a:pt x="3109" y="11391"/>
                  </a:lnTo>
                  <a:lnTo>
                    <a:pt x="2748" y="11050"/>
                  </a:lnTo>
                  <a:lnTo>
                    <a:pt x="2407" y="10710"/>
                  </a:lnTo>
                  <a:lnTo>
                    <a:pt x="2086" y="10369"/>
                  </a:lnTo>
                  <a:lnTo>
                    <a:pt x="1786" y="10028"/>
                  </a:lnTo>
                  <a:lnTo>
                    <a:pt x="1505" y="9687"/>
                  </a:lnTo>
                  <a:lnTo>
                    <a:pt x="1224" y="9346"/>
                  </a:lnTo>
                  <a:lnTo>
                    <a:pt x="983" y="9005"/>
                  </a:lnTo>
                  <a:lnTo>
                    <a:pt x="763" y="8684"/>
                  </a:lnTo>
                  <a:lnTo>
                    <a:pt x="582" y="8363"/>
                  </a:lnTo>
                  <a:lnTo>
                    <a:pt x="422" y="8042"/>
                  </a:lnTo>
                  <a:lnTo>
                    <a:pt x="282" y="7741"/>
                  </a:lnTo>
                  <a:lnTo>
                    <a:pt x="161" y="7441"/>
                  </a:lnTo>
                  <a:lnTo>
                    <a:pt x="101" y="7180"/>
                  </a:lnTo>
                  <a:lnTo>
                    <a:pt x="101" y="7180"/>
                  </a:lnTo>
                  <a:lnTo>
                    <a:pt x="41" y="6819"/>
                  </a:lnTo>
                  <a:lnTo>
                    <a:pt x="1" y="6458"/>
                  </a:lnTo>
                  <a:lnTo>
                    <a:pt x="1" y="6097"/>
                  </a:lnTo>
                  <a:lnTo>
                    <a:pt x="21" y="5756"/>
                  </a:lnTo>
                  <a:lnTo>
                    <a:pt x="61" y="5415"/>
                  </a:lnTo>
                  <a:lnTo>
                    <a:pt x="121" y="5094"/>
                  </a:lnTo>
                  <a:lnTo>
                    <a:pt x="201" y="4753"/>
                  </a:lnTo>
                  <a:lnTo>
                    <a:pt x="322" y="4453"/>
                  </a:lnTo>
                  <a:lnTo>
                    <a:pt x="442" y="4132"/>
                  </a:lnTo>
                  <a:lnTo>
                    <a:pt x="582" y="3831"/>
                  </a:lnTo>
                  <a:lnTo>
                    <a:pt x="763" y="3550"/>
                  </a:lnTo>
                  <a:lnTo>
                    <a:pt x="923" y="3269"/>
                  </a:lnTo>
                  <a:lnTo>
                    <a:pt x="1124" y="2989"/>
                  </a:lnTo>
                  <a:lnTo>
                    <a:pt x="1324" y="2728"/>
                  </a:lnTo>
                  <a:lnTo>
                    <a:pt x="1545" y="2467"/>
                  </a:lnTo>
                  <a:lnTo>
                    <a:pt x="1786" y="2226"/>
                  </a:lnTo>
                  <a:lnTo>
                    <a:pt x="2006" y="1986"/>
                  </a:lnTo>
                  <a:lnTo>
                    <a:pt x="2267" y="1765"/>
                  </a:lnTo>
                  <a:lnTo>
                    <a:pt x="2508" y="1565"/>
                  </a:lnTo>
                  <a:lnTo>
                    <a:pt x="2768" y="1364"/>
                  </a:lnTo>
                  <a:lnTo>
                    <a:pt x="3029" y="1184"/>
                  </a:lnTo>
                  <a:lnTo>
                    <a:pt x="3290" y="1003"/>
                  </a:lnTo>
                  <a:lnTo>
                    <a:pt x="3811" y="702"/>
                  </a:lnTo>
                  <a:lnTo>
                    <a:pt x="4333" y="442"/>
                  </a:lnTo>
                  <a:lnTo>
                    <a:pt x="4593" y="341"/>
                  </a:lnTo>
                  <a:lnTo>
                    <a:pt x="4834" y="261"/>
                  </a:lnTo>
                  <a:lnTo>
                    <a:pt x="5095" y="181"/>
                  </a:lnTo>
                  <a:lnTo>
                    <a:pt x="5315" y="141"/>
                  </a:lnTo>
                  <a:lnTo>
                    <a:pt x="5556" y="101"/>
                  </a:lnTo>
                  <a:lnTo>
                    <a:pt x="5776" y="61"/>
                  </a:lnTo>
                  <a:lnTo>
                    <a:pt x="5776" y="61"/>
                  </a:lnTo>
                  <a:lnTo>
                    <a:pt x="5977" y="61"/>
                  </a:lnTo>
                  <a:lnTo>
                    <a:pt x="6178" y="81"/>
                  </a:lnTo>
                  <a:lnTo>
                    <a:pt x="6178" y="81"/>
                  </a:lnTo>
                  <a:lnTo>
                    <a:pt x="6579" y="141"/>
                  </a:lnTo>
                  <a:lnTo>
                    <a:pt x="6940" y="241"/>
                  </a:lnTo>
                  <a:lnTo>
                    <a:pt x="7281" y="381"/>
                  </a:lnTo>
                  <a:lnTo>
                    <a:pt x="7621" y="542"/>
                  </a:lnTo>
                  <a:lnTo>
                    <a:pt x="7922" y="702"/>
                  </a:lnTo>
                  <a:lnTo>
                    <a:pt x="8223" y="883"/>
                  </a:lnTo>
                  <a:lnTo>
                    <a:pt x="8825" y="1224"/>
                  </a:lnTo>
                  <a:lnTo>
                    <a:pt x="9126" y="1364"/>
                  </a:lnTo>
                  <a:lnTo>
                    <a:pt x="9426" y="1484"/>
                  </a:lnTo>
                  <a:lnTo>
                    <a:pt x="9727" y="1585"/>
                  </a:lnTo>
                  <a:lnTo>
                    <a:pt x="9888" y="1605"/>
                  </a:lnTo>
                  <a:lnTo>
                    <a:pt x="10048" y="1625"/>
                  </a:lnTo>
                  <a:lnTo>
                    <a:pt x="10229" y="1625"/>
                  </a:lnTo>
                  <a:lnTo>
                    <a:pt x="10389" y="1625"/>
                  </a:lnTo>
                  <a:lnTo>
                    <a:pt x="10569" y="1585"/>
                  </a:lnTo>
                  <a:lnTo>
                    <a:pt x="10750" y="1565"/>
                  </a:lnTo>
                  <a:lnTo>
                    <a:pt x="10951" y="1504"/>
                  </a:lnTo>
                  <a:lnTo>
                    <a:pt x="11131" y="1424"/>
                  </a:lnTo>
                  <a:lnTo>
                    <a:pt x="11332" y="1344"/>
                  </a:lnTo>
                  <a:lnTo>
                    <a:pt x="11552" y="1224"/>
                  </a:lnTo>
                  <a:lnTo>
                    <a:pt x="11552" y="1224"/>
                  </a:lnTo>
                  <a:lnTo>
                    <a:pt x="11993" y="983"/>
                  </a:lnTo>
                  <a:lnTo>
                    <a:pt x="12435" y="783"/>
                  </a:lnTo>
                  <a:lnTo>
                    <a:pt x="12896" y="602"/>
                  </a:lnTo>
                  <a:lnTo>
                    <a:pt x="13337" y="442"/>
                  </a:lnTo>
                  <a:lnTo>
                    <a:pt x="13798" y="301"/>
                  </a:lnTo>
                  <a:lnTo>
                    <a:pt x="14239" y="201"/>
                  </a:lnTo>
                  <a:lnTo>
                    <a:pt x="14681" y="101"/>
                  </a:lnTo>
                  <a:lnTo>
                    <a:pt x="15122" y="41"/>
                  </a:lnTo>
                  <a:lnTo>
                    <a:pt x="15563" y="20"/>
                  </a:lnTo>
                  <a:lnTo>
                    <a:pt x="15984" y="0"/>
                  </a:lnTo>
                  <a:lnTo>
                    <a:pt x="16405" y="20"/>
                  </a:lnTo>
                  <a:lnTo>
                    <a:pt x="16806" y="61"/>
                  </a:lnTo>
                  <a:lnTo>
                    <a:pt x="17208" y="121"/>
                  </a:lnTo>
                  <a:lnTo>
                    <a:pt x="17609" y="201"/>
                  </a:lnTo>
                  <a:lnTo>
                    <a:pt x="17990" y="301"/>
                  </a:lnTo>
                  <a:lnTo>
                    <a:pt x="18351" y="442"/>
                  </a:lnTo>
                  <a:lnTo>
                    <a:pt x="18692" y="582"/>
                  </a:lnTo>
                  <a:lnTo>
                    <a:pt x="19032" y="762"/>
                  </a:lnTo>
                  <a:lnTo>
                    <a:pt x="19353" y="963"/>
                  </a:lnTo>
                  <a:lnTo>
                    <a:pt x="19674" y="1164"/>
                  </a:lnTo>
                  <a:lnTo>
                    <a:pt x="19955" y="1404"/>
                  </a:lnTo>
                  <a:lnTo>
                    <a:pt x="20216" y="1665"/>
                  </a:lnTo>
                  <a:lnTo>
                    <a:pt x="20456" y="1946"/>
                  </a:lnTo>
                  <a:lnTo>
                    <a:pt x="20697" y="2247"/>
                  </a:lnTo>
                  <a:lnTo>
                    <a:pt x="20898" y="2567"/>
                  </a:lnTo>
                  <a:lnTo>
                    <a:pt x="21078" y="2908"/>
                  </a:lnTo>
                  <a:lnTo>
                    <a:pt x="21238" y="3269"/>
                  </a:lnTo>
                  <a:lnTo>
                    <a:pt x="21359" y="3650"/>
                  </a:lnTo>
                  <a:lnTo>
                    <a:pt x="21459" y="4051"/>
                  </a:lnTo>
                  <a:lnTo>
                    <a:pt x="21539" y="4453"/>
                  </a:lnTo>
                  <a:lnTo>
                    <a:pt x="21599" y="4894"/>
                  </a:lnTo>
                  <a:lnTo>
                    <a:pt x="21599" y="535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21"/>
            <p:cNvSpPr/>
            <p:nvPr/>
          </p:nvSpPr>
          <p:spPr>
            <a:xfrm>
              <a:off x="11890050" y="4450325"/>
              <a:ext cx="224150" cy="276775"/>
            </a:xfrm>
            <a:custGeom>
              <a:avLst/>
              <a:gdLst/>
              <a:ahLst/>
              <a:cxnLst/>
              <a:rect l="l" t="t" r="r" b="b"/>
              <a:pathLst>
                <a:path w="8966" h="11071" extrusionOk="0">
                  <a:moveTo>
                    <a:pt x="6218" y="1"/>
                  </a:moveTo>
                  <a:lnTo>
                    <a:pt x="5977" y="21"/>
                  </a:lnTo>
                  <a:lnTo>
                    <a:pt x="5756" y="41"/>
                  </a:lnTo>
                  <a:lnTo>
                    <a:pt x="5536" y="101"/>
                  </a:lnTo>
                  <a:lnTo>
                    <a:pt x="5335" y="161"/>
                  </a:lnTo>
                  <a:lnTo>
                    <a:pt x="5115" y="241"/>
                  </a:lnTo>
                  <a:lnTo>
                    <a:pt x="4894" y="341"/>
                  </a:lnTo>
                  <a:lnTo>
                    <a:pt x="4693" y="442"/>
                  </a:lnTo>
                  <a:lnTo>
                    <a:pt x="4493" y="562"/>
                  </a:lnTo>
                  <a:lnTo>
                    <a:pt x="4292" y="702"/>
                  </a:lnTo>
                  <a:lnTo>
                    <a:pt x="3891" y="1003"/>
                  </a:lnTo>
                  <a:lnTo>
                    <a:pt x="3530" y="1364"/>
                  </a:lnTo>
                  <a:lnTo>
                    <a:pt x="3169" y="1765"/>
                  </a:lnTo>
                  <a:lnTo>
                    <a:pt x="2808" y="2186"/>
                  </a:lnTo>
                  <a:lnTo>
                    <a:pt x="2487" y="2648"/>
                  </a:lnTo>
                  <a:lnTo>
                    <a:pt x="2167" y="3149"/>
                  </a:lnTo>
                  <a:lnTo>
                    <a:pt x="1866" y="3650"/>
                  </a:lnTo>
                  <a:lnTo>
                    <a:pt x="1605" y="4192"/>
                  </a:lnTo>
                  <a:lnTo>
                    <a:pt x="1344" y="4713"/>
                  </a:lnTo>
                  <a:lnTo>
                    <a:pt x="1104" y="5275"/>
                  </a:lnTo>
                  <a:lnTo>
                    <a:pt x="883" y="5816"/>
                  </a:lnTo>
                  <a:lnTo>
                    <a:pt x="703" y="6358"/>
                  </a:lnTo>
                  <a:lnTo>
                    <a:pt x="522" y="6899"/>
                  </a:lnTo>
                  <a:lnTo>
                    <a:pt x="382" y="7421"/>
                  </a:lnTo>
                  <a:lnTo>
                    <a:pt x="241" y="7942"/>
                  </a:lnTo>
                  <a:lnTo>
                    <a:pt x="161" y="8423"/>
                  </a:lnTo>
                  <a:lnTo>
                    <a:pt x="81" y="8885"/>
                  </a:lnTo>
                  <a:lnTo>
                    <a:pt x="21" y="9306"/>
                  </a:lnTo>
                  <a:lnTo>
                    <a:pt x="1" y="9707"/>
                  </a:lnTo>
                  <a:lnTo>
                    <a:pt x="21" y="10048"/>
                  </a:lnTo>
                  <a:lnTo>
                    <a:pt x="41" y="10349"/>
                  </a:lnTo>
                  <a:lnTo>
                    <a:pt x="121" y="10609"/>
                  </a:lnTo>
                  <a:lnTo>
                    <a:pt x="161" y="10710"/>
                  </a:lnTo>
                  <a:lnTo>
                    <a:pt x="201" y="10810"/>
                  </a:lnTo>
                  <a:lnTo>
                    <a:pt x="261" y="10890"/>
                  </a:lnTo>
                  <a:lnTo>
                    <a:pt x="342" y="10950"/>
                  </a:lnTo>
                  <a:lnTo>
                    <a:pt x="402" y="10990"/>
                  </a:lnTo>
                  <a:lnTo>
                    <a:pt x="482" y="11031"/>
                  </a:lnTo>
                  <a:lnTo>
                    <a:pt x="663" y="11051"/>
                  </a:lnTo>
                  <a:lnTo>
                    <a:pt x="843" y="11071"/>
                  </a:lnTo>
                  <a:lnTo>
                    <a:pt x="1024" y="11071"/>
                  </a:lnTo>
                  <a:lnTo>
                    <a:pt x="1204" y="11051"/>
                  </a:lnTo>
                  <a:lnTo>
                    <a:pt x="1405" y="11031"/>
                  </a:lnTo>
                  <a:lnTo>
                    <a:pt x="1605" y="10990"/>
                  </a:lnTo>
                  <a:lnTo>
                    <a:pt x="2006" y="10870"/>
                  </a:lnTo>
                  <a:lnTo>
                    <a:pt x="2447" y="10710"/>
                  </a:lnTo>
                  <a:lnTo>
                    <a:pt x="2869" y="10489"/>
                  </a:lnTo>
                  <a:lnTo>
                    <a:pt x="3330" y="10248"/>
                  </a:lnTo>
                  <a:lnTo>
                    <a:pt x="3771" y="9948"/>
                  </a:lnTo>
                  <a:lnTo>
                    <a:pt x="4232" y="9627"/>
                  </a:lnTo>
                  <a:lnTo>
                    <a:pt x="4673" y="9266"/>
                  </a:lnTo>
                  <a:lnTo>
                    <a:pt x="5135" y="8885"/>
                  </a:lnTo>
                  <a:lnTo>
                    <a:pt x="5556" y="8484"/>
                  </a:lnTo>
                  <a:lnTo>
                    <a:pt x="5997" y="8042"/>
                  </a:lnTo>
                  <a:lnTo>
                    <a:pt x="6398" y="7601"/>
                  </a:lnTo>
                  <a:lnTo>
                    <a:pt x="6799" y="7140"/>
                  </a:lnTo>
                  <a:lnTo>
                    <a:pt x="7160" y="6659"/>
                  </a:lnTo>
                  <a:lnTo>
                    <a:pt x="7501" y="6177"/>
                  </a:lnTo>
                  <a:lnTo>
                    <a:pt x="7822" y="5696"/>
                  </a:lnTo>
                  <a:lnTo>
                    <a:pt x="8103" y="5195"/>
                  </a:lnTo>
                  <a:lnTo>
                    <a:pt x="8363" y="4713"/>
                  </a:lnTo>
                  <a:lnTo>
                    <a:pt x="8564" y="4232"/>
                  </a:lnTo>
                  <a:lnTo>
                    <a:pt x="8744" y="3751"/>
                  </a:lnTo>
                  <a:lnTo>
                    <a:pt x="8865" y="3289"/>
                  </a:lnTo>
                  <a:lnTo>
                    <a:pt x="8925" y="2848"/>
                  </a:lnTo>
                  <a:lnTo>
                    <a:pt x="8945" y="2628"/>
                  </a:lnTo>
                  <a:lnTo>
                    <a:pt x="8965" y="2427"/>
                  </a:lnTo>
                  <a:lnTo>
                    <a:pt x="8945" y="2207"/>
                  </a:lnTo>
                  <a:lnTo>
                    <a:pt x="8925" y="2006"/>
                  </a:lnTo>
                  <a:lnTo>
                    <a:pt x="8885" y="1825"/>
                  </a:lnTo>
                  <a:lnTo>
                    <a:pt x="8825" y="1625"/>
                  </a:lnTo>
                  <a:lnTo>
                    <a:pt x="8765" y="1444"/>
                  </a:lnTo>
                  <a:lnTo>
                    <a:pt x="8684" y="1284"/>
                  </a:lnTo>
                  <a:lnTo>
                    <a:pt x="8584" y="1124"/>
                  </a:lnTo>
                  <a:lnTo>
                    <a:pt x="8464" y="963"/>
                  </a:lnTo>
                  <a:lnTo>
                    <a:pt x="8323" y="803"/>
                  </a:lnTo>
                  <a:lnTo>
                    <a:pt x="8163" y="662"/>
                  </a:lnTo>
                  <a:lnTo>
                    <a:pt x="8002" y="542"/>
                  </a:lnTo>
                  <a:lnTo>
                    <a:pt x="7802" y="422"/>
                  </a:lnTo>
                  <a:lnTo>
                    <a:pt x="7601" y="321"/>
                  </a:lnTo>
                  <a:lnTo>
                    <a:pt x="7381" y="221"/>
                  </a:lnTo>
                  <a:lnTo>
                    <a:pt x="7140" y="141"/>
                  </a:lnTo>
                  <a:lnTo>
                    <a:pt x="6899" y="81"/>
                  </a:lnTo>
                  <a:lnTo>
                    <a:pt x="6659" y="21"/>
                  </a:lnTo>
                  <a:lnTo>
                    <a:pt x="643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21"/>
            <p:cNvSpPr/>
            <p:nvPr/>
          </p:nvSpPr>
          <p:spPr>
            <a:xfrm>
              <a:off x="11890050" y="4450325"/>
              <a:ext cx="224150" cy="276775"/>
            </a:xfrm>
            <a:custGeom>
              <a:avLst/>
              <a:gdLst/>
              <a:ahLst/>
              <a:cxnLst/>
              <a:rect l="l" t="t" r="r" b="b"/>
              <a:pathLst>
                <a:path w="8966" h="11071" fill="none" extrusionOk="0">
                  <a:moveTo>
                    <a:pt x="482" y="11031"/>
                  </a:moveTo>
                  <a:lnTo>
                    <a:pt x="482" y="11031"/>
                  </a:lnTo>
                  <a:lnTo>
                    <a:pt x="402" y="10990"/>
                  </a:lnTo>
                  <a:lnTo>
                    <a:pt x="342" y="10950"/>
                  </a:lnTo>
                  <a:lnTo>
                    <a:pt x="261" y="10890"/>
                  </a:lnTo>
                  <a:lnTo>
                    <a:pt x="201" y="10810"/>
                  </a:lnTo>
                  <a:lnTo>
                    <a:pt x="161" y="10710"/>
                  </a:lnTo>
                  <a:lnTo>
                    <a:pt x="121" y="10609"/>
                  </a:lnTo>
                  <a:lnTo>
                    <a:pt x="41" y="10349"/>
                  </a:lnTo>
                  <a:lnTo>
                    <a:pt x="21" y="10048"/>
                  </a:lnTo>
                  <a:lnTo>
                    <a:pt x="1" y="9707"/>
                  </a:lnTo>
                  <a:lnTo>
                    <a:pt x="21" y="9306"/>
                  </a:lnTo>
                  <a:lnTo>
                    <a:pt x="81" y="8885"/>
                  </a:lnTo>
                  <a:lnTo>
                    <a:pt x="161" y="8423"/>
                  </a:lnTo>
                  <a:lnTo>
                    <a:pt x="241" y="7942"/>
                  </a:lnTo>
                  <a:lnTo>
                    <a:pt x="382" y="7421"/>
                  </a:lnTo>
                  <a:lnTo>
                    <a:pt x="522" y="6899"/>
                  </a:lnTo>
                  <a:lnTo>
                    <a:pt x="703" y="6358"/>
                  </a:lnTo>
                  <a:lnTo>
                    <a:pt x="883" y="5816"/>
                  </a:lnTo>
                  <a:lnTo>
                    <a:pt x="1104" y="5275"/>
                  </a:lnTo>
                  <a:lnTo>
                    <a:pt x="1344" y="4713"/>
                  </a:lnTo>
                  <a:lnTo>
                    <a:pt x="1605" y="4192"/>
                  </a:lnTo>
                  <a:lnTo>
                    <a:pt x="1866" y="3650"/>
                  </a:lnTo>
                  <a:lnTo>
                    <a:pt x="2167" y="3149"/>
                  </a:lnTo>
                  <a:lnTo>
                    <a:pt x="2487" y="2648"/>
                  </a:lnTo>
                  <a:lnTo>
                    <a:pt x="2808" y="2186"/>
                  </a:lnTo>
                  <a:lnTo>
                    <a:pt x="3169" y="1765"/>
                  </a:lnTo>
                  <a:lnTo>
                    <a:pt x="3530" y="1364"/>
                  </a:lnTo>
                  <a:lnTo>
                    <a:pt x="3891" y="1003"/>
                  </a:lnTo>
                  <a:lnTo>
                    <a:pt x="4292" y="702"/>
                  </a:lnTo>
                  <a:lnTo>
                    <a:pt x="4493" y="562"/>
                  </a:lnTo>
                  <a:lnTo>
                    <a:pt x="4693" y="442"/>
                  </a:lnTo>
                  <a:lnTo>
                    <a:pt x="4894" y="341"/>
                  </a:lnTo>
                  <a:lnTo>
                    <a:pt x="5115" y="241"/>
                  </a:lnTo>
                  <a:lnTo>
                    <a:pt x="5335" y="161"/>
                  </a:lnTo>
                  <a:lnTo>
                    <a:pt x="5536" y="101"/>
                  </a:lnTo>
                  <a:lnTo>
                    <a:pt x="5756" y="41"/>
                  </a:lnTo>
                  <a:lnTo>
                    <a:pt x="5977" y="21"/>
                  </a:lnTo>
                  <a:lnTo>
                    <a:pt x="6218" y="1"/>
                  </a:lnTo>
                  <a:lnTo>
                    <a:pt x="6438" y="1"/>
                  </a:lnTo>
                  <a:lnTo>
                    <a:pt x="6659" y="21"/>
                  </a:lnTo>
                  <a:lnTo>
                    <a:pt x="6899" y="81"/>
                  </a:lnTo>
                  <a:lnTo>
                    <a:pt x="7140" y="141"/>
                  </a:lnTo>
                  <a:lnTo>
                    <a:pt x="7381" y="221"/>
                  </a:lnTo>
                  <a:lnTo>
                    <a:pt x="7381" y="221"/>
                  </a:lnTo>
                  <a:lnTo>
                    <a:pt x="7601" y="321"/>
                  </a:lnTo>
                  <a:lnTo>
                    <a:pt x="7802" y="422"/>
                  </a:lnTo>
                  <a:lnTo>
                    <a:pt x="8002" y="542"/>
                  </a:lnTo>
                  <a:lnTo>
                    <a:pt x="8163" y="662"/>
                  </a:lnTo>
                  <a:lnTo>
                    <a:pt x="8323" y="803"/>
                  </a:lnTo>
                  <a:lnTo>
                    <a:pt x="8464" y="963"/>
                  </a:lnTo>
                  <a:lnTo>
                    <a:pt x="8584" y="1124"/>
                  </a:lnTo>
                  <a:lnTo>
                    <a:pt x="8684" y="1284"/>
                  </a:lnTo>
                  <a:lnTo>
                    <a:pt x="8765" y="1444"/>
                  </a:lnTo>
                  <a:lnTo>
                    <a:pt x="8825" y="1625"/>
                  </a:lnTo>
                  <a:lnTo>
                    <a:pt x="8885" y="1825"/>
                  </a:lnTo>
                  <a:lnTo>
                    <a:pt x="8925" y="2006"/>
                  </a:lnTo>
                  <a:lnTo>
                    <a:pt x="8945" y="2207"/>
                  </a:lnTo>
                  <a:lnTo>
                    <a:pt x="8965" y="2427"/>
                  </a:lnTo>
                  <a:lnTo>
                    <a:pt x="8945" y="2628"/>
                  </a:lnTo>
                  <a:lnTo>
                    <a:pt x="8925" y="2848"/>
                  </a:lnTo>
                  <a:lnTo>
                    <a:pt x="8865" y="3289"/>
                  </a:lnTo>
                  <a:lnTo>
                    <a:pt x="8744" y="3751"/>
                  </a:lnTo>
                  <a:lnTo>
                    <a:pt x="8564" y="4232"/>
                  </a:lnTo>
                  <a:lnTo>
                    <a:pt x="8363" y="4713"/>
                  </a:lnTo>
                  <a:lnTo>
                    <a:pt x="8103" y="5195"/>
                  </a:lnTo>
                  <a:lnTo>
                    <a:pt x="7822" y="5696"/>
                  </a:lnTo>
                  <a:lnTo>
                    <a:pt x="7501" y="6177"/>
                  </a:lnTo>
                  <a:lnTo>
                    <a:pt x="7160" y="6659"/>
                  </a:lnTo>
                  <a:lnTo>
                    <a:pt x="6799" y="7140"/>
                  </a:lnTo>
                  <a:lnTo>
                    <a:pt x="6398" y="7601"/>
                  </a:lnTo>
                  <a:lnTo>
                    <a:pt x="5997" y="8042"/>
                  </a:lnTo>
                  <a:lnTo>
                    <a:pt x="5556" y="8484"/>
                  </a:lnTo>
                  <a:lnTo>
                    <a:pt x="5135" y="8885"/>
                  </a:lnTo>
                  <a:lnTo>
                    <a:pt x="4673" y="9266"/>
                  </a:lnTo>
                  <a:lnTo>
                    <a:pt x="4232" y="9627"/>
                  </a:lnTo>
                  <a:lnTo>
                    <a:pt x="3771" y="9948"/>
                  </a:lnTo>
                  <a:lnTo>
                    <a:pt x="3330" y="10248"/>
                  </a:lnTo>
                  <a:lnTo>
                    <a:pt x="2869" y="10489"/>
                  </a:lnTo>
                  <a:lnTo>
                    <a:pt x="2447" y="10710"/>
                  </a:lnTo>
                  <a:lnTo>
                    <a:pt x="2006" y="10870"/>
                  </a:lnTo>
                  <a:lnTo>
                    <a:pt x="1605" y="10990"/>
                  </a:lnTo>
                  <a:lnTo>
                    <a:pt x="1405" y="11031"/>
                  </a:lnTo>
                  <a:lnTo>
                    <a:pt x="1204" y="11051"/>
                  </a:lnTo>
                  <a:lnTo>
                    <a:pt x="1024" y="11071"/>
                  </a:lnTo>
                  <a:lnTo>
                    <a:pt x="843" y="11071"/>
                  </a:lnTo>
                  <a:lnTo>
                    <a:pt x="663" y="11051"/>
                  </a:lnTo>
                  <a:lnTo>
                    <a:pt x="482" y="1103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21"/>
            <p:cNvSpPr/>
            <p:nvPr/>
          </p:nvSpPr>
          <p:spPr>
            <a:xfrm>
              <a:off x="11816350" y="4389150"/>
              <a:ext cx="211100" cy="284800"/>
            </a:xfrm>
            <a:custGeom>
              <a:avLst/>
              <a:gdLst/>
              <a:ahLst/>
              <a:cxnLst/>
              <a:rect l="l" t="t" r="r" b="b"/>
              <a:pathLst>
                <a:path w="8444" h="11392" extrusionOk="0">
                  <a:moveTo>
                    <a:pt x="8363" y="1"/>
                  </a:moveTo>
                  <a:lnTo>
                    <a:pt x="7942" y="121"/>
                  </a:lnTo>
                  <a:lnTo>
                    <a:pt x="7521" y="242"/>
                  </a:lnTo>
                  <a:lnTo>
                    <a:pt x="7100" y="402"/>
                  </a:lnTo>
                  <a:lnTo>
                    <a:pt x="6699" y="582"/>
                  </a:lnTo>
                  <a:lnTo>
                    <a:pt x="6699" y="101"/>
                  </a:lnTo>
                  <a:lnTo>
                    <a:pt x="6699" y="61"/>
                  </a:lnTo>
                  <a:lnTo>
                    <a:pt x="6679" y="41"/>
                  </a:lnTo>
                  <a:lnTo>
                    <a:pt x="6579" y="41"/>
                  </a:lnTo>
                  <a:lnTo>
                    <a:pt x="6559" y="81"/>
                  </a:lnTo>
                  <a:lnTo>
                    <a:pt x="6559" y="101"/>
                  </a:lnTo>
                  <a:lnTo>
                    <a:pt x="6498" y="582"/>
                  </a:lnTo>
                  <a:lnTo>
                    <a:pt x="6137" y="462"/>
                  </a:lnTo>
                  <a:lnTo>
                    <a:pt x="6117" y="462"/>
                  </a:lnTo>
                  <a:lnTo>
                    <a:pt x="6097" y="482"/>
                  </a:lnTo>
                  <a:lnTo>
                    <a:pt x="6097" y="502"/>
                  </a:lnTo>
                  <a:lnTo>
                    <a:pt x="6117" y="522"/>
                  </a:lnTo>
                  <a:lnTo>
                    <a:pt x="6478" y="683"/>
                  </a:lnTo>
                  <a:lnTo>
                    <a:pt x="6198" y="843"/>
                  </a:lnTo>
                  <a:lnTo>
                    <a:pt x="5897" y="1004"/>
                  </a:lnTo>
                  <a:lnTo>
                    <a:pt x="5616" y="1184"/>
                  </a:lnTo>
                  <a:lnTo>
                    <a:pt x="5355" y="1365"/>
                  </a:lnTo>
                  <a:lnTo>
                    <a:pt x="4834" y="1766"/>
                  </a:lnTo>
                  <a:lnTo>
                    <a:pt x="4332" y="2207"/>
                  </a:lnTo>
                  <a:lnTo>
                    <a:pt x="4132" y="1866"/>
                  </a:lnTo>
                  <a:lnTo>
                    <a:pt x="4112" y="1846"/>
                  </a:lnTo>
                  <a:lnTo>
                    <a:pt x="4072" y="1826"/>
                  </a:lnTo>
                  <a:lnTo>
                    <a:pt x="4052" y="1846"/>
                  </a:lnTo>
                  <a:lnTo>
                    <a:pt x="4032" y="1866"/>
                  </a:lnTo>
                  <a:lnTo>
                    <a:pt x="4032" y="1886"/>
                  </a:lnTo>
                  <a:lnTo>
                    <a:pt x="4032" y="1926"/>
                  </a:lnTo>
                  <a:lnTo>
                    <a:pt x="4212" y="2327"/>
                  </a:lnTo>
                  <a:lnTo>
                    <a:pt x="3851" y="2688"/>
                  </a:lnTo>
                  <a:lnTo>
                    <a:pt x="3510" y="3069"/>
                  </a:lnTo>
                  <a:lnTo>
                    <a:pt x="3169" y="3450"/>
                  </a:lnTo>
                  <a:lnTo>
                    <a:pt x="2869" y="3851"/>
                  </a:lnTo>
                  <a:lnTo>
                    <a:pt x="2568" y="4272"/>
                  </a:lnTo>
                  <a:lnTo>
                    <a:pt x="2287" y="4694"/>
                  </a:lnTo>
                  <a:lnTo>
                    <a:pt x="2026" y="5135"/>
                  </a:lnTo>
                  <a:lnTo>
                    <a:pt x="1766" y="5576"/>
                  </a:lnTo>
                  <a:lnTo>
                    <a:pt x="1525" y="6057"/>
                  </a:lnTo>
                  <a:lnTo>
                    <a:pt x="1264" y="6579"/>
                  </a:lnTo>
                  <a:lnTo>
                    <a:pt x="1003" y="7140"/>
                  </a:lnTo>
                  <a:lnTo>
                    <a:pt x="763" y="7702"/>
                  </a:lnTo>
                  <a:lnTo>
                    <a:pt x="462" y="7602"/>
                  </a:lnTo>
                  <a:lnTo>
                    <a:pt x="422" y="7622"/>
                  </a:lnTo>
                  <a:lnTo>
                    <a:pt x="402" y="7642"/>
                  </a:lnTo>
                  <a:lnTo>
                    <a:pt x="402" y="7662"/>
                  </a:lnTo>
                  <a:lnTo>
                    <a:pt x="422" y="7702"/>
                  </a:lnTo>
                  <a:lnTo>
                    <a:pt x="723" y="7842"/>
                  </a:lnTo>
                  <a:lnTo>
                    <a:pt x="622" y="8123"/>
                  </a:lnTo>
                  <a:lnTo>
                    <a:pt x="522" y="8424"/>
                  </a:lnTo>
                  <a:lnTo>
                    <a:pt x="382" y="8424"/>
                  </a:lnTo>
                  <a:lnTo>
                    <a:pt x="322" y="8464"/>
                  </a:lnTo>
                  <a:lnTo>
                    <a:pt x="322" y="8504"/>
                  </a:lnTo>
                  <a:lnTo>
                    <a:pt x="322" y="8544"/>
                  </a:lnTo>
                  <a:lnTo>
                    <a:pt x="382" y="8564"/>
                  </a:lnTo>
                  <a:lnTo>
                    <a:pt x="462" y="8584"/>
                  </a:lnTo>
                  <a:lnTo>
                    <a:pt x="261" y="9246"/>
                  </a:lnTo>
                  <a:lnTo>
                    <a:pt x="181" y="9567"/>
                  </a:lnTo>
                  <a:lnTo>
                    <a:pt x="121" y="9908"/>
                  </a:lnTo>
                  <a:lnTo>
                    <a:pt x="61" y="10249"/>
                  </a:lnTo>
                  <a:lnTo>
                    <a:pt x="21" y="10570"/>
                  </a:lnTo>
                  <a:lnTo>
                    <a:pt x="1" y="10911"/>
                  </a:lnTo>
                  <a:lnTo>
                    <a:pt x="1" y="11231"/>
                  </a:lnTo>
                  <a:lnTo>
                    <a:pt x="281" y="11392"/>
                  </a:lnTo>
                  <a:lnTo>
                    <a:pt x="281" y="11051"/>
                  </a:lnTo>
                  <a:lnTo>
                    <a:pt x="281" y="10710"/>
                  </a:lnTo>
                  <a:lnTo>
                    <a:pt x="322" y="10349"/>
                  </a:lnTo>
                  <a:lnTo>
                    <a:pt x="362" y="10008"/>
                  </a:lnTo>
                  <a:lnTo>
                    <a:pt x="442" y="9647"/>
                  </a:lnTo>
                  <a:lnTo>
                    <a:pt x="522" y="9306"/>
                  </a:lnTo>
                  <a:lnTo>
                    <a:pt x="602" y="8945"/>
                  </a:lnTo>
                  <a:lnTo>
                    <a:pt x="723" y="8604"/>
                  </a:lnTo>
                  <a:lnTo>
                    <a:pt x="963" y="8604"/>
                  </a:lnTo>
                  <a:lnTo>
                    <a:pt x="1084" y="8584"/>
                  </a:lnTo>
                  <a:lnTo>
                    <a:pt x="1124" y="8544"/>
                  </a:lnTo>
                  <a:lnTo>
                    <a:pt x="1144" y="8504"/>
                  </a:lnTo>
                  <a:lnTo>
                    <a:pt x="1124" y="8464"/>
                  </a:lnTo>
                  <a:lnTo>
                    <a:pt x="1084" y="8424"/>
                  </a:lnTo>
                  <a:lnTo>
                    <a:pt x="963" y="8404"/>
                  </a:lnTo>
                  <a:lnTo>
                    <a:pt x="783" y="8404"/>
                  </a:lnTo>
                  <a:lnTo>
                    <a:pt x="943" y="7963"/>
                  </a:lnTo>
                  <a:lnTo>
                    <a:pt x="1164" y="8063"/>
                  </a:lnTo>
                  <a:lnTo>
                    <a:pt x="1184" y="8063"/>
                  </a:lnTo>
                  <a:lnTo>
                    <a:pt x="1224" y="8043"/>
                  </a:lnTo>
                  <a:lnTo>
                    <a:pt x="1244" y="8023"/>
                  </a:lnTo>
                  <a:lnTo>
                    <a:pt x="1244" y="7983"/>
                  </a:lnTo>
                  <a:lnTo>
                    <a:pt x="1224" y="7942"/>
                  </a:lnTo>
                  <a:lnTo>
                    <a:pt x="1124" y="7862"/>
                  </a:lnTo>
                  <a:lnTo>
                    <a:pt x="1003" y="7802"/>
                  </a:lnTo>
                  <a:lnTo>
                    <a:pt x="1304" y="7100"/>
                  </a:lnTo>
                  <a:lnTo>
                    <a:pt x="1625" y="6418"/>
                  </a:lnTo>
                  <a:lnTo>
                    <a:pt x="1946" y="5777"/>
                  </a:lnTo>
                  <a:lnTo>
                    <a:pt x="2287" y="5195"/>
                  </a:lnTo>
                  <a:lnTo>
                    <a:pt x="2728" y="4473"/>
                  </a:lnTo>
                  <a:lnTo>
                    <a:pt x="2969" y="4132"/>
                  </a:lnTo>
                  <a:lnTo>
                    <a:pt x="3209" y="3791"/>
                  </a:lnTo>
                  <a:lnTo>
                    <a:pt x="3470" y="3450"/>
                  </a:lnTo>
                  <a:lnTo>
                    <a:pt x="3731" y="3129"/>
                  </a:lnTo>
                  <a:lnTo>
                    <a:pt x="4012" y="2809"/>
                  </a:lnTo>
                  <a:lnTo>
                    <a:pt x="4312" y="2508"/>
                  </a:lnTo>
                  <a:lnTo>
                    <a:pt x="4312" y="2528"/>
                  </a:lnTo>
                  <a:lnTo>
                    <a:pt x="4353" y="2548"/>
                  </a:lnTo>
                  <a:lnTo>
                    <a:pt x="4393" y="2568"/>
                  </a:lnTo>
                  <a:lnTo>
                    <a:pt x="4413" y="2548"/>
                  </a:lnTo>
                  <a:lnTo>
                    <a:pt x="4433" y="2528"/>
                  </a:lnTo>
                  <a:lnTo>
                    <a:pt x="4453" y="2508"/>
                  </a:lnTo>
                  <a:lnTo>
                    <a:pt x="4453" y="2468"/>
                  </a:lnTo>
                  <a:lnTo>
                    <a:pt x="4413" y="2407"/>
                  </a:lnTo>
                  <a:lnTo>
                    <a:pt x="4894" y="1966"/>
                  </a:lnTo>
                  <a:lnTo>
                    <a:pt x="5395" y="1565"/>
                  </a:lnTo>
                  <a:lnTo>
                    <a:pt x="5917" y="1184"/>
                  </a:lnTo>
                  <a:lnTo>
                    <a:pt x="6198" y="1024"/>
                  </a:lnTo>
                  <a:lnTo>
                    <a:pt x="6478" y="863"/>
                  </a:lnTo>
                  <a:lnTo>
                    <a:pt x="6478" y="863"/>
                  </a:lnTo>
                  <a:lnTo>
                    <a:pt x="6458" y="1104"/>
                  </a:lnTo>
                  <a:lnTo>
                    <a:pt x="6478" y="1324"/>
                  </a:lnTo>
                  <a:lnTo>
                    <a:pt x="6498" y="1365"/>
                  </a:lnTo>
                  <a:lnTo>
                    <a:pt x="6518" y="1385"/>
                  </a:lnTo>
                  <a:lnTo>
                    <a:pt x="6559" y="1405"/>
                  </a:lnTo>
                  <a:lnTo>
                    <a:pt x="6599" y="1405"/>
                  </a:lnTo>
                  <a:lnTo>
                    <a:pt x="6639" y="1365"/>
                  </a:lnTo>
                  <a:lnTo>
                    <a:pt x="6679" y="1084"/>
                  </a:lnTo>
                  <a:lnTo>
                    <a:pt x="6699" y="783"/>
                  </a:lnTo>
                  <a:lnTo>
                    <a:pt x="6879" y="863"/>
                  </a:lnTo>
                  <a:lnTo>
                    <a:pt x="6960" y="903"/>
                  </a:lnTo>
                  <a:lnTo>
                    <a:pt x="7080" y="903"/>
                  </a:lnTo>
                  <a:lnTo>
                    <a:pt x="7100" y="863"/>
                  </a:lnTo>
                  <a:lnTo>
                    <a:pt x="7120" y="843"/>
                  </a:lnTo>
                  <a:lnTo>
                    <a:pt x="7100" y="803"/>
                  </a:lnTo>
                  <a:lnTo>
                    <a:pt x="6960" y="723"/>
                  </a:lnTo>
                  <a:lnTo>
                    <a:pt x="6839" y="683"/>
                  </a:lnTo>
                  <a:lnTo>
                    <a:pt x="7200" y="502"/>
                  </a:lnTo>
                  <a:lnTo>
                    <a:pt x="7601" y="362"/>
                  </a:lnTo>
                  <a:lnTo>
                    <a:pt x="8002" y="221"/>
                  </a:lnTo>
                  <a:lnTo>
                    <a:pt x="8404" y="121"/>
                  </a:lnTo>
                  <a:lnTo>
                    <a:pt x="8444" y="101"/>
                  </a:lnTo>
                  <a:lnTo>
                    <a:pt x="8444" y="61"/>
                  </a:lnTo>
                  <a:lnTo>
                    <a:pt x="8424" y="21"/>
                  </a:lnTo>
                  <a:lnTo>
                    <a:pt x="838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21"/>
            <p:cNvSpPr/>
            <p:nvPr/>
          </p:nvSpPr>
          <p:spPr>
            <a:xfrm>
              <a:off x="11605275" y="4494950"/>
              <a:ext cx="441725" cy="271750"/>
            </a:xfrm>
            <a:custGeom>
              <a:avLst/>
              <a:gdLst/>
              <a:ahLst/>
              <a:cxnLst/>
              <a:rect l="l" t="t" r="r" b="b"/>
              <a:pathLst>
                <a:path w="17669" h="10870" extrusionOk="0">
                  <a:moveTo>
                    <a:pt x="141" y="783"/>
                  </a:moveTo>
                  <a:lnTo>
                    <a:pt x="181" y="803"/>
                  </a:lnTo>
                  <a:lnTo>
                    <a:pt x="602" y="1364"/>
                  </a:lnTo>
                  <a:lnTo>
                    <a:pt x="1044" y="1906"/>
                  </a:lnTo>
                  <a:lnTo>
                    <a:pt x="1505" y="2427"/>
                  </a:lnTo>
                  <a:lnTo>
                    <a:pt x="1986" y="2928"/>
                  </a:lnTo>
                  <a:lnTo>
                    <a:pt x="2086" y="2768"/>
                  </a:lnTo>
                  <a:lnTo>
                    <a:pt x="2187" y="2628"/>
                  </a:lnTo>
                  <a:lnTo>
                    <a:pt x="2227" y="2607"/>
                  </a:lnTo>
                  <a:lnTo>
                    <a:pt x="2247" y="2587"/>
                  </a:lnTo>
                  <a:lnTo>
                    <a:pt x="2287" y="2607"/>
                  </a:lnTo>
                  <a:lnTo>
                    <a:pt x="2327" y="2628"/>
                  </a:lnTo>
                  <a:lnTo>
                    <a:pt x="2347" y="2668"/>
                  </a:lnTo>
                  <a:lnTo>
                    <a:pt x="2347" y="2708"/>
                  </a:lnTo>
                  <a:lnTo>
                    <a:pt x="2267" y="2908"/>
                  </a:lnTo>
                  <a:lnTo>
                    <a:pt x="2147" y="3089"/>
                  </a:lnTo>
                  <a:lnTo>
                    <a:pt x="2447" y="3370"/>
                  </a:lnTo>
                  <a:lnTo>
                    <a:pt x="2588" y="3149"/>
                  </a:lnTo>
                  <a:lnTo>
                    <a:pt x="2668" y="3029"/>
                  </a:lnTo>
                  <a:lnTo>
                    <a:pt x="2768" y="2948"/>
                  </a:lnTo>
                  <a:lnTo>
                    <a:pt x="2828" y="2948"/>
                  </a:lnTo>
                  <a:lnTo>
                    <a:pt x="2849" y="2968"/>
                  </a:lnTo>
                  <a:lnTo>
                    <a:pt x="2869" y="2989"/>
                  </a:lnTo>
                  <a:lnTo>
                    <a:pt x="2869" y="3029"/>
                  </a:lnTo>
                  <a:lnTo>
                    <a:pt x="2828" y="3149"/>
                  </a:lnTo>
                  <a:lnTo>
                    <a:pt x="2748" y="3269"/>
                  </a:lnTo>
                  <a:lnTo>
                    <a:pt x="2588" y="3510"/>
                  </a:lnTo>
                  <a:lnTo>
                    <a:pt x="3009" y="3911"/>
                  </a:lnTo>
                  <a:lnTo>
                    <a:pt x="3450" y="4292"/>
                  </a:lnTo>
                  <a:lnTo>
                    <a:pt x="4333" y="5034"/>
                  </a:lnTo>
                  <a:lnTo>
                    <a:pt x="5255" y="5776"/>
                  </a:lnTo>
                  <a:lnTo>
                    <a:pt x="6178" y="6478"/>
                  </a:lnTo>
                  <a:lnTo>
                    <a:pt x="6258" y="6197"/>
                  </a:lnTo>
                  <a:lnTo>
                    <a:pt x="6318" y="6057"/>
                  </a:lnTo>
                  <a:lnTo>
                    <a:pt x="6378" y="5937"/>
                  </a:lnTo>
                  <a:lnTo>
                    <a:pt x="6398" y="5916"/>
                  </a:lnTo>
                  <a:lnTo>
                    <a:pt x="6418" y="5916"/>
                  </a:lnTo>
                  <a:lnTo>
                    <a:pt x="6478" y="5937"/>
                  </a:lnTo>
                  <a:lnTo>
                    <a:pt x="6478" y="5957"/>
                  </a:lnTo>
                  <a:lnTo>
                    <a:pt x="6498" y="5977"/>
                  </a:lnTo>
                  <a:lnTo>
                    <a:pt x="6458" y="6217"/>
                  </a:lnTo>
                  <a:lnTo>
                    <a:pt x="6378" y="6458"/>
                  </a:lnTo>
                  <a:lnTo>
                    <a:pt x="6579" y="6338"/>
                  </a:lnTo>
                  <a:lnTo>
                    <a:pt x="6779" y="6217"/>
                  </a:lnTo>
                  <a:lnTo>
                    <a:pt x="6819" y="6197"/>
                  </a:lnTo>
                  <a:lnTo>
                    <a:pt x="6859" y="6217"/>
                  </a:lnTo>
                  <a:lnTo>
                    <a:pt x="6900" y="6257"/>
                  </a:lnTo>
                  <a:lnTo>
                    <a:pt x="6920" y="6318"/>
                  </a:lnTo>
                  <a:lnTo>
                    <a:pt x="6879" y="6358"/>
                  </a:lnTo>
                  <a:lnTo>
                    <a:pt x="6659" y="6518"/>
                  </a:lnTo>
                  <a:lnTo>
                    <a:pt x="6418" y="6658"/>
                  </a:lnTo>
                  <a:lnTo>
                    <a:pt x="8263" y="8002"/>
                  </a:lnTo>
                  <a:lnTo>
                    <a:pt x="8303" y="8042"/>
                  </a:lnTo>
                  <a:lnTo>
                    <a:pt x="8283" y="8102"/>
                  </a:lnTo>
                  <a:lnTo>
                    <a:pt x="8263" y="8143"/>
                  </a:lnTo>
                  <a:lnTo>
                    <a:pt x="8203" y="8163"/>
                  </a:lnTo>
                  <a:lnTo>
                    <a:pt x="8163" y="8143"/>
                  </a:lnTo>
                  <a:lnTo>
                    <a:pt x="7682" y="7862"/>
                  </a:lnTo>
                  <a:lnTo>
                    <a:pt x="7220" y="7561"/>
                  </a:lnTo>
                  <a:lnTo>
                    <a:pt x="6278" y="6959"/>
                  </a:lnTo>
                  <a:lnTo>
                    <a:pt x="6238" y="7200"/>
                  </a:lnTo>
                  <a:lnTo>
                    <a:pt x="6198" y="7461"/>
                  </a:lnTo>
                  <a:lnTo>
                    <a:pt x="6178" y="7481"/>
                  </a:lnTo>
                  <a:lnTo>
                    <a:pt x="6158" y="7501"/>
                  </a:lnTo>
                  <a:lnTo>
                    <a:pt x="6158" y="7481"/>
                  </a:lnTo>
                  <a:lnTo>
                    <a:pt x="6137" y="7461"/>
                  </a:lnTo>
                  <a:lnTo>
                    <a:pt x="6137" y="7180"/>
                  </a:lnTo>
                  <a:lnTo>
                    <a:pt x="6137" y="6859"/>
                  </a:lnTo>
                  <a:lnTo>
                    <a:pt x="6097" y="6819"/>
                  </a:lnTo>
                  <a:lnTo>
                    <a:pt x="5696" y="6999"/>
                  </a:lnTo>
                  <a:lnTo>
                    <a:pt x="5676" y="7019"/>
                  </a:lnTo>
                  <a:lnTo>
                    <a:pt x="5656" y="6999"/>
                  </a:lnTo>
                  <a:lnTo>
                    <a:pt x="5656" y="6979"/>
                  </a:lnTo>
                  <a:lnTo>
                    <a:pt x="5676" y="6959"/>
                  </a:lnTo>
                  <a:lnTo>
                    <a:pt x="5977" y="6739"/>
                  </a:lnTo>
                  <a:lnTo>
                    <a:pt x="5516" y="6398"/>
                  </a:lnTo>
                  <a:lnTo>
                    <a:pt x="5034" y="6057"/>
                  </a:lnTo>
                  <a:lnTo>
                    <a:pt x="4593" y="5696"/>
                  </a:lnTo>
                  <a:lnTo>
                    <a:pt x="4132" y="5315"/>
                  </a:lnTo>
                  <a:lnTo>
                    <a:pt x="3691" y="4934"/>
                  </a:lnTo>
                  <a:lnTo>
                    <a:pt x="3270" y="4533"/>
                  </a:lnTo>
                  <a:lnTo>
                    <a:pt x="2849" y="4132"/>
                  </a:lnTo>
                  <a:lnTo>
                    <a:pt x="2427" y="3710"/>
                  </a:lnTo>
                  <a:lnTo>
                    <a:pt x="2327" y="3871"/>
                  </a:lnTo>
                  <a:lnTo>
                    <a:pt x="2227" y="4031"/>
                  </a:lnTo>
                  <a:lnTo>
                    <a:pt x="2207" y="4031"/>
                  </a:lnTo>
                  <a:lnTo>
                    <a:pt x="2207" y="4051"/>
                  </a:lnTo>
                  <a:lnTo>
                    <a:pt x="2167" y="4031"/>
                  </a:lnTo>
                  <a:lnTo>
                    <a:pt x="2147" y="4011"/>
                  </a:lnTo>
                  <a:lnTo>
                    <a:pt x="2167" y="3971"/>
                  </a:lnTo>
                  <a:lnTo>
                    <a:pt x="2327" y="3590"/>
                  </a:lnTo>
                  <a:lnTo>
                    <a:pt x="2006" y="3249"/>
                  </a:lnTo>
                  <a:lnTo>
                    <a:pt x="1826" y="3510"/>
                  </a:lnTo>
                  <a:lnTo>
                    <a:pt x="1766" y="3510"/>
                  </a:lnTo>
                  <a:lnTo>
                    <a:pt x="1746" y="3490"/>
                  </a:lnTo>
                  <a:lnTo>
                    <a:pt x="1746" y="3470"/>
                  </a:lnTo>
                  <a:lnTo>
                    <a:pt x="1746" y="3450"/>
                  </a:lnTo>
                  <a:lnTo>
                    <a:pt x="1886" y="3109"/>
                  </a:lnTo>
                  <a:lnTo>
                    <a:pt x="1405" y="2567"/>
                  </a:lnTo>
                  <a:lnTo>
                    <a:pt x="963" y="2006"/>
                  </a:lnTo>
                  <a:lnTo>
                    <a:pt x="522" y="1424"/>
                  </a:lnTo>
                  <a:lnTo>
                    <a:pt x="121" y="823"/>
                  </a:lnTo>
                  <a:lnTo>
                    <a:pt x="121" y="803"/>
                  </a:lnTo>
                  <a:lnTo>
                    <a:pt x="141" y="783"/>
                  </a:lnTo>
                  <a:close/>
                  <a:moveTo>
                    <a:pt x="201" y="0"/>
                  </a:moveTo>
                  <a:lnTo>
                    <a:pt x="121" y="341"/>
                  </a:lnTo>
                  <a:lnTo>
                    <a:pt x="41" y="682"/>
                  </a:lnTo>
                  <a:lnTo>
                    <a:pt x="1" y="1043"/>
                  </a:lnTo>
                  <a:lnTo>
                    <a:pt x="1" y="1404"/>
                  </a:lnTo>
                  <a:lnTo>
                    <a:pt x="1" y="1645"/>
                  </a:lnTo>
                  <a:lnTo>
                    <a:pt x="21" y="1906"/>
                  </a:lnTo>
                  <a:lnTo>
                    <a:pt x="41" y="2146"/>
                  </a:lnTo>
                  <a:lnTo>
                    <a:pt x="101" y="2407"/>
                  </a:lnTo>
                  <a:lnTo>
                    <a:pt x="161" y="2668"/>
                  </a:lnTo>
                  <a:lnTo>
                    <a:pt x="282" y="2968"/>
                  </a:lnTo>
                  <a:lnTo>
                    <a:pt x="422" y="3269"/>
                  </a:lnTo>
                  <a:lnTo>
                    <a:pt x="582" y="3590"/>
                  </a:lnTo>
                  <a:lnTo>
                    <a:pt x="763" y="3911"/>
                  </a:lnTo>
                  <a:lnTo>
                    <a:pt x="983" y="4232"/>
                  </a:lnTo>
                  <a:lnTo>
                    <a:pt x="1224" y="4573"/>
                  </a:lnTo>
                  <a:lnTo>
                    <a:pt x="1505" y="4914"/>
                  </a:lnTo>
                  <a:lnTo>
                    <a:pt x="1786" y="5255"/>
                  </a:lnTo>
                  <a:lnTo>
                    <a:pt x="2086" y="5596"/>
                  </a:lnTo>
                  <a:lnTo>
                    <a:pt x="2407" y="5937"/>
                  </a:lnTo>
                  <a:lnTo>
                    <a:pt x="2748" y="6277"/>
                  </a:lnTo>
                  <a:lnTo>
                    <a:pt x="3109" y="6618"/>
                  </a:lnTo>
                  <a:lnTo>
                    <a:pt x="3490" y="6959"/>
                  </a:lnTo>
                  <a:lnTo>
                    <a:pt x="4252" y="7621"/>
                  </a:lnTo>
                  <a:lnTo>
                    <a:pt x="4673" y="7942"/>
                  </a:lnTo>
                  <a:lnTo>
                    <a:pt x="5075" y="8243"/>
                  </a:lnTo>
                  <a:lnTo>
                    <a:pt x="5496" y="8544"/>
                  </a:lnTo>
                  <a:lnTo>
                    <a:pt x="5917" y="8844"/>
                  </a:lnTo>
                  <a:lnTo>
                    <a:pt x="6338" y="9105"/>
                  </a:lnTo>
                  <a:lnTo>
                    <a:pt x="6779" y="9366"/>
                  </a:lnTo>
                  <a:lnTo>
                    <a:pt x="7200" y="9607"/>
                  </a:lnTo>
                  <a:lnTo>
                    <a:pt x="7621" y="9847"/>
                  </a:lnTo>
                  <a:lnTo>
                    <a:pt x="8063" y="10048"/>
                  </a:lnTo>
                  <a:lnTo>
                    <a:pt x="8484" y="10228"/>
                  </a:lnTo>
                  <a:lnTo>
                    <a:pt x="8885" y="10409"/>
                  </a:lnTo>
                  <a:lnTo>
                    <a:pt x="9306" y="10549"/>
                  </a:lnTo>
                  <a:lnTo>
                    <a:pt x="9707" y="10669"/>
                  </a:lnTo>
                  <a:lnTo>
                    <a:pt x="10088" y="10750"/>
                  </a:lnTo>
                  <a:lnTo>
                    <a:pt x="10469" y="10830"/>
                  </a:lnTo>
                  <a:lnTo>
                    <a:pt x="10830" y="10870"/>
                  </a:lnTo>
                  <a:lnTo>
                    <a:pt x="11071" y="10870"/>
                  </a:lnTo>
                  <a:lnTo>
                    <a:pt x="11432" y="10850"/>
                  </a:lnTo>
                  <a:lnTo>
                    <a:pt x="11813" y="10810"/>
                  </a:lnTo>
                  <a:lnTo>
                    <a:pt x="12214" y="10730"/>
                  </a:lnTo>
                  <a:lnTo>
                    <a:pt x="12615" y="10629"/>
                  </a:lnTo>
                  <a:lnTo>
                    <a:pt x="13016" y="10509"/>
                  </a:lnTo>
                  <a:lnTo>
                    <a:pt x="13437" y="10349"/>
                  </a:lnTo>
                  <a:lnTo>
                    <a:pt x="13858" y="10168"/>
                  </a:lnTo>
                  <a:lnTo>
                    <a:pt x="14280" y="9967"/>
                  </a:lnTo>
                  <a:lnTo>
                    <a:pt x="14721" y="9747"/>
                  </a:lnTo>
                  <a:lnTo>
                    <a:pt x="15142" y="9506"/>
                  </a:lnTo>
                  <a:lnTo>
                    <a:pt x="15583" y="9246"/>
                  </a:lnTo>
                  <a:lnTo>
                    <a:pt x="16004" y="8965"/>
                  </a:lnTo>
                  <a:lnTo>
                    <a:pt x="16445" y="8664"/>
                  </a:lnTo>
                  <a:lnTo>
                    <a:pt x="16847" y="8343"/>
                  </a:lnTo>
                  <a:lnTo>
                    <a:pt x="17268" y="8002"/>
                  </a:lnTo>
                  <a:lnTo>
                    <a:pt x="17669" y="7641"/>
                  </a:lnTo>
                  <a:lnTo>
                    <a:pt x="17007" y="7862"/>
                  </a:lnTo>
                  <a:lnTo>
                    <a:pt x="16345" y="8042"/>
                  </a:lnTo>
                  <a:lnTo>
                    <a:pt x="15663" y="8183"/>
                  </a:lnTo>
                  <a:lnTo>
                    <a:pt x="14981" y="8303"/>
                  </a:lnTo>
                  <a:lnTo>
                    <a:pt x="14621" y="8504"/>
                  </a:lnTo>
                  <a:lnTo>
                    <a:pt x="14260" y="8704"/>
                  </a:lnTo>
                  <a:lnTo>
                    <a:pt x="13919" y="8885"/>
                  </a:lnTo>
                  <a:lnTo>
                    <a:pt x="13578" y="9025"/>
                  </a:lnTo>
                  <a:lnTo>
                    <a:pt x="13257" y="9125"/>
                  </a:lnTo>
                  <a:lnTo>
                    <a:pt x="12936" y="9225"/>
                  </a:lnTo>
                  <a:lnTo>
                    <a:pt x="12615" y="9266"/>
                  </a:lnTo>
                  <a:lnTo>
                    <a:pt x="12334" y="9286"/>
                  </a:lnTo>
                  <a:lnTo>
                    <a:pt x="12094" y="9266"/>
                  </a:lnTo>
                  <a:lnTo>
                    <a:pt x="11873" y="9246"/>
                  </a:lnTo>
                  <a:lnTo>
                    <a:pt x="11773" y="9205"/>
                  </a:lnTo>
                  <a:lnTo>
                    <a:pt x="11672" y="9125"/>
                  </a:lnTo>
                  <a:lnTo>
                    <a:pt x="11592" y="9025"/>
                  </a:lnTo>
                  <a:lnTo>
                    <a:pt x="11532" y="8885"/>
                  </a:lnTo>
                  <a:lnTo>
                    <a:pt x="11472" y="8744"/>
                  </a:lnTo>
                  <a:lnTo>
                    <a:pt x="11432" y="8564"/>
                  </a:lnTo>
                  <a:lnTo>
                    <a:pt x="11412" y="8363"/>
                  </a:lnTo>
                  <a:lnTo>
                    <a:pt x="11392" y="8143"/>
                  </a:lnTo>
                  <a:lnTo>
                    <a:pt x="10870" y="8002"/>
                  </a:lnTo>
                  <a:lnTo>
                    <a:pt x="10329" y="7842"/>
                  </a:lnTo>
                  <a:lnTo>
                    <a:pt x="9807" y="7661"/>
                  </a:lnTo>
                  <a:lnTo>
                    <a:pt x="9286" y="7441"/>
                  </a:lnTo>
                  <a:lnTo>
                    <a:pt x="8724" y="7160"/>
                  </a:lnTo>
                  <a:lnTo>
                    <a:pt x="8745" y="7521"/>
                  </a:lnTo>
                  <a:lnTo>
                    <a:pt x="8805" y="7862"/>
                  </a:lnTo>
                  <a:lnTo>
                    <a:pt x="8885" y="8223"/>
                  </a:lnTo>
                  <a:lnTo>
                    <a:pt x="8985" y="8544"/>
                  </a:lnTo>
                  <a:lnTo>
                    <a:pt x="9126" y="8885"/>
                  </a:lnTo>
                  <a:lnTo>
                    <a:pt x="9286" y="9205"/>
                  </a:lnTo>
                  <a:lnTo>
                    <a:pt x="9487" y="9506"/>
                  </a:lnTo>
                  <a:lnTo>
                    <a:pt x="9727" y="9807"/>
                  </a:lnTo>
                  <a:lnTo>
                    <a:pt x="9747" y="9847"/>
                  </a:lnTo>
                  <a:lnTo>
                    <a:pt x="9747" y="9907"/>
                  </a:lnTo>
                  <a:lnTo>
                    <a:pt x="9707" y="9947"/>
                  </a:lnTo>
                  <a:lnTo>
                    <a:pt x="9627" y="9947"/>
                  </a:lnTo>
                  <a:lnTo>
                    <a:pt x="9607" y="9927"/>
                  </a:lnTo>
                  <a:lnTo>
                    <a:pt x="9446" y="9767"/>
                  </a:lnTo>
                  <a:lnTo>
                    <a:pt x="9306" y="9627"/>
                  </a:lnTo>
                  <a:lnTo>
                    <a:pt x="9065" y="9286"/>
                  </a:lnTo>
                  <a:lnTo>
                    <a:pt x="8865" y="8945"/>
                  </a:lnTo>
                  <a:lnTo>
                    <a:pt x="8704" y="8584"/>
                  </a:lnTo>
                  <a:lnTo>
                    <a:pt x="8584" y="8203"/>
                  </a:lnTo>
                  <a:lnTo>
                    <a:pt x="8504" y="7802"/>
                  </a:lnTo>
                  <a:lnTo>
                    <a:pt x="8464" y="7401"/>
                  </a:lnTo>
                  <a:lnTo>
                    <a:pt x="8444" y="6999"/>
                  </a:lnTo>
                  <a:lnTo>
                    <a:pt x="8063" y="6759"/>
                  </a:lnTo>
                  <a:lnTo>
                    <a:pt x="7722" y="6518"/>
                  </a:lnTo>
                  <a:lnTo>
                    <a:pt x="7361" y="6257"/>
                  </a:lnTo>
                  <a:lnTo>
                    <a:pt x="7040" y="5977"/>
                  </a:lnTo>
                  <a:lnTo>
                    <a:pt x="6719" y="5696"/>
                  </a:lnTo>
                  <a:lnTo>
                    <a:pt x="6418" y="5375"/>
                  </a:lnTo>
                  <a:lnTo>
                    <a:pt x="6117" y="5054"/>
                  </a:lnTo>
                  <a:lnTo>
                    <a:pt x="5857" y="4713"/>
                  </a:lnTo>
                  <a:lnTo>
                    <a:pt x="5596" y="4372"/>
                  </a:lnTo>
                  <a:lnTo>
                    <a:pt x="5355" y="4011"/>
                  </a:lnTo>
                  <a:lnTo>
                    <a:pt x="5135" y="3650"/>
                  </a:lnTo>
                  <a:lnTo>
                    <a:pt x="4934" y="3269"/>
                  </a:lnTo>
                  <a:lnTo>
                    <a:pt x="4754" y="2868"/>
                  </a:lnTo>
                  <a:lnTo>
                    <a:pt x="4573" y="2467"/>
                  </a:lnTo>
                  <a:lnTo>
                    <a:pt x="4433" y="2046"/>
                  </a:lnTo>
                  <a:lnTo>
                    <a:pt x="4312" y="1625"/>
                  </a:lnTo>
                  <a:lnTo>
                    <a:pt x="4212" y="1224"/>
                  </a:lnTo>
                  <a:lnTo>
                    <a:pt x="3731" y="1204"/>
                  </a:lnTo>
                  <a:lnTo>
                    <a:pt x="3209" y="1123"/>
                  </a:lnTo>
                  <a:lnTo>
                    <a:pt x="2708" y="1023"/>
                  </a:lnTo>
                  <a:lnTo>
                    <a:pt x="2187" y="883"/>
                  </a:lnTo>
                  <a:lnTo>
                    <a:pt x="1665" y="722"/>
                  </a:lnTo>
                  <a:lnTo>
                    <a:pt x="1164" y="522"/>
                  </a:lnTo>
                  <a:lnTo>
                    <a:pt x="683" y="281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21"/>
            <p:cNvSpPr/>
            <p:nvPr/>
          </p:nvSpPr>
          <p:spPr>
            <a:xfrm>
              <a:off x="11608300" y="4514500"/>
              <a:ext cx="204575" cy="184525"/>
            </a:xfrm>
            <a:custGeom>
              <a:avLst/>
              <a:gdLst/>
              <a:ahLst/>
              <a:cxnLst/>
              <a:rect l="l" t="t" r="r" b="b"/>
              <a:pathLst>
                <a:path w="8183" h="7381" fill="none" extrusionOk="0">
                  <a:moveTo>
                    <a:pt x="1665" y="2728"/>
                  </a:moveTo>
                  <a:lnTo>
                    <a:pt x="1665" y="2728"/>
                  </a:lnTo>
                  <a:lnTo>
                    <a:pt x="1645" y="2728"/>
                  </a:lnTo>
                  <a:lnTo>
                    <a:pt x="1625" y="2708"/>
                  </a:lnTo>
                  <a:lnTo>
                    <a:pt x="1625" y="2688"/>
                  </a:lnTo>
                  <a:lnTo>
                    <a:pt x="1625" y="2668"/>
                  </a:lnTo>
                  <a:lnTo>
                    <a:pt x="1625" y="2668"/>
                  </a:lnTo>
                  <a:lnTo>
                    <a:pt x="1765" y="2327"/>
                  </a:lnTo>
                  <a:lnTo>
                    <a:pt x="1765" y="2327"/>
                  </a:lnTo>
                  <a:lnTo>
                    <a:pt x="1284" y="1785"/>
                  </a:lnTo>
                  <a:lnTo>
                    <a:pt x="842" y="1224"/>
                  </a:lnTo>
                  <a:lnTo>
                    <a:pt x="401" y="642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481" y="582"/>
                  </a:lnTo>
                  <a:lnTo>
                    <a:pt x="923" y="1124"/>
                  </a:lnTo>
                  <a:lnTo>
                    <a:pt x="1384" y="1645"/>
                  </a:lnTo>
                  <a:lnTo>
                    <a:pt x="1865" y="2146"/>
                  </a:lnTo>
                  <a:lnTo>
                    <a:pt x="1865" y="2146"/>
                  </a:lnTo>
                  <a:lnTo>
                    <a:pt x="1965" y="1986"/>
                  </a:lnTo>
                  <a:lnTo>
                    <a:pt x="2066" y="1846"/>
                  </a:lnTo>
                  <a:lnTo>
                    <a:pt x="2066" y="1846"/>
                  </a:lnTo>
                  <a:lnTo>
                    <a:pt x="2106" y="1825"/>
                  </a:lnTo>
                  <a:lnTo>
                    <a:pt x="2126" y="1805"/>
                  </a:lnTo>
                  <a:lnTo>
                    <a:pt x="2126" y="1805"/>
                  </a:lnTo>
                  <a:lnTo>
                    <a:pt x="2166" y="1825"/>
                  </a:lnTo>
                  <a:lnTo>
                    <a:pt x="2206" y="1846"/>
                  </a:lnTo>
                  <a:lnTo>
                    <a:pt x="2226" y="1886"/>
                  </a:lnTo>
                  <a:lnTo>
                    <a:pt x="2226" y="1926"/>
                  </a:lnTo>
                  <a:lnTo>
                    <a:pt x="2226" y="1926"/>
                  </a:lnTo>
                  <a:lnTo>
                    <a:pt x="2146" y="2126"/>
                  </a:lnTo>
                  <a:lnTo>
                    <a:pt x="2026" y="2307"/>
                  </a:lnTo>
                  <a:lnTo>
                    <a:pt x="2026" y="2307"/>
                  </a:lnTo>
                  <a:lnTo>
                    <a:pt x="2326" y="2588"/>
                  </a:lnTo>
                  <a:lnTo>
                    <a:pt x="2326" y="2588"/>
                  </a:lnTo>
                  <a:lnTo>
                    <a:pt x="2467" y="2367"/>
                  </a:lnTo>
                  <a:lnTo>
                    <a:pt x="2547" y="2247"/>
                  </a:lnTo>
                  <a:lnTo>
                    <a:pt x="2647" y="2166"/>
                  </a:lnTo>
                  <a:lnTo>
                    <a:pt x="2647" y="2166"/>
                  </a:lnTo>
                  <a:lnTo>
                    <a:pt x="2687" y="2166"/>
                  </a:lnTo>
                  <a:lnTo>
                    <a:pt x="2687" y="2166"/>
                  </a:lnTo>
                  <a:lnTo>
                    <a:pt x="2707" y="2166"/>
                  </a:lnTo>
                  <a:lnTo>
                    <a:pt x="2728" y="2186"/>
                  </a:lnTo>
                  <a:lnTo>
                    <a:pt x="2748" y="2207"/>
                  </a:lnTo>
                  <a:lnTo>
                    <a:pt x="2748" y="2247"/>
                  </a:lnTo>
                  <a:lnTo>
                    <a:pt x="2748" y="2247"/>
                  </a:lnTo>
                  <a:lnTo>
                    <a:pt x="2707" y="2367"/>
                  </a:lnTo>
                  <a:lnTo>
                    <a:pt x="2627" y="2487"/>
                  </a:lnTo>
                  <a:lnTo>
                    <a:pt x="2467" y="2728"/>
                  </a:lnTo>
                  <a:lnTo>
                    <a:pt x="2467" y="2728"/>
                  </a:lnTo>
                  <a:lnTo>
                    <a:pt x="2888" y="3129"/>
                  </a:lnTo>
                  <a:lnTo>
                    <a:pt x="3329" y="3510"/>
                  </a:lnTo>
                  <a:lnTo>
                    <a:pt x="4212" y="4252"/>
                  </a:lnTo>
                  <a:lnTo>
                    <a:pt x="5134" y="4994"/>
                  </a:lnTo>
                  <a:lnTo>
                    <a:pt x="6057" y="5696"/>
                  </a:lnTo>
                  <a:lnTo>
                    <a:pt x="6057" y="5696"/>
                  </a:lnTo>
                  <a:lnTo>
                    <a:pt x="6137" y="5415"/>
                  </a:lnTo>
                  <a:lnTo>
                    <a:pt x="6197" y="5275"/>
                  </a:lnTo>
                  <a:lnTo>
                    <a:pt x="6257" y="5155"/>
                  </a:lnTo>
                  <a:lnTo>
                    <a:pt x="6257" y="5155"/>
                  </a:lnTo>
                  <a:lnTo>
                    <a:pt x="6277" y="5134"/>
                  </a:lnTo>
                  <a:lnTo>
                    <a:pt x="6297" y="5134"/>
                  </a:lnTo>
                  <a:lnTo>
                    <a:pt x="6297" y="5134"/>
                  </a:lnTo>
                  <a:lnTo>
                    <a:pt x="6357" y="5155"/>
                  </a:lnTo>
                  <a:lnTo>
                    <a:pt x="6357" y="5175"/>
                  </a:lnTo>
                  <a:lnTo>
                    <a:pt x="6377" y="5195"/>
                  </a:lnTo>
                  <a:lnTo>
                    <a:pt x="6377" y="5195"/>
                  </a:lnTo>
                  <a:lnTo>
                    <a:pt x="6337" y="5435"/>
                  </a:lnTo>
                  <a:lnTo>
                    <a:pt x="6257" y="5676"/>
                  </a:lnTo>
                  <a:lnTo>
                    <a:pt x="6257" y="5676"/>
                  </a:lnTo>
                  <a:lnTo>
                    <a:pt x="6458" y="5556"/>
                  </a:lnTo>
                  <a:lnTo>
                    <a:pt x="6658" y="5435"/>
                  </a:lnTo>
                  <a:lnTo>
                    <a:pt x="6658" y="5435"/>
                  </a:lnTo>
                  <a:lnTo>
                    <a:pt x="6698" y="5415"/>
                  </a:lnTo>
                  <a:lnTo>
                    <a:pt x="6698" y="5415"/>
                  </a:lnTo>
                  <a:lnTo>
                    <a:pt x="6738" y="5435"/>
                  </a:lnTo>
                  <a:lnTo>
                    <a:pt x="6779" y="5475"/>
                  </a:lnTo>
                  <a:lnTo>
                    <a:pt x="6799" y="5536"/>
                  </a:lnTo>
                  <a:lnTo>
                    <a:pt x="6758" y="5576"/>
                  </a:lnTo>
                  <a:lnTo>
                    <a:pt x="6758" y="5576"/>
                  </a:lnTo>
                  <a:lnTo>
                    <a:pt x="6538" y="5736"/>
                  </a:lnTo>
                  <a:lnTo>
                    <a:pt x="6297" y="5876"/>
                  </a:lnTo>
                  <a:lnTo>
                    <a:pt x="6297" y="5876"/>
                  </a:lnTo>
                  <a:lnTo>
                    <a:pt x="8142" y="7220"/>
                  </a:lnTo>
                  <a:lnTo>
                    <a:pt x="8142" y="7220"/>
                  </a:lnTo>
                  <a:lnTo>
                    <a:pt x="8182" y="7260"/>
                  </a:lnTo>
                  <a:lnTo>
                    <a:pt x="8162" y="7320"/>
                  </a:lnTo>
                  <a:lnTo>
                    <a:pt x="8142" y="7361"/>
                  </a:lnTo>
                  <a:lnTo>
                    <a:pt x="8082" y="7381"/>
                  </a:lnTo>
                  <a:lnTo>
                    <a:pt x="8082" y="7381"/>
                  </a:lnTo>
                  <a:lnTo>
                    <a:pt x="8042" y="7361"/>
                  </a:lnTo>
                  <a:lnTo>
                    <a:pt x="8042" y="7361"/>
                  </a:lnTo>
                  <a:lnTo>
                    <a:pt x="7561" y="7080"/>
                  </a:lnTo>
                  <a:lnTo>
                    <a:pt x="7099" y="6779"/>
                  </a:lnTo>
                  <a:lnTo>
                    <a:pt x="6157" y="6177"/>
                  </a:lnTo>
                  <a:lnTo>
                    <a:pt x="6157" y="6177"/>
                  </a:lnTo>
                  <a:lnTo>
                    <a:pt x="6117" y="6418"/>
                  </a:lnTo>
                  <a:lnTo>
                    <a:pt x="6077" y="6679"/>
                  </a:lnTo>
                  <a:lnTo>
                    <a:pt x="6077" y="6679"/>
                  </a:lnTo>
                  <a:lnTo>
                    <a:pt x="6057" y="6699"/>
                  </a:lnTo>
                  <a:lnTo>
                    <a:pt x="6037" y="6719"/>
                  </a:lnTo>
                  <a:lnTo>
                    <a:pt x="6037" y="6719"/>
                  </a:lnTo>
                  <a:lnTo>
                    <a:pt x="6037" y="6699"/>
                  </a:lnTo>
                  <a:lnTo>
                    <a:pt x="6016" y="6679"/>
                  </a:lnTo>
                  <a:lnTo>
                    <a:pt x="6016" y="6679"/>
                  </a:lnTo>
                  <a:lnTo>
                    <a:pt x="6016" y="6398"/>
                  </a:lnTo>
                  <a:lnTo>
                    <a:pt x="6016" y="6077"/>
                  </a:lnTo>
                  <a:lnTo>
                    <a:pt x="6016" y="6077"/>
                  </a:lnTo>
                  <a:lnTo>
                    <a:pt x="5976" y="6037"/>
                  </a:lnTo>
                  <a:lnTo>
                    <a:pt x="5976" y="6037"/>
                  </a:lnTo>
                  <a:lnTo>
                    <a:pt x="5575" y="6217"/>
                  </a:lnTo>
                  <a:lnTo>
                    <a:pt x="5575" y="6217"/>
                  </a:lnTo>
                  <a:lnTo>
                    <a:pt x="5555" y="6237"/>
                  </a:lnTo>
                  <a:lnTo>
                    <a:pt x="5555" y="6237"/>
                  </a:lnTo>
                  <a:lnTo>
                    <a:pt x="5535" y="6217"/>
                  </a:lnTo>
                  <a:lnTo>
                    <a:pt x="5535" y="6197"/>
                  </a:lnTo>
                  <a:lnTo>
                    <a:pt x="5555" y="6177"/>
                  </a:lnTo>
                  <a:lnTo>
                    <a:pt x="5555" y="6177"/>
                  </a:lnTo>
                  <a:lnTo>
                    <a:pt x="5856" y="5957"/>
                  </a:lnTo>
                  <a:lnTo>
                    <a:pt x="5856" y="5957"/>
                  </a:lnTo>
                  <a:lnTo>
                    <a:pt x="5395" y="5616"/>
                  </a:lnTo>
                  <a:lnTo>
                    <a:pt x="4913" y="5275"/>
                  </a:lnTo>
                  <a:lnTo>
                    <a:pt x="4472" y="4914"/>
                  </a:lnTo>
                  <a:lnTo>
                    <a:pt x="4011" y="4533"/>
                  </a:lnTo>
                  <a:lnTo>
                    <a:pt x="3570" y="4152"/>
                  </a:lnTo>
                  <a:lnTo>
                    <a:pt x="3149" y="3751"/>
                  </a:lnTo>
                  <a:lnTo>
                    <a:pt x="2728" y="3350"/>
                  </a:lnTo>
                  <a:lnTo>
                    <a:pt x="2306" y="2928"/>
                  </a:lnTo>
                  <a:lnTo>
                    <a:pt x="2306" y="2928"/>
                  </a:lnTo>
                  <a:lnTo>
                    <a:pt x="2206" y="3089"/>
                  </a:lnTo>
                  <a:lnTo>
                    <a:pt x="2106" y="3249"/>
                  </a:lnTo>
                  <a:lnTo>
                    <a:pt x="2106" y="3249"/>
                  </a:lnTo>
                  <a:lnTo>
                    <a:pt x="2086" y="3249"/>
                  </a:lnTo>
                  <a:lnTo>
                    <a:pt x="2086" y="3269"/>
                  </a:lnTo>
                  <a:lnTo>
                    <a:pt x="2086" y="3269"/>
                  </a:lnTo>
                  <a:lnTo>
                    <a:pt x="2046" y="3249"/>
                  </a:lnTo>
                  <a:lnTo>
                    <a:pt x="2026" y="3229"/>
                  </a:lnTo>
                  <a:lnTo>
                    <a:pt x="2046" y="3189"/>
                  </a:lnTo>
                  <a:lnTo>
                    <a:pt x="2046" y="3189"/>
                  </a:lnTo>
                  <a:lnTo>
                    <a:pt x="2206" y="2808"/>
                  </a:lnTo>
                  <a:lnTo>
                    <a:pt x="2206" y="2808"/>
                  </a:lnTo>
                  <a:lnTo>
                    <a:pt x="1885" y="2467"/>
                  </a:lnTo>
                  <a:lnTo>
                    <a:pt x="1885" y="2467"/>
                  </a:lnTo>
                  <a:lnTo>
                    <a:pt x="1705" y="2728"/>
                  </a:lnTo>
                  <a:lnTo>
                    <a:pt x="1705" y="2728"/>
                  </a:lnTo>
                  <a:lnTo>
                    <a:pt x="1665" y="27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21"/>
            <p:cNvSpPr/>
            <p:nvPr/>
          </p:nvSpPr>
          <p:spPr>
            <a:xfrm>
              <a:off x="11890050" y="4698500"/>
              <a:ext cx="89775" cy="28600"/>
            </a:xfrm>
            <a:custGeom>
              <a:avLst/>
              <a:gdLst/>
              <a:ahLst/>
              <a:cxnLst/>
              <a:rect l="l" t="t" r="r" b="b"/>
              <a:pathLst>
                <a:path w="3591" h="1144" extrusionOk="0">
                  <a:moveTo>
                    <a:pt x="1" y="1"/>
                  </a:moveTo>
                  <a:lnTo>
                    <a:pt x="21" y="221"/>
                  </a:lnTo>
                  <a:lnTo>
                    <a:pt x="41" y="422"/>
                  </a:lnTo>
                  <a:lnTo>
                    <a:pt x="81" y="602"/>
                  </a:lnTo>
                  <a:lnTo>
                    <a:pt x="141" y="743"/>
                  </a:lnTo>
                  <a:lnTo>
                    <a:pt x="201" y="883"/>
                  </a:lnTo>
                  <a:lnTo>
                    <a:pt x="281" y="983"/>
                  </a:lnTo>
                  <a:lnTo>
                    <a:pt x="382" y="1063"/>
                  </a:lnTo>
                  <a:lnTo>
                    <a:pt x="482" y="1104"/>
                  </a:lnTo>
                  <a:lnTo>
                    <a:pt x="703" y="1124"/>
                  </a:lnTo>
                  <a:lnTo>
                    <a:pt x="943" y="1144"/>
                  </a:lnTo>
                  <a:lnTo>
                    <a:pt x="1224" y="1124"/>
                  </a:lnTo>
                  <a:lnTo>
                    <a:pt x="1545" y="1083"/>
                  </a:lnTo>
                  <a:lnTo>
                    <a:pt x="1866" y="983"/>
                  </a:lnTo>
                  <a:lnTo>
                    <a:pt x="2187" y="883"/>
                  </a:lnTo>
                  <a:lnTo>
                    <a:pt x="2528" y="743"/>
                  </a:lnTo>
                  <a:lnTo>
                    <a:pt x="2869" y="562"/>
                  </a:lnTo>
                  <a:lnTo>
                    <a:pt x="3230" y="362"/>
                  </a:lnTo>
                  <a:lnTo>
                    <a:pt x="3590" y="161"/>
                  </a:lnTo>
                  <a:lnTo>
                    <a:pt x="2909" y="221"/>
                  </a:lnTo>
                  <a:lnTo>
                    <a:pt x="2247" y="241"/>
                  </a:lnTo>
                  <a:lnTo>
                    <a:pt x="1685" y="221"/>
                  </a:lnTo>
                  <a:lnTo>
                    <a:pt x="1124" y="181"/>
                  </a:lnTo>
                  <a:lnTo>
                    <a:pt x="562" y="1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21"/>
            <p:cNvSpPr/>
            <p:nvPr/>
          </p:nvSpPr>
          <p:spPr>
            <a:xfrm>
              <a:off x="11890050" y="4698500"/>
              <a:ext cx="89775" cy="28600"/>
            </a:xfrm>
            <a:custGeom>
              <a:avLst/>
              <a:gdLst/>
              <a:ahLst/>
              <a:cxnLst/>
              <a:rect l="l" t="t" r="r" b="b"/>
              <a:pathLst>
                <a:path w="3591" h="1144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21" y="221"/>
                  </a:lnTo>
                  <a:lnTo>
                    <a:pt x="41" y="422"/>
                  </a:lnTo>
                  <a:lnTo>
                    <a:pt x="81" y="602"/>
                  </a:lnTo>
                  <a:lnTo>
                    <a:pt x="141" y="743"/>
                  </a:lnTo>
                  <a:lnTo>
                    <a:pt x="201" y="883"/>
                  </a:lnTo>
                  <a:lnTo>
                    <a:pt x="281" y="983"/>
                  </a:lnTo>
                  <a:lnTo>
                    <a:pt x="382" y="1063"/>
                  </a:lnTo>
                  <a:lnTo>
                    <a:pt x="482" y="1104"/>
                  </a:lnTo>
                  <a:lnTo>
                    <a:pt x="482" y="1104"/>
                  </a:lnTo>
                  <a:lnTo>
                    <a:pt x="703" y="1124"/>
                  </a:lnTo>
                  <a:lnTo>
                    <a:pt x="943" y="1144"/>
                  </a:lnTo>
                  <a:lnTo>
                    <a:pt x="943" y="1144"/>
                  </a:lnTo>
                  <a:lnTo>
                    <a:pt x="1224" y="1124"/>
                  </a:lnTo>
                  <a:lnTo>
                    <a:pt x="1545" y="1083"/>
                  </a:lnTo>
                  <a:lnTo>
                    <a:pt x="1866" y="983"/>
                  </a:lnTo>
                  <a:lnTo>
                    <a:pt x="2187" y="883"/>
                  </a:lnTo>
                  <a:lnTo>
                    <a:pt x="2528" y="743"/>
                  </a:lnTo>
                  <a:lnTo>
                    <a:pt x="2869" y="562"/>
                  </a:lnTo>
                  <a:lnTo>
                    <a:pt x="3230" y="362"/>
                  </a:lnTo>
                  <a:lnTo>
                    <a:pt x="3590" y="161"/>
                  </a:lnTo>
                  <a:lnTo>
                    <a:pt x="3590" y="161"/>
                  </a:lnTo>
                  <a:lnTo>
                    <a:pt x="2909" y="221"/>
                  </a:lnTo>
                  <a:lnTo>
                    <a:pt x="2247" y="241"/>
                  </a:lnTo>
                  <a:lnTo>
                    <a:pt x="2247" y="241"/>
                  </a:lnTo>
                  <a:lnTo>
                    <a:pt x="1685" y="221"/>
                  </a:lnTo>
                  <a:lnTo>
                    <a:pt x="1124" y="181"/>
                  </a:lnTo>
                  <a:lnTo>
                    <a:pt x="562" y="10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21"/>
            <p:cNvSpPr/>
            <p:nvPr/>
          </p:nvSpPr>
          <p:spPr>
            <a:xfrm>
              <a:off x="11816350" y="4669925"/>
              <a:ext cx="32625" cy="73725"/>
            </a:xfrm>
            <a:custGeom>
              <a:avLst/>
              <a:gdLst/>
              <a:ahLst/>
              <a:cxnLst/>
              <a:rect l="l" t="t" r="r" b="b"/>
              <a:pathLst>
                <a:path w="1305" h="2949" extrusionOk="0">
                  <a:moveTo>
                    <a:pt x="1" y="0"/>
                  </a:moveTo>
                  <a:lnTo>
                    <a:pt x="21" y="402"/>
                  </a:lnTo>
                  <a:lnTo>
                    <a:pt x="61" y="803"/>
                  </a:lnTo>
                  <a:lnTo>
                    <a:pt x="141" y="1204"/>
                  </a:lnTo>
                  <a:lnTo>
                    <a:pt x="261" y="1585"/>
                  </a:lnTo>
                  <a:lnTo>
                    <a:pt x="422" y="1946"/>
                  </a:lnTo>
                  <a:lnTo>
                    <a:pt x="622" y="2287"/>
                  </a:lnTo>
                  <a:lnTo>
                    <a:pt x="863" y="2628"/>
                  </a:lnTo>
                  <a:lnTo>
                    <a:pt x="1003" y="2768"/>
                  </a:lnTo>
                  <a:lnTo>
                    <a:pt x="1164" y="2928"/>
                  </a:lnTo>
                  <a:lnTo>
                    <a:pt x="1184" y="2948"/>
                  </a:lnTo>
                  <a:lnTo>
                    <a:pt x="1264" y="2948"/>
                  </a:lnTo>
                  <a:lnTo>
                    <a:pt x="1304" y="2908"/>
                  </a:lnTo>
                  <a:lnTo>
                    <a:pt x="1304" y="2848"/>
                  </a:lnTo>
                  <a:lnTo>
                    <a:pt x="1284" y="2808"/>
                  </a:lnTo>
                  <a:lnTo>
                    <a:pt x="1044" y="2507"/>
                  </a:lnTo>
                  <a:lnTo>
                    <a:pt x="843" y="2206"/>
                  </a:lnTo>
                  <a:lnTo>
                    <a:pt x="683" y="1886"/>
                  </a:lnTo>
                  <a:lnTo>
                    <a:pt x="542" y="1545"/>
                  </a:lnTo>
                  <a:lnTo>
                    <a:pt x="442" y="1224"/>
                  </a:lnTo>
                  <a:lnTo>
                    <a:pt x="362" y="863"/>
                  </a:lnTo>
                  <a:lnTo>
                    <a:pt x="302" y="522"/>
                  </a:lnTo>
                  <a:lnTo>
                    <a:pt x="281" y="16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21"/>
            <p:cNvSpPr/>
            <p:nvPr/>
          </p:nvSpPr>
          <p:spPr>
            <a:xfrm>
              <a:off x="11608300" y="4514500"/>
              <a:ext cx="204575" cy="184525"/>
            </a:xfrm>
            <a:custGeom>
              <a:avLst/>
              <a:gdLst/>
              <a:ahLst/>
              <a:cxnLst/>
              <a:rect l="l" t="t" r="r" b="b"/>
              <a:pathLst>
                <a:path w="8183" h="7381" extrusionOk="0">
                  <a:moveTo>
                    <a:pt x="20" y="1"/>
                  </a:moveTo>
                  <a:lnTo>
                    <a:pt x="0" y="21"/>
                  </a:lnTo>
                  <a:lnTo>
                    <a:pt x="0" y="41"/>
                  </a:lnTo>
                  <a:lnTo>
                    <a:pt x="401" y="642"/>
                  </a:lnTo>
                  <a:lnTo>
                    <a:pt x="842" y="1224"/>
                  </a:lnTo>
                  <a:lnTo>
                    <a:pt x="1284" y="1785"/>
                  </a:lnTo>
                  <a:lnTo>
                    <a:pt x="1765" y="2327"/>
                  </a:lnTo>
                  <a:lnTo>
                    <a:pt x="1625" y="2668"/>
                  </a:lnTo>
                  <a:lnTo>
                    <a:pt x="1625" y="2688"/>
                  </a:lnTo>
                  <a:lnTo>
                    <a:pt x="1625" y="2708"/>
                  </a:lnTo>
                  <a:lnTo>
                    <a:pt x="1645" y="2728"/>
                  </a:lnTo>
                  <a:lnTo>
                    <a:pt x="1705" y="2728"/>
                  </a:lnTo>
                  <a:lnTo>
                    <a:pt x="1885" y="2467"/>
                  </a:lnTo>
                  <a:lnTo>
                    <a:pt x="2206" y="2808"/>
                  </a:lnTo>
                  <a:lnTo>
                    <a:pt x="2046" y="3189"/>
                  </a:lnTo>
                  <a:lnTo>
                    <a:pt x="2026" y="3229"/>
                  </a:lnTo>
                  <a:lnTo>
                    <a:pt x="2046" y="3249"/>
                  </a:lnTo>
                  <a:lnTo>
                    <a:pt x="2086" y="3269"/>
                  </a:lnTo>
                  <a:lnTo>
                    <a:pt x="2086" y="3249"/>
                  </a:lnTo>
                  <a:lnTo>
                    <a:pt x="2106" y="3249"/>
                  </a:lnTo>
                  <a:lnTo>
                    <a:pt x="2206" y="3089"/>
                  </a:lnTo>
                  <a:lnTo>
                    <a:pt x="2306" y="2928"/>
                  </a:lnTo>
                  <a:lnTo>
                    <a:pt x="2728" y="3350"/>
                  </a:lnTo>
                  <a:lnTo>
                    <a:pt x="3149" y="3751"/>
                  </a:lnTo>
                  <a:lnTo>
                    <a:pt x="3570" y="4152"/>
                  </a:lnTo>
                  <a:lnTo>
                    <a:pt x="4011" y="4533"/>
                  </a:lnTo>
                  <a:lnTo>
                    <a:pt x="4472" y="4914"/>
                  </a:lnTo>
                  <a:lnTo>
                    <a:pt x="4913" y="5275"/>
                  </a:lnTo>
                  <a:lnTo>
                    <a:pt x="5395" y="5616"/>
                  </a:lnTo>
                  <a:lnTo>
                    <a:pt x="5856" y="5957"/>
                  </a:lnTo>
                  <a:lnTo>
                    <a:pt x="5555" y="6177"/>
                  </a:lnTo>
                  <a:lnTo>
                    <a:pt x="5535" y="6197"/>
                  </a:lnTo>
                  <a:lnTo>
                    <a:pt x="5535" y="6217"/>
                  </a:lnTo>
                  <a:lnTo>
                    <a:pt x="5555" y="6237"/>
                  </a:lnTo>
                  <a:lnTo>
                    <a:pt x="5575" y="6217"/>
                  </a:lnTo>
                  <a:lnTo>
                    <a:pt x="5976" y="6037"/>
                  </a:lnTo>
                  <a:lnTo>
                    <a:pt x="6016" y="6077"/>
                  </a:lnTo>
                  <a:lnTo>
                    <a:pt x="6016" y="6398"/>
                  </a:lnTo>
                  <a:lnTo>
                    <a:pt x="6016" y="6679"/>
                  </a:lnTo>
                  <a:lnTo>
                    <a:pt x="6037" y="6699"/>
                  </a:lnTo>
                  <a:lnTo>
                    <a:pt x="6037" y="6719"/>
                  </a:lnTo>
                  <a:lnTo>
                    <a:pt x="6057" y="6699"/>
                  </a:lnTo>
                  <a:lnTo>
                    <a:pt x="6077" y="6679"/>
                  </a:lnTo>
                  <a:lnTo>
                    <a:pt x="6117" y="6418"/>
                  </a:lnTo>
                  <a:lnTo>
                    <a:pt x="6157" y="6177"/>
                  </a:lnTo>
                  <a:lnTo>
                    <a:pt x="7099" y="6779"/>
                  </a:lnTo>
                  <a:lnTo>
                    <a:pt x="7561" y="7080"/>
                  </a:lnTo>
                  <a:lnTo>
                    <a:pt x="8042" y="7361"/>
                  </a:lnTo>
                  <a:lnTo>
                    <a:pt x="8082" y="7381"/>
                  </a:lnTo>
                  <a:lnTo>
                    <a:pt x="8142" y="7361"/>
                  </a:lnTo>
                  <a:lnTo>
                    <a:pt x="8162" y="7320"/>
                  </a:lnTo>
                  <a:lnTo>
                    <a:pt x="8182" y="7260"/>
                  </a:lnTo>
                  <a:lnTo>
                    <a:pt x="8142" y="7220"/>
                  </a:lnTo>
                  <a:lnTo>
                    <a:pt x="6297" y="5876"/>
                  </a:lnTo>
                  <a:lnTo>
                    <a:pt x="6538" y="5736"/>
                  </a:lnTo>
                  <a:lnTo>
                    <a:pt x="6758" y="5576"/>
                  </a:lnTo>
                  <a:lnTo>
                    <a:pt x="6799" y="5536"/>
                  </a:lnTo>
                  <a:lnTo>
                    <a:pt x="6779" y="5475"/>
                  </a:lnTo>
                  <a:lnTo>
                    <a:pt x="6738" y="5435"/>
                  </a:lnTo>
                  <a:lnTo>
                    <a:pt x="6698" y="5415"/>
                  </a:lnTo>
                  <a:lnTo>
                    <a:pt x="6658" y="5435"/>
                  </a:lnTo>
                  <a:lnTo>
                    <a:pt x="6458" y="5556"/>
                  </a:lnTo>
                  <a:lnTo>
                    <a:pt x="6257" y="5676"/>
                  </a:lnTo>
                  <a:lnTo>
                    <a:pt x="6337" y="5435"/>
                  </a:lnTo>
                  <a:lnTo>
                    <a:pt x="6377" y="5195"/>
                  </a:lnTo>
                  <a:lnTo>
                    <a:pt x="6357" y="5175"/>
                  </a:lnTo>
                  <a:lnTo>
                    <a:pt x="6357" y="5155"/>
                  </a:lnTo>
                  <a:lnTo>
                    <a:pt x="6297" y="5134"/>
                  </a:lnTo>
                  <a:lnTo>
                    <a:pt x="6277" y="5134"/>
                  </a:lnTo>
                  <a:lnTo>
                    <a:pt x="6257" y="5155"/>
                  </a:lnTo>
                  <a:lnTo>
                    <a:pt x="6197" y="5275"/>
                  </a:lnTo>
                  <a:lnTo>
                    <a:pt x="6137" y="5415"/>
                  </a:lnTo>
                  <a:lnTo>
                    <a:pt x="6057" y="5696"/>
                  </a:lnTo>
                  <a:lnTo>
                    <a:pt x="5134" y="4994"/>
                  </a:lnTo>
                  <a:lnTo>
                    <a:pt x="4212" y="4252"/>
                  </a:lnTo>
                  <a:lnTo>
                    <a:pt x="3329" y="3510"/>
                  </a:lnTo>
                  <a:lnTo>
                    <a:pt x="2888" y="3129"/>
                  </a:lnTo>
                  <a:lnTo>
                    <a:pt x="2467" y="2728"/>
                  </a:lnTo>
                  <a:lnTo>
                    <a:pt x="2627" y="2487"/>
                  </a:lnTo>
                  <a:lnTo>
                    <a:pt x="2707" y="2367"/>
                  </a:lnTo>
                  <a:lnTo>
                    <a:pt x="2748" y="2247"/>
                  </a:lnTo>
                  <a:lnTo>
                    <a:pt x="2748" y="2207"/>
                  </a:lnTo>
                  <a:lnTo>
                    <a:pt x="2728" y="2186"/>
                  </a:lnTo>
                  <a:lnTo>
                    <a:pt x="2707" y="2166"/>
                  </a:lnTo>
                  <a:lnTo>
                    <a:pt x="2647" y="2166"/>
                  </a:lnTo>
                  <a:lnTo>
                    <a:pt x="2547" y="2247"/>
                  </a:lnTo>
                  <a:lnTo>
                    <a:pt x="2467" y="2367"/>
                  </a:lnTo>
                  <a:lnTo>
                    <a:pt x="2326" y="2588"/>
                  </a:lnTo>
                  <a:lnTo>
                    <a:pt x="2026" y="2307"/>
                  </a:lnTo>
                  <a:lnTo>
                    <a:pt x="2146" y="2126"/>
                  </a:lnTo>
                  <a:lnTo>
                    <a:pt x="2226" y="1926"/>
                  </a:lnTo>
                  <a:lnTo>
                    <a:pt x="2226" y="1886"/>
                  </a:lnTo>
                  <a:lnTo>
                    <a:pt x="2206" y="1846"/>
                  </a:lnTo>
                  <a:lnTo>
                    <a:pt x="2166" y="1825"/>
                  </a:lnTo>
                  <a:lnTo>
                    <a:pt x="2126" y="1805"/>
                  </a:lnTo>
                  <a:lnTo>
                    <a:pt x="2106" y="1825"/>
                  </a:lnTo>
                  <a:lnTo>
                    <a:pt x="2066" y="1846"/>
                  </a:lnTo>
                  <a:lnTo>
                    <a:pt x="1965" y="1986"/>
                  </a:lnTo>
                  <a:lnTo>
                    <a:pt x="1865" y="2146"/>
                  </a:lnTo>
                  <a:lnTo>
                    <a:pt x="1384" y="1645"/>
                  </a:lnTo>
                  <a:lnTo>
                    <a:pt x="923" y="1124"/>
                  </a:lnTo>
                  <a:lnTo>
                    <a:pt x="481" y="582"/>
                  </a:lnTo>
                  <a:lnTo>
                    <a:pt x="60" y="2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21"/>
            <p:cNvSpPr/>
            <p:nvPr/>
          </p:nvSpPr>
          <p:spPr>
            <a:xfrm>
              <a:off x="10977575" y="3951475"/>
              <a:ext cx="307350" cy="574075"/>
            </a:xfrm>
            <a:custGeom>
              <a:avLst/>
              <a:gdLst/>
              <a:ahLst/>
              <a:cxnLst/>
              <a:rect l="l" t="t" r="r" b="b"/>
              <a:pathLst>
                <a:path w="12294" h="22963" extrusionOk="0">
                  <a:moveTo>
                    <a:pt x="6959" y="0"/>
                  </a:moveTo>
                  <a:lnTo>
                    <a:pt x="6699" y="20"/>
                  </a:lnTo>
                  <a:lnTo>
                    <a:pt x="6438" y="101"/>
                  </a:lnTo>
                  <a:lnTo>
                    <a:pt x="6177" y="221"/>
                  </a:lnTo>
                  <a:lnTo>
                    <a:pt x="5897" y="361"/>
                  </a:lnTo>
                  <a:lnTo>
                    <a:pt x="5616" y="542"/>
                  </a:lnTo>
                  <a:lnTo>
                    <a:pt x="5335" y="742"/>
                  </a:lnTo>
                  <a:lnTo>
                    <a:pt x="5054" y="983"/>
                  </a:lnTo>
                  <a:lnTo>
                    <a:pt x="4774" y="1264"/>
                  </a:lnTo>
                  <a:lnTo>
                    <a:pt x="4473" y="1565"/>
                  </a:lnTo>
                  <a:lnTo>
                    <a:pt x="4192" y="1885"/>
                  </a:lnTo>
                  <a:lnTo>
                    <a:pt x="3891" y="2226"/>
                  </a:lnTo>
                  <a:lnTo>
                    <a:pt x="3610" y="2607"/>
                  </a:lnTo>
                  <a:lnTo>
                    <a:pt x="3330" y="3008"/>
                  </a:lnTo>
                  <a:lnTo>
                    <a:pt x="3049" y="3430"/>
                  </a:lnTo>
                  <a:lnTo>
                    <a:pt x="2768" y="3871"/>
                  </a:lnTo>
                  <a:lnTo>
                    <a:pt x="2507" y="4332"/>
                  </a:lnTo>
                  <a:lnTo>
                    <a:pt x="2247" y="4793"/>
                  </a:lnTo>
                  <a:lnTo>
                    <a:pt x="2006" y="5295"/>
                  </a:lnTo>
                  <a:lnTo>
                    <a:pt x="1765" y="5796"/>
                  </a:lnTo>
                  <a:lnTo>
                    <a:pt x="1525" y="6317"/>
                  </a:lnTo>
                  <a:lnTo>
                    <a:pt x="1304" y="6859"/>
                  </a:lnTo>
                  <a:lnTo>
                    <a:pt x="1104" y="7400"/>
                  </a:lnTo>
                  <a:lnTo>
                    <a:pt x="923" y="7962"/>
                  </a:lnTo>
                  <a:lnTo>
                    <a:pt x="743" y="8543"/>
                  </a:lnTo>
                  <a:lnTo>
                    <a:pt x="582" y="9105"/>
                  </a:lnTo>
                  <a:lnTo>
                    <a:pt x="442" y="9687"/>
                  </a:lnTo>
                  <a:lnTo>
                    <a:pt x="321" y="10288"/>
                  </a:lnTo>
                  <a:lnTo>
                    <a:pt x="201" y="10870"/>
                  </a:lnTo>
                  <a:lnTo>
                    <a:pt x="121" y="11471"/>
                  </a:lnTo>
                  <a:lnTo>
                    <a:pt x="61" y="12053"/>
                  </a:lnTo>
                  <a:lnTo>
                    <a:pt x="21" y="12655"/>
                  </a:lnTo>
                  <a:lnTo>
                    <a:pt x="1" y="13056"/>
                  </a:lnTo>
                  <a:lnTo>
                    <a:pt x="1" y="13457"/>
                  </a:lnTo>
                  <a:lnTo>
                    <a:pt x="41" y="14279"/>
                  </a:lnTo>
                  <a:lnTo>
                    <a:pt x="101" y="15101"/>
                  </a:lnTo>
                  <a:lnTo>
                    <a:pt x="221" y="15924"/>
                  </a:lnTo>
                  <a:lnTo>
                    <a:pt x="402" y="16726"/>
                  </a:lnTo>
                  <a:lnTo>
                    <a:pt x="602" y="17508"/>
                  </a:lnTo>
                  <a:lnTo>
                    <a:pt x="843" y="18270"/>
                  </a:lnTo>
                  <a:lnTo>
                    <a:pt x="1104" y="18992"/>
                  </a:lnTo>
                  <a:lnTo>
                    <a:pt x="1424" y="19674"/>
                  </a:lnTo>
                  <a:lnTo>
                    <a:pt x="1585" y="20015"/>
                  </a:lnTo>
                  <a:lnTo>
                    <a:pt x="1765" y="20316"/>
                  </a:lnTo>
                  <a:lnTo>
                    <a:pt x="1946" y="20616"/>
                  </a:lnTo>
                  <a:lnTo>
                    <a:pt x="2126" y="20897"/>
                  </a:lnTo>
                  <a:lnTo>
                    <a:pt x="2327" y="21178"/>
                  </a:lnTo>
                  <a:lnTo>
                    <a:pt x="2527" y="21419"/>
                  </a:lnTo>
                  <a:lnTo>
                    <a:pt x="2748" y="21659"/>
                  </a:lnTo>
                  <a:lnTo>
                    <a:pt x="2969" y="21880"/>
                  </a:lnTo>
                  <a:lnTo>
                    <a:pt x="3189" y="22080"/>
                  </a:lnTo>
                  <a:lnTo>
                    <a:pt x="3410" y="22261"/>
                  </a:lnTo>
                  <a:lnTo>
                    <a:pt x="3630" y="22421"/>
                  </a:lnTo>
                  <a:lnTo>
                    <a:pt x="3871" y="22562"/>
                  </a:lnTo>
                  <a:lnTo>
                    <a:pt x="4112" y="22682"/>
                  </a:lnTo>
                  <a:lnTo>
                    <a:pt x="4372" y="22762"/>
                  </a:lnTo>
                  <a:lnTo>
                    <a:pt x="4613" y="22842"/>
                  </a:lnTo>
                  <a:lnTo>
                    <a:pt x="4874" y="22882"/>
                  </a:lnTo>
                  <a:lnTo>
                    <a:pt x="5155" y="22923"/>
                  </a:lnTo>
                  <a:lnTo>
                    <a:pt x="5455" y="22963"/>
                  </a:lnTo>
                  <a:lnTo>
                    <a:pt x="6057" y="22963"/>
                  </a:lnTo>
                  <a:lnTo>
                    <a:pt x="6378" y="22943"/>
                  </a:lnTo>
                  <a:lnTo>
                    <a:pt x="6699" y="22903"/>
                  </a:lnTo>
                  <a:lnTo>
                    <a:pt x="7040" y="22862"/>
                  </a:lnTo>
                  <a:lnTo>
                    <a:pt x="7361" y="22782"/>
                  </a:lnTo>
                  <a:lnTo>
                    <a:pt x="7701" y="22702"/>
                  </a:lnTo>
                  <a:lnTo>
                    <a:pt x="8042" y="22622"/>
                  </a:lnTo>
                  <a:lnTo>
                    <a:pt x="8383" y="22501"/>
                  </a:lnTo>
                  <a:lnTo>
                    <a:pt x="8704" y="22381"/>
                  </a:lnTo>
                  <a:lnTo>
                    <a:pt x="9025" y="22241"/>
                  </a:lnTo>
                  <a:lnTo>
                    <a:pt x="9346" y="22080"/>
                  </a:lnTo>
                  <a:lnTo>
                    <a:pt x="9667" y="21920"/>
                  </a:lnTo>
                  <a:lnTo>
                    <a:pt x="9968" y="21739"/>
                  </a:lnTo>
                  <a:lnTo>
                    <a:pt x="10248" y="21539"/>
                  </a:lnTo>
                  <a:lnTo>
                    <a:pt x="10529" y="21318"/>
                  </a:lnTo>
                  <a:lnTo>
                    <a:pt x="10790" y="21098"/>
                  </a:lnTo>
                  <a:lnTo>
                    <a:pt x="11051" y="20857"/>
                  </a:lnTo>
                  <a:lnTo>
                    <a:pt x="11271" y="20596"/>
                  </a:lnTo>
                  <a:lnTo>
                    <a:pt x="11492" y="20316"/>
                  </a:lnTo>
                  <a:lnTo>
                    <a:pt x="11672" y="20035"/>
                  </a:lnTo>
                  <a:lnTo>
                    <a:pt x="11833" y="19734"/>
                  </a:lnTo>
                  <a:lnTo>
                    <a:pt x="11993" y="19413"/>
                  </a:lnTo>
                  <a:lnTo>
                    <a:pt x="12113" y="19092"/>
                  </a:lnTo>
                  <a:lnTo>
                    <a:pt x="12194" y="18751"/>
                  </a:lnTo>
                  <a:lnTo>
                    <a:pt x="12254" y="18390"/>
                  </a:lnTo>
                  <a:lnTo>
                    <a:pt x="12294" y="18009"/>
                  </a:lnTo>
                  <a:lnTo>
                    <a:pt x="12294" y="17628"/>
                  </a:lnTo>
                  <a:lnTo>
                    <a:pt x="12274" y="17367"/>
                  </a:lnTo>
                  <a:lnTo>
                    <a:pt x="12254" y="17107"/>
                  </a:lnTo>
                  <a:lnTo>
                    <a:pt x="12194" y="16786"/>
                  </a:lnTo>
                  <a:lnTo>
                    <a:pt x="12134" y="16465"/>
                  </a:lnTo>
                  <a:lnTo>
                    <a:pt x="12033" y="16144"/>
                  </a:lnTo>
                  <a:lnTo>
                    <a:pt x="11933" y="15823"/>
                  </a:lnTo>
                  <a:lnTo>
                    <a:pt x="11692" y="15182"/>
                  </a:lnTo>
                  <a:lnTo>
                    <a:pt x="11412" y="14520"/>
                  </a:lnTo>
                  <a:lnTo>
                    <a:pt x="11091" y="13878"/>
                  </a:lnTo>
                  <a:lnTo>
                    <a:pt x="10750" y="13236"/>
                  </a:lnTo>
                  <a:lnTo>
                    <a:pt x="10389" y="12615"/>
                  </a:lnTo>
                  <a:lnTo>
                    <a:pt x="10008" y="11993"/>
                  </a:lnTo>
                  <a:lnTo>
                    <a:pt x="9246" y="10810"/>
                  </a:lnTo>
                  <a:lnTo>
                    <a:pt x="8524" y="9727"/>
                  </a:lnTo>
                  <a:lnTo>
                    <a:pt x="8223" y="9225"/>
                  </a:lnTo>
                  <a:lnTo>
                    <a:pt x="7942" y="8764"/>
                  </a:lnTo>
                  <a:lnTo>
                    <a:pt x="7701" y="8323"/>
                  </a:lnTo>
                  <a:lnTo>
                    <a:pt x="7541" y="7942"/>
                  </a:lnTo>
                  <a:lnTo>
                    <a:pt x="7481" y="7761"/>
                  </a:lnTo>
                  <a:lnTo>
                    <a:pt x="7421" y="7561"/>
                  </a:lnTo>
                  <a:lnTo>
                    <a:pt x="7401" y="7340"/>
                  </a:lnTo>
                  <a:lnTo>
                    <a:pt x="7361" y="7100"/>
                  </a:lnTo>
                  <a:lnTo>
                    <a:pt x="7361" y="6578"/>
                  </a:lnTo>
                  <a:lnTo>
                    <a:pt x="7381" y="6017"/>
                  </a:lnTo>
                  <a:lnTo>
                    <a:pt x="7421" y="5415"/>
                  </a:lnTo>
                  <a:lnTo>
                    <a:pt x="7481" y="4793"/>
                  </a:lnTo>
                  <a:lnTo>
                    <a:pt x="7641" y="3550"/>
                  </a:lnTo>
                  <a:lnTo>
                    <a:pt x="7722" y="2928"/>
                  </a:lnTo>
                  <a:lnTo>
                    <a:pt x="7782" y="2347"/>
                  </a:lnTo>
                  <a:lnTo>
                    <a:pt x="7822" y="1805"/>
                  </a:lnTo>
                  <a:lnTo>
                    <a:pt x="7822" y="1304"/>
                  </a:lnTo>
                  <a:lnTo>
                    <a:pt x="7802" y="883"/>
                  </a:lnTo>
                  <a:lnTo>
                    <a:pt x="7762" y="682"/>
                  </a:lnTo>
                  <a:lnTo>
                    <a:pt x="7722" y="522"/>
                  </a:lnTo>
                  <a:lnTo>
                    <a:pt x="7681" y="361"/>
                  </a:lnTo>
                  <a:lnTo>
                    <a:pt x="7601" y="241"/>
                  </a:lnTo>
                  <a:lnTo>
                    <a:pt x="7521" y="141"/>
                  </a:lnTo>
                  <a:lnTo>
                    <a:pt x="7421" y="60"/>
                  </a:lnTo>
                  <a:lnTo>
                    <a:pt x="7320" y="20"/>
                  </a:lnTo>
                  <a:lnTo>
                    <a:pt x="72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21"/>
            <p:cNvSpPr/>
            <p:nvPr/>
          </p:nvSpPr>
          <p:spPr>
            <a:xfrm>
              <a:off x="10977575" y="3951475"/>
              <a:ext cx="307350" cy="574075"/>
            </a:xfrm>
            <a:custGeom>
              <a:avLst/>
              <a:gdLst/>
              <a:ahLst/>
              <a:cxnLst/>
              <a:rect l="l" t="t" r="r" b="b"/>
              <a:pathLst>
                <a:path w="12294" h="22963" fill="none" extrusionOk="0">
                  <a:moveTo>
                    <a:pt x="12294" y="17628"/>
                  </a:moveTo>
                  <a:lnTo>
                    <a:pt x="12294" y="17628"/>
                  </a:lnTo>
                  <a:lnTo>
                    <a:pt x="12294" y="18009"/>
                  </a:lnTo>
                  <a:lnTo>
                    <a:pt x="12254" y="18390"/>
                  </a:lnTo>
                  <a:lnTo>
                    <a:pt x="12194" y="18751"/>
                  </a:lnTo>
                  <a:lnTo>
                    <a:pt x="12113" y="19092"/>
                  </a:lnTo>
                  <a:lnTo>
                    <a:pt x="11993" y="19413"/>
                  </a:lnTo>
                  <a:lnTo>
                    <a:pt x="11833" y="19734"/>
                  </a:lnTo>
                  <a:lnTo>
                    <a:pt x="11672" y="20035"/>
                  </a:lnTo>
                  <a:lnTo>
                    <a:pt x="11492" y="20316"/>
                  </a:lnTo>
                  <a:lnTo>
                    <a:pt x="11271" y="20596"/>
                  </a:lnTo>
                  <a:lnTo>
                    <a:pt x="11051" y="20857"/>
                  </a:lnTo>
                  <a:lnTo>
                    <a:pt x="10790" y="21098"/>
                  </a:lnTo>
                  <a:lnTo>
                    <a:pt x="10529" y="21318"/>
                  </a:lnTo>
                  <a:lnTo>
                    <a:pt x="10248" y="21539"/>
                  </a:lnTo>
                  <a:lnTo>
                    <a:pt x="9968" y="21739"/>
                  </a:lnTo>
                  <a:lnTo>
                    <a:pt x="9667" y="21920"/>
                  </a:lnTo>
                  <a:lnTo>
                    <a:pt x="9346" y="22080"/>
                  </a:lnTo>
                  <a:lnTo>
                    <a:pt x="9025" y="22241"/>
                  </a:lnTo>
                  <a:lnTo>
                    <a:pt x="8704" y="22381"/>
                  </a:lnTo>
                  <a:lnTo>
                    <a:pt x="8383" y="22501"/>
                  </a:lnTo>
                  <a:lnTo>
                    <a:pt x="8042" y="22622"/>
                  </a:lnTo>
                  <a:lnTo>
                    <a:pt x="7701" y="22702"/>
                  </a:lnTo>
                  <a:lnTo>
                    <a:pt x="7361" y="22782"/>
                  </a:lnTo>
                  <a:lnTo>
                    <a:pt x="7040" y="22862"/>
                  </a:lnTo>
                  <a:lnTo>
                    <a:pt x="6699" y="22903"/>
                  </a:lnTo>
                  <a:lnTo>
                    <a:pt x="6378" y="22943"/>
                  </a:lnTo>
                  <a:lnTo>
                    <a:pt x="6057" y="22963"/>
                  </a:lnTo>
                  <a:lnTo>
                    <a:pt x="5756" y="22963"/>
                  </a:lnTo>
                  <a:lnTo>
                    <a:pt x="5455" y="22963"/>
                  </a:lnTo>
                  <a:lnTo>
                    <a:pt x="5155" y="22923"/>
                  </a:lnTo>
                  <a:lnTo>
                    <a:pt x="4874" y="22882"/>
                  </a:lnTo>
                  <a:lnTo>
                    <a:pt x="4613" y="22842"/>
                  </a:lnTo>
                  <a:lnTo>
                    <a:pt x="4372" y="22762"/>
                  </a:lnTo>
                  <a:lnTo>
                    <a:pt x="4372" y="22762"/>
                  </a:lnTo>
                  <a:lnTo>
                    <a:pt x="4112" y="22682"/>
                  </a:lnTo>
                  <a:lnTo>
                    <a:pt x="3871" y="22562"/>
                  </a:lnTo>
                  <a:lnTo>
                    <a:pt x="3630" y="22421"/>
                  </a:lnTo>
                  <a:lnTo>
                    <a:pt x="3410" y="22261"/>
                  </a:lnTo>
                  <a:lnTo>
                    <a:pt x="3189" y="22080"/>
                  </a:lnTo>
                  <a:lnTo>
                    <a:pt x="2969" y="21880"/>
                  </a:lnTo>
                  <a:lnTo>
                    <a:pt x="2748" y="21659"/>
                  </a:lnTo>
                  <a:lnTo>
                    <a:pt x="2527" y="21419"/>
                  </a:lnTo>
                  <a:lnTo>
                    <a:pt x="2327" y="21178"/>
                  </a:lnTo>
                  <a:lnTo>
                    <a:pt x="2126" y="20897"/>
                  </a:lnTo>
                  <a:lnTo>
                    <a:pt x="1946" y="20616"/>
                  </a:lnTo>
                  <a:lnTo>
                    <a:pt x="1765" y="20316"/>
                  </a:lnTo>
                  <a:lnTo>
                    <a:pt x="1585" y="20015"/>
                  </a:lnTo>
                  <a:lnTo>
                    <a:pt x="1424" y="19674"/>
                  </a:lnTo>
                  <a:lnTo>
                    <a:pt x="1104" y="18992"/>
                  </a:lnTo>
                  <a:lnTo>
                    <a:pt x="843" y="18270"/>
                  </a:lnTo>
                  <a:lnTo>
                    <a:pt x="602" y="17508"/>
                  </a:lnTo>
                  <a:lnTo>
                    <a:pt x="402" y="16726"/>
                  </a:lnTo>
                  <a:lnTo>
                    <a:pt x="221" y="15924"/>
                  </a:lnTo>
                  <a:lnTo>
                    <a:pt x="101" y="15101"/>
                  </a:lnTo>
                  <a:lnTo>
                    <a:pt x="41" y="14279"/>
                  </a:lnTo>
                  <a:lnTo>
                    <a:pt x="1" y="13457"/>
                  </a:lnTo>
                  <a:lnTo>
                    <a:pt x="1" y="13056"/>
                  </a:lnTo>
                  <a:lnTo>
                    <a:pt x="21" y="12655"/>
                  </a:lnTo>
                  <a:lnTo>
                    <a:pt x="21" y="12655"/>
                  </a:lnTo>
                  <a:lnTo>
                    <a:pt x="61" y="12053"/>
                  </a:lnTo>
                  <a:lnTo>
                    <a:pt x="121" y="11471"/>
                  </a:lnTo>
                  <a:lnTo>
                    <a:pt x="201" y="10870"/>
                  </a:lnTo>
                  <a:lnTo>
                    <a:pt x="321" y="10288"/>
                  </a:lnTo>
                  <a:lnTo>
                    <a:pt x="442" y="9687"/>
                  </a:lnTo>
                  <a:lnTo>
                    <a:pt x="582" y="9105"/>
                  </a:lnTo>
                  <a:lnTo>
                    <a:pt x="743" y="8543"/>
                  </a:lnTo>
                  <a:lnTo>
                    <a:pt x="923" y="7962"/>
                  </a:lnTo>
                  <a:lnTo>
                    <a:pt x="1104" y="7400"/>
                  </a:lnTo>
                  <a:lnTo>
                    <a:pt x="1304" y="6859"/>
                  </a:lnTo>
                  <a:lnTo>
                    <a:pt x="1525" y="6317"/>
                  </a:lnTo>
                  <a:lnTo>
                    <a:pt x="1765" y="5796"/>
                  </a:lnTo>
                  <a:lnTo>
                    <a:pt x="2006" y="5295"/>
                  </a:lnTo>
                  <a:lnTo>
                    <a:pt x="2247" y="4793"/>
                  </a:lnTo>
                  <a:lnTo>
                    <a:pt x="2507" y="4332"/>
                  </a:lnTo>
                  <a:lnTo>
                    <a:pt x="2768" y="3871"/>
                  </a:lnTo>
                  <a:lnTo>
                    <a:pt x="3049" y="3430"/>
                  </a:lnTo>
                  <a:lnTo>
                    <a:pt x="3330" y="3008"/>
                  </a:lnTo>
                  <a:lnTo>
                    <a:pt x="3610" y="2607"/>
                  </a:lnTo>
                  <a:lnTo>
                    <a:pt x="3891" y="2226"/>
                  </a:lnTo>
                  <a:lnTo>
                    <a:pt x="4192" y="1885"/>
                  </a:lnTo>
                  <a:lnTo>
                    <a:pt x="4473" y="1565"/>
                  </a:lnTo>
                  <a:lnTo>
                    <a:pt x="4774" y="1264"/>
                  </a:lnTo>
                  <a:lnTo>
                    <a:pt x="5054" y="983"/>
                  </a:lnTo>
                  <a:lnTo>
                    <a:pt x="5335" y="742"/>
                  </a:lnTo>
                  <a:lnTo>
                    <a:pt x="5616" y="542"/>
                  </a:lnTo>
                  <a:lnTo>
                    <a:pt x="5897" y="361"/>
                  </a:lnTo>
                  <a:lnTo>
                    <a:pt x="6177" y="221"/>
                  </a:lnTo>
                  <a:lnTo>
                    <a:pt x="6438" y="101"/>
                  </a:lnTo>
                  <a:lnTo>
                    <a:pt x="6699" y="20"/>
                  </a:lnTo>
                  <a:lnTo>
                    <a:pt x="6959" y="0"/>
                  </a:lnTo>
                  <a:lnTo>
                    <a:pt x="7200" y="0"/>
                  </a:lnTo>
                  <a:lnTo>
                    <a:pt x="7200" y="0"/>
                  </a:lnTo>
                  <a:lnTo>
                    <a:pt x="7320" y="20"/>
                  </a:lnTo>
                  <a:lnTo>
                    <a:pt x="7421" y="60"/>
                  </a:lnTo>
                  <a:lnTo>
                    <a:pt x="7421" y="60"/>
                  </a:lnTo>
                  <a:lnTo>
                    <a:pt x="7521" y="141"/>
                  </a:lnTo>
                  <a:lnTo>
                    <a:pt x="7601" y="241"/>
                  </a:lnTo>
                  <a:lnTo>
                    <a:pt x="7681" y="361"/>
                  </a:lnTo>
                  <a:lnTo>
                    <a:pt x="7722" y="522"/>
                  </a:lnTo>
                  <a:lnTo>
                    <a:pt x="7762" y="682"/>
                  </a:lnTo>
                  <a:lnTo>
                    <a:pt x="7802" y="883"/>
                  </a:lnTo>
                  <a:lnTo>
                    <a:pt x="7822" y="1304"/>
                  </a:lnTo>
                  <a:lnTo>
                    <a:pt x="7822" y="1805"/>
                  </a:lnTo>
                  <a:lnTo>
                    <a:pt x="7782" y="2347"/>
                  </a:lnTo>
                  <a:lnTo>
                    <a:pt x="7722" y="2928"/>
                  </a:lnTo>
                  <a:lnTo>
                    <a:pt x="7641" y="3550"/>
                  </a:lnTo>
                  <a:lnTo>
                    <a:pt x="7481" y="4793"/>
                  </a:lnTo>
                  <a:lnTo>
                    <a:pt x="7421" y="5415"/>
                  </a:lnTo>
                  <a:lnTo>
                    <a:pt x="7381" y="6017"/>
                  </a:lnTo>
                  <a:lnTo>
                    <a:pt x="7361" y="6578"/>
                  </a:lnTo>
                  <a:lnTo>
                    <a:pt x="7361" y="7100"/>
                  </a:lnTo>
                  <a:lnTo>
                    <a:pt x="7401" y="7340"/>
                  </a:lnTo>
                  <a:lnTo>
                    <a:pt x="7421" y="7561"/>
                  </a:lnTo>
                  <a:lnTo>
                    <a:pt x="7481" y="7761"/>
                  </a:lnTo>
                  <a:lnTo>
                    <a:pt x="7541" y="7942"/>
                  </a:lnTo>
                  <a:lnTo>
                    <a:pt x="7541" y="7942"/>
                  </a:lnTo>
                  <a:lnTo>
                    <a:pt x="7701" y="8323"/>
                  </a:lnTo>
                  <a:lnTo>
                    <a:pt x="7942" y="8764"/>
                  </a:lnTo>
                  <a:lnTo>
                    <a:pt x="8223" y="9225"/>
                  </a:lnTo>
                  <a:lnTo>
                    <a:pt x="8524" y="9727"/>
                  </a:lnTo>
                  <a:lnTo>
                    <a:pt x="9246" y="10810"/>
                  </a:lnTo>
                  <a:lnTo>
                    <a:pt x="10008" y="11993"/>
                  </a:lnTo>
                  <a:lnTo>
                    <a:pt x="10389" y="12615"/>
                  </a:lnTo>
                  <a:lnTo>
                    <a:pt x="10750" y="13236"/>
                  </a:lnTo>
                  <a:lnTo>
                    <a:pt x="11091" y="13878"/>
                  </a:lnTo>
                  <a:lnTo>
                    <a:pt x="11412" y="14520"/>
                  </a:lnTo>
                  <a:lnTo>
                    <a:pt x="11692" y="15182"/>
                  </a:lnTo>
                  <a:lnTo>
                    <a:pt x="11933" y="15823"/>
                  </a:lnTo>
                  <a:lnTo>
                    <a:pt x="12033" y="16144"/>
                  </a:lnTo>
                  <a:lnTo>
                    <a:pt x="12134" y="16465"/>
                  </a:lnTo>
                  <a:lnTo>
                    <a:pt x="12194" y="16786"/>
                  </a:lnTo>
                  <a:lnTo>
                    <a:pt x="12254" y="17107"/>
                  </a:lnTo>
                  <a:lnTo>
                    <a:pt x="12254" y="17107"/>
                  </a:lnTo>
                  <a:lnTo>
                    <a:pt x="12274" y="17367"/>
                  </a:lnTo>
                  <a:lnTo>
                    <a:pt x="12294" y="176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21"/>
            <p:cNvSpPr/>
            <p:nvPr/>
          </p:nvSpPr>
          <p:spPr>
            <a:xfrm>
              <a:off x="11034725" y="3969025"/>
              <a:ext cx="113850" cy="428675"/>
            </a:xfrm>
            <a:custGeom>
              <a:avLst/>
              <a:gdLst/>
              <a:ahLst/>
              <a:cxnLst/>
              <a:rect l="l" t="t" r="r" b="b"/>
              <a:pathLst>
                <a:path w="4554" h="17147" extrusionOk="0">
                  <a:moveTo>
                    <a:pt x="4373" y="0"/>
                  </a:moveTo>
                  <a:lnTo>
                    <a:pt x="4112" y="281"/>
                  </a:lnTo>
                  <a:lnTo>
                    <a:pt x="3851" y="562"/>
                  </a:lnTo>
                  <a:lnTo>
                    <a:pt x="3611" y="863"/>
                  </a:lnTo>
                  <a:lnTo>
                    <a:pt x="3390" y="1163"/>
                  </a:lnTo>
                  <a:lnTo>
                    <a:pt x="3169" y="1484"/>
                  </a:lnTo>
                  <a:lnTo>
                    <a:pt x="2949" y="1805"/>
                  </a:lnTo>
                  <a:lnTo>
                    <a:pt x="2548" y="2467"/>
                  </a:lnTo>
                  <a:lnTo>
                    <a:pt x="2508" y="2266"/>
                  </a:lnTo>
                  <a:lnTo>
                    <a:pt x="2488" y="2226"/>
                  </a:lnTo>
                  <a:lnTo>
                    <a:pt x="2467" y="2206"/>
                  </a:lnTo>
                  <a:lnTo>
                    <a:pt x="2387" y="2186"/>
                  </a:lnTo>
                  <a:lnTo>
                    <a:pt x="2347" y="2206"/>
                  </a:lnTo>
                  <a:lnTo>
                    <a:pt x="2327" y="2226"/>
                  </a:lnTo>
                  <a:lnTo>
                    <a:pt x="2287" y="2246"/>
                  </a:lnTo>
                  <a:lnTo>
                    <a:pt x="2287" y="2286"/>
                  </a:lnTo>
                  <a:lnTo>
                    <a:pt x="2307" y="2547"/>
                  </a:lnTo>
                  <a:lnTo>
                    <a:pt x="2367" y="2828"/>
                  </a:lnTo>
                  <a:lnTo>
                    <a:pt x="2347" y="2848"/>
                  </a:lnTo>
                  <a:lnTo>
                    <a:pt x="2106" y="2768"/>
                  </a:lnTo>
                  <a:lnTo>
                    <a:pt x="1846" y="2728"/>
                  </a:lnTo>
                  <a:lnTo>
                    <a:pt x="1806" y="2728"/>
                  </a:lnTo>
                  <a:lnTo>
                    <a:pt x="1786" y="2768"/>
                  </a:lnTo>
                  <a:lnTo>
                    <a:pt x="1786" y="2788"/>
                  </a:lnTo>
                  <a:lnTo>
                    <a:pt x="1826" y="2808"/>
                  </a:lnTo>
                  <a:lnTo>
                    <a:pt x="2287" y="2988"/>
                  </a:lnTo>
                  <a:lnTo>
                    <a:pt x="2006" y="3570"/>
                  </a:lnTo>
                  <a:lnTo>
                    <a:pt x="1746" y="4172"/>
                  </a:lnTo>
                  <a:lnTo>
                    <a:pt x="1525" y="4793"/>
                  </a:lnTo>
                  <a:lnTo>
                    <a:pt x="1304" y="5415"/>
                  </a:lnTo>
                  <a:lnTo>
                    <a:pt x="1124" y="6037"/>
                  </a:lnTo>
                  <a:lnTo>
                    <a:pt x="963" y="6678"/>
                  </a:lnTo>
                  <a:lnTo>
                    <a:pt x="823" y="7300"/>
                  </a:lnTo>
                  <a:lnTo>
                    <a:pt x="703" y="7942"/>
                  </a:lnTo>
                  <a:lnTo>
                    <a:pt x="502" y="7962"/>
                  </a:lnTo>
                  <a:lnTo>
                    <a:pt x="302" y="7982"/>
                  </a:lnTo>
                  <a:lnTo>
                    <a:pt x="282" y="8002"/>
                  </a:lnTo>
                  <a:lnTo>
                    <a:pt x="261" y="8022"/>
                  </a:lnTo>
                  <a:lnTo>
                    <a:pt x="241" y="8062"/>
                  </a:lnTo>
                  <a:lnTo>
                    <a:pt x="282" y="8122"/>
                  </a:lnTo>
                  <a:lnTo>
                    <a:pt x="302" y="8122"/>
                  </a:lnTo>
                  <a:lnTo>
                    <a:pt x="322" y="8142"/>
                  </a:lnTo>
                  <a:lnTo>
                    <a:pt x="663" y="8142"/>
                  </a:lnTo>
                  <a:lnTo>
                    <a:pt x="542" y="9005"/>
                  </a:lnTo>
                  <a:lnTo>
                    <a:pt x="302" y="9025"/>
                  </a:lnTo>
                  <a:lnTo>
                    <a:pt x="61" y="9065"/>
                  </a:lnTo>
                  <a:lnTo>
                    <a:pt x="41" y="9085"/>
                  </a:lnTo>
                  <a:lnTo>
                    <a:pt x="21" y="9105"/>
                  </a:lnTo>
                  <a:lnTo>
                    <a:pt x="1" y="9165"/>
                  </a:lnTo>
                  <a:lnTo>
                    <a:pt x="41" y="9205"/>
                  </a:lnTo>
                  <a:lnTo>
                    <a:pt x="101" y="9245"/>
                  </a:lnTo>
                  <a:lnTo>
                    <a:pt x="382" y="9265"/>
                  </a:lnTo>
                  <a:lnTo>
                    <a:pt x="522" y="9245"/>
                  </a:lnTo>
                  <a:lnTo>
                    <a:pt x="462" y="9827"/>
                  </a:lnTo>
                  <a:lnTo>
                    <a:pt x="422" y="10408"/>
                  </a:lnTo>
                  <a:lnTo>
                    <a:pt x="382" y="10990"/>
                  </a:lnTo>
                  <a:lnTo>
                    <a:pt x="382" y="11572"/>
                  </a:lnTo>
                  <a:lnTo>
                    <a:pt x="402" y="12153"/>
                  </a:lnTo>
                  <a:lnTo>
                    <a:pt x="442" y="12735"/>
                  </a:lnTo>
                  <a:lnTo>
                    <a:pt x="502" y="13316"/>
                  </a:lnTo>
                  <a:lnTo>
                    <a:pt x="582" y="13878"/>
                  </a:lnTo>
                  <a:lnTo>
                    <a:pt x="683" y="14459"/>
                  </a:lnTo>
                  <a:lnTo>
                    <a:pt x="803" y="15021"/>
                  </a:lnTo>
                  <a:lnTo>
                    <a:pt x="983" y="15342"/>
                  </a:lnTo>
                  <a:lnTo>
                    <a:pt x="1164" y="15663"/>
                  </a:lnTo>
                  <a:lnTo>
                    <a:pt x="1364" y="15984"/>
                  </a:lnTo>
                  <a:lnTo>
                    <a:pt x="1565" y="16284"/>
                  </a:lnTo>
                  <a:lnTo>
                    <a:pt x="1344" y="15583"/>
                  </a:lnTo>
                  <a:lnTo>
                    <a:pt x="1164" y="14881"/>
                  </a:lnTo>
                  <a:lnTo>
                    <a:pt x="1004" y="14159"/>
                  </a:lnTo>
                  <a:lnTo>
                    <a:pt x="883" y="13437"/>
                  </a:lnTo>
                  <a:lnTo>
                    <a:pt x="803" y="12695"/>
                  </a:lnTo>
                  <a:lnTo>
                    <a:pt x="743" y="11953"/>
                  </a:lnTo>
                  <a:lnTo>
                    <a:pt x="743" y="11191"/>
                  </a:lnTo>
                  <a:lnTo>
                    <a:pt x="763" y="10408"/>
                  </a:lnTo>
                  <a:lnTo>
                    <a:pt x="803" y="9827"/>
                  </a:lnTo>
                  <a:lnTo>
                    <a:pt x="863" y="9245"/>
                  </a:lnTo>
                  <a:lnTo>
                    <a:pt x="1164" y="9225"/>
                  </a:lnTo>
                  <a:lnTo>
                    <a:pt x="1324" y="9205"/>
                  </a:lnTo>
                  <a:lnTo>
                    <a:pt x="1465" y="9165"/>
                  </a:lnTo>
                  <a:lnTo>
                    <a:pt x="1505" y="9125"/>
                  </a:lnTo>
                  <a:lnTo>
                    <a:pt x="1505" y="9065"/>
                  </a:lnTo>
                  <a:lnTo>
                    <a:pt x="1485" y="9025"/>
                  </a:lnTo>
                  <a:lnTo>
                    <a:pt x="1445" y="9005"/>
                  </a:lnTo>
                  <a:lnTo>
                    <a:pt x="1304" y="8965"/>
                  </a:lnTo>
                  <a:lnTo>
                    <a:pt x="903" y="8965"/>
                  </a:lnTo>
                  <a:lnTo>
                    <a:pt x="1024" y="8202"/>
                  </a:lnTo>
                  <a:lnTo>
                    <a:pt x="1405" y="8263"/>
                  </a:lnTo>
                  <a:lnTo>
                    <a:pt x="1465" y="8243"/>
                  </a:lnTo>
                  <a:lnTo>
                    <a:pt x="1505" y="8182"/>
                  </a:lnTo>
                  <a:lnTo>
                    <a:pt x="1525" y="8122"/>
                  </a:lnTo>
                  <a:lnTo>
                    <a:pt x="1505" y="8102"/>
                  </a:lnTo>
                  <a:lnTo>
                    <a:pt x="1465" y="8082"/>
                  </a:lnTo>
                  <a:lnTo>
                    <a:pt x="1264" y="8002"/>
                  </a:lnTo>
                  <a:lnTo>
                    <a:pt x="1044" y="7962"/>
                  </a:lnTo>
                  <a:lnTo>
                    <a:pt x="1164" y="7360"/>
                  </a:lnTo>
                  <a:lnTo>
                    <a:pt x="1304" y="6759"/>
                  </a:lnTo>
                  <a:lnTo>
                    <a:pt x="1465" y="6177"/>
                  </a:lnTo>
                  <a:lnTo>
                    <a:pt x="1625" y="5595"/>
                  </a:lnTo>
                  <a:lnTo>
                    <a:pt x="1826" y="5014"/>
                  </a:lnTo>
                  <a:lnTo>
                    <a:pt x="2046" y="4432"/>
                  </a:lnTo>
                  <a:lnTo>
                    <a:pt x="2267" y="3871"/>
                  </a:lnTo>
                  <a:lnTo>
                    <a:pt x="2528" y="3329"/>
                  </a:lnTo>
                  <a:lnTo>
                    <a:pt x="2608" y="3490"/>
                  </a:lnTo>
                  <a:lnTo>
                    <a:pt x="2708" y="3610"/>
                  </a:lnTo>
                  <a:lnTo>
                    <a:pt x="2728" y="3630"/>
                  </a:lnTo>
                  <a:lnTo>
                    <a:pt x="2748" y="3650"/>
                  </a:lnTo>
                  <a:lnTo>
                    <a:pt x="2808" y="3610"/>
                  </a:lnTo>
                  <a:lnTo>
                    <a:pt x="2828" y="3590"/>
                  </a:lnTo>
                  <a:lnTo>
                    <a:pt x="2849" y="3570"/>
                  </a:lnTo>
                  <a:lnTo>
                    <a:pt x="2808" y="3389"/>
                  </a:lnTo>
                  <a:lnTo>
                    <a:pt x="2768" y="3209"/>
                  </a:lnTo>
                  <a:lnTo>
                    <a:pt x="2949" y="3289"/>
                  </a:lnTo>
                  <a:lnTo>
                    <a:pt x="3049" y="3329"/>
                  </a:lnTo>
                  <a:lnTo>
                    <a:pt x="3149" y="3349"/>
                  </a:lnTo>
                  <a:lnTo>
                    <a:pt x="3189" y="3329"/>
                  </a:lnTo>
                  <a:lnTo>
                    <a:pt x="3209" y="3289"/>
                  </a:lnTo>
                  <a:lnTo>
                    <a:pt x="3209" y="3249"/>
                  </a:lnTo>
                  <a:lnTo>
                    <a:pt x="3209" y="3209"/>
                  </a:lnTo>
                  <a:lnTo>
                    <a:pt x="3089" y="3129"/>
                  </a:lnTo>
                  <a:lnTo>
                    <a:pt x="2969" y="3048"/>
                  </a:lnTo>
                  <a:lnTo>
                    <a:pt x="2708" y="2948"/>
                  </a:lnTo>
                  <a:lnTo>
                    <a:pt x="3109" y="2206"/>
                  </a:lnTo>
                  <a:lnTo>
                    <a:pt x="3550" y="1484"/>
                  </a:lnTo>
                  <a:lnTo>
                    <a:pt x="4032" y="782"/>
                  </a:lnTo>
                  <a:lnTo>
                    <a:pt x="4553" y="100"/>
                  </a:lnTo>
                  <a:lnTo>
                    <a:pt x="4373" y="0"/>
                  </a:lnTo>
                  <a:close/>
                  <a:moveTo>
                    <a:pt x="2287" y="17067"/>
                  </a:moveTo>
                  <a:lnTo>
                    <a:pt x="2387" y="17147"/>
                  </a:lnTo>
                  <a:lnTo>
                    <a:pt x="2387" y="17147"/>
                  </a:lnTo>
                  <a:lnTo>
                    <a:pt x="2367" y="17127"/>
                  </a:lnTo>
                  <a:lnTo>
                    <a:pt x="2347" y="17087"/>
                  </a:lnTo>
                  <a:lnTo>
                    <a:pt x="2287" y="17067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21"/>
            <p:cNvSpPr/>
            <p:nvPr/>
          </p:nvSpPr>
          <p:spPr>
            <a:xfrm>
              <a:off x="11091875" y="4395675"/>
              <a:ext cx="2550" cy="2025"/>
            </a:xfrm>
            <a:custGeom>
              <a:avLst/>
              <a:gdLst/>
              <a:ahLst/>
              <a:cxnLst/>
              <a:rect l="l" t="t" r="r" b="b"/>
              <a:pathLst>
                <a:path w="102" h="8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01" y="81"/>
                  </a:lnTo>
                  <a:lnTo>
                    <a:pt x="101" y="81"/>
                  </a:lnTo>
                  <a:lnTo>
                    <a:pt x="81" y="61"/>
                  </a:lnTo>
                  <a:lnTo>
                    <a:pt x="61" y="2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21"/>
            <p:cNvSpPr/>
            <p:nvPr/>
          </p:nvSpPr>
          <p:spPr>
            <a:xfrm>
              <a:off x="10977575" y="3959000"/>
              <a:ext cx="307350" cy="566550"/>
            </a:xfrm>
            <a:custGeom>
              <a:avLst/>
              <a:gdLst/>
              <a:ahLst/>
              <a:cxnLst/>
              <a:rect l="l" t="t" r="r" b="b"/>
              <a:pathLst>
                <a:path w="12294" h="22662" extrusionOk="0">
                  <a:moveTo>
                    <a:pt x="3851" y="16685"/>
                  </a:moveTo>
                  <a:lnTo>
                    <a:pt x="4032" y="17147"/>
                  </a:lnTo>
                  <a:lnTo>
                    <a:pt x="4212" y="17608"/>
                  </a:lnTo>
                  <a:lnTo>
                    <a:pt x="4372" y="17528"/>
                  </a:lnTo>
                  <a:lnTo>
                    <a:pt x="4553" y="17468"/>
                  </a:lnTo>
                  <a:lnTo>
                    <a:pt x="4573" y="17468"/>
                  </a:lnTo>
                  <a:lnTo>
                    <a:pt x="4392" y="17287"/>
                  </a:lnTo>
                  <a:lnTo>
                    <a:pt x="4192" y="17087"/>
                  </a:lnTo>
                  <a:lnTo>
                    <a:pt x="3851" y="16685"/>
                  </a:lnTo>
                  <a:close/>
                  <a:moveTo>
                    <a:pt x="6017" y="0"/>
                  </a:moveTo>
                  <a:lnTo>
                    <a:pt x="5776" y="140"/>
                  </a:lnTo>
                  <a:lnTo>
                    <a:pt x="5536" y="301"/>
                  </a:lnTo>
                  <a:lnTo>
                    <a:pt x="5295" y="481"/>
                  </a:lnTo>
                  <a:lnTo>
                    <a:pt x="5054" y="682"/>
                  </a:lnTo>
                  <a:lnTo>
                    <a:pt x="4814" y="923"/>
                  </a:lnTo>
                  <a:lnTo>
                    <a:pt x="4553" y="1163"/>
                  </a:lnTo>
                  <a:lnTo>
                    <a:pt x="4312" y="1444"/>
                  </a:lnTo>
                  <a:lnTo>
                    <a:pt x="4072" y="1725"/>
                  </a:lnTo>
                  <a:lnTo>
                    <a:pt x="3811" y="2026"/>
                  </a:lnTo>
                  <a:lnTo>
                    <a:pt x="3570" y="2367"/>
                  </a:lnTo>
                  <a:lnTo>
                    <a:pt x="3089" y="3068"/>
                  </a:lnTo>
                  <a:lnTo>
                    <a:pt x="2628" y="3830"/>
                  </a:lnTo>
                  <a:lnTo>
                    <a:pt x="2187" y="4633"/>
                  </a:lnTo>
                  <a:lnTo>
                    <a:pt x="1765" y="5495"/>
                  </a:lnTo>
                  <a:lnTo>
                    <a:pt x="1384" y="6397"/>
                  </a:lnTo>
                  <a:lnTo>
                    <a:pt x="1204" y="6879"/>
                  </a:lnTo>
                  <a:lnTo>
                    <a:pt x="1023" y="7340"/>
                  </a:lnTo>
                  <a:lnTo>
                    <a:pt x="863" y="7821"/>
                  </a:lnTo>
                  <a:lnTo>
                    <a:pt x="723" y="8323"/>
                  </a:lnTo>
                  <a:lnTo>
                    <a:pt x="582" y="8804"/>
                  </a:lnTo>
                  <a:lnTo>
                    <a:pt x="462" y="9305"/>
                  </a:lnTo>
                  <a:lnTo>
                    <a:pt x="341" y="9807"/>
                  </a:lnTo>
                  <a:lnTo>
                    <a:pt x="241" y="10308"/>
                  </a:lnTo>
                  <a:lnTo>
                    <a:pt x="161" y="10830"/>
                  </a:lnTo>
                  <a:lnTo>
                    <a:pt x="101" y="11331"/>
                  </a:lnTo>
                  <a:lnTo>
                    <a:pt x="61" y="11852"/>
                  </a:lnTo>
                  <a:lnTo>
                    <a:pt x="21" y="12354"/>
                  </a:lnTo>
                  <a:lnTo>
                    <a:pt x="1" y="13036"/>
                  </a:lnTo>
                  <a:lnTo>
                    <a:pt x="21" y="13818"/>
                  </a:lnTo>
                  <a:lnTo>
                    <a:pt x="81" y="14600"/>
                  </a:lnTo>
                  <a:lnTo>
                    <a:pt x="181" y="15362"/>
                  </a:lnTo>
                  <a:lnTo>
                    <a:pt x="321" y="16124"/>
                  </a:lnTo>
                  <a:lnTo>
                    <a:pt x="502" y="16886"/>
                  </a:lnTo>
                  <a:lnTo>
                    <a:pt x="723" y="17608"/>
                  </a:lnTo>
                  <a:lnTo>
                    <a:pt x="963" y="18310"/>
                  </a:lnTo>
                  <a:lnTo>
                    <a:pt x="1244" y="18992"/>
                  </a:lnTo>
                  <a:lnTo>
                    <a:pt x="1545" y="19613"/>
                  </a:lnTo>
                  <a:lnTo>
                    <a:pt x="1886" y="20215"/>
                  </a:lnTo>
                  <a:lnTo>
                    <a:pt x="2046" y="20496"/>
                  </a:lnTo>
                  <a:lnTo>
                    <a:pt x="2247" y="20757"/>
                  </a:lnTo>
                  <a:lnTo>
                    <a:pt x="2427" y="20997"/>
                  </a:lnTo>
                  <a:lnTo>
                    <a:pt x="2628" y="21238"/>
                  </a:lnTo>
                  <a:lnTo>
                    <a:pt x="2828" y="21438"/>
                  </a:lnTo>
                  <a:lnTo>
                    <a:pt x="3029" y="21639"/>
                  </a:lnTo>
                  <a:lnTo>
                    <a:pt x="3249" y="21839"/>
                  </a:lnTo>
                  <a:lnTo>
                    <a:pt x="3450" y="22000"/>
                  </a:lnTo>
                  <a:lnTo>
                    <a:pt x="3671" y="22140"/>
                  </a:lnTo>
                  <a:lnTo>
                    <a:pt x="3911" y="22261"/>
                  </a:lnTo>
                  <a:lnTo>
                    <a:pt x="4132" y="22381"/>
                  </a:lnTo>
                  <a:lnTo>
                    <a:pt x="4372" y="22461"/>
                  </a:lnTo>
                  <a:lnTo>
                    <a:pt x="4693" y="22561"/>
                  </a:lnTo>
                  <a:lnTo>
                    <a:pt x="5034" y="22622"/>
                  </a:lnTo>
                  <a:lnTo>
                    <a:pt x="5395" y="22642"/>
                  </a:lnTo>
                  <a:lnTo>
                    <a:pt x="5796" y="22662"/>
                  </a:lnTo>
                  <a:lnTo>
                    <a:pt x="6318" y="22642"/>
                  </a:lnTo>
                  <a:lnTo>
                    <a:pt x="6859" y="22581"/>
                  </a:lnTo>
                  <a:lnTo>
                    <a:pt x="7401" y="22481"/>
                  </a:lnTo>
                  <a:lnTo>
                    <a:pt x="7962" y="22341"/>
                  </a:lnTo>
                  <a:lnTo>
                    <a:pt x="8504" y="22160"/>
                  </a:lnTo>
                  <a:lnTo>
                    <a:pt x="9045" y="21940"/>
                  </a:lnTo>
                  <a:lnTo>
                    <a:pt x="9567" y="21659"/>
                  </a:lnTo>
                  <a:lnTo>
                    <a:pt x="9827" y="21519"/>
                  </a:lnTo>
                  <a:lnTo>
                    <a:pt x="10068" y="21358"/>
                  </a:lnTo>
                  <a:lnTo>
                    <a:pt x="10309" y="21198"/>
                  </a:lnTo>
                  <a:lnTo>
                    <a:pt x="10529" y="21017"/>
                  </a:lnTo>
                  <a:lnTo>
                    <a:pt x="10750" y="20837"/>
                  </a:lnTo>
                  <a:lnTo>
                    <a:pt x="10950" y="20636"/>
                  </a:lnTo>
                  <a:lnTo>
                    <a:pt x="11151" y="20436"/>
                  </a:lnTo>
                  <a:lnTo>
                    <a:pt x="11331" y="20215"/>
                  </a:lnTo>
                  <a:lnTo>
                    <a:pt x="11512" y="19974"/>
                  </a:lnTo>
                  <a:lnTo>
                    <a:pt x="11672" y="19754"/>
                  </a:lnTo>
                  <a:lnTo>
                    <a:pt x="11813" y="19493"/>
                  </a:lnTo>
                  <a:lnTo>
                    <a:pt x="11933" y="19252"/>
                  </a:lnTo>
                  <a:lnTo>
                    <a:pt x="12033" y="18972"/>
                  </a:lnTo>
                  <a:lnTo>
                    <a:pt x="12134" y="18691"/>
                  </a:lnTo>
                  <a:lnTo>
                    <a:pt x="12194" y="18410"/>
                  </a:lnTo>
                  <a:lnTo>
                    <a:pt x="12254" y="18109"/>
                  </a:lnTo>
                  <a:lnTo>
                    <a:pt x="12294" y="17809"/>
                  </a:lnTo>
                  <a:lnTo>
                    <a:pt x="12294" y="17488"/>
                  </a:lnTo>
                  <a:lnTo>
                    <a:pt x="12294" y="17327"/>
                  </a:lnTo>
                  <a:lnTo>
                    <a:pt x="12093" y="17508"/>
                  </a:lnTo>
                  <a:lnTo>
                    <a:pt x="11873" y="17688"/>
                  </a:lnTo>
                  <a:lnTo>
                    <a:pt x="11652" y="17849"/>
                  </a:lnTo>
                  <a:lnTo>
                    <a:pt x="11432" y="18009"/>
                  </a:lnTo>
                  <a:lnTo>
                    <a:pt x="11191" y="18149"/>
                  </a:lnTo>
                  <a:lnTo>
                    <a:pt x="10950" y="18290"/>
                  </a:lnTo>
                  <a:lnTo>
                    <a:pt x="10710" y="18410"/>
                  </a:lnTo>
                  <a:lnTo>
                    <a:pt x="10469" y="18510"/>
                  </a:lnTo>
                  <a:lnTo>
                    <a:pt x="10208" y="18611"/>
                  </a:lnTo>
                  <a:lnTo>
                    <a:pt x="9948" y="18691"/>
                  </a:lnTo>
                  <a:lnTo>
                    <a:pt x="9687" y="18771"/>
                  </a:lnTo>
                  <a:lnTo>
                    <a:pt x="9426" y="18831"/>
                  </a:lnTo>
                  <a:lnTo>
                    <a:pt x="9145" y="18871"/>
                  </a:lnTo>
                  <a:lnTo>
                    <a:pt x="8885" y="18912"/>
                  </a:lnTo>
                  <a:lnTo>
                    <a:pt x="8604" y="18932"/>
                  </a:lnTo>
                  <a:lnTo>
                    <a:pt x="7942" y="18932"/>
                  </a:lnTo>
                  <a:lnTo>
                    <a:pt x="7561" y="18891"/>
                  </a:lnTo>
                  <a:lnTo>
                    <a:pt x="7180" y="18811"/>
                  </a:lnTo>
                  <a:lnTo>
                    <a:pt x="6799" y="18711"/>
                  </a:lnTo>
                  <a:lnTo>
                    <a:pt x="6478" y="18611"/>
                  </a:lnTo>
                  <a:lnTo>
                    <a:pt x="6197" y="18510"/>
                  </a:lnTo>
                  <a:lnTo>
                    <a:pt x="5917" y="18370"/>
                  </a:lnTo>
                  <a:lnTo>
                    <a:pt x="5636" y="18230"/>
                  </a:lnTo>
                  <a:lnTo>
                    <a:pt x="5375" y="18089"/>
                  </a:lnTo>
                  <a:lnTo>
                    <a:pt x="5135" y="17909"/>
                  </a:lnTo>
                  <a:lnTo>
                    <a:pt x="4894" y="17748"/>
                  </a:lnTo>
                  <a:lnTo>
                    <a:pt x="4673" y="17548"/>
                  </a:lnTo>
                  <a:lnTo>
                    <a:pt x="4653" y="17588"/>
                  </a:lnTo>
                  <a:lnTo>
                    <a:pt x="4633" y="17608"/>
                  </a:lnTo>
                  <a:lnTo>
                    <a:pt x="4473" y="17708"/>
                  </a:lnTo>
                  <a:lnTo>
                    <a:pt x="4292" y="17809"/>
                  </a:lnTo>
                  <a:lnTo>
                    <a:pt x="4513" y="18330"/>
                  </a:lnTo>
                  <a:lnTo>
                    <a:pt x="4653" y="18210"/>
                  </a:lnTo>
                  <a:lnTo>
                    <a:pt x="4774" y="18109"/>
                  </a:lnTo>
                  <a:lnTo>
                    <a:pt x="4914" y="18029"/>
                  </a:lnTo>
                  <a:lnTo>
                    <a:pt x="5074" y="17949"/>
                  </a:lnTo>
                  <a:lnTo>
                    <a:pt x="5114" y="17949"/>
                  </a:lnTo>
                  <a:lnTo>
                    <a:pt x="5155" y="17969"/>
                  </a:lnTo>
                  <a:lnTo>
                    <a:pt x="5195" y="18009"/>
                  </a:lnTo>
                  <a:lnTo>
                    <a:pt x="5195" y="18089"/>
                  </a:lnTo>
                  <a:lnTo>
                    <a:pt x="5175" y="18129"/>
                  </a:lnTo>
                  <a:lnTo>
                    <a:pt x="5054" y="18250"/>
                  </a:lnTo>
                  <a:lnTo>
                    <a:pt x="4914" y="18370"/>
                  </a:lnTo>
                  <a:lnTo>
                    <a:pt x="4653" y="18571"/>
                  </a:lnTo>
                  <a:lnTo>
                    <a:pt x="4894" y="19052"/>
                  </a:lnTo>
                  <a:lnTo>
                    <a:pt x="5155" y="19533"/>
                  </a:lnTo>
                  <a:lnTo>
                    <a:pt x="5435" y="20015"/>
                  </a:lnTo>
                  <a:lnTo>
                    <a:pt x="5716" y="20476"/>
                  </a:lnTo>
                  <a:lnTo>
                    <a:pt x="6017" y="20937"/>
                  </a:lnTo>
                  <a:lnTo>
                    <a:pt x="6338" y="21398"/>
                  </a:lnTo>
                  <a:lnTo>
                    <a:pt x="6679" y="21860"/>
                  </a:lnTo>
                  <a:lnTo>
                    <a:pt x="7020" y="22301"/>
                  </a:lnTo>
                  <a:lnTo>
                    <a:pt x="7040" y="22361"/>
                  </a:lnTo>
                  <a:lnTo>
                    <a:pt x="7040" y="22421"/>
                  </a:lnTo>
                  <a:lnTo>
                    <a:pt x="7000" y="22461"/>
                  </a:lnTo>
                  <a:lnTo>
                    <a:pt x="6919" y="22461"/>
                  </a:lnTo>
                  <a:lnTo>
                    <a:pt x="6879" y="22441"/>
                  </a:lnTo>
                  <a:lnTo>
                    <a:pt x="6498" y="22040"/>
                  </a:lnTo>
                  <a:lnTo>
                    <a:pt x="6137" y="21619"/>
                  </a:lnTo>
                  <a:lnTo>
                    <a:pt x="5796" y="21178"/>
                  </a:lnTo>
                  <a:lnTo>
                    <a:pt x="5475" y="20736"/>
                  </a:lnTo>
                  <a:lnTo>
                    <a:pt x="5155" y="20295"/>
                  </a:lnTo>
                  <a:lnTo>
                    <a:pt x="4874" y="19814"/>
                  </a:lnTo>
                  <a:lnTo>
                    <a:pt x="4593" y="19353"/>
                  </a:lnTo>
                  <a:lnTo>
                    <a:pt x="4332" y="18851"/>
                  </a:lnTo>
                  <a:lnTo>
                    <a:pt x="4132" y="19072"/>
                  </a:lnTo>
                  <a:lnTo>
                    <a:pt x="3911" y="19293"/>
                  </a:lnTo>
                  <a:lnTo>
                    <a:pt x="3891" y="19313"/>
                  </a:lnTo>
                  <a:lnTo>
                    <a:pt x="3811" y="19313"/>
                  </a:lnTo>
                  <a:lnTo>
                    <a:pt x="3771" y="19272"/>
                  </a:lnTo>
                  <a:lnTo>
                    <a:pt x="3771" y="19232"/>
                  </a:lnTo>
                  <a:lnTo>
                    <a:pt x="3771" y="19192"/>
                  </a:lnTo>
                  <a:lnTo>
                    <a:pt x="3871" y="19032"/>
                  </a:lnTo>
                  <a:lnTo>
                    <a:pt x="3971" y="18891"/>
                  </a:lnTo>
                  <a:lnTo>
                    <a:pt x="4212" y="18611"/>
                  </a:lnTo>
                  <a:lnTo>
                    <a:pt x="3951" y="17989"/>
                  </a:lnTo>
                  <a:lnTo>
                    <a:pt x="3671" y="18169"/>
                  </a:lnTo>
                  <a:lnTo>
                    <a:pt x="3410" y="18350"/>
                  </a:lnTo>
                  <a:lnTo>
                    <a:pt x="3370" y="18370"/>
                  </a:lnTo>
                  <a:lnTo>
                    <a:pt x="3350" y="18350"/>
                  </a:lnTo>
                  <a:lnTo>
                    <a:pt x="3310" y="18330"/>
                  </a:lnTo>
                  <a:lnTo>
                    <a:pt x="3310" y="18290"/>
                  </a:lnTo>
                  <a:lnTo>
                    <a:pt x="3330" y="18250"/>
                  </a:lnTo>
                  <a:lnTo>
                    <a:pt x="3590" y="18029"/>
                  </a:lnTo>
                  <a:lnTo>
                    <a:pt x="3871" y="17829"/>
                  </a:lnTo>
                  <a:lnTo>
                    <a:pt x="3630" y="17247"/>
                  </a:lnTo>
                  <a:lnTo>
                    <a:pt x="3430" y="16645"/>
                  </a:lnTo>
                  <a:lnTo>
                    <a:pt x="3249" y="16044"/>
                  </a:lnTo>
                  <a:lnTo>
                    <a:pt x="3089" y="15422"/>
                  </a:lnTo>
                  <a:lnTo>
                    <a:pt x="2949" y="15121"/>
                  </a:lnTo>
                  <a:lnTo>
                    <a:pt x="2828" y="14800"/>
                  </a:lnTo>
                  <a:lnTo>
                    <a:pt x="2608" y="14179"/>
                  </a:lnTo>
                  <a:lnTo>
                    <a:pt x="2427" y="13517"/>
                  </a:lnTo>
                  <a:lnTo>
                    <a:pt x="2287" y="12855"/>
                  </a:lnTo>
                  <a:lnTo>
                    <a:pt x="2207" y="12374"/>
                  </a:lnTo>
                  <a:lnTo>
                    <a:pt x="2146" y="11872"/>
                  </a:lnTo>
                  <a:lnTo>
                    <a:pt x="2126" y="11391"/>
                  </a:lnTo>
                  <a:lnTo>
                    <a:pt x="2106" y="10890"/>
                  </a:lnTo>
                  <a:lnTo>
                    <a:pt x="2106" y="10408"/>
                  </a:lnTo>
                  <a:lnTo>
                    <a:pt x="2106" y="9907"/>
                  </a:lnTo>
                  <a:lnTo>
                    <a:pt x="2146" y="9426"/>
                  </a:lnTo>
                  <a:lnTo>
                    <a:pt x="2207" y="8924"/>
                  </a:lnTo>
                  <a:lnTo>
                    <a:pt x="2267" y="8443"/>
                  </a:lnTo>
                  <a:lnTo>
                    <a:pt x="2347" y="7962"/>
                  </a:lnTo>
                  <a:lnTo>
                    <a:pt x="2447" y="7460"/>
                  </a:lnTo>
                  <a:lnTo>
                    <a:pt x="2547" y="6979"/>
                  </a:lnTo>
                  <a:lnTo>
                    <a:pt x="2688" y="6518"/>
                  </a:lnTo>
                  <a:lnTo>
                    <a:pt x="2828" y="6036"/>
                  </a:lnTo>
                  <a:lnTo>
                    <a:pt x="2969" y="5575"/>
                  </a:lnTo>
                  <a:lnTo>
                    <a:pt x="3129" y="5114"/>
                  </a:lnTo>
                  <a:lnTo>
                    <a:pt x="3410" y="4412"/>
                  </a:lnTo>
                  <a:lnTo>
                    <a:pt x="3711" y="3730"/>
                  </a:lnTo>
                  <a:lnTo>
                    <a:pt x="4052" y="3068"/>
                  </a:lnTo>
                  <a:lnTo>
                    <a:pt x="4232" y="2748"/>
                  </a:lnTo>
                  <a:lnTo>
                    <a:pt x="4433" y="2427"/>
                  </a:lnTo>
                  <a:lnTo>
                    <a:pt x="4633" y="2106"/>
                  </a:lnTo>
                  <a:lnTo>
                    <a:pt x="4854" y="1805"/>
                  </a:lnTo>
                  <a:lnTo>
                    <a:pt x="5074" y="1524"/>
                  </a:lnTo>
                  <a:lnTo>
                    <a:pt x="5315" y="1243"/>
                  </a:lnTo>
                  <a:lnTo>
                    <a:pt x="5556" y="963"/>
                  </a:lnTo>
                  <a:lnTo>
                    <a:pt x="5816" y="702"/>
                  </a:lnTo>
                  <a:lnTo>
                    <a:pt x="6097" y="461"/>
                  </a:lnTo>
                  <a:lnTo>
                    <a:pt x="6378" y="221"/>
                  </a:lnTo>
                  <a:lnTo>
                    <a:pt x="601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21"/>
            <p:cNvSpPr/>
            <p:nvPr/>
          </p:nvSpPr>
          <p:spPr>
            <a:xfrm>
              <a:off x="11073850" y="4376125"/>
              <a:ext cx="18050" cy="23075"/>
            </a:xfrm>
            <a:custGeom>
              <a:avLst/>
              <a:gdLst/>
              <a:ahLst/>
              <a:cxnLst/>
              <a:rect l="l" t="t" r="r" b="b"/>
              <a:pathLst>
                <a:path w="722" h="923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181" y="462"/>
                  </a:lnTo>
                  <a:lnTo>
                    <a:pt x="361" y="923"/>
                  </a:lnTo>
                  <a:lnTo>
                    <a:pt x="361" y="923"/>
                  </a:lnTo>
                  <a:lnTo>
                    <a:pt x="521" y="843"/>
                  </a:lnTo>
                  <a:lnTo>
                    <a:pt x="702" y="783"/>
                  </a:lnTo>
                  <a:lnTo>
                    <a:pt x="702" y="783"/>
                  </a:lnTo>
                  <a:lnTo>
                    <a:pt x="722" y="783"/>
                  </a:lnTo>
                  <a:lnTo>
                    <a:pt x="722" y="783"/>
                  </a:lnTo>
                  <a:lnTo>
                    <a:pt x="722" y="783"/>
                  </a:lnTo>
                  <a:lnTo>
                    <a:pt x="722" y="783"/>
                  </a:lnTo>
                  <a:lnTo>
                    <a:pt x="541" y="602"/>
                  </a:lnTo>
                  <a:lnTo>
                    <a:pt x="341" y="40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21"/>
            <p:cNvSpPr/>
            <p:nvPr/>
          </p:nvSpPr>
          <p:spPr>
            <a:xfrm>
              <a:off x="11054775" y="4344550"/>
              <a:ext cx="98800" cy="176000"/>
            </a:xfrm>
            <a:custGeom>
              <a:avLst/>
              <a:gdLst/>
              <a:ahLst/>
              <a:cxnLst/>
              <a:rect l="l" t="t" r="r" b="b"/>
              <a:pathLst>
                <a:path w="3952" h="7040" extrusionOk="0">
                  <a:moveTo>
                    <a:pt x="1" y="0"/>
                  </a:moveTo>
                  <a:lnTo>
                    <a:pt x="161" y="622"/>
                  </a:lnTo>
                  <a:lnTo>
                    <a:pt x="342" y="1223"/>
                  </a:lnTo>
                  <a:lnTo>
                    <a:pt x="542" y="1825"/>
                  </a:lnTo>
                  <a:lnTo>
                    <a:pt x="783" y="2407"/>
                  </a:lnTo>
                  <a:lnTo>
                    <a:pt x="502" y="2607"/>
                  </a:lnTo>
                  <a:lnTo>
                    <a:pt x="242" y="2828"/>
                  </a:lnTo>
                  <a:lnTo>
                    <a:pt x="222" y="2868"/>
                  </a:lnTo>
                  <a:lnTo>
                    <a:pt x="222" y="2908"/>
                  </a:lnTo>
                  <a:lnTo>
                    <a:pt x="262" y="2928"/>
                  </a:lnTo>
                  <a:lnTo>
                    <a:pt x="282" y="2948"/>
                  </a:lnTo>
                  <a:lnTo>
                    <a:pt x="322" y="2928"/>
                  </a:lnTo>
                  <a:lnTo>
                    <a:pt x="583" y="2747"/>
                  </a:lnTo>
                  <a:lnTo>
                    <a:pt x="863" y="2567"/>
                  </a:lnTo>
                  <a:lnTo>
                    <a:pt x="1124" y="3189"/>
                  </a:lnTo>
                  <a:lnTo>
                    <a:pt x="883" y="3469"/>
                  </a:lnTo>
                  <a:lnTo>
                    <a:pt x="783" y="3610"/>
                  </a:lnTo>
                  <a:lnTo>
                    <a:pt x="683" y="3770"/>
                  </a:lnTo>
                  <a:lnTo>
                    <a:pt x="683" y="3810"/>
                  </a:lnTo>
                  <a:lnTo>
                    <a:pt x="683" y="3850"/>
                  </a:lnTo>
                  <a:lnTo>
                    <a:pt x="723" y="3891"/>
                  </a:lnTo>
                  <a:lnTo>
                    <a:pt x="803" y="3891"/>
                  </a:lnTo>
                  <a:lnTo>
                    <a:pt x="823" y="3871"/>
                  </a:lnTo>
                  <a:lnTo>
                    <a:pt x="1044" y="3650"/>
                  </a:lnTo>
                  <a:lnTo>
                    <a:pt x="1244" y="3429"/>
                  </a:lnTo>
                  <a:lnTo>
                    <a:pt x="1505" y="3931"/>
                  </a:lnTo>
                  <a:lnTo>
                    <a:pt x="1786" y="4392"/>
                  </a:lnTo>
                  <a:lnTo>
                    <a:pt x="2067" y="4873"/>
                  </a:lnTo>
                  <a:lnTo>
                    <a:pt x="2387" y="5314"/>
                  </a:lnTo>
                  <a:lnTo>
                    <a:pt x="2708" y="5756"/>
                  </a:lnTo>
                  <a:lnTo>
                    <a:pt x="3049" y="6197"/>
                  </a:lnTo>
                  <a:lnTo>
                    <a:pt x="3410" y="6618"/>
                  </a:lnTo>
                  <a:lnTo>
                    <a:pt x="3791" y="7019"/>
                  </a:lnTo>
                  <a:lnTo>
                    <a:pt x="3831" y="7039"/>
                  </a:lnTo>
                  <a:lnTo>
                    <a:pt x="3912" y="7039"/>
                  </a:lnTo>
                  <a:lnTo>
                    <a:pt x="3952" y="6999"/>
                  </a:lnTo>
                  <a:lnTo>
                    <a:pt x="3952" y="6939"/>
                  </a:lnTo>
                  <a:lnTo>
                    <a:pt x="3932" y="6879"/>
                  </a:lnTo>
                  <a:lnTo>
                    <a:pt x="3591" y="6438"/>
                  </a:lnTo>
                  <a:lnTo>
                    <a:pt x="3250" y="5976"/>
                  </a:lnTo>
                  <a:lnTo>
                    <a:pt x="2929" y="5515"/>
                  </a:lnTo>
                  <a:lnTo>
                    <a:pt x="2628" y="5054"/>
                  </a:lnTo>
                  <a:lnTo>
                    <a:pt x="2347" y="4593"/>
                  </a:lnTo>
                  <a:lnTo>
                    <a:pt x="2067" y="4111"/>
                  </a:lnTo>
                  <a:lnTo>
                    <a:pt x="1806" y="3630"/>
                  </a:lnTo>
                  <a:lnTo>
                    <a:pt x="1565" y="3149"/>
                  </a:lnTo>
                  <a:lnTo>
                    <a:pt x="1826" y="2948"/>
                  </a:lnTo>
                  <a:lnTo>
                    <a:pt x="1966" y="2828"/>
                  </a:lnTo>
                  <a:lnTo>
                    <a:pt x="2087" y="2707"/>
                  </a:lnTo>
                  <a:lnTo>
                    <a:pt x="2107" y="2667"/>
                  </a:lnTo>
                  <a:lnTo>
                    <a:pt x="2107" y="2587"/>
                  </a:lnTo>
                  <a:lnTo>
                    <a:pt x="2067" y="2547"/>
                  </a:lnTo>
                  <a:lnTo>
                    <a:pt x="2026" y="2527"/>
                  </a:lnTo>
                  <a:lnTo>
                    <a:pt x="1986" y="2527"/>
                  </a:lnTo>
                  <a:lnTo>
                    <a:pt x="1826" y="2607"/>
                  </a:lnTo>
                  <a:lnTo>
                    <a:pt x="1686" y="2687"/>
                  </a:lnTo>
                  <a:lnTo>
                    <a:pt x="1565" y="2788"/>
                  </a:lnTo>
                  <a:lnTo>
                    <a:pt x="1425" y="2908"/>
                  </a:lnTo>
                  <a:lnTo>
                    <a:pt x="1204" y="2387"/>
                  </a:lnTo>
                  <a:lnTo>
                    <a:pt x="1385" y="2286"/>
                  </a:lnTo>
                  <a:lnTo>
                    <a:pt x="1545" y="2186"/>
                  </a:lnTo>
                  <a:lnTo>
                    <a:pt x="1565" y="2166"/>
                  </a:lnTo>
                  <a:lnTo>
                    <a:pt x="1585" y="2126"/>
                  </a:lnTo>
                  <a:lnTo>
                    <a:pt x="1485" y="2046"/>
                  </a:lnTo>
                  <a:lnTo>
                    <a:pt x="1465" y="2046"/>
                  </a:lnTo>
                  <a:lnTo>
                    <a:pt x="1284" y="2106"/>
                  </a:lnTo>
                  <a:lnTo>
                    <a:pt x="1124" y="2186"/>
                  </a:lnTo>
                  <a:lnTo>
                    <a:pt x="944" y="1725"/>
                  </a:lnTo>
                  <a:lnTo>
                    <a:pt x="763" y="1263"/>
                  </a:lnTo>
                  <a:lnTo>
                    <a:pt x="562" y="963"/>
                  </a:lnTo>
                  <a:lnTo>
                    <a:pt x="362" y="642"/>
                  </a:lnTo>
                  <a:lnTo>
                    <a:pt x="181" y="32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21"/>
            <p:cNvSpPr/>
            <p:nvPr/>
          </p:nvSpPr>
          <p:spPr>
            <a:xfrm>
              <a:off x="11551625" y="3950975"/>
              <a:ext cx="307875" cy="574575"/>
            </a:xfrm>
            <a:custGeom>
              <a:avLst/>
              <a:gdLst/>
              <a:ahLst/>
              <a:cxnLst/>
              <a:rect l="l" t="t" r="r" b="b"/>
              <a:pathLst>
                <a:path w="12315" h="22983" extrusionOk="0">
                  <a:moveTo>
                    <a:pt x="5275" y="0"/>
                  </a:moveTo>
                  <a:lnTo>
                    <a:pt x="5095" y="20"/>
                  </a:lnTo>
                  <a:lnTo>
                    <a:pt x="4954" y="40"/>
                  </a:lnTo>
                  <a:lnTo>
                    <a:pt x="4854" y="100"/>
                  </a:lnTo>
                  <a:lnTo>
                    <a:pt x="4754" y="181"/>
                  </a:lnTo>
                  <a:lnTo>
                    <a:pt x="4674" y="301"/>
                  </a:lnTo>
                  <a:lnTo>
                    <a:pt x="4593" y="461"/>
                  </a:lnTo>
                  <a:lnTo>
                    <a:pt x="4553" y="622"/>
                  </a:lnTo>
                  <a:lnTo>
                    <a:pt x="4513" y="822"/>
                  </a:lnTo>
                  <a:lnTo>
                    <a:pt x="4493" y="1023"/>
                  </a:lnTo>
                  <a:lnTo>
                    <a:pt x="4473" y="1524"/>
                  </a:lnTo>
                  <a:lnTo>
                    <a:pt x="4513" y="2066"/>
                  </a:lnTo>
                  <a:lnTo>
                    <a:pt x="4553" y="2667"/>
                  </a:lnTo>
                  <a:lnTo>
                    <a:pt x="4634" y="3289"/>
                  </a:lnTo>
                  <a:lnTo>
                    <a:pt x="4794" y="4613"/>
                  </a:lnTo>
                  <a:lnTo>
                    <a:pt x="4874" y="5275"/>
                  </a:lnTo>
                  <a:lnTo>
                    <a:pt x="4914" y="5916"/>
                  </a:lnTo>
                  <a:lnTo>
                    <a:pt x="4954" y="6498"/>
                  </a:lnTo>
                  <a:lnTo>
                    <a:pt x="4934" y="7059"/>
                  </a:lnTo>
                  <a:lnTo>
                    <a:pt x="4914" y="7320"/>
                  </a:lnTo>
                  <a:lnTo>
                    <a:pt x="4874" y="7541"/>
                  </a:lnTo>
                  <a:lnTo>
                    <a:pt x="4834" y="7761"/>
                  </a:lnTo>
                  <a:lnTo>
                    <a:pt x="4774" y="7962"/>
                  </a:lnTo>
                  <a:lnTo>
                    <a:pt x="4593" y="8343"/>
                  </a:lnTo>
                  <a:lnTo>
                    <a:pt x="4373" y="8784"/>
                  </a:lnTo>
                  <a:lnTo>
                    <a:pt x="4092" y="9245"/>
                  </a:lnTo>
                  <a:lnTo>
                    <a:pt x="3771" y="9747"/>
                  </a:lnTo>
                  <a:lnTo>
                    <a:pt x="3069" y="10830"/>
                  </a:lnTo>
                  <a:lnTo>
                    <a:pt x="2307" y="12013"/>
                  </a:lnTo>
                  <a:lnTo>
                    <a:pt x="1926" y="12635"/>
                  </a:lnTo>
                  <a:lnTo>
                    <a:pt x="1545" y="13256"/>
                  </a:lnTo>
                  <a:lnTo>
                    <a:pt x="1204" y="13898"/>
                  </a:lnTo>
                  <a:lnTo>
                    <a:pt x="883" y="14540"/>
                  </a:lnTo>
                  <a:lnTo>
                    <a:pt x="603" y="15202"/>
                  </a:lnTo>
                  <a:lnTo>
                    <a:pt x="362" y="15843"/>
                  </a:lnTo>
                  <a:lnTo>
                    <a:pt x="262" y="16164"/>
                  </a:lnTo>
                  <a:lnTo>
                    <a:pt x="181" y="16485"/>
                  </a:lnTo>
                  <a:lnTo>
                    <a:pt x="101" y="16806"/>
                  </a:lnTo>
                  <a:lnTo>
                    <a:pt x="61" y="17127"/>
                  </a:lnTo>
                  <a:lnTo>
                    <a:pt x="21" y="17548"/>
                  </a:lnTo>
                  <a:lnTo>
                    <a:pt x="1" y="17949"/>
                  </a:lnTo>
                  <a:lnTo>
                    <a:pt x="41" y="18350"/>
                  </a:lnTo>
                  <a:lnTo>
                    <a:pt x="101" y="18731"/>
                  </a:lnTo>
                  <a:lnTo>
                    <a:pt x="201" y="19092"/>
                  </a:lnTo>
                  <a:lnTo>
                    <a:pt x="322" y="19433"/>
                  </a:lnTo>
                  <a:lnTo>
                    <a:pt x="462" y="19754"/>
                  </a:lnTo>
                  <a:lnTo>
                    <a:pt x="643" y="20075"/>
                  </a:lnTo>
                  <a:lnTo>
                    <a:pt x="843" y="20356"/>
                  </a:lnTo>
                  <a:lnTo>
                    <a:pt x="1064" y="20636"/>
                  </a:lnTo>
                  <a:lnTo>
                    <a:pt x="1304" y="20917"/>
                  </a:lnTo>
                  <a:lnTo>
                    <a:pt x="1565" y="21158"/>
                  </a:lnTo>
                  <a:lnTo>
                    <a:pt x="1846" y="21398"/>
                  </a:lnTo>
                  <a:lnTo>
                    <a:pt x="2127" y="21619"/>
                  </a:lnTo>
                  <a:lnTo>
                    <a:pt x="2448" y="21820"/>
                  </a:lnTo>
                  <a:lnTo>
                    <a:pt x="2768" y="22000"/>
                  </a:lnTo>
                  <a:lnTo>
                    <a:pt x="3089" y="22160"/>
                  </a:lnTo>
                  <a:lnTo>
                    <a:pt x="3430" y="22321"/>
                  </a:lnTo>
                  <a:lnTo>
                    <a:pt x="3771" y="22461"/>
                  </a:lnTo>
                  <a:lnTo>
                    <a:pt x="4112" y="22582"/>
                  </a:lnTo>
                  <a:lnTo>
                    <a:pt x="4453" y="22682"/>
                  </a:lnTo>
                  <a:lnTo>
                    <a:pt x="4794" y="22782"/>
                  </a:lnTo>
                  <a:lnTo>
                    <a:pt x="5155" y="22842"/>
                  </a:lnTo>
                  <a:lnTo>
                    <a:pt x="5496" y="22902"/>
                  </a:lnTo>
                  <a:lnTo>
                    <a:pt x="5837" y="22943"/>
                  </a:lnTo>
                  <a:lnTo>
                    <a:pt x="6178" y="22983"/>
                  </a:lnTo>
                  <a:lnTo>
                    <a:pt x="6819" y="22983"/>
                  </a:lnTo>
                  <a:lnTo>
                    <a:pt x="7120" y="22963"/>
                  </a:lnTo>
                  <a:lnTo>
                    <a:pt x="7401" y="22923"/>
                  </a:lnTo>
                  <a:lnTo>
                    <a:pt x="7682" y="22862"/>
                  </a:lnTo>
                  <a:lnTo>
                    <a:pt x="7943" y="22782"/>
                  </a:lnTo>
                  <a:lnTo>
                    <a:pt x="8283" y="22642"/>
                  </a:lnTo>
                  <a:lnTo>
                    <a:pt x="8624" y="22461"/>
                  </a:lnTo>
                  <a:lnTo>
                    <a:pt x="8965" y="22241"/>
                  </a:lnTo>
                  <a:lnTo>
                    <a:pt x="9286" y="21960"/>
                  </a:lnTo>
                  <a:lnTo>
                    <a:pt x="9627" y="21599"/>
                  </a:lnTo>
                  <a:lnTo>
                    <a:pt x="9968" y="21198"/>
                  </a:lnTo>
                  <a:lnTo>
                    <a:pt x="10289" y="20737"/>
                  </a:lnTo>
                  <a:lnTo>
                    <a:pt x="10590" y="20255"/>
                  </a:lnTo>
                  <a:lnTo>
                    <a:pt x="10870" y="19734"/>
                  </a:lnTo>
                  <a:lnTo>
                    <a:pt x="11131" y="19172"/>
                  </a:lnTo>
                  <a:lnTo>
                    <a:pt x="11372" y="18591"/>
                  </a:lnTo>
                  <a:lnTo>
                    <a:pt x="11572" y="17969"/>
                  </a:lnTo>
                  <a:lnTo>
                    <a:pt x="11773" y="17347"/>
                  </a:lnTo>
                  <a:lnTo>
                    <a:pt x="11933" y="16686"/>
                  </a:lnTo>
                  <a:lnTo>
                    <a:pt x="12054" y="16024"/>
                  </a:lnTo>
                  <a:lnTo>
                    <a:pt x="12174" y="15362"/>
                  </a:lnTo>
                  <a:lnTo>
                    <a:pt x="12234" y="14680"/>
                  </a:lnTo>
                  <a:lnTo>
                    <a:pt x="12294" y="14018"/>
                  </a:lnTo>
                  <a:lnTo>
                    <a:pt x="12314" y="13336"/>
                  </a:lnTo>
                  <a:lnTo>
                    <a:pt x="12294" y="12675"/>
                  </a:lnTo>
                  <a:lnTo>
                    <a:pt x="12254" y="12133"/>
                  </a:lnTo>
                  <a:lnTo>
                    <a:pt x="12194" y="11592"/>
                  </a:lnTo>
                  <a:lnTo>
                    <a:pt x="12114" y="11050"/>
                  </a:lnTo>
                  <a:lnTo>
                    <a:pt x="12034" y="10509"/>
                  </a:lnTo>
                  <a:lnTo>
                    <a:pt x="11933" y="9967"/>
                  </a:lnTo>
                  <a:lnTo>
                    <a:pt x="11793" y="9446"/>
                  </a:lnTo>
                  <a:lnTo>
                    <a:pt x="11673" y="8904"/>
                  </a:lnTo>
                  <a:lnTo>
                    <a:pt x="11512" y="8383"/>
                  </a:lnTo>
                  <a:lnTo>
                    <a:pt x="11352" y="7862"/>
                  </a:lnTo>
                  <a:lnTo>
                    <a:pt x="11171" y="7360"/>
                  </a:lnTo>
                  <a:lnTo>
                    <a:pt x="10991" y="6859"/>
                  </a:lnTo>
                  <a:lnTo>
                    <a:pt x="10790" y="6378"/>
                  </a:lnTo>
                  <a:lnTo>
                    <a:pt x="10570" y="5896"/>
                  </a:lnTo>
                  <a:lnTo>
                    <a:pt x="10369" y="5435"/>
                  </a:lnTo>
                  <a:lnTo>
                    <a:pt x="10128" y="4974"/>
                  </a:lnTo>
                  <a:lnTo>
                    <a:pt x="9908" y="4533"/>
                  </a:lnTo>
                  <a:lnTo>
                    <a:pt x="9667" y="4111"/>
                  </a:lnTo>
                  <a:lnTo>
                    <a:pt x="9407" y="3690"/>
                  </a:lnTo>
                  <a:lnTo>
                    <a:pt x="9166" y="3309"/>
                  </a:lnTo>
                  <a:lnTo>
                    <a:pt x="8905" y="2928"/>
                  </a:lnTo>
                  <a:lnTo>
                    <a:pt x="8644" y="2567"/>
                  </a:lnTo>
                  <a:lnTo>
                    <a:pt x="8384" y="2226"/>
                  </a:lnTo>
                  <a:lnTo>
                    <a:pt x="8123" y="1905"/>
                  </a:lnTo>
                  <a:lnTo>
                    <a:pt x="7862" y="1605"/>
                  </a:lnTo>
                  <a:lnTo>
                    <a:pt x="7602" y="1344"/>
                  </a:lnTo>
                  <a:lnTo>
                    <a:pt x="7341" y="1083"/>
                  </a:lnTo>
                  <a:lnTo>
                    <a:pt x="7080" y="863"/>
                  </a:lnTo>
                  <a:lnTo>
                    <a:pt x="6819" y="662"/>
                  </a:lnTo>
                  <a:lnTo>
                    <a:pt x="6559" y="482"/>
                  </a:lnTo>
                  <a:lnTo>
                    <a:pt x="6298" y="321"/>
                  </a:lnTo>
                  <a:lnTo>
                    <a:pt x="6057" y="201"/>
                  </a:lnTo>
                  <a:lnTo>
                    <a:pt x="5817" y="100"/>
                  </a:lnTo>
                  <a:lnTo>
                    <a:pt x="5616" y="60"/>
                  </a:lnTo>
                  <a:lnTo>
                    <a:pt x="5456" y="20"/>
                  </a:lnTo>
                  <a:lnTo>
                    <a:pt x="52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21"/>
            <p:cNvSpPr/>
            <p:nvPr/>
          </p:nvSpPr>
          <p:spPr>
            <a:xfrm>
              <a:off x="11551625" y="3950975"/>
              <a:ext cx="307875" cy="574575"/>
            </a:xfrm>
            <a:custGeom>
              <a:avLst/>
              <a:gdLst/>
              <a:ahLst/>
              <a:cxnLst/>
              <a:rect l="l" t="t" r="r" b="b"/>
              <a:pathLst>
                <a:path w="12315" h="22983" fill="none" extrusionOk="0">
                  <a:moveTo>
                    <a:pt x="9286" y="21960"/>
                  </a:moveTo>
                  <a:lnTo>
                    <a:pt x="9286" y="21960"/>
                  </a:lnTo>
                  <a:lnTo>
                    <a:pt x="8965" y="22241"/>
                  </a:lnTo>
                  <a:lnTo>
                    <a:pt x="8624" y="22461"/>
                  </a:lnTo>
                  <a:lnTo>
                    <a:pt x="8283" y="22642"/>
                  </a:lnTo>
                  <a:lnTo>
                    <a:pt x="7943" y="22782"/>
                  </a:lnTo>
                  <a:lnTo>
                    <a:pt x="7943" y="22782"/>
                  </a:lnTo>
                  <a:lnTo>
                    <a:pt x="7682" y="22862"/>
                  </a:lnTo>
                  <a:lnTo>
                    <a:pt x="7401" y="22923"/>
                  </a:lnTo>
                  <a:lnTo>
                    <a:pt x="7120" y="22963"/>
                  </a:lnTo>
                  <a:lnTo>
                    <a:pt x="6819" y="22983"/>
                  </a:lnTo>
                  <a:lnTo>
                    <a:pt x="6499" y="22983"/>
                  </a:lnTo>
                  <a:lnTo>
                    <a:pt x="6178" y="22983"/>
                  </a:lnTo>
                  <a:lnTo>
                    <a:pt x="5837" y="22943"/>
                  </a:lnTo>
                  <a:lnTo>
                    <a:pt x="5496" y="22902"/>
                  </a:lnTo>
                  <a:lnTo>
                    <a:pt x="5155" y="22842"/>
                  </a:lnTo>
                  <a:lnTo>
                    <a:pt x="4794" y="22782"/>
                  </a:lnTo>
                  <a:lnTo>
                    <a:pt x="4453" y="22682"/>
                  </a:lnTo>
                  <a:lnTo>
                    <a:pt x="4112" y="22582"/>
                  </a:lnTo>
                  <a:lnTo>
                    <a:pt x="3771" y="22461"/>
                  </a:lnTo>
                  <a:lnTo>
                    <a:pt x="3430" y="22321"/>
                  </a:lnTo>
                  <a:lnTo>
                    <a:pt x="3089" y="22160"/>
                  </a:lnTo>
                  <a:lnTo>
                    <a:pt x="2768" y="22000"/>
                  </a:lnTo>
                  <a:lnTo>
                    <a:pt x="2448" y="21820"/>
                  </a:lnTo>
                  <a:lnTo>
                    <a:pt x="2127" y="21619"/>
                  </a:lnTo>
                  <a:lnTo>
                    <a:pt x="1846" y="21398"/>
                  </a:lnTo>
                  <a:lnTo>
                    <a:pt x="1565" y="21158"/>
                  </a:lnTo>
                  <a:lnTo>
                    <a:pt x="1304" y="20917"/>
                  </a:lnTo>
                  <a:lnTo>
                    <a:pt x="1064" y="20636"/>
                  </a:lnTo>
                  <a:lnTo>
                    <a:pt x="843" y="20356"/>
                  </a:lnTo>
                  <a:lnTo>
                    <a:pt x="643" y="20075"/>
                  </a:lnTo>
                  <a:lnTo>
                    <a:pt x="462" y="19754"/>
                  </a:lnTo>
                  <a:lnTo>
                    <a:pt x="322" y="19433"/>
                  </a:lnTo>
                  <a:lnTo>
                    <a:pt x="201" y="19092"/>
                  </a:lnTo>
                  <a:lnTo>
                    <a:pt x="101" y="18731"/>
                  </a:lnTo>
                  <a:lnTo>
                    <a:pt x="41" y="18350"/>
                  </a:lnTo>
                  <a:lnTo>
                    <a:pt x="1" y="17949"/>
                  </a:lnTo>
                  <a:lnTo>
                    <a:pt x="21" y="17548"/>
                  </a:lnTo>
                  <a:lnTo>
                    <a:pt x="61" y="17127"/>
                  </a:lnTo>
                  <a:lnTo>
                    <a:pt x="61" y="17127"/>
                  </a:lnTo>
                  <a:lnTo>
                    <a:pt x="101" y="16806"/>
                  </a:lnTo>
                  <a:lnTo>
                    <a:pt x="181" y="16485"/>
                  </a:lnTo>
                  <a:lnTo>
                    <a:pt x="262" y="16164"/>
                  </a:lnTo>
                  <a:lnTo>
                    <a:pt x="362" y="15843"/>
                  </a:lnTo>
                  <a:lnTo>
                    <a:pt x="603" y="15202"/>
                  </a:lnTo>
                  <a:lnTo>
                    <a:pt x="883" y="14540"/>
                  </a:lnTo>
                  <a:lnTo>
                    <a:pt x="1204" y="13898"/>
                  </a:lnTo>
                  <a:lnTo>
                    <a:pt x="1545" y="13256"/>
                  </a:lnTo>
                  <a:lnTo>
                    <a:pt x="1926" y="12635"/>
                  </a:lnTo>
                  <a:lnTo>
                    <a:pt x="2307" y="12013"/>
                  </a:lnTo>
                  <a:lnTo>
                    <a:pt x="3069" y="10830"/>
                  </a:lnTo>
                  <a:lnTo>
                    <a:pt x="3771" y="9747"/>
                  </a:lnTo>
                  <a:lnTo>
                    <a:pt x="4092" y="9245"/>
                  </a:lnTo>
                  <a:lnTo>
                    <a:pt x="4373" y="8784"/>
                  </a:lnTo>
                  <a:lnTo>
                    <a:pt x="4593" y="8343"/>
                  </a:lnTo>
                  <a:lnTo>
                    <a:pt x="4774" y="7962"/>
                  </a:lnTo>
                  <a:lnTo>
                    <a:pt x="4774" y="7962"/>
                  </a:lnTo>
                  <a:lnTo>
                    <a:pt x="4834" y="7761"/>
                  </a:lnTo>
                  <a:lnTo>
                    <a:pt x="4874" y="7541"/>
                  </a:lnTo>
                  <a:lnTo>
                    <a:pt x="4914" y="7320"/>
                  </a:lnTo>
                  <a:lnTo>
                    <a:pt x="4934" y="7059"/>
                  </a:lnTo>
                  <a:lnTo>
                    <a:pt x="4954" y="6498"/>
                  </a:lnTo>
                  <a:lnTo>
                    <a:pt x="4914" y="5916"/>
                  </a:lnTo>
                  <a:lnTo>
                    <a:pt x="4874" y="5275"/>
                  </a:lnTo>
                  <a:lnTo>
                    <a:pt x="4794" y="4613"/>
                  </a:lnTo>
                  <a:lnTo>
                    <a:pt x="4634" y="3289"/>
                  </a:lnTo>
                  <a:lnTo>
                    <a:pt x="4553" y="2667"/>
                  </a:lnTo>
                  <a:lnTo>
                    <a:pt x="4513" y="2066"/>
                  </a:lnTo>
                  <a:lnTo>
                    <a:pt x="4473" y="1524"/>
                  </a:lnTo>
                  <a:lnTo>
                    <a:pt x="4493" y="1023"/>
                  </a:lnTo>
                  <a:lnTo>
                    <a:pt x="4513" y="822"/>
                  </a:lnTo>
                  <a:lnTo>
                    <a:pt x="4553" y="622"/>
                  </a:lnTo>
                  <a:lnTo>
                    <a:pt x="4593" y="461"/>
                  </a:lnTo>
                  <a:lnTo>
                    <a:pt x="4674" y="301"/>
                  </a:lnTo>
                  <a:lnTo>
                    <a:pt x="4754" y="181"/>
                  </a:lnTo>
                  <a:lnTo>
                    <a:pt x="4854" y="100"/>
                  </a:lnTo>
                  <a:lnTo>
                    <a:pt x="4954" y="40"/>
                  </a:lnTo>
                  <a:lnTo>
                    <a:pt x="5095" y="20"/>
                  </a:lnTo>
                  <a:lnTo>
                    <a:pt x="5095" y="20"/>
                  </a:lnTo>
                  <a:lnTo>
                    <a:pt x="5275" y="0"/>
                  </a:lnTo>
                  <a:lnTo>
                    <a:pt x="5456" y="20"/>
                  </a:lnTo>
                  <a:lnTo>
                    <a:pt x="5616" y="60"/>
                  </a:lnTo>
                  <a:lnTo>
                    <a:pt x="5817" y="100"/>
                  </a:lnTo>
                  <a:lnTo>
                    <a:pt x="5817" y="100"/>
                  </a:lnTo>
                  <a:lnTo>
                    <a:pt x="6057" y="201"/>
                  </a:lnTo>
                  <a:lnTo>
                    <a:pt x="6298" y="321"/>
                  </a:lnTo>
                  <a:lnTo>
                    <a:pt x="6559" y="482"/>
                  </a:lnTo>
                  <a:lnTo>
                    <a:pt x="6819" y="662"/>
                  </a:lnTo>
                  <a:lnTo>
                    <a:pt x="7080" y="863"/>
                  </a:lnTo>
                  <a:lnTo>
                    <a:pt x="7341" y="1083"/>
                  </a:lnTo>
                  <a:lnTo>
                    <a:pt x="7602" y="1344"/>
                  </a:lnTo>
                  <a:lnTo>
                    <a:pt x="7862" y="1605"/>
                  </a:lnTo>
                  <a:lnTo>
                    <a:pt x="8123" y="1905"/>
                  </a:lnTo>
                  <a:lnTo>
                    <a:pt x="8384" y="2226"/>
                  </a:lnTo>
                  <a:lnTo>
                    <a:pt x="8644" y="2567"/>
                  </a:lnTo>
                  <a:lnTo>
                    <a:pt x="8905" y="2928"/>
                  </a:lnTo>
                  <a:lnTo>
                    <a:pt x="9166" y="3309"/>
                  </a:lnTo>
                  <a:lnTo>
                    <a:pt x="9407" y="3690"/>
                  </a:lnTo>
                  <a:lnTo>
                    <a:pt x="9667" y="4111"/>
                  </a:lnTo>
                  <a:lnTo>
                    <a:pt x="9908" y="4533"/>
                  </a:lnTo>
                  <a:lnTo>
                    <a:pt x="10128" y="4974"/>
                  </a:lnTo>
                  <a:lnTo>
                    <a:pt x="10369" y="5435"/>
                  </a:lnTo>
                  <a:lnTo>
                    <a:pt x="10570" y="5896"/>
                  </a:lnTo>
                  <a:lnTo>
                    <a:pt x="10790" y="6378"/>
                  </a:lnTo>
                  <a:lnTo>
                    <a:pt x="10991" y="6859"/>
                  </a:lnTo>
                  <a:lnTo>
                    <a:pt x="11171" y="7360"/>
                  </a:lnTo>
                  <a:lnTo>
                    <a:pt x="11352" y="7862"/>
                  </a:lnTo>
                  <a:lnTo>
                    <a:pt x="11512" y="8383"/>
                  </a:lnTo>
                  <a:lnTo>
                    <a:pt x="11673" y="8904"/>
                  </a:lnTo>
                  <a:lnTo>
                    <a:pt x="11793" y="9446"/>
                  </a:lnTo>
                  <a:lnTo>
                    <a:pt x="11933" y="9967"/>
                  </a:lnTo>
                  <a:lnTo>
                    <a:pt x="12034" y="10509"/>
                  </a:lnTo>
                  <a:lnTo>
                    <a:pt x="12114" y="11050"/>
                  </a:lnTo>
                  <a:lnTo>
                    <a:pt x="12194" y="11592"/>
                  </a:lnTo>
                  <a:lnTo>
                    <a:pt x="12254" y="12133"/>
                  </a:lnTo>
                  <a:lnTo>
                    <a:pt x="12294" y="12675"/>
                  </a:lnTo>
                  <a:lnTo>
                    <a:pt x="12294" y="12675"/>
                  </a:lnTo>
                  <a:lnTo>
                    <a:pt x="12314" y="13336"/>
                  </a:lnTo>
                  <a:lnTo>
                    <a:pt x="12294" y="14018"/>
                  </a:lnTo>
                  <a:lnTo>
                    <a:pt x="12234" y="14680"/>
                  </a:lnTo>
                  <a:lnTo>
                    <a:pt x="12174" y="15362"/>
                  </a:lnTo>
                  <a:lnTo>
                    <a:pt x="12054" y="16024"/>
                  </a:lnTo>
                  <a:lnTo>
                    <a:pt x="11933" y="16686"/>
                  </a:lnTo>
                  <a:lnTo>
                    <a:pt x="11773" y="17347"/>
                  </a:lnTo>
                  <a:lnTo>
                    <a:pt x="11572" y="17969"/>
                  </a:lnTo>
                  <a:lnTo>
                    <a:pt x="11372" y="18591"/>
                  </a:lnTo>
                  <a:lnTo>
                    <a:pt x="11131" y="19172"/>
                  </a:lnTo>
                  <a:lnTo>
                    <a:pt x="10870" y="19734"/>
                  </a:lnTo>
                  <a:lnTo>
                    <a:pt x="10590" y="20255"/>
                  </a:lnTo>
                  <a:lnTo>
                    <a:pt x="10289" y="20737"/>
                  </a:lnTo>
                  <a:lnTo>
                    <a:pt x="9968" y="21198"/>
                  </a:lnTo>
                  <a:lnTo>
                    <a:pt x="9627" y="21599"/>
                  </a:lnTo>
                  <a:lnTo>
                    <a:pt x="9286" y="219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21"/>
            <p:cNvSpPr/>
            <p:nvPr/>
          </p:nvSpPr>
          <p:spPr>
            <a:xfrm>
              <a:off x="11701550" y="3965000"/>
              <a:ext cx="121850" cy="521450"/>
            </a:xfrm>
            <a:custGeom>
              <a:avLst/>
              <a:gdLst/>
              <a:ahLst/>
              <a:cxnLst/>
              <a:rect l="l" t="t" r="r" b="b"/>
              <a:pathLst>
                <a:path w="4874" h="20858" extrusionOk="0">
                  <a:moveTo>
                    <a:pt x="181" y="1"/>
                  </a:moveTo>
                  <a:lnTo>
                    <a:pt x="0" y="141"/>
                  </a:lnTo>
                  <a:lnTo>
                    <a:pt x="281" y="382"/>
                  </a:lnTo>
                  <a:lnTo>
                    <a:pt x="562" y="663"/>
                  </a:lnTo>
                  <a:lnTo>
                    <a:pt x="843" y="943"/>
                  </a:lnTo>
                  <a:lnTo>
                    <a:pt x="1083" y="1264"/>
                  </a:lnTo>
                  <a:lnTo>
                    <a:pt x="1324" y="1585"/>
                  </a:lnTo>
                  <a:lnTo>
                    <a:pt x="1544" y="1906"/>
                  </a:lnTo>
                  <a:lnTo>
                    <a:pt x="1765" y="2247"/>
                  </a:lnTo>
                  <a:lnTo>
                    <a:pt x="1966" y="2588"/>
                  </a:lnTo>
                  <a:lnTo>
                    <a:pt x="1444" y="2889"/>
                  </a:lnTo>
                  <a:lnTo>
                    <a:pt x="1404" y="2909"/>
                  </a:lnTo>
                  <a:lnTo>
                    <a:pt x="1404" y="2949"/>
                  </a:lnTo>
                  <a:lnTo>
                    <a:pt x="1424" y="2989"/>
                  </a:lnTo>
                  <a:lnTo>
                    <a:pt x="1464" y="3009"/>
                  </a:lnTo>
                  <a:lnTo>
                    <a:pt x="1484" y="2989"/>
                  </a:lnTo>
                  <a:lnTo>
                    <a:pt x="2066" y="2768"/>
                  </a:lnTo>
                  <a:lnTo>
                    <a:pt x="2307" y="3250"/>
                  </a:lnTo>
                  <a:lnTo>
                    <a:pt x="2527" y="3731"/>
                  </a:lnTo>
                  <a:lnTo>
                    <a:pt x="2728" y="4212"/>
                  </a:lnTo>
                  <a:lnTo>
                    <a:pt x="2908" y="4693"/>
                  </a:lnTo>
                  <a:lnTo>
                    <a:pt x="3129" y="5375"/>
                  </a:lnTo>
                  <a:lnTo>
                    <a:pt x="3309" y="6057"/>
                  </a:lnTo>
                  <a:lnTo>
                    <a:pt x="3470" y="6739"/>
                  </a:lnTo>
                  <a:lnTo>
                    <a:pt x="3590" y="7441"/>
                  </a:lnTo>
                  <a:lnTo>
                    <a:pt x="3670" y="8143"/>
                  </a:lnTo>
                  <a:lnTo>
                    <a:pt x="3730" y="8845"/>
                  </a:lnTo>
                  <a:lnTo>
                    <a:pt x="3750" y="9547"/>
                  </a:lnTo>
                  <a:lnTo>
                    <a:pt x="3750" y="10249"/>
                  </a:lnTo>
                  <a:lnTo>
                    <a:pt x="3590" y="10229"/>
                  </a:lnTo>
                  <a:lnTo>
                    <a:pt x="3550" y="10249"/>
                  </a:lnTo>
                  <a:lnTo>
                    <a:pt x="3530" y="10289"/>
                  </a:lnTo>
                  <a:lnTo>
                    <a:pt x="3530" y="10309"/>
                  </a:lnTo>
                  <a:lnTo>
                    <a:pt x="3570" y="10329"/>
                  </a:lnTo>
                  <a:lnTo>
                    <a:pt x="3750" y="10389"/>
                  </a:lnTo>
                  <a:lnTo>
                    <a:pt x="3710" y="11051"/>
                  </a:lnTo>
                  <a:lnTo>
                    <a:pt x="3269" y="11071"/>
                  </a:lnTo>
                  <a:lnTo>
                    <a:pt x="3249" y="11071"/>
                  </a:lnTo>
                  <a:lnTo>
                    <a:pt x="3209" y="11091"/>
                  </a:lnTo>
                  <a:lnTo>
                    <a:pt x="3209" y="11131"/>
                  </a:lnTo>
                  <a:lnTo>
                    <a:pt x="3209" y="11171"/>
                  </a:lnTo>
                  <a:lnTo>
                    <a:pt x="3249" y="11191"/>
                  </a:lnTo>
                  <a:lnTo>
                    <a:pt x="3690" y="11231"/>
                  </a:lnTo>
                  <a:lnTo>
                    <a:pt x="3650" y="11733"/>
                  </a:lnTo>
                  <a:lnTo>
                    <a:pt x="3590" y="12234"/>
                  </a:lnTo>
                  <a:lnTo>
                    <a:pt x="3510" y="12735"/>
                  </a:lnTo>
                  <a:lnTo>
                    <a:pt x="3430" y="13217"/>
                  </a:lnTo>
                  <a:lnTo>
                    <a:pt x="3329" y="13718"/>
                  </a:lnTo>
                  <a:lnTo>
                    <a:pt x="3209" y="14199"/>
                  </a:lnTo>
                  <a:lnTo>
                    <a:pt x="3089" y="14681"/>
                  </a:lnTo>
                  <a:lnTo>
                    <a:pt x="2948" y="15162"/>
                  </a:lnTo>
                  <a:lnTo>
                    <a:pt x="2627" y="16125"/>
                  </a:lnTo>
                  <a:lnTo>
                    <a:pt x="2286" y="17067"/>
                  </a:lnTo>
                  <a:lnTo>
                    <a:pt x="1885" y="17990"/>
                  </a:lnTo>
                  <a:lnTo>
                    <a:pt x="1464" y="18912"/>
                  </a:lnTo>
                  <a:lnTo>
                    <a:pt x="1224" y="18872"/>
                  </a:lnTo>
                  <a:lnTo>
                    <a:pt x="1183" y="18872"/>
                  </a:lnTo>
                  <a:lnTo>
                    <a:pt x="1163" y="18912"/>
                  </a:lnTo>
                  <a:lnTo>
                    <a:pt x="1163" y="18952"/>
                  </a:lnTo>
                  <a:lnTo>
                    <a:pt x="1204" y="18972"/>
                  </a:lnTo>
                  <a:lnTo>
                    <a:pt x="1404" y="19032"/>
                  </a:lnTo>
                  <a:lnTo>
                    <a:pt x="1224" y="19414"/>
                  </a:lnTo>
                  <a:lnTo>
                    <a:pt x="843" y="19293"/>
                  </a:lnTo>
                  <a:lnTo>
                    <a:pt x="822" y="19273"/>
                  </a:lnTo>
                  <a:lnTo>
                    <a:pt x="802" y="19293"/>
                  </a:lnTo>
                  <a:lnTo>
                    <a:pt x="782" y="19333"/>
                  </a:lnTo>
                  <a:lnTo>
                    <a:pt x="782" y="19353"/>
                  </a:lnTo>
                  <a:lnTo>
                    <a:pt x="822" y="19393"/>
                  </a:lnTo>
                  <a:lnTo>
                    <a:pt x="1163" y="19534"/>
                  </a:lnTo>
                  <a:lnTo>
                    <a:pt x="843" y="20156"/>
                  </a:lnTo>
                  <a:lnTo>
                    <a:pt x="502" y="20777"/>
                  </a:lnTo>
                  <a:lnTo>
                    <a:pt x="662" y="20857"/>
                  </a:lnTo>
                  <a:lnTo>
                    <a:pt x="1003" y="20256"/>
                  </a:lnTo>
                  <a:lnTo>
                    <a:pt x="1344" y="19634"/>
                  </a:lnTo>
                  <a:lnTo>
                    <a:pt x="1765" y="19855"/>
                  </a:lnTo>
                  <a:lnTo>
                    <a:pt x="1986" y="19975"/>
                  </a:lnTo>
                  <a:lnTo>
                    <a:pt x="2186" y="20075"/>
                  </a:lnTo>
                  <a:lnTo>
                    <a:pt x="2226" y="20075"/>
                  </a:lnTo>
                  <a:lnTo>
                    <a:pt x="2246" y="20055"/>
                  </a:lnTo>
                  <a:lnTo>
                    <a:pt x="2266" y="20035"/>
                  </a:lnTo>
                  <a:lnTo>
                    <a:pt x="2286" y="19995"/>
                  </a:lnTo>
                  <a:lnTo>
                    <a:pt x="2266" y="19955"/>
                  </a:lnTo>
                  <a:lnTo>
                    <a:pt x="2086" y="19815"/>
                  </a:lnTo>
                  <a:lnTo>
                    <a:pt x="1865" y="19674"/>
                  </a:lnTo>
                  <a:lnTo>
                    <a:pt x="1645" y="19574"/>
                  </a:lnTo>
                  <a:lnTo>
                    <a:pt x="1424" y="19474"/>
                  </a:lnTo>
                  <a:lnTo>
                    <a:pt x="1625" y="19113"/>
                  </a:lnTo>
                  <a:lnTo>
                    <a:pt x="2347" y="19393"/>
                  </a:lnTo>
                  <a:lnTo>
                    <a:pt x="2387" y="19393"/>
                  </a:lnTo>
                  <a:lnTo>
                    <a:pt x="2427" y="19373"/>
                  </a:lnTo>
                  <a:lnTo>
                    <a:pt x="2467" y="19313"/>
                  </a:lnTo>
                  <a:lnTo>
                    <a:pt x="2467" y="19253"/>
                  </a:lnTo>
                  <a:lnTo>
                    <a:pt x="2447" y="19233"/>
                  </a:lnTo>
                  <a:lnTo>
                    <a:pt x="2427" y="19213"/>
                  </a:lnTo>
                  <a:lnTo>
                    <a:pt x="2246" y="19133"/>
                  </a:lnTo>
                  <a:lnTo>
                    <a:pt x="2066" y="19073"/>
                  </a:lnTo>
                  <a:lnTo>
                    <a:pt x="1705" y="18952"/>
                  </a:lnTo>
                  <a:lnTo>
                    <a:pt x="2146" y="18050"/>
                  </a:lnTo>
                  <a:lnTo>
                    <a:pt x="2547" y="17107"/>
                  </a:lnTo>
                  <a:lnTo>
                    <a:pt x="2908" y="16165"/>
                  </a:lnTo>
                  <a:lnTo>
                    <a:pt x="3229" y="15202"/>
                  </a:lnTo>
                  <a:lnTo>
                    <a:pt x="3369" y="14721"/>
                  </a:lnTo>
                  <a:lnTo>
                    <a:pt x="3510" y="14239"/>
                  </a:lnTo>
                  <a:lnTo>
                    <a:pt x="3630" y="13738"/>
                  </a:lnTo>
                  <a:lnTo>
                    <a:pt x="3730" y="13257"/>
                  </a:lnTo>
                  <a:lnTo>
                    <a:pt x="3831" y="12755"/>
                  </a:lnTo>
                  <a:lnTo>
                    <a:pt x="3911" y="12254"/>
                  </a:lnTo>
                  <a:lnTo>
                    <a:pt x="3971" y="11753"/>
                  </a:lnTo>
                  <a:lnTo>
                    <a:pt x="4031" y="11251"/>
                  </a:lnTo>
                  <a:lnTo>
                    <a:pt x="4212" y="11251"/>
                  </a:lnTo>
                  <a:lnTo>
                    <a:pt x="4513" y="11231"/>
                  </a:lnTo>
                  <a:lnTo>
                    <a:pt x="4813" y="11191"/>
                  </a:lnTo>
                  <a:lnTo>
                    <a:pt x="4853" y="11171"/>
                  </a:lnTo>
                  <a:lnTo>
                    <a:pt x="4873" y="11151"/>
                  </a:lnTo>
                  <a:lnTo>
                    <a:pt x="4873" y="11091"/>
                  </a:lnTo>
                  <a:lnTo>
                    <a:pt x="4853" y="11031"/>
                  </a:lnTo>
                  <a:lnTo>
                    <a:pt x="4813" y="11031"/>
                  </a:lnTo>
                  <a:lnTo>
                    <a:pt x="4793" y="11011"/>
                  </a:lnTo>
                  <a:lnTo>
                    <a:pt x="4292" y="11011"/>
                  </a:lnTo>
                  <a:lnTo>
                    <a:pt x="4051" y="11031"/>
                  </a:lnTo>
                  <a:lnTo>
                    <a:pt x="4071" y="10489"/>
                  </a:lnTo>
                  <a:lnTo>
                    <a:pt x="4332" y="10549"/>
                  </a:lnTo>
                  <a:lnTo>
                    <a:pt x="4593" y="10590"/>
                  </a:lnTo>
                  <a:lnTo>
                    <a:pt x="4633" y="10569"/>
                  </a:lnTo>
                  <a:lnTo>
                    <a:pt x="4653" y="10549"/>
                  </a:lnTo>
                  <a:lnTo>
                    <a:pt x="4673" y="10509"/>
                  </a:lnTo>
                  <a:lnTo>
                    <a:pt x="4673" y="10449"/>
                  </a:lnTo>
                  <a:lnTo>
                    <a:pt x="4613" y="10409"/>
                  </a:lnTo>
                  <a:lnTo>
                    <a:pt x="4492" y="10369"/>
                  </a:lnTo>
                  <a:lnTo>
                    <a:pt x="4372" y="10329"/>
                  </a:lnTo>
                  <a:lnTo>
                    <a:pt x="4091" y="10289"/>
                  </a:lnTo>
                  <a:lnTo>
                    <a:pt x="4091" y="9627"/>
                  </a:lnTo>
                  <a:lnTo>
                    <a:pt x="4071" y="8885"/>
                  </a:lnTo>
                  <a:lnTo>
                    <a:pt x="4011" y="8143"/>
                  </a:lnTo>
                  <a:lnTo>
                    <a:pt x="3911" y="7401"/>
                  </a:lnTo>
                  <a:lnTo>
                    <a:pt x="3791" y="6659"/>
                  </a:lnTo>
                  <a:lnTo>
                    <a:pt x="3610" y="5917"/>
                  </a:lnTo>
                  <a:lnTo>
                    <a:pt x="3410" y="5195"/>
                  </a:lnTo>
                  <a:lnTo>
                    <a:pt x="3169" y="4493"/>
                  </a:lnTo>
                  <a:lnTo>
                    <a:pt x="2888" y="3791"/>
                  </a:lnTo>
                  <a:lnTo>
                    <a:pt x="2627" y="3230"/>
                  </a:lnTo>
                  <a:lnTo>
                    <a:pt x="2327" y="2648"/>
                  </a:lnTo>
                  <a:lnTo>
                    <a:pt x="2667" y="2487"/>
                  </a:lnTo>
                  <a:lnTo>
                    <a:pt x="2688" y="2447"/>
                  </a:lnTo>
                  <a:lnTo>
                    <a:pt x="2708" y="2427"/>
                  </a:lnTo>
                  <a:lnTo>
                    <a:pt x="2708" y="2367"/>
                  </a:lnTo>
                  <a:lnTo>
                    <a:pt x="2667" y="2307"/>
                  </a:lnTo>
                  <a:lnTo>
                    <a:pt x="2647" y="2287"/>
                  </a:lnTo>
                  <a:lnTo>
                    <a:pt x="2587" y="2287"/>
                  </a:lnTo>
                  <a:lnTo>
                    <a:pt x="2226" y="2447"/>
                  </a:lnTo>
                  <a:lnTo>
                    <a:pt x="2026" y="2106"/>
                  </a:lnTo>
                  <a:lnTo>
                    <a:pt x="1805" y="1745"/>
                  </a:lnTo>
                  <a:lnTo>
                    <a:pt x="1564" y="1425"/>
                  </a:lnTo>
                  <a:lnTo>
                    <a:pt x="1324" y="1104"/>
                  </a:lnTo>
                  <a:lnTo>
                    <a:pt x="1063" y="783"/>
                  </a:lnTo>
                  <a:lnTo>
                    <a:pt x="782" y="502"/>
                  </a:lnTo>
                  <a:lnTo>
                    <a:pt x="482" y="241"/>
                  </a:lnTo>
                  <a:lnTo>
                    <a:pt x="18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21"/>
            <p:cNvSpPr/>
            <p:nvPr/>
          </p:nvSpPr>
          <p:spPr>
            <a:xfrm>
              <a:off x="11551625" y="3973025"/>
              <a:ext cx="232175" cy="552525"/>
            </a:xfrm>
            <a:custGeom>
              <a:avLst/>
              <a:gdLst/>
              <a:ahLst/>
              <a:cxnLst/>
              <a:rect l="l" t="t" r="r" b="b"/>
              <a:pathLst>
                <a:path w="9287" h="22101" extrusionOk="0">
                  <a:moveTo>
                    <a:pt x="5757" y="1"/>
                  </a:moveTo>
                  <a:lnTo>
                    <a:pt x="5135" y="422"/>
                  </a:lnTo>
                  <a:lnTo>
                    <a:pt x="4493" y="823"/>
                  </a:lnTo>
                  <a:lnTo>
                    <a:pt x="4513" y="1384"/>
                  </a:lnTo>
                  <a:lnTo>
                    <a:pt x="4573" y="1986"/>
                  </a:lnTo>
                  <a:lnTo>
                    <a:pt x="4734" y="3269"/>
                  </a:lnTo>
                  <a:lnTo>
                    <a:pt x="4814" y="3911"/>
                  </a:lnTo>
                  <a:lnTo>
                    <a:pt x="4894" y="4573"/>
                  </a:lnTo>
                  <a:lnTo>
                    <a:pt x="4934" y="5195"/>
                  </a:lnTo>
                  <a:lnTo>
                    <a:pt x="4954" y="5776"/>
                  </a:lnTo>
                  <a:lnTo>
                    <a:pt x="4934" y="6137"/>
                  </a:lnTo>
                  <a:lnTo>
                    <a:pt x="4914" y="6498"/>
                  </a:lnTo>
                  <a:lnTo>
                    <a:pt x="4854" y="6799"/>
                  </a:lnTo>
                  <a:lnTo>
                    <a:pt x="4774" y="7080"/>
                  </a:lnTo>
                  <a:lnTo>
                    <a:pt x="4593" y="7461"/>
                  </a:lnTo>
                  <a:lnTo>
                    <a:pt x="4373" y="7902"/>
                  </a:lnTo>
                  <a:lnTo>
                    <a:pt x="4092" y="8363"/>
                  </a:lnTo>
                  <a:lnTo>
                    <a:pt x="3771" y="8865"/>
                  </a:lnTo>
                  <a:lnTo>
                    <a:pt x="3069" y="9948"/>
                  </a:lnTo>
                  <a:lnTo>
                    <a:pt x="2307" y="11131"/>
                  </a:lnTo>
                  <a:lnTo>
                    <a:pt x="1926" y="11753"/>
                  </a:lnTo>
                  <a:lnTo>
                    <a:pt x="1545" y="12374"/>
                  </a:lnTo>
                  <a:lnTo>
                    <a:pt x="1204" y="13016"/>
                  </a:lnTo>
                  <a:lnTo>
                    <a:pt x="883" y="13658"/>
                  </a:lnTo>
                  <a:lnTo>
                    <a:pt x="603" y="14320"/>
                  </a:lnTo>
                  <a:lnTo>
                    <a:pt x="362" y="14961"/>
                  </a:lnTo>
                  <a:lnTo>
                    <a:pt x="262" y="15282"/>
                  </a:lnTo>
                  <a:lnTo>
                    <a:pt x="181" y="15603"/>
                  </a:lnTo>
                  <a:lnTo>
                    <a:pt x="101" y="15924"/>
                  </a:lnTo>
                  <a:lnTo>
                    <a:pt x="61" y="16245"/>
                  </a:lnTo>
                  <a:lnTo>
                    <a:pt x="21" y="16606"/>
                  </a:lnTo>
                  <a:lnTo>
                    <a:pt x="1" y="16947"/>
                  </a:lnTo>
                  <a:lnTo>
                    <a:pt x="21" y="17268"/>
                  </a:lnTo>
                  <a:lnTo>
                    <a:pt x="41" y="17568"/>
                  </a:lnTo>
                  <a:lnTo>
                    <a:pt x="101" y="17869"/>
                  </a:lnTo>
                  <a:lnTo>
                    <a:pt x="181" y="18150"/>
                  </a:lnTo>
                  <a:lnTo>
                    <a:pt x="262" y="18431"/>
                  </a:lnTo>
                  <a:lnTo>
                    <a:pt x="382" y="18691"/>
                  </a:lnTo>
                  <a:lnTo>
                    <a:pt x="502" y="18952"/>
                  </a:lnTo>
                  <a:lnTo>
                    <a:pt x="643" y="19193"/>
                  </a:lnTo>
                  <a:lnTo>
                    <a:pt x="803" y="19433"/>
                  </a:lnTo>
                  <a:lnTo>
                    <a:pt x="964" y="19654"/>
                  </a:lnTo>
                  <a:lnTo>
                    <a:pt x="1164" y="19875"/>
                  </a:lnTo>
                  <a:lnTo>
                    <a:pt x="1345" y="20075"/>
                  </a:lnTo>
                  <a:lnTo>
                    <a:pt x="1565" y="20276"/>
                  </a:lnTo>
                  <a:lnTo>
                    <a:pt x="1786" y="20456"/>
                  </a:lnTo>
                  <a:lnTo>
                    <a:pt x="2006" y="20637"/>
                  </a:lnTo>
                  <a:lnTo>
                    <a:pt x="2247" y="20797"/>
                  </a:lnTo>
                  <a:lnTo>
                    <a:pt x="2488" y="20958"/>
                  </a:lnTo>
                  <a:lnTo>
                    <a:pt x="2748" y="21098"/>
                  </a:lnTo>
                  <a:lnTo>
                    <a:pt x="3270" y="21379"/>
                  </a:lnTo>
                  <a:lnTo>
                    <a:pt x="3811" y="21599"/>
                  </a:lnTo>
                  <a:lnTo>
                    <a:pt x="4353" y="21780"/>
                  </a:lnTo>
                  <a:lnTo>
                    <a:pt x="4914" y="21920"/>
                  </a:lnTo>
                  <a:lnTo>
                    <a:pt x="5456" y="22020"/>
                  </a:lnTo>
                  <a:lnTo>
                    <a:pt x="5997" y="22081"/>
                  </a:lnTo>
                  <a:lnTo>
                    <a:pt x="6519" y="22101"/>
                  </a:lnTo>
                  <a:lnTo>
                    <a:pt x="6900" y="22081"/>
                  </a:lnTo>
                  <a:lnTo>
                    <a:pt x="7281" y="22061"/>
                  </a:lnTo>
                  <a:lnTo>
                    <a:pt x="7622" y="22000"/>
                  </a:lnTo>
                  <a:lnTo>
                    <a:pt x="7943" y="21900"/>
                  </a:lnTo>
                  <a:lnTo>
                    <a:pt x="8283" y="21760"/>
                  </a:lnTo>
                  <a:lnTo>
                    <a:pt x="8624" y="21579"/>
                  </a:lnTo>
                  <a:lnTo>
                    <a:pt x="8965" y="21359"/>
                  </a:lnTo>
                  <a:lnTo>
                    <a:pt x="9286" y="21078"/>
                  </a:lnTo>
                  <a:lnTo>
                    <a:pt x="8905" y="21078"/>
                  </a:lnTo>
                  <a:lnTo>
                    <a:pt x="8564" y="21058"/>
                  </a:lnTo>
                  <a:lnTo>
                    <a:pt x="8243" y="21018"/>
                  </a:lnTo>
                  <a:lnTo>
                    <a:pt x="7922" y="20958"/>
                  </a:lnTo>
                  <a:lnTo>
                    <a:pt x="7602" y="20877"/>
                  </a:lnTo>
                  <a:lnTo>
                    <a:pt x="7281" y="20777"/>
                  </a:lnTo>
                  <a:lnTo>
                    <a:pt x="6960" y="20657"/>
                  </a:lnTo>
                  <a:lnTo>
                    <a:pt x="6659" y="20536"/>
                  </a:lnTo>
                  <a:lnTo>
                    <a:pt x="6057" y="21499"/>
                  </a:lnTo>
                  <a:lnTo>
                    <a:pt x="6017" y="21519"/>
                  </a:lnTo>
                  <a:lnTo>
                    <a:pt x="5997" y="21539"/>
                  </a:lnTo>
                  <a:lnTo>
                    <a:pt x="5957" y="21519"/>
                  </a:lnTo>
                  <a:lnTo>
                    <a:pt x="5917" y="21499"/>
                  </a:lnTo>
                  <a:lnTo>
                    <a:pt x="5917" y="21459"/>
                  </a:lnTo>
                  <a:lnTo>
                    <a:pt x="5917" y="21419"/>
                  </a:lnTo>
                  <a:lnTo>
                    <a:pt x="6499" y="20456"/>
                  </a:lnTo>
                  <a:lnTo>
                    <a:pt x="6438" y="20416"/>
                  </a:lnTo>
                  <a:lnTo>
                    <a:pt x="6198" y="20296"/>
                  </a:lnTo>
                  <a:lnTo>
                    <a:pt x="5977" y="20135"/>
                  </a:lnTo>
                  <a:lnTo>
                    <a:pt x="5757" y="19995"/>
                  </a:lnTo>
                  <a:lnTo>
                    <a:pt x="5556" y="19835"/>
                  </a:lnTo>
                  <a:lnTo>
                    <a:pt x="5355" y="19654"/>
                  </a:lnTo>
                  <a:lnTo>
                    <a:pt x="5195" y="19474"/>
                  </a:lnTo>
                  <a:lnTo>
                    <a:pt x="5035" y="19293"/>
                  </a:lnTo>
                  <a:lnTo>
                    <a:pt x="4874" y="19113"/>
                  </a:lnTo>
                  <a:lnTo>
                    <a:pt x="4754" y="18912"/>
                  </a:lnTo>
                  <a:lnTo>
                    <a:pt x="4634" y="18711"/>
                  </a:lnTo>
                  <a:lnTo>
                    <a:pt x="4513" y="18511"/>
                  </a:lnTo>
                  <a:lnTo>
                    <a:pt x="4413" y="18290"/>
                  </a:lnTo>
                  <a:lnTo>
                    <a:pt x="4333" y="18070"/>
                  </a:lnTo>
                  <a:lnTo>
                    <a:pt x="4273" y="17849"/>
                  </a:lnTo>
                  <a:lnTo>
                    <a:pt x="4152" y="17388"/>
                  </a:lnTo>
                  <a:lnTo>
                    <a:pt x="4092" y="16927"/>
                  </a:lnTo>
                  <a:lnTo>
                    <a:pt x="4052" y="16445"/>
                  </a:lnTo>
                  <a:lnTo>
                    <a:pt x="4072" y="15964"/>
                  </a:lnTo>
                  <a:lnTo>
                    <a:pt x="4112" y="15463"/>
                  </a:lnTo>
                  <a:lnTo>
                    <a:pt x="4192" y="14961"/>
                  </a:lnTo>
                  <a:lnTo>
                    <a:pt x="4313" y="14480"/>
                  </a:lnTo>
                  <a:lnTo>
                    <a:pt x="4453" y="13979"/>
                  </a:lnTo>
                  <a:lnTo>
                    <a:pt x="4613" y="13497"/>
                  </a:lnTo>
                  <a:lnTo>
                    <a:pt x="4974" y="12615"/>
                  </a:lnTo>
                  <a:lnTo>
                    <a:pt x="5335" y="11753"/>
                  </a:lnTo>
                  <a:lnTo>
                    <a:pt x="5696" y="10890"/>
                  </a:lnTo>
                  <a:lnTo>
                    <a:pt x="6017" y="10028"/>
                  </a:lnTo>
                  <a:lnTo>
                    <a:pt x="6338" y="9166"/>
                  </a:lnTo>
                  <a:lnTo>
                    <a:pt x="6458" y="8724"/>
                  </a:lnTo>
                  <a:lnTo>
                    <a:pt x="6579" y="8263"/>
                  </a:lnTo>
                  <a:lnTo>
                    <a:pt x="6679" y="7822"/>
                  </a:lnTo>
                  <a:lnTo>
                    <a:pt x="6779" y="7361"/>
                  </a:lnTo>
                  <a:lnTo>
                    <a:pt x="6840" y="6879"/>
                  </a:lnTo>
                  <a:lnTo>
                    <a:pt x="6880" y="6418"/>
                  </a:lnTo>
                  <a:lnTo>
                    <a:pt x="6900" y="5957"/>
                  </a:lnTo>
                  <a:lnTo>
                    <a:pt x="6900" y="5496"/>
                  </a:lnTo>
                  <a:lnTo>
                    <a:pt x="6880" y="5034"/>
                  </a:lnTo>
                  <a:lnTo>
                    <a:pt x="6840" y="4573"/>
                  </a:lnTo>
                  <a:lnTo>
                    <a:pt x="6779" y="4132"/>
                  </a:lnTo>
                  <a:lnTo>
                    <a:pt x="6699" y="3671"/>
                  </a:lnTo>
                  <a:lnTo>
                    <a:pt x="6579" y="3229"/>
                  </a:lnTo>
                  <a:lnTo>
                    <a:pt x="6458" y="2788"/>
                  </a:lnTo>
                  <a:lnTo>
                    <a:pt x="6218" y="2106"/>
                  </a:lnTo>
                  <a:lnTo>
                    <a:pt x="5997" y="1404"/>
                  </a:lnTo>
                  <a:lnTo>
                    <a:pt x="5917" y="1063"/>
                  </a:lnTo>
                  <a:lnTo>
                    <a:pt x="5837" y="703"/>
                  </a:lnTo>
                  <a:lnTo>
                    <a:pt x="5777" y="362"/>
                  </a:lnTo>
                  <a:lnTo>
                    <a:pt x="575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21"/>
            <p:cNvSpPr/>
            <p:nvPr/>
          </p:nvSpPr>
          <p:spPr>
            <a:xfrm>
              <a:off x="11699550" y="4484425"/>
              <a:ext cx="18575" cy="27100"/>
            </a:xfrm>
            <a:custGeom>
              <a:avLst/>
              <a:gdLst/>
              <a:ahLst/>
              <a:cxnLst/>
              <a:rect l="l" t="t" r="r" b="b"/>
              <a:pathLst>
                <a:path w="743" h="1084" extrusionOk="0">
                  <a:moveTo>
                    <a:pt x="582" y="0"/>
                  </a:moveTo>
                  <a:lnTo>
                    <a:pt x="0" y="963"/>
                  </a:lnTo>
                  <a:lnTo>
                    <a:pt x="0" y="1003"/>
                  </a:lnTo>
                  <a:lnTo>
                    <a:pt x="0" y="1043"/>
                  </a:lnTo>
                  <a:lnTo>
                    <a:pt x="40" y="1063"/>
                  </a:lnTo>
                  <a:lnTo>
                    <a:pt x="80" y="1083"/>
                  </a:lnTo>
                  <a:lnTo>
                    <a:pt x="100" y="1063"/>
                  </a:lnTo>
                  <a:lnTo>
                    <a:pt x="140" y="1043"/>
                  </a:lnTo>
                  <a:lnTo>
                    <a:pt x="742" y="80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21"/>
            <p:cNvSpPr/>
            <p:nvPr/>
          </p:nvSpPr>
          <p:spPr>
            <a:xfrm>
              <a:off x="10942475" y="3194900"/>
              <a:ext cx="315400" cy="322425"/>
            </a:xfrm>
            <a:custGeom>
              <a:avLst/>
              <a:gdLst/>
              <a:ahLst/>
              <a:cxnLst/>
              <a:rect l="l" t="t" r="r" b="b"/>
              <a:pathLst>
                <a:path w="12616" h="12897" extrusionOk="0">
                  <a:moveTo>
                    <a:pt x="6599" y="1"/>
                  </a:moveTo>
                  <a:lnTo>
                    <a:pt x="6137" y="41"/>
                  </a:lnTo>
                  <a:lnTo>
                    <a:pt x="5676" y="121"/>
                  </a:lnTo>
                  <a:lnTo>
                    <a:pt x="5195" y="242"/>
                  </a:lnTo>
                  <a:lnTo>
                    <a:pt x="4673" y="422"/>
                  </a:lnTo>
                  <a:lnTo>
                    <a:pt x="4172" y="623"/>
                  </a:lnTo>
                  <a:lnTo>
                    <a:pt x="3691" y="883"/>
                  </a:lnTo>
                  <a:lnTo>
                    <a:pt x="3209" y="1164"/>
                  </a:lnTo>
                  <a:lnTo>
                    <a:pt x="2768" y="1465"/>
                  </a:lnTo>
                  <a:lnTo>
                    <a:pt x="2367" y="1826"/>
                  </a:lnTo>
                  <a:lnTo>
                    <a:pt x="1966" y="2187"/>
                  </a:lnTo>
                  <a:lnTo>
                    <a:pt x="1605" y="2588"/>
                  </a:lnTo>
                  <a:lnTo>
                    <a:pt x="1284" y="2989"/>
                  </a:lnTo>
                  <a:lnTo>
                    <a:pt x="983" y="3430"/>
                  </a:lnTo>
                  <a:lnTo>
                    <a:pt x="723" y="3871"/>
                  </a:lnTo>
                  <a:lnTo>
                    <a:pt x="502" y="4353"/>
                  </a:lnTo>
                  <a:lnTo>
                    <a:pt x="302" y="4814"/>
                  </a:lnTo>
                  <a:lnTo>
                    <a:pt x="161" y="5315"/>
                  </a:lnTo>
                  <a:lnTo>
                    <a:pt x="61" y="5797"/>
                  </a:lnTo>
                  <a:lnTo>
                    <a:pt x="1" y="6298"/>
                  </a:lnTo>
                  <a:lnTo>
                    <a:pt x="1" y="6659"/>
                  </a:lnTo>
                  <a:lnTo>
                    <a:pt x="1" y="7020"/>
                  </a:lnTo>
                  <a:lnTo>
                    <a:pt x="21" y="7381"/>
                  </a:lnTo>
                  <a:lnTo>
                    <a:pt x="41" y="7722"/>
                  </a:lnTo>
                  <a:lnTo>
                    <a:pt x="101" y="8063"/>
                  </a:lnTo>
                  <a:lnTo>
                    <a:pt x="181" y="8404"/>
                  </a:lnTo>
                  <a:lnTo>
                    <a:pt x="261" y="8725"/>
                  </a:lnTo>
                  <a:lnTo>
                    <a:pt x="362" y="9046"/>
                  </a:lnTo>
                  <a:lnTo>
                    <a:pt x="482" y="9366"/>
                  </a:lnTo>
                  <a:lnTo>
                    <a:pt x="622" y="9667"/>
                  </a:lnTo>
                  <a:lnTo>
                    <a:pt x="763" y="9948"/>
                  </a:lnTo>
                  <a:lnTo>
                    <a:pt x="923" y="10249"/>
                  </a:lnTo>
                  <a:lnTo>
                    <a:pt x="1104" y="10510"/>
                  </a:lnTo>
                  <a:lnTo>
                    <a:pt x="1304" y="10770"/>
                  </a:lnTo>
                  <a:lnTo>
                    <a:pt x="1505" y="11011"/>
                  </a:lnTo>
                  <a:lnTo>
                    <a:pt x="1725" y="11252"/>
                  </a:lnTo>
                  <a:lnTo>
                    <a:pt x="1966" y="11472"/>
                  </a:lnTo>
                  <a:lnTo>
                    <a:pt x="2207" y="11673"/>
                  </a:lnTo>
                  <a:lnTo>
                    <a:pt x="2467" y="11873"/>
                  </a:lnTo>
                  <a:lnTo>
                    <a:pt x="2748" y="12054"/>
                  </a:lnTo>
                  <a:lnTo>
                    <a:pt x="3029" y="12214"/>
                  </a:lnTo>
                  <a:lnTo>
                    <a:pt x="3330" y="12355"/>
                  </a:lnTo>
                  <a:lnTo>
                    <a:pt x="3631" y="12495"/>
                  </a:lnTo>
                  <a:lnTo>
                    <a:pt x="3951" y="12595"/>
                  </a:lnTo>
                  <a:lnTo>
                    <a:pt x="4292" y="12695"/>
                  </a:lnTo>
                  <a:lnTo>
                    <a:pt x="4633" y="12776"/>
                  </a:lnTo>
                  <a:lnTo>
                    <a:pt x="4994" y="12836"/>
                  </a:lnTo>
                  <a:lnTo>
                    <a:pt x="5355" y="12876"/>
                  </a:lnTo>
                  <a:lnTo>
                    <a:pt x="5736" y="12896"/>
                  </a:lnTo>
                  <a:lnTo>
                    <a:pt x="6117" y="12896"/>
                  </a:lnTo>
                  <a:lnTo>
                    <a:pt x="6518" y="12876"/>
                  </a:lnTo>
                  <a:lnTo>
                    <a:pt x="6920" y="12836"/>
                  </a:lnTo>
                  <a:lnTo>
                    <a:pt x="7361" y="12756"/>
                  </a:lnTo>
                  <a:lnTo>
                    <a:pt x="7762" y="12655"/>
                  </a:lnTo>
                  <a:lnTo>
                    <a:pt x="8163" y="12555"/>
                  </a:lnTo>
                  <a:lnTo>
                    <a:pt x="8564" y="12415"/>
                  </a:lnTo>
                  <a:lnTo>
                    <a:pt x="8925" y="12254"/>
                  </a:lnTo>
                  <a:lnTo>
                    <a:pt x="9266" y="12074"/>
                  </a:lnTo>
                  <a:lnTo>
                    <a:pt x="9607" y="11873"/>
                  </a:lnTo>
                  <a:lnTo>
                    <a:pt x="9928" y="11673"/>
                  </a:lnTo>
                  <a:lnTo>
                    <a:pt x="10229" y="11432"/>
                  </a:lnTo>
                  <a:lnTo>
                    <a:pt x="10509" y="11191"/>
                  </a:lnTo>
                  <a:lnTo>
                    <a:pt x="10770" y="10931"/>
                  </a:lnTo>
                  <a:lnTo>
                    <a:pt x="11011" y="10670"/>
                  </a:lnTo>
                  <a:lnTo>
                    <a:pt x="11251" y="10369"/>
                  </a:lnTo>
                  <a:lnTo>
                    <a:pt x="11452" y="10068"/>
                  </a:lnTo>
                  <a:lnTo>
                    <a:pt x="11652" y="9767"/>
                  </a:lnTo>
                  <a:lnTo>
                    <a:pt x="11833" y="9447"/>
                  </a:lnTo>
                  <a:lnTo>
                    <a:pt x="11973" y="9166"/>
                  </a:lnTo>
                  <a:lnTo>
                    <a:pt x="12094" y="8865"/>
                  </a:lnTo>
                  <a:lnTo>
                    <a:pt x="12194" y="8584"/>
                  </a:lnTo>
                  <a:lnTo>
                    <a:pt x="12294" y="8283"/>
                  </a:lnTo>
                  <a:lnTo>
                    <a:pt x="12394" y="7983"/>
                  </a:lnTo>
                  <a:lnTo>
                    <a:pt x="12455" y="7662"/>
                  </a:lnTo>
                  <a:lnTo>
                    <a:pt x="12515" y="7361"/>
                  </a:lnTo>
                  <a:lnTo>
                    <a:pt x="12555" y="7040"/>
                  </a:lnTo>
                  <a:lnTo>
                    <a:pt x="12595" y="6719"/>
                  </a:lnTo>
                  <a:lnTo>
                    <a:pt x="12615" y="6398"/>
                  </a:lnTo>
                  <a:lnTo>
                    <a:pt x="12615" y="6077"/>
                  </a:lnTo>
                  <a:lnTo>
                    <a:pt x="12615" y="5757"/>
                  </a:lnTo>
                  <a:lnTo>
                    <a:pt x="12575" y="5436"/>
                  </a:lnTo>
                  <a:lnTo>
                    <a:pt x="12555" y="5115"/>
                  </a:lnTo>
                  <a:lnTo>
                    <a:pt x="12495" y="4794"/>
                  </a:lnTo>
                  <a:lnTo>
                    <a:pt x="12435" y="4473"/>
                  </a:lnTo>
                  <a:lnTo>
                    <a:pt x="12314" y="4032"/>
                  </a:lnTo>
                  <a:lnTo>
                    <a:pt x="12174" y="3591"/>
                  </a:lnTo>
                  <a:lnTo>
                    <a:pt x="11973" y="3190"/>
                  </a:lnTo>
                  <a:lnTo>
                    <a:pt x="11753" y="2768"/>
                  </a:lnTo>
                  <a:lnTo>
                    <a:pt x="11492" y="2387"/>
                  </a:lnTo>
                  <a:lnTo>
                    <a:pt x="11211" y="2026"/>
                  </a:lnTo>
                  <a:lnTo>
                    <a:pt x="10890" y="1686"/>
                  </a:lnTo>
                  <a:lnTo>
                    <a:pt x="10549" y="1365"/>
                  </a:lnTo>
                  <a:lnTo>
                    <a:pt x="10188" y="1064"/>
                  </a:lnTo>
                  <a:lnTo>
                    <a:pt x="9807" y="803"/>
                  </a:lnTo>
                  <a:lnTo>
                    <a:pt x="9386" y="583"/>
                  </a:lnTo>
                  <a:lnTo>
                    <a:pt x="8945" y="382"/>
                  </a:lnTo>
                  <a:lnTo>
                    <a:pt x="8504" y="222"/>
                  </a:lnTo>
                  <a:lnTo>
                    <a:pt x="8023" y="101"/>
                  </a:lnTo>
                  <a:lnTo>
                    <a:pt x="7541" y="21"/>
                  </a:lnTo>
                  <a:lnTo>
                    <a:pt x="704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21"/>
            <p:cNvSpPr/>
            <p:nvPr/>
          </p:nvSpPr>
          <p:spPr>
            <a:xfrm>
              <a:off x="10942475" y="3194900"/>
              <a:ext cx="315400" cy="322425"/>
            </a:xfrm>
            <a:custGeom>
              <a:avLst/>
              <a:gdLst/>
              <a:ahLst/>
              <a:cxnLst/>
              <a:rect l="l" t="t" r="r" b="b"/>
              <a:pathLst>
                <a:path w="12616" h="12897" fill="none" extrusionOk="0">
                  <a:moveTo>
                    <a:pt x="11833" y="9447"/>
                  </a:moveTo>
                  <a:lnTo>
                    <a:pt x="11833" y="9447"/>
                  </a:lnTo>
                  <a:lnTo>
                    <a:pt x="11652" y="9767"/>
                  </a:lnTo>
                  <a:lnTo>
                    <a:pt x="11452" y="10068"/>
                  </a:lnTo>
                  <a:lnTo>
                    <a:pt x="11251" y="10369"/>
                  </a:lnTo>
                  <a:lnTo>
                    <a:pt x="11011" y="10670"/>
                  </a:lnTo>
                  <a:lnTo>
                    <a:pt x="10770" y="10931"/>
                  </a:lnTo>
                  <a:lnTo>
                    <a:pt x="10509" y="11191"/>
                  </a:lnTo>
                  <a:lnTo>
                    <a:pt x="10229" y="11432"/>
                  </a:lnTo>
                  <a:lnTo>
                    <a:pt x="9928" y="11673"/>
                  </a:lnTo>
                  <a:lnTo>
                    <a:pt x="9607" y="11873"/>
                  </a:lnTo>
                  <a:lnTo>
                    <a:pt x="9266" y="12074"/>
                  </a:lnTo>
                  <a:lnTo>
                    <a:pt x="8925" y="12254"/>
                  </a:lnTo>
                  <a:lnTo>
                    <a:pt x="8564" y="12415"/>
                  </a:lnTo>
                  <a:lnTo>
                    <a:pt x="8163" y="12555"/>
                  </a:lnTo>
                  <a:lnTo>
                    <a:pt x="7762" y="12655"/>
                  </a:lnTo>
                  <a:lnTo>
                    <a:pt x="7361" y="12756"/>
                  </a:lnTo>
                  <a:lnTo>
                    <a:pt x="6920" y="12836"/>
                  </a:lnTo>
                  <a:lnTo>
                    <a:pt x="6920" y="12836"/>
                  </a:lnTo>
                  <a:lnTo>
                    <a:pt x="6518" y="12876"/>
                  </a:lnTo>
                  <a:lnTo>
                    <a:pt x="6117" y="12896"/>
                  </a:lnTo>
                  <a:lnTo>
                    <a:pt x="5736" y="12896"/>
                  </a:lnTo>
                  <a:lnTo>
                    <a:pt x="5355" y="12876"/>
                  </a:lnTo>
                  <a:lnTo>
                    <a:pt x="4994" y="12836"/>
                  </a:lnTo>
                  <a:lnTo>
                    <a:pt x="4633" y="12776"/>
                  </a:lnTo>
                  <a:lnTo>
                    <a:pt x="4292" y="12695"/>
                  </a:lnTo>
                  <a:lnTo>
                    <a:pt x="3951" y="12595"/>
                  </a:lnTo>
                  <a:lnTo>
                    <a:pt x="3631" y="12495"/>
                  </a:lnTo>
                  <a:lnTo>
                    <a:pt x="3330" y="12355"/>
                  </a:lnTo>
                  <a:lnTo>
                    <a:pt x="3029" y="12214"/>
                  </a:lnTo>
                  <a:lnTo>
                    <a:pt x="2748" y="12054"/>
                  </a:lnTo>
                  <a:lnTo>
                    <a:pt x="2467" y="11873"/>
                  </a:lnTo>
                  <a:lnTo>
                    <a:pt x="2207" y="11673"/>
                  </a:lnTo>
                  <a:lnTo>
                    <a:pt x="1966" y="11472"/>
                  </a:lnTo>
                  <a:lnTo>
                    <a:pt x="1725" y="11252"/>
                  </a:lnTo>
                  <a:lnTo>
                    <a:pt x="1505" y="11011"/>
                  </a:lnTo>
                  <a:lnTo>
                    <a:pt x="1304" y="10770"/>
                  </a:lnTo>
                  <a:lnTo>
                    <a:pt x="1104" y="10510"/>
                  </a:lnTo>
                  <a:lnTo>
                    <a:pt x="923" y="10249"/>
                  </a:lnTo>
                  <a:lnTo>
                    <a:pt x="763" y="9948"/>
                  </a:lnTo>
                  <a:lnTo>
                    <a:pt x="622" y="9667"/>
                  </a:lnTo>
                  <a:lnTo>
                    <a:pt x="482" y="9366"/>
                  </a:lnTo>
                  <a:lnTo>
                    <a:pt x="362" y="9046"/>
                  </a:lnTo>
                  <a:lnTo>
                    <a:pt x="261" y="8725"/>
                  </a:lnTo>
                  <a:lnTo>
                    <a:pt x="181" y="8404"/>
                  </a:lnTo>
                  <a:lnTo>
                    <a:pt x="101" y="8063"/>
                  </a:lnTo>
                  <a:lnTo>
                    <a:pt x="41" y="7722"/>
                  </a:lnTo>
                  <a:lnTo>
                    <a:pt x="21" y="7381"/>
                  </a:lnTo>
                  <a:lnTo>
                    <a:pt x="1" y="7020"/>
                  </a:lnTo>
                  <a:lnTo>
                    <a:pt x="1" y="6659"/>
                  </a:lnTo>
                  <a:lnTo>
                    <a:pt x="1" y="6298"/>
                  </a:lnTo>
                  <a:lnTo>
                    <a:pt x="1" y="6298"/>
                  </a:lnTo>
                  <a:lnTo>
                    <a:pt x="61" y="5797"/>
                  </a:lnTo>
                  <a:lnTo>
                    <a:pt x="161" y="5315"/>
                  </a:lnTo>
                  <a:lnTo>
                    <a:pt x="302" y="4814"/>
                  </a:lnTo>
                  <a:lnTo>
                    <a:pt x="502" y="4353"/>
                  </a:lnTo>
                  <a:lnTo>
                    <a:pt x="723" y="3871"/>
                  </a:lnTo>
                  <a:lnTo>
                    <a:pt x="983" y="3430"/>
                  </a:lnTo>
                  <a:lnTo>
                    <a:pt x="1284" y="2989"/>
                  </a:lnTo>
                  <a:lnTo>
                    <a:pt x="1605" y="2588"/>
                  </a:lnTo>
                  <a:lnTo>
                    <a:pt x="1966" y="2187"/>
                  </a:lnTo>
                  <a:lnTo>
                    <a:pt x="2367" y="1826"/>
                  </a:lnTo>
                  <a:lnTo>
                    <a:pt x="2768" y="1465"/>
                  </a:lnTo>
                  <a:lnTo>
                    <a:pt x="3209" y="1164"/>
                  </a:lnTo>
                  <a:lnTo>
                    <a:pt x="3691" y="883"/>
                  </a:lnTo>
                  <a:lnTo>
                    <a:pt x="4172" y="623"/>
                  </a:lnTo>
                  <a:lnTo>
                    <a:pt x="4673" y="422"/>
                  </a:lnTo>
                  <a:lnTo>
                    <a:pt x="5195" y="242"/>
                  </a:lnTo>
                  <a:lnTo>
                    <a:pt x="5195" y="242"/>
                  </a:lnTo>
                  <a:lnTo>
                    <a:pt x="5676" y="121"/>
                  </a:lnTo>
                  <a:lnTo>
                    <a:pt x="6137" y="41"/>
                  </a:lnTo>
                  <a:lnTo>
                    <a:pt x="6599" y="1"/>
                  </a:lnTo>
                  <a:lnTo>
                    <a:pt x="7040" y="1"/>
                  </a:lnTo>
                  <a:lnTo>
                    <a:pt x="7040" y="1"/>
                  </a:lnTo>
                  <a:lnTo>
                    <a:pt x="7541" y="21"/>
                  </a:lnTo>
                  <a:lnTo>
                    <a:pt x="8023" y="101"/>
                  </a:lnTo>
                  <a:lnTo>
                    <a:pt x="8504" y="222"/>
                  </a:lnTo>
                  <a:lnTo>
                    <a:pt x="8945" y="382"/>
                  </a:lnTo>
                  <a:lnTo>
                    <a:pt x="9386" y="583"/>
                  </a:lnTo>
                  <a:lnTo>
                    <a:pt x="9807" y="803"/>
                  </a:lnTo>
                  <a:lnTo>
                    <a:pt x="10188" y="1064"/>
                  </a:lnTo>
                  <a:lnTo>
                    <a:pt x="10549" y="1365"/>
                  </a:lnTo>
                  <a:lnTo>
                    <a:pt x="10890" y="1686"/>
                  </a:lnTo>
                  <a:lnTo>
                    <a:pt x="11211" y="2026"/>
                  </a:lnTo>
                  <a:lnTo>
                    <a:pt x="11492" y="2387"/>
                  </a:lnTo>
                  <a:lnTo>
                    <a:pt x="11753" y="2768"/>
                  </a:lnTo>
                  <a:lnTo>
                    <a:pt x="11973" y="3190"/>
                  </a:lnTo>
                  <a:lnTo>
                    <a:pt x="12174" y="3591"/>
                  </a:lnTo>
                  <a:lnTo>
                    <a:pt x="12314" y="4032"/>
                  </a:lnTo>
                  <a:lnTo>
                    <a:pt x="12435" y="4473"/>
                  </a:lnTo>
                  <a:lnTo>
                    <a:pt x="12435" y="4473"/>
                  </a:lnTo>
                  <a:lnTo>
                    <a:pt x="12495" y="4794"/>
                  </a:lnTo>
                  <a:lnTo>
                    <a:pt x="12555" y="5115"/>
                  </a:lnTo>
                  <a:lnTo>
                    <a:pt x="12575" y="5436"/>
                  </a:lnTo>
                  <a:lnTo>
                    <a:pt x="12615" y="5757"/>
                  </a:lnTo>
                  <a:lnTo>
                    <a:pt x="12615" y="6077"/>
                  </a:lnTo>
                  <a:lnTo>
                    <a:pt x="12615" y="6398"/>
                  </a:lnTo>
                  <a:lnTo>
                    <a:pt x="12595" y="6719"/>
                  </a:lnTo>
                  <a:lnTo>
                    <a:pt x="12555" y="7040"/>
                  </a:lnTo>
                  <a:lnTo>
                    <a:pt x="12515" y="7361"/>
                  </a:lnTo>
                  <a:lnTo>
                    <a:pt x="12455" y="7662"/>
                  </a:lnTo>
                  <a:lnTo>
                    <a:pt x="12394" y="7983"/>
                  </a:lnTo>
                  <a:lnTo>
                    <a:pt x="12294" y="8283"/>
                  </a:lnTo>
                  <a:lnTo>
                    <a:pt x="12194" y="8584"/>
                  </a:lnTo>
                  <a:lnTo>
                    <a:pt x="12094" y="8865"/>
                  </a:lnTo>
                  <a:lnTo>
                    <a:pt x="11973" y="9166"/>
                  </a:lnTo>
                  <a:lnTo>
                    <a:pt x="11833" y="94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21"/>
            <p:cNvSpPr/>
            <p:nvPr/>
          </p:nvSpPr>
          <p:spPr>
            <a:xfrm>
              <a:off x="11023200" y="3271125"/>
              <a:ext cx="189050" cy="193050"/>
            </a:xfrm>
            <a:custGeom>
              <a:avLst/>
              <a:gdLst/>
              <a:ahLst/>
              <a:cxnLst/>
              <a:rect l="l" t="t" r="r" b="b"/>
              <a:pathLst>
                <a:path w="7562" h="7722" extrusionOk="0">
                  <a:moveTo>
                    <a:pt x="3891" y="0"/>
                  </a:moveTo>
                  <a:lnTo>
                    <a:pt x="3510" y="60"/>
                  </a:lnTo>
                  <a:lnTo>
                    <a:pt x="3129" y="141"/>
                  </a:lnTo>
                  <a:lnTo>
                    <a:pt x="2808" y="261"/>
                  </a:lnTo>
                  <a:lnTo>
                    <a:pt x="2507" y="381"/>
                  </a:lnTo>
                  <a:lnTo>
                    <a:pt x="2207" y="522"/>
                  </a:lnTo>
                  <a:lnTo>
                    <a:pt x="1946" y="702"/>
                  </a:lnTo>
                  <a:lnTo>
                    <a:pt x="1665" y="883"/>
                  </a:lnTo>
                  <a:lnTo>
                    <a:pt x="1424" y="1103"/>
                  </a:lnTo>
                  <a:lnTo>
                    <a:pt x="1184" y="1324"/>
                  </a:lnTo>
                  <a:lnTo>
                    <a:pt x="983" y="1544"/>
                  </a:lnTo>
                  <a:lnTo>
                    <a:pt x="783" y="1805"/>
                  </a:lnTo>
                  <a:lnTo>
                    <a:pt x="602" y="2066"/>
                  </a:lnTo>
                  <a:lnTo>
                    <a:pt x="442" y="2327"/>
                  </a:lnTo>
                  <a:lnTo>
                    <a:pt x="301" y="2607"/>
                  </a:lnTo>
                  <a:lnTo>
                    <a:pt x="201" y="2888"/>
                  </a:lnTo>
                  <a:lnTo>
                    <a:pt x="121" y="3189"/>
                  </a:lnTo>
                  <a:lnTo>
                    <a:pt x="41" y="3470"/>
                  </a:lnTo>
                  <a:lnTo>
                    <a:pt x="21" y="3770"/>
                  </a:lnTo>
                  <a:lnTo>
                    <a:pt x="1" y="4212"/>
                  </a:lnTo>
                  <a:lnTo>
                    <a:pt x="41" y="4633"/>
                  </a:lnTo>
                  <a:lnTo>
                    <a:pt x="121" y="5034"/>
                  </a:lnTo>
                  <a:lnTo>
                    <a:pt x="221" y="5415"/>
                  </a:lnTo>
                  <a:lnTo>
                    <a:pt x="382" y="5796"/>
                  </a:lnTo>
                  <a:lnTo>
                    <a:pt x="562" y="6137"/>
                  </a:lnTo>
                  <a:lnTo>
                    <a:pt x="783" y="6458"/>
                  </a:lnTo>
                  <a:lnTo>
                    <a:pt x="1043" y="6739"/>
                  </a:lnTo>
                  <a:lnTo>
                    <a:pt x="1324" y="6999"/>
                  </a:lnTo>
                  <a:lnTo>
                    <a:pt x="1645" y="7220"/>
                  </a:lnTo>
                  <a:lnTo>
                    <a:pt x="2006" y="7400"/>
                  </a:lnTo>
                  <a:lnTo>
                    <a:pt x="2186" y="7481"/>
                  </a:lnTo>
                  <a:lnTo>
                    <a:pt x="2387" y="7541"/>
                  </a:lnTo>
                  <a:lnTo>
                    <a:pt x="2567" y="7601"/>
                  </a:lnTo>
                  <a:lnTo>
                    <a:pt x="2788" y="7641"/>
                  </a:lnTo>
                  <a:lnTo>
                    <a:pt x="2989" y="7681"/>
                  </a:lnTo>
                  <a:lnTo>
                    <a:pt x="3209" y="7701"/>
                  </a:lnTo>
                  <a:lnTo>
                    <a:pt x="3430" y="7721"/>
                  </a:lnTo>
                  <a:lnTo>
                    <a:pt x="3670" y="7721"/>
                  </a:lnTo>
                  <a:lnTo>
                    <a:pt x="3911" y="7701"/>
                  </a:lnTo>
                  <a:lnTo>
                    <a:pt x="4152" y="7681"/>
                  </a:lnTo>
                  <a:lnTo>
                    <a:pt x="4392" y="7641"/>
                  </a:lnTo>
                  <a:lnTo>
                    <a:pt x="4613" y="7581"/>
                  </a:lnTo>
                  <a:lnTo>
                    <a:pt x="4854" y="7521"/>
                  </a:lnTo>
                  <a:lnTo>
                    <a:pt x="5054" y="7461"/>
                  </a:lnTo>
                  <a:lnTo>
                    <a:pt x="5275" y="7380"/>
                  </a:lnTo>
                  <a:lnTo>
                    <a:pt x="5455" y="7280"/>
                  </a:lnTo>
                  <a:lnTo>
                    <a:pt x="5656" y="7180"/>
                  </a:lnTo>
                  <a:lnTo>
                    <a:pt x="5836" y="7059"/>
                  </a:lnTo>
                  <a:lnTo>
                    <a:pt x="6017" y="6939"/>
                  </a:lnTo>
                  <a:lnTo>
                    <a:pt x="6177" y="6819"/>
                  </a:lnTo>
                  <a:lnTo>
                    <a:pt x="6478" y="6538"/>
                  </a:lnTo>
                  <a:lnTo>
                    <a:pt x="6739" y="6217"/>
                  </a:lnTo>
                  <a:lnTo>
                    <a:pt x="6959" y="5876"/>
                  </a:lnTo>
                  <a:lnTo>
                    <a:pt x="7160" y="5535"/>
                  </a:lnTo>
                  <a:lnTo>
                    <a:pt x="7300" y="5154"/>
                  </a:lnTo>
                  <a:lnTo>
                    <a:pt x="7421" y="4753"/>
                  </a:lnTo>
                  <a:lnTo>
                    <a:pt x="7501" y="4352"/>
                  </a:lnTo>
                  <a:lnTo>
                    <a:pt x="7541" y="3951"/>
                  </a:lnTo>
                  <a:lnTo>
                    <a:pt x="7561" y="3530"/>
                  </a:lnTo>
                  <a:lnTo>
                    <a:pt x="7521" y="3109"/>
                  </a:lnTo>
                  <a:lnTo>
                    <a:pt x="7461" y="2688"/>
                  </a:lnTo>
                  <a:lnTo>
                    <a:pt x="7361" y="2367"/>
                  </a:lnTo>
                  <a:lnTo>
                    <a:pt x="7240" y="2046"/>
                  </a:lnTo>
                  <a:lnTo>
                    <a:pt x="7100" y="1745"/>
                  </a:lnTo>
                  <a:lnTo>
                    <a:pt x="6919" y="1464"/>
                  </a:lnTo>
                  <a:lnTo>
                    <a:pt x="6699" y="1203"/>
                  </a:lnTo>
                  <a:lnTo>
                    <a:pt x="6478" y="963"/>
                  </a:lnTo>
                  <a:lnTo>
                    <a:pt x="6217" y="722"/>
                  </a:lnTo>
                  <a:lnTo>
                    <a:pt x="5937" y="522"/>
                  </a:lnTo>
                  <a:lnTo>
                    <a:pt x="5636" y="361"/>
                  </a:lnTo>
                  <a:lnTo>
                    <a:pt x="5315" y="221"/>
                  </a:lnTo>
                  <a:lnTo>
                    <a:pt x="4974" y="121"/>
                  </a:lnTo>
                  <a:lnTo>
                    <a:pt x="4633" y="40"/>
                  </a:lnTo>
                  <a:lnTo>
                    <a:pt x="42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21"/>
            <p:cNvSpPr/>
            <p:nvPr/>
          </p:nvSpPr>
          <p:spPr>
            <a:xfrm>
              <a:off x="11023200" y="3271125"/>
              <a:ext cx="189050" cy="193050"/>
            </a:xfrm>
            <a:custGeom>
              <a:avLst/>
              <a:gdLst/>
              <a:ahLst/>
              <a:cxnLst/>
              <a:rect l="l" t="t" r="r" b="b"/>
              <a:pathLst>
                <a:path w="7562" h="7722" fill="none" extrusionOk="0">
                  <a:moveTo>
                    <a:pt x="21" y="3770"/>
                  </a:moveTo>
                  <a:lnTo>
                    <a:pt x="21" y="3770"/>
                  </a:lnTo>
                  <a:lnTo>
                    <a:pt x="1" y="4212"/>
                  </a:lnTo>
                  <a:lnTo>
                    <a:pt x="41" y="4633"/>
                  </a:lnTo>
                  <a:lnTo>
                    <a:pt x="121" y="5034"/>
                  </a:lnTo>
                  <a:lnTo>
                    <a:pt x="221" y="5415"/>
                  </a:lnTo>
                  <a:lnTo>
                    <a:pt x="382" y="5796"/>
                  </a:lnTo>
                  <a:lnTo>
                    <a:pt x="562" y="6137"/>
                  </a:lnTo>
                  <a:lnTo>
                    <a:pt x="783" y="6458"/>
                  </a:lnTo>
                  <a:lnTo>
                    <a:pt x="1043" y="6739"/>
                  </a:lnTo>
                  <a:lnTo>
                    <a:pt x="1324" y="6999"/>
                  </a:lnTo>
                  <a:lnTo>
                    <a:pt x="1645" y="7220"/>
                  </a:lnTo>
                  <a:lnTo>
                    <a:pt x="2006" y="7400"/>
                  </a:lnTo>
                  <a:lnTo>
                    <a:pt x="2186" y="7481"/>
                  </a:lnTo>
                  <a:lnTo>
                    <a:pt x="2387" y="7541"/>
                  </a:lnTo>
                  <a:lnTo>
                    <a:pt x="2567" y="7601"/>
                  </a:lnTo>
                  <a:lnTo>
                    <a:pt x="2788" y="7641"/>
                  </a:lnTo>
                  <a:lnTo>
                    <a:pt x="2989" y="7681"/>
                  </a:lnTo>
                  <a:lnTo>
                    <a:pt x="3209" y="7701"/>
                  </a:lnTo>
                  <a:lnTo>
                    <a:pt x="3430" y="7721"/>
                  </a:lnTo>
                  <a:lnTo>
                    <a:pt x="3670" y="7721"/>
                  </a:lnTo>
                  <a:lnTo>
                    <a:pt x="3911" y="7701"/>
                  </a:lnTo>
                  <a:lnTo>
                    <a:pt x="4152" y="7681"/>
                  </a:lnTo>
                  <a:lnTo>
                    <a:pt x="4152" y="7681"/>
                  </a:lnTo>
                  <a:lnTo>
                    <a:pt x="4392" y="7641"/>
                  </a:lnTo>
                  <a:lnTo>
                    <a:pt x="4613" y="7581"/>
                  </a:lnTo>
                  <a:lnTo>
                    <a:pt x="4854" y="7521"/>
                  </a:lnTo>
                  <a:lnTo>
                    <a:pt x="5054" y="7461"/>
                  </a:lnTo>
                  <a:lnTo>
                    <a:pt x="5275" y="7380"/>
                  </a:lnTo>
                  <a:lnTo>
                    <a:pt x="5455" y="7280"/>
                  </a:lnTo>
                  <a:lnTo>
                    <a:pt x="5656" y="7180"/>
                  </a:lnTo>
                  <a:lnTo>
                    <a:pt x="5836" y="7059"/>
                  </a:lnTo>
                  <a:lnTo>
                    <a:pt x="6017" y="6939"/>
                  </a:lnTo>
                  <a:lnTo>
                    <a:pt x="6177" y="6819"/>
                  </a:lnTo>
                  <a:lnTo>
                    <a:pt x="6478" y="6538"/>
                  </a:lnTo>
                  <a:lnTo>
                    <a:pt x="6739" y="6217"/>
                  </a:lnTo>
                  <a:lnTo>
                    <a:pt x="6959" y="5876"/>
                  </a:lnTo>
                  <a:lnTo>
                    <a:pt x="7160" y="5535"/>
                  </a:lnTo>
                  <a:lnTo>
                    <a:pt x="7300" y="5154"/>
                  </a:lnTo>
                  <a:lnTo>
                    <a:pt x="7421" y="4753"/>
                  </a:lnTo>
                  <a:lnTo>
                    <a:pt x="7501" y="4352"/>
                  </a:lnTo>
                  <a:lnTo>
                    <a:pt x="7541" y="3951"/>
                  </a:lnTo>
                  <a:lnTo>
                    <a:pt x="7561" y="3530"/>
                  </a:lnTo>
                  <a:lnTo>
                    <a:pt x="7521" y="3109"/>
                  </a:lnTo>
                  <a:lnTo>
                    <a:pt x="7461" y="2688"/>
                  </a:lnTo>
                  <a:lnTo>
                    <a:pt x="7461" y="2688"/>
                  </a:lnTo>
                  <a:lnTo>
                    <a:pt x="7361" y="2367"/>
                  </a:lnTo>
                  <a:lnTo>
                    <a:pt x="7240" y="2046"/>
                  </a:lnTo>
                  <a:lnTo>
                    <a:pt x="7100" y="1745"/>
                  </a:lnTo>
                  <a:lnTo>
                    <a:pt x="6919" y="1464"/>
                  </a:lnTo>
                  <a:lnTo>
                    <a:pt x="6699" y="1203"/>
                  </a:lnTo>
                  <a:lnTo>
                    <a:pt x="6478" y="963"/>
                  </a:lnTo>
                  <a:lnTo>
                    <a:pt x="6217" y="722"/>
                  </a:lnTo>
                  <a:lnTo>
                    <a:pt x="5937" y="522"/>
                  </a:lnTo>
                  <a:lnTo>
                    <a:pt x="5636" y="361"/>
                  </a:lnTo>
                  <a:lnTo>
                    <a:pt x="5315" y="221"/>
                  </a:lnTo>
                  <a:lnTo>
                    <a:pt x="4974" y="121"/>
                  </a:lnTo>
                  <a:lnTo>
                    <a:pt x="4633" y="40"/>
                  </a:lnTo>
                  <a:lnTo>
                    <a:pt x="4272" y="0"/>
                  </a:lnTo>
                  <a:lnTo>
                    <a:pt x="3891" y="0"/>
                  </a:lnTo>
                  <a:lnTo>
                    <a:pt x="3510" y="60"/>
                  </a:lnTo>
                  <a:lnTo>
                    <a:pt x="3129" y="141"/>
                  </a:lnTo>
                  <a:lnTo>
                    <a:pt x="3129" y="141"/>
                  </a:lnTo>
                  <a:lnTo>
                    <a:pt x="2808" y="261"/>
                  </a:lnTo>
                  <a:lnTo>
                    <a:pt x="2507" y="381"/>
                  </a:lnTo>
                  <a:lnTo>
                    <a:pt x="2207" y="522"/>
                  </a:lnTo>
                  <a:lnTo>
                    <a:pt x="1946" y="702"/>
                  </a:lnTo>
                  <a:lnTo>
                    <a:pt x="1665" y="883"/>
                  </a:lnTo>
                  <a:lnTo>
                    <a:pt x="1424" y="1103"/>
                  </a:lnTo>
                  <a:lnTo>
                    <a:pt x="1184" y="1324"/>
                  </a:lnTo>
                  <a:lnTo>
                    <a:pt x="983" y="1544"/>
                  </a:lnTo>
                  <a:lnTo>
                    <a:pt x="783" y="1805"/>
                  </a:lnTo>
                  <a:lnTo>
                    <a:pt x="602" y="2066"/>
                  </a:lnTo>
                  <a:lnTo>
                    <a:pt x="442" y="2327"/>
                  </a:lnTo>
                  <a:lnTo>
                    <a:pt x="301" y="2607"/>
                  </a:lnTo>
                  <a:lnTo>
                    <a:pt x="201" y="2888"/>
                  </a:lnTo>
                  <a:lnTo>
                    <a:pt x="121" y="3189"/>
                  </a:lnTo>
                  <a:lnTo>
                    <a:pt x="41" y="3470"/>
                  </a:lnTo>
                  <a:lnTo>
                    <a:pt x="21" y="377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21"/>
            <p:cNvSpPr/>
            <p:nvPr/>
          </p:nvSpPr>
          <p:spPr>
            <a:xfrm>
              <a:off x="10942475" y="3194400"/>
              <a:ext cx="176000" cy="321400"/>
            </a:xfrm>
            <a:custGeom>
              <a:avLst/>
              <a:gdLst/>
              <a:ahLst/>
              <a:cxnLst/>
              <a:rect l="l" t="t" r="r" b="b"/>
              <a:pathLst>
                <a:path w="7040" h="12856" extrusionOk="0">
                  <a:moveTo>
                    <a:pt x="6859" y="1"/>
                  </a:moveTo>
                  <a:lnTo>
                    <a:pt x="6438" y="21"/>
                  </a:lnTo>
                  <a:lnTo>
                    <a:pt x="6037" y="81"/>
                  </a:lnTo>
                  <a:lnTo>
                    <a:pt x="5616" y="141"/>
                  </a:lnTo>
                  <a:lnTo>
                    <a:pt x="5195" y="262"/>
                  </a:lnTo>
                  <a:lnTo>
                    <a:pt x="4673" y="442"/>
                  </a:lnTo>
                  <a:lnTo>
                    <a:pt x="4172" y="643"/>
                  </a:lnTo>
                  <a:lnTo>
                    <a:pt x="3691" y="903"/>
                  </a:lnTo>
                  <a:lnTo>
                    <a:pt x="3209" y="1184"/>
                  </a:lnTo>
                  <a:lnTo>
                    <a:pt x="2768" y="1485"/>
                  </a:lnTo>
                  <a:lnTo>
                    <a:pt x="2367" y="1846"/>
                  </a:lnTo>
                  <a:lnTo>
                    <a:pt x="1966" y="2207"/>
                  </a:lnTo>
                  <a:lnTo>
                    <a:pt x="1605" y="2608"/>
                  </a:lnTo>
                  <a:lnTo>
                    <a:pt x="1284" y="3009"/>
                  </a:lnTo>
                  <a:lnTo>
                    <a:pt x="983" y="3450"/>
                  </a:lnTo>
                  <a:lnTo>
                    <a:pt x="723" y="3891"/>
                  </a:lnTo>
                  <a:lnTo>
                    <a:pt x="502" y="4373"/>
                  </a:lnTo>
                  <a:lnTo>
                    <a:pt x="302" y="4834"/>
                  </a:lnTo>
                  <a:lnTo>
                    <a:pt x="161" y="5335"/>
                  </a:lnTo>
                  <a:lnTo>
                    <a:pt x="61" y="5817"/>
                  </a:lnTo>
                  <a:lnTo>
                    <a:pt x="1" y="6318"/>
                  </a:lnTo>
                  <a:lnTo>
                    <a:pt x="1" y="6819"/>
                  </a:lnTo>
                  <a:lnTo>
                    <a:pt x="21" y="7401"/>
                  </a:lnTo>
                  <a:lnTo>
                    <a:pt x="81" y="7942"/>
                  </a:lnTo>
                  <a:lnTo>
                    <a:pt x="181" y="8484"/>
                  </a:lnTo>
                  <a:lnTo>
                    <a:pt x="342" y="9005"/>
                  </a:lnTo>
                  <a:lnTo>
                    <a:pt x="542" y="9507"/>
                  </a:lnTo>
                  <a:lnTo>
                    <a:pt x="763" y="9988"/>
                  </a:lnTo>
                  <a:lnTo>
                    <a:pt x="1044" y="10429"/>
                  </a:lnTo>
                  <a:lnTo>
                    <a:pt x="1344" y="10850"/>
                  </a:lnTo>
                  <a:lnTo>
                    <a:pt x="1505" y="11051"/>
                  </a:lnTo>
                  <a:lnTo>
                    <a:pt x="1685" y="11231"/>
                  </a:lnTo>
                  <a:lnTo>
                    <a:pt x="1866" y="11412"/>
                  </a:lnTo>
                  <a:lnTo>
                    <a:pt x="2066" y="11592"/>
                  </a:lnTo>
                  <a:lnTo>
                    <a:pt x="2267" y="11753"/>
                  </a:lnTo>
                  <a:lnTo>
                    <a:pt x="2488" y="11893"/>
                  </a:lnTo>
                  <a:lnTo>
                    <a:pt x="2688" y="12054"/>
                  </a:lnTo>
                  <a:lnTo>
                    <a:pt x="2929" y="12174"/>
                  </a:lnTo>
                  <a:lnTo>
                    <a:pt x="3149" y="12294"/>
                  </a:lnTo>
                  <a:lnTo>
                    <a:pt x="3410" y="12415"/>
                  </a:lnTo>
                  <a:lnTo>
                    <a:pt x="3651" y="12515"/>
                  </a:lnTo>
                  <a:lnTo>
                    <a:pt x="3911" y="12615"/>
                  </a:lnTo>
                  <a:lnTo>
                    <a:pt x="4172" y="12695"/>
                  </a:lnTo>
                  <a:lnTo>
                    <a:pt x="4453" y="12756"/>
                  </a:lnTo>
                  <a:lnTo>
                    <a:pt x="4734" y="12816"/>
                  </a:lnTo>
                  <a:lnTo>
                    <a:pt x="5014" y="12856"/>
                  </a:lnTo>
                  <a:lnTo>
                    <a:pt x="5215" y="12294"/>
                  </a:lnTo>
                  <a:lnTo>
                    <a:pt x="5415" y="11753"/>
                  </a:lnTo>
                  <a:lnTo>
                    <a:pt x="5616" y="11211"/>
                  </a:lnTo>
                  <a:lnTo>
                    <a:pt x="5857" y="10690"/>
                  </a:lnTo>
                  <a:lnTo>
                    <a:pt x="5536" y="10590"/>
                  </a:lnTo>
                  <a:lnTo>
                    <a:pt x="5235" y="10469"/>
                  </a:lnTo>
                  <a:lnTo>
                    <a:pt x="4954" y="10329"/>
                  </a:lnTo>
                  <a:lnTo>
                    <a:pt x="4694" y="10169"/>
                  </a:lnTo>
                  <a:lnTo>
                    <a:pt x="4453" y="9988"/>
                  </a:lnTo>
                  <a:lnTo>
                    <a:pt x="4232" y="9767"/>
                  </a:lnTo>
                  <a:lnTo>
                    <a:pt x="4032" y="9547"/>
                  </a:lnTo>
                  <a:lnTo>
                    <a:pt x="3851" y="9306"/>
                  </a:lnTo>
                  <a:lnTo>
                    <a:pt x="3691" y="9045"/>
                  </a:lnTo>
                  <a:lnTo>
                    <a:pt x="3570" y="8765"/>
                  </a:lnTo>
                  <a:lnTo>
                    <a:pt x="3450" y="8464"/>
                  </a:lnTo>
                  <a:lnTo>
                    <a:pt x="3350" y="8163"/>
                  </a:lnTo>
                  <a:lnTo>
                    <a:pt x="3290" y="7842"/>
                  </a:lnTo>
                  <a:lnTo>
                    <a:pt x="3250" y="7521"/>
                  </a:lnTo>
                  <a:lnTo>
                    <a:pt x="3230" y="7180"/>
                  </a:lnTo>
                  <a:lnTo>
                    <a:pt x="3250" y="6839"/>
                  </a:lnTo>
                  <a:lnTo>
                    <a:pt x="3290" y="6478"/>
                  </a:lnTo>
                  <a:lnTo>
                    <a:pt x="3370" y="6138"/>
                  </a:lnTo>
                  <a:lnTo>
                    <a:pt x="3350" y="5696"/>
                  </a:lnTo>
                  <a:lnTo>
                    <a:pt x="3370" y="5235"/>
                  </a:lnTo>
                  <a:lnTo>
                    <a:pt x="3430" y="4794"/>
                  </a:lnTo>
                  <a:lnTo>
                    <a:pt x="3510" y="4353"/>
                  </a:lnTo>
                  <a:lnTo>
                    <a:pt x="3631" y="3932"/>
                  </a:lnTo>
                  <a:lnTo>
                    <a:pt x="3791" y="3510"/>
                  </a:lnTo>
                  <a:lnTo>
                    <a:pt x="3972" y="3089"/>
                  </a:lnTo>
                  <a:lnTo>
                    <a:pt x="4172" y="2688"/>
                  </a:lnTo>
                  <a:lnTo>
                    <a:pt x="4413" y="2307"/>
                  </a:lnTo>
                  <a:lnTo>
                    <a:pt x="4673" y="1926"/>
                  </a:lnTo>
                  <a:lnTo>
                    <a:pt x="4954" y="1585"/>
                  </a:lnTo>
                  <a:lnTo>
                    <a:pt x="5275" y="1244"/>
                  </a:lnTo>
                  <a:lnTo>
                    <a:pt x="5596" y="903"/>
                  </a:lnTo>
                  <a:lnTo>
                    <a:pt x="5957" y="603"/>
                  </a:lnTo>
                  <a:lnTo>
                    <a:pt x="6338" y="322"/>
                  </a:lnTo>
                  <a:lnTo>
                    <a:pt x="6739" y="81"/>
                  </a:lnTo>
                  <a:lnTo>
                    <a:pt x="6779" y="101"/>
                  </a:lnTo>
                  <a:lnTo>
                    <a:pt x="6839" y="101"/>
                  </a:lnTo>
                  <a:lnTo>
                    <a:pt x="6940" y="81"/>
                  </a:lnTo>
                  <a:lnTo>
                    <a:pt x="7040" y="21"/>
                  </a:lnTo>
                  <a:lnTo>
                    <a:pt x="6859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21"/>
            <p:cNvSpPr/>
            <p:nvPr/>
          </p:nvSpPr>
          <p:spPr>
            <a:xfrm>
              <a:off x="10942475" y="3194400"/>
              <a:ext cx="176000" cy="321400"/>
            </a:xfrm>
            <a:custGeom>
              <a:avLst/>
              <a:gdLst/>
              <a:ahLst/>
              <a:cxnLst/>
              <a:rect l="l" t="t" r="r" b="b"/>
              <a:pathLst>
                <a:path w="7040" h="12856" fill="none" extrusionOk="0">
                  <a:moveTo>
                    <a:pt x="6859" y="1"/>
                  </a:moveTo>
                  <a:lnTo>
                    <a:pt x="6859" y="1"/>
                  </a:lnTo>
                  <a:lnTo>
                    <a:pt x="6438" y="21"/>
                  </a:lnTo>
                  <a:lnTo>
                    <a:pt x="6037" y="81"/>
                  </a:lnTo>
                  <a:lnTo>
                    <a:pt x="5616" y="141"/>
                  </a:lnTo>
                  <a:lnTo>
                    <a:pt x="5195" y="262"/>
                  </a:lnTo>
                  <a:lnTo>
                    <a:pt x="5195" y="262"/>
                  </a:lnTo>
                  <a:lnTo>
                    <a:pt x="4673" y="442"/>
                  </a:lnTo>
                  <a:lnTo>
                    <a:pt x="4172" y="643"/>
                  </a:lnTo>
                  <a:lnTo>
                    <a:pt x="3691" y="903"/>
                  </a:lnTo>
                  <a:lnTo>
                    <a:pt x="3209" y="1184"/>
                  </a:lnTo>
                  <a:lnTo>
                    <a:pt x="2768" y="1485"/>
                  </a:lnTo>
                  <a:lnTo>
                    <a:pt x="2367" y="1846"/>
                  </a:lnTo>
                  <a:lnTo>
                    <a:pt x="1966" y="2207"/>
                  </a:lnTo>
                  <a:lnTo>
                    <a:pt x="1605" y="2608"/>
                  </a:lnTo>
                  <a:lnTo>
                    <a:pt x="1284" y="3009"/>
                  </a:lnTo>
                  <a:lnTo>
                    <a:pt x="983" y="3450"/>
                  </a:lnTo>
                  <a:lnTo>
                    <a:pt x="723" y="3891"/>
                  </a:lnTo>
                  <a:lnTo>
                    <a:pt x="502" y="4373"/>
                  </a:lnTo>
                  <a:lnTo>
                    <a:pt x="302" y="4834"/>
                  </a:lnTo>
                  <a:lnTo>
                    <a:pt x="161" y="5335"/>
                  </a:lnTo>
                  <a:lnTo>
                    <a:pt x="61" y="5817"/>
                  </a:lnTo>
                  <a:lnTo>
                    <a:pt x="1" y="6318"/>
                  </a:lnTo>
                  <a:lnTo>
                    <a:pt x="1" y="6318"/>
                  </a:lnTo>
                  <a:lnTo>
                    <a:pt x="1" y="6819"/>
                  </a:lnTo>
                  <a:lnTo>
                    <a:pt x="1" y="6819"/>
                  </a:lnTo>
                  <a:lnTo>
                    <a:pt x="21" y="7401"/>
                  </a:lnTo>
                  <a:lnTo>
                    <a:pt x="81" y="7942"/>
                  </a:lnTo>
                  <a:lnTo>
                    <a:pt x="181" y="8484"/>
                  </a:lnTo>
                  <a:lnTo>
                    <a:pt x="342" y="9005"/>
                  </a:lnTo>
                  <a:lnTo>
                    <a:pt x="542" y="9507"/>
                  </a:lnTo>
                  <a:lnTo>
                    <a:pt x="763" y="9988"/>
                  </a:lnTo>
                  <a:lnTo>
                    <a:pt x="1044" y="10429"/>
                  </a:lnTo>
                  <a:lnTo>
                    <a:pt x="1344" y="10850"/>
                  </a:lnTo>
                  <a:lnTo>
                    <a:pt x="1505" y="11051"/>
                  </a:lnTo>
                  <a:lnTo>
                    <a:pt x="1685" y="11231"/>
                  </a:lnTo>
                  <a:lnTo>
                    <a:pt x="1866" y="11412"/>
                  </a:lnTo>
                  <a:lnTo>
                    <a:pt x="2066" y="11592"/>
                  </a:lnTo>
                  <a:lnTo>
                    <a:pt x="2267" y="11753"/>
                  </a:lnTo>
                  <a:lnTo>
                    <a:pt x="2488" y="11893"/>
                  </a:lnTo>
                  <a:lnTo>
                    <a:pt x="2688" y="12054"/>
                  </a:lnTo>
                  <a:lnTo>
                    <a:pt x="2929" y="12174"/>
                  </a:lnTo>
                  <a:lnTo>
                    <a:pt x="3149" y="12294"/>
                  </a:lnTo>
                  <a:lnTo>
                    <a:pt x="3410" y="12415"/>
                  </a:lnTo>
                  <a:lnTo>
                    <a:pt x="3651" y="12515"/>
                  </a:lnTo>
                  <a:lnTo>
                    <a:pt x="3911" y="12615"/>
                  </a:lnTo>
                  <a:lnTo>
                    <a:pt x="4172" y="12695"/>
                  </a:lnTo>
                  <a:lnTo>
                    <a:pt x="4453" y="12756"/>
                  </a:lnTo>
                  <a:lnTo>
                    <a:pt x="4734" y="12816"/>
                  </a:lnTo>
                  <a:lnTo>
                    <a:pt x="5014" y="12856"/>
                  </a:lnTo>
                  <a:lnTo>
                    <a:pt x="5014" y="12856"/>
                  </a:lnTo>
                  <a:lnTo>
                    <a:pt x="5215" y="12294"/>
                  </a:lnTo>
                  <a:lnTo>
                    <a:pt x="5415" y="11753"/>
                  </a:lnTo>
                  <a:lnTo>
                    <a:pt x="5616" y="11211"/>
                  </a:lnTo>
                  <a:lnTo>
                    <a:pt x="5857" y="10690"/>
                  </a:lnTo>
                  <a:lnTo>
                    <a:pt x="5857" y="10690"/>
                  </a:lnTo>
                  <a:lnTo>
                    <a:pt x="5536" y="10590"/>
                  </a:lnTo>
                  <a:lnTo>
                    <a:pt x="5235" y="10469"/>
                  </a:lnTo>
                  <a:lnTo>
                    <a:pt x="4954" y="10329"/>
                  </a:lnTo>
                  <a:lnTo>
                    <a:pt x="4694" y="10169"/>
                  </a:lnTo>
                  <a:lnTo>
                    <a:pt x="4453" y="9988"/>
                  </a:lnTo>
                  <a:lnTo>
                    <a:pt x="4232" y="9767"/>
                  </a:lnTo>
                  <a:lnTo>
                    <a:pt x="4032" y="9547"/>
                  </a:lnTo>
                  <a:lnTo>
                    <a:pt x="3851" y="9306"/>
                  </a:lnTo>
                  <a:lnTo>
                    <a:pt x="3691" y="9045"/>
                  </a:lnTo>
                  <a:lnTo>
                    <a:pt x="3570" y="8765"/>
                  </a:lnTo>
                  <a:lnTo>
                    <a:pt x="3450" y="8464"/>
                  </a:lnTo>
                  <a:lnTo>
                    <a:pt x="3350" y="8163"/>
                  </a:lnTo>
                  <a:lnTo>
                    <a:pt x="3290" y="7842"/>
                  </a:lnTo>
                  <a:lnTo>
                    <a:pt x="3250" y="7521"/>
                  </a:lnTo>
                  <a:lnTo>
                    <a:pt x="3230" y="7180"/>
                  </a:lnTo>
                  <a:lnTo>
                    <a:pt x="3250" y="6839"/>
                  </a:lnTo>
                  <a:lnTo>
                    <a:pt x="3250" y="6839"/>
                  </a:lnTo>
                  <a:lnTo>
                    <a:pt x="3290" y="6478"/>
                  </a:lnTo>
                  <a:lnTo>
                    <a:pt x="3370" y="6138"/>
                  </a:lnTo>
                  <a:lnTo>
                    <a:pt x="3370" y="6138"/>
                  </a:lnTo>
                  <a:lnTo>
                    <a:pt x="3350" y="5696"/>
                  </a:lnTo>
                  <a:lnTo>
                    <a:pt x="3370" y="5235"/>
                  </a:lnTo>
                  <a:lnTo>
                    <a:pt x="3430" y="4794"/>
                  </a:lnTo>
                  <a:lnTo>
                    <a:pt x="3510" y="4353"/>
                  </a:lnTo>
                  <a:lnTo>
                    <a:pt x="3631" y="3932"/>
                  </a:lnTo>
                  <a:lnTo>
                    <a:pt x="3791" y="3510"/>
                  </a:lnTo>
                  <a:lnTo>
                    <a:pt x="3972" y="3089"/>
                  </a:lnTo>
                  <a:lnTo>
                    <a:pt x="4172" y="2688"/>
                  </a:lnTo>
                  <a:lnTo>
                    <a:pt x="4413" y="2307"/>
                  </a:lnTo>
                  <a:lnTo>
                    <a:pt x="4673" y="1926"/>
                  </a:lnTo>
                  <a:lnTo>
                    <a:pt x="4954" y="1585"/>
                  </a:lnTo>
                  <a:lnTo>
                    <a:pt x="5275" y="1244"/>
                  </a:lnTo>
                  <a:lnTo>
                    <a:pt x="5596" y="903"/>
                  </a:lnTo>
                  <a:lnTo>
                    <a:pt x="5957" y="603"/>
                  </a:lnTo>
                  <a:lnTo>
                    <a:pt x="6338" y="322"/>
                  </a:lnTo>
                  <a:lnTo>
                    <a:pt x="6739" y="81"/>
                  </a:lnTo>
                  <a:lnTo>
                    <a:pt x="6739" y="81"/>
                  </a:lnTo>
                  <a:lnTo>
                    <a:pt x="6779" y="101"/>
                  </a:lnTo>
                  <a:lnTo>
                    <a:pt x="6839" y="101"/>
                  </a:lnTo>
                  <a:lnTo>
                    <a:pt x="6839" y="101"/>
                  </a:lnTo>
                  <a:lnTo>
                    <a:pt x="6940" y="81"/>
                  </a:lnTo>
                  <a:lnTo>
                    <a:pt x="7040" y="21"/>
                  </a:lnTo>
                  <a:lnTo>
                    <a:pt x="7040" y="21"/>
                  </a:lnTo>
                  <a:lnTo>
                    <a:pt x="685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21"/>
            <p:cNvSpPr/>
            <p:nvPr/>
          </p:nvSpPr>
          <p:spPr>
            <a:xfrm>
              <a:off x="11023200" y="3347825"/>
              <a:ext cx="69225" cy="113825"/>
            </a:xfrm>
            <a:custGeom>
              <a:avLst/>
              <a:gdLst/>
              <a:ahLst/>
              <a:cxnLst/>
              <a:rect l="l" t="t" r="r" b="b"/>
              <a:pathLst>
                <a:path w="2769" h="4553" extrusionOk="0">
                  <a:moveTo>
                    <a:pt x="141" y="1"/>
                  </a:moveTo>
                  <a:lnTo>
                    <a:pt x="61" y="341"/>
                  </a:lnTo>
                  <a:lnTo>
                    <a:pt x="21" y="702"/>
                  </a:lnTo>
                  <a:lnTo>
                    <a:pt x="1" y="1043"/>
                  </a:lnTo>
                  <a:lnTo>
                    <a:pt x="21" y="1384"/>
                  </a:lnTo>
                  <a:lnTo>
                    <a:pt x="61" y="1705"/>
                  </a:lnTo>
                  <a:lnTo>
                    <a:pt x="121" y="2026"/>
                  </a:lnTo>
                  <a:lnTo>
                    <a:pt x="221" y="2327"/>
                  </a:lnTo>
                  <a:lnTo>
                    <a:pt x="341" y="2628"/>
                  </a:lnTo>
                  <a:lnTo>
                    <a:pt x="462" y="2908"/>
                  </a:lnTo>
                  <a:lnTo>
                    <a:pt x="622" y="3169"/>
                  </a:lnTo>
                  <a:lnTo>
                    <a:pt x="803" y="3410"/>
                  </a:lnTo>
                  <a:lnTo>
                    <a:pt x="1003" y="3630"/>
                  </a:lnTo>
                  <a:lnTo>
                    <a:pt x="1224" y="3851"/>
                  </a:lnTo>
                  <a:lnTo>
                    <a:pt x="1465" y="4032"/>
                  </a:lnTo>
                  <a:lnTo>
                    <a:pt x="1725" y="4192"/>
                  </a:lnTo>
                  <a:lnTo>
                    <a:pt x="2006" y="4332"/>
                  </a:lnTo>
                  <a:lnTo>
                    <a:pt x="2307" y="4453"/>
                  </a:lnTo>
                  <a:lnTo>
                    <a:pt x="2628" y="4553"/>
                  </a:lnTo>
                  <a:lnTo>
                    <a:pt x="2768" y="4212"/>
                  </a:lnTo>
                  <a:lnTo>
                    <a:pt x="2507" y="4072"/>
                  </a:lnTo>
                  <a:lnTo>
                    <a:pt x="2267" y="3911"/>
                  </a:lnTo>
                  <a:lnTo>
                    <a:pt x="2026" y="3751"/>
                  </a:lnTo>
                  <a:lnTo>
                    <a:pt x="1805" y="3570"/>
                  </a:lnTo>
                  <a:lnTo>
                    <a:pt x="1585" y="3390"/>
                  </a:lnTo>
                  <a:lnTo>
                    <a:pt x="1384" y="3169"/>
                  </a:lnTo>
                  <a:lnTo>
                    <a:pt x="1204" y="2949"/>
                  </a:lnTo>
                  <a:lnTo>
                    <a:pt x="1043" y="2708"/>
                  </a:lnTo>
                  <a:lnTo>
                    <a:pt x="843" y="2367"/>
                  </a:lnTo>
                  <a:lnTo>
                    <a:pt x="682" y="2046"/>
                  </a:lnTo>
                  <a:lnTo>
                    <a:pt x="542" y="1705"/>
                  </a:lnTo>
                  <a:lnTo>
                    <a:pt x="402" y="1364"/>
                  </a:lnTo>
                  <a:lnTo>
                    <a:pt x="301" y="1023"/>
                  </a:lnTo>
                  <a:lnTo>
                    <a:pt x="241" y="682"/>
                  </a:lnTo>
                  <a:lnTo>
                    <a:pt x="181" y="341"/>
                  </a:lnTo>
                  <a:lnTo>
                    <a:pt x="14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21"/>
            <p:cNvSpPr/>
            <p:nvPr/>
          </p:nvSpPr>
          <p:spPr>
            <a:xfrm>
              <a:off x="11593750" y="3194400"/>
              <a:ext cx="315875" cy="322925"/>
            </a:xfrm>
            <a:custGeom>
              <a:avLst/>
              <a:gdLst/>
              <a:ahLst/>
              <a:cxnLst/>
              <a:rect l="l" t="t" r="r" b="b"/>
              <a:pathLst>
                <a:path w="12635" h="12917" extrusionOk="0">
                  <a:moveTo>
                    <a:pt x="5816" y="1"/>
                  </a:moveTo>
                  <a:lnTo>
                    <a:pt x="5516" y="21"/>
                  </a:lnTo>
                  <a:lnTo>
                    <a:pt x="5195" y="41"/>
                  </a:lnTo>
                  <a:lnTo>
                    <a:pt x="4894" y="81"/>
                  </a:lnTo>
                  <a:lnTo>
                    <a:pt x="4613" y="121"/>
                  </a:lnTo>
                  <a:lnTo>
                    <a:pt x="4312" y="201"/>
                  </a:lnTo>
                  <a:lnTo>
                    <a:pt x="4031" y="282"/>
                  </a:lnTo>
                  <a:lnTo>
                    <a:pt x="3751" y="382"/>
                  </a:lnTo>
                  <a:lnTo>
                    <a:pt x="3490" y="482"/>
                  </a:lnTo>
                  <a:lnTo>
                    <a:pt x="3229" y="603"/>
                  </a:lnTo>
                  <a:lnTo>
                    <a:pt x="2969" y="743"/>
                  </a:lnTo>
                  <a:lnTo>
                    <a:pt x="2728" y="903"/>
                  </a:lnTo>
                  <a:lnTo>
                    <a:pt x="2487" y="1064"/>
                  </a:lnTo>
                  <a:lnTo>
                    <a:pt x="2267" y="1224"/>
                  </a:lnTo>
                  <a:lnTo>
                    <a:pt x="2046" y="1405"/>
                  </a:lnTo>
                  <a:lnTo>
                    <a:pt x="1825" y="1605"/>
                  </a:lnTo>
                  <a:lnTo>
                    <a:pt x="1625" y="1806"/>
                  </a:lnTo>
                  <a:lnTo>
                    <a:pt x="1444" y="2006"/>
                  </a:lnTo>
                  <a:lnTo>
                    <a:pt x="1264" y="2227"/>
                  </a:lnTo>
                  <a:lnTo>
                    <a:pt x="1083" y="2448"/>
                  </a:lnTo>
                  <a:lnTo>
                    <a:pt x="943" y="2688"/>
                  </a:lnTo>
                  <a:lnTo>
                    <a:pt x="783" y="2929"/>
                  </a:lnTo>
                  <a:lnTo>
                    <a:pt x="662" y="3190"/>
                  </a:lnTo>
                  <a:lnTo>
                    <a:pt x="542" y="3430"/>
                  </a:lnTo>
                  <a:lnTo>
                    <a:pt x="422" y="3691"/>
                  </a:lnTo>
                  <a:lnTo>
                    <a:pt x="341" y="3952"/>
                  </a:lnTo>
                  <a:lnTo>
                    <a:pt x="261" y="4232"/>
                  </a:lnTo>
                  <a:lnTo>
                    <a:pt x="181" y="4493"/>
                  </a:lnTo>
                  <a:lnTo>
                    <a:pt x="121" y="4854"/>
                  </a:lnTo>
                  <a:lnTo>
                    <a:pt x="61" y="5195"/>
                  </a:lnTo>
                  <a:lnTo>
                    <a:pt x="41" y="5556"/>
                  </a:lnTo>
                  <a:lnTo>
                    <a:pt x="21" y="5897"/>
                  </a:lnTo>
                  <a:lnTo>
                    <a:pt x="1" y="6238"/>
                  </a:lnTo>
                  <a:lnTo>
                    <a:pt x="21" y="6599"/>
                  </a:lnTo>
                  <a:lnTo>
                    <a:pt x="61" y="6940"/>
                  </a:lnTo>
                  <a:lnTo>
                    <a:pt x="101" y="7281"/>
                  </a:lnTo>
                  <a:lnTo>
                    <a:pt x="161" y="7622"/>
                  </a:lnTo>
                  <a:lnTo>
                    <a:pt x="221" y="7963"/>
                  </a:lnTo>
                  <a:lnTo>
                    <a:pt x="321" y="8283"/>
                  </a:lnTo>
                  <a:lnTo>
                    <a:pt x="422" y="8624"/>
                  </a:lnTo>
                  <a:lnTo>
                    <a:pt x="542" y="8925"/>
                  </a:lnTo>
                  <a:lnTo>
                    <a:pt x="682" y="9246"/>
                  </a:lnTo>
                  <a:lnTo>
                    <a:pt x="843" y="9547"/>
                  </a:lnTo>
                  <a:lnTo>
                    <a:pt x="1003" y="9848"/>
                  </a:lnTo>
                  <a:lnTo>
                    <a:pt x="1184" y="10128"/>
                  </a:lnTo>
                  <a:lnTo>
                    <a:pt x="1384" y="10409"/>
                  </a:lnTo>
                  <a:lnTo>
                    <a:pt x="1605" y="10670"/>
                  </a:lnTo>
                  <a:lnTo>
                    <a:pt x="1825" y="10931"/>
                  </a:lnTo>
                  <a:lnTo>
                    <a:pt x="2066" y="11171"/>
                  </a:lnTo>
                  <a:lnTo>
                    <a:pt x="2327" y="11392"/>
                  </a:lnTo>
                  <a:lnTo>
                    <a:pt x="2608" y="11612"/>
                  </a:lnTo>
                  <a:lnTo>
                    <a:pt x="2888" y="11813"/>
                  </a:lnTo>
                  <a:lnTo>
                    <a:pt x="3189" y="12014"/>
                  </a:lnTo>
                  <a:lnTo>
                    <a:pt x="3510" y="12174"/>
                  </a:lnTo>
                  <a:lnTo>
                    <a:pt x="3831" y="12334"/>
                  </a:lnTo>
                  <a:lnTo>
                    <a:pt x="4192" y="12475"/>
                  </a:lnTo>
                  <a:lnTo>
                    <a:pt x="4553" y="12595"/>
                  </a:lnTo>
                  <a:lnTo>
                    <a:pt x="4914" y="12695"/>
                  </a:lnTo>
                  <a:lnTo>
                    <a:pt x="5315" y="12776"/>
                  </a:lnTo>
                  <a:lnTo>
                    <a:pt x="5716" y="12856"/>
                  </a:lnTo>
                  <a:lnTo>
                    <a:pt x="6137" y="12896"/>
                  </a:lnTo>
                  <a:lnTo>
                    <a:pt x="6558" y="12916"/>
                  </a:lnTo>
                  <a:lnTo>
                    <a:pt x="6959" y="12916"/>
                  </a:lnTo>
                  <a:lnTo>
                    <a:pt x="7361" y="12896"/>
                  </a:lnTo>
                  <a:lnTo>
                    <a:pt x="7742" y="12836"/>
                  </a:lnTo>
                  <a:lnTo>
                    <a:pt x="8103" y="12776"/>
                  </a:lnTo>
                  <a:lnTo>
                    <a:pt x="8464" y="12695"/>
                  </a:lnTo>
                  <a:lnTo>
                    <a:pt x="8804" y="12575"/>
                  </a:lnTo>
                  <a:lnTo>
                    <a:pt x="9145" y="12455"/>
                  </a:lnTo>
                  <a:lnTo>
                    <a:pt x="9466" y="12294"/>
                  </a:lnTo>
                  <a:lnTo>
                    <a:pt x="9767" y="12134"/>
                  </a:lnTo>
                  <a:lnTo>
                    <a:pt x="10068" y="11953"/>
                  </a:lnTo>
                  <a:lnTo>
                    <a:pt x="10349" y="11753"/>
                  </a:lnTo>
                  <a:lnTo>
                    <a:pt x="10609" y="11552"/>
                  </a:lnTo>
                  <a:lnTo>
                    <a:pt x="10850" y="11312"/>
                  </a:lnTo>
                  <a:lnTo>
                    <a:pt x="11091" y="11071"/>
                  </a:lnTo>
                  <a:lnTo>
                    <a:pt x="11291" y="10830"/>
                  </a:lnTo>
                  <a:lnTo>
                    <a:pt x="11472" y="10590"/>
                  </a:lnTo>
                  <a:lnTo>
                    <a:pt x="11652" y="10349"/>
                  </a:lnTo>
                  <a:lnTo>
                    <a:pt x="11813" y="10088"/>
                  </a:lnTo>
                  <a:lnTo>
                    <a:pt x="11953" y="9808"/>
                  </a:lnTo>
                  <a:lnTo>
                    <a:pt x="12093" y="9527"/>
                  </a:lnTo>
                  <a:lnTo>
                    <a:pt x="12214" y="9226"/>
                  </a:lnTo>
                  <a:lnTo>
                    <a:pt x="12314" y="8945"/>
                  </a:lnTo>
                  <a:lnTo>
                    <a:pt x="12394" y="8624"/>
                  </a:lnTo>
                  <a:lnTo>
                    <a:pt x="12474" y="8324"/>
                  </a:lnTo>
                  <a:lnTo>
                    <a:pt x="12535" y="8003"/>
                  </a:lnTo>
                  <a:lnTo>
                    <a:pt x="12595" y="7662"/>
                  </a:lnTo>
                  <a:lnTo>
                    <a:pt x="12615" y="7341"/>
                  </a:lnTo>
                  <a:lnTo>
                    <a:pt x="12635" y="7000"/>
                  </a:lnTo>
                  <a:lnTo>
                    <a:pt x="12635" y="6659"/>
                  </a:lnTo>
                  <a:lnTo>
                    <a:pt x="12615" y="6318"/>
                  </a:lnTo>
                  <a:lnTo>
                    <a:pt x="12575" y="5877"/>
                  </a:lnTo>
                  <a:lnTo>
                    <a:pt x="12494" y="5436"/>
                  </a:lnTo>
                  <a:lnTo>
                    <a:pt x="12374" y="5015"/>
                  </a:lnTo>
                  <a:lnTo>
                    <a:pt x="12214" y="4593"/>
                  </a:lnTo>
                  <a:lnTo>
                    <a:pt x="12033" y="4172"/>
                  </a:lnTo>
                  <a:lnTo>
                    <a:pt x="11833" y="3771"/>
                  </a:lnTo>
                  <a:lnTo>
                    <a:pt x="11592" y="3370"/>
                  </a:lnTo>
                  <a:lnTo>
                    <a:pt x="11331" y="2989"/>
                  </a:lnTo>
                  <a:lnTo>
                    <a:pt x="11030" y="2628"/>
                  </a:lnTo>
                  <a:lnTo>
                    <a:pt x="10730" y="2267"/>
                  </a:lnTo>
                  <a:lnTo>
                    <a:pt x="10389" y="1946"/>
                  </a:lnTo>
                  <a:lnTo>
                    <a:pt x="10028" y="1625"/>
                  </a:lnTo>
                  <a:lnTo>
                    <a:pt x="9647" y="1345"/>
                  </a:lnTo>
                  <a:lnTo>
                    <a:pt x="9246" y="1084"/>
                  </a:lnTo>
                  <a:lnTo>
                    <a:pt x="8825" y="843"/>
                  </a:lnTo>
                  <a:lnTo>
                    <a:pt x="8403" y="623"/>
                  </a:lnTo>
                  <a:lnTo>
                    <a:pt x="7922" y="422"/>
                  </a:lnTo>
                  <a:lnTo>
                    <a:pt x="7421" y="262"/>
                  </a:lnTo>
                  <a:lnTo>
                    <a:pt x="7100" y="161"/>
                  </a:lnTo>
                  <a:lnTo>
                    <a:pt x="6779" y="101"/>
                  </a:lnTo>
                  <a:lnTo>
                    <a:pt x="6458" y="61"/>
                  </a:lnTo>
                  <a:lnTo>
                    <a:pt x="6137" y="21"/>
                  </a:lnTo>
                  <a:lnTo>
                    <a:pt x="58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21"/>
            <p:cNvSpPr/>
            <p:nvPr/>
          </p:nvSpPr>
          <p:spPr>
            <a:xfrm>
              <a:off x="11593750" y="3194400"/>
              <a:ext cx="315875" cy="322925"/>
            </a:xfrm>
            <a:custGeom>
              <a:avLst/>
              <a:gdLst/>
              <a:ahLst/>
              <a:cxnLst/>
              <a:rect l="l" t="t" r="r" b="b"/>
              <a:pathLst>
                <a:path w="12635" h="12917" fill="none" extrusionOk="0">
                  <a:moveTo>
                    <a:pt x="11091" y="11071"/>
                  </a:moveTo>
                  <a:lnTo>
                    <a:pt x="11091" y="11071"/>
                  </a:lnTo>
                  <a:lnTo>
                    <a:pt x="10850" y="11312"/>
                  </a:lnTo>
                  <a:lnTo>
                    <a:pt x="10609" y="11552"/>
                  </a:lnTo>
                  <a:lnTo>
                    <a:pt x="10349" y="11753"/>
                  </a:lnTo>
                  <a:lnTo>
                    <a:pt x="10068" y="11953"/>
                  </a:lnTo>
                  <a:lnTo>
                    <a:pt x="9767" y="12134"/>
                  </a:lnTo>
                  <a:lnTo>
                    <a:pt x="9466" y="12294"/>
                  </a:lnTo>
                  <a:lnTo>
                    <a:pt x="9145" y="12455"/>
                  </a:lnTo>
                  <a:lnTo>
                    <a:pt x="8804" y="12575"/>
                  </a:lnTo>
                  <a:lnTo>
                    <a:pt x="8464" y="12695"/>
                  </a:lnTo>
                  <a:lnTo>
                    <a:pt x="8103" y="12776"/>
                  </a:lnTo>
                  <a:lnTo>
                    <a:pt x="7742" y="12836"/>
                  </a:lnTo>
                  <a:lnTo>
                    <a:pt x="7361" y="12896"/>
                  </a:lnTo>
                  <a:lnTo>
                    <a:pt x="6959" y="12916"/>
                  </a:lnTo>
                  <a:lnTo>
                    <a:pt x="6558" y="12916"/>
                  </a:lnTo>
                  <a:lnTo>
                    <a:pt x="6137" y="12896"/>
                  </a:lnTo>
                  <a:lnTo>
                    <a:pt x="5716" y="12856"/>
                  </a:lnTo>
                  <a:lnTo>
                    <a:pt x="5716" y="12856"/>
                  </a:lnTo>
                  <a:lnTo>
                    <a:pt x="5315" y="12776"/>
                  </a:lnTo>
                  <a:lnTo>
                    <a:pt x="4914" y="12695"/>
                  </a:lnTo>
                  <a:lnTo>
                    <a:pt x="4553" y="12595"/>
                  </a:lnTo>
                  <a:lnTo>
                    <a:pt x="4192" y="12475"/>
                  </a:lnTo>
                  <a:lnTo>
                    <a:pt x="3831" y="12334"/>
                  </a:lnTo>
                  <a:lnTo>
                    <a:pt x="3510" y="12174"/>
                  </a:lnTo>
                  <a:lnTo>
                    <a:pt x="3189" y="12014"/>
                  </a:lnTo>
                  <a:lnTo>
                    <a:pt x="2888" y="11813"/>
                  </a:lnTo>
                  <a:lnTo>
                    <a:pt x="2608" y="11612"/>
                  </a:lnTo>
                  <a:lnTo>
                    <a:pt x="2327" y="11392"/>
                  </a:lnTo>
                  <a:lnTo>
                    <a:pt x="2066" y="11171"/>
                  </a:lnTo>
                  <a:lnTo>
                    <a:pt x="1825" y="10931"/>
                  </a:lnTo>
                  <a:lnTo>
                    <a:pt x="1605" y="10670"/>
                  </a:lnTo>
                  <a:lnTo>
                    <a:pt x="1384" y="10409"/>
                  </a:lnTo>
                  <a:lnTo>
                    <a:pt x="1184" y="10128"/>
                  </a:lnTo>
                  <a:lnTo>
                    <a:pt x="1003" y="9848"/>
                  </a:lnTo>
                  <a:lnTo>
                    <a:pt x="843" y="9547"/>
                  </a:lnTo>
                  <a:lnTo>
                    <a:pt x="682" y="9246"/>
                  </a:lnTo>
                  <a:lnTo>
                    <a:pt x="542" y="8925"/>
                  </a:lnTo>
                  <a:lnTo>
                    <a:pt x="422" y="8624"/>
                  </a:lnTo>
                  <a:lnTo>
                    <a:pt x="321" y="8283"/>
                  </a:lnTo>
                  <a:lnTo>
                    <a:pt x="221" y="7963"/>
                  </a:lnTo>
                  <a:lnTo>
                    <a:pt x="161" y="7622"/>
                  </a:lnTo>
                  <a:lnTo>
                    <a:pt x="101" y="7281"/>
                  </a:lnTo>
                  <a:lnTo>
                    <a:pt x="61" y="6940"/>
                  </a:lnTo>
                  <a:lnTo>
                    <a:pt x="21" y="6599"/>
                  </a:lnTo>
                  <a:lnTo>
                    <a:pt x="1" y="6238"/>
                  </a:lnTo>
                  <a:lnTo>
                    <a:pt x="21" y="5897"/>
                  </a:lnTo>
                  <a:lnTo>
                    <a:pt x="41" y="5556"/>
                  </a:lnTo>
                  <a:lnTo>
                    <a:pt x="61" y="5195"/>
                  </a:lnTo>
                  <a:lnTo>
                    <a:pt x="121" y="4854"/>
                  </a:lnTo>
                  <a:lnTo>
                    <a:pt x="181" y="4493"/>
                  </a:lnTo>
                  <a:lnTo>
                    <a:pt x="181" y="4493"/>
                  </a:lnTo>
                  <a:lnTo>
                    <a:pt x="261" y="4232"/>
                  </a:lnTo>
                  <a:lnTo>
                    <a:pt x="341" y="3952"/>
                  </a:lnTo>
                  <a:lnTo>
                    <a:pt x="422" y="3691"/>
                  </a:lnTo>
                  <a:lnTo>
                    <a:pt x="542" y="3430"/>
                  </a:lnTo>
                  <a:lnTo>
                    <a:pt x="662" y="3190"/>
                  </a:lnTo>
                  <a:lnTo>
                    <a:pt x="783" y="2929"/>
                  </a:lnTo>
                  <a:lnTo>
                    <a:pt x="943" y="2688"/>
                  </a:lnTo>
                  <a:lnTo>
                    <a:pt x="1083" y="2448"/>
                  </a:lnTo>
                  <a:lnTo>
                    <a:pt x="1264" y="2227"/>
                  </a:lnTo>
                  <a:lnTo>
                    <a:pt x="1444" y="2006"/>
                  </a:lnTo>
                  <a:lnTo>
                    <a:pt x="1625" y="1806"/>
                  </a:lnTo>
                  <a:lnTo>
                    <a:pt x="1825" y="1605"/>
                  </a:lnTo>
                  <a:lnTo>
                    <a:pt x="2046" y="1405"/>
                  </a:lnTo>
                  <a:lnTo>
                    <a:pt x="2267" y="1224"/>
                  </a:lnTo>
                  <a:lnTo>
                    <a:pt x="2487" y="1064"/>
                  </a:lnTo>
                  <a:lnTo>
                    <a:pt x="2728" y="903"/>
                  </a:lnTo>
                  <a:lnTo>
                    <a:pt x="2969" y="743"/>
                  </a:lnTo>
                  <a:lnTo>
                    <a:pt x="3229" y="603"/>
                  </a:lnTo>
                  <a:lnTo>
                    <a:pt x="3490" y="482"/>
                  </a:lnTo>
                  <a:lnTo>
                    <a:pt x="3751" y="382"/>
                  </a:lnTo>
                  <a:lnTo>
                    <a:pt x="4031" y="282"/>
                  </a:lnTo>
                  <a:lnTo>
                    <a:pt x="4312" y="201"/>
                  </a:lnTo>
                  <a:lnTo>
                    <a:pt x="4613" y="121"/>
                  </a:lnTo>
                  <a:lnTo>
                    <a:pt x="4894" y="81"/>
                  </a:lnTo>
                  <a:lnTo>
                    <a:pt x="5195" y="41"/>
                  </a:lnTo>
                  <a:lnTo>
                    <a:pt x="5516" y="21"/>
                  </a:lnTo>
                  <a:lnTo>
                    <a:pt x="5816" y="1"/>
                  </a:lnTo>
                  <a:lnTo>
                    <a:pt x="6137" y="21"/>
                  </a:lnTo>
                  <a:lnTo>
                    <a:pt x="6458" y="61"/>
                  </a:lnTo>
                  <a:lnTo>
                    <a:pt x="6779" y="101"/>
                  </a:lnTo>
                  <a:lnTo>
                    <a:pt x="7100" y="161"/>
                  </a:lnTo>
                  <a:lnTo>
                    <a:pt x="7421" y="262"/>
                  </a:lnTo>
                  <a:lnTo>
                    <a:pt x="7421" y="262"/>
                  </a:lnTo>
                  <a:lnTo>
                    <a:pt x="7922" y="422"/>
                  </a:lnTo>
                  <a:lnTo>
                    <a:pt x="8403" y="623"/>
                  </a:lnTo>
                  <a:lnTo>
                    <a:pt x="8403" y="623"/>
                  </a:lnTo>
                  <a:lnTo>
                    <a:pt x="8825" y="843"/>
                  </a:lnTo>
                  <a:lnTo>
                    <a:pt x="9246" y="1084"/>
                  </a:lnTo>
                  <a:lnTo>
                    <a:pt x="9647" y="1345"/>
                  </a:lnTo>
                  <a:lnTo>
                    <a:pt x="10028" y="1625"/>
                  </a:lnTo>
                  <a:lnTo>
                    <a:pt x="10389" y="1946"/>
                  </a:lnTo>
                  <a:lnTo>
                    <a:pt x="10730" y="2267"/>
                  </a:lnTo>
                  <a:lnTo>
                    <a:pt x="11030" y="2628"/>
                  </a:lnTo>
                  <a:lnTo>
                    <a:pt x="11331" y="2989"/>
                  </a:lnTo>
                  <a:lnTo>
                    <a:pt x="11592" y="3370"/>
                  </a:lnTo>
                  <a:lnTo>
                    <a:pt x="11833" y="3771"/>
                  </a:lnTo>
                  <a:lnTo>
                    <a:pt x="12033" y="4172"/>
                  </a:lnTo>
                  <a:lnTo>
                    <a:pt x="12214" y="4593"/>
                  </a:lnTo>
                  <a:lnTo>
                    <a:pt x="12374" y="5015"/>
                  </a:lnTo>
                  <a:lnTo>
                    <a:pt x="12494" y="5436"/>
                  </a:lnTo>
                  <a:lnTo>
                    <a:pt x="12575" y="5877"/>
                  </a:lnTo>
                  <a:lnTo>
                    <a:pt x="12615" y="6318"/>
                  </a:lnTo>
                  <a:lnTo>
                    <a:pt x="12615" y="6318"/>
                  </a:lnTo>
                  <a:lnTo>
                    <a:pt x="12635" y="6659"/>
                  </a:lnTo>
                  <a:lnTo>
                    <a:pt x="12635" y="7000"/>
                  </a:lnTo>
                  <a:lnTo>
                    <a:pt x="12615" y="7341"/>
                  </a:lnTo>
                  <a:lnTo>
                    <a:pt x="12595" y="7662"/>
                  </a:lnTo>
                  <a:lnTo>
                    <a:pt x="12535" y="8003"/>
                  </a:lnTo>
                  <a:lnTo>
                    <a:pt x="12474" y="8324"/>
                  </a:lnTo>
                  <a:lnTo>
                    <a:pt x="12394" y="8624"/>
                  </a:lnTo>
                  <a:lnTo>
                    <a:pt x="12314" y="8945"/>
                  </a:lnTo>
                  <a:lnTo>
                    <a:pt x="12214" y="9226"/>
                  </a:lnTo>
                  <a:lnTo>
                    <a:pt x="12093" y="9527"/>
                  </a:lnTo>
                  <a:lnTo>
                    <a:pt x="11953" y="9808"/>
                  </a:lnTo>
                  <a:lnTo>
                    <a:pt x="11813" y="10088"/>
                  </a:lnTo>
                  <a:lnTo>
                    <a:pt x="11652" y="10349"/>
                  </a:lnTo>
                  <a:lnTo>
                    <a:pt x="11472" y="10590"/>
                  </a:lnTo>
                  <a:lnTo>
                    <a:pt x="11291" y="10830"/>
                  </a:lnTo>
                  <a:lnTo>
                    <a:pt x="11091" y="1107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21"/>
            <p:cNvSpPr/>
            <p:nvPr/>
          </p:nvSpPr>
          <p:spPr>
            <a:xfrm>
              <a:off x="11639875" y="3271125"/>
              <a:ext cx="188550" cy="193050"/>
            </a:xfrm>
            <a:custGeom>
              <a:avLst/>
              <a:gdLst/>
              <a:ahLst/>
              <a:cxnLst/>
              <a:rect l="l" t="t" r="r" b="b"/>
              <a:pathLst>
                <a:path w="7542" h="7722" extrusionOk="0">
                  <a:moveTo>
                    <a:pt x="3289" y="0"/>
                  </a:moveTo>
                  <a:lnTo>
                    <a:pt x="2928" y="40"/>
                  </a:lnTo>
                  <a:lnTo>
                    <a:pt x="2568" y="121"/>
                  </a:lnTo>
                  <a:lnTo>
                    <a:pt x="2227" y="221"/>
                  </a:lnTo>
                  <a:lnTo>
                    <a:pt x="1926" y="361"/>
                  </a:lnTo>
                  <a:lnTo>
                    <a:pt x="1625" y="522"/>
                  </a:lnTo>
                  <a:lnTo>
                    <a:pt x="1344" y="722"/>
                  </a:lnTo>
                  <a:lnTo>
                    <a:pt x="1083" y="963"/>
                  </a:lnTo>
                  <a:lnTo>
                    <a:pt x="843" y="1203"/>
                  </a:lnTo>
                  <a:lnTo>
                    <a:pt x="642" y="1464"/>
                  </a:lnTo>
                  <a:lnTo>
                    <a:pt x="462" y="1745"/>
                  </a:lnTo>
                  <a:lnTo>
                    <a:pt x="301" y="2046"/>
                  </a:lnTo>
                  <a:lnTo>
                    <a:pt x="181" y="2367"/>
                  </a:lnTo>
                  <a:lnTo>
                    <a:pt x="101" y="2688"/>
                  </a:lnTo>
                  <a:lnTo>
                    <a:pt x="21" y="3109"/>
                  </a:lnTo>
                  <a:lnTo>
                    <a:pt x="1" y="3530"/>
                  </a:lnTo>
                  <a:lnTo>
                    <a:pt x="1" y="3951"/>
                  </a:lnTo>
                  <a:lnTo>
                    <a:pt x="41" y="4352"/>
                  </a:lnTo>
                  <a:lnTo>
                    <a:pt x="121" y="4753"/>
                  </a:lnTo>
                  <a:lnTo>
                    <a:pt x="241" y="5154"/>
                  </a:lnTo>
                  <a:lnTo>
                    <a:pt x="402" y="5535"/>
                  </a:lnTo>
                  <a:lnTo>
                    <a:pt x="582" y="5876"/>
                  </a:lnTo>
                  <a:lnTo>
                    <a:pt x="823" y="6217"/>
                  </a:lnTo>
                  <a:lnTo>
                    <a:pt x="1083" y="6538"/>
                  </a:lnTo>
                  <a:lnTo>
                    <a:pt x="1384" y="6819"/>
                  </a:lnTo>
                  <a:lnTo>
                    <a:pt x="1545" y="6939"/>
                  </a:lnTo>
                  <a:lnTo>
                    <a:pt x="1725" y="7059"/>
                  </a:lnTo>
                  <a:lnTo>
                    <a:pt x="1906" y="7180"/>
                  </a:lnTo>
                  <a:lnTo>
                    <a:pt x="2086" y="7280"/>
                  </a:lnTo>
                  <a:lnTo>
                    <a:pt x="2287" y="7380"/>
                  </a:lnTo>
                  <a:lnTo>
                    <a:pt x="2487" y="7461"/>
                  </a:lnTo>
                  <a:lnTo>
                    <a:pt x="2708" y="7521"/>
                  </a:lnTo>
                  <a:lnTo>
                    <a:pt x="2928" y="7581"/>
                  </a:lnTo>
                  <a:lnTo>
                    <a:pt x="3169" y="7641"/>
                  </a:lnTo>
                  <a:lnTo>
                    <a:pt x="3410" y="7681"/>
                  </a:lnTo>
                  <a:lnTo>
                    <a:pt x="3650" y="7701"/>
                  </a:lnTo>
                  <a:lnTo>
                    <a:pt x="3891" y="7721"/>
                  </a:lnTo>
                  <a:lnTo>
                    <a:pt x="4112" y="7721"/>
                  </a:lnTo>
                  <a:lnTo>
                    <a:pt x="4332" y="7701"/>
                  </a:lnTo>
                  <a:lnTo>
                    <a:pt x="4553" y="7681"/>
                  </a:lnTo>
                  <a:lnTo>
                    <a:pt x="4774" y="7641"/>
                  </a:lnTo>
                  <a:lnTo>
                    <a:pt x="4974" y="7601"/>
                  </a:lnTo>
                  <a:lnTo>
                    <a:pt x="5175" y="7541"/>
                  </a:lnTo>
                  <a:lnTo>
                    <a:pt x="5375" y="7481"/>
                  </a:lnTo>
                  <a:lnTo>
                    <a:pt x="5556" y="7400"/>
                  </a:lnTo>
                  <a:lnTo>
                    <a:pt x="5897" y="7220"/>
                  </a:lnTo>
                  <a:lnTo>
                    <a:pt x="6217" y="6999"/>
                  </a:lnTo>
                  <a:lnTo>
                    <a:pt x="6498" y="6739"/>
                  </a:lnTo>
                  <a:lnTo>
                    <a:pt x="6759" y="6458"/>
                  </a:lnTo>
                  <a:lnTo>
                    <a:pt x="6980" y="6137"/>
                  </a:lnTo>
                  <a:lnTo>
                    <a:pt x="7180" y="5796"/>
                  </a:lnTo>
                  <a:lnTo>
                    <a:pt x="7320" y="5415"/>
                  </a:lnTo>
                  <a:lnTo>
                    <a:pt x="7441" y="5034"/>
                  </a:lnTo>
                  <a:lnTo>
                    <a:pt x="7501" y="4633"/>
                  </a:lnTo>
                  <a:lnTo>
                    <a:pt x="7541" y="4212"/>
                  </a:lnTo>
                  <a:lnTo>
                    <a:pt x="7541" y="3770"/>
                  </a:lnTo>
                  <a:lnTo>
                    <a:pt x="7501" y="3470"/>
                  </a:lnTo>
                  <a:lnTo>
                    <a:pt x="7441" y="3189"/>
                  </a:lnTo>
                  <a:lnTo>
                    <a:pt x="7361" y="2888"/>
                  </a:lnTo>
                  <a:lnTo>
                    <a:pt x="7240" y="2607"/>
                  </a:lnTo>
                  <a:lnTo>
                    <a:pt x="7100" y="2327"/>
                  </a:lnTo>
                  <a:lnTo>
                    <a:pt x="6959" y="2066"/>
                  </a:lnTo>
                  <a:lnTo>
                    <a:pt x="6779" y="1805"/>
                  </a:lnTo>
                  <a:lnTo>
                    <a:pt x="6578" y="1544"/>
                  </a:lnTo>
                  <a:lnTo>
                    <a:pt x="6358" y="1324"/>
                  </a:lnTo>
                  <a:lnTo>
                    <a:pt x="6117" y="1103"/>
                  </a:lnTo>
                  <a:lnTo>
                    <a:pt x="5877" y="883"/>
                  </a:lnTo>
                  <a:lnTo>
                    <a:pt x="5616" y="702"/>
                  </a:lnTo>
                  <a:lnTo>
                    <a:pt x="5335" y="522"/>
                  </a:lnTo>
                  <a:lnTo>
                    <a:pt x="5034" y="381"/>
                  </a:lnTo>
                  <a:lnTo>
                    <a:pt x="4733" y="261"/>
                  </a:lnTo>
                  <a:lnTo>
                    <a:pt x="4433" y="141"/>
                  </a:lnTo>
                  <a:lnTo>
                    <a:pt x="4031" y="60"/>
                  </a:lnTo>
                  <a:lnTo>
                    <a:pt x="36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21"/>
            <p:cNvSpPr/>
            <p:nvPr/>
          </p:nvSpPr>
          <p:spPr>
            <a:xfrm>
              <a:off x="11639875" y="3271125"/>
              <a:ext cx="188550" cy="193050"/>
            </a:xfrm>
            <a:custGeom>
              <a:avLst/>
              <a:gdLst/>
              <a:ahLst/>
              <a:cxnLst/>
              <a:rect l="l" t="t" r="r" b="b"/>
              <a:pathLst>
                <a:path w="7542" h="7722" fill="none" extrusionOk="0">
                  <a:moveTo>
                    <a:pt x="7541" y="3770"/>
                  </a:moveTo>
                  <a:lnTo>
                    <a:pt x="7541" y="3770"/>
                  </a:lnTo>
                  <a:lnTo>
                    <a:pt x="7541" y="4212"/>
                  </a:lnTo>
                  <a:lnTo>
                    <a:pt x="7501" y="4633"/>
                  </a:lnTo>
                  <a:lnTo>
                    <a:pt x="7441" y="5034"/>
                  </a:lnTo>
                  <a:lnTo>
                    <a:pt x="7320" y="5415"/>
                  </a:lnTo>
                  <a:lnTo>
                    <a:pt x="7180" y="5796"/>
                  </a:lnTo>
                  <a:lnTo>
                    <a:pt x="6980" y="6137"/>
                  </a:lnTo>
                  <a:lnTo>
                    <a:pt x="6759" y="6458"/>
                  </a:lnTo>
                  <a:lnTo>
                    <a:pt x="6498" y="6739"/>
                  </a:lnTo>
                  <a:lnTo>
                    <a:pt x="6217" y="6999"/>
                  </a:lnTo>
                  <a:lnTo>
                    <a:pt x="5897" y="7220"/>
                  </a:lnTo>
                  <a:lnTo>
                    <a:pt x="5556" y="7400"/>
                  </a:lnTo>
                  <a:lnTo>
                    <a:pt x="5375" y="7481"/>
                  </a:lnTo>
                  <a:lnTo>
                    <a:pt x="5175" y="7541"/>
                  </a:lnTo>
                  <a:lnTo>
                    <a:pt x="4974" y="7601"/>
                  </a:lnTo>
                  <a:lnTo>
                    <a:pt x="4774" y="7641"/>
                  </a:lnTo>
                  <a:lnTo>
                    <a:pt x="4553" y="7681"/>
                  </a:lnTo>
                  <a:lnTo>
                    <a:pt x="4332" y="7701"/>
                  </a:lnTo>
                  <a:lnTo>
                    <a:pt x="4112" y="7721"/>
                  </a:lnTo>
                  <a:lnTo>
                    <a:pt x="3891" y="7721"/>
                  </a:lnTo>
                  <a:lnTo>
                    <a:pt x="3650" y="7701"/>
                  </a:lnTo>
                  <a:lnTo>
                    <a:pt x="3410" y="7681"/>
                  </a:lnTo>
                  <a:lnTo>
                    <a:pt x="3410" y="7681"/>
                  </a:lnTo>
                  <a:lnTo>
                    <a:pt x="3169" y="7641"/>
                  </a:lnTo>
                  <a:lnTo>
                    <a:pt x="2928" y="7581"/>
                  </a:lnTo>
                  <a:lnTo>
                    <a:pt x="2708" y="7521"/>
                  </a:lnTo>
                  <a:lnTo>
                    <a:pt x="2487" y="7461"/>
                  </a:lnTo>
                  <a:lnTo>
                    <a:pt x="2287" y="7380"/>
                  </a:lnTo>
                  <a:lnTo>
                    <a:pt x="2086" y="7280"/>
                  </a:lnTo>
                  <a:lnTo>
                    <a:pt x="1906" y="7180"/>
                  </a:lnTo>
                  <a:lnTo>
                    <a:pt x="1725" y="7059"/>
                  </a:lnTo>
                  <a:lnTo>
                    <a:pt x="1545" y="6939"/>
                  </a:lnTo>
                  <a:lnTo>
                    <a:pt x="1384" y="6819"/>
                  </a:lnTo>
                  <a:lnTo>
                    <a:pt x="1083" y="6538"/>
                  </a:lnTo>
                  <a:lnTo>
                    <a:pt x="823" y="6217"/>
                  </a:lnTo>
                  <a:lnTo>
                    <a:pt x="582" y="5876"/>
                  </a:lnTo>
                  <a:lnTo>
                    <a:pt x="402" y="5535"/>
                  </a:lnTo>
                  <a:lnTo>
                    <a:pt x="241" y="5154"/>
                  </a:lnTo>
                  <a:lnTo>
                    <a:pt x="121" y="4753"/>
                  </a:lnTo>
                  <a:lnTo>
                    <a:pt x="41" y="4352"/>
                  </a:lnTo>
                  <a:lnTo>
                    <a:pt x="1" y="3951"/>
                  </a:lnTo>
                  <a:lnTo>
                    <a:pt x="1" y="3530"/>
                  </a:lnTo>
                  <a:lnTo>
                    <a:pt x="21" y="3109"/>
                  </a:lnTo>
                  <a:lnTo>
                    <a:pt x="101" y="2688"/>
                  </a:lnTo>
                  <a:lnTo>
                    <a:pt x="101" y="2688"/>
                  </a:lnTo>
                  <a:lnTo>
                    <a:pt x="181" y="2367"/>
                  </a:lnTo>
                  <a:lnTo>
                    <a:pt x="301" y="2046"/>
                  </a:lnTo>
                  <a:lnTo>
                    <a:pt x="462" y="1745"/>
                  </a:lnTo>
                  <a:lnTo>
                    <a:pt x="642" y="1464"/>
                  </a:lnTo>
                  <a:lnTo>
                    <a:pt x="843" y="1203"/>
                  </a:lnTo>
                  <a:lnTo>
                    <a:pt x="1083" y="963"/>
                  </a:lnTo>
                  <a:lnTo>
                    <a:pt x="1344" y="722"/>
                  </a:lnTo>
                  <a:lnTo>
                    <a:pt x="1625" y="522"/>
                  </a:lnTo>
                  <a:lnTo>
                    <a:pt x="1926" y="361"/>
                  </a:lnTo>
                  <a:lnTo>
                    <a:pt x="2227" y="221"/>
                  </a:lnTo>
                  <a:lnTo>
                    <a:pt x="2568" y="121"/>
                  </a:lnTo>
                  <a:lnTo>
                    <a:pt x="2928" y="40"/>
                  </a:lnTo>
                  <a:lnTo>
                    <a:pt x="3289" y="0"/>
                  </a:lnTo>
                  <a:lnTo>
                    <a:pt x="3650" y="0"/>
                  </a:lnTo>
                  <a:lnTo>
                    <a:pt x="4031" y="60"/>
                  </a:lnTo>
                  <a:lnTo>
                    <a:pt x="4433" y="141"/>
                  </a:lnTo>
                  <a:lnTo>
                    <a:pt x="4433" y="141"/>
                  </a:lnTo>
                  <a:lnTo>
                    <a:pt x="4733" y="261"/>
                  </a:lnTo>
                  <a:lnTo>
                    <a:pt x="5034" y="381"/>
                  </a:lnTo>
                  <a:lnTo>
                    <a:pt x="5335" y="522"/>
                  </a:lnTo>
                  <a:lnTo>
                    <a:pt x="5616" y="702"/>
                  </a:lnTo>
                  <a:lnTo>
                    <a:pt x="5877" y="883"/>
                  </a:lnTo>
                  <a:lnTo>
                    <a:pt x="6117" y="1103"/>
                  </a:lnTo>
                  <a:lnTo>
                    <a:pt x="6358" y="1324"/>
                  </a:lnTo>
                  <a:lnTo>
                    <a:pt x="6578" y="1544"/>
                  </a:lnTo>
                  <a:lnTo>
                    <a:pt x="6779" y="1805"/>
                  </a:lnTo>
                  <a:lnTo>
                    <a:pt x="6959" y="2066"/>
                  </a:lnTo>
                  <a:lnTo>
                    <a:pt x="7100" y="2327"/>
                  </a:lnTo>
                  <a:lnTo>
                    <a:pt x="7240" y="2607"/>
                  </a:lnTo>
                  <a:lnTo>
                    <a:pt x="7361" y="2888"/>
                  </a:lnTo>
                  <a:lnTo>
                    <a:pt x="7441" y="3189"/>
                  </a:lnTo>
                  <a:lnTo>
                    <a:pt x="7501" y="3470"/>
                  </a:lnTo>
                  <a:lnTo>
                    <a:pt x="7541" y="377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21"/>
            <p:cNvSpPr/>
            <p:nvPr/>
          </p:nvSpPr>
          <p:spPr>
            <a:xfrm>
              <a:off x="11601775" y="3194400"/>
              <a:ext cx="269250" cy="321900"/>
            </a:xfrm>
            <a:custGeom>
              <a:avLst/>
              <a:gdLst/>
              <a:ahLst/>
              <a:cxnLst/>
              <a:rect l="l" t="t" r="r" b="b"/>
              <a:pathLst>
                <a:path w="10770" h="12876" extrusionOk="0">
                  <a:moveTo>
                    <a:pt x="5415" y="1"/>
                  </a:moveTo>
                  <a:lnTo>
                    <a:pt x="4934" y="21"/>
                  </a:lnTo>
                  <a:lnTo>
                    <a:pt x="4473" y="81"/>
                  </a:lnTo>
                  <a:lnTo>
                    <a:pt x="4011" y="181"/>
                  </a:lnTo>
                  <a:lnTo>
                    <a:pt x="3590" y="322"/>
                  </a:lnTo>
                  <a:lnTo>
                    <a:pt x="3169" y="482"/>
                  </a:lnTo>
                  <a:lnTo>
                    <a:pt x="2748" y="683"/>
                  </a:lnTo>
                  <a:lnTo>
                    <a:pt x="2367" y="923"/>
                  </a:lnTo>
                  <a:lnTo>
                    <a:pt x="2006" y="1164"/>
                  </a:lnTo>
                  <a:lnTo>
                    <a:pt x="1665" y="1465"/>
                  </a:lnTo>
                  <a:lnTo>
                    <a:pt x="1344" y="1766"/>
                  </a:lnTo>
                  <a:lnTo>
                    <a:pt x="1043" y="2087"/>
                  </a:lnTo>
                  <a:lnTo>
                    <a:pt x="783" y="2448"/>
                  </a:lnTo>
                  <a:lnTo>
                    <a:pt x="542" y="2809"/>
                  </a:lnTo>
                  <a:lnTo>
                    <a:pt x="321" y="3190"/>
                  </a:lnTo>
                  <a:lnTo>
                    <a:pt x="141" y="3591"/>
                  </a:lnTo>
                  <a:lnTo>
                    <a:pt x="0" y="3992"/>
                  </a:lnTo>
                  <a:lnTo>
                    <a:pt x="502" y="4212"/>
                  </a:lnTo>
                  <a:lnTo>
                    <a:pt x="983" y="4453"/>
                  </a:lnTo>
                  <a:lnTo>
                    <a:pt x="1444" y="4694"/>
                  </a:lnTo>
                  <a:lnTo>
                    <a:pt x="1906" y="4954"/>
                  </a:lnTo>
                  <a:lnTo>
                    <a:pt x="2066" y="4674"/>
                  </a:lnTo>
                  <a:lnTo>
                    <a:pt x="2247" y="4413"/>
                  </a:lnTo>
                  <a:lnTo>
                    <a:pt x="2467" y="4172"/>
                  </a:lnTo>
                  <a:lnTo>
                    <a:pt x="2708" y="3932"/>
                  </a:lnTo>
                  <a:lnTo>
                    <a:pt x="2948" y="3731"/>
                  </a:lnTo>
                  <a:lnTo>
                    <a:pt x="3229" y="3551"/>
                  </a:lnTo>
                  <a:lnTo>
                    <a:pt x="3530" y="3390"/>
                  </a:lnTo>
                  <a:lnTo>
                    <a:pt x="3831" y="3270"/>
                  </a:lnTo>
                  <a:lnTo>
                    <a:pt x="3951" y="3049"/>
                  </a:lnTo>
                  <a:lnTo>
                    <a:pt x="4132" y="2768"/>
                  </a:lnTo>
                  <a:lnTo>
                    <a:pt x="4332" y="2508"/>
                  </a:lnTo>
                  <a:lnTo>
                    <a:pt x="4533" y="2267"/>
                  </a:lnTo>
                  <a:lnTo>
                    <a:pt x="4753" y="2046"/>
                  </a:lnTo>
                  <a:lnTo>
                    <a:pt x="4974" y="1846"/>
                  </a:lnTo>
                  <a:lnTo>
                    <a:pt x="5215" y="1645"/>
                  </a:lnTo>
                  <a:lnTo>
                    <a:pt x="5475" y="1465"/>
                  </a:lnTo>
                  <a:lnTo>
                    <a:pt x="5736" y="1324"/>
                  </a:lnTo>
                  <a:lnTo>
                    <a:pt x="5997" y="1184"/>
                  </a:lnTo>
                  <a:lnTo>
                    <a:pt x="6277" y="1044"/>
                  </a:lnTo>
                  <a:lnTo>
                    <a:pt x="6558" y="943"/>
                  </a:lnTo>
                  <a:lnTo>
                    <a:pt x="6859" y="843"/>
                  </a:lnTo>
                  <a:lnTo>
                    <a:pt x="7160" y="763"/>
                  </a:lnTo>
                  <a:lnTo>
                    <a:pt x="7461" y="703"/>
                  </a:lnTo>
                  <a:lnTo>
                    <a:pt x="7761" y="663"/>
                  </a:lnTo>
                  <a:lnTo>
                    <a:pt x="8082" y="623"/>
                  </a:lnTo>
                  <a:lnTo>
                    <a:pt x="7601" y="422"/>
                  </a:lnTo>
                  <a:lnTo>
                    <a:pt x="7100" y="262"/>
                  </a:lnTo>
                  <a:lnTo>
                    <a:pt x="6679" y="141"/>
                  </a:lnTo>
                  <a:lnTo>
                    <a:pt x="6257" y="61"/>
                  </a:lnTo>
                  <a:lnTo>
                    <a:pt x="5836" y="21"/>
                  </a:lnTo>
                  <a:lnTo>
                    <a:pt x="5415" y="1"/>
                  </a:lnTo>
                  <a:close/>
                  <a:moveTo>
                    <a:pt x="6819" y="10570"/>
                  </a:moveTo>
                  <a:lnTo>
                    <a:pt x="6618" y="10650"/>
                  </a:lnTo>
                  <a:lnTo>
                    <a:pt x="6398" y="10690"/>
                  </a:lnTo>
                  <a:lnTo>
                    <a:pt x="6618" y="11211"/>
                  </a:lnTo>
                  <a:lnTo>
                    <a:pt x="6819" y="11753"/>
                  </a:lnTo>
                  <a:lnTo>
                    <a:pt x="7019" y="12314"/>
                  </a:lnTo>
                  <a:lnTo>
                    <a:pt x="7200" y="12876"/>
                  </a:lnTo>
                  <a:lnTo>
                    <a:pt x="7741" y="12776"/>
                  </a:lnTo>
                  <a:lnTo>
                    <a:pt x="8263" y="12655"/>
                  </a:lnTo>
                  <a:lnTo>
                    <a:pt x="8744" y="12475"/>
                  </a:lnTo>
                  <a:lnTo>
                    <a:pt x="9205" y="12274"/>
                  </a:lnTo>
                  <a:lnTo>
                    <a:pt x="9647" y="12014"/>
                  </a:lnTo>
                  <a:lnTo>
                    <a:pt x="10048" y="11733"/>
                  </a:lnTo>
                  <a:lnTo>
                    <a:pt x="10429" y="11412"/>
                  </a:lnTo>
                  <a:lnTo>
                    <a:pt x="10770" y="11071"/>
                  </a:lnTo>
                  <a:lnTo>
                    <a:pt x="10268" y="11111"/>
                  </a:lnTo>
                  <a:lnTo>
                    <a:pt x="9747" y="11131"/>
                  </a:lnTo>
                  <a:lnTo>
                    <a:pt x="9366" y="11111"/>
                  </a:lnTo>
                  <a:lnTo>
                    <a:pt x="8985" y="11091"/>
                  </a:lnTo>
                  <a:lnTo>
                    <a:pt x="8624" y="11051"/>
                  </a:lnTo>
                  <a:lnTo>
                    <a:pt x="8243" y="10991"/>
                  </a:lnTo>
                  <a:lnTo>
                    <a:pt x="7882" y="10911"/>
                  </a:lnTo>
                  <a:lnTo>
                    <a:pt x="7521" y="10830"/>
                  </a:lnTo>
                  <a:lnTo>
                    <a:pt x="7160" y="10710"/>
                  </a:lnTo>
                  <a:lnTo>
                    <a:pt x="6819" y="1057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21"/>
            <p:cNvSpPr/>
            <p:nvPr/>
          </p:nvSpPr>
          <p:spPr>
            <a:xfrm>
              <a:off x="11761700" y="3458625"/>
              <a:ext cx="109325" cy="57675"/>
            </a:xfrm>
            <a:custGeom>
              <a:avLst/>
              <a:gdLst/>
              <a:ahLst/>
              <a:cxnLst/>
              <a:rect l="l" t="t" r="r" b="b"/>
              <a:pathLst>
                <a:path w="4373" h="2307" fill="none" extrusionOk="0">
                  <a:moveTo>
                    <a:pt x="422" y="1"/>
                  </a:moveTo>
                  <a:lnTo>
                    <a:pt x="422" y="1"/>
                  </a:lnTo>
                  <a:lnTo>
                    <a:pt x="221" y="8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221" y="642"/>
                  </a:lnTo>
                  <a:lnTo>
                    <a:pt x="422" y="1184"/>
                  </a:lnTo>
                  <a:lnTo>
                    <a:pt x="622" y="1745"/>
                  </a:lnTo>
                  <a:lnTo>
                    <a:pt x="803" y="2307"/>
                  </a:lnTo>
                  <a:lnTo>
                    <a:pt x="803" y="2307"/>
                  </a:lnTo>
                  <a:lnTo>
                    <a:pt x="1344" y="2207"/>
                  </a:lnTo>
                  <a:lnTo>
                    <a:pt x="1866" y="2086"/>
                  </a:lnTo>
                  <a:lnTo>
                    <a:pt x="2347" y="1906"/>
                  </a:lnTo>
                  <a:lnTo>
                    <a:pt x="2808" y="1705"/>
                  </a:lnTo>
                  <a:lnTo>
                    <a:pt x="3250" y="1445"/>
                  </a:lnTo>
                  <a:lnTo>
                    <a:pt x="3651" y="1164"/>
                  </a:lnTo>
                  <a:lnTo>
                    <a:pt x="4032" y="843"/>
                  </a:lnTo>
                  <a:lnTo>
                    <a:pt x="4373" y="502"/>
                  </a:lnTo>
                  <a:lnTo>
                    <a:pt x="4373" y="502"/>
                  </a:lnTo>
                  <a:lnTo>
                    <a:pt x="3871" y="542"/>
                  </a:lnTo>
                  <a:lnTo>
                    <a:pt x="3350" y="562"/>
                  </a:lnTo>
                  <a:lnTo>
                    <a:pt x="3350" y="562"/>
                  </a:lnTo>
                  <a:lnTo>
                    <a:pt x="2969" y="542"/>
                  </a:lnTo>
                  <a:lnTo>
                    <a:pt x="2588" y="522"/>
                  </a:lnTo>
                  <a:lnTo>
                    <a:pt x="2227" y="482"/>
                  </a:lnTo>
                  <a:lnTo>
                    <a:pt x="1846" y="422"/>
                  </a:lnTo>
                  <a:lnTo>
                    <a:pt x="1485" y="342"/>
                  </a:lnTo>
                  <a:lnTo>
                    <a:pt x="1124" y="261"/>
                  </a:lnTo>
                  <a:lnTo>
                    <a:pt x="763" y="141"/>
                  </a:lnTo>
                  <a:lnTo>
                    <a:pt x="42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21"/>
            <p:cNvSpPr/>
            <p:nvPr/>
          </p:nvSpPr>
          <p:spPr>
            <a:xfrm>
              <a:off x="11601775" y="3194400"/>
              <a:ext cx="202075" cy="123875"/>
            </a:xfrm>
            <a:custGeom>
              <a:avLst/>
              <a:gdLst/>
              <a:ahLst/>
              <a:cxnLst/>
              <a:rect l="l" t="t" r="r" b="b"/>
              <a:pathLst>
                <a:path w="8083" h="4955" fill="none" extrusionOk="0">
                  <a:moveTo>
                    <a:pt x="5415" y="1"/>
                  </a:moveTo>
                  <a:lnTo>
                    <a:pt x="5415" y="1"/>
                  </a:lnTo>
                  <a:lnTo>
                    <a:pt x="4934" y="21"/>
                  </a:lnTo>
                  <a:lnTo>
                    <a:pt x="4473" y="81"/>
                  </a:lnTo>
                  <a:lnTo>
                    <a:pt x="4011" y="181"/>
                  </a:lnTo>
                  <a:lnTo>
                    <a:pt x="3590" y="322"/>
                  </a:lnTo>
                  <a:lnTo>
                    <a:pt x="3169" y="482"/>
                  </a:lnTo>
                  <a:lnTo>
                    <a:pt x="2748" y="683"/>
                  </a:lnTo>
                  <a:lnTo>
                    <a:pt x="2367" y="923"/>
                  </a:lnTo>
                  <a:lnTo>
                    <a:pt x="2006" y="1164"/>
                  </a:lnTo>
                  <a:lnTo>
                    <a:pt x="1665" y="1465"/>
                  </a:lnTo>
                  <a:lnTo>
                    <a:pt x="1344" y="1766"/>
                  </a:lnTo>
                  <a:lnTo>
                    <a:pt x="1043" y="2087"/>
                  </a:lnTo>
                  <a:lnTo>
                    <a:pt x="783" y="2448"/>
                  </a:lnTo>
                  <a:lnTo>
                    <a:pt x="542" y="2809"/>
                  </a:lnTo>
                  <a:lnTo>
                    <a:pt x="321" y="3190"/>
                  </a:lnTo>
                  <a:lnTo>
                    <a:pt x="141" y="3591"/>
                  </a:lnTo>
                  <a:lnTo>
                    <a:pt x="0" y="3992"/>
                  </a:lnTo>
                  <a:lnTo>
                    <a:pt x="0" y="3992"/>
                  </a:lnTo>
                  <a:lnTo>
                    <a:pt x="502" y="4212"/>
                  </a:lnTo>
                  <a:lnTo>
                    <a:pt x="983" y="4453"/>
                  </a:lnTo>
                  <a:lnTo>
                    <a:pt x="1444" y="4694"/>
                  </a:lnTo>
                  <a:lnTo>
                    <a:pt x="1906" y="4954"/>
                  </a:lnTo>
                  <a:lnTo>
                    <a:pt x="1906" y="4954"/>
                  </a:lnTo>
                  <a:lnTo>
                    <a:pt x="2066" y="4674"/>
                  </a:lnTo>
                  <a:lnTo>
                    <a:pt x="2247" y="4413"/>
                  </a:lnTo>
                  <a:lnTo>
                    <a:pt x="2467" y="4172"/>
                  </a:lnTo>
                  <a:lnTo>
                    <a:pt x="2708" y="3932"/>
                  </a:lnTo>
                  <a:lnTo>
                    <a:pt x="2948" y="3731"/>
                  </a:lnTo>
                  <a:lnTo>
                    <a:pt x="3229" y="3551"/>
                  </a:lnTo>
                  <a:lnTo>
                    <a:pt x="3530" y="3390"/>
                  </a:lnTo>
                  <a:lnTo>
                    <a:pt x="3831" y="3270"/>
                  </a:lnTo>
                  <a:lnTo>
                    <a:pt x="3831" y="3270"/>
                  </a:lnTo>
                  <a:lnTo>
                    <a:pt x="3951" y="3049"/>
                  </a:lnTo>
                  <a:lnTo>
                    <a:pt x="3951" y="3049"/>
                  </a:lnTo>
                  <a:lnTo>
                    <a:pt x="4132" y="2768"/>
                  </a:lnTo>
                  <a:lnTo>
                    <a:pt x="4332" y="2508"/>
                  </a:lnTo>
                  <a:lnTo>
                    <a:pt x="4533" y="2267"/>
                  </a:lnTo>
                  <a:lnTo>
                    <a:pt x="4753" y="2046"/>
                  </a:lnTo>
                  <a:lnTo>
                    <a:pt x="4974" y="1846"/>
                  </a:lnTo>
                  <a:lnTo>
                    <a:pt x="5215" y="1645"/>
                  </a:lnTo>
                  <a:lnTo>
                    <a:pt x="5475" y="1465"/>
                  </a:lnTo>
                  <a:lnTo>
                    <a:pt x="5736" y="1324"/>
                  </a:lnTo>
                  <a:lnTo>
                    <a:pt x="5997" y="1184"/>
                  </a:lnTo>
                  <a:lnTo>
                    <a:pt x="6277" y="1044"/>
                  </a:lnTo>
                  <a:lnTo>
                    <a:pt x="6558" y="943"/>
                  </a:lnTo>
                  <a:lnTo>
                    <a:pt x="6859" y="843"/>
                  </a:lnTo>
                  <a:lnTo>
                    <a:pt x="7160" y="763"/>
                  </a:lnTo>
                  <a:lnTo>
                    <a:pt x="7461" y="703"/>
                  </a:lnTo>
                  <a:lnTo>
                    <a:pt x="7761" y="663"/>
                  </a:lnTo>
                  <a:lnTo>
                    <a:pt x="8082" y="623"/>
                  </a:lnTo>
                  <a:lnTo>
                    <a:pt x="8082" y="623"/>
                  </a:lnTo>
                  <a:lnTo>
                    <a:pt x="7601" y="422"/>
                  </a:lnTo>
                  <a:lnTo>
                    <a:pt x="7100" y="262"/>
                  </a:lnTo>
                  <a:lnTo>
                    <a:pt x="7100" y="262"/>
                  </a:lnTo>
                  <a:lnTo>
                    <a:pt x="6679" y="141"/>
                  </a:lnTo>
                  <a:lnTo>
                    <a:pt x="6257" y="61"/>
                  </a:lnTo>
                  <a:lnTo>
                    <a:pt x="5836" y="21"/>
                  </a:lnTo>
                  <a:lnTo>
                    <a:pt x="541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21"/>
            <p:cNvSpPr/>
            <p:nvPr/>
          </p:nvSpPr>
          <p:spPr>
            <a:xfrm>
              <a:off x="11649400" y="3276125"/>
              <a:ext cx="122850" cy="185525"/>
            </a:xfrm>
            <a:custGeom>
              <a:avLst/>
              <a:gdLst/>
              <a:ahLst/>
              <a:cxnLst/>
              <a:rect l="l" t="t" r="r" b="b"/>
              <a:pathLst>
                <a:path w="4914" h="7421" extrusionOk="0">
                  <a:moveTo>
                    <a:pt x="1926" y="1"/>
                  </a:moveTo>
                  <a:lnTo>
                    <a:pt x="1625" y="121"/>
                  </a:lnTo>
                  <a:lnTo>
                    <a:pt x="1324" y="282"/>
                  </a:lnTo>
                  <a:lnTo>
                    <a:pt x="1043" y="462"/>
                  </a:lnTo>
                  <a:lnTo>
                    <a:pt x="803" y="663"/>
                  </a:lnTo>
                  <a:lnTo>
                    <a:pt x="562" y="903"/>
                  </a:lnTo>
                  <a:lnTo>
                    <a:pt x="342" y="1144"/>
                  </a:lnTo>
                  <a:lnTo>
                    <a:pt x="161" y="1405"/>
                  </a:lnTo>
                  <a:lnTo>
                    <a:pt x="1" y="1685"/>
                  </a:lnTo>
                  <a:lnTo>
                    <a:pt x="362" y="1926"/>
                  </a:lnTo>
                  <a:lnTo>
                    <a:pt x="723" y="2167"/>
                  </a:lnTo>
                  <a:lnTo>
                    <a:pt x="1043" y="2407"/>
                  </a:lnTo>
                  <a:lnTo>
                    <a:pt x="1384" y="2668"/>
                  </a:lnTo>
                  <a:lnTo>
                    <a:pt x="1364" y="2327"/>
                  </a:lnTo>
                  <a:lnTo>
                    <a:pt x="1364" y="1986"/>
                  </a:lnTo>
                  <a:lnTo>
                    <a:pt x="1404" y="1645"/>
                  </a:lnTo>
                  <a:lnTo>
                    <a:pt x="1465" y="1304"/>
                  </a:lnTo>
                  <a:lnTo>
                    <a:pt x="1545" y="963"/>
                  </a:lnTo>
                  <a:lnTo>
                    <a:pt x="1645" y="643"/>
                  </a:lnTo>
                  <a:lnTo>
                    <a:pt x="1785" y="302"/>
                  </a:lnTo>
                  <a:lnTo>
                    <a:pt x="1926" y="1"/>
                  </a:lnTo>
                  <a:close/>
                  <a:moveTo>
                    <a:pt x="4332" y="7020"/>
                  </a:moveTo>
                  <a:lnTo>
                    <a:pt x="4493" y="7421"/>
                  </a:lnTo>
                  <a:lnTo>
                    <a:pt x="4713" y="7381"/>
                  </a:lnTo>
                  <a:lnTo>
                    <a:pt x="4914" y="7301"/>
                  </a:lnTo>
                  <a:lnTo>
                    <a:pt x="4613" y="7180"/>
                  </a:lnTo>
                  <a:lnTo>
                    <a:pt x="4332" y="702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21"/>
            <p:cNvSpPr/>
            <p:nvPr/>
          </p:nvSpPr>
          <p:spPr>
            <a:xfrm>
              <a:off x="11757700" y="3451600"/>
              <a:ext cx="14550" cy="10050"/>
            </a:xfrm>
            <a:custGeom>
              <a:avLst/>
              <a:gdLst/>
              <a:ahLst/>
              <a:cxnLst/>
              <a:rect l="l" t="t" r="r" b="b"/>
              <a:pathLst>
                <a:path w="582" h="402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161" y="402"/>
                  </a:lnTo>
                  <a:lnTo>
                    <a:pt x="161" y="402"/>
                  </a:lnTo>
                  <a:lnTo>
                    <a:pt x="381" y="362"/>
                  </a:lnTo>
                  <a:lnTo>
                    <a:pt x="582" y="282"/>
                  </a:lnTo>
                  <a:lnTo>
                    <a:pt x="582" y="282"/>
                  </a:lnTo>
                  <a:lnTo>
                    <a:pt x="281" y="16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21"/>
            <p:cNvSpPr/>
            <p:nvPr/>
          </p:nvSpPr>
          <p:spPr>
            <a:xfrm>
              <a:off x="11649400" y="3276125"/>
              <a:ext cx="48150" cy="66725"/>
            </a:xfrm>
            <a:custGeom>
              <a:avLst/>
              <a:gdLst/>
              <a:ahLst/>
              <a:cxnLst/>
              <a:rect l="l" t="t" r="r" b="b"/>
              <a:pathLst>
                <a:path w="1926" h="2669" fill="none" extrusionOk="0">
                  <a:moveTo>
                    <a:pt x="1926" y="1"/>
                  </a:moveTo>
                  <a:lnTo>
                    <a:pt x="1926" y="1"/>
                  </a:lnTo>
                  <a:lnTo>
                    <a:pt x="1625" y="121"/>
                  </a:lnTo>
                  <a:lnTo>
                    <a:pt x="1324" y="282"/>
                  </a:lnTo>
                  <a:lnTo>
                    <a:pt x="1043" y="462"/>
                  </a:lnTo>
                  <a:lnTo>
                    <a:pt x="803" y="663"/>
                  </a:lnTo>
                  <a:lnTo>
                    <a:pt x="562" y="903"/>
                  </a:lnTo>
                  <a:lnTo>
                    <a:pt x="342" y="1144"/>
                  </a:lnTo>
                  <a:lnTo>
                    <a:pt x="161" y="1405"/>
                  </a:lnTo>
                  <a:lnTo>
                    <a:pt x="1" y="1685"/>
                  </a:lnTo>
                  <a:lnTo>
                    <a:pt x="1" y="1685"/>
                  </a:lnTo>
                  <a:lnTo>
                    <a:pt x="362" y="1926"/>
                  </a:lnTo>
                  <a:lnTo>
                    <a:pt x="723" y="2167"/>
                  </a:lnTo>
                  <a:lnTo>
                    <a:pt x="1043" y="2407"/>
                  </a:lnTo>
                  <a:lnTo>
                    <a:pt x="1384" y="2668"/>
                  </a:lnTo>
                  <a:lnTo>
                    <a:pt x="1384" y="2668"/>
                  </a:lnTo>
                  <a:lnTo>
                    <a:pt x="1364" y="2327"/>
                  </a:lnTo>
                  <a:lnTo>
                    <a:pt x="1364" y="1986"/>
                  </a:lnTo>
                  <a:lnTo>
                    <a:pt x="1404" y="1645"/>
                  </a:lnTo>
                  <a:lnTo>
                    <a:pt x="1465" y="1304"/>
                  </a:lnTo>
                  <a:lnTo>
                    <a:pt x="1545" y="963"/>
                  </a:lnTo>
                  <a:lnTo>
                    <a:pt x="1645" y="643"/>
                  </a:lnTo>
                  <a:lnTo>
                    <a:pt x="1785" y="302"/>
                  </a:lnTo>
                  <a:lnTo>
                    <a:pt x="192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21"/>
            <p:cNvSpPr/>
            <p:nvPr/>
          </p:nvSpPr>
          <p:spPr>
            <a:xfrm>
              <a:off x="11033225" y="3260600"/>
              <a:ext cx="779150" cy="783650"/>
            </a:xfrm>
            <a:custGeom>
              <a:avLst/>
              <a:gdLst/>
              <a:ahLst/>
              <a:cxnLst/>
              <a:rect l="l" t="t" r="r" b="b"/>
              <a:pathLst>
                <a:path w="31166" h="31346" extrusionOk="0">
                  <a:moveTo>
                    <a:pt x="15021" y="0"/>
                  </a:moveTo>
                  <a:lnTo>
                    <a:pt x="14500" y="20"/>
                  </a:lnTo>
                  <a:lnTo>
                    <a:pt x="13979" y="60"/>
                  </a:lnTo>
                  <a:lnTo>
                    <a:pt x="13457" y="100"/>
                  </a:lnTo>
                  <a:lnTo>
                    <a:pt x="12936" y="161"/>
                  </a:lnTo>
                  <a:lnTo>
                    <a:pt x="12434" y="241"/>
                  </a:lnTo>
                  <a:lnTo>
                    <a:pt x="11913" y="321"/>
                  </a:lnTo>
                  <a:lnTo>
                    <a:pt x="11412" y="421"/>
                  </a:lnTo>
                  <a:lnTo>
                    <a:pt x="10910" y="542"/>
                  </a:lnTo>
                  <a:lnTo>
                    <a:pt x="10088" y="762"/>
                  </a:lnTo>
                  <a:lnTo>
                    <a:pt x="9286" y="1023"/>
                  </a:lnTo>
                  <a:lnTo>
                    <a:pt x="8905" y="1163"/>
                  </a:lnTo>
                  <a:lnTo>
                    <a:pt x="8524" y="1324"/>
                  </a:lnTo>
                  <a:lnTo>
                    <a:pt x="8143" y="1504"/>
                  </a:lnTo>
                  <a:lnTo>
                    <a:pt x="7782" y="1685"/>
                  </a:lnTo>
                  <a:lnTo>
                    <a:pt x="7421" y="1865"/>
                  </a:lnTo>
                  <a:lnTo>
                    <a:pt x="7080" y="2066"/>
                  </a:lnTo>
                  <a:lnTo>
                    <a:pt x="6739" y="2266"/>
                  </a:lnTo>
                  <a:lnTo>
                    <a:pt x="6418" y="2487"/>
                  </a:lnTo>
                  <a:lnTo>
                    <a:pt x="6097" y="2727"/>
                  </a:lnTo>
                  <a:lnTo>
                    <a:pt x="5796" y="2968"/>
                  </a:lnTo>
                  <a:lnTo>
                    <a:pt x="5516" y="3209"/>
                  </a:lnTo>
                  <a:lnTo>
                    <a:pt x="5235" y="3470"/>
                  </a:lnTo>
                  <a:lnTo>
                    <a:pt x="4814" y="3911"/>
                  </a:lnTo>
                  <a:lnTo>
                    <a:pt x="4393" y="4372"/>
                  </a:lnTo>
                  <a:lnTo>
                    <a:pt x="4012" y="4893"/>
                  </a:lnTo>
                  <a:lnTo>
                    <a:pt x="3630" y="5435"/>
                  </a:lnTo>
                  <a:lnTo>
                    <a:pt x="3269" y="5996"/>
                  </a:lnTo>
                  <a:lnTo>
                    <a:pt x="2929" y="6598"/>
                  </a:lnTo>
                  <a:lnTo>
                    <a:pt x="2608" y="7220"/>
                  </a:lnTo>
                  <a:lnTo>
                    <a:pt x="2287" y="7861"/>
                  </a:lnTo>
                  <a:lnTo>
                    <a:pt x="2006" y="8523"/>
                  </a:lnTo>
                  <a:lnTo>
                    <a:pt x="1725" y="9225"/>
                  </a:lnTo>
                  <a:lnTo>
                    <a:pt x="1485" y="9927"/>
                  </a:lnTo>
                  <a:lnTo>
                    <a:pt x="1244" y="10629"/>
                  </a:lnTo>
                  <a:lnTo>
                    <a:pt x="1043" y="11371"/>
                  </a:lnTo>
                  <a:lnTo>
                    <a:pt x="843" y="12113"/>
                  </a:lnTo>
                  <a:lnTo>
                    <a:pt x="662" y="12855"/>
                  </a:lnTo>
                  <a:lnTo>
                    <a:pt x="502" y="13617"/>
                  </a:lnTo>
                  <a:lnTo>
                    <a:pt x="362" y="14359"/>
                  </a:lnTo>
                  <a:lnTo>
                    <a:pt x="261" y="15121"/>
                  </a:lnTo>
                  <a:lnTo>
                    <a:pt x="161" y="15883"/>
                  </a:lnTo>
                  <a:lnTo>
                    <a:pt x="81" y="16645"/>
                  </a:lnTo>
                  <a:lnTo>
                    <a:pt x="41" y="17407"/>
                  </a:lnTo>
                  <a:lnTo>
                    <a:pt x="1" y="18149"/>
                  </a:lnTo>
                  <a:lnTo>
                    <a:pt x="1" y="18891"/>
                  </a:lnTo>
                  <a:lnTo>
                    <a:pt x="21" y="19613"/>
                  </a:lnTo>
                  <a:lnTo>
                    <a:pt x="41" y="20335"/>
                  </a:lnTo>
                  <a:lnTo>
                    <a:pt x="101" y="21037"/>
                  </a:lnTo>
                  <a:lnTo>
                    <a:pt x="201" y="21719"/>
                  </a:lnTo>
                  <a:lnTo>
                    <a:pt x="301" y="22381"/>
                  </a:lnTo>
                  <a:lnTo>
                    <a:pt x="422" y="23023"/>
                  </a:lnTo>
                  <a:lnTo>
                    <a:pt x="582" y="23644"/>
                  </a:lnTo>
                  <a:lnTo>
                    <a:pt x="763" y="24226"/>
                  </a:lnTo>
                  <a:lnTo>
                    <a:pt x="963" y="24788"/>
                  </a:lnTo>
                  <a:lnTo>
                    <a:pt x="1144" y="25189"/>
                  </a:lnTo>
                  <a:lnTo>
                    <a:pt x="1364" y="25590"/>
                  </a:lnTo>
                  <a:lnTo>
                    <a:pt x="1645" y="25991"/>
                  </a:lnTo>
                  <a:lnTo>
                    <a:pt x="1946" y="26372"/>
                  </a:lnTo>
                  <a:lnTo>
                    <a:pt x="2307" y="26733"/>
                  </a:lnTo>
                  <a:lnTo>
                    <a:pt x="2708" y="27094"/>
                  </a:lnTo>
                  <a:lnTo>
                    <a:pt x="3129" y="27455"/>
                  </a:lnTo>
                  <a:lnTo>
                    <a:pt x="3610" y="27796"/>
                  </a:lnTo>
                  <a:lnTo>
                    <a:pt x="4112" y="28137"/>
                  </a:lnTo>
                  <a:lnTo>
                    <a:pt x="4633" y="28457"/>
                  </a:lnTo>
                  <a:lnTo>
                    <a:pt x="5195" y="28758"/>
                  </a:lnTo>
                  <a:lnTo>
                    <a:pt x="5796" y="29059"/>
                  </a:lnTo>
                  <a:lnTo>
                    <a:pt x="6398" y="29340"/>
                  </a:lnTo>
                  <a:lnTo>
                    <a:pt x="7040" y="29601"/>
                  </a:lnTo>
                  <a:lnTo>
                    <a:pt x="7702" y="29841"/>
                  </a:lnTo>
                  <a:lnTo>
                    <a:pt x="8383" y="30082"/>
                  </a:lnTo>
                  <a:lnTo>
                    <a:pt x="8403" y="30082"/>
                  </a:lnTo>
                  <a:lnTo>
                    <a:pt x="9125" y="30303"/>
                  </a:lnTo>
                  <a:lnTo>
                    <a:pt x="9847" y="30503"/>
                  </a:lnTo>
                  <a:lnTo>
                    <a:pt x="10609" y="30684"/>
                  </a:lnTo>
                  <a:lnTo>
                    <a:pt x="11372" y="30844"/>
                  </a:lnTo>
                  <a:lnTo>
                    <a:pt x="12154" y="30984"/>
                  </a:lnTo>
                  <a:lnTo>
                    <a:pt x="12936" y="31105"/>
                  </a:lnTo>
                  <a:lnTo>
                    <a:pt x="13718" y="31205"/>
                  </a:lnTo>
                  <a:lnTo>
                    <a:pt x="14520" y="31285"/>
                  </a:lnTo>
                  <a:lnTo>
                    <a:pt x="15322" y="31325"/>
                  </a:lnTo>
                  <a:lnTo>
                    <a:pt x="16124" y="31345"/>
                  </a:lnTo>
                  <a:lnTo>
                    <a:pt x="16927" y="31345"/>
                  </a:lnTo>
                  <a:lnTo>
                    <a:pt x="17729" y="31305"/>
                  </a:lnTo>
                  <a:lnTo>
                    <a:pt x="18531" y="31245"/>
                  </a:lnTo>
                  <a:lnTo>
                    <a:pt x="19313" y="31165"/>
                  </a:lnTo>
                  <a:lnTo>
                    <a:pt x="20095" y="31045"/>
                  </a:lnTo>
                  <a:lnTo>
                    <a:pt x="20877" y="30904"/>
                  </a:lnTo>
                  <a:lnTo>
                    <a:pt x="21379" y="30784"/>
                  </a:lnTo>
                  <a:lnTo>
                    <a:pt x="21900" y="30663"/>
                  </a:lnTo>
                  <a:lnTo>
                    <a:pt x="22401" y="30503"/>
                  </a:lnTo>
                  <a:lnTo>
                    <a:pt x="22883" y="30343"/>
                  </a:lnTo>
                  <a:lnTo>
                    <a:pt x="23625" y="30082"/>
                  </a:lnTo>
                  <a:lnTo>
                    <a:pt x="24347" y="29761"/>
                  </a:lnTo>
                  <a:lnTo>
                    <a:pt x="25049" y="29420"/>
                  </a:lnTo>
                  <a:lnTo>
                    <a:pt x="25710" y="29019"/>
                  </a:lnTo>
                  <a:lnTo>
                    <a:pt x="26031" y="28818"/>
                  </a:lnTo>
                  <a:lnTo>
                    <a:pt x="26352" y="28598"/>
                  </a:lnTo>
                  <a:lnTo>
                    <a:pt x="26653" y="28377"/>
                  </a:lnTo>
                  <a:lnTo>
                    <a:pt x="26954" y="28137"/>
                  </a:lnTo>
                  <a:lnTo>
                    <a:pt x="27255" y="27876"/>
                  </a:lnTo>
                  <a:lnTo>
                    <a:pt x="27535" y="27615"/>
                  </a:lnTo>
                  <a:lnTo>
                    <a:pt x="27816" y="27354"/>
                  </a:lnTo>
                  <a:lnTo>
                    <a:pt x="28077" y="27074"/>
                  </a:lnTo>
                  <a:lnTo>
                    <a:pt x="28358" y="26753"/>
                  </a:lnTo>
                  <a:lnTo>
                    <a:pt x="28618" y="26432"/>
                  </a:lnTo>
                  <a:lnTo>
                    <a:pt x="28859" y="26091"/>
                  </a:lnTo>
                  <a:lnTo>
                    <a:pt x="29100" y="25730"/>
                  </a:lnTo>
                  <a:lnTo>
                    <a:pt x="29320" y="25389"/>
                  </a:lnTo>
                  <a:lnTo>
                    <a:pt x="29541" y="25008"/>
                  </a:lnTo>
                  <a:lnTo>
                    <a:pt x="29721" y="24647"/>
                  </a:lnTo>
                  <a:lnTo>
                    <a:pt x="29902" y="24266"/>
                  </a:lnTo>
                  <a:lnTo>
                    <a:pt x="30082" y="23885"/>
                  </a:lnTo>
                  <a:lnTo>
                    <a:pt x="30223" y="23484"/>
                  </a:lnTo>
                  <a:lnTo>
                    <a:pt x="30363" y="23083"/>
                  </a:lnTo>
                  <a:lnTo>
                    <a:pt x="30503" y="22682"/>
                  </a:lnTo>
                  <a:lnTo>
                    <a:pt x="30624" y="22281"/>
                  </a:lnTo>
                  <a:lnTo>
                    <a:pt x="30724" y="21860"/>
                  </a:lnTo>
                  <a:lnTo>
                    <a:pt x="30804" y="21438"/>
                  </a:lnTo>
                  <a:lnTo>
                    <a:pt x="30905" y="21017"/>
                  </a:lnTo>
                  <a:lnTo>
                    <a:pt x="31025" y="20155"/>
                  </a:lnTo>
                  <a:lnTo>
                    <a:pt x="31105" y="19293"/>
                  </a:lnTo>
                  <a:lnTo>
                    <a:pt x="31165" y="18410"/>
                  </a:lnTo>
                  <a:lnTo>
                    <a:pt x="31165" y="17528"/>
                  </a:lnTo>
                  <a:lnTo>
                    <a:pt x="31145" y="16645"/>
                  </a:lnTo>
                  <a:lnTo>
                    <a:pt x="31065" y="15763"/>
                  </a:lnTo>
                  <a:lnTo>
                    <a:pt x="30965" y="14881"/>
                  </a:lnTo>
                  <a:lnTo>
                    <a:pt x="30844" y="13998"/>
                  </a:lnTo>
                  <a:lnTo>
                    <a:pt x="30684" y="13136"/>
                  </a:lnTo>
                  <a:lnTo>
                    <a:pt x="30503" y="12294"/>
                  </a:lnTo>
                  <a:lnTo>
                    <a:pt x="30303" y="11451"/>
                  </a:lnTo>
                  <a:lnTo>
                    <a:pt x="30062" y="10629"/>
                  </a:lnTo>
                  <a:lnTo>
                    <a:pt x="29822" y="9847"/>
                  </a:lnTo>
                  <a:lnTo>
                    <a:pt x="29561" y="9065"/>
                  </a:lnTo>
                  <a:lnTo>
                    <a:pt x="29260" y="8343"/>
                  </a:lnTo>
                  <a:lnTo>
                    <a:pt x="28959" y="7641"/>
                  </a:lnTo>
                  <a:lnTo>
                    <a:pt x="28658" y="6959"/>
                  </a:lnTo>
                  <a:lnTo>
                    <a:pt x="28338" y="6337"/>
                  </a:lnTo>
                  <a:lnTo>
                    <a:pt x="27997" y="5736"/>
                  </a:lnTo>
                  <a:lnTo>
                    <a:pt x="27656" y="5194"/>
                  </a:lnTo>
                  <a:lnTo>
                    <a:pt x="27315" y="4693"/>
                  </a:lnTo>
                  <a:lnTo>
                    <a:pt x="26974" y="4252"/>
                  </a:lnTo>
                  <a:lnTo>
                    <a:pt x="26633" y="3851"/>
                  </a:lnTo>
                  <a:lnTo>
                    <a:pt x="26292" y="3530"/>
                  </a:lnTo>
                  <a:lnTo>
                    <a:pt x="25951" y="3229"/>
                  </a:lnTo>
                  <a:lnTo>
                    <a:pt x="25570" y="2948"/>
                  </a:lnTo>
                  <a:lnTo>
                    <a:pt x="25209" y="2667"/>
                  </a:lnTo>
                  <a:lnTo>
                    <a:pt x="24808" y="2407"/>
                  </a:lnTo>
                  <a:lnTo>
                    <a:pt x="24407" y="2166"/>
                  </a:lnTo>
                  <a:lnTo>
                    <a:pt x="23986" y="1925"/>
                  </a:lnTo>
                  <a:lnTo>
                    <a:pt x="23545" y="1705"/>
                  </a:lnTo>
                  <a:lnTo>
                    <a:pt x="23103" y="1504"/>
                  </a:lnTo>
                  <a:lnTo>
                    <a:pt x="22642" y="1324"/>
                  </a:lnTo>
                  <a:lnTo>
                    <a:pt x="22181" y="1143"/>
                  </a:lnTo>
                  <a:lnTo>
                    <a:pt x="21700" y="963"/>
                  </a:lnTo>
                  <a:lnTo>
                    <a:pt x="21218" y="822"/>
                  </a:lnTo>
                  <a:lnTo>
                    <a:pt x="20737" y="682"/>
                  </a:lnTo>
                  <a:lnTo>
                    <a:pt x="20236" y="542"/>
                  </a:lnTo>
                  <a:lnTo>
                    <a:pt x="19734" y="421"/>
                  </a:lnTo>
                  <a:lnTo>
                    <a:pt x="19213" y="321"/>
                  </a:lnTo>
                  <a:lnTo>
                    <a:pt x="18711" y="241"/>
                  </a:lnTo>
                  <a:lnTo>
                    <a:pt x="18190" y="161"/>
                  </a:lnTo>
                  <a:lnTo>
                    <a:pt x="17669" y="100"/>
                  </a:lnTo>
                  <a:lnTo>
                    <a:pt x="17127" y="60"/>
                  </a:lnTo>
                  <a:lnTo>
                    <a:pt x="16606" y="20"/>
                  </a:lnTo>
                  <a:lnTo>
                    <a:pt x="160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21"/>
            <p:cNvSpPr/>
            <p:nvPr/>
          </p:nvSpPr>
          <p:spPr>
            <a:xfrm>
              <a:off x="11033225" y="3260600"/>
              <a:ext cx="779150" cy="783650"/>
            </a:xfrm>
            <a:custGeom>
              <a:avLst/>
              <a:gdLst/>
              <a:ahLst/>
              <a:cxnLst/>
              <a:rect l="l" t="t" r="r" b="b"/>
              <a:pathLst>
                <a:path w="31166" h="31346" fill="none" extrusionOk="0">
                  <a:moveTo>
                    <a:pt x="28077" y="27074"/>
                  </a:moveTo>
                  <a:lnTo>
                    <a:pt x="28077" y="27074"/>
                  </a:lnTo>
                  <a:lnTo>
                    <a:pt x="27816" y="27354"/>
                  </a:lnTo>
                  <a:lnTo>
                    <a:pt x="27535" y="27615"/>
                  </a:lnTo>
                  <a:lnTo>
                    <a:pt x="27255" y="27876"/>
                  </a:lnTo>
                  <a:lnTo>
                    <a:pt x="26954" y="28137"/>
                  </a:lnTo>
                  <a:lnTo>
                    <a:pt x="26653" y="28377"/>
                  </a:lnTo>
                  <a:lnTo>
                    <a:pt x="26352" y="28598"/>
                  </a:lnTo>
                  <a:lnTo>
                    <a:pt x="26031" y="28818"/>
                  </a:lnTo>
                  <a:lnTo>
                    <a:pt x="25710" y="29019"/>
                  </a:lnTo>
                  <a:lnTo>
                    <a:pt x="25049" y="29420"/>
                  </a:lnTo>
                  <a:lnTo>
                    <a:pt x="24347" y="29761"/>
                  </a:lnTo>
                  <a:lnTo>
                    <a:pt x="23625" y="30082"/>
                  </a:lnTo>
                  <a:lnTo>
                    <a:pt x="22883" y="30343"/>
                  </a:lnTo>
                  <a:lnTo>
                    <a:pt x="22883" y="30343"/>
                  </a:lnTo>
                  <a:lnTo>
                    <a:pt x="22401" y="30503"/>
                  </a:lnTo>
                  <a:lnTo>
                    <a:pt x="21900" y="30663"/>
                  </a:lnTo>
                  <a:lnTo>
                    <a:pt x="21379" y="30784"/>
                  </a:lnTo>
                  <a:lnTo>
                    <a:pt x="20877" y="30904"/>
                  </a:lnTo>
                  <a:lnTo>
                    <a:pt x="20877" y="30904"/>
                  </a:lnTo>
                  <a:lnTo>
                    <a:pt x="20095" y="31045"/>
                  </a:lnTo>
                  <a:lnTo>
                    <a:pt x="19313" y="31165"/>
                  </a:lnTo>
                  <a:lnTo>
                    <a:pt x="18531" y="31245"/>
                  </a:lnTo>
                  <a:lnTo>
                    <a:pt x="17729" y="31305"/>
                  </a:lnTo>
                  <a:lnTo>
                    <a:pt x="16927" y="31345"/>
                  </a:lnTo>
                  <a:lnTo>
                    <a:pt x="16124" y="31345"/>
                  </a:lnTo>
                  <a:lnTo>
                    <a:pt x="15322" y="31325"/>
                  </a:lnTo>
                  <a:lnTo>
                    <a:pt x="14520" y="31285"/>
                  </a:lnTo>
                  <a:lnTo>
                    <a:pt x="13718" y="31205"/>
                  </a:lnTo>
                  <a:lnTo>
                    <a:pt x="12936" y="31105"/>
                  </a:lnTo>
                  <a:lnTo>
                    <a:pt x="12154" y="30984"/>
                  </a:lnTo>
                  <a:lnTo>
                    <a:pt x="11372" y="30844"/>
                  </a:lnTo>
                  <a:lnTo>
                    <a:pt x="10609" y="30684"/>
                  </a:lnTo>
                  <a:lnTo>
                    <a:pt x="9847" y="30503"/>
                  </a:lnTo>
                  <a:lnTo>
                    <a:pt x="9125" y="30303"/>
                  </a:lnTo>
                  <a:lnTo>
                    <a:pt x="8403" y="30082"/>
                  </a:lnTo>
                  <a:lnTo>
                    <a:pt x="8383" y="30082"/>
                  </a:lnTo>
                  <a:lnTo>
                    <a:pt x="8383" y="30082"/>
                  </a:lnTo>
                  <a:lnTo>
                    <a:pt x="7702" y="29841"/>
                  </a:lnTo>
                  <a:lnTo>
                    <a:pt x="7040" y="29601"/>
                  </a:lnTo>
                  <a:lnTo>
                    <a:pt x="6398" y="29340"/>
                  </a:lnTo>
                  <a:lnTo>
                    <a:pt x="5796" y="29059"/>
                  </a:lnTo>
                  <a:lnTo>
                    <a:pt x="5195" y="28758"/>
                  </a:lnTo>
                  <a:lnTo>
                    <a:pt x="4633" y="28457"/>
                  </a:lnTo>
                  <a:lnTo>
                    <a:pt x="4112" y="28137"/>
                  </a:lnTo>
                  <a:lnTo>
                    <a:pt x="3610" y="27796"/>
                  </a:lnTo>
                  <a:lnTo>
                    <a:pt x="3129" y="27455"/>
                  </a:lnTo>
                  <a:lnTo>
                    <a:pt x="2708" y="27094"/>
                  </a:lnTo>
                  <a:lnTo>
                    <a:pt x="2307" y="26733"/>
                  </a:lnTo>
                  <a:lnTo>
                    <a:pt x="1946" y="26372"/>
                  </a:lnTo>
                  <a:lnTo>
                    <a:pt x="1645" y="25991"/>
                  </a:lnTo>
                  <a:lnTo>
                    <a:pt x="1364" y="25590"/>
                  </a:lnTo>
                  <a:lnTo>
                    <a:pt x="1144" y="25189"/>
                  </a:lnTo>
                  <a:lnTo>
                    <a:pt x="963" y="24788"/>
                  </a:lnTo>
                  <a:lnTo>
                    <a:pt x="963" y="24788"/>
                  </a:lnTo>
                  <a:lnTo>
                    <a:pt x="763" y="24226"/>
                  </a:lnTo>
                  <a:lnTo>
                    <a:pt x="582" y="23644"/>
                  </a:lnTo>
                  <a:lnTo>
                    <a:pt x="422" y="23023"/>
                  </a:lnTo>
                  <a:lnTo>
                    <a:pt x="301" y="22381"/>
                  </a:lnTo>
                  <a:lnTo>
                    <a:pt x="201" y="21719"/>
                  </a:lnTo>
                  <a:lnTo>
                    <a:pt x="101" y="21037"/>
                  </a:lnTo>
                  <a:lnTo>
                    <a:pt x="41" y="20335"/>
                  </a:lnTo>
                  <a:lnTo>
                    <a:pt x="21" y="19613"/>
                  </a:lnTo>
                  <a:lnTo>
                    <a:pt x="1" y="18891"/>
                  </a:lnTo>
                  <a:lnTo>
                    <a:pt x="1" y="18149"/>
                  </a:lnTo>
                  <a:lnTo>
                    <a:pt x="41" y="17407"/>
                  </a:lnTo>
                  <a:lnTo>
                    <a:pt x="81" y="16645"/>
                  </a:lnTo>
                  <a:lnTo>
                    <a:pt x="161" y="15883"/>
                  </a:lnTo>
                  <a:lnTo>
                    <a:pt x="261" y="15121"/>
                  </a:lnTo>
                  <a:lnTo>
                    <a:pt x="362" y="14359"/>
                  </a:lnTo>
                  <a:lnTo>
                    <a:pt x="502" y="13617"/>
                  </a:lnTo>
                  <a:lnTo>
                    <a:pt x="662" y="12855"/>
                  </a:lnTo>
                  <a:lnTo>
                    <a:pt x="843" y="12113"/>
                  </a:lnTo>
                  <a:lnTo>
                    <a:pt x="1043" y="11371"/>
                  </a:lnTo>
                  <a:lnTo>
                    <a:pt x="1244" y="10629"/>
                  </a:lnTo>
                  <a:lnTo>
                    <a:pt x="1485" y="9927"/>
                  </a:lnTo>
                  <a:lnTo>
                    <a:pt x="1725" y="9225"/>
                  </a:lnTo>
                  <a:lnTo>
                    <a:pt x="2006" y="8523"/>
                  </a:lnTo>
                  <a:lnTo>
                    <a:pt x="2287" y="7861"/>
                  </a:lnTo>
                  <a:lnTo>
                    <a:pt x="2608" y="7220"/>
                  </a:lnTo>
                  <a:lnTo>
                    <a:pt x="2929" y="6598"/>
                  </a:lnTo>
                  <a:lnTo>
                    <a:pt x="3269" y="5996"/>
                  </a:lnTo>
                  <a:lnTo>
                    <a:pt x="3630" y="5435"/>
                  </a:lnTo>
                  <a:lnTo>
                    <a:pt x="4012" y="4893"/>
                  </a:lnTo>
                  <a:lnTo>
                    <a:pt x="4393" y="4372"/>
                  </a:lnTo>
                  <a:lnTo>
                    <a:pt x="4814" y="3911"/>
                  </a:lnTo>
                  <a:lnTo>
                    <a:pt x="5235" y="3470"/>
                  </a:lnTo>
                  <a:lnTo>
                    <a:pt x="5235" y="3470"/>
                  </a:lnTo>
                  <a:lnTo>
                    <a:pt x="5516" y="3209"/>
                  </a:lnTo>
                  <a:lnTo>
                    <a:pt x="5796" y="2968"/>
                  </a:lnTo>
                  <a:lnTo>
                    <a:pt x="6097" y="2727"/>
                  </a:lnTo>
                  <a:lnTo>
                    <a:pt x="6418" y="2487"/>
                  </a:lnTo>
                  <a:lnTo>
                    <a:pt x="6739" y="2266"/>
                  </a:lnTo>
                  <a:lnTo>
                    <a:pt x="7080" y="2066"/>
                  </a:lnTo>
                  <a:lnTo>
                    <a:pt x="7421" y="1865"/>
                  </a:lnTo>
                  <a:lnTo>
                    <a:pt x="7782" y="1685"/>
                  </a:lnTo>
                  <a:lnTo>
                    <a:pt x="8143" y="1504"/>
                  </a:lnTo>
                  <a:lnTo>
                    <a:pt x="8524" y="1324"/>
                  </a:lnTo>
                  <a:lnTo>
                    <a:pt x="8905" y="1163"/>
                  </a:lnTo>
                  <a:lnTo>
                    <a:pt x="9286" y="1023"/>
                  </a:lnTo>
                  <a:lnTo>
                    <a:pt x="10088" y="762"/>
                  </a:lnTo>
                  <a:lnTo>
                    <a:pt x="10910" y="542"/>
                  </a:lnTo>
                  <a:lnTo>
                    <a:pt x="10910" y="542"/>
                  </a:lnTo>
                  <a:lnTo>
                    <a:pt x="11412" y="421"/>
                  </a:lnTo>
                  <a:lnTo>
                    <a:pt x="11913" y="321"/>
                  </a:lnTo>
                  <a:lnTo>
                    <a:pt x="12434" y="241"/>
                  </a:lnTo>
                  <a:lnTo>
                    <a:pt x="12936" y="161"/>
                  </a:lnTo>
                  <a:lnTo>
                    <a:pt x="13457" y="100"/>
                  </a:lnTo>
                  <a:lnTo>
                    <a:pt x="13979" y="60"/>
                  </a:lnTo>
                  <a:lnTo>
                    <a:pt x="14500" y="20"/>
                  </a:lnTo>
                  <a:lnTo>
                    <a:pt x="15021" y="0"/>
                  </a:lnTo>
                  <a:lnTo>
                    <a:pt x="15543" y="0"/>
                  </a:lnTo>
                  <a:lnTo>
                    <a:pt x="16084" y="0"/>
                  </a:lnTo>
                  <a:lnTo>
                    <a:pt x="16606" y="20"/>
                  </a:lnTo>
                  <a:lnTo>
                    <a:pt x="17127" y="60"/>
                  </a:lnTo>
                  <a:lnTo>
                    <a:pt x="17669" y="100"/>
                  </a:lnTo>
                  <a:lnTo>
                    <a:pt x="18190" y="161"/>
                  </a:lnTo>
                  <a:lnTo>
                    <a:pt x="18711" y="241"/>
                  </a:lnTo>
                  <a:lnTo>
                    <a:pt x="19213" y="321"/>
                  </a:lnTo>
                  <a:lnTo>
                    <a:pt x="19734" y="421"/>
                  </a:lnTo>
                  <a:lnTo>
                    <a:pt x="20236" y="542"/>
                  </a:lnTo>
                  <a:lnTo>
                    <a:pt x="20737" y="682"/>
                  </a:lnTo>
                  <a:lnTo>
                    <a:pt x="21218" y="822"/>
                  </a:lnTo>
                  <a:lnTo>
                    <a:pt x="21700" y="963"/>
                  </a:lnTo>
                  <a:lnTo>
                    <a:pt x="22181" y="1143"/>
                  </a:lnTo>
                  <a:lnTo>
                    <a:pt x="22642" y="1324"/>
                  </a:lnTo>
                  <a:lnTo>
                    <a:pt x="23103" y="1504"/>
                  </a:lnTo>
                  <a:lnTo>
                    <a:pt x="23545" y="1705"/>
                  </a:lnTo>
                  <a:lnTo>
                    <a:pt x="23986" y="1925"/>
                  </a:lnTo>
                  <a:lnTo>
                    <a:pt x="24407" y="2166"/>
                  </a:lnTo>
                  <a:lnTo>
                    <a:pt x="24808" y="2407"/>
                  </a:lnTo>
                  <a:lnTo>
                    <a:pt x="25209" y="2667"/>
                  </a:lnTo>
                  <a:lnTo>
                    <a:pt x="25570" y="2948"/>
                  </a:lnTo>
                  <a:lnTo>
                    <a:pt x="25951" y="3229"/>
                  </a:lnTo>
                  <a:lnTo>
                    <a:pt x="26292" y="3530"/>
                  </a:lnTo>
                  <a:lnTo>
                    <a:pt x="26292" y="3530"/>
                  </a:lnTo>
                  <a:lnTo>
                    <a:pt x="26633" y="3851"/>
                  </a:lnTo>
                  <a:lnTo>
                    <a:pt x="26974" y="4252"/>
                  </a:lnTo>
                  <a:lnTo>
                    <a:pt x="27315" y="4693"/>
                  </a:lnTo>
                  <a:lnTo>
                    <a:pt x="27656" y="5194"/>
                  </a:lnTo>
                  <a:lnTo>
                    <a:pt x="27997" y="5736"/>
                  </a:lnTo>
                  <a:lnTo>
                    <a:pt x="28338" y="6337"/>
                  </a:lnTo>
                  <a:lnTo>
                    <a:pt x="28658" y="6959"/>
                  </a:lnTo>
                  <a:lnTo>
                    <a:pt x="28959" y="7641"/>
                  </a:lnTo>
                  <a:lnTo>
                    <a:pt x="29260" y="8343"/>
                  </a:lnTo>
                  <a:lnTo>
                    <a:pt x="29561" y="9065"/>
                  </a:lnTo>
                  <a:lnTo>
                    <a:pt x="29822" y="9847"/>
                  </a:lnTo>
                  <a:lnTo>
                    <a:pt x="30062" y="10629"/>
                  </a:lnTo>
                  <a:lnTo>
                    <a:pt x="30303" y="11451"/>
                  </a:lnTo>
                  <a:lnTo>
                    <a:pt x="30503" y="12294"/>
                  </a:lnTo>
                  <a:lnTo>
                    <a:pt x="30684" y="13136"/>
                  </a:lnTo>
                  <a:lnTo>
                    <a:pt x="30844" y="13998"/>
                  </a:lnTo>
                  <a:lnTo>
                    <a:pt x="30965" y="14881"/>
                  </a:lnTo>
                  <a:lnTo>
                    <a:pt x="31065" y="15763"/>
                  </a:lnTo>
                  <a:lnTo>
                    <a:pt x="31145" y="16645"/>
                  </a:lnTo>
                  <a:lnTo>
                    <a:pt x="31165" y="17528"/>
                  </a:lnTo>
                  <a:lnTo>
                    <a:pt x="31165" y="18410"/>
                  </a:lnTo>
                  <a:lnTo>
                    <a:pt x="31105" y="19293"/>
                  </a:lnTo>
                  <a:lnTo>
                    <a:pt x="31025" y="20155"/>
                  </a:lnTo>
                  <a:lnTo>
                    <a:pt x="30905" y="21017"/>
                  </a:lnTo>
                  <a:lnTo>
                    <a:pt x="30804" y="21438"/>
                  </a:lnTo>
                  <a:lnTo>
                    <a:pt x="30724" y="21860"/>
                  </a:lnTo>
                  <a:lnTo>
                    <a:pt x="30624" y="22281"/>
                  </a:lnTo>
                  <a:lnTo>
                    <a:pt x="30503" y="22682"/>
                  </a:lnTo>
                  <a:lnTo>
                    <a:pt x="30363" y="23083"/>
                  </a:lnTo>
                  <a:lnTo>
                    <a:pt x="30223" y="23484"/>
                  </a:lnTo>
                  <a:lnTo>
                    <a:pt x="30082" y="23885"/>
                  </a:lnTo>
                  <a:lnTo>
                    <a:pt x="29902" y="24266"/>
                  </a:lnTo>
                  <a:lnTo>
                    <a:pt x="29721" y="24647"/>
                  </a:lnTo>
                  <a:lnTo>
                    <a:pt x="29541" y="25008"/>
                  </a:lnTo>
                  <a:lnTo>
                    <a:pt x="29320" y="25389"/>
                  </a:lnTo>
                  <a:lnTo>
                    <a:pt x="29100" y="25730"/>
                  </a:lnTo>
                  <a:lnTo>
                    <a:pt x="28859" y="26091"/>
                  </a:lnTo>
                  <a:lnTo>
                    <a:pt x="28618" y="26432"/>
                  </a:lnTo>
                  <a:lnTo>
                    <a:pt x="28358" y="26753"/>
                  </a:lnTo>
                  <a:lnTo>
                    <a:pt x="28077" y="2707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21"/>
            <p:cNvSpPr/>
            <p:nvPr/>
          </p:nvSpPr>
          <p:spPr>
            <a:xfrm>
              <a:off x="11033225" y="3274125"/>
              <a:ext cx="521950" cy="770125"/>
            </a:xfrm>
            <a:custGeom>
              <a:avLst/>
              <a:gdLst/>
              <a:ahLst/>
              <a:cxnLst/>
              <a:rect l="l" t="t" r="r" b="b"/>
              <a:pathLst>
                <a:path w="20878" h="30805" extrusionOk="0">
                  <a:moveTo>
                    <a:pt x="10910" y="1"/>
                  </a:moveTo>
                  <a:lnTo>
                    <a:pt x="10088" y="221"/>
                  </a:lnTo>
                  <a:lnTo>
                    <a:pt x="9286" y="482"/>
                  </a:lnTo>
                  <a:lnTo>
                    <a:pt x="8905" y="622"/>
                  </a:lnTo>
                  <a:lnTo>
                    <a:pt x="8524" y="783"/>
                  </a:lnTo>
                  <a:lnTo>
                    <a:pt x="8143" y="963"/>
                  </a:lnTo>
                  <a:lnTo>
                    <a:pt x="7782" y="1144"/>
                  </a:lnTo>
                  <a:lnTo>
                    <a:pt x="7421" y="1324"/>
                  </a:lnTo>
                  <a:lnTo>
                    <a:pt x="7080" y="1525"/>
                  </a:lnTo>
                  <a:lnTo>
                    <a:pt x="6739" y="1725"/>
                  </a:lnTo>
                  <a:lnTo>
                    <a:pt x="6418" y="1946"/>
                  </a:lnTo>
                  <a:lnTo>
                    <a:pt x="6097" y="2186"/>
                  </a:lnTo>
                  <a:lnTo>
                    <a:pt x="5796" y="2427"/>
                  </a:lnTo>
                  <a:lnTo>
                    <a:pt x="5516" y="2668"/>
                  </a:lnTo>
                  <a:lnTo>
                    <a:pt x="5235" y="2929"/>
                  </a:lnTo>
                  <a:lnTo>
                    <a:pt x="4814" y="3350"/>
                  </a:lnTo>
                  <a:lnTo>
                    <a:pt x="4413" y="3811"/>
                  </a:lnTo>
                  <a:lnTo>
                    <a:pt x="4032" y="4292"/>
                  </a:lnTo>
                  <a:lnTo>
                    <a:pt x="3671" y="4814"/>
                  </a:lnTo>
                  <a:lnTo>
                    <a:pt x="3330" y="5355"/>
                  </a:lnTo>
                  <a:lnTo>
                    <a:pt x="2989" y="5937"/>
                  </a:lnTo>
                  <a:lnTo>
                    <a:pt x="2668" y="6538"/>
                  </a:lnTo>
                  <a:lnTo>
                    <a:pt x="2367" y="7160"/>
                  </a:lnTo>
                  <a:lnTo>
                    <a:pt x="2227" y="7501"/>
                  </a:lnTo>
                  <a:lnTo>
                    <a:pt x="1966" y="8103"/>
                  </a:lnTo>
                  <a:lnTo>
                    <a:pt x="1705" y="8744"/>
                  </a:lnTo>
                  <a:lnTo>
                    <a:pt x="1485" y="9386"/>
                  </a:lnTo>
                  <a:lnTo>
                    <a:pt x="1264" y="10028"/>
                  </a:lnTo>
                  <a:lnTo>
                    <a:pt x="1064" y="10690"/>
                  </a:lnTo>
                  <a:lnTo>
                    <a:pt x="883" y="11371"/>
                  </a:lnTo>
                  <a:lnTo>
                    <a:pt x="723" y="12053"/>
                  </a:lnTo>
                  <a:lnTo>
                    <a:pt x="562" y="12735"/>
                  </a:lnTo>
                  <a:lnTo>
                    <a:pt x="442" y="13437"/>
                  </a:lnTo>
                  <a:lnTo>
                    <a:pt x="321" y="14119"/>
                  </a:lnTo>
                  <a:lnTo>
                    <a:pt x="221" y="14821"/>
                  </a:lnTo>
                  <a:lnTo>
                    <a:pt x="141" y="15523"/>
                  </a:lnTo>
                  <a:lnTo>
                    <a:pt x="81" y="16205"/>
                  </a:lnTo>
                  <a:lnTo>
                    <a:pt x="41" y="16886"/>
                  </a:lnTo>
                  <a:lnTo>
                    <a:pt x="1" y="17568"/>
                  </a:lnTo>
                  <a:lnTo>
                    <a:pt x="1" y="18250"/>
                  </a:lnTo>
                  <a:lnTo>
                    <a:pt x="21" y="19092"/>
                  </a:lnTo>
                  <a:lnTo>
                    <a:pt x="61" y="19895"/>
                  </a:lnTo>
                  <a:lnTo>
                    <a:pt x="141" y="20697"/>
                  </a:lnTo>
                  <a:lnTo>
                    <a:pt x="241" y="21459"/>
                  </a:lnTo>
                  <a:lnTo>
                    <a:pt x="362" y="22201"/>
                  </a:lnTo>
                  <a:lnTo>
                    <a:pt x="542" y="22923"/>
                  </a:lnTo>
                  <a:lnTo>
                    <a:pt x="723" y="23605"/>
                  </a:lnTo>
                  <a:lnTo>
                    <a:pt x="963" y="24247"/>
                  </a:lnTo>
                  <a:lnTo>
                    <a:pt x="1144" y="24648"/>
                  </a:lnTo>
                  <a:lnTo>
                    <a:pt x="1364" y="25049"/>
                  </a:lnTo>
                  <a:lnTo>
                    <a:pt x="1645" y="25450"/>
                  </a:lnTo>
                  <a:lnTo>
                    <a:pt x="1946" y="25831"/>
                  </a:lnTo>
                  <a:lnTo>
                    <a:pt x="2307" y="26192"/>
                  </a:lnTo>
                  <a:lnTo>
                    <a:pt x="2708" y="26553"/>
                  </a:lnTo>
                  <a:lnTo>
                    <a:pt x="3129" y="26914"/>
                  </a:lnTo>
                  <a:lnTo>
                    <a:pt x="3610" y="27255"/>
                  </a:lnTo>
                  <a:lnTo>
                    <a:pt x="4112" y="27596"/>
                  </a:lnTo>
                  <a:lnTo>
                    <a:pt x="4633" y="27916"/>
                  </a:lnTo>
                  <a:lnTo>
                    <a:pt x="5195" y="28217"/>
                  </a:lnTo>
                  <a:lnTo>
                    <a:pt x="5796" y="28518"/>
                  </a:lnTo>
                  <a:lnTo>
                    <a:pt x="6398" y="28799"/>
                  </a:lnTo>
                  <a:lnTo>
                    <a:pt x="7040" y="29060"/>
                  </a:lnTo>
                  <a:lnTo>
                    <a:pt x="7702" y="29300"/>
                  </a:lnTo>
                  <a:lnTo>
                    <a:pt x="8383" y="29541"/>
                  </a:lnTo>
                  <a:lnTo>
                    <a:pt x="8403" y="29541"/>
                  </a:lnTo>
                  <a:lnTo>
                    <a:pt x="9326" y="29822"/>
                  </a:lnTo>
                  <a:lnTo>
                    <a:pt x="10289" y="30082"/>
                  </a:lnTo>
                  <a:lnTo>
                    <a:pt x="11291" y="30283"/>
                  </a:lnTo>
                  <a:lnTo>
                    <a:pt x="12294" y="30463"/>
                  </a:lnTo>
                  <a:lnTo>
                    <a:pt x="13317" y="30624"/>
                  </a:lnTo>
                  <a:lnTo>
                    <a:pt x="14340" y="30724"/>
                  </a:lnTo>
                  <a:lnTo>
                    <a:pt x="15382" y="30784"/>
                  </a:lnTo>
                  <a:lnTo>
                    <a:pt x="16425" y="30804"/>
                  </a:lnTo>
                  <a:lnTo>
                    <a:pt x="16987" y="30804"/>
                  </a:lnTo>
                  <a:lnTo>
                    <a:pt x="17548" y="30784"/>
                  </a:lnTo>
                  <a:lnTo>
                    <a:pt x="18110" y="30744"/>
                  </a:lnTo>
                  <a:lnTo>
                    <a:pt x="18671" y="30704"/>
                  </a:lnTo>
                  <a:lnTo>
                    <a:pt x="19233" y="30644"/>
                  </a:lnTo>
                  <a:lnTo>
                    <a:pt x="19774" y="30564"/>
                  </a:lnTo>
                  <a:lnTo>
                    <a:pt x="20336" y="30463"/>
                  </a:lnTo>
                  <a:lnTo>
                    <a:pt x="20877" y="30363"/>
                  </a:lnTo>
                  <a:lnTo>
                    <a:pt x="20115" y="30303"/>
                  </a:lnTo>
                  <a:lnTo>
                    <a:pt x="19333" y="30223"/>
                  </a:lnTo>
                  <a:lnTo>
                    <a:pt x="18611" y="30343"/>
                  </a:lnTo>
                  <a:lnTo>
                    <a:pt x="17849" y="30423"/>
                  </a:lnTo>
                  <a:lnTo>
                    <a:pt x="17087" y="30483"/>
                  </a:lnTo>
                  <a:lnTo>
                    <a:pt x="16305" y="30504"/>
                  </a:lnTo>
                  <a:lnTo>
                    <a:pt x="16024" y="30504"/>
                  </a:lnTo>
                  <a:lnTo>
                    <a:pt x="15302" y="30463"/>
                  </a:lnTo>
                  <a:lnTo>
                    <a:pt x="14580" y="30423"/>
                  </a:lnTo>
                  <a:lnTo>
                    <a:pt x="13858" y="30343"/>
                  </a:lnTo>
                  <a:lnTo>
                    <a:pt x="13156" y="30243"/>
                  </a:lnTo>
                  <a:lnTo>
                    <a:pt x="12475" y="30122"/>
                  </a:lnTo>
                  <a:lnTo>
                    <a:pt x="11793" y="29962"/>
                  </a:lnTo>
                  <a:lnTo>
                    <a:pt x="11171" y="29802"/>
                  </a:lnTo>
                  <a:lnTo>
                    <a:pt x="10549" y="29601"/>
                  </a:lnTo>
                  <a:lnTo>
                    <a:pt x="9948" y="29360"/>
                  </a:lnTo>
                  <a:lnTo>
                    <a:pt x="9366" y="29120"/>
                  </a:lnTo>
                  <a:lnTo>
                    <a:pt x="8865" y="28819"/>
                  </a:lnTo>
                  <a:lnTo>
                    <a:pt x="8624" y="28679"/>
                  </a:lnTo>
                  <a:lnTo>
                    <a:pt x="8403" y="28518"/>
                  </a:lnTo>
                  <a:lnTo>
                    <a:pt x="8383" y="28518"/>
                  </a:lnTo>
                  <a:lnTo>
                    <a:pt x="8163" y="28338"/>
                  </a:lnTo>
                  <a:lnTo>
                    <a:pt x="7942" y="28137"/>
                  </a:lnTo>
                  <a:lnTo>
                    <a:pt x="7742" y="27937"/>
                  </a:lnTo>
                  <a:lnTo>
                    <a:pt x="7581" y="27736"/>
                  </a:lnTo>
                  <a:lnTo>
                    <a:pt x="7441" y="27515"/>
                  </a:lnTo>
                  <a:lnTo>
                    <a:pt x="7321" y="27315"/>
                  </a:lnTo>
                  <a:lnTo>
                    <a:pt x="7220" y="27074"/>
                  </a:lnTo>
                  <a:lnTo>
                    <a:pt x="7160" y="26854"/>
                  </a:lnTo>
                  <a:lnTo>
                    <a:pt x="7120" y="26553"/>
                  </a:lnTo>
                  <a:lnTo>
                    <a:pt x="7080" y="26272"/>
                  </a:lnTo>
                  <a:lnTo>
                    <a:pt x="7060" y="25971"/>
                  </a:lnTo>
                  <a:lnTo>
                    <a:pt x="7040" y="25690"/>
                  </a:lnTo>
                  <a:lnTo>
                    <a:pt x="7060" y="25410"/>
                  </a:lnTo>
                  <a:lnTo>
                    <a:pt x="7080" y="25129"/>
                  </a:lnTo>
                  <a:lnTo>
                    <a:pt x="7100" y="24848"/>
                  </a:lnTo>
                  <a:lnTo>
                    <a:pt x="7140" y="24567"/>
                  </a:lnTo>
                  <a:lnTo>
                    <a:pt x="6819" y="24126"/>
                  </a:lnTo>
                  <a:lnTo>
                    <a:pt x="6518" y="23685"/>
                  </a:lnTo>
                  <a:lnTo>
                    <a:pt x="6218" y="23204"/>
                  </a:lnTo>
                  <a:lnTo>
                    <a:pt x="5957" y="22722"/>
                  </a:lnTo>
                  <a:lnTo>
                    <a:pt x="5897" y="22582"/>
                  </a:lnTo>
                  <a:lnTo>
                    <a:pt x="5556" y="22582"/>
                  </a:lnTo>
                  <a:lnTo>
                    <a:pt x="5275" y="22522"/>
                  </a:lnTo>
                  <a:lnTo>
                    <a:pt x="4994" y="22442"/>
                  </a:lnTo>
                  <a:lnTo>
                    <a:pt x="4754" y="22301"/>
                  </a:lnTo>
                  <a:lnTo>
                    <a:pt x="4533" y="22141"/>
                  </a:lnTo>
                  <a:lnTo>
                    <a:pt x="4332" y="21960"/>
                  </a:lnTo>
                  <a:lnTo>
                    <a:pt x="4172" y="21740"/>
                  </a:lnTo>
                  <a:lnTo>
                    <a:pt x="4012" y="21499"/>
                  </a:lnTo>
                  <a:lnTo>
                    <a:pt x="3911" y="21238"/>
                  </a:lnTo>
                  <a:lnTo>
                    <a:pt x="3851" y="21038"/>
                  </a:lnTo>
                  <a:lnTo>
                    <a:pt x="3811" y="20857"/>
                  </a:lnTo>
                  <a:lnTo>
                    <a:pt x="3791" y="20677"/>
                  </a:lnTo>
                  <a:lnTo>
                    <a:pt x="3791" y="20496"/>
                  </a:lnTo>
                  <a:lnTo>
                    <a:pt x="3791" y="20316"/>
                  </a:lnTo>
                  <a:lnTo>
                    <a:pt x="3831" y="20135"/>
                  </a:lnTo>
                  <a:lnTo>
                    <a:pt x="3871" y="19955"/>
                  </a:lnTo>
                  <a:lnTo>
                    <a:pt x="3931" y="19794"/>
                  </a:lnTo>
                  <a:lnTo>
                    <a:pt x="4012" y="19634"/>
                  </a:lnTo>
                  <a:lnTo>
                    <a:pt x="4092" y="19474"/>
                  </a:lnTo>
                  <a:lnTo>
                    <a:pt x="4192" y="19333"/>
                  </a:lnTo>
                  <a:lnTo>
                    <a:pt x="4312" y="19193"/>
                  </a:lnTo>
                  <a:lnTo>
                    <a:pt x="4433" y="19072"/>
                  </a:lnTo>
                  <a:lnTo>
                    <a:pt x="4553" y="18952"/>
                  </a:lnTo>
                  <a:lnTo>
                    <a:pt x="4713" y="18852"/>
                  </a:lnTo>
                  <a:lnTo>
                    <a:pt x="4854" y="18752"/>
                  </a:lnTo>
                  <a:lnTo>
                    <a:pt x="4814" y="18150"/>
                  </a:lnTo>
                  <a:lnTo>
                    <a:pt x="4774" y="17528"/>
                  </a:lnTo>
                  <a:lnTo>
                    <a:pt x="4754" y="16927"/>
                  </a:lnTo>
                  <a:lnTo>
                    <a:pt x="4733" y="16305"/>
                  </a:lnTo>
                  <a:lnTo>
                    <a:pt x="4733" y="15523"/>
                  </a:lnTo>
                  <a:lnTo>
                    <a:pt x="4754" y="14741"/>
                  </a:lnTo>
                  <a:lnTo>
                    <a:pt x="4794" y="13959"/>
                  </a:lnTo>
                  <a:lnTo>
                    <a:pt x="4854" y="13176"/>
                  </a:lnTo>
                  <a:lnTo>
                    <a:pt x="4934" y="12394"/>
                  </a:lnTo>
                  <a:lnTo>
                    <a:pt x="5054" y="11632"/>
                  </a:lnTo>
                  <a:lnTo>
                    <a:pt x="5175" y="10850"/>
                  </a:lnTo>
                  <a:lnTo>
                    <a:pt x="5335" y="10088"/>
                  </a:lnTo>
                  <a:lnTo>
                    <a:pt x="5516" y="9326"/>
                  </a:lnTo>
                  <a:lnTo>
                    <a:pt x="5716" y="8564"/>
                  </a:lnTo>
                  <a:lnTo>
                    <a:pt x="5937" y="7822"/>
                  </a:lnTo>
                  <a:lnTo>
                    <a:pt x="6197" y="7080"/>
                  </a:lnTo>
                  <a:lnTo>
                    <a:pt x="6478" y="6358"/>
                  </a:lnTo>
                  <a:lnTo>
                    <a:pt x="6779" y="5636"/>
                  </a:lnTo>
                  <a:lnTo>
                    <a:pt x="7120" y="4934"/>
                  </a:lnTo>
                  <a:lnTo>
                    <a:pt x="7501" y="4232"/>
                  </a:lnTo>
                  <a:lnTo>
                    <a:pt x="7862" y="3650"/>
                  </a:lnTo>
                  <a:lnTo>
                    <a:pt x="8223" y="3069"/>
                  </a:lnTo>
                  <a:lnTo>
                    <a:pt x="8624" y="2507"/>
                  </a:lnTo>
                  <a:lnTo>
                    <a:pt x="9045" y="1966"/>
                  </a:lnTo>
                  <a:lnTo>
                    <a:pt x="9486" y="1444"/>
                  </a:lnTo>
                  <a:lnTo>
                    <a:pt x="9948" y="943"/>
                  </a:lnTo>
                  <a:lnTo>
                    <a:pt x="10429" y="462"/>
                  </a:lnTo>
                  <a:lnTo>
                    <a:pt x="1091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21"/>
            <p:cNvSpPr/>
            <p:nvPr/>
          </p:nvSpPr>
          <p:spPr>
            <a:xfrm>
              <a:off x="11033225" y="3274125"/>
              <a:ext cx="521950" cy="770125"/>
            </a:xfrm>
            <a:custGeom>
              <a:avLst/>
              <a:gdLst/>
              <a:ahLst/>
              <a:cxnLst/>
              <a:rect l="l" t="t" r="r" b="b"/>
              <a:pathLst>
                <a:path w="20878" h="30805" fill="none" extrusionOk="0">
                  <a:moveTo>
                    <a:pt x="10910" y="1"/>
                  </a:moveTo>
                  <a:lnTo>
                    <a:pt x="10910" y="1"/>
                  </a:lnTo>
                  <a:lnTo>
                    <a:pt x="10088" y="221"/>
                  </a:lnTo>
                  <a:lnTo>
                    <a:pt x="9286" y="482"/>
                  </a:lnTo>
                  <a:lnTo>
                    <a:pt x="8905" y="622"/>
                  </a:lnTo>
                  <a:lnTo>
                    <a:pt x="8524" y="783"/>
                  </a:lnTo>
                  <a:lnTo>
                    <a:pt x="8143" y="963"/>
                  </a:lnTo>
                  <a:lnTo>
                    <a:pt x="7782" y="1144"/>
                  </a:lnTo>
                  <a:lnTo>
                    <a:pt x="7421" y="1324"/>
                  </a:lnTo>
                  <a:lnTo>
                    <a:pt x="7080" y="1525"/>
                  </a:lnTo>
                  <a:lnTo>
                    <a:pt x="6739" y="1725"/>
                  </a:lnTo>
                  <a:lnTo>
                    <a:pt x="6418" y="1946"/>
                  </a:lnTo>
                  <a:lnTo>
                    <a:pt x="6097" y="2186"/>
                  </a:lnTo>
                  <a:lnTo>
                    <a:pt x="5796" y="2427"/>
                  </a:lnTo>
                  <a:lnTo>
                    <a:pt x="5516" y="2668"/>
                  </a:lnTo>
                  <a:lnTo>
                    <a:pt x="5235" y="2929"/>
                  </a:lnTo>
                  <a:lnTo>
                    <a:pt x="5235" y="2929"/>
                  </a:lnTo>
                  <a:lnTo>
                    <a:pt x="4814" y="3350"/>
                  </a:lnTo>
                  <a:lnTo>
                    <a:pt x="4413" y="3811"/>
                  </a:lnTo>
                  <a:lnTo>
                    <a:pt x="4032" y="4292"/>
                  </a:lnTo>
                  <a:lnTo>
                    <a:pt x="3671" y="4814"/>
                  </a:lnTo>
                  <a:lnTo>
                    <a:pt x="3330" y="5355"/>
                  </a:lnTo>
                  <a:lnTo>
                    <a:pt x="2989" y="5937"/>
                  </a:lnTo>
                  <a:lnTo>
                    <a:pt x="2668" y="6538"/>
                  </a:lnTo>
                  <a:lnTo>
                    <a:pt x="2367" y="7160"/>
                  </a:lnTo>
                  <a:lnTo>
                    <a:pt x="2367" y="7160"/>
                  </a:lnTo>
                  <a:lnTo>
                    <a:pt x="2227" y="7501"/>
                  </a:lnTo>
                  <a:lnTo>
                    <a:pt x="2227" y="7501"/>
                  </a:lnTo>
                  <a:lnTo>
                    <a:pt x="1966" y="8103"/>
                  </a:lnTo>
                  <a:lnTo>
                    <a:pt x="1705" y="8744"/>
                  </a:lnTo>
                  <a:lnTo>
                    <a:pt x="1485" y="9386"/>
                  </a:lnTo>
                  <a:lnTo>
                    <a:pt x="1264" y="10028"/>
                  </a:lnTo>
                  <a:lnTo>
                    <a:pt x="1064" y="10690"/>
                  </a:lnTo>
                  <a:lnTo>
                    <a:pt x="883" y="11371"/>
                  </a:lnTo>
                  <a:lnTo>
                    <a:pt x="723" y="12053"/>
                  </a:lnTo>
                  <a:lnTo>
                    <a:pt x="562" y="12735"/>
                  </a:lnTo>
                  <a:lnTo>
                    <a:pt x="442" y="13437"/>
                  </a:lnTo>
                  <a:lnTo>
                    <a:pt x="321" y="14119"/>
                  </a:lnTo>
                  <a:lnTo>
                    <a:pt x="221" y="14821"/>
                  </a:lnTo>
                  <a:lnTo>
                    <a:pt x="141" y="15523"/>
                  </a:lnTo>
                  <a:lnTo>
                    <a:pt x="81" y="16205"/>
                  </a:lnTo>
                  <a:lnTo>
                    <a:pt x="41" y="16886"/>
                  </a:lnTo>
                  <a:lnTo>
                    <a:pt x="1" y="17568"/>
                  </a:lnTo>
                  <a:lnTo>
                    <a:pt x="1" y="18250"/>
                  </a:lnTo>
                  <a:lnTo>
                    <a:pt x="1" y="18250"/>
                  </a:lnTo>
                  <a:lnTo>
                    <a:pt x="21" y="19092"/>
                  </a:lnTo>
                  <a:lnTo>
                    <a:pt x="61" y="19895"/>
                  </a:lnTo>
                  <a:lnTo>
                    <a:pt x="141" y="20697"/>
                  </a:lnTo>
                  <a:lnTo>
                    <a:pt x="241" y="21459"/>
                  </a:lnTo>
                  <a:lnTo>
                    <a:pt x="362" y="22201"/>
                  </a:lnTo>
                  <a:lnTo>
                    <a:pt x="542" y="22923"/>
                  </a:lnTo>
                  <a:lnTo>
                    <a:pt x="723" y="23605"/>
                  </a:lnTo>
                  <a:lnTo>
                    <a:pt x="963" y="24247"/>
                  </a:lnTo>
                  <a:lnTo>
                    <a:pt x="963" y="24247"/>
                  </a:lnTo>
                  <a:lnTo>
                    <a:pt x="1144" y="24648"/>
                  </a:lnTo>
                  <a:lnTo>
                    <a:pt x="1364" y="25049"/>
                  </a:lnTo>
                  <a:lnTo>
                    <a:pt x="1645" y="25450"/>
                  </a:lnTo>
                  <a:lnTo>
                    <a:pt x="1946" y="25831"/>
                  </a:lnTo>
                  <a:lnTo>
                    <a:pt x="2307" y="26192"/>
                  </a:lnTo>
                  <a:lnTo>
                    <a:pt x="2708" y="26553"/>
                  </a:lnTo>
                  <a:lnTo>
                    <a:pt x="3129" y="26914"/>
                  </a:lnTo>
                  <a:lnTo>
                    <a:pt x="3610" y="27255"/>
                  </a:lnTo>
                  <a:lnTo>
                    <a:pt x="4112" y="27596"/>
                  </a:lnTo>
                  <a:lnTo>
                    <a:pt x="4633" y="27916"/>
                  </a:lnTo>
                  <a:lnTo>
                    <a:pt x="5195" y="28217"/>
                  </a:lnTo>
                  <a:lnTo>
                    <a:pt x="5796" y="28518"/>
                  </a:lnTo>
                  <a:lnTo>
                    <a:pt x="6398" y="28799"/>
                  </a:lnTo>
                  <a:lnTo>
                    <a:pt x="7040" y="29060"/>
                  </a:lnTo>
                  <a:lnTo>
                    <a:pt x="7702" y="29300"/>
                  </a:lnTo>
                  <a:lnTo>
                    <a:pt x="8383" y="29541"/>
                  </a:lnTo>
                  <a:lnTo>
                    <a:pt x="8403" y="29541"/>
                  </a:lnTo>
                  <a:lnTo>
                    <a:pt x="8403" y="29541"/>
                  </a:lnTo>
                  <a:lnTo>
                    <a:pt x="9326" y="29822"/>
                  </a:lnTo>
                  <a:lnTo>
                    <a:pt x="10289" y="30082"/>
                  </a:lnTo>
                  <a:lnTo>
                    <a:pt x="11291" y="30283"/>
                  </a:lnTo>
                  <a:lnTo>
                    <a:pt x="12294" y="30463"/>
                  </a:lnTo>
                  <a:lnTo>
                    <a:pt x="13317" y="30624"/>
                  </a:lnTo>
                  <a:lnTo>
                    <a:pt x="14340" y="30724"/>
                  </a:lnTo>
                  <a:lnTo>
                    <a:pt x="15382" y="30784"/>
                  </a:lnTo>
                  <a:lnTo>
                    <a:pt x="16425" y="30804"/>
                  </a:lnTo>
                  <a:lnTo>
                    <a:pt x="16425" y="30804"/>
                  </a:lnTo>
                  <a:lnTo>
                    <a:pt x="16987" y="30804"/>
                  </a:lnTo>
                  <a:lnTo>
                    <a:pt x="17548" y="30784"/>
                  </a:lnTo>
                  <a:lnTo>
                    <a:pt x="18110" y="30744"/>
                  </a:lnTo>
                  <a:lnTo>
                    <a:pt x="18671" y="30704"/>
                  </a:lnTo>
                  <a:lnTo>
                    <a:pt x="19233" y="30644"/>
                  </a:lnTo>
                  <a:lnTo>
                    <a:pt x="19774" y="30564"/>
                  </a:lnTo>
                  <a:lnTo>
                    <a:pt x="20336" y="30463"/>
                  </a:lnTo>
                  <a:lnTo>
                    <a:pt x="20877" y="30363"/>
                  </a:lnTo>
                  <a:lnTo>
                    <a:pt x="20877" y="30363"/>
                  </a:lnTo>
                  <a:lnTo>
                    <a:pt x="20115" y="30303"/>
                  </a:lnTo>
                  <a:lnTo>
                    <a:pt x="19333" y="30223"/>
                  </a:lnTo>
                  <a:lnTo>
                    <a:pt x="19333" y="30223"/>
                  </a:lnTo>
                  <a:lnTo>
                    <a:pt x="18611" y="30343"/>
                  </a:lnTo>
                  <a:lnTo>
                    <a:pt x="17849" y="30423"/>
                  </a:lnTo>
                  <a:lnTo>
                    <a:pt x="17087" y="30483"/>
                  </a:lnTo>
                  <a:lnTo>
                    <a:pt x="16305" y="30504"/>
                  </a:lnTo>
                  <a:lnTo>
                    <a:pt x="16305" y="30504"/>
                  </a:lnTo>
                  <a:lnTo>
                    <a:pt x="16024" y="30504"/>
                  </a:lnTo>
                  <a:lnTo>
                    <a:pt x="16024" y="30504"/>
                  </a:lnTo>
                  <a:lnTo>
                    <a:pt x="15302" y="30463"/>
                  </a:lnTo>
                  <a:lnTo>
                    <a:pt x="14580" y="30423"/>
                  </a:lnTo>
                  <a:lnTo>
                    <a:pt x="13858" y="30343"/>
                  </a:lnTo>
                  <a:lnTo>
                    <a:pt x="13156" y="30243"/>
                  </a:lnTo>
                  <a:lnTo>
                    <a:pt x="12475" y="30122"/>
                  </a:lnTo>
                  <a:lnTo>
                    <a:pt x="11793" y="29962"/>
                  </a:lnTo>
                  <a:lnTo>
                    <a:pt x="11171" y="29802"/>
                  </a:lnTo>
                  <a:lnTo>
                    <a:pt x="10549" y="29601"/>
                  </a:lnTo>
                  <a:lnTo>
                    <a:pt x="10549" y="29601"/>
                  </a:lnTo>
                  <a:lnTo>
                    <a:pt x="9948" y="29360"/>
                  </a:lnTo>
                  <a:lnTo>
                    <a:pt x="9366" y="29120"/>
                  </a:lnTo>
                  <a:lnTo>
                    <a:pt x="8865" y="28819"/>
                  </a:lnTo>
                  <a:lnTo>
                    <a:pt x="8624" y="28679"/>
                  </a:lnTo>
                  <a:lnTo>
                    <a:pt x="8403" y="28518"/>
                  </a:lnTo>
                  <a:lnTo>
                    <a:pt x="8383" y="28518"/>
                  </a:lnTo>
                  <a:lnTo>
                    <a:pt x="8383" y="28518"/>
                  </a:lnTo>
                  <a:lnTo>
                    <a:pt x="8163" y="28338"/>
                  </a:lnTo>
                  <a:lnTo>
                    <a:pt x="7942" y="28137"/>
                  </a:lnTo>
                  <a:lnTo>
                    <a:pt x="7742" y="27937"/>
                  </a:lnTo>
                  <a:lnTo>
                    <a:pt x="7581" y="27736"/>
                  </a:lnTo>
                  <a:lnTo>
                    <a:pt x="7441" y="27515"/>
                  </a:lnTo>
                  <a:lnTo>
                    <a:pt x="7321" y="27315"/>
                  </a:lnTo>
                  <a:lnTo>
                    <a:pt x="7220" y="27074"/>
                  </a:lnTo>
                  <a:lnTo>
                    <a:pt x="7160" y="26854"/>
                  </a:lnTo>
                  <a:lnTo>
                    <a:pt x="7160" y="26854"/>
                  </a:lnTo>
                  <a:lnTo>
                    <a:pt x="7120" y="26553"/>
                  </a:lnTo>
                  <a:lnTo>
                    <a:pt x="7080" y="26272"/>
                  </a:lnTo>
                  <a:lnTo>
                    <a:pt x="7060" y="25971"/>
                  </a:lnTo>
                  <a:lnTo>
                    <a:pt x="7040" y="25690"/>
                  </a:lnTo>
                  <a:lnTo>
                    <a:pt x="7040" y="25690"/>
                  </a:lnTo>
                  <a:lnTo>
                    <a:pt x="7060" y="25410"/>
                  </a:lnTo>
                  <a:lnTo>
                    <a:pt x="7080" y="25129"/>
                  </a:lnTo>
                  <a:lnTo>
                    <a:pt x="7100" y="24848"/>
                  </a:lnTo>
                  <a:lnTo>
                    <a:pt x="7140" y="24567"/>
                  </a:lnTo>
                  <a:lnTo>
                    <a:pt x="7140" y="24567"/>
                  </a:lnTo>
                  <a:lnTo>
                    <a:pt x="6819" y="24126"/>
                  </a:lnTo>
                  <a:lnTo>
                    <a:pt x="6518" y="23685"/>
                  </a:lnTo>
                  <a:lnTo>
                    <a:pt x="6218" y="23204"/>
                  </a:lnTo>
                  <a:lnTo>
                    <a:pt x="5957" y="22722"/>
                  </a:lnTo>
                  <a:lnTo>
                    <a:pt x="5957" y="22722"/>
                  </a:lnTo>
                  <a:lnTo>
                    <a:pt x="5897" y="22582"/>
                  </a:lnTo>
                  <a:lnTo>
                    <a:pt x="5897" y="22582"/>
                  </a:lnTo>
                  <a:lnTo>
                    <a:pt x="5776" y="22582"/>
                  </a:lnTo>
                  <a:lnTo>
                    <a:pt x="5776" y="22582"/>
                  </a:lnTo>
                  <a:lnTo>
                    <a:pt x="5556" y="22582"/>
                  </a:lnTo>
                  <a:lnTo>
                    <a:pt x="5556" y="22582"/>
                  </a:lnTo>
                  <a:lnTo>
                    <a:pt x="5275" y="22522"/>
                  </a:lnTo>
                  <a:lnTo>
                    <a:pt x="4994" y="22442"/>
                  </a:lnTo>
                  <a:lnTo>
                    <a:pt x="4754" y="22301"/>
                  </a:lnTo>
                  <a:lnTo>
                    <a:pt x="4533" y="22141"/>
                  </a:lnTo>
                  <a:lnTo>
                    <a:pt x="4332" y="21960"/>
                  </a:lnTo>
                  <a:lnTo>
                    <a:pt x="4172" y="21740"/>
                  </a:lnTo>
                  <a:lnTo>
                    <a:pt x="4012" y="21499"/>
                  </a:lnTo>
                  <a:lnTo>
                    <a:pt x="3911" y="21238"/>
                  </a:lnTo>
                  <a:lnTo>
                    <a:pt x="3911" y="21238"/>
                  </a:lnTo>
                  <a:lnTo>
                    <a:pt x="3851" y="21038"/>
                  </a:lnTo>
                  <a:lnTo>
                    <a:pt x="3811" y="20857"/>
                  </a:lnTo>
                  <a:lnTo>
                    <a:pt x="3791" y="20677"/>
                  </a:lnTo>
                  <a:lnTo>
                    <a:pt x="3791" y="20496"/>
                  </a:lnTo>
                  <a:lnTo>
                    <a:pt x="3791" y="20316"/>
                  </a:lnTo>
                  <a:lnTo>
                    <a:pt x="3831" y="20135"/>
                  </a:lnTo>
                  <a:lnTo>
                    <a:pt x="3871" y="19955"/>
                  </a:lnTo>
                  <a:lnTo>
                    <a:pt x="3931" y="19794"/>
                  </a:lnTo>
                  <a:lnTo>
                    <a:pt x="4012" y="19634"/>
                  </a:lnTo>
                  <a:lnTo>
                    <a:pt x="4092" y="19474"/>
                  </a:lnTo>
                  <a:lnTo>
                    <a:pt x="4192" y="19333"/>
                  </a:lnTo>
                  <a:lnTo>
                    <a:pt x="4312" y="19193"/>
                  </a:lnTo>
                  <a:lnTo>
                    <a:pt x="4433" y="19072"/>
                  </a:lnTo>
                  <a:lnTo>
                    <a:pt x="4553" y="18952"/>
                  </a:lnTo>
                  <a:lnTo>
                    <a:pt x="4713" y="18852"/>
                  </a:lnTo>
                  <a:lnTo>
                    <a:pt x="4854" y="18752"/>
                  </a:lnTo>
                  <a:lnTo>
                    <a:pt x="4854" y="18752"/>
                  </a:lnTo>
                  <a:lnTo>
                    <a:pt x="4814" y="18150"/>
                  </a:lnTo>
                  <a:lnTo>
                    <a:pt x="4774" y="17528"/>
                  </a:lnTo>
                  <a:lnTo>
                    <a:pt x="4754" y="16927"/>
                  </a:lnTo>
                  <a:lnTo>
                    <a:pt x="4733" y="16305"/>
                  </a:lnTo>
                  <a:lnTo>
                    <a:pt x="4733" y="16305"/>
                  </a:lnTo>
                  <a:lnTo>
                    <a:pt x="4733" y="15523"/>
                  </a:lnTo>
                  <a:lnTo>
                    <a:pt x="4754" y="14741"/>
                  </a:lnTo>
                  <a:lnTo>
                    <a:pt x="4794" y="13959"/>
                  </a:lnTo>
                  <a:lnTo>
                    <a:pt x="4854" y="13176"/>
                  </a:lnTo>
                  <a:lnTo>
                    <a:pt x="4934" y="12394"/>
                  </a:lnTo>
                  <a:lnTo>
                    <a:pt x="5054" y="11632"/>
                  </a:lnTo>
                  <a:lnTo>
                    <a:pt x="5175" y="10850"/>
                  </a:lnTo>
                  <a:lnTo>
                    <a:pt x="5335" y="10088"/>
                  </a:lnTo>
                  <a:lnTo>
                    <a:pt x="5516" y="9326"/>
                  </a:lnTo>
                  <a:lnTo>
                    <a:pt x="5716" y="8564"/>
                  </a:lnTo>
                  <a:lnTo>
                    <a:pt x="5937" y="7822"/>
                  </a:lnTo>
                  <a:lnTo>
                    <a:pt x="6197" y="7080"/>
                  </a:lnTo>
                  <a:lnTo>
                    <a:pt x="6478" y="6358"/>
                  </a:lnTo>
                  <a:lnTo>
                    <a:pt x="6779" y="5636"/>
                  </a:lnTo>
                  <a:lnTo>
                    <a:pt x="7120" y="4934"/>
                  </a:lnTo>
                  <a:lnTo>
                    <a:pt x="7501" y="4232"/>
                  </a:lnTo>
                  <a:lnTo>
                    <a:pt x="7501" y="4232"/>
                  </a:lnTo>
                  <a:lnTo>
                    <a:pt x="7862" y="3650"/>
                  </a:lnTo>
                  <a:lnTo>
                    <a:pt x="8223" y="3069"/>
                  </a:lnTo>
                  <a:lnTo>
                    <a:pt x="8624" y="2507"/>
                  </a:lnTo>
                  <a:lnTo>
                    <a:pt x="9045" y="1966"/>
                  </a:lnTo>
                  <a:lnTo>
                    <a:pt x="9486" y="1444"/>
                  </a:lnTo>
                  <a:lnTo>
                    <a:pt x="9948" y="943"/>
                  </a:lnTo>
                  <a:lnTo>
                    <a:pt x="10429" y="462"/>
                  </a:lnTo>
                  <a:lnTo>
                    <a:pt x="1091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21"/>
            <p:cNvSpPr/>
            <p:nvPr/>
          </p:nvSpPr>
          <p:spPr>
            <a:xfrm>
              <a:off x="11396725" y="3266600"/>
              <a:ext cx="58175" cy="439225"/>
            </a:xfrm>
            <a:custGeom>
              <a:avLst/>
              <a:gdLst/>
              <a:ahLst/>
              <a:cxnLst/>
              <a:rect l="l" t="t" r="r" b="b"/>
              <a:pathLst>
                <a:path w="2327" h="17569" extrusionOk="0">
                  <a:moveTo>
                    <a:pt x="1083" y="1"/>
                  </a:moveTo>
                  <a:lnTo>
                    <a:pt x="1063" y="21"/>
                  </a:lnTo>
                  <a:lnTo>
                    <a:pt x="1023" y="61"/>
                  </a:lnTo>
                  <a:lnTo>
                    <a:pt x="1023" y="121"/>
                  </a:lnTo>
                  <a:lnTo>
                    <a:pt x="963" y="1465"/>
                  </a:lnTo>
                  <a:lnTo>
                    <a:pt x="943" y="2808"/>
                  </a:lnTo>
                  <a:lnTo>
                    <a:pt x="903" y="5496"/>
                  </a:lnTo>
                  <a:lnTo>
                    <a:pt x="522" y="5616"/>
                  </a:lnTo>
                  <a:lnTo>
                    <a:pt x="140" y="5736"/>
                  </a:lnTo>
                  <a:lnTo>
                    <a:pt x="100" y="5756"/>
                  </a:lnTo>
                  <a:lnTo>
                    <a:pt x="100" y="5796"/>
                  </a:lnTo>
                  <a:lnTo>
                    <a:pt x="120" y="5837"/>
                  </a:lnTo>
                  <a:lnTo>
                    <a:pt x="161" y="5857"/>
                  </a:lnTo>
                  <a:lnTo>
                    <a:pt x="542" y="5796"/>
                  </a:lnTo>
                  <a:lnTo>
                    <a:pt x="903" y="5776"/>
                  </a:lnTo>
                  <a:lnTo>
                    <a:pt x="903" y="6418"/>
                  </a:lnTo>
                  <a:lnTo>
                    <a:pt x="481" y="6478"/>
                  </a:lnTo>
                  <a:lnTo>
                    <a:pt x="80" y="6539"/>
                  </a:lnTo>
                  <a:lnTo>
                    <a:pt x="40" y="6539"/>
                  </a:lnTo>
                  <a:lnTo>
                    <a:pt x="20" y="6579"/>
                  </a:lnTo>
                  <a:lnTo>
                    <a:pt x="0" y="6619"/>
                  </a:lnTo>
                  <a:lnTo>
                    <a:pt x="0" y="6659"/>
                  </a:lnTo>
                  <a:lnTo>
                    <a:pt x="20" y="6699"/>
                  </a:lnTo>
                  <a:lnTo>
                    <a:pt x="40" y="6719"/>
                  </a:lnTo>
                  <a:lnTo>
                    <a:pt x="60" y="6739"/>
                  </a:lnTo>
                  <a:lnTo>
                    <a:pt x="100" y="6759"/>
                  </a:lnTo>
                  <a:lnTo>
                    <a:pt x="562" y="6759"/>
                  </a:lnTo>
                  <a:lnTo>
                    <a:pt x="903" y="6799"/>
                  </a:lnTo>
                  <a:lnTo>
                    <a:pt x="923" y="11993"/>
                  </a:lnTo>
                  <a:lnTo>
                    <a:pt x="221" y="11833"/>
                  </a:lnTo>
                  <a:lnTo>
                    <a:pt x="201" y="11813"/>
                  </a:lnTo>
                  <a:lnTo>
                    <a:pt x="140" y="11833"/>
                  </a:lnTo>
                  <a:lnTo>
                    <a:pt x="120" y="11873"/>
                  </a:lnTo>
                  <a:lnTo>
                    <a:pt x="100" y="11933"/>
                  </a:lnTo>
                  <a:lnTo>
                    <a:pt x="140" y="11973"/>
                  </a:lnTo>
                  <a:lnTo>
                    <a:pt x="501" y="12174"/>
                  </a:lnTo>
                  <a:lnTo>
                    <a:pt x="923" y="12334"/>
                  </a:lnTo>
                  <a:lnTo>
                    <a:pt x="903" y="13357"/>
                  </a:lnTo>
                  <a:lnTo>
                    <a:pt x="441" y="13598"/>
                  </a:lnTo>
                  <a:lnTo>
                    <a:pt x="421" y="13618"/>
                  </a:lnTo>
                  <a:lnTo>
                    <a:pt x="401" y="13638"/>
                  </a:lnTo>
                  <a:lnTo>
                    <a:pt x="401" y="13698"/>
                  </a:lnTo>
                  <a:lnTo>
                    <a:pt x="441" y="13738"/>
                  </a:lnTo>
                  <a:lnTo>
                    <a:pt x="481" y="13758"/>
                  </a:lnTo>
                  <a:lnTo>
                    <a:pt x="522" y="13738"/>
                  </a:lnTo>
                  <a:lnTo>
                    <a:pt x="903" y="13618"/>
                  </a:lnTo>
                  <a:lnTo>
                    <a:pt x="903" y="14059"/>
                  </a:lnTo>
                  <a:lnTo>
                    <a:pt x="842" y="17569"/>
                  </a:lnTo>
                  <a:lnTo>
                    <a:pt x="1404" y="17569"/>
                  </a:lnTo>
                  <a:lnTo>
                    <a:pt x="1464" y="14079"/>
                  </a:lnTo>
                  <a:lnTo>
                    <a:pt x="1464" y="13437"/>
                  </a:lnTo>
                  <a:lnTo>
                    <a:pt x="2066" y="13277"/>
                  </a:lnTo>
                  <a:lnTo>
                    <a:pt x="2106" y="13237"/>
                  </a:lnTo>
                  <a:lnTo>
                    <a:pt x="2146" y="13197"/>
                  </a:lnTo>
                  <a:lnTo>
                    <a:pt x="2166" y="13157"/>
                  </a:lnTo>
                  <a:lnTo>
                    <a:pt x="2166" y="13096"/>
                  </a:lnTo>
                  <a:lnTo>
                    <a:pt x="2146" y="13056"/>
                  </a:lnTo>
                  <a:lnTo>
                    <a:pt x="2126" y="13016"/>
                  </a:lnTo>
                  <a:lnTo>
                    <a:pt x="2086" y="12976"/>
                  </a:lnTo>
                  <a:lnTo>
                    <a:pt x="1986" y="12976"/>
                  </a:lnTo>
                  <a:lnTo>
                    <a:pt x="1725" y="13036"/>
                  </a:lnTo>
                  <a:lnTo>
                    <a:pt x="1484" y="13136"/>
                  </a:lnTo>
                  <a:lnTo>
                    <a:pt x="1484" y="12495"/>
                  </a:lnTo>
                  <a:lnTo>
                    <a:pt x="1705" y="12535"/>
                  </a:lnTo>
                  <a:lnTo>
                    <a:pt x="2086" y="12535"/>
                  </a:lnTo>
                  <a:lnTo>
                    <a:pt x="2226" y="12515"/>
                  </a:lnTo>
                  <a:lnTo>
                    <a:pt x="2266" y="12515"/>
                  </a:lnTo>
                  <a:lnTo>
                    <a:pt x="2306" y="12475"/>
                  </a:lnTo>
                  <a:lnTo>
                    <a:pt x="2306" y="12455"/>
                  </a:lnTo>
                  <a:lnTo>
                    <a:pt x="2326" y="12415"/>
                  </a:lnTo>
                  <a:lnTo>
                    <a:pt x="2306" y="12334"/>
                  </a:lnTo>
                  <a:lnTo>
                    <a:pt x="2266" y="12314"/>
                  </a:lnTo>
                  <a:lnTo>
                    <a:pt x="2246" y="12294"/>
                  </a:lnTo>
                  <a:lnTo>
                    <a:pt x="2066" y="12234"/>
                  </a:lnTo>
                  <a:lnTo>
                    <a:pt x="1865" y="12194"/>
                  </a:lnTo>
                  <a:lnTo>
                    <a:pt x="1484" y="12134"/>
                  </a:lnTo>
                  <a:lnTo>
                    <a:pt x="1524" y="9487"/>
                  </a:lnTo>
                  <a:lnTo>
                    <a:pt x="1524" y="6819"/>
                  </a:lnTo>
                  <a:lnTo>
                    <a:pt x="2066" y="6819"/>
                  </a:lnTo>
                  <a:lnTo>
                    <a:pt x="2126" y="6799"/>
                  </a:lnTo>
                  <a:lnTo>
                    <a:pt x="2146" y="6759"/>
                  </a:lnTo>
                  <a:lnTo>
                    <a:pt x="2166" y="6719"/>
                  </a:lnTo>
                  <a:lnTo>
                    <a:pt x="2186" y="6679"/>
                  </a:lnTo>
                  <a:lnTo>
                    <a:pt x="2166" y="6619"/>
                  </a:lnTo>
                  <a:lnTo>
                    <a:pt x="2146" y="6579"/>
                  </a:lnTo>
                  <a:lnTo>
                    <a:pt x="2126" y="6539"/>
                  </a:lnTo>
                  <a:lnTo>
                    <a:pt x="2086" y="6518"/>
                  </a:lnTo>
                  <a:lnTo>
                    <a:pt x="1805" y="6458"/>
                  </a:lnTo>
                  <a:lnTo>
                    <a:pt x="1524" y="6418"/>
                  </a:lnTo>
                  <a:lnTo>
                    <a:pt x="1524" y="5716"/>
                  </a:lnTo>
                  <a:lnTo>
                    <a:pt x="1765" y="5676"/>
                  </a:lnTo>
                  <a:lnTo>
                    <a:pt x="2006" y="5616"/>
                  </a:lnTo>
                  <a:lnTo>
                    <a:pt x="2066" y="5596"/>
                  </a:lnTo>
                  <a:lnTo>
                    <a:pt x="2086" y="5556"/>
                  </a:lnTo>
                  <a:lnTo>
                    <a:pt x="2106" y="5516"/>
                  </a:lnTo>
                  <a:lnTo>
                    <a:pt x="2106" y="5476"/>
                  </a:lnTo>
                  <a:lnTo>
                    <a:pt x="2086" y="5436"/>
                  </a:lnTo>
                  <a:lnTo>
                    <a:pt x="2066" y="5395"/>
                  </a:lnTo>
                  <a:lnTo>
                    <a:pt x="2026" y="5375"/>
                  </a:lnTo>
                  <a:lnTo>
                    <a:pt x="1986" y="5355"/>
                  </a:lnTo>
                  <a:lnTo>
                    <a:pt x="1765" y="5355"/>
                  </a:lnTo>
                  <a:lnTo>
                    <a:pt x="1504" y="5375"/>
                  </a:lnTo>
                  <a:lnTo>
                    <a:pt x="1484" y="4052"/>
                  </a:lnTo>
                  <a:lnTo>
                    <a:pt x="1424" y="2748"/>
                  </a:lnTo>
                  <a:lnTo>
                    <a:pt x="1364" y="1425"/>
                  </a:lnTo>
                  <a:lnTo>
                    <a:pt x="1264" y="121"/>
                  </a:lnTo>
                  <a:lnTo>
                    <a:pt x="1264" y="61"/>
                  </a:lnTo>
                  <a:lnTo>
                    <a:pt x="1223" y="21"/>
                  </a:lnTo>
                  <a:lnTo>
                    <a:pt x="118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21"/>
            <p:cNvSpPr/>
            <p:nvPr/>
          </p:nvSpPr>
          <p:spPr>
            <a:xfrm>
              <a:off x="11431300" y="3863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21"/>
            <p:cNvSpPr/>
            <p:nvPr/>
          </p:nvSpPr>
          <p:spPr>
            <a:xfrm>
              <a:off x="11431300" y="3863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21"/>
            <p:cNvSpPr/>
            <p:nvPr/>
          </p:nvSpPr>
          <p:spPr>
            <a:xfrm>
              <a:off x="11209200" y="3705800"/>
              <a:ext cx="427700" cy="330925"/>
            </a:xfrm>
            <a:custGeom>
              <a:avLst/>
              <a:gdLst/>
              <a:ahLst/>
              <a:cxnLst/>
              <a:rect l="l" t="t" r="r" b="b"/>
              <a:pathLst>
                <a:path w="17108" h="13237" extrusionOk="0">
                  <a:moveTo>
                    <a:pt x="8323" y="1"/>
                  </a:moveTo>
                  <a:lnTo>
                    <a:pt x="7882" y="41"/>
                  </a:lnTo>
                  <a:lnTo>
                    <a:pt x="7421" y="101"/>
                  </a:lnTo>
                  <a:lnTo>
                    <a:pt x="7060" y="161"/>
                  </a:lnTo>
                  <a:lnTo>
                    <a:pt x="6699" y="241"/>
                  </a:lnTo>
                  <a:lnTo>
                    <a:pt x="6338" y="321"/>
                  </a:lnTo>
                  <a:lnTo>
                    <a:pt x="5977" y="442"/>
                  </a:lnTo>
                  <a:lnTo>
                    <a:pt x="5616" y="562"/>
                  </a:lnTo>
                  <a:lnTo>
                    <a:pt x="5255" y="722"/>
                  </a:lnTo>
                  <a:lnTo>
                    <a:pt x="4894" y="883"/>
                  </a:lnTo>
                  <a:lnTo>
                    <a:pt x="4533" y="1063"/>
                  </a:lnTo>
                  <a:lnTo>
                    <a:pt x="4252" y="1224"/>
                  </a:lnTo>
                  <a:lnTo>
                    <a:pt x="3972" y="1424"/>
                  </a:lnTo>
                  <a:lnTo>
                    <a:pt x="3671" y="1645"/>
                  </a:lnTo>
                  <a:lnTo>
                    <a:pt x="3370" y="1886"/>
                  </a:lnTo>
                  <a:lnTo>
                    <a:pt x="3069" y="2166"/>
                  </a:lnTo>
                  <a:lnTo>
                    <a:pt x="2748" y="2467"/>
                  </a:lnTo>
                  <a:lnTo>
                    <a:pt x="2447" y="2788"/>
                  </a:lnTo>
                  <a:lnTo>
                    <a:pt x="2147" y="3129"/>
                  </a:lnTo>
                  <a:lnTo>
                    <a:pt x="1866" y="3510"/>
                  </a:lnTo>
                  <a:lnTo>
                    <a:pt x="1585" y="3891"/>
                  </a:lnTo>
                  <a:lnTo>
                    <a:pt x="1324" y="4292"/>
                  </a:lnTo>
                  <a:lnTo>
                    <a:pt x="1064" y="4713"/>
                  </a:lnTo>
                  <a:lnTo>
                    <a:pt x="843" y="5134"/>
                  </a:lnTo>
                  <a:lnTo>
                    <a:pt x="642" y="5576"/>
                  </a:lnTo>
                  <a:lnTo>
                    <a:pt x="462" y="6037"/>
                  </a:lnTo>
                  <a:lnTo>
                    <a:pt x="302" y="6518"/>
                  </a:lnTo>
                  <a:lnTo>
                    <a:pt x="201" y="6879"/>
                  </a:lnTo>
                  <a:lnTo>
                    <a:pt x="121" y="7260"/>
                  </a:lnTo>
                  <a:lnTo>
                    <a:pt x="61" y="7641"/>
                  </a:lnTo>
                  <a:lnTo>
                    <a:pt x="21" y="8022"/>
                  </a:lnTo>
                  <a:lnTo>
                    <a:pt x="1" y="8403"/>
                  </a:lnTo>
                  <a:lnTo>
                    <a:pt x="21" y="8804"/>
                  </a:lnTo>
                  <a:lnTo>
                    <a:pt x="61" y="9186"/>
                  </a:lnTo>
                  <a:lnTo>
                    <a:pt x="121" y="9587"/>
                  </a:lnTo>
                  <a:lnTo>
                    <a:pt x="181" y="9807"/>
                  </a:lnTo>
                  <a:lnTo>
                    <a:pt x="282" y="10048"/>
                  </a:lnTo>
                  <a:lnTo>
                    <a:pt x="402" y="10248"/>
                  </a:lnTo>
                  <a:lnTo>
                    <a:pt x="542" y="10469"/>
                  </a:lnTo>
                  <a:lnTo>
                    <a:pt x="703" y="10670"/>
                  </a:lnTo>
                  <a:lnTo>
                    <a:pt x="903" y="10870"/>
                  </a:lnTo>
                  <a:lnTo>
                    <a:pt x="1124" y="11071"/>
                  </a:lnTo>
                  <a:lnTo>
                    <a:pt x="1344" y="11251"/>
                  </a:lnTo>
                  <a:lnTo>
                    <a:pt x="1364" y="11251"/>
                  </a:lnTo>
                  <a:lnTo>
                    <a:pt x="1585" y="11412"/>
                  </a:lnTo>
                  <a:lnTo>
                    <a:pt x="1826" y="11552"/>
                  </a:lnTo>
                  <a:lnTo>
                    <a:pt x="2327" y="11853"/>
                  </a:lnTo>
                  <a:lnTo>
                    <a:pt x="2909" y="12093"/>
                  </a:lnTo>
                  <a:lnTo>
                    <a:pt x="3510" y="12334"/>
                  </a:lnTo>
                  <a:lnTo>
                    <a:pt x="4132" y="12535"/>
                  </a:lnTo>
                  <a:lnTo>
                    <a:pt x="4754" y="12695"/>
                  </a:lnTo>
                  <a:lnTo>
                    <a:pt x="5436" y="12855"/>
                  </a:lnTo>
                  <a:lnTo>
                    <a:pt x="6117" y="12976"/>
                  </a:lnTo>
                  <a:lnTo>
                    <a:pt x="6819" y="13076"/>
                  </a:lnTo>
                  <a:lnTo>
                    <a:pt x="7541" y="13156"/>
                  </a:lnTo>
                  <a:lnTo>
                    <a:pt x="8263" y="13196"/>
                  </a:lnTo>
                  <a:lnTo>
                    <a:pt x="8985" y="13237"/>
                  </a:lnTo>
                  <a:lnTo>
                    <a:pt x="9787" y="13216"/>
                  </a:lnTo>
                  <a:lnTo>
                    <a:pt x="10590" y="13176"/>
                  </a:lnTo>
                  <a:lnTo>
                    <a:pt x="11372" y="13116"/>
                  </a:lnTo>
                  <a:lnTo>
                    <a:pt x="12134" y="12996"/>
                  </a:lnTo>
                  <a:lnTo>
                    <a:pt x="12876" y="12835"/>
                  </a:lnTo>
                  <a:lnTo>
                    <a:pt x="13217" y="12755"/>
                  </a:lnTo>
                  <a:lnTo>
                    <a:pt x="13578" y="12655"/>
                  </a:lnTo>
                  <a:lnTo>
                    <a:pt x="13919" y="12535"/>
                  </a:lnTo>
                  <a:lnTo>
                    <a:pt x="14239" y="12414"/>
                  </a:lnTo>
                  <a:lnTo>
                    <a:pt x="14560" y="12274"/>
                  </a:lnTo>
                  <a:lnTo>
                    <a:pt x="14861" y="12134"/>
                  </a:lnTo>
                  <a:lnTo>
                    <a:pt x="15262" y="11913"/>
                  </a:lnTo>
                  <a:lnTo>
                    <a:pt x="15643" y="11672"/>
                  </a:lnTo>
                  <a:lnTo>
                    <a:pt x="15844" y="11532"/>
                  </a:lnTo>
                  <a:lnTo>
                    <a:pt x="16064" y="11371"/>
                  </a:lnTo>
                  <a:lnTo>
                    <a:pt x="16245" y="11191"/>
                  </a:lnTo>
                  <a:lnTo>
                    <a:pt x="16445" y="10990"/>
                  </a:lnTo>
                  <a:lnTo>
                    <a:pt x="16606" y="10770"/>
                  </a:lnTo>
                  <a:lnTo>
                    <a:pt x="16746" y="10529"/>
                  </a:lnTo>
                  <a:lnTo>
                    <a:pt x="16847" y="10268"/>
                  </a:lnTo>
                  <a:lnTo>
                    <a:pt x="16947" y="9988"/>
                  </a:lnTo>
                  <a:lnTo>
                    <a:pt x="17027" y="9707"/>
                  </a:lnTo>
                  <a:lnTo>
                    <a:pt x="17067" y="9406"/>
                  </a:lnTo>
                  <a:lnTo>
                    <a:pt x="17107" y="9105"/>
                  </a:lnTo>
                  <a:lnTo>
                    <a:pt x="17107" y="8784"/>
                  </a:lnTo>
                  <a:lnTo>
                    <a:pt x="17107" y="8443"/>
                  </a:lnTo>
                  <a:lnTo>
                    <a:pt x="17067" y="8123"/>
                  </a:lnTo>
                  <a:lnTo>
                    <a:pt x="17027" y="7782"/>
                  </a:lnTo>
                  <a:lnTo>
                    <a:pt x="16967" y="7441"/>
                  </a:lnTo>
                  <a:lnTo>
                    <a:pt x="16907" y="7080"/>
                  </a:lnTo>
                  <a:lnTo>
                    <a:pt x="16806" y="6739"/>
                  </a:lnTo>
                  <a:lnTo>
                    <a:pt x="16706" y="6378"/>
                  </a:lnTo>
                  <a:lnTo>
                    <a:pt x="16586" y="6037"/>
                  </a:lnTo>
                  <a:lnTo>
                    <a:pt x="16465" y="5676"/>
                  </a:lnTo>
                  <a:lnTo>
                    <a:pt x="16165" y="4994"/>
                  </a:lnTo>
                  <a:lnTo>
                    <a:pt x="15844" y="4332"/>
                  </a:lnTo>
                  <a:lnTo>
                    <a:pt x="15463" y="3691"/>
                  </a:lnTo>
                  <a:lnTo>
                    <a:pt x="15082" y="3109"/>
                  </a:lnTo>
                  <a:lnTo>
                    <a:pt x="14861" y="2828"/>
                  </a:lnTo>
                  <a:lnTo>
                    <a:pt x="14661" y="2568"/>
                  </a:lnTo>
                  <a:lnTo>
                    <a:pt x="14440" y="2327"/>
                  </a:lnTo>
                  <a:lnTo>
                    <a:pt x="14239" y="2106"/>
                  </a:lnTo>
                  <a:lnTo>
                    <a:pt x="14019" y="1906"/>
                  </a:lnTo>
                  <a:lnTo>
                    <a:pt x="13798" y="1705"/>
                  </a:lnTo>
                  <a:lnTo>
                    <a:pt x="13477" y="1485"/>
                  </a:lnTo>
                  <a:lnTo>
                    <a:pt x="13156" y="1264"/>
                  </a:lnTo>
                  <a:lnTo>
                    <a:pt x="12816" y="1063"/>
                  </a:lnTo>
                  <a:lnTo>
                    <a:pt x="12475" y="863"/>
                  </a:lnTo>
                  <a:lnTo>
                    <a:pt x="12094" y="702"/>
                  </a:lnTo>
                  <a:lnTo>
                    <a:pt x="11713" y="542"/>
                  </a:lnTo>
                  <a:lnTo>
                    <a:pt x="11332" y="402"/>
                  </a:lnTo>
                  <a:lnTo>
                    <a:pt x="10930" y="281"/>
                  </a:lnTo>
                  <a:lnTo>
                    <a:pt x="10509" y="201"/>
                  </a:lnTo>
                  <a:lnTo>
                    <a:pt x="10088" y="121"/>
                  </a:lnTo>
                  <a:lnTo>
                    <a:pt x="9667" y="61"/>
                  </a:lnTo>
                  <a:lnTo>
                    <a:pt x="9226" y="21"/>
                  </a:lnTo>
                  <a:lnTo>
                    <a:pt x="87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21"/>
            <p:cNvSpPr/>
            <p:nvPr/>
          </p:nvSpPr>
          <p:spPr>
            <a:xfrm>
              <a:off x="11209200" y="3705800"/>
              <a:ext cx="427700" cy="330925"/>
            </a:xfrm>
            <a:custGeom>
              <a:avLst/>
              <a:gdLst/>
              <a:ahLst/>
              <a:cxnLst/>
              <a:rect l="l" t="t" r="r" b="b"/>
              <a:pathLst>
                <a:path w="17108" h="13237" fill="none" extrusionOk="0">
                  <a:moveTo>
                    <a:pt x="16245" y="11191"/>
                  </a:moveTo>
                  <a:lnTo>
                    <a:pt x="16245" y="11191"/>
                  </a:lnTo>
                  <a:lnTo>
                    <a:pt x="16064" y="11371"/>
                  </a:lnTo>
                  <a:lnTo>
                    <a:pt x="15844" y="11532"/>
                  </a:lnTo>
                  <a:lnTo>
                    <a:pt x="15844" y="11532"/>
                  </a:lnTo>
                  <a:lnTo>
                    <a:pt x="15643" y="11672"/>
                  </a:lnTo>
                  <a:lnTo>
                    <a:pt x="15643" y="11672"/>
                  </a:lnTo>
                  <a:lnTo>
                    <a:pt x="15262" y="11913"/>
                  </a:lnTo>
                  <a:lnTo>
                    <a:pt x="14861" y="12134"/>
                  </a:lnTo>
                  <a:lnTo>
                    <a:pt x="14861" y="12134"/>
                  </a:lnTo>
                  <a:lnTo>
                    <a:pt x="14560" y="12274"/>
                  </a:lnTo>
                  <a:lnTo>
                    <a:pt x="14239" y="12414"/>
                  </a:lnTo>
                  <a:lnTo>
                    <a:pt x="13919" y="12535"/>
                  </a:lnTo>
                  <a:lnTo>
                    <a:pt x="13578" y="12655"/>
                  </a:lnTo>
                  <a:lnTo>
                    <a:pt x="13217" y="12755"/>
                  </a:lnTo>
                  <a:lnTo>
                    <a:pt x="12876" y="12835"/>
                  </a:lnTo>
                  <a:lnTo>
                    <a:pt x="12134" y="12996"/>
                  </a:lnTo>
                  <a:lnTo>
                    <a:pt x="11372" y="13116"/>
                  </a:lnTo>
                  <a:lnTo>
                    <a:pt x="10590" y="13176"/>
                  </a:lnTo>
                  <a:lnTo>
                    <a:pt x="9787" y="13216"/>
                  </a:lnTo>
                  <a:lnTo>
                    <a:pt x="8985" y="13237"/>
                  </a:lnTo>
                  <a:lnTo>
                    <a:pt x="8985" y="13237"/>
                  </a:lnTo>
                  <a:lnTo>
                    <a:pt x="8263" y="13196"/>
                  </a:lnTo>
                  <a:lnTo>
                    <a:pt x="7541" y="13156"/>
                  </a:lnTo>
                  <a:lnTo>
                    <a:pt x="6819" y="13076"/>
                  </a:lnTo>
                  <a:lnTo>
                    <a:pt x="6117" y="12976"/>
                  </a:lnTo>
                  <a:lnTo>
                    <a:pt x="5436" y="12855"/>
                  </a:lnTo>
                  <a:lnTo>
                    <a:pt x="4754" y="12695"/>
                  </a:lnTo>
                  <a:lnTo>
                    <a:pt x="4132" y="12535"/>
                  </a:lnTo>
                  <a:lnTo>
                    <a:pt x="3510" y="12334"/>
                  </a:lnTo>
                  <a:lnTo>
                    <a:pt x="3510" y="12334"/>
                  </a:lnTo>
                  <a:lnTo>
                    <a:pt x="2909" y="12093"/>
                  </a:lnTo>
                  <a:lnTo>
                    <a:pt x="2327" y="11853"/>
                  </a:lnTo>
                  <a:lnTo>
                    <a:pt x="1826" y="11552"/>
                  </a:lnTo>
                  <a:lnTo>
                    <a:pt x="1585" y="11412"/>
                  </a:lnTo>
                  <a:lnTo>
                    <a:pt x="1364" y="11251"/>
                  </a:lnTo>
                  <a:lnTo>
                    <a:pt x="1344" y="11251"/>
                  </a:lnTo>
                  <a:lnTo>
                    <a:pt x="1344" y="11251"/>
                  </a:lnTo>
                  <a:lnTo>
                    <a:pt x="1124" y="11071"/>
                  </a:lnTo>
                  <a:lnTo>
                    <a:pt x="903" y="10870"/>
                  </a:lnTo>
                  <a:lnTo>
                    <a:pt x="703" y="10670"/>
                  </a:lnTo>
                  <a:lnTo>
                    <a:pt x="542" y="10469"/>
                  </a:lnTo>
                  <a:lnTo>
                    <a:pt x="402" y="10248"/>
                  </a:lnTo>
                  <a:lnTo>
                    <a:pt x="282" y="10048"/>
                  </a:lnTo>
                  <a:lnTo>
                    <a:pt x="181" y="9807"/>
                  </a:lnTo>
                  <a:lnTo>
                    <a:pt x="121" y="9587"/>
                  </a:lnTo>
                  <a:lnTo>
                    <a:pt x="121" y="9587"/>
                  </a:lnTo>
                  <a:lnTo>
                    <a:pt x="61" y="9186"/>
                  </a:lnTo>
                  <a:lnTo>
                    <a:pt x="21" y="8804"/>
                  </a:lnTo>
                  <a:lnTo>
                    <a:pt x="1" y="8403"/>
                  </a:lnTo>
                  <a:lnTo>
                    <a:pt x="21" y="8022"/>
                  </a:lnTo>
                  <a:lnTo>
                    <a:pt x="61" y="7641"/>
                  </a:lnTo>
                  <a:lnTo>
                    <a:pt x="121" y="7260"/>
                  </a:lnTo>
                  <a:lnTo>
                    <a:pt x="201" y="6879"/>
                  </a:lnTo>
                  <a:lnTo>
                    <a:pt x="302" y="6518"/>
                  </a:lnTo>
                  <a:lnTo>
                    <a:pt x="302" y="6518"/>
                  </a:lnTo>
                  <a:lnTo>
                    <a:pt x="462" y="6037"/>
                  </a:lnTo>
                  <a:lnTo>
                    <a:pt x="642" y="5576"/>
                  </a:lnTo>
                  <a:lnTo>
                    <a:pt x="843" y="5134"/>
                  </a:lnTo>
                  <a:lnTo>
                    <a:pt x="1064" y="4713"/>
                  </a:lnTo>
                  <a:lnTo>
                    <a:pt x="1324" y="4292"/>
                  </a:lnTo>
                  <a:lnTo>
                    <a:pt x="1585" y="3891"/>
                  </a:lnTo>
                  <a:lnTo>
                    <a:pt x="1866" y="3510"/>
                  </a:lnTo>
                  <a:lnTo>
                    <a:pt x="2147" y="3129"/>
                  </a:lnTo>
                  <a:lnTo>
                    <a:pt x="2447" y="2788"/>
                  </a:lnTo>
                  <a:lnTo>
                    <a:pt x="2748" y="2467"/>
                  </a:lnTo>
                  <a:lnTo>
                    <a:pt x="3069" y="2166"/>
                  </a:lnTo>
                  <a:lnTo>
                    <a:pt x="3370" y="1886"/>
                  </a:lnTo>
                  <a:lnTo>
                    <a:pt x="3671" y="1645"/>
                  </a:lnTo>
                  <a:lnTo>
                    <a:pt x="3972" y="1424"/>
                  </a:lnTo>
                  <a:lnTo>
                    <a:pt x="4252" y="1224"/>
                  </a:lnTo>
                  <a:lnTo>
                    <a:pt x="4533" y="1063"/>
                  </a:lnTo>
                  <a:lnTo>
                    <a:pt x="4533" y="1063"/>
                  </a:lnTo>
                  <a:lnTo>
                    <a:pt x="4894" y="883"/>
                  </a:lnTo>
                  <a:lnTo>
                    <a:pt x="5255" y="722"/>
                  </a:lnTo>
                  <a:lnTo>
                    <a:pt x="5616" y="562"/>
                  </a:lnTo>
                  <a:lnTo>
                    <a:pt x="5977" y="442"/>
                  </a:lnTo>
                  <a:lnTo>
                    <a:pt x="6338" y="321"/>
                  </a:lnTo>
                  <a:lnTo>
                    <a:pt x="6699" y="241"/>
                  </a:lnTo>
                  <a:lnTo>
                    <a:pt x="7060" y="161"/>
                  </a:lnTo>
                  <a:lnTo>
                    <a:pt x="7421" y="101"/>
                  </a:lnTo>
                  <a:lnTo>
                    <a:pt x="7421" y="101"/>
                  </a:lnTo>
                  <a:lnTo>
                    <a:pt x="7882" y="41"/>
                  </a:lnTo>
                  <a:lnTo>
                    <a:pt x="8323" y="1"/>
                  </a:lnTo>
                  <a:lnTo>
                    <a:pt x="8785" y="1"/>
                  </a:lnTo>
                  <a:lnTo>
                    <a:pt x="9226" y="21"/>
                  </a:lnTo>
                  <a:lnTo>
                    <a:pt x="9667" y="61"/>
                  </a:lnTo>
                  <a:lnTo>
                    <a:pt x="10088" y="121"/>
                  </a:lnTo>
                  <a:lnTo>
                    <a:pt x="10509" y="201"/>
                  </a:lnTo>
                  <a:lnTo>
                    <a:pt x="10930" y="281"/>
                  </a:lnTo>
                  <a:lnTo>
                    <a:pt x="11332" y="402"/>
                  </a:lnTo>
                  <a:lnTo>
                    <a:pt x="11713" y="542"/>
                  </a:lnTo>
                  <a:lnTo>
                    <a:pt x="12094" y="702"/>
                  </a:lnTo>
                  <a:lnTo>
                    <a:pt x="12475" y="863"/>
                  </a:lnTo>
                  <a:lnTo>
                    <a:pt x="12816" y="1063"/>
                  </a:lnTo>
                  <a:lnTo>
                    <a:pt x="13156" y="1264"/>
                  </a:lnTo>
                  <a:lnTo>
                    <a:pt x="13477" y="1485"/>
                  </a:lnTo>
                  <a:lnTo>
                    <a:pt x="13798" y="1705"/>
                  </a:lnTo>
                  <a:lnTo>
                    <a:pt x="13798" y="1705"/>
                  </a:lnTo>
                  <a:lnTo>
                    <a:pt x="14019" y="1906"/>
                  </a:lnTo>
                  <a:lnTo>
                    <a:pt x="14239" y="2106"/>
                  </a:lnTo>
                  <a:lnTo>
                    <a:pt x="14440" y="2327"/>
                  </a:lnTo>
                  <a:lnTo>
                    <a:pt x="14661" y="2568"/>
                  </a:lnTo>
                  <a:lnTo>
                    <a:pt x="14861" y="2828"/>
                  </a:lnTo>
                  <a:lnTo>
                    <a:pt x="15082" y="3109"/>
                  </a:lnTo>
                  <a:lnTo>
                    <a:pt x="15463" y="3691"/>
                  </a:lnTo>
                  <a:lnTo>
                    <a:pt x="15844" y="4332"/>
                  </a:lnTo>
                  <a:lnTo>
                    <a:pt x="16165" y="4994"/>
                  </a:lnTo>
                  <a:lnTo>
                    <a:pt x="16465" y="5676"/>
                  </a:lnTo>
                  <a:lnTo>
                    <a:pt x="16586" y="6037"/>
                  </a:lnTo>
                  <a:lnTo>
                    <a:pt x="16706" y="6378"/>
                  </a:lnTo>
                  <a:lnTo>
                    <a:pt x="16806" y="6739"/>
                  </a:lnTo>
                  <a:lnTo>
                    <a:pt x="16907" y="7080"/>
                  </a:lnTo>
                  <a:lnTo>
                    <a:pt x="16967" y="7441"/>
                  </a:lnTo>
                  <a:lnTo>
                    <a:pt x="17027" y="7782"/>
                  </a:lnTo>
                  <a:lnTo>
                    <a:pt x="17067" y="8123"/>
                  </a:lnTo>
                  <a:lnTo>
                    <a:pt x="17107" y="8443"/>
                  </a:lnTo>
                  <a:lnTo>
                    <a:pt x="17107" y="8784"/>
                  </a:lnTo>
                  <a:lnTo>
                    <a:pt x="17107" y="9105"/>
                  </a:lnTo>
                  <a:lnTo>
                    <a:pt x="17067" y="9406"/>
                  </a:lnTo>
                  <a:lnTo>
                    <a:pt x="17027" y="9707"/>
                  </a:lnTo>
                  <a:lnTo>
                    <a:pt x="16947" y="9988"/>
                  </a:lnTo>
                  <a:lnTo>
                    <a:pt x="16847" y="10268"/>
                  </a:lnTo>
                  <a:lnTo>
                    <a:pt x="16746" y="10529"/>
                  </a:lnTo>
                  <a:lnTo>
                    <a:pt x="16606" y="10770"/>
                  </a:lnTo>
                  <a:lnTo>
                    <a:pt x="16445" y="10990"/>
                  </a:lnTo>
                  <a:lnTo>
                    <a:pt x="16245" y="1119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21"/>
            <p:cNvSpPr/>
            <p:nvPr/>
          </p:nvSpPr>
          <p:spPr>
            <a:xfrm>
              <a:off x="11209200" y="3708300"/>
              <a:ext cx="391100" cy="328425"/>
            </a:xfrm>
            <a:custGeom>
              <a:avLst/>
              <a:gdLst/>
              <a:ahLst/>
              <a:cxnLst/>
              <a:rect l="l" t="t" r="r" b="b"/>
              <a:pathLst>
                <a:path w="15644" h="13137" extrusionOk="0">
                  <a:moveTo>
                    <a:pt x="7421" y="1"/>
                  </a:moveTo>
                  <a:lnTo>
                    <a:pt x="7060" y="61"/>
                  </a:lnTo>
                  <a:lnTo>
                    <a:pt x="6699" y="141"/>
                  </a:lnTo>
                  <a:lnTo>
                    <a:pt x="6338" y="221"/>
                  </a:lnTo>
                  <a:lnTo>
                    <a:pt x="5977" y="342"/>
                  </a:lnTo>
                  <a:lnTo>
                    <a:pt x="5616" y="462"/>
                  </a:lnTo>
                  <a:lnTo>
                    <a:pt x="5255" y="622"/>
                  </a:lnTo>
                  <a:lnTo>
                    <a:pt x="4894" y="783"/>
                  </a:lnTo>
                  <a:lnTo>
                    <a:pt x="4533" y="963"/>
                  </a:lnTo>
                  <a:lnTo>
                    <a:pt x="4252" y="1124"/>
                  </a:lnTo>
                  <a:lnTo>
                    <a:pt x="3972" y="1324"/>
                  </a:lnTo>
                  <a:lnTo>
                    <a:pt x="3671" y="1545"/>
                  </a:lnTo>
                  <a:lnTo>
                    <a:pt x="3370" y="1786"/>
                  </a:lnTo>
                  <a:lnTo>
                    <a:pt x="3069" y="2066"/>
                  </a:lnTo>
                  <a:lnTo>
                    <a:pt x="2748" y="2367"/>
                  </a:lnTo>
                  <a:lnTo>
                    <a:pt x="2447" y="2688"/>
                  </a:lnTo>
                  <a:lnTo>
                    <a:pt x="2147" y="3029"/>
                  </a:lnTo>
                  <a:lnTo>
                    <a:pt x="1866" y="3410"/>
                  </a:lnTo>
                  <a:lnTo>
                    <a:pt x="1585" y="3791"/>
                  </a:lnTo>
                  <a:lnTo>
                    <a:pt x="1324" y="4192"/>
                  </a:lnTo>
                  <a:lnTo>
                    <a:pt x="1064" y="4613"/>
                  </a:lnTo>
                  <a:lnTo>
                    <a:pt x="843" y="5034"/>
                  </a:lnTo>
                  <a:lnTo>
                    <a:pt x="642" y="5476"/>
                  </a:lnTo>
                  <a:lnTo>
                    <a:pt x="462" y="5937"/>
                  </a:lnTo>
                  <a:lnTo>
                    <a:pt x="302" y="6418"/>
                  </a:lnTo>
                  <a:lnTo>
                    <a:pt x="201" y="6799"/>
                  </a:lnTo>
                  <a:lnTo>
                    <a:pt x="101" y="7200"/>
                  </a:lnTo>
                  <a:lnTo>
                    <a:pt x="61" y="7481"/>
                  </a:lnTo>
                  <a:lnTo>
                    <a:pt x="41" y="7762"/>
                  </a:lnTo>
                  <a:lnTo>
                    <a:pt x="21" y="8043"/>
                  </a:lnTo>
                  <a:lnTo>
                    <a:pt x="1" y="8323"/>
                  </a:lnTo>
                  <a:lnTo>
                    <a:pt x="21" y="8604"/>
                  </a:lnTo>
                  <a:lnTo>
                    <a:pt x="41" y="8905"/>
                  </a:lnTo>
                  <a:lnTo>
                    <a:pt x="81" y="9186"/>
                  </a:lnTo>
                  <a:lnTo>
                    <a:pt x="121" y="9487"/>
                  </a:lnTo>
                  <a:lnTo>
                    <a:pt x="181" y="9707"/>
                  </a:lnTo>
                  <a:lnTo>
                    <a:pt x="282" y="9948"/>
                  </a:lnTo>
                  <a:lnTo>
                    <a:pt x="402" y="10148"/>
                  </a:lnTo>
                  <a:lnTo>
                    <a:pt x="542" y="10369"/>
                  </a:lnTo>
                  <a:lnTo>
                    <a:pt x="703" y="10570"/>
                  </a:lnTo>
                  <a:lnTo>
                    <a:pt x="903" y="10770"/>
                  </a:lnTo>
                  <a:lnTo>
                    <a:pt x="1124" y="10971"/>
                  </a:lnTo>
                  <a:lnTo>
                    <a:pt x="1344" y="11151"/>
                  </a:lnTo>
                  <a:lnTo>
                    <a:pt x="1364" y="11151"/>
                  </a:lnTo>
                  <a:lnTo>
                    <a:pt x="1585" y="11312"/>
                  </a:lnTo>
                  <a:lnTo>
                    <a:pt x="1826" y="11452"/>
                  </a:lnTo>
                  <a:lnTo>
                    <a:pt x="2327" y="11753"/>
                  </a:lnTo>
                  <a:lnTo>
                    <a:pt x="2909" y="11993"/>
                  </a:lnTo>
                  <a:lnTo>
                    <a:pt x="3510" y="12234"/>
                  </a:lnTo>
                  <a:lnTo>
                    <a:pt x="4132" y="12435"/>
                  </a:lnTo>
                  <a:lnTo>
                    <a:pt x="4754" y="12595"/>
                  </a:lnTo>
                  <a:lnTo>
                    <a:pt x="5436" y="12755"/>
                  </a:lnTo>
                  <a:lnTo>
                    <a:pt x="6117" y="12876"/>
                  </a:lnTo>
                  <a:lnTo>
                    <a:pt x="6819" y="12976"/>
                  </a:lnTo>
                  <a:lnTo>
                    <a:pt x="7541" y="13056"/>
                  </a:lnTo>
                  <a:lnTo>
                    <a:pt x="8263" y="13096"/>
                  </a:lnTo>
                  <a:lnTo>
                    <a:pt x="8985" y="13137"/>
                  </a:lnTo>
                  <a:lnTo>
                    <a:pt x="9266" y="13137"/>
                  </a:lnTo>
                  <a:lnTo>
                    <a:pt x="10048" y="13116"/>
                  </a:lnTo>
                  <a:lnTo>
                    <a:pt x="10810" y="13076"/>
                  </a:lnTo>
                  <a:lnTo>
                    <a:pt x="11552" y="12976"/>
                  </a:lnTo>
                  <a:lnTo>
                    <a:pt x="12274" y="12876"/>
                  </a:lnTo>
                  <a:lnTo>
                    <a:pt x="12976" y="12715"/>
                  </a:lnTo>
                  <a:lnTo>
                    <a:pt x="13638" y="12535"/>
                  </a:lnTo>
                  <a:lnTo>
                    <a:pt x="13959" y="12415"/>
                  </a:lnTo>
                  <a:lnTo>
                    <a:pt x="14259" y="12294"/>
                  </a:lnTo>
                  <a:lnTo>
                    <a:pt x="14560" y="12174"/>
                  </a:lnTo>
                  <a:lnTo>
                    <a:pt x="14861" y="12034"/>
                  </a:lnTo>
                  <a:lnTo>
                    <a:pt x="15262" y="11813"/>
                  </a:lnTo>
                  <a:lnTo>
                    <a:pt x="15643" y="11572"/>
                  </a:lnTo>
                  <a:lnTo>
                    <a:pt x="14841" y="11833"/>
                  </a:lnTo>
                  <a:lnTo>
                    <a:pt x="14420" y="11933"/>
                  </a:lnTo>
                  <a:lnTo>
                    <a:pt x="13999" y="12034"/>
                  </a:lnTo>
                  <a:lnTo>
                    <a:pt x="13598" y="12134"/>
                  </a:lnTo>
                  <a:lnTo>
                    <a:pt x="13156" y="12194"/>
                  </a:lnTo>
                  <a:lnTo>
                    <a:pt x="12735" y="12234"/>
                  </a:lnTo>
                  <a:lnTo>
                    <a:pt x="12294" y="12254"/>
                  </a:lnTo>
                  <a:lnTo>
                    <a:pt x="11733" y="12274"/>
                  </a:lnTo>
                  <a:lnTo>
                    <a:pt x="10850" y="12254"/>
                  </a:lnTo>
                  <a:lnTo>
                    <a:pt x="9948" y="12194"/>
                  </a:lnTo>
                  <a:lnTo>
                    <a:pt x="9487" y="12154"/>
                  </a:lnTo>
                  <a:lnTo>
                    <a:pt x="9025" y="12094"/>
                  </a:lnTo>
                  <a:lnTo>
                    <a:pt x="8564" y="12013"/>
                  </a:lnTo>
                  <a:lnTo>
                    <a:pt x="8103" y="11933"/>
                  </a:lnTo>
                  <a:lnTo>
                    <a:pt x="7641" y="11833"/>
                  </a:lnTo>
                  <a:lnTo>
                    <a:pt x="7200" y="11733"/>
                  </a:lnTo>
                  <a:lnTo>
                    <a:pt x="6759" y="11592"/>
                  </a:lnTo>
                  <a:lnTo>
                    <a:pt x="6318" y="11452"/>
                  </a:lnTo>
                  <a:lnTo>
                    <a:pt x="5917" y="11292"/>
                  </a:lnTo>
                  <a:lnTo>
                    <a:pt x="5516" y="11111"/>
                  </a:lnTo>
                  <a:lnTo>
                    <a:pt x="5115" y="10910"/>
                  </a:lnTo>
                  <a:lnTo>
                    <a:pt x="4754" y="10710"/>
                  </a:lnTo>
                  <a:lnTo>
                    <a:pt x="4553" y="10570"/>
                  </a:lnTo>
                  <a:lnTo>
                    <a:pt x="4373" y="10429"/>
                  </a:lnTo>
                  <a:lnTo>
                    <a:pt x="4192" y="10269"/>
                  </a:lnTo>
                  <a:lnTo>
                    <a:pt x="4032" y="10108"/>
                  </a:lnTo>
                  <a:lnTo>
                    <a:pt x="3871" y="9948"/>
                  </a:lnTo>
                  <a:lnTo>
                    <a:pt x="3731" y="9767"/>
                  </a:lnTo>
                  <a:lnTo>
                    <a:pt x="3590" y="9587"/>
                  </a:lnTo>
                  <a:lnTo>
                    <a:pt x="3470" y="9406"/>
                  </a:lnTo>
                  <a:lnTo>
                    <a:pt x="3270" y="9025"/>
                  </a:lnTo>
                  <a:lnTo>
                    <a:pt x="3089" y="8604"/>
                  </a:lnTo>
                  <a:lnTo>
                    <a:pt x="2969" y="8183"/>
                  </a:lnTo>
                  <a:lnTo>
                    <a:pt x="2889" y="7762"/>
                  </a:lnTo>
                  <a:lnTo>
                    <a:pt x="2828" y="7321"/>
                  </a:lnTo>
                  <a:lnTo>
                    <a:pt x="2808" y="6859"/>
                  </a:lnTo>
                  <a:lnTo>
                    <a:pt x="2828" y="6418"/>
                  </a:lnTo>
                  <a:lnTo>
                    <a:pt x="2869" y="5957"/>
                  </a:lnTo>
                  <a:lnTo>
                    <a:pt x="2949" y="5496"/>
                  </a:lnTo>
                  <a:lnTo>
                    <a:pt x="3069" y="5055"/>
                  </a:lnTo>
                  <a:lnTo>
                    <a:pt x="3189" y="4613"/>
                  </a:lnTo>
                  <a:lnTo>
                    <a:pt x="3350" y="4192"/>
                  </a:lnTo>
                  <a:lnTo>
                    <a:pt x="3510" y="3831"/>
                  </a:lnTo>
                  <a:lnTo>
                    <a:pt x="3671" y="3490"/>
                  </a:lnTo>
                  <a:lnTo>
                    <a:pt x="3851" y="3169"/>
                  </a:lnTo>
                  <a:lnTo>
                    <a:pt x="4052" y="2849"/>
                  </a:lnTo>
                  <a:lnTo>
                    <a:pt x="4272" y="2548"/>
                  </a:lnTo>
                  <a:lnTo>
                    <a:pt x="4513" y="2267"/>
                  </a:lnTo>
                  <a:lnTo>
                    <a:pt x="4754" y="1986"/>
                  </a:lnTo>
                  <a:lnTo>
                    <a:pt x="5014" y="1725"/>
                  </a:lnTo>
                  <a:lnTo>
                    <a:pt x="5275" y="1465"/>
                  </a:lnTo>
                  <a:lnTo>
                    <a:pt x="5556" y="1224"/>
                  </a:lnTo>
                  <a:lnTo>
                    <a:pt x="5837" y="983"/>
                  </a:lnTo>
                  <a:lnTo>
                    <a:pt x="6137" y="763"/>
                  </a:lnTo>
                  <a:lnTo>
                    <a:pt x="6458" y="562"/>
                  </a:lnTo>
                  <a:lnTo>
                    <a:pt x="6779" y="362"/>
                  </a:lnTo>
                  <a:lnTo>
                    <a:pt x="7100" y="161"/>
                  </a:lnTo>
                  <a:lnTo>
                    <a:pt x="742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21"/>
            <p:cNvSpPr/>
            <p:nvPr/>
          </p:nvSpPr>
          <p:spPr>
            <a:xfrm>
              <a:off x="11209200" y="3708300"/>
              <a:ext cx="391100" cy="328425"/>
            </a:xfrm>
            <a:custGeom>
              <a:avLst/>
              <a:gdLst/>
              <a:ahLst/>
              <a:cxnLst/>
              <a:rect l="l" t="t" r="r" b="b"/>
              <a:pathLst>
                <a:path w="15644" h="13137" fill="none" extrusionOk="0">
                  <a:moveTo>
                    <a:pt x="7421" y="1"/>
                  </a:moveTo>
                  <a:lnTo>
                    <a:pt x="7421" y="1"/>
                  </a:lnTo>
                  <a:lnTo>
                    <a:pt x="7060" y="61"/>
                  </a:lnTo>
                  <a:lnTo>
                    <a:pt x="6699" y="141"/>
                  </a:lnTo>
                  <a:lnTo>
                    <a:pt x="6338" y="221"/>
                  </a:lnTo>
                  <a:lnTo>
                    <a:pt x="5977" y="342"/>
                  </a:lnTo>
                  <a:lnTo>
                    <a:pt x="5616" y="462"/>
                  </a:lnTo>
                  <a:lnTo>
                    <a:pt x="5255" y="622"/>
                  </a:lnTo>
                  <a:lnTo>
                    <a:pt x="4894" y="783"/>
                  </a:lnTo>
                  <a:lnTo>
                    <a:pt x="4533" y="963"/>
                  </a:lnTo>
                  <a:lnTo>
                    <a:pt x="4533" y="963"/>
                  </a:lnTo>
                  <a:lnTo>
                    <a:pt x="4252" y="1124"/>
                  </a:lnTo>
                  <a:lnTo>
                    <a:pt x="3972" y="1324"/>
                  </a:lnTo>
                  <a:lnTo>
                    <a:pt x="3671" y="1545"/>
                  </a:lnTo>
                  <a:lnTo>
                    <a:pt x="3370" y="1786"/>
                  </a:lnTo>
                  <a:lnTo>
                    <a:pt x="3069" y="2066"/>
                  </a:lnTo>
                  <a:lnTo>
                    <a:pt x="2748" y="2367"/>
                  </a:lnTo>
                  <a:lnTo>
                    <a:pt x="2447" y="2688"/>
                  </a:lnTo>
                  <a:lnTo>
                    <a:pt x="2147" y="3029"/>
                  </a:lnTo>
                  <a:lnTo>
                    <a:pt x="1866" y="3410"/>
                  </a:lnTo>
                  <a:lnTo>
                    <a:pt x="1585" y="3791"/>
                  </a:lnTo>
                  <a:lnTo>
                    <a:pt x="1324" y="4192"/>
                  </a:lnTo>
                  <a:lnTo>
                    <a:pt x="1064" y="4613"/>
                  </a:lnTo>
                  <a:lnTo>
                    <a:pt x="843" y="5034"/>
                  </a:lnTo>
                  <a:lnTo>
                    <a:pt x="642" y="5476"/>
                  </a:lnTo>
                  <a:lnTo>
                    <a:pt x="462" y="5937"/>
                  </a:lnTo>
                  <a:lnTo>
                    <a:pt x="302" y="6418"/>
                  </a:lnTo>
                  <a:lnTo>
                    <a:pt x="302" y="6418"/>
                  </a:lnTo>
                  <a:lnTo>
                    <a:pt x="201" y="6799"/>
                  </a:lnTo>
                  <a:lnTo>
                    <a:pt x="101" y="7200"/>
                  </a:lnTo>
                  <a:lnTo>
                    <a:pt x="101" y="7200"/>
                  </a:lnTo>
                  <a:lnTo>
                    <a:pt x="61" y="7481"/>
                  </a:lnTo>
                  <a:lnTo>
                    <a:pt x="41" y="7762"/>
                  </a:lnTo>
                  <a:lnTo>
                    <a:pt x="21" y="8043"/>
                  </a:lnTo>
                  <a:lnTo>
                    <a:pt x="1" y="8323"/>
                  </a:lnTo>
                  <a:lnTo>
                    <a:pt x="1" y="8323"/>
                  </a:lnTo>
                  <a:lnTo>
                    <a:pt x="21" y="8604"/>
                  </a:lnTo>
                  <a:lnTo>
                    <a:pt x="41" y="8905"/>
                  </a:lnTo>
                  <a:lnTo>
                    <a:pt x="81" y="9186"/>
                  </a:lnTo>
                  <a:lnTo>
                    <a:pt x="121" y="9487"/>
                  </a:lnTo>
                  <a:lnTo>
                    <a:pt x="121" y="9487"/>
                  </a:lnTo>
                  <a:lnTo>
                    <a:pt x="181" y="9707"/>
                  </a:lnTo>
                  <a:lnTo>
                    <a:pt x="282" y="9948"/>
                  </a:lnTo>
                  <a:lnTo>
                    <a:pt x="402" y="10148"/>
                  </a:lnTo>
                  <a:lnTo>
                    <a:pt x="542" y="10369"/>
                  </a:lnTo>
                  <a:lnTo>
                    <a:pt x="703" y="10570"/>
                  </a:lnTo>
                  <a:lnTo>
                    <a:pt x="903" y="10770"/>
                  </a:lnTo>
                  <a:lnTo>
                    <a:pt x="1124" y="10971"/>
                  </a:lnTo>
                  <a:lnTo>
                    <a:pt x="1344" y="11151"/>
                  </a:lnTo>
                  <a:lnTo>
                    <a:pt x="1364" y="11151"/>
                  </a:lnTo>
                  <a:lnTo>
                    <a:pt x="1364" y="11151"/>
                  </a:lnTo>
                  <a:lnTo>
                    <a:pt x="1585" y="11312"/>
                  </a:lnTo>
                  <a:lnTo>
                    <a:pt x="1826" y="11452"/>
                  </a:lnTo>
                  <a:lnTo>
                    <a:pt x="2327" y="11753"/>
                  </a:lnTo>
                  <a:lnTo>
                    <a:pt x="2909" y="11993"/>
                  </a:lnTo>
                  <a:lnTo>
                    <a:pt x="3510" y="12234"/>
                  </a:lnTo>
                  <a:lnTo>
                    <a:pt x="3510" y="12234"/>
                  </a:lnTo>
                  <a:lnTo>
                    <a:pt x="4132" y="12435"/>
                  </a:lnTo>
                  <a:lnTo>
                    <a:pt x="4754" y="12595"/>
                  </a:lnTo>
                  <a:lnTo>
                    <a:pt x="5436" y="12755"/>
                  </a:lnTo>
                  <a:lnTo>
                    <a:pt x="6117" y="12876"/>
                  </a:lnTo>
                  <a:lnTo>
                    <a:pt x="6819" y="12976"/>
                  </a:lnTo>
                  <a:lnTo>
                    <a:pt x="7541" y="13056"/>
                  </a:lnTo>
                  <a:lnTo>
                    <a:pt x="8263" y="13096"/>
                  </a:lnTo>
                  <a:lnTo>
                    <a:pt x="8985" y="13137"/>
                  </a:lnTo>
                  <a:lnTo>
                    <a:pt x="8985" y="13137"/>
                  </a:lnTo>
                  <a:lnTo>
                    <a:pt x="9266" y="13137"/>
                  </a:lnTo>
                  <a:lnTo>
                    <a:pt x="9266" y="13137"/>
                  </a:lnTo>
                  <a:lnTo>
                    <a:pt x="10048" y="13116"/>
                  </a:lnTo>
                  <a:lnTo>
                    <a:pt x="10810" y="13076"/>
                  </a:lnTo>
                  <a:lnTo>
                    <a:pt x="11552" y="12976"/>
                  </a:lnTo>
                  <a:lnTo>
                    <a:pt x="12274" y="12876"/>
                  </a:lnTo>
                  <a:lnTo>
                    <a:pt x="12976" y="12715"/>
                  </a:lnTo>
                  <a:lnTo>
                    <a:pt x="13638" y="12535"/>
                  </a:lnTo>
                  <a:lnTo>
                    <a:pt x="13959" y="12415"/>
                  </a:lnTo>
                  <a:lnTo>
                    <a:pt x="14259" y="12294"/>
                  </a:lnTo>
                  <a:lnTo>
                    <a:pt x="14560" y="12174"/>
                  </a:lnTo>
                  <a:lnTo>
                    <a:pt x="14861" y="12034"/>
                  </a:lnTo>
                  <a:lnTo>
                    <a:pt x="14861" y="12034"/>
                  </a:lnTo>
                  <a:lnTo>
                    <a:pt x="15262" y="11813"/>
                  </a:lnTo>
                  <a:lnTo>
                    <a:pt x="15643" y="11572"/>
                  </a:lnTo>
                  <a:lnTo>
                    <a:pt x="15643" y="11572"/>
                  </a:lnTo>
                  <a:lnTo>
                    <a:pt x="14841" y="11833"/>
                  </a:lnTo>
                  <a:lnTo>
                    <a:pt x="14420" y="11933"/>
                  </a:lnTo>
                  <a:lnTo>
                    <a:pt x="13999" y="12034"/>
                  </a:lnTo>
                  <a:lnTo>
                    <a:pt x="13598" y="12134"/>
                  </a:lnTo>
                  <a:lnTo>
                    <a:pt x="13156" y="12194"/>
                  </a:lnTo>
                  <a:lnTo>
                    <a:pt x="12735" y="12234"/>
                  </a:lnTo>
                  <a:lnTo>
                    <a:pt x="12294" y="12254"/>
                  </a:lnTo>
                  <a:lnTo>
                    <a:pt x="12294" y="12254"/>
                  </a:lnTo>
                  <a:lnTo>
                    <a:pt x="11733" y="12274"/>
                  </a:lnTo>
                  <a:lnTo>
                    <a:pt x="11733" y="12274"/>
                  </a:lnTo>
                  <a:lnTo>
                    <a:pt x="10850" y="12254"/>
                  </a:lnTo>
                  <a:lnTo>
                    <a:pt x="9948" y="12194"/>
                  </a:lnTo>
                  <a:lnTo>
                    <a:pt x="9487" y="12154"/>
                  </a:lnTo>
                  <a:lnTo>
                    <a:pt x="9025" y="12094"/>
                  </a:lnTo>
                  <a:lnTo>
                    <a:pt x="8564" y="12013"/>
                  </a:lnTo>
                  <a:lnTo>
                    <a:pt x="8103" y="11933"/>
                  </a:lnTo>
                  <a:lnTo>
                    <a:pt x="7641" y="11833"/>
                  </a:lnTo>
                  <a:lnTo>
                    <a:pt x="7200" y="11733"/>
                  </a:lnTo>
                  <a:lnTo>
                    <a:pt x="6759" y="11592"/>
                  </a:lnTo>
                  <a:lnTo>
                    <a:pt x="6318" y="11452"/>
                  </a:lnTo>
                  <a:lnTo>
                    <a:pt x="5917" y="11292"/>
                  </a:lnTo>
                  <a:lnTo>
                    <a:pt x="5516" y="11111"/>
                  </a:lnTo>
                  <a:lnTo>
                    <a:pt x="5115" y="10910"/>
                  </a:lnTo>
                  <a:lnTo>
                    <a:pt x="4754" y="10710"/>
                  </a:lnTo>
                  <a:lnTo>
                    <a:pt x="4754" y="10710"/>
                  </a:lnTo>
                  <a:lnTo>
                    <a:pt x="4553" y="10570"/>
                  </a:lnTo>
                  <a:lnTo>
                    <a:pt x="4373" y="10429"/>
                  </a:lnTo>
                  <a:lnTo>
                    <a:pt x="4192" y="10269"/>
                  </a:lnTo>
                  <a:lnTo>
                    <a:pt x="4032" y="10108"/>
                  </a:lnTo>
                  <a:lnTo>
                    <a:pt x="3871" y="9948"/>
                  </a:lnTo>
                  <a:lnTo>
                    <a:pt x="3731" y="9767"/>
                  </a:lnTo>
                  <a:lnTo>
                    <a:pt x="3590" y="9587"/>
                  </a:lnTo>
                  <a:lnTo>
                    <a:pt x="3470" y="9406"/>
                  </a:lnTo>
                  <a:lnTo>
                    <a:pt x="3270" y="9025"/>
                  </a:lnTo>
                  <a:lnTo>
                    <a:pt x="3089" y="8604"/>
                  </a:lnTo>
                  <a:lnTo>
                    <a:pt x="2969" y="8183"/>
                  </a:lnTo>
                  <a:lnTo>
                    <a:pt x="2889" y="7762"/>
                  </a:lnTo>
                  <a:lnTo>
                    <a:pt x="2828" y="7321"/>
                  </a:lnTo>
                  <a:lnTo>
                    <a:pt x="2808" y="6859"/>
                  </a:lnTo>
                  <a:lnTo>
                    <a:pt x="2828" y="6418"/>
                  </a:lnTo>
                  <a:lnTo>
                    <a:pt x="2869" y="5957"/>
                  </a:lnTo>
                  <a:lnTo>
                    <a:pt x="2949" y="5496"/>
                  </a:lnTo>
                  <a:lnTo>
                    <a:pt x="3069" y="5055"/>
                  </a:lnTo>
                  <a:lnTo>
                    <a:pt x="3189" y="4613"/>
                  </a:lnTo>
                  <a:lnTo>
                    <a:pt x="3350" y="4192"/>
                  </a:lnTo>
                  <a:lnTo>
                    <a:pt x="3350" y="4192"/>
                  </a:lnTo>
                  <a:lnTo>
                    <a:pt x="3510" y="3831"/>
                  </a:lnTo>
                  <a:lnTo>
                    <a:pt x="3671" y="3490"/>
                  </a:lnTo>
                  <a:lnTo>
                    <a:pt x="3851" y="3169"/>
                  </a:lnTo>
                  <a:lnTo>
                    <a:pt x="4052" y="2849"/>
                  </a:lnTo>
                  <a:lnTo>
                    <a:pt x="4272" y="2548"/>
                  </a:lnTo>
                  <a:lnTo>
                    <a:pt x="4513" y="2267"/>
                  </a:lnTo>
                  <a:lnTo>
                    <a:pt x="4754" y="1986"/>
                  </a:lnTo>
                  <a:lnTo>
                    <a:pt x="5014" y="1725"/>
                  </a:lnTo>
                  <a:lnTo>
                    <a:pt x="5275" y="1465"/>
                  </a:lnTo>
                  <a:lnTo>
                    <a:pt x="5556" y="1224"/>
                  </a:lnTo>
                  <a:lnTo>
                    <a:pt x="5837" y="983"/>
                  </a:lnTo>
                  <a:lnTo>
                    <a:pt x="6137" y="763"/>
                  </a:lnTo>
                  <a:lnTo>
                    <a:pt x="6458" y="562"/>
                  </a:lnTo>
                  <a:lnTo>
                    <a:pt x="6779" y="362"/>
                  </a:lnTo>
                  <a:lnTo>
                    <a:pt x="7100" y="161"/>
                  </a:lnTo>
                  <a:lnTo>
                    <a:pt x="74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21"/>
            <p:cNvSpPr/>
            <p:nvPr/>
          </p:nvSpPr>
          <p:spPr>
            <a:xfrm>
              <a:off x="11379175" y="3736875"/>
              <a:ext cx="55675" cy="119850"/>
            </a:xfrm>
            <a:custGeom>
              <a:avLst/>
              <a:gdLst/>
              <a:ahLst/>
              <a:cxnLst/>
              <a:rect l="l" t="t" r="r" b="b"/>
              <a:pathLst>
                <a:path w="2227" h="4794" extrusionOk="0">
                  <a:moveTo>
                    <a:pt x="2026" y="1"/>
                  </a:moveTo>
                  <a:lnTo>
                    <a:pt x="1966" y="21"/>
                  </a:lnTo>
                  <a:lnTo>
                    <a:pt x="1945" y="81"/>
                  </a:lnTo>
                  <a:lnTo>
                    <a:pt x="1905" y="703"/>
                  </a:lnTo>
                  <a:lnTo>
                    <a:pt x="1865" y="1345"/>
                  </a:lnTo>
                  <a:lnTo>
                    <a:pt x="1825" y="2608"/>
                  </a:lnTo>
                  <a:lnTo>
                    <a:pt x="1825" y="3250"/>
                  </a:lnTo>
                  <a:lnTo>
                    <a:pt x="1805" y="3571"/>
                  </a:lnTo>
                  <a:lnTo>
                    <a:pt x="1745" y="3891"/>
                  </a:lnTo>
                  <a:lnTo>
                    <a:pt x="1685" y="4052"/>
                  </a:lnTo>
                  <a:lnTo>
                    <a:pt x="1625" y="4172"/>
                  </a:lnTo>
                  <a:lnTo>
                    <a:pt x="1544" y="4273"/>
                  </a:lnTo>
                  <a:lnTo>
                    <a:pt x="1444" y="4333"/>
                  </a:lnTo>
                  <a:lnTo>
                    <a:pt x="1344" y="4373"/>
                  </a:lnTo>
                  <a:lnTo>
                    <a:pt x="1224" y="4373"/>
                  </a:lnTo>
                  <a:lnTo>
                    <a:pt x="1123" y="4353"/>
                  </a:lnTo>
                  <a:lnTo>
                    <a:pt x="1003" y="4333"/>
                  </a:lnTo>
                  <a:lnTo>
                    <a:pt x="883" y="4273"/>
                  </a:lnTo>
                  <a:lnTo>
                    <a:pt x="742" y="4212"/>
                  </a:lnTo>
                  <a:lnTo>
                    <a:pt x="522" y="4052"/>
                  </a:lnTo>
                  <a:lnTo>
                    <a:pt x="301" y="3891"/>
                  </a:lnTo>
                  <a:lnTo>
                    <a:pt x="121" y="3731"/>
                  </a:lnTo>
                  <a:lnTo>
                    <a:pt x="80" y="3691"/>
                  </a:lnTo>
                  <a:lnTo>
                    <a:pt x="20" y="3711"/>
                  </a:lnTo>
                  <a:lnTo>
                    <a:pt x="0" y="3751"/>
                  </a:lnTo>
                  <a:lnTo>
                    <a:pt x="0" y="3811"/>
                  </a:lnTo>
                  <a:lnTo>
                    <a:pt x="80" y="3932"/>
                  </a:lnTo>
                  <a:lnTo>
                    <a:pt x="161" y="4072"/>
                  </a:lnTo>
                  <a:lnTo>
                    <a:pt x="381" y="4313"/>
                  </a:lnTo>
                  <a:lnTo>
                    <a:pt x="502" y="4413"/>
                  </a:lnTo>
                  <a:lnTo>
                    <a:pt x="622" y="4533"/>
                  </a:lnTo>
                  <a:lnTo>
                    <a:pt x="762" y="4613"/>
                  </a:lnTo>
                  <a:lnTo>
                    <a:pt x="903" y="4694"/>
                  </a:lnTo>
                  <a:lnTo>
                    <a:pt x="1043" y="4754"/>
                  </a:lnTo>
                  <a:lnTo>
                    <a:pt x="1183" y="4774"/>
                  </a:lnTo>
                  <a:lnTo>
                    <a:pt x="1324" y="4794"/>
                  </a:lnTo>
                  <a:lnTo>
                    <a:pt x="1464" y="4774"/>
                  </a:lnTo>
                  <a:lnTo>
                    <a:pt x="1605" y="4734"/>
                  </a:lnTo>
                  <a:lnTo>
                    <a:pt x="1745" y="4654"/>
                  </a:lnTo>
                  <a:lnTo>
                    <a:pt x="1865" y="4533"/>
                  </a:lnTo>
                  <a:lnTo>
                    <a:pt x="1966" y="4393"/>
                  </a:lnTo>
                  <a:lnTo>
                    <a:pt x="2066" y="4212"/>
                  </a:lnTo>
                  <a:lnTo>
                    <a:pt x="2126" y="4012"/>
                  </a:lnTo>
                  <a:lnTo>
                    <a:pt x="2186" y="3811"/>
                  </a:lnTo>
                  <a:lnTo>
                    <a:pt x="2206" y="3591"/>
                  </a:lnTo>
                  <a:lnTo>
                    <a:pt x="2226" y="3149"/>
                  </a:lnTo>
                  <a:lnTo>
                    <a:pt x="2206" y="2748"/>
                  </a:lnTo>
                  <a:lnTo>
                    <a:pt x="2206" y="2067"/>
                  </a:lnTo>
                  <a:lnTo>
                    <a:pt x="2186" y="1405"/>
                  </a:lnTo>
                  <a:lnTo>
                    <a:pt x="2146" y="743"/>
                  </a:lnTo>
                  <a:lnTo>
                    <a:pt x="2086" y="81"/>
                  </a:lnTo>
                  <a:lnTo>
                    <a:pt x="2066" y="21"/>
                  </a:lnTo>
                  <a:lnTo>
                    <a:pt x="202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21"/>
            <p:cNvSpPr/>
            <p:nvPr/>
          </p:nvSpPr>
          <p:spPr>
            <a:xfrm>
              <a:off x="11424800" y="3736875"/>
              <a:ext cx="55675" cy="119850"/>
            </a:xfrm>
            <a:custGeom>
              <a:avLst/>
              <a:gdLst/>
              <a:ahLst/>
              <a:cxnLst/>
              <a:rect l="l" t="t" r="r" b="b"/>
              <a:pathLst>
                <a:path w="2227" h="4794" extrusionOk="0">
                  <a:moveTo>
                    <a:pt x="201" y="1"/>
                  </a:moveTo>
                  <a:lnTo>
                    <a:pt x="161" y="21"/>
                  </a:lnTo>
                  <a:lnTo>
                    <a:pt x="120" y="81"/>
                  </a:lnTo>
                  <a:lnTo>
                    <a:pt x="60" y="743"/>
                  </a:lnTo>
                  <a:lnTo>
                    <a:pt x="20" y="1405"/>
                  </a:lnTo>
                  <a:lnTo>
                    <a:pt x="0" y="2067"/>
                  </a:lnTo>
                  <a:lnTo>
                    <a:pt x="0" y="2748"/>
                  </a:lnTo>
                  <a:lnTo>
                    <a:pt x="0" y="3149"/>
                  </a:lnTo>
                  <a:lnTo>
                    <a:pt x="20" y="3591"/>
                  </a:lnTo>
                  <a:lnTo>
                    <a:pt x="40" y="3811"/>
                  </a:lnTo>
                  <a:lnTo>
                    <a:pt x="80" y="4012"/>
                  </a:lnTo>
                  <a:lnTo>
                    <a:pt x="161" y="4212"/>
                  </a:lnTo>
                  <a:lnTo>
                    <a:pt x="241" y="4393"/>
                  </a:lnTo>
                  <a:lnTo>
                    <a:pt x="361" y="4533"/>
                  </a:lnTo>
                  <a:lnTo>
                    <a:pt x="481" y="4654"/>
                  </a:lnTo>
                  <a:lnTo>
                    <a:pt x="622" y="4734"/>
                  </a:lnTo>
                  <a:lnTo>
                    <a:pt x="742" y="4774"/>
                  </a:lnTo>
                  <a:lnTo>
                    <a:pt x="883" y="4794"/>
                  </a:lnTo>
                  <a:lnTo>
                    <a:pt x="1023" y="4774"/>
                  </a:lnTo>
                  <a:lnTo>
                    <a:pt x="1183" y="4754"/>
                  </a:lnTo>
                  <a:lnTo>
                    <a:pt x="1324" y="4694"/>
                  </a:lnTo>
                  <a:lnTo>
                    <a:pt x="1464" y="4613"/>
                  </a:lnTo>
                  <a:lnTo>
                    <a:pt x="1584" y="4533"/>
                  </a:lnTo>
                  <a:lnTo>
                    <a:pt x="1725" y="4413"/>
                  </a:lnTo>
                  <a:lnTo>
                    <a:pt x="1845" y="4313"/>
                  </a:lnTo>
                  <a:lnTo>
                    <a:pt x="2046" y="4072"/>
                  </a:lnTo>
                  <a:lnTo>
                    <a:pt x="2146" y="3932"/>
                  </a:lnTo>
                  <a:lnTo>
                    <a:pt x="2206" y="3811"/>
                  </a:lnTo>
                  <a:lnTo>
                    <a:pt x="2226" y="3751"/>
                  </a:lnTo>
                  <a:lnTo>
                    <a:pt x="2186" y="3711"/>
                  </a:lnTo>
                  <a:lnTo>
                    <a:pt x="2146" y="3691"/>
                  </a:lnTo>
                  <a:lnTo>
                    <a:pt x="2086" y="3731"/>
                  </a:lnTo>
                  <a:lnTo>
                    <a:pt x="1925" y="3891"/>
                  </a:lnTo>
                  <a:lnTo>
                    <a:pt x="1705" y="4052"/>
                  </a:lnTo>
                  <a:lnTo>
                    <a:pt x="1464" y="4212"/>
                  </a:lnTo>
                  <a:lnTo>
                    <a:pt x="1344" y="4273"/>
                  </a:lnTo>
                  <a:lnTo>
                    <a:pt x="1223" y="4333"/>
                  </a:lnTo>
                  <a:lnTo>
                    <a:pt x="1103" y="4353"/>
                  </a:lnTo>
                  <a:lnTo>
                    <a:pt x="983" y="4373"/>
                  </a:lnTo>
                  <a:lnTo>
                    <a:pt x="883" y="4373"/>
                  </a:lnTo>
                  <a:lnTo>
                    <a:pt x="782" y="4333"/>
                  </a:lnTo>
                  <a:lnTo>
                    <a:pt x="682" y="4273"/>
                  </a:lnTo>
                  <a:lnTo>
                    <a:pt x="602" y="4172"/>
                  </a:lnTo>
                  <a:lnTo>
                    <a:pt x="522" y="4052"/>
                  </a:lnTo>
                  <a:lnTo>
                    <a:pt x="481" y="3891"/>
                  </a:lnTo>
                  <a:lnTo>
                    <a:pt x="421" y="3571"/>
                  </a:lnTo>
                  <a:lnTo>
                    <a:pt x="401" y="3250"/>
                  </a:lnTo>
                  <a:lnTo>
                    <a:pt x="401" y="2608"/>
                  </a:lnTo>
                  <a:lnTo>
                    <a:pt x="361" y="1345"/>
                  </a:lnTo>
                  <a:lnTo>
                    <a:pt x="321" y="703"/>
                  </a:lnTo>
                  <a:lnTo>
                    <a:pt x="261" y="81"/>
                  </a:lnTo>
                  <a:lnTo>
                    <a:pt x="241" y="21"/>
                  </a:lnTo>
                  <a:lnTo>
                    <a:pt x="20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21"/>
            <p:cNvSpPr/>
            <p:nvPr/>
          </p:nvSpPr>
          <p:spPr>
            <a:xfrm>
              <a:off x="11362125" y="3705800"/>
              <a:ext cx="135400" cy="75725"/>
            </a:xfrm>
            <a:custGeom>
              <a:avLst/>
              <a:gdLst/>
              <a:ahLst/>
              <a:cxnLst/>
              <a:rect l="l" t="t" r="r" b="b"/>
              <a:pathLst>
                <a:path w="5416" h="3029" extrusionOk="0">
                  <a:moveTo>
                    <a:pt x="2708" y="1"/>
                  </a:moveTo>
                  <a:lnTo>
                    <a:pt x="2327" y="21"/>
                  </a:lnTo>
                  <a:lnTo>
                    <a:pt x="1906" y="61"/>
                  </a:lnTo>
                  <a:lnTo>
                    <a:pt x="1484" y="141"/>
                  </a:lnTo>
                  <a:lnTo>
                    <a:pt x="1063" y="261"/>
                  </a:lnTo>
                  <a:lnTo>
                    <a:pt x="863" y="341"/>
                  </a:lnTo>
                  <a:lnTo>
                    <a:pt x="682" y="422"/>
                  </a:lnTo>
                  <a:lnTo>
                    <a:pt x="522" y="502"/>
                  </a:lnTo>
                  <a:lnTo>
                    <a:pt x="361" y="602"/>
                  </a:lnTo>
                  <a:lnTo>
                    <a:pt x="241" y="722"/>
                  </a:lnTo>
                  <a:lnTo>
                    <a:pt x="141" y="843"/>
                  </a:lnTo>
                  <a:lnTo>
                    <a:pt x="61" y="963"/>
                  </a:lnTo>
                  <a:lnTo>
                    <a:pt x="0" y="1104"/>
                  </a:lnTo>
                  <a:lnTo>
                    <a:pt x="0" y="1184"/>
                  </a:lnTo>
                  <a:lnTo>
                    <a:pt x="0" y="1244"/>
                  </a:lnTo>
                  <a:lnTo>
                    <a:pt x="61" y="1404"/>
                  </a:lnTo>
                  <a:lnTo>
                    <a:pt x="161" y="1565"/>
                  </a:lnTo>
                  <a:lnTo>
                    <a:pt x="301" y="1725"/>
                  </a:lnTo>
                  <a:lnTo>
                    <a:pt x="462" y="1886"/>
                  </a:lnTo>
                  <a:lnTo>
                    <a:pt x="662" y="2046"/>
                  </a:lnTo>
                  <a:lnTo>
                    <a:pt x="883" y="2207"/>
                  </a:lnTo>
                  <a:lnTo>
                    <a:pt x="1123" y="2367"/>
                  </a:lnTo>
                  <a:lnTo>
                    <a:pt x="1605" y="2628"/>
                  </a:lnTo>
                  <a:lnTo>
                    <a:pt x="2066" y="2848"/>
                  </a:lnTo>
                  <a:lnTo>
                    <a:pt x="2447" y="2989"/>
                  </a:lnTo>
                  <a:lnTo>
                    <a:pt x="2587" y="3029"/>
                  </a:lnTo>
                  <a:lnTo>
                    <a:pt x="2808" y="3029"/>
                  </a:lnTo>
                  <a:lnTo>
                    <a:pt x="2948" y="2989"/>
                  </a:lnTo>
                  <a:lnTo>
                    <a:pt x="3349" y="2848"/>
                  </a:lnTo>
                  <a:lnTo>
                    <a:pt x="3811" y="2628"/>
                  </a:lnTo>
                  <a:lnTo>
                    <a:pt x="4292" y="2367"/>
                  </a:lnTo>
                  <a:lnTo>
                    <a:pt x="4513" y="2207"/>
                  </a:lnTo>
                  <a:lnTo>
                    <a:pt x="4733" y="2046"/>
                  </a:lnTo>
                  <a:lnTo>
                    <a:pt x="4934" y="1886"/>
                  </a:lnTo>
                  <a:lnTo>
                    <a:pt x="5114" y="1725"/>
                  </a:lnTo>
                  <a:lnTo>
                    <a:pt x="5255" y="1565"/>
                  </a:lnTo>
                  <a:lnTo>
                    <a:pt x="5355" y="1404"/>
                  </a:lnTo>
                  <a:lnTo>
                    <a:pt x="5395" y="1244"/>
                  </a:lnTo>
                  <a:lnTo>
                    <a:pt x="5415" y="1184"/>
                  </a:lnTo>
                  <a:lnTo>
                    <a:pt x="5395" y="1104"/>
                  </a:lnTo>
                  <a:lnTo>
                    <a:pt x="5355" y="963"/>
                  </a:lnTo>
                  <a:lnTo>
                    <a:pt x="5275" y="843"/>
                  </a:lnTo>
                  <a:lnTo>
                    <a:pt x="5174" y="722"/>
                  </a:lnTo>
                  <a:lnTo>
                    <a:pt x="5034" y="602"/>
                  </a:lnTo>
                  <a:lnTo>
                    <a:pt x="4894" y="502"/>
                  </a:lnTo>
                  <a:lnTo>
                    <a:pt x="4713" y="422"/>
                  </a:lnTo>
                  <a:lnTo>
                    <a:pt x="4533" y="341"/>
                  </a:lnTo>
                  <a:lnTo>
                    <a:pt x="4352" y="261"/>
                  </a:lnTo>
                  <a:lnTo>
                    <a:pt x="3931" y="141"/>
                  </a:lnTo>
                  <a:lnTo>
                    <a:pt x="3490" y="61"/>
                  </a:lnTo>
                  <a:lnTo>
                    <a:pt x="3089" y="21"/>
                  </a:lnTo>
                  <a:lnTo>
                    <a:pt x="27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21"/>
            <p:cNvSpPr/>
            <p:nvPr/>
          </p:nvSpPr>
          <p:spPr>
            <a:xfrm>
              <a:off x="11226750" y="3687250"/>
              <a:ext cx="75225" cy="75225"/>
            </a:xfrm>
            <a:custGeom>
              <a:avLst/>
              <a:gdLst/>
              <a:ahLst/>
              <a:cxnLst/>
              <a:rect l="l" t="t" r="r" b="b"/>
              <a:pathLst>
                <a:path w="3009" h="3009" extrusionOk="0">
                  <a:moveTo>
                    <a:pt x="1384" y="1"/>
                  </a:moveTo>
                  <a:lnTo>
                    <a:pt x="1204" y="41"/>
                  </a:lnTo>
                  <a:lnTo>
                    <a:pt x="1043" y="81"/>
                  </a:lnTo>
                  <a:lnTo>
                    <a:pt x="883" y="141"/>
                  </a:lnTo>
                  <a:lnTo>
                    <a:pt x="723" y="221"/>
                  </a:lnTo>
                  <a:lnTo>
                    <a:pt x="582" y="321"/>
                  </a:lnTo>
                  <a:lnTo>
                    <a:pt x="462" y="422"/>
                  </a:lnTo>
                  <a:lnTo>
                    <a:pt x="342" y="562"/>
                  </a:lnTo>
                  <a:lnTo>
                    <a:pt x="241" y="682"/>
                  </a:lnTo>
                  <a:lnTo>
                    <a:pt x="161" y="823"/>
                  </a:lnTo>
                  <a:lnTo>
                    <a:pt x="101" y="983"/>
                  </a:lnTo>
                  <a:lnTo>
                    <a:pt x="41" y="1144"/>
                  </a:lnTo>
                  <a:lnTo>
                    <a:pt x="21" y="1304"/>
                  </a:lnTo>
                  <a:lnTo>
                    <a:pt x="1" y="1485"/>
                  </a:lnTo>
                  <a:lnTo>
                    <a:pt x="1" y="1665"/>
                  </a:lnTo>
                  <a:lnTo>
                    <a:pt x="41" y="1825"/>
                  </a:lnTo>
                  <a:lnTo>
                    <a:pt x="81" y="2006"/>
                  </a:lnTo>
                  <a:lnTo>
                    <a:pt x="181" y="2207"/>
                  </a:lnTo>
                  <a:lnTo>
                    <a:pt x="281" y="2387"/>
                  </a:lnTo>
                  <a:lnTo>
                    <a:pt x="402" y="2547"/>
                  </a:lnTo>
                  <a:lnTo>
                    <a:pt x="562" y="2688"/>
                  </a:lnTo>
                  <a:lnTo>
                    <a:pt x="723" y="2808"/>
                  </a:lnTo>
                  <a:lnTo>
                    <a:pt x="903" y="2908"/>
                  </a:lnTo>
                  <a:lnTo>
                    <a:pt x="1104" y="2969"/>
                  </a:lnTo>
                  <a:lnTo>
                    <a:pt x="1304" y="3009"/>
                  </a:lnTo>
                  <a:lnTo>
                    <a:pt x="1645" y="3009"/>
                  </a:lnTo>
                  <a:lnTo>
                    <a:pt x="1806" y="2969"/>
                  </a:lnTo>
                  <a:lnTo>
                    <a:pt x="1966" y="2928"/>
                  </a:lnTo>
                  <a:lnTo>
                    <a:pt x="2106" y="2888"/>
                  </a:lnTo>
                  <a:lnTo>
                    <a:pt x="2247" y="2808"/>
                  </a:lnTo>
                  <a:lnTo>
                    <a:pt x="2367" y="2728"/>
                  </a:lnTo>
                  <a:lnTo>
                    <a:pt x="2487" y="2648"/>
                  </a:lnTo>
                  <a:lnTo>
                    <a:pt x="2588" y="2547"/>
                  </a:lnTo>
                  <a:lnTo>
                    <a:pt x="2668" y="2447"/>
                  </a:lnTo>
                  <a:lnTo>
                    <a:pt x="2768" y="2327"/>
                  </a:lnTo>
                  <a:lnTo>
                    <a:pt x="2828" y="2207"/>
                  </a:lnTo>
                  <a:lnTo>
                    <a:pt x="2888" y="2086"/>
                  </a:lnTo>
                  <a:lnTo>
                    <a:pt x="2949" y="1966"/>
                  </a:lnTo>
                  <a:lnTo>
                    <a:pt x="2969" y="1846"/>
                  </a:lnTo>
                  <a:lnTo>
                    <a:pt x="2989" y="1705"/>
                  </a:lnTo>
                  <a:lnTo>
                    <a:pt x="3009" y="1525"/>
                  </a:lnTo>
                  <a:lnTo>
                    <a:pt x="2989" y="1364"/>
                  </a:lnTo>
                  <a:lnTo>
                    <a:pt x="2969" y="1204"/>
                  </a:lnTo>
                  <a:lnTo>
                    <a:pt x="2929" y="1043"/>
                  </a:lnTo>
                  <a:lnTo>
                    <a:pt x="2848" y="883"/>
                  </a:lnTo>
                  <a:lnTo>
                    <a:pt x="2788" y="743"/>
                  </a:lnTo>
                  <a:lnTo>
                    <a:pt x="2688" y="602"/>
                  </a:lnTo>
                  <a:lnTo>
                    <a:pt x="2588" y="482"/>
                  </a:lnTo>
                  <a:lnTo>
                    <a:pt x="2467" y="361"/>
                  </a:lnTo>
                  <a:lnTo>
                    <a:pt x="2347" y="261"/>
                  </a:lnTo>
                  <a:lnTo>
                    <a:pt x="2207" y="181"/>
                  </a:lnTo>
                  <a:lnTo>
                    <a:pt x="2046" y="101"/>
                  </a:lnTo>
                  <a:lnTo>
                    <a:pt x="1906" y="61"/>
                  </a:lnTo>
                  <a:lnTo>
                    <a:pt x="1745" y="21"/>
                  </a:lnTo>
                  <a:lnTo>
                    <a:pt x="15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21"/>
            <p:cNvSpPr/>
            <p:nvPr/>
          </p:nvSpPr>
          <p:spPr>
            <a:xfrm>
              <a:off x="11154550" y="3736875"/>
              <a:ext cx="74725" cy="101800"/>
            </a:xfrm>
            <a:custGeom>
              <a:avLst/>
              <a:gdLst/>
              <a:ahLst/>
              <a:cxnLst/>
              <a:rect l="l" t="t" r="r" b="b"/>
              <a:pathLst>
                <a:path w="2989" h="4072" extrusionOk="0">
                  <a:moveTo>
                    <a:pt x="983" y="1"/>
                  </a:moveTo>
                  <a:lnTo>
                    <a:pt x="803" y="21"/>
                  </a:lnTo>
                  <a:lnTo>
                    <a:pt x="602" y="41"/>
                  </a:lnTo>
                  <a:lnTo>
                    <a:pt x="382" y="101"/>
                  </a:lnTo>
                  <a:lnTo>
                    <a:pt x="201" y="161"/>
                  </a:lnTo>
                  <a:lnTo>
                    <a:pt x="1" y="242"/>
                  </a:lnTo>
                  <a:lnTo>
                    <a:pt x="81" y="743"/>
                  </a:lnTo>
                  <a:lnTo>
                    <a:pt x="141" y="1244"/>
                  </a:lnTo>
                  <a:lnTo>
                    <a:pt x="241" y="1726"/>
                  </a:lnTo>
                  <a:lnTo>
                    <a:pt x="362" y="2207"/>
                  </a:lnTo>
                  <a:lnTo>
                    <a:pt x="482" y="2688"/>
                  </a:lnTo>
                  <a:lnTo>
                    <a:pt x="643" y="3149"/>
                  </a:lnTo>
                  <a:lnTo>
                    <a:pt x="823" y="3611"/>
                  </a:lnTo>
                  <a:lnTo>
                    <a:pt x="1044" y="4072"/>
                  </a:lnTo>
                  <a:lnTo>
                    <a:pt x="1244" y="4052"/>
                  </a:lnTo>
                  <a:lnTo>
                    <a:pt x="1425" y="4012"/>
                  </a:lnTo>
                  <a:lnTo>
                    <a:pt x="1605" y="3972"/>
                  </a:lnTo>
                  <a:lnTo>
                    <a:pt x="1786" y="3891"/>
                  </a:lnTo>
                  <a:lnTo>
                    <a:pt x="1946" y="3811"/>
                  </a:lnTo>
                  <a:lnTo>
                    <a:pt x="2107" y="3711"/>
                  </a:lnTo>
                  <a:lnTo>
                    <a:pt x="2247" y="3611"/>
                  </a:lnTo>
                  <a:lnTo>
                    <a:pt x="2387" y="3490"/>
                  </a:lnTo>
                  <a:lnTo>
                    <a:pt x="2508" y="3370"/>
                  </a:lnTo>
                  <a:lnTo>
                    <a:pt x="2608" y="3230"/>
                  </a:lnTo>
                  <a:lnTo>
                    <a:pt x="2708" y="3089"/>
                  </a:lnTo>
                  <a:lnTo>
                    <a:pt x="2788" y="2949"/>
                  </a:lnTo>
                  <a:lnTo>
                    <a:pt x="2869" y="2788"/>
                  </a:lnTo>
                  <a:lnTo>
                    <a:pt x="2909" y="2628"/>
                  </a:lnTo>
                  <a:lnTo>
                    <a:pt x="2949" y="2468"/>
                  </a:lnTo>
                  <a:lnTo>
                    <a:pt x="2989" y="2307"/>
                  </a:lnTo>
                  <a:lnTo>
                    <a:pt x="2989" y="2087"/>
                  </a:lnTo>
                  <a:lnTo>
                    <a:pt x="2989" y="1866"/>
                  </a:lnTo>
                  <a:lnTo>
                    <a:pt x="2949" y="1665"/>
                  </a:lnTo>
                  <a:lnTo>
                    <a:pt x="2889" y="1445"/>
                  </a:lnTo>
                  <a:lnTo>
                    <a:pt x="2808" y="1244"/>
                  </a:lnTo>
                  <a:lnTo>
                    <a:pt x="2728" y="1064"/>
                  </a:lnTo>
                  <a:lnTo>
                    <a:pt x="2608" y="883"/>
                  </a:lnTo>
                  <a:lnTo>
                    <a:pt x="2488" y="703"/>
                  </a:lnTo>
                  <a:lnTo>
                    <a:pt x="2327" y="562"/>
                  </a:lnTo>
                  <a:lnTo>
                    <a:pt x="2187" y="422"/>
                  </a:lnTo>
                  <a:lnTo>
                    <a:pt x="2006" y="302"/>
                  </a:lnTo>
                  <a:lnTo>
                    <a:pt x="1826" y="201"/>
                  </a:lnTo>
                  <a:lnTo>
                    <a:pt x="1625" y="121"/>
                  </a:lnTo>
                  <a:lnTo>
                    <a:pt x="1425" y="61"/>
                  </a:lnTo>
                  <a:lnTo>
                    <a:pt x="1204" y="21"/>
                  </a:lnTo>
                  <a:lnTo>
                    <a:pt x="9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21"/>
            <p:cNvSpPr/>
            <p:nvPr/>
          </p:nvSpPr>
          <p:spPr>
            <a:xfrm>
              <a:off x="11154550" y="3736875"/>
              <a:ext cx="74725" cy="101800"/>
            </a:xfrm>
            <a:custGeom>
              <a:avLst/>
              <a:gdLst/>
              <a:ahLst/>
              <a:cxnLst/>
              <a:rect l="l" t="t" r="r" b="b"/>
              <a:pathLst>
                <a:path w="2989" h="4072" fill="none" extrusionOk="0">
                  <a:moveTo>
                    <a:pt x="983" y="1"/>
                  </a:moveTo>
                  <a:lnTo>
                    <a:pt x="983" y="1"/>
                  </a:lnTo>
                  <a:lnTo>
                    <a:pt x="803" y="21"/>
                  </a:lnTo>
                  <a:lnTo>
                    <a:pt x="803" y="21"/>
                  </a:lnTo>
                  <a:lnTo>
                    <a:pt x="602" y="41"/>
                  </a:lnTo>
                  <a:lnTo>
                    <a:pt x="382" y="101"/>
                  </a:lnTo>
                  <a:lnTo>
                    <a:pt x="201" y="161"/>
                  </a:lnTo>
                  <a:lnTo>
                    <a:pt x="1" y="242"/>
                  </a:lnTo>
                  <a:lnTo>
                    <a:pt x="1" y="242"/>
                  </a:lnTo>
                  <a:lnTo>
                    <a:pt x="81" y="743"/>
                  </a:lnTo>
                  <a:lnTo>
                    <a:pt x="141" y="1244"/>
                  </a:lnTo>
                  <a:lnTo>
                    <a:pt x="241" y="1726"/>
                  </a:lnTo>
                  <a:lnTo>
                    <a:pt x="362" y="2207"/>
                  </a:lnTo>
                  <a:lnTo>
                    <a:pt x="482" y="2688"/>
                  </a:lnTo>
                  <a:lnTo>
                    <a:pt x="643" y="3149"/>
                  </a:lnTo>
                  <a:lnTo>
                    <a:pt x="823" y="3611"/>
                  </a:lnTo>
                  <a:lnTo>
                    <a:pt x="1044" y="4072"/>
                  </a:lnTo>
                  <a:lnTo>
                    <a:pt x="1044" y="4072"/>
                  </a:lnTo>
                  <a:lnTo>
                    <a:pt x="1244" y="4052"/>
                  </a:lnTo>
                  <a:lnTo>
                    <a:pt x="1425" y="4012"/>
                  </a:lnTo>
                  <a:lnTo>
                    <a:pt x="1605" y="3972"/>
                  </a:lnTo>
                  <a:lnTo>
                    <a:pt x="1786" y="3891"/>
                  </a:lnTo>
                  <a:lnTo>
                    <a:pt x="1946" y="3811"/>
                  </a:lnTo>
                  <a:lnTo>
                    <a:pt x="2107" y="3711"/>
                  </a:lnTo>
                  <a:lnTo>
                    <a:pt x="2247" y="3611"/>
                  </a:lnTo>
                  <a:lnTo>
                    <a:pt x="2387" y="3490"/>
                  </a:lnTo>
                  <a:lnTo>
                    <a:pt x="2508" y="3370"/>
                  </a:lnTo>
                  <a:lnTo>
                    <a:pt x="2608" y="3230"/>
                  </a:lnTo>
                  <a:lnTo>
                    <a:pt x="2708" y="3089"/>
                  </a:lnTo>
                  <a:lnTo>
                    <a:pt x="2788" y="2949"/>
                  </a:lnTo>
                  <a:lnTo>
                    <a:pt x="2869" y="2788"/>
                  </a:lnTo>
                  <a:lnTo>
                    <a:pt x="2909" y="2628"/>
                  </a:lnTo>
                  <a:lnTo>
                    <a:pt x="2949" y="2468"/>
                  </a:lnTo>
                  <a:lnTo>
                    <a:pt x="2989" y="2307"/>
                  </a:lnTo>
                  <a:lnTo>
                    <a:pt x="2989" y="2307"/>
                  </a:lnTo>
                  <a:lnTo>
                    <a:pt x="2989" y="2087"/>
                  </a:lnTo>
                  <a:lnTo>
                    <a:pt x="2989" y="1866"/>
                  </a:lnTo>
                  <a:lnTo>
                    <a:pt x="2949" y="1665"/>
                  </a:lnTo>
                  <a:lnTo>
                    <a:pt x="2889" y="1445"/>
                  </a:lnTo>
                  <a:lnTo>
                    <a:pt x="2808" y="1244"/>
                  </a:lnTo>
                  <a:lnTo>
                    <a:pt x="2728" y="1064"/>
                  </a:lnTo>
                  <a:lnTo>
                    <a:pt x="2608" y="883"/>
                  </a:lnTo>
                  <a:lnTo>
                    <a:pt x="2488" y="703"/>
                  </a:lnTo>
                  <a:lnTo>
                    <a:pt x="2327" y="562"/>
                  </a:lnTo>
                  <a:lnTo>
                    <a:pt x="2187" y="422"/>
                  </a:lnTo>
                  <a:lnTo>
                    <a:pt x="2006" y="302"/>
                  </a:lnTo>
                  <a:lnTo>
                    <a:pt x="1826" y="201"/>
                  </a:lnTo>
                  <a:lnTo>
                    <a:pt x="1625" y="121"/>
                  </a:lnTo>
                  <a:lnTo>
                    <a:pt x="1425" y="61"/>
                  </a:lnTo>
                  <a:lnTo>
                    <a:pt x="1204" y="21"/>
                  </a:lnTo>
                  <a:lnTo>
                    <a:pt x="9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21"/>
            <p:cNvSpPr/>
            <p:nvPr/>
          </p:nvSpPr>
          <p:spPr>
            <a:xfrm>
              <a:off x="11127975" y="3742900"/>
              <a:ext cx="52675" cy="95775"/>
            </a:xfrm>
            <a:custGeom>
              <a:avLst/>
              <a:gdLst/>
              <a:ahLst/>
              <a:cxnLst/>
              <a:rect l="l" t="t" r="r" b="b"/>
              <a:pathLst>
                <a:path w="2107" h="3831" extrusionOk="0">
                  <a:moveTo>
                    <a:pt x="1064" y="1"/>
                  </a:moveTo>
                  <a:lnTo>
                    <a:pt x="923" y="101"/>
                  </a:lnTo>
                  <a:lnTo>
                    <a:pt x="763" y="201"/>
                  </a:lnTo>
                  <a:lnTo>
                    <a:pt x="643" y="321"/>
                  </a:lnTo>
                  <a:lnTo>
                    <a:pt x="522" y="442"/>
                  </a:lnTo>
                  <a:lnTo>
                    <a:pt x="402" y="582"/>
                  </a:lnTo>
                  <a:lnTo>
                    <a:pt x="302" y="723"/>
                  </a:lnTo>
                  <a:lnTo>
                    <a:pt x="222" y="883"/>
                  </a:lnTo>
                  <a:lnTo>
                    <a:pt x="141" y="1043"/>
                  </a:lnTo>
                  <a:lnTo>
                    <a:pt x="81" y="1204"/>
                  </a:lnTo>
                  <a:lnTo>
                    <a:pt x="41" y="1384"/>
                  </a:lnTo>
                  <a:lnTo>
                    <a:pt x="1" y="1565"/>
                  </a:lnTo>
                  <a:lnTo>
                    <a:pt x="1" y="1745"/>
                  </a:lnTo>
                  <a:lnTo>
                    <a:pt x="1" y="1926"/>
                  </a:lnTo>
                  <a:lnTo>
                    <a:pt x="21" y="2106"/>
                  </a:lnTo>
                  <a:lnTo>
                    <a:pt x="61" y="2287"/>
                  </a:lnTo>
                  <a:lnTo>
                    <a:pt x="121" y="2487"/>
                  </a:lnTo>
                  <a:lnTo>
                    <a:pt x="222" y="2748"/>
                  </a:lnTo>
                  <a:lnTo>
                    <a:pt x="382" y="2989"/>
                  </a:lnTo>
                  <a:lnTo>
                    <a:pt x="542" y="3209"/>
                  </a:lnTo>
                  <a:lnTo>
                    <a:pt x="743" y="3390"/>
                  </a:lnTo>
                  <a:lnTo>
                    <a:pt x="964" y="3550"/>
                  </a:lnTo>
                  <a:lnTo>
                    <a:pt x="1204" y="3691"/>
                  </a:lnTo>
                  <a:lnTo>
                    <a:pt x="1485" y="3771"/>
                  </a:lnTo>
                  <a:lnTo>
                    <a:pt x="1766" y="3831"/>
                  </a:lnTo>
                  <a:lnTo>
                    <a:pt x="2107" y="3831"/>
                  </a:lnTo>
                  <a:lnTo>
                    <a:pt x="1886" y="3370"/>
                  </a:lnTo>
                  <a:lnTo>
                    <a:pt x="1706" y="2908"/>
                  </a:lnTo>
                  <a:lnTo>
                    <a:pt x="1545" y="2447"/>
                  </a:lnTo>
                  <a:lnTo>
                    <a:pt x="1425" y="1966"/>
                  </a:lnTo>
                  <a:lnTo>
                    <a:pt x="1304" y="1485"/>
                  </a:lnTo>
                  <a:lnTo>
                    <a:pt x="1204" y="1003"/>
                  </a:lnTo>
                  <a:lnTo>
                    <a:pt x="1144" y="502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21"/>
            <p:cNvSpPr/>
            <p:nvPr/>
          </p:nvSpPr>
          <p:spPr>
            <a:xfrm>
              <a:off x="11127975" y="3742900"/>
              <a:ext cx="52675" cy="95775"/>
            </a:xfrm>
            <a:custGeom>
              <a:avLst/>
              <a:gdLst/>
              <a:ahLst/>
              <a:cxnLst/>
              <a:rect l="l" t="t" r="r" b="b"/>
              <a:pathLst>
                <a:path w="2107" h="3831" fill="none" extrusionOk="0">
                  <a:moveTo>
                    <a:pt x="1064" y="1"/>
                  </a:moveTo>
                  <a:lnTo>
                    <a:pt x="1064" y="1"/>
                  </a:lnTo>
                  <a:lnTo>
                    <a:pt x="923" y="101"/>
                  </a:lnTo>
                  <a:lnTo>
                    <a:pt x="763" y="201"/>
                  </a:lnTo>
                  <a:lnTo>
                    <a:pt x="643" y="321"/>
                  </a:lnTo>
                  <a:lnTo>
                    <a:pt x="522" y="442"/>
                  </a:lnTo>
                  <a:lnTo>
                    <a:pt x="402" y="582"/>
                  </a:lnTo>
                  <a:lnTo>
                    <a:pt x="302" y="723"/>
                  </a:lnTo>
                  <a:lnTo>
                    <a:pt x="222" y="883"/>
                  </a:lnTo>
                  <a:lnTo>
                    <a:pt x="141" y="1043"/>
                  </a:lnTo>
                  <a:lnTo>
                    <a:pt x="81" y="1204"/>
                  </a:lnTo>
                  <a:lnTo>
                    <a:pt x="41" y="1384"/>
                  </a:lnTo>
                  <a:lnTo>
                    <a:pt x="1" y="1565"/>
                  </a:lnTo>
                  <a:lnTo>
                    <a:pt x="1" y="1745"/>
                  </a:lnTo>
                  <a:lnTo>
                    <a:pt x="1" y="1926"/>
                  </a:lnTo>
                  <a:lnTo>
                    <a:pt x="21" y="2106"/>
                  </a:lnTo>
                  <a:lnTo>
                    <a:pt x="61" y="2287"/>
                  </a:lnTo>
                  <a:lnTo>
                    <a:pt x="121" y="2487"/>
                  </a:lnTo>
                  <a:lnTo>
                    <a:pt x="121" y="2487"/>
                  </a:lnTo>
                  <a:lnTo>
                    <a:pt x="222" y="2748"/>
                  </a:lnTo>
                  <a:lnTo>
                    <a:pt x="382" y="2989"/>
                  </a:lnTo>
                  <a:lnTo>
                    <a:pt x="542" y="3209"/>
                  </a:lnTo>
                  <a:lnTo>
                    <a:pt x="743" y="3390"/>
                  </a:lnTo>
                  <a:lnTo>
                    <a:pt x="964" y="3550"/>
                  </a:lnTo>
                  <a:lnTo>
                    <a:pt x="1204" y="3691"/>
                  </a:lnTo>
                  <a:lnTo>
                    <a:pt x="1485" y="3771"/>
                  </a:lnTo>
                  <a:lnTo>
                    <a:pt x="1766" y="3831"/>
                  </a:lnTo>
                  <a:lnTo>
                    <a:pt x="1766" y="3831"/>
                  </a:lnTo>
                  <a:lnTo>
                    <a:pt x="1986" y="3831"/>
                  </a:lnTo>
                  <a:lnTo>
                    <a:pt x="1986" y="3831"/>
                  </a:lnTo>
                  <a:lnTo>
                    <a:pt x="2107" y="3831"/>
                  </a:lnTo>
                  <a:lnTo>
                    <a:pt x="2107" y="3831"/>
                  </a:lnTo>
                  <a:lnTo>
                    <a:pt x="1886" y="3370"/>
                  </a:lnTo>
                  <a:lnTo>
                    <a:pt x="1706" y="2908"/>
                  </a:lnTo>
                  <a:lnTo>
                    <a:pt x="1545" y="2447"/>
                  </a:lnTo>
                  <a:lnTo>
                    <a:pt x="1425" y="1966"/>
                  </a:lnTo>
                  <a:lnTo>
                    <a:pt x="1304" y="1485"/>
                  </a:lnTo>
                  <a:lnTo>
                    <a:pt x="1204" y="1003"/>
                  </a:lnTo>
                  <a:lnTo>
                    <a:pt x="1144" y="502"/>
                  </a:lnTo>
                  <a:lnTo>
                    <a:pt x="10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21"/>
            <p:cNvSpPr/>
            <p:nvPr/>
          </p:nvSpPr>
          <p:spPr>
            <a:xfrm>
              <a:off x="11629850" y="3736875"/>
              <a:ext cx="101800" cy="101800"/>
            </a:xfrm>
            <a:custGeom>
              <a:avLst/>
              <a:gdLst/>
              <a:ahLst/>
              <a:cxnLst/>
              <a:rect l="l" t="t" r="r" b="b"/>
              <a:pathLst>
                <a:path w="4072" h="4072" extrusionOk="0">
                  <a:moveTo>
                    <a:pt x="2066" y="1"/>
                  </a:moveTo>
                  <a:lnTo>
                    <a:pt x="1886" y="21"/>
                  </a:lnTo>
                  <a:lnTo>
                    <a:pt x="1645" y="41"/>
                  </a:lnTo>
                  <a:lnTo>
                    <a:pt x="1404" y="121"/>
                  </a:lnTo>
                  <a:lnTo>
                    <a:pt x="1184" y="201"/>
                  </a:lnTo>
                  <a:lnTo>
                    <a:pt x="983" y="302"/>
                  </a:lnTo>
                  <a:lnTo>
                    <a:pt x="803" y="442"/>
                  </a:lnTo>
                  <a:lnTo>
                    <a:pt x="622" y="582"/>
                  </a:lnTo>
                  <a:lnTo>
                    <a:pt x="482" y="763"/>
                  </a:lnTo>
                  <a:lnTo>
                    <a:pt x="341" y="943"/>
                  </a:lnTo>
                  <a:lnTo>
                    <a:pt x="221" y="1124"/>
                  </a:lnTo>
                  <a:lnTo>
                    <a:pt x="141" y="1345"/>
                  </a:lnTo>
                  <a:lnTo>
                    <a:pt x="61" y="1545"/>
                  </a:lnTo>
                  <a:lnTo>
                    <a:pt x="21" y="1786"/>
                  </a:lnTo>
                  <a:lnTo>
                    <a:pt x="0" y="2006"/>
                  </a:lnTo>
                  <a:lnTo>
                    <a:pt x="21" y="2247"/>
                  </a:lnTo>
                  <a:lnTo>
                    <a:pt x="61" y="2488"/>
                  </a:lnTo>
                  <a:lnTo>
                    <a:pt x="141" y="2728"/>
                  </a:lnTo>
                  <a:lnTo>
                    <a:pt x="241" y="2989"/>
                  </a:lnTo>
                  <a:lnTo>
                    <a:pt x="381" y="3230"/>
                  </a:lnTo>
                  <a:lnTo>
                    <a:pt x="562" y="3450"/>
                  </a:lnTo>
                  <a:lnTo>
                    <a:pt x="763" y="3631"/>
                  </a:lnTo>
                  <a:lnTo>
                    <a:pt x="983" y="3791"/>
                  </a:lnTo>
                  <a:lnTo>
                    <a:pt x="1224" y="3932"/>
                  </a:lnTo>
                  <a:lnTo>
                    <a:pt x="1484" y="4012"/>
                  </a:lnTo>
                  <a:lnTo>
                    <a:pt x="1765" y="4072"/>
                  </a:lnTo>
                  <a:lnTo>
                    <a:pt x="2206" y="4072"/>
                  </a:lnTo>
                  <a:lnTo>
                    <a:pt x="2427" y="4032"/>
                  </a:lnTo>
                  <a:lnTo>
                    <a:pt x="2608" y="3992"/>
                  </a:lnTo>
                  <a:lnTo>
                    <a:pt x="2788" y="3932"/>
                  </a:lnTo>
                  <a:lnTo>
                    <a:pt x="2969" y="3851"/>
                  </a:lnTo>
                  <a:lnTo>
                    <a:pt x="3129" y="3751"/>
                  </a:lnTo>
                  <a:lnTo>
                    <a:pt x="3289" y="3651"/>
                  </a:lnTo>
                  <a:lnTo>
                    <a:pt x="3430" y="3531"/>
                  </a:lnTo>
                  <a:lnTo>
                    <a:pt x="3550" y="3390"/>
                  </a:lnTo>
                  <a:lnTo>
                    <a:pt x="3670" y="3250"/>
                  </a:lnTo>
                  <a:lnTo>
                    <a:pt x="3771" y="3109"/>
                  </a:lnTo>
                  <a:lnTo>
                    <a:pt x="3851" y="2969"/>
                  </a:lnTo>
                  <a:lnTo>
                    <a:pt x="3931" y="2809"/>
                  </a:lnTo>
                  <a:lnTo>
                    <a:pt x="3991" y="2648"/>
                  </a:lnTo>
                  <a:lnTo>
                    <a:pt x="4031" y="2488"/>
                  </a:lnTo>
                  <a:lnTo>
                    <a:pt x="4051" y="2307"/>
                  </a:lnTo>
                  <a:lnTo>
                    <a:pt x="4072" y="2087"/>
                  </a:lnTo>
                  <a:lnTo>
                    <a:pt x="4051" y="1866"/>
                  </a:lnTo>
                  <a:lnTo>
                    <a:pt x="4031" y="1665"/>
                  </a:lnTo>
                  <a:lnTo>
                    <a:pt x="3971" y="1445"/>
                  </a:lnTo>
                  <a:lnTo>
                    <a:pt x="3891" y="1244"/>
                  </a:lnTo>
                  <a:lnTo>
                    <a:pt x="3791" y="1064"/>
                  </a:lnTo>
                  <a:lnTo>
                    <a:pt x="3690" y="883"/>
                  </a:lnTo>
                  <a:lnTo>
                    <a:pt x="3550" y="703"/>
                  </a:lnTo>
                  <a:lnTo>
                    <a:pt x="3410" y="562"/>
                  </a:lnTo>
                  <a:lnTo>
                    <a:pt x="3249" y="422"/>
                  </a:lnTo>
                  <a:lnTo>
                    <a:pt x="3089" y="302"/>
                  </a:lnTo>
                  <a:lnTo>
                    <a:pt x="2908" y="201"/>
                  </a:lnTo>
                  <a:lnTo>
                    <a:pt x="2708" y="121"/>
                  </a:lnTo>
                  <a:lnTo>
                    <a:pt x="2507" y="61"/>
                  </a:lnTo>
                  <a:lnTo>
                    <a:pt x="2287" y="21"/>
                  </a:lnTo>
                  <a:lnTo>
                    <a:pt x="20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21"/>
            <p:cNvSpPr/>
            <p:nvPr/>
          </p:nvSpPr>
          <p:spPr>
            <a:xfrm>
              <a:off x="11629850" y="3736875"/>
              <a:ext cx="101800" cy="101800"/>
            </a:xfrm>
            <a:custGeom>
              <a:avLst/>
              <a:gdLst/>
              <a:ahLst/>
              <a:cxnLst/>
              <a:rect l="l" t="t" r="r" b="b"/>
              <a:pathLst>
                <a:path w="4072" h="4072" fill="none" extrusionOk="0">
                  <a:moveTo>
                    <a:pt x="2066" y="1"/>
                  </a:moveTo>
                  <a:lnTo>
                    <a:pt x="2066" y="1"/>
                  </a:lnTo>
                  <a:lnTo>
                    <a:pt x="1886" y="21"/>
                  </a:lnTo>
                  <a:lnTo>
                    <a:pt x="1886" y="21"/>
                  </a:lnTo>
                  <a:lnTo>
                    <a:pt x="1645" y="41"/>
                  </a:lnTo>
                  <a:lnTo>
                    <a:pt x="1404" y="121"/>
                  </a:lnTo>
                  <a:lnTo>
                    <a:pt x="1184" y="201"/>
                  </a:lnTo>
                  <a:lnTo>
                    <a:pt x="983" y="302"/>
                  </a:lnTo>
                  <a:lnTo>
                    <a:pt x="803" y="442"/>
                  </a:lnTo>
                  <a:lnTo>
                    <a:pt x="622" y="582"/>
                  </a:lnTo>
                  <a:lnTo>
                    <a:pt x="482" y="763"/>
                  </a:lnTo>
                  <a:lnTo>
                    <a:pt x="341" y="943"/>
                  </a:lnTo>
                  <a:lnTo>
                    <a:pt x="221" y="1124"/>
                  </a:lnTo>
                  <a:lnTo>
                    <a:pt x="141" y="1345"/>
                  </a:lnTo>
                  <a:lnTo>
                    <a:pt x="61" y="1545"/>
                  </a:lnTo>
                  <a:lnTo>
                    <a:pt x="21" y="1786"/>
                  </a:lnTo>
                  <a:lnTo>
                    <a:pt x="0" y="2006"/>
                  </a:lnTo>
                  <a:lnTo>
                    <a:pt x="21" y="2247"/>
                  </a:lnTo>
                  <a:lnTo>
                    <a:pt x="61" y="2488"/>
                  </a:lnTo>
                  <a:lnTo>
                    <a:pt x="141" y="2728"/>
                  </a:lnTo>
                  <a:lnTo>
                    <a:pt x="141" y="2728"/>
                  </a:lnTo>
                  <a:lnTo>
                    <a:pt x="241" y="2989"/>
                  </a:lnTo>
                  <a:lnTo>
                    <a:pt x="381" y="3230"/>
                  </a:lnTo>
                  <a:lnTo>
                    <a:pt x="562" y="3450"/>
                  </a:lnTo>
                  <a:lnTo>
                    <a:pt x="763" y="3631"/>
                  </a:lnTo>
                  <a:lnTo>
                    <a:pt x="983" y="3791"/>
                  </a:lnTo>
                  <a:lnTo>
                    <a:pt x="1224" y="3932"/>
                  </a:lnTo>
                  <a:lnTo>
                    <a:pt x="1484" y="4012"/>
                  </a:lnTo>
                  <a:lnTo>
                    <a:pt x="1765" y="4072"/>
                  </a:lnTo>
                  <a:lnTo>
                    <a:pt x="1765" y="4072"/>
                  </a:lnTo>
                  <a:lnTo>
                    <a:pt x="2006" y="4072"/>
                  </a:lnTo>
                  <a:lnTo>
                    <a:pt x="2006" y="4072"/>
                  </a:lnTo>
                  <a:lnTo>
                    <a:pt x="2206" y="4072"/>
                  </a:lnTo>
                  <a:lnTo>
                    <a:pt x="2427" y="4032"/>
                  </a:lnTo>
                  <a:lnTo>
                    <a:pt x="2608" y="3992"/>
                  </a:lnTo>
                  <a:lnTo>
                    <a:pt x="2788" y="3932"/>
                  </a:lnTo>
                  <a:lnTo>
                    <a:pt x="2969" y="3851"/>
                  </a:lnTo>
                  <a:lnTo>
                    <a:pt x="3129" y="3751"/>
                  </a:lnTo>
                  <a:lnTo>
                    <a:pt x="3289" y="3651"/>
                  </a:lnTo>
                  <a:lnTo>
                    <a:pt x="3430" y="3531"/>
                  </a:lnTo>
                  <a:lnTo>
                    <a:pt x="3550" y="3390"/>
                  </a:lnTo>
                  <a:lnTo>
                    <a:pt x="3670" y="3250"/>
                  </a:lnTo>
                  <a:lnTo>
                    <a:pt x="3771" y="3109"/>
                  </a:lnTo>
                  <a:lnTo>
                    <a:pt x="3851" y="2969"/>
                  </a:lnTo>
                  <a:lnTo>
                    <a:pt x="3931" y="2809"/>
                  </a:lnTo>
                  <a:lnTo>
                    <a:pt x="3991" y="2648"/>
                  </a:lnTo>
                  <a:lnTo>
                    <a:pt x="4031" y="2488"/>
                  </a:lnTo>
                  <a:lnTo>
                    <a:pt x="4051" y="2307"/>
                  </a:lnTo>
                  <a:lnTo>
                    <a:pt x="4051" y="2307"/>
                  </a:lnTo>
                  <a:lnTo>
                    <a:pt x="4072" y="2087"/>
                  </a:lnTo>
                  <a:lnTo>
                    <a:pt x="4051" y="1866"/>
                  </a:lnTo>
                  <a:lnTo>
                    <a:pt x="4031" y="1665"/>
                  </a:lnTo>
                  <a:lnTo>
                    <a:pt x="3971" y="1445"/>
                  </a:lnTo>
                  <a:lnTo>
                    <a:pt x="3891" y="1244"/>
                  </a:lnTo>
                  <a:lnTo>
                    <a:pt x="3791" y="1064"/>
                  </a:lnTo>
                  <a:lnTo>
                    <a:pt x="3690" y="883"/>
                  </a:lnTo>
                  <a:lnTo>
                    <a:pt x="3550" y="703"/>
                  </a:lnTo>
                  <a:lnTo>
                    <a:pt x="3410" y="562"/>
                  </a:lnTo>
                  <a:lnTo>
                    <a:pt x="3249" y="422"/>
                  </a:lnTo>
                  <a:lnTo>
                    <a:pt x="3089" y="302"/>
                  </a:lnTo>
                  <a:lnTo>
                    <a:pt x="2908" y="201"/>
                  </a:lnTo>
                  <a:lnTo>
                    <a:pt x="2708" y="121"/>
                  </a:lnTo>
                  <a:lnTo>
                    <a:pt x="2507" y="61"/>
                  </a:lnTo>
                  <a:lnTo>
                    <a:pt x="2287" y="21"/>
                  </a:lnTo>
                  <a:lnTo>
                    <a:pt x="206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21"/>
            <p:cNvSpPr/>
            <p:nvPr/>
          </p:nvSpPr>
          <p:spPr>
            <a:xfrm>
              <a:off x="11203200" y="3587475"/>
              <a:ext cx="83250" cy="49150"/>
            </a:xfrm>
            <a:custGeom>
              <a:avLst/>
              <a:gdLst/>
              <a:ahLst/>
              <a:cxnLst/>
              <a:rect l="l" t="t" r="r" b="b"/>
              <a:pathLst>
                <a:path w="3330" h="1966" extrusionOk="0">
                  <a:moveTo>
                    <a:pt x="2266" y="1"/>
                  </a:moveTo>
                  <a:lnTo>
                    <a:pt x="2006" y="41"/>
                  </a:lnTo>
                  <a:lnTo>
                    <a:pt x="1745" y="101"/>
                  </a:lnTo>
                  <a:lnTo>
                    <a:pt x="1484" y="181"/>
                  </a:lnTo>
                  <a:lnTo>
                    <a:pt x="1223" y="281"/>
                  </a:lnTo>
                  <a:lnTo>
                    <a:pt x="983" y="422"/>
                  </a:lnTo>
                  <a:lnTo>
                    <a:pt x="742" y="562"/>
                  </a:lnTo>
                  <a:lnTo>
                    <a:pt x="542" y="723"/>
                  </a:lnTo>
                  <a:lnTo>
                    <a:pt x="361" y="903"/>
                  </a:lnTo>
                  <a:lnTo>
                    <a:pt x="201" y="1104"/>
                  </a:lnTo>
                  <a:lnTo>
                    <a:pt x="80" y="1304"/>
                  </a:lnTo>
                  <a:lnTo>
                    <a:pt x="20" y="1525"/>
                  </a:lnTo>
                  <a:lnTo>
                    <a:pt x="0" y="1645"/>
                  </a:lnTo>
                  <a:lnTo>
                    <a:pt x="0" y="1765"/>
                  </a:lnTo>
                  <a:lnTo>
                    <a:pt x="20" y="1846"/>
                  </a:lnTo>
                  <a:lnTo>
                    <a:pt x="80" y="1926"/>
                  </a:lnTo>
                  <a:lnTo>
                    <a:pt x="161" y="1966"/>
                  </a:lnTo>
                  <a:lnTo>
                    <a:pt x="201" y="1966"/>
                  </a:lnTo>
                  <a:lnTo>
                    <a:pt x="261" y="1946"/>
                  </a:lnTo>
                  <a:lnTo>
                    <a:pt x="441" y="1886"/>
                  </a:lnTo>
                  <a:lnTo>
                    <a:pt x="602" y="1806"/>
                  </a:lnTo>
                  <a:lnTo>
                    <a:pt x="943" y="1585"/>
                  </a:lnTo>
                  <a:lnTo>
                    <a:pt x="1284" y="1364"/>
                  </a:lnTo>
                  <a:lnTo>
                    <a:pt x="1464" y="1284"/>
                  </a:lnTo>
                  <a:lnTo>
                    <a:pt x="1645" y="1184"/>
                  </a:lnTo>
                  <a:lnTo>
                    <a:pt x="1825" y="1124"/>
                  </a:lnTo>
                  <a:lnTo>
                    <a:pt x="2026" y="1084"/>
                  </a:lnTo>
                  <a:lnTo>
                    <a:pt x="2407" y="1003"/>
                  </a:lnTo>
                  <a:lnTo>
                    <a:pt x="2788" y="923"/>
                  </a:lnTo>
                  <a:lnTo>
                    <a:pt x="2988" y="863"/>
                  </a:lnTo>
                  <a:lnTo>
                    <a:pt x="3169" y="783"/>
                  </a:lnTo>
                  <a:lnTo>
                    <a:pt x="3249" y="743"/>
                  </a:lnTo>
                  <a:lnTo>
                    <a:pt x="3309" y="662"/>
                  </a:lnTo>
                  <a:lnTo>
                    <a:pt x="3329" y="582"/>
                  </a:lnTo>
                  <a:lnTo>
                    <a:pt x="3329" y="502"/>
                  </a:lnTo>
                  <a:lnTo>
                    <a:pt x="3329" y="402"/>
                  </a:lnTo>
                  <a:lnTo>
                    <a:pt x="3289" y="322"/>
                  </a:lnTo>
                  <a:lnTo>
                    <a:pt x="3229" y="261"/>
                  </a:lnTo>
                  <a:lnTo>
                    <a:pt x="3169" y="201"/>
                  </a:lnTo>
                  <a:lnTo>
                    <a:pt x="2968" y="101"/>
                  </a:lnTo>
                  <a:lnTo>
                    <a:pt x="2748" y="41"/>
                  </a:lnTo>
                  <a:lnTo>
                    <a:pt x="252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21"/>
            <p:cNvSpPr/>
            <p:nvPr/>
          </p:nvSpPr>
          <p:spPr>
            <a:xfrm>
              <a:off x="11551125" y="3687250"/>
              <a:ext cx="74750" cy="75225"/>
            </a:xfrm>
            <a:custGeom>
              <a:avLst/>
              <a:gdLst/>
              <a:ahLst/>
              <a:cxnLst/>
              <a:rect l="l" t="t" r="r" b="b"/>
              <a:pathLst>
                <a:path w="2990" h="3009" extrusionOk="0">
                  <a:moveTo>
                    <a:pt x="1425" y="1"/>
                  </a:moveTo>
                  <a:lnTo>
                    <a:pt x="1264" y="21"/>
                  </a:lnTo>
                  <a:lnTo>
                    <a:pt x="1104" y="61"/>
                  </a:lnTo>
                  <a:lnTo>
                    <a:pt x="943" y="101"/>
                  </a:lnTo>
                  <a:lnTo>
                    <a:pt x="803" y="181"/>
                  </a:lnTo>
                  <a:lnTo>
                    <a:pt x="663" y="261"/>
                  </a:lnTo>
                  <a:lnTo>
                    <a:pt x="522" y="361"/>
                  </a:lnTo>
                  <a:lnTo>
                    <a:pt x="422" y="482"/>
                  </a:lnTo>
                  <a:lnTo>
                    <a:pt x="302" y="602"/>
                  </a:lnTo>
                  <a:lnTo>
                    <a:pt x="221" y="743"/>
                  </a:lnTo>
                  <a:lnTo>
                    <a:pt x="141" y="883"/>
                  </a:lnTo>
                  <a:lnTo>
                    <a:pt x="81" y="1043"/>
                  </a:lnTo>
                  <a:lnTo>
                    <a:pt x="41" y="1204"/>
                  </a:lnTo>
                  <a:lnTo>
                    <a:pt x="1" y="1364"/>
                  </a:lnTo>
                  <a:lnTo>
                    <a:pt x="1" y="1525"/>
                  </a:lnTo>
                  <a:lnTo>
                    <a:pt x="1" y="1705"/>
                  </a:lnTo>
                  <a:lnTo>
                    <a:pt x="21" y="1846"/>
                  </a:lnTo>
                  <a:lnTo>
                    <a:pt x="61" y="1966"/>
                  </a:lnTo>
                  <a:lnTo>
                    <a:pt x="101" y="2086"/>
                  </a:lnTo>
                  <a:lnTo>
                    <a:pt x="161" y="2207"/>
                  </a:lnTo>
                  <a:lnTo>
                    <a:pt x="242" y="2327"/>
                  </a:lnTo>
                  <a:lnTo>
                    <a:pt x="322" y="2447"/>
                  </a:lnTo>
                  <a:lnTo>
                    <a:pt x="422" y="2547"/>
                  </a:lnTo>
                  <a:lnTo>
                    <a:pt x="522" y="2648"/>
                  </a:lnTo>
                  <a:lnTo>
                    <a:pt x="643" y="2728"/>
                  </a:lnTo>
                  <a:lnTo>
                    <a:pt x="763" y="2808"/>
                  </a:lnTo>
                  <a:lnTo>
                    <a:pt x="903" y="2888"/>
                  </a:lnTo>
                  <a:lnTo>
                    <a:pt x="1044" y="2928"/>
                  </a:lnTo>
                  <a:lnTo>
                    <a:pt x="1184" y="2969"/>
                  </a:lnTo>
                  <a:lnTo>
                    <a:pt x="1345" y="3009"/>
                  </a:lnTo>
                  <a:lnTo>
                    <a:pt x="1685" y="3009"/>
                  </a:lnTo>
                  <a:lnTo>
                    <a:pt x="1906" y="2969"/>
                  </a:lnTo>
                  <a:lnTo>
                    <a:pt x="2087" y="2908"/>
                  </a:lnTo>
                  <a:lnTo>
                    <a:pt x="2267" y="2808"/>
                  </a:lnTo>
                  <a:lnTo>
                    <a:pt x="2448" y="2688"/>
                  </a:lnTo>
                  <a:lnTo>
                    <a:pt x="2588" y="2547"/>
                  </a:lnTo>
                  <a:lnTo>
                    <a:pt x="2708" y="2387"/>
                  </a:lnTo>
                  <a:lnTo>
                    <a:pt x="2829" y="2207"/>
                  </a:lnTo>
                  <a:lnTo>
                    <a:pt x="2909" y="2006"/>
                  </a:lnTo>
                  <a:lnTo>
                    <a:pt x="2969" y="1825"/>
                  </a:lnTo>
                  <a:lnTo>
                    <a:pt x="2989" y="1665"/>
                  </a:lnTo>
                  <a:lnTo>
                    <a:pt x="2989" y="1485"/>
                  </a:lnTo>
                  <a:lnTo>
                    <a:pt x="2989" y="1304"/>
                  </a:lnTo>
                  <a:lnTo>
                    <a:pt x="2949" y="1144"/>
                  </a:lnTo>
                  <a:lnTo>
                    <a:pt x="2909" y="983"/>
                  </a:lnTo>
                  <a:lnTo>
                    <a:pt x="2829" y="823"/>
                  </a:lnTo>
                  <a:lnTo>
                    <a:pt x="2748" y="682"/>
                  </a:lnTo>
                  <a:lnTo>
                    <a:pt x="2648" y="562"/>
                  </a:lnTo>
                  <a:lnTo>
                    <a:pt x="2548" y="422"/>
                  </a:lnTo>
                  <a:lnTo>
                    <a:pt x="2407" y="321"/>
                  </a:lnTo>
                  <a:lnTo>
                    <a:pt x="2267" y="221"/>
                  </a:lnTo>
                  <a:lnTo>
                    <a:pt x="2127" y="141"/>
                  </a:lnTo>
                  <a:lnTo>
                    <a:pt x="1966" y="81"/>
                  </a:lnTo>
                  <a:lnTo>
                    <a:pt x="1786" y="41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21"/>
            <p:cNvSpPr/>
            <p:nvPr/>
          </p:nvSpPr>
          <p:spPr>
            <a:xfrm>
              <a:off x="11566175" y="3587475"/>
              <a:ext cx="83750" cy="49150"/>
            </a:xfrm>
            <a:custGeom>
              <a:avLst/>
              <a:gdLst/>
              <a:ahLst/>
              <a:cxnLst/>
              <a:rect l="l" t="t" r="r" b="b"/>
              <a:pathLst>
                <a:path w="3350" h="1966" extrusionOk="0">
                  <a:moveTo>
                    <a:pt x="823" y="1"/>
                  </a:moveTo>
                  <a:lnTo>
                    <a:pt x="582" y="41"/>
                  </a:lnTo>
                  <a:lnTo>
                    <a:pt x="362" y="101"/>
                  </a:lnTo>
                  <a:lnTo>
                    <a:pt x="161" y="201"/>
                  </a:lnTo>
                  <a:lnTo>
                    <a:pt x="101" y="261"/>
                  </a:lnTo>
                  <a:lnTo>
                    <a:pt x="41" y="322"/>
                  </a:lnTo>
                  <a:lnTo>
                    <a:pt x="21" y="402"/>
                  </a:lnTo>
                  <a:lnTo>
                    <a:pt x="1" y="502"/>
                  </a:lnTo>
                  <a:lnTo>
                    <a:pt x="1" y="582"/>
                  </a:lnTo>
                  <a:lnTo>
                    <a:pt x="41" y="662"/>
                  </a:lnTo>
                  <a:lnTo>
                    <a:pt x="81" y="743"/>
                  </a:lnTo>
                  <a:lnTo>
                    <a:pt x="161" y="783"/>
                  </a:lnTo>
                  <a:lnTo>
                    <a:pt x="362" y="863"/>
                  </a:lnTo>
                  <a:lnTo>
                    <a:pt x="542" y="923"/>
                  </a:lnTo>
                  <a:lnTo>
                    <a:pt x="923" y="1003"/>
                  </a:lnTo>
                  <a:lnTo>
                    <a:pt x="1324" y="1084"/>
                  </a:lnTo>
                  <a:lnTo>
                    <a:pt x="1505" y="1124"/>
                  </a:lnTo>
                  <a:lnTo>
                    <a:pt x="1705" y="1184"/>
                  </a:lnTo>
                  <a:lnTo>
                    <a:pt x="1886" y="1284"/>
                  </a:lnTo>
                  <a:lnTo>
                    <a:pt x="2046" y="1364"/>
                  </a:lnTo>
                  <a:lnTo>
                    <a:pt x="2387" y="1585"/>
                  </a:lnTo>
                  <a:lnTo>
                    <a:pt x="2728" y="1806"/>
                  </a:lnTo>
                  <a:lnTo>
                    <a:pt x="2908" y="1886"/>
                  </a:lnTo>
                  <a:lnTo>
                    <a:pt x="3089" y="1946"/>
                  </a:lnTo>
                  <a:lnTo>
                    <a:pt x="3129" y="1966"/>
                  </a:lnTo>
                  <a:lnTo>
                    <a:pt x="3189" y="1966"/>
                  </a:lnTo>
                  <a:lnTo>
                    <a:pt x="3269" y="1926"/>
                  </a:lnTo>
                  <a:lnTo>
                    <a:pt x="3330" y="1846"/>
                  </a:lnTo>
                  <a:lnTo>
                    <a:pt x="3350" y="1765"/>
                  </a:lnTo>
                  <a:lnTo>
                    <a:pt x="3350" y="1645"/>
                  </a:lnTo>
                  <a:lnTo>
                    <a:pt x="3330" y="1525"/>
                  </a:lnTo>
                  <a:lnTo>
                    <a:pt x="3249" y="1304"/>
                  </a:lnTo>
                  <a:lnTo>
                    <a:pt x="3129" y="1104"/>
                  </a:lnTo>
                  <a:lnTo>
                    <a:pt x="2989" y="903"/>
                  </a:lnTo>
                  <a:lnTo>
                    <a:pt x="2808" y="723"/>
                  </a:lnTo>
                  <a:lnTo>
                    <a:pt x="2588" y="562"/>
                  </a:lnTo>
                  <a:lnTo>
                    <a:pt x="2367" y="422"/>
                  </a:lnTo>
                  <a:lnTo>
                    <a:pt x="2126" y="281"/>
                  </a:lnTo>
                  <a:lnTo>
                    <a:pt x="1866" y="181"/>
                  </a:lnTo>
                  <a:lnTo>
                    <a:pt x="1605" y="101"/>
                  </a:lnTo>
                  <a:lnTo>
                    <a:pt x="1324" y="4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49" name="Google Shape;5349;p21"/>
          <p:cNvGrpSpPr/>
          <p:nvPr/>
        </p:nvGrpSpPr>
        <p:grpSpPr>
          <a:xfrm>
            <a:off x="7221950" y="3079325"/>
            <a:ext cx="1765300" cy="1903938"/>
            <a:chOff x="9755600" y="2300713"/>
            <a:chExt cx="1765300" cy="1903938"/>
          </a:xfrm>
        </p:grpSpPr>
        <p:sp>
          <p:nvSpPr>
            <p:cNvPr id="5350" name="Google Shape;5350;p21"/>
            <p:cNvSpPr/>
            <p:nvPr/>
          </p:nvSpPr>
          <p:spPr>
            <a:xfrm>
              <a:off x="10095063" y="4128450"/>
              <a:ext cx="1092900" cy="762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21"/>
            <p:cNvSpPr/>
            <p:nvPr/>
          </p:nvSpPr>
          <p:spPr>
            <a:xfrm>
              <a:off x="10628450" y="2356363"/>
              <a:ext cx="26600" cy="257225"/>
            </a:xfrm>
            <a:custGeom>
              <a:avLst/>
              <a:gdLst/>
              <a:ahLst/>
              <a:cxnLst/>
              <a:rect l="l" t="t" r="r" b="b"/>
              <a:pathLst>
                <a:path w="1064" h="10289" extrusionOk="0">
                  <a:moveTo>
                    <a:pt x="322" y="0"/>
                  </a:moveTo>
                  <a:lnTo>
                    <a:pt x="1" y="10288"/>
                  </a:lnTo>
                  <a:lnTo>
                    <a:pt x="1064" y="10288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21"/>
            <p:cNvSpPr/>
            <p:nvPr/>
          </p:nvSpPr>
          <p:spPr>
            <a:xfrm>
              <a:off x="9851350" y="3122938"/>
              <a:ext cx="299325" cy="309375"/>
            </a:xfrm>
            <a:custGeom>
              <a:avLst/>
              <a:gdLst/>
              <a:ahLst/>
              <a:cxnLst/>
              <a:rect l="l" t="t" r="r" b="b"/>
              <a:pathLst>
                <a:path w="11973" h="12375" extrusionOk="0">
                  <a:moveTo>
                    <a:pt x="1144" y="0"/>
                  </a:moveTo>
                  <a:lnTo>
                    <a:pt x="923" y="21"/>
                  </a:lnTo>
                  <a:lnTo>
                    <a:pt x="722" y="81"/>
                  </a:lnTo>
                  <a:lnTo>
                    <a:pt x="522" y="161"/>
                  </a:lnTo>
                  <a:lnTo>
                    <a:pt x="422" y="221"/>
                  </a:lnTo>
                  <a:lnTo>
                    <a:pt x="341" y="301"/>
                  </a:lnTo>
                  <a:lnTo>
                    <a:pt x="261" y="382"/>
                  </a:lnTo>
                  <a:lnTo>
                    <a:pt x="201" y="482"/>
                  </a:lnTo>
                  <a:lnTo>
                    <a:pt x="141" y="582"/>
                  </a:lnTo>
                  <a:lnTo>
                    <a:pt x="101" y="702"/>
                  </a:lnTo>
                  <a:lnTo>
                    <a:pt x="81" y="823"/>
                  </a:lnTo>
                  <a:lnTo>
                    <a:pt x="61" y="963"/>
                  </a:lnTo>
                  <a:lnTo>
                    <a:pt x="21" y="2086"/>
                  </a:lnTo>
                  <a:lnTo>
                    <a:pt x="0" y="3309"/>
                  </a:lnTo>
                  <a:lnTo>
                    <a:pt x="0" y="3951"/>
                  </a:lnTo>
                  <a:lnTo>
                    <a:pt x="21" y="4613"/>
                  </a:lnTo>
                  <a:lnTo>
                    <a:pt x="61" y="5255"/>
                  </a:lnTo>
                  <a:lnTo>
                    <a:pt x="121" y="5917"/>
                  </a:lnTo>
                  <a:lnTo>
                    <a:pt x="201" y="6558"/>
                  </a:lnTo>
                  <a:lnTo>
                    <a:pt x="301" y="7200"/>
                  </a:lnTo>
                  <a:lnTo>
                    <a:pt x="462" y="7822"/>
                  </a:lnTo>
                  <a:lnTo>
                    <a:pt x="642" y="8403"/>
                  </a:lnTo>
                  <a:lnTo>
                    <a:pt x="742" y="8704"/>
                  </a:lnTo>
                  <a:lnTo>
                    <a:pt x="843" y="8965"/>
                  </a:lnTo>
                  <a:lnTo>
                    <a:pt x="983" y="9246"/>
                  </a:lnTo>
                  <a:lnTo>
                    <a:pt x="1103" y="9506"/>
                  </a:lnTo>
                  <a:lnTo>
                    <a:pt x="1264" y="9747"/>
                  </a:lnTo>
                  <a:lnTo>
                    <a:pt x="1424" y="9988"/>
                  </a:lnTo>
                  <a:lnTo>
                    <a:pt x="1585" y="10228"/>
                  </a:lnTo>
                  <a:lnTo>
                    <a:pt x="1765" y="10449"/>
                  </a:lnTo>
                  <a:lnTo>
                    <a:pt x="1966" y="10649"/>
                  </a:lnTo>
                  <a:lnTo>
                    <a:pt x="2166" y="10850"/>
                  </a:lnTo>
                  <a:lnTo>
                    <a:pt x="2407" y="11010"/>
                  </a:lnTo>
                  <a:lnTo>
                    <a:pt x="2628" y="11191"/>
                  </a:lnTo>
                  <a:lnTo>
                    <a:pt x="2888" y="11331"/>
                  </a:lnTo>
                  <a:lnTo>
                    <a:pt x="3129" y="11472"/>
                  </a:lnTo>
                  <a:lnTo>
                    <a:pt x="3410" y="11592"/>
                  </a:lnTo>
                  <a:lnTo>
                    <a:pt x="3690" y="11712"/>
                  </a:lnTo>
                  <a:lnTo>
                    <a:pt x="3971" y="11813"/>
                  </a:lnTo>
                  <a:lnTo>
                    <a:pt x="4252" y="11913"/>
                  </a:lnTo>
                  <a:lnTo>
                    <a:pt x="4854" y="12073"/>
                  </a:lnTo>
                  <a:lnTo>
                    <a:pt x="5475" y="12194"/>
                  </a:lnTo>
                  <a:lnTo>
                    <a:pt x="6117" y="12274"/>
                  </a:lnTo>
                  <a:lnTo>
                    <a:pt x="6779" y="12334"/>
                  </a:lnTo>
                  <a:lnTo>
                    <a:pt x="7421" y="12374"/>
                  </a:lnTo>
                  <a:lnTo>
                    <a:pt x="8704" y="12374"/>
                  </a:lnTo>
                  <a:lnTo>
                    <a:pt x="9326" y="12354"/>
                  </a:lnTo>
                  <a:lnTo>
                    <a:pt x="9927" y="12314"/>
                  </a:lnTo>
                  <a:lnTo>
                    <a:pt x="11030" y="12234"/>
                  </a:lnTo>
                  <a:lnTo>
                    <a:pt x="11211" y="12194"/>
                  </a:lnTo>
                  <a:lnTo>
                    <a:pt x="11351" y="12154"/>
                  </a:lnTo>
                  <a:lnTo>
                    <a:pt x="11512" y="12053"/>
                  </a:lnTo>
                  <a:lnTo>
                    <a:pt x="11652" y="11953"/>
                  </a:lnTo>
                  <a:lnTo>
                    <a:pt x="11752" y="11813"/>
                  </a:lnTo>
                  <a:lnTo>
                    <a:pt x="11853" y="11672"/>
                  </a:lnTo>
                  <a:lnTo>
                    <a:pt x="11913" y="11512"/>
                  </a:lnTo>
                  <a:lnTo>
                    <a:pt x="11953" y="11351"/>
                  </a:lnTo>
                  <a:lnTo>
                    <a:pt x="11973" y="11191"/>
                  </a:lnTo>
                  <a:lnTo>
                    <a:pt x="11953" y="11030"/>
                  </a:lnTo>
                  <a:lnTo>
                    <a:pt x="11913" y="10870"/>
                  </a:lnTo>
                  <a:lnTo>
                    <a:pt x="11873" y="10710"/>
                  </a:lnTo>
                  <a:lnTo>
                    <a:pt x="11792" y="10589"/>
                  </a:lnTo>
                  <a:lnTo>
                    <a:pt x="11672" y="10469"/>
                  </a:lnTo>
                  <a:lnTo>
                    <a:pt x="11552" y="10369"/>
                  </a:lnTo>
                  <a:lnTo>
                    <a:pt x="11391" y="10309"/>
                  </a:lnTo>
                  <a:lnTo>
                    <a:pt x="11231" y="10268"/>
                  </a:lnTo>
                  <a:lnTo>
                    <a:pt x="11030" y="10268"/>
                  </a:lnTo>
                  <a:lnTo>
                    <a:pt x="10128" y="10349"/>
                  </a:lnTo>
                  <a:lnTo>
                    <a:pt x="9085" y="10409"/>
                  </a:lnTo>
                  <a:lnTo>
                    <a:pt x="8544" y="10429"/>
                  </a:lnTo>
                  <a:lnTo>
                    <a:pt x="7982" y="10449"/>
                  </a:lnTo>
                  <a:lnTo>
                    <a:pt x="7421" y="10429"/>
                  </a:lnTo>
                  <a:lnTo>
                    <a:pt x="6839" y="10409"/>
                  </a:lnTo>
                  <a:lnTo>
                    <a:pt x="6278" y="10349"/>
                  </a:lnTo>
                  <a:lnTo>
                    <a:pt x="5736" y="10288"/>
                  </a:lnTo>
                  <a:lnTo>
                    <a:pt x="5215" y="10168"/>
                  </a:lnTo>
                  <a:lnTo>
                    <a:pt x="4713" y="10028"/>
                  </a:lnTo>
                  <a:lnTo>
                    <a:pt x="4473" y="9948"/>
                  </a:lnTo>
                  <a:lnTo>
                    <a:pt x="4252" y="9847"/>
                  </a:lnTo>
                  <a:lnTo>
                    <a:pt x="4031" y="9727"/>
                  </a:lnTo>
                  <a:lnTo>
                    <a:pt x="3831" y="9627"/>
                  </a:lnTo>
                  <a:lnTo>
                    <a:pt x="3630" y="9486"/>
                  </a:lnTo>
                  <a:lnTo>
                    <a:pt x="3470" y="9346"/>
                  </a:lnTo>
                  <a:lnTo>
                    <a:pt x="3289" y="9185"/>
                  </a:lnTo>
                  <a:lnTo>
                    <a:pt x="3149" y="9025"/>
                  </a:lnTo>
                  <a:lnTo>
                    <a:pt x="3009" y="8845"/>
                  </a:lnTo>
                  <a:lnTo>
                    <a:pt x="2888" y="8644"/>
                  </a:lnTo>
                  <a:lnTo>
                    <a:pt x="2768" y="8443"/>
                  </a:lnTo>
                  <a:lnTo>
                    <a:pt x="2648" y="8243"/>
                  </a:lnTo>
                  <a:lnTo>
                    <a:pt x="2467" y="7782"/>
                  </a:lnTo>
                  <a:lnTo>
                    <a:pt x="2307" y="7300"/>
                  </a:lnTo>
                  <a:lnTo>
                    <a:pt x="2186" y="6779"/>
                  </a:lnTo>
                  <a:lnTo>
                    <a:pt x="2086" y="6257"/>
                  </a:lnTo>
                  <a:lnTo>
                    <a:pt x="2026" y="5696"/>
                  </a:lnTo>
                  <a:lnTo>
                    <a:pt x="1966" y="5154"/>
                  </a:lnTo>
                  <a:lnTo>
                    <a:pt x="1946" y="4593"/>
                  </a:lnTo>
                  <a:lnTo>
                    <a:pt x="1926" y="4031"/>
                  </a:lnTo>
                  <a:lnTo>
                    <a:pt x="1946" y="2928"/>
                  </a:lnTo>
                  <a:lnTo>
                    <a:pt x="1986" y="1886"/>
                  </a:lnTo>
                  <a:lnTo>
                    <a:pt x="2026" y="963"/>
                  </a:lnTo>
                  <a:lnTo>
                    <a:pt x="2026" y="763"/>
                  </a:lnTo>
                  <a:lnTo>
                    <a:pt x="1986" y="602"/>
                  </a:lnTo>
                  <a:lnTo>
                    <a:pt x="1926" y="462"/>
                  </a:lnTo>
                  <a:lnTo>
                    <a:pt x="1845" y="341"/>
                  </a:lnTo>
                  <a:lnTo>
                    <a:pt x="1745" y="241"/>
                  </a:lnTo>
                  <a:lnTo>
                    <a:pt x="1625" y="141"/>
                  </a:lnTo>
                  <a:lnTo>
                    <a:pt x="1505" y="81"/>
                  </a:lnTo>
                  <a:lnTo>
                    <a:pt x="1364" y="41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21"/>
            <p:cNvSpPr/>
            <p:nvPr/>
          </p:nvSpPr>
          <p:spPr>
            <a:xfrm>
              <a:off x="9851350" y="3122938"/>
              <a:ext cx="299325" cy="309375"/>
            </a:xfrm>
            <a:custGeom>
              <a:avLst/>
              <a:gdLst/>
              <a:ahLst/>
              <a:cxnLst/>
              <a:rect l="l" t="t" r="r" b="b"/>
              <a:pathLst>
                <a:path w="11973" h="12375" fill="none" extrusionOk="0">
                  <a:moveTo>
                    <a:pt x="11351" y="12154"/>
                  </a:moveTo>
                  <a:lnTo>
                    <a:pt x="11351" y="12154"/>
                  </a:lnTo>
                  <a:lnTo>
                    <a:pt x="11211" y="12194"/>
                  </a:lnTo>
                  <a:lnTo>
                    <a:pt x="11030" y="12234"/>
                  </a:lnTo>
                  <a:lnTo>
                    <a:pt x="11030" y="12234"/>
                  </a:lnTo>
                  <a:lnTo>
                    <a:pt x="9927" y="12314"/>
                  </a:lnTo>
                  <a:lnTo>
                    <a:pt x="9326" y="12354"/>
                  </a:lnTo>
                  <a:lnTo>
                    <a:pt x="8704" y="12374"/>
                  </a:lnTo>
                  <a:lnTo>
                    <a:pt x="8062" y="12374"/>
                  </a:lnTo>
                  <a:lnTo>
                    <a:pt x="7421" y="12374"/>
                  </a:lnTo>
                  <a:lnTo>
                    <a:pt x="6779" y="12334"/>
                  </a:lnTo>
                  <a:lnTo>
                    <a:pt x="6117" y="12274"/>
                  </a:lnTo>
                  <a:lnTo>
                    <a:pt x="5475" y="12194"/>
                  </a:lnTo>
                  <a:lnTo>
                    <a:pt x="4854" y="12073"/>
                  </a:lnTo>
                  <a:lnTo>
                    <a:pt x="4252" y="11913"/>
                  </a:lnTo>
                  <a:lnTo>
                    <a:pt x="3971" y="11813"/>
                  </a:lnTo>
                  <a:lnTo>
                    <a:pt x="3690" y="11712"/>
                  </a:lnTo>
                  <a:lnTo>
                    <a:pt x="3410" y="11592"/>
                  </a:lnTo>
                  <a:lnTo>
                    <a:pt x="3129" y="11472"/>
                  </a:lnTo>
                  <a:lnTo>
                    <a:pt x="2888" y="11331"/>
                  </a:lnTo>
                  <a:lnTo>
                    <a:pt x="2628" y="11191"/>
                  </a:lnTo>
                  <a:lnTo>
                    <a:pt x="2407" y="11010"/>
                  </a:lnTo>
                  <a:lnTo>
                    <a:pt x="2166" y="10850"/>
                  </a:lnTo>
                  <a:lnTo>
                    <a:pt x="1966" y="10649"/>
                  </a:lnTo>
                  <a:lnTo>
                    <a:pt x="1765" y="10449"/>
                  </a:lnTo>
                  <a:lnTo>
                    <a:pt x="1765" y="10449"/>
                  </a:lnTo>
                  <a:lnTo>
                    <a:pt x="1585" y="10228"/>
                  </a:lnTo>
                  <a:lnTo>
                    <a:pt x="1424" y="9988"/>
                  </a:lnTo>
                  <a:lnTo>
                    <a:pt x="1264" y="9747"/>
                  </a:lnTo>
                  <a:lnTo>
                    <a:pt x="1103" y="9506"/>
                  </a:lnTo>
                  <a:lnTo>
                    <a:pt x="983" y="9246"/>
                  </a:lnTo>
                  <a:lnTo>
                    <a:pt x="843" y="8965"/>
                  </a:lnTo>
                  <a:lnTo>
                    <a:pt x="742" y="8704"/>
                  </a:lnTo>
                  <a:lnTo>
                    <a:pt x="642" y="8403"/>
                  </a:lnTo>
                  <a:lnTo>
                    <a:pt x="462" y="7822"/>
                  </a:lnTo>
                  <a:lnTo>
                    <a:pt x="301" y="7200"/>
                  </a:lnTo>
                  <a:lnTo>
                    <a:pt x="201" y="6558"/>
                  </a:lnTo>
                  <a:lnTo>
                    <a:pt x="121" y="5917"/>
                  </a:lnTo>
                  <a:lnTo>
                    <a:pt x="61" y="5255"/>
                  </a:lnTo>
                  <a:lnTo>
                    <a:pt x="21" y="4613"/>
                  </a:lnTo>
                  <a:lnTo>
                    <a:pt x="0" y="3951"/>
                  </a:lnTo>
                  <a:lnTo>
                    <a:pt x="0" y="3309"/>
                  </a:lnTo>
                  <a:lnTo>
                    <a:pt x="21" y="2086"/>
                  </a:lnTo>
                  <a:lnTo>
                    <a:pt x="61" y="963"/>
                  </a:lnTo>
                  <a:lnTo>
                    <a:pt x="61" y="963"/>
                  </a:lnTo>
                  <a:lnTo>
                    <a:pt x="81" y="823"/>
                  </a:lnTo>
                  <a:lnTo>
                    <a:pt x="101" y="702"/>
                  </a:lnTo>
                  <a:lnTo>
                    <a:pt x="141" y="582"/>
                  </a:lnTo>
                  <a:lnTo>
                    <a:pt x="201" y="482"/>
                  </a:lnTo>
                  <a:lnTo>
                    <a:pt x="261" y="382"/>
                  </a:lnTo>
                  <a:lnTo>
                    <a:pt x="341" y="301"/>
                  </a:lnTo>
                  <a:lnTo>
                    <a:pt x="422" y="221"/>
                  </a:lnTo>
                  <a:lnTo>
                    <a:pt x="522" y="161"/>
                  </a:lnTo>
                  <a:lnTo>
                    <a:pt x="722" y="81"/>
                  </a:lnTo>
                  <a:lnTo>
                    <a:pt x="923" y="21"/>
                  </a:lnTo>
                  <a:lnTo>
                    <a:pt x="1144" y="0"/>
                  </a:lnTo>
                  <a:lnTo>
                    <a:pt x="1364" y="41"/>
                  </a:lnTo>
                  <a:lnTo>
                    <a:pt x="1364" y="41"/>
                  </a:lnTo>
                  <a:lnTo>
                    <a:pt x="1505" y="81"/>
                  </a:lnTo>
                  <a:lnTo>
                    <a:pt x="1625" y="141"/>
                  </a:lnTo>
                  <a:lnTo>
                    <a:pt x="1745" y="241"/>
                  </a:lnTo>
                  <a:lnTo>
                    <a:pt x="1845" y="341"/>
                  </a:lnTo>
                  <a:lnTo>
                    <a:pt x="1926" y="462"/>
                  </a:lnTo>
                  <a:lnTo>
                    <a:pt x="1986" y="602"/>
                  </a:lnTo>
                  <a:lnTo>
                    <a:pt x="2026" y="763"/>
                  </a:lnTo>
                  <a:lnTo>
                    <a:pt x="2026" y="963"/>
                  </a:lnTo>
                  <a:lnTo>
                    <a:pt x="2026" y="963"/>
                  </a:lnTo>
                  <a:lnTo>
                    <a:pt x="1986" y="1886"/>
                  </a:lnTo>
                  <a:lnTo>
                    <a:pt x="1946" y="2928"/>
                  </a:lnTo>
                  <a:lnTo>
                    <a:pt x="1926" y="4031"/>
                  </a:lnTo>
                  <a:lnTo>
                    <a:pt x="1946" y="4593"/>
                  </a:lnTo>
                  <a:lnTo>
                    <a:pt x="1966" y="5154"/>
                  </a:lnTo>
                  <a:lnTo>
                    <a:pt x="2026" y="5696"/>
                  </a:lnTo>
                  <a:lnTo>
                    <a:pt x="2086" y="6257"/>
                  </a:lnTo>
                  <a:lnTo>
                    <a:pt x="2186" y="6779"/>
                  </a:lnTo>
                  <a:lnTo>
                    <a:pt x="2307" y="7300"/>
                  </a:lnTo>
                  <a:lnTo>
                    <a:pt x="2467" y="7782"/>
                  </a:lnTo>
                  <a:lnTo>
                    <a:pt x="2648" y="8243"/>
                  </a:lnTo>
                  <a:lnTo>
                    <a:pt x="2768" y="8443"/>
                  </a:lnTo>
                  <a:lnTo>
                    <a:pt x="2888" y="8644"/>
                  </a:lnTo>
                  <a:lnTo>
                    <a:pt x="3009" y="8845"/>
                  </a:lnTo>
                  <a:lnTo>
                    <a:pt x="3149" y="9025"/>
                  </a:lnTo>
                  <a:lnTo>
                    <a:pt x="3149" y="9025"/>
                  </a:lnTo>
                  <a:lnTo>
                    <a:pt x="3289" y="9185"/>
                  </a:lnTo>
                  <a:lnTo>
                    <a:pt x="3470" y="9346"/>
                  </a:lnTo>
                  <a:lnTo>
                    <a:pt x="3630" y="9486"/>
                  </a:lnTo>
                  <a:lnTo>
                    <a:pt x="3831" y="9627"/>
                  </a:lnTo>
                  <a:lnTo>
                    <a:pt x="4031" y="9727"/>
                  </a:lnTo>
                  <a:lnTo>
                    <a:pt x="4252" y="9847"/>
                  </a:lnTo>
                  <a:lnTo>
                    <a:pt x="4473" y="9948"/>
                  </a:lnTo>
                  <a:lnTo>
                    <a:pt x="4713" y="10028"/>
                  </a:lnTo>
                  <a:lnTo>
                    <a:pt x="5215" y="10168"/>
                  </a:lnTo>
                  <a:lnTo>
                    <a:pt x="5736" y="10288"/>
                  </a:lnTo>
                  <a:lnTo>
                    <a:pt x="6278" y="10349"/>
                  </a:lnTo>
                  <a:lnTo>
                    <a:pt x="6839" y="10409"/>
                  </a:lnTo>
                  <a:lnTo>
                    <a:pt x="7421" y="10429"/>
                  </a:lnTo>
                  <a:lnTo>
                    <a:pt x="7982" y="10449"/>
                  </a:lnTo>
                  <a:lnTo>
                    <a:pt x="8544" y="10429"/>
                  </a:lnTo>
                  <a:lnTo>
                    <a:pt x="9085" y="10409"/>
                  </a:lnTo>
                  <a:lnTo>
                    <a:pt x="10128" y="10349"/>
                  </a:lnTo>
                  <a:lnTo>
                    <a:pt x="11030" y="10268"/>
                  </a:lnTo>
                  <a:lnTo>
                    <a:pt x="11030" y="10268"/>
                  </a:lnTo>
                  <a:lnTo>
                    <a:pt x="11231" y="10268"/>
                  </a:lnTo>
                  <a:lnTo>
                    <a:pt x="11391" y="10309"/>
                  </a:lnTo>
                  <a:lnTo>
                    <a:pt x="11552" y="10369"/>
                  </a:lnTo>
                  <a:lnTo>
                    <a:pt x="11672" y="10469"/>
                  </a:lnTo>
                  <a:lnTo>
                    <a:pt x="11792" y="10589"/>
                  </a:lnTo>
                  <a:lnTo>
                    <a:pt x="11873" y="10710"/>
                  </a:lnTo>
                  <a:lnTo>
                    <a:pt x="11913" y="10870"/>
                  </a:lnTo>
                  <a:lnTo>
                    <a:pt x="11953" y="11030"/>
                  </a:lnTo>
                  <a:lnTo>
                    <a:pt x="11973" y="11191"/>
                  </a:lnTo>
                  <a:lnTo>
                    <a:pt x="11953" y="11351"/>
                  </a:lnTo>
                  <a:lnTo>
                    <a:pt x="11913" y="11512"/>
                  </a:lnTo>
                  <a:lnTo>
                    <a:pt x="11853" y="11672"/>
                  </a:lnTo>
                  <a:lnTo>
                    <a:pt x="11752" y="11813"/>
                  </a:lnTo>
                  <a:lnTo>
                    <a:pt x="11652" y="11953"/>
                  </a:lnTo>
                  <a:lnTo>
                    <a:pt x="11512" y="12053"/>
                  </a:lnTo>
                  <a:lnTo>
                    <a:pt x="11351" y="121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21"/>
            <p:cNvSpPr/>
            <p:nvPr/>
          </p:nvSpPr>
          <p:spPr>
            <a:xfrm>
              <a:off x="9851350" y="3162038"/>
              <a:ext cx="200575" cy="270275"/>
            </a:xfrm>
            <a:custGeom>
              <a:avLst/>
              <a:gdLst/>
              <a:ahLst/>
              <a:cxnLst/>
              <a:rect l="l" t="t" r="r" b="b"/>
              <a:pathLst>
                <a:path w="8023" h="10811" extrusionOk="0">
                  <a:moveTo>
                    <a:pt x="41" y="1"/>
                  </a:moveTo>
                  <a:lnTo>
                    <a:pt x="0" y="923"/>
                  </a:lnTo>
                  <a:lnTo>
                    <a:pt x="0" y="1906"/>
                  </a:lnTo>
                  <a:lnTo>
                    <a:pt x="0" y="2869"/>
                  </a:lnTo>
                  <a:lnTo>
                    <a:pt x="61" y="3831"/>
                  </a:lnTo>
                  <a:lnTo>
                    <a:pt x="101" y="4292"/>
                  </a:lnTo>
                  <a:lnTo>
                    <a:pt x="161" y="4774"/>
                  </a:lnTo>
                  <a:lnTo>
                    <a:pt x="241" y="5255"/>
                  </a:lnTo>
                  <a:lnTo>
                    <a:pt x="321" y="5716"/>
                  </a:lnTo>
                  <a:lnTo>
                    <a:pt x="422" y="6157"/>
                  </a:lnTo>
                  <a:lnTo>
                    <a:pt x="562" y="6599"/>
                  </a:lnTo>
                  <a:lnTo>
                    <a:pt x="702" y="7040"/>
                  </a:lnTo>
                  <a:lnTo>
                    <a:pt x="863" y="7441"/>
                  </a:lnTo>
                  <a:lnTo>
                    <a:pt x="1063" y="7842"/>
                  </a:lnTo>
                  <a:lnTo>
                    <a:pt x="1264" y="8203"/>
                  </a:lnTo>
                  <a:lnTo>
                    <a:pt x="1505" y="8564"/>
                  </a:lnTo>
                  <a:lnTo>
                    <a:pt x="1765" y="8885"/>
                  </a:lnTo>
                  <a:lnTo>
                    <a:pt x="2046" y="9166"/>
                  </a:lnTo>
                  <a:lnTo>
                    <a:pt x="2327" y="9406"/>
                  </a:lnTo>
                  <a:lnTo>
                    <a:pt x="2648" y="9627"/>
                  </a:lnTo>
                  <a:lnTo>
                    <a:pt x="2989" y="9827"/>
                  </a:lnTo>
                  <a:lnTo>
                    <a:pt x="3350" y="10008"/>
                  </a:lnTo>
                  <a:lnTo>
                    <a:pt x="3731" y="10168"/>
                  </a:lnTo>
                  <a:lnTo>
                    <a:pt x="4132" y="10309"/>
                  </a:lnTo>
                  <a:lnTo>
                    <a:pt x="4533" y="10429"/>
                  </a:lnTo>
                  <a:lnTo>
                    <a:pt x="4954" y="10529"/>
                  </a:lnTo>
                  <a:lnTo>
                    <a:pt x="5375" y="10610"/>
                  </a:lnTo>
                  <a:lnTo>
                    <a:pt x="5816" y="10670"/>
                  </a:lnTo>
                  <a:lnTo>
                    <a:pt x="6257" y="10730"/>
                  </a:lnTo>
                  <a:lnTo>
                    <a:pt x="6699" y="10770"/>
                  </a:lnTo>
                  <a:lnTo>
                    <a:pt x="7140" y="10790"/>
                  </a:lnTo>
                  <a:lnTo>
                    <a:pt x="8022" y="10810"/>
                  </a:lnTo>
                  <a:lnTo>
                    <a:pt x="8022" y="10810"/>
                  </a:lnTo>
                  <a:lnTo>
                    <a:pt x="8002" y="10549"/>
                  </a:lnTo>
                  <a:lnTo>
                    <a:pt x="8002" y="10409"/>
                  </a:lnTo>
                  <a:lnTo>
                    <a:pt x="7240" y="10329"/>
                  </a:lnTo>
                  <a:lnTo>
                    <a:pt x="6458" y="10208"/>
                  </a:lnTo>
                  <a:lnTo>
                    <a:pt x="6097" y="10128"/>
                  </a:lnTo>
                  <a:lnTo>
                    <a:pt x="5716" y="10028"/>
                  </a:lnTo>
                  <a:lnTo>
                    <a:pt x="5355" y="9928"/>
                  </a:lnTo>
                  <a:lnTo>
                    <a:pt x="4994" y="9807"/>
                  </a:lnTo>
                  <a:lnTo>
                    <a:pt x="4653" y="9687"/>
                  </a:lnTo>
                  <a:lnTo>
                    <a:pt x="4312" y="9527"/>
                  </a:lnTo>
                  <a:lnTo>
                    <a:pt x="3971" y="9366"/>
                  </a:lnTo>
                  <a:lnTo>
                    <a:pt x="3650" y="9166"/>
                  </a:lnTo>
                  <a:lnTo>
                    <a:pt x="3350" y="8965"/>
                  </a:lnTo>
                  <a:lnTo>
                    <a:pt x="3049" y="8745"/>
                  </a:lnTo>
                  <a:lnTo>
                    <a:pt x="2768" y="8484"/>
                  </a:lnTo>
                  <a:lnTo>
                    <a:pt x="2507" y="8203"/>
                  </a:lnTo>
                  <a:lnTo>
                    <a:pt x="2287" y="7942"/>
                  </a:lnTo>
                  <a:lnTo>
                    <a:pt x="2106" y="7682"/>
                  </a:lnTo>
                  <a:lnTo>
                    <a:pt x="1946" y="7401"/>
                  </a:lnTo>
                  <a:lnTo>
                    <a:pt x="1805" y="7120"/>
                  </a:lnTo>
                  <a:lnTo>
                    <a:pt x="1685" y="6819"/>
                  </a:lnTo>
                  <a:lnTo>
                    <a:pt x="1585" y="6518"/>
                  </a:lnTo>
                  <a:lnTo>
                    <a:pt x="1505" y="6218"/>
                  </a:lnTo>
                  <a:lnTo>
                    <a:pt x="1444" y="5917"/>
                  </a:lnTo>
                  <a:lnTo>
                    <a:pt x="1384" y="5596"/>
                  </a:lnTo>
                  <a:lnTo>
                    <a:pt x="1344" y="5275"/>
                  </a:lnTo>
                  <a:lnTo>
                    <a:pt x="1304" y="4633"/>
                  </a:lnTo>
                  <a:lnTo>
                    <a:pt x="1284" y="3992"/>
                  </a:lnTo>
                  <a:lnTo>
                    <a:pt x="1284" y="3330"/>
                  </a:lnTo>
                  <a:lnTo>
                    <a:pt x="1264" y="1685"/>
                  </a:lnTo>
                  <a:lnTo>
                    <a:pt x="1304" y="41"/>
                  </a:lnTo>
                  <a:lnTo>
                    <a:pt x="522" y="41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21"/>
            <p:cNvSpPr/>
            <p:nvPr/>
          </p:nvSpPr>
          <p:spPr>
            <a:xfrm>
              <a:off x="9851350" y="3162038"/>
              <a:ext cx="200575" cy="270275"/>
            </a:xfrm>
            <a:custGeom>
              <a:avLst/>
              <a:gdLst/>
              <a:ahLst/>
              <a:cxnLst/>
              <a:rect l="l" t="t" r="r" b="b"/>
              <a:pathLst>
                <a:path w="8023" h="10811" fill="none" extrusionOk="0">
                  <a:moveTo>
                    <a:pt x="41" y="1"/>
                  </a:moveTo>
                  <a:lnTo>
                    <a:pt x="41" y="1"/>
                  </a:lnTo>
                  <a:lnTo>
                    <a:pt x="0" y="923"/>
                  </a:lnTo>
                  <a:lnTo>
                    <a:pt x="0" y="1906"/>
                  </a:lnTo>
                  <a:lnTo>
                    <a:pt x="0" y="1906"/>
                  </a:lnTo>
                  <a:lnTo>
                    <a:pt x="0" y="2869"/>
                  </a:lnTo>
                  <a:lnTo>
                    <a:pt x="61" y="3831"/>
                  </a:lnTo>
                  <a:lnTo>
                    <a:pt x="101" y="4292"/>
                  </a:lnTo>
                  <a:lnTo>
                    <a:pt x="161" y="4774"/>
                  </a:lnTo>
                  <a:lnTo>
                    <a:pt x="241" y="5255"/>
                  </a:lnTo>
                  <a:lnTo>
                    <a:pt x="321" y="5716"/>
                  </a:lnTo>
                  <a:lnTo>
                    <a:pt x="422" y="6157"/>
                  </a:lnTo>
                  <a:lnTo>
                    <a:pt x="562" y="6599"/>
                  </a:lnTo>
                  <a:lnTo>
                    <a:pt x="702" y="7040"/>
                  </a:lnTo>
                  <a:lnTo>
                    <a:pt x="863" y="7441"/>
                  </a:lnTo>
                  <a:lnTo>
                    <a:pt x="1063" y="7842"/>
                  </a:lnTo>
                  <a:lnTo>
                    <a:pt x="1264" y="8203"/>
                  </a:lnTo>
                  <a:lnTo>
                    <a:pt x="1505" y="8564"/>
                  </a:lnTo>
                  <a:lnTo>
                    <a:pt x="1765" y="8885"/>
                  </a:lnTo>
                  <a:lnTo>
                    <a:pt x="1765" y="8885"/>
                  </a:lnTo>
                  <a:lnTo>
                    <a:pt x="2046" y="9166"/>
                  </a:lnTo>
                  <a:lnTo>
                    <a:pt x="2327" y="9406"/>
                  </a:lnTo>
                  <a:lnTo>
                    <a:pt x="2648" y="9627"/>
                  </a:lnTo>
                  <a:lnTo>
                    <a:pt x="2989" y="9827"/>
                  </a:lnTo>
                  <a:lnTo>
                    <a:pt x="3350" y="10008"/>
                  </a:lnTo>
                  <a:lnTo>
                    <a:pt x="3731" y="10168"/>
                  </a:lnTo>
                  <a:lnTo>
                    <a:pt x="4132" y="10309"/>
                  </a:lnTo>
                  <a:lnTo>
                    <a:pt x="4533" y="10429"/>
                  </a:lnTo>
                  <a:lnTo>
                    <a:pt x="4954" y="10529"/>
                  </a:lnTo>
                  <a:lnTo>
                    <a:pt x="5375" y="10610"/>
                  </a:lnTo>
                  <a:lnTo>
                    <a:pt x="5816" y="10670"/>
                  </a:lnTo>
                  <a:lnTo>
                    <a:pt x="6257" y="10730"/>
                  </a:lnTo>
                  <a:lnTo>
                    <a:pt x="6699" y="10770"/>
                  </a:lnTo>
                  <a:lnTo>
                    <a:pt x="7140" y="10790"/>
                  </a:lnTo>
                  <a:lnTo>
                    <a:pt x="8022" y="10810"/>
                  </a:lnTo>
                  <a:lnTo>
                    <a:pt x="8022" y="10810"/>
                  </a:lnTo>
                  <a:lnTo>
                    <a:pt x="8002" y="10549"/>
                  </a:lnTo>
                  <a:lnTo>
                    <a:pt x="8002" y="10409"/>
                  </a:lnTo>
                  <a:lnTo>
                    <a:pt x="8002" y="10409"/>
                  </a:lnTo>
                  <a:lnTo>
                    <a:pt x="7240" y="10329"/>
                  </a:lnTo>
                  <a:lnTo>
                    <a:pt x="6458" y="10208"/>
                  </a:lnTo>
                  <a:lnTo>
                    <a:pt x="6097" y="10128"/>
                  </a:lnTo>
                  <a:lnTo>
                    <a:pt x="5716" y="10028"/>
                  </a:lnTo>
                  <a:lnTo>
                    <a:pt x="5355" y="9928"/>
                  </a:lnTo>
                  <a:lnTo>
                    <a:pt x="4994" y="9807"/>
                  </a:lnTo>
                  <a:lnTo>
                    <a:pt x="4653" y="9687"/>
                  </a:lnTo>
                  <a:lnTo>
                    <a:pt x="4312" y="9527"/>
                  </a:lnTo>
                  <a:lnTo>
                    <a:pt x="3971" y="9366"/>
                  </a:lnTo>
                  <a:lnTo>
                    <a:pt x="3650" y="9166"/>
                  </a:lnTo>
                  <a:lnTo>
                    <a:pt x="3350" y="8965"/>
                  </a:lnTo>
                  <a:lnTo>
                    <a:pt x="3049" y="8745"/>
                  </a:lnTo>
                  <a:lnTo>
                    <a:pt x="2768" y="8484"/>
                  </a:lnTo>
                  <a:lnTo>
                    <a:pt x="2507" y="8203"/>
                  </a:lnTo>
                  <a:lnTo>
                    <a:pt x="2507" y="8203"/>
                  </a:lnTo>
                  <a:lnTo>
                    <a:pt x="2287" y="7942"/>
                  </a:lnTo>
                  <a:lnTo>
                    <a:pt x="2106" y="7682"/>
                  </a:lnTo>
                  <a:lnTo>
                    <a:pt x="1946" y="7401"/>
                  </a:lnTo>
                  <a:lnTo>
                    <a:pt x="1805" y="7120"/>
                  </a:lnTo>
                  <a:lnTo>
                    <a:pt x="1685" y="6819"/>
                  </a:lnTo>
                  <a:lnTo>
                    <a:pt x="1585" y="6518"/>
                  </a:lnTo>
                  <a:lnTo>
                    <a:pt x="1505" y="6218"/>
                  </a:lnTo>
                  <a:lnTo>
                    <a:pt x="1444" y="5917"/>
                  </a:lnTo>
                  <a:lnTo>
                    <a:pt x="1384" y="5596"/>
                  </a:lnTo>
                  <a:lnTo>
                    <a:pt x="1344" y="5275"/>
                  </a:lnTo>
                  <a:lnTo>
                    <a:pt x="1304" y="4633"/>
                  </a:lnTo>
                  <a:lnTo>
                    <a:pt x="1284" y="3992"/>
                  </a:lnTo>
                  <a:lnTo>
                    <a:pt x="1284" y="3330"/>
                  </a:lnTo>
                  <a:lnTo>
                    <a:pt x="1284" y="3330"/>
                  </a:lnTo>
                  <a:lnTo>
                    <a:pt x="1264" y="1685"/>
                  </a:lnTo>
                  <a:lnTo>
                    <a:pt x="1304" y="41"/>
                  </a:lnTo>
                  <a:lnTo>
                    <a:pt x="1304" y="41"/>
                  </a:lnTo>
                  <a:lnTo>
                    <a:pt x="1144" y="41"/>
                  </a:lnTo>
                  <a:lnTo>
                    <a:pt x="1144" y="41"/>
                  </a:lnTo>
                  <a:lnTo>
                    <a:pt x="1023" y="41"/>
                  </a:lnTo>
                  <a:lnTo>
                    <a:pt x="1023" y="41"/>
                  </a:lnTo>
                  <a:lnTo>
                    <a:pt x="903" y="41"/>
                  </a:lnTo>
                  <a:lnTo>
                    <a:pt x="903" y="41"/>
                  </a:lnTo>
                  <a:lnTo>
                    <a:pt x="522" y="41"/>
                  </a:lnTo>
                  <a:lnTo>
                    <a:pt x="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21"/>
            <p:cNvSpPr/>
            <p:nvPr/>
          </p:nvSpPr>
          <p:spPr>
            <a:xfrm>
              <a:off x="9755600" y="3008638"/>
              <a:ext cx="242675" cy="154425"/>
            </a:xfrm>
            <a:custGeom>
              <a:avLst/>
              <a:gdLst/>
              <a:ahLst/>
              <a:cxnLst/>
              <a:rect l="l" t="t" r="r" b="b"/>
              <a:pathLst>
                <a:path w="9707" h="6177" extrusionOk="0">
                  <a:moveTo>
                    <a:pt x="140" y="0"/>
                  </a:moveTo>
                  <a:lnTo>
                    <a:pt x="120" y="120"/>
                  </a:lnTo>
                  <a:lnTo>
                    <a:pt x="60" y="461"/>
                  </a:lnTo>
                  <a:lnTo>
                    <a:pt x="0" y="963"/>
                  </a:lnTo>
                  <a:lnTo>
                    <a:pt x="0" y="1284"/>
                  </a:lnTo>
                  <a:lnTo>
                    <a:pt x="0" y="1604"/>
                  </a:lnTo>
                  <a:lnTo>
                    <a:pt x="0" y="1965"/>
                  </a:lnTo>
                  <a:lnTo>
                    <a:pt x="40" y="2326"/>
                  </a:lnTo>
                  <a:lnTo>
                    <a:pt x="100" y="2707"/>
                  </a:lnTo>
                  <a:lnTo>
                    <a:pt x="201" y="3088"/>
                  </a:lnTo>
                  <a:lnTo>
                    <a:pt x="321" y="3449"/>
                  </a:lnTo>
                  <a:lnTo>
                    <a:pt x="481" y="3830"/>
                  </a:lnTo>
                  <a:lnTo>
                    <a:pt x="682" y="4171"/>
                  </a:lnTo>
                  <a:lnTo>
                    <a:pt x="802" y="4352"/>
                  </a:lnTo>
                  <a:lnTo>
                    <a:pt x="923" y="4512"/>
                  </a:lnTo>
                  <a:lnTo>
                    <a:pt x="1203" y="4813"/>
                  </a:lnTo>
                  <a:lnTo>
                    <a:pt x="1484" y="5074"/>
                  </a:lnTo>
                  <a:lnTo>
                    <a:pt x="1765" y="5294"/>
                  </a:lnTo>
                  <a:lnTo>
                    <a:pt x="2046" y="5495"/>
                  </a:lnTo>
                  <a:lnTo>
                    <a:pt x="2346" y="5655"/>
                  </a:lnTo>
                  <a:lnTo>
                    <a:pt x="2627" y="5796"/>
                  </a:lnTo>
                  <a:lnTo>
                    <a:pt x="2908" y="5896"/>
                  </a:lnTo>
                  <a:lnTo>
                    <a:pt x="3169" y="5996"/>
                  </a:lnTo>
                  <a:lnTo>
                    <a:pt x="3429" y="6057"/>
                  </a:lnTo>
                  <a:lnTo>
                    <a:pt x="3690" y="6097"/>
                  </a:lnTo>
                  <a:lnTo>
                    <a:pt x="4151" y="6157"/>
                  </a:lnTo>
                  <a:lnTo>
                    <a:pt x="4552" y="6177"/>
                  </a:lnTo>
                  <a:lnTo>
                    <a:pt x="5154" y="6177"/>
                  </a:lnTo>
                  <a:lnTo>
                    <a:pt x="5555" y="6157"/>
                  </a:lnTo>
                  <a:lnTo>
                    <a:pt x="6016" y="6097"/>
                  </a:lnTo>
                  <a:lnTo>
                    <a:pt x="6277" y="6057"/>
                  </a:lnTo>
                  <a:lnTo>
                    <a:pt x="6538" y="5996"/>
                  </a:lnTo>
                  <a:lnTo>
                    <a:pt x="6799" y="5896"/>
                  </a:lnTo>
                  <a:lnTo>
                    <a:pt x="7079" y="5796"/>
                  </a:lnTo>
                  <a:lnTo>
                    <a:pt x="7360" y="5655"/>
                  </a:lnTo>
                  <a:lnTo>
                    <a:pt x="7661" y="5495"/>
                  </a:lnTo>
                  <a:lnTo>
                    <a:pt x="7942" y="5294"/>
                  </a:lnTo>
                  <a:lnTo>
                    <a:pt x="8222" y="5074"/>
                  </a:lnTo>
                  <a:lnTo>
                    <a:pt x="8503" y="4813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345" y="3550"/>
                  </a:lnTo>
                  <a:lnTo>
                    <a:pt x="9466" y="3209"/>
                  </a:lnTo>
                  <a:lnTo>
                    <a:pt x="9566" y="2868"/>
                  </a:lnTo>
                  <a:lnTo>
                    <a:pt x="9626" y="2547"/>
                  </a:lnTo>
                  <a:lnTo>
                    <a:pt x="9666" y="2206"/>
                  </a:lnTo>
                  <a:lnTo>
                    <a:pt x="9706" y="1905"/>
                  </a:lnTo>
                  <a:lnTo>
                    <a:pt x="9706" y="1584"/>
                  </a:lnTo>
                  <a:lnTo>
                    <a:pt x="9706" y="1304"/>
                  </a:lnTo>
                  <a:lnTo>
                    <a:pt x="9686" y="762"/>
                  </a:lnTo>
                  <a:lnTo>
                    <a:pt x="9626" y="361"/>
                  </a:lnTo>
                  <a:lnTo>
                    <a:pt x="9566" y="0"/>
                  </a:lnTo>
                  <a:lnTo>
                    <a:pt x="6879" y="0"/>
                  </a:lnTo>
                  <a:lnTo>
                    <a:pt x="6899" y="140"/>
                  </a:lnTo>
                  <a:lnTo>
                    <a:pt x="6939" y="501"/>
                  </a:lnTo>
                  <a:lnTo>
                    <a:pt x="6959" y="762"/>
                  </a:lnTo>
                  <a:lnTo>
                    <a:pt x="6959" y="1043"/>
                  </a:lnTo>
                  <a:lnTo>
                    <a:pt x="6919" y="1344"/>
                  </a:lnTo>
                  <a:lnTo>
                    <a:pt x="6879" y="1645"/>
                  </a:lnTo>
                  <a:lnTo>
                    <a:pt x="6799" y="1945"/>
                  </a:lnTo>
                  <a:lnTo>
                    <a:pt x="6678" y="2246"/>
                  </a:lnTo>
                  <a:lnTo>
                    <a:pt x="6598" y="2387"/>
                  </a:lnTo>
                  <a:lnTo>
                    <a:pt x="6518" y="2527"/>
                  </a:lnTo>
                  <a:lnTo>
                    <a:pt x="6417" y="2647"/>
                  </a:lnTo>
                  <a:lnTo>
                    <a:pt x="6297" y="2768"/>
                  </a:lnTo>
                  <a:lnTo>
                    <a:pt x="6177" y="2888"/>
                  </a:lnTo>
                  <a:lnTo>
                    <a:pt x="6036" y="2988"/>
                  </a:lnTo>
                  <a:lnTo>
                    <a:pt x="5876" y="3068"/>
                  </a:lnTo>
                  <a:lnTo>
                    <a:pt x="5716" y="3149"/>
                  </a:lnTo>
                  <a:lnTo>
                    <a:pt x="5515" y="3209"/>
                  </a:lnTo>
                  <a:lnTo>
                    <a:pt x="5314" y="3249"/>
                  </a:lnTo>
                  <a:lnTo>
                    <a:pt x="5094" y="3289"/>
                  </a:lnTo>
                  <a:lnTo>
                    <a:pt x="4613" y="3289"/>
                  </a:lnTo>
                  <a:lnTo>
                    <a:pt x="4392" y="3249"/>
                  </a:lnTo>
                  <a:lnTo>
                    <a:pt x="4191" y="3209"/>
                  </a:lnTo>
                  <a:lnTo>
                    <a:pt x="3991" y="3149"/>
                  </a:lnTo>
                  <a:lnTo>
                    <a:pt x="3830" y="3068"/>
                  </a:lnTo>
                  <a:lnTo>
                    <a:pt x="3670" y="2988"/>
                  </a:lnTo>
                  <a:lnTo>
                    <a:pt x="3530" y="2888"/>
                  </a:lnTo>
                  <a:lnTo>
                    <a:pt x="3409" y="2768"/>
                  </a:lnTo>
                  <a:lnTo>
                    <a:pt x="3289" y="2647"/>
                  </a:lnTo>
                  <a:lnTo>
                    <a:pt x="3189" y="2527"/>
                  </a:lnTo>
                  <a:lnTo>
                    <a:pt x="3108" y="2387"/>
                  </a:lnTo>
                  <a:lnTo>
                    <a:pt x="3028" y="2246"/>
                  </a:lnTo>
                  <a:lnTo>
                    <a:pt x="2908" y="1945"/>
                  </a:lnTo>
                  <a:lnTo>
                    <a:pt x="2828" y="1645"/>
                  </a:lnTo>
                  <a:lnTo>
                    <a:pt x="2788" y="1344"/>
                  </a:lnTo>
                  <a:lnTo>
                    <a:pt x="2748" y="1043"/>
                  </a:lnTo>
                  <a:lnTo>
                    <a:pt x="2748" y="762"/>
                  </a:lnTo>
                  <a:lnTo>
                    <a:pt x="2768" y="501"/>
                  </a:lnTo>
                  <a:lnTo>
                    <a:pt x="2788" y="140"/>
                  </a:lnTo>
                  <a:lnTo>
                    <a:pt x="2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21"/>
            <p:cNvSpPr/>
            <p:nvPr/>
          </p:nvSpPr>
          <p:spPr>
            <a:xfrm>
              <a:off x="9755600" y="3008638"/>
              <a:ext cx="242675" cy="154425"/>
            </a:xfrm>
            <a:custGeom>
              <a:avLst/>
              <a:gdLst/>
              <a:ahLst/>
              <a:cxnLst/>
              <a:rect l="l" t="t" r="r" b="b"/>
              <a:pathLst>
                <a:path w="9707" h="6177" fill="none" extrusionOk="0">
                  <a:moveTo>
                    <a:pt x="9205" y="3871"/>
                  </a:moveTo>
                  <a:lnTo>
                    <a:pt x="9205" y="3871"/>
                  </a:lnTo>
                  <a:lnTo>
                    <a:pt x="9005" y="4191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503" y="4813"/>
                  </a:lnTo>
                  <a:lnTo>
                    <a:pt x="8222" y="5074"/>
                  </a:lnTo>
                  <a:lnTo>
                    <a:pt x="7942" y="5294"/>
                  </a:lnTo>
                  <a:lnTo>
                    <a:pt x="7661" y="5495"/>
                  </a:lnTo>
                  <a:lnTo>
                    <a:pt x="7360" y="5655"/>
                  </a:lnTo>
                  <a:lnTo>
                    <a:pt x="7079" y="5796"/>
                  </a:lnTo>
                  <a:lnTo>
                    <a:pt x="6799" y="5896"/>
                  </a:lnTo>
                  <a:lnTo>
                    <a:pt x="6538" y="5996"/>
                  </a:lnTo>
                  <a:lnTo>
                    <a:pt x="6277" y="6057"/>
                  </a:lnTo>
                  <a:lnTo>
                    <a:pt x="6016" y="6097"/>
                  </a:lnTo>
                  <a:lnTo>
                    <a:pt x="5555" y="6157"/>
                  </a:lnTo>
                  <a:lnTo>
                    <a:pt x="5154" y="6177"/>
                  </a:lnTo>
                  <a:lnTo>
                    <a:pt x="4853" y="6177"/>
                  </a:lnTo>
                  <a:lnTo>
                    <a:pt x="4853" y="6177"/>
                  </a:lnTo>
                  <a:lnTo>
                    <a:pt x="4552" y="6177"/>
                  </a:lnTo>
                  <a:lnTo>
                    <a:pt x="4151" y="6157"/>
                  </a:lnTo>
                  <a:lnTo>
                    <a:pt x="3690" y="6097"/>
                  </a:lnTo>
                  <a:lnTo>
                    <a:pt x="3429" y="6057"/>
                  </a:lnTo>
                  <a:lnTo>
                    <a:pt x="3169" y="5996"/>
                  </a:lnTo>
                  <a:lnTo>
                    <a:pt x="2908" y="5896"/>
                  </a:lnTo>
                  <a:lnTo>
                    <a:pt x="2627" y="5796"/>
                  </a:lnTo>
                  <a:lnTo>
                    <a:pt x="2346" y="5655"/>
                  </a:lnTo>
                  <a:lnTo>
                    <a:pt x="2046" y="5495"/>
                  </a:lnTo>
                  <a:lnTo>
                    <a:pt x="1765" y="5294"/>
                  </a:lnTo>
                  <a:lnTo>
                    <a:pt x="1484" y="5074"/>
                  </a:lnTo>
                  <a:lnTo>
                    <a:pt x="1203" y="4813"/>
                  </a:lnTo>
                  <a:lnTo>
                    <a:pt x="923" y="4512"/>
                  </a:lnTo>
                  <a:lnTo>
                    <a:pt x="923" y="4512"/>
                  </a:lnTo>
                  <a:lnTo>
                    <a:pt x="802" y="4352"/>
                  </a:lnTo>
                  <a:lnTo>
                    <a:pt x="682" y="4171"/>
                  </a:lnTo>
                  <a:lnTo>
                    <a:pt x="481" y="3830"/>
                  </a:lnTo>
                  <a:lnTo>
                    <a:pt x="321" y="3449"/>
                  </a:lnTo>
                  <a:lnTo>
                    <a:pt x="201" y="3088"/>
                  </a:lnTo>
                  <a:lnTo>
                    <a:pt x="100" y="2707"/>
                  </a:lnTo>
                  <a:lnTo>
                    <a:pt x="40" y="2326"/>
                  </a:lnTo>
                  <a:lnTo>
                    <a:pt x="0" y="1965"/>
                  </a:lnTo>
                  <a:lnTo>
                    <a:pt x="0" y="1604"/>
                  </a:lnTo>
                  <a:lnTo>
                    <a:pt x="0" y="1284"/>
                  </a:lnTo>
                  <a:lnTo>
                    <a:pt x="0" y="963"/>
                  </a:lnTo>
                  <a:lnTo>
                    <a:pt x="60" y="461"/>
                  </a:lnTo>
                  <a:lnTo>
                    <a:pt x="120" y="120"/>
                  </a:lnTo>
                  <a:lnTo>
                    <a:pt x="140" y="0"/>
                  </a:lnTo>
                  <a:lnTo>
                    <a:pt x="2828" y="0"/>
                  </a:lnTo>
                  <a:lnTo>
                    <a:pt x="2828" y="0"/>
                  </a:lnTo>
                  <a:lnTo>
                    <a:pt x="2788" y="140"/>
                  </a:lnTo>
                  <a:lnTo>
                    <a:pt x="2768" y="501"/>
                  </a:lnTo>
                  <a:lnTo>
                    <a:pt x="2748" y="762"/>
                  </a:lnTo>
                  <a:lnTo>
                    <a:pt x="2748" y="1043"/>
                  </a:lnTo>
                  <a:lnTo>
                    <a:pt x="2788" y="1344"/>
                  </a:lnTo>
                  <a:lnTo>
                    <a:pt x="2828" y="1645"/>
                  </a:lnTo>
                  <a:lnTo>
                    <a:pt x="2908" y="1945"/>
                  </a:lnTo>
                  <a:lnTo>
                    <a:pt x="3028" y="2246"/>
                  </a:lnTo>
                  <a:lnTo>
                    <a:pt x="3108" y="2387"/>
                  </a:lnTo>
                  <a:lnTo>
                    <a:pt x="3189" y="2527"/>
                  </a:lnTo>
                  <a:lnTo>
                    <a:pt x="3289" y="2647"/>
                  </a:lnTo>
                  <a:lnTo>
                    <a:pt x="3409" y="2768"/>
                  </a:lnTo>
                  <a:lnTo>
                    <a:pt x="3530" y="2888"/>
                  </a:lnTo>
                  <a:lnTo>
                    <a:pt x="3670" y="2988"/>
                  </a:lnTo>
                  <a:lnTo>
                    <a:pt x="3830" y="3068"/>
                  </a:lnTo>
                  <a:lnTo>
                    <a:pt x="3991" y="3149"/>
                  </a:lnTo>
                  <a:lnTo>
                    <a:pt x="4191" y="3209"/>
                  </a:lnTo>
                  <a:lnTo>
                    <a:pt x="4392" y="3249"/>
                  </a:lnTo>
                  <a:lnTo>
                    <a:pt x="4613" y="3289"/>
                  </a:lnTo>
                  <a:lnTo>
                    <a:pt x="4853" y="3289"/>
                  </a:lnTo>
                  <a:lnTo>
                    <a:pt x="4853" y="3289"/>
                  </a:lnTo>
                  <a:lnTo>
                    <a:pt x="5094" y="3289"/>
                  </a:lnTo>
                  <a:lnTo>
                    <a:pt x="5314" y="3249"/>
                  </a:lnTo>
                  <a:lnTo>
                    <a:pt x="5515" y="3209"/>
                  </a:lnTo>
                  <a:lnTo>
                    <a:pt x="5716" y="3149"/>
                  </a:lnTo>
                  <a:lnTo>
                    <a:pt x="5876" y="3068"/>
                  </a:lnTo>
                  <a:lnTo>
                    <a:pt x="6036" y="2988"/>
                  </a:lnTo>
                  <a:lnTo>
                    <a:pt x="6177" y="2888"/>
                  </a:lnTo>
                  <a:lnTo>
                    <a:pt x="6297" y="2768"/>
                  </a:lnTo>
                  <a:lnTo>
                    <a:pt x="6417" y="2647"/>
                  </a:lnTo>
                  <a:lnTo>
                    <a:pt x="6518" y="2527"/>
                  </a:lnTo>
                  <a:lnTo>
                    <a:pt x="6598" y="2387"/>
                  </a:lnTo>
                  <a:lnTo>
                    <a:pt x="6678" y="2246"/>
                  </a:lnTo>
                  <a:lnTo>
                    <a:pt x="6799" y="1945"/>
                  </a:lnTo>
                  <a:lnTo>
                    <a:pt x="6879" y="1645"/>
                  </a:lnTo>
                  <a:lnTo>
                    <a:pt x="6919" y="1344"/>
                  </a:lnTo>
                  <a:lnTo>
                    <a:pt x="6959" y="1043"/>
                  </a:lnTo>
                  <a:lnTo>
                    <a:pt x="6959" y="762"/>
                  </a:lnTo>
                  <a:lnTo>
                    <a:pt x="6939" y="501"/>
                  </a:lnTo>
                  <a:lnTo>
                    <a:pt x="6899" y="140"/>
                  </a:lnTo>
                  <a:lnTo>
                    <a:pt x="6879" y="0"/>
                  </a:lnTo>
                  <a:lnTo>
                    <a:pt x="9566" y="0"/>
                  </a:lnTo>
                  <a:lnTo>
                    <a:pt x="9566" y="0"/>
                  </a:lnTo>
                  <a:lnTo>
                    <a:pt x="9626" y="361"/>
                  </a:lnTo>
                  <a:lnTo>
                    <a:pt x="9686" y="762"/>
                  </a:lnTo>
                  <a:lnTo>
                    <a:pt x="9706" y="1304"/>
                  </a:lnTo>
                  <a:lnTo>
                    <a:pt x="9706" y="1584"/>
                  </a:lnTo>
                  <a:lnTo>
                    <a:pt x="9706" y="1905"/>
                  </a:lnTo>
                  <a:lnTo>
                    <a:pt x="9666" y="2206"/>
                  </a:lnTo>
                  <a:lnTo>
                    <a:pt x="9626" y="2547"/>
                  </a:lnTo>
                  <a:lnTo>
                    <a:pt x="9566" y="2868"/>
                  </a:lnTo>
                  <a:lnTo>
                    <a:pt x="9466" y="3209"/>
                  </a:lnTo>
                  <a:lnTo>
                    <a:pt x="9345" y="3550"/>
                  </a:lnTo>
                  <a:lnTo>
                    <a:pt x="9205" y="387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21"/>
            <p:cNvSpPr/>
            <p:nvPr/>
          </p:nvSpPr>
          <p:spPr>
            <a:xfrm>
              <a:off x="9755600" y="3008638"/>
              <a:ext cx="230150" cy="154425"/>
            </a:xfrm>
            <a:custGeom>
              <a:avLst/>
              <a:gdLst/>
              <a:ahLst/>
              <a:cxnLst/>
              <a:rect l="l" t="t" r="r" b="b"/>
              <a:pathLst>
                <a:path w="9206" h="6177" extrusionOk="0">
                  <a:moveTo>
                    <a:pt x="140" y="0"/>
                  </a:moveTo>
                  <a:lnTo>
                    <a:pt x="120" y="100"/>
                  </a:lnTo>
                  <a:lnTo>
                    <a:pt x="60" y="421"/>
                  </a:lnTo>
                  <a:lnTo>
                    <a:pt x="20" y="882"/>
                  </a:lnTo>
                  <a:lnTo>
                    <a:pt x="0" y="1163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0" y="2226"/>
                  </a:lnTo>
                  <a:lnTo>
                    <a:pt x="80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1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2" y="4332"/>
                  </a:lnTo>
                  <a:lnTo>
                    <a:pt x="923" y="4512"/>
                  </a:lnTo>
                  <a:lnTo>
                    <a:pt x="1183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1985" y="5455"/>
                  </a:lnTo>
                  <a:lnTo>
                    <a:pt x="2266" y="5615"/>
                  </a:lnTo>
                  <a:lnTo>
                    <a:pt x="2527" y="5756"/>
                  </a:lnTo>
                  <a:lnTo>
                    <a:pt x="2808" y="5876"/>
                  </a:lnTo>
                  <a:lnTo>
                    <a:pt x="3068" y="5956"/>
                  </a:lnTo>
                  <a:lnTo>
                    <a:pt x="3309" y="6036"/>
                  </a:lnTo>
                  <a:lnTo>
                    <a:pt x="355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5294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7" y="6036"/>
                  </a:lnTo>
                  <a:lnTo>
                    <a:pt x="6638" y="5956"/>
                  </a:lnTo>
                  <a:lnTo>
                    <a:pt x="6899" y="5876"/>
                  </a:lnTo>
                  <a:lnTo>
                    <a:pt x="7180" y="5756"/>
                  </a:lnTo>
                  <a:lnTo>
                    <a:pt x="7440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42" y="5054"/>
                  </a:lnTo>
                  <a:lnTo>
                    <a:pt x="8523" y="4793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205" y="3871"/>
                  </a:lnTo>
                  <a:lnTo>
                    <a:pt x="8824" y="4131"/>
                  </a:lnTo>
                  <a:lnTo>
                    <a:pt x="8403" y="4352"/>
                  </a:lnTo>
                  <a:lnTo>
                    <a:pt x="7982" y="4552"/>
                  </a:lnTo>
                  <a:lnTo>
                    <a:pt x="7541" y="4693"/>
                  </a:lnTo>
                  <a:lnTo>
                    <a:pt x="7099" y="4813"/>
                  </a:lnTo>
                  <a:lnTo>
                    <a:pt x="6638" y="4913"/>
                  </a:lnTo>
                  <a:lnTo>
                    <a:pt x="6157" y="4954"/>
                  </a:lnTo>
                  <a:lnTo>
                    <a:pt x="5675" y="4974"/>
                  </a:lnTo>
                  <a:lnTo>
                    <a:pt x="5375" y="4974"/>
                  </a:lnTo>
                  <a:lnTo>
                    <a:pt x="5094" y="4954"/>
                  </a:lnTo>
                  <a:lnTo>
                    <a:pt x="4793" y="4913"/>
                  </a:lnTo>
                  <a:lnTo>
                    <a:pt x="4492" y="4873"/>
                  </a:lnTo>
                  <a:lnTo>
                    <a:pt x="4071" y="4773"/>
                  </a:lnTo>
                  <a:lnTo>
                    <a:pt x="3650" y="4653"/>
                  </a:lnTo>
                  <a:lnTo>
                    <a:pt x="3249" y="4472"/>
                  </a:lnTo>
                  <a:lnTo>
                    <a:pt x="3048" y="4372"/>
                  </a:lnTo>
                  <a:lnTo>
                    <a:pt x="2868" y="4272"/>
                  </a:lnTo>
                  <a:lnTo>
                    <a:pt x="2687" y="4151"/>
                  </a:lnTo>
                  <a:lnTo>
                    <a:pt x="2507" y="4011"/>
                  </a:lnTo>
                  <a:lnTo>
                    <a:pt x="2366" y="3851"/>
                  </a:lnTo>
                  <a:lnTo>
                    <a:pt x="2226" y="3690"/>
                  </a:lnTo>
                  <a:lnTo>
                    <a:pt x="2086" y="3510"/>
                  </a:lnTo>
                  <a:lnTo>
                    <a:pt x="1985" y="3329"/>
                  </a:lnTo>
                  <a:lnTo>
                    <a:pt x="1885" y="3129"/>
                  </a:lnTo>
                  <a:lnTo>
                    <a:pt x="1805" y="2908"/>
                  </a:lnTo>
                  <a:lnTo>
                    <a:pt x="1725" y="2547"/>
                  </a:lnTo>
                  <a:lnTo>
                    <a:pt x="1705" y="2166"/>
                  </a:lnTo>
                  <a:lnTo>
                    <a:pt x="1685" y="1805"/>
                  </a:lnTo>
                  <a:lnTo>
                    <a:pt x="1725" y="1444"/>
                  </a:lnTo>
                  <a:lnTo>
                    <a:pt x="1785" y="1083"/>
                  </a:lnTo>
                  <a:lnTo>
                    <a:pt x="1845" y="702"/>
                  </a:lnTo>
                  <a:lnTo>
                    <a:pt x="1945" y="361"/>
                  </a:lnTo>
                  <a:lnTo>
                    <a:pt x="204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21"/>
            <p:cNvSpPr/>
            <p:nvPr/>
          </p:nvSpPr>
          <p:spPr>
            <a:xfrm>
              <a:off x="9755600" y="3008638"/>
              <a:ext cx="230150" cy="154425"/>
            </a:xfrm>
            <a:custGeom>
              <a:avLst/>
              <a:gdLst/>
              <a:ahLst/>
              <a:cxnLst/>
              <a:rect l="l" t="t" r="r" b="b"/>
              <a:pathLst>
                <a:path w="9206" h="6177" fill="none" extrusionOk="0">
                  <a:moveTo>
                    <a:pt x="2046" y="0"/>
                  </a:moveTo>
                  <a:lnTo>
                    <a:pt x="140" y="0"/>
                  </a:lnTo>
                  <a:lnTo>
                    <a:pt x="140" y="0"/>
                  </a:lnTo>
                  <a:lnTo>
                    <a:pt x="120" y="100"/>
                  </a:lnTo>
                  <a:lnTo>
                    <a:pt x="60" y="421"/>
                  </a:lnTo>
                  <a:lnTo>
                    <a:pt x="20" y="882"/>
                  </a:lnTo>
                  <a:lnTo>
                    <a:pt x="0" y="1163"/>
                  </a:lnTo>
                  <a:lnTo>
                    <a:pt x="0" y="1484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0" y="2226"/>
                  </a:lnTo>
                  <a:lnTo>
                    <a:pt x="80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1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2" y="4332"/>
                  </a:lnTo>
                  <a:lnTo>
                    <a:pt x="923" y="4512"/>
                  </a:lnTo>
                  <a:lnTo>
                    <a:pt x="923" y="4512"/>
                  </a:lnTo>
                  <a:lnTo>
                    <a:pt x="1183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1985" y="5455"/>
                  </a:lnTo>
                  <a:lnTo>
                    <a:pt x="2266" y="5615"/>
                  </a:lnTo>
                  <a:lnTo>
                    <a:pt x="2527" y="5756"/>
                  </a:lnTo>
                  <a:lnTo>
                    <a:pt x="2808" y="5876"/>
                  </a:lnTo>
                  <a:lnTo>
                    <a:pt x="3068" y="5956"/>
                  </a:lnTo>
                  <a:lnTo>
                    <a:pt x="3309" y="6036"/>
                  </a:lnTo>
                  <a:lnTo>
                    <a:pt x="355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4733" y="6177"/>
                  </a:lnTo>
                  <a:lnTo>
                    <a:pt x="4733" y="6177"/>
                  </a:lnTo>
                  <a:lnTo>
                    <a:pt x="4853" y="6177"/>
                  </a:lnTo>
                  <a:lnTo>
                    <a:pt x="4853" y="6177"/>
                  </a:lnTo>
                  <a:lnTo>
                    <a:pt x="4974" y="6177"/>
                  </a:lnTo>
                  <a:lnTo>
                    <a:pt x="4974" y="6177"/>
                  </a:lnTo>
                  <a:lnTo>
                    <a:pt x="5294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7" y="6036"/>
                  </a:lnTo>
                  <a:lnTo>
                    <a:pt x="6638" y="5956"/>
                  </a:lnTo>
                  <a:lnTo>
                    <a:pt x="6899" y="5876"/>
                  </a:lnTo>
                  <a:lnTo>
                    <a:pt x="7180" y="5756"/>
                  </a:lnTo>
                  <a:lnTo>
                    <a:pt x="7440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42" y="5054"/>
                  </a:lnTo>
                  <a:lnTo>
                    <a:pt x="8523" y="4793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205" y="3871"/>
                  </a:lnTo>
                  <a:lnTo>
                    <a:pt x="8824" y="4131"/>
                  </a:lnTo>
                  <a:lnTo>
                    <a:pt x="8403" y="4352"/>
                  </a:lnTo>
                  <a:lnTo>
                    <a:pt x="7982" y="4552"/>
                  </a:lnTo>
                  <a:lnTo>
                    <a:pt x="7541" y="4693"/>
                  </a:lnTo>
                  <a:lnTo>
                    <a:pt x="7099" y="4813"/>
                  </a:lnTo>
                  <a:lnTo>
                    <a:pt x="6638" y="4913"/>
                  </a:lnTo>
                  <a:lnTo>
                    <a:pt x="6157" y="4954"/>
                  </a:lnTo>
                  <a:lnTo>
                    <a:pt x="5675" y="4974"/>
                  </a:lnTo>
                  <a:lnTo>
                    <a:pt x="5675" y="4974"/>
                  </a:lnTo>
                  <a:lnTo>
                    <a:pt x="5375" y="4974"/>
                  </a:lnTo>
                  <a:lnTo>
                    <a:pt x="5094" y="4954"/>
                  </a:lnTo>
                  <a:lnTo>
                    <a:pt x="4793" y="4913"/>
                  </a:lnTo>
                  <a:lnTo>
                    <a:pt x="4492" y="4873"/>
                  </a:lnTo>
                  <a:lnTo>
                    <a:pt x="4492" y="4873"/>
                  </a:lnTo>
                  <a:lnTo>
                    <a:pt x="4071" y="4773"/>
                  </a:lnTo>
                  <a:lnTo>
                    <a:pt x="3650" y="4653"/>
                  </a:lnTo>
                  <a:lnTo>
                    <a:pt x="3249" y="4472"/>
                  </a:lnTo>
                  <a:lnTo>
                    <a:pt x="3048" y="4372"/>
                  </a:lnTo>
                  <a:lnTo>
                    <a:pt x="2868" y="4272"/>
                  </a:lnTo>
                  <a:lnTo>
                    <a:pt x="2687" y="4151"/>
                  </a:lnTo>
                  <a:lnTo>
                    <a:pt x="2507" y="4011"/>
                  </a:lnTo>
                  <a:lnTo>
                    <a:pt x="2366" y="3851"/>
                  </a:lnTo>
                  <a:lnTo>
                    <a:pt x="2226" y="3690"/>
                  </a:lnTo>
                  <a:lnTo>
                    <a:pt x="2086" y="3510"/>
                  </a:lnTo>
                  <a:lnTo>
                    <a:pt x="1985" y="3329"/>
                  </a:lnTo>
                  <a:lnTo>
                    <a:pt x="1885" y="3129"/>
                  </a:lnTo>
                  <a:lnTo>
                    <a:pt x="1805" y="2908"/>
                  </a:lnTo>
                  <a:lnTo>
                    <a:pt x="1805" y="2908"/>
                  </a:lnTo>
                  <a:lnTo>
                    <a:pt x="1725" y="2547"/>
                  </a:lnTo>
                  <a:lnTo>
                    <a:pt x="1705" y="2166"/>
                  </a:lnTo>
                  <a:lnTo>
                    <a:pt x="1685" y="1805"/>
                  </a:lnTo>
                  <a:lnTo>
                    <a:pt x="1725" y="1444"/>
                  </a:lnTo>
                  <a:lnTo>
                    <a:pt x="1785" y="1083"/>
                  </a:lnTo>
                  <a:lnTo>
                    <a:pt x="1845" y="702"/>
                  </a:lnTo>
                  <a:lnTo>
                    <a:pt x="1945" y="361"/>
                  </a:lnTo>
                  <a:lnTo>
                    <a:pt x="204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21"/>
            <p:cNvSpPr/>
            <p:nvPr/>
          </p:nvSpPr>
          <p:spPr>
            <a:xfrm>
              <a:off x="10051400" y="3285888"/>
              <a:ext cx="142900" cy="211600"/>
            </a:xfrm>
            <a:custGeom>
              <a:avLst/>
              <a:gdLst/>
              <a:ahLst/>
              <a:cxnLst/>
              <a:rect l="l" t="t" r="r" b="b"/>
              <a:pathLst>
                <a:path w="5716" h="8464" extrusionOk="0">
                  <a:moveTo>
                    <a:pt x="2607" y="0"/>
                  </a:moveTo>
                  <a:lnTo>
                    <a:pt x="2347" y="40"/>
                  </a:lnTo>
                  <a:lnTo>
                    <a:pt x="2106" y="100"/>
                  </a:lnTo>
                  <a:lnTo>
                    <a:pt x="1865" y="181"/>
                  </a:lnTo>
                  <a:lnTo>
                    <a:pt x="1625" y="281"/>
                  </a:lnTo>
                  <a:lnTo>
                    <a:pt x="1404" y="401"/>
                  </a:lnTo>
                  <a:lnTo>
                    <a:pt x="1203" y="522"/>
                  </a:lnTo>
                  <a:lnTo>
                    <a:pt x="1003" y="682"/>
                  </a:lnTo>
                  <a:lnTo>
                    <a:pt x="822" y="842"/>
                  </a:lnTo>
                  <a:lnTo>
                    <a:pt x="662" y="1023"/>
                  </a:lnTo>
                  <a:lnTo>
                    <a:pt x="522" y="1224"/>
                  </a:lnTo>
                  <a:lnTo>
                    <a:pt x="381" y="1424"/>
                  </a:lnTo>
                  <a:lnTo>
                    <a:pt x="281" y="1645"/>
                  </a:lnTo>
                  <a:lnTo>
                    <a:pt x="181" y="1885"/>
                  </a:lnTo>
                  <a:lnTo>
                    <a:pt x="100" y="2126"/>
                  </a:lnTo>
                  <a:lnTo>
                    <a:pt x="60" y="2367"/>
                  </a:lnTo>
                  <a:lnTo>
                    <a:pt x="20" y="2607"/>
                  </a:lnTo>
                  <a:lnTo>
                    <a:pt x="0" y="2848"/>
                  </a:lnTo>
                  <a:lnTo>
                    <a:pt x="0" y="5595"/>
                  </a:lnTo>
                  <a:lnTo>
                    <a:pt x="20" y="5896"/>
                  </a:lnTo>
                  <a:lnTo>
                    <a:pt x="60" y="6177"/>
                  </a:lnTo>
                  <a:lnTo>
                    <a:pt x="141" y="6458"/>
                  </a:lnTo>
                  <a:lnTo>
                    <a:pt x="241" y="6718"/>
                  </a:lnTo>
                  <a:lnTo>
                    <a:pt x="361" y="6959"/>
                  </a:lnTo>
                  <a:lnTo>
                    <a:pt x="502" y="7200"/>
                  </a:lnTo>
                  <a:lnTo>
                    <a:pt x="662" y="7420"/>
                  </a:lnTo>
                  <a:lnTo>
                    <a:pt x="842" y="7621"/>
                  </a:lnTo>
                  <a:lnTo>
                    <a:pt x="1103" y="7862"/>
                  </a:lnTo>
                  <a:lnTo>
                    <a:pt x="1404" y="8062"/>
                  </a:lnTo>
                  <a:lnTo>
                    <a:pt x="1705" y="8223"/>
                  </a:lnTo>
                  <a:lnTo>
                    <a:pt x="2046" y="8343"/>
                  </a:lnTo>
                  <a:lnTo>
                    <a:pt x="2246" y="8383"/>
                  </a:lnTo>
                  <a:lnTo>
                    <a:pt x="2447" y="8423"/>
                  </a:lnTo>
                  <a:lnTo>
                    <a:pt x="2647" y="8443"/>
                  </a:lnTo>
                  <a:lnTo>
                    <a:pt x="2868" y="8463"/>
                  </a:lnTo>
                  <a:lnTo>
                    <a:pt x="3149" y="8443"/>
                  </a:lnTo>
                  <a:lnTo>
                    <a:pt x="3430" y="8403"/>
                  </a:lnTo>
                  <a:lnTo>
                    <a:pt x="3710" y="8323"/>
                  </a:lnTo>
                  <a:lnTo>
                    <a:pt x="3971" y="8243"/>
                  </a:lnTo>
                  <a:lnTo>
                    <a:pt x="4212" y="8122"/>
                  </a:lnTo>
                  <a:lnTo>
                    <a:pt x="4452" y="7962"/>
                  </a:lnTo>
                  <a:lnTo>
                    <a:pt x="4673" y="7801"/>
                  </a:lnTo>
                  <a:lnTo>
                    <a:pt x="4873" y="7621"/>
                  </a:lnTo>
                  <a:lnTo>
                    <a:pt x="5054" y="7420"/>
                  </a:lnTo>
                  <a:lnTo>
                    <a:pt x="5234" y="7200"/>
                  </a:lnTo>
                  <a:lnTo>
                    <a:pt x="5375" y="6959"/>
                  </a:lnTo>
                  <a:lnTo>
                    <a:pt x="5495" y="6718"/>
                  </a:lnTo>
                  <a:lnTo>
                    <a:pt x="5595" y="6458"/>
                  </a:lnTo>
                  <a:lnTo>
                    <a:pt x="5656" y="6177"/>
                  </a:lnTo>
                  <a:lnTo>
                    <a:pt x="5696" y="5896"/>
                  </a:lnTo>
                  <a:lnTo>
                    <a:pt x="5716" y="5595"/>
                  </a:lnTo>
                  <a:lnTo>
                    <a:pt x="5716" y="2848"/>
                  </a:lnTo>
                  <a:lnTo>
                    <a:pt x="5696" y="2567"/>
                  </a:lnTo>
                  <a:lnTo>
                    <a:pt x="5656" y="2286"/>
                  </a:lnTo>
                  <a:lnTo>
                    <a:pt x="5595" y="2006"/>
                  </a:lnTo>
                  <a:lnTo>
                    <a:pt x="5495" y="1745"/>
                  </a:lnTo>
                  <a:lnTo>
                    <a:pt x="5375" y="1484"/>
                  </a:lnTo>
                  <a:lnTo>
                    <a:pt x="5234" y="1264"/>
                  </a:lnTo>
                  <a:lnTo>
                    <a:pt x="5054" y="1043"/>
                  </a:lnTo>
                  <a:lnTo>
                    <a:pt x="4873" y="842"/>
                  </a:lnTo>
                  <a:lnTo>
                    <a:pt x="4673" y="642"/>
                  </a:lnTo>
                  <a:lnTo>
                    <a:pt x="4452" y="482"/>
                  </a:lnTo>
                  <a:lnTo>
                    <a:pt x="4232" y="341"/>
                  </a:lnTo>
                  <a:lnTo>
                    <a:pt x="3971" y="221"/>
                  </a:lnTo>
                  <a:lnTo>
                    <a:pt x="3710" y="121"/>
                  </a:lnTo>
                  <a:lnTo>
                    <a:pt x="3430" y="60"/>
                  </a:lnTo>
                  <a:lnTo>
                    <a:pt x="3149" y="20"/>
                  </a:lnTo>
                  <a:lnTo>
                    <a:pt x="286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21"/>
            <p:cNvSpPr/>
            <p:nvPr/>
          </p:nvSpPr>
          <p:spPr>
            <a:xfrm>
              <a:off x="10051400" y="3285888"/>
              <a:ext cx="142900" cy="211600"/>
            </a:xfrm>
            <a:custGeom>
              <a:avLst/>
              <a:gdLst/>
              <a:ahLst/>
              <a:cxnLst/>
              <a:rect l="l" t="t" r="r" b="b"/>
              <a:pathLst>
                <a:path w="5716" h="8464" fill="none" extrusionOk="0">
                  <a:moveTo>
                    <a:pt x="5716" y="2848"/>
                  </a:moveTo>
                  <a:lnTo>
                    <a:pt x="5716" y="5595"/>
                  </a:lnTo>
                  <a:lnTo>
                    <a:pt x="5716" y="5595"/>
                  </a:lnTo>
                  <a:lnTo>
                    <a:pt x="5696" y="5896"/>
                  </a:lnTo>
                  <a:lnTo>
                    <a:pt x="5656" y="6177"/>
                  </a:lnTo>
                  <a:lnTo>
                    <a:pt x="5595" y="6458"/>
                  </a:lnTo>
                  <a:lnTo>
                    <a:pt x="5495" y="6718"/>
                  </a:lnTo>
                  <a:lnTo>
                    <a:pt x="5375" y="6959"/>
                  </a:lnTo>
                  <a:lnTo>
                    <a:pt x="5234" y="7200"/>
                  </a:lnTo>
                  <a:lnTo>
                    <a:pt x="5054" y="7420"/>
                  </a:lnTo>
                  <a:lnTo>
                    <a:pt x="4873" y="7621"/>
                  </a:lnTo>
                  <a:lnTo>
                    <a:pt x="4673" y="7801"/>
                  </a:lnTo>
                  <a:lnTo>
                    <a:pt x="4452" y="7962"/>
                  </a:lnTo>
                  <a:lnTo>
                    <a:pt x="4212" y="8122"/>
                  </a:lnTo>
                  <a:lnTo>
                    <a:pt x="3971" y="8243"/>
                  </a:lnTo>
                  <a:lnTo>
                    <a:pt x="3710" y="8323"/>
                  </a:lnTo>
                  <a:lnTo>
                    <a:pt x="3430" y="8403"/>
                  </a:lnTo>
                  <a:lnTo>
                    <a:pt x="3149" y="8443"/>
                  </a:lnTo>
                  <a:lnTo>
                    <a:pt x="2868" y="8463"/>
                  </a:lnTo>
                  <a:lnTo>
                    <a:pt x="2868" y="8463"/>
                  </a:lnTo>
                  <a:lnTo>
                    <a:pt x="2647" y="8443"/>
                  </a:lnTo>
                  <a:lnTo>
                    <a:pt x="2447" y="8423"/>
                  </a:lnTo>
                  <a:lnTo>
                    <a:pt x="2246" y="8383"/>
                  </a:lnTo>
                  <a:lnTo>
                    <a:pt x="2046" y="8343"/>
                  </a:lnTo>
                  <a:lnTo>
                    <a:pt x="2046" y="8343"/>
                  </a:lnTo>
                  <a:lnTo>
                    <a:pt x="1705" y="8223"/>
                  </a:lnTo>
                  <a:lnTo>
                    <a:pt x="1404" y="8062"/>
                  </a:lnTo>
                  <a:lnTo>
                    <a:pt x="1103" y="7862"/>
                  </a:lnTo>
                  <a:lnTo>
                    <a:pt x="842" y="7621"/>
                  </a:lnTo>
                  <a:lnTo>
                    <a:pt x="842" y="7621"/>
                  </a:lnTo>
                  <a:lnTo>
                    <a:pt x="662" y="7420"/>
                  </a:lnTo>
                  <a:lnTo>
                    <a:pt x="502" y="7200"/>
                  </a:lnTo>
                  <a:lnTo>
                    <a:pt x="361" y="6959"/>
                  </a:lnTo>
                  <a:lnTo>
                    <a:pt x="241" y="6718"/>
                  </a:lnTo>
                  <a:lnTo>
                    <a:pt x="141" y="6458"/>
                  </a:lnTo>
                  <a:lnTo>
                    <a:pt x="60" y="6177"/>
                  </a:lnTo>
                  <a:lnTo>
                    <a:pt x="20" y="5896"/>
                  </a:lnTo>
                  <a:lnTo>
                    <a:pt x="0" y="5595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607"/>
                  </a:lnTo>
                  <a:lnTo>
                    <a:pt x="60" y="2367"/>
                  </a:lnTo>
                  <a:lnTo>
                    <a:pt x="60" y="2367"/>
                  </a:lnTo>
                  <a:lnTo>
                    <a:pt x="100" y="2126"/>
                  </a:lnTo>
                  <a:lnTo>
                    <a:pt x="181" y="1885"/>
                  </a:lnTo>
                  <a:lnTo>
                    <a:pt x="281" y="1645"/>
                  </a:lnTo>
                  <a:lnTo>
                    <a:pt x="381" y="1424"/>
                  </a:lnTo>
                  <a:lnTo>
                    <a:pt x="522" y="1224"/>
                  </a:lnTo>
                  <a:lnTo>
                    <a:pt x="662" y="1023"/>
                  </a:lnTo>
                  <a:lnTo>
                    <a:pt x="822" y="842"/>
                  </a:lnTo>
                  <a:lnTo>
                    <a:pt x="1003" y="682"/>
                  </a:lnTo>
                  <a:lnTo>
                    <a:pt x="1203" y="522"/>
                  </a:lnTo>
                  <a:lnTo>
                    <a:pt x="1404" y="401"/>
                  </a:lnTo>
                  <a:lnTo>
                    <a:pt x="1625" y="281"/>
                  </a:lnTo>
                  <a:lnTo>
                    <a:pt x="1865" y="181"/>
                  </a:lnTo>
                  <a:lnTo>
                    <a:pt x="2106" y="100"/>
                  </a:lnTo>
                  <a:lnTo>
                    <a:pt x="2347" y="40"/>
                  </a:lnTo>
                  <a:lnTo>
                    <a:pt x="2607" y="0"/>
                  </a:lnTo>
                  <a:lnTo>
                    <a:pt x="2868" y="0"/>
                  </a:lnTo>
                  <a:lnTo>
                    <a:pt x="2868" y="0"/>
                  </a:lnTo>
                  <a:lnTo>
                    <a:pt x="3149" y="20"/>
                  </a:lnTo>
                  <a:lnTo>
                    <a:pt x="3430" y="60"/>
                  </a:lnTo>
                  <a:lnTo>
                    <a:pt x="3710" y="121"/>
                  </a:lnTo>
                  <a:lnTo>
                    <a:pt x="3971" y="221"/>
                  </a:lnTo>
                  <a:lnTo>
                    <a:pt x="4232" y="341"/>
                  </a:lnTo>
                  <a:lnTo>
                    <a:pt x="4452" y="482"/>
                  </a:lnTo>
                  <a:lnTo>
                    <a:pt x="4673" y="642"/>
                  </a:lnTo>
                  <a:lnTo>
                    <a:pt x="4873" y="842"/>
                  </a:lnTo>
                  <a:lnTo>
                    <a:pt x="4873" y="842"/>
                  </a:lnTo>
                  <a:lnTo>
                    <a:pt x="5054" y="1043"/>
                  </a:lnTo>
                  <a:lnTo>
                    <a:pt x="5234" y="1264"/>
                  </a:lnTo>
                  <a:lnTo>
                    <a:pt x="5375" y="1484"/>
                  </a:lnTo>
                  <a:lnTo>
                    <a:pt x="5495" y="1745"/>
                  </a:lnTo>
                  <a:lnTo>
                    <a:pt x="5595" y="2006"/>
                  </a:lnTo>
                  <a:lnTo>
                    <a:pt x="5656" y="2286"/>
                  </a:lnTo>
                  <a:lnTo>
                    <a:pt x="5696" y="2567"/>
                  </a:lnTo>
                  <a:lnTo>
                    <a:pt x="5716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21"/>
            <p:cNvSpPr/>
            <p:nvPr/>
          </p:nvSpPr>
          <p:spPr>
            <a:xfrm>
              <a:off x="10052900" y="3285888"/>
              <a:ext cx="90275" cy="211600"/>
            </a:xfrm>
            <a:custGeom>
              <a:avLst/>
              <a:gdLst/>
              <a:ahLst/>
              <a:cxnLst/>
              <a:rect l="l" t="t" r="r" b="b"/>
              <a:pathLst>
                <a:path w="3611" h="8464" extrusionOk="0">
                  <a:moveTo>
                    <a:pt x="2547" y="0"/>
                  </a:moveTo>
                  <a:lnTo>
                    <a:pt x="2287" y="40"/>
                  </a:lnTo>
                  <a:lnTo>
                    <a:pt x="2046" y="100"/>
                  </a:lnTo>
                  <a:lnTo>
                    <a:pt x="1805" y="181"/>
                  </a:lnTo>
                  <a:lnTo>
                    <a:pt x="1565" y="281"/>
                  </a:lnTo>
                  <a:lnTo>
                    <a:pt x="1344" y="401"/>
                  </a:lnTo>
                  <a:lnTo>
                    <a:pt x="1143" y="522"/>
                  </a:lnTo>
                  <a:lnTo>
                    <a:pt x="943" y="682"/>
                  </a:lnTo>
                  <a:lnTo>
                    <a:pt x="762" y="842"/>
                  </a:lnTo>
                  <a:lnTo>
                    <a:pt x="602" y="1023"/>
                  </a:lnTo>
                  <a:lnTo>
                    <a:pt x="462" y="1224"/>
                  </a:lnTo>
                  <a:lnTo>
                    <a:pt x="321" y="1424"/>
                  </a:lnTo>
                  <a:lnTo>
                    <a:pt x="221" y="1645"/>
                  </a:lnTo>
                  <a:lnTo>
                    <a:pt x="121" y="1885"/>
                  </a:lnTo>
                  <a:lnTo>
                    <a:pt x="40" y="2126"/>
                  </a:lnTo>
                  <a:lnTo>
                    <a:pt x="0" y="2367"/>
                  </a:lnTo>
                  <a:lnTo>
                    <a:pt x="241" y="2347"/>
                  </a:lnTo>
                  <a:lnTo>
                    <a:pt x="421" y="2367"/>
                  </a:lnTo>
                  <a:lnTo>
                    <a:pt x="582" y="2387"/>
                  </a:lnTo>
                  <a:lnTo>
                    <a:pt x="722" y="2447"/>
                  </a:lnTo>
                  <a:lnTo>
                    <a:pt x="863" y="2507"/>
                  </a:lnTo>
                  <a:lnTo>
                    <a:pt x="1003" y="2607"/>
                  </a:lnTo>
                  <a:lnTo>
                    <a:pt x="1123" y="2708"/>
                  </a:lnTo>
                  <a:lnTo>
                    <a:pt x="1224" y="2828"/>
                  </a:lnTo>
                  <a:lnTo>
                    <a:pt x="1324" y="2968"/>
                  </a:lnTo>
                  <a:lnTo>
                    <a:pt x="1404" y="3129"/>
                  </a:lnTo>
                  <a:lnTo>
                    <a:pt x="1504" y="3289"/>
                  </a:lnTo>
                  <a:lnTo>
                    <a:pt x="1625" y="3630"/>
                  </a:lnTo>
                  <a:lnTo>
                    <a:pt x="1745" y="4031"/>
                  </a:lnTo>
                  <a:lnTo>
                    <a:pt x="1825" y="4452"/>
                  </a:lnTo>
                  <a:lnTo>
                    <a:pt x="1885" y="4894"/>
                  </a:lnTo>
                  <a:lnTo>
                    <a:pt x="1946" y="5335"/>
                  </a:lnTo>
                  <a:lnTo>
                    <a:pt x="1966" y="5776"/>
                  </a:lnTo>
                  <a:lnTo>
                    <a:pt x="1986" y="6197"/>
                  </a:lnTo>
                  <a:lnTo>
                    <a:pt x="2006" y="6979"/>
                  </a:lnTo>
                  <a:lnTo>
                    <a:pt x="2006" y="7621"/>
                  </a:lnTo>
                  <a:lnTo>
                    <a:pt x="2006" y="7942"/>
                  </a:lnTo>
                  <a:lnTo>
                    <a:pt x="1986" y="8343"/>
                  </a:lnTo>
                  <a:lnTo>
                    <a:pt x="2186" y="8383"/>
                  </a:lnTo>
                  <a:lnTo>
                    <a:pt x="2387" y="8423"/>
                  </a:lnTo>
                  <a:lnTo>
                    <a:pt x="2587" y="8443"/>
                  </a:lnTo>
                  <a:lnTo>
                    <a:pt x="2808" y="8463"/>
                  </a:lnTo>
                  <a:lnTo>
                    <a:pt x="3109" y="8443"/>
                  </a:lnTo>
                  <a:lnTo>
                    <a:pt x="3390" y="8403"/>
                  </a:lnTo>
                  <a:lnTo>
                    <a:pt x="3390" y="2006"/>
                  </a:lnTo>
                  <a:lnTo>
                    <a:pt x="3410" y="1524"/>
                  </a:lnTo>
                  <a:lnTo>
                    <a:pt x="3450" y="1043"/>
                  </a:lnTo>
                  <a:lnTo>
                    <a:pt x="3510" y="582"/>
                  </a:lnTo>
                  <a:lnTo>
                    <a:pt x="3610" y="121"/>
                  </a:lnTo>
                  <a:lnTo>
                    <a:pt x="3410" y="60"/>
                  </a:lnTo>
                  <a:lnTo>
                    <a:pt x="3209" y="20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21"/>
            <p:cNvSpPr/>
            <p:nvPr/>
          </p:nvSpPr>
          <p:spPr>
            <a:xfrm>
              <a:off x="10052900" y="3285888"/>
              <a:ext cx="90275" cy="211600"/>
            </a:xfrm>
            <a:custGeom>
              <a:avLst/>
              <a:gdLst/>
              <a:ahLst/>
              <a:cxnLst/>
              <a:rect l="l" t="t" r="r" b="b"/>
              <a:pathLst>
                <a:path w="3611" h="8464" fill="none" extrusionOk="0">
                  <a:moveTo>
                    <a:pt x="2808" y="0"/>
                  </a:moveTo>
                  <a:lnTo>
                    <a:pt x="2808" y="0"/>
                  </a:lnTo>
                  <a:lnTo>
                    <a:pt x="2547" y="0"/>
                  </a:lnTo>
                  <a:lnTo>
                    <a:pt x="2287" y="40"/>
                  </a:lnTo>
                  <a:lnTo>
                    <a:pt x="2046" y="100"/>
                  </a:lnTo>
                  <a:lnTo>
                    <a:pt x="1805" y="181"/>
                  </a:lnTo>
                  <a:lnTo>
                    <a:pt x="1565" y="281"/>
                  </a:lnTo>
                  <a:lnTo>
                    <a:pt x="1344" y="401"/>
                  </a:lnTo>
                  <a:lnTo>
                    <a:pt x="1143" y="522"/>
                  </a:lnTo>
                  <a:lnTo>
                    <a:pt x="943" y="682"/>
                  </a:lnTo>
                  <a:lnTo>
                    <a:pt x="762" y="842"/>
                  </a:lnTo>
                  <a:lnTo>
                    <a:pt x="602" y="1023"/>
                  </a:lnTo>
                  <a:lnTo>
                    <a:pt x="462" y="1224"/>
                  </a:lnTo>
                  <a:lnTo>
                    <a:pt x="321" y="1424"/>
                  </a:lnTo>
                  <a:lnTo>
                    <a:pt x="221" y="1645"/>
                  </a:lnTo>
                  <a:lnTo>
                    <a:pt x="121" y="1885"/>
                  </a:lnTo>
                  <a:lnTo>
                    <a:pt x="40" y="2126"/>
                  </a:lnTo>
                  <a:lnTo>
                    <a:pt x="0" y="2367"/>
                  </a:lnTo>
                  <a:lnTo>
                    <a:pt x="0" y="2367"/>
                  </a:lnTo>
                  <a:lnTo>
                    <a:pt x="241" y="2347"/>
                  </a:lnTo>
                  <a:lnTo>
                    <a:pt x="241" y="2347"/>
                  </a:lnTo>
                  <a:lnTo>
                    <a:pt x="421" y="2367"/>
                  </a:lnTo>
                  <a:lnTo>
                    <a:pt x="582" y="2387"/>
                  </a:lnTo>
                  <a:lnTo>
                    <a:pt x="722" y="2447"/>
                  </a:lnTo>
                  <a:lnTo>
                    <a:pt x="863" y="2507"/>
                  </a:lnTo>
                  <a:lnTo>
                    <a:pt x="1003" y="2607"/>
                  </a:lnTo>
                  <a:lnTo>
                    <a:pt x="1123" y="2708"/>
                  </a:lnTo>
                  <a:lnTo>
                    <a:pt x="1224" y="2828"/>
                  </a:lnTo>
                  <a:lnTo>
                    <a:pt x="1324" y="2968"/>
                  </a:lnTo>
                  <a:lnTo>
                    <a:pt x="1404" y="3129"/>
                  </a:lnTo>
                  <a:lnTo>
                    <a:pt x="1504" y="3289"/>
                  </a:lnTo>
                  <a:lnTo>
                    <a:pt x="1625" y="3630"/>
                  </a:lnTo>
                  <a:lnTo>
                    <a:pt x="1745" y="4031"/>
                  </a:lnTo>
                  <a:lnTo>
                    <a:pt x="1825" y="4452"/>
                  </a:lnTo>
                  <a:lnTo>
                    <a:pt x="1885" y="4894"/>
                  </a:lnTo>
                  <a:lnTo>
                    <a:pt x="1946" y="5335"/>
                  </a:lnTo>
                  <a:lnTo>
                    <a:pt x="1966" y="5776"/>
                  </a:lnTo>
                  <a:lnTo>
                    <a:pt x="1986" y="6197"/>
                  </a:lnTo>
                  <a:lnTo>
                    <a:pt x="2006" y="6979"/>
                  </a:lnTo>
                  <a:lnTo>
                    <a:pt x="2006" y="7621"/>
                  </a:lnTo>
                  <a:lnTo>
                    <a:pt x="2006" y="7621"/>
                  </a:lnTo>
                  <a:lnTo>
                    <a:pt x="2006" y="7942"/>
                  </a:lnTo>
                  <a:lnTo>
                    <a:pt x="1986" y="8343"/>
                  </a:lnTo>
                  <a:lnTo>
                    <a:pt x="1986" y="8343"/>
                  </a:lnTo>
                  <a:lnTo>
                    <a:pt x="2186" y="8383"/>
                  </a:lnTo>
                  <a:lnTo>
                    <a:pt x="2387" y="8423"/>
                  </a:lnTo>
                  <a:lnTo>
                    <a:pt x="2587" y="8443"/>
                  </a:lnTo>
                  <a:lnTo>
                    <a:pt x="2808" y="8463"/>
                  </a:lnTo>
                  <a:lnTo>
                    <a:pt x="2808" y="8463"/>
                  </a:lnTo>
                  <a:lnTo>
                    <a:pt x="3109" y="8443"/>
                  </a:lnTo>
                  <a:lnTo>
                    <a:pt x="3390" y="8403"/>
                  </a:lnTo>
                  <a:lnTo>
                    <a:pt x="3390" y="2006"/>
                  </a:lnTo>
                  <a:lnTo>
                    <a:pt x="3390" y="2006"/>
                  </a:lnTo>
                  <a:lnTo>
                    <a:pt x="3390" y="2006"/>
                  </a:lnTo>
                  <a:lnTo>
                    <a:pt x="3410" y="1524"/>
                  </a:lnTo>
                  <a:lnTo>
                    <a:pt x="3450" y="1043"/>
                  </a:lnTo>
                  <a:lnTo>
                    <a:pt x="3510" y="582"/>
                  </a:lnTo>
                  <a:lnTo>
                    <a:pt x="3610" y="121"/>
                  </a:lnTo>
                  <a:lnTo>
                    <a:pt x="3610" y="121"/>
                  </a:lnTo>
                  <a:lnTo>
                    <a:pt x="3410" y="60"/>
                  </a:lnTo>
                  <a:lnTo>
                    <a:pt x="3209" y="20"/>
                  </a:lnTo>
                  <a:lnTo>
                    <a:pt x="3009" y="0"/>
                  </a:lnTo>
                  <a:lnTo>
                    <a:pt x="280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21"/>
            <p:cNvSpPr/>
            <p:nvPr/>
          </p:nvSpPr>
          <p:spPr>
            <a:xfrm>
              <a:off x="10509125" y="2553388"/>
              <a:ext cx="265250" cy="142925"/>
            </a:xfrm>
            <a:custGeom>
              <a:avLst/>
              <a:gdLst/>
              <a:ahLst/>
              <a:cxnLst/>
              <a:rect l="l" t="t" r="r" b="b"/>
              <a:pathLst>
                <a:path w="10610" h="5717" extrusionOk="0">
                  <a:moveTo>
                    <a:pt x="2849" y="0"/>
                  </a:move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3149"/>
                  </a:lnTo>
                  <a:lnTo>
                    <a:pt x="61" y="3430"/>
                  </a:lnTo>
                  <a:lnTo>
                    <a:pt x="121" y="3711"/>
                  </a:lnTo>
                  <a:lnTo>
                    <a:pt x="222" y="3971"/>
                  </a:lnTo>
                  <a:lnTo>
                    <a:pt x="342" y="4212"/>
                  </a:lnTo>
                  <a:lnTo>
                    <a:pt x="482" y="4453"/>
                  </a:lnTo>
                  <a:lnTo>
                    <a:pt x="643" y="4673"/>
                  </a:lnTo>
                  <a:lnTo>
                    <a:pt x="823" y="4874"/>
                  </a:lnTo>
                  <a:lnTo>
                    <a:pt x="1024" y="5054"/>
                  </a:lnTo>
                  <a:lnTo>
                    <a:pt x="1244" y="5215"/>
                  </a:lnTo>
                  <a:lnTo>
                    <a:pt x="1485" y="5375"/>
                  </a:lnTo>
                  <a:lnTo>
                    <a:pt x="1746" y="5495"/>
                  </a:lnTo>
                  <a:lnTo>
                    <a:pt x="2006" y="5576"/>
                  </a:lnTo>
                  <a:lnTo>
                    <a:pt x="2267" y="5656"/>
                  </a:lnTo>
                  <a:lnTo>
                    <a:pt x="2548" y="5696"/>
                  </a:lnTo>
                  <a:lnTo>
                    <a:pt x="2849" y="5716"/>
                  </a:lnTo>
                  <a:lnTo>
                    <a:pt x="7742" y="5716"/>
                  </a:lnTo>
                  <a:lnTo>
                    <a:pt x="8043" y="5696"/>
                  </a:lnTo>
                  <a:lnTo>
                    <a:pt x="8324" y="5656"/>
                  </a:lnTo>
                  <a:lnTo>
                    <a:pt x="8604" y="5576"/>
                  </a:lnTo>
                  <a:lnTo>
                    <a:pt x="8865" y="5495"/>
                  </a:lnTo>
                  <a:lnTo>
                    <a:pt x="9106" y="5375"/>
                  </a:lnTo>
                  <a:lnTo>
                    <a:pt x="9346" y="5215"/>
                  </a:lnTo>
                  <a:lnTo>
                    <a:pt x="9567" y="5054"/>
                  </a:lnTo>
                  <a:lnTo>
                    <a:pt x="9767" y="4874"/>
                  </a:lnTo>
                  <a:lnTo>
                    <a:pt x="9888" y="4733"/>
                  </a:lnTo>
                  <a:lnTo>
                    <a:pt x="10048" y="4553"/>
                  </a:lnTo>
                  <a:lnTo>
                    <a:pt x="10189" y="4332"/>
                  </a:lnTo>
                  <a:lnTo>
                    <a:pt x="10309" y="4112"/>
                  </a:lnTo>
                  <a:lnTo>
                    <a:pt x="10409" y="3871"/>
                  </a:lnTo>
                  <a:lnTo>
                    <a:pt x="10489" y="3630"/>
                  </a:lnTo>
                  <a:lnTo>
                    <a:pt x="10550" y="3390"/>
                  </a:lnTo>
                  <a:lnTo>
                    <a:pt x="10590" y="3129"/>
                  </a:lnTo>
                  <a:lnTo>
                    <a:pt x="10610" y="2848"/>
                  </a:lnTo>
                  <a:lnTo>
                    <a:pt x="10590" y="2567"/>
                  </a:lnTo>
                  <a:lnTo>
                    <a:pt x="10550" y="2287"/>
                  </a:lnTo>
                  <a:lnTo>
                    <a:pt x="10469" y="2006"/>
                  </a:lnTo>
                  <a:lnTo>
                    <a:pt x="10369" y="1745"/>
                  </a:lnTo>
                  <a:lnTo>
                    <a:pt x="10249" y="1505"/>
                  </a:lnTo>
                  <a:lnTo>
                    <a:pt x="10108" y="1264"/>
                  </a:lnTo>
                  <a:lnTo>
                    <a:pt x="9948" y="1043"/>
                  </a:lnTo>
                  <a:lnTo>
                    <a:pt x="9767" y="843"/>
                  </a:lnTo>
                  <a:lnTo>
                    <a:pt x="9567" y="662"/>
                  </a:lnTo>
                  <a:lnTo>
                    <a:pt x="9346" y="482"/>
                  </a:lnTo>
                  <a:lnTo>
                    <a:pt x="9106" y="341"/>
                  </a:lnTo>
                  <a:lnTo>
                    <a:pt x="8865" y="221"/>
                  </a:lnTo>
                  <a:lnTo>
                    <a:pt x="8604" y="121"/>
                  </a:lnTo>
                  <a:lnTo>
                    <a:pt x="8324" y="61"/>
                  </a:lnTo>
                  <a:lnTo>
                    <a:pt x="8043" y="21"/>
                  </a:lnTo>
                  <a:lnTo>
                    <a:pt x="77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21"/>
            <p:cNvSpPr/>
            <p:nvPr/>
          </p:nvSpPr>
          <p:spPr>
            <a:xfrm>
              <a:off x="10509125" y="2553388"/>
              <a:ext cx="265250" cy="142925"/>
            </a:xfrm>
            <a:custGeom>
              <a:avLst/>
              <a:gdLst/>
              <a:ahLst/>
              <a:cxnLst/>
              <a:rect l="l" t="t" r="r" b="b"/>
              <a:pathLst>
                <a:path w="10610" h="5717" fill="none" extrusionOk="0">
                  <a:moveTo>
                    <a:pt x="10610" y="2848"/>
                  </a:moveTo>
                  <a:lnTo>
                    <a:pt x="10610" y="2848"/>
                  </a:lnTo>
                  <a:lnTo>
                    <a:pt x="10590" y="3129"/>
                  </a:lnTo>
                  <a:lnTo>
                    <a:pt x="10550" y="3390"/>
                  </a:lnTo>
                  <a:lnTo>
                    <a:pt x="10489" y="3630"/>
                  </a:lnTo>
                  <a:lnTo>
                    <a:pt x="10409" y="3871"/>
                  </a:lnTo>
                  <a:lnTo>
                    <a:pt x="10309" y="4112"/>
                  </a:lnTo>
                  <a:lnTo>
                    <a:pt x="10189" y="4332"/>
                  </a:lnTo>
                  <a:lnTo>
                    <a:pt x="10048" y="4553"/>
                  </a:lnTo>
                  <a:lnTo>
                    <a:pt x="9888" y="4733"/>
                  </a:lnTo>
                  <a:lnTo>
                    <a:pt x="9888" y="4733"/>
                  </a:lnTo>
                  <a:lnTo>
                    <a:pt x="9767" y="4874"/>
                  </a:lnTo>
                  <a:lnTo>
                    <a:pt x="9767" y="4874"/>
                  </a:lnTo>
                  <a:lnTo>
                    <a:pt x="9567" y="5054"/>
                  </a:lnTo>
                  <a:lnTo>
                    <a:pt x="9346" y="5215"/>
                  </a:lnTo>
                  <a:lnTo>
                    <a:pt x="9106" y="5375"/>
                  </a:lnTo>
                  <a:lnTo>
                    <a:pt x="8865" y="5495"/>
                  </a:lnTo>
                  <a:lnTo>
                    <a:pt x="8604" y="5576"/>
                  </a:lnTo>
                  <a:lnTo>
                    <a:pt x="8324" y="5656"/>
                  </a:lnTo>
                  <a:lnTo>
                    <a:pt x="8043" y="5696"/>
                  </a:lnTo>
                  <a:lnTo>
                    <a:pt x="7742" y="5716"/>
                  </a:lnTo>
                  <a:lnTo>
                    <a:pt x="2849" y="5716"/>
                  </a:lnTo>
                  <a:lnTo>
                    <a:pt x="2849" y="5716"/>
                  </a:lnTo>
                  <a:lnTo>
                    <a:pt x="2548" y="5696"/>
                  </a:lnTo>
                  <a:lnTo>
                    <a:pt x="2267" y="5656"/>
                  </a:lnTo>
                  <a:lnTo>
                    <a:pt x="2006" y="5576"/>
                  </a:lnTo>
                  <a:lnTo>
                    <a:pt x="1746" y="5495"/>
                  </a:lnTo>
                  <a:lnTo>
                    <a:pt x="1485" y="5375"/>
                  </a:lnTo>
                  <a:lnTo>
                    <a:pt x="1244" y="5215"/>
                  </a:lnTo>
                  <a:lnTo>
                    <a:pt x="1024" y="5054"/>
                  </a:lnTo>
                  <a:lnTo>
                    <a:pt x="823" y="4874"/>
                  </a:lnTo>
                  <a:lnTo>
                    <a:pt x="643" y="4673"/>
                  </a:lnTo>
                  <a:lnTo>
                    <a:pt x="482" y="4453"/>
                  </a:lnTo>
                  <a:lnTo>
                    <a:pt x="342" y="4212"/>
                  </a:lnTo>
                  <a:lnTo>
                    <a:pt x="222" y="3971"/>
                  </a:lnTo>
                  <a:lnTo>
                    <a:pt x="121" y="3711"/>
                  </a:lnTo>
                  <a:lnTo>
                    <a:pt x="61" y="3430"/>
                  </a:lnTo>
                  <a:lnTo>
                    <a:pt x="1" y="3149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1" y="2567"/>
                  </a:lnTo>
                  <a:lnTo>
                    <a:pt x="41" y="2287"/>
                  </a:lnTo>
                  <a:lnTo>
                    <a:pt x="121" y="2006"/>
                  </a:lnTo>
                  <a:lnTo>
                    <a:pt x="222" y="1745"/>
                  </a:lnTo>
                  <a:lnTo>
                    <a:pt x="342" y="1505"/>
                  </a:lnTo>
                  <a:lnTo>
                    <a:pt x="482" y="1264"/>
                  </a:lnTo>
                  <a:lnTo>
                    <a:pt x="643" y="1043"/>
                  </a:lnTo>
                  <a:lnTo>
                    <a:pt x="823" y="843"/>
                  </a:lnTo>
                  <a:lnTo>
                    <a:pt x="823" y="843"/>
                  </a:lnTo>
                  <a:lnTo>
                    <a:pt x="1024" y="642"/>
                  </a:lnTo>
                  <a:lnTo>
                    <a:pt x="1244" y="482"/>
                  </a:lnTo>
                  <a:lnTo>
                    <a:pt x="1485" y="341"/>
                  </a:lnTo>
                  <a:lnTo>
                    <a:pt x="1746" y="221"/>
                  </a:lnTo>
                  <a:lnTo>
                    <a:pt x="2006" y="121"/>
                  </a:lnTo>
                  <a:lnTo>
                    <a:pt x="2267" y="61"/>
                  </a:lnTo>
                  <a:lnTo>
                    <a:pt x="2568" y="21"/>
                  </a:lnTo>
                  <a:lnTo>
                    <a:pt x="2849" y="0"/>
                  </a:lnTo>
                  <a:lnTo>
                    <a:pt x="7742" y="0"/>
                  </a:lnTo>
                  <a:lnTo>
                    <a:pt x="7742" y="0"/>
                  </a:lnTo>
                  <a:lnTo>
                    <a:pt x="8043" y="21"/>
                  </a:lnTo>
                  <a:lnTo>
                    <a:pt x="8324" y="61"/>
                  </a:lnTo>
                  <a:lnTo>
                    <a:pt x="8604" y="121"/>
                  </a:lnTo>
                  <a:lnTo>
                    <a:pt x="8865" y="221"/>
                  </a:lnTo>
                  <a:lnTo>
                    <a:pt x="9106" y="341"/>
                  </a:lnTo>
                  <a:lnTo>
                    <a:pt x="9346" y="482"/>
                  </a:lnTo>
                  <a:lnTo>
                    <a:pt x="9567" y="662"/>
                  </a:lnTo>
                  <a:lnTo>
                    <a:pt x="9767" y="843"/>
                  </a:lnTo>
                  <a:lnTo>
                    <a:pt x="9948" y="1043"/>
                  </a:lnTo>
                  <a:lnTo>
                    <a:pt x="10108" y="1264"/>
                  </a:lnTo>
                  <a:lnTo>
                    <a:pt x="10249" y="1505"/>
                  </a:lnTo>
                  <a:lnTo>
                    <a:pt x="10369" y="1745"/>
                  </a:lnTo>
                  <a:lnTo>
                    <a:pt x="10469" y="2006"/>
                  </a:lnTo>
                  <a:lnTo>
                    <a:pt x="10550" y="2287"/>
                  </a:lnTo>
                  <a:lnTo>
                    <a:pt x="10590" y="2567"/>
                  </a:lnTo>
                  <a:lnTo>
                    <a:pt x="10610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21"/>
            <p:cNvSpPr/>
            <p:nvPr/>
          </p:nvSpPr>
          <p:spPr>
            <a:xfrm>
              <a:off x="10509125" y="2553388"/>
              <a:ext cx="97300" cy="97800"/>
            </a:xfrm>
            <a:custGeom>
              <a:avLst/>
              <a:gdLst/>
              <a:ahLst/>
              <a:cxnLst/>
              <a:rect l="l" t="t" r="r" b="b"/>
              <a:pathLst>
                <a:path w="3892" h="3912" extrusionOk="0">
                  <a:moveTo>
                    <a:pt x="2849" y="0"/>
                  </a:move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3129"/>
                  </a:lnTo>
                  <a:lnTo>
                    <a:pt x="41" y="3390"/>
                  </a:lnTo>
                  <a:lnTo>
                    <a:pt x="101" y="3650"/>
                  </a:lnTo>
                  <a:lnTo>
                    <a:pt x="201" y="3911"/>
                  </a:lnTo>
                  <a:lnTo>
                    <a:pt x="2889" y="3911"/>
                  </a:lnTo>
                  <a:lnTo>
                    <a:pt x="2768" y="3670"/>
                  </a:lnTo>
                  <a:lnTo>
                    <a:pt x="2688" y="3430"/>
                  </a:lnTo>
                  <a:lnTo>
                    <a:pt x="2628" y="3169"/>
                  </a:lnTo>
                  <a:lnTo>
                    <a:pt x="2608" y="2908"/>
                  </a:lnTo>
                  <a:lnTo>
                    <a:pt x="2608" y="2648"/>
                  </a:lnTo>
                  <a:lnTo>
                    <a:pt x="2648" y="2367"/>
                  </a:lnTo>
                  <a:lnTo>
                    <a:pt x="2688" y="2106"/>
                  </a:lnTo>
                  <a:lnTo>
                    <a:pt x="2748" y="1866"/>
                  </a:lnTo>
                  <a:lnTo>
                    <a:pt x="2829" y="1605"/>
                  </a:lnTo>
                  <a:lnTo>
                    <a:pt x="2929" y="1344"/>
                  </a:lnTo>
                  <a:lnTo>
                    <a:pt x="3049" y="1083"/>
                  </a:lnTo>
                  <a:lnTo>
                    <a:pt x="3190" y="843"/>
                  </a:lnTo>
                  <a:lnTo>
                    <a:pt x="3350" y="622"/>
                  </a:lnTo>
                  <a:lnTo>
                    <a:pt x="3510" y="402"/>
                  </a:lnTo>
                  <a:lnTo>
                    <a:pt x="3711" y="201"/>
                  </a:lnTo>
                  <a:lnTo>
                    <a:pt x="389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21"/>
            <p:cNvSpPr/>
            <p:nvPr/>
          </p:nvSpPr>
          <p:spPr>
            <a:xfrm>
              <a:off x="10509125" y="2553388"/>
              <a:ext cx="97300" cy="97800"/>
            </a:xfrm>
            <a:custGeom>
              <a:avLst/>
              <a:gdLst/>
              <a:ahLst/>
              <a:cxnLst/>
              <a:rect l="l" t="t" r="r" b="b"/>
              <a:pathLst>
                <a:path w="3892" h="3912" fill="none" extrusionOk="0">
                  <a:moveTo>
                    <a:pt x="3892" y="0"/>
                  </a:moveTo>
                  <a:lnTo>
                    <a:pt x="2849" y="0"/>
                  </a:lnTo>
                  <a:lnTo>
                    <a:pt x="2849" y="0"/>
                  </a:ln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1" y="3129"/>
                  </a:lnTo>
                  <a:lnTo>
                    <a:pt x="41" y="3390"/>
                  </a:lnTo>
                  <a:lnTo>
                    <a:pt x="101" y="3650"/>
                  </a:lnTo>
                  <a:lnTo>
                    <a:pt x="201" y="3911"/>
                  </a:lnTo>
                  <a:lnTo>
                    <a:pt x="2889" y="3911"/>
                  </a:lnTo>
                  <a:lnTo>
                    <a:pt x="2889" y="3911"/>
                  </a:lnTo>
                  <a:lnTo>
                    <a:pt x="2768" y="3670"/>
                  </a:lnTo>
                  <a:lnTo>
                    <a:pt x="2688" y="3430"/>
                  </a:lnTo>
                  <a:lnTo>
                    <a:pt x="2628" y="3169"/>
                  </a:lnTo>
                  <a:lnTo>
                    <a:pt x="2608" y="2908"/>
                  </a:lnTo>
                  <a:lnTo>
                    <a:pt x="2608" y="2648"/>
                  </a:lnTo>
                  <a:lnTo>
                    <a:pt x="2648" y="2367"/>
                  </a:lnTo>
                  <a:lnTo>
                    <a:pt x="2688" y="2106"/>
                  </a:lnTo>
                  <a:lnTo>
                    <a:pt x="2748" y="1866"/>
                  </a:lnTo>
                  <a:lnTo>
                    <a:pt x="2748" y="1866"/>
                  </a:lnTo>
                  <a:lnTo>
                    <a:pt x="2829" y="1605"/>
                  </a:lnTo>
                  <a:lnTo>
                    <a:pt x="2929" y="1344"/>
                  </a:lnTo>
                  <a:lnTo>
                    <a:pt x="3049" y="1083"/>
                  </a:lnTo>
                  <a:lnTo>
                    <a:pt x="3190" y="843"/>
                  </a:lnTo>
                  <a:lnTo>
                    <a:pt x="3350" y="622"/>
                  </a:lnTo>
                  <a:lnTo>
                    <a:pt x="3510" y="402"/>
                  </a:lnTo>
                  <a:lnTo>
                    <a:pt x="3711" y="201"/>
                  </a:lnTo>
                  <a:lnTo>
                    <a:pt x="389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21"/>
            <p:cNvSpPr/>
            <p:nvPr/>
          </p:nvSpPr>
          <p:spPr>
            <a:xfrm>
              <a:off x="10710175" y="2566413"/>
              <a:ext cx="43150" cy="46650"/>
            </a:xfrm>
            <a:custGeom>
              <a:avLst/>
              <a:gdLst/>
              <a:ahLst/>
              <a:cxnLst/>
              <a:rect l="l" t="t" r="r" b="b"/>
              <a:pathLst>
                <a:path w="1726" h="1866" extrusionOk="0">
                  <a:moveTo>
                    <a:pt x="261" y="1"/>
                  </a:moveTo>
                  <a:lnTo>
                    <a:pt x="181" y="21"/>
                  </a:lnTo>
                  <a:lnTo>
                    <a:pt x="101" y="61"/>
                  </a:lnTo>
                  <a:lnTo>
                    <a:pt x="61" y="121"/>
                  </a:lnTo>
                  <a:lnTo>
                    <a:pt x="21" y="181"/>
                  </a:lnTo>
                  <a:lnTo>
                    <a:pt x="1" y="262"/>
                  </a:lnTo>
                  <a:lnTo>
                    <a:pt x="1" y="342"/>
                  </a:lnTo>
                  <a:lnTo>
                    <a:pt x="41" y="422"/>
                  </a:lnTo>
                  <a:lnTo>
                    <a:pt x="101" y="502"/>
                  </a:lnTo>
                  <a:lnTo>
                    <a:pt x="181" y="582"/>
                  </a:lnTo>
                  <a:lnTo>
                    <a:pt x="362" y="723"/>
                  </a:lnTo>
                  <a:lnTo>
                    <a:pt x="542" y="863"/>
                  </a:lnTo>
                  <a:lnTo>
                    <a:pt x="643" y="943"/>
                  </a:lnTo>
                  <a:lnTo>
                    <a:pt x="723" y="1024"/>
                  </a:lnTo>
                  <a:lnTo>
                    <a:pt x="843" y="1204"/>
                  </a:lnTo>
                  <a:lnTo>
                    <a:pt x="943" y="1385"/>
                  </a:lnTo>
                  <a:lnTo>
                    <a:pt x="1044" y="1645"/>
                  </a:lnTo>
                  <a:lnTo>
                    <a:pt x="1124" y="1746"/>
                  </a:lnTo>
                  <a:lnTo>
                    <a:pt x="1184" y="1786"/>
                  </a:lnTo>
                  <a:lnTo>
                    <a:pt x="1244" y="1826"/>
                  </a:lnTo>
                  <a:lnTo>
                    <a:pt x="1324" y="1866"/>
                  </a:lnTo>
                  <a:lnTo>
                    <a:pt x="1425" y="1866"/>
                  </a:lnTo>
                  <a:lnTo>
                    <a:pt x="1525" y="1846"/>
                  </a:lnTo>
                  <a:lnTo>
                    <a:pt x="1565" y="1826"/>
                  </a:lnTo>
                  <a:lnTo>
                    <a:pt x="1605" y="1786"/>
                  </a:lnTo>
                  <a:lnTo>
                    <a:pt x="1645" y="1706"/>
                  </a:lnTo>
                  <a:lnTo>
                    <a:pt x="1685" y="1645"/>
                  </a:lnTo>
                  <a:lnTo>
                    <a:pt x="1725" y="1485"/>
                  </a:lnTo>
                  <a:lnTo>
                    <a:pt x="1705" y="1345"/>
                  </a:lnTo>
                  <a:lnTo>
                    <a:pt x="1665" y="1184"/>
                  </a:lnTo>
                  <a:lnTo>
                    <a:pt x="1605" y="1024"/>
                  </a:lnTo>
                  <a:lnTo>
                    <a:pt x="1525" y="883"/>
                  </a:lnTo>
                  <a:lnTo>
                    <a:pt x="1324" y="623"/>
                  </a:lnTo>
                  <a:lnTo>
                    <a:pt x="1224" y="502"/>
                  </a:lnTo>
                  <a:lnTo>
                    <a:pt x="1104" y="402"/>
                  </a:lnTo>
                  <a:lnTo>
                    <a:pt x="1004" y="322"/>
                  </a:lnTo>
                  <a:lnTo>
                    <a:pt x="883" y="242"/>
                  </a:lnTo>
                  <a:lnTo>
                    <a:pt x="622" y="121"/>
                  </a:lnTo>
                  <a:lnTo>
                    <a:pt x="342" y="21"/>
                  </a:lnTo>
                  <a:lnTo>
                    <a:pt x="26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21"/>
            <p:cNvSpPr/>
            <p:nvPr/>
          </p:nvSpPr>
          <p:spPr>
            <a:xfrm>
              <a:off x="10742775" y="2621563"/>
              <a:ext cx="12050" cy="12575"/>
            </a:xfrm>
            <a:custGeom>
              <a:avLst/>
              <a:gdLst/>
              <a:ahLst/>
              <a:cxnLst/>
              <a:rect l="l" t="t" r="r" b="b"/>
              <a:pathLst>
                <a:path w="482" h="503" extrusionOk="0">
                  <a:moveTo>
                    <a:pt x="241" y="1"/>
                  </a:moveTo>
                  <a:lnTo>
                    <a:pt x="181" y="21"/>
                  </a:lnTo>
                  <a:lnTo>
                    <a:pt x="121" y="41"/>
                  </a:lnTo>
                  <a:lnTo>
                    <a:pt x="40" y="101"/>
                  </a:lnTo>
                  <a:lnTo>
                    <a:pt x="20" y="181"/>
                  </a:lnTo>
                  <a:lnTo>
                    <a:pt x="0" y="242"/>
                  </a:lnTo>
                  <a:lnTo>
                    <a:pt x="0" y="322"/>
                  </a:lnTo>
                  <a:lnTo>
                    <a:pt x="40" y="402"/>
                  </a:lnTo>
                  <a:lnTo>
                    <a:pt x="81" y="462"/>
                  </a:lnTo>
                  <a:lnTo>
                    <a:pt x="161" y="502"/>
                  </a:lnTo>
                  <a:lnTo>
                    <a:pt x="321" y="502"/>
                  </a:lnTo>
                  <a:lnTo>
                    <a:pt x="381" y="462"/>
                  </a:lnTo>
                  <a:lnTo>
                    <a:pt x="442" y="402"/>
                  </a:lnTo>
                  <a:lnTo>
                    <a:pt x="462" y="322"/>
                  </a:lnTo>
                  <a:lnTo>
                    <a:pt x="482" y="242"/>
                  </a:lnTo>
                  <a:lnTo>
                    <a:pt x="462" y="181"/>
                  </a:lnTo>
                  <a:lnTo>
                    <a:pt x="421" y="101"/>
                  </a:lnTo>
                  <a:lnTo>
                    <a:pt x="361" y="41"/>
                  </a:lnTo>
                  <a:lnTo>
                    <a:pt x="301" y="21"/>
                  </a:lnTo>
                  <a:lnTo>
                    <a:pt x="24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21"/>
            <p:cNvSpPr/>
            <p:nvPr/>
          </p:nvSpPr>
          <p:spPr>
            <a:xfrm>
              <a:off x="10391825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extrusionOk="0">
                  <a:moveTo>
                    <a:pt x="943" y="0"/>
                  </a:moveTo>
                  <a:lnTo>
                    <a:pt x="822" y="20"/>
                  </a:lnTo>
                  <a:lnTo>
                    <a:pt x="682" y="40"/>
                  </a:lnTo>
                  <a:lnTo>
                    <a:pt x="562" y="81"/>
                  </a:lnTo>
                  <a:lnTo>
                    <a:pt x="441" y="141"/>
                  </a:lnTo>
                  <a:lnTo>
                    <a:pt x="341" y="221"/>
                  </a:lnTo>
                  <a:lnTo>
                    <a:pt x="241" y="301"/>
                  </a:lnTo>
                  <a:lnTo>
                    <a:pt x="161" y="401"/>
                  </a:lnTo>
                  <a:lnTo>
                    <a:pt x="100" y="522"/>
                  </a:lnTo>
                  <a:lnTo>
                    <a:pt x="40" y="642"/>
                  </a:lnTo>
                  <a:lnTo>
                    <a:pt x="0" y="802"/>
                  </a:lnTo>
                  <a:lnTo>
                    <a:pt x="0" y="963"/>
                  </a:lnTo>
                  <a:lnTo>
                    <a:pt x="0" y="11572"/>
                  </a:lnTo>
                  <a:lnTo>
                    <a:pt x="0" y="11692"/>
                  </a:lnTo>
                  <a:lnTo>
                    <a:pt x="20" y="11812"/>
                  </a:lnTo>
                  <a:lnTo>
                    <a:pt x="60" y="11933"/>
                  </a:lnTo>
                  <a:lnTo>
                    <a:pt x="100" y="12013"/>
                  </a:lnTo>
                  <a:lnTo>
                    <a:pt x="161" y="12113"/>
                  </a:lnTo>
                  <a:lnTo>
                    <a:pt x="221" y="12193"/>
                  </a:lnTo>
                  <a:lnTo>
                    <a:pt x="361" y="12334"/>
                  </a:lnTo>
                  <a:lnTo>
                    <a:pt x="542" y="12434"/>
                  </a:lnTo>
                  <a:lnTo>
                    <a:pt x="742" y="12494"/>
                  </a:lnTo>
                  <a:lnTo>
                    <a:pt x="943" y="12514"/>
                  </a:lnTo>
                  <a:lnTo>
                    <a:pt x="1143" y="12494"/>
                  </a:lnTo>
                  <a:lnTo>
                    <a:pt x="1304" y="12474"/>
                  </a:lnTo>
                  <a:lnTo>
                    <a:pt x="1444" y="12414"/>
                  </a:lnTo>
                  <a:lnTo>
                    <a:pt x="1584" y="12334"/>
                  </a:lnTo>
                  <a:lnTo>
                    <a:pt x="1705" y="12214"/>
                  </a:lnTo>
                  <a:lnTo>
                    <a:pt x="1825" y="12093"/>
                  </a:lnTo>
                  <a:lnTo>
                    <a:pt x="1885" y="11953"/>
                  </a:lnTo>
                  <a:lnTo>
                    <a:pt x="1945" y="11772"/>
                  </a:lnTo>
                  <a:lnTo>
                    <a:pt x="1966" y="11572"/>
                  </a:lnTo>
                  <a:lnTo>
                    <a:pt x="1966" y="963"/>
                  </a:lnTo>
                  <a:lnTo>
                    <a:pt x="1945" y="823"/>
                  </a:lnTo>
                  <a:lnTo>
                    <a:pt x="1925" y="702"/>
                  </a:lnTo>
                  <a:lnTo>
                    <a:pt x="1905" y="582"/>
                  </a:lnTo>
                  <a:lnTo>
                    <a:pt x="1845" y="482"/>
                  </a:lnTo>
                  <a:lnTo>
                    <a:pt x="1785" y="381"/>
                  </a:lnTo>
                  <a:lnTo>
                    <a:pt x="1725" y="301"/>
                  </a:lnTo>
                  <a:lnTo>
                    <a:pt x="1645" y="241"/>
                  </a:lnTo>
                  <a:lnTo>
                    <a:pt x="1564" y="181"/>
                  </a:lnTo>
                  <a:lnTo>
                    <a:pt x="1444" y="101"/>
                  </a:lnTo>
                  <a:lnTo>
                    <a:pt x="1324" y="60"/>
                  </a:lnTo>
                  <a:lnTo>
                    <a:pt x="1203" y="20"/>
                  </a:lnTo>
                  <a:lnTo>
                    <a:pt x="108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21"/>
            <p:cNvSpPr/>
            <p:nvPr/>
          </p:nvSpPr>
          <p:spPr>
            <a:xfrm>
              <a:off x="10287025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7" y="281"/>
                  </a:lnTo>
                  <a:lnTo>
                    <a:pt x="1826" y="421"/>
                  </a:lnTo>
                  <a:lnTo>
                    <a:pt x="1545" y="602"/>
                  </a:lnTo>
                  <a:lnTo>
                    <a:pt x="1264" y="802"/>
                  </a:lnTo>
                  <a:lnTo>
                    <a:pt x="1024" y="1023"/>
                  </a:lnTo>
                  <a:lnTo>
                    <a:pt x="803" y="1284"/>
                  </a:lnTo>
                  <a:lnTo>
                    <a:pt x="602" y="1544"/>
                  </a:lnTo>
                  <a:lnTo>
                    <a:pt x="422" y="1825"/>
                  </a:lnTo>
                  <a:lnTo>
                    <a:pt x="282" y="2146"/>
                  </a:lnTo>
                  <a:lnTo>
                    <a:pt x="161" y="2467"/>
                  </a:lnTo>
                  <a:lnTo>
                    <a:pt x="61" y="2788"/>
                  </a:lnTo>
                  <a:lnTo>
                    <a:pt x="21" y="3149"/>
                  </a:lnTo>
                  <a:lnTo>
                    <a:pt x="1" y="3490"/>
                  </a:lnTo>
                  <a:lnTo>
                    <a:pt x="21" y="3790"/>
                  </a:lnTo>
                  <a:lnTo>
                    <a:pt x="10329" y="3790"/>
                  </a:lnTo>
                  <a:lnTo>
                    <a:pt x="10349" y="3490"/>
                  </a:lnTo>
                  <a:lnTo>
                    <a:pt x="10329" y="3149"/>
                  </a:lnTo>
                  <a:lnTo>
                    <a:pt x="10269" y="2788"/>
                  </a:lnTo>
                  <a:lnTo>
                    <a:pt x="10188" y="2467"/>
                  </a:lnTo>
                  <a:lnTo>
                    <a:pt x="10068" y="2146"/>
                  </a:lnTo>
                  <a:lnTo>
                    <a:pt x="9928" y="1825"/>
                  </a:lnTo>
                  <a:lnTo>
                    <a:pt x="9747" y="1544"/>
                  </a:lnTo>
                  <a:lnTo>
                    <a:pt x="9547" y="1284"/>
                  </a:lnTo>
                  <a:lnTo>
                    <a:pt x="9326" y="1023"/>
                  </a:lnTo>
                  <a:lnTo>
                    <a:pt x="9065" y="802"/>
                  </a:lnTo>
                  <a:lnTo>
                    <a:pt x="8805" y="602"/>
                  </a:lnTo>
                  <a:lnTo>
                    <a:pt x="8524" y="421"/>
                  </a:lnTo>
                  <a:lnTo>
                    <a:pt x="8223" y="281"/>
                  </a:lnTo>
                  <a:lnTo>
                    <a:pt x="7902" y="160"/>
                  </a:lnTo>
                  <a:lnTo>
                    <a:pt x="7561" y="80"/>
                  </a:lnTo>
                  <a:lnTo>
                    <a:pt x="7220" y="20"/>
                  </a:lnTo>
                  <a:lnTo>
                    <a:pt x="685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21"/>
            <p:cNvSpPr/>
            <p:nvPr/>
          </p:nvSpPr>
          <p:spPr>
            <a:xfrm>
              <a:off x="10287025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fill="none" extrusionOk="0">
                  <a:moveTo>
                    <a:pt x="10349" y="3490"/>
                  </a:moveTo>
                  <a:lnTo>
                    <a:pt x="10349" y="3490"/>
                  </a:lnTo>
                  <a:lnTo>
                    <a:pt x="10329" y="3790"/>
                  </a:lnTo>
                  <a:lnTo>
                    <a:pt x="21" y="3790"/>
                  </a:lnTo>
                  <a:lnTo>
                    <a:pt x="21" y="3790"/>
                  </a:lnTo>
                  <a:lnTo>
                    <a:pt x="1" y="3490"/>
                  </a:lnTo>
                  <a:lnTo>
                    <a:pt x="1" y="3490"/>
                  </a:lnTo>
                  <a:lnTo>
                    <a:pt x="21" y="3149"/>
                  </a:lnTo>
                  <a:lnTo>
                    <a:pt x="61" y="2788"/>
                  </a:lnTo>
                  <a:lnTo>
                    <a:pt x="161" y="2467"/>
                  </a:lnTo>
                  <a:lnTo>
                    <a:pt x="282" y="2146"/>
                  </a:lnTo>
                  <a:lnTo>
                    <a:pt x="422" y="1825"/>
                  </a:lnTo>
                  <a:lnTo>
                    <a:pt x="602" y="1544"/>
                  </a:lnTo>
                  <a:lnTo>
                    <a:pt x="803" y="1284"/>
                  </a:lnTo>
                  <a:lnTo>
                    <a:pt x="1024" y="1023"/>
                  </a:lnTo>
                  <a:lnTo>
                    <a:pt x="1024" y="1023"/>
                  </a:lnTo>
                  <a:lnTo>
                    <a:pt x="1264" y="802"/>
                  </a:lnTo>
                  <a:lnTo>
                    <a:pt x="1545" y="602"/>
                  </a:lnTo>
                  <a:lnTo>
                    <a:pt x="1826" y="421"/>
                  </a:lnTo>
                  <a:lnTo>
                    <a:pt x="2127" y="281"/>
                  </a:lnTo>
                  <a:lnTo>
                    <a:pt x="2447" y="160"/>
                  </a:lnTo>
                  <a:lnTo>
                    <a:pt x="2788" y="80"/>
                  </a:lnTo>
                  <a:lnTo>
                    <a:pt x="3129" y="20"/>
                  </a:lnTo>
                  <a:lnTo>
                    <a:pt x="3490" y="0"/>
                  </a:lnTo>
                  <a:lnTo>
                    <a:pt x="6859" y="0"/>
                  </a:lnTo>
                  <a:lnTo>
                    <a:pt x="6859" y="0"/>
                  </a:lnTo>
                  <a:lnTo>
                    <a:pt x="7220" y="20"/>
                  </a:lnTo>
                  <a:lnTo>
                    <a:pt x="7561" y="80"/>
                  </a:lnTo>
                  <a:lnTo>
                    <a:pt x="7902" y="160"/>
                  </a:lnTo>
                  <a:lnTo>
                    <a:pt x="8223" y="281"/>
                  </a:lnTo>
                  <a:lnTo>
                    <a:pt x="8524" y="421"/>
                  </a:lnTo>
                  <a:lnTo>
                    <a:pt x="8805" y="602"/>
                  </a:lnTo>
                  <a:lnTo>
                    <a:pt x="9065" y="802"/>
                  </a:lnTo>
                  <a:lnTo>
                    <a:pt x="9326" y="1023"/>
                  </a:lnTo>
                  <a:lnTo>
                    <a:pt x="9547" y="1284"/>
                  </a:lnTo>
                  <a:lnTo>
                    <a:pt x="9747" y="1544"/>
                  </a:lnTo>
                  <a:lnTo>
                    <a:pt x="9928" y="1825"/>
                  </a:lnTo>
                  <a:lnTo>
                    <a:pt x="10068" y="2146"/>
                  </a:lnTo>
                  <a:lnTo>
                    <a:pt x="10188" y="2467"/>
                  </a:lnTo>
                  <a:lnTo>
                    <a:pt x="10269" y="2788"/>
                  </a:lnTo>
                  <a:lnTo>
                    <a:pt x="10329" y="3149"/>
                  </a:lnTo>
                  <a:lnTo>
                    <a:pt x="10349" y="34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21"/>
            <p:cNvSpPr/>
            <p:nvPr/>
          </p:nvSpPr>
          <p:spPr>
            <a:xfrm>
              <a:off x="10402850" y="4163263"/>
              <a:ext cx="18075" cy="6550"/>
            </a:xfrm>
            <a:custGeom>
              <a:avLst/>
              <a:gdLst/>
              <a:ahLst/>
              <a:cxnLst/>
              <a:rect l="l" t="t" r="r" b="b"/>
              <a:pathLst>
                <a:path w="723" h="262" fill="none" extrusionOk="0">
                  <a:moveTo>
                    <a:pt x="0" y="1"/>
                  </a:moveTo>
                  <a:lnTo>
                    <a:pt x="0" y="261"/>
                  </a:lnTo>
                  <a:lnTo>
                    <a:pt x="722" y="261"/>
                  </a:lnTo>
                  <a:lnTo>
                    <a:pt x="722" y="26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261" y="12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21"/>
            <p:cNvSpPr/>
            <p:nvPr/>
          </p:nvSpPr>
          <p:spPr>
            <a:xfrm>
              <a:off x="10478550" y="4103613"/>
              <a:ext cx="17075" cy="17575"/>
            </a:xfrm>
            <a:custGeom>
              <a:avLst/>
              <a:gdLst/>
              <a:ahLst/>
              <a:cxnLst/>
              <a:rect l="l" t="t" r="r" b="b"/>
              <a:pathLst>
                <a:path w="683" h="703" extrusionOk="0">
                  <a:moveTo>
                    <a:pt x="261" y="0"/>
                  </a:moveTo>
                  <a:lnTo>
                    <a:pt x="201" y="20"/>
                  </a:lnTo>
                  <a:lnTo>
                    <a:pt x="141" y="60"/>
                  </a:lnTo>
                  <a:lnTo>
                    <a:pt x="81" y="100"/>
                  </a:lnTo>
                  <a:lnTo>
                    <a:pt x="41" y="161"/>
                  </a:lnTo>
                  <a:lnTo>
                    <a:pt x="21" y="221"/>
                  </a:lnTo>
                  <a:lnTo>
                    <a:pt x="1" y="341"/>
                  </a:lnTo>
                  <a:lnTo>
                    <a:pt x="21" y="481"/>
                  </a:lnTo>
                  <a:lnTo>
                    <a:pt x="41" y="542"/>
                  </a:lnTo>
                  <a:lnTo>
                    <a:pt x="81" y="602"/>
                  </a:lnTo>
                  <a:lnTo>
                    <a:pt x="141" y="642"/>
                  </a:lnTo>
                  <a:lnTo>
                    <a:pt x="201" y="662"/>
                  </a:lnTo>
                  <a:lnTo>
                    <a:pt x="261" y="702"/>
                  </a:lnTo>
                  <a:lnTo>
                    <a:pt x="422" y="702"/>
                  </a:lnTo>
                  <a:lnTo>
                    <a:pt x="502" y="662"/>
                  </a:lnTo>
                  <a:lnTo>
                    <a:pt x="542" y="642"/>
                  </a:lnTo>
                  <a:lnTo>
                    <a:pt x="602" y="602"/>
                  </a:lnTo>
                  <a:lnTo>
                    <a:pt x="642" y="542"/>
                  </a:lnTo>
                  <a:lnTo>
                    <a:pt x="662" y="481"/>
                  </a:lnTo>
                  <a:lnTo>
                    <a:pt x="682" y="341"/>
                  </a:lnTo>
                  <a:lnTo>
                    <a:pt x="662" y="221"/>
                  </a:lnTo>
                  <a:lnTo>
                    <a:pt x="642" y="161"/>
                  </a:lnTo>
                  <a:lnTo>
                    <a:pt x="602" y="100"/>
                  </a:lnTo>
                  <a:lnTo>
                    <a:pt x="542" y="60"/>
                  </a:lnTo>
                  <a:lnTo>
                    <a:pt x="502" y="20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21"/>
            <p:cNvSpPr/>
            <p:nvPr/>
          </p:nvSpPr>
          <p:spPr>
            <a:xfrm>
              <a:off x="10310600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extrusionOk="0">
                  <a:moveTo>
                    <a:pt x="2567" y="0"/>
                  </a:moveTo>
                  <a:lnTo>
                    <a:pt x="2287" y="60"/>
                  </a:lnTo>
                  <a:lnTo>
                    <a:pt x="2006" y="121"/>
                  </a:lnTo>
                  <a:lnTo>
                    <a:pt x="1745" y="221"/>
                  </a:lnTo>
                  <a:lnTo>
                    <a:pt x="1504" y="341"/>
                  </a:lnTo>
                  <a:lnTo>
                    <a:pt x="1264" y="482"/>
                  </a:lnTo>
                  <a:lnTo>
                    <a:pt x="1043" y="642"/>
                  </a:lnTo>
                  <a:lnTo>
                    <a:pt x="843" y="823"/>
                  </a:lnTo>
                  <a:lnTo>
                    <a:pt x="642" y="1043"/>
                  </a:lnTo>
                  <a:lnTo>
                    <a:pt x="482" y="1244"/>
                  </a:lnTo>
                  <a:lnTo>
                    <a:pt x="341" y="1484"/>
                  </a:lnTo>
                  <a:lnTo>
                    <a:pt x="221" y="1745"/>
                  </a:lnTo>
                  <a:lnTo>
                    <a:pt x="121" y="2006"/>
                  </a:lnTo>
                  <a:lnTo>
                    <a:pt x="61" y="2266"/>
                  </a:lnTo>
                  <a:lnTo>
                    <a:pt x="20" y="2547"/>
                  </a:lnTo>
                  <a:lnTo>
                    <a:pt x="0" y="2848"/>
                  </a:lnTo>
                  <a:lnTo>
                    <a:pt x="20" y="3209"/>
                  </a:lnTo>
                  <a:lnTo>
                    <a:pt x="81" y="3570"/>
                  </a:lnTo>
                  <a:lnTo>
                    <a:pt x="201" y="3891"/>
                  </a:lnTo>
                  <a:lnTo>
                    <a:pt x="341" y="4212"/>
                  </a:lnTo>
                  <a:lnTo>
                    <a:pt x="522" y="4493"/>
                  </a:lnTo>
                  <a:lnTo>
                    <a:pt x="742" y="4773"/>
                  </a:lnTo>
                  <a:lnTo>
                    <a:pt x="983" y="5014"/>
                  </a:lnTo>
                  <a:lnTo>
                    <a:pt x="1244" y="5215"/>
                  </a:lnTo>
                  <a:lnTo>
                    <a:pt x="1424" y="5315"/>
                  </a:lnTo>
                  <a:lnTo>
                    <a:pt x="1605" y="5415"/>
                  </a:lnTo>
                  <a:lnTo>
                    <a:pt x="1805" y="5515"/>
                  </a:lnTo>
                  <a:lnTo>
                    <a:pt x="2006" y="5575"/>
                  </a:lnTo>
                  <a:lnTo>
                    <a:pt x="2206" y="5636"/>
                  </a:lnTo>
                  <a:lnTo>
                    <a:pt x="2427" y="5676"/>
                  </a:lnTo>
                  <a:lnTo>
                    <a:pt x="2627" y="5696"/>
                  </a:lnTo>
                  <a:lnTo>
                    <a:pt x="5896" y="5696"/>
                  </a:lnTo>
                  <a:lnTo>
                    <a:pt x="6177" y="5656"/>
                  </a:lnTo>
                  <a:lnTo>
                    <a:pt x="6458" y="5575"/>
                  </a:lnTo>
                  <a:lnTo>
                    <a:pt x="6719" y="5475"/>
                  </a:lnTo>
                  <a:lnTo>
                    <a:pt x="6959" y="5355"/>
                  </a:lnTo>
                  <a:lnTo>
                    <a:pt x="7200" y="5215"/>
                  </a:lnTo>
                  <a:lnTo>
                    <a:pt x="7421" y="5054"/>
                  </a:lnTo>
                  <a:lnTo>
                    <a:pt x="7621" y="4874"/>
                  </a:lnTo>
                  <a:lnTo>
                    <a:pt x="7781" y="4693"/>
                  </a:lnTo>
                  <a:lnTo>
                    <a:pt x="7942" y="4513"/>
                  </a:lnTo>
                  <a:lnTo>
                    <a:pt x="8062" y="4312"/>
                  </a:lnTo>
                  <a:lnTo>
                    <a:pt x="8183" y="4091"/>
                  </a:lnTo>
                  <a:lnTo>
                    <a:pt x="8283" y="3871"/>
                  </a:lnTo>
                  <a:lnTo>
                    <a:pt x="8343" y="3630"/>
                  </a:lnTo>
                  <a:lnTo>
                    <a:pt x="8403" y="3390"/>
                  </a:lnTo>
                  <a:lnTo>
                    <a:pt x="8443" y="3149"/>
                  </a:lnTo>
                  <a:lnTo>
                    <a:pt x="8463" y="2848"/>
                  </a:lnTo>
                  <a:lnTo>
                    <a:pt x="8443" y="2567"/>
                  </a:lnTo>
                  <a:lnTo>
                    <a:pt x="8403" y="2266"/>
                  </a:lnTo>
                  <a:lnTo>
                    <a:pt x="8323" y="2006"/>
                  </a:lnTo>
                  <a:lnTo>
                    <a:pt x="8243" y="1745"/>
                  </a:lnTo>
                  <a:lnTo>
                    <a:pt x="8122" y="1484"/>
                  </a:lnTo>
                  <a:lnTo>
                    <a:pt x="7982" y="1244"/>
                  </a:lnTo>
                  <a:lnTo>
                    <a:pt x="7802" y="1043"/>
                  </a:lnTo>
                  <a:lnTo>
                    <a:pt x="7621" y="823"/>
                  </a:lnTo>
                  <a:lnTo>
                    <a:pt x="7421" y="642"/>
                  </a:lnTo>
                  <a:lnTo>
                    <a:pt x="7200" y="482"/>
                  </a:lnTo>
                  <a:lnTo>
                    <a:pt x="6959" y="341"/>
                  </a:lnTo>
                  <a:lnTo>
                    <a:pt x="6719" y="221"/>
                  </a:lnTo>
                  <a:lnTo>
                    <a:pt x="6458" y="121"/>
                  </a:lnTo>
                  <a:lnTo>
                    <a:pt x="6177" y="60"/>
                  </a:lnTo>
                  <a:lnTo>
                    <a:pt x="58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21"/>
            <p:cNvSpPr/>
            <p:nvPr/>
          </p:nvSpPr>
          <p:spPr>
            <a:xfrm>
              <a:off x="10310600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fill="none" extrusionOk="0">
                  <a:moveTo>
                    <a:pt x="8463" y="2848"/>
                  </a:moveTo>
                  <a:lnTo>
                    <a:pt x="8463" y="2848"/>
                  </a:lnTo>
                  <a:lnTo>
                    <a:pt x="8443" y="3149"/>
                  </a:lnTo>
                  <a:lnTo>
                    <a:pt x="8443" y="3149"/>
                  </a:lnTo>
                  <a:lnTo>
                    <a:pt x="8403" y="3390"/>
                  </a:lnTo>
                  <a:lnTo>
                    <a:pt x="8343" y="3630"/>
                  </a:lnTo>
                  <a:lnTo>
                    <a:pt x="8283" y="3871"/>
                  </a:lnTo>
                  <a:lnTo>
                    <a:pt x="8183" y="4091"/>
                  </a:lnTo>
                  <a:lnTo>
                    <a:pt x="8062" y="4312"/>
                  </a:lnTo>
                  <a:lnTo>
                    <a:pt x="7942" y="4513"/>
                  </a:lnTo>
                  <a:lnTo>
                    <a:pt x="7781" y="4693"/>
                  </a:lnTo>
                  <a:lnTo>
                    <a:pt x="7621" y="4874"/>
                  </a:lnTo>
                  <a:lnTo>
                    <a:pt x="7621" y="4874"/>
                  </a:lnTo>
                  <a:lnTo>
                    <a:pt x="7421" y="5054"/>
                  </a:lnTo>
                  <a:lnTo>
                    <a:pt x="7200" y="5215"/>
                  </a:lnTo>
                  <a:lnTo>
                    <a:pt x="6959" y="5355"/>
                  </a:lnTo>
                  <a:lnTo>
                    <a:pt x="6719" y="5475"/>
                  </a:lnTo>
                  <a:lnTo>
                    <a:pt x="6458" y="5575"/>
                  </a:lnTo>
                  <a:lnTo>
                    <a:pt x="6177" y="5656"/>
                  </a:lnTo>
                  <a:lnTo>
                    <a:pt x="5896" y="5696"/>
                  </a:lnTo>
                  <a:lnTo>
                    <a:pt x="5596" y="5696"/>
                  </a:lnTo>
                  <a:lnTo>
                    <a:pt x="2848" y="5696"/>
                  </a:lnTo>
                  <a:lnTo>
                    <a:pt x="2848" y="5696"/>
                  </a:lnTo>
                  <a:lnTo>
                    <a:pt x="2627" y="5696"/>
                  </a:lnTo>
                  <a:lnTo>
                    <a:pt x="2427" y="5676"/>
                  </a:lnTo>
                  <a:lnTo>
                    <a:pt x="2206" y="5636"/>
                  </a:lnTo>
                  <a:lnTo>
                    <a:pt x="2006" y="5575"/>
                  </a:lnTo>
                  <a:lnTo>
                    <a:pt x="1805" y="5515"/>
                  </a:lnTo>
                  <a:lnTo>
                    <a:pt x="1605" y="5415"/>
                  </a:lnTo>
                  <a:lnTo>
                    <a:pt x="1424" y="5315"/>
                  </a:lnTo>
                  <a:lnTo>
                    <a:pt x="1244" y="5215"/>
                  </a:lnTo>
                  <a:lnTo>
                    <a:pt x="1244" y="5215"/>
                  </a:lnTo>
                  <a:lnTo>
                    <a:pt x="983" y="5014"/>
                  </a:lnTo>
                  <a:lnTo>
                    <a:pt x="742" y="4773"/>
                  </a:lnTo>
                  <a:lnTo>
                    <a:pt x="522" y="4493"/>
                  </a:lnTo>
                  <a:lnTo>
                    <a:pt x="341" y="4212"/>
                  </a:lnTo>
                  <a:lnTo>
                    <a:pt x="201" y="3891"/>
                  </a:lnTo>
                  <a:lnTo>
                    <a:pt x="81" y="3570"/>
                  </a:lnTo>
                  <a:lnTo>
                    <a:pt x="20" y="3209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547"/>
                  </a:lnTo>
                  <a:lnTo>
                    <a:pt x="61" y="2266"/>
                  </a:lnTo>
                  <a:lnTo>
                    <a:pt x="121" y="2006"/>
                  </a:lnTo>
                  <a:lnTo>
                    <a:pt x="221" y="1745"/>
                  </a:lnTo>
                  <a:lnTo>
                    <a:pt x="341" y="1484"/>
                  </a:lnTo>
                  <a:lnTo>
                    <a:pt x="482" y="1244"/>
                  </a:lnTo>
                  <a:lnTo>
                    <a:pt x="642" y="1043"/>
                  </a:lnTo>
                  <a:lnTo>
                    <a:pt x="843" y="823"/>
                  </a:lnTo>
                  <a:lnTo>
                    <a:pt x="843" y="823"/>
                  </a:lnTo>
                  <a:lnTo>
                    <a:pt x="1043" y="642"/>
                  </a:lnTo>
                  <a:lnTo>
                    <a:pt x="1264" y="482"/>
                  </a:lnTo>
                  <a:lnTo>
                    <a:pt x="1504" y="341"/>
                  </a:lnTo>
                  <a:lnTo>
                    <a:pt x="1745" y="221"/>
                  </a:lnTo>
                  <a:lnTo>
                    <a:pt x="2006" y="121"/>
                  </a:lnTo>
                  <a:lnTo>
                    <a:pt x="2287" y="60"/>
                  </a:lnTo>
                  <a:lnTo>
                    <a:pt x="2567" y="0"/>
                  </a:lnTo>
                  <a:lnTo>
                    <a:pt x="2848" y="0"/>
                  </a:lnTo>
                  <a:lnTo>
                    <a:pt x="5596" y="0"/>
                  </a:lnTo>
                  <a:lnTo>
                    <a:pt x="5596" y="0"/>
                  </a:lnTo>
                  <a:lnTo>
                    <a:pt x="5896" y="0"/>
                  </a:lnTo>
                  <a:lnTo>
                    <a:pt x="6177" y="60"/>
                  </a:lnTo>
                  <a:lnTo>
                    <a:pt x="6458" y="121"/>
                  </a:lnTo>
                  <a:lnTo>
                    <a:pt x="6719" y="221"/>
                  </a:lnTo>
                  <a:lnTo>
                    <a:pt x="6959" y="341"/>
                  </a:lnTo>
                  <a:lnTo>
                    <a:pt x="7200" y="482"/>
                  </a:lnTo>
                  <a:lnTo>
                    <a:pt x="7421" y="642"/>
                  </a:lnTo>
                  <a:lnTo>
                    <a:pt x="7621" y="823"/>
                  </a:lnTo>
                  <a:lnTo>
                    <a:pt x="7802" y="1043"/>
                  </a:lnTo>
                  <a:lnTo>
                    <a:pt x="7982" y="1244"/>
                  </a:lnTo>
                  <a:lnTo>
                    <a:pt x="8122" y="1484"/>
                  </a:lnTo>
                  <a:lnTo>
                    <a:pt x="8243" y="1745"/>
                  </a:lnTo>
                  <a:lnTo>
                    <a:pt x="8323" y="2006"/>
                  </a:lnTo>
                  <a:lnTo>
                    <a:pt x="8403" y="2266"/>
                  </a:lnTo>
                  <a:lnTo>
                    <a:pt x="8443" y="2567"/>
                  </a:lnTo>
                  <a:lnTo>
                    <a:pt x="8463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21"/>
            <p:cNvSpPr/>
            <p:nvPr/>
          </p:nvSpPr>
          <p:spPr>
            <a:xfrm>
              <a:off x="10310600" y="3828363"/>
              <a:ext cx="211600" cy="76225"/>
            </a:xfrm>
            <a:custGeom>
              <a:avLst/>
              <a:gdLst/>
              <a:ahLst/>
              <a:cxnLst/>
              <a:rect l="l" t="t" r="r" b="b"/>
              <a:pathLst>
                <a:path w="8464" h="3049" extrusionOk="0">
                  <a:moveTo>
                    <a:pt x="81" y="0"/>
                  </a:moveTo>
                  <a:lnTo>
                    <a:pt x="20" y="341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81" y="1404"/>
                  </a:lnTo>
                  <a:lnTo>
                    <a:pt x="201" y="1725"/>
                  </a:lnTo>
                  <a:lnTo>
                    <a:pt x="341" y="2046"/>
                  </a:lnTo>
                  <a:lnTo>
                    <a:pt x="522" y="2327"/>
                  </a:lnTo>
                  <a:lnTo>
                    <a:pt x="742" y="2607"/>
                  </a:lnTo>
                  <a:lnTo>
                    <a:pt x="983" y="2848"/>
                  </a:lnTo>
                  <a:lnTo>
                    <a:pt x="1244" y="3049"/>
                  </a:lnTo>
                  <a:lnTo>
                    <a:pt x="1364" y="2828"/>
                  </a:lnTo>
                  <a:lnTo>
                    <a:pt x="1524" y="2627"/>
                  </a:lnTo>
                  <a:lnTo>
                    <a:pt x="1705" y="2427"/>
                  </a:lnTo>
                  <a:lnTo>
                    <a:pt x="1926" y="2266"/>
                  </a:lnTo>
                  <a:lnTo>
                    <a:pt x="2146" y="2106"/>
                  </a:lnTo>
                  <a:lnTo>
                    <a:pt x="2407" y="1946"/>
                  </a:lnTo>
                  <a:lnTo>
                    <a:pt x="2668" y="1805"/>
                  </a:lnTo>
                  <a:lnTo>
                    <a:pt x="2948" y="1685"/>
                  </a:lnTo>
                  <a:lnTo>
                    <a:pt x="3229" y="1564"/>
                  </a:lnTo>
                  <a:lnTo>
                    <a:pt x="3510" y="1464"/>
                  </a:lnTo>
                  <a:lnTo>
                    <a:pt x="4071" y="1304"/>
                  </a:lnTo>
                  <a:lnTo>
                    <a:pt x="4573" y="1183"/>
                  </a:lnTo>
                  <a:lnTo>
                    <a:pt x="5034" y="1083"/>
                  </a:lnTo>
                  <a:lnTo>
                    <a:pt x="5535" y="1023"/>
                  </a:lnTo>
                  <a:lnTo>
                    <a:pt x="6057" y="963"/>
                  </a:lnTo>
                  <a:lnTo>
                    <a:pt x="6558" y="943"/>
                  </a:lnTo>
                  <a:lnTo>
                    <a:pt x="7080" y="923"/>
                  </a:lnTo>
                  <a:lnTo>
                    <a:pt x="7761" y="943"/>
                  </a:lnTo>
                  <a:lnTo>
                    <a:pt x="8443" y="983"/>
                  </a:lnTo>
                  <a:lnTo>
                    <a:pt x="8463" y="682"/>
                  </a:lnTo>
                  <a:lnTo>
                    <a:pt x="8443" y="381"/>
                  </a:lnTo>
                  <a:lnTo>
                    <a:pt x="8403" y="80"/>
                  </a:lnTo>
                  <a:lnTo>
                    <a:pt x="1023" y="80"/>
                  </a:lnTo>
                  <a:lnTo>
                    <a:pt x="702" y="6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21"/>
            <p:cNvSpPr/>
            <p:nvPr/>
          </p:nvSpPr>
          <p:spPr>
            <a:xfrm>
              <a:off x="10310600" y="3828363"/>
              <a:ext cx="211600" cy="76225"/>
            </a:xfrm>
            <a:custGeom>
              <a:avLst/>
              <a:gdLst/>
              <a:ahLst/>
              <a:cxnLst/>
              <a:rect l="l" t="t" r="r" b="b"/>
              <a:pathLst>
                <a:path w="8464" h="3049" fill="none" extrusionOk="0">
                  <a:moveTo>
                    <a:pt x="81" y="0"/>
                  </a:moveTo>
                  <a:lnTo>
                    <a:pt x="81" y="0"/>
                  </a:lnTo>
                  <a:lnTo>
                    <a:pt x="20" y="341"/>
                  </a:lnTo>
                  <a:lnTo>
                    <a:pt x="0" y="682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81" y="1404"/>
                  </a:lnTo>
                  <a:lnTo>
                    <a:pt x="201" y="1725"/>
                  </a:lnTo>
                  <a:lnTo>
                    <a:pt x="341" y="2046"/>
                  </a:lnTo>
                  <a:lnTo>
                    <a:pt x="522" y="2327"/>
                  </a:lnTo>
                  <a:lnTo>
                    <a:pt x="742" y="2607"/>
                  </a:lnTo>
                  <a:lnTo>
                    <a:pt x="983" y="2848"/>
                  </a:lnTo>
                  <a:lnTo>
                    <a:pt x="1244" y="3049"/>
                  </a:lnTo>
                  <a:lnTo>
                    <a:pt x="1244" y="3049"/>
                  </a:lnTo>
                  <a:lnTo>
                    <a:pt x="1364" y="2828"/>
                  </a:lnTo>
                  <a:lnTo>
                    <a:pt x="1524" y="2627"/>
                  </a:lnTo>
                  <a:lnTo>
                    <a:pt x="1705" y="2427"/>
                  </a:lnTo>
                  <a:lnTo>
                    <a:pt x="1926" y="2266"/>
                  </a:lnTo>
                  <a:lnTo>
                    <a:pt x="2146" y="2106"/>
                  </a:lnTo>
                  <a:lnTo>
                    <a:pt x="2407" y="1946"/>
                  </a:lnTo>
                  <a:lnTo>
                    <a:pt x="2668" y="1805"/>
                  </a:lnTo>
                  <a:lnTo>
                    <a:pt x="2948" y="1685"/>
                  </a:lnTo>
                  <a:lnTo>
                    <a:pt x="3229" y="1564"/>
                  </a:lnTo>
                  <a:lnTo>
                    <a:pt x="3510" y="1464"/>
                  </a:lnTo>
                  <a:lnTo>
                    <a:pt x="4071" y="1304"/>
                  </a:lnTo>
                  <a:lnTo>
                    <a:pt x="4573" y="1183"/>
                  </a:lnTo>
                  <a:lnTo>
                    <a:pt x="5034" y="1083"/>
                  </a:lnTo>
                  <a:lnTo>
                    <a:pt x="5034" y="1083"/>
                  </a:lnTo>
                  <a:lnTo>
                    <a:pt x="5535" y="1023"/>
                  </a:lnTo>
                  <a:lnTo>
                    <a:pt x="6057" y="963"/>
                  </a:lnTo>
                  <a:lnTo>
                    <a:pt x="6558" y="943"/>
                  </a:lnTo>
                  <a:lnTo>
                    <a:pt x="7080" y="923"/>
                  </a:lnTo>
                  <a:lnTo>
                    <a:pt x="7080" y="923"/>
                  </a:lnTo>
                  <a:lnTo>
                    <a:pt x="7761" y="943"/>
                  </a:lnTo>
                  <a:lnTo>
                    <a:pt x="8443" y="983"/>
                  </a:lnTo>
                  <a:lnTo>
                    <a:pt x="8443" y="983"/>
                  </a:lnTo>
                  <a:lnTo>
                    <a:pt x="8463" y="682"/>
                  </a:lnTo>
                  <a:lnTo>
                    <a:pt x="8463" y="682"/>
                  </a:lnTo>
                  <a:lnTo>
                    <a:pt x="8443" y="381"/>
                  </a:lnTo>
                  <a:lnTo>
                    <a:pt x="8403" y="80"/>
                  </a:lnTo>
                  <a:lnTo>
                    <a:pt x="1344" y="80"/>
                  </a:lnTo>
                  <a:lnTo>
                    <a:pt x="1344" y="80"/>
                  </a:lnTo>
                  <a:lnTo>
                    <a:pt x="1023" y="80"/>
                  </a:lnTo>
                  <a:lnTo>
                    <a:pt x="702" y="60"/>
                  </a:lnTo>
                  <a:lnTo>
                    <a:pt x="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21"/>
            <p:cNvSpPr/>
            <p:nvPr/>
          </p:nvSpPr>
          <p:spPr>
            <a:xfrm>
              <a:off x="10842050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extrusionOk="0">
                  <a:moveTo>
                    <a:pt x="923" y="0"/>
                  </a:moveTo>
                  <a:lnTo>
                    <a:pt x="722" y="40"/>
                  </a:lnTo>
                  <a:lnTo>
                    <a:pt x="542" y="101"/>
                  </a:lnTo>
                  <a:lnTo>
                    <a:pt x="361" y="201"/>
                  </a:lnTo>
                  <a:lnTo>
                    <a:pt x="221" y="341"/>
                  </a:lnTo>
                  <a:lnTo>
                    <a:pt x="161" y="421"/>
                  </a:lnTo>
                  <a:lnTo>
                    <a:pt x="100" y="502"/>
                  </a:lnTo>
                  <a:lnTo>
                    <a:pt x="60" y="602"/>
                  </a:lnTo>
                  <a:lnTo>
                    <a:pt x="40" y="722"/>
                  </a:lnTo>
                  <a:lnTo>
                    <a:pt x="20" y="823"/>
                  </a:lnTo>
                  <a:lnTo>
                    <a:pt x="0" y="963"/>
                  </a:lnTo>
                  <a:lnTo>
                    <a:pt x="0" y="11572"/>
                  </a:lnTo>
                  <a:lnTo>
                    <a:pt x="20" y="11712"/>
                  </a:lnTo>
                  <a:lnTo>
                    <a:pt x="40" y="11832"/>
                  </a:lnTo>
                  <a:lnTo>
                    <a:pt x="80" y="11953"/>
                  </a:lnTo>
                  <a:lnTo>
                    <a:pt x="120" y="12053"/>
                  </a:lnTo>
                  <a:lnTo>
                    <a:pt x="181" y="12153"/>
                  </a:lnTo>
                  <a:lnTo>
                    <a:pt x="261" y="12234"/>
                  </a:lnTo>
                  <a:lnTo>
                    <a:pt x="341" y="12314"/>
                  </a:lnTo>
                  <a:lnTo>
                    <a:pt x="441" y="12374"/>
                  </a:lnTo>
                  <a:lnTo>
                    <a:pt x="522" y="12414"/>
                  </a:lnTo>
                  <a:lnTo>
                    <a:pt x="642" y="12454"/>
                  </a:lnTo>
                  <a:lnTo>
                    <a:pt x="842" y="12514"/>
                  </a:lnTo>
                  <a:lnTo>
                    <a:pt x="1063" y="12514"/>
                  </a:lnTo>
                  <a:lnTo>
                    <a:pt x="1284" y="12474"/>
                  </a:lnTo>
                  <a:lnTo>
                    <a:pt x="1424" y="12434"/>
                  </a:lnTo>
                  <a:lnTo>
                    <a:pt x="1544" y="12354"/>
                  </a:lnTo>
                  <a:lnTo>
                    <a:pt x="1665" y="12274"/>
                  </a:lnTo>
                  <a:lnTo>
                    <a:pt x="1765" y="12173"/>
                  </a:lnTo>
                  <a:lnTo>
                    <a:pt x="1845" y="12053"/>
                  </a:lnTo>
                  <a:lnTo>
                    <a:pt x="1905" y="11913"/>
                  </a:lnTo>
                  <a:lnTo>
                    <a:pt x="1945" y="11752"/>
                  </a:lnTo>
                  <a:lnTo>
                    <a:pt x="1965" y="11572"/>
                  </a:lnTo>
                  <a:lnTo>
                    <a:pt x="1965" y="963"/>
                  </a:lnTo>
                  <a:lnTo>
                    <a:pt x="1945" y="742"/>
                  </a:lnTo>
                  <a:lnTo>
                    <a:pt x="1905" y="582"/>
                  </a:lnTo>
                  <a:lnTo>
                    <a:pt x="1825" y="421"/>
                  </a:lnTo>
                  <a:lnTo>
                    <a:pt x="1705" y="281"/>
                  </a:lnTo>
                  <a:lnTo>
                    <a:pt x="1584" y="181"/>
                  </a:lnTo>
                  <a:lnTo>
                    <a:pt x="1444" y="101"/>
                  </a:lnTo>
                  <a:lnTo>
                    <a:pt x="1284" y="40"/>
                  </a:lnTo>
                  <a:lnTo>
                    <a:pt x="1123" y="20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21"/>
            <p:cNvSpPr/>
            <p:nvPr/>
          </p:nvSpPr>
          <p:spPr>
            <a:xfrm>
              <a:off x="10842050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fill="none" extrusionOk="0">
                  <a:moveTo>
                    <a:pt x="1965" y="963"/>
                  </a:moveTo>
                  <a:lnTo>
                    <a:pt x="1965" y="11572"/>
                  </a:lnTo>
                  <a:lnTo>
                    <a:pt x="1965" y="11572"/>
                  </a:lnTo>
                  <a:lnTo>
                    <a:pt x="1945" y="11752"/>
                  </a:lnTo>
                  <a:lnTo>
                    <a:pt x="1905" y="11913"/>
                  </a:lnTo>
                  <a:lnTo>
                    <a:pt x="1845" y="12053"/>
                  </a:lnTo>
                  <a:lnTo>
                    <a:pt x="1765" y="12173"/>
                  </a:lnTo>
                  <a:lnTo>
                    <a:pt x="1665" y="12274"/>
                  </a:lnTo>
                  <a:lnTo>
                    <a:pt x="1544" y="12354"/>
                  </a:lnTo>
                  <a:lnTo>
                    <a:pt x="1424" y="12434"/>
                  </a:lnTo>
                  <a:lnTo>
                    <a:pt x="1284" y="12474"/>
                  </a:lnTo>
                  <a:lnTo>
                    <a:pt x="1284" y="12474"/>
                  </a:lnTo>
                  <a:lnTo>
                    <a:pt x="1063" y="12514"/>
                  </a:lnTo>
                  <a:lnTo>
                    <a:pt x="842" y="12514"/>
                  </a:lnTo>
                  <a:lnTo>
                    <a:pt x="642" y="12454"/>
                  </a:lnTo>
                  <a:lnTo>
                    <a:pt x="522" y="12414"/>
                  </a:lnTo>
                  <a:lnTo>
                    <a:pt x="441" y="12374"/>
                  </a:lnTo>
                  <a:lnTo>
                    <a:pt x="341" y="12314"/>
                  </a:lnTo>
                  <a:lnTo>
                    <a:pt x="261" y="12234"/>
                  </a:lnTo>
                  <a:lnTo>
                    <a:pt x="181" y="12153"/>
                  </a:lnTo>
                  <a:lnTo>
                    <a:pt x="120" y="12053"/>
                  </a:lnTo>
                  <a:lnTo>
                    <a:pt x="80" y="11953"/>
                  </a:lnTo>
                  <a:lnTo>
                    <a:pt x="40" y="11832"/>
                  </a:lnTo>
                  <a:lnTo>
                    <a:pt x="20" y="11712"/>
                  </a:lnTo>
                  <a:lnTo>
                    <a:pt x="0" y="11572"/>
                  </a:lnTo>
                  <a:lnTo>
                    <a:pt x="0" y="963"/>
                  </a:lnTo>
                  <a:lnTo>
                    <a:pt x="0" y="963"/>
                  </a:lnTo>
                  <a:lnTo>
                    <a:pt x="20" y="823"/>
                  </a:lnTo>
                  <a:lnTo>
                    <a:pt x="40" y="722"/>
                  </a:lnTo>
                  <a:lnTo>
                    <a:pt x="60" y="602"/>
                  </a:lnTo>
                  <a:lnTo>
                    <a:pt x="100" y="502"/>
                  </a:lnTo>
                  <a:lnTo>
                    <a:pt x="161" y="421"/>
                  </a:lnTo>
                  <a:lnTo>
                    <a:pt x="221" y="341"/>
                  </a:lnTo>
                  <a:lnTo>
                    <a:pt x="361" y="201"/>
                  </a:lnTo>
                  <a:lnTo>
                    <a:pt x="542" y="101"/>
                  </a:lnTo>
                  <a:lnTo>
                    <a:pt x="722" y="40"/>
                  </a:lnTo>
                  <a:lnTo>
                    <a:pt x="923" y="0"/>
                  </a:lnTo>
                  <a:lnTo>
                    <a:pt x="1123" y="20"/>
                  </a:lnTo>
                  <a:lnTo>
                    <a:pt x="1123" y="20"/>
                  </a:lnTo>
                  <a:lnTo>
                    <a:pt x="1284" y="40"/>
                  </a:lnTo>
                  <a:lnTo>
                    <a:pt x="1444" y="101"/>
                  </a:lnTo>
                  <a:lnTo>
                    <a:pt x="1584" y="181"/>
                  </a:lnTo>
                  <a:lnTo>
                    <a:pt x="1705" y="281"/>
                  </a:lnTo>
                  <a:lnTo>
                    <a:pt x="1825" y="421"/>
                  </a:lnTo>
                  <a:lnTo>
                    <a:pt x="1905" y="582"/>
                  </a:lnTo>
                  <a:lnTo>
                    <a:pt x="1945" y="742"/>
                  </a:lnTo>
                  <a:lnTo>
                    <a:pt x="1965" y="96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21"/>
            <p:cNvSpPr/>
            <p:nvPr/>
          </p:nvSpPr>
          <p:spPr>
            <a:xfrm>
              <a:off x="10842050" y="3916588"/>
              <a:ext cx="25575" cy="158475"/>
            </a:xfrm>
            <a:custGeom>
              <a:avLst/>
              <a:gdLst/>
              <a:ahLst/>
              <a:cxnLst/>
              <a:rect l="l" t="t" r="r" b="b"/>
              <a:pathLst>
                <a:path w="1023" h="6339" extrusionOk="0">
                  <a:moveTo>
                    <a:pt x="0" y="1"/>
                  </a:moveTo>
                  <a:lnTo>
                    <a:pt x="0" y="6338"/>
                  </a:lnTo>
                  <a:lnTo>
                    <a:pt x="1023" y="6338"/>
                  </a:lnTo>
                  <a:lnTo>
                    <a:pt x="963" y="4754"/>
                  </a:lnTo>
                  <a:lnTo>
                    <a:pt x="943" y="3169"/>
                  </a:lnTo>
                  <a:lnTo>
                    <a:pt x="943" y="1585"/>
                  </a:lnTo>
                  <a:lnTo>
                    <a:pt x="9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21"/>
            <p:cNvSpPr/>
            <p:nvPr/>
          </p:nvSpPr>
          <p:spPr>
            <a:xfrm>
              <a:off x="10732750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10328" y="3790"/>
                  </a:lnTo>
                  <a:lnTo>
                    <a:pt x="10348" y="3490"/>
                  </a:lnTo>
                  <a:lnTo>
                    <a:pt x="10328" y="3149"/>
                  </a:lnTo>
                  <a:lnTo>
                    <a:pt x="10268" y="2788"/>
                  </a:lnTo>
                  <a:lnTo>
                    <a:pt x="10188" y="2467"/>
                  </a:lnTo>
                  <a:lnTo>
                    <a:pt x="10068" y="2146"/>
                  </a:lnTo>
                  <a:lnTo>
                    <a:pt x="9927" y="1825"/>
                  </a:lnTo>
                  <a:lnTo>
                    <a:pt x="9747" y="1544"/>
                  </a:lnTo>
                  <a:lnTo>
                    <a:pt x="9546" y="1284"/>
                  </a:lnTo>
                  <a:lnTo>
                    <a:pt x="9326" y="1023"/>
                  </a:lnTo>
                  <a:lnTo>
                    <a:pt x="9085" y="802"/>
                  </a:lnTo>
                  <a:lnTo>
                    <a:pt x="8804" y="602"/>
                  </a:lnTo>
                  <a:lnTo>
                    <a:pt x="8523" y="421"/>
                  </a:lnTo>
                  <a:lnTo>
                    <a:pt x="8223" y="281"/>
                  </a:lnTo>
                  <a:lnTo>
                    <a:pt x="7902" y="160"/>
                  </a:lnTo>
                  <a:lnTo>
                    <a:pt x="7561" y="80"/>
                  </a:lnTo>
                  <a:lnTo>
                    <a:pt x="7220" y="20"/>
                  </a:lnTo>
                  <a:lnTo>
                    <a:pt x="685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5383;p21"/>
            <p:cNvSpPr/>
            <p:nvPr/>
          </p:nvSpPr>
          <p:spPr>
            <a:xfrm>
              <a:off x="10732750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fill="none" extrusionOk="0">
                  <a:moveTo>
                    <a:pt x="10348" y="3490"/>
                  </a:moveTo>
                  <a:lnTo>
                    <a:pt x="10348" y="3490"/>
                  </a:lnTo>
                  <a:lnTo>
                    <a:pt x="10328" y="3790"/>
                  </a:lnTo>
                  <a:lnTo>
                    <a:pt x="20" y="3790"/>
                  </a:lnTo>
                  <a:lnTo>
                    <a:pt x="20" y="3790"/>
                  </a:lnTo>
                  <a:lnTo>
                    <a:pt x="0" y="3490"/>
                  </a:lnTo>
                  <a:lnTo>
                    <a:pt x="0" y="3490"/>
                  </a:lnTo>
                  <a:lnTo>
                    <a:pt x="20" y="3149"/>
                  </a:lnTo>
                  <a:lnTo>
                    <a:pt x="80" y="2788"/>
                  </a:lnTo>
                  <a:lnTo>
                    <a:pt x="161" y="2467"/>
                  </a:lnTo>
                  <a:lnTo>
                    <a:pt x="281" y="2146"/>
                  </a:lnTo>
                  <a:lnTo>
                    <a:pt x="421" y="1825"/>
                  </a:lnTo>
                  <a:lnTo>
                    <a:pt x="602" y="1544"/>
                  </a:lnTo>
                  <a:lnTo>
                    <a:pt x="802" y="1284"/>
                  </a:lnTo>
                  <a:lnTo>
                    <a:pt x="1023" y="1023"/>
                  </a:lnTo>
                  <a:lnTo>
                    <a:pt x="1023" y="1023"/>
                  </a:lnTo>
                  <a:lnTo>
                    <a:pt x="1264" y="802"/>
                  </a:lnTo>
                  <a:lnTo>
                    <a:pt x="1544" y="602"/>
                  </a:lnTo>
                  <a:lnTo>
                    <a:pt x="1825" y="421"/>
                  </a:lnTo>
                  <a:lnTo>
                    <a:pt x="2126" y="281"/>
                  </a:lnTo>
                  <a:lnTo>
                    <a:pt x="2447" y="160"/>
                  </a:lnTo>
                  <a:lnTo>
                    <a:pt x="2788" y="80"/>
                  </a:lnTo>
                  <a:lnTo>
                    <a:pt x="3129" y="20"/>
                  </a:lnTo>
                  <a:lnTo>
                    <a:pt x="3490" y="0"/>
                  </a:lnTo>
                  <a:lnTo>
                    <a:pt x="6859" y="0"/>
                  </a:lnTo>
                  <a:lnTo>
                    <a:pt x="6859" y="0"/>
                  </a:lnTo>
                  <a:lnTo>
                    <a:pt x="7220" y="20"/>
                  </a:lnTo>
                  <a:lnTo>
                    <a:pt x="7561" y="80"/>
                  </a:lnTo>
                  <a:lnTo>
                    <a:pt x="7902" y="160"/>
                  </a:lnTo>
                  <a:lnTo>
                    <a:pt x="8223" y="281"/>
                  </a:lnTo>
                  <a:lnTo>
                    <a:pt x="8523" y="421"/>
                  </a:lnTo>
                  <a:lnTo>
                    <a:pt x="8804" y="602"/>
                  </a:lnTo>
                  <a:lnTo>
                    <a:pt x="9085" y="802"/>
                  </a:lnTo>
                  <a:lnTo>
                    <a:pt x="9326" y="1023"/>
                  </a:lnTo>
                  <a:lnTo>
                    <a:pt x="9546" y="1284"/>
                  </a:lnTo>
                  <a:lnTo>
                    <a:pt x="9747" y="1544"/>
                  </a:lnTo>
                  <a:lnTo>
                    <a:pt x="9927" y="1825"/>
                  </a:lnTo>
                  <a:lnTo>
                    <a:pt x="10068" y="2146"/>
                  </a:lnTo>
                  <a:lnTo>
                    <a:pt x="10188" y="2467"/>
                  </a:lnTo>
                  <a:lnTo>
                    <a:pt x="10268" y="2788"/>
                  </a:lnTo>
                  <a:lnTo>
                    <a:pt x="10328" y="3149"/>
                  </a:lnTo>
                  <a:lnTo>
                    <a:pt x="10348" y="34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5384;p21"/>
            <p:cNvSpPr/>
            <p:nvPr/>
          </p:nvSpPr>
          <p:spPr>
            <a:xfrm>
              <a:off x="10732750" y="4075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21"/>
            <p:cNvSpPr/>
            <p:nvPr/>
          </p:nvSpPr>
          <p:spPr>
            <a:xfrm>
              <a:off x="10732750" y="4075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fill="none" extrusionOk="0">
                  <a:moveTo>
                    <a:pt x="5495" y="0"/>
                  </a:moveTo>
                  <a:lnTo>
                    <a:pt x="5395" y="0"/>
                  </a:lnTo>
                  <a:lnTo>
                    <a:pt x="4372" y="0"/>
                  </a:lnTo>
                  <a:lnTo>
                    <a:pt x="3490" y="0"/>
                  </a:lnTo>
                  <a:lnTo>
                    <a:pt x="3490" y="0"/>
                  </a:ln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21"/>
            <p:cNvSpPr/>
            <p:nvPr/>
          </p:nvSpPr>
          <p:spPr>
            <a:xfrm>
              <a:off x="10928275" y="4096088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61" y="0"/>
                  </a:moveTo>
                  <a:lnTo>
                    <a:pt x="261" y="20"/>
                  </a:lnTo>
                  <a:lnTo>
                    <a:pt x="181" y="61"/>
                  </a:lnTo>
                  <a:lnTo>
                    <a:pt x="81" y="141"/>
                  </a:lnTo>
                  <a:lnTo>
                    <a:pt x="21" y="261"/>
                  </a:lnTo>
                  <a:lnTo>
                    <a:pt x="0" y="381"/>
                  </a:lnTo>
                  <a:lnTo>
                    <a:pt x="21" y="502"/>
                  </a:lnTo>
                  <a:lnTo>
                    <a:pt x="61" y="602"/>
                  </a:lnTo>
                  <a:lnTo>
                    <a:pt x="121" y="682"/>
                  </a:lnTo>
                  <a:lnTo>
                    <a:pt x="241" y="742"/>
                  </a:lnTo>
                  <a:lnTo>
                    <a:pt x="301" y="762"/>
                  </a:lnTo>
                  <a:lnTo>
                    <a:pt x="361" y="762"/>
                  </a:lnTo>
                  <a:lnTo>
                    <a:pt x="502" y="742"/>
                  </a:lnTo>
                  <a:lnTo>
                    <a:pt x="602" y="682"/>
                  </a:lnTo>
                  <a:lnTo>
                    <a:pt x="682" y="602"/>
                  </a:lnTo>
                  <a:lnTo>
                    <a:pt x="722" y="502"/>
                  </a:lnTo>
                  <a:lnTo>
                    <a:pt x="742" y="381"/>
                  </a:lnTo>
                  <a:lnTo>
                    <a:pt x="722" y="261"/>
                  </a:lnTo>
                  <a:lnTo>
                    <a:pt x="662" y="141"/>
                  </a:lnTo>
                  <a:lnTo>
                    <a:pt x="562" y="61"/>
                  </a:lnTo>
                  <a:lnTo>
                    <a:pt x="462" y="2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21"/>
            <p:cNvSpPr/>
            <p:nvPr/>
          </p:nvSpPr>
          <p:spPr>
            <a:xfrm>
              <a:off x="10760825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extrusionOk="0">
                  <a:moveTo>
                    <a:pt x="2567" y="0"/>
                  </a:moveTo>
                  <a:lnTo>
                    <a:pt x="2286" y="60"/>
                  </a:lnTo>
                  <a:lnTo>
                    <a:pt x="2006" y="121"/>
                  </a:lnTo>
                  <a:lnTo>
                    <a:pt x="1745" y="221"/>
                  </a:lnTo>
                  <a:lnTo>
                    <a:pt x="1504" y="341"/>
                  </a:lnTo>
                  <a:lnTo>
                    <a:pt x="1264" y="482"/>
                  </a:lnTo>
                  <a:lnTo>
                    <a:pt x="1043" y="642"/>
                  </a:lnTo>
                  <a:lnTo>
                    <a:pt x="843" y="823"/>
                  </a:lnTo>
                  <a:lnTo>
                    <a:pt x="662" y="1043"/>
                  </a:lnTo>
                  <a:lnTo>
                    <a:pt x="502" y="1244"/>
                  </a:lnTo>
                  <a:lnTo>
                    <a:pt x="341" y="1484"/>
                  </a:lnTo>
                  <a:lnTo>
                    <a:pt x="221" y="1745"/>
                  </a:lnTo>
                  <a:lnTo>
                    <a:pt x="141" y="2006"/>
                  </a:lnTo>
                  <a:lnTo>
                    <a:pt x="60" y="2266"/>
                  </a:lnTo>
                  <a:lnTo>
                    <a:pt x="20" y="2547"/>
                  </a:lnTo>
                  <a:lnTo>
                    <a:pt x="0" y="2848"/>
                  </a:lnTo>
                  <a:lnTo>
                    <a:pt x="20" y="3209"/>
                  </a:lnTo>
                  <a:lnTo>
                    <a:pt x="101" y="3550"/>
                  </a:lnTo>
                  <a:lnTo>
                    <a:pt x="201" y="3871"/>
                  </a:lnTo>
                  <a:lnTo>
                    <a:pt x="341" y="4192"/>
                  </a:lnTo>
                  <a:lnTo>
                    <a:pt x="522" y="4472"/>
                  </a:lnTo>
                  <a:lnTo>
                    <a:pt x="722" y="4753"/>
                  </a:lnTo>
                  <a:lnTo>
                    <a:pt x="963" y="4974"/>
                  </a:lnTo>
                  <a:lnTo>
                    <a:pt x="1224" y="5194"/>
                  </a:lnTo>
                  <a:lnTo>
                    <a:pt x="1404" y="5315"/>
                  </a:lnTo>
                  <a:lnTo>
                    <a:pt x="1605" y="5415"/>
                  </a:lnTo>
                  <a:lnTo>
                    <a:pt x="1785" y="5495"/>
                  </a:lnTo>
                  <a:lnTo>
                    <a:pt x="1986" y="5575"/>
                  </a:lnTo>
                  <a:lnTo>
                    <a:pt x="2206" y="5636"/>
                  </a:lnTo>
                  <a:lnTo>
                    <a:pt x="2407" y="5676"/>
                  </a:lnTo>
                  <a:lnTo>
                    <a:pt x="2627" y="5696"/>
                  </a:lnTo>
                  <a:lnTo>
                    <a:pt x="5896" y="5696"/>
                  </a:lnTo>
                  <a:lnTo>
                    <a:pt x="6197" y="5656"/>
                  </a:lnTo>
                  <a:lnTo>
                    <a:pt x="6458" y="5575"/>
                  </a:lnTo>
                  <a:lnTo>
                    <a:pt x="6719" y="5475"/>
                  </a:lnTo>
                  <a:lnTo>
                    <a:pt x="6979" y="5355"/>
                  </a:lnTo>
                  <a:lnTo>
                    <a:pt x="7200" y="5215"/>
                  </a:lnTo>
                  <a:lnTo>
                    <a:pt x="7420" y="5054"/>
                  </a:lnTo>
                  <a:lnTo>
                    <a:pt x="7621" y="4874"/>
                  </a:lnTo>
                  <a:lnTo>
                    <a:pt x="7781" y="4713"/>
                  </a:lnTo>
                  <a:lnTo>
                    <a:pt x="7922" y="4533"/>
                  </a:lnTo>
                  <a:lnTo>
                    <a:pt x="8042" y="4352"/>
                  </a:lnTo>
                  <a:lnTo>
                    <a:pt x="8142" y="4152"/>
                  </a:lnTo>
                  <a:lnTo>
                    <a:pt x="8243" y="3951"/>
                  </a:lnTo>
                  <a:lnTo>
                    <a:pt x="8323" y="3751"/>
                  </a:lnTo>
                  <a:lnTo>
                    <a:pt x="8383" y="3530"/>
                  </a:lnTo>
                  <a:lnTo>
                    <a:pt x="8423" y="3309"/>
                  </a:lnTo>
                  <a:lnTo>
                    <a:pt x="8463" y="3069"/>
                  </a:lnTo>
                  <a:lnTo>
                    <a:pt x="8463" y="2848"/>
                  </a:lnTo>
                  <a:lnTo>
                    <a:pt x="8443" y="2567"/>
                  </a:lnTo>
                  <a:lnTo>
                    <a:pt x="8403" y="2266"/>
                  </a:lnTo>
                  <a:lnTo>
                    <a:pt x="8343" y="2006"/>
                  </a:lnTo>
                  <a:lnTo>
                    <a:pt x="8243" y="1745"/>
                  </a:lnTo>
                  <a:lnTo>
                    <a:pt x="8122" y="1484"/>
                  </a:lnTo>
                  <a:lnTo>
                    <a:pt x="7982" y="1244"/>
                  </a:lnTo>
                  <a:lnTo>
                    <a:pt x="7822" y="1043"/>
                  </a:lnTo>
                  <a:lnTo>
                    <a:pt x="7641" y="823"/>
                  </a:lnTo>
                  <a:lnTo>
                    <a:pt x="7420" y="642"/>
                  </a:lnTo>
                  <a:lnTo>
                    <a:pt x="7200" y="482"/>
                  </a:lnTo>
                  <a:lnTo>
                    <a:pt x="6979" y="341"/>
                  </a:lnTo>
                  <a:lnTo>
                    <a:pt x="6719" y="221"/>
                  </a:lnTo>
                  <a:lnTo>
                    <a:pt x="6458" y="121"/>
                  </a:lnTo>
                  <a:lnTo>
                    <a:pt x="6197" y="60"/>
                  </a:lnTo>
                  <a:lnTo>
                    <a:pt x="58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21"/>
            <p:cNvSpPr/>
            <p:nvPr/>
          </p:nvSpPr>
          <p:spPr>
            <a:xfrm>
              <a:off x="10760825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fill="none" extrusionOk="0">
                  <a:moveTo>
                    <a:pt x="8463" y="2848"/>
                  </a:moveTo>
                  <a:lnTo>
                    <a:pt x="8463" y="2848"/>
                  </a:lnTo>
                  <a:lnTo>
                    <a:pt x="8463" y="3069"/>
                  </a:lnTo>
                  <a:lnTo>
                    <a:pt x="8423" y="3309"/>
                  </a:lnTo>
                  <a:lnTo>
                    <a:pt x="8423" y="3309"/>
                  </a:lnTo>
                  <a:lnTo>
                    <a:pt x="8383" y="3530"/>
                  </a:lnTo>
                  <a:lnTo>
                    <a:pt x="8323" y="3751"/>
                  </a:lnTo>
                  <a:lnTo>
                    <a:pt x="8243" y="3951"/>
                  </a:lnTo>
                  <a:lnTo>
                    <a:pt x="8142" y="4152"/>
                  </a:lnTo>
                  <a:lnTo>
                    <a:pt x="8042" y="4352"/>
                  </a:lnTo>
                  <a:lnTo>
                    <a:pt x="7922" y="4533"/>
                  </a:lnTo>
                  <a:lnTo>
                    <a:pt x="7781" y="4713"/>
                  </a:lnTo>
                  <a:lnTo>
                    <a:pt x="7621" y="4874"/>
                  </a:lnTo>
                  <a:lnTo>
                    <a:pt x="7621" y="4874"/>
                  </a:lnTo>
                  <a:lnTo>
                    <a:pt x="7420" y="5054"/>
                  </a:lnTo>
                  <a:lnTo>
                    <a:pt x="7200" y="5215"/>
                  </a:lnTo>
                  <a:lnTo>
                    <a:pt x="6979" y="5355"/>
                  </a:lnTo>
                  <a:lnTo>
                    <a:pt x="6719" y="5475"/>
                  </a:lnTo>
                  <a:lnTo>
                    <a:pt x="6458" y="5575"/>
                  </a:lnTo>
                  <a:lnTo>
                    <a:pt x="6197" y="5656"/>
                  </a:lnTo>
                  <a:lnTo>
                    <a:pt x="5896" y="5696"/>
                  </a:lnTo>
                  <a:lnTo>
                    <a:pt x="5616" y="5696"/>
                  </a:lnTo>
                  <a:lnTo>
                    <a:pt x="2868" y="5696"/>
                  </a:lnTo>
                  <a:lnTo>
                    <a:pt x="2868" y="5696"/>
                  </a:lnTo>
                  <a:lnTo>
                    <a:pt x="2627" y="5696"/>
                  </a:lnTo>
                  <a:lnTo>
                    <a:pt x="2407" y="5676"/>
                  </a:lnTo>
                  <a:lnTo>
                    <a:pt x="2206" y="5636"/>
                  </a:lnTo>
                  <a:lnTo>
                    <a:pt x="1986" y="5575"/>
                  </a:lnTo>
                  <a:lnTo>
                    <a:pt x="1785" y="5495"/>
                  </a:lnTo>
                  <a:lnTo>
                    <a:pt x="1605" y="5415"/>
                  </a:lnTo>
                  <a:lnTo>
                    <a:pt x="1404" y="5315"/>
                  </a:lnTo>
                  <a:lnTo>
                    <a:pt x="1224" y="5194"/>
                  </a:lnTo>
                  <a:lnTo>
                    <a:pt x="1224" y="5194"/>
                  </a:lnTo>
                  <a:lnTo>
                    <a:pt x="963" y="4974"/>
                  </a:lnTo>
                  <a:lnTo>
                    <a:pt x="722" y="4753"/>
                  </a:lnTo>
                  <a:lnTo>
                    <a:pt x="522" y="4472"/>
                  </a:lnTo>
                  <a:lnTo>
                    <a:pt x="341" y="4192"/>
                  </a:lnTo>
                  <a:lnTo>
                    <a:pt x="201" y="3871"/>
                  </a:lnTo>
                  <a:lnTo>
                    <a:pt x="101" y="3550"/>
                  </a:lnTo>
                  <a:lnTo>
                    <a:pt x="20" y="3209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547"/>
                  </a:lnTo>
                  <a:lnTo>
                    <a:pt x="60" y="2266"/>
                  </a:lnTo>
                  <a:lnTo>
                    <a:pt x="141" y="2006"/>
                  </a:lnTo>
                  <a:lnTo>
                    <a:pt x="221" y="1745"/>
                  </a:lnTo>
                  <a:lnTo>
                    <a:pt x="341" y="1484"/>
                  </a:lnTo>
                  <a:lnTo>
                    <a:pt x="502" y="1244"/>
                  </a:lnTo>
                  <a:lnTo>
                    <a:pt x="662" y="1043"/>
                  </a:lnTo>
                  <a:lnTo>
                    <a:pt x="843" y="823"/>
                  </a:lnTo>
                  <a:lnTo>
                    <a:pt x="843" y="823"/>
                  </a:lnTo>
                  <a:lnTo>
                    <a:pt x="1043" y="642"/>
                  </a:lnTo>
                  <a:lnTo>
                    <a:pt x="1264" y="482"/>
                  </a:lnTo>
                  <a:lnTo>
                    <a:pt x="1504" y="341"/>
                  </a:lnTo>
                  <a:lnTo>
                    <a:pt x="1745" y="221"/>
                  </a:lnTo>
                  <a:lnTo>
                    <a:pt x="2006" y="121"/>
                  </a:lnTo>
                  <a:lnTo>
                    <a:pt x="2286" y="60"/>
                  </a:lnTo>
                  <a:lnTo>
                    <a:pt x="2567" y="0"/>
                  </a:lnTo>
                  <a:lnTo>
                    <a:pt x="2868" y="0"/>
                  </a:lnTo>
                  <a:lnTo>
                    <a:pt x="5616" y="0"/>
                  </a:lnTo>
                  <a:lnTo>
                    <a:pt x="5616" y="0"/>
                  </a:lnTo>
                  <a:lnTo>
                    <a:pt x="5896" y="0"/>
                  </a:lnTo>
                  <a:lnTo>
                    <a:pt x="6197" y="60"/>
                  </a:lnTo>
                  <a:lnTo>
                    <a:pt x="6458" y="121"/>
                  </a:lnTo>
                  <a:lnTo>
                    <a:pt x="6719" y="221"/>
                  </a:lnTo>
                  <a:lnTo>
                    <a:pt x="6979" y="341"/>
                  </a:lnTo>
                  <a:lnTo>
                    <a:pt x="7200" y="482"/>
                  </a:lnTo>
                  <a:lnTo>
                    <a:pt x="7420" y="642"/>
                  </a:lnTo>
                  <a:lnTo>
                    <a:pt x="7641" y="823"/>
                  </a:lnTo>
                  <a:lnTo>
                    <a:pt x="7822" y="1043"/>
                  </a:lnTo>
                  <a:lnTo>
                    <a:pt x="7982" y="1244"/>
                  </a:lnTo>
                  <a:lnTo>
                    <a:pt x="8122" y="1484"/>
                  </a:lnTo>
                  <a:lnTo>
                    <a:pt x="8243" y="1745"/>
                  </a:lnTo>
                  <a:lnTo>
                    <a:pt x="8343" y="2006"/>
                  </a:lnTo>
                  <a:lnTo>
                    <a:pt x="8403" y="2266"/>
                  </a:lnTo>
                  <a:lnTo>
                    <a:pt x="8443" y="2567"/>
                  </a:lnTo>
                  <a:lnTo>
                    <a:pt x="8463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21"/>
            <p:cNvSpPr/>
            <p:nvPr/>
          </p:nvSpPr>
          <p:spPr>
            <a:xfrm>
              <a:off x="10760825" y="3828363"/>
              <a:ext cx="211600" cy="75725"/>
            </a:xfrm>
            <a:custGeom>
              <a:avLst/>
              <a:gdLst/>
              <a:ahLst/>
              <a:cxnLst/>
              <a:rect l="l" t="t" r="r" b="b"/>
              <a:pathLst>
                <a:path w="8464" h="3029" extrusionOk="0">
                  <a:moveTo>
                    <a:pt x="8383" y="0"/>
                  </a:moveTo>
                  <a:lnTo>
                    <a:pt x="7761" y="60"/>
                  </a:lnTo>
                  <a:lnTo>
                    <a:pt x="7140" y="80"/>
                  </a:lnTo>
                  <a:lnTo>
                    <a:pt x="60" y="80"/>
                  </a:lnTo>
                  <a:lnTo>
                    <a:pt x="20" y="381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101" y="1384"/>
                  </a:lnTo>
                  <a:lnTo>
                    <a:pt x="201" y="1705"/>
                  </a:lnTo>
                  <a:lnTo>
                    <a:pt x="341" y="2026"/>
                  </a:lnTo>
                  <a:lnTo>
                    <a:pt x="522" y="2306"/>
                  </a:lnTo>
                  <a:lnTo>
                    <a:pt x="722" y="2587"/>
                  </a:lnTo>
                  <a:lnTo>
                    <a:pt x="963" y="2808"/>
                  </a:lnTo>
                  <a:lnTo>
                    <a:pt x="1224" y="3028"/>
                  </a:lnTo>
                  <a:lnTo>
                    <a:pt x="1304" y="2828"/>
                  </a:lnTo>
                  <a:lnTo>
                    <a:pt x="1404" y="2647"/>
                  </a:lnTo>
                  <a:lnTo>
                    <a:pt x="1504" y="2487"/>
                  </a:lnTo>
                  <a:lnTo>
                    <a:pt x="1625" y="2306"/>
                  </a:lnTo>
                  <a:lnTo>
                    <a:pt x="1765" y="2166"/>
                  </a:lnTo>
                  <a:lnTo>
                    <a:pt x="1926" y="2006"/>
                  </a:lnTo>
                  <a:lnTo>
                    <a:pt x="2086" y="1885"/>
                  </a:lnTo>
                  <a:lnTo>
                    <a:pt x="2246" y="1765"/>
                  </a:lnTo>
                  <a:lnTo>
                    <a:pt x="2547" y="1605"/>
                  </a:lnTo>
                  <a:lnTo>
                    <a:pt x="2848" y="1464"/>
                  </a:lnTo>
                  <a:lnTo>
                    <a:pt x="3169" y="1364"/>
                  </a:lnTo>
                  <a:lnTo>
                    <a:pt x="3490" y="1284"/>
                  </a:lnTo>
                  <a:lnTo>
                    <a:pt x="3811" y="1203"/>
                  </a:lnTo>
                  <a:lnTo>
                    <a:pt x="4152" y="1163"/>
                  </a:lnTo>
                  <a:lnTo>
                    <a:pt x="4793" y="1083"/>
                  </a:lnTo>
                  <a:lnTo>
                    <a:pt x="5575" y="1023"/>
                  </a:lnTo>
                  <a:lnTo>
                    <a:pt x="6859" y="1023"/>
                  </a:lnTo>
                  <a:lnTo>
                    <a:pt x="7380" y="1043"/>
                  </a:lnTo>
                  <a:lnTo>
                    <a:pt x="7902" y="1083"/>
                  </a:lnTo>
                  <a:lnTo>
                    <a:pt x="8423" y="1143"/>
                  </a:lnTo>
                  <a:lnTo>
                    <a:pt x="8463" y="903"/>
                  </a:lnTo>
                  <a:lnTo>
                    <a:pt x="8463" y="682"/>
                  </a:lnTo>
                  <a:lnTo>
                    <a:pt x="8443" y="341"/>
                  </a:lnTo>
                  <a:lnTo>
                    <a:pt x="838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21"/>
            <p:cNvSpPr/>
            <p:nvPr/>
          </p:nvSpPr>
          <p:spPr>
            <a:xfrm>
              <a:off x="10760825" y="3828363"/>
              <a:ext cx="211600" cy="75725"/>
            </a:xfrm>
            <a:custGeom>
              <a:avLst/>
              <a:gdLst/>
              <a:ahLst/>
              <a:cxnLst/>
              <a:rect l="l" t="t" r="r" b="b"/>
              <a:pathLst>
                <a:path w="8464" h="3029" fill="none" extrusionOk="0">
                  <a:moveTo>
                    <a:pt x="8383" y="0"/>
                  </a:moveTo>
                  <a:lnTo>
                    <a:pt x="8383" y="0"/>
                  </a:lnTo>
                  <a:lnTo>
                    <a:pt x="7761" y="60"/>
                  </a:lnTo>
                  <a:lnTo>
                    <a:pt x="714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20" y="381"/>
                  </a:lnTo>
                  <a:lnTo>
                    <a:pt x="0" y="682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101" y="1384"/>
                  </a:lnTo>
                  <a:lnTo>
                    <a:pt x="201" y="1705"/>
                  </a:lnTo>
                  <a:lnTo>
                    <a:pt x="341" y="2026"/>
                  </a:lnTo>
                  <a:lnTo>
                    <a:pt x="522" y="2306"/>
                  </a:lnTo>
                  <a:lnTo>
                    <a:pt x="722" y="2587"/>
                  </a:lnTo>
                  <a:lnTo>
                    <a:pt x="963" y="2808"/>
                  </a:lnTo>
                  <a:lnTo>
                    <a:pt x="1224" y="3028"/>
                  </a:lnTo>
                  <a:lnTo>
                    <a:pt x="1224" y="3028"/>
                  </a:lnTo>
                  <a:lnTo>
                    <a:pt x="1304" y="2828"/>
                  </a:lnTo>
                  <a:lnTo>
                    <a:pt x="1404" y="2647"/>
                  </a:lnTo>
                  <a:lnTo>
                    <a:pt x="1504" y="2487"/>
                  </a:lnTo>
                  <a:lnTo>
                    <a:pt x="1625" y="2306"/>
                  </a:lnTo>
                  <a:lnTo>
                    <a:pt x="1765" y="2166"/>
                  </a:lnTo>
                  <a:lnTo>
                    <a:pt x="1926" y="2006"/>
                  </a:lnTo>
                  <a:lnTo>
                    <a:pt x="2086" y="1885"/>
                  </a:lnTo>
                  <a:lnTo>
                    <a:pt x="2246" y="1765"/>
                  </a:lnTo>
                  <a:lnTo>
                    <a:pt x="2246" y="1765"/>
                  </a:lnTo>
                  <a:lnTo>
                    <a:pt x="2547" y="1605"/>
                  </a:lnTo>
                  <a:lnTo>
                    <a:pt x="2848" y="1464"/>
                  </a:lnTo>
                  <a:lnTo>
                    <a:pt x="3169" y="1364"/>
                  </a:lnTo>
                  <a:lnTo>
                    <a:pt x="3490" y="1284"/>
                  </a:lnTo>
                  <a:lnTo>
                    <a:pt x="3811" y="1203"/>
                  </a:lnTo>
                  <a:lnTo>
                    <a:pt x="4152" y="1163"/>
                  </a:lnTo>
                  <a:lnTo>
                    <a:pt x="4793" y="1083"/>
                  </a:lnTo>
                  <a:lnTo>
                    <a:pt x="4793" y="1083"/>
                  </a:lnTo>
                  <a:lnTo>
                    <a:pt x="5575" y="1023"/>
                  </a:lnTo>
                  <a:lnTo>
                    <a:pt x="6337" y="1023"/>
                  </a:lnTo>
                  <a:lnTo>
                    <a:pt x="6337" y="1023"/>
                  </a:lnTo>
                  <a:lnTo>
                    <a:pt x="6859" y="1023"/>
                  </a:lnTo>
                  <a:lnTo>
                    <a:pt x="7380" y="1043"/>
                  </a:lnTo>
                  <a:lnTo>
                    <a:pt x="7902" y="1083"/>
                  </a:lnTo>
                  <a:lnTo>
                    <a:pt x="8423" y="1143"/>
                  </a:lnTo>
                  <a:lnTo>
                    <a:pt x="8423" y="1143"/>
                  </a:lnTo>
                  <a:lnTo>
                    <a:pt x="8463" y="903"/>
                  </a:lnTo>
                  <a:lnTo>
                    <a:pt x="8463" y="682"/>
                  </a:lnTo>
                  <a:lnTo>
                    <a:pt x="8463" y="682"/>
                  </a:lnTo>
                  <a:lnTo>
                    <a:pt x="8443" y="341"/>
                  </a:lnTo>
                  <a:lnTo>
                    <a:pt x="838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21"/>
            <p:cNvSpPr/>
            <p:nvPr/>
          </p:nvSpPr>
          <p:spPr>
            <a:xfrm>
              <a:off x="11125800" y="3122938"/>
              <a:ext cx="299350" cy="309375"/>
            </a:xfrm>
            <a:custGeom>
              <a:avLst/>
              <a:gdLst/>
              <a:ahLst/>
              <a:cxnLst/>
              <a:rect l="l" t="t" r="r" b="b"/>
              <a:pathLst>
                <a:path w="11974" h="12375" extrusionOk="0">
                  <a:moveTo>
                    <a:pt x="10830" y="0"/>
                  </a:moveTo>
                  <a:lnTo>
                    <a:pt x="10650" y="21"/>
                  </a:lnTo>
                  <a:lnTo>
                    <a:pt x="10489" y="81"/>
                  </a:lnTo>
                  <a:lnTo>
                    <a:pt x="10329" y="141"/>
                  </a:lnTo>
                  <a:lnTo>
                    <a:pt x="10189" y="261"/>
                  </a:lnTo>
                  <a:lnTo>
                    <a:pt x="10088" y="382"/>
                  </a:lnTo>
                  <a:lnTo>
                    <a:pt x="9988" y="542"/>
                  </a:lnTo>
                  <a:lnTo>
                    <a:pt x="9948" y="742"/>
                  </a:lnTo>
                  <a:lnTo>
                    <a:pt x="9928" y="963"/>
                  </a:lnTo>
                  <a:lnTo>
                    <a:pt x="9968" y="1886"/>
                  </a:lnTo>
                  <a:lnTo>
                    <a:pt x="10008" y="2928"/>
                  </a:lnTo>
                  <a:lnTo>
                    <a:pt x="10028" y="4031"/>
                  </a:lnTo>
                  <a:lnTo>
                    <a:pt x="10008" y="4593"/>
                  </a:lnTo>
                  <a:lnTo>
                    <a:pt x="9988" y="5154"/>
                  </a:lnTo>
                  <a:lnTo>
                    <a:pt x="9948" y="5696"/>
                  </a:lnTo>
                  <a:lnTo>
                    <a:pt x="9868" y="6257"/>
                  </a:lnTo>
                  <a:lnTo>
                    <a:pt x="9767" y="6779"/>
                  </a:lnTo>
                  <a:lnTo>
                    <a:pt x="9647" y="7300"/>
                  </a:lnTo>
                  <a:lnTo>
                    <a:pt x="9507" y="7782"/>
                  </a:lnTo>
                  <a:lnTo>
                    <a:pt x="9306" y="8243"/>
                  </a:lnTo>
                  <a:lnTo>
                    <a:pt x="9206" y="8443"/>
                  </a:lnTo>
                  <a:lnTo>
                    <a:pt x="9086" y="8644"/>
                  </a:lnTo>
                  <a:lnTo>
                    <a:pt x="8945" y="8845"/>
                  </a:lnTo>
                  <a:lnTo>
                    <a:pt x="8825" y="9025"/>
                  </a:lnTo>
                  <a:lnTo>
                    <a:pt x="8664" y="9185"/>
                  </a:lnTo>
                  <a:lnTo>
                    <a:pt x="8504" y="9346"/>
                  </a:lnTo>
                  <a:lnTo>
                    <a:pt x="8324" y="9486"/>
                  </a:lnTo>
                  <a:lnTo>
                    <a:pt x="8123" y="9627"/>
                  </a:lnTo>
                  <a:lnTo>
                    <a:pt x="7922" y="9747"/>
                  </a:lnTo>
                  <a:lnTo>
                    <a:pt x="7702" y="9847"/>
                  </a:lnTo>
                  <a:lnTo>
                    <a:pt x="7481" y="9948"/>
                  </a:lnTo>
                  <a:lnTo>
                    <a:pt x="7241" y="10028"/>
                  </a:lnTo>
                  <a:lnTo>
                    <a:pt x="6759" y="10168"/>
                  </a:lnTo>
                  <a:lnTo>
                    <a:pt x="6218" y="10288"/>
                  </a:lnTo>
                  <a:lnTo>
                    <a:pt x="5676" y="10369"/>
                  </a:lnTo>
                  <a:lnTo>
                    <a:pt x="5115" y="10409"/>
                  </a:lnTo>
                  <a:lnTo>
                    <a:pt x="4553" y="10429"/>
                  </a:lnTo>
                  <a:lnTo>
                    <a:pt x="3972" y="10449"/>
                  </a:lnTo>
                  <a:lnTo>
                    <a:pt x="3410" y="10429"/>
                  </a:lnTo>
                  <a:lnTo>
                    <a:pt x="2869" y="10409"/>
                  </a:lnTo>
                  <a:lnTo>
                    <a:pt x="1826" y="10349"/>
                  </a:lnTo>
                  <a:lnTo>
                    <a:pt x="944" y="10268"/>
                  </a:lnTo>
                  <a:lnTo>
                    <a:pt x="723" y="10268"/>
                  </a:lnTo>
                  <a:lnTo>
                    <a:pt x="522" y="10309"/>
                  </a:lnTo>
                  <a:lnTo>
                    <a:pt x="362" y="10409"/>
                  </a:lnTo>
                  <a:lnTo>
                    <a:pt x="222" y="10509"/>
                  </a:lnTo>
                  <a:lnTo>
                    <a:pt x="121" y="10649"/>
                  </a:lnTo>
                  <a:lnTo>
                    <a:pt x="61" y="10810"/>
                  </a:lnTo>
                  <a:lnTo>
                    <a:pt x="1" y="10990"/>
                  </a:lnTo>
                  <a:lnTo>
                    <a:pt x="1" y="11171"/>
                  </a:lnTo>
                  <a:lnTo>
                    <a:pt x="21" y="11351"/>
                  </a:lnTo>
                  <a:lnTo>
                    <a:pt x="61" y="11532"/>
                  </a:lnTo>
                  <a:lnTo>
                    <a:pt x="121" y="11712"/>
                  </a:lnTo>
                  <a:lnTo>
                    <a:pt x="242" y="11873"/>
                  </a:lnTo>
                  <a:lnTo>
                    <a:pt x="362" y="11993"/>
                  </a:lnTo>
                  <a:lnTo>
                    <a:pt x="522" y="12113"/>
                  </a:lnTo>
                  <a:lnTo>
                    <a:pt x="723" y="12194"/>
                  </a:lnTo>
                  <a:lnTo>
                    <a:pt x="944" y="12234"/>
                  </a:lnTo>
                  <a:lnTo>
                    <a:pt x="2247" y="12334"/>
                  </a:lnTo>
                  <a:lnTo>
                    <a:pt x="2949" y="12354"/>
                  </a:lnTo>
                  <a:lnTo>
                    <a:pt x="3691" y="12374"/>
                  </a:lnTo>
                  <a:lnTo>
                    <a:pt x="4613" y="12354"/>
                  </a:lnTo>
                  <a:lnTo>
                    <a:pt x="5055" y="12334"/>
                  </a:lnTo>
                  <a:lnTo>
                    <a:pt x="5516" y="12314"/>
                  </a:lnTo>
                  <a:lnTo>
                    <a:pt x="5977" y="12254"/>
                  </a:lnTo>
                  <a:lnTo>
                    <a:pt x="6438" y="12194"/>
                  </a:lnTo>
                  <a:lnTo>
                    <a:pt x="6880" y="12113"/>
                  </a:lnTo>
                  <a:lnTo>
                    <a:pt x="7301" y="12013"/>
                  </a:lnTo>
                  <a:lnTo>
                    <a:pt x="7742" y="11893"/>
                  </a:lnTo>
                  <a:lnTo>
                    <a:pt x="8143" y="11772"/>
                  </a:lnTo>
                  <a:lnTo>
                    <a:pt x="8544" y="11612"/>
                  </a:lnTo>
                  <a:lnTo>
                    <a:pt x="8905" y="11432"/>
                  </a:lnTo>
                  <a:lnTo>
                    <a:pt x="9266" y="11211"/>
                  </a:lnTo>
                  <a:lnTo>
                    <a:pt x="9607" y="10990"/>
                  </a:lnTo>
                  <a:lnTo>
                    <a:pt x="9908" y="10730"/>
                  </a:lnTo>
                  <a:lnTo>
                    <a:pt x="10189" y="10449"/>
                  </a:lnTo>
                  <a:lnTo>
                    <a:pt x="10369" y="10228"/>
                  </a:lnTo>
                  <a:lnTo>
                    <a:pt x="10550" y="9988"/>
                  </a:lnTo>
                  <a:lnTo>
                    <a:pt x="10710" y="9747"/>
                  </a:lnTo>
                  <a:lnTo>
                    <a:pt x="10850" y="9506"/>
                  </a:lnTo>
                  <a:lnTo>
                    <a:pt x="10991" y="9246"/>
                  </a:lnTo>
                  <a:lnTo>
                    <a:pt x="11111" y="8965"/>
                  </a:lnTo>
                  <a:lnTo>
                    <a:pt x="11231" y="8704"/>
                  </a:lnTo>
                  <a:lnTo>
                    <a:pt x="11332" y="8403"/>
                  </a:lnTo>
                  <a:lnTo>
                    <a:pt x="11512" y="7822"/>
                  </a:lnTo>
                  <a:lnTo>
                    <a:pt x="11653" y="7200"/>
                  </a:lnTo>
                  <a:lnTo>
                    <a:pt x="11773" y="6558"/>
                  </a:lnTo>
                  <a:lnTo>
                    <a:pt x="11853" y="5917"/>
                  </a:lnTo>
                  <a:lnTo>
                    <a:pt x="11913" y="5255"/>
                  </a:lnTo>
                  <a:lnTo>
                    <a:pt x="11953" y="4613"/>
                  </a:lnTo>
                  <a:lnTo>
                    <a:pt x="11973" y="3951"/>
                  </a:lnTo>
                  <a:lnTo>
                    <a:pt x="11973" y="3309"/>
                  </a:lnTo>
                  <a:lnTo>
                    <a:pt x="11933" y="2086"/>
                  </a:lnTo>
                  <a:lnTo>
                    <a:pt x="11893" y="963"/>
                  </a:lnTo>
                  <a:lnTo>
                    <a:pt x="11893" y="843"/>
                  </a:lnTo>
                  <a:lnTo>
                    <a:pt x="11853" y="722"/>
                  </a:lnTo>
                  <a:lnTo>
                    <a:pt x="11793" y="522"/>
                  </a:lnTo>
                  <a:lnTo>
                    <a:pt x="11673" y="361"/>
                  </a:lnTo>
                  <a:lnTo>
                    <a:pt x="11532" y="241"/>
                  </a:lnTo>
                  <a:lnTo>
                    <a:pt x="11372" y="121"/>
                  </a:lnTo>
                  <a:lnTo>
                    <a:pt x="11211" y="61"/>
                  </a:lnTo>
                  <a:lnTo>
                    <a:pt x="11011" y="21"/>
                  </a:lnTo>
                  <a:lnTo>
                    <a:pt x="1083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21"/>
            <p:cNvSpPr/>
            <p:nvPr/>
          </p:nvSpPr>
          <p:spPr>
            <a:xfrm>
              <a:off x="11125800" y="3122938"/>
              <a:ext cx="299350" cy="309375"/>
            </a:xfrm>
            <a:custGeom>
              <a:avLst/>
              <a:gdLst/>
              <a:ahLst/>
              <a:cxnLst/>
              <a:rect l="l" t="t" r="r" b="b"/>
              <a:pathLst>
                <a:path w="11974" h="12375" fill="none" extrusionOk="0">
                  <a:moveTo>
                    <a:pt x="10189" y="10449"/>
                  </a:moveTo>
                  <a:lnTo>
                    <a:pt x="10189" y="10449"/>
                  </a:lnTo>
                  <a:lnTo>
                    <a:pt x="9908" y="10730"/>
                  </a:lnTo>
                  <a:lnTo>
                    <a:pt x="9607" y="10990"/>
                  </a:lnTo>
                  <a:lnTo>
                    <a:pt x="9266" y="11211"/>
                  </a:lnTo>
                  <a:lnTo>
                    <a:pt x="8905" y="11432"/>
                  </a:lnTo>
                  <a:lnTo>
                    <a:pt x="8544" y="11612"/>
                  </a:lnTo>
                  <a:lnTo>
                    <a:pt x="8143" y="11772"/>
                  </a:lnTo>
                  <a:lnTo>
                    <a:pt x="7742" y="11893"/>
                  </a:lnTo>
                  <a:lnTo>
                    <a:pt x="7301" y="12013"/>
                  </a:lnTo>
                  <a:lnTo>
                    <a:pt x="6880" y="12113"/>
                  </a:lnTo>
                  <a:lnTo>
                    <a:pt x="6438" y="12194"/>
                  </a:lnTo>
                  <a:lnTo>
                    <a:pt x="5977" y="12254"/>
                  </a:lnTo>
                  <a:lnTo>
                    <a:pt x="5516" y="12314"/>
                  </a:lnTo>
                  <a:lnTo>
                    <a:pt x="5055" y="12334"/>
                  </a:lnTo>
                  <a:lnTo>
                    <a:pt x="4613" y="12354"/>
                  </a:lnTo>
                  <a:lnTo>
                    <a:pt x="3691" y="12374"/>
                  </a:lnTo>
                  <a:lnTo>
                    <a:pt x="3691" y="12374"/>
                  </a:lnTo>
                  <a:lnTo>
                    <a:pt x="2949" y="12354"/>
                  </a:lnTo>
                  <a:lnTo>
                    <a:pt x="2247" y="12334"/>
                  </a:lnTo>
                  <a:lnTo>
                    <a:pt x="944" y="12234"/>
                  </a:lnTo>
                  <a:lnTo>
                    <a:pt x="944" y="12234"/>
                  </a:lnTo>
                  <a:lnTo>
                    <a:pt x="723" y="12194"/>
                  </a:lnTo>
                  <a:lnTo>
                    <a:pt x="522" y="12113"/>
                  </a:lnTo>
                  <a:lnTo>
                    <a:pt x="362" y="11993"/>
                  </a:lnTo>
                  <a:lnTo>
                    <a:pt x="242" y="11873"/>
                  </a:lnTo>
                  <a:lnTo>
                    <a:pt x="121" y="11712"/>
                  </a:lnTo>
                  <a:lnTo>
                    <a:pt x="61" y="11532"/>
                  </a:lnTo>
                  <a:lnTo>
                    <a:pt x="21" y="11351"/>
                  </a:lnTo>
                  <a:lnTo>
                    <a:pt x="1" y="11171"/>
                  </a:lnTo>
                  <a:lnTo>
                    <a:pt x="1" y="10990"/>
                  </a:lnTo>
                  <a:lnTo>
                    <a:pt x="61" y="10810"/>
                  </a:lnTo>
                  <a:lnTo>
                    <a:pt x="121" y="10649"/>
                  </a:lnTo>
                  <a:lnTo>
                    <a:pt x="222" y="10509"/>
                  </a:lnTo>
                  <a:lnTo>
                    <a:pt x="362" y="10409"/>
                  </a:lnTo>
                  <a:lnTo>
                    <a:pt x="522" y="10309"/>
                  </a:lnTo>
                  <a:lnTo>
                    <a:pt x="723" y="10268"/>
                  </a:lnTo>
                  <a:lnTo>
                    <a:pt x="944" y="10268"/>
                  </a:lnTo>
                  <a:lnTo>
                    <a:pt x="944" y="10268"/>
                  </a:lnTo>
                  <a:lnTo>
                    <a:pt x="1826" y="10349"/>
                  </a:lnTo>
                  <a:lnTo>
                    <a:pt x="2869" y="10409"/>
                  </a:lnTo>
                  <a:lnTo>
                    <a:pt x="3410" y="10429"/>
                  </a:lnTo>
                  <a:lnTo>
                    <a:pt x="3972" y="10449"/>
                  </a:lnTo>
                  <a:lnTo>
                    <a:pt x="4553" y="10429"/>
                  </a:lnTo>
                  <a:lnTo>
                    <a:pt x="5115" y="10409"/>
                  </a:lnTo>
                  <a:lnTo>
                    <a:pt x="5676" y="10369"/>
                  </a:lnTo>
                  <a:lnTo>
                    <a:pt x="6218" y="10288"/>
                  </a:lnTo>
                  <a:lnTo>
                    <a:pt x="6759" y="10168"/>
                  </a:lnTo>
                  <a:lnTo>
                    <a:pt x="7241" y="10028"/>
                  </a:lnTo>
                  <a:lnTo>
                    <a:pt x="7481" y="9948"/>
                  </a:lnTo>
                  <a:lnTo>
                    <a:pt x="7702" y="9847"/>
                  </a:lnTo>
                  <a:lnTo>
                    <a:pt x="7922" y="9747"/>
                  </a:lnTo>
                  <a:lnTo>
                    <a:pt x="8123" y="9627"/>
                  </a:lnTo>
                  <a:lnTo>
                    <a:pt x="8324" y="9486"/>
                  </a:lnTo>
                  <a:lnTo>
                    <a:pt x="8504" y="9346"/>
                  </a:lnTo>
                  <a:lnTo>
                    <a:pt x="8664" y="9185"/>
                  </a:lnTo>
                  <a:lnTo>
                    <a:pt x="8825" y="9025"/>
                  </a:lnTo>
                  <a:lnTo>
                    <a:pt x="8825" y="9025"/>
                  </a:lnTo>
                  <a:lnTo>
                    <a:pt x="8945" y="8845"/>
                  </a:lnTo>
                  <a:lnTo>
                    <a:pt x="9086" y="8644"/>
                  </a:lnTo>
                  <a:lnTo>
                    <a:pt x="9206" y="8443"/>
                  </a:lnTo>
                  <a:lnTo>
                    <a:pt x="9306" y="8243"/>
                  </a:lnTo>
                  <a:lnTo>
                    <a:pt x="9507" y="7782"/>
                  </a:lnTo>
                  <a:lnTo>
                    <a:pt x="9647" y="7300"/>
                  </a:lnTo>
                  <a:lnTo>
                    <a:pt x="9767" y="6779"/>
                  </a:lnTo>
                  <a:lnTo>
                    <a:pt x="9868" y="6257"/>
                  </a:lnTo>
                  <a:lnTo>
                    <a:pt x="9948" y="5696"/>
                  </a:lnTo>
                  <a:lnTo>
                    <a:pt x="9988" y="5154"/>
                  </a:lnTo>
                  <a:lnTo>
                    <a:pt x="10008" y="4593"/>
                  </a:lnTo>
                  <a:lnTo>
                    <a:pt x="10028" y="4031"/>
                  </a:lnTo>
                  <a:lnTo>
                    <a:pt x="10008" y="2928"/>
                  </a:lnTo>
                  <a:lnTo>
                    <a:pt x="9968" y="1886"/>
                  </a:lnTo>
                  <a:lnTo>
                    <a:pt x="9928" y="963"/>
                  </a:lnTo>
                  <a:lnTo>
                    <a:pt x="9928" y="963"/>
                  </a:lnTo>
                  <a:lnTo>
                    <a:pt x="9948" y="742"/>
                  </a:lnTo>
                  <a:lnTo>
                    <a:pt x="9988" y="542"/>
                  </a:lnTo>
                  <a:lnTo>
                    <a:pt x="10088" y="382"/>
                  </a:lnTo>
                  <a:lnTo>
                    <a:pt x="10189" y="261"/>
                  </a:lnTo>
                  <a:lnTo>
                    <a:pt x="10329" y="141"/>
                  </a:lnTo>
                  <a:lnTo>
                    <a:pt x="10489" y="81"/>
                  </a:lnTo>
                  <a:lnTo>
                    <a:pt x="10650" y="21"/>
                  </a:lnTo>
                  <a:lnTo>
                    <a:pt x="10830" y="0"/>
                  </a:lnTo>
                  <a:lnTo>
                    <a:pt x="10830" y="0"/>
                  </a:lnTo>
                  <a:lnTo>
                    <a:pt x="11011" y="21"/>
                  </a:lnTo>
                  <a:lnTo>
                    <a:pt x="11211" y="61"/>
                  </a:lnTo>
                  <a:lnTo>
                    <a:pt x="11372" y="121"/>
                  </a:lnTo>
                  <a:lnTo>
                    <a:pt x="11532" y="241"/>
                  </a:lnTo>
                  <a:lnTo>
                    <a:pt x="11673" y="361"/>
                  </a:lnTo>
                  <a:lnTo>
                    <a:pt x="11793" y="522"/>
                  </a:lnTo>
                  <a:lnTo>
                    <a:pt x="11853" y="722"/>
                  </a:lnTo>
                  <a:lnTo>
                    <a:pt x="11893" y="843"/>
                  </a:lnTo>
                  <a:lnTo>
                    <a:pt x="11893" y="963"/>
                  </a:lnTo>
                  <a:lnTo>
                    <a:pt x="11893" y="963"/>
                  </a:lnTo>
                  <a:lnTo>
                    <a:pt x="11933" y="2086"/>
                  </a:lnTo>
                  <a:lnTo>
                    <a:pt x="11973" y="3309"/>
                  </a:lnTo>
                  <a:lnTo>
                    <a:pt x="11973" y="3951"/>
                  </a:lnTo>
                  <a:lnTo>
                    <a:pt x="11953" y="4613"/>
                  </a:lnTo>
                  <a:lnTo>
                    <a:pt x="11913" y="5255"/>
                  </a:lnTo>
                  <a:lnTo>
                    <a:pt x="11853" y="5917"/>
                  </a:lnTo>
                  <a:lnTo>
                    <a:pt x="11773" y="6558"/>
                  </a:lnTo>
                  <a:lnTo>
                    <a:pt x="11653" y="7200"/>
                  </a:lnTo>
                  <a:lnTo>
                    <a:pt x="11512" y="7822"/>
                  </a:lnTo>
                  <a:lnTo>
                    <a:pt x="11332" y="8403"/>
                  </a:lnTo>
                  <a:lnTo>
                    <a:pt x="11231" y="8704"/>
                  </a:lnTo>
                  <a:lnTo>
                    <a:pt x="11111" y="8965"/>
                  </a:lnTo>
                  <a:lnTo>
                    <a:pt x="10991" y="9246"/>
                  </a:lnTo>
                  <a:lnTo>
                    <a:pt x="10850" y="9506"/>
                  </a:lnTo>
                  <a:lnTo>
                    <a:pt x="10710" y="9747"/>
                  </a:lnTo>
                  <a:lnTo>
                    <a:pt x="10550" y="9988"/>
                  </a:lnTo>
                  <a:lnTo>
                    <a:pt x="10369" y="10228"/>
                  </a:lnTo>
                  <a:lnTo>
                    <a:pt x="10189" y="1044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21"/>
            <p:cNvSpPr/>
            <p:nvPr/>
          </p:nvSpPr>
          <p:spPr>
            <a:xfrm>
              <a:off x="11231600" y="3162038"/>
              <a:ext cx="168475" cy="252725"/>
            </a:xfrm>
            <a:custGeom>
              <a:avLst/>
              <a:gdLst/>
              <a:ahLst/>
              <a:cxnLst/>
              <a:rect l="l" t="t" r="r" b="b"/>
              <a:pathLst>
                <a:path w="6739" h="10109" extrusionOk="0">
                  <a:moveTo>
                    <a:pt x="5736" y="1"/>
                  </a:moveTo>
                  <a:lnTo>
                    <a:pt x="5776" y="1064"/>
                  </a:lnTo>
                  <a:lnTo>
                    <a:pt x="5796" y="2227"/>
                  </a:lnTo>
                  <a:lnTo>
                    <a:pt x="5796" y="2969"/>
                  </a:lnTo>
                  <a:lnTo>
                    <a:pt x="5756" y="3691"/>
                  </a:lnTo>
                  <a:lnTo>
                    <a:pt x="5676" y="4413"/>
                  </a:lnTo>
                  <a:lnTo>
                    <a:pt x="5636" y="4774"/>
                  </a:lnTo>
                  <a:lnTo>
                    <a:pt x="5576" y="5115"/>
                  </a:lnTo>
                  <a:lnTo>
                    <a:pt x="5495" y="5456"/>
                  </a:lnTo>
                  <a:lnTo>
                    <a:pt x="5415" y="5776"/>
                  </a:lnTo>
                  <a:lnTo>
                    <a:pt x="5315" y="6097"/>
                  </a:lnTo>
                  <a:lnTo>
                    <a:pt x="5195" y="6398"/>
                  </a:lnTo>
                  <a:lnTo>
                    <a:pt x="5074" y="6699"/>
                  </a:lnTo>
                  <a:lnTo>
                    <a:pt x="4914" y="6960"/>
                  </a:lnTo>
                  <a:lnTo>
                    <a:pt x="4753" y="7220"/>
                  </a:lnTo>
                  <a:lnTo>
                    <a:pt x="4593" y="7461"/>
                  </a:lnTo>
                  <a:lnTo>
                    <a:pt x="4412" y="7662"/>
                  </a:lnTo>
                  <a:lnTo>
                    <a:pt x="4192" y="7842"/>
                  </a:lnTo>
                  <a:lnTo>
                    <a:pt x="3971" y="8002"/>
                  </a:lnTo>
                  <a:lnTo>
                    <a:pt x="3731" y="8143"/>
                  </a:lnTo>
                  <a:lnTo>
                    <a:pt x="3490" y="8283"/>
                  </a:lnTo>
                  <a:lnTo>
                    <a:pt x="3209" y="8384"/>
                  </a:lnTo>
                  <a:lnTo>
                    <a:pt x="2928" y="8484"/>
                  </a:lnTo>
                  <a:lnTo>
                    <a:pt x="2628" y="8584"/>
                  </a:lnTo>
                  <a:lnTo>
                    <a:pt x="2327" y="8644"/>
                  </a:lnTo>
                  <a:lnTo>
                    <a:pt x="2006" y="8724"/>
                  </a:lnTo>
                  <a:lnTo>
                    <a:pt x="1344" y="8805"/>
                  </a:lnTo>
                  <a:lnTo>
                    <a:pt x="682" y="8865"/>
                  </a:lnTo>
                  <a:lnTo>
                    <a:pt x="0" y="8885"/>
                  </a:lnTo>
                  <a:lnTo>
                    <a:pt x="0" y="10108"/>
                  </a:lnTo>
                  <a:lnTo>
                    <a:pt x="121" y="10048"/>
                  </a:lnTo>
                  <a:lnTo>
                    <a:pt x="301" y="9948"/>
                  </a:lnTo>
                  <a:lnTo>
                    <a:pt x="502" y="9868"/>
                  </a:lnTo>
                  <a:lnTo>
                    <a:pt x="903" y="9727"/>
                  </a:lnTo>
                  <a:lnTo>
                    <a:pt x="1725" y="9507"/>
                  </a:lnTo>
                  <a:lnTo>
                    <a:pt x="2447" y="9286"/>
                  </a:lnTo>
                  <a:lnTo>
                    <a:pt x="2788" y="9166"/>
                  </a:lnTo>
                  <a:lnTo>
                    <a:pt x="3129" y="9025"/>
                  </a:lnTo>
                  <a:lnTo>
                    <a:pt x="3470" y="8865"/>
                  </a:lnTo>
                  <a:lnTo>
                    <a:pt x="3811" y="8704"/>
                  </a:lnTo>
                  <a:lnTo>
                    <a:pt x="4132" y="8524"/>
                  </a:lnTo>
                  <a:lnTo>
                    <a:pt x="4432" y="8323"/>
                  </a:lnTo>
                  <a:lnTo>
                    <a:pt x="4733" y="8103"/>
                  </a:lnTo>
                  <a:lnTo>
                    <a:pt x="5014" y="7882"/>
                  </a:lnTo>
                  <a:lnTo>
                    <a:pt x="5275" y="7621"/>
                  </a:lnTo>
                  <a:lnTo>
                    <a:pt x="5515" y="7361"/>
                  </a:lnTo>
                  <a:lnTo>
                    <a:pt x="5756" y="7060"/>
                  </a:lnTo>
                  <a:lnTo>
                    <a:pt x="5957" y="6759"/>
                  </a:lnTo>
                  <a:lnTo>
                    <a:pt x="6137" y="6438"/>
                  </a:lnTo>
                  <a:lnTo>
                    <a:pt x="6298" y="6077"/>
                  </a:lnTo>
                  <a:lnTo>
                    <a:pt x="6418" y="5716"/>
                  </a:lnTo>
                  <a:lnTo>
                    <a:pt x="6518" y="5355"/>
                  </a:lnTo>
                  <a:lnTo>
                    <a:pt x="6598" y="4974"/>
                  </a:lnTo>
                  <a:lnTo>
                    <a:pt x="6659" y="4593"/>
                  </a:lnTo>
                  <a:lnTo>
                    <a:pt x="6699" y="4232"/>
                  </a:lnTo>
                  <a:lnTo>
                    <a:pt x="6719" y="3851"/>
                  </a:lnTo>
                  <a:lnTo>
                    <a:pt x="6739" y="3470"/>
                  </a:lnTo>
                  <a:lnTo>
                    <a:pt x="6739" y="3089"/>
                  </a:lnTo>
                  <a:lnTo>
                    <a:pt x="6699" y="2327"/>
                  </a:lnTo>
                  <a:lnTo>
                    <a:pt x="6638" y="1565"/>
                  </a:lnTo>
                  <a:lnTo>
                    <a:pt x="6598" y="803"/>
                  </a:lnTo>
                  <a:lnTo>
                    <a:pt x="6558" y="41"/>
                  </a:lnTo>
                  <a:lnTo>
                    <a:pt x="6177" y="41"/>
                  </a:lnTo>
                  <a:lnTo>
                    <a:pt x="5736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21"/>
            <p:cNvSpPr/>
            <p:nvPr/>
          </p:nvSpPr>
          <p:spPr>
            <a:xfrm>
              <a:off x="11277725" y="3008638"/>
              <a:ext cx="243175" cy="154425"/>
            </a:xfrm>
            <a:custGeom>
              <a:avLst/>
              <a:gdLst/>
              <a:ahLst/>
              <a:cxnLst/>
              <a:rect l="l" t="t" r="r" b="b"/>
              <a:pathLst>
                <a:path w="9727" h="6177" extrusionOk="0">
                  <a:moveTo>
                    <a:pt x="141" y="0"/>
                  </a:moveTo>
                  <a:lnTo>
                    <a:pt x="121" y="120"/>
                  </a:lnTo>
                  <a:lnTo>
                    <a:pt x="61" y="461"/>
                  </a:lnTo>
                  <a:lnTo>
                    <a:pt x="21" y="963"/>
                  </a:lnTo>
                  <a:lnTo>
                    <a:pt x="0" y="1284"/>
                  </a:lnTo>
                  <a:lnTo>
                    <a:pt x="0" y="1604"/>
                  </a:lnTo>
                  <a:lnTo>
                    <a:pt x="21" y="1965"/>
                  </a:lnTo>
                  <a:lnTo>
                    <a:pt x="61" y="2326"/>
                  </a:lnTo>
                  <a:lnTo>
                    <a:pt x="121" y="2707"/>
                  </a:lnTo>
                  <a:lnTo>
                    <a:pt x="201" y="3088"/>
                  </a:lnTo>
                  <a:lnTo>
                    <a:pt x="321" y="3449"/>
                  </a:lnTo>
                  <a:lnTo>
                    <a:pt x="482" y="3830"/>
                  </a:lnTo>
                  <a:lnTo>
                    <a:pt x="682" y="4171"/>
                  </a:lnTo>
                  <a:lnTo>
                    <a:pt x="803" y="4352"/>
                  </a:lnTo>
                  <a:lnTo>
                    <a:pt x="943" y="4512"/>
                  </a:lnTo>
                  <a:lnTo>
                    <a:pt x="1204" y="4813"/>
                  </a:lnTo>
                  <a:lnTo>
                    <a:pt x="1484" y="5074"/>
                  </a:lnTo>
                  <a:lnTo>
                    <a:pt x="1785" y="5294"/>
                  </a:lnTo>
                  <a:lnTo>
                    <a:pt x="2066" y="5495"/>
                  </a:lnTo>
                  <a:lnTo>
                    <a:pt x="2347" y="5655"/>
                  </a:lnTo>
                  <a:lnTo>
                    <a:pt x="2628" y="5796"/>
                  </a:lnTo>
                  <a:lnTo>
                    <a:pt x="2908" y="5896"/>
                  </a:lnTo>
                  <a:lnTo>
                    <a:pt x="3189" y="5996"/>
                  </a:lnTo>
                  <a:lnTo>
                    <a:pt x="3450" y="6057"/>
                  </a:lnTo>
                  <a:lnTo>
                    <a:pt x="3690" y="6097"/>
                  </a:lnTo>
                  <a:lnTo>
                    <a:pt x="4152" y="6157"/>
                  </a:lnTo>
                  <a:lnTo>
                    <a:pt x="4553" y="6177"/>
                  </a:lnTo>
                  <a:lnTo>
                    <a:pt x="5175" y="6177"/>
                  </a:lnTo>
                  <a:lnTo>
                    <a:pt x="5556" y="6157"/>
                  </a:lnTo>
                  <a:lnTo>
                    <a:pt x="6017" y="6097"/>
                  </a:lnTo>
                  <a:lnTo>
                    <a:pt x="6278" y="6057"/>
                  </a:lnTo>
                  <a:lnTo>
                    <a:pt x="6538" y="5996"/>
                  </a:lnTo>
                  <a:lnTo>
                    <a:pt x="6819" y="5896"/>
                  </a:lnTo>
                  <a:lnTo>
                    <a:pt x="7100" y="5796"/>
                  </a:lnTo>
                  <a:lnTo>
                    <a:pt x="7381" y="5655"/>
                  </a:lnTo>
                  <a:lnTo>
                    <a:pt x="7661" y="5495"/>
                  </a:lnTo>
                  <a:lnTo>
                    <a:pt x="7942" y="5294"/>
                  </a:lnTo>
                  <a:lnTo>
                    <a:pt x="8223" y="5074"/>
                  </a:lnTo>
                  <a:lnTo>
                    <a:pt x="8504" y="4813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985" y="4252"/>
                  </a:lnTo>
                  <a:lnTo>
                    <a:pt x="9085" y="4071"/>
                  </a:lnTo>
                  <a:lnTo>
                    <a:pt x="9286" y="3730"/>
                  </a:lnTo>
                  <a:lnTo>
                    <a:pt x="9426" y="3369"/>
                  </a:lnTo>
                  <a:lnTo>
                    <a:pt x="9546" y="2988"/>
                  </a:lnTo>
                  <a:lnTo>
                    <a:pt x="9627" y="2627"/>
                  </a:lnTo>
                  <a:lnTo>
                    <a:pt x="9687" y="2246"/>
                  </a:lnTo>
                  <a:lnTo>
                    <a:pt x="9707" y="1905"/>
                  </a:lnTo>
                  <a:lnTo>
                    <a:pt x="9727" y="1564"/>
                  </a:lnTo>
                  <a:lnTo>
                    <a:pt x="9727" y="1223"/>
                  </a:lnTo>
                  <a:lnTo>
                    <a:pt x="9707" y="943"/>
                  </a:lnTo>
                  <a:lnTo>
                    <a:pt x="9647" y="441"/>
                  </a:lnTo>
                  <a:lnTo>
                    <a:pt x="9607" y="120"/>
                  </a:lnTo>
                  <a:lnTo>
                    <a:pt x="9566" y="0"/>
                  </a:lnTo>
                  <a:lnTo>
                    <a:pt x="6899" y="0"/>
                  </a:lnTo>
                  <a:lnTo>
                    <a:pt x="6919" y="140"/>
                  </a:lnTo>
                  <a:lnTo>
                    <a:pt x="6959" y="501"/>
                  </a:lnTo>
                  <a:lnTo>
                    <a:pt x="6959" y="762"/>
                  </a:lnTo>
                  <a:lnTo>
                    <a:pt x="6959" y="1043"/>
                  </a:lnTo>
                  <a:lnTo>
                    <a:pt x="6939" y="1344"/>
                  </a:lnTo>
                  <a:lnTo>
                    <a:pt x="6879" y="1645"/>
                  </a:lnTo>
                  <a:lnTo>
                    <a:pt x="6799" y="1945"/>
                  </a:lnTo>
                  <a:lnTo>
                    <a:pt x="6679" y="2246"/>
                  </a:lnTo>
                  <a:lnTo>
                    <a:pt x="6598" y="2387"/>
                  </a:lnTo>
                  <a:lnTo>
                    <a:pt x="6518" y="2527"/>
                  </a:lnTo>
                  <a:lnTo>
                    <a:pt x="6418" y="2647"/>
                  </a:lnTo>
                  <a:lnTo>
                    <a:pt x="6318" y="2768"/>
                  </a:lnTo>
                  <a:lnTo>
                    <a:pt x="6177" y="2888"/>
                  </a:lnTo>
                  <a:lnTo>
                    <a:pt x="6037" y="2988"/>
                  </a:lnTo>
                  <a:lnTo>
                    <a:pt x="5896" y="3068"/>
                  </a:lnTo>
                  <a:lnTo>
                    <a:pt x="5716" y="3149"/>
                  </a:lnTo>
                  <a:lnTo>
                    <a:pt x="5535" y="3209"/>
                  </a:lnTo>
                  <a:lnTo>
                    <a:pt x="5335" y="3249"/>
                  </a:lnTo>
                  <a:lnTo>
                    <a:pt x="5094" y="3289"/>
                  </a:lnTo>
                  <a:lnTo>
                    <a:pt x="4613" y="3289"/>
                  </a:lnTo>
                  <a:lnTo>
                    <a:pt x="4392" y="3249"/>
                  </a:lnTo>
                  <a:lnTo>
                    <a:pt x="4192" y="3209"/>
                  </a:lnTo>
                  <a:lnTo>
                    <a:pt x="4011" y="3149"/>
                  </a:lnTo>
                  <a:lnTo>
                    <a:pt x="3831" y="3068"/>
                  </a:lnTo>
                  <a:lnTo>
                    <a:pt x="3670" y="2988"/>
                  </a:lnTo>
                  <a:lnTo>
                    <a:pt x="3530" y="2888"/>
                  </a:lnTo>
                  <a:lnTo>
                    <a:pt x="3410" y="2768"/>
                  </a:lnTo>
                  <a:lnTo>
                    <a:pt x="3309" y="2647"/>
                  </a:lnTo>
                  <a:lnTo>
                    <a:pt x="3209" y="2527"/>
                  </a:lnTo>
                  <a:lnTo>
                    <a:pt x="3109" y="2387"/>
                  </a:lnTo>
                  <a:lnTo>
                    <a:pt x="3049" y="2246"/>
                  </a:lnTo>
                  <a:lnTo>
                    <a:pt x="2928" y="1945"/>
                  </a:lnTo>
                  <a:lnTo>
                    <a:pt x="2848" y="1645"/>
                  </a:lnTo>
                  <a:lnTo>
                    <a:pt x="2788" y="1344"/>
                  </a:lnTo>
                  <a:lnTo>
                    <a:pt x="2768" y="1043"/>
                  </a:lnTo>
                  <a:lnTo>
                    <a:pt x="2768" y="762"/>
                  </a:lnTo>
                  <a:lnTo>
                    <a:pt x="2768" y="501"/>
                  </a:lnTo>
                  <a:lnTo>
                    <a:pt x="2808" y="140"/>
                  </a:lnTo>
                  <a:lnTo>
                    <a:pt x="2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21"/>
            <p:cNvSpPr/>
            <p:nvPr/>
          </p:nvSpPr>
          <p:spPr>
            <a:xfrm>
              <a:off x="11277725" y="3008638"/>
              <a:ext cx="243175" cy="154425"/>
            </a:xfrm>
            <a:custGeom>
              <a:avLst/>
              <a:gdLst/>
              <a:ahLst/>
              <a:cxnLst/>
              <a:rect l="l" t="t" r="r" b="b"/>
              <a:pathLst>
                <a:path w="9727" h="6177" fill="none" extrusionOk="0">
                  <a:moveTo>
                    <a:pt x="8865" y="4412"/>
                  </a:moveTo>
                  <a:lnTo>
                    <a:pt x="8865" y="4412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504" y="4813"/>
                  </a:lnTo>
                  <a:lnTo>
                    <a:pt x="8223" y="5074"/>
                  </a:lnTo>
                  <a:lnTo>
                    <a:pt x="7942" y="5294"/>
                  </a:lnTo>
                  <a:lnTo>
                    <a:pt x="7661" y="5495"/>
                  </a:lnTo>
                  <a:lnTo>
                    <a:pt x="7381" y="5655"/>
                  </a:lnTo>
                  <a:lnTo>
                    <a:pt x="7100" y="5796"/>
                  </a:lnTo>
                  <a:lnTo>
                    <a:pt x="6819" y="5896"/>
                  </a:lnTo>
                  <a:lnTo>
                    <a:pt x="6538" y="5996"/>
                  </a:lnTo>
                  <a:lnTo>
                    <a:pt x="6278" y="6057"/>
                  </a:lnTo>
                  <a:lnTo>
                    <a:pt x="6017" y="6097"/>
                  </a:lnTo>
                  <a:lnTo>
                    <a:pt x="5556" y="6157"/>
                  </a:lnTo>
                  <a:lnTo>
                    <a:pt x="5175" y="6177"/>
                  </a:lnTo>
                  <a:lnTo>
                    <a:pt x="4854" y="6177"/>
                  </a:lnTo>
                  <a:lnTo>
                    <a:pt x="4854" y="6177"/>
                  </a:lnTo>
                  <a:lnTo>
                    <a:pt x="4553" y="6177"/>
                  </a:lnTo>
                  <a:lnTo>
                    <a:pt x="4152" y="6157"/>
                  </a:lnTo>
                  <a:lnTo>
                    <a:pt x="3690" y="6097"/>
                  </a:lnTo>
                  <a:lnTo>
                    <a:pt x="3450" y="6057"/>
                  </a:lnTo>
                  <a:lnTo>
                    <a:pt x="3189" y="5996"/>
                  </a:lnTo>
                  <a:lnTo>
                    <a:pt x="2908" y="5896"/>
                  </a:lnTo>
                  <a:lnTo>
                    <a:pt x="2628" y="5796"/>
                  </a:lnTo>
                  <a:lnTo>
                    <a:pt x="2347" y="5655"/>
                  </a:lnTo>
                  <a:lnTo>
                    <a:pt x="2066" y="5495"/>
                  </a:lnTo>
                  <a:lnTo>
                    <a:pt x="1785" y="5294"/>
                  </a:lnTo>
                  <a:lnTo>
                    <a:pt x="1484" y="5074"/>
                  </a:lnTo>
                  <a:lnTo>
                    <a:pt x="1204" y="4813"/>
                  </a:lnTo>
                  <a:lnTo>
                    <a:pt x="943" y="4512"/>
                  </a:lnTo>
                  <a:lnTo>
                    <a:pt x="943" y="4512"/>
                  </a:lnTo>
                  <a:lnTo>
                    <a:pt x="803" y="4352"/>
                  </a:lnTo>
                  <a:lnTo>
                    <a:pt x="682" y="4171"/>
                  </a:lnTo>
                  <a:lnTo>
                    <a:pt x="482" y="3830"/>
                  </a:lnTo>
                  <a:lnTo>
                    <a:pt x="321" y="3449"/>
                  </a:lnTo>
                  <a:lnTo>
                    <a:pt x="201" y="3088"/>
                  </a:lnTo>
                  <a:lnTo>
                    <a:pt x="121" y="2707"/>
                  </a:lnTo>
                  <a:lnTo>
                    <a:pt x="61" y="2326"/>
                  </a:lnTo>
                  <a:lnTo>
                    <a:pt x="21" y="1965"/>
                  </a:lnTo>
                  <a:lnTo>
                    <a:pt x="0" y="1604"/>
                  </a:lnTo>
                  <a:lnTo>
                    <a:pt x="0" y="1284"/>
                  </a:lnTo>
                  <a:lnTo>
                    <a:pt x="21" y="963"/>
                  </a:lnTo>
                  <a:lnTo>
                    <a:pt x="61" y="461"/>
                  </a:lnTo>
                  <a:lnTo>
                    <a:pt x="121" y="120"/>
                  </a:lnTo>
                  <a:lnTo>
                    <a:pt x="141" y="0"/>
                  </a:lnTo>
                  <a:lnTo>
                    <a:pt x="2828" y="0"/>
                  </a:lnTo>
                  <a:lnTo>
                    <a:pt x="2828" y="0"/>
                  </a:lnTo>
                  <a:lnTo>
                    <a:pt x="2808" y="140"/>
                  </a:lnTo>
                  <a:lnTo>
                    <a:pt x="2768" y="501"/>
                  </a:lnTo>
                  <a:lnTo>
                    <a:pt x="2768" y="762"/>
                  </a:lnTo>
                  <a:lnTo>
                    <a:pt x="2768" y="1043"/>
                  </a:lnTo>
                  <a:lnTo>
                    <a:pt x="2788" y="1344"/>
                  </a:lnTo>
                  <a:lnTo>
                    <a:pt x="2848" y="1645"/>
                  </a:lnTo>
                  <a:lnTo>
                    <a:pt x="2928" y="1945"/>
                  </a:lnTo>
                  <a:lnTo>
                    <a:pt x="3049" y="2246"/>
                  </a:lnTo>
                  <a:lnTo>
                    <a:pt x="3109" y="2387"/>
                  </a:lnTo>
                  <a:lnTo>
                    <a:pt x="3209" y="2527"/>
                  </a:lnTo>
                  <a:lnTo>
                    <a:pt x="3309" y="2647"/>
                  </a:lnTo>
                  <a:lnTo>
                    <a:pt x="3410" y="2768"/>
                  </a:lnTo>
                  <a:lnTo>
                    <a:pt x="3530" y="2888"/>
                  </a:lnTo>
                  <a:lnTo>
                    <a:pt x="3670" y="2988"/>
                  </a:lnTo>
                  <a:lnTo>
                    <a:pt x="3831" y="3068"/>
                  </a:lnTo>
                  <a:lnTo>
                    <a:pt x="4011" y="3149"/>
                  </a:lnTo>
                  <a:lnTo>
                    <a:pt x="4192" y="3209"/>
                  </a:lnTo>
                  <a:lnTo>
                    <a:pt x="4392" y="3249"/>
                  </a:lnTo>
                  <a:lnTo>
                    <a:pt x="4613" y="3289"/>
                  </a:lnTo>
                  <a:lnTo>
                    <a:pt x="4854" y="3289"/>
                  </a:lnTo>
                  <a:lnTo>
                    <a:pt x="4854" y="3289"/>
                  </a:lnTo>
                  <a:lnTo>
                    <a:pt x="5094" y="3289"/>
                  </a:lnTo>
                  <a:lnTo>
                    <a:pt x="5335" y="3249"/>
                  </a:lnTo>
                  <a:lnTo>
                    <a:pt x="5535" y="3209"/>
                  </a:lnTo>
                  <a:lnTo>
                    <a:pt x="5716" y="3149"/>
                  </a:lnTo>
                  <a:lnTo>
                    <a:pt x="5896" y="3068"/>
                  </a:lnTo>
                  <a:lnTo>
                    <a:pt x="6037" y="2988"/>
                  </a:lnTo>
                  <a:lnTo>
                    <a:pt x="6177" y="2888"/>
                  </a:lnTo>
                  <a:lnTo>
                    <a:pt x="6318" y="2768"/>
                  </a:lnTo>
                  <a:lnTo>
                    <a:pt x="6418" y="2647"/>
                  </a:lnTo>
                  <a:lnTo>
                    <a:pt x="6518" y="2527"/>
                  </a:lnTo>
                  <a:lnTo>
                    <a:pt x="6598" y="2387"/>
                  </a:lnTo>
                  <a:lnTo>
                    <a:pt x="6679" y="2246"/>
                  </a:lnTo>
                  <a:lnTo>
                    <a:pt x="6799" y="1945"/>
                  </a:lnTo>
                  <a:lnTo>
                    <a:pt x="6879" y="1645"/>
                  </a:lnTo>
                  <a:lnTo>
                    <a:pt x="6939" y="1344"/>
                  </a:lnTo>
                  <a:lnTo>
                    <a:pt x="6959" y="1043"/>
                  </a:lnTo>
                  <a:lnTo>
                    <a:pt x="6959" y="762"/>
                  </a:lnTo>
                  <a:lnTo>
                    <a:pt x="6959" y="501"/>
                  </a:lnTo>
                  <a:lnTo>
                    <a:pt x="6919" y="140"/>
                  </a:lnTo>
                  <a:lnTo>
                    <a:pt x="6899" y="0"/>
                  </a:lnTo>
                  <a:lnTo>
                    <a:pt x="9566" y="0"/>
                  </a:lnTo>
                  <a:lnTo>
                    <a:pt x="9566" y="0"/>
                  </a:lnTo>
                  <a:lnTo>
                    <a:pt x="9607" y="120"/>
                  </a:lnTo>
                  <a:lnTo>
                    <a:pt x="9647" y="441"/>
                  </a:lnTo>
                  <a:lnTo>
                    <a:pt x="9707" y="943"/>
                  </a:lnTo>
                  <a:lnTo>
                    <a:pt x="9727" y="1223"/>
                  </a:lnTo>
                  <a:lnTo>
                    <a:pt x="9727" y="1564"/>
                  </a:lnTo>
                  <a:lnTo>
                    <a:pt x="9707" y="1905"/>
                  </a:lnTo>
                  <a:lnTo>
                    <a:pt x="9687" y="2246"/>
                  </a:lnTo>
                  <a:lnTo>
                    <a:pt x="9627" y="2627"/>
                  </a:lnTo>
                  <a:lnTo>
                    <a:pt x="9546" y="2988"/>
                  </a:lnTo>
                  <a:lnTo>
                    <a:pt x="9426" y="3369"/>
                  </a:lnTo>
                  <a:lnTo>
                    <a:pt x="9286" y="3730"/>
                  </a:lnTo>
                  <a:lnTo>
                    <a:pt x="9085" y="4071"/>
                  </a:lnTo>
                  <a:lnTo>
                    <a:pt x="8985" y="4252"/>
                  </a:lnTo>
                  <a:lnTo>
                    <a:pt x="8865" y="441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21"/>
            <p:cNvSpPr/>
            <p:nvPr/>
          </p:nvSpPr>
          <p:spPr>
            <a:xfrm>
              <a:off x="11277725" y="3008638"/>
              <a:ext cx="221625" cy="154425"/>
            </a:xfrm>
            <a:custGeom>
              <a:avLst/>
              <a:gdLst/>
              <a:ahLst/>
              <a:cxnLst/>
              <a:rect l="l" t="t" r="r" b="b"/>
              <a:pathLst>
                <a:path w="8865" h="6177" extrusionOk="0">
                  <a:moveTo>
                    <a:pt x="141" y="0"/>
                  </a:moveTo>
                  <a:lnTo>
                    <a:pt x="121" y="100"/>
                  </a:lnTo>
                  <a:lnTo>
                    <a:pt x="81" y="421"/>
                  </a:lnTo>
                  <a:lnTo>
                    <a:pt x="21" y="902"/>
                  </a:lnTo>
                  <a:lnTo>
                    <a:pt x="0" y="1183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1" y="2226"/>
                  </a:lnTo>
                  <a:lnTo>
                    <a:pt x="101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2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3" y="4332"/>
                  </a:lnTo>
                  <a:lnTo>
                    <a:pt x="943" y="4512"/>
                  </a:lnTo>
                  <a:lnTo>
                    <a:pt x="1204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2006" y="5455"/>
                  </a:lnTo>
                  <a:lnTo>
                    <a:pt x="2267" y="5615"/>
                  </a:lnTo>
                  <a:lnTo>
                    <a:pt x="2547" y="5756"/>
                  </a:lnTo>
                  <a:lnTo>
                    <a:pt x="2808" y="5876"/>
                  </a:lnTo>
                  <a:lnTo>
                    <a:pt x="3069" y="5956"/>
                  </a:lnTo>
                  <a:lnTo>
                    <a:pt x="3329" y="6036"/>
                  </a:lnTo>
                  <a:lnTo>
                    <a:pt x="357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5295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8" y="6036"/>
                  </a:lnTo>
                  <a:lnTo>
                    <a:pt x="6659" y="5956"/>
                  </a:lnTo>
                  <a:lnTo>
                    <a:pt x="6919" y="5876"/>
                  </a:lnTo>
                  <a:lnTo>
                    <a:pt x="7180" y="5756"/>
                  </a:lnTo>
                  <a:lnTo>
                    <a:pt x="7441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63" y="5054"/>
                  </a:lnTo>
                  <a:lnTo>
                    <a:pt x="8524" y="4793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544" y="4613"/>
                  </a:lnTo>
                  <a:lnTo>
                    <a:pt x="8203" y="4813"/>
                  </a:lnTo>
                  <a:lnTo>
                    <a:pt x="7842" y="4954"/>
                  </a:lnTo>
                  <a:lnTo>
                    <a:pt x="7481" y="5094"/>
                  </a:lnTo>
                  <a:lnTo>
                    <a:pt x="7100" y="5194"/>
                  </a:lnTo>
                  <a:lnTo>
                    <a:pt x="6719" y="5274"/>
                  </a:lnTo>
                  <a:lnTo>
                    <a:pt x="6338" y="5314"/>
                  </a:lnTo>
                  <a:lnTo>
                    <a:pt x="5937" y="5335"/>
                  </a:lnTo>
                  <a:lnTo>
                    <a:pt x="5676" y="5314"/>
                  </a:lnTo>
                  <a:lnTo>
                    <a:pt x="5415" y="5294"/>
                  </a:lnTo>
                  <a:lnTo>
                    <a:pt x="5154" y="5274"/>
                  </a:lnTo>
                  <a:lnTo>
                    <a:pt x="4914" y="5214"/>
                  </a:lnTo>
                  <a:lnTo>
                    <a:pt x="4653" y="5154"/>
                  </a:lnTo>
                  <a:lnTo>
                    <a:pt x="4412" y="5074"/>
                  </a:lnTo>
                  <a:lnTo>
                    <a:pt x="4152" y="4994"/>
                  </a:lnTo>
                  <a:lnTo>
                    <a:pt x="3911" y="4893"/>
                  </a:lnTo>
                  <a:lnTo>
                    <a:pt x="3550" y="4693"/>
                  </a:lnTo>
                  <a:lnTo>
                    <a:pt x="3209" y="4472"/>
                  </a:lnTo>
                  <a:lnTo>
                    <a:pt x="2908" y="4252"/>
                  </a:lnTo>
                  <a:lnTo>
                    <a:pt x="2648" y="3991"/>
                  </a:lnTo>
                  <a:lnTo>
                    <a:pt x="2427" y="3710"/>
                  </a:lnTo>
                  <a:lnTo>
                    <a:pt x="2227" y="3429"/>
                  </a:lnTo>
                  <a:lnTo>
                    <a:pt x="2066" y="3129"/>
                  </a:lnTo>
                  <a:lnTo>
                    <a:pt x="1946" y="2808"/>
                  </a:lnTo>
                  <a:lnTo>
                    <a:pt x="1825" y="2487"/>
                  </a:lnTo>
                  <a:lnTo>
                    <a:pt x="1765" y="2146"/>
                  </a:lnTo>
                  <a:lnTo>
                    <a:pt x="1725" y="1805"/>
                  </a:lnTo>
                  <a:lnTo>
                    <a:pt x="1705" y="1444"/>
                  </a:lnTo>
                  <a:lnTo>
                    <a:pt x="1705" y="1083"/>
                  </a:lnTo>
                  <a:lnTo>
                    <a:pt x="1745" y="722"/>
                  </a:lnTo>
                  <a:lnTo>
                    <a:pt x="1805" y="361"/>
                  </a:lnTo>
                  <a:lnTo>
                    <a:pt x="190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21"/>
            <p:cNvSpPr/>
            <p:nvPr/>
          </p:nvSpPr>
          <p:spPr>
            <a:xfrm>
              <a:off x="11277725" y="3008638"/>
              <a:ext cx="221625" cy="154425"/>
            </a:xfrm>
            <a:custGeom>
              <a:avLst/>
              <a:gdLst/>
              <a:ahLst/>
              <a:cxnLst/>
              <a:rect l="l" t="t" r="r" b="b"/>
              <a:pathLst>
                <a:path w="8865" h="6177" fill="none" extrusionOk="0">
                  <a:moveTo>
                    <a:pt x="1906" y="0"/>
                  </a:moveTo>
                  <a:lnTo>
                    <a:pt x="141" y="0"/>
                  </a:lnTo>
                  <a:lnTo>
                    <a:pt x="141" y="0"/>
                  </a:lnTo>
                  <a:lnTo>
                    <a:pt x="121" y="100"/>
                  </a:lnTo>
                  <a:lnTo>
                    <a:pt x="81" y="421"/>
                  </a:lnTo>
                  <a:lnTo>
                    <a:pt x="21" y="902"/>
                  </a:lnTo>
                  <a:lnTo>
                    <a:pt x="0" y="1183"/>
                  </a:lnTo>
                  <a:lnTo>
                    <a:pt x="0" y="1484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1" y="2226"/>
                  </a:lnTo>
                  <a:lnTo>
                    <a:pt x="101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2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3" y="4332"/>
                  </a:lnTo>
                  <a:lnTo>
                    <a:pt x="943" y="4512"/>
                  </a:lnTo>
                  <a:lnTo>
                    <a:pt x="943" y="4512"/>
                  </a:lnTo>
                  <a:lnTo>
                    <a:pt x="1204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2006" y="5455"/>
                  </a:lnTo>
                  <a:lnTo>
                    <a:pt x="2267" y="5615"/>
                  </a:lnTo>
                  <a:lnTo>
                    <a:pt x="2547" y="5756"/>
                  </a:lnTo>
                  <a:lnTo>
                    <a:pt x="2808" y="5876"/>
                  </a:lnTo>
                  <a:lnTo>
                    <a:pt x="3069" y="5956"/>
                  </a:lnTo>
                  <a:lnTo>
                    <a:pt x="3329" y="6036"/>
                  </a:lnTo>
                  <a:lnTo>
                    <a:pt x="357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4753" y="6177"/>
                  </a:lnTo>
                  <a:lnTo>
                    <a:pt x="4753" y="6177"/>
                  </a:lnTo>
                  <a:lnTo>
                    <a:pt x="4854" y="6177"/>
                  </a:lnTo>
                  <a:lnTo>
                    <a:pt x="4854" y="6177"/>
                  </a:lnTo>
                  <a:lnTo>
                    <a:pt x="4974" y="6177"/>
                  </a:lnTo>
                  <a:lnTo>
                    <a:pt x="4974" y="6177"/>
                  </a:lnTo>
                  <a:lnTo>
                    <a:pt x="5295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8" y="6036"/>
                  </a:lnTo>
                  <a:lnTo>
                    <a:pt x="6659" y="5956"/>
                  </a:lnTo>
                  <a:lnTo>
                    <a:pt x="6919" y="5876"/>
                  </a:lnTo>
                  <a:lnTo>
                    <a:pt x="7180" y="5756"/>
                  </a:lnTo>
                  <a:lnTo>
                    <a:pt x="7441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63" y="5054"/>
                  </a:lnTo>
                  <a:lnTo>
                    <a:pt x="8524" y="4793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865" y="4412"/>
                  </a:lnTo>
                  <a:lnTo>
                    <a:pt x="8544" y="4613"/>
                  </a:lnTo>
                  <a:lnTo>
                    <a:pt x="8203" y="4813"/>
                  </a:lnTo>
                  <a:lnTo>
                    <a:pt x="7842" y="4954"/>
                  </a:lnTo>
                  <a:lnTo>
                    <a:pt x="7481" y="5094"/>
                  </a:lnTo>
                  <a:lnTo>
                    <a:pt x="7100" y="5194"/>
                  </a:lnTo>
                  <a:lnTo>
                    <a:pt x="6719" y="5274"/>
                  </a:lnTo>
                  <a:lnTo>
                    <a:pt x="6338" y="5314"/>
                  </a:lnTo>
                  <a:lnTo>
                    <a:pt x="5937" y="5335"/>
                  </a:lnTo>
                  <a:lnTo>
                    <a:pt x="5937" y="5335"/>
                  </a:lnTo>
                  <a:lnTo>
                    <a:pt x="5676" y="5314"/>
                  </a:lnTo>
                  <a:lnTo>
                    <a:pt x="5415" y="5294"/>
                  </a:lnTo>
                  <a:lnTo>
                    <a:pt x="5154" y="5274"/>
                  </a:lnTo>
                  <a:lnTo>
                    <a:pt x="4914" y="5214"/>
                  </a:lnTo>
                  <a:lnTo>
                    <a:pt x="4653" y="5154"/>
                  </a:lnTo>
                  <a:lnTo>
                    <a:pt x="4412" y="5074"/>
                  </a:lnTo>
                  <a:lnTo>
                    <a:pt x="4152" y="4994"/>
                  </a:lnTo>
                  <a:lnTo>
                    <a:pt x="3911" y="4893"/>
                  </a:lnTo>
                  <a:lnTo>
                    <a:pt x="3911" y="4893"/>
                  </a:lnTo>
                  <a:lnTo>
                    <a:pt x="3550" y="4693"/>
                  </a:lnTo>
                  <a:lnTo>
                    <a:pt x="3209" y="4472"/>
                  </a:lnTo>
                  <a:lnTo>
                    <a:pt x="2908" y="4252"/>
                  </a:lnTo>
                  <a:lnTo>
                    <a:pt x="2648" y="3991"/>
                  </a:lnTo>
                  <a:lnTo>
                    <a:pt x="2427" y="3710"/>
                  </a:lnTo>
                  <a:lnTo>
                    <a:pt x="2227" y="3429"/>
                  </a:lnTo>
                  <a:lnTo>
                    <a:pt x="2066" y="3129"/>
                  </a:lnTo>
                  <a:lnTo>
                    <a:pt x="1946" y="2808"/>
                  </a:lnTo>
                  <a:lnTo>
                    <a:pt x="1825" y="2487"/>
                  </a:lnTo>
                  <a:lnTo>
                    <a:pt x="1765" y="2146"/>
                  </a:lnTo>
                  <a:lnTo>
                    <a:pt x="1725" y="1805"/>
                  </a:lnTo>
                  <a:lnTo>
                    <a:pt x="1705" y="1444"/>
                  </a:lnTo>
                  <a:lnTo>
                    <a:pt x="1705" y="1083"/>
                  </a:lnTo>
                  <a:lnTo>
                    <a:pt x="1745" y="722"/>
                  </a:lnTo>
                  <a:lnTo>
                    <a:pt x="1805" y="361"/>
                  </a:lnTo>
                  <a:lnTo>
                    <a:pt x="190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21"/>
            <p:cNvSpPr/>
            <p:nvPr/>
          </p:nvSpPr>
          <p:spPr>
            <a:xfrm>
              <a:off x="11088700" y="3285888"/>
              <a:ext cx="142925" cy="211600"/>
            </a:xfrm>
            <a:custGeom>
              <a:avLst/>
              <a:gdLst/>
              <a:ahLst/>
              <a:cxnLst/>
              <a:rect l="l" t="t" r="r" b="b"/>
              <a:pathLst>
                <a:path w="5717" h="8464" extrusionOk="0">
                  <a:moveTo>
                    <a:pt x="2869" y="0"/>
                  </a:moveTo>
                  <a:lnTo>
                    <a:pt x="2568" y="20"/>
                  </a:lnTo>
                  <a:lnTo>
                    <a:pt x="2287" y="60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505" y="341"/>
                  </a:lnTo>
                  <a:lnTo>
                    <a:pt x="1264" y="482"/>
                  </a:lnTo>
                  <a:lnTo>
                    <a:pt x="1044" y="642"/>
                  </a:lnTo>
                  <a:lnTo>
                    <a:pt x="843" y="842"/>
                  </a:lnTo>
                  <a:lnTo>
                    <a:pt x="663" y="1043"/>
                  </a:lnTo>
                  <a:lnTo>
                    <a:pt x="482" y="1264"/>
                  </a:lnTo>
                  <a:lnTo>
                    <a:pt x="342" y="1484"/>
                  </a:lnTo>
                  <a:lnTo>
                    <a:pt x="222" y="1745"/>
                  </a:lnTo>
                  <a:lnTo>
                    <a:pt x="141" y="2006"/>
                  </a:lnTo>
                  <a:lnTo>
                    <a:pt x="61" y="2286"/>
                  </a:lnTo>
                  <a:lnTo>
                    <a:pt x="21" y="2567"/>
                  </a:lnTo>
                  <a:lnTo>
                    <a:pt x="1" y="2848"/>
                  </a:lnTo>
                  <a:lnTo>
                    <a:pt x="1" y="5595"/>
                  </a:lnTo>
                  <a:lnTo>
                    <a:pt x="21" y="5896"/>
                  </a:lnTo>
                  <a:lnTo>
                    <a:pt x="61" y="6177"/>
                  </a:lnTo>
                  <a:lnTo>
                    <a:pt x="141" y="6458"/>
                  </a:lnTo>
                  <a:lnTo>
                    <a:pt x="222" y="6718"/>
                  </a:lnTo>
                  <a:lnTo>
                    <a:pt x="342" y="6959"/>
                  </a:lnTo>
                  <a:lnTo>
                    <a:pt x="482" y="7200"/>
                  </a:lnTo>
                  <a:lnTo>
                    <a:pt x="663" y="7420"/>
                  </a:lnTo>
                  <a:lnTo>
                    <a:pt x="843" y="7621"/>
                  </a:lnTo>
                  <a:lnTo>
                    <a:pt x="1044" y="7801"/>
                  </a:lnTo>
                  <a:lnTo>
                    <a:pt x="1264" y="7982"/>
                  </a:lnTo>
                  <a:lnTo>
                    <a:pt x="1505" y="8122"/>
                  </a:lnTo>
                  <a:lnTo>
                    <a:pt x="1746" y="8243"/>
                  </a:lnTo>
                  <a:lnTo>
                    <a:pt x="2006" y="8323"/>
                  </a:lnTo>
                  <a:lnTo>
                    <a:pt x="2287" y="8403"/>
                  </a:lnTo>
                  <a:lnTo>
                    <a:pt x="2568" y="8443"/>
                  </a:lnTo>
                  <a:lnTo>
                    <a:pt x="2869" y="8463"/>
                  </a:lnTo>
                  <a:lnTo>
                    <a:pt x="3170" y="8443"/>
                  </a:lnTo>
                  <a:lnTo>
                    <a:pt x="3470" y="8403"/>
                  </a:lnTo>
                  <a:lnTo>
                    <a:pt x="3751" y="8323"/>
                  </a:lnTo>
                  <a:lnTo>
                    <a:pt x="4032" y="8203"/>
                  </a:lnTo>
                  <a:lnTo>
                    <a:pt x="4293" y="8082"/>
                  </a:lnTo>
                  <a:lnTo>
                    <a:pt x="4533" y="7922"/>
                  </a:lnTo>
                  <a:lnTo>
                    <a:pt x="4754" y="7741"/>
                  </a:lnTo>
                  <a:lnTo>
                    <a:pt x="4954" y="7541"/>
                  </a:lnTo>
                  <a:lnTo>
                    <a:pt x="5135" y="7340"/>
                  </a:lnTo>
                  <a:lnTo>
                    <a:pt x="5275" y="7120"/>
                  </a:lnTo>
                  <a:lnTo>
                    <a:pt x="5416" y="6899"/>
                  </a:lnTo>
                  <a:lnTo>
                    <a:pt x="5516" y="6658"/>
                  </a:lnTo>
                  <a:lnTo>
                    <a:pt x="5596" y="6398"/>
                  </a:lnTo>
                  <a:lnTo>
                    <a:pt x="5656" y="6157"/>
                  </a:lnTo>
                  <a:lnTo>
                    <a:pt x="5696" y="5876"/>
                  </a:lnTo>
                  <a:lnTo>
                    <a:pt x="5716" y="5595"/>
                  </a:lnTo>
                  <a:lnTo>
                    <a:pt x="5716" y="2848"/>
                  </a:lnTo>
                  <a:lnTo>
                    <a:pt x="5696" y="2567"/>
                  </a:lnTo>
                  <a:lnTo>
                    <a:pt x="5656" y="2286"/>
                  </a:lnTo>
                  <a:lnTo>
                    <a:pt x="5596" y="2006"/>
                  </a:lnTo>
                  <a:lnTo>
                    <a:pt x="5496" y="1745"/>
                  </a:lnTo>
                  <a:lnTo>
                    <a:pt x="5376" y="1484"/>
                  </a:lnTo>
                  <a:lnTo>
                    <a:pt x="5235" y="1264"/>
                  </a:lnTo>
                  <a:lnTo>
                    <a:pt x="5055" y="1043"/>
                  </a:lnTo>
                  <a:lnTo>
                    <a:pt x="4874" y="842"/>
                  </a:lnTo>
                  <a:lnTo>
                    <a:pt x="4654" y="642"/>
                  </a:lnTo>
                  <a:lnTo>
                    <a:pt x="4413" y="461"/>
                  </a:lnTo>
                  <a:lnTo>
                    <a:pt x="4152" y="301"/>
                  </a:lnTo>
                  <a:lnTo>
                    <a:pt x="3871" y="181"/>
                  </a:lnTo>
                  <a:lnTo>
                    <a:pt x="3631" y="100"/>
                  </a:lnTo>
                  <a:lnTo>
                    <a:pt x="3390" y="40"/>
                  </a:lnTo>
                  <a:lnTo>
                    <a:pt x="3129" y="20"/>
                  </a:lnTo>
                  <a:lnTo>
                    <a:pt x="28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21"/>
            <p:cNvSpPr/>
            <p:nvPr/>
          </p:nvSpPr>
          <p:spPr>
            <a:xfrm>
              <a:off x="11088700" y="3285888"/>
              <a:ext cx="142925" cy="211600"/>
            </a:xfrm>
            <a:custGeom>
              <a:avLst/>
              <a:gdLst/>
              <a:ahLst/>
              <a:cxnLst/>
              <a:rect l="l" t="t" r="r" b="b"/>
              <a:pathLst>
                <a:path w="5717" h="8464" fill="none" extrusionOk="0">
                  <a:moveTo>
                    <a:pt x="5716" y="2848"/>
                  </a:moveTo>
                  <a:lnTo>
                    <a:pt x="5716" y="5595"/>
                  </a:lnTo>
                  <a:lnTo>
                    <a:pt x="5716" y="5595"/>
                  </a:lnTo>
                  <a:lnTo>
                    <a:pt x="5696" y="5876"/>
                  </a:lnTo>
                  <a:lnTo>
                    <a:pt x="5656" y="6157"/>
                  </a:lnTo>
                  <a:lnTo>
                    <a:pt x="5596" y="6398"/>
                  </a:lnTo>
                  <a:lnTo>
                    <a:pt x="5516" y="6658"/>
                  </a:lnTo>
                  <a:lnTo>
                    <a:pt x="5416" y="6899"/>
                  </a:lnTo>
                  <a:lnTo>
                    <a:pt x="5275" y="7120"/>
                  </a:lnTo>
                  <a:lnTo>
                    <a:pt x="5135" y="7340"/>
                  </a:lnTo>
                  <a:lnTo>
                    <a:pt x="4954" y="7541"/>
                  </a:lnTo>
                  <a:lnTo>
                    <a:pt x="4954" y="7541"/>
                  </a:lnTo>
                  <a:lnTo>
                    <a:pt x="4754" y="7741"/>
                  </a:lnTo>
                  <a:lnTo>
                    <a:pt x="4533" y="7922"/>
                  </a:lnTo>
                  <a:lnTo>
                    <a:pt x="4293" y="8082"/>
                  </a:lnTo>
                  <a:lnTo>
                    <a:pt x="4032" y="8203"/>
                  </a:lnTo>
                  <a:lnTo>
                    <a:pt x="3751" y="8323"/>
                  </a:lnTo>
                  <a:lnTo>
                    <a:pt x="3470" y="8403"/>
                  </a:lnTo>
                  <a:lnTo>
                    <a:pt x="3170" y="8443"/>
                  </a:lnTo>
                  <a:lnTo>
                    <a:pt x="2869" y="8463"/>
                  </a:lnTo>
                  <a:lnTo>
                    <a:pt x="2869" y="8463"/>
                  </a:lnTo>
                  <a:lnTo>
                    <a:pt x="2568" y="8443"/>
                  </a:lnTo>
                  <a:lnTo>
                    <a:pt x="2287" y="8403"/>
                  </a:lnTo>
                  <a:lnTo>
                    <a:pt x="2006" y="8323"/>
                  </a:lnTo>
                  <a:lnTo>
                    <a:pt x="1746" y="8243"/>
                  </a:lnTo>
                  <a:lnTo>
                    <a:pt x="1505" y="8122"/>
                  </a:lnTo>
                  <a:lnTo>
                    <a:pt x="1264" y="7982"/>
                  </a:lnTo>
                  <a:lnTo>
                    <a:pt x="1044" y="7801"/>
                  </a:lnTo>
                  <a:lnTo>
                    <a:pt x="843" y="7621"/>
                  </a:lnTo>
                  <a:lnTo>
                    <a:pt x="843" y="7621"/>
                  </a:lnTo>
                  <a:lnTo>
                    <a:pt x="663" y="7420"/>
                  </a:lnTo>
                  <a:lnTo>
                    <a:pt x="482" y="7200"/>
                  </a:lnTo>
                  <a:lnTo>
                    <a:pt x="342" y="6959"/>
                  </a:lnTo>
                  <a:lnTo>
                    <a:pt x="222" y="6718"/>
                  </a:lnTo>
                  <a:lnTo>
                    <a:pt x="141" y="6458"/>
                  </a:lnTo>
                  <a:lnTo>
                    <a:pt x="61" y="6177"/>
                  </a:lnTo>
                  <a:lnTo>
                    <a:pt x="21" y="5896"/>
                  </a:lnTo>
                  <a:lnTo>
                    <a:pt x="1" y="5595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21" y="2567"/>
                  </a:lnTo>
                  <a:lnTo>
                    <a:pt x="61" y="2286"/>
                  </a:lnTo>
                  <a:lnTo>
                    <a:pt x="141" y="2006"/>
                  </a:lnTo>
                  <a:lnTo>
                    <a:pt x="222" y="1745"/>
                  </a:lnTo>
                  <a:lnTo>
                    <a:pt x="342" y="1484"/>
                  </a:lnTo>
                  <a:lnTo>
                    <a:pt x="482" y="1264"/>
                  </a:lnTo>
                  <a:lnTo>
                    <a:pt x="663" y="1043"/>
                  </a:lnTo>
                  <a:lnTo>
                    <a:pt x="843" y="842"/>
                  </a:lnTo>
                  <a:lnTo>
                    <a:pt x="1044" y="642"/>
                  </a:lnTo>
                  <a:lnTo>
                    <a:pt x="1264" y="482"/>
                  </a:lnTo>
                  <a:lnTo>
                    <a:pt x="1505" y="341"/>
                  </a:lnTo>
                  <a:lnTo>
                    <a:pt x="1746" y="221"/>
                  </a:lnTo>
                  <a:lnTo>
                    <a:pt x="2006" y="121"/>
                  </a:lnTo>
                  <a:lnTo>
                    <a:pt x="2287" y="60"/>
                  </a:lnTo>
                  <a:lnTo>
                    <a:pt x="2568" y="20"/>
                  </a:lnTo>
                  <a:lnTo>
                    <a:pt x="2869" y="0"/>
                  </a:lnTo>
                  <a:lnTo>
                    <a:pt x="2869" y="0"/>
                  </a:lnTo>
                  <a:lnTo>
                    <a:pt x="3129" y="20"/>
                  </a:lnTo>
                  <a:lnTo>
                    <a:pt x="3390" y="40"/>
                  </a:lnTo>
                  <a:lnTo>
                    <a:pt x="3631" y="100"/>
                  </a:lnTo>
                  <a:lnTo>
                    <a:pt x="3871" y="181"/>
                  </a:lnTo>
                  <a:lnTo>
                    <a:pt x="3871" y="181"/>
                  </a:lnTo>
                  <a:lnTo>
                    <a:pt x="4152" y="301"/>
                  </a:lnTo>
                  <a:lnTo>
                    <a:pt x="4413" y="461"/>
                  </a:lnTo>
                  <a:lnTo>
                    <a:pt x="4654" y="642"/>
                  </a:lnTo>
                  <a:lnTo>
                    <a:pt x="4874" y="842"/>
                  </a:lnTo>
                  <a:lnTo>
                    <a:pt x="4874" y="842"/>
                  </a:lnTo>
                  <a:lnTo>
                    <a:pt x="5055" y="1043"/>
                  </a:lnTo>
                  <a:lnTo>
                    <a:pt x="5235" y="1264"/>
                  </a:lnTo>
                  <a:lnTo>
                    <a:pt x="5376" y="1484"/>
                  </a:lnTo>
                  <a:lnTo>
                    <a:pt x="5496" y="1745"/>
                  </a:lnTo>
                  <a:lnTo>
                    <a:pt x="5596" y="2006"/>
                  </a:lnTo>
                  <a:lnTo>
                    <a:pt x="5656" y="2286"/>
                  </a:lnTo>
                  <a:lnTo>
                    <a:pt x="5696" y="2567"/>
                  </a:lnTo>
                  <a:lnTo>
                    <a:pt x="5716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21"/>
            <p:cNvSpPr/>
            <p:nvPr/>
          </p:nvSpPr>
          <p:spPr>
            <a:xfrm>
              <a:off x="11139850" y="3285888"/>
              <a:ext cx="72725" cy="211600"/>
            </a:xfrm>
            <a:custGeom>
              <a:avLst/>
              <a:gdLst/>
              <a:ahLst/>
              <a:cxnLst/>
              <a:rect l="l" t="t" r="r" b="b"/>
              <a:pathLst>
                <a:path w="2909" h="8464" extrusionOk="0">
                  <a:moveTo>
                    <a:pt x="602" y="0"/>
                  </a:moveTo>
                  <a:lnTo>
                    <a:pt x="402" y="20"/>
                  </a:lnTo>
                  <a:lnTo>
                    <a:pt x="201" y="60"/>
                  </a:lnTo>
                  <a:lnTo>
                    <a:pt x="0" y="121"/>
                  </a:lnTo>
                  <a:lnTo>
                    <a:pt x="101" y="582"/>
                  </a:lnTo>
                  <a:lnTo>
                    <a:pt x="161" y="1043"/>
                  </a:lnTo>
                  <a:lnTo>
                    <a:pt x="201" y="1524"/>
                  </a:lnTo>
                  <a:lnTo>
                    <a:pt x="221" y="2006"/>
                  </a:lnTo>
                  <a:lnTo>
                    <a:pt x="221" y="8403"/>
                  </a:lnTo>
                  <a:lnTo>
                    <a:pt x="522" y="8443"/>
                  </a:lnTo>
                  <a:lnTo>
                    <a:pt x="823" y="8463"/>
                  </a:lnTo>
                  <a:lnTo>
                    <a:pt x="1124" y="8443"/>
                  </a:lnTo>
                  <a:lnTo>
                    <a:pt x="1424" y="8403"/>
                  </a:lnTo>
                  <a:lnTo>
                    <a:pt x="1705" y="8323"/>
                  </a:lnTo>
                  <a:lnTo>
                    <a:pt x="1986" y="8203"/>
                  </a:lnTo>
                  <a:lnTo>
                    <a:pt x="2247" y="8082"/>
                  </a:lnTo>
                  <a:lnTo>
                    <a:pt x="2487" y="7922"/>
                  </a:lnTo>
                  <a:lnTo>
                    <a:pt x="2708" y="7741"/>
                  </a:lnTo>
                  <a:lnTo>
                    <a:pt x="2908" y="7541"/>
                  </a:lnTo>
                  <a:lnTo>
                    <a:pt x="2788" y="7460"/>
                  </a:lnTo>
                  <a:lnTo>
                    <a:pt x="2628" y="7360"/>
                  </a:lnTo>
                  <a:lnTo>
                    <a:pt x="2507" y="7240"/>
                  </a:lnTo>
                  <a:lnTo>
                    <a:pt x="2367" y="7100"/>
                  </a:lnTo>
                  <a:lnTo>
                    <a:pt x="2267" y="6959"/>
                  </a:lnTo>
                  <a:lnTo>
                    <a:pt x="2066" y="6658"/>
                  </a:lnTo>
                  <a:lnTo>
                    <a:pt x="1886" y="6337"/>
                  </a:lnTo>
                  <a:lnTo>
                    <a:pt x="1765" y="5997"/>
                  </a:lnTo>
                  <a:lnTo>
                    <a:pt x="1645" y="5656"/>
                  </a:lnTo>
                  <a:lnTo>
                    <a:pt x="1545" y="5295"/>
                  </a:lnTo>
                  <a:lnTo>
                    <a:pt x="1464" y="4954"/>
                  </a:lnTo>
                  <a:lnTo>
                    <a:pt x="1384" y="4533"/>
                  </a:lnTo>
                  <a:lnTo>
                    <a:pt x="1304" y="3971"/>
                  </a:lnTo>
                  <a:lnTo>
                    <a:pt x="1244" y="3309"/>
                  </a:lnTo>
                  <a:lnTo>
                    <a:pt x="1224" y="2968"/>
                  </a:lnTo>
                  <a:lnTo>
                    <a:pt x="1224" y="2607"/>
                  </a:lnTo>
                  <a:lnTo>
                    <a:pt x="1224" y="2266"/>
                  </a:lnTo>
                  <a:lnTo>
                    <a:pt x="1264" y="1905"/>
                  </a:lnTo>
                  <a:lnTo>
                    <a:pt x="1304" y="1564"/>
                  </a:lnTo>
                  <a:lnTo>
                    <a:pt x="1364" y="1244"/>
                  </a:lnTo>
                  <a:lnTo>
                    <a:pt x="1444" y="943"/>
                  </a:lnTo>
                  <a:lnTo>
                    <a:pt x="1545" y="662"/>
                  </a:lnTo>
                  <a:lnTo>
                    <a:pt x="1685" y="401"/>
                  </a:lnTo>
                  <a:lnTo>
                    <a:pt x="1825" y="181"/>
                  </a:lnTo>
                  <a:lnTo>
                    <a:pt x="1585" y="100"/>
                  </a:lnTo>
                  <a:lnTo>
                    <a:pt x="1344" y="40"/>
                  </a:lnTo>
                  <a:lnTo>
                    <a:pt x="1083" y="20"/>
                  </a:lnTo>
                  <a:lnTo>
                    <a:pt x="82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21"/>
            <p:cNvSpPr/>
            <p:nvPr/>
          </p:nvSpPr>
          <p:spPr>
            <a:xfrm>
              <a:off x="11139850" y="3285888"/>
              <a:ext cx="72725" cy="211600"/>
            </a:xfrm>
            <a:custGeom>
              <a:avLst/>
              <a:gdLst/>
              <a:ahLst/>
              <a:cxnLst/>
              <a:rect l="l" t="t" r="r" b="b"/>
              <a:pathLst>
                <a:path w="2909" h="8464" fill="none" extrusionOk="0">
                  <a:moveTo>
                    <a:pt x="823" y="0"/>
                  </a:moveTo>
                  <a:lnTo>
                    <a:pt x="823" y="0"/>
                  </a:lnTo>
                  <a:lnTo>
                    <a:pt x="602" y="0"/>
                  </a:lnTo>
                  <a:lnTo>
                    <a:pt x="402" y="20"/>
                  </a:lnTo>
                  <a:lnTo>
                    <a:pt x="201" y="60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101" y="582"/>
                  </a:lnTo>
                  <a:lnTo>
                    <a:pt x="161" y="1043"/>
                  </a:lnTo>
                  <a:lnTo>
                    <a:pt x="201" y="1524"/>
                  </a:lnTo>
                  <a:lnTo>
                    <a:pt x="221" y="2006"/>
                  </a:lnTo>
                  <a:lnTo>
                    <a:pt x="221" y="8403"/>
                  </a:lnTo>
                  <a:lnTo>
                    <a:pt x="221" y="8403"/>
                  </a:lnTo>
                  <a:lnTo>
                    <a:pt x="522" y="8443"/>
                  </a:lnTo>
                  <a:lnTo>
                    <a:pt x="823" y="8463"/>
                  </a:lnTo>
                  <a:lnTo>
                    <a:pt x="823" y="8463"/>
                  </a:lnTo>
                  <a:lnTo>
                    <a:pt x="1124" y="8443"/>
                  </a:lnTo>
                  <a:lnTo>
                    <a:pt x="1424" y="8403"/>
                  </a:lnTo>
                  <a:lnTo>
                    <a:pt x="1705" y="8323"/>
                  </a:lnTo>
                  <a:lnTo>
                    <a:pt x="1986" y="8203"/>
                  </a:lnTo>
                  <a:lnTo>
                    <a:pt x="2247" y="8082"/>
                  </a:lnTo>
                  <a:lnTo>
                    <a:pt x="2487" y="7922"/>
                  </a:lnTo>
                  <a:lnTo>
                    <a:pt x="2708" y="7741"/>
                  </a:lnTo>
                  <a:lnTo>
                    <a:pt x="2908" y="7541"/>
                  </a:lnTo>
                  <a:lnTo>
                    <a:pt x="2908" y="7541"/>
                  </a:lnTo>
                  <a:lnTo>
                    <a:pt x="2788" y="7460"/>
                  </a:lnTo>
                  <a:lnTo>
                    <a:pt x="2788" y="7460"/>
                  </a:lnTo>
                  <a:lnTo>
                    <a:pt x="2628" y="7360"/>
                  </a:lnTo>
                  <a:lnTo>
                    <a:pt x="2507" y="7240"/>
                  </a:lnTo>
                  <a:lnTo>
                    <a:pt x="2367" y="7100"/>
                  </a:lnTo>
                  <a:lnTo>
                    <a:pt x="2267" y="6959"/>
                  </a:lnTo>
                  <a:lnTo>
                    <a:pt x="2066" y="6658"/>
                  </a:lnTo>
                  <a:lnTo>
                    <a:pt x="1886" y="6337"/>
                  </a:lnTo>
                  <a:lnTo>
                    <a:pt x="1765" y="5997"/>
                  </a:lnTo>
                  <a:lnTo>
                    <a:pt x="1645" y="5656"/>
                  </a:lnTo>
                  <a:lnTo>
                    <a:pt x="1545" y="5295"/>
                  </a:lnTo>
                  <a:lnTo>
                    <a:pt x="1464" y="4954"/>
                  </a:lnTo>
                  <a:lnTo>
                    <a:pt x="1464" y="4954"/>
                  </a:lnTo>
                  <a:lnTo>
                    <a:pt x="1384" y="4533"/>
                  </a:lnTo>
                  <a:lnTo>
                    <a:pt x="1304" y="3971"/>
                  </a:lnTo>
                  <a:lnTo>
                    <a:pt x="1244" y="3309"/>
                  </a:lnTo>
                  <a:lnTo>
                    <a:pt x="1224" y="2968"/>
                  </a:lnTo>
                  <a:lnTo>
                    <a:pt x="1224" y="2607"/>
                  </a:lnTo>
                  <a:lnTo>
                    <a:pt x="1224" y="2266"/>
                  </a:lnTo>
                  <a:lnTo>
                    <a:pt x="1264" y="1905"/>
                  </a:lnTo>
                  <a:lnTo>
                    <a:pt x="1304" y="1564"/>
                  </a:lnTo>
                  <a:lnTo>
                    <a:pt x="1364" y="1244"/>
                  </a:lnTo>
                  <a:lnTo>
                    <a:pt x="1444" y="943"/>
                  </a:lnTo>
                  <a:lnTo>
                    <a:pt x="1545" y="662"/>
                  </a:lnTo>
                  <a:lnTo>
                    <a:pt x="1685" y="401"/>
                  </a:lnTo>
                  <a:lnTo>
                    <a:pt x="1825" y="181"/>
                  </a:lnTo>
                  <a:lnTo>
                    <a:pt x="1825" y="181"/>
                  </a:lnTo>
                  <a:lnTo>
                    <a:pt x="1585" y="100"/>
                  </a:lnTo>
                  <a:lnTo>
                    <a:pt x="1344" y="40"/>
                  </a:lnTo>
                  <a:lnTo>
                    <a:pt x="1083" y="20"/>
                  </a:lnTo>
                  <a:lnTo>
                    <a:pt x="8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21"/>
            <p:cNvSpPr/>
            <p:nvPr/>
          </p:nvSpPr>
          <p:spPr>
            <a:xfrm>
              <a:off x="10603400" y="2300713"/>
              <a:ext cx="76225" cy="76225"/>
            </a:xfrm>
            <a:custGeom>
              <a:avLst/>
              <a:gdLst/>
              <a:ahLst/>
              <a:cxnLst/>
              <a:rect l="l" t="t" r="r" b="b"/>
              <a:pathLst>
                <a:path w="3049" h="3049" extrusionOk="0">
                  <a:moveTo>
                    <a:pt x="1464" y="0"/>
                  </a:moveTo>
                  <a:lnTo>
                    <a:pt x="1284" y="20"/>
                  </a:lnTo>
                  <a:lnTo>
                    <a:pt x="1123" y="60"/>
                  </a:lnTo>
                  <a:lnTo>
                    <a:pt x="963" y="120"/>
                  </a:lnTo>
                  <a:lnTo>
                    <a:pt x="822" y="180"/>
                  </a:lnTo>
                  <a:lnTo>
                    <a:pt x="682" y="261"/>
                  </a:lnTo>
                  <a:lnTo>
                    <a:pt x="542" y="361"/>
                  </a:lnTo>
                  <a:lnTo>
                    <a:pt x="441" y="481"/>
                  </a:lnTo>
                  <a:lnTo>
                    <a:pt x="321" y="622"/>
                  </a:lnTo>
                  <a:lnTo>
                    <a:pt x="241" y="742"/>
                  </a:lnTo>
                  <a:lnTo>
                    <a:pt x="161" y="902"/>
                  </a:lnTo>
                  <a:lnTo>
                    <a:pt x="100" y="1043"/>
                  </a:lnTo>
                  <a:lnTo>
                    <a:pt x="40" y="1223"/>
                  </a:lnTo>
                  <a:lnTo>
                    <a:pt x="20" y="1384"/>
                  </a:lnTo>
                  <a:lnTo>
                    <a:pt x="0" y="1564"/>
                  </a:lnTo>
                  <a:lnTo>
                    <a:pt x="20" y="1725"/>
                  </a:lnTo>
                  <a:lnTo>
                    <a:pt x="40" y="1865"/>
                  </a:lnTo>
                  <a:lnTo>
                    <a:pt x="80" y="1985"/>
                  </a:lnTo>
                  <a:lnTo>
                    <a:pt x="121" y="2126"/>
                  </a:lnTo>
                  <a:lnTo>
                    <a:pt x="181" y="2246"/>
                  </a:lnTo>
                  <a:lnTo>
                    <a:pt x="261" y="2366"/>
                  </a:lnTo>
                  <a:lnTo>
                    <a:pt x="341" y="2467"/>
                  </a:lnTo>
                  <a:lnTo>
                    <a:pt x="441" y="2587"/>
                  </a:lnTo>
                  <a:lnTo>
                    <a:pt x="542" y="2687"/>
                  </a:lnTo>
                  <a:lnTo>
                    <a:pt x="662" y="2768"/>
                  </a:lnTo>
                  <a:lnTo>
                    <a:pt x="782" y="2848"/>
                  </a:lnTo>
                  <a:lnTo>
                    <a:pt x="923" y="2908"/>
                  </a:lnTo>
                  <a:lnTo>
                    <a:pt x="1063" y="2968"/>
                  </a:lnTo>
                  <a:lnTo>
                    <a:pt x="1223" y="3008"/>
                  </a:lnTo>
                  <a:lnTo>
                    <a:pt x="1384" y="3028"/>
                  </a:lnTo>
                  <a:lnTo>
                    <a:pt x="1544" y="3048"/>
                  </a:lnTo>
                  <a:lnTo>
                    <a:pt x="1725" y="3028"/>
                  </a:lnTo>
                  <a:lnTo>
                    <a:pt x="1925" y="3008"/>
                  </a:lnTo>
                  <a:lnTo>
                    <a:pt x="2126" y="2928"/>
                  </a:lnTo>
                  <a:lnTo>
                    <a:pt x="2306" y="2848"/>
                  </a:lnTo>
                  <a:lnTo>
                    <a:pt x="2487" y="2727"/>
                  </a:lnTo>
                  <a:lnTo>
                    <a:pt x="2627" y="2567"/>
                  </a:lnTo>
                  <a:lnTo>
                    <a:pt x="2768" y="2407"/>
                  </a:lnTo>
                  <a:lnTo>
                    <a:pt x="2868" y="2226"/>
                  </a:lnTo>
                  <a:lnTo>
                    <a:pt x="2948" y="2026"/>
                  </a:lnTo>
                  <a:lnTo>
                    <a:pt x="3008" y="1865"/>
                  </a:lnTo>
                  <a:lnTo>
                    <a:pt x="3028" y="1685"/>
                  </a:lnTo>
                  <a:lnTo>
                    <a:pt x="3048" y="1504"/>
                  </a:lnTo>
                  <a:lnTo>
                    <a:pt x="3028" y="1324"/>
                  </a:lnTo>
                  <a:lnTo>
                    <a:pt x="3008" y="1163"/>
                  </a:lnTo>
                  <a:lnTo>
                    <a:pt x="2948" y="1003"/>
                  </a:lnTo>
                  <a:lnTo>
                    <a:pt x="2888" y="842"/>
                  </a:lnTo>
                  <a:lnTo>
                    <a:pt x="2788" y="702"/>
                  </a:lnTo>
                  <a:lnTo>
                    <a:pt x="2687" y="562"/>
                  </a:lnTo>
                  <a:lnTo>
                    <a:pt x="2587" y="441"/>
                  </a:lnTo>
                  <a:lnTo>
                    <a:pt x="2447" y="321"/>
                  </a:lnTo>
                  <a:lnTo>
                    <a:pt x="2306" y="221"/>
                  </a:lnTo>
                  <a:lnTo>
                    <a:pt x="2166" y="140"/>
                  </a:lnTo>
                  <a:lnTo>
                    <a:pt x="1986" y="80"/>
                  </a:lnTo>
                  <a:lnTo>
                    <a:pt x="1825" y="40"/>
                  </a:lnTo>
                  <a:lnTo>
                    <a:pt x="1645" y="20"/>
                  </a:lnTo>
                  <a:lnTo>
                    <a:pt x="14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21"/>
            <p:cNvSpPr/>
            <p:nvPr/>
          </p:nvSpPr>
          <p:spPr>
            <a:xfrm>
              <a:off x="10137625" y="2651163"/>
              <a:ext cx="1007775" cy="478825"/>
            </a:xfrm>
            <a:custGeom>
              <a:avLst/>
              <a:gdLst/>
              <a:ahLst/>
              <a:cxnLst/>
              <a:rect l="l" t="t" r="r" b="b"/>
              <a:pathLst>
                <a:path w="40311" h="19153" extrusionOk="0">
                  <a:moveTo>
                    <a:pt x="5877" y="0"/>
                  </a:move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8184" y="17608"/>
                  </a:lnTo>
                  <a:lnTo>
                    <a:pt x="38445" y="17387"/>
                  </a:lnTo>
                  <a:lnTo>
                    <a:pt x="38686" y="17127"/>
                  </a:lnTo>
                  <a:lnTo>
                    <a:pt x="38906" y="16866"/>
                  </a:lnTo>
                  <a:lnTo>
                    <a:pt x="39127" y="16605"/>
                  </a:lnTo>
                  <a:lnTo>
                    <a:pt x="39307" y="16325"/>
                  </a:lnTo>
                  <a:lnTo>
                    <a:pt x="39488" y="16024"/>
                  </a:lnTo>
                  <a:lnTo>
                    <a:pt x="39668" y="15723"/>
                  </a:lnTo>
                  <a:lnTo>
                    <a:pt x="39809" y="15402"/>
                  </a:lnTo>
                  <a:lnTo>
                    <a:pt x="39929" y="15081"/>
                  </a:lnTo>
                  <a:lnTo>
                    <a:pt x="40049" y="14740"/>
                  </a:lnTo>
                  <a:lnTo>
                    <a:pt x="40150" y="14399"/>
                  </a:lnTo>
                  <a:lnTo>
                    <a:pt x="40210" y="14038"/>
                  </a:lnTo>
                  <a:lnTo>
                    <a:pt x="40270" y="13677"/>
                  </a:lnTo>
                  <a:lnTo>
                    <a:pt x="40290" y="13316"/>
                  </a:lnTo>
                  <a:lnTo>
                    <a:pt x="40310" y="12955"/>
                  </a:lnTo>
                  <a:lnTo>
                    <a:pt x="40310" y="6197"/>
                  </a:lnTo>
                  <a:lnTo>
                    <a:pt x="40310" y="5876"/>
                  </a:lnTo>
                  <a:lnTo>
                    <a:pt x="40270" y="5555"/>
                  </a:lnTo>
                  <a:lnTo>
                    <a:pt x="40230" y="5254"/>
                  </a:lnTo>
                  <a:lnTo>
                    <a:pt x="40190" y="4934"/>
                  </a:lnTo>
                  <a:lnTo>
                    <a:pt x="40110" y="4633"/>
                  </a:lnTo>
                  <a:lnTo>
                    <a:pt x="40029" y="4352"/>
                  </a:lnTo>
                  <a:lnTo>
                    <a:pt x="39929" y="4051"/>
                  </a:lnTo>
                  <a:lnTo>
                    <a:pt x="39829" y="3770"/>
                  </a:lnTo>
                  <a:lnTo>
                    <a:pt x="39688" y="3510"/>
                  </a:lnTo>
                  <a:lnTo>
                    <a:pt x="39568" y="3229"/>
                  </a:lnTo>
                  <a:lnTo>
                    <a:pt x="39408" y="2988"/>
                  </a:lnTo>
                  <a:lnTo>
                    <a:pt x="39247" y="2728"/>
                  </a:lnTo>
                  <a:lnTo>
                    <a:pt x="39087" y="2487"/>
                  </a:lnTo>
                  <a:lnTo>
                    <a:pt x="38886" y="2246"/>
                  </a:lnTo>
                  <a:lnTo>
                    <a:pt x="38706" y="2026"/>
                  </a:lnTo>
                  <a:lnTo>
                    <a:pt x="38485" y="1805"/>
                  </a:lnTo>
                  <a:lnTo>
                    <a:pt x="38285" y="1604"/>
                  </a:lnTo>
                  <a:lnTo>
                    <a:pt x="38064" y="1404"/>
                  </a:lnTo>
                  <a:lnTo>
                    <a:pt x="37823" y="1223"/>
                  </a:lnTo>
                  <a:lnTo>
                    <a:pt x="37583" y="1063"/>
                  </a:lnTo>
                  <a:lnTo>
                    <a:pt x="37322" y="903"/>
                  </a:lnTo>
                  <a:lnTo>
                    <a:pt x="37061" y="742"/>
                  </a:lnTo>
                  <a:lnTo>
                    <a:pt x="36801" y="602"/>
                  </a:lnTo>
                  <a:lnTo>
                    <a:pt x="36520" y="481"/>
                  </a:lnTo>
                  <a:lnTo>
                    <a:pt x="36239" y="381"/>
                  </a:lnTo>
                  <a:lnTo>
                    <a:pt x="35958" y="281"/>
                  </a:lnTo>
                  <a:lnTo>
                    <a:pt x="35657" y="201"/>
                  </a:lnTo>
                  <a:lnTo>
                    <a:pt x="35357" y="120"/>
                  </a:lnTo>
                  <a:lnTo>
                    <a:pt x="35056" y="60"/>
                  </a:lnTo>
                  <a:lnTo>
                    <a:pt x="34755" y="20"/>
                  </a:lnTo>
                  <a:lnTo>
                    <a:pt x="344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21"/>
            <p:cNvSpPr/>
            <p:nvPr/>
          </p:nvSpPr>
          <p:spPr>
            <a:xfrm>
              <a:off x="10137625" y="2651163"/>
              <a:ext cx="1007775" cy="478825"/>
            </a:xfrm>
            <a:custGeom>
              <a:avLst/>
              <a:gdLst/>
              <a:ahLst/>
              <a:cxnLst/>
              <a:rect l="l" t="t" r="r" b="b"/>
              <a:pathLst>
                <a:path w="40311" h="19153" fill="none" extrusionOk="0">
                  <a:moveTo>
                    <a:pt x="40310" y="6197"/>
                  </a:moveTo>
                  <a:lnTo>
                    <a:pt x="40310" y="12955"/>
                  </a:lnTo>
                  <a:lnTo>
                    <a:pt x="40310" y="12955"/>
                  </a:lnTo>
                  <a:lnTo>
                    <a:pt x="40290" y="13316"/>
                  </a:lnTo>
                  <a:lnTo>
                    <a:pt x="40270" y="13677"/>
                  </a:lnTo>
                  <a:lnTo>
                    <a:pt x="40210" y="14038"/>
                  </a:lnTo>
                  <a:lnTo>
                    <a:pt x="40150" y="14399"/>
                  </a:lnTo>
                  <a:lnTo>
                    <a:pt x="40049" y="14740"/>
                  </a:lnTo>
                  <a:lnTo>
                    <a:pt x="39929" y="15081"/>
                  </a:lnTo>
                  <a:lnTo>
                    <a:pt x="39809" y="15402"/>
                  </a:lnTo>
                  <a:lnTo>
                    <a:pt x="39668" y="15723"/>
                  </a:lnTo>
                  <a:lnTo>
                    <a:pt x="39488" y="16024"/>
                  </a:lnTo>
                  <a:lnTo>
                    <a:pt x="39307" y="16325"/>
                  </a:lnTo>
                  <a:lnTo>
                    <a:pt x="39127" y="16605"/>
                  </a:lnTo>
                  <a:lnTo>
                    <a:pt x="38906" y="16866"/>
                  </a:lnTo>
                  <a:lnTo>
                    <a:pt x="38686" y="17127"/>
                  </a:lnTo>
                  <a:lnTo>
                    <a:pt x="38445" y="17387"/>
                  </a:lnTo>
                  <a:lnTo>
                    <a:pt x="38184" y="17608"/>
                  </a:lnTo>
                  <a:lnTo>
                    <a:pt x="37924" y="17829"/>
                  </a:lnTo>
                  <a:lnTo>
                    <a:pt x="37924" y="17829"/>
                  </a:lnTo>
                  <a:lnTo>
                    <a:pt x="37522" y="18129"/>
                  </a:lnTo>
                  <a:lnTo>
                    <a:pt x="37081" y="18390"/>
                  </a:lnTo>
                  <a:lnTo>
                    <a:pt x="36640" y="18611"/>
                  </a:lnTo>
                  <a:lnTo>
                    <a:pt x="36159" y="18791"/>
                  </a:lnTo>
                  <a:lnTo>
                    <a:pt x="35677" y="18952"/>
                  </a:lnTo>
                  <a:lnTo>
                    <a:pt x="35176" y="19052"/>
                  </a:lnTo>
                  <a:lnTo>
                    <a:pt x="34655" y="19132"/>
                  </a:lnTo>
                  <a:lnTo>
                    <a:pt x="34113" y="19152"/>
                  </a:lnTo>
                  <a:lnTo>
                    <a:pt x="6197" y="19152"/>
                  </a:lnTo>
                  <a:lnTo>
                    <a:pt x="6197" y="19152"/>
                  </a:lnTo>
                  <a:lnTo>
                    <a:pt x="5877" y="19132"/>
                  </a:lnTo>
                  <a:lnTo>
                    <a:pt x="5576" y="19112"/>
                  </a:lnTo>
                  <a:lnTo>
                    <a:pt x="5255" y="19072"/>
                  </a:lnTo>
                  <a:lnTo>
                    <a:pt x="4954" y="19012"/>
                  </a:lnTo>
                  <a:lnTo>
                    <a:pt x="4653" y="18952"/>
                  </a:lnTo>
                  <a:lnTo>
                    <a:pt x="4352" y="18871"/>
                  </a:lnTo>
                  <a:lnTo>
                    <a:pt x="4072" y="18771"/>
                  </a:lnTo>
                  <a:lnTo>
                    <a:pt x="3791" y="18651"/>
                  </a:lnTo>
                  <a:lnTo>
                    <a:pt x="3510" y="18531"/>
                  </a:lnTo>
                  <a:lnTo>
                    <a:pt x="3249" y="18390"/>
                  </a:lnTo>
                  <a:lnTo>
                    <a:pt x="2989" y="18250"/>
                  </a:lnTo>
                  <a:lnTo>
                    <a:pt x="2728" y="18089"/>
                  </a:lnTo>
                  <a:lnTo>
                    <a:pt x="2487" y="17909"/>
                  </a:lnTo>
                  <a:lnTo>
                    <a:pt x="2267" y="17728"/>
                  </a:lnTo>
                  <a:lnTo>
                    <a:pt x="2046" y="17528"/>
                  </a:lnTo>
                  <a:lnTo>
                    <a:pt x="1826" y="17327"/>
                  </a:lnTo>
                  <a:lnTo>
                    <a:pt x="1625" y="17107"/>
                  </a:lnTo>
                  <a:lnTo>
                    <a:pt x="1424" y="16886"/>
                  </a:lnTo>
                  <a:lnTo>
                    <a:pt x="1244" y="16665"/>
                  </a:lnTo>
                  <a:lnTo>
                    <a:pt x="1063" y="16405"/>
                  </a:lnTo>
                  <a:lnTo>
                    <a:pt x="903" y="16164"/>
                  </a:lnTo>
                  <a:lnTo>
                    <a:pt x="763" y="15903"/>
                  </a:lnTo>
                  <a:lnTo>
                    <a:pt x="622" y="15643"/>
                  </a:lnTo>
                  <a:lnTo>
                    <a:pt x="502" y="15362"/>
                  </a:lnTo>
                  <a:lnTo>
                    <a:pt x="382" y="15081"/>
                  </a:lnTo>
                  <a:lnTo>
                    <a:pt x="281" y="14800"/>
                  </a:lnTo>
                  <a:lnTo>
                    <a:pt x="201" y="14500"/>
                  </a:lnTo>
                  <a:lnTo>
                    <a:pt x="141" y="14199"/>
                  </a:lnTo>
                  <a:lnTo>
                    <a:pt x="81" y="13898"/>
                  </a:lnTo>
                  <a:lnTo>
                    <a:pt x="41" y="13577"/>
                  </a:lnTo>
                  <a:lnTo>
                    <a:pt x="21" y="13276"/>
                  </a:lnTo>
                  <a:lnTo>
                    <a:pt x="1" y="12955"/>
                  </a:lnTo>
                  <a:lnTo>
                    <a:pt x="1" y="6197"/>
                  </a:lnTo>
                  <a:lnTo>
                    <a:pt x="1" y="6197"/>
                  </a:lnTo>
                  <a:lnTo>
                    <a:pt x="21" y="5876"/>
                  </a:lnTo>
                  <a:lnTo>
                    <a:pt x="41" y="5555"/>
                  </a:lnTo>
                  <a:lnTo>
                    <a:pt x="81" y="5254"/>
                  </a:lnTo>
                  <a:lnTo>
                    <a:pt x="141" y="4934"/>
                  </a:lnTo>
                  <a:lnTo>
                    <a:pt x="201" y="4633"/>
                  </a:lnTo>
                  <a:lnTo>
                    <a:pt x="281" y="4352"/>
                  </a:lnTo>
                  <a:lnTo>
                    <a:pt x="382" y="4051"/>
                  </a:lnTo>
                  <a:lnTo>
                    <a:pt x="502" y="3770"/>
                  </a:lnTo>
                  <a:lnTo>
                    <a:pt x="622" y="3510"/>
                  </a:lnTo>
                  <a:lnTo>
                    <a:pt x="763" y="3229"/>
                  </a:lnTo>
                  <a:lnTo>
                    <a:pt x="903" y="2988"/>
                  </a:lnTo>
                  <a:lnTo>
                    <a:pt x="1063" y="2728"/>
                  </a:lnTo>
                  <a:lnTo>
                    <a:pt x="1244" y="2487"/>
                  </a:lnTo>
                  <a:lnTo>
                    <a:pt x="1424" y="2246"/>
                  </a:lnTo>
                  <a:lnTo>
                    <a:pt x="1625" y="2026"/>
                  </a:lnTo>
                  <a:lnTo>
                    <a:pt x="1826" y="1805"/>
                  </a:lnTo>
                  <a:lnTo>
                    <a:pt x="2046" y="1604"/>
                  </a:lnTo>
                  <a:lnTo>
                    <a:pt x="2267" y="1404"/>
                  </a:lnTo>
                  <a:lnTo>
                    <a:pt x="2487" y="1223"/>
                  </a:lnTo>
                  <a:lnTo>
                    <a:pt x="2728" y="1063"/>
                  </a:lnTo>
                  <a:lnTo>
                    <a:pt x="2989" y="903"/>
                  </a:lnTo>
                  <a:lnTo>
                    <a:pt x="3249" y="742"/>
                  </a:lnTo>
                  <a:lnTo>
                    <a:pt x="3510" y="602"/>
                  </a:lnTo>
                  <a:lnTo>
                    <a:pt x="3791" y="481"/>
                  </a:lnTo>
                  <a:lnTo>
                    <a:pt x="4072" y="381"/>
                  </a:lnTo>
                  <a:lnTo>
                    <a:pt x="4352" y="281"/>
                  </a:lnTo>
                  <a:lnTo>
                    <a:pt x="4653" y="201"/>
                  </a:lnTo>
                  <a:lnTo>
                    <a:pt x="4954" y="120"/>
                  </a:lnTo>
                  <a:lnTo>
                    <a:pt x="5255" y="60"/>
                  </a:lnTo>
                  <a:lnTo>
                    <a:pt x="5576" y="20"/>
                  </a:lnTo>
                  <a:lnTo>
                    <a:pt x="5877" y="0"/>
                  </a:lnTo>
                  <a:lnTo>
                    <a:pt x="6197" y="0"/>
                  </a:lnTo>
                  <a:lnTo>
                    <a:pt x="34113" y="0"/>
                  </a:lnTo>
                  <a:lnTo>
                    <a:pt x="34113" y="0"/>
                  </a:lnTo>
                  <a:lnTo>
                    <a:pt x="34434" y="0"/>
                  </a:lnTo>
                  <a:lnTo>
                    <a:pt x="34755" y="20"/>
                  </a:lnTo>
                  <a:lnTo>
                    <a:pt x="35056" y="60"/>
                  </a:lnTo>
                  <a:lnTo>
                    <a:pt x="35357" y="120"/>
                  </a:lnTo>
                  <a:lnTo>
                    <a:pt x="35657" y="201"/>
                  </a:lnTo>
                  <a:lnTo>
                    <a:pt x="35958" y="281"/>
                  </a:lnTo>
                  <a:lnTo>
                    <a:pt x="36239" y="381"/>
                  </a:lnTo>
                  <a:lnTo>
                    <a:pt x="36520" y="481"/>
                  </a:lnTo>
                  <a:lnTo>
                    <a:pt x="36801" y="602"/>
                  </a:lnTo>
                  <a:lnTo>
                    <a:pt x="37061" y="742"/>
                  </a:lnTo>
                  <a:lnTo>
                    <a:pt x="37322" y="903"/>
                  </a:lnTo>
                  <a:lnTo>
                    <a:pt x="37583" y="1063"/>
                  </a:lnTo>
                  <a:lnTo>
                    <a:pt x="37823" y="1223"/>
                  </a:lnTo>
                  <a:lnTo>
                    <a:pt x="38064" y="1404"/>
                  </a:lnTo>
                  <a:lnTo>
                    <a:pt x="38285" y="1604"/>
                  </a:lnTo>
                  <a:lnTo>
                    <a:pt x="38485" y="1805"/>
                  </a:lnTo>
                  <a:lnTo>
                    <a:pt x="38706" y="2026"/>
                  </a:lnTo>
                  <a:lnTo>
                    <a:pt x="38886" y="2246"/>
                  </a:lnTo>
                  <a:lnTo>
                    <a:pt x="39087" y="2487"/>
                  </a:lnTo>
                  <a:lnTo>
                    <a:pt x="39247" y="2728"/>
                  </a:lnTo>
                  <a:lnTo>
                    <a:pt x="39408" y="2988"/>
                  </a:lnTo>
                  <a:lnTo>
                    <a:pt x="39568" y="3229"/>
                  </a:lnTo>
                  <a:lnTo>
                    <a:pt x="39688" y="3510"/>
                  </a:lnTo>
                  <a:lnTo>
                    <a:pt x="39829" y="3770"/>
                  </a:lnTo>
                  <a:lnTo>
                    <a:pt x="39929" y="4051"/>
                  </a:lnTo>
                  <a:lnTo>
                    <a:pt x="40029" y="4352"/>
                  </a:lnTo>
                  <a:lnTo>
                    <a:pt x="40110" y="4633"/>
                  </a:lnTo>
                  <a:lnTo>
                    <a:pt x="40190" y="4934"/>
                  </a:lnTo>
                  <a:lnTo>
                    <a:pt x="40230" y="5254"/>
                  </a:lnTo>
                  <a:lnTo>
                    <a:pt x="40270" y="5555"/>
                  </a:lnTo>
                  <a:lnTo>
                    <a:pt x="40310" y="5876"/>
                  </a:lnTo>
                  <a:lnTo>
                    <a:pt x="40310" y="619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21"/>
            <p:cNvSpPr/>
            <p:nvPr/>
          </p:nvSpPr>
          <p:spPr>
            <a:xfrm>
              <a:off x="10137625" y="2651163"/>
              <a:ext cx="948100" cy="478825"/>
            </a:xfrm>
            <a:custGeom>
              <a:avLst/>
              <a:gdLst/>
              <a:ahLst/>
              <a:cxnLst/>
              <a:rect l="l" t="t" r="r" b="b"/>
              <a:pathLst>
                <a:path w="37924" h="19153" extrusionOk="0">
                  <a:moveTo>
                    <a:pt x="5877" y="0"/>
                  </a:move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6640" y="18069"/>
                  </a:lnTo>
                  <a:lnTo>
                    <a:pt x="35357" y="18250"/>
                  </a:lnTo>
                  <a:lnTo>
                    <a:pt x="34073" y="18410"/>
                  </a:lnTo>
                  <a:lnTo>
                    <a:pt x="32770" y="18510"/>
                  </a:lnTo>
                  <a:lnTo>
                    <a:pt x="31466" y="18611"/>
                  </a:lnTo>
                  <a:lnTo>
                    <a:pt x="30163" y="18671"/>
                  </a:lnTo>
                  <a:lnTo>
                    <a:pt x="28859" y="18691"/>
                  </a:lnTo>
                  <a:lnTo>
                    <a:pt x="27535" y="18711"/>
                  </a:lnTo>
                  <a:lnTo>
                    <a:pt x="25650" y="18691"/>
                  </a:lnTo>
                  <a:lnTo>
                    <a:pt x="23745" y="18631"/>
                  </a:lnTo>
                  <a:lnTo>
                    <a:pt x="21860" y="18551"/>
                  </a:lnTo>
                  <a:lnTo>
                    <a:pt x="19995" y="18470"/>
                  </a:lnTo>
                  <a:lnTo>
                    <a:pt x="18571" y="18390"/>
                  </a:lnTo>
                  <a:lnTo>
                    <a:pt x="17147" y="18290"/>
                  </a:lnTo>
                  <a:lnTo>
                    <a:pt x="15703" y="18190"/>
                  </a:lnTo>
                  <a:lnTo>
                    <a:pt x="14259" y="18029"/>
                  </a:lnTo>
                  <a:lnTo>
                    <a:pt x="13557" y="17949"/>
                  </a:lnTo>
                  <a:lnTo>
                    <a:pt x="12835" y="17829"/>
                  </a:lnTo>
                  <a:lnTo>
                    <a:pt x="12134" y="17708"/>
                  </a:lnTo>
                  <a:lnTo>
                    <a:pt x="11432" y="17568"/>
                  </a:lnTo>
                  <a:lnTo>
                    <a:pt x="10730" y="17407"/>
                  </a:lnTo>
                  <a:lnTo>
                    <a:pt x="10028" y="17227"/>
                  </a:lnTo>
                  <a:lnTo>
                    <a:pt x="9326" y="17026"/>
                  </a:lnTo>
                  <a:lnTo>
                    <a:pt x="8644" y="16806"/>
                  </a:lnTo>
                  <a:lnTo>
                    <a:pt x="8002" y="16565"/>
                  </a:lnTo>
                  <a:lnTo>
                    <a:pt x="7381" y="16304"/>
                  </a:lnTo>
                  <a:lnTo>
                    <a:pt x="7080" y="16144"/>
                  </a:lnTo>
                  <a:lnTo>
                    <a:pt x="6799" y="15984"/>
                  </a:lnTo>
                  <a:lnTo>
                    <a:pt x="6498" y="15803"/>
                  </a:lnTo>
                  <a:lnTo>
                    <a:pt x="6217" y="15623"/>
                  </a:lnTo>
                  <a:lnTo>
                    <a:pt x="5957" y="15402"/>
                  </a:lnTo>
                  <a:lnTo>
                    <a:pt x="5696" y="15201"/>
                  </a:lnTo>
                  <a:lnTo>
                    <a:pt x="5435" y="14961"/>
                  </a:lnTo>
                  <a:lnTo>
                    <a:pt x="5215" y="14720"/>
                  </a:lnTo>
                  <a:lnTo>
                    <a:pt x="4974" y="14459"/>
                  </a:lnTo>
                  <a:lnTo>
                    <a:pt x="4774" y="14179"/>
                  </a:lnTo>
                  <a:lnTo>
                    <a:pt x="4573" y="13878"/>
                  </a:lnTo>
                  <a:lnTo>
                    <a:pt x="4413" y="13577"/>
                  </a:lnTo>
                  <a:lnTo>
                    <a:pt x="4252" y="13276"/>
                  </a:lnTo>
                  <a:lnTo>
                    <a:pt x="4052" y="12955"/>
                  </a:lnTo>
                  <a:lnTo>
                    <a:pt x="3851" y="12614"/>
                  </a:lnTo>
                  <a:lnTo>
                    <a:pt x="3671" y="12274"/>
                  </a:lnTo>
                  <a:lnTo>
                    <a:pt x="3530" y="11913"/>
                  </a:lnTo>
                  <a:lnTo>
                    <a:pt x="3410" y="11552"/>
                  </a:lnTo>
                  <a:lnTo>
                    <a:pt x="3289" y="11191"/>
                  </a:lnTo>
                  <a:lnTo>
                    <a:pt x="3229" y="10830"/>
                  </a:lnTo>
                  <a:lnTo>
                    <a:pt x="3169" y="10469"/>
                  </a:lnTo>
                  <a:lnTo>
                    <a:pt x="3129" y="9967"/>
                  </a:lnTo>
                  <a:lnTo>
                    <a:pt x="3129" y="9486"/>
                  </a:lnTo>
                  <a:lnTo>
                    <a:pt x="3169" y="9005"/>
                  </a:lnTo>
                  <a:lnTo>
                    <a:pt x="3229" y="8543"/>
                  </a:lnTo>
                  <a:lnTo>
                    <a:pt x="3229" y="7801"/>
                  </a:lnTo>
                  <a:lnTo>
                    <a:pt x="3249" y="7240"/>
                  </a:lnTo>
                  <a:lnTo>
                    <a:pt x="3289" y="6678"/>
                  </a:lnTo>
                  <a:lnTo>
                    <a:pt x="3370" y="6137"/>
                  </a:lnTo>
                  <a:lnTo>
                    <a:pt x="3450" y="5595"/>
                  </a:lnTo>
                  <a:lnTo>
                    <a:pt x="3570" y="5054"/>
                  </a:lnTo>
                  <a:lnTo>
                    <a:pt x="3711" y="4532"/>
                  </a:lnTo>
                  <a:lnTo>
                    <a:pt x="3891" y="4011"/>
                  </a:lnTo>
                  <a:lnTo>
                    <a:pt x="4072" y="3510"/>
                  </a:lnTo>
                  <a:lnTo>
                    <a:pt x="4292" y="3008"/>
                  </a:lnTo>
                  <a:lnTo>
                    <a:pt x="4533" y="2527"/>
                  </a:lnTo>
                  <a:lnTo>
                    <a:pt x="4794" y="2066"/>
                  </a:lnTo>
                  <a:lnTo>
                    <a:pt x="5074" y="1604"/>
                  </a:lnTo>
                  <a:lnTo>
                    <a:pt x="5375" y="1183"/>
                  </a:lnTo>
                  <a:lnTo>
                    <a:pt x="5696" y="762"/>
                  </a:lnTo>
                  <a:lnTo>
                    <a:pt x="6037" y="361"/>
                  </a:lnTo>
                  <a:lnTo>
                    <a:pt x="6418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21"/>
            <p:cNvSpPr/>
            <p:nvPr/>
          </p:nvSpPr>
          <p:spPr>
            <a:xfrm>
              <a:off x="10137625" y="2651163"/>
              <a:ext cx="948100" cy="478825"/>
            </a:xfrm>
            <a:custGeom>
              <a:avLst/>
              <a:gdLst/>
              <a:ahLst/>
              <a:cxnLst/>
              <a:rect l="l" t="t" r="r" b="b"/>
              <a:pathLst>
                <a:path w="37924" h="19153" fill="none" extrusionOk="0">
                  <a:moveTo>
                    <a:pt x="6418" y="0"/>
                  </a:moveTo>
                  <a:lnTo>
                    <a:pt x="6197" y="0"/>
                  </a:lnTo>
                  <a:lnTo>
                    <a:pt x="6197" y="0"/>
                  </a:lnTo>
                  <a:lnTo>
                    <a:pt x="5877" y="0"/>
                  </a:ln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8263" y="19152"/>
                  </a:lnTo>
                  <a:lnTo>
                    <a:pt x="8263" y="19152"/>
                  </a:lnTo>
                  <a:lnTo>
                    <a:pt x="32068" y="19152"/>
                  </a:lnTo>
                  <a:lnTo>
                    <a:pt x="32068" y="19152"/>
                  </a:lnTo>
                  <a:lnTo>
                    <a:pt x="34113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7924" y="17829"/>
                  </a:lnTo>
                  <a:lnTo>
                    <a:pt x="36640" y="18069"/>
                  </a:lnTo>
                  <a:lnTo>
                    <a:pt x="35357" y="18250"/>
                  </a:lnTo>
                  <a:lnTo>
                    <a:pt x="34073" y="18410"/>
                  </a:lnTo>
                  <a:lnTo>
                    <a:pt x="32770" y="18510"/>
                  </a:lnTo>
                  <a:lnTo>
                    <a:pt x="31466" y="18611"/>
                  </a:lnTo>
                  <a:lnTo>
                    <a:pt x="30163" y="18671"/>
                  </a:lnTo>
                  <a:lnTo>
                    <a:pt x="28859" y="18691"/>
                  </a:lnTo>
                  <a:lnTo>
                    <a:pt x="27535" y="18711"/>
                  </a:lnTo>
                  <a:lnTo>
                    <a:pt x="27535" y="18711"/>
                  </a:lnTo>
                  <a:lnTo>
                    <a:pt x="25650" y="18691"/>
                  </a:lnTo>
                  <a:lnTo>
                    <a:pt x="23745" y="18631"/>
                  </a:lnTo>
                  <a:lnTo>
                    <a:pt x="21860" y="18551"/>
                  </a:lnTo>
                  <a:lnTo>
                    <a:pt x="19995" y="18470"/>
                  </a:lnTo>
                  <a:lnTo>
                    <a:pt x="19995" y="18470"/>
                  </a:lnTo>
                  <a:lnTo>
                    <a:pt x="18571" y="18390"/>
                  </a:lnTo>
                  <a:lnTo>
                    <a:pt x="17147" y="18290"/>
                  </a:lnTo>
                  <a:lnTo>
                    <a:pt x="15703" y="18190"/>
                  </a:lnTo>
                  <a:lnTo>
                    <a:pt x="14259" y="18029"/>
                  </a:lnTo>
                  <a:lnTo>
                    <a:pt x="13557" y="17949"/>
                  </a:lnTo>
                  <a:lnTo>
                    <a:pt x="12835" y="17829"/>
                  </a:lnTo>
                  <a:lnTo>
                    <a:pt x="12134" y="17708"/>
                  </a:lnTo>
                  <a:lnTo>
                    <a:pt x="11432" y="17568"/>
                  </a:lnTo>
                  <a:lnTo>
                    <a:pt x="10730" y="17407"/>
                  </a:lnTo>
                  <a:lnTo>
                    <a:pt x="10028" y="17227"/>
                  </a:lnTo>
                  <a:lnTo>
                    <a:pt x="9326" y="17026"/>
                  </a:lnTo>
                  <a:lnTo>
                    <a:pt x="8644" y="16806"/>
                  </a:lnTo>
                  <a:lnTo>
                    <a:pt x="8644" y="16806"/>
                  </a:lnTo>
                  <a:lnTo>
                    <a:pt x="8002" y="16565"/>
                  </a:lnTo>
                  <a:lnTo>
                    <a:pt x="7381" y="16304"/>
                  </a:lnTo>
                  <a:lnTo>
                    <a:pt x="7080" y="16144"/>
                  </a:lnTo>
                  <a:lnTo>
                    <a:pt x="6799" y="15984"/>
                  </a:lnTo>
                  <a:lnTo>
                    <a:pt x="6498" y="15803"/>
                  </a:lnTo>
                  <a:lnTo>
                    <a:pt x="6217" y="15623"/>
                  </a:lnTo>
                  <a:lnTo>
                    <a:pt x="5957" y="15402"/>
                  </a:lnTo>
                  <a:lnTo>
                    <a:pt x="5696" y="15201"/>
                  </a:lnTo>
                  <a:lnTo>
                    <a:pt x="5435" y="14961"/>
                  </a:lnTo>
                  <a:lnTo>
                    <a:pt x="5215" y="14720"/>
                  </a:lnTo>
                  <a:lnTo>
                    <a:pt x="4974" y="14459"/>
                  </a:lnTo>
                  <a:lnTo>
                    <a:pt x="4774" y="14179"/>
                  </a:lnTo>
                  <a:lnTo>
                    <a:pt x="4573" y="13878"/>
                  </a:lnTo>
                  <a:lnTo>
                    <a:pt x="4413" y="13577"/>
                  </a:lnTo>
                  <a:lnTo>
                    <a:pt x="4413" y="13577"/>
                  </a:lnTo>
                  <a:lnTo>
                    <a:pt x="4252" y="13276"/>
                  </a:lnTo>
                  <a:lnTo>
                    <a:pt x="4252" y="13276"/>
                  </a:lnTo>
                  <a:lnTo>
                    <a:pt x="4052" y="12955"/>
                  </a:lnTo>
                  <a:lnTo>
                    <a:pt x="3851" y="12614"/>
                  </a:lnTo>
                  <a:lnTo>
                    <a:pt x="3671" y="12274"/>
                  </a:lnTo>
                  <a:lnTo>
                    <a:pt x="3530" y="11913"/>
                  </a:lnTo>
                  <a:lnTo>
                    <a:pt x="3410" y="11552"/>
                  </a:lnTo>
                  <a:lnTo>
                    <a:pt x="3289" y="11191"/>
                  </a:lnTo>
                  <a:lnTo>
                    <a:pt x="3229" y="10830"/>
                  </a:lnTo>
                  <a:lnTo>
                    <a:pt x="3169" y="10469"/>
                  </a:lnTo>
                  <a:lnTo>
                    <a:pt x="3169" y="10469"/>
                  </a:lnTo>
                  <a:lnTo>
                    <a:pt x="3129" y="9967"/>
                  </a:lnTo>
                  <a:lnTo>
                    <a:pt x="3129" y="9486"/>
                  </a:lnTo>
                  <a:lnTo>
                    <a:pt x="3169" y="9005"/>
                  </a:lnTo>
                  <a:lnTo>
                    <a:pt x="3229" y="8543"/>
                  </a:lnTo>
                  <a:lnTo>
                    <a:pt x="3229" y="8543"/>
                  </a:lnTo>
                  <a:lnTo>
                    <a:pt x="3229" y="7801"/>
                  </a:lnTo>
                  <a:lnTo>
                    <a:pt x="3229" y="7801"/>
                  </a:lnTo>
                  <a:lnTo>
                    <a:pt x="3249" y="7240"/>
                  </a:lnTo>
                  <a:lnTo>
                    <a:pt x="3289" y="6678"/>
                  </a:lnTo>
                  <a:lnTo>
                    <a:pt x="3370" y="6137"/>
                  </a:lnTo>
                  <a:lnTo>
                    <a:pt x="3450" y="5595"/>
                  </a:lnTo>
                  <a:lnTo>
                    <a:pt x="3570" y="5054"/>
                  </a:lnTo>
                  <a:lnTo>
                    <a:pt x="3711" y="4532"/>
                  </a:lnTo>
                  <a:lnTo>
                    <a:pt x="3891" y="4011"/>
                  </a:lnTo>
                  <a:lnTo>
                    <a:pt x="4072" y="3510"/>
                  </a:lnTo>
                  <a:lnTo>
                    <a:pt x="4292" y="3008"/>
                  </a:lnTo>
                  <a:lnTo>
                    <a:pt x="4533" y="2527"/>
                  </a:lnTo>
                  <a:lnTo>
                    <a:pt x="4794" y="2066"/>
                  </a:lnTo>
                  <a:lnTo>
                    <a:pt x="5074" y="1604"/>
                  </a:lnTo>
                  <a:lnTo>
                    <a:pt x="5375" y="1183"/>
                  </a:lnTo>
                  <a:lnTo>
                    <a:pt x="5696" y="762"/>
                  </a:lnTo>
                  <a:lnTo>
                    <a:pt x="6037" y="361"/>
                  </a:lnTo>
                  <a:lnTo>
                    <a:pt x="641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21"/>
            <p:cNvSpPr/>
            <p:nvPr/>
          </p:nvSpPr>
          <p:spPr>
            <a:xfrm>
              <a:off x="11027550" y="2695763"/>
              <a:ext cx="54675" cy="50175"/>
            </a:xfrm>
            <a:custGeom>
              <a:avLst/>
              <a:gdLst/>
              <a:ahLst/>
              <a:cxnLst/>
              <a:rect l="l" t="t" r="r" b="b"/>
              <a:pathLst>
                <a:path w="2187" h="2007" extrusionOk="0">
                  <a:moveTo>
                    <a:pt x="421" y="1"/>
                  </a:moveTo>
                  <a:lnTo>
                    <a:pt x="261" y="21"/>
                  </a:lnTo>
                  <a:lnTo>
                    <a:pt x="121" y="81"/>
                  </a:lnTo>
                  <a:lnTo>
                    <a:pt x="60" y="121"/>
                  </a:lnTo>
                  <a:lnTo>
                    <a:pt x="20" y="202"/>
                  </a:lnTo>
                  <a:lnTo>
                    <a:pt x="0" y="282"/>
                  </a:lnTo>
                  <a:lnTo>
                    <a:pt x="40" y="362"/>
                  </a:lnTo>
                  <a:lnTo>
                    <a:pt x="121" y="442"/>
                  </a:lnTo>
                  <a:lnTo>
                    <a:pt x="201" y="522"/>
                  </a:lnTo>
                  <a:lnTo>
                    <a:pt x="401" y="663"/>
                  </a:lnTo>
                  <a:lnTo>
                    <a:pt x="602" y="803"/>
                  </a:lnTo>
                  <a:lnTo>
                    <a:pt x="802" y="944"/>
                  </a:lnTo>
                  <a:lnTo>
                    <a:pt x="983" y="1104"/>
                  </a:lnTo>
                  <a:lnTo>
                    <a:pt x="1163" y="1305"/>
                  </a:lnTo>
                  <a:lnTo>
                    <a:pt x="1304" y="1525"/>
                  </a:lnTo>
                  <a:lnTo>
                    <a:pt x="1404" y="1746"/>
                  </a:lnTo>
                  <a:lnTo>
                    <a:pt x="1444" y="1826"/>
                  </a:lnTo>
                  <a:lnTo>
                    <a:pt x="1504" y="1906"/>
                  </a:lnTo>
                  <a:lnTo>
                    <a:pt x="1565" y="1946"/>
                  </a:lnTo>
                  <a:lnTo>
                    <a:pt x="1625" y="1986"/>
                  </a:lnTo>
                  <a:lnTo>
                    <a:pt x="1685" y="2006"/>
                  </a:lnTo>
                  <a:lnTo>
                    <a:pt x="1905" y="2006"/>
                  </a:lnTo>
                  <a:lnTo>
                    <a:pt x="1986" y="1966"/>
                  </a:lnTo>
                  <a:lnTo>
                    <a:pt x="2046" y="1946"/>
                  </a:lnTo>
                  <a:lnTo>
                    <a:pt x="2086" y="1886"/>
                  </a:lnTo>
                  <a:lnTo>
                    <a:pt x="2146" y="1846"/>
                  </a:lnTo>
                  <a:lnTo>
                    <a:pt x="2166" y="1786"/>
                  </a:lnTo>
                  <a:lnTo>
                    <a:pt x="2186" y="1706"/>
                  </a:lnTo>
                  <a:lnTo>
                    <a:pt x="2186" y="1625"/>
                  </a:lnTo>
                  <a:lnTo>
                    <a:pt x="2146" y="1545"/>
                  </a:lnTo>
                  <a:lnTo>
                    <a:pt x="2006" y="1224"/>
                  </a:lnTo>
                  <a:lnTo>
                    <a:pt x="1825" y="923"/>
                  </a:lnTo>
                  <a:lnTo>
                    <a:pt x="1725" y="763"/>
                  </a:lnTo>
                  <a:lnTo>
                    <a:pt x="1605" y="643"/>
                  </a:lnTo>
                  <a:lnTo>
                    <a:pt x="1464" y="522"/>
                  </a:lnTo>
                  <a:lnTo>
                    <a:pt x="1344" y="402"/>
                  </a:lnTo>
                  <a:lnTo>
                    <a:pt x="1204" y="302"/>
                  </a:lnTo>
                  <a:lnTo>
                    <a:pt x="1063" y="202"/>
                  </a:lnTo>
                  <a:lnTo>
                    <a:pt x="923" y="141"/>
                  </a:lnTo>
                  <a:lnTo>
                    <a:pt x="762" y="61"/>
                  </a:lnTo>
                  <a:lnTo>
                    <a:pt x="582" y="21"/>
                  </a:lnTo>
                  <a:lnTo>
                    <a:pt x="42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21"/>
            <p:cNvSpPr/>
            <p:nvPr/>
          </p:nvSpPr>
          <p:spPr>
            <a:xfrm>
              <a:off x="11073675" y="2762963"/>
              <a:ext cx="15550" cy="16575"/>
            </a:xfrm>
            <a:custGeom>
              <a:avLst/>
              <a:gdLst/>
              <a:ahLst/>
              <a:cxnLst/>
              <a:rect l="l" t="t" r="r" b="b"/>
              <a:pathLst>
                <a:path w="622" h="663" extrusionOk="0">
                  <a:moveTo>
                    <a:pt x="241" y="0"/>
                  </a:moveTo>
                  <a:lnTo>
                    <a:pt x="161" y="40"/>
                  </a:lnTo>
                  <a:lnTo>
                    <a:pt x="141" y="40"/>
                  </a:lnTo>
                  <a:lnTo>
                    <a:pt x="60" y="121"/>
                  </a:lnTo>
                  <a:lnTo>
                    <a:pt x="20" y="221"/>
                  </a:lnTo>
                  <a:lnTo>
                    <a:pt x="0" y="321"/>
                  </a:lnTo>
                  <a:lnTo>
                    <a:pt x="0" y="421"/>
                  </a:lnTo>
                  <a:lnTo>
                    <a:pt x="40" y="502"/>
                  </a:lnTo>
                  <a:lnTo>
                    <a:pt x="101" y="582"/>
                  </a:lnTo>
                  <a:lnTo>
                    <a:pt x="201" y="642"/>
                  </a:lnTo>
                  <a:lnTo>
                    <a:pt x="321" y="662"/>
                  </a:lnTo>
                  <a:lnTo>
                    <a:pt x="421" y="642"/>
                  </a:lnTo>
                  <a:lnTo>
                    <a:pt x="522" y="582"/>
                  </a:lnTo>
                  <a:lnTo>
                    <a:pt x="582" y="502"/>
                  </a:lnTo>
                  <a:lnTo>
                    <a:pt x="622" y="421"/>
                  </a:lnTo>
                  <a:lnTo>
                    <a:pt x="622" y="321"/>
                  </a:lnTo>
                  <a:lnTo>
                    <a:pt x="602" y="221"/>
                  </a:lnTo>
                  <a:lnTo>
                    <a:pt x="562" y="121"/>
                  </a:lnTo>
                  <a:lnTo>
                    <a:pt x="482" y="40"/>
                  </a:lnTo>
                  <a:lnTo>
                    <a:pt x="462" y="40"/>
                  </a:lnTo>
                  <a:lnTo>
                    <a:pt x="4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21"/>
            <p:cNvSpPr/>
            <p:nvPr/>
          </p:nvSpPr>
          <p:spPr>
            <a:xfrm>
              <a:off x="10215850" y="2725863"/>
              <a:ext cx="327900" cy="328925"/>
            </a:xfrm>
            <a:custGeom>
              <a:avLst/>
              <a:gdLst/>
              <a:ahLst/>
              <a:cxnLst/>
              <a:rect l="l" t="t" r="r" b="b"/>
              <a:pathLst>
                <a:path w="13116" h="13157" extrusionOk="0">
                  <a:moveTo>
                    <a:pt x="6658" y="0"/>
                  </a:moveTo>
                  <a:lnTo>
                    <a:pt x="6277" y="20"/>
                  </a:lnTo>
                  <a:lnTo>
                    <a:pt x="5896" y="40"/>
                  </a:lnTo>
                  <a:lnTo>
                    <a:pt x="5535" y="80"/>
                  </a:lnTo>
                  <a:lnTo>
                    <a:pt x="5174" y="141"/>
                  </a:lnTo>
                  <a:lnTo>
                    <a:pt x="4833" y="241"/>
                  </a:lnTo>
                  <a:lnTo>
                    <a:pt x="4472" y="341"/>
                  </a:lnTo>
                  <a:lnTo>
                    <a:pt x="4151" y="462"/>
                  </a:lnTo>
                  <a:lnTo>
                    <a:pt x="3810" y="622"/>
                  </a:lnTo>
                  <a:lnTo>
                    <a:pt x="3490" y="782"/>
                  </a:lnTo>
                  <a:lnTo>
                    <a:pt x="3189" y="963"/>
                  </a:lnTo>
                  <a:lnTo>
                    <a:pt x="2888" y="1143"/>
                  </a:lnTo>
                  <a:lnTo>
                    <a:pt x="2607" y="1364"/>
                  </a:lnTo>
                  <a:lnTo>
                    <a:pt x="2326" y="1585"/>
                  </a:lnTo>
                  <a:lnTo>
                    <a:pt x="2066" y="1825"/>
                  </a:lnTo>
                  <a:lnTo>
                    <a:pt x="1825" y="2086"/>
                  </a:lnTo>
                  <a:lnTo>
                    <a:pt x="1584" y="2347"/>
                  </a:lnTo>
                  <a:lnTo>
                    <a:pt x="1364" y="2627"/>
                  </a:lnTo>
                  <a:lnTo>
                    <a:pt x="1163" y="2928"/>
                  </a:lnTo>
                  <a:lnTo>
                    <a:pt x="963" y="3229"/>
                  </a:lnTo>
                  <a:lnTo>
                    <a:pt x="802" y="3550"/>
                  </a:lnTo>
                  <a:lnTo>
                    <a:pt x="642" y="3871"/>
                  </a:lnTo>
                  <a:lnTo>
                    <a:pt x="501" y="4192"/>
                  </a:lnTo>
                  <a:lnTo>
                    <a:pt x="361" y="4533"/>
                  </a:lnTo>
                  <a:lnTo>
                    <a:pt x="261" y="4894"/>
                  </a:lnTo>
                  <a:lnTo>
                    <a:pt x="160" y="5234"/>
                  </a:lnTo>
                  <a:lnTo>
                    <a:pt x="100" y="5595"/>
                  </a:lnTo>
                  <a:lnTo>
                    <a:pt x="40" y="5977"/>
                  </a:lnTo>
                  <a:lnTo>
                    <a:pt x="20" y="6337"/>
                  </a:lnTo>
                  <a:lnTo>
                    <a:pt x="0" y="6719"/>
                  </a:lnTo>
                  <a:lnTo>
                    <a:pt x="0" y="7100"/>
                  </a:lnTo>
                  <a:lnTo>
                    <a:pt x="40" y="7481"/>
                  </a:lnTo>
                  <a:lnTo>
                    <a:pt x="80" y="7761"/>
                  </a:lnTo>
                  <a:lnTo>
                    <a:pt x="120" y="8042"/>
                  </a:lnTo>
                  <a:lnTo>
                    <a:pt x="201" y="8323"/>
                  </a:lnTo>
                  <a:lnTo>
                    <a:pt x="281" y="8604"/>
                  </a:lnTo>
                  <a:lnTo>
                    <a:pt x="381" y="8864"/>
                  </a:lnTo>
                  <a:lnTo>
                    <a:pt x="481" y="9145"/>
                  </a:lnTo>
                  <a:lnTo>
                    <a:pt x="602" y="9406"/>
                  </a:lnTo>
                  <a:lnTo>
                    <a:pt x="742" y="9687"/>
                  </a:lnTo>
                  <a:lnTo>
                    <a:pt x="903" y="9947"/>
                  </a:lnTo>
                  <a:lnTo>
                    <a:pt x="1063" y="10188"/>
                  </a:lnTo>
                  <a:lnTo>
                    <a:pt x="1243" y="10449"/>
                  </a:lnTo>
                  <a:lnTo>
                    <a:pt x="1424" y="10689"/>
                  </a:lnTo>
                  <a:lnTo>
                    <a:pt x="1624" y="10930"/>
                  </a:lnTo>
                  <a:lnTo>
                    <a:pt x="1845" y="11151"/>
                  </a:lnTo>
                  <a:lnTo>
                    <a:pt x="2066" y="11371"/>
                  </a:lnTo>
                  <a:lnTo>
                    <a:pt x="2306" y="11572"/>
                  </a:lnTo>
                  <a:lnTo>
                    <a:pt x="2547" y="11772"/>
                  </a:lnTo>
                  <a:lnTo>
                    <a:pt x="2808" y="11953"/>
                  </a:lnTo>
                  <a:lnTo>
                    <a:pt x="3068" y="12133"/>
                  </a:lnTo>
                  <a:lnTo>
                    <a:pt x="3349" y="12294"/>
                  </a:lnTo>
                  <a:lnTo>
                    <a:pt x="3650" y="12454"/>
                  </a:lnTo>
                  <a:lnTo>
                    <a:pt x="3931" y="12595"/>
                  </a:lnTo>
                  <a:lnTo>
                    <a:pt x="4252" y="12715"/>
                  </a:lnTo>
                  <a:lnTo>
                    <a:pt x="4572" y="12835"/>
                  </a:lnTo>
                  <a:lnTo>
                    <a:pt x="4893" y="12935"/>
                  </a:lnTo>
                  <a:lnTo>
                    <a:pt x="5234" y="13016"/>
                  </a:lnTo>
                  <a:lnTo>
                    <a:pt x="5575" y="13076"/>
                  </a:lnTo>
                  <a:lnTo>
                    <a:pt x="5936" y="13116"/>
                  </a:lnTo>
                  <a:lnTo>
                    <a:pt x="6297" y="13156"/>
                  </a:lnTo>
                  <a:lnTo>
                    <a:pt x="7039" y="13156"/>
                  </a:lnTo>
                  <a:lnTo>
                    <a:pt x="7420" y="13116"/>
                  </a:lnTo>
                  <a:lnTo>
                    <a:pt x="7881" y="13056"/>
                  </a:lnTo>
                  <a:lnTo>
                    <a:pt x="8323" y="12976"/>
                  </a:lnTo>
                  <a:lnTo>
                    <a:pt x="8764" y="12835"/>
                  </a:lnTo>
                  <a:lnTo>
                    <a:pt x="9185" y="12675"/>
                  </a:lnTo>
                  <a:lnTo>
                    <a:pt x="9586" y="12494"/>
                  </a:lnTo>
                  <a:lnTo>
                    <a:pt x="9967" y="12274"/>
                  </a:lnTo>
                  <a:lnTo>
                    <a:pt x="10348" y="12013"/>
                  </a:lnTo>
                  <a:lnTo>
                    <a:pt x="10689" y="11752"/>
                  </a:lnTo>
                  <a:lnTo>
                    <a:pt x="11030" y="11451"/>
                  </a:lnTo>
                  <a:lnTo>
                    <a:pt x="11331" y="11131"/>
                  </a:lnTo>
                  <a:lnTo>
                    <a:pt x="11632" y="10790"/>
                  </a:lnTo>
                  <a:lnTo>
                    <a:pt x="11892" y="10409"/>
                  </a:lnTo>
                  <a:lnTo>
                    <a:pt x="12153" y="10028"/>
                  </a:lnTo>
                  <a:lnTo>
                    <a:pt x="12374" y="9626"/>
                  </a:lnTo>
                  <a:lnTo>
                    <a:pt x="12554" y="9225"/>
                  </a:lnTo>
                  <a:lnTo>
                    <a:pt x="12735" y="8784"/>
                  </a:lnTo>
                  <a:lnTo>
                    <a:pt x="12855" y="8403"/>
                  </a:lnTo>
                  <a:lnTo>
                    <a:pt x="12955" y="8022"/>
                  </a:lnTo>
                  <a:lnTo>
                    <a:pt x="13035" y="7641"/>
                  </a:lnTo>
                  <a:lnTo>
                    <a:pt x="13096" y="7240"/>
                  </a:lnTo>
                  <a:lnTo>
                    <a:pt x="13116" y="6859"/>
                  </a:lnTo>
                  <a:lnTo>
                    <a:pt x="13116" y="6478"/>
                  </a:lnTo>
                  <a:lnTo>
                    <a:pt x="13116" y="6117"/>
                  </a:lnTo>
                  <a:lnTo>
                    <a:pt x="13076" y="5736"/>
                  </a:lnTo>
                  <a:lnTo>
                    <a:pt x="13015" y="5375"/>
                  </a:lnTo>
                  <a:lnTo>
                    <a:pt x="12935" y="5014"/>
                  </a:lnTo>
                  <a:lnTo>
                    <a:pt x="12835" y="4653"/>
                  </a:lnTo>
                  <a:lnTo>
                    <a:pt x="12715" y="4312"/>
                  </a:lnTo>
                  <a:lnTo>
                    <a:pt x="12574" y="3971"/>
                  </a:lnTo>
                  <a:lnTo>
                    <a:pt x="12414" y="3650"/>
                  </a:lnTo>
                  <a:lnTo>
                    <a:pt x="12253" y="3329"/>
                  </a:lnTo>
                  <a:lnTo>
                    <a:pt x="12053" y="3008"/>
                  </a:lnTo>
                  <a:lnTo>
                    <a:pt x="11852" y="2708"/>
                  </a:lnTo>
                  <a:lnTo>
                    <a:pt x="11632" y="2427"/>
                  </a:lnTo>
                  <a:lnTo>
                    <a:pt x="11391" y="2146"/>
                  </a:lnTo>
                  <a:lnTo>
                    <a:pt x="11130" y="1885"/>
                  </a:lnTo>
                  <a:lnTo>
                    <a:pt x="10850" y="1645"/>
                  </a:lnTo>
                  <a:lnTo>
                    <a:pt x="10569" y="1404"/>
                  </a:lnTo>
                  <a:lnTo>
                    <a:pt x="10268" y="1183"/>
                  </a:lnTo>
                  <a:lnTo>
                    <a:pt x="9967" y="983"/>
                  </a:lnTo>
                  <a:lnTo>
                    <a:pt x="9626" y="802"/>
                  </a:lnTo>
                  <a:lnTo>
                    <a:pt x="9305" y="622"/>
                  </a:lnTo>
                  <a:lnTo>
                    <a:pt x="8944" y="482"/>
                  </a:lnTo>
                  <a:lnTo>
                    <a:pt x="8583" y="341"/>
                  </a:lnTo>
                  <a:lnTo>
                    <a:pt x="8222" y="241"/>
                  </a:lnTo>
                  <a:lnTo>
                    <a:pt x="7841" y="141"/>
                  </a:lnTo>
                  <a:lnTo>
                    <a:pt x="7440" y="80"/>
                  </a:lnTo>
                  <a:lnTo>
                    <a:pt x="7039" y="40"/>
                  </a:lnTo>
                  <a:lnTo>
                    <a:pt x="66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21"/>
            <p:cNvSpPr/>
            <p:nvPr/>
          </p:nvSpPr>
          <p:spPr>
            <a:xfrm>
              <a:off x="10215850" y="2725863"/>
              <a:ext cx="327900" cy="328925"/>
            </a:xfrm>
            <a:custGeom>
              <a:avLst/>
              <a:gdLst/>
              <a:ahLst/>
              <a:cxnLst/>
              <a:rect l="l" t="t" r="r" b="b"/>
              <a:pathLst>
                <a:path w="13116" h="13157" fill="none" extrusionOk="0">
                  <a:moveTo>
                    <a:pt x="40" y="7481"/>
                  </a:moveTo>
                  <a:lnTo>
                    <a:pt x="40" y="7481"/>
                  </a:lnTo>
                  <a:lnTo>
                    <a:pt x="80" y="7761"/>
                  </a:lnTo>
                  <a:lnTo>
                    <a:pt x="120" y="8042"/>
                  </a:lnTo>
                  <a:lnTo>
                    <a:pt x="201" y="8323"/>
                  </a:lnTo>
                  <a:lnTo>
                    <a:pt x="281" y="8604"/>
                  </a:lnTo>
                  <a:lnTo>
                    <a:pt x="381" y="8864"/>
                  </a:lnTo>
                  <a:lnTo>
                    <a:pt x="481" y="9145"/>
                  </a:lnTo>
                  <a:lnTo>
                    <a:pt x="602" y="9406"/>
                  </a:lnTo>
                  <a:lnTo>
                    <a:pt x="742" y="9687"/>
                  </a:lnTo>
                  <a:lnTo>
                    <a:pt x="903" y="9947"/>
                  </a:lnTo>
                  <a:lnTo>
                    <a:pt x="1063" y="10188"/>
                  </a:lnTo>
                  <a:lnTo>
                    <a:pt x="1243" y="10449"/>
                  </a:lnTo>
                  <a:lnTo>
                    <a:pt x="1424" y="10689"/>
                  </a:lnTo>
                  <a:lnTo>
                    <a:pt x="1624" y="10930"/>
                  </a:lnTo>
                  <a:lnTo>
                    <a:pt x="1845" y="11151"/>
                  </a:lnTo>
                  <a:lnTo>
                    <a:pt x="2066" y="11371"/>
                  </a:lnTo>
                  <a:lnTo>
                    <a:pt x="2306" y="11572"/>
                  </a:lnTo>
                  <a:lnTo>
                    <a:pt x="2547" y="11772"/>
                  </a:lnTo>
                  <a:lnTo>
                    <a:pt x="2808" y="11953"/>
                  </a:lnTo>
                  <a:lnTo>
                    <a:pt x="3068" y="12133"/>
                  </a:lnTo>
                  <a:lnTo>
                    <a:pt x="3349" y="12294"/>
                  </a:lnTo>
                  <a:lnTo>
                    <a:pt x="3650" y="12454"/>
                  </a:lnTo>
                  <a:lnTo>
                    <a:pt x="3931" y="12595"/>
                  </a:lnTo>
                  <a:lnTo>
                    <a:pt x="4252" y="12715"/>
                  </a:lnTo>
                  <a:lnTo>
                    <a:pt x="4572" y="12835"/>
                  </a:lnTo>
                  <a:lnTo>
                    <a:pt x="4893" y="12935"/>
                  </a:lnTo>
                  <a:lnTo>
                    <a:pt x="5234" y="13016"/>
                  </a:lnTo>
                  <a:lnTo>
                    <a:pt x="5575" y="13076"/>
                  </a:lnTo>
                  <a:lnTo>
                    <a:pt x="5936" y="13116"/>
                  </a:lnTo>
                  <a:lnTo>
                    <a:pt x="6297" y="13156"/>
                  </a:lnTo>
                  <a:lnTo>
                    <a:pt x="6658" y="13156"/>
                  </a:lnTo>
                  <a:lnTo>
                    <a:pt x="7039" y="13156"/>
                  </a:lnTo>
                  <a:lnTo>
                    <a:pt x="7420" y="13116"/>
                  </a:lnTo>
                  <a:lnTo>
                    <a:pt x="7420" y="13116"/>
                  </a:lnTo>
                  <a:lnTo>
                    <a:pt x="7881" y="13056"/>
                  </a:lnTo>
                  <a:lnTo>
                    <a:pt x="8323" y="12976"/>
                  </a:lnTo>
                  <a:lnTo>
                    <a:pt x="8764" y="12835"/>
                  </a:lnTo>
                  <a:lnTo>
                    <a:pt x="9185" y="12675"/>
                  </a:lnTo>
                  <a:lnTo>
                    <a:pt x="9586" y="12494"/>
                  </a:lnTo>
                  <a:lnTo>
                    <a:pt x="9967" y="12274"/>
                  </a:lnTo>
                  <a:lnTo>
                    <a:pt x="10348" y="12013"/>
                  </a:lnTo>
                  <a:lnTo>
                    <a:pt x="10689" y="11752"/>
                  </a:lnTo>
                  <a:lnTo>
                    <a:pt x="11030" y="11451"/>
                  </a:lnTo>
                  <a:lnTo>
                    <a:pt x="11331" y="11131"/>
                  </a:lnTo>
                  <a:lnTo>
                    <a:pt x="11632" y="10790"/>
                  </a:lnTo>
                  <a:lnTo>
                    <a:pt x="11892" y="10409"/>
                  </a:lnTo>
                  <a:lnTo>
                    <a:pt x="12153" y="10028"/>
                  </a:lnTo>
                  <a:lnTo>
                    <a:pt x="12374" y="9626"/>
                  </a:lnTo>
                  <a:lnTo>
                    <a:pt x="12554" y="9225"/>
                  </a:lnTo>
                  <a:lnTo>
                    <a:pt x="12735" y="8784"/>
                  </a:lnTo>
                  <a:lnTo>
                    <a:pt x="12735" y="8784"/>
                  </a:lnTo>
                  <a:lnTo>
                    <a:pt x="12855" y="8403"/>
                  </a:lnTo>
                  <a:lnTo>
                    <a:pt x="12955" y="8022"/>
                  </a:lnTo>
                  <a:lnTo>
                    <a:pt x="13035" y="7641"/>
                  </a:lnTo>
                  <a:lnTo>
                    <a:pt x="13096" y="7240"/>
                  </a:lnTo>
                  <a:lnTo>
                    <a:pt x="13116" y="6859"/>
                  </a:lnTo>
                  <a:lnTo>
                    <a:pt x="13116" y="6478"/>
                  </a:lnTo>
                  <a:lnTo>
                    <a:pt x="13116" y="6117"/>
                  </a:lnTo>
                  <a:lnTo>
                    <a:pt x="13076" y="5736"/>
                  </a:lnTo>
                  <a:lnTo>
                    <a:pt x="13015" y="5375"/>
                  </a:lnTo>
                  <a:lnTo>
                    <a:pt x="12935" y="5014"/>
                  </a:lnTo>
                  <a:lnTo>
                    <a:pt x="12835" y="4653"/>
                  </a:lnTo>
                  <a:lnTo>
                    <a:pt x="12715" y="4312"/>
                  </a:lnTo>
                  <a:lnTo>
                    <a:pt x="12574" y="3971"/>
                  </a:lnTo>
                  <a:lnTo>
                    <a:pt x="12414" y="3650"/>
                  </a:lnTo>
                  <a:lnTo>
                    <a:pt x="12253" y="3329"/>
                  </a:lnTo>
                  <a:lnTo>
                    <a:pt x="12053" y="3008"/>
                  </a:lnTo>
                  <a:lnTo>
                    <a:pt x="11852" y="2708"/>
                  </a:lnTo>
                  <a:lnTo>
                    <a:pt x="11632" y="2427"/>
                  </a:lnTo>
                  <a:lnTo>
                    <a:pt x="11391" y="2146"/>
                  </a:lnTo>
                  <a:lnTo>
                    <a:pt x="11130" y="1885"/>
                  </a:lnTo>
                  <a:lnTo>
                    <a:pt x="10850" y="1645"/>
                  </a:lnTo>
                  <a:lnTo>
                    <a:pt x="10569" y="1404"/>
                  </a:lnTo>
                  <a:lnTo>
                    <a:pt x="10268" y="1183"/>
                  </a:lnTo>
                  <a:lnTo>
                    <a:pt x="9967" y="983"/>
                  </a:lnTo>
                  <a:lnTo>
                    <a:pt x="9626" y="802"/>
                  </a:lnTo>
                  <a:lnTo>
                    <a:pt x="9305" y="622"/>
                  </a:lnTo>
                  <a:lnTo>
                    <a:pt x="8944" y="482"/>
                  </a:lnTo>
                  <a:lnTo>
                    <a:pt x="8583" y="341"/>
                  </a:lnTo>
                  <a:lnTo>
                    <a:pt x="8222" y="241"/>
                  </a:lnTo>
                  <a:lnTo>
                    <a:pt x="7841" y="141"/>
                  </a:lnTo>
                  <a:lnTo>
                    <a:pt x="7440" y="80"/>
                  </a:lnTo>
                  <a:lnTo>
                    <a:pt x="7039" y="40"/>
                  </a:lnTo>
                  <a:lnTo>
                    <a:pt x="7039" y="40"/>
                  </a:lnTo>
                  <a:lnTo>
                    <a:pt x="6658" y="0"/>
                  </a:lnTo>
                  <a:lnTo>
                    <a:pt x="6277" y="20"/>
                  </a:lnTo>
                  <a:lnTo>
                    <a:pt x="5896" y="40"/>
                  </a:lnTo>
                  <a:lnTo>
                    <a:pt x="5535" y="80"/>
                  </a:lnTo>
                  <a:lnTo>
                    <a:pt x="5174" y="141"/>
                  </a:lnTo>
                  <a:lnTo>
                    <a:pt x="4833" y="241"/>
                  </a:lnTo>
                  <a:lnTo>
                    <a:pt x="4472" y="341"/>
                  </a:lnTo>
                  <a:lnTo>
                    <a:pt x="4151" y="462"/>
                  </a:lnTo>
                  <a:lnTo>
                    <a:pt x="3810" y="622"/>
                  </a:lnTo>
                  <a:lnTo>
                    <a:pt x="3490" y="782"/>
                  </a:lnTo>
                  <a:lnTo>
                    <a:pt x="3189" y="963"/>
                  </a:lnTo>
                  <a:lnTo>
                    <a:pt x="2888" y="1143"/>
                  </a:lnTo>
                  <a:lnTo>
                    <a:pt x="2607" y="1364"/>
                  </a:lnTo>
                  <a:lnTo>
                    <a:pt x="2326" y="1585"/>
                  </a:lnTo>
                  <a:lnTo>
                    <a:pt x="2066" y="1825"/>
                  </a:lnTo>
                  <a:lnTo>
                    <a:pt x="1825" y="2086"/>
                  </a:lnTo>
                  <a:lnTo>
                    <a:pt x="1584" y="2347"/>
                  </a:lnTo>
                  <a:lnTo>
                    <a:pt x="1364" y="2627"/>
                  </a:lnTo>
                  <a:lnTo>
                    <a:pt x="1163" y="2928"/>
                  </a:lnTo>
                  <a:lnTo>
                    <a:pt x="963" y="3229"/>
                  </a:lnTo>
                  <a:lnTo>
                    <a:pt x="802" y="3550"/>
                  </a:lnTo>
                  <a:lnTo>
                    <a:pt x="642" y="3871"/>
                  </a:lnTo>
                  <a:lnTo>
                    <a:pt x="501" y="4192"/>
                  </a:lnTo>
                  <a:lnTo>
                    <a:pt x="361" y="4533"/>
                  </a:lnTo>
                  <a:lnTo>
                    <a:pt x="261" y="4894"/>
                  </a:lnTo>
                  <a:lnTo>
                    <a:pt x="160" y="5234"/>
                  </a:lnTo>
                  <a:lnTo>
                    <a:pt x="100" y="5595"/>
                  </a:lnTo>
                  <a:lnTo>
                    <a:pt x="40" y="5977"/>
                  </a:lnTo>
                  <a:lnTo>
                    <a:pt x="20" y="6337"/>
                  </a:lnTo>
                  <a:lnTo>
                    <a:pt x="0" y="6719"/>
                  </a:lnTo>
                  <a:lnTo>
                    <a:pt x="0" y="7100"/>
                  </a:lnTo>
                  <a:lnTo>
                    <a:pt x="40" y="74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21"/>
            <p:cNvSpPr/>
            <p:nvPr/>
          </p:nvSpPr>
          <p:spPr>
            <a:xfrm>
              <a:off x="10253450" y="2763463"/>
              <a:ext cx="253200" cy="253700"/>
            </a:xfrm>
            <a:custGeom>
              <a:avLst/>
              <a:gdLst/>
              <a:ahLst/>
              <a:cxnLst/>
              <a:rect l="l" t="t" r="r" b="b"/>
              <a:pathLst>
                <a:path w="10128" h="10148" extrusionOk="0">
                  <a:moveTo>
                    <a:pt x="4853" y="0"/>
                  </a:moveTo>
                  <a:lnTo>
                    <a:pt x="4573" y="20"/>
                  </a:lnTo>
                  <a:lnTo>
                    <a:pt x="4292" y="61"/>
                  </a:lnTo>
                  <a:lnTo>
                    <a:pt x="4011" y="101"/>
                  </a:lnTo>
                  <a:lnTo>
                    <a:pt x="3750" y="181"/>
                  </a:lnTo>
                  <a:lnTo>
                    <a:pt x="3490" y="241"/>
                  </a:lnTo>
                  <a:lnTo>
                    <a:pt x="3229" y="341"/>
                  </a:lnTo>
                  <a:lnTo>
                    <a:pt x="2968" y="442"/>
                  </a:lnTo>
                  <a:lnTo>
                    <a:pt x="2728" y="582"/>
                  </a:lnTo>
                  <a:lnTo>
                    <a:pt x="2507" y="702"/>
                  </a:lnTo>
                  <a:lnTo>
                    <a:pt x="2266" y="843"/>
                  </a:lnTo>
                  <a:lnTo>
                    <a:pt x="2066" y="1003"/>
                  </a:lnTo>
                  <a:lnTo>
                    <a:pt x="1845" y="1184"/>
                  </a:lnTo>
                  <a:lnTo>
                    <a:pt x="1645" y="1364"/>
                  </a:lnTo>
                  <a:lnTo>
                    <a:pt x="1464" y="1545"/>
                  </a:lnTo>
                  <a:lnTo>
                    <a:pt x="1264" y="1765"/>
                  </a:lnTo>
                  <a:lnTo>
                    <a:pt x="1083" y="1986"/>
                  </a:lnTo>
                  <a:lnTo>
                    <a:pt x="923" y="2206"/>
                  </a:lnTo>
                  <a:lnTo>
                    <a:pt x="782" y="2447"/>
                  </a:lnTo>
                  <a:lnTo>
                    <a:pt x="622" y="2688"/>
                  </a:lnTo>
                  <a:lnTo>
                    <a:pt x="502" y="2928"/>
                  </a:lnTo>
                  <a:lnTo>
                    <a:pt x="381" y="3189"/>
                  </a:lnTo>
                  <a:lnTo>
                    <a:pt x="281" y="3470"/>
                  </a:lnTo>
                  <a:lnTo>
                    <a:pt x="201" y="3730"/>
                  </a:lnTo>
                  <a:lnTo>
                    <a:pt x="120" y="4011"/>
                  </a:lnTo>
                  <a:lnTo>
                    <a:pt x="60" y="4292"/>
                  </a:lnTo>
                  <a:lnTo>
                    <a:pt x="20" y="4593"/>
                  </a:lnTo>
                  <a:lnTo>
                    <a:pt x="0" y="4874"/>
                  </a:lnTo>
                  <a:lnTo>
                    <a:pt x="0" y="5174"/>
                  </a:lnTo>
                  <a:lnTo>
                    <a:pt x="0" y="5475"/>
                  </a:lnTo>
                  <a:lnTo>
                    <a:pt x="20" y="5776"/>
                  </a:lnTo>
                  <a:lnTo>
                    <a:pt x="100" y="6197"/>
                  </a:lnTo>
                  <a:lnTo>
                    <a:pt x="201" y="6638"/>
                  </a:lnTo>
                  <a:lnTo>
                    <a:pt x="361" y="7060"/>
                  </a:lnTo>
                  <a:lnTo>
                    <a:pt x="562" y="7461"/>
                  </a:lnTo>
                  <a:lnTo>
                    <a:pt x="802" y="7862"/>
                  </a:lnTo>
                  <a:lnTo>
                    <a:pt x="1103" y="8243"/>
                  </a:lnTo>
                  <a:lnTo>
                    <a:pt x="1404" y="8604"/>
                  </a:lnTo>
                  <a:lnTo>
                    <a:pt x="1765" y="8925"/>
                  </a:lnTo>
                  <a:lnTo>
                    <a:pt x="2166" y="9225"/>
                  </a:lnTo>
                  <a:lnTo>
                    <a:pt x="2367" y="9366"/>
                  </a:lnTo>
                  <a:lnTo>
                    <a:pt x="2587" y="9486"/>
                  </a:lnTo>
                  <a:lnTo>
                    <a:pt x="2808" y="9606"/>
                  </a:lnTo>
                  <a:lnTo>
                    <a:pt x="3028" y="9727"/>
                  </a:lnTo>
                  <a:lnTo>
                    <a:pt x="3269" y="9807"/>
                  </a:lnTo>
                  <a:lnTo>
                    <a:pt x="3510" y="9907"/>
                  </a:lnTo>
                  <a:lnTo>
                    <a:pt x="3770" y="9967"/>
                  </a:lnTo>
                  <a:lnTo>
                    <a:pt x="4031" y="10048"/>
                  </a:lnTo>
                  <a:lnTo>
                    <a:pt x="4292" y="10088"/>
                  </a:lnTo>
                  <a:lnTo>
                    <a:pt x="4573" y="10128"/>
                  </a:lnTo>
                  <a:lnTo>
                    <a:pt x="4853" y="10148"/>
                  </a:lnTo>
                  <a:lnTo>
                    <a:pt x="5435" y="10148"/>
                  </a:lnTo>
                  <a:lnTo>
                    <a:pt x="5716" y="10128"/>
                  </a:lnTo>
                  <a:lnTo>
                    <a:pt x="6077" y="10088"/>
                  </a:lnTo>
                  <a:lnTo>
                    <a:pt x="6418" y="10008"/>
                  </a:lnTo>
                  <a:lnTo>
                    <a:pt x="6759" y="9907"/>
                  </a:lnTo>
                  <a:lnTo>
                    <a:pt x="7079" y="9787"/>
                  </a:lnTo>
                  <a:lnTo>
                    <a:pt x="7400" y="9647"/>
                  </a:lnTo>
                  <a:lnTo>
                    <a:pt x="7681" y="9466"/>
                  </a:lnTo>
                  <a:lnTo>
                    <a:pt x="7982" y="9286"/>
                  </a:lnTo>
                  <a:lnTo>
                    <a:pt x="8243" y="9065"/>
                  </a:lnTo>
                  <a:lnTo>
                    <a:pt x="8503" y="8824"/>
                  </a:lnTo>
                  <a:lnTo>
                    <a:pt x="8744" y="8584"/>
                  </a:lnTo>
                  <a:lnTo>
                    <a:pt x="8964" y="8323"/>
                  </a:lnTo>
                  <a:lnTo>
                    <a:pt x="9185" y="8042"/>
                  </a:lnTo>
                  <a:lnTo>
                    <a:pt x="9366" y="7741"/>
                  </a:lnTo>
                  <a:lnTo>
                    <a:pt x="9546" y="7441"/>
                  </a:lnTo>
                  <a:lnTo>
                    <a:pt x="9686" y="7120"/>
                  </a:lnTo>
                  <a:lnTo>
                    <a:pt x="9827" y="6779"/>
                  </a:lnTo>
                  <a:lnTo>
                    <a:pt x="9887" y="6598"/>
                  </a:lnTo>
                  <a:lnTo>
                    <a:pt x="9967" y="6318"/>
                  </a:lnTo>
                  <a:lnTo>
                    <a:pt x="10027" y="6017"/>
                  </a:lnTo>
                  <a:lnTo>
                    <a:pt x="10067" y="5736"/>
                  </a:lnTo>
                  <a:lnTo>
                    <a:pt x="10108" y="5435"/>
                  </a:lnTo>
                  <a:lnTo>
                    <a:pt x="10128" y="5154"/>
                  </a:lnTo>
                  <a:lnTo>
                    <a:pt x="10128" y="4874"/>
                  </a:lnTo>
                  <a:lnTo>
                    <a:pt x="10108" y="4573"/>
                  </a:lnTo>
                  <a:lnTo>
                    <a:pt x="10067" y="4292"/>
                  </a:lnTo>
                  <a:lnTo>
                    <a:pt x="10007" y="4031"/>
                  </a:lnTo>
                  <a:lnTo>
                    <a:pt x="9947" y="3751"/>
                  </a:lnTo>
                  <a:lnTo>
                    <a:pt x="9867" y="3490"/>
                  </a:lnTo>
                  <a:lnTo>
                    <a:pt x="9767" y="3229"/>
                  </a:lnTo>
                  <a:lnTo>
                    <a:pt x="9666" y="2968"/>
                  </a:lnTo>
                  <a:lnTo>
                    <a:pt x="9546" y="2728"/>
                  </a:lnTo>
                  <a:lnTo>
                    <a:pt x="9406" y="2487"/>
                  </a:lnTo>
                  <a:lnTo>
                    <a:pt x="9245" y="2246"/>
                  </a:lnTo>
                  <a:lnTo>
                    <a:pt x="9085" y="2026"/>
                  </a:lnTo>
                  <a:lnTo>
                    <a:pt x="8924" y="1805"/>
                  </a:lnTo>
                  <a:lnTo>
                    <a:pt x="8724" y="1605"/>
                  </a:lnTo>
                  <a:lnTo>
                    <a:pt x="8543" y="1404"/>
                  </a:lnTo>
                  <a:lnTo>
                    <a:pt x="8323" y="1224"/>
                  </a:lnTo>
                  <a:lnTo>
                    <a:pt x="8102" y="1043"/>
                  </a:lnTo>
                  <a:lnTo>
                    <a:pt x="7882" y="883"/>
                  </a:lnTo>
                  <a:lnTo>
                    <a:pt x="7641" y="742"/>
                  </a:lnTo>
                  <a:lnTo>
                    <a:pt x="7400" y="602"/>
                  </a:lnTo>
                  <a:lnTo>
                    <a:pt x="7140" y="462"/>
                  </a:lnTo>
                  <a:lnTo>
                    <a:pt x="6879" y="361"/>
                  </a:lnTo>
                  <a:lnTo>
                    <a:pt x="6598" y="261"/>
                  </a:lnTo>
                  <a:lnTo>
                    <a:pt x="6317" y="181"/>
                  </a:lnTo>
                  <a:lnTo>
                    <a:pt x="6037" y="121"/>
                  </a:lnTo>
                  <a:lnTo>
                    <a:pt x="5736" y="61"/>
                  </a:lnTo>
                  <a:lnTo>
                    <a:pt x="5435" y="20"/>
                  </a:lnTo>
                  <a:lnTo>
                    <a:pt x="513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21"/>
            <p:cNvSpPr/>
            <p:nvPr/>
          </p:nvSpPr>
          <p:spPr>
            <a:xfrm>
              <a:off x="10253450" y="2763463"/>
              <a:ext cx="253200" cy="253700"/>
            </a:xfrm>
            <a:custGeom>
              <a:avLst/>
              <a:gdLst/>
              <a:ahLst/>
              <a:cxnLst/>
              <a:rect l="l" t="t" r="r" b="b"/>
              <a:pathLst>
                <a:path w="10128" h="10148" fill="none" extrusionOk="0">
                  <a:moveTo>
                    <a:pt x="9887" y="6598"/>
                  </a:moveTo>
                  <a:lnTo>
                    <a:pt x="9887" y="6598"/>
                  </a:lnTo>
                  <a:lnTo>
                    <a:pt x="9827" y="6779"/>
                  </a:lnTo>
                  <a:lnTo>
                    <a:pt x="9827" y="6779"/>
                  </a:lnTo>
                  <a:lnTo>
                    <a:pt x="9686" y="7120"/>
                  </a:lnTo>
                  <a:lnTo>
                    <a:pt x="9546" y="7441"/>
                  </a:lnTo>
                  <a:lnTo>
                    <a:pt x="9366" y="7741"/>
                  </a:lnTo>
                  <a:lnTo>
                    <a:pt x="9185" y="8042"/>
                  </a:lnTo>
                  <a:lnTo>
                    <a:pt x="8964" y="8323"/>
                  </a:lnTo>
                  <a:lnTo>
                    <a:pt x="8744" y="8584"/>
                  </a:lnTo>
                  <a:lnTo>
                    <a:pt x="8503" y="8824"/>
                  </a:lnTo>
                  <a:lnTo>
                    <a:pt x="8243" y="9065"/>
                  </a:lnTo>
                  <a:lnTo>
                    <a:pt x="7982" y="9286"/>
                  </a:lnTo>
                  <a:lnTo>
                    <a:pt x="7681" y="9466"/>
                  </a:lnTo>
                  <a:lnTo>
                    <a:pt x="7400" y="9647"/>
                  </a:lnTo>
                  <a:lnTo>
                    <a:pt x="7079" y="9787"/>
                  </a:lnTo>
                  <a:lnTo>
                    <a:pt x="6759" y="9907"/>
                  </a:lnTo>
                  <a:lnTo>
                    <a:pt x="6418" y="10008"/>
                  </a:lnTo>
                  <a:lnTo>
                    <a:pt x="6077" y="10088"/>
                  </a:lnTo>
                  <a:lnTo>
                    <a:pt x="5716" y="10128"/>
                  </a:lnTo>
                  <a:lnTo>
                    <a:pt x="5716" y="10128"/>
                  </a:lnTo>
                  <a:lnTo>
                    <a:pt x="5435" y="10148"/>
                  </a:lnTo>
                  <a:lnTo>
                    <a:pt x="5134" y="10148"/>
                  </a:lnTo>
                  <a:lnTo>
                    <a:pt x="4853" y="10148"/>
                  </a:lnTo>
                  <a:lnTo>
                    <a:pt x="4573" y="10128"/>
                  </a:lnTo>
                  <a:lnTo>
                    <a:pt x="4292" y="10088"/>
                  </a:lnTo>
                  <a:lnTo>
                    <a:pt x="4031" y="10048"/>
                  </a:lnTo>
                  <a:lnTo>
                    <a:pt x="3770" y="9967"/>
                  </a:lnTo>
                  <a:lnTo>
                    <a:pt x="3510" y="9907"/>
                  </a:lnTo>
                  <a:lnTo>
                    <a:pt x="3269" y="9807"/>
                  </a:lnTo>
                  <a:lnTo>
                    <a:pt x="3028" y="9727"/>
                  </a:lnTo>
                  <a:lnTo>
                    <a:pt x="2808" y="9606"/>
                  </a:lnTo>
                  <a:lnTo>
                    <a:pt x="2587" y="9486"/>
                  </a:lnTo>
                  <a:lnTo>
                    <a:pt x="2367" y="9366"/>
                  </a:lnTo>
                  <a:lnTo>
                    <a:pt x="2166" y="9225"/>
                  </a:lnTo>
                  <a:lnTo>
                    <a:pt x="1765" y="8925"/>
                  </a:lnTo>
                  <a:lnTo>
                    <a:pt x="1404" y="8604"/>
                  </a:lnTo>
                  <a:lnTo>
                    <a:pt x="1103" y="8243"/>
                  </a:lnTo>
                  <a:lnTo>
                    <a:pt x="802" y="7862"/>
                  </a:lnTo>
                  <a:lnTo>
                    <a:pt x="562" y="7461"/>
                  </a:lnTo>
                  <a:lnTo>
                    <a:pt x="361" y="7060"/>
                  </a:lnTo>
                  <a:lnTo>
                    <a:pt x="201" y="6638"/>
                  </a:lnTo>
                  <a:lnTo>
                    <a:pt x="100" y="6197"/>
                  </a:lnTo>
                  <a:lnTo>
                    <a:pt x="20" y="5776"/>
                  </a:lnTo>
                  <a:lnTo>
                    <a:pt x="20" y="5776"/>
                  </a:lnTo>
                  <a:lnTo>
                    <a:pt x="0" y="5475"/>
                  </a:lnTo>
                  <a:lnTo>
                    <a:pt x="0" y="5174"/>
                  </a:lnTo>
                  <a:lnTo>
                    <a:pt x="0" y="4874"/>
                  </a:lnTo>
                  <a:lnTo>
                    <a:pt x="20" y="4593"/>
                  </a:lnTo>
                  <a:lnTo>
                    <a:pt x="60" y="4292"/>
                  </a:lnTo>
                  <a:lnTo>
                    <a:pt x="120" y="4011"/>
                  </a:lnTo>
                  <a:lnTo>
                    <a:pt x="201" y="3730"/>
                  </a:lnTo>
                  <a:lnTo>
                    <a:pt x="281" y="3470"/>
                  </a:lnTo>
                  <a:lnTo>
                    <a:pt x="381" y="3189"/>
                  </a:lnTo>
                  <a:lnTo>
                    <a:pt x="502" y="2928"/>
                  </a:lnTo>
                  <a:lnTo>
                    <a:pt x="622" y="2688"/>
                  </a:lnTo>
                  <a:lnTo>
                    <a:pt x="782" y="2447"/>
                  </a:lnTo>
                  <a:lnTo>
                    <a:pt x="923" y="2206"/>
                  </a:lnTo>
                  <a:lnTo>
                    <a:pt x="1083" y="1986"/>
                  </a:lnTo>
                  <a:lnTo>
                    <a:pt x="1264" y="1765"/>
                  </a:lnTo>
                  <a:lnTo>
                    <a:pt x="1464" y="1545"/>
                  </a:lnTo>
                  <a:lnTo>
                    <a:pt x="1464" y="1545"/>
                  </a:lnTo>
                  <a:lnTo>
                    <a:pt x="1645" y="1364"/>
                  </a:lnTo>
                  <a:lnTo>
                    <a:pt x="1845" y="1184"/>
                  </a:lnTo>
                  <a:lnTo>
                    <a:pt x="2066" y="1003"/>
                  </a:lnTo>
                  <a:lnTo>
                    <a:pt x="2266" y="843"/>
                  </a:lnTo>
                  <a:lnTo>
                    <a:pt x="2507" y="702"/>
                  </a:lnTo>
                  <a:lnTo>
                    <a:pt x="2728" y="582"/>
                  </a:lnTo>
                  <a:lnTo>
                    <a:pt x="2968" y="442"/>
                  </a:lnTo>
                  <a:lnTo>
                    <a:pt x="3229" y="341"/>
                  </a:lnTo>
                  <a:lnTo>
                    <a:pt x="3490" y="241"/>
                  </a:lnTo>
                  <a:lnTo>
                    <a:pt x="3750" y="181"/>
                  </a:lnTo>
                  <a:lnTo>
                    <a:pt x="4011" y="101"/>
                  </a:lnTo>
                  <a:lnTo>
                    <a:pt x="4292" y="61"/>
                  </a:lnTo>
                  <a:lnTo>
                    <a:pt x="4573" y="20"/>
                  </a:lnTo>
                  <a:lnTo>
                    <a:pt x="4853" y="0"/>
                  </a:lnTo>
                  <a:lnTo>
                    <a:pt x="5134" y="0"/>
                  </a:lnTo>
                  <a:lnTo>
                    <a:pt x="5435" y="20"/>
                  </a:lnTo>
                  <a:lnTo>
                    <a:pt x="5435" y="20"/>
                  </a:lnTo>
                  <a:lnTo>
                    <a:pt x="5736" y="61"/>
                  </a:lnTo>
                  <a:lnTo>
                    <a:pt x="6037" y="121"/>
                  </a:lnTo>
                  <a:lnTo>
                    <a:pt x="6317" y="181"/>
                  </a:lnTo>
                  <a:lnTo>
                    <a:pt x="6598" y="261"/>
                  </a:lnTo>
                  <a:lnTo>
                    <a:pt x="6879" y="361"/>
                  </a:lnTo>
                  <a:lnTo>
                    <a:pt x="7140" y="462"/>
                  </a:lnTo>
                  <a:lnTo>
                    <a:pt x="7400" y="602"/>
                  </a:lnTo>
                  <a:lnTo>
                    <a:pt x="7641" y="742"/>
                  </a:lnTo>
                  <a:lnTo>
                    <a:pt x="7882" y="883"/>
                  </a:lnTo>
                  <a:lnTo>
                    <a:pt x="8102" y="1043"/>
                  </a:lnTo>
                  <a:lnTo>
                    <a:pt x="8323" y="1224"/>
                  </a:lnTo>
                  <a:lnTo>
                    <a:pt x="8543" y="1404"/>
                  </a:lnTo>
                  <a:lnTo>
                    <a:pt x="8724" y="1605"/>
                  </a:lnTo>
                  <a:lnTo>
                    <a:pt x="8924" y="1805"/>
                  </a:lnTo>
                  <a:lnTo>
                    <a:pt x="9085" y="2026"/>
                  </a:lnTo>
                  <a:lnTo>
                    <a:pt x="9245" y="2246"/>
                  </a:lnTo>
                  <a:lnTo>
                    <a:pt x="9406" y="2487"/>
                  </a:lnTo>
                  <a:lnTo>
                    <a:pt x="9546" y="2728"/>
                  </a:lnTo>
                  <a:lnTo>
                    <a:pt x="9666" y="2968"/>
                  </a:lnTo>
                  <a:lnTo>
                    <a:pt x="9767" y="3229"/>
                  </a:lnTo>
                  <a:lnTo>
                    <a:pt x="9867" y="3490"/>
                  </a:lnTo>
                  <a:lnTo>
                    <a:pt x="9947" y="3751"/>
                  </a:lnTo>
                  <a:lnTo>
                    <a:pt x="10007" y="4031"/>
                  </a:lnTo>
                  <a:lnTo>
                    <a:pt x="10067" y="4292"/>
                  </a:lnTo>
                  <a:lnTo>
                    <a:pt x="10108" y="4573"/>
                  </a:lnTo>
                  <a:lnTo>
                    <a:pt x="10128" y="4874"/>
                  </a:lnTo>
                  <a:lnTo>
                    <a:pt x="10128" y="5154"/>
                  </a:lnTo>
                  <a:lnTo>
                    <a:pt x="10108" y="5435"/>
                  </a:lnTo>
                  <a:lnTo>
                    <a:pt x="10067" y="5736"/>
                  </a:lnTo>
                  <a:lnTo>
                    <a:pt x="10027" y="6017"/>
                  </a:lnTo>
                  <a:lnTo>
                    <a:pt x="9967" y="6318"/>
                  </a:lnTo>
                  <a:lnTo>
                    <a:pt x="9887" y="65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21"/>
            <p:cNvSpPr/>
            <p:nvPr/>
          </p:nvSpPr>
          <p:spPr>
            <a:xfrm>
              <a:off x="10253450" y="2802063"/>
              <a:ext cx="247175" cy="215100"/>
            </a:xfrm>
            <a:custGeom>
              <a:avLst/>
              <a:gdLst/>
              <a:ahLst/>
              <a:cxnLst/>
              <a:rect l="l" t="t" r="r" b="b"/>
              <a:pathLst>
                <a:path w="9887" h="8604" extrusionOk="0">
                  <a:moveTo>
                    <a:pt x="1464" y="1"/>
                  </a:moveTo>
                  <a:lnTo>
                    <a:pt x="1123" y="382"/>
                  </a:lnTo>
                  <a:lnTo>
                    <a:pt x="842" y="783"/>
                  </a:lnTo>
                  <a:lnTo>
                    <a:pt x="602" y="1224"/>
                  </a:lnTo>
                  <a:lnTo>
                    <a:pt x="381" y="1665"/>
                  </a:lnTo>
                  <a:lnTo>
                    <a:pt x="221" y="2146"/>
                  </a:lnTo>
                  <a:lnTo>
                    <a:pt x="141" y="2387"/>
                  </a:lnTo>
                  <a:lnTo>
                    <a:pt x="100" y="2628"/>
                  </a:lnTo>
                  <a:lnTo>
                    <a:pt x="40" y="2888"/>
                  </a:lnTo>
                  <a:lnTo>
                    <a:pt x="20" y="3149"/>
                  </a:lnTo>
                  <a:lnTo>
                    <a:pt x="0" y="3410"/>
                  </a:lnTo>
                  <a:lnTo>
                    <a:pt x="0" y="3671"/>
                  </a:lnTo>
                  <a:lnTo>
                    <a:pt x="0" y="3951"/>
                  </a:lnTo>
                  <a:lnTo>
                    <a:pt x="20" y="4232"/>
                  </a:lnTo>
                  <a:lnTo>
                    <a:pt x="80" y="4633"/>
                  </a:lnTo>
                  <a:lnTo>
                    <a:pt x="201" y="5034"/>
                  </a:lnTo>
                  <a:lnTo>
                    <a:pt x="341" y="5435"/>
                  </a:lnTo>
                  <a:lnTo>
                    <a:pt x="522" y="5816"/>
                  </a:lnTo>
                  <a:lnTo>
                    <a:pt x="742" y="6197"/>
                  </a:lnTo>
                  <a:lnTo>
                    <a:pt x="983" y="6558"/>
                  </a:lnTo>
                  <a:lnTo>
                    <a:pt x="1284" y="6919"/>
                  </a:lnTo>
                  <a:lnTo>
                    <a:pt x="1584" y="7240"/>
                  </a:lnTo>
                  <a:lnTo>
                    <a:pt x="1945" y="7521"/>
                  </a:lnTo>
                  <a:lnTo>
                    <a:pt x="2326" y="7802"/>
                  </a:lnTo>
                  <a:lnTo>
                    <a:pt x="2728" y="8022"/>
                  </a:lnTo>
                  <a:lnTo>
                    <a:pt x="3169" y="8223"/>
                  </a:lnTo>
                  <a:lnTo>
                    <a:pt x="3630" y="8383"/>
                  </a:lnTo>
                  <a:lnTo>
                    <a:pt x="3871" y="8464"/>
                  </a:lnTo>
                  <a:lnTo>
                    <a:pt x="4111" y="8504"/>
                  </a:lnTo>
                  <a:lnTo>
                    <a:pt x="4372" y="8564"/>
                  </a:lnTo>
                  <a:lnTo>
                    <a:pt x="4633" y="8584"/>
                  </a:lnTo>
                  <a:lnTo>
                    <a:pt x="4893" y="8604"/>
                  </a:lnTo>
                  <a:lnTo>
                    <a:pt x="5435" y="8604"/>
                  </a:lnTo>
                  <a:lnTo>
                    <a:pt x="5716" y="8584"/>
                  </a:lnTo>
                  <a:lnTo>
                    <a:pt x="6077" y="8544"/>
                  </a:lnTo>
                  <a:lnTo>
                    <a:pt x="6418" y="8464"/>
                  </a:lnTo>
                  <a:lnTo>
                    <a:pt x="6759" y="8363"/>
                  </a:lnTo>
                  <a:lnTo>
                    <a:pt x="7079" y="8243"/>
                  </a:lnTo>
                  <a:lnTo>
                    <a:pt x="7400" y="8103"/>
                  </a:lnTo>
                  <a:lnTo>
                    <a:pt x="7681" y="7922"/>
                  </a:lnTo>
                  <a:lnTo>
                    <a:pt x="7982" y="7742"/>
                  </a:lnTo>
                  <a:lnTo>
                    <a:pt x="8243" y="7521"/>
                  </a:lnTo>
                  <a:lnTo>
                    <a:pt x="8503" y="7280"/>
                  </a:lnTo>
                  <a:lnTo>
                    <a:pt x="8744" y="7040"/>
                  </a:lnTo>
                  <a:lnTo>
                    <a:pt x="8964" y="6779"/>
                  </a:lnTo>
                  <a:lnTo>
                    <a:pt x="9185" y="6498"/>
                  </a:lnTo>
                  <a:lnTo>
                    <a:pt x="9366" y="6197"/>
                  </a:lnTo>
                  <a:lnTo>
                    <a:pt x="9546" y="5897"/>
                  </a:lnTo>
                  <a:lnTo>
                    <a:pt x="9686" y="5576"/>
                  </a:lnTo>
                  <a:lnTo>
                    <a:pt x="9827" y="5235"/>
                  </a:lnTo>
                  <a:lnTo>
                    <a:pt x="9887" y="5054"/>
                  </a:lnTo>
                  <a:lnTo>
                    <a:pt x="9666" y="5335"/>
                  </a:lnTo>
                  <a:lnTo>
                    <a:pt x="9446" y="5596"/>
                  </a:lnTo>
                  <a:lnTo>
                    <a:pt x="9205" y="5836"/>
                  </a:lnTo>
                  <a:lnTo>
                    <a:pt x="8944" y="6077"/>
                  </a:lnTo>
                  <a:lnTo>
                    <a:pt x="8684" y="6278"/>
                  </a:lnTo>
                  <a:lnTo>
                    <a:pt x="8403" y="6478"/>
                  </a:lnTo>
                  <a:lnTo>
                    <a:pt x="8082" y="6659"/>
                  </a:lnTo>
                  <a:lnTo>
                    <a:pt x="7781" y="6799"/>
                  </a:lnTo>
                  <a:lnTo>
                    <a:pt x="7380" y="6939"/>
                  </a:lnTo>
                  <a:lnTo>
                    <a:pt x="6999" y="7040"/>
                  </a:lnTo>
                  <a:lnTo>
                    <a:pt x="6598" y="7100"/>
                  </a:lnTo>
                  <a:lnTo>
                    <a:pt x="6197" y="7120"/>
                  </a:lnTo>
                  <a:lnTo>
                    <a:pt x="5776" y="7100"/>
                  </a:lnTo>
                  <a:lnTo>
                    <a:pt x="5355" y="7040"/>
                  </a:lnTo>
                  <a:lnTo>
                    <a:pt x="4954" y="6939"/>
                  </a:lnTo>
                  <a:lnTo>
                    <a:pt x="4553" y="6819"/>
                  </a:lnTo>
                  <a:lnTo>
                    <a:pt x="4171" y="6659"/>
                  </a:lnTo>
                  <a:lnTo>
                    <a:pt x="3790" y="6478"/>
                  </a:lnTo>
                  <a:lnTo>
                    <a:pt x="3429" y="6258"/>
                  </a:lnTo>
                  <a:lnTo>
                    <a:pt x="3089" y="6017"/>
                  </a:lnTo>
                  <a:lnTo>
                    <a:pt x="2748" y="5756"/>
                  </a:lnTo>
                  <a:lnTo>
                    <a:pt x="2447" y="5455"/>
                  </a:lnTo>
                  <a:lnTo>
                    <a:pt x="2186" y="5114"/>
                  </a:lnTo>
                  <a:lnTo>
                    <a:pt x="1925" y="4774"/>
                  </a:lnTo>
                  <a:lnTo>
                    <a:pt x="1705" y="4413"/>
                  </a:lnTo>
                  <a:lnTo>
                    <a:pt x="1524" y="4032"/>
                  </a:lnTo>
                  <a:lnTo>
                    <a:pt x="1364" y="3650"/>
                  </a:lnTo>
                  <a:lnTo>
                    <a:pt x="1244" y="3249"/>
                  </a:lnTo>
                  <a:lnTo>
                    <a:pt x="1143" y="2828"/>
                  </a:lnTo>
                  <a:lnTo>
                    <a:pt x="1083" y="2427"/>
                  </a:lnTo>
                  <a:lnTo>
                    <a:pt x="1063" y="2006"/>
                  </a:lnTo>
                  <a:lnTo>
                    <a:pt x="1063" y="1585"/>
                  </a:lnTo>
                  <a:lnTo>
                    <a:pt x="1123" y="1184"/>
                  </a:lnTo>
                  <a:lnTo>
                    <a:pt x="1183" y="783"/>
                  </a:lnTo>
                  <a:lnTo>
                    <a:pt x="1304" y="382"/>
                  </a:lnTo>
                  <a:lnTo>
                    <a:pt x="146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21"/>
            <p:cNvSpPr/>
            <p:nvPr/>
          </p:nvSpPr>
          <p:spPr>
            <a:xfrm>
              <a:off x="10253450" y="2802063"/>
              <a:ext cx="247175" cy="215100"/>
            </a:xfrm>
            <a:custGeom>
              <a:avLst/>
              <a:gdLst/>
              <a:ahLst/>
              <a:cxnLst/>
              <a:rect l="l" t="t" r="r" b="b"/>
              <a:pathLst>
                <a:path w="9887" h="8604" fill="none" extrusionOk="0">
                  <a:moveTo>
                    <a:pt x="1464" y="1"/>
                  </a:moveTo>
                  <a:lnTo>
                    <a:pt x="1464" y="1"/>
                  </a:lnTo>
                  <a:lnTo>
                    <a:pt x="1123" y="382"/>
                  </a:lnTo>
                  <a:lnTo>
                    <a:pt x="842" y="783"/>
                  </a:lnTo>
                  <a:lnTo>
                    <a:pt x="602" y="1224"/>
                  </a:lnTo>
                  <a:lnTo>
                    <a:pt x="381" y="1665"/>
                  </a:lnTo>
                  <a:lnTo>
                    <a:pt x="221" y="2146"/>
                  </a:lnTo>
                  <a:lnTo>
                    <a:pt x="141" y="2387"/>
                  </a:lnTo>
                  <a:lnTo>
                    <a:pt x="100" y="2628"/>
                  </a:lnTo>
                  <a:lnTo>
                    <a:pt x="40" y="2888"/>
                  </a:lnTo>
                  <a:lnTo>
                    <a:pt x="20" y="3149"/>
                  </a:lnTo>
                  <a:lnTo>
                    <a:pt x="0" y="3410"/>
                  </a:lnTo>
                  <a:lnTo>
                    <a:pt x="0" y="3671"/>
                  </a:lnTo>
                  <a:lnTo>
                    <a:pt x="0" y="3671"/>
                  </a:lnTo>
                  <a:lnTo>
                    <a:pt x="0" y="3951"/>
                  </a:lnTo>
                  <a:lnTo>
                    <a:pt x="20" y="4232"/>
                  </a:lnTo>
                  <a:lnTo>
                    <a:pt x="20" y="4232"/>
                  </a:lnTo>
                  <a:lnTo>
                    <a:pt x="80" y="4633"/>
                  </a:lnTo>
                  <a:lnTo>
                    <a:pt x="201" y="5034"/>
                  </a:lnTo>
                  <a:lnTo>
                    <a:pt x="341" y="5435"/>
                  </a:lnTo>
                  <a:lnTo>
                    <a:pt x="522" y="5816"/>
                  </a:lnTo>
                  <a:lnTo>
                    <a:pt x="742" y="6197"/>
                  </a:lnTo>
                  <a:lnTo>
                    <a:pt x="983" y="6558"/>
                  </a:lnTo>
                  <a:lnTo>
                    <a:pt x="1284" y="6919"/>
                  </a:lnTo>
                  <a:lnTo>
                    <a:pt x="1584" y="7240"/>
                  </a:lnTo>
                  <a:lnTo>
                    <a:pt x="1945" y="7521"/>
                  </a:lnTo>
                  <a:lnTo>
                    <a:pt x="2326" y="7802"/>
                  </a:lnTo>
                  <a:lnTo>
                    <a:pt x="2728" y="8022"/>
                  </a:lnTo>
                  <a:lnTo>
                    <a:pt x="3169" y="8223"/>
                  </a:lnTo>
                  <a:lnTo>
                    <a:pt x="3630" y="8383"/>
                  </a:lnTo>
                  <a:lnTo>
                    <a:pt x="3871" y="8464"/>
                  </a:lnTo>
                  <a:lnTo>
                    <a:pt x="4111" y="8504"/>
                  </a:lnTo>
                  <a:lnTo>
                    <a:pt x="4372" y="8564"/>
                  </a:lnTo>
                  <a:lnTo>
                    <a:pt x="4633" y="8584"/>
                  </a:lnTo>
                  <a:lnTo>
                    <a:pt x="4893" y="8604"/>
                  </a:lnTo>
                  <a:lnTo>
                    <a:pt x="5154" y="8604"/>
                  </a:lnTo>
                  <a:lnTo>
                    <a:pt x="5154" y="8604"/>
                  </a:lnTo>
                  <a:lnTo>
                    <a:pt x="5435" y="8604"/>
                  </a:lnTo>
                  <a:lnTo>
                    <a:pt x="5716" y="8584"/>
                  </a:lnTo>
                  <a:lnTo>
                    <a:pt x="5716" y="8584"/>
                  </a:lnTo>
                  <a:lnTo>
                    <a:pt x="6077" y="8544"/>
                  </a:lnTo>
                  <a:lnTo>
                    <a:pt x="6418" y="8464"/>
                  </a:lnTo>
                  <a:lnTo>
                    <a:pt x="6759" y="8363"/>
                  </a:lnTo>
                  <a:lnTo>
                    <a:pt x="7079" y="8243"/>
                  </a:lnTo>
                  <a:lnTo>
                    <a:pt x="7400" y="8103"/>
                  </a:lnTo>
                  <a:lnTo>
                    <a:pt x="7681" y="7922"/>
                  </a:lnTo>
                  <a:lnTo>
                    <a:pt x="7982" y="7742"/>
                  </a:lnTo>
                  <a:lnTo>
                    <a:pt x="8243" y="7521"/>
                  </a:lnTo>
                  <a:lnTo>
                    <a:pt x="8503" y="7280"/>
                  </a:lnTo>
                  <a:lnTo>
                    <a:pt x="8744" y="7040"/>
                  </a:lnTo>
                  <a:lnTo>
                    <a:pt x="8964" y="6779"/>
                  </a:lnTo>
                  <a:lnTo>
                    <a:pt x="9185" y="6498"/>
                  </a:lnTo>
                  <a:lnTo>
                    <a:pt x="9366" y="6197"/>
                  </a:lnTo>
                  <a:lnTo>
                    <a:pt x="9546" y="5897"/>
                  </a:lnTo>
                  <a:lnTo>
                    <a:pt x="9686" y="5576"/>
                  </a:lnTo>
                  <a:lnTo>
                    <a:pt x="9827" y="5235"/>
                  </a:lnTo>
                  <a:lnTo>
                    <a:pt x="9827" y="5235"/>
                  </a:lnTo>
                  <a:lnTo>
                    <a:pt x="9887" y="5054"/>
                  </a:lnTo>
                  <a:lnTo>
                    <a:pt x="9887" y="5054"/>
                  </a:lnTo>
                  <a:lnTo>
                    <a:pt x="9666" y="5335"/>
                  </a:lnTo>
                  <a:lnTo>
                    <a:pt x="9446" y="5596"/>
                  </a:lnTo>
                  <a:lnTo>
                    <a:pt x="9205" y="5836"/>
                  </a:lnTo>
                  <a:lnTo>
                    <a:pt x="8944" y="6077"/>
                  </a:lnTo>
                  <a:lnTo>
                    <a:pt x="8684" y="6278"/>
                  </a:lnTo>
                  <a:lnTo>
                    <a:pt x="8403" y="6478"/>
                  </a:lnTo>
                  <a:lnTo>
                    <a:pt x="8082" y="6659"/>
                  </a:lnTo>
                  <a:lnTo>
                    <a:pt x="7781" y="6799"/>
                  </a:lnTo>
                  <a:lnTo>
                    <a:pt x="7781" y="6799"/>
                  </a:lnTo>
                  <a:lnTo>
                    <a:pt x="7380" y="6939"/>
                  </a:lnTo>
                  <a:lnTo>
                    <a:pt x="6999" y="7040"/>
                  </a:lnTo>
                  <a:lnTo>
                    <a:pt x="6598" y="7100"/>
                  </a:lnTo>
                  <a:lnTo>
                    <a:pt x="6197" y="7120"/>
                  </a:lnTo>
                  <a:lnTo>
                    <a:pt x="6197" y="7120"/>
                  </a:lnTo>
                  <a:lnTo>
                    <a:pt x="5776" y="7100"/>
                  </a:lnTo>
                  <a:lnTo>
                    <a:pt x="5355" y="7040"/>
                  </a:lnTo>
                  <a:lnTo>
                    <a:pt x="4954" y="6939"/>
                  </a:lnTo>
                  <a:lnTo>
                    <a:pt x="4553" y="6819"/>
                  </a:lnTo>
                  <a:lnTo>
                    <a:pt x="4171" y="6659"/>
                  </a:lnTo>
                  <a:lnTo>
                    <a:pt x="3790" y="6478"/>
                  </a:lnTo>
                  <a:lnTo>
                    <a:pt x="3429" y="6258"/>
                  </a:lnTo>
                  <a:lnTo>
                    <a:pt x="3089" y="6017"/>
                  </a:lnTo>
                  <a:lnTo>
                    <a:pt x="3089" y="6017"/>
                  </a:lnTo>
                  <a:lnTo>
                    <a:pt x="2748" y="5756"/>
                  </a:lnTo>
                  <a:lnTo>
                    <a:pt x="2447" y="5455"/>
                  </a:lnTo>
                  <a:lnTo>
                    <a:pt x="2186" y="5114"/>
                  </a:lnTo>
                  <a:lnTo>
                    <a:pt x="1925" y="4774"/>
                  </a:lnTo>
                  <a:lnTo>
                    <a:pt x="1705" y="4413"/>
                  </a:lnTo>
                  <a:lnTo>
                    <a:pt x="1524" y="4032"/>
                  </a:lnTo>
                  <a:lnTo>
                    <a:pt x="1364" y="3650"/>
                  </a:lnTo>
                  <a:lnTo>
                    <a:pt x="1244" y="3249"/>
                  </a:lnTo>
                  <a:lnTo>
                    <a:pt x="1143" y="2828"/>
                  </a:lnTo>
                  <a:lnTo>
                    <a:pt x="1083" y="2427"/>
                  </a:lnTo>
                  <a:lnTo>
                    <a:pt x="1063" y="2006"/>
                  </a:lnTo>
                  <a:lnTo>
                    <a:pt x="1063" y="1585"/>
                  </a:lnTo>
                  <a:lnTo>
                    <a:pt x="1123" y="1184"/>
                  </a:lnTo>
                  <a:lnTo>
                    <a:pt x="1183" y="783"/>
                  </a:lnTo>
                  <a:lnTo>
                    <a:pt x="1304" y="382"/>
                  </a:lnTo>
                  <a:lnTo>
                    <a:pt x="14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21"/>
            <p:cNvSpPr/>
            <p:nvPr/>
          </p:nvSpPr>
          <p:spPr>
            <a:xfrm>
              <a:off x="10739250" y="2725863"/>
              <a:ext cx="327925" cy="328925"/>
            </a:xfrm>
            <a:custGeom>
              <a:avLst/>
              <a:gdLst/>
              <a:ahLst/>
              <a:cxnLst/>
              <a:rect l="l" t="t" r="r" b="b"/>
              <a:pathLst>
                <a:path w="13117" h="13157" extrusionOk="0">
                  <a:moveTo>
                    <a:pt x="6659" y="0"/>
                  </a:moveTo>
                  <a:lnTo>
                    <a:pt x="6278" y="20"/>
                  </a:lnTo>
                  <a:lnTo>
                    <a:pt x="5897" y="40"/>
                  </a:lnTo>
                  <a:lnTo>
                    <a:pt x="5536" y="80"/>
                  </a:lnTo>
                  <a:lnTo>
                    <a:pt x="5175" y="141"/>
                  </a:lnTo>
                  <a:lnTo>
                    <a:pt x="4814" y="241"/>
                  </a:lnTo>
                  <a:lnTo>
                    <a:pt x="4473" y="341"/>
                  </a:lnTo>
                  <a:lnTo>
                    <a:pt x="4132" y="462"/>
                  </a:lnTo>
                  <a:lnTo>
                    <a:pt x="3811" y="622"/>
                  </a:lnTo>
                  <a:lnTo>
                    <a:pt x="3490" y="782"/>
                  </a:lnTo>
                  <a:lnTo>
                    <a:pt x="3190" y="963"/>
                  </a:lnTo>
                  <a:lnTo>
                    <a:pt x="2889" y="1143"/>
                  </a:lnTo>
                  <a:lnTo>
                    <a:pt x="2608" y="1364"/>
                  </a:lnTo>
                  <a:lnTo>
                    <a:pt x="2327" y="1585"/>
                  </a:lnTo>
                  <a:lnTo>
                    <a:pt x="2067" y="1825"/>
                  </a:lnTo>
                  <a:lnTo>
                    <a:pt x="1826" y="2086"/>
                  </a:lnTo>
                  <a:lnTo>
                    <a:pt x="1585" y="2347"/>
                  </a:lnTo>
                  <a:lnTo>
                    <a:pt x="1365" y="2627"/>
                  </a:lnTo>
                  <a:lnTo>
                    <a:pt x="1164" y="2928"/>
                  </a:lnTo>
                  <a:lnTo>
                    <a:pt x="964" y="3229"/>
                  </a:lnTo>
                  <a:lnTo>
                    <a:pt x="803" y="3550"/>
                  </a:lnTo>
                  <a:lnTo>
                    <a:pt x="643" y="3871"/>
                  </a:lnTo>
                  <a:lnTo>
                    <a:pt x="482" y="4192"/>
                  </a:lnTo>
                  <a:lnTo>
                    <a:pt x="362" y="4533"/>
                  </a:lnTo>
                  <a:lnTo>
                    <a:pt x="262" y="4894"/>
                  </a:lnTo>
                  <a:lnTo>
                    <a:pt x="161" y="5234"/>
                  </a:lnTo>
                  <a:lnTo>
                    <a:pt x="101" y="5595"/>
                  </a:lnTo>
                  <a:lnTo>
                    <a:pt x="41" y="5977"/>
                  </a:lnTo>
                  <a:lnTo>
                    <a:pt x="1" y="6337"/>
                  </a:lnTo>
                  <a:lnTo>
                    <a:pt x="1" y="6719"/>
                  </a:lnTo>
                  <a:lnTo>
                    <a:pt x="1" y="7100"/>
                  </a:lnTo>
                  <a:lnTo>
                    <a:pt x="41" y="7481"/>
                  </a:lnTo>
                  <a:lnTo>
                    <a:pt x="81" y="7761"/>
                  </a:lnTo>
                  <a:lnTo>
                    <a:pt x="121" y="8042"/>
                  </a:lnTo>
                  <a:lnTo>
                    <a:pt x="201" y="8323"/>
                  </a:lnTo>
                  <a:lnTo>
                    <a:pt x="282" y="8604"/>
                  </a:lnTo>
                  <a:lnTo>
                    <a:pt x="382" y="8864"/>
                  </a:lnTo>
                  <a:lnTo>
                    <a:pt x="482" y="9145"/>
                  </a:lnTo>
                  <a:lnTo>
                    <a:pt x="603" y="9406"/>
                  </a:lnTo>
                  <a:lnTo>
                    <a:pt x="743" y="9687"/>
                  </a:lnTo>
                  <a:lnTo>
                    <a:pt x="903" y="9947"/>
                  </a:lnTo>
                  <a:lnTo>
                    <a:pt x="1064" y="10188"/>
                  </a:lnTo>
                  <a:lnTo>
                    <a:pt x="1244" y="10449"/>
                  </a:lnTo>
                  <a:lnTo>
                    <a:pt x="1425" y="10689"/>
                  </a:lnTo>
                  <a:lnTo>
                    <a:pt x="1625" y="10930"/>
                  </a:lnTo>
                  <a:lnTo>
                    <a:pt x="1846" y="11151"/>
                  </a:lnTo>
                  <a:lnTo>
                    <a:pt x="2067" y="11371"/>
                  </a:lnTo>
                  <a:lnTo>
                    <a:pt x="2307" y="11572"/>
                  </a:lnTo>
                  <a:lnTo>
                    <a:pt x="2548" y="11772"/>
                  </a:lnTo>
                  <a:lnTo>
                    <a:pt x="2809" y="11953"/>
                  </a:lnTo>
                  <a:lnTo>
                    <a:pt x="3069" y="12133"/>
                  </a:lnTo>
                  <a:lnTo>
                    <a:pt x="3350" y="12294"/>
                  </a:lnTo>
                  <a:lnTo>
                    <a:pt x="3631" y="12454"/>
                  </a:lnTo>
                  <a:lnTo>
                    <a:pt x="3932" y="12595"/>
                  </a:lnTo>
                  <a:lnTo>
                    <a:pt x="4252" y="12715"/>
                  </a:lnTo>
                  <a:lnTo>
                    <a:pt x="4573" y="12835"/>
                  </a:lnTo>
                  <a:lnTo>
                    <a:pt x="4894" y="12935"/>
                  </a:lnTo>
                  <a:lnTo>
                    <a:pt x="5235" y="13016"/>
                  </a:lnTo>
                  <a:lnTo>
                    <a:pt x="5576" y="13076"/>
                  </a:lnTo>
                  <a:lnTo>
                    <a:pt x="5937" y="13116"/>
                  </a:lnTo>
                  <a:lnTo>
                    <a:pt x="6298" y="13156"/>
                  </a:lnTo>
                  <a:lnTo>
                    <a:pt x="7040" y="13156"/>
                  </a:lnTo>
                  <a:lnTo>
                    <a:pt x="7421" y="13116"/>
                  </a:lnTo>
                  <a:lnTo>
                    <a:pt x="7882" y="13056"/>
                  </a:lnTo>
                  <a:lnTo>
                    <a:pt x="8324" y="12976"/>
                  </a:lnTo>
                  <a:lnTo>
                    <a:pt x="8765" y="12835"/>
                  </a:lnTo>
                  <a:lnTo>
                    <a:pt x="9186" y="12675"/>
                  </a:lnTo>
                  <a:lnTo>
                    <a:pt x="9587" y="12494"/>
                  </a:lnTo>
                  <a:lnTo>
                    <a:pt x="9968" y="12274"/>
                  </a:lnTo>
                  <a:lnTo>
                    <a:pt x="10349" y="12013"/>
                  </a:lnTo>
                  <a:lnTo>
                    <a:pt x="10690" y="11752"/>
                  </a:lnTo>
                  <a:lnTo>
                    <a:pt x="11031" y="11451"/>
                  </a:lnTo>
                  <a:lnTo>
                    <a:pt x="11332" y="11131"/>
                  </a:lnTo>
                  <a:lnTo>
                    <a:pt x="11633" y="10790"/>
                  </a:lnTo>
                  <a:lnTo>
                    <a:pt x="11893" y="10409"/>
                  </a:lnTo>
                  <a:lnTo>
                    <a:pt x="12134" y="10028"/>
                  </a:lnTo>
                  <a:lnTo>
                    <a:pt x="12355" y="9626"/>
                  </a:lnTo>
                  <a:lnTo>
                    <a:pt x="12555" y="9225"/>
                  </a:lnTo>
                  <a:lnTo>
                    <a:pt x="12736" y="8784"/>
                  </a:lnTo>
                  <a:lnTo>
                    <a:pt x="12856" y="8403"/>
                  </a:lnTo>
                  <a:lnTo>
                    <a:pt x="12956" y="8022"/>
                  </a:lnTo>
                  <a:lnTo>
                    <a:pt x="13036" y="7641"/>
                  </a:lnTo>
                  <a:lnTo>
                    <a:pt x="13076" y="7240"/>
                  </a:lnTo>
                  <a:lnTo>
                    <a:pt x="13117" y="6859"/>
                  </a:lnTo>
                  <a:lnTo>
                    <a:pt x="13117" y="6478"/>
                  </a:lnTo>
                  <a:lnTo>
                    <a:pt x="13097" y="6117"/>
                  </a:lnTo>
                  <a:lnTo>
                    <a:pt x="13076" y="5736"/>
                  </a:lnTo>
                  <a:lnTo>
                    <a:pt x="13016" y="5375"/>
                  </a:lnTo>
                  <a:lnTo>
                    <a:pt x="12936" y="5014"/>
                  </a:lnTo>
                  <a:lnTo>
                    <a:pt x="12836" y="4653"/>
                  </a:lnTo>
                  <a:lnTo>
                    <a:pt x="12715" y="4312"/>
                  </a:lnTo>
                  <a:lnTo>
                    <a:pt x="12575" y="3971"/>
                  </a:lnTo>
                  <a:lnTo>
                    <a:pt x="12415" y="3650"/>
                  </a:lnTo>
                  <a:lnTo>
                    <a:pt x="12254" y="3329"/>
                  </a:lnTo>
                  <a:lnTo>
                    <a:pt x="12054" y="3008"/>
                  </a:lnTo>
                  <a:lnTo>
                    <a:pt x="11853" y="2708"/>
                  </a:lnTo>
                  <a:lnTo>
                    <a:pt x="11633" y="2427"/>
                  </a:lnTo>
                  <a:lnTo>
                    <a:pt x="11392" y="2146"/>
                  </a:lnTo>
                  <a:lnTo>
                    <a:pt x="11131" y="1885"/>
                  </a:lnTo>
                  <a:lnTo>
                    <a:pt x="10850" y="1645"/>
                  </a:lnTo>
                  <a:lnTo>
                    <a:pt x="10570" y="1404"/>
                  </a:lnTo>
                  <a:lnTo>
                    <a:pt x="10269" y="1183"/>
                  </a:lnTo>
                  <a:lnTo>
                    <a:pt x="9948" y="983"/>
                  </a:lnTo>
                  <a:lnTo>
                    <a:pt x="9627" y="802"/>
                  </a:lnTo>
                  <a:lnTo>
                    <a:pt x="9286" y="622"/>
                  </a:lnTo>
                  <a:lnTo>
                    <a:pt x="8945" y="482"/>
                  </a:lnTo>
                  <a:lnTo>
                    <a:pt x="8584" y="341"/>
                  </a:lnTo>
                  <a:lnTo>
                    <a:pt x="8203" y="241"/>
                  </a:lnTo>
                  <a:lnTo>
                    <a:pt x="7822" y="141"/>
                  </a:lnTo>
                  <a:lnTo>
                    <a:pt x="7441" y="80"/>
                  </a:lnTo>
                  <a:lnTo>
                    <a:pt x="7040" y="4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21"/>
            <p:cNvSpPr/>
            <p:nvPr/>
          </p:nvSpPr>
          <p:spPr>
            <a:xfrm>
              <a:off x="10739250" y="2725863"/>
              <a:ext cx="327925" cy="328925"/>
            </a:xfrm>
            <a:custGeom>
              <a:avLst/>
              <a:gdLst/>
              <a:ahLst/>
              <a:cxnLst/>
              <a:rect l="l" t="t" r="r" b="b"/>
              <a:pathLst>
                <a:path w="13117" h="13157" fill="none" extrusionOk="0">
                  <a:moveTo>
                    <a:pt x="41" y="7481"/>
                  </a:moveTo>
                  <a:lnTo>
                    <a:pt x="41" y="7481"/>
                  </a:lnTo>
                  <a:lnTo>
                    <a:pt x="81" y="7761"/>
                  </a:lnTo>
                  <a:lnTo>
                    <a:pt x="121" y="8042"/>
                  </a:lnTo>
                  <a:lnTo>
                    <a:pt x="201" y="8323"/>
                  </a:lnTo>
                  <a:lnTo>
                    <a:pt x="282" y="8604"/>
                  </a:lnTo>
                  <a:lnTo>
                    <a:pt x="382" y="8864"/>
                  </a:lnTo>
                  <a:lnTo>
                    <a:pt x="482" y="9145"/>
                  </a:lnTo>
                  <a:lnTo>
                    <a:pt x="603" y="9406"/>
                  </a:lnTo>
                  <a:lnTo>
                    <a:pt x="743" y="9687"/>
                  </a:lnTo>
                  <a:lnTo>
                    <a:pt x="903" y="9947"/>
                  </a:lnTo>
                  <a:lnTo>
                    <a:pt x="1064" y="10188"/>
                  </a:lnTo>
                  <a:lnTo>
                    <a:pt x="1244" y="10449"/>
                  </a:lnTo>
                  <a:lnTo>
                    <a:pt x="1425" y="10689"/>
                  </a:lnTo>
                  <a:lnTo>
                    <a:pt x="1625" y="10930"/>
                  </a:lnTo>
                  <a:lnTo>
                    <a:pt x="1846" y="11151"/>
                  </a:lnTo>
                  <a:lnTo>
                    <a:pt x="2067" y="11371"/>
                  </a:lnTo>
                  <a:lnTo>
                    <a:pt x="2307" y="11572"/>
                  </a:lnTo>
                  <a:lnTo>
                    <a:pt x="2548" y="11772"/>
                  </a:lnTo>
                  <a:lnTo>
                    <a:pt x="2809" y="11953"/>
                  </a:lnTo>
                  <a:lnTo>
                    <a:pt x="3069" y="12133"/>
                  </a:lnTo>
                  <a:lnTo>
                    <a:pt x="3350" y="12294"/>
                  </a:lnTo>
                  <a:lnTo>
                    <a:pt x="3631" y="12454"/>
                  </a:lnTo>
                  <a:lnTo>
                    <a:pt x="3932" y="12595"/>
                  </a:lnTo>
                  <a:lnTo>
                    <a:pt x="4252" y="12715"/>
                  </a:lnTo>
                  <a:lnTo>
                    <a:pt x="4573" y="12835"/>
                  </a:lnTo>
                  <a:lnTo>
                    <a:pt x="4894" y="12935"/>
                  </a:lnTo>
                  <a:lnTo>
                    <a:pt x="5235" y="13016"/>
                  </a:lnTo>
                  <a:lnTo>
                    <a:pt x="5576" y="13076"/>
                  </a:lnTo>
                  <a:lnTo>
                    <a:pt x="5937" y="13116"/>
                  </a:lnTo>
                  <a:lnTo>
                    <a:pt x="6298" y="13156"/>
                  </a:lnTo>
                  <a:lnTo>
                    <a:pt x="6659" y="13156"/>
                  </a:lnTo>
                  <a:lnTo>
                    <a:pt x="7040" y="13156"/>
                  </a:lnTo>
                  <a:lnTo>
                    <a:pt x="7421" y="13116"/>
                  </a:lnTo>
                  <a:lnTo>
                    <a:pt x="7421" y="13116"/>
                  </a:lnTo>
                  <a:lnTo>
                    <a:pt x="7882" y="13056"/>
                  </a:lnTo>
                  <a:lnTo>
                    <a:pt x="8324" y="12976"/>
                  </a:lnTo>
                  <a:lnTo>
                    <a:pt x="8765" y="12835"/>
                  </a:lnTo>
                  <a:lnTo>
                    <a:pt x="9186" y="12675"/>
                  </a:lnTo>
                  <a:lnTo>
                    <a:pt x="9587" y="12494"/>
                  </a:lnTo>
                  <a:lnTo>
                    <a:pt x="9968" y="12274"/>
                  </a:lnTo>
                  <a:lnTo>
                    <a:pt x="10349" y="12013"/>
                  </a:lnTo>
                  <a:lnTo>
                    <a:pt x="10690" y="11752"/>
                  </a:lnTo>
                  <a:lnTo>
                    <a:pt x="11031" y="11451"/>
                  </a:lnTo>
                  <a:lnTo>
                    <a:pt x="11332" y="11131"/>
                  </a:lnTo>
                  <a:lnTo>
                    <a:pt x="11633" y="10790"/>
                  </a:lnTo>
                  <a:lnTo>
                    <a:pt x="11893" y="10409"/>
                  </a:lnTo>
                  <a:lnTo>
                    <a:pt x="12134" y="10028"/>
                  </a:lnTo>
                  <a:lnTo>
                    <a:pt x="12355" y="9626"/>
                  </a:lnTo>
                  <a:lnTo>
                    <a:pt x="12555" y="9225"/>
                  </a:lnTo>
                  <a:lnTo>
                    <a:pt x="12736" y="8784"/>
                  </a:lnTo>
                  <a:lnTo>
                    <a:pt x="12736" y="8784"/>
                  </a:lnTo>
                  <a:lnTo>
                    <a:pt x="12856" y="8403"/>
                  </a:lnTo>
                  <a:lnTo>
                    <a:pt x="12956" y="8022"/>
                  </a:lnTo>
                  <a:lnTo>
                    <a:pt x="13036" y="7641"/>
                  </a:lnTo>
                  <a:lnTo>
                    <a:pt x="13076" y="7240"/>
                  </a:lnTo>
                  <a:lnTo>
                    <a:pt x="13117" y="6859"/>
                  </a:lnTo>
                  <a:lnTo>
                    <a:pt x="13117" y="6478"/>
                  </a:lnTo>
                  <a:lnTo>
                    <a:pt x="13097" y="6117"/>
                  </a:lnTo>
                  <a:lnTo>
                    <a:pt x="13076" y="5736"/>
                  </a:lnTo>
                  <a:lnTo>
                    <a:pt x="13016" y="5375"/>
                  </a:lnTo>
                  <a:lnTo>
                    <a:pt x="12936" y="5014"/>
                  </a:lnTo>
                  <a:lnTo>
                    <a:pt x="12836" y="4653"/>
                  </a:lnTo>
                  <a:lnTo>
                    <a:pt x="12715" y="4312"/>
                  </a:lnTo>
                  <a:lnTo>
                    <a:pt x="12575" y="3971"/>
                  </a:lnTo>
                  <a:lnTo>
                    <a:pt x="12415" y="3650"/>
                  </a:lnTo>
                  <a:lnTo>
                    <a:pt x="12254" y="3329"/>
                  </a:lnTo>
                  <a:lnTo>
                    <a:pt x="12054" y="3008"/>
                  </a:lnTo>
                  <a:lnTo>
                    <a:pt x="11853" y="2708"/>
                  </a:lnTo>
                  <a:lnTo>
                    <a:pt x="11633" y="2427"/>
                  </a:lnTo>
                  <a:lnTo>
                    <a:pt x="11392" y="2146"/>
                  </a:lnTo>
                  <a:lnTo>
                    <a:pt x="11131" y="1885"/>
                  </a:lnTo>
                  <a:lnTo>
                    <a:pt x="10850" y="1645"/>
                  </a:lnTo>
                  <a:lnTo>
                    <a:pt x="10570" y="1404"/>
                  </a:lnTo>
                  <a:lnTo>
                    <a:pt x="10269" y="1183"/>
                  </a:lnTo>
                  <a:lnTo>
                    <a:pt x="9948" y="983"/>
                  </a:lnTo>
                  <a:lnTo>
                    <a:pt x="9627" y="802"/>
                  </a:lnTo>
                  <a:lnTo>
                    <a:pt x="9286" y="622"/>
                  </a:lnTo>
                  <a:lnTo>
                    <a:pt x="8945" y="482"/>
                  </a:lnTo>
                  <a:lnTo>
                    <a:pt x="8584" y="341"/>
                  </a:lnTo>
                  <a:lnTo>
                    <a:pt x="8203" y="241"/>
                  </a:lnTo>
                  <a:lnTo>
                    <a:pt x="7822" y="141"/>
                  </a:lnTo>
                  <a:lnTo>
                    <a:pt x="7441" y="80"/>
                  </a:lnTo>
                  <a:lnTo>
                    <a:pt x="7040" y="40"/>
                  </a:lnTo>
                  <a:lnTo>
                    <a:pt x="7040" y="40"/>
                  </a:lnTo>
                  <a:lnTo>
                    <a:pt x="6659" y="0"/>
                  </a:lnTo>
                  <a:lnTo>
                    <a:pt x="6278" y="20"/>
                  </a:lnTo>
                  <a:lnTo>
                    <a:pt x="5897" y="40"/>
                  </a:lnTo>
                  <a:lnTo>
                    <a:pt x="5536" y="80"/>
                  </a:lnTo>
                  <a:lnTo>
                    <a:pt x="5175" y="141"/>
                  </a:lnTo>
                  <a:lnTo>
                    <a:pt x="4814" y="241"/>
                  </a:lnTo>
                  <a:lnTo>
                    <a:pt x="4473" y="341"/>
                  </a:lnTo>
                  <a:lnTo>
                    <a:pt x="4132" y="462"/>
                  </a:lnTo>
                  <a:lnTo>
                    <a:pt x="3811" y="622"/>
                  </a:lnTo>
                  <a:lnTo>
                    <a:pt x="3490" y="782"/>
                  </a:lnTo>
                  <a:lnTo>
                    <a:pt x="3190" y="963"/>
                  </a:lnTo>
                  <a:lnTo>
                    <a:pt x="2889" y="1143"/>
                  </a:lnTo>
                  <a:lnTo>
                    <a:pt x="2608" y="1364"/>
                  </a:lnTo>
                  <a:lnTo>
                    <a:pt x="2327" y="1585"/>
                  </a:lnTo>
                  <a:lnTo>
                    <a:pt x="2067" y="1825"/>
                  </a:lnTo>
                  <a:lnTo>
                    <a:pt x="1826" y="2086"/>
                  </a:lnTo>
                  <a:lnTo>
                    <a:pt x="1585" y="2347"/>
                  </a:lnTo>
                  <a:lnTo>
                    <a:pt x="1365" y="2627"/>
                  </a:lnTo>
                  <a:lnTo>
                    <a:pt x="1164" y="2928"/>
                  </a:lnTo>
                  <a:lnTo>
                    <a:pt x="964" y="3229"/>
                  </a:lnTo>
                  <a:lnTo>
                    <a:pt x="803" y="3550"/>
                  </a:lnTo>
                  <a:lnTo>
                    <a:pt x="643" y="3871"/>
                  </a:lnTo>
                  <a:lnTo>
                    <a:pt x="482" y="4192"/>
                  </a:lnTo>
                  <a:lnTo>
                    <a:pt x="362" y="4533"/>
                  </a:lnTo>
                  <a:lnTo>
                    <a:pt x="262" y="4894"/>
                  </a:lnTo>
                  <a:lnTo>
                    <a:pt x="161" y="5234"/>
                  </a:lnTo>
                  <a:lnTo>
                    <a:pt x="101" y="5595"/>
                  </a:lnTo>
                  <a:lnTo>
                    <a:pt x="41" y="5977"/>
                  </a:lnTo>
                  <a:lnTo>
                    <a:pt x="1" y="6337"/>
                  </a:lnTo>
                  <a:lnTo>
                    <a:pt x="1" y="6719"/>
                  </a:lnTo>
                  <a:lnTo>
                    <a:pt x="1" y="7100"/>
                  </a:lnTo>
                  <a:lnTo>
                    <a:pt x="41" y="74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21"/>
            <p:cNvSpPr/>
            <p:nvPr/>
          </p:nvSpPr>
          <p:spPr>
            <a:xfrm>
              <a:off x="10776350" y="2763463"/>
              <a:ext cx="253725" cy="253700"/>
            </a:xfrm>
            <a:custGeom>
              <a:avLst/>
              <a:gdLst/>
              <a:ahLst/>
              <a:cxnLst/>
              <a:rect l="l" t="t" r="r" b="b"/>
              <a:pathLst>
                <a:path w="10149" h="10148" extrusionOk="0">
                  <a:moveTo>
                    <a:pt x="4874" y="0"/>
                  </a:moveTo>
                  <a:lnTo>
                    <a:pt x="4573" y="20"/>
                  </a:lnTo>
                  <a:lnTo>
                    <a:pt x="4313" y="61"/>
                  </a:lnTo>
                  <a:lnTo>
                    <a:pt x="4032" y="101"/>
                  </a:lnTo>
                  <a:lnTo>
                    <a:pt x="3771" y="181"/>
                  </a:lnTo>
                  <a:lnTo>
                    <a:pt x="3490" y="241"/>
                  </a:lnTo>
                  <a:lnTo>
                    <a:pt x="3250" y="341"/>
                  </a:lnTo>
                  <a:lnTo>
                    <a:pt x="2989" y="442"/>
                  </a:lnTo>
                  <a:lnTo>
                    <a:pt x="2748" y="582"/>
                  </a:lnTo>
                  <a:lnTo>
                    <a:pt x="2528" y="702"/>
                  </a:lnTo>
                  <a:lnTo>
                    <a:pt x="2287" y="843"/>
                  </a:lnTo>
                  <a:lnTo>
                    <a:pt x="2067" y="1003"/>
                  </a:lnTo>
                  <a:lnTo>
                    <a:pt x="1866" y="1184"/>
                  </a:lnTo>
                  <a:lnTo>
                    <a:pt x="1665" y="1364"/>
                  </a:lnTo>
                  <a:lnTo>
                    <a:pt x="1465" y="1545"/>
                  </a:lnTo>
                  <a:lnTo>
                    <a:pt x="1284" y="1765"/>
                  </a:lnTo>
                  <a:lnTo>
                    <a:pt x="1104" y="1986"/>
                  </a:lnTo>
                  <a:lnTo>
                    <a:pt x="944" y="2206"/>
                  </a:lnTo>
                  <a:lnTo>
                    <a:pt x="783" y="2447"/>
                  </a:lnTo>
                  <a:lnTo>
                    <a:pt x="643" y="2688"/>
                  </a:lnTo>
                  <a:lnTo>
                    <a:pt x="522" y="2928"/>
                  </a:lnTo>
                  <a:lnTo>
                    <a:pt x="402" y="3189"/>
                  </a:lnTo>
                  <a:lnTo>
                    <a:pt x="302" y="3470"/>
                  </a:lnTo>
                  <a:lnTo>
                    <a:pt x="222" y="3730"/>
                  </a:lnTo>
                  <a:lnTo>
                    <a:pt x="141" y="4011"/>
                  </a:lnTo>
                  <a:lnTo>
                    <a:pt x="81" y="4292"/>
                  </a:lnTo>
                  <a:lnTo>
                    <a:pt x="41" y="4593"/>
                  </a:lnTo>
                  <a:lnTo>
                    <a:pt x="21" y="4874"/>
                  </a:lnTo>
                  <a:lnTo>
                    <a:pt x="1" y="5174"/>
                  </a:lnTo>
                  <a:lnTo>
                    <a:pt x="21" y="5475"/>
                  </a:lnTo>
                  <a:lnTo>
                    <a:pt x="41" y="5776"/>
                  </a:lnTo>
                  <a:lnTo>
                    <a:pt x="101" y="6197"/>
                  </a:lnTo>
                  <a:lnTo>
                    <a:pt x="222" y="6638"/>
                  </a:lnTo>
                  <a:lnTo>
                    <a:pt x="382" y="7060"/>
                  </a:lnTo>
                  <a:lnTo>
                    <a:pt x="583" y="7461"/>
                  </a:lnTo>
                  <a:lnTo>
                    <a:pt x="823" y="7862"/>
                  </a:lnTo>
                  <a:lnTo>
                    <a:pt x="1104" y="8243"/>
                  </a:lnTo>
                  <a:lnTo>
                    <a:pt x="1425" y="8604"/>
                  </a:lnTo>
                  <a:lnTo>
                    <a:pt x="1786" y="8925"/>
                  </a:lnTo>
                  <a:lnTo>
                    <a:pt x="2167" y="9225"/>
                  </a:lnTo>
                  <a:lnTo>
                    <a:pt x="2387" y="9366"/>
                  </a:lnTo>
                  <a:lnTo>
                    <a:pt x="2588" y="9486"/>
                  </a:lnTo>
                  <a:lnTo>
                    <a:pt x="2829" y="9606"/>
                  </a:lnTo>
                  <a:lnTo>
                    <a:pt x="3049" y="9727"/>
                  </a:lnTo>
                  <a:lnTo>
                    <a:pt x="3290" y="9807"/>
                  </a:lnTo>
                  <a:lnTo>
                    <a:pt x="3531" y="9907"/>
                  </a:lnTo>
                  <a:lnTo>
                    <a:pt x="3791" y="9967"/>
                  </a:lnTo>
                  <a:lnTo>
                    <a:pt x="4052" y="10048"/>
                  </a:lnTo>
                  <a:lnTo>
                    <a:pt x="4313" y="10088"/>
                  </a:lnTo>
                  <a:lnTo>
                    <a:pt x="4593" y="10128"/>
                  </a:lnTo>
                  <a:lnTo>
                    <a:pt x="4874" y="10148"/>
                  </a:lnTo>
                  <a:lnTo>
                    <a:pt x="5456" y="10148"/>
                  </a:lnTo>
                  <a:lnTo>
                    <a:pt x="5737" y="10128"/>
                  </a:lnTo>
                  <a:lnTo>
                    <a:pt x="6098" y="10088"/>
                  </a:lnTo>
                  <a:lnTo>
                    <a:pt x="6438" y="10008"/>
                  </a:lnTo>
                  <a:lnTo>
                    <a:pt x="6779" y="9907"/>
                  </a:lnTo>
                  <a:lnTo>
                    <a:pt x="7100" y="9787"/>
                  </a:lnTo>
                  <a:lnTo>
                    <a:pt x="7401" y="9647"/>
                  </a:lnTo>
                  <a:lnTo>
                    <a:pt x="7702" y="9466"/>
                  </a:lnTo>
                  <a:lnTo>
                    <a:pt x="8003" y="9286"/>
                  </a:lnTo>
                  <a:lnTo>
                    <a:pt x="8263" y="9065"/>
                  </a:lnTo>
                  <a:lnTo>
                    <a:pt x="8524" y="8824"/>
                  </a:lnTo>
                  <a:lnTo>
                    <a:pt x="8765" y="8584"/>
                  </a:lnTo>
                  <a:lnTo>
                    <a:pt x="8985" y="8323"/>
                  </a:lnTo>
                  <a:lnTo>
                    <a:pt x="9206" y="8042"/>
                  </a:lnTo>
                  <a:lnTo>
                    <a:pt x="9386" y="7741"/>
                  </a:lnTo>
                  <a:lnTo>
                    <a:pt x="9547" y="7441"/>
                  </a:lnTo>
                  <a:lnTo>
                    <a:pt x="9707" y="7120"/>
                  </a:lnTo>
                  <a:lnTo>
                    <a:pt x="9828" y="6779"/>
                  </a:lnTo>
                  <a:lnTo>
                    <a:pt x="9888" y="6598"/>
                  </a:lnTo>
                  <a:lnTo>
                    <a:pt x="9988" y="6318"/>
                  </a:lnTo>
                  <a:lnTo>
                    <a:pt x="10048" y="6017"/>
                  </a:lnTo>
                  <a:lnTo>
                    <a:pt x="10088" y="5736"/>
                  </a:lnTo>
                  <a:lnTo>
                    <a:pt x="10128" y="5435"/>
                  </a:lnTo>
                  <a:lnTo>
                    <a:pt x="10149" y="5154"/>
                  </a:lnTo>
                  <a:lnTo>
                    <a:pt x="10128" y="4874"/>
                  </a:lnTo>
                  <a:lnTo>
                    <a:pt x="10108" y="4573"/>
                  </a:lnTo>
                  <a:lnTo>
                    <a:pt x="10088" y="4292"/>
                  </a:lnTo>
                  <a:lnTo>
                    <a:pt x="10028" y="4031"/>
                  </a:lnTo>
                  <a:lnTo>
                    <a:pt x="9968" y="3751"/>
                  </a:lnTo>
                  <a:lnTo>
                    <a:pt x="9888" y="3490"/>
                  </a:lnTo>
                  <a:lnTo>
                    <a:pt x="9788" y="3229"/>
                  </a:lnTo>
                  <a:lnTo>
                    <a:pt x="9687" y="2968"/>
                  </a:lnTo>
                  <a:lnTo>
                    <a:pt x="9567" y="2728"/>
                  </a:lnTo>
                  <a:lnTo>
                    <a:pt x="9427" y="2487"/>
                  </a:lnTo>
                  <a:lnTo>
                    <a:pt x="9266" y="2246"/>
                  </a:lnTo>
                  <a:lnTo>
                    <a:pt x="9106" y="2026"/>
                  </a:lnTo>
                  <a:lnTo>
                    <a:pt x="8945" y="1805"/>
                  </a:lnTo>
                  <a:lnTo>
                    <a:pt x="8745" y="1605"/>
                  </a:lnTo>
                  <a:lnTo>
                    <a:pt x="8544" y="1404"/>
                  </a:lnTo>
                  <a:lnTo>
                    <a:pt x="8344" y="1224"/>
                  </a:lnTo>
                  <a:lnTo>
                    <a:pt x="8123" y="1043"/>
                  </a:lnTo>
                  <a:lnTo>
                    <a:pt x="7902" y="883"/>
                  </a:lnTo>
                  <a:lnTo>
                    <a:pt x="7662" y="742"/>
                  </a:lnTo>
                  <a:lnTo>
                    <a:pt x="7421" y="602"/>
                  </a:lnTo>
                  <a:lnTo>
                    <a:pt x="7160" y="462"/>
                  </a:lnTo>
                  <a:lnTo>
                    <a:pt x="6900" y="361"/>
                  </a:lnTo>
                  <a:lnTo>
                    <a:pt x="6619" y="261"/>
                  </a:lnTo>
                  <a:lnTo>
                    <a:pt x="6338" y="181"/>
                  </a:lnTo>
                  <a:lnTo>
                    <a:pt x="6037" y="121"/>
                  </a:lnTo>
                  <a:lnTo>
                    <a:pt x="5757" y="61"/>
                  </a:lnTo>
                  <a:lnTo>
                    <a:pt x="5436" y="20"/>
                  </a:lnTo>
                  <a:lnTo>
                    <a:pt x="515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21"/>
            <p:cNvSpPr/>
            <p:nvPr/>
          </p:nvSpPr>
          <p:spPr>
            <a:xfrm>
              <a:off x="10776350" y="2763463"/>
              <a:ext cx="253725" cy="253700"/>
            </a:xfrm>
            <a:custGeom>
              <a:avLst/>
              <a:gdLst/>
              <a:ahLst/>
              <a:cxnLst/>
              <a:rect l="l" t="t" r="r" b="b"/>
              <a:pathLst>
                <a:path w="10149" h="10148" fill="none" extrusionOk="0">
                  <a:moveTo>
                    <a:pt x="9888" y="6598"/>
                  </a:moveTo>
                  <a:lnTo>
                    <a:pt x="9888" y="6598"/>
                  </a:lnTo>
                  <a:lnTo>
                    <a:pt x="9828" y="6779"/>
                  </a:lnTo>
                  <a:lnTo>
                    <a:pt x="9828" y="6779"/>
                  </a:lnTo>
                  <a:lnTo>
                    <a:pt x="9707" y="7120"/>
                  </a:lnTo>
                  <a:lnTo>
                    <a:pt x="9547" y="7441"/>
                  </a:lnTo>
                  <a:lnTo>
                    <a:pt x="9386" y="7741"/>
                  </a:lnTo>
                  <a:lnTo>
                    <a:pt x="9206" y="8042"/>
                  </a:lnTo>
                  <a:lnTo>
                    <a:pt x="8985" y="8323"/>
                  </a:lnTo>
                  <a:lnTo>
                    <a:pt x="8765" y="8584"/>
                  </a:lnTo>
                  <a:lnTo>
                    <a:pt x="8524" y="8824"/>
                  </a:lnTo>
                  <a:lnTo>
                    <a:pt x="8263" y="9065"/>
                  </a:lnTo>
                  <a:lnTo>
                    <a:pt x="8003" y="9286"/>
                  </a:lnTo>
                  <a:lnTo>
                    <a:pt x="7702" y="9466"/>
                  </a:lnTo>
                  <a:lnTo>
                    <a:pt x="7401" y="9647"/>
                  </a:lnTo>
                  <a:lnTo>
                    <a:pt x="7100" y="9787"/>
                  </a:lnTo>
                  <a:lnTo>
                    <a:pt x="6779" y="9907"/>
                  </a:lnTo>
                  <a:lnTo>
                    <a:pt x="6438" y="10008"/>
                  </a:lnTo>
                  <a:lnTo>
                    <a:pt x="6098" y="10088"/>
                  </a:lnTo>
                  <a:lnTo>
                    <a:pt x="5737" y="10128"/>
                  </a:lnTo>
                  <a:lnTo>
                    <a:pt x="5737" y="10128"/>
                  </a:lnTo>
                  <a:lnTo>
                    <a:pt x="5456" y="10148"/>
                  </a:lnTo>
                  <a:lnTo>
                    <a:pt x="5155" y="10148"/>
                  </a:lnTo>
                  <a:lnTo>
                    <a:pt x="4874" y="10148"/>
                  </a:lnTo>
                  <a:lnTo>
                    <a:pt x="4593" y="10128"/>
                  </a:lnTo>
                  <a:lnTo>
                    <a:pt x="4313" y="10088"/>
                  </a:lnTo>
                  <a:lnTo>
                    <a:pt x="4052" y="10048"/>
                  </a:lnTo>
                  <a:lnTo>
                    <a:pt x="3791" y="9967"/>
                  </a:lnTo>
                  <a:lnTo>
                    <a:pt x="3531" y="9907"/>
                  </a:lnTo>
                  <a:lnTo>
                    <a:pt x="3290" y="9807"/>
                  </a:lnTo>
                  <a:lnTo>
                    <a:pt x="3049" y="9727"/>
                  </a:lnTo>
                  <a:lnTo>
                    <a:pt x="2829" y="9606"/>
                  </a:lnTo>
                  <a:lnTo>
                    <a:pt x="2588" y="9486"/>
                  </a:lnTo>
                  <a:lnTo>
                    <a:pt x="2387" y="9366"/>
                  </a:lnTo>
                  <a:lnTo>
                    <a:pt x="2167" y="9225"/>
                  </a:lnTo>
                  <a:lnTo>
                    <a:pt x="1786" y="8925"/>
                  </a:lnTo>
                  <a:lnTo>
                    <a:pt x="1425" y="8604"/>
                  </a:lnTo>
                  <a:lnTo>
                    <a:pt x="1104" y="8243"/>
                  </a:lnTo>
                  <a:lnTo>
                    <a:pt x="823" y="7862"/>
                  </a:lnTo>
                  <a:lnTo>
                    <a:pt x="583" y="7461"/>
                  </a:lnTo>
                  <a:lnTo>
                    <a:pt x="382" y="7060"/>
                  </a:lnTo>
                  <a:lnTo>
                    <a:pt x="222" y="6638"/>
                  </a:lnTo>
                  <a:lnTo>
                    <a:pt x="101" y="6197"/>
                  </a:lnTo>
                  <a:lnTo>
                    <a:pt x="41" y="5776"/>
                  </a:lnTo>
                  <a:lnTo>
                    <a:pt x="41" y="5776"/>
                  </a:lnTo>
                  <a:lnTo>
                    <a:pt x="21" y="5475"/>
                  </a:lnTo>
                  <a:lnTo>
                    <a:pt x="1" y="5174"/>
                  </a:lnTo>
                  <a:lnTo>
                    <a:pt x="21" y="4874"/>
                  </a:lnTo>
                  <a:lnTo>
                    <a:pt x="41" y="4593"/>
                  </a:lnTo>
                  <a:lnTo>
                    <a:pt x="81" y="4292"/>
                  </a:lnTo>
                  <a:lnTo>
                    <a:pt x="141" y="4011"/>
                  </a:lnTo>
                  <a:lnTo>
                    <a:pt x="222" y="3730"/>
                  </a:lnTo>
                  <a:lnTo>
                    <a:pt x="302" y="3470"/>
                  </a:lnTo>
                  <a:lnTo>
                    <a:pt x="402" y="3189"/>
                  </a:lnTo>
                  <a:lnTo>
                    <a:pt x="522" y="2928"/>
                  </a:lnTo>
                  <a:lnTo>
                    <a:pt x="643" y="2688"/>
                  </a:lnTo>
                  <a:lnTo>
                    <a:pt x="783" y="2447"/>
                  </a:lnTo>
                  <a:lnTo>
                    <a:pt x="944" y="2206"/>
                  </a:lnTo>
                  <a:lnTo>
                    <a:pt x="1104" y="1986"/>
                  </a:lnTo>
                  <a:lnTo>
                    <a:pt x="1284" y="1765"/>
                  </a:lnTo>
                  <a:lnTo>
                    <a:pt x="1465" y="1545"/>
                  </a:lnTo>
                  <a:lnTo>
                    <a:pt x="1465" y="1545"/>
                  </a:lnTo>
                  <a:lnTo>
                    <a:pt x="1665" y="1364"/>
                  </a:lnTo>
                  <a:lnTo>
                    <a:pt x="1866" y="1184"/>
                  </a:lnTo>
                  <a:lnTo>
                    <a:pt x="2067" y="1003"/>
                  </a:lnTo>
                  <a:lnTo>
                    <a:pt x="2287" y="843"/>
                  </a:lnTo>
                  <a:lnTo>
                    <a:pt x="2528" y="702"/>
                  </a:lnTo>
                  <a:lnTo>
                    <a:pt x="2748" y="582"/>
                  </a:lnTo>
                  <a:lnTo>
                    <a:pt x="2989" y="442"/>
                  </a:lnTo>
                  <a:lnTo>
                    <a:pt x="3250" y="341"/>
                  </a:lnTo>
                  <a:lnTo>
                    <a:pt x="3490" y="241"/>
                  </a:lnTo>
                  <a:lnTo>
                    <a:pt x="3771" y="181"/>
                  </a:lnTo>
                  <a:lnTo>
                    <a:pt x="4032" y="101"/>
                  </a:lnTo>
                  <a:lnTo>
                    <a:pt x="4313" y="61"/>
                  </a:lnTo>
                  <a:lnTo>
                    <a:pt x="4573" y="20"/>
                  </a:lnTo>
                  <a:lnTo>
                    <a:pt x="4874" y="0"/>
                  </a:lnTo>
                  <a:lnTo>
                    <a:pt x="5155" y="0"/>
                  </a:lnTo>
                  <a:lnTo>
                    <a:pt x="5436" y="20"/>
                  </a:lnTo>
                  <a:lnTo>
                    <a:pt x="5436" y="20"/>
                  </a:lnTo>
                  <a:lnTo>
                    <a:pt x="5757" y="61"/>
                  </a:lnTo>
                  <a:lnTo>
                    <a:pt x="6037" y="121"/>
                  </a:lnTo>
                  <a:lnTo>
                    <a:pt x="6338" y="181"/>
                  </a:lnTo>
                  <a:lnTo>
                    <a:pt x="6619" y="261"/>
                  </a:lnTo>
                  <a:lnTo>
                    <a:pt x="6900" y="361"/>
                  </a:lnTo>
                  <a:lnTo>
                    <a:pt x="7160" y="462"/>
                  </a:lnTo>
                  <a:lnTo>
                    <a:pt x="7421" y="602"/>
                  </a:lnTo>
                  <a:lnTo>
                    <a:pt x="7662" y="742"/>
                  </a:lnTo>
                  <a:lnTo>
                    <a:pt x="7902" y="883"/>
                  </a:lnTo>
                  <a:lnTo>
                    <a:pt x="8123" y="1043"/>
                  </a:lnTo>
                  <a:lnTo>
                    <a:pt x="8344" y="1224"/>
                  </a:lnTo>
                  <a:lnTo>
                    <a:pt x="8544" y="1404"/>
                  </a:lnTo>
                  <a:lnTo>
                    <a:pt x="8745" y="1605"/>
                  </a:lnTo>
                  <a:lnTo>
                    <a:pt x="8945" y="1805"/>
                  </a:lnTo>
                  <a:lnTo>
                    <a:pt x="9106" y="2026"/>
                  </a:lnTo>
                  <a:lnTo>
                    <a:pt x="9266" y="2246"/>
                  </a:lnTo>
                  <a:lnTo>
                    <a:pt x="9427" y="2487"/>
                  </a:lnTo>
                  <a:lnTo>
                    <a:pt x="9567" y="2728"/>
                  </a:lnTo>
                  <a:lnTo>
                    <a:pt x="9687" y="2968"/>
                  </a:lnTo>
                  <a:lnTo>
                    <a:pt x="9788" y="3229"/>
                  </a:lnTo>
                  <a:lnTo>
                    <a:pt x="9888" y="3490"/>
                  </a:lnTo>
                  <a:lnTo>
                    <a:pt x="9968" y="3751"/>
                  </a:lnTo>
                  <a:lnTo>
                    <a:pt x="10028" y="4031"/>
                  </a:lnTo>
                  <a:lnTo>
                    <a:pt x="10088" y="4292"/>
                  </a:lnTo>
                  <a:lnTo>
                    <a:pt x="10108" y="4573"/>
                  </a:lnTo>
                  <a:lnTo>
                    <a:pt x="10128" y="4874"/>
                  </a:lnTo>
                  <a:lnTo>
                    <a:pt x="10149" y="5154"/>
                  </a:lnTo>
                  <a:lnTo>
                    <a:pt x="10128" y="5435"/>
                  </a:lnTo>
                  <a:lnTo>
                    <a:pt x="10088" y="5736"/>
                  </a:lnTo>
                  <a:lnTo>
                    <a:pt x="10048" y="6017"/>
                  </a:lnTo>
                  <a:lnTo>
                    <a:pt x="9988" y="6318"/>
                  </a:lnTo>
                  <a:lnTo>
                    <a:pt x="9888" y="65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21"/>
            <p:cNvSpPr/>
            <p:nvPr/>
          </p:nvSpPr>
          <p:spPr>
            <a:xfrm>
              <a:off x="10776350" y="2802063"/>
              <a:ext cx="247200" cy="215100"/>
            </a:xfrm>
            <a:custGeom>
              <a:avLst/>
              <a:gdLst/>
              <a:ahLst/>
              <a:cxnLst/>
              <a:rect l="l" t="t" r="r" b="b"/>
              <a:pathLst>
                <a:path w="9888" h="8604" extrusionOk="0">
                  <a:moveTo>
                    <a:pt x="1465" y="1"/>
                  </a:moveTo>
                  <a:lnTo>
                    <a:pt x="1144" y="382"/>
                  </a:lnTo>
                  <a:lnTo>
                    <a:pt x="863" y="783"/>
                  </a:lnTo>
                  <a:lnTo>
                    <a:pt x="603" y="1224"/>
                  </a:lnTo>
                  <a:lnTo>
                    <a:pt x="402" y="1665"/>
                  </a:lnTo>
                  <a:lnTo>
                    <a:pt x="242" y="2146"/>
                  </a:lnTo>
                  <a:lnTo>
                    <a:pt x="161" y="2387"/>
                  </a:lnTo>
                  <a:lnTo>
                    <a:pt x="101" y="2628"/>
                  </a:lnTo>
                  <a:lnTo>
                    <a:pt x="61" y="2888"/>
                  </a:lnTo>
                  <a:lnTo>
                    <a:pt x="41" y="3149"/>
                  </a:lnTo>
                  <a:lnTo>
                    <a:pt x="21" y="3410"/>
                  </a:lnTo>
                  <a:lnTo>
                    <a:pt x="1" y="3671"/>
                  </a:lnTo>
                  <a:lnTo>
                    <a:pt x="21" y="3951"/>
                  </a:lnTo>
                  <a:lnTo>
                    <a:pt x="41" y="4232"/>
                  </a:lnTo>
                  <a:lnTo>
                    <a:pt x="101" y="4633"/>
                  </a:lnTo>
                  <a:lnTo>
                    <a:pt x="202" y="5034"/>
                  </a:lnTo>
                  <a:lnTo>
                    <a:pt x="362" y="5435"/>
                  </a:lnTo>
                  <a:lnTo>
                    <a:pt x="542" y="5816"/>
                  </a:lnTo>
                  <a:lnTo>
                    <a:pt x="763" y="6197"/>
                  </a:lnTo>
                  <a:lnTo>
                    <a:pt x="1004" y="6558"/>
                  </a:lnTo>
                  <a:lnTo>
                    <a:pt x="1284" y="6919"/>
                  </a:lnTo>
                  <a:lnTo>
                    <a:pt x="1605" y="7240"/>
                  </a:lnTo>
                  <a:lnTo>
                    <a:pt x="1966" y="7521"/>
                  </a:lnTo>
                  <a:lnTo>
                    <a:pt x="2347" y="7802"/>
                  </a:lnTo>
                  <a:lnTo>
                    <a:pt x="2748" y="8022"/>
                  </a:lnTo>
                  <a:lnTo>
                    <a:pt x="3190" y="8223"/>
                  </a:lnTo>
                  <a:lnTo>
                    <a:pt x="3651" y="8383"/>
                  </a:lnTo>
                  <a:lnTo>
                    <a:pt x="3892" y="8464"/>
                  </a:lnTo>
                  <a:lnTo>
                    <a:pt x="4132" y="8504"/>
                  </a:lnTo>
                  <a:lnTo>
                    <a:pt x="4393" y="8564"/>
                  </a:lnTo>
                  <a:lnTo>
                    <a:pt x="4654" y="8584"/>
                  </a:lnTo>
                  <a:lnTo>
                    <a:pt x="4914" y="8604"/>
                  </a:lnTo>
                  <a:lnTo>
                    <a:pt x="5456" y="8604"/>
                  </a:lnTo>
                  <a:lnTo>
                    <a:pt x="5737" y="8584"/>
                  </a:lnTo>
                  <a:lnTo>
                    <a:pt x="6098" y="8544"/>
                  </a:lnTo>
                  <a:lnTo>
                    <a:pt x="6438" y="8464"/>
                  </a:lnTo>
                  <a:lnTo>
                    <a:pt x="6779" y="8363"/>
                  </a:lnTo>
                  <a:lnTo>
                    <a:pt x="7100" y="8243"/>
                  </a:lnTo>
                  <a:lnTo>
                    <a:pt x="7401" y="8103"/>
                  </a:lnTo>
                  <a:lnTo>
                    <a:pt x="7702" y="7922"/>
                  </a:lnTo>
                  <a:lnTo>
                    <a:pt x="8003" y="7742"/>
                  </a:lnTo>
                  <a:lnTo>
                    <a:pt x="8263" y="7521"/>
                  </a:lnTo>
                  <a:lnTo>
                    <a:pt x="8524" y="7280"/>
                  </a:lnTo>
                  <a:lnTo>
                    <a:pt x="8765" y="7040"/>
                  </a:lnTo>
                  <a:lnTo>
                    <a:pt x="8985" y="6779"/>
                  </a:lnTo>
                  <a:lnTo>
                    <a:pt x="9206" y="6498"/>
                  </a:lnTo>
                  <a:lnTo>
                    <a:pt x="9386" y="6197"/>
                  </a:lnTo>
                  <a:lnTo>
                    <a:pt x="9547" y="5897"/>
                  </a:lnTo>
                  <a:lnTo>
                    <a:pt x="9707" y="5576"/>
                  </a:lnTo>
                  <a:lnTo>
                    <a:pt x="9828" y="5235"/>
                  </a:lnTo>
                  <a:lnTo>
                    <a:pt x="9888" y="5054"/>
                  </a:lnTo>
                  <a:lnTo>
                    <a:pt x="9687" y="5335"/>
                  </a:lnTo>
                  <a:lnTo>
                    <a:pt x="9467" y="5596"/>
                  </a:lnTo>
                  <a:lnTo>
                    <a:pt x="9226" y="5836"/>
                  </a:lnTo>
                  <a:lnTo>
                    <a:pt x="8965" y="6077"/>
                  </a:lnTo>
                  <a:lnTo>
                    <a:pt x="8705" y="6278"/>
                  </a:lnTo>
                  <a:lnTo>
                    <a:pt x="8404" y="6478"/>
                  </a:lnTo>
                  <a:lnTo>
                    <a:pt x="8103" y="6659"/>
                  </a:lnTo>
                  <a:lnTo>
                    <a:pt x="7782" y="6799"/>
                  </a:lnTo>
                  <a:lnTo>
                    <a:pt x="7401" y="6939"/>
                  </a:lnTo>
                  <a:lnTo>
                    <a:pt x="7000" y="7040"/>
                  </a:lnTo>
                  <a:lnTo>
                    <a:pt x="6619" y="7100"/>
                  </a:lnTo>
                  <a:lnTo>
                    <a:pt x="6218" y="7120"/>
                  </a:lnTo>
                  <a:lnTo>
                    <a:pt x="5797" y="7100"/>
                  </a:lnTo>
                  <a:lnTo>
                    <a:pt x="5376" y="7040"/>
                  </a:lnTo>
                  <a:lnTo>
                    <a:pt x="4974" y="6939"/>
                  </a:lnTo>
                  <a:lnTo>
                    <a:pt x="4573" y="6819"/>
                  </a:lnTo>
                  <a:lnTo>
                    <a:pt x="4192" y="6659"/>
                  </a:lnTo>
                  <a:lnTo>
                    <a:pt x="3811" y="6478"/>
                  </a:lnTo>
                  <a:lnTo>
                    <a:pt x="3450" y="6258"/>
                  </a:lnTo>
                  <a:lnTo>
                    <a:pt x="3109" y="6017"/>
                  </a:lnTo>
                  <a:lnTo>
                    <a:pt x="2768" y="5756"/>
                  </a:lnTo>
                  <a:lnTo>
                    <a:pt x="2468" y="5455"/>
                  </a:lnTo>
                  <a:lnTo>
                    <a:pt x="2187" y="5114"/>
                  </a:lnTo>
                  <a:lnTo>
                    <a:pt x="1946" y="4774"/>
                  </a:lnTo>
                  <a:lnTo>
                    <a:pt x="1726" y="4413"/>
                  </a:lnTo>
                  <a:lnTo>
                    <a:pt x="1545" y="4032"/>
                  </a:lnTo>
                  <a:lnTo>
                    <a:pt x="1385" y="3650"/>
                  </a:lnTo>
                  <a:lnTo>
                    <a:pt x="1264" y="3249"/>
                  </a:lnTo>
                  <a:lnTo>
                    <a:pt x="1164" y="2828"/>
                  </a:lnTo>
                  <a:lnTo>
                    <a:pt x="1104" y="2427"/>
                  </a:lnTo>
                  <a:lnTo>
                    <a:pt x="1084" y="2006"/>
                  </a:lnTo>
                  <a:lnTo>
                    <a:pt x="1084" y="1585"/>
                  </a:lnTo>
                  <a:lnTo>
                    <a:pt x="1124" y="1184"/>
                  </a:lnTo>
                  <a:lnTo>
                    <a:pt x="1204" y="783"/>
                  </a:lnTo>
                  <a:lnTo>
                    <a:pt x="1325" y="382"/>
                  </a:lnTo>
                  <a:lnTo>
                    <a:pt x="1465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21"/>
            <p:cNvSpPr/>
            <p:nvPr/>
          </p:nvSpPr>
          <p:spPr>
            <a:xfrm>
              <a:off x="10776350" y="2802063"/>
              <a:ext cx="247200" cy="215100"/>
            </a:xfrm>
            <a:custGeom>
              <a:avLst/>
              <a:gdLst/>
              <a:ahLst/>
              <a:cxnLst/>
              <a:rect l="l" t="t" r="r" b="b"/>
              <a:pathLst>
                <a:path w="9888" h="8604" fill="none" extrusionOk="0">
                  <a:moveTo>
                    <a:pt x="1465" y="1"/>
                  </a:moveTo>
                  <a:lnTo>
                    <a:pt x="1465" y="1"/>
                  </a:lnTo>
                  <a:lnTo>
                    <a:pt x="1144" y="382"/>
                  </a:lnTo>
                  <a:lnTo>
                    <a:pt x="863" y="783"/>
                  </a:lnTo>
                  <a:lnTo>
                    <a:pt x="603" y="1224"/>
                  </a:lnTo>
                  <a:lnTo>
                    <a:pt x="402" y="1665"/>
                  </a:lnTo>
                  <a:lnTo>
                    <a:pt x="242" y="2146"/>
                  </a:lnTo>
                  <a:lnTo>
                    <a:pt x="161" y="2387"/>
                  </a:lnTo>
                  <a:lnTo>
                    <a:pt x="101" y="2628"/>
                  </a:lnTo>
                  <a:lnTo>
                    <a:pt x="61" y="2888"/>
                  </a:lnTo>
                  <a:lnTo>
                    <a:pt x="41" y="3149"/>
                  </a:lnTo>
                  <a:lnTo>
                    <a:pt x="21" y="3410"/>
                  </a:lnTo>
                  <a:lnTo>
                    <a:pt x="1" y="3671"/>
                  </a:lnTo>
                  <a:lnTo>
                    <a:pt x="1" y="3671"/>
                  </a:lnTo>
                  <a:lnTo>
                    <a:pt x="21" y="3951"/>
                  </a:lnTo>
                  <a:lnTo>
                    <a:pt x="41" y="4232"/>
                  </a:lnTo>
                  <a:lnTo>
                    <a:pt x="41" y="4232"/>
                  </a:lnTo>
                  <a:lnTo>
                    <a:pt x="101" y="4633"/>
                  </a:lnTo>
                  <a:lnTo>
                    <a:pt x="202" y="5034"/>
                  </a:lnTo>
                  <a:lnTo>
                    <a:pt x="362" y="5435"/>
                  </a:lnTo>
                  <a:lnTo>
                    <a:pt x="542" y="5816"/>
                  </a:lnTo>
                  <a:lnTo>
                    <a:pt x="763" y="6197"/>
                  </a:lnTo>
                  <a:lnTo>
                    <a:pt x="1004" y="6558"/>
                  </a:lnTo>
                  <a:lnTo>
                    <a:pt x="1284" y="6919"/>
                  </a:lnTo>
                  <a:lnTo>
                    <a:pt x="1605" y="7240"/>
                  </a:lnTo>
                  <a:lnTo>
                    <a:pt x="1966" y="7521"/>
                  </a:lnTo>
                  <a:lnTo>
                    <a:pt x="2347" y="7802"/>
                  </a:lnTo>
                  <a:lnTo>
                    <a:pt x="2748" y="8022"/>
                  </a:lnTo>
                  <a:lnTo>
                    <a:pt x="3190" y="8223"/>
                  </a:lnTo>
                  <a:lnTo>
                    <a:pt x="3651" y="8383"/>
                  </a:lnTo>
                  <a:lnTo>
                    <a:pt x="3892" y="8464"/>
                  </a:lnTo>
                  <a:lnTo>
                    <a:pt x="4132" y="8504"/>
                  </a:lnTo>
                  <a:lnTo>
                    <a:pt x="4393" y="8564"/>
                  </a:lnTo>
                  <a:lnTo>
                    <a:pt x="4654" y="8584"/>
                  </a:lnTo>
                  <a:lnTo>
                    <a:pt x="4914" y="8604"/>
                  </a:lnTo>
                  <a:lnTo>
                    <a:pt x="5175" y="8604"/>
                  </a:lnTo>
                  <a:lnTo>
                    <a:pt x="5175" y="8604"/>
                  </a:lnTo>
                  <a:lnTo>
                    <a:pt x="5456" y="8604"/>
                  </a:lnTo>
                  <a:lnTo>
                    <a:pt x="5737" y="8584"/>
                  </a:lnTo>
                  <a:lnTo>
                    <a:pt x="5737" y="8584"/>
                  </a:lnTo>
                  <a:lnTo>
                    <a:pt x="6098" y="8544"/>
                  </a:lnTo>
                  <a:lnTo>
                    <a:pt x="6438" y="8464"/>
                  </a:lnTo>
                  <a:lnTo>
                    <a:pt x="6779" y="8363"/>
                  </a:lnTo>
                  <a:lnTo>
                    <a:pt x="7100" y="8243"/>
                  </a:lnTo>
                  <a:lnTo>
                    <a:pt x="7401" y="8103"/>
                  </a:lnTo>
                  <a:lnTo>
                    <a:pt x="7702" y="7922"/>
                  </a:lnTo>
                  <a:lnTo>
                    <a:pt x="8003" y="7742"/>
                  </a:lnTo>
                  <a:lnTo>
                    <a:pt x="8263" y="7521"/>
                  </a:lnTo>
                  <a:lnTo>
                    <a:pt x="8524" y="7280"/>
                  </a:lnTo>
                  <a:lnTo>
                    <a:pt x="8765" y="7040"/>
                  </a:lnTo>
                  <a:lnTo>
                    <a:pt x="8985" y="6779"/>
                  </a:lnTo>
                  <a:lnTo>
                    <a:pt x="9206" y="6498"/>
                  </a:lnTo>
                  <a:lnTo>
                    <a:pt x="9386" y="6197"/>
                  </a:lnTo>
                  <a:lnTo>
                    <a:pt x="9547" y="5897"/>
                  </a:lnTo>
                  <a:lnTo>
                    <a:pt x="9707" y="5576"/>
                  </a:lnTo>
                  <a:lnTo>
                    <a:pt x="9828" y="5235"/>
                  </a:lnTo>
                  <a:lnTo>
                    <a:pt x="9828" y="5235"/>
                  </a:lnTo>
                  <a:lnTo>
                    <a:pt x="9888" y="5054"/>
                  </a:lnTo>
                  <a:lnTo>
                    <a:pt x="9888" y="5054"/>
                  </a:lnTo>
                  <a:lnTo>
                    <a:pt x="9687" y="5335"/>
                  </a:lnTo>
                  <a:lnTo>
                    <a:pt x="9467" y="5596"/>
                  </a:lnTo>
                  <a:lnTo>
                    <a:pt x="9226" y="5836"/>
                  </a:lnTo>
                  <a:lnTo>
                    <a:pt x="8965" y="6077"/>
                  </a:lnTo>
                  <a:lnTo>
                    <a:pt x="8705" y="6278"/>
                  </a:lnTo>
                  <a:lnTo>
                    <a:pt x="8404" y="6478"/>
                  </a:lnTo>
                  <a:lnTo>
                    <a:pt x="8103" y="6659"/>
                  </a:lnTo>
                  <a:lnTo>
                    <a:pt x="7782" y="6799"/>
                  </a:lnTo>
                  <a:lnTo>
                    <a:pt x="7782" y="6799"/>
                  </a:lnTo>
                  <a:lnTo>
                    <a:pt x="7401" y="6939"/>
                  </a:lnTo>
                  <a:lnTo>
                    <a:pt x="7000" y="7040"/>
                  </a:lnTo>
                  <a:lnTo>
                    <a:pt x="6619" y="7100"/>
                  </a:lnTo>
                  <a:lnTo>
                    <a:pt x="6218" y="7120"/>
                  </a:lnTo>
                  <a:lnTo>
                    <a:pt x="6218" y="7120"/>
                  </a:lnTo>
                  <a:lnTo>
                    <a:pt x="5797" y="7100"/>
                  </a:lnTo>
                  <a:lnTo>
                    <a:pt x="5376" y="7040"/>
                  </a:lnTo>
                  <a:lnTo>
                    <a:pt x="4974" y="6939"/>
                  </a:lnTo>
                  <a:lnTo>
                    <a:pt x="4573" y="6819"/>
                  </a:lnTo>
                  <a:lnTo>
                    <a:pt x="4192" y="6659"/>
                  </a:lnTo>
                  <a:lnTo>
                    <a:pt x="3811" y="6478"/>
                  </a:lnTo>
                  <a:lnTo>
                    <a:pt x="3450" y="6258"/>
                  </a:lnTo>
                  <a:lnTo>
                    <a:pt x="3109" y="6017"/>
                  </a:lnTo>
                  <a:lnTo>
                    <a:pt x="3109" y="6017"/>
                  </a:lnTo>
                  <a:lnTo>
                    <a:pt x="2768" y="5756"/>
                  </a:lnTo>
                  <a:lnTo>
                    <a:pt x="2468" y="5455"/>
                  </a:lnTo>
                  <a:lnTo>
                    <a:pt x="2187" y="5114"/>
                  </a:lnTo>
                  <a:lnTo>
                    <a:pt x="1946" y="4774"/>
                  </a:lnTo>
                  <a:lnTo>
                    <a:pt x="1726" y="4413"/>
                  </a:lnTo>
                  <a:lnTo>
                    <a:pt x="1545" y="4032"/>
                  </a:lnTo>
                  <a:lnTo>
                    <a:pt x="1385" y="3650"/>
                  </a:lnTo>
                  <a:lnTo>
                    <a:pt x="1264" y="3249"/>
                  </a:lnTo>
                  <a:lnTo>
                    <a:pt x="1164" y="2828"/>
                  </a:lnTo>
                  <a:lnTo>
                    <a:pt x="1104" y="2427"/>
                  </a:lnTo>
                  <a:lnTo>
                    <a:pt x="1084" y="2006"/>
                  </a:lnTo>
                  <a:lnTo>
                    <a:pt x="1084" y="1585"/>
                  </a:lnTo>
                  <a:lnTo>
                    <a:pt x="1124" y="1184"/>
                  </a:lnTo>
                  <a:lnTo>
                    <a:pt x="1204" y="783"/>
                  </a:lnTo>
                  <a:lnTo>
                    <a:pt x="1325" y="382"/>
                  </a:lnTo>
                  <a:lnTo>
                    <a:pt x="146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21"/>
            <p:cNvSpPr/>
            <p:nvPr/>
          </p:nvSpPr>
          <p:spPr>
            <a:xfrm>
              <a:off x="10567800" y="2947463"/>
              <a:ext cx="147425" cy="55675"/>
            </a:xfrm>
            <a:custGeom>
              <a:avLst/>
              <a:gdLst/>
              <a:ahLst/>
              <a:cxnLst/>
              <a:rect l="l" t="t" r="r" b="b"/>
              <a:pathLst>
                <a:path w="5897" h="2227" extrusionOk="0">
                  <a:moveTo>
                    <a:pt x="1123" y="0"/>
                  </a:moveTo>
                  <a:lnTo>
                    <a:pt x="903" y="20"/>
                  </a:lnTo>
                  <a:lnTo>
                    <a:pt x="682" y="81"/>
                  </a:lnTo>
                  <a:lnTo>
                    <a:pt x="502" y="181"/>
                  </a:lnTo>
                  <a:lnTo>
                    <a:pt x="321" y="321"/>
                  </a:lnTo>
                  <a:lnTo>
                    <a:pt x="201" y="482"/>
                  </a:lnTo>
                  <a:lnTo>
                    <a:pt x="101" y="682"/>
                  </a:lnTo>
                  <a:lnTo>
                    <a:pt x="20" y="883"/>
                  </a:lnTo>
                  <a:lnTo>
                    <a:pt x="0" y="1103"/>
                  </a:lnTo>
                  <a:lnTo>
                    <a:pt x="20" y="1324"/>
                  </a:lnTo>
                  <a:lnTo>
                    <a:pt x="101" y="1545"/>
                  </a:lnTo>
                  <a:lnTo>
                    <a:pt x="201" y="1725"/>
                  </a:lnTo>
                  <a:lnTo>
                    <a:pt x="321" y="1886"/>
                  </a:lnTo>
                  <a:lnTo>
                    <a:pt x="502" y="2026"/>
                  </a:lnTo>
                  <a:lnTo>
                    <a:pt x="682" y="2126"/>
                  </a:lnTo>
                  <a:lnTo>
                    <a:pt x="903" y="2206"/>
                  </a:lnTo>
                  <a:lnTo>
                    <a:pt x="1123" y="2226"/>
                  </a:lnTo>
                  <a:lnTo>
                    <a:pt x="4793" y="2226"/>
                  </a:lnTo>
                  <a:lnTo>
                    <a:pt x="5014" y="2206"/>
                  </a:lnTo>
                  <a:lnTo>
                    <a:pt x="5214" y="2126"/>
                  </a:lnTo>
                  <a:lnTo>
                    <a:pt x="5415" y="2026"/>
                  </a:lnTo>
                  <a:lnTo>
                    <a:pt x="5575" y="1886"/>
                  </a:lnTo>
                  <a:lnTo>
                    <a:pt x="5716" y="1725"/>
                  </a:lnTo>
                  <a:lnTo>
                    <a:pt x="5816" y="1545"/>
                  </a:lnTo>
                  <a:lnTo>
                    <a:pt x="5876" y="1324"/>
                  </a:lnTo>
                  <a:lnTo>
                    <a:pt x="5896" y="1103"/>
                  </a:lnTo>
                  <a:lnTo>
                    <a:pt x="5876" y="883"/>
                  </a:lnTo>
                  <a:lnTo>
                    <a:pt x="5816" y="682"/>
                  </a:lnTo>
                  <a:lnTo>
                    <a:pt x="5716" y="482"/>
                  </a:lnTo>
                  <a:lnTo>
                    <a:pt x="5575" y="321"/>
                  </a:lnTo>
                  <a:lnTo>
                    <a:pt x="5415" y="181"/>
                  </a:lnTo>
                  <a:lnTo>
                    <a:pt x="5214" y="81"/>
                  </a:lnTo>
                  <a:lnTo>
                    <a:pt x="5014" y="20"/>
                  </a:lnTo>
                  <a:lnTo>
                    <a:pt x="479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21"/>
            <p:cNvSpPr/>
            <p:nvPr/>
          </p:nvSpPr>
          <p:spPr>
            <a:xfrm>
              <a:off x="10137625" y="3129963"/>
              <a:ext cx="1007775" cy="700425"/>
            </a:xfrm>
            <a:custGeom>
              <a:avLst/>
              <a:gdLst/>
              <a:ahLst/>
              <a:cxnLst/>
              <a:rect l="l" t="t" r="r" b="b"/>
              <a:pathLst>
                <a:path w="40311" h="28017" extrusionOk="0">
                  <a:moveTo>
                    <a:pt x="8263" y="0"/>
                  </a:moveTo>
                  <a:lnTo>
                    <a:pt x="7681" y="20"/>
                  </a:lnTo>
                  <a:lnTo>
                    <a:pt x="7280" y="60"/>
                  </a:lnTo>
                  <a:lnTo>
                    <a:pt x="6879" y="101"/>
                  </a:lnTo>
                  <a:lnTo>
                    <a:pt x="6498" y="181"/>
                  </a:lnTo>
                  <a:lnTo>
                    <a:pt x="6117" y="281"/>
                  </a:lnTo>
                  <a:lnTo>
                    <a:pt x="5736" y="381"/>
                  </a:lnTo>
                  <a:lnTo>
                    <a:pt x="5375" y="502"/>
                  </a:lnTo>
                  <a:lnTo>
                    <a:pt x="5014" y="662"/>
                  </a:lnTo>
                  <a:lnTo>
                    <a:pt x="4673" y="822"/>
                  </a:lnTo>
                  <a:lnTo>
                    <a:pt x="4332" y="983"/>
                  </a:lnTo>
                  <a:lnTo>
                    <a:pt x="3991" y="1183"/>
                  </a:lnTo>
                  <a:lnTo>
                    <a:pt x="3671" y="1384"/>
                  </a:lnTo>
                  <a:lnTo>
                    <a:pt x="3370" y="1605"/>
                  </a:lnTo>
                  <a:lnTo>
                    <a:pt x="3069" y="1825"/>
                  </a:lnTo>
                  <a:lnTo>
                    <a:pt x="2768" y="2066"/>
                  </a:lnTo>
                  <a:lnTo>
                    <a:pt x="2507" y="2327"/>
                  </a:lnTo>
                  <a:lnTo>
                    <a:pt x="2227" y="2607"/>
                  </a:lnTo>
                  <a:lnTo>
                    <a:pt x="1986" y="2888"/>
                  </a:lnTo>
                  <a:lnTo>
                    <a:pt x="1745" y="3189"/>
                  </a:lnTo>
                  <a:lnTo>
                    <a:pt x="1525" y="3490"/>
                  </a:lnTo>
                  <a:lnTo>
                    <a:pt x="1304" y="3791"/>
                  </a:lnTo>
                  <a:lnTo>
                    <a:pt x="1104" y="4131"/>
                  </a:lnTo>
                  <a:lnTo>
                    <a:pt x="923" y="4452"/>
                  </a:lnTo>
                  <a:lnTo>
                    <a:pt x="763" y="4813"/>
                  </a:lnTo>
                  <a:lnTo>
                    <a:pt x="602" y="5154"/>
                  </a:lnTo>
                  <a:lnTo>
                    <a:pt x="462" y="5515"/>
                  </a:lnTo>
                  <a:lnTo>
                    <a:pt x="341" y="5896"/>
                  </a:lnTo>
                  <a:lnTo>
                    <a:pt x="241" y="6257"/>
                  </a:lnTo>
                  <a:lnTo>
                    <a:pt x="161" y="6638"/>
                  </a:lnTo>
                  <a:lnTo>
                    <a:pt x="101" y="7039"/>
                  </a:lnTo>
                  <a:lnTo>
                    <a:pt x="41" y="7440"/>
                  </a:lnTo>
                  <a:lnTo>
                    <a:pt x="21" y="7842"/>
                  </a:lnTo>
                  <a:lnTo>
                    <a:pt x="1" y="8243"/>
                  </a:lnTo>
                  <a:lnTo>
                    <a:pt x="1" y="19774"/>
                  </a:lnTo>
                  <a:lnTo>
                    <a:pt x="21" y="20195"/>
                  </a:lnTo>
                  <a:lnTo>
                    <a:pt x="41" y="20616"/>
                  </a:lnTo>
                  <a:lnTo>
                    <a:pt x="101" y="21037"/>
                  </a:lnTo>
                  <a:lnTo>
                    <a:pt x="181" y="21439"/>
                  </a:lnTo>
                  <a:lnTo>
                    <a:pt x="261" y="21840"/>
                  </a:lnTo>
                  <a:lnTo>
                    <a:pt x="382" y="22241"/>
                  </a:lnTo>
                  <a:lnTo>
                    <a:pt x="502" y="22622"/>
                  </a:lnTo>
                  <a:lnTo>
                    <a:pt x="662" y="22983"/>
                  </a:lnTo>
                  <a:lnTo>
                    <a:pt x="823" y="23364"/>
                  </a:lnTo>
                  <a:lnTo>
                    <a:pt x="1003" y="23705"/>
                  </a:lnTo>
                  <a:lnTo>
                    <a:pt x="1204" y="24046"/>
                  </a:lnTo>
                  <a:lnTo>
                    <a:pt x="1424" y="24387"/>
                  </a:lnTo>
                  <a:lnTo>
                    <a:pt x="1645" y="24707"/>
                  </a:lnTo>
                  <a:lnTo>
                    <a:pt x="1886" y="25028"/>
                  </a:lnTo>
                  <a:lnTo>
                    <a:pt x="2146" y="25329"/>
                  </a:lnTo>
                  <a:lnTo>
                    <a:pt x="2427" y="25610"/>
                  </a:lnTo>
                  <a:lnTo>
                    <a:pt x="2708" y="25891"/>
                  </a:lnTo>
                  <a:lnTo>
                    <a:pt x="3009" y="26151"/>
                  </a:lnTo>
                  <a:lnTo>
                    <a:pt x="3330" y="26392"/>
                  </a:lnTo>
                  <a:lnTo>
                    <a:pt x="3650" y="26613"/>
                  </a:lnTo>
                  <a:lnTo>
                    <a:pt x="3971" y="26833"/>
                  </a:lnTo>
                  <a:lnTo>
                    <a:pt x="4332" y="27034"/>
                  </a:lnTo>
                  <a:lnTo>
                    <a:pt x="4673" y="27214"/>
                  </a:lnTo>
                  <a:lnTo>
                    <a:pt x="5034" y="27375"/>
                  </a:lnTo>
                  <a:lnTo>
                    <a:pt x="5415" y="27535"/>
                  </a:lnTo>
                  <a:lnTo>
                    <a:pt x="5796" y="27655"/>
                  </a:lnTo>
                  <a:lnTo>
                    <a:pt x="6197" y="27776"/>
                  </a:lnTo>
                  <a:lnTo>
                    <a:pt x="6598" y="27856"/>
                  </a:lnTo>
                  <a:lnTo>
                    <a:pt x="7000" y="27936"/>
                  </a:lnTo>
                  <a:lnTo>
                    <a:pt x="7401" y="27976"/>
                  </a:lnTo>
                  <a:lnTo>
                    <a:pt x="7822" y="28016"/>
                  </a:lnTo>
                  <a:lnTo>
                    <a:pt x="32068" y="28016"/>
                  </a:lnTo>
                  <a:lnTo>
                    <a:pt x="32649" y="27996"/>
                  </a:lnTo>
                  <a:lnTo>
                    <a:pt x="33251" y="27936"/>
                  </a:lnTo>
                  <a:lnTo>
                    <a:pt x="33812" y="27836"/>
                  </a:lnTo>
                  <a:lnTo>
                    <a:pt x="34374" y="27696"/>
                  </a:lnTo>
                  <a:lnTo>
                    <a:pt x="34915" y="27515"/>
                  </a:lnTo>
                  <a:lnTo>
                    <a:pt x="35437" y="27315"/>
                  </a:lnTo>
                  <a:lnTo>
                    <a:pt x="35938" y="27054"/>
                  </a:lnTo>
                  <a:lnTo>
                    <a:pt x="36420" y="26773"/>
                  </a:lnTo>
                  <a:lnTo>
                    <a:pt x="36901" y="26472"/>
                  </a:lnTo>
                  <a:lnTo>
                    <a:pt x="37322" y="26131"/>
                  </a:lnTo>
                  <a:lnTo>
                    <a:pt x="37743" y="25750"/>
                  </a:lnTo>
                  <a:lnTo>
                    <a:pt x="38144" y="25349"/>
                  </a:lnTo>
                  <a:lnTo>
                    <a:pt x="38505" y="24928"/>
                  </a:lnTo>
                  <a:lnTo>
                    <a:pt x="38826" y="24487"/>
                  </a:lnTo>
                  <a:lnTo>
                    <a:pt x="39147" y="24006"/>
                  </a:lnTo>
                  <a:lnTo>
                    <a:pt x="39408" y="23524"/>
                  </a:lnTo>
                  <a:lnTo>
                    <a:pt x="39608" y="23103"/>
                  </a:lnTo>
                  <a:lnTo>
                    <a:pt x="39789" y="22662"/>
                  </a:lnTo>
                  <a:lnTo>
                    <a:pt x="39949" y="22201"/>
                  </a:lnTo>
                  <a:lnTo>
                    <a:pt x="40069" y="21739"/>
                  </a:lnTo>
                  <a:lnTo>
                    <a:pt x="40170" y="21258"/>
                  </a:lnTo>
                  <a:lnTo>
                    <a:pt x="40250" y="20777"/>
                  </a:lnTo>
                  <a:lnTo>
                    <a:pt x="40290" y="20275"/>
                  </a:lnTo>
                  <a:lnTo>
                    <a:pt x="40310" y="19774"/>
                  </a:lnTo>
                  <a:lnTo>
                    <a:pt x="40310" y="8243"/>
                  </a:lnTo>
                  <a:lnTo>
                    <a:pt x="40290" y="7822"/>
                  </a:lnTo>
                  <a:lnTo>
                    <a:pt x="40270" y="7400"/>
                  </a:lnTo>
                  <a:lnTo>
                    <a:pt x="40210" y="6979"/>
                  </a:lnTo>
                  <a:lnTo>
                    <a:pt x="40150" y="6578"/>
                  </a:lnTo>
                  <a:lnTo>
                    <a:pt x="40049" y="6177"/>
                  </a:lnTo>
                  <a:lnTo>
                    <a:pt x="39929" y="5796"/>
                  </a:lnTo>
                  <a:lnTo>
                    <a:pt x="39809" y="5395"/>
                  </a:lnTo>
                  <a:lnTo>
                    <a:pt x="39668" y="5034"/>
                  </a:lnTo>
                  <a:lnTo>
                    <a:pt x="39488" y="4673"/>
                  </a:lnTo>
                  <a:lnTo>
                    <a:pt x="39307" y="4312"/>
                  </a:lnTo>
                  <a:lnTo>
                    <a:pt x="39107" y="3971"/>
                  </a:lnTo>
                  <a:lnTo>
                    <a:pt x="38906" y="3630"/>
                  </a:lnTo>
                  <a:lnTo>
                    <a:pt x="38666" y="3309"/>
                  </a:lnTo>
                  <a:lnTo>
                    <a:pt x="38425" y="2988"/>
                  </a:lnTo>
                  <a:lnTo>
                    <a:pt x="38164" y="2688"/>
                  </a:lnTo>
                  <a:lnTo>
                    <a:pt x="37904" y="2407"/>
                  </a:lnTo>
                  <a:lnTo>
                    <a:pt x="37603" y="2126"/>
                  </a:lnTo>
                  <a:lnTo>
                    <a:pt x="37302" y="1885"/>
                  </a:lnTo>
                  <a:lnTo>
                    <a:pt x="37001" y="1625"/>
                  </a:lnTo>
                  <a:lnTo>
                    <a:pt x="36680" y="1404"/>
                  </a:lnTo>
                  <a:lnTo>
                    <a:pt x="36339" y="1183"/>
                  </a:lnTo>
                  <a:lnTo>
                    <a:pt x="35998" y="983"/>
                  </a:lnTo>
                  <a:lnTo>
                    <a:pt x="35637" y="802"/>
                  </a:lnTo>
                  <a:lnTo>
                    <a:pt x="35276" y="642"/>
                  </a:lnTo>
                  <a:lnTo>
                    <a:pt x="34895" y="502"/>
                  </a:lnTo>
                  <a:lnTo>
                    <a:pt x="34514" y="361"/>
                  </a:lnTo>
                  <a:lnTo>
                    <a:pt x="34133" y="261"/>
                  </a:lnTo>
                  <a:lnTo>
                    <a:pt x="33732" y="161"/>
                  </a:lnTo>
                  <a:lnTo>
                    <a:pt x="33311" y="80"/>
                  </a:lnTo>
                  <a:lnTo>
                    <a:pt x="32910" y="40"/>
                  </a:lnTo>
                  <a:lnTo>
                    <a:pt x="324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21"/>
            <p:cNvSpPr/>
            <p:nvPr/>
          </p:nvSpPr>
          <p:spPr>
            <a:xfrm>
              <a:off x="10137625" y="3129963"/>
              <a:ext cx="1007775" cy="700425"/>
            </a:xfrm>
            <a:custGeom>
              <a:avLst/>
              <a:gdLst/>
              <a:ahLst/>
              <a:cxnLst/>
              <a:rect l="l" t="t" r="r" b="b"/>
              <a:pathLst>
                <a:path w="40311" h="28017" fill="none" extrusionOk="0">
                  <a:moveTo>
                    <a:pt x="40310" y="8243"/>
                  </a:moveTo>
                  <a:lnTo>
                    <a:pt x="40310" y="19774"/>
                  </a:lnTo>
                  <a:lnTo>
                    <a:pt x="40310" y="19774"/>
                  </a:lnTo>
                  <a:lnTo>
                    <a:pt x="40290" y="20275"/>
                  </a:lnTo>
                  <a:lnTo>
                    <a:pt x="40250" y="20777"/>
                  </a:lnTo>
                  <a:lnTo>
                    <a:pt x="40170" y="21258"/>
                  </a:lnTo>
                  <a:lnTo>
                    <a:pt x="40069" y="21739"/>
                  </a:lnTo>
                  <a:lnTo>
                    <a:pt x="39949" y="22201"/>
                  </a:lnTo>
                  <a:lnTo>
                    <a:pt x="39789" y="22662"/>
                  </a:lnTo>
                  <a:lnTo>
                    <a:pt x="39608" y="23103"/>
                  </a:lnTo>
                  <a:lnTo>
                    <a:pt x="39408" y="23524"/>
                  </a:lnTo>
                  <a:lnTo>
                    <a:pt x="39408" y="23524"/>
                  </a:lnTo>
                  <a:lnTo>
                    <a:pt x="39147" y="24006"/>
                  </a:lnTo>
                  <a:lnTo>
                    <a:pt x="38826" y="24487"/>
                  </a:lnTo>
                  <a:lnTo>
                    <a:pt x="38505" y="24928"/>
                  </a:lnTo>
                  <a:lnTo>
                    <a:pt x="38144" y="25349"/>
                  </a:lnTo>
                  <a:lnTo>
                    <a:pt x="37743" y="25750"/>
                  </a:lnTo>
                  <a:lnTo>
                    <a:pt x="37322" y="26131"/>
                  </a:lnTo>
                  <a:lnTo>
                    <a:pt x="36901" y="26472"/>
                  </a:lnTo>
                  <a:lnTo>
                    <a:pt x="36420" y="26773"/>
                  </a:lnTo>
                  <a:lnTo>
                    <a:pt x="35938" y="27054"/>
                  </a:lnTo>
                  <a:lnTo>
                    <a:pt x="35437" y="27315"/>
                  </a:lnTo>
                  <a:lnTo>
                    <a:pt x="34915" y="27515"/>
                  </a:lnTo>
                  <a:lnTo>
                    <a:pt x="34374" y="27696"/>
                  </a:lnTo>
                  <a:lnTo>
                    <a:pt x="33812" y="27836"/>
                  </a:lnTo>
                  <a:lnTo>
                    <a:pt x="33251" y="27936"/>
                  </a:lnTo>
                  <a:lnTo>
                    <a:pt x="32649" y="27996"/>
                  </a:lnTo>
                  <a:lnTo>
                    <a:pt x="32068" y="28016"/>
                  </a:lnTo>
                  <a:lnTo>
                    <a:pt x="8263" y="28016"/>
                  </a:lnTo>
                  <a:lnTo>
                    <a:pt x="8263" y="28016"/>
                  </a:lnTo>
                  <a:lnTo>
                    <a:pt x="7822" y="28016"/>
                  </a:lnTo>
                  <a:lnTo>
                    <a:pt x="7401" y="27976"/>
                  </a:lnTo>
                  <a:lnTo>
                    <a:pt x="7000" y="27936"/>
                  </a:lnTo>
                  <a:lnTo>
                    <a:pt x="6598" y="27856"/>
                  </a:lnTo>
                  <a:lnTo>
                    <a:pt x="6197" y="27776"/>
                  </a:lnTo>
                  <a:lnTo>
                    <a:pt x="5796" y="27655"/>
                  </a:lnTo>
                  <a:lnTo>
                    <a:pt x="5415" y="27535"/>
                  </a:lnTo>
                  <a:lnTo>
                    <a:pt x="5034" y="27375"/>
                  </a:lnTo>
                  <a:lnTo>
                    <a:pt x="4673" y="27214"/>
                  </a:lnTo>
                  <a:lnTo>
                    <a:pt x="4332" y="27034"/>
                  </a:lnTo>
                  <a:lnTo>
                    <a:pt x="3971" y="26833"/>
                  </a:lnTo>
                  <a:lnTo>
                    <a:pt x="3650" y="26613"/>
                  </a:lnTo>
                  <a:lnTo>
                    <a:pt x="3330" y="26392"/>
                  </a:lnTo>
                  <a:lnTo>
                    <a:pt x="3009" y="26151"/>
                  </a:lnTo>
                  <a:lnTo>
                    <a:pt x="2708" y="25891"/>
                  </a:lnTo>
                  <a:lnTo>
                    <a:pt x="2427" y="25610"/>
                  </a:lnTo>
                  <a:lnTo>
                    <a:pt x="2146" y="25329"/>
                  </a:lnTo>
                  <a:lnTo>
                    <a:pt x="1886" y="25028"/>
                  </a:lnTo>
                  <a:lnTo>
                    <a:pt x="1645" y="24707"/>
                  </a:lnTo>
                  <a:lnTo>
                    <a:pt x="1424" y="24387"/>
                  </a:lnTo>
                  <a:lnTo>
                    <a:pt x="1204" y="24046"/>
                  </a:lnTo>
                  <a:lnTo>
                    <a:pt x="1003" y="23705"/>
                  </a:lnTo>
                  <a:lnTo>
                    <a:pt x="823" y="23364"/>
                  </a:lnTo>
                  <a:lnTo>
                    <a:pt x="662" y="22983"/>
                  </a:lnTo>
                  <a:lnTo>
                    <a:pt x="502" y="22622"/>
                  </a:lnTo>
                  <a:lnTo>
                    <a:pt x="382" y="22241"/>
                  </a:lnTo>
                  <a:lnTo>
                    <a:pt x="261" y="21840"/>
                  </a:lnTo>
                  <a:lnTo>
                    <a:pt x="181" y="21439"/>
                  </a:lnTo>
                  <a:lnTo>
                    <a:pt x="101" y="21037"/>
                  </a:lnTo>
                  <a:lnTo>
                    <a:pt x="41" y="20616"/>
                  </a:lnTo>
                  <a:lnTo>
                    <a:pt x="21" y="20195"/>
                  </a:lnTo>
                  <a:lnTo>
                    <a:pt x="1" y="19774"/>
                  </a:lnTo>
                  <a:lnTo>
                    <a:pt x="1" y="8243"/>
                  </a:lnTo>
                  <a:lnTo>
                    <a:pt x="1" y="8243"/>
                  </a:lnTo>
                  <a:lnTo>
                    <a:pt x="21" y="7842"/>
                  </a:lnTo>
                  <a:lnTo>
                    <a:pt x="41" y="7440"/>
                  </a:lnTo>
                  <a:lnTo>
                    <a:pt x="101" y="7039"/>
                  </a:lnTo>
                  <a:lnTo>
                    <a:pt x="161" y="6638"/>
                  </a:lnTo>
                  <a:lnTo>
                    <a:pt x="241" y="6257"/>
                  </a:lnTo>
                  <a:lnTo>
                    <a:pt x="341" y="5896"/>
                  </a:lnTo>
                  <a:lnTo>
                    <a:pt x="462" y="5515"/>
                  </a:lnTo>
                  <a:lnTo>
                    <a:pt x="602" y="5154"/>
                  </a:lnTo>
                  <a:lnTo>
                    <a:pt x="763" y="4813"/>
                  </a:lnTo>
                  <a:lnTo>
                    <a:pt x="923" y="4452"/>
                  </a:lnTo>
                  <a:lnTo>
                    <a:pt x="1104" y="4131"/>
                  </a:lnTo>
                  <a:lnTo>
                    <a:pt x="1304" y="3791"/>
                  </a:lnTo>
                  <a:lnTo>
                    <a:pt x="1525" y="3490"/>
                  </a:lnTo>
                  <a:lnTo>
                    <a:pt x="1745" y="3189"/>
                  </a:lnTo>
                  <a:lnTo>
                    <a:pt x="1986" y="2888"/>
                  </a:lnTo>
                  <a:lnTo>
                    <a:pt x="2227" y="2607"/>
                  </a:lnTo>
                  <a:lnTo>
                    <a:pt x="2507" y="2327"/>
                  </a:lnTo>
                  <a:lnTo>
                    <a:pt x="2768" y="2066"/>
                  </a:lnTo>
                  <a:lnTo>
                    <a:pt x="3069" y="1825"/>
                  </a:lnTo>
                  <a:lnTo>
                    <a:pt x="3370" y="1605"/>
                  </a:lnTo>
                  <a:lnTo>
                    <a:pt x="3671" y="1384"/>
                  </a:lnTo>
                  <a:lnTo>
                    <a:pt x="3991" y="1183"/>
                  </a:lnTo>
                  <a:lnTo>
                    <a:pt x="4332" y="983"/>
                  </a:lnTo>
                  <a:lnTo>
                    <a:pt x="4673" y="822"/>
                  </a:lnTo>
                  <a:lnTo>
                    <a:pt x="5014" y="662"/>
                  </a:lnTo>
                  <a:lnTo>
                    <a:pt x="5375" y="502"/>
                  </a:lnTo>
                  <a:lnTo>
                    <a:pt x="5736" y="381"/>
                  </a:lnTo>
                  <a:lnTo>
                    <a:pt x="6117" y="281"/>
                  </a:lnTo>
                  <a:lnTo>
                    <a:pt x="6498" y="181"/>
                  </a:lnTo>
                  <a:lnTo>
                    <a:pt x="6879" y="101"/>
                  </a:lnTo>
                  <a:lnTo>
                    <a:pt x="7280" y="60"/>
                  </a:lnTo>
                  <a:lnTo>
                    <a:pt x="7681" y="20"/>
                  </a:lnTo>
                  <a:lnTo>
                    <a:pt x="7681" y="20"/>
                  </a:lnTo>
                  <a:lnTo>
                    <a:pt x="8263" y="0"/>
                  </a:lnTo>
                  <a:lnTo>
                    <a:pt x="32068" y="0"/>
                  </a:lnTo>
                  <a:lnTo>
                    <a:pt x="32068" y="0"/>
                  </a:lnTo>
                  <a:lnTo>
                    <a:pt x="32489" y="0"/>
                  </a:lnTo>
                  <a:lnTo>
                    <a:pt x="32910" y="40"/>
                  </a:lnTo>
                  <a:lnTo>
                    <a:pt x="33311" y="80"/>
                  </a:lnTo>
                  <a:lnTo>
                    <a:pt x="33732" y="161"/>
                  </a:lnTo>
                  <a:lnTo>
                    <a:pt x="34133" y="261"/>
                  </a:lnTo>
                  <a:lnTo>
                    <a:pt x="34514" y="361"/>
                  </a:lnTo>
                  <a:lnTo>
                    <a:pt x="34895" y="502"/>
                  </a:lnTo>
                  <a:lnTo>
                    <a:pt x="35276" y="642"/>
                  </a:lnTo>
                  <a:lnTo>
                    <a:pt x="35637" y="802"/>
                  </a:lnTo>
                  <a:lnTo>
                    <a:pt x="35998" y="983"/>
                  </a:lnTo>
                  <a:lnTo>
                    <a:pt x="36339" y="1183"/>
                  </a:lnTo>
                  <a:lnTo>
                    <a:pt x="36680" y="1404"/>
                  </a:lnTo>
                  <a:lnTo>
                    <a:pt x="37001" y="1625"/>
                  </a:lnTo>
                  <a:lnTo>
                    <a:pt x="37302" y="1885"/>
                  </a:lnTo>
                  <a:lnTo>
                    <a:pt x="37603" y="2126"/>
                  </a:lnTo>
                  <a:lnTo>
                    <a:pt x="37904" y="2407"/>
                  </a:lnTo>
                  <a:lnTo>
                    <a:pt x="38164" y="2688"/>
                  </a:lnTo>
                  <a:lnTo>
                    <a:pt x="38425" y="2988"/>
                  </a:lnTo>
                  <a:lnTo>
                    <a:pt x="38666" y="3309"/>
                  </a:lnTo>
                  <a:lnTo>
                    <a:pt x="38906" y="3630"/>
                  </a:lnTo>
                  <a:lnTo>
                    <a:pt x="39107" y="3971"/>
                  </a:lnTo>
                  <a:lnTo>
                    <a:pt x="39307" y="4312"/>
                  </a:lnTo>
                  <a:lnTo>
                    <a:pt x="39488" y="4673"/>
                  </a:lnTo>
                  <a:lnTo>
                    <a:pt x="39668" y="5034"/>
                  </a:lnTo>
                  <a:lnTo>
                    <a:pt x="39809" y="5395"/>
                  </a:lnTo>
                  <a:lnTo>
                    <a:pt x="39929" y="5796"/>
                  </a:lnTo>
                  <a:lnTo>
                    <a:pt x="40049" y="6177"/>
                  </a:lnTo>
                  <a:lnTo>
                    <a:pt x="40150" y="6578"/>
                  </a:lnTo>
                  <a:lnTo>
                    <a:pt x="40210" y="6979"/>
                  </a:lnTo>
                  <a:lnTo>
                    <a:pt x="40270" y="7400"/>
                  </a:lnTo>
                  <a:lnTo>
                    <a:pt x="40290" y="7822"/>
                  </a:lnTo>
                  <a:lnTo>
                    <a:pt x="40310" y="82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21"/>
            <p:cNvSpPr/>
            <p:nvPr/>
          </p:nvSpPr>
          <p:spPr>
            <a:xfrm>
              <a:off x="103557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21"/>
            <p:cNvSpPr/>
            <p:nvPr/>
          </p:nvSpPr>
          <p:spPr>
            <a:xfrm>
              <a:off x="103557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21"/>
            <p:cNvSpPr/>
            <p:nvPr/>
          </p:nvSpPr>
          <p:spPr>
            <a:xfrm>
              <a:off x="104319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63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63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21"/>
            <p:cNvSpPr/>
            <p:nvPr/>
          </p:nvSpPr>
          <p:spPr>
            <a:xfrm>
              <a:off x="104319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63" y="1"/>
                  </a:moveTo>
                  <a:lnTo>
                    <a:pt x="763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63" y="4333"/>
                  </a:lnTo>
                  <a:lnTo>
                    <a:pt x="763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21"/>
            <p:cNvSpPr/>
            <p:nvPr/>
          </p:nvSpPr>
          <p:spPr>
            <a:xfrm>
              <a:off x="1050862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3" y="1"/>
                  </a:moveTo>
                  <a:lnTo>
                    <a:pt x="582" y="21"/>
                  </a:lnTo>
                  <a:lnTo>
                    <a:pt x="442" y="61"/>
                  </a:lnTo>
                  <a:lnTo>
                    <a:pt x="322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2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3" y="4333"/>
                  </a:lnTo>
                  <a:lnTo>
                    <a:pt x="883" y="4313"/>
                  </a:lnTo>
                  <a:lnTo>
                    <a:pt x="1024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5" y="3992"/>
                  </a:lnTo>
                  <a:lnTo>
                    <a:pt x="1425" y="3872"/>
                  </a:lnTo>
                  <a:lnTo>
                    <a:pt x="1465" y="3731"/>
                  </a:lnTo>
                  <a:lnTo>
                    <a:pt x="1485" y="3591"/>
                  </a:lnTo>
                  <a:lnTo>
                    <a:pt x="1485" y="763"/>
                  </a:lnTo>
                  <a:lnTo>
                    <a:pt x="1465" y="603"/>
                  </a:lnTo>
                  <a:lnTo>
                    <a:pt x="1425" y="462"/>
                  </a:lnTo>
                  <a:lnTo>
                    <a:pt x="1365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24" y="61"/>
                  </a:lnTo>
                  <a:lnTo>
                    <a:pt x="883" y="21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21"/>
            <p:cNvSpPr/>
            <p:nvPr/>
          </p:nvSpPr>
          <p:spPr>
            <a:xfrm>
              <a:off x="1050862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3" y="1"/>
                  </a:moveTo>
                  <a:lnTo>
                    <a:pt x="743" y="1"/>
                  </a:lnTo>
                  <a:lnTo>
                    <a:pt x="582" y="21"/>
                  </a:lnTo>
                  <a:lnTo>
                    <a:pt x="442" y="61"/>
                  </a:lnTo>
                  <a:lnTo>
                    <a:pt x="322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1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2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3" y="4333"/>
                  </a:lnTo>
                  <a:lnTo>
                    <a:pt x="743" y="4333"/>
                  </a:lnTo>
                  <a:lnTo>
                    <a:pt x="883" y="4313"/>
                  </a:lnTo>
                  <a:lnTo>
                    <a:pt x="1024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5" y="3992"/>
                  </a:lnTo>
                  <a:lnTo>
                    <a:pt x="1425" y="3872"/>
                  </a:lnTo>
                  <a:lnTo>
                    <a:pt x="1465" y="3731"/>
                  </a:lnTo>
                  <a:lnTo>
                    <a:pt x="1485" y="3591"/>
                  </a:lnTo>
                  <a:lnTo>
                    <a:pt x="1485" y="763"/>
                  </a:lnTo>
                  <a:lnTo>
                    <a:pt x="1485" y="763"/>
                  </a:lnTo>
                  <a:lnTo>
                    <a:pt x="1465" y="603"/>
                  </a:lnTo>
                  <a:lnTo>
                    <a:pt x="1425" y="462"/>
                  </a:lnTo>
                  <a:lnTo>
                    <a:pt x="1365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24" y="61"/>
                  </a:lnTo>
                  <a:lnTo>
                    <a:pt x="883" y="21"/>
                  </a:lnTo>
                  <a:lnTo>
                    <a:pt x="7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21"/>
            <p:cNvSpPr/>
            <p:nvPr/>
          </p:nvSpPr>
          <p:spPr>
            <a:xfrm>
              <a:off x="105848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1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20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21"/>
            <p:cNvSpPr/>
            <p:nvPr/>
          </p:nvSpPr>
          <p:spPr>
            <a:xfrm>
              <a:off x="105848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1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20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21"/>
            <p:cNvSpPr/>
            <p:nvPr/>
          </p:nvSpPr>
          <p:spPr>
            <a:xfrm>
              <a:off x="106610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8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21"/>
            <p:cNvSpPr/>
            <p:nvPr/>
          </p:nvSpPr>
          <p:spPr>
            <a:xfrm>
              <a:off x="106610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8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8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21"/>
            <p:cNvSpPr/>
            <p:nvPr/>
          </p:nvSpPr>
          <p:spPr>
            <a:xfrm>
              <a:off x="10737250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43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2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2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3" y="4333"/>
                  </a:lnTo>
                  <a:lnTo>
                    <a:pt x="903" y="4313"/>
                  </a:lnTo>
                  <a:lnTo>
                    <a:pt x="1044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5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5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4" y="61"/>
                  </a:lnTo>
                  <a:lnTo>
                    <a:pt x="903" y="21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21"/>
            <p:cNvSpPr/>
            <p:nvPr/>
          </p:nvSpPr>
          <p:spPr>
            <a:xfrm>
              <a:off x="10737250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43" y="1"/>
                  </a:moveTo>
                  <a:lnTo>
                    <a:pt x="743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2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2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3" y="4333"/>
                  </a:lnTo>
                  <a:lnTo>
                    <a:pt x="743" y="4333"/>
                  </a:lnTo>
                  <a:lnTo>
                    <a:pt x="903" y="4313"/>
                  </a:lnTo>
                  <a:lnTo>
                    <a:pt x="1044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5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5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4" y="61"/>
                  </a:lnTo>
                  <a:lnTo>
                    <a:pt x="903" y="21"/>
                  </a:lnTo>
                  <a:lnTo>
                    <a:pt x="7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21"/>
            <p:cNvSpPr/>
            <p:nvPr/>
          </p:nvSpPr>
          <p:spPr>
            <a:xfrm>
              <a:off x="1081347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62" y="1"/>
                  </a:moveTo>
                  <a:lnTo>
                    <a:pt x="602" y="21"/>
                  </a:lnTo>
                  <a:lnTo>
                    <a:pt x="461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0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62" y="4333"/>
                  </a:lnTo>
                  <a:lnTo>
                    <a:pt x="902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3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3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2" y="21"/>
                  </a:lnTo>
                  <a:lnTo>
                    <a:pt x="76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21"/>
            <p:cNvSpPr/>
            <p:nvPr/>
          </p:nvSpPr>
          <p:spPr>
            <a:xfrm>
              <a:off x="1081347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62" y="1"/>
                  </a:moveTo>
                  <a:lnTo>
                    <a:pt x="762" y="1"/>
                  </a:lnTo>
                  <a:lnTo>
                    <a:pt x="602" y="21"/>
                  </a:lnTo>
                  <a:lnTo>
                    <a:pt x="461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0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62" y="4333"/>
                  </a:lnTo>
                  <a:lnTo>
                    <a:pt x="762" y="4333"/>
                  </a:lnTo>
                  <a:lnTo>
                    <a:pt x="902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3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3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2" y="21"/>
                  </a:lnTo>
                  <a:lnTo>
                    <a:pt x="7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21"/>
            <p:cNvSpPr/>
            <p:nvPr/>
          </p:nvSpPr>
          <p:spPr>
            <a:xfrm>
              <a:off x="1089017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582" y="21"/>
                  </a:lnTo>
                  <a:lnTo>
                    <a:pt x="44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21"/>
            <p:cNvSpPr/>
            <p:nvPr/>
          </p:nvSpPr>
          <p:spPr>
            <a:xfrm>
              <a:off x="1089017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582" y="21"/>
                  </a:lnTo>
                  <a:lnTo>
                    <a:pt x="44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21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extrusionOk="0">
                  <a:moveTo>
                    <a:pt x="2988" y="1"/>
                  </a:moveTo>
                  <a:lnTo>
                    <a:pt x="2668" y="21"/>
                  </a:lnTo>
                  <a:lnTo>
                    <a:pt x="2347" y="81"/>
                  </a:lnTo>
                  <a:lnTo>
                    <a:pt x="2046" y="181"/>
                  </a:lnTo>
                  <a:lnTo>
                    <a:pt x="1745" y="302"/>
                  </a:lnTo>
                  <a:lnTo>
                    <a:pt x="1464" y="462"/>
                  </a:lnTo>
                  <a:lnTo>
                    <a:pt x="1224" y="643"/>
                  </a:lnTo>
                  <a:lnTo>
                    <a:pt x="983" y="843"/>
                  </a:lnTo>
                  <a:lnTo>
                    <a:pt x="762" y="1084"/>
                  </a:lnTo>
                  <a:lnTo>
                    <a:pt x="582" y="1325"/>
                  </a:lnTo>
                  <a:lnTo>
                    <a:pt x="401" y="1605"/>
                  </a:lnTo>
                  <a:lnTo>
                    <a:pt x="261" y="1886"/>
                  </a:lnTo>
                  <a:lnTo>
                    <a:pt x="161" y="2187"/>
                  </a:lnTo>
                  <a:lnTo>
                    <a:pt x="80" y="2488"/>
                  </a:lnTo>
                  <a:lnTo>
                    <a:pt x="20" y="2809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41" y="3992"/>
                  </a:lnTo>
                  <a:lnTo>
                    <a:pt x="241" y="4253"/>
                  </a:lnTo>
                  <a:lnTo>
                    <a:pt x="361" y="4513"/>
                  </a:lnTo>
                  <a:lnTo>
                    <a:pt x="502" y="4754"/>
                  </a:lnTo>
                  <a:lnTo>
                    <a:pt x="662" y="4974"/>
                  </a:lnTo>
                  <a:lnTo>
                    <a:pt x="863" y="5195"/>
                  </a:lnTo>
                  <a:lnTo>
                    <a:pt x="1083" y="5396"/>
                  </a:lnTo>
                  <a:lnTo>
                    <a:pt x="1304" y="5576"/>
                  </a:lnTo>
                  <a:lnTo>
                    <a:pt x="1565" y="5716"/>
                  </a:lnTo>
                  <a:lnTo>
                    <a:pt x="1845" y="5857"/>
                  </a:lnTo>
                  <a:lnTo>
                    <a:pt x="2126" y="5977"/>
                  </a:lnTo>
                  <a:lnTo>
                    <a:pt x="2447" y="6057"/>
                  </a:lnTo>
                  <a:lnTo>
                    <a:pt x="2768" y="609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6037" y="3751"/>
                  </a:lnTo>
                  <a:lnTo>
                    <a:pt x="6097" y="3410"/>
                  </a:lnTo>
                  <a:lnTo>
                    <a:pt x="6117" y="3089"/>
                  </a:lnTo>
                  <a:lnTo>
                    <a:pt x="6097" y="2748"/>
                  </a:lnTo>
                  <a:lnTo>
                    <a:pt x="6057" y="2488"/>
                  </a:lnTo>
                  <a:lnTo>
                    <a:pt x="5997" y="2247"/>
                  </a:lnTo>
                  <a:lnTo>
                    <a:pt x="5916" y="1986"/>
                  </a:lnTo>
                  <a:lnTo>
                    <a:pt x="5816" y="1746"/>
                  </a:lnTo>
                  <a:lnTo>
                    <a:pt x="5696" y="1525"/>
                  </a:lnTo>
                  <a:lnTo>
                    <a:pt x="5555" y="1304"/>
                  </a:lnTo>
                  <a:lnTo>
                    <a:pt x="5395" y="1104"/>
                  </a:lnTo>
                  <a:lnTo>
                    <a:pt x="5214" y="903"/>
                  </a:lnTo>
                  <a:lnTo>
                    <a:pt x="5014" y="743"/>
                  </a:lnTo>
                  <a:lnTo>
                    <a:pt x="4813" y="583"/>
                  </a:lnTo>
                  <a:lnTo>
                    <a:pt x="4593" y="422"/>
                  </a:lnTo>
                  <a:lnTo>
                    <a:pt x="4352" y="302"/>
                  </a:lnTo>
                  <a:lnTo>
                    <a:pt x="4091" y="201"/>
                  </a:lnTo>
                  <a:lnTo>
                    <a:pt x="3831" y="121"/>
                  </a:lnTo>
                  <a:lnTo>
                    <a:pt x="3570" y="61"/>
                  </a:lnTo>
                  <a:lnTo>
                    <a:pt x="3289" y="21"/>
                  </a:lnTo>
                  <a:lnTo>
                    <a:pt x="298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21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fill="none" extrusionOk="0">
                  <a:moveTo>
                    <a:pt x="5936" y="4092"/>
                  </a:moveTo>
                  <a:lnTo>
                    <a:pt x="5936" y="4092"/>
                  </a:lnTo>
                  <a:lnTo>
                    <a:pt x="5856" y="4293"/>
                  </a:lnTo>
                  <a:lnTo>
                    <a:pt x="5756" y="4493"/>
                  </a:lnTo>
                  <a:lnTo>
                    <a:pt x="5656" y="4674"/>
                  </a:lnTo>
                  <a:lnTo>
                    <a:pt x="5535" y="4854"/>
                  </a:lnTo>
                  <a:lnTo>
                    <a:pt x="5415" y="5015"/>
                  </a:lnTo>
                  <a:lnTo>
                    <a:pt x="5275" y="5175"/>
                  </a:lnTo>
                  <a:lnTo>
                    <a:pt x="5134" y="5335"/>
                  </a:lnTo>
                  <a:lnTo>
                    <a:pt x="4974" y="5476"/>
                  </a:lnTo>
                  <a:lnTo>
                    <a:pt x="4813" y="5596"/>
                  </a:lnTo>
                  <a:lnTo>
                    <a:pt x="4653" y="5716"/>
                  </a:lnTo>
                  <a:lnTo>
                    <a:pt x="4472" y="5817"/>
                  </a:lnTo>
                  <a:lnTo>
                    <a:pt x="4272" y="5897"/>
                  </a:lnTo>
                  <a:lnTo>
                    <a:pt x="4091" y="5977"/>
                  </a:lnTo>
                  <a:lnTo>
                    <a:pt x="3891" y="6037"/>
                  </a:lnTo>
                  <a:lnTo>
                    <a:pt x="3670" y="6077"/>
                  </a:lnTo>
                  <a:lnTo>
                    <a:pt x="3470" y="6098"/>
                  </a:lnTo>
                  <a:lnTo>
                    <a:pt x="3470" y="6098"/>
                  </a:lnTo>
                  <a:lnTo>
                    <a:pt x="3109" y="6118"/>
                  </a:lnTo>
                  <a:lnTo>
                    <a:pt x="2768" y="6098"/>
                  </a:lnTo>
                  <a:lnTo>
                    <a:pt x="2447" y="6057"/>
                  </a:lnTo>
                  <a:lnTo>
                    <a:pt x="2126" y="5977"/>
                  </a:lnTo>
                  <a:lnTo>
                    <a:pt x="1845" y="5857"/>
                  </a:lnTo>
                  <a:lnTo>
                    <a:pt x="1565" y="5716"/>
                  </a:lnTo>
                  <a:lnTo>
                    <a:pt x="1304" y="5576"/>
                  </a:lnTo>
                  <a:lnTo>
                    <a:pt x="1083" y="5396"/>
                  </a:lnTo>
                  <a:lnTo>
                    <a:pt x="863" y="5195"/>
                  </a:lnTo>
                  <a:lnTo>
                    <a:pt x="662" y="4974"/>
                  </a:lnTo>
                  <a:lnTo>
                    <a:pt x="502" y="4754"/>
                  </a:lnTo>
                  <a:lnTo>
                    <a:pt x="361" y="4513"/>
                  </a:lnTo>
                  <a:lnTo>
                    <a:pt x="241" y="4253"/>
                  </a:lnTo>
                  <a:lnTo>
                    <a:pt x="141" y="3992"/>
                  </a:lnTo>
                  <a:lnTo>
                    <a:pt x="60" y="3731"/>
                  </a:lnTo>
                  <a:lnTo>
                    <a:pt x="20" y="3470"/>
                  </a:lnTo>
                  <a:lnTo>
                    <a:pt x="20" y="3470"/>
                  </a:lnTo>
                  <a:lnTo>
                    <a:pt x="0" y="3150"/>
                  </a:lnTo>
                  <a:lnTo>
                    <a:pt x="20" y="2809"/>
                  </a:lnTo>
                  <a:lnTo>
                    <a:pt x="80" y="2488"/>
                  </a:lnTo>
                  <a:lnTo>
                    <a:pt x="161" y="2187"/>
                  </a:lnTo>
                  <a:lnTo>
                    <a:pt x="261" y="1886"/>
                  </a:lnTo>
                  <a:lnTo>
                    <a:pt x="401" y="1605"/>
                  </a:lnTo>
                  <a:lnTo>
                    <a:pt x="582" y="1325"/>
                  </a:lnTo>
                  <a:lnTo>
                    <a:pt x="762" y="1084"/>
                  </a:lnTo>
                  <a:lnTo>
                    <a:pt x="983" y="843"/>
                  </a:lnTo>
                  <a:lnTo>
                    <a:pt x="1224" y="643"/>
                  </a:lnTo>
                  <a:lnTo>
                    <a:pt x="1464" y="462"/>
                  </a:lnTo>
                  <a:lnTo>
                    <a:pt x="1745" y="302"/>
                  </a:lnTo>
                  <a:lnTo>
                    <a:pt x="2046" y="181"/>
                  </a:lnTo>
                  <a:lnTo>
                    <a:pt x="2347" y="81"/>
                  </a:lnTo>
                  <a:lnTo>
                    <a:pt x="2668" y="21"/>
                  </a:lnTo>
                  <a:lnTo>
                    <a:pt x="2988" y="1"/>
                  </a:lnTo>
                  <a:lnTo>
                    <a:pt x="2988" y="1"/>
                  </a:lnTo>
                  <a:lnTo>
                    <a:pt x="3289" y="21"/>
                  </a:lnTo>
                  <a:lnTo>
                    <a:pt x="3289" y="21"/>
                  </a:lnTo>
                  <a:lnTo>
                    <a:pt x="3570" y="61"/>
                  </a:lnTo>
                  <a:lnTo>
                    <a:pt x="3831" y="121"/>
                  </a:lnTo>
                  <a:lnTo>
                    <a:pt x="4091" y="201"/>
                  </a:lnTo>
                  <a:lnTo>
                    <a:pt x="4352" y="302"/>
                  </a:lnTo>
                  <a:lnTo>
                    <a:pt x="4593" y="422"/>
                  </a:lnTo>
                  <a:lnTo>
                    <a:pt x="4813" y="583"/>
                  </a:lnTo>
                  <a:lnTo>
                    <a:pt x="5014" y="743"/>
                  </a:lnTo>
                  <a:lnTo>
                    <a:pt x="5214" y="903"/>
                  </a:lnTo>
                  <a:lnTo>
                    <a:pt x="5395" y="1104"/>
                  </a:lnTo>
                  <a:lnTo>
                    <a:pt x="5555" y="1304"/>
                  </a:lnTo>
                  <a:lnTo>
                    <a:pt x="5696" y="1525"/>
                  </a:lnTo>
                  <a:lnTo>
                    <a:pt x="5816" y="1746"/>
                  </a:lnTo>
                  <a:lnTo>
                    <a:pt x="5916" y="1986"/>
                  </a:lnTo>
                  <a:lnTo>
                    <a:pt x="5997" y="2247"/>
                  </a:lnTo>
                  <a:lnTo>
                    <a:pt x="6057" y="2488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117" y="3089"/>
                  </a:lnTo>
                  <a:lnTo>
                    <a:pt x="6097" y="3410"/>
                  </a:lnTo>
                  <a:lnTo>
                    <a:pt x="6037" y="3751"/>
                  </a:lnTo>
                  <a:lnTo>
                    <a:pt x="5936" y="409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21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extrusionOk="0">
                  <a:moveTo>
                    <a:pt x="2988" y="1"/>
                  </a:moveTo>
                  <a:lnTo>
                    <a:pt x="2688" y="21"/>
                  </a:lnTo>
                  <a:lnTo>
                    <a:pt x="2387" y="81"/>
                  </a:lnTo>
                  <a:lnTo>
                    <a:pt x="2086" y="161"/>
                  </a:lnTo>
                  <a:lnTo>
                    <a:pt x="1825" y="262"/>
                  </a:lnTo>
                  <a:lnTo>
                    <a:pt x="1565" y="402"/>
                  </a:lnTo>
                  <a:lnTo>
                    <a:pt x="1304" y="562"/>
                  </a:lnTo>
                  <a:lnTo>
                    <a:pt x="1083" y="763"/>
                  </a:lnTo>
                  <a:lnTo>
                    <a:pt x="863" y="964"/>
                  </a:lnTo>
                  <a:lnTo>
                    <a:pt x="682" y="1184"/>
                  </a:lnTo>
                  <a:lnTo>
                    <a:pt x="502" y="1425"/>
                  </a:lnTo>
                  <a:lnTo>
                    <a:pt x="361" y="1686"/>
                  </a:lnTo>
                  <a:lnTo>
                    <a:pt x="241" y="1946"/>
                  </a:lnTo>
                  <a:lnTo>
                    <a:pt x="141" y="2247"/>
                  </a:lnTo>
                  <a:lnTo>
                    <a:pt x="60" y="2528"/>
                  </a:lnTo>
                  <a:lnTo>
                    <a:pt x="20" y="2829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21" y="3972"/>
                  </a:lnTo>
                  <a:lnTo>
                    <a:pt x="221" y="4212"/>
                  </a:lnTo>
                  <a:lnTo>
                    <a:pt x="321" y="4453"/>
                  </a:lnTo>
                  <a:lnTo>
                    <a:pt x="462" y="4674"/>
                  </a:lnTo>
                  <a:lnTo>
                    <a:pt x="602" y="4894"/>
                  </a:lnTo>
                  <a:lnTo>
                    <a:pt x="782" y="5095"/>
                  </a:lnTo>
                  <a:lnTo>
                    <a:pt x="963" y="5295"/>
                  </a:lnTo>
                  <a:lnTo>
                    <a:pt x="1183" y="5476"/>
                  </a:lnTo>
                  <a:lnTo>
                    <a:pt x="1404" y="5636"/>
                  </a:lnTo>
                  <a:lnTo>
                    <a:pt x="1665" y="5777"/>
                  </a:lnTo>
                  <a:lnTo>
                    <a:pt x="1925" y="5897"/>
                  </a:lnTo>
                  <a:lnTo>
                    <a:pt x="2186" y="5997"/>
                  </a:lnTo>
                  <a:lnTo>
                    <a:pt x="2487" y="6057"/>
                  </a:lnTo>
                  <a:lnTo>
                    <a:pt x="2788" y="611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6017" y="3831"/>
                  </a:lnTo>
                  <a:lnTo>
                    <a:pt x="6077" y="3571"/>
                  </a:lnTo>
                  <a:lnTo>
                    <a:pt x="6097" y="3310"/>
                  </a:lnTo>
                  <a:lnTo>
                    <a:pt x="6117" y="3049"/>
                  </a:lnTo>
                  <a:lnTo>
                    <a:pt x="6097" y="2748"/>
                  </a:lnTo>
                  <a:lnTo>
                    <a:pt x="6017" y="2949"/>
                  </a:lnTo>
                  <a:lnTo>
                    <a:pt x="5936" y="3150"/>
                  </a:lnTo>
                  <a:lnTo>
                    <a:pt x="5836" y="3330"/>
                  </a:lnTo>
                  <a:lnTo>
                    <a:pt x="5716" y="3510"/>
                  </a:lnTo>
                  <a:lnTo>
                    <a:pt x="5595" y="3671"/>
                  </a:lnTo>
                  <a:lnTo>
                    <a:pt x="5455" y="3831"/>
                  </a:lnTo>
                  <a:lnTo>
                    <a:pt x="5315" y="3992"/>
                  </a:lnTo>
                  <a:lnTo>
                    <a:pt x="5154" y="4112"/>
                  </a:lnTo>
                  <a:lnTo>
                    <a:pt x="4994" y="4232"/>
                  </a:lnTo>
                  <a:lnTo>
                    <a:pt x="4833" y="4353"/>
                  </a:lnTo>
                  <a:lnTo>
                    <a:pt x="4653" y="4453"/>
                  </a:lnTo>
                  <a:lnTo>
                    <a:pt x="4452" y="4533"/>
                  </a:lnTo>
                  <a:lnTo>
                    <a:pt x="4272" y="4593"/>
                  </a:lnTo>
                  <a:lnTo>
                    <a:pt x="4071" y="4634"/>
                  </a:lnTo>
                  <a:lnTo>
                    <a:pt x="3871" y="4654"/>
                  </a:lnTo>
                  <a:lnTo>
                    <a:pt x="3670" y="4674"/>
                  </a:lnTo>
                  <a:lnTo>
                    <a:pt x="3510" y="4674"/>
                  </a:lnTo>
                  <a:lnTo>
                    <a:pt x="3349" y="4654"/>
                  </a:lnTo>
                  <a:lnTo>
                    <a:pt x="3189" y="4613"/>
                  </a:lnTo>
                  <a:lnTo>
                    <a:pt x="3028" y="4573"/>
                  </a:lnTo>
                  <a:lnTo>
                    <a:pt x="2868" y="4513"/>
                  </a:lnTo>
                  <a:lnTo>
                    <a:pt x="2708" y="4453"/>
                  </a:lnTo>
                  <a:lnTo>
                    <a:pt x="2527" y="4353"/>
                  </a:lnTo>
                  <a:lnTo>
                    <a:pt x="2367" y="4253"/>
                  </a:lnTo>
                  <a:lnTo>
                    <a:pt x="2226" y="4152"/>
                  </a:lnTo>
                  <a:lnTo>
                    <a:pt x="2086" y="4032"/>
                  </a:lnTo>
                  <a:lnTo>
                    <a:pt x="1946" y="3892"/>
                  </a:lnTo>
                  <a:lnTo>
                    <a:pt x="1825" y="3751"/>
                  </a:lnTo>
                  <a:lnTo>
                    <a:pt x="1725" y="3611"/>
                  </a:lnTo>
                  <a:lnTo>
                    <a:pt x="1625" y="3450"/>
                  </a:lnTo>
                  <a:lnTo>
                    <a:pt x="1524" y="3270"/>
                  </a:lnTo>
                  <a:lnTo>
                    <a:pt x="1464" y="3109"/>
                  </a:lnTo>
                  <a:lnTo>
                    <a:pt x="1404" y="2929"/>
                  </a:lnTo>
                  <a:lnTo>
                    <a:pt x="1344" y="2748"/>
                  </a:lnTo>
                  <a:lnTo>
                    <a:pt x="1324" y="2568"/>
                  </a:lnTo>
                  <a:lnTo>
                    <a:pt x="1304" y="2387"/>
                  </a:lnTo>
                  <a:lnTo>
                    <a:pt x="1304" y="2187"/>
                  </a:lnTo>
                  <a:lnTo>
                    <a:pt x="1304" y="2006"/>
                  </a:lnTo>
                  <a:lnTo>
                    <a:pt x="1344" y="1826"/>
                  </a:lnTo>
                  <a:lnTo>
                    <a:pt x="1384" y="1645"/>
                  </a:lnTo>
                  <a:lnTo>
                    <a:pt x="1484" y="1345"/>
                  </a:lnTo>
                  <a:lnTo>
                    <a:pt x="1625" y="1084"/>
                  </a:lnTo>
                  <a:lnTo>
                    <a:pt x="1805" y="843"/>
                  </a:lnTo>
                  <a:lnTo>
                    <a:pt x="1986" y="643"/>
                  </a:lnTo>
                  <a:lnTo>
                    <a:pt x="2226" y="442"/>
                  </a:lnTo>
                  <a:lnTo>
                    <a:pt x="2467" y="282"/>
                  </a:lnTo>
                  <a:lnTo>
                    <a:pt x="2708" y="141"/>
                  </a:lnTo>
                  <a:lnTo>
                    <a:pt x="298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21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fill="none" extrusionOk="0">
                  <a:moveTo>
                    <a:pt x="2988" y="1"/>
                  </a:moveTo>
                  <a:lnTo>
                    <a:pt x="2988" y="1"/>
                  </a:lnTo>
                  <a:lnTo>
                    <a:pt x="2688" y="21"/>
                  </a:lnTo>
                  <a:lnTo>
                    <a:pt x="2387" y="81"/>
                  </a:lnTo>
                  <a:lnTo>
                    <a:pt x="2086" y="161"/>
                  </a:lnTo>
                  <a:lnTo>
                    <a:pt x="1825" y="262"/>
                  </a:lnTo>
                  <a:lnTo>
                    <a:pt x="1565" y="402"/>
                  </a:lnTo>
                  <a:lnTo>
                    <a:pt x="1304" y="562"/>
                  </a:lnTo>
                  <a:lnTo>
                    <a:pt x="1083" y="763"/>
                  </a:lnTo>
                  <a:lnTo>
                    <a:pt x="863" y="964"/>
                  </a:lnTo>
                  <a:lnTo>
                    <a:pt x="682" y="1184"/>
                  </a:lnTo>
                  <a:lnTo>
                    <a:pt x="502" y="1425"/>
                  </a:lnTo>
                  <a:lnTo>
                    <a:pt x="361" y="1686"/>
                  </a:lnTo>
                  <a:lnTo>
                    <a:pt x="241" y="1946"/>
                  </a:lnTo>
                  <a:lnTo>
                    <a:pt x="141" y="2247"/>
                  </a:lnTo>
                  <a:lnTo>
                    <a:pt x="60" y="2528"/>
                  </a:lnTo>
                  <a:lnTo>
                    <a:pt x="20" y="2829"/>
                  </a:lnTo>
                  <a:lnTo>
                    <a:pt x="0" y="3150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21" y="3972"/>
                  </a:lnTo>
                  <a:lnTo>
                    <a:pt x="221" y="4212"/>
                  </a:lnTo>
                  <a:lnTo>
                    <a:pt x="321" y="4453"/>
                  </a:lnTo>
                  <a:lnTo>
                    <a:pt x="462" y="4674"/>
                  </a:lnTo>
                  <a:lnTo>
                    <a:pt x="602" y="4894"/>
                  </a:lnTo>
                  <a:lnTo>
                    <a:pt x="782" y="5095"/>
                  </a:lnTo>
                  <a:lnTo>
                    <a:pt x="963" y="5295"/>
                  </a:lnTo>
                  <a:lnTo>
                    <a:pt x="1183" y="5476"/>
                  </a:lnTo>
                  <a:lnTo>
                    <a:pt x="1404" y="5636"/>
                  </a:lnTo>
                  <a:lnTo>
                    <a:pt x="1665" y="5777"/>
                  </a:lnTo>
                  <a:lnTo>
                    <a:pt x="1925" y="5897"/>
                  </a:lnTo>
                  <a:lnTo>
                    <a:pt x="2186" y="5997"/>
                  </a:lnTo>
                  <a:lnTo>
                    <a:pt x="2487" y="6057"/>
                  </a:lnTo>
                  <a:lnTo>
                    <a:pt x="2788" y="6118"/>
                  </a:lnTo>
                  <a:lnTo>
                    <a:pt x="3109" y="611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5936" y="4092"/>
                  </a:lnTo>
                  <a:lnTo>
                    <a:pt x="6017" y="3831"/>
                  </a:lnTo>
                  <a:lnTo>
                    <a:pt x="6077" y="3571"/>
                  </a:lnTo>
                  <a:lnTo>
                    <a:pt x="6097" y="3310"/>
                  </a:lnTo>
                  <a:lnTo>
                    <a:pt x="6117" y="3049"/>
                  </a:lnTo>
                  <a:lnTo>
                    <a:pt x="6117" y="3049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017" y="2949"/>
                  </a:lnTo>
                  <a:lnTo>
                    <a:pt x="5936" y="3150"/>
                  </a:lnTo>
                  <a:lnTo>
                    <a:pt x="5836" y="3330"/>
                  </a:lnTo>
                  <a:lnTo>
                    <a:pt x="5716" y="3510"/>
                  </a:lnTo>
                  <a:lnTo>
                    <a:pt x="5595" y="3671"/>
                  </a:lnTo>
                  <a:lnTo>
                    <a:pt x="5455" y="3831"/>
                  </a:lnTo>
                  <a:lnTo>
                    <a:pt x="5315" y="3992"/>
                  </a:lnTo>
                  <a:lnTo>
                    <a:pt x="5154" y="4112"/>
                  </a:lnTo>
                  <a:lnTo>
                    <a:pt x="4994" y="4232"/>
                  </a:lnTo>
                  <a:lnTo>
                    <a:pt x="4833" y="4353"/>
                  </a:lnTo>
                  <a:lnTo>
                    <a:pt x="4653" y="4453"/>
                  </a:lnTo>
                  <a:lnTo>
                    <a:pt x="4452" y="4533"/>
                  </a:lnTo>
                  <a:lnTo>
                    <a:pt x="4272" y="4593"/>
                  </a:lnTo>
                  <a:lnTo>
                    <a:pt x="4071" y="4634"/>
                  </a:lnTo>
                  <a:lnTo>
                    <a:pt x="3871" y="4654"/>
                  </a:lnTo>
                  <a:lnTo>
                    <a:pt x="3670" y="4674"/>
                  </a:lnTo>
                  <a:lnTo>
                    <a:pt x="3670" y="4674"/>
                  </a:lnTo>
                  <a:lnTo>
                    <a:pt x="3510" y="4674"/>
                  </a:lnTo>
                  <a:lnTo>
                    <a:pt x="3349" y="4654"/>
                  </a:lnTo>
                  <a:lnTo>
                    <a:pt x="3189" y="4613"/>
                  </a:lnTo>
                  <a:lnTo>
                    <a:pt x="3028" y="4573"/>
                  </a:lnTo>
                  <a:lnTo>
                    <a:pt x="2868" y="4513"/>
                  </a:lnTo>
                  <a:lnTo>
                    <a:pt x="2708" y="4453"/>
                  </a:lnTo>
                  <a:lnTo>
                    <a:pt x="2527" y="4353"/>
                  </a:lnTo>
                  <a:lnTo>
                    <a:pt x="2367" y="4253"/>
                  </a:lnTo>
                  <a:lnTo>
                    <a:pt x="2367" y="4253"/>
                  </a:lnTo>
                  <a:lnTo>
                    <a:pt x="2226" y="4152"/>
                  </a:lnTo>
                  <a:lnTo>
                    <a:pt x="2086" y="4032"/>
                  </a:lnTo>
                  <a:lnTo>
                    <a:pt x="1946" y="3892"/>
                  </a:lnTo>
                  <a:lnTo>
                    <a:pt x="1825" y="3751"/>
                  </a:lnTo>
                  <a:lnTo>
                    <a:pt x="1725" y="3611"/>
                  </a:lnTo>
                  <a:lnTo>
                    <a:pt x="1625" y="3450"/>
                  </a:lnTo>
                  <a:lnTo>
                    <a:pt x="1524" y="3270"/>
                  </a:lnTo>
                  <a:lnTo>
                    <a:pt x="1464" y="3109"/>
                  </a:lnTo>
                  <a:lnTo>
                    <a:pt x="1404" y="2929"/>
                  </a:lnTo>
                  <a:lnTo>
                    <a:pt x="1344" y="2748"/>
                  </a:lnTo>
                  <a:lnTo>
                    <a:pt x="1324" y="2568"/>
                  </a:lnTo>
                  <a:lnTo>
                    <a:pt x="1304" y="2387"/>
                  </a:lnTo>
                  <a:lnTo>
                    <a:pt x="1304" y="2187"/>
                  </a:lnTo>
                  <a:lnTo>
                    <a:pt x="1304" y="2006"/>
                  </a:lnTo>
                  <a:lnTo>
                    <a:pt x="1344" y="1826"/>
                  </a:lnTo>
                  <a:lnTo>
                    <a:pt x="1384" y="1645"/>
                  </a:lnTo>
                  <a:lnTo>
                    <a:pt x="1384" y="1645"/>
                  </a:lnTo>
                  <a:lnTo>
                    <a:pt x="1484" y="1345"/>
                  </a:lnTo>
                  <a:lnTo>
                    <a:pt x="1625" y="1084"/>
                  </a:lnTo>
                  <a:lnTo>
                    <a:pt x="1805" y="843"/>
                  </a:lnTo>
                  <a:lnTo>
                    <a:pt x="1986" y="643"/>
                  </a:lnTo>
                  <a:lnTo>
                    <a:pt x="2226" y="442"/>
                  </a:lnTo>
                  <a:lnTo>
                    <a:pt x="2467" y="282"/>
                  </a:lnTo>
                  <a:lnTo>
                    <a:pt x="2708" y="141"/>
                  </a:lnTo>
                  <a:lnTo>
                    <a:pt x="298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21"/>
            <p:cNvSpPr/>
            <p:nvPr/>
          </p:nvSpPr>
          <p:spPr>
            <a:xfrm>
              <a:off x="10460000" y="3355563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82" y="1"/>
                  </a:moveTo>
                  <a:lnTo>
                    <a:pt x="281" y="21"/>
                  </a:lnTo>
                  <a:lnTo>
                    <a:pt x="221" y="41"/>
                  </a:lnTo>
                  <a:lnTo>
                    <a:pt x="161" y="81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2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3"/>
                  </a:lnTo>
                  <a:lnTo>
                    <a:pt x="161" y="703"/>
                  </a:lnTo>
                  <a:lnTo>
                    <a:pt x="221" y="743"/>
                  </a:lnTo>
                  <a:lnTo>
                    <a:pt x="281" y="763"/>
                  </a:lnTo>
                  <a:lnTo>
                    <a:pt x="462" y="763"/>
                  </a:lnTo>
                  <a:lnTo>
                    <a:pt x="542" y="743"/>
                  </a:lnTo>
                  <a:lnTo>
                    <a:pt x="602" y="703"/>
                  </a:lnTo>
                  <a:lnTo>
                    <a:pt x="662" y="643"/>
                  </a:lnTo>
                  <a:lnTo>
                    <a:pt x="702" y="582"/>
                  </a:lnTo>
                  <a:lnTo>
                    <a:pt x="723" y="522"/>
                  </a:lnTo>
                  <a:lnTo>
                    <a:pt x="743" y="382"/>
                  </a:lnTo>
                  <a:lnTo>
                    <a:pt x="723" y="241"/>
                  </a:lnTo>
                  <a:lnTo>
                    <a:pt x="702" y="181"/>
                  </a:lnTo>
                  <a:lnTo>
                    <a:pt x="662" y="121"/>
                  </a:lnTo>
                  <a:lnTo>
                    <a:pt x="602" y="81"/>
                  </a:lnTo>
                  <a:lnTo>
                    <a:pt x="542" y="41"/>
                  </a:lnTo>
                  <a:lnTo>
                    <a:pt x="462" y="21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21"/>
            <p:cNvSpPr/>
            <p:nvPr/>
          </p:nvSpPr>
          <p:spPr>
            <a:xfrm>
              <a:off x="106144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extrusionOk="0">
                  <a:moveTo>
                    <a:pt x="1083" y="0"/>
                  </a:move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215" y="1304"/>
                  </a:lnTo>
                  <a:lnTo>
                    <a:pt x="5215" y="1183"/>
                  </a:lnTo>
                  <a:lnTo>
                    <a:pt x="5215" y="1063"/>
                  </a:lnTo>
                  <a:lnTo>
                    <a:pt x="5194" y="943"/>
                  </a:lnTo>
                  <a:lnTo>
                    <a:pt x="5114" y="722"/>
                  </a:lnTo>
                  <a:lnTo>
                    <a:pt x="5014" y="521"/>
                  </a:lnTo>
                  <a:lnTo>
                    <a:pt x="4874" y="341"/>
                  </a:lnTo>
                  <a:lnTo>
                    <a:pt x="4693" y="201"/>
                  </a:lnTo>
                  <a:lnTo>
                    <a:pt x="4493" y="80"/>
                  </a:lnTo>
                  <a:lnTo>
                    <a:pt x="4272" y="20"/>
                  </a:lnTo>
                  <a:lnTo>
                    <a:pt x="41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21"/>
            <p:cNvSpPr/>
            <p:nvPr/>
          </p:nvSpPr>
          <p:spPr>
            <a:xfrm>
              <a:off x="106144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fill="none" extrusionOk="0">
                  <a:moveTo>
                    <a:pt x="5215" y="1183"/>
                  </a:moveTo>
                  <a:lnTo>
                    <a:pt x="5215" y="1183"/>
                  </a:lnTo>
                  <a:lnTo>
                    <a:pt x="5215" y="130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5134" y="1584"/>
                  </a:lnTo>
                  <a:lnTo>
                    <a:pt x="5074" y="1745"/>
                  </a:lnTo>
                  <a:lnTo>
                    <a:pt x="4974" y="1885"/>
                  </a:lnTo>
                  <a:lnTo>
                    <a:pt x="4874" y="2026"/>
                  </a:lnTo>
                  <a:lnTo>
                    <a:pt x="4874" y="2026"/>
                  </a:lnTo>
                  <a:lnTo>
                    <a:pt x="4693" y="2166"/>
                  </a:lnTo>
                  <a:lnTo>
                    <a:pt x="4493" y="2286"/>
                  </a:lnTo>
                  <a:lnTo>
                    <a:pt x="4272" y="2346"/>
                  </a:lnTo>
                  <a:lnTo>
                    <a:pt x="4152" y="2367"/>
                  </a:lnTo>
                  <a:lnTo>
                    <a:pt x="4031" y="2367"/>
                  </a:lnTo>
                  <a:lnTo>
                    <a:pt x="1204" y="2367"/>
                  </a:lnTo>
                  <a:lnTo>
                    <a:pt x="1204" y="2367"/>
                  </a:lnTo>
                  <a:lnTo>
                    <a:pt x="1083" y="2367"/>
                  </a:lnTo>
                  <a:lnTo>
                    <a:pt x="963" y="2346"/>
                  </a:lnTo>
                  <a:lnTo>
                    <a:pt x="742" y="2286"/>
                  </a:lnTo>
                  <a:lnTo>
                    <a:pt x="522" y="2166"/>
                  </a:lnTo>
                  <a:lnTo>
                    <a:pt x="361" y="2026"/>
                  </a:lnTo>
                  <a:lnTo>
                    <a:pt x="201" y="1845"/>
                  </a:lnTo>
                  <a:lnTo>
                    <a:pt x="101" y="1645"/>
                  </a:lnTo>
                  <a:lnTo>
                    <a:pt x="40" y="1424"/>
                  </a:lnTo>
                  <a:lnTo>
                    <a:pt x="20" y="1304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20" y="1063"/>
                  </a:lnTo>
                  <a:lnTo>
                    <a:pt x="40" y="943"/>
                  </a:lnTo>
                  <a:lnTo>
                    <a:pt x="101" y="722"/>
                  </a:lnTo>
                  <a:lnTo>
                    <a:pt x="221" y="52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542" y="201"/>
                  </a:lnTo>
                  <a:lnTo>
                    <a:pt x="742" y="80"/>
                  </a:lnTo>
                  <a:lnTo>
                    <a:pt x="963" y="20"/>
                  </a:lnTo>
                  <a:lnTo>
                    <a:pt x="1083" y="0"/>
                  </a:lnTo>
                  <a:lnTo>
                    <a:pt x="1204" y="0"/>
                  </a:lnTo>
                  <a:lnTo>
                    <a:pt x="4031" y="0"/>
                  </a:lnTo>
                  <a:lnTo>
                    <a:pt x="4031" y="0"/>
                  </a:lnTo>
                  <a:lnTo>
                    <a:pt x="4152" y="0"/>
                  </a:lnTo>
                  <a:lnTo>
                    <a:pt x="4272" y="20"/>
                  </a:lnTo>
                  <a:lnTo>
                    <a:pt x="4493" y="80"/>
                  </a:lnTo>
                  <a:lnTo>
                    <a:pt x="4693" y="201"/>
                  </a:lnTo>
                  <a:lnTo>
                    <a:pt x="4874" y="341"/>
                  </a:lnTo>
                  <a:lnTo>
                    <a:pt x="5014" y="521"/>
                  </a:lnTo>
                  <a:lnTo>
                    <a:pt x="5114" y="722"/>
                  </a:lnTo>
                  <a:lnTo>
                    <a:pt x="5194" y="943"/>
                  </a:lnTo>
                  <a:lnTo>
                    <a:pt x="5215" y="1063"/>
                  </a:lnTo>
                  <a:lnTo>
                    <a:pt x="5215" y="11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21"/>
            <p:cNvSpPr/>
            <p:nvPr/>
          </p:nvSpPr>
          <p:spPr>
            <a:xfrm>
              <a:off x="106144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extrusionOk="0">
                  <a:moveTo>
                    <a:pt x="1083" y="0"/>
                  </a:move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72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8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4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21"/>
            <p:cNvSpPr/>
            <p:nvPr/>
          </p:nvSpPr>
          <p:spPr>
            <a:xfrm>
              <a:off x="106144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fill="none" extrusionOk="0">
                  <a:moveTo>
                    <a:pt x="1525" y="0"/>
                  </a:moveTo>
                  <a:lnTo>
                    <a:pt x="1204" y="0"/>
                  </a:lnTo>
                  <a:lnTo>
                    <a:pt x="1204" y="0"/>
                  </a:lnTo>
                  <a:lnTo>
                    <a:pt x="1083" y="0"/>
                  </a:ln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1204" y="2367"/>
                  </a:lnTo>
                  <a:lnTo>
                    <a:pt x="4031" y="2367"/>
                  </a:lnTo>
                  <a:lnTo>
                    <a:pt x="4031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865" y="1424"/>
                  </a:lnTo>
                  <a:lnTo>
                    <a:pt x="172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8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4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21"/>
            <p:cNvSpPr/>
            <p:nvPr/>
          </p:nvSpPr>
          <p:spPr>
            <a:xfrm>
              <a:off x="10711675" y="3387163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62" y="0"/>
                  </a:moveTo>
                  <a:lnTo>
                    <a:pt x="282" y="20"/>
                  </a:lnTo>
                  <a:lnTo>
                    <a:pt x="222" y="40"/>
                  </a:lnTo>
                  <a:lnTo>
                    <a:pt x="141" y="80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1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2"/>
                  </a:lnTo>
                  <a:lnTo>
                    <a:pt x="141" y="682"/>
                  </a:lnTo>
                  <a:lnTo>
                    <a:pt x="222" y="722"/>
                  </a:lnTo>
                  <a:lnTo>
                    <a:pt x="282" y="742"/>
                  </a:lnTo>
                  <a:lnTo>
                    <a:pt x="362" y="762"/>
                  </a:lnTo>
                  <a:lnTo>
                    <a:pt x="462" y="742"/>
                  </a:lnTo>
                  <a:lnTo>
                    <a:pt x="522" y="722"/>
                  </a:lnTo>
                  <a:lnTo>
                    <a:pt x="583" y="682"/>
                  </a:lnTo>
                  <a:lnTo>
                    <a:pt x="643" y="642"/>
                  </a:lnTo>
                  <a:lnTo>
                    <a:pt x="683" y="582"/>
                  </a:lnTo>
                  <a:lnTo>
                    <a:pt x="703" y="522"/>
                  </a:lnTo>
                  <a:lnTo>
                    <a:pt x="743" y="381"/>
                  </a:lnTo>
                  <a:lnTo>
                    <a:pt x="703" y="241"/>
                  </a:lnTo>
                  <a:lnTo>
                    <a:pt x="683" y="181"/>
                  </a:lnTo>
                  <a:lnTo>
                    <a:pt x="643" y="121"/>
                  </a:lnTo>
                  <a:lnTo>
                    <a:pt x="583" y="80"/>
                  </a:lnTo>
                  <a:lnTo>
                    <a:pt x="522" y="40"/>
                  </a:lnTo>
                  <a:lnTo>
                    <a:pt x="462" y="2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21"/>
            <p:cNvSpPr/>
            <p:nvPr/>
          </p:nvSpPr>
          <p:spPr>
            <a:xfrm>
              <a:off x="107969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extrusionOk="0">
                  <a:moveTo>
                    <a:pt x="1063" y="0"/>
                  </a:move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214" y="1304"/>
                  </a:lnTo>
                  <a:lnTo>
                    <a:pt x="5214" y="1183"/>
                  </a:lnTo>
                  <a:lnTo>
                    <a:pt x="5214" y="1063"/>
                  </a:lnTo>
                  <a:lnTo>
                    <a:pt x="5194" y="943"/>
                  </a:lnTo>
                  <a:lnTo>
                    <a:pt x="5114" y="722"/>
                  </a:lnTo>
                  <a:lnTo>
                    <a:pt x="5014" y="521"/>
                  </a:lnTo>
                  <a:lnTo>
                    <a:pt x="4873" y="341"/>
                  </a:lnTo>
                  <a:lnTo>
                    <a:pt x="4693" y="201"/>
                  </a:lnTo>
                  <a:lnTo>
                    <a:pt x="4492" y="80"/>
                  </a:lnTo>
                  <a:lnTo>
                    <a:pt x="4272" y="20"/>
                  </a:lnTo>
                  <a:lnTo>
                    <a:pt x="41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21"/>
            <p:cNvSpPr/>
            <p:nvPr/>
          </p:nvSpPr>
          <p:spPr>
            <a:xfrm>
              <a:off x="107969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fill="none" extrusionOk="0">
                  <a:moveTo>
                    <a:pt x="5214" y="1183"/>
                  </a:moveTo>
                  <a:lnTo>
                    <a:pt x="5214" y="1183"/>
                  </a:lnTo>
                  <a:lnTo>
                    <a:pt x="5214" y="130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5134" y="1584"/>
                  </a:lnTo>
                  <a:lnTo>
                    <a:pt x="5074" y="1745"/>
                  </a:lnTo>
                  <a:lnTo>
                    <a:pt x="4974" y="1885"/>
                  </a:lnTo>
                  <a:lnTo>
                    <a:pt x="4853" y="2026"/>
                  </a:lnTo>
                  <a:lnTo>
                    <a:pt x="4853" y="2026"/>
                  </a:lnTo>
                  <a:lnTo>
                    <a:pt x="4693" y="2166"/>
                  </a:lnTo>
                  <a:lnTo>
                    <a:pt x="4492" y="2286"/>
                  </a:lnTo>
                  <a:lnTo>
                    <a:pt x="4272" y="2346"/>
                  </a:lnTo>
                  <a:lnTo>
                    <a:pt x="4151" y="2367"/>
                  </a:lnTo>
                  <a:lnTo>
                    <a:pt x="4031" y="2367"/>
                  </a:lnTo>
                  <a:lnTo>
                    <a:pt x="1203" y="2367"/>
                  </a:lnTo>
                  <a:lnTo>
                    <a:pt x="1203" y="2367"/>
                  </a:lnTo>
                  <a:lnTo>
                    <a:pt x="1063" y="2367"/>
                  </a:lnTo>
                  <a:lnTo>
                    <a:pt x="963" y="2346"/>
                  </a:lnTo>
                  <a:lnTo>
                    <a:pt x="722" y="2286"/>
                  </a:lnTo>
                  <a:lnTo>
                    <a:pt x="522" y="2166"/>
                  </a:lnTo>
                  <a:lnTo>
                    <a:pt x="361" y="2026"/>
                  </a:lnTo>
                  <a:lnTo>
                    <a:pt x="201" y="1845"/>
                  </a:lnTo>
                  <a:lnTo>
                    <a:pt x="100" y="1645"/>
                  </a:lnTo>
                  <a:lnTo>
                    <a:pt x="20" y="1424"/>
                  </a:lnTo>
                  <a:lnTo>
                    <a:pt x="0" y="1304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0" y="1063"/>
                  </a:lnTo>
                  <a:lnTo>
                    <a:pt x="20" y="943"/>
                  </a:lnTo>
                  <a:lnTo>
                    <a:pt x="100" y="722"/>
                  </a:lnTo>
                  <a:lnTo>
                    <a:pt x="201" y="52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522" y="201"/>
                  </a:lnTo>
                  <a:lnTo>
                    <a:pt x="722" y="80"/>
                  </a:lnTo>
                  <a:lnTo>
                    <a:pt x="963" y="20"/>
                  </a:lnTo>
                  <a:lnTo>
                    <a:pt x="1063" y="0"/>
                  </a:lnTo>
                  <a:lnTo>
                    <a:pt x="1203" y="0"/>
                  </a:lnTo>
                  <a:lnTo>
                    <a:pt x="4031" y="0"/>
                  </a:lnTo>
                  <a:lnTo>
                    <a:pt x="4031" y="0"/>
                  </a:lnTo>
                  <a:lnTo>
                    <a:pt x="4151" y="0"/>
                  </a:lnTo>
                  <a:lnTo>
                    <a:pt x="4272" y="20"/>
                  </a:lnTo>
                  <a:lnTo>
                    <a:pt x="4492" y="80"/>
                  </a:lnTo>
                  <a:lnTo>
                    <a:pt x="4693" y="201"/>
                  </a:lnTo>
                  <a:lnTo>
                    <a:pt x="4873" y="341"/>
                  </a:lnTo>
                  <a:lnTo>
                    <a:pt x="5014" y="521"/>
                  </a:lnTo>
                  <a:lnTo>
                    <a:pt x="5114" y="722"/>
                  </a:lnTo>
                  <a:lnTo>
                    <a:pt x="5194" y="943"/>
                  </a:lnTo>
                  <a:lnTo>
                    <a:pt x="5214" y="1063"/>
                  </a:lnTo>
                  <a:lnTo>
                    <a:pt x="5214" y="11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21"/>
            <p:cNvSpPr/>
            <p:nvPr/>
          </p:nvSpPr>
          <p:spPr>
            <a:xfrm>
              <a:off x="107969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extrusionOk="0">
                  <a:moveTo>
                    <a:pt x="1063" y="0"/>
                  </a:move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70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6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2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4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21"/>
            <p:cNvSpPr/>
            <p:nvPr/>
          </p:nvSpPr>
          <p:spPr>
            <a:xfrm>
              <a:off x="107969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fill="none" extrusionOk="0">
                  <a:moveTo>
                    <a:pt x="1524" y="0"/>
                  </a:moveTo>
                  <a:lnTo>
                    <a:pt x="1203" y="0"/>
                  </a:lnTo>
                  <a:lnTo>
                    <a:pt x="1203" y="0"/>
                  </a:lnTo>
                  <a:lnTo>
                    <a:pt x="1063" y="0"/>
                  </a:ln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1203" y="2367"/>
                  </a:lnTo>
                  <a:lnTo>
                    <a:pt x="4031" y="2367"/>
                  </a:lnTo>
                  <a:lnTo>
                    <a:pt x="4031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865" y="1424"/>
                  </a:lnTo>
                  <a:lnTo>
                    <a:pt x="170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6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2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21"/>
            <p:cNvSpPr/>
            <p:nvPr/>
          </p:nvSpPr>
          <p:spPr>
            <a:xfrm>
              <a:off x="10894175" y="3387163"/>
              <a:ext cx="18075" cy="19075"/>
            </a:xfrm>
            <a:custGeom>
              <a:avLst/>
              <a:gdLst/>
              <a:ahLst/>
              <a:cxnLst/>
              <a:rect l="l" t="t" r="r" b="b"/>
              <a:pathLst>
                <a:path w="723" h="763" extrusionOk="0">
                  <a:moveTo>
                    <a:pt x="362" y="0"/>
                  </a:moveTo>
                  <a:lnTo>
                    <a:pt x="282" y="20"/>
                  </a:lnTo>
                  <a:lnTo>
                    <a:pt x="201" y="40"/>
                  </a:lnTo>
                  <a:lnTo>
                    <a:pt x="141" y="80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1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2"/>
                  </a:lnTo>
                  <a:lnTo>
                    <a:pt x="141" y="682"/>
                  </a:lnTo>
                  <a:lnTo>
                    <a:pt x="201" y="722"/>
                  </a:lnTo>
                  <a:lnTo>
                    <a:pt x="282" y="742"/>
                  </a:lnTo>
                  <a:lnTo>
                    <a:pt x="362" y="762"/>
                  </a:lnTo>
                  <a:lnTo>
                    <a:pt x="442" y="742"/>
                  </a:lnTo>
                  <a:lnTo>
                    <a:pt x="522" y="722"/>
                  </a:lnTo>
                  <a:lnTo>
                    <a:pt x="582" y="682"/>
                  </a:lnTo>
                  <a:lnTo>
                    <a:pt x="643" y="642"/>
                  </a:lnTo>
                  <a:lnTo>
                    <a:pt x="683" y="582"/>
                  </a:lnTo>
                  <a:lnTo>
                    <a:pt x="703" y="522"/>
                  </a:lnTo>
                  <a:lnTo>
                    <a:pt x="723" y="381"/>
                  </a:lnTo>
                  <a:lnTo>
                    <a:pt x="703" y="241"/>
                  </a:lnTo>
                  <a:lnTo>
                    <a:pt x="683" y="181"/>
                  </a:lnTo>
                  <a:lnTo>
                    <a:pt x="643" y="121"/>
                  </a:lnTo>
                  <a:lnTo>
                    <a:pt x="582" y="80"/>
                  </a:lnTo>
                  <a:lnTo>
                    <a:pt x="522" y="40"/>
                  </a:lnTo>
                  <a:lnTo>
                    <a:pt x="442" y="2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21"/>
            <p:cNvSpPr/>
            <p:nvPr/>
          </p:nvSpPr>
          <p:spPr>
            <a:xfrm>
              <a:off x="10137625" y="3130463"/>
              <a:ext cx="985200" cy="699925"/>
            </a:xfrm>
            <a:custGeom>
              <a:avLst/>
              <a:gdLst/>
              <a:ahLst/>
              <a:cxnLst/>
              <a:rect l="l" t="t" r="r" b="b"/>
              <a:pathLst>
                <a:path w="39408" h="27997" extrusionOk="0">
                  <a:moveTo>
                    <a:pt x="7681" y="0"/>
                  </a:moveTo>
                  <a:lnTo>
                    <a:pt x="7341" y="20"/>
                  </a:lnTo>
                  <a:lnTo>
                    <a:pt x="7000" y="81"/>
                  </a:lnTo>
                  <a:lnTo>
                    <a:pt x="6659" y="121"/>
                  </a:lnTo>
                  <a:lnTo>
                    <a:pt x="6338" y="201"/>
                  </a:lnTo>
                  <a:lnTo>
                    <a:pt x="6017" y="281"/>
                  </a:lnTo>
                  <a:lnTo>
                    <a:pt x="5696" y="381"/>
                  </a:lnTo>
                  <a:lnTo>
                    <a:pt x="5395" y="482"/>
                  </a:lnTo>
                  <a:lnTo>
                    <a:pt x="5094" y="602"/>
                  </a:lnTo>
                  <a:lnTo>
                    <a:pt x="4794" y="742"/>
                  </a:lnTo>
                  <a:lnTo>
                    <a:pt x="4493" y="883"/>
                  </a:lnTo>
                  <a:lnTo>
                    <a:pt x="4212" y="1043"/>
                  </a:lnTo>
                  <a:lnTo>
                    <a:pt x="3931" y="1204"/>
                  </a:lnTo>
                  <a:lnTo>
                    <a:pt x="3650" y="1364"/>
                  </a:lnTo>
                  <a:lnTo>
                    <a:pt x="3390" y="1565"/>
                  </a:lnTo>
                  <a:lnTo>
                    <a:pt x="3129" y="1745"/>
                  </a:lnTo>
                  <a:lnTo>
                    <a:pt x="2888" y="1966"/>
                  </a:lnTo>
                  <a:lnTo>
                    <a:pt x="2648" y="2166"/>
                  </a:lnTo>
                  <a:lnTo>
                    <a:pt x="2407" y="2407"/>
                  </a:lnTo>
                  <a:lnTo>
                    <a:pt x="2186" y="2627"/>
                  </a:lnTo>
                  <a:lnTo>
                    <a:pt x="1986" y="2868"/>
                  </a:lnTo>
                  <a:lnTo>
                    <a:pt x="1765" y="3129"/>
                  </a:lnTo>
                  <a:lnTo>
                    <a:pt x="1585" y="3369"/>
                  </a:lnTo>
                  <a:lnTo>
                    <a:pt x="1384" y="3650"/>
                  </a:lnTo>
                  <a:lnTo>
                    <a:pt x="1224" y="3911"/>
                  </a:lnTo>
                  <a:lnTo>
                    <a:pt x="1063" y="4192"/>
                  </a:lnTo>
                  <a:lnTo>
                    <a:pt x="903" y="4493"/>
                  </a:lnTo>
                  <a:lnTo>
                    <a:pt x="763" y="4773"/>
                  </a:lnTo>
                  <a:lnTo>
                    <a:pt x="622" y="5074"/>
                  </a:lnTo>
                  <a:lnTo>
                    <a:pt x="502" y="5375"/>
                  </a:lnTo>
                  <a:lnTo>
                    <a:pt x="402" y="5696"/>
                  </a:lnTo>
                  <a:lnTo>
                    <a:pt x="301" y="6017"/>
                  </a:lnTo>
                  <a:lnTo>
                    <a:pt x="221" y="6338"/>
                  </a:lnTo>
                  <a:lnTo>
                    <a:pt x="121" y="6799"/>
                  </a:lnTo>
                  <a:lnTo>
                    <a:pt x="61" y="7260"/>
                  </a:lnTo>
                  <a:lnTo>
                    <a:pt x="21" y="7741"/>
                  </a:lnTo>
                  <a:lnTo>
                    <a:pt x="1" y="8223"/>
                  </a:lnTo>
                  <a:lnTo>
                    <a:pt x="1" y="19754"/>
                  </a:lnTo>
                  <a:lnTo>
                    <a:pt x="21" y="20175"/>
                  </a:lnTo>
                  <a:lnTo>
                    <a:pt x="41" y="20596"/>
                  </a:lnTo>
                  <a:lnTo>
                    <a:pt x="101" y="21017"/>
                  </a:lnTo>
                  <a:lnTo>
                    <a:pt x="181" y="21419"/>
                  </a:lnTo>
                  <a:lnTo>
                    <a:pt x="261" y="21820"/>
                  </a:lnTo>
                  <a:lnTo>
                    <a:pt x="382" y="22221"/>
                  </a:lnTo>
                  <a:lnTo>
                    <a:pt x="502" y="22602"/>
                  </a:lnTo>
                  <a:lnTo>
                    <a:pt x="662" y="22963"/>
                  </a:lnTo>
                  <a:lnTo>
                    <a:pt x="823" y="23344"/>
                  </a:lnTo>
                  <a:lnTo>
                    <a:pt x="1003" y="23685"/>
                  </a:lnTo>
                  <a:lnTo>
                    <a:pt x="1204" y="24026"/>
                  </a:lnTo>
                  <a:lnTo>
                    <a:pt x="1424" y="24367"/>
                  </a:lnTo>
                  <a:lnTo>
                    <a:pt x="1645" y="24687"/>
                  </a:lnTo>
                  <a:lnTo>
                    <a:pt x="1886" y="25008"/>
                  </a:lnTo>
                  <a:lnTo>
                    <a:pt x="2146" y="25309"/>
                  </a:lnTo>
                  <a:lnTo>
                    <a:pt x="2427" y="25590"/>
                  </a:lnTo>
                  <a:lnTo>
                    <a:pt x="2708" y="25871"/>
                  </a:lnTo>
                  <a:lnTo>
                    <a:pt x="3009" y="26131"/>
                  </a:lnTo>
                  <a:lnTo>
                    <a:pt x="3330" y="26372"/>
                  </a:lnTo>
                  <a:lnTo>
                    <a:pt x="3650" y="26593"/>
                  </a:lnTo>
                  <a:lnTo>
                    <a:pt x="3971" y="26813"/>
                  </a:lnTo>
                  <a:lnTo>
                    <a:pt x="4332" y="27014"/>
                  </a:lnTo>
                  <a:lnTo>
                    <a:pt x="4673" y="27194"/>
                  </a:lnTo>
                  <a:lnTo>
                    <a:pt x="5034" y="27355"/>
                  </a:lnTo>
                  <a:lnTo>
                    <a:pt x="5415" y="27515"/>
                  </a:lnTo>
                  <a:lnTo>
                    <a:pt x="5796" y="27635"/>
                  </a:lnTo>
                  <a:lnTo>
                    <a:pt x="6197" y="27756"/>
                  </a:lnTo>
                  <a:lnTo>
                    <a:pt x="6598" y="27836"/>
                  </a:lnTo>
                  <a:lnTo>
                    <a:pt x="7000" y="27916"/>
                  </a:lnTo>
                  <a:lnTo>
                    <a:pt x="7401" y="27956"/>
                  </a:lnTo>
                  <a:lnTo>
                    <a:pt x="7822" y="27996"/>
                  </a:lnTo>
                  <a:lnTo>
                    <a:pt x="32068" y="27996"/>
                  </a:lnTo>
                  <a:lnTo>
                    <a:pt x="32649" y="27976"/>
                  </a:lnTo>
                  <a:lnTo>
                    <a:pt x="33251" y="27916"/>
                  </a:lnTo>
                  <a:lnTo>
                    <a:pt x="33812" y="27816"/>
                  </a:lnTo>
                  <a:lnTo>
                    <a:pt x="34374" y="27676"/>
                  </a:lnTo>
                  <a:lnTo>
                    <a:pt x="34915" y="27495"/>
                  </a:lnTo>
                  <a:lnTo>
                    <a:pt x="35437" y="27295"/>
                  </a:lnTo>
                  <a:lnTo>
                    <a:pt x="35938" y="27034"/>
                  </a:lnTo>
                  <a:lnTo>
                    <a:pt x="36420" y="26753"/>
                  </a:lnTo>
                  <a:lnTo>
                    <a:pt x="36901" y="26452"/>
                  </a:lnTo>
                  <a:lnTo>
                    <a:pt x="37322" y="26111"/>
                  </a:lnTo>
                  <a:lnTo>
                    <a:pt x="37743" y="25730"/>
                  </a:lnTo>
                  <a:lnTo>
                    <a:pt x="38144" y="25329"/>
                  </a:lnTo>
                  <a:lnTo>
                    <a:pt x="38505" y="24908"/>
                  </a:lnTo>
                  <a:lnTo>
                    <a:pt x="38826" y="24467"/>
                  </a:lnTo>
                  <a:lnTo>
                    <a:pt x="39147" y="23986"/>
                  </a:lnTo>
                  <a:lnTo>
                    <a:pt x="39408" y="23504"/>
                  </a:lnTo>
                  <a:lnTo>
                    <a:pt x="39408" y="23504"/>
                  </a:lnTo>
                  <a:lnTo>
                    <a:pt x="39007" y="23705"/>
                  </a:lnTo>
                  <a:lnTo>
                    <a:pt x="38605" y="23885"/>
                  </a:lnTo>
                  <a:lnTo>
                    <a:pt x="38204" y="24066"/>
                  </a:lnTo>
                  <a:lnTo>
                    <a:pt x="37803" y="24226"/>
                  </a:lnTo>
                  <a:lnTo>
                    <a:pt x="37382" y="24387"/>
                  </a:lnTo>
                  <a:lnTo>
                    <a:pt x="36961" y="24527"/>
                  </a:lnTo>
                  <a:lnTo>
                    <a:pt x="36099" y="24768"/>
                  </a:lnTo>
                  <a:lnTo>
                    <a:pt x="35216" y="24988"/>
                  </a:lnTo>
                  <a:lnTo>
                    <a:pt x="34334" y="25149"/>
                  </a:lnTo>
                  <a:lnTo>
                    <a:pt x="33451" y="25289"/>
                  </a:lnTo>
                  <a:lnTo>
                    <a:pt x="32569" y="25409"/>
                  </a:lnTo>
                  <a:lnTo>
                    <a:pt x="31085" y="25550"/>
                  </a:lnTo>
                  <a:lnTo>
                    <a:pt x="29581" y="25630"/>
                  </a:lnTo>
                  <a:lnTo>
                    <a:pt x="28077" y="25690"/>
                  </a:lnTo>
                  <a:lnTo>
                    <a:pt x="26573" y="25710"/>
                  </a:lnTo>
                  <a:lnTo>
                    <a:pt x="24788" y="25690"/>
                  </a:lnTo>
                  <a:lnTo>
                    <a:pt x="23003" y="25610"/>
                  </a:lnTo>
                  <a:lnTo>
                    <a:pt x="21218" y="25510"/>
                  </a:lnTo>
                  <a:lnTo>
                    <a:pt x="19433" y="25369"/>
                  </a:lnTo>
                  <a:lnTo>
                    <a:pt x="17709" y="25209"/>
                  </a:lnTo>
                  <a:lnTo>
                    <a:pt x="15984" y="25008"/>
                  </a:lnTo>
                  <a:lnTo>
                    <a:pt x="15122" y="24888"/>
                  </a:lnTo>
                  <a:lnTo>
                    <a:pt x="14259" y="24768"/>
                  </a:lnTo>
                  <a:lnTo>
                    <a:pt x="13397" y="24607"/>
                  </a:lnTo>
                  <a:lnTo>
                    <a:pt x="12555" y="24427"/>
                  </a:lnTo>
                  <a:lnTo>
                    <a:pt x="11813" y="24266"/>
                  </a:lnTo>
                  <a:lnTo>
                    <a:pt x="11071" y="24046"/>
                  </a:lnTo>
                  <a:lnTo>
                    <a:pt x="10329" y="23825"/>
                  </a:lnTo>
                  <a:lnTo>
                    <a:pt x="9948" y="23685"/>
                  </a:lnTo>
                  <a:lnTo>
                    <a:pt x="9587" y="23544"/>
                  </a:lnTo>
                  <a:lnTo>
                    <a:pt x="9246" y="23384"/>
                  </a:lnTo>
                  <a:lnTo>
                    <a:pt x="8885" y="23203"/>
                  </a:lnTo>
                  <a:lnTo>
                    <a:pt x="8564" y="23023"/>
                  </a:lnTo>
                  <a:lnTo>
                    <a:pt x="8223" y="22822"/>
                  </a:lnTo>
                  <a:lnTo>
                    <a:pt x="7902" y="22602"/>
                  </a:lnTo>
                  <a:lnTo>
                    <a:pt x="7601" y="22381"/>
                  </a:lnTo>
                  <a:lnTo>
                    <a:pt x="7300" y="22141"/>
                  </a:lnTo>
                  <a:lnTo>
                    <a:pt x="7020" y="21880"/>
                  </a:lnTo>
                  <a:lnTo>
                    <a:pt x="6759" y="21579"/>
                  </a:lnTo>
                  <a:lnTo>
                    <a:pt x="6518" y="21258"/>
                  </a:lnTo>
                  <a:lnTo>
                    <a:pt x="6298" y="20937"/>
                  </a:lnTo>
                  <a:lnTo>
                    <a:pt x="6097" y="20596"/>
                  </a:lnTo>
                  <a:lnTo>
                    <a:pt x="5917" y="20255"/>
                  </a:lnTo>
                  <a:lnTo>
                    <a:pt x="5756" y="19874"/>
                  </a:lnTo>
                  <a:lnTo>
                    <a:pt x="5616" y="19513"/>
                  </a:lnTo>
                  <a:lnTo>
                    <a:pt x="5495" y="19132"/>
                  </a:lnTo>
                  <a:lnTo>
                    <a:pt x="5375" y="18731"/>
                  </a:lnTo>
                  <a:lnTo>
                    <a:pt x="5275" y="18350"/>
                  </a:lnTo>
                  <a:lnTo>
                    <a:pt x="5094" y="17548"/>
                  </a:lnTo>
                  <a:lnTo>
                    <a:pt x="4954" y="16766"/>
                  </a:lnTo>
                  <a:lnTo>
                    <a:pt x="4834" y="16004"/>
                  </a:lnTo>
                  <a:lnTo>
                    <a:pt x="4713" y="15162"/>
                  </a:lnTo>
                  <a:lnTo>
                    <a:pt x="4633" y="14319"/>
                  </a:lnTo>
                  <a:lnTo>
                    <a:pt x="4553" y="13477"/>
                  </a:lnTo>
                  <a:lnTo>
                    <a:pt x="4513" y="12635"/>
                  </a:lnTo>
                  <a:lnTo>
                    <a:pt x="4513" y="11792"/>
                  </a:lnTo>
                  <a:lnTo>
                    <a:pt x="4513" y="10950"/>
                  </a:lnTo>
                  <a:lnTo>
                    <a:pt x="4533" y="10108"/>
                  </a:lnTo>
                  <a:lnTo>
                    <a:pt x="4593" y="9265"/>
                  </a:lnTo>
                  <a:lnTo>
                    <a:pt x="4633" y="8664"/>
                  </a:lnTo>
                  <a:lnTo>
                    <a:pt x="4693" y="8062"/>
                  </a:lnTo>
                  <a:lnTo>
                    <a:pt x="4774" y="7461"/>
                  </a:lnTo>
                  <a:lnTo>
                    <a:pt x="4874" y="6839"/>
                  </a:lnTo>
                  <a:lnTo>
                    <a:pt x="4974" y="6217"/>
                  </a:lnTo>
                  <a:lnTo>
                    <a:pt x="5094" y="5596"/>
                  </a:lnTo>
                  <a:lnTo>
                    <a:pt x="5255" y="4974"/>
                  </a:lnTo>
                  <a:lnTo>
                    <a:pt x="5415" y="4352"/>
                  </a:lnTo>
                  <a:lnTo>
                    <a:pt x="5616" y="3750"/>
                  </a:lnTo>
                  <a:lnTo>
                    <a:pt x="5816" y="3169"/>
                  </a:lnTo>
                  <a:lnTo>
                    <a:pt x="6057" y="2587"/>
                  </a:lnTo>
                  <a:lnTo>
                    <a:pt x="6318" y="2026"/>
                  </a:lnTo>
                  <a:lnTo>
                    <a:pt x="6619" y="1484"/>
                  </a:lnTo>
                  <a:lnTo>
                    <a:pt x="6939" y="963"/>
                  </a:lnTo>
                  <a:lnTo>
                    <a:pt x="7280" y="462"/>
                  </a:lnTo>
                  <a:lnTo>
                    <a:pt x="768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21"/>
            <p:cNvSpPr/>
            <p:nvPr/>
          </p:nvSpPr>
          <p:spPr>
            <a:xfrm>
              <a:off x="10137625" y="3130463"/>
              <a:ext cx="985200" cy="699925"/>
            </a:xfrm>
            <a:custGeom>
              <a:avLst/>
              <a:gdLst/>
              <a:ahLst/>
              <a:cxnLst/>
              <a:rect l="l" t="t" r="r" b="b"/>
              <a:pathLst>
                <a:path w="39408" h="27997" fill="none" extrusionOk="0">
                  <a:moveTo>
                    <a:pt x="7681" y="0"/>
                  </a:moveTo>
                  <a:lnTo>
                    <a:pt x="7681" y="0"/>
                  </a:lnTo>
                  <a:lnTo>
                    <a:pt x="7341" y="20"/>
                  </a:lnTo>
                  <a:lnTo>
                    <a:pt x="7000" y="81"/>
                  </a:lnTo>
                  <a:lnTo>
                    <a:pt x="6659" y="121"/>
                  </a:lnTo>
                  <a:lnTo>
                    <a:pt x="6338" y="201"/>
                  </a:lnTo>
                  <a:lnTo>
                    <a:pt x="6017" y="281"/>
                  </a:lnTo>
                  <a:lnTo>
                    <a:pt x="5696" y="381"/>
                  </a:lnTo>
                  <a:lnTo>
                    <a:pt x="5395" y="482"/>
                  </a:lnTo>
                  <a:lnTo>
                    <a:pt x="5094" y="602"/>
                  </a:lnTo>
                  <a:lnTo>
                    <a:pt x="4794" y="742"/>
                  </a:lnTo>
                  <a:lnTo>
                    <a:pt x="4493" y="883"/>
                  </a:lnTo>
                  <a:lnTo>
                    <a:pt x="4212" y="1043"/>
                  </a:lnTo>
                  <a:lnTo>
                    <a:pt x="3931" y="1204"/>
                  </a:lnTo>
                  <a:lnTo>
                    <a:pt x="3650" y="1364"/>
                  </a:lnTo>
                  <a:lnTo>
                    <a:pt x="3390" y="1565"/>
                  </a:lnTo>
                  <a:lnTo>
                    <a:pt x="3129" y="1745"/>
                  </a:lnTo>
                  <a:lnTo>
                    <a:pt x="2888" y="1966"/>
                  </a:lnTo>
                  <a:lnTo>
                    <a:pt x="2648" y="2166"/>
                  </a:lnTo>
                  <a:lnTo>
                    <a:pt x="2407" y="2407"/>
                  </a:lnTo>
                  <a:lnTo>
                    <a:pt x="2186" y="2627"/>
                  </a:lnTo>
                  <a:lnTo>
                    <a:pt x="1986" y="2868"/>
                  </a:lnTo>
                  <a:lnTo>
                    <a:pt x="1765" y="3129"/>
                  </a:lnTo>
                  <a:lnTo>
                    <a:pt x="1585" y="3369"/>
                  </a:lnTo>
                  <a:lnTo>
                    <a:pt x="1384" y="3650"/>
                  </a:lnTo>
                  <a:lnTo>
                    <a:pt x="1224" y="3911"/>
                  </a:lnTo>
                  <a:lnTo>
                    <a:pt x="1063" y="4192"/>
                  </a:lnTo>
                  <a:lnTo>
                    <a:pt x="903" y="4493"/>
                  </a:lnTo>
                  <a:lnTo>
                    <a:pt x="763" y="4773"/>
                  </a:lnTo>
                  <a:lnTo>
                    <a:pt x="622" y="5074"/>
                  </a:lnTo>
                  <a:lnTo>
                    <a:pt x="502" y="5375"/>
                  </a:lnTo>
                  <a:lnTo>
                    <a:pt x="402" y="5696"/>
                  </a:lnTo>
                  <a:lnTo>
                    <a:pt x="301" y="6017"/>
                  </a:lnTo>
                  <a:lnTo>
                    <a:pt x="221" y="6338"/>
                  </a:lnTo>
                  <a:lnTo>
                    <a:pt x="221" y="6338"/>
                  </a:lnTo>
                  <a:lnTo>
                    <a:pt x="121" y="6799"/>
                  </a:lnTo>
                  <a:lnTo>
                    <a:pt x="61" y="7260"/>
                  </a:lnTo>
                  <a:lnTo>
                    <a:pt x="21" y="7741"/>
                  </a:lnTo>
                  <a:lnTo>
                    <a:pt x="1" y="8223"/>
                  </a:lnTo>
                  <a:lnTo>
                    <a:pt x="1" y="19754"/>
                  </a:lnTo>
                  <a:lnTo>
                    <a:pt x="1" y="19754"/>
                  </a:lnTo>
                  <a:lnTo>
                    <a:pt x="21" y="20175"/>
                  </a:lnTo>
                  <a:lnTo>
                    <a:pt x="41" y="20596"/>
                  </a:lnTo>
                  <a:lnTo>
                    <a:pt x="101" y="21017"/>
                  </a:lnTo>
                  <a:lnTo>
                    <a:pt x="181" y="21419"/>
                  </a:lnTo>
                  <a:lnTo>
                    <a:pt x="261" y="21820"/>
                  </a:lnTo>
                  <a:lnTo>
                    <a:pt x="382" y="22221"/>
                  </a:lnTo>
                  <a:lnTo>
                    <a:pt x="502" y="22602"/>
                  </a:lnTo>
                  <a:lnTo>
                    <a:pt x="662" y="22963"/>
                  </a:lnTo>
                  <a:lnTo>
                    <a:pt x="823" y="23344"/>
                  </a:lnTo>
                  <a:lnTo>
                    <a:pt x="1003" y="23685"/>
                  </a:lnTo>
                  <a:lnTo>
                    <a:pt x="1204" y="24026"/>
                  </a:lnTo>
                  <a:lnTo>
                    <a:pt x="1424" y="24367"/>
                  </a:lnTo>
                  <a:lnTo>
                    <a:pt x="1645" y="24687"/>
                  </a:lnTo>
                  <a:lnTo>
                    <a:pt x="1886" y="25008"/>
                  </a:lnTo>
                  <a:lnTo>
                    <a:pt x="2146" y="25309"/>
                  </a:lnTo>
                  <a:lnTo>
                    <a:pt x="2427" y="25590"/>
                  </a:lnTo>
                  <a:lnTo>
                    <a:pt x="2708" y="25871"/>
                  </a:lnTo>
                  <a:lnTo>
                    <a:pt x="3009" y="26131"/>
                  </a:lnTo>
                  <a:lnTo>
                    <a:pt x="3330" y="26372"/>
                  </a:lnTo>
                  <a:lnTo>
                    <a:pt x="3650" y="26593"/>
                  </a:lnTo>
                  <a:lnTo>
                    <a:pt x="3971" y="26813"/>
                  </a:lnTo>
                  <a:lnTo>
                    <a:pt x="4332" y="27014"/>
                  </a:lnTo>
                  <a:lnTo>
                    <a:pt x="4673" y="27194"/>
                  </a:lnTo>
                  <a:lnTo>
                    <a:pt x="5034" y="27355"/>
                  </a:lnTo>
                  <a:lnTo>
                    <a:pt x="5415" y="27515"/>
                  </a:lnTo>
                  <a:lnTo>
                    <a:pt x="5796" y="27635"/>
                  </a:lnTo>
                  <a:lnTo>
                    <a:pt x="6197" y="27756"/>
                  </a:lnTo>
                  <a:lnTo>
                    <a:pt x="6598" y="27836"/>
                  </a:lnTo>
                  <a:lnTo>
                    <a:pt x="7000" y="27916"/>
                  </a:lnTo>
                  <a:lnTo>
                    <a:pt x="7401" y="27956"/>
                  </a:lnTo>
                  <a:lnTo>
                    <a:pt x="7822" y="27996"/>
                  </a:lnTo>
                  <a:lnTo>
                    <a:pt x="8263" y="27996"/>
                  </a:lnTo>
                  <a:lnTo>
                    <a:pt x="32068" y="27996"/>
                  </a:lnTo>
                  <a:lnTo>
                    <a:pt x="32068" y="27996"/>
                  </a:lnTo>
                  <a:lnTo>
                    <a:pt x="32649" y="27976"/>
                  </a:lnTo>
                  <a:lnTo>
                    <a:pt x="33251" y="27916"/>
                  </a:lnTo>
                  <a:lnTo>
                    <a:pt x="33812" y="27816"/>
                  </a:lnTo>
                  <a:lnTo>
                    <a:pt x="34374" y="27676"/>
                  </a:lnTo>
                  <a:lnTo>
                    <a:pt x="34915" y="27495"/>
                  </a:lnTo>
                  <a:lnTo>
                    <a:pt x="35437" y="27295"/>
                  </a:lnTo>
                  <a:lnTo>
                    <a:pt x="35938" y="27034"/>
                  </a:lnTo>
                  <a:lnTo>
                    <a:pt x="36420" y="26753"/>
                  </a:lnTo>
                  <a:lnTo>
                    <a:pt x="36901" y="26452"/>
                  </a:lnTo>
                  <a:lnTo>
                    <a:pt x="37322" y="26111"/>
                  </a:lnTo>
                  <a:lnTo>
                    <a:pt x="37743" y="25730"/>
                  </a:lnTo>
                  <a:lnTo>
                    <a:pt x="38144" y="25329"/>
                  </a:lnTo>
                  <a:lnTo>
                    <a:pt x="38505" y="24908"/>
                  </a:lnTo>
                  <a:lnTo>
                    <a:pt x="38826" y="24467"/>
                  </a:lnTo>
                  <a:lnTo>
                    <a:pt x="39147" y="23986"/>
                  </a:lnTo>
                  <a:lnTo>
                    <a:pt x="39408" y="23504"/>
                  </a:lnTo>
                  <a:lnTo>
                    <a:pt x="39408" y="23504"/>
                  </a:lnTo>
                  <a:lnTo>
                    <a:pt x="39007" y="23705"/>
                  </a:lnTo>
                  <a:lnTo>
                    <a:pt x="38605" y="23885"/>
                  </a:lnTo>
                  <a:lnTo>
                    <a:pt x="38204" y="24066"/>
                  </a:lnTo>
                  <a:lnTo>
                    <a:pt x="37803" y="24226"/>
                  </a:lnTo>
                  <a:lnTo>
                    <a:pt x="37382" y="24387"/>
                  </a:lnTo>
                  <a:lnTo>
                    <a:pt x="36961" y="24527"/>
                  </a:lnTo>
                  <a:lnTo>
                    <a:pt x="36099" y="24768"/>
                  </a:lnTo>
                  <a:lnTo>
                    <a:pt x="35216" y="24988"/>
                  </a:lnTo>
                  <a:lnTo>
                    <a:pt x="34334" y="25149"/>
                  </a:lnTo>
                  <a:lnTo>
                    <a:pt x="33451" y="25289"/>
                  </a:lnTo>
                  <a:lnTo>
                    <a:pt x="32569" y="25409"/>
                  </a:lnTo>
                  <a:lnTo>
                    <a:pt x="32569" y="25409"/>
                  </a:lnTo>
                  <a:lnTo>
                    <a:pt x="31085" y="25550"/>
                  </a:lnTo>
                  <a:lnTo>
                    <a:pt x="29581" y="25630"/>
                  </a:lnTo>
                  <a:lnTo>
                    <a:pt x="28077" y="25690"/>
                  </a:lnTo>
                  <a:lnTo>
                    <a:pt x="26573" y="25710"/>
                  </a:lnTo>
                  <a:lnTo>
                    <a:pt x="26573" y="25710"/>
                  </a:lnTo>
                  <a:lnTo>
                    <a:pt x="24788" y="25690"/>
                  </a:lnTo>
                  <a:lnTo>
                    <a:pt x="23003" y="25610"/>
                  </a:lnTo>
                  <a:lnTo>
                    <a:pt x="21218" y="25510"/>
                  </a:lnTo>
                  <a:lnTo>
                    <a:pt x="19433" y="25369"/>
                  </a:lnTo>
                  <a:lnTo>
                    <a:pt x="19433" y="25369"/>
                  </a:lnTo>
                  <a:lnTo>
                    <a:pt x="17709" y="25209"/>
                  </a:lnTo>
                  <a:lnTo>
                    <a:pt x="15984" y="25008"/>
                  </a:lnTo>
                  <a:lnTo>
                    <a:pt x="15122" y="24888"/>
                  </a:lnTo>
                  <a:lnTo>
                    <a:pt x="14259" y="24768"/>
                  </a:lnTo>
                  <a:lnTo>
                    <a:pt x="13397" y="24607"/>
                  </a:lnTo>
                  <a:lnTo>
                    <a:pt x="12555" y="24427"/>
                  </a:lnTo>
                  <a:lnTo>
                    <a:pt x="12555" y="24427"/>
                  </a:lnTo>
                  <a:lnTo>
                    <a:pt x="11813" y="24266"/>
                  </a:lnTo>
                  <a:lnTo>
                    <a:pt x="11071" y="24046"/>
                  </a:lnTo>
                  <a:lnTo>
                    <a:pt x="10329" y="23825"/>
                  </a:lnTo>
                  <a:lnTo>
                    <a:pt x="9948" y="23685"/>
                  </a:lnTo>
                  <a:lnTo>
                    <a:pt x="9587" y="23544"/>
                  </a:lnTo>
                  <a:lnTo>
                    <a:pt x="9246" y="23384"/>
                  </a:lnTo>
                  <a:lnTo>
                    <a:pt x="8885" y="23203"/>
                  </a:lnTo>
                  <a:lnTo>
                    <a:pt x="8564" y="23023"/>
                  </a:lnTo>
                  <a:lnTo>
                    <a:pt x="8223" y="22822"/>
                  </a:lnTo>
                  <a:lnTo>
                    <a:pt x="7902" y="22602"/>
                  </a:lnTo>
                  <a:lnTo>
                    <a:pt x="7601" y="22381"/>
                  </a:lnTo>
                  <a:lnTo>
                    <a:pt x="7300" y="22141"/>
                  </a:lnTo>
                  <a:lnTo>
                    <a:pt x="7020" y="21880"/>
                  </a:lnTo>
                  <a:lnTo>
                    <a:pt x="7020" y="21880"/>
                  </a:lnTo>
                  <a:lnTo>
                    <a:pt x="6759" y="21579"/>
                  </a:lnTo>
                  <a:lnTo>
                    <a:pt x="6518" y="21258"/>
                  </a:lnTo>
                  <a:lnTo>
                    <a:pt x="6298" y="20937"/>
                  </a:lnTo>
                  <a:lnTo>
                    <a:pt x="6097" y="20596"/>
                  </a:lnTo>
                  <a:lnTo>
                    <a:pt x="5917" y="20255"/>
                  </a:lnTo>
                  <a:lnTo>
                    <a:pt x="5756" y="19874"/>
                  </a:lnTo>
                  <a:lnTo>
                    <a:pt x="5616" y="19513"/>
                  </a:lnTo>
                  <a:lnTo>
                    <a:pt x="5495" y="19132"/>
                  </a:lnTo>
                  <a:lnTo>
                    <a:pt x="5375" y="18731"/>
                  </a:lnTo>
                  <a:lnTo>
                    <a:pt x="5275" y="18350"/>
                  </a:lnTo>
                  <a:lnTo>
                    <a:pt x="5094" y="17548"/>
                  </a:lnTo>
                  <a:lnTo>
                    <a:pt x="4954" y="16766"/>
                  </a:lnTo>
                  <a:lnTo>
                    <a:pt x="4834" y="16004"/>
                  </a:lnTo>
                  <a:lnTo>
                    <a:pt x="4834" y="16004"/>
                  </a:lnTo>
                  <a:lnTo>
                    <a:pt x="4713" y="15162"/>
                  </a:lnTo>
                  <a:lnTo>
                    <a:pt x="4633" y="14319"/>
                  </a:lnTo>
                  <a:lnTo>
                    <a:pt x="4553" y="13477"/>
                  </a:lnTo>
                  <a:lnTo>
                    <a:pt x="4513" y="12635"/>
                  </a:lnTo>
                  <a:lnTo>
                    <a:pt x="4513" y="11792"/>
                  </a:lnTo>
                  <a:lnTo>
                    <a:pt x="4513" y="10950"/>
                  </a:lnTo>
                  <a:lnTo>
                    <a:pt x="4533" y="10108"/>
                  </a:lnTo>
                  <a:lnTo>
                    <a:pt x="4593" y="9265"/>
                  </a:lnTo>
                  <a:lnTo>
                    <a:pt x="4593" y="9265"/>
                  </a:lnTo>
                  <a:lnTo>
                    <a:pt x="4633" y="8664"/>
                  </a:lnTo>
                  <a:lnTo>
                    <a:pt x="4693" y="8062"/>
                  </a:lnTo>
                  <a:lnTo>
                    <a:pt x="4774" y="7461"/>
                  </a:lnTo>
                  <a:lnTo>
                    <a:pt x="4874" y="6839"/>
                  </a:lnTo>
                  <a:lnTo>
                    <a:pt x="4974" y="6217"/>
                  </a:lnTo>
                  <a:lnTo>
                    <a:pt x="5094" y="5596"/>
                  </a:lnTo>
                  <a:lnTo>
                    <a:pt x="5255" y="4974"/>
                  </a:lnTo>
                  <a:lnTo>
                    <a:pt x="5415" y="4352"/>
                  </a:lnTo>
                  <a:lnTo>
                    <a:pt x="5616" y="3750"/>
                  </a:lnTo>
                  <a:lnTo>
                    <a:pt x="5816" y="3169"/>
                  </a:lnTo>
                  <a:lnTo>
                    <a:pt x="6057" y="2587"/>
                  </a:lnTo>
                  <a:lnTo>
                    <a:pt x="6318" y="2026"/>
                  </a:lnTo>
                  <a:lnTo>
                    <a:pt x="6619" y="1484"/>
                  </a:lnTo>
                  <a:lnTo>
                    <a:pt x="6939" y="963"/>
                  </a:lnTo>
                  <a:lnTo>
                    <a:pt x="7280" y="462"/>
                  </a:lnTo>
                  <a:lnTo>
                    <a:pt x="76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21"/>
            <p:cNvSpPr/>
            <p:nvPr/>
          </p:nvSpPr>
          <p:spPr>
            <a:xfrm>
              <a:off x="10986425" y="3187613"/>
              <a:ext cx="99800" cy="93775"/>
            </a:xfrm>
            <a:custGeom>
              <a:avLst/>
              <a:gdLst/>
              <a:ahLst/>
              <a:cxnLst/>
              <a:rect l="l" t="t" r="r" b="b"/>
              <a:pathLst>
                <a:path w="3992" h="3751" extrusionOk="0">
                  <a:moveTo>
                    <a:pt x="241" y="1"/>
                  </a:moveTo>
                  <a:lnTo>
                    <a:pt x="161" y="21"/>
                  </a:lnTo>
                  <a:lnTo>
                    <a:pt x="101" y="41"/>
                  </a:lnTo>
                  <a:lnTo>
                    <a:pt x="41" y="101"/>
                  </a:lnTo>
                  <a:lnTo>
                    <a:pt x="21" y="181"/>
                  </a:lnTo>
                  <a:lnTo>
                    <a:pt x="1" y="241"/>
                  </a:lnTo>
                  <a:lnTo>
                    <a:pt x="21" y="321"/>
                  </a:lnTo>
                  <a:lnTo>
                    <a:pt x="61" y="382"/>
                  </a:lnTo>
                  <a:lnTo>
                    <a:pt x="121" y="442"/>
                  </a:lnTo>
                  <a:lnTo>
                    <a:pt x="362" y="582"/>
                  </a:lnTo>
                  <a:lnTo>
                    <a:pt x="622" y="702"/>
                  </a:lnTo>
                  <a:lnTo>
                    <a:pt x="1144" y="943"/>
                  </a:lnTo>
                  <a:lnTo>
                    <a:pt x="1405" y="1063"/>
                  </a:lnTo>
                  <a:lnTo>
                    <a:pt x="1665" y="1204"/>
                  </a:lnTo>
                  <a:lnTo>
                    <a:pt x="1906" y="1364"/>
                  </a:lnTo>
                  <a:lnTo>
                    <a:pt x="2127" y="1545"/>
                  </a:lnTo>
                  <a:lnTo>
                    <a:pt x="2347" y="1765"/>
                  </a:lnTo>
                  <a:lnTo>
                    <a:pt x="2528" y="2006"/>
                  </a:lnTo>
                  <a:lnTo>
                    <a:pt x="2688" y="2247"/>
                  </a:lnTo>
                  <a:lnTo>
                    <a:pt x="2828" y="2507"/>
                  </a:lnTo>
                  <a:lnTo>
                    <a:pt x="3069" y="3049"/>
                  </a:lnTo>
                  <a:lnTo>
                    <a:pt x="3210" y="3330"/>
                  </a:lnTo>
                  <a:lnTo>
                    <a:pt x="3350" y="3590"/>
                  </a:lnTo>
                  <a:lnTo>
                    <a:pt x="3390" y="3650"/>
                  </a:lnTo>
                  <a:lnTo>
                    <a:pt x="3430" y="3691"/>
                  </a:lnTo>
                  <a:lnTo>
                    <a:pt x="3490" y="3731"/>
                  </a:lnTo>
                  <a:lnTo>
                    <a:pt x="3550" y="3751"/>
                  </a:lnTo>
                  <a:lnTo>
                    <a:pt x="3671" y="3751"/>
                  </a:lnTo>
                  <a:lnTo>
                    <a:pt x="3771" y="3731"/>
                  </a:lnTo>
                  <a:lnTo>
                    <a:pt x="3871" y="3670"/>
                  </a:lnTo>
                  <a:lnTo>
                    <a:pt x="3952" y="3570"/>
                  </a:lnTo>
                  <a:lnTo>
                    <a:pt x="3992" y="3450"/>
                  </a:lnTo>
                  <a:lnTo>
                    <a:pt x="3992" y="3390"/>
                  </a:lnTo>
                  <a:lnTo>
                    <a:pt x="3992" y="3310"/>
                  </a:lnTo>
                  <a:lnTo>
                    <a:pt x="3911" y="3009"/>
                  </a:lnTo>
                  <a:lnTo>
                    <a:pt x="3811" y="2688"/>
                  </a:lnTo>
                  <a:lnTo>
                    <a:pt x="3671" y="2367"/>
                  </a:lnTo>
                  <a:lnTo>
                    <a:pt x="3530" y="2066"/>
                  </a:lnTo>
                  <a:lnTo>
                    <a:pt x="3350" y="1785"/>
                  </a:lnTo>
                  <a:lnTo>
                    <a:pt x="3149" y="1505"/>
                  </a:lnTo>
                  <a:lnTo>
                    <a:pt x="2909" y="1244"/>
                  </a:lnTo>
                  <a:lnTo>
                    <a:pt x="2668" y="983"/>
                  </a:lnTo>
                  <a:lnTo>
                    <a:pt x="2407" y="763"/>
                  </a:lnTo>
                  <a:lnTo>
                    <a:pt x="2147" y="562"/>
                  </a:lnTo>
                  <a:lnTo>
                    <a:pt x="1846" y="382"/>
                  </a:lnTo>
                  <a:lnTo>
                    <a:pt x="1545" y="241"/>
                  </a:lnTo>
                  <a:lnTo>
                    <a:pt x="1224" y="121"/>
                  </a:lnTo>
                  <a:lnTo>
                    <a:pt x="903" y="41"/>
                  </a:lnTo>
                  <a:lnTo>
                    <a:pt x="5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21"/>
            <p:cNvSpPr/>
            <p:nvPr/>
          </p:nvSpPr>
          <p:spPr>
            <a:xfrm>
              <a:off x="11080175" y="3306938"/>
              <a:ext cx="17575" cy="18075"/>
            </a:xfrm>
            <a:custGeom>
              <a:avLst/>
              <a:gdLst/>
              <a:ahLst/>
              <a:cxnLst/>
              <a:rect l="l" t="t" r="r" b="b"/>
              <a:pathLst>
                <a:path w="703" h="723" extrusionOk="0">
                  <a:moveTo>
                    <a:pt x="262" y="0"/>
                  </a:moveTo>
                  <a:lnTo>
                    <a:pt x="181" y="21"/>
                  </a:lnTo>
                  <a:lnTo>
                    <a:pt x="121" y="61"/>
                  </a:lnTo>
                  <a:lnTo>
                    <a:pt x="81" y="101"/>
                  </a:lnTo>
                  <a:lnTo>
                    <a:pt x="41" y="161"/>
                  </a:lnTo>
                  <a:lnTo>
                    <a:pt x="21" y="221"/>
                  </a:lnTo>
                  <a:lnTo>
                    <a:pt x="1" y="361"/>
                  </a:lnTo>
                  <a:lnTo>
                    <a:pt x="21" y="502"/>
                  </a:lnTo>
                  <a:lnTo>
                    <a:pt x="41" y="562"/>
                  </a:lnTo>
                  <a:lnTo>
                    <a:pt x="81" y="622"/>
                  </a:lnTo>
                  <a:lnTo>
                    <a:pt x="121" y="662"/>
                  </a:lnTo>
                  <a:lnTo>
                    <a:pt x="181" y="702"/>
                  </a:lnTo>
                  <a:lnTo>
                    <a:pt x="262" y="722"/>
                  </a:lnTo>
                  <a:lnTo>
                    <a:pt x="422" y="722"/>
                  </a:lnTo>
                  <a:lnTo>
                    <a:pt x="502" y="702"/>
                  </a:lnTo>
                  <a:lnTo>
                    <a:pt x="563" y="662"/>
                  </a:lnTo>
                  <a:lnTo>
                    <a:pt x="603" y="622"/>
                  </a:lnTo>
                  <a:lnTo>
                    <a:pt x="643" y="562"/>
                  </a:lnTo>
                  <a:lnTo>
                    <a:pt x="683" y="502"/>
                  </a:lnTo>
                  <a:lnTo>
                    <a:pt x="703" y="361"/>
                  </a:lnTo>
                  <a:lnTo>
                    <a:pt x="683" y="221"/>
                  </a:lnTo>
                  <a:lnTo>
                    <a:pt x="643" y="161"/>
                  </a:lnTo>
                  <a:lnTo>
                    <a:pt x="603" y="101"/>
                  </a:lnTo>
                  <a:lnTo>
                    <a:pt x="563" y="61"/>
                  </a:lnTo>
                  <a:lnTo>
                    <a:pt x="502" y="21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21"/>
            <p:cNvSpPr/>
            <p:nvPr/>
          </p:nvSpPr>
          <p:spPr>
            <a:xfrm>
              <a:off x="10287620" y="4074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21"/>
            <p:cNvSpPr/>
            <p:nvPr/>
          </p:nvSpPr>
          <p:spPr>
            <a:xfrm>
              <a:off x="10393350" y="3917588"/>
              <a:ext cx="25575" cy="158475"/>
            </a:xfrm>
            <a:custGeom>
              <a:avLst/>
              <a:gdLst/>
              <a:ahLst/>
              <a:cxnLst/>
              <a:rect l="l" t="t" r="r" b="b"/>
              <a:pathLst>
                <a:path w="1023" h="6339" extrusionOk="0">
                  <a:moveTo>
                    <a:pt x="0" y="1"/>
                  </a:moveTo>
                  <a:lnTo>
                    <a:pt x="0" y="6338"/>
                  </a:lnTo>
                  <a:lnTo>
                    <a:pt x="1023" y="6338"/>
                  </a:lnTo>
                  <a:lnTo>
                    <a:pt x="963" y="4754"/>
                  </a:lnTo>
                  <a:lnTo>
                    <a:pt x="943" y="3169"/>
                  </a:lnTo>
                  <a:lnTo>
                    <a:pt x="943" y="1585"/>
                  </a:lnTo>
                  <a:lnTo>
                    <a:pt x="9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Rezervirano mjesto sadržaja 2">
            <a:extLst>
              <a:ext uri="{FF2B5EF4-FFF2-40B4-BE49-F238E27FC236}">
                <a16:creationId xmlns:a16="http://schemas.microsoft.com/office/drawing/2014/main" id="{924C17BE-09F1-C46B-738F-5A029806CEEC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783012" y="4566187"/>
            <a:ext cx="1577975" cy="425450"/>
          </a:xfrm>
        </p:spPr>
        <p:txBody>
          <a:bodyPr/>
          <a:lstStyle/>
          <a:p>
            <a:pPr lvl="0"/>
            <a:r>
              <a:rPr lang="hr-HR"/>
              <a:t>Kliknite da biste uredili matrice</a:t>
            </a:r>
          </a:p>
          <a:p>
            <a:pPr lvl="1"/>
            <a:r>
              <a:rPr lang="hr-HR"/>
              <a:t>Druga razina</a:t>
            </a:r>
          </a:p>
          <a:p>
            <a:pPr lvl="2"/>
            <a:r>
              <a:rPr lang="hr-HR"/>
              <a:t>Treća razina</a:t>
            </a:r>
          </a:p>
          <a:p>
            <a:pPr lvl="3"/>
            <a:r>
              <a:rPr lang="hr-HR"/>
              <a:t>Četvrta razina</a:t>
            </a:r>
          </a:p>
          <a:p>
            <a:pPr lvl="4"/>
            <a:r>
              <a:rPr lang="hr-HR"/>
              <a:t>Peta razina stilove teksta</a:t>
            </a:r>
            <a:endParaRPr lang="en-US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 userDrawn="1">
  <p:cSld name="CUSTOM_9_1">
    <p:spTree>
      <p:nvGrpSpPr>
        <p:cNvPr id="1" name="Shape 5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62" name="Google Shape;5462;p22"/>
          <p:cNvGrpSpPr/>
          <p:nvPr/>
        </p:nvGrpSpPr>
        <p:grpSpPr>
          <a:xfrm flipH="1">
            <a:off x="162878" y="103243"/>
            <a:ext cx="8818245" cy="4937014"/>
            <a:chOff x="238125" y="857725"/>
            <a:chExt cx="7143750" cy="3999525"/>
          </a:xfrm>
        </p:grpSpPr>
        <p:sp>
          <p:nvSpPr>
            <p:cNvPr id="5463" name="Google Shape;5463;p22"/>
            <p:cNvSpPr/>
            <p:nvPr/>
          </p:nvSpPr>
          <p:spPr>
            <a:xfrm>
              <a:off x="3447000" y="857725"/>
              <a:ext cx="309925" cy="605300"/>
            </a:xfrm>
            <a:custGeom>
              <a:avLst/>
              <a:gdLst/>
              <a:ahLst/>
              <a:cxnLst/>
              <a:rect l="l" t="t" r="r" b="b"/>
              <a:pathLst>
                <a:path w="12397" h="24212" extrusionOk="0">
                  <a:moveTo>
                    <a:pt x="7955" y="463"/>
                  </a:moveTo>
                  <a:lnTo>
                    <a:pt x="8496" y="502"/>
                  </a:lnTo>
                  <a:lnTo>
                    <a:pt x="9037" y="618"/>
                  </a:lnTo>
                  <a:lnTo>
                    <a:pt x="9500" y="811"/>
                  </a:lnTo>
                  <a:lnTo>
                    <a:pt x="9925" y="1043"/>
                  </a:lnTo>
                  <a:lnTo>
                    <a:pt x="10311" y="1352"/>
                  </a:lnTo>
                  <a:lnTo>
                    <a:pt x="10659" y="1699"/>
                  </a:lnTo>
                  <a:lnTo>
                    <a:pt x="10967" y="2085"/>
                  </a:lnTo>
                  <a:lnTo>
                    <a:pt x="11238" y="2510"/>
                  </a:lnTo>
                  <a:lnTo>
                    <a:pt x="11469" y="2973"/>
                  </a:lnTo>
                  <a:lnTo>
                    <a:pt x="11663" y="3437"/>
                  </a:lnTo>
                  <a:lnTo>
                    <a:pt x="11778" y="3939"/>
                  </a:lnTo>
                  <a:lnTo>
                    <a:pt x="11856" y="4441"/>
                  </a:lnTo>
                  <a:lnTo>
                    <a:pt x="11894" y="4981"/>
                  </a:lnTo>
                  <a:lnTo>
                    <a:pt x="11894" y="5483"/>
                  </a:lnTo>
                  <a:lnTo>
                    <a:pt x="11817" y="5985"/>
                  </a:lnTo>
                  <a:lnTo>
                    <a:pt x="11701" y="6487"/>
                  </a:lnTo>
                  <a:lnTo>
                    <a:pt x="11547" y="6989"/>
                  </a:lnTo>
                  <a:lnTo>
                    <a:pt x="11315" y="7453"/>
                  </a:lnTo>
                  <a:lnTo>
                    <a:pt x="11083" y="7916"/>
                  </a:lnTo>
                  <a:lnTo>
                    <a:pt x="10813" y="8341"/>
                  </a:lnTo>
                  <a:lnTo>
                    <a:pt x="10504" y="8766"/>
                  </a:lnTo>
                  <a:lnTo>
                    <a:pt x="10195" y="9152"/>
                  </a:lnTo>
                  <a:lnTo>
                    <a:pt x="9848" y="9499"/>
                  </a:lnTo>
                  <a:lnTo>
                    <a:pt x="9461" y="9847"/>
                  </a:lnTo>
                  <a:lnTo>
                    <a:pt x="9037" y="10156"/>
                  </a:lnTo>
                  <a:lnTo>
                    <a:pt x="8651" y="10465"/>
                  </a:lnTo>
                  <a:lnTo>
                    <a:pt x="8187" y="10735"/>
                  </a:lnTo>
                  <a:lnTo>
                    <a:pt x="7762" y="11005"/>
                  </a:lnTo>
                  <a:lnTo>
                    <a:pt x="6836" y="11469"/>
                  </a:lnTo>
                  <a:lnTo>
                    <a:pt x="5870" y="11855"/>
                  </a:lnTo>
                  <a:lnTo>
                    <a:pt x="5677" y="11855"/>
                  </a:lnTo>
                  <a:lnTo>
                    <a:pt x="5639" y="11932"/>
                  </a:lnTo>
                  <a:lnTo>
                    <a:pt x="5600" y="11932"/>
                  </a:lnTo>
                  <a:lnTo>
                    <a:pt x="4982" y="11276"/>
                  </a:lnTo>
                  <a:lnTo>
                    <a:pt x="4442" y="10542"/>
                  </a:lnTo>
                  <a:lnTo>
                    <a:pt x="3978" y="9808"/>
                  </a:lnTo>
                  <a:lnTo>
                    <a:pt x="3746" y="9383"/>
                  </a:lnTo>
                  <a:lnTo>
                    <a:pt x="3592" y="8997"/>
                  </a:lnTo>
                  <a:lnTo>
                    <a:pt x="3438" y="8611"/>
                  </a:lnTo>
                  <a:lnTo>
                    <a:pt x="3283" y="8186"/>
                  </a:lnTo>
                  <a:lnTo>
                    <a:pt x="3167" y="7762"/>
                  </a:lnTo>
                  <a:lnTo>
                    <a:pt x="3090" y="7298"/>
                  </a:lnTo>
                  <a:lnTo>
                    <a:pt x="3051" y="6873"/>
                  </a:lnTo>
                  <a:lnTo>
                    <a:pt x="3013" y="6410"/>
                  </a:lnTo>
                  <a:lnTo>
                    <a:pt x="3051" y="5947"/>
                  </a:lnTo>
                  <a:lnTo>
                    <a:pt x="3090" y="5483"/>
                  </a:lnTo>
                  <a:lnTo>
                    <a:pt x="3167" y="5020"/>
                  </a:lnTo>
                  <a:lnTo>
                    <a:pt x="3244" y="4557"/>
                  </a:lnTo>
                  <a:lnTo>
                    <a:pt x="3399" y="4093"/>
                  </a:lnTo>
                  <a:lnTo>
                    <a:pt x="3592" y="3668"/>
                  </a:lnTo>
                  <a:lnTo>
                    <a:pt x="3785" y="3205"/>
                  </a:lnTo>
                  <a:lnTo>
                    <a:pt x="4055" y="2819"/>
                  </a:lnTo>
                  <a:lnTo>
                    <a:pt x="4326" y="2394"/>
                  </a:lnTo>
                  <a:lnTo>
                    <a:pt x="4635" y="2047"/>
                  </a:lnTo>
                  <a:lnTo>
                    <a:pt x="4944" y="1699"/>
                  </a:lnTo>
                  <a:lnTo>
                    <a:pt x="5330" y="1390"/>
                  </a:lnTo>
                  <a:lnTo>
                    <a:pt x="5716" y="1081"/>
                  </a:lnTo>
                  <a:lnTo>
                    <a:pt x="6102" y="850"/>
                  </a:lnTo>
                  <a:lnTo>
                    <a:pt x="6527" y="695"/>
                  </a:lnTo>
                  <a:lnTo>
                    <a:pt x="6990" y="541"/>
                  </a:lnTo>
                  <a:lnTo>
                    <a:pt x="7453" y="463"/>
                  </a:lnTo>
                  <a:close/>
                  <a:moveTo>
                    <a:pt x="5561" y="12279"/>
                  </a:moveTo>
                  <a:lnTo>
                    <a:pt x="5600" y="12318"/>
                  </a:lnTo>
                  <a:lnTo>
                    <a:pt x="5677" y="12357"/>
                  </a:lnTo>
                  <a:lnTo>
                    <a:pt x="5793" y="12897"/>
                  </a:lnTo>
                  <a:lnTo>
                    <a:pt x="5793" y="12897"/>
                  </a:lnTo>
                  <a:lnTo>
                    <a:pt x="5098" y="12588"/>
                  </a:lnTo>
                  <a:lnTo>
                    <a:pt x="5561" y="12279"/>
                  </a:lnTo>
                  <a:close/>
                  <a:moveTo>
                    <a:pt x="3322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3" y="13979"/>
                  </a:lnTo>
                  <a:lnTo>
                    <a:pt x="2781" y="13940"/>
                  </a:lnTo>
                  <a:lnTo>
                    <a:pt x="2511" y="13824"/>
                  </a:lnTo>
                  <a:lnTo>
                    <a:pt x="2936" y="13399"/>
                  </a:lnTo>
                  <a:lnTo>
                    <a:pt x="3322" y="12975"/>
                  </a:lnTo>
                  <a:close/>
                  <a:moveTo>
                    <a:pt x="3940" y="14326"/>
                  </a:moveTo>
                  <a:lnTo>
                    <a:pt x="5098" y="14519"/>
                  </a:lnTo>
                  <a:lnTo>
                    <a:pt x="4442" y="15485"/>
                  </a:lnTo>
                  <a:lnTo>
                    <a:pt x="4287" y="15214"/>
                  </a:lnTo>
                  <a:lnTo>
                    <a:pt x="4171" y="14944"/>
                  </a:lnTo>
                  <a:lnTo>
                    <a:pt x="4055" y="14635"/>
                  </a:lnTo>
                  <a:lnTo>
                    <a:pt x="3978" y="14365"/>
                  </a:lnTo>
                  <a:lnTo>
                    <a:pt x="3940" y="14326"/>
                  </a:lnTo>
                  <a:close/>
                  <a:moveTo>
                    <a:pt x="3746" y="14596"/>
                  </a:moveTo>
                  <a:lnTo>
                    <a:pt x="3824" y="14944"/>
                  </a:lnTo>
                  <a:lnTo>
                    <a:pt x="3978" y="15291"/>
                  </a:lnTo>
                  <a:lnTo>
                    <a:pt x="4133" y="15600"/>
                  </a:lnTo>
                  <a:lnTo>
                    <a:pt x="4287" y="15909"/>
                  </a:lnTo>
                  <a:lnTo>
                    <a:pt x="4364" y="15987"/>
                  </a:lnTo>
                  <a:lnTo>
                    <a:pt x="4055" y="16411"/>
                  </a:lnTo>
                  <a:lnTo>
                    <a:pt x="3746" y="16875"/>
                  </a:lnTo>
                  <a:lnTo>
                    <a:pt x="3592" y="16411"/>
                  </a:lnTo>
                  <a:lnTo>
                    <a:pt x="3476" y="15948"/>
                  </a:lnTo>
                  <a:lnTo>
                    <a:pt x="3476" y="15716"/>
                  </a:lnTo>
                  <a:lnTo>
                    <a:pt x="3476" y="15446"/>
                  </a:lnTo>
                  <a:lnTo>
                    <a:pt x="3515" y="15214"/>
                  </a:lnTo>
                  <a:lnTo>
                    <a:pt x="3553" y="14983"/>
                  </a:lnTo>
                  <a:lnTo>
                    <a:pt x="3746" y="14596"/>
                  </a:lnTo>
                  <a:close/>
                  <a:moveTo>
                    <a:pt x="4480" y="16334"/>
                  </a:moveTo>
                  <a:lnTo>
                    <a:pt x="4673" y="16759"/>
                  </a:lnTo>
                  <a:lnTo>
                    <a:pt x="4789" y="17222"/>
                  </a:lnTo>
                  <a:lnTo>
                    <a:pt x="4789" y="17222"/>
                  </a:lnTo>
                  <a:lnTo>
                    <a:pt x="4364" y="17106"/>
                  </a:lnTo>
                  <a:lnTo>
                    <a:pt x="3940" y="17029"/>
                  </a:lnTo>
                  <a:lnTo>
                    <a:pt x="4480" y="16334"/>
                  </a:lnTo>
                  <a:close/>
                  <a:moveTo>
                    <a:pt x="2472" y="16875"/>
                  </a:moveTo>
                  <a:lnTo>
                    <a:pt x="3399" y="17106"/>
                  </a:lnTo>
                  <a:lnTo>
                    <a:pt x="3476" y="17261"/>
                  </a:lnTo>
                  <a:lnTo>
                    <a:pt x="3322" y="17377"/>
                  </a:lnTo>
                  <a:lnTo>
                    <a:pt x="3167" y="17570"/>
                  </a:lnTo>
                  <a:lnTo>
                    <a:pt x="2897" y="17917"/>
                  </a:lnTo>
                  <a:lnTo>
                    <a:pt x="2665" y="17415"/>
                  </a:lnTo>
                  <a:lnTo>
                    <a:pt x="2472" y="16875"/>
                  </a:lnTo>
                  <a:close/>
                  <a:moveTo>
                    <a:pt x="3360" y="19732"/>
                  </a:moveTo>
                  <a:lnTo>
                    <a:pt x="4055" y="20427"/>
                  </a:lnTo>
                  <a:lnTo>
                    <a:pt x="3553" y="20659"/>
                  </a:lnTo>
                  <a:lnTo>
                    <a:pt x="3013" y="20968"/>
                  </a:lnTo>
                  <a:lnTo>
                    <a:pt x="3167" y="20350"/>
                  </a:lnTo>
                  <a:lnTo>
                    <a:pt x="3360" y="19732"/>
                  </a:lnTo>
                  <a:close/>
                  <a:moveTo>
                    <a:pt x="5677" y="20118"/>
                  </a:moveTo>
                  <a:lnTo>
                    <a:pt x="5986" y="20196"/>
                  </a:lnTo>
                  <a:lnTo>
                    <a:pt x="5716" y="20891"/>
                  </a:lnTo>
                  <a:lnTo>
                    <a:pt x="5368" y="21547"/>
                  </a:lnTo>
                  <a:lnTo>
                    <a:pt x="4673" y="20582"/>
                  </a:lnTo>
                  <a:lnTo>
                    <a:pt x="4635" y="20543"/>
                  </a:lnTo>
                  <a:lnTo>
                    <a:pt x="4673" y="20234"/>
                  </a:lnTo>
                  <a:lnTo>
                    <a:pt x="5021" y="20157"/>
                  </a:lnTo>
                  <a:lnTo>
                    <a:pt x="5330" y="20118"/>
                  </a:lnTo>
                  <a:close/>
                  <a:moveTo>
                    <a:pt x="7453" y="0"/>
                  </a:moveTo>
                  <a:lnTo>
                    <a:pt x="7067" y="39"/>
                  </a:lnTo>
                  <a:lnTo>
                    <a:pt x="6720" y="154"/>
                  </a:lnTo>
                  <a:lnTo>
                    <a:pt x="6334" y="270"/>
                  </a:lnTo>
                  <a:lnTo>
                    <a:pt x="5986" y="425"/>
                  </a:lnTo>
                  <a:lnTo>
                    <a:pt x="5639" y="579"/>
                  </a:lnTo>
                  <a:lnTo>
                    <a:pt x="5291" y="811"/>
                  </a:lnTo>
                  <a:lnTo>
                    <a:pt x="4944" y="1043"/>
                  </a:lnTo>
                  <a:lnTo>
                    <a:pt x="4635" y="1313"/>
                  </a:lnTo>
                  <a:lnTo>
                    <a:pt x="4364" y="1622"/>
                  </a:lnTo>
                  <a:lnTo>
                    <a:pt x="4094" y="1892"/>
                  </a:lnTo>
                  <a:lnTo>
                    <a:pt x="3824" y="2240"/>
                  </a:lnTo>
                  <a:lnTo>
                    <a:pt x="3592" y="2549"/>
                  </a:lnTo>
                  <a:lnTo>
                    <a:pt x="3399" y="2896"/>
                  </a:lnTo>
                  <a:lnTo>
                    <a:pt x="3206" y="3282"/>
                  </a:lnTo>
                  <a:lnTo>
                    <a:pt x="3051" y="3630"/>
                  </a:lnTo>
                  <a:lnTo>
                    <a:pt x="2897" y="4016"/>
                  </a:lnTo>
                  <a:lnTo>
                    <a:pt x="2781" y="4402"/>
                  </a:lnTo>
                  <a:lnTo>
                    <a:pt x="2704" y="4788"/>
                  </a:lnTo>
                  <a:lnTo>
                    <a:pt x="2627" y="5174"/>
                  </a:lnTo>
                  <a:lnTo>
                    <a:pt x="2588" y="5599"/>
                  </a:lnTo>
                  <a:lnTo>
                    <a:pt x="2549" y="5985"/>
                  </a:lnTo>
                  <a:lnTo>
                    <a:pt x="2549" y="6410"/>
                  </a:lnTo>
                  <a:lnTo>
                    <a:pt x="2549" y="6835"/>
                  </a:lnTo>
                  <a:lnTo>
                    <a:pt x="2665" y="7723"/>
                  </a:lnTo>
                  <a:lnTo>
                    <a:pt x="2742" y="8148"/>
                  </a:lnTo>
                  <a:lnTo>
                    <a:pt x="2858" y="8572"/>
                  </a:lnTo>
                  <a:lnTo>
                    <a:pt x="3013" y="8997"/>
                  </a:lnTo>
                  <a:lnTo>
                    <a:pt x="3167" y="9383"/>
                  </a:lnTo>
                  <a:lnTo>
                    <a:pt x="3322" y="9808"/>
                  </a:lnTo>
                  <a:lnTo>
                    <a:pt x="3553" y="10194"/>
                  </a:lnTo>
                  <a:lnTo>
                    <a:pt x="3746" y="10542"/>
                  </a:lnTo>
                  <a:lnTo>
                    <a:pt x="4017" y="10928"/>
                  </a:lnTo>
                  <a:lnTo>
                    <a:pt x="4287" y="11237"/>
                  </a:lnTo>
                  <a:lnTo>
                    <a:pt x="4596" y="11546"/>
                  </a:lnTo>
                  <a:lnTo>
                    <a:pt x="4905" y="11855"/>
                  </a:lnTo>
                  <a:lnTo>
                    <a:pt x="5252" y="12086"/>
                  </a:lnTo>
                  <a:lnTo>
                    <a:pt x="4557" y="12473"/>
                  </a:lnTo>
                  <a:lnTo>
                    <a:pt x="4480" y="12550"/>
                  </a:lnTo>
                  <a:lnTo>
                    <a:pt x="4442" y="12666"/>
                  </a:lnTo>
                  <a:lnTo>
                    <a:pt x="4480" y="12781"/>
                  </a:lnTo>
                  <a:lnTo>
                    <a:pt x="4596" y="12859"/>
                  </a:lnTo>
                  <a:lnTo>
                    <a:pt x="5021" y="13013"/>
                  </a:lnTo>
                  <a:lnTo>
                    <a:pt x="4673" y="13168"/>
                  </a:lnTo>
                  <a:lnTo>
                    <a:pt x="4403" y="13361"/>
                  </a:lnTo>
                  <a:lnTo>
                    <a:pt x="4094" y="13554"/>
                  </a:lnTo>
                  <a:lnTo>
                    <a:pt x="3862" y="13785"/>
                  </a:lnTo>
                  <a:lnTo>
                    <a:pt x="3824" y="13477"/>
                  </a:lnTo>
                  <a:lnTo>
                    <a:pt x="3746" y="13168"/>
                  </a:lnTo>
                  <a:lnTo>
                    <a:pt x="3631" y="12859"/>
                  </a:lnTo>
                  <a:lnTo>
                    <a:pt x="3515" y="12550"/>
                  </a:lnTo>
                  <a:lnTo>
                    <a:pt x="3476" y="12473"/>
                  </a:lnTo>
                  <a:lnTo>
                    <a:pt x="3360" y="12434"/>
                  </a:lnTo>
                  <a:lnTo>
                    <a:pt x="3283" y="12473"/>
                  </a:lnTo>
                  <a:lnTo>
                    <a:pt x="3206" y="12511"/>
                  </a:lnTo>
                  <a:lnTo>
                    <a:pt x="2665" y="13168"/>
                  </a:lnTo>
                  <a:lnTo>
                    <a:pt x="2086" y="13747"/>
                  </a:lnTo>
                  <a:lnTo>
                    <a:pt x="2047" y="13824"/>
                  </a:lnTo>
                  <a:lnTo>
                    <a:pt x="2009" y="13901"/>
                  </a:lnTo>
                  <a:lnTo>
                    <a:pt x="2047" y="13979"/>
                  </a:lnTo>
                  <a:lnTo>
                    <a:pt x="2086" y="14056"/>
                  </a:lnTo>
                  <a:lnTo>
                    <a:pt x="2395" y="14210"/>
                  </a:lnTo>
                  <a:lnTo>
                    <a:pt x="2742" y="14287"/>
                  </a:lnTo>
                  <a:lnTo>
                    <a:pt x="3051" y="14365"/>
                  </a:lnTo>
                  <a:lnTo>
                    <a:pt x="3399" y="14365"/>
                  </a:lnTo>
                  <a:lnTo>
                    <a:pt x="3244" y="14635"/>
                  </a:lnTo>
                  <a:lnTo>
                    <a:pt x="3129" y="14944"/>
                  </a:lnTo>
                  <a:lnTo>
                    <a:pt x="3090" y="15176"/>
                  </a:lnTo>
                  <a:lnTo>
                    <a:pt x="3051" y="15407"/>
                  </a:lnTo>
                  <a:lnTo>
                    <a:pt x="3051" y="15871"/>
                  </a:lnTo>
                  <a:lnTo>
                    <a:pt x="3129" y="16295"/>
                  </a:lnTo>
                  <a:lnTo>
                    <a:pt x="3244" y="16759"/>
                  </a:lnTo>
                  <a:lnTo>
                    <a:pt x="2781" y="16566"/>
                  </a:lnTo>
                  <a:lnTo>
                    <a:pt x="2279" y="16411"/>
                  </a:lnTo>
                  <a:lnTo>
                    <a:pt x="2202" y="16411"/>
                  </a:lnTo>
                  <a:lnTo>
                    <a:pt x="2125" y="16450"/>
                  </a:lnTo>
                  <a:lnTo>
                    <a:pt x="2047" y="16527"/>
                  </a:lnTo>
                  <a:lnTo>
                    <a:pt x="2047" y="16643"/>
                  </a:lnTo>
                  <a:lnTo>
                    <a:pt x="2163" y="17106"/>
                  </a:lnTo>
                  <a:lnTo>
                    <a:pt x="2279" y="17531"/>
                  </a:lnTo>
                  <a:lnTo>
                    <a:pt x="2472" y="17956"/>
                  </a:lnTo>
                  <a:lnTo>
                    <a:pt x="2704" y="18381"/>
                  </a:lnTo>
                  <a:lnTo>
                    <a:pt x="2781" y="18458"/>
                  </a:lnTo>
                  <a:lnTo>
                    <a:pt x="2858" y="18496"/>
                  </a:lnTo>
                  <a:lnTo>
                    <a:pt x="2936" y="18458"/>
                  </a:lnTo>
                  <a:lnTo>
                    <a:pt x="3013" y="18381"/>
                  </a:lnTo>
                  <a:lnTo>
                    <a:pt x="3322" y="18033"/>
                  </a:lnTo>
                  <a:lnTo>
                    <a:pt x="3515" y="17801"/>
                  </a:lnTo>
                  <a:lnTo>
                    <a:pt x="3631" y="17608"/>
                  </a:lnTo>
                  <a:lnTo>
                    <a:pt x="3708" y="17763"/>
                  </a:lnTo>
                  <a:lnTo>
                    <a:pt x="3978" y="18342"/>
                  </a:lnTo>
                  <a:lnTo>
                    <a:pt x="4133" y="18960"/>
                  </a:lnTo>
                  <a:lnTo>
                    <a:pt x="4248" y="19539"/>
                  </a:lnTo>
                  <a:lnTo>
                    <a:pt x="4248" y="20157"/>
                  </a:lnTo>
                  <a:lnTo>
                    <a:pt x="3438" y="19307"/>
                  </a:lnTo>
                  <a:lnTo>
                    <a:pt x="3399" y="19269"/>
                  </a:lnTo>
                  <a:lnTo>
                    <a:pt x="3206" y="19269"/>
                  </a:lnTo>
                  <a:lnTo>
                    <a:pt x="3167" y="19346"/>
                  </a:lnTo>
                  <a:lnTo>
                    <a:pt x="2974" y="19809"/>
                  </a:lnTo>
                  <a:lnTo>
                    <a:pt x="2781" y="20273"/>
                  </a:lnTo>
                  <a:lnTo>
                    <a:pt x="2665" y="20775"/>
                  </a:lnTo>
                  <a:lnTo>
                    <a:pt x="2627" y="21315"/>
                  </a:lnTo>
                  <a:lnTo>
                    <a:pt x="2627" y="21393"/>
                  </a:lnTo>
                  <a:lnTo>
                    <a:pt x="2704" y="21470"/>
                  </a:lnTo>
                  <a:lnTo>
                    <a:pt x="2781" y="21508"/>
                  </a:lnTo>
                  <a:lnTo>
                    <a:pt x="2897" y="21470"/>
                  </a:lnTo>
                  <a:lnTo>
                    <a:pt x="3515" y="21161"/>
                  </a:lnTo>
                  <a:lnTo>
                    <a:pt x="4171" y="20775"/>
                  </a:lnTo>
                  <a:lnTo>
                    <a:pt x="4055" y="21161"/>
                  </a:lnTo>
                  <a:lnTo>
                    <a:pt x="3901" y="21547"/>
                  </a:lnTo>
                  <a:lnTo>
                    <a:pt x="3669" y="22049"/>
                  </a:lnTo>
                  <a:lnTo>
                    <a:pt x="3322" y="22551"/>
                  </a:lnTo>
                  <a:lnTo>
                    <a:pt x="2897" y="23014"/>
                  </a:lnTo>
                  <a:lnTo>
                    <a:pt x="2627" y="23246"/>
                  </a:lnTo>
                  <a:lnTo>
                    <a:pt x="2395" y="23401"/>
                  </a:lnTo>
                  <a:lnTo>
                    <a:pt x="2125" y="23594"/>
                  </a:lnTo>
                  <a:lnTo>
                    <a:pt x="1854" y="23709"/>
                  </a:lnTo>
                  <a:lnTo>
                    <a:pt x="1584" y="23787"/>
                  </a:lnTo>
                  <a:lnTo>
                    <a:pt x="1314" y="23787"/>
                  </a:lnTo>
                  <a:lnTo>
                    <a:pt x="1082" y="23748"/>
                  </a:lnTo>
                  <a:lnTo>
                    <a:pt x="812" y="23671"/>
                  </a:lnTo>
                  <a:lnTo>
                    <a:pt x="541" y="23516"/>
                  </a:lnTo>
                  <a:lnTo>
                    <a:pt x="310" y="23285"/>
                  </a:lnTo>
                  <a:lnTo>
                    <a:pt x="233" y="23246"/>
                  </a:lnTo>
                  <a:lnTo>
                    <a:pt x="78" y="23246"/>
                  </a:lnTo>
                  <a:lnTo>
                    <a:pt x="39" y="23362"/>
                  </a:lnTo>
                  <a:lnTo>
                    <a:pt x="1" y="23401"/>
                  </a:lnTo>
                  <a:lnTo>
                    <a:pt x="39" y="23478"/>
                  </a:lnTo>
                  <a:lnTo>
                    <a:pt x="155" y="23632"/>
                  </a:lnTo>
                  <a:lnTo>
                    <a:pt x="271" y="23787"/>
                  </a:lnTo>
                  <a:lnTo>
                    <a:pt x="387" y="23903"/>
                  </a:lnTo>
                  <a:lnTo>
                    <a:pt x="541" y="24018"/>
                  </a:lnTo>
                  <a:lnTo>
                    <a:pt x="696" y="24096"/>
                  </a:lnTo>
                  <a:lnTo>
                    <a:pt x="889" y="24134"/>
                  </a:lnTo>
                  <a:lnTo>
                    <a:pt x="1236" y="24211"/>
                  </a:lnTo>
                  <a:lnTo>
                    <a:pt x="1584" y="24173"/>
                  </a:lnTo>
                  <a:lnTo>
                    <a:pt x="1970" y="24096"/>
                  </a:lnTo>
                  <a:lnTo>
                    <a:pt x="2318" y="23941"/>
                  </a:lnTo>
                  <a:lnTo>
                    <a:pt x="2665" y="23748"/>
                  </a:lnTo>
                  <a:lnTo>
                    <a:pt x="3013" y="23478"/>
                  </a:lnTo>
                  <a:lnTo>
                    <a:pt x="3322" y="23207"/>
                  </a:lnTo>
                  <a:lnTo>
                    <a:pt x="3631" y="22860"/>
                  </a:lnTo>
                  <a:lnTo>
                    <a:pt x="3901" y="22512"/>
                  </a:lnTo>
                  <a:lnTo>
                    <a:pt x="4133" y="22126"/>
                  </a:lnTo>
                  <a:lnTo>
                    <a:pt x="4326" y="21702"/>
                  </a:lnTo>
                  <a:lnTo>
                    <a:pt x="4480" y="21315"/>
                  </a:lnTo>
                  <a:lnTo>
                    <a:pt x="4596" y="20852"/>
                  </a:lnTo>
                  <a:lnTo>
                    <a:pt x="5214" y="21972"/>
                  </a:lnTo>
                  <a:lnTo>
                    <a:pt x="5291" y="22049"/>
                  </a:lnTo>
                  <a:lnTo>
                    <a:pt x="5368" y="22088"/>
                  </a:lnTo>
                  <a:lnTo>
                    <a:pt x="5446" y="22049"/>
                  </a:lnTo>
                  <a:lnTo>
                    <a:pt x="5523" y="22010"/>
                  </a:lnTo>
                  <a:lnTo>
                    <a:pt x="5793" y="21547"/>
                  </a:lnTo>
                  <a:lnTo>
                    <a:pt x="6025" y="21084"/>
                  </a:lnTo>
                  <a:lnTo>
                    <a:pt x="6411" y="20118"/>
                  </a:lnTo>
                  <a:lnTo>
                    <a:pt x="6411" y="20041"/>
                  </a:lnTo>
                  <a:lnTo>
                    <a:pt x="6411" y="19964"/>
                  </a:lnTo>
                  <a:lnTo>
                    <a:pt x="6372" y="19925"/>
                  </a:lnTo>
                  <a:lnTo>
                    <a:pt x="6295" y="19887"/>
                  </a:lnTo>
                  <a:lnTo>
                    <a:pt x="5909" y="19771"/>
                  </a:lnTo>
                  <a:lnTo>
                    <a:pt x="5484" y="19732"/>
                  </a:lnTo>
                  <a:lnTo>
                    <a:pt x="5098" y="19732"/>
                  </a:lnTo>
                  <a:lnTo>
                    <a:pt x="4673" y="19848"/>
                  </a:lnTo>
                  <a:lnTo>
                    <a:pt x="4635" y="19230"/>
                  </a:lnTo>
                  <a:lnTo>
                    <a:pt x="4519" y="18651"/>
                  </a:lnTo>
                  <a:lnTo>
                    <a:pt x="4287" y="18033"/>
                  </a:lnTo>
                  <a:lnTo>
                    <a:pt x="4055" y="17454"/>
                  </a:lnTo>
                  <a:lnTo>
                    <a:pt x="4055" y="17454"/>
                  </a:lnTo>
                  <a:lnTo>
                    <a:pt x="4519" y="17531"/>
                  </a:lnTo>
                  <a:lnTo>
                    <a:pt x="4982" y="17608"/>
                  </a:lnTo>
                  <a:lnTo>
                    <a:pt x="5059" y="17608"/>
                  </a:lnTo>
                  <a:lnTo>
                    <a:pt x="5098" y="17531"/>
                  </a:lnTo>
                  <a:lnTo>
                    <a:pt x="5137" y="17492"/>
                  </a:lnTo>
                  <a:lnTo>
                    <a:pt x="5137" y="17377"/>
                  </a:lnTo>
                  <a:lnTo>
                    <a:pt x="5098" y="17029"/>
                  </a:lnTo>
                  <a:lnTo>
                    <a:pt x="4982" y="16643"/>
                  </a:lnTo>
                  <a:lnTo>
                    <a:pt x="4828" y="16295"/>
                  </a:lnTo>
                  <a:lnTo>
                    <a:pt x="4673" y="15987"/>
                  </a:lnTo>
                  <a:lnTo>
                    <a:pt x="4596" y="15909"/>
                  </a:lnTo>
                  <a:lnTo>
                    <a:pt x="4635" y="15909"/>
                  </a:lnTo>
                  <a:lnTo>
                    <a:pt x="5600" y="14481"/>
                  </a:lnTo>
                  <a:lnTo>
                    <a:pt x="5639" y="14365"/>
                  </a:lnTo>
                  <a:lnTo>
                    <a:pt x="5600" y="14287"/>
                  </a:lnTo>
                  <a:lnTo>
                    <a:pt x="5561" y="14210"/>
                  </a:lnTo>
                  <a:lnTo>
                    <a:pt x="5446" y="14172"/>
                  </a:lnTo>
                  <a:lnTo>
                    <a:pt x="4210" y="13979"/>
                  </a:lnTo>
                  <a:lnTo>
                    <a:pt x="4480" y="13747"/>
                  </a:lnTo>
                  <a:lnTo>
                    <a:pt x="4789" y="13554"/>
                  </a:lnTo>
                  <a:lnTo>
                    <a:pt x="5098" y="13361"/>
                  </a:lnTo>
                  <a:lnTo>
                    <a:pt x="5407" y="13168"/>
                  </a:lnTo>
                  <a:lnTo>
                    <a:pt x="6025" y="13399"/>
                  </a:lnTo>
                  <a:lnTo>
                    <a:pt x="6141" y="13438"/>
                  </a:lnTo>
                  <a:lnTo>
                    <a:pt x="6218" y="13361"/>
                  </a:lnTo>
                  <a:lnTo>
                    <a:pt x="6256" y="13283"/>
                  </a:lnTo>
                  <a:lnTo>
                    <a:pt x="6295" y="13168"/>
                  </a:lnTo>
                  <a:lnTo>
                    <a:pt x="6179" y="12704"/>
                  </a:lnTo>
                  <a:lnTo>
                    <a:pt x="6063" y="12241"/>
                  </a:lnTo>
                  <a:lnTo>
                    <a:pt x="6913" y="11932"/>
                  </a:lnTo>
                  <a:lnTo>
                    <a:pt x="7724" y="11584"/>
                  </a:lnTo>
                  <a:lnTo>
                    <a:pt x="8535" y="11121"/>
                  </a:lnTo>
                  <a:lnTo>
                    <a:pt x="9268" y="10619"/>
                  </a:lnTo>
                  <a:lnTo>
                    <a:pt x="9963" y="10078"/>
                  </a:lnTo>
                  <a:lnTo>
                    <a:pt x="10311" y="9770"/>
                  </a:lnTo>
                  <a:lnTo>
                    <a:pt x="10620" y="9422"/>
                  </a:lnTo>
                  <a:lnTo>
                    <a:pt x="10890" y="9074"/>
                  </a:lnTo>
                  <a:lnTo>
                    <a:pt x="11161" y="8727"/>
                  </a:lnTo>
                  <a:lnTo>
                    <a:pt x="11392" y="8341"/>
                  </a:lnTo>
                  <a:lnTo>
                    <a:pt x="11624" y="7955"/>
                  </a:lnTo>
                  <a:lnTo>
                    <a:pt x="11817" y="7568"/>
                  </a:lnTo>
                  <a:lnTo>
                    <a:pt x="11971" y="7182"/>
                  </a:lnTo>
                  <a:lnTo>
                    <a:pt x="12126" y="6758"/>
                  </a:lnTo>
                  <a:lnTo>
                    <a:pt x="12242" y="6333"/>
                  </a:lnTo>
                  <a:lnTo>
                    <a:pt x="12319" y="5947"/>
                  </a:lnTo>
                  <a:lnTo>
                    <a:pt x="12358" y="5522"/>
                  </a:lnTo>
                  <a:lnTo>
                    <a:pt x="12396" y="5097"/>
                  </a:lnTo>
                  <a:lnTo>
                    <a:pt x="12396" y="4672"/>
                  </a:lnTo>
                  <a:lnTo>
                    <a:pt x="12358" y="4248"/>
                  </a:lnTo>
                  <a:lnTo>
                    <a:pt x="12280" y="3823"/>
                  </a:lnTo>
                  <a:lnTo>
                    <a:pt x="12203" y="3437"/>
                  </a:lnTo>
                  <a:lnTo>
                    <a:pt x="12049" y="3051"/>
                  </a:lnTo>
                  <a:lnTo>
                    <a:pt x="11894" y="2664"/>
                  </a:lnTo>
                  <a:lnTo>
                    <a:pt x="11701" y="2278"/>
                  </a:lnTo>
                  <a:lnTo>
                    <a:pt x="11469" y="1892"/>
                  </a:lnTo>
                  <a:lnTo>
                    <a:pt x="11161" y="1545"/>
                  </a:lnTo>
                  <a:lnTo>
                    <a:pt x="10890" y="1274"/>
                  </a:lnTo>
                  <a:lnTo>
                    <a:pt x="10620" y="1004"/>
                  </a:lnTo>
                  <a:lnTo>
                    <a:pt x="10311" y="772"/>
                  </a:lnTo>
                  <a:lnTo>
                    <a:pt x="9963" y="579"/>
                  </a:lnTo>
                  <a:lnTo>
                    <a:pt x="9655" y="386"/>
                  </a:lnTo>
                  <a:lnTo>
                    <a:pt x="9307" y="232"/>
                  </a:lnTo>
                  <a:lnTo>
                    <a:pt x="8921" y="116"/>
                  </a:lnTo>
                  <a:lnTo>
                    <a:pt x="8573" y="39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22"/>
            <p:cNvSpPr/>
            <p:nvPr/>
          </p:nvSpPr>
          <p:spPr>
            <a:xfrm>
              <a:off x="5860425" y="885700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9" y="310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3"/>
                  </a:lnTo>
                  <a:lnTo>
                    <a:pt x="7299" y="503"/>
                  </a:lnTo>
                  <a:lnTo>
                    <a:pt x="7454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4"/>
                  </a:lnTo>
                  <a:lnTo>
                    <a:pt x="6295" y="4944"/>
                  </a:lnTo>
                  <a:lnTo>
                    <a:pt x="6218" y="3978"/>
                  </a:lnTo>
                  <a:lnTo>
                    <a:pt x="6141" y="2974"/>
                  </a:lnTo>
                  <a:lnTo>
                    <a:pt x="6141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5"/>
                  </a:lnTo>
                  <a:lnTo>
                    <a:pt x="6450" y="503"/>
                  </a:lnTo>
                  <a:lnTo>
                    <a:pt x="6527" y="426"/>
                  </a:lnTo>
                  <a:lnTo>
                    <a:pt x="6643" y="348"/>
                  </a:lnTo>
                  <a:lnTo>
                    <a:pt x="6759" y="310"/>
                  </a:lnTo>
                  <a:close/>
                  <a:moveTo>
                    <a:pt x="11972" y="4712"/>
                  </a:moveTo>
                  <a:lnTo>
                    <a:pt x="12087" y="4750"/>
                  </a:lnTo>
                  <a:lnTo>
                    <a:pt x="12165" y="4828"/>
                  </a:lnTo>
                  <a:lnTo>
                    <a:pt x="12281" y="4905"/>
                  </a:lnTo>
                  <a:lnTo>
                    <a:pt x="12319" y="4982"/>
                  </a:lnTo>
                  <a:lnTo>
                    <a:pt x="12396" y="5137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2"/>
                  </a:lnTo>
                  <a:lnTo>
                    <a:pt x="10041" y="5832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9" y="5252"/>
                  </a:lnTo>
                  <a:lnTo>
                    <a:pt x="7956" y="5021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9" y="4750"/>
                  </a:lnTo>
                  <a:lnTo>
                    <a:pt x="11354" y="4712"/>
                  </a:lnTo>
                  <a:close/>
                  <a:moveTo>
                    <a:pt x="5639" y="5754"/>
                  </a:moveTo>
                  <a:lnTo>
                    <a:pt x="4558" y="6449"/>
                  </a:lnTo>
                  <a:lnTo>
                    <a:pt x="3438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30" y="7917"/>
                  </a:lnTo>
                  <a:lnTo>
                    <a:pt x="1121" y="7955"/>
                  </a:lnTo>
                  <a:lnTo>
                    <a:pt x="928" y="7917"/>
                  </a:lnTo>
                  <a:lnTo>
                    <a:pt x="851" y="7878"/>
                  </a:lnTo>
                  <a:lnTo>
                    <a:pt x="773" y="7801"/>
                  </a:lnTo>
                  <a:lnTo>
                    <a:pt x="735" y="7685"/>
                  </a:lnTo>
                  <a:lnTo>
                    <a:pt x="696" y="7531"/>
                  </a:lnTo>
                  <a:lnTo>
                    <a:pt x="696" y="7376"/>
                  </a:lnTo>
                  <a:lnTo>
                    <a:pt x="696" y="7222"/>
                  </a:lnTo>
                  <a:lnTo>
                    <a:pt x="735" y="7145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3"/>
                  </a:lnTo>
                  <a:lnTo>
                    <a:pt x="2743" y="6449"/>
                  </a:lnTo>
                  <a:lnTo>
                    <a:pt x="3592" y="6295"/>
                  </a:lnTo>
                  <a:lnTo>
                    <a:pt x="4635" y="6063"/>
                  </a:lnTo>
                  <a:lnTo>
                    <a:pt x="5137" y="5909"/>
                  </a:lnTo>
                  <a:lnTo>
                    <a:pt x="5639" y="5754"/>
                  </a:lnTo>
                  <a:close/>
                  <a:moveTo>
                    <a:pt x="6952" y="1"/>
                  </a:moveTo>
                  <a:lnTo>
                    <a:pt x="6720" y="39"/>
                  </a:lnTo>
                  <a:lnTo>
                    <a:pt x="6527" y="117"/>
                  </a:lnTo>
                  <a:lnTo>
                    <a:pt x="6334" y="233"/>
                  </a:lnTo>
                  <a:lnTo>
                    <a:pt x="6141" y="426"/>
                  </a:lnTo>
                  <a:lnTo>
                    <a:pt x="5986" y="619"/>
                  </a:lnTo>
                  <a:lnTo>
                    <a:pt x="5909" y="812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2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4" y="5021"/>
                  </a:lnTo>
                  <a:lnTo>
                    <a:pt x="6025" y="5137"/>
                  </a:lnTo>
                  <a:lnTo>
                    <a:pt x="6064" y="5252"/>
                  </a:lnTo>
                  <a:lnTo>
                    <a:pt x="5523" y="5446"/>
                  </a:lnTo>
                  <a:lnTo>
                    <a:pt x="4982" y="5561"/>
                  </a:lnTo>
                  <a:lnTo>
                    <a:pt x="3940" y="5832"/>
                  </a:lnTo>
                  <a:lnTo>
                    <a:pt x="2858" y="6025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1" y="6643"/>
                  </a:lnTo>
                  <a:lnTo>
                    <a:pt x="503" y="6836"/>
                  </a:lnTo>
                  <a:lnTo>
                    <a:pt x="233" y="7029"/>
                  </a:lnTo>
                  <a:lnTo>
                    <a:pt x="117" y="7145"/>
                  </a:lnTo>
                  <a:lnTo>
                    <a:pt x="40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40" y="7724"/>
                  </a:lnTo>
                  <a:lnTo>
                    <a:pt x="117" y="7917"/>
                  </a:lnTo>
                  <a:lnTo>
                    <a:pt x="233" y="8033"/>
                  </a:lnTo>
                  <a:lnTo>
                    <a:pt x="349" y="8149"/>
                  </a:lnTo>
                  <a:lnTo>
                    <a:pt x="503" y="8226"/>
                  </a:lnTo>
                  <a:lnTo>
                    <a:pt x="619" y="8264"/>
                  </a:lnTo>
                  <a:lnTo>
                    <a:pt x="928" y="8342"/>
                  </a:lnTo>
                  <a:lnTo>
                    <a:pt x="1275" y="8342"/>
                  </a:lnTo>
                  <a:lnTo>
                    <a:pt x="1623" y="8303"/>
                  </a:lnTo>
                  <a:lnTo>
                    <a:pt x="1932" y="8187"/>
                  </a:lnTo>
                  <a:lnTo>
                    <a:pt x="2550" y="7994"/>
                  </a:lnTo>
                  <a:lnTo>
                    <a:pt x="3554" y="7531"/>
                  </a:lnTo>
                  <a:lnTo>
                    <a:pt x="4519" y="6990"/>
                  </a:lnTo>
                  <a:lnTo>
                    <a:pt x="5446" y="6372"/>
                  </a:lnTo>
                  <a:lnTo>
                    <a:pt x="5909" y="6063"/>
                  </a:lnTo>
                  <a:lnTo>
                    <a:pt x="6334" y="5716"/>
                  </a:lnTo>
                  <a:lnTo>
                    <a:pt x="6527" y="6102"/>
                  </a:lnTo>
                  <a:lnTo>
                    <a:pt x="6643" y="6295"/>
                  </a:lnTo>
                  <a:lnTo>
                    <a:pt x="6759" y="6449"/>
                  </a:lnTo>
                  <a:lnTo>
                    <a:pt x="7029" y="6372"/>
                  </a:lnTo>
                  <a:lnTo>
                    <a:pt x="7029" y="6334"/>
                  </a:lnTo>
                  <a:lnTo>
                    <a:pt x="6836" y="5986"/>
                  </a:lnTo>
                  <a:lnTo>
                    <a:pt x="6759" y="5832"/>
                  </a:lnTo>
                  <a:lnTo>
                    <a:pt x="6720" y="5639"/>
                  </a:lnTo>
                  <a:lnTo>
                    <a:pt x="6720" y="5561"/>
                  </a:lnTo>
                  <a:lnTo>
                    <a:pt x="7569" y="5832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8"/>
                  </a:lnTo>
                  <a:lnTo>
                    <a:pt x="11006" y="6218"/>
                  </a:lnTo>
                  <a:lnTo>
                    <a:pt x="11470" y="6179"/>
                  </a:lnTo>
                  <a:lnTo>
                    <a:pt x="11933" y="6141"/>
                  </a:lnTo>
                  <a:lnTo>
                    <a:pt x="12358" y="5986"/>
                  </a:lnTo>
                  <a:lnTo>
                    <a:pt x="12512" y="5909"/>
                  </a:lnTo>
                  <a:lnTo>
                    <a:pt x="12667" y="5793"/>
                  </a:lnTo>
                  <a:lnTo>
                    <a:pt x="12821" y="5677"/>
                  </a:lnTo>
                  <a:lnTo>
                    <a:pt x="12898" y="5523"/>
                  </a:lnTo>
                  <a:lnTo>
                    <a:pt x="12976" y="5368"/>
                  </a:lnTo>
                  <a:lnTo>
                    <a:pt x="12976" y="5175"/>
                  </a:lnTo>
                  <a:lnTo>
                    <a:pt x="12976" y="4982"/>
                  </a:lnTo>
                  <a:lnTo>
                    <a:pt x="12898" y="4828"/>
                  </a:lnTo>
                  <a:lnTo>
                    <a:pt x="12821" y="4712"/>
                  </a:lnTo>
                  <a:lnTo>
                    <a:pt x="12744" y="4635"/>
                  </a:lnTo>
                  <a:lnTo>
                    <a:pt x="12628" y="4519"/>
                  </a:lnTo>
                  <a:lnTo>
                    <a:pt x="12474" y="4480"/>
                  </a:lnTo>
                  <a:lnTo>
                    <a:pt x="12165" y="4364"/>
                  </a:lnTo>
                  <a:lnTo>
                    <a:pt x="11817" y="4326"/>
                  </a:lnTo>
                  <a:lnTo>
                    <a:pt x="11470" y="4326"/>
                  </a:lnTo>
                  <a:lnTo>
                    <a:pt x="10890" y="4364"/>
                  </a:lnTo>
                  <a:lnTo>
                    <a:pt x="9848" y="4403"/>
                  </a:lnTo>
                  <a:lnTo>
                    <a:pt x="8844" y="4480"/>
                  </a:lnTo>
                  <a:lnTo>
                    <a:pt x="7840" y="4635"/>
                  </a:lnTo>
                  <a:lnTo>
                    <a:pt x="6836" y="4828"/>
                  </a:lnTo>
                  <a:lnTo>
                    <a:pt x="7376" y="3476"/>
                  </a:lnTo>
                  <a:lnTo>
                    <a:pt x="7647" y="2742"/>
                  </a:lnTo>
                  <a:lnTo>
                    <a:pt x="7840" y="2047"/>
                  </a:lnTo>
                  <a:lnTo>
                    <a:pt x="7917" y="1816"/>
                  </a:lnTo>
                  <a:lnTo>
                    <a:pt x="7917" y="1545"/>
                  </a:lnTo>
                  <a:lnTo>
                    <a:pt x="7917" y="1314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9"/>
                  </a:lnTo>
                  <a:lnTo>
                    <a:pt x="7531" y="426"/>
                  </a:lnTo>
                  <a:lnTo>
                    <a:pt x="7338" y="271"/>
                  </a:lnTo>
                  <a:lnTo>
                    <a:pt x="7261" y="155"/>
                  </a:lnTo>
                  <a:lnTo>
                    <a:pt x="7145" y="78"/>
                  </a:lnTo>
                  <a:lnTo>
                    <a:pt x="695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22"/>
            <p:cNvSpPr/>
            <p:nvPr/>
          </p:nvSpPr>
          <p:spPr>
            <a:xfrm>
              <a:off x="6760175" y="920450"/>
              <a:ext cx="375550" cy="387150"/>
            </a:xfrm>
            <a:custGeom>
              <a:avLst/>
              <a:gdLst/>
              <a:ahLst/>
              <a:cxnLst/>
              <a:rect l="l" t="t" r="r" b="b"/>
              <a:pathLst>
                <a:path w="15022" h="15486" extrusionOk="0">
                  <a:moveTo>
                    <a:pt x="7491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2" y="850"/>
                  </a:lnTo>
                  <a:lnTo>
                    <a:pt x="10194" y="1044"/>
                  </a:lnTo>
                  <a:lnTo>
                    <a:pt x="10696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79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79" y="9230"/>
                  </a:lnTo>
                  <a:lnTo>
                    <a:pt x="4170" y="10041"/>
                  </a:lnTo>
                  <a:lnTo>
                    <a:pt x="3977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91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8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91" y="503"/>
                  </a:lnTo>
                  <a:close/>
                  <a:moveTo>
                    <a:pt x="11971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52" y="3206"/>
                  </a:lnTo>
                  <a:lnTo>
                    <a:pt x="13322" y="3669"/>
                  </a:lnTo>
                  <a:lnTo>
                    <a:pt x="13592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7" y="6797"/>
                  </a:lnTo>
                  <a:lnTo>
                    <a:pt x="12164" y="6952"/>
                  </a:lnTo>
                  <a:lnTo>
                    <a:pt x="11391" y="7145"/>
                  </a:lnTo>
                  <a:lnTo>
                    <a:pt x="10658" y="7415"/>
                  </a:lnTo>
                  <a:lnTo>
                    <a:pt x="9963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7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7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1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0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719" y="12667"/>
                  </a:lnTo>
                  <a:lnTo>
                    <a:pt x="6178" y="12782"/>
                  </a:lnTo>
                  <a:lnTo>
                    <a:pt x="5676" y="12937"/>
                  </a:lnTo>
                  <a:lnTo>
                    <a:pt x="5174" y="13130"/>
                  </a:lnTo>
                  <a:lnTo>
                    <a:pt x="4672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69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4" y="4519"/>
                  </a:lnTo>
                  <a:lnTo>
                    <a:pt x="2471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80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6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58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0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8"/>
                  </a:lnTo>
                  <a:lnTo>
                    <a:pt x="3244" y="13439"/>
                  </a:lnTo>
                  <a:lnTo>
                    <a:pt x="3166" y="13439"/>
                  </a:lnTo>
                  <a:lnTo>
                    <a:pt x="3051" y="13478"/>
                  </a:lnTo>
                  <a:lnTo>
                    <a:pt x="2973" y="13516"/>
                  </a:lnTo>
                  <a:lnTo>
                    <a:pt x="3051" y="13362"/>
                  </a:lnTo>
                  <a:lnTo>
                    <a:pt x="3166" y="13207"/>
                  </a:lnTo>
                  <a:lnTo>
                    <a:pt x="3321" y="13130"/>
                  </a:lnTo>
                  <a:lnTo>
                    <a:pt x="3475" y="13014"/>
                  </a:lnTo>
                  <a:lnTo>
                    <a:pt x="3668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0" y="13362"/>
                  </a:lnTo>
                  <a:lnTo>
                    <a:pt x="11893" y="13478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7" y="14983"/>
                  </a:lnTo>
                  <a:lnTo>
                    <a:pt x="7375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3" y="14636"/>
                  </a:lnTo>
                  <a:lnTo>
                    <a:pt x="5020" y="14482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50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6" y="12860"/>
                  </a:lnTo>
                  <a:close/>
                  <a:moveTo>
                    <a:pt x="7607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84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5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9"/>
                  </a:lnTo>
                  <a:lnTo>
                    <a:pt x="270" y="9925"/>
                  </a:lnTo>
                  <a:lnTo>
                    <a:pt x="463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6" y="14134"/>
                  </a:lnTo>
                  <a:lnTo>
                    <a:pt x="3475" y="14327"/>
                  </a:lnTo>
                  <a:lnTo>
                    <a:pt x="3784" y="14520"/>
                  </a:lnTo>
                  <a:lnTo>
                    <a:pt x="4132" y="14597"/>
                  </a:lnTo>
                  <a:lnTo>
                    <a:pt x="4557" y="14829"/>
                  </a:lnTo>
                  <a:lnTo>
                    <a:pt x="4981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98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8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1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5" y="8882"/>
                  </a:lnTo>
                  <a:lnTo>
                    <a:pt x="14983" y="8303"/>
                  </a:lnTo>
                  <a:lnTo>
                    <a:pt x="15021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3" y="233"/>
                  </a:lnTo>
                  <a:lnTo>
                    <a:pt x="8766" y="117"/>
                  </a:lnTo>
                  <a:lnTo>
                    <a:pt x="8186" y="40"/>
                  </a:lnTo>
                  <a:lnTo>
                    <a:pt x="76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22"/>
            <p:cNvSpPr/>
            <p:nvPr/>
          </p:nvSpPr>
          <p:spPr>
            <a:xfrm>
              <a:off x="1177425" y="95232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8"/>
                  </a:lnTo>
                  <a:lnTo>
                    <a:pt x="23787" y="2124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47"/>
                  </a:lnTo>
                  <a:lnTo>
                    <a:pt x="23092" y="1931"/>
                  </a:lnTo>
                  <a:lnTo>
                    <a:pt x="23015" y="1815"/>
                  </a:lnTo>
                  <a:lnTo>
                    <a:pt x="22976" y="1622"/>
                  </a:lnTo>
                  <a:lnTo>
                    <a:pt x="22976" y="1429"/>
                  </a:lnTo>
                  <a:lnTo>
                    <a:pt x="23053" y="1236"/>
                  </a:lnTo>
                  <a:lnTo>
                    <a:pt x="23169" y="1081"/>
                  </a:lnTo>
                  <a:lnTo>
                    <a:pt x="23285" y="966"/>
                  </a:lnTo>
                  <a:close/>
                  <a:moveTo>
                    <a:pt x="24096" y="2394"/>
                  </a:moveTo>
                  <a:lnTo>
                    <a:pt x="24212" y="2742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784"/>
                  </a:lnTo>
                  <a:lnTo>
                    <a:pt x="24173" y="3707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3"/>
                  </a:lnTo>
                  <a:lnTo>
                    <a:pt x="23710" y="3128"/>
                  </a:lnTo>
                  <a:lnTo>
                    <a:pt x="23710" y="2896"/>
                  </a:lnTo>
                  <a:lnTo>
                    <a:pt x="23787" y="2703"/>
                  </a:lnTo>
                  <a:lnTo>
                    <a:pt x="23941" y="2549"/>
                  </a:lnTo>
                  <a:lnTo>
                    <a:pt x="24096" y="2394"/>
                  </a:lnTo>
                  <a:close/>
                  <a:moveTo>
                    <a:pt x="16180" y="4943"/>
                  </a:moveTo>
                  <a:lnTo>
                    <a:pt x="16296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66" y="5252"/>
                  </a:lnTo>
                  <a:lnTo>
                    <a:pt x="16566" y="5406"/>
                  </a:lnTo>
                  <a:lnTo>
                    <a:pt x="16296" y="5406"/>
                  </a:lnTo>
                  <a:lnTo>
                    <a:pt x="15678" y="5479"/>
                  </a:lnTo>
                  <a:lnTo>
                    <a:pt x="15678" y="5479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94" y="5136"/>
                  </a:lnTo>
                  <a:lnTo>
                    <a:pt x="15871" y="5059"/>
                  </a:lnTo>
                  <a:lnTo>
                    <a:pt x="15948" y="5020"/>
                  </a:lnTo>
                  <a:lnTo>
                    <a:pt x="16064" y="4943"/>
                  </a:lnTo>
                  <a:close/>
                  <a:moveTo>
                    <a:pt x="24443" y="4209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484"/>
                  </a:lnTo>
                  <a:lnTo>
                    <a:pt x="24057" y="5406"/>
                  </a:lnTo>
                  <a:lnTo>
                    <a:pt x="23903" y="5252"/>
                  </a:lnTo>
                  <a:lnTo>
                    <a:pt x="23826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903" y="4595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09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04"/>
                  </a:lnTo>
                  <a:lnTo>
                    <a:pt x="17995" y="4982"/>
                  </a:lnTo>
                  <a:lnTo>
                    <a:pt x="18111" y="5175"/>
                  </a:lnTo>
                  <a:lnTo>
                    <a:pt x="18149" y="5406"/>
                  </a:lnTo>
                  <a:lnTo>
                    <a:pt x="18072" y="5599"/>
                  </a:lnTo>
                  <a:lnTo>
                    <a:pt x="17570" y="5484"/>
                  </a:lnTo>
                  <a:lnTo>
                    <a:pt x="17029" y="5406"/>
                  </a:lnTo>
                  <a:lnTo>
                    <a:pt x="17068" y="5290"/>
                  </a:lnTo>
                  <a:lnTo>
                    <a:pt x="17107" y="5136"/>
                  </a:lnTo>
                  <a:lnTo>
                    <a:pt x="17184" y="5020"/>
                  </a:lnTo>
                  <a:lnTo>
                    <a:pt x="17300" y="4943"/>
                  </a:lnTo>
                  <a:lnTo>
                    <a:pt x="17416" y="4866"/>
                  </a:lnTo>
                  <a:lnTo>
                    <a:pt x="17531" y="4827"/>
                  </a:lnTo>
                  <a:close/>
                  <a:moveTo>
                    <a:pt x="14597" y="5290"/>
                  </a:moveTo>
                  <a:lnTo>
                    <a:pt x="14713" y="5329"/>
                  </a:lnTo>
                  <a:lnTo>
                    <a:pt x="14828" y="5368"/>
                  </a:lnTo>
                  <a:lnTo>
                    <a:pt x="14944" y="5445"/>
                  </a:lnTo>
                  <a:lnTo>
                    <a:pt x="15021" y="5522"/>
                  </a:lnTo>
                  <a:lnTo>
                    <a:pt x="15060" y="5638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24"/>
                  </a:lnTo>
                  <a:lnTo>
                    <a:pt x="14056" y="5792"/>
                  </a:lnTo>
                  <a:lnTo>
                    <a:pt x="14133" y="5599"/>
                  </a:lnTo>
                  <a:lnTo>
                    <a:pt x="14249" y="5406"/>
                  </a:lnTo>
                  <a:lnTo>
                    <a:pt x="14365" y="5368"/>
                  </a:lnTo>
                  <a:lnTo>
                    <a:pt x="14481" y="5329"/>
                  </a:lnTo>
                  <a:lnTo>
                    <a:pt x="14597" y="5290"/>
                  </a:lnTo>
                  <a:close/>
                  <a:moveTo>
                    <a:pt x="19115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85" y="5792"/>
                  </a:lnTo>
                  <a:lnTo>
                    <a:pt x="19385" y="5986"/>
                  </a:lnTo>
                  <a:lnTo>
                    <a:pt x="19346" y="6140"/>
                  </a:lnTo>
                  <a:lnTo>
                    <a:pt x="18613" y="5792"/>
                  </a:lnTo>
                  <a:lnTo>
                    <a:pt x="18651" y="5715"/>
                  </a:lnTo>
                  <a:lnTo>
                    <a:pt x="18690" y="5638"/>
                  </a:lnTo>
                  <a:lnTo>
                    <a:pt x="18844" y="5522"/>
                  </a:lnTo>
                  <a:lnTo>
                    <a:pt x="18999" y="5484"/>
                  </a:lnTo>
                  <a:close/>
                  <a:moveTo>
                    <a:pt x="20350" y="6063"/>
                  </a:moveTo>
                  <a:lnTo>
                    <a:pt x="20466" y="6101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52" y="6719"/>
                  </a:lnTo>
                  <a:lnTo>
                    <a:pt x="20891" y="6912"/>
                  </a:lnTo>
                  <a:lnTo>
                    <a:pt x="20891" y="6912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48" y="6256"/>
                  </a:lnTo>
                  <a:lnTo>
                    <a:pt x="19887" y="6179"/>
                  </a:lnTo>
                  <a:lnTo>
                    <a:pt x="20003" y="6101"/>
                  </a:lnTo>
                  <a:lnTo>
                    <a:pt x="20080" y="6063"/>
                  </a:lnTo>
                  <a:close/>
                  <a:moveTo>
                    <a:pt x="23748" y="5870"/>
                  </a:moveTo>
                  <a:lnTo>
                    <a:pt x="23941" y="5947"/>
                  </a:lnTo>
                  <a:lnTo>
                    <a:pt x="24019" y="5986"/>
                  </a:lnTo>
                  <a:lnTo>
                    <a:pt x="24096" y="5986"/>
                  </a:lnTo>
                  <a:lnTo>
                    <a:pt x="23941" y="6294"/>
                  </a:lnTo>
                  <a:lnTo>
                    <a:pt x="23748" y="6526"/>
                  </a:lnTo>
                  <a:lnTo>
                    <a:pt x="23517" y="6758"/>
                  </a:lnTo>
                  <a:lnTo>
                    <a:pt x="23246" y="6951"/>
                  </a:lnTo>
                  <a:lnTo>
                    <a:pt x="23208" y="6912"/>
                  </a:lnTo>
                  <a:lnTo>
                    <a:pt x="23092" y="6719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9"/>
                  </a:lnTo>
                  <a:lnTo>
                    <a:pt x="23131" y="6063"/>
                  </a:lnTo>
                  <a:lnTo>
                    <a:pt x="23208" y="5986"/>
                  </a:lnTo>
                  <a:lnTo>
                    <a:pt x="23285" y="5908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2"/>
                  </a:lnTo>
                  <a:lnTo>
                    <a:pt x="12627" y="6796"/>
                  </a:lnTo>
                  <a:lnTo>
                    <a:pt x="12627" y="6642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98" y="6179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681"/>
                  </a:lnTo>
                  <a:lnTo>
                    <a:pt x="22629" y="6835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05"/>
                  </a:lnTo>
                  <a:lnTo>
                    <a:pt x="22551" y="7221"/>
                  </a:lnTo>
                  <a:lnTo>
                    <a:pt x="22165" y="7221"/>
                  </a:lnTo>
                  <a:lnTo>
                    <a:pt x="21779" y="7183"/>
                  </a:lnTo>
                  <a:lnTo>
                    <a:pt x="21393" y="7105"/>
                  </a:lnTo>
                  <a:lnTo>
                    <a:pt x="21509" y="6912"/>
                  </a:lnTo>
                  <a:lnTo>
                    <a:pt x="21625" y="6719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376"/>
                  </a:moveTo>
                  <a:lnTo>
                    <a:pt x="12473" y="7414"/>
                  </a:lnTo>
                  <a:lnTo>
                    <a:pt x="12125" y="7955"/>
                  </a:lnTo>
                  <a:lnTo>
                    <a:pt x="11816" y="8534"/>
                  </a:lnTo>
                  <a:lnTo>
                    <a:pt x="11701" y="8341"/>
                  </a:lnTo>
                  <a:lnTo>
                    <a:pt x="11662" y="8071"/>
                  </a:lnTo>
                  <a:lnTo>
                    <a:pt x="11662" y="7955"/>
                  </a:lnTo>
                  <a:lnTo>
                    <a:pt x="11701" y="7800"/>
                  </a:lnTo>
                  <a:lnTo>
                    <a:pt x="11739" y="7685"/>
                  </a:lnTo>
                  <a:lnTo>
                    <a:pt x="11816" y="7607"/>
                  </a:lnTo>
                  <a:lnTo>
                    <a:pt x="11932" y="7492"/>
                  </a:lnTo>
                  <a:lnTo>
                    <a:pt x="12048" y="7453"/>
                  </a:lnTo>
                  <a:lnTo>
                    <a:pt x="12164" y="7414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94" y="9384"/>
                  </a:lnTo>
                  <a:lnTo>
                    <a:pt x="2472" y="9461"/>
                  </a:lnTo>
                  <a:lnTo>
                    <a:pt x="2549" y="9538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9963"/>
                  </a:lnTo>
                  <a:lnTo>
                    <a:pt x="2124" y="9886"/>
                  </a:lnTo>
                  <a:lnTo>
                    <a:pt x="1661" y="9847"/>
                  </a:lnTo>
                  <a:lnTo>
                    <a:pt x="1699" y="9731"/>
                  </a:lnTo>
                  <a:lnTo>
                    <a:pt x="1738" y="9615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lnTo>
                    <a:pt x="2124" y="9345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01"/>
                  </a:lnTo>
                  <a:lnTo>
                    <a:pt x="11276" y="10272"/>
                  </a:lnTo>
                  <a:lnTo>
                    <a:pt x="11237" y="10233"/>
                  </a:lnTo>
                  <a:lnTo>
                    <a:pt x="11083" y="10040"/>
                  </a:lnTo>
                  <a:lnTo>
                    <a:pt x="10967" y="9808"/>
                  </a:lnTo>
                  <a:lnTo>
                    <a:pt x="10928" y="9693"/>
                  </a:lnTo>
                  <a:lnTo>
                    <a:pt x="10928" y="9538"/>
                  </a:lnTo>
                  <a:lnTo>
                    <a:pt x="10967" y="9422"/>
                  </a:lnTo>
                  <a:lnTo>
                    <a:pt x="11006" y="9306"/>
                  </a:lnTo>
                  <a:lnTo>
                    <a:pt x="11121" y="9152"/>
                  </a:lnTo>
                  <a:lnTo>
                    <a:pt x="11276" y="9036"/>
                  </a:lnTo>
                  <a:lnTo>
                    <a:pt x="11469" y="8997"/>
                  </a:lnTo>
                  <a:close/>
                  <a:moveTo>
                    <a:pt x="3785" y="9731"/>
                  </a:moveTo>
                  <a:lnTo>
                    <a:pt x="3900" y="9770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71" y="10117"/>
                  </a:lnTo>
                  <a:lnTo>
                    <a:pt x="4171" y="10233"/>
                  </a:lnTo>
                  <a:lnTo>
                    <a:pt x="4171" y="10388"/>
                  </a:lnTo>
                  <a:lnTo>
                    <a:pt x="4132" y="10503"/>
                  </a:lnTo>
                  <a:lnTo>
                    <a:pt x="4055" y="10619"/>
                  </a:lnTo>
                  <a:lnTo>
                    <a:pt x="3900" y="10542"/>
                  </a:lnTo>
                  <a:lnTo>
                    <a:pt x="3514" y="10310"/>
                  </a:lnTo>
                  <a:lnTo>
                    <a:pt x="3089" y="10117"/>
                  </a:lnTo>
                  <a:lnTo>
                    <a:pt x="3167" y="10001"/>
                  </a:lnTo>
                  <a:lnTo>
                    <a:pt x="3244" y="9886"/>
                  </a:lnTo>
                  <a:lnTo>
                    <a:pt x="3360" y="9808"/>
                  </a:lnTo>
                  <a:lnTo>
                    <a:pt x="3514" y="9770"/>
                  </a:lnTo>
                  <a:lnTo>
                    <a:pt x="3630" y="9731"/>
                  </a:lnTo>
                  <a:close/>
                  <a:moveTo>
                    <a:pt x="4827" y="10619"/>
                  </a:moveTo>
                  <a:lnTo>
                    <a:pt x="4943" y="10658"/>
                  </a:lnTo>
                  <a:lnTo>
                    <a:pt x="5020" y="10697"/>
                  </a:lnTo>
                  <a:lnTo>
                    <a:pt x="5097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890"/>
                  </a:lnTo>
                  <a:lnTo>
                    <a:pt x="4441" y="10812"/>
                  </a:lnTo>
                  <a:lnTo>
                    <a:pt x="4518" y="10735"/>
                  </a:lnTo>
                  <a:lnTo>
                    <a:pt x="4673" y="10658"/>
                  </a:lnTo>
                  <a:lnTo>
                    <a:pt x="4827" y="10619"/>
                  </a:lnTo>
                  <a:close/>
                  <a:moveTo>
                    <a:pt x="11160" y="10619"/>
                  </a:moveTo>
                  <a:lnTo>
                    <a:pt x="10967" y="11199"/>
                  </a:lnTo>
                  <a:lnTo>
                    <a:pt x="10735" y="11739"/>
                  </a:lnTo>
                  <a:lnTo>
                    <a:pt x="10697" y="11662"/>
                  </a:lnTo>
                  <a:lnTo>
                    <a:pt x="10504" y="11507"/>
                  </a:lnTo>
                  <a:lnTo>
                    <a:pt x="10426" y="11314"/>
                  </a:lnTo>
                  <a:lnTo>
                    <a:pt x="10388" y="11121"/>
                  </a:lnTo>
                  <a:lnTo>
                    <a:pt x="10465" y="10928"/>
                  </a:lnTo>
                  <a:lnTo>
                    <a:pt x="10581" y="10774"/>
                  </a:lnTo>
                  <a:lnTo>
                    <a:pt x="10735" y="10658"/>
                  </a:lnTo>
                  <a:lnTo>
                    <a:pt x="10928" y="10619"/>
                  </a:lnTo>
                  <a:close/>
                  <a:moveTo>
                    <a:pt x="5754" y="11430"/>
                  </a:moveTo>
                  <a:lnTo>
                    <a:pt x="5986" y="11469"/>
                  </a:lnTo>
                  <a:lnTo>
                    <a:pt x="6063" y="11507"/>
                  </a:lnTo>
                  <a:lnTo>
                    <a:pt x="6179" y="11546"/>
                  </a:lnTo>
                  <a:lnTo>
                    <a:pt x="6256" y="11662"/>
                  </a:lnTo>
                  <a:lnTo>
                    <a:pt x="6333" y="11739"/>
                  </a:lnTo>
                  <a:lnTo>
                    <a:pt x="6410" y="11971"/>
                  </a:lnTo>
                  <a:lnTo>
                    <a:pt x="6410" y="12203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84" y="11585"/>
                  </a:lnTo>
                  <a:lnTo>
                    <a:pt x="5561" y="11507"/>
                  </a:lnTo>
                  <a:lnTo>
                    <a:pt x="5638" y="11469"/>
                  </a:lnTo>
                  <a:lnTo>
                    <a:pt x="5754" y="11430"/>
                  </a:lnTo>
                  <a:close/>
                  <a:moveTo>
                    <a:pt x="10542" y="12009"/>
                  </a:moveTo>
                  <a:lnTo>
                    <a:pt x="10388" y="12280"/>
                  </a:lnTo>
                  <a:lnTo>
                    <a:pt x="10195" y="12511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27"/>
                  </a:lnTo>
                  <a:lnTo>
                    <a:pt x="9654" y="12473"/>
                  </a:lnTo>
                  <a:lnTo>
                    <a:pt x="9693" y="12318"/>
                  </a:lnTo>
                  <a:lnTo>
                    <a:pt x="9808" y="12203"/>
                  </a:lnTo>
                  <a:lnTo>
                    <a:pt x="9963" y="12125"/>
                  </a:lnTo>
                  <a:lnTo>
                    <a:pt x="10156" y="12087"/>
                  </a:lnTo>
                  <a:lnTo>
                    <a:pt x="10542" y="12009"/>
                  </a:lnTo>
                  <a:close/>
                  <a:moveTo>
                    <a:pt x="7376" y="12473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168"/>
                  </a:lnTo>
                  <a:lnTo>
                    <a:pt x="7337" y="12975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83" y="12511"/>
                  </a:lnTo>
                  <a:lnTo>
                    <a:pt x="7376" y="12473"/>
                  </a:lnTo>
                  <a:close/>
                  <a:moveTo>
                    <a:pt x="8959" y="12627"/>
                  </a:moveTo>
                  <a:lnTo>
                    <a:pt x="9113" y="12743"/>
                  </a:lnTo>
                  <a:lnTo>
                    <a:pt x="9229" y="12936"/>
                  </a:lnTo>
                  <a:lnTo>
                    <a:pt x="9268" y="13091"/>
                  </a:lnTo>
                  <a:lnTo>
                    <a:pt x="9268" y="13207"/>
                  </a:lnTo>
                  <a:lnTo>
                    <a:pt x="9036" y="13245"/>
                  </a:lnTo>
                  <a:lnTo>
                    <a:pt x="8804" y="13284"/>
                  </a:lnTo>
                  <a:lnTo>
                    <a:pt x="8302" y="13284"/>
                  </a:lnTo>
                  <a:lnTo>
                    <a:pt x="8341" y="13207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666"/>
                  </a:lnTo>
                  <a:lnTo>
                    <a:pt x="8650" y="12627"/>
                  </a:lnTo>
                  <a:close/>
                  <a:moveTo>
                    <a:pt x="22899" y="0"/>
                  </a:moveTo>
                  <a:lnTo>
                    <a:pt x="22822" y="77"/>
                  </a:lnTo>
                  <a:lnTo>
                    <a:pt x="22783" y="116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386"/>
                  </a:lnTo>
                  <a:lnTo>
                    <a:pt x="22860" y="425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629" y="1506"/>
                  </a:lnTo>
                  <a:lnTo>
                    <a:pt x="22629" y="1699"/>
                  </a:lnTo>
                  <a:lnTo>
                    <a:pt x="22629" y="1854"/>
                  </a:lnTo>
                  <a:lnTo>
                    <a:pt x="22706" y="2047"/>
                  </a:lnTo>
                  <a:lnTo>
                    <a:pt x="22860" y="2240"/>
                  </a:lnTo>
                  <a:lnTo>
                    <a:pt x="23053" y="2394"/>
                  </a:lnTo>
                  <a:lnTo>
                    <a:pt x="23285" y="2472"/>
                  </a:lnTo>
                  <a:lnTo>
                    <a:pt x="23517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44"/>
                  </a:lnTo>
                  <a:lnTo>
                    <a:pt x="23439" y="3476"/>
                  </a:lnTo>
                  <a:lnTo>
                    <a:pt x="23594" y="3707"/>
                  </a:lnTo>
                  <a:lnTo>
                    <a:pt x="23748" y="3862"/>
                  </a:lnTo>
                  <a:lnTo>
                    <a:pt x="23980" y="3978"/>
                  </a:lnTo>
                  <a:lnTo>
                    <a:pt x="23748" y="4209"/>
                  </a:lnTo>
                  <a:lnTo>
                    <a:pt x="23555" y="4441"/>
                  </a:lnTo>
                  <a:lnTo>
                    <a:pt x="23478" y="4750"/>
                  </a:lnTo>
                  <a:lnTo>
                    <a:pt x="23439" y="4866"/>
                  </a:lnTo>
                  <a:lnTo>
                    <a:pt x="23439" y="5020"/>
                  </a:lnTo>
                  <a:lnTo>
                    <a:pt x="23517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69" y="5561"/>
                  </a:lnTo>
                  <a:lnTo>
                    <a:pt x="22976" y="5677"/>
                  </a:lnTo>
                  <a:lnTo>
                    <a:pt x="22822" y="5870"/>
                  </a:lnTo>
                  <a:lnTo>
                    <a:pt x="22706" y="6101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2165" y="6179"/>
                  </a:lnTo>
                  <a:lnTo>
                    <a:pt x="21972" y="6217"/>
                  </a:lnTo>
                  <a:lnTo>
                    <a:pt x="21740" y="6256"/>
                  </a:lnTo>
                  <a:lnTo>
                    <a:pt x="21547" y="6372"/>
                  </a:lnTo>
                  <a:lnTo>
                    <a:pt x="21354" y="6565"/>
                  </a:lnTo>
                  <a:lnTo>
                    <a:pt x="21200" y="6758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5986"/>
                  </a:lnTo>
                  <a:lnTo>
                    <a:pt x="20736" y="5870"/>
                  </a:lnTo>
                  <a:lnTo>
                    <a:pt x="20582" y="5792"/>
                  </a:lnTo>
                  <a:lnTo>
                    <a:pt x="20428" y="5754"/>
                  </a:lnTo>
                  <a:lnTo>
                    <a:pt x="20080" y="5754"/>
                  </a:lnTo>
                  <a:lnTo>
                    <a:pt x="19887" y="5831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4"/>
                  </a:lnTo>
                  <a:lnTo>
                    <a:pt x="19462" y="5290"/>
                  </a:lnTo>
                  <a:lnTo>
                    <a:pt x="19385" y="5213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52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58" y="5097"/>
                  </a:lnTo>
                  <a:lnTo>
                    <a:pt x="18381" y="4982"/>
                  </a:lnTo>
                  <a:lnTo>
                    <a:pt x="18304" y="4827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6" y="4557"/>
                  </a:lnTo>
                  <a:lnTo>
                    <a:pt x="17802" y="4518"/>
                  </a:lnTo>
                  <a:lnTo>
                    <a:pt x="17531" y="4518"/>
                  </a:lnTo>
                  <a:lnTo>
                    <a:pt x="17377" y="4557"/>
                  </a:lnTo>
                  <a:lnTo>
                    <a:pt x="17261" y="4634"/>
                  </a:lnTo>
                  <a:lnTo>
                    <a:pt x="17145" y="4711"/>
                  </a:lnTo>
                  <a:lnTo>
                    <a:pt x="17029" y="4827"/>
                  </a:lnTo>
                  <a:lnTo>
                    <a:pt x="16875" y="5059"/>
                  </a:lnTo>
                  <a:lnTo>
                    <a:pt x="16759" y="4904"/>
                  </a:lnTo>
                  <a:lnTo>
                    <a:pt x="16605" y="4788"/>
                  </a:lnTo>
                  <a:lnTo>
                    <a:pt x="16450" y="4673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27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290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29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43"/>
                  </a:lnTo>
                  <a:lnTo>
                    <a:pt x="14288" y="5020"/>
                  </a:lnTo>
                  <a:lnTo>
                    <a:pt x="14172" y="5059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22"/>
                  </a:lnTo>
                  <a:lnTo>
                    <a:pt x="13786" y="5831"/>
                  </a:lnTo>
                  <a:lnTo>
                    <a:pt x="13593" y="5715"/>
                  </a:lnTo>
                  <a:lnTo>
                    <a:pt x="13361" y="5677"/>
                  </a:lnTo>
                  <a:lnTo>
                    <a:pt x="13168" y="5677"/>
                  </a:lnTo>
                  <a:lnTo>
                    <a:pt x="12936" y="5715"/>
                  </a:lnTo>
                  <a:lnTo>
                    <a:pt x="12743" y="5831"/>
                  </a:lnTo>
                  <a:lnTo>
                    <a:pt x="12627" y="5908"/>
                  </a:lnTo>
                  <a:lnTo>
                    <a:pt x="12511" y="6063"/>
                  </a:lnTo>
                  <a:lnTo>
                    <a:pt x="12434" y="6179"/>
                  </a:lnTo>
                  <a:lnTo>
                    <a:pt x="12357" y="6333"/>
                  </a:lnTo>
                  <a:lnTo>
                    <a:pt x="12357" y="6488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6990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376"/>
                  </a:lnTo>
                  <a:lnTo>
                    <a:pt x="11430" y="7530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314" y="7994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18"/>
                  </a:lnTo>
                  <a:lnTo>
                    <a:pt x="11507" y="8573"/>
                  </a:lnTo>
                  <a:lnTo>
                    <a:pt x="11237" y="8650"/>
                  </a:lnTo>
                  <a:lnTo>
                    <a:pt x="10967" y="8766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619" y="9770"/>
                  </a:lnTo>
                  <a:lnTo>
                    <a:pt x="10697" y="10001"/>
                  </a:lnTo>
                  <a:lnTo>
                    <a:pt x="10851" y="10233"/>
                  </a:lnTo>
                  <a:lnTo>
                    <a:pt x="10619" y="10272"/>
                  </a:lnTo>
                  <a:lnTo>
                    <a:pt x="10426" y="10388"/>
                  </a:lnTo>
                  <a:lnTo>
                    <a:pt x="10272" y="10581"/>
                  </a:lnTo>
                  <a:lnTo>
                    <a:pt x="10117" y="10774"/>
                  </a:lnTo>
                  <a:lnTo>
                    <a:pt x="10079" y="10967"/>
                  </a:lnTo>
                  <a:lnTo>
                    <a:pt x="10040" y="11199"/>
                  </a:lnTo>
                  <a:lnTo>
                    <a:pt x="10079" y="11469"/>
                  </a:lnTo>
                  <a:lnTo>
                    <a:pt x="10195" y="11662"/>
                  </a:lnTo>
                  <a:lnTo>
                    <a:pt x="9924" y="11739"/>
                  </a:lnTo>
                  <a:lnTo>
                    <a:pt x="9693" y="11816"/>
                  </a:lnTo>
                  <a:lnTo>
                    <a:pt x="9500" y="11971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57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18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164"/>
                  </a:lnTo>
                  <a:lnTo>
                    <a:pt x="6990" y="12241"/>
                  </a:lnTo>
                  <a:lnTo>
                    <a:pt x="6796" y="12396"/>
                  </a:lnTo>
                  <a:lnTo>
                    <a:pt x="6796" y="12048"/>
                  </a:lnTo>
                  <a:lnTo>
                    <a:pt x="6758" y="11855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392"/>
                  </a:lnTo>
                  <a:lnTo>
                    <a:pt x="6410" y="11276"/>
                  </a:lnTo>
                  <a:lnTo>
                    <a:pt x="6256" y="11199"/>
                  </a:lnTo>
                  <a:lnTo>
                    <a:pt x="6063" y="11160"/>
                  </a:lnTo>
                  <a:lnTo>
                    <a:pt x="5870" y="11121"/>
                  </a:lnTo>
                  <a:lnTo>
                    <a:pt x="5715" y="11160"/>
                  </a:lnTo>
                  <a:lnTo>
                    <a:pt x="5522" y="11199"/>
                  </a:lnTo>
                  <a:lnTo>
                    <a:pt x="5522" y="10928"/>
                  </a:lnTo>
                  <a:lnTo>
                    <a:pt x="5445" y="10697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49"/>
                  </a:lnTo>
                  <a:lnTo>
                    <a:pt x="4943" y="10310"/>
                  </a:lnTo>
                  <a:lnTo>
                    <a:pt x="4673" y="10310"/>
                  </a:lnTo>
                  <a:lnTo>
                    <a:pt x="4557" y="10349"/>
                  </a:lnTo>
                  <a:lnTo>
                    <a:pt x="4518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09" y="9577"/>
                  </a:lnTo>
                  <a:lnTo>
                    <a:pt x="4093" y="9461"/>
                  </a:lnTo>
                  <a:lnTo>
                    <a:pt x="3900" y="9422"/>
                  </a:lnTo>
                  <a:lnTo>
                    <a:pt x="3746" y="9384"/>
                  </a:lnTo>
                  <a:lnTo>
                    <a:pt x="3591" y="9422"/>
                  </a:lnTo>
                  <a:lnTo>
                    <a:pt x="3437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31"/>
                  </a:lnTo>
                  <a:lnTo>
                    <a:pt x="2974" y="9615"/>
                  </a:lnTo>
                  <a:lnTo>
                    <a:pt x="2896" y="9422"/>
                  </a:lnTo>
                  <a:lnTo>
                    <a:pt x="2781" y="9268"/>
                  </a:lnTo>
                  <a:lnTo>
                    <a:pt x="2626" y="9113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8997"/>
                  </a:lnTo>
                  <a:lnTo>
                    <a:pt x="1854" y="9075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499"/>
                  </a:lnTo>
                  <a:lnTo>
                    <a:pt x="1390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272"/>
                  </a:lnTo>
                  <a:lnTo>
                    <a:pt x="386" y="10426"/>
                  </a:lnTo>
                  <a:lnTo>
                    <a:pt x="271" y="10542"/>
                  </a:lnTo>
                  <a:lnTo>
                    <a:pt x="116" y="10851"/>
                  </a:lnTo>
                  <a:lnTo>
                    <a:pt x="39" y="11199"/>
                  </a:lnTo>
                  <a:lnTo>
                    <a:pt x="0" y="11546"/>
                  </a:lnTo>
                  <a:lnTo>
                    <a:pt x="77" y="11894"/>
                  </a:lnTo>
                  <a:lnTo>
                    <a:pt x="193" y="12241"/>
                  </a:lnTo>
                  <a:lnTo>
                    <a:pt x="386" y="12511"/>
                  </a:lnTo>
                  <a:lnTo>
                    <a:pt x="618" y="12782"/>
                  </a:lnTo>
                  <a:lnTo>
                    <a:pt x="811" y="12898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124" y="13091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11"/>
                  </a:lnTo>
                  <a:lnTo>
                    <a:pt x="3360" y="12203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39"/>
                  </a:lnTo>
                  <a:lnTo>
                    <a:pt x="3283" y="11739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50"/>
                  </a:lnTo>
                  <a:lnTo>
                    <a:pt x="2047" y="12666"/>
                  </a:lnTo>
                  <a:lnTo>
                    <a:pt x="1429" y="12666"/>
                  </a:lnTo>
                  <a:lnTo>
                    <a:pt x="1159" y="12550"/>
                  </a:lnTo>
                  <a:lnTo>
                    <a:pt x="966" y="12434"/>
                  </a:lnTo>
                  <a:lnTo>
                    <a:pt x="811" y="12318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55"/>
                  </a:lnTo>
                  <a:lnTo>
                    <a:pt x="502" y="11701"/>
                  </a:lnTo>
                  <a:lnTo>
                    <a:pt x="502" y="11546"/>
                  </a:lnTo>
                  <a:lnTo>
                    <a:pt x="502" y="11353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927" y="10619"/>
                  </a:lnTo>
                  <a:lnTo>
                    <a:pt x="1043" y="10503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317" y="10349"/>
                  </a:lnTo>
                  <a:lnTo>
                    <a:pt x="2587" y="10426"/>
                  </a:lnTo>
                  <a:lnTo>
                    <a:pt x="2858" y="10503"/>
                  </a:lnTo>
                  <a:lnTo>
                    <a:pt x="3128" y="10619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908" y="12666"/>
                  </a:lnTo>
                  <a:lnTo>
                    <a:pt x="6294" y="12936"/>
                  </a:lnTo>
                  <a:lnTo>
                    <a:pt x="6681" y="13207"/>
                  </a:lnTo>
                  <a:lnTo>
                    <a:pt x="7105" y="13400"/>
                  </a:lnTo>
                  <a:lnTo>
                    <a:pt x="7530" y="13593"/>
                  </a:lnTo>
                  <a:lnTo>
                    <a:pt x="7994" y="13708"/>
                  </a:lnTo>
                  <a:lnTo>
                    <a:pt x="8457" y="13786"/>
                  </a:lnTo>
                  <a:lnTo>
                    <a:pt x="8920" y="13747"/>
                  </a:lnTo>
                  <a:lnTo>
                    <a:pt x="9345" y="13670"/>
                  </a:lnTo>
                  <a:lnTo>
                    <a:pt x="9731" y="13515"/>
                  </a:lnTo>
                  <a:lnTo>
                    <a:pt x="10079" y="13322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34"/>
                  </a:lnTo>
                  <a:lnTo>
                    <a:pt x="11121" y="12087"/>
                  </a:lnTo>
                  <a:lnTo>
                    <a:pt x="11314" y="11739"/>
                  </a:lnTo>
                  <a:lnTo>
                    <a:pt x="11507" y="11199"/>
                  </a:lnTo>
                  <a:lnTo>
                    <a:pt x="11662" y="10658"/>
                  </a:lnTo>
                  <a:lnTo>
                    <a:pt x="11971" y="9615"/>
                  </a:lnTo>
                  <a:lnTo>
                    <a:pt x="12164" y="9075"/>
                  </a:lnTo>
                  <a:lnTo>
                    <a:pt x="12357" y="8573"/>
                  </a:lnTo>
                  <a:lnTo>
                    <a:pt x="12627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51"/>
                  </a:lnTo>
                  <a:lnTo>
                    <a:pt x="14017" y="6681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6"/>
                  </a:lnTo>
                  <a:lnTo>
                    <a:pt x="16296" y="5908"/>
                  </a:lnTo>
                  <a:lnTo>
                    <a:pt x="16914" y="5908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2"/>
                  </a:lnTo>
                  <a:lnTo>
                    <a:pt x="21316" y="7607"/>
                  </a:lnTo>
                  <a:lnTo>
                    <a:pt x="21740" y="7685"/>
                  </a:lnTo>
                  <a:lnTo>
                    <a:pt x="22165" y="7723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492"/>
                  </a:lnTo>
                  <a:lnTo>
                    <a:pt x="23748" y="7260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870"/>
                  </a:lnTo>
                  <a:lnTo>
                    <a:pt x="24907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171"/>
                  </a:lnTo>
                  <a:lnTo>
                    <a:pt x="24984" y="3707"/>
                  </a:lnTo>
                  <a:lnTo>
                    <a:pt x="24907" y="3283"/>
                  </a:lnTo>
                  <a:lnTo>
                    <a:pt x="24791" y="2819"/>
                  </a:lnTo>
                  <a:lnTo>
                    <a:pt x="24637" y="2394"/>
                  </a:lnTo>
                  <a:lnTo>
                    <a:pt x="24482" y="1970"/>
                  </a:lnTo>
                  <a:lnTo>
                    <a:pt x="24250" y="1545"/>
                  </a:lnTo>
                  <a:lnTo>
                    <a:pt x="24057" y="1159"/>
                  </a:lnTo>
                  <a:lnTo>
                    <a:pt x="23826" y="811"/>
                  </a:lnTo>
                  <a:lnTo>
                    <a:pt x="23941" y="348"/>
                  </a:lnTo>
                  <a:lnTo>
                    <a:pt x="23594" y="193"/>
                  </a:lnTo>
                  <a:lnTo>
                    <a:pt x="23208" y="77"/>
                  </a:lnTo>
                  <a:lnTo>
                    <a:pt x="23169" y="39"/>
                  </a:lnTo>
                  <a:lnTo>
                    <a:pt x="2309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22"/>
            <p:cNvSpPr/>
            <p:nvPr/>
          </p:nvSpPr>
          <p:spPr>
            <a:xfrm>
              <a:off x="3792600" y="9600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1"/>
                  </a:lnTo>
                  <a:lnTo>
                    <a:pt x="23479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3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4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7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1"/>
                  </a:lnTo>
                  <a:lnTo>
                    <a:pt x="23865" y="3514"/>
                  </a:lnTo>
                  <a:lnTo>
                    <a:pt x="23788" y="3398"/>
                  </a:lnTo>
                  <a:lnTo>
                    <a:pt x="23749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7"/>
                  </a:lnTo>
                  <a:lnTo>
                    <a:pt x="24097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0"/>
                  </a:lnTo>
                  <a:lnTo>
                    <a:pt x="16567" y="5406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3"/>
                  </a:lnTo>
                  <a:lnTo>
                    <a:pt x="15679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7"/>
                  </a:lnTo>
                  <a:lnTo>
                    <a:pt x="15949" y="5020"/>
                  </a:lnTo>
                  <a:lnTo>
                    <a:pt x="16065" y="4981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7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4" y="5290"/>
                  </a:lnTo>
                  <a:lnTo>
                    <a:pt x="23826" y="5097"/>
                  </a:lnTo>
                  <a:lnTo>
                    <a:pt x="23788" y="4981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0"/>
                  </a:lnTo>
                  <a:lnTo>
                    <a:pt x="17107" y="5175"/>
                  </a:lnTo>
                  <a:lnTo>
                    <a:pt x="17185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1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599"/>
                  </a:lnTo>
                  <a:lnTo>
                    <a:pt x="14250" y="5445"/>
                  </a:lnTo>
                  <a:lnTo>
                    <a:pt x="14366" y="5368"/>
                  </a:lnTo>
                  <a:lnTo>
                    <a:pt x="14443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3" y="5561"/>
                  </a:lnTo>
                  <a:lnTo>
                    <a:pt x="19308" y="5677"/>
                  </a:lnTo>
                  <a:lnTo>
                    <a:pt x="19386" y="5831"/>
                  </a:lnTo>
                  <a:lnTo>
                    <a:pt x="19386" y="5985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1" y="5677"/>
                  </a:lnTo>
                  <a:lnTo>
                    <a:pt x="18845" y="5522"/>
                  </a:lnTo>
                  <a:lnTo>
                    <a:pt x="18999" y="5483"/>
                  </a:lnTo>
                  <a:close/>
                  <a:moveTo>
                    <a:pt x="20197" y="6063"/>
                  </a:moveTo>
                  <a:lnTo>
                    <a:pt x="20351" y="6101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9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2" y="6951"/>
                  </a:lnTo>
                  <a:lnTo>
                    <a:pt x="20467" y="6758"/>
                  </a:lnTo>
                  <a:lnTo>
                    <a:pt x="20081" y="6565"/>
                  </a:lnTo>
                  <a:lnTo>
                    <a:pt x="19810" y="6410"/>
                  </a:lnTo>
                  <a:lnTo>
                    <a:pt x="19849" y="6294"/>
                  </a:lnTo>
                  <a:lnTo>
                    <a:pt x="19888" y="6179"/>
                  </a:lnTo>
                  <a:lnTo>
                    <a:pt x="20003" y="6140"/>
                  </a:lnTo>
                  <a:lnTo>
                    <a:pt x="20081" y="6101"/>
                  </a:lnTo>
                  <a:lnTo>
                    <a:pt x="20197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2" y="5985"/>
                  </a:lnTo>
                  <a:lnTo>
                    <a:pt x="24019" y="6024"/>
                  </a:lnTo>
                  <a:lnTo>
                    <a:pt x="24097" y="6024"/>
                  </a:lnTo>
                  <a:lnTo>
                    <a:pt x="23942" y="6294"/>
                  </a:lnTo>
                  <a:lnTo>
                    <a:pt x="23749" y="6565"/>
                  </a:lnTo>
                  <a:lnTo>
                    <a:pt x="23517" y="6796"/>
                  </a:lnTo>
                  <a:lnTo>
                    <a:pt x="23247" y="6989"/>
                  </a:lnTo>
                  <a:lnTo>
                    <a:pt x="23208" y="6951"/>
                  </a:lnTo>
                  <a:lnTo>
                    <a:pt x="23093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4" y="6179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1"/>
                  </a:moveTo>
                  <a:lnTo>
                    <a:pt x="13478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9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7" y="6951"/>
                  </a:lnTo>
                  <a:lnTo>
                    <a:pt x="12628" y="6796"/>
                  </a:lnTo>
                  <a:lnTo>
                    <a:pt x="12628" y="6681"/>
                  </a:lnTo>
                  <a:lnTo>
                    <a:pt x="12667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1"/>
                  </a:lnTo>
                  <a:close/>
                  <a:moveTo>
                    <a:pt x="22166" y="6565"/>
                  </a:moveTo>
                  <a:lnTo>
                    <a:pt x="22282" y="6603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5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4" y="7105"/>
                  </a:lnTo>
                  <a:lnTo>
                    <a:pt x="21471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50" y="6565"/>
                  </a:lnTo>
                  <a:close/>
                  <a:moveTo>
                    <a:pt x="12280" y="7414"/>
                  </a:moveTo>
                  <a:lnTo>
                    <a:pt x="12474" y="7453"/>
                  </a:lnTo>
                  <a:lnTo>
                    <a:pt x="12126" y="7993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3" y="8109"/>
                  </a:lnTo>
                  <a:lnTo>
                    <a:pt x="11663" y="7955"/>
                  </a:lnTo>
                  <a:lnTo>
                    <a:pt x="11663" y="7839"/>
                  </a:lnTo>
                  <a:lnTo>
                    <a:pt x="11740" y="7723"/>
                  </a:lnTo>
                  <a:lnTo>
                    <a:pt x="11817" y="7607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5" y="7414"/>
                  </a:lnTo>
                  <a:close/>
                  <a:moveTo>
                    <a:pt x="2241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50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1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9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3" y="8997"/>
                  </a:moveTo>
                  <a:lnTo>
                    <a:pt x="11470" y="9499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8" y="9847"/>
                  </a:lnTo>
                  <a:lnTo>
                    <a:pt x="10929" y="9692"/>
                  </a:lnTo>
                  <a:lnTo>
                    <a:pt x="10929" y="9577"/>
                  </a:lnTo>
                  <a:lnTo>
                    <a:pt x="10968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70" y="8997"/>
                  </a:lnTo>
                  <a:close/>
                  <a:moveTo>
                    <a:pt x="3785" y="9770"/>
                  </a:moveTo>
                  <a:lnTo>
                    <a:pt x="3901" y="9808"/>
                  </a:lnTo>
                  <a:lnTo>
                    <a:pt x="4017" y="9886"/>
                  </a:lnTo>
                  <a:lnTo>
                    <a:pt x="4094" y="10001"/>
                  </a:lnTo>
                  <a:lnTo>
                    <a:pt x="4133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5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4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2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1" y="10619"/>
                  </a:moveTo>
                  <a:lnTo>
                    <a:pt x="10968" y="11198"/>
                  </a:lnTo>
                  <a:lnTo>
                    <a:pt x="10736" y="11739"/>
                  </a:lnTo>
                  <a:lnTo>
                    <a:pt x="10659" y="11700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6" y="10967"/>
                  </a:lnTo>
                  <a:lnTo>
                    <a:pt x="10581" y="10812"/>
                  </a:lnTo>
                  <a:lnTo>
                    <a:pt x="10736" y="10696"/>
                  </a:lnTo>
                  <a:lnTo>
                    <a:pt x="10929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7" y="11662"/>
                  </a:lnTo>
                  <a:lnTo>
                    <a:pt x="6334" y="11778"/>
                  </a:lnTo>
                  <a:lnTo>
                    <a:pt x="6372" y="12009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0"/>
                  </a:lnTo>
                  <a:lnTo>
                    <a:pt x="5446" y="11623"/>
                  </a:lnTo>
                  <a:lnTo>
                    <a:pt x="5561" y="11546"/>
                  </a:lnTo>
                  <a:lnTo>
                    <a:pt x="5639" y="11507"/>
                  </a:lnTo>
                  <a:lnTo>
                    <a:pt x="5755" y="11469"/>
                  </a:lnTo>
                  <a:close/>
                  <a:moveTo>
                    <a:pt x="10543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1" y="12936"/>
                  </a:lnTo>
                  <a:lnTo>
                    <a:pt x="9771" y="12859"/>
                  </a:lnTo>
                  <a:lnTo>
                    <a:pt x="9655" y="12666"/>
                  </a:lnTo>
                  <a:lnTo>
                    <a:pt x="9655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4" y="12164"/>
                  </a:lnTo>
                  <a:lnTo>
                    <a:pt x="10157" y="12087"/>
                  </a:lnTo>
                  <a:lnTo>
                    <a:pt x="10543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40" y="13206"/>
                  </a:lnTo>
                  <a:lnTo>
                    <a:pt x="7338" y="13013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4" y="12627"/>
                  </a:moveTo>
                  <a:lnTo>
                    <a:pt x="8960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9" y="13206"/>
                  </a:lnTo>
                  <a:lnTo>
                    <a:pt x="9037" y="13284"/>
                  </a:lnTo>
                  <a:lnTo>
                    <a:pt x="8805" y="13322"/>
                  </a:lnTo>
                  <a:lnTo>
                    <a:pt x="8573" y="13322"/>
                  </a:lnTo>
                  <a:lnTo>
                    <a:pt x="8303" y="13284"/>
                  </a:lnTo>
                  <a:lnTo>
                    <a:pt x="8303" y="13206"/>
                  </a:lnTo>
                  <a:lnTo>
                    <a:pt x="8342" y="13013"/>
                  </a:lnTo>
                  <a:lnTo>
                    <a:pt x="8419" y="12820"/>
                  </a:lnTo>
                  <a:lnTo>
                    <a:pt x="8573" y="12704"/>
                  </a:lnTo>
                  <a:lnTo>
                    <a:pt x="8651" y="12666"/>
                  </a:lnTo>
                  <a:lnTo>
                    <a:pt x="8767" y="12627"/>
                  </a:lnTo>
                  <a:close/>
                  <a:moveTo>
                    <a:pt x="22977" y="0"/>
                  </a:moveTo>
                  <a:lnTo>
                    <a:pt x="22900" y="39"/>
                  </a:lnTo>
                  <a:lnTo>
                    <a:pt x="22822" y="77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900" y="772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1" y="1506"/>
                  </a:lnTo>
                  <a:lnTo>
                    <a:pt x="22591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1" y="2278"/>
                  </a:lnTo>
                  <a:lnTo>
                    <a:pt x="23054" y="2394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2" y="2703"/>
                  </a:lnTo>
                  <a:lnTo>
                    <a:pt x="23363" y="2896"/>
                  </a:lnTo>
                  <a:lnTo>
                    <a:pt x="23324" y="3089"/>
                  </a:lnTo>
                  <a:lnTo>
                    <a:pt x="23363" y="3282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0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79"/>
                  </a:lnTo>
                  <a:lnTo>
                    <a:pt x="23479" y="4750"/>
                  </a:lnTo>
                  <a:lnTo>
                    <a:pt x="23440" y="4904"/>
                  </a:lnTo>
                  <a:lnTo>
                    <a:pt x="23440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2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5" y="6294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4"/>
                  </a:lnTo>
                  <a:lnTo>
                    <a:pt x="21509" y="6410"/>
                  </a:lnTo>
                  <a:lnTo>
                    <a:pt x="21355" y="6565"/>
                  </a:lnTo>
                  <a:lnTo>
                    <a:pt x="21201" y="6796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8"/>
                  </a:lnTo>
                  <a:lnTo>
                    <a:pt x="20583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1" y="5792"/>
                  </a:lnTo>
                  <a:lnTo>
                    <a:pt x="19888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3"/>
                  </a:lnTo>
                  <a:lnTo>
                    <a:pt x="19463" y="5329"/>
                  </a:lnTo>
                  <a:lnTo>
                    <a:pt x="19386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0"/>
                  </a:lnTo>
                  <a:lnTo>
                    <a:pt x="18497" y="5406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2" y="4981"/>
                  </a:lnTo>
                  <a:lnTo>
                    <a:pt x="18304" y="4866"/>
                  </a:lnTo>
                  <a:lnTo>
                    <a:pt x="18189" y="4750"/>
                  </a:lnTo>
                  <a:lnTo>
                    <a:pt x="18073" y="4673"/>
                  </a:lnTo>
                  <a:lnTo>
                    <a:pt x="17957" y="4595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8" y="4595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6" y="5097"/>
                  </a:lnTo>
                  <a:lnTo>
                    <a:pt x="16760" y="4943"/>
                  </a:lnTo>
                  <a:lnTo>
                    <a:pt x="16605" y="4788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1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7" y="5175"/>
                  </a:lnTo>
                  <a:lnTo>
                    <a:pt x="15022" y="5059"/>
                  </a:lnTo>
                  <a:lnTo>
                    <a:pt x="14829" y="4981"/>
                  </a:lnTo>
                  <a:lnTo>
                    <a:pt x="14636" y="4943"/>
                  </a:lnTo>
                  <a:lnTo>
                    <a:pt x="14443" y="4981"/>
                  </a:lnTo>
                  <a:lnTo>
                    <a:pt x="14288" y="5020"/>
                  </a:lnTo>
                  <a:lnTo>
                    <a:pt x="14134" y="5097"/>
                  </a:lnTo>
                  <a:lnTo>
                    <a:pt x="14057" y="5175"/>
                  </a:lnTo>
                  <a:lnTo>
                    <a:pt x="13941" y="5290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2" y="5715"/>
                  </a:lnTo>
                  <a:lnTo>
                    <a:pt x="13169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89"/>
                  </a:lnTo>
                  <a:lnTo>
                    <a:pt x="12165" y="7028"/>
                  </a:lnTo>
                  <a:lnTo>
                    <a:pt x="11894" y="7105"/>
                  </a:lnTo>
                  <a:lnTo>
                    <a:pt x="11663" y="7221"/>
                  </a:lnTo>
                  <a:lnTo>
                    <a:pt x="11508" y="7414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3"/>
                  </a:lnTo>
                  <a:lnTo>
                    <a:pt x="11315" y="8148"/>
                  </a:lnTo>
                  <a:lnTo>
                    <a:pt x="11354" y="8302"/>
                  </a:lnTo>
                  <a:lnTo>
                    <a:pt x="11392" y="8457"/>
                  </a:lnTo>
                  <a:lnTo>
                    <a:pt x="11470" y="8611"/>
                  </a:lnTo>
                  <a:lnTo>
                    <a:pt x="11199" y="8650"/>
                  </a:lnTo>
                  <a:lnTo>
                    <a:pt x="10968" y="8804"/>
                  </a:lnTo>
                  <a:lnTo>
                    <a:pt x="10774" y="8997"/>
                  </a:lnTo>
                  <a:lnTo>
                    <a:pt x="10659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0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5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3" y="12087"/>
                  </a:lnTo>
                  <a:lnTo>
                    <a:pt x="9384" y="12202"/>
                  </a:lnTo>
                  <a:lnTo>
                    <a:pt x="9346" y="12318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8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5" y="12550"/>
                  </a:lnTo>
                  <a:lnTo>
                    <a:pt x="8187" y="12704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2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9" y="11894"/>
                  </a:lnTo>
                  <a:lnTo>
                    <a:pt x="6681" y="11700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4"/>
                  </a:lnTo>
                  <a:lnTo>
                    <a:pt x="6218" y="11198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6" y="10735"/>
                  </a:lnTo>
                  <a:lnTo>
                    <a:pt x="5330" y="10503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4" y="10310"/>
                  </a:lnTo>
                  <a:lnTo>
                    <a:pt x="4828" y="10310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6" y="9499"/>
                  </a:lnTo>
                  <a:lnTo>
                    <a:pt x="3901" y="9461"/>
                  </a:lnTo>
                  <a:lnTo>
                    <a:pt x="3747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5"/>
                  </a:lnTo>
                  <a:lnTo>
                    <a:pt x="3013" y="9770"/>
                  </a:lnTo>
                  <a:lnTo>
                    <a:pt x="2974" y="9615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4" y="9036"/>
                  </a:lnTo>
                  <a:lnTo>
                    <a:pt x="2241" y="8997"/>
                  </a:lnTo>
                  <a:lnTo>
                    <a:pt x="2048" y="9036"/>
                  </a:lnTo>
                  <a:lnTo>
                    <a:pt x="1854" y="9113"/>
                  </a:lnTo>
                  <a:lnTo>
                    <a:pt x="1700" y="9190"/>
                  </a:lnTo>
                  <a:lnTo>
                    <a:pt x="1546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0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0"/>
                  </a:lnTo>
                  <a:lnTo>
                    <a:pt x="812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9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09"/>
                  </a:lnTo>
                  <a:lnTo>
                    <a:pt x="3554" y="11932"/>
                  </a:lnTo>
                  <a:lnTo>
                    <a:pt x="3515" y="11816"/>
                  </a:lnTo>
                  <a:lnTo>
                    <a:pt x="3438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5" y="11816"/>
                  </a:lnTo>
                  <a:lnTo>
                    <a:pt x="3052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8" y="12666"/>
                  </a:lnTo>
                  <a:lnTo>
                    <a:pt x="1739" y="12704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2"/>
                  </a:lnTo>
                  <a:lnTo>
                    <a:pt x="619" y="12048"/>
                  </a:lnTo>
                  <a:lnTo>
                    <a:pt x="542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2" y="11198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19"/>
                  </a:lnTo>
                  <a:lnTo>
                    <a:pt x="1044" y="10542"/>
                  </a:lnTo>
                  <a:lnTo>
                    <a:pt x="1237" y="10465"/>
                  </a:lnTo>
                  <a:lnTo>
                    <a:pt x="1430" y="10388"/>
                  </a:lnTo>
                  <a:lnTo>
                    <a:pt x="1739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4"/>
                  </a:lnTo>
                  <a:lnTo>
                    <a:pt x="6257" y="12975"/>
                  </a:lnTo>
                  <a:lnTo>
                    <a:pt x="6681" y="13206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8" y="13786"/>
                  </a:lnTo>
                  <a:lnTo>
                    <a:pt x="8921" y="13786"/>
                  </a:lnTo>
                  <a:lnTo>
                    <a:pt x="9346" y="13708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9" y="12782"/>
                  </a:lnTo>
                  <a:lnTo>
                    <a:pt x="10929" y="12473"/>
                  </a:lnTo>
                  <a:lnTo>
                    <a:pt x="11122" y="12125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3" y="10696"/>
                  </a:lnTo>
                  <a:lnTo>
                    <a:pt x="11972" y="9615"/>
                  </a:lnTo>
                  <a:lnTo>
                    <a:pt x="12126" y="9113"/>
                  </a:lnTo>
                  <a:lnTo>
                    <a:pt x="12358" y="8611"/>
                  </a:lnTo>
                  <a:lnTo>
                    <a:pt x="12589" y="8109"/>
                  </a:lnTo>
                  <a:lnTo>
                    <a:pt x="12937" y="7646"/>
                  </a:lnTo>
                  <a:lnTo>
                    <a:pt x="13284" y="7298"/>
                  </a:lnTo>
                  <a:lnTo>
                    <a:pt x="13632" y="6989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70" y="6101"/>
                  </a:lnTo>
                  <a:lnTo>
                    <a:pt x="15833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5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1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8"/>
                  </a:lnTo>
                  <a:lnTo>
                    <a:pt x="24058" y="6989"/>
                  </a:lnTo>
                  <a:lnTo>
                    <a:pt x="24367" y="6642"/>
                  </a:lnTo>
                  <a:lnTo>
                    <a:pt x="24599" y="6294"/>
                  </a:lnTo>
                  <a:lnTo>
                    <a:pt x="24753" y="5908"/>
                  </a:lnTo>
                  <a:lnTo>
                    <a:pt x="24869" y="5483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2"/>
                  </a:lnTo>
                  <a:lnTo>
                    <a:pt x="24792" y="2858"/>
                  </a:lnTo>
                  <a:lnTo>
                    <a:pt x="24637" y="2394"/>
                  </a:lnTo>
                  <a:lnTo>
                    <a:pt x="24444" y="1970"/>
                  </a:lnTo>
                  <a:lnTo>
                    <a:pt x="24251" y="1583"/>
                  </a:lnTo>
                  <a:lnTo>
                    <a:pt x="24058" y="1197"/>
                  </a:lnTo>
                  <a:lnTo>
                    <a:pt x="23788" y="811"/>
                  </a:lnTo>
                  <a:lnTo>
                    <a:pt x="23942" y="386"/>
                  </a:lnTo>
                  <a:lnTo>
                    <a:pt x="23595" y="232"/>
                  </a:lnTo>
                  <a:lnTo>
                    <a:pt x="23208" y="116"/>
                  </a:lnTo>
                  <a:lnTo>
                    <a:pt x="23170" y="77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22"/>
            <p:cNvSpPr/>
            <p:nvPr/>
          </p:nvSpPr>
          <p:spPr>
            <a:xfrm>
              <a:off x="1687125" y="961000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1"/>
                  </a:moveTo>
                  <a:lnTo>
                    <a:pt x="3438" y="464"/>
                  </a:lnTo>
                  <a:lnTo>
                    <a:pt x="3785" y="657"/>
                  </a:lnTo>
                  <a:lnTo>
                    <a:pt x="4094" y="889"/>
                  </a:lnTo>
                  <a:lnTo>
                    <a:pt x="4364" y="1159"/>
                  </a:lnTo>
                  <a:lnTo>
                    <a:pt x="4635" y="1468"/>
                  </a:lnTo>
                  <a:lnTo>
                    <a:pt x="4866" y="1777"/>
                  </a:lnTo>
                  <a:lnTo>
                    <a:pt x="5059" y="2086"/>
                  </a:lnTo>
                  <a:lnTo>
                    <a:pt x="5253" y="2472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61" y="3592"/>
                  </a:lnTo>
                  <a:lnTo>
                    <a:pt x="5600" y="4017"/>
                  </a:lnTo>
                  <a:lnTo>
                    <a:pt x="5600" y="4403"/>
                  </a:lnTo>
                  <a:lnTo>
                    <a:pt x="5561" y="4828"/>
                  </a:lnTo>
                  <a:lnTo>
                    <a:pt x="5523" y="5214"/>
                  </a:lnTo>
                  <a:lnTo>
                    <a:pt x="5446" y="5639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99"/>
                  </a:lnTo>
                  <a:lnTo>
                    <a:pt x="4519" y="7685"/>
                  </a:lnTo>
                  <a:lnTo>
                    <a:pt x="4249" y="8033"/>
                  </a:lnTo>
                  <a:lnTo>
                    <a:pt x="3940" y="8419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46"/>
                  </a:lnTo>
                  <a:lnTo>
                    <a:pt x="2549" y="9616"/>
                  </a:lnTo>
                  <a:lnTo>
                    <a:pt x="2163" y="9848"/>
                  </a:lnTo>
                  <a:lnTo>
                    <a:pt x="1739" y="10041"/>
                  </a:lnTo>
                  <a:lnTo>
                    <a:pt x="1352" y="10234"/>
                  </a:lnTo>
                  <a:lnTo>
                    <a:pt x="889" y="10427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5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49" y="10234"/>
                  </a:lnTo>
                  <a:lnTo>
                    <a:pt x="2974" y="9963"/>
                  </a:lnTo>
                  <a:lnTo>
                    <a:pt x="3399" y="9654"/>
                  </a:lnTo>
                  <a:lnTo>
                    <a:pt x="3785" y="9307"/>
                  </a:lnTo>
                  <a:lnTo>
                    <a:pt x="4171" y="8921"/>
                  </a:lnTo>
                  <a:lnTo>
                    <a:pt x="4519" y="8535"/>
                  </a:lnTo>
                  <a:lnTo>
                    <a:pt x="4828" y="8148"/>
                  </a:lnTo>
                  <a:lnTo>
                    <a:pt x="5098" y="7685"/>
                  </a:lnTo>
                  <a:lnTo>
                    <a:pt x="5368" y="7260"/>
                  </a:lnTo>
                  <a:lnTo>
                    <a:pt x="5600" y="6797"/>
                  </a:lnTo>
                  <a:lnTo>
                    <a:pt x="5793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94"/>
                  </a:lnTo>
                  <a:lnTo>
                    <a:pt x="6063" y="3669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5" y="2434"/>
                  </a:lnTo>
                  <a:lnTo>
                    <a:pt x="5561" y="2047"/>
                  </a:lnTo>
                  <a:lnTo>
                    <a:pt x="5368" y="1700"/>
                  </a:lnTo>
                  <a:lnTo>
                    <a:pt x="5137" y="1352"/>
                  </a:lnTo>
                  <a:lnTo>
                    <a:pt x="4905" y="1005"/>
                  </a:lnTo>
                  <a:lnTo>
                    <a:pt x="4596" y="734"/>
                  </a:lnTo>
                  <a:lnTo>
                    <a:pt x="4287" y="464"/>
                  </a:lnTo>
                  <a:lnTo>
                    <a:pt x="3940" y="232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22"/>
            <p:cNvSpPr/>
            <p:nvPr/>
          </p:nvSpPr>
          <p:spPr>
            <a:xfrm>
              <a:off x="4302325" y="9697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5" y="5599"/>
                  </a:lnTo>
                  <a:lnTo>
                    <a:pt x="5329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39" y="8380"/>
                  </a:lnTo>
                  <a:lnTo>
                    <a:pt x="3630" y="8727"/>
                  </a:lnTo>
                  <a:lnTo>
                    <a:pt x="3283" y="9036"/>
                  </a:lnTo>
                  <a:lnTo>
                    <a:pt x="2935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8" y="10040"/>
                  </a:lnTo>
                  <a:lnTo>
                    <a:pt x="1313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7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39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22"/>
            <p:cNvSpPr/>
            <p:nvPr/>
          </p:nvSpPr>
          <p:spPr>
            <a:xfrm>
              <a:off x="5445325" y="9890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1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3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8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9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40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7" y="7183"/>
                  </a:lnTo>
                  <a:lnTo>
                    <a:pt x="12743" y="6681"/>
                  </a:lnTo>
                  <a:lnTo>
                    <a:pt x="12435" y="6218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6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22"/>
            <p:cNvSpPr/>
            <p:nvPr/>
          </p:nvSpPr>
          <p:spPr>
            <a:xfrm>
              <a:off x="4674950" y="1001550"/>
              <a:ext cx="375575" cy="387150"/>
            </a:xfrm>
            <a:custGeom>
              <a:avLst/>
              <a:gdLst/>
              <a:ahLst/>
              <a:cxnLst/>
              <a:rect l="l" t="t" r="r" b="b"/>
              <a:pathLst>
                <a:path w="15023" h="15486" extrusionOk="0">
                  <a:moveTo>
                    <a:pt x="7492" y="503"/>
                  </a:moveTo>
                  <a:lnTo>
                    <a:pt x="8033" y="541"/>
                  </a:lnTo>
                  <a:lnTo>
                    <a:pt x="8612" y="580"/>
                  </a:lnTo>
                  <a:lnTo>
                    <a:pt x="9153" y="696"/>
                  </a:lnTo>
                  <a:lnTo>
                    <a:pt x="9693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1" y="1545"/>
                  </a:lnTo>
                  <a:lnTo>
                    <a:pt x="11624" y="1815"/>
                  </a:lnTo>
                  <a:lnTo>
                    <a:pt x="10813" y="2202"/>
                  </a:lnTo>
                  <a:lnTo>
                    <a:pt x="10079" y="2626"/>
                  </a:lnTo>
                  <a:lnTo>
                    <a:pt x="9307" y="3090"/>
                  </a:lnTo>
                  <a:lnTo>
                    <a:pt x="8612" y="3630"/>
                  </a:lnTo>
                  <a:lnTo>
                    <a:pt x="7956" y="4171"/>
                  </a:lnTo>
                  <a:lnTo>
                    <a:pt x="7299" y="4789"/>
                  </a:lnTo>
                  <a:lnTo>
                    <a:pt x="6720" y="5445"/>
                  </a:lnTo>
                  <a:lnTo>
                    <a:pt x="6141" y="6140"/>
                  </a:lnTo>
                  <a:lnTo>
                    <a:pt x="5639" y="6874"/>
                  </a:lnTo>
                  <a:lnTo>
                    <a:pt x="5214" y="7646"/>
                  </a:lnTo>
                  <a:lnTo>
                    <a:pt x="4789" y="8419"/>
                  </a:lnTo>
                  <a:lnTo>
                    <a:pt x="4480" y="9230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4" y="11778"/>
                  </a:lnTo>
                  <a:lnTo>
                    <a:pt x="3747" y="12666"/>
                  </a:lnTo>
                  <a:lnTo>
                    <a:pt x="3592" y="12666"/>
                  </a:lnTo>
                  <a:lnTo>
                    <a:pt x="3283" y="11855"/>
                  </a:lnTo>
                  <a:lnTo>
                    <a:pt x="3052" y="11044"/>
                  </a:lnTo>
                  <a:lnTo>
                    <a:pt x="2858" y="10195"/>
                  </a:lnTo>
                  <a:lnTo>
                    <a:pt x="2704" y="9345"/>
                  </a:lnTo>
                  <a:lnTo>
                    <a:pt x="2588" y="8534"/>
                  </a:lnTo>
                  <a:lnTo>
                    <a:pt x="2550" y="7685"/>
                  </a:lnTo>
                  <a:lnTo>
                    <a:pt x="2588" y="6797"/>
                  </a:lnTo>
                  <a:lnTo>
                    <a:pt x="2704" y="5947"/>
                  </a:lnTo>
                  <a:lnTo>
                    <a:pt x="2858" y="5214"/>
                  </a:lnTo>
                  <a:lnTo>
                    <a:pt x="3052" y="4519"/>
                  </a:lnTo>
                  <a:lnTo>
                    <a:pt x="3322" y="3823"/>
                  </a:lnTo>
                  <a:lnTo>
                    <a:pt x="3669" y="3206"/>
                  </a:lnTo>
                  <a:lnTo>
                    <a:pt x="4017" y="2588"/>
                  </a:lnTo>
                  <a:lnTo>
                    <a:pt x="4442" y="1970"/>
                  </a:lnTo>
                  <a:lnTo>
                    <a:pt x="4905" y="1429"/>
                  </a:lnTo>
                  <a:lnTo>
                    <a:pt x="5407" y="889"/>
                  </a:lnTo>
                  <a:lnTo>
                    <a:pt x="5909" y="734"/>
                  </a:lnTo>
                  <a:lnTo>
                    <a:pt x="6411" y="618"/>
                  </a:lnTo>
                  <a:lnTo>
                    <a:pt x="6952" y="541"/>
                  </a:lnTo>
                  <a:lnTo>
                    <a:pt x="7492" y="503"/>
                  </a:lnTo>
                  <a:close/>
                  <a:moveTo>
                    <a:pt x="11972" y="2086"/>
                  </a:moveTo>
                  <a:lnTo>
                    <a:pt x="12358" y="2433"/>
                  </a:lnTo>
                  <a:lnTo>
                    <a:pt x="12705" y="2819"/>
                  </a:lnTo>
                  <a:lnTo>
                    <a:pt x="13053" y="3206"/>
                  </a:lnTo>
                  <a:lnTo>
                    <a:pt x="13323" y="3669"/>
                  </a:lnTo>
                  <a:lnTo>
                    <a:pt x="13593" y="4094"/>
                  </a:lnTo>
                  <a:lnTo>
                    <a:pt x="13864" y="4596"/>
                  </a:lnTo>
                  <a:lnTo>
                    <a:pt x="14057" y="5098"/>
                  </a:lnTo>
                  <a:lnTo>
                    <a:pt x="14211" y="5600"/>
                  </a:lnTo>
                  <a:lnTo>
                    <a:pt x="14327" y="6102"/>
                  </a:lnTo>
                  <a:lnTo>
                    <a:pt x="14443" y="6642"/>
                  </a:lnTo>
                  <a:lnTo>
                    <a:pt x="13671" y="6681"/>
                  </a:lnTo>
                  <a:lnTo>
                    <a:pt x="12898" y="6797"/>
                  </a:lnTo>
                  <a:lnTo>
                    <a:pt x="12165" y="6951"/>
                  </a:lnTo>
                  <a:lnTo>
                    <a:pt x="11392" y="7144"/>
                  </a:lnTo>
                  <a:lnTo>
                    <a:pt x="10659" y="7415"/>
                  </a:lnTo>
                  <a:lnTo>
                    <a:pt x="9964" y="7724"/>
                  </a:lnTo>
                  <a:lnTo>
                    <a:pt x="9230" y="8032"/>
                  </a:lnTo>
                  <a:lnTo>
                    <a:pt x="8535" y="8419"/>
                  </a:lnTo>
                  <a:lnTo>
                    <a:pt x="7878" y="8843"/>
                  </a:lnTo>
                  <a:lnTo>
                    <a:pt x="7261" y="9307"/>
                  </a:lnTo>
                  <a:lnTo>
                    <a:pt x="6643" y="9809"/>
                  </a:lnTo>
                  <a:lnTo>
                    <a:pt x="6102" y="10349"/>
                  </a:lnTo>
                  <a:lnTo>
                    <a:pt x="5561" y="10890"/>
                  </a:lnTo>
                  <a:lnTo>
                    <a:pt x="5098" y="11508"/>
                  </a:lnTo>
                  <a:lnTo>
                    <a:pt x="4635" y="12126"/>
                  </a:lnTo>
                  <a:lnTo>
                    <a:pt x="4249" y="12821"/>
                  </a:lnTo>
                  <a:lnTo>
                    <a:pt x="4133" y="12743"/>
                  </a:lnTo>
                  <a:lnTo>
                    <a:pt x="3978" y="12666"/>
                  </a:lnTo>
                  <a:lnTo>
                    <a:pt x="4094" y="11817"/>
                  </a:lnTo>
                  <a:lnTo>
                    <a:pt x="4326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4" y="8496"/>
                  </a:lnTo>
                  <a:lnTo>
                    <a:pt x="5600" y="7724"/>
                  </a:lnTo>
                  <a:lnTo>
                    <a:pt x="6025" y="6990"/>
                  </a:lnTo>
                  <a:lnTo>
                    <a:pt x="6527" y="6295"/>
                  </a:lnTo>
                  <a:lnTo>
                    <a:pt x="7067" y="5600"/>
                  </a:lnTo>
                  <a:lnTo>
                    <a:pt x="7608" y="4982"/>
                  </a:lnTo>
                  <a:lnTo>
                    <a:pt x="8226" y="4403"/>
                  </a:lnTo>
                  <a:lnTo>
                    <a:pt x="8921" y="3823"/>
                  </a:lnTo>
                  <a:lnTo>
                    <a:pt x="9616" y="3321"/>
                  </a:lnTo>
                  <a:lnTo>
                    <a:pt x="10350" y="2858"/>
                  </a:lnTo>
                  <a:lnTo>
                    <a:pt x="11122" y="2472"/>
                  </a:lnTo>
                  <a:lnTo>
                    <a:pt x="11972" y="2086"/>
                  </a:lnTo>
                  <a:close/>
                  <a:moveTo>
                    <a:pt x="14482" y="6990"/>
                  </a:moveTo>
                  <a:lnTo>
                    <a:pt x="14482" y="7839"/>
                  </a:lnTo>
                  <a:lnTo>
                    <a:pt x="14443" y="8689"/>
                  </a:lnTo>
                  <a:lnTo>
                    <a:pt x="14288" y="9538"/>
                  </a:lnTo>
                  <a:lnTo>
                    <a:pt x="14173" y="9963"/>
                  </a:lnTo>
                  <a:lnTo>
                    <a:pt x="14057" y="10349"/>
                  </a:lnTo>
                  <a:lnTo>
                    <a:pt x="13902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3" y="12241"/>
                  </a:lnTo>
                  <a:lnTo>
                    <a:pt x="12782" y="12589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2" y="13052"/>
                  </a:lnTo>
                  <a:lnTo>
                    <a:pt x="11701" y="12937"/>
                  </a:lnTo>
                  <a:lnTo>
                    <a:pt x="11122" y="12782"/>
                  </a:lnTo>
                  <a:lnTo>
                    <a:pt x="10543" y="12628"/>
                  </a:lnTo>
                  <a:lnTo>
                    <a:pt x="10002" y="12550"/>
                  </a:lnTo>
                  <a:lnTo>
                    <a:pt x="9423" y="12512"/>
                  </a:lnTo>
                  <a:lnTo>
                    <a:pt x="8844" y="12473"/>
                  </a:lnTo>
                  <a:lnTo>
                    <a:pt x="8303" y="12473"/>
                  </a:lnTo>
                  <a:lnTo>
                    <a:pt x="7763" y="12512"/>
                  </a:lnTo>
                  <a:lnTo>
                    <a:pt x="7222" y="12589"/>
                  </a:lnTo>
                  <a:lnTo>
                    <a:pt x="6720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1"/>
                  </a:lnTo>
                  <a:lnTo>
                    <a:pt x="4557" y="13130"/>
                  </a:lnTo>
                  <a:lnTo>
                    <a:pt x="4442" y="12937"/>
                  </a:lnTo>
                  <a:lnTo>
                    <a:pt x="4905" y="12319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1" y="10620"/>
                  </a:lnTo>
                  <a:lnTo>
                    <a:pt x="6990" y="10118"/>
                  </a:lnTo>
                  <a:lnTo>
                    <a:pt x="7569" y="9654"/>
                  </a:lnTo>
                  <a:lnTo>
                    <a:pt x="8149" y="9230"/>
                  </a:lnTo>
                  <a:lnTo>
                    <a:pt x="8767" y="8805"/>
                  </a:lnTo>
                  <a:lnTo>
                    <a:pt x="9423" y="8457"/>
                  </a:lnTo>
                  <a:lnTo>
                    <a:pt x="10079" y="8110"/>
                  </a:lnTo>
                  <a:lnTo>
                    <a:pt x="10736" y="7839"/>
                  </a:lnTo>
                  <a:lnTo>
                    <a:pt x="11470" y="7569"/>
                  </a:lnTo>
                  <a:lnTo>
                    <a:pt x="12165" y="7376"/>
                  </a:lnTo>
                  <a:lnTo>
                    <a:pt x="12937" y="7183"/>
                  </a:lnTo>
                  <a:lnTo>
                    <a:pt x="13671" y="7067"/>
                  </a:lnTo>
                  <a:lnTo>
                    <a:pt x="14482" y="6990"/>
                  </a:lnTo>
                  <a:close/>
                  <a:moveTo>
                    <a:pt x="4519" y="1236"/>
                  </a:moveTo>
                  <a:lnTo>
                    <a:pt x="4055" y="1854"/>
                  </a:lnTo>
                  <a:lnTo>
                    <a:pt x="3631" y="2472"/>
                  </a:lnTo>
                  <a:lnTo>
                    <a:pt x="3245" y="3128"/>
                  </a:lnTo>
                  <a:lnTo>
                    <a:pt x="2936" y="3823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8" y="6025"/>
                  </a:lnTo>
                  <a:lnTo>
                    <a:pt x="2241" y="6797"/>
                  </a:lnTo>
                  <a:lnTo>
                    <a:pt x="2202" y="7569"/>
                  </a:lnTo>
                  <a:lnTo>
                    <a:pt x="2202" y="8341"/>
                  </a:lnTo>
                  <a:lnTo>
                    <a:pt x="2279" y="9114"/>
                  </a:lnTo>
                  <a:lnTo>
                    <a:pt x="2395" y="9886"/>
                  </a:lnTo>
                  <a:lnTo>
                    <a:pt x="2550" y="10620"/>
                  </a:lnTo>
                  <a:lnTo>
                    <a:pt x="2781" y="11353"/>
                  </a:lnTo>
                  <a:lnTo>
                    <a:pt x="3013" y="12087"/>
                  </a:lnTo>
                  <a:lnTo>
                    <a:pt x="3322" y="12743"/>
                  </a:lnTo>
                  <a:lnTo>
                    <a:pt x="3129" y="12898"/>
                  </a:lnTo>
                  <a:lnTo>
                    <a:pt x="2936" y="13052"/>
                  </a:lnTo>
                  <a:lnTo>
                    <a:pt x="2820" y="13245"/>
                  </a:lnTo>
                  <a:lnTo>
                    <a:pt x="2743" y="13439"/>
                  </a:lnTo>
                  <a:lnTo>
                    <a:pt x="2395" y="13014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7" y="11624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9" y="10118"/>
                  </a:lnTo>
                  <a:lnTo>
                    <a:pt x="735" y="9616"/>
                  </a:lnTo>
                  <a:lnTo>
                    <a:pt x="619" y="9114"/>
                  </a:lnTo>
                  <a:lnTo>
                    <a:pt x="542" y="8573"/>
                  </a:lnTo>
                  <a:lnTo>
                    <a:pt x="503" y="8032"/>
                  </a:lnTo>
                  <a:lnTo>
                    <a:pt x="503" y="7492"/>
                  </a:lnTo>
                  <a:lnTo>
                    <a:pt x="542" y="6951"/>
                  </a:lnTo>
                  <a:lnTo>
                    <a:pt x="619" y="6411"/>
                  </a:lnTo>
                  <a:lnTo>
                    <a:pt x="773" y="5870"/>
                  </a:lnTo>
                  <a:lnTo>
                    <a:pt x="928" y="5329"/>
                  </a:lnTo>
                  <a:lnTo>
                    <a:pt x="1198" y="4673"/>
                  </a:lnTo>
                  <a:lnTo>
                    <a:pt x="1546" y="4055"/>
                  </a:lnTo>
                  <a:lnTo>
                    <a:pt x="1932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2009"/>
                  </a:lnTo>
                  <a:lnTo>
                    <a:pt x="3940" y="1584"/>
                  </a:lnTo>
                  <a:lnTo>
                    <a:pt x="4519" y="1236"/>
                  </a:lnTo>
                  <a:close/>
                  <a:moveTo>
                    <a:pt x="3862" y="12975"/>
                  </a:moveTo>
                  <a:lnTo>
                    <a:pt x="4017" y="13052"/>
                  </a:lnTo>
                  <a:lnTo>
                    <a:pt x="4171" y="13168"/>
                  </a:lnTo>
                  <a:lnTo>
                    <a:pt x="4287" y="13284"/>
                  </a:lnTo>
                  <a:lnTo>
                    <a:pt x="4326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6" y="13941"/>
                  </a:lnTo>
                  <a:lnTo>
                    <a:pt x="4210" y="14095"/>
                  </a:lnTo>
                  <a:lnTo>
                    <a:pt x="3785" y="13825"/>
                  </a:lnTo>
                  <a:lnTo>
                    <a:pt x="3360" y="13477"/>
                  </a:lnTo>
                  <a:lnTo>
                    <a:pt x="3245" y="13439"/>
                  </a:lnTo>
                  <a:lnTo>
                    <a:pt x="3167" y="13439"/>
                  </a:lnTo>
                  <a:lnTo>
                    <a:pt x="3052" y="13477"/>
                  </a:lnTo>
                  <a:lnTo>
                    <a:pt x="2974" y="13516"/>
                  </a:lnTo>
                  <a:lnTo>
                    <a:pt x="3052" y="13361"/>
                  </a:lnTo>
                  <a:lnTo>
                    <a:pt x="3167" y="13207"/>
                  </a:lnTo>
                  <a:lnTo>
                    <a:pt x="3322" y="13130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53" y="12859"/>
                  </a:moveTo>
                  <a:lnTo>
                    <a:pt x="9616" y="12898"/>
                  </a:lnTo>
                  <a:lnTo>
                    <a:pt x="10118" y="12975"/>
                  </a:lnTo>
                  <a:lnTo>
                    <a:pt x="10504" y="13014"/>
                  </a:lnTo>
                  <a:lnTo>
                    <a:pt x="11006" y="13130"/>
                  </a:lnTo>
                  <a:lnTo>
                    <a:pt x="11508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8"/>
                  </a:lnTo>
                  <a:lnTo>
                    <a:pt x="10659" y="14249"/>
                  </a:lnTo>
                  <a:lnTo>
                    <a:pt x="10234" y="14443"/>
                  </a:lnTo>
                  <a:lnTo>
                    <a:pt x="9770" y="14636"/>
                  </a:lnTo>
                  <a:lnTo>
                    <a:pt x="9307" y="14751"/>
                  </a:lnTo>
                  <a:lnTo>
                    <a:pt x="8844" y="14867"/>
                  </a:lnTo>
                  <a:lnTo>
                    <a:pt x="8342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3" y="14945"/>
                  </a:lnTo>
                  <a:lnTo>
                    <a:pt x="6411" y="14867"/>
                  </a:lnTo>
                  <a:lnTo>
                    <a:pt x="5948" y="14790"/>
                  </a:lnTo>
                  <a:lnTo>
                    <a:pt x="5484" y="14636"/>
                  </a:lnTo>
                  <a:lnTo>
                    <a:pt x="5021" y="14481"/>
                  </a:lnTo>
                  <a:lnTo>
                    <a:pt x="4596" y="14288"/>
                  </a:lnTo>
                  <a:lnTo>
                    <a:pt x="4712" y="14018"/>
                  </a:lnTo>
                  <a:lnTo>
                    <a:pt x="4751" y="13747"/>
                  </a:lnTo>
                  <a:lnTo>
                    <a:pt x="4712" y="13593"/>
                  </a:lnTo>
                  <a:lnTo>
                    <a:pt x="5561" y="13323"/>
                  </a:lnTo>
                  <a:lnTo>
                    <a:pt x="6411" y="13091"/>
                  </a:lnTo>
                  <a:lnTo>
                    <a:pt x="7299" y="12937"/>
                  </a:lnTo>
                  <a:lnTo>
                    <a:pt x="8187" y="12859"/>
                  </a:lnTo>
                  <a:close/>
                  <a:moveTo>
                    <a:pt x="7608" y="1"/>
                  </a:moveTo>
                  <a:lnTo>
                    <a:pt x="6990" y="39"/>
                  </a:lnTo>
                  <a:lnTo>
                    <a:pt x="6450" y="116"/>
                  </a:lnTo>
                  <a:lnTo>
                    <a:pt x="5870" y="232"/>
                  </a:lnTo>
                  <a:lnTo>
                    <a:pt x="5330" y="387"/>
                  </a:lnTo>
                  <a:lnTo>
                    <a:pt x="4789" y="580"/>
                  </a:lnTo>
                  <a:lnTo>
                    <a:pt x="4249" y="812"/>
                  </a:lnTo>
                  <a:lnTo>
                    <a:pt x="3785" y="1120"/>
                  </a:lnTo>
                  <a:lnTo>
                    <a:pt x="3283" y="1429"/>
                  </a:lnTo>
                  <a:lnTo>
                    <a:pt x="2820" y="1777"/>
                  </a:lnTo>
                  <a:lnTo>
                    <a:pt x="2395" y="2163"/>
                  </a:lnTo>
                  <a:lnTo>
                    <a:pt x="2009" y="2588"/>
                  </a:lnTo>
                  <a:lnTo>
                    <a:pt x="1623" y="3013"/>
                  </a:lnTo>
                  <a:lnTo>
                    <a:pt x="1275" y="3515"/>
                  </a:lnTo>
                  <a:lnTo>
                    <a:pt x="966" y="4017"/>
                  </a:lnTo>
                  <a:lnTo>
                    <a:pt x="696" y="4596"/>
                  </a:lnTo>
                  <a:lnTo>
                    <a:pt x="426" y="5252"/>
                  </a:lnTo>
                  <a:lnTo>
                    <a:pt x="233" y="5909"/>
                  </a:lnTo>
                  <a:lnTo>
                    <a:pt x="117" y="6565"/>
                  </a:lnTo>
                  <a:lnTo>
                    <a:pt x="40" y="7222"/>
                  </a:lnTo>
                  <a:lnTo>
                    <a:pt x="1" y="7917"/>
                  </a:lnTo>
                  <a:lnTo>
                    <a:pt x="40" y="8612"/>
                  </a:lnTo>
                  <a:lnTo>
                    <a:pt x="117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6" y="11238"/>
                  </a:lnTo>
                  <a:lnTo>
                    <a:pt x="1005" y="11817"/>
                  </a:lnTo>
                  <a:lnTo>
                    <a:pt x="1352" y="12396"/>
                  </a:lnTo>
                  <a:lnTo>
                    <a:pt x="1739" y="12937"/>
                  </a:lnTo>
                  <a:lnTo>
                    <a:pt x="2202" y="13439"/>
                  </a:lnTo>
                  <a:lnTo>
                    <a:pt x="2704" y="13902"/>
                  </a:lnTo>
                  <a:lnTo>
                    <a:pt x="2781" y="13941"/>
                  </a:lnTo>
                  <a:lnTo>
                    <a:pt x="2820" y="13941"/>
                  </a:lnTo>
                  <a:lnTo>
                    <a:pt x="2936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520"/>
                  </a:lnTo>
                  <a:lnTo>
                    <a:pt x="4133" y="14597"/>
                  </a:lnTo>
                  <a:lnTo>
                    <a:pt x="4557" y="14829"/>
                  </a:lnTo>
                  <a:lnTo>
                    <a:pt x="4982" y="14983"/>
                  </a:lnTo>
                  <a:lnTo>
                    <a:pt x="5407" y="15138"/>
                  </a:lnTo>
                  <a:lnTo>
                    <a:pt x="5870" y="15292"/>
                  </a:lnTo>
                  <a:lnTo>
                    <a:pt x="6334" y="15369"/>
                  </a:lnTo>
                  <a:lnTo>
                    <a:pt x="6797" y="15447"/>
                  </a:lnTo>
                  <a:lnTo>
                    <a:pt x="7299" y="15485"/>
                  </a:lnTo>
                  <a:lnTo>
                    <a:pt x="7763" y="15485"/>
                  </a:lnTo>
                  <a:lnTo>
                    <a:pt x="8226" y="15447"/>
                  </a:lnTo>
                  <a:lnTo>
                    <a:pt x="8689" y="15408"/>
                  </a:lnTo>
                  <a:lnTo>
                    <a:pt x="9153" y="15331"/>
                  </a:lnTo>
                  <a:lnTo>
                    <a:pt x="9616" y="15215"/>
                  </a:lnTo>
                  <a:lnTo>
                    <a:pt x="10079" y="15060"/>
                  </a:lnTo>
                  <a:lnTo>
                    <a:pt x="10543" y="14867"/>
                  </a:lnTo>
                  <a:lnTo>
                    <a:pt x="10968" y="14674"/>
                  </a:lnTo>
                  <a:lnTo>
                    <a:pt x="11392" y="14443"/>
                  </a:lnTo>
                  <a:lnTo>
                    <a:pt x="11856" y="14134"/>
                  </a:lnTo>
                  <a:lnTo>
                    <a:pt x="12319" y="13786"/>
                  </a:lnTo>
                  <a:lnTo>
                    <a:pt x="12744" y="13400"/>
                  </a:lnTo>
                  <a:lnTo>
                    <a:pt x="13130" y="12975"/>
                  </a:lnTo>
                  <a:lnTo>
                    <a:pt x="13478" y="12550"/>
                  </a:lnTo>
                  <a:lnTo>
                    <a:pt x="13786" y="12048"/>
                  </a:lnTo>
                  <a:lnTo>
                    <a:pt x="14057" y="11585"/>
                  </a:lnTo>
                  <a:lnTo>
                    <a:pt x="14288" y="11044"/>
                  </a:lnTo>
                  <a:lnTo>
                    <a:pt x="14520" y="10542"/>
                  </a:lnTo>
                  <a:lnTo>
                    <a:pt x="14675" y="10002"/>
                  </a:lnTo>
                  <a:lnTo>
                    <a:pt x="14829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5" y="6604"/>
                  </a:lnTo>
                  <a:lnTo>
                    <a:pt x="14829" y="5986"/>
                  </a:lnTo>
                  <a:lnTo>
                    <a:pt x="14675" y="5407"/>
                  </a:lnTo>
                  <a:lnTo>
                    <a:pt x="14482" y="4827"/>
                  </a:lnTo>
                  <a:lnTo>
                    <a:pt x="14250" y="4287"/>
                  </a:lnTo>
                  <a:lnTo>
                    <a:pt x="13980" y="3746"/>
                  </a:lnTo>
                  <a:lnTo>
                    <a:pt x="13671" y="3244"/>
                  </a:lnTo>
                  <a:lnTo>
                    <a:pt x="13323" y="2742"/>
                  </a:lnTo>
                  <a:lnTo>
                    <a:pt x="12937" y="2317"/>
                  </a:lnTo>
                  <a:lnTo>
                    <a:pt x="12512" y="1893"/>
                  </a:lnTo>
                  <a:lnTo>
                    <a:pt x="12049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3" y="618"/>
                  </a:lnTo>
                  <a:lnTo>
                    <a:pt x="9964" y="387"/>
                  </a:lnTo>
                  <a:lnTo>
                    <a:pt x="9384" y="232"/>
                  </a:lnTo>
                  <a:lnTo>
                    <a:pt x="8767" y="116"/>
                  </a:lnTo>
                  <a:lnTo>
                    <a:pt x="8187" y="39"/>
                  </a:lnTo>
                  <a:lnTo>
                    <a:pt x="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22"/>
            <p:cNvSpPr/>
            <p:nvPr/>
          </p:nvSpPr>
          <p:spPr>
            <a:xfrm>
              <a:off x="5477175" y="10025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2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22"/>
            <p:cNvSpPr/>
            <p:nvPr/>
          </p:nvSpPr>
          <p:spPr>
            <a:xfrm>
              <a:off x="2850400" y="1030525"/>
              <a:ext cx="475950" cy="686400"/>
            </a:xfrm>
            <a:custGeom>
              <a:avLst/>
              <a:gdLst/>
              <a:ahLst/>
              <a:cxnLst/>
              <a:rect l="l" t="t" r="r" b="b"/>
              <a:pathLst>
                <a:path w="19038" h="27456" extrusionOk="0">
                  <a:moveTo>
                    <a:pt x="18690" y="309"/>
                  </a:moveTo>
                  <a:lnTo>
                    <a:pt x="18690" y="463"/>
                  </a:lnTo>
                  <a:lnTo>
                    <a:pt x="18382" y="2047"/>
                  </a:lnTo>
                  <a:lnTo>
                    <a:pt x="17995" y="3668"/>
                  </a:lnTo>
                  <a:lnTo>
                    <a:pt x="17609" y="5252"/>
                  </a:lnTo>
                  <a:lnTo>
                    <a:pt x="17184" y="6873"/>
                  </a:lnTo>
                  <a:lnTo>
                    <a:pt x="16489" y="6873"/>
                  </a:lnTo>
                  <a:lnTo>
                    <a:pt x="16180" y="6835"/>
                  </a:lnTo>
                  <a:lnTo>
                    <a:pt x="15833" y="6758"/>
                  </a:lnTo>
                  <a:lnTo>
                    <a:pt x="15524" y="6680"/>
                  </a:lnTo>
                  <a:lnTo>
                    <a:pt x="15215" y="6565"/>
                  </a:lnTo>
                  <a:lnTo>
                    <a:pt x="14906" y="6410"/>
                  </a:lnTo>
                  <a:lnTo>
                    <a:pt x="14597" y="6217"/>
                  </a:lnTo>
                  <a:lnTo>
                    <a:pt x="14327" y="6024"/>
                  </a:lnTo>
                  <a:lnTo>
                    <a:pt x="14057" y="5792"/>
                  </a:lnTo>
                  <a:lnTo>
                    <a:pt x="13593" y="5329"/>
                  </a:lnTo>
                  <a:lnTo>
                    <a:pt x="13168" y="4788"/>
                  </a:lnTo>
                  <a:lnTo>
                    <a:pt x="12782" y="4248"/>
                  </a:lnTo>
                  <a:lnTo>
                    <a:pt x="13477" y="3668"/>
                  </a:lnTo>
                  <a:lnTo>
                    <a:pt x="14172" y="3128"/>
                  </a:lnTo>
                  <a:lnTo>
                    <a:pt x="14868" y="2587"/>
                  </a:lnTo>
                  <a:lnTo>
                    <a:pt x="15601" y="2085"/>
                  </a:lnTo>
                  <a:lnTo>
                    <a:pt x="16374" y="1622"/>
                  </a:lnTo>
                  <a:lnTo>
                    <a:pt x="17146" y="1158"/>
                  </a:lnTo>
                  <a:lnTo>
                    <a:pt x="17918" y="734"/>
                  </a:lnTo>
                  <a:lnTo>
                    <a:pt x="18690" y="309"/>
                  </a:lnTo>
                  <a:close/>
                  <a:moveTo>
                    <a:pt x="6063" y="12434"/>
                  </a:moveTo>
                  <a:lnTo>
                    <a:pt x="5793" y="13013"/>
                  </a:lnTo>
                  <a:lnTo>
                    <a:pt x="5600" y="13592"/>
                  </a:lnTo>
                  <a:lnTo>
                    <a:pt x="5446" y="14172"/>
                  </a:lnTo>
                  <a:lnTo>
                    <a:pt x="5291" y="14790"/>
                  </a:lnTo>
                  <a:lnTo>
                    <a:pt x="5252" y="15369"/>
                  </a:lnTo>
                  <a:lnTo>
                    <a:pt x="5214" y="15407"/>
                  </a:lnTo>
                  <a:lnTo>
                    <a:pt x="4750" y="16102"/>
                  </a:lnTo>
                  <a:lnTo>
                    <a:pt x="4287" y="16797"/>
                  </a:lnTo>
                  <a:lnTo>
                    <a:pt x="4171" y="17106"/>
                  </a:lnTo>
                  <a:lnTo>
                    <a:pt x="4017" y="17415"/>
                  </a:lnTo>
                  <a:lnTo>
                    <a:pt x="3824" y="17724"/>
                  </a:lnTo>
                  <a:lnTo>
                    <a:pt x="3746" y="17840"/>
                  </a:lnTo>
                  <a:lnTo>
                    <a:pt x="3631" y="17956"/>
                  </a:lnTo>
                  <a:lnTo>
                    <a:pt x="3476" y="18033"/>
                  </a:lnTo>
                  <a:lnTo>
                    <a:pt x="3283" y="18072"/>
                  </a:lnTo>
                  <a:lnTo>
                    <a:pt x="2858" y="18110"/>
                  </a:lnTo>
                  <a:lnTo>
                    <a:pt x="2009" y="18149"/>
                  </a:lnTo>
                  <a:lnTo>
                    <a:pt x="426" y="18342"/>
                  </a:lnTo>
                  <a:lnTo>
                    <a:pt x="426" y="18342"/>
                  </a:lnTo>
                  <a:lnTo>
                    <a:pt x="850" y="17724"/>
                  </a:lnTo>
                  <a:lnTo>
                    <a:pt x="1275" y="17106"/>
                  </a:lnTo>
                  <a:lnTo>
                    <a:pt x="1661" y="16489"/>
                  </a:lnTo>
                  <a:lnTo>
                    <a:pt x="2009" y="15832"/>
                  </a:lnTo>
                  <a:lnTo>
                    <a:pt x="2549" y="14751"/>
                  </a:lnTo>
                  <a:lnTo>
                    <a:pt x="2820" y="14017"/>
                  </a:lnTo>
                  <a:lnTo>
                    <a:pt x="3013" y="13670"/>
                  </a:lnTo>
                  <a:lnTo>
                    <a:pt x="3206" y="13322"/>
                  </a:lnTo>
                  <a:lnTo>
                    <a:pt x="3360" y="13322"/>
                  </a:lnTo>
                  <a:lnTo>
                    <a:pt x="3399" y="13245"/>
                  </a:lnTo>
                  <a:lnTo>
                    <a:pt x="3438" y="13206"/>
                  </a:lnTo>
                  <a:lnTo>
                    <a:pt x="4750" y="12782"/>
                  </a:lnTo>
                  <a:lnTo>
                    <a:pt x="6063" y="12434"/>
                  </a:lnTo>
                  <a:close/>
                  <a:moveTo>
                    <a:pt x="12551" y="4441"/>
                  </a:moveTo>
                  <a:lnTo>
                    <a:pt x="12898" y="5020"/>
                  </a:lnTo>
                  <a:lnTo>
                    <a:pt x="13362" y="5561"/>
                  </a:lnTo>
                  <a:lnTo>
                    <a:pt x="13864" y="6101"/>
                  </a:lnTo>
                  <a:lnTo>
                    <a:pt x="14172" y="6333"/>
                  </a:lnTo>
                  <a:lnTo>
                    <a:pt x="14443" y="6565"/>
                  </a:lnTo>
                  <a:lnTo>
                    <a:pt x="14752" y="6758"/>
                  </a:lnTo>
                  <a:lnTo>
                    <a:pt x="15061" y="6951"/>
                  </a:lnTo>
                  <a:lnTo>
                    <a:pt x="15370" y="7067"/>
                  </a:lnTo>
                  <a:lnTo>
                    <a:pt x="15717" y="7182"/>
                  </a:lnTo>
                  <a:lnTo>
                    <a:pt x="16026" y="7260"/>
                  </a:lnTo>
                  <a:lnTo>
                    <a:pt x="16721" y="7260"/>
                  </a:lnTo>
                  <a:lnTo>
                    <a:pt x="17107" y="7182"/>
                  </a:lnTo>
                  <a:lnTo>
                    <a:pt x="16682" y="8573"/>
                  </a:lnTo>
                  <a:lnTo>
                    <a:pt x="16180" y="9963"/>
                  </a:lnTo>
                  <a:lnTo>
                    <a:pt x="15756" y="11160"/>
                  </a:lnTo>
                  <a:lnTo>
                    <a:pt x="15254" y="12357"/>
                  </a:lnTo>
                  <a:lnTo>
                    <a:pt x="14752" y="13515"/>
                  </a:lnTo>
                  <a:lnTo>
                    <a:pt x="14172" y="14635"/>
                  </a:lnTo>
                  <a:lnTo>
                    <a:pt x="13555" y="15793"/>
                  </a:lnTo>
                  <a:lnTo>
                    <a:pt x="13207" y="16373"/>
                  </a:lnTo>
                  <a:lnTo>
                    <a:pt x="12860" y="16952"/>
                  </a:lnTo>
                  <a:lnTo>
                    <a:pt x="12473" y="17493"/>
                  </a:lnTo>
                  <a:lnTo>
                    <a:pt x="12087" y="17995"/>
                  </a:lnTo>
                  <a:lnTo>
                    <a:pt x="11624" y="18458"/>
                  </a:lnTo>
                  <a:lnTo>
                    <a:pt x="11161" y="18883"/>
                  </a:lnTo>
                  <a:lnTo>
                    <a:pt x="10620" y="19230"/>
                  </a:lnTo>
                  <a:lnTo>
                    <a:pt x="10079" y="19462"/>
                  </a:lnTo>
                  <a:lnTo>
                    <a:pt x="9809" y="19578"/>
                  </a:lnTo>
                  <a:lnTo>
                    <a:pt x="9539" y="19655"/>
                  </a:lnTo>
                  <a:lnTo>
                    <a:pt x="9230" y="19694"/>
                  </a:lnTo>
                  <a:lnTo>
                    <a:pt x="8959" y="19732"/>
                  </a:lnTo>
                  <a:lnTo>
                    <a:pt x="8689" y="19732"/>
                  </a:lnTo>
                  <a:lnTo>
                    <a:pt x="8380" y="19694"/>
                  </a:lnTo>
                  <a:lnTo>
                    <a:pt x="8110" y="19616"/>
                  </a:lnTo>
                  <a:lnTo>
                    <a:pt x="7840" y="19539"/>
                  </a:lnTo>
                  <a:lnTo>
                    <a:pt x="7569" y="19423"/>
                  </a:lnTo>
                  <a:lnTo>
                    <a:pt x="7299" y="19269"/>
                  </a:lnTo>
                  <a:lnTo>
                    <a:pt x="7067" y="19114"/>
                  </a:lnTo>
                  <a:lnTo>
                    <a:pt x="6836" y="18883"/>
                  </a:lnTo>
                  <a:lnTo>
                    <a:pt x="6450" y="18458"/>
                  </a:lnTo>
                  <a:lnTo>
                    <a:pt x="6141" y="17956"/>
                  </a:lnTo>
                  <a:lnTo>
                    <a:pt x="5870" y="17454"/>
                  </a:lnTo>
                  <a:lnTo>
                    <a:pt x="5716" y="16913"/>
                  </a:lnTo>
                  <a:lnTo>
                    <a:pt x="5639" y="16334"/>
                  </a:lnTo>
                  <a:lnTo>
                    <a:pt x="5600" y="15755"/>
                  </a:lnTo>
                  <a:lnTo>
                    <a:pt x="5639" y="15214"/>
                  </a:lnTo>
                  <a:lnTo>
                    <a:pt x="5716" y="14635"/>
                  </a:lnTo>
                  <a:lnTo>
                    <a:pt x="5832" y="14056"/>
                  </a:lnTo>
                  <a:lnTo>
                    <a:pt x="6025" y="13515"/>
                  </a:lnTo>
                  <a:lnTo>
                    <a:pt x="6218" y="13013"/>
                  </a:lnTo>
                  <a:lnTo>
                    <a:pt x="6450" y="12473"/>
                  </a:lnTo>
                  <a:lnTo>
                    <a:pt x="6952" y="11469"/>
                  </a:lnTo>
                  <a:lnTo>
                    <a:pt x="7531" y="10465"/>
                  </a:lnTo>
                  <a:lnTo>
                    <a:pt x="8149" y="9461"/>
                  </a:lnTo>
                  <a:lnTo>
                    <a:pt x="8844" y="8495"/>
                  </a:lnTo>
                  <a:lnTo>
                    <a:pt x="9539" y="7530"/>
                  </a:lnTo>
                  <a:lnTo>
                    <a:pt x="10311" y="6642"/>
                  </a:lnTo>
                  <a:lnTo>
                    <a:pt x="10852" y="6063"/>
                  </a:lnTo>
                  <a:lnTo>
                    <a:pt x="11392" y="5522"/>
                  </a:lnTo>
                  <a:lnTo>
                    <a:pt x="11971" y="4981"/>
                  </a:lnTo>
                  <a:lnTo>
                    <a:pt x="12551" y="4441"/>
                  </a:lnTo>
                  <a:close/>
                  <a:moveTo>
                    <a:pt x="5986" y="18419"/>
                  </a:moveTo>
                  <a:lnTo>
                    <a:pt x="6218" y="18767"/>
                  </a:lnTo>
                  <a:lnTo>
                    <a:pt x="6450" y="19076"/>
                  </a:lnTo>
                  <a:lnTo>
                    <a:pt x="6758" y="19346"/>
                  </a:lnTo>
                  <a:lnTo>
                    <a:pt x="7067" y="19616"/>
                  </a:lnTo>
                  <a:lnTo>
                    <a:pt x="7415" y="19809"/>
                  </a:lnTo>
                  <a:lnTo>
                    <a:pt x="7801" y="19964"/>
                  </a:lnTo>
                  <a:lnTo>
                    <a:pt x="8187" y="20080"/>
                  </a:lnTo>
                  <a:lnTo>
                    <a:pt x="8612" y="20118"/>
                  </a:lnTo>
                  <a:lnTo>
                    <a:pt x="8535" y="20466"/>
                  </a:lnTo>
                  <a:lnTo>
                    <a:pt x="8496" y="20852"/>
                  </a:lnTo>
                  <a:lnTo>
                    <a:pt x="7994" y="20813"/>
                  </a:lnTo>
                  <a:lnTo>
                    <a:pt x="7531" y="20698"/>
                  </a:lnTo>
                  <a:lnTo>
                    <a:pt x="7106" y="20504"/>
                  </a:lnTo>
                  <a:lnTo>
                    <a:pt x="6720" y="20273"/>
                  </a:lnTo>
                  <a:lnTo>
                    <a:pt x="6334" y="20002"/>
                  </a:lnTo>
                  <a:lnTo>
                    <a:pt x="6025" y="19655"/>
                  </a:lnTo>
                  <a:lnTo>
                    <a:pt x="5716" y="19307"/>
                  </a:lnTo>
                  <a:lnTo>
                    <a:pt x="5446" y="18883"/>
                  </a:lnTo>
                  <a:lnTo>
                    <a:pt x="5446" y="18844"/>
                  </a:lnTo>
                  <a:lnTo>
                    <a:pt x="5986" y="18419"/>
                  </a:lnTo>
                  <a:close/>
                  <a:moveTo>
                    <a:pt x="5291" y="18960"/>
                  </a:moveTo>
                  <a:lnTo>
                    <a:pt x="5523" y="19462"/>
                  </a:lnTo>
                  <a:lnTo>
                    <a:pt x="5793" y="19887"/>
                  </a:lnTo>
                  <a:lnTo>
                    <a:pt x="6141" y="20234"/>
                  </a:lnTo>
                  <a:lnTo>
                    <a:pt x="6527" y="20582"/>
                  </a:lnTo>
                  <a:lnTo>
                    <a:pt x="6952" y="20813"/>
                  </a:lnTo>
                  <a:lnTo>
                    <a:pt x="7453" y="21006"/>
                  </a:lnTo>
                  <a:lnTo>
                    <a:pt x="7955" y="21122"/>
                  </a:lnTo>
                  <a:lnTo>
                    <a:pt x="8457" y="21161"/>
                  </a:lnTo>
                  <a:lnTo>
                    <a:pt x="8496" y="21702"/>
                  </a:lnTo>
                  <a:lnTo>
                    <a:pt x="7878" y="21624"/>
                  </a:lnTo>
                  <a:lnTo>
                    <a:pt x="7299" y="21508"/>
                  </a:lnTo>
                  <a:lnTo>
                    <a:pt x="6797" y="21315"/>
                  </a:lnTo>
                  <a:lnTo>
                    <a:pt x="6295" y="21084"/>
                  </a:lnTo>
                  <a:lnTo>
                    <a:pt x="5870" y="20775"/>
                  </a:lnTo>
                  <a:lnTo>
                    <a:pt x="5446" y="20389"/>
                  </a:lnTo>
                  <a:lnTo>
                    <a:pt x="5021" y="19964"/>
                  </a:lnTo>
                  <a:lnTo>
                    <a:pt x="4673" y="19501"/>
                  </a:lnTo>
                  <a:lnTo>
                    <a:pt x="4828" y="19385"/>
                  </a:lnTo>
                  <a:lnTo>
                    <a:pt x="4982" y="19269"/>
                  </a:lnTo>
                  <a:lnTo>
                    <a:pt x="5291" y="18960"/>
                  </a:lnTo>
                  <a:close/>
                  <a:moveTo>
                    <a:pt x="13555" y="16527"/>
                  </a:moveTo>
                  <a:lnTo>
                    <a:pt x="13748" y="17184"/>
                  </a:lnTo>
                  <a:lnTo>
                    <a:pt x="13979" y="17840"/>
                  </a:lnTo>
                  <a:lnTo>
                    <a:pt x="14250" y="18458"/>
                  </a:lnTo>
                  <a:lnTo>
                    <a:pt x="14597" y="19037"/>
                  </a:lnTo>
                  <a:lnTo>
                    <a:pt x="13670" y="20157"/>
                  </a:lnTo>
                  <a:lnTo>
                    <a:pt x="12782" y="21315"/>
                  </a:lnTo>
                  <a:lnTo>
                    <a:pt x="11083" y="23748"/>
                  </a:lnTo>
                  <a:lnTo>
                    <a:pt x="10736" y="22783"/>
                  </a:lnTo>
                  <a:lnTo>
                    <a:pt x="10350" y="21856"/>
                  </a:lnTo>
                  <a:lnTo>
                    <a:pt x="10234" y="21586"/>
                  </a:lnTo>
                  <a:lnTo>
                    <a:pt x="10195" y="21354"/>
                  </a:lnTo>
                  <a:lnTo>
                    <a:pt x="10195" y="21238"/>
                  </a:lnTo>
                  <a:lnTo>
                    <a:pt x="10234" y="21122"/>
                  </a:lnTo>
                  <a:lnTo>
                    <a:pt x="10388" y="20813"/>
                  </a:lnTo>
                  <a:lnTo>
                    <a:pt x="10813" y="20234"/>
                  </a:lnTo>
                  <a:lnTo>
                    <a:pt x="11199" y="19578"/>
                  </a:lnTo>
                  <a:lnTo>
                    <a:pt x="11199" y="19501"/>
                  </a:lnTo>
                  <a:lnTo>
                    <a:pt x="11199" y="19462"/>
                  </a:lnTo>
                  <a:lnTo>
                    <a:pt x="11161" y="19346"/>
                  </a:lnTo>
                  <a:lnTo>
                    <a:pt x="11585" y="18999"/>
                  </a:lnTo>
                  <a:lnTo>
                    <a:pt x="11971" y="18612"/>
                  </a:lnTo>
                  <a:lnTo>
                    <a:pt x="12358" y="18226"/>
                  </a:lnTo>
                  <a:lnTo>
                    <a:pt x="12705" y="17801"/>
                  </a:lnTo>
                  <a:lnTo>
                    <a:pt x="13130" y="17184"/>
                  </a:lnTo>
                  <a:lnTo>
                    <a:pt x="13555" y="16527"/>
                  </a:lnTo>
                  <a:close/>
                  <a:moveTo>
                    <a:pt x="5677" y="21161"/>
                  </a:moveTo>
                  <a:lnTo>
                    <a:pt x="5948" y="21393"/>
                  </a:lnTo>
                  <a:lnTo>
                    <a:pt x="6256" y="21547"/>
                  </a:lnTo>
                  <a:lnTo>
                    <a:pt x="6565" y="21702"/>
                  </a:lnTo>
                  <a:lnTo>
                    <a:pt x="6913" y="21817"/>
                  </a:lnTo>
                  <a:lnTo>
                    <a:pt x="6836" y="22010"/>
                  </a:lnTo>
                  <a:lnTo>
                    <a:pt x="6797" y="22204"/>
                  </a:lnTo>
                  <a:lnTo>
                    <a:pt x="6643" y="22088"/>
                  </a:lnTo>
                  <a:lnTo>
                    <a:pt x="6604" y="22010"/>
                  </a:lnTo>
                  <a:lnTo>
                    <a:pt x="6411" y="22010"/>
                  </a:lnTo>
                  <a:lnTo>
                    <a:pt x="6372" y="22088"/>
                  </a:lnTo>
                  <a:lnTo>
                    <a:pt x="6218" y="22628"/>
                  </a:lnTo>
                  <a:lnTo>
                    <a:pt x="6025" y="23092"/>
                  </a:lnTo>
                  <a:lnTo>
                    <a:pt x="5832" y="23594"/>
                  </a:lnTo>
                  <a:lnTo>
                    <a:pt x="5600" y="24057"/>
                  </a:lnTo>
                  <a:lnTo>
                    <a:pt x="5330" y="24482"/>
                  </a:lnTo>
                  <a:lnTo>
                    <a:pt x="5021" y="24907"/>
                  </a:lnTo>
                  <a:lnTo>
                    <a:pt x="4712" y="25331"/>
                  </a:lnTo>
                  <a:lnTo>
                    <a:pt x="4364" y="25717"/>
                  </a:lnTo>
                  <a:lnTo>
                    <a:pt x="4248" y="25293"/>
                  </a:lnTo>
                  <a:lnTo>
                    <a:pt x="4171" y="24868"/>
                  </a:lnTo>
                  <a:lnTo>
                    <a:pt x="4171" y="24482"/>
                  </a:lnTo>
                  <a:lnTo>
                    <a:pt x="4210" y="24057"/>
                  </a:lnTo>
                  <a:lnTo>
                    <a:pt x="4326" y="23671"/>
                  </a:lnTo>
                  <a:lnTo>
                    <a:pt x="4480" y="23285"/>
                  </a:lnTo>
                  <a:lnTo>
                    <a:pt x="4673" y="22899"/>
                  </a:lnTo>
                  <a:lnTo>
                    <a:pt x="4944" y="22512"/>
                  </a:lnTo>
                  <a:lnTo>
                    <a:pt x="5175" y="22204"/>
                  </a:lnTo>
                  <a:lnTo>
                    <a:pt x="5330" y="21895"/>
                  </a:lnTo>
                  <a:lnTo>
                    <a:pt x="5407" y="21740"/>
                  </a:lnTo>
                  <a:lnTo>
                    <a:pt x="5407" y="21586"/>
                  </a:lnTo>
                  <a:lnTo>
                    <a:pt x="5368" y="21470"/>
                  </a:lnTo>
                  <a:lnTo>
                    <a:pt x="5291" y="21315"/>
                  </a:lnTo>
                  <a:lnTo>
                    <a:pt x="5446" y="21238"/>
                  </a:lnTo>
                  <a:lnTo>
                    <a:pt x="5677" y="21161"/>
                  </a:lnTo>
                  <a:close/>
                  <a:moveTo>
                    <a:pt x="4905" y="20466"/>
                  </a:moveTo>
                  <a:lnTo>
                    <a:pt x="5175" y="20736"/>
                  </a:lnTo>
                  <a:lnTo>
                    <a:pt x="5484" y="21006"/>
                  </a:lnTo>
                  <a:lnTo>
                    <a:pt x="5252" y="21084"/>
                  </a:lnTo>
                  <a:lnTo>
                    <a:pt x="5021" y="21161"/>
                  </a:lnTo>
                  <a:lnTo>
                    <a:pt x="4982" y="21200"/>
                  </a:lnTo>
                  <a:lnTo>
                    <a:pt x="4944" y="21277"/>
                  </a:lnTo>
                  <a:lnTo>
                    <a:pt x="4982" y="21354"/>
                  </a:lnTo>
                  <a:lnTo>
                    <a:pt x="5021" y="21393"/>
                  </a:lnTo>
                  <a:lnTo>
                    <a:pt x="5059" y="21470"/>
                  </a:lnTo>
                  <a:lnTo>
                    <a:pt x="5098" y="21547"/>
                  </a:lnTo>
                  <a:lnTo>
                    <a:pt x="5059" y="21779"/>
                  </a:lnTo>
                  <a:lnTo>
                    <a:pt x="4905" y="22049"/>
                  </a:lnTo>
                  <a:lnTo>
                    <a:pt x="4750" y="22358"/>
                  </a:lnTo>
                  <a:lnTo>
                    <a:pt x="4364" y="22937"/>
                  </a:lnTo>
                  <a:lnTo>
                    <a:pt x="4133" y="23323"/>
                  </a:lnTo>
                  <a:lnTo>
                    <a:pt x="3940" y="23748"/>
                  </a:lnTo>
                  <a:lnTo>
                    <a:pt x="3862" y="24212"/>
                  </a:lnTo>
                  <a:lnTo>
                    <a:pt x="3824" y="24714"/>
                  </a:lnTo>
                  <a:lnTo>
                    <a:pt x="3862" y="25177"/>
                  </a:lnTo>
                  <a:lnTo>
                    <a:pt x="3940" y="25409"/>
                  </a:lnTo>
                  <a:lnTo>
                    <a:pt x="4017" y="25640"/>
                  </a:lnTo>
                  <a:lnTo>
                    <a:pt x="4133" y="25872"/>
                  </a:lnTo>
                  <a:lnTo>
                    <a:pt x="4248" y="26065"/>
                  </a:lnTo>
                  <a:lnTo>
                    <a:pt x="4287" y="26104"/>
                  </a:lnTo>
                  <a:lnTo>
                    <a:pt x="4364" y="26104"/>
                  </a:lnTo>
                  <a:lnTo>
                    <a:pt x="4403" y="26065"/>
                  </a:lnTo>
                  <a:lnTo>
                    <a:pt x="4442" y="25988"/>
                  </a:lnTo>
                  <a:lnTo>
                    <a:pt x="4480" y="25988"/>
                  </a:lnTo>
                  <a:lnTo>
                    <a:pt x="4828" y="25602"/>
                  </a:lnTo>
                  <a:lnTo>
                    <a:pt x="5175" y="25215"/>
                  </a:lnTo>
                  <a:lnTo>
                    <a:pt x="5484" y="24791"/>
                  </a:lnTo>
                  <a:lnTo>
                    <a:pt x="5793" y="24366"/>
                  </a:lnTo>
                  <a:lnTo>
                    <a:pt x="6025" y="23903"/>
                  </a:lnTo>
                  <a:lnTo>
                    <a:pt x="6256" y="23439"/>
                  </a:lnTo>
                  <a:lnTo>
                    <a:pt x="6450" y="22937"/>
                  </a:lnTo>
                  <a:lnTo>
                    <a:pt x="6604" y="22435"/>
                  </a:lnTo>
                  <a:lnTo>
                    <a:pt x="6720" y="22551"/>
                  </a:lnTo>
                  <a:lnTo>
                    <a:pt x="6913" y="22590"/>
                  </a:lnTo>
                  <a:lnTo>
                    <a:pt x="6952" y="22628"/>
                  </a:lnTo>
                  <a:lnTo>
                    <a:pt x="7029" y="22590"/>
                  </a:lnTo>
                  <a:lnTo>
                    <a:pt x="7067" y="22512"/>
                  </a:lnTo>
                  <a:lnTo>
                    <a:pt x="7067" y="22474"/>
                  </a:lnTo>
                  <a:lnTo>
                    <a:pt x="7145" y="21895"/>
                  </a:lnTo>
                  <a:lnTo>
                    <a:pt x="7608" y="22010"/>
                  </a:lnTo>
                  <a:lnTo>
                    <a:pt x="7724" y="22512"/>
                  </a:lnTo>
                  <a:lnTo>
                    <a:pt x="7762" y="23014"/>
                  </a:lnTo>
                  <a:lnTo>
                    <a:pt x="7801" y="23555"/>
                  </a:lnTo>
                  <a:lnTo>
                    <a:pt x="7801" y="24057"/>
                  </a:lnTo>
                  <a:lnTo>
                    <a:pt x="7608" y="23903"/>
                  </a:lnTo>
                  <a:lnTo>
                    <a:pt x="7492" y="23671"/>
                  </a:lnTo>
                  <a:lnTo>
                    <a:pt x="7376" y="23439"/>
                  </a:lnTo>
                  <a:lnTo>
                    <a:pt x="7338" y="23169"/>
                  </a:lnTo>
                  <a:lnTo>
                    <a:pt x="7338" y="23092"/>
                  </a:lnTo>
                  <a:lnTo>
                    <a:pt x="7299" y="23053"/>
                  </a:lnTo>
                  <a:lnTo>
                    <a:pt x="7183" y="23014"/>
                  </a:lnTo>
                  <a:lnTo>
                    <a:pt x="7106" y="23014"/>
                  </a:lnTo>
                  <a:lnTo>
                    <a:pt x="7067" y="23053"/>
                  </a:lnTo>
                  <a:lnTo>
                    <a:pt x="7029" y="23092"/>
                  </a:lnTo>
                  <a:lnTo>
                    <a:pt x="6990" y="23169"/>
                  </a:lnTo>
                  <a:lnTo>
                    <a:pt x="6952" y="23787"/>
                  </a:lnTo>
                  <a:lnTo>
                    <a:pt x="6797" y="24405"/>
                  </a:lnTo>
                  <a:lnTo>
                    <a:pt x="6681" y="24675"/>
                  </a:lnTo>
                  <a:lnTo>
                    <a:pt x="6565" y="24984"/>
                  </a:lnTo>
                  <a:lnTo>
                    <a:pt x="6411" y="25254"/>
                  </a:lnTo>
                  <a:lnTo>
                    <a:pt x="6218" y="25524"/>
                  </a:lnTo>
                  <a:lnTo>
                    <a:pt x="5832" y="25988"/>
                  </a:lnTo>
                  <a:lnTo>
                    <a:pt x="5600" y="26219"/>
                  </a:lnTo>
                  <a:lnTo>
                    <a:pt x="5368" y="26451"/>
                  </a:lnTo>
                  <a:lnTo>
                    <a:pt x="5098" y="26644"/>
                  </a:lnTo>
                  <a:lnTo>
                    <a:pt x="4828" y="26799"/>
                  </a:lnTo>
                  <a:lnTo>
                    <a:pt x="4557" y="26953"/>
                  </a:lnTo>
                  <a:lnTo>
                    <a:pt x="4248" y="27030"/>
                  </a:lnTo>
                  <a:lnTo>
                    <a:pt x="4017" y="27030"/>
                  </a:lnTo>
                  <a:lnTo>
                    <a:pt x="3862" y="26992"/>
                  </a:lnTo>
                  <a:lnTo>
                    <a:pt x="3708" y="26915"/>
                  </a:lnTo>
                  <a:lnTo>
                    <a:pt x="3592" y="26760"/>
                  </a:lnTo>
                  <a:lnTo>
                    <a:pt x="3515" y="26606"/>
                  </a:lnTo>
                  <a:lnTo>
                    <a:pt x="3438" y="26413"/>
                  </a:lnTo>
                  <a:lnTo>
                    <a:pt x="3322" y="25988"/>
                  </a:lnTo>
                  <a:lnTo>
                    <a:pt x="3206" y="25293"/>
                  </a:lnTo>
                  <a:lnTo>
                    <a:pt x="3167" y="24945"/>
                  </a:lnTo>
                  <a:lnTo>
                    <a:pt x="3167" y="24598"/>
                  </a:lnTo>
                  <a:lnTo>
                    <a:pt x="3206" y="24173"/>
                  </a:lnTo>
                  <a:lnTo>
                    <a:pt x="3283" y="23787"/>
                  </a:lnTo>
                  <a:lnTo>
                    <a:pt x="3360" y="23401"/>
                  </a:lnTo>
                  <a:lnTo>
                    <a:pt x="3515" y="23014"/>
                  </a:lnTo>
                  <a:lnTo>
                    <a:pt x="3708" y="22667"/>
                  </a:lnTo>
                  <a:lnTo>
                    <a:pt x="3901" y="22319"/>
                  </a:lnTo>
                  <a:lnTo>
                    <a:pt x="4171" y="22010"/>
                  </a:lnTo>
                  <a:lnTo>
                    <a:pt x="4480" y="21702"/>
                  </a:lnTo>
                  <a:lnTo>
                    <a:pt x="4519" y="21624"/>
                  </a:lnTo>
                  <a:lnTo>
                    <a:pt x="4519" y="21547"/>
                  </a:lnTo>
                  <a:lnTo>
                    <a:pt x="4442" y="21470"/>
                  </a:lnTo>
                  <a:lnTo>
                    <a:pt x="4364" y="21431"/>
                  </a:lnTo>
                  <a:lnTo>
                    <a:pt x="3553" y="21315"/>
                  </a:lnTo>
                  <a:lnTo>
                    <a:pt x="3862" y="21045"/>
                  </a:lnTo>
                  <a:lnTo>
                    <a:pt x="4171" y="20775"/>
                  </a:lnTo>
                  <a:lnTo>
                    <a:pt x="4519" y="20582"/>
                  </a:lnTo>
                  <a:lnTo>
                    <a:pt x="4905" y="20466"/>
                  </a:lnTo>
                  <a:close/>
                  <a:moveTo>
                    <a:pt x="18845" y="0"/>
                  </a:moveTo>
                  <a:lnTo>
                    <a:pt x="18806" y="77"/>
                  </a:lnTo>
                  <a:lnTo>
                    <a:pt x="18729" y="39"/>
                  </a:lnTo>
                  <a:lnTo>
                    <a:pt x="18652" y="39"/>
                  </a:lnTo>
                  <a:lnTo>
                    <a:pt x="17455" y="618"/>
                  </a:lnTo>
                  <a:lnTo>
                    <a:pt x="16296" y="1236"/>
                  </a:lnTo>
                  <a:lnTo>
                    <a:pt x="15215" y="1931"/>
                  </a:lnTo>
                  <a:lnTo>
                    <a:pt x="14134" y="2664"/>
                  </a:lnTo>
                  <a:lnTo>
                    <a:pt x="13091" y="3475"/>
                  </a:lnTo>
                  <a:lnTo>
                    <a:pt x="12087" y="4325"/>
                  </a:lnTo>
                  <a:lnTo>
                    <a:pt x="11161" y="5213"/>
                  </a:lnTo>
                  <a:lnTo>
                    <a:pt x="10272" y="6178"/>
                  </a:lnTo>
                  <a:lnTo>
                    <a:pt x="9384" y="7144"/>
                  </a:lnTo>
                  <a:lnTo>
                    <a:pt x="8573" y="8186"/>
                  </a:lnTo>
                  <a:lnTo>
                    <a:pt x="7840" y="9268"/>
                  </a:lnTo>
                  <a:lnTo>
                    <a:pt x="7145" y="10387"/>
                  </a:lnTo>
                  <a:lnTo>
                    <a:pt x="6643" y="11276"/>
                  </a:lnTo>
                  <a:lnTo>
                    <a:pt x="6179" y="12164"/>
                  </a:lnTo>
                  <a:lnTo>
                    <a:pt x="5368" y="12241"/>
                  </a:lnTo>
                  <a:lnTo>
                    <a:pt x="4557" y="12395"/>
                  </a:lnTo>
                  <a:lnTo>
                    <a:pt x="3785" y="12627"/>
                  </a:lnTo>
                  <a:lnTo>
                    <a:pt x="3013" y="12936"/>
                  </a:lnTo>
                  <a:lnTo>
                    <a:pt x="2936" y="12975"/>
                  </a:lnTo>
                  <a:lnTo>
                    <a:pt x="2897" y="13013"/>
                  </a:lnTo>
                  <a:lnTo>
                    <a:pt x="2897" y="13168"/>
                  </a:lnTo>
                  <a:lnTo>
                    <a:pt x="2704" y="13361"/>
                  </a:lnTo>
                  <a:lnTo>
                    <a:pt x="2549" y="13592"/>
                  </a:lnTo>
                  <a:lnTo>
                    <a:pt x="2395" y="13863"/>
                  </a:lnTo>
                  <a:lnTo>
                    <a:pt x="2279" y="14133"/>
                  </a:lnTo>
                  <a:lnTo>
                    <a:pt x="2086" y="14712"/>
                  </a:lnTo>
                  <a:lnTo>
                    <a:pt x="1854" y="15214"/>
                  </a:lnTo>
                  <a:lnTo>
                    <a:pt x="1430" y="15987"/>
                  </a:lnTo>
                  <a:lnTo>
                    <a:pt x="1005" y="16759"/>
                  </a:lnTo>
                  <a:lnTo>
                    <a:pt x="541" y="17493"/>
                  </a:lnTo>
                  <a:lnTo>
                    <a:pt x="39" y="18226"/>
                  </a:lnTo>
                  <a:lnTo>
                    <a:pt x="1" y="18303"/>
                  </a:lnTo>
                  <a:lnTo>
                    <a:pt x="1" y="18381"/>
                  </a:lnTo>
                  <a:lnTo>
                    <a:pt x="39" y="18419"/>
                  </a:lnTo>
                  <a:lnTo>
                    <a:pt x="117" y="18458"/>
                  </a:lnTo>
                  <a:lnTo>
                    <a:pt x="117" y="18535"/>
                  </a:lnTo>
                  <a:lnTo>
                    <a:pt x="117" y="18612"/>
                  </a:lnTo>
                  <a:lnTo>
                    <a:pt x="155" y="18651"/>
                  </a:lnTo>
                  <a:lnTo>
                    <a:pt x="233" y="18690"/>
                  </a:lnTo>
                  <a:lnTo>
                    <a:pt x="1159" y="18612"/>
                  </a:lnTo>
                  <a:lnTo>
                    <a:pt x="2086" y="18574"/>
                  </a:lnTo>
                  <a:lnTo>
                    <a:pt x="3901" y="18381"/>
                  </a:lnTo>
                  <a:lnTo>
                    <a:pt x="3978" y="18342"/>
                  </a:lnTo>
                  <a:lnTo>
                    <a:pt x="4055" y="18265"/>
                  </a:lnTo>
                  <a:lnTo>
                    <a:pt x="4596" y="17106"/>
                  </a:lnTo>
                  <a:lnTo>
                    <a:pt x="5252" y="15987"/>
                  </a:lnTo>
                  <a:lnTo>
                    <a:pt x="5291" y="16566"/>
                  </a:lnTo>
                  <a:lnTo>
                    <a:pt x="5446" y="17106"/>
                  </a:lnTo>
                  <a:lnTo>
                    <a:pt x="5600" y="17647"/>
                  </a:lnTo>
                  <a:lnTo>
                    <a:pt x="5832" y="18188"/>
                  </a:lnTo>
                  <a:lnTo>
                    <a:pt x="5446" y="18381"/>
                  </a:lnTo>
                  <a:lnTo>
                    <a:pt x="5059" y="18651"/>
                  </a:lnTo>
                  <a:lnTo>
                    <a:pt x="4673" y="18960"/>
                  </a:lnTo>
                  <a:lnTo>
                    <a:pt x="4519" y="19153"/>
                  </a:lnTo>
                  <a:lnTo>
                    <a:pt x="4403" y="19346"/>
                  </a:lnTo>
                  <a:lnTo>
                    <a:pt x="4403" y="19423"/>
                  </a:lnTo>
                  <a:lnTo>
                    <a:pt x="4442" y="19501"/>
                  </a:lnTo>
                  <a:lnTo>
                    <a:pt x="4442" y="19539"/>
                  </a:lnTo>
                  <a:lnTo>
                    <a:pt x="4442" y="19616"/>
                  </a:lnTo>
                  <a:lnTo>
                    <a:pt x="4596" y="19964"/>
                  </a:lnTo>
                  <a:lnTo>
                    <a:pt x="4789" y="20273"/>
                  </a:lnTo>
                  <a:lnTo>
                    <a:pt x="4519" y="20311"/>
                  </a:lnTo>
                  <a:lnTo>
                    <a:pt x="4287" y="20389"/>
                  </a:lnTo>
                  <a:lnTo>
                    <a:pt x="4055" y="20504"/>
                  </a:lnTo>
                  <a:lnTo>
                    <a:pt x="3862" y="20620"/>
                  </a:lnTo>
                  <a:lnTo>
                    <a:pt x="3669" y="20775"/>
                  </a:lnTo>
                  <a:lnTo>
                    <a:pt x="3476" y="20968"/>
                  </a:lnTo>
                  <a:lnTo>
                    <a:pt x="3283" y="21161"/>
                  </a:lnTo>
                  <a:lnTo>
                    <a:pt x="3129" y="21354"/>
                  </a:lnTo>
                  <a:lnTo>
                    <a:pt x="3090" y="21431"/>
                  </a:lnTo>
                  <a:lnTo>
                    <a:pt x="3129" y="21508"/>
                  </a:lnTo>
                  <a:lnTo>
                    <a:pt x="3167" y="21586"/>
                  </a:lnTo>
                  <a:lnTo>
                    <a:pt x="3244" y="21624"/>
                  </a:lnTo>
                  <a:lnTo>
                    <a:pt x="4017" y="21702"/>
                  </a:lnTo>
                  <a:lnTo>
                    <a:pt x="3746" y="22010"/>
                  </a:lnTo>
                  <a:lnTo>
                    <a:pt x="3476" y="22358"/>
                  </a:lnTo>
                  <a:lnTo>
                    <a:pt x="3283" y="22706"/>
                  </a:lnTo>
                  <a:lnTo>
                    <a:pt x="3129" y="23092"/>
                  </a:lnTo>
                  <a:lnTo>
                    <a:pt x="3013" y="23478"/>
                  </a:lnTo>
                  <a:lnTo>
                    <a:pt x="2897" y="23864"/>
                  </a:lnTo>
                  <a:lnTo>
                    <a:pt x="2858" y="24289"/>
                  </a:lnTo>
                  <a:lnTo>
                    <a:pt x="2858" y="24714"/>
                  </a:lnTo>
                  <a:lnTo>
                    <a:pt x="2858" y="25370"/>
                  </a:lnTo>
                  <a:lnTo>
                    <a:pt x="2897" y="25795"/>
                  </a:lnTo>
                  <a:lnTo>
                    <a:pt x="2974" y="26219"/>
                  </a:lnTo>
                  <a:lnTo>
                    <a:pt x="3090" y="26644"/>
                  </a:lnTo>
                  <a:lnTo>
                    <a:pt x="3244" y="26992"/>
                  </a:lnTo>
                  <a:lnTo>
                    <a:pt x="3360" y="27146"/>
                  </a:lnTo>
                  <a:lnTo>
                    <a:pt x="3438" y="27262"/>
                  </a:lnTo>
                  <a:lnTo>
                    <a:pt x="3553" y="27378"/>
                  </a:lnTo>
                  <a:lnTo>
                    <a:pt x="3708" y="27417"/>
                  </a:lnTo>
                  <a:lnTo>
                    <a:pt x="3862" y="27455"/>
                  </a:lnTo>
                  <a:lnTo>
                    <a:pt x="4017" y="27455"/>
                  </a:lnTo>
                  <a:lnTo>
                    <a:pt x="4364" y="27417"/>
                  </a:lnTo>
                  <a:lnTo>
                    <a:pt x="4750" y="27262"/>
                  </a:lnTo>
                  <a:lnTo>
                    <a:pt x="5098" y="27069"/>
                  </a:lnTo>
                  <a:lnTo>
                    <a:pt x="5407" y="26837"/>
                  </a:lnTo>
                  <a:lnTo>
                    <a:pt x="5716" y="26567"/>
                  </a:lnTo>
                  <a:lnTo>
                    <a:pt x="6218" y="26065"/>
                  </a:lnTo>
                  <a:lnTo>
                    <a:pt x="6565" y="25602"/>
                  </a:lnTo>
                  <a:lnTo>
                    <a:pt x="6874" y="25100"/>
                  </a:lnTo>
                  <a:lnTo>
                    <a:pt x="7106" y="24559"/>
                  </a:lnTo>
                  <a:lnTo>
                    <a:pt x="7260" y="23980"/>
                  </a:lnTo>
                  <a:lnTo>
                    <a:pt x="7376" y="24134"/>
                  </a:lnTo>
                  <a:lnTo>
                    <a:pt x="7531" y="24289"/>
                  </a:lnTo>
                  <a:lnTo>
                    <a:pt x="7685" y="24405"/>
                  </a:lnTo>
                  <a:lnTo>
                    <a:pt x="7878" y="24520"/>
                  </a:lnTo>
                  <a:lnTo>
                    <a:pt x="7955" y="24559"/>
                  </a:lnTo>
                  <a:lnTo>
                    <a:pt x="8033" y="24520"/>
                  </a:lnTo>
                  <a:lnTo>
                    <a:pt x="8110" y="24482"/>
                  </a:lnTo>
                  <a:lnTo>
                    <a:pt x="8110" y="24366"/>
                  </a:lnTo>
                  <a:lnTo>
                    <a:pt x="8149" y="23787"/>
                  </a:lnTo>
                  <a:lnTo>
                    <a:pt x="8149" y="23208"/>
                  </a:lnTo>
                  <a:lnTo>
                    <a:pt x="8071" y="22628"/>
                  </a:lnTo>
                  <a:lnTo>
                    <a:pt x="7955" y="22049"/>
                  </a:lnTo>
                  <a:lnTo>
                    <a:pt x="8535" y="22049"/>
                  </a:lnTo>
                  <a:lnTo>
                    <a:pt x="8651" y="22010"/>
                  </a:lnTo>
                  <a:lnTo>
                    <a:pt x="8728" y="21972"/>
                  </a:lnTo>
                  <a:lnTo>
                    <a:pt x="8766" y="21933"/>
                  </a:lnTo>
                  <a:lnTo>
                    <a:pt x="8766" y="21895"/>
                  </a:lnTo>
                  <a:lnTo>
                    <a:pt x="8844" y="21006"/>
                  </a:lnTo>
                  <a:lnTo>
                    <a:pt x="8921" y="20543"/>
                  </a:lnTo>
                  <a:lnTo>
                    <a:pt x="8998" y="20118"/>
                  </a:lnTo>
                  <a:lnTo>
                    <a:pt x="9153" y="20118"/>
                  </a:lnTo>
                  <a:lnTo>
                    <a:pt x="9577" y="20041"/>
                  </a:lnTo>
                  <a:lnTo>
                    <a:pt x="9963" y="19964"/>
                  </a:lnTo>
                  <a:lnTo>
                    <a:pt x="10311" y="19809"/>
                  </a:lnTo>
                  <a:lnTo>
                    <a:pt x="10659" y="19655"/>
                  </a:lnTo>
                  <a:lnTo>
                    <a:pt x="10157" y="20389"/>
                  </a:lnTo>
                  <a:lnTo>
                    <a:pt x="9616" y="21161"/>
                  </a:lnTo>
                  <a:lnTo>
                    <a:pt x="9577" y="21238"/>
                  </a:lnTo>
                  <a:lnTo>
                    <a:pt x="9616" y="21354"/>
                  </a:lnTo>
                  <a:lnTo>
                    <a:pt x="9963" y="22049"/>
                  </a:lnTo>
                  <a:lnTo>
                    <a:pt x="10272" y="22783"/>
                  </a:lnTo>
                  <a:lnTo>
                    <a:pt x="10581" y="23516"/>
                  </a:lnTo>
                  <a:lnTo>
                    <a:pt x="10813" y="24250"/>
                  </a:lnTo>
                  <a:lnTo>
                    <a:pt x="10890" y="24327"/>
                  </a:lnTo>
                  <a:lnTo>
                    <a:pt x="11006" y="24405"/>
                  </a:lnTo>
                  <a:lnTo>
                    <a:pt x="11122" y="24405"/>
                  </a:lnTo>
                  <a:lnTo>
                    <a:pt x="11199" y="24289"/>
                  </a:lnTo>
                  <a:lnTo>
                    <a:pt x="13130" y="21740"/>
                  </a:lnTo>
                  <a:lnTo>
                    <a:pt x="14095" y="20389"/>
                  </a:lnTo>
                  <a:lnTo>
                    <a:pt x="14520" y="19732"/>
                  </a:lnTo>
                  <a:lnTo>
                    <a:pt x="14945" y="19037"/>
                  </a:lnTo>
                  <a:lnTo>
                    <a:pt x="14983" y="18960"/>
                  </a:lnTo>
                  <a:lnTo>
                    <a:pt x="14945" y="18883"/>
                  </a:lnTo>
                  <a:lnTo>
                    <a:pt x="14790" y="18535"/>
                  </a:lnTo>
                  <a:lnTo>
                    <a:pt x="14597" y="18149"/>
                  </a:lnTo>
                  <a:lnTo>
                    <a:pt x="14288" y="17454"/>
                  </a:lnTo>
                  <a:lnTo>
                    <a:pt x="13786" y="16180"/>
                  </a:lnTo>
                  <a:lnTo>
                    <a:pt x="14211" y="15369"/>
                  </a:lnTo>
                  <a:lnTo>
                    <a:pt x="14674" y="14558"/>
                  </a:lnTo>
                  <a:lnTo>
                    <a:pt x="15061" y="13708"/>
                  </a:lnTo>
                  <a:lnTo>
                    <a:pt x="15447" y="12897"/>
                  </a:lnTo>
                  <a:lnTo>
                    <a:pt x="16065" y="11391"/>
                  </a:lnTo>
                  <a:lnTo>
                    <a:pt x="16644" y="9885"/>
                  </a:lnTo>
                  <a:lnTo>
                    <a:pt x="17146" y="8341"/>
                  </a:lnTo>
                  <a:lnTo>
                    <a:pt x="17609" y="6796"/>
                  </a:lnTo>
                  <a:lnTo>
                    <a:pt x="17995" y="5213"/>
                  </a:lnTo>
                  <a:lnTo>
                    <a:pt x="18382" y="3630"/>
                  </a:lnTo>
                  <a:lnTo>
                    <a:pt x="18729" y="2047"/>
                  </a:lnTo>
                  <a:lnTo>
                    <a:pt x="19038" y="463"/>
                  </a:lnTo>
                  <a:lnTo>
                    <a:pt x="19038" y="386"/>
                  </a:lnTo>
                  <a:lnTo>
                    <a:pt x="18999" y="309"/>
                  </a:lnTo>
                  <a:lnTo>
                    <a:pt x="18999" y="232"/>
                  </a:lnTo>
                  <a:lnTo>
                    <a:pt x="18999" y="77"/>
                  </a:lnTo>
                  <a:lnTo>
                    <a:pt x="18961" y="39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22"/>
            <p:cNvSpPr/>
            <p:nvPr/>
          </p:nvSpPr>
          <p:spPr>
            <a:xfrm>
              <a:off x="5947325" y="1038225"/>
              <a:ext cx="458575" cy="289650"/>
            </a:xfrm>
            <a:custGeom>
              <a:avLst/>
              <a:gdLst/>
              <a:ahLst/>
              <a:cxnLst/>
              <a:rect l="l" t="t" r="r" b="b"/>
              <a:pathLst>
                <a:path w="18343" h="11586" extrusionOk="0">
                  <a:moveTo>
                    <a:pt x="17068" y="387"/>
                  </a:moveTo>
                  <a:lnTo>
                    <a:pt x="17145" y="426"/>
                  </a:lnTo>
                  <a:lnTo>
                    <a:pt x="17223" y="503"/>
                  </a:lnTo>
                  <a:lnTo>
                    <a:pt x="17300" y="735"/>
                  </a:lnTo>
                  <a:lnTo>
                    <a:pt x="17377" y="928"/>
                  </a:lnTo>
                  <a:lnTo>
                    <a:pt x="17377" y="1121"/>
                  </a:lnTo>
                  <a:lnTo>
                    <a:pt x="17338" y="1314"/>
                  </a:lnTo>
                  <a:lnTo>
                    <a:pt x="17223" y="1546"/>
                  </a:lnTo>
                  <a:lnTo>
                    <a:pt x="16952" y="1893"/>
                  </a:lnTo>
                  <a:lnTo>
                    <a:pt x="16721" y="2125"/>
                  </a:lnTo>
                  <a:lnTo>
                    <a:pt x="16450" y="2356"/>
                  </a:lnTo>
                  <a:lnTo>
                    <a:pt x="16180" y="2550"/>
                  </a:lnTo>
                  <a:lnTo>
                    <a:pt x="15871" y="2665"/>
                  </a:lnTo>
                  <a:lnTo>
                    <a:pt x="15871" y="2086"/>
                  </a:lnTo>
                  <a:lnTo>
                    <a:pt x="15910" y="1777"/>
                  </a:lnTo>
                  <a:lnTo>
                    <a:pt x="15948" y="1468"/>
                  </a:lnTo>
                  <a:lnTo>
                    <a:pt x="16025" y="1198"/>
                  </a:lnTo>
                  <a:lnTo>
                    <a:pt x="16180" y="928"/>
                  </a:lnTo>
                  <a:lnTo>
                    <a:pt x="16334" y="696"/>
                  </a:lnTo>
                  <a:lnTo>
                    <a:pt x="16605" y="503"/>
                  </a:lnTo>
                  <a:lnTo>
                    <a:pt x="16836" y="426"/>
                  </a:lnTo>
                  <a:lnTo>
                    <a:pt x="16991" y="387"/>
                  </a:lnTo>
                  <a:close/>
                  <a:moveTo>
                    <a:pt x="14597" y="2974"/>
                  </a:moveTo>
                  <a:lnTo>
                    <a:pt x="14867" y="3013"/>
                  </a:lnTo>
                  <a:lnTo>
                    <a:pt x="15137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7"/>
                  </a:lnTo>
                  <a:lnTo>
                    <a:pt x="14056" y="3862"/>
                  </a:lnTo>
                  <a:lnTo>
                    <a:pt x="13786" y="3940"/>
                  </a:lnTo>
                  <a:lnTo>
                    <a:pt x="13477" y="4017"/>
                  </a:lnTo>
                  <a:lnTo>
                    <a:pt x="13052" y="4017"/>
                  </a:lnTo>
                  <a:lnTo>
                    <a:pt x="12975" y="3940"/>
                  </a:lnTo>
                  <a:lnTo>
                    <a:pt x="12975" y="3862"/>
                  </a:lnTo>
                  <a:lnTo>
                    <a:pt x="12975" y="3708"/>
                  </a:lnTo>
                  <a:lnTo>
                    <a:pt x="13014" y="3476"/>
                  </a:lnTo>
                  <a:lnTo>
                    <a:pt x="13052" y="3360"/>
                  </a:lnTo>
                  <a:lnTo>
                    <a:pt x="13207" y="3245"/>
                  </a:lnTo>
                  <a:lnTo>
                    <a:pt x="13400" y="3167"/>
                  </a:lnTo>
                  <a:lnTo>
                    <a:pt x="13709" y="3052"/>
                  </a:lnTo>
                  <a:lnTo>
                    <a:pt x="14018" y="3013"/>
                  </a:lnTo>
                  <a:lnTo>
                    <a:pt x="14326" y="2974"/>
                  </a:lnTo>
                  <a:close/>
                  <a:moveTo>
                    <a:pt x="15678" y="3283"/>
                  </a:moveTo>
                  <a:lnTo>
                    <a:pt x="16334" y="3476"/>
                  </a:lnTo>
                  <a:lnTo>
                    <a:pt x="16643" y="3554"/>
                  </a:lnTo>
                  <a:lnTo>
                    <a:pt x="16991" y="3669"/>
                  </a:lnTo>
                  <a:lnTo>
                    <a:pt x="17261" y="3824"/>
                  </a:lnTo>
                  <a:lnTo>
                    <a:pt x="17531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79" y="4596"/>
                  </a:lnTo>
                  <a:lnTo>
                    <a:pt x="17918" y="4789"/>
                  </a:lnTo>
                  <a:lnTo>
                    <a:pt x="17879" y="4944"/>
                  </a:lnTo>
                  <a:lnTo>
                    <a:pt x="17802" y="5059"/>
                  </a:lnTo>
                  <a:lnTo>
                    <a:pt x="17647" y="5137"/>
                  </a:lnTo>
                  <a:lnTo>
                    <a:pt x="17493" y="5175"/>
                  </a:lnTo>
                  <a:lnTo>
                    <a:pt x="17338" y="5175"/>
                  </a:lnTo>
                  <a:lnTo>
                    <a:pt x="17145" y="5137"/>
                  </a:lnTo>
                  <a:lnTo>
                    <a:pt x="16991" y="5059"/>
                  </a:lnTo>
                  <a:lnTo>
                    <a:pt x="16643" y="4789"/>
                  </a:lnTo>
                  <a:lnTo>
                    <a:pt x="16373" y="4480"/>
                  </a:lnTo>
                  <a:lnTo>
                    <a:pt x="16180" y="4210"/>
                  </a:lnTo>
                  <a:lnTo>
                    <a:pt x="15987" y="3901"/>
                  </a:lnTo>
                  <a:lnTo>
                    <a:pt x="15832" y="3592"/>
                  </a:lnTo>
                  <a:lnTo>
                    <a:pt x="15678" y="3283"/>
                  </a:lnTo>
                  <a:close/>
                  <a:moveTo>
                    <a:pt x="4634" y="542"/>
                  </a:moveTo>
                  <a:lnTo>
                    <a:pt x="5252" y="580"/>
                  </a:lnTo>
                  <a:lnTo>
                    <a:pt x="5831" y="696"/>
                  </a:lnTo>
                  <a:lnTo>
                    <a:pt x="6410" y="850"/>
                  </a:lnTo>
                  <a:lnTo>
                    <a:pt x="6990" y="1121"/>
                  </a:lnTo>
                  <a:lnTo>
                    <a:pt x="7492" y="1430"/>
                  </a:lnTo>
                  <a:lnTo>
                    <a:pt x="7916" y="1739"/>
                  </a:lnTo>
                  <a:lnTo>
                    <a:pt x="8303" y="2086"/>
                  </a:lnTo>
                  <a:lnTo>
                    <a:pt x="8650" y="2472"/>
                  </a:lnTo>
                  <a:lnTo>
                    <a:pt x="8959" y="2858"/>
                  </a:lnTo>
                  <a:lnTo>
                    <a:pt x="9538" y="3669"/>
                  </a:lnTo>
                  <a:lnTo>
                    <a:pt x="10156" y="4480"/>
                  </a:lnTo>
                  <a:lnTo>
                    <a:pt x="10388" y="4828"/>
                  </a:lnTo>
                  <a:lnTo>
                    <a:pt x="10697" y="5137"/>
                  </a:lnTo>
                  <a:lnTo>
                    <a:pt x="11006" y="5446"/>
                  </a:lnTo>
                  <a:lnTo>
                    <a:pt x="11353" y="5677"/>
                  </a:lnTo>
                  <a:lnTo>
                    <a:pt x="11701" y="5870"/>
                  </a:lnTo>
                  <a:lnTo>
                    <a:pt x="12125" y="5986"/>
                  </a:lnTo>
                  <a:lnTo>
                    <a:pt x="12512" y="6025"/>
                  </a:lnTo>
                  <a:lnTo>
                    <a:pt x="12975" y="5986"/>
                  </a:lnTo>
                  <a:lnTo>
                    <a:pt x="13322" y="5870"/>
                  </a:lnTo>
                  <a:lnTo>
                    <a:pt x="13631" y="5755"/>
                  </a:lnTo>
                  <a:lnTo>
                    <a:pt x="13902" y="5600"/>
                  </a:lnTo>
                  <a:lnTo>
                    <a:pt x="14172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8" y="4712"/>
                  </a:lnTo>
                  <a:lnTo>
                    <a:pt x="14983" y="4442"/>
                  </a:lnTo>
                  <a:lnTo>
                    <a:pt x="14751" y="5253"/>
                  </a:lnTo>
                  <a:lnTo>
                    <a:pt x="14442" y="5986"/>
                  </a:lnTo>
                  <a:lnTo>
                    <a:pt x="14056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1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6" y="10272"/>
                  </a:lnTo>
                  <a:lnTo>
                    <a:pt x="9615" y="10466"/>
                  </a:lnTo>
                  <a:lnTo>
                    <a:pt x="9075" y="10659"/>
                  </a:lnTo>
                  <a:lnTo>
                    <a:pt x="8496" y="10774"/>
                  </a:lnTo>
                  <a:lnTo>
                    <a:pt x="7955" y="10890"/>
                  </a:lnTo>
                  <a:lnTo>
                    <a:pt x="7376" y="10929"/>
                  </a:lnTo>
                  <a:lnTo>
                    <a:pt x="6835" y="10929"/>
                  </a:lnTo>
                  <a:lnTo>
                    <a:pt x="6256" y="10890"/>
                  </a:lnTo>
                  <a:lnTo>
                    <a:pt x="5715" y="10774"/>
                  </a:lnTo>
                  <a:lnTo>
                    <a:pt x="5175" y="10620"/>
                  </a:lnTo>
                  <a:lnTo>
                    <a:pt x="4634" y="10466"/>
                  </a:lnTo>
                  <a:lnTo>
                    <a:pt x="4132" y="10195"/>
                  </a:lnTo>
                  <a:lnTo>
                    <a:pt x="3630" y="9925"/>
                  </a:lnTo>
                  <a:lnTo>
                    <a:pt x="3128" y="9577"/>
                  </a:lnTo>
                  <a:lnTo>
                    <a:pt x="2665" y="9191"/>
                  </a:lnTo>
                  <a:lnTo>
                    <a:pt x="2201" y="8767"/>
                  </a:lnTo>
                  <a:lnTo>
                    <a:pt x="1777" y="8303"/>
                  </a:lnTo>
                  <a:lnTo>
                    <a:pt x="1429" y="7801"/>
                  </a:lnTo>
                  <a:lnTo>
                    <a:pt x="1082" y="7261"/>
                  </a:lnTo>
                  <a:lnTo>
                    <a:pt x="811" y="6720"/>
                  </a:lnTo>
                  <a:lnTo>
                    <a:pt x="618" y="6141"/>
                  </a:lnTo>
                  <a:lnTo>
                    <a:pt x="464" y="5523"/>
                  </a:lnTo>
                  <a:lnTo>
                    <a:pt x="425" y="4905"/>
                  </a:lnTo>
                  <a:lnTo>
                    <a:pt x="464" y="4287"/>
                  </a:lnTo>
                  <a:lnTo>
                    <a:pt x="618" y="3708"/>
                  </a:lnTo>
                  <a:lnTo>
                    <a:pt x="811" y="3129"/>
                  </a:lnTo>
                  <a:lnTo>
                    <a:pt x="1120" y="2588"/>
                  </a:lnTo>
                  <a:lnTo>
                    <a:pt x="1468" y="2086"/>
                  </a:lnTo>
                  <a:lnTo>
                    <a:pt x="1892" y="1661"/>
                  </a:lnTo>
                  <a:lnTo>
                    <a:pt x="2356" y="1275"/>
                  </a:lnTo>
                  <a:lnTo>
                    <a:pt x="2896" y="1005"/>
                  </a:lnTo>
                  <a:lnTo>
                    <a:pt x="3476" y="773"/>
                  </a:lnTo>
                  <a:lnTo>
                    <a:pt x="4055" y="619"/>
                  </a:lnTo>
                  <a:lnTo>
                    <a:pt x="4634" y="542"/>
                  </a:lnTo>
                  <a:close/>
                  <a:moveTo>
                    <a:pt x="16875" y="1"/>
                  </a:moveTo>
                  <a:lnTo>
                    <a:pt x="16682" y="40"/>
                  </a:lnTo>
                  <a:lnTo>
                    <a:pt x="16450" y="155"/>
                  </a:lnTo>
                  <a:lnTo>
                    <a:pt x="16257" y="271"/>
                  </a:lnTo>
                  <a:lnTo>
                    <a:pt x="16103" y="426"/>
                  </a:lnTo>
                  <a:lnTo>
                    <a:pt x="15948" y="580"/>
                  </a:lnTo>
                  <a:lnTo>
                    <a:pt x="15832" y="773"/>
                  </a:lnTo>
                  <a:lnTo>
                    <a:pt x="15717" y="1005"/>
                  </a:lnTo>
                  <a:lnTo>
                    <a:pt x="15601" y="1237"/>
                  </a:lnTo>
                  <a:lnTo>
                    <a:pt x="15485" y="1739"/>
                  </a:lnTo>
                  <a:lnTo>
                    <a:pt x="15446" y="2279"/>
                  </a:lnTo>
                  <a:lnTo>
                    <a:pt x="15485" y="2820"/>
                  </a:lnTo>
                  <a:lnTo>
                    <a:pt x="15369" y="2820"/>
                  </a:lnTo>
                  <a:lnTo>
                    <a:pt x="15330" y="2858"/>
                  </a:lnTo>
                  <a:lnTo>
                    <a:pt x="14906" y="2743"/>
                  </a:lnTo>
                  <a:lnTo>
                    <a:pt x="14442" y="2665"/>
                  </a:lnTo>
                  <a:lnTo>
                    <a:pt x="13979" y="2665"/>
                  </a:lnTo>
                  <a:lnTo>
                    <a:pt x="13516" y="2743"/>
                  </a:lnTo>
                  <a:lnTo>
                    <a:pt x="13168" y="2858"/>
                  </a:lnTo>
                  <a:lnTo>
                    <a:pt x="12975" y="2974"/>
                  </a:lnTo>
                  <a:lnTo>
                    <a:pt x="12782" y="3090"/>
                  </a:lnTo>
                  <a:lnTo>
                    <a:pt x="12627" y="3206"/>
                  </a:lnTo>
                  <a:lnTo>
                    <a:pt x="12512" y="3360"/>
                  </a:lnTo>
                  <a:lnTo>
                    <a:pt x="12396" y="3554"/>
                  </a:lnTo>
                  <a:lnTo>
                    <a:pt x="12396" y="3747"/>
                  </a:lnTo>
                  <a:lnTo>
                    <a:pt x="12396" y="3940"/>
                  </a:lnTo>
                  <a:lnTo>
                    <a:pt x="12473" y="4094"/>
                  </a:lnTo>
                  <a:lnTo>
                    <a:pt x="12627" y="4210"/>
                  </a:lnTo>
                  <a:lnTo>
                    <a:pt x="12782" y="4287"/>
                  </a:lnTo>
                  <a:lnTo>
                    <a:pt x="12975" y="4364"/>
                  </a:lnTo>
                  <a:lnTo>
                    <a:pt x="13168" y="4403"/>
                  </a:lnTo>
                  <a:lnTo>
                    <a:pt x="13516" y="4364"/>
                  </a:lnTo>
                  <a:lnTo>
                    <a:pt x="13863" y="4326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8" y="3824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3" y="4866"/>
                  </a:lnTo>
                  <a:lnTo>
                    <a:pt x="13940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29" y="5446"/>
                  </a:lnTo>
                  <a:lnTo>
                    <a:pt x="12743" y="5523"/>
                  </a:lnTo>
                  <a:lnTo>
                    <a:pt x="12396" y="5523"/>
                  </a:lnTo>
                  <a:lnTo>
                    <a:pt x="12048" y="5446"/>
                  </a:lnTo>
                  <a:lnTo>
                    <a:pt x="11739" y="5330"/>
                  </a:lnTo>
                  <a:lnTo>
                    <a:pt x="11430" y="5137"/>
                  </a:lnTo>
                  <a:lnTo>
                    <a:pt x="11121" y="4905"/>
                  </a:lnTo>
                  <a:lnTo>
                    <a:pt x="10851" y="4635"/>
                  </a:lnTo>
                  <a:lnTo>
                    <a:pt x="10542" y="4210"/>
                  </a:lnTo>
                  <a:lnTo>
                    <a:pt x="10195" y="3785"/>
                  </a:lnTo>
                  <a:lnTo>
                    <a:pt x="9615" y="2936"/>
                  </a:lnTo>
                  <a:lnTo>
                    <a:pt x="9307" y="2511"/>
                  </a:lnTo>
                  <a:lnTo>
                    <a:pt x="8959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6" y="966"/>
                  </a:lnTo>
                  <a:lnTo>
                    <a:pt x="7105" y="657"/>
                  </a:lnTo>
                  <a:lnTo>
                    <a:pt x="6526" y="426"/>
                  </a:lnTo>
                  <a:lnTo>
                    <a:pt x="5947" y="271"/>
                  </a:lnTo>
                  <a:lnTo>
                    <a:pt x="5329" y="155"/>
                  </a:lnTo>
                  <a:lnTo>
                    <a:pt x="4750" y="117"/>
                  </a:lnTo>
                  <a:lnTo>
                    <a:pt x="4132" y="155"/>
                  </a:lnTo>
                  <a:lnTo>
                    <a:pt x="3553" y="271"/>
                  </a:lnTo>
                  <a:lnTo>
                    <a:pt x="3283" y="348"/>
                  </a:lnTo>
                  <a:lnTo>
                    <a:pt x="2935" y="464"/>
                  </a:lnTo>
                  <a:lnTo>
                    <a:pt x="2588" y="619"/>
                  </a:lnTo>
                  <a:lnTo>
                    <a:pt x="2279" y="812"/>
                  </a:lnTo>
                  <a:lnTo>
                    <a:pt x="1931" y="1005"/>
                  </a:lnTo>
                  <a:lnTo>
                    <a:pt x="1661" y="1275"/>
                  </a:lnTo>
                  <a:lnTo>
                    <a:pt x="1352" y="1546"/>
                  </a:lnTo>
                  <a:lnTo>
                    <a:pt x="1082" y="1854"/>
                  </a:lnTo>
                  <a:lnTo>
                    <a:pt x="850" y="2163"/>
                  </a:lnTo>
                  <a:lnTo>
                    <a:pt x="541" y="2665"/>
                  </a:lnTo>
                  <a:lnTo>
                    <a:pt x="309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0" y="4712"/>
                  </a:lnTo>
                  <a:lnTo>
                    <a:pt x="39" y="5214"/>
                  </a:lnTo>
                  <a:lnTo>
                    <a:pt x="78" y="5716"/>
                  </a:lnTo>
                  <a:lnTo>
                    <a:pt x="193" y="6218"/>
                  </a:lnTo>
                  <a:lnTo>
                    <a:pt x="386" y="6720"/>
                  </a:lnTo>
                  <a:lnTo>
                    <a:pt x="580" y="7222"/>
                  </a:lnTo>
                  <a:lnTo>
                    <a:pt x="811" y="7685"/>
                  </a:lnTo>
                  <a:lnTo>
                    <a:pt x="1082" y="8110"/>
                  </a:lnTo>
                  <a:lnTo>
                    <a:pt x="1429" y="8573"/>
                  </a:lnTo>
                  <a:lnTo>
                    <a:pt x="1777" y="8960"/>
                  </a:lnTo>
                  <a:lnTo>
                    <a:pt x="2124" y="9384"/>
                  </a:lnTo>
                  <a:lnTo>
                    <a:pt x="2549" y="9732"/>
                  </a:lnTo>
                  <a:lnTo>
                    <a:pt x="3090" y="10157"/>
                  </a:lnTo>
                  <a:lnTo>
                    <a:pt x="3630" y="10504"/>
                  </a:lnTo>
                  <a:lnTo>
                    <a:pt x="4209" y="10774"/>
                  </a:lnTo>
                  <a:lnTo>
                    <a:pt x="4789" y="11045"/>
                  </a:lnTo>
                  <a:lnTo>
                    <a:pt x="5406" y="11199"/>
                  </a:lnTo>
                  <a:lnTo>
                    <a:pt x="6024" y="11354"/>
                  </a:lnTo>
                  <a:lnTo>
                    <a:pt x="6642" y="11392"/>
                  </a:lnTo>
                  <a:lnTo>
                    <a:pt x="7260" y="11431"/>
                  </a:lnTo>
                  <a:lnTo>
                    <a:pt x="7337" y="11585"/>
                  </a:lnTo>
                  <a:lnTo>
                    <a:pt x="7646" y="11392"/>
                  </a:lnTo>
                  <a:lnTo>
                    <a:pt x="8457" y="11315"/>
                  </a:lnTo>
                  <a:lnTo>
                    <a:pt x="9268" y="11122"/>
                  </a:lnTo>
                  <a:lnTo>
                    <a:pt x="10079" y="10813"/>
                  </a:lnTo>
                  <a:lnTo>
                    <a:pt x="10851" y="10466"/>
                  </a:lnTo>
                  <a:lnTo>
                    <a:pt x="11546" y="10041"/>
                  </a:lnTo>
                  <a:lnTo>
                    <a:pt x="12164" y="9577"/>
                  </a:lnTo>
                  <a:lnTo>
                    <a:pt x="12434" y="9384"/>
                  </a:lnTo>
                  <a:lnTo>
                    <a:pt x="13052" y="8805"/>
                  </a:lnTo>
                  <a:lnTo>
                    <a:pt x="13631" y="8187"/>
                  </a:lnTo>
                  <a:lnTo>
                    <a:pt x="14133" y="7492"/>
                  </a:lnTo>
                  <a:lnTo>
                    <a:pt x="14597" y="6797"/>
                  </a:lnTo>
                  <a:lnTo>
                    <a:pt x="14944" y="6025"/>
                  </a:lnTo>
                  <a:lnTo>
                    <a:pt x="15099" y="5639"/>
                  </a:lnTo>
                  <a:lnTo>
                    <a:pt x="15253" y="5214"/>
                  </a:lnTo>
                  <a:lnTo>
                    <a:pt x="15330" y="4828"/>
                  </a:lnTo>
                  <a:lnTo>
                    <a:pt x="15408" y="4403"/>
                  </a:lnTo>
                  <a:lnTo>
                    <a:pt x="15485" y="4017"/>
                  </a:lnTo>
                  <a:lnTo>
                    <a:pt x="15485" y="3592"/>
                  </a:lnTo>
                  <a:lnTo>
                    <a:pt x="15678" y="4056"/>
                  </a:lnTo>
                  <a:lnTo>
                    <a:pt x="15948" y="4480"/>
                  </a:lnTo>
                  <a:lnTo>
                    <a:pt x="16257" y="4866"/>
                  </a:lnTo>
                  <a:lnTo>
                    <a:pt x="16605" y="5214"/>
                  </a:lnTo>
                  <a:lnTo>
                    <a:pt x="16759" y="5368"/>
                  </a:lnTo>
                  <a:lnTo>
                    <a:pt x="16991" y="5484"/>
                  </a:lnTo>
                  <a:lnTo>
                    <a:pt x="17184" y="5561"/>
                  </a:lnTo>
                  <a:lnTo>
                    <a:pt x="17416" y="5639"/>
                  </a:lnTo>
                  <a:lnTo>
                    <a:pt x="17609" y="5677"/>
                  </a:lnTo>
                  <a:lnTo>
                    <a:pt x="17840" y="5639"/>
                  </a:lnTo>
                  <a:lnTo>
                    <a:pt x="18033" y="5523"/>
                  </a:lnTo>
                  <a:lnTo>
                    <a:pt x="18188" y="5330"/>
                  </a:lnTo>
                  <a:lnTo>
                    <a:pt x="18304" y="5137"/>
                  </a:lnTo>
                  <a:lnTo>
                    <a:pt x="18342" y="4944"/>
                  </a:lnTo>
                  <a:lnTo>
                    <a:pt x="18304" y="4712"/>
                  </a:lnTo>
                  <a:lnTo>
                    <a:pt x="18265" y="4519"/>
                  </a:lnTo>
                  <a:lnTo>
                    <a:pt x="18188" y="4287"/>
                  </a:lnTo>
                  <a:lnTo>
                    <a:pt x="18072" y="4133"/>
                  </a:lnTo>
                  <a:lnTo>
                    <a:pt x="17956" y="3940"/>
                  </a:lnTo>
                  <a:lnTo>
                    <a:pt x="17802" y="3785"/>
                  </a:lnTo>
                  <a:lnTo>
                    <a:pt x="17647" y="3631"/>
                  </a:lnTo>
                  <a:lnTo>
                    <a:pt x="17416" y="3476"/>
                  </a:lnTo>
                  <a:lnTo>
                    <a:pt x="16952" y="3245"/>
                  </a:lnTo>
                  <a:lnTo>
                    <a:pt x="16489" y="3052"/>
                  </a:lnTo>
                  <a:lnTo>
                    <a:pt x="15987" y="2936"/>
                  </a:lnTo>
                  <a:lnTo>
                    <a:pt x="16412" y="2781"/>
                  </a:lnTo>
                  <a:lnTo>
                    <a:pt x="16836" y="2511"/>
                  </a:lnTo>
                  <a:lnTo>
                    <a:pt x="17184" y="2202"/>
                  </a:lnTo>
                  <a:lnTo>
                    <a:pt x="17493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3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0" y="194"/>
                  </a:lnTo>
                  <a:lnTo>
                    <a:pt x="17454" y="117"/>
                  </a:lnTo>
                  <a:lnTo>
                    <a:pt x="17338" y="40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22"/>
            <p:cNvSpPr/>
            <p:nvPr/>
          </p:nvSpPr>
          <p:spPr>
            <a:xfrm>
              <a:off x="5978200" y="1074925"/>
              <a:ext cx="144850" cy="162200"/>
            </a:xfrm>
            <a:custGeom>
              <a:avLst/>
              <a:gdLst/>
              <a:ahLst/>
              <a:cxnLst/>
              <a:rect l="l" t="t" r="r" b="b"/>
              <a:pathLst>
                <a:path w="5794" h="6488" extrusionOk="0">
                  <a:moveTo>
                    <a:pt x="2241" y="425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7" y="734"/>
                  </a:lnTo>
                  <a:lnTo>
                    <a:pt x="4171" y="1004"/>
                  </a:lnTo>
                  <a:lnTo>
                    <a:pt x="4558" y="1313"/>
                  </a:lnTo>
                  <a:lnTo>
                    <a:pt x="4751" y="1506"/>
                  </a:lnTo>
                  <a:lnTo>
                    <a:pt x="4905" y="1738"/>
                  </a:lnTo>
                  <a:lnTo>
                    <a:pt x="5021" y="1931"/>
                  </a:lnTo>
                  <a:lnTo>
                    <a:pt x="5137" y="2163"/>
                  </a:lnTo>
                  <a:lnTo>
                    <a:pt x="5214" y="2433"/>
                  </a:lnTo>
                  <a:lnTo>
                    <a:pt x="5291" y="2703"/>
                  </a:lnTo>
                  <a:lnTo>
                    <a:pt x="5330" y="3167"/>
                  </a:lnTo>
                  <a:lnTo>
                    <a:pt x="5330" y="3630"/>
                  </a:lnTo>
                  <a:lnTo>
                    <a:pt x="5214" y="4132"/>
                  </a:lnTo>
                  <a:lnTo>
                    <a:pt x="5021" y="4557"/>
                  </a:lnTo>
                  <a:lnTo>
                    <a:pt x="4789" y="4982"/>
                  </a:lnTo>
                  <a:lnTo>
                    <a:pt x="4480" y="5329"/>
                  </a:lnTo>
                  <a:lnTo>
                    <a:pt x="4287" y="5484"/>
                  </a:lnTo>
                  <a:lnTo>
                    <a:pt x="4094" y="5638"/>
                  </a:lnTo>
                  <a:lnTo>
                    <a:pt x="3901" y="5754"/>
                  </a:lnTo>
                  <a:lnTo>
                    <a:pt x="3669" y="5831"/>
                  </a:lnTo>
                  <a:lnTo>
                    <a:pt x="3360" y="5947"/>
                  </a:lnTo>
                  <a:lnTo>
                    <a:pt x="3090" y="5986"/>
                  </a:lnTo>
                  <a:lnTo>
                    <a:pt x="2820" y="6024"/>
                  </a:lnTo>
                  <a:lnTo>
                    <a:pt x="2550" y="5986"/>
                  </a:lnTo>
                  <a:lnTo>
                    <a:pt x="2279" y="5947"/>
                  </a:lnTo>
                  <a:lnTo>
                    <a:pt x="2048" y="5870"/>
                  </a:lnTo>
                  <a:lnTo>
                    <a:pt x="1855" y="5754"/>
                  </a:lnTo>
                  <a:lnTo>
                    <a:pt x="1623" y="5638"/>
                  </a:lnTo>
                  <a:lnTo>
                    <a:pt x="1430" y="5484"/>
                  </a:lnTo>
                  <a:lnTo>
                    <a:pt x="1275" y="5291"/>
                  </a:lnTo>
                  <a:lnTo>
                    <a:pt x="1082" y="5097"/>
                  </a:lnTo>
                  <a:lnTo>
                    <a:pt x="966" y="4904"/>
                  </a:lnTo>
                  <a:lnTo>
                    <a:pt x="696" y="4441"/>
                  </a:lnTo>
                  <a:lnTo>
                    <a:pt x="542" y="3900"/>
                  </a:lnTo>
                  <a:lnTo>
                    <a:pt x="426" y="3398"/>
                  </a:lnTo>
                  <a:lnTo>
                    <a:pt x="426" y="2858"/>
                  </a:lnTo>
                  <a:lnTo>
                    <a:pt x="503" y="2317"/>
                  </a:lnTo>
                  <a:lnTo>
                    <a:pt x="542" y="2047"/>
                  </a:lnTo>
                  <a:lnTo>
                    <a:pt x="657" y="1815"/>
                  </a:lnTo>
                  <a:lnTo>
                    <a:pt x="735" y="1584"/>
                  </a:lnTo>
                  <a:lnTo>
                    <a:pt x="889" y="1352"/>
                  </a:lnTo>
                  <a:lnTo>
                    <a:pt x="1044" y="1159"/>
                  </a:lnTo>
                  <a:lnTo>
                    <a:pt x="1237" y="1004"/>
                  </a:lnTo>
                  <a:lnTo>
                    <a:pt x="1430" y="811"/>
                  </a:lnTo>
                  <a:lnTo>
                    <a:pt x="1661" y="695"/>
                  </a:lnTo>
                  <a:lnTo>
                    <a:pt x="1893" y="580"/>
                  </a:lnTo>
                  <a:lnTo>
                    <a:pt x="2202" y="502"/>
                  </a:lnTo>
                  <a:lnTo>
                    <a:pt x="2241" y="464"/>
                  </a:lnTo>
                  <a:lnTo>
                    <a:pt x="2241" y="425"/>
                  </a:lnTo>
                  <a:close/>
                  <a:moveTo>
                    <a:pt x="2279" y="0"/>
                  </a:moveTo>
                  <a:lnTo>
                    <a:pt x="1970" y="39"/>
                  </a:lnTo>
                  <a:lnTo>
                    <a:pt x="1893" y="78"/>
                  </a:lnTo>
                  <a:lnTo>
                    <a:pt x="1816" y="116"/>
                  </a:lnTo>
                  <a:lnTo>
                    <a:pt x="1816" y="193"/>
                  </a:lnTo>
                  <a:lnTo>
                    <a:pt x="1816" y="271"/>
                  </a:lnTo>
                  <a:lnTo>
                    <a:pt x="1507" y="348"/>
                  </a:lnTo>
                  <a:lnTo>
                    <a:pt x="1275" y="464"/>
                  </a:lnTo>
                  <a:lnTo>
                    <a:pt x="1044" y="618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7"/>
                  </a:lnTo>
                  <a:lnTo>
                    <a:pt x="349" y="1429"/>
                  </a:lnTo>
                  <a:lnTo>
                    <a:pt x="233" y="1661"/>
                  </a:lnTo>
                  <a:lnTo>
                    <a:pt x="117" y="1931"/>
                  </a:lnTo>
                  <a:lnTo>
                    <a:pt x="78" y="2201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0"/>
                  </a:lnTo>
                  <a:lnTo>
                    <a:pt x="271" y="4518"/>
                  </a:lnTo>
                  <a:lnTo>
                    <a:pt x="387" y="4827"/>
                  </a:lnTo>
                  <a:lnTo>
                    <a:pt x="542" y="5097"/>
                  </a:lnTo>
                  <a:lnTo>
                    <a:pt x="696" y="5329"/>
                  </a:lnTo>
                  <a:lnTo>
                    <a:pt x="851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0"/>
                  </a:lnTo>
                  <a:lnTo>
                    <a:pt x="1739" y="6256"/>
                  </a:lnTo>
                  <a:lnTo>
                    <a:pt x="2009" y="6372"/>
                  </a:lnTo>
                  <a:lnTo>
                    <a:pt x="2279" y="6449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49"/>
                  </a:lnTo>
                  <a:lnTo>
                    <a:pt x="3554" y="6372"/>
                  </a:lnTo>
                  <a:lnTo>
                    <a:pt x="3862" y="6256"/>
                  </a:lnTo>
                  <a:lnTo>
                    <a:pt x="4133" y="6140"/>
                  </a:lnTo>
                  <a:lnTo>
                    <a:pt x="4403" y="5986"/>
                  </a:lnTo>
                  <a:lnTo>
                    <a:pt x="4635" y="5793"/>
                  </a:lnTo>
                  <a:lnTo>
                    <a:pt x="4866" y="5599"/>
                  </a:lnTo>
                  <a:lnTo>
                    <a:pt x="5060" y="5368"/>
                  </a:lnTo>
                  <a:lnTo>
                    <a:pt x="5214" y="5136"/>
                  </a:lnTo>
                  <a:lnTo>
                    <a:pt x="5368" y="4866"/>
                  </a:lnTo>
                  <a:lnTo>
                    <a:pt x="5523" y="4634"/>
                  </a:lnTo>
                  <a:lnTo>
                    <a:pt x="5639" y="4325"/>
                  </a:lnTo>
                  <a:lnTo>
                    <a:pt x="5716" y="4055"/>
                  </a:lnTo>
                  <a:lnTo>
                    <a:pt x="5755" y="3746"/>
                  </a:lnTo>
                  <a:lnTo>
                    <a:pt x="5793" y="3437"/>
                  </a:lnTo>
                  <a:lnTo>
                    <a:pt x="5793" y="3128"/>
                  </a:lnTo>
                  <a:lnTo>
                    <a:pt x="5793" y="2858"/>
                  </a:lnTo>
                  <a:lnTo>
                    <a:pt x="5716" y="2549"/>
                  </a:lnTo>
                  <a:lnTo>
                    <a:pt x="5639" y="2240"/>
                  </a:lnTo>
                  <a:lnTo>
                    <a:pt x="5523" y="1931"/>
                  </a:lnTo>
                  <a:lnTo>
                    <a:pt x="5368" y="1661"/>
                  </a:lnTo>
                  <a:lnTo>
                    <a:pt x="5214" y="1390"/>
                  </a:lnTo>
                  <a:lnTo>
                    <a:pt x="5021" y="1159"/>
                  </a:lnTo>
                  <a:lnTo>
                    <a:pt x="4828" y="927"/>
                  </a:lnTo>
                  <a:lnTo>
                    <a:pt x="4596" y="734"/>
                  </a:lnTo>
                  <a:lnTo>
                    <a:pt x="4326" y="541"/>
                  </a:lnTo>
                  <a:lnTo>
                    <a:pt x="4094" y="386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22"/>
            <p:cNvSpPr/>
            <p:nvPr/>
          </p:nvSpPr>
          <p:spPr>
            <a:xfrm>
              <a:off x="5341075" y="109905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2" y="2742"/>
                  </a:lnTo>
                  <a:lnTo>
                    <a:pt x="966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22"/>
            <p:cNvSpPr/>
            <p:nvPr/>
          </p:nvSpPr>
          <p:spPr>
            <a:xfrm>
              <a:off x="695700" y="1106775"/>
              <a:ext cx="102350" cy="132275"/>
            </a:xfrm>
            <a:custGeom>
              <a:avLst/>
              <a:gdLst/>
              <a:ahLst/>
              <a:cxnLst/>
              <a:rect l="l" t="t" r="r" b="b"/>
              <a:pathLst>
                <a:path w="4094" h="5291" extrusionOk="0">
                  <a:moveTo>
                    <a:pt x="2279" y="1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4" y="1893"/>
                  </a:lnTo>
                  <a:lnTo>
                    <a:pt x="116" y="2279"/>
                  </a:lnTo>
                  <a:lnTo>
                    <a:pt x="39" y="2665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1"/>
                  </a:lnTo>
                  <a:lnTo>
                    <a:pt x="425" y="5291"/>
                  </a:lnTo>
                  <a:lnTo>
                    <a:pt x="464" y="4750"/>
                  </a:lnTo>
                  <a:lnTo>
                    <a:pt x="464" y="4210"/>
                  </a:lnTo>
                  <a:lnTo>
                    <a:pt x="464" y="3630"/>
                  </a:lnTo>
                  <a:lnTo>
                    <a:pt x="464" y="3090"/>
                  </a:lnTo>
                  <a:lnTo>
                    <a:pt x="541" y="2549"/>
                  </a:lnTo>
                  <a:lnTo>
                    <a:pt x="657" y="2047"/>
                  </a:lnTo>
                  <a:lnTo>
                    <a:pt x="773" y="1816"/>
                  </a:lnTo>
                  <a:lnTo>
                    <a:pt x="889" y="1545"/>
                  </a:lnTo>
                  <a:lnTo>
                    <a:pt x="1043" y="1352"/>
                  </a:lnTo>
                  <a:lnTo>
                    <a:pt x="1198" y="1120"/>
                  </a:lnTo>
                  <a:lnTo>
                    <a:pt x="1391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80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4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2" y="1391"/>
                  </a:lnTo>
                  <a:lnTo>
                    <a:pt x="3669" y="1661"/>
                  </a:lnTo>
                  <a:lnTo>
                    <a:pt x="4094" y="1545"/>
                  </a:lnTo>
                  <a:lnTo>
                    <a:pt x="3978" y="1159"/>
                  </a:lnTo>
                  <a:lnTo>
                    <a:pt x="3823" y="812"/>
                  </a:lnTo>
                  <a:lnTo>
                    <a:pt x="3630" y="503"/>
                  </a:lnTo>
                  <a:lnTo>
                    <a:pt x="3399" y="271"/>
                  </a:lnTo>
                  <a:lnTo>
                    <a:pt x="3244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22"/>
            <p:cNvSpPr/>
            <p:nvPr/>
          </p:nvSpPr>
          <p:spPr>
            <a:xfrm>
              <a:off x="560550" y="1107750"/>
              <a:ext cx="437325" cy="302175"/>
            </a:xfrm>
            <a:custGeom>
              <a:avLst/>
              <a:gdLst/>
              <a:ahLst/>
              <a:cxnLst/>
              <a:rect l="l" t="t" r="r" b="b"/>
              <a:pathLst>
                <a:path w="17493" h="12087" extrusionOk="0">
                  <a:moveTo>
                    <a:pt x="11971" y="502"/>
                  </a:moveTo>
                  <a:lnTo>
                    <a:pt x="12087" y="541"/>
                  </a:lnTo>
                  <a:lnTo>
                    <a:pt x="12203" y="579"/>
                  </a:lnTo>
                  <a:lnTo>
                    <a:pt x="12280" y="657"/>
                  </a:lnTo>
                  <a:lnTo>
                    <a:pt x="12627" y="888"/>
                  </a:lnTo>
                  <a:lnTo>
                    <a:pt x="12898" y="1159"/>
                  </a:lnTo>
                  <a:lnTo>
                    <a:pt x="13129" y="1506"/>
                  </a:lnTo>
                  <a:lnTo>
                    <a:pt x="13322" y="1854"/>
                  </a:lnTo>
                  <a:lnTo>
                    <a:pt x="13477" y="2278"/>
                  </a:lnTo>
                  <a:lnTo>
                    <a:pt x="13593" y="2665"/>
                  </a:lnTo>
                  <a:lnTo>
                    <a:pt x="13824" y="3437"/>
                  </a:lnTo>
                  <a:lnTo>
                    <a:pt x="13824" y="3437"/>
                  </a:lnTo>
                  <a:lnTo>
                    <a:pt x="13091" y="3012"/>
                  </a:lnTo>
                  <a:lnTo>
                    <a:pt x="12705" y="2780"/>
                  </a:lnTo>
                  <a:lnTo>
                    <a:pt x="12357" y="2510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2" y="1738"/>
                  </a:lnTo>
                  <a:lnTo>
                    <a:pt x="11508" y="1429"/>
                  </a:lnTo>
                  <a:lnTo>
                    <a:pt x="11430" y="1081"/>
                  </a:lnTo>
                  <a:lnTo>
                    <a:pt x="11662" y="734"/>
                  </a:lnTo>
                  <a:lnTo>
                    <a:pt x="11739" y="618"/>
                  </a:lnTo>
                  <a:lnTo>
                    <a:pt x="11855" y="541"/>
                  </a:lnTo>
                  <a:lnTo>
                    <a:pt x="11971" y="502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89" y="1738"/>
                  </a:lnTo>
                  <a:lnTo>
                    <a:pt x="16566" y="1854"/>
                  </a:lnTo>
                  <a:lnTo>
                    <a:pt x="16605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5" y="2510"/>
                  </a:lnTo>
                  <a:lnTo>
                    <a:pt x="16528" y="2665"/>
                  </a:lnTo>
                  <a:lnTo>
                    <a:pt x="16412" y="2819"/>
                  </a:lnTo>
                  <a:lnTo>
                    <a:pt x="16296" y="2974"/>
                  </a:lnTo>
                  <a:lnTo>
                    <a:pt x="15948" y="3205"/>
                  </a:lnTo>
                  <a:lnTo>
                    <a:pt x="15524" y="3398"/>
                  </a:lnTo>
                  <a:lnTo>
                    <a:pt x="15137" y="3553"/>
                  </a:lnTo>
                  <a:lnTo>
                    <a:pt x="14713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6"/>
                  </a:lnTo>
                  <a:lnTo>
                    <a:pt x="15060" y="2278"/>
                  </a:lnTo>
                  <a:lnTo>
                    <a:pt x="15408" y="1970"/>
                  </a:lnTo>
                  <a:lnTo>
                    <a:pt x="15639" y="1815"/>
                  </a:lnTo>
                  <a:lnTo>
                    <a:pt x="15871" y="1699"/>
                  </a:lnTo>
                  <a:lnTo>
                    <a:pt x="16103" y="1622"/>
                  </a:lnTo>
                  <a:close/>
                  <a:moveTo>
                    <a:pt x="13824" y="4286"/>
                  </a:moveTo>
                  <a:lnTo>
                    <a:pt x="13670" y="4557"/>
                  </a:lnTo>
                  <a:lnTo>
                    <a:pt x="13477" y="4788"/>
                  </a:lnTo>
                  <a:lnTo>
                    <a:pt x="13245" y="5020"/>
                  </a:lnTo>
                  <a:lnTo>
                    <a:pt x="13014" y="5252"/>
                  </a:lnTo>
                  <a:lnTo>
                    <a:pt x="12666" y="5484"/>
                  </a:lnTo>
                  <a:lnTo>
                    <a:pt x="12125" y="5792"/>
                  </a:lnTo>
                  <a:lnTo>
                    <a:pt x="11855" y="5908"/>
                  </a:lnTo>
                  <a:lnTo>
                    <a:pt x="11623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4" y="5870"/>
                  </a:lnTo>
                  <a:lnTo>
                    <a:pt x="10967" y="5792"/>
                  </a:lnTo>
                  <a:lnTo>
                    <a:pt x="10928" y="5715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7" y="5290"/>
                  </a:lnTo>
                  <a:lnTo>
                    <a:pt x="11121" y="5097"/>
                  </a:lnTo>
                  <a:lnTo>
                    <a:pt x="11276" y="4943"/>
                  </a:lnTo>
                  <a:lnTo>
                    <a:pt x="11546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7" y="4480"/>
                  </a:lnTo>
                  <a:lnTo>
                    <a:pt x="13245" y="4402"/>
                  </a:lnTo>
                  <a:lnTo>
                    <a:pt x="13554" y="4364"/>
                  </a:lnTo>
                  <a:lnTo>
                    <a:pt x="13824" y="4286"/>
                  </a:lnTo>
                  <a:close/>
                  <a:moveTo>
                    <a:pt x="14404" y="4248"/>
                  </a:moveTo>
                  <a:lnTo>
                    <a:pt x="15060" y="4595"/>
                  </a:lnTo>
                  <a:lnTo>
                    <a:pt x="15408" y="4788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1" y="5368"/>
                  </a:lnTo>
                  <a:lnTo>
                    <a:pt x="16412" y="5677"/>
                  </a:lnTo>
                  <a:lnTo>
                    <a:pt x="16643" y="6024"/>
                  </a:lnTo>
                  <a:lnTo>
                    <a:pt x="16875" y="6333"/>
                  </a:lnTo>
                  <a:lnTo>
                    <a:pt x="16991" y="6681"/>
                  </a:lnTo>
                  <a:lnTo>
                    <a:pt x="16991" y="6835"/>
                  </a:lnTo>
                  <a:lnTo>
                    <a:pt x="16991" y="6990"/>
                  </a:lnTo>
                  <a:lnTo>
                    <a:pt x="16952" y="7105"/>
                  </a:lnTo>
                  <a:lnTo>
                    <a:pt x="16836" y="7221"/>
                  </a:lnTo>
                  <a:lnTo>
                    <a:pt x="16759" y="7298"/>
                  </a:lnTo>
                  <a:lnTo>
                    <a:pt x="16643" y="7337"/>
                  </a:lnTo>
                  <a:lnTo>
                    <a:pt x="16373" y="7337"/>
                  </a:lnTo>
                  <a:lnTo>
                    <a:pt x="16141" y="7221"/>
                  </a:lnTo>
                  <a:lnTo>
                    <a:pt x="15871" y="7028"/>
                  </a:lnTo>
                  <a:lnTo>
                    <a:pt x="15601" y="6835"/>
                  </a:lnTo>
                  <a:lnTo>
                    <a:pt x="15369" y="6565"/>
                  </a:lnTo>
                  <a:lnTo>
                    <a:pt x="15060" y="6179"/>
                  </a:lnTo>
                  <a:lnTo>
                    <a:pt x="14828" y="5715"/>
                  </a:lnTo>
                  <a:lnTo>
                    <a:pt x="14635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5" y="0"/>
                  </a:moveTo>
                  <a:lnTo>
                    <a:pt x="11585" y="77"/>
                  </a:lnTo>
                  <a:lnTo>
                    <a:pt x="11469" y="116"/>
                  </a:lnTo>
                  <a:lnTo>
                    <a:pt x="11353" y="232"/>
                  </a:lnTo>
                  <a:lnTo>
                    <a:pt x="11160" y="425"/>
                  </a:lnTo>
                  <a:lnTo>
                    <a:pt x="11006" y="618"/>
                  </a:lnTo>
                  <a:lnTo>
                    <a:pt x="10928" y="811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67" y="1468"/>
                  </a:lnTo>
                  <a:lnTo>
                    <a:pt x="11083" y="1699"/>
                  </a:lnTo>
                  <a:lnTo>
                    <a:pt x="11199" y="1892"/>
                  </a:lnTo>
                  <a:lnTo>
                    <a:pt x="11546" y="2317"/>
                  </a:lnTo>
                  <a:lnTo>
                    <a:pt x="11932" y="2742"/>
                  </a:lnTo>
                  <a:lnTo>
                    <a:pt x="12396" y="3089"/>
                  </a:lnTo>
                  <a:lnTo>
                    <a:pt x="12859" y="3437"/>
                  </a:lnTo>
                  <a:lnTo>
                    <a:pt x="12048" y="3321"/>
                  </a:lnTo>
                  <a:lnTo>
                    <a:pt x="11199" y="3282"/>
                  </a:lnTo>
                  <a:lnTo>
                    <a:pt x="10388" y="3360"/>
                  </a:lnTo>
                  <a:lnTo>
                    <a:pt x="9615" y="3476"/>
                  </a:lnTo>
                  <a:lnTo>
                    <a:pt x="9654" y="3012"/>
                  </a:lnTo>
                  <a:lnTo>
                    <a:pt x="9654" y="2510"/>
                  </a:lnTo>
                  <a:lnTo>
                    <a:pt x="9615" y="2008"/>
                  </a:lnTo>
                  <a:lnTo>
                    <a:pt x="9500" y="1506"/>
                  </a:lnTo>
                  <a:lnTo>
                    <a:pt x="9075" y="1622"/>
                  </a:lnTo>
                  <a:lnTo>
                    <a:pt x="9152" y="2085"/>
                  </a:lnTo>
                  <a:lnTo>
                    <a:pt x="9152" y="2587"/>
                  </a:lnTo>
                  <a:lnTo>
                    <a:pt x="9113" y="3089"/>
                  </a:lnTo>
                  <a:lnTo>
                    <a:pt x="9075" y="3514"/>
                  </a:lnTo>
                  <a:lnTo>
                    <a:pt x="9075" y="3630"/>
                  </a:lnTo>
                  <a:lnTo>
                    <a:pt x="8225" y="3900"/>
                  </a:lnTo>
                  <a:lnTo>
                    <a:pt x="7414" y="4286"/>
                  </a:lnTo>
                  <a:lnTo>
                    <a:pt x="6604" y="4711"/>
                  </a:lnTo>
                  <a:lnTo>
                    <a:pt x="5831" y="5252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6" y="6217"/>
                  </a:lnTo>
                  <a:lnTo>
                    <a:pt x="3823" y="6951"/>
                  </a:lnTo>
                  <a:lnTo>
                    <a:pt x="3090" y="7685"/>
                  </a:lnTo>
                  <a:lnTo>
                    <a:pt x="2394" y="8495"/>
                  </a:lnTo>
                  <a:lnTo>
                    <a:pt x="1738" y="9306"/>
                  </a:lnTo>
                  <a:lnTo>
                    <a:pt x="1082" y="10156"/>
                  </a:lnTo>
                  <a:lnTo>
                    <a:pt x="502" y="10967"/>
                  </a:lnTo>
                  <a:lnTo>
                    <a:pt x="0" y="11816"/>
                  </a:lnTo>
                  <a:lnTo>
                    <a:pt x="309" y="12087"/>
                  </a:lnTo>
                  <a:lnTo>
                    <a:pt x="1545" y="10503"/>
                  </a:lnTo>
                  <a:lnTo>
                    <a:pt x="2742" y="8959"/>
                  </a:lnTo>
                  <a:lnTo>
                    <a:pt x="3360" y="8225"/>
                  </a:lnTo>
                  <a:lnTo>
                    <a:pt x="4016" y="7491"/>
                  </a:lnTo>
                  <a:lnTo>
                    <a:pt x="4711" y="6835"/>
                  </a:lnTo>
                  <a:lnTo>
                    <a:pt x="5484" y="6179"/>
                  </a:lnTo>
                  <a:lnTo>
                    <a:pt x="6256" y="5599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7" y="4441"/>
                  </a:lnTo>
                  <a:lnTo>
                    <a:pt x="8920" y="4248"/>
                  </a:lnTo>
                  <a:lnTo>
                    <a:pt x="9422" y="4132"/>
                  </a:lnTo>
                  <a:lnTo>
                    <a:pt x="9886" y="4016"/>
                  </a:lnTo>
                  <a:lnTo>
                    <a:pt x="10388" y="3939"/>
                  </a:lnTo>
                  <a:lnTo>
                    <a:pt x="10851" y="3862"/>
                  </a:lnTo>
                  <a:lnTo>
                    <a:pt x="11353" y="3823"/>
                  </a:lnTo>
                  <a:lnTo>
                    <a:pt x="11855" y="3823"/>
                  </a:lnTo>
                  <a:lnTo>
                    <a:pt x="12357" y="3862"/>
                  </a:lnTo>
                  <a:lnTo>
                    <a:pt x="12821" y="3939"/>
                  </a:lnTo>
                  <a:lnTo>
                    <a:pt x="12319" y="4016"/>
                  </a:lnTo>
                  <a:lnTo>
                    <a:pt x="11855" y="4132"/>
                  </a:lnTo>
                  <a:lnTo>
                    <a:pt x="11392" y="4286"/>
                  </a:lnTo>
                  <a:lnTo>
                    <a:pt x="11199" y="4402"/>
                  </a:lnTo>
                  <a:lnTo>
                    <a:pt x="11006" y="4557"/>
                  </a:lnTo>
                  <a:lnTo>
                    <a:pt x="10813" y="4711"/>
                  </a:lnTo>
                  <a:lnTo>
                    <a:pt x="10697" y="4866"/>
                  </a:lnTo>
                  <a:lnTo>
                    <a:pt x="10542" y="5059"/>
                  </a:lnTo>
                  <a:lnTo>
                    <a:pt x="10465" y="5290"/>
                  </a:lnTo>
                  <a:lnTo>
                    <a:pt x="10388" y="5522"/>
                  </a:lnTo>
                  <a:lnTo>
                    <a:pt x="10388" y="5754"/>
                  </a:lnTo>
                  <a:lnTo>
                    <a:pt x="10426" y="5947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3"/>
                  </a:lnTo>
                  <a:lnTo>
                    <a:pt x="11006" y="6410"/>
                  </a:lnTo>
                  <a:lnTo>
                    <a:pt x="11276" y="6449"/>
                  </a:lnTo>
                  <a:lnTo>
                    <a:pt x="11585" y="6410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2"/>
                  </a:lnTo>
                  <a:lnTo>
                    <a:pt x="13422" y="5533"/>
                  </a:lnTo>
                  <a:lnTo>
                    <a:pt x="13422" y="5533"/>
                  </a:lnTo>
                  <a:lnTo>
                    <a:pt x="13786" y="5715"/>
                  </a:lnTo>
                  <a:lnTo>
                    <a:pt x="14056" y="4866"/>
                  </a:lnTo>
                  <a:lnTo>
                    <a:pt x="14211" y="5406"/>
                  </a:lnTo>
                  <a:lnTo>
                    <a:pt x="14404" y="5908"/>
                  </a:lnTo>
                  <a:lnTo>
                    <a:pt x="14674" y="6410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8" y="7298"/>
                  </a:lnTo>
                  <a:lnTo>
                    <a:pt x="15678" y="7491"/>
                  </a:lnTo>
                  <a:lnTo>
                    <a:pt x="15987" y="7685"/>
                  </a:lnTo>
                  <a:lnTo>
                    <a:pt x="16296" y="7800"/>
                  </a:lnTo>
                  <a:lnTo>
                    <a:pt x="16605" y="7878"/>
                  </a:lnTo>
                  <a:lnTo>
                    <a:pt x="16875" y="7878"/>
                  </a:lnTo>
                  <a:lnTo>
                    <a:pt x="17030" y="7800"/>
                  </a:lnTo>
                  <a:lnTo>
                    <a:pt x="17184" y="7723"/>
                  </a:lnTo>
                  <a:lnTo>
                    <a:pt x="17300" y="7646"/>
                  </a:lnTo>
                  <a:lnTo>
                    <a:pt x="17377" y="7530"/>
                  </a:lnTo>
                  <a:lnTo>
                    <a:pt x="17416" y="7414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6" y="6603"/>
                  </a:lnTo>
                  <a:lnTo>
                    <a:pt x="17300" y="6294"/>
                  </a:lnTo>
                  <a:lnTo>
                    <a:pt x="17184" y="5986"/>
                  </a:lnTo>
                  <a:lnTo>
                    <a:pt x="17030" y="5715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0"/>
                  </a:lnTo>
                  <a:lnTo>
                    <a:pt x="16257" y="4788"/>
                  </a:lnTo>
                  <a:lnTo>
                    <a:pt x="16026" y="4634"/>
                  </a:lnTo>
                  <a:lnTo>
                    <a:pt x="15524" y="4286"/>
                  </a:lnTo>
                  <a:lnTo>
                    <a:pt x="14944" y="4016"/>
                  </a:lnTo>
                  <a:lnTo>
                    <a:pt x="15408" y="3900"/>
                  </a:lnTo>
                  <a:lnTo>
                    <a:pt x="15832" y="3746"/>
                  </a:lnTo>
                  <a:lnTo>
                    <a:pt x="16219" y="3514"/>
                  </a:lnTo>
                  <a:lnTo>
                    <a:pt x="16605" y="3244"/>
                  </a:lnTo>
                  <a:lnTo>
                    <a:pt x="16759" y="3089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5" y="2201"/>
                  </a:lnTo>
                  <a:lnTo>
                    <a:pt x="17107" y="1931"/>
                  </a:lnTo>
                  <a:lnTo>
                    <a:pt x="17068" y="1699"/>
                  </a:lnTo>
                  <a:lnTo>
                    <a:pt x="16914" y="1506"/>
                  </a:lnTo>
                  <a:lnTo>
                    <a:pt x="16759" y="1313"/>
                  </a:lnTo>
                  <a:lnTo>
                    <a:pt x="16528" y="1236"/>
                  </a:lnTo>
                  <a:lnTo>
                    <a:pt x="16334" y="1159"/>
                  </a:lnTo>
                  <a:lnTo>
                    <a:pt x="16103" y="1159"/>
                  </a:lnTo>
                  <a:lnTo>
                    <a:pt x="15910" y="1197"/>
                  </a:lnTo>
                  <a:lnTo>
                    <a:pt x="15678" y="1275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6" y="2587"/>
                  </a:lnTo>
                  <a:lnTo>
                    <a:pt x="14095" y="3012"/>
                  </a:lnTo>
                  <a:lnTo>
                    <a:pt x="13940" y="2433"/>
                  </a:lnTo>
                  <a:lnTo>
                    <a:pt x="13747" y="1892"/>
                  </a:lnTo>
                  <a:lnTo>
                    <a:pt x="13516" y="1352"/>
                  </a:lnTo>
                  <a:lnTo>
                    <a:pt x="13168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7" y="155"/>
                  </a:lnTo>
                  <a:lnTo>
                    <a:pt x="12087" y="39"/>
                  </a:lnTo>
                  <a:lnTo>
                    <a:pt x="118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22"/>
            <p:cNvSpPr/>
            <p:nvPr/>
          </p:nvSpPr>
          <p:spPr>
            <a:xfrm>
              <a:off x="5590125" y="11338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22"/>
            <p:cNvSpPr/>
            <p:nvPr/>
          </p:nvSpPr>
          <p:spPr>
            <a:xfrm>
              <a:off x="5491675" y="1139600"/>
              <a:ext cx="21250" cy="8725"/>
            </a:xfrm>
            <a:custGeom>
              <a:avLst/>
              <a:gdLst/>
              <a:ahLst/>
              <a:cxnLst/>
              <a:rect l="l" t="t" r="r" b="b"/>
              <a:pathLst>
                <a:path w="850" h="349" extrusionOk="0">
                  <a:moveTo>
                    <a:pt x="425" y="1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4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4"/>
                  </a:lnTo>
                  <a:lnTo>
                    <a:pt x="811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22"/>
            <p:cNvSpPr/>
            <p:nvPr/>
          </p:nvSpPr>
          <p:spPr>
            <a:xfrm>
              <a:off x="2443975" y="1153125"/>
              <a:ext cx="315725" cy="477875"/>
            </a:xfrm>
            <a:custGeom>
              <a:avLst/>
              <a:gdLst/>
              <a:ahLst/>
              <a:cxnLst/>
              <a:rect l="l" t="t" r="r" b="b"/>
              <a:pathLst>
                <a:path w="12629" h="19115" extrusionOk="0">
                  <a:moveTo>
                    <a:pt x="1005" y="618"/>
                  </a:moveTo>
                  <a:lnTo>
                    <a:pt x="1661" y="850"/>
                  </a:lnTo>
                  <a:lnTo>
                    <a:pt x="2318" y="1120"/>
                  </a:lnTo>
                  <a:lnTo>
                    <a:pt x="2743" y="1352"/>
                  </a:lnTo>
                  <a:lnTo>
                    <a:pt x="3167" y="1583"/>
                  </a:lnTo>
                  <a:lnTo>
                    <a:pt x="3322" y="1699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1"/>
                  </a:lnTo>
                  <a:lnTo>
                    <a:pt x="4017" y="2819"/>
                  </a:lnTo>
                  <a:lnTo>
                    <a:pt x="5677" y="6796"/>
                  </a:lnTo>
                  <a:lnTo>
                    <a:pt x="9075" y="15021"/>
                  </a:lnTo>
                  <a:lnTo>
                    <a:pt x="9153" y="15098"/>
                  </a:lnTo>
                  <a:lnTo>
                    <a:pt x="9191" y="15137"/>
                  </a:lnTo>
                  <a:lnTo>
                    <a:pt x="9346" y="15137"/>
                  </a:lnTo>
                  <a:lnTo>
                    <a:pt x="8921" y="15369"/>
                  </a:lnTo>
                  <a:lnTo>
                    <a:pt x="7956" y="13515"/>
                  </a:lnTo>
                  <a:lnTo>
                    <a:pt x="6990" y="11662"/>
                  </a:lnTo>
                  <a:lnTo>
                    <a:pt x="5021" y="7955"/>
                  </a:lnTo>
                  <a:lnTo>
                    <a:pt x="3013" y="4286"/>
                  </a:lnTo>
                  <a:lnTo>
                    <a:pt x="1005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20" y="11739"/>
                  </a:lnTo>
                  <a:lnTo>
                    <a:pt x="7763" y="13593"/>
                  </a:lnTo>
                  <a:lnTo>
                    <a:pt x="8805" y="15446"/>
                  </a:lnTo>
                  <a:lnTo>
                    <a:pt x="8651" y="15523"/>
                  </a:lnTo>
                  <a:lnTo>
                    <a:pt x="7415" y="13747"/>
                  </a:lnTo>
                  <a:lnTo>
                    <a:pt x="6179" y="12009"/>
                  </a:lnTo>
                  <a:lnTo>
                    <a:pt x="3592" y="8534"/>
                  </a:lnTo>
                  <a:lnTo>
                    <a:pt x="2318" y="6758"/>
                  </a:lnTo>
                  <a:lnTo>
                    <a:pt x="1005" y="4943"/>
                  </a:lnTo>
                  <a:lnTo>
                    <a:pt x="850" y="4711"/>
                  </a:lnTo>
                  <a:lnTo>
                    <a:pt x="735" y="4479"/>
                  </a:lnTo>
                  <a:lnTo>
                    <a:pt x="619" y="4209"/>
                  </a:lnTo>
                  <a:lnTo>
                    <a:pt x="542" y="3939"/>
                  </a:lnTo>
                  <a:lnTo>
                    <a:pt x="464" y="3398"/>
                  </a:lnTo>
                  <a:lnTo>
                    <a:pt x="426" y="2819"/>
                  </a:lnTo>
                  <a:lnTo>
                    <a:pt x="464" y="2240"/>
                  </a:lnTo>
                  <a:lnTo>
                    <a:pt x="503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3" y="12357"/>
                  </a:lnTo>
                  <a:lnTo>
                    <a:pt x="11817" y="12434"/>
                  </a:lnTo>
                  <a:lnTo>
                    <a:pt x="12165" y="12859"/>
                  </a:lnTo>
                  <a:lnTo>
                    <a:pt x="12242" y="13052"/>
                  </a:lnTo>
                  <a:lnTo>
                    <a:pt x="12280" y="13245"/>
                  </a:lnTo>
                  <a:lnTo>
                    <a:pt x="12242" y="13438"/>
                  </a:lnTo>
                  <a:lnTo>
                    <a:pt x="12203" y="13631"/>
                  </a:lnTo>
                  <a:lnTo>
                    <a:pt x="12049" y="14017"/>
                  </a:lnTo>
                  <a:lnTo>
                    <a:pt x="11856" y="14365"/>
                  </a:lnTo>
                  <a:lnTo>
                    <a:pt x="11508" y="14790"/>
                  </a:lnTo>
                  <a:lnTo>
                    <a:pt x="11122" y="15176"/>
                  </a:lnTo>
                  <a:lnTo>
                    <a:pt x="10697" y="15523"/>
                  </a:lnTo>
                  <a:lnTo>
                    <a:pt x="10273" y="15871"/>
                  </a:lnTo>
                  <a:lnTo>
                    <a:pt x="10157" y="15871"/>
                  </a:lnTo>
                  <a:lnTo>
                    <a:pt x="10118" y="15987"/>
                  </a:lnTo>
                  <a:lnTo>
                    <a:pt x="9771" y="16180"/>
                  </a:lnTo>
                  <a:lnTo>
                    <a:pt x="9114" y="16604"/>
                  </a:lnTo>
                  <a:lnTo>
                    <a:pt x="8458" y="16952"/>
                  </a:lnTo>
                  <a:lnTo>
                    <a:pt x="7724" y="17261"/>
                  </a:lnTo>
                  <a:lnTo>
                    <a:pt x="6990" y="17493"/>
                  </a:lnTo>
                  <a:lnTo>
                    <a:pt x="6643" y="17608"/>
                  </a:lnTo>
                  <a:lnTo>
                    <a:pt x="6295" y="17647"/>
                  </a:lnTo>
                  <a:lnTo>
                    <a:pt x="5755" y="17647"/>
                  </a:lnTo>
                  <a:lnTo>
                    <a:pt x="5562" y="17570"/>
                  </a:lnTo>
                  <a:lnTo>
                    <a:pt x="5446" y="17493"/>
                  </a:lnTo>
                  <a:lnTo>
                    <a:pt x="5330" y="17415"/>
                  </a:lnTo>
                  <a:lnTo>
                    <a:pt x="5098" y="17184"/>
                  </a:lnTo>
                  <a:lnTo>
                    <a:pt x="4982" y="16875"/>
                  </a:lnTo>
                  <a:lnTo>
                    <a:pt x="4905" y="16604"/>
                  </a:lnTo>
                  <a:lnTo>
                    <a:pt x="4944" y="16411"/>
                  </a:lnTo>
                  <a:lnTo>
                    <a:pt x="4982" y="16218"/>
                  </a:lnTo>
                  <a:lnTo>
                    <a:pt x="5060" y="16064"/>
                  </a:lnTo>
                  <a:lnTo>
                    <a:pt x="5175" y="15948"/>
                  </a:lnTo>
                  <a:lnTo>
                    <a:pt x="5291" y="15832"/>
                  </a:lnTo>
                  <a:lnTo>
                    <a:pt x="5407" y="15755"/>
                  </a:lnTo>
                  <a:lnTo>
                    <a:pt x="5523" y="15716"/>
                  </a:lnTo>
                  <a:lnTo>
                    <a:pt x="5639" y="15755"/>
                  </a:lnTo>
                  <a:lnTo>
                    <a:pt x="5793" y="15832"/>
                  </a:lnTo>
                  <a:lnTo>
                    <a:pt x="5948" y="15948"/>
                  </a:lnTo>
                  <a:lnTo>
                    <a:pt x="6064" y="16141"/>
                  </a:lnTo>
                  <a:lnTo>
                    <a:pt x="6257" y="16373"/>
                  </a:lnTo>
                  <a:lnTo>
                    <a:pt x="6102" y="16411"/>
                  </a:lnTo>
                  <a:lnTo>
                    <a:pt x="6025" y="16450"/>
                  </a:lnTo>
                  <a:lnTo>
                    <a:pt x="6025" y="16566"/>
                  </a:lnTo>
                  <a:lnTo>
                    <a:pt x="6064" y="16643"/>
                  </a:lnTo>
                  <a:lnTo>
                    <a:pt x="6141" y="16643"/>
                  </a:lnTo>
                  <a:lnTo>
                    <a:pt x="6913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30" y="15716"/>
                  </a:lnTo>
                  <a:lnTo>
                    <a:pt x="9616" y="15485"/>
                  </a:lnTo>
                  <a:lnTo>
                    <a:pt x="9964" y="15253"/>
                  </a:lnTo>
                  <a:lnTo>
                    <a:pt x="10273" y="15021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2" y="14172"/>
                  </a:lnTo>
                  <a:lnTo>
                    <a:pt x="11354" y="13824"/>
                  </a:lnTo>
                  <a:lnTo>
                    <a:pt x="11547" y="13515"/>
                  </a:lnTo>
                  <a:lnTo>
                    <a:pt x="11547" y="13438"/>
                  </a:lnTo>
                  <a:lnTo>
                    <a:pt x="11547" y="13361"/>
                  </a:lnTo>
                  <a:lnTo>
                    <a:pt x="11508" y="13284"/>
                  </a:lnTo>
                  <a:lnTo>
                    <a:pt x="11431" y="13245"/>
                  </a:lnTo>
                  <a:lnTo>
                    <a:pt x="11238" y="13245"/>
                  </a:lnTo>
                  <a:lnTo>
                    <a:pt x="11161" y="13322"/>
                  </a:lnTo>
                  <a:lnTo>
                    <a:pt x="10968" y="13670"/>
                  </a:lnTo>
                  <a:lnTo>
                    <a:pt x="10775" y="13554"/>
                  </a:lnTo>
                  <a:lnTo>
                    <a:pt x="10659" y="13438"/>
                  </a:lnTo>
                  <a:lnTo>
                    <a:pt x="10620" y="13284"/>
                  </a:lnTo>
                  <a:lnTo>
                    <a:pt x="10581" y="13168"/>
                  </a:lnTo>
                  <a:lnTo>
                    <a:pt x="10620" y="13013"/>
                  </a:lnTo>
                  <a:lnTo>
                    <a:pt x="10659" y="12859"/>
                  </a:lnTo>
                  <a:lnTo>
                    <a:pt x="10852" y="12627"/>
                  </a:lnTo>
                  <a:lnTo>
                    <a:pt x="10929" y="12473"/>
                  </a:lnTo>
                  <a:lnTo>
                    <a:pt x="11045" y="12357"/>
                  </a:lnTo>
                  <a:lnTo>
                    <a:pt x="11122" y="12318"/>
                  </a:lnTo>
                  <a:lnTo>
                    <a:pt x="11238" y="12280"/>
                  </a:lnTo>
                  <a:close/>
                  <a:moveTo>
                    <a:pt x="426" y="0"/>
                  </a:moveTo>
                  <a:lnTo>
                    <a:pt x="349" y="39"/>
                  </a:lnTo>
                  <a:lnTo>
                    <a:pt x="271" y="116"/>
                  </a:lnTo>
                  <a:lnTo>
                    <a:pt x="233" y="193"/>
                  </a:lnTo>
                  <a:lnTo>
                    <a:pt x="78" y="2587"/>
                  </a:lnTo>
                  <a:lnTo>
                    <a:pt x="40" y="3012"/>
                  </a:lnTo>
                  <a:lnTo>
                    <a:pt x="1" y="3475"/>
                  </a:lnTo>
                  <a:lnTo>
                    <a:pt x="40" y="3900"/>
                  </a:lnTo>
                  <a:lnTo>
                    <a:pt x="117" y="4325"/>
                  </a:lnTo>
                  <a:lnTo>
                    <a:pt x="233" y="4518"/>
                  </a:lnTo>
                  <a:lnTo>
                    <a:pt x="349" y="4750"/>
                  </a:lnTo>
                  <a:lnTo>
                    <a:pt x="619" y="5175"/>
                  </a:lnTo>
                  <a:lnTo>
                    <a:pt x="1237" y="5985"/>
                  </a:lnTo>
                  <a:lnTo>
                    <a:pt x="2665" y="7955"/>
                  </a:lnTo>
                  <a:lnTo>
                    <a:pt x="5446" y="11816"/>
                  </a:lnTo>
                  <a:lnTo>
                    <a:pt x="6874" y="13747"/>
                  </a:lnTo>
                  <a:lnTo>
                    <a:pt x="8342" y="15639"/>
                  </a:lnTo>
                  <a:lnTo>
                    <a:pt x="7492" y="15987"/>
                  </a:lnTo>
                  <a:lnTo>
                    <a:pt x="6643" y="16257"/>
                  </a:lnTo>
                  <a:lnTo>
                    <a:pt x="6643" y="16257"/>
                  </a:lnTo>
                  <a:lnTo>
                    <a:pt x="6681" y="16102"/>
                  </a:lnTo>
                  <a:lnTo>
                    <a:pt x="6681" y="15948"/>
                  </a:lnTo>
                  <a:lnTo>
                    <a:pt x="6643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4" y="15369"/>
                  </a:lnTo>
                  <a:lnTo>
                    <a:pt x="6179" y="15292"/>
                  </a:lnTo>
                  <a:lnTo>
                    <a:pt x="6025" y="15253"/>
                  </a:lnTo>
                  <a:lnTo>
                    <a:pt x="5716" y="15253"/>
                  </a:lnTo>
                  <a:lnTo>
                    <a:pt x="5484" y="15292"/>
                  </a:lnTo>
                  <a:lnTo>
                    <a:pt x="5214" y="15407"/>
                  </a:lnTo>
                  <a:lnTo>
                    <a:pt x="5021" y="15600"/>
                  </a:lnTo>
                  <a:lnTo>
                    <a:pt x="4828" y="15794"/>
                  </a:lnTo>
                  <a:lnTo>
                    <a:pt x="4712" y="16025"/>
                  </a:lnTo>
                  <a:lnTo>
                    <a:pt x="4596" y="16296"/>
                  </a:lnTo>
                  <a:lnTo>
                    <a:pt x="4596" y="16566"/>
                  </a:lnTo>
                  <a:lnTo>
                    <a:pt x="4635" y="16991"/>
                  </a:lnTo>
                  <a:lnTo>
                    <a:pt x="4751" y="17300"/>
                  </a:lnTo>
                  <a:lnTo>
                    <a:pt x="4905" y="17531"/>
                  </a:lnTo>
                  <a:lnTo>
                    <a:pt x="5098" y="17724"/>
                  </a:lnTo>
                  <a:lnTo>
                    <a:pt x="5368" y="17840"/>
                  </a:lnTo>
                  <a:lnTo>
                    <a:pt x="5677" y="17917"/>
                  </a:lnTo>
                  <a:lnTo>
                    <a:pt x="6025" y="17956"/>
                  </a:lnTo>
                  <a:lnTo>
                    <a:pt x="6372" y="17917"/>
                  </a:lnTo>
                  <a:lnTo>
                    <a:pt x="6720" y="17840"/>
                  </a:lnTo>
                  <a:lnTo>
                    <a:pt x="7106" y="17763"/>
                  </a:lnTo>
                  <a:lnTo>
                    <a:pt x="7878" y="17531"/>
                  </a:lnTo>
                  <a:lnTo>
                    <a:pt x="8573" y="17222"/>
                  </a:lnTo>
                  <a:lnTo>
                    <a:pt x="9153" y="16952"/>
                  </a:lnTo>
                  <a:lnTo>
                    <a:pt x="9230" y="16875"/>
                  </a:lnTo>
                  <a:lnTo>
                    <a:pt x="9462" y="16759"/>
                  </a:lnTo>
                  <a:lnTo>
                    <a:pt x="10234" y="16257"/>
                  </a:lnTo>
                  <a:lnTo>
                    <a:pt x="10813" y="17106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4"/>
                  </a:lnTo>
                  <a:lnTo>
                    <a:pt x="12280" y="19037"/>
                  </a:lnTo>
                  <a:lnTo>
                    <a:pt x="12203" y="18883"/>
                  </a:lnTo>
                  <a:lnTo>
                    <a:pt x="11817" y="18149"/>
                  </a:lnTo>
                  <a:lnTo>
                    <a:pt x="11392" y="17454"/>
                  </a:lnTo>
                  <a:lnTo>
                    <a:pt x="10929" y="16759"/>
                  </a:lnTo>
                  <a:lnTo>
                    <a:pt x="10466" y="16102"/>
                  </a:lnTo>
                  <a:lnTo>
                    <a:pt x="10968" y="15716"/>
                  </a:lnTo>
                  <a:lnTo>
                    <a:pt x="11470" y="15253"/>
                  </a:lnTo>
                  <a:lnTo>
                    <a:pt x="11894" y="14790"/>
                  </a:lnTo>
                  <a:lnTo>
                    <a:pt x="12126" y="14558"/>
                  </a:lnTo>
                  <a:lnTo>
                    <a:pt x="12280" y="14288"/>
                  </a:lnTo>
                  <a:lnTo>
                    <a:pt x="12435" y="14056"/>
                  </a:lnTo>
                  <a:lnTo>
                    <a:pt x="12512" y="13786"/>
                  </a:lnTo>
                  <a:lnTo>
                    <a:pt x="12589" y="13554"/>
                  </a:lnTo>
                  <a:lnTo>
                    <a:pt x="12628" y="13284"/>
                  </a:lnTo>
                  <a:lnTo>
                    <a:pt x="12589" y="13052"/>
                  </a:lnTo>
                  <a:lnTo>
                    <a:pt x="12512" y="12820"/>
                  </a:lnTo>
                  <a:lnTo>
                    <a:pt x="12358" y="12589"/>
                  </a:lnTo>
                  <a:lnTo>
                    <a:pt x="12165" y="12357"/>
                  </a:lnTo>
                  <a:lnTo>
                    <a:pt x="11972" y="12202"/>
                  </a:lnTo>
                  <a:lnTo>
                    <a:pt x="11740" y="12087"/>
                  </a:lnTo>
                  <a:lnTo>
                    <a:pt x="11470" y="12009"/>
                  </a:lnTo>
                  <a:lnTo>
                    <a:pt x="11238" y="12009"/>
                  </a:lnTo>
                  <a:lnTo>
                    <a:pt x="10968" y="12048"/>
                  </a:lnTo>
                  <a:lnTo>
                    <a:pt x="10736" y="12125"/>
                  </a:lnTo>
                  <a:lnTo>
                    <a:pt x="10543" y="12280"/>
                  </a:lnTo>
                  <a:lnTo>
                    <a:pt x="10388" y="12511"/>
                  </a:lnTo>
                  <a:lnTo>
                    <a:pt x="10311" y="12704"/>
                  </a:lnTo>
                  <a:lnTo>
                    <a:pt x="10273" y="12897"/>
                  </a:lnTo>
                  <a:lnTo>
                    <a:pt x="10273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20" y="13786"/>
                  </a:lnTo>
                  <a:lnTo>
                    <a:pt x="10813" y="13901"/>
                  </a:lnTo>
                  <a:lnTo>
                    <a:pt x="10504" y="14249"/>
                  </a:lnTo>
                  <a:lnTo>
                    <a:pt x="10157" y="14597"/>
                  </a:lnTo>
                  <a:lnTo>
                    <a:pt x="9771" y="14867"/>
                  </a:lnTo>
                  <a:lnTo>
                    <a:pt x="9431" y="15083"/>
                  </a:lnTo>
                  <a:lnTo>
                    <a:pt x="9431" y="15083"/>
                  </a:lnTo>
                  <a:lnTo>
                    <a:pt x="9462" y="15021"/>
                  </a:lnTo>
                  <a:lnTo>
                    <a:pt x="9500" y="14944"/>
                  </a:lnTo>
                  <a:lnTo>
                    <a:pt x="9462" y="14828"/>
                  </a:lnTo>
                  <a:lnTo>
                    <a:pt x="5716" y="5754"/>
                  </a:lnTo>
                  <a:lnTo>
                    <a:pt x="4789" y="3475"/>
                  </a:lnTo>
                  <a:lnTo>
                    <a:pt x="4364" y="2471"/>
                  </a:lnTo>
                  <a:lnTo>
                    <a:pt x="4133" y="1969"/>
                  </a:lnTo>
                  <a:lnTo>
                    <a:pt x="3978" y="1738"/>
                  </a:lnTo>
                  <a:lnTo>
                    <a:pt x="3824" y="1545"/>
                  </a:lnTo>
                  <a:lnTo>
                    <a:pt x="3515" y="1236"/>
                  </a:lnTo>
                  <a:lnTo>
                    <a:pt x="3129" y="965"/>
                  </a:lnTo>
                  <a:lnTo>
                    <a:pt x="2743" y="772"/>
                  </a:lnTo>
                  <a:lnTo>
                    <a:pt x="2279" y="541"/>
                  </a:lnTo>
                  <a:lnTo>
                    <a:pt x="1816" y="386"/>
                  </a:lnTo>
                  <a:lnTo>
                    <a:pt x="1391" y="232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22"/>
            <p:cNvSpPr/>
            <p:nvPr/>
          </p:nvSpPr>
          <p:spPr>
            <a:xfrm>
              <a:off x="5383550" y="11801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2"/>
                  </a:lnTo>
                  <a:lnTo>
                    <a:pt x="1583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2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22"/>
            <p:cNvSpPr/>
            <p:nvPr/>
          </p:nvSpPr>
          <p:spPr>
            <a:xfrm>
              <a:off x="1657200" y="1227450"/>
              <a:ext cx="61825" cy="90775"/>
            </a:xfrm>
            <a:custGeom>
              <a:avLst/>
              <a:gdLst/>
              <a:ahLst/>
              <a:cxnLst/>
              <a:rect l="l" t="t" r="r" b="b"/>
              <a:pathLst>
                <a:path w="2473" h="3631" extrusionOk="0">
                  <a:moveTo>
                    <a:pt x="1198" y="0"/>
                  </a:moveTo>
                  <a:lnTo>
                    <a:pt x="1082" y="39"/>
                  </a:lnTo>
                  <a:lnTo>
                    <a:pt x="1005" y="39"/>
                  </a:lnTo>
                  <a:lnTo>
                    <a:pt x="966" y="116"/>
                  </a:lnTo>
                  <a:lnTo>
                    <a:pt x="966" y="194"/>
                  </a:lnTo>
                  <a:lnTo>
                    <a:pt x="966" y="232"/>
                  </a:lnTo>
                  <a:lnTo>
                    <a:pt x="850" y="271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5" y="618"/>
                  </a:lnTo>
                  <a:lnTo>
                    <a:pt x="773" y="657"/>
                  </a:lnTo>
                  <a:lnTo>
                    <a:pt x="850" y="734"/>
                  </a:lnTo>
                  <a:lnTo>
                    <a:pt x="1082" y="811"/>
                  </a:lnTo>
                  <a:lnTo>
                    <a:pt x="1275" y="966"/>
                  </a:lnTo>
                  <a:lnTo>
                    <a:pt x="1468" y="1120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70" y="2163"/>
                  </a:lnTo>
                  <a:lnTo>
                    <a:pt x="1932" y="2472"/>
                  </a:lnTo>
                  <a:lnTo>
                    <a:pt x="1816" y="2742"/>
                  </a:lnTo>
                  <a:lnTo>
                    <a:pt x="1739" y="2897"/>
                  </a:lnTo>
                  <a:lnTo>
                    <a:pt x="1661" y="2974"/>
                  </a:lnTo>
                  <a:lnTo>
                    <a:pt x="1545" y="3090"/>
                  </a:lnTo>
                  <a:lnTo>
                    <a:pt x="1391" y="3128"/>
                  </a:lnTo>
                  <a:lnTo>
                    <a:pt x="1237" y="3167"/>
                  </a:lnTo>
                  <a:lnTo>
                    <a:pt x="1043" y="3128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626"/>
                  </a:lnTo>
                  <a:lnTo>
                    <a:pt x="928" y="2472"/>
                  </a:lnTo>
                  <a:lnTo>
                    <a:pt x="1082" y="2356"/>
                  </a:lnTo>
                  <a:lnTo>
                    <a:pt x="1159" y="2279"/>
                  </a:lnTo>
                  <a:lnTo>
                    <a:pt x="1159" y="2163"/>
                  </a:lnTo>
                  <a:lnTo>
                    <a:pt x="1159" y="2047"/>
                  </a:lnTo>
                  <a:lnTo>
                    <a:pt x="1082" y="1970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52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63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48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60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630"/>
                  </a:lnTo>
                  <a:lnTo>
                    <a:pt x="1275" y="3630"/>
                  </a:lnTo>
                  <a:lnTo>
                    <a:pt x="1507" y="3592"/>
                  </a:lnTo>
                  <a:lnTo>
                    <a:pt x="1700" y="3514"/>
                  </a:lnTo>
                  <a:lnTo>
                    <a:pt x="1854" y="3437"/>
                  </a:lnTo>
                  <a:lnTo>
                    <a:pt x="2047" y="3244"/>
                  </a:lnTo>
                  <a:lnTo>
                    <a:pt x="2202" y="3090"/>
                  </a:lnTo>
                  <a:lnTo>
                    <a:pt x="2318" y="2897"/>
                  </a:lnTo>
                  <a:lnTo>
                    <a:pt x="2395" y="2703"/>
                  </a:lnTo>
                  <a:lnTo>
                    <a:pt x="2434" y="2472"/>
                  </a:lnTo>
                  <a:lnTo>
                    <a:pt x="2472" y="2279"/>
                  </a:lnTo>
                  <a:lnTo>
                    <a:pt x="2434" y="2047"/>
                  </a:lnTo>
                  <a:lnTo>
                    <a:pt x="2395" y="1815"/>
                  </a:lnTo>
                  <a:lnTo>
                    <a:pt x="2318" y="1622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22"/>
            <p:cNvSpPr/>
            <p:nvPr/>
          </p:nvSpPr>
          <p:spPr>
            <a:xfrm>
              <a:off x="6055450" y="1230350"/>
              <a:ext cx="302175" cy="155450"/>
            </a:xfrm>
            <a:custGeom>
              <a:avLst/>
              <a:gdLst/>
              <a:ahLst/>
              <a:cxnLst/>
              <a:rect l="l" t="t" r="r" b="b"/>
              <a:pathLst>
                <a:path w="12087" h="6218" extrusionOk="0">
                  <a:moveTo>
                    <a:pt x="11739" y="0"/>
                  </a:moveTo>
                  <a:lnTo>
                    <a:pt x="11662" y="39"/>
                  </a:lnTo>
                  <a:lnTo>
                    <a:pt x="11585" y="78"/>
                  </a:lnTo>
                  <a:lnTo>
                    <a:pt x="11507" y="116"/>
                  </a:lnTo>
                  <a:lnTo>
                    <a:pt x="11469" y="232"/>
                  </a:lnTo>
                  <a:lnTo>
                    <a:pt x="11469" y="309"/>
                  </a:lnTo>
                  <a:lnTo>
                    <a:pt x="11507" y="425"/>
                  </a:lnTo>
                  <a:lnTo>
                    <a:pt x="11585" y="580"/>
                  </a:lnTo>
                  <a:lnTo>
                    <a:pt x="11623" y="773"/>
                  </a:lnTo>
                  <a:lnTo>
                    <a:pt x="11585" y="966"/>
                  </a:lnTo>
                  <a:lnTo>
                    <a:pt x="11507" y="1120"/>
                  </a:lnTo>
                  <a:lnTo>
                    <a:pt x="11392" y="1275"/>
                  </a:lnTo>
                  <a:lnTo>
                    <a:pt x="11276" y="1429"/>
                  </a:lnTo>
                  <a:lnTo>
                    <a:pt x="10928" y="1738"/>
                  </a:lnTo>
                  <a:lnTo>
                    <a:pt x="10503" y="2008"/>
                  </a:lnTo>
                  <a:lnTo>
                    <a:pt x="10079" y="2240"/>
                  </a:lnTo>
                  <a:lnTo>
                    <a:pt x="9422" y="2587"/>
                  </a:lnTo>
                  <a:lnTo>
                    <a:pt x="9036" y="2781"/>
                  </a:lnTo>
                  <a:lnTo>
                    <a:pt x="9036" y="2703"/>
                  </a:lnTo>
                  <a:lnTo>
                    <a:pt x="8959" y="2626"/>
                  </a:lnTo>
                  <a:lnTo>
                    <a:pt x="8495" y="2201"/>
                  </a:lnTo>
                  <a:lnTo>
                    <a:pt x="8109" y="1699"/>
                  </a:lnTo>
                  <a:lnTo>
                    <a:pt x="7839" y="1892"/>
                  </a:lnTo>
                  <a:lnTo>
                    <a:pt x="7993" y="2201"/>
                  </a:lnTo>
                  <a:lnTo>
                    <a:pt x="8187" y="2510"/>
                  </a:lnTo>
                  <a:lnTo>
                    <a:pt x="8418" y="2781"/>
                  </a:lnTo>
                  <a:lnTo>
                    <a:pt x="8650" y="2974"/>
                  </a:lnTo>
                  <a:lnTo>
                    <a:pt x="7607" y="3514"/>
                  </a:lnTo>
                  <a:lnTo>
                    <a:pt x="6565" y="3978"/>
                  </a:lnTo>
                  <a:lnTo>
                    <a:pt x="5252" y="4518"/>
                  </a:lnTo>
                  <a:lnTo>
                    <a:pt x="3939" y="4982"/>
                  </a:lnTo>
                  <a:lnTo>
                    <a:pt x="3669" y="5059"/>
                  </a:lnTo>
                  <a:lnTo>
                    <a:pt x="3707" y="4711"/>
                  </a:lnTo>
                  <a:lnTo>
                    <a:pt x="3630" y="4364"/>
                  </a:lnTo>
                  <a:lnTo>
                    <a:pt x="3514" y="4055"/>
                  </a:lnTo>
                  <a:lnTo>
                    <a:pt x="3321" y="3707"/>
                  </a:lnTo>
                  <a:lnTo>
                    <a:pt x="3012" y="3900"/>
                  </a:lnTo>
                  <a:lnTo>
                    <a:pt x="3128" y="4171"/>
                  </a:lnTo>
                  <a:lnTo>
                    <a:pt x="3205" y="4441"/>
                  </a:lnTo>
                  <a:lnTo>
                    <a:pt x="3244" y="4866"/>
                  </a:lnTo>
                  <a:lnTo>
                    <a:pt x="3244" y="5252"/>
                  </a:lnTo>
                  <a:lnTo>
                    <a:pt x="2356" y="5522"/>
                  </a:lnTo>
                  <a:lnTo>
                    <a:pt x="1892" y="5638"/>
                  </a:lnTo>
                  <a:lnTo>
                    <a:pt x="1429" y="5677"/>
                  </a:lnTo>
                  <a:lnTo>
                    <a:pt x="1043" y="5715"/>
                  </a:lnTo>
                  <a:lnTo>
                    <a:pt x="850" y="5715"/>
                  </a:lnTo>
                  <a:lnTo>
                    <a:pt x="695" y="5677"/>
                  </a:lnTo>
                  <a:lnTo>
                    <a:pt x="579" y="5599"/>
                  </a:lnTo>
                  <a:lnTo>
                    <a:pt x="464" y="5522"/>
                  </a:lnTo>
                  <a:lnTo>
                    <a:pt x="386" y="5406"/>
                  </a:lnTo>
                  <a:lnTo>
                    <a:pt x="348" y="5291"/>
                  </a:lnTo>
                  <a:lnTo>
                    <a:pt x="309" y="5213"/>
                  </a:lnTo>
                  <a:lnTo>
                    <a:pt x="270" y="5175"/>
                  </a:lnTo>
                  <a:lnTo>
                    <a:pt x="155" y="5136"/>
                  </a:lnTo>
                  <a:lnTo>
                    <a:pt x="77" y="5175"/>
                  </a:lnTo>
                  <a:lnTo>
                    <a:pt x="39" y="5213"/>
                  </a:lnTo>
                  <a:lnTo>
                    <a:pt x="0" y="5291"/>
                  </a:lnTo>
                  <a:lnTo>
                    <a:pt x="0" y="5445"/>
                  </a:lnTo>
                  <a:lnTo>
                    <a:pt x="39" y="5599"/>
                  </a:lnTo>
                  <a:lnTo>
                    <a:pt x="77" y="5754"/>
                  </a:lnTo>
                  <a:lnTo>
                    <a:pt x="155" y="5870"/>
                  </a:lnTo>
                  <a:lnTo>
                    <a:pt x="232" y="5947"/>
                  </a:lnTo>
                  <a:lnTo>
                    <a:pt x="309" y="6024"/>
                  </a:lnTo>
                  <a:lnTo>
                    <a:pt x="541" y="6140"/>
                  </a:lnTo>
                  <a:lnTo>
                    <a:pt x="811" y="6179"/>
                  </a:lnTo>
                  <a:lnTo>
                    <a:pt x="1120" y="6217"/>
                  </a:lnTo>
                  <a:lnTo>
                    <a:pt x="1429" y="6179"/>
                  </a:lnTo>
                  <a:lnTo>
                    <a:pt x="1699" y="6140"/>
                  </a:lnTo>
                  <a:lnTo>
                    <a:pt x="2896" y="5831"/>
                  </a:lnTo>
                  <a:lnTo>
                    <a:pt x="4093" y="5445"/>
                  </a:lnTo>
                  <a:lnTo>
                    <a:pt x="5290" y="5020"/>
                  </a:lnTo>
                  <a:lnTo>
                    <a:pt x="6449" y="4557"/>
                  </a:lnTo>
                  <a:lnTo>
                    <a:pt x="7530" y="4093"/>
                  </a:lnTo>
                  <a:lnTo>
                    <a:pt x="8573" y="3591"/>
                  </a:lnTo>
                  <a:lnTo>
                    <a:pt x="9615" y="3051"/>
                  </a:lnTo>
                  <a:lnTo>
                    <a:pt x="10619" y="2472"/>
                  </a:lnTo>
                  <a:lnTo>
                    <a:pt x="10928" y="2279"/>
                  </a:lnTo>
                  <a:lnTo>
                    <a:pt x="11276" y="2047"/>
                  </a:lnTo>
                  <a:lnTo>
                    <a:pt x="11546" y="1777"/>
                  </a:lnTo>
                  <a:lnTo>
                    <a:pt x="11816" y="1506"/>
                  </a:lnTo>
                  <a:lnTo>
                    <a:pt x="12009" y="1197"/>
                  </a:lnTo>
                  <a:lnTo>
                    <a:pt x="12048" y="1043"/>
                  </a:lnTo>
                  <a:lnTo>
                    <a:pt x="12087" y="888"/>
                  </a:lnTo>
                  <a:lnTo>
                    <a:pt x="12087" y="695"/>
                  </a:lnTo>
                  <a:lnTo>
                    <a:pt x="12048" y="502"/>
                  </a:lnTo>
                  <a:lnTo>
                    <a:pt x="12009" y="309"/>
                  </a:lnTo>
                  <a:lnTo>
                    <a:pt x="11894" y="116"/>
                  </a:lnTo>
                  <a:lnTo>
                    <a:pt x="11816" y="39"/>
                  </a:lnTo>
                  <a:lnTo>
                    <a:pt x="1173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22"/>
            <p:cNvSpPr/>
            <p:nvPr/>
          </p:nvSpPr>
          <p:spPr>
            <a:xfrm>
              <a:off x="4272400" y="1236125"/>
              <a:ext cx="61800" cy="89825"/>
            </a:xfrm>
            <a:custGeom>
              <a:avLst/>
              <a:gdLst/>
              <a:ahLst/>
              <a:cxnLst/>
              <a:rect l="l" t="t" r="r" b="b"/>
              <a:pathLst>
                <a:path w="2472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4" y="349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1" y="1932"/>
                  </a:lnTo>
                  <a:lnTo>
                    <a:pt x="1931" y="2163"/>
                  </a:lnTo>
                  <a:lnTo>
                    <a:pt x="1931" y="2434"/>
                  </a:lnTo>
                  <a:lnTo>
                    <a:pt x="1815" y="2743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43"/>
                  </a:lnTo>
                  <a:lnTo>
                    <a:pt x="850" y="2588"/>
                  </a:lnTo>
                  <a:lnTo>
                    <a:pt x="927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0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5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5" y="2356"/>
                  </a:lnTo>
                  <a:lnTo>
                    <a:pt x="348" y="2627"/>
                  </a:lnTo>
                  <a:lnTo>
                    <a:pt x="309" y="2897"/>
                  </a:lnTo>
                  <a:lnTo>
                    <a:pt x="348" y="3052"/>
                  </a:lnTo>
                  <a:lnTo>
                    <a:pt x="425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7" y="2858"/>
                  </a:lnTo>
                  <a:lnTo>
                    <a:pt x="2395" y="2665"/>
                  </a:lnTo>
                  <a:lnTo>
                    <a:pt x="2433" y="2472"/>
                  </a:lnTo>
                  <a:lnTo>
                    <a:pt x="2472" y="2241"/>
                  </a:lnTo>
                  <a:lnTo>
                    <a:pt x="2433" y="2009"/>
                  </a:lnTo>
                  <a:lnTo>
                    <a:pt x="2395" y="1816"/>
                  </a:lnTo>
                  <a:lnTo>
                    <a:pt x="2317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22"/>
            <p:cNvSpPr/>
            <p:nvPr/>
          </p:nvSpPr>
          <p:spPr>
            <a:xfrm>
              <a:off x="799000" y="1245800"/>
              <a:ext cx="106200" cy="124550"/>
            </a:xfrm>
            <a:custGeom>
              <a:avLst/>
              <a:gdLst/>
              <a:ahLst/>
              <a:cxnLst/>
              <a:rect l="l" t="t" r="r" b="b"/>
              <a:pathLst>
                <a:path w="4248" h="4982" extrusionOk="0">
                  <a:moveTo>
                    <a:pt x="3862" y="0"/>
                  </a:moveTo>
                  <a:lnTo>
                    <a:pt x="3591" y="579"/>
                  </a:lnTo>
                  <a:lnTo>
                    <a:pt x="3244" y="1159"/>
                  </a:lnTo>
                  <a:lnTo>
                    <a:pt x="2896" y="1699"/>
                  </a:lnTo>
                  <a:lnTo>
                    <a:pt x="2510" y="2201"/>
                  </a:lnTo>
                  <a:lnTo>
                    <a:pt x="1931" y="2858"/>
                  </a:lnTo>
                  <a:lnTo>
                    <a:pt x="1313" y="3475"/>
                  </a:lnTo>
                  <a:lnTo>
                    <a:pt x="1004" y="3784"/>
                  </a:lnTo>
                  <a:lnTo>
                    <a:pt x="657" y="4016"/>
                  </a:lnTo>
                  <a:lnTo>
                    <a:pt x="309" y="4286"/>
                  </a:lnTo>
                  <a:lnTo>
                    <a:pt x="0" y="4595"/>
                  </a:lnTo>
                  <a:lnTo>
                    <a:pt x="39" y="4981"/>
                  </a:lnTo>
                  <a:lnTo>
                    <a:pt x="155" y="4981"/>
                  </a:lnTo>
                  <a:lnTo>
                    <a:pt x="541" y="4788"/>
                  </a:lnTo>
                  <a:lnTo>
                    <a:pt x="927" y="4557"/>
                  </a:lnTo>
                  <a:lnTo>
                    <a:pt x="1313" y="4248"/>
                  </a:lnTo>
                  <a:lnTo>
                    <a:pt x="1699" y="3939"/>
                  </a:lnTo>
                  <a:lnTo>
                    <a:pt x="2008" y="3591"/>
                  </a:lnTo>
                  <a:lnTo>
                    <a:pt x="2356" y="3205"/>
                  </a:lnTo>
                  <a:lnTo>
                    <a:pt x="2896" y="2510"/>
                  </a:lnTo>
                  <a:lnTo>
                    <a:pt x="3321" y="1969"/>
                  </a:lnTo>
                  <a:lnTo>
                    <a:pt x="3669" y="1390"/>
                  </a:lnTo>
                  <a:lnTo>
                    <a:pt x="3978" y="811"/>
                  </a:lnTo>
                  <a:lnTo>
                    <a:pt x="4248" y="193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22"/>
            <p:cNvSpPr/>
            <p:nvPr/>
          </p:nvSpPr>
          <p:spPr>
            <a:xfrm>
              <a:off x="747825" y="12477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5" y="271"/>
                  </a:move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7"/>
                  </a:lnTo>
                  <a:lnTo>
                    <a:pt x="1545" y="1313"/>
                  </a:lnTo>
                  <a:lnTo>
                    <a:pt x="1429" y="1391"/>
                  </a:lnTo>
                  <a:lnTo>
                    <a:pt x="1352" y="1468"/>
                  </a:lnTo>
                  <a:lnTo>
                    <a:pt x="1198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468"/>
                  </a:lnTo>
                  <a:lnTo>
                    <a:pt x="580" y="1429"/>
                  </a:lnTo>
                  <a:lnTo>
                    <a:pt x="503" y="1313"/>
                  </a:lnTo>
                  <a:lnTo>
                    <a:pt x="464" y="1197"/>
                  </a:lnTo>
                  <a:lnTo>
                    <a:pt x="425" y="1004"/>
                  </a:lnTo>
                  <a:lnTo>
                    <a:pt x="425" y="773"/>
                  </a:lnTo>
                  <a:lnTo>
                    <a:pt x="541" y="580"/>
                  </a:lnTo>
                  <a:lnTo>
                    <a:pt x="696" y="425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78"/>
                  </a:lnTo>
                  <a:lnTo>
                    <a:pt x="657" y="116"/>
                  </a:lnTo>
                  <a:lnTo>
                    <a:pt x="541" y="78"/>
                  </a:lnTo>
                  <a:lnTo>
                    <a:pt x="425" y="116"/>
                  </a:lnTo>
                  <a:lnTo>
                    <a:pt x="271" y="193"/>
                  </a:lnTo>
                  <a:lnTo>
                    <a:pt x="155" y="348"/>
                  </a:lnTo>
                  <a:lnTo>
                    <a:pt x="78" y="502"/>
                  </a:lnTo>
                  <a:lnTo>
                    <a:pt x="1" y="695"/>
                  </a:lnTo>
                  <a:lnTo>
                    <a:pt x="1" y="889"/>
                  </a:lnTo>
                  <a:lnTo>
                    <a:pt x="1" y="1082"/>
                  </a:lnTo>
                  <a:lnTo>
                    <a:pt x="39" y="1275"/>
                  </a:lnTo>
                  <a:lnTo>
                    <a:pt x="78" y="1429"/>
                  </a:lnTo>
                  <a:lnTo>
                    <a:pt x="194" y="1622"/>
                  </a:lnTo>
                  <a:lnTo>
                    <a:pt x="310" y="1777"/>
                  </a:lnTo>
                  <a:lnTo>
                    <a:pt x="464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043" y="2008"/>
                  </a:lnTo>
                  <a:lnTo>
                    <a:pt x="1236" y="1970"/>
                  </a:lnTo>
                  <a:lnTo>
                    <a:pt x="1429" y="1892"/>
                  </a:lnTo>
                  <a:lnTo>
                    <a:pt x="1584" y="1815"/>
                  </a:lnTo>
                  <a:lnTo>
                    <a:pt x="1738" y="1699"/>
                  </a:lnTo>
                  <a:lnTo>
                    <a:pt x="1893" y="1545"/>
                  </a:lnTo>
                  <a:lnTo>
                    <a:pt x="1970" y="1352"/>
                  </a:lnTo>
                  <a:lnTo>
                    <a:pt x="2047" y="1197"/>
                  </a:lnTo>
                  <a:lnTo>
                    <a:pt x="2086" y="1004"/>
                  </a:lnTo>
                  <a:lnTo>
                    <a:pt x="2047" y="811"/>
                  </a:lnTo>
                  <a:lnTo>
                    <a:pt x="1970" y="580"/>
                  </a:lnTo>
                  <a:lnTo>
                    <a:pt x="1893" y="425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78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22"/>
            <p:cNvSpPr/>
            <p:nvPr/>
          </p:nvSpPr>
          <p:spPr>
            <a:xfrm>
              <a:off x="1261400" y="125255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194"/>
                  </a:lnTo>
                  <a:lnTo>
                    <a:pt x="503" y="927"/>
                  </a:lnTo>
                  <a:lnTo>
                    <a:pt x="1043" y="1622"/>
                  </a:lnTo>
                  <a:lnTo>
                    <a:pt x="1700" y="2240"/>
                  </a:lnTo>
                  <a:lnTo>
                    <a:pt x="2356" y="2858"/>
                  </a:lnTo>
                  <a:lnTo>
                    <a:pt x="3090" y="3360"/>
                  </a:lnTo>
                  <a:lnTo>
                    <a:pt x="3901" y="3823"/>
                  </a:lnTo>
                  <a:lnTo>
                    <a:pt x="4673" y="4209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05"/>
                  </a:lnTo>
                  <a:lnTo>
                    <a:pt x="7685" y="4943"/>
                  </a:lnTo>
                  <a:lnTo>
                    <a:pt x="8110" y="4982"/>
                  </a:lnTo>
                  <a:lnTo>
                    <a:pt x="8535" y="4943"/>
                  </a:lnTo>
                  <a:lnTo>
                    <a:pt x="8998" y="4905"/>
                  </a:lnTo>
                  <a:lnTo>
                    <a:pt x="9423" y="4866"/>
                  </a:lnTo>
                  <a:lnTo>
                    <a:pt x="9848" y="4750"/>
                  </a:lnTo>
                  <a:lnTo>
                    <a:pt x="10272" y="4634"/>
                  </a:lnTo>
                  <a:lnTo>
                    <a:pt x="10658" y="4480"/>
                  </a:lnTo>
                  <a:lnTo>
                    <a:pt x="11083" y="4325"/>
                  </a:lnTo>
                  <a:lnTo>
                    <a:pt x="11469" y="4094"/>
                  </a:lnTo>
                  <a:lnTo>
                    <a:pt x="11856" y="3862"/>
                  </a:lnTo>
                  <a:lnTo>
                    <a:pt x="12242" y="3592"/>
                  </a:lnTo>
                  <a:lnTo>
                    <a:pt x="12319" y="3514"/>
                  </a:lnTo>
                  <a:lnTo>
                    <a:pt x="12435" y="3167"/>
                  </a:lnTo>
                  <a:lnTo>
                    <a:pt x="12280" y="3167"/>
                  </a:lnTo>
                  <a:lnTo>
                    <a:pt x="12203" y="3128"/>
                  </a:lnTo>
                  <a:lnTo>
                    <a:pt x="12126" y="3090"/>
                  </a:lnTo>
                  <a:lnTo>
                    <a:pt x="12010" y="3128"/>
                  </a:lnTo>
                  <a:lnTo>
                    <a:pt x="11933" y="3167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03"/>
                  </a:lnTo>
                  <a:lnTo>
                    <a:pt x="8342" y="4441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3" y="4325"/>
                  </a:lnTo>
                  <a:lnTo>
                    <a:pt x="6218" y="4248"/>
                  </a:lnTo>
                  <a:lnTo>
                    <a:pt x="5793" y="4132"/>
                  </a:lnTo>
                  <a:lnTo>
                    <a:pt x="5407" y="4016"/>
                  </a:lnTo>
                  <a:lnTo>
                    <a:pt x="4596" y="3669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22"/>
            <p:cNvSpPr/>
            <p:nvPr/>
          </p:nvSpPr>
          <p:spPr>
            <a:xfrm>
              <a:off x="1569350" y="1258350"/>
              <a:ext cx="92700" cy="136125"/>
            </a:xfrm>
            <a:custGeom>
              <a:avLst/>
              <a:gdLst/>
              <a:ahLst/>
              <a:cxnLst/>
              <a:rect l="l" t="t" r="r" b="b"/>
              <a:pathLst>
                <a:path w="3708" h="5445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67"/>
                  </a:lnTo>
                  <a:lnTo>
                    <a:pt x="1159" y="1815"/>
                  </a:lnTo>
                  <a:lnTo>
                    <a:pt x="1082" y="1892"/>
                  </a:lnTo>
                  <a:lnTo>
                    <a:pt x="1082" y="1969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201"/>
                  </a:lnTo>
                  <a:lnTo>
                    <a:pt x="812" y="2278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510"/>
                  </a:lnTo>
                  <a:lnTo>
                    <a:pt x="966" y="2549"/>
                  </a:lnTo>
                  <a:lnTo>
                    <a:pt x="1198" y="2626"/>
                  </a:lnTo>
                  <a:lnTo>
                    <a:pt x="1430" y="2703"/>
                  </a:lnTo>
                  <a:lnTo>
                    <a:pt x="1623" y="2858"/>
                  </a:lnTo>
                  <a:lnTo>
                    <a:pt x="1816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132"/>
                  </a:lnTo>
                  <a:lnTo>
                    <a:pt x="2009" y="4364"/>
                  </a:lnTo>
                  <a:lnTo>
                    <a:pt x="1893" y="4557"/>
                  </a:lnTo>
                  <a:lnTo>
                    <a:pt x="1739" y="4711"/>
                  </a:lnTo>
                  <a:lnTo>
                    <a:pt x="1545" y="4866"/>
                  </a:lnTo>
                  <a:lnTo>
                    <a:pt x="1314" y="4943"/>
                  </a:lnTo>
                  <a:lnTo>
                    <a:pt x="1198" y="4981"/>
                  </a:lnTo>
                  <a:lnTo>
                    <a:pt x="1082" y="4981"/>
                  </a:lnTo>
                  <a:lnTo>
                    <a:pt x="889" y="4904"/>
                  </a:lnTo>
                  <a:lnTo>
                    <a:pt x="773" y="4788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966" y="4132"/>
                  </a:lnTo>
                  <a:lnTo>
                    <a:pt x="1121" y="4093"/>
                  </a:lnTo>
                  <a:lnTo>
                    <a:pt x="1237" y="4055"/>
                  </a:lnTo>
                  <a:lnTo>
                    <a:pt x="1314" y="3939"/>
                  </a:lnTo>
                  <a:lnTo>
                    <a:pt x="1314" y="3784"/>
                  </a:lnTo>
                  <a:lnTo>
                    <a:pt x="1275" y="3746"/>
                  </a:lnTo>
                  <a:lnTo>
                    <a:pt x="1237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900"/>
                  </a:lnTo>
                  <a:lnTo>
                    <a:pt x="387" y="3977"/>
                  </a:lnTo>
                  <a:lnTo>
                    <a:pt x="310" y="4132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904"/>
                  </a:lnTo>
                  <a:lnTo>
                    <a:pt x="387" y="5097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30" y="5406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41" y="4866"/>
                  </a:lnTo>
                  <a:lnTo>
                    <a:pt x="2395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89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510"/>
                  </a:lnTo>
                  <a:lnTo>
                    <a:pt x="1739" y="2356"/>
                  </a:lnTo>
                  <a:lnTo>
                    <a:pt x="1507" y="2240"/>
                  </a:lnTo>
                  <a:lnTo>
                    <a:pt x="1275" y="2124"/>
                  </a:lnTo>
                  <a:lnTo>
                    <a:pt x="1623" y="2008"/>
                  </a:lnTo>
                  <a:lnTo>
                    <a:pt x="1932" y="1815"/>
                  </a:lnTo>
                  <a:lnTo>
                    <a:pt x="2279" y="1661"/>
                  </a:lnTo>
                  <a:lnTo>
                    <a:pt x="2549" y="1429"/>
                  </a:lnTo>
                  <a:lnTo>
                    <a:pt x="2820" y="1197"/>
                  </a:lnTo>
                  <a:lnTo>
                    <a:pt x="3129" y="966"/>
                  </a:lnTo>
                  <a:lnTo>
                    <a:pt x="3360" y="695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22"/>
            <p:cNvSpPr/>
            <p:nvPr/>
          </p:nvSpPr>
          <p:spPr>
            <a:xfrm>
              <a:off x="3876600" y="12602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9" y="3553"/>
                  </a:lnTo>
                  <a:lnTo>
                    <a:pt x="12434" y="3205"/>
                  </a:lnTo>
                  <a:lnTo>
                    <a:pt x="12357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2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6" y="4016"/>
                  </a:lnTo>
                  <a:lnTo>
                    <a:pt x="10040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5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22"/>
            <p:cNvSpPr/>
            <p:nvPr/>
          </p:nvSpPr>
          <p:spPr>
            <a:xfrm>
              <a:off x="4184550" y="1267025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1" y="2240"/>
                  </a:lnTo>
                  <a:lnTo>
                    <a:pt x="811" y="2356"/>
                  </a:lnTo>
                  <a:lnTo>
                    <a:pt x="811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0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9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6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2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2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22"/>
            <p:cNvSpPr/>
            <p:nvPr/>
          </p:nvSpPr>
          <p:spPr>
            <a:xfrm>
              <a:off x="3067625" y="1293100"/>
              <a:ext cx="105250" cy="105250"/>
            </a:xfrm>
            <a:custGeom>
              <a:avLst/>
              <a:gdLst/>
              <a:ahLst/>
              <a:cxnLst/>
              <a:rect l="l" t="t" r="r" b="b"/>
              <a:pathLst>
                <a:path w="4210" h="4210" extrusionOk="0">
                  <a:moveTo>
                    <a:pt x="2317" y="348"/>
                  </a:moveTo>
                  <a:lnTo>
                    <a:pt x="2472" y="425"/>
                  </a:lnTo>
                  <a:lnTo>
                    <a:pt x="2665" y="464"/>
                  </a:lnTo>
                  <a:lnTo>
                    <a:pt x="2819" y="579"/>
                  </a:lnTo>
                  <a:lnTo>
                    <a:pt x="2974" y="695"/>
                  </a:lnTo>
                  <a:lnTo>
                    <a:pt x="3128" y="811"/>
                  </a:lnTo>
                  <a:lnTo>
                    <a:pt x="3205" y="850"/>
                  </a:lnTo>
                  <a:lnTo>
                    <a:pt x="3360" y="1081"/>
                  </a:lnTo>
                  <a:lnTo>
                    <a:pt x="3553" y="1313"/>
                  </a:lnTo>
                  <a:lnTo>
                    <a:pt x="3669" y="1545"/>
                  </a:lnTo>
                  <a:lnTo>
                    <a:pt x="3784" y="1815"/>
                  </a:lnTo>
                  <a:lnTo>
                    <a:pt x="3823" y="2085"/>
                  </a:lnTo>
                  <a:lnTo>
                    <a:pt x="3823" y="2356"/>
                  </a:lnTo>
                  <a:lnTo>
                    <a:pt x="3784" y="2665"/>
                  </a:lnTo>
                  <a:lnTo>
                    <a:pt x="3669" y="2935"/>
                  </a:lnTo>
                  <a:lnTo>
                    <a:pt x="3476" y="3244"/>
                  </a:lnTo>
                  <a:lnTo>
                    <a:pt x="3205" y="3476"/>
                  </a:lnTo>
                  <a:lnTo>
                    <a:pt x="2896" y="3669"/>
                  </a:lnTo>
                  <a:lnTo>
                    <a:pt x="2587" y="3785"/>
                  </a:lnTo>
                  <a:lnTo>
                    <a:pt x="2201" y="3862"/>
                  </a:lnTo>
                  <a:lnTo>
                    <a:pt x="1854" y="3823"/>
                  </a:lnTo>
                  <a:lnTo>
                    <a:pt x="1506" y="3746"/>
                  </a:lnTo>
                  <a:lnTo>
                    <a:pt x="1197" y="3591"/>
                  </a:lnTo>
                  <a:lnTo>
                    <a:pt x="927" y="3398"/>
                  </a:lnTo>
                  <a:lnTo>
                    <a:pt x="695" y="3167"/>
                  </a:lnTo>
                  <a:lnTo>
                    <a:pt x="541" y="2858"/>
                  </a:lnTo>
                  <a:lnTo>
                    <a:pt x="425" y="2549"/>
                  </a:lnTo>
                  <a:lnTo>
                    <a:pt x="348" y="2240"/>
                  </a:lnTo>
                  <a:lnTo>
                    <a:pt x="348" y="1892"/>
                  </a:lnTo>
                  <a:lnTo>
                    <a:pt x="425" y="1583"/>
                  </a:lnTo>
                  <a:lnTo>
                    <a:pt x="541" y="1275"/>
                  </a:lnTo>
                  <a:lnTo>
                    <a:pt x="772" y="966"/>
                  </a:lnTo>
                  <a:lnTo>
                    <a:pt x="1081" y="695"/>
                  </a:lnTo>
                  <a:lnTo>
                    <a:pt x="1390" y="502"/>
                  </a:lnTo>
                  <a:lnTo>
                    <a:pt x="1738" y="386"/>
                  </a:lnTo>
                  <a:lnTo>
                    <a:pt x="2124" y="348"/>
                  </a:lnTo>
                  <a:close/>
                  <a:moveTo>
                    <a:pt x="1892" y="0"/>
                  </a:moveTo>
                  <a:lnTo>
                    <a:pt x="1545" y="77"/>
                  </a:lnTo>
                  <a:lnTo>
                    <a:pt x="1197" y="232"/>
                  </a:lnTo>
                  <a:lnTo>
                    <a:pt x="850" y="425"/>
                  </a:lnTo>
                  <a:lnTo>
                    <a:pt x="618" y="618"/>
                  </a:lnTo>
                  <a:lnTo>
                    <a:pt x="464" y="811"/>
                  </a:lnTo>
                  <a:lnTo>
                    <a:pt x="309" y="966"/>
                  </a:lnTo>
                  <a:lnTo>
                    <a:pt x="232" y="1159"/>
                  </a:lnTo>
                  <a:lnTo>
                    <a:pt x="116" y="1390"/>
                  </a:lnTo>
                  <a:lnTo>
                    <a:pt x="39" y="1815"/>
                  </a:lnTo>
                  <a:lnTo>
                    <a:pt x="0" y="2240"/>
                  </a:lnTo>
                  <a:lnTo>
                    <a:pt x="77" y="2665"/>
                  </a:lnTo>
                  <a:lnTo>
                    <a:pt x="232" y="3051"/>
                  </a:lnTo>
                  <a:lnTo>
                    <a:pt x="464" y="3437"/>
                  </a:lnTo>
                  <a:lnTo>
                    <a:pt x="618" y="3591"/>
                  </a:lnTo>
                  <a:lnTo>
                    <a:pt x="772" y="3746"/>
                  </a:lnTo>
                  <a:lnTo>
                    <a:pt x="1120" y="3978"/>
                  </a:lnTo>
                  <a:lnTo>
                    <a:pt x="1506" y="4132"/>
                  </a:lnTo>
                  <a:lnTo>
                    <a:pt x="1931" y="4209"/>
                  </a:lnTo>
                  <a:lnTo>
                    <a:pt x="2317" y="4209"/>
                  </a:lnTo>
                  <a:lnTo>
                    <a:pt x="2742" y="4132"/>
                  </a:lnTo>
                  <a:lnTo>
                    <a:pt x="3128" y="3978"/>
                  </a:lnTo>
                  <a:lnTo>
                    <a:pt x="3476" y="3785"/>
                  </a:lnTo>
                  <a:lnTo>
                    <a:pt x="3784" y="3476"/>
                  </a:lnTo>
                  <a:lnTo>
                    <a:pt x="3900" y="3321"/>
                  </a:lnTo>
                  <a:lnTo>
                    <a:pt x="4016" y="3128"/>
                  </a:lnTo>
                  <a:lnTo>
                    <a:pt x="4093" y="2935"/>
                  </a:lnTo>
                  <a:lnTo>
                    <a:pt x="4132" y="2703"/>
                  </a:lnTo>
                  <a:lnTo>
                    <a:pt x="4209" y="2279"/>
                  </a:lnTo>
                  <a:lnTo>
                    <a:pt x="4171" y="1854"/>
                  </a:lnTo>
                  <a:lnTo>
                    <a:pt x="4055" y="1429"/>
                  </a:lnTo>
                  <a:lnTo>
                    <a:pt x="3939" y="1236"/>
                  </a:lnTo>
                  <a:lnTo>
                    <a:pt x="3823" y="1043"/>
                  </a:lnTo>
                  <a:lnTo>
                    <a:pt x="3707" y="888"/>
                  </a:lnTo>
                  <a:lnTo>
                    <a:pt x="3553" y="734"/>
                  </a:lnTo>
                  <a:lnTo>
                    <a:pt x="3360" y="579"/>
                  </a:lnTo>
                  <a:lnTo>
                    <a:pt x="3167" y="502"/>
                  </a:lnTo>
                  <a:lnTo>
                    <a:pt x="3128" y="502"/>
                  </a:lnTo>
                  <a:lnTo>
                    <a:pt x="3051" y="348"/>
                  </a:lnTo>
                  <a:lnTo>
                    <a:pt x="2896" y="232"/>
                  </a:lnTo>
                  <a:lnTo>
                    <a:pt x="2780" y="116"/>
                  </a:lnTo>
                  <a:lnTo>
                    <a:pt x="2626" y="77"/>
                  </a:lnTo>
                  <a:lnTo>
                    <a:pt x="2433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22"/>
            <p:cNvSpPr/>
            <p:nvPr/>
          </p:nvSpPr>
          <p:spPr>
            <a:xfrm>
              <a:off x="686050" y="1295025"/>
              <a:ext cx="44425" cy="43475"/>
            </a:xfrm>
            <a:custGeom>
              <a:avLst/>
              <a:gdLst/>
              <a:ahLst/>
              <a:cxnLst/>
              <a:rect l="l" t="t" r="r" b="b"/>
              <a:pathLst>
                <a:path w="1777" h="1739" extrusionOk="0">
                  <a:moveTo>
                    <a:pt x="773" y="309"/>
                  </a:moveTo>
                  <a:lnTo>
                    <a:pt x="966" y="348"/>
                  </a:lnTo>
                  <a:lnTo>
                    <a:pt x="1159" y="464"/>
                  </a:lnTo>
                  <a:lnTo>
                    <a:pt x="1313" y="580"/>
                  </a:lnTo>
                  <a:lnTo>
                    <a:pt x="1390" y="773"/>
                  </a:lnTo>
                  <a:lnTo>
                    <a:pt x="1390" y="966"/>
                  </a:lnTo>
                  <a:lnTo>
                    <a:pt x="1352" y="1043"/>
                  </a:lnTo>
                  <a:lnTo>
                    <a:pt x="1275" y="1159"/>
                  </a:lnTo>
                  <a:lnTo>
                    <a:pt x="1197" y="1236"/>
                  </a:lnTo>
                  <a:lnTo>
                    <a:pt x="1082" y="1275"/>
                  </a:lnTo>
                  <a:lnTo>
                    <a:pt x="888" y="1352"/>
                  </a:lnTo>
                  <a:lnTo>
                    <a:pt x="695" y="1352"/>
                  </a:lnTo>
                  <a:lnTo>
                    <a:pt x="541" y="1236"/>
                  </a:lnTo>
                  <a:lnTo>
                    <a:pt x="425" y="1082"/>
                  </a:lnTo>
                  <a:lnTo>
                    <a:pt x="386" y="889"/>
                  </a:lnTo>
                  <a:lnTo>
                    <a:pt x="386" y="734"/>
                  </a:lnTo>
                  <a:lnTo>
                    <a:pt x="464" y="541"/>
                  </a:lnTo>
                  <a:lnTo>
                    <a:pt x="541" y="387"/>
                  </a:lnTo>
                  <a:lnTo>
                    <a:pt x="541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8" y="39"/>
                  </a:lnTo>
                  <a:lnTo>
                    <a:pt x="464" y="116"/>
                  </a:lnTo>
                  <a:lnTo>
                    <a:pt x="425" y="155"/>
                  </a:lnTo>
                  <a:lnTo>
                    <a:pt x="348" y="155"/>
                  </a:lnTo>
                  <a:lnTo>
                    <a:pt x="232" y="271"/>
                  </a:lnTo>
                  <a:lnTo>
                    <a:pt x="116" y="387"/>
                  </a:lnTo>
                  <a:lnTo>
                    <a:pt x="39" y="502"/>
                  </a:lnTo>
                  <a:lnTo>
                    <a:pt x="0" y="657"/>
                  </a:lnTo>
                  <a:lnTo>
                    <a:pt x="0" y="850"/>
                  </a:lnTo>
                  <a:lnTo>
                    <a:pt x="0" y="1004"/>
                  </a:lnTo>
                  <a:lnTo>
                    <a:pt x="39" y="1159"/>
                  </a:lnTo>
                  <a:lnTo>
                    <a:pt x="116" y="1313"/>
                  </a:lnTo>
                  <a:lnTo>
                    <a:pt x="193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8" y="1738"/>
                  </a:lnTo>
                  <a:lnTo>
                    <a:pt x="966" y="1738"/>
                  </a:lnTo>
                  <a:lnTo>
                    <a:pt x="1120" y="1700"/>
                  </a:lnTo>
                  <a:lnTo>
                    <a:pt x="1275" y="1622"/>
                  </a:lnTo>
                  <a:lnTo>
                    <a:pt x="1429" y="1545"/>
                  </a:lnTo>
                  <a:lnTo>
                    <a:pt x="1584" y="1391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27"/>
                  </a:lnTo>
                  <a:lnTo>
                    <a:pt x="1777" y="773"/>
                  </a:lnTo>
                  <a:lnTo>
                    <a:pt x="1738" y="580"/>
                  </a:lnTo>
                  <a:lnTo>
                    <a:pt x="1661" y="425"/>
                  </a:lnTo>
                  <a:lnTo>
                    <a:pt x="1545" y="271"/>
                  </a:lnTo>
                  <a:lnTo>
                    <a:pt x="1429" y="155"/>
                  </a:lnTo>
                  <a:lnTo>
                    <a:pt x="1275" y="78"/>
                  </a:lnTo>
                  <a:lnTo>
                    <a:pt x="1120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22"/>
            <p:cNvSpPr/>
            <p:nvPr/>
          </p:nvSpPr>
          <p:spPr>
            <a:xfrm>
              <a:off x="691825" y="1300825"/>
              <a:ext cx="114925" cy="285775"/>
            </a:xfrm>
            <a:custGeom>
              <a:avLst/>
              <a:gdLst/>
              <a:ahLst/>
              <a:cxnLst/>
              <a:rect l="l" t="t" r="r" b="b"/>
              <a:pathLst>
                <a:path w="4597" h="11431" extrusionOk="0">
                  <a:moveTo>
                    <a:pt x="3631" y="888"/>
                  </a:moveTo>
                  <a:lnTo>
                    <a:pt x="3708" y="2008"/>
                  </a:lnTo>
                  <a:lnTo>
                    <a:pt x="3824" y="3128"/>
                  </a:lnTo>
                  <a:lnTo>
                    <a:pt x="3940" y="4248"/>
                  </a:lnTo>
                  <a:lnTo>
                    <a:pt x="4017" y="5406"/>
                  </a:lnTo>
                  <a:lnTo>
                    <a:pt x="4056" y="6603"/>
                  </a:lnTo>
                  <a:lnTo>
                    <a:pt x="4056" y="7260"/>
                  </a:lnTo>
                  <a:lnTo>
                    <a:pt x="3978" y="7878"/>
                  </a:lnTo>
                  <a:lnTo>
                    <a:pt x="3901" y="8534"/>
                  </a:lnTo>
                  <a:lnTo>
                    <a:pt x="3747" y="9152"/>
                  </a:lnTo>
                  <a:lnTo>
                    <a:pt x="3515" y="9731"/>
                  </a:lnTo>
                  <a:lnTo>
                    <a:pt x="3245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2"/>
                  </a:lnTo>
                  <a:lnTo>
                    <a:pt x="1623" y="10696"/>
                  </a:lnTo>
                  <a:lnTo>
                    <a:pt x="1353" y="10503"/>
                  </a:lnTo>
                  <a:lnTo>
                    <a:pt x="1121" y="10233"/>
                  </a:lnTo>
                  <a:lnTo>
                    <a:pt x="966" y="9963"/>
                  </a:lnTo>
                  <a:lnTo>
                    <a:pt x="851" y="9692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95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9" y="4055"/>
                  </a:lnTo>
                  <a:lnTo>
                    <a:pt x="580" y="2780"/>
                  </a:lnTo>
                  <a:lnTo>
                    <a:pt x="542" y="2742"/>
                  </a:lnTo>
                  <a:lnTo>
                    <a:pt x="580" y="2742"/>
                  </a:lnTo>
                  <a:lnTo>
                    <a:pt x="1353" y="2356"/>
                  </a:lnTo>
                  <a:lnTo>
                    <a:pt x="2163" y="1931"/>
                  </a:lnTo>
                  <a:lnTo>
                    <a:pt x="2936" y="1429"/>
                  </a:lnTo>
                  <a:lnTo>
                    <a:pt x="3283" y="1159"/>
                  </a:lnTo>
                  <a:lnTo>
                    <a:pt x="3631" y="888"/>
                  </a:lnTo>
                  <a:close/>
                  <a:moveTo>
                    <a:pt x="3978" y="0"/>
                  </a:moveTo>
                  <a:lnTo>
                    <a:pt x="3901" y="39"/>
                  </a:lnTo>
                  <a:lnTo>
                    <a:pt x="3476" y="309"/>
                  </a:lnTo>
                  <a:lnTo>
                    <a:pt x="3052" y="657"/>
                  </a:lnTo>
                  <a:lnTo>
                    <a:pt x="2627" y="966"/>
                  </a:lnTo>
                  <a:lnTo>
                    <a:pt x="2202" y="1313"/>
                  </a:lnTo>
                  <a:lnTo>
                    <a:pt x="1314" y="1892"/>
                  </a:lnTo>
                  <a:lnTo>
                    <a:pt x="426" y="2472"/>
                  </a:lnTo>
                  <a:lnTo>
                    <a:pt x="349" y="2549"/>
                  </a:lnTo>
                  <a:lnTo>
                    <a:pt x="349" y="2626"/>
                  </a:lnTo>
                  <a:lnTo>
                    <a:pt x="271" y="2665"/>
                  </a:lnTo>
                  <a:lnTo>
                    <a:pt x="233" y="2780"/>
                  </a:lnTo>
                  <a:lnTo>
                    <a:pt x="194" y="3823"/>
                  </a:lnTo>
                  <a:lnTo>
                    <a:pt x="155" y="4827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7"/>
                  </a:lnTo>
                  <a:lnTo>
                    <a:pt x="155" y="7685"/>
                  </a:lnTo>
                  <a:lnTo>
                    <a:pt x="155" y="8418"/>
                  </a:lnTo>
                  <a:lnTo>
                    <a:pt x="233" y="9152"/>
                  </a:lnTo>
                  <a:lnTo>
                    <a:pt x="310" y="9615"/>
                  </a:lnTo>
                  <a:lnTo>
                    <a:pt x="503" y="10079"/>
                  </a:lnTo>
                  <a:lnTo>
                    <a:pt x="735" y="10503"/>
                  </a:lnTo>
                  <a:lnTo>
                    <a:pt x="1044" y="10890"/>
                  </a:lnTo>
                  <a:lnTo>
                    <a:pt x="1198" y="11044"/>
                  </a:lnTo>
                  <a:lnTo>
                    <a:pt x="1391" y="11198"/>
                  </a:lnTo>
                  <a:lnTo>
                    <a:pt x="1623" y="11314"/>
                  </a:lnTo>
                  <a:lnTo>
                    <a:pt x="1816" y="11392"/>
                  </a:lnTo>
                  <a:lnTo>
                    <a:pt x="2048" y="11430"/>
                  </a:lnTo>
                  <a:lnTo>
                    <a:pt x="2279" y="11430"/>
                  </a:lnTo>
                  <a:lnTo>
                    <a:pt x="2550" y="11392"/>
                  </a:lnTo>
                  <a:lnTo>
                    <a:pt x="2820" y="11314"/>
                  </a:lnTo>
                  <a:lnTo>
                    <a:pt x="3052" y="11198"/>
                  </a:lnTo>
                  <a:lnTo>
                    <a:pt x="3283" y="11044"/>
                  </a:lnTo>
                  <a:lnTo>
                    <a:pt x="3476" y="10851"/>
                  </a:lnTo>
                  <a:lnTo>
                    <a:pt x="3669" y="10658"/>
                  </a:lnTo>
                  <a:lnTo>
                    <a:pt x="3824" y="10388"/>
                  </a:lnTo>
                  <a:lnTo>
                    <a:pt x="3978" y="10117"/>
                  </a:lnTo>
                  <a:lnTo>
                    <a:pt x="4171" y="9538"/>
                  </a:lnTo>
                  <a:lnTo>
                    <a:pt x="4326" y="8920"/>
                  </a:lnTo>
                  <a:lnTo>
                    <a:pt x="4442" y="8302"/>
                  </a:lnTo>
                  <a:lnTo>
                    <a:pt x="4519" y="7723"/>
                  </a:lnTo>
                  <a:lnTo>
                    <a:pt x="4558" y="7221"/>
                  </a:lnTo>
                  <a:lnTo>
                    <a:pt x="4596" y="6642"/>
                  </a:lnTo>
                  <a:lnTo>
                    <a:pt x="4596" y="6101"/>
                  </a:lnTo>
                  <a:lnTo>
                    <a:pt x="4519" y="4981"/>
                  </a:lnTo>
                  <a:lnTo>
                    <a:pt x="4442" y="3862"/>
                  </a:lnTo>
                  <a:lnTo>
                    <a:pt x="4326" y="2780"/>
                  </a:lnTo>
                  <a:lnTo>
                    <a:pt x="4287" y="2394"/>
                  </a:lnTo>
                  <a:lnTo>
                    <a:pt x="4210" y="1468"/>
                  </a:lnTo>
                  <a:lnTo>
                    <a:pt x="4133" y="541"/>
                  </a:lnTo>
                  <a:lnTo>
                    <a:pt x="4094" y="386"/>
                  </a:lnTo>
                  <a:lnTo>
                    <a:pt x="4133" y="348"/>
                  </a:lnTo>
                  <a:lnTo>
                    <a:pt x="4171" y="270"/>
                  </a:lnTo>
                  <a:lnTo>
                    <a:pt x="4210" y="193"/>
                  </a:lnTo>
                  <a:lnTo>
                    <a:pt x="4171" y="77"/>
                  </a:lnTo>
                  <a:lnTo>
                    <a:pt x="4094" y="39"/>
                  </a:lnTo>
                  <a:lnTo>
                    <a:pt x="40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22"/>
            <p:cNvSpPr/>
            <p:nvPr/>
          </p:nvSpPr>
          <p:spPr>
            <a:xfrm>
              <a:off x="635850" y="1347150"/>
              <a:ext cx="42500" cy="41550"/>
            </a:xfrm>
            <a:custGeom>
              <a:avLst/>
              <a:gdLst/>
              <a:ahLst/>
              <a:cxnLst/>
              <a:rect l="l" t="t" r="r" b="b"/>
              <a:pathLst>
                <a:path w="1700" h="1662" extrusionOk="0">
                  <a:moveTo>
                    <a:pt x="1004" y="387"/>
                  </a:moveTo>
                  <a:lnTo>
                    <a:pt x="1120" y="425"/>
                  </a:lnTo>
                  <a:lnTo>
                    <a:pt x="1159" y="464"/>
                  </a:lnTo>
                  <a:lnTo>
                    <a:pt x="1236" y="541"/>
                  </a:lnTo>
                  <a:lnTo>
                    <a:pt x="1313" y="734"/>
                  </a:lnTo>
                  <a:lnTo>
                    <a:pt x="1313" y="927"/>
                  </a:lnTo>
                  <a:lnTo>
                    <a:pt x="1236" y="1082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8" y="1275"/>
                  </a:lnTo>
                  <a:lnTo>
                    <a:pt x="695" y="1236"/>
                  </a:lnTo>
                  <a:lnTo>
                    <a:pt x="541" y="1121"/>
                  </a:lnTo>
                  <a:lnTo>
                    <a:pt x="464" y="1082"/>
                  </a:lnTo>
                  <a:lnTo>
                    <a:pt x="425" y="966"/>
                  </a:lnTo>
                  <a:lnTo>
                    <a:pt x="386" y="889"/>
                  </a:lnTo>
                  <a:lnTo>
                    <a:pt x="386" y="773"/>
                  </a:lnTo>
                  <a:lnTo>
                    <a:pt x="425" y="541"/>
                  </a:lnTo>
                  <a:lnTo>
                    <a:pt x="541" y="580"/>
                  </a:lnTo>
                  <a:lnTo>
                    <a:pt x="618" y="541"/>
                  </a:lnTo>
                  <a:lnTo>
                    <a:pt x="773" y="425"/>
                  </a:lnTo>
                  <a:lnTo>
                    <a:pt x="927" y="387"/>
                  </a:lnTo>
                  <a:close/>
                  <a:moveTo>
                    <a:pt x="734" y="1"/>
                  </a:moveTo>
                  <a:lnTo>
                    <a:pt x="618" y="39"/>
                  </a:lnTo>
                  <a:lnTo>
                    <a:pt x="502" y="117"/>
                  </a:lnTo>
                  <a:lnTo>
                    <a:pt x="348" y="194"/>
                  </a:lnTo>
                  <a:lnTo>
                    <a:pt x="232" y="310"/>
                  </a:lnTo>
                  <a:lnTo>
                    <a:pt x="155" y="425"/>
                  </a:lnTo>
                  <a:lnTo>
                    <a:pt x="78" y="580"/>
                  </a:lnTo>
                  <a:lnTo>
                    <a:pt x="39" y="696"/>
                  </a:lnTo>
                  <a:lnTo>
                    <a:pt x="0" y="850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3" y="1352"/>
                  </a:lnTo>
                  <a:lnTo>
                    <a:pt x="309" y="1468"/>
                  </a:lnTo>
                  <a:lnTo>
                    <a:pt x="464" y="1584"/>
                  </a:lnTo>
                  <a:lnTo>
                    <a:pt x="657" y="1623"/>
                  </a:lnTo>
                  <a:lnTo>
                    <a:pt x="811" y="1661"/>
                  </a:lnTo>
                  <a:lnTo>
                    <a:pt x="1004" y="1661"/>
                  </a:lnTo>
                  <a:lnTo>
                    <a:pt x="1197" y="1584"/>
                  </a:lnTo>
                  <a:lnTo>
                    <a:pt x="1352" y="1507"/>
                  </a:lnTo>
                  <a:lnTo>
                    <a:pt x="1468" y="1391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699" y="927"/>
                  </a:lnTo>
                  <a:lnTo>
                    <a:pt x="1699" y="734"/>
                  </a:lnTo>
                  <a:lnTo>
                    <a:pt x="1661" y="541"/>
                  </a:lnTo>
                  <a:lnTo>
                    <a:pt x="1584" y="387"/>
                  </a:lnTo>
                  <a:lnTo>
                    <a:pt x="1506" y="232"/>
                  </a:lnTo>
                  <a:lnTo>
                    <a:pt x="1390" y="155"/>
                  </a:lnTo>
                  <a:lnTo>
                    <a:pt x="1275" y="78"/>
                  </a:lnTo>
                  <a:lnTo>
                    <a:pt x="10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22"/>
            <p:cNvSpPr/>
            <p:nvPr/>
          </p:nvSpPr>
          <p:spPr>
            <a:xfrm>
              <a:off x="444700" y="13741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71" y="1"/>
                  </a:moveTo>
                  <a:lnTo>
                    <a:pt x="116" y="40"/>
                  </a:lnTo>
                  <a:lnTo>
                    <a:pt x="39" y="117"/>
                  </a:lnTo>
                  <a:lnTo>
                    <a:pt x="1" y="233"/>
                  </a:lnTo>
                  <a:lnTo>
                    <a:pt x="39" y="387"/>
                  </a:lnTo>
                  <a:lnTo>
                    <a:pt x="348" y="889"/>
                  </a:lnTo>
                  <a:lnTo>
                    <a:pt x="657" y="1391"/>
                  </a:lnTo>
                  <a:lnTo>
                    <a:pt x="1005" y="1854"/>
                  </a:lnTo>
                  <a:lnTo>
                    <a:pt x="1391" y="2318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4" y="3553"/>
                  </a:lnTo>
                  <a:lnTo>
                    <a:pt x="3167" y="3901"/>
                  </a:lnTo>
                  <a:lnTo>
                    <a:pt x="3553" y="3747"/>
                  </a:lnTo>
                  <a:lnTo>
                    <a:pt x="2781" y="3013"/>
                  </a:lnTo>
                  <a:lnTo>
                    <a:pt x="2047" y="2241"/>
                  </a:lnTo>
                  <a:lnTo>
                    <a:pt x="1352" y="1430"/>
                  </a:lnTo>
                  <a:lnTo>
                    <a:pt x="1043" y="1005"/>
                  </a:lnTo>
                  <a:lnTo>
                    <a:pt x="734" y="542"/>
                  </a:lnTo>
                  <a:lnTo>
                    <a:pt x="1622" y="696"/>
                  </a:lnTo>
                  <a:lnTo>
                    <a:pt x="2511" y="889"/>
                  </a:lnTo>
                  <a:lnTo>
                    <a:pt x="3013" y="1044"/>
                  </a:lnTo>
                  <a:lnTo>
                    <a:pt x="3515" y="1198"/>
                  </a:lnTo>
                  <a:lnTo>
                    <a:pt x="4017" y="1352"/>
                  </a:lnTo>
                  <a:lnTo>
                    <a:pt x="4480" y="1507"/>
                  </a:lnTo>
                  <a:lnTo>
                    <a:pt x="4596" y="1507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5" y="1507"/>
                  </a:lnTo>
                  <a:lnTo>
                    <a:pt x="4943" y="1430"/>
                  </a:lnTo>
                  <a:lnTo>
                    <a:pt x="4634" y="1159"/>
                  </a:lnTo>
                  <a:lnTo>
                    <a:pt x="4171" y="850"/>
                  </a:lnTo>
                  <a:lnTo>
                    <a:pt x="3630" y="619"/>
                  </a:lnTo>
                  <a:lnTo>
                    <a:pt x="3090" y="464"/>
                  </a:lnTo>
                  <a:lnTo>
                    <a:pt x="2511" y="310"/>
                  </a:lnTo>
                  <a:lnTo>
                    <a:pt x="1931" y="194"/>
                  </a:lnTo>
                  <a:lnTo>
                    <a:pt x="1352" y="117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22"/>
            <p:cNvSpPr/>
            <p:nvPr/>
          </p:nvSpPr>
          <p:spPr>
            <a:xfrm>
              <a:off x="5333350" y="138867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5"/>
                  </a:moveTo>
                  <a:lnTo>
                    <a:pt x="23633" y="1467"/>
                  </a:lnTo>
                  <a:lnTo>
                    <a:pt x="23941" y="2008"/>
                  </a:lnTo>
                  <a:lnTo>
                    <a:pt x="23787" y="2163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2" y="1969"/>
                  </a:lnTo>
                  <a:lnTo>
                    <a:pt x="23015" y="1815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4"/>
                  </a:lnTo>
                  <a:lnTo>
                    <a:pt x="23169" y="1120"/>
                  </a:lnTo>
                  <a:lnTo>
                    <a:pt x="23285" y="965"/>
                  </a:lnTo>
                  <a:close/>
                  <a:moveTo>
                    <a:pt x="24096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7"/>
                  </a:lnTo>
                  <a:lnTo>
                    <a:pt x="24096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0"/>
                  </a:lnTo>
                  <a:lnTo>
                    <a:pt x="16566" y="5406"/>
                  </a:lnTo>
                  <a:lnTo>
                    <a:pt x="16296" y="5445"/>
                  </a:lnTo>
                  <a:lnTo>
                    <a:pt x="15639" y="5522"/>
                  </a:lnTo>
                  <a:lnTo>
                    <a:pt x="15639" y="5483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5" y="5175"/>
                  </a:lnTo>
                  <a:lnTo>
                    <a:pt x="15832" y="5097"/>
                  </a:lnTo>
                  <a:lnTo>
                    <a:pt x="15948" y="5020"/>
                  </a:lnTo>
                  <a:lnTo>
                    <a:pt x="16064" y="4981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522"/>
                  </a:lnTo>
                  <a:lnTo>
                    <a:pt x="24057" y="5445"/>
                  </a:lnTo>
                  <a:lnTo>
                    <a:pt x="23903" y="5290"/>
                  </a:lnTo>
                  <a:lnTo>
                    <a:pt x="23826" y="5097"/>
                  </a:lnTo>
                  <a:lnTo>
                    <a:pt x="23787" y="4981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2" y="5638"/>
                  </a:lnTo>
                  <a:lnTo>
                    <a:pt x="17570" y="5522"/>
                  </a:lnTo>
                  <a:lnTo>
                    <a:pt x="17029" y="5445"/>
                  </a:lnTo>
                  <a:lnTo>
                    <a:pt x="17068" y="5290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3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6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599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6"/>
                  </a:lnTo>
                  <a:lnTo>
                    <a:pt x="19385" y="5831"/>
                  </a:lnTo>
                  <a:lnTo>
                    <a:pt x="19385" y="5985"/>
                  </a:lnTo>
                  <a:lnTo>
                    <a:pt x="19346" y="6178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6"/>
                  </a:lnTo>
                  <a:lnTo>
                    <a:pt x="18844" y="5522"/>
                  </a:lnTo>
                  <a:lnTo>
                    <a:pt x="18999" y="5483"/>
                  </a:lnTo>
                  <a:close/>
                  <a:moveTo>
                    <a:pt x="20196" y="6063"/>
                  </a:moveTo>
                  <a:lnTo>
                    <a:pt x="20350" y="6101"/>
                  </a:lnTo>
                  <a:lnTo>
                    <a:pt x="20466" y="6140"/>
                  </a:lnTo>
                  <a:lnTo>
                    <a:pt x="20543" y="6178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0"/>
                  </a:lnTo>
                  <a:lnTo>
                    <a:pt x="19848" y="6294"/>
                  </a:lnTo>
                  <a:lnTo>
                    <a:pt x="19887" y="6178"/>
                  </a:lnTo>
                  <a:lnTo>
                    <a:pt x="20003" y="6140"/>
                  </a:lnTo>
                  <a:lnTo>
                    <a:pt x="20080" y="6101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1" y="5985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1" y="6294"/>
                  </a:lnTo>
                  <a:lnTo>
                    <a:pt x="23748" y="6565"/>
                  </a:lnTo>
                  <a:lnTo>
                    <a:pt x="23517" y="6796"/>
                  </a:lnTo>
                  <a:lnTo>
                    <a:pt x="23246" y="6989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8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78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6"/>
                  </a:lnTo>
                  <a:lnTo>
                    <a:pt x="12627" y="6680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59" y="6217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719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44"/>
                  </a:lnTo>
                  <a:lnTo>
                    <a:pt x="22551" y="7221"/>
                  </a:lnTo>
                  <a:lnTo>
                    <a:pt x="22165" y="7260"/>
                  </a:lnTo>
                  <a:lnTo>
                    <a:pt x="21779" y="7221"/>
                  </a:lnTo>
                  <a:lnTo>
                    <a:pt x="21393" y="7105"/>
                  </a:lnTo>
                  <a:lnTo>
                    <a:pt x="21470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414"/>
                  </a:moveTo>
                  <a:lnTo>
                    <a:pt x="12473" y="7453"/>
                  </a:lnTo>
                  <a:lnTo>
                    <a:pt x="12125" y="7993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09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3"/>
                  </a:lnTo>
                  <a:lnTo>
                    <a:pt x="11816" y="7607"/>
                  </a:lnTo>
                  <a:lnTo>
                    <a:pt x="11894" y="7530"/>
                  </a:lnTo>
                  <a:lnTo>
                    <a:pt x="12009" y="7453"/>
                  </a:lnTo>
                  <a:lnTo>
                    <a:pt x="12164" y="7414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1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2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7"/>
                  </a:lnTo>
                  <a:close/>
                  <a:moveTo>
                    <a:pt x="3785" y="9770"/>
                  </a:moveTo>
                  <a:lnTo>
                    <a:pt x="3900" y="9808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32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5"/>
                  </a:lnTo>
                  <a:lnTo>
                    <a:pt x="5097" y="10774"/>
                  </a:lnTo>
                  <a:lnTo>
                    <a:pt x="5136" y="10889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928"/>
                  </a:lnTo>
                  <a:lnTo>
                    <a:pt x="4441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19"/>
                  </a:moveTo>
                  <a:lnTo>
                    <a:pt x="10967" y="11198"/>
                  </a:lnTo>
                  <a:lnTo>
                    <a:pt x="10735" y="11739"/>
                  </a:lnTo>
                  <a:lnTo>
                    <a:pt x="10658" y="11700"/>
                  </a:lnTo>
                  <a:lnTo>
                    <a:pt x="10504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2"/>
                  </a:lnTo>
                  <a:lnTo>
                    <a:pt x="10735" y="10696"/>
                  </a:lnTo>
                  <a:lnTo>
                    <a:pt x="10928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09"/>
                  </a:lnTo>
                  <a:lnTo>
                    <a:pt x="6410" y="12241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0"/>
                  </a:lnTo>
                  <a:lnTo>
                    <a:pt x="5445" y="11623"/>
                  </a:lnTo>
                  <a:lnTo>
                    <a:pt x="5561" y="11546"/>
                  </a:lnTo>
                  <a:lnTo>
                    <a:pt x="5638" y="11507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39" y="13206"/>
                  </a:lnTo>
                  <a:lnTo>
                    <a:pt x="7337" y="13013"/>
                  </a:lnTo>
                  <a:lnTo>
                    <a:pt x="6835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3" y="12627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6"/>
                  </a:lnTo>
                  <a:lnTo>
                    <a:pt x="9229" y="13129"/>
                  </a:lnTo>
                  <a:lnTo>
                    <a:pt x="9268" y="13206"/>
                  </a:lnTo>
                  <a:lnTo>
                    <a:pt x="9036" y="13284"/>
                  </a:lnTo>
                  <a:lnTo>
                    <a:pt x="8804" y="13322"/>
                  </a:lnTo>
                  <a:lnTo>
                    <a:pt x="8573" y="13322"/>
                  </a:lnTo>
                  <a:lnTo>
                    <a:pt x="8302" y="13284"/>
                  </a:lnTo>
                  <a:lnTo>
                    <a:pt x="8302" y="13206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704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6" y="0"/>
                  </a:moveTo>
                  <a:lnTo>
                    <a:pt x="22899" y="39"/>
                  </a:lnTo>
                  <a:lnTo>
                    <a:pt x="22822" y="77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2"/>
                  </a:lnTo>
                  <a:lnTo>
                    <a:pt x="22783" y="965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0" y="2278"/>
                  </a:lnTo>
                  <a:lnTo>
                    <a:pt x="23053" y="2394"/>
                  </a:lnTo>
                  <a:lnTo>
                    <a:pt x="23246" y="2510"/>
                  </a:lnTo>
                  <a:lnTo>
                    <a:pt x="23478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82"/>
                  </a:lnTo>
                  <a:lnTo>
                    <a:pt x="23439" y="3514"/>
                  </a:lnTo>
                  <a:lnTo>
                    <a:pt x="23555" y="3707"/>
                  </a:lnTo>
                  <a:lnTo>
                    <a:pt x="23748" y="3900"/>
                  </a:lnTo>
                  <a:lnTo>
                    <a:pt x="23980" y="4016"/>
                  </a:lnTo>
                  <a:lnTo>
                    <a:pt x="23748" y="4209"/>
                  </a:lnTo>
                  <a:lnTo>
                    <a:pt x="23555" y="4479"/>
                  </a:lnTo>
                  <a:lnTo>
                    <a:pt x="23478" y="4750"/>
                  </a:lnTo>
                  <a:lnTo>
                    <a:pt x="23439" y="4904"/>
                  </a:lnTo>
                  <a:lnTo>
                    <a:pt x="23439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1" y="5522"/>
                  </a:lnTo>
                  <a:lnTo>
                    <a:pt x="23169" y="5561"/>
                  </a:lnTo>
                  <a:lnTo>
                    <a:pt x="22976" y="5715"/>
                  </a:lnTo>
                  <a:lnTo>
                    <a:pt x="22783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4" y="6294"/>
                  </a:lnTo>
                  <a:lnTo>
                    <a:pt x="22320" y="6256"/>
                  </a:lnTo>
                  <a:lnTo>
                    <a:pt x="22165" y="6217"/>
                  </a:lnTo>
                  <a:lnTo>
                    <a:pt x="21972" y="6217"/>
                  </a:lnTo>
                  <a:lnTo>
                    <a:pt x="21740" y="6294"/>
                  </a:lnTo>
                  <a:lnTo>
                    <a:pt x="21509" y="6410"/>
                  </a:lnTo>
                  <a:lnTo>
                    <a:pt x="21354" y="6565"/>
                  </a:lnTo>
                  <a:lnTo>
                    <a:pt x="21200" y="6796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4"/>
                  </a:lnTo>
                  <a:lnTo>
                    <a:pt x="20736" y="5908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4" y="5754"/>
                  </a:lnTo>
                  <a:lnTo>
                    <a:pt x="20080" y="5792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3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0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1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5"/>
                  </a:lnTo>
                  <a:lnTo>
                    <a:pt x="17802" y="4557"/>
                  </a:lnTo>
                  <a:lnTo>
                    <a:pt x="17647" y="4518"/>
                  </a:lnTo>
                  <a:lnTo>
                    <a:pt x="17493" y="4557"/>
                  </a:lnTo>
                  <a:lnTo>
                    <a:pt x="17377" y="4595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7"/>
                  </a:lnTo>
                  <a:lnTo>
                    <a:pt x="16759" y="4943"/>
                  </a:lnTo>
                  <a:lnTo>
                    <a:pt x="16605" y="4788"/>
                  </a:lnTo>
                  <a:lnTo>
                    <a:pt x="16450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1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1"/>
                  </a:lnTo>
                  <a:lnTo>
                    <a:pt x="14635" y="4943"/>
                  </a:lnTo>
                  <a:lnTo>
                    <a:pt x="14442" y="4981"/>
                  </a:lnTo>
                  <a:lnTo>
                    <a:pt x="14288" y="5020"/>
                  </a:lnTo>
                  <a:lnTo>
                    <a:pt x="14133" y="5097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7"/>
                  </a:lnTo>
                  <a:lnTo>
                    <a:pt x="12357" y="6372"/>
                  </a:lnTo>
                  <a:lnTo>
                    <a:pt x="12357" y="6526"/>
                  </a:lnTo>
                  <a:lnTo>
                    <a:pt x="12357" y="6680"/>
                  </a:lnTo>
                  <a:lnTo>
                    <a:pt x="12357" y="6835"/>
                  </a:lnTo>
                  <a:lnTo>
                    <a:pt x="12434" y="6989"/>
                  </a:lnTo>
                  <a:lnTo>
                    <a:pt x="12164" y="7028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414"/>
                  </a:lnTo>
                  <a:lnTo>
                    <a:pt x="11392" y="7530"/>
                  </a:lnTo>
                  <a:lnTo>
                    <a:pt x="11353" y="7684"/>
                  </a:lnTo>
                  <a:lnTo>
                    <a:pt x="11314" y="7839"/>
                  </a:lnTo>
                  <a:lnTo>
                    <a:pt x="11276" y="7993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57"/>
                  </a:lnTo>
                  <a:lnTo>
                    <a:pt x="11469" y="8611"/>
                  </a:lnTo>
                  <a:lnTo>
                    <a:pt x="11199" y="8650"/>
                  </a:lnTo>
                  <a:lnTo>
                    <a:pt x="10967" y="8804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3"/>
                  </a:lnTo>
                  <a:lnTo>
                    <a:pt x="10619" y="10310"/>
                  </a:lnTo>
                  <a:lnTo>
                    <a:pt x="10426" y="10426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5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4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2" y="12087"/>
                  </a:lnTo>
                  <a:lnTo>
                    <a:pt x="9384" y="12202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95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4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202"/>
                  </a:lnTo>
                  <a:lnTo>
                    <a:pt x="6990" y="12280"/>
                  </a:lnTo>
                  <a:lnTo>
                    <a:pt x="6796" y="12434"/>
                  </a:lnTo>
                  <a:lnTo>
                    <a:pt x="6796" y="12048"/>
                  </a:lnTo>
                  <a:lnTo>
                    <a:pt x="6758" y="11893"/>
                  </a:lnTo>
                  <a:lnTo>
                    <a:pt x="6681" y="11700"/>
                  </a:lnTo>
                  <a:lnTo>
                    <a:pt x="6603" y="11546"/>
                  </a:lnTo>
                  <a:lnTo>
                    <a:pt x="6526" y="11430"/>
                  </a:lnTo>
                  <a:lnTo>
                    <a:pt x="6372" y="11314"/>
                  </a:lnTo>
                  <a:lnTo>
                    <a:pt x="6217" y="11198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7"/>
                  </a:lnTo>
                  <a:lnTo>
                    <a:pt x="5522" y="10967"/>
                  </a:lnTo>
                  <a:lnTo>
                    <a:pt x="5445" y="10735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88"/>
                  </a:lnTo>
                  <a:lnTo>
                    <a:pt x="4943" y="10310"/>
                  </a:lnTo>
                  <a:lnTo>
                    <a:pt x="4827" y="10310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499"/>
                  </a:lnTo>
                  <a:lnTo>
                    <a:pt x="3900" y="9461"/>
                  </a:lnTo>
                  <a:lnTo>
                    <a:pt x="3746" y="9422"/>
                  </a:lnTo>
                  <a:lnTo>
                    <a:pt x="3591" y="9422"/>
                  </a:lnTo>
                  <a:lnTo>
                    <a:pt x="3398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70"/>
                  </a:lnTo>
                  <a:lnTo>
                    <a:pt x="2974" y="9615"/>
                  </a:lnTo>
                  <a:lnTo>
                    <a:pt x="2896" y="9461"/>
                  </a:lnTo>
                  <a:lnTo>
                    <a:pt x="2781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9036"/>
                  </a:lnTo>
                  <a:lnTo>
                    <a:pt x="1854" y="9113"/>
                  </a:lnTo>
                  <a:lnTo>
                    <a:pt x="1699" y="9190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1"/>
                  </a:lnTo>
                  <a:lnTo>
                    <a:pt x="1352" y="9924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0"/>
                  </a:lnTo>
                  <a:lnTo>
                    <a:pt x="386" y="10426"/>
                  </a:lnTo>
                  <a:lnTo>
                    <a:pt x="271" y="10581"/>
                  </a:lnTo>
                  <a:lnTo>
                    <a:pt x="116" y="10889"/>
                  </a:lnTo>
                  <a:lnTo>
                    <a:pt x="0" y="11237"/>
                  </a:lnTo>
                  <a:lnTo>
                    <a:pt x="0" y="11585"/>
                  </a:lnTo>
                  <a:lnTo>
                    <a:pt x="77" y="11932"/>
                  </a:lnTo>
                  <a:lnTo>
                    <a:pt x="193" y="12241"/>
                  </a:lnTo>
                  <a:lnTo>
                    <a:pt x="386" y="12550"/>
                  </a:lnTo>
                  <a:lnTo>
                    <a:pt x="618" y="12820"/>
                  </a:lnTo>
                  <a:lnTo>
                    <a:pt x="811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5" y="13129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1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78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4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2"/>
                  </a:lnTo>
                  <a:lnTo>
                    <a:pt x="618" y="12048"/>
                  </a:lnTo>
                  <a:lnTo>
                    <a:pt x="541" y="11893"/>
                  </a:lnTo>
                  <a:lnTo>
                    <a:pt x="502" y="11739"/>
                  </a:lnTo>
                  <a:lnTo>
                    <a:pt x="502" y="11546"/>
                  </a:lnTo>
                  <a:lnTo>
                    <a:pt x="502" y="11391"/>
                  </a:lnTo>
                  <a:lnTo>
                    <a:pt x="541" y="11198"/>
                  </a:lnTo>
                  <a:lnTo>
                    <a:pt x="579" y="11044"/>
                  </a:lnTo>
                  <a:lnTo>
                    <a:pt x="657" y="10889"/>
                  </a:lnTo>
                  <a:lnTo>
                    <a:pt x="773" y="10774"/>
                  </a:lnTo>
                  <a:lnTo>
                    <a:pt x="888" y="10619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6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5"/>
                  </a:lnTo>
                  <a:lnTo>
                    <a:pt x="5870" y="12704"/>
                  </a:lnTo>
                  <a:lnTo>
                    <a:pt x="6256" y="12975"/>
                  </a:lnTo>
                  <a:lnTo>
                    <a:pt x="6681" y="13206"/>
                  </a:lnTo>
                  <a:lnTo>
                    <a:pt x="7105" y="13438"/>
                  </a:lnTo>
                  <a:lnTo>
                    <a:pt x="7530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8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5"/>
                  </a:lnTo>
                  <a:lnTo>
                    <a:pt x="11314" y="11739"/>
                  </a:lnTo>
                  <a:lnTo>
                    <a:pt x="11507" y="11237"/>
                  </a:lnTo>
                  <a:lnTo>
                    <a:pt x="11662" y="10696"/>
                  </a:lnTo>
                  <a:lnTo>
                    <a:pt x="11971" y="9615"/>
                  </a:lnTo>
                  <a:lnTo>
                    <a:pt x="12125" y="9113"/>
                  </a:lnTo>
                  <a:lnTo>
                    <a:pt x="12357" y="8611"/>
                  </a:lnTo>
                  <a:lnTo>
                    <a:pt x="12589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89"/>
                  </a:lnTo>
                  <a:lnTo>
                    <a:pt x="14017" y="6719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4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0" y="7723"/>
                  </a:lnTo>
                  <a:lnTo>
                    <a:pt x="22165" y="7762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530"/>
                  </a:lnTo>
                  <a:lnTo>
                    <a:pt x="23710" y="7298"/>
                  </a:lnTo>
                  <a:lnTo>
                    <a:pt x="24057" y="6989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908"/>
                  </a:lnTo>
                  <a:lnTo>
                    <a:pt x="24868" y="5483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5" y="3746"/>
                  </a:lnTo>
                  <a:lnTo>
                    <a:pt x="24868" y="3282"/>
                  </a:lnTo>
                  <a:lnTo>
                    <a:pt x="24791" y="2858"/>
                  </a:lnTo>
                  <a:lnTo>
                    <a:pt x="24637" y="2394"/>
                  </a:lnTo>
                  <a:lnTo>
                    <a:pt x="24443" y="1969"/>
                  </a:lnTo>
                  <a:lnTo>
                    <a:pt x="24250" y="1583"/>
                  </a:lnTo>
                  <a:lnTo>
                    <a:pt x="24057" y="1197"/>
                  </a:lnTo>
                  <a:lnTo>
                    <a:pt x="23787" y="811"/>
                  </a:lnTo>
                  <a:lnTo>
                    <a:pt x="23941" y="386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7"/>
                  </a:lnTo>
                  <a:lnTo>
                    <a:pt x="230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22"/>
            <p:cNvSpPr/>
            <p:nvPr/>
          </p:nvSpPr>
          <p:spPr>
            <a:xfrm>
              <a:off x="5843050" y="1398325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5" y="1429"/>
                  </a:lnTo>
                  <a:lnTo>
                    <a:pt x="4866" y="1738"/>
                  </a:lnTo>
                  <a:lnTo>
                    <a:pt x="5059" y="2085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6" y="5599"/>
                  </a:lnTo>
                  <a:lnTo>
                    <a:pt x="5330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40" y="8380"/>
                  </a:lnTo>
                  <a:lnTo>
                    <a:pt x="3631" y="8727"/>
                  </a:lnTo>
                  <a:lnTo>
                    <a:pt x="3283" y="9036"/>
                  </a:lnTo>
                  <a:lnTo>
                    <a:pt x="2936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9" y="10040"/>
                  </a:lnTo>
                  <a:lnTo>
                    <a:pt x="1314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9" y="10967"/>
                  </a:lnTo>
                  <a:lnTo>
                    <a:pt x="1121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8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5" y="6294"/>
                  </a:lnTo>
                  <a:lnTo>
                    <a:pt x="5909" y="5792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5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40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22"/>
            <p:cNvSpPr/>
            <p:nvPr/>
          </p:nvSpPr>
          <p:spPr>
            <a:xfrm>
              <a:off x="569225" y="1424375"/>
              <a:ext cx="126500" cy="69550"/>
            </a:xfrm>
            <a:custGeom>
              <a:avLst/>
              <a:gdLst/>
              <a:ahLst/>
              <a:cxnLst/>
              <a:rect l="l" t="t" r="r" b="b"/>
              <a:pathLst>
                <a:path w="5060" h="2782" extrusionOk="0">
                  <a:moveTo>
                    <a:pt x="4905" y="1"/>
                  </a:moveTo>
                  <a:lnTo>
                    <a:pt x="3824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30" y="1854"/>
                  </a:lnTo>
                  <a:lnTo>
                    <a:pt x="773" y="2125"/>
                  </a:lnTo>
                  <a:lnTo>
                    <a:pt x="117" y="2395"/>
                  </a:lnTo>
                  <a:lnTo>
                    <a:pt x="40" y="2472"/>
                  </a:lnTo>
                  <a:lnTo>
                    <a:pt x="1" y="2588"/>
                  </a:lnTo>
                  <a:lnTo>
                    <a:pt x="40" y="2665"/>
                  </a:lnTo>
                  <a:lnTo>
                    <a:pt x="117" y="2781"/>
                  </a:lnTo>
                  <a:lnTo>
                    <a:pt x="387" y="2781"/>
                  </a:lnTo>
                  <a:lnTo>
                    <a:pt x="1082" y="2627"/>
                  </a:lnTo>
                  <a:lnTo>
                    <a:pt x="1739" y="2356"/>
                  </a:lnTo>
                  <a:lnTo>
                    <a:pt x="2356" y="2047"/>
                  </a:lnTo>
                  <a:lnTo>
                    <a:pt x="2974" y="1739"/>
                  </a:lnTo>
                  <a:lnTo>
                    <a:pt x="3553" y="1430"/>
                  </a:lnTo>
                  <a:lnTo>
                    <a:pt x="4094" y="1082"/>
                  </a:lnTo>
                  <a:lnTo>
                    <a:pt x="4596" y="735"/>
                  </a:lnTo>
                  <a:lnTo>
                    <a:pt x="5059" y="310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22"/>
            <p:cNvSpPr/>
            <p:nvPr/>
          </p:nvSpPr>
          <p:spPr>
            <a:xfrm>
              <a:off x="512275" y="1467825"/>
              <a:ext cx="66650" cy="99450"/>
            </a:xfrm>
            <a:custGeom>
              <a:avLst/>
              <a:gdLst/>
              <a:ahLst/>
              <a:cxnLst/>
              <a:rect l="l" t="t" r="r" b="b"/>
              <a:pathLst>
                <a:path w="2666" h="3978" extrusionOk="0">
                  <a:moveTo>
                    <a:pt x="850" y="1"/>
                  </a:moveTo>
                  <a:lnTo>
                    <a:pt x="464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2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1" y="2704"/>
                  </a:lnTo>
                  <a:lnTo>
                    <a:pt x="39" y="2974"/>
                  </a:lnTo>
                  <a:lnTo>
                    <a:pt x="78" y="3206"/>
                  </a:lnTo>
                  <a:lnTo>
                    <a:pt x="155" y="3399"/>
                  </a:lnTo>
                  <a:lnTo>
                    <a:pt x="271" y="3592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9" y="3939"/>
                  </a:lnTo>
                  <a:lnTo>
                    <a:pt x="1082" y="3978"/>
                  </a:lnTo>
                  <a:lnTo>
                    <a:pt x="1314" y="3939"/>
                  </a:lnTo>
                  <a:lnTo>
                    <a:pt x="1507" y="3823"/>
                  </a:lnTo>
                  <a:lnTo>
                    <a:pt x="1661" y="3708"/>
                  </a:lnTo>
                  <a:lnTo>
                    <a:pt x="1816" y="3514"/>
                  </a:lnTo>
                  <a:lnTo>
                    <a:pt x="1970" y="3321"/>
                  </a:lnTo>
                  <a:lnTo>
                    <a:pt x="2086" y="3090"/>
                  </a:lnTo>
                  <a:lnTo>
                    <a:pt x="2318" y="2549"/>
                  </a:lnTo>
                  <a:lnTo>
                    <a:pt x="2472" y="2009"/>
                  </a:lnTo>
                  <a:lnTo>
                    <a:pt x="2626" y="1507"/>
                  </a:lnTo>
                  <a:lnTo>
                    <a:pt x="2665" y="1043"/>
                  </a:lnTo>
                  <a:lnTo>
                    <a:pt x="2395" y="1043"/>
                  </a:lnTo>
                  <a:lnTo>
                    <a:pt x="2009" y="2009"/>
                  </a:lnTo>
                  <a:lnTo>
                    <a:pt x="1738" y="2665"/>
                  </a:lnTo>
                  <a:lnTo>
                    <a:pt x="1545" y="3051"/>
                  </a:lnTo>
                  <a:lnTo>
                    <a:pt x="1468" y="3206"/>
                  </a:lnTo>
                  <a:lnTo>
                    <a:pt x="1314" y="3283"/>
                  </a:lnTo>
                  <a:lnTo>
                    <a:pt x="1159" y="3283"/>
                  </a:lnTo>
                  <a:lnTo>
                    <a:pt x="966" y="3206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8"/>
                  </a:lnTo>
                  <a:lnTo>
                    <a:pt x="889" y="773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22"/>
            <p:cNvSpPr/>
            <p:nvPr/>
          </p:nvSpPr>
          <p:spPr>
            <a:xfrm>
              <a:off x="4008850" y="152575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4"/>
                  </a:lnTo>
                  <a:lnTo>
                    <a:pt x="7029" y="1313"/>
                  </a:lnTo>
                  <a:lnTo>
                    <a:pt x="7531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7"/>
                  </a:lnTo>
                  <a:lnTo>
                    <a:pt x="8573" y="3707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1" y="3862"/>
                  </a:lnTo>
                  <a:lnTo>
                    <a:pt x="2433" y="4016"/>
                  </a:lnTo>
                  <a:lnTo>
                    <a:pt x="2318" y="4132"/>
                  </a:lnTo>
                  <a:lnTo>
                    <a:pt x="2124" y="4209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1" y="4248"/>
                  </a:lnTo>
                  <a:lnTo>
                    <a:pt x="734" y="4132"/>
                  </a:lnTo>
                  <a:lnTo>
                    <a:pt x="387" y="4016"/>
                  </a:lnTo>
                  <a:lnTo>
                    <a:pt x="503" y="3514"/>
                  </a:lnTo>
                  <a:lnTo>
                    <a:pt x="657" y="3012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8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7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3" y="5947"/>
                  </a:lnTo>
                  <a:lnTo>
                    <a:pt x="10543" y="5870"/>
                  </a:lnTo>
                  <a:lnTo>
                    <a:pt x="10543" y="5754"/>
                  </a:lnTo>
                  <a:lnTo>
                    <a:pt x="10620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0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9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7" y="3205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8"/>
                  </a:lnTo>
                  <a:lnTo>
                    <a:pt x="1314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3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7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3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8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7" y="6526"/>
                  </a:lnTo>
                  <a:lnTo>
                    <a:pt x="11740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1" y="7916"/>
                  </a:lnTo>
                  <a:lnTo>
                    <a:pt x="12551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7" y="7183"/>
                  </a:lnTo>
                  <a:lnTo>
                    <a:pt x="12744" y="6681"/>
                  </a:lnTo>
                  <a:lnTo>
                    <a:pt x="12435" y="6217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9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4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5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6" y="193"/>
                  </a:lnTo>
                  <a:lnTo>
                    <a:pt x="5291" y="78"/>
                  </a:lnTo>
                  <a:lnTo>
                    <a:pt x="4828" y="39"/>
                  </a:lnTo>
                  <a:lnTo>
                    <a:pt x="44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22"/>
            <p:cNvSpPr/>
            <p:nvPr/>
          </p:nvSpPr>
          <p:spPr>
            <a:xfrm>
              <a:off x="6763050" y="1538300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8"/>
                  </a:moveTo>
                  <a:lnTo>
                    <a:pt x="1082" y="5986"/>
                  </a:lnTo>
                  <a:lnTo>
                    <a:pt x="1237" y="6024"/>
                  </a:lnTo>
                  <a:lnTo>
                    <a:pt x="1391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7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9" y="6990"/>
                  </a:lnTo>
                  <a:lnTo>
                    <a:pt x="464" y="6835"/>
                  </a:lnTo>
                  <a:lnTo>
                    <a:pt x="426" y="6719"/>
                  </a:lnTo>
                  <a:lnTo>
                    <a:pt x="387" y="6642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6" y="6256"/>
                  </a:lnTo>
                  <a:lnTo>
                    <a:pt x="503" y="6179"/>
                  </a:lnTo>
                  <a:lnTo>
                    <a:pt x="696" y="6024"/>
                  </a:lnTo>
                  <a:lnTo>
                    <a:pt x="889" y="5908"/>
                  </a:lnTo>
                  <a:close/>
                  <a:moveTo>
                    <a:pt x="5909" y="0"/>
                  </a:moveTo>
                  <a:lnTo>
                    <a:pt x="5832" y="39"/>
                  </a:lnTo>
                  <a:lnTo>
                    <a:pt x="5523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7" y="2047"/>
                  </a:lnTo>
                  <a:lnTo>
                    <a:pt x="3438" y="2781"/>
                  </a:lnTo>
                  <a:lnTo>
                    <a:pt x="2279" y="4132"/>
                  </a:lnTo>
                  <a:lnTo>
                    <a:pt x="1739" y="4866"/>
                  </a:lnTo>
                  <a:lnTo>
                    <a:pt x="1198" y="5561"/>
                  </a:lnTo>
                  <a:lnTo>
                    <a:pt x="1043" y="5522"/>
                  </a:lnTo>
                  <a:lnTo>
                    <a:pt x="889" y="5522"/>
                  </a:lnTo>
                  <a:lnTo>
                    <a:pt x="773" y="5561"/>
                  </a:lnTo>
                  <a:lnTo>
                    <a:pt x="619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10" y="5870"/>
                  </a:lnTo>
                  <a:lnTo>
                    <a:pt x="117" y="6063"/>
                  </a:lnTo>
                  <a:lnTo>
                    <a:pt x="1" y="6333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40" y="6797"/>
                  </a:lnTo>
                  <a:lnTo>
                    <a:pt x="117" y="6990"/>
                  </a:lnTo>
                  <a:lnTo>
                    <a:pt x="194" y="7144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4"/>
                  </a:lnTo>
                  <a:lnTo>
                    <a:pt x="1430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6" y="6874"/>
                  </a:lnTo>
                  <a:lnTo>
                    <a:pt x="1854" y="6681"/>
                  </a:lnTo>
                  <a:lnTo>
                    <a:pt x="1893" y="6526"/>
                  </a:lnTo>
                  <a:lnTo>
                    <a:pt x="1854" y="6333"/>
                  </a:lnTo>
                  <a:lnTo>
                    <a:pt x="1816" y="6179"/>
                  </a:lnTo>
                  <a:lnTo>
                    <a:pt x="1739" y="6024"/>
                  </a:lnTo>
                  <a:lnTo>
                    <a:pt x="1661" y="5908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3" y="4403"/>
                  </a:lnTo>
                  <a:lnTo>
                    <a:pt x="3940" y="3012"/>
                  </a:lnTo>
                  <a:lnTo>
                    <a:pt x="4480" y="2395"/>
                  </a:lnTo>
                  <a:lnTo>
                    <a:pt x="5098" y="1699"/>
                  </a:lnTo>
                  <a:lnTo>
                    <a:pt x="5639" y="1043"/>
                  </a:lnTo>
                  <a:lnTo>
                    <a:pt x="5909" y="657"/>
                  </a:lnTo>
                  <a:lnTo>
                    <a:pt x="6102" y="309"/>
                  </a:lnTo>
                  <a:lnTo>
                    <a:pt x="6141" y="193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22"/>
            <p:cNvSpPr/>
            <p:nvPr/>
          </p:nvSpPr>
          <p:spPr>
            <a:xfrm>
              <a:off x="4040700" y="153927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5" y="7298"/>
                  </a:moveTo>
                  <a:lnTo>
                    <a:pt x="8496" y="7375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1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4"/>
                  </a:lnTo>
                  <a:lnTo>
                    <a:pt x="8110" y="10156"/>
                  </a:lnTo>
                  <a:lnTo>
                    <a:pt x="7840" y="10078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6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7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2" y="8766"/>
                  </a:lnTo>
                  <a:lnTo>
                    <a:pt x="1546" y="8727"/>
                  </a:lnTo>
                  <a:lnTo>
                    <a:pt x="40" y="8688"/>
                  </a:lnTo>
                  <a:lnTo>
                    <a:pt x="1" y="8688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6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6"/>
                  </a:lnTo>
                  <a:lnTo>
                    <a:pt x="6759" y="9847"/>
                  </a:lnTo>
                  <a:lnTo>
                    <a:pt x="6990" y="10078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0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7"/>
                  </a:lnTo>
                  <a:lnTo>
                    <a:pt x="9539" y="10194"/>
                  </a:lnTo>
                  <a:lnTo>
                    <a:pt x="9771" y="9963"/>
                  </a:lnTo>
                  <a:lnTo>
                    <a:pt x="9925" y="9692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7"/>
                  </a:lnTo>
                  <a:lnTo>
                    <a:pt x="6565" y="8186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79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22"/>
            <p:cNvSpPr/>
            <p:nvPr/>
          </p:nvSpPr>
          <p:spPr>
            <a:xfrm>
              <a:off x="1387875" y="1558575"/>
              <a:ext cx="374575" cy="387125"/>
            </a:xfrm>
            <a:custGeom>
              <a:avLst/>
              <a:gdLst/>
              <a:ahLst/>
              <a:cxnLst/>
              <a:rect l="l" t="t" r="r" b="b"/>
              <a:pathLst>
                <a:path w="14983" h="15485" extrusionOk="0">
                  <a:moveTo>
                    <a:pt x="7453" y="502"/>
                  </a:moveTo>
                  <a:lnTo>
                    <a:pt x="8032" y="541"/>
                  </a:lnTo>
                  <a:lnTo>
                    <a:pt x="8573" y="580"/>
                  </a:lnTo>
                  <a:lnTo>
                    <a:pt x="9152" y="695"/>
                  </a:lnTo>
                  <a:lnTo>
                    <a:pt x="9654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0" y="1545"/>
                  </a:lnTo>
                  <a:lnTo>
                    <a:pt x="11585" y="1854"/>
                  </a:lnTo>
                  <a:lnTo>
                    <a:pt x="10812" y="2201"/>
                  </a:lnTo>
                  <a:lnTo>
                    <a:pt x="10040" y="2626"/>
                  </a:lnTo>
                  <a:lnTo>
                    <a:pt x="9306" y="3090"/>
                  </a:lnTo>
                  <a:lnTo>
                    <a:pt x="8611" y="3630"/>
                  </a:lnTo>
                  <a:lnTo>
                    <a:pt x="7916" y="4171"/>
                  </a:lnTo>
                  <a:lnTo>
                    <a:pt x="7299" y="4789"/>
                  </a:lnTo>
                  <a:lnTo>
                    <a:pt x="6681" y="5445"/>
                  </a:lnTo>
                  <a:lnTo>
                    <a:pt x="6140" y="6140"/>
                  </a:lnTo>
                  <a:lnTo>
                    <a:pt x="5638" y="6874"/>
                  </a:lnTo>
                  <a:lnTo>
                    <a:pt x="5175" y="7646"/>
                  </a:lnTo>
                  <a:lnTo>
                    <a:pt x="4789" y="8418"/>
                  </a:lnTo>
                  <a:lnTo>
                    <a:pt x="4441" y="9229"/>
                  </a:lnTo>
                  <a:lnTo>
                    <a:pt x="4171" y="10040"/>
                  </a:lnTo>
                  <a:lnTo>
                    <a:pt x="3939" y="10890"/>
                  </a:lnTo>
                  <a:lnTo>
                    <a:pt x="3823" y="11778"/>
                  </a:lnTo>
                  <a:lnTo>
                    <a:pt x="3746" y="12666"/>
                  </a:lnTo>
                  <a:lnTo>
                    <a:pt x="3553" y="12666"/>
                  </a:lnTo>
                  <a:lnTo>
                    <a:pt x="3283" y="11855"/>
                  </a:lnTo>
                  <a:lnTo>
                    <a:pt x="3051" y="11044"/>
                  </a:lnTo>
                  <a:lnTo>
                    <a:pt x="2819" y="10195"/>
                  </a:lnTo>
                  <a:lnTo>
                    <a:pt x="2665" y="9384"/>
                  </a:lnTo>
                  <a:lnTo>
                    <a:pt x="2588" y="8534"/>
                  </a:lnTo>
                  <a:lnTo>
                    <a:pt x="2549" y="7685"/>
                  </a:lnTo>
                  <a:lnTo>
                    <a:pt x="2588" y="6797"/>
                  </a:lnTo>
                  <a:lnTo>
                    <a:pt x="2665" y="5947"/>
                  </a:lnTo>
                  <a:lnTo>
                    <a:pt x="2858" y="5213"/>
                  </a:lnTo>
                  <a:lnTo>
                    <a:pt x="3051" y="4518"/>
                  </a:lnTo>
                  <a:lnTo>
                    <a:pt x="3321" y="3823"/>
                  </a:lnTo>
                  <a:lnTo>
                    <a:pt x="3630" y="3205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29"/>
                  </a:lnTo>
                  <a:lnTo>
                    <a:pt x="5406" y="888"/>
                  </a:lnTo>
                  <a:lnTo>
                    <a:pt x="5908" y="734"/>
                  </a:lnTo>
                  <a:lnTo>
                    <a:pt x="6410" y="618"/>
                  </a:lnTo>
                  <a:lnTo>
                    <a:pt x="6912" y="541"/>
                  </a:lnTo>
                  <a:lnTo>
                    <a:pt x="7453" y="502"/>
                  </a:lnTo>
                  <a:close/>
                  <a:moveTo>
                    <a:pt x="11932" y="2086"/>
                  </a:moveTo>
                  <a:lnTo>
                    <a:pt x="12318" y="2433"/>
                  </a:lnTo>
                  <a:lnTo>
                    <a:pt x="12666" y="2819"/>
                  </a:lnTo>
                  <a:lnTo>
                    <a:pt x="13014" y="3205"/>
                  </a:lnTo>
                  <a:lnTo>
                    <a:pt x="13322" y="3669"/>
                  </a:lnTo>
                  <a:lnTo>
                    <a:pt x="13593" y="4093"/>
                  </a:lnTo>
                  <a:lnTo>
                    <a:pt x="13824" y="4595"/>
                  </a:lnTo>
                  <a:lnTo>
                    <a:pt x="14018" y="5097"/>
                  </a:lnTo>
                  <a:lnTo>
                    <a:pt x="14211" y="5599"/>
                  </a:lnTo>
                  <a:lnTo>
                    <a:pt x="14326" y="6101"/>
                  </a:lnTo>
                  <a:lnTo>
                    <a:pt x="14404" y="6642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25" y="6951"/>
                  </a:lnTo>
                  <a:lnTo>
                    <a:pt x="11392" y="7144"/>
                  </a:lnTo>
                  <a:lnTo>
                    <a:pt x="10658" y="7414"/>
                  </a:lnTo>
                  <a:lnTo>
                    <a:pt x="9924" y="7723"/>
                  </a:lnTo>
                  <a:lnTo>
                    <a:pt x="9229" y="8032"/>
                  </a:lnTo>
                  <a:lnTo>
                    <a:pt x="8534" y="8418"/>
                  </a:lnTo>
                  <a:lnTo>
                    <a:pt x="7878" y="8843"/>
                  </a:lnTo>
                  <a:lnTo>
                    <a:pt x="7221" y="9306"/>
                  </a:lnTo>
                  <a:lnTo>
                    <a:pt x="6642" y="9808"/>
                  </a:lnTo>
                  <a:lnTo>
                    <a:pt x="6063" y="10349"/>
                  </a:lnTo>
                  <a:lnTo>
                    <a:pt x="5561" y="10890"/>
                  </a:lnTo>
                  <a:lnTo>
                    <a:pt x="5059" y="11508"/>
                  </a:lnTo>
                  <a:lnTo>
                    <a:pt x="4634" y="12125"/>
                  </a:lnTo>
                  <a:lnTo>
                    <a:pt x="4248" y="12820"/>
                  </a:lnTo>
                  <a:lnTo>
                    <a:pt x="4093" y="12743"/>
                  </a:lnTo>
                  <a:lnTo>
                    <a:pt x="3939" y="12666"/>
                  </a:lnTo>
                  <a:lnTo>
                    <a:pt x="4093" y="11816"/>
                  </a:lnTo>
                  <a:lnTo>
                    <a:pt x="4287" y="10928"/>
                  </a:lnTo>
                  <a:lnTo>
                    <a:pt x="4557" y="10117"/>
                  </a:lnTo>
                  <a:lnTo>
                    <a:pt x="4827" y="9306"/>
                  </a:lnTo>
                  <a:lnTo>
                    <a:pt x="5175" y="8496"/>
                  </a:lnTo>
                  <a:lnTo>
                    <a:pt x="5561" y="7723"/>
                  </a:lnTo>
                  <a:lnTo>
                    <a:pt x="6024" y="6990"/>
                  </a:lnTo>
                  <a:lnTo>
                    <a:pt x="6488" y="6295"/>
                  </a:lnTo>
                  <a:lnTo>
                    <a:pt x="7028" y="5599"/>
                  </a:lnTo>
                  <a:lnTo>
                    <a:pt x="7607" y="4982"/>
                  </a:lnTo>
                  <a:lnTo>
                    <a:pt x="8225" y="4402"/>
                  </a:lnTo>
                  <a:lnTo>
                    <a:pt x="8882" y="3823"/>
                  </a:lnTo>
                  <a:lnTo>
                    <a:pt x="9577" y="3321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42" y="6990"/>
                  </a:moveTo>
                  <a:lnTo>
                    <a:pt x="14481" y="7839"/>
                  </a:lnTo>
                  <a:lnTo>
                    <a:pt x="14404" y="8689"/>
                  </a:lnTo>
                  <a:lnTo>
                    <a:pt x="14249" y="9538"/>
                  </a:lnTo>
                  <a:lnTo>
                    <a:pt x="14172" y="9963"/>
                  </a:lnTo>
                  <a:lnTo>
                    <a:pt x="14018" y="10388"/>
                  </a:lnTo>
                  <a:lnTo>
                    <a:pt x="13863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89"/>
                  </a:lnTo>
                  <a:lnTo>
                    <a:pt x="12473" y="12898"/>
                  </a:lnTo>
                  <a:lnTo>
                    <a:pt x="12203" y="13207"/>
                  </a:lnTo>
                  <a:lnTo>
                    <a:pt x="11932" y="13052"/>
                  </a:lnTo>
                  <a:lnTo>
                    <a:pt x="11662" y="12936"/>
                  </a:lnTo>
                  <a:lnTo>
                    <a:pt x="11083" y="12782"/>
                  </a:lnTo>
                  <a:lnTo>
                    <a:pt x="10542" y="12627"/>
                  </a:lnTo>
                  <a:lnTo>
                    <a:pt x="9963" y="12550"/>
                  </a:lnTo>
                  <a:lnTo>
                    <a:pt x="9384" y="12512"/>
                  </a:lnTo>
                  <a:lnTo>
                    <a:pt x="8843" y="12473"/>
                  </a:lnTo>
                  <a:lnTo>
                    <a:pt x="8303" y="12473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6"/>
                  </a:lnTo>
                  <a:lnTo>
                    <a:pt x="6179" y="12782"/>
                  </a:lnTo>
                  <a:lnTo>
                    <a:pt x="5638" y="12975"/>
                  </a:lnTo>
                  <a:lnTo>
                    <a:pt x="5136" y="13129"/>
                  </a:lnTo>
                  <a:lnTo>
                    <a:pt x="4673" y="13361"/>
                  </a:lnTo>
                  <a:lnTo>
                    <a:pt x="4557" y="13129"/>
                  </a:lnTo>
                  <a:lnTo>
                    <a:pt x="4402" y="12936"/>
                  </a:lnTo>
                  <a:lnTo>
                    <a:pt x="4866" y="12318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0" y="10619"/>
                  </a:lnTo>
                  <a:lnTo>
                    <a:pt x="6951" y="10117"/>
                  </a:lnTo>
                  <a:lnTo>
                    <a:pt x="7530" y="9654"/>
                  </a:lnTo>
                  <a:lnTo>
                    <a:pt x="8148" y="9229"/>
                  </a:lnTo>
                  <a:lnTo>
                    <a:pt x="8766" y="8804"/>
                  </a:lnTo>
                  <a:lnTo>
                    <a:pt x="9384" y="8457"/>
                  </a:lnTo>
                  <a:lnTo>
                    <a:pt x="10040" y="8109"/>
                  </a:lnTo>
                  <a:lnTo>
                    <a:pt x="10735" y="7839"/>
                  </a:lnTo>
                  <a:lnTo>
                    <a:pt x="11430" y="7569"/>
                  </a:lnTo>
                  <a:lnTo>
                    <a:pt x="12164" y="7376"/>
                  </a:lnTo>
                  <a:lnTo>
                    <a:pt x="12898" y="7183"/>
                  </a:lnTo>
                  <a:lnTo>
                    <a:pt x="13670" y="7067"/>
                  </a:lnTo>
                  <a:lnTo>
                    <a:pt x="14442" y="6990"/>
                  </a:lnTo>
                  <a:close/>
                  <a:moveTo>
                    <a:pt x="4518" y="1275"/>
                  </a:moveTo>
                  <a:lnTo>
                    <a:pt x="4016" y="1854"/>
                  </a:lnTo>
                  <a:lnTo>
                    <a:pt x="3591" y="2472"/>
                  </a:lnTo>
                  <a:lnTo>
                    <a:pt x="3244" y="3128"/>
                  </a:lnTo>
                  <a:lnTo>
                    <a:pt x="2935" y="3823"/>
                  </a:lnTo>
                  <a:lnTo>
                    <a:pt x="2665" y="4518"/>
                  </a:lnTo>
                  <a:lnTo>
                    <a:pt x="2472" y="5291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3"/>
                  </a:lnTo>
                  <a:lnTo>
                    <a:pt x="2356" y="9886"/>
                  </a:lnTo>
                  <a:lnTo>
                    <a:pt x="2549" y="10619"/>
                  </a:lnTo>
                  <a:lnTo>
                    <a:pt x="2742" y="11353"/>
                  </a:lnTo>
                  <a:lnTo>
                    <a:pt x="3012" y="12087"/>
                  </a:lnTo>
                  <a:lnTo>
                    <a:pt x="3283" y="12782"/>
                  </a:lnTo>
                  <a:lnTo>
                    <a:pt x="3089" y="12898"/>
                  </a:lnTo>
                  <a:lnTo>
                    <a:pt x="2935" y="13052"/>
                  </a:lnTo>
                  <a:lnTo>
                    <a:pt x="2819" y="13245"/>
                  </a:lnTo>
                  <a:lnTo>
                    <a:pt x="2703" y="13438"/>
                  </a:lnTo>
                  <a:lnTo>
                    <a:pt x="2394" y="13014"/>
                  </a:lnTo>
                  <a:lnTo>
                    <a:pt x="2047" y="12550"/>
                  </a:lnTo>
                  <a:lnTo>
                    <a:pt x="1777" y="12087"/>
                  </a:lnTo>
                  <a:lnTo>
                    <a:pt x="1506" y="11623"/>
                  </a:lnTo>
                  <a:lnTo>
                    <a:pt x="1275" y="11121"/>
                  </a:lnTo>
                  <a:lnTo>
                    <a:pt x="1043" y="10619"/>
                  </a:lnTo>
                  <a:lnTo>
                    <a:pt x="850" y="10117"/>
                  </a:lnTo>
                  <a:lnTo>
                    <a:pt x="734" y="9615"/>
                  </a:lnTo>
                  <a:lnTo>
                    <a:pt x="618" y="9113"/>
                  </a:lnTo>
                  <a:lnTo>
                    <a:pt x="541" y="8573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0"/>
                  </a:lnTo>
                  <a:lnTo>
                    <a:pt x="734" y="5870"/>
                  </a:lnTo>
                  <a:lnTo>
                    <a:pt x="927" y="5329"/>
                  </a:lnTo>
                  <a:lnTo>
                    <a:pt x="1197" y="4673"/>
                  </a:lnTo>
                  <a:lnTo>
                    <a:pt x="1506" y="4055"/>
                  </a:lnTo>
                  <a:lnTo>
                    <a:pt x="1892" y="3476"/>
                  </a:lnTo>
                  <a:lnTo>
                    <a:pt x="2356" y="2935"/>
                  </a:lnTo>
                  <a:lnTo>
                    <a:pt x="2819" y="2433"/>
                  </a:lnTo>
                  <a:lnTo>
                    <a:pt x="3360" y="2008"/>
                  </a:lnTo>
                  <a:lnTo>
                    <a:pt x="3900" y="1584"/>
                  </a:lnTo>
                  <a:lnTo>
                    <a:pt x="4518" y="1275"/>
                  </a:lnTo>
                  <a:close/>
                  <a:moveTo>
                    <a:pt x="3823" y="12975"/>
                  </a:moveTo>
                  <a:lnTo>
                    <a:pt x="4016" y="13052"/>
                  </a:lnTo>
                  <a:lnTo>
                    <a:pt x="4132" y="13168"/>
                  </a:lnTo>
                  <a:lnTo>
                    <a:pt x="4248" y="13284"/>
                  </a:lnTo>
                  <a:lnTo>
                    <a:pt x="4325" y="13438"/>
                  </a:lnTo>
                  <a:lnTo>
                    <a:pt x="4364" y="13631"/>
                  </a:lnTo>
                  <a:lnTo>
                    <a:pt x="4325" y="13786"/>
                  </a:lnTo>
                  <a:lnTo>
                    <a:pt x="4287" y="13940"/>
                  </a:lnTo>
                  <a:lnTo>
                    <a:pt x="4209" y="14095"/>
                  </a:lnTo>
                  <a:lnTo>
                    <a:pt x="3746" y="13824"/>
                  </a:lnTo>
                  <a:lnTo>
                    <a:pt x="3321" y="13477"/>
                  </a:lnTo>
                  <a:lnTo>
                    <a:pt x="3244" y="13438"/>
                  </a:lnTo>
                  <a:lnTo>
                    <a:pt x="3128" y="13438"/>
                  </a:lnTo>
                  <a:lnTo>
                    <a:pt x="3051" y="13477"/>
                  </a:lnTo>
                  <a:lnTo>
                    <a:pt x="2974" y="13515"/>
                  </a:lnTo>
                  <a:lnTo>
                    <a:pt x="3051" y="13361"/>
                  </a:lnTo>
                  <a:lnTo>
                    <a:pt x="3167" y="13245"/>
                  </a:lnTo>
                  <a:lnTo>
                    <a:pt x="3321" y="13129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13" y="12859"/>
                  </a:moveTo>
                  <a:lnTo>
                    <a:pt x="9615" y="12898"/>
                  </a:lnTo>
                  <a:lnTo>
                    <a:pt x="10079" y="12975"/>
                  </a:lnTo>
                  <a:lnTo>
                    <a:pt x="10504" y="13014"/>
                  </a:lnTo>
                  <a:lnTo>
                    <a:pt x="11006" y="13129"/>
                  </a:lnTo>
                  <a:lnTo>
                    <a:pt x="11469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7"/>
                  </a:lnTo>
                  <a:lnTo>
                    <a:pt x="10658" y="14249"/>
                  </a:lnTo>
                  <a:lnTo>
                    <a:pt x="10195" y="14442"/>
                  </a:lnTo>
                  <a:lnTo>
                    <a:pt x="9770" y="14635"/>
                  </a:lnTo>
                  <a:lnTo>
                    <a:pt x="9306" y="14751"/>
                  </a:lnTo>
                  <a:lnTo>
                    <a:pt x="8804" y="14867"/>
                  </a:lnTo>
                  <a:lnTo>
                    <a:pt x="8341" y="14944"/>
                  </a:lnTo>
                  <a:lnTo>
                    <a:pt x="7839" y="14983"/>
                  </a:lnTo>
                  <a:lnTo>
                    <a:pt x="7376" y="14983"/>
                  </a:lnTo>
                  <a:lnTo>
                    <a:pt x="6874" y="14944"/>
                  </a:lnTo>
                  <a:lnTo>
                    <a:pt x="6410" y="14867"/>
                  </a:lnTo>
                  <a:lnTo>
                    <a:pt x="5947" y="14790"/>
                  </a:lnTo>
                  <a:lnTo>
                    <a:pt x="5484" y="14674"/>
                  </a:lnTo>
                  <a:lnTo>
                    <a:pt x="5020" y="14481"/>
                  </a:lnTo>
                  <a:lnTo>
                    <a:pt x="4557" y="14288"/>
                  </a:lnTo>
                  <a:lnTo>
                    <a:pt x="4673" y="14017"/>
                  </a:lnTo>
                  <a:lnTo>
                    <a:pt x="4711" y="13747"/>
                  </a:lnTo>
                  <a:lnTo>
                    <a:pt x="4711" y="13593"/>
                  </a:lnTo>
                  <a:lnTo>
                    <a:pt x="5561" y="13322"/>
                  </a:lnTo>
                  <a:lnTo>
                    <a:pt x="6410" y="13091"/>
                  </a:lnTo>
                  <a:lnTo>
                    <a:pt x="7260" y="12936"/>
                  </a:lnTo>
                  <a:lnTo>
                    <a:pt x="8148" y="12859"/>
                  </a:lnTo>
                  <a:close/>
                  <a:moveTo>
                    <a:pt x="7569" y="0"/>
                  </a:moveTo>
                  <a:lnTo>
                    <a:pt x="6990" y="39"/>
                  </a:lnTo>
                  <a:lnTo>
                    <a:pt x="6410" y="116"/>
                  </a:lnTo>
                  <a:lnTo>
                    <a:pt x="5870" y="232"/>
                  </a:lnTo>
                  <a:lnTo>
                    <a:pt x="5291" y="386"/>
                  </a:lnTo>
                  <a:lnTo>
                    <a:pt x="4750" y="580"/>
                  </a:lnTo>
                  <a:lnTo>
                    <a:pt x="4248" y="811"/>
                  </a:lnTo>
                  <a:lnTo>
                    <a:pt x="3746" y="1120"/>
                  </a:lnTo>
                  <a:lnTo>
                    <a:pt x="3283" y="1429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1970" y="2588"/>
                  </a:lnTo>
                  <a:lnTo>
                    <a:pt x="1622" y="3012"/>
                  </a:lnTo>
                  <a:lnTo>
                    <a:pt x="1275" y="3514"/>
                  </a:lnTo>
                  <a:lnTo>
                    <a:pt x="966" y="4016"/>
                  </a:lnTo>
                  <a:lnTo>
                    <a:pt x="657" y="4595"/>
                  </a:lnTo>
                  <a:lnTo>
                    <a:pt x="425" y="5252"/>
                  </a:lnTo>
                  <a:lnTo>
                    <a:pt x="232" y="5908"/>
                  </a:lnTo>
                  <a:lnTo>
                    <a:pt x="116" y="6565"/>
                  </a:lnTo>
                  <a:lnTo>
                    <a:pt x="0" y="7221"/>
                  </a:lnTo>
                  <a:lnTo>
                    <a:pt x="0" y="7916"/>
                  </a:lnTo>
                  <a:lnTo>
                    <a:pt x="39" y="8611"/>
                  </a:lnTo>
                  <a:lnTo>
                    <a:pt x="116" y="9268"/>
                  </a:lnTo>
                  <a:lnTo>
                    <a:pt x="232" y="9924"/>
                  </a:lnTo>
                  <a:lnTo>
                    <a:pt x="425" y="10581"/>
                  </a:lnTo>
                  <a:lnTo>
                    <a:pt x="695" y="11237"/>
                  </a:lnTo>
                  <a:lnTo>
                    <a:pt x="966" y="11855"/>
                  </a:lnTo>
                  <a:lnTo>
                    <a:pt x="1313" y="12396"/>
                  </a:lnTo>
                  <a:lnTo>
                    <a:pt x="1738" y="12975"/>
                  </a:lnTo>
                  <a:lnTo>
                    <a:pt x="2201" y="13477"/>
                  </a:lnTo>
                  <a:lnTo>
                    <a:pt x="2703" y="13902"/>
                  </a:lnTo>
                  <a:lnTo>
                    <a:pt x="2742" y="13940"/>
                  </a:lnTo>
                  <a:lnTo>
                    <a:pt x="2819" y="13940"/>
                  </a:lnTo>
                  <a:lnTo>
                    <a:pt x="2896" y="13902"/>
                  </a:lnTo>
                  <a:lnTo>
                    <a:pt x="3167" y="14133"/>
                  </a:lnTo>
                  <a:lnTo>
                    <a:pt x="3437" y="14326"/>
                  </a:lnTo>
                  <a:lnTo>
                    <a:pt x="3785" y="14519"/>
                  </a:lnTo>
                  <a:lnTo>
                    <a:pt x="4093" y="14597"/>
                  </a:lnTo>
                  <a:lnTo>
                    <a:pt x="4518" y="14828"/>
                  </a:lnTo>
                  <a:lnTo>
                    <a:pt x="4943" y="14983"/>
                  </a:lnTo>
                  <a:lnTo>
                    <a:pt x="5406" y="15137"/>
                  </a:lnTo>
                  <a:lnTo>
                    <a:pt x="5870" y="15292"/>
                  </a:lnTo>
                  <a:lnTo>
                    <a:pt x="6333" y="15369"/>
                  </a:lnTo>
                  <a:lnTo>
                    <a:pt x="6797" y="15446"/>
                  </a:lnTo>
                  <a:lnTo>
                    <a:pt x="7260" y="15485"/>
                  </a:lnTo>
                  <a:lnTo>
                    <a:pt x="7723" y="15485"/>
                  </a:lnTo>
                  <a:lnTo>
                    <a:pt x="8225" y="15446"/>
                  </a:lnTo>
                  <a:lnTo>
                    <a:pt x="8689" y="15408"/>
                  </a:lnTo>
                  <a:lnTo>
                    <a:pt x="9152" y="15330"/>
                  </a:lnTo>
                  <a:lnTo>
                    <a:pt x="9615" y="15215"/>
                  </a:lnTo>
                  <a:lnTo>
                    <a:pt x="10079" y="15060"/>
                  </a:lnTo>
                  <a:lnTo>
                    <a:pt x="10504" y="14906"/>
                  </a:lnTo>
                  <a:lnTo>
                    <a:pt x="10928" y="14674"/>
                  </a:lnTo>
                  <a:lnTo>
                    <a:pt x="11353" y="14442"/>
                  </a:lnTo>
                  <a:lnTo>
                    <a:pt x="11855" y="14133"/>
                  </a:lnTo>
                  <a:lnTo>
                    <a:pt x="12318" y="13786"/>
                  </a:lnTo>
                  <a:lnTo>
                    <a:pt x="12705" y="13400"/>
                  </a:lnTo>
                  <a:lnTo>
                    <a:pt x="13091" y="12975"/>
                  </a:lnTo>
                  <a:lnTo>
                    <a:pt x="13438" y="12550"/>
                  </a:lnTo>
                  <a:lnTo>
                    <a:pt x="13747" y="12048"/>
                  </a:lnTo>
                  <a:lnTo>
                    <a:pt x="14056" y="11585"/>
                  </a:lnTo>
                  <a:lnTo>
                    <a:pt x="14288" y="11044"/>
                  </a:lnTo>
                  <a:lnTo>
                    <a:pt x="14481" y="10542"/>
                  </a:lnTo>
                  <a:lnTo>
                    <a:pt x="14674" y="10002"/>
                  </a:lnTo>
                  <a:lnTo>
                    <a:pt x="14790" y="9422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3"/>
                  </a:lnTo>
                  <a:lnTo>
                    <a:pt x="14983" y="7144"/>
                  </a:lnTo>
                  <a:lnTo>
                    <a:pt x="14906" y="6603"/>
                  </a:lnTo>
                  <a:lnTo>
                    <a:pt x="14828" y="5986"/>
                  </a:lnTo>
                  <a:lnTo>
                    <a:pt x="14674" y="5406"/>
                  </a:lnTo>
                  <a:lnTo>
                    <a:pt x="14481" y="4827"/>
                  </a:lnTo>
                  <a:lnTo>
                    <a:pt x="14249" y="4287"/>
                  </a:lnTo>
                  <a:lnTo>
                    <a:pt x="13979" y="3746"/>
                  </a:lnTo>
                  <a:lnTo>
                    <a:pt x="13631" y="3244"/>
                  </a:lnTo>
                  <a:lnTo>
                    <a:pt x="13284" y="2742"/>
                  </a:lnTo>
                  <a:lnTo>
                    <a:pt x="12898" y="2317"/>
                  </a:lnTo>
                  <a:lnTo>
                    <a:pt x="12512" y="1892"/>
                  </a:lnTo>
                  <a:lnTo>
                    <a:pt x="12048" y="1506"/>
                  </a:lnTo>
                  <a:lnTo>
                    <a:pt x="11546" y="1197"/>
                  </a:lnTo>
                  <a:lnTo>
                    <a:pt x="11044" y="888"/>
                  </a:lnTo>
                  <a:lnTo>
                    <a:pt x="10504" y="618"/>
                  </a:lnTo>
                  <a:lnTo>
                    <a:pt x="9963" y="386"/>
                  </a:lnTo>
                  <a:lnTo>
                    <a:pt x="9345" y="232"/>
                  </a:lnTo>
                  <a:lnTo>
                    <a:pt x="8766" y="116"/>
                  </a:lnTo>
                  <a:lnTo>
                    <a:pt x="8148" y="39"/>
                  </a:lnTo>
                  <a:lnTo>
                    <a:pt x="756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22"/>
            <p:cNvSpPr/>
            <p:nvPr/>
          </p:nvSpPr>
          <p:spPr>
            <a:xfrm>
              <a:off x="6509175" y="1566300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8" y="5870"/>
                  </a:lnTo>
                  <a:lnTo>
                    <a:pt x="7491" y="6024"/>
                  </a:lnTo>
                  <a:lnTo>
                    <a:pt x="7530" y="6140"/>
                  </a:lnTo>
                  <a:lnTo>
                    <a:pt x="7569" y="6256"/>
                  </a:lnTo>
                  <a:lnTo>
                    <a:pt x="7607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1" y="6681"/>
                  </a:lnTo>
                  <a:lnTo>
                    <a:pt x="7337" y="6796"/>
                  </a:lnTo>
                  <a:lnTo>
                    <a:pt x="7105" y="6912"/>
                  </a:lnTo>
                  <a:lnTo>
                    <a:pt x="6912" y="6912"/>
                  </a:lnTo>
                  <a:lnTo>
                    <a:pt x="6719" y="6835"/>
                  </a:lnTo>
                  <a:lnTo>
                    <a:pt x="6565" y="6681"/>
                  </a:lnTo>
                  <a:lnTo>
                    <a:pt x="6487" y="6488"/>
                  </a:lnTo>
                  <a:lnTo>
                    <a:pt x="6487" y="6294"/>
                  </a:lnTo>
                  <a:lnTo>
                    <a:pt x="6526" y="6101"/>
                  </a:lnTo>
                  <a:lnTo>
                    <a:pt x="6642" y="5908"/>
                  </a:lnTo>
                  <a:lnTo>
                    <a:pt x="6796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7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0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1" y="1120"/>
                  </a:lnTo>
                  <a:lnTo>
                    <a:pt x="1622" y="1777"/>
                  </a:lnTo>
                  <a:lnTo>
                    <a:pt x="3398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0" y="5599"/>
                  </a:lnTo>
                  <a:lnTo>
                    <a:pt x="6294" y="5677"/>
                  </a:lnTo>
                  <a:lnTo>
                    <a:pt x="6217" y="5792"/>
                  </a:lnTo>
                  <a:lnTo>
                    <a:pt x="6101" y="6101"/>
                  </a:lnTo>
                  <a:lnTo>
                    <a:pt x="6063" y="6410"/>
                  </a:lnTo>
                  <a:lnTo>
                    <a:pt x="6101" y="6681"/>
                  </a:lnTo>
                  <a:lnTo>
                    <a:pt x="6179" y="6835"/>
                  </a:lnTo>
                  <a:lnTo>
                    <a:pt x="6294" y="6990"/>
                  </a:lnTo>
                  <a:lnTo>
                    <a:pt x="6410" y="7144"/>
                  </a:lnTo>
                  <a:lnTo>
                    <a:pt x="6565" y="7221"/>
                  </a:lnTo>
                  <a:lnTo>
                    <a:pt x="6719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7" y="7144"/>
                  </a:lnTo>
                  <a:lnTo>
                    <a:pt x="7723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3" y="6565"/>
                  </a:lnTo>
                  <a:lnTo>
                    <a:pt x="8032" y="6410"/>
                  </a:lnTo>
                  <a:lnTo>
                    <a:pt x="8032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3" y="5715"/>
                  </a:lnTo>
                  <a:lnTo>
                    <a:pt x="7569" y="5599"/>
                  </a:lnTo>
                  <a:lnTo>
                    <a:pt x="7414" y="5522"/>
                  </a:lnTo>
                  <a:lnTo>
                    <a:pt x="7221" y="5445"/>
                  </a:lnTo>
                  <a:lnTo>
                    <a:pt x="7028" y="5445"/>
                  </a:lnTo>
                  <a:lnTo>
                    <a:pt x="6835" y="5484"/>
                  </a:lnTo>
                  <a:lnTo>
                    <a:pt x="6024" y="4711"/>
                  </a:lnTo>
                  <a:lnTo>
                    <a:pt x="5213" y="4016"/>
                  </a:lnTo>
                  <a:lnTo>
                    <a:pt x="3514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09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22"/>
            <p:cNvSpPr/>
            <p:nvPr/>
          </p:nvSpPr>
          <p:spPr>
            <a:xfrm>
              <a:off x="2672775" y="1574975"/>
              <a:ext cx="84975" cy="94650"/>
            </a:xfrm>
            <a:custGeom>
              <a:avLst/>
              <a:gdLst/>
              <a:ahLst/>
              <a:cxnLst/>
              <a:rect l="l" t="t" r="r" b="b"/>
              <a:pathLst>
                <a:path w="3399" h="3786" extrusionOk="0">
                  <a:moveTo>
                    <a:pt x="78" y="1"/>
                  </a:moveTo>
                  <a:lnTo>
                    <a:pt x="1" y="78"/>
                  </a:lnTo>
                  <a:lnTo>
                    <a:pt x="1" y="117"/>
                  </a:lnTo>
                  <a:lnTo>
                    <a:pt x="348" y="889"/>
                  </a:lnTo>
                  <a:lnTo>
                    <a:pt x="812" y="1661"/>
                  </a:lnTo>
                  <a:lnTo>
                    <a:pt x="1275" y="2395"/>
                  </a:lnTo>
                  <a:lnTo>
                    <a:pt x="1738" y="3090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5"/>
                  </a:lnTo>
                  <a:lnTo>
                    <a:pt x="3013" y="3708"/>
                  </a:lnTo>
                  <a:lnTo>
                    <a:pt x="3206" y="3592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90"/>
                  </a:lnTo>
                  <a:lnTo>
                    <a:pt x="3399" y="2897"/>
                  </a:lnTo>
                  <a:lnTo>
                    <a:pt x="3360" y="2704"/>
                  </a:lnTo>
                  <a:lnTo>
                    <a:pt x="3283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90" y="2742"/>
                  </a:lnTo>
                  <a:lnTo>
                    <a:pt x="3128" y="2858"/>
                  </a:lnTo>
                  <a:lnTo>
                    <a:pt x="2897" y="3013"/>
                  </a:lnTo>
                  <a:lnTo>
                    <a:pt x="2665" y="3129"/>
                  </a:lnTo>
                  <a:lnTo>
                    <a:pt x="2511" y="3206"/>
                  </a:lnTo>
                  <a:lnTo>
                    <a:pt x="2318" y="3206"/>
                  </a:lnTo>
                  <a:lnTo>
                    <a:pt x="2202" y="3167"/>
                  </a:lnTo>
                  <a:lnTo>
                    <a:pt x="2047" y="3090"/>
                  </a:lnTo>
                  <a:lnTo>
                    <a:pt x="1931" y="2936"/>
                  </a:lnTo>
                  <a:lnTo>
                    <a:pt x="1854" y="2742"/>
                  </a:lnTo>
                  <a:lnTo>
                    <a:pt x="1700" y="2511"/>
                  </a:lnTo>
                  <a:lnTo>
                    <a:pt x="1082" y="1507"/>
                  </a:lnTo>
                  <a:lnTo>
                    <a:pt x="619" y="773"/>
                  </a:lnTo>
                  <a:lnTo>
                    <a:pt x="387" y="387"/>
                  </a:lnTo>
                  <a:lnTo>
                    <a:pt x="117" y="39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22"/>
            <p:cNvSpPr/>
            <p:nvPr/>
          </p:nvSpPr>
          <p:spPr>
            <a:xfrm>
              <a:off x="4909550" y="158077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8" y="5909"/>
                  </a:moveTo>
                  <a:lnTo>
                    <a:pt x="1082" y="5986"/>
                  </a:lnTo>
                  <a:lnTo>
                    <a:pt x="1236" y="6024"/>
                  </a:lnTo>
                  <a:lnTo>
                    <a:pt x="1390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7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8"/>
                  </a:lnTo>
                  <a:lnTo>
                    <a:pt x="386" y="6372"/>
                  </a:lnTo>
                  <a:lnTo>
                    <a:pt x="425" y="6256"/>
                  </a:lnTo>
                  <a:lnTo>
                    <a:pt x="502" y="6179"/>
                  </a:lnTo>
                  <a:lnTo>
                    <a:pt x="695" y="6024"/>
                  </a:lnTo>
                  <a:lnTo>
                    <a:pt x="888" y="5909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6" y="2047"/>
                  </a:lnTo>
                  <a:lnTo>
                    <a:pt x="3437" y="2781"/>
                  </a:lnTo>
                  <a:lnTo>
                    <a:pt x="2279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8"/>
                  </a:lnTo>
                  <a:lnTo>
                    <a:pt x="0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6"/>
                  </a:lnTo>
                  <a:lnTo>
                    <a:pt x="695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699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9"/>
                  </a:lnTo>
                  <a:lnTo>
                    <a:pt x="1738" y="6024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2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22"/>
            <p:cNvSpPr/>
            <p:nvPr/>
          </p:nvSpPr>
          <p:spPr>
            <a:xfrm>
              <a:off x="4655650" y="16087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4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7" y="6796"/>
                  </a:lnTo>
                  <a:lnTo>
                    <a:pt x="7106" y="6912"/>
                  </a:lnTo>
                  <a:lnTo>
                    <a:pt x="6913" y="6912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1"/>
                  </a:lnTo>
                  <a:lnTo>
                    <a:pt x="6642" y="5908"/>
                  </a:lnTo>
                  <a:lnTo>
                    <a:pt x="6797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2" y="1120"/>
                  </a:lnTo>
                  <a:lnTo>
                    <a:pt x="1622" y="1777"/>
                  </a:lnTo>
                  <a:lnTo>
                    <a:pt x="3399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1" y="5599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1"/>
                  </a:lnTo>
                  <a:lnTo>
                    <a:pt x="6063" y="6410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1"/>
                  </a:lnTo>
                  <a:lnTo>
                    <a:pt x="6720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8" y="7144"/>
                  </a:lnTo>
                  <a:lnTo>
                    <a:pt x="7724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3" y="6410"/>
                  </a:lnTo>
                  <a:lnTo>
                    <a:pt x="8033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4" y="5715"/>
                  </a:lnTo>
                  <a:lnTo>
                    <a:pt x="7569" y="5599"/>
                  </a:lnTo>
                  <a:lnTo>
                    <a:pt x="7415" y="5522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5" y="5484"/>
                  </a:lnTo>
                  <a:lnTo>
                    <a:pt x="6025" y="4711"/>
                  </a:lnTo>
                  <a:lnTo>
                    <a:pt x="5214" y="4016"/>
                  </a:lnTo>
                  <a:lnTo>
                    <a:pt x="3515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10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22"/>
            <p:cNvSpPr/>
            <p:nvPr/>
          </p:nvSpPr>
          <p:spPr>
            <a:xfrm>
              <a:off x="781625" y="1619400"/>
              <a:ext cx="153500" cy="186325"/>
            </a:xfrm>
            <a:custGeom>
              <a:avLst/>
              <a:gdLst/>
              <a:ahLst/>
              <a:cxnLst/>
              <a:rect l="l" t="t" r="r" b="b"/>
              <a:pathLst>
                <a:path w="6140" h="7453" extrusionOk="0">
                  <a:moveTo>
                    <a:pt x="888" y="5908"/>
                  </a:moveTo>
                  <a:lnTo>
                    <a:pt x="1081" y="5985"/>
                  </a:lnTo>
                  <a:lnTo>
                    <a:pt x="1236" y="6024"/>
                  </a:lnTo>
                  <a:lnTo>
                    <a:pt x="1390" y="6178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6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89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7"/>
                  </a:lnTo>
                  <a:lnTo>
                    <a:pt x="386" y="6371"/>
                  </a:lnTo>
                  <a:lnTo>
                    <a:pt x="425" y="6256"/>
                  </a:lnTo>
                  <a:lnTo>
                    <a:pt x="502" y="6178"/>
                  </a:lnTo>
                  <a:lnTo>
                    <a:pt x="695" y="6024"/>
                  </a:lnTo>
                  <a:lnTo>
                    <a:pt x="888" y="5908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5" y="1313"/>
                  </a:lnTo>
                  <a:lnTo>
                    <a:pt x="4016" y="2047"/>
                  </a:lnTo>
                  <a:lnTo>
                    <a:pt x="3437" y="2780"/>
                  </a:lnTo>
                  <a:lnTo>
                    <a:pt x="2278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2" y="5561"/>
                  </a:lnTo>
                  <a:lnTo>
                    <a:pt x="618" y="5599"/>
                  </a:lnTo>
                  <a:lnTo>
                    <a:pt x="541" y="5676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7"/>
                  </a:lnTo>
                  <a:lnTo>
                    <a:pt x="0" y="6603"/>
                  </a:lnTo>
                  <a:lnTo>
                    <a:pt x="39" y="6796"/>
                  </a:lnTo>
                  <a:lnTo>
                    <a:pt x="116" y="6989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5"/>
                  </a:lnTo>
                  <a:lnTo>
                    <a:pt x="695" y="7453"/>
                  </a:lnTo>
                  <a:lnTo>
                    <a:pt x="1081" y="7453"/>
                  </a:lnTo>
                  <a:lnTo>
                    <a:pt x="1274" y="7414"/>
                  </a:lnTo>
                  <a:lnTo>
                    <a:pt x="1429" y="7298"/>
                  </a:lnTo>
                  <a:lnTo>
                    <a:pt x="1583" y="7182"/>
                  </a:lnTo>
                  <a:lnTo>
                    <a:pt x="1699" y="7067"/>
                  </a:lnTo>
                  <a:lnTo>
                    <a:pt x="1815" y="6873"/>
                  </a:lnTo>
                  <a:lnTo>
                    <a:pt x="1854" y="6680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8"/>
                  </a:lnTo>
                  <a:lnTo>
                    <a:pt x="1738" y="6024"/>
                  </a:lnTo>
                  <a:lnTo>
                    <a:pt x="1661" y="5908"/>
                  </a:lnTo>
                  <a:lnTo>
                    <a:pt x="1545" y="5792"/>
                  </a:lnTo>
                  <a:lnTo>
                    <a:pt x="2163" y="5097"/>
                  </a:lnTo>
                  <a:lnTo>
                    <a:pt x="2742" y="4402"/>
                  </a:lnTo>
                  <a:lnTo>
                    <a:pt x="3939" y="3012"/>
                  </a:lnTo>
                  <a:lnTo>
                    <a:pt x="4479" y="2394"/>
                  </a:lnTo>
                  <a:lnTo>
                    <a:pt x="5097" y="1699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3"/>
                  </a:lnTo>
                  <a:lnTo>
                    <a:pt x="6063" y="77"/>
                  </a:lnTo>
                  <a:lnTo>
                    <a:pt x="598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22"/>
            <p:cNvSpPr/>
            <p:nvPr/>
          </p:nvSpPr>
          <p:spPr>
            <a:xfrm>
              <a:off x="1926550" y="1629050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3"/>
                  </a:lnTo>
                  <a:lnTo>
                    <a:pt x="2008" y="966"/>
                  </a:lnTo>
                  <a:lnTo>
                    <a:pt x="2124" y="1120"/>
                  </a:lnTo>
                  <a:lnTo>
                    <a:pt x="2201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1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5" y="502"/>
                  </a:lnTo>
                  <a:lnTo>
                    <a:pt x="811" y="464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3" y="425"/>
                  </a:lnTo>
                  <a:lnTo>
                    <a:pt x="78" y="618"/>
                  </a:lnTo>
                  <a:lnTo>
                    <a:pt x="0" y="811"/>
                  </a:lnTo>
                  <a:lnTo>
                    <a:pt x="0" y="1004"/>
                  </a:lnTo>
                  <a:lnTo>
                    <a:pt x="0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7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1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4"/>
                  </a:lnTo>
                  <a:lnTo>
                    <a:pt x="2626" y="2896"/>
                  </a:lnTo>
                  <a:lnTo>
                    <a:pt x="2703" y="2317"/>
                  </a:lnTo>
                  <a:lnTo>
                    <a:pt x="2703" y="2008"/>
                  </a:lnTo>
                  <a:lnTo>
                    <a:pt x="2703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699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22"/>
            <p:cNvSpPr/>
            <p:nvPr/>
          </p:nvSpPr>
          <p:spPr>
            <a:xfrm>
              <a:off x="3904600" y="163580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0" y="194"/>
                  </a:lnTo>
                  <a:lnTo>
                    <a:pt x="2240" y="309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7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22"/>
            <p:cNvSpPr/>
            <p:nvPr/>
          </p:nvSpPr>
          <p:spPr>
            <a:xfrm>
              <a:off x="527725" y="16473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0" y="6141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2" y="6681"/>
                  </a:lnTo>
                  <a:lnTo>
                    <a:pt x="7337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19" y="6836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6" y="6102"/>
                  </a:lnTo>
                  <a:lnTo>
                    <a:pt x="6642" y="5909"/>
                  </a:lnTo>
                  <a:lnTo>
                    <a:pt x="6797" y="5754"/>
                  </a:lnTo>
                  <a:close/>
                  <a:moveTo>
                    <a:pt x="232" y="1"/>
                  </a:moveTo>
                  <a:lnTo>
                    <a:pt x="155" y="40"/>
                  </a:lnTo>
                  <a:lnTo>
                    <a:pt x="78" y="40"/>
                  </a:lnTo>
                  <a:lnTo>
                    <a:pt x="39" y="117"/>
                  </a:lnTo>
                  <a:lnTo>
                    <a:pt x="0" y="233"/>
                  </a:lnTo>
                  <a:lnTo>
                    <a:pt x="0" y="310"/>
                  </a:lnTo>
                  <a:lnTo>
                    <a:pt x="39" y="387"/>
                  </a:lnTo>
                  <a:lnTo>
                    <a:pt x="425" y="773"/>
                  </a:lnTo>
                  <a:lnTo>
                    <a:pt x="811" y="1121"/>
                  </a:lnTo>
                  <a:lnTo>
                    <a:pt x="1622" y="1777"/>
                  </a:lnTo>
                  <a:lnTo>
                    <a:pt x="3399" y="3206"/>
                  </a:lnTo>
                  <a:lnTo>
                    <a:pt x="4866" y="4442"/>
                  </a:lnTo>
                  <a:lnTo>
                    <a:pt x="5638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7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6"/>
                  </a:lnTo>
                  <a:lnTo>
                    <a:pt x="6295" y="6990"/>
                  </a:lnTo>
                  <a:lnTo>
                    <a:pt x="6411" y="7145"/>
                  </a:lnTo>
                  <a:lnTo>
                    <a:pt x="6565" y="7222"/>
                  </a:lnTo>
                  <a:lnTo>
                    <a:pt x="6719" y="7299"/>
                  </a:lnTo>
                  <a:lnTo>
                    <a:pt x="6874" y="7338"/>
                  </a:lnTo>
                  <a:lnTo>
                    <a:pt x="7067" y="7338"/>
                  </a:lnTo>
                  <a:lnTo>
                    <a:pt x="7260" y="7299"/>
                  </a:lnTo>
                  <a:lnTo>
                    <a:pt x="7453" y="7260"/>
                  </a:lnTo>
                  <a:lnTo>
                    <a:pt x="7608" y="7145"/>
                  </a:lnTo>
                  <a:lnTo>
                    <a:pt x="7723" y="7029"/>
                  </a:lnTo>
                  <a:lnTo>
                    <a:pt x="7839" y="6913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2" y="6411"/>
                  </a:lnTo>
                  <a:lnTo>
                    <a:pt x="8032" y="6218"/>
                  </a:lnTo>
                  <a:lnTo>
                    <a:pt x="7955" y="6025"/>
                  </a:lnTo>
                  <a:lnTo>
                    <a:pt x="7839" y="5870"/>
                  </a:lnTo>
                  <a:lnTo>
                    <a:pt x="7723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1" y="5446"/>
                  </a:lnTo>
                  <a:lnTo>
                    <a:pt x="7028" y="5446"/>
                  </a:lnTo>
                  <a:lnTo>
                    <a:pt x="6835" y="5484"/>
                  </a:lnTo>
                  <a:lnTo>
                    <a:pt x="6024" y="4712"/>
                  </a:lnTo>
                  <a:lnTo>
                    <a:pt x="5213" y="4017"/>
                  </a:lnTo>
                  <a:lnTo>
                    <a:pt x="3514" y="2627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9"/>
                  </a:lnTo>
                  <a:lnTo>
                    <a:pt x="734" y="310"/>
                  </a:lnTo>
                  <a:lnTo>
                    <a:pt x="309" y="40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5513;p22"/>
            <p:cNvSpPr/>
            <p:nvPr/>
          </p:nvSpPr>
          <p:spPr>
            <a:xfrm>
              <a:off x="5813125" y="1664750"/>
              <a:ext cx="61825" cy="89825"/>
            </a:xfrm>
            <a:custGeom>
              <a:avLst/>
              <a:gdLst/>
              <a:ahLst/>
              <a:cxnLst/>
              <a:rect l="l" t="t" r="r" b="b"/>
              <a:pathLst>
                <a:path w="2473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5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2"/>
                  </a:lnTo>
                  <a:lnTo>
                    <a:pt x="1932" y="2163"/>
                  </a:lnTo>
                  <a:lnTo>
                    <a:pt x="1932" y="2434"/>
                  </a:lnTo>
                  <a:lnTo>
                    <a:pt x="1816" y="2743"/>
                  </a:lnTo>
                  <a:lnTo>
                    <a:pt x="1739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8" y="3013"/>
                  </a:lnTo>
                  <a:lnTo>
                    <a:pt x="850" y="2897"/>
                  </a:lnTo>
                  <a:lnTo>
                    <a:pt x="812" y="2743"/>
                  </a:lnTo>
                  <a:lnTo>
                    <a:pt x="850" y="2588"/>
                  </a:lnTo>
                  <a:lnTo>
                    <a:pt x="928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1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6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6" y="2356"/>
                  </a:lnTo>
                  <a:lnTo>
                    <a:pt x="348" y="2627"/>
                  </a:lnTo>
                  <a:lnTo>
                    <a:pt x="310" y="2897"/>
                  </a:lnTo>
                  <a:lnTo>
                    <a:pt x="348" y="3052"/>
                  </a:lnTo>
                  <a:lnTo>
                    <a:pt x="426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1"/>
                  </a:lnTo>
                  <a:lnTo>
                    <a:pt x="2434" y="2009"/>
                  </a:lnTo>
                  <a:lnTo>
                    <a:pt x="2395" y="1816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22"/>
            <p:cNvSpPr/>
            <p:nvPr/>
          </p:nvSpPr>
          <p:spPr>
            <a:xfrm>
              <a:off x="4153650" y="167055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2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40" y="232"/>
                  </a:lnTo>
                  <a:lnTo>
                    <a:pt x="1" y="271"/>
                  </a:lnTo>
                  <a:lnTo>
                    <a:pt x="40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4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5515;p22"/>
            <p:cNvSpPr/>
            <p:nvPr/>
          </p:nvSpPr>
          <p:spPr>
            <a:xfrm>
              <a:off x="4055200" y="1676350"/>
              <a:ext cx="21250" cy="8700"/>
            </a:xfrm>
            <a:custGeom>
              <a:avLst/>
              <a:gdLst/>
              <a:ahLst/>
              <a:cxnLst/>
              <a:rect l="l" t="t" r="r" b="b"/>
              <a:pathLst>
                <a:path w="850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22"/>
            <p:cNvSpPr/>
            <p:nvPr/>
          </p:nvSpPr>
          <p:spPr>
            <a:xfrm>
              <a:off x="5417325" y="16889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232"/>
                  </a:lnTo>
                  <a:lnTo>
                    <a:pt x="503" y="966"/>
                  </a:lnTo>
                  <a:lnTo>
                    <a:pt x="1043" y="1622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3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6" y="3862"/>
                  </a:lnTo>
                  <a:lnTo>
                    <a:pt x="12242" y="3591"/>
                  </a:lnTo>
                  <a:lnTo>
                    <a:pt x="12319" y="3553"/>
                  </a:lnTo>
                  <a:lnTo>
                    <a:pt x="12435" y="3205"/>
                  </a:lnTo>
                  <a:lnTo>
                    <a:pt x="12358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3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3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22"/>
            <p:cNvSpPr/>
            <p:nvPr/>
          </p:nvSpPr>
          <p:spPr>
            <a:xfrm>
              <a:off x="5725275" y="169565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5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4" y="1931"/>
                  </a:lnTo>
                  <a:lnTo>
                    <a:pt x="1082" y="2009"/>
                  </a:lnTo>
                  <a:lnTo>
                    <a:pt x="1121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30" y="2704"/>
                  </a:lnTo>
                  <a:lnTo>
                    <a:pt x="1623" y="2820"/>
                  </a:lnTo>
                  <a:lnTo>
                    <a:pt x="1816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5" y="3630"/>
                  </a:lnTo>
                  <a:lnTo>
                    <a:pt x="2125" y="3901"/>
                  </a:lnTo>
                  <a:lnTo>
                    <a:pt x="2086" y="4094"/>
                  </a:lnTo>
                  <a:lnTo>
                    <a:pt x="2009" y="4325"/>
                  </a:lnTo>
                  <a:lnTo>
                    <a:pt x="1893" y="4519"/>
                  </a:lnTo>
                  <a:lnTo>
                    <a:pt x="1739" y="4712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5" y="4287"/>
                  </a:lnTo>
                  <a:lnTo>
                    <a:pt x="812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1" y="4094"/>
                  </a:lnTo>
                  <a:lnTo>
                    <a:pt x="1237" y="4017"/>
                  </a:lnTo>
                  <a:lnTo>
                    <a:pt x="1314" y="3901"/>
                  </a:lnTo>
                  <a:lnTo>
                    <a:pt x="1314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10" y="4094"/>
                  </a:lnTo>
                  <a:lnTo>
                    <a:pt x="233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2"/>
                  </a:lnTo>
                  <a:lnTo>
                    <a:pt x="1739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3" y="1970"/>
                  </a:lnTo>
                  <a:lnTo>
                    <a:pt x="1932" y="1816"/>
                  </a:lnTo>
                  <a:lnTo>
                    <a:pt x="2241" y="1622"/>
                  </a:lnTo>
                  <a:lnTo>
                    <a:pt x="2549" y="1391"/>
                  </a:lnTo>
                  <a:lnTo>
                    <a:pt x="2820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22"/>
            <p:cNvSpPr/>
            <p:nvPr/>
          </p:nvSpPr>
          <p:spPr>
            <a:xfrm>
              <a:off x="1994125" y="1698550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6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4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4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22"/>
            <p:cNvSpPr/>
            <p:nvPr/>
          </p:nvSpPr>
          <p:spPr>
            <a:xfrm>
              <a:off x="3947075" y="171690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3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8" y="579"/>
                  </a:lnTo>
                  <a:lnTo>
                    <a:pt x="425" y="772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22"/>
            <p:cNvSpPr/>
            <p:nvPr/>
          </p:nvSpPr>
          <p:spPr>
            <a:xfrm>
              <a:off x="2585900" y="1732325"/>
              <a:ext cx="305075" cy="236550"/>
            </a:xfrm>
            <a:custGeom>
              <a:avLst/>
              <a:gdLst/>
              <a:ahLst/>
              <a:cxnLst/>
              <a:rect l="l" t="t" r="r" b="b"/>
              <a:pathLst>
                <a:path w="12203" h="9462" extrusionOk="0">
                  <a:moveTo>
                    <a:pt x="5329" y="349"/>
                  </a:moveTo>
                  <a:lnTo>
                    <a:pt x="5522" y="426"/>
                  </a:lnTo>
                  <a:lnTo>
                    <a:pt x="5600" y="426"/>
                  </a:lnTo>
                  <a:lnTo>
                    <a:pt x="5831" y="657"/>
                  </a:lnTo>
                  <a:lnTo>
                    <a:pt x="5986" y="889"/>
                  </a:lnTo>
                  <a:lnTo>
                    <a:pt x="6063" y="1198"/>
                  </a:lnTo>
                  <a:lnTo>
                    <a:pt x="6102" y="1468"/>
                  </a:lnTo>
                  <a:lnTo>
                    <a:pt x="6140" y="1777"/>
                  </a:lnTo>
                  <a:lnTo>
                    <a:pt x="6102" y="2086"/>
                  </a:lnTo>
                  <a:lnTo>
                    <a:pt x="6024" y="2704"/>
                  </a:lnTo>
                  <a:lnTo>
                    <a:pt x="5715" y="4866"/>
                  </a:lnTo>
                  <a:lnTo>
                    <a:pt x="5715" y="4905"/>
                  </a:lnTo>
                  <a:lnTo>
                    <a:pt x="5561" y="4982"/>
                  </a:lnTo>
                  <a:lnTo>
                    <a:pt x="5291" y="4017"/>
                  </a:lnTo>
                  <a:lnTo>
                    <a:pt x="5020" y="3090"/>
                  </a:lnTo>
                  <a:lnTo>
                    <a:pt x="4750" y="1970"/>
                  </a:lnTo>
                  <a:lnTo>
                    <a:pt x="4673" y="1468"/>
                  </a:lnTo>
                  <a:lnTo>
                    <a:pt x="4673" y="1159"/>
                  </a:lnTo>
                  <a:lnTo>
                    <a:pt x="4673" y="851"/>
                  </a:lnTo>
                  <a:lnTo>
                    <a:pt x="4750" y="619"/>
                  </a:lnTo>
                  <a:lnTo>
                    <a:pt x="4827" y="503"/>
                  </a:lnTo>
                  <a:lnTo>
                    <a:pt x="4904" y="426"/>
                  </a:lnTo>
                  <a:lnTo>
                    <a:pt x="5020" y="349"/>
                  </a:lnTo>
                  <a:close/>
                  <a:moveTo>
                    <a:pt x="11199" y="3515"/>
                  </a:moveTo>
                  <a:lnTo>
                    <a:pt x="11315" y="3554"/>
                  </a:lnTo>
                  <a:lnTo>
                    <a:pt x="11392" y="3592"/>
                  </a:lnTo>
                  <a:lnTo>
                    <a:pt x="11508" y="3708"/>
                  </a:lnTo>
                  <a:lnTo>
                    <a:pt x="11585" y="3824"/>
                  </a:lnTo>
                  <a:lnTo>
                    <a:pt x="11701" y="4133"/>
                  </a:lnTo>
                  <a:lnTo>
                    <a:pt x="11585" y="4287"/>
                  </a:lnTo>
                  <a:lnTo>
                    <a:pt x="11430" y="4403"/>
                  </a:lnTo>
                  <a:lnTo>
                    <a:pt x="11237" y="4519"/>
                  </a:lnTo>
                  <a:lnTo>
                    <a:pt x="11044" y="4596"/>
                  </a:lnTo>
                  <a:lnTo>
                    <a:pt x="10581" y="4751"/>
                  </a:lnTo>
                  <a:lnTo>
                    <a:pt x="10195" y="4866"/>
                  </a:lnTo>
                  <a:lnTo>
                    <a:pt x="9422" y="5021"/>
                  </a:lnTo>
                  <a:lnTo>
                    <a:pt x="8650" y="5137"/>
                  </a:lnTo>
                  <a:lnTo>
                    <a:pt x="7994" y="5175"/>
                  </a:lnTo>
                  <a:lnTo>
                    <a:pt x="7376" y="5175"/>
                  </a:lnTo>
                  <a:lnTo>
                    <a:pt x="6102" y="5137"/>
                  </a:lnTo>
                  <a:lnTo>
                    <a:pt x="7260" y="4673"/>
                  </a:lnTo>
                  <a:lnTo>
                    <a:pt x="8418" y="4249"/>
                  </a:lnTo>
                  <a:lnTo>
                    <a:pt x="9075" y="4017"/>
                  </a:lnTo>
                  <a:lnTo>
                    <a:pt x="9770" y="3824"/>
                  </a:lnTo>
                  <a:lnTo>
                    <a:pt x="10465" y="3631"/>
                  </a:lnTo>
                  <a:lnTo>
                    <a:pt x="10928" y="3554"/>
                  </a:lnTo>
                  <a:lnTo>
                    <a:pt x="11083" y="3515"/>
                  </a:lnTo>
                  <a:close/>
                  <a:moveTo>
                    <a:pt x="5136" y="5909"/>
                  </a:moveTo>
                  <a:lnTo>
                    <a:pt x="4209" y="6797"/>
                  </a:lnTo>
                  <a:lnTo>
                    <a:pt x="3244" y="7685"/>
                  </a:lnTo>
                  <a:lnTo>
                    <a:pt x="2742" y="8110"/>
                  </a:lnTo>
                  <a:lnTo>
                    <a:pt x="2163" y="8535"/>
                  </a:lnTo>
                  <a:lnTo>
                    <a:pt x="1854" y="8728"/>
                  </a:lnTo>
                  <a:lnTo>
                    <a:pt x="1468" y="8921"/>
                  </a:lnTo>
                  <a:lnTo>
                    <a:pt x="1197" y="8998"/>
                  </a:lnTo>
                  <a:lnTo>
                    <a:pt x="1004" y="9037"/>
                  </a:lnTo>
                  <a:lnTo>
                    <a:pt x="888" y="8998"/>
                  </a:lnTo>
                  <a:lnTo>
                    <a:pt x="811" y="8960"/>
                  </a:lnTo>
                  <a:lnTo>
                    <a:pt x="734" y="8844"/>
                  </a:lnTo>
                  <a:lnTo>
                    <a:pt x="695" y="8689"/>
                  </a:lnTo>
                  <a:lnTo>
                    <a:pt x="657" y="8535"/>
                  </a:lnTo>
                  <a:lnTo>
                    <a:pt x="618" y="8419"/>
                  </a:lnTo>
                  <a:lnTo>
                    <a:pt x="657" y="8342"/>
                  </a:lnTo>
                  <a:lnTo>
                    <a:pt x="695" y="8265"/>
                  </a:lnTo>
                  <a:lnTo>
                    <a:pt x="850" y="8110"/>
                  </a:lnTo>
                  <a:lnTo>
                    <a:pt x="1120" y="7956"/>
                  </a:lnTo>
                  <a:lnTo>
                    <a:pt x="1699" y="7608"/>
                  </a:lnTo>
                  <a:lnTo>
                    <a:pt x="2472" y="7222"/>
                  </a:lnTo>
                  <a:lnTo>
                    <a:pt x="3244" y="6874"/>
                  </a:lnTo>
                  <a:lnTo>
                    <a:pt x="4209" y="6411"/>
                  </a:lnTo>
                  <a:lnTo>
                    <a:pt x="4673" y="6179"/>
                  </a:lnTo>
                  <a:lnTo>
                    <a:pt x="5136" y="5909"/>
                  </a:lnTo>
                  <a:close/>
                  <a:moveTo>
                    <a:pt x="5136" y="1"/>
                  </a:moveTo>
                  <a:lnTo>
                    <a:pt x="4943" y="78"/>
                  </a:lnTo>
                  <a:lnTo>
                    <a:pt x="4750" y="194"/>
                  </a:lnTo>
                  <a:lnTo>
                    <a:pt x="4596" y="387"/>
                  </a:lnTo>
                  <a:lnTo>
                    <a:pt x="4441" y="580"/>
                  </a:lnTo>
                  <a:lnTo>
                    <a:pt x="4364" y="812"/>
                  </a:lnTo>
                  <a:lnTo>
                    <a:pt x="4325" y="1044"/>
                  </a:lnTo>
                  <a:lnTo>
                    <a:pt x="4325" y="1507"/>
                  </a:lnTo>
                  <a:lnTo>
                    <a:pt x="4402" y="1970"/>
                  </a:lnTo>
                  <a:lnTo>
                    <a:pt x="4634" y="2897"/>
                  </a:lnTo>
                  <a:lnTo>
                    <a:pt x="4982" y="4017"/>
                  </a:lnTo>
                  <a:lnTo>
                    <a:pt x="5175" y="4558"/>
                  </a:lnTo>
                  <a:lnTo>
                    <a:pt x="5368" y="5098"/>
                  </a:lnTo>
                  <a:lnTo>
                    <a:pt x="5368" y="5214"/>
                  </a:lnTo>
                  <a:lnTo>
                    <a:pt x="5406" y="5330"/>
                  </a:lnTo>
                  <a:lnTo>
                    <a:pt x="4943" y="5600"/>
                  </a:lnTo>
                  <a:lnTo>
                    <a:pt x="4480" y="5870"/>
                  </a:lnTo>
                  <a:lnTo>
                    <a:pt x="3476" y="6334"/>
                  </a:lnTo>
                  <a:lnTo>
                    <a:pt x="2472" y="6797"/>
                  </a:lnTo>
                  <a:lnTo>
                    <a:pt x="1970" y="7029"/>
                  </a:lnTo>
                  <a:lnTo>
                    <a:pt x="1468" y="7299"/>
                  </a:lnTo>
                  <a:lnTo>
                    <a:pt x="966" y="7608"/>
                  </a:lnTo>
                  <a:lnTo>
                    <a:pt x="657" y="7801"/>
                  </a:lnTo>
                  <a:lnTo>
                    <a:pt x="348" y="8071"/>
                  </a:lnTo>
                  <a:lnTo>
                    <a:pt x="116" y="8342"/>
                  </a:lnTo>
                  <a:lnTo>
                    <a:pt x="39" y="8458"/>
                  </a:lnTo>
                  <a:lnTo>
                    <a:pt x="0" y="8612"/>
                  </a:lnTo>
                  <a:lnTo>
                    <a:pt x="0" y="8767"/>
                  </a:lnTo>
                  <a:lnTo>
                    <a:pt x="0" y="8921"/>
                  </a:lnTo>
                  <a:lnTo>
                    <a:pt x="78" y="9037"/>
                  </a:lnTo>
                  <a:lnTo>
                    <a:pt x="232" y="9191"/>
                  </a:lnTo>
                  <a:lnTo>
                    <a:pt x="348" y="9307"/>
                  </a:lnTo>
                  <a:lnTo>
                    <a:pt x="502" y="9384"/>
                  </a:lnTo>
                  <a:lnTo>
                    <a:pt x="618" y="9423"/>
                  </a:lnTo>
                  <a:lnTo>
                    <a:pt x="773" y="9462"/>
                  </a:lnTo>
                  <a:lnTo>
                    <a:pt x="1120" y="9462"/>
                  </a:lnTo>
                  <a:lnTo>
                    <a:pt x="1429" y="9384"/>
                  </a:lnTo>
                  <a:lnTo>
                    <a:pt x="1738" y="9230"/>
                  </a:lnTo>
                  <a:lnTo>
                    <a:pt x="2047" y="9075"/>
                  </a:lnTo>
                  <a:lnTo>
                    <a:pt x="2588" y="8767"/>
                  </a:lnTo>
                  <a:lnTo>
                    <a:pt x="3476" y="8071"/>
                  </a:lnTo>
                  <a:lnTo>
                    <a:pt x="4287" y="7338"/>
                  </a:lnTo>
                  <a:lnTo>
                    <a:pt x="5098" y="6565"/>
                  </a:lnTo>
                  <a:lnTo>
                    <a:pt x="5445" y="6141"/>
                  </a:lnTo>
                  <a:lnTo>
                    <a:pt x="5793" y="5677"/>
                  </a:lnTo>
                  <a:lnTo>
                    <a:pt x="5793" y="5716"/>
                  </a:lnTo>
                  <a:lnTo>
                    <a:pt x="6063" y="6064"/>
                  </a:lnTo>
                  <a:lnTo>
                    <a:pt x="6217" y="6218"/>
                  </a:lnTo>
                  <a:lnTo>
                    <a:pt x="6372" y="6334"/>
                  </a:lnTo>
                  <a:lnTo>
                    <a:pt x="6603" y="6179"/>
                  </a:lnTo>
                  <a:lnTo>
                    <a:pt x="6603" y="6141"/>
                  </a:lnTo>
                  <a:lnTo>
                    <a:pt x="6333" y="5870"/>
                  </a:lnTo>
                  <a:lnTo>
                    <a:pt x="6217" y="5716"/>
                  </a:lnTo>
                  <a:lnTo>
                    <a:pt x="6179" y="5523"/>
                  </a:lnTo>
                  <a:lnTo>
                    <a:pt x="6140" y="5484"/>
                  </a:lnTo>
                  <a:lnTo>
                    <a:pt x="7028" y="5562"/>
                  </a:lnTo>
                  <a:lnTo>
                    <a:pt x="7955" y="5562"/>
                  </a:lnTo>
                  <a:lnTo>
                    <a:pt x="8882" y="5484"/>
                  </a:lnTo>
                  <a:lnTo>
                    <a:pt x="9770" y="5330"/>
                  </a:lnTo>
                  <a:lnTo>
                    <a:pt x="10465" y="5175"/>
                  </a:lnTo>
                  <a:lnTo>
                    <a:pt x="10890" y="5060"/>
                  </a:lnTo>
                  <a:lnTo>
                    <a:pt x="11315" y="4905"/>
                  </a:lnTo>
                  <a:lnTo>
                    <a:pt x="11701" y="4673"/>
                  </a:lnTo>
                  <a:lnTo>
                    <a:pt x="11894" y="4558"/>
                  </a:lnTo>
                  <a:lnTo>
                    <a:pt x="12010" y="4403"/>
                  </a:lnTo>
                  <a:lnTo>
                    <a:pt x="12125" y="4249"/>
                  </a:lnTo>
                  <a:lnTo>
                    <a:pt x="12164" y="4094"/>
                  </a:lnTo>
                  <a:lnTo>
                    <a:pt x="12203" y="3901"/>
                  </a:lnTo>
                  <a:lnTo>
                    <a:pt x="12164" y="3708"/>
                  </a:lnTo>
                  <a:lnTo>
                    <a:pt x="12125" y="3554"/>
                  </a:lnTo>
                  <a:lnTo>
                    <a:pt x="12010" y="3438"/>
                  </a:lnTo>
                  <a:lnTo>
                    <a:pt x="11932" y="3322"/>
                  </a:lnTo>
                  <a:lnTo>
                    <a:pt x="11817" y="3245"/>
                  </a:lnTo>
                  <a:lnTo>
                    <a:pt x="11662" y="3167"/>
                  </a:lnTo>
                  <a:lnTo>
                    <a:pt x="11508" y="3167"/>
                  </a:lnTo>
                  <a:lnTo>
                    <a:pt x="11199" y="3129"/>
                  </a:lnTo>
                  <a:lnTo>
                    <a:pt x="10851" y="3167"/>
                  </a:lnTo>
                  <a:lnTo>
                    <a:pt x="10504" y="3245"/>
                  </a:lnTo>
                  <a:lnTo>
                    <a:pt x="9924" y="3360"/>
                  </a:lnTo>
                  <a:lnTo>
                    <a:pt x="8959" y="3669"/>
                  </a:lnTo>
                  <a:lnTo>
                    <a:pt x="7994" y="3978"/>
                  </a:lnTo>
                  <a:lnTo>
                    <a:pt x="7028" y="4326"/>
                  </a:lnTo>
                  <a:lnTo>
                    <a:pt x="6102" y="4751"/>
                  </a:lnTo>
                  <a:lnTo>
                    <a:pt x="6333" y="3283"/>
                  </a:lnTo>
                  <a:lnTo>
                    <a:pt x="6449" y="2550"/>
                  </a:lnTo>
                  <a:lnTo>
                    <a:pt x="6488" y="1816"/>
                  </a:lnTo>
                  <a:lnTo>
                    <a:pt x="6488" y="1546"/>
                  </a:lnTo>
                  <a:lnTo>
                    <a:pt x="6449" y="1275"/>
                  </a:lnTo>
                  <a:lnTo>
                    <a:pt x="6372" y="1044"/>
                  </a:lnTo>
                  <a:lnTo>
                    <a:pt x="6295" y="851"/>
                  </a:lnTo>
                  <a:lnTo>
                    <a:pt x="6179" y="619"/>
                  </a:lnTo>
                  <a:lnTo>
                    <a:pt x="6024" y="464"/>
                  </a:lnTo>
                  <a:lnTo>
                    <a:pt x="5831" y="310"/>
                  </a:lnTo>
                  <a:lnTo>
                    <a:pt x="5600" y="155"/>
                  </a:lnTo>
                  <a:lnTo>
                    <a:pt x="5484" y="78"/>
                  </a:lnTo>
                  <a:lnTo>
                    <a:pt x="5368" y="40"/>
                  </a:lnTo>
                  <a:lnTo>
                    <a:pt x="51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22"/>
            <p:cNvSpPr/>
            <p:nvPr/>
          </p:nvSpPr>
          <p:spPr>
            <a:xfrm>
              <a:off x="1851250" y="17671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2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0" y="5368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9"/>
                  </a:lnTo>
                  <a:lnTo>
                    <a:pt x="3978" y="888"/>
                  </a:lnTo>
                  <a:lnTo>
                    <a:pt x="4634" y="657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2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4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29" y="7376"/>
                  </a:lnTo>
                  <a:lnTo>
                    <a:pt x="13438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4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1" y="8611"/>
                  </a:lnTo>
                  <a:lnTo>
                    <a:pt x="18651" y="8534"/>
                  </a:lnTo>
                  <a:lnTo>
                    <a:pt x="18651" y="8457"/>
                  </a:lnTo>
                  <a:lnTo>
                    <a:pt x="18651" y="8380"/>
                  </a:lnTo>
                  <a:lnTo>
                    <a:pt x="18651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0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22"/>
            <p:cNvSpPr/>
            <p:nvPr/>
          </p:nvSpPr>
          <p:spPr>
            <a:xfrm>
              <a:off x="6591225" y="17699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8" y="542"/>
                  </a:lnTo>
                  <a:lnTo>
                    <a:pt x="12434" y="657"/>
                  </a:lnTo>
                  <a:lnTo>
                    <a:pt x="12628" y="735"/>
                  </a:lnTo>
                  <a:lnTo>
                    <a:pt x="12743" y="812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6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1"/>
                  </a:lnTo>
                  <a:lnTo>
                    <a:pt x="12241" y="2472"/>
                  </a:lnTo>
                  <a:lnTo>
                    <a:pt x="11817" y="2743"/>
                  </a:lnTo>
                  <a:lnTo>
                    <a:pt x="11392" y="2936"/>
                  </a:lnTo>
                  <a:lnTo>
                    <a:pt x="10658" y="3206"/>
                  </a:lnTo>
                  <a:lnTo>
                    <a:pt x="9924" y="3438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2"/>
                  </a:lnTo>
                  <a:lnTo>
                    <a:pt x="5020" y="4596"/>
                  </a:lnTo>
                  <a:lnTo>
                    <a:pt x="4132" y="4712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1"/>
                  </a:lnTo>
                  <a:lnTo>
                    <a:pt x="1506" y="4673"/>
                  </a:lnTo>
                  <a:lnTo>
                    <a:pt x="1198" y="4558"/>
                  </a:lnTo>
                  <a:lnTo>
                    <a:pt x="889" y="4442"/>
                  </a:lnTo>
                  <a:lnTo>
                    <a:pt x="580" y="4249"/>
                  </a:lnTo>
                  <a:lnTo>
                    <a:pt x="657" y="4171"/>
                  </a:lnTo>
                  <a:lnTo>
                    <a:pt x="696" y="4056"/>
                  </a:lnTo>
                  <a:lnTo>
                    <a:pt x="696" y="3940"/>
                  </a:lnTo>
                  <a:lnTo>
                    <a:pt x="734" y="3824"/>
                  </a:lnTo>
                  <a:lnTo>
                    <a:pt x="850" y="3631"/>
                  </a:lnTo>
                  <a:lnTo>
                    <a:pt x="1082" y="3438"/>
                  </a:lnTo>
                  <a:lnTo>
                    <a:pt x="1313" y="3245"/>
                  </a:lnTo>
                  <a:lnTo>
                    <a:pt x="1854" y="2936"/>
                  </a:lnTo>
                  <a:lnTo>
                    <a:pt x="2279" y="2704"/>
                  </a:lnTo>
                  <a:lnTo>
                    <a:pt x="3012" y="2356"/>
                  </a:lnTo>
                  <a:lnTo>
                    <a:pt x="3707" y="2009"/>
                  </a:lnTo>
                  <a:lnTo>
                    <a:pt x="4480" y="1700"/>
                  </a:lnTo>
                  <a:lnTo>
                    <a:pt x="5252" y="1430"/>
                  </a:lnTo>
                  <a:lnTo>
                    <a:pt x="6024" y="1198"/>
                  </a:lnTo>
                  <a:lnTo>
                    <a:pt x="6835" y="1005"/>
                  </a:lnTo>
                  <a:lnTo>
                    <a:pt x="7608" y="812"/>
                  </a:lnTo>
                  <a:lnTo>
                    <a:pt x="8418" y="696"/>
                  </a:lnTo>
                  <a:lnTo>
                    <a:pt x="9229" y="580"/>
                  </a:lnTo>
                  <a:lnTo>
                    <a:pt x="10040" y="542"/>
                  </a:lnTo>
                  <a:lnTo>
                    <a:pt x="10735" y="503"/>
                  </a:lnTo>
                  <a:lnTo>
                    <a:pt x="11160" y="464"/>
                  </a:lnTo>
                  <a:close/>
                  <a:moveTo>
                    <a:pt x="13477" y="1121"/>
                  </a:moveTo>
                  <a:lnTo>
                    <a:pt x="13631" y="1314"/>
                  </a:lnTo>
                  <a:lnTo>
                    <a:pt x="13709" y="1507"/>
                  </a:lnTo>
                  <a:lnTo>
                    <a:pt x="13747" y="1739"/>
                  </a:lnTo>
                  <a:lnTo>
                    <a:pt x="13709" y="2009"/>
                  </a:lnTo>
                  <a:lnTo>
                    <a:pt x="13631" y="2241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8"/>
                  </a:lnTo>
                  <a:lnTo>
                    <a:pt x="12048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1" y="4635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5" y="5948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9"/>
                  </a:lnTo>
                  <a:lnTo>
                    <a:pt x="696" y="5484"/>
                  </a:lnTo>
                  <a:lnTo>
                    <a:pt x="502" y="5253"/>
                  </a:lnTo>
                  <a:lnTo>
                    <a:pt x="348" y="5021"/>
                  </a:lnTo>
                  <a:lnTo>
                    <a:pt x="309" y="4866"/>
                  </a:lnTo>
                  <a:lnTo>
                    <a:pt x="309" y="4751"/>
                  </a:lnTo>
                  <a:lnTo>
                    <a:pt x="309" y="4596"/>
                  </a:lnTo>
                  <a:lnTo>
                    <a:pt x="348" y="4442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4"/>
                  </a:lnTo>
                  <a:lnTo>
                    <a:pt x="1931" y="5253"/>
                  </a:lnTo>
                  <a:lnTo>
                    <a:pt x="2588" y="5330"/>
                  </a:lnTo>
                  <a:lnTo>
                    <a:pt x="3244" y="5291"/>
                  </a:lnTo>
                  <a:lnTo>
                    <a:pt x="3939" y="5253"/>
                  </a:lnTo>
                  <a:lnTo>
                    <a:pt x="5136" y="5059"/>
                  </a:lnTo>
                  <a:lnTo>
                    <a:pt x="6913" y="4789"/>
                  </a:lnTo>
                  <a:lnTo>
                    <a:pt x="7839" y="4596"/>
                  </a:lnTo>
                  <a:lnTo>
                    <a:pt x="8727" y="4403"/>
                  </a:lnTo>
                  <a:lnTo>
                    <a:pt x="9616" y="4133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9"/>
                  </a:lnTo>
                  <a:lnTo>
                    <a:pt x="12434" y="2974"/>
                  </a:lnTo>
                  <a:lnTo>
                    <a:pt x="12705" y="2820"/>
                  </a:lnTo>
                  <a:lnTo>
                    <a:pt x="12936" y="2588"/>
                  </a:lnTo>
                  <a:lnTo>
                    <a:pt x="13129" y="2395"/>
                  </a:lnTo>
                  <a:lnTo>
                    <a:pt x="13323" y="2125"/>
                  </a:lnTo>
                  <a:lnTo>
                    <a:pt x="13438" y="1854"/>
                  </a:lnTo>
                  <a:lnTo>
                    <a:pt x="13516" y="1584"/>
                  </a:lnTo>
                  <a:lnTo>
                    <a:pt x="13516" y="1237"/>
                  </a:lnTo>
                  <a:lnTo>
                    <a:pt x="13477" y="1121"/>
                  </a:lnTo>
                  <a:close/>
                  <a:moveTo>
                    <a:pt x="10658" y="1"/>
                  </a:moveTo>
                  <a:lnTo>
                    <a:pt x="9886" y="40"/>
                  </a:lnTo>
                  <a:lnTo>
                    <a:pt x="9114" y="117"/>
                  </a:lnTo>
                  <a:lnTo>
                    <a:pt x="8303" y="233"/>
                  </a:lnTo>
                  <a:lnTo>
                    <a:pt x="7530" y="348"/>
                  </a:lnTo>
                  <a:lnTo>
                    <a:pt x="6719" y="542"/>
                  </a:lnTo>
                  <a:lnTo>
                    <a:pt x="5909" y="735"/>
                  </a:lnTo>
                  <a:lnTo>
                    <a:pt x="5020" y="1005"/>
                  </a:lnTo>
                  <a:lnTo>
                    <a:pt x="4132" y="1352"/>
                  </a:lnTo>
                  <a:lnTo>
                    <a:pt x="3244" y="1700"/>
                  </a:lnTo>
                  <a:lnTo>
                    <a:pt x="2395" y="2125"/>
                  </a:lnTo>
                  <a:lnTo>
                    <a:pt x="1777" y="2434"/>
                  </a:lnTo>
                  <a:lnTo>
                    <a:pt x="1391" y="2627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4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6"/>
                  </a:lnTo>
                  <a:lnTo>
                    <a:pt x="194" y="4133"/>
                  </a:lnTo>
                  <a:lnTo>
                    <a:pt x="194" y="4171"/>
                  </a:lnTo>
                  <a:lnTo>
                    <a:pt x="116" y="4326"/>
                  </a:lnTo>
                  <a:lnTo>
                    <a:pt x="39" y="4480"/>
                  </a:lnTo>
                  <a:lnTo>
                    <a:pt x="0" y="4635"/>
                  </a:lnTo>
                  <a:lnTo>
                    <a:pt x="0" y="4789"/>
                  </a:lnTo>
                  <a:lnTo>
                    <a:pt x="39" y="5137"/>
                  </a:lnTo>
                  <a:lnTo>
                    <a:pt x="194" y="5446"/>
                  </a:lnTo>
                  <a:lnTo>
                    <a:pt x="348" y="5639"/>
                  </a:lnTo>
                  <a:lnTo>
                    <a:pt x="502" y="5832"/>
                  </a:lnTo>
                  <a:lnTo>
                    <a:pt x="696" y="5948"/>
                  </a:lnTo>
                  <a:lnTo>
                    <a:pt x="927" y="6063"/>
                  </a:lnTo>
                  <a:lnTo>
                    <a:pt x="966" y="6257"/>
                  </a:lnTo>
                  <a:lnTo>
                    <a:pt x="1275" y="6179"/>
                  </a:lnTo>
                  <a:lnTo>
                    <a:pt x="1313" y="6218"/>
                  </a:lnTo>
                  <a:lnTo>
                    <a:pt x="1313" y="6257"/>
                  </a:lnTo>
                  <a:lnTo>
                    <a:pt x="1352" y="6295"/>
                  </a:lnTo>
                  <a:lnTo>
                    <a:pt x="1468" y="6257"/>
                  </a:lnTo>
                  <a:lnTo>
                    <a:pt x="1815" y="6295"/>
                  </a:lnTo>
                  <a:lnTo>
                    <a:pt x="2395" y="6334"/>
                  </a:lnTo>
                  <a:lnTo>
                    <a:pt x="3012" y="6372"/>
                  </a:lnTo>
                  <a:lnTo>
                    <a:pt x="3592" y="6334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2"/>
                  </a:lnTo>
                  <a:lnTo>
                    <a:pt x="7994" y="5523"/>
                  </a:lnTo>
                  <a:lnTo>
                    <a:pt x="9036" y="5253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3"/>
                  </a:lnTo>
                  <a:lnTo>
                    <a:pt x="12126" y="4249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4" y="3940"/>
                  </a:lnTo>
                  <a:lnTo>
                    <a:pt x="12898" y="3669"/>
                  </a:lnTo>
                  <a:lnTo>
                    <a:pt x="13361" y="3322"/>
                  </a:lnTo>
                  <a:lnTo>
                    <a:pt x="13631" y="3052"/>
                  </a:lnTo>
                  <a:lnTo>
                    <a:pt x="13825" y="2704"/>
                  </a:lnTo>
                  <a:lnTo>
                    <a:pt x="14133" y="2627"/>
                  </a:lnTo>
                  <a:lnTo>
                    <a:pt x="14018" y="2318"/>
                  </a:lnTo>
                  <a:lnTo>
                    <a:pt x="14095" y="2009"/>
                  </a:lnTo>
                  <a:lnTo>
                    <a:pt x="14133" y="1739"/>
                  </a:lnTo>
                  <a:lnTo>
                    <a:pt x="14095" y="1468"/>
                  </a:lnTo>
                  <a:lnTo>
                    <a:pt x="14018" y="1237"/>
                  </a:lnTo>
                  <a:lnTo>
                    <a:pt x="13902" y="1005"/>
                  </a:lnTo>
                  <a:lnTo>
                    <a:pt x="13747" y="812"/>
                  </a:lnTo>
                  <a:lnTo>
                    <a:pt x="13477" y="619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3" y="117"/>
                  </a:lnTo>
                  <a:lnTo>
                    <a:pt x="11817" y="40"/>
                  </a:lnTo>
                  <a:lnTo>
                    <a:pt x="1143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22"/>
            <p:cNvSpPr/>
            <p:nvPr/>
          </p:nvSpPr>
          <p:spPr>
            <a:xfrm>
              <a:off x="2687250" y="1806675"/>
              <a:ext cx="449900" cy="337900"/>
            </a:xfrm>
            <a:custGeom>
              <a:avLst/>
              <a:gdLst/>
              <a:ahLst/>
              <a:cxnLst/>
              <a:rect l="l" t="t" r="r" b="b"/>
              <a:pathLst>
                <a:path w="17996" h="13516" extrusionOk="0">
                  <a:moveTo>
                    <a:pt x="15794" y="386"/>
                  </a:moveTo>
                  <a:lnTo>
                    <a:pt x="15872" y="425"/>
                  </a:lnTo>
                  <a:lnTo>
                    <a:pt x="15949" y="464"/>
                  </a:lnTo>
                  <a:lnTo>
                    <a:pt x="16103" y="657"/>
                  </a:lnTo>
                  <a:lnTo>
                    <a:pt x="16181" y="850"/>
                  </a:lnTo>
                  <a:lnTo>
                    <a:pt x="16258" y="1043"/>
                  </a:lnTo>
                  <a:lnTo>
                    <a:pt x="16219" y="1236"/>
                  </a:lnTo>
                  <a:lnTo>
                    <a:pt x="16181" y="1468"/>
                  </a:lnTo>
                  <a:lnTo>
                    <a:pt x="15987" y="1892"/>
                  </a:lnTo>
                  <a:lnTo>
                    <a:pt x="15833" y="2163"/>
                  </a:lnTo>
                  <a:lnTo>
                    <a:pt x="15601" y="2433"/>
                  </a:lnTo>
                  <a:lnTo>
                    <a:pt x="15370" y="2665"/>
                  </a:lnTo>
                  <a:lnTo>
                    <a:pt x="15099" y="2896"/>
                  </a:lnTo>
                  <a:lnTo>
                    <a:pt x="14983" y="2279"/>
                  </a:lnTo>
                  <a:lnTo>
                    <a:pt x="14945" y="1970"/>
                  </a:lnTo>
                  <a:lnTo>
                    <a:pt x="14906" y="1699"/>
                  </a:lnTo>
                  <a:lnTo>
                    <a:pt x="14945" y="1390"/>
                  </a:lnTo>
                  <a:lnTo>
                    <a:pt x="15022" y="1120"/>
                  </a:lnTo>
                  <a:lnTo>
                    <a:pt x="15138" y="850"/>
                  </a:lnTo>
                  <a:lnTo>
                    <a:pt x="15331" y="618"/>
                  </a:lnTo>
                  <a:lnTo>
                    <a:pt x="15563" y="464"/>
                  </a:lnTo>
                  <a:lnTo>
                    <a:pt x="15679" y="386"/>
                  </a:lnTo>
                  <a:close/>
                  <a:moveTo>
                    <a:pt x="14481" y="3437"/>
                  </a:moveTo>
                  <a:lnTo>
                    <a:pt x="14443" y="3591"/>
                  </a:lnTo>
                  <a:lnTo>
                    <a:pt x="14134" y="3939"/>
                  </a:lnTo>
                  <a:lnTo>
                    <a:pt x="13786" y="4287"/>
                  </a:lnTo>
                  <a:lnTo>
                    <a:pt x="13593" y="4441"/>
                  </a:lnTo>
                  <a:lnTo>
                    <a:pt x="13362" y="4595"/>
                  </a:lnTo>
                  <a:lnTo>
                    <a:pt x="13091" y="4711"/>
                  </a:lnTo>
                  <a:lnTo>
                    <a:pt x="12782" y="4750"/>
                  </a:lnTo>
                  <a:lnTo>
                    <a:pt x="12667" y="4789"/>
                  </a:lnTo>
                  <a:lnTo>
                    <a:pt x="12589" y="4750"/>
                  </a:lnTo>
                  <a:lnTo>
                    <a:pt x="12551" y="4673"/>
                  </a:lnTo>
                  <a:lnTo>
                    <a:pt x="12512" y="4518"/>
                  </a:lnTo>
                  <a:lnTo>
                    <a:pt x="12474" y="4287"/>
                  </a:lnTo>
                  <a:lnTo>
                    <a:pt x="12512" y="4171"/>
                  </a:lnTo>
                  <a:lnTo>
                    <a:pt x="12628" y="4055"/>
                  </a:lnTo>
                  <a:lnTo>
                    <a:pt x="12821" y="3900"/>
                  </a:lnTo>
                  <a:lnTo>
                    <a:pt x="13091" y="3746"/>
                  </a:lnTo>
                  <a:lnTo>
                    <a:pt x="13362" y="3591"/>
                  </a:lnTo>
                  <a:lnTo>
                    <a:pt x="13632" y="3514"/>
                  </a:lnTo>
                  <a:lnTo>
                    <a:pt x="13941" y="3437"/>
                  </a:lnTo>
                  <a:close/>
                  <a:moveTo>
                    <a:pt x="15061" y="3514"/>
                  </a:moveTo>
                  <a:lnTo>
                    <a:pt x="15717" y="3553"/>
                  </a:lnTo>
                  <a:lnTo>
                    <a:pt x="16065" y="3591"/>
                  </a:lnTo>
                  <a:lnTo>
                    <a:pt x="16412" y="3630"/>
                  </a:lnTo>
                  <a:lnTo>
                    <a:pt x="16721" y="3707"/>
                  </a:lnTo>
                  <a:lnTo>
                    <a:pt x="17030" y="3823"/>
                  </a:lnTo>
                  <a:lnTo>
                    <a:pt x="17262" y="4016"/>
                  </a:lnTo>
                  <a:lnTo>
                    <a:pt x="17378" y="4171"/>
                  </a:lnTo>
                  <a:lnTo>
                    <a:pt x="17493" y="4287"/>
                  </a:lnTo>
                  <a:lnTo>
                    <a:pt x="17571" y="4480"/>
                  </a:lnTo>
                  <a:lnTo>
                    <a:pt x="17571" y="4634"/>
                  </a:lnTo>
                  <a:lnTo>
                    <a:pt x="17493" y="4789"/>
                  </a:lnTo>
                  <a:lnTo>
                    <a:pt x="17378" y="4904"/>
                  </a:lnTo>
                  <a:lnTo>
                    <a:pt x="17262" y="4982"/>
                  </a:lnTo>
                  <a:lnTo>
                    <a:pt x="17069" y="5020"/>
                  </a:lnTo>
                  <a:lnTo>
                    <a:pt x="16914" y="4982"/>
                  </a:lnTo>
                  <a:lnTo>
                    <a:pt x="16721" y="4943"/>
                  </a:lnTo>
                  <a:lnTo>
                    <a:pt x="16335" y="4750"/>
                  </a:lnTo>
                  <a:lnTo>
                    <a:pt x="15987" y="4518"/>
                  </a:lnTo>
                  <a:lnTo>
                    <a:pt x="15717" y="4287"/>
                  </a:lnTo>
                  <a:lnTo>
                    <a:pt x="15485" y="4055"/>
                  </a:lnTo>
                  <a:lnTo>
                    <a:pt x="15254" y="3785"/>
                  </a:lnTo>
                  <a:lnTo>
                    <a:pt x="15061" y="3514"/>
                  </a:lnTo>
                  <a:close/>
                  <a:moveTo>
                    <a:pt x="4866" y="3128"/>
                  </a:moveTo>
                  <a:lnTo>
                    <a:pt x="5484" y="3167"/>
                  </a:lnTo>
                  <a:lnTo>
                    <a:pt x="6102" y="3283"/>
                  </a:lnTo>
                  <a:lnTo>
                    <a:pt x="6681" y="3514"/>
                  </a:lnTo>
                  <a:lnTo>
                    <a:pt x="7145" y="3707"/>
                  </a:lnTo>
                  <a:lnTo>
                    <a:pt x="7569" y="3978"/>
                  </a:lnTo>
                  <a:lnTo>
                    <a:pt x="7994" y="4248"/>
                  </a:lnTo>
                  <a:lnTo>
                    <a:pt x="8380" y="4557"/>
                  </a:lnTo>
                  <a:lnTo>
                    <a:pt x="9153" y="5213"/>
                  </a:lnTo>
                  <a:lnTo>
                    <a:pt x="9925" y="5908"/>
                  </a:lnTo>
                  <a:lnTo>
                    <a:pt x="10234" y="6179"/>
                  </a:lnTo>
                  <a:lnTo>
                    <a:pt x="10581" y="6410"/>
                  </a:lnTo>
                  <a:lnTo>
                    <a:pt x="10968" y="6642"/>
                  </a:lnTo>
                  <a:lnTo>
                    <a:pt x="11354" y="6797"/>
                  </a:lnTo>
                  <a:lnTo>
                    <a:pt x="11740" y="6874"/>
                  </a:lnTo>
                  <a:lnTo>
                    <a:pt x="12165" y="6912"/>
                  </a:lnTo>
                  <a:lnTo>
                    <a:pt x="12589" y="6874"/>
                  </a:lnTo>
                  <a:lnTo>
                    <a:pt x="13014" y="6719"/>
                  </a:lnTo>
                  <a:lnTo>
                    <a:pt x="13323" y="6565"/>
                  </a:lnTo>
                  <a:lnTo>
                    <a:pt x="13593" y="6372"/>
                  </a:lnTo>
                  <a:lnTo>
                    <a:pt x="13825" y="6179"/>
                  </a:lnTo>
                  <a:lnTo>
                    <a:pt x="14018" y="5947"/>
                  </a:lnTo>
                  <a:lnTo>
                    <a:pt x="14211" y="5677"/>
                  </a:lnTo>
                  <a:lnTo>
                    <a:pt x="14366" y="5406"/>
                  </a:lnTo>
                  <a:lnTo>
                    <a:pt x="14520" y="5097"/>
                  </a:lnTo>
                  <a:lnTo>
                    <a:pt x="14636" y="4789"/>
                  </a:lnTo>
                  <a:lnTo>
                    <a:pt x="14559" y="5638"/>
                  </a:lnTo>
                  <a:lnTo>
                    <a:pt x="14404" y="6449"/>
                  </a:lnTo>
                  <a:lnTo>
                    <a:pt x="14211" y="7221"/>
                  </a:lnTo>
                  <a:lnTo>
                    <a:pt x="13941" y="7994"/>
                  </a:lnTo>
                  <a:lnTo>
                    <a:pt x="13593" y="8727"/>
                  </a:lnTo>
                  <a:lnTo>
                    <a:pt x="13169" y="9422"/>
                  </a:lnTo>
                  <a:lnTo>
                    <a:pt x="12667" y="10117"/>
                  </a:lnTo>
                  <a:lnTo>
                    <a:pt x="12087" y="10735"/>
                  </a:lnTo>
                  <a:lnTo>
                    <a:pt x="11624" y="11160"/>
                  </a:lnTo>
                  <a:lnTo>
                    <a:pt x="11199" y="11546"/>
                  </a:lnTo>
                  <a:lnTo>
                    <a:pt x="10697" y="11855"/>
                  </a:lnTo>
                  <a:lnTo>
                    <a:pt x="10195" y="12164"/>
                  </a:lnTo>
                  <a:lnTo>
                    <a:pt x="9693" y="12396"/>
                  </a:lnTo>
                  <a:lnTo>
                    <a:pt x="9153" y="12627"/>
                  </a:lnTo>
                  <a:lnTo>
                    <a:pt x="8612" y="12782"/>
                  </a:lnTo>
                  <a:lnTo>
                    <a:pt x="8071" y="12898"/>
                  </a:lnTo>
                  <a:lnTo>
                    <a:pt x="7531" y="12975"/>
                  </a:lnTo>
                  <a:lnTo>
                    <a:pt x="6990" y="13014"/>
                  </a:lnTo>
                  <a:lnTo>
                    <a:pt x="6411" y="12975"/>
                  </a:lnTo>
                  <a:lnTo>
                    <a:pt x="5870" y="12898"/>
                  </a:lnTo>
                  <a:lnTo>
                    <a:pt x="5291" y="12782"/>
                  </a:lnTo>
                  <a:lnTo>
                    <a:pt x="4751" y="12627"/>
                  </a:lnTo>
                  <a:lnTo>
                    <a:pt x="4171" y="12396"/>
                  </a:lnTo>
                  <a:lnTo>
                    <a:pt x="3631" y="12125"/>
                  </a:lnTo>
                  <a:lnTo>
                    <a:pt x="3090" y="11816"/>
                  </a:lnTo>
                  <a:lnTo>
                    <a:pt x="2588" y="11469"/>
                  </a:lnTo>
                  <a:lnTo>
                    <a:pt x="2125" y="11044"/>
                  </a:lnTo>
                  <a:lnTo>
                    <a:pt x="1700" y="10581"/>
                  </a:lnTo>
                  <a:lnTo>
                    <a:pt x="1314" y="10117"/>
                  </a:lnTo>
                  <a:lnTo>
                    <a:pt x="966" y="9577"/>
                  </a:lnTo>
                  <a:lnTo>
                    <a:pt x="696" y="8998"/>
                  </a:lnTo>
                  <a:lnTo>
                    <a:pt x="542" y="8418"/>
                  </a:lnTo>
                  <a:lnTo>
                    <a:pt x="426" y="7801"/>
                  </a:lnTo>
                  <a:lnTo>
                    <a:pt x="426" y="7221"/>
                  </a:lnTo>
                  <a:lnTo>
                    <a:pt x="503" y="6603"/>
                  </a:lnTo>
                  <a:lnTo>
                    <a:pt x="696" y="6024"/>
                  </a:lnTo>
                  <a:lnTo>
                    <a:pt x="928" y="5484"/>
                  </a:lnTo>
                  <a:lnTo>
                    <a:pt x="1237" y="4943"/>
                  </a:lnTo>
                  <a:lnTo>
                    <a:pt x="1623" y="4480"/>
                  </a:lnTo>
                  <a:lnTo>
                    <a:pt x="2048" y="4055"/>
                  </a:lnTo>
                  <a:lnTo>
                    <a:pt x="2588" y="3707"/>
                  </a:lnTo>
                  <a:lnTo>
                    <a:pt x="3129" y="3437"/>
                  </a:lnTo>
                  <a:lnTo>
                    <a:pt x="3708" y="3244"/>
                  </a:lnTo>
                  <a:lnTo>
                    <a:pt x="4287" y="3167"/>
                  </a:lnTo>
                  <a:lnTo>
                    <a:pt x="4866" y="3128"/>
                  </a:lnTo>
                  <a:close/>
                  <a:moveTo>
                    <a:pt x="15717" y="0"/>
                  </a:moveTo>
                  <a:lnTo>
                    <a:pt x="15524" y="39"/>
                  </a:lnTo>
                  <a:lnTo>
                    <a:pt x="15331" y="155"/>
                  </a:lnTo>
                  <a:lnTo>
                    <a:pt x="15138" y="271"/>
                  </a:lnTo>
                  <a:lnTo>
                    <a:pt x="14983" y="464"/>
                  </a:lnTo>
                  <a:lnTo>
                    <a:pt x="14829" y="618"/>
                  </a:lnTo>
                  <a:lnTo>
                    <a:pt x="14713" y="850"/>
                  </a:lnTo>
                  <a:lnTo>
                    <a:pt x="14636" y="1043"/>
                  </a:lnTo>
                  <a:lnTo>
                    <a:pt x="14597" y="1275"/>
                  </a:lnTo>
                  <a:lnTo>
                    <a:pt x="14559" y="1545"/>
                  </a:lnTo>
                  <a:lnTo>
                    <a:pt x="14520" y="2047"/>
                  </a:lnTo>
                  <a:lnTo>
                    <a:pt x="14597" y="2588"/>
                  </a:lnTo>
                  <a:lnTo>
                    <a:pt x="14752" y="3090"/>
                  </a:lnTo>
                  <a:lnTo>
                    <a:pt x="14713" y="3128"/>
                  </a:lnTo>
                  <a:lnTo>
                    <a:pt x="14675" y="3167"/>
                  </a:lnTo>
                  <a:lnTo>
                    <a:pt x="14636" y="3205"/>
                  </a:lnTo>
                  <a:lnTo>
                    <a:pt x="14173" y="3128"/>
                  </a:lnTo>
                  <a:lnTo>
                    <a:pt x="13709" y="3167"/>
                  </a:lnTo>
                  <a:lnTo>
                    <a:pt x="13246" y="3283"/>
                  </a:lnTo>
                  <a:lnTo>
                    <a:pt x="12821" y="3476"/>
                  </a:lnTo>
                  <a:lnTo>
                    <a:pt x="12512" y="3669"/>
                  </a:lnTo>
                  <a:lnTo>
                    <a:pt x="12358" y="3785"/>
                  </a:lnTo>
                  <a:lnTo>
                    <a:pt x="12203" y="3939"/>
                  </a:lnTo>
                  <a:lnTo>
                    <a:pt x="12049" y="4132"/>
                  </a:lnTo>
                  <a:lnTo>
                    <a:pt x="11972" y="4287"/>
                  </a:lnTo>
                  <a:lnTo>
                    <a:pt x="11933" y="4480"/>
                  </a:lnTo>
                  <a:lnTo>
                    <a:pt x="11933" y="4673"/>
                  </a:lnTo>
                  <a:lnTo>
                    <a:pt x="12010" y="4866"/>
                  </a:lnTo>
                  <a:lnTo>
                    <a:pt x="12126" y="5020"/>
                  </a:lnTo>
                  <a:lnTo>
                    <a:pt x="12280" y="5097"/>
                  </a:lnTo>
                  <a:lnTo>
                    <a:pt x="12435" y="5136"/>
                  </a:lnTo>
                  <a:lnTo>
                    <a:pt x="12628" y="5175"/>
                  </a:lnTo>
                  <a:lnTo>
                    <a:pt x="12821" y="5136"/>
                  </a:lnTo>
                  <a:lnTo>
                    <a:pt x="13207" y="5059"/>
                  </a:lnTo>
                  <a:lnTo>
                    <a:pt x="13516" y="4904"/>
                  </a:lnTo>
                  <a:lnTo>
                    <a:pt x="13825" y="4711"/>
                  </a:lnTo>
                  <a:lnTo>
                    <a:pt x="14095" y="4480"/>
                  </a:lnTo>
                  <a:lnTo>
                    <a:pt x="14366" y="4248"/>
                  </a:lnTo>
                  <a:lnTo>
                    <a:pt x="14211" y="4711"/>
                  </a:lnTo>
                  <a:lnTo>
                    <a:pt x="14018" y="5175"/>
                  </a:lnTo>
                  <a:lnTo>
                    <a:pt x="13864" y="5406"/>
                  </a:lnTo>
                  <a:lnTo>
                    <a:pt x="13709" y="5599"/>
                  </a:lnTo>
                  <a:lnTo>
                    <a:pt x="13555" y="5793"/>
                  </a:lnTo>
                  <a:lnTo>
                    <a:pt x="13362" y="5947"/>
                  </a:lnTo>
                  <a:lnTo>
                    <a:pt x="13053" y="6179"/>
                  </a:lnTo>
                  <a:lnTo>
                    <a:pt x="12705" y="6333"/>
                  </a:lnTo>
                  <a:lnTo>
                    <a:pt x="12358" y="6410"/>
                  </a:lnTo>
                  <a:lnTo>
                    <a:pt x="12010" y="6410"/>
                  </a:lnTo>
                  <a:lnTo>
                    <a:pt x="11663" y="6372"/>
                  </a:lnTo>
                  <a:lnTo>
                    <a:pt x="11315" y="6256"/>
                  </a:lnTo>
                  <a:lnTo>
                    <a:pt x="10968" y="6101"/>
                  </a:lnTo>
                  <a:lnTo>
                    <a:pt x="10659" y="5870"/>
                  </a:lnTo>
                  <a:lnTo>
                    <a:pt x="10234" y="5561"/>
                  </a:lnTo>
                  <a:lnTo>
                    <a:pt x="9809" y="5213"/>
                  </a:lnTo>
                  <a:lnTo>
                    <a:pt x="9037" y="4480"/>
                  </a:lnTo>
                  <a:lnTo>
                    <a:pt x="8651" y="4132"/>
                  </a:lnTo>
                  <a:lnTo>
                    <a:pt x="8226" y="3823"/>
                  </a:lnTo>
                  <a:lnTo>
                    <a:pt x="7801" y="3514"/>
                  </a:lnTo>
                  <a:lnTo>
                    <a:pt x="7299" y="3244"/>
                  </a:lnTo>
                  <a:lnTo>
                    <a:pt x="6720" y="3012"/>
                  </a:lnTo>
                  <a:lnTo>
                    <a:pt x="6102" y="2819"/>
                  </a:lnTo>
                  <a:lnTo>
                    <a:pt x="5523" y="2742"/>
                  </a:lnTo>
                  <a:lnTo>
                    <a:pt x="4905" y="2703"/>
                  </a:lnTo>
                  <a:lnTo>
                    <a:pt x="4287" y="2703"/>
                  </a:lnTo>
                  <a:lnTo>
                    <a:pt x="3708" y="2819"/>
                  </a:lnTo>
                  <a:lnTo>
                    <a:pt x="3129" y="2974"/>
                  </a:lnTo>
                  <a:lnTo>
                    <a:pt x="2549" y="3205"/>
                  </a:lnTo>
                  <a:lnTo>
                    <a:pt x="2318" y="3360"/>
                  </a:lnTo>
                  <a:lnTo>
                    <a:pt x="2009" y="3553"/>
                  </a:lnTo>
                  <a:lnTo>
                    <a:pt x="1700" y="3785"/>
                  </a:lnTo>
                  <a:lnTo>
                    <a:pt x="1430" y="4016"/>
                  </a:lnTo>
                  <a:lnTo>
                    <a:pt x="1159" y="4325"/>
                  </a:lnTo>
                  <a:lnTo>
                    <a:pt x="928" y="4595"/>
                  </a:lnTo>
                  <a:lnTo>
                    <a:pt x="696" y="4943"/>
                  </a:lnTo>
                  <a:lnTo>
                    <a:pt x="503" y="5291"/>
                  </a:lnTo>
                  <a:lnTo>
                    <a:pt x="348" y="5677"/>
                  </a:lnTo>
                  <a:lnTo>
                    <a:pt x="155" y="6217"/>
                  </a:lnTo>
                  <a:lnTo>
                    <a:pt x="40" y="6758"/>
                  </a:lnTo>
                  <a:lnTo>
                    <a:pt x="1" y="7299"/>
                  </a:lnTo>
                  <a:lnTo>
                    <a:pt x="1" y="7801"/>
                  </a:lnTo>
                  <a:lnTo>
                    <a:pt x="78" y="8303"/>
                  </a:lnTo>
                  <a:lnTo>
                    <a:pt x="194" y="8804"/>
                  </a:lnTo>
                  <a:lnTo>
                    <a:pt x="387" y="9306"/>
                  </a:lnTo>
                  <a:lnTo>
                    <a:pt x="580" y="9770"/>
                  </a:lnTo>
                  <a:lnTo>
                    <a:pt x="850" y="10195"/>
                  </a:lnTo>
                  <a:lnTo>
                    <a:pt x="1159" y="10658"/>
                  </a:lnTo>
                  <a:lnTo>
                    <a:pt x="1507" y="11044"/>
                  </a:lnTo>
                  <a:lnTo>
                    <a:pt x="1893" y="11430"/>
                  </a:lnTo>
                  <a:lnTo>
                    <a:pt x="2279" y="11778"/>
                  </a:lnTo>
                  <a:lnTo>
                    <a:pt x="2704" y="12125"/>
                  </a:lnTo>
                  <a:lnTo>
                    <a:pt x="3167" y="12396"/>
                  </a:lnTo>
                  <a:lnTo>
                    <a:pt x="3631" y="12666"/>
                  </a:lnTo>
                  <a:lnTo>
                    <a:pt x="4249" y="12975"/>
                  </a:lnTo>
                  <a:lnTo>
                    <a:pt x="4866" y="13168"/>
                  </a:lnTo>
                  <a:lnTo>
                    <a:pt x="5484" y="13361"/>
                  </a:lnTo>
                  <a:lnTo>
                    <a:pt x="6141" y="13438"/>
                  </a:lnTo>
                  <a:lnTo>
                    <a:pt x="6759" y="13515"/>
                  </a:lnTo>
                  <a:lnTo>
                    <a:pt x="7376" y="13477"/>
                  </a:lnTo>
                  <a:lnTo>
                    <a:pt x="7994" y="13438"/>
                  </a:lnTo>
                  <a:lnTo>
                    <a:pt x="8612" y="13284"/>
                  </a:lnTo>
                  <a:lnTo>
                    <a:pt x="8728" y="13438"/>
                  </a:lnTo>
                  <a:lnTo>
                    <a:pt x="8998" y="13207"/>
                  </a:lnTo>
                  <a:lnTo>
                    <a:pt x="9770" y="12898"/>
                  </a:lnTo>
                  <a:lnTo>
                    <a:pt x="10504" y="12550"/>
                  </a:lnTo>
                  <a:lnTo>
                    <a:pt x="11238" y="12087"/>
                  </a:lnTo>
                  <a:lnTo>
                    <a:pt x="11933" y="11546"/>
                  </a:lnTo>
                  <a:lnTo>
                    <a:pt x="12474" y="11044"/>
                  </a:lnTo>
                  <a:lnTo>
                    <a:pt x="13014" y="10426"/>
                  </a:lnTo>
                  <a:lnTo>
                    <a:pt x="13246" y="10195"/>
                  </a:lnTo>
                  <a:lnTo>
                    <a:pt x="13207" y="10156"/>
                  </a:lnTo>
                  <a:lnTo>
                    <a:pt x="13709" y="9461"/>
                  </a:lnTo>
                  <a:lnTo>
                    <a:pt x="14134" y="8727"/>
                  </a:lnTo>
                  <a:lnTo>
                    <a:pt x="14481" y="7955"/>
                  </a:lnTo>
                  <a:lnTo>
                    <a:pt x="14752" y="7183"/>
                  </a:lnTo>
                  <a:lnTo>
                    <a:pt x="14945" y="6333"/>
                  </a:lnTo>
                  <a:lnTo>
                    <a:pt x="15022" y="5947"/>
                  </a:lnTo>
                  <a:lnTo>
                    <a:pt x="15061" y="5522"/>
                  </a:lnTo>
                  <a:lnTo>
                    <a:pt x="15061" y="5097"/>
                  </a:lnTo>
                  <a:lnTo>
                    <a:pt x="15061" y="4673"/>
                  </a:lnTo>
                  <a:lnTo>
                    <a:pt x="15022" y="4248"/>
                  </a:lnTo>
                  <a:lnTo>
                    <a:pt x="14945" y="3862"/>
                  </a:lnTo>
                  <a:lnTo>
                    <a:pt x="15215" y="4248"/>
                  </a:lnTo>
                  <a:lnTo>
                    <a:pt x="15563" y="4595"/>
                  </a:lnTo>
                  <a:lnTo>
                    <a:pt x="15949" y="4943"/>
                  </a:lnTo>
                  <a:lnTo>
                    <a:pt x="16374" y="5213"/>
                  </a:lnTo>
                  <a:lnTo>
                    <a:pt x="16567" y="5291"/>
                  </a:lnTo>
                  <a:lnTo>
                    <a:pt x="16798" y="5368"/>
                  </a:lnTo>
                  <a:lnTo>
                    <a:pt x="17030" y="5445"/>
                  </a:lnTo>
                  <a:lnTo>
                    <a:pt x="17262" y="5445"/>
                  </a:lnTo>
                  <a:lnTo>
                    <a:pt x="17493" y="5406"/>
                  </a:lnTo>
                  <a:lnTo>
                    <a:pt x="17687" y="5329"/>
                  </a:lnTo>
                  <a:lnTo>
                    <a:pt x="17841" y="5175"/>
                  </a:lnTo>
                  <a:lnTo>
                    <a:pt x="17957" y="4982"/>
                  </a:lnTo>
                  <a:lnTo>
                    <a:pt x="17995" y="4750"/>
                  </a:lnTo>
                  <a:lnTo>
                    <a:pt x="17995" y="4557"/>
                  </a:lnTo>
                  <a:lnTo>
                    <a:pt x="17957" y="4325"/>
                  </a:lnTo>
                  <a:lnTo>
                    <a:pt x="17841" y="4132"/>
                  </a:lnTo>
                  <a:lnTo>
                    <a:pt x="17725" y="3978"/>
                  </a:lnTo>
                  <a:lnTo>
                    <a:pt x="17571" y="3785"/>
                  </a:lnTo>
                  <a:lnTo>
                    <a:pt x="17416" y="3669"/>
                  </a:lnTo>
                  <a:lnTo>
                    <a:pt x="17262" y="3553"/>
                  </a:lnTo>
                  <a:lnTo>
                    <a:pt x="17030" y="3437"/>
                  </a:lnTo>
                  <a:lnTo>
                    <a:pt x="16798" y="3321"/>
                  </a:lnTo>
                  <a:lnTo>
                    <a:pt x="16296" y="3205"/>
                  </a:lnTo>
                  <a:lnTo>
                    <a:pt x="15794" y="3128"/>
                  </a:lnTo>
                  <a:lnTo>
                    <a:pt x="15254" y="3128"/>
                  </a:lnTo>
                  <a:lnTo>
                    <a:pt x="15679" y="2858"/>
                  </a:lnTo>
                  <a:lnTo>
                    <a:pt x="16026" y="2510"/>
                  </a:lnTo>
                  <a:lnTo>
                    <a:pt x="16296" y="2124"/>
                  </a:lnTo>
                  <a:lnTo>
                    <a:pt x="16528" y="1661"/>
                  </a:lnTo>
                  <a:lnTo>
                    <a:pt x="16567" y="1429"/>
                  </a:lnTo>
                  <a:lnTo>
                    <a:pt x="16605" y="1197"/>
                  </a:lnTo>
                  <a:lnTo>
                    <a:pt x="16644" y="927"/>
                  </a:lnTo>
                  <a:lnTo>
                    <a:pt x="16605" y="657"/>
                  </a:lnTo>
                  <a:lnTo>
                    <a:pt x="16528" y="425"/>
                  </a:lnTo>
                  <a:lnTo>
                    <a:pt x="16412" y="232"/>
                  </a:lnTo>
                  <a:lnTo>
                    <a:pt x="16219" y="78"/>
                  </a:lnTo>
                  <a:lnTo>
                    <a:pt x="16103" y="39"/>
                  </a:lnTo>
                  <a:lnTo>
                    <a:pt x="1594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22"/>
            <p:cNvSpPr/>
            <p:nvPr/>
          </p:nvSpPr>
          <p:spPr>
            <a:xfrm>
              <a:off x="4737700" y="181247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1" y="463"/>
                  </a:moveTo>
                  <a:lnTo>
                    <a:pt x="11624" y="502"/>
                  </a:lnTo>
                  <a:lnTo>
                    <a:pt x="12049" y="541"/>
                  </a:lnTo>
                  <a:lnTo>
                    <a:pt x="12435" y="656"/>
                  </a:lnTo>
                  <a:lnTo>
                    <a:pt x="12628" y="734"/>
                  </a:lnTo>
                  <a:lnTo>
                    <a:pt x="12744" y="811"/>
                  </a:lnTo>
                  <a:lnTo>
                    <a:pt x="12860" y="965"/>
                  </a:lnTo>
                  <a:lnTo>
                    <a:pt x="12937" y="1081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7" y="1699"/>
                  </a:lnTo>
                  <a:lnTo>
                    <a:pt x="12821" y="1892"/>
                  </a:lnTo>
                  <a:lnTo>
                    <a:pt x="12705" y="2085"/>
                  </a:lnTo>
                  <a:lnTo>
                    <a:pt x="12589" y="2240"/>
                  </a:lnTo>
                  <a:lnTo>
                    <a:pt x="12242" y="2471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9" y="3205"/>
                  </a:lnTo>
                  <a:lnTo>
                    <a:pt x="9925" y="3437"/>
                  </a:lnTo>
                  <a:lnTo>
                    <a:pt x="9153" y="3707"/>
                  </a:lnTo>
                  <a:lnTo>
                    <a:pt x="8380" y="3900"/>
                  </a:lnTo>
                  <a:lnTo>
                    <a:pt x="7608" y="4093"/>
                  </a:lnTo>
                  <a:lnTo>
                    <a:pt x="6797" y="4286"/>
                  </a:lnTo>
                  <a:lnTo>
                    <a:pt x="5909" y="4441"/>
                  </a:lnTo>
                  <a:lnTo>
                    <a:pt x="5021" y="4595"/>
                  </a:lnTo>
                  <a:lnTo>
                    <a:pt x="4133" y="4711"/>
                  </a:lnTo>
                  <a:lnTo>
                    <a:pt x="3245" y="4788"/>
                  </a:lnTo>
                  <a:lnTo>
                    <a:pt x="2202" y="4788"/>
                  </a:lnTo>
                  <a:lnTo>
                    <a:pt x="1854" y="4750"/>
                  </a:lnTo>
                  <a:lnTo>
                    <a:pt x="1507" y="4672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0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5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3"/>
                  </a:lnTo>
                  <a:lnTo>
                    <a:pt x="3013" y="2356"/>
                  </a:lnTo>
                  <a:lnTo>
                    <a:pt x="3708" y="2008"/>
                  </a:lnTo>
                  <a:lnTo>
                    <a:pt x="4480" y="1699"/>
                  </a:lnTo>
                  <a:lnTo>
                    <a:pt x="5253" y="1429"/>
                  </a:lnTo>
                  <a:lnTo>
                    <a:pt x="6025" y="1197"/>
                  </a:lnTo>
                  <a:lnTo>
                    <a:pt x="6836" y="1004"/>
                  </a:lnTo>
                  <a:lnTo>
                    <a:pt x="7608" y="811"/>
                  </a:lnTo>
                  <a:lnTo>
                    <a:pt x="8419" y="695"/>
                  </a:lnTo>
                  <a:lnTo>
                    <a:pt x="9230" y="579"/>
                  </a:lnTo>
                  <a:lnTo>
                    <a:pt x="10041" y="541"/>
                  </a:lnTo>
                  <a:lnTo>
                    <a:pt x="10736" y="502"/>
                  </a:lnTo>
                  <a:lnTo>
                    <a:pt x="11161" y="463"/>
                  </a:lnTo>
                  <a:close/>
                  <a:moveTo>
                    <a:pt x="13477" y="1120"/>
                  </a:moveTo>
                  <a:lnTo>
                    <a:pt x="13632" y="1313"/>
                  </a:lnTo>
                  <a:lnTo>
                    <a:pt x="13709" y="1506"/>
                  </a:lnTo>
                  <a:lnTo>
                    <a:pt x="13748" y="1738"/>
                  </a:lnTo>
                  <a:lnTo>
                    <a:pt x="13709" y="2008"/>
                  </a:lnTo>
                  <a:lnTo>
                    <a:pt x="13632" y="2240"/>
                  </a:lnTo>
                  <a:lnTo>
                    <a:pt x="13516" y="2471"/>
                  </a:lnTo>
                  <a:lnTo>
                    <a:pt x="13400" y="2703"/>
                  </a:lnTo>
                  <a:lnTo>
                    <a:pt x="13207" y="2896"/>
                  </a:lnTo>
                  <a:lnTo>
                    <a:pt x="12860" y="3205"/>
                  </a:lnTo>
                  <a:lnTo>
                    <a:pt x="12473" y="3437"/>
                  </a:lnTo>
                  <a:lnTo>
                    <a:pt x="12049" y="3668"/>
                  </a:lnTo>
                  <a:lnTo>
                    <a:pt x="11624" y="3900"/>
                  </a:lnTo>
                  <a:lnTo>
                    <a:pt x="10659" y="4286"/>
                  </a:lnTo>
                  <a:lnTo>
                    <a:pt x="9732" y="4634"/>
                  </a:lnTo>
                  <a:lnTo>
                    <a:pt x="8766" y="4904"/>
                  </a:lnTo>
                  <a:lnTo>
                    <a:pt x="7762" y="5174"/>
                  </a:lnTo>
                  <a:lnTo>
                    <a:pt x="6758" y="5406"/>
                  </a:lnTo>
                  <a:lnTo>
                    <a:pt x="5755" y="5599"/>
                  </a:lnTo>
                  <a:lnTo>
                    <a:pt x="4712" y="5792"/>
                  </a:lnTo>
                  <a:lnTo>
                    <a:pt x="3708" y="5908"/>
                  </a:lnTo>
                  <a:lnTo>
                    <a:pt x="2781" y="5985"/>
                  </a:lnTo>
                  <a:lnTo>
                    <a:pt x="2279" y="5985"/>
                  </a:lnTo>
                  <a:lnTo>
                    <a:pt x="1816" y="5947"/>
                  </a:lnTo>
                  <a:lnTo>
                    <a:pt x="1545" y="5869"/>
                  </a:lnTo>
                  <a:lnTo>
                    <a:pt x="1237" y="5792"/>
                  </a:lnTo>
                  <a:lnTo>
                    <a:pt x="928" y="5638"/>
                  </a:lnTo>
                  <a:lnTo>
                    <a:pt x="696" y="5483"/>
                  </a:lnTo>
                  <a:lnTo>
                    <a:pt x="503" y="5252"/>
                  </a:lnTo>
                  <a:lnTo>
                    <a:pt x="348" y="5020"/>
                  </a:lnTo>
                  <a:lnTo>
                    <a:pt x="310" y="4865"/>
                  </a:lnTo>
                  <a:lnTo>
                    <a:pt x="310" y="4750"/>
                  </a:lnTo>
                  <a:lnTo>
                    <a:pt x="310" y="4595"/>
                  </a:lnTo>
                  <a:lnTo>
                    <a:pt x="348" y="4441"/>
                  </a:lnTo>
                  <a:lnTo>
                    <a:pt x="542" y="4672"/>
                  </a:lnTo>
                  <a:lnTo>
                    <a:pt x="812" y="4865"/>
                  </a:lnTo>
                  <a:lnTo>
                    <a:pt x="1043" y="4981"/>
                  </a:lnTo>
                  <a:lnTo>
                    <a:pt x="1352" y="5097"/>
                  </a:lnTo>
                  <a:lnTo>
                    <a:pt x="1623" y="5213"/>
                  </a:lnTo>
                  <a:lnTo>
                    <a:pt x="1932" y="5252"/>
                  </a:lnTo>
                  <a:lnTo>
                    <a:pt x="2588" y="5329"/>
                  </a:lnTo>
                  <a:lnTo>
                    <a:pt x="3245" y="5290"/>
                  </a:lnTo>
                  <a:lnTo>
                    <a:pt x="3940" y="5252"/>
                  </a:lnTo>
                  <a:lnTo>
                    <a:pt x="5137" y="5059"/>
                  </a:lnTo>
                  <a:lnTo>
                    <a:pt x="6913" y="4788"/>
                  </a:lnTo>
                  <a:lnTo>
                    <a:pt x="7840" y="4595"/>
                  </a:lnTo>
                  <a:lnTo>
                    <a:pt x="8728" y="4402"/>
                  </a:lnTo>
                  <a:lnTo>
                    <a:pt x="9616" y="4132"/>
                  </a:lnTo>
                  <a:lnTo>
                    <a:pt x="10504" y="3861"/>
                  </a:lnTo>
                  <a:lnTo>
                    <a:pt x="11354" y="3514"/>
                  </a:lnTo>
                  <a:lnTo>
                    <a:pt x="12165" y="3128"/>
                  </a:lnTo>
                  <a:lnTo>
                    <a:pt x="12435" y="2973"/>
                  </a:lnTo>
                  <a:lnTo>
                    <a:pt x="12705" y="2819"/>
                  </a:lnTo>
                  <a:lnTo>
                    <a:pt x="12937" y="2587"/>
                  </a:lnTo>
                  <a:lnTo>
                    <a:pt x="13130" y="2394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3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9" y="0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4"/>
                  </a:lnTo>
                  <a:lnTo>
                    <a:pt x="4133" y="1352"/>
                  </a:lnTo>
                  <a:lnTo>
                    <a:pt x="3245" y="1699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89"/>
                  </a:lnTo>
                  <a:lnTo>
                    <a:pt x="464" y="3398"/>
                  </a:lnTo>
                  <a:lnTo>
                    <a:pt x="348" y="3553"/>
                  </a:lnTo>
                  <a:lnTo>
                    <a:pt x="271" y="3707"/>
                  </a:lnTo>
                  <a:lnTo>
                    <a:pt x="233" y="3861"/>
                  </a:lnTo>
                  <a:lnTo>
                    <a:pt x="233" y="4055"/>
                  </a:lnTo>
                  <a:lnTo>
                    <a:pt x="194" y="4132"/>
                  </a:lnTo>
                  <a:lnTo>
                    <a:pt x="194" y="4170"/>
                  </a:lnTo>
                  <a:lnTo>
                    <a:pt x="117" y="4325"/>
                  </a:lnTo>
                  <a:lnTo>
                    <a:pt x="40" y="4479"/>
                  </a:lnTo>
                  <a:lnTo>
                    <a:pt x="1" y="4634"/>
                  </a:lnTo>
                  <a:lnTo>
                    <a:pt x="1" y="4788"/>
                  </a:lnTo>
                  <a:lnTo>
                    <a:pt x="40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8" y="6063"/>
                  </a:lnTo>
                  <a:lnTo>
                    <a:pt x="966" y="6256"/>
                  </a:lnTo>
                  <a:lnTo>
                    <a:pt x="1275" y="6178"/>
                  </a:lnTo>
                  <a:lnTo>
                    <a:pt x="1314" y="6217"/>
                  </a:lnTo>
                  <a:lnTo>
                    <a:pt x="1314" y="6256"/>
                  </a:lnTo>
                  <a:lnTo>
                    <a:pt x="1352" y="6294"/>
                  </a:lnTo>
                  <a:lnTo>
                    <a:pt x="1468" y="6256"/>
                  </a:lnTo>
                  <a:lnTo>
                    <a:pt x="1816" y="6294"/>
                  </a:lnTo>
                  <a:lnTo>
                    <a:pt x="2395" y="6333"/>
                  </a:lnTo>
                  <a:lnTo>
                    <a:pt x="3013" y="6371"/>
                  </a:lnTo>
                  <a:lnTo>
                    <a:pt x="3592" y="6333"/>
                  </a:lnTo>
                  <a:lnTo>
                    <a:pt x="4171" y="6294"/>
                  </a:lnTo>
                  <a:lnTo>
                    <a:pt x="5368" y="6101"/>
                  </a:lnTo>
                  <a:lnTo>
                    <a:pt x="6565" y="5869"/>
                  </a:lnTo>
                  <a:lnTo>
                    <a:pt x="6758" y="5831"/>
                  </a:lnTo>
                  <a:lnTo>
                    <a:pt x="7994" y="5522"/>
                  </a:lnTo>
                  <a:lnTo>
                    <a:pt x="9037" y="5252"/>
                  </a:lnTo>
                  <a:lnTo>
                    <a:pt x="10079" y="4981"/>
                  </a:lnTo>
                  <a:lnTo>
                    <a:pt x="11161" y="4595"/>
                  </a:lnTo>
                  <a:lnTo>
                    <a:pt x="11663" y="4363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6"/>
                  </a:lnTo>
                  <a:lnTo>
                    <a:pt x="12782" y="4711"/>
                  </a:lnTo>
                  <a:lnTo>
                    <a:pt x="13014" y="4518"/>
                  </a:lnTo>
                  <a:lnTo>
                    <a:pt x="12435" y="3939"/>
                  </a:lnTo>
                  <a:lnTo>
                    <a:pt x="12898" y="3668"/>
                  </a:lnTo>
                  <a:lnTo>
                    <a:pt x="13362" y="3321"/>
                  </a:lnTo>
                  <a:lnTo>
                    <a:pt x="13632" y="3051"/>
                  </a:lnTo>
                  <a:lnTo>
                    <a:pt x="13825" y="2703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8"/>
                  </a:lnTo>
                  <a:lnTo>
                    <a:pt x="14134" y="1738"/>
                  </a:lnTo>
                  <a:lnTo>
                    <a:pt x="14095" y="1467"/>
                  </a:lnTo>
                  <a:lnTo>
                    <a:pt x="14018" y="1236"/>
                  </a:lnTo>
                  <a:lnTo>
                    <a:pt x="13902" y="1004"/>
                  </a:lnTo>
                  <a:lnTo>
                    <a:pt x="13748" y="811"/>
                  </a:lnTo>
                  <a:lnTo>
                    <a:pt x="13477" y="618"/>
                  </a:lnTo>
                  <a:lnTo>
                    <a:pt x="13169" y="502"/>
                  </a:lnTo>
                  <a:lnTo>
                    <a:pt x="13091" y="502"/>
                  </a:lnTo>
                  <a:lnTo>
                    <a:pt x="12898" y="386"/>
                  </a:lnTo>
                  <a:lnTo>
                    <a:pt x="12667" y="270"/>
                  </a:lnTo>
                  <a:lnTo>
                    <a:pt x="12435" y="154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22"/>
            <p:cNvSpPr/>
            <p:nvPr/>
          </p:nvSpPr>
          <p:spPr>
            <a:xfrm>
              <a:off x="2291450" y="1821150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7" y="1"/>
                  </a:moveTo>
                  <a:lnTo>
                    <a:pt x="1893" y="78"/>
                  </a:lnTo>
                  <a:lnTo>
                    <a:pt x="1738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5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39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3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1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1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8" y="1005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2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1" y="2704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1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6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6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2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3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2" y="5793"/>
                  </a:lnTo>
                  <a:lnTo>
                    <a:pt x="4828" y="5638"/>
                  </a:lnTo>
                  <a:lnTo>
                    <a:pt x="4248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6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3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22"/>
            <p:cNvSpPr/>
            <p:nvPr/>
          </p:nvSpPr>
          <p:spPr>
            <a:xfrm>
              <a:off x="6650100" y="1835625"/>
              <a:ext cx="350475" cy="288675"/>
            </a:xfrm>
            <a:custGeom>
              <a:avLst/>
              <a:gdLst/>
              <a:ahLst/>
              <a:cxnLst/>
              <a:rect l="l" t="t" r="r" b="b"/>
              <a:pathLst>
                <a:path w="14019" h="11547" extrusionOk="0">
                  <a:moveTo>
                    <a:pt x="11778" y="1"/>
                  </a:moveTo>
                  <a:lnTo>
                    <a:pt x="11470" y="78"/>
                  </a:lnTo>
                  <a:lnTo>
                    <a:pt x="11856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9" y="1893"/>
                  </a:lnTo>
                  <a:lnTo>
                    <a:pt x="10427" y="2086"/>
                  </a:lnTo>
                  <a:lnTo>
                    <a:pt x="11470" y="3437"/>
                  </a:lnTo>
                  <a:lnTo>
                    <a:pt x="12551" y="4750"/>
                  </a:lnTo>
                  <a:lnTo>
                    <a:pt x="12860" y="5754"/>
                  </a:lnTo>
                  <a:lnTo>
                    <a:pt x="13169" y="5754"/>
                  </a:lnTo>
                  <a:lnTo>
                    <a:pt x="13207" y="5639"/>
                  </a:lnTo>
                  <a:lnTo>
                    <a:pt x="13169" y="5523"/>
                  </a:lnTo>
                  <a:lnTo>
                    <a:pt x="13439" y="5716"/>
                  </a:lnTo>
                  <a:lnTo>
                    <a:pt x="13593" y="5947"/>
                  </a:lnTo>
                  <a:lnTo>
                    <a:pt x="13671" y="6179"/>
                  </a:lnTo>
                  <a:lnTo>
                    <a:pt x="13709" y="6411"/>
                  </a:lnTo>
                  <a:lnTo>
                    <a:pt x="13632" y="6681"/>
                  </a:lnTo>
                  <a:lnTo>
                    <a:pt x="13516" y="6913"/>
                  </a:lnTo>
                  <a:lnTo>
                    <a:pt x="13362" y="7183"/>
                  </a:lnTo>
                  <a:lnTo>
                    <a:pt x="13169" y="7453"/>
                  </a:lnTo>
                  <a:lnTo>
                    <a:pt x="12744" y="7955"/>
                  </a:lnTo>
                  <a:lnTo>
                    <a:pt x="12203" y="8419"/>
                  </a:lnTo>
                  <a:lnTo>
                    <a:pt x="11740" y="8766"/>
                  </a:lnTo>
                  <a:lnTo>
                    <a:pt x="11354" y="9075"/>
                  </a:lnTo>
                  <a:lnTo>
                    <a:pt x="10543" y="9577"/>
                  </a:lnTo>
                  <a:lnTo>
                    <a:pt x="9655" y="10002"/>
                  </a:lnTo>
                  <a:lnTo>
                    <a:pt x="8767" y="10388"/>
                  </a:lnTo>
                  <a:lnTo>
                    <a:pt x="7878" y="10658"/>
                  </a:lnTo>
                  <a:lnTo>
                    <a:pt x="6952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1" y="11160"/>
                  </a:lnTo>
                  <a:lnTo>
                    <a:pt x="3013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2" y="10543"/>
                  </a:lnTo>
                  <a:lnTo>
                    <a:pt x="619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40" y="9654"/>
                  </a:lnTo>
                  <a:lnTo>
                    <a:pt x="1" y="9886"/>
                  </a:lnTo>
                  <a:lnTo>
                    <a:pt x="40" y="10118"/>
                  </a:lnTo>
                  <a:lnTo>
                    <a:pt x="78" y="10311"/>
                  </a:lnTo>
                  <a:lnTo>
                    <a:pt x="194" y="10465"/>
                  </a:lnTo>
                  <a:lnTo>
                    <a:pt x="348" y="10620"/>
                  </a:lnTo>
                  <a:lnTo>
                    <a:pt x="542" y="10774"/>
                  </a:lnTo>
                  <a:lnTo>
                    <a:pt x="773" y="10890"/>
                  </a:lnTo>
                  <a:lnTo>
                    <a:pt x="1237" y="11083"/>
                  </a:lnTo>
                  <a:lnTo>
                    <a:pt x="1739" y="11238"/>
                  </a:lnTo>
                  <a:lnTo>
                    <a:pt x="2202" y="11354"/>
                  </a:lnTo>
                  <a:lnTo>
                    <a:pt x="2627" y="11431"/>
                  </a:lnTo>
                  <a:lnTo>
                    <a:pt x="3322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9" y="11315"/>
                  </a:lnTo>
                  <a:lnTo>
                    <a:pt x="7415" y="11160"/>
                  </a:lnTo>
                  <a:lnTo>
                    <a:pt x="8071" y="11006"/>
                  </a:lnTo>
                  <a:lnTo>
                    <a:pt x="8728" y="10774"/>
                  </a:lnTo>
                  <a:lnTo>
                    <a:pt x="9346" y="10543"/>
                  </a:lnTo>
                  <a:lnTo>
                    <a:pt x="9964" y="10272"/>
                  </a:lnTo>
                  <a:lnTo>
                    <a:pt x="10543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9" y="8071"/>
                  </a:lnTo>
                  <a:lnTo>
                    <a:pt x="13555" y="7646"/>
                  </a:lnTo>
                  <a:lnTo>
                    <a:pt x="13748" y="7376"/>
                  </a:lnTo>
                  <a:lnTo>
                    <a:pt x="13864" y="7145"/>
                  </a:lnTo>
                  <a:lnTo>
                    <a:pt x="13980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1" y="5909"/>
                  </a:lnTo>
                  <a:lnTo>
                    <a:pt x="13864" y="5716"/>
                  </a:lnTo>
                  <a:lnTo>
                    <a:pt x="13748" y="5523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5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22"/>
            <p:cNvSpPr/>
            <p:nvPr/>
          </p:nvSpPr>
          <p:spPr>
            <a:xfrm>
              <a:off x="609775" y="18510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9" y="541"/>
                  </a:lnTo>
                  <a:lnTo>
                    <a:pt x="12435" y="657"/>
                  </a:lnTo>
                  <a:lnTo>
                    <a:pt x="12628" y="734"/>
                  </a:lnTo>
                  <a:lnTo>
                    <a:pt x="12744" y="812"/>
                  </a:lnTo>
                  <a:lnTo>
                    <a:pt x="12859" y="966"/>
                  </a:lnTo>
                  <a:lnTo>
                    <a:pt x="12937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7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0"/>
                  </a:lnTo>
                  <a:lnTo>
                    <a:pt x="12242" y="2472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8" y="3206"/>
                  </a:lnTo>
                  <a:lnTo>
                    <a:pt x="9925" y="3437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1"/>
                  </a:lnTo>
                  <a:lnTo>
                    <a:pt x="5021" y="4596"/>
                  </a:lnTo>
                  <a:lnTo>
                    <a:pt x="4133" y="4712"/>
                  </a:lnTo>
                  <a:lnTo>
                    <a:pt x="3244" y="4789"/>
                  </a:lnTo>
                  <a:lnTo>
                    <a:pt x="2202" y="4789"/>
                  </a:lnTo>
                  <a:lnTo>
                    <a:pt x="1854" y="4750"/>
                  </a:lnTo>
                  <a:lnTo>
                    <a:pt x="1507" y="4673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1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4"/>
                  </a:lnTo>
                  <a:lnTo>
                    <a:pt x="3013" y="2356"/>
                  </a:lnTo>
                  <a:lnTo>
                    <a:pt x="3708" y="2009"/>
                  </a:lnTo>
                  <a:lnTo>
                    <a:pt x="4480" y="1700"/>
                  </a:lnTo>
                  <a:lnTo>
                    <a:pt x="5252" y="1429"/>
                  </a:lnTo>
                  <a:lnTo>
                    <a:pt x="6025" y="1198"/>
                  </a:lnTo>
                  <a:lnTo>
                    <a:pt x="6836" y="1005"/>
                  </a:lnTo>
                  <a:lnTo>
                    <a:pt x="7608" y="812"/>
                  </a:lnTo>
                  <a:lnTo>
                    <a:pt x="8419" y="696"/>
                  </a:lnTo>
                  <a:lnTo>
                    <a:pt x="9230" y="580"/>
                  </a:lnTo>
                  <a:lnTo>
                    <a:pt x="10041" y="541"/>
                  </a:lnTo>
                  <a:lnTo>
                    <a:pt x="10736" y="503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2" y="1314"/>
                  </a:lnTo>
                  <a:lnTo>
                    <a:pt x="13709" y="1507"/>
                  </a:lnTo>
                  <a:lnTo>
                    <a:pt x="13748" y="1738"/>
                  </a:lnTo>
                  <a:lnTo>
                    <a:pt x="13709" y="2009"/>
                  </a:lnTo>
                  <a:lnTo>
                    <a:pt x="13632" y="2240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7"/>
                  </a:lnTo>
                  <a:lnTo>
                    <a:pt x="12049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2" y="4634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2" y="5793"/>
                  </a:lnTo>
                  <a:lnTo>
                    <a:pt x="3708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6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6" y="5484"/>
                  </a:lnTo>
                  <a:lnTo>
                    <a:pt x="503" y="5252"/>
                  </a:lnTo>
                  <a:lnTo>
                    <a:pt x="348" y="5021"/>
                  </a:lnTo>
                  <a:lnTo>
                    <a:pt x="310" y="4866"/>
                  </a:lnTo>
                  <a:lnTo>
                    <a:pt x="310" y="4750"/>
                  </a:lnTo>
                  <a:lnTo>
                    <a:pt x="310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2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3" y="5214"/>
                  </a:lnTo>
                  <a:lnTo>
                    <a:pt x="1931" y="5252"/>
                  </a:lnTo>
                  <a:lnTo>
                    <a:pt x="2588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7" y="5059"/>
                  </a:lnTo>
                  <a:lnTo>
                    <a:pt x="6913" y="4789"/>
                  </a:lnTo>
                  <a:lnTo>
                    <a:pt x="7840" y="4596"/>
                  </a:lnTo>
                  <a:lnTo>
                    <a:pt x="8728" y="4403"/>
                  </a:lnTo>
                  <a:lnTo>
                    <a:pt x="9616" y="4132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8"/>
                  </a:lnTo>
                  <a:lnTo>
                    <a:pt x="12435" y="2974"/>
                  </a:lnTo>
                  <a:lnTo>
                    <a:pt x="12705" y="2819"/>
                  </a:lnTo>
                  <a:lnTo>
                    <a:pt x="12937" y="2588"/>
                  </a:lnTo>
                  <a:lnTo>
                    <a:pt x="13130" y="2395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4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8" y="1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5"/>
                  </a:lnTo>
                  <a:lnTo>
                    <a:pt x="4133" y="1352"/>
                  </a:lnTo>
                  <a:lnTo>
                    <a:pt x="3244" y="1700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3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4" y="4132"/>
                  </a:lnTo>
                  <a:lnTo>
                    <a:pt x="194" y="4171"/>
                  </a:lnTo>
                  <a:lnTo>
                    <a:pt x="117" y="4325"/>
                  </a:lnTo>
                  <a:lnTo>
                    <a:pt x="39" y="4480"/>
                  </a:lnTo>
                  <a:lnTo>
                    <a:pt x="1" y="4634"/>
                  </a:lnTo>
                  <a:lnTo>
                    <a:pt x="1" y="4789"/>
                  </a:lnTo>
                  <a:lnTo>
                    <a:pt x="39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7" y="6063"/>
                  </a:lnTo>
                  <a:lnTo>
                    <a:pt x="966" y="6256"/>
                  </a:lnTo>
                  <a:lnTo>
                    <a:pt x="1275" y="6179"/>
                  </a:lnTo>
                  <a:lnTo>
                    <a:pt x="1314" y="6218"/>
                  </a:lnTo>
                  <a:lnTo>
                    <a:pt x="1314" y="6256"/>
                  </a:lnTo>
                  <a:lnTo>
                    <a:pt x="1352" y="6295"/>
                  </a:lnTo>
                  <a:lnTo>
                    <a:pt x="1468" y="6256"/>
                  </a:lnTo>
                  <a:lnTo>
                    <a:pt x="1816" y="6295"/>
                  </a:lnTo>
                  <a:lnTo>
                    <a:pt x="2395" y="6333"/>
                  </a:lnTo>
                  <a:lnTo>
                    <a:pt x="3013" y="6372"/>
                  </a:lnTo>
                  <a:lnTo>
                    <a:pt x="3592" y="6333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4" y="5523"/>
                  </a:lnTo>
                  <a:lnTo>
                    <a:pt x="9037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5" y="3939"/>
                  </a:lnTo>
                  <a:lnTo>
                    <a:pt x="12898" y="3669"/>
                  </a:lnTo>
                  <a:lnTo>
                    <a:pt x="13361" y="3321"/>
                  </a:lnTo>
                  <a:lnTo>
                    <a:pt x="13632" y="3051"/>
                  </a:lnTo>
                  <a:lnTo>
                    <a:pt x="13825" y="2704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9"/>
                  </a:lnTo>
                  <a:lnTo>
                    <a:pt x="14134" y="1738"/>
                  </a:lnTo>
                  <a:lnTo>
                    <a:pt x="14095" y="1468"/>
                  </a:lnTo>
                  <a:lnTo>
                    <a:pt x="14018" y="1236"/>
                  </a:lnTo>
                  <a:lnTo>
                    <a:pt x="13902" y="1005"/>
                  </a:lnTo>
                  <a:lnTo>
                    <a:pt x="13748" y="812"/>
                  </a:lnTo>
                  <a:lnTo>
                    <a:pt x="13477" y="618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5" y="155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22"/>
            <p:cNvSpPr/>
            <p:nvPr/>
          </p:nvSpPr>
          <p:spPr>
            <a:xfrm>
              <a:off x="6883725" y="1876175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6" y="1"/>
                  </a:moveTo>
                  <a:lnTo>
                    <a:pt x="348" y="889"/>
                  </a:lnTo>
                  <a:lnTo>
                    <a:pt x="232" y="1815"/>
                  </a:lnTo>
                  <a:lnTo>
                    <a:pt x="155" y="3630"/>
                  </a:lnTo>
                  <a:lnTo>
                    <a:pt x="1" y="7260"/>
                  </a:lnTo>
                  <a:lnTo>
                    <a:pt x="194" y="7260"/>
                  </a:lnTo>
                  <a:lnTo>
                    <a:pt x="426" y="5484"/>
                  </a:lnTo>
                  <a:lnTo>
                    <a:pt x="580" y="3669"/>
                  </a:lnTo>
                  <a:lnTo>
                    <a:pt x="696" y="1854"/>
                  </a:lnTo>
                  <a:lnTo>
                    <a:pt x="696" y="927"/>
                  </a:lnTo>
                  <a:lnTo>
                    <a:pt x="696" y="39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22"/>
            <p:cNvSpPr/>
            <p:nvPr/>
          </p:nvSpPr>
          <p:spPr>
            <a:xfrm>
              <a:off x="4796600" y="1878100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1"/>
                  </a:moveTo>
                  <a:lnTo>
                    <a:pt x="11469" y="78"/>
                  </a:lnTo>
                  <a:lnTo>
                    <a:pt x="11855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8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9"/>
                  </a:lnTo>
                  <a:lnTo>
                    <a:pt x="13168" y="5523"/>
                  </a:lnTo>
                  <a:lnTo>
                    <a:pt x="13438" y="5716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1"/>
                  </a:lnTo>
                  <a:lnTo>
                    <a:pt x="13631" y="6681"/>
                  </a:lnTo>
                  <a:lnTo>
                    <a:pt x="13516" y="6913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9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1" y="10543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39" y="9655"/>
                  </a:lnTo>
                  <a:lnTo>
                    <a:pt x="0" y="9886"/>
                  </a:lnTo>
                  <a:lnTo>
                    <a:pt x="39" y="10118"/>
                  </a:lnTo>
                  <a:lnTo>
                    <a:pt x="78" y="10311"/>
                  </a:lnTo>
                  <a:lnTo>
                    <a:pt x="193" y="10465"/>
                  </a:lnTo>
                  <a:lnTo>
                    <a:pt x="348" y="10620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8"/>
                  </a:lnTo>
                  <a:lnTo>
                    <a:pt x="2201" y="11354"/>
                  </a:lnTo>
                  <a:lnTo>
                    <a:pt x="2626" y="11431"/>
                  </a:lnTo>
                  <a:lnTo>
                    <a:pt x="3321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3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5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7"/>
                  </a:lnTo>
                  <a:lnTo>
                    <a:pt x="13747" y="7376"/>
                  </a:lnTo>
                  <a:lnTo>
                    <a:pt x="13863" y="7145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0" y="5909"/>
                  </a:lnTo>
                  <a:lnTo>
                    <a:pt x="13863" y="5716"/>
                  </a:lnTo>
                  <a:lnTo>
                    <a:pt x="13747" y="5523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4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22"/>
            <p:cNvSpPr/>
            <p:nvPr/>
          </p:nvSpPr>
          <p:spPr>
            <a:xfrm>
              <a:off x="6050625" y="1898375"/>
              <a:ext cx="329200" cy="241375"/>
            </a:xfrm>
            <a:custGeom>
              <a:avLst/>
              <a:gdLst/>
              <a:ahLst/>
              <a:cxnLst/>
              <a:rect l="l" t="t" r="r" b="b"/>
              <a:pathLst>
                <a:path w="13168" h="9655" extrusionOk="0">
                  <a:moveTo>
                    <a:pt x="5368" y="619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5"/>
                  </a:lnTo>
                  <a:lnTo>
                    <a:pt x="8109" y="2356"/>
                  </a:lnTo>
                  <a:lnTo>
                    <a:pt x="8264" y="2627"/>
                  </a:lnTo>
                  <a:lnTo>
                    <a:pt x="8380" y="2858"/>
                  </a:lnTo>
                  <a:lnTo>
                    <a:pt x="8495" y="3129"/>
                  </a:lnTo>
                  <a:lnTo>
                    <a:pt x="8573" y="3437"/>
                  </a:lnTo>
                  <a:lnTo>
                    <a:pt x="8611" y="3708"/>
                  </a:lnTo>
                  <a:lnTo>
                    <a:pt x="8573" y="3708"/>
                  </a:lnTo>
                  <a:lnTo>
                    <a:pt x="7723" y="3824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1"/>
                  </a:lnTo>
                  <a:lnTo>
                    <a:pt x="5792" y="3862"/>
                  </a:lnTo>
                  <a:lnTo>
                    <a:pt x="5638" y="3746"/>
                  </a:lnTo>
                  <a:lnTo>
                    <a:pt x="5561" y="3553"/>
                  </a:lnTo>
                  <a:lnTo>
                    <a:pt x="5483" y="3283"/>
                  </a:lnTo>
                  <a:lnTo>
                    <a:pt x="5406" y="2627"/>
                  </a:lnTo>
                  <a:lnTo>
                    <a:pt x="5368" y="1970"/>
                  </a:lnTo>
                  <a:lnTo>
                    <a:pt x="5368" y="619"/>
                  </a:lnTo>
                  <a:close/>
                  <a:moveTo>
                    <a:pt x="2742" y="889"/>
                  </a:moveTo>
                  <a:lnTo>
                    <a:pt x="2626" y="3090"/>
                  </a:lnTo>
                  <a:lnTo>
                    <a:pt x="2626" y="3515"/>
                  </a:lnTo>
                  <a:lnTo>
                    <a:pt x="2587" y="3708"/>
                  </a:lnTo>
                  <a:lnTo>
                    <a:pt x="2510" y="3862"/>
                  </a:lnTo>
                  <a:lnTo>
                    <a:pt x="2433" y="3978"/>
                  </a:lnTo>
                  <a:lnTo>
                    <a:pt x="2278" y="4094"/>
                  </a:lnTo>
                  <a:lnTo>
                    <a:pt x="2124" y="4210"/>
                  </a:lnTo>
                  <a:lnTo>
                    <a:pt x="1892" y="4248"/>
                  </a:lnTo>
                  <a:lnTo>
                    <a:pt x="1699" y="4287"/>
                  </a:lnTo>
                  <a:lnTo>
                    <a:pt x="1506" y="4287"/>
                  </a:lnTo>
                  <a:lnTo>
                    <a:pt x="1120" y="4210"/>
                  </a:lnTo>
                  <a:lnTo>
                    <a:pt x="734" y="4133"/>
                  </a:lnTo>
                  <a:lnTo>
                    <a:pt x="386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8" y="2549"/>
                  </a:lnTo>
                  <a:lnTo>
                    <a:pt x="1159" y="2125"/>
                  </a:lnTo>
                  <a:lnTo>
                    <a:pt x="1506" y="1738"/>
                  </a:lnTo>
                  <a:lnTo>
                    <a:pt x="1892" y="1391"/>
                  </a:lnTo>
                  <a:lnTo>
                    <a:pt x="2317" y="1121"/>
                  </a:lnTo>
                  <a:lnTo>
                    <a:pt x="2742" y="889"/>
                  </a:lnTo>
                  <a:close/>
                  <a:moveTo>
                    <a:pt x="10774" y="5368"/>
                  </a:moveTo>
                  <a:lnTo>
                    <a:pt x="11198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14" y="6179"/>
                  </a:lnTo>
                  <a:lnTo>
                    <a:pt x="11198" y="6256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32"/>
                  </a:lnTo>
                  <a:lnTo>
                    <a:pt x="10542" y="5716"/>
                  </a:lnTo>
                  <a:lnTo>
                    <a:pt x="10619" y="5523"/>
                  </a:lnTo>
                  <a:lnTo>
                    <a:pt x="10658" y="5407"/>
                  </a:lnTo>
                  <a:lnTo>
                    <a:pt x="10774" y="5368"/>
                  </a:lnTo>
                  <a:close/>
                  <a:moveTo>
                    <a:pt x="4402" y="1"/>
                  </a:moveTo>
                  <a:lnTo>
                    <a:pt x="3939" y="39"/>
                  </a:lnTo>
                  <a:lnTo>
                    <a:pt x="3514" y="117"/>
                  </a:lnTo>
                  <a:lnTo>
                    <a:pt x="3051" y="194"/>
                  </a:lnTo>
                  <a:lnTo>
                    <a:pt x="2626" y="348"/>
                  </a:lnTo>
                  <a:lnTo>
                    <a:pt x="2240" y="541"/>
                  </a:lnTo>
                  <a:lnTo>
                    <a:pt x="1854" y="773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9"/>
                  </a:lnTo>
                  <a:lnTo>
                    <a:pt x="386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31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57"/>
                  </a:lnTo>
                  <a:lnTo>
                    <a:pt x="348" y="4287"/>
                  </a:lnTo>
                  <a:lnTo>
                    <a:pt x="965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5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364"/>
                  </a:lnTo>
                  <a:lnTo>
                    <a:pt x="2858" y="4248"/>
                  </a:lnTo>
                  <a:lnTo>
                    <a:pt x="2896" y="4094"/>
                  </a:lnTo>
                  <a:lnTo>
                    <a:pt x="2973" y="3939"/>
                  </a:lnTo>
                  <a:lnTo>
                    <a:pt x="3012" y="3631"/>
                  </a:lnTo>
                  <a:lnTo>
                    <a:pt x="3012" y="2974"/>
                  </a:lnTo>
                  <a:lnTo>
                    <a:pt x="3089" y="734"/>
                  </a:lnTo>
                  <a:lnTo>
                    <a:pt x="3514" y="619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23"/>
                  </a:lnTo>
                  <a:lnTo>
                    <a:pt x="5059" y="2704"/>
                  </a:lnTo>
                  <a:lnTo>
                    <a:pt x="5097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0" y="4017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6"/>
                  </a:lnTo>
                  <a:lnTo>
                    <a:pt x="6217" y="4326"/>
                  </a:lnTo>
                  <a:lnTo>
                    <a:pt x="6565" y="4287"/>
                  </a:lnTo>
                  <a:lnTo>
                    <a:pt x="7607" y="4210"/>
                  </a:lnTo>
                  <a:lnTo>
                    <a:pt x="8650" y="4055"/>
                  </a:lnTo>
                  <a:lnTo>
                    <a:pt x="8650" y="4441"/>
                  </a:lnTo>
                  <a:lnTo>
                    <a:pt x="8611" y="4866"/>
                  </a:lnTo>
                  <a:lnTo>
                    <a:pt x="8611" y="4905"/>
                  </a:lnTo>
                  <a:lnTo>
                    <a:pt x="8611" y="5021"/>
                  </a:lnTo>
                  <a:lnTo>
                    <a:pt x="8650" y="5059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0" y="4905"/>
                  </a:lnTo>
                  <a:lnTo>
                    <a:pt x="9384" y="4905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03" y="5252"/>
                  </a:lnTo>
                  <a:lnTo>
                    <a:pt x="10426" y="5330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16"/>
                  </a:lnTo>
                  <a:lnTo>
                    <a:pt x="10233" y="5870"/>
                  </a:lnTo>
                  <a:lnTo>
                    <a:pt x="10233" y="6025"/>
                  </a:lnTo>
                  <a:lnTo>
                    <a:pt x="10272" y="6179"/>
                  </a:lnTo>
                  <a:lnTo>
                    <a:pt x="10349" y="6334"/>
                  </a:lnTo>
                  <a:lnTo>
                    <a:pt x="10503" y="6488"/>
                  </a:lnTo>
                  <a:lnTo>
                    <a:pt x="10696" y="6565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41" y="6913"/>
                  </a:lnTo>
                  <a:lnTo>
                    <a:pt x="12395" y="7222"/>
                  </a:lnTo>
                  <a:lnTo>
                    <a:pt x="12473" y="7569"/>
                  </a:lnTo>
                  <a:lnTo>
                    <a:pt x="12511" y="7917"/>
                  </a:lnTo>
                  <a:lnTo>
                    <a:pt x="12550" y="8264"/>
                  </a:lnTo>
                  <a:lnTo>
                    <a:pt x="12550" y="8998"/>
                  </a:lnTo>
                  <a:lnTo>
                    <a:pt x="12473" y="8998"/>
                  </a:lnTo>
                  <a:lnTo>
                    <a:pt x="12434" y="9037"/>
                  </a:lnTo>
                  <a:lnTo>
                    <a:pt x="12357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54"/>
                  </a:lnTo>
                  <a:lnTo>
                    <a:pt x="12125" y="9654"/>
                  </a:lnTo>
                  <a:lnTo>
                    <a:pt x="12820" y="9616"/>
                  </a:lnTo>
                  <a:lnTo>
                    <a:pt x="12936" y="9577"/>
                  </a:lnTo>
                  <a:lnTo>
                    <a:pt x="13013" y="9461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091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685"/>
                  </a:lnTo>
                  <a:lnTo>
                    <a:pt x="12936" y="7183"/>
                  </a:lnTo>
                  <a:lnTo>
                    <a:pt x="12704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276" y="5098"/>
                  </a:lnTo>
                  <a:lnTo>
                    <a:pt x="10967" y="4905"/>
                  </a:lnTo>
                  <a:lnTo>
                    <a:pt x="10619" y="4750"/>
                  </a:lnTo>
                  <a:lnTo>
                    <a:pt x="10233" y="4596"/>
                  </a:lnTo>
                  <a:lnTo>
                    <a:pt x="9886" y="4480"/>
                  </a:lnTo>
                  <a:lnTo>
                    <a:pt x="9499" y="4403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186" y="1584"/>
                  </a:lnTo>
                  <a:lnTo>
                    <a:pt x="7839" y="1275"/>
                  </a:lnTo>
                  <a:lnTo>
                    <a:pt x="7453" y="966"/>
                  </a:lnTo>
                  <a:lnTo>
                    <a:pt x="7067" y="734"/>
                  </a:lnTo>
                  <a:lnTo>
                    <a:pt x="6603" y="503"/>
                  </a:lnTo>
                  <a:lnTo>
                    <a:pt x="6178" y="348"/>
                  </a:lnTo>
                  <a:lnTo>
                    <a:pt x="5715" y="194"/>
                  </a:lnTo>
                  <a:lnTo>
                    <a:pt x="5290" y="78"/>
                  </a:lnTo>
                  <a:lnTo>
                    <a:pt x="482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22"/>
            <p:cNvSpPr/>
            <p:nvPr/>
          </p:nvSpPr>
          <p:spPr>
            <a:xfrm>
              <a:off x="1849325" y="1901275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7" y="1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6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1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7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0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4" y="7299"/>
                  </a:lnTo>
                  <a:lnTo>
                    <a:pt x="14712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3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3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9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4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6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22"/>
            <p:cNvSpPr/>
            <p:nvPr/>
          </p:nvSpPr>
          <p:spPr>
            <a:xfrm>
              <a:off x="1935225" y="191092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503" y="1"/>
                  </a:move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40" y="541"/>
                  </a:lnTo>
                  <a:lnTo>
                    <a:pt x="1" y="734"/>
                  </a:lnTo>
                  <a:lnTo>
                    <a:pt x="40" y="927"/>
                  </a:lnTo>
                  <a:lnTo>
                    <a:pt x="117" y="1082"/>
                  </a:lnTo>
                  <a:lnTo>
                    <a:pt x="194" y="1159"/>
                  </a:lnTo>
                  <a:lnTo>
                    <a:pt x="348" y="1159"/>
                  </a:lnTo>
                  <a:lnTo>
                    <a:pt x="426" y="1043"/>
                  </a:lnTo>
                  <a:lnTo>
                    <a:pt x="426" y="1005"/>
                  </a:lnTo>
                  <a:lnTo>
                    <a:pt x="387" y="927"/>
                  </a:lnTo>
                  <a:lnTo>
                    <a:pt x="387" y="850"/>
                  </a:lnTo>
                  <a:lnTo>
                    <a:pt x="348" y="773"/>
                  </a:lnTo>
                  <a:lnTo>
                    <a:pt x="426" y="580"/>
                  </a:lnTo>
                  <a:lnTo>
                    <a:pt x="542" y="425"/>
                  </a:lnTo>
                  <a:lnTo>
                    <a:pt x="619" y="387"/>
                  </a:lnTo>
                  <a:lnTo>
                    <a:pt x="773" y="387"/>
                  </a:lnTo>
                  <a:lnTo>
                    <a:pt x="850" y="425"/>
                  </a:lnTo>
                  <a:lnTo>
                    <a:pt x="966" y="580"/>
                  </a:lnTo>
                  <a:lnTo>
                    <a:pt x="1005" y="657"/>
                  </a:lnTo>
                  <a:lnTo>
                    <a:pt x="1005" y="734"/>
                  </a:lnTo>
                  <a:lnTo>
                    <a:pt x="966" y="927"/>
                  </a:lnTo>
                  <a:lnTo>
                    <a:pt x="966" y="1005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82" y="1159"/>
                  </a:lnTo>
                  <a:lnTo>
                    <a:pt x="1198" y="1159"/>
                  </a:lnTo>
                  <a:lnTo>
                    <a:pt x="1275" y="1121"/>
                  </a:lnTo>
                  <a:lnTo>
                    <a:pt x="1314" y="1082"/>
                  </a:lnTo>
                  <a:lnTo>
                    <a:pt x="1391" y="889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48"/>
                  </a:lnTo>
                  <a:lnTo>
                    <a:pt x="1198" y="194"/>
                  </a:lnTo>
                  <a:lnTo>
                    <a:pt x="1044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22"/>
            <p:cNvSpPr/>
            <p:nvPr/>
          </p:nvSpPr>
          <p:spPr>
            <a:xfrm>
              <a:off x="6081500" y="1911900"/>
              <a:ext cx="255850" cy="266475"/>
            </a:xfrm>
            <a:custGeom>
              <a:avLst/>
              <a:gdLst/>
              <a:ahLst/>
              <a:cxnLst/>
              <a:rect l="l" t="t" r="r" b="b"/>
              <a:pathLst>
                <a:path w="10234" h="10659" extrusionOk="0">
                  <a:moveTo>
                    <a:pt x="8303" y="7299"/>
                  </a:moveTo>
                  <a:lnTo>
                    <a:pt x="8535" y="7376"/>
                  </a:lnTo>
                  <a:lnTo>
                    <a:pt x="8766" y="7453"/>
                  </a:lnTo>
                  <a:lnTo>
                    <a:pt x="8998" y="7569"/>
                  </a:lnTo>
                  <a:lnTo>
                    <a:pt x="9191" y="7723"/>
                  </a:lnTo>
                  <a:lnTo>
                    <a:pt x="9384" y="7878"/>
                  </a:lnTo>
                  <a:lnTo>
                    <a:pt x="9539" y="8109"/>
                  </a:lnTo>
                  <a:lnTo>
                    <a:pt x="9655" y="8341"/>
                  </a:lnTo>
                  <a:lnTo>
                    <a:pt x="9693" y="8573"/>
                  </a:lnTo>
                  <a:lnTo>
                    <a:pt x="9732" y="8843"/>
                  </a:lnTo>
                  <a:lnTo>
                    <a:pt x="9693" y="9152"/>
                  </a:lnTo>
                  <a:lnTo>
                    <a:pt x="9577" y="9422"/>
                  </a:lnTo>
                  <a:lnTo>
                    <a:pt x="9423" y="9654"/>
                  </a:lnTo>
                  <a:lnTo>
                    <a:pt x="9230" y="9847"/>
                  </a:lnTo>
                  <a:lnTo>
                    <a:pt x="8959" y="10002"/>
                  </a:lnTo>
                  <a:lnTo>
                    <a:pt x="8728" y="10117"/>
                  </a:lnTo>
                  <a:lnTo>
                    <a:pt x="8419" y="10156"/>
                  </a:lnTo>
                  <a:lnTo>
                    <a:pt x="8149" y="10156"/>
                  </a:lnTo>
                  <a:lnTo>
                    <a:pt x="7878" y="10079"/>
                  </a:lnTo>
                  <a:lnTo>
                    <a:pt x="7647" y="9963"/>
                  </a:lnTo>
                  <a:lnTo>
                    <a:pt x="7415" y="9770"/>
                  </a:lnTo>
                  <a:lnTo>
                    <a:pt x="7222" y="9577"/>
                  </a:lnTo>
                  <a:lnTo>
                    <a:pt x="7067" y="9345"/>
                  </a:lnTo>
                  <a:lnTo>
                    <a:pt x="6990" y="9075"/>
                  </a:lnTo>
                  <a:lnTo>
                    <a:pt x="6951" y="8805"/>
                  </a:lnTo>
                  <a:lnTo>
                    <a:pt x="6990" y="8496"/>
                  </a:lnTo>
                  <a:lnTo>
                    <a:pt x="7067" y="8264"/>
                  </a:lnTo>
                  <a:lnTo>
                    <a:pt x="7183" y="8071"/>
                  </a:lnTo>
                  <a:lnTo>
                    <a:pt x="7338" y="7878"/>
                  </a:lnTo>
                  <a:lnTo>
                    <a:pt x="7531" y="7723"/>
                  </a:lnTo>
                  <a:lnTo>
                    <a:pt x="7762" y="7569"/>
                  </a:lnTo>
                  <a:lnTo>
                    <a:pt x="8187" y="7337"/>
                  </a:lnTo>
                  <a:lnTo>
                    <a:pt x="8264" y="7299"/>
                  </a:lnTo>
                  <a:close/>
                  <a:moveTo>
                    <a:pt x="2897" y="0"/>
                  </a:moveTo>
                  <a:lnTo>
                    <a:pt x="2704" y="39"/>
                  </a:lnTo>
                  <a:lnTo>
                    <a:pt x="2665" y="78"/>
                  </a:lnTo>
                  <a:lnTo>
                    <a:pt x="2665" y="1313"/>
                  </a:lnTo>
                  <a:lnTo>
                    <a:pt x="2665" y="2588"/>
                  </a:lnTo>
                  <a:lnTo>
                    <a:pt x="2704" y="3823"/>
                  </a:lnTo>
                  <a:lnTo>
                    <a:pt x="2742" y="5059"/>
                  </a:lnTo>
                  <a:lnTo>
                    <a:pt x="2936" y="7492"/>
                  </a:lnTo>
                  <a:lnTo>
                    <a:pt x="2936" y="8148"/>
                  </a:lnTo>
                  <a:lnTo>
                    <a:pt x="2974" y="8457"/>
                  </a:lnTo>
                  <a:lnTo>
                    <a:pt x="3013" y="8611"/>
                  </a:lnTo>
                  <a:lnTo>
                    <a:pt x="3090" y="8766"/>
                  </a:lnTo>
                  <a:lnTo>
                    <a:pt x="1584" y="8689"/>
                  </a:lnTo>
                  <a:lnTo>
                    <a:pt x="1" y="8689"/>
                  </a:lnTo>
                  <a:lnTo>
                    <a:pt x="39" y="8998"/>
                  </a:lnTo>
                  <a:lnTo>
                    <a:pt x="812" y="9113"/>
                  </a:lnTo>
                  <a:lnTo>
                    <a:pt x="1584" y="9152"/>
                  </a:lnTo>
                  <a:lnTo>
                    <a:pt x="3167" y="9229"/>
                  </a:lnTo>
                  <a:lnTo>
                    <a:pt x="4866" y="9306"/>
                  </a:lnTo>
                  <a:lnTo>
                    <a:pt x="5677" y="9306"/>
                  </a:lnTo>
                  <a:lnTo>
                    <a:pt x="6527" y="9229"/>
                  </a:lnTo>
                  <a:lnTo>
                    <a:pt x="6643" y="9538"/>
                  </a:lnTo>
                  <a:lnTo>
                    <a:pt x="6797" y="9847"/>
                  </a:lnTo>
                  <a:lnTo>
                    <a:pt x="6990" y="10079"/>
                  </a:lnTo>
                  <a:lnTo>
                    <a:pt x="7260" y="10310"/>
                  </a:lnTo>
                  <a:lnTo>
                    <a:pt x="7531" y="10465"/>
                  </a:lnTo>
                  <a:lnTo>
                    <a:pt x="7840" y="10581"/>
                  </a:lnTo>
                  <a:lnTo>
                    <a:pt x="8149" y="10658"/>
                  </a:lnTo>
                  <a:lnTo>
                    <a:pt x="8457" y="10658"/>
                  </a:lnTo>
                  <a:lnTo>
                    <a:pt x="8766" y="10619"/>
                  </a:lnTo>
                  <a:lnTo>
                    <a:pt x="9075" y="10504"/>
                  </a:lnTo>
                  <a:lnTo>
                    <a:pt x="9346" y="10388"/>
                  </a:lnTo>
                  <a:lnTo>
                    <a:pt x="9577" y="10195"/>
                  </a:lnTo>
                  <a:lnTo>
                    <a:pt x="9809" y="9963"/>
                  </a:lnTo>
                  <a:lnTo>
                    <a:pt x="9963" y="9693"/>
                  </a:lnTo>
                  <a:lnTo>
                    <a:pt x="10118" y="9422"/>
                  </a:lnTo>
                  <a:lnTo>
                    <a:pt x="10195" y="9113"/>
                  </a:lnTo>
                  <a:lnTo>
                    <a:pt x="10234" y="9113"/>
                  </a:lnTo>
                  <a:lnTo>
                    <a:pt x="10234" y="8766"/>
                  </a:lnTo>
                  <a:lnTo>
                    <a:pt x="10195" y="8380"/>
                  </a:lnTo>
                  <a:lnTo>
                    <a:pt x="10041" y="8071"/>
                  </a:lnTo>
                  <a:lnTo>
                    <a:pt x="9886" y="7762"/>
                  </a:lnTo>
                  <a:lnTo>
                    <a:pt x="9655" y="7492"/>
                  </a:lnTo>
                  <a:lnTo>
                    <a:pt x="9346" y="7260"/>
                  </a:lnTo>
                  <a:lnTo>
                    <a:pt x="9037" y="7105"/>
                  </a:lnTo>
                  <a:lnTo>
                    <a:pt x="8689" y="7028"/>
                  </a:lnTo>
                  <a:lnTo>
                    <a:pt x="8342" y="6990"/>
                  </a:lnTo>
                  <a:lnTo>
                    <a:pt x="8226" y="7067"/>
                  </a:lnTo>
                  <a:lnTo>
                    <a:pt x="8187" y="7028"/>
                  </a:lnTo>
                  <a:lnTo>
                    <a:pt x="8110" y="6990"/>
                  </a:lnTo>
                  <a:lnTo>
                    <a:pt x="7955" y="6990"/>
                  </a:lnTo>
                  <a:lnTo>
                    <a:pt x="7762" y="7028"/>
                  </a:lnTo>
                  <a:lnTo>
                    <a:pt x="7453" y="7144"/>
                  </a:lnTo>
                  <a:lnTo>
                    <a:pt x="7183" y="7337"/>
                  </a:lnTo>
                  <a:lnTo>
                    <a:pt x="6951" y="7569"/>
                  </a:lnTo>
                  <a:lnTo>
                    <a:pt x="6758" y="7878"/>
                  </a:lnTo>
                  <a:lnTo>
                    <a:pt x="6604" y="8187"/>
                  </a:lnTo>
                  <a:lnTo>
                    <a:pt x="6488" y="8496"/>
                  </a:lnTo>
                  <a:lnTo>
                    <a:pt x="6488" y="8843"/>
                  </a:lnTo>
                  <a:lnTo>
                    <a:pt x="5716" y="8766"/>
                  </a:lnTo>
                  <a:lnTo>
                    <a:pt x="3476" y="8766"/>
                  </a:lnTo>
                  <a:lnTo>
                    <a:pt x="3515" y="8689"/>
                  </a:lnTo>
                  <a:lnTo>
                    <a:pt x="3515" y="8650"/>
                  </a:lnTo>
                  <a:lnTo>
                    <a:pt x="3476" y="8573"/>
                  </a:lnTo>
                  <a:lnTo>
                    <a:pt x="3438" y="8496"/>
                  </a:lnTo>
                  <a:lnTo>
                    <a:pt x="3399" y="8457"/>
                  </a:lnTo>
                  <a:lnTo>
                    <a:pt x="3322" y="8457"/>
                  </a:lnTo>
                  <a:lnTo>
                    <a:pt x="3244" y="8496"/>
                  </a:lnTo>
                  <a:lnTo>
                    <a:pt x="3322" y="8380"/>
                  </a:lnTo>
                  <a:lnTo>
                    <a:pt x="3322" y="8225"/>
                  </a:lnTo>
                  <a:lnTo>
                    <a:pt x="3322" y="8071"/>
                  </a:lnTo>
                  <a:lnTo>
                    <a:pt x="3283" y="7955"/>
                  </a:lnTo>
                  <a:lnTo>
                    <a:pt x="3244" y="7337"/>
                  </a:lnTo>
                  <a:lnTo>
                    <a:pt x="3167" y="6410"/>
                  </a:lnTo>
                  <a:lnTo>
                    <a:pt x="3051" y="4325"/>
                  </a:lnTo>
                  <a:lnTo>
                    <a:pt x="2974" y="2201"/>
                  </a:lnTo>
                  <a:lnTo>
                    <a:pt x="2897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22"/>
            <p:cNvSpPr/>
            <p:nvPr/>
          </p:nvSpPr>
          <p:spPr>
            <a:xfrm>
              <a:off x="2715250" y="1912850"/>
              <a:ext cx="147725" cy="161250"/>
            </a:xfrm>
            <a:custGeom>
              <a:avLst/>
              <a:gdLst/>
              <a:ahLst/>
              <a:cxnLst/>
              <a:rect l="l" t="t" r="r" b="b"/>
              <a:pathLst>
                <a:path w="5909" h="6450" extrusionOk="0">
                  <a:moveTo>
                    <a:pt x="2781" y="503"/>
                  </a:moveTo>
                  <a:lnTo>
                    <a:pt x="3283" y="580"/>
                  </a:lnTo>
                  <a:lnTo>
                    <a:pt x="3746" y="735"/>
                  </a:lnTo>
                  <a:lnTo>
                    <a:pt x="4210" y="966"/>
                  </a:lnTo>
                  <a:lnTo>
                    <a:pt x="4403" y="1082"/>
                  </a:lnTo>
                  <a:lnTo>
                    <a:pt x="4596" y="1275"/>
                  </a:lnTo>
                  <a:lnTo>
                    <a:pt x="4750" y="1468"/>
                  </a:lnTo>
                  <a:lnTo>
                    <a:pt x="4943" y="1661"/>
                  </a:lnTo>
                  <a:lnTo>
                    <a:pt x="5059" y="1893"/>
                  </a:lnTo>
                  <a:lnTo>
                    <a:pt x="5175" y="2125"/>
                  </a:lnTo>
                  <a:lnTo>
                    <a:pt x="5330" y="2588"/>
                  </a:lnTo>
                  <a:lnTo>
                    <a:pt x="5407" y="3052"/>
                  </a:lnTo>
                  <a:lnTo>
                    <a:pt x="5407" y="3515"/>
                  </a:lnTo>
                  <a:lnTo>
                    <a:pt x="5368" y="4017"/>
                  </a:lnTo>
                  <a:lnTo>
                    <a:pt x="5214" y="4442"/>
                  </a:lnTo>
                  <a:lnTo>
                    <a:pt x="4982" y="4866"/>
                  </a:lnTo>
                  <a:lnTo>
                    <a:pt x="4828" y="5059"/>
                  </a:lnTo>
                  <a:lnTo>
                    <a:pt x="4673" y="5253"/>
                  </a:lnTo>
                  <a:lnTo>
                    <a:pt x="4480" y="5407"/>
                  </a:lnTo>
                  <a:lnTo>
                    <a:pt x="4287" y="5561"/>
                  </a:lnTo>
                  <a:lnTo>
                    <a:pt x="4017" y="5716"/>
                  </a:lnTo>
                  <a:lnTo>
                    <a:pt x="3746" y="5832"/>
                  </a:lnTo>
                  <a:lnTo>
                    <a:pt x="3515" y="5909"/>
                  </a:lnTo>
                  <a:lnTo>
                    <a:pt x="3244" y="5948"/>
                  </a:lnTo>
                  <a:lnTo>
                    <a:pt x="2742" y="5948"/>
                  </a:lnTo>
                  <a:lnTo>
                    <a:pt x="2511" y="5870"/>
                  </a:lnTo>
                  <a:lnTo>
                    <a:pt x="2279" y="5793"/>
                  </a:lnTo>
                  <a:lnTo>
                    <a:pt x="2047" y="5677"/>
                  </a:lnTo>
                  <a:lnTo>
                    <a:pt x="1816" y="5561"/>
                  </a:lnTo>
                  <a:lnTo>
                    <a:pt x="1623" y="5407"/>
                  </a:lnTo>
                  <a:lnTo>
                    <a:pt x="1429" y="5214"/>
                  </a:lnTo>
                  <a:lnTo>
                    <a:pt x="1082" y="4828"/>
                  </a:lnTo>
                  <a:lnTo>
                    <a:pt x="812" y="4364"/>
                  </a:lnTo>
                  <a:lnTo>
                    <a:pt x="619" y="3862"/>
                  </a:lnTo>
                  <a:lnTo>
                    <a:pt x="464" y="3322"/>
                  </a:lnTo>
                  <a:lnTo>
                    <a:pt x="426" y="2820"/>
                  </a:lnTo>
                  <a:lnTo>
                    <a:pt x="426" y="2550"/>
                  </a:lnTo>
                  <a:lnTo>
                    <a:pt x="464" y="2279"/>
                  </a:lnTo>
                  <a:lnTo>
                    <a:pt x="503" y="2048"/>
                  </a:lnTo>
                  <a:lnTo>
                    <a:pt x="619" y="1777"/>
                  </a:lnTo>
                  <a:lnTo>
                    <a:pt x="696" y="1584"/>
                  </a:lnTo>
                  <a:lnTo>
                    <a:pt x="850" y="1352"/>
                  </a:lnTo>
                  <a:lnTo>
                    <a:pt x="1005" y="1159"/>
                  </a:lnTo>
                  <a:lnTo>
                    <a:pt x="1198" y="966"/>
                  </a:lnTo>
                  <a:lnTo>
                    <a:pt x="1429" y="812"/>
                  </a:lnTo>
                  <a:lnTo>
                    <a:pt x="1700" y="657"/>
                  </a:lnTo>
                  <a:lnTo>
                    <a:pt x="1738" y="619"/>
                  </a:lnTo>
                  <a:lnTo>
                    <a:pt x="1738" y="580"/>
                  </a:lnTo>
                  <a:lnTo>
                    <a:pt x="2240" y="503"/>
                  </a:lnTo>
                  <a:close/>
                  <a:moveTo>
                    <a:pt x="2588" y="1"/>
                  </a:moveTo>
                  <a:lnTo>
                    <a:pt x="2279" y="40"/>
                  </a:lnTo>
                  <a:lnTo>
                    <a:pt x="1970" y="78"/>
                  </a:lnTo>
                  <a:lnTo>
                    <a:pt x="1661" y="155"/>
                  </a:lnTo>
                  <a:lnTo>
                    <a:pt x="1391" y="233"/>
                  </a:lnTo>
                  <a:lnTo>
                    <a:pt x="1314" y="310"/>
                  </a:lnTo>
                  <a:lnTo>
                    <a:pt x="1236" y="387"/>
                  </a:lnTo>
                  <a:lnTo>
                    <a:pt x="1236" y="464"/>
                  </a:lnTo>
                  <a:lnTo>
                    <a:pt x="1275" y="542"/>
                  </a:lnTo>
                  <a:lnTo>
                    <a:pt x="1005" y="657"/>
                  </a:lnTo>
                  <a:lnTo>
                    <a:pt x="773" y="850"/>
                  </a:lnTo>
                  <a:lnTo>
                    <a:pt x="580" y="1044"/>
                  </a:lnTo>
                  <a:lnTo>
                    <a:pt x="426" y="1237"/>
                  </a:lnTo>
                  <a:lnTo>
                    <a:pt x="271" y="1468"/>
                  </a:lnTo>
                  <a:lnTo>
                    <a:pt x="155" y="1700"/>
                  </a:lnTo>
                  <a:lnTo>
                    <a:pt x="78" y="1970"/>
                  </a:lnTo>
                  <a:lnTo>
                    <a:pt x="39" y="2241"/>
                  </a:lnTo>
                  <a:lnTo>
                    <a:pt x="1" y="2511"/>
                  </a:lnTo>
                  <a:lnTo>
                    <a:pt x="1" y="2781"/>
                  </a:lnTo>
                  <a:lnTo>
                    <a:pt x="39" y="3360"/>
                  </a:lnTo>
                  <a:lnTo>
                    <a:pt x="155" y="3901"/>
                  </a:lnTo>
                  <a:lnTo>
                    <a:pt x="387" y="4442"/>
                  </a:lnTo>
                  <a:lnTo>
                    <a:pt x="696" y="5021"/>
                  </a:lnTo>
                  <a:lnTo>
                    <a:pt x="889" y="5253"/>
                  </a:lnTo>
                  <a:lnTo>
                    <a:pt x="1082" y="5484"/>
                  </a:lnTo>
                  <a:lnTo>
                    <a:pt x="1275" y="5716"/>
                  </a:lnTo>
                  <a:lnTo>
                    <a:pt x="1507" y="5909"/>
                  </a:lnTo>
                  <a:lnTo>
                    <a:pt x="1738" y="6063"/>
                  </a:lnTo>
                  <a:lnTo>
                    <a:pt x="2009" y="6179"/>
                  </a:lnTo>
                  <a:lnTo>
                    <a:pt x="2240" y="6295"/>
                  </a:lnTo>
                  <a:lnTo>
                    <a:pt x="2511" y="6372"/>
                  </a:lnTo>
                  <a:lnTo>
                    <a:pt x="2820" y="6411"/>
                  </a:lnTo>
                  <a:lnTo>
                    <a:pt x="3090" y="6450"/>
                  </a:lnTo>
                  <a:lnTo>
                    <a:pt x="3399" y="6411"/>
                  </a:lnTo>
                  <a:lnTo>
                    <a:pt x="3669" y="6334"/>
                  </a:lnTo>
                  <a:lnTo>
                    <a:pt x="3978" y="6218"/>
                  </a:lnTo>
                  <a:lnTo>
                    <a:pt x="4326" y="6102"/>
                  </a:lnTo>
                  <a:lnTo>
                    <a:pt x="4557" y="5909"/>
                  </a:lnTo>
                  <a:lnTo>
                    <a:pt x="4828" y="5716"/>
                  </a:lnTo>
                  <a:lnTo>
                    <a:pt x="5021" y="5523"/>
                  </a:lnTo>
                  <a:lnTo>
                    <a:pt x="5214" y="5291"/>
                  </a:lnTo>
                  <a:lnTo>
                    <a:pt x="5407" y="5059"/>
                  </a:lnTo>
                  <a:lnTo>
                    <a:pt x="5561" y="4789"/>
                  </a:lnTo>
                  <a:lnTo>
                    <a:pt x="5677" y="4519"/>
                  </a:lnTo>
                  <a:lnTo>
                    <a:pt x="5754" y="4249"/>
                  </a:lnTo>
                  <a:lnTo>
                    <a:pt x="5832" y="3940"/>
                  </a:lnTo>
                  <a:lnTo>
                    <a:pt x="5870" y="3669"/>
                  </a:lnTo>
                  <a:lnTo>
                    <a:pt x="5909" y="3360"/>
                  </a:lnTo>
                  <a:lnTo>
                    <a:pt x="5870" y="3052"/>
                  </a:lnTo>
                  <a:lnTo>
                    <a:pt x="5832" y="2743"/>
                  </a:lnTo>
                  <a:lnTo>
                    <a:pt x="5793" y="2472"/>
                  </a:lnTo>
                  <a:lnTo>
                    <a:pt x="5716" y="2163"/>
                  </a:lnTo>
                  <a:lnTo>
                    <a:pt x="5600" y="1893"/>
                  </a:lnTo>
                  <a:lnTo>
                    <a:pt x="5445" y="1584"/>
                  </a:lnTo>
                  <a:lnTo>
                    <a:pt x="5252" y="1352"/>
                  </a:lnTo>
                  <a:lnTo>
                    <a:pt x="5059" y="1082"/>
                  </a:lnTo>
                  <a:lnTo>
                    <a:pt x="4828" y="889"/>
                  </a:lnTo>
                  <a:lnTo>
                    <a:pt x="4596" y="696"/>
                  </a:lnTo>
                  <a:lnTo>
                    <a:pt x="4364" y="503"/>
                  </a:lnTo>
                  <a:lnTo>
                    <a:pt x="4094" y="348"/>
                  </a:lnTo>
                  <a:lnTo>
                    <a:pt x="3785" y="233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40"/>
                  </a:lnTo>
                  <a:lnTo>
                    <a:pt x="25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22"/>
            <p:cNvSpPr/>
            <p:nvPr/>
          </p:nvSpPr>
          <p:spPr>
            <a:xfrm>
              <a:off x="1882150" y="19148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6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3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3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3" y="464"/>
                  </a:lnTo>
                  <a:lnTo>
                    <a:pt x="541" y="386"/>
                  </a:lnTo>
                  <a:lnTo>
                    <a:pt x="772" y="386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5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4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4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22"/>
            <p:cNvSpPr/>
            <p:nvPr/>
          </p:nvSpPr>
          <p:spPr>
            <a:xfrm>
              <a:off x="6734100" y="1914800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0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8"/>
                  </a:lnTo>
                  <a:lnTo>
                    <a:pt x="116" y="5059"/>
                  </a:lnTo>
                  <a:lnTo>
                    <a:pt x="0" y="6719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6" y="77"/>
                  </a:lnTo>
                  <a:lnTo>
                    <a:pt x="1236" y="39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22"/>
            <p:cNvSpPr/>
            <p:nvPr/>
          </p:nvSpPr>
          <p:spPr>
            <a:xfrm>
              <a:off x="668675" y="1916725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0"/>
                  </a:moveTo>
                  <a:lnTo>
                    <a:pt x="11469" y="78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7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438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1" y="6681"/>
                  </a:lnTo>
                  <a:lnTo>
                    <a:pt x="13515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8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3"/>
                  </a:lnTo>
                  <a:lnTo>
                    <a:pt x="1081" y="10697"/>
                  </a:lnTo>
                  <a:lnTo>
                    <a:pt x="811" y="10542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6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0" y="9886"/>
                  </a:lnTo>
                  <a:lnTo>
                    <a:pt x="39" y="10117"/>
                  </a:lnTo>
                  <a:lnTo>
                    <a:pt x="77" y="10311"/>
                  </a:lnTo>
                  <a:lnTo>
                    <a:pt x="193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1" y="11353"/>
                  </a:lnTo>
                  <a:lnTo>
                    <a:pt x="2626" y="11430"/>
                  </a:lnTo>
                  <a:lnTo>
                    <a:pt x="3321" y="11508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8"/>
                  </a:lnTo>
                  <a:lnTo>
                    <a:pt x="6063" y="11430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4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7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7" y="6565"/>
                  </a:lnTo>
                  <a:lnTo>
                    <a:pt x="14017" y="6333"/>
                  </a:lnTo>
                  <a:lnTo>
                    <a:pt x="14017" y="6140"/>
                  </a:lnTo>
                  <a:lnTo>
                    <a:pt x="13940" y="5908"/>
                  </a:lnTo>
                  <a:lnTo>
                    <a:pt x="13863" y="5715"/>
                  </a:lnTo>
                  <a:lnTo>
                    <a:pt x="13747" y="5522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6"/>
                  </a:lnTo>
                  <a:lnTo>
                    <a:pt x="13091" y="5136"/>
                  </a:lnTo>
                  <a:lnTo>
                    <a:pt x="12820" y="3823"/>
                  </a:lnTo>
                  <a:lnTo>
                    <a:pt x="12511" y="2549"/>
                  </a:lnTo>
                  <a:lnTo>
                    <a:pt x="12164" y="1275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22"/>
            <p:cNvSpPr/>
            <p:nvPr/>
          </p:nvSpPr>
          <p:spPr>
            <a:xfrm>
              <a:off x="6761125" y="19167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5" y="5098"/>
                  </a:lnTo>
                  <a:lnTo>
                    <a:pt x="4326" y="5445"/>
                  </a:lnTo>
                  <a:lnTo>
                    <a:pt x="4634" y="5793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3" y="4866"/>
                  </a:lnTo>
                  <a:lnTo>
                    <a:pt x="3862" y="4171"/>
                  </a:lnTo>
                  <a:lnTo>
                    <a:pt x="2704" y="2781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22"/>
            <p:cNvSpPr/>
            <p:nvPr/>
          </p:nvSpPr>
          <p:spPr>
            <a:xfrm>
              <a:off x="5030225" y="191865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22"/>
            <p:cNvSpPr/>
            <p:nvPr/>
          </p:nvSpPr>
          <p:spPr>
            <a:xfrm>
              <a:off x="6615350" y="1924450"/>
              <a:ext cx="61825" cy="160275"/>
            </a:xfrm>
            <a:custGeom>
              <a:avLst/>
              <a:gdLst/>
              <a:ahLst/>
              <a:cxnLst/>
              <a:rect l="l" t="t" r="r" b="b"/>
              <a:pathLst>
                <a:path w="2473" h="6411" extrusionOk="0">
                  <a:moveTo>
                    <a:pt x="310" y="0"/>
                  </a:moveTo>
                  <a:lnTo>
                    <a:pt x="1" y="78"/>
                  </a:lnTo>
                  <a:lnTo>
                    <a:pt x="194" y="927"/>
                  </a:lnTo>
                  <a:lnTo>
                    <a:pt x="426" y="1777"/>
                  </a:lnTo>
                  <a:lnTo>
                    <a:pt x="657" y="2626"/>
                  </a:lnTo>
                  <a:lnTo>
                    <a:pt x="928" y="3476"/>
                  </a:lnTo>
                  <a:lnTo>
                    <a:pt x="1507" y="5097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2" y="6140"/>
                  </a:lnTo>
                  <a:lnTo>
                    <a:pt x="2086" y="6333"/>
                  </a:lnTo>
                  <a:lnTo>
                    <a:pt x="2125" y="6410"/>
                  </a:lnTo>
                  <a:lnTo>
                    <a:pt x="2318" y="6410"/>
                  </a:lnTo>
                  <a:lnTo>
                    <a:pt x="2356" y="6333"/>
                  </a:lnTo>
                  <a:lnTo>
                    <a:pt x="2434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5" y="5599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22"/>
            <p:cNvSpPr/>
            <p:nvPr/>
          </p:nvSpPr>
          <p:spPr>
            <a:xfrm>
              <a:off x="3366875" y="19263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1" y="2317"/>
                  </a:lnTo>
                  <a:lnTo>
                    <a:pt x="6449" y="3901"/>
                  </a:lnTo>
                  <a:lnTo>
                    <a:pt x="6527" y="6990"/>
                  </a:lnTo>
                  <a:lnTo>
                    <a:pt x="3515" y="6758"/>
                  </a:lnTo>
                  <a:lnTo>
                    <a:pt x="2009" y="6642"/>
                  </a:lnTo>
                  <a:lnTo>
                    <a:pt x="503" y="6604"/>
                  </a:lnTo>
                  <a:lnTo>
                    <a:pt x="1352" y="5986"/>
                  </a:lnTo>
                  <a:lnTo>
                    <a:pt x="2202" y="5291"/>
                  </a:lnTo>
                  <a:lnTo>
                    <a:pt x="2974" y="4557"/>
                  </a:lnTo>
                  <a:lnTo>
                    <a:pt x="3708" y="3823"/>
                  </a:lnTo>
                  <a:lnTo>
                    <a:pt x="4441" y="3090"/>
                  </a:lnTo>
                  <a:lnTo>
                    <a:pt x="5137" y="2356"/>
                  </a:lnTo>
                  <a:lnTo>
                    <a:pt x="5793" y="1584"/>
                  </a:lnTo>
                  <a:lnTo>
                    <a:pt x="6449" y="773"/>
                  </a:lnTo>
                  <a:close/>
                  <a:moveTo>
                    <a:pt x="6720" y="1"/>
                  </a:moveTo>
                  <a:lnTo>
                    <a:pt x="6643" y="39"/>
                  </a:lnTo>
                  <a:lnTo>
                    <a:pt x="6565" y="39"/>
                  </a:lnTo>
                  <a:lnTo>
                    <a:pt x="6488" y="116"/>
                  </a:lnTo>
                  <a:lnTo>
                    <a:pt x="4982" y="1854"/>
                  </a:lnTo>
                  <a:lnTo>
                    <a:pt x="4210" y="2704"/>
                  </a:lnTo>
                  <a:lnTo>
                    <a:pt x="3438" y="3515"/>
                  </a:lnTo>
                  <a:lnTo>
                    <a:pt x="2588" y="4287"/>
                  </a:lnTo>
                  <a:lnTo>
                    <a:pt x="1738" y="5059"/>
                  </a:lnTo>
                  <a:lnTo>
                    <a:pt x="889" y="5793"/>
                  </a:lnTo>
                  <a:lnTo>
                    <a:pt x="39" y="6604"/>
                  </a:lnTo>
                  <a:lnTo>
                    <a:pt x="1" y="6642"/>
                  </a:lnTo>
                  <a:lnTo>
                    <a:pt x="1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1" y="6913"/>
                  </a:lnTo>
                  <a:lnTo>
                    <a:pt x="39" y="6990"/>
                  </a:lnTo>
                  <a:lnTo>
                    <a:pt x="117" y="7144"/>
                  </a:lnTo>
                  <a:lnTo>
                    <a:pt x="387" y="6990"/>
                  </a:lnTo>
                  <a:lnTo>
                    <a:pt x="1893" y="7144"/>
                  </a:lnTo>
                  <a:lnTo>
                    <a:pt x="3438" y="7299"/>
                  </a:lnTo>
                  <a:lnTo>
                    <a:pt x="6527" y="7453"/>
                  </a:lnTo>
                  <a:lnTo>
                    <a:pt x="6565" y="9307"/>
                  </a:lnTo>
                  <a:lnTo>
                    <a:pt x="6527" y="12628"/>
                  </a:lnTo>
                  <a:lnTo>
                    <a:pt x="6951" y="12628"/>
                  </a:lnTo>
                  <a:lnTo>
                    <a:pt x="6990" y="9461"/>
                  </a:lnTo>
                  <a:lnTo>
                    <a:pt x="6990" y="7492"/>
                  </a:lnTo>
                  <a:lnTo>
                    <a:pt x="8651" y="7569"/>
                  </a:lnTo>
                  <a:lnTo>
                    <a:pt x="10311" y="7646"/>
                  </a:lnTo>
                  <a:lnTo>
                    <a:pt x="10311" y="7183"/>
                  </a:lnTo>
                  <a:lnTo>
                    <a:pt x="8651" y="7106"/>
                  </a:lnTo>
                  <a:lnTo>
                    <a:pt x="6990" y="7028"/>
                  </a:lnTo>
                  <a:lnTo>
                    <a:pt x="7029" y="5368"/>
                  </a:lnTo>
                  <a:lnTo>
                    <a:pt x="6990" y="3708"/>
                  </a:lnTo>
                  <a:lnTo>
                    <a:pt x="6951" y="2047"/>
                  </a:lnTo>
                  <a:lnTo>
                    <a:pt x="6797" y="387"/>
                  </a:lnTo>
                  <a:lnTo>
                    <a:pt x="6990" y="194"/>
                  </a:lnTo>
                  <a:lnTo>
                    <a:pt x="6836" y="39"/>
                  </a:lnTo>
                  <a:lnTo>
                    <a:pt x="67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22"/>
            <p:cNvSpPr/>
            <p:nvPr/>
          </p:nvSpPr>
          <p:spPr>
            <a:xfrm>
              <a:off x="6625000" y="1926375"/>
              <a:ext cx="355300" cy="170900"/>
            </a:xfrm>
            <a:custGeom>
              <a:avLst/>
              <a:gdLst/>
              <a:ahLst/>
              <a:cxnLst/>
              <a:rect l="l" t="t" r="r" b="b"/>
              <a:pathLst>
                <a:path w="14212" h="6836" extrusionOk="0">
                  <a:moveTo>
                    <a:pt x="117" y="1"/>
                  </a:moveTo>
                  <a:lnTo>
                    <a:pt x="1" y="39"/>
                  </a:lnTo>
                  <a:lnTo>
                    <a:pt x="1970" y="3206"/>
                  </a:lnTo>
                  <a:lnTo>
                    <a:pt x="4056" y="6333"/>
                  </a:lnTo>
                  <a:lnTo>
                    <a:pt x="3554" y="6295"/>
                  </a:lnTo>
                  <a:lnTo>
                    <a:pt x="3052" y="6179"/>
                  </a:lnTo>
                  <a:lnTo>
                    <a:pt x="2588" y="6024"/>
                  </a:lnTo>
                  <a:lnTo>
                    <a:pt x="2125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8" y="6720"/>
                  </a:lnTo>
                  <a:lnTo>
                    <a:pt x="4133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9" y="6488"/>
                  </a:lnTo>
                  <a:lnTo>
                    <a:pt x="8960" y="6295"/>
                  </a:lnTo>
                  <a:lnTo>
                    <a:pt x="9771" y="6024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8" y="4673"/>
                  </a:lnTo>
                  <a:lnTo>
                    <a:pt x="12667" y="4403"/>
                  </a:lnTo>
                  <a:lnTo>
                    <a:pt x="12976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80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3" y="2163"/>
                  </a:lnTo>
                  <a:lnTo>
                    <a:pt x="14173" y="2124"/>
                  </a:lnTo>
                  <a:lnTo>
                    <a:pt x="13864" y="2124"/>
                  </a:lnTo>
                  <a:lnTo>
                    <a:pt x="13825" y="2163"/>
                  </a:lnTo>
                  <a:lnTo>
                    <a:pt x="13555" y="2704"/>
                  </a:lnTo>
                  <a:lnTo>
                    <a:pt x="13207" y="3167"/>
                  </a:lnTo>
                  <a:lnTo>
                    <a:pt x="12860" y="3630"/>
                  </a:lnTo>
                  <a:lnTo>
                    <a:pt x="12474" y="4016"/>
                  </a:lnTo>
                  <a:lnTo>
                    <a:pt x="12010" y="4364"/>
                  </a:lnTo>
                  <a:lnTo>
                    <a:pt x="11547" y="4712"/>
                  </a:lnTo>
                  <a:lnTo>
                    <a:pt x="11083" y="4982"/>
                  </a:lnTo>
                  <a:lnTo>
                    <a:pt x="10543" y="5252"/>
                  </a:lnTo>
                  <a:lnTo>
                    <a:pt x="10350" y="5252"/>
                  </a:lnTo>
                  <a:lnTo>
                    <a:pt x="10350" y="5368"/>
                  </a:lnTo>
                  <a:lnTo>
                    <a:pt x="10273" y="5368"/>
                  </a:lnTo>
                  <a:lnTo>
                    <a:pt x="10079" y="5407"/>
                  </a:lnTo>
                  <a:lnTo>
                    <a:pt x="10157" y="5445"/>
                  </a:lnTo>
                  <a:lnTo>
                    <a:pt x="9500" y="5677"/>
                  </a:lnTo>
                  <a:lnTo>
                    <a:pt x="8844" y="5870"/>
                  </a:lnTo>
                  <a:lnTo>
                    <a:pt x="7840" y="6102"/>
                  </a:lnTo>
                  <a:lnTo>
                    <a:pt x="6759" y="6295"/>
                  </a:lnTo>
                  <a:lnTo>
                    <a:pt x="6218" y="6333"/>
                  </a:lnTo>
                  <a:lnTo>
                    <a:pt x="5677" y="6411"/>
                  </a:lnTo>
                  <a:lnTo>
                    <a:pt x="4558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22"/>
            <p:cNvSpPr/>
            <p:nvPr/>
          </p:nvSpPr>
          <p:spPr>
            <a:xfrm>
              <a:off x="3536800" y="19312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3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6" y="7492"/>
                  </a:lnTo>
                  <a:lnTo>
                    <a:pt x="6371" y="7453"/>
                  </a:lnTo>
                  <a:lnTo>
                    <a:pt x="6371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59" y="12087"/>
                  </a:lnTo>
                  <a:lnTo>
                    <a:pt x="1583" y="14983"/>
                  </a:lnTo>
                  <a:lnTo>
                    <a:pt x="772" y="16451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8" y="16759"/>
                  </a:lnTo>
                  <a:lnTo>
                    <a:pt x="1969" y="15369"/>
                  </a:lnTo>
                  <a:lnTo>
                    <a:pt x="2780" y="13979"/>
                  </a:lnTo>
                  <a:lnTo>
                    <a:pt x="3591" y="12589"/>
                  </a:lnTo>
                  <a:lnTo>
                    <a:pt x="4441" y="11199"/>
                  </a:lnTo>
                  <a:lnTo>
                    <a:pt x="5290" y="9809"/>
                  </a:lnTo>
                  <a:lnTo>
                    <a:pt x="5715" y="9191"/>
                  </a:lnTo>
                  <a:lnTo>
                    <a:pt x="6178" y="8612"/>
                  </a:lnTo>
                  <a:lnTo>
                    <a:pt x="6603" y="8033"/>
                  </a:lnTo>
                  <a:lnTo>
                    <a:pt x="6989" y="7453"/>
                  </a:lnTo>
                  <a:lnTo>
                    <a:pt x="6989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89" y="7067"/>
                  </a:lnTo>
                  <a:lnTo>
                    <a:pt x="6873" y="7029"/>
                  </a:lnTo>
                  <a:lnTo>
                    <a:pt x="6835" y="7029"/>
                  </a:lnTo>
                  <a:lnTo>
                    <a:pt x="6101" y="6102"/>
                  </a:lnTo>
                  <a:lnTo>
                    <a:pt x="5290" y="5175"/>
                  </a:lnTo>
                  <a:lnTo>
                    <a:pt x="3668" y="3437"/>
                  </a:lnTo>
                  <a:lnTo>
                    <a:pt x="1969" y="1700"/>
                  </a:lnTo>
                  <a:lnTo>
                    <a:pt x="1081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22"/>
            <p:cNvSpPr/>
            <p:nvPr/>
          </p:nvSpPr>
          <p:spPr>
            <a:xfrm>
              <a:off x="902300" y="1957275"/>
              <a:ext cx="17400" cy="181500"/>
            </a:xfrm>
            <a:custGeom>
              <a:avLst/>
              <a:gdLst/>
              <a:ahLst/>
              <a:cxnLst/>
              <a:rect l="l" t="t" r="r" b="b"/>
              <a:pathLst>
                <a:path w="696" h="7260" extrusionOk="0">
                  <a:moveTo>
                    <a:pt x="425" y="0"/>
                  </a:moveTo>
                  <a:lnTo>
                    <a:pt x="348" y="888"/>
                  </a:lnTo>
                  <a:lnTo>
                    <a:pt x="232" y="1815"/>
                  </a:lnTo>
                  <a:lnTo>
                    <a:pt x="154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22"/>
            <p:cNvSpPr/>
            <p:nvPr/>
          </p:nvSpPr>
          <p:spPr>
            <a:xfrm>
              <a:off x="4880575" y="1957275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1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2" y="1738"/>
                  </a:lnTo>
                  <a:lnTo>
                    <a:pt x="310" y="3398"/>
                  </a:lnTo>
                  <a:lnTo>
                    <a:pt x="117" y="5059"/>
                  </a:lnTo>
                  <a:lnTo>
                    <a:pt x="1" y="6719"/>
                  </a:lnTo>
                  <a:lnTo>
                    <a:pt x="233" y="6758"/>
                  </a:lnTo>
                  <a:lnTo>
                    <a:pt x="503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7" y="77"/>
                  </a:lnTo>
                  <a:lnTo>
                    <a:pt x="1237" y="39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22"/>
            <p:cNvSpPr/>
            <p:nvPr/>
          </p:nvSpPr>
          <p:spPr>
            <a:xfrm>
              <a:off x="4907625" y="1959200"/>
              <a:ext cx="121650" cy="144825"/>
            </a:xfrm>
            <a:custGeom>
              <a:avLst/>
              <a:gdLst/>
              <a:ahLst/>
              <a:cxnLst/>
              <a:rect l="l" t="t" r="r" b="b"/>
              <a:pathLst>
                <a:path w="4866" h="5793" extrusionOk="0">
                  <a:moveTo>
                    <a:pt x="155" y="0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5"/>
                  </a:lnTo>
                  <a:lnTo>
                    <a:pt x="2896" y="3630"/>
                  </a:lnTo>
                  <a:lnTo>
                    <a:pt x="3475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7" y="1352"/>
                  </a:lnTo>
                  <a:lnTo>
                    <a:pt x="811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22"/>
            <p:cNvSpPr/>
            <p:nvPr/>
          </p:nvSpPr>
          <p:spPr>
            <a:xfrm>
              <a:off x="4761850" y="196692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0"/>
                  </a:moveTo>
                  <a:lnTo>
                    <a:pt x="0" y="78"/>
                  </a:lnTo>
                  <a:lnTo>
                    <a:pt x="193" y="927"/>
                  </a:lnTo>
                  <a:lnTo>
                    <a:pt x="425" y="1777"/>
                  </a:lnTo>
                  <a:lnTo>
                    <a:pt x="657" y="2626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1" y="6140"/>
                  </a:lnTo>
                  <a:lnTo>
                    <a:pt x="2085" y="6333"/>
                  </a:lnTo>
                  <a:lnTo>
                    <a:pt x="2124" y="6410"/>
                  </a:lnTo>
                  <a:lnTo>
                    <a:pt x="2317" y="6410"/>
                  </a:lnTo>
                  <a:lnTo>
                    <a:pt x="2356" y="6333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7" y="2935"/>
                  </a:lnTo>
                  <a:lnTo>
                    <a:pt x="734" y="1468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22"/>
            <p:cNvSpPr/>
            <p:nvPr/>
          </p:nvSpPr>
          <p:spPr>
            <a:xfrm>
              <a:off x="4771500" y="196885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0" y="39"/>
                  </a:lnTo>
                  <a:lnTo>
                    <a:pt x="1970" y="3206"/>
                  </a:lnTo>
                  <a:lnTo>
                    <a:pt x="4055" y="6333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2"/>
                  </a:lnTo>
                  <a:lnTo>
                    <a:pt x="3707" y="6720"/>
                  </a:lnTo>
                  <a:lnTo>
                    <a:pt x="4132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7" y="6333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22"/>
            <p:cNvSpPr/>
            <p:nvPr/>
          </p:nvSpPr>
          <p:spPr>
            <a:xfrm>
              <a:off x="5286050" y="19765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1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4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3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8"/>
                  </a:lnTo>
                  <a:lnTo>
                    <a:pt x="6951" y="12628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8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22"/>
            <p:cNvSpPr/>
            <p:nvPr/>
          </p:nvSpPr>
          <p:spPr>
            <a:xfrm>
              <a:off x="5455950" y="19814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22"/>
            <p:cNvSpPr/>
            <p:nvPr/>
          </p:nvSpPr>
          <p:spPr>
            <a:xfrm>
              <a:off x="752650" y="1995875"/>
              <a:ext cx="30925" cy="168975"/>
            </a:xfrm>
            <a:custGeom>
              <a:avLst/>
              <a:gdLst/>
              <a:ahLst/>
              <a:cxnLst/>
              <a:rect l="l" t="t" r="r" b="b"/>
              <a:pathLst>
                <a:path w="1237" h="6759" extrusionOk="0">
                  <a:moveTo>
                    <a:pt x="1121" y="1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7"/>
                  </a:lnTo>
                  <a:lnTo>
                    <a:pt x="541" y="1738"/>
                  </a:lnTo>
                  <a:lnTo>
                    <a:pt x="310" y="3399"/>
                  </a:lnTo>
                  <a:lnTo>
                    <a:pt x="117" y="5059"/>
                  </a:lnTo>
                  <a:lnTo>
                    <a:pt x="1" y="6720"/>
                  </a:lnTo>
                  <a:lnTo>
                    <a:pt x="232" y="6758"/>
                  </a:lnTo>
                  <a:lnTo>
                    <a:pt x="503" y="5137"/>
                  </a:lnTo>
                  <a:lnTo>
                    <a:pt x="773" y="3515"/>
                  </a:lnTo>
                  <a:lnTo>
                    <a:pt x="966" y="1854"/>
                  </a:lnTo>
                  <a:lnTo>
                    <a:pt x="1082" y="233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5552;p22"/>
            <p:cNvSpPr/>
            <p:nvPr/>
          </p:nvSpPr>
          <p:spPr>
            <a:xfrm>
              <a:off x="779675" y="19978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6" y="5097"/>
                  </a:lnTo>
                  <a:lnTo>
                    <a:pt x="4326" y="5445"/>
                  </a:lnTo>
                  <a:lnTo>
                    <a:pt x="4635" y="5792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5" y="5252"/>
                  </a:lnTo>
                  <a:lnTo>
                    <a:pt x="4403" y="4866"/>
                  </a:lnTo>
                  <a:lnTo>
                    <a:pt x="3862" y="4170"/>
                  </a:lnTo>
                  <a:lnTo>
                    <a:pt x="2704" y="2780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22"/>
            <p:cNvSpPr/>
            <p:nvPr/>
          </p:nvSpPr>
          <p:spPr>
            <a:xfrm>
              <a:off x="2839800" y="2000700"/>
              <a:ext cx="270325" cy="209525"/>
            </a:xfrm>
            <a:custGeom>
              <a:avLst/>
              <a:gdLst/>
              <a:ahLst/>
              <a:cxnLst/>
              <a:rect l="l" t="t" r="r" b="b"/>
              <a:pathLst>
                <a:path w="10813" h="8381" extrusionOk="0">
                  <a:moveTo>
                    <a:pt x="10233" y="1"/>
                  </a:moveTo>
                  <a:lnTo>
                    <a:pt x="10156" y="78"/>
                  </a:lnTo>
                  <a:lnTo>
                    <a:pt x="10117" y="155"/>
                  </a:lnTo>
                  <a:lnTo>
                    <a:pt x="10079" y="233"/>
                  </a:lnTo>
                  <a:lnTo>
                    <a:pt x="10079" y="348"/>
                  </a:lnTo>
                  <a:lnTo>
                    <a:pt x="10156" y="426"/>
                  </a:lnTo>
                  <a:lnTo>
                    <a:pt x="10272" y="580"/>
                  </a:lnTo>
                  <a:lnTo>
                    <a:pt x="10310" y="735"/>
                  </a:lnTo>
                  <a:lnTo>
                    <a:pt x="10349" y="928"/>
                  </a:lnTo>
                  <a:lnTo>
                    <a:pt x="10310" y="1121"/>
                  </a:lnTo>
                  <a:lnTo>
                    <a:pt x="10233" y="1275"/>
                  </a:lnTo>
                  <a:lnTo>
                    <a:pt x="10156" y="1468"/>
                  </a:lnTo>
                  <a:lnTo>
                    <a:pt x="9847" y="1854"/>
                  </a:lnTo>
                  <a:lnTo>
                    <a:pt x="9538" y="2202"/>
                  </a:lnTo>
                  <a:lnTo>
                    <a:pt x="9152" y="2511"/>
                  </a:lnTo>
                  <a:lnTo>
                    <a:pt x="8611" y="3013"/>
                  </a:lnTo>
                  <a:lnTo>
                    <a:pt x="8264" y="3283"/>
                  </a:lnTo>
                  <a:lnTo>
                    <a:pt x="8225" y="3206"/>
                  </a:lnTo>
                  <a:lnTo>
                    <a:pt x="8148" y="3129"/>
                  </a:lnTo>
                  <a:lnTo>
                    <a:pt x="7607" y="2820"/>
                  </a:lnTo>
                  <a:lnTo>
                    <a:pt x="7144" y="2434"/>
                  </a:lnTo>
                  <a:lnTo>
                    <a:pt x="6912" y="2665"/>
                  </a:lnTo>
                  <a:lnTo>
                    <a:pt x="7105" y="2936"/>
                  </a:lnTo>
                  <a:lnTo>
                    <a:pt x="7376" y="3167"/>
                  </a:lnTo>
                  <a:lnTo>
                    <a:pt x="7646" y="3399"/>
                  </a:lnTo>
                  <a:lnTo>
                    <a:pt x="7955" y="3553"/>
                  </a:lnTo>
                  <a:lnTo>
                    <a:pt x="7028" y="4287"/>
                  </a:lnTo>
                  <a:lnTo>
                    <a:pt x="6101" y="4982"/>
                  </a:lnTo>
                  <a:lnTo>
                    <a:pt x="4943" y="5793"/>
                  </a:lnTo>
                  <a:lnTo>
                    <a:pt x="3746" y="6527"/>
                  </a:lnTo>
                  <a:lnTo>
                    <a:pt x="3553" y="6681"/>
                  </a:lnTo>
                  <a:lnTo>
                    <a:pt x="3475" y="6334"/>
                  </a:lnTo>
                  <a:lnTo>
                    <a:pt x="3321" y="6025"/>
                  </a:lnTo>
                  <a:lnTo>
                    <a:pt x="3128" y="5716"/>
                  </a:lnTo>
                  <a:lnTo>
                    <a:pt x="2896" y="5446"/>
                  </a:lnTo>
                  <a:lnTo>
                    <a:pt x="2626" y="5677"/>
                  </a:lnTo>
                  <a:lnTo>
                    <a:pt x="2819" y="5909"/>
                  </a:lnTo>
                  <a:lnTo>
                    <a:pt x="2935" y="6179"/>
                  </a:lnTo>
                  <a:lnTo>
                    <a:pt x="3051" y="6565"/>
                  </a:lnTo>
                  <a:lnTo>
                    <a:pt x="3128" y="6952"/>
                  </a:lnTo>
                  <a:lnTo>
                    <a:pt x="2317" y="7376"/>
                  </a:lnTo>
                  <a:lnTo>
                    <a:pt x="1892" y="7608"/>
                  </a:lnTo>
                  <a:lnTo>
                    <a:pt x="1467" y="7762"/>
                  </a:lnTo>
                  <a:lnTo>
                    <a:pt x="1081" y="7878"/>
                  </a:lnTo>
                  <a:lnTo>
                    <a:pt x="927" y="7917"/>
                  </a:lnTo>
                  <a:lnTo>
                    <a:pt x="772" y="7917"/>
                  </a:lnTo>
                  <a:lnTo>
                    <a:pt x="618" y="7878"/>
                  </a:lnTo>
                  <a:lnTo>
                    <a:pt x="502" y="7840"/>
                  </a:lnTo>
                  <a:lnTo>
                    <a:pt x="386" y="7724"/>
                  </a:lnTo>
                  <a:lnTo>
                    <a:pt x="309" y="7608"/>
                  </a:lnTo>
                  <a:lnTo>
                    <a:pt x="270" y="7569"/>
                  </a:lnTo>
                  <a:lnTo>
                    <a:pt x="232" y="7531"/>
                  </a:lnTo>
                  <a:lnTo>
                    <a:pt x="116" y="7492"/>
                  </a:lnTo>
                  <a:lnTo>
                    <a:pt x="39" y="7569"/>
                  </a:lnTo>
                  <a:lnTo>
                    <a:pt x="0" y="7608"/>
                  </a:lnTo>
                  <a:lnTo>
                    <a:pt x="0" y="7685"/>
                  </a:lnTo>
                  <a:lnTo>
                    <a:pt x="39" y="7840"/>
                  </a:lnTo>
                  <a:lnTo>
                    <a:pt x="77" y="7994"/>
                  </a:lnTo>
                  <a:lnTo>
                    <a:pt x="155" y="8110"/>
                  </a:lnTo>
                  <a:lnTo>
                    <a:pt x="270" y="8226"/>
                  </a:lnTo>
                  <a:lnTo>
                    <a:pt x="348" y="8264"/>
                  </a:lnTo>
                  <a:lnTo>
                    <a:pt x="463" y="8342"/>
                  </a:lnTo>
                  <a:lnTo>
                    <a:pt x="734" y="8380"/>
                  </a:lnTo>
                  <a:lnTo>
                    <a:pt x="1004" y="8380"/>
                  </a:lnTo>
                  <a:lnTo>
                    <a:pt x="1274" y="8342"/>
                  </a:lnTo>
                  <a:lnTo>
                    <a:pt x="1545" y="8264"/>
                  </a:lnTo>
                  <a:lnTo>
                    <a:pt x="1815" y="8149"/>
                  </a:lnTo>
                  <a:lnTo>
                    <a:pt x="2935" y="7569"/>
                  </a:lnTo>
                  <a:lnTo>
                    <a:pt x="4055" y="6952"/>
                  </a:lnTo>
                  <a:lnTo>
                    <a:pt x="5097" y="6295"/>
                  </a:lnTo>
                  <a:lnTo>
                    <a:pt x="6140" y="5561"/>
                  </a:lnTo>
                  <a:lnTo>
                    <a:pt x="7067" y="4866"/>
                  </a:lnTo>
                  <a:lnTo>
                    <a:pt x="7993" y="4171"/>
                  </a:lnTo>
                  <a:lnTo>
                    <a:pt x="8881" y="3399"/>
                  </a:lnTo>
                  <a:lnTo>
                    <a:pt x="9731" y="2627"/>
                  </a:lnTo>
                  <a:lnTo>
                    <a:pt x="10001" y="2356"/>
                  </a:lnTo>
                  <a:lnTo>
                    <a:pt x="10272" y="2047"/>
                  </a:lnTo>
                  <a:lnTo>
                    <a:pt x="10503" y="1739"/>
                  </a:lnTo>
                  <a:lnTo>
                    <a:pt x="10696" y="1430"/>
                  </a:lnTo>
                  <a:lnTo>
                    <a:pt x="10812" y="1082"/>
                  </a:lnTo>
                  <a:lnTo>
                    <a:pt x="10812" y="928"/>
                  </a:lnTo>
                  <a:lnTo>
                    <a:pt x="10812" y="735"/>
                  </a:lnTo>
                  <a:lnTo>
                    <a:pt x="10774" y="580"/>
                  </a:lnTo>
                  <a:lnTo>
                    <a:pt x="10735" y="387"/>
                  </a:lnTo>
                  <a:lnTo>
                    <a:pt x="10619" y="233"/>
                  </a:lnTo>
                  <a:lnTo>
                    <a:pt x="10465" y="40"/>
                  </a:lnTo>
                  <a:lnTo>
                    <a:pt x="103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22"/>
            <p:cNvSpPr/>
            <p:nvPr/>
          </p:nvSpPr>
          <p:spPr>
            <a:xfrm>
              <a:off x="633925" y="2005525"/>
              <a:ext cx="61800" cy="160300"/>
            </a:xfrm>
            <a:custGeom>
              <a:avLst/>
              <a:gdLst/>
              <a:ahLst/>
              <a:cxnLst/>
              <a:rect l="l" t="t" r="r" b="b"/>
              <a:pathLst>
                <a:path w="2472" h="6412" extrusionOk="0">
                  <a:moveTo>
                    <a:pt x="309" y="1"/>
                  </a:moveTo>
                  <a:lnTo>
                    <a:pt x="0" y="78"/>
                  </a:lnTo>
                  <a:lnTo>
                    <a:pt x="193" y="928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5"/>
                  </a:lnTo>
                  <a:lnTo>
                    <a:pt x="1661" y="5716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6" y="5909"/>
                  </a:lnTo>
                  <a:lnTo>
                    <a:pt x="1931" y="6141"/>
                  </a:lnTo>
                  <a:lnTo>
                    <a:pt x="2085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1" y="6257"/>
                  </a:lnTo>
                  <a:lnTo>
                    <a:pt x="2356" y="5948"/>
                  </a:lnTo>
                  <a:lnTo>
                    <a:pt x="2278" y="5948"/>
                  </a:lnTo>
                  <a:lnTo>
                    <a:pt x="2124" y="5600"/>
                  </a:lnTo>
                  <a:lnTo>
                    <a:pt x="1969" y="5214"/>
                  </a:lnTo>
                  <a:lnTo>
                    <a:pt x="1738" y="4442"/>
                  </a:lnTo>
                  <a:lnTo>
                    <a:pt x="1197" y="2936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22"/>
            <p:cNvSpPr/>
            <p:nvPr/>
          </p:nvSpPr>
          <p:spPr>
            <a:xfrm>
              <a:off x="643575" y="2007475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0"/>
                  </a:moveTo>
                  <a:lnTo>
                    <a:pt x="0" y="39"/>
                  </a:lnTo>
                  <a:lnTo>
                    <a:pt x="1970" y="3205"/>
                  </a:lnTo>
                  <a:lnTo>
                    <a:pt x="4055" y="6333"/>
                  </a:lnTo>
                  <a:lnTo>
                    <a:pt x="3553" y="6294"/>
                  </a:lnTo>
                  <a:lnTo>
                    <a:pt x="3051" y="6179"/>
                  </a:lnTo>
                  <a:lnTo>
                    <a:pt x="2587" y="6024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5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7" y="6719"/>
                  </a:lnTo>
                  <a:lnTo>
                    <a:pt x="4132" y="6796"/>
                  </a:lnTo>
                  <a:lnTo>
                    <a:pt x="4595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8" y="6642"/>
                  </a:lnTo>
                  <a:lnTo>
                    <a:pt x="8148" y="6487"/>
                  </a:lnTo>
                  <a:lnTo>
                    <a:pt x="8959" y="6294"/>
                  </a:lnTo>
                  <a:lnTo>
                    <a:pt x="9770" y="6024"/>
                  </a:lnTo>
                  <a:lnTo>
                    <a:pt x="10581" y="5715"/>
                  </a:lnTo>
                  <a:lnTo>
                    <a:pt x="11314" y="5368"/>
                  </a:lnTo>
                  <a:lnTo>
                    <a:pt x="12009" y="4904"/>
                  </a:lnTo>
                  <a:lnTo>
                    <a:pt x="12357" y="4673"/>
                  </a:lnTo>
                  <a:lnTo>
                    <a:pt x="12666" y="4402"/>
                  </a:lnTo>
                  <a:lnTo>
                    <a:pt x="12975" y="4093"/>
                  </a:lnTo>
                  <a:lnTo>
                    <a:pt x="13284" y="3784"/>
                  </a:lnTo>
                  <a:lnTo>
                    <a:pt x="13515" y="3476"/>
                  </a:lnTo>
                  <a:lnTo>
                    <a:pt x="13786" y="3128"/>
                  </a:lnTo>
                  <a:lnTo>
                    <a:pt x="13979" y="2780"/>
                  </a:lnTo>
                  <a:lnTo>
                    <a:pt x="14211" y="2394"/>
                  </a:lnTo>
                  <a:lnTo>
                    <a:pt x="14211" y="2278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4" y="2163"/>
                  </a:lnTo>
                  <a:lnTo>
                    <a:pt x="13554" y="2703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6"/>
                  </a:lnTo>
                  <a:lnTo>
                    <a:pt x="12009" y="4364"/>
                  </a:lnTo>
                  <a:lnTo>
                    <a:pt x="11546" y="4711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6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1"/>
                  </a:lnTo>
                  <a:lnTo>
                    <a:pt x="6758" y="6294"/>
                  </a:lnTo>
                  <a:lnTo>
                    <a:pt x="6217" y="6333"/>
                  </a:lnTo>
                  <a:lnTo>
                    <a:pt x="5677" y="6410"/>
                  </a:lnTo>
                  <a:lnTo>
                    <a:pt x="4557" y="6410"/>
                  </a:lnTo>
                  <a:lnTo>
                    <a:pt x="4595" y="6294"/>
                  </a:lnTo>
                  <a:lnTo>
                    <a:pt x="4364" y="6256"/>
                  </a:lnTo>
                  <a:lnTo>
                    <a:pt x="3398" y="4634"/>
                  </a:lnTo>
                  <a:lnTo>
                    <a:pt x="2356" y="3012"/>
                  </a:lnTo>
                  <a:lnTo>
                    <a:pt x="1275" y="1468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22"/>
            <p:cNvSpPr/>
            <p:nvPr/>
          </p:nvSpPr>
          <p:spPr>
            <a:xfrm>
              <a:off x="5946350" y="2008425"/>
              <a:ext cx="112975" cy="132300"/>
            </a:xfrm>
            <a:custGeom>
              <a:avLst/>
              <a:gdLst/>
              <a:ahLst/>
              <a:cxnLst/>
              <a:rect l="l" t="t" r="r" b="b"/>
              <a:pathLst>
                <a:path w="4519" h="5292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55"/>
                  </a:lnTo>
                  <a:lnTo>
                    <a:pt x="2240" y="271"/>
                  </a:lnTo>
                  <a:lnTo>
                    <a:pt x="2009" y="426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082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08"/>
                  </a:lnTo>
                  <a:lnTo>
                    <a:pt x="1" y="4055"/>
                  </a:lnTo>
                  <a:lnTo>
                    <a:pt x="1" y="4364"/>
                  </a:lnTo>
                  <a:lnTo>
                    <a:pt x="39" y="4673"/>
                  </a:lnTo>
                  <a:lnTo>
                    <a:pt x="117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789"/>
                  </a:lnTo>
                  <a:lnTo>
                    <a:pt x="696" y="4712"/>
                  </a:lnTo>
                  <a:lnTo>
                    <a:pt x="580" y="4557"/>
                  </a:lnTo>
                  <a:lnTo>
                    <a:pt x="541" y="4442"/>
                  </a:lnTo>
                  <a:lnTo>
                    <a:pt x="503" y="4248"/>
                  </a:lnTo>
                  <a:lnTo>
                    <a:pt x="541" y="4055"/>
                  </a:lnTo>
                  <a:lnTo>
                    <a:pt x="580" y="3592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27" y="2318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16" y="1159"/>
                  </a:lnTo>
                  <a:lnTo>
                    <a:pt x="2202" y="889"/>
                  </a:lnTo>
                  <a:lnTo>
                    <a:pt x="2627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6" y="464"/>
                  </a:lnTo>
                  <a:lnTo>
                    <a:pt x="4441" y="464"/>
                  </a:lnTo>
                  <a:lnTo>
                    <a:pt x="4519" y="426"/>
                  </a:lnTo>
                  <a:lnTo>
                    <a:pt x="4519" y="348"/>
                  </a:lnTo>
                  <a:lnTo>
                    <a:pt x="4519" y="155"/>
                  </a:lnTo>
                  <a:lnTo>
                    <a:pt x="4210" y="155"/>
                  </a:lnTo>
                  <a:lnTo>
                    <a:pt x="3901" y="78"/>
                  </a:lnTo>
                  <a:lnTo>
                    <a:pt x="36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5557;p22"/>
            <p:cNvSpPr/>
            <p:nvPr/>
          </p:nvSpPr>
          <p:spPr>
            <a:xfrm>
              <a:off x="6195425" y="2043175"/>
              <a:ext cx="25125" cy="11625"/>
            </a:xfrm>
            <a:custGeom>
              <a:avLst/>
              <a:gdLst/>
              <a:ahLst/>
              <a:cxnLst/>
              <a:rect l="l" t="t" r="r" b="b"/>
              <a:pathLst>
                <a:path w="1005" h="465" extrusionOk="0">
                  <a:moveTo>
                    <a:pt x="773" y="1"/>
                  </a:moveTo>
                  <a:lnTo>
                    <a:pt x="541" y="40"/>
                  </a:lnTo>
                  <a:lnTo>
                    <a:pt x="309" y="78"/>
                  </a:lnTo>
                  <a:lnTo>
                    <a:pt x="78" y="155"/>
                  </a:lnTo>
                  <a:lnTo>
                    <a:pt x="39" y="194"/>
                  </a:lnTo>
                  <a:lnTo>
                    <a:pt x="0" y="271"/>
                  </a:lnTo>
                  <a:lnTo>
                    <a:pt x="0" y="348"/>
                  </a:lnTo>
                  <a:lnTo>
                    <a:pt x="78" y="426"/>
                  </a:lnTo>
                  <a:lnTo>
                    <a:pt x="116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580" y="348"/>
                  </a:lnTo>
                  <a:lnTo>
                    <a:pt x="773" y="387"/>
                  </a:lnTo>
                  <a:lnTo>
                    <a:pt x="850" y="348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04" y="233"/>
                  </a:lnTo>
                  <a:lnTo>
                    <a:pt x="1004" y="155"/>
                  </a:lnTo>
                  <a:lnTo>
                    <a:pt x="966" y="78"/>
                  </a:lnTo>
                  <a:lnTo>
                    <a:pt x="888" y="40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22"/>
            <p:cNvSpPr/>
            <p:nvPr/>
          </p:nvSpPr>
          <p:spPr>
            <a:xfrm>
              <a:off x="6096950" y="2048975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155" y="1"/>
                  </a:moveTo>
                  <a:lnTo>
                    <a:pt x="116" y="39"/>
                  </a:lnTo>
                  <a:lnTo>
                    <a:pt x="39" y="78"/>
                  </a:lnTo>
                  <a:lnTo>
                    <a:pt x="1" y="155"/>
                  </a:lnTo>
                  <a:lnTo>
                    <a:pt x="39" y="271"/>
                  </a:lnTo>
                  <a:lnTo>
                    <a:pt x="116" y="310"/>
                  </a:lnTo>
                  <a:lnTo>
                    <a:pt x="155" y="310"/>
                  </a:lnTo>
                  <a:lnTo>
                    <a:pt x="425" y="348"/>
                  </a:lnTo>
                  <a:lnTo>
                    <a:pt x="734" y="348"/>
                  </a:lnTo>
                  <a:lnTo>
                    <a:pt x="812" y="271"/>
                  </a:lnTo>
                  <a:lnTo>
                    <a:pt x="850" y="155"/>
                  </a:lnTo>
                  <a:lnTo>
                    <a:pt x="812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22"/>
            <p:cNvSpPr/>
            <p:nvPr/>
          </p:nvSpPr>
          <p:spPr>
            <a:xfrm>
              <a:off x="5988825" y="2089525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580"/>
                  </a:lnTo>
                  <a:lnTo>
                    <a:pt x="2549" y="696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59"/>
                  </a:lnTo>
                  <a:lnTo>
                    <a:pt x="3206" y="1429"/>
                  </a:lnTo>
                  <a:lnTo>
                    <a:pt x="3244" y="1661"/>
                  </a:lnTo>
                  <a:lnTo>
                    <a:pt x="3244" y="1931"/>
                  </a:lnTo>
                  <a:lnTo>
                    <a:pt x="3206" y="2201"/>
                  </a:lnTo>
                  <a:lnTo>
                    <a:pt x="3090" y="2433"/>
                  </a:lnTo>
                  <a:lnTo>
                    <a:pt x="2974" y="2665"/>
                  </a:lnTo>
                  <a:lnTo>
                    <a:pt x="2781" y="2858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47" y="3244"/>
                  </a:lnTo>
                  <a:lnTo>
                    <a:pt x="1777" y="3244"/>
                  </a:lnTo>
                  <a:lnTo>
                    <a:pt x="1468" y="3167"/>
                  </a:lnTo>
                  <a:lnTo>
                    <a:pt x="1198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24"/>
                  </a:lnTo>
                  <a:lnTo>
                    <a:pt x="464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8" y="889"/>
                  </a:lnTo>
                  <a:lnTo>
                    <a:pt x="1121" y="734"/>
                  </a:lnTo>
                  <a:lnTo>
                    <a:pt x="1352" y="580"/>
                  </a:lnTo>
                  <a:lnTo>
                    <a:pt x="1584" y="464"/>
                  </a:lnTo>
                  <a:close/>
                  <a:moveTo>
                    <a:pt x="1700" y="0"/>
                  </a:moveTo>
                  <a:lnTo>
                    <a:pt x="1545" y="78"/>
                  </a:lnTo>
                  <a:lnTo>
                    <a:pt x="1352" y="116"/>
                  </a:lnTo>
                  <a:lnTo>
                    <a:pt x="1314" y="155"/>
                  </a:lnTo>
                  <a:lnTo>
                    <a:pt x="1082" y="271"/>
                  </a:lnTo>
                  <a:lnTo>
                    <a:pt x="812" y="387"/>
                  </a:lnTo>
                  <a:lnTo>
                    <a:pt x="619" y="541"/>
                  </a:lnTo>
                  <a:lnTo>
                    <a:pt x="426" y="734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1" y="2086"/>
                  </a:lnTo>
                  <a:lnTo>
                    <a:pt x="39" y="2279"/>
                  </a:lnTo>
                  <a:lnTo>
                    <a:pt x="117" y="2472"/>
                  </a:lnTo>
                  <a:lnTo>
                    <a:pt x="310" y="2819"/>
                  </a:lnTo>
                  <a:lnTo>
                    <a:pt x="541" y="3128"/>
                  </a:lnTo>
                  <a:lnTo>
                    <a:pt x="850" y="3399"/>
                  </a:lnTo>
                  <a:lnTo>
                    <a:pt x="1198" y="3592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07"/>
                  </a:lnTo>
                  <a:lnTo>
                    <a:pt x="2356" y="3669"/>
                  </a:lnTo>
                  <a:lnTo>
                    <a:pt x="2627" y="3553"/>
                  </a:lnTo>
                  <a:lnTo>
                    <a:pt x="2897" y="3399"/>
                  </a:lnTo>
                  <a:lnTo>
                    <a:pt x="3129" y="3244"/>
                  </a:lnTo>
                  <a:lnTo>
                    <a:pt x="3322" y="3012"/>
                  </a:lnTo>
                  <a:lnTo>
                    <a:pt x="3476" y="2742"/>
                  </a:lnTo>
                  <a:lnTo>
                    <a:pt x="3631" y="2472"/>
                  </a:lnTo>
                  <a:lnTo>
                    <a:pt x="3708" y="2201"/>
                  </a:lnTo>
                  <a:lnTo>
                    <a:pt x="3746" y="1893"/>
                  </a:lnTo>
                  <a:lnTo>
                    <a:pt x="3708" y="1584"/>
                  </a:lnTo>
                  <a:lnTo>
                    <a:pt x="3669" y="1275"/>
                  </a:lnTo>
                  <a:lnTo>
                    <a:pt x="3515" y="966"/>
                  </a:lnTo>
                  <a:lnTo>
                    <a:pt x="3322" y="696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22"/>
            <p:cNvSpPr/>
            <p:nvPr/>
          </p:nvSpPr>
          <p:spPr>
            <a:xfrm>
              <a:off x="3369775" y="2101100"/>
              <a:ext cx="174750" cy="292550"/>
            </a:xfrm>
            <a:custGeom>
              <a:avLst/>
              <a:gdLst/>
              <a:ahLst/>
              <a:cxnLst/>
              <a:rect l="l" t="t" r="r" b="b"/>
              <a:pathLst>
                <a:path w="6990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3" y="6256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3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1" y="11508"/>
                  </a:lnTo>
                  <a:lnTo>
                    <a:pt x="6951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8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5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3" y="8573"/>
                  </a:lnTo>
                  <a:lnTo>
                    <a:pt x="6295" y="9500"/>
                  </a:lnTo>
                  <a:lnTo>
                    <a:pt x="6256" y="10427"/>
                  </a:lnTo>
                  <a:lnTo>
                    <a:pt x="5986" y="9886"/>
                  </a:lnTo>
                  <a:lnTo>
                    <a:pt x="5252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5561;p22"/>
            <p:cNvSpPr/>
            <p:nvPr/>
          </p:nvSpPr>
          <p:spPr>
            <a:xfrm>
              <a:off x="4221225" y="2127175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5562;p22"/>
            <p:cNvSpPr/>
            <p:nvPr/>
          </p:nvSpPr>
          <p:spPr>
            <a:xfrm>
              <a:off x="4086075" y="21291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7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6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2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69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7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5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5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8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4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4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8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22"/>
            <p:cNvSpPr/>
            <p:nvPr/>
          </p:nvSpPr>
          <p:spPr>
            <a:xfrm>
              <a:off x="5288925" y="2151300"/>
              <a:ext cx="174775" cy="292550"/>
            </a:xfrm>
            <a:custGeom>
              <a:avLst/>
              <a:gdLst/>
              <a:ahLst/>
              <a:cxnLst/>
              <a:rect l="l" t="t" r="r" b="b"/>
              <a:pathLst>
                <a:path w="6991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22"/>
            <p:cNvSpPr/>
            <p:nvPr/>
          </p:nvSpPr>
          <p:spPr>
            <a:xfrm>
              <a:off x="1498900" y="21899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7" y="618"/>
                  </a:moveTo>
                  <a:lnTo>
                    <a:pt x="5947" y="773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5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3" y="3900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0"/>
                  </a:lnTo>
                  <a:lnTo>
                    <a:pt x="5792" y="3862"/>
                  </a:lnTo>
                  <a:lnTo>
                    <a:pt x="5676" y="3746"/>
                  </a:lnTo>
                  <a:lnTo>
                    <a:pt x="5561" y="3553"/>
                  </a:lnTo>
                  <a:lnTo>
                    <a:pt x="5483" y="3321"/>
                  </a:lnTo>
                  <a:lnTo>
                    <a:pt x="5406" y="2626"/>
                  </a:lnTo>
                  <a:lnTo>
                    <a:pt x="5367" y="1970"/>
                  </a:lnTo>
                  <a:lnTo>
                    <a:pt x="5367" y="618"/>
                  </a:lnTo>
                  <a:close/>
                  <a:moveTo>
                    <a:pt x="2780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7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6" y="3012"/>
                  </a:lnTo>
                  <a:lnTo>
                    <a:pt x="888" y="2549"/>
                  </a:lnTo>
                  <a:lnTo>
                    <a:pt x="1158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0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2" y="6295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0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4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8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6" y="4287"/>
                  </a:lnTo>
                  <a:lnTo>
                    <a:pt x="965" y="4518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3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7" y="3398"/>
                  </a:lnTo>
                  <a:lnTo>
                    <a:pt x="5174" y="3746"/>
                  </a:lnTo>
                  <a:lnTo>
                    <a:pt x="5213" y="3900"/>
                  </a:lnTo>
                  <a:lnTo>
                    <a:pt x="5290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69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7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0" y="4904"/>
                  </a:lnTo>
                  <a:lnTo>
                    <a:pt x="9383" y="4904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3" y="6488"/>
                  </a:lnTo>
                  <a:lnTo>
                    <a:pt x="10696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6" y="6565"/>
                  </a:lnTo>
                  <a:lnTo>
                    <a:pt x="12280" y="6912"/>
                  </a:lnTo>
                  <a:lnTo>
                    <a:pt x="12395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8" y="8998"/>
                  </a:lnTo>
                  <a:lnTo>
                    <a:pt x="12511" y="8998"/>
                  </a:lnTo>
                  <a:lnTo>
                    <a:pt x="12434" y="9075"/>
                  </a:lnTo>
                  <a:lnTo>
                    <a:pt x="12395" y="9113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3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0" y="7723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7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4" y="5098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6"/>
                  </a:lnTo>
                  <a:lnTo>
                    <a:pt x="9885" y="4480"/>
                  </a:lnTo>
                  <a:lnTo>
                    <a:pt x="9538" y="4441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4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8" y="348"/>
                  </a:lnTo>
                  <a:lnTo>
                    <a:pt x="5715" y="193"/>
                  </a:lnTo>
                  <a:lnTo>
                    <a:pt x="5290" y="78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5565;p22"/>
            <p:cNvSpPr/>
            <p:nvPr/>
          </p:nvSpPr>
          <p:spPr>
            <a:xfrm>
              <a:off x="1530750" y="22034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7" y="7454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5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3"/>
                  </a:lnTo>
                  <a:lnTo>
                    <a:pt x="9538" y="9423"/>
                  </a:lnTo>
                  <a:lnTo>
                    <a:pt x="9384" y="9655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8" y="10195"/>
                  </a:lnTo>
                  <a:lnTo>
                    <a:pt x="8109" y="10157"/>
                  </a:lnTo>
                  <a:lnTo>
                    <a:pt x="7839" y="10079"/>
                  </a:lnTo>
                  <a:lnTo>
                    <a:pt x="7607" y="9964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8" y="9346"/>
                  </a:lnTo>
                  <a:lnTo>
                    <a:pt x="6951" y="9075"/>
                  </a:lnTo>
                  <a:lnTo>
                    <a:pt x="6912" y="8805"/>
                  </a:lnTo>
                  <a:lnTo>
                    <a:pt x="6951" y="8535"/>
                  </a:lnTo>
                  <a:lnTo>
                    <a:pt x="7028" y="8265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3" y="7569"/>
                  </a:lnTo>
                  <a:lnTo>
                    <a:pt x="8148" y="7338"/>
                  </a:lnTo>
                  <a:lnTo>
                    <a:pt x="8225" y="7299"/>
                  </a:lnTo>
                  <a:close/>
                  <a:moveTo>
                    <a:pt x="2858" y="1"/>
                  </a:moveTo>
                  <a:lnTo>
                    <a:pt x="2665" y="40"/>
                  </a:lnTo>
                  <a:lnTo>
                    <a:pt x="2665" y="78"/>
                  </a:lnTo>
                  <a:lnTo>
                    <a:pt x="2626" y="1353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3" y="5098"/>
                  </a:lnTo>
                  <a:lnTo>
                    <a:pt x="2896" y="7492"/>
                  </a:lnTo>
                  <a:lnTo>
                    <a:pt x="2896" y="8149"/>
                  </a:lnTo>
                  <a:lnTo>
                    <a:pt x="2935" y="8458"/>
                  </a:lnTo>
                  <a:lnTo>
                    <a:pt x="2974" y="8612"/>
                  </a:lnTo>
                  <a:lnTo>
                    <a:pt x="3051" y="8767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0" y="8689"/>
                  </a:lnTo>
                  <a:lnTo>
                    <a:pt x="0" y="9037"/>
                  </a:lnTo>
                  <a:lnTo>
                    <a:pt x="773" y="9114"/>
                  </a:lnTo>
                  <a:lnTo>
                    <a:pt x="1545" y="9153"/>
                  </a:lnTo>
                  <a:lnTo>
                    <a:pt x="3128" y="9230"/>
                  </a:lnTo>
                  <a:lnTo>
                    <a:pt x="4827" y="9307"/>
                  </a:lnTo>
                  <a:lnTo>
                    <a:pt x="5677" y="9307"/>
                  </a:lnTo>
                  <a:lnTo>
                    <a:pt x="6488" y="9269"/>
                  </a:lnTo>
                  <a:lnTo>
                    <a:pt x="6603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1" y="10311"/>
                  </a:lnTo>
                  <a:lnTo>
                    <a:pt x="7492" y="10466"/>
                  </a:lnTo>
                  <a:lnTo>
                    <a:pt x="7801" y="10581"/>
                  </a:lnTo>
                  <a:lnTo>
                    <a:pt x="8109" y="10659"/>
                  </a:lnTo>
                  <a:lnTo>
                    <a:pt x="8418" y="10697"/>
                  </a:lnTo>
                  <a:lnTo>
                    <a:pt x="8727" y="10620"/>
                  </a:lnTo>
                  <a:lnTo>
                    <a:pt x="9036" y="10543"/>
                  </a:lnTo>
                  <a:lnTo>
                    <a:pt x="9306" y="10388"/>
                  </a:lnTo>
                  <a:lnTo>
                    <a:pt x="9538" y="10195"/>
                  </a:lnTo>
                  <a:lnTo>
                    <a:pt x="9770" y="9964"/>
                  </a:lnTo>
                  <a:lnTo>
                    <a:pt x="9924" y="9693"/>
                  </a:lnTo>
                  <a:lnTo>
                    <a:pt x="10079" y="9423"/>
                  </a:lnTo>
                  <a:lnTo>
                    <a:pt x="10156" y="9153"/>
                  </a:lnTo>
                  <a:lnTo>
                    <a:pt x="10195" y="9153"/>
                  </a:lnTo>
                  <a:lnTo>
                    <a:pt x="10195" y="8767"/>
                  </a:lnTo>
                  <a:lnTo>
                    <a:pt x="10156" y="8419"/>
                  </a:lnTo>
                  <a:lnTo>
                    <a:pt x="10040" y="8071"/>
                  </a:lnTo>
                  <a:lnTo>
                    <a:pt x="9847" y="7763"/>
                  </a:lnTo>
                  <a:lnTo>
                    <a:pt x="9615" y="7492"/>
                  </a:lnTo>
                  <a:lnTo>
                    <a:pt x="9306" y="7261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6" y="6990"/>
                  </a:lnTo>
                  <a:lnTo>
                    <a:pt x="7723" y="7029"/>
                  </a:lnTo>
                  <a:lnTo>
                    <a:pt x="7414" y="7145"/>
                  </a:lnTo>
                  <a:lnTo>
                    <a:pt x="7144" y="7338"/>
                  </a:lnTo>
                  <a:lnTo>
                    <a:pt x="6912" y="7569"/>
                  </a:lnTo>
                  <a:lnTo>
                    <a:pt x="6719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5" y="8805"/>
                  </a:lnTo>
                  <a:lnTo>
                    <a:pt x="4943" y="8767"/>
                  </a:lnTo>
                  <a:lnTo>
                    <a:pt x="3476" y="8767"/>
                  </a:lnTo>
                  <a:lnTo>
                    <a:pt x="3476" y="8728"/>
                  </a:lnTo>
                  <a:lnTo>
                    <a:pt x="3476" y="8651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5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6"/>
                  </a:lnTo>
                  <a:lnTo>
                    <a:pt x="3205" y="7338"/>
                  </a:lnTo>
                  <a:lnTo>
                    <a:pt x="3128" y="6450"/>
                  </a:lnTo>
                  <a:lnTo>
                    <a:pt x="3012" y="4326"/>
                  </a:lnTo>
                  <a:lnTo>
                    <a:pt x="2935" y="2202"/>
                  </a:lnTo>
                  <a:lnTo>
                    <a:pt x="2896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22"/>
            <p:cNvSpPr/>
            <p:nvPr/>
          </p:nvSpPr>
          <p:spPr>
            <a:xfrm>
              <a:off x="4324525" y="22671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22"/>
            <p:cNvSpPr/>
            <p:nvPr/>
          </p:nvSpPr>
          <p:spPr>
            <a:xfrm>
              <a:off x="4273375" y="2268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22"/>
            <p:cNvSpPr/>
            <p:nvPr/>
          </p:nvSpPr>
          <p:spPr>
            <a:xfrm>
              <a:off x="1394625" y="22999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94"/>
                  </a:lnTo>
                  <a:lnTo>
                    <a:pt x="2240" y="309"/>
                  </a:lnTo>
                  <a:lnTo>
                    <a:pt x="2009" y="425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46"/>
                  </a:lnTo>
                  <a:lnTo>
                    <a:pt x="1" y="4055"/>
                  </a:lnTo>
                  <a:lnTo>
                    <a:pt x="1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4" y="4711"/>
                  </a:lnTo>
                  <a:lnTo>
                    <a:pt x="580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9"/>
                  </a:lnTo>
                  <a:lnTo>
                    <a:pt x="2626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4"/>
                  </a:lnTo>
                  <a:lnTo>
                    <a:pt x="4210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22"/>
            <p:cNvSpPr/>
            <p:nvPr/>
          </p:nvSpPr>
          <p:spPr>
            <a:xfrm>
              <a:off x="4211575" y="2315425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4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2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22"/>
            <p:cNvSpPr/>
            <p:nvPr/>
          </p:nvSpPr>
          <p:spPr>
            <a:xfrm>
              <a:off x="2413100" y="2319275"/>
              <a:ext cx="84975" cy="222075"/>
            </a:xfrm>
            <a:custGeom>
              <a:avLst/>
              <a:gdLst/>
              <a:ahLst/>
              <a:cxnLst/>
              <a:rect l="l" t="t" r="r" b="b"/>
              <a:pathLst>
                <a:path w="3399" h="8883" extrusionOk="0">
                  <a:moveTo>
                    <a:pt x="1043" y="7376"/>
                  </a:moveTo>
                  <a:lnTo>
                    <a:pt x="1197" y="7453"/>
                  </a:lnTo>
                  <a:lnTo>
                    <a:pt x="1352" y="7608"/>
                  </a:lnTo>
                  <a:lnTo>
                    <a:pt x="1429" y="7685"/>
                  </a:lnTo>
                  <a:lnTo>
                    <a:pt x="1468" y="7801"/>
                  </a:lnTo>
                  <a:lnTo>
                    <a:pt x="1468" y="8033"/>
                  </a:lnTo>
                  <a:lnTo>
                    <a:pt x="1390" y="8226"/>
                  </a:lnTo>
                  <a:lnTo>
                    <a:pt x="1313" y="8342"/>
                  </a:lnTo>
                  <a:lnTo>
                    <a:pt x="1236" y="8419"/>
                  </a:lnTo>
                  <a:lnTo>
                    <a:pt x="1159" y="8457"/>
                  </a:lnTo>
                  <a:lnTo>
                    <a:pt x="1043" y="8496"/>
                  </a:lnTo>
                  <a:lnTo>
                    <a:pt x="811" y="8496"/>
                  </a:lnTo>
                  <a:lnTo>
                    <a:pt x="618" y="8419"/>
                  </a:lnTo>
                  <a:lnTo>
                    <a:pt x="541" y="8342"/>
                  </a:lnTo>
                  <a:lnTo>
                    <a:pt x="464" y="8264"/>
                  </a:lnTo>
                  <a:lnTo>
                    <a:pt x="386" y="8148"/>
                  </a:lnTo>
                  <a:lnTo>
                    <a:pt x="386" y="8033"/>
                  </a:lnTo>
                  <a:lnTo>
                    <a:pt x="386" y="7917"/>
                  </a:lnTo>
                  <a:lnTo>
                    <a:pt x="386" y="7801"/>
                  </a:lnTo>
                  <a:lnTo>
                    <a:pt x="502" y="7569"/>
                  </a:lnTo>
                  <a:lnTo>
                    <a:pt x="695" y="7415"/>
                  </a:lnTo>
                  <a:lnTo>
                    <a:pt x="850" y="7376"/>
                  </a:lnTo>
                  <a:close/>
                  <a:moveTo>
                    <a:pt x="3128" y="1"/>
                  </a:moveTo>
                  <a:lnTo>
                    <a:pt x="3089" y="39"/>
                  </a:lnTo>
                  <a:lnTo>
                    <a:pt x="3051" y="78"/>
                  </a:lnTo>
                  <a:lnTo>
                    <a:pt x="2819" y="503"/>
                  </a:lnTo>
                  <a:lnTo>
                    <a:pt x="2665" y="889"/>
                  </a:lnTo>
                  <a:lnTo>
                    <a:pt x="2356" y="1777"/>
                  </a:lnTo>
                  <a:lnTo>
                    <a:pt x="2085" y="2665"/>
                  </a:lnTo>
                  <a:lnTo>
                    <a:pt x="1854" y="3515"/>
                  </a:lnTo>
                  <a:lnTo>
                    <a:pt x="1313" y="5252"/>
                  </a:lnTo>
                  <a:lnTo>
                    <a:pt x="1043" y="6102"/>
                  </a:lnTo>
                  <a:lnTo>
                    <a:pt x="811" y="6990"/>
                  </a:lnTo>
                  <a:lnTo>
                    <a:pt x="657" y="6990"/>
                  </a:lnTo>
                  <a:lnTo>
                    <a:pt x="541" y="7029"/>
                  </a:lnTo>
                  <a:lnTo>
                    <a:pt x="386" y="7106"/>
                  </a:lnTo>
                  <a:lnTo>
                    <a:pt x="309" y="7222"/>
                  </a:lnTo>
                  <a:lnTo>
                    <a:pt x="271" y="7299"/>
                  </a:lnTo>
                  <a:lnTo>
                    <a:pt x="271" y="7376"/>
                  </a:lnTo>
                  <a:lnTo>
                    <a:pt x="116" y="7608"/>
                  </a:lnTo>
                  <a:lnTo>
                    <a:pt x="0" y="7840"/>
                  </a:lnTo>
                  <a:lnTo>
                    <a:pt x="0" y="8110"/>
                  </a:lnTo>
                  <a:lnTo>
                    <a:pt x="39" y="8264"/>
                  </a:lnTo>
                  <a:lnTo>
                    <a:pt x="78" y="8419"/>
                  </a:lnTo>
                  <a:lnTo>
                    <a:pt x="193" y="8573"/>
                  </a:lnTo>
                  <a:lnTo>
                    <a:pt x="348" y="8689"/>
                  </a:lnTo>
                  <a:lnTo>
                    <a:pt x="502" y="8805"/>
                  </a:lnTo>
                  <a:lnTo>
                    <a:pt x="657" y="8882"/>
                  </a:lnTo>
                  <a:lnTo>
                    <a:pt x="1043" y="8882"/>
                  </a:lnTo>
                  <a:lnTo>
                    <a:pt x="1236" y="8844"/>
                  </a:lnTo>
                  <a:lnTo>
                    <a:pt x="1429" y="8766"/>
                  </a:lnTo>
                  <a:lnTo>
                    <a:pt x="1584" y="8650"/>
                  </a:lnTo>
                  <a:lnTo>
                    <a:pt x="1699" y="8496"/>
                  </a:lnTo>
                  <a:lnTo>
                    <a:pt x="1777" y="8342"/>
                  </a:lnTo>
                  <a:lnTo>
                    <a:pt x="1854" y="8148"/>
                  </a:lnTo>
                  <a:lnTo>
                    <a:pt x="1854" y="7955"/>
                  </a:lnTo>
                  <a:lnTo>
                    <a:pt x="1854" y="7762"/>
                  </a:lnTo>
                  <a:lnTo>
                    <a:pt x="1815" y="7608"/>
                  </a:lnTo>
                  <a:lnTo>
                    <a:pt x="1738" y="7415"/>
                  </a:lnTo>
                  <a:lnTo>
                    <a:pt x="1622" y="7299"/>
                  </a:lnTo>
                  <a:lnTo>
                    <a:pt x="1506" y="7183"/>
                  </a:lnTo>
                  <a:lnTo>
                    <a:pt x="1352" y="7106"/>
                  </a:lnTo>
                  <a:lnTo>
                    <a:pt x="1197" y="7029"/>
                  </a:lnTo>
                  <a:lnTo>
                    <a:pt x="1545" y="6179"/>
                  </a:lnTo>
                  <a:lnTo>
                    <a:pt x="1815" y="5330"/>
                  </a:lnTo>
                  <a:lnTo>
                    <a:pt x="2394" y="3592"/>
                  </a:lnTo>
                  <a:lnTo>
                    <a:pt x="2665" y="2781"/>
                  </a:lnTo>
                  <a:lnTo>
                    <a:pt x="2974" y="1932"/>
                  </a:lnTo>
                  <a:lnTo>
                    <a:pt x="3244" y="1082"/>
                  </a:lnTo>
                  <a:lnTo>
                    <a:pt x="3321" y="657"/>
                  </a:lnTo>
                  <a:lnTo>
                    <a:pt x="3398" y="232"/>
                  </a:lnTo>
                  <a:lnTo>
                    <a:pt x="3360" y="117"/>
                  </a:lnTo>
                  <a:lnTo>
                    <a:pt x="3244" y="39"/>
                  </a:lnTo>
                  <a:lnTo>
                    <a:pt x="312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22"/>
            <p:cNvSpPr/>
            <p:nvPr/>
          </p:nvSpPr>
          <p:spPr>
            <a:xfrm>
              <a:off x="4217375" y="2321200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0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2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22"/>
            <p:cNvSpPr/>
            <p:nvPr/>
          </p:nvSpPr>
          <p:spPr>
            <a:xfrm>
              <a:off x="1643700" y="2334725"/>
              <a:ext cx="26075" cy="11600"/>
            </a:xfrm>
            <a:custGeom>
              <a:avLst/>
              <a:gdLst/>
              <a:ahLst/>
              <a:cxnLst/>
              <a:rect l="l" t="t" r="r" b="b"/>
              <a:pathLst>
                <a:path w="1043" h="464" extrusionOk="0">
                  <a:moveTo>
                    <a:pt x="773" y="1"/>
                  </a:moveTo>
                  <a:lnTo>
                    <a:pt x="541" y="39"/>
                  </a:lnTo>
                  <a:lnTo>
                    <a:pt x="309" y="78"/>
                  </a:lnTo>
                  <a:lnTo>
                    <a:pt x="77" y="194"/>
                  </a:lnTo>
                  <a:lnTo>
                    <a:pt x="39" y="232"/>
                  </a:lnTo>
                  <a:lnTo>
                    <a:pt x="0" y="271"/>
                  </a:lnTo>
                  <a:lnTo>
                    <a:pt x="39" y="387"/>
                  </a:lnTo>
                  <a:lnTo>
                    <a:pt x="77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43" y="232"/>
                  </a:lnTo>
                  <a:lnTo>
                    <a:pt x="1004" y="155"/>
                  </a:lnTo>
                  <a:lnTo>
                    <a:pt x="966" y="116"/>
                  </a:lnTo>
                  <a:lnTo>
                    <a:pt x="888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22"/>
            <p:cNvSpPr/>
            <p:nvPr/>
          </p:nvSpPr>
          <p:spPr>
            <a:xfrm>
              <a:off x="5914500" y="2336650"/>
              <a:ext cx="309900" cy="605325"/>
            </a:xfrm>
            <a:custGeom>
              <a:avLst/>
              <a:gdLst/>
              <a:ahLst/>
              <a:cxnLst/>
              <a:rect l="l" t="t" r="r" b="b"/>
              <a:pathLst>
                <a:path w="12396" h="24213" extrusionOk="0">
                  <a:moveTo>
                    <a:pt x="7955" y="464"/>
                  </a:moveTo>
                  <a:lnTo>
                    <a:pt x="8496" y="503"/>
                  </a:lnTo>
                  <a:lnTo>
                    <a:pt x="9036" y="619"/>
                  </a:lnTo>
                  <a:lnTo>
                    <a:pt x="9500" y="812"/>
                  </a:lnTo>
                  <a:lnTo>
                    <a:pt x="9924" y="1043"/>
                  </a:lnTo>
                  <a:lnTo>
                    <a:pt x="10311" y="1352"/>
                  </a:lnTo>
                  <a:lnTo>
                    <a:pt x="10658" y="1700"/>
                  </a:lnTo>
                  <a:lnTo>
                    <a:pt x="10967" y="2086"/>
                  </a:lnTo>
                  <a:lnTo>
                    <a:pt x="11237" y="2511"/>
                  </a:lnTo>
                  <a:lnTo>
                    <a:pt x="11469" y="2974"/>
                  </a:lnTo>
                  <a:lnTo>
                    <a:pt x="11662" y="3438"/>
                  </a:lnTo>
                  <a:lnTo>
                    <a:pt x="11778" y="3940"/>
                  </a:lnTo>
                  <a:lnTo>
                    <a:pt x="11855" y="4442"/>
                  </a:lnTo>
                  <a:lnTo>
                    <a:pt x="11894" y="4982"/>
                  </a:lnTo>
                  <a:lnTo>
                    <a:pt x="11894" y="5484"/>
                  </a:lnTo>
                  <a:lnTo>
                    <a:pt x="11817" y="5986"/>
                  </a:lnTo>
                  <a:lnTo>
                    <a:pt x="11701" y="6488"/>
                  </a:lnTo>
                  <a:lnTo>
                    <a:pt x="11546" y="6990"/>
                  </a:lnTo>
                  <a:lnTo>
                    <a:pt x="11315" y="7453"/>
                  </a:lnTo>
                  <a:lnTo>
                    <a:pt x="11083" y="7917"/>
                  </a:lnTo>
                  <a:lnTo>
                    <a:pt x="10813" y="8342"/>
                  </a:lnTo>
                  <a:lnTo>
                    <a:pt x="10504" y="8766"/>
                  </a:lnTo>
                  <a:lnTo>
                    <a:pt x="10195" y="9153"/>
                  </a:lnTo>
                  <a:lnTo>
                    <a:pt x="9847" y="9500"/>
                  </a:lnTo>
                  <a:lnTo>
                    <a:pt x="9461" y="9848"/>
                  </a:lnTo>
                  <a:lnTo>
                    <a:pt x="9036" y="10157"/>
                  </a:lnTo>
                  <a:lnTo>
                    <a:pt x="8650" y="10465"/>
                  </a:lnTo>
                  <a:lnTo>
                    <a:pt x="8187" y="10736"/>
                  </a:lnTo>
                  <a:lnTo>
                    <a:pt x="7762" y="11006"/>
                  </a:lnTo>
                  <a:lnTo>
                    <a:pt x="6835" y="11469"/>
                  </a:lnTo>
                  <a:lnTo>
                    <a:pt x="5870" y="11856"/>
                  </a:lnTo>
                  <a:lnTo>
                    <a:pt x="5677" y="11856"/>
                  </a:lnTo>
                  <a:lnTo>
                    <a:pt x="5638" y="11933"/>
                  </a:lnTo>
                  <a:lnTo>
                    <a:pt x="5600" y="11933"/>
                  </a:lnTo>
                  <a:lnTo>
                    <a:pt x="4982" y="11276"/>
                  </a:lnTo>
                  <a:lnTo>
                    <a:pt x="4441" y="10543"/>
                  </a:lnTo>
                  <a:lnTo>
                    <a:pt x="3978" y="9809"/>
                  </a:lnTo>
                  <a:lnTo>
                    <a:pt x="3746" y="9384"/>
                  </a:lnTo>
                  <a:lnTo>
                    <a:pt x="3592" y="8998"/>
                  </a:lnTo>
                  <a:lnTo>
                    <a:pt x="3437" y="8612"/>
                  </a:lnTo>
                  <a:lnTo>
                    <a:pt x="3283" y="8187"/>
                  </a:lnTo>
                  <a:lnTo>
                    <a:pt x="3167" y="7762"/>
                  </a:lnTo>
                  <a:lnTo>
                    <a:pt x="3090" y="7299"/>
                  </a:lnTo>
                  <a:lnTo>
                    <a:pt x="3051" y="6874"/>
                  </a:lnTo>
                  <a:lnTo>
                    <a:pt x="3012" y="6411"/>
                  </a:lnTo>
                  <a:lnTo>
                    <a:pt x="3051" y="5948"/>
                  </a:lnTo>
                  <a:lnTo>
                    <a:pt x="3090" y="5484"/>
                  </a:lnTo>
                  <a:lnTo>
                    <a:pt x="3167" y="5021"/>
                  </a:lnTo>
                  <a:lnTo>
                    <a:pt x="3244" y="4557"/>
                  </a:lnTo>
                  <a:lnTo>
                    <a:pt x="3399" y="4094"/>
                  </a:lnTo>
                  <a:lnTo>
                    <a:pt x="3592" y="3669"/>
                  </a:lnTo>
                  <a:lnTo>
                    <a:pt x="3785" y="3206"/>
                  </a:lnTo>
                  <a:lnTo>
                    <a:pt x="4055" y="2820"/>
                  </a:lnTo>
                  <a:lnTo>
                    <a:pt x="4325" y="2395"/>
                  </a:lnTo>
                  <a:lnTo>
                    <a:pt x="4634" y="2047"/>
                  </a:lnTo>
                  <a:lnTo>
                    <a:pt x="4943" y="1700"/>
                  </a:lnTo>
                  <a:lnTo>
                    <a:pt x="5329" y="1391"/>
                  </a:lnTo>
                  <a:lnTo>
                    <a:pt x="5715" y="1082"/>
                  </a:lnTo>
                  <a:lnTo>
                    <a:pt x="6102" y="850"/>
                  </a:lnTo>
                  <a:lnTo>
                    <a:pt x="6526" y="696"/>
                  </a:lnTo>
                  <a:lnTo>
                    <a:pt x="6990" y="541"/>
                  </a:lnTo>
                  <a:lnTo>
                    <a:pt x="7453" y="464"/>
                  </a:lnTo>
                  <a:close/>
                  <a:moveTo>
                    <a:pt x="5561" y="12280"/>
                  </a:moveTo>
                  <a:lnTo>
                    <a:pt x="5600" y="12319"/>
                  </a:lnTo>
                  <a:lnTo>
                    <a:pt x="5677" y="12358"/>
                  </a:lnTo>
                  <a:lnTo>
                    <a:pt x="5793" y="12898"/>
                  </a:lnTo>
                  <a:lnTo>
                    <a:pt x="5098" y="12589"/>
                  </a:lnTo>
                  <a:lnTo>
                    <a:pt x="5561" y="12280"/>
                  </a:lnTo>
                  <a:close/>
                  <a:moveTo>
                    <a:pt x="3321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2" y="13979"/>
                  </a:lnTo>
                  <a:lnTo>
                    <a:pt x="2781" y="13941"/>
                  </a:lnTo>
                  <a:lnTo>
                    <a:pt x="2510" y="13825"/>
                  </a:lnTo>
                  <a:lnTo>
                    <a:pt x="2935" y="13400"/>
                  </a:lnTo>
                  <a:lnTo>
                    <a:pt x="3321" y="12975"/>
                  </a:lnTo>
                  <a:close/>
                  <a:moveTo>
                    <a:pt x="3939" y="14327"/>
                  </a:moveTo>
                  <a:lnTo>
                    <a:pt x="5098" y="14520"/>
                  </a:lnTo>
                  <a:lnTo>
                    <a:pt x="4441" y="15485"/>
                  </a:lnTo>
                  <a:lnTo>
                    <a:pt x="4287" y="15215"/>
                  </a:lnTo>
                  <a:lnTo>
                    <a:pt x="4171" y="14945"/>
                  </a:lnTo>
                  <a:lnTo>
                    <a:pt x="4055" y="14636"/>
                  </a:lnTo>
                  <a:lnTo>
                    <a:pt x="3978" y="14366"/>
                  </a:lnTo>
                  <a:lnTo>
                    <a:pt x="3939" y="14327"/>
                  </a:lnTo>
                  <a:close/>
                  <a:moveTo>
                    <a:pt x="3746" y="14597"/>
                  </a:moveTo>
                  <a:lnTo>
                    <a:pt x="3823" y="14945"/>
                  </a:lnTo>
                  <a:lnTo>
                    <a:pt x="3978" y="15292"/>
                  </a:lnTo>
                  <a:lnTo>
                    <a:pt x="4132" y="15601"/>
                  </a:lnTo>
                  <a:lnTo>
                    <a:pt x="4287" y="15910"/>
                  </a:lnTo>
                  <a:lnTo>
                    <a:pt x="4364" y="15987"/>
                  </a:lnTo>
                  <a:lnTo>
                    <a:pt x="4055" y="16412"/>
                  </a:lnTo>
                  <a:lnTo>
                    <a:pt x="3746" y="16875"/>
                  </a:lnTo>
                  <a:lnTo>
                    <a:pt x="3592" y="16412"/>
                  </a:lnTo>
                  <a:lnTo>
                    <a:pt x="3476" y="15949"/>
                  </a:lnTo>
                  <a:lnTo>
                    <a:pt x="3476" y="15717"/>
                  </a:lnTo>
                  <a:lnTo>
                    <a:pt x="3476" y="15447"/>
                  </a:lnTo>
                  <a:lnTo>
                    <a:pt x="3514" y="15215"/>
                  </a:lnTo>
                  <a:lnTo>
                    <a:pt x="3553" y="14983"/>
                  </a:lnTo>
                  <a:lnTo>
                    <a:pt x="3746" y="14597"/>
                  </a:lnTo>
                  <a:close/>
                  <a:moveTo>
                    <a:pt x="4480" y="16335"/>
                  </a:moveTo>
                  <a:lnTo>
                    <a:pt x="4673" y="16760"/>
                  </a:lnTo>
                  <a:lnTo>
                    <a:pt x="4789" y="17223"/>
                  </a:lnTo>
                  <a:lnTo>
                    <a:pt x="4364" y="17107"/>
                  </a:lnTo>
                  <a:lnTo>
                    <a:pt x="3939" y="17030"/>
                  </a:lnTo>
                  <a:lnTo>
                    <a:pt x="4480" y="16335"/>
                  </a:lnTo>
                  <a:close/>
                  <a:moveTo>
                    <a:pt x="2472" y="16875"/>
                  </a:moveTo>
                  <a:lnTo>
                    <a:pt x="3399" y="17107"/>
                  </a:lnTo>
                  <a:lnTo>
                    <a:pt x="3476" y="17262"/>
                  </a:lnTo>
                  <a:lnTo>
                    <a:pt x="3321" y="17377"/>
                  </a:lnTo>
                  <a:lnTo>
                    <a:pt x="3167" y="17571"/>
                  </a:lnTo>
                  <a:lnTo>
                    <a:pt x="2897" y="17918"/>
                  </a:lnTo>
                  <a:lnTo>
                    <a:pt x="2665" y="17416"/>
                  </a:lnTo>
                  <a:lnTo>
                    <a:pt x="2472" y="16875"/>
                  </a:lnTo>
                  <a:close/>
                  <a:moveTo>
                    <a:pt x="3360" y="19733"/>
                  </a:moveTo>
                  <a:lnTo>
                    <a:pt x="4055" y="20428"/>
                  </a:lnTo>
                  <a:lnTo>
                    <a:pt x="3553" y="20660"/>
                  </a:lnTo>
                  <a:lnTo>
                    <a:pt x="3012" y="20969"/>
                  </a:lnTo>
                  <a:lnTo>
                    <a:pt x="3012" y="20969"/>
                  </a:lnTo>
                  <a:lnTo>
                    <a:pt x="3167" y="20351"/>
                  </a:lnTo>
                  <a:lnTo>
                    <a:pt x="3360" y="19733"/>
                  </a:lnTo>
                  <a:close/>
                  <a:moveTo>
                    <a:pt x="5677" y="20119"/>
                  </a:moveTo>
                  <a:lnTo>
                    <a:pt x="5986" y="20196"/>
                  </a:lnTo>
                  <a:lnTo>
                    <a:pt x="5715" y="20891"/>
                  </a:lnTo>
                  <a:lnTo>
                    <a:pt x="5368" y="21548"/>
                  </a:lnTo>
                  <a:lnTo>
                    <a:pt x="4673" y="20583"/>
                  </a:lnTo>
                  <a:lnTo>
                    <a:pt x="4634" y="20544"/>
                  </a:lnTo>
                  <a:lnTo>
                    <a:pt x="4673" y="20235"/>
                  </a:lnTo>
                  <a:lnTo>
                    <a:pt x="5020" y="20158"/>
                  </a:lnTo>
                  <a:lnTo>
                    <a:pt x="5329" y="20119"/>
                  </a:lnTo>
                  <a:close/>
                  <a:moveTo>
                    <a:pt x="7453" y="1"/>
                  </a:moveTo>
                  <a:lnTo>
                    <a:pt x="7067" y="39"/>
                  </a:lnTo>
                  <a:lnTo>
                    <a:pt x="6719" y="155"/>
                  </a:lnTo>
                  <a:lnTo>
                    <a:pt x="6333" y="271"/>
                  </a:lnTo>
                  <a:lnTo>
                    <a:pt x="5986" y="426"/>
                  </a:lnTo>
                  <a:lnTo>
                    <a:pt x="5638" y="580"/>
                  </a:lnTo>
                  <a:lnTo>
                    <a:pt x="5291" y="812"/>
                  </a:lnTo>
                  <a:lnTo>
                    <a:pt x="4943" y="1043"/>
                  </a:lnTo>
                  <a:lnTo>
                    <a:pt x="4634" y="1314"/>
                  </a:lnTo>
                  <a:lnTo>
                    <a:pt x="4364" y="1623"/>
                  </a:lnTo>
                  <a:lnTo>
                    <a:pt x="4094" y="1893"/>
                  </a:lnTo>
                  <a:lnTo>
                    <a:pt x="3823" y="2240"/>
                  </a:lnTo>
                  <a:lnTo>
                    <a:pt x="3592" y="2549"/>
                  </a:lnTo>
                  <a:lnTo>
                    <a:pt x="3399" y="2897"/>
                  </a:lnTo>
                  <a:lnTo>
                    <a:pt x="3205" y="3283"/>
                  </a:lnTo>
                  <a:lnTo>
                    <a:pt x="3051" y="3631"/>
                  </a:lnTo>
                  <a:lnTo>
                    <a:pt x="2897" y="4017"/>
                  </a:lnTo>
                  <a:lnTo>
                    <a:pt x="2781" y="4403"/>
                  </a:lnTo>
                  <a:lnTo>
                    <a:pt x="2703" y="4789"/>
                  </a:lnTo>
                  <a:lnTo>
                    <a:pt x="2626" y="5175"/>
                  </a:lnTo>
                  <a:lnTo>
                    <a:pt x="2588" y="5600"/>
                  </a:lnTo>
                  <a:lnTo>
                    <a:pt x="2549" y="5986"/>
                  </a:lnTo>
                  <a:lnTo>
                    <a:pt x="2549" y="6411"/>
                  </a:lnTo>
                  <a:lnTo>
                    <a:pt x="2549" y="6836"/>
                  </a:lnTo>
                  <a:lnTo>
                    <a:pt x="2665" y="7724"/>
                  </a:lnTo>
                  <a:lnTo>
                    <a:pt x="2742" y="8149"/>
                  </a:lnTo>
                  <a:lnTo>
                    <a:pt x="2858" y="8573"/>
                  </a:lnTo>
                  <a:lnTo>
                    <a:pt x="3012" y="8998"/>
                  </a:lnTo>
                  <a:lnTo>
                    <a:pt x="3167" y="9384"/>
                  </a:lnTo>
                  <a:lnTo>
                    <a:pt x="3321" y="9809"/>
                  </a:lnTo>
                  <a:lnTo>
                    <a:pt x="3553" y="10195"/>
                  </a:lnTo>
                  <a:lnTo>
                    <a:pt x="3746" y="10543"/>
                  </a:lnTo>
                  <a:lnTo>
                    <a:pt x="4016" y="10929"/>
                  </a:lnTo>
                  <a:lnTo>
                    <a:pt x="4287" y="11238"/>
                  </a:lnTo>
                  <a:lnTo>
                    <a:pt x="4596" y="11547"/>
                  </a:lnTo>
                  <a:lnTo>
                    <a:pt x="4905" y="11856"/>
                  </a:lnTo>
                  <a:lnTo>
                    <a:pt x="5252" y="12087"/>
                  </a:lnTo>
                  <a:lnTo>
                    <a:pt x="4557" y="12473"/>
                  </a:lnTo>
                  <a:lnTo>
                    <a:pt x="4480" y="12551"/>
                  </a:lnTo>
                  <a:lnTo>
                    <a:pt x="4441" y="12666"/>
                  </a:lnTo>
                  <a:lnTo>
                    <a:pt x="4480" y="12782"/>
                  </a:lnTo>
                  <a:lnTo>
                    <a:pt x="4596" y="12860"/>
                  </a:lnTo>
                  <a:lnTo>
                    <a:pt x="5020" y="13014"/>
                  </a:lnTo>
                  <a:lnTo>
                    <a:pt x="4673" y="13168"/>
                  </a:lnTo>
                  <a:lnTo>
                    <a:pt x="4403" y="13362"/>
                  </a:lnTo>
                  <a:lnTo>
                    <a:pt x="4094" y="13555"/>
                  </a:lnTo>
                  <a:lnTo>
                    <a:pt x="3862" y="13786"/>
                  </a:lnTo>
                  <a:lnTo>
                    <a:pt x="3823" y="13477"/>
                  </a:lnTo>
                  <a:lnTo>
                    <a:pt x="3746" y="13168"/>
                  </a:lnTo>
                  <a:lnTo>
                    <a:pt x="3630" y="12860"/>
                  </a:lnTo>
                  <a:lnTo>
                    <a:pt x="3514" y="12551"/>
                  </a:lnTo>
                  <a:lnTo>
                    <a:pt x="3476" y="12473"/>
                  </a:lnTo>
                  <a:lnTo>
                    <a:pt x="3360" y="12435"/>
                  </a:lnTo>
                  <a:lnTo>
                    <a:pt x="3283" y="12473"/>
                  </a:lnTo>
                  <a:lnTo>
                    <a:pt x="3205" y="12512"/>
                  </a:lnTo>
                  <a:lnTo>
                    <a:pt x="2665" y="13168"/>
                  </a:lnTo>
                  <a:lnTo>
                    <a:pt x="2086" y="13748"/>
                  </a:lnTo>
                  <a:lnTo>
                    <a:pt x="2047" y="13825"/>
                  </a:lnTo>
                  <a:lnTo>
                    <a:pt x="2008" y="13902"/>
                  </a:lnTo>
                  <a:lnTo>
                    <a:pt x="2047" y="13979"/>
                  </a:lnTo>
                  <a:lnTo>
                    <a:pt x="2086" y="14057"/>
                  </a:lnTo>
                  <a:lnTo>
                    <a:pt x="2395" y="14211"/>
                  </a:lnTo>
                  <a:lnTo>
                    <a:pt x="2742" y="14288"/>
                  </a:lnTo>
                  <a:lnTo>
                    <a:pt x="3051" y="14366"/>
                  </a:lnTo>
                  <a:lnTo>
                    <a:pt x="3399" y="14366"/>
                  </a:lnTo>
                  <a:lnTo>
                    <a:pt x="3244" y="14636"/>
                  </a:lnTo>
                  <a:lnTo>
                    <a:pt x="3128" y="14945"/>
                  </a:lnTo>
                  <a:lnTo>
                    <a:pt x="3090" y="15176"/>
                  </a:lnTo>
                  <a:lnTo>
                    <a:pt x="3051" y="15408"/>
                  </a:lnTo>
                  <a:lnTo>
                    <a:pt x="3051" y="15872"/>
                  </a:lnTo>
                  <a:lnTo>
                    <a:pt x="3128" y="16296"/>
                  </a:lnTo>
                  <a:lnTo>
                    <a:pt x="3244" y="16760"/>
                  </a:lnTo>
                  <a:lnTo>
                    <a:pt x="2781" y="16567"/>
                  </a:lnTo>
                  <a:lnTo>
                    <a:pt x="2279" y="16412"/>
                  </a:lnTo>
                  <a:lnTo>
                    <a:pt x="2201" y="16412"/>
                  </a:lnTo>
                  <a:lnTo>
                    <a:pt x="2124" y="16451"/>
                  </a:lnTo>
                  <a:lnTo>
                    <a:pt x="2047" y="16528"/>
                  </a:lnTo>
                  <a:lnTo>
                    <a:pt x="2047" y="16644"/>
                  </a:lnTo>
                  <a:lnTo>
                    <a:pt x="2163" y="17107"/>
                  </a:lnTo>
                  <a:lnTo>
                    <a:pt x="2279" y="17532"/>
                  </a:lnTo>
                  <a:lnTo>
                    <a:pt x="2472" y="17957"/>
                  </a:lnTo>
                  <a:lnTo>
                    <a:pt x="2703" y="18381"/>
                  </a:lnTo>
                  <a:lnTo>
                    <a:pt x="2781" y="18459"/>
                  </a:lnTo>
                  <a:lnTo>
                    <a:pt x="2858" y="18497"/>
                  </a:lnTo>
                  <a:lnTo>
                    <a:pt x="2935" y="18459"/>
                  </a:lnTo>
                  <a:lnTo>
                    <a:pt x="3012" y="18381"/>
                  </a:lnTo>
                  <a:lnTo>
                    <a:pt x="3321" y="18034"/>
                  </a:lnTo>
                  <a:lnTo>
                    <a:pt x="3514" y="17802"/>
                  </a:lnTo>
                  <a:lnTo>
                    <a:pt x="3630" y="17609"/>
                  </a:lnTo>
                  <a:lnTo>
                    <a:pt x="3707" y="17764"/>
                  </a:lnTo>
                  <a:lnTo>
                    <a:pt x="3978" y="18343"/>
                  </a:lnTo>
                  <a:lnTo>
                    <a:pt x="4132" y="18961"/>
                  </a:lnTo>
                  <a:lnTo>
                    <a:pt x="4248" y="19540"/>
                  </a:lnTo>
                  <a:lnTo>
                    <a:pt x="4248" y="20158"/>
                  </a:lnTo>
                  <a:lnTo>
                    <a:pt x="3437" y="19308"/>
                  </a:lnTo>
                  <a:lnTo>
                    <a:pt x="3399" y="19270"/>
                  </a:lnTo>
                  <a:lnTo>
                    <a:pt x="3205" y="19270"/>
                  </a:lnTo>
                  <a:lnTo>
                    <a:pt x="3167" y="19347"/>
                  </a:lnTo>
                  <a:lnTo>
                    <a:pt x="2974" y="19810"/>
                  </a:lnTo>
                  <a:lnTo>
                    <a:pt x="2781" y="20274"/>
                  </a:lnTo>
                  <a:lnTo>
                    <a:pt x="2665" y="20776"/>
                  </a:lnTo>
                  <a:lnTo>
                    <a:pt x="2626" y="21316"/>
                  </a:lnTo>
                  <a:lnTo>
                    <a:pt x="2626" y="21393"/>
                  </a:lnTo>
                  <a:lnTo>
                    <a:pt x="2703" y="21471"/>
                  </a:lnTo>
                  <a:lnTo>
                    <a:pt x="2781" y="21509"/>
                  </a:lnTo>
                  <a:lnTo>
                    <a:pt x="2897" y="21471"/>
                  </a:lnTo>
                  <a:lnTo>
                    <a:pt x="3514" y="21162"/>
                  </a:lnTo>
                  <a:lnTo>
                    <a:pt x="4171" y="20776"/>
                  </a:lnTo>
                  <a:lnTo>
                    <a:pt x="4171" y="20776"/>
                  </a:lnTo>
                  <a:lnTo>
                    <a:pt x="4055" y="21162"/>
                  </a:lnTo>
                  <a:lnTo>
                    <a:pt x="3901" y="21548"/>
                  </a:lnTo>
                  <a:lnTo>
                    <a:pt x="3669" y="22050"/>
                  </a:lnTo>
                  <a:lnTo>
                    <a:pt x="3321" y="22552"/>
                  </a:lnTo>
                  <a:lnTo>
                    <a:pt x="2897" y="23015"/>
                  </a:lnTo>
                  <a:lnTo>
                    <a:pt x="2626" y="23247"/>
                  </a:lnTo>
                  <a:lnTo>
                    <a:pt x="2395" y="23401"/>
                  </a:lnTo>
                  <a:lnTo>
                    <a:pt x="2124" y="23594"/>
                  </a:lnTo>
                  <a:lnTo>
                    <a:pt x="1854" y="23710"/>
                  </a:lnTo>
                  <a:lnTo>
                    <a:pt x="1584" y="23788"/>
                  </a:lnTo>
                  <a:lnTo>
                    <a:pt x="1313" y="23788"/>
                  </a:lnTo>
                  <a:lnTo>
                    <a:pt x="1082" y="23749"/>
                  </a:lnTo>
                  <a:lnTo>
                    <a:pt x="811" y="23672"/>
                  </a:lnTo>
                  <a:lnTo>
                    <a:pt x="541" y="23517"/>
                  </a:lnTo>
                  <a:lnTo>
                    <a:pt x="309" y="23286"/>
                  </a:lnTo>
                  <a:lnTo>
                    <a:pt x="232" y="23247"/>
                  </a:lnTo>
                  <a:lnTo>
                    <a:pt x="78" y="23247"/>
                  </a:lnTo>
                  <a:lnTo>
                    <a:pt x="39" y="23363"/>
                  </a:lnTo>
                  <a:lnTo>
                    <a:pt x="0" y="23401"/>
                  </a:lnTo>
                  <a:lnTo>
                    <a:pt x="39" y="23479"/>
                  </a:lnTo>
                  <a:lnTo>
                    <a:pt x="155" y="23633"/>
                  </a:lnTo>
                  <a:lnTo>
                    <a:pt x="271" y="23788"/>
                  </a:lnTo>
                  <a:lnTo>
                    <a:pt x="387" y="23903"/>
                  </a:lnTo>
                  <a:lnTo>
                    <a:pt x="541" y="24019"/>
                  </a:lnTo>
                  <a:lnTo>
                    <a:pt x="695" y="24096"/>
                  </a:lnTo>
                  <a:lnTo>
                    <a:pt x="889" y="24135"/>
                  </a:lnTo>
                  <a:lnTo>
                    <a:pt x="1236" y="24212"/>
                  </a:lnTo>
                  <a:lnTo>
                    <a:pt x="1584" y="24174"/>
                  </a:lnTo>
                  <a:lnTo>
                    <a:pt x="1970" y="24096"/>
                  </a:lnTo>
                  <a:lnTo>
                    <a:pt x="2317" y="23942"/>
                  </a:lnTo>
                  <a:lnTo>
                    <a:pt x="2665" y="23749"/>
                  </a:lnTo>
                  <a:lnTo>
                    <a:pt x="3012" y="23479"/>
                  </a:lnTo>
                  <a:lnTo>
                    <a:pt x="3321" y="23208"/>
                  </a:lnTo>
                  <a:lnTo>
                    <a:pt x="3630" y="22861"/>
                  </a:lnTo>
                  <a:lnTo>
                    <a:pt x="3901" y="22513"/>
                  </a:lnTo>
                  <a:lnTo>
                    <a:pt x="4132" y="22127"/>
                  </a:lnTo>
                  <a:lnTo>
                    <a:pt x="4325" y="21702"/>
                  </a:lnTo>
                  <a:lnTo>
                    <a:pt x="4480" y="21316"/>
                  </a:lnTo>
                  <a:lnTo>
                    <a:pt x="4596" y="20853"/>
                  </a:lnTo>
                  <a:lnTo>
                    <a:pt x="5213" y="21973"/>
                  </a:lnTo>
                  <a:lnTo>
                    <a:pt x="5291" y="22050"/>
                  </a:lnTo>
                  <a:lnTo>
                    <a:pt x="5368" y="22088"/>
                  </a:lnTo>
                  <a:lnTo>
                    <a:pt x="5445" y="22050"/>
                  </a:lnTo>
                  <a:lnTo>
                    <a:pt x="5522" y="22011"/>
                  </a:lnTo>
                  <a:lnTo>
                    <a:pt x="5793" y="21548"/>
                  </a:lnTo>
                  <a:lnTo>
                    <a:pt x="6024" y="21084"/>
                  </a:lnTo>
                  <a:lnTo>
                    <a:pt x="6410" y="20119"/>
                  </a:lnTo>
                  <a:lnTo>
                    <a:pt x="6410" y="20042"/>
                  </a:lnTo>
                  <a:lnTo>
                    <a:pt x="6410" y="19965"/>
                  </a:lnTo>
                  <a:lnTo>
                    <a:pt x="6372" y="19926"/>
                  </a:lnTo>
                  <a:lnTo>
                    <a:pt x="6295" y="19887"/>
                  </a:lnTo>
                  <a:lnTo>
                    <a:pt x="5908" y="19772"/>
                  </a:lnTo>
                  <a:lnTo>
                    <a:pt x="5484" y="19733"/>
                  </a:lnTo>
                  <a:lnTo>
                    <a:pt x="5098" y="19733"/>
                  </a:lnTo>
                  <a:lnTo>
                    <a:pt x="4673" y="19849"/>
                  </a:lnTo>
                  <a:lnTo>
                    <a:pt x="4634" y="19231"/>
                  </a:lnTo>
                  <a:lnTo>
                    <a:pt x="4518" y="18652"/>
                  </a:lnTo>
                  <a:lnTo>
                    <a:pt x="4287" y="18034"/>
                  </a:lnTo>
                  <a:lnTo>
                    <a:pt x="4055" y="17455"/>
                  </a:lnTo>
                  <a:lnTo>
                    <a:pt x="4518" y="17532"/>
                  </a:lnTo>
                  <a:lnTo>
                    <a:pt x="4982" y="17609"/>
                  </a:lnTo>
                  <a:lnTo>
                    <a:pt x="5059" y="17609"/>
                  </a:lnTo>
                  <a:lnTo>
                    <a:pt x="5098" y="17532"/>
                  </a:lnTo>
                  <a:lnTo>
                    <a:pt x="5136" y="17493"/>
                  </a:lnTo>
                  <a:lnTo>
                    <a:pt x="5136" y="17377"/>
                  </a:lnTo>
                  <a:lnTo>
                    <a:pt x="5098" y="17030"/>
                  </a:lnTo>
                  <a:lnTo>
                    <a:pt x="4982" y="16644"/>
                  </a:lnTo>
                  <a:lnTo>
                    <a:pt x="4827" y="16296"/>
                  </a:lnTo>
                  <a:lnTo>
                    <a:pt x="4673" y="15987"/>
                  </a:lnTo>
                  <a:lnTo>
                    <a:pt x="4596" y="15910"/>
                  </a:lnTo>
                  <a:lnTo>
                    <a:pt x="4634" y="15910"/>
                  </a:lnTo>
                  <a:lnTo>
                    <a:pt x="5600" y="14481"/>
                  </a:lnTo>
                  <a:lnTo>
                    <a:pt x="5638" y="14366"/>
                  </a:lnTo>
                  <a:lnTo>
                    <a:pt x="5600" y="14288"/>
                  </a:lnTo>
                  <a:lnTo>
                    <a:pt x="5561" y="14211"/>
                  </a:lnTo>
                  <a:lnTo>
                    <a:pt x="5445" y="14172"/>
                  </a:lnTo>
                  <a:lnTo>
                    <a:pt x="4209" y="13979"/>
                  </a:lnTo>
                  <a:lnTo>
                    <a:pt x="4480" y="13748"/>
                  </a:lnTo>
                  <a:lnTo>
                    <a:pt x="4789" y="13555"/>
                  </a:lnTo>
                  <a:lnTo>
                    <a:pt x="5098" y="13362"/>
                  </a:lnTo>
                  <a:lnTo>
                    <a:pt x="5406" y="13168"/>
                  </a:lnTo>
                  <a:lnTo>
                    <a:pt x="6024" y="13400"/>
                  </a:lnTo>
                  <a:lnTo>
                    <a:pt x="6140" y="13439"/>
                  </a:lnTo>
                  <a:lnTo>
                    <a:pt x="6217" y="13362"/>
                  </a:lnTo>
                  <a:lnTo>
                    <a:pt x="6256" y="13284"/>
                  </a:lnTo>
                  <a:lnTo>
                    <a:pt x="6295" y="13168"/>
                  </a:lnTo>
                  <a:lnTo>
                    <a:pt x="6179" y="12705"/>
                  </a:lnTo>
                  <a:lnTo>
                    <a:pt x="6063" y="12242"/>
                  </a:lnTo>
                  <a:lnTo>
                    <a:pt x="6912" y="11933"/>
                  </a:lnTo>
                  <a:lnTo>
                    <a:pt x="7723" y="11585"/>
                  </a:lnTo>
                  <a:lnTo>
                    <a:pt x="8534" y="11122"/>
                  </a:lnTo>
                  <a:lnTo>
                    <a:pt x="9268" y="10620"/>
                  </a:lnTo>
                  <a:lnTo>
                    <a:pt x="9963" y="10079"/>
                  </a:lnTo>
                  <a:lnTo>
                    <a:pt x="10311" y="9770"/>
                  </a:lnTo>
                  <a:lnTo>
                    <a:pt x="10620" y="9423"/>
                  </a:lnTo>
                  <a:lnTo>
                    <a:pt x="10890" y="9075"/>
                  </a:lnTo>
                  <a:lnTo>
                    <a:pt x="11160" y="8728"/>
                  </a:lnTo>
                  <a:lnTo>
                    <a:pt x="11392" y="8342"/>
                  </a:lnTo>
                  <a:lnTo>
                    <a:pt x="11623" y="7955"/>
                  </a:lnTo>
                  <a:lnTo>
                    <a:pt x="11817" y="7569"/>
                  </a:lnTo>
                  <a:lnTo>
                    <a:pt x="11971" y="7183"/>
                  </a:lnTo>
                  <a:lnTo>
                    <a:pt x="12125" y="6758"/>
                  </a:lnTo>
                  <a:lnTo>
                    <a:pt x="12241" y="6334"/>
                  </a:lnTo>
                  <a:lnTo>
                    <a:pt x="12319" y="5948"/>
                  </a:lnTo>
                  <a:lnTo>
                    <a:pt x="12357" y="5523"/>
                  </a:lnTo>
                  <a:lnTo>
                    <a:pt x="12396" y="5098"/>
                  </a:lnTo>
                  <a:lnTo>
                    <a:pt x="12396" y="4673"/>
                  </a:lnTo>
                  <a:lnTo>
                    <a:pt x="12357" y="4248"/>
                  </a:lnTo>
                  <a:lnTo>
                    <a:pt x="12280" y="3824"/>
                  </a:lnTo>
                  <a:lnTo>
                    <a:pt x="12203" y="3438"/>
                  </a:lnTo>
                  <a:lnTo>
                    <a:pt x="12048" y="3051"/>
                  </a:lnTo>
                  <a:lnTo>
                    <a:pt x="11894" y="2665"/>
                  </a:lnTo>
                  <a:lnTo>
                    <a:pt x="11701" y="2279"/>
                  </a:lnTo>
                  <a:lnTo>
                    <a:pt x="11469" y="1893"/>
                  </a:lnTo>
                  <a:lnTo>
                    <a:pt x="11160" y="1545"/>
                  </a:lnTo>
                  <a:lnTo>
                    <a:pt x="10890" y="1275"/>
                  </a:lnTo>
                  <a:lnTo>
                    <a:pt x="10620" y="1005"/>
                  </a:lnTo>
                  <a:lnTo>
                    <a:pt x="10311" y="773"/>
                  </a:lnTo>
                  <a:lnTo>
                    <a:pt x="9963" y="580"/>
                  </a:lnTo>
                  <a:lnTo>
                    <a:pt x="9654" y="387"/>
                  </a:lnTo>
                  <a:lnTo>
                    <a:pt x="9307" y="233"/>
                  </a:lnTo>
                  <a:lnTo>
                    <a:pt x="8920" y="117"/>
                  </a:lnTo>
                  <a:lnTo>
                    <a:pt x="8573" y="39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22"/>
            <p:cNvSpPr/>
            <p:nvPr/>
          </p:nvSpPr>
          <p:spPr>
            <a:xfrm>
              <a:off x="1545225" y="23405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1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22"/>
            <p:cNvSpPr/>
            <p:nvPr/>
          </p:nvSpPr>
          <p:spPr>
            <a:xfrm>
              <a:off x="6777550" y="23482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9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1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22"/>
            <p:cNvSpPr/>
            <p:nvPr/>
          </p:nvSpPr>
          <p:spPr>
            <a:xfrm>
              <a:off x="6642400" y="2349200"/>
              <a:ext cx="437325" cy="301225"/>
            </a:xfrm>
            <a:custGeom>
              <a:avLst/>
              <a:gdLst/>
              <a:ahLst/>
              <a:cxnLst/>
              <a:rect l="l" t="t" r="r" b="b"/>
              <a:pathLst>
                <a:path w="17493" h="12049" extrusionOk="0">
                  <a:moveTo>
                    <a:pt x="12086" y="503"/>
                  </a:moveTo>
                  <a:lnTo>
                    <a:pt x="12202" y="580"/>
                  </a:lnTo>
                  <a:lnTo>
                    <a:pt x="12280" y="657"/>
                  </a:lnTo>
                  <a:lnTo>
                    <a:pt x="12627" y="850"/>
                  </a:lnTo>
                  <a:lnTo>
                    <a:pt x="12897" y="1159"/>
                  </a:lnTo>
                  <a:lnTo>
                    <a:pt x="13129" y="1507"/>
                  </a:lnTo>
                  <a:lnTo>
                    <a:pt x="13322" y="1854"/>
                  </a:lnTo>
                  <a:lnTo>
                    <a:pt x="13477" y="2240"/>
                  </a:lnTo>
                  <a:lnTo>
                    <a:pt x="13631" y="2665"/>
                  </a:lnTo>
                  <a:lnTo>
                    <a:pt x="13824" y="3438"/>
                  </a:lnTo>
                  <a:lnTo>
                    <a:pt x="13090" y="3013"/>
                  </a:lnTo>
                  <a:lnTo>
                    <a:pt x="12704" y="2781"/>
                  </a:lnTo>
                  <a:lnTo>
                    <a:pt x="12357" y="2472"/>
                  </a:lnTo>
                  <a:lnTo>
                    <a:pt x="12009" y="2125"/>
                  </a:lnTo>
                  <a:lnTo>
                    <a:pt x="11816" y="1932"/>
                  </a:lnTo>
                  <a:lnTo>
                    <a:pt x="11662" y="1700"/>
                  </a:lnTo>
                  <a:lnTo>
                    <a:pt x="11507" y="1391"/>
                  </a:lnTo>
                  <a:lnTo>
                    <a:pt x="11430" y="1043"/>
                  </a:lnTo>
                  <a:lnTo>
                    <a:pt x="11662" y="735"/>
                  </a:lnTo>
                  <a:lnTo>
                    <a:pt x="11739" y="619"/>
                  </a:lnTo>
                  <a:lnTo>
                    <a:pt x="11855" y="541"/>
                  </a:lnTo>
                  <a:lnTo>
                    <a:pt x="11971" y="503"/>
                  </a:lnTo>
                  <a:close/>
                  <a:moveTo>
                    <a:pt x="16218" y="1584"/>
                  </a:moveTo>
                  <a:lnTo>
                    <a:pt x="16296" y="1623"/>
                  </a:lnTo>
                  <a:lnTo>
                    <a:pt x="16411" y="1661"/>
                  </a:lnTo>
                  <a:lnTo>
                    <a:pt x="16489" y="1738"/>
                  </a:lnTo>
                  <a:lnTo>
                    <a:pt x="16566" y="1816"/>
                  </a:lnTo>
                  <a:lnTo>
                    <a:pt x="16604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4" y="2511"/>
                  </a:lnTo>
                  <a:lnTo>
                    <a:pt x="16527" y="2665"/>
                  </a:lnTo>
                  <a:lnTo>
                    <a:pt x="16411" y="2820"/>
                  </a:lnTo>
                  <a:lnTo>
                    <a:pt x="16296" y="2974"/>
                  </a:lnTo>
                  <a:lnTo>
                    <a:pt x="15948" y="3206"/>
                  </a:lnTo>
                  <a:lnTo>
                    <a:pt x="15562" y="3399"/>
                  </a:lnTo>
                  <a:lnTo>
                    <a:pt x="15137" y="3553"/>
                  </a:lnTo>
                  <a:lnTo>
                    <a:pt x="14712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7"/>
                  </a:lnTo>
                  <a:lnTo>
                    <a:pt x="15098" y="2279"/>
                  </a:lnTo>
                  <a:lnTo>
                    <a:pt x="15407" y="1970"/>
                  </a:lnTo>
                  <a:lnTo>
                    <a:pt x="15639" y="1816"/>
                  </a:lnTo>
                  <a:lnTo>
                    <a:pt x="15871" y="1661"/>
                  </a:lnTo>
                  <a:lnTo>
                    <a:pt x="16102" y="1623"/>
                  </a:lnTo>
                  <a:lnTo>
                    <a:pt x="16218" y="1584"/>
                  </a:lnTo>
                  <a:close/>
                  <a:moveTo>
                    <a:pt x="13824" y="4287"/>
                  </a:moveTo>
                  <a:lnTo>
                    <a:pt x="13670" y="4557"/>
                  </a:lnTo>
                  <a:lnTo>
                    <a:pt x="13477" y="4789"/>
                  </a:lnTo>
                  <a:lnTo>
                    <a:pt x="13245" y="5021"/>
                  </a:lnTo>
                  <a:lnTo>
                    <a:pt x="13013" y="5214"/>
                  </a:lnTo>
                  <a:lnTo>
                    <a:pt x="12666" y="5484"/>
                  </a:lnTo>
                  <a:lnTo>
                    <a:pt x="12164" y="5754"/>
                  </a:lnTo>
                  <a:lnTo>
                    <a:pt x="11893" y="5870"/>
                  </a:lnTo>
                  <a:lnTo>
                    <a:pt x="11623" y="5948"/>
                  </a:lnTo>
                  <a:lnTo>
                    <a:pt x="11391" y="5986"/>
                  </a:lnTo>
                  <a:lnTo>
                    <a:pt x="11198" y="5948"/>
                  </a:lnTo>
                  <a:lnTo>
                    <a:pt x="11044" y="5870"/>
                  </a:lnTo>
                  <a:lnTo>
                    <a:pt x="10967" y="5793"/>
                  </a:lnTo>
                  <a:lnTo>
                    <a:pt x="10928" y="5716"/>
                  </a:lnTo>
                  <a:lnTo>
                    <a:pt x="10889" y="5639"/>
                  </a:lnTo>
                  <a:lnTo>
                    <a:pt x="10889" y="5446"/>
                  </a:lnTo>
                  <a:lnTo>
                    <a:pt x="10967" y="5252"/>
                  </a:lnTo>
                  <a:lnTo>
                    <a:pt x="11121" y="5098"/>
                  </a:lnTo>
                  <a:lnTo>
                    <a:pt x="11276" y="4944"/>
                  </a:lnTo>
                  <a:lnTo>
                    <a:pt x="11546" y="4750"/>
                  </a:lnTo>
                  <a:lnTo>
                    <a:pt x="11816" y="4635"/>
                  </a:lnTo>
                  <a:lnTo>
                    <a:pt x="12086" y="4557"/>
                  </a:lnTo>
                  <a:lnTo>
                    <a:pt x="12627" y="4480"/>
                  </a:lnTo>
                  <a:lnTo>
                    <a:pt x="13245" y="4403"/>
                  </a:lnTo>
                  <a:lnTo>
                    <a:pt x="13554" y="4364"/>
                  </a:lnTo>
                  <a:lnTo>
                    <a:pt x="13824" y="4287"/>
                  </a:lnTo>
                  <a:close/>
                  <a:moveTo>
                    <a:pt x="14403" y="4248"/>
                  </a:moveTo>
                  <a:lnTo>
                    <a:pt x="15098" y="4596"/>
                  </a:lnTo>
                  <a:lnTo>
                    <a:pt x="15407" y="4789"/>
                  </a:lnTo>
                  <a:lnTo>
                    <a:pt x="15716" y="4982"/>
                  </a:lnTo>
                  <a:lnTo>
                    <a:pt x="15909" y="5137"/>
                  </a:lnTo>
                  <a:lnTo>
                    <a:pt x="16141" y="5368"/>
                  </a:lnTo>
                  <a:lnTo>
                    <a:pt x="16411" y="5677"/>
                  </a:lnTo>
                  <a:lnTo>
                    <a:pt x="16643" y="5986"/>
                  </a:lnTo>
                  <a:lnTo>
                    <a:pt x="16875" y="6334"/>
                  </a:lnTo>
                  <a:lnTo>
                    <a:pt x="16991" y="6681"/>
                  </a:lnTo>
                  <a:lnTo>
                    <a:pt x="16991" y="6836"/>
                  </a:lnTo>
                  <a:lnTo>
                    <a:pt x="16991" y="6990"/>
                  </a:lnTo>
                  <a:lnTo>
                    <a:pt x="16952" y="7106"/>
                  </a:lnTo>
                  <a:lnTo>
                    <a:pt x="16836" y="7222"/>
                  </a:lnTo>
                  <a:lnTo>
                    <a:pt x="16759" y="7299"/>
                  </a:lnTo>
                  <a:lnTo>
                    <a:pt x="16643" y="7338"/>
                  </a:lnTo>
                  <a:lnTo>
                    <a:pt x="16373" y="7338"/>
                  </a:lnTo>
                  <a:lnTo>
                    <a:pt x="16141" y="7222"/>
                  </a:lnTo>
                  <a:lnTo>
                    <a:pt x="15871" y="7029"/>
                  </a:lnTo>
                  <a:lnTo>
                    <a:pt x="15600" y="6797"/>
                  </a:lnTo>
                  <a:lnTo>
                    <a:pt x="15369" y="6565"/>
                  </a:lnTo>
                  <a:lnTo>
                    <a:pt x="15060" y="6141"/>
                  </a:lnTo>
                  <a:lnTo>
                    <a:pt x="14828" y="5716"/>
                  </a:lnTo>
                  <a:lnTo>
                    <a:pt x="14635" y="5252"/>
                  </a:lnTo>
                  <a:lnTo>
                    <a:pt x="14519" y="4750"/>
                  </a:lnTo>
                  <a:lnTo>
                    <a:pt x="14403" y="4248"/>
                  </a:lnTo>
                  <a:close/>
                  <a:moveTo>
                    <a:pt x="11855" y="1"/>
                  </a:moveTo>
                  <a:lnTo>
                    <a:pt x="11584" y="39"/>
                  </a:lnTo>
                  <a:lnTo>
                    <a:pt x="11469" y="117"/>
                  </a:lnTo>
                  <a:lnTo>
                    <a:pt x="11353" y="194"/>
                  </a:lnTo>
                  <a:lnTo>
                    <a:pt x="11160" y="387"/>
                  </a:lnTo>
                  <a:lnTo>
                    <a:pt x="11005" y="619"/>
                  </a:lnTo>
                  <a:lnTo>
                    <a:pt x="10928" y="812"/>
                  </a:lnTo>
                  <a:lnTo>
                    <a:pt x="10928" y="1005"/>
                  </a:lnTo>
                  <a:lnTo>
                    <a:pt x="10928" y="1236"/>
                  </a:lnTo>
                  <a:lnTo>
                    <a:pt x="11005" y="1468"/>
                  </a:lnTo>
                  <a:lnTo>
                    <a:pt x="11082" y="1661"/>
                  </a:lnTo>
                  <a:lnTo>
                    <a:pt x="11198" y="1893"/>
                  </a:lnTo>
                  <a:lnTo>
                    <a:pt x="11546" y="2318"/>
                  </a:lnTo>
                  <a:lnTo>
                    <a:pt x="11932" y="2742"/>
                  </a:lnTo>
                  <a:lnTo>
                    <a:pt x="12395" y="3090"/>
                  </a:lnTo>
                  <a:lnTo>
                    <a:pt x="12859" y="3399"/>
                  </a:lnTo>
                  <a:lnTo>
                    <a:pt x="12859" y="3399"/>
                  </a:lnTo>
                  <a:lnTo>
                    <a:pt x="12048" y="3283"/>
                  </a:lnTo>
                  <a:lnTo>
                    <a:pt x="11198" y="3283"/>
                  </a:lnTo>
                  <a:lnTo>
                    <a:pt x="10387" y="3322"/>
                  </a:lnTo>
                  <a:lnTo>
                    <a:pt x="9615" y="3476"/>
                  </a:lnTo>
                  <a:lnTo>
                    <a:pt x="9654" y="3013"/>
                  </a:lnTo>
                  <a:lnTo>
                    <a:pt x="9654" y="2511"/>
                  </a:lnTo>
                  <a:lnTo>
                    <a:pt x="9615" y="2009"/>
                  </a:lnTo>
                  <a:lnTo>
                    <a:pt x="9538" y="1507"/>
                  </a:lnTo>
                  <a:lnTo>
                    <a:pt x="9075" y="1623"/>
                  </a:lnTo>
                  <a:lnTo>
                    <a:pt x="9152" y="2086"/>
                  </a:lnTo>
                  <a:lnTo>
                    <a:pt x="9152" y="2588"/>
                  </a:lnTo>
                  <a:lnTo>
                    <a:pt x="9152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5" y="3901"/>
                  </a:lnTo>
                  <a:lnTo>
                    <a:pt x="7414" y="4287"/>
                  </a:lnTo>
                  <a:lnTo>
                    <a:pt x="6603" y="4712"/>
                  </a:lnTo>
                  <a:lnTo>
                    <a:pt x="5831" y="5214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5" y="6218"/>
                  </a:lnTo>
                  <a:lnTo>
                    <a:pt x="3823" y="6913"/>
                  </a:lnTo>
                  <a:lnTo>
                    <a:pt x="3089" y="7685"/>
                  </a:lnTo>
                  <a:lnTo>
                    <a:pt x="2394" y="8496"/>
                  </a:lnTo>
                  <a:lnTo>
                    <a:pt x="1738" y="9307"/>
                  </a:lnTo>
                  <a:lnTo>
                    <a:pt x="1081" y="10157"/>
                  </a:lnTo>
                  <a:lnTo>
                    <a:pt x="502" y="10967"/>
                  </a:lnTo>
                  <a:lnTo>
                    <a:pt x="0" y="11778"/>
                  </a:lnTo>
                  <a:lnTo>
                    <a:pt x="348" y="12049"/>
                  </a:lnTo>
                  <a:lnTo>
                    <a:pt x="1545" y="10504"/>
                  </a:lnTo>
                  <a:lnTo>
                    <a:pt x="2742" y="8959"/>
                  </a:lnTo>
                  <a:lnTo>
                    <a:pt x="3360" y="8226"/>
                  </a:lnTo>
                  <a:lnTo>
                    <a:pt x="4016" y="7492"/>
                  </a:lnTo>
                  <a:lnTo>
                    <a:pt x="4711" y="6797"/>
                  </a:lnTo>
                  <a:lnTo>
                    <a:pt x="5483" y="6179"/>
                  </a:lnTo>
                  <a:lnTo>
                    <a:pt x="6256" y="5561"/>
                  </a:lnTo>
                  <a:lnTo>
                    <a:pt x="7105" y="5059"/>
                  </a:lnTo>
                  <a:lnTo>
                    <a:pt x="7993" y="4596"/>
                  </a:lnTo>
                  <a:lnTo>
                    <a:pt x="8457" y="4442"/>
                  </a:lnTo>
                  <a:lnTo>
                    <a:pt x="8920" y="4248"/>
                  </a:lnTo>
                  <a:lnTo>
                    <a:pt x="9422" y="4133"/>
                  </a:lnTo>
                  <a:lnTo>
                    <a:pt x="9885" y="4017"/>
                  </a:lnTo>
                  <a:lnTo>
                    <a:pt x="10387" y="3901"/>
                  </a:lnTo>
                  <a:lnTo>
                    <a:pt x="10851" y="3862"/>
                  </a:lnTo>
                  <a:lnTo>
                    <a:pt x="11353" y="3824"/>
                  </a:lnTo>
                  <a:lnTo>
                    <a:pt x="11855" y="3824"/>
                  </a:lnTo>
                  <a:lnTo>
                    <a:pt x="12357" y="3862"/>
                  </a:lnTo>
                  <a:lnTo>
                    <a:pt x="12859" y="3901"/>
                  </a:lnTo>
                  <a:lnTo>
                    <a:pt x="12318" y="3978"/>
                  </a:lnTo>
                  <a:lnTo>
                    <a:pt x="11855" y="4094"/>
                  </a:lnTo>
                  <a:lnTo>
                    <a:pt x="11391" y="4287"/>
                  </a:lnTo>
                  <a:lnTo>
                    <a:pt x="11198" y="4403"/>
                  </a:lnTo>
                  <a:lnTo>
                    <a:pt x="11005" y="4557"/>
                  </a:lnTo>
                  <a:lnTo>
                    <a:pt x="10851" y="4673"/>
                  </a:lnTo>
                  <a:lnTo>
                    <a:pt x="10696" y="4866"/>
                  </a:lnTo>
                  <a:lnTo>
                    <a:pt x="10542" y="5059"/>
                  </a:lnTo>
                  <a:lnTo>
                    <a:pt x="10465" y="5291"/>
                  </a:lnTo>
                  <a:lnTo>
                    <a:pt x="10387" y="5523"/>
                  </a:lnTo>
                  <a:lnTo>
                    <a:pt x="10387" y="5754"/>
                  </a:lnTo>
                  <a:lnTo>
                    <a:pt x="10426" y="5948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4"/>
                  </a:lnTo>
                  <a:lnTo>
                    <a:pt x="11005" y="6411"/>
                  </a:lnTo>
                  <a:lnTo>
                    <a:pt x="11276" y="6449"/>
                  </a:lnTo>
                  <a:lnTo>
                    <a:pt x="11584" y="6411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3"/>
                  </a:lnTo>
                  <a:lnTo>
                    <a:pt x="13438" y="5484"/>
                  </a:lnTo>
                  <a:lnTo>
                    <a:pt x="13399" y="5523"/>
                  </a:lnTo>
                  <a:lnTo>
                    <a:pt x="13786" y="5716"/>
                  </a:lnTo>
                  <a:lnTo>
                    <a:pt x="14056" y="4866"/>
                  </a:lnTo>
                  <a:lnTo>
                    <a:pt x="14210" y="5407"/>
                  </a:lnTo>
                  <a:lnTo>
                    <a:pt x="14403" y="5909"/>
                  </a:lnTo>
                  <a:lnTo>
                    <a:pt x="14674" y="6411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7" y="7299"/>
                  </a:lnTo>
                  <a:lnTo>
                    <a:pt x="15678" y="7492"/>
                  </a:lnTo>
                  <a:lnTo>
                    <a:pt x="15987" y="7685"/>
                  </a:lnTo>
                  <a:lnTo>
                    <a:pt x="16296" y="7801"/>
                  </a:lnTo>
                  <a:lnTo>
                    <a:pt x="16604" y="7878"/>
                  </a:lnTo>
                  <a:lnTo>
                    <a:pt x="16759" y="7878"/>
                  </a:lnTo>
                  <a:lnTo>
                    <a:pt x="16875" y="7840"/>
                  </a:lnTo>
                  <a:lnTo>
                    <a:pt x="17029" y="7801"/>
                  </a:lnTo>
                  <a:lnTo>
                    <a:pt x="17184" y="7724"/>
                  </a:lnTo>
                  <a:lnTo>
                    <a:pt x="17299" y="7647"/>
                  </a:lnTo>
                  <a:lnTo>
                    <a:pt x="17377" y="7531"/>
                  </a:lnTo>
                  <a:lnTo>
                    <a:pt x="17415" y="7376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5" y="6604"/>
                  </a:lnTo>
                  <a:lnTo>
                    <a:pt x="17299" y="6295"/>
                  </a:lnTo>
                  <a:lnTo>
                    <a:pt x="17184" y="5986"/>
                  </a:lnTo>
                  <a:lnTo>
                    <a:pt x="17029" y="5716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1"/>
                  </a:lnTo>
                  <a:lnTo>
                    <a:pt x="16257" y="4789"/>
                  </a:lnTo>
                  <a:lnTo>
                    <a:pt x="16025" y="4596"/>
                  </a:lnTo>
                  <a:lnTo>
                    <a:pt x="15523" y="4287"/>
                  </a:lnTo>
                  <a:lnTo>
                    <a:pt x="14944" y="4017"/>
                  </a:lnTo>
                  <a:lnTo>
                    <a:pt x="15407" y="3901"/>
                  </a:lnTo>
                  <a:lnTo>
                    <a:pt x="15832" y="3746"/>
                  </a:lnTo>
                  <a:lnTo>
                    <a:pt x="16218" y="3515"/>
                  </a:lnTo>
                  <a:lnTo>
                    <a:pt x="16604" y="3244"/>
                  </a:lnTo>
                  <a:lnTo>
                    <a:pt x="16759" y="3051"/>
                  </a:lnTo>
                  <a:lnTo>
                    <a:pt x="16913" y="2858"/>
                  </a:lnTo>
                  <a:lnTo>
                    <a:pt x="17029" y="2665"/>
                  </a:lnTo>
                  <a:lnTo>
                    <a:pt x="17106" y="2434"/>
                  </a:lnTo>
                  <a:lnTo>
                    <a:pt x="17145" y="2163"/>
                  </a:lnTo>
                  <a:lnTo>
                    <a:pt x="17106" y="1932"/>
                  </a:lnTo>
                  <a:lnTo>
                    <a:pt x="17068" y="1700"/>
                  </a:lnTo>
                  <a:lnTo>
                    <a:pt x="16913" y="1468"/>
                  </a:lnTo>
                  <a:lnTo>
                    <a:pt x="16759" y="1314"/>
                  </a:lnTo>
                  <a:lnTo>
                    <a:pt x="16566" y="1198"/>
                  </a:lnTo>
                  <a:lnTo>
                    <a:pt x="16334" y="1159"/>
                  </a:lnTo>
                  <a:lnTo>
                    <a:pt x="16102" y="1159"/>
                  </a:lnTo>
                  <a:lnTo>
                    <a:pt x="15909" y="1198"/>
                  </a:lnTo>
                  <a:lnTo>
                    <a:pt x="15678" y="1236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5" y="1777"/>
                  </a:lnTo>
                  <a:lnTo>
                    <a:pt x="14596" y="2163"/>
                  </a:lnTo>
                  <a:lnTo>
                    <a:pt x="14326" y="2588"/>
                  </a:lnTo>
                  <a:lnTo>
                    <a:pt x="14094" y="3013"/>
                  </a:lnTo>
                  <a:lnTo>
                    <a:pt x="13940" y="2434"/>
                  </a:lnTo>
                  <a:lnTo>
                    <a:pt x="13747" y="1893"/>
                  </a:lnTo>
                  <a:lnTo>
                    <a:pt x="13515" y="1352"/>
                  </a:lnTo>
                  <a:lnTo>
                    <a:pt x="13168" y="850"/>
                  </a:lnTo>
                  <a:lnTo>
                    <a:pt x="13013" y="657"/>
                  </a:lnTo>
                  <a:lnTo>
                    <a:pt x="12820" y="464"/>
                  </a:lnTo>
                  <a:lnTo>
                    <a:pt x="12588" y="271"/>
                  </a:lnTo>
                  <a:lnTo>
                    <a:pt x="12357" y="117"/>
                  </a:lnTo>
                  <a:lnTo>
                    <a:pt x="12086" y="39"/>
                  </a:lnTo>
                  <a:lnTo>
                    <a:pt x="118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22"/>
            <p:cNvSpPr/>
            <p:nvPr/>
          </p:nvSpPr>
          <p:spPr>
            <a:xfrm>
              <a:off x="4161375" y="2367550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6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6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1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22"/>
            <p:cNvSpPr/>
            <p:nvPr/>
          </p:nvSpPr>
          <p:spPr>
            <a:xfrm>
              <a:off x="4673025" y="2378175"/>
              <a:ext cx="330175" cy="176675"/>
            </a:xfrm>
            <a:custGeom>
              <a:avLst/>
              <a:gdLst/>
              <a:ahLst/>
              <a:cxnLst/>
              <a:rect l="l" t="t" r="r" b="b"/>
              <a:pathLst>
                <a:path w="13207" h="7067" extrusionOk="0">
                  <a:moveTo>
                    <a:pt x="8110" y="309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79"/>
                  </a:lnTo>
                  <a:lnTo>
                    <a:pt x="8728" y="888"/>
                  </a:lnTo>
                  <a:lnTo>
                    <a:pt x="8766" y="1197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7"/>
                  </a:lnTo>
                  <a:lnTo>
                    <a:pt x="8033" y="2858"/>
                  </a:lnTo>
                  <a:lnTo>
                    <a:pt x="6836" y="4711"/>
                  </a:lnTo>
                  <a:lnTo>
                    <a:pt x="6681" y="4711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7"/>
                  </a:lnTo>
                  <a:lnTo>
                    <a:pt x="7453" y="888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09"/>
                  </a:lnTo>
                  <a:close/>
                  <a:moveTo>
                    <a:pt x="5909" y="5406"/>
                  </a:moveTo>
                  <a:lnTo>
                    <a:pt x="4673" y="5831"/>
                  </a:lnTo>
                  <a:lnTo>
                    <a:pt x="3437" y="6217"/>
                  </a:lnTo>
                  <a:lnTo>
                    <a:pt x="2781" y="6372"/>
                  </a:lnTo>
                  <a:lnTo>
                    <a:pt x="2125" y="6526"/>
                  </a:lnTo>
                  <a:lnTo>
                    <a:pt x="1700" y="6565"/>
                  </a:lnTo>
                  <a:lnTo>
                    <a:pt x="1314" y="6603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7"/>
                  </a:lnTo>
                  <a:lnTo>
                    <a:pt x="696" y="6063"/>
                  </a:lnTo>
                  <a:lnTo>
                    <a:pt x="696" y="5908"/>
                  </a:lnTo>
                  <a:lnTo>
                    <a:pt x="734" y="5792"/>
                  </a:lnTo>
                  <a:lnTo>
                    <a:pt x="812" y="5715"/>
                  </a:lnTo>
                  <a:lnTo>
                    <a:pt x="889" y="5677"/>
                  </a:lnTo>
                  <a:lnTo>
                    <a:pt x="1082" y="5599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6"/>
                  </a:lnTo>
                  <a:close/>
                  <a:moveTo>
                    <a:pt x="7067" y="5097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5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8"/>
                  </a:lnTo>
                  <a:lnTo>
                    <a:pt x="12589" y="6024"/>
                  </a:lnTo>
                  <a:lnTo>
                    <a:pt x="12628" y="6179"/>
                  </a:lnTo>
                  <a:lnTo>
                    <a:pt x="12589" y="6526"/>
                  </a:lnTo>
                  <a:lnTo>
                    <a:pt x="12435" y="6603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3"/>
                  </a:lnTo>
                  <a:lnTo>
                    <a:pt x="10929" y="6526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8"/>
                  </a:lnTo>
                  <a:lnTo>
                    <a:pt x="8226" y="5677"/>
                  </a:lnTo>
                  <a:lnTo>
                    <a:pt x="7067" y="5097"/>
                  </a:lnTo>
                  <a:close/>
                  <a:moveTo>
                    <a:pt x="8148" y="0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6"/>
                  </a:lnTo>
                  <a:lnTo>
                    <a:pt x="6681" y="2433"/>
                  </a:lnTo>
                  <a:lnTo>
                    <a:pt x="6527" y="3591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0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7"/>
                  </a:lnTo>
                  <a:lnTo>
                    <a:pt x="1391" y="5175"/>
                  </a:lnTo>
                  <a:lnTo>
                    <a:pt x="1005" y="5213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599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4"/>
                  </a:lnTo>
                  <a:lnTo>
                    <a:pt x="117" y="6449"/>
                  </a:lnTo>
                  <a:lnTo>
                    <a:pt x="232" y="6603"/>
                  </a:lnTo>
                  <a:lnTo>
                    <a:pt x="348" y="6681"/>
                  </a:lnTo>
                  <a:lnTo>
                    <a:pt x="464" y="6796"/>
                  </a:lnTo>
                  <a:lnTo>
                    <a:pt x="773" y="6912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2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5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8"/>
                  </a:lnTo>
                  <a:lnTo>
                    <a:pt x="6758" y="6101"/>
                  </a:lnTo>
                  <a:lnTo>
                    <a:pt x="6836" y="6294"/>
                  </a:lnTo>
                  <a:lnTo>
                    <a:pt x="7106" y="6256"/>
                  </a:lnTo>
                  <a:lnTo>
                    <a:pt x="7106" y="6217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6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6"/>
                  </a:lnTo>
                  <a:lnTo>
                    <a:pt x="11045" y="6951"/>
                  </a:lnTo>
                  <a:lnTo>
                    <a:pt x="11469" y="7028"/>
                  </a:lnTo>
                  <a:lnTo>
                    <a:pt x="11933" y="7067"/>
                  </a:lnTo>
                  <a:lnTo>
                    <a:pt x="12396" y="7028"/>
                  </a:lnTo>
                  <a:lnTo>
                    <a:pt x="12589" y="6990"/>
                  </a:lnTo>
                  <a:lnTo>
                    <a:pt x="12782" y="6912"/>
                  </a:lnTo>
                  <a:lnTo>
                    <a:pt x="12937" y="6796"/>
                  </a:lnTo>
                  <a:lnTo>
                    <a:pt x="13053" y="6681"/>
                  </a:lnTo>
                  <a:lnTo>
                    <a:pt x="13130" y="6526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4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6"/>
                  </a:lnTo>
                  <a:lnTo>
                    <a:pt x="12242" y="5290"/>
                  </a:lnTo>
                  <a:lnTo>
                    <a:pt x="11894" y="5213"/>
                  </a:lnTo>
                  <a:lnTo>
                    <a:pt x="11315" y="5097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1"/>
                  </a:lnTo>
                  <a:lnTo>
                    <a:pt x="8071" y="3514"/>
                  </a:lnTo>
                  <a:lnTo>
                    <a:pt x="8496" y="2858"/>
                  </a:lnTo>
                  <a:lnTo>
                    <a:pt x="8844" y="2201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6"/>
                  </a:lnTo>
                  <a:lnTo>
                    <a:pt x="9075" y="1275"/>
                  </a:lnTo>
                  <a:lnTo>
                    <a:pt x="9037" y="1004"/>
                  </a:lnTo>
                  <a:lnTo>
                    <a:pt x="8959" y="811"/>
                  </a:lnTo>
                  <a:lnTo>
                    <a:pt x="8882" y="579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22"/>
            <p:cNvSpPr/>
            <p:nvPr/>
          </p:nvSpPr>
          <p:spPr>
            <a:xfrm>
              <a:off x="1437100" y="2381075"/>
              <a:ext cx="93675" cy="93650"/>
            </a:xfrm>
            <a:custGeom>
              <a:avLst/>
              <a:gdLst/>
              <a:ahLst/>
              <a:cxnLst/>
              <a:rect l="l" t="t" r="r" b="b"/>
              <a:pathLst>
                <a:path w="3747" h="3746" extrusionOk="0">
                  <a:moveTo>
                    <a:pt x="1584" y="463"/>
                  </a:moveTo>
                  <a:lnTo>
                    <a:pt x="2086" y="541"/>
                  </a:lnTo>
                  <a:lnTo>
                    <a:pt x="2318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5"/>
                  </a:lnTo>
                  <a:lnTo>
                    <a:pt x="3090" y="1197"/>
                  </a:lnTo>
                  <a:lnTo>
                    <a:pt x="3206" y="1429"/>
                  </a:lnTo>
                  <a:lnTo>
                    <a:pt x="3244" y="1699"/>
                  </a:lnTo>
                  <a:lnTo>
                    <a:pt x="3244" y="1969"/>
                  </a:lnTo>
                  <a:lnTo>
                    <a:pt x="3206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7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3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3"/>
                  </a:lnTo>
                  <a:close/>
                  <a:moveTo>
                    <a:pt x="1893" y="0"/>
                  </a:moveTo>
                  <a:lnTo>
                    <a:pt x="1700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4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9" y="579"/>
                  </a:lnTo>
                  <a:lnTo>
                    <a:pt x="425" y="772"/>
                  </a:lnTo>
                  <a:lnTo>
                    <a:pt x="271" y="965"/>
                  </a:lnTo>
                  <a:lnTo>
                    <a:pt x="155" y="1236"/>
                  </a:lnTo>
                  <a:lnTo>
                    <a:pt x="78" y="1467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7" y="2510"/>
                  </a:lnTo>
                  <a:lnTo>
                    <a:pt x="310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8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7" y="3437"/>
                  </a:lnTo>
                  <a:lnTo>
                    <a:pt x="3128" y="3244"/>
                  </a:lnTo>
                  <a:lnTo>
                    <a:pt x="3322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8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5" y="1004"/>
                  </a:lnTo>
                  <a:lnTo>
                    <a:pt x="3322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22"/>
            <p:cNvSpPr/>
            <p:nvPr/>
          </p:nvSpPr>
          <p:spPr>
            <a:xfrm>
              <a:off x="3476925" y="23916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7" y="1159"/>
                  </a:lnTo>
                  <a:lnTo>
                    <a:pt x="1391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6" y="1816"/>
                  </a:lnTo>
                  <a:lnTo>
                    <a:pt x="387" y="1700"/>
                  </a:lnTo>
                  <a:lnTo>
                    <a:pt x="348" y="1584"/>
                  </a:lnTo>
                  <a:lnTo>
                    <a:pt x="387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2" y="1623"/>
                  </a:lnTo>
                  <a:lnTo>
                    <a:pt x="3669" y="1700"/>
                  </a:lnTo>
                  <a:lnTo>
                    <a:pt x="3747" y="1816"/>
                  </a:lnTo>
                  <a:lnTo>
                    <a:pt x="3747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9" y="2356"/>
                  </a:lnTo>
                  <a:lnTo>
                    <a:pt x="3206" y="2434"/>
                  </a:lnTo>
                  <a:lnTo>
                    <a:pt x="3013" y="2395"/>
                  </a:lnTo>
                  <a:lnTo>
                    <a:pt x="2820" y="2356"/>
                  </a:lnTo>
                  <a:lnTo>
                    <a:pt x="2627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1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90" y="1468"/>
                  </a:lnTo>
                  <a:close/>
                  <a:moveTo>
                    <a:pt x="3747" y="4750"/>
                  </a:moveTo>
                  <a:lnTo>
                    <a:pt x="3901" y="4789"/>
                  </a:lnTo>
                  <a:lnTo>
                    <a:pt x="4017" y="4828"/>
                  </a:lnTo>
                  <a:lnTo>
                    <a:pt x="4094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3" y="5368"/>
                  </a:lnTo>
                  <a:lnTo>
                    <a:pt x="4094" y="5484"/>
                  </a:lnTo>
                  <a:lnTo>
                    <a:pt x="3978" y="5600"/>
                  </a:lnTo>
                  <a:lnTo>
                    <a:pt x="3785" y="5754"/>
                  </a:lnTo>
                  <a:lnTo>
                    <a:pt x="3515" y="5870"/>
                  </a:lnTo>
                  <a:lnTo>
                    <a:pt x="3129" y="5870"/>
                  </a:lnTo>
                  <a:lnTo>
                    <a:pt x="2743" y="5793"/>
                  </a:lnTo>
                  <a:lnTo>
                    <a:pt x="2936" y="5368"/>
                  </a:lnTo>
                  <a:lnTo>
                    <a:pt x="3051" y="5214"/>
                  </a:lnTo>
                  <a:lnTo>
                    <a:pt x="3206" y="5021"/>
                  </a:lnTo>
                  <a:lnTo>
                    <a:pt x="3476" y="4866"/>
                  </a:lnTo>
                  <a:lnTo>
                    <a:pt x="3631" y="4789"/>
                  </a:lnTo>
                  <a:lnTo>
                    <a:pt x="3747" y="4750"/>
                  </a:lnTo>
                  <a:close/>
                  <a:moveTo>
                    <a:pt x="1121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3" y="6102"/>
                  </a:lnTo>
                  <a:lnTo>
                    <a:pt x="1430" y="6256"/>
                  </a:lnTo>
                  <a:lnTo>
                    <a:pt x="1237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6" y="6334"/>
                  </a:lnTo>
                  <a:lnTo>
                    <a:pt x="503" y="6179"/>
                  </a:lnTo>
                  <a:lnTo>
                    <a:pt x="426" y="6025"/>
                  </a:lnTo>
                  <a:lnTo>
                    <a:pt x="426" y="5909"/>
                  </a:lnTo>
                  <a:lnTo>
                    <a:pt x="464" y="5754"/>
                  </a:lnTo>
                  <a:lnTo>
                    <a:pt x="580" y="5677"/>
                  </a:lnTo>
                  <a:lnTo>
                    <a:pt x="696" y="5600"/>
                  </a:lnTo>
                  <a:lnTo>
                    <a:pt x="850" y="5523"/>
                  </a:lnTo>
                  <a:close/>
                  <a:moveTo>
                    <a:pt x="5716" y="6218"/>
                  </a:moveTo>
                  <a:lnTo>
                    <a:pt x="5870" y="6334"/>
                  </a:lnTo>
                  <a:lnTo>
                    <a:pt x="5948" y="6411"/>
                  </a:lnTo>
                  <a:lnTo>
                    <a:pt x="5986" y="6527"/>
                  </a:lnTo>
                  <a:lnTo>
                    <a:pt x="6025" y="6681"/>
                  </a:lnTo>
                  <a:lnTo>
                    <a:pt x="5986" y="6797"/>
                  </a:lnTo>
                  <a:lnTo>
                    <a:pt x="5909" y="7067"/>
                  </a:lnTo>
                  <a:lnTo>
                    <a:pt x="5793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1" y="7801"/>
                  </a:lnTo>
                  <a:lnTo>
                    <a:pt x="5059" y="7917"/>
                  </a:lnTo>
                  <a:lnTo>
                    <a:pt x="5098" y="7878"/>
                  </a:lnTo>
                  <a:lnTo>
                    <a:pt x="5021" y="7415"/>
                  </a:lnTo>
                  <a:lnTo>
                    <a:pt x="4982" y="7183"/>
                  </a:lnTo>
                  <a:lnTo>
                    <a:pt x="5021" y="6952"/>
                  </a:lnTo>
                  <a:lnTo>
                    <a:pt x="5137" y="6681"/>
                  </a:lnTo>
                  <a:lnTo>
                    <a:pt x="5214" y="6527"/>
                  </a:lnTo>
                  <a:lnTo>
                    <a:pt x="5330" y="6372"/>
                  </a:lnTo>
                  <a:lnTo>
                    <a:pt x="5446" y="6256"/>
                  </a:lnTo>
                  <a:lnTo>
                    <a:pt x="5600" y="6218"/>
                  </a:lnTo>
                  <a:close/>
                  <a:moveTo>
                    <a:pt x="8960" y="8071"/>
                  </a:moveTo>
                  <a:lnTo>
                    <a:pt x="9153" y="8110"/>
                  </a:lnTo>
                  <a:lnTo>
                    <a:pt x="9268" y="8187"/>
                  </a:lnTo>
                  <a:lnTo>
                    <a:pt x="9346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7" y="9153"/>
                  </a:lnTo>
                  <a:lnTo>
                    <a:pt x="8805" y="9346"/>
                  </a:lnTo>
                  <a:lnTo>
                    <a:pt x="8689" y="9384"/>
                  </a:lnTo>
                  <a:lnTo>
                    <a:pt x="8612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2" y="9346"/>
                  </a:lnTo>
                  <a:lnTo>
                    <a:pt x="8264" y="9346"/>
                  </a:lnTo>
                  <a:lnTo>
                    <a:pt x="8226" y="8960"/>
                  </a:lnTo>
                  <a:lnTo>
                    <a:pt x="8226" y="8766"/>
                  </a:lnTo>
                  <a:lnTo>
                    <a:pt x="8264" y="8573"/>
                  </a:lnTo>
                  <a:lnTo>
                    <a:pt x="8342" y="8342"/>
                  </a:lnTo>
                  <a:lnTo>
                    <a:pt x="8496" y="8187"/>
                  </a:lnTo>
                  <a:lnTo>
                    <a:pt x="8728" y="8110"/>
                  </a:lnTo>
                  <a:lnTo>
                    <a:pt x="8844" y="8071"/>
                  </a:lnTo>
                  <a:close/>
                  <a:moveTo>
                    <a:pt x="4944" y="8380"/>
                  </a:moveTo>
                  <a:lnTo>
                    <a:pt x="4944" y="8419"/>
                  </a:lnTo>
                  <a:lnTo>
                    <a:pt x="4751" y="8805"/>
                  </a:lnTo>
                  <a:lnTo>
                    <a:pt x="4596" y="8960"/>
                  </a:lnTo>
                  <a:lnTo>
                    <a:pt x="4442" y="9153"/>
                  </a:lnTo>
                  <a:lnTo>
                    <a:pt x="4210" y="9307"/>
                  </a:lnTo>
                  <a:lnTo>
                    <a:pt x="3940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9" y="9346"/>
                  </a:lnTo>
                  <a:lnTo>
                    <a:pt x="3322" y="9191"/>
                  </a:lnTo>
                  <a:lnTo>
                    <a:pt x="3322" y="9075"/>
                  </a:lnTo>
                  <a:lnTo>
                    <a:pt x="3322" y="8960"/>
                  </a:lnTo>
                  <a:lnTo>
                    <a:pt x="3399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5" y="8458"/>
                  </a:lnTo>
                  <a:lnTo>
                    <a:pt x="4055" y="8380"/>
                  </a:lnTo>
                  <a:lnTo>
                    <a:pt x="4326" y="8380"/>
                  </a:lnTo>
                  <a:lnTo>
                    <a:pt x="4905" y="8419"/>
                  </a:lnTo>
                  <a:lnTo>
                    <a:pt x="4944" y="8380"/>
                  </a:lnTo>
                  <a:close/>
                  <a:moveTo>
                    <a:pt x="7994" y="10002"/>
                  </a:moveTo>
                  <a:lnTo>
                    <a:pt x="7956" y="10195"/>
                  </a:lnTo>
                  <a:lnTo>
                    <a:pt x="7917" y="10350"/>
                  </a:lnTo>
                  <a:lnTo>
                    <a:pt x="7840" y="10543"/>
                  </a:lnTo>
                  <a:lnTo>
                    <a:pt x="7724" y="10697"/>
                  </a:lnTo>
                  <a:lnTo>
                    <a:pt x="7608" y="10813"/>
                  </a:lnTo>
                  <a:lnTo>
                    <a:pt x="7492" y="10929"/>
                  </a:lnTo>
                  <a:lnTo>
                    <a:pt x="7338" y="11045"/>
                  </a:lnTo>
                  <a:lnTo>
                    <a:pt x="7145" y="11083"/>
                  </a:lnTo>
                  <a:lnTo>
                    <a:pt x="6952" y="11122"/>
                  </a:lnTo>
                  <a:lnTo>
                    <a:pt x="6797" y="11083"/>
                  </a:lnTo>
                  <a:lnTo>
                    <a:pt x="6720" y="11045"/>
                  </a:lnTo>
                  <a:lnTo>
                    <a:pt x="6681" y="10967"/>
                  </a:lnTo>
                  <a:lnTo>
                    <a:pt x="6643" y="10890"/>
                  </a:lnTo>
                  <a:lnTo>
                    <a:pt x="6604" y="10813"/>
                  </a:lnTo>
                  <a:lnTo>
                    <a:pt x="6643" y="10620"/>
                  </a:lnTo>
                  <a:lnTo>
                    <a:pt x="6720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2" y="10157"/>
                  </a:lnTo>
                  <a:lnTo>
                    <a:pt x="7492" y="10079"/>
                  </a:lnTo>
                  <a:lnTo>
                    <a:pt x="7724" y="10041"/>
                  </a:lnTo>
                  <a:lnTo>
                    <a:pt x="7994" y="10002"/>
                  </a:lnTo>
                  <a:close/>
                  <a:moveTo>
                    <a:pt x="2202" y="1"/>
                  </a:moveTo>
                  <a:lnTo>
                    <a:pt x="2009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1" y="812"/>
                  </a:lnTo>
                  <a:lnTo>
                    <a:pt x="1237" y="773"/>
                  </a:lnTo>
                  <a:lnTo>
                    <a:pt x="1043" y="735"/>
                  </a:lnTo>
                  <a:lnTo>
                    <a:pt x="696" y="735"/>
                  </a:lnTo>
                  <a:lnTo>
                    <a:pt x="541" y="812"/>
                  </a:lnTo>
                  <a:lnTo>
                    <a:pt x="387" y="889"/>
                  </a:lnTo>
                  <a:lnTo>
                    <a:pt x="233" y="1005"/>
                  </a:lnTo>
                  <a:lnTo>
                    <a:pt x="117" y="1159"/>
                  </a:lnTo>
                  <a:lnTo>
                    <a:pt x="39" y="1314"/>
                  </a:lnTo>
                  <a:lnTo>
                    <a:pt x="1" y="1468"/>
                  </a:lnTo>
                  <a:lnTo>
                    <a:pt x="1" y="1623"/>
                  </a:lnTo>
                  <a:lnTo>
                    <a:pt x="1" y="1777"/>
                  </a:lnTo>
                  <a:lnTo>
                    <a:pt x="78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6" y="2279"/>
                  </a:lnTo>
                  <a:lnTo>
                    <a:pt x="580" y="2356"/>
                  </a:lnTo>
                  <a:lnTo>
                    <a:pt x="735" y="2395"/>
                  </a:lnTo>
                  <a:lnTo>
                    <a:pt x="1043" y="2434"/>
                  </a:lnTo>
                  <a:lnTo>
                    <a:pt x="1391" y="2395"/>
                  </a:lnTo>
                  <a:lnTo>
                    <a:pt x="1700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9" y="4635"/>
                  </a:lnTo>
                  <a:lnTo>
                    <a:pt x="1777" y="5021"/>
                  </a:lnTo>
                  <a:lnTo>
                    <a:pt x="1893" y="5368"/>
                  </a:lnTo>
                  <a:lnTo>
                    <a:pt x="1584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3" y="5252"/>
                  </a:lnTo>
                  <a:lnTo>
                    <a:pt x="387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8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8" y="6218"/>
                  </a:lnTo>
                  <a:lnTo>
                    <a:pt x="155" y="6334"/>
                  </a:lnTo>
                  <a:lnTo>
                    <a:pt x="233" y="6450"/>
                  </a:lnTo>
                  <a:lnTo>
                    <a:pt x="348" y="6565"/>
                  </a:lnTo>
                  <a:lnTo>
                    <a:pt x="503" y="6643"/>
                  </a:lnTo>
                  <a:lnTo>
                    <a:pt x="657" y="6720"/>
                  </a:lnTo>
                  <a:lnTo>
                    <a:pt x="812" y="6758"/>
                  </a:lnTo>
                  <a:lnTo>
                    <a:pt x="1121" y="6758"/>
                  </a:lnTo>
                  <a:lnTo>
                    <a:pt x="1430" y="6681"/>
                  </a:lnTo>
                  <a:lnTo>
                    <a:pt x="1700" y="6527"/>
                  </a:lnTo>
                  <a:lnTo>
                    <a:pt x="1932" y="6295"/>
                  </a:lnTo>
                  <a:lnTo>
                    <a:pt x="2125" y="6063"/>
                  </a:lnTo>
                  <a:lnTo>
                    <a:pt x="2395" y="6527"/>
                  </a:lnTo>
                  <a:lnTo>
                    <a:pt x="2743" y="6990"/>
                  </a:lnTo>
                  <a:lnTo>
                    <a:pt x="3129" y="7376"/>
                  </a:lnTo>
                  <a:lnTo>
                    <a:pt x="3592" y="7762"/>
                  </a:lnTo>
                  <a:lnTo>
                    <a:pt x="4017" y="7994"/>
                  </a:lnTo>
                  <a:lnTo>
                    <a:pt x="3824" y="8033"/>
                  </a:lnTo>
                  <a:lnTo>
                    <a:pt x="3631" y="8110"/>
                  </a:lnTo>
                  <a:lnTo>
                    <a:pt x="3438" y="8187"/>
                  </a:lnTo>
                  <a:lnTo>
                    <a:pt x="3283" y="8342"/>
                  </a:lnTo>
                  <a:lnTo>
                    <a:pt x="3167" y="8458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6" y="8882"/>
                  </a:lnTo>
                  <a:lnTo>
                    <a:pt x="2897" y="9075"/>
                  </a:lnTo>
                  <a:lnTo>
                    <a:pt x="2936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2" y="9770"/>
                  </a:lnTo>
                  <a:lnTo>
                    <a:pt x="3515" y="9848"/>
                  </a:lnTo>
                  <a:lnTo>
                    <a:pt x="3708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9" y="9770"/>
                  </a:lnTo>
                  <a:lnTo>
                    <a:pt x="4403" y="9693"/>
                  </a:lnTo>
                  <a:lnTo>
                    <a:pt x="4673" y="9461"/>
                  </a:lnTo>
                  <a:lnTo>
                    <a:pt x="4905" y="9153"/>
                  </a:lnTo>
                  <a:lnTo>
                    <a:pt x="5098" y="8844"/>
                  </a:lnTo>
                  <a:lnTo>
                    <a:pt x="5214" y="8496"/>
                  </a:lnTo>
                  <a:lnTo>
                    <a:pt x="6527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6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5" y="9809"/>
                  </a:lnTo>
                  <a:lnTo>
                    <a:pt x="6797" y="9963"/>
                  </a:lnTo>
                  <a:lnTo>
                    <a:pt x="6643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5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5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6" y="11508"/>
                  </a:lnTo>
                  <a:lnTo>
                    <a:pt x="7029" y="11508"/>
                  </a:lnTo>
                  <a:lnTo>
                    <a:pt x="7222" y="11469"/>
                  </a:lnTo>
                  <a:lnTo>
                    <a:pt x="7415" y="11392"/>
                  </a:lnTo>
                  <a:lnTo>
                    <a:pt x="7569" y="11315"/>
                  </a:lnTo>
                  <a:lnTo>
                    <a:pt x="7724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10" y="10697"/>
                  </a:lnTo>
                  <a:lnTo>
                    <a:pt x="8226" y="10465"/>
                  </a:lnTo>
                  <a:lnTo>
                    <a:pt x="8264" y="10234"/>
                  </a:lnTo>
                  <a:lnTo>
                    <a:pt x="8303" y="9963"/>
                  </a:lnTo>
                  <a:lnTo>
                    <a:pt x="8342" y="9925"/>
                  </a:lnTo>
                  <a:lnTo>
                    <a:pt x="8728" y="10272"/>
                  </a:lnTo>
                  <a:lnTo>
                    <a:pt x="9075" y="10659"/>
                  </a:lnTo>
                  <a:lnTo>
                    <a:pt x="9346" y="11122"/>
                  </a:lnTo>
                  <a:lnTo>
                    <a:pt x="9462" y="11354"/>
                  </a:lnTo>
                  <a:lnTo>
                    <a:pt x="9539" y="11585"/>
                  </a:lnTo>
                  <a:lnTo>
                    <a:pt x="9655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5" y="12937"/>
                  </a:lnTo>
                  <a:lnTo>
                    <a:pt x="9577" y="13284"/>
                  </a:lnTo>
                  <a:lnTo>
                    <a:pt x="9462" y="13593"/>
                  </a:lnTo>
                  <a:lnTo>
                    <a:pt x="9191" y="14211"/>
                  </a:lnTo>
                  <a:lnTo>
                    <a:pt x="9153" y="14288"/>
                  </a:lnTo>
                  <a:lnTo>
                    <a:pt x="9153" y="14327"/>
                  </a:lnTo>
                  <a:lnTo>
                    <a:pt x="9230" y="14404"/>
                  </a:lnTo>
                  <a:lnTo>
                    <a:pt x="9307" y="14443"/>
                  </a:lnTo>
                  <a:lnTo>
                    <a:pt x="9423" y="14404"/>
                  </a:lnTo>
                  <a:lnTo>
                    <a:pt x="9577" y="14250"/>
                  </a:lnTo>
                  <a:lnTo>
                    <a:pt x="9732" y="14057"/>
                  </a:lnTo>
                  <a:lnTo>
                    <a:pt x="9848" y="13902"/>
                  </a:lnTo>
                  <a:lnTo>
                    <a:pt x="9925" y="13671"/>
                  </a:lnTo>
                  <a:lnTo>
                    <a:pt x="10079" y="13246"/>
                  </a:lnTo>
                  <a:lnTo>
                    <a:pt x="10118" y="12782"/>
                  </a:lnTo>
                  <a:lnTo>
                    <a:pt x="10118" y="12319"/>
                  </a:lnTo>
                  <a:lnTo>
                    <a:pt x="10041" y="11856"/>
                  </a:lnTo>
                  <a:lnTo>
                    <a:pt x="9925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7" y="10272"/>
                  </a:lnTo>
                  <a:lnTo>
                    <a:pt x="9037" y="9963"/>
                  </a:lnTo>
                  <a:lnTo>
                    <a:pt x="8728" y="9693"/>
                  </a:lnTo>
                  <a:lnTo>
                    <a:pt x="8960" y="9577"/>
                  </a:lnTo>
                  <a:lnTo>
                    <a:pt x="9230" y="9423"/>
                  </a:lnTo>
                  <a:lnTo>
                    <a:pt x="9462" y="9191"/>
                  </a:lnTo>
                  <a:lnTo>
                    <a:pt x="9616" y="8921"/>
                  </a:lnTo>
                  <a:lnTo>
                    <a:pt x="9732" y="8612"/>
                  </a:lnTo>
                  <a:lnTo>
                    <a:pt x="9732" y="8496"/>
                  </a:lnTo>
                  <a:lnTo>
                    <a:pt x="9732" y="8342"/>
                  </a:lnTo>
                  <a:lnTo>
                    <a:pt x="9693" y="8187"/>
                  </a:lnTo>
                  <a:lnTo>
                    <a:pt x="9616" y="8071"/>
                  </a:lnTo>
                  <a:lnTo>
                    <a:pt x="9500" y="7956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7" y="7724"/>
                  </a:lnTo>
                  <a:lnTo>
                    <a:pt x="8689" y="7724"/>
                  </a:lnTo>
                  <a:lnTo>
                    <a:pt x="8535" y="7762"/>
                  </a:lnTo>
                  <a:lnTo>
                    <a:pt x="8380" y="7840"/>
                  </a:lnTo>
                  <a:lnTo>
                    <a:pt x="8226" y="7956"/>
                  </a:lnTo>
                  <a:lnTo>
                    <a:pt x="8110" y="8071"/>
                  </a:lnTo>
                  <a:lnTo>
                    <a:pt x="7956" y="8264"/>
                  </a:lnTo>
                  <a:lnTo>
                    <a:pt x="7878" y="8535"/>
                  </a:lnTo>
                  <a:lnTo>
                    <a:pt x="7840" y="8766"/>
                  </a:lnTo>
                  <a:lnTo>
                    <a:pt x="7840" y="9037"/>
                  </a:lnTo>
                  <a:lnTo>
                    <a:pt x="7222" y="8766"/>
                  </a:lnTo>
                  <a:lnTo>
                    <a:pt x="6643" y="8496"/>
                  </a:lnTo>
                  <a:lnTo>
                    <a:pt x="5368" y="8033"/>
                  </a:lnTo>
                  <a:lnTo>
                    <a:pt x="5639" y="7878"/>
                  </a:lnTo>
                  <a:lnTo>
                    <a:pt x="5870" y="7685"/>
                  </a:lnTo>
                  <a:lnTo>
                    <a:pt x="6063" y="7454"/>
                  </a:lnTo>
                  <a:lnTo>
                    <a:pt x="6218" y="7183"/>
                  </a:lnTo>
                  <a:lnTo>
                    <a:pt x="6334" y="6874"/>
                  </a:lnTo>
                  <a:lnTo>
                    <a:pt x="6334" y="6720"/>
                  </a:lnTo>
                  <a:lnTo>
                    <a:pt x="6334" y="6527"/>
                  </a:lnTo>
                  <a:lnTo>
                    <a:pt x="6334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5" y="5948"/>
                  </a:lnTo>
                  <a:lnTo>
                    <a:pt x="5870" y="5870"/>
                  </a:lnTo>
                  <a:lnTo>
                    <a:pt x="5716" y="5832"/>
                  </a:lnTo>
                  <a:lnTo>
                    <a:pt x="5561" y="5870"/>
                  </a:lnTo>
                  <a:lnTo>
                    <a:pt x="5407" y="5909"/>
                  </a:lnTo>
                  <a:lnTo>
                    <a:pt x="5253" y="5986"/>
                  </a:lnTo>
                  <a:lnTo>
                    <a:pt x="5137" y="6063"/>
                  </a:lnTo>
                  <a:lnTo>
                    <a:pt x="4905" y="6334"/>
                  </a:lnTo>
                  <a:lnTo>
                    <a:pt x="4751" y="6643"/>
                  </a:lnTo>
                  <a:lnTo>
                    <a:pt x="4635" y="7029"/>
                  </a:lnTo>
                  <a:lnTo>
                    <a:pt x="4635" y="7222"/>
                  </a:lnTo>
                  <a:lnTo>
                    <a:pt x="4635" y="7415"/>
                  </a:lnTo>
                  <a:lnTo>
                    <a:pt x="4635" y="7608"/>
                  </a:lnTo>
                  <a:lnTo>
                    <a:pt x="4712" y="7762"/>
                  </a:lnTo>
                  <a:lnTo>
                    <a:pt x="4094" y="7454"/>
                  </a:lnTo>
                  <a:lnTo>
                    <a:pt x="3824" y="7299"/>
                  </a:lnTo>
                  <a:lnTo>
                    <a:pt x="3553" y="7106"/>
                  </a:lnTo>
                  <a:lnTo>
                    <a:pt x="3322" y="6874"/>
                  </a:lnTo>
                  <a:lnTo>
                    <a:pt x="3090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2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3" y="5986"/>
                  </a:lnTo>
                  <a:lnTo>
                    <a:pt x="4249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9" y="5407"/>
                  </a:lnTo>
                  <a:lnTo>
                    <a:pt x="4557" y="5214"/>
                  </a:lnTo>
                  <a:lnTo>
                    <a:pt x="4519" y="5059"/>
                  </a:lnTo>
                  <a:lnTo>
                    <a:pt x="4480" y="4866"/>
                  </a:lnTo>
                  <a:lnTo>
                    <a:pt x="4403" y="4712"/>
                  </a:lnTo>
                  <a:lnTo>
                    <a:pt x="4287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1" y="4364"/>
                  </a:lnTo>
                  <a:lnTo>
                    <a:pt x="3708" y="4364"/>
                  </a:lnTo>
                  <a:lnTo>
                    <a:pt x="3553" y="4403"/>
                  </a:lnTo>
                  <a:lnTo>
                    <a:pt x="3399" y="4442"/>
                  </a:lnTo>
                  <a:lnTo>
                    <a:pt x="3245" y="4519"/>
                  </a:lnTo>
                  <a:lnTo>
                    <a:pt x="3090" y="4635"/>
                  </a:lnTo>
                  <a:lnTo>
                    <a:pt x="2820" y="4905"/>
                  </a:lnTo>
                  <a:lnTo>
                    <a:pt x="2588" y="5214"/>
                  </a:lnTo>
                  <a:lnTo>
                    <a:pt x="2434" y="5561"/>
                  </a:lnTo>
                  <a:lnTo>
                    <a:pt x="2395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6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5" y="2318"/>
                  </a:lnTo>
                  <a:lnTo>
                    <a:pt x="2356" y="2511"/>
                  </a:lnTo>
                  <a:lnTo>
                    <a:pt x="2588" y="2627"/>
                  </a:lnTo>
                  <a:lnTo>
                    <a:pt x="2820" y="2743"/>
                  </a:lnTo>
                  <a:lnTo>
                    <a:pt x="3129" y="2781"/>
                  </a:lnTo>
                  <a:lnTo>
                    <a:pt x="3283" y="2743"/>
                  </a:lnTo>
                  <a:lnTo>
                    <a:pt x="3476" y="2704"/>
                  </a:lnTo>
                  <a:lnTo>
                    <a:pt x="3631" y="2627"/>
                  </a:lnTo>
                  <a:lnTo>
                    <a:pt x="3785" y="2549"/>
                  </a:lnTo>
                  <a:lnTo>
                    <a:pt x="3901" y="2434"/>
                  </a:lnTo>
                  <a:lnTo>
                    <a:pt x="4017" y="2279"/>
                  </a:lnTo>
                  <a:lnTo>
                    <a:pt x="4094" y="2125"/>
                  </a:lnTo>
                  <a:lnTo>
                    <a:pt x="4133" y="1970"/>
                  </a:lnTo>
                  <a:lnTo>
                    <a:pt x="4094" y="1777"/>
                  </a:lnTo>
                  <a:lnTo>
                    <a:pt x="4055" y="1623"/>
                  </a:lnTo>
                  <a:lnTo>
                    <a:pt x="4017" y="1507"/>
                  </a:lnTo>
                  <a:lnTo>
                    <a:pt x="3901" y="1352"/>
                  </a:lnTo>
                  <a:lnTo>
                    <a:pt x="3785" y="1237"/>
                  </a:lnTo>
                  <a:lnTo>
                    <a:pt x="3631" y="1159"/>
                  </a:lnTo>
                  <a:lnTo>
                    <a:pt x="3515" y="1121"/>
                  </a:lnTo>
                  <a:lnTo>
                    <a:pt x="3322" y="1082"/>
                  </a:lnTo>
                  <a:lnTo>
                    <a:pt x="3167" y="1043"/>
                  </a:lnTo>
                  <a:lnTo>
                    <a:pt x="3013" y="1082"/>
                  </a:lnTo>
                  <a:lnTo>
                    <a:pt x="2743" y="1159"/>
                  </a:lnTo>
                  <a:lnTo>
                    <a:pt x="2472" y="1314"/>
                  </a:lnTo>
                  <a:lnTo>
                    <a:pt x="2241" y="1545"/>
                  </a:lnTo>
                  <a:lnTo>
                    <a:pt x="2511" y="78"/>
                  </a:lnTo>
                  <a:lnTo>
                    <a:pt x="220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22"/>
            <p:cNvSpPr/>
            <p:nvPr/>
          </p:nvSpPr>
          <p:spPr>
            <a:xfrm>
              <a:off x="3971200" y="23945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4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2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22"/>
            <p:cNvSpPr/>
            <p:nvPr/>
          </p:nvSpPr>
          <p:spPr>
            <a:xfrm>
              <a:off x="591450" y="23984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8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0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22"/>
            <p:cNvSpPr/>
            <p:nvPr/>
          </p:nvSpPr>
          <p:spPr>
            <a:xfrm>
              <a:off x="456275" y="23994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80"/>
                  </a:lnTo>
                  <a:lnTo>
                    <a:pt x="12280" y="657"/>
                  </a:lnTo>
                  <a:lnTo>
                    <a:pt x="12628" y="850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54"/>
                  </a:lnTo>
                  <a:lnTo>
                    <a:pt x="13478" y="2240"/>
                  </a:lnTo>
                  <a:lnTo>
                    <a:pt x="13632" y="2665"/>
                  </a:lnTo>
                  <a:lnTo>
                    <a:pt x="13825" y="3438"/>
                  </a:lnTo>
                  <a:lnTo>
                    <a:pt x="13825" y="3438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472"/>
                  </a:lnTo>
                  <a:lnTo>
                    <a:pt x="12010" y="2125"/>
                  </a:lnTo>
                  <a:lnTo>
                    <a:pt x="11817" y="1932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734"/>
                  </a:lnTo>
                  <a:lnTo>
                    <a:pt x="11740" y="619"/>
                  </a:lnTo>
                  <a:lnTo>
                    <a:pt x="11856" y="541"/>
                  </a:lnTo>
                  <a:lnTo>
                    <a:pt x="11972" y="503"/>
                  </a:lnTo>
                  <a:close/>
                  <a:moveTo>
                    <a:pt x="16219" y="1584"/>
                  </a:moveTo>
                  <a:lnTo>
                    <a:pt x="16296" y="1623"/>
                  </a:lnTo>
                  <a:lnTo>
                    <a:pt x="16412" y="1661"/>
                  </a:lnTo>
                  <a:lnTo>
                    <a:pt x="16490" y="1738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7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661"/>
                  </a:lnTo>
                  <a:lnTo>
                    <a:pt x="16103" y="1623"/>
                  </a:lnTo>
                  <a:lnTo>
                    <a:pt x="16219" y="1584"/>
                  </a:lnTo>
                  <a:close/>
                  <a:moveTo>
                    <a:pt x="13825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9"/>
                  </a:lnTo>
                  <a:lnTo>
                    <a:pt x="10890" y="5445"/>
                  </a:lnTo>
                  <a:lnTo>
                    <a:pt x="10968" y="5252"/>
                  </a:lnTo>
                  <a:lnTo>
                    <a:pt x="11122" y="5098"/>
                  </a:lnTo>
                  <a:lnTo>
                    <a:pt x="11277" y="4943"/>
                  </a:lnTo>
                  <a:lnTo>
                    <a:pt x="11547" y="4750"/>
                  </a:lnTo>
                  <a:lnTo>
                    <a:pt x="11817" y="4635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25" y="4287"/>
                  </a:lnTo>
                  <a:close/>
                  <a:moveTo>
                    <a:pt x="14404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7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44" y="5986"/>
                  </a:lnTo>
                  <a:lnTo>
                    <a:pt x="16876" y="6334"/>
                  </a:lnTo>
                  <a:lnTo>
                    <a:pt x="16992" y="6681"/>
                  </a:lnTo>
                  <a:lnTo>
                    <a:pt x="16992" y="6836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8"/>
                  </a:lnTo>
                  <a:lnTo>
                    <a:pt x="16374" y="7338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370" y="6565"/>
                  </a:lnTo>
                  <a:lnTo>
                    <a:pt x="15061" y="6141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06" y="619"/>
                  </a:lnTo>
                  <a:lnTo>
                    <a:pt x="10929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33" y="2742"/>
                  </a:lnTo>
                  <a:lnTo>
                    <a:pt x="12396" y="3090"/>
                  </a:lnTo>
                  <a:lnTo>
                    <a:pt x="12860" y="3399"/>
                  </a:lnTo>
                  <a:lnTo>
                    <a:pt x="12860" y="3399"/>
                  </a:lnTo>
                  <a:lnTo>
                    <a:pt x="12049" y="3283"/>
                  </a:lnTo>
                  <a:lnTo>
                    <a:pt x="11199" y="3283"/>
                  </a:lnTo>
                  <a:lnTo>
                    <a:pt x="10388" y="3322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623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082" y="10156"/>
                  </a:lnTo>
                  <a:lnTo>
                    <a:pt x="503" y="10967"/>
                  </a:lnTo>
                  <a:lnTo>
                    <a:pt x="1" y="11778"/>
                  </a:lnTo>
                  <a:lnTo>
                    <a:pt x="348" y="12049"/>
                  </a:lnTo>
                  <a:lnTo>
                    <a:pt x="1546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79"/>
                  </a:lnTo>
                  <a:lnTo>
                    <a:pt x="6257" y="5561"/>
                  </a:lnTo>
                  <a:lnTo>
                    <a:pt x="7106" y="5059"/>
                  </a:lnTo>
                  <a:lnTo>
                    <a:pt x="7994" y="4596"/>
                  </a:lnTo>
                  <a:lnTo>
                    <a:pt x="8458" y="4441"/>
                  </a:lnTo>
                  <a:lnTo>
                    <a:pt x="8921" y="4248"/>
                  </a:lnTo>
                  <a:lnTo>
                    <a:pt x="9423" y="4133"/>
                  </a:lnTo>
                  <a:lnTo>
                    <a:pt x="9886" y="4017"/>
                  </a:lnTo>
                  <a:lnTo>
                    <a:pt x="10388" y="3901"/>
                  </a:lnTo>
                  <a:lnTo>
                    <a:pt x="10852" y="3862"/>
                  </a:lnTo>
                  <a:lnTo>
                    <a:pt x="11354" y="3824"/>
                  </a:lnTo>
                  <a:lnTo>
                    <a:pt x="11856" y="3824"/>
                  </a:lnTo>
                  <a:lnTo>
                    <a:pt x="12358" y="3862"/>
                  </a:lnTo>
                  <a:lnTo>
                    <a:pt x="12860" y="3901"/>
                  </a:lnTo>
                  <a:lnTo>
                    <a:pt x="12319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47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4"/>
                  </a:lnTo>
                  <a:lnTo>
                    <a:pt x="11006" y="6411"/>
                  </a:lnTo>
                  <a:lnTo>
                    <a:pt x="11277" y="6449"/>
                  </a:lnTo>
                  <a:lnTo>
                    <a:pt x="11585" y="6411"/>
                  </a:lnTo>
                  <a:lnTo>
                    <a:pt x="11856" y="6372"/>
                  </a:lnTo>
                  <a:lnTo>
                    <a:pt x="12165" y="6256"/>
                  </a:lnTo>
                  <a:lnTo>
                    <a:pt x="12628" y="6063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760" y="7878"/>
                  </a:lnTo>
                  <a:lnTo>
                    <a:pt x="16876" y="7840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7"/>
                  </a:lnTo>
                  <a:lnTo>
                    <a:pt x="17378" y="7531"/>
                  </a:lnTo>
                  <a:lnTo>
                    <a:pt x="17416" y="7376"/>
                  </a:lnTo>
                  <a:lnTo>
                    <a:pt x="17455" y="7260"/>
                  </a:lnTo>
                  <a:lnTo>
                    <a:pt x="17493" y="6951"/>
                  </a:lnTo>
                  <a:lnTo>
                    <a:pt x="17416" y="6604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4"/>
                  </a:lnTo>
                  <a:lnTo>
                    <a:pt x="17146" y="2163"/>
                  </a:lnTo>
                  <a:lnTo>
                    <a:pt x="17107" y="1932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36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41" y="2434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22"/>
            <p:cNvSpPr/>
            <p:nvPr/>
          </p:nvSpPr>
          <p:spPr>
            <a:xfrm>
              <a:off x="5396100" y="24418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4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2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6" y="9153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3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7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5"/>
                  </a:lnTo>
                  <a:lnTo>
                    <a:pt x="695" y="735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4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50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3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9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6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8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2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4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7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22"/>
            <p:cNvSpPr/>
            <p:nvPr/>
          </p:nvSpPr>
          <p:spPr>
            <a:xfrm>
              <a:off x="4094775" y="2444775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4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5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22"/>
            <p:cNvSpPr/>
            <p:nvPr/>
          </p:nvSpPr>
          <p:spPr>
            <a:xfrm>
              <a:off x="6880825" y="24872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5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40" y="4943"/>
                  </a:lnTo>
                  <a:lnTo>
                    <a:pt x="155" y="4943"/>
                  </a:lnTo>
                  <a:lnTo>
                    <a:pt x="542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9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22"/>
            <p:cNvSpPr/>
            <p:nvPr/>
          </p:nvSpPr>
          <p:spPr>
            <a:xfrm>
              <a:off x="4037825" y="2489175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3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3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69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7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9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5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22"/>
            <p:cNvSpPr/>
            <p:nvPr/>
          </p:nvSpPr>
          <p:spPr>
            <a:xfrm>
              <a:off x="6829675" y="24891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580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9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9"/>
                  </a:lnTo>
                  <a:lnTo>
                    <a:pt x="78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8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4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6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22"/>
            <p:cNvSpPr/>
            <p:nvPr/>
          </p:nvSpPr>
          <p:spPr>
            <a:xfrm>
              <a:off x="2130250" y="2495950"/>
              <a:ext cx="246175" cy="107175"/>
            </a:xfrm>
            <a:custGeom>
              <a:avLst/>
              <a:gdLst/>
              <a:ahLst/>
              <a:cxnLst/>
              <a:rect l="l" t="t" r="r" b="b"/>
              <a:pathLst>
                <a:path w="9847" h="4287" extrusionOk="0">
                  <a:moveTo>
                    <a:pt x="8882" y="2742"/>
                  </a:moveTo>
                  <a:lnTo>
                    <a:pt x="9113" y="2819"/>
                  </a:lnTo>
                  <a:lnTo>
                    <a:pt x="9229" y="2896"/>
                  </a:lnTo>
                  <a:lnTo>
                    <a:pt x="9306" y="3012"/>
                  </a:lnTo>
                  <a:lnTo>
                    <a:pt x="9384" y="3089"/>
                  </a:lnTo>
                  <a:lnTo>
                    <a:pt x="9384" y="3205"/>
                  </a:lnTo>
                  <a:lnTo>
                    <a:pt x="9422" y="3321"/>
                  </a:lnTo>
                  <a:lnTo>
                    <a:pt x="9384" y="3437"/>
                  </a:lnTo>
                  <a:lnTo>
                    <a:pt x="9268" y="3630"/>
                  </a:lnTo>
                  <a:lnTo>
                    <a:pt x="9113" y="3785"/>
                  </a:lnTo>
                  <a:lnTo>
                    <a:pt x="8920" y="3862"/>
                  </a:lnTo>
                  <a:lnTo>
                    <a:pt x="8727" y="3862"/>
                  </a:lnTo>
                  <a:lnTo>
                    <a:pt x="8573" y="3785"/>
                  </a:lnTo>
                  <a:lnTo>
                    <a:pt x="8418" y="3630"/>
                  </a:lnTo>
                  <a:lnTo>
                    <a:pt x="8302" y="3437"/>
                  </a:lnTo>
                  <a:lnTo>
                    <a:pt x="8302" y="3244"/>
                  </a:lnTo>
                  <a:lnTo>
                    <a:pt x="8341" y="3051"/>
                  </a:lnTo>
                  <a:lnTo>
                    <a:pt x="8380" y="2858"/>
                  </a:lnTo>
                  <a:lnTo>
                    <a:pt x="8418" y="2819"/>
                  </a:lnTo>
                  <a:lnTo>
                    <a:pt x="8650" y="2742"/>
                  </a:lnTo>
                  <a:close/>
                  <a:moveTo>
                    <a:pt x="155" y="0"/>
                  </a:moveTo>
                  <a:lnTo>
                    <a:pt x="77" y="39"/>
                  </a:lnTo>
                  <a:lnTo>
                    <a:pt x="39" y="78"/>
                  </a:lnTo>
                  <a:lnTo>
                    <a:pt x="0" y="155"/>
                  </a:lnTo>
                  <a:lnTo>
                    <a:pt x="39" y="271"/>
                  </a:lnTo>
                  <a:lnTo>
                    <a:pt x="77" y="348"/>
                  </a:lnTo>
                  <a:lnTo>
                    <a:pt x="116" y="386"/>
                  </a:lnTo>
                  <a:lnTo>
                    <a:pt x="618" y="618"/>
                  </a:lnTo>
                  <a:lnTo>
                    <a:pt x="1120" y="773"/>
                  </a:lnTo>
                  <a:lnTo>
                    <a:pt x="2124" y="1081"/>
                  </a:lnTo>
                  <a:lnTo>
                    <a:pt x="4286" y="1738"/>
                  </a:lnTo>
                  <a:lnTo>
                    <a:pt x="6101" y="2317"/>
                  </a:lnTo>
                  <a:lnTo>
                    <a:pt x="7028" y="2587"/>
                  </a:lnTo>
                  <a:lnTo>
                    <a:pt x="7993" y="2819"/>
                  </a:lnTo>
                  <a:lnTo>
                    <a:pt x="7916" y="2974"/>
                  </a:lnTo>
                  <a:lnTo>
                    <a:pt x="7878" y="3089"/>
                  </a:lnTo>
                  <a:lnTo>
                    <a:pt x="7878" y="3398"/>
                  </a:lnTo>
                  <a:lnTo>
                    <a:pt x="7993" y="3707"/>
                  </a:lnTo>
                  <a:lnTo>
                    <a:pt x="8109" y="3939"/>
                  </a:lnTo>
                  <a:lnTo>
                    <a:pt x="8225" y="4093"/>
                  </a:lnTo>
                  <a:lnTo>
                    <a:pt x="8380" y="4171"/>
                  </a:lnTo>
                  <a:lnTo>
                    <a:pt x="8573" y="4248"/>
                  </a:lnTo>
                  <a:lnTo>
                    <a:pt x="8727" y="4287"/>
                  </a:lnTo>
                  <a:lnTo>
                    <a:pt x="8920" y="4287"/>
                  </a:lnTo>
                  <a:lnTo>
                    <a:pt x="9075" y="4248"/>
                  </a:lnTo>
                  <a:lnTo>
                    <a:pt x="9268" y="4209"/>
                  </a:lnTo>
                  <a:lnTo>
                    <a:pt x="9422" y="4093"/>
                  </a:lnTo>
                  <a:lnTo>
                    <a:pt x="9538" y="3978"/>
                  </a:lnTo>
                  <a:lnTo>
                    <a:pt x="9654" y="3823"/>
                  </a:lnTo>
                  <a:lnTo>
                    <a:pt x="9770" y="3669"/>
                  </a:lnTo>
                  <a:lnTo>
                    <a:pt x="9808" y="3514"/>
                  </a:lnTo>
                  <a:lnTo>
                    <a:pt x="9847" y="3321"/>
                  </a:lnTo>
                  <a:lnTo>
                    <a:pt x="9847" y="3128"/>
                  </a:lnTo>
                  <a:lnTo>
                    <a:pt x="9770" y="2974"/>
                  </a:lnTo>
                  <a:lnTo>
                    <a:pt x="9692" y="2781"/>
                  </a:lnTo>
                  <a:lnTo>
                    <a:pt x="9577" y="2665"/>
                  </a:lnTo>
                  <a:lnTo>
                    <a:pt x="9422" y="2549"/>
                  </a:lnTo>
                  <a:lnTo>
                    <a:pt x="9229" y="2433"/>
                  </a:lnTo>
                  <a:lnTo>
                    <a:pt x="9075" y="2394"/>
                  </a:lnTo>
                  <a:lnTo>
                    <a:pt x="8688" y="2394"/>
                  </a:lnTo>
                  <a:lnTo>
                    <a:pt x="8495" y="2472"/>
                  </a:lnTo>
                  <a:lnTo>
                    <a:pt x="8341" y="2549"/>
                  </a:lnTo>
                  <a:lnTo>
                    <a:pt x="7298" y="2163"/>
                  </a:lnTo>
                  <a:lnTo>
                    <a:pt x="6294" y="1815"/>
                  </a:lnTo>
                  <a:lnTo>
                    <a:pt x="4209" y="1159"/>
                  </a:lnTo>
                  <a:lnTo>
                    <a:pt x="3244" y="850"/>
                  </a:lnTo>
                  <a:lnTo>
                    <a:pt x="2240" y="502"/>
                  </a:lnTo>
                  <a:lnTo>
                    <a:pt x="1236" y="193"/>
                  </a:lnTo>
                  <a:lnTo>
                    <a:pt x="734" y="7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22"/>
            <p:cNvSpPr/>
            <p:nvPr/>
          </p:nvSpPr>
          <p:spPr>
            <a:xfrm>
              <a:off x="4737700" y="2534550"/>
              <a:ext cx="459550" cy="296400"/>
            </a:xfrm>
            <a:custGeom>
              <a:avLst/>
              <a:gdLst/>
              <a:ahLst/>
              <a:cxnLst/>
              <a:rect l="l" t="t" r="r" b="b"/>
              <a:pathLst>
                <a:path w="18382" h="11856" extrusionOk="0">
                  <a:moveTo>
                    <a:pt x="17648" y="2936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9"/>
                  </a:lnTo>
                  <a:lnTo>
                    <a:pt x="17880" y="3322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40"/>
                  </a:lnTo>
                  <a:lnTo>
                    <a:pt x="17648" y="4133"/>
                  </a:lnTo>
                  <a:lnTo>
                    <a:pt x="17300" y="4403"/>
                  </a:lnTo>
                  <a:lnTo>
                    <a:pt x="17030" y="4596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4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5"/>
                  </a:lnTo>
                  <a:lnTo>
                    <a:pt x="16528" y="3515"/>
                  </a:lnTo>
                  <a:lnTo>
                    <a:pt x="16721" y="3283"/>
                  </a:lnTo>
                  <a:lnTo>
                    <a:pt x="16953" y="3129"/>
                  </a:lnTo>
                  <a:lnTo>
                    <a:pt x="17223" y="2974"/>
                  </a:lnTo>
                  <a:lnTo>
                    <a:pt x="17493" y="2936"/>
                  </a:lnTo>
                  <a:close/>
                  <a:moveTo>
                    <a:pt x="14211" y="4866"/>
                  </a:moveTo>
                  <a:lnTo>
                    <a:pt x="14481" y="4905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30"/>
                  </a:lnTo>
                  <a:lnTo>
                    <a:pt x="14752" y="5523"/>
                  </a:lnTo>
                  <a:lnTo>
                    <a:pt x="14288" y="5677"/>
                  </a:lnTo>
                  <a:lnTo>
                    <a:pt x="14018" y="5716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600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7"/>
                  </a:lnTo>
                  <a:lnTo>
                    <a:pt x="13169" y="5021"/>
                  </a:lnTo>
                  <a:lnTo>
                    <a:pt x="13323" y="4944"/>
                  </a:lnTo>
                  <a:lnTo>
                    <a:pt x="13555" y="4905"/>
                  </a:lnTo>
                  <a:lnTo>
                    <a:pt x="13864" y="4866"/>
                  </a:lnTo>
                  <a:close/>
                  <a:moveTo>
                    <a:pt x="15756" y="5523"/>
                  </a:moveTo>
                  <a:lnTo>
                    <a:pt x="16374" y="5832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4"/>
                  </a:lnTo>
                  <a:lnTo>
                    <a:pt x="17571" y="6913"/>
                  </a:lnTo>
                  <a:lnTo>
                    <a:pt x="17609" y="7067"/>
                  </a:lnTo>
                  <a:lnTo>
                    <a:pt x="17609" y="7222"/>
                  </a:lnTo>
                  <a:lnTo>
                    <a:pt x="17609" y="7454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4"/>
                  </a:lnTo>
                  <a:lnTo>
                    <a:pt x="17146" y="7724"/>
                  </a:lnTo>
                  <a:lnTo>
                    <a:pt x="16953" y="7685"/>
                  </a:lnTo>
                  <a:lnTo>
                    <a:pt x="16798" y="7608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7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2"/>
                  </a:lnTo>
                  <a:lnTo>
                    <a:pt x="15756" y="5523"/>
                  </a:lnTo>
                  <a:close/>
                  <a:moveTo>
                    <a:pt x="4944" y="464"/>
                  </a:moveTo>
                  <a:lnTo>
                    <a:pt x="5561" y="503"/>
                  </a:lnTo>
                  <a:lnTo>
                    <a:pt x="6141" y="657"/>
                  </a:lnTo>
                  <a:lnTo>
                    <a:pt x="6681" y="889"/>
                  </a:lnTo>
                  <a:lnTo>
                    <a:pt x="7222" y="1198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5"/>
                  </a:lnTo>
                  <a:lnTo>
                    <a:pt x="8766" y="2781"/>
                  </a:lnTo>
                  <a:lnTo>
                    <a:pt x="9037" y="3206"/>
                  </a:lnTo>
                  <a:lnTo>
                    <a:pt x="9268" y="3669"/>
                  </a:lnTo>
                  <a:lnTo>
                    <a:pt x="9693" y="4596"/>
                  </a:lnTo>
                  <a:lnTo>
                    <a:pt x="10079" y="5523"/>
                  </a:lnTo>
                  <a:lnTo>
                    <a:pt x="10272" y="5909"/>
                  </a:lnTo>
                  <a:lnTo>
                    <a:pt x="10504" y="6295"/>
                  </a:lnTo>
                  <a:lnTo>
                    <a:pt x="10736" y="6643"/>
                  </a:lnTo>
                  <a:lnTo>
                    <a:pt x="11006" y="6913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1"/>
                  </a:lnTo>
                  <a:lnTo>
                    <a:pt x="13207" y="7492"/>
                  </a:lnTo>
                  <a:lnTo>
                    <a:pt x="13516" y="7415"/>
                  </a:lnTo>
                  <a:lnTo>
                    <a:pt x="13825" y="7260"/>
                  </a:lnTo>
                  <a:lnTo>
                    <a:pt x="14095" y="7106"/>
                  </a:lnTo>
                  <a:lnTo>
                    <a:pt x="14366" y="6952"/>
                  </a:lnTo>
                  <a:lnTo>
                    <a:pt x="14597" y="6720"/>
                  </a:lnTo>
                  <a:lnTo>
                    <a:pt x="14829" y="6488"/>
                  </a:lnTo>
                  <a:lnTo>
                    <a:pt x="14829" y="6488"/>
                  </a:lnTo>
                  <a:lnTo>
                    <a:pt x="14404" y="7222"/>
                  </a:lnTo>
                  <a:lnTo>
                    <a:pt x="13941" y="7878"/>
                  </a:lnTo>
                  <a:lnTo>
                    <a:pt x="13439" y="8535"/>
                  </a:lnTo>
                  <a:lnTo>
                    <a:pt x="12860" y="9114"/>
                  </a:lnTo>
                  <a:lnTo>
                    <a:pt x="12242" y="9616"/>
                  </a:lnTo>
                  <a:lnTo>
                    <a:pt x="11547" y="10079"/>
                  </a:lnTo>
                  <a:lnTo>
                    <a:pt x="10813" y="10504"/>
                  </a:lnTo>
                  <a:lnTo>
                    <a:pt x="10041" y="10813"/>
                  </a:lnTo>
                  <a:lnTo>
                    <a:pt x="9462" y="11006"/>
                  </a:lnTo>
                  <a:lnTo>
                    <a:pt x="8882" y="11161"/>
                  </a:lnTo>
                  <a:lnTo>
                    <a:pt x="8303" y="11276"/>
                  </a:lnTo>
                  <a:lnTo>
                    <a:pt x="7724" y="11315"/>
                  </a:lnTo>
                  <a:lnTo>
                    <a:pt x="7145" y="11354"/>
                  </a:lnTo>
                  <a:lnTo>
                    <a:pt x="6604" y="11315"/>
                  </a:lnTo>
                  <a:lnTo>
                    <a:pt x="6025" y="11238"/>
                  </a:lnTo>
                  <a:lnTo>
                    <a:pt x="5484" y="11122"/>
                  </a:lnTo>
                  <a:lnTo>
                    <a:pt x="4944" y="10967"/>
                  </a:lnTo>
                  <a:lnTo>
                    <a:pt x="4442" y="10736"/>
                  </a:lnTo>
                  <a:lnTo>
                    <a:pt x="3940" y="10504"/>
                  </a:lnTo>
                  <a:lnTo>
                    <a:pt x="3476" y="10195"/>
                  </a:lnTo>
                  <a:lnTo>
                    <a:pt x="3013" y="9848"/>
                  </a:lnTo>
                  <a:lnTo>
                    <a:pt x="2549" y="9461"/>
                  </a:lnTo>
                  <a:lnTo>
                    <a:pt x="2163" y="9037"/>
                  </a:lnTo>
                  <a:lnTo>
                    <a:pt x="1777" y="8573"/>
                  </a:lnTo>
                  <a:lnTo>
                    <a:pt x="1430" y="8033"/>
                  </a:lnTo>
                  <a:lnTo>
                    <a:pt x="1121" y="7492"/>
                  </a:lnTo>
                  <a:lnTo>
                    <a:pt x="850" y="6913"/>
                  </a:lnTo>
                  <a:lnTo>
                    <a:pt x="657" y="6334"/>
                  </a:lnTo>
                  <a:lnTo>
                    <a:pt x="503" y="5754"/>
                  </a:lnTo>
                  <a:lnTo>
                    <a:pt x="426" y="5137"/>
                  </a:lnTo>
                  <a:lnTo>
                    <a:pt x="426" y="4519"/>
                  </a:lnTo>
                  <a:lnTo>
                    <a:pt x="503" y="3862"/>
                  </a:lnTo>
                  <a:lnTo>
                    <a:pt x="696" y="3283"/>
                  </a:lnTo>
                  <a:lnTo>
                    <a:pt x="928" y="2743"/>
                  </a:lnTo>
                  <a:lnTo>
                    <a:pt x="1275" y="2241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80"/>
                  </a:lnTo>
                  <a:lnTo>
                    <a:pt x="4326" y="464"/>
                  </a:lnTo>
                  <a:close/>
                  <a:moveTo>
                    <a:pt x="4519" y="1"/>
                  </a:moveTo>
                  <a:lnTo>
                    <a:pt x="4249" y="39"/>
                  </a:lnTo>
                  <a:lnTo>
                    <a:pt x="3901" y="78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6"/>
                  </a:lnTo>
                  <a:lnTo>
                    <a:pt x="2472" y="580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4"/>
                  </a:lnTo>
                  <a:lnTo>
                    <a:pt x="1082" y="1700"/>
                  </a:lnTo>
                  <a:lnTo>
                    <a:pt x="773" y="2163"/>
                  </a:lnTo>
                  <a:lnTo>
                    <a:pt x="503" y="2627"/>
                  </a:lnTo>
                  <a:lnTo>
                    <a:pt x="310" y="3090"/>
                  </a:lnTo>
                  <a:lnTo>
                    <a:pt x="155" y="3592"/>
                  </a:lnTo>
                  <a:lnTo>
                    <a:pt x="40" y="4094"/>
                  </a:lnTo>
                  <a:lnTo>
                    <a:pt x="1" y="4596"/>
                  </a:lnTo>
                  <a:lnTo>
                    <a:pt x="1" y="5137"/>
                  </a:lnTo>
                  <a:lnTo>
                    <a:pt x="78" y="5639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9"/>
                  </a:lnTo>
                  <a:lnTo>
                    <a:pt x="1237" y="8612"/>
                  </a:lnTo>
                  <a:lnTo>
                    <a:pt x="1545" y="9037"/>
                  </a:lnTo>
                  <a:lnTo>
                    <a:pt x="2009" y="9577"/>
                  </a:lnTo>
                  <a:lnTo>
                    <a:pt x="2472" y="10041"/>
                  </a:lnTo>
                  <a:lnTo>
                    <a:pt x="2974" y="10427"/>
                  </a:lnTo>
                  <a:lnTo>
                    <a:pt x="3476" y="10813"/>
                  </a:lnTo>
                  <a:lnTo>
                    <a:pt x="4055" y="11083"/>
                  </a:lnTo>
                  <a:lnTo>
                    <a:pt x="4596" y="11354"/>
                  </a:lnTo>
                  <a:lnTo>
                    <a:pt x="5214" y="11547"/>
                  </a:lnTo>
                  <a:lnTo>
                    <a:pt x="5832" y="11701"/>
                  </a:lnTo>
                  <a:lnTo>
                    <a:pt x="5870" y="11856"/>
                  </a:lnTo>
                  <a:lnTo>
                    <a:pt x="6218" y="11778"/>
                  </a:lnTo>
                  <a:lnTo>
                    <a:pt x="7029" y="11817"/>
                  </a:lnTo>
                  <a:lnTo>
                    <a:pt x="7840" y="11817"/>
                  </a:lnTo>
                  <a:lnTo>
                    <a:pt x="8689" y="11701"/>
                  </a:lnTo>
                  <a:lnTo>
                    <a:pt x="9539" y="11508"/>
                  </a:lnTo>
                  <a:lnTo>
                    <a:pt x="10272" y="11238"/>
                  </a:lnTo>
                  <a:lnTo>
                    <a:pt x="11006" y="10929"/>
                  </a:lnTo>
                  <a:lnTo>
                    <a:pt x="11315" y="10813"/>
                  </a:lnTo>
                  <a:lnTo>
                    <a:pt x="11315" y="10774"/>
                  </a:lnTo>
                  <a:lnTo>
                    <a:pt x="12049" y="10350"/>
                  </a:lnTo>
                  <a:lnTo>
                    <a:pt x="12705" y="9848"/>
                  </a:lnTo>
                  <a:lnTo>
                    <a:pt x="13362" y="9307"/>
                  </a:lnTo>
                  <a:lnTo>
                    <a:pt x="13941" y="8689"/>
                  </a:lnTo>
                  <a:lnTo>
                    <a:pt x="14481" y="8033"/>
                  </a:lnTo>
                  <a:lnTo>
                    <a:pt x="14713" y="7685"/>
                  </a:lnTo>
                  <a:lnTo>
                    <a:pt x="14906" y="7299"/>
                  </a:lnTo>
                  <a:lnTo>
                    <a:pt x="15099" y="6952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20"/>
                  </a:lnTo>
                  <a:lnTo>
                    <a:pt x="15987" y="7145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7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3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4"/>
                  </a:lnTo>
                  <a:lnTo>
                    <a:pt x="18034" y="7260"/>
                  </a:lnTo>
                  <a:lnTo>
                    <a:pt x="17995" y="7029"/>
                  </a:lnTo>
                  <a:lnTo>
                    <a:pt x="17918" y="6836"/>
                  </a:lnTo>
                  <a:lnTo>
                    <a:pt x="17841" y="6643"/>
                  </a:lnTo>
                  <a:lnTo>
                    <a:pt x="17725" y="6450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6"/>
                  </a:lnTo>
                  <a:lnTo>
                    <a:pt x="16567" y="5446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2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4"/>
                  </a:lnTo>
                  <a:lnTo>
                    <a:pt x="18343" y="3553"/>
                  </a:lnTo>
                  <a:lnTo>
                    <a:pt x="18382" y="3322"/>
                  </a:lnTo>
                  <a:lnTo>
                    <a:pt x="18343" y="3090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4"/>
                  </a:lnTo>
                  <a:lnTo>
                    <a:pt x="17841" y="2588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8"/>
                  </a:lnTo>
                  <a:lnTo>
                    <a:pt x="16953" y="2704"/>
                  </a:lnTo>
                  <a:lnTo>
                    <a:pt x="16760" y="2781"/>
                  </a:lnTo>
                  <a:lnTo>
                    <a:pt x="16567" y="2936"/>
                  </a:lnTo>
                  <a:lnTo>
                    <a:pt x="16412" y="3090"/>
                  </a:lnTo>
                  <a:lnTo>
                    <a:pt x="16258" y="3283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1"/>
                  </a:lnTo>
                  <a:lnTo>
                    <a:pt x="15524" y="5021"/>
                  </a:lnTo>
                  <a:lnTo>
                    <a:pt x="15099" y="4789"/>
                  </a:lnTo>
                  <a:lnTo>
                    <a:pt x="14675" y="4635"/>
                  </a:lnTo>
                  <a:lnTo>
                    <a:pt x="14211" y="4519"/>
                  </a:lnTo>
                  <a:lnTo>
                    <a:pt x="13748" y="4519"/>
                  </a:lnTo>
                  <a:lnTo>
                    <a:pt x="13362" y="4596"/>
                  </a:lnTo>
                  <a:lnTo>
                    <a:pt x="13169" y="4635"/>
                  </a:lnTo>
                  <a:lnTo>
                    <a:pt x="12975" y="4712"/>
                  </a:lnTo>
                  <a:lnTo>
                    <a:pt x="12782" y="4789"/>
                  </a:lnTo>
                  <a:lnTo>
                    <a:pt x="12628" y="4944"/>
                  </a:lnTo>
                  <a:lnTo>
                    <a:pt x="12512" y="5098"/>
                  </a:lnTo>
                  <a:lnTo>
                    <a:pt x="12435" y="5252"/>
                  </a:lnTo>
                  <a:lnTo>
                    <a:pt x="12396" y="5446"/>
                  </a:lnTo>
                  <a:lnTo>
                    <a:pt x="12473" y="5639"/>
                  </a:lnTo>
                  <a:lnTo>
                    <a:pt x="12551" y="5793"/>
                  </a:lnTo>
                  <a:lnTo>
                    <a:pt x="12705" y="5909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1"/>
                  </a:lnTo>
                  <a:lnTo>
                    <a:pt x="13786" y="6141"/>
                  </a:lnTo>
                  <a:lnTo>
                    <a:pt x="14134" y="6102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20"/>
                  </a:lnTo>
                  <a:lnTo>
                    <a:pt x="13671" y="6836"/>
                  </a:lnTo>
                  <a:lnTo>
                    <a:pt x="13439" y="6952"/>
                  </a:lnTo>
                  <a:lnTo>
                    <a:pt x="13207" y="7029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1"/>
                  </a:lnTo>
                  <a:lnTo>
                    <a:pt x="10968" y="6141"/>
                  </a:lnTo>
                  <a:lnTo>
                    <a:pt x="10774" y="5793"/>
                  </a:lnTo>
                  <a:lnTo>
                    <a:pt x="10504" y="5330"/>
                  </a:lnTo>
                  <a:lnTo>
                    <a:pt x="10311" y="4828"/>
                  </a:lnTo>
                  <a:lnTo>
                    <a:pt x="9886" y="3862"/>
                  </a:lnTo>
                  <a:lnTo>
                    <a:pt x="9655" y="3399"/>
                  </a:lnTo>
                  <a:lnTo>
                    <a:pt x="9423" y="2936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2"/>
                  </a:lnTo>
                  <a:lnTo>
                    <a:pt x="6874" y="503"/>
                  </a:lnTo>
                  <a:lnTo>
                    <a:pt x="6295" y="271"/>
                  </a:lnTo>
                  <a:lnTo>
                    <a:pt x="5716" y="117"/>
                  </a:lnTo>
                  <a:lnTo>
                    <a:pt x="5137" y="39"/>
                  </a:lnTo>
                  <a:lnTo>
                    <a:pt x="451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22"/>
            <p:cNvSpPr/>
            <p:nvPr/>
          </p:nvSpPr>
          <p:spPr>
            <a:xfrm>
              <a:off x="6767875" y="25365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1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6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22"/>
            <p:cNvSpPr/>
            <p:nvPr/>
          </p:nvSpPr>
          <p:spPr>
            <a:xfrm>
              <a:off x="694725" y="25374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8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5593;p22"/>
            <p:cNvSpPr/>
            <p:nvPr/>
          </p:nvSpPr>
          <p:spPr>
            <a:xfrm>
              <a:off x="643575" y="25393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657" y="1468"/>
                  </a:lnTo>
                  <a:lnTo>
                    <a:pt x="579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3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5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22"/>
            <p:cNvSpPr/>
            <p:nvPr/>
          </p:nvSpPr>
          <p:spPr>
            <a:xfrm>
              <a:off x="2323325" y="2542275"/>
              <a:ext cx="309900" cy="249100"/>
            </a:xfrm>
            <a:custGeom>
              <a:avLst/>
              <a:gdLst/>
              <a:ahLst/>
              <a:cxnLst/>
              <a:rect l="l" t="t" r="r" b="b"/>
              <a:pathLst>
                <a:path w="12396" h="9964" extrusionOk="0">
                  <a:moveTo>
                    <a:pt x="10079" y="426"/>
                  </a:moveTo>
                  <a:lnTo>
                    <a:pt x="10272" y="464"/>
                  </a:lnTo>
                  <a:lnTo>
                    <a:pt x="10465" y="503"/>
                  </a:lnTo>
                  <a:lnTo>
                    <a:pt x="10581" y="541"/>
                  </a:lnTo>
                  <a:lnTo>
                    <a:pt x="10735" y="657"/>
                  </a:lnTo>
                  <a:lnTo>
                    <a:pt x="10851" y="850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28" y="1430"/>
                  </a:lnTo>
                  <a:lnTo>
                    <a:pt x="10890" y="1661"/>
                  </a:lnTo>
                  <a:lnTo>
                    <a:pt x="10812" y="1854"/>
                  </a:lnTo>
                  <a:lnTo>
                    <a:pt x="10619" y="2202"/>
                  </a:lnTo>
                  <a:lnTo>
                    <a:pt x="10310" y="2588"/>
                  </a:lnTo>
                  <a:lnTo>
                    <a:pt x="9963" y="2936"/>
                  </a:lnTo>
                  <a:lnTo>
                    <a:pt x="9422" y="3476"/>
                  </a:lnTo>
                  <a:lnTo>
                    <a:pt x="8843" y="3978"/>
                  </a:lnTo>
                  <a:lnTo>
                    <a:pt x="8186" y="4480"/>
                  </a:lnTo>
                  <a:lnTo>
                    <a:pt x="7569" y="4982"/>
                  </a:lnTo>
                  <a:lnTo>
                    <a:pt x="6912" y="5484"/>
                  </a:lnTo>
                  <a:lnTo>
                    <a:pt x="6256" y="5947"/>
                  </a:lnTo>
                  <a:lnTo>
                    <a:pt x="5483" y="6411"/>
                  </a:lnTo>
                  <a:lnTo>
                    <a:pt x="4711" y="6874"/>
                  </a:lnTo>
                  <a:lnTo>
                    <a:pt x="3939" y="7299"/>
                  </a:lnTo>
                  <a:lnTo>
                    <a:pt x="3128" y="7724"/>
                  </a:lnTo>
                  <a:lnTo>
                    <a:pt x="2471" y="7994"/>
                  </a:lnTo>
                  <a:lnTo>
                    <a:pt x="2163" y="8110"/>
                  </a:lnTo>
                  <a:lnTo>
                    <a:pt x="1815" y="8226"/>
                  </a:lnTo>
                  <a:lnTo>
                    <a:pt x="1506" y="8264"/>
                  </a:lnTo>
                  <a:lnTo>
                    <a:pt x="1159" y="8303"/>
                  </a:lnTo>
                  <a:lnTo>
                    <a:pt x="811" y="8303"/>
                  </a:lnTo>
                  <a:lnTo>
                    <a:pt x="463" y="8226"/>
                  </a:lnTo>
                  <a:lnTo>
                    <a:pt x="502" y="8148"/>
                  </a:lnTo>
                  <a:lnTo>
                    <a:pt x="463" y="8033"/>
                  </a:lnTo>
                  <a:lnTo>
                    <a:pt x="463" y="7917"/>
                  </a:lnTo>
                  <a:lnTo>
                    <a:pt x="463" y="7801"/>
                  </a:lnTo>
                  <a:lnTo>
                    <a:pt x="502" y="7569"/>
                  </a:lnTo>
                  <a:lnTo>
                    <a:pt x="618" y="7299"/>
                  </a:lnTo>
                  <a:lnTo>
                    <a:pt x="772" y="7029"/>
                  </a:lnTo>
                  <a:lnTo>
                    <a:pt x="1159" y="6565"/>
                  </a:lnTo>
                  <a:lnTo>
                    <a:pt x="1467" y="6179"/>
                  </a:lnTo>
                  <a:lnTo>
                    <a:pt x="2008" y="5561"/>
                  </a:lnTo>
                  <a:lnTo>
                    <a:pt x="2549" y="4982"/>
                  </a:lnTo>
                  <a:lnTo>
                    <a:pt x="3128" y="4441"/>
                  </a:lnTo>
                  <a:lnTo>
                    <a:pt x="3746" y="3862"/>
                  </a:lnTo>
                  <a:lnTo>
                    <a:pt x="4364" y="3360"/>
                  </a:lnTo>
                  <a:lnTo>
                    <a:pt x="5020" y="2858"/>
                  </a:lnTo>
                  <a:lnTo>
                    <a:pt x="5715" y="2434"/>
                  </a:lnTo>
                  <a:lnTo>
                    <a:pt x="6410" y="1970"/>
                  </a:lnTo>
                  <a:lnTo>
                    <a:pt x="7105" y="1584"/>
                  </a:lnTo>
                  <a:lnTo>
                    <a:pt x="7839" y="1236"/>
                  </a:lnTo>
                  <a:lnTo>
                    <a:pt x="8457" y="928"/>
                  </a:lnTo>
                  <a:lnTo>
                    <a:pt x="8843" y="734"/>
                  </a:lnTo>
                  <a:lnTo>
                    <a:pt x="9268" y="580"/>
                  </a:lnTo>
                  <a:lnTo>
                    <a:pt x="9692" y="464"/>
                  </a:lnTo>
                  <a:lnTo>
                    <a:pt x="10079" y="426"/>
                  </a:lnTo>
                  <a:close/>
                  <a:moveTo>
                    <a:pt x="11237" y="464"/>
                  </a:moveTo>
                  <a:lnTo>
                    <a:pt x="11430" y="580"/>
                  </a:lnTo>
                  <a:lnTo>
                    <a:pt x="11585" y="773"/>
                  </a:lnTo>
                  <a:lnTo>
                    <a:pt x="11700" y="966"/>
                  </a:lnTo>
                  <a:lnTo>
                    <a:pt x="11778" y="1236"/>
                  </a:lnTo>
                  <a:lnTo>
                    <a:pt x="11778" y="1468"/>
                  </a:lnTo>
                  <a:lnTo>
                    <a:pt x="11778" y="1738"/>
                  </a:lnTo>
                  <a:lnTo>
                    <a:pt x="11739" y="1970"/>
                  </a:lnTo>
                  <a:lnTo>
                    <a:pt x="11662" y="2240"/>
                  </a:lnTo>
                  <a:lnTo>
                    <a:pt x="11430" y="2627"/>
                  </a:lnTo>
                  <a:lnTo>
                    <a:pt x="11160" y="3013"/>
                  </a:lnTo>
                  <a:lnTo>
                    <a:pt x="10851" y="3399"/>
                  </a:lnTo>
                  <a:lnTo>
                    <a:pt x="10542" y="3746"/>
                  </a:lnTo>
                  <a:lnTo>
                    <a:pt x="9847" y="4480"/>
                  </a:lnTo>
                  <a:lnTo>
                    <a:pt x="9075" y="5137"/>
                  </a:lnTo>
                  <a:lnTo>
                    <a:pt x="8264" y="5793"/>
                  </a:lnTo>
                  <a:lnTo>
                    <a:pt x="7453" y="6372"/>
                  </a:lnTo>
                  <a:lnTo>
                    <a:pt x="6603" y="6990"/>
                  </a:lnTo>
                  <a:lnTo>
                    <a:pt x="5754" y="7569"/>
                  </a:lnTo>
                  <a:lnTo>
                    <a:pt x="4866" y="8110"/>
                  </a:lnTo>
                  <a:lnTo>
                    <a:pt x="3977" y="8612"/>
                  </a:lnTo>
                  <a:lnTo>
                    <a:pt x="3128" y="9037"/>
                  </a:lnTo>
                  <a:lnTo>
                    <a:pt x="2703" y="9191"/>
                  </a:lnTo>
                  <a:lnTo>
                    <a:pt x="2240" y="9346"/>
                  </a:lnTo>
                  <a:lnTo>
                    <a:pt x="1969" y="9384"/>
                  </a:lnTo>
                  <a:lnTo>
                    <a:pt x="1661" y="9423"/>
                  </a:lnTo>
                  <a:lnTo>
                    <a:pt x="1313" y="9384"/>
                  </a:lnTo>
                  <a:lnTo>
                    <a:pt x="1004" y="9346"/>
                  </a:lnTo>
                  <a:lnTo>
                    <a:pt x="734" y="9191"/>
                  </a:lnTo>
                  <a:lnTo>
                    <a:pt x="541" y="9037"/>
                  </a:lnTo>
                  <a:lnTo>
                    <a:pt x="463" y="8921"/>
                  </a:lnTo>
                  <a:lnTo>
                    <a:pt x="386" y="8805"/>
                  </a:lnTo>
                  <a:lnTo>
                    <a:pt x="348" y="8650"/>
                  </a:lnTo>
                  <a:lnTo>
                    <a:pt x="309" y="8496"/>
                  </a:lnTo>
                  <a:lnTo>
                    <a:pt x="579" y="8612"/>
                  </a:lnTo>
                  <a:lnTo>
                    <a:pt x="888" y="8728"/>
                  </a:lnTo>
                  <a:lnTo>
                    <a:pt x="1197" y="8766"/>
                  </a:lnTo>
                  <a:lnTo>
                    <a:pt x="1506" y="8766"/>
                  </a:lnTo>
                  <a:lnTo>
                    <a:pt x="1815" y="8728"/>
                  </a:lnTo>
                  <a:lnTo>
                    <a:pt x="2124" y="8650"/>
                  </a:lnTo>
                  <a:lnTo>
                    <a:pt x="2742" y="8457"/>
                  </a:lnTo>
                  <a:lnTo>
                    <a:pt x="3321" y="8187"/>
                  </a:lnTo>
                  <a:lnTo>
                    <a:pt x="3939" y="7917"/>
                  </a:lnTo>
                  <a:lnTo>
                    <a:pt x="4981" y="7299"/>
                  </a:lnTo>
                  <a:lnTo>
                    <a:pt x="6526" y="6372"/>
                  </a:lnTo>
                  <a:lnTo>
                    <a:pt x="7298" y="5832"/>
                  </a:lnTo>
                  <a:lnTo>
                    <a:pt x="8071" y="5291"/>
                  </a:lnTo>
                  <a:lnTo>
                    <a:pt x="8804" y="4750"/>
                  </a:lnTo>
                  <a:lnTo>
                    <a:pt x="9499" y="4133"/>
                  </a:lnTo>
                  <a:lnTo>
                    <a:pt x="10156" y="3515"/>
                  </a:lnTo>
                  <a:lnTo>
                    <a:pt x="10774" y="2820"/>
                  </a:lnTo>
                  <a:lnTo>
                    <a:pt x="10967" y="2588"/>
                  </a:lnTo>
                  <a:lnTo>
                    <a:pt x="11121" y="2356"/>
                  </a:lnTo>
                  <a:lnTo>
                    <a:pt x="11276" y="2047"/>
                  </a:lnTo>
                  <a:lnTo>
                    <a:pt x="11391" y="1777"/>
                  </a:lnTo>
                  <a:lnTo>
                    <a:pt x="11469" y="1468"/>
                  </a:lnTo>
                  <a:lnTo>
                    <a:pt x="11507" y="1159"/>
                  </a:lnTo>
                  <a:lnTo>
                    <a:pt x="11430" y="889"/>
                  </a:lnTo>
                  <a:lnTo>
                    <a:pt x="11314" y="580"/>
                  </a:lnTo>
                  <a:lnTo>
                    <a:pt x="11237" y="464"/>
                  </a:lnTo>
                  <a:close/>
                  <a:moveTo>
                    <a:pt x="9924" y="1"/>
                  </a:moveTo>
                  <a:lnTo>
                    <a:pt x="9654" y="39"/>
                  </a:lnTo>
                  <a:lnTo>
                    <a:pt x="9306" y="117"/>
                  </a:lnTo>
                  <a:lnTo>
                    <a:pt x="8920" y="194"/>
                  </a:lnTo>
                  <a:lnTo>
                    <a:pt x="8186" y="503"/>
                  </a:lnTo>
                  <a:lnTo>
                    <a:pt x="7491" y="850"/>
                  </a:lnTo>
                  <a:lnTo>
                    <a:pt x="6835" y="1198"/>
                  </a:lnTo>
                  <a:lnTo>
                    <a:pt x="6101" y="1584"/>
                  </a:lnTo>
                  <a:lnTo>
                    <a:pt x="5406" y="2009"/>
                  </a:lnTo>
                  <a:lnTo>
                    <a:pt x="4750" y="2472"/>
                  </a:lnTo>
                  <a:lnTo>
                    <a:pt x="4093" y="2974"/>
                  </a:lnTo>
                  <a:lnTo>
                    <a:pt x="3360" y="3553"/>
                  </a:lnTo>
                  <a:lnTo>
                    <a:pt x="2665" y="4210"/>
                  </a:lnTo>
                  <a:lnTo>
                    <a:pt x="1969" y="4866"/>
                  </a:lnTo>
                  <a:lnTo>
                    <a:pt x="1352" y="5600"/>
                  </a:lnTo>
                  <a:lnTo>
                    <a:pt x="888" y="6141"/>
                  </a:lnTo>
                  <a:lnTo>
                    <a:pt x="618" y="6449"/>
                  </a:lnTo>
                  <a:lnTo>
                    <a:pt x="348" y="6797"/>
                  </a:lnTo>
                  <a:lnTo>
                    <a:pt x="155" y="7145"/>
                  </a:lnTo>
                  <a:lnTo>
                    <a:pt x="0" y="7492"/>
                  </a:lnTo>
                  <a:lnTo>
                    <a:pt x="0" y="7685"/>
                  </a:lnTo>
                  <a:lnTo>
                    <a:pt x="0" y="7840"/>
                  </a:lnTo>
                  <a:lnTo>
                    <a:pt x="0" y="8033"/>
                  </a:lnTo>
                  <a:lnTo>
                    <a:pt x="77" y="8187"/>
                  </a:lnTo>
                  <a:lnTo>
                    <a:pt x="77" y="8264"/>
                  </a:lnTo>
                  <a:lnTo>
                    <a:pt x="77" y="8342"/>
                  </a:lnTo>
                  <a:lnTo>
                    <a:pt x="39" y="8496"/>
                  </a:lnTo>
                  <a:lnTo>
                    <a:pt x="39" y="8650"/>
                  </a:lnTo>
                  <a:lnTo>
                    <a:pt x="77" y="8805"/>
                  </a:lnTo>
                  <a:lnTo>
                    <a:pt x="116" y="8959"/>
                  </a:lnTo>
                  <a:lnTo>
                    <a:pt x="309" y="9230"/>
                  </a:lnTo>
                  <a:lnTo>
                    <a:pt x="541" y="9500"/>
                  </a:lnTo>
                  <a:lnTo>
                    <a:pt x="734" y="9616"/>
                  </a:lnTo>
                  <a:lnTo>
                    <a:pt x="965" y="9732"/>
                  </a:lnTo>
                  <a:lnTo>
                    <a:pt x="1236" y="9770"/>
                  </a:lnTo>
                  <a:lnTo>
                    <a:pt x="1467" y="9809"/>
                  </a:lnTo>
                  <a:lnTo>
                    <a:pt x="1583" y="9963"/>
                  </a:lnTo>
                  <a:lnTo>
                    <a:pt x="1815" y="9770"/>
                  </a:lnTo>
                  <a:lnTo>
                    <a:pt x="1892" y="9770"/>
                  </a:lnTo>
                  <a:lnTo>
                    <a:pt x="1892" y="9848"/>
                  </a:lnTo>
                  <a:lnTo>
                    <a:pt x="1931" y="9848"/>
                  </a:lnTo>
                  <a:lnTo>
                    <a:pt x="2008" y="9770"/>
                  </a:lnTo>
                  <a:lnTo>
                    <a:pt x="2394" y="9654"/>
                  </a:lnTo>
                  <a:lnTo>
                    <a:pt x="2935" y="9500"/>
                  </a:lnTo>
                  <a:lnTo>
                    <a:pt x="3514" y="9268"/>
                  </a:lnTo>
                  <a:lnTo>
                    <a:pt x="4055" y="9037"/>
                  </a:lnTo>
                  <a:lnTo>
                    <a:pt x="4557" y="8766"/>
                  </a:lnTo>
                  <a:lnTo>
                    <a:pt x="5599" y="8148"/>
                  </a:lnTo>
                  <a:lnTo>
                    <a:pt x="6603" y="7492"/>
                  </a:lnTo>
                  <a:lnTo>
                    <a:pt x="6758" y="7376"/>
                  </a:lnTo>
                  <a:lnTo>
                    <a:pt x="7839" y="6643"/>
                  </a:lnTo>
                  <a:lnTo>
                    <a:pt x="8688" y="5986"/>
                  </a:lnTo>
                  <a:lnTo>
                    <a:pt x="9538" y="5330"/>
                  </a:lnTo>
                  <a:lnTo>
                    <a:pt x="10388" y="4596"/>
                  </a:lnTo>
                  <a:lnTo>
                    <a:pt x="10774" y="4171"/>
                  </a:lnTo>
                  <a:lnTo>
                    <a:pt x="11121" y="3785"/>
                  </a:lnTo>
                  <a:lnTo>
                    <a:pt x="11160" y="3901"/>
                  </a:lnTo>
                  <a:lnTo>
                    <a:pt x="11430" y="3824"/>
                  </a:lnTo>
                  <a:lnTo>
                    <a:pt x="11932" y="4094"/>
                  </a:lnTo>
                  <a:lnTo>
                    <a:pt x="12087" y="3824"/>
                  </a:lnTo>
                  <a:lnTo>
                    <a:pt x="11353" y="3476"/>
                  </a:lnTo>
                  <a:lnTo>
                    <a:pt x="11662" y="3051"/>
                  </a:lnTo>
                  <a:lnTo>
                    <a:pt x="11932" y="2588"/>
                  </a:lnTo>
                  <a:lnTo>
                    <a:pt x="12087" y="2202"/>
                  </a:lnTo>
                  <a:lnTo>
                    <a:pt x="12164" y="1816"/>
                  </a:lnTo>
                  <a:lnTo>
                    <a:pt x="12395" y="1623"/>
                  </a:lnTo>
                  <a:lnTo>
                    <a:pt x="12164" y="1391"/>
                  </a:lnTo>
                  <a:lnTo>
                    <a:pt x="12125" y="1082"/>
                  </a:lnTo>
                  <a:lnTo>
                    <a:pt x="12048" y="812"/>
                  </a:lnTo>
                  <a:lnTo>
                    <a:pt x="11932" y="580"/>
                  </a:lnTo>
                  <a:lnTo>
                    <a:pt x="11778" y="387"/>
                  </a:lnTo>
                  <a:lnTo>
                    <a:pt x="11585" y="194"/>
                  </a:lnTo>
                  <a:lnTo>
                    <a:pt x="11353" y="78"/>
                  </a:lnTo>
                  <a:lnTo>
                    <a:pt x="11044" y="39"/>
                  </a:lnTo>
                  <a:lnTo>
                    <a:pt x="10735" y="39"/>
                  </a:lnTo>
                  <a:lnTo>
                    <a:pt x="10619" y="78"/>
                  </a:lnTo>
                  <a:lnTo>
                    <a:pt x="103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22"/>
            <p:cNvSpPr/>
            <p:nvPr/>
          </p:nvSpPr>
          <p:spPr>
            <a:xfrm>
              <a:off x="6773675" y="25422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4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52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2"/>
                  </a:lnTo>
                  <a:lnTo>
                    <a:pt x="2935" y="1430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4" y="1893"/>
                  </a:lnTo>
                  <a:lnTo>
                    <a:pt x="425" y="2434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6" y="11354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20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2"/>
                  </a:lnTo>
                  <a:lnTo>
                    <a:pt x="3669" y="10620"/>
                  </a:lnTo>
                  <a:lnTo>
                    <a:pt x="3824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6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3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6" y="2742"/>
                  </a:lnTo>
                  <a:lnTo>
                    <a:pt x="4287" y="2395"/>
                  </a:lnTo>
                  <a:lnTo>
                    <a:pt x="4210" y="1430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22"/>
            <p:cNvSpPr/>
            <p:nvPr/>
          </p:nvSpPr>
          <p:spPr>
            <a:xfrm>
              <a:off x="4769575" y="2562550"/>
              <a:ext cx="144825" cy="164150"/>
            </a:xfrm>
            <a:custGeom>
              <a:avLst/>
              <a:gdLst/>
              <a:ahLst/>
              <a:cxnLst/>
              <a:rect l="l" t="t" r="r" b="b"/>
              <a:pathLst>
                <a:path w="5793" h="6566" extrusionOk="0">
                  <a:moveTo>
                    <a:pt x="2858" y="464"/>
                  </a:moveTo>
                  <a:lnTo>
                    <a:pt x="3360" y="619"/>
                  </a:lnTo>
                  <a:lnTo>
                    <a:pt x="3823" y="812"/>
                  </a:lnTo>
                  <a:lnTo>
                    <a:pt x="4248" y="1082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9"/>
                  </a:lnTo>
                  <a:lnTo>
                    <a:pt x="5252" y="2511"/>
                  </a:lnTo>
                  <a:lnTo>
                    <a:pt x="5290" y="2781"/>
                  </a:lnTo>
                  <a:lnTo>
                    <a:pt x="5329" y="3051"/>
                  </a:lnTo>
                  <a:lnTo>
                    <a:pt x="5329" y="3322"/>
                  </a:lnTo>
                  <a:lnTo>
                    <a:pt x="5290" y="3785"/>
                  </a:lnTo>
                  <a:lnTo>
                    <a:pt x="5175" y="4248"/>
                  </a:lnTo>
                  <a:lnTo>
                    <a:pt x="4982" y="4712"/>
                  </a:lnTo>
                  <a:lnTo>
                    <a:pt x="4711" y="5098"/>
                  </a:lnTo>
                  <a:lnTo>
                    <a:pt x="4364" y="5445"/>
                  </a:lnTo>
                  <a:lnTo>
                    <a:pt x="4016" y="5716"/>
                  </a:lnTo>
                  <a:lnTo>
                    <a:pt x="3784" y="5832"/>
                  </a:lnTo>
                  <a:lnTo>
                    <a:pt x="3553" y="5947"/>
                  </a:lnTo>
                  <a:lnTo>
                    <a:pt x="3321" y="6025"/>
                  </a:lnTo>
                  <a:lnTo>
                    <a:pt x="3089" y="6063"/>
                  </a:lnTo>
                  <a:lnTo>
                    <a:pt x="2780" y="6102"/>
                  </a:lnTo>
                  <a:lnTo>
                    <a:pt x="2510" y="6102"/>
                  </a:lnTo>
                  <a:lnTo>
                    <a:pt x="2201" y="6063"/>
                  </a:lnTo>
                  <a:lnTo>
                    <a:pt x="1970" y="5986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600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1"/>
                  </a:lnTo>
                  <a:lnTo>
                    <a:pt x="734" y="4789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5"/>
                  </a:lnTo>
                  <a:lnTo>
                    <a:pt x="464" y="2974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700"/>
                  </a:lnTo>
                  <a:lnTo>
                    <a:pt x="966" y="1507"/>
                  </a:lnTo>
                  <a:lnTo>
                    <a:pt x="1120" y="1275"/>
                  </a:lnTo>
                  <a:lnTo>
                    <a:pt x="1313" y="1121"/>
                  </a:lnTo>
                  <a:lnTo>
                    <a:pt x="1506" y="927"/>
                  </a:lnTo>
                  <a:lnTo>
                    <a:pt x="1738" y="812"/>
                  </a:lnTo>
                  <a:lnTo>
                    <a:pt x="1970" y="696"/>
                  </a:lnTo>
                  <a:lnTo>
                    <a:pt x="2201" y="580"/>
                  </a:lnTo>
                  <a:lnTo>
                    <a:pt x="2472" y="541"/>
                  </a:lnTo>
                  <a:lnTo>
                    <a:pt x="2780" y="503"/>
                  </a:lnTo>
                  <a:lnTo>
                    <a:pt x="2819" y="503"/>
                  </a:lnTo>
                  <a:lnTo>
                    <a:pt x="2858" y="464"/>
                  </a:lnTo>
                  <a:close/>
                  <a:moveTo>
                    <a:pt x="2665" y="1"/>
                  </a:moveTo>
                  <a:lnTo>
                    <a:pt x="2587" y="39"/>
                  </a:lnTo>
                  <a:lnTo>
                    <a:pt x="2510" y="78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1"/>
                  </a:lnTo>
                  <a:lnTo>
                    <a:pt x="1854" y="310"/>
                  </a:lnTo>
                  <a:lnTo>
                    <a:pt x="1622" y="387"/>
                  </a:lnTo>
                  <a:lnTo>
                    <a:pt x="1390" y="503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7"/>
                  </a:lnTo>
                  <a:lnTo>
                    <a:pt x="348" y="1738"/>
                  </a:lnTo>
                  <a:lnTo>
                    <a:pt x="155" y="2279"/>
                  </a:lnTo>
                  <a:lnTo>
                    <a:pt x="39" y="2858"/>
                  </a:lnTo>
                  <a:lnTo>
                    <a:pt x="0" y="3399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3"/>
                  </a:lnTo>
                  <a:lnTo>
                    <a:pt x="309" y="4943"/>
                  </a:lnTo>
                  <a:lnTo>
                    <a:pt x="425" y="5214"/>
                  </a:lnTo>
                  <a:lnTo>
                    <a:pt x="579" y="5445"/>
                  </a:lnTo>
                  <a:lnTo>
                    <a:pt x="734" y="5677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8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7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7"/>
                  </a:lnTo>
                  <a:lnTo>
                    <a:pt x="3476" y="6449"/>
                  </a:lnTo>
                  <a:lnTo>
                    <a:pt x="3784" y="6334"/>
                  </a:lnTo>
                  <a:lnTo>
                    <a:pt x="4055" y="6218"/>
                  </a:lnTo>
                  <a:lnTo>
                    <a:pt x="4325" y="6063"/>
                  </a:lnTo>
                  <a:lnTo>
                    <a:pt x="4557" y="5909"/>
                  </a:lnTo>
                  <a:lnTo>
                    <a:pt x="4788" y="5716"/>
                  </a:lnTo>
                  <a:lnTo>
                    <a:pt x="4982" y="5484"/>
                  </a:lnTo>
                  <a:lnTo>
                    <a:pt x="5175" y="5252"/>
                  </a:lnTo>
                  <a:lnTo>
                    <a:pt x="5329" y="4982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1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8"/>
                  </a:lnTo>
                  <a:lnTo>
                    <a:pt x="5561" y="2047"/>
                  </a:lnTo>
                  <a:lnTo>
                    <a:pt x="5406" y="1777"/>
                  </a:lnTo>
                  <a:lnTo>
                    <a:pt x="5252" y="1507"/>
                  </a:lnTo>
                  <a:lnTo>
                    <a:pt x="5059" y="1275"/>
                  </a:lnTo>
                  <a:lnTo>
                    <a:pt x="4866" y="1043"/>
                  </a:lnTo>
                  <a:lnTo>
                    <a:pt x="4634" y="812"/>
                  </a:lnTo>
                  <a:lnTo>
                    <a:pt x="4402" y="619"/>
                  </a:lnTo>
                  <a:lnTo>
                    <a:pt x="4132" y="464"/>
                  </a:lnTo>
                  <a:lnTo>
                    <a:pt x="3862" y="310"/>
                  </a:lnTo>
                  <a:lnTo>
                    <a:pt x="3591" y="194"/>
                  </a:lnTo>
                  <a:lnTo>
                    <a:pt x="3282" y="117"/>
                  </a:lnTo>
                  <a:lnTo>
                    <a:pt x="2974" y="39"/>
                  </a:lnTo>
                  <a:lnTo>
                    <a:pt x="266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5597;p22"/>
            <p:cNvSpPr/>
            <p:nvPr/>
          </p:nvSpPr>
          <p:spPr>
            <a:xfrm>
              <a:off x="2452675" y="2582825"/>
              <a:ext cx="296400" cy="356250"/>
            </a:xfrm>
            <a:custGeom>
              <a:avLst/>
              <a:gdLst/>
              <a:ahLst/>
              <a:cxnLst/>
              <a:rect l="l" t="t" r="r" b="b"/>
              <a:pathLst>
                <a:path w="11856" h="14250" extrusionOk="0">
                  <a:moveTo>
                    <a:pt x="7221" y="1"/>
                  </a:moveTo>
                  <a:lnTo>
                    <a:pt x="6990" y="194"/>
                  </a:lnTo>
                  <a:lnTo>
                    <a:pt x="8032" y="1777"/>
                  </a:lnTo>
                  <a:lnTo>
                    <a:pt x="9114" y="3283"/>
                  </a:lnTo>
                  <a:lnTo>
                    <a:pt x="8032" y="2704"/>
                  </a:lnTo>
                  <a:lnTo>
                    <a:pt x="6913" y="2202"/>
                  </a:lnTo>
                  <a:lnTo>
                    <a:pt x="6758" y="2472"/>
                  </a:lnTo>
                  <a:lnTo>
                    <a:pt x="8225" y="3283"/>
                  </a:lnTo>
                  <a:lnTo>
                    <a:pt x="9731" y="4094"/>
                  </a:lnTo>
                  <a:lnTo>
                    <a:pt x="10388" y="4905"/>
                  </a:lnTo>
                  <a:lnTo>
                    <a:pt x="10388" y="4943"/>
                  </a:lnTo>
                  <a:lnTo>
                    <a:pt x="10697" y="4827"/>
                  </a:lnTo>
                  <a:lnTo>
                    <a:pt x="10658" y="4712"/>
                  </a:lnTo>
                  <a:lnTo>
                    <a:pt x="10620" y="4596"/>
                  </a:lnTo>
                  <a:lnTo>
                    <a:pt x="10620" y="4596"/>
                  </a:lnTo>
                  <a:lnTo>
                    <a:pt x="10929" y="4712"/>
                  </a:lnTo>
                  <a:lnTo>
                    <a:pt x="11160" y="4827"/>
                  </a:lnTo>
                  <a:lnTo>
                    <a:pt x="11315" y="5021"/>
                  </a:lnTo>
                  <a:lnTo>
                    <a:pt x="11431" y="5252"/>
                  </a:lnTo>
                  <a:lnTo>
                    <a:pt x="11469" y="5484"/>
                  </a:lnTo>
                  <a:lnTo>
                    <a:pt x="11469" y="5754"/>
                  </a:lnTo>
                  <a:lnTo>
                    <a:pt x="11431" y="6063"/>
                  </a:lnTo>
                  <a:lnTo>
                    <a:pt x="11353" y="6372"/>
                  </a:lnTo>
                  <a:lnTo>
                    <a:pt x="11083" y="7028"/>
                  </a:lnTo>
                  <a:lnTo>
                    <a:pt x="10813" y="7646"/>
                  </a:lnTo>
                  <a:lnTo>
                    <a:pt x="10504" y="8148"/>
                  </a:lnTo>
                  <a:lnTo>
                    <a:pt x="10233" y="8573"/>
                  </a:lnTo>
                  <a:lnTo>
                    <a:pt x="9654" y="9345"/>
                  </a:lnTo>
                  <a:lnTo>
                    <a:pt x="9036" y="10079"/>
                  </a:lnTo>
                  <a:lnTo>
                    <a:pt x="8380" y="10736"/>
                  </a:lnTo>
                  <a:lnTo>
                    <a:pt x="7646" y="11353"/>
                  </a:lnTo>
                  <a:lnTo>
                    <a:pt x="6874" y="11933"/>
                  </a:lnTo>
                  <a:lnTo>
                    <a:pt x="6024" y="12435"/>
                  </a:lnTo>
                  <a:lnTo>
                    <a:pt x="5175" y="12898"/>
                  </a:lnTo>
                  <a:lnTo>
                    <a:pt x="4287" y="13284"/>
                  </a:lnTo>
                  <a:lnTo>
                    <a:pt x="3862" y="13439"/>
                  </a:lnTo>
                  <a:lnTo>
                    <a:pt x="3283" y="13632"/>
                  </a:lnTo>
                  <a:lnTo>
                    <a:pt x="2665" y="13786"/>
                  </a:lnTo>
                  <a:lnTo>
                    <a:pt x="1970" y="13941"/>
                  </a:lnTo>
                  <a:lnTo>
                    <a:pt x="1043" y="13941"/>
                  </a:lnTo>
                  <a:lnTo>
                    <a:pt x="811" y="13863"/>
                  </a:lnTo>
                  <a:lnTo>
                    <a:pt x="580" y="13709"/>
                  </a:lnTo>
                  <a:lnTo>
                    <a:pt x="425" y="13554"/>
                  </a:lnTo>
                  <a:lnTo>
                    <a:pt x="309" y="13323"/>
                  </a:lnTo>
                  <a:lnTo>
                    <a:pt x="232" y="13052"/>
                  </a:lnTo>
                  <a:lnTo>
                    <a:pt x="1" y="13130"/>
                  </a:lnTo>
                  <a:lnTo>
                    <a:pt x="1" y="13400"/>
                  </a:lnTo>
                  <a:lnTo>
                    <a:pt x="39" y="13632"/>
                  </a:lnTo>
                  <a:lnTo>
                    <a:pt x="155" y="13825"/>
                  </a:lnTo>
                  <a:lnTo>
                    <a:pt x="271" y="13941"/>
                  </a:lnTo>
                  <a:lnTo>
                    <a:pt x="464" y="14056"/>
                  </a:lnTo>
                  <a:lnTo>
                    <a:pt x="657" y="14172"/>
                  </a:lnTo>
                  <a:lnTo>
                    <a:pt x="889" y="14211"/>
                  </a:lnTo>
                  <a:lnTo>
                    <a:pt x="1120" y="14249"/>
                  </a:lnTo>
                  <a:lnTo>
                    <a:pt x="1661" y="14249"/>
                  </a:lnTo>
                  <a:lnTo>
                    <a:pt x="2163" y="14211"/>
                  </a:lnTo>
                  <a:lnTo>
                    <a:pt x="2665" y="14134"/>
                  </a:lnTo>
                  <a:lnTo>
                    <a:pt x="3051" y="14056"/>
                  </a:lnTo>
                  <a:lnTo>
                    <a:pt x="3708" y="13863"/>
                  </a:lnTo>
                  <a:lnTo>
                    <a:pt x="4364" y="13632"/>
                  </a:lnTo>
                  <a:lnTo>
                    <a:pt x="5020" y="13361"/>
                  </a:lnTo>
                  <a:lnTo>
                    <a:pt x="5638" y="13091"/>
                  </a:lnTo>
                  <a:lnTo>
                    <a:pt x="6256" y="12743"/>
                  </a:lnTo>
                  <a:lnTo>
                    <a:pt x="6835" y="12396"/>
                  </a:lnTo>
                  <a:lnTo>
                    <a:pt x="7415" y="12010"/>
                  </a:lnTo>
                  <a:lnTo>
                    <a:pt x="7955" y="11585"/>
                  </a:lnTo>
                  <a:lnTo>
                    <a:pt x="8457" y="11160"/>
                  </a:lnTo>
                  <a:lnTo>
                    <a:pt x="8959" y="10697"/>
                  </a:lnTo>
                  <a:lnTo>
                    <a:pt x="9423" y="10234"/>
                  </a:lnTo>
                  <a:lnTo>
                    <a:pt x="9847" y="9732"/>
                  </a:lnTo>
                  <a:lnTo>
                    <a:pt x="10272" y="9191"/>
                  </a:lnTo>
                  <a:lnTo>
                    <a:pt x="10620" y="8650"/>
                  </a:lnTo>
                  <a:lnTo>
                    <a:pt x="11006" y="8071"/>
                  </a:lnTo>
                  <a:lnTo>
                    <a:pt x="11315" y="7492"/>
                  </a:lnTo>
                  <a:lnTo>
                    <a:pt x="11546" y="6951"/>
                  </a:lnTo>
                  <a:lnTo>
                    <a:pt x="11778" y="6411"/>
                  </a:lnTo>
                  <a:lnTo>
                    <a:pt x="11817" y="6102"/>
                  </a:lnTo>
                  <a:lnTo>
                    <a:pt x="11855" y="5831"/>
                  </a:lnTo>
                  <a:lnTo>
                    <a:pt x="11855" y="5523"/>
                  </a:lnTo>
                  <a:lnTo>
                    <a:pt x="11778" y="5252"/>
                  </a:lnTo>
                  <a:lnTo>
                    <a:pt x="11701" y="5021"/>
                  </a:lnTo>
                  <a:lnTo>
                    <a:pt x="11585" y="4866"/>
                  </a:lnTo>
                  <a:lnTo>
                    <a:pt x="11469" y="4673"/>
                  </a:lnTo>
                  <a:lnTo>
                    <a:pt x="11315" y="4519"/>
                  </a:lnTo>
                  <a:lnTo>
                    <a:pt x="11122" y="4403"/>
                  </a:lnTo>
                  <a:lnTo>
                    <a:pt x="10929" y="4325"/>
                  </a:lnTo>
                  <a:lnTo>
                    <a:pt x="10735" y="4248"/>
                  </a:lnTo>
                  <a:lnTo>
                    <a:pt x="10504" y="4210"/>
                  </a:lnTo>
                  <a:lnTo>
                    <a:pt x="10465" y="4248"/>
                  </a:lnTo>
                  <a:lnTo>
                    <a:pt x="10388" y="4248"/>
                  </a:lnTo>
                  <a:lnTo>
                    <a:pt x="9654" y="3167"/>
                  </a:lnTo>
                  <a:lnTo>
                    <a:pt x="8882" y="2086"/>
                  </a:lnTo>
                  <a:lnTo>
                    <a:pt x="8032" y="1043"/>
                  </a:lnTo>
                  <a:lnTo>
                    <a:pt x="72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5598;p22"/>
            <p:cNvSpPr/>
            <p:nvPr/>
          </p:nvSpPr>
          <p:spPr>
            <a:xfrm>
              <a:off x="581775" y="25867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0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5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5599;p22"/>
            <p:cNvSpPr/>
            <p:nvPr/>
          </p:nvSpPr>
          <p:spPr>
            <a:xfrm>
              <a:off x="6717675" y="2588625"/>
              <a:ext cx="42525" cy="41525"/>
            </a:xfrm>
            <a:custGeom>
              <a:avLst/>
              <a:gdLst/>
              <a:ahLst/>
              <a:cxnLst/>
              <a:rect l="l" t="t" r="r" b="b"/>
              <a:pathLst>
                <a:path w="1701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2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9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3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8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5600;p22"/>
            <p:cNvSpPr/>
            <p:nvPr/>
          </p:nvSpPr>
          <p:spPr>
            <a:xfrm>
              <a:off x="587575" y="25924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3" y="1893"/>
                  </a:lnTo>
                  <a:lnTo>
                    <a:pt x="425" y="2433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5" y="11353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1"/>
                  </a:lnTo>
                  <a:lnTo>
                    <a:pt x="3669" y="10620"/>
                  </a:lnTo>
                  <a:lnTo>
                    <a:pt x="3823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5" y="2742"/>
                  </a:lnTo>
                  <a:lnTo>
                    <a:pt x="4287" y="2395"/>
                  </a:lnTo>
                  <a:lnTo>
                    <a:pt x="4210" y="1429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22"/>
            <p:cNvSpPr/>
            <p:nvPr/>
          </p:nvSpPr>
          <p:spPr>
            <a:xfrm>
              <a:off x="6526550" y="26156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1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1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2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5602;p22"/>
            <p:cNvSpPr/>
            <p:nvPr/>
          </p:nvSpPr>
          <p:spPr>
            <a:xfrm>
              <a:off x="1725750" y="2629175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2"/>
                  </a:lnTo>
                  <a:lnTo>
                    <a:pt x="2008" y="965"/>
                  </a:lnTo>
                  <a:lnTo>
                    <a:pt x="2124" y="1120"/>
                  </a:lnTo>
                  <a:lnTo>
                    <a:pt x="2202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6" y="502"/>
                  </a:lnTo>
                  <a:lnTo>
                    <a:pt x="811" y="463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0"/>
                  </a:lnTo>
                  <a:lnTo>
                    <a:pt x="194" y="425"/>
                  </a:lnTo>
                  <a:lnTo>
                    <a:pt x="78" y="618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8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2" y="2973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3"/>
                  </a:lnTo>
                  <a:lnTo>
                    <a:pt x="2626" y="2896"/>
                  </a:lnTo>
                  <a:lnTo>
                    <a:pt x="2704" y="2317"/>
                  </a:lnTo>
                  <a:lnTo>
                    <a:pt x="2704" y="2008"/>
                  </a:lnTo>
                  <a:lnTo>
                    <a:pt x="2704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00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5603;p22"/>
            <p:cNvSpPr/>
            <p:nvPr/>
          </p:nvSpPr>
          <p:spPr>
            <a:xfrm>
              <a:off x="2602300" y="2637850"/>
              <a:ext cx="63750" cy="173800"/>
            </a:xfrm>
            <a:custGeom>
              <a:avLst/>
              <a:gdLst/>
              <a:ahLst/>
              <a:cxnLst/>
              <a:rect l="l" t="t" r="r" b="b"/>
              <a:pathLst>
                <a:path w="2550" h="6952" extrusionOk="0">
                  <a:moveTo>
                    <a:pt x="271" y="1"/>
                  </a:moveTo>
                  <a:lnTo>
                    <a:pt x="1" y="78"/>
                  </a:lnTo>
                  <a:lnTo>
                    <a:pt x="232" y="927"/>
                  </a:lnTo>
                  <a:lnTo>
                    <a:pt x="503" y="1816"/>
                  </a:lnTo>
                  <a:lnTo>
                    <a:pt x="1082" y="3515"/>
                  </a:lnTo>
                  <a:lnTo>
                    <a:pt x="2318" y="6951"/>
                  </a:lnTo>
                  <a:lnTo>
                    <a:pt x="2549" y="6874"/>
                  </a:lnTo>
                  <a:lnTo>
                    <a:pt x="2047" y="5136"/>
                  </a:lnTo>
                  <a:lnTo>
                    <a:pt x="1507" y="3399"/>
                  </a:lnTo>
                  <a:lnTo>
                    <a:pt x="928" y="1661"/>
                  </a:lnTo>
                  <a:lnTo>
                    <a:pt x="619" y="81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5604;p22"/>
            <p:cNvSpPr/>
            <p:nvPr/>
          </p:nvSpPr>
          <p:spPr>
            <a:xfrm>
              <a:off x="531575" y="26388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1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5605;p22"/>
            <p:cNvSpPr/>
            <p:nvPr/>
          </p:nvSpPr>
          <p:spPr>
            <a:xfrm>
              <a:off x="340450" y="26658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0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0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1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22"/>
            <p:cNvSpPr/>
            <p:nvPr/>
          </p:nvSpPr>
          <p:spPr>
            <a:xfrm>
              <a:off x="6651075" y="26658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1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22"/>
            <p:cNvSpPr/>
            <p:nvPr/>
          </p:nvSpPr>
          <p:spPr>
            <a:xfrm>
              <a:off x="1793325" y="26986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7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5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5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3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22"/>
            <p:cNvSpPr/>
            <p:nvPr/>
          </p:nvSpPr>
          <p:spPr>
            <a:xfrm>
              <a:off x="2371575" y="2703500"/>
              <a:ext cx="351425" cy="207575"/>
            </a:xfrm>
            <a:custGeom>
              <a:avLst/>
              <a:gdLst/>
              <a:ahLst/>
              <a:cxnLst/>
              <a:rect l="l" t="t" r="r" b="b"/>
              <a:pathLst>
                <a:path w="14057" h="8303" extrusionOk="0">
                  <a:moveTo>
                    <a:pt x="13941" y="0"/>
                  </a:moveTo>
                  <a:lnTo>
                    <a:pt x="13632" y="116"/>
                  </a:lnTo>
                  <a:lnTo>
                    <a:pt x="13632" y="155"/>
                  </a:lnTo>
                  <a:lnTo>
                    <a:pt x="13555" y="773"/>
                  </a:lnTo>
                  <a:lnTo>
                    <a:pt x="13439" y="1313"/>
                  </a:lnTo>
                  <a:lnTo>
                    <a:pt x="13284" y="1854"/>
                  </a:lnTo>
                  <a:lnTo>
                    <a:pt x="13053" y="2395"/>
                  </a:lnTo>
                  <a:lnTo>
                    <a:pt x="12782" y="2897"/>
                  </a:lnTo>
                  <a:lnTo>
                    <a:pt x="12473" y="3360"/>
                  </a:lnTo>
                  <a:lnTo>
                    <a:pt x="12126" y="3823"/>
                  </a:lnTo>
                  <a:lnTo>
                    <a:pt x="11778" y="4248"/>
                  </a:lnTo>
                  <a:lnTo>
                    <a:pt x="11547" y="4325"/>
                  </a:lnTo>
                  <a:lnTo>
                    <a:pt x="11585" y="4441"/>
                  </a:lnTo>
                  <a:lnTo>
                    <a:pt x="11547" y="4480"/>
                  </a:lnTo>
                  <a:lnTo>
                    <a:pt x="11392" y="4557"/>
                  </a:lnTo>
                  <a:lnTo>
                    <a:pt x="11469" y="4557"/>
                  </a:lnTo>
                  <a:lnTo>
                    <a:pt x="10967" y="5020"/>
                  </a:lnTo>
                  <a:lnTo>
                    <a:pt x="10427" y="5445"/>
                  </a:lnTo>
                  <a:lnTo>
                    <a:pt x="9539" y="6063"/>
                  </a:lnTo>
                  <a:lnTo>
                    <a:pt x="8612" y="6642"/>
                  </a:lnTo>
                  <a:lnTo>
                    <a:pt x="8149" y="6912"/>
                  </a:lnTo>
                  <a:lnTo>
                    <a:pt x="7647" y="7144"/>
                  </a:lnTo>
                  <a:lnTo>
                    <a:pt x="7145" y="7376"/>
                  </a:lnTo>
                  <a:lnTo>
                    <a:pt x="6643" y="7569"/>
                  </a:lnTo>
                  <a:lnTo>
                    <a:pt x="6604" y="7453"/>
                  </a:lnTo>
                  <a:lnTo>
                    <a:pt x="6411" y="7492"/>
                  </a:lnTo>
                  <a:lnTo>
                    <a:pt x="4905" y="6372"/>
                  </a:lnTo>
                  <a:lnTo>
                    <a:pt x="3322" y="5291"/>
                  </a:lnTo>
                  <a:lnTo>
                    <a:pt x="1739" y="4248"/>
                  </a:lnTo>
                  <a:lnTo>
                    <a:pt x="78" y="3321"/>
                  </a:lnTo>
                  <a:lnTo>
                    <a:pt x="1" y="3399"/>
                  </a:lnTo>
                  <a:lnTo>
                    <a:pt x="3051" y="5600"/>
                  </a:lnTo>
                  <a:lnTo>
                    <a:pt x="6141" y="7723"/>
                  </a:lnTo>
                  <a:lnTo>
                    <a:pt x="5639" y="7839"/>
                  </a:lnTo>
                  <a:lnTo>
                    <a:pt x="5175" y="7916"/>
                  </a:lnTo>
                  <a:lnTo>
                    <a:pt x="4673" y="7955"/>
                  </a:lnTo>
                  <a:lnTo>
                    <a:pt x="4210" y="7994"/>
                  </a:lnTo>
                  <a:lnTo>
                    <a:pt x="4094" y="7994"/>
                  </a:lnTo>
                  <a:lnTo>
                    <a:pt x="4055" y="8071"/>
                  </a:lnTo>
                  <a:lnTo>
                    <a:pt x="4248" y="8303"/>
                  </a:lnTo>
                  <a:lnTo>
                    <a:pt x="5098" y="8303"/>
                  </a:lnTo>
                  <a:lnTo>
                    <a:pt x="5523" y="8264"/>
                  </a:lnTo>
                  <a:lnTo>
                    <a:pt x="5948" y="8187"/>
                  </a:lnTo>
                  <a:lnTo>
                    <a:pt x="6372" y="8110"/>
                  </a:lnTo>
                  <a:lnTo>
                    <a:pt x="6797" y="7955"/>
                  </a:lnTo>
                  <a:lnTo>
                    <a:pt x="7647" y="7646"/>
                  </a:lnTo>
                  <a:lnTo>
                    <a:pt x="8458" y="7221"/>
                  </a:lnTo>
                  <a:lnTo>
                    <a:pt x="9230" y="6758"/>
                  </a:lnTo>
                  <a:lnTo>
                    <a:pt x="10002" y="6295"/>
                  </a:lnTo>
                  <a:lnTo>
                    <a:pt x="10659" y="5793"/>
                  </a:lnTo>
                  <a:lnTo>
                    <a:pt x="11315" y="5252"/>
                  </a:lnTo>
                  <a:lnTo>
                    <a:pt x="11933" y="4673"/>
                  </a:lnTo>
                  <a:lnTo>
                    <a:pt x="12512" y="4055"/>
                  </a:lnTo>
                  <a:lnTo>
                    <a:pt x="12975" y="3360"/>
                  </a:lnTo>
                  <a:lnTo>
                    <a:pt x="13207" y="3012"/>
                  </a:lnTo>
                  <a:lnTo>
                    <a:pt x="13400" y="2665"/>
                  </a:lnTo>
                  <a:lnTo>
                    <a:pt x="13555" y="2279"/>
                  </a:lnTo>
                  <a:lnTo>
                    <a:pt x="13709" y="1893"/>
                  </a:lnTo>
                  <a:lnTo>
                    <a:pt x="13864" y="1506"/>
                  </a:lnTo>
                  <a:lnTo>
                    <a:pt x="13941" y="1082"/>
                  </a:lnTo>
                  <a:lnTo>
                    <a:pt x="14018" y="657"/>
                  </a:lnTo>
                  <a:lnTo>
                    <a:pt x="14057" y="232"/>
                  </a:lnTo>
                  <a:lnTo>
                    <a:pt x="14018" y="116"/>
                  </a:lnTo>
                  <a:lnTo>
                    <a:pt x="13941" y="39"/>
                  </a:lnTo>
                  <a:lnTo>
                    <a:pt x="139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22"/>
            <p:cNvSpPr/>
            <p:nvPr/>
          </p:nvSpPr>
          <p:spPr>
            <a:xfrm>
              <a:off x="6594125" y="27093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8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22"/>
            <p:cNvSpPr/>
            <p:nvPr/>
          </p:nvSpPr>
          <p:spPr>
            <a:xfrm>
              <a:off x="464975" y="27160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0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22"/>
            <p:cNvSpPr/>
            <p:nvPr/>
          </p:nvSpPr>
          <p:spPr>
            <a:xfrm>
              <a:off x="2488400" y="2725700"/>
              <a:ext cx="48275" cy="165100"/>
            </a:xfrm>
            <a:custGeom>
              <a:avLst/>
              <a:gdLst/>
              <a:ahLst/>
              <a:cxnLst/>
              <a:rect l="l" t="t" r="r" b="b"/>
              <a:pathLst>
                <a:path w="1931" h="6604" extrusionOk="0">
                  <a:moveTo>
                    <a:pt x="271" y="1"/>
                  </a:moveTo>
                  <a:lnTo>
                    <a:pt x="193" y="39"/>
                  </a:lnTo>
                  <a:lnTo>
                    <a:pt x="155" y="39"/>
                  </a:lnTo>
                  <a:lnTo>
                    <a:pt x="0" y="155"/>
                  </a:lnTo>
                  <a:lnTo>
                    <a:pt x="0" y="194"/>
                  </a:lnTo>
                  <a:lnTo>
                    <a:pt x="348" y="1815"/>
                  </a:lnTo>
                  <a:lnTo>
                    <a:pt x="773" y="3437"/>
                  </a:lnTo>
                  <a:lnTo>
                    <a:pt x="1236" y="5021"/>
                  </a:lnTo>
                  <a:lnTo>
                    <a:pt x="1738" y="6604"/>
                  </a:lnTo>
                  <a:lnTo>
                    <a:pt x="1931" y="6565"/>
                  </a:lnTo>
                  <a:lnTo>
                    <a:pt x="1622" y="4982"/>
                  </a:lnTo>
                  <a:lnTo>
                    <a:pt x="1236" y="3360"/>
                  </a:lnTo>
                  <a:lnTo>
                    <a:pt x="773" y="1777"/>
                  </a:lnTo>
                  <a:lnTo>
                    <a:pt x="271" y="194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22"/>
            <p:cNvSpPr/>
            <p:nvPr/>
          </p:nvSpPr>
          <p:spPr>
            <a:xfrm>
              <a:off x="2495150" y="2725700"/>
              <a:ext cx="165100" cy="91725"/>
            </a:xfrm>
            <a:custGeom>
              <a:avLst/>
              <a:gdLst/>
              <a:ahLst/>
              <a:cxnLst/>
              <a:rect l="l" t="t" r="r" b="b"/>
              <a:pathLst>
                <a:path w="6604" h="3669" extrusionOk="0">
                  <a:moveTo>
                    <a:pt x="116" y="1"/>
                  </a:moveTo>
                  <a:lnTo>
                    <a:pt x="1" y="194"/>
                  </a:lnTo>
                  <a:lnTo>
                    <a:pt x="1622" y="1043"/>
                  </a:lnTo>
                  <a:lnTo>
                    <a:pt x="3244" y="1893"/>
                  </a:lnTo>
                  <a:lnTo>
                    <a:pt x="4017" y="2356"/>
                  </a:lnTo>
                  <a:lnTo>
                    <a:pt x="4827" y="2819"/>
                  </a:lnTo>
                  <a:lnTo>
                    <a:pt x="5638" y="3283"/>
                  </a:lnTo>
                  <a:lnTo>
                    <a:pt x="6024" y="3476"/>
                  </a:lnTo>
                  <a:lnTo>
                    <a:pt x="6449" y="3669"/>
                  </a:lnTo>
                  <a:lnTo>
                    <a:pt x="6604" y="3592"/>
                  </a:lnTo>
                  <a:lnTo>
                    <a:pt x="6604" y="3515"/>
                  </a:lnTo>
                  <a:lnTo>
                    <a:pt x="6565" y="3437"/>
                  </a:lnTo>
                  <a:lnTo>
                    <a:pt x="6218" y="3167"/>
                  </a:lnTo>
                  <a:lnTo>
                    <a:pt x="5870" y="2935"/>
                  </a:lnTo>
                  <a:lnTo>
                    <a:pt x="5098" y="2472"/>
                  </a:lnTo>
                  <a:lnTo>
                    <a:pt x="3515" y="1622"/>
                  </a:lnTo>
                  <a:lnTo>
                    <a:pt x="1815" y="773"/>
                  </a:lnTo>
                  <a:lnTo>
                    <a:pt x="966" y="387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22"/>
            <p:cNvSpPr/>
            <p:nvPr/>
          </p:nvSpPr>
          <p:spPr>
            <a:xfrm>
              <a:off x="4212550" y="2732450"/>
              <a:ext cx="315700" cy="477900"/>
            </a:xfrm>
            <a:custGeom>
              <a:avLst/>
              <a:gdLst/>
              <a:ahLst/>
              <a:cxnLst/>
              <a:rect l="l" t="t" r="r" b="b"/>
              <a:pathLst>
                <a:path w="12628" h="19116" extrusionOk="0">
                  <a:moveTo>
                    <a:pt x="1004" y="619"/>
                  </a:moveTo>
                  <a:lnTo>
                    <a:pt x="1661" y="850"/>
                  </a:lnTo>
                  <a:lnTo>
                    <a:pt x="2317" y="1121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5"/>
                  </a:lnTo>
                  <a:lnTo>
                    <a:pt x="3862" y="2472"/>
                  </a:lnTo>
                  <a:lnTo>
                    <a:pt x="4016" y="2820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8"/>
                  </a:lnTo>
                  <a:lnTo>
                    <a:pt x="9345" y="15138"/>
                  </a:lnTo>
                  <a:lnTo>
                    <a:pt x="8920" y="15370"/>
                  </a:lnTo>
                  <a:lnTo>
                    <a:pt x="7955" y="13516"/>
                  </a:lnTo>
                  <a:lnTo>
                    <a:pt x="6990" y="11663"/>
                  </a:lnTo>
                  <a:lnTo>
                    <a:pt x="5020" y="7956"/>
                  </a:lnTo>
                  <a:lnTo>
                    <a:pt x="3012" y="4287"/>
                  </a:lnTo>
                  <a:lnTo>
                    <a:pt x="1004" y="619"/>
                  </a:lnTo>
                  <a:close/>
                  <a:moveTo>
                    <a:pt x="657" y="503"/>
                  </a:moveTo>
                  <a:lnTo>
                    <a:pt x="657" y="541"/>
                  </a:lnTo>
                  <a:lnTo>
                    <a:pt x="4673" y="8033"/>
                  </a:lnTo>
                  <a:lnTo>
                    <a:pt x="6719" y="11740"/>
                  </a:lnTo>
                  <a:lnTo>
                    <a:pt x="7762" y="13593"/>
                  </a:lnTo>
                  <a:lnTo>
                    <a:pt x="8805" y="15447"/>
                  </a:lnTo>
                  <a:lnTo>
                    <a:pt x="8650" y="15524"/>
                  </a:lnTo>
                  <a:lnTo>
                    <a:pt x="7414" y="13748"/>
                  </a:lnTo>
                  <a:lnTo>
                    <a:pt x="6179" y="12010"/>
                  </a:lnTo>
                  <a:lnTo>
                    <a:pt x="3592" y="8535"/>
                  </a:lnTo>
                  <a:lnTo>
                    <a:pt x="2317" y="6758"/>
                  </a:lnTo>
                  <a:lnTo>
                    <a:pt x="1004" y="4944"/>
                  </a:lnTo>
                  <a:lnTo>
                    <a:pt x="850" y="4712"/>
                  </a:lnTo>
                  <a:lnTo>
                    <a:pt x="734" y="4480"/>
                  </a:lnTo>
                  <a:lnTo>
                    <a:pt x="618" y="4210"/>
                  </a:lnTo>
                  <a:lnTo>
                    <a:pt x="541" y="3940"/>
                  </a:lnTo>
                  <a:lnTo>
                    <a:pt x="464" y="3399"/>
                  </a:lnTo>
                  <a:lnTo>
                    <a:pt x="425" y="2820"/>
                  </a:lnTo>
                  <a:lnTo>
                    <a:pt x="464" y="2241"/>
                  </a:lnTo>
                  <a:lnTo>
                    <a:pt x="502" y="1661"/>
                  </a:lnTo>
                  <a:lnTo>
                    <a:pt x="657" y="503"/>
                  </a:lnTo>
                  <a:close/>
                  <a:moveTo>
                    <a:pt x="11508" y="12280"/>
                  </a:moveTo>
                  <a:lnTo>
                    <a:pt x="11662" y="12358"/>
                  </a:lnTo>
                  <a:lnTo>
                    <a:pt x="11817" y="12435"/>
                  </a:lnTo>
                  <a:lnTo>
                    <a:pt x="12164" y="12860"/>
                  </a:lnTo>
                  <a:lnTo>
                    <a:pt x="12241" y="13053"/>
                  </a:lnTo>
                  <a:lnTo>
                    <a:pt x="12280" y="13246"/>
                  </a:lnTo>
                  <a:lnTo>
                    <a:pt x="12241" y="13439"/>
                  </a:lnTo>
                  <a:lnTo>
                    <a:pt x="12203" y="13632"/>
                  </a:lnTo>
                  <a:lnTo>
                    <a:pt x="12048" y="14018"/>
                  </a:lnTo>
                  <a:lnTo>
                    <a:pt x="11855" y="14366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2"/>
                  </a:lnTo>
                  <a:lnTo>
                    <a:pt x="10156" y="15872"/>
                  </a:lnTo>
                  <a:lnTo>
                    <a:pt x="10118" y="15987"/>
                  </a:lnTo>
                  <a:lnTo>
                    <a:pt x="9770" y="16180"/>
                  </a:lnTo>
                  <a:lnTo>
                    <a:pt x="9114" y="16605"/>
                  </a:lnTo>
                  <a:lnTo>
                    <a:pt x="8457" y="16953"/>
                  </a:lnTo>
                  <a:lnTo>
                    <a:pt x="7723" y="17262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5" y="17648"/>
                  </a:lnTo>
                  <a:lnTo>
                    <a:pt x="5754" y="17648"/>
                  </a:lnTo>
                  <a:lnTo>
                    <a:pt x="5561" y="17571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8" y="17184"/>
                  </a:lnTo>
                  <a:lnTo>
                    <a:pt x="4982" y="16876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5"/>
                  </a:lnTo>
                  <a:lnTo>
                    <a:pt x="5175" y="15949"/>
                  </a:lnTo>
                  <a:lnTo>
                    <a:pt x="5291" y="15833"/>
                  </a:lnTo>
                  <a:lnTo>
                    <a:pt x="5406" y="15756"/>
                  </a:lnTo>
                  <a:lnTo>
                    <a:pt x="5522" y="15717"/>
                  </a:lnTo>
                  <a:lnTo>
                    <a:pt x="5638" y="15756"/>
                  </a:lnTo>
                  <a:lnTo>
                    <a:pt x="5793" y="15833"/>
                  </a:lnTo>
                  <a:lnTo>
                    <a:pt x="5947" y="15949"/>
                  </a:lnTo>
                  <a:lnTo>
                    <a:pt x="6063" y="16142"/>
                  </a:lnTo>
                  <a:lnTo>
                    <a:pt x="6256" y="16374"/>
                  </a:lnTo>
                  <a:lnTo>
                    <a:pt x="6102" y="16412"/>
                  </a:lnTo>
                  <a:lnTo>
                    <a:pt x="6024" y="16451"/>
                  </a:lnTo>
                  <a:lnTo>
                    <a:pt x="6024" y="16567"/>
                  </a:lnTo>
                  <a:lnTo>
                    <a:pt x="6063" y="16644"/>
                  </a:lnTo>
                  <a:lnTo>
                    <a:pt x="6140" y="16644"/>
                  </a:lnTo>
                  <a:lnTo>
                    <a:pt x="6912" y="16567"/>
                  </a:lnTo>
                  <a:lnTo>
                    <a:pt x="7685" y="16374"/>
                  </a:lnTo>
                  <a:lnTo>
                    <a:pt x="8496" y="16065"/>
                  </a:lnTo>
                  <a:lnTo>
                    <a:pt x="9229" y="15717"/>
                  </a:lnTo>
                  <a:lnTo>
                    <a:pt x="9616" y="15485"/>
                  </a:lnTo>
                  <a:lnTo>
                    <a:pt x="9963" y="15254"/>
                  </a:lnTo>
                  <a:lnTo>
                    <a:pt x="10272" y="15022"/>
                  </a:lnTo>
                  <a:lnTo>
                    <a:pt x="10581" y="14752"/>
                  </a:lnTo>
                  <a:lnTo>
                    <a:pt x="10890" y="14481"/>
                  </a:lnTo>
                  <a:lnTo>
                    <a:pt x="11121" y="14173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9"/>
                  </a:lnTo>
                  <a:lnTo>
                    <a:pt x="11546" y="13362"/>
                  </a:lnTo>
                  <a:lnTo>
                    <a:pt x="11508" y="13284"/>
                  </a:lnTo>
                  <a:lnTo>
                    <a:pt x="11430" y="13246"/>
                  </a:lnTo>
                  <a:lnTo>
                    <a:pt x="11237" y="13246"/>
                  </a:lnTo>
                  <a:lnTo>
                    <a:pt x="11160" y="13323"/>
                  </a:lnTo>
                  <a:lnTo>
                    <a:pt x="10967" y="13671"/>
                  </a:lnTo>
                  <a:lnTo>
                    <a:pt x="10774" y="13555"/>
                  </a:lnTo>
                  <a:lnTo>
                    <a:pt x="10658" y="13439"/>
                  </a:lnTo>
                  <a:lnTo>
                    <a:pt x="10619" y="13284"/>
                  </a:lnTo>
                  <a:lnTo>
                    <a:pt x="10581" y="13169"/>
                  </a:lnTo>
                  <a:lnTo>
                    <a:pt x="10619" y="13014"/>
                  </a:lnTo>
                  <a:lnTo>
                    <a:pt x="10658" y="12860"/>
                  </a:lnTo>
                  <a:lnTo>
                    <a:pt x="10851" y="12628"/>
                  </a:lnTo>
                  <a:lnTo>
                    <a:pt x="10928" y="12473"/>
                  </a:lnTo>
                  <a:lnTo>
                    <a:pt x="11044" y="12358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1"/>
                  </a:moveTo>
                  <a:lnTo>
                    <a:pt x="348" y="40"/>
                  </a:lnTo>
                  <a:lnTo>
                    <a:pt x="271" y="117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3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6"/>
                  </a:lnTo>
                  <a:lnTo>
                    <a:pt x="232" y="4519"/>
                  </a:lnTo>
                  <a:lnTo>
                    <a:pt x="348" y="4751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6"/>
                  </a:lnTo>
                  <a:lnTo>
                    <a:pt x="5445" y="11817"/>
                  </a:lnTo>
                  <a:lnTo>
                    <a:pt x="6874" y="13748"/>
                  </a:lnTo>
                  <a:lnTo>
                    <a:pt x="8341" y="15640"/>
                  </a:lnTo>
                  <a:lnTo>
                    <a:pt x="7492" y="15987"/>
                  </a:lnTo>
                  <a:lnTo>
                    <a:pt x="6642" y="16258"/>
                  </a:lnTo>
                  <a:lnTo>
                    <a:pt x="6681" y="16103"/>
                  </a:lnTo>
                  <a:lnTo>
                    <a:pt x="6681" y="15949"/>
                  </a:lnTo>
                  <a:lnTo>
                    <a:pt x="6642" y="15756"/>
                  </a:lnTo>
                  <a:lnTo>
                    <a:pt x="6565" y="15640"/>
                  </a:lnTo>
                  <a:lnTo>
                    <a:pt x="6488" y="15485"/>
                  </a:lnTo>
                  <a:lnTo>
                    <a:pt x="6333" y="15370"/>
                  </a:lnTo>
                  <a:lnTo>
                    <a:pt x="6179" y="15292"/>
                  </a:lnTo>
                  <a:lnTo>
                    <a:pt x="6024" y="15254"/>
                  </a:lnTo>
                  <a:lnTo>
                    <a:pt x="5715" y="15254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6" y="16296"/>
                  </a:lnTo>
                  <a:lnTo>
                    <a:pt x="4596" y="16567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8" y="17725"/>
                  </a:lnTo>
                  <a:lnTo>
                    <a:pt x="5368" y="17841"/>
                  </a:lnTo>
                  <a:lnTo>
                    <a:pt x="5677" y="17918"/>
                  </a:lnTo>
                  <a:lnTo>
                    <a:pt x="6024" y="17957"/>
                  </a:lnTo>
                  <a:lnTo>
                    <a:pt x="6372" y="17918"/>
                  </a:lnTo>
                  <a:lnTo>
                    <a:pt x="6719" y="17841"/>
                  </a:lnTo>
                  <a:lnTo>
                    <a:pt x="7106" y="17764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3"/>
                  </a:lnTo>
                  <a:lnTo>
                    <a:pt x="9229" y="16876"/>
                  </a:lnTo>
                  <a:lnTo>
                    <a:pt x="9461" y="16760"/>
                  </a:lnTo>
                  <a:lnTo>
                    <a:pt x="10233" y="16258"/>
                  </a:lnTo>
                  <a:lnTo>
                    <a:pt x="10813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4"/>
                  </a:lnTo>
                  <a:lnTo>
                    <a:pt x="11817" y="18150"/>
                  </a:lnTo>
                  <a:lnTo>
                    <a:pt x="11392" y="17455"/>
                  </a:lnTo>
                  <a:lnTo>
                    <a:pt x="10928" y="16760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4"/>
                  </a:lnTo>
                  <a:lnTo>
                    <a:pt x="11894" y="14790"/>
                  </a:lnTo>
                  <a:lnTo>
                    <a:pt x="12125" y="14559"/>
                  </a:lnTo>
                  <a:lnTo>
                    <a:pt x="12280" y="14288"/>
                  </a:lnTo>
                  <a:lnTo>
                    <a:pt x="12434" y="14057"/>
                  </a:lnTo>
                  <a:lnTo>
                    <a:pt x="12512" y="13786"/>
                  </a:lnTo>
                  <a:lnTo>
                    <a:pt x="12589" y="13555"/>
                  </a:lnTo>
                  <a:lnTo>
                    <a:pt x="12627" y="13284"/>
                  </a:lnTo>
                  <a:lnTo>
                    <a:pt x="12589" y="13053"/>
                  </a:lnTo>
                  <a:lnTo>
                    <a:pt x="12512" y="12821"/>
                  </a:lnTo>
                  <a:lnTo>
                    <a:pt x="12357" y="12589"/>
                  </a:lnTo>
                  <a:lnTo>
                    <a:pt x="12164" y="12358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9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1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2"/>
                  </a:lnTo>
                  <a:lnTo>
                    <a:pt x="10619" y="13786"/>
                  </a:lnTo>
                  <a:lnTo>
                    <a:pt x="10813" y="13902"/>
                  </a:lnTo>
                  <a:lnTo>
                    <a:pt x="10504" y="14250"/>
                  </a:lnTo>
                  <a:lnTo>
                    <a:pt x="10156" y="14597"/>
                  </a:lnTo>
                  <a:lnTo>
                    <a:pt x="9770" y="14868"/>
                  </a:lnTo>
                  <a:lnTo>
                    <a:pt x="9430" y="15084"/>
                  </a:lnTo>
                  <a:lnTo>
                    <a:pt x="9461" y="15022"/>
                  </a:lnTo>
                  <a:lnTo>
                    <a:pt x="9500" y="14945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9"/>
                  </a:lnTo>
                  <a:lnTo>
                    <a:pt x="3823" y="1545"/>
                  </a:lnTo>
                  <a:lnTo>
                    <a:pt x="3514" y="1237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1" y="233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22"/>
            <p:cNvSpPr/>
            <p:nvPr/>
          </p:nvSpPr>
          <p:spPr>
            <a:xfrm>
              <a:off x="3419975" y="2751775"/>
              <a:ext cx="68575" cy="77250"/>
            </a:xfrm>
            <a:custGeom>
              <a:avLst/>
              <a:gdLst/>
              <a:ahLst/>
              <a:cxnLst/>
              <a:rect l="l" t="t" r="r" b="b"/>
              <a:pathLst>
                <a:path w="2743" h="3090" extrusionOk="0">
                  <a:moveTo>
                    <a:pt x="1198" y="464"/>
                  </a:moveTo>
                  <a:lnTo>
                    <a:pt x="1429" y="502"/>
                  </a:lnTo>
                  <a:lnTo>
                    <a:pt x="1700" y="618"/>
                  </a:lnTo>
                  <a:lnTo>
                    <a:pt x="1893" y="772"/>
                  </a:lnTo>
                  <a:lnTo>
                    <a:pt x="2047" y="966"/>
                  </a:lnTo>
                  <a:lnTo>
                    <a:pt x="2163" y="1159"/>
                  </a:lnTo>
                  <a:lnTo>
                    <a:pt x="2240" y="1352"/>
                  </a:lnTo>
                  <a:lnTo>
                    <a:pt x="2356" y="1738"/>
                  </a:lnTo>
                  <a:lnTo>
                    <a:pt x="2395" y="2163"/>
                  </a:lnTo>
                  <a:lnTo>
                    <a:pt x="2395" y="2587"/>
                  </a:lnTo>
                  <a:lnTo>
                    <a:pt x="2240" y="2433"/>
                  </a:lnTo>
                  <a:lnTo>
                    <a:pt x="2047" y="2278"/>
                  </a:lnTo>
                  <a:lnTo>
                    <a:pt x="1661" y="2085"/>
                  </a:lnTo>
                  <a:lnTo>
                    <a:pt x="1275" y="1931"/>
                  </a:lnTo>
                  <a:lnTo>
                    <a:pt x="1043" y="1815"/>
                  </a:lnTo>
                  <a:lnTo>
                    <a:pt x="850" y="1699"/>
                  </a:lnTo>
                  <a:lnTo>
                    <a:pt x="657" y="1545"/>
                  </a:lnTo>
                  <a:lnTo>
                    <a:pt x="503" y="1390"/>
                  </a:lnTo>
                  <a:lnTo>
                    <a:pt x="425" y="1197"/>
                  </a:lnTo>
                  <a:lnTo>
                    <a:pt x="425" y="1081"/>
                  </a:lnTo>
                  <a:lnTo>
                    <a:pt x="425" y="966"/>
                  </a:lnTo>
                  <a:lnTo>
                    <a:pt x="503" y="811"/>
                  </a:lnTo>
                  <a:lnTo>
                    <a:pt x="541" y="695"/>
                  </a:lnTo>
                  <a:lnTo>
                    <a:pt x="618" y="618"/>
                  </a:lnTo>
                  <a:lnTo>
                    <a:pt x="734" y="541"/>
                  </a:lnTo>
                  <a:lnTo>
                    <a:pt x="850" y="464"/>
                  </a:lnTo>
                  <a:close/>
                  <a:moveTo>
                    <a:pt x="1043" y="0"/>
                  </a:moveTo>
                  <a:lnTo>
                    <a:pt x="812" y="77"/>
                  </a:lnTo>
                  <a:lnTo>
                    <a:pt x="580" y="155"/>
                  </a:lnTo>
                  <a:lnTo>
                    <a:pt x="387" y="309"/>
                  </a:lnTo>
                  <a:lnTo>
                    <a:pt x="232" y="464"/>
                  </a:lnTo>
                  <a:lnTo>
                    <a:pt x="116" y="618"/>
                  </a:lnTo>
                  <a:lnTo>
                    <a:pt x="39" y="811"/>
                  </a:lnTo>
                  <a:lnTo>
                    <a:pt x="1" y="1043"/>
                  </a:lnTo>
                  <a:lnTo>
                    <a:pt x="39" y="1236"/>
                  </a:lnTo>
                  <a:lnTo>
                    <a:pt x="78" y="1468"/>
                  </a:lnTo>
                  <a:lnTo>
                    <a:pt x="194" y="1661"/>
                  </a:lnTo>
                  <a:lnTo>
                    <a:pt x="387" y="1892"/>
                  </a:lnTo>
                  <a:lnTo>
                    <a:pt x="657" y="2085"/>
                  </a:lnTo>
                  <a:lnTo>
                    <a:pt x="927" y="2201"/>
                  </a:lnTo>
                  <a:lnTo>
                    <a:pt x="1236" y="2317"/>
                  </a:lnTo>
                  <a:lnTo>
                    <a:pt x="1507" y="2433"/>
                  </a:lnTo>
                  <a:lnTo>
                    <a:pt x="1777" y="2587"/>
                  </a:lnTo>
                  <a:lnTo>
                    <a:pt x="2009" y="2780"/>
                  </a:lnTo>
                  <a:lnTo>
                    <a:pt x="2240" y="3012"/>
                  </a:lnTo>
                  <a:lnTo>
                    <a:pt x="2317" y="3051"/>
                  </a:lnTo>
                  <a:lnTo>
                    <a:pt x="2395" y="3089"/>
                  </a:lnTo>
                  <a:lnTo>
                    <a:pt x="2472" y="3051"/>
                  </a:lnTo>
                  <a:lnTo>
                    <a:pt x="2549" y="3012"/>
                  </a:lnTo>
                  <a:lnTo>
                    <a:pt x="2588" y="3012"/>
                  </a:lnTo>
                  <a:lnTo>
                    <a:pt x="2626" y="2935"/>
                  </a:lnTo>
                  <a:lnTo>
                    <a:pt x="2704" y="2356"/>
                  </a:lnTo>
                  <a:lnTo>
                    <a:pt x="2742" y="2047"/>
                  </a:lnTo>
                  <a:lnTo>
                    <a:pt x="2704" y="1738"/>
                  </a:lnTo>
                  <a:lnTo>
                    <a:pt x="2665" y="1429"/>
                  </a:lnTo>
                  <a:lnTo>
                    <a:pt x="2588" y="1159"/>
                  </a:lnTo>
                  <a:lnTo>
                    <a:pt x="2472" y="888"/>
                  </a:lnTo>
                  <a:lnTo>
                    <a:pt x="2317" y="618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38" y="155"/>
                  </a:lnTo>
                  <a:lnTo>
                    <a:pt x="1507" y="77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22"/>
            <p:cNvSpPr/>
            <p:nvPr/>
          </p:nvSpPr>
          <p:spPr>
            <a:xfrm>
              <a:off x="408025" y="27595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7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79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1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22"/>
            <p:cNvSpPr/>
            <p:nvPr/>
          </p:nvSpPr>
          <p:spPr>
            <a:xfrm>
              <a:off x="1650450" y="2767225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1" y="5367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8"/>
                  </a:lnTo>
                  <a:lnTo>
                    <a:pt x="3978" y="888"/>
                  </a:lnTo>
                  <a:lnTo>
                    <a:pt x="4634" y="656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2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3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30" y="7375"/>
                  </a:lnTo>
                  <a:lnTo>
                    <a:pt x="13439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5"/>
                  </a:lnTo>
                  <a:lnTo>
                    <a:pt x="16721" y="9885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3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1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79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7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22"/>
            <p:cNvSpPr/>
            <p:nvPr/>
          </p:nvSpPr>
          <p:spPr>
            <a:xfrm>
              <a:off x="4802400" y="27817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0"/>
                  </a:moveTo>
                  <a:lnTo>
                    <a:pt x="12434" y="39"/>
                  </a:lnTo>
                  <a:lnTo>
                    <a:pt x="12357" y="77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8"/>
                  </a:lnTo>
                  <a:lnTo>
                    <a:pt x="12164" y="1043"/>
                  </a:lnTo>
                  <a:lnTo>
                    <a:pt x="12009" y="1197"/>
                  </a:lnTo>
                  <a:lnTo>
                    <a:pt x="11855" y="1313"/>
                  </a:lnTo>
                  <a:lnTo>
                    <a:pt x="11430" y="1545"/>
                  </a:lnTo>
                  <a:lnTo>
                    <a:pt x="11005" y="1699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4" y="2085"/>
                  </a:lnTo>
                  <a:lnTo>
                    <a:pt x="9345" y="2008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0"/>
                  </a:lnTo>
                  <a:lnTo>
                    <a:pt x="8611" y="1699"/>
                  </a:lnTo>
                  <a:lnTo>
                    <a:pt x="8804" y="2008"/>
                  </a:lnTo>
                  <a:lnTo>
                    <a:pt x="8997" y="2279"/>
                  </a:lnTo>
                  <a:lnTo>
                    <a:pt x="7839" y="2587"/>
                  </a:lnTo>
                  <a:lnTo>
                    <a:pt x="6719" y="2819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9" y="3282"/>
                  </a:lnTo>
                  <a:lnTo>
                    <a:pt x="3746" y="2935"/>
                  </a:lnTo>
                  <a:lnTo>
                    <a:pt x="3784" y="2587"/>
                  </a:lnTo>
                  <a:lnTo>
                    <a:pt x="3707" y="2240"/>
                  </a:lnTo>
                  <a:lnTo>
                    <a:pt x="3630" y="1892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7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8"/>
                  </a:lnTo>
                  <a:lnTo>
                    <a:pt x="1815" y="3437"/>
                  </a:lnTo>
                  <a:lnTo>
                    <a:pt x="1352" y="3398"/>
                  </a:lnTo>
                  <a:lnTo>
                    <a:pt x="965" y="3360"/>
                  </a:lnTo>
                  <a:lnTo>
                    <a:pt x="772" y="3282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3"/>
                  </a:lnTo>
                  <a:lnTo>
                    <a:pt x="309" y="2665"/>
                  </a:lnTo>
                  <a:lnTo>
                    <a:pt x="232" y="2587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3"/>
                  </a:lnTo>
                  <a:lnTo>
                    <a:pt x="0" y="2858"/>
                  </a:lnTo>
                  <a:lnTo>
                    <a:pt x="0" y="3012"/>
                  </a:lnTo>
                  <a:lnTo>
                    <a:pt x="0" y="3167"/>
                  </a:lnTo>
                  <a:lnTo>
                    <a:pt x="39" y="3282"/>
                  </a:lnTo>
                  <a:lnTo>
                    <a:pt x="116" y="3398"/>
                  </a:lnTo>
                  <a:lnTo>
                    <a:pt x="193" y="3514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0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0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2"/>
                  </a:lnTo>
                  <a:lnTo>
                    <a:pt x="12048" y="1699"/>
                  </a:lnTo>
                  <a:lnTo>
                    <a:pt x="12357" y="1506"/>
                  </a:lnTo>
                  <a:lnTo>
                    <a:pt x="12627" y="1236"/>
                  </a:lnTo>
                  <a:lnTo>
                    <a:pt x="12704" y="1081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79"/>
                  </a:lnTo>
                  <a:lnTo>
                    <a:pt x="12820" y="386"/>
                  </a:lnTo>
                  <a:lnTo>
                    <a:pt x="12743" y="155"/>
                  </a:lnTo>
                  <a:lnTo>
                    <a:pt x="12704" y="77"/>
                  </a:lnTo>
                  <a:lnTo>
                    <a:pt x="12627" y="39"/>
                  </a:lnTo>
                  <a:lnTo>
                    <a:pt x="125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22"/>
            <p:cNvSpPr/>
            <p:nvPr/>
          </p:nvSpPr>
          <p:spPr>
            <a:xfrm>
              <a:off x="2362900" y="2786525"/>
              <a:ext cx="114900" cy="130350"/>
            </a:xfrm>
            <a:custGeom>
              <a:avLst/>
              <a:gdLst/>
              <a:ahLst/>
              <a:cxnLst/>
              <a:rect l="l" t="t" r="r" b="b"/>
              <a:pathLst>
                <a:path w="4596" h="5214" extrusionOk="0">
                  <a:moveTo>
                    <a:pt x="232" y="0"/>
                  </a:moveTo>
                  <a:lnTo>
                    <a:pt x="0" y="193"/>
                  </a:lnTo>
                  <a:lnTo>
                    <a:pt x="502" y="888"/>
                  </a:lnTo>
                  <a:lnTo>
                    <a:pt x="1004" y="1622"/>
                  </a:lnTo>
                  <a:lnTo>
                    <a:pt x="1545" y="2279"/>
                  </a:lnTo>
                  <a:lnTo>
                    <a:pt x="2124" y="2974"/>
                  </a:lnTo>
                  <a:lnTo>
                    <a:pt x="3283" y="4248"/>
                  </a:lnTo>
                  <a:lnTo>
                    <a:pt x="3746" y="4789"/>
                  </a:lnTo>
                  <a:lnTo>
                    <a:pt x="3630" y="4789"/>
                  </a:lnTo>
                  <a:lnTo>
                    <a:pt x="3592" y="4866"/>
                  </a:lnTo>
                  <a:lnTo>
                    <a:pt x="3592" y="4982"/>
                  </a:lnTo>
                  <a:lnTo>
                    <a:pt x="3823" y="4904"/>
                  </a:lnTo>
                  <a:lnTo>
                    <a:pt x="4055" y="5059"/>
                  </a:lnTo>
                  <a:lnTo>
                    <a:pt x="4287" y="5213"/>
                  </a:lnTo>
                  <a:lnTo>
                    <a:pt x="4441" y="5213"/>
                  </a:lnTo>
                  <a:lnTo>
                    <a:pt x="4518" y="5175"/>
                  </a:lnTo>
                  <a:lnTo>
                    <a:pt x="4557" y="5097"/>
                  </a:lnTo>
                  <a:lnTo>
                    <a:pt x="4557" y="5059"/>
                  </a:lnTo>
                  <a:lnTo>
                    <a:pt x="4595" y="4982"/>
                  </a:lnTo>
                  <a:lnTo>
                    <a:pt x="4402" y="4750"/>
                  </a:lnTo>
                  <a:lnTo>
                    <a:pt x="4325" y="4750"/>
                  </a:lnTo>
                  <a:lnTo>
                    <a:pt x="4016" y="4480"/>
                  </a:lnTo>
                  <a:lnTo>
                    <a:pt x="3746" y="4171"/>
                  </a:lnTo>
                  <a:lnTo>
                    <a:pt x="3244" y="3553"/>
                  </a:lnTo>
                  <a:lnTo>
                    <a:pt x="2201" y="2394"/>
                  </a:lnTo>
                  <a:lnTo>
                    <a:pt x="1197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22"/>
            <p:cNvSpPr/>
            <p:nvPr/>
          </p:nvSpPr>
          <p:spPr>
            <a:xfrm>
              <a:off x="2090650" y="2821275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8" y="0"/>
                  </a:moveTo>
                  <a:lnTo>
                    <a:pt x="1893" y="78"/>
                  </a:lnTo>
                  <a:lnTo>
                    <a:pt x="1739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4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40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4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2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2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4" y="1622"/>
                  </a:lnTo>
                  <a:lnTo>
                    <a:pt x="1237" y="1313"/>
                  </a:lnTo>
                  <a:lnTo>
                    <a:pt x="1468" y="1004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2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3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2" y="2703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2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5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5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9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5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3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6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3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2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3" y="5793"/>
                  </a:lnTo>
                  <a:lnTo>
                    <a:pt x="4828" y="5638"/>
                  </a:lnTo>
                  <a:lnTo>
                    <a:pt x="4249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5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2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22"/>
            <p:cNvSpPr/>
            <p:nvPr/>
          </p:nvSpPr>
          <p:spPr>
            <a:xfrm>
              <a:off x="3488525" y="28212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120" y="387"/>
                  </a:moveTo>
                  <a:lnTo>
                    <a:pt x="1313" y="425"/>
                  </a:lnTo>
                  <a:lnTo>
                    <a:pt x="1506" y="464"/>
                  </a:lnTo>
                  <a:lnTo>
                    <a:pt x="1661" y="580"/>
                  </a:lnTo>
                  <a:lnTo>
                    <a:pt x="1738" y="734"/>
                  </a:lnTo>
                  <a:lnTo>
                    <a:pt x="1777" y="889"/>
                  </a:lnTo>
                  <a:lnTo>
                    <a:pt x="1738" y="966"/>
                  </a:lnTo>
                  <a:lnTo>
                    <a:pt x="1699" y="1004"/>
                  </a:lnTo>
                  <a:lnTo>
                    <a:pt x="1661" y="1082"/>
                  </a:lnTo>
                  <a:lnTo>
                    <a:pt x="1545" y="1120"/>
                  </a:lnTo>
                  <a:lnTo>
                    <a:pt x="1236" y="1159"/>
                  </a:lnTo>
                  <a:lnTo>
                    <a:pt x="927" y="1159"/>
                  </a:lnTo>
                  <a:lnTo>
                    <a:pt x="579" y="1198"/>
                  </a:lnTo>
                  <a:lnTo>
                    <a:pt x="464" y="1236"/>
                  </a:lnTo>
                  <a:lnTo>
                    <a:pt x="309" y="1313"/>
                  </a:lnTo>
                  <a:lnTo>
                    <a:pt x="309" y="1159"/>
                  </a:lnTo>
                  <a:lnTo>
                    <a:pt x="348" y="1004"/>
                  </a:lnTo>
                  <a:lnTo>
                    <a:pt x="386" y="850"/>
                  </a:lnTo>
                  <a:lnTo>
                    <a:pt x="464" y="734"/>
                  </a:lnTo>
                  <a:lnTo>
                    <a:pt x="541" y="618"/>
                  </a:lnTo>
                  <a:lnTo>
                    <a:pt x="657" y="541"/>
                  </a:lnTo>
                  <a:lnTo>
                    <a:pt x="811" y="464"/>
                  </a:lnTo>
                  <a:lnTo>
                    <a:pt x="927" y="425"/>
                  </a:lnTo>
                  <a:lnTo>
                    <a:pt x="1120" y="387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79" y="116"/>
                  </a:lnTo>
                  <a:lnTo>
                    <a:pt x="425" y="232"/>
                  </a:lnTo>
                  <a:lnTo>
                    <a:pt x="271" y="387"/>
                  </a:lnTo>
                  <a:lnTo>
                    <a:pt x="155" y="541"/>
                  </a:lnTo>
                  <a:lnTo>
                    <a:pt x="77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68"/>
                  </a:lnTo>
                  <a:lnTo>
                    <a:pt x="116" y="1661"/>
                  </a:lnTo>
                  <a:lnTo>
                    <a:pt x="155" y="1738"/>
                  </a:lnTo>
                  <a:lnTo>
                    <a:pt x="232" y="1815"/>
                  </a:lnTo>
                  <a:lnTo>
                    <a:pt x="309" y="1815"/>
                  </a:lnTo>
                  <a:lnTo>
                    <a:pt x="425" y="1777"/>
                  </a:lnTo>
                  <a:lnTo>
                    <a:pt x="541" y="1661"/>
                  </a:lnTo>
                  <a:lnTo>
                    <a:pt x="695" y="1584"/>
                  </a:lnTo>
                  <a:lnTo>
                    <a:pt x="850" y="1545"/>
                  </a:lnTo>
                  <a:lnTo>
                    <a:pt x="1043" y="1545"/>
                  </a:lnTo>
                  <a:lnTo>
                    <a:pt x="1390" y="1506"/>
                  </a:lnTo>
                  <a:lnTo>
                    <a:pt x="1583" y="1506"/>
                  </a:lnTo>
                  <a:lnTo>
                    <a:pt x="1738" y="1468"/>
                  </a:lnTo>
                  <a:lnTo>
                    <a:pt x="1931" y="1391"/>
                  </a:lnTo>
                  <a:lnTo>
                    <a:pt x="2047" y="1275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811"/>
                  </a:lnTo>
                  <a:lnTo>
                    <a:pt x="2124" y="657"/>
                  </a:lnTo>
                  <a:lnTo>
                    <a:pt x="2047" y="502"/>
                  </a:lnTo>
                  <a:lnTo>
                    <a:pt x="1970" y="348"/>
                  </a:lnTo>
                  <a:lnTo>
                    <a:pt x="1777" y="194"/>
                  </a:lnTo>
                  <a:lnTo>
                    <a:pt x="1622" y="116"/>
                  </a:lnTo>
                  <a:lnTo>
                    <a:pt x="1429" y="39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22"/>
            <p:cNvSpPr/>
            <p:nvPr/>
          </p:nvSpPr>
          <p:spPr>
            <a:xfrm>
              <a:off x="3345650" y="2889825"/>
              <a:ext cx="466300" cy="248125"/>
            </a:xfrm>
            <a:custGeom>
              <a:avLst/>
              <a:gdLst/>
              <a:ahLst/>
              <a:cxnLst/>
              <a:rect l="l" t="t" r="r" b="b"/>
              <a:pathLst>
                <a:path w="18652" h="9925" extrusionOk="0">
                  <a:moveTo>
                    <a:pt x="6140" y="0"/>
                  </a:moveTo>
                  <a:lnTo>
                    <a:pt x="5561" y="39"/>
                  </a:lnTo>
                  <a:lnTo>
                    <a:pt x="4982" y="155"/>
                  </a:lnTo>
                  <a:lnTo>
                    <a:pt x="4402" y="309"/>
                  </a:lnTo>
                  <a:lnTo>
                    <a:pt x="3862" y="502"/>
                  </a:lnTo>
                  <a:lnTo>
                    <a:pt x="3283" y="772"/>
                  </a:lnTo>
                  <a:lnTo>
                    <a:pt x="2781" y="1081"/>
                  </a:lnTo>
                  <a:lnTo>
                    <a:pt x="2279" y="1467"/>
                  </a:lnTo>
                  <a:lnTo>
                    <a:pt x="1815" y="1892"/>
                  </a:lnTo>
                  <a:lnTo>
                    <a:pt x="1390" y="2317"/>
                  </a:lnTo>
                  <a:lnTo>
                    <a:pt x="1043" y="2780"/>
                  </a:lnTo>
                  <a:lnTo>
                    <a:pt x="734" y="3244"/>
                  </a:lnTo>
                  <a:lnTo>
                    <a:pt x="464" y="3746"/>
                  </a:lnTo>
                  <a:lnTo>
                    <a:pt x="271" y="4286"/>
                  </a:lnTo>
                  <a:lnTo>
                    <a:pt x="116" y="4827"/>
                  </a:lnTo>
                  <a:lnTo>
                    <a:pt x="0" y="5368"/>
                  </a:lnTo>
                  <a:lnTo>
                    <a:pt x="348" y="5445"/>
                  </a:lnTo>
                  <a:lnTo>
                    <a:pt x="425" y="5020"/>
                  </a:lnTo>
                  <a:lnTo>
                    <a:pt x="541" y="4595"/>
                  </a:lnTo>
                  <a:lnTo>
                    <a:pt x="773" y="4016"/>
                  </a:lnTo>
                  <a:lnTo>
                    <a:pt x="1081" y="3437"/>
                  </a:lnTo>
                  <a:lnTo>
                    <a:pt x="1468" y="2896"/>
                  </a:lnTo>
                  <a:lnTo>
                    <a:pt x="1892" y="2394"/>
                  </a:lnTo>
                  <a:lnTo>
                    <a:pt x="2356" y="1931"/>
                  </a:lnTo>
                  <a:lnTo>
                    <a:pt x="2858" y="1545"/>
                  </a:lnTo>
                  <a:lnTo>
                    <a:pt x="3398" y="1197"/>
                  </a:lnTo>
                  <a:lnTo>
                    <a:pt x="3978" y="888"/>
                  </a:lnTo>
                  <a:lnTo>
                    <a:pt x="4595" y="657"/>
                  </a:lnTo>
                  <a:lnTo>
                    <a:pt x="5252" y="502"/>
                  </a:lnTo>
                  <a:lnTo>
                    <a:pt x="5908" y="425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39" y="618"/>
                  </a:lnTo>
                  <a:lnTo>
                    <a:pt x="8457" y="811"/>
                  </a:lnTo>
                  <a:lnTo>
                    <a:pt x="9075" y="1120"/>
                  </a:lnTo>
                  <a:lnTo>
                    <a:pt x="9422" y="1313"/>
                  </a:lnTo>
                  <a:lnTo>
                    <a:pt x="9731" y="1506"/>
                  </a:lnTo>
                  <a:lnTo>
                    <a:pt x="10002" y="1738"/>
                  </a:lnTo>
                  <a:lnTo>
                    <a:pt x="10272" y="1969"/>
                  </a:lnTo>
                  <a:lnTo>
                    <a:pt x="10774" y="2471"/>
                  </a:lnTo>
                  <a:lnTo>
                    <a:pt x="11199" y="3051"/>
                  </a:lnTo>
                  <a:lnTo>
                    <a:pt x="11546" y="3630"/>
                  </a:lnTo>
                  <a:lnTo>
                    <a:pt x="11855" y="4286"/>
                  </a:lnTo>
                  <a:lnTo>
                    <a:pt x="12164" y="4943"/>
                  </a:lnTo>
                  <a:lnTo>
                    <a:pt x="12396" y="5638"/>
                  </a:lnTo>
                  <a:lnTo>
                    <a:pt x="12627" y="6217"/>
                  </a:lnTo>
                  <a:lnTo>
                    <a:pt x="12859" y="6835"/>
                  </a:lnTo>
                  <a:lnTo>
                    <a:pt x="13129" y="7414"/>
                  </a:lnTo>
                  <a:lnTo>
                    <a:pt x="13438" y="7993"/>
                  </a:lnTo>
                  <a:lnTo>
                    <a:pt x="13786" y="8495"/>
                  </a:lnTo>
                  <a:lnTo>
                    <a:pt x="14211" y="8959"/>
                  </a:lnTo>
                  <a:lnTo>
                    <a:pt x="14442" y="9190"/>
                  </a:lnTo>
                  <a:lnTo>
                    <a:pt x="14713" y="9383"/>
                  </a:lnTo>
                  <a:lnTo>
                    <a:pt x="14983" y="9538"/>
                  </a:lnTo>
                  <a:lnTo>
                    <a:pt x="15253" y="9692"/>
                  </a:lnTo>
                  <a:lnTo>
                    <a:pt x="15717" y="9847"/>
                  </a:lnTo>
                  <a:lnTo>
                    <a:pt x="16219" y="9924"/>
                  </a:lnTo>
                  <a:lnTo>
                    <a:pt x="16682" y="9885"/>
                  </a:lnTo>
                  <a:lnTo>
                    <a:pt x="17145" y="9808"/>
                  </a:lnTo>
                  <a:lnTo>
                    <a:pt x="17609" y="9654"/>
                  </a:lnTo>
                  <a:lnTo>
                    <a:pt x="17802" y="9538"/>
                  </a:lnTo>
                  <a:lnTo>
                    <a:pt x="17995" y="9383"/>
                  </a:lnTo>
                  <a:lnTo>
                    <a:pt x="18188" y="9229"/>
                  </a:lnTo>
                  <a:lnTo>
                    <a:pt x="18342" y="9075"/>
                  </a:lnTo>
                  <a:lnTo>
                    <a:pt x="18497" y="8881"/>
                  </a:lnTo>
                  <a:lnTo>
                    <a:pt x="18613" y="8650"/>
                  </a:lnTo>
                  <a:lnTo>
                    <a:pt x="18651" y="8573"/>
                  </a:lnTo>
                  <a:lnTo>
                    <a:pt x="18613" y="8457"/>
                  </a:lnTo>
                  <a:lnTo>
                    <a:pt x="18651" y="8418"/>
                  </a:lnTo>
                  <a:lnTo>
                    <a:pt x="18613" y="8341"/>
                  </a:lnTo>
                  <a:lnTo>
                    <a:pt x="18304" y="8380"/>
                  </a:lnTo>
                  <a:lnTo>
                    <a:pt x="18265" y="8418"/>
                  </a:lnTo>
                  <a:lnTo>
                    <a:pt x="18033" y="8766"/>
                  </a:lnTo>
                  <a:lnTo>
                    <a:pt x="17802" y="8997"/>
                  </a:lnTo>
                  <a:lnTo>
                    <a:pt x="17493" y="9229"/>
                  </a:lnTo>
                  <a:lnTo>
                    <a:pt x="17184" y="9345"/>
                  </a:lnTo>
                  <a:lnTo>
                    <a:pt x="16798" y="9461"/>
                  </a:lnTo>
                  <a:lnTo>
                    <a:pt x="16064" y="9461"/>
                  </a:lnTo>
                  <a:lnTo>
                    <a:pt x="15717" y="9383"/>
                  </a:lnTo>
                  <a:lnTo>
                    <a:pt x="15330" y="9229"/>
                  </a:lnTo>
                  <a:lnTo>
                    <a:pt x="15021" y="9036"/>
                  </a:lnTo>
                  <a:lnTo>
                    <a:pt x="14674" y="8766"/>
                  </a:lnTo>
                  <a:lnTo>
                    <a:pt x="14404" y="8495"/>
                  </a:lnTo>
                  <a:lnTo>
                    <a:pt x="14133" y="8186"/>
                  </a:lnTo>
                  <a:lnTo>
                    <a:pt x="13902" y="7878"/>
                  </a:lnTo>
                  <a:lnTo>
                    <a:pt x="13709" y="7530"/>
                  </a:lnTo>
                  <a:lnTo>
                    <a:pt x="13515" y="7182"/>
                  </a:lnTo>
                  <a:lnTo>
                    <a:pt x="13207" y="6526"/>
                  </a:lnTo>
                  <a:lnTo>
                    <a:pt x="12936" y="5870"/>
                  </a:lnTo>
                  <a:lnTo>
                    <a:pt x="12434" y="4518"/>
                  </a:lnTo>
                  <a:lnTo>
                    <a:pt x="12164" y="3862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317"/>
                  </a:lnTo>
                  <a:lnTo>
                    <a:pt x="11005" y="2047"/>
                  </a:lnTo>
                  <a:lnTo>
                    <a:pt x="10542" y="1583"/>
                  </a:lnTo>
                  <a:lnTo>
                    <a:pt x="10040" y="1197"/>
                  </a:lnTo>
                  <a:lnTo>
                    <a:pt x="9538" y="888"/>
                  </a:lnTo>
                  <a:lnTo>
                    <a:pt x="9036" y="579"/>
                  </a:lnTo>
                  <a:lnTo>
                    <a:pt x="8457" y="386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22"/>
            <p:cNvSpPr/>
            <p:nvPr/>
          </p:nvSpPr>
          <p:spPr>
            <a:xfrm>
              <a:off x="6719625" y="2898500"/>
              <a:ext cx="625575" cy="344675"/>
            </a:xfrm>
            <a:custGeom>
              <a:avLst/>
              <a:gdLst/>
              <a:ahLst/>
              <a:cxnLst/>
              <a:rect l="l" t="t" r="r" b="b"/>
              <a:pathLst>
                <a:path w="25023" h="13787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9"/>
                  </a:lnTo>
                  <a:lnTo>
                    <a:pt x="23787" y="2163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6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5"/>
                  </a:lnTo>
                  <a:lnTo>
                    <a:pt x="23169" y="1120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2"/>
                  </a:lnTo>
                  <a:lnTo>
                    <a:pt x="23864" y="3515"/>
                  </a:lnTo>
                  <a:lnTo>
                    <a:pt x="23787" y="3399"/>
                  </a:lnTo>
                  <a:lnTo>
                    <a:pt x="23748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1"/>
                  </a:lnTo>
                  <a:lnTo>
                    <a:pt x="16566" y="5407"/>
                  </a:lnTo>
                  <a:lnTo>
                    <a:pt x="16296" y="5445"/>
                  </a:lnTo>
                  <a:lnTo>
                    <a:pt x="15639" y="5523"/>
                  </a:lnTo>
                  <a:lnTo>
                    <a:pt x="15639" y="5484"/>
                  </a:lnTo>
                  <a:lnTo>
                    <a:pt x="15678" y="5368"/>
                  </a:lnTo>
                  <a:lnTo>
                    <a:pt x="15716" y="5252"/>
                  </a:lnTo>
                  <a:lnTo>
                    <a:pt x="15755" y="5175"/>
                  </a:lnTo>
                  <a:lnTo>
                    <a:pt x="15832" y="5098"/>
                  </a:lnTo>
                  <a:lnTo>
                    <a:pt x="15948" y="5021"/>
                  </a:lnTo>
                  <a:lnTo>
                    <a:pt x="16064" y="4982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8"/>
                  </a:lnTo>
                  <a:lnTo>
                    <a:pt x="24250" y="5523"/>
                  </a:lnTo>
                  <a:lnTo>
                    <a:pt x="24057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1"/>
                  </a:lnTo>
                  <a:lnTo>
                    <a:pt x="18111" y="5214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523"/>
                  </a:lnTo>
                  <a:lnTo>
                    <a:pt x="17029" y="5445"/>
                  </a:lnTo>
                  <a:lnTo>
                    <a:pt x="17068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2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7"/>
                  </a:lnTo>
                  <a:lnTo>
                    <a:pt x="14558" y="5870"/>
                  </a:lnTo>
                  <a:lnTo>
                    <a:pt x="14056" y="6102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600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4"/>
                  </a:moveTo>
                  <a:lnTo>
                    <a:pt x="19115" y="5523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6" y="6179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7"/>
                  </a:lnTo>
                  <a:lnTo>
                    <a:pt x="18844" y="5523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0" y="6102"/>
                  </a:lnTo>
                  <a:lnTo>
                    <a:pt x="20466" y="6140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7"/>
                  </a:lnTo>
                  <a:lnTo>
                    <a:pt x="20814" y="6720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8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1" y="5986"/>
                  </a:lnTo>
                  <a:lnTo>
                    <a:pt x="24019" y="6025"/>
                  </a:lnTo>
                  <a:lnTo>
                    <a:pt x="24096" y="6025"/>
                  </a:lnTo>
                  <a:lnTo>
                    <a:pt x="23941" y="6295"/>
                  </a:lnTo>
                  <a:lnTo>
                    <a:pt x="23748" y="6565"/>
                  </a:lnTo>
                  <a:lnTo>
                    <a:pt x="23517" y="6797"/>
                  </a:lnTo>
                  <a:lnTo>
                    <a:pt x="23246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7"/>
                  </a:lnTo>
                  <a:lnTo>
                    <a:pt x="23015" y="6295"/>
                  </a:lnTo>
                  <a:lnTo>
                    <a:pt x="23053" y="6179"/>
                  </a:lnTo>
                  <a:lnTo>
                    <a:pt x="23131" y="6102"/>
                  </a:lnTo>
                  <a:lnTo>
                    <a:pt x="23208" y="6025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8" y="6333"/>
                  </a:lnTo>
                  <a:lnTo>
                    <a:pt x="13168" y="6720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7"/>
                  </a:lnTo>
                  <a:lnTo>
                    <a:pt x="12627" y="6681"/>
                  </a:lnTo>
                  <a:lnTo>
                    <a:pt x="12666" y="6527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218"/>
                  </a:lnTo>
                  <a:lnTo>
                    <a:pt x="13013" y="6140"/>
                  </a:lnTo>
                  <a:lnTo>
                    <a:pt x="13129" y="6102"/>
                  </a:lnTo>
                  <a:close/>
                  <a:moveTo>
                    <a:pt x="22165" y="6565"/>
                  </a:moveTo>
                  <a:lnTo>
                    <a:pt x="22281" y="6604"/>
                  </a:lnTo>
                  <a:lnTo>
                    <a:pt x="22474" y="6720"/>
                  </a:lnTo>
                  <a:lnTo>
                    <a:pt x="22629" y="6874"/>
                  </a:lnTo>
                  <a:lnTo>
                    <a:pt x="22783" y="7029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6"/>
                  </a:lnTo>
                  <a:lnTo>
                    <a:pt x="22937" y="7144"/>
                  </a:lnTo>
                  <a:lnTo>
                    <a:pt x="22551" y="7222"/>
                  </a:lnTo>
                  <a:lnTo>
                    <a:pt x="22165" y="7260"/>
                  </a:lnTo>
                  <a:lnTo>
                    <a:pt x="21779" y="7222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49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5" y="7994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4"/>
                  </a:lnTo>
                  <a:lnTo>
                    <a:pt x="11816" y="7608"/>
                  </a:lnTo>
                  <a:lnTo>
                    <a:pt x="11894" y="7531"/>
                  </a:lnTo>
                  <a:lnTo>
                    <a:pt x="12009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3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2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3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5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4" y="9770"/>
                  </a:moveTo>
                  <a:lnTo>
                    <a:pt x="3900" y="9809"/>
                  </a:lnTo>
                  <a:lnTo>
                    <a:pt x="4016" y="9886"/>
                  </a:lnTo>
                  <a:lnTo>
                    <a:pt x="4093" y="10002"/>
                  </a:lnTo>
                  <a:lnTo>
                    <a:pt x="4132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5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6"/>
                  </a:lnTo>
                  <a:lnTo>
                    <a:pt x="5097" y="10774"/>
                  </a:lnTo>
                  <a:lnTo>
                    <a:pt x="5136" y="10890"/>
                  </a:lnTo>
                  <a:lnTo>
                    <a:pt x="5175" y="11044"/>
                  </a:lnTo>
                  <a:lnTo>
                    <a:pt x="5136" y="11238"/>
                  </a:lnTo>
                  <a:lnTo>
                    <a:pt x="5097" y="11431"/>
                  </a:lnTo>
                  <a:lnTo>
                    <a:pt x="4402" y="10929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5" y="11740"/>
                  </a:lnTo>
                  <a:lnTo>
                    <a:pt x="10658" y="11701"/>
                  </a:lnTo>
                  <a:lnTo>
                    <a:pt x="10503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5" y="10697"/>
                  </a:lnTo>
                  <a:lnTo>
                    <a:pt x="10928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10"/>
                  </a:lnTo>
                  <a:lnTo>
                    <a:pt x="6410" y="12242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8" y="11508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1" y="12744"/>
                  </a:lnTo>
                  <a:lnTo>
                    <a:pt x="9770" y="12937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2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39" y="13207"/>
                  </a:lnTo>
                  <a:lnTo>
                    <a:pt x="7337" y="13014"/>
                  </a:lnTo>
                  <a:lnTo>
                    <a:pt x="6835" y="12744"/>
                  </a:lnTo>
                  <a:lnTo>
                    <a:pt x="6990" y="12628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3" y="12628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7"/>
                  </a:lnTo>
                  <a:lnTo>
                    <a:pt x="9229" y="13130"/>
                  </a:lnTo>
                  <a:lnTo>
                    <a:pt x="9268" y="13207"/>
                  </a:lnTo>
                  <a:lnTo>
                    <a:pt x="9036" y="13284"/>
                  </a:lnTo>
                  <a:lnTo>
                    <a:pt x="8804" y="13323"/>
                  </a:lnTo>
                  <a:lnTo>
                    <a:pt x="8573" y="13323"/>
                  </a:lnTo>
                  <a:lnTo>
                    <a:pt x="8302" y="13284"/>
                  </a:lnTo>
                  <a:lnTo>
                    <a:pt x="8302" y="13207"/>
                  </a:lnTo>
                  <a:lnTo>
                    <a:pt x="8341" y="13014"/>
                  </a:lnTo>
                  <a:lnTo>
                    <a:pt x="8418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8"/>
                  </a:lnTo>
                  <a:close/>
                  <a:moveTo>
                    <a:pt x="22976" y="1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10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3" y="966"/>
                  </a:lnTo>
                  <a:lnTo>
                    <a:pt x="22706" y="1120"/>
                  </a:lnTo>
                  <a:lnTo>
                    <a:pt x="22629" y="1314"/>
                  </a:lnTo>
                  <a:lnTo>
                    <a:pt x="22590" y="1507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0" y="2279"/>
                  </a:lnTo>
                  <a:lnTo>
                    <a:pt x="23053" y="2395"/>
                  </a:lnTo>
                  <a:lnTo>
                    <a:pt x="23246" y="2511"/>
                  </a:lnTo>
                  <a:lnTo>
                    <a:pt x="23478" y="2511"/>
                  </a:lnTo>
                  <a:lnTo>
                    <a:pt x="23401" y="2704"/>
                  </a:lnTo>
                  <a:lnTo>
                    <a:pt x="23362" y="2897"/>
                  </a:lnTo>
                  <a:lnTo>
                    <a:pt x="23324" y="3090"/>
                  </a:lnTo>
                  <a:lnTo>
                    <a:pt x="23362" y="3283"/>
                  </a:lnTo>
                  <a:lnTo>
                    <a:pt x="23439" y="3515"/>
                  </a:lnTo>
                  <a:lnTo>
                    <a:pt x="23555" y="3708"/>
                  </a:lnTo>
                  <a:lnTo>
                    <a:pt x="23748" y="3901"/>
                  </a:lnTo>
                  <a:lnTo>
                    <a:pt x="23980" y="4017"/>
                  </a:lnTo>
                  <a:lnTo>
                    <a:pt x="23748" y="4210"/>
                  </a:lnTo>
                  <a:lnTo>
                    <a:pt x="23555" y="4480"/>
                  </a:lnTo>
                  <a:lnTo>
                    <a:pt x="23478" y="4750"/>
                  </a:lnTo>
                  <a:lnTo>
                    <a:pt x="23439" y="4905"/>
                  </a:lnTo>
                  <a:lnTo>
                    <a:pt x="23439" y="5021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3"/>
                  </a:lnTo>
                  <a:lnTo>
                    <a:pt x="23169" y="5561"/>
                  </a:lnTo>
                  <a:lnTo>
                    <a:pt x="22976" y="5716"/>
                  </a:lnTo>
                  <a:lnTo>
                    <a:pt x="22783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4" y="6295"/>
                  </a:lnTo>
                  <a:lnTo>
                    <a:pt x="22320" y="6256"/>
                  </a:lnTo>
                  <a:lnTo>
                    <a:pt x="22165" y="6218"/>
                  </a:lnTo>
                  <a:lnTo>
                    <a:pt x="21972" y="6218"/>
                  </a:lnTo>
                  <a:lnTo>
                    <a:pt x="21740" y="6295"/>
                  </a:lnTo>
                  <a:lnTo>
                    <a:pt x="21509" y="6411"/>
                  </a:lnTo>
                  <a:lnTo>
                    <a:pt x="21354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5"/>
                  </a:lnTo>
                  <a:lnTo>
                    <a:pt x="20736" y="5909"/>
                  </a:lnTo>
                  <a:lnTo>
                    <a:pt x="20582" y="5831"/>
                  </a:lnTo>
                  <a:lnTo>
                    <a:pt x="20427" y="5754"/>
                  </a:lnTo>
                  <a:lnTo>
                    <a:pt x="20234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6"/>
                  </a:lnTo>
                  <a:lnTo>
                    <a:pt x="19617" y="5484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1"/>
                  </a:lnTo>
                  <a:lnTo>
                    <a:pt x="18497" y="5407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6"/>
                  </a:lnTo>
                  <a:lnTo>
                    <a:pt x="17802" y="4557"/>
                  </a:lnTo>
                  <a:lnTo>
                    <a:pt x="17647" y="4519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8"/>
                  </a:lnTo>
                  <a:lnTo>
                    <a:pt x="16759" y="4943"/>
                  </a:lnTo>
                  <a:lnTo>
                    <a:pt x="16605" y="4789"/>
                  </a:lnTo>
                  <a:lnTo>
                    <a:pt x="16450" y="4712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82"/>
                  </a:lnTo>
                  <a:lnTo>
                    <a:pt x="14288" y="5021"/>
                  </a:lnTo>
                  <a:lnTo>
                    <a:pt x="14133" y="5098"/>
                  </a:lnTo>
                  <a:lnTo>
                    <a:pt x="14056" y="5175"/>
                  </a:lnTo>
                  <a:lnTo>
                    <a:pt x="13940" y="5291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6"/>
                  </a:lnTo>
                  <a:lnTo>
                    <a:pt x="13168" y="5716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8"/>
                  </a:lnTo>
                  <a:lnTo>
                    <a:pt x="12357" y="6372"/>
                  </a:lnTo>
                  <a:lnTo>
                    <a:pt x="12357" y="6527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7029"/>
                  </a:lnTo>
                  <a:lnTo>
                    <a:pt x="11894" y="7106"/>
                  </a:lnTo>
                  <a:lnTo>
                    <a:pt x="11662" y="7222"/>
                  </a:lnTo>
                  <a:lnTo>
                    <a:pt x="11507" y="7415"/>
                  </a:lnTo>
                  <a:lnTo>
                    <a:pt x="11392" y="7531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276" y="7994"/>
                  </a:lnTo>
                  <a:lnTo>
                    <a:pt x="11314" y="8148"/>
                  </a:lnTo>
                  <a:lnTo>
                    <a:pt x="11353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30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4"/>
                  </a:lnTo>
                  <a:lnTo>
                    <a:pt x="10619" y="10311"/>
                  </a:lnTo>
                  <a:lnTo>
                    <a:pt x="10426" y="10427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6"/>
                  </a:lnTo>
                  <a:lnTo>
                    <a:pt x="10040" y="11238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4" y="11740"/>
                  </a:lnTo>
                  <a:lnTo>
                    <a:pt x="9693" y="11855"/>
                  </a:lnTo>
                  <a:lnTo>
                    <a:pt x="9499" y="12010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9"/>
                  </a:lnTo>
                  <a:lnTo>
                    <a:pt x="9306" y="12473"/>
                  </a:lnTo>
                  <a:lnTo>
                    <a:pt x="9191" y="12396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5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3" y="12435"/>
                  </a:lnTo>
                  <a:lnTo>
                    <a:pt x="7878" y="12319"/>
                  </a:lnTo>
                  <a:lnTo>
                    <a:pt x="7723" y="12242"/>
                  </a:lnTo>
                  <a:lnTo>
                    <a:pt x="7492" y="12164"/>
                  </a:lnTo>
                  <a:lnTo>
                    <a:pt x="7221" y="12203"/>
                  </a:lnTo>
                  <a:lnTo>
                    <a:pt x="6990" y="12280"/>
                  </a:lnTo>
                  <a:lnTo>
                    <a:pt x="6796" y="12435"/>
                  </a:lnTo>
                  <a:lnTo>
                    <a:pt x="6796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431"/>
                  </a:lnTo>
                  <a:lnTo>
                    <a:pt x="6372" y="11315"/>
                  </a:lnTo>
                  <a:lnTo>
                    <a:pt x="6217" y="11199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8"/>
                  </a:lnTo>
                  <a:lnTo>
                    <a:pt x="5522" y="10967"/>
                  </a:lnTo>
                  <a:lnTo>
                    <a:pt x="5445" y="10736"/>
                  </a:lnTo>
                  <a:lnTo>
                    <a:pt x="5329" y="10504"/>
                  </a:lnTo>
                  <a:lnTo>
                    <a:pt x="5213" y="10427"/>
                  </a:lnTo>
                  <a:lnTo>
                    <a:pt x="5097" y="10388"/>
                  </a:lnTo>
                  <a:lnTo>
                    <a:pt x="4943" y="10311"/>
                  </a:lnTo>
                  <a:lnTo>
                    <a:pt x="4827" y="10311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500"/>
                  </a:lnTo>
                  <a:lnTo>
                    <a:pt x="3900" y="9461"/>
                  </a:lnTo>
                  <a:lnTo>
                    <a:pt x="3746" y="9423"/>
                  </a:lnTo>
                  <a:lnTo>
                    <a:pt x="3591" y="9423"/>
                  </a:lnTo>
                  <a:lnTo>
                    <a:pt x="3398" y="9461"/>
                  </a:lnTo>
                  <a:lnTo>
                    <a:pt x="3282" y="9538"/>
                  </a:lnTo>
                  <a:lnTo>
                    <a:pt x="3128" y="9616"/>
                  </a:lnTo>
                  <a:lnTo>
                    <a:pt x="3012" y="9770"/>
                  </a:lnTo>
                  <a:lnTo>
                    <a:pt x="2974" y="9616"/>
                  </a:lnTo>
                  <a:lnTo>
                    <a:pt x="2896" y="9461"/>
                  </a:lnTo>
                  <a:lnTo>
                    <a:pt x="2780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2"/>
                  </a:lnTo>
                  <a:lnTo>
                    <a:pt x="1352" y="9925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1"/>
                  </a:lnTo>
                  <a:lnTo>
                    <a:pt x="386" y="10427"/>
                  </a:lnTo>
                  <a:lnTo>
                    <a:pt x="271" y="10581"/>
                  </a:lnTo>
                  <a:lnTo>
                    <a:pt x="116" y="10890"/>
                  </a:lnTo>
                  <a:lnTo>
                    <a:pt x="0" y="11238"/>
                  </a:lnTo>
                  <a:lnTo>
                    <a:pt x="0" y="11585"/>
                  </a:lnTo>
                  <a:lnTo>
                    <a:pt x="77" y="11933"/>
                  </a:lnTo>
                  <a:lnTo>
                    <a:pt x="193" y="12242"/>
                  </a:lnTo>
                  <a:lnTo>
                    <a:pt x="386" y="12550"/>
                  </a:lnTo>
                  <a:lnTo>
                    <a:pt x="618" y="12821"/>
                  </a:lnTo>
                  <a:lnTo>
                    <a:pt x="811" y="12937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30"/>
                  </a:lnTo>
                  <a:lnTo>
                    <a:pt x="1738" y="13168"/>
                  </a:lnTo>
                  <a:lnTo>
                    <a:pt x="2085" y="13130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2"/>
                  </a:lnTo>
                  <a:lnTo>
                    <a:pt x="3591" y="12010"/>
                  </a:lnTo>
                  <a:lnTo>
                    <a:pt x="3553" y="11933"/>
                  </a:lnTo>
                  <a:lnTo>
                    <a:pt x="3514" y="11817"/>
                  </a:lnTo>
                  <a:lnTo>
                    <a:pt x="3437" y="11778"/>
                  </a:lnTo>
                  <a:lnTo>
                    <a:pt x="3321" y="11740"/>
                  </a:lnTo>
                  <a:lnTo>
                    <a:pt x="3282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2"/>
                  </a:lnTo>
                  <a:lnTo>
                    <a:pt x="2587" y="12435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94"/>
                  </a:lnTo>
                  <a:lnTo>
                    <a:pt x="502" y="11740"/>
                  </a:lnTo>
                  <a:lnTo>
                    <a:pt x="502" y="11546"/>
                  </a:lnTo>
                  <a:lnTo>
                    <a:pt x="502" y="11392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8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7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9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5" y="13439"/>
                  </a:lnTo>
                  <a:lnTo>
                    <a:pt x="7530" y="13593"/>
                  </a:lnTo>
                  <a:lnTo>
                    <a:pt x="7993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9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6"/>
                  </a:lnTo>
                  <a:lnTo>
                    <a:pt x="11314" y="11740"/>
                  </a:lnTo>
                  <a:lnTo>
                    <a:pt x="11507" y="11238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5" y="9114"/>
                  </a:lnTo>
                  <a:lnTo>
                    <a:pt x="12357" y="8612"/>
                  </a:lnTo>
                  <a:lnTo>
                    <a:pt x="12589" y="8110"/>
                  </a:lnTo>
                  <a:lnTo>
                    <a:pt x="12936" y="7646"/>
                  </a:lnTo>
                  <a:lnTo>
                    <a:pt x="13284" y="7299"/>
                  </a:lnTo>
                  <a:lnTo>
                    <a:pt x="13631" y="6990"/>
                  </a:lnTo>
                  <a:lnTo>
                    <a:pt x="14017" y="6720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2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29" y="7492"/>
                  </a:lnTo>
                  <a:lnTo>
                    <a:pt x="21316" y="7646"/>
                  </a:lnTo>
                  <a:lnTo>
                    <a:pt x="21740" y="7724"/>
                  </a:lnTo>
                  <a:lnTo>
                    <a:pt x="22165" y="7762"/>
                  </a:lnTo>
                  <a:lnTo>
                    <a:pt x="22590" y="7724"/>
                  </a:lnTo>
                  <a:lnTo>
                    <a:pt x="22976" y="7646"/>
                  </a:lnTo>
                  <a:lnTo>
                    <a:pt x="23362" y="7531"/>
                  </a:lnTo>
                  <a:lnTo>
                    <a:pt x="23710" y="7299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5"/>
                  </a:lnTo>
                  <a:lnTo>
                    <a:pt x="24752" y="5909"/>
                  </a:lnTo>
                  <a:lnTo>
                    <a:pt x="24868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10"/>
                  </a:lnTo>
                  <a:lnTo>
                    <a:pt x="24945" y="3746"/>
                  </a:lnTo>
                  <a:lnTo>
                    <a:pt x="24868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3" y="1970"/>
                  </a:lnTo>
                  <a:lnTo>
                    <a:pt x="24250" y="1584"/>
                  </a:lnTo>
                  <a:lnTo>
                    <a:pt x="24057" y="1198"/>
                  </a:lnTo>
                  <a:lnTo>
                    <a:pt x="23787" y="812"/>
                  </a:lnTo>
                  <a:lnTo>
                    <a:pt x="23941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8"/>
                  </a:lnTo>
                  <a:lnTo>
                    <a:pt x="230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22"/>
            <p:cNvSpPr/>
            <p:nvPr/>
          </p:nvSpPr>
          <p:spPr>
            <a:xfrm>
              <a:off x="1648525" y="2901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5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8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5" y="7299"/>
                  </a:lnTo>
                  <a:lnTo>
                    <a:pt x="14713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4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4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5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7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22"/>
            <p:cNvSpPr/>
            <p:nvPr/>
          </p:nvSpPr>
          <p:spPr>
            <a:xfrm>
              <a:off x="7229325" y="290815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6"/>
                  </a:lnTo>
                  <a:lnTo>
                    <a:pt x="3785" y="619"/>
                  </a:lnTo>
                  <a:lnTo>
                    <a:pt x="4094" y="889"/>
                  </a:lnTo>
                  <a:lnTo>
                    <a:pt x="4364" y="1121"/>
                  </a:lnTo>
                  <a:lnTo>
                    <a:pt x="4635" y="1430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4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23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3" y="5214"/>
                  </a:lnTo>
                  <a:lnTo>
                    <a:pt x="5446" y="5600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7"/>
                  </a:lnTo>
                  <a:lnTo>
                    <a:pt x="4210" y="8033"/>
                  </a:lnTo>
                  <a:lnTo>
                    <a:pt x="3940" y="8380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9" y="10041"/>
                  </a:lnTo>
                  <a:lnTo>
                    <a:pt x="1314" y="10234"/>
                  </a:lnTo>
                  <a:lnTo>
                    <a:pt x="889" y="10388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5"/>
                  </a:lnTo>
                  <a:lnTo>
                    <a:pt x="4828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1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4" y="2434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4"/>
                  </a:lnTo>
                  <a:lnTo>
                    <a:pt x="4905" y="1005"/>
                  </a:lnTo>
                  <a:lnTo>
                    <a:pt x="4596" y="696"/>
                  </a:lnTo>
                  <a:lnTo>
                    <a:pt x="4287" y="426"/>
                  </a:lnTo>
                  <a:lnTo>
                    <a:pt x="3940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22"/>
            <p:cNvSpPr/>
            <p:nvPr/>
          </p:nvSpPr>
          <p:spPr>
            <a:xfrm>
              <a:off x="1734450" y="2911050"/>
              <a:ext cx="35725" cy="29000"/>
            </a:xfrm>
            <a:custGeom>
              <a:avLst/>
              <a:gdLst/>
              <a:ahLst/>
              <a:cxnLst/>
              <a:rect l="l" t="t" r="r" b="b"/>
              <a:pathLst>
                <a:path w="1429" h="1160" extrusionOk="0">
                  <a:moveTo>
                    <a:pt x="502" y="1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7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2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5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3"/>
                  </a:lnTo>
                  <a:lnTo>
                    <a:pt x="425" y="580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772" y="387"/>
                  </a:lnTo>
                  <a:lnTo>
                    <a:pt x="850" y="425"/>
                  </a:lnTo>
                  <a:lnTo>
                    <a:pt x="965" y="580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5" y="927"/>
                  </a:lnTo>
                  <a:lnTo>
                    <a:pt x="965" y="1005"/>
                  </a:lnTo>
                  <a:lnTo>
                    <a:pt x="965" y="1082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4" y="1120"/>
                  </a:lnTo>
                  <a:lnTo>
                    <a:pt x="1313" y="1082"/>
                  </a:lnTo>
                  <a:lnTo>
                    <a:pt x="1390" y="889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4"/>
                  </a:lnTo>
                  <a:lnTo>
                    <a:pt x="1043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22"/>
            <p:cNvSpPr/>
            <p:nvPr/>
          </p:nvSpPr>
          <p:spPr>
            <a:xfrm>
              <a:off x="6320925" y="2913950"/>
              <a:ext cx="315700" cy="477875"/>
            </a:xfrm>
            <a:custGeom>
              <a:avLst/>
              <a:gdLst/>
              <a:ahLst/>
              <a:cxnLst/>
              <a:rect l="l" t="t" r="r" b="b"/>
              <a:pathLst>
                <a:path w="12628" h="19115" extrusionOk="0">
                  <a:moveTo>
                    <a:pt x="1004" y="618"/>
                  </a:moveTo>
                  <a:lnTo>
                    <a:pt x="1661" y="850"/>
                  </a:lnTo>
                  <a:lnTo>
                    <a:pt x="2317" y="1120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2"/>
                  </a:lnTo>
                  <a:lnTo>
                    <a:pt x="4016" y="2819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7"/>
                  </a:lnTo>
                  <a:lnTo>
                    <a:pt x="9345" y="15137"/>
                  </a:lnTo>
                  <a:lnTo>
                    <a:pt x="8920" y="15369"/>
                  </a:lnTo>
                  <a:lnTo>
                    <a:pt x="7955" y="13516"/>
                  </a:lnTo>
                  <a:lnTo>
                    <a:pt x="6990" y="11662"/>
                  </a:lnTo>
                  <a:lnTo>
                    <a:pt x="5020" y="7955"/>
                  </a:lnTo>
                  <a:lnTo>
                    <a:pt x="3012" y="4287"/>
                  </a:lnTo>
                  <a:lnTo>
                    <a:pt x="1004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19" y="11739"/>
                  </a:lnTo>
                  <a:lnTo>
                    <a:pt x="7762" y="13593"/>
                  </a:lnTo>
                  <a:lnTo>
                    <a:pt x="8804" y="15446"/>
                  </a:lnTo>
                  <a:lnTo>
                    <a:pt x="8650" y="15524"/>
                  </a:lnTo>
                  <a:lnTo>
                    <a:pt x="7414" y="13747"/>
                  </a:lnTo>
                  <a:lnTo>
                    <a:pt x="6179" y="12010"/>
                  </a:lnTo>
                  <a:lnTo>
                    <a:pt x="3591" y="8534"/>
                  </a:lnTo>
                  <a:lnTo>
                    <a:pt x="2317" y="6758"/>
                  </a:lnTo>
                  <a:lnTo>
                    <a:pt x="1004" y="4943"/>
                  </a:lnTo>
                  <a:lnTo>
                    <a:pt x="850" y="4711"/>
                  </a:lnTo>
                  <a:lnTo>
                    <a:pt x="734" y="4480"/>
                  </a:lnTo>
                  <a:lnTo>
                    <a:pt x="618" y="4209"/>
                  </a:lnTo>
                  <a:lnTo>
                    <a:pt x="541" y="3939"/>
                  </a:lnTo>
                  <a:lnTo>
                    <a:pt x="464" y="3399"/>
                  </a:lnTo>
                  <a:lnTo>
                    <a:pt x="425" y="2819"/>
                  </a:lnTo>
                  <a:lnTo>
                    <a:pt x="464" y="2240"/>
                  </a:lnTo>
                  <a:lnTo>
                    <a:pt x="502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2" y="12357"/>
                  </a:lnTo>
                  <a:lnTo>
                    <a:pt x="11816" y="12434"/>
                  </a:lnTo>
                  <a:lnTo>
                    <a:pt x="12164" y="12859"/>
                  </a:lnTo>
                  <a:lnTo>
                    <a:pt x="12241" y="13052"/>
                  </a:lnTo>
                  <a:lnTo>
                    <a:pt x="12280" y="13245"/>
                  </a:lnTo>
                  <a:lnTo>
                    <a:pt x="12241" y="13438"/>
                  </a:lnTo>
                  <a:lnTo>
                    <a:pt x="12203" y="13631"/>
                  </a:lnTo>
                  <a:lnTo>
                    <a:pt x="12048" y="14018"/>
                  </a:lnTo>
                  <a:lnTo>
                    <a:pt x="11855" y="14365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1"/>
                  </a:lnTo>
                  <a:lnTo>
                    <a:pt x="10156" y="15871"/>
                  </a:lnTo>
                  <a:lnTo>
                    <a:pt x="10117" y="15987"/>
                  </a:lnTo>
                  <a:lnTo>
                    <a:pt x="9770" y="16180"/>
                  </a:lnTo>
                  <a:lnTo>
                    <a:pt x="9113" y="16605"/>
                  </a:lnTo>
                  <a:lnTo>
                    <a:pt x="8457" y="16952"/>
                  </a:lnTo>
                  <a:lnTo>
                    <a:pt x="7723" y="17261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4" y="17647"/>
                  </a:lnTo>
                  <a:lnTo>
                    <a:pt x="5754" y="17647"/>
                  </a:lnTo>
                  <a:lnTo>
                    <a:pt x="5561" y="17570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7" y="17184"/>
                  </a:lnTo>
                  <a:lnTo>
                    <a:pt x="4982" y="16875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4"/>
                  </a:lnTo>
                  <a:lnTo>
                    <a:pt x="5175" y="15948"/>
                  </a:lnTo>
                  <a:lnTo>
                    <a:pt x="5291" y="15833"/>
                  </a:lnTo>
                  <a:lnTo>
                    <a:pt x="5406" y="15755"/>
                  </a:lnTo>
                  <a:lnTo>
                    <a:pt x="5522" y="15717"/>
                  </a:lnTo>
                  <a:lnTo>
                    <a:pt x="5638" y="15755"/>
                  </a:lnTo>
                  <a:lnTo>
                    <a:pt x="5793" y="15833"/>
                  </a:lnTo>
                  <a:lnTo>
                    <a:pt x="5947" y="15948"/>
                  </a:lnTo>
                  <a:lnTo>
                    <a:pt x="6063" y="16141"/>
                  </a:lnTo>
                  <a:lnTo>
                    <a:pt x="6256" y="16373"/>
                  </a:lnTo>
                  <a:lnTo>
                    <a:pt x="6101" y="16412"/>
                  </a:lnTo>
                  <a:lnTo>
                    <a:pt x="6024" y="16450"/>
                  </a:lnTo>
                  <a:lnTo>
                    <a:pt x="6024" y="16566"/>
                  </a:lnTo>
                  <a:lnTo>
                    <a:pt x="6063" y="16643"/>
                  </a:lnTo>
                  <a:lnTo>
                    <a:pt x="6140" y="16643"/>
                  </a:lnTo>
                  <a:lnTo>
                    <a:pt x="6912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29" y="15717"/>
                  </a:lnTo>
                  <a:lnTo>
                    <a:pt x="9615" y="15485"/>
                  </a:lnTo>
                  <a:lnTo>
                    <a:pt x="9963" y="15253"/>
                  </a:lnTo>
                  <a:lnTo>
                    <a:pt x="10272" y="15022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1" y="14172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8"/>
                  </a:lnTo>
                  <a:lnTo>
                    <a:pt x="11546" y="13361"/>
                  </a:lnTo>
                  <a:lnTo>
                    <a:pt x="11508" y="13284"/>
                  </a:lnTo>
                  <a:lnTo>
                    <a:pt x="11430" y="13245"/>
                  </a:lnTo>
                  <a:lnTo>
                    <a:pt x="11237" y="13245"/>
                  </a:lnTo>
                  <a:lnTo>
                    <a:pt x="11160" y="13323"/>
                  </a:lnTo>
                  <a:lnTo>
                    <a:pt x="10967" y="13670"/>
                  </a:lnTo>
                  <a:lnTo>
                    <a:pt x="10774" y="13554"/>
                  </a:lnTo>
                  <a:lnTo>
                    <a:pt x="10658" y="13438"/>
                  </a:lnTo>
                  <a:lnTo>
                    <a:pt x="10619" y="13284"/>
                  </a:lnTo>
                  <a:lnTo>
                    <a:pt x="10581" y="13168"/>
                  </a:lnTo>
                  <a:lnTo>
                    <a:pt x="10619" y="13014"/>
                  </a:lnTo>
                  <a:lnTo>
                    <a:pt x="10658" y="12859"/>
                  </a:lnTo>
                  <a:lnTo>
                    <a:pt x="10851" y="12627"/>
                  </a:lnTo>
                  <a:lnTo>
                    <a:pt x="10928" y="12473"/>
                  </a:lnTo>
                  <a:lnTo>
                    <a:pt x="11044" y="12357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0"/>
                  </a:moveTo>
                  <a:lnTo>
                    <a:pt x="348" y="39"/>
                  </a:lnTo>
                  <a:lnTo>
                    <a:pt x="271" y="116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2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5"/>
                  </a:lnTo>
                  <a:lnTo>
                    <a:pt x="232" y="4518"/>
                  </a:lnTo>
                  <a:lnTo>
                    <a:pt x="348" y="4750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5"/>
                  </a:lnTo>
                  <a:lnTo>
                    <a:pt x="5445" y="11817"/>
                  </a:lnTo>
                  <a:lnTo>
                    <a:pt x="6874" y="13747"/>
                  </a:lnTo>
                  <a:lnTo>
                    <a:pt x="8341" y="15639"/>
                  </a:lnTo>
                  <a:lnTo>
                    <a:pt x="7492" y="15987"/>
                  </a:lnTo>
                  <a:lnTo>
                    <a:pt x="6642" y="16257"/>
                  </a:lnTo>
                  <a:lnTo>
                    <a:pt x="6642" y="16257"/>
                  </a:lnTo>
                  <a:lnTo>
                    <a:pt x="6681" y="16103"/>
                  </a:lnTo>
                  <a:lnTo>
                    <a:pt x="6681" y="15948"/>
                  </a:lnTo>
                  <a:lnTo>
                    <a:pt x="6642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3" y="15369"/>
                  </a:lnTo>
                  <a:lnTo>
                    <a:pt x="6179" y="15292"/>
                  </a:lnTo>
                  <a:lnTo>
                    <a:pt x="6024" y="15253"/>
                  </a:lnTo>
                  <a:lnTo>
                    <a:pt x="5715" y="15253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5" y="16296"/>
                  </a:lnTo>
                  <a:lnTo>
                    <a:pt x="4595" y="16566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7" y="17725"/>
                  </a:lnTo>
                  <a:lnTo>
                    <a:pt x="5368" y="17840"/>
                  </a:lnTo>
                  <a:lnTo>
                    <a:pt x="5677" y="17918"/>
                  </a:lnTo>
                  <a:lnTo>
                    <a:pt x="6024" y="17956"/>
                  </a:lnTo>
                  <a:lnTo>
                    <a:pt x="6372" y="17918"/>
                  </a:lnTo>
                  <a:lnTo>
                    <a:pt x="6719" y="17840"/>
                  </a:lnTo>
                  <a:lnTo>
                    <a:pt x="7105" y="17763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2"/>
                  </a:lnTo>
                  <a:lnTo>
                    <a:pt x="9229" y="16875"/>
                  </a:lnTo>
                  <a:lnTo>
                    <a:pt x="9461" y="16759"/>
                  </a:lnTo>
                  <a:lnTo>
                    <a:pt x="10233" y="16257"/>
                  </a:lnTo>
                  <a:lnTo>
                    <a:pt x="10812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3"/>
                  </a:lnTo>
                  <a:lnTo>
                    <a:pt x="11816" y="18149"/>
                  </a:lnTo>
                  <a:lnTo>
                    <a:pt x="11392" y="17454"/>
                  </a:lnTo>
                  <a:lnTo>
                    <a:pt x="10928" y="16759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3"/>
                  </a:lnTo>
                  <a:lnTo>
                    <a:pt x="11894" y="14790"/>
                  </a:lnTo>
                  <a:lnTo>
                    <a:pt x="12125" y="14558"/>
                  </a:lnTo>
                  <a:lnTo>
                    <a:pt x="12280" y="14288"/>
                  </a:lnTo>
                  <a:lnTo>
                    <a:pt x="12434" y="14056"/>
                  </a:lnTo>
                  <a:lnTo>
                    <a:pt x="12511" y="13786"/>
                  </a:lnTo>
                  <a:lnTo>
                    <a:pt x="12589" y="13554"/>
                  </a:lnTo>
                  <a:lnTo>
                    <a:pt x="12627" y="13284"/>
                  </a:lnTo>
                  <a:lnTo>
                    <a:pt x="12589" y="13052"/>
                  </a:lnTo>
                  <a:lnTo>
                    <a:pt x="12511" y="12821"/>
                  </a:lnTo>
                  <a:lnTo>
                    <a:pt x="12357" y="12589"/>
                  </a:lnTo>
                  <a:lnTo>
                    <a:pt x="12164" y="12357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8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0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0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19" y="13786"/>
                  </a:lnTo>
                  <a:lnTo>
                    <a:pt x="10812" y="13902"/>
                  </a:lnTo>
                  <a:lnTo>
                    <a:pt x="10504" y="14249"/>
                  </a:lnTo>
                  <a:lnTo>
                    <a:pt x="10156" y="14597"/>
                  </a:lnTo>
                  <a:lnTo>
                    <a:pt x="9770" y="14867"/>
                  </a:lnTo>
                  <a:lnTo>
                    <a:pt x="9430" y="15083"/>
                  </a:lnTo>
                  <a:lnTo>
                    <a:pt x="9461" y="15022"/>
                  </a:lnTo>
                  <a:lnTo>
                    <a:pt x="9500" y="14944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8"/>
                  </a:lnTo>
                  <a:lnTo>
                    <a:pt x="3823" y="1545"/>
                  </a:lnTo>
                  <a:lnTo>
                    <a:pt x="3514" y="1236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0" y="232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22"/>
            <p:cNvSpPr/>
            <p:nvPr/>
          </p:nvSpPr>
          <p:spPr>
            <a:xfrm>
              <a:off x="1681350" y="2914925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5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4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4" y="463"/>
                  </a:lnTo>
                  <a:lnTo>
                    <a:pt x="541" y="386"/>
                  </a:lnTo>
                  <a:lnTo>
                    <a:pt x="773" y="386"/>
                  </a:lnTo>
                  <a:lnTo>
                    <a:pt x="850" y="463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5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22"/>
            <p:cNvSpPr/>
            <p:nvPr/>
          </p:nvSpPr>
          <p:spPr>
            <a:xfrm>
              <a:off x="3785850" y="2943875"/>
              <a:ext cx="199850" cy="231725"/>
            </a:xfrm>
            <a:custGeom>
              <a:avLst/>
              <a:gdLst/>
              <a:ahLst/>
              <a:cxnLst/>
              <a:rect l="l" t="t" r="r" b="b"/>
              <a:pathLst>
                <a:path w="7994" h="9269" extrusionOk="0">
                  <a:moveTo>
                    <a:pt x="2163" y="1"/>
                  </a:moveTo>
                  <a:lnTo>
                    <a:pt x="2009" y="39"/>
                  </a:lnTo>
                  <a:lnTo>
                    <a:pt x="1854" y="78"/>
                  </a:lnTo>
                  <a:lnTo>
                    <a:pt x="1700" y="194"/>
                  </a:lnTo>
                  <a:lnTo>
                    <a:pt x="1429" y="425"/>
                  </a:lnTo>
                  <a:lnTo>
                    <a:pt x="1159" y="734"/>
                  </a:lnTo>
                  <a:lnTo>
                    <a:pt x="966" y="1005"/>
                  </a:lnTo>
                  <a:lnTo>
                    <a:pt x="696" y="1391"/>
                  </a:lnTo>
                  <a:lnTo>
                    <a:pt x="503" y="1777"/>
                  </a:lnTo>
                  <a:lnTo>
                    <a:pt x="310" y="2163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1" y="3514"/>
                  </a:lnTo>
                  <a:lnTo>
                    <a:pt x="1" y="3978"/>
                  </a:lnTo>
                  <a:lnTo>
                    <a:pt x="39" y="4441"/>
                  </a:lnTo>
                  <a:lnTo>
                    <a:pt x="155" y="4905"/>
                  </a:lnTo>
                  <a:lnTo>
                    <a:pt x="271" y="5368"/>
                  </a:lnTo>
                  <a:lnTo>
                    <a:pt x="464" y="5793"/>
                  </a:lnTo>
                  <a:lnTo>
                    <a:pt x="696" y="6218"/>
                  </a:lnTo>
                  <a:lnTo>
                    <a:pt x="1005" y="6179"/>
                  </a:lnTo>
                  <a:lnTo>
                    <a:pt x="850" y="5870"/>
                  </a:lnTo>
                  <a:lnTo>
                    <a:pt x="734" y="5522"/>
                  </a:lnTo>
                  <a:lnTo>
                    <a:pt x="618" y="5175"/>
                  </a:lnTo>
                  <a:lnTo>
                    <a:pt x="541" y="4789"/>
                  </a:lnTo>
                  <a:lnTo>
                    <a:pt x="503" y="4441"/>
                  </a:lnTo>
                  <a:lnTo>
                    <a:pt x="464" y="4055"/>
                  </a:lnTo>
                  <a:lnTo>
                    <a:pt x="464" y="3708"/>
                  </a:lnTo>
                  <a:lnTo>
                    <a:pt x="464" y="3360"/>
                  </a:lnTo>
                  <a:lnTo>
                    <a:pt x="503" y="2974"/>
                  </a:lnTo>
                  <a:lnTo>
                    <a:pt x="580" y="2626"/>
                  </a:lnTo>
                  <a:lnTo>
                    <a:pt x="696" y="2279"/>
                  </a:lnTo>
                  <a:lnTo>
                    <a:pt x="850" y="1931"/>
                  </a:lnTo>
                  <a:lnTo>
                    <a:pt x="1005" y="1622"/>
                  </a:lnTo>
                  <a:lnTo>
                    <a:pt x="1236" y="1313"/>
                  </a:lnTo>
                  <a:lnTo>
                    <a:pt x="1468" y="1043"/>
                  </a:lnTo>
                  <a:lnTo>
                    <a:pt x="1738" y="773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503"/>
                  </a:lnTo>
                  <a:lnTo>
                    <a:pt x="2279" y="618"/>
                  </a:lnTo>
                  <a:lnTo>
                    <a:pt x="2395" y="850"/>
                  </a:lnTo>
                  <a:lnTo>
                    <a:pt x="2588" y="1236"/>
                  </a:lnTo>
                  <a:lnTo>
                    <a:pt x="2742" y="1584"/>
                  </a:lnTo>
                  <a:lnTo>
                    <a:pt x="2858" y="1970"/>
                  </a:lnTo>
                  <a:lnTo>
                    <a:pt x="2974" y="2356"/>
                  </a:lnTo>
                  <a:lnTo>
                    <a:pt x="3051" y="2742"/>
                  </a:lnTo>
                  <a:lnTo>
                    <a:pt x="3090" y="3090"/>
                  </a:lnTo>
                  <a:lnTo>
                    <a:pt x="3090" y="3476"/>
                  </a:lnTo>
                  <a:lnTo>
                    <a:pt x="3051" y="3823"/>
                  </a:lnTo>
                  <a:lnTo>
                    <a:pt x="2974" y="4171"/>
                  </a:lnTo>
                  <a:lnTo>
                    <a:pt x="2897" y="4480"/>
                  </a:lnTo>
                  <a:lnTo>
                    <a:pt x="2742" y="4827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61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56" y="5793"/>
                  </a:lnTo>
                  <a:lnTo>
                    <a:pt x="2395" y="5831"/>
                  </a:lnTo>
                  <a:lnTo>
                    <a:pt x="2433" y="5793"/>
                  </a:lnTo>
                  <a:lnTo>
                    <a:pt x="2626" y="5754"/>
                  </a:lnTo>
                  <a:lnTo>
                    <a:pt x="2781" y="5716"/>
                  </a:lnTo>
                  <a:lnTo>
                    <a:pt x="3167" y="5677"/>
                  </a:lnTo>
                  <a:lnTo>
                    <a:pt x="3592" y="5716"/>
                  </a:lnTo>
                  <a:lnTo>
                    <a:pt x="4017" y="5831"/>
                  </a:lnTo>
                  <a:lnTo>
                    <a:pt x="4441" y="5947"/>
                  </a:lnTo>
                  <a:lnTo>
                    <a:pt x="4827" y="6102"/>
                  </a:lnTo>
                  <a:lnTo>
                    <a:pt x="5214" y="6295"/>
                  </a:lnTo>
                  <a:lnTo>
                    <a:pt x="5523" y="6449"/>
                  </a:lnTo>
                  <a:lnTo>
                    <a:pt x="5831" y="6642"/>
                  </a:lnTo>
                  <a:lnTo>
                    <a:pt x="6140" y="6874"/>
                  </a:lnTo>
                  <a:lnTo>
                    <a:pt x="6411" y="7106"/>
                  </a:lnTo>
                  <a:lnTo>
                    <a:pt x="6681" y="7337"/>
                  </a:lnTo>
                  <a:lnTo>
                    <a:pt x="6913" y="7646"/>
                  </a:lnTo>
                  <a:lnTo>
                    <a:pt x="7144" y="7917"/>
                  </a:lnTo>
                  <a:lnTo>
                    <a:pt x="7337" y="8225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56" y="8805"/>
                  </a:lnTo>
                  <a:lnTo>
                    <a:pt x="5870" y="8843"/>
                  </a:lnTo>
                  <a:lnTo>
                    <a:pt x="5445" y="8805"/>
                  </a:lnTo>
                  <a:lnTo>
                    <a:pt x="5059" y="8766"/>
                  </a:lnTo>
                  <a:lnTo>
                    <a:pt x="4634" y="8650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33" y="7106"/>
                  </a:lnTo>
                  <a:lnTo>
                    <a:pt x="1931" y="6604"/>
                  </a:lnTo>
                  <a:lnTo>
                    <a:pt x="1854" y="6526"/>
                  </a:lnTo>
                  <a:lnTo>
                    <a:pt x="1777" y="6526"/>
                  </a:lnTo>
                  <a:lnTo>
                    <a:pt x="1661" y="6565"/>
                  </a:lnTo>
                  <a:lnTo>
                    <a:pt x="1622" y="6565"/>
                  </a:lnTo>
                  <a:lnTo>
                    <a:pt x="1584" y="6604"/>
                  </a:lnTo>
                  <a:lnTo>
                    <a:pt x="1429" y="6874"/>
                  </a:lnTo>
                  <a:lnTo>
                    <a:pt x="1622" y="6913"/>
                  </a:lnTo>
                  <a:lnTo>
                    <a:pt x="2240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592" y="8573"/>
                  </a:lnTo>
                  <a:lnTo>
                    <a:pt x="3978" y="8805"/>
                  </a:lnTo>
                  <a:lnTo>
                    <a:pt x="4364" y="8998"/>
                  </a:lnTo>
                  <a:lnTo>
                    <a:pt x="4789" y="9152"/>
                  </a:lnTo>
                  <a:lnTo>
                    <a:pt x="5252" y="9229"/>
                  </a:lnTo>
                  <a:lnTo>
                    <a:pt x="5677" y="9268"/>
                  </a:lnTo>
                  <a:lnTo>
                    <a:pt x="6102" y="9229"/>
                  </a:lnTo>
                  <a:lnTo>
                    <a:pt x="6565" y="9191"/>
                  </a:lnTo>
                  <a:lnTo>
                    <a:pt x="6990" y="9114"/>
                  </a:lnTo>
                  <a:lnTo>
                    <a:pt x="7878" y="8882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7994" y="8650"/>
                  </a:lnTo>
                  <a:lnTo>
                    <a:pt x="7994" y="8573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183" y="7299"/>
                  </a:lnTo>
                  <a:lnTo>
                    <a:pt x="6874" y="6951"/>
                  </a:lnTo>
                  <a:lnTo>
                    <a:pt x="6488" y="6604"/>
                  </a:lnTo>
                  <a:lnTo>
                    <a:pt x="6102" y="6295"/>
                  </a:lnTo>
                  <a:lnTo>
                    <a:pt x="5677" y="6063"/>
                  </a:lnTo>
                  <a:lnTo>
                    <a:pt x="5252" y="5831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01" y="5368"/>
                  </a:lnTo>
                  <a:lnTo>
                    <a:pt x="3592" y="5329"/>
                  </a:lnTo>
                  <a:lnTo>
                    <a:pt x="3283" y="5291"/>
                  </a:lnTo>
                  <a:lnTo>
                    <a:pt x="2974" y="5291"/>
                  </a:lnTo>
                  <a:lnTo>
                    <a:pt x="3167" y="4982"/>
                  </a:lnTo>
                  <a:lnTo>
                    <a:pt x="3283" y="4673"/>
                  </a:lnTo>
                  <a:lnTo>
                    <a:pt x="3399" y="4325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44"/>
                  </a:lnTo>
                  <a:lnTo>
                    <a:pt x="3476" y="2858"/>
                  </a:lnTo>
                  <a:lnTo>
                    <a:pt x="3437" y="2510"/>
                  </a:lnTo>
                  <a:lnTo>
                    <a:pt x="3322" y="1970"/>
                  </a:lnTo>
                  <a:lnTo>
                    <a:pt x="3128" y="1468"/>
                  </a:lnTo>
                  <a:lnTo>
                    <a:pt x="2935" y="1005"/>
                  </a:lnTo>
                  <a:lnTo>
                    <a:pt x="2704" y="503"/>
                  </a:lnTo>
                  <a:lnTo>
                    <a:pt x="2588" y="309"/>
                  </a:lnTo>
                  <a:lnTo>
                    <a:pt x="2433" y="116"/>
                  </a:lnTo>
                  <a:lnTo>
                    <a:pt x="2356" y="78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22"/>
            <p:cNvSpPr/>
            <p:nvPr/>
          </p:nvSpPr>
          <p:spPr>
            <a:xfrm>
              <a:off x="1264300" y="2944850"/>
              <a:ext cx="455675" cy="657425"/>
            </a:xfrm>
            <a:custGeom>
              <a:avLst/>
              <a:gdLst/>
              <a:ahLst/>
              <a:cxnLst/>
              <a:rect l="l" t="t" r="r" b="b"/>
              <a:pathLst>
                <a:path w="18227" h="26297" extrusionOk="0">
                  <a:moveTo>
                    <a:pt x="310" y="348"/>
                  </a:moveTo>
                  <a:lnTo>
                    <a:pt x="425" y="386"/>
                  </a:lnTo>
                  <a:lnTo>
                    <a:pt x="1700" y="1429"/>
                  </a:lnTo>
                  <a:lnTo>
                    <a:pt x="2974" y="2510"/>
                  </a:lnTo>
                  <a:lnTo>
                    <a:pt x="4210" y="3591"/>
                  </a:lnTo>
                  <a:lnTo>
                    <a:pt x="5445" y="4673"/>
                  </a:lnTo>
                  <a:lnTo>
                    <a:pt x="5098" y="5290"/>
                  </a:lnTo>
                  <a:lnTo>
                    <a:pt x="4943" y="5599"/>
                  </a:lnTo>
                  <a:lnTo>
                    <a:pt x="4712" y="5831"/>
                  </a:lnTo>
                  <a:lnTo>
                    <a:pt x="4519" y="6101"/>
                  </a:lnTo>
                  <a:lnTo>
                    <a:pt x="4248" y="6294"/>
                  </a:lnTo>
                  <a:lnTo>
                    <a:pt x="3978" y="6526"/>
                  </a:lnTo>
                  <a:lnTo>
                    <a:pt x="3669" y="6680"/>
                  </a:lnTo>
                  <a:lnTo>
                    <a:pt x="3360" y="6835"/>
                  </a:lnTo>
                  <a:lnTo>
                    <a:pt x="3051" y="6989"/>
                  </a:lnTo>
                  <a:lnTo>
                    <a:pt x="2395" y="7182"/>
                  </a:lnTo>
                  <a:lnTo>
                    <a:pt x="1738" y="7298"/>
                  </a:lnTo>
                  <a:lnTo>
                    <a:pt x="1082" y="7414"/>
                  </a:lnTo>
                  <a:lnTo>
                    <a:pt x="889" y="6526"/>
                  </a:lnTo>
                  <a:lnTo>
                    <a:pt x="734" y="5677"/>
                  </a:lnTo>
                  <a:lnTo>
                    <a:pt x="580" y="4788"/>
                  </a:lnTo>
                  <a:lnTo>
                    <a:pt x="464" y="3900"/>
                  </a:lnTo>
                  <a:lnTo>
                    <a:pt x="387" y="3012"/>
                  </a:lnTo>
                  <a:lnTo>
                    <a:pt x="348" y="2124"/>
                  </a:lnTo>
                  <a:lnTo>
                    <a:pt x="310" y="1236"/>
                  </a:lnTo>
                  <a:lnTo>
                    <a:pt x="310" y="348"/>
                  </a:lnTo>
                  <a:close/>
                  <a:moveTo>
                    <a:pt x="12357" y="12318"/>
                  </a:moveTo>
                  <a:lnTo>
                    <a:pt x="13014" y="12473"/>
                  </a:lnTo>
                  <a:lnTo>
                    <a:pt x="13709" y="12550"/>
                  </a:lnTo>
                  <a:lnTo>
                    <a:pt x="14404" y="12589"/>
                  </a:lnTo>
                  <a:lnTo>
                    <a:pt x="15060" y="12550"/>
                  </a:lnTo>
                  <a:lnTo>
                    <a:pt x="15640" y="13901"/>
                  </a:lnTo>
                  <a:lnTo>
                    <a:pt x="16296" y="15214"/>
                  </a:lnTo>
                  <a:lnTo>
                    <a:pt x="17648" y="17840"/>
                  </a:lnTo>
                  <a:lnTo>
                    <a:pt x="16644" y="17686"/>
                  </a:lnTo>
                  <a:lnTo>
                    <a:pt x="15640" y="17647"/>
                  </a:lnTo>
                  <a:lnTo>
                    <a:pt x="15331" y="17608"/>
                  </a:lnTo>
                  <a:lnTo>
                    <a:pt x="15099" y="17531"/>
                  </a:lnTo>
                  <a:lnTo>
                    <a:pt x="14983" y="17493"/>
                  </a:lnTo>
                  <a:lnTo>
                    <a:pt x="14906" y="17415"/>
                  </a:lnTo>
                  <a:lnTo>
                    <a:pt x="14751" y="17106"/>
                  </a:lnTo>
                  <a:lnTo>
                    <a:pt x="14365" y="16489"/>
                  </a:lnTo>
                  <a:lnTo>
                    <a:pt x="13979" y="15832"/>
                  </a:lnTo>
                  <a:lnTo>
                    <a:pt x="13941" y="15794"/>
                  </a:lnTo>
                  <a:lnTo>
                    <a:pt x="13902" y="15755"/>
                  </a:lnTo>
                  <a:lnTo>
                    <a:pt x="13747" y="15755"/>
                  </a:lnTo>
                  <a:lnTo>
                    <a:pt x="13670" y="15214"/>
                  </a:lnTo>
                  <a:lnTo>
                    <a:pt x="13516" y="14712"/>
                  </a:lnTo>
                  <a:lnTo>
                    <a:pt x="13323" y="14172"/>
                  </a:lnTo>
                  <a:lnTo>
                    <a:pt x="13091" y="13670"/>
                  </a:lnTo>
                  <a:lnTo>
                    <a:pt x="12744" y="13013"/>
                  </a:lnTo>
                  <a:lnTo>
                    <a:pt x="12357" y="12318"/>
                  </a:lnTo>
                  <a:close/>
                  <a:moveTo>
                    <a:pt x="5677" y="4904"/>
                  </a:moveTo>
                  <a:lnTo>
                    <a:pt x="6720" y="5947"/>
                  </a:lnTo>
                  <a:lnTo>
                    <a:pt x="7762" y="6989"/>
                  </a:lnTo>
                  <a:lnTo>
                    <a:pt x="8612" y="7916"/>
                  </a:lnTo>
                  <a:lnTo>
                    <a:pt x="9423" y="8920"/>
                  </a:lnTo>
                  <a:lnTo>
                    <a:pt x="10234" y="9886"/>
                  </a:lnTo>
                  <a:lnTo>
                    <a:pt x="10967" y="10928"/>
                  </a:lnTo>
                  <a:lnTo>
                    <a:pt x="11701" y="12009"/>
                  </a:lnTo>
                  <a:lnTo>
                    <a:pt x="12087" y="12550"/>
                  </a:lnTo>
                  <a:lnTo>
                    <a:pt x="12396" y="13129"/>
                  </a:lnTo>
                  <a:lnTo>
                    <a:pt x="12705" y="13708"/>
                  </a:lnTo>
                  <a:lnTo>
                    <a:pt x="12975" y="14326"/>
                  </a:lnTo>
                  <a:lnTo>
                    <a:pt x="13207" y="14944"/>
                  </a:lnTo>
                  <a:lnTo>
                    <a:pt x="13361" y="15562"/>
                  </a:lnTo>
                  <a:lnTo>
                    <a:pt x="13439" y="16180"/>
                  </a:lnTo>
                  <a:lnTo>
                    <a:pt x="13400" y="16759"/>
                  </a:lnTo>
                  <a:lnTo>
                    <a:pt x="13361" y="17068"/>
                  </a:lnTo>
                  <a:lnTo>
                    <a:pt x="13284" y="17338"/>
                  </a:lnTo>
                  <a:lnTo>
                    <a:pt x="13207" y="17608"/>
                  </a:lnTo>
                  <a:lnTo>
                    <a:pt x="13091" y="17879"/>
                  </a:lnTo>
                  <a:lnTo>
                    <a:pt x="12975" y="18149"/>
                  </a:lnTo>
                  <a:lnTo>
                    <a:pt x="12821" y="18381"/>
                  </a:lnTo>
                  <a:lnTo>
                    <a:pt x="12628" y="18612"/>
                  </a:lnTo>
                  <a:lnTo>
                    <a:pt x="12435" y="18806"/>
                  </a:lnTo>
                  <a:lnTo>
                    <a:pt x="12203" y="18999"/>
                  </a:lnTo>
                  <a:lnTo>
                    <a:pt x="11971" y="19153"/>
                  </a:lnTo>
                  <a:lnTo>
                    <a:pt x="11662" y="19308"/>
                  </a:lnTo>
                  <a:lnTo>
                    <a:pt x="11392" y="19423"/>
                  </a:lnTo>
                  <a:lnTo>
                    <a:pt x="10813" y="19539"/>
                  </a:lnTo>
                  <a:lnTo>
                    <a:pt x="10234" y="19616"/>
                  </a:lnTo>
                  <a:lnTo>
                    <a:pt x="9693" y="19578"/>
                  </a:lnTo>
                  <a:lnTo>
                    <a:pt x="9114" y="19462"/>
                  </a:lnTo>
                  <a:lnTo>
                    <a:pt x="8573" y="19308"/>
                  </a:lnTo>
                  <a:lnTo>
                    <a:pt x="8032" y="19076"/>
                  </a:lnTo>
                  <a:lnTo>
                    <a:pt x="7531" y="18767"/>
                  </a:lnTo>
                  <a:lnTo>
                    <a:pt x="7067" y="18458"/>
                  </a:lnTo>
                  <a:lnTo>
                    <a:pt x="6642" y="18072"/>
                  </a:lnTo>
                  <a:lnTo>
                    <a:pt x="6256" y="17686"/>
                  </a:lnTo>
                  <a:lnTo>
                    <a:pt x="5870" y="17261"/>
                  </a:lnTo>
                  <a:lnTo>
                    <a:pt x="5484" y="16798"/>
                  </a:lnTo>
                  <a:lnTo>
                    <a:pt x="4827" y="15871"/>
                  </a:lnTo>
                  <a:lnTo>
                    <a:pt x="4210" y="14944"/>
                  </a:lnTo>
                  <a:lnTo>
                    <a:pt x="3592" y="13901"/>
                  </a:lnTo>
                  <a:lnTo>
                    <a:pt x="3051" y="12859"/>
                  </a:lnTo>
                  <a:lnTo>
                    <a:pt x="2549" y="11778"/>
                  </a:lnTo>
                  <a:lnTo>
                    <a:pt x="2086" y="10696"/>
                  </a:lnTo>
                  <a:lnTo>
                    <a:pt x="1816" y="9963"/>
                  </a:lnTo>
                  <a:lnTo>
                    <a:pt x="1584" y="9190"/>
                  </a:lnTo>
                  <a:lnTo>
                    <a:pt x="1352" y="8457"/>
                  </a:lnTo>
                  <a:lnTo>
                    <a:pt x="1159" y="7723"/>
                  </a:lnTo>
                  <a:lnTo>
                    <a:pt x="1816" y="7646"/>
                  </a:lnTo>
                  <a:lnTo>
                    <a:pt x="2549" y="7491"/>
                  </a:lnTo>
                  <a:lnTo>
                    <a:pt x="3244" y="7298"/>
                  </a:lnTo>
                  <a:lnTo>
                    <a:pt x="3592" y="7144"/>
                  </a:lnTo>
                  <a:lnTo>
                    <a:pt x="3901" y="6989"/>
                  </a:lnTo>
                  <a:lnTo>
                    <a:pt x="4248" y="6796"/>
                  </a:lnTo>
                  <a:lnTo>
                    <a:pt x="4519" y="6603"/>
                  </a:lnTo>
                  <a:lnTo>
                    <a:pt x="4789" y="6410"/>
                  </a:lnTo>
                  <a:lnTo>
                    <a:pt x="5059" y="6140"/>
                  </a:lnTo>
                  <a:lnTo>
                    <a:pt x="5252" y="5870"/>
                  </a:lnTo>
                  <a:lnTo>
                    <a:pt x="5445" y="5599"/>
                  </a:lnTo>
                  <a:lnTo>
                    <a:pt x="5561" y="5252"/>
                  </a:lnTo>
                  <a:lnTo>
                    <a:pt x="5677" y="4904"/>
                  </a:lnTo>
                  <a:close/>
                  <a:moveTo>
                    <a:pt x="13284" y="18381"/>
                  </a:moveTo>
                  <a:lnTo>
                    <a:pt x="13593" y="18612"/>
                  </a:lnTo>
                  <a:lnTo>
                    <a:pt x="13902" y="18844"/>
                  </a:lnTo>
                  <a:lnTo>
                    <a:pt x="13632" y="19230"/>
                  </a:lnTo>
                  <a:lnTo>
                    <a:pt x="13323" y="19578"/>
                  </a:lnTo>
                  <a:lnTo>
                    <a:pt x="12975" y="19887"/>
                  </a:lnTo>
                  <a:lnTo>
                    <a:pt x="12589" y="20157"/>
                  </a:lnTo>
                  <a:lnTo>
                    <a:pt x="12164" y="20350"/>
                  </a:lnTo>
                  <a:lnTo>
                    <a:pt x="11701" y="20505"/>
                  </a:lnTo>
                  <a:lnTo>
                    <a:pt x="11238" y="20582"/>
                  </a:lnTo>
                  <a:lnTo>
                    <a:pt x="10736" y="20620"/>
                  </a:lnTo>
                  <a:lnTo>
                    <a:pt x="10697" y="20620"/>
                  </a:lnTo>
                  <a:lnTo>
                    <a:pt x="10581" y="19964"/>
                  </a:lnTo>
                  <a:lnTo>
                    <a:pt x="10967" y="19887"/>
                  </a:lnTo>
                  <a:lnTo>
                    <a:pt x="11392" y="19810"/>
                  </a:lnTo>
                  <a:lnTo>
                    <a:pt x="11740" y="19694"/>
                  </a:lnTo>
                  <a:lnTo>
                    <a:pt x="12126" y="19501"/>
                  </a:lnTo>
                  <a:lnTo>
                    <a:pt x="12473" y="19308"/>
                  </a:lnTo>
                  <a:lnTo>
                    <a:pt x="12782" y="19037"/>
                  </a:lnTo>
                  <a:lnTo>
                    <a:pt x="13052" y="18728"/>
                  </a:lnTo>
                  <a:lnTo>
                    <a:pt x="13284" y="18381"/>
                  </a:lnTo>
                  <a:close/>
                  <a:moveTo>
                    <a:pt x="14172" y="18999"/>
                  </a:moveTo>
                  <a:lnTo>
                    <a:pt x="14636" y="19230"/>
                  </a:lnTo>
                  <a:lnTo>
                    <a:pt x="14327" y="19732"/>
                  </a:lnTo>
                  <a:lnTo>
                    <a:pt x="13941" y="20157"/>
                  </a:lnTo>
                  <a:lnTo>
                    <a:pt x="13516" y="20543"/>
                  </a:lnTo>
                  <a:lnTo>
                    <a:pt x="13091" y="20852"/>
                  </a:lnTo>
                  <a:lnTo>
                    <a:pt x="12589" y="21122"/>
                  </a:lnTo>
                  <a:lnTo>
                    <a:pt x="12087" y="21315"/>
                  </a:lnTo>
                  <a:lnTo>
                    <a:pt x="11508" y="21470"/>
                  </a:lnTo>
                  <a:lnTo>
                    <a:pt x="10929" y="21624"/>
                  </a:lnTo>
                  <a:lnTo>
                    <a:pt x="10929" y="21393"/>
                  </a:lnTo>
                  <a:lnTo>
                    <a:pt x="10851" y="21200"/>
                  </a:lnTo>
                  <a:lnTo>
                    <a:pt x="10736" y="20814"/>
                  </a:lnTo>
                  <a:lnTo>
                    <a:pt x="11276" y="20852"/>
                  </a:lnTo>
                  <a:lnTo>
                    <a:pt x="11778" y="20775"/>
                  </a:lnTo>
                  <a:lnTo>
                    <a:pt x="12280" y="20659"/>
                  </a:lnTo>
                  <a:lnTo>
                    <a:pt x="12744" y="20427"/>
                  </a:lnTo>
                  <a:lnTo>
                    <a:pt x="13168" y="20157"/>
                  </a:lnTo>
                  <a:lnTo>
                    <a:pt x="13554" y="19810"/>
                  </a:lnTo>
                  <a:lnTo>
                    <a:pt x="13863" y="19423"/>
                  </a:lnTo>
                  <a:lnTo>
                    <a:pt x="14172" y="18999"/>
                  </a:lnTo>
                  <a:close/>
                  <a:moveTo>
                    <a:pt x="14018" y="20659"/>
                  </a:moveTo>
                  <a:lnTo>
                    <a:pt x="14172" y="20852"/>
                  </a:lnTo>
                  <a:lnTo>
                    <a:pt x="14288" y="20968"/>
                  </a:lnTo>
                  <a:lnTo>
                    <a:pt x="14134" y="21007"/>
                  </a:lnTo>
                  <a:lnTo>
                    <a:pt x="14056" y="21045"/>
                  </a:lnTo>
                  <a:lnTo>
                    <a:pt x="14018" y="21122"/>
                  </a:lnTo>
                  <a:lnTo>
                    <a:pt x="13979" y="21200"/>
                  </a:lnTo>
                  <a:lnTo>
                    <a:pt x="14018" y="21277"/>
                  </a:lnTo>
                  <a:lnTo>
                    <a:pt x="14404" y="21663"/>
                  </a:lnTo>
                  <a:lnTo>
                    <a:pt x="14751" y="22049"/>
                  </a:lnTo>
                  <a:lnTo>
                    <a:pt x="15099" y="22435"/>
                  </a:lnTo>
                  <a:lnTo>
                    <a:pt x="15408" y="22860"/>
                  </a:lnTo>
                  <a:lnTo>
                    <a:pt x="15678" y="23285"/>
                  </a:lnTo>
                  <a:lnTo>
                    <a:pt x="15910" y="23748"/>
                  </a:lnTo>
                  <a:lnTo>
                    <a:pt x="16142" y="24250"/>
                  </a:lnTo>
                  <a:lnTo>
                    <a:pt x="16335" y="24714"/>
                  </a:lnTo>
                  <a:lnTo>
                    <a:pt x="15871" y="24636"/>
                  </a:lnTo>
                  <a:lnTo>
                    <a:pt x="15485" y="24521"/>
                  </a:lnTo>
                  <a:lnTo>
                    <a:pt x="15099" y="24327"/>
                  </a:lnTo>
                  <a:lnTo>
                    <a:pt x="14790" y="24096"/>
                  </a:lnTo>
                  <a:lnTo>
                    <a:pt x="14481" y="23825"/>
                  </a:lnTo>
                  <a:lnTo>
                    <a:pt x="14211" y="23517"/>
                  </a:lnTo>
                  <a:lnTo>
                    <a:pt x="13979" y="23169"/>
                  </a:lnTo>
                  <a:lnTo>
                    <a:pt x="13747" y="22744"/>
                  </a:lnTo>
                  <a:lnTo>
                    <a:pt x="13593" y="22397"/>
                  </a:lnTo>
                  <a:lnTo>
                    <a:pt x="13400" y="22126"/>
                  </a:lnTo>
                  <a:lnTo>
                    <a:pt x="13284" y="22011"/>
                  </a:lnTo>
                  <a:lnTo>
                    <a:pt x="13130" y="21895"/>
                  </a:lnTo>
                  <a:lnTo>
                    <a:pt x="12975" y="21856"/>
                  </a:lnTo>
                  <a:lnTo>
                    <a:pt x="12821" y="21895"/>
                  </a:lnTo>
                  <a:lnTo>
                    <a:pt x="12821" y="21702"/>
                  </a:lnTo>
                  <a:lnTo>
                    <a:pt x="12898" y="21470"/>
                  </a:lnTo>
                  <a:lnTo>
                    <a:pt x="13207" y="21315"/>
                  </a:lnTo>
                  <a:lnTo>
                    <a:pt x="13477" y="21122"/>
                  </a:lnTo>
                  <a:lnTo>
                    <a:pt x="13786" y="20891"/>
                  </a:lnTo>
                  <a:lnTo>
                    <a:pt x="14018" y="20659"/>
                  </a:lnTo>
                  <a:close/>
                  <a:moveTo>
                    <a:pt x="5291" y="17145"/>
                  </a:moveTo>
                  <a:lnTo>
                    <a:pt x="5677" y="17608"/>
                  </a:lnTo>
                  <a:lnTo>
                    <a:pt x="6102" y="18072"/>
                  </a:lnTo>
                  <a:lnTo>
                    <a:pt x="6565" y="18497"/>
                  </a:lnTo>
                  <a:lnTo>
                    <a:pt x="7029" y="18883"/>
                  </a:lnTo>
                  <a:lnTo>
                    <a:pt x="7531" y="19192"/>
                  </a:lnTo>
                  <a:lnTo>
                    <a:pt x="7531" y="19230"/>
                  </a:lnTo>
                  <a:lnTo>
                    <a:pt x="7917" y="19964"/>
                  </a:lnTo>
                  <a:lnTo>
                    <a:pt x="8380" y="20698"/>
                  </a:lnTo>
                  <a:lnTo>
                    <a:pt x="8573" y="20968"/>
                  </a:lnTo>
                  <a:lnTo>
                    <a:pt x="8805" y="21238"/>
                  </a:lnTo>
                  <a:lnTo>
                    <a:pt x="8998" y="21509"/>
                  </a:lnTo>
                  <a:lnTo>
                    <a:pt x="9036" y="21663"/>
                  </a:lnTo>
                  <a:lnTo>
                    <a:pt x="9075" y="21817"/>
                  </a:lnTo>
                  <a:lnTo>
                    <a:pt x="9075" y="22011"/>
                  </a:lnTo>
                  <a:lnTo>
                    <a:pt x="9036" y="22204"/>
                  </a:lnTo>
                  <a:lnTo>
                    <a:pt x="8882" y="22590"/>
                  </a:lnTo>
                  <a:lnTo>
                    <a:pt x="8496" y="23362"/>
                  </a:lnTo>
                  <a:lnTo>
                    <a:pt x="7955" y="24868"/>
                  </a:lnTo>
                  <a:lnTo>
                    <a:pt x="7608" y="24173"/>
                  </a:lnTo>
                  <a:lnTo>
                    <a:pt x="7260" y="23555"/>
                  </a:lnTo>
                  <a:lnTo>
                    <a:pt x="6874" y="22899"/>
                  </a:lnTo>
                  <a:lnTo>
                    <a:pt x="6488" y="22281"/>
                  </a:lnTo>
                  <a:lnTo>
                    <a:pt x="5716" y="21315"/>
                  </a:lnTo>
                  <a:lnTo>
                    <a:pt x="5214" y="20736"/>
                  </a:lnTo>
                  <a:lnTo>
                    <a:pt x="4982" y="20389"/>
                  </a:lnTo>
                  <a:lnTo>
                    <a:pt x="4789" y="20080"/>
                  </a:lnTo>
                  <a:lnTo>
                    <a:pt x="4827" y="20003"/>
                  </a:lnTo>
                  <a:lnTo>
                    <a:pt x="4827" y="19925"/>
                  </a:lnTo>
                  <a:lnTo>
                    <a:pt x="4827" y="19887"/>
                  </a:lnTo>
                  <a:lnTo>
                    <a:pt x="4750" y="19810"/>
                  </a:lnTo>
                  <a:lnTo>
                    <a:pt x="5021" y="18458"/>
                  </a:lnTo>
                  <a:lnTo>
                    <a:pt x="5291" y="17145"/>
                  </a:lnTo>
                  <a:close/>
                  <a:moveTo>
                    <a:pt x="14481" y="20157"/>
                  </a:moveTo>
                  <a:lnTo>
                    <a:pt x="15022" y="20273"/>
                  </a:lnTo>
                  <a:lnTo>
                    <a:pt x="15485" y="20466"/>
                  </a:lnTo>
                  <a:lnTo>
                    <a:pt x="15987" y="20659"/>
                  </a:lnTo>
                  <a:lnTo>
                    <a:pt x="16451" y="20891"/>
                  </a:lnTo>
                  <a:lnTo>
                    <a:pt x="16180" y="21007"/>
                  </a:lnTo>
                  <a:lnTo>
                    <a:pt x="15949" y="21007"/>
                  </a:lnTo>
                  <a:lnTo>
                    <a:pt x="15678" y="20968"/>
                  </a:lnTo>
                  <a:lnTo>
                    <a:pt x="15447" y="20891"/>
                  </a:lnTo>
                  <a:lnTo>
                    <a:pt x="15292" y="20891"/>
                  </a:lnTo>
                  <a:lnTo>
                    <a:pt x="15176" y="20968"/>
                  </a:lnTo>
                  <a:lnTo>
                    <a:pt x="15176" y="21045"/>
                  </a:lnTo>
                  <a:lnTo>
                    <a:pt x="15176" y="21084"/>
                  </a:lnTo>
                  <a:lnTo>
                    <a:pt x="15215" y="21161"/>
                  </a:lnTo>
                  <a:lnTo>
                    <a:pt x="15253" y="21200"/>
                  </a:lnTo>
                  <a:lnTo>
                    <a:pt x="15794" y="21547"/>
                  </a:lnTo>
                  <a:lnTo>
                    <a:pt x="16257" y="21972"/>
                  </a:lnTo>
                  <a:lnTo>
                    <a:pt x="16489" y="22204"/>
                  </a:lnTo>
                  <a:lnTo>
                    <a:pt x="16682" y="22435"/>
                  </a:lnTo>
                  <a:lnTo>
                    <a:pt x="16837" y="22706"/>
                  </a:lnTo>
                  <a:lnTo>
                    <a:pt x="16991" y="22976"/>
                  </a:lnTo>
                  <a:lnTo>
                    <a:pt x="17223" y="23517"/>
                  </a:lnTo>
                  <a:lnTo>
                    <a:pt x="17339" y="23825"/>
                  </a:lnTo>
                  <a:lnTo>
                    <a:pt x="17416" y="24173"/>
                  </a:lnTo>
                  <a:lnTo>
                    <a:pt x="17493" y="24482"/>
                  </a:lnTo>
                  <a:lnTo>
                    <a:pt x="17532" y="24791"/>
                  </a:lnTo>
                  <a:lnTo>
                    <a:pt x="17493" y="25100"/>
                  </a:lnTo>
                  <a:lnTo>
                    <a:pt x="17455" y="25409"/>
                  </a:lnTo>
                  <a:lnTo>
                    <a:pt x="17339" y="25602"/>
                  </a:lnTo>
                  <a:lnTo>
                    <a:pt x="17223" y="25756"/>
                  </a:lnTo>
                  <a:lnTo>
                    <a:pt x="17068" y="25833"/>
                  </a:lnTo>
                  <a:lnTo>
                    <a:pt x="16914" y="25872"/>
                  </a:lnTo>
                  <a:lnTo>
                    <a:pt x="16528" y="25872"/>
                  </a:lnTo>
                  <a:lnTo>
                    <a:pt x="16103" y="25756"/>
                  </a:lnTo>
                  <a:lnTo>
                    <a:pt x="15447" y="25563"/>
                  </a:lnTo>
                  <a:lnTo>
                    <a:pt x="15099" y="25409"/>
                  </a:lnTo>
                  <a:lnTo>
                    <a:pt x="14790" y="25254"/>
                  </a:lnTo>
                  <a:lnTo>
                    <a:pt x="14443" y="25061"/>
                  </a:lnTo>
                  <a:lnTo>
                    <a:pt x="14095" y="24829"/>
                  </a:lnTo>
                  <a:lnTo>
                    <a:pt x="13786" y="24559"/>
                  </a:lnTo>
                  <a:lnTo>
                    <a:pt x="13516" y="24250"/>
                  </a:lnTo>
                  <a:lnTo>
                    <a:pt x="13284" y="23903"/>
                  </a:lnTo>
                  <a:lnTo>
                    <a:pt x="13091" y="23555"/>
                  </a:lnTo>
                  <a:lnTo>
                    <a:pt x="12937" y="23208"/>
                  </a:lnTo>
                  <a:lnTo>
                    <a:pt x="12821" y="22783"/>
                  </a:lnTo>
                  <a:lnTo>
                    <a:pt x="12744" y="22706"/>
                  </a:lnTo>
                  <a:lnTo>
                    <a:pt x="12666" y="22667"/>
                  </a:lnTo>
                  <a:lnTo>
                    <a:pt x="12589" y="22706"/>
                  </a:lnTo>
                  <a:lnTo>
                    <a:pt x="12512" y="22744"/>
                  </a:lnTo>
                  <a:lnTo>
                    <a:pt x="12048" y="23439"/>
                  </a:lnTo>
                  <a:lnTo>
                    <a:pt x="11933" y="23053"/>
                  </a:lnTo>
                  <a:lnTo>
                    <a:pt x="11855" y="22628"/>
                  </a:lnTo>
                  <a:lnTo>
                    <a:pt x="11855" y="22242"/>
                  </a:lnTo>
                  <a:lnTo>
                    <a:pt x="11894" y="21817"/>
                  </a:lnTo>
                  <a:lnTo>
                    <a:pt x="12280" y="21740"/>
                  </a:lnTo>
                  <a:lnTo>
                    <a:pt x="12666" y="21586"/>
                  </a:lnTo>
                  <a:lnTo>
                    <a:pt x="12589" y="21817"/>
                  </a:lnTo>
                  <a:lnTo>
                    <a:pt x="12589" y="22049"/>
                  </a:lnTo>
                  <a:lnTo>
                    <a:pt x="12589" y="22126"/>
                  </a:lnTo>
                  <a:lnTo>
                    <a:pt x="12628" y="22165"/>
                  </a:lnTo>
                  <a:lnTo>
                    <a:pt x="12937" y="22165"/>
                  </a:lnTo>
                  <a:lnTo>
                    <a:pt x="13130" y="22319"/>
                  </a:lnTo>
                  <a:lnTo>
                    <a:pt x="13323" y="22551"/>
                  </a:lnTo>
                  <a:lnTo>
                    <a:pt x="13516" y="22821"/>
                  </a:lnTo>
                  <a:lnTo>
                    <a:pt x="13863" y="23439"/>
                  </a:lnTo>
                  <a:lnTo>
                    <a:pt x="14095" y="23825"/>
                  </a:lnTo>
                  <a:lnTo>
                    <a:pt x="14404" y="24173"/>
                  </a:lnTo>
                  <a:lnTo>
                    <a:pt x="14751" y="24482"/>
                  </a:lnTo>
                  <a:lnTo>
                    <a:pt x="15176" y="24752"/>
                  </a:lnTo>
                  <a:lnTo>
                    <a:pt x="15640" y="24907"/>
                  </a:lnTo>
                  <a:lnTo>
                    <a:pt x="15871" y="24945"/>
                  </a:lnTo>
                  <a:lnTo>
                    <a:pt x="16103" y="24984"/>
                  </a:lnTo>
                  <a:lnTo>
                    <a:pt x="16566" y="24984"/>
                  </a:lnTo>
                  <a:lnTo>
                    <a:pt x="16644" y="24945"/>
                  </a:lnTo>
                  <a:lnTo>
                    <a:pt x="16644" y="24907"/>
                  </a:lnTo>
                  <a:lnTo>
                    <a:pt x="16644" y="24829"/>
                  </a:lnTo>
                  <a:lnTo>
                    <a:pt x="16605" y="24791"/>
                  </a:lnTo>
                  <a:lnTo>
                    <a:pt x="16605" y="24752"/>
                  </a:lnTo>
                  <a:lnTo>
                    <a:pt x="16451" y="24250"/>
                  </a:lnTo>
                  <a:lnTo>
                    <a:pt x="16257" y="23748"/>
                  </a:lnTo>
                  <a:lnTo>
                    <a:pt x="16026" y="23285"/>
                  </a:lnTo>
                  <a:lnTo>
                    <a:pt x="15755" y="22821"/>
                  </a:lnTo>
                  <a:lnTo>
                    <a:pt x="15485" y="22397"/>
                  </a:lnTo>
                  <a:lnTo>
                    <a:pt x="15176" y="22011"/>
                  </a:lnTo>
                  <a:lnTo>
                    <a:pt x="14829" y="21586"/>
                  </a:lnTo>
                  <a:lnTo>
                    <a:pt x="14443" y="21238"/>
                  </a:lnTo>
                  <a:lnTo>
                    <a:pt x="14597" y="21161"/>
                  </a:lnTo>
                  <a:lnTo>
                    <a:pt x="14713" y="21045"/>
                  </a:lnTo>
                  <a:lnTo>
                    <a:pt x="14751" y="20968"/>
                  </a:lnTo>
                  <a:lnTo>
                    <a:pt x="14751" y="20929"/>
                  </a:lnTo>
                  <a:lnTo>
                    <a:pt x="14713" y="20852"/>
                  </a:lnTo>
                  <a:lnTo>
                    <a:pt x="14674" y="20814"/>
                  </a:lnTo>
                  <a:lnTo>
                    <a:pt x="14211" y="20505"/>
                  </a:lnTo>
                  <a:lnTo>
                    <a:pt x="14481" y="20157"/>
                  </a:lnTo>
                  <a:close/>
                  <a:moveTo>
                    <a:pt x="155" y="0"/>
                  </a:moveTo>
                  <a:lnTo>
                    <a:pt x="116" y="39"/>
                  </a:lnTo>
                  <a:lnTo>
                    <a:pt x="78" y="77"/>
                  </a:lnTo>
                  <a:lnTo>
                    <a:pt x="116" y="155"/>
                  </a:lnTo>
                  <a:lnTo>
                    <a:pt x="78" y="193"/>
                  </a:lnTo>
                  <a:lnTo>
                    <a:pt x="39" y="270"/>
                  </a:lnTo>
                  <a:lnTo>
                    <a:pt x="1" y="1583"/>
                  </a:lnTo>
                  <a:lnTo>
                    <a:pt x="39" y="2896"/>
                  </a:lnTo>
                  <a:lnTo>
                    <a:pt x="116" y="4171"/>
                  </a:lnTo>
                  <a:lnTo>
                    <a:pt x="310" y="5483"/>
                  </a:lnTo>
                  <a:lnTo>
                    <a:pt x="541" y="6758"/>
                  </a:lnTo>
                  <a:lnTo>
                    <a:pt x="850" y="8032"/>
                  </a:lnTo>
                  <a:lnTo>
                    <a:pt x="1198" y="9306"/>
                  </a:lnTo>
                  <a:lnTo>
                    <a:pt x="1622" y="10542"/>
                  </a:lnTo>
                  <a:lnTo>
                    <a:pt x="2124" y="11739"/>
                  </a:lnTo>
                  <a:lnTo>
                    <a:pt x="2665" y="12936"/>
                  </a:lnTo>
                  <a:lnTo>
                    <a:pt x="3283" y="14095"/>
                  </a:lnTo>
                  <a:lnTo>
                    <a:pt x="3978" y="15214"/>
                  </a:lnTo>
                  <a:lnTo>
                    <a:pt x="4519" y="16064"/>
                  </a:lnTo>
                  <a:lnTo>
                    <a:pt x="5098" y="16913"/>
                  </a:lnTo>
                  <a:lnTo>
                    <a:pt x="4827" y="17686"/>
                  </a:lnTo>
                  <a:lnTo>
                    <a:pt x="4596" y="18458"/>
                  </a:lnTo>
                  <a:lnTo>
                    <a:pt x="4441" y="19269"/>
                  </a:lnTo>
                  <a:lnTo>
                    <a:pt x="4325" y="20080"/>
                  </a:lnTo>
                  <a:lnTo>
                    <a:pt x="4325" y="20157"/>
                  </a:lnTo>
                  <a:lnTo>
                    <a:pt x="4364" y="20196"/>
                  </a:lnTo>
                  <a:lnTo>
                    <a:pt x="4480" y="20273"/>
                  </a:lnTo>
                  <a:lnTo>
                    <a:pt x="4596" y="20543"/>
                  </a:lnTo>
                  <a:lnTo>
                    <a:pt x="4712" y="20775"/>
                  </a:lnTo>
                  <a:lnTo>
                    <a:pt x="4905" y="21045"/>
                  </a:lnTo>
                  <a:lnTo>
                    <a:pt x="5059" y="21277"/>
                  </a:lnTo>
                  <a:lnTo>
                    <a:pt x="5484" y="21702"/>
                  </a:lnTo>
                  <a:lnTo>
                    <a:pt x="5831" y="22165"/>
                  </a:lnTo>
                  <a:lnTo>
                    <a:pt x="6333" y="22860"/>
                  </a:lnTo>
                  <a:lnTo>
                    <a:pt x="6835" y="23594"/>
                  </a:lnTo>
                  <a:lnTo>
                    <a:pt x="7260" y="24366"/>
                  </a:lnTo>
                  <a:lnTo>
                    <a:pt x="7646" y="25138"/>
                  </a:lnTo>
                  <a:lnTo>
                    <a:pt x="7724" y="25216"/>
                  </a:lnTo>
                  <a:lnTo>
                    <a:pt x="7878" y="25216"/>
                  </a:lnTo>
                  <a:lnTo>
                    <a:pt x="7917" y="25177"/>
                  </a:lnTo>
                  <a:lnTo>
                    <a:pt x="7994" y="25216"/>
                  </a:lnTo>
                  <a:lnTo>
                    <a:pt x="8110" y="25216"/>
                  </a:lnTo>
                  <a:lnTo>
                    <a:pt x="8187" y="25138"/>
                  </a:lnTo>
                  <a:lnTo>
                    <a:pt x="8534" y="24327"/>
                  </a:lnTo>
                  <a:lnTo>
                    <a:pt x="8921" y="23478"/>
                  </a:lnTo>
                  <a:lnTo>
                    <a:pt x="9577" y="21779"/>
                  </a:lnTo>
                  <a:lnTo>
                    <a:pt x="9577" y="21663"/>
                  </a:lnTo>
                  <a:lnTo>
                    <a:pt x="9538" y="21586"/>
                  </a:lnTo>
                  <a:lnTo>
                    <a:pt x="8766" y="20543"/>
                  </a:lnTo>
                  <a:lnTo>
                    <a:pt x="8071" y="19462"/>
                  </a:lnTo>
                  <a:lnTo>
                    <a:pt x="8612" y="19694"/>
                  </a:lnTo>
                  <a:lnTo>
                    <a:pt x="9152" y="19848"/>
                  </a:lnTo>
                  <a:lnTo>
                    <a:pt x="9732" y="19925"/>
                  </a:lnTo>
                  <a:lnTo>
                    <a:pt x="10311" y="19964"/>
                  </a:lnTo>
                  <a:lnTo>
                    <a:pt x="10311" y="20389"/>
                  </a:lnTo>
                  <a:lnTo>
                    <a:pt x="10349" y="20852"/>
                  </a:lnTo>
                  <a:lnTo>
                    <a:pt x="10465" y="21315"/>
                  </a:lnTo>
                  <a:lnTo>
                    <a:pt x="10542" y="21547"/>
                  </a:lnTo>
                  <a:lnTo>
                    <a:pt x="10697" y="21740"/>
                  </a:lnTo>
                  <a:lnTo>
                    <a:pt x="10736" y="21779"/>
                  </a:lnTo>
                  <a:lnTo>
                    <a:pt x="10813" y="21779"/>
                  </a:lnTo>
                  <a:lnTo>
                    <a:pt x="10851" y="21856"/>
                  </a:lnTo>
                  <a:lnTo>
                    <a:pt x="10929" y="21856"/>
                  </a:lnTo>
                  <a:lnTo>
                    <a:pt x="11315" y="21895"/>
                  </a:lnTo>
                  <a:lnTo>
                    <a:pt x="11662" y="21856"/>
                  </a:lnTo>
                  <a:lnTo>
                    <a:pt x="11624" y="22126"/>
                  </a:lnTo>
                  <a:lnTo>
                    <a:pt x="11585" y="22358"/>
                  </a:lnTo>
                  <a:lnTo>
                    <a:pt x="11546" y="22590"/>
                  </a:lnTo>
                  <a:lnTo>
                    <a:pt x="11585" y="22860"/>
                  </a:lnTo>
                  <a:lnTo>
                    <a:pt x="11624" y="23092"/>
                  </a:lnTo>
                  <a:lnTo>
                    <a:pt x="11662" y="23323"/>
                  </a:lnTo>
                  <a:lnTo>
                    <a:pt x="11778" y="23594"/>
                  </a:lnTo>
                  <a:lnTo>
                    <a:pt x="11894" y="23825"/>
                  </a:lnTo>
                  <a:lnTo>
                    <a:pt x="11933" y="23903"/>
                  </a:lnTo>
                  <a:lnTo>
                    <a:pt x="12010" y="23903"/>
                  </a:lnTo>
                  <a:lnTo>
                    <a:pt x="12087" y="23864"/>
                  </a:lnTo>
                  <a:lnTo>
                    <a:pt x="12164" y="23825"/>
                  </a:lnTo>
                  <a:lnTo>
                    <a:pt x="12589" y="23208"/>
                  </a:lnTo>
                  <a:lnTo>
                    <a:pt x="12744" y="23594"/>
                  </a:lnTo>
                  <a:lnTo>
                    <a:pt x="12937" y="23941"/>
                  </a:lnTo>
                  <a:lnTo>
                    <a:pt x="13168" y="24289"/>
                  </a:lnTo>
                  <a:lnTo>
                    <a:pt x="13439" y="24598"/>
                  </a:lnTo>
                  <a:lnTo>
                    <a:pt x="13709" y="24907"/>
                  </a:lnTo>
                  <a:lnTo>
                    <a:pt x="14018" y="25177"/>
                  </a:lnTo>
                  <a:lnTo>
                    <a:pt x="14365" y="25409"/>
                  </a:lnTo>
                  <a:lnTo>
                    <a:pt x="14713" y="25602"/>
                  </a:lnTo>
                  <a:lnTo>
                    <a:pt x="15331" y="25911"/>
                  </a:lnTo>
                  <a:lnTo>
                    <a:pt x="15717" y="26027"/>
                  </a:lnTo>
                  <a:lnTo>
                    <a:pt x="16142" y="26181"/>
                  </a:lnTo>
                  <a:lnTo>
                    <a:pt x="16566" y="26258"/>
                  </a:lnTo>
                  <a:lnTo>
                    <a:pt x="16953" y="26297"/>
                  </a:lnTo>
                  <a:lnTo>
                    <a:pt x="17146" y="26297"/>
                  </a:lnTo>
                  <a:lnTo>
                    <a:pt x="17300" y="26258"/>
                  </a:lnTo>
                  <a:lnTo>
                    <a:pt x="17416" y="26181"/>
                  </a:lnTo>
                  <a:lnTo>
                    <a:pt x="17570" y="26104"/>
                  </a:lnTo>
                  <a:lnTo>
                    <a:pt x="17648" y="25949"/>
                  </a:lnTo>
                  <a:lnTo>
                    <a:pt x="17725" y="25833"/>
                  </a:lnTo>
                  <a:lnTo>
                    <a:pt x="17841" y="25486"/>
                  </a:lnTo>
                  <a:lnTo>
                    <a:pt x="17879" y="25100"/>
                  </a:lnTo>
                  <a:lnTo>
                    <a:pt x="17841" y="24675"/>
                  </a:lnTo>
                  <a:lnTo>
                    <a:pt x="17802" y="24289"/>
                  </a:lnTo>
                  <a:lnTo>
                    <a:pt x="17686" y="23903"/>
                  </a:lnTo>
                  <a:lnTo>
                    <a:pt x="17493" y="23246"/>
                  </a:lnTo>
                  <a:lnTo>
                    <a:pt x="17223" y="22706"/>
                  </a:lnTo>
                  <a:lnTo>
                    <a:pt x="16914" y="22204"/>
                  </a:lnTo>
                  <a:lnTo>
                    <a:pt x="16528" y="21740"/>
                  </a:lnTo>
                  <a:lnTo>
                    <a:pt x="16103" y="21354"/>
                  </a:lnTo>
                  <a:lnTo>
                    <a:pt x="16296" y="21315"/>
                  </a:lnTo>
                  <a:lnTo>
                    <a:pt x="16489" y="21277"/>
                  </a:lnTo>
                  <a:lnTo>
                    <a:pt x="16682" y="21161"/>
                  </a:lnTo>
                  <a:lnTo>
                    <a:pt x="16875" y="21045"/>
                  </a:lnTo>
                  <a:lnTo>
                    <a:pt x="16914" y="21007"/>
                  </a:lnTo>
                  <a:lnTo>
                    <a:pt x="16953" y="20929"/>
                  </a:lnTo>
                  <a:lnTo>
                    <a:pt x="16914" y="20814"/>
                  </a:lnTo>
                  <a:lnTo>
                    <a:pt x="16875" y="20775"/>
                  </a:lnTo>
                  <a:lnTo>
                    <a:pt x="16335" y="20466"/>
                  </a:lnTo>
                  <a:lnTo>
                    <a:pt x="15833" y="20196"/>
                  </a:lnTo>
                  <a:lnTo>
                    <a:pt x="15292" y="20003"/>
                  </a:lnTo>
                  <a:lnTo>
                    <a:pt x="14713" y="19848"/>
                  </a:lnTo>
                  <a:lnTo>
                    <a:pt x="14983" y="19346"/>
                  </a:lnTo>
                  <a:lnTo>
                    <a:pt x="14983" y="19230"/>
                  </a:lnTo>
                  <a:lnTo>
                    <a:pt x="14983" y="19114"/>
                  </a:lnTo>
                  <a:lnTo>
                    <a:pt x="14983" y="19076"/>
                  </a:lnTo>
                  <a:lnTo>
                    <a:pt x="14945" y="19037"/>
                  </a:lnTo>
                  <a:lnTo>
                    <a:pt x="14172" y="18574"/>
                  </a:lnTo>
                  <a:lnTo>
                    <a:pt x="13825" y="18342"/>
                  </a:lnTo>
                  <a:lnTo>
                    <a:pt x="13477" y="18033"/>
                  </a:lnTo>
                  <a:lnTo>
                    <a:pt x="13554" y="17879"/>
                  </a:lnTo>
                  <a:lnTo>
                    <a:pt x="13670" y="17493"/>
                  </a:lnTo>
                  <a:lnTo>
                    <a:pt x="13747" y="17106"/>
                  </a:lnTo>
                  <a:lnTo>
                    <a:pt x="13786" y="16720"/>
                  </a:lnTo>
                  <a:lnTo>
                    <a:pt x="13825" y="16334"/>
                  </a:lnTo>
                  <a:lnTo>
                    <a:pt x="14249" y="17106"/>
                  </a:lnTo>
                  <a:lnTo>
                    <a:pt x="14674" y="17956"/>
                  </a:lnTo>
                  <a:lnTo>
                    <a:pt x="14751" y="18033"/>
                  </a:lnTo>
                  <a:lnTo>
                    <a:pt x="14867" y="18033"/>
                  </a:lnTo>
                  <a:lnTo>
                    <a:pt x="15640" y="18072"/>
                  </a:lnTo>
                  <a:lnTo>
                    <a:pt x="16412" y="18110"/>
                  </a:lnTo>
                  <a:lnTo>
                    <a:pt x="17184" y="18188"/>
                  </a:lnTo>
                  <a:lnTo>
                    <a:pt x="17957" y="18304"/>
                  </a:lnTo>
                  <a:lnTo>
                    <a:pt x="18111" y="18304"/>
                  </a:lnTo>
                  <a:lnTo>
                    <a:pt x="18188" y="18226"/>
                  </a:lnTo>
                  <a:lnTo>
                    <a:pt x="18227" y="18110"/>
                  </a:lnTo>
                  <a:lnTo>
                    <a:pt x="18188" y="17995"/>
                  </a:lnTo>
                  <a:lnTo>
                    <a:pt x="16798" y="15099"/>
                  </a:lnTo>
                  <a:lnTo>
                    <a:pt x="16064" y="13631"/>
                  </a:lnTo>
                  <a:lnTo>
                    <a:pt x="15678" y="12936"/>
                  </a:lnTo>
                  <a:lnTo>
                    <a:pt x="15253" y="12241"/>
                  </a:lnTo>
                  <a:lnTo>
                    <a:pt x="15176" y="12202"/>
                  </a:lnTo>
                  <a:lnTo>
                    <a:pt x="15099" y="12202"/>
                  </a:lnTo>
                  <a:lnTo>
                    <a:pt x="14713" y="12164"/>
                  </a:lnTo>
                  <a:lnTo>
                    <a:pt x="14288" y="12164"/>
                  </a:lnTo>
                  <a:lnTo>
                    <a:pt x="13516" y="12125"/>
                  </a:lnTo>
                  <a:lnTo>
                    <a:pt x="12164" y="12009"/>
                  </a:lnTo>
                  <a:lnTo>
                    <a:pt x="11662" y="11198"/>
                  </a:lnTo>
                  <a:lnTo>
                    <a:pt x="11122" y="10465"/>
                  </a:lnTo>
                  <a:lnTo>
                    <a:pt x="10542" y="9731"/>
                  </a:lnTo>
                  <a:lnTo>
                    <a:pt x="10002" y="8997"/>
                  </a:lnTo>
                  <a:lnTo>
                    <a:pt x="8959" y="7762"/>
                  </a:lnTo>
                  <a:lnTo>
                    <a:pt x="7839" y="6565"/>
                  </a:lnTo>
                  <a:lnTo>
                    <a:pt x="6720" y="5406"/>
                  </a:lnTo>
                  <a:lnTo>
                    <a:pt x="5561" y="4286"/>
                  </a:lnTo>
                  <a:lnTo>
                    <a:pt x="4325" y="3205"/>
                  </a:lnTo>
                  <a:lnTo>
                    <a:pt x="3128" y="2163"/>
                  </a:lnTo>
                  <a:lnTo>
                    <a:pt x="1854" y="1120"/>
                  </a:lnTo>
                  <a:lnTo>
                    <a:pt x="580" y="116"/>
                  </a:lnTo>
                  <a:lnTo>
                    <a:pt x="541" y="77"/>
                  </a:lnTo>
                  <a:lnTo>
                    <a:pt x="464" y="77"/>
                  </a:lnTo>
                  <a:lnTo>
                    <a:pt x="348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22"/>
            <p:cNvSpPr/>
            <p:nvPr/>
          </p:nvSpPr>
          <p:spPr>
            <a:xfrm>
              <a:off x="668675" y="2948700"/>
              <a:ext cx="256800" cy="152550"/>
            </a:xfrm>
            <a:custGeom>
              <a:avLst/>
              <a:gdLst/>
              <a:ahLst/>
              <a:cxnLst/>
              <a:rect l="l" t="t" r="r" b="b"/>
              <a:pathLst>
                <a:path w="10272" h="6102" extrusionOk="0">
                  <a:moveTo>
                    <a:pt x="541" y="1"/>
                  </a:moveTo>
                  <a:lnTo>
                    <a:pt x="425" y="39"/>
                  </a:lnTo>
                  <a:lnTo>
                    <a:pt x="348" y="116"/>
                  </a:lnTo>
                  <a:lnTo>
                    <a:pt x="232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889"/>
                  </a:lnTo>
                  <a:lnTo>
                    <a:pt x="0" y="1275"/>
                  </a:lnTo>
                  <a:lnTo>
                    <a:pt x="0" y="1622"/>
                  </a:lnTo>
                  <a:lnTo>
                    <a:pt x="0" y="2047"/>
                  </a:lnTo>
                  <a:lnTo>
                    <a:pt x="77" y="2511"/>
                  </a:lnTo>
                  <a:lnTo>
                    <a:pt x="155" y="2935"/>
                  </a:lnTo>
                  <a:lnTo>
                    <a:pt x="309" y="3321"/>
                  </a:lnTo>
                  <a:lnTo>
                    <a:pt x="502" y="3785"/>
                  </a:lnTo>
                  <a:lnTo>
                    <a:pt x="734" y="4171"/>
                  </a:lnTo>
                  <a:lnTo>
                    <a:pt x="1004" y="4557"/>
                  </a:lnTo>
                  <a:lnTo>
                    <a:pt x="1313" y="4905"/>
                  </a:lnTo>
                  <a:lnTo>
                    <a:pt x="1699" y="5214"/>
                  </a:lnTo>
                  <a:lnTo>
                    <a:pt x="2047" y="5523"/>
                  </a:lnTo>
                  <a:lnTo>
                    <a:pt x="2472" y="5754"/>
                  </a:lnTo>
                  <a:lnTo>
                    <a:pt x="2896" y="5947"/>
                  </a:lnTo>
                  <a:lnTo>
                    <a:pt x="3167" y="5716"/>
                  </a:lnTo>
                  <a:lnTo>
                    <a:pt x="2819" y="5561"/>
                  </a:lnTo>
                  <a:lnTo>
                    <a:pt x="2510" y="5368"/>
                  </a:lnTo>
                  <a:lnTo>
                    <a:pt x="2240" y="5136"/>
                  </a:lnTo>
                  <a:lnTo>
                    <a:pt x="1931" y="4905"/>
                  </a:lnTo>
                  <a:lnTo>
                    <a:pt x="1661" y="4634"/>
                  </a:lnTo>
                  <a:lnTo>
                    <a:pt x="1429" y="4364"/>
                  </a:lnTo>
                  <a:lnTo>
                    <a:pt x="1197" y="4094"/>
                  </a:lnTo>
                  <a:lnTo>
                    <a:pt x="1004" y="3785"/>
                  </a:lnTo>
                  <a:lnTo>
                    <a:pt x="811" y="3476"/>
                  </a:lnTo>
                  <a:lnTo>
                    <a:pt x="657" y="3128"/>
                  </a:lnTo>
                  <a:lnTo>
                    <a:pt x="541" y="2781"/>
                  </a:lnTo>
                  <a:lnTo>
                    <a:pt x="464" y="2433"/>
                  </a:lnTo>
                  <a:lnTo>
                    <a:pt x="425" y="2086"/>
                  </a:lnTo>
                  <a:lnTo>
                    <a:pt x="386" y="1700"/>
                  </a:lnTo>
                  <a:lnTo>
                    <a:pt x="425" y="1352"/>
                  </a:lnTo>
                  <a:lnTo>
                    <a:pt x="464" y="966"/>
                  </a:lnTo>
                  <a:lnTo>
                    <a:pt x="541" y="696"/>
                  </a:lnTo>
                  <a:lnTo>
                    <a:pt x="579" y="541"/>
                  </a:lnTo>
                  <a:lnTo>
                    <a:pt x="657" y="464"/>
                  </a:lnTo>
                  <a:lnTo>
                    <a:pt x="811" y="503"/>
                  </a:lnTo>
                  <a:lnTo>
                    <a:pt x="1043" y="618"/>
                  </a:lnTo>
                  <a:lnTo>
                    <a:pt x="1429" y="812"/>
                  </a:lnTo>
                  <a:lnTo>
                    <a:pt x="1738" y="1005"/>
                  </a:lnTo>
                  <a:lnTo>
                    <a:pt x="2085" y="1236"/>
                  </a:lnTo>
                  <a:lnTo>
                    <a:pt x="2394" y="1468"/>
                  </a:lnTo>
                  <a:lnTo>
                    <a:pt x="2665" y="1738"/>
                  </a:lnTo>
                  <a:lnTo>
                    <a:pt x="2935" y="2009"/>
                  </a:lnTo>
                  <a:lnTo>
                    <a:pt x="3167" y="2279"/>
                  </a:lnTo>
                  <a:lnTo>
                    <a:pt x="3360" y="2588"/>
                  </a:lnTo>
                  <a:lnTo>
                    <a:pt x="3514" y="2897"/>
                  </a:lnTo>
                  <a:lnTo>
                    <a:pt x="3630" y="3244"/>
                  </a:lnTo>
                  <a:lnTo>
                    <a:pt x="3707" y="3592"/>
                  </a:lnTo>
                  <a:lnTo>
                    <a:pt x="3784" y="3939"/>
                  </a:lnTo>
                  <a:lnTo>
                    <a:pt x="3784" y="4325"/>
                  </a:lnTo>
                  <a:lnTo>
                    <a:pt x="3823" y="4403"/>
                  </a:lnTo>
                  <a:lnTo>
                    <a:pt x="3939" y="4480"/>
                  </a:lnTo>
                  <a:lnTo>
                    <a:pt x="3939" y="4557"/>
                  </a:lnTo>
                  <a:lnTo>
                    <a:pt x="3978" y="4596"/>
                  </a:lnTo>
                  <a:lnTo>
                    <a:pt x="4016" y="4596"/>
                  </a:lnTo>
                  <a:lnTo>
                    <a:pt x="4055" y="4557"/>
                  </a:lnTo>
                  <a:lnTo>
                    <a:pt x="4171" y="4403"/>
                  </a:lnTo>
                  <a:lnTo>
                    <a:pt x="4286" y="4287"/>
                  </a:lnTo>
                  <a:lnTo>
                    <a:pt x="4595" y="4017"/>
                  </a:lnTo>
                  <a:lnTo>
                    <a:pt x="4943" y="3785"/>
                  </a:lnTo>
                  <a:lnTo>
                    <a:pt x="5329" y="3630"/>
                  </a:lnTo>
                  <a:lnTo>
                    <a:pt x="5754" y="3476"/>
                  </a:lnTo>
                  <a:lnTo>
                    <a:pt x="6179" y="3360"/>
                  </a:lnTo>
                  <a:lnTo>
                    <a:pt x="6565" y="3283"/>
                  </a:lnTo>
                  <a:lnTo>
                    <a:pt x="6912" y="3206"/>
                  </a:lnTo>
                  <a:lnTo>
                    <a:pt x="7260" y="3167"/>
                  </a:lnTo>
                  <a:lnTo>
                    <a:pt x="7646" y="3167"/>
                  </a:lnTo>
                  <a:lnTo>
                    <a:pt x="7994" y="3206"/>
                  </a:lnTo>
                  <a:lnTo>
                    <a:pt x="8380" y="3244"/>
                  </a:lnTo>
                  <a:lnTo>
                    <a:pt x="8727" y="3321"/>
                  </a:lnTo>
                  <a:lnTo>
                    <a:pt x="9075" y="3399"/>
                  </a:lnTo>
                  <a:lnTo>
                    <a:pt x="9422" y="3553"/>
                  </a:lnTo>
                  <a:lnTo>
                    <a:pt x="9770" y="3669"/>
                  </a:lnTo>
                  <a:lnTo>
                    <a:pt x="9499" y="4017"/>
                  </a:lnTo>
                  <a:lnTo>
                    <a:pt x="9229" y="4364"/>
                  </a:lnTo>
                  <a:lnTo>
                    <a:pt x="8920" y="4634"/>
                  </a:lnTo>
                  <a:lnTo>
                    <a:pt x="8611" y="4905"/>
                  </a:lnTo>
                  <a:lnTo>
                    <a:pt x="8264" y="5136"/>
                  </a:lnTo>
                  <a:lnTo>
                    <a:pt x="7916" y="5329"/>
                  </a:lnTo>
                  <a:lnTo>
                    <a:pt x="7530" y="5484"/>
                  </a:lnTo>
                  <a:lnTo>
                    <a:pt x="7105" y="5600"/>
                  </a:lnTo>
                  <a:lnTo>
                    <a:pt x="6719" y="5638"/>
                  </a:lnTo>
                  <a:lnTo>
                    <a:pt x="6333" y="5677"/>
                  </a:lnTo>
                  <a:lnTo>
                    <a:pt x="5599" y="5677"/>
                  </a:lnTo>
                  <a:lnTo>
                    <a:pt x="4866" y="5600"/>
                  </a:lnTo>
                  <a:lnTo>
                    <a:pt x="4093" y="5484"/>
                  </a:lnTo>
                  <a:lnTo>
                    <a:pt x="4016" y="5484"/>
                  </a:lnTo>
                  <a:lnTo>
                    <a:pt x="3978" y="5523"/>
                  </a:lnTo>
                  <a:lnTo>
                    <a:pt x="3900" y="5638"/>
                  </a:lnTo>
                  <a:lnTo>
                    <a:pt x="3862" y="5638"/>
                  </a:lnTo>
                  <a:lnTo>
                    <a:pt x="3862" y="5716"/>
                  </a:lnTo>
                  <a:lnTo>
                    <a:pt x="3900" y="6025"/>
                  </a:lnTo>
                  <a:lnTo>
                    <a:pt x="4093" y="5909"/>
                  </a:lnTo>
                  <a:lnTo>
                    <a:pt x="4943" y="6025"/>
                  </a:lnTo>
                  <a:lnTo>
                    <a:pt x="5792" y="6102"/>
                  </a:lnTo>
                  <a:lnTo>
                    <a:pt x="6217" y="6102"/>
                  </a:lnTo>
                  <a:lnTo>
                    <a:pt x="6642" y="6063"/>
                  </a:lnTo>
                  <a:lnTo>
                    <a:pt x="7105" y="6025"/>
                  </a:lnTo>
                  <a:lnTo>
                    <a:pt x="7530" y="5947"/>
                  </a:lnTo>
                  <a:lnTo>
                    <a:pt x="7955" y="5793"/>
                  </a:lnTo>
                  <a:lnTo>
                    <a:pt x="8341" y="5600"/>
                  </a:lnTo>
                  <a:lnTo>
                    <a:pt x="8727" y="5368"/>
                  </a:lnTo>
                  <a:lnTo>
                    <a:pt x="9075" y="5098"/>
                  </a:lnTo>
                  <a:lnTo>
                    <a:pt x="9384" y="4789"/>
                  </a:lnTo>
                  <a:lnTo>
                    <a:pt x="9654" y="4441"/>
                  </a:lnTo>
                  <a:lnTo>
                    <a:pt x="10233" y="3746"/>
                  </a:lnTo>
                  <a:lnTo>
                    <a:pt x="10272" y="3630"/>
                  </a:lnTo>
                  <a:lnTo>
                    <a:pt x="10272" y="3553"/>
                  </a:lnTo>
                  <a:lnTo>
                    <a:pt x="10233" y="3476"/>
                  </a:lnTo>
                  <a:lnTo>
                    <a:pt x="10156" y="3399"/>
                  </a:lnTo>
                  <a:lnTo>
                    <a:pt x="9693" y="3206"/>
                  </a:lnTo>
                  <a:lnTo>
                    <a:pt x="9229" y="3013"/>
                  </a:lnTo>
                  <a:lnTo>
                    <a:pt x="8766" y="2897"/>
                  </a:lnTo>
                  <a:lnTo>
                    <a:pt x="8264" y="2781"/>
                  </a:lnTo>
                  <a:lnTo>
                    <a:pt x="7800" y="2742"/>
                  </a:lnTo>
                  <a:lnTo>
                    <a:pt x="7298" y="2742"/>
                  </a:lnTo>
                  <a:lnTo>
                    <a:pt x="6796" y="2781"/>
                  </a:lnTo>
                  <a:lnTo>
                    <a:pt x="6294" y="2858"/>
                  </a:lnTo>
                  <a:lnTo>
                    <a:pt x="5870" y="3013"/>
                  </a:lnTo>
                  <a:lnTo>
                    <a:pt x="5290" y="3206"/>
                  </a:lnTo>
                  <a:lnTo>
                    <a:pt x="4982" y="3321"/>
                  </a:lnTo>
                  <a:lnTo>
                    <a:pt x="4673" y="3476"/>
                  </a:lnTo>
                  <a:lnTo>
                    <a:pt x="4402" y="3630"/>
                  </a:lnTo>
                  <a:lnTo>
                    <a:pt x="4209" y="3823"/>
                  </a:lnTo>
                  <a:lnTo>
                    <a:pt x="4132" y="3476"/>
                  </a:lnTo>
                  <a:lnTo>
                    <a:pt x="4055" y="3128"/>
                  </a:lnTo>
                  <a:lnTo>
                    <a:pt x="3939" y="2781"/>
                  </a:lnTo>
                  <a:lnTo>
                    <a:pt x="3784" y="2472"/>
                  </a:lnTo>
                  <a:lnTo>
                    <a:pt x="3591" y="2163"/>
                  </a:lnTo>
                  <a:lnTo>
                    <a:pt x="3360" y="1854"/>
                  </a:lnTo>
                  <a:lnTo>
                    <a:pt x="3128" y="1584"/>
                  </a:lnTo>
                  <a:lnTo>
                    <a:pt x="2858" y="1314"/>
                  </a:lnTo>
                  <a:lnTo>
                    <a:pt x="2472" y="966"/>
                  </a:lnTo>
                  <a:lnTo>
                    <a:pt x="2008" y="696"/>
                  </a:lnTo>
                  <a:lnTo>
                    <a:pt x="1545" y="425"/>
                  </a:lnTo>
                  <a:lnTo>
                    <a:pt x="1081" y="194"/>
                  </a:lnTo>
                  <a:lnTo>
                    <a:pt x="850" y="78"/>
                  </a:lnTo>
                  <a:lnTo>
                    <a:pt x="657" y="39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22"/>
            <p:cNvSpPr/>
            <p:nvPr/>
          </p:nvSpPr>
          <p:spPr>
            <a:xfrm>
              <a:off x="3343725" y="3024000"/>
              <a:ext cx="482700" cy="227850"/>
            </a:xfrm>
            <a:custGeom>
              <a:avLst/>
              <a:gdLst/>
              <a:ahLst/>
              <a:cxnLst/>
              <a:rect l="l" t="t" r="r" b="b"/>
              <a:pathLst>
                <a:path w="19308" h="9114" extrusionOk="0">
                  <a:moveTo>
                    <a:pt x="77" y="1"/>
                  </a:moveTo>
                  <a:lnTo>
                    <a:pt x="0" y="618"/>
                  </a:lnTo>
                  <a:lnTo>
                    <a:pt x="0" y="1236"/>
                  </a:lnTo>
                  <a:lnTo>
                    <a:pt x="39" y="1854"/>
                  </a:lnTo>
                  <a:lnTo>
                    <a:pt x="154" y="2472"/>
                  </a:lnTo>
                  <a:lnTo>
                    <a:pt x="309" y="3090"/>
                  </a:lnTo>
                  <a:lnTo>
                    <a:pt x="502" y="3669"/>
                  </a:lnTo>
                  <a:lnTo>
                    <a:pt x="772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69" y="5947"/>
                  </a:lnTo>
                  <a:lnTo>
                    <a:pt x="2433" y="6449"/>
                  </a:lnTo>
                  <a:lnTo>
                    <a:pt x="2935" y="6913"/>
                  </a:lnTo>
                  <a:lnTo>
                    <a:pt x="3514" y="7299"/>
                  </a:lnTo>
                  <a:lnTo>
                    <a:pt x="4093" y="7646"/>
                  </a:lnTo>
                  <a:lnTo>
                    <a:pt x="4672" y="7994"/>
                  </a:lnTo>
                  <a:lnTo>
                    <a:pt x="5329" y="8264"/>
                  </a:lnTo>
                  <a:lnTo>
                    <a:pt x="5947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98"/>
                  </a:lnTo>
                  <a:lnTo>
                    <a:pt x="8688" y="9075"/>
                  </a:lnTo>
                  <a:lnTo>
                    <a:pt x="9383" y="9114"/>
                  </a:lnTo>
                  <a:lnTo>
                    <a:pt x="10079" y="9114"/>
                  </a:lnTo>
                  <a:lnTo>
                    <a:pt x="10735" y="9075"/>
                  </a:lnTo>
                  <a:lnTo>
                    <a:pt x="11391" y="9036"/>
                  </a:lnTo>
                  <a:lnTo>
                    <a:pt x="12048" y="8921"/>
                  </a:lnTo>
                  <a:lnTo>
                    <a:pt x="12704" y="8805"/>
                  </a:lnTo>
                  <a:lnTo>
                    <a:pt x="13361" y="8612"/>
                  </a:lnTo>
                  <a:lnTo>
                    <a:pt x="14017" y="8419"/>
                  </a:lnTo>
                  <a:lnTo>
                    <a:pt x="14635" y="8187"/>
                  </a:lnTo>
                  <a:lnTo>
                    <a:pt x="15253" y="7917"/>
                  </a:lnTo>
                  <a:lnTo>
                    <a:pt x="15871" y="7569"/>
                  </a:lnTo>
                  <a:lnTo>
                    <a:pt x="16411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28" y="4905"/>
                  </a:lnTo>
                  <a:lnTo>
                    <a:pt x="19076" y="4325"/>
                  </a:lnTo>
                  <a:lnTo>
                    <a:pt x="19307" y="3708"/>
                  </a:lnTo>
                  <a:lnTo>
                    <a:pt x="19114" y="3669"/>
                  </a:lnTo>
                  <a:lnTo>
                    <a:pt x="18767" y="4171"/>
                  </a:lnTo>
                  <a:lnTo>
                    <a:pt x="18381" y="4673"/>
                  </a:lnTo>
                  <a:lnTo>
                    <a:pt x="17995" y="5136"/>
                  </a:lnTo>
                  <a:lnTo>
                    <a:pt x="17608" y="5561"/>
                  </a:lnTo>
                  <a:lnTo>
                    <a:pt x="17145" y="5986"/>
                  </a:lnTo>
                  <a:lnTo>
                    <a:pt x="16720" y="6372"/>
                  </a:lnTo>
                  <a:lnTo>
                    <a:pt x="16218" y="6720"/>
                  </a:lnTo>
                  <a:lnTo>
                    <a:pt x="15716" y="7028"/>
                  </a:lnTo>
                  <a:lnTo>
                    <a:pt x="15214" y="7337"/>
                  </a:lnTo>
                  <a:lnTo>
                    <a:pt x="14674" y="7608"/>
                  </a:lnTo>
                  <a:lnTo>
                    <a:pt x="14133" y="7839"/>
                  </a:lnTo>
                  <a:lnTo>
                    <a:pt x="13554" y="8032"/>
                  </a:lnTo>
                  <a:lnTo>
                    <a:pt x="12975" y="8225"/>
                  </a:lnTo>
                  <a:lnTo>
                    <a:pt x="12395" y="8380"/>
                  </a:lnTo>
                  <a:lnTo>
                    <a:pt x="11816" y="8496"/>
                  </a:lnTo>
                  <a:lnTo>
                    <a:pt x="11198" y="8573"/>
                  </a:lnTo>
                  <a:lnTo>
                    <a:pt x="10503" y="8612"/>
                  </a:lnTo>
                  <a:lnTo>
                    <a:pt x="9808" y="8650"/>
                  </a:lnTo>
                  <a:lnTo>
                    <a:pt x="9075" y="8612"/>
                  </a:lnTo>
                  <a:lnTo>
                    <a:pt x="8379" y="8573"/>
                  </a:lnTo>
                  <a:lnTo>
                    <a:pt x="7684" y="8457"/>
                  </a:lnTo>
                  <a:lnTo>
                    <a:pt x="6989" y="8303"/>
                  </a:lnTo>
                  <a:lnTo>
                    <a:pt x="6294" y="8110"/>
                  </a:lnTo>
                  <a:lnTo>
                    <a:pt x="5638" y="7878"/>
                  </a:lnTo>
                  <a:lnTo>
                    <a:pt x="4981" y="7608"/>
                  </a:lnTo>
                  <a:lnTo>
                    <a:pt x="4364" y="7299"/>
                  </a:lnTo>
                  <a:lnTo>
                    <a:pt x="3784" y="6951"/>
                  </a:lnTo>
                  <a:lnTo>
                    <a:pt x="3205" y="6526"/>
                  </a:lnTo>
                  <a:lnTo>
                    <a:pt x="2664" y="6063"/>
                  </a:lnTo>
                  <a:lnTo>
                    <a:pt x="2201" y="5561"/>
                  </a:lnTo>
                  <a:lnTo>
                    <a:pt x="1738" y="5020"/>
                  </a:lnTo>
                  <a:lnTo>
                    <a:pt x="1352" y="4403"/>
                  </a:lnTo>
                  <a:lnTo>
                    <a:pt x="1081" y="3901"/>
                  </a:lnTo>
                  <a:lnTo>
                    <a:pt x="850" y="3399"/>
                  </a:lnTo>
                  <a:lnTo>
                    <a:pt x="656" y="2858"/>
                  </a:lnTo>
                  <a:lnTo>
                    <a:pt x="502" y="2317"/>
                  </a:lnTo>
                  <a:lnTo>
                    <a:pt x="425" y="1777"/>
                  </a:lnTo>
                  <a:lnTo>
                    <a:pt x="348" y="1198"/>
                  </a:lnTo>
                  <a:lnTo>
                    <a:pt x="386" y="618"/>
                  </a:lnTo>
                  <a:lnTo>
                    <a:pt x="425" y="78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22"/>
            <p:cNvSpPr/>
            <p:nvPr/>
          </p:nvSpPr>
          <p:spPr>
            <a:xfrm>
              <a:off x="238125" y="3026900"/>
              <a:ext cx="84975" cy="55050"/>
            </a:xfrm>
            <a:custGeom>
              <a:avLst/>
              <a:gdLst/>
              <a:ahLst/>
              <a:cxnLst/>
              <a:rect l="l" t="t" r="r" b="b"/>
              <a:pathLst>
                <a:path w="3399" h="2202" extrusionOk="0">
                  <a:moveTo>
                    <a:pt x="1506" y="425"/>
                  </a:moveTo>
                  <a:lnTo>
                    <a:pt x="1738" y="502"/>
                  </a:lnTo>
                  <a:lnTo>
                    <a:pt x="1931" y="580"/>
                  </a:lnTo>
                  <a:lnTo>
                    <a:pt x="2124" y="657"/>
                  </a:lnTo>
                  <a:lnTo>
                    <a:pt x="2433" y="927"/>
                  </a:lnTo>
                  <a:lnTo>
                    <a:pt x="2742" y="1236"/>
                  </a:lnTo>
                  <a:lnTo>
                    <a:pt x="2973" y="1545"/>
                  </a:lnTo>
                  <a:lnTo>
                    <a:pt x="2549" y="1545"/>
                  </a:lnTo>
                  <a:lnTo>
                    <a:pt x="2085" y="1584"/>
                  </a:lnTo>
                  <a:lnTo>
                    <a:pt x="1699" y="1699"/>
                  </a:lnTo>
                  <a:lnTo>
                    <a:pt x="1467" y="1777"/>
                  </a:lnTo>
                  <a:lnTo>
                    <a:pt x="965" y="1777"/>
                  </a:lnTo>
                  <a:lnTo>
                    <a:pt x="772" y="1738"/>
                  </a:lnTo>
                  <a:lnTo>
                    <a:pt x="579" y="1622"/>
                  </a:lnTo>
                  <a:lnTo>
                    <a:pt x="502" y="1545"/>
                  </a:lnTo>
                  <a:lnTo>
                    <a:pt x="463" y="1429"/>
                  </a:lnTo>
                  <a:lnTo>
                    <a:pt x="386" y="1313"/>
                  </a:lnTo>
                  <a:lnTo>
                    <a:pt x="386" y="1159"/>
                  </a:lnTo>
                  <a:lnTo>
                    <a:pt x="386" y="1043"/>
                  </a:lnTo>
                  <a:lnTo>
                    <a:pt x="425" y="927"/>
                  </a:lnTo>
                  <a:lnTo>
                    <a:pt x="463" y="811"/>
                  </a:lnTo>
                  <a:lnTo>
                    <a:pt x="541" y="734"/>
                  </a:lnTo>
                  <a:lnTo>
                    <a:pt x="734" y="580"/>
                  </a:lnTo>
                  <a:lnTo>
                    <a:pt x="1004" y="502"/>
                  </a:lnTo>
                  <a:lnTo>
                    <a:pt x="1236" y="425"/>
                  </a:lnTo>
                  <a:close/>
                  <a:moveTo>
                    <a:pt x="1004" y="0"/>
                  </a:moveTo>
                  <a:lnTo>
                    <a:pt x="772" y="78"/>
                  </a:lnTo>
                  <a:lnTo>
                    <a:pt x="541" y="193"/>
                  </a:lnTo>
                  <a:lnTo>
                    <a:pt x="386" y="309"/>
                  </a:lnTo>
                  <a:lnTo>
                    <a:pt x="193" y="502"/>
                  </a:lnTo>
                  <a:lnTo>
                    <a:pt x="77" y="734"/>
                  </a:lnTo>
                  <a:lnTo>
                    <a:pt x="0" y="927"/>
                  </a:lnTo>
                  <a:lnTo>
                    <a:pt x="0" y="1159"/>
                  </a:lnTo>
                  <a:lnTo>
                    <a:pt x="0" y="1391"/>
                  </a:lnTo>
                  <a:lnTo>
                    <a:pt x="77" y="1584"/>
                  </a:lnTo>
                  <a:lnTo>
                    <a:pt x="154" y="1777"/>
                  </a:lnTo>
                  <a:lnTo>
                    <a:pt x="309" y="1931"/>
                  </a:lnTo>
                  <a:lnTo>
                    <a:pt x="463" y="2047"/>
                  </a:lnTo>
                  <a:lnTo>
                    <a:pt x="695" y="2163"/>
                  </a:lnTo>
                  <a:lnTo>
                    <a:pt x="1004" y="2201"/>
                  </a:lnTo>
                  <a:lnTo>
                    <a:pt x="1274" y="2201"/>
                  </a:lnTo>
                  <a:lnTo>
                    <a:pt x="1583" y="2163"/>
                  </a:lnTo>
                  <a:lnTo>
                    <a:pt x="1892" y="2086"/>
                  </a:lnTo>
                  <a:lnTo>
                    <a:pt x="2201" y="2008"/>
                  </a:lnTo>
                  <a:lnTo>
                    <a:pt x="2510" y="1931"/>
                  </a:lnTo>
                  <a:lnTo>
                    <a:pt x="2819" y="1931"/>
                  </a:lnTo>
                  <a:lnTo>
                    <a:pt x="3089" y="2008"/>
                  </a:lnTo>
                  <a:lnTo>
                    <a:pt x="3205" y="2008"/>
                  </a:lnTo>
                  <a:lnTo>
                    <a:pt x="3282" y="1970"/>
                  </a:lnTo>
                  <a:lnTo>
                    <a:pt x="3359" y="1893"/>
                  </a:lnTo>
                  <a:lnTo>
                    <a:pt x="3359" y="1815"/>
                  </a:lnTo>
                  <a:lnTo>
                    <a:pt x="3398" y="1777"/>
                  </a:lnTo>
                  <a:lnTo>
                    <a:pt x="3398" y="1699"/>
                  </a:lnTo>
                  <a:lnTo>
                    <a:pt x="3089" y="1159"/>
                  </a:lnTo>
                  <a:lnTo>
                    <a:pt x="2935" y="927"/>
                  </a:lnTo>
                  <a:lnTo>
                    <a:pt x="2742" y="695"/>
                  </a:lnTo>
                  <a:lnTo>
                    <a:pt x="2510" y="464"/>
                  </a:lnTo>
                  <a:lnTo>
                    <a:pt x="2278" y="309"/>
                  </a:lnTo>
                  <a:lnTo>
                    <a:pt x="2008" y="155"/>
                  </a:lnTo>
                  <a:lnTo>
                    <a:pt x="1738" y="3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22"/>
            <p:cNvSpPr/>
            <p:nvPr/>
          </p:nvSpPr>
          <p:spPr>
            <a:xfrm>
              <a:off x="3429625" y="3033650"/>
              <a:ext cx="35750" cy="29950"/>
            </a:xfrm>
            <a:custGeom>
              <a:avLst/>
              <a:gdLst/>
              <a:ahLst/>
              <a:cxnLst/>
              <a:rect l="l" t="t" r="r" b="b"/>
              <a:pathLst>
                <a:path w="1430" h="1198" extrusionOk="0">
                  <a:moveTo>
                    <a:pt x="657" y="1"/>
                  </a:moveTo>
                  <a:lnTo>
                    <a:pt x="464" y="39"/>
                  </a:ln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1" y="580"/>
                  </a:lnTo>
                  <a:lnTo>
                    <a:pt x="1" y="773"/>
                  </a:lnTo>
                  <a:lnTo>
                    <a:pt x="39" y="927"/>
                  </a:lnTo>
                  <a:lnTo>
                    <a:pt x="117" y="1121"/>
                  </a:lnTo>
                  <a:lnTo>
                    <a:pt x="155" y="1159"/>
                  </a:lnTo>
                  <a:lnTo>
                    <a:pt x="232" y="1198"/>
                  </a:lnTo>
                  <a:lnTo>
                    <a:pt x="348" y="1159"/>
                  </a:lnTo>
                  <a:lnTo>
                    <a:pt x="387" y="1082"/>
                  </a:lnTo>
                  <a:lnTo>
                    <a:pt x="426" y="1005"/>
                  </a:lnTo>
                  <a:lnTo>
                    <a:pt x="387" y="966"/>
                  </a:lnTo>
                  <a:lnTo>
                    <a:pt x="348" y="850"/>
                  </a:lnTo>
                  <a:lnTo>
                    <a:pt x="348" y="773"/>
                  </a:lnTo>
                  <a:lnTo>
                    <a:pt x="387" y="580"/>
                  </a:lnTo>
                  <a:lnTo>
                    <a:pt x="503" y="464"/>
                  </a:lnTo>
                  <a:lnTo>
                    <a:pt x="580" y="425"/>
                  </a:lnTo>
                  <a:lnTo>
                    <a:pt x="696" y="387"/>
                  </a:lnTo>
                  <a:lnTo>
                    <a:pt x="773" y="425"/>
                  </a:lnTo>
                  <a:lnTo>
                    <a:pt x="850" y="464"/>
                  </a:lnTo>
                  <a:lnTo>
                    <a:pt x="966" y="580"/>
                  </a:lnTo>
                  <a:lnTo>
                    <a:pt x="1005" y="696"/>
                  </a:lnTo>
                  <a:lnTo>
                    <a:pt x="1005" y="773"/>
                  </a:lnTo>
                  <a:lnTo>
                    <a:pt x="966" y="966"/>
                  </a:lnTo>
                  <a:lnTo>
                    <a:pt x="928" y="1043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43" y="1159"/>
                  </a:lnTo>
                  <a:lnTo>
                    <a:pt x="1236" y="1159"/>
                  </a:lnTo>
                  <a:lnTo>
                    <a:pt x="1314" y="1082"/>
                  </a:lnTo>
                  <a:lnTo>
                    <a:pt x="1391" y="927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87"/>
                  </a:lnTo>
                  <a:lnTo>
                    <a:pt x="1159" y="232"/>
                  </a:lnTo>
                  <a:lnTo>
                    <a:pt x="1005" y="117"/>
                  </a:lnTo>
                  <a:lnTo>
                    <a:pt x="850" y="39"/>
                  </a:lnTo>
                  <a:lnTo>
                    <a:pt x="65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22"/>
            <p:cNvSpPr/>
            <p:nvPr/>
          </p:nvSpPr>
          <p:spPr>
            <a:xfrm>
              <a:off x="3375575" y="3037525"/>
              <a:ext cx="34775" cy="29950"/>
            </a:xfrm>
            <a:custGeom>
              <a:avLst/>
              <a:gdLst/>
              <a:ahLst/>
              <a:cxnLst/>
              <a:rect l="l" t="t" r="r" b="b"/>
              <a:pathLst>
                <a:path w="1391" h="1198" extrusionOk="0">
                  <a:moveTo>
                    <a:pt x="657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0"/>
                  </a:lnTo>
                  <a:lnTo>
                    <a:pt x="39" y="425"/>
                  </a:lnTo>
                  <a:lnTo>
                    <a:pt x="0" y="618"/>
                  </a:lnTo>
                  <a:lnTo>
                    <a:pt x="39" y="811"/>
                  </a:lnTo>
                  <a:lnTo>
                    <a:pt x="116" y="1004"/>
                  </a:lnTo>
                  <a:lnTo>
                    <a:pt x="232" y="1120"/>
                  </a:lnTo>
                  <a:lnTo>
                    <a:pt x="425" y="1197"/>
                  </a:lnTo>
                  <a:lnTo>
                    <a:pt x="502" y="1197"/>
                  </a:lnTo>
                  <a:lnTo>
                    <a:pt x="541" y="1159"/>
                  </a:lnTo>
                  <a:lnTo>
                    <a:pt x="541" y="1081"/>
                  </a:lnTo>
                  <a:lnTo>
                    <a:pt x="502" y="1004"/>
                  </a:lnTo>
                  <a:lnTo>
                    <a:pt x="425" y="927"/>
                  </a:lnTo>
                  <a:lnTo>
                    <a:pt x="386" y="850"/>
                  </a:lnTo>
                  <a:lnTo>
                    <a:pt x="386" y="734"/>
                  </a:lnTo>
                  <a:lnTo>
                    <a:pt x="386" y="618"/>
                  </a:lnTo>
                  <a:lnTo>
                    <a:pt x="425" y="541"/>
                  </a:lnTo>
                  <a:lnTo>
                    <a:pt x="464" y="464"/>
                  </a:lnTo>
                  <a:lnTo>
                    <a:pt x="580" y="425"/>
                  </a:lnTo>
                  <a:lnTo>
                    <a:pt x="695" y="386"/>
                  </a:lnTo>
                  <a:lnTo>
                    <a:pt x="811" y="425"/>
                  </a:lnTo>
                  <a:lnTo>
                    <a:pt x="888" y="464"/>
                  </a:lnTo>
                  <a:lnTo>
                    <a:pt x="927" y="579"/>
                  </a:lnTo>
                  <a:lnTo>
                    <a:pt x="966" y="657"/>
                  </a:lnTo>
                  <a:lnTo>
                    <a:pt x="1043" y="888"/>
                  </a:lnTo>
                  <a:lnTo>
                    <a:pt x="1082" y="966"/>
                  </a:lnTo>
                  <a:lnTo>
                    <a:pt x="1120" y="1081"/>
                  </a:lnTo>
                  <a:lnTo>
                    <a:pt x="1159" y="1120"/>
                  </a:lnTo>
                  <a:lnTo>
                    <a:pt x="1236" y="1120"/>
                  </a:lnTo>
                  <a:lnTo>
                    <a:pt x="1313" y="1043"/>
                  </a:lnTo>
                  <a:lnTo>
                    <a:pt x="1352" y="966"/>
                  </a:lnTo>
                  <a:lnTo>
                    <a:pt x="1390" y="850"/>
                  </a:lnTo>
                  <a:lnTo>
                    <a:pt x="1352" y="618"/>
                  </a:lnTo>
                  <a:lnTo>
                    <a:pt x="1313" y="425"/>
                  </a:lnTo>
                  <a:lnTo>
                    <a:pt x="1197" y="232"/>
                  </a:lnTo>
                  <a:lnTo>
                    <a:pt x="1043" y="116"/>
                  </a:lnTo>
                  <a:lnTo>
                    <a:pt x="850" y="3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22"/>
            <p:cNvSpPr/>
            <p:nvPr/>
          </p:nvSpPr>
          <p:spPr>
            <a:xfrm>
              <a:off x="333675" y="3041375"/>
              <a:ext cx="49275" cy="56025"/>
            </a:xfrm>
            <a:custGeom>
              <a:avLst/>
              <a:gdLst/>
              <a:ahLst/>
              <a:cxnLst/>
              <a:rect l="l" t="t" r="r" b="b"/>
              <a:pathLst>
                <a:path w="1971" h="2241" extrusionOk="0">
                  <a:moveTo>
                    <a:pt x="1237" y="425"/>
                  </a:moveTo>
                  <a:lnTo>
                    <a:pt x="1391" y="464"/>
                  </a:lnTo>
                  <a:lnTo>
                    <a:pt x="1507" y="580"/>
                  </a:lnTo>
                  <a:lnTo>
                    <a:pt x="1545" y="657"/>
                  </a:lnTo>
                  <a:lnTo>
                    <a:pt x="1545" y="734"/>
                  </a:lnTo>
                  <a:lnTo>
                    <a:pt x="1507" y="812"/>
                  </a:lnTo>
                  <a:lnTo>
                    <a:pt x="1468" y="889"/>
                  </a:lnTo>
                  <a:lnTo>
                    <a:pt x="1275" y="1082"/>
                  </a:lnTo>
                  <a:lnTo>
                    <a:pt x="1005" y="1314"/>
                  </a:lnTo>
                  <a:lnTo>
                    <a:pt x="773" y="1507"/>
                  </a:lnTo>
                  <a:lnTo>
                    <a:pt x="657" y="1661"/>
                  </a:lnTo>
                  <a:lnTo>
                    <a:pt x="619" y="1777"/>
                  </a:lnTo>
                  <a:lnTo>
                    <a:pt x="503" y="1661"/>
                  </a:lnTo>
                  <a:lnTo>
                    <a:pt x="464" y="1545"/>
                  </a:lnTo>
                  <a:lnTo>
                    <a:pt x="387" y="1391"/>
                  </a:lnTo>
                  <a:lnTo>
                    <a:pt x="387" y="1236"/>
                  </a:lnTo>
                  <a:lnTo>
                    <a:pt x="387" y="1082"/>
                  </a:lnTo>
                  <a:lnTo>
                    <a:pt x="426" y="966"/>
                  </a:lnTo>
                  <a:lnTo>
                    <a:pt x="464" y="812"/>
                  </a:lnTo>
                  <a:lnTo>
                    <a:pt x="580" y="696"/>
                  </a:lnTo>
                  <a:lnTo>
                    <a:pt x="696" y="580"/>
                  </a:lnTo>
                  <a:lnTo>
                    <a:pt x="850" y="464"/>
                  </a:lnTo>
                  <a:lnTo>
                    <a:pt x="1043" y="425"/>
                  </a:lnTo>
                  <a:close/>
                  <a:moveTo>
                    <a:pt x="1121" y="1"/>
                  </a:moveTo>
                  <a:lnTo>
                    <a:pt x="928" y="39"/>
                  </a:lnTo>
                  <a:lnTo>
                    <a:pt x="735" y="116"/>
                  </a:lnTo>
                  <a:lnTo>
                    <a:pt x="541" y="232"/>
                  </a:lnTo>
                  <a:lnTo>
                    <a:pt x="348" y="348"/>
                  </a:lnTo>
                  <a:lnTo>
                    <a:pt x="233" y="503"/>
                  </a:lnTo>
                  <a:lnTo>
                    <a:pt x="117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68"/>
                  </a:lnTo>
                  <a:lnTo>
                    <a:pt x="117" y="1622"/>
                  </a:lnTo>
                  <a:lnTo>
                    <a:pt x="233" y="1816"/>
                  </a:lnTo>
                  <a:lnTo>
                    <a:pt x="348" y="1931"/>
                  </a:lnTo>
                  <a:lnTo>
                    <a:pt x="503" y="2086"/>
                  </a:lnTo>
                  <a:lnTo>
                    <a:pt x="657" y="2163"/>
                  </a:lnTo>
                  <a:lnTo>
                    <a:pt x="735" y="2240"/>
                  </a:lnTo>
                  <a:lnTo>
                    <a:pt x="850" y="2240"/>
                  </a:lnTo>
                  <a:lnTo>
                    <a:pt x="928" y="2202"/>
                  </a:lnTo>
                  <a:lnTo>
                    <a:pt x="966" y="2086"/>
                  </a:lnTo>
                  <a:lnTo>
                    <a:pt x="1005" y="1931"/>
                  </a:lnTo>
                  <a:lnTo>
                    <a:pt x="1082" y="1777"/>
                  </a:lnTo>
                  <a:lnTo>
                    <a:pt x="1198" y="1661"/>
                  </a:lnTo>
                  <a:lnTo>
                    <a:pt x="1314" y="1507"/>
                  </a:lnTo>
                  <a:lnTo>
                    <a:pt x="1623" y="1314"/>
                  </a:lnTo>
                  <a:lnTo>
                    <a:pt x="1739" y="1198"/>
                  </a:lnTo>
                  <a:lnTo>
                    <a:pt x="1854" y="1043"/>
                  </a:lnTo>
                  <a:lnTo>
                    <a:pt x="1932" y="889"/>
                  </a:lnTo>
                  <a:lnTo>
                    <a:pt x="1970" y="696"/>
                  </a:lnTo>
                  <a:lnTo>
                    <a:pt x="1932" y="541"/>
                  </a:lnTo>
                  <a:lnTo>
                    <a:pt x="1893" y="387"/>
                  </a:lnTo>
                  <a:lnTo>
                    <a:pt x="1777" y="271"/>
                  </a:lnTo>
                  <a:lnTo>
                    <a:pt x="1661" y="155"/>
                  </a:lnTo>
                  <a:lnTo>
                    <a:pt x="1507" y="78"/>
                  </a:lnTo>
                  <a:lnTo>
                    <a:pt x="1352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22"/>
            <p:cNvSpPr/>
            <p:nvPr/>
          </p:nvSpPr>
          <p:spPr>
            <a:xfrm>
              <a:off x="312450" y="3078050"/>
              <a:ext cx="440225" cy="234625"/>
            </a:xfrm>
            <a:custGeom>
              <a:avLst/>
              <a:gdLst/>
              <a:ahLst/>
              <a:cxnLst/>
              <a:rect l="l" t="t" r="r" b="b"/>
              <a:pathLst>
                <a:path w="17609" h="9385" extrusionOk="0">
                  <a:moveTo>
                    <a:pt x="6256" y="1"/>
                  </a:moveTo>
                  <a:lnTo>
                    <a:pt x="5638" y="40"/>
                  </a:lnTo>
                  <a:lnTo>
                    <a:pt x="5059" y="155"/>
                  </a:lnTo>
                  <a:lnTo>
                    <a:pt x="4480" y="271"/>
                  </a:lnTo>
                  <a:lnTo>
                    <a:pt x="3939" y="503"/>
                  </a:lnTo>
                  <a:lnTo>
                    <a:pt x="3398" y="735"/>
                  </a:lnTo>
                  <a:lnTo>
                    <a:pt x="2896" y="1044"/>
                  </a:lnTo>
                  <a:lnTo>
                    <a:pt x="2433" y="1391"/>
                  </a:lnTo>
                  <a:lnTo>
                    <a:pt x="1970" y="1777"/>
                  </a:lnTo>
                  <a:lnTo>
                    <a:pt x="1584" y="2202"/>
                  </a:lnTo>
                  <a:lnTo>
                    <a:pt x="1197" y="2665"/>
                  </a:lnTo>
                  <a:lnTo>
                    <a:pt x="888" y="3206"/>
                  </a:lnTo>
                  <a:lnTo>
                    <a:pt x="618" y="3747"/>
                  </a:lnTo>
                  <a:lnTo>
                    <a:pt x="386" y="4287"/>
                  </a:lnTo>
                  <a:lnTo>
                    <a:pt x="193" y="4905"/>
                  </a:lnTo>
                  <a:lnTo>
                    <a:pt x="78" y="5484"/>
                  </a:lnTo>
                  <a:lnTo>
                    <a:pt x="0" y="6102"/>
                  </a:lnTo>
                  <a:lnTo>
                    <a:pt x="0" y="6681"/>
                  </a:lnTo>
                  <a:lnTo>
                    <a:pt x="39" y="7261"/>
                  </a:lnTo>
                  <a:lnTo>
                    <a:pt x="155" y="7801"/>
                  </a:lnTo>
                  <a:lnTo>
                    <a:pt x="309" y="8342"/>
                  </a:lnTo>
                  <a:lnTo>
                    <a:pt x="502" y="8882"/>
                  </a:lnTo>
                  <a:lnTo>
                    <a:pt x="734" y="9384"/>
                  </a:lnTo>
                  <a:lnTo>
                    <a:pt x="1043" y="9230"/>
                  </a:lnTo>
                  <a:lnTo>
                    <a:pt x="888" y="8844"/>
                  </a:lnTo>
                  <a:lnTo>
                    <a:pt x="734" y="8458"/>
                  </a:lnTo>
                  <a:lnTo>
                    <a:pt x="541" y="7801"/>
                  </a:lnTo>
                  <a:lnTo>
                    <a:pt x="425" y="7183"/>
                  </a:lnTo>
                  <a:lnTo>
                    <a:pt x="425" y="6527"/>
                  </a:lnTo>
                  <a:lnTo>
                    <a:pt x="425" y="5870"/>
                  </a:lnTo>
                  <a:lnTo>
                    <a:pt x="541" y="5253"/>
                  </a:lnTo>
                  <a:lnTo>
                    <a:pt x="695" y="4596"/>
                  </a:lnTo>
                  <a:lnTo>
                    <a:pt x="927" y="3978"/>
                  </a:lnTo>
                  <a:lnTo>
                    <a:pt x="1236" y="3399"/>
                  </a:lnTo>
                  <a:lnTo>
                    <a:pt x="1584" y="2858"/>
                  </a:lnTo>
                  <a:lnTo>
                    <a:pt x="2008" y="2318"/>
                  </a:lnTo>
                  <a:lnTo>
                    <a:pt x="2472" y="1854"/>
                  </a:lnTo>
                  <a:lnTo>
                    <a:pt x="2974" y="1468"/>
                  </a:lnTo>
                  <a:lnTo>
                    <a:pt x="3553" y="1121"/>
                  </a:lnTo>
                  <a:lnTo>
                    <a:pt x="4132" y="851"/>
                  </a:lnTo>
                  <a:lnTo>
                    <a:pt x="4750" y="657"/>
                  </a:lnTo>
                  <a:lnTo>
                    <a:pt x="5406" y="503"/>
                  </a:lnTo>
                  <a:lnTo>
                    <a:pt x="5793" y="464"/>
                  </a:lnTo>
                  <a:lnTo>
                    <a:pt x="6912" y="464"/>
                  </a:lnTo>
                  <a:lnTo>
                    <a:pt x="7607" y="580"/>
                  </a:lnTo>
                  <a:lnTo>
                    <a:pt x="8264" y="773"/>
                  </a:lnTo>
                  <a:lnTo>
                    <a:pt x="8920" y="1044"/>
                  </a:lnTo>
                  <a:lnTo>
                    <a:pt x="9538" y="1352"/>
                  </a:lnTo>
                  <a:lnTo>
                    <a:pt x="10195" y="1739"/>
                  </a:lnTo>
                  <a:lnTo>
                    <a:pt x="10813" y="2125"/>
                  </a:lnTo>
                  <a:lnTo>
                    <a:pt x="11315" y="2472"/>
                  </a:lnTo>
                  <a:lnTo>
                    <a:pt x="11894" y="2781"/>
                  </a:lnTo>
                  <a:lnTo>
                    <a:pt x="12434" y="3090"/>
                  </a:lnTo>
                  <a:lnTo>
                    <a:pt x="13052" y="3360"/>
                  </a:lnTo>
                  <a:lnTo>
                    <a:pt x="13631" y="3554"/>
                  </a:lnTo>
                  <a:lnTo>
                    <a:pt x="14249" y="3708"/>
                  </a:lnTo>
                  <a:lnTo>
                    <a:pt x="14867" y="3708"/>
                  </a:lnTo>
                  <a:lnTo>
                    <a:pt x="15215" y="3669"/>
                  </a:lnTo>
                  <a:lnTo>
                    <a:pt x="15524" y="3631"/>
                  </a:lnTo>
                  <a:lnTo>
                    <a:pt x="15987" y="3476"/>
                  </a:lnTo>
                  <a:lnTo>
                    <a:pt x="16412" y="3245"/>
                  </a:lnTo>
                  <a:lnTo>
                    <a:pt x="16798" y="2936"/>
                  </a:lnTo>
                  <a:lnTo>
                    <a:pt x="17107" y="2588"/>
                  </a:lnTo>
                  <a:lnTo>
                    <a:pt x="17377" y="2202"/>
                  </a:lnTo>
                  <a:lnTo>
                    <a:pt x="17454" y="1970"/>
                  </a:lnTo>
                  <a:lnTo>
                    <a:pt x="17531" y="1739"/>
                  </a:lnTo>
                  <a:lnTo>
                    <a:pt x="17609" y="1507"/>
                  </a:lnTo>
                  <a:lnTo>
                    <a:pt x="17609" y="1275"/>
                  </a:lnTo>
                  <a:lnTo>
                    <a:pt x="17609" y="1044"/>
                  </a:lnTo>
                  <a:lnTo>
                    <a:pt x="17570" y="773"/>
                  </a:lnTo>
                  <a:lnTo>
                    <a:pt x="17531" y="696"/>
                  </a:lnTo>
                  <a:lnTo>
                    <a:pt x="17493" y="657"/>
                  </a:lnTo>
                  <a:lnTo>
                    <a:pt x="17454" y="580"/>
                  </a:lnTo>
                  <a:lnTo>
                    <a:pt x="17416" y="542"/>
                  </a:lnTo>
                  <a:lnTo>
                    <a:pt x="17145" y="773"/>
                  </a:lnTo>
                  <a:lnTo>
                    <a:pt x="17145" y="851"/>
                  </a:lnTo>
                  <a:lnTo>
                    <a:pt x="17184" y="1198"/>
                  </a:lnTo>
                  <a:lnTo>
                    <a:pt x="17145" y="1584"/>
                  </a:lnTo>
                  <a:lnTo>
                    <a:pt x="17030" y="1893"/>
                  </a:lnTo>
                  <a:lnTo>
                    <a:pt x="16836" y="2241"/>
                  </a:lnTo>
                  <a:lnTo>
                    <a:pt x="16605" y="2511"/>
                  </a:lnTo>
                  <a:lnTo>
                    <a:pt x="16334" y="2743"/>
                  </a:lnTo>
                  <a:lnTo>
                    <a:pt x="16026" y="2936"/>
                  </a:lnTo>
                  <a:lnTo>
                    <a:pt x="15678" y="3090"/>
                  </a:lnTo>
                  <a:lnTo>
                    <a:pt x="15292" y="3206"/>
                  </a:lnTo>
                  <a:lnTo>
                    <a:pt x="14906" y="3245"/>
                  </a:lnTo>
                  <a:lnTo>
                    <a:pt x="14520" y="3245"/>
                  </a:lnTo>
                  <a:lnTo>
                    <a:pt x="14133" y="3206"/>
                  </a:lnTo>
                  <a:lnTo>
                    <a:pt x="13747" y="3129"/>
                  </a:lnTo>
                  <a:lnTo>
                    <a:pt x="13361" y="3013"/>
                  </a:lnTo>
                  <a:lnTo>
                    <a:pt x="12975" y="2858"/>
                  </a:lnTo>
                  <a:lnTo>
                    <a:pt x="12627" y="2704"/>
                  </a:lnTo>
                  <a:lnTo>
                    <a:pt x="12010" y="2356"/>
                  </a:lnTo>
                  <a:lnTo>
                    <a:pt x="11353" y="1970"/>
                  </a:lnTo>
                  <a:lnTo>
                    <a:pt x="10156" y="1198"/>
                  </a:lnTo>
                  <a:lnTo>
                    <a:pt x="9538" y="851"/>
                  </a:lnTo>
                  <a:lnTo>
                    <a:pt x="8882" y="542"/>
                  </a:lnTo>
                  <a:lnTo>
                    <a:pt x="8225" y="271"/>
                  </a:lnTo>
                  <a:lnTo>
                    <a:pt x="7878" y="155"/>
                  </a:lnTo>
                  <a:lnTo>
                    <a:pt x="7492" y="78"/>
                  </a:lnTo>
                  <a:lnTo>
                    <a:pt x="687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22"/>
            <p:cNvSpPr/>
            <p:nvPr/>
          </p:nvSpPr>
          <p:spPr>
            <a:xfrm>
              <a:off x="330800" y="3096400"/>
              <a:ext cx="446975" cy="310875"/>
            </a:xfrm>
            <a:custGeom>
              <a:avLst/>
              <a:gdLst/>
              <a:ahLst/>
              <a:cxnLst/>
              <a:rect l="l" t="t" r="r" b="b"/>
              <a:pathLst>
                <a:path w="17879" h="12435" extrusionOk="0">
                  <a:moveTo>
                    <a:pt x="17608" y="1"/>
                  </a:moveTo>
                  <a:lnTo>
                    <a:pt x="17415" y="117"/>
                  </a:lnTo>
                  <a:lnTo>
                    <a:pt x="17454" y="734"/>
                  </a:lnTo>
                  <a:lnTo>
                    <a:pt x="17454" y="1352"/>
                  </a:lnTo>
                  <a:lnTo>
                    <a:pt x="17415" y="1931"/>
                  </a:lnTo>
                  <a:lnTo>
                    <a:pt x="17338" y="2549"/>
                  </a:lnTo>
                  <a:lnTo>
                    <a:pt x="17261" y="3128"/>
                  </a:lnTo>
                  <a:lnTo>
                    <a:pt x="17106" y="3708"/>
                  </a:lnTo>
                  <a:lnTo>
                    <a:pt x="16952" y="4287"/>
                  </a:lnTo>
                  <a:lnTo>
                    <a:pt x="16720" y="4828"/>
                  </a:lnTo>
                  <a:lnTo>
                    <a:pt x="16489" y="5368"/>
                  </a:lnTo>
                  <a:lnTo>
                    <a:pt x="16257" y="5909"/>
                  </a:lnTo>
                  <a:lnTo>
                    <a:pt x="15948" y="6449"/>
                  </a:lnTo>
                  <a:lnTo>
                    <a:pt x="15600" y="6951"/>
                  </a:lnTo>
                  <a:lnTo>
                    <a:pt x="15253" y="7415"/>
                  </a:lnTo>
                  <a:lnTo>
                    <a:pt x="14867" y="7917"/>
                  </a:lnTo>
                  <a:lnTo>
                    <a:pt x="14481" y="8341"/>
                  </a:lnTo>
                  <a:lnTo>
                    <a:pt x="14017" y="8805"/>
                  </a:lnTo>
                  <a:lnTo>
                    <a:pt x="13515" y="9268"/>
                  </a:lnTo>
                  <a:lnTo>
                    <a:pt x="12975" y="9693"/>
                  </a:lnTo>
                  <a:lnTo>
                    <a:pt x="12395" y="10118"/>
                  </a:lnTo>
                  <a:lnTo>
                    <a:pt x="11778" y="10465"/>
                  </a:lnTo>
                  <a:lnTo>
                    <a:pt x="11160" y="10813"/>
                  </a:lnTo>
                  <a:lnTo>
                    <a:pt x="10503" y="11122"/>
                  </a:lnTo>
                  <a:lnTo>
                    <a:pt x="9847" y="11392"/>
                  </a:lnTo>
                  <a:lnTo>
                    <a:pt x="9190" y="11585"/>
                  </a:lnTo>
                  <a:lnTo>
                    <a:pt x="8495" y="11778"/>
                  </a:lnTo>
                  <a:lnTo>
                    <a:pt x="7839" y="11894"/>
                  </a:lnTo>
                  <a:lnTo>
                    <a:pt x="7144" y="11971"/>
                  </a:lnTo>
                  <a:lnTo>
                    <a:pt x="6449" y="11971"/>
                  </a:lnTo>
                  <a:lnTo>
                    <a:pt x="5754" y="11933"/>
                  </a:lnTo>
                  <a:lnTo>
                    <a:pt x="5059" y="11817"/>
                  </a:lnTo>
                  <a:lnTo>
                    <a:pt x="4364" y="11624"/>
                  </a:lnTo>
                  <a:lnTo>
                    <a:pt x="3668" y="11392"/>
                  </a:lnTo>
                  <a:lnTo>
                    <a:pt x="3166" y="11160"/>
                  </a:lnTo>
                  <a:lnTo>
                    <a:pt x="2664" y="10890"/>
                  </a:lnTo>
                  <a:lnTo>
                    <a:pt x="2201" y="10581"/>
                  </a:lnTo>
                  <a:lnTo>
                    <a:pt x="1738" y="10234"/>
                  </a:lnTo>
                  <a:lnTo>
                    <a:pt x="1352" y="9847"/>
                  </a:lnTo>
                  <a:lnTo>
                    <a:pt x="965" y="9423"/>
                  </a:lnTo>
                  <a:lnTo>
                    <a:pt x="618" y="8959"/>
                  </a:lnTo>
                  <a:lnTo>
                    <a:pt x="309" y="8496"/>
                  </a:lnTo>
                  <a:lnTo>
                    <a:pt x="0" y="8650"/>
                  </a:lnTo>
                  <a:lnTo>
                    <a:pt x="309" y="9191"/>
                  </a:lnTo>
                  <a:lnTo>
                    <a:pt x="695" y="9693"/>
                  </a:lnTo>
                  <a:lnTo>
                    <a:pt x="1081" y="10156"/>
                  </a:lnTo>
                  <a:lnTo>
                    <a:pt x="1545" y="10581"/>
                  </a:lnTo>
                  <a:lnTo>
                    <a:pt x="2047" y="10967"/>
                  </a:lnTo>
                  <a:lnTo>
                    <a:pt x="2549" y="11315"/>
                  </a:lnTo>
                  <a:lnTo>
                    <a:pt x="3128" y="11624"/>
                  </a:lnTo>
                  <a:lnTo>
                    <a:pt x="3746" y="11894"/>
                  </a:lnTo>
                  <a:lnTo>
                    <a:pt x="4402" y="12126"/>
                  </a:lnTo>
                  <a:lnTo>
                    <a:pt x="5097" y="12280"/>
                  </a:lnTo>
                  <a:lnTo>
                    <a:pt x="5754" y="12357"/>
                  </a:lnTo>
                  <a:lnTo>
                    <a:pt x="6449" y="12435"/>
                  </a:lnTo>
                  <a:lnTo>
                    <a:pt x="7144" y="12396"/>
                  </a:lnTo>
                  <a:lnTo>
                    <a:pt x="7800" y="12357"/>
                  </a:lnTo>
                  <a:lnTo>
                    <a:pt x="8495" y="12242"/>
                  </a:lnTo>
                  <a:lnTo>
                    <a:pt x="9152" y="12087"/>
                  </a:lnTo>
                  <a:lnTo>
                    <a:pt x="9808" y="11894"/>
                  </a:lnTo>
                  <a:lnTo>
                    <a:pt x="10465" y="11662"/>
                  </a:lnTo>
                  <a:lnTo>
                    <a:pt x="11121" y="11353"/>
                  </a:lnTo>
                  <a:lnTo>
                    <a:pt x="11739" y="11044"/>
                  </a:lnTo>
                  <a:lnTo>
                    <a:pt x="12318" y="10697"/>
                  </a:lnTo>
                  <a:lnTo>
                    <a:pt x="12897" y="10311"/>
                  </a:lnTo>
                  <a:lnTo>
                    <a:pt x="13477" y="9925"/>
                  </a:lnTo>
                  <a:lnTo>
                    <a:pt x="13979" y="9461"/>
                  </a:lnTo>
                  <a:lnTo>
                    <a:pt x="14481" y="9037"/>
                  </a:lnTo>
                  <a:lnTo>
                    <a:pt x="14944" y="8573"/>
                  </a:lnTo>
                  <a:lnTo>
                    <a:pt x="15369" y="8071"/>
                  </a:lnTo>
                  <a:lnTo>
                    <a:pt x="15794" y="7531"/>
                  </a:lnTo>
                  <a:lnTo>
                    <a:pt x="16180" y="6990"/>
                  </a:lnTo>
                  <a:lnTo>
                    <a:pt x="16566" y="6411"/>
                  </a:lnTo>
                  <a:lnTo>
                    <a:pt x="16875" y="5793"/>
                  </a:lnTo>
                  <a:lnTo>
                    <a:pt x="17184" y="5214"/>
                  </a:lnTo>
                  <a:lnTo>
                    <a:pt x="17415" y="4557"/>
                  </a:lnTo>
                  <a:lnTo>
                    <a:pt x="17608" y="3939"/>
                  </a:lnTo>
                  <a:lnTo>
                    <a:pt x="17763" y="3283"/>
                  </a:lnTo>
                  <a:lnTo>
                    <a:pt x="17840" y="2626"/>
                  </a:lnTo>
                  <a:lnTo>
                    <a:pt x="17879" y="1970"/>
                  </a:lnTo>
                  <a:lnTo>
                    <a:pt x="17840" y="1314"/>
                  </a:lnTo>
                  <a:lnTo>
                    <a:pt x="17763" y="657"/>
                  </a:lnTo>
                  <a:lnTo>
                    <a:pt x="1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22"/>
            <p:cNvSpPr/>
            <p:nvPr/>
          </p:nvSpPr>
          <p:spPr>
            <a:xfrm>
              <a:off x="4441350" y="3154325"/>
              <a:ext cx="84975" cy="94625"/>
            </a:xfrm>
            <a:custGeom>
              <a:avLst/>
              <a:gdLst/>
              <a:ahLst/>
              <a:cxnLst/>
              <a:rect l="l" t="t" r="r" b="b"/>
              <a:pathLst>
                <a:path w="3399" h="3785" extrusionOk="0">
                  <a:moveTo>
                    <a:pt x="77" y="1"/>
                  </a:moveTo>
                  <a:lnTo>
                    <a:pt x="0" y="78"/>
                  </a:lnTo>
                  <a:lnTo>
                    <a:pt x="0" y="116"/>
                  </a:lnTo>
                  <a:lnTo>
                    <a:pt x="348" y="889"/>
                  </a:lnTo>
                  <a:lnTo>
                    <a:pt x="811" y="1661"/>
                  </a:lnTo>
                  <a:lnTo>
                    <a:pt x="1274" y="2395"/>
                  </a:lnTo>
                  <a:lnTo>
                    <a:pt x="1738" y="3090"/>
                  </a:lnTo>
                  <a:lnTo>
                    <a:pt x="2008" y="3437"/>
                  </a:lnTo>
                  <a:lnTo>
                    <a:pt x="2201" y="3553"/>
                  </a:lnTo>
                  <a:lnTo>
                    <a:pt x="2394" y="3669"/>
                  </a:lnTo>
                  <a:lnTo>
                    <a:pt x="2587" y="3746"/>
                  </a:lnTo>
                  <a:lnTo>
                    <a:pt x="2780" y="3785"/>
                  </a:lnTo>
                  <a:lnTo>
                    <a:pt x="3012" y="3708"/>
                  </a:lnTo>
                  <a:lnTo>
                    <a:pt x="3205" y="3592"/>
                  </a:lnTo>
                  <a:lnTo>
                    <a:pt x="3321" y="3437"/>
                  </a:lnTo>
                  <a:lnTo>
                    <a:pt x="3398" y="3244"/>
                  </a:lnTo>
                  <a:lnTo>
                    <a:pt x="3398" y="3090"/>
                  </a:lnTo>
                  <a:lnTo>
                    <a:pt x="3398" y="2897"/>
                  </a:lnTo>
                  <a:lnTo>
                    <a:pt x="3360" y="2704"/>
                  </a:lnTo>
                  <a:lnTo>
                    <a:pt x="3282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89" y="2742"/>
                  </a:lnTo>
                  <a:lnTo>
                    <a:pt x="3128" y="2858"/>
                  </a:lnTo>
                  <a:lnTo>
                    <a:pt x="2896" y="3012"/>
                  </a:lnTo>
                  <a:lnTo>
                    <a:pt x="2665" y="3128"/>
                  </a:lnTo>
                  <a:lnTo>
                    <a:pt x="2510" y="3206"/>
                  </a:lnTo>
                  <a:lnTo>
                    <a:pt x="2317" y="3206"/>
                  </a:lnTo>
                  <a:lnTo>
                    <a:pt x="2201" y="3167"/>
                  </a:lnTo>
                  <a:lnTo>
                    <a:pt x="2047" y="3090"/>
                  </a:lnTo>
                  <a:lnTo>
                    <a:pt x="1931" y="2935"/>
                  </a:lnTo>
                  <a:lnTo>
                    <a:pt x="1854" y="2742"/>
                  </a:lnTo>
                  <a:lnTo>
                    <a:pt x="1699" y="2511"/>
                  </a:lnTo>
                  <a:lnTo>
                    <a:pt x="1081" y="1507"/>
                  </a:lnTo>
                  <a:lnTo>
                    <a:pt x="618" y="773"/>
                  </a:lnTo>
                  <a:lnTo>
                    <a:pt x="386" y="387"/>
                  </a:lnTo>
                  <a:lnTo>
                    <a:pt x="116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22"/>
            <p:cNvSpPr/>
            <p:nvPr/>
          </p:nvSpPr>
          <p:spPr>
            <a:xfrm>
              <a:off x="7199400" y="3174600"/>
              <a:ext cx="61825" cy="89800"/>
            </a:xfrm>
            <a:custGeom>
              <a:avLst/>
              <a:gdLst/>
              <a:ahLst/>
              <a:cxnLst/>
              <a:rect l="l" t="t" r="r" b="b"/>
              <a:pathLst>
                <a:path w="2473" h="3592" extrusionOk="0">
                  <a:moveTo>
                    <a:pt x="1082" y="0"/>
                  </a:moveTo>
                  <a:lnTo>
                    <a:pt x="1005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32" y="2163"/>
                  </a:lnTo>
                  <a:lnTo>
                    <a:pt x="1932" y="2433"/>
                  </a:lnTo>
                  <a:lnTo>
                    <a:pt x="1816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1" y="3128"/>
                  </a:lnTo>
                  <a:lnTo>
                    <a:pt x="1198" y="3128"/>
                  </a:lnTo>
                  <a:lnTo>
                    <a:pt x="1043" y="3090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588"/>
                  </a:lnTo>
                  <a:lnTo>
                    <a:pt x="928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1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13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24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10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21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3"/>
                  </a:lnTo>
                  <a:lnTo>
                    <a:pt x="1700" y="3514"/>
                  </a:lnTo>
                  <a:lnTo>
                    <a:pt x="1854" y="3399"/>
                  </a:lnTo>
                  <a:lnTo>
                    <a:pt x="2047" y="3244"/>
                  </a:lnTo>
                  <a:lnTo>
                    <a:pt x="2202" y="3051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0"/>
                  </a:lnTo>
                  <a:lnTo>
                    <a:pt x="2434" y="2008"/>
                  </a:lnTo>
                  <a:lnTo>
                    <a:pt x="2395" y="1815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22"/>
            <p:cNvSpPr/>
            <p:nvPr/>
          </p:nvSpPr>
          <p:spPr>
            <a:xfrm>
              <a:off x="6803600" y="3198725"/>
              <a:ext cx="310875" cy="124575"/>
            </a:xfrm>
            <a:custGeom>
              <a:avLst/>
              <a:gdLst/>
              <a:ahLst/>
              <a:cxnLst/>
              <a:rect l="l" t="t" r="r" b="b"/>
              <a:pathLst>
                <a:path w="12435" h="4983" extrusionOk="0">
                  <a:moveTo>
                    <a:pt x="232" y="1"/>
                  </a:moveTo>
                  <a:lnTo>
                    <a:pt x="1" y="233"/>
                  </a:lnTo>
                  <a:lnTo>
                    <a:pt x="503" y="966"/>
                  </a:lnTo>
                  <a:lnTo>
                    <a:pt x="1043" y="1623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4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4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3"/>
                  </a:lnTo>
                  <a:lnTo>
                    <a:pt x="11855" y="3862"/>
                  </a:lnTo>
                  <a:lnTo>
                    <a:pt x="12242" y="3592"/>
                  </a:lnTo>
                  <a:lnTo>
                    <a:pt x="12319" y="3553"/>
                  </a:lnTo>
                  <a:lnTo>
                    <a:pt x="12435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9"/>
                  </a:lnTo>
                  <a:lnTo>
                    <a:pt x="12010" y="3129"/>
                  </a:lnTo>
                  <a:lnTo>
                    <a:pt x="11933" y="3206"/>
                  </a:lnTo>
                  <a:lnTo>
                    <a:pt x="11585" y="3438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7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2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2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7"/>
                  </a:lnTo>
                  <a:lnTo>
                    <a:pt x="4596" y="3708"/>
                  </a:lnTo>
                  <a:lnTo>
                    <a:pt x="3901" y="3283"/>
                  </a:lnTo>
                  <a:lnTo>
                    <a:pt x="3206" y="2820"/>
                  </a:lnTo>
                  <a:lnTo>
                    <a:pt x="2588" y="2318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22"/>
            <p:cNvSpPr/>
            <p:nvPr/>
          </p:nvSpPr>
          <p:spPr>
            <a:xfrm>
              <a:off x="7111550" y="320550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77"/>
                  </a:lnTo>
                  <a:lnTo>
                    <a:pt x="3013" y="270"/>
                  </a:lnTo>
                  <a:lnTo>
                    <a:pt x="2781" y="502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5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1"/>
                  </a:lnTo>
                  <a:lnTo>
                    <a:pt x="966" y="2510"/>
                  </a:lnTo>
                  <a:lnTo>
                    <a:pt x="1198" y="2587"/>
                  </a:lnTo>
                  <a:lnTo>
                    <a:pt x="1430" y="2703"/>
                  </a:lnTo>
                  <a:lnTo>
                    <a:pt x="1623" y="2819"/>
                  </a:lnTo>
                  <a:lnTo>
                    <a:pt x="1816" y="2973"/>
                  </a:lnTo>
                  <a:lnTo>
                    <a:pt x="1970" y="3167"/>
                  </a:lnTo>
                  <a:lnTo>
                    <a:pt x="2047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093"/>
                  </a:lnTo>
                  <a:lnTo>
                    <a:pt x="2009" y="4325"/>
                  </a:lnTo>
                  <a:lnTo>
                    <a:pt x="1893" y="4518"/>
                  </a:lnTo>
                  <a:lnTo>
                    <a:pt x="1739" y="4711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5"/>
                  </a:lnTo>
                  <a:lnTo>
                    <a:pt x="657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32"/>
                  </a:lnTo>
                  <a:lnTo>
                    <a:pt x="966" y="4093"/>
                  </a:lnTo>
                  <a:lnTo>
                    <a:pt x="1121" y="4093"/>
                  </a:lnTo>
                  <a:lnTo>
                    <a:pt x="1237" y="4016"/>
                  </a:lnTo>
                  <a:lnTo>
                    <a:pt x="1314" y="3900"/>
                  </a:lnTo>
                  <a:lnTo>
                    <a:pt x="1314" y="3784"/>
                  </a:lnTo>
                  <a:lnTo>
                    <a:pt x="1275" y="3707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862"/>
                  </a:lnTo>
                  <a:lnTo>
                    <a:pt x="387" y="3977"/>
                  </a:lnTo>
                  <a:lnTo>
                    <a:pt x="310" y="4093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866"/>
                  </a:lnTo>
                  <a:lnTo>
                    <a:pt x="387" y="5097"/>
                  </a:lnTo>
                  <a:lnTo>
                    <a:pt x="541" y="5252"/>
                  </a:lnTo>
                  <a:lnTo>
                    <a:pt x="735" y="5368"/>
                  </a:lnTo>
                  <a:lnTo>
                    <a:pt x="966" y="5406"/>
                  </a:lnTo>
                  <a:lnTo>
                    <a:pt x="1198" y="5406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20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1"/>
                  </a:lnTo>
                  <a:lnTo>
                    <a:pt x="1739" y="2356"/>
                  </a:lnTo>
                  <a:lnTo>
                    <a:pt x="1507" y="2201"/>
                  </a:lnTo>
                  <a:lnTo>
                    <a:pt x="1275" y="2124"/>
                  </a:lnTo>
                  <a:lnTo>
                    <a:pt x="1623" y="1969"/>
                  </a:lnTo>
                  <a:lnTo>
                    <a:pt x="1932" y="1815"/>
                  </a:lnTo>
                  <a:lnTo>
                    <a:pt x="2241" y="1622"/>
                  </a:lnTo>
                  <a:lnTo>
                    <a:pt x="2549" y="1390"/>
                  </a:lnTo>
                  <a:lnTo>
                    <a:pt x="2820" y="1197"/>
                  </a:lnTo>
                  <a:lnTo>
                    <a:pt x="3090" y="965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77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22"/>
            <p:cNvSpPr/>
            <p:nvPr/>
          </p:nvSpPr>
          <p:spPr>
            <a:xfrm>
              <a:off x="1402350" y="3219000"/>
              <a:ext cx="106225" cy="103325"/>
            </a:xfrm>
            <a:custGeom>
              <a:avLst/>
              <a:gdLst/>
              <a:ahLst/>
              <a:cxnLst/>
              <a:rect l="l" t="t" r="r" b="b"/>
              <a:pathLst>
                <a:path w="4249" h="4133" extrusionOk="0">
                  <a:moveTo>
                    <a:pt x="2317" y="387"/>
                  </a:moveTo>
                  <a:lnTo>
                    <a:pt x="2588" y="425"/>
                  </a:lnTo>
                  <a:lnTo>
                    <a:pt x="2858" y="503"/>
                  </a:lnTo>
                  <a:lnTo>
                    <a:pt x="3128" y="619"/>
                  </a:lnTo>
                  <a:lnTo>
                    <a:pt x="3321" y="812"/>
                  </a:lnTo>
                  <a:lnTo>
                    <a:pt x="3553" y="1043"/>
                  </a:lnTo>
                  <a:lnTo>
                    <a:pt x="3708" y="1352"/>
                  </a:lnTo>
                  <a:lnTo>
                    <a:pt x="3823" y="1700"/>
                  </a:lnTo>
                  <a:lnTo>
                    <a:pt x="3862" y="2047"/>
                  </a:lnTo>
                  <a:lnTo>
                    <a:pt x="3785" y="2395"/>
                  </a:lnTo>
                  <a:lnTo>
                    <a:pt x="3708" y="2742"/>
                  </a:lnTo>
                  <a:lnTo>
                    <a:pt x="3514" y="3051"/>
                  </a:lnTo>
                  <a:lnTo>
                    <a:pt x="3283" y="3322"/>
                  </a:lnTo>
                  <a:lnTo>
                    <a:pt x="3012" y="3515"/>
                  </a:lnTo>
                  <a:lnTo>
                    <a:pt x="2704" y="3669"/>
                  </a:lnTo>
                  <a:lnTo>
                    <a:pt x="2395" y="3746"/>
                  </a:lnTo>
                  <a:lnTo>
                    <a:pt x="2047" y="3785"/>
                  </a:lnTo>
                  <a:lnTo>
                    <a:pt x="1738" y="3746"/>
                  </a:lnTo>
                  <a:lnTo>
                    <a:pt x="1391" y="3631"/>
                  </a:lnTo>
                  <a:lnTo>
                    <a:pt x="1120" y="3476"/>
                  </a:lnTo>
                  <a:lnTo>
                    <a:pt x="850" y="3283"/>
                  </a:lnTo>
                  <a:lnTo>
                    <a:pt x="618" y="3013"/>
                  </a:lnTo>
                  <a:lnTo>
                    <a:pt x="464" y="2665"/>
                  </a:lnTo>
                  <a:lnTo>
                    <a:pt x="348" y="2318"/>
                  </a:lnTo>
                  <a:lnTo>
                    <a:pt x="348" y="1931"/>
                  </a:lnTo>
                  <a:lnTo>
                    <a:pt x="387" y="1545"/>
                  </a:lnTo>
                  <a:lnTo>
                    <a:pt x="541" y="1236"/>
                  </a:lnTo>
                  <a:lnTo>
                    <a:pt x="618" y="1082"/>
                  </a:lnTo>
                  <a:lnTo>
                    <a:pt x="734" y="927"/>
                  </a:lnTo>
                  <a:lnTo>
                    <a:pt x="889" y="812"/>
                  </a:lnTo>
                  <a:lnTo>
                    <a:pt x="1043" y="696"/>
                  </a:lnTo>
                  <a:lnTo>
                    <a:pt x="1236" y="619"/>
                  </a:lnTo>
                  <a:lnTo>
                    <a:pt x="1429" y="541"/>
                  </a:lnTo>
                  <a:lnTo>
                    <a:pt x="1468" y="503"/>
                  </a:lnTo>
                  <a:lnTo>
                    <a:pt x="1777" y="425"/>
                  </a:lnTo>
                  <a:lnTo>
                    <a:pt x="2047" y="387"/>
                  </a:lnTo>
                  <a:close/>
                  <a:moveTo>
                    <a:pt x="1931" y="1"/>
                  </a:moveTo>
                  <a:lnTo>
                    <a:pt x="1738" y="39"/>
                  </a:lnTo>
                  <a:lnTo>
                    <a:pt x="1507" y="117"/>
                  </a:lnTo>
                  <a:lnTo>
                    <a:pt x="1313" y="232"/>
                  </a:lnTo>
                  <a:lnTo>
                    <a:pt x="1159" y="348"/>
                  </a:lnTo>
                  <a:lnTo>
                    <a:pt x="1120" y="387"/>
                  </a:lnTo>
                  <a:lnTo>
                    <a:pt x="966" y="387"/>
                  </a:lnTo>
                  <a:lnTo>
                    <a:pt x="773" y="464"/>
                  </a:lnTo>
                  <a:lnTo>
                    <a:pt x="657" y="541"/>
                  </a:lnTo>
                  <a:lnTo>
                    <a:pt x="503" y="657"/>
                  </a:lnTo>
                  <a:lnTo>
                    <a:pt x="387" y="773"/>
                  </a:lnTo>
                  <a:lnTo>
                    <a:pt x="309" y="927"/>
                  </a:lnTo>
                  <a:lnTo>
                    <a:pt x="155" y="1236"/>
                  </a:lnTo>
                  <a:lnTo>
                    <a:pt x="39" y="1623"/>
                  </a:lnTo>
                  <a:lnTo>
                    <a:pt x="1" y="2009"/>
                  </a:lnTo>
                  <a:lnTo>
                    <a:pt x="39" y="2356"/>
                  </a:lnTo>
                  <a:lnTo>
                    <a:pt x="78" y="2704"/>
                  </a:lnTo>
                  <a:lnTo>
                    <a:pt x="155" y="2897"/>
                  </a:lnTo>
                  <a:lnTo>
                    <a:pt x="271" y="3090"/>
                  </a:lnTo>
                  <a:lnTo>
                    <a:pt x="387" y="3283"/>
                  </a:lnTo>
                  <a:lnTo>
                    <a:pt x="541" y="3437"/>
                  </a:lnTo>
                  <a:lnTo>
                    <a:pt x="850" y="3746"/>
                  </a:lnTo>
                  <a:lnTo>
                    <a:pt x="1236" y="3939"/>
                  </a:lnTo>
                  <a:lnTo>
                    <a:pt x="1661" y="4094"/>
                  </a:lnTo>
                  <a:lnTo>
                    <a:pt x="2086" y="4133"/>
                  </a:lnTo>
                  <a:lnTo>
                    <a:pt x="2510" y="4094"/>
                  </a:lnTo>
                  <a:lnTo>
                    <a:pt x="2742" y="4055"/>
                  </a:lnTo>
                  <a:lnTo>
                    <a:pt x="2974" y="3978"/>
                  </a:lnTo>
                  <a:lnTo>
                    <a:pt x="3321" y="3746"/>
                  </a:lnTo>
                  <a:lnTo>
                    <a:pt x="3630" y="3476"/>
                  </a:lnTo>
                  <a:lnTo>
                    <a:pt x="3862" y="3167"/>
                  </a:lnTo>
                  <a:lnTo>
                    <a:pt x="4055" y="2781"/>
                  </a:lnTo>
                  <a:lnTo>
                    <a:pt x="4171" y="2395"/>
                  </a:lnTo>
                  <a:lnTo>
                    <a:pt x="4248" y="2009"/>
                  </a:lnTo>
                  <a:lnTo>
                    <a:pt x="4210" y="1584"/>
                  </a:lnTo>
                  <a:lnTo>
                    <a:pt x="4094" y="1198"/>
                  </a:lnTo>
                  <a:lnTo>
                    <a:pt x="3978" y="1005"/>
                  </a:lnTo>
                  <a:lnTo>
                    <a:pt x="3862" y="812"/>
                  </a:lnTo>
                  <a:lnTo>
                    <a:pt x="3708" y="657"/>
                  </a:lnTo>
                  <a:lnTo>
                    <a:pt x="3553" y="503"/>
                  </a:lnTo>
                  <a:lnTo>
                    <a:pt x="3206" y="232"/>
                  </a:lnTo>
                  <a:lnTo>
                    <a:pt x="2781" y="78"/>
                  </a:lnTo>
                  <a:lnTo>
                    <a:pt x="23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22"/>
            <p:cNvSpPr/>
            <p:nvPr/>
          </p:nvSpPr>
          <p:spPr>
            <a:xfrm>
              <a:off x="4924025" y="3220925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6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5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5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0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7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22"/>
            <p:cNvSpPr/>
            <p:nvPr/>
          </p:nvSpPr>
          <p:spPr>
            <a:xfrm>
              <a:off x="2672775" y="3239275"/>
              <a:ext cx="330175" cy="176700"/>
            </a:xfrm>
            <a:custGeom>
              <a:avLst/>
              <a:gdLst/>
              <a:ahLst/>
              <a:cxnLst/>
              <a:rect l="l" t="t" r="r" b="b"/>
              <a:pathLst>
                <a:path w="13207" h="7068" extrusionOk="0">
                  <a:moveTo>
                    <a:pt x="8110" y="310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80"/>
                  </a:lnTo>
                  <a:lnTo>
                    <a:pt x="8728" y="889"/>
                  </a:lnTo>
                  <a:lnTo>
                    <a:pt x="8766" y="1198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8"/>
                  </a:lnTo>
                  <a:lnTo>
                    <a:pt x="8033" y="2858"/>
                  </a:lnTo>
                  <a:lnTo>
                    <a:pt x="6836" y="4712"/>
                  </a:lnTo>
                  <a:lnTo>
                    <a:pt x="6681" y="4712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8"/>
                  </a:lnTo>
                  <a:lnTo>
                    <a:pt x="7453" y="889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10"/>
                  </a:lnTo>
                  <a:close/>
                  <a:moveTo>
                    <a:pt x="5909" y="5407"/>
                  </a:moveTo>
                  <a:lnTo>
                    <a:pt x="4673" y="5831"/>
                  </a:lnTo>
                  <a:lnTo>
                    <a:pt x="3437" y="6218"/>
                  </a:lnTo>
                  <a:lnTo>
                    <a:pt x="2781" y="6372"/>
                  </a:lnTo>
                  <a:lnTo>
                    <a:pt x="2125" y="6527"/>
                  </a:lnTo>
                  <a:lnTo>
                    <a:pt x="1700" y="6565"/>
                  </a:lnTo>
                  <a:lnTo>
                    <a:pt x="1314" y="6604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8"/>
                  </a:lnTo>
                  <a:lnTo>
                    <a:pt x="696" y="6063"/>
                  </a:lnTo>
                  <a:lnTo>
                    <a:pt x="696" y="5909"/>
                  </a:lnTo>
                  <a:lnTo>
                    <a:pt x="734" y="5793"/>
                  </a:lnTo>
                  <a:lnTo>
                    <a:pt x="812" y="5716"/>
                  </a:lnTo>
                  <a:lnTo>
                    <a:pt x="889" y="5677"/>
                  </a:lnTo>
                  <a:lnTo>
                    <a:pt x="1082" y="5600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7"/>
                  </a:lnTo>
                  <a:close/>
                  <a:moveTo>
                    <a:pt x="7067" y="5098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6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9"/>
                  </a:lnTo>
                  <a:lnTo>
                    <a:pt x="12589" y="6025"/>
                  </a:lnTo>
                  <a:lnTo>
                    <a:pt x="12628" y="6179"/>
                  </a:lnTo>
                  <a:lnTo>
                    <a:pt x="12589" y="6527"/>
                  </a:lnTo>
                  <a:lnTo>
                    <a:pt x="12435" y="6604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4"/>
                  </a:lnTo>
                  <a:lnTo>
                    <a:pt x="10929" y="6527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9"/>
                  </a:lnTo>
                  <a:lnTo>
                    <a:pt x="8226" y="5677"/>
                  </a:lnTo>
                  <a:lnTo>
                    <a:pt x="7067" y="5098"/>
                  </a:lnTo>
                  <a:close/>
                  <a:moveTo>
                    <a:pt x="8148" y="1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7"/>
                  </a:lnTo>
                  <a:lnTo>
                    <a:pt x="6681" y="2433"/>
                  </a:lnTo>
                  <a:lnTo>
                    <a:pt x="6527" y="3592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1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8"/>
                  </a:lnTo>
                  <a:lnTo>
                    <a:pt x="1391" y="5175"/>
                  </a:lnTo>
                  <a:lnTo>
                    <a:pt x="1005" y="5214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600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5"/>
                  </a:lnTo>
                  <a:lnTo>
                    <a:pt x="117" y="6449"/>
                  </a:lnTo>
                  <a:lnTo>
                    <a:pt x="232" y="6604"/>
                  </a:lnTo>
                  <a:lnTo>
                    <a:pt x="348" y="6681"/>
                  </a:lnTo>
                  <a:lnTo>
                    <a:pt x="464" y="6797"/>
                  </a:lnTo>
                  <a:lnTo>
                    <a:pt x="773" y="6913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3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6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9"/>
                  </a:lnTo>
                  <a:lnTo>
                    <a:pt x="6758" y="6102"/>
                  </a:lnTo>
                  <a:lnTo>
                    <a:pt x="6836" y="6295"/>
                  </a:lnTo>
                  <a:lnTo>
                    <a:pt x="7106" y="6256"/>
                  </a:lnTo>
                  <a:lnTo>
                    <a:pt x="7106" y="6218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7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7"/>
                  </a:lnTo>
                  <a:lnTo>
                    <a:pt x="11045" y="6951"/>
                  </a:lnTo>
                  <a:lnTo>
                    <a:pt x="11469" y="7029"/>
                  </a:lnTo>
                  <a:lnTo>
                    <a:pt x="11933" y="7067"/>
                  </a:lnTo>
                  <a:lnTo>
                    <a:pt x="12396" y="7029"/>
                  </a:lnTo>
                  <a:lnTo>
                    <a:pt x="12589" y="6990"/>
                  </a:lnTo>
                  <a:lnTo>
                    <a:pt x="12782" y="6913"/>
                  </a:lnTo>
                  <a:lnTo>
                    <a:pt x="12937" y="6797"/>
                  </a:lnTo>
                  <a:lnTo>
                    <a:pt x="13053" y="6681"/>
                  </a:lnTo>
                  <a:lnTo>
                    <a:pt x="13130" y="6527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5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7"/>
                  </a:lnTo>
                  <a:lnTo>
                    <a:pt x="12242" y="5291"/>
                  </a:lnTo>
                  <a:lnTo>
                    <a:pt x="11894" y="5214"/>
                  </a:lnTo>
                  <a:lnTo>
                    <a:pt x="11315" y="5098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2"/>
                  </a:lnTo>
                  <a:lnTo>
                    <a:pt x="8071" y="3515"/>
                  </a:lnTo>
                  <a:lnTo>
                    <a:pt x="8496" y="2858"/>
                  </a:lnTo>
                  <a:lnTo>
                    <a:pt x="8843" y="2202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7"/>
                  </a:lnTo>
                  <a:lnTo>
                    <a:pt x="9075" y="1275"/>
                  </a:lnTo>
                  <a:lnTo>
                    <a:pt x="9037" y="1005"/>
                  </a:lnTo>
                  <a:lnTo>
                    <a:pt x="8959" y="812"/>
                  </a:lnTo>
                  <a:lnTo>
                    <a:pt x="8882" y="580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22"/>
            <p:cNvSpPr/>
            <p:nvPr/>
          </p:nvSpPr>
          <p:spPr>
            <a:xfrm>
              <a:off x="410925" y="3256650"/>
              <a:ext cx="35725" cy="33825"/>
            </a:xfrm>
            <a:custGeom>
              <a:avLst/>
              <a:gdLst/>
              <a:ahLst/>
              <a:cxnLst/>
              <a:rect l="l" t="t" r="r" b="b"/>
              <a:pathLst>
                <a:path w="1429" h="1353" extrusionOk="0">
                  <a:moveTo>
                    <a:pt x="579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71"/>
                  </a:lnTo>
                  <a:lnTo>
                    <a:pt x="39" y="425"/>
                  </a:lnTo>
                  <a:lnTo>
                    <a:pt x="0" y="619"/>
                  </a:lnTo>
                  <a:lnTo>
                    <a:pt x="0" y="812"/>
                  </a:lnTo>
                  <a:lnTo>
                    <a:pt x="77" y="966"/>
                  </a:lnTo>
                  <a:lnTo>
                    <a:pt x="155" y="1121"/>
                  </a:lnTo>
                  <a:lnTo>
                    <a:pt x="309" y="1275"/>
                  </a:lnTo>
                  <a:lnTo>
                    <a:pt x="463" y="1352"/>
                  </a:lnTo>
                  <a:lnTo>
                    <a:pt x="618" y="1352"/>
                  </a:lnTo>
                  <a:lnTo>
                    <a:pt x="695" y="1236"/>
                  </a:lnTo>
                  <a:lnTo>
                    <a:pt x="695" y="1121"/>
                  </a:lnTo>
                  <a:lnTo>
                    <a:pt x="657" y="1082"/>
                  </a:lnTo>
                  <a:lnTo>
                    <a:pt x="579" y="1043"/>
                  </a:lnTo>
                  <a:lnTo>
                    <a:pt x="502" y="1005"/>
                  </a:lnTo>
                  <a:lnTo>
                    <a:pt x="463" y="927"/>
                  </a:lnTo>
                  <a:lnTo>
                    <a:pt x="386" y="773"/>
                  </a:lnTo>
                  <a:lnTo>
                    <a:pt x="386" y="580"/>
                  </a:lnTo>
                  <a:lnTo>
                    <a:pt x="425" y="503"/>
                  </a:lnTo>
                  <a:lnTo>
                    <a:pt x="502" y="425"/>
                  </a:lnTo>
                  <a:lnTo>
                    <a:pt x="579" y="387"/>
                  </a:lnTo>
                  <a:lnTo>
                    <a:pt x="657" y="387"/>
                  </a:lnTo>
                  <a:lnTo>
                    <a:pt x="850" y="425"/>
                  </a:lnTo>
                  <a:lnTo>
                    <a:pt x="927" y="464"/>
                  </a:lnTo>
                  <a:lnTo>
                    <a:pt x="965" y="541"/>
                  </a:lnTo>
                  <a:lnTo>
                    <a:pt x="1043" y="696"/>
                  </a:lnTo>
                  <a:lnTo>
                    <a:pt x="1081" y="773"/>
                  </a:lnTo>
                  <a:lnTo>
                    <a:pt x="1120" y="812"/>
                  </a:lnTo>
                  <a:lnTo>
                    <a:pt x="1274" y="812"/>
                  </a:lnTo>
                  <a:lnTo>
                    <a:pt x="1352" y="734"/>
                  </a:lnTo>
                  <a:lnTo>
                    <a:pt x="1390" y="696"/>
                  </a:lnTo>
                  <a:lnTo>
                    <a:pt x="1429" y="619"/>
                  </a:lnTo>
                  <a:lnTo>
                    <a:pt x="1390" y="425"/>
                  </a:lnTo>
                  <a:lnTo>
                    <a:pt x="1274" y="271"/>
                  </a:lnTo>
                  <a:lnTo>
                    <a:pt x="1159" y="117"/>
                  </a:lnTo>
                  <a:lnTo>
                    <a:pt x="965" y="39"/>
                  </a:lnTo>
                  <a:lnTo>
                    <a:pt x="77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22"/>
            <p:cNvSpPr/>
            <p:nvPr/>
          </p:nvSpPr>
          <p:spPr>
            <a:xfrm>
              <a:off x="5445325" y="3267275"/>
              <a:ext cx="624625" cy="344650"/>
            </a:xfrm>
            <a:custGeom>
              <a:avLst/>
              <a:gdLst/>
              <a:ahLst/>
              <a:cxnLst/>
              <a:rect l="l" t="t" r="r" b="b"/>
              <a:pathLst>
                <a:path w="24985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03" y="2008"/>
                  </a:lnTo>
                  <a:lnTo>
                    <a:pt x="23787" y="2124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170" y="2086"/>
                  </a:lnTo>
                  <a:lnTo>
                    <a:pt x="23054" y="1970"/>
                  </a:lnTo>
                  <a:lnTo>
                    <a:pt x="22976" y="1815"/>
                  </a:lnTo>
                  <a:lnTo>
                    <a:pt x="22938" y="1622"/>
                  </a:lnTo>
                  <a:lnTo>
                    <a:pt x="22976" y="1429"/>
                  </a:lnTo>
                  <a:lnTo>
                    <a:pt x="23015" y="1236"/>
                  </a:lnTo>
                  <a:lnTo>
                    <a:pt x="23131" y="1082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42"/>
                  </a:lnTo>
                  <a:lnTo>
                    <a:pt x="24289" y="3090"/>
                  </a:lnTo>
                  <a:lnTo>
                    <a:pt x="24367" y="3437"/>
                  </a:lnTo>
                  <a:lnTo>
                    <a:pt x="24405" y="3785"/>
                  </a:lnTo>
                  <a:lnTo>
                    <a:pt x="24173" y="3707"/>
                  </a:lnTo>
                  <a:lnTo>
                    <a:pt x="23942" y="3592"/>
                  </a:lnTo>
                  <a:lnTo>
                    <a:pt x="23826" y="3514"/>
                  </a:lnTo>
                  <a:lnTo>
                    <a:pt x="23787" y="3399"/>
                  </a:lnTo>
                  <a:lnTo>
                    <a:pt x="23710" y="3283"/>
                  </a:lnTo>
                  <a:lnTo>
                    <a:pt x="23672" y="3128"/>
                  </a:lnTo>
                  <a:lnTo>
                    <a:pt x="23710" y="2897"/>
                  </a:lnTo>
                  <a:lnTo>
                    <a:pt x="23787" y="2704"/>
                  </a:lnTo>
                  <a:lnTo>
                    <a:pt x="23903" y="2549"/>
                  </a:lnTo>
                  <a:lnTo>
                    <a:pt x="24096" y="2433"/>
                  </a:lnTo>
                  <a:close/>
                  <a:moveTo>
                    <a:pt x="16142" y="4943"/>
                  </a:moveTo>
                  <a:lnTo>
                    <a:pt x="16257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28" y="5252"/>
                  </a:lnTo>
                  <a:lnTo>
                    <a:pt x="16566" y="5407"/>
                  </a:lnTo>
                  <a:lnTo>
                    <a:pt x="16296" y="5407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40" y="5368"/>
                  </a:lnTo>
                  <a:lnTo>
                    <a:pt x="15678" y="5252"/>
                  </a:lnTo>
                  <a:lnTo>
                    <a:pt x="15755" y="5136"/>
                  </a:lnTo>
                  <a:lnTo>
                    <a:pt x="15833" y="5059"/>
                  </a:lnTo>
                  <a:lnTo>
                    <a:pt x="15949" y="5020"/>
                  </a:lnTo>
                  <a:lnTo>
                    <a:pt x="16026" y="4982"/>
                  </a:lnTo>
                  <a:lnTo>
                    <a:pt x="16142" y="4943"/>
                  </a:lnTo>
                  <a:close/>
                  <a:moveTo>
                    <a:pt x="24444" y="4248"/>
                  </a:moveTo>
                  <a:lnTo>
                    <a:pt x="24405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07"/>
                  </a:lnTo>
                  <a:lnTo>
                    <a:pt x="23903" y="5252"/>
                  </a:lnTo>
                  <a:lnTo>
                    <a:pt x="23787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865" y="4596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763" y="4866"/>
                  </a:lnTo>
                  <a:lnTo>
                    <a:pt x="17879" y="4905"/>
                  </a:lnTo>
                  <a:lnTo>
                    <a:pt x="17957" y="4982"/>
                  </a:lnTo>
                  <a:lnTo>
                    <a:pt x="18072" y="5175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484"/>
                  </a:lnTo>
                  <a:lnTo>
                    <a:pt x="17030" y="5407"/>
                  </a:lnTo>
                  <a:lnTo>
                    <a:pt x="17030" y="5291"/>
                  </a:lnTo>
                  <a:lnTo>
                    <a:pt x="17107" y="5136"/>
                  </a:lnTo>
                  <a:lnTo>
                    <a:pt x="17184" y="5059"/>
                  </a:lnTo>
                  <a:lnTo>
                    <a:pt x="17261" y="4943"/>
                  </a:lnTo>
                  <a:lnTo>
                    <a:pt x="17377" y="4866"/>
                  </a:lnTo>
                  <a:lnTo>
                    <a:pt x="17493" y="4827"/>
                  </a:lnTo>
                  <a:close/>
                  <a:moveTo>
                    <a:pt x="14558" y="5291"/>
                  </a:moveTo>
                  <a:lnTo>
                    <a:pt x="14674" y="5329"/>
                  </a:lnTo>
                  <a:lnTo>
                    <a:pt x="14790" y="5368"/>
                  </a:lnTo>
                  <a:lnTo>
                    <a:pt x="14906" y="5445"/>
                  </a:lnTo>
                  <a:lnTo>
                    <a:pt x="14983" y="5522"/>
                  </a:lnTo>
                  <a:lnTo>
                    <a:pt x="15060" y="5677"/>
                  </a:lnTo>
                  <a:lnTo>
                    <a:pt x="14520" y="5870"/>
                  </a:lnTo>
                  <a:lnTo>
                    <a:pt x="14056" y="6102"/>
                  </a:lnTo>
                  <a:lnTo>
                    <a:pt x="14018" y="6024"/>
                  </a:lnTo>
                  <a:lnTo>
                    <a:pt x="14018" y="5793"/>
                  </a:lnTo>
                  <a:lnTo>
                    <a:pt x="14095" y="5600"/>
                  </a:lnTo>
                  <a:lnTo>
                    <a:pt x="14249" y="5445"/>
                  </a:lnTo>
                  <a:lnTo>
                    <a:pt x="14327" y="5368"/>
                  </a:lnTo>
                  <a:lnTo>
                    <a:pt x="14443" y="5329"/>
                  </a:lnTo>
                  <a:lnTo>
                    <a:pt x="14558" y="5291"/>
                  </a:lnTo>
                  <a:close/>
                  <a:moveTo>
                    <a:pt x="19076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47" y="5793"/>
                  </a:lnTo>
                  <a:lnTo>
                    <a:pt x="19385" y="5986"/>
                  </a:lnTo>
                  <a:lnTo>
                    <a:pt x="19347" y="6140"/>
                  </a:lnTo>
                  <a:lnTo>
                    <a:pt x="18574" y="5831"/>
                  </a:lnTo>
                  <a:lnTo>
                    <a:pt x="18613" y="5715"/>
                  </a:lnTo>
                  <a:lnTo>
                    <a:pt x="18652" y="5638"/>
                  </a:lnTo>
                  <a:lnTo>
                    <a:pt x="18806" y="5522"/>
                  </a:lnTo>
                  <a:lnTo>
                    <a:pt x="18999" y="5484"/>
                  </a:lnTo>
                  <a:close/>
                  <a:moveTo>
                    <a:pt x="20312" y="6063"/>
                  </a:moveTo>
                  <a:lnTo>
                    <a:pt x="20428" y="6102"/>
                  </a:lnTo>
                  <a:lnTo>
                    <a:pt x="20544" y="6179"/>
                  </a:lnTo>
                  <a:lnTo>
                    <a:pt x="20660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53" y="6913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10" y="6256"/>
                  </a:lnTo>
                  <a:lnTo>
                    <a:pt x="19887" y="6179"/>
                  </a:lnTo>
                  <a:lnTo>
                    <a:pt x="19964" y="6102"/>
                  </a:lnTo>
                  <a:lnTo>
                    <a:pt x="20080" y="6063"/>
                  </a:lnTo>
                  <a:close/>
                  <a:moveTo>
                    <a:pt x="23710" y="5870"/>
                  </a:moveTo>
                  <a:lnTo>
                    <a:pt x="23942" y="5986"/>
                  </a:lnTo>
                  <a:lnTo>
                    <a:pt x="24058" y="5986"/>
                  </a:lnTo>
                  <a:lnTo>
                    <a:pt x="23903" y="6295"/>
                  </a:lnTo>
                  <a:lnTo>
                    <a:pt x="23710" y="6565"/>
                  </a:lnTo>
                  <a:lnTo>
                    <a:pt x="23478" y="6797"/>
                  </a:lnTo>
                  <a:lnTo>
                    <a:pt x="23247" y="6990"/>
                  </a:lnTo>
                  <a:lnTo>
                    <a:pt x="23208" y="6913"/>
                  </a:lnTo>
                  <a:lnTo>
                    <a:pt x="23054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092" y="6063"/>
                  </a:lnTo>
                  <a:lnTo>
                    <a:pt x="23170" y="5986"/>
                  </a:lnTo>
                  <a:lnTo>
                    <a:pt x="23285" y="5947"/>
                  </a:lnTo>
                  <a:lnTo>
                    <a:pt x="23478" y="5870"/>
                  </a:lnTo>
                  <a:close/>
                  <a:moveTo>
                    <a:pt x="13207" y="6102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670" y="6333"/>
                  </a:lnTo>
                  <a:lnTo>
                    <a:pt x="13130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3"/>
                  </a:lnTo>
                  <a:lnTo>
                    <a:pt x="12628" y="6797"/>
                  </a:lnTo>
                  <a:lnTo>
                    <a:pt x="12628" y="6642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179"/>
                  </a:lnTo>
                  <a:lnTo>
                    <a:pt x="12975" y="6140"/>
                  </a:lnTo>
                  <a:lnTo>
                    <a:pt x="13091" y="6102"/>
                  </a:lnTo>
                  <a:close/>
                  <a:moveTo>
                    <a:pt x="22166" y="6565"/>
                  </a:moveTo>
                  <a:lnTo>
                    <a:pt x="22281" y="6604"/>
                  </a:lnTo>
                  <a:lnTo>
                    <a:pt x="22436" y="6681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1" y="7067"/>
                  </a:lnTo>
                  <a:lnTo>
                    <a:pt x="22899" y="7067"/>
                  </a:lnTo>
                  <a:lnTo>
                    <a:pt x="22976" y="7106"/>
                  </a:lnTo>
                  <a:lnTo>
                    <a:pt x="22938" y="7106"/>
                  </a:lnTo>
                  <a:lnTo>
                    <a:pt x="22552" y="7221"/>
                  </a:lnTo>
                  <a:lnTo>
                    <a:pt x="22166" y="7221"/>
                  </a:lnTo>
                  <a:lnTo>
                    <a:pt x="21779" y="7183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19"/>
                  </a:lnTo>
                  <a:lnTo>
                    <a:pt x="21779" y="6604"/>
                  </a:lnTo>
                  <a:lnTo>
                    <a:pt x="22011" y="6565"/>
                  </a:lnTo>
                  <a:close/>
                  <a:moveTo>
                    <a:pt x="12280" y="7376"/>
                  </a:moveTo>
                  <a:lnTo>
                    <a:pt x="12473" y="7415"/>
                  </a:lnTo>
                  <a:lnTo>
                    <a:pt x="12087" y="7955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24" y="8071"/>
                  </a:lnTo>
                  <a:lnTo>
                    <a:pt x="11624" y="7955"/>
                  </a:lnTo>
                  <a:lnTo>
                    <a:pt x="11662" y="7839"/>
                  </a:lnTo>
                  <a:lnTo>
                    <a:pt x="11701" y="7723"/>
                  </a:lnTo>
                  <a:lnTo>
                    <a:pt x="11778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26" y="7415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56" y="9422"/>
                  </a:lnTo>
                  <a:lnTo>
                    <a:pt x="2433" y="9461"/>
                  </a:lnTo>
                  <a:lnTo>
                    <a:pt x="2511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588" y="10002"/>
                  </a:lnTo>
                  <a:lnTo>
                    <a:pt x="2124" y="9886"/>
                  </a:lnTo>
                  <a:lnTo>
                    <a:pt x="1622" y="9886"/>
                  </a:lnTo>
                  <a:lnTo>
                    <a:pt x="1661" y="9731"/>
                  </a:lnTo>
                  <a:lnTo>
                    <a:pt x="1738" y="9616"/>
                  </a:lnTo>
                  <a:lnTo>
                    <a:pt x="1815" y="9538"/>
                  </a:lnTo>
                  <a:lnTo>
                    <a:pt x="1893" y="9461"/>
                  </a:lnTo>
                  <a:lnTo>
                    <a:pt x="2009" y="9384"/>
                  </a:lnTo>
                  <a:lnTo>
                    <a:pt x="2124" y="9345"/>
                  </a:lnTo>
                  <a:close/>
                  <a:moveTo>
                    <a:pt x="11624" y="8998"/>
                  </a:moveTo>
                  <a:lnTo>
                    <a:pt x="11469" y="9500"/>
                  </a:lnTo>
                  <a:lnTo>
                    <a:pt x="11315" y="10002"/>
                  </a:lnTo>
                  <a:lnTo>
                    <a:pt x="11238" y="10272"/>
                  </a:lnTo>
                  <a:lnTo>
                    <a:pt x="11044" y="10079"/>
                  </a:lnTo>
                  <a:lnTo>
                    <a:pt x="10967" y="9809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29" y="9422"/>
                  </a:lnTo>
                  <a:lnTo>
                    <a:pt x="11006" y="9307"/>
                  </a:lnTo>
                  <a:lnTo>
                    <a:pt x="11122" y="9152"/>
                  </a:lnTo>
                  <a:lnTo>
                    <a:pt x="11276" y="9036"/>
                  </a:lnTo>
                  <a:lnTo>
                    <a:pt x="11469" y="8998"/>
                  </a:lnTo>
                  <a:close/>
                  <a:moveTo>
                    <a:pt x="3746" y="9731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2" y="10118"/>
                  </a:lnTo>
                  <a:lnTo>
                    <a:pt x="4171" y="10233"/>
                  </a:lnTo>
                  <a:lnTo>
                    <a:pt x="4132" y="10388"/>
                  </a:lnTo>
                  <a:lnTo>
                    <a:pt x="4094" y="10504"/>
                  </a:lnTo>
                  <a:lnTo>
                    <a:pt x="4017" y="10620"/>
                  </a:lnTo>
                  <a:lnTo>
                    <a:pt x="3862" y="10542"/>
                  </a:lnTo>
                  <a:lnTo>
                    <a:pt x="3476" y="10311"/>
                  </a:lnTo>
                  <a:lnTo>
                    <a:pt x="3051" y="10156"/>
                  </a:lnTo>
                  <a:lnTo>
                    <a:pt x="3128" y="10002"/>
                  </a:lnTo>
                  <a:lnTo>
                    <a:pt x="3244" y="9924"/>
                  </a:lnTo>
                  <a:lnTo>
                    <a:pt x="3360" y="9809"/>
                  </a:lnTo>
                  <a:lnTo>
                    <a:pt x="3476" y="9770"/>
                  </a:lnTo>
                  <a:lnTo>
                    <a:pt x="3630" y="9731"/>
                  </a:lnTo>
                  <a:close/>
                  <a:moveTo>
                    <a:pt x="4827" y="10620"/>
                  </a:moveTo>
                  <a:lnTo>
                    <a:pt x="4905" y="10658"/>
                  </a:lnTo>
                  <a:lnTo>
                    <a:pt x="4982" y="10697"/>
                  </a:lnTo>
                  <a:lnTo>
                    <a:pt x="5059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59" y="11430"/>
                  </a:lnTo>
                  <a:lnTo>
                    <a:pt x="4403" y="10890"/>
                  </a:lnTo>
                  <a:lnTo>
                    <a:pt x="4441" y="10813"/>
                  </a:lnTo>
                  <a:lnTo>
                    <a:pt x="4480" y="10735"/>
                  </a:lnTo>
                  <a:lnTo>
                    <a:pt x="4634" y="10658"/>
                  </a:lnTo>
                  <a:lnTo>
                    <a:pt x="4827" y="10620"/>
                  </a:lnTo>
                  <a:close/>
                  <a:moveTo>
                    <a:pt x="11160" y="10620"/>
                  </a:moveTo>
                  <a:lnTo>
                    <a:pt x="10929" y="11199"/>
                  </a:lnTo>
                  <a:lnTo>
                    <a:pt x="10697" y="11739"/>
                  </a:lnTo>
                  <a:lnTo>
                    <a:pt x="10658" y="11701"/>
                  </a:lnTo>
                  <a:lnTo>
                    <a:pt x="10465" y="11508"/>
                  </a:lnTo>
                  <a:lnTo>
                    <a:pt x="10388" y="11315"/>
                  </a:lnTo>
                  <a:lnTo>
                    <a:pt x="10388" y="11122"/>
                  </a:lnTo>
                  <a:lnTo>
                    <a:pt x="10427" y="10967"/>
                  </a:lnTo>
                  <a:lnTo>
                    <a:pt x="10542" y="10774"/>
                  </a:lnTo>
                  <a:lnTo>
                    <a:pt x="10697" y="10658"/>
                  </a:lnTo>
                  <a:lnTo>
                    <a:pt x="10929" y="10620"/>
                  </a:lnTo>
                  <a:close/>
                  <a:moveTo>
                    <a:pt x="5947" y="11469"/>
                  </a:moveTo>
                  <a:lnTo>
                    <a:pt x="6063" y="11508"/>
                  </a:lnTo>
                  <a:lnTo>
                    <a:pt x="6140" y="11546"/>
                  </a:lnTo>
                  <a:lnTo>
                    <a:pt x="6218" y="11662"/>
                  </a:lnTo>
                  <a:lnTo>
                    <a:pt x="6295" y="11739"/>
                  </a:lnTo>
                  <a:lnTo>
                    <a:pt x="6372" y="11971"/>
                  </a:lnTo>
                  <a:lnTo>
                    <a:pt x="6411" y="12203"/>
                  </a:lnTo>
                  <a:lnTo>
                    <a:pt x="6372" y="12473"/>
                  </a:lnTo>
                  <a:lnTo>
                    <a:pt x="5870" y="12087"/>
                  </a:lnTo>
                  <a:lnTo>
                    <a:pt x="5407" y="11701"/>
                  </a:lnTo>
                  <a:lnTo>
                    <a:pt x="5445" y="11585"/>
                  </a:lnTo>
                  <a:lnTo>
                    <a:pt x="5523" y="11508"/>
                  </a:lnTo>
                  <a:lnTo>
                    <a:pt x="5638" y="11469"/>
                  </a:lnTo>
                  <a:close/>
                  <a:moveTo>
                    <a:pt x="10542" y="12048"/>
                  </a:moveTo>
                  <a:lnTo>
                    <a:pt x="10388" y="12280"/>
                  </a:lnTo>
                  <a:lnTo>
                    <a:pt x="10195" y="12550"/>
                  </a:lnTo>
                  <a:lnTo>
                    <a:pt x="9963" y="12743"/>
                  </a:lnTo>
                  <a:lnTo>
                    <a:pt x="9770" y="12936"/>
                  </a:lnTo>
                  <a:lnTo>
                    <a:pt x="9732" y="12859"/>
                  </a:lnTo>
                  <a:lnTo>
                    <a:pt x="9654" y="12666"/>
                  </a:lnTo>
                  <a:lnTo>
                    <a:pt x="9616" y="12473"/>
                  </a:lnTo>
                  <a:lnTo>
                    <a:pt x="9693" y="12319"/>
                  </a:lnTo>
                  <a:lnTo>
                    <a:pt x="9809" y="12203"/>
                  </a:lnTo>
                  <a:lnTo>
                    <a:pt x="9963" y="12126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37" y="12473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01" y="12821"/>
                  </a:lnTo>
                  <a:lnTo>
                    <a:pt x="7878" y="13014"/>
                  </a:lnTo>
                  <a:lnTo>
                    <a:pt x="7839" y="13207"/>
                  </a:lnTo>
                  <a:lnTo>
                    <a:pt x="7299" y="13014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44" y="12512"/>
                  </a:lnTo>
                  <a:lnTo>
                    <a:pt x="7337" y="12473"/>
                  </a:lnTo>
                  <a:close/>
                  <a:moveTo>
                    <a:pt x="8843" y="12628"/>
                  </a:moveTo>
                  <a:lnTo>
                    <a:pt x="8921" y="12666"/>
                  </a:lnTo>
                  <a:lnTo>
                    <a:pt x="9075" y="12743"/>
                  </a:lnTo>
                  <a:lnTo>
                    <a:pt x="9191" y="12936"/>
                  </a:lnTo>
                  <a:lnTo>
                    <a:pt x="9230" y="13130"/>
                  </a:lnTo>
                  <a:lnTo>
                    <a:pt x="9230" y="13207"/>
                  </a:lnTo>
                  <a:lnTo>
                    <a:pt x="9036" y="13245"/>
                  </a:lnTo>
                  <a:lnTo>
                    <a:pt x="8805" y="13284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03" y="13014"/>
                  </a:lnTo>
                  <a:lnTo>
                    <a:pt x="8419" y="12821"/>
                  </a:lnTo>
                  <a:lnTo>
                    <a:pt x="8534" y="12666"/>
                  </a:lnTo>
                  <a:lnTo>
                    <a:pt x="8650" y="12628"/>
                  </a:lnTo>
                  <a:close/>
                  <a:moveTo>
                    <a:pt x="22861" y="0"/>
                  </a:moveTo>
                  <a:lnTo>
                    <a:pt x="22822" y="78"/>
                  </a:lnTo>
                  <a:lnTo>
                    <a:pt x="22745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783" y="387"/>
                  </a:lnTo>
                  <a:lnTo>
                    <a:pt x="22822" y="387"/>
                  </a:lnTo>
                  <a:lnTo>
                    <a:pt x="22861" y="464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668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22" y="2240"/>
                  </a:lnTo>
                  <a:lnTo>
                    <a:pt x="23015" y="2395"/>
                  </a:lnTo>
                  <a:lnTo>
                    <a:pt x="23247" y="2472"/>
                  </a:lnTo>
                  <a:lnTo>
                    <a:pt x="23478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24" y="3244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862"/>
                  </a:lnTo>
                  <a:lnTo>
                    <a:pt x="23942" y="4016"/>
                  </a:lnTo>
                  <a:lnTo>
                    <a:pt x="23710" y="4209"/>
                  </a:lnTo>
                  <a:lnTo>
                    <a:pt x="23556" y="4480"/>
                  </a:lnTo>
                  <a:lnTo>
                    <a:pt x="23440" y="4750"/>
                  </a:lnTo>
                  <a:lnTo>
                    <a:pt x="23440" y="4866"/>
                  </a:lnTo>
                  <a:lnTo>
                    <a:pt x="23440" y="5020"/>
                  </a:lnTo>
                  <a:lnTo>
                    <a:pt x="23478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70" y="5561"/>
                  </a:lnTo>
                  <a:lnTo>
                    <a:pt x="22938" y="5677"/>
                  </a:lnTo>
                  <a:lnTo>
                    <a:pt x="22783" y="5870"/>
                  </a:lnTo>
                  <a:lnTo>
                    <a:pt x="22668" y="6102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1972" y="6217"/>
                  </a:lnTo>
                  <a:lnTo>
                    <a:pt x="21741" y="6256"/>
                  </a:lnTo>
                  <a:lnTo>
                    <a:pt x="21509" y="6411"/>
                  </a:lnTo>
                  <a:lnTo>
                    <a:pt x="21316" y="6565"/>
                  </a:lnTo>
                  <a:lnTo>
                    <a:pt x="21200" y="6758"/>
                  </a:lnTo>
                  <a:lnTo>
                    <a:pt x="21084" y="6449"/>
                  </a:lnTo>
                  <a:lnTo>
                    <a:pt x="20930" y="6140"/>
                  </a:lnTo>
                  <a:lnTo>
                    <a:pt x="20853" y="5986"/>
                  </a:lnTo>
                  <a:lnTo>
                    <a:pt x="20698" y="5870"/>
                  </a:lnTo>
                  <a:lnTo>
                    <a:pt x="20582" y="5793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42" y="5793"/>
                  </a:lnTo>
                  <a:lnTo>
                    <a:pt x="19887" y="5831"/>
                  </a:lnTo>
                  <a:lnTo>
                    <a:pt x="19733" y="5947"/>
                  </a:lnTo>
                  <a:lnTo>
                    <a:pt x="19694" y="5715"/>
                  </a:lnTo>
                  <a:lnTo>
                    <a:pt x="19617" y="5484"/>
                  </a:lnTo>
                  <a:lnTo>
                    <a:pt x="19462" y="5291"/>
                  </a:lnTo>
                  <a:lnTo>
                    <a:pt x="19347" y="5213"/>
                  </a:lnTo>
                  <a:lnTo>
                    <a:pt x="19231" y="5175"/>
                  </a:lnTo>
                  <a:lnTo>
                    <a:pt x="19038" y="5136"/>
                  </a:lnTo>
                  <a:lnTo>
                    <a:pt x="18806" y="5175"/>
                  </a:lnTo>
                  <a:lnTo>
                    <a:pt x="18613" y="5252"/>
                  </a:lnTo>
                  <a:lnTo>
                    <a:pt x="18458" y="5407"/>
                  </a:lnTo>
                  <a:lnTo>
                    <a:pt x="18458" y="5252"/>
                  </a:lnTo>
                  <a:lnTo>
                    <a:pt x="18420" y="5098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7" y="4557"/>
                  </a:lnTo>
                  <a:lnTo>
                    <a:pt x="17802" y="4518"/>
                  </a:lnTo>
                  <a:lnTo>
                    <a:pt x="17493" y="4518"/>
                  </a:lnTo>
                  <a:lnTo>
                    <a:pt x="17377" y="4557"/>
                  </a:lnTo>
                  <a:lnTo>
                    <a:pt x="17223" y="4634"/>
                  </a:lnTo>
                  <a:lnTo>
                    <a:pt x="17107" y="4711"/>
                  </a:lnTo>
                  <a:lnTo>
                    <a:pt x="17030" y="4827"/>
                  </a:lnTo>
                  <a:lnTo>
                    <a:pt x="16875" y="5059"/>
                  </a:lnTo>
                  <a:lnTo>
                    <a:pt x="16759" y="4905"/>
                  </a:lnTo>
                  <a:lnTo>
                    <a:pt x="16605" y="4789"/>
                  </a:lnTo>
                  <a:lnTo>
                    <a:pt x="16451" y="4673"/>
                  </a:lnTo>
                  <a:lnTo>
                    <a:pt x="16257" y="4634"/>
                  </a:lnTo>
                  <a:lnTo>
                    <a:pt x="16103" y="4634"/>
                  </a:lnTo>
                  <a:lnTo>
                    <a:pt x="15910" y="4673"/>
                  </a:lnTo>
                  <a:lnTo>
                    <a:pt x="15755" y="4750"/>
                  </a:lnTo>
                  <a:lnTo>
                    <a:pt x="15640" y="4827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291"/>
                  </a:lnTo>
                  <a:lnTo>
                    <a:pt x="15374" y="5460"/>
                  </a:lnTo>
                  <a:lnTo>
                    <a:pt x="15331" y="5329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597" y="4943"/>
                  </a:lnTo>
                  <a:lnTo>
                    <a:pt x="14404" y="4943"/>
                  </a:lnTo>
                  <a:lnTo>
                    <a:pt x="14249" y="5020"/>
                  </a:lnTo>
                  <a:lnTo>
                    <a:pt x="14134" y="5098"/>
                  </a:lnTo>
                  <a:lnTo>
                    <a:pt x="14018" y="5175"/>
                  </a:lnTo>
                  <a:lnTo>
                    <a:pt x="13941" y="5291"/>
                  </a:lnTo>
                  <a:lnTo>
                    <a:pt x="13825" y="5522"/>
                  </a:lnTo>
                  <a:lnTo>
                    <a:pt x="13747" y="5831"/>
                  </a:lnTo>
                  <a:lnTo>
                    <a:pt x="13593" y="5754"/>
                  </a:lnTo>
                  <a:lnTo>
                    <a:pt x="13361" y="5677"/>
                  </a:lnTo>
                  <a:lnTo>
                    <a:pt x="13130" y="5677"/>
                  </a:lnTo>
                  <a:lnTo>
                    <a:pt x="12937" y="5715"/>
                  </a:lnTo>
                  <a:lnTo>
                    <a:pt x="12705" y="5831"/>
                  </a:lnTo>
                  <a:lnTo>
                    <a:pt x="12589" y="5947"/>
                  </a:lnTo>
                  <a:lnTo>
                    <a:pt x="12473" y="6063"/>
                  </a:lnTo>
                  <a:lnTo>
                    <a:pt x="12396" y="6217"/>
                  </a:lnTo>
                  <a:lnTo>
                    <a:pt x="12357" y="6333"/>
                  </a:lnTo>
                  <a:lnTo>
                    <a:pt x="12319" y="6526"/>
                  </a:lnTo>
                  <a:lnTo>
                    <a:pt x="12319" y="6681"/>
                  </a:lnTo>
                  <a:lnTo>
                    <a:pt x="12357" y="6835"/>
                  </a:lnTo>
                  <a:lnTo>
                    <a:pt x="12396" y="6990"/>
                  </a:lnTo>
                  <a:lnTo>
                    <a:pt x="12126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469" y="7376"/>
                  </a:lnTo>
                  <a:lnTo>
                    <a:pt x="11392" y="7530"/>
                  </a:lnTo>
                  <a:lnTo>
                    <a:pt x="11315" y="7685"/>
                  </a:lnTo>
                  <a:lnTo>
                    <a:pt x="11276" y="7839"/>
                  </a:lnTo>
                  <a:lnTo>
                    <a:pt x="11276" y="7994"/>
                  </a:lnTo>
                  <a:lnTo>
                    <a:pt x="11276" y="8148"/>
                  </a:lnTo>
                  <a:lnTo>
                    <a:pt x="11315" y="8303"/>
                  </a:lnTo>
                  <a:lnTo>
                    <a:pt x="11392" y="8457"/>
                  </a:lnTo>
                  <a:lnTo>
                    <a:pt x="11469" y="8573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20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02"/>
                  </a:lnTo>
                  <a:lnTo>
                    <a:pt x="10851" y="10233"/>
                  </a:lnTo>
                  <a:lnTo>
                    <a:pt x="10620" y="10272"/>
                  </a:lnTo>
                  <a:lnTo>
                    <a:pt x="10388" y="10388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40" y="11006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56" y="11701"/>
                  </a:lnTo>
                  <a:lnTo>
                    <a:pt x="9925" y="11739"/>
                  </a:lnTo>
                  <a:lnTo>
                    <a:pt x="9693" y="11817"/>
                  </a:lnTo>
                  <a:lnTo>
                    <a:pt x="9500" y="11971"/>
                  </a:lnTo>
                  <a:lnTo>
                    <a:pt x="9423" y="12087"/>
                  </a:lnTo>
                  <a:lnTo>
                    <a:pt x="9345" y="12203"/>
                  </a:lnTo>
                  <a:lnTo>
                    <a:pt x="9307" y="12319"/>
                  </a:lnTo>
                  <a:lnTo>
                    <a:pt x="9307" y="12473"/>
                  </a:lnTo>
                  <a:lnTo>
                    <a:pt x="9152" y="12357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689" y="12280"/>
                  </a:lnTo>
                  <a:lnTo>
                    <a:pt x="8534" y="12319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48" y="12705"/>
                  </a:lnTo>
                  <a:lnTo>
                    <a:pt x="8071" y="12550"/>
                  </a:lnTo>
                  <a:lnTo>
                    <a:pt x="7994" y="12434"/>
                  </a:lnTo>
                  <a:lnTo>
                    <a:pt x="7839" y="12319"/>
                  </a:lnTo>
                  <a:lnTo>
                    <a:pt x="7724" y="12241"/>
                  </a:lnTo>
                  <a:lnTo>
                    <a:pt x="7453" y="12164"/>
                  </a:lnTo>
                  <a:lnTo>
                    <a:pt x="7222" y="12164"/>
                  </a:lnTo>
                  <a:lnTo>
                    <a:pt x="6990" y="12241"/>
                  </a:lnTo>
                  <a:lnTo>
                    <a:pt x="6758" y="12396"/>
                  </a:lnTo>
                  <a:lnTo>
                    <a:pt x="6758" y="12048"/>
                  </a:lnTo>
                  <a:lnTo>
                    <a:pt x="6720" y="11855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488" y="11392"/>
                  </a:lnTo>
                  <a:lnTo>
                    <a:pt x="6372" y="11276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870" y="11122"/>
                  </a:lnTo>
                  <a:lnTo>
                    <a:pt x="5677" y="11160"/>
                  </a:lnTo>
                  <a:lnTo>
                    <a:pt x="5523" y="11199"/>
                  </a:lnTo>
                  <a:lnTo>
                    <a:pt x="5523" y="10967"/>
                  </a:lnTo>
                  <a:lnTo>
                    <a:pt x="5445" y="10697"/>
                  </a:lnTo>
                  <a:lnTo>
                    <a:pt x="5291" y="10504"/>
                  </a:lnTo>
                  <a:lnTo>
                    <a:pt x="5214" y="10426"/>
                  </a:lnTo>
                  <a:lnTo>
                    <a:pt x="5098" y="10349"/>
                  </a:lnTo>
                  <a:lnTo>
                    <a:pt x="4943" y="10311"/>
                  </a:lnTo>
                  <a:lnTo>
                    <a:pt x="4673" y="10311"/>
                  </a:lnTo>
                  <a:lnTo>
                    <a:pt x="4519" y="10349"/>
                  </a:lnTo>
                  <a:lnTo>
                    <a:pt x="4519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22"/>
                  </a:lnTo>
                  <a:lnTo>
                    <a:pt x="3553" y="9422"/>
                  </a:lnTo>
                  <a:lnTo>
                    <a:pt x="3399" y="9461"/>
                  </a:lnTo>
                  <a:lnTo>
                    <a:pt x="3244" y="9538"/>
                  </a:lnTo>
                  <a:lnTo>
                    <a:pt x="3128" y="9616"/>
                  </a:lnTo>
                  <a:lnTo>
                    <a:pt x="2974" y="9731"/>
                  </a:lnTo>
                  <a:lnTo>
                    <a:pt x="2974" y="9616"/>
                  </a:lnTo>
                  <a:lnTo>
                    <a:pt x="2897" y="9422"/>
                  </a:lnTo>
                  <a:lnTo>
                    <a:pt x="2742" y="9268"/>
                  </a:lnTo>
                  <a:lnTo>
                    <a:pt x="2588" y="9114"/>
                  </a:lnTo>
                  <a:lnTo>
                    <a:pt x="2433" y="9036"/>
                  </a:lnTo>
                  <a:lnTo>
                    <a:pt x="2202" y="8998"/>
                  </a:lnTo>
                  <a:lnTo>
                    <a:pt x="2009" y="8998"/>
                  </a:lnTo>
                  <a:lnTo>
                    <a:pt x="1815" y="9075"/>
                  </a:lnTo>
                  <a:lnTo>
                    <a:pt x="1661" y="9191"/>
                  </a:lnTo>
                  <a:lnTo>
                    <a:pt x="1545" y="9345"/>
                  </a:lnTo>
                  <a:lnTo>
                    <a:pt x="1429" y="9500"/>
                  </a:lnTo>
                  <a:lnTo>
                    <a:pt x="1352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889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48" y="10426"/>
                  </a:lnTo>
                  <a:lnTo>
                    <a:pt x="232" y="10581"/>
                  </a:lnTo>
                  <a:lnTo>
                    <a:pt x="78" y="10890"/>
                  </a:lnTo>
                  <a:lnTo>
                    <a:pt x="1" y="11199"/>
                  </a:lnTo>
                  <a:lnTo>
                    <a:pt x="1" y="11546"/>
                  </a:lnTo>
                  <a:lnTo>
                    <a:pt x="39" y="11894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8" y="12782"/>
                  </a:lnTo>
                  <a:lnTo>
                    <a:pt x="773" y="12898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13" y="13130"/>
                  </a:lnTo>
                  <a:lnTo>
                    <a:pt x="1700" y="13168"/>
                  </a:lnTo>
                  <a:lnTo>
                    <a:pt x="2086" y="13091"/>
                  </a:lnTo>
                  <a:lnTo>
                    <a:pt x="2472" y="12975"/>
                  </a:lnTo>
                  <a:lnTo>
                    <a:pt x="2781" y="12782"/>
                  </a:lnTo>
                  <a:lnTo>
                    <a:pt x="3090" y="12512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15" y="11932"/>
                  </a:lnTo>
                  <a:lnTo>
                    <a:pt x="3515" y="11817"/>
                  </a:lnTo>
                  <a:lnTo>
                    <a:pt x="3437" y="11739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8" y="12434"/>
                  </a:lnTo>
                  <a:lnTo>
                    <a:pt x="2317" y="12550"/>
                  </a:lnTo>
                  <a:lnTo>
                    <a:pt x="2009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20" y="12550"/>
                  </a:lnTo>
                  <a:lnTo>
                    <a:pt x="966" y="12434"/>
                  </a:lnTo>
                  <a:lnTo>
                    <a:pt x="812" y="12319"/>
                  </a:lnTo>
                  <a:lnTo>
                    <a:pt x="696" y="12203"/>
                  </a:lnTo>
                  <a:lnTo>
                    <a:pt x="580" y="12048"/>
                  </a:lnTo>
                  <a:lnTo>
                    <a:pt x="541" y="11855"/>
                  </a:lnTo>
                  <a:lnTo>
                    <a:pt x="503" y="11701"/>
                  </a:lnTo>
                  <a:lnTo>
                    <a:pt x="464" y="11546"/>
                  </a:lnTo>
                  <a:lnTo>
                    <a:pt x="464" y="11353"/>
                  </a:lnTo>
                  <a:lnTo>
                    <a:pt x="503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889" y="10620"/>
                  </a:lnTo>
                  <a:lnTo>
                    <a:pt x="1043" y="10504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00" y="10349"/>
                  </a:lnTo>
                  <a:lnTo>
                    <a:pt x="2279" y="10349"/>
                  </a:lnTo>
                  <a:lnTo>
                    <a:pt x="2588" y="10426"/>
                  </a:lnTo>
                  <a:lnTo>
                    <a:pt x="2858" y="10504"/>
                  </a:lnTo>
                  <a:lnTo>
                    <a:pt x="3128" y="10620"/>
                  </a:lnTo>
                  <a:lnTo>
                    <a:pt x="3630" y="10928"/>
                  </a:lnTo>
                  <a:lnTo>
                    <a:pt x="4132" y="11276"/>
                  </a:lnTo>
                  <a:lnTo>
                    <a:pt x="4634" y="11662"/>
                  </a:lnTo>
                  <a:lnTo>
                    <a:pt x="5523" y="12396"/>
                  </a:lnTo>
                  <a:lnTo>
                    <a:pt x="5870" y="12666"/>
                  </a:lnTo>
                  <a:lnTo>
                    <a:pt x="6256" y="12936"/>
                  </a:lnTo>
                  <a:lnTo>
                    <a:pt x="6681" y="13207"/>
                  </a:lnTo>
                  <a:lnTo>
                    <a:pt x="7106" y="13400"/>
                  </a:lnTo>
                  <a:lnTo>
                    <a:pt x="7530" y="13593"/>
                  </a:lnTo>
                  <a:lnTo>
                    <a:pt x="7994" y="13709"/>
                  </a:lnTo>
                  <a:lnTo>
                    <a:pt x="8419" y="13786"/>
                  </a:lnTo>
                  <a:lnTo>
                    <a:pt x="8921" y="13786"/>
                  </a:lnTo>
                  <a:lnTo>
                    <a:pt x="9345" y="13670"/>
                  </a:lnTo>
                  <a:lnTo>
                    <a:pt x="9693" y="13554"/>
                  </a:lnTo>
                  <a:lnTo>
                    <a:pt x="10040" y="13323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890" y="12473"/>
                  </a:lnTo>
                  <a:lnTo>
                    <a:pt x="11122" y="12087"/>
                  </a:lnTo>
                  <a:lnTo>
                    <a:pt x="11315" y="11739"/>
                  </a:lnTo>
                  <a:lnTo>
                    <a:pt x="11508" y="11199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075"/>
                  </a:lnTo>
                  <a:lnTo>
                    <a:pt x="12319" y="8573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45" y="7299"/>
                  </a:lnTo>
                  <a:lnTo>
                    <a:pt x="13632" y="6951"/>
                  </a:lnTo>
                  <a:lnTo>
                    <a:pt x="14018" y="6681"/>
                  </a:lnTo>
                  <a:lnTo>
                    <a:pt x="14443" y="6449"/>
                  </a:lnTo>
                  <a:lnTo>
                    <a:pt x="14867" y="6256"/>
                  </a:lnTo>
                  <a:lnTo>
                    <a:pt x="15331" y="6102"/>
                  </a:lnTo>
                  <a:lnTo>
                    <a:pt x="15794" y="5986"/>
                  </a:lnTo>
                  <a:lnTo>
                    <a:pt x="16296" y="5909"/>
                  </a:lnTo>
                  <a:lnTo>
                    <a:pt x="16875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08"/>
                  </a:lnTo>
                  <a:lnTo>
                    <a:pt x="21741" y="7723"/>
                  </a:lnTo>
                  <a:lnTo>
                    <a:pt x="22127" y="7762"/>
                  </a:lnTo>
                  <a:lnTo>
                    <a:pt x="22552" y="7723"/>
                  </a:lnTo>
                  <a:lnTo>
                    <a:pt x="22976" y="7646"/>
                  </a:lnTo>
                  <a:lnTo>
                    <a:pt x="23363" y="7492"/>
                  </a:lnTo>
                  <a:lnTo>
                    <a:pt x="23710" y="7260"/>
                  </a:lnTo>
                  <a:lnTo>
                    <a:pt x="24058" y="6990"/>
                  </a:lnTo>
                  <a:lnTo>
                    <a:pt x="24328" y="6642"/>
                  </a:lnTo>
                  <a:lnTo>
                    <a:pt x="24560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46" y="5059"/>
                  </a:lnTo>
                  <a:lnTo>
                    <a:pt x="24984" y="4634"/>
                  </a:lnTo>
                  <a:lnTo>
                    <a:pt x="24984" y="4171"/>
                  </a:lnTo>
                  <a:lnTo>
                    <a:pt x="24946" y="3707"/>
                  </a:lnTo>
                  <a:lnTo>
                    <a:pt x="24869" y="3283"/>
                  </a:lnTo>
                  <a:lnTo>
                    <a:pt x="24753" y="2819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45"/>
                  </a:lnTo>
                  <a:lnTo>
                    <a:pt x="24019" y="1159"/>
                  </a:lnTo>
                  <a:lnTo>
                    <a:pt x="23787" y="811"/>
                  </a:lnTo>
                  <a:lnTo>
                    <a:pt x="23942" y="348"/>
                  </a:lnTo>
                  <a:lnTo>
                    <a:pt x="23556" y="232"/>
                  </a:lnTo>
                  <a:lnTo>
                    <a:pt x="23170" y="78"/>
                  </a:lnTo>
                  <a:lnTo>
                    <a:pt x="23131" y="39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22"/>
            <p:cNvSpPr/>
            <p:nvPr/>
          </p:nvSpPr>
          <p:spPr>
            <a:xfrm>
              <a:off x="5955050" y="3275975"/>
              <a:ext cx="152550" cy="277075"/>
            </a:xfrm>
            <a:custGeom>
              <a:avLst/>
              <a:gdLst/>
              <a:ahLst/>
              <a:cxnLst/>
              <a:rect l="l" t="t" r="r" b="b"/>
              <a:pathLst>
                <a:path w="6102" h="11083" extrusionOk="0">
                  <a:moveTo>
                    <a:pt x="3553" y="0"/>
                  </a:moveTo>
                  <a:lnTo>
                    <a:pt x="3398" y="463"/>
                  </a:lnTo>
                  <a:lnTo>
                    <a:pt x="3746" y="656"/>
                  </a:lnTo>
                  <a:lnTo>
                    <a:pt x="4093" y="888"/>
                  </a:lnTo>
                  <a:lnTo>
                    <a:pt x="4364" y="1158"/>
                  </a:lnTo>
                  <a:lnTo>
                    <a:pt x="4634" y="1467"/>
                  </a:lnTo>
                  <a:lnTo>
                    <a:pt x="4866" y="1776"/>
                  </a:lnTo>
                  <a:lnTo>
                    <a:pt x="5059" y="2124"/>
                  </a:lnTo>
                  <a:lnTo>
                    <a:pt x="5213" y="2471"/>
                  </a:lnTo>
                  <a:lnTo>
                    <a:pt x="5368" y="2819"/>
                  </a:lnTo>
                  <a:lnTo>
                    <a:pt x="5445" y="3205"/>
                  </a:lnTo>
                  <a:lnTo>
                    <a:pt x="5522" y="3630"/>
                  </a:lnTo>
                  <a:lnTo>
                    <a:pt x="5561" y="4016"/>
                  </a:lnTo>
                  <a:lnTo>
                    <a:pt x="5561" y="4441"/>
                  </a:lnTo>
                  <a:lnTo>
                    <a:pt x="5561" y="4827"/>
                  </a:lnTo>
                  <a:lnTo>
                    <a:pt x="5522" y="5252"/>
                  </a:lnTo>
                  <a:lnTo>
                    <a:pt x="5406" y="5638"/>
                  </a:lnTo>
                  <a:lnTo>
                    <a:pt x="5290" y="6024"/>
                  </a:lnTo>
                  <a:lnTo>
                    <a:pt x="5136" y="6449"/>
                  </a:lnTo>
                  <a:lnTo>
                    <a:pt x="4943" y="6873"/>
                  </a:lnTo>
                  <a:lnTo>
                    <a:pt x="4711" y="7298"/>
                  </a:lnTo>
                  <a:lnTo>
                    <a:pt x="4480" y="7684"/>
                  </a:lnTo>
                  <a:lnTo>
                    <a:pt x="4209" y="8070"/>
                  </a:lnTo>
                  <a:lnTo>
                    <a:pt x="3900" y="8418"/>
                  </a:lnTo>
                  <a:lnTo>
                    <a:pt x="3591" y="8727"/>
                  </a:lnTo>
                  <a:lnTo>
                    <a:pt x="3244" y="9036"/>
                  </a:lnTo>
                  <a:lnTo>
                    <a:pt x="2896" y="9345"/>
                  </a:lnTo>
                  <a:lnTo>
                    <a:pt x="2549" y="9615"/>
                  </a:lnTo>
                  <a:lnTo>
                    <a:pt x="2124" y="9847"/>
                  </a:lnTo>
                  <a:lnTo>
                    <a:pt x="1738" y="10078"/>
                  </a:lnTo>
                  <a:lnTo>
                    <a:pt x="1313" y="10272"/>
                  </a:lnTo>
                  <a:lnTo>
                    <a:pt x="888" y="10426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7" y="11082"/>
                  </a:lnTo>
                  <a:lnTo>
                    <a:pt x="579" y="10967"/>
                  </a:lnTo>
                  <a:lnTo>
                    <a:pt x="1081" y="10851"/>
                  </a:lnTo>
                  <a:lnTo>
                    <a:pt x="1583" y="10696"/>
                  </a:lnTo>
                  <a:lnTo>
                    <a:pt x="2047" y="10465"/>
                  </a:lnTo>
                  <a:lnTo>
                    <a:pt x="2510" y="10233"/>
                  </a:lnTo>
                  <a:lnTo>
                    <a:pt x="2935" y="9963"/>
                  </a:lnTo>
                  <a:lnTo>
                    <a:pt x="3360" y="9654"/>
                  </a:lnTo>
                  <a:lnTo>
                    <a:pt x="3784" y="9306"/>
                  </a:lnTo>
                  <a:lnTo>
                    <a:pt x="4132" y="8959"/>
                  </a:lnTo>
                  <a:lnTo>
                    <a:pt x="4480" y="8572"/>
                  </a:lnTo>
                  <a:lnTo>
                    <a:pt x="4788" y="8148"/>
                  </a:lnTo>
                  <a:lnTo>
                    <a:pt x="5097" y="7723"/>
                  </a:lnTo>
                  <a:lnTo>
                    <a:pt x="5329" y="7260"/>
                  </a:lnTo>
                  <a:lnTo>
                    <a:pt x="5561" y="6796"/>
                  </a:lnTo>
                  <a:lnTo>
                    <a:pt x="5754" y="6294"/>
                  </a:lnTo>
                  <a:lnTo>
                    <a:pt x="5908" y="5792"/>
                  </a:lnTo>
                  <a:lnTo>
                    <a:pt x="5986" y="5367"/>
                  </a:lnTo>
                  <a:lnTo>
                    <a:pt x="6063" y="4943"/>
                  </a:lnTo>
                  <a:lnTo>
                    <a:pt x="6101" y="4518"/>
                  </a:lnTo>
                  <a:lnTo>
                    <a:pt x="6063" y="4093"/>
                  </a:lnTo>
                  <a:lnTo>
                    <a:pt x="6024" y="3668"/>
                  </a:lnTo>
                  <a:lnTo>
                    <a:pt x="5986" y="3244"/>
                  </a:lnTo>
                  <a:lnTo>
                    <a:pt x="5870" y="2858"/>
                  </a:lnTo>
                  <a:lnTo>
                    <a:pt x="5715" y="2433"/>
                  </a:lnTo>
                  <a:lnTo>
                    <a:pt x="5561" y="2047"/>
                  </a:lnTo>
                  <a:lnTo>
                    <a:pt x="5368" y="1699"/>
                  </a:lnTo>
                  <a:lnTo>
                    <a:pt x="5136" y="1352"/>
                  </a:lnTo>
                  <a:lnTo>
                    <a:pt x="4866" y="1043"/>
                  </a:lnTo>
                  <a:lnTo>
                    <a:pt x="4595" y="734"/>
                  </a:lnTo>
                  <a:lnTo>
                    <a:pt x="4286" y="463"/>
                  </a:lnTo>
                  <a:lnTo>
                    <a:pt x="3939" y="232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22"/>
            <p:cNvSpPr/>
            <p:nvPr/>
          </p:nvSpPr>
          <p:spPr>
            <a:xfrm>
              <a:off x="369400" y="3292375"/>
              <a:ext cx="35750" cy="31875"/>
            </a:xfrm>
            <a:custGeom>
              <a:avLst/>
              <a:gdLst/>
              <a:ahLst/>
              <a:cxnLst/>
              <a:rect l="l" t="t" r="r" b="b"/>
              <a:pathLst>
                <a:path w="1430" h="1275" extrusionOk="0">
                  <a:moveTo>
                    <a:pt x="618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1"/>
                  </a:lnTo>
                  <a:lnTo>
                    <a:pt x="39" y="464"/>
                  </a:lnTo>
                  <a:lnTo>
                    <a:pt x="1" y="657"/>
                  </a:lnTo>
                  <a:lnTo>
                    <a:pt x="39" y="850"/>
                  </a:lnTo>
                  <a:lnTo>
                    <a:pt x="116" y="1004"/>
                  </a:lnTo>
                  <a:lnTo>
                    <a:pt x="271" y="1159"/>
                  </a:lnTo>
                  <a:lnTo>
                    <a:pt x="425" y="1236"/>
                  </a:lnTo>
                  <a:lnTo>
                    <a:pt x="618" y="1275"/>
                  </a:lnTo>
                  <a:lnTo>
                    <a:pt x="812" y="1236"/>
                  </a:lnTo>
                  <a:lnTo>
                    <a:pt x="850" y="1198"/>
                  </a:lnTo>
                  <a:lnTo>
                    <a:pt x="889" y="1120"/>
                  </a:lnTo>
                  <a:lnTo>
                    <a:pt x="812" y="1043"/>
                  </a:lnTo>
                  <a:lnTo>
                    <a:pt x="734" y="1004"/>
                  </a:lnTo>
                  <a:lnTo>
                    <a:pt x="657" y="1004"/>
                  </a:lnTo>
                  <a:lnTo>
                    <a:pt x="541" y="966"/>
                  </a:lnTo>
                  <a:lnTo>
                    <a:pt x="464" y="889"/>
                  </a:lnTo>
                  <a:lnTo>
                    <a:pt x="425" y="811"/>
                  </a:lnTo>
                  <a:lnTo>
                    <a:pt x="387" y="696"/>
                  </a:lnTo>
                  <a:lnTo>
                    <a:pt x="425" y="618"/>
                  </a:lnTo>
                  <a:lnTo>
                    <a:pt x="464" y="502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812" y="387"/>
                  </a:lnTo>
                  <a:lnTo>
                    <a:pt x="927" y="464"/>
                  </a:lnTo>
                  <a:lnTo>
                    <a:pt x="1082" y="618"/>
                  </a:lnTo>
                  <a:lnTo>
                    <a:pt x="1198" y="657"/>
                  </a:lnTo>
                  <a:lnTo>
                    <a:pt x="1275" y="696"/>
                  </a:lnTo>
                  <a:lnTo>
                    <a:pt x="1352" y="696"/>
                  </a:lnTo>
                  <a:lnTo>
                    <a:pt x="1391" y="657"/>
                  </a:lnTo>
                  <a:lnTo>
                    <a:pt x="1429" y="541"/>
                  </a:lnTo>
                  <a:lnTo>
                    <a:pt x="1391" y="464"/>
                  </a:lnTo>
                  <a:lnTo>
                    <a:pt x="1352" y="348"/>
                  </a:lnTo>
                  <a:lnTo>
                    <a:pt x="1198" y="194"/>
                  </a:lnTo>
                  <a:lnTo>
                    <a:pt x="1005" y="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22"/>
            <p:cNvSpPr/>
            <p:nvPr/>
          </p:nvSpPr>
          <p:spPr>
            <a:xfrm>
              <a:off x="6549700" y="3335825"/>
              <a:ext cx="85000" cy="94625"/>
            </a:xfrm>
            <a:custGeom>
              <a:avLst/>
              <a:gdLst/>
              <a:ahLst/>
              <a:cxnLst/>
              <a:rect l="l" t="t" r="r" b="b"/>
              <a:pathLst>
                <a:path w="3400" h="3785" extrusionOk="0">
                  <a:moveTo>
                    <a:pt x="78" y="0"/>
                  </a:moveTo>
                  <a:lnTo>
                    <a:pt x="1" y="77"/>
                  </a:lnTo>
                  <a:lnTo>
                    <a:pt x="1" y="116"/>
                  </a:lnTo>
                  <a:lnTo>
                    <a:pt x="349" y="888"/>
                  </a:lnTo>
                  <a:lnTo>
                    <a:pt x="812" y="1661"/>
                  </a:lnTo>
                  <a:lnTo>
                    <a:pt x="1275" y="2394"/>
                  </a:lnTo>
                  <a:lnTo>
                    <a:pt x="1739" y="3089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4"/>
                  </a:lnTo>
                  <a:lnTo>
                    <a:pt x="3013" y="3707"/>
                  </a:lnTo>
                  <a:lnTo>
                    <a:pt x="3206" y="3591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89"/>
                  </a:lnTo>
                  <a:lnTo>
                    <a:pt x="3399" y="2896"/>
                  </a:lnTo>
                  <a:lnTo>
                    <a:pt x="3360" y="2703"/>
                  </a:lnTo>
                  <a:lnTo>
                    <a:pt x="3283" y="2510"/>
                  </a:lnTo>
                  <a:lnTo>
                    <a:pt x="3129" y="2163"/>
                  </a:lnTo>
                  <a:lnTo>
                    <a:pt x="2936" y="2240"/>
                  </a:lnTo>
                  <a:lnTo>
                    <a:pt x="3052" y="2587"/>
                  </a:lnTo>
                  <a:lnTo>
                    <a:pt x="3090" y="2742"/>
                  </a:lnTo>
                  <a:lnTo>
                    <a:pt x="3129" y="2858"/>
                  </a:lnTo>
                  <a:lnTo>
                    <a:pt x="2897" y="3012"/>
                  </a:lnTo>
                  <a:lnTo>
                    <a:pt x="2665" y="3128"/>
                  </a:lnTo>
                  <a:lnTo>
                    <a:pt x="2511" y="3205"/>
                  </a:lnTo>
                  <a:lnTo>
                    <a:pt x="2318" y="3205"/>
                  </a:lnTo>
                  <a:lnTo>
                    <a:pt x="2202" y="3167"/>
                  </a:lnTo>
                  <a:lnTo>
                    <a:pt x="2048" y="3089"/>
                  </a:lnTo>
                  <a:lnTo>
                    <a:pt x="1932" y="2935"/>
                  </a:lnTo>
                  <a:lnTo>
                    <a:pt x="1855" y="2742"/>
                  </a:lnTo>
                  <a:lnTo>
                    <a:pt x="1700" y="2510"/>
                  </a:lnTo>
                  <a:lnTo>
                    <a:pt x="1082" y="1506"/>
                  </a:lnTo>
                  <a:lnTo>
                    <a:pt x="619" y="772"/>
                  </a:lnTo>
                  <a:lnTo>
                    <a:pt x="387" y="386"/>
                  </a:lnTo>
                  <a:lnTo>
                    <a:pt x="117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22"/>
            <p:cNvSpPr/>
            <p:nvPr/>
          </p:nvSpPr>
          <p:spPr>
            <a:xfrm>
              <a:off x="2268300" y="338120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70"/>
                  </a:lnTo>
                  <a:lnTo>
                    <a:pt x="1120" y="463"/>
                  </a:lnTo>
                  <a:lnTo>
                    <a:pt x="850" y="656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64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90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68"/>
                  </a:lnTo>
                  <a:lnTo>
                    <a:pt x="502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815"/>
                  </a:lnTo>
                  <a:lnTo>
                    <a:pt x="888" y="1583"/>
                  </a:lnTo>
                  <a:lnTo>
                    <a:pt x="1043" y="1352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92" y="656"/>
                  </a:lnTo>
                  <a:lnTo>
                    <a:pt x="2124" y="579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5"/>
                  </a:lnTo>
                  <a:lnTo>
                    <a:pt x="3514" y="1158"/>
                  </a:lnTo>
                  <a:lnTo>
                    <a:pt x="3591" y="1390"/>
                  </a:lnTo>
                  <a:lnTo>
                    <a:pt x="3668" y="1660"/>
                  </a:lnTo>
                  <a:lnTo>
                    <a:pt x="4132" y="1583"/>
                  </a:lnTo>
                  <a:lnTo>
                    <a:pt x="4016" y="1197"/>
                  </a:lnTo>
                  <a:lnTo>
                    <a:pt x="3823" y="811"/>
                  </a:lnTo>
                  <a:lnTo>
                    <a:pt x="3630" y="541"/>
                  </a:lnTo>
                  <a:lnTo>
                    <a:pt x="3398" y="270"/>
                  </a:lnTo>
                  <a:lnTo>
                    <a:pt x="3244" y="193"/>
                  </a:lnTo>
                  <a:lnTo>
                    <a:pt x="3089" y="116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22"/>
            <p:cNvSpPr/>
            <p:nvPr/>
          </p:nvSpPr>
          <p:spPr>
            <a:xfrm>
              <a:off x="2133125" y="3382150"/>
              <a:ext cx="437350" cy="302200"/>
            </a:xfrm>
            <a:custGeom>
              <a:avLst/>
              <a:gdLst/>
              <a:ahLst/>
              <a:cxnLst/>
              <a:rect l="l" t="t" r="r" b="b"/>
              <a:pathLst>
                <a:path w="17494" h="12088" extrusionOk="0">
                  <a:moveTo>
                    <a:pt x="12087" y="541"/>
                  </a:moveTo>
                  <a:lnTo>
                    <a:pt x="12203" y="580"/>
                  </a:lnTo>
                  <a:lnTo>
                    <a:pt x="12319" y="657"/>
                  </a:lnTo>
                  <a:lnTo>
                    <a:pt x="12628" y="889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93"/>
                  </a:lnTo>
                  <a:lnTo>
                    <a:pt x="13478" y="2279"/>
                  </a:lnTo>
                  <a:lnTo>
                    <a:pt x="13632" y="2665"/>
                  </a:lnTo>
                  <a:lnTo>
                    <a:pt x="13825" y="3476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511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3" y="1738"/>
                  </a:lnTo>
                  <a:lnTo>
                    <a:pt x="11508" y="1429"/>
                  </a:lnTo>
                  <a:lnTo>
                    <a:pt x="11431" y="1082"/>
                  </a:lnTo>
                  <a:lnTo>
                    <a:pt x="11663" y="734"/>
                  </a:lnTo>
                  <a:lnTo>
                    <a:pt x="11779" y="618"/>
                  </a:lnTo>
                  <a:lnTo>
                    <a:pt x="11856" y="541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90" y="1738"/>
                  </a:lnTo>
                  <a:lnTo>
                    <a:pt x="16567" y="1854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704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6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700"/>
                  </a:lnTo>
                  <a:lnTo>
                    <a:pt x="16103" y="1622"/>
                  </a:lnTo>
                  <a:close/>
                  <a:moveTo>
                    <a:pt x="13864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52"/>
                  </a:lnTo>
                  <a:lnTo>
                    <a:pt x="12667" y="5484"/>
                  </a:lnTo>
                  <a:lnTo>
                    <a:pt x="12165" y="5793"/>
                  </a:lnTo>
                  <a:lnTo>
                    <a:pt x="11894" y="5909"/>
                  </a:lnTo>
                  <a:lnTo>
                    <a:pt x="11624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8" y="5291"/>
                  </a:lnTo>
                  <a:lnTo>
                    <a:pt x="11122" y="5098"/>
                  </a:lnTo>
                  <a:lnTo>
                    <a:pt x="11277" y="4982"/>
                  </a:lnTo>
                  <a:lnTo>
                    <a:pt x="11547" y="4750"/>
                  </a:lnTo>
                  <a:lnTo>
                    <a:pt x="11817" y="4673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2" y="5407"/>
                  </a:lnTo>
                  <a:lnTo>
                    <a:pt x="16412" y="5677"/>
                  </a:lnTo>
                  <a:lnTo>
                    <a:pt x="16644" y="6025"/>
                  </a:lnTo>
                  <a:lnTo>
                    <a:pt x="16876" y="6333"/>
                  </a:lnTo>
                  <a:lnTo>
                    <a:pt x="16992" y="6681"/>
                  </a:lnTo>
                  <a:lnTo>
                    <a:pt x="16992" y="6835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374" y="7337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835"/>
                  </a:lnTo>
                  <a:lnTo>
                    <a:pt x="15370" y="6565"/>
                  </a:lnTo>
                  <a:lnTo>
                    <a:pt x="15061" y="6179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78"/>
                  </a:lnTo>
                  <a:lnTo>
                    <a:pt x="11470" y="116"/>
                  </a:lnTo>
                  <a:lnTo>
                    <a:pt x="11354" y="232"/>
                  </a:lnTo>
                  <a:lnTo>
                    <a:pt x="11161" y="425"/>
                  </a:lnTo>
                  <a:lnTo>
                    <a:pt x="11006" y="618"/>
                  </a:lnTo>
                  <a:lnTo>
                    <a:pt x="10929" y="812"/>
                  </a:lnTo>
                  <a:lnTo>
                    <a:pt x="10929" y="1043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700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2" y="2742"/>
                  </a:lnTo>
                  <a:lnTo>
                    <a:pt x="12396" y="3090"/>
                  </a:lnTo>
                  <a:lnTo>
                    <a:pt x="12860" y="3437"/>
                  </a:lnTo>
                  <a:lnTo>
                    <a:pt x="12860" y="3437"/>
                  </a:lnTo>
                  <a:lnTo>
                    <a:pt x="12049" y="3322"/>
                  </a:lnTo>
                  <a:lnTo>
                    <a:pt x="11199" y="3283"/>
                  </a:lnTo>
                  <a:lnTo>
                    <a:pt x="10388" y="3360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45"/>
                  </a:lnTo>
                  <a:lnTo>
                    <a:pt x="9075" y="1622"/>
                  </a:lnTo>
                  <a:lnTo>
                    <a:pt x="9153" y="2124"/>
                  </a:lnTo>
                  <a:lnTo>
                    <a:pt x="9153" y="2626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630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50"/>
                  </a:lnTo>
                  <a:lnTo>
                    <a:pt x="5832" y="5252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51"/>
                  </a:lnTo>
                  <a:lnTo>
                    <a:pt x="3090" y="7724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56"/>
                  </a:lnTo>
                  <a:lnTo>
                    <a:pt x="542" y="10967"/>
                  </a:lnTo>
                  <a:lnTo>
                    <a:pt x="1" y="11817"/>
                  </a:lnTo>
                  <a:lnTo>
                    <a:pt x="349" y="12087"/>
                  </a:lnTo>
                  <a:lnTo>
                    <a:pt x="1546" y="10542"/>
                  </a:lnTo>
                  <a:lnTo>
                    <a:pt x="2743" y="8998"/>
                  </a:lnTo>
                  <a:lnTo>
                    <a:pt x="3360" y="8226"/>
                  </a:lnTo>
                  <a:lnTo>
                    <a:pt x="4017" y="7531"/>
                  </a:lnTo>
                  <a:lnTo>
                    <a:pt x="4712" y="6835"/>
                  </a:lnTo>
                  <a:lnTo>
                    <a:pt x="5484" y="6179"/>
                  </a:lnTo>
                  <a:lnTo>
                    <a:pt x="6257" y="5600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8" y="4441"/>
                  </a:lnTo>
                  <a:lnTo>
                    <a:pt x="8921" y="4287"/>
                  </a:lnTo>
                  <a:lnTo>
                    <a:pt x="9423" y="4132"/>
                  </a:lnTo>
                  <a:lnTo>
                    <a:pt x="9886" y="4017"/>
                  </a:lnTo>
                  <a:lnTo>
                    <a:pt x="10388" y="3939"/>
                  </a:lnTo>
                  <a:lnTo>
                    <a:pt x="10852" y="3862"/>
                  </a:lnTo>
                  <a:lnTo>
                    <a:pt x="11354" y="3823"/>
                  </a:lnTo>
                  <a:lnTo>
                    <a:pt x="11856" y="3823"/>
                  </a:lnTo>
                  <a:lnTo>
                    <a:pt x="12358" y="3862"/>
                  </a:lnTo>
                  <a:lnTo>
                    <a:pt x="12860" y="3939"/>
                  </a:lnTo>
                  <a:lnTo>
                    <a:pt x="12358" y="4017"/>
                  </a:lnTo>
                  <a:lnTo>
                    <a:pt x="11856" y="4132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712"/>
                  </a:lnTo>
                  <a:lnTo>
                    <a:pt x="10697" y="4866"/>
                  </a:lnTo>
                  <a:lnTo>
                    <a:pt x="10543" y="5098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86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3"/>
                  </a:lnTo>
                  <a:lnTo>
                    <a:pt x="11006" y="6449"/>
                  </a:lnTo>
                  <a:lnTo>
                    <a:pt x="11585" y="6449"/>
                  </a:lnTo>
                  <a:lnTo>
                    <a:pt x="11894" y="6372"/>
                  </a:lnTo>
                  <a:lnTo>
                    <a:pt x="12165" y="6295"/>
                  </a:lnTo>
                  <a:lnTo>
                    <a:pt x="12628" y="6063"/>
                  </a:lnTo>
                  <a:lnTo>
                    <a:pt x="13053" y="5831"/>
                  </a:lnTo>
                  <a:lnTo>
                    <a:pt x="13439" y="5523"/>
                  </a:lnTo>
                  <a:lnTo>
                    <a:pt x="13400" y="5561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47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876" y="7878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6"/>
                  </a:lnTo>
                  <a:lnTo>
                    <a:pt x="17378" y="7531"/>
                  </a:lnTo>
                  <a:lnTo>
                    <a:pt x="17416" y="7415"/>
                  </a:lnTo>
                  <a:lnTo>
                    <a:pt x="17455" y="7260"/>
                  </a:lnTo>
                  <a:lnTo>
                    <a:pt x="17494" y="6951"/>
                  </a:lnTo>
                  <a:lnTo>
                    <a:pt x="17416" y="6642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827"/>
                  </a:lnTo>
                  <a:lnTo>
                    <a:pt x="16026" y="4634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39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90"/>
                  </a:lnTo>
                  <a:lnTo>
                    <a:pt x="16914" y="2897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6" y="2202"/>
                  </a:lnTo>
                  <a:lnTo>
                    <a:pt x="17107" y="1931"/>
                  </a:lnTo>
                  <a:lnTo>
                    <a:pt x="17069" y="1700"/>
                  </a:lnTo>
                  <a:lnTo>
                    <a:pt x="16914" y="1507"/>
                  </a:lnTo>
                  <a:lnTo>
                    <a:pt x="16760" y="1352"/>
                  </a:lnTo>
                  <a:lnTo>
                    <a:pt x="16567" y="1236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75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80" y="2472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89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55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22"/>
            <p:cNvSpPr/>
            <p:nvPr/>
          </p:nvSpPr>
          <p:spPr>
            <a:xfrm>
              <a:off x="2737450" y="3395675"/>
              <a:ext cx="459550" cy="296375"/>
            </a:xfrm>
            <a:custGeom>
              <a:avLst/>
              <a:gdLst/>
              <a:ahLst/>
              <a:cxnLst/>
              <a:rect l="l" t="t" r="r" b="b"/>
              <a:pathLst>
                <a:path w="18382" h="11855" extrusionOk="0">
                  <a:moveTo>
                    <a:pt x="17648" y="2935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8"/>
                  </a:lnTo>
                  <a:lnTo>
                    <a:pt x="17880" y="3321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39"/>
                  </a:lnTo>
                  <a:lnTo>
                    <a:pt x="17648" y="4132"/>
                  </a:lnTo>
                  <a:lnTo>
                    <a:pt x="17300" y="4402"/>
                  </a:lnTo>
                  <a:lnTo>
                    <a:pt x="17030" y="4595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3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4"/>
                  </a:lnTo>
                  <a:lnTo>
                    <a:pt x="16528" y="3514"/>
                  </a:lnTo>
                  <a:lnTo>
                    <a:pt x="16721" y="3282"/>
                  </a:lnTo>
                  <a:lnTo>
                    <a:pt x="16953" y="3128"/>
                  </a:lnTo>
                  <a:lnTo>
                    <a:pt x="17223" y="2974"/>
                  </a:lnTo>
                  <a:lnTo>
                    <a:pt x="17493" y="2935"/>
                  </a:lnTo>
                  <a:close/>
                  <a:moveTo>
                    <a:pt x="14211" y="4866"/>
                  </a:moveTo>
                  <a:lnTo>
                    <a:pt x="14481" y="4904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29"/>
                  </a:lnTo>
                  <a:lnTo>
                    <a:pt x="14752" y="5522"/>
                  </a:lnTo>
                  <a:lnTo>
                    <a:pt x="14288" y="5677"/>
                  </a:lnTo>
                  <a:lnTo>
                    <a:pt x="14018" y="5715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599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6"/>
                  </a:lnTo>
                  <a:lnTo>
                    <a:pt x="13169" y="5020"/>
                  </a:lnTo>
                  <a:lnTo>
                    <a:pt x="13323" y="4943"/>
                  </a:lnTo>
                  <a:lnTo>
                    <a:pt x="13555" y="4904"/>
                  </a:lnTo>
                  <a:lnTo>
                    <a:pt x="13864" y="4866"/>
                  </a:lnTo>
                  <a:close/>
                  <a:moveTo>
                    <a:pt x="15756" y="5522"/>
                  </a:moveTo>
                  <a:lnTo>
                    <a:pt x="16374" y="5831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3"/>
                  </a:lnTo>
                  <a:lnTo>
                    <a:pt x="17571" y="6912"/>
                  </a:lnTo>
                  <a:lnTo>
                    <a:pt x="17609" y="7067"/>
                  </a:lnTo>
                  <a:lnTo>
                    <a:pt x="17609" y="7221"/>
                  </a:lnTo>
                  <a:lnTo>
                    <a:pt x="17609" y="7453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3"/>
                  </a:lnTo>
                  <a:lnTo>
                    <a:pt x="17146" y="7723"/>
                  </a:lnTo>
                  <a:lnTo>
                    <a:pt x="16953" y="7685"/>
                  </a:lnTo>
                  <a:lnTo>
                    <a:pt x="16798" y="7607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6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1"/>
                  </a:lnTo>
                  <a:lnTo>
                    <a:pt x="15756" y="5522"/>
                  </a:lnTo>
                  <a:close/>
                  <a:moveTo>
                    <a:pt x="4944" y="464"/>
                  </a:moveTo>
                  <a:lnTo>
                    <a:pt x="5561" y="502"/>
                  </a:lnTo>
                  <a:lnTo>
                    <a:pt x="6141" y="657"/>
                  </a:lnTo>
                  <a:lnTo>
                    <a:pt x="6681" y="888"/>
                  </a:lnTo>
                  <a:lnTo>
                    <a:pt x="7222" y="1197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4"/>
                  </a:lnTo>
                  <a:lnTo>
                    <a:pt x="8766" y="2781"/>
                  </a:lnTo>
                  <a:lnTo>
                    <a:pt x="9037" y="3205"/>
                  </a:lnTo>
                  <a:lnTo>
                    <a:pt x="9268" y="3669"/>
                  </a:lnTo>
                  <a:lnTo>
                    <a:pt x="9693" y="4595"/>
                  </a:lnTo>
                  <a:lnTo>
                    <a:pt x="10079" y="5522"/>
                  </a:lnTo>
                  <a:lnTo>
                    <a:pt x="10272" y="5908"/>
                  </a:lnTo>
                  <a:lnTo>
                    <a:pt x="10504" y="6294"/>
                  </a:lnTo>
                  <a:lnTo>
                    <a:pt x="10736" y="6642"/>
                  </a:lnTo>
                  <a:lnTo>
                    <a:pt x="11006" y="6912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0"/>
                  </a:lnTo>
                  <a:lnTo>
                    <a:pt x="13207" y="7492"/>
                  </a:lnTo>
                  <a:lnTo>
                    <a:pt x="13516" y="7414"/>
                  </a:lnTo>
                  <a:lnTo>
                    <a:pt x="13825" y="7260"/>
                  </a:lnTo>
                  <a:lnTo>
                    <a:pt x="14095" y="7105"/>
                  </a:lnTo>
                  <a:lnTo>
                    <a:pt x="14366" y="6951"/>
                  </a:lnTo>
                  <a:lnTo>
                    <a:pt x="14597" y="6719"/>
                  </a:lnTo>
                  <a:lnTo>
                    <a:pt x="14829" y="6488"/>
                  </a:lnTo>
                  <a:lnTo>
                    <a:pt x="14404" y="7221"/>
                  </a:lnTo>
                  <a:lnTo>
                    <a:pt x="13941" y="7878"/>
                  </a:lnTo>
                  <a:lnTo>
                    <a:pt x="13439" y="8534"/>
                  </a:lnTo>
                  <a:lnTo>
                    <a:pt x="12860" y="9113"/>
                  </a:lnTo>
                  <a:lnTo>
                    <a:pt x="12242" y="9615"/>
                  </a:lnTo>
                  <a:lnTo>
                    <a:pt x="11547" y="10079"/>
                  </a:lnTo>
                  <a:lnTo>
                    <a:pt x="10813" y="10503"/>
                  </a:lnTo>
                  <a:lnTo>
                    <a:pt x="10041" y="10812"/>
                  </a:lnTo>
                  <a:lnTo>
                    <a:pt x="9462" y="11005"/>
                  </a:lnTo>
                  <a:lnTo>
                    <a:pt x="8882" y="11160"/>
                  </a:lnTo>
                  <a:lnTo>
                    <a:pt x="8303" y="11276"/>
                  </a:lnTo>
                  <a:lnTo>
                    <a:pt x="7724" y="11314"/>
                  </a:lnTo>
                  <a:lnTo>
                    <a:pt x="7145" y="11353"/>
                  </a:lnTo>
                  <a:lnTo>
                    <a:pt x="6604" y="11314"/>
                  </a:lnTo>
                  <a:lnTo>
                    <a:pt x="6025" y="11237"/>
                  </a:lnTo>
                  <a:lnTo>
                    <a:pt x="5484" y="11121"/>
                  </a:lnTo>
                  <a:lnTo>
                    <a:pt x="4944" y="10967"/>
                  </a:lnTo>
                  <a:lnTo>
                    <a:pt x="4442" y="10735"/>
                  </a:lnTo>
                  <a:lnTo>
                    <a:pt x="3940" y="10503"/>
                  </a:lnTo>
                  <a:lnTo>
                    <a:pt x="3476" y="10195"/>
                  </a:lnTo>
                  <a:lnTo>
                    <a:pt x="3013" y="9847"/>
                  </a:lnTo>
                  <a:lnTo>
                    <a:pt x="2549" y="9461"/>
                  </a:lnTo>
                  <a:lnTo>
                    <a:pt x="2163" y="9036"/>
                  </a:lnTo>
                  <a:lnTo>
                    <a:pt x="1777" y="8573"/>
                  </a:lnTo>
                  <a:lnTo>
                    <a:pt x="1430" y="8032"/>
                  </a:lnTo>
                  <a:lnTo>
                    <a:pt x="1121" y="7492"/>
                  </a:lnTo>
                  <a:lnTo>
                    <a:pt x="850" y="6912"/>
                  </a:lnTo>
                  <a:lnTo>
                    <a:pt x="657" y="6333"/>
                  </a:lnTo>
                  <a:lnTo>
                    <a:pt x="503" y="5754"/>
                  </a:lnTo>
                  <a:lnTo>
                    <a:pt x="426" y="5136"/>
                  </a:lnTo>
                  <a:lnTo>
                    <a:pt x="426" y="4518"/>
                  </a:lnTo>
                  <a:lnTo>
                    <a:pt x="503" y="3862"/>
                  </a:lnTo>
                  <a:lnTo>
                    <a:pt x="696" y="3282"/>
                  </a:lnTo>
                  <a:lnTo>
                    <a:pt x="928" y="2742"/>
                  </a:lnTo>
                  <a:lnTo>
                    <a:pt x="1275" y="2240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79"/>
                  </a:lnTo>
                  <a:lnTo>
                    <a:pt x="4326" y="464"/>
                  </a:lnTo>
                  <a:close/>
                  <a:moveTo>
                    <a:pt x="4519" y="0"/>
                  </a:moveTo>
                  <a:lnTo>
                    <a:pt x="4249" y="39"/>
                  </a:lnTo>
                  <a:lnTo>
                    <a:pt x="3901" y="77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5"/>
                  </a:lnTo>
                  <a:lnTo>
                    <a:pt x="2472" y="579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3"/>
                  </a:lnTo>
                  <a:lnTo>
                    <a:pt x="1082" y="1699"/>
                  </a:lnTo>
                  <a:lnTo>
                    <a:pt x="773" y="2163"/>
                  </a:lnTo>
                  <a:lnTo>
                    <a:pt x="503" y="2626"/>
                  </a:lnTo>
                  <a:lnTo>
                    <a:pt x="310" y="3089"/>
                  </a:lnTo>
                  <a:lnTo>
                    <a:pt x="155" y="3591"/>
                  </a:lnTo>
                  <a:lnTo>
                    <a:pt x="40" y="4093"/>
                  </a:lnTo>
                  <a:lnTo>
                    <a:pt x="1" y="4595"/>
                  </a:lnTo>
                  <a:lnTo>
                    <a:pt x="1" y="5136"/>
                  </a:lnTo>
                  <a:lnTo>
                    <a:pt x="78" y="5638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8"/>
                  </a:lnTo>
                  <a:lnTo>
                    <a:pt x="1237" y="8611"/>
                  </a:lnTo>
                  <a:lnTo>
                    <a:pt x="1545" y="9036"/>
                  </a:lnTo>
                  <a:lnTo>
                    <a:pt x="2009" y="9577"/>
                  </a:lnTo>
                  <a:lnTo>
                    <a:pt x="2472" y="10040"/>
                  </a:lnTo>
                  <a:lnTo>
                    <a:pt x="2974" y="10426"/>
                  </a:lnTo>
                  <a:lnTo>
                    <a:pt x="3476" y="10812"/>
                  </a:lnTo>
                  <a:lnTo>
                    <a:pt x="4055" y="11083"/>
                  </a:lnTo>
                  <a:lnTo>
                    <a:pt x="4596" y="11353"/>
                  </a:lnTo>
                  <a:lnTo>
                    <a:pt x="5214" y="11546"/>
                  </a:lnTo>
                  <a:lnTo>
                    <a:pt x="5832" y="11701"/>
                  </a:lnTo>
                  <a:lnTo>
                    <a:pt x="5870" y="11855"/>
                  </a:lnTo>
                  <a:lnTo>
                    <a:pt x="6218" y="11778"/>
                  </a:lnTo>
                  <a:lnTo>
                    <a:pt x="7029" y="11816"/>
                  </a:lnTo>
                  <a:lnTo>
                    <a:pt x="7840" y="11816"/>
                  </a:lnTo>
                  <a:lnTo>
                    <a:pt x="8689" y="11701"/>
                  </a:lnTo>
                  <a:lnTo>
                    <a:pt x="9539" y="11507"/>
                  </a:lnTo>
                  <a:lnTo>
                    <a:pt x="10272" y="11237"/>
                  </a:lnTo>
                  <a:lnTo>
                    <a:pt x="11006" y="10928"/>
                  </a:lnTo>
                  <a:lnTo>
                    <a:pt x="11315" y="10812"/>
                  </a:lnTo>
                  <a:lnTo>
                    <a:pt x="11315" y="10774"/>
                  </a:lnTo>
                  <a:lnTo>
                    <a:pt x="12049" y="10349"/>
                  </a:lnTo>
                  <a:lnTo>
                    <a:pt x="12705" y="9847"/>
                  </a:lnTo>
                  <a:lnTo>
                    <a:pt x="13362" y="9306"/>
                  </a:lnTo>
                  <a:lnTo>
                    <a:pt x="13941" y="8689"/>
                  </a:lnTo>
                  <a:lnTo>
                    <a:pt x="14481" y="8032"/>
                  </a:lnTo>
                  <a:lnTo>
                    <a:pt x="14713" y="7685"/>
                  </a:lnTo>
                  <a:lnTo>
                    <a:pt x="14906" y="7298"/>
                  </a:lnTo>
                  <a:lnTo>
                    <a:pt x="15099" y="6951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19"/>
                  </a:lnTo>
                  <a:lnTo>
                    <a:pt x="15987" y="7144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6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2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3"/>
                  </a:lnTo>
                  <a:lnTo>
                    <a:pt x="18034" y="7260"/>
                  </a:lnTo>
                  <a:lnTo>
                    <a:pt x="17995" y="7028"/>
                  </a:lnTo>
                  <a:lnTo>
                    <a:pt x="17918" y="6835"/>
                  </a:lnTo>
                  <a:lnTo>
                    <a:pt x="17841" y="6642"/>
                  </a:lnTo>
                  <a:lnTo>
                    <a:pt x="17725" y="6449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5"/>
                  </a:lnTo>
                  <a:lnTo>
                    <a:pt x="16567" y="5445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1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3"/>
                  </a:lnTo>
                  <a:lnTo>
                    <a:pt x="18343" y="3553"/>
                  </a:lnTo>
                  <a:lnTo>
                    <a:pt x="18382" y="3321"/>
                  </a:lnTo>
                  <a:lnTo>
                    <a:pt x="18343" y="3089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3"/>
                  </a:lnTo>
                  <a:lnTo>
                    <a:pt x="17841" y="2587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7"/>
                  </a:lnTo>
                  <a:lnTo>
                    <a:pt x="16953" y="2703"/>
                  </a:lnTo>
                  <a:lnTo>
                    <a:pt x="16760" y="2781"/>
                  </a:lnTo>
                  <a:lnTo>
                    <a:pt x="16567" y="2935"/>
                  </a:lnTo>
                  <a:lnTo>
                    <a:pt x="16412" y="3089"/>
                  </a:lnTo>
                  <a:lnTo>
                    <a:pt x="16258" y="3282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0"/>
                  </a:lnTo>
                  <a:lnTo>
                    <a:pt x="15524" y="5020"/>
                  </a:lnTo>
                  <a:lnTo>
                    <a:pt x="15099" y="4788"/>
                  </a:lnTo>
                  <a:lnTo>
                    <a:pt x="14675" y="4634"/>
                  </a:lnTo>
                  <a:lnTo>
                    <a:pt x="14211" y="4518"/>
                  </a:lnTo>
                  <a:lnTo>
                    <a:pt x="13748" y="4518"/>
                  </a:lnTo>
                  <a:lnTo>
                    <a:pt x="13362" y="4595"/>
                  </a:lnTo>
                  <a:lnTo>
                    <a:pt x="13169" y="4634"/>
                  </a:lnTo>
                  <a:lnTo>
                    <a:pt x="12975" y="4711"/>
                  </a:lnTo>
                  <a:lnTo>
                    <a:pt x="12782" y="4788"/>
                  </a:lnTo>
                  <a:lnTo>
                    <a:pt x="12628" y="4943"/>
                  </a:lnTo>
                  <a:lnTo>
                    <a:pt x="12512" y="5097"/>
                  </a:lnTo>
                  <a:lnTo>
                    <a:pt x="12435" y="5252"/>
                  </a:lnTo>
                  <a:lnTo>
                    <a:pt x="12396" y="5445"/>
                  </a:lnTo>
                  <a:lnTo>
                    <a:pt x="12473" y="5638"/>
                  </a:lnTo>
                  <a:lnTo>
                    <a:pt x="12551" y="5792"/>
                  </a:lnTo>
                  <a:lnTo>
                    <a:pt x="12705" y="5908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0"/>
                  </a:lnTo>
                  <a:lnTo>
                    <a:pt x="13786" y="6140"/>
                  </a:lnTo>
                  <a:lnTo>
                    <a:pt x="14134" y="6101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19"/>
                  </a:lnTo>
                  <a:lnTo>
                    <a:pt x="13671" y="6835"/>
                  </a:lnTo>
                  <a:lnTo>
                    <a:pt x="13439" y="6951"/>
                  </a:lnTo>
                  <a:lnTo>
                    <a:pt x="13207" y="7028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0"/>
                  </a:lnTo>
                  <a:lnTo>
                    <a:pt x="10968" y="6140"/>
                  </a:lnTo>
                  <a:lnTo>
                    <a:pt x="10774" y="5792"/>
                  </a:lnTo>
                  <a:lnTo>
                    <a:pt x="10504" y="5329"/>
                  </a:lnTo>
                  <a:lnTo>
                    <a:pt x="10311" y="4827"/>
                  </a:lnTo>
                  <a:lnTo>
                    <a:pt x="9886" y="3862"/>
                  </a:lnTo>
                  <a:lnTo>
                    <a:pt x="9655" y="3398"/>
                  </a:lnTo>
                  <a:lnTo>
                    <a:pt x="9423" y="2935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1"/>
                  </a:lnTo>
                  <a:lnTo>
                    <a:pt x="6874" y="502"/>
                  </a:lnTo>
                  <a:lnTo>
                    <a:pt x="6295" y="271"/>
                  </a:lnTo>
                  <a:lnTo>
                    <a:pt x="5716" y="116"/>
                  </a:lnTo>
                  <a:lnTo>
                    <a:pt x="5137" y="39"/>
                  </a:lnTo>
                  <a:lnTo>
                    <a:pt x="451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22"/>
            <p:cNvSpPr/>
            <p:nvPr/>
          </p:nvSpPr>
          <p:spPr>
            <a:xfrm>
              <a:off x="2769325" y="3423675"/>
              <a:ext cx="144825" cy="164125"/>
            </a:xfrm>
            <a:custGeom>
              <a:avLst/>
              <a:gdLst/>
              <a:ahLst/>
              <a:cxnLst/>
              <a:rect l="l" t="t" r="r" b="b"/>
              <a:pathLst>
                <a:path w="5793" h="6565" extrusionOk="0">
                  <a:moveTo>
                    <a:pt x="2858" y="463"/>
                  </a:moveTo>
                  <a:lnTo>
                    <a:pt x="3360" y="618"/>
                  </a:lnTo>
                  <a:lnTo>
                    <a:pt x="3823" y="811"/>
                  </a:lnTo>
                  <a:lnTo>
                    <a:pt x="4248" y="1081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8"/>
                  </a:lnTo>
                  <a:lnTo>
                    <a:pt x="5252" y="2510"/>
                  </a:lnTo>
                  <a:lnTo>
                    <a:pt x="5290" y="2780"/>
                  </a:lnTo>
                  <a:lnTo>
                    <a:pt x="5329" y="3051"/>
                  </a:lnTo>
                  <a:lnTo>
                    <a:pt x="5329" y="3321"/>
                  </a:lnTo>
                  <a:lnTo>
                    <a:pt x="5290" y="3784"/>
                  </a:lnTo>
                  <a:lnTo>
                    <a:pt x="5175" y="4248"/>
                  </a:lnTo>
                  <a:lnTo>
                    <a:pt x="4981" y="4711"/>
                  </a:lnTo>
                  <a:lnTo>
                    <a:pt x="4711" y="5097"/>
                  </a:lnTo>
                  <a:lnTo>
                    <a:pt x="4364" y="5445"/>
                  </a:lnTo>
                  <a:lnTo>
                    <a:pt x="4016" y="5715"/>
                  </a:lnTo>
                  <a:lnTo>
                    <a:pt x="3784" y="5831"/>
                  </a:lnTo>
                  <a:lnTo>
                    <a:pt x="3553" y="5947"/>
                  </a:lnTo>
                  <a:lnTo>
                    <a:pt x="3321" y="6024"/>
                  </a:lnTo>
                  <a:lnTo>
                    <a:pt x="3089" y="6063"/>
                  </a:lnTo>
                  <a:lnTo>
                    <a:pt x="2780" y="6101"/>
                  </a:lnTo>
                  <a:lnTo>
                    <a:pt x="2510" y="6101"/>
                  </a:lnTo>
                  <a:lnTo>
                    <a:pt x="2201" y="6063"/>
                  </a:lnTo>
                  <a:lnTo>
                    <a:pt x="1970" y="5985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599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0"/>
                  </a:lnTo>
                  <a:lnTo>
                    <a:pt x="734" y="4788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4"/>
                  </a:lnTo>
                  <a:lnTo>
                    <a:pt x="464" y="2973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699"/>
                  </a:lnTo>
                  <a:lnTo>
                    <a:pt x="966" y="1506"/>
                  </a:lnTo>
                  <a:lnTo>
                    <a:pt x="1120" y="1274"/>
                  </a:lnTo>
                  <a:lnTo>
                    <a:pt x="1313" y="1120"/>
                  </a:lnTo>
                  <a:lnTo>
                    <a:pt x="1506" y="927"/>
                  </a:lnTo>
                  <a:lnTo>
                    <a:pt x="1738" y="811"/>
                  </a:lnTo>
                  <a:lnTo>
                    <a:pt x="1970" y="695"/>
                  </a:lnTo>
                  <a:lnTo>
                    <a:pt x="2201" y="579"/>
                  </a:lnTo>
                  <a:lnTo>
                    <a:pt x="2472" y="541"/>
                  </a:lnTo>
                  <a:lnTo>
                    <a:pt x="2780" y="502"/>
                  </a:lnTo>
                  <a:lnTo>
                    <a:pt x="2819" y="502"/>
                  </a:lnTo>
                  <a:lnTo>
                    <a:pt x="2858" y="463"/>
                  </a:lnTo>
                  <a:close/>
                  <a:moveTo>
                    <a:pt x="2665" y="0"/>
                  </a:moveTo>
                  <a:lnTo>
                    <a:pt x="2587" y="39"/>
                  </a:lnTo>
                  <a:lnTo>
                    <a:pt x="2510" y="77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0"/>
                  </a:lnTo>
                  <a:lnTo>
                    <a:pt x="1854" y="309"/>
                  </a:lnTo>
                  <a:lnTo>
                    <a:pt x="1622" y="386"/>
                  </a:lnTo>
                  <a:lnTo>
                    <a:pt x="1390" y="502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6"/>
                  </a:lnTo>
                  <a:lnTo>
                    <a:pt x="348" y="1738"/>
                  </a:lnTo>
                  <a:lnTo>
                    <a:pt x="155" y="2278"/>
                  </a:lnTo>
                  <a:lnTo>
                    <a:pt x="39" y="2858"/>
                  </a:lnTo>
                  <a:lnTo>
                    <a:pt x="0" y="3398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2"/>
                  </a:lnTo>
                  <a:lnTo>
                    <a:pt x="309" y="4943"/>
                  </a:lnTo>
                  <a:lnTo>
                    <a:pt x="425" y="5213"/>
                  </a:lnTo>
                  <a:lnTo>
                    <a:pt x="579" y="5445"/>
                  </a:lnTo>
                  <a:lnTo>
                    <a:pt x="734" y="5676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7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6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6"/>
                  </a:lnTo>
                  <a:lnTo>
                    <a:pt x="3476" y="6449"/>
                  </a:lnTo>
                  <a:lnTo>
                    <a:pt x="3784" y="6333"/>
                  </a:lnTo>
                  <a:lnTo>
                    <a:pt x="4055" y="6217"/>
                  </a:lnTo>
                  <a:lnTo>
                    <a:pt x="4325" y="6063"/>
                  </a:lnTo>
                  <a:lnTo>
                    <a:pt x="4557" y="5908"/>
                  </a:lnTo>
                  <a:lnTo>
                    <a:pt x="4788" y="5715"/>
                  </a:lnTo>
                  <a:lnTo>
                    <a:pt x="4981" y="5483"/>
                  </a:lnTo>
                  <a:lnTo>
                    <a:pt x="5175" y="5252"/>
                  </a:lnTo>
                  <a:lnTo>
                    <a:pt x="5329" y="4981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0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7"/>
                  </a:lnTo>
                  <a:lnTo>
                    <a:pt x="5561" y="2047"/>
                  </a:lnTo>
                  <a:lnTo>
                    <a:pt x="5406" y="1776"/>
                  </a:lnTo>
                  <a:lnTo>
                    <a:pt x="5252" y="1506"/>
                  </a:lnTo>
                  <a:lnTo>
                    <a:pt x="5059" y="1274"/>
                  </a:lnTo>
                  <a:lnTo>
                    <a:pt x="4866" y="1043"/>
                  </a:lnTo>
                  <a:lnTo>
                    <a:pt x="4634" y="811"/>
                  </a:lnTo>
                  <a:lnTo>
                    <a:pt x="4402" y="618"/>
                  </a:lnTo>
                  <a:lnTo>
                    <a:pt x="4132" y="463"/>
                  </a:lnTo>
                  <a:lnTo>
                    <a:pt x="3862" y="309"/>
                  </a:lnTo>
                  <a:lnTo>
                    <a:pt x="3591" y="193"/>
                  </a:lnTo>
                  <a:lnTo>
                    <a:pt x="3282" y="116"/>
                  </a:lnTo>
                  <a:lnTo>
                    <a:pt x="2974" y="39"/>
                  </a:lnTo>
                  <a:lnTo>
                    <a:pt x="266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22"/>
            <p:cNvSpPr/>
            <p:nvPr/>
          </p:nvSpPr>
          <p:spPr>
            <a:xfrm>
              <a:off x="3889150" y="34449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3" y="3823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0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4" y="5986"/>
                  </a:lnTo>
                  <a:lnTo>
                    <a:pt x="11430" y="6140"/>
                  </a:lnTo>
                  <a:lnTo>
                    <a:pt x="11353" y="6218"/>
                  </a:lnTo>
                  <a:lnTo>
                    <a:pt x="11237" y="6256"/>
                  </a:lnTo>
                  <a:lnTo>
                    <a:pt x="11083" y="6295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0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9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4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1" y="9616"/>
                  </a:lnTo>
                  <a:lnTo>
                    <a:pt x="12936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5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22"/>
            <p:cNvSpPr/>
            <p:nvPr/>
          </p:nvSpPr>
          <p:spPr>
            <a:xfrm>
              <a:off x="4428800" y="3447800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0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3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2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7"/>
                  </a:lnTo>
                  <a:lnTo>
                    <a:pt x="6951" y="12627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7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22"/>
            <p:cNvSpPr/>
            <p:nvPr/>
          </p:nvSpPr>
          <p:spPr>
            <a:xfrm>
              <a:off x="4598700" y="3452625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49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1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22"/>
            <p:cNvSpPr/>
            <p:nvPr/>
          </p:nvSpPr>
          <p:spPr>
            <a:xfrm>
              <a:off x="3921000" y="34584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59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1" y="9075"/>
                  </a:lnTo>
                  <a:lnTo>
                    <a:pt x="6913" y="8804"/>
                  </a:lnTo>
                  <a:lnTo>
                    <a:pt x="6951" y="8534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8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0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8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4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4"/>
                  </a:lnTo>
                  <a:lnTo>
                    <a:pt x="6449" y="8843"/>
                  </a:lnTo>
                  <a:lnTo>
                    <a:pt x="5716" y="8804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5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22"/>
            <p:cNvSpPr/>
            <p:nvPr/>
          </p:nvSpPr>
          <p:spPr>
            <a:xfrm>
              <a:off x="1220850" y="3492200"/>
              <a:ext cx="274200" cy="516500"/>
            </a:xfrm>
            <a:custGeom>
              <a:avLst/>
              <a:gdLst/>
              <a:ahLst/>
              <a:cxnLst/>
              <a:rect l="l" t="t" r="r" b="b"/>
              <a:pathLst>
                <a:path w="10968" h="20660" extrusionOk="0">
                  <a:moveTo>
                    <a:pt x="1468" y="657"/>
                  </a:moveTo>
                  <a:lnTo>
                    <a:pt x="2086" y="1005"/>
                  </a:lnTo>
                  <a:lnTo>
                    <a:pt x="2665" y="1391"/>
                  </a:lnTo>
                  <a:lnTo>
                    <a:pt x="3052" y="1661"/>
                  </a:lnTo>
                  <a:lnTo>
                    <a:pt x="3438" y="1970"/>
                  </a:lnTo>
                  <a:lnTo>
                    <a:pt x="3592" y="2125"/>
                  </a:lnTo>
                  <a:lnTo>
                    <a:pt x="3708" y="2279"/>
                  </a:lnTo>
                  <a:lnTo>
                    <a:pt x="3862" y="2588"/>
                  </a:lnTo>
                  <a:lnTo>
                    <a:pt x="3978" y="2935"/>
                  </a:lnTo>
                  <a:lnTo>
                    <a:pt x="4055" y="3322"/>
                  </a:lnTo>
                  <a:lnTo>
                    <a:pt x="5098" y="7492"/>
                  </a:lnTo>
                  <a:lnTo>
                    <a:pt x="7222" y="16180"/>
                  </a:lnTo>
                  <a:lnTo>
                    <a:pt x="7261" y="16258"/>
                  </a:lnTo>
                  <a:lnTo>
                    <a:pt x="7299" y="16296"/>
                  </a:lnTo>
                  <a:lnTo>
                    <a:pt x="7369" y="16331"/>
                  </a:lnTo>
                  <a:lnTo>
                    <a:pt x="7369" y="16331"/>
                  </a:lnTo>
                  <a:lnTo>
                    <a:pt x="6990" y="16489"/>
                  </a:lnTo>
                  <a:lnTo>
                    <a:pt x="6334" y="14481"/>
                  </a:lnTo>
                  <a:lnTo>
                    <a:pt x="5677" y="12512"/>
                  </a:lnTo>
                  <a:lnTo>
                    <a:pt x="4287" y="8573"/>
                  </a:lnTo>
                  <a:lnTo>
                    <a:pt x="2858" y="4634"/>
                  </a:lnTo>
                  <a:lnTo>
                    <a:pt x="1468" y="657"/>
                  </a:lnTo>
                  <a:close/>
                  <a:moveTo>
                    <a:pt x="1121" y="503"/>
                  </a:moveTo>
                  <a:lnTo>
                    <a:pt x="1121" y="580"/>
                  </a:lnTo>
                  <a:lnTo>
                    <a:pt x="3940" y="8573"/>
                  </a:lnTo>
                  <a:lnTo>
                    <a:pt x="5368" y="12551"/>
                  </a:lnTo>
                  <a:lnTo>
                    <a:pt x="6102" y="14558"/>
                  </a:lnTo>
                  <a:lnTo>
                    <a:pt x="6874" y="16528"/>
                  </a:lnTo>
                  <a:lnTo>
                    <a:pt x="6681" y="16566"/>
                  </a:lnTo>
                  <a:lnTo>
                    <a:pt x="5755" y="14636"/>
                  </a:lnTo>
                  <a:lnTo>
                    <a:pt x="4789" y="12705"/>
                  </a:lnTo>
                  <a:lnTo>
                    <a:pt x="2820" y="8882"/>
                  </a:lnTo>
                  <a:lnTo>
                    <a:pt x="1777" y="6951"/>
                  </a:lnTo>
                  <a:lnTo>
                    <a:pt x="773" y="4982"/>
                  </a:lnTo>
                  <a:lnTo>
                    <a:pt x="657" y="4712"/>
                  </a:lnTo>
                  <a:lnTo>
                    <a:pt x="580" y="4441"/>
                  </a:lnTo>
                  <a:lnTo>
                    <a:pt x="542" y="4171"/>
                  </a:lnTo>
                  <a:lnTo>
                    <a:pt x="503" y="3901"/>
                  </a:lnTo>
                  <a:lnTo>
                    <a:pt x="503" y="3322"/>
                  </a:lnTo>
                  <a:lnTo>
                    <a:pt x="542" y="2781"/>
                  </a:lnTo>
                  <a:lnTo>
                    <a:pt x="657" y="2202"/>
                  </a:lnTo>
                  <a:lnTo>
                    <a:pt x="812" y="1623"/>
                  </a:lnTo>
                  <a:lnTo>
                    <a:pt x="1121" y="503"/>
                  </a:lnTo>
                  <a:close/>
                  <a:moveTo>
                    <a:pt x="9886" y="13786"/>
                  </a:moveTo>
                  <a:lnTo>
                    <a:pt x="10041" y="13825"/>
                  </a:lnTo>
                  <a:lnTo>
                    <a:pt x="10157" y="13902"/>
                  </a:lnTo>
                  <a:lnTo>
                    <a:pt x="10311" y="14018"/>
                  </a:lnTo>
                  <a:lnTo>
                    <a:pt x="10581" y="14481"/>
                  </a:lnTo>
                  <a:lnTo>
                    <a:pt x="10620" y="14674"/>
                  </a:lnTo>
                  <a:lnTo>
                    <a:pt x="10620" y="14906"/>
                  </a:lnTo>
                  <a:lnTo>
                    <a:pt x="10581" y="15099"/>
                  </a:lnTo>
                  <a:lnTo>
                    <a:pt x="10504" y="15254"/>
                  </a:lnTo>
                  <a:lnTo>
                    <a:pt x="10311" y="15640"/>
                  </a:lnTo>
                  <a:lnTo>
                    <a:pt x="10041" y="15910"/>
                  </a:lnTo>
                  <a:lnTo>
                    <a:pt x="9655" y="16296"/>
                  </a:lnTo>
                  <a:lnTo>
                    <a:pt x="9191" y="16605"/>
                  </a:lnTo>
                  <a:lnTo>
                    <a:pt x="8728" y="16914"/>
                  </a:lnTo>
                  <a:lnTo>
                    <a:pt x="8265" y="17184"/>
                  </a:lnTo>
                  <a:lnTo>
                    <a:pt x="8149" y="17184"/>
                  </a:lnTo>
                  <a:lnTo>
                    <a:pt x="8071" y="17262"/>
                  </a:lnTo>
                  <a:lnTo>
                    <a:pt x="7724" y="17416"/>
                  </a:lnTo>
                  <a:lnTo>
                    <a:pt x="7029" y="17725"/>
                  </a:lnTo>
                  <a:lnTo>
                    <a:pt x="6295" y="17995"/>
                  </a:lnTo>
                  <a:lnTo>
                    <a:pt x="5523" y="18150"/>
                  </a:lnTo>
                  <a:lnTo>
                    <a:pt x="4789" y="18304"/>
                  </a:lnTo>
                  <a:lnTo>
                    <a:pt x="4403" y="18343"/>
                  </a:lnTo>
                  <a:lnTo>
                    <a:pt x="4055" y="18343"/>
                  </a:lnTo>
                  <a:lnTo>
                    <a:pt x="3669" y="18266"/>
                  </a:lnTo>
                  <a:lnTo>
                    <a:pt x="3515" y="18227"/>
                  </a:lnTo>
                  <a:lnTo>
                    <a:pt x="3360" y="18150"/>
                  </a:lnTo>
                  <a:lnTo>
                    <a:pt x="3245" y="18034"/>
                  </a:lnTo>
                  <a:lnTo>
                    <a:pt x="3129" y="17957"/>
                  </a:lnTo>
                  <a:lnTo>
                    <a:pt x="2974" y="17686"/>
                  </a:lnTo>
                  <a:lnTo>
                    <a:pt x="2858" y="17377"/>
                  </a:lnTo>
                  <a:lnTo>
                    <a:pt x="2858" y="17068"/>
                  </a:lnTo>
                  <a:lnTo>
                    <a:pt x="2897" y="16875"/>
                  </a:lnTo>
                  <a:lnTo>
                    <a:pt x="2974" y="16721"/>
                  </a:lnTo>
                  <a:lnTo>
                    <a:pt x="3090" y="16566"/>
                  </a:lnTo>
                  <a:lnTo>
                    <a:pt x="3206" y="16451"/>
                  </a:lnTo>
                  <a:lnTo>
                    <a:pt x="3322" y="16373"/>
                  </a:lnTo>
                  <a:lnTo>
                    <a:pt x="3476" y="16296"/>
                  </a:lnTo>
                  <a:lnTo>
                    <a:pt x="3592" y="16296"/>
                  </a:lnTo>
                  <a:lnTo>
                    <a:pt x="3708" y="16335"/>
                  </a:lnTo>
                  <a:lnTo>
                    <a:pt x="3824" y="16451"/>
                  </a:lnTo>
                  <a:lnTo>
                    <a:pt x="3940" y="16605"/>
                  </a:lnTo>
                  <a:lnTo>
                    <a:pt x="4094" y="16798"/>
                  </a:lnTo>
                  <a:lnTo>
                    <a:pt x="4210" y="17068"/>
                  </a:lnTo>
                  <a:lnTo>
                    <a:pt x="4055" y="17068"/>
                  </a:lnTo>
                  <a:lnTo>
                    <a:pt x="3978" y="17107"/>
                  </a:lnTo>
                  <a:lnTo>
                    <a:pt x="3940" y="17184"/>
                  </a:lnTo>
                  <a:lnTo>
                    <a:pt x="3978" y="17300"/>
                  </a:lnTo>
                  <a:lnTo>
                    <a:pt x="4055" y="17339"/>
                  </a:lnTo>
                  <a:lnTo>
                    <a:pt x="4828" y="17339"/>
                  </a:lnTo>
                  <a:lnTo>
                    <a:pt x="5639" y="17262"/>
                  </a:lnTo>
                  <a:lnTo>
                    <a:pt x="6450" y="17107"/>
                  </a:lnTo>
                  <a:lnTo>
                    <a:pt x="7261" y="16875"/>
                  </a:lnTo>
                  <a:lnTo>
                    <a:pt x="7647" y="16721"/>
                  </a:lnTo>
                  <a:lnTo>
                    <a:pt x="8033" y="16528"/>
                  </a:lnTo>
                  <a:lnTo>
                    <a:pt x="8419" y="16335"/>
                  </a:lnTo>
                  <a:lnTo>
                    <a:pt x="8728" y="16103"/>
                  </a:lnTo>
                  <a:lnTo>
                    <a:pt x="9075" y="15871"/>
                  </a:lnTo>
                  <a:lnTo>
                    <a:pt x="9384" y="15601"/>
                  </a:lnTo>
                  <a:lnTo>
                    <a:pt x="9616" y="15331"/>
                  </a:lnTo>
                  <a:lnTo>
                    <a:pt x="9886" y="15022"/>
                  </a:lnTo>
                  <a:lnTo>
                    <a:pt x="9886" y="14945"/>
                  </a:lnTo>
                  <a:lnTo>
                    <a:pt x="9886" y="14906"/>
                  </a:lnTo>
                  <a:lnTo>
                    <a:pt x="9848" y="14829"/>
                  </a:lnTo>
                  <a:lnTo>
                    <a:pt x="9809" y="14790"/>
                  </a:lnTo>
                  <a:lnTo>
                    <a:pt x="9732" y="14752"/>
                  </a:lnTo>
                  <a:lnTo>
                    <a:pt x="9616" y="14752"/>
                  </a:lnTo>
                  <a:lnTo>
                    <a:pt x="9539" y="14790"/>
                  </a:lnTo>
                  <a:lnTo>
                    <a:pt x="9307" y="15099"/>
                  </a:lnTo>
                  <a:lnTo>
                    <a:pt x="9114" y="14945"/>
                  </a:lnTo>
                  <a:lnTo>
                    <a:pt x="9037" y="14829"/>
                  </a:lnTo>
                  <a:lnTo>
                    <a:pt x="8998" y="14674"/>
                  </a:lnTo>
                  <a:lnTo>
                    <a:pt x="8998" y="14558"/>
                  </a:lnTo>
                  <a:lnTo>
                    <a:pt x="9037" y="14404"/>
                  </a:lnTo>
                  <a:lnTo>
                    <a:pt x="9114" y="14288"/>
                  </a:lnTo>
                  <a:lnTo>
                    <a:pt x="9346" y="14056"/>
                  </a:lnTo>
                  <a:lnTo>
                    <a:pt x="9462" y="13941"/>
                  </a:lnTo>
                  <a:lnTo>
                    <a:pt x="9539" y="13825"/>
                  </a:lnTo>
                  <a:lnTo>
                    <a:pt x="9655" y="13786"/>
                  </a:lnTo>
                  <a:close/>
                  <a:moveTo>
                    <a:pt x="889" y="1"/>
                  </a:moveTo>
                  <a:lnTo>
                    <a:pt x="812" y="78"/>
                  </a:lnTo>
                  <a:lnTo>
                    <a:pt x="773" y="155"/>
                  </a:lnTo>
                  <a:lnTo>
                    <a:pt x="194" y="2511"/>
                  </a:lnTo>
                  <a:lnTo>
                    <a:pt x="117" y="2897"/>
                  </a:lnTo>
                  <a:lnTo>
                    <a:pt x="40" y="3322"/>
                  </a:lnTo>
                  <a:lnTo>
                    <a:pt x="1" y="3746"/>
                  </a:lnTo>
                  <a:lnTo>
                    <a:pt x="1" y="4210"/>
                  </a:lnTo>
                  <a:lnTo>
                    <a:pt x="78" y="4441"/>
                  </a:lnTo>
                  <a:lnTo>
                    <a:pt x="155" y="4673"/>
                  </a:lnTo>
                  <a:lnTo>
                    <a:pt x="348" y="5136"/>
                  </a:lnTo>
                  <a:lnTo>
                    <a:pt x="850" y="6025"/>
                  </a:lnTo>
                  <a:lnTo>
                    <a:pt x="1970" y="8187"/>
                  </a:lnTo>
                  <a:lnTo>
                    <a:pt x="4133" y="12435"/>
                  </a:lnTo>
                  <a:lnTo>
                    <a:pt x="5253" y="14558"/>
                  </a:lnTo>
                  <a:lnTo>
                    <a:pt x="6411" y="16682"/>
                  </a:lnTo>
                  <a:lnTo>
                    <a:pt x="5484" y="16875"/>
                  </a:lnTo>
                  <a:lnTo>
                    <a:pt x="4596" y="16991"/>
                  </a:lnTo>
                  <a:lnTo>
                    <a:pt x="4596" y="16991"/>
                  </a:lnTo>
                  <a:lnTo>
                    <a:pt x="4673" y="16837"/>
                  </a:lnTo>
                  <a:lnTo>
                    <a:pt x="4712" y="16682"/>
                  </a:lnTo>
                  <a:lnTo>
                    <a:pt x="4712" y="16528"/>
                  </a:lnTo>
                  <a:lnTo>
                    <a:pt x="4635" y="16373"/>
                  </a:lnTo>
                  <a:lnTo>
                    <a:pt x="4557" y="16219"/>
                  </a:lnTo>
                  <a:lnTo>
                    <a:pt x="4442" y="16103"/>
                  </a:lnTo>
                  <a:lnTo>
                    <a:pt x="4326" y="15987"/>
                  </a:lnTo>
                  <a:lnTo>
                    <a:pt x="4133" y="15910"/>
                  </a:lnTo>
                  <a:lnTo>
                    <a:pt x="3862" y="15871"/>
                  </a:lnTo>
                  <a:lnTo>
                    <a:pt x="3592" y="15871"/>
                  </a:lnTo>
                  <a:lnTo>
                    <a:pt x="3322" y="15949"/>
                  </a:lnTo>
                  <a:lnTo>
                    <a:pt x="3090" y="16103"/>
                  </a:lnTo>
                  <a:lnTo>
                    <a:pt x="2897" y="16258"/>
                  </a:lnTo>
                  <a:lnTo>
                    <a:pt x="2743" y="16489"/>
                  </a:lnTo>
                  <a:lnTo>
                    <a:pt x="2588" y="16721"/>
                  </a:lnTo>
                  <a:lnTo>
                    <a:pt x="2550" y="16991"/>
                  </a:lnTo>
                  <a:lnTo>
                    <a:pt x="2511" y="17416"/>
                  </a:lnTo>
                  <a:lnTo>
                    <a:pt x="2550" y="17725"/>
                  </a:lnTo>
                  <a:lnTo>
                    <a:pt x="2704" y="17995"/>
                  </a:lnTo>
                  <a:lnTo>
                    <a:pt x="2858" y="18227"/>
                  </a:lnTo>
                  <a:lnTo>
                    <a:pt x="3129" y="18381"/>
                  </a:lnTo>
                  <a:lnTo>
                    <a:pt x="3399" y="18497"/>
                  </a:lnTo>
                  <a:lnTo>
                    <a:pt x="3747" y="18574"/>
                  </a:lnTo>
                  <a:lnTo>
                    <a:pt x="4094" y="18613"/>
                  </a:lnTo>
                  <a:lnTo>
                    <a:pt x="4442" y="18613"/>
                  </a:lnTo>
                  <a:lnTo>
                    <a:pt x="4828" y="18574"/>
                  </a:lnTo>
                  <a:lnTo>
                    <a:pt x="5639" y="18420"/>
                  </a:lnTo>
                  <a:lnTo>
                    <a:pt x="6334" y="18266"/>
                  </a:lnTo>
                  <a:lnTo>
                    <a:pt x="6952" y="18072"/>
                  </a:lnTo>
                  <a:lnTo>
                    <a:pt x="7067" y="18034"/>
                  </a:lnTo>
                  <a:lnTo>
                    <a:pt x="7299" y="17957"/>
                  </a:lnTo>
                  <a:lnTo>
                    <a:pt x="8149" y="17570"/>
                  </a:lnTo>
                  <a:lnTo>
                    <a:pt x="8612" y="18497"/>
                  </a:lnTo>
                  <a:lnTo>
                    <a:pt x="9037" y="19463"/>
                  </a:lnTo>
                  <a:lnTo>
                    <a:pt x="9269" y="20003"/>
                  </a:lnTo>
                  <a:lnTo>
                    <a:pt x="9423" y="20351"/>
                  </a:lnTo>
                  <a:lnTo>
                    <a:pt x="9539" y="20660"/>
                  </a:lnTo>
                  <a:lnTo>
                    <a:pt x="9770" y="20621"/>
                  </a:lnTo>
                  <a:lnTo>
                    <a:pt x="9693" y="20428"/>
                  </a:lnTo>
                  <a:lnTo>
                    <a:pt x="9423" y="19656"/>
                  </a:lnTo>
                  <a:lnTo>
                    <a:pt x="9114" y="18922"/>
                  </a:lnTo>
                  <a:lnTo>
                    <a:pt x="8767" y="18150"/>
                  </a:lnTo>
                  <a:lnTo>
                    <a:pt x="8419" y="17416"/>
                  </a:lnTo>
                  <a:lnTo>
                    <a:pt x="8960" y="17107"/>
                  </a:lnTo>
                  <a:lnTo>
                    <a:pt x="9539" y="16760"/>
                  </a:lnTo>
                  <a:lnTo>
                    <a:pt x="10041" y="16373"/>
                  </a:lnTo>
                  <a:lnTo>
                    <a:pt x="10272" y="16180"/>
                  </a:lnTo>
                  <a:lnTo>
                    <a:pt x="10466" y="15949"/>
                  </a:lnTo>
                  <a:lnTo>
                    <a:pt x="10659" y="15717"/>
                  </a:lnTo>
                  <a:lnTo>
                    <a:pt x="10813" y="15485"/>
                  </a:lnTo>
                  <a:lnTo>
                    <a:pt x="10929" y="15254"/>
                  </a:lnTo>
                  <a:lnTo>
                    <a:pt x="10968" y="14983"/>
                  </a:lnTo>
                  <a:lnTo>
                    <a:pt x="10968" y="14752"/>
                  </a:lnTo>
                  <a:lnTo>
                    <a:pt x="10929" y="14520"/>
                  </a:lnTo>
                  <a:lnTo>
                    <a:pt x="10852" y="14250"/>
                  </a:lnTo>
                  <a:lnTo>
                    <a:pt x="10659" y="13979"/>
                  </a:lnTo>
                  <a:lnTo>
                    <a:pt x="10504" y="13825"/>
                  </a:lnTo>
                  <a:lnTo>
                    <a:pt x="10272" y="13670"/>
                  </a:lnTo>
                  <a:lnTo>
                    <a:pt x="10041" y="13555"/>
                  </a:lnTo>
                  <a:lnTo>
                    <a:pt x="9809" y="13516"/>
                  </a:lnTo>
                  <a:lnTo>
                    <a:pt x="9539" y="13516"/>
                  </a:lnTo>
                  <a:lnTo>
                    <a:pt x="9307" y="13555"/>
                  </a:lnTo>
                  <a:lnTo>
                    <a:pt x="9075" y="13670"/>
                  </a:lnTo>
                  <a:lnTo>
                    <a:pt x="8882" y="13863"/>
                  </a:lnTo>
                  <a:lnTo>
                    <a:pt x="8767" y="14056"/>
                  </a:lnTo>
                  <a:lnTo>
                    <a:pt x="8728" y="14250"/>
                  </a:lnTo>
                  <a:lnTo>
                    <a:pt x="8689" y="14443"/>
                  </a:lnTo>
                  <a:lnTo>
                    <a:pt x="8689" y="14636"/>
                  </a:lnTo>
                  <a:lnTo>
                    <a:pt x="8728" y="14829"/>
                  </a:lnTo>
                  <a:lnTo>
                    <a:pt x="8805" y="15022"/>
                  </a:lnTo>
                  <a:lnTo>
                    <a:pt x="8921" y="15176"/>
                  </a:lnTo>
                  <a:lnTo>
                    <a:pt x="9075" y="15331"/>
                  </a:lnTo>
                  <a:lnTo>
                    <a:pt x="8728" y="15640"/>
                  </a:lnTo>
                  <a:lnTo>
                    <a:pt x="8342" y="15871"/>
                  </a:lnTo>
                  <a:lnTo>
                    <a:pt x="7917" y="16103"/>
                  </a:lnTo>
                  <a:lnTo>
                    <a:pt x="7454" y="16296"/>
                  </a:lnTo>
                  <a:lnTo>
                    <a:pt x="7531" y="16258"/>
                  </a:lnTo>
                  <a:lnTo>
                    <a:pt x="7608" y="16219"/>
                  </a:lnTo>
                  <a:lnTo>
                    <a:pt x="7608" y="16142"/>
                  </a:lnTo>
                  <a:lnTo>
                    <a:pt x="7608" y="16026"/>
                  </a:lnTo>
                  <a:lnTo>
                    <a:pt x="5330" y="6488"/>
                  </a:lnTo>
                  <a:lnTo>
                    <a:pt x="4712" y="4094"/>
                  </a:lnTo>
                  <a:lnTo>
                    <a:pt x="4480" y="3013"/>
                  </a:lnTo>
                  <a:lnTo>
                    <a:pt x="4326" y="2511"/>
                  </a:lnTo>
                  <a:lnTo>
                    <a:pt x="4249" y="2240"/>
                  </a:lnTo>
                  <a:lnTo>
                    <a:pt x="4094" y="2009"/>
                  </a:lnTo>
                  <a:lnTo>
                    <a:pt x="3824" y="1700"/>
                  </a:lnTo>
                  <a:lnTo>
                    <a:pt x="3515" y="1352"/>
                  </a:lnTo>
                  <a:lnTo>
                    <a:pt x="3129" y="1082"/>
                  </a:lnTo>
                  <a:lnTo>
                    <a:pt x="2704" y="812"/>
                  </a:lnTo>
                  <a:lnTo>
                    <a:pt x="2318" y="580"/>
                  </a:lnTo>
                  <a:lnTo>
                    <a:pt x="1854" y="387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22"/>
            <p:cNvSpPr/>
            <p:nvPr/>
          </p:nvSpPr>
          <p:spPr>
            <a:xfrm>
              <a:off x="319200" y="3515375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8" y="309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2"/>
                  </a:lnTo>
                  <a:lnTo>
                    <a:pt x="7299" y="502"/>
                  </a:lnTo>
                  <a:lnTo>
                    <a:pt x="7453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3"/>
                  </a:lnTo>
                  <a:lnTo>
                    <a:pt x="6295" y="4943"/>
                  </a:lnTo>
                  <a:lnTo>
                    <a:pt x="6218" y="3978"/>
                  </a:lnTo>
                  <a:lnTo>
                    <a:pt x="6140" y="2974"/>
                  </a:lnTo>
                  <a:lnTo>
                    <a:pt x="6140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4"/>
                  </a:lnTo>
                  <a:lnTo>
                    <a:pt x="6449" y="502"/>
                  </a:lnTo>
                  <a:lnTo>
                    <a:pt x="6527" y="425"/>
                  </a:lnTo>
                  <a:lnTo>
                    <a:pt x="6642" y="348"/>
                  </a:lnTo>
                  <a:lnTo>
                    <a:pt x="6758" y="309"/>
                  </a:lnTo>
                  <a:close/>
                  <a:moveTo>
                    <a:pt x="11971" y="4711"/>
                  </a:moveTo>
                  <a:lnTo>
                    <a:pt x="12087" y="4750"/>
                  </a:lnTo>
                  <a:lnTo>
                    <a:pt x="12164" y="4827"/>
                  </a:lnTo>
                  <a:lnTo>
                    <a:pt x="12280" y="4905"/>
                  </a:lnTo>
                  <a:lnTo>
                    <a:pt x="12319" y="4982"/>
                  </a:lnTo>
                  <a:lnTo>
                    <a:pt x="12396" y="5136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1"/>
                  </a:lnTo>
                  <a:lnTo>
                    <a:pt x="10041" y="5831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8" y="5252"/>
                  </a:lnTo>
                  <a:lnTo>
                    <a:pt x="7955" y="5020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8" y="4750"/>
                  </a:lnTo>
                  <a:lnTo>
                    <a:pt x="11353" y="4711"/>
                  </a:lnTo>
                  <a:close/>
                  <a:moveTo>
                    <a:pt x="5638" y="5754"/>
                  </a:moveTo>
                  <a:lnTo>
                    <a:pt x="4557" y="6449"/>
                  </a:lnTo>
                  <a:lnTo>
                    <a:pt x="3437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29" y="7917"/>
                  </a:lnTo>
                  <a:lnTo>
                    <a:pt x="1120" y="7955"/>
                  </a:lnTo>
                  <a:lnTo>
                    <a:pt x="927" y="7917"/>
                  </a:lnTo>
                  <a:lnTo>
                    <a:pt x="850" y="7878"/>
                  </a:lnTo>
                  <a:lnTo>
                    <a:pt x="773" y="7801"/>
                  </a:lnTo>
                  <a:lnTo>
                    <a:pt x="734" y="7685"/>
                  </a:lnTo>
                  <a:lnTo>
                    <a:pt x="696" y="7530"/>
                  </a:lnTo>
                  <a:lnTo>
                    <a:pt x="696" y="7376"/>
                  </a:lnTo>
                  <a:lnTo>
                    <a:pt x="696" y="7221"/>
                  </a:lnTo>
                  <a:lnTo>
                    <a:pt x="734" y="7144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2"/>
                  </a:lnTo>
                  <a:lnTo>
                    <a:pt x="2742" y="6449"/>
                  </a:lnTo>
                  <a:lnTo>
                    <a:pt x="3592" y="6295"/>
                  </a:lnTo>
                  <a:lnTo>
                    <a:pt x="4634" y="6063"/>
                  </a:lnTo>
                  <a:lnTo>
                    <a:pt x="5136" y="5909"/>
                  </a:lnTo>
                  <a:lnTo>
                    <a:pt x="5638" y="5754"/>
                  </a:lnTo>
                  <a:close/>
                  <a:moveTo>
                    <a:pt x="6951" y="0"/>
                  </a:moveTo>
                  <a:lnTo>
                    <a:pt x="6720" y="39"/>
                  </a:lnTo>
                  <a:lnTo>
                    <a:pt x="6527" y="116"/>
                  </a:lnTo>
                  <a:lnTo>
                    <a:pt x="6333" y="232"/>
                  </a:lnTo>
                  <a:lnTo>
                    <a:pt x="6140" y="425"/>
                  </a:lnTo>
                  <a:lnTo>
                    <a:pt x="5986" y="618"/>
                  </a:lnTo>
                  <a:lnTo>
                    <a:pt x="5909" y="811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1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3" y="5020"/>
                  </a:lnTo>
                  <a:lnTo>
                    <a:pt x="6025" y="5136"/>
                  </a:lnTo>
                  <a:lnTo>
                    <a:pt x="6063" y="5252"/>
                  </a:lnTo>
                  <a:lnTo>
                    <a:pt x="5523" y="5445"/>
                  </a:lnTo>
                  <a:lnTo>
                    <a:pt x="4982" y="5561"/>
                  </a:lnTo>
                  <a:lnTo>
                    <a:pt x="3939" y="5831"/>
                  </a:lnTo>
                  <a:lnTo>
                    <a:pt x="2858" y="6024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0" y="6642"/>
                  </a:lnTo>
                  <a:lnTo>
                    <a:pt x="503" y="6835"/>
                  </a:lnTo>
                  <a:lnTo>
                    <a:pt x="232" y="7028"/>
                  </a:lnTo>
                  <a:lnTo>
                    <a:pt x="116" y="7144"/>
                  </a:lnTo>
                  <a:lnTo>
                    <a:pt x="39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39" y="7723"/>
                  </a:lnTo>
                  <a:lnTo>
                    <a:pt x="116" y="7917"/>
                  </a:lnTo>
                  <a:lnTo>
                    <a:pt x="232" y="8032"/>
                  </a:lnTo>
                  <a:lnTo>
                    <a:pt x="348" y="8148"/>
                  </a:lnTo>
                  <a:lnTo>
                    <a:pt x="503" y="8225"/>
                  </a:lnTo>
                  <a:lnTo>
                    <a:pt x="618" y="8264"/>
                  </a:lnTo>
                  <a:lnTo>
                    <a:pt x="927" y="8341"/>
                  </a:lnTo>
                  <a:lnTo>
                    <a:pt x="1275" y="8341"/>
                  </a:lnTo>
                  <a:lnTo>
                    <a:pt x="1622" y="8303"/>
                  </a:lnTo>
                  <a:lnTo>
                    <a:pt x="1931" y="8187"/>
                  </a:lnTo>
                  <a:lnTo>
                    <a:pt x="2549" y="7994"/>
                  </a:lnTo>
                  <a:lnTo>
                    <a:pt x="3553" y="7530"/>
                  </a:lnTo>
                  <a:lnTo>
                    <a:pt x="4519" y="6990"/>
                  </a:lnTo>
                  <a:lnTo>
                    <a:pt x="5445" y="6372"/>
                  </a:lnTo>
                  <a:lnTo>
                    <a:pt x="5909" y="6063"/>
                  </a:lnTo>
                  <a:lnTo>
                    <a:pt x="6333" y="5715"/>
                  </a:lnTo>
                  <a:lnTo>
                    <a:pt x="6527" y="6102"/>
                  </a:lnTo>
                  <a:lnTo>
                    <a:pt x="6642" y="6295"/>
                  </a:lnTo>
                  <a:lnTo>
                    <a:pt x="6758" y="6449"/>
                  </a:lnTo>
                  <a:lnTo>
                    <a:pt x="7029" y="6372"/>
                  </a:lnTo>
                  <a:lnTo>
                    <a:pt x="7029" y="6333"/>
                  </a:lnTo>
                  <a:lnTo>
                    <a:pt x="6835" y="5986"/>
                  </a:lnTo>
                  <a:lnTo>
                    <a:pt x="6758" y="5831"/>
                  </a:lnTo>
                  <a:lnTo>
                    <a:pt x="6720" y="5638"/>
                  </a:lnTo>
                  <a:lnTo>
                    <a:pt x="6720" y="5561"/>
                  </a:lnTo>
                  <a:lnTo>
                    <a:pt x="7569" y="5831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7"/>
                  </a:lnTo>
                  <a:lnTo>
                    <a:pt x="11006" y="6217"/>
                  </a:lnTo>
                  <a:lnTo>
                    <a:pt x="11469" y="6179"/>
                  </a:lnTo>
                  <a:lnTo>
                    <a:pt x="11933" y="6140"/>
                  </a:lnTo>
                  <a:lnTo>
                    <a:pt x="12357" y="5986"/>
                  </a:lnTo>
                  <a:lnTo>
                    <a:pt x="12512" y="5909"/>
                  </a:lnTo>
                  <a:lnTo>
                    <a:pt x="12666" y="5793"/>
                  </a:lnTo>
                  <a:lnTo>
                    <a:pt x="12821" y="5677"/>
                  </a:lnTo>
                  <a:lnTo>
                    <a:pt x="12898" y="5522"/>
                  </a:lnTo>
                  <a:lnTo>
                    <a:pt x="12975" y="5368"/>
                  </a:lnTo>
                  <a:lnTo>
                    <a:pt x="12975" y="5175"/>
                  </a:lnTo>
                  <a:lnTo>
                    <a:pt x="12975" y="4982"/>
                  </a:lnTo>
                  <a:lnTo>
                    <a:pt x="12898" y="4827"/>
                  </a:lnTo>
                  <a:lnTo>
                    <a:pt x="12821" y="4711"/>
                  </a:lnTo>
                  <a:lnTo>
                    <a:pt x="12744" y="4634"/>
                  </a:lnTo>
                  <a:lnTo>
                    <a:pt x="12628" y="4518"/>
                  </a:lnTo>
                  <a:lnTo>
                    <a:pt x="12473" y="4480"/>
                  </a:lnTo>
                  <a:lnTo>
                    <a:pt x="12164" y="4364"/>
                  </a:lnTo>
                  <a:lnTo>
                    <a:pt x="11817" y="4325"/>
                  </a:lnTo>
                  <a:lnTo>
                    <a:pt x="11469" y="4325"/>
                  </a:lnTo>
                  <a:lnTo>
                    <a:pt x="10890" y="4364"/>
                  </a:lnTo>
                  <a:lnTo>
                    <a:pt x="9847" y="4403"/>
                  </a:lnTo>
                  <a:lnTo>
                    <a:pt x="8843" y="4480"/>
                  </a:lnTo>
                  <a:lnTo>
                    <a:pt x="7839" y="4634"/>
                  </a:lnTo>
                  <a:lnTo>
                    <a:pt x="6835" y="4827"/>
                  </a:lnTo>
                  <a:lnTo>
                    <a:pt x="7376" y="3476"/>
                  </a:lnTo>
                  <a:lnTo>
                    <a:pt x="7646" y="2742"/>
                  </a:lnTo>
                  <a:lnTo>
                    <a:pt x="7839" y="2047"/>
                  </a:lnTo>
                  <a:lnTo>
                    <a:pt x="7917" y="1815"/>
                  </a:lnTo>
                  <a:lnTo>
                    <a:pt x="7917" y="1545"/>
                  </a:lnTo>
                  <a:lnTo>
                    <a:pt x="7917" y="1313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8"/>
                  </a:lnTo>
                  <a:lnTo>
                    <a:pt x="7531" y="425"/>
                  </a:lnTo>
                  <a:lnTo>
                    <a:pt x="7337" y="271"/>
                  </a:lnTo>
                  <a:lnTo>
                    <a:pt x="7260" y="155"/>
                  </a:lnTo>
                  <a:lnTo>
                    <a:pt x="7144" y="78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22"/>
            <p:cNvSpPr/>
            <p:nvPr/>
          </p:nvSpPr>
          <p:spPr>
            <a:xfrm>
              <a:off x="2371575" y="3521175"/>
              <a:ext cx="106225" cy="123575"/>
            </a:xfrm>
            <a:custGeom>
              <a:avLst/>
              <a:gdLst/>
              <a:ahLst/>
              <a:cxnLst/>
              <a:rect l="l" t="t" r="r" b="b"/>
              <a:pathLst>
                <a:path w="4249" h="4943" extrusionOk="0">
                  <a:moveTo>
                    <a:pt x="3862" y="0"/>
                  </a:moveTo>
                  <a:lnTo>
                    <a:pt x="3592" y="541"/>
                  </a:lnTo>
                  <a:lnTo>
                    <a:pt x="3245" y="1120"/>
                  </a:lnTo>
                  <a:lnTo>
                    <a:pt x="2897" y="1661"/>
                  </a:lnTo>
                  <a:lnTo>
                    <a:pt x="2511" y="2163"/>
                  </a:lnTo>
                  <a:lnTo>
                    <a:pt x="1932" y="2858"/>
                  </a:lnTo>
                  <a:lnTo>
                    <a:pt x="1314" y="3475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48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50"/>
                  </a:lnTo>
                  <a:lnTo>
                    <a:pt x="966" y="4518"/>
                  </a:lnTo>
                  <a:lnTo>
                    <a:pt x="1314" y="4209"/>
                  </a:lnTo>
                  <a:lnTo>
                    <a:pt x="1700" y="3900"/>
                  </a:lnTo>
                  <a:lnTo>
                    <a:pt x="2009" y="3553"/>
                  </a:lnTo>
                  <a:lnTo>
                    <a:pt x="2356" y="3167"/>
                  </a:lnTo>
                  <a:lnTo>
                    <a:pt x="2897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2"/>
                  </a:lnTo>
                  <a:lnTo>
                    <a:pt x="4248" y="155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22"/>
            <p:cNvSpPr/>
            <p:nvPr/>
          </p:nvSpPr>
          <p:spPr>
            <a:xfrm>
              <a:off x="2320425" y="3522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1"/>
                  </a:moveTo>
                  <a:lnTo>
                    <a:pt x="1004" y="310"/>
                  </a:ln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314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507"/>
                  </a:lnTo>
                  <a:lnTo>
                    <a:pt x="579" y="1430"/>
                  </a:lnTo>
                  <a:lnTo>
                    <a:pt x="502" y="1314"/>
                  </a:lnTo>
                  <a:lnTo>
                    <a:pt x="464" y="1236"/>
                  </a:lnTo>
                  <a:lnTo>
                    <a:pt x="425" y="1005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426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1"/>
                  </a:moveTo>
                  <a:lnTo>
                    <a:pt x="850" y="39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117"/>
                  </a:lnTo>
                  <a:lnTo>
                    <a:pt x="271" y="232"/>
                  </a:lnTo>
                  <a:lnTo>
                    <a:pt x="155" y="348"/>
                  </a:lnTo>
                  <a:lnTo>
                    <a:pt x="77" y="541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68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932"/>
                  </a:lnTo>
                  <a:lnTo>
                    <a:pt x="1622" y="1816"/>
                  </a:lnTo>
                  <a:lnTo>
                    <a:pt x="1777" y="1700"/>
                  </a:lnTo>
                  <a:lnTo>
                    <a:pt x="1892" y="1545"/>
                  </a:lnTo>
                  <a:lnTo>
                    <a:pt x="1970" y="1352"/>
                  </a:lnTo>
                  <a:lnTo>
                    <a:pt x="2047" y="1198"/>
                  </a:lnTo>
                  <a:lnTo>
                    <a:pt x="2085" y="1005"/>
                  </a:lnTo>
                  <a:lnTo>
                    <a:pt x="2047" y="812"/>
                  </a:lnTo>
                  <a:lnTo>
                    <a:pt x="1970" y="619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78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22"/>
            <p:cNvSpPr/>
            <p:nvPr/>
          </p:nvSpPr>
          <p:spPr>
            <a:xfrm>
              <a:off x="5925125" y="3542400"/>
              <a:ext cx="60825" cy="90775"/>
            </a:xfrm>
            <a:custGeom>
              <a:avLst/>
              <a:gdLst/>
              <a:ahLst/>
              <a:cxnLst/>
              <a:rect l="l" t="t" r="r" b="b"/>
              <a:pathLst>
                <a:path w="2433" h="3631" extrusionOk="0">
                  <a:moveTo>
                    <a:pt x="1197" y="1"/>
                  </a:moveTo>
                  <a:lnTo>
                    <a:pt x="1081" y="39"/>
                  </a:lnTo>
                  <a:lnTo>
                    <a:pt x="1004" y="78"/>
                  </a:lnTo>
                  <a:lnTo>
                    <a:pt x="966" y="117"/>
                  </a:lnTo>
                  <a:lnTo>
                    <a:pt x="927" y="194"/>
                  </a:lnTo>
                  <a:lnTo>
                    <a:pt x="927" y="271"/>
                  </a:lnTo>
                  <a:lnTo>
                    <a:pt x="850" y="271"/>
                  </a:lnTo>
                  <a:lnTo>
                    <a:pt x="772" y="310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41"/>
                  </a:lnTo>
                  <a:lnTo>
                    <a:pt x="695" y="619"/>
                  </a:lnTo>
                  <a:lnTo>
                    <a:pt x="772" y="696"/>
                  </a:lnTo>
                  <a:lnTo>
                    <a:pt x="850" y="734"/>
                  </a:lnTo>
                  <a:lnTo>
                    <a:pt x="1081" y="812"/>
                  </a:lnTo>
                  <a:lnTo>
                    <a:pt x="1274" y="966"/>
                  </a:lnTo>
                  <a:lnTo>
                    <a:pt x="1468" y="1121"/>
                  </a:lnTo>
                  <a:lnTo>
                    <a:pt x="1622" y="1275"/>
                  </a:lnTo>
                  <a:lnTo>
                    <a:pt x="1738" y="1507"/>
                  </a:lnTo>
                  <a:lnTo>
                    <a:pt x="1854" y="1700"/>
                  </a:lnTo>
                  <a:lnTo>
                    <a:pt x="1892" y="1931"/>
                  </a:lnTo>
                  <a:lnTo>
                    <a:pt x="1931" y="2163"/>
                  </a:lnTo>
                  <a:lnTo>
                    <a:pt x="1892" y="2472"/>
                  </a:lnTo>
                  <a:lnTo>
                    <a:pt x="1815" y="2742"/>
                  </a:lnTo>
                  <a:lnTo>
                    <a:pt x="1738" y="2897"/>
                  </a:lnTo>
                  <a:lnTo>
                    <a:pt x="1622" y="2974"/>
                  </a:lnTo>
                  <a:lnTo>
                    <a:pt x="1506" y="3090"/>
                  </a:lnTo>
                  <a:lnTo>
                    <a:pt x="1390" y="3128"/>
                  </a:lnTo>
                  <a:lnTo>
                    <a:pt x="1197" y="3167"/>
                  </a:lnTo>
                  <a:lnTo>
                    <a:pt x="1043" y="3128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81"/>
                  </a:lnTo>
                  <a:lnTo>
                    <a:pt x="811" y="2626"/>
                  </a:lnTo>
                  <a:lnTo>
                    <a:pt x="888" y="2472"/>
                  </a:lnTo>
                  <a:lnTo>
                    <a:pt x="1043" y="2356"/>
                  </a:lnTo>
                  <a:lnTo>
                    <a:pt x="1120" y="2279"/>
                  </a:lnTo>
                  <a:lnTo>
                    <a:pt x="1159" y="2163"/>
                  </a:lnTo>
                  <a:lnTo>
                    <a:pt x="1120" y="2047"/>
                  </a:lnTo>
                  <a:lnTo>
                    <a:pt x="1043" y="1970"/>
                  </a:lnTo>
                  <a:lnTo>
                    <a:pt x="618" y="1623"/>
                  </a:lnTo>
                  <a:lnTo>
                    <a:pt x="425" y="1468"/>
                  </a:lnTo>
                  <a:lnTo>
                    <a:pt x="193" y="1352"/>
                  </a:lnTo>
                  <a:lnTo>
                    <a:pt x="0" y="1623"/>
                  </a:lnTo>
                  <a:lnTo>
                    <a:pt x="270" y="1893"/>
                  </a:lnTo>
                  <a:lnTo>
                    <a:pt x="541" y="2163"/>
                  </a:lnTo>
                  <a:lnTo>
                    <a:pt x="386" y="2395"/>
                  </a:lnTo>
                  <a:lnTo>
                    <a:pt x="309" y="2626"/>
                  </a:lnTo>
                  <a:lnTo>
                    <a:pt x="309" y="2935"/>
                  </a:lnTo>
                  <a:lnTo>
                    <a:pt x="348" y="3051"/>
                  </a:lnTo>
                  <a:lnTo>
                    <a:pt x="425" y="3206"/>
                  </a:lnTo>
                  <a:lnTo>
                    <a:pt x="541" y="3360"/>
                  </a:lnTo>
                  <a:lnTo>
                    <a:pt x="695" y="3476"/>
                  </a:lnTo>
                  <a:lnTo>
                    <a:pt x="850" y="3592"/>
                  </a:lnTo>
                  <a:lnTo>
                    <a:pt x="1081" y="3630"/>
                  </a:lnTo>
                  <a:lnTo>
                    <a:pt x="1274" y="3630"/>
                  </a:lnTo>
                  <a:lnTo>
                    <a:pt x="1468" y="3592"/>
                  </a:lnTo>
                  <a:lnTo>
                    <a:pt x="1661" y="3515"/>
                  </a:lnTo>
                  <a:lnTo>
                    <a:pt x="1854" y="3437"/>
                  </a:lnTo>
                  <a:lnTo>
                    <a:pt x="2047" y="3283"/>
                  </a:lnTo>
                  <a:lnTo>
                    <a:pt x="2201" y="3090"/>
                  </a:lnTo>
                  <a:lnTo>
                    <a:pt x="2317" y="2897"/>
                  </a:lnTo>
                  <a:lnTo>
                    <a:pt x="2394" y="2704"/>
                  </a:lnTo>
                  <a:lnTo>
                    <a:pt x="2433" y="2472"/>
                  </a:lnTo>
                  <a:lnTo>
                    <a:pt x="2433" y="2279"/>
                  </a:lnTo>
                  <a:lnTo>
                    <a:pt x="2433" y="2047"/>
                  </a:lnTo>
                  <a:lnTo>
                    <a:pt x="2356" y="1816"/>
                  </a:lnTo>
                  <a:lnTo>
                    <a:pt x="2317" y="1623"/>
                  </a:lnTo>
                  <a:lnTo>
                    <a:pt x="2201" y="1391"/>
                  </a:lnTo>
                  <a:lnTo>
                    <a:pt x="1931" y="1005"/>
                  </a:lnTo>
                  <a:lnTo>
                    <a:pt x="1622" y="657"/>
                  </a:lnTo>
                  <a:lnTo>
                    <a:pt x="1274" y="425"/>
                  </a:lnTo>
                  <a:lnTo>
                    <a:pt x="11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22"/>
            <p:cNvSpPr/>
            <p:nvPr/>
          </p:nvSpPr>
          <p:spPr>
            <a:xfrm>
              <a:off x="5032150" y="354530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22"/>
            <p:cNvSpPr/>
            <p:nvPr/>
          </p:nvSpPr>
          <p:spPr>
            <a:xfrm>
              <a:off x="3784900" y="3554950"/>
              <a:ext cx="112950" cy="132275"/>
            </a:xfrm>
            <a:custGeom>
              <a:avLst/>
              <a:gdLst/>
              <a:ahLst/>
              <a:cxnLst/>
              <a:rect l="l" t="t" r="r" b="b"/>
              <a:pathLst>
                <a:path w="4518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3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5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8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6" y="3167"/>
                  </a:lnTo>
                  <a:lnTo>
                    <a:pt x="772" y="2742"/>
                  </a:lnTo>
                  <a:lnTo>
                    <a:pt x="965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79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22"/>
            <p:cNvSpPr/>
            <p:nvPr/>
          </p:nvSpPr>
          <p:spPr>
            <a:xfrm>
              <a:off x="5529325" y="35675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463" y="927"/>
                  </a:lnTo>
                  <a:lnTo>
                    <a:pt x="1043" y="1622"/>
                  </a:lnTo>
                  <a:lnTo>
                    <a:pt x="1661" y="2279"/>
                  </a:lnTo>
                  <a:lnTo>
                    <a:pt x="2356" y="2858"/>
                  </a:lnTo>
                  <a:lnTo>
                    <a:pt x="3089" y="3360"/>
                  </a:lnTo>
                  <a:lnTo>
                    <a:pt x="3862" y="3824"/>
                  </a:lnTo>
                  <a:lnTo>
                    <a:pt x="4672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21" y="4905"/>
                  </a:lnTo>
                  <a:lnTo>
                    <a:pt x="7684" y="4943"/>
                  </a:lnTo>
                  <a:lnTo>
                    <a:pt x="8109" y="4982"/>
                  </a:lnTo>
                  <a:lnTo>
                    <a:pt x="8534" y="4943"/>
                  </a:lnTo>
                  <a:lnTo>
                    <a:pt x="8959" y="4905"/>
                  </a:lnTo>
                  <a:lnTo>
                    <a:pt x="9383" y="4866"/>
                  </a:lnTo>
                  <a:lnTo>
                    <a:pt x="9808" y="4750"/>
                  </a:lnTo>
                  <a:lnTo>
                    <a:pt x="10233" y="4634"/>
                  </a:lnTo>
                  <a:lnTo>
                    <a:pt x="10658" y="4480"/>
                  </a:lnTo>
                  <a:lnTo>
                    <a:pt x="11044" y="4326"/>
                  </a:lnTo>
                  <a:lnTo>
                    <a:pt x="11469" y="4094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280" y="3553"/>
                  </a:lnTo>
                  <a:lnTo>
                    <a:pt x="12434" y="3167"/>
                  </a:lnTo>
                  <a:lnTo>
                    <a:pt x="12241" y="3167"/>
                  </a:lnTo>
                  <a:lnTo>
                    <a:pt x="12202" y="3128"/>
                  </a:lnTo>
                  <a:lnTo>
                    <a:pt x="12009" y="3128"/>
                  </a:lnTo>
                  <a:lnTo>
                    <a:pt x="11893" y="3167"/>
                  </a:lnTo>
                  <a:lnTo>
                    <a:pt x="11546" y="3437"/>
                  </a:lnTo>
                  <a:lnTo>
                    <a:pt x="11198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01" y="4171"/>
                  </a:lnTo>
                  <a:lnTo>
                    <a:pt x="9615" y="4287"/>
                  </a:lnTo>
                  <a:lnTo>
                    <a:pt x="9190" y="4364"/>
                  </a:lnTo>
                  <a:lnTo>
                    <a:pt x="8766" y="4403"/>
                  </a:lnTo>
                  <a:lnTo>
                    <a:pt x="8341" y="4441"/>
                  </a:lnTo>
                  <a:lnTo>
                    <a:pt x="7916" y="4480"/>
                  </a:lnTo>
                  <a:lnTo>
                    <a:pt x="7453" y="4441"/>
                  </a:lnTo>
                  <a:lnTo>
                    <a:pt x="7028" y="4403"/>
                  </a:lnTo>
                  <a:lnTo>
                    <a:pt x="6603" y="4326"/>
                  </a:lnTo>
                  <a:lnTo>
                    <a:pt x="6178" y="4248"/>
                  </a:lnTo>
                  <a:lnTo>
                    <a:pt x="5792" y="4132"/>
                  </a:lnTo>
                  <a:lnTo>
                    <a:pt x="5368" y="4017"/>
                  </a:lnTo>
                  <a:lnTo>
                    <a:pt x="4595" y="3669"/>
                  </a:lnTo>
                  <a:lnTo>
                    <a:pt x="3862" y="3283"/>
                  </a:lnTo>
                  <a:lnTo>
                    <a:pt x="3205" y="2820"/>
                  </a:lnTo>
                  <a:lnTo>
                    <a:pt x="2549" y="2318"/>
                  </a:lnTo>
                  <a:lnTo>
                    <a:pt x="1969" y="1777"/>
                  </a:lnTo>
                  <a:lnTo>
                    <a:pt x="1352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22"/>
            <p:cNvSpPr/>
            <p:nvPr/>
          </p:nvSpPr>
          <p:spPr>
            <a:xfrm>
              <a:off x="2258625" y="3569425"/>
              <a:ext cx="44450" cy="43475"/>
            </a:xfrm>
            <a:custGeom>
              <a:avLst/>
              <a:gdLst/>
              <a:ahLst/>
              <a:cxnLst/>
              <a:rect l="l" t="t" r="r" b="b"/>
              <a:pathLst>
                <a:path w="1778" h="1739" extrusionOk="0">
                  <a:moveTo>
                    <a:pt x="773" y="310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9"/>
                  </a:lnTo>
                  <a:lnTo>
                    <a:pt x="1391" y="773"/>
                  </a:lnTo>
                  <a:lnTo>
                    <a:pt x="1391" y="966"/>
                  </a:lnTo>
                  <a:lnTo>
                    <a:pt x="1352" y="1044"/>
                  </a:lnTo>
                  <a:lnTo>
                    <a:pt x="1275" y="1159"/>
                  </a:lnTo>
                  <a:lnTo>
                    <a:pt x="1198" y="1237"/>
                  </a:lnTo>
                  <a:lnTo>
                    <a:pt x="1082" y="1314"/>
                  </a:lnTo>
                  <a:lnTo>
                    <a:pt x="889" y="1352"/>
                  </a:lnTo>
                  <a:lnTo>
                    <a:pt x="696" y="1352"/>
                  </a:lnTo>
                  <a:lnTo>
                    <a:pt x="542" y="1237"/>
                  </a:lnTo>
                  <a:lnTo>
                    <a:pt x="426" y="1082"/>
                  </a:lnTo>
                  <a:lnTo>
                    <a:pt x="387" y="889"/>
                  </a:lnTo>
                  <a:lnTo>
                    <a:pt x="387" y="735"/>
                  </a:lnTo>
                  <a:lnTo>
                    <a:pt x="464" y="580"/>
                  </a:lnTo>
                  <a:lnTo>
                    <a:pt x="542" y="387"/>
                  </a:lnTo>
                  <a:lnTo>
                    <a:pt x="542" y="348"/>
                  </a:lnTo>
                  <a:lnTo>
                    <a:pt x="773" y="310"/>
                  </a:lnTo>
                  <a:close/>
                  <a:moveTo>
                    <a:pt x="773" y="1"/>
                  </a:moveTo>
                  <a:lnTo>
                    <a:pt x="619" y="40"/>
                  </a:lnTo>
                  <a:lnTo>
                    <a:pt x="464" y="117"/>
                  </a:lnTo>
                  <a:lnTo>
                    <a:pt x="426" y="155"/>
                  </a:lnTo>
                  <a:lnTo>
                    <a:pt x="348" y="194"/>
                  </a:lnTo>
                  <a:lnTo>
                    <a:pt x="233" y="271"/>
                  </a:lnTo>
                  <a:lnTo>
                    <a:pt x="117" y="387"/>
                  </a:lnTo>
                  <a:lnTo>
                    <a:pt x="40" y="503"/>
                  </a:lnTo>
                  <a:lnTo>
                    <a:pt x="1" y="657"/>
                  </a:lnTo>
                  <a:lnTo>
                    <a:pt x="1" y="850"/>
                  </a:lnTo>
                  <a:lnTo>
                    <a:pt x="1" y="1005"/>
                  </a:lnTo>
                  <a:lnTo>
                    <a:pt x="40" y="1159"/>
                  </a:lnTo>
                  <a:lnTo>
                    <a:pt x="117" y="1314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9" y="1739"/>
                  </a:lnTo>
                  <a:lnTo>
                    <a:pt x="966" y="1739"/>
                  </a:lnTo>
                  <a:lnTo>
                    <a:pt x="1121" y="1700"/>
                  </a:lnTo>
                  <a:lnTo>
                    <a:pt x="1275" y="1623"/>
                  </a:lnTo>
                  <a:lnTo>
                    <a:pt x="1430" y="1545"/>
                  </a:lnTo>
                  <a:lnTo>
                    <a:pt x="1584" y="1430"/>
                  </a:lnTo>
                  <a:lnTo>
                    <a:pt x="1661" y="1275"/>
                  </a:lnTo>
                  <a:lnTo>
                    <a:pt x="1739" y="1121"/>
                  </a:lnTo>
                  <a:lnTo>
                    <a:pt x="1777" y="928"/>
                  </a:lnTo>
                  <a:lnTo>
                    <a:pt x="1777" y="773"/>
                  </a:lnTo>
                  <a:lnTo>
                    <a:pt x="1739" y="580"/>
                  </a:lnTo>
                  <a:lnTo>
                    <a:pt x="1661" y="426"/>
                  </a:lnTo>
                  <a:lnTo>
                    <a:pt x="1546" y="271"/>
                  </a:lnTo>
                  <a:lnTo>
                    <a:pt x="1430" y="155"/>
                  </a:lnTo>
                  <a:lnTo>
                    <a:pt x="1275" y="78"/>
                  </a:lnTo>
                  <a:lnTo>
                    <a:pt x="1121" y="40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22"/>
            <p:cNvSpPr/>
            <p:nvPr/>
          </p:nvSpPr>
          <p:spPr>
            <a:xfrm>
              <a:off x="5836300" y="3573300"/>
              <a:ext cx="93675" cy="136150"/>
            </a:xfrm>
            <a:custGeom>
              <a:avLst/>
              <a:gdLst/>
              <a:ahLst/>
              <a:cxnLst/>
              <a:rect l="l" t="t" r="r" b="b"/>
              <a:pathLst>
                <a:path w="3747" h="5446" extrusionOk="0">
                  <a:moveTo>
                    <a:pt x="3515" y="0"/>
                  </a:moveTo>
                  <a:lnTo>
                    <a:pt x="3437" y="39"/>
                  </a:lnTo>
                  <a:lnTo>
                    <a:pt x="3360" y="78"/>
                  </a:lnTo>
                  <a:lnTo>
                    <a:pt x="3283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88" y="773"/>
                  </a:lnTo>
                  <a:lnTo>
                    <a:pt x="2356" y="1004"/>
                  </a:lnTo>
                  <a:lnTo>
                    <a:pt x="2086" y="1236"/>
                  </a:lnTo>
                  <a:lnTo>
                    <a:pt x="1777" y="1468"/>
                  </a:lnTo>
                  <a:lnTo>
                    <a:pt x="1159" y="1815"/>
                  </a:lnTo>
                  <a:lnTo>
                    <a:pt x="1120" y="1892"/>
                  </a:lnTo>
                  <a:lnTo>
                    <a:pt x="1082" y="1970"/>
                  </a:lnTo>
                  <a:lnTo>
                    <a:pt x="1082" y="2047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927" y="2124"/>
                  </a:lnTo>
                  <a:lnTo>
                    <a:pt x="850" y="2201"/>
                  </a:lnTo>
                  <a:lnTo>
                    <a:pt x="812" y="2279"/>
                  </a:lnTo>
                  <a:lnTo>
                    <a:pt x="812" y="2356"/>
                  </a:lnTo>
                  <a:lnTo>
                    <a:pt x="850" y="2433"/>
                  </a:lnTo>
                  <a:lnTo>
                    <a:pt x="889" y="2510"/>
                  </a:lnTo>
                  <a:lnTo>
                    <a:pt x="1005" y="2549"/>
                  </a:lnTo>
                  <a:lnTo>
                    <a:pt x="1236" y="2626"/>
                  </a:lnTo>
                  <a:lnTo>
                    <a:pt x="1468" y="2703"/>
                  </a:lnTo>
                  <a:lnTo>
                    <a:pt x="1661" y="2858"/>
                  </a:lnTo>
                  <a:lnTo>
                    <a:pt x="1854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63" y="3669"/>
                  </a:lnTo>
                  <a:lnTo>
                    <a:pt x="2163" y="3900"/>
                  </a:lnTo>
                  <a:lnTo>
                    <a:pt x="2124" y="4132"/>
                  </a:lnTo>
                  <a:lnTo>
                    <a:pt x="2047" y="4364"/>
                  </a:lnTo>
                  <a:lnTo>
                    <a:pt x="1931" y="4557"/>
                  </a:lnTo>
                  <a:lnTo>
                    <a:pt x="1777" y="4711"/>
                  </a:lnTo>
                  <a:lnTo>
                    <a:pt x="1584" y="4866"/>
                  </a:lnTo>
                  <a:lnTo>
                    <a:pt x="1352" y="4943"/>
                  </a:lnTo>
                  <a:lnTo>
                    <a:pt x="1236" y="4982"/>
                  </a:lnTo>
                  <a:lnTo>
                    <a:pt x="1120" y="4982"/>
                  </a:lnTo>
                  <a:lnTo>
                    <a:pt x="927" y="4904"/>
                  </a:lnTo>
                  <a:lnTo>
                    <a:pt x="773" y="4789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73" y="4287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1005" y="4132"/>
                  </a:lnTo>
                  <a:lnTo>
                    <a:pt x="1120" y="4094"/>
                  </a:lnTo>
                  <a:lnTo>
                    <a:pt x="1275" y="4055"/>
                  </a:lnTo>
                  <a:lnTo>
                    <a:pt x="1352" y="3939"/>
                  </a:lnTo>
                  <a:lnTo>
                    <a:pt x="1314" y="3823"/>
                  </a:lnTo>
                  <a:lnTo>
                    <a:pt x="1314" y="3746"/>
                  </a:lnTo>
                  <a:lnTo>
                    <a:pt x="1236" y="3669"/>
                  </a:lnTo>
                  <a:lnTo>
                    <a:pt x="155" y="2935"/>
                  </a:lnTo>
                  <a:lnTo>
                    <a:pt x="1" y="3321"/>
                  </a:lnTo>
                  <a:lnTo>
                    <a:pt x="657" y="3785"/>
                  </a:lnTo>
                  <a:lnTo>
                    <a:pt x="541" y="3900"/>
                  </a:lnTo>
                  <a:lnTo>
                    <a:pt x="425" y="4016"/>
                  </a:lnTo>
                  <a:lnTo>
                    <a:pt x="310" y="4132"/>
                  </a:lnTo>
                  <a:lnTo>
                    <a:pt x="271" y="4248"/>
                  </a:lnTo>
                  <a:lnTo>
                    <a:pt x="232" y="4402"/>
                  </a:lnTo>
                  <a:lnTo>
                    <a:pt x="194" y="4557"/>
                  </a:lnTo>
                  <a:lnTo>
                    <a:pt x="232" y="4750"/>
                  </a:lnTo>
                  <a:lnTo>
                    <a:pt x="271" y="4904"/>
                  </a:lnTo>
                  <a:lnTo>
                    <a:pt x="425" y="5136"/>
                  </a:lnTo>
                  <a:lnTo>
                    <a:pt x="580" y="5291"/>
                  </a:lnTo>
                  <a:lnTo>
                    <a:pt x="773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29" y="5406"/>
                  </a:lnTo>
                  <a:lnTo>
                    <a:pt x="1661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79" y="4866"/>
                  </a:lnTo>
                  <a:lnTo>
                    <a:pt x="2433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626" y="3978"/>
                  </a:lnTo>
                  <a:lnTo>
                    <a:pt x="2626" y="3746"/>
                  </a:lnTo>
                  <a:lnTo>
                    <a:pt x="2588" y="3514"/>
                  </a:lnTo>
                  <a:lnTo>
                    <a:pt x="2511" y="3283"/>
                  </a:lnTo>
                  <a:lnTo>
                    <a:pt x="2395" y="3090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70" y="2510"/>
                  </a:lnTo>
                  <a:lnTo>
                    <a:pt x="1777" y="2356"/>
                  </a:lnTo>
                  <a:lnTo>
                    <a:pt x="1545" y="2240"/>
                  </a:lnTo>
                  <a:lnTo>
                    <a:pt x="1314" y="2124"/>
                  </a:lnTo>
                  <a:lnTo>
                    <a:pt x="1661" y="2008"/>
                  </a:lnTo>
                  <a:lnTo>
                    <a:pt x="1970" y="1854"/>
                  </a:lnTo>
                  <a:lnTo>
                    <a:pt x="2279" y="1661"/>
                  </a:lnTo>
                  <a:lnTo>
                    <a:pt x="2588" y="1429"/>
                  </a:lnTo>
                  <a:lnTo>
                    <a:pt x="2858" y="1236"/>
                  </a:lnTo>
                  <a:lnTo>
                    <a:pt x="3128" y="966"/>
                  </a:lnTo>
                  <a:lnTo>
                    <a:pt x="3360" y="695"/>
                  </a:lnTo>
                  <a:lnTo>
                    <a:pt x="3476" y="541"/>
                  </a:lnTo>
                  <a:lnTo>
                    <a:pt x="3553" y="387"/>
                  </a:lnTo>
                  <a:lnTo>
                    <a:pt x="3746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22"/>
            <p:cNvSpPr/>
            <p:nvPr/>
          </p:nvSpPr>
          <p:spPr>
            <a:xfrm>
              <a:off x="2264425" y="357522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8"/>
                  </a:lnTo>
                  <a:lnTo>
                    <a:pt x="3939" y="4248"/>
                  </a:lnTo>
                  <a:lnTo>
                    <a:pt x="4017" y="5407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917"/>
                  </a:lnTo>
                  <a:lnTo>
                    <a:pt x="3901" y="8534"/>
                  </a:lnTo>
                  <a:lnTo>
                    <a:pt x="3746" y="9152"/>
                  </a:lnTo>
                  <a:lnTo>
                    <a:pt x="3515" y="9732"/>
                  </a:lnTo>
                  <a:lnTo>
                    <a:pt x="3244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93"/>
                  </a:lnTo>
                  <a:lnTo>
                    <a:pt x="773" y="9384"/>
                  </a:lnTo>
                  <a:lnTo>
                    <a:pt x="696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618" y="2742"/>
                  </a:lnTo>
                  <a:lnTo>
                    <a:pt x="1391" y="2395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39"/>
                  </a:lnTo>
                  <a:lnTo>
                    <a:pt x="3476" y="310"/>
                  </a:lnTo>
                  <a:lnTo>
                    <a:pt x="3051" y="657"/>
                  </a:lnTo>
                  <a:lnTo>
                    <a:pt x="2626" y="966"/>
                  </a:lnTo>
                  <a:lnTo>
                    <a:pt x="2202" y="1313"/>
                  </a:lnTo>
                  <a:lnTo>
                    <a:pt x="1314" y="1893"/>
                  </a:lnTo>
                  <a:lnTo>
                    <a:pt x="425" y="2472"/>
                  </a:lnTo>
                  <a:lnTo>
                    <a:pt x="348" y="2549"/>
                  </a:lnTo>
                  <a:lnTo>
                    <a:pt x="348" y="2626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3"/>
                  </a:lnTo>
                  <a:lnTo>
                    <a:pt x="155" y="4866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4"/>
                  </a:lnTo>
                  <a:lnTo>
                    <a:pt x="1391" y="11199"/>
                  </a:lnTo>
                  <a:lnTo>
                    <a:pt x="1622" y="11315"/>
                  </a:lnTo>
                  <a:lnTo>
                    <a:pt x="1816" y="11392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53"/>
                  </a:lnTo>
                  <a:lnTo>
                    <a:pt x="3051" y="11237"/>
                  </a:lnTo>
                  <a:lnTo>
                    <a:pt x="3283" y="11044"/>
                  </a:lnTo>
                  <a:lnTo>
                    <a:pt x="3476" y="10890"/>
                  </a:lnTo>
                  <a:lnTo>
                    <a:pt x="3669" y="10658"/>
                  </a:lnTo>
                  <a:lnTo>
                    <a:pt x="3823" y="10388"/>
                  </a:lnTo>
                  <a:lnTo>
                    <a:pt x="3978" y="10156"/>
                  </a:lnTo>
                  <a:lnTo>
                    <a:pt x="4171" y="9538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222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57" y="4982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1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39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22"/>
            <p:cNvSpPr/>
            <p:nvPr/>
          </p:nvSpPr>
          <p:spPr>
            <a:xfrm>
              <a:off x="4033950" y="35897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5670;p22"/>
            <p:cNvSpPr/>
            <p:nvPr/>
          </p:nvSpPr>
          <p:spPr>
            <a:xfrm>
              <a:off x="3935475" y="3595500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426" y="1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40" y="78"/>
                  </a:lnTo>
                  <a:lnTo>
                    <a:pt x="1" y="194"/>
                  </a:lnTo>
                  <a:lnTo>
                    <a:pt x="40" y="271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1"/>
                  </a:lnTo>
                  <a:lnTo>
                    <a:pt x="850" y="194"/>
                  </a:lnTo>
                  <a:lnTo>
                    <a:pt x="812" y="78"/>
                  </a:lnTo>
                  <a:lnTo>
                    <a:pt x="73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22"/>
            <p:cNvSpPr/>
            <p:nvPr/>
          </p:nvSpPr>
          <p:spPr>
            <a:xfrm>
              <a:off x="6924275" y="3599350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4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4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1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6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22"/>
            <p:cNvSpPr/>
            <p:nvPr/>
          </p:nvSpPr>
          <p:spPr>
            <a:xfrm>
              <a:off x="2208425" y="362157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4" y="386"/>
                  </a:moveTo>
                  <a:lnTo>
                    <a:pt x="1121" y="425"/>
                  </a:lnTo>
                  <a:lnTo>
                    <a:pt x="1198" y="463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9" y="1274"/>
                  </a:lnTo>
                  <a:lnTo>
                    <a:pt x="696" y="1236"/>
                  </a:lnTo>
                  <a:lnTo>
                    <a:pt x="542" y="1159"/>
                  </a:lnTo>
                  <a:lnTo>
                    <a:pt x="464" y="1081"/>
                  </a:lnTo>
                  <a:lnTo>
                    <a:pt x="426" y="965"/>
                  </a:lnTo>
                  <a:lnTo>
                    <a:pt x="387" y="888"/>
                  </a:lnTo>
                  <a:lnTo>
                    <a:pt x="387" y="772"/>
                  </a:lnTo>
                  <a:lnTo>
                    <a:pt x="426" y="579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850" y="0"/>
                  </a:moveTo>
                  <a:lnTo>
                    <a:pt x="735" y="39"/>
                  </a:lnTo>
                  <a:lnTo>
                    <a:pt x="619" y="77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79"/>
                  </a:lnTo>
                  <a:lnTo>
                    <a:pt x="40" y="734"/>
                  </a:lnTo>
                  <a:lnTo>
                    <a:pt x="1" y="888"/>
                  </a:lnTo>
                  <a:lnTo>
                    <a:pt x="40" y="1043"/>
                  </a:lnTo>
                  <a:lnTo>
                    <a:pt x="78" y="1197"/>
                  </a:lnTo>
                  <a:lnTo>
                    <a:pt x="194" y="1352"/>
                  </a:lnTo>
                  <a:lnTo>
                    <a:pt x="310" y="1467"/>
                  </a:lnTo>
                  <a:lnTo>
                    <a:pt x="464" y="1583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22"/>
            <p:cNvSpPr/>
            <p:nvPr/>
          </p:nvSpPr>
          <p:spPr>
            <a:xfrm>
              <a:off x="4431675" y="3622525"/>
              <a:ext cx="174775" cy="292525"/>
            </a:xfrm>
            <a:custGeom>
              <a:avLst/>
              <a:gdLst/>
              <a:ahLst/>
              <a:cxnLst/>
              <a:rect l="l" t="t" r="r" b="b"/>
              <a:pathLst>
                <a:path w="6991" h="11701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5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3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8"/>
                  </a:lnTo>
                  <a:lnTo>
                    <a:pt x="6411" y="5638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2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22"/>
            <p:cNvSpPr/>
            <p:nvPr/>
          </p:nvSpPr>
          <p:spPr>
            <a:xfrm>
              <a:off x="3827375" y="36360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3" y="2665"/>
                  </a:lnTo>
                  <a:lnTo>
                    <a:pt x="2780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6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5" y="2896"/>
                  </a:lnTo>
                  <a:lnTo>
                    <a:pt x="772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0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3" y="3707"/>
                  </a:lnTo>
                  <a:lnTo>
                    <a:pt x="1969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5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8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22"/>
            <p:cNvSpPr/>
            <p:nvPr/>
          </p:nvSpPr>
          <p:spPr>
            <a:xfrm>
              <a:off x="2802150" y="36428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1"/>
                  </a:moveTo>
                  <a:lnTo>
                    <a:pt x="12434" y="39"/>
                  </a:lnTo>
                  <a:lnTo>
                    <a:pt x="12357" y="78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9"/>
                  </a:lnTo>
                  <a:lnTo>
                    <a:pt x="12164" y="1043"/>
                  </a:lnTo>
                  <a:lnTo>
                    <a:pt x="12009" y="1198"/>
                  </a:lnTo>
                  <a:lnTo>
                    <a:pt x="11855" y="1314"/>
                  </a:lnTo>
                  <a:lnTo>
                    <a:pt x="11430" y="1545"/>
                  </a:lnTo>
                  <a:lnTo>
                    <a:pt x="11005" y="1700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3" y="2086"/>
                  </a:lnTo>
                  <a:lnTo>
                    <a:pt x="9345" y="2009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1"/>
                  </a:lnTo>
                  <a:lnTo>
                    <a:pt x="8611" y="1700"/>
                  </a:lnTo>
                  <a:lnTo>
                    <a:pt x="8804" y="2009"/>
                  </a:lnTo>
                  <a:lnTo>
                    <a:pt x="8997" y="2279"/>
                  </a:lnTo>
                  <a:lnTo>
                    <a:pt x="7839" y="2588"/>
                  </a:lnTo>
                  <a:lnTo>
                    <a:pt x="6719" y="2820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8" y="3283"/>
                  </a:lnTo>
                  <a:lnTo>
                    <a:pt x="3746" y="2935"/>
                  </a:lnTo>
                  <a:lnTo>
                    <a:pt x="3784" y="2588"/>
                  </a:lnTo>
                  <a:lnTo>
                    <a:pt x="3707" y="2240"/>
                  </a:lnTo>
                  <a:lnTo>
                    <a:pt x="3630" y="1893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8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9"/>
                  </a:lnTo>
                  <a:lnTo>
                    <a:pt x="1815" y="3437"/>
                  </a:lnTo>
                  <a:lnTo>
                    <a:pt x="1352" y="3399"/>
                  </a:lnTo>
                  <a:lnTo>
                    <a:pt x="965" y="3360"/>
                  </a:lnTo>
                  <a:lnTo>
                    <a:pt x="772" y="3283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4"/>
                  </a:lnTo>
                  <a:lnTo>
                    <a:pt x="309" y="2665"/>
                  </a:lnTo>
                  <a:lnTo>
                    <a:pt x="232" y="2588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4"/>
                  </a:lnTo>
                  <a:lnTo>
                    <a:pt x="0" y="2858"/>
                  </a:lnTo>
                  <a:lnTo>
                    <a:pt x="0" y="3013"/>
                  </a:lnTo>
                  <a:lnTo>
                    <a:pt x="0" y="3167"/>
                  </a:lnTo>
                  <a:lnTo>
                    <a:pt x="39" y="3283"/>
                  </a:lnTo>
                  <a:lnTo>
                    <a:pt x="116" y="3399"/>
                  </a:lnTo>
                  <a:lnTo>
                    <a:pt x="193" y="3515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1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1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3"/>
                  </a:lnTo>
                  <a:lnTo>
                    <a:pt x="12048" y="1700"/>
                  </a:lnTo>
                  <a:lnTo>
                    <a:pt x="12357" y="1507"/>
                  </a:lnTo>
                  <a:lnTo>
                    <a:pt x="12627" y="1236"/>
                  </a:lnTo>
                  <a:lnTo>
                    <a:pt x="12704" y="1082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80"/>
                  </a:lnTo>
                  <a:lnTo>
                    <a:pt x="12820" y="387"/>
                  </a:lnTo>
                  <a:lnTo>
                    <a:pt x="12743" y="155"/>
                  </a:lnTo>
                  <a:lnTo>
                    <a:pt x="12704" y="78"/>
                  </a:lnTo>
                  <a:lnTo>
                    <a:pt x="12627" y="39"/>
                  </a:lnTo>
                  <a:lnTo>
                    <a:pt x="125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22"/>
            <p:cNvSpPr/>
            <p:nvPr/>
          </p:nvSpPr>
          <p:spPr>
            <a:xfrm>
              <a:off x="2017300" y="364860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271" y="0"/>
                  </a:moveTo>
                  <a:lnTo>
                    <a:pt x="155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39" y="386"/>
                  </a:lnTo>
                  <a:lnTo>
                    <a:pt x="348" y="888"/>
                  </a:lnTo>
                  <a:lnTo>
                    <a:pt x="657" y="1390"/>
                  </a:lnTo>
                  <a:lnTo>
                    <a:pt x="1043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205"/>
                  </a:lnTo>
                  <a:lnTo>
                    <a:pt x="2703" y="3553"/>
                  </a:lnTo>
                  <a:lnTo>
                    <a:pt x="3205" y="3900"/>
                  </a:lnTo>
                  <a:lnTo>
                    <a:pt x="3553" y="3746"/>
                  </a:lnTo>
                  <a:lnTo>
                    <a:pt x="2780" y="3012"/>
                  </a:lnTo>
                  <a:lnTo>
                    <a:pt x="2047" y="2240"/>
                  </a:lnTo>
                  <a:lnTo>
                    <a:pt x="1352" y="1429"/>
                  </a:lnTo>
                  <a:lnTo>
                    <a:pt x="1043" y="1004"/>
                  </a:lnTo>
                  <a:lnTo>
                    <a:pt x="734" y="541"/>
                  </a:lnTo>
                  <a:lnTo>
                    <a:pt x="1622" y="695"/>
                  </a:lnTo>
                  <a:lnTo>
                    <a:pt x="2510" y="888"/>
                  </a:lnTo>
                  <a:lnTo>
                    <a:pt x="3012" y="1043"/>
                  </a:lnTo>
                  <a:lnTo>
                    <a:pt x="3514" y="1197"/>
                  </a:lnTo>
                  <a:lnTo>
                    <a:pt x="4016" y="1390"/>
                  </a:lnTo>
                  <a:lnTo>
                    <a:pt x="4518" y="1506"/>
                  </a:lnTo>
                  <a:lnTo>
                    <a:pt x="4595" y="1506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84"/>
                  </a:lnTo>
                  <a:lnTo>
                    <a:pt x="4904" y="1506"/>
                  </a:lnTo>
                  <a:lnTo>
                    <a:pt x="4982" y="1429"/>
                  </a:lnTo>
                  <a:lnTo>
                    <a:pt x="4634" y="1159"/>
                  </a:lnTo>
                  <a:lnTo>
                    <a:pt x="4171" y="888"/>
                  </a:lnTo>
                  <a:lnTo>
                    <a:pt x="3630" y="657"/>
                  </a:lnTo>
                  <a:lnTo>
                    <a:pt x="3089" y="464"/>
                  </a:lnTo>
                  <a:lnTo>
                    <a:pt x="2510" y="309"/>
                  </a:lnTo>
                  <a:lnTo>
                    <a:pt x="1931" y="193"/>
                  </a:lnTo>
                  <a:lnTo>
                    <a:pt x="1352" y="116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22"/>
            <p:cNvSpPr/>
            <p:nvPr/>
          </p:nvSpPr>
          <p:spPr>
            <a:xfrm>
              <a:off x="1564525" y="3658250"/>
              <a:ext cx="248125" cy="295425"/>
            </a:xfrm>
            <a:custGeom>
              <a:avLst/>
              <a:gdLst/>
              <a:ahLst/>
              <a:cxnLst/>
              <a:rect l="l" t="t" r="r" b="b"/>
              <a:pathLst>
                <a:path w="9925" h="11817" extrusionOk="0">
                  <a:moveTo>
                    <a:pt x="3785" y="850"/>
                  </a:moveTo>
                  <a:lnTo>
                    <a:pt x="4326" y="2279"/>
                  </a:lnTo>
                  <a:lnTo>
                    <a:pt x="4944" y="3746"/>
                  </a:lnTo>
                  <a:lnTo>
                    <a:pt x="6179" y="6565"/>
                  </a:lnTo>
                  <a:lnTo>
                    <a:pt x="3322" y="7492"/>
                  </a:lnTo>
                  <a:lnTo>
                    <a:pt x="1893" y="7955"/>
                  </a:lnTo>
                  <a:lnTo>
                    <a:pt x="464" y="8457"/>
                  </a:lnTo>
                  <a:lnTo>
                    <a:pt x="464" y="8457"/>
                  </a:lnTo>
                  <a:lnTo>
                    <a:pt x="1043" y="7569"/>
                  </a:lnTo>
                  <a:lnTo>
                    <a:pt x="1507" y="6604"/>
                  </a:lnTo>
                  <a:lnTo>
                    <a:pt x="1970" y="5638"/>
                  </a:lnTo>
                  <a:lnTo>
                    <a:pt x="2395" y="4673"/>
                  </a:lnTo>
                  <a:lnTo>
                    <a:pt x="2781" y="3746"/>
                  </a:lnTo>
                  <a:lnTo>
                    <a:pt x="3167" y="2781"/>
                  </a:lnTo>
                  <a:lnTo>
                    <a:pt x="3476" y="1815"/>
                  </a:lnTo>
                  <a:lnTo>
                    <a:pt x="3785" y="850"/>
                  </a:lnTo>
                  <a:close/>
                  <a:moveTo>
                    <a:pt x="3824" y="0"/>
                  </a:moveTo>
                  <a:lnTo>
                    <a:pt x="3746" y="39"/>
                  </a:lnTo>
                  <a:lnTo>
                    <a:pt x="3708" y="78"/>
                  </a:lnTo>
                  <a:lnTo>
                    <a:pt x="3592" y="116"/>
                  </a:lnTo>
                  <a:lnTo>
                    <a:pt x="3553" y="194"/>
                  </a:lnTo>
                  <a:lnTo>
                    <a:pt x="2820" y="2395"/>
                  </a:lnTo>
                  <a:lnTo>
                    <a:pt x="2434" y="3476"/>
                  </a:lnTo>
                  <a:lnTo>
                    <a:pt x="2009" y="4518"/>
                  </a:lnTo>
                  <a:lnTo>
                    <a:pt x="1545" y="5561"/>
                  </a:lnTo>
                  <a:lnTo>
                    <a:pt x="1043" y="6604"/>
                  </a:lnTo>
                  <a:lnTo>
                    <a:pt x="503" y="7608"/>
                  </a:lnTo>
                  <a:lnTo>
                    <a:pt x="39" y="8650"/>
                  </a:lnTo>
                  <a:lnTo>
                    <a:pt x="1" y="8689"/>
                  </a:lnTo>
                  <a:lnTo>
                    <a:pt x="39" y="8766"/>
                  </a:lnTo>
                  <a:lnTo>
                    <a:pt x="117" y="8805"/>
                  </a:lnTo>
                  <a:lnTo>
                    <a:pt x="117" y="8843"/>
                  </a:lnTo>
                  <a:lnTo>
                    <a:pt x="117" y="8920"/>
                  </a:lnTo>
                  <a:lnTo>
                    <a:pt x="155" y="8998"/>
                  </a:lnTo>
                  <a:lnTo>
                    <a:pt x="310" y="9114"/>
                  </a:lnTo>
                  <a:lnTo>
                    <a:pt x="464" y="8882"/>
                  </a:lnTo>
                  <a:lnTo>
                    <a:pt x="1970" y="8457"/>
                  </a:lnTo>
                  <a:lnTo>
                    <a:pt x="3438" y="7994"/>
                  </a:lnTo>
                  <a:lnTo>
                    <a:pt x="6372" y="7028"/>
                  </a:lnTo>
                  <a:lnTo>
                    <a:pt x="7106" y="8689"/>
                  </a:lnTo>
                  <a:lnTo>
                    <a:pt x="8303" y="11817"/>
                  </a:lnTo>
                  <a:lnTo>
                    <a:pt x="8689" y="11662"/>
                  </a:lnTo>
                  <a:lnTo>
                    <a:pt x="7531" y="8689"/>
                  </a:lnTo>
                  <a:lnTo>
                    <a:pt x="6797" y="6874"/>
                  </a:lnTo>
                  <a:lnTo>
                    <a:pt x="8380" y="6333"/>
                  </a:lnTo>
                  <a:lnTo>
                    <a:pt x="9925" y="5754"/>
                  </a:lnTo>
                  <a:lnTo>
                    <a:pt x="9770" y="5329"/>
                  </a:lnTo>
                  <a:lnTo>
                    <a:pt x="8187" y="5909"/>
                  </a:lnTo>
                  <a:lnTo>
                    <a:pt x="6643" y="6449"/>
                  </a:lnTo>
                  <a:lnTo>
                    <a:pt x="6025" y="4905"/>
                  </a:lnTo>
                  <a:lnTo>
                    <a:pt x="5407" y="3360"/>
                  </a:lnTo>
                  <a:lnTo>
                    <a:pt x="4712" y="1854"/>
                  </a:lnTo>
                  <a:lnTo>
                    <a:pt x="3978" y="348"/>
                  </a:lnTo>
                  <a:lnTo>
                    <a:pt x="4055" y="78"/>
                  </a:lnTo>
                  <a:lnTo>
                    <a:pt x="3862" y="39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22"/>
            <p:cNvSpPr/>
            <p:nvPr/>
          </p:nvSpPr>
          <p:spPr>
            <a:xfrm>
              <a:off x="1663975" y="3660175"/>
              <a:ext cx="229775" cy="419975"/>
            </a:xfrm>
            <a:custGeom>
              <a:avLst/>
              <a:gdLst/>
              <a:ahLst/>
              <a:cxnLst/>
              <a:rect l="l" t="t" r="r" b="b"/>
              <a:pathLst>
                <a:path w="9191" h="16799" extrusionOk="0">
                  <a:moveTo>
                    <a:pt x="77" y="1"/>
                  </a:moveTo>
                  <a:lnTo>
                    <a:pt x="0" y="271"/>
                  </a:lnTo>
                  <a:lnTo>
                    <a:pt x="2124" y="1275"/>
                  </a:lnTo>
                  <a:lnTo>
                    <a:pt x="4286" y="2240"/>
                  </a:lnTo>
                  <a:lnTo>
                    <a:pt x="5290" y="2742"/>
                  </a:lnTo>
                  <a:lnTo>
                    <a:pt x="6294" y="3244"/>
                  </a:lnTo>
                  <a:lnTo>
                    <a:pt x="7298" y="3746"/>
                  </a:lnTo>
                  <a:lnTo>
                    <a:pt x="8302" y="4248"/>
                  </a:lnTo>
                  <a:lnTo>
                    <a:pt x="7028" y="4750"/>
                  </a:lnTo>
                  <a:lnTo>
                    <a:pt x="5792" y="5252"/>
                  </a:lnTo>
                  <a:lnTo>
                    <a:pt x="5947" y="5677"/>
                  </a:lnTo>
                  <a:lnTo>
                    <a:pt x="7298" y="5175"/>
                  </a:lnTo>
                  <a:lnTo>
                    <a:pt x="7955" y="4905"/>
                  </a:lnTo>
                  <a:lnTo>
                    <a:pt x="8611" y="4596"/>
                  </a:lnTo>
                  <a:lnTo>
                    <a:pt x="8457" y="5136"/>
                  </a:lnTo>
                  <a:lnTo>
                    <a:pt x="8341" y="5638"/>
                  </a:lnTo>
                  <a:lnTo>
                    <a:pt x="8148" y="6681"/>
                  </a:lnTo>
                  <a:lnTo>
                    <a:pt x="7839" y="8380"/>
                  </a:lnTo>
                  <a:lnTo>
                    <a:pt x="7569" y="10041"/>
                  </a:lnTo>
                  <a:lnTo>
                    <a:pt x="7028" y="13361"/>
                  </a:lnTo>
                  <a:lnTo>
                    <a:pt x="6796" y="15060"/>
                  </a:lnTo>
                  <a:lnTo>
                    <a:pt x="6681" y="15871"/>
                  </a:lnTo>
                  <a:lnTo>
                    <a:pt x="6642" y="16721"/>
                  </a:lnTo>
                  <a:lnTo>
                    <a:pt x="6989" y="16798"/>
                  </a:lnTo>
                  <a:lnTo>
                    <a:pt x="7298" y="15215"/>
                  </a:lnTo>
                  <a:lnTo>
                    <a:pt x="7530" y="13593"/>
                  </a:lnTo>
                  <a:lnTo>
                    <a:pt x="7723" y="12010"/>
                  </a:lnTo>
                  <a:lnTo>
                    <a:pt x="7955" y="10427"/>
                  </a:lnTo>
                  <a:lnTo>
                    <a:pt x="8225" y="8805"/>
                  </a:lnTo>
                  <a:lnTo>
                    <a:pt x="8495" y="7183"/>
                  </a:lnTo>
                  <a:lnTo>
                    <a:pt x="8689" y="6488"/>
                  </a:lnTo>
                  <a:lnTo>
                    <a:pt x="8882" y="5793"/>
                  </a:lnTo>
                  <a:lnTo>
                    <a:pt x="9036" y="5059"/>
                  </a:lnTo>
                  <a:lnTo>
                    <a:pt x="9152" y="4364"/>
                  </a:lnTo>
                  <a:lnTo>
                    <a:pt x="9152" y="4287"/>
                  </a:lnTo>
                  <a:lnTo>
                    <a:pt x="9190" y="4210"/>
                  </a:lnTo>
                  <a:lnTo>
                    <a:pt x="9113" y="4094"/>
                  </a:lnTo>
                  <a:lnTo>
                    <a:pt x="9036" y="4017"/>
                  </a:lnTo>
                  <a:lnTo>
                    <a:pt x="8920" y="4017"/>
                  </a:lnTo>
                  <a:lnTo>
                    <a:pt x="8882" y="4055"/>
                  </a:lnTo>
                  <a:lnTo>
                    <a:pt x="7839" y="3437"/>
                  </a:lnTo>
                  <a:lnTo>
                    <a:pt x="6758" y="2897"/>
                  </a:lnTo>
                  <a:lnTo>
                    <a:pt x="4595" y="1893"/>
                  </a:lnTo>
                  <a:lnTo>
                    <a:pt x="2356" y="927"/>
                  </a:lnTo>
                  <a:lnTo>
                    <a:pt x="1236" y="464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22"/>
            <p:cNvSpPr/>
            <p:nvPr/>
          </p:nvSpPr>
          <p:spPr>
            <a:xfrm>
              <a:off x="406075" y="3667900"/>
              <a:ext cx="458600" cy="289650"/>
            </a:xfrm>
            <a:custGeom>
              <a:avLst/>
              <a:gdLst/>
              <a:ahLst/>
              <a:cxnLst/>
              <a:rect l="l" t="t" r="r" b="b"/>
              <a:pathLst>
                <a:path w="18344" h="11586" extrusionOk="0">
                  <a:moveTo>
                    <a:pt x="17069" y="387"/>
                  </a:moveTo>
                  <a:lnTo>
                    <a:pt x="17146" y="425"/>
                  </a:lnTo>
                  <a:lnTo>
                    <a:pt x="17223" y="503"/>
                  </a:lnTo>
                  <a:lnTo>
                    <a:pt x="17300" y="734"/>
                  </a:lnTo>
                  <a:lnTo>
                    <a:pt x="17378" y="927"/>
                  </a:lnTo>
                  <a:lnTo>
                    <a:pt x="17378" y="1120"/>
                  </a:lnTo>
                  <a:lnTo>
                    <a:pt x="17339" y="1314"/>
                  </a:lnTo>
                  <a:lnTo>
                    <a:pt x="17223" y="1545"/>
                  </a:lnTo>
                  <a:lnTo>
                    <a:pt x="16953" y="1893"/>
                  </a:lnTo>
                  <a:lnTo>
                    <a:pt x="16721" y="2124"/>
                  </a:lnTo>
                  <a:lnTo>
                    <a:pt x="16451" y="2356"/>
                  </a:lnTo>
                  <a:lnTo>
                    <a:pt x="16181" y="2549"/>
                  </a:lnTo>
                  <a:lnTo>
                    <a:pt x="15872" y="2665"/>
                  </a:lnTo>
                  <a:lnTo>
                    <a:pt x="15872" y="2086"/>
                  </a:lnTo>
                  <a:lnTo>
                    <a:pt x="15910" y="1777"/>
                  </a:lnTo>
                  <a:lnTo>
                    <a:pt x="15949" y="1468"/>
                  </a:lnTo>
                  <a:lnTo>
                    <a:pt x="16026" y="1198"/>
                  </a:lnTo>
                  <a:lnTo>
                    <a:pt x="16181" y="927"/>
                  </a:lnTo>
                  <a:lnTo>
                    <a:pt x="16335" y="696"/>
                  </a:lnTo>
                  <a:lnTo>
                    <a:pt x="16605" y="503"/>
                  </a:lnTo>
                  <a:lnTo>
                    <a:pt x="16837" y="425"/>
                  </a:lnTo>
                  <a:lnTo>
                    <a:pt x="16992" y="387"/>
                  </a:lnTo>
                  <a:close/>
                  <a:moveTo>
                    <a:pt x="14597" y="2974"/>
                  </a:moveTo>
                  <a:lnTo>
                    <a:pt x="14868" y="3013"/>
                  </a:lnTo>
                  <a:lnTo>
                    <a:pt x="15138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6"/>
                  </a:lnTo>
                  <a:lnTo>
                    <a:pt x="14057" y="3862"/>
                  </a:lnTo>
                  <a:lnTo>
                    <a:pt x="13786" y="3939"/>
                  </a:lnTo>
                  <a:lnTo>
                    <a:pt x="13478" y="4017"/>
                  </a:lnTo>
                  <a:lnTo>
                    <a:pt x="13053" y="4017"/>
                  </a:lnTo>
                  <a:lnTo>
                    <a:pt x="12976" y="3939"/>
                  </a:lnTo>
                  <a:lnTo>
                    <a:pt x="12976" y="3862"/>
                  </a:lnTo>
                  <a:lnTo>
                    <a:pt x="12976" y="3708"/>
                  </a:lnTo>
                  <a:lnTo>
                    <a:pt x="13014" y="3476"/>
                  </a:lnTo>
                  <a:lnTo>
                    <a:pt x="13053" y="3360"/>
                  </a:lnTo>
                  <a:lnTo>
                    <a:pt x="13207" y="3244"/>
                  </a:lnTo>
                  <a:lnTo>
                    <a:pt x="13400" y="3167"/>
                  </a:lnTo>
                  <a:lnTo>
                    <a:pt x="13709" y="3051"/>
                  </a:lnTo>
                  <a:lnTo>
                    <a:pt x="14018" y="3013"/>
                  </a:lnTo>
                  <a:lnTo>
                    <a:pt x="14327" y="2974"/>
                  </a:lnTo>
                  <a:close/>
                  <a:moveTo>
                    <a:pt x="15679" y="3283"/>
                  </a:moveTo>
                  <a:lnTo>
                    <a:pt x="16335" y="3476"/>
                  </a:lnTo>
                  <a:lnTo>
                    <a:pt x="16644" y="3553"/>
                  </a:lnTo>
                  <a:lnTo>
                    <a:pt x="16992" y="3669"/>
                  </a:lnTo>
                  <a:lnTo>
                    <a:pt x="17262" y="3823"/>
                  </a:lnTo>
                  <a:lnTo>
                    <a:pt x="17532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80" y="4596"/>
                  </a:lnTo>
                  <a:lnTo>
                    <a:pt x="17918" y="4789"/>
                  </a:lnTo>
                  <a:lnTo>
                    <a:pt x="17880" y="4943"/>
                  </a:lnTo>
                  <a:lnTo>
                    <a:pt x="17802" y="5059"/>
                  </a:lnTo>
                  <a:lnTo>
                    <a:pt x="17648" y="5136"/>
                  </a:lnTo>
                  <a:lnTo>
                    <a:pt x="17494" y="5175"/>
                  </a:lnTo>
                  <a:lnTo>
                    <a:pt x="17339" y="5175"/>
                  </a:lnTo>
                  <a:lnTo>
                    <a:pt x="17146" y="5136"/>
                  </a:lnTo>
                  <a:lnTo>
                    <a:pt x="16992" y="5059"/>
                  </a:lnTo>
                  <a:lnTo>
                    <a:pt x="16644" y="4789"/>
                  </a:lnTo>
                  <a:lnTo>
                    <a:pt x="16374" y="4480"/>
                  </a:lnTo>
                  <a:lnTo>
                    <a:pt x="16181" y="4210"/>
                  </a:lnTo>
                  <a:lnTo>
                    <a:pt x="15988" y="3901"/>
                  </a:lnTo>
                  <a:lnTo>
                    <a:pt x="15833" y="3592"/>
                  </a:lnTo>
                  <a:lnTo>
                    <a:pt x="15679" y="3283"/>
                  </a:lnTo>
                  <a:close/>
                  <a:moveTo>
                    <a:pt x="4635" y="541"/>
                  </a:moveTo>
                  <a:lnTo>
                    <a:pt x="5253" y="580"/>
                  </a:lnTo>
                  <a:lnTo>
                    <a:pt x="5832" y="696"/>
                  </a:lnTo>
                  <a:lnTo>
                    <a:pt x="6411" y="850"/>
                  </a:lnTo>
                  <a:lnTo>
                    <a:pt x="6990" y="1120"/>
                  </a:lnTo>
                  <a:lnTo>
                    <a:pt x="7492" y="1429"/>
                  </a:lnTo>
                  <a:lnTo>
                    <a:pt x="7917" y="1738"/>
                  </a:lnTo>
                  <a:lnTo>
                    <a:pt x="8303" y="2086"/>
                  </a:lnTo>
                  <a:lnTo>
                    <a:pt x="8651" y="2472"/>
                  </a:lnTo>
                  <a:lnTo>
                    <a:pt x="8960" y="2858"/>
                  </a:lnTo>
                  <a:lnTo>
                    <a:pt x="9539" y="3669"/>
                  </a:lnTo>
                  <a:lnTo>
                    <a:pt x="10157" y="4480"/>
                  </a:lnTo>
                  <a:lnTo>
                    <a:pt x="10388" y="4827"/>
                  </a:lnTo>
                  <a:lnTo>
                    <a:pt x="10697" y="5136"/>
                  </a:lnTo>
                  <a:lnTo>
                    <a:pt x="11006" y="5445"/>
                  </a:lnTo>
                  <a:lnTo>
                    <a:pt x="11354" y="5677"/>
                  </a:lnTo>
                  <a:lnTo>
                    <a:pt x="11701" y="5870"/>
                  </a:lnTo>
                  <a:lnTo>
                    <a:pt x="12126" y="5986"/>
                  </a:lnTo>
                  <a:lnTo>
                    <a:pt x="12512" y="6025"/>
                  </a:lnTo>
                  <a:lnTo>
                    <a:pt x="12976" y="5986"/>
                  </a:lnTo>
                  <a:lnTo>
                    <a:pt x="13323" y="5870"/>
                  </a:lnTo>
                  <a:lnTo>
                    <a:pt x="13632" y="5754"/>
                  </a:lnTo>
                  <a:lnTo>
                    <a:pt x="13902" y="5600"/>
                  </a:lnTo>
                  <a:lnTo>
                    <a:pt x="14173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9" y="4712"/>
                  </a:lnTo>
                  <a:lnTo>
                    <a:pt x="14984" y="4441"/>
                  </a:lnTo>
                  <a:lnTo>
                    <a:pt x="14752" y="5252"/>
                  </a:lnTo>
                  <a:lnTo>
                    <a:pt x="14443" y="5986"/>
                  </a:lnTo>
                  <a:lnTo>
                    <a:pt x="14057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0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7" y="10272"/>
                  </a:lnTo>
                  <a:lnTo>
                    <a:pt x="9616" y="10465"/>
                  </a:lnTo>
                  <a:lnTo>
                    <a:pt x="9075" y="10658"/>
                  </a:lnTo>
                  <a:lnTo>
                    <a:pt x="8496" y="10774"/>
                  </a:lnTo>
                  <a:lnTo>
                    <a:pt x="7956" y="10890"/>
                  </a:lnTo>
                  <a:lnTo>
                    <a:pt x="7376" y="10929"/>
                  </a:lnTo>
                  <a:lnTo>
                    <a:pt x="6836" y="10929"/>
                  </a:lnTo>
                  <a:lnTo>
                    <a:pt x="6257" y="10890"/>
                  </a:lnTo>
                  <a:lnTo>
                    <a:pt x="5716" y="10774"/>
                  </a:lnTo>
                  <a:lnTo>
                    <a:pt x="5175" y="10620"/>
                  </a:lnTo>
                  <a:lnTo>
                    <a:pt x="4635" y="10465"/>
                  </a:lnTo>
                  <a:lnTo>
                    <a:pt x="4133" y="10195"/>
                  </a:lnTo>
                  <a:lnTo>
                    <a:pt x="3631" y="9925"/>
                  </a:lnTo>
                  <a:lnTo>
                    <a:pt x="3129" y="9577"/>
                  </a:lnTo>
                  <a:lnTo>
                    <a:pt x="2665" y="9191"/>
                  </a:lnTo>
                  <a:lnTo>
                    <a:pt x="2202" y="8766"/>
                  </a:lnTo>
                  <a:lnTo>
                    <a:pt x="1777" y="8303"/>
                  </a:lnTo>
                  <a:lnTo>
                    <a:pt x="1430" y="7801"/>
                  </a:lnTo>
                  <a:lnTo>
                    <a:pt x="1082" y="7260"/>
                  </a:lnTo>
                  <a:lnTo>
                    <a:pt x="812" y="6720"/>
                  </a:lnTo>
                  <a:lnTo>
                    <a:pt x="619" y="6140"/>
                  </a:lnTo>
                  <a:lnTo>
                    <a:pt x="464" y="5523"/>
                  </a:lnTo>
                  <a:lnTo>
                    <a:pt x="426" y="4905"/>
                  </a:lnTo>
                  <a:lnTo>
                    <a:pt x="464" y="4287"/>
                  </a:lnTo>
                  <a:lnTo>
                    <a:pt x="619" y="3708"/>
                  </a:lnTo>
                  <a:lnTo>
                    <a:pt x="812" y="3128"/>
                  </a:lnTo>
                  <a:lnTo>
                    <a:pt x="1121" y="2588"/>
                  </a:lnTo>
                  <a:lnTo>
                    <a:pt x="1468" y="2086"/>
                  </a:lnTo>
                  <a:lnTo>
                    <a:pt x="1893" y="1661"/>
                  </a:lnTo>
                  <a:lnTo>
                    <a:pt x="2356" y="1275"/>
                  </a:lnTo>
                  <a:lnTo>
                    <a:pt x="2897" y="1005"/>
                  </a:lnTo>
                  <a:lnTo>
                    <a:pt x="3476" y="773"/>
                  </a:lnTo>
                  <a:lnTo>
                    <a:pt x="4056" y="618"/>
                  </a:lnTo>
                  <a:lnTo>
                    <a:pt x="4635" y="541"/>
                  </a:lnTo>
                  <a:close/>
                  <a:moveTo>
                    <a:pt x="16876" y="1"/>
                  </a:moveTo>
                  <a:lnTo>
                    <a:pt x="16683" y="39"/>
                  </a:lnTo>
                  <a:lnTo>
                    <a:pt x="16451" y="155"/>
                  </a:lnTo>
                  <a:lnTo>
                    <a:pt x="16258" y="271"/>
                  </a:lnTo>
                  <a:lnTo>
                    <a:pt x="16103" y="425"/>
                  </a:lnTo>
                  <a:lnTo>
                    <a:pt x="15949" y="580"/>
                  </a:lnTo>
                  <a:lnTo>
                    <a:pt x="15833" y="773"/>
                  </a:lnTo>
                  <a:lnTo>
                    <a:pt x="15717" y="1005"/>
                  </a:lnTo>
                  <a:lnTo>
                    <a:pt x="15601" y="1236"/>
                  </a:lnTo>
                  <a:lnTo>
                    <a:pt x="15486" y="1738"/>
                  </a:lnTo>
                  <a:lnTo>
                    <a:pt x="15447" y="2279"/>
                  </a:lnTo>
                  <a:lnTo>
                    <a:pt x="15486" y="2819"/>
                  </a:lnTo>
                  <a:lnTo>
                    <a:pt x="15370" y="2819"/>
                  </a:lnTo>
                  <a:lnTo>
                    <a:pt x="15331" y="2858"/>
                  </a:lnTo>
                  <a:lnTo>
                    <a:pt x="14906" y="2742"/>
                  </a:lnTo>
                  <a:lnTo>
                    <a:pt x="14443" y="2665"/>
                  </a:lnTo>
                  <a:lnTo>
                    <a:pt x="13980" y="2665"/>
                  </a:lnTo>
                  <a:lnTo>
                    <a:pt x="13516" y="2742"/>
                  </a:lnTo>
                  <a:lnTo>
                    <a:pt x="13169" y="2858"/>
                  </a:lnTo>
                  <a:lnTo>
                    <a:pt x="12976" y="2974"/>
                  </a:lnTo>
                  <a:lnTo>
                    <a:pt x="12783" y="3090"/>
                  </a:lnTo>
                  <a:lnTo>
                    <a:pt x="12628" y="3206"/>
                  </a:lnTo>
                  <a:lnTo>
                    <a:pt x="12512" y="3360"/>
                  </a:lnTo>
                  <a:lnTo>
                    <a:pt x="12396" y="3553"/>
                  </a:lnTo>
                  <a:lnTo>
                    <a:pt x="12396" y="3746"/>
                  </a:lnTo>
                  <a:lnTo>
                    <a:pt x="12396" y="3939"/>
                  </a:lnTo>
                  <a:lnTo>
                    <a:pt x="12474" y="4094"/>
                  </a:lnTo>
                  <a:lnTo>
                    <a:pt x="12628" y="4210"/>
                  </a:lnTo>
                  <a:lnTo>
                    <a:pt x="12783" y="4287"/>
                  </a:lnTo>
                  <a:lnTo>
                    <a:pt x="12976" y="4364"/>
                  </a:lnTo>
                  <a:lnTo>
                    <a:pt x="13169" y="4403"/>
                  </a:lnTo>
                  <a:lnTo>
                    <a:pt x="13516" y="4364"/>
                  </a:lnTo>
                  <a:lnTo>
                    <a:pt x="13864" y="4325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9" y="3823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4" y="4866"/>
                  </a:lnTo>
                  <a:lnTo>
                    <a:pt x="13941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30" y="5445"/>
                  </a:lnTo>
                  <a:lnTo>
                    <a:pt x="12744" y="5523"/>
                  </a:lnTo>
                  <a:lnTo>
                    <a:pt x="12396" y="5523"/>
                  </a:lnTo>
                  <a:lnTo>
                    <a:pt x="12049" y="5445"/>
                  </a:lnTo>
                  <a:lnTo>
                    <a:pt x="11740" y="5329"/>
                  </a:lnTo>
                  <a:lnTo>
                    <a:pt x="11431" y="5136"/>
                  </a:lnTo>
                  <a:lnTo>
                    <a:pt x="11122" y="4905"/>
                  </a:lnTo>
                  <a:lnTo>
                    <a:pt x="10852" y="4634"/>
                  </a:lnTo>
                  <a:lnTo>
                    <a:pt x="10543" y="4210"/>
                  </a:lnTo>
                  <a:lnTo>
                    <a:pt x="10195" y="3785"/>
                  </a:lnTo>
                  <a:lnTo>
                    <a:pt x="9616" y="2935"/>
                  </a:lnTo>
                  <a:lnTo>
                    <a:pt x="9307" y="2511"/>
                  </a:lnTo>
                  <a:lnTo>
                    <a:pt x="8960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7" y="966"/>
                  </a:lnTo>
                  <a:lnTo>
                    <a:pt x="7106" y="657"/>
                  </a:lnTo>
                  <a:lnTo>
                    <a:pt x="6527" y="425"/>
                  </a:lnTo>
                  <a:lnTo>
                    <a:pt x="5948" y="271"/>
                  </a:lnTo>
                  <a:lnTo>
                    <a:pt x="5330" y="155"/>
                  </a:lnTo>
                  <a:lnTo>
                    <a:pt x="4751" y="116"/>
                  </a:lnTo>
                  <a:lnTo>
                    <a:pt x="4133" y="155"/>
                  </a:lnTo>
                  <a:lnTo>
                    <a:pt x="3554" y="271"/>
                  </a:lnTo>
                  <a:lnTo>
                    <a:pt x="3283" y="348"/>
                  </a:lnTo>
                  <a:lnTo>
                    <a:pt x="2936" y="464"/>
                  </a:lnTo>
                  <a:lnTo>
                    <a:pt x="2588" y="618"/>
                  </a:lnTo>
                  <a:lnTo>
                    <a:pt x="2279" y="812"/>
                  </a:lnTo>
                  <a:lnTo>
                    <a:pt x="1932" y="1005"/>
                  </a:lnTo>
                  <a:lnTo>
                    <a:pt x="1661" y="1275"/>
                  </a:lnTo>
                  <a:lnTo>
                    <a:pt x="1353" y="1545"/>
                  </a:lnTo>
                  <a:lnTo>
                    <a:pt x="1082" y="1854"/>
                  </a:lnTo>
                  <a:lnTo>
                    <a:pt x="851" y="2163"/>
                  </a:lnTo>
                  <a:lnTo>
                    <a:pt x="542" y="2665"/>
                  </a:lnTo>
                  <a:lnTo>
                    <a:pt x="310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1" y="4712"/>
                  </a:lnTo>
                  <a:lnTo>
                    <a:pt x="40" y="5214"/>
                  </a:lnTo>
                  <a:lnTo>
                    <a:pt x="78" y="5716"/>
                  </a:lnTo>
                  <a:lnTo>
                    <a:pt x="194" y="6218"/>
                  </a:lnTo>
                  <a:lnTo>
                    <a:pt x="387" y="6720"/>
                  </a:lnTo>
                  <a:lnTo>
                    <a:pt x="580" y="7222"/>
                  </a:lnTo>
                  <a:lnTo>
                    <a:pt x="812" y="7685"/>
                  </a:lnTo>
                  <a:lnTo>
                    <a:pt x="1082" y="8110"/>
                  </a:lnTo>
                  <a:lnTo>
                    <a:pt x="1430" y="8573"/>
                  </a:lnTo>
                  <a:lnTo>
                    <a:pt x="1777" y="8959"/>
                  </a:lnTo>
                  <a:lnTo>
                    <a:pt x="2125" y="9384"/>
                  </a:lnTo>
                  <a:lnTo>
                    <a:pt x="2550" y="9732"/>
                  </a:lnTo>
                  <a:lnTo>
                    <a:pt x="3090" y="10156"/>
                  </a:lnTo>
                  <a:lnTo>
                    <a:pt x="3631" y="10504"/>
                  </a:lnTo>
                  <a:lnTo>
                    <a:pt x="4210" y="10774"/>
                  </a:lnTo>
                  <a:lnTo>
                    <a:pt x="4789" y="11044"/>
                  </a:lnTo>
                  <a:lnTo>
                    <a:pt x="5407" y="11199"/>
                  </a:lnTo>
                  <a:lnTo>
                    <a:pt x="6025" y="11353"/>
                  </a:lnTo>
                  <a:lnTo>
                    <a:pt x="6643" y="11392"/>
                  </a:lnTo>
                  <a:lnTo>
                    <a:pt x="7261" y="11431"/>
                  </a:lnTo>
                  <a:lnTo>
                    <a:pt x="7338" y="11585"/>
                  </a:lnTo>
                  <a:lnTo>
                    <a:pt x="7647" y="11392"/>
                  </a:lnTo>
                  <a:lnTo>
                    <a:pt x="8458" y="11315"/>
                  </a:lnTo>
                  <a:lnTo>
                    <a:pt x="9269" y="11122"/>
                  </a:lnTo>
                  <a:lnTo>
                    <a:pt x="10079" y="10813"/>
                  </a:lnTo>
                  <a:lnTo>
                    <a:pt x="10852" y="10465"/>
                  </a:lnTo>
                  <a:lnTo>
                    <a:pt x="11547" y="10040"/>
                  </a:lnTo>
                  <a:lnTo>
                    <a:pt x="12165" y="9577"/>
                  </a:lnTo>
                  <a:lnTo>
                    <a:pt x="12435" y="9384"/>
                  </a:lnTo>
                  <a:lnTo>
                    <a:pt x="13053" y="8805"/>
                  </a:lnTo>
                  <a:lnTo>
                    <a:pt x="13632" y="8187"/>
                  </a:lnTo>
                  <a:lnTo>
                    <a:pt x="14134" y="7492"/>
                  </a:lnTo>
                  <a:lnTo>
                    <a:pt x="14597" y="6797"/>
                  </a:lnTo>
                  <a:lnTo>
                    <a:pt x="14945" y="6025"/>
                  </a:lnTo>
                  <a:lnTo>
                    <a:pt x="15099" y="5638"/>
                  </a:lnTo>
                  <a:lnTo>
                    <a:pt x="15254" y="5214"/>
                  </a:lnTo>
                  <a:lnTo>
                    <a:pt x="15331" y="4827"/>
                  </a:lnTo>
                  <a:lnTo>
                    <a:pt x="15408" y="4403"/>
                  </a:lnTo>
                  <a:lnTo>
                    <a:pt x="15486" y="4017"/>
                  </a:lnTo>
                  <a:lnTo>
                    <a:pt x="15486" y="3592"/>
                  </a:lnTo>
                  <a:lnTo>
                    <a:pt x="15679" y="4055"/>
                  </a:lnTo>
                  <a:lnTo>
                    <a:pt x="15949" y="4480"/>
                  </a:lnTo>
                  <a:lnTo>
                    <a:pt x="16258" y="4866"/>
                  </a:lnTo>
                  <a:lnTo>
                    <a:pt x="16605" y="5214"/>
                  </a:lnTo>
                  <a:lnTo>
                    <a:pt x="16760" y="5368"/>
                  </a:lnTo>
                  <a:lnTo>
                    <a:pt x="16992" y="5484"/>
                  </a:lnTo>
                  <a:lnTo>
                    <a:pt x="17185" y="5561"/>
                  </a:lnTo>
                  <a:lnTo>
                    <a:pt x="17416" y="5638"/>
                  </a:lnTo>
                  <a:lnTo>
                    <a:pt x="17609" y="5677"/>
                  </a:lnTo>
                  <a:lnTo>
                    <a:pt x="17841" y="5638"/>
                  </a:lnTo>
                  <a:lnTo>
                    <a:pt x="18034" y="5523"/>
                  </a:lnTo>
                  <a:lnTo>
                    <a:pt x="18189" y="5329"/>
                  </a:lnTo>
                  <a:lnTo>
                    <a:pt x="18304" y="5136"/>
                  </a:lnTo>
                  <a:lnTo>
                    <a:pt x="18343" y="4943"/>
                  </a:lnTo>
                  <a:lnTo>
                    <a:pt x="18304" y="4712"/>
                  </a:lnTo>
                  <a:lnTo>
                    <a:pt x="18266" y="4519"/>
                  </a:lnTo>
                  <a:lnTo>
                    <a:pt x="18189" y="4287"/>
                  </a:lnTo>
                  <a:lnTo>
                    <a:pt x="18073" y="4132"/>
                  </a:lnTo>
                  <a:lnTo>
                    <a:pt x="17957" y="3939"/>
                  </a:lnTo>
                  <a:lnTo>
                    <a:pt x="17802" y="3785"/>
                  </a:lnTo>
                  <a:lnTo>
                    <a:pt x="17648" y="3630"/>
                  </a:lnTo>
                  <a:lnTo>
                    <a:pt x="17416" y="3476"/>
                  </a:lnTo>
                  <a:lnTo>
                    <a:pt x="16953" y="3244"/>
                  </a:lnTo>
                  <a:lnTo>
                    <a:pt x="16490" y="3051"/>
                  </a:lnTo>
                  <a:lnTo>
                    <a:pt x="15988" y="2935"/>
                  </a:lnTo>
                  <a:lnTo>
                    <a:pt x="16412" y="2781"/>
                  </a:lnTo>
                  <a:lnTo>
                    <a:pt x="16837" y="2511"/>
                  </a:lnTo>
                  <a:lnTo>
                    <a:pt x="17185" y="2202"/>
                  </a:lnTo>
                  <a:lnTo>
                    <a:pt x="17494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4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1" y="194"/>
                  </a:lnTo>
                  <a:lnTo>
                    <a:pt x="17455" y="116"/>
                  </a:lnTo>
                  <a:lnTo>
                    <a:pt x="17339" y="39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22"/>
            <p:cNvSpPr/>
            <p:nvPr/>
          </p:nvSpPr>
          <p:spPr>
            <a:xfrm>
              <a:off x="2141825" y="3698800"/>
              <a:ext cx="126500" cy="70500"/>
            </a:xfrm>
            <a:custGeom>
              <a:avLst/>
              <a:gdLst/>
              <a:ahLst/>
              <a:cxnLst/>
              <a:rect l="l" t="t" r="r" b="b"/>
              <a:pathLst>
                <a:path w="5060" h="2820" extrusionOk="0">
                  <a:moveTo>
                    <a:pt x="4905" y="0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3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0"/>
                  </a:lnTo>
                  <a:lnTo>
                    <a:pt x="1" y="2587"/>
                  </a:lnTo>
                  <a:lnTo>
                    <a:pt x="39" y="2703"/>
                  </a:lnTo>
                  <a:lnTo>
                    <a:pt x="116" y="2781"/>
                  </a:lnTo>
                  <a:lnTo>
                    <a:pt x="387" y="2819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1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22"/>
            <p:cNvSpPr/>
            <p:nvPr/>
          </p:nvSpPr>
          <p:spPr>
            <a:xfrm>
              <a:off x="436975" y="3704575"/>
              <a:ext cx="144825" cy="162225"/>
            </a:xfrm>
            <a:custGeom>
              <a:avLst/>
              <a:gdLst/>
              <a:ahLst/>
              <a:cxnLst/>
              <a:rect l="l" t="t" r="r" b="b"/>
              <a:pathLst>
                <a:path w="5793" h="6489" extrusionOk="0">
                  <a:moveTo>
                    <a:pt x="2240" y="426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6" y="735"/>
                  </a:lnTo>
                  <a:lnTo>
                    <a:pt x="4171" y="1005"/>
                  </a:lnTo>
                  <a:lnTo>
                    <a:pt x="4557" y="1314"/>
                  </a:lnTo>
                  <a:lnTo>
                    <a:pt x="4750" y="1507"/>
                  </a:lnTo>
                  <a:lnTo>
                    <a:pt x="4905" y="1739"/>
                  </a:lnTo>
                  <a:lnTo>
                    <a:pt x="5021" y="1932"/>
                  </a:lnTo>
                  <a:lnTo>
                    <a:pt x="5136" y="2163"/>
                  </a:lnTo>
                  <a:lnTo>
                    <a:pt x="5214" y="2434"/>
                  </a:lnTo>
                  <a:lnTo>
                    <a:pt x="5291" y="2704"/>
                  </a:lnTo>
                  <a:lnTo>
                    <a:pt x="5330" y="3167"/>
                  </a:lnTo>
                  <a:lnTo>
                    <a:pt x="5330" y="3631"/>
                  </a:lnTo>
                  <a:lnTo>
                    <a:pt x="5214" y="4133"/>
                  </a:lnTo>
                  <a:lnTo>
                    <a:pt x="5021" y="4558"/>
                  </a:lnTo>
                  <a:lnTo>
                    <a:pt x="4789" y="4982"/>
                  </a:lnTo>
                  <a:lnTo>
                    <a:pt x="4480" y="5330"/>
                  </a:lnTo>
                  <a:lnTo>
                    <a:pt x="4287" y="5484"/>
                  </a:lnTo>
                  <a:lnTo>
                    <a:pt x="4094" y="5639"/>
                  </a:lnTo>
                  <a:lnTo>
                    <a:pt x="3901" y="5755"/>
                  </a:lnTo>
                  <a:lnTo>
                    <a:pt x="3669" y="5832"/>
                  </a:lnTo>
                  <a:lnTo>
                    <a:pt x="3360" y="5948"/>
                  </a:lnTo>
                  <a:lnTo>
                    <a:pt x="3090" y="5986"/>
                  </a:lnTo>
                  <a:lnTo>
                    <a:pt x="2820" y="6025"/>
                  </a:lnTo>
                  <a:lnTo>
                    <a:pt x="2549" y="5986"/>
                  </a:lnTo>
                  <a:lnTo>
                    <a:pt x="2279" y="5948"/>
                  </a:lnTo>
                  <a:lnTo>
                    <a:pt x="2047" y="5870"/>
                  </a:lnTo>
                  <a:lnTo>
                    <a:pt x="1854" y="5755"/>
                  </a:lnTo>
                  <a:lnTo>
                    <a:pt x="1622" y="5639"/>
                  </a:lnTo>
                  <a:lnTo>
                    <a:pt x="1429" y="5484"/>
                  </a:lnTo>
                  <a:lnTo>
                    <a:pt x="1275" y="5291"/>
                  </a:lnTo>
                  <a:lnTo>
                    <a:pt x="1082" y="5098"/>
                  </a:lnTo>
                  <a:lnTo>
                    <a:pt x="966" y="4905"/>
                  </a:lnTo>
                  <a:lnTo>
                    <a:pt x="696" y="4442"/>
                  </a:lnTo>
                  <a:lnTo>
                    <a:pt x="541" y="3901"/>
                  </a:lnTo>
                  <a:lnTo>
                    <a:pt x="425" y="3399"/>
                  </a:lnTo>
                  <a:lnTo>
                    <a:pt x="425" y="2858"/>
                  </a:lnTo>
                  <a:lnTo>
                    <a:pt x="503" y="2318"/>
                  </a:lnTo>
                  <a:lnTo>
                    <a:pt x="541" y="2048"/>
                  </a:lnTo>
                  <a:lnTo>
                    <a:pt x="657" y="1816"/>
                  </a:lnTo>
                  <a:lnTo>
                    <a:pt x="734" y="1584"/>
                  </a:lnTo>
                  <a:lnTo>
                    <a:pt x="889" y="1352"/>
                  </a:lnTo>
                  <a:lnTo>
                    <a:pt x="1043" y="1159"/>
                  </a:lnTo>
                  <a:lnTo>
                    <a:pt x="1236" y="1005"/>
                  </a:lnTo>
                  <a:lnTo>
                    <a:pt x="1429" y="812"/>
                  </a:lnTo>
                  <a:lnTo>
                    <a:pt x="1661" y="696"/>
                  </a:lnTo>
                  <a:lnTo>
                    <a:pt x="1893" y="580"/>
                  </a:lnTo>
                  <a:lnTo>
                    <a:pt x="2202" y="503"/>
                  </a:lnTo>
                  <a:lnTo>
                    <a:pt x="2240" y="464"/>
                  </a:lnTo>
                  <a:lnTo>
                    <a:pt x="2240" y="426"/>
                  </a:lnTo>
                  <a:close/>
                  <a:moveTo>
                    <a:pt x="2279" y="1"/>
                  </a:moveTo>
                  <a:lnTo>
                    <a:pt x="1970" y="40"/>
                  </a:lnTo>
                  <a:lnTo>
                    <a:pt x="1893" y="78"/>
                  </a:lnTo>
                  <a:lnTo>
                    <a:pt x="1816" y="117"/>
                  </a:lnTo>
                  <a:lnTo>
                    <a:pt x="1816" y="194"/>
                  </a:lnTo>
                  <a:lnTo>
                    <a:pt x="1816" y="271"/>
                  </a:lnTo>
                  <a:lnTo>
                    <a:pt x="1507" y="349"/>
                  </a:lnTo>
                  <a:lnTo>
                    <a:pt x="1275" y="464"/>
                  </a:lnTo>
                  <a:lnTo>
                    <a:pt x="1043" y="619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8"/>
                  </a:lnTo>
                  <a:lnTo>
                    <a:pt x="348" y="1430"/>
                  </a:lnTo>
                  <a:lnTo>
                    <a:pt x="232" y="1661"/>
                  </a:lnTo>
                  <a:lnTo>
                    <a:pt x="117" y="1932"/>
                  </a:lnTo>
                  <a:lnTo>
                    <a:pt x="78" y="2202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1"/>
                  </a:lnTo>
                  <a:lnTo>
                    <a:pt x="271" y="4519"/>
                  </a:lnTo>
                  <a:lnTo>
                    <a:pt x="387" y="4828"/>
                  </a:lnTo>
                  <a:lnTo>
                    <a:pt x="541" y="5098"/>
                  </a:lnTo>
                  <a:lnTo>
                    <a:pt x="696" y="5330"/>
                  </a:lnTo>
                  <a:lnTo>
                    <a:pt x="850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1"/>
                  </a:lnTo>
                  <a:lnTo>
                    <a:pt x="1738" y="6257"/>
                  </a:lnTo>
                  <a:lnTo>
                    <a:pt x="2009" y="6372"/>
                  </a:lnTo>
                  <a:lnTo>
                    <a:pt x="2279" y="6450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50"/>
                  </a:lnTo>
                  <a:lnTo>
                    <a:pt x="3553" y="6372"/>
                  </a:lnTo>
                  <a:lnTo>
                    <a:pt x="3862" y="6257"/>
                  </a:lnTo>
                  <a:lnTo>
                    <a:pt x="4132" y="6141"/>
                  </a:lnTo>
                  <a:lnTo>
                    <a:pt x="4403" y="5986"/>
                  </a:lnTo>
                  <a:lnTo>
                    <a:pt x="4634" y="5793"/>
                  </a:lnTo>
                  <a:lnTo>
                    <a:pt x="4866" y="5600"/>
                  </a:lnTo>
                  <a:lnTo>
                    <a:pt x="5059" y="5368"/>
                  </a:lnTo>
                  <a:lnTo>
                    <a:pt x="5214" y="5137"/>
                  </a:lnTo>
                  <a:lnTo>
                    <a:pt x="5368" y="4866"/>
                  </a:lnTo>
                  <a:lnTo>
                    <a:pt x="5523" y="4635"/>
                  </a:lnTo>
                  <a:lnTo>
                    <a:pt x="5638" y="4326"/>
                  </a:lnTo>
                  <a:lnTo>
                    <a:pt x="5716" y="4056"/>
                  </a:lnTo>
                  <a:lnTo>
                    <a:pt x="5754" y="3747"/>
                  </a:lnTo>
                  <a:lnTo>
                    <a:pt x="5793" y="3438"/>
                  </a:lnTo>
                  <a:lnTo>
                    <a:pt x="5793" y="3129"/>
                  </a:lnTo>
                  <a:lnTo>
                    <a:pt x="5793" y="2858"/>
                  </a:lnTo>
                  <a:lnTo>
                    <a:pt x="5716" y="2550"/>
                  </a:lnTo>
                  <a:lnTo>
                    <a:pt x="5638" y="2241"/>
                  </a:lnTo>
                  <a:lnTo>
                    <a:pt x="5523" y="1932"/>
                  </a:lnTo>
                  <a:lnTo>
                    <a:pt x="5368" y="1661"/>
                  </a:lnTo>
                  <a:lnTo>
                    <a:pt x="5214" y="1391"/>
                  </a:lnTo>
                  <a:lnTo>
                    <a:pt x="5021" y="1159"/>
                  </a:lnTo>
                  <a:lnTo>
                    <a:pt x="4828" y="928"/>
                  </a:lnTo>
                  <a:lnTo>
                    <a:pt x="4596" y="735"/>
                  </a:lnTo>
                  <a:lnTo>
                    <a:pt x="4326" y="542"/>
                  </a:lnTo>
                  <a:lnTo>
                    <a:pt x="4094" y="387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22"/>
            <p:cNvSpPr/>
            <p:nvPr/>
          </p:nvSpPr>
          <p:spPr>
            <a:xfrm>
              <a:off x="6171275" y="3733550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3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22"/>
            <p:cNvSpPr/>
            <p:nvPr/>
          </p:nvSpPr>
          <p:spPr>
            <a:xfrm>
              <a:off x="6036125" y="3735475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8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5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3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6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8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6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9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5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9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6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22"/>
            <p:cNvSpPr/>
            <p:nvPr/>
          </p:nvSpPr>
          <p:spPr>
            <a:xfrm>
              <a:off x="2084875" y="3742225"/>
              <a:ext cx="66625" cy="99475"/>
            </a:xfrm>
            <a:custGeom>
              <a:avLst/>
              <a:gdLst/>
              <a:ahLst/>
              <a:cxnLst/>
              <a:rect l="l" t="t" r="r" b="b"/>
              <a:pathLst>
                <a:path w="2665" h="3979" extrusionOk="0">
                  <a:moveTo>
                    <a:pt x="850" y="1"/>
                  </a:moveTo>
                  <a:lnTo>
                    <a:pt x="502" y="155"/>
                  </a:lnTo>
                  <a:lnTo>
                    <a:pt x="618" y="233"/>
                  </a:lnTo>
                  <a:lnTo>
                    <a:pt x="464" y="619"/>
                  </a:lnTo>
                  <a:lnTo>
                    <a:pt x="271" y="1082"/>
                  </a:lnTo>
                  <a:lnTo>
                    <a:pt x="116" y="1623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74"/>
                  </a:lnTo>
                  <a:lnTo>
                    <a:pt x="77" y="3206"/>
                  </a:lnTo>
                  <a:lnTo>
                    <a:pt x="155" y="3399"/>
                  </a:lnTo>
                  <a:lnTo>
                    <a:pt x="309" y="3592"/>
                  </a:lnTo>
                  <a:lnTo>
                    <a:pt x="464" y="3747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78"/>
                  </a:lnTo>
                  <a:lnTo>
                    <a:pt x="1313" y="3940"/>
                  </a:lnTo>
                  <a:lnTo>
                    <a:pt x="1506" y="3824"/>
                  </a:lnTo>
                  <a:lnTo>
                    <a:pt x="1661" y="3708"/>
                  </a:lnTo>
                  <a:lnTo>
                    <a:pt x="1815" y="3515"/>
                  </a:lnTo>
                  <a:lnTo>
                    <a:pt x="1970" y="3322"/>
                  </a:lnTo>
                  <a:lnTo>
                    <a:pt x="2085" y="3090"/>
                  </a:lnTo>
                  <a:lnTo>
                    <a:pt x="2317" y="2550"/>
                  </a:lnTo>
                  <a:lnTo>
                    <a:pt x="2510" y="2009"/>
                  </a:lnTo>
                  <a:lnTo>
                    <a:pt x="2626" y="1507"/>
                  </a:lnTo>
                  <a:lnTo>
                    <a:pt x="2665" y="1082"/>
                  </a:lnTo>
                  <a:lnTo>
                    <a:pt x="2394" y="1044"/>
                  </a:lnTo>
                  <a:lnTo>
                    <a:pt x="2008" y="2048"/>
                  </a:lnTo>
                  <a:lnTo>
                    <a:pt x="1738" y="2704"/>
                  </a:lnTo>
                  <a:lnTo>
                    <a:pt x="1545" y="3052"/>
                  </a:lnTo>
                  <a:lnTo>
                    <a:pt x="1468" y="3206"/>
                  </a:lnTo>
                  <a:lnTo>
                    <a:pt x="1313" y="3322"/>
                  </a:lnTo>
                  <a:lnTo>
                    <a:pt x="1159" y="3322"/>
                  </a:lnTo>
                  <a:lnTo>
                    <a:pt x="966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936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79" y="2086"/>
                  </a:lnTo>
                  <a:lnTo>
                    <a:pt x="618" y="1623"/>
                  </a:lnTo>
                  <a:lnTo>
                    <a:pt x="734" y="1198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22"/>
            <p:cNvSpPr/>
            <p:nvPr/>
          </p:nvSpPr>
          <p:spPr>
            <a:xfrm>
              <a:off x="3315725" y="3754775"/>
              <a:ext cx="374575" cy="387150"/>
            </a:xfrm>
            <a:custGeom>
              <a:avLst/>
              <a:gdLst/>
              <a:ahLst/>
              <a:cxnLst/>
              <a:rect l="l" t="t" r="r" b="b"/>
              <a:pathLst>
                <a:path w="14983" h="15486" extrusionOk="0">
                  <a:moveTo>
                    <a:pt x="7453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44"/>
                  </a:lnTo>
                  <a:lnTo>
                    <a:pt x="10697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40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80" y="9230"/>
                  </a:lnTo>
                  <a:lnTo>
                    <a:pt x="4171" y="10041"/>
                  </a:lnTo>
                  <a:lnTo>
                    <a:pt x="3978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53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9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53" y="503"/>
                  </a:lnTo>
                  <a:close/>
                  <a:moveTo>
                    <a:pt x="11932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13" y="3206"/>
                  </a:lnTo>
                  <a:lnTo>
                    <a:pt x="13322" y="3669"/>
                  </a:lnTo>
                  <a:lnTo>
                    <a:pt x="13593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2"/>
                  </a:lnTo>
                  <a:lnTo>
                    <a:pt x="11392" y="7145"/>
                  </a:lnTo>
                  <a:lnTo>
                    <a:pt x="10658" y="7415"/>
                  </a:lnTo>
                  <a:lnTo>
                    <a:pt x="9924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8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8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2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1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7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30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42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19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1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286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39"/>
                  </a:lnTo>
                  <a:lnTo>
                    <a:pt x="3051" y="13477"/>
                  </a:lnTo>
                  <a:lnTo>
                    <a:pt x="2974" y="13516"/>
                  </a:lnTo>
                  <a:lnTo>
                    <a:pt x="3051" y="13362"/>
                  </a:lnTo>
                  <a:lnTo>
                    <a:pt x="3167" y="13207"/>
                  </a:lnTo>
                  <a:lnTo>
                    <a:pt x="3321" y="13130"/>
                  </a:lnTo>
                  <a:lnTo>
                    <a:pt x="3476" y="13014"/>
                  </a:lnTo>
                  <a:lnTo>
                    <a:pt x="3669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1" y="13362"/>
                  </a:lnTo>
                  <a:lnTo>
                    <a:pt x="11894" y="13477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11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7" y="12860"/>
                  </a:lnTo>
                  <a:close/>
                  <a:moveTo>
                    <a:pt x="7569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46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6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4" y="14520"/>
                  </a:lnTo>
                  <a:lnTo>
                    <a:pt x="4093" y="14597"/>
                  </a:lnTo>
                  <a:lnTo>
                    <a:pt x="4518" y="14829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60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9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2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4" y="233"/>
                  </a:lnTo>
                  <a:lnTo>
                    <a:pt x="8766" y="117"/>
                  </a:lnTo>
                  <a:lnTo>
                    <a:pt x="8187" y="40"/>
                  </a:lnTo>
                  <a:lnTo>
                    <a:pt x="756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22"/>
            <p:cNvSpPr/>
            <p:nvPr/>
          </p:nvSpPr>
          <p:spPr>
            <a:xfrm>
              <a:off x="514200" y="3860000"/>
              <a:ext cx="302200" cy="155450"/>
            </a:xfrm>
            <a:custGeom>
              <a:avLst/>
              <a:gdLst/>
              <a:ahLst/>
              <a:cxnLst/>
              <a:rect l="l" t="t" r="r" b="b"/>
              <a:pathLst>
                <a:path w="12088" h="6218" extrusionOk="0">
                  <a:moveTo>
                    <a:pt x="11740" y="1"/>
                  </a:moveTo>
                  <a:lnTo>
                    <a:pt x="11663" y="40"/>
                  </a:lnTo>
                  <a:lnTo>
                    <a:pt x="11585" y="78"/>
                  </a:lnTo>
                  <a:lnTo>
                    <a:pt x="11508" y="117"/>
                  </a:lnTo>
                  <a:lnTo>
                    <a:pt x="11469" y="233"/>
                  </a:lnTo>
                  <a:lnTo>
                    <a:pt x="11469" y="310"/>
                  </a:lnTo>
                  <a:lnTo>
                    <a:pt x="11508" y="426"/>
                  </a:lnTo>
                  <a:lnTo>
                    <a:pt x="11585" y="580"/>
                  </a:lnTo>
                  <a:lnTo>
                    <a:pt x="11624" y="773"/>
                  </a:lnTo>
                  <a:lnTo>
                    <a:pt x="11585" y="966"/>
                  </a:lnTo>
                  <a:lnTo>
                    <a:pt x="11508" y="1121"/>
                  </a:lnTo>
                  <a:lnTo>
                    <a:pt x="11392" y="1275"/>
                  </a:lnTo>
                  <a:lnTo>
                    <a:pt x="11276" y="1430"/>
                  </a:lnTo>
                  <a:lnTo>
                    <a:pt x="10929" y="1739"/>
                  </a:lnTo>
                  <a:lnTo>
                    <a:pt x="10504" y="2009"/>
                  </a:lnTo>
                  <a:lnTo>
                    <a:pt x="10079" y="2241"/>
                  </a:lnTo>
                  <a:lnTo>
                    <a:pt x="9423" y="2588"/>
                  </a:lnTo>
                  <a:lnTo>
                    <a:pt x="9037" y="2781"/>
                  </a:lnTo>
                  <a:lnTo>
                    <a:pt x="9037" y="2704"/>
                  </a:lnTo>
                  <a:lnTo>
                    <a:pt x="8960" y="2627"/>
                  </a:lnTo>
                  <a:lnTo>
                    <a:pt x="8496" y="2202"/>
                  </a:lnTo>
                  <a:lnTo>
                    <a:pt x="8110" y="1700"/>
                  </a:lnTo>
                  <a:lnTo>
                    <a:pt x="7840" y="1893"/>
                  </a:lnTo>
                  <a:lnTo>
                    <a:pt x="7994" y="2202"/>
                  </a:lnTo>
                  <a:lnTo>
                    <a:pt x="8187" y="2511"/>
                  </a:lnTo>
                  <a:lnTo>
                    <a:pt x="8419" y="2781"/>
                  </a:lnTo>
                  <a:lnTo>
                    <a:pt x="8651" y="2974"/>
                  </a:lnTo>
                  <a:lnTo>
                    <a:pt x="7608" y="3515"/>
                  </a:lnTo>
                  <a:lnTo>
                    <a:pt x="6565" y="3978"/>
                  </a:lnTo>
                  <a:lnTo>
                    <a:pt x="5252" y="4519"/>
                  </a:lnTo>
                  <a:lnTo>
                    <a:pt x="3940" y="4982"/>
                  </a:lnTo>
                  <a:lnTo>
                    <a:pt x="3669" y="5059"/>
                  </a:lnTo>
                  <a:lnTo>
                    <a:pt x="3708" y="4712"/>
                  </a:lnTo>
                  <a:lnTo>
                    <a:pt x="3631" y="4364"/>
                  </a:lnTo>
                  <a:lnTo>
                    <a:pt x="3515" y="4055"/>
                  </a:lnTo>
                  <a:lnTo>
                    <a:pt x="3322" y="3708"/>
                  </a:lnTo>
                  <a:lnTo>
                    <a:pt x="3013" y="3901"/>
                  </a:lnTo>
                  <a:lnTo>
                    <a:pt x="3129" y="4171"/>
                  </a:lnTo>
                  <a:lnTo>
                    <a:pt x="3206" y="4442"/>
                  </a:lnTo>
                  <a:lnTo>
                    <a:pt x="3245" y="4866"/>
                  </a:lnTo>
                  <a:lnTo>
                    <a:pt x="3245" y="5253"/>
                  </a:lnTo>
                  <a:lnTo>
                    <a:pt x="2356" y="5523"/>
                  </a:lnTo>
                  <a:lnTo>
                    <a:pt x="1893" y="5639"/>
                  </a:lnTo>
                  <a:lnTo>
                    <a:pt x="1430" y="5677"/>
                  </a:lnTo>
                  <a:lnTo>
                    <a:pt x="1043" y="5716"/>
                  </a:lnTo>
                  <a:lnTo>
                    <a:pt x="850" y="5716"/>
                  </a:lnTo>
                  <a:lnTo>
                    <a:pt x="696" y="5677"/>
                  </a:lnTo>
                  <a:lnTo>
                    <a:pt x="580" y="5600"/>
                  </a:lnTo>
                  <a:lnTo>
                    <a:pt x="464" y="5523"/>
                  </a:lnTo>
                  <a:lnTo>
                    <a:pt x="387" y="5407"/>
                  </a:lnTo>
                  <a:lnTo>
                    <a:pt x="348" y="5291"/>
                  </a:lnTo>
                  <a:lnTo>
                    <a:pt x="310" y="5214"/>
                  </a:lnTo>
                  <a:lnTo>
                    <a:pt x="271" y="5175"/>
                  </a:lnTo>
                  <a:lnTo>
                    <a:pt x="155" y="5137"/>
                  </a:lnTo>
                  <a:lnTo>
                    <a:pt x="78" y="5175"/>
                  </a:lnTo>
                  <a:lnTo>
                    <a:pt x="39" y="5214"/>
                  </a:lnTo>
                  <a:lnTo>
                    <a:pt x="1" y="5291"/>
                  </a:lnTo>
                  <a:lnTo>
                    <a:pt x="1" y="5446"/>
                  </a:lnTo>
                  <a:lnTo>
                    <a:pt x="39" y="5600"/>
                  </a:lnTo>
                  <a:lnTo>
                    <a:pt x="78" y="5755"/>
                  </a:lnTo>
                  <a:lnTo>
                    <a:pt x="155" y="5870"/>
                  </a:lnTo>
                  <a:lnTo>
                    <a:pt x="233" y="5948"/>
                  </a:lnTo>
                  <a:lnTo>
                    <a:pt x="310" y="6025"/>
                  </a:lnTo>
                  <a:lnTo>
                    <a:pt x="541" y="6141"/>
                  </a:lnTo>
                  <a:lnTo>
                    <a:pt x="812" y="6179"/>
                  </a:lnTo>
                  <a:lnTo>
                    <a:pt x="1121" y="6218"/>
                  </a:lnTo>
                  <a:lnTo>
                    <a:pt x="1430" y="6179"/>
                  </a:lnTo>
                  <a:lnTo>
                    <a:pt x="1700" y="6141"/>
                  </a:lnTo>
                  <a:lnTo>
                    <a:pt x="2897" y="5832"/>
                  </a:lnTo>
                  <a:lnTo>
                    <a:pt x="4094" y="5446"/>
                  </a:lnTo>
                  <a:lnTo>
                    <a:pt x="5291" y="5021"/>
                  </a:lnTo>
                  <a:lnTo>
                    <a:pt x="6450" y="4557"/>
                  </a:lnTo>
                  <a:lnTo>
                    <a:pt x="7531" y="4094"/>
                  </a:lnTo>
                  <a:lnTo>
                    <a:pt x="8573" y="3592"/>
                  </a:lnTo>
                  <a:lnTo>
                    <a:pt x="9616" y="3052"/>
                  </a:lnTo>
                  <a:lnTo>
                    <a:pt x="10620" y="2472"/>
                  </a:lnTo>
                  <a:lnTo>
                    <a:pt x="10929" y="2279"/>
                  </a:lnTo>
                  <a:lnTo>
                    <a:pt x="11276" y="2048"/>
                  </a:lnTo>
                  <a:lnTo>
                    <a:pt x="11547" y="1777"/>
                  </a:lnTo>
                  <a:lnTo>
                    <a:pt x="11817" y="1507"/>
                  </a:lnTo>
                  <a:lnTo>
                    <a:pt x="12010" y="1198"/>
                  </a:lnTo>
                  <a:lnTo>
                    <a:pt x="12049" y="1044"/>
                  </a:lnTo>
                  <a:lnTo>
                    <a:pt x="12087" y="889"/>
                  </a:lnTo>
                  <a:lnTo>
                    <a:pt x="12087" y="696"/>
                  </a:lnTo>
                  <a:lnTo>
                    <a:pt x="12049" y="503"/>
                  </a:lnTo>
                  <a:lnTo>
                    <a:pt x="12010" y="310"/>
                  </a:lnTo>
                  <a:lnTo>
                    <a:pt x="11894" y="117"/>
                  </a:lnTo>
                  <a:lnTo>
                    <a:pt x="11817" y="40"/>
                  </a:lnTo>
                  <a:lnTo>
                    <a:pt x="1174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22"/>
            <p:cNvSpPr/>
            <p:nvPr/>
          </p:nvSpPr>
          <p:spPr>
            <a:xfrm>
              <a:off x="6274575" y="3873525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22"/>
            <p:cNvSpPr/>
            <p:nvPr/>
          </p:nvSpPr>
          <p:spPr>
            <a:xfrm>
              <a:off x="6223425" y="3874500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22"/>
            <p:cNvSpPr/>
            <p:nvPr/>
          </p:nvSpPr>
          <p:spPr>
            <a:xfrm>
              <a:off x="1572250" y="3880275"/>
              <a:ext cx="267450" cy="210475"/>
            </a:xfrm>
            <a:custGeom>
              <a:avLst/>
              <a:gdLst/>
              <a:ahLst/>
              <a:cxnLst/>
              <a:rect l="l" t="t" r="r" b="b"/>
              <a:pathLst>
                <a:path w="10698" h="8419" extrusionOk="0">
                  <a:moveTo>
                    <a:pt x="155" y="1"/>
                  </a:moveTo>
                  <a:lnTo>
                    <a:pt x="1" y="233"/>
                  </a:lnTo>
                  <a:lnTo>
                    <a:pt x="1391" y="1314"/>
                  </a:lnTo>
                  <a:lnTo>
                    <a:pt x="2781" y="2395"/>
                  </a:lnTo>
                  <a:lnTo>
                    <a:pt x="4210" y="3476"/>
                  </a:lnTo>
                  <a:lnTo>
                    <a:pt x="5600" y="4596"/>
                  </a:lnTo>
                  <a:lnTo>
                    <a:pt x="6951" y="5677"/>
                  </a:lnTo>
                  <a:lnTo>
                    <a:pt x="8303" y="6797"/>
                  </a:lnTo>
                  <a:lnTo>
                    <a:pt x="9616" y="7917"/>
                  </a:lnTo>
                  <a:lnTo>
                    <a:pt x="9963" y="8226"/>
                  </a:lnTo>
                  <a:lnTo>
                    <a:pt x="10118" y="8342"/>
                  </a:lnTo>
                  <a:lnTo>
                    <a:pt x="10311" y="8419"/>
                  </a:lnTo>
                  <a:lnTo>
                    <a:pt x="10658" y="8380"/>
                  </a:lnTo>
                  <a:lnTo>
                    <a:pt x="10697" y="8264"/>
                  </a:lnTo>
                  <a:lnTo>
                    <a:pt x="10697" y="8149"/>
                  </a:lnTo>
                  <a:lnTo>
                    <a:pt x="10658" y="8033"/>
                  </a:lnTo>
                  <a:lnTo>
                    <a:pt x="10658" y="7994"/>
                  </a:lnTo>
                  <a:lnTo>
                    <a:pt x="10311" y="7917"/>
                  </a:lnTo>
                  <a:lnTo>
                    <a:pt x="10002" y="6952"/>
                  </a:lnTo>
                  <a:lnTo>
                    <a:pt x="9654" y="5986"/>
                  </a:lnTo>
                  <a:lnTo>
                    <a:pt x="8882" y="4094"/>
                  </a:lnTo>
                  <a:lnTo>
                    <a:pt x="8380" y="2781"/>
                  </a:lnTo>
                  <a:lnTo>
                    <a:pt x="7994" y="2936"/>
                  </a:lnTo>
                  <a:lnTo>
                    <a:pt x="8419" y="3940"/>
                  </a:lnTo>
                  <a:lnTo>
                    <a:pt x="9037" y="5677"/>
                  </a:lnTo>
                  <a:lnTo>
                    <a:pt x="9346" y="6565"/>
                  </a:lnTo>
                  <a:lnTo>
                    <a:pt x="9654" y="7415"/>
                  </a:lnTo>
                  <a:lnTo>
                    <a:pt x="9230" y="7029"/>
                  </a:lnTo>
                  <a:lnTo>
                    <a:pt x="7994" y="5986"/>
                  </a:lnTo>
                  <a:lnTo>
                    <a:pt x="6720" y="4905"/>
                  </a:lnTo>
                  <a:lnTo>
                    <a:pt x="5407" y="3862"/>
                  </a:lnTo>
                  <a:lnTo>
                    <a:pt x="4133" y="2858"/>
                  </a:lnTo>
                  <a:lnTo>
                    <a:pt x="2820" y="1854"/>
                  </a:lnTo>
                  <a:lnTo>
                    <a:pt x="1507" y="928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22"/>
            <p:cNvSpPr/>
            <p:nvPr/>
          </p:nvSpPr>
          <p:spPr>
            <a:xfrm>
              <a:off x="4538850" y="3913100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3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3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6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1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0"/>
                  </a:lnTo>
                  <a:lnTo>
                    <a:pt x="9268" y="8921"/>
                  </a:lnTo>
                  <a:lnTo>
                    <a:pt x="9036" y="9152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2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6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4"/>
                  </a:lnTo>
                  <a:lnTo>
                    <a:pt x="695" y="734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1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3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5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49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2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4"/>
                  </a:lnTo>
                  <a:lnTo>
                    <a:pt x="7762" y="9654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8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5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7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1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39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3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6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22"/>
            <p:cNvSpPr/>
            <p:nvPr/>
          </p:nvSpPr>
          <p:spPr>
            <a:xfrm>
              <a:off x="6161625" y="3921800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5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3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3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22"/>
            <p:cNvSpPr/>
            <p:nvPr/>
          </p:nvSpPr>
          <p:spPr>
            <a:xfrm>
              <a:off x="7032400" y="3923725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6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8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6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22"/>
            <p:cNvSpPr/>
            <p:nvPr/>
          </p:nvSpPr>
          <p:spPr>
            <a:xfrm>
              <a:off x="6167425" y="3927575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1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22"/>
            <p:cNvSpPr/>
            <p:nvPr/>
          </p:nvSpPr>
          <p:spPr>
            <a:xfrm>
              <a:off x="1394625" y="3943025"/>
              <a:ext cx="74350" cy="103325"/>
            </a:xfrm>
            <a:custGeom>
              <a:avLst/>
              <a:gdLst/>
              <a:ahLst/>
              <a:cxnLst/>
              <a:rect l="l" t="t" r="r" b="b"/>
              <a:pathLst>
                <a:path w="2974" h="4133" extrusionOk="0">
                  <a:moveTo>
                    <a:pt x="116" y="1"/>
                  </a:moveTo>
                  <a:lnTo>
                    <a:pt x="1" y="39"/>
                  </a:lnTo>
                  <a:lnTo>
                    <a:pt x="1" y="78"/>
                  </a:lnTo>
                  <a:lnTo>
                    <a:pt x="271" y="928"/>
                  </a:lnTo>
                  <a:lnTo>
                    <a:pt x="580" y="1738"/>
                  </a:lnTo>
                  <a:lnTo>
                    <a:pt x="927" y="2549"/>
                  </a:lnTo>
                  <a:lnTo>
                    <a:pt x="1275" y="3283"/>
                  </a:lnTo>
                  <a:lnTo>
                    <a:pt x="1507" y="3669"/>
                  </a:lnTo>
                  <a:lnTo>
                    <a:pt x="1661" y="3824"/>
                  </a:lnTo>
                  <a:lnTo>
                    <a:pt x="1854" y="3978"/>
                  </a:lnTo>
                  <a:lnTo>
                    <a:pt x="2009" y="4055"/>
                  </a:lnTo>
                  <a:lnTo>
                    <a:pt x="2240" y="4133"/>
                  </a:lnTo>
                  <a:lnTo>
                    <a:pt x="2433" y="4094"/>
                  </a:lnTo>
                  <a:lnTo>
                    <a:pt x="2665" y="4017"/>
                  </a:lnTo>
                  <a:lnTo>
                    <a:pt x="2781" y="3862"/>
                  </a:lnTo>
                  <a:lnTo>
                    <a:pt x="2897" y="3708"/>
                  </a:lnTo>
                  <a:lnTo>
                    <a:pt x="2935" y="3515"/>
                  </a:lnTo>
                  <a:lnTo>
                    <a:pt x="2974" y="3360"/>
                  </a:lnTo>
                  <a:lnTo>
                    <a:pt x="2935" y="3129"/>
                  </a:lnTo>
                  <a:lnTo>
                    <a:pt x="2897" y="2936"/>
                  </a:lnTo>
                  <a:lnTo>
                    <a:pt x="2819" y="2588"/>
                  </a:lnTo>
                  <a:lnTo>
                    <a:pt x="2588" y="2627"/>
                  </a:lnTo>
                  <a:lnTo>
                    <a:pt x="2665" y="2974"/>
                  </a:lnTo>
                  <a:lnTo>
                    <a:pt x="2704" y="3129"/>
                  </a:lnTo>
                  <a:lnTo>
                    <a:pt x="2665" y="3283"/>
                  </a:lnTo>
                  <a:lnTo>
                    <a:pt x="2433" y="3399"/>
                  </a:lnTo>
                  <a:lnTo>
                    <a:pt x="2202" y="3476"/>
                  </a:lnTo>
                  <a:lnTo>
                    <a:pt x="2009" y="3515"/>
                  </a:lnTo>
                  <a:lnTo>
                    <a:pt x="1854" y="3476"/>
                  </a:lnTo>
                  <a:lnTo>
                    <a:pt x="1700" y="3438"/>
                  </a:lnTo>
                  <a:lnTo>
                    <a:pt x="1584" y="3322"/>
                  </a:lnTo>
                  <a:lnTo>
                    <a:pt x="1507" y="3167"/>
                  </a:lnTo>
                  <a:lnTo>
                    <a:pt x="1468" y="2974"/>
                  </a:lnTo>
                  <a:lnTo>
                    <a:pt x="1352" y="2704"/>
                  </a:lnTo>
                  <a:lnTo>
                    <a:pt x="889" y="1623"/>
                  </a:lnTo>
                  <a:lnTo>
                    <a:pt x="541" y="812"/>
                  </a:lnTo>
                  <a:lnTo>
                    <a:pt x="348" y="426"/>
                  </a:lnTo>
                  <a:lnTo>
                    <a:pt x="155" y="39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22"/>
            <p:cNvSpPr/>
            <p:nvPr/>
          </p:nvSpPr>
          <p:spPr>
            <a:xfrm>
              <a:off x="2923775" y="3946900"/>
              <a:ext cx="335975" cy="782925"/>
            </a:xfrm>
            <a:custGeom>
              <a:avLst/>
              <a:gdLst/>
              <a:ahLst/>
              <a:cxnLst/>
              <a:rect l="l" t="t" r="r" b="b"/>
              <a:pathLst>
                <a:path w="13439" h="31317" extrusionOk="0">
                  <a:moveTo>
                    <a:pt x="6488" y="386"/>
                  </a:moveTo>
                  <a:lnTo>
                    <a:pt x="6526" y="464"/>
                  </a:lnTo>
                  <a:lnTo>
                    <a:pt x="7144" y="2008"/>
                  </a:lnTo>
                  <a:lnTo>
                    <a:pt x="7685" y="3553"/>
                  </a:lnTo>
                  <a:lnTo>
                    <a:pt x="8226" y="5136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1"/>
                  </a:lnTo>
                  <a:lnTo>
                    <a:pt x="7530" y="7337"/>
                  </a:lnTo>
                  <a:lnTo>
                    <a:pt x="7222" y="7453"/>
                  </a:lnTo>
                  <a:lnTo>
                    <a:pt x="6913" y="7530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0"/>
                  </a:lnTo>
                  <a:lnTo>
                    <a:pt x="5522" y="7492"/>
                  </a:lnTo>
                  <a:lnTo>
                    <a:pt x="4866" y="7337"/>
                  </a:lnTo>
                  <a:lnTo>
                    <a:pt x="4210" y="7105"/>
                  </a:lnTo>
                  <a:lnTo>
                    <a:pt x="3592" y="6874"/>
                  </a:lnTo>
                  <a:lnTo>
                    <a:pt x="3862" y="6024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3"/>
                  </a:lnTo>
                  <a:lnTo>
                    <a:pt x="5214" y="2742"/>
                  </a:lnTo>
                  <a:lnTo>
                    <a:pt x="5600" y="1931"/>
                  </a:lnTo>
                  <a:lnTo>
                    <a:pt x="6024" y="1159"/>
                  </a:lnTo>
                  <a:lnTo>
                    <a:pt x="6488" y="386"/>
                  </a:lnTo>
                  <a:close/>
                  <a:moveTo>
                    <a:pt x="8805" y="7028"/>
                  </a:moveTo>
                  <a:lnTo>
                    <a:pt x="9230" y="8418"/>
                  </a:lnTo>
                  <a:lnTo>
                    <a:pt x="9577" y="9847"/>
                  </a:lnTo>
                  <a:lnTo>
                    <a:pt x="9847" y="11083"/>
                  </a:lnTo>
                  <a:lnTo>
                    <a:pt x="10079" y="12357"/>
                  </a:lnTo>
                  <a:lnTo>
                    <a:pt x="10233" y="13631"/>
                  </a:lnTo>
                  <a:lnTo>
                    <a:pt x="10388" y="14906"/>
                  </a:lnTo>
                  <a:lnTo>
                    <a:pt x="10465" y="16180"/>
                  </a:lnTo>
                  <a:lnTo>
                    <a:pt x="10504" y="16836"/>
                  </a:lnTo>
                  <a:lnTo>
                    <a:pt x="10504" y="17493"/>
                  </a:lnTo>
                  <a:lnTo>
                    <a:pt x="10504" y="18188"/>
                  </a:lnTo>
                  <a:lnTo>
                    <a:pt x="10427" y="18844"/>
                  </a:lnTo>
                  <a:lnTo>
                    <a:pt x="10311" y="19462"/>
                  </a:lnTo>
                  <a:lnTo>
                    <a:pt x="10118" y="20080"/>
                  </a:lnTo>
                  <a:lnTo>
                    <a:pt x="9886" y="20659"/>
                  </a:lnTo>
                  <a:lnTo>
                    <a:pt x="9538" y="21161"/>
                  </a:lnTo>
                  <a:lnTo>
                    <a:pt x="9384" y="21393"/>
                  </a:lnTo>
                  <a:lnTo>
                    <a:pt x="9152" y="21586"/>
                  </a:lnTo>
                  <a:lnTo>
                    <a:pt x="8959" y="21779"/>
                  </a:lnTo>
                  <a:lnTo>
                    <a:pt x="8728" y="21972"/>
                  </a:lnTo>
                  <a:lnTo>
                    <a:pt x="8496" y="22127"/>
                  </a:lnTo>
                  <a:lnTo>
                    <a:pt x="8226" y="22242"/>
                  </a:lnTo>
                  <a:lnTo>
                    <a:pt x="7955" y="22358"/>
                  </a:lnTo>
                  <a:lnTo>
                    <a:pt x="7685" y="22435"/>
                  </a:lnTo>
                  <a:lnTo>
                    <a:pt x="7415" y="22474"/>
                  </a:lnTo>
                  <a:lnTo>
                    <a:pt x="6797" y="22474"/>
                  </a:lnTo>
                  <a:lnTo>
                    <a:pt x="6488" y="22435"/>
                  </a:lnTo>
                  <a:lnTo>
                    <a:pt x="5909" y="22281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4"/>
                  </a:lnTo>
                  <a:lnTo>
                    <a:pt x="4094" y="20929"/>
                  </a:lnTo>
                  <a:lnTo>
                    <a:pt x="3785" y="20466"/>
                  </a:lnTo>
                  <a:lnTo>
                    <a:pt x="3476" y="19964"/>
                  </a:lnTo>
                  <a:lnTo>
                    <a:pt x="3244" y="19424"/>
                  </a:lnTo>
                  <a:lnTo>
                    <a:pt x="3051" y="18883"/>
                  </a:lnTo>
                  <a:lnTo>
                    <a:pt x="2897" y="18342"/>
                  </a:lnTo>
                  <a:lnTo>
                    <a:pt x="2781" y="17802"/>
                  </a:lnTo>
                  <a:lnTo>
                    <a:pt x="2704" y="17222"/>
                  </a:lnTo>
                  <a:lnTo>
                    <a:pt x="2588" y="16103"/>
                  </a:lnTo>
                  <a:lnTo>
                    <a:pt x="2511" y="14944"/>
                  </a:lnTo>
                  <a:lnTo>
                    <a:pt x="2511" y="13747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2"/>
                  </a:lnTo>
                  <a:lnTo>
                    <a:pt x="3128" y="8689"/>
                  </a:lnTo>
                  <a:lnTo>
                    <a:pt x="3283" y="7916"/>
                  </a:lnTo>
                  <a:lnTo>
                    <a:pt x="3515" y="7183"/>
                  </a:lnTo>
                  <a:lnTo>
                    <a:pt x="4132" y="7453"/>
                  </a:lnTo>
                  <a:lnTo>
                    <a:pt x="4827" y="7685"/>
                  </a:lnTo>
                  <a:lnTo>
                    <a:pt x="5522" y="7839"/>
                  </a:lnTo>
                  <a:lnTo>
                    <a:pt x="5909" y="7916"/>
                  </a:lnTo>
                  <a:lnTo>
                    <a:pt x="6256" y="7916"/>
                  </a:lnTo>
                  <a:lnTo>
                    <a:pt x="6604" y="7955"/>
                  </a:lnTo>
                  <a:lnTo>
                    <a:pt x="6990" y="7916"/>
                  </a:lnTo>
                  <a:lnTo>
                    <a:pt x="7299" y="7878"/>
                  </a:lnTo>
                  <a:lnTo>
                    <a:pt x="7646" y="7762"/>
                  </a:lnTo>
                  <a:lnTo>
                    <a:pt x="7955" y="7646"/>
                  </a:lnTo>
                  <a:lnTo>
                    <a:pt x="8264" y="7492"/>
                  </a:lnTo>
                  <a:lnTo>
                    <a:pt x="8573" y="7260"/>
                  </a:lnTo>
                  <a:lnTo>
                    <a:pt x="8805" y="7028"/>
                  </a:lnTo>
                  <a:close/>
                  <a:moveTo>
                    <a:pt x="8650" y="22474"/>
                  </a:moveTo>
                  <a:lnTo>
                    <a:pt x="8766" y="22822"/>
                  </a:lnTo>
                  <a:lnTo>
                    <a:pt x="8921" y="23169"/>
                  </a:lnTo>
                  <a:lnTo>
                    <a:pt x="8496" y="23401"/>
                  </a:lnTo>
                  <a:lnTo>
                    <a:pt x="8071" y="23555"/>
                  </a:lnTo>
                  <a:lnTo>
                    <a:pt x="7608" y="23633"/>
                  </a:lnTo>
                  <a:lnTo>
                    <a:pt x="7144" y="23671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2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4"/>
                  </a:lnTo>
                  <a:lnTo>
                    <a:pt x="5870" y="22629"/>
                  </a:lnTo>
                  <a:lnTo>
                    <a:pt x="6256" y="22783"/>
                  </a:lnTo>
                  <a:lnTo>
                    <a:pt x="6681" y="22860"/>
                  </a:lnTo>
                  <a:lnTo>
                    <a:pt x="7067" y="22899"/>
                  </a:lnTo>
                  <a:lnTo>
                    <a:pt x="7453" y="22860"/>
                  </a:lnTo>
                  <a:lnTo>
                    <a:pt x="7878" y="22822"/>
                  </a:lnTo>
                  <a:lnTo>
                    <a:pt x="8264" y="22667"/>
                  </a:lnTo>
                  <a:lnTo>
                    <a:pt x="8650" y="22474"/>
                  </a:lnTo>
                  <a:close/>
                  <a:moveTo>
                    <a:pt x="10890" y="16798"/>
                  </a:moveTo>
                  <a:lnTo>
                    <a:pt x="11392" y="17261"/>
                  </a:lnTo>
                  <a:lnTo>
                    <a:pt x="11933" y="17647"/>
                  </a:lnTo>
                  <a:lnTo>
                    <a:pt x="12512" y="18033"/>
                  </a:lnTo>
                  <a:lnTo>
                    <a:pt x="13091" y="18342"/>
                  </a:lnTo>
                  <a:lnTo>
                    <a:pt x="12937" y="19771"/>
                  </a:lnTo>
                  <a:lnTo>
                    <a:pt x="12821" y="21238"/>
                  </a:lnTo>
                  <a:lnTo>
                    <a:pt x="12705" y="24212"/>
                  </a:lnTo>
                  <a:lnTo>
                    <a:pt x="11894" y="23594"/>
                  </a:lnTo>
                  <a:lnTo>
                    <a:pt x="11044" y="23015"/>
                  </a:lnTo>
                  <a:lnTo>
                    <a:pt x="10813" y="22860"/>
                  </a:lnTo>
                  <a:lnTo>
                    <a:pt x="10620" y="22667"/>
                  </a:lnTo>
                  <a:lnTo>
                    <a:pt x="10581" y="22590"/>
                  </a:lnTo>
                  <a:lnTo>
                    <a:pt x="10542" y="22435"/>
                  </a:lnTo>
                  <a:lnTo>
                    <a:pt x="10542" y="22127"/>
                  </a:lnTo>
                  <a:lnTo>
                    <a:pt x="10542" y="21393"/>
                  </a:lnTo>
                  <a:lnTo>
                    <a:pt x="10504" y="20659"/>
                  </a:lnTo>
                  <a:lnTo>
                    <a:pt x="10504" y="20582"/>
                  </a:lnTo>
                  <a:lnTo>
                    <a:pt x="10465" y="20543"/>
                  </a:lnTo>
                  <a:lnTo>
                    <a:pt x="10388" y="20466"/>
                  </a:lnTo>
                  <a:lnTo>
                    <a:pt x="10542" y="19964"/>
                  </a:lnTo>
                  <a:lnTo>
                    <a:pt x="10697" y="19424"/>
                  </a:lnTo>
                  <a:lnTo>
                    <a:pt x="10774" y="18883"/>
                  </a:lnTo>
                  <a:lnTo>
                    <a:pt x="10851" y="18304"/>
                  </a:lnTo>
                  <a:lnTo>
                    <a:pt x="10890" y="17570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4"/>
                  </a:lnTo>
                  <a:lnTo>
                    <a:pt x="6140" y="23826"/>
                  </a:lnTo>
                  <a:lnTo>
                    <a:pt x="6642" y="23941"/>
                  </a:lnTo>
                  <a:lnTo>
                    <a:pt x="7144" y="23980"/>
                  </a:lnTo>
                  <a:lnTo>
                    <a:pt x="7646" y="23980"/>
                  </a:lnTo>
                  <a:lnTo>
                    <a:pt x="8148" y="23864"/>
                  </a:lnTo>
                  <a:lnTo>
                    <a:pt x="8612" y="23710"/>
                  </a:lnTo>
                  <a:lnTo>
                    <a:pt x="9075" y="23439"/>
                  </a:lnTo>
                  <a:lnTo>
                    <a:pt x="9384" y="23903"/>
                  </a:lnTo>
                  <a:lnTo>
                    <a:pt x="8843" y="24173"/>
                  </a:lnTo>
                  <a:lnTo>
                    <a:pt x="8303" y="24366"/>
                  </a:lnTo>
                  <a:lnTo>
                    <a:pt x="7762" y="24482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3"/>
                  </a:lnTo>
                  <a:lnTo>
                    <a:pt x="5561" y="24289"/>
                  </a:lnTo>
                  <a:lnTo>
                    <a:pt x="4982" y="24096"/>
                  </a:lnTo>
                  <a:lnTo>
                    <a:pt x="5059" y="23903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7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2"/>
                  </a:lnTo>
                  <a:lnTo>
                    <a:pt x="2974" y="19771"/>
                  </a:lnTo>
                  <a:lnTo>
                    <a:pt x="3244" y="20312"/>
                  </a:lnTo>
                  <a:lnTo>
                    <a:pt x="3244" y="20350"/>
                  </a:lnTo>
                  <a:lnTo>
                    <a:pt x="3206" y="21200"/>
                  </a:lnTo>
                  <a:lnTo>
                    <a:pt x="3244" y="22049"/>
                  </a:lnTo>
                  <a:lnTo>
                    <a:pt x="3283" y="22358"/>
                  </a:lnTo>
                  <a:lnTo>
                    <a:pt x="3321" y="22706"/>
                  </a:lnTo>
                  <a:lnTo>
                    <a:pt x="3321" y="23053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8"/>
                  </a:lnTo>
                  <a:lnTo>
                    <a:pt x="3051" y="23633"/>
                  </a:lnTo>
                  <a:lnTo>
                    <a:pt x="2704" y="23903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5"/>
                  </a:lnTo>
                  <a:lnTo>
                    <a:pt x="850" y="23941"/>
                  </a:lnTo>
                  <a:lnTo>
                    <a:pt x="811" y="23169"/>
                  </a:lnTo>
                  <a:lnTo>
                    <a:pt x="773" y="22435"/>
                  </a:lnTo>
                  <a:lnTo>
                    <a:pt x="657" y="21238"/>
                  </a:lnTo>
                  <a:lnTo>
                    <a:pt x="503" y="20466"/>
                  </a:lnTo>
                  <a:lnTo>
                    <a:pt x="425" y="20080"/>
                  </a:lnTo>
                  <a:lnTo>
                    <a:pt x="464" y="19694"/>
                  </a:lnTo>
                  <a:lnTo>
                    <a:pt x="503" y="19655"/>
                  </a:lnTo>
                  <a:lnTo>
                    <a:pt x="541" y="19578"/>
                  </a:lnTo>
                  <a:lnTo>
                    <a:pt x="541" y="19539"/>
                  </a:lnTo>
                  <a:lnTo>
                    <a:pt x="541" y="19462"/>
                  </a:lnTo>
                  <a:lnTo>
                    <a:pt x="1429" y="18420"/>
                  </a:lnTo>
                  <a:lnTo>
                    <a:pt x="2356" y="17377"/>
                  </a:lnTo>
                  <a:close/>
                  <a:moveTo>
                    <a:pt x="8148" y="24830"/>
                  </a:moveTo>
                  <a:lnTo>
                    <a:pt x="8148" y="25061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7"/>
                  </a:lnTo>
                  <a:lnTo>
                    <a:pt x="7878" y="25216"/>
                  </a:lnTo>
                  <a:lnTo>
                    <a:pt x="7839" y="25293"/>
                  </a:lnTo>
                  <a:lnTo>
                    <a:pt x="7839" y="25370"/>
                  </a:lnTo>
                  <a:lnTo>
                    <a:pt x="7994" y="25872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59"/>
                  </a:lnTo>
                  <a:lnTo>
                    <a:pt x="8148" y="28961"/>
                  </a:lnTo>
                  <a:lnTo>
                    <a:pt x="8071" y="29502"/>
                  </a:lnTo>
                  <a:lnTo>
                    <a:pt x="7762" y="29193"/>
                  </a:lnTo>
                  <a:lnTo>
                    <a:pt x="7453" y="28884"/>
                  </a:lnTo>
                  <a:lnTo>
                    <a:pt x="7260" y="28537"/>
                  </a:lnTo>
                  <a:lnTo>
                    <a:pt x="7067" y="28189"/>
                  </a:lnTo>
                  <a:lnTo>
                    <a:pt x="6951" y="27803"/>
                  </a:lnTo>
                  <a:lnTo>
                    <a:pt x="6874" y="27417"/>
                  </a:lnTo>
                  <a:lnTo>
                    <a:pt x="6835" y="26953"/>
                  </a:lnTo>
                  <a:lnTo>
                    <a:pt x="6835" y="26490"/>
                  </a:lnTo>
                  <a:lnTo>
                    <a:pt x="6874" y="26104"/>
                  </a:lnTo>
                  <a:lnTo>
                    <a:pt x="6874" y="25756"/>
                  </a:lnTo>
                  <a:lnTo>
                    <a:pt x="6835" y="25602"/>
                  </a:lnTo>
                  <a:lnTo>
                    <a:pt x="6758" y="25486"/>
                  </a:lnTo>
                  <a:lnTo>
                    <a:pt x="6642" y="25370"/>
                  </a:lnTo>
                  <a:lnTo>
                    <a:pt x="6488" y="25293"/>
                  </a:lnTo>
                  <a:lnTo>
                    <a:pt x="6604" y="25100"/>
                  </a:lnTo>
                  <a:lnTo>
                    <a:pt x="6720" y="24984"/>
                  </a:lnTo>
                  <a:lnTo>
                    <a:pt x="7106" y="24984"/>
                  </a:lnTo>
                  <a:lnTo>
                    <a:pt x="7453" y="24945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4"/>
                  </a:lnTo>
                  <a:lnTo>
                    <a:pt x="9500" y="25409"/>
                  </a:lnTo>
                  <a:lnTo>
                    <a:pt x="9809" y="25795"/>
                  </a:lnTo>
                  <a:lnTo>
                    <a:pt x="10118" y="26258"/>
                  </a:lnTo>
                  <a:lnTo>
                    <a:pt x="9847" y="26220"/>
                  </a:lnTo>
                  <a:lnTo>
                    <a:pt x="9616" y="26104"/>
                  </a:lnTo>
                  <a:lnTo>
                    <a:pt x="9423" y="25949"/>
                  </a:lnTo>
                  <a:lnTo>
                    <a:pt x="9230" y="25756"/>
                  </a:lnTo>
                  <a:lnTo>
                    <a:pt x="9191" y="25679"/>
                  </a:lnTo>
                  <a:lnTo>
                    <a:pt x="8998" y="25679"/>
                  </a:lnTo>
                  <a:lnTo>
                    <a:pt x="8959" y="25718"/>
                  </a:lnTo>
                  <a:lnTo>
                    <a:pt x="8921" y="25795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0"/>
                  </a:lnTo>
                  <a:lnTo>
                    <a:pt x="9423" y="27069"/>
                  </a:lnTo>
                  <a:lnTo>
                    <a:pt x="9500" y="27378"/>
                  </a:lnTo>
                  <a:lnTo>
                    <a:pt x="9538" y="27687"/>
                  </a:lnTo>
                  <a:lnTo>
                    <a:pt x="9538" y="27996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79"/>
                  </a:lnTo>
                  <a:lnTo>
                    <a:pt x="9230" y="29888"/>
                  </a:lnTo>
                  <a:lnTo>
                    <a:pt x="9075" y="30158"/>
                  </a:lnTo>
                  <a:lnTo>
                    <a:pt x="8921" y="30429"/>
                  </a:lnTo>
                  <a:lnTo>
                    <a:pt x="8728" y="30660"/>
                  </a:lnTo>
                  <a:lnTo>
                    <a:pt x="8534" y="30776"/>
                  </a:lnTo>
                  <a:lnTo>
                    <a:pt x="8341" y="30853"/>
                  </a:lnTo>
                  <a:lnTo>
                    <a:pt x="8187" y="30853"/>
                  </a:lnTo>
                  <a:lnTo>
                    <a:pt x="7994" y="30776"/>
                  </a:lnTo>
                  <a:lnTo>
                    <a:pt x="7839" y="30699"/>
                  </a:lnTo>
                  <a:lnTo>
                    <a:pt x="7685" y="30583"/>
                  </a:lnTo>
                  <a:lnTo>
                    <a:pt x="7376" y="30274"/>
                  </a:lnTo>
                  <a:lnTo>
                    <a:pt x="6874" y="29772"/>
                  </a:lnTo>
                  <a:lnTo>
                    <a:pt x="6681" y="29502"/>
                  </a:lnTo>
                  <a:lnTo>
                    <a:pt x="6488" y="29193"/>
                  </a:lnTo>
                  <a:lnTo>
                    <a:pt x="6295" y="28846"/>
                  </a:lnTo>
                  <a:lnTo>
                    <a:pt x="6102" y="28459"/>
                  </a:lnTo>
                  <a:lnTo>
                    <a:pt x="5986" y="28073"/>
                  </a:lnTo>
                  <a:lnTo>
                    <a:pt x="5909" y="27687"/>
                  </a:lnTo>
                  <a:lnTo>
                    <a:pt x="5870" y="27262"/>
                  </a:lnTo>
                  <a:lnTo>
                    <a:pt x="5870" y="26876"/>
                  </a:lnTo>
                  <a:lnTo>
                    <a:pt x="5909" y="26490"/>
                  </a:lnTo>
                  <a:lnTo>
                    <a:pt x="6024" y="26065"/>
                  </a:lnTo>
                  <a:lnTo>
                    <a:pt x="6024" y="25949"/>
                  </a:lnTo>
                  <a:lnTo>
                    <a:pt x="5947" y="25911"/>
                  </a:lnTo>
                  <a:lnTo>
                    <a:pt x="5870" y="25872"/>
                  </a:lnTo>
                  <a:lnTo>
                    <a:pt x="5793" y="25872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7"/>
                  </a:lnTo>
                  <a:lnTo>
                    <a:pt x="5445" y="25100"/>
                  </a:lnTo>
                  <a:lnTo>
                    <a:pt x="5716" y="24752"/>
                  </a:lnTo>
                  <a:lnTo>
                    <a:pt x="6102" y="24868"/>
                  </a:lnTo>
                  <a:lnTo>
                    <a:pt x="6488" y="24945"/>
                  </a:lnTo>
                  <a:lnTo>
                    <a:pt x="6333" y="25100"/>
                  </a:lnTo>
                  <a:lnTo>
                    <a:pt x="6179" y="25293"/>
                  </a:lnTo>
                  <a:lnTo>
                    <a:pt x="6179" y="25370"/>
                  </a:lnTo>
                  <a:lnTo>
                    <a:pt x="6179" y="25447"/>
                  </a:lnTo>
                  <a:lnTo>
                    <a:pt x="6256" y="25486"/>
                  </a:lnTo>
                  <a:lnTo>
                    <a:pt x="6295" y="25486"/>
                  </a:lnTo>
                  <a:lnTo>
                    <a:pt x="6372" y="25525"/>
                  </a:lnTo>
                  <a:lnTo>
                    <a:pt x="6449" y="25602"/>
                  </a:lnTo>
                  <a:lnTo>
                    <a:pt x="6526" y="25795"/>
                  </a:lnTo>
                  <a:lnTo>
                    <a:pt x="6565" y="26104"/>
                  </a:lnTo>
                  <a:lnTo>
                    <a:pt x="6604" y="26451"/>
                  </a:lnTo>
                  <a:lnTo>
                    <a:pt x="6604" y="27146"/>
                  </a:lnTo>
                  <a:lnTo>
                    <a:pt x="6604" y="27610"/>
                  </a:lnTo>
                  <a:lnTo>
                    <a:pt x="6681" y="28073"/>
                  </a:lnTo>
                  <a:lnTo>
                    <a:pt x="6835" y="28498"/>
                  </a:lnTo>
                  <a:lnTo>
                    <a:pt x="7067" y="28923"/>
                  </a:lnTo>
                  <a:lnTo>
                    <a:pt x="7376" y="29309"/>
                  </a:lnTo>
                  <a:lnTo>
                    <a:pt x="7569" y="29463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49"/>
                  </a:lnTo>
                  <a:lnTo>
                    <a:pt x="8264" y="29849"/>
                  </a:lnTo>
                  <a:lnTo>
                    <a:pt x="8303" y="29811"/>
                  </a:lnTo>
                  <a:lnTo>
                    <a:pt x="8303" y="29734"/>
                  </a:lnTo>
                  <a:lnTo>
                    <a:pt x="8303" y="29695"/>
                  </a:lnTo>
                  <a:lnTo>
                    <a:pt x="8303" y="29656"/>
                  </a:lnTo>
                  <a:lnTo>
                    <a:pt x="8419" y="29154"/>
                  </a:lnTo>
                  <a:lnTo>
                    <a:pt x="8496" y="28614"/>
                  </a:lnTo>
                  <a:lnTo>
                    <a:pt x="8534" y="28112"/>
                  </a:lnTo>
                  <a:lnTo>
                    <a:pt x="8534" y="27571"/>
                  </a:lnTo>
                  <a:lnTo>
                    <a:pt x="8534" y="27069"/>
                  </a:lnTo>
                  <a:lnTo>
                    <a:pt x="8457" y="26567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6"/>
                  </a:lnTo>
                  <a:lnTo>
                    <a:pt x="8650" y="25409"/>
                  </a:lnTo>
                  <a:lnTo>
                    <a:pt x="8650" y="25370"/>
                  </a:lnTo>
                  <a:lnTo>
                    <a:pt x="8612" y="25293"/>
                  </a:lnTo>
                  <a:lnTo>
                    <a:pt x="8380" y="24791"/>
                  </a:lnTo>
                  <a:lnTo>
                    <a:pt x="8805" y="24637"/>
                  </a:lnTo>
                  <a:close/>
                  <a:moveTo>
                    <a:pt x="6449" y="0"/>
                  </a:moveTo>
                  <a:lnTo>
                    <a:pt x="6411" y="39"/>
                  </a:lnTo>
                  <a:lnTo>
                    <a:pt x="6411" y="116"/>
                  </a:lnTo>
                  <a:lnTo>
                    <a:pt x="6333" y="116"/>
                  </a:lnTo>
                  <a:lnTo>
                    <a:pt x="6295" y="193"/>
                  </a:lnTo>
                  <a:lnTo>
                    <a:pt x="5600" y="1275"/>
                  </a:lnTo>
                  <a:lnTo>
                    <a:pt x="4943" y="2433"/>
                  </a:lnTo>
                  <a:lnTo>
                    <a:pt x="4403" y="3591"/>
                  </a:lnTo>
                  <a:lnTo>
                    <a:pt x="3901" y="4827"/>
                  </a:lnTo>
                  <a:lnTo>
                    <a:pt x="3437" y="6063"/>
                  </a:lnTo>
                  <a:lnTo>
                    <a:pt x="3090" y="7298"/>
                  </a:lnTo>
                  <a:lnTo>
                    <a:pt x="2742" y="8573"/>
                  </a:lnTo>
                  <a:lnTo>
                    <a:pt x="2511" y="9847"/>
                  </a:lnTo>
                  <a:lnTo>
                    <a:pt x="2317" y="11160"/>
                  </a:lnTo>
                  <a:lnTo>
                    <a:pt x="2202" y="12473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8"/>
                  </a:lnTo>
                  <a:lnTo>
                    <a:pt x="541" y="18806"/>
                  </a:lnTo>
                  <a:lnTo>
                    <a:pt x="39" y="19462"/>
                  </a:lnTo>
                  <a:lnTo>
                    <a:pt x="1" y="19501"/>
                  </a:lnTo>
                  <a:lnTo>
                    <a:pt x="1" y="19578"/>
                  </a:lnTo>
                  <a:lnTo>
                    <a:pt x="78" y="19694"/>
                  </a:lnTo>
                  <a:lnTo>
                    <a:pt x="39" y="19964"/>
                  </a:lnTo>
                  <a:lnTo>
                    <a:pt x="39" y="20273"/>
                  </a:lnTo>
                  <a:lnTo>
                    <a:pt x="39" y="20543"/>
                  </a:lnTo>
                  <a:lnTo>
                    <a:pt x="78" y="20852"/>
                  </a:lnTo>
                  <a:lnTo>
                    <a:pt x="194" y="21431"/>
                  </a:lnTo>
                  <a:lnTo>
                    <a:pt x="309" y="22011"/>
                  </a:lnTo>
                  <a:lnTo>
                    <a:pt x="387" y="22899"/>
                  </a:lnTo>
                  <a:lnTo>
                    <a:pt x="425" y="23748"/>
                  </a:lnTo>
                  <a:lnTo>
                    <a:pt x="425" y="24637"/>
                  </a:lnTo>
                  <a:lnTo>
                    <a:pt x="387" y="25486"/>
                  </a:lnTo>
                  <a:lnTo>
                    <a:pt x="387" y="25602"/>
                  </a:lnTo>
                  <a:lnTo>
                    <a:pt x="464" y="25640"/>
                  </a:lnTo>
                  <a:lnTo>
                    <a:pt x="503" y="25679"/>
                  </a:lnTo>
                  <a:lnTo>
                    <a:pt x="580" y="25679"/>
                  </a:lnTo>
                  <a:lnTo>
                    <a:pt x="618" y="25756"/>
                  </a:lnTo>
                  <a:lnTo>
                    <a:pt x="696" y="25795"/>
                  </a:lnTo>
                  <a:lnTo>
                    <a:pt x="811" y="25795"/>
                  </a:lnTo>
                  <a:lnTo>
                    <a:pt x="1584" y="25254"/>
                  </a:lnTo>
                  <a:lnTo>
                    <a:pt x="2279" y="24714"/>
                  </a:lnTo>
                  <a:lnTo>
                    <a:pt x="3746" y="23594"/>
                  </a:lnTo>
                  <a:lnTo>
                    <a:pt x="3785" y="23478"/>
                  </a:lnTo>
                  <a:lnTo>
                    <a:pt x="3785" y="23362"/>
                  </a:lnTo>
                  <a:lnTo>
                    <a:pt x="3630" y="22088"/>
                  </a:lnTo>
                  <a:lnTo>
                    <a:pt x="3592" y="20814"/>
                  </a:lnTo>
                  <a:lnTo>
                    <a:pt x="3939" y="21277"/>
                  </a:lnTo>
                  <a:lnTo>
                    <a:pt x="4364" y="21663"/>
                  </a:lnTo>
                  <a:lnTo>
                    <a:pt x="4789" y="22049"/>
                  </a:lnTo>
                  <a:lnTo>
                    <a:pt x="5252" y="22358"/>
                  </a:lnTo>
                  <a:lnTo>
                    <a:pt x="5059" y="22744"/>
                  </a:lnTo>
                  <a:lnTo>
                    <a:pt x="4866" y="23169"/>
                  </a:lnTo>
                  <a:lnTo>
                    <a:pt x="4712" y="23633"/>
                  </a:lnTo>
                  <a:lnTo>
                    <a:pt x="4673" y="23864"/>
                  </a:lnTo>
                  <a:lnTo>
                    <a:pt x="4712" y="24096"/>
                  </a:lnTo>
                  <a:lnTo>
                    <a:pt x="4750" y="24173"/>
                  </a:lnTo>
                  <a:lnTo>
                    <a:pt x="4789" y="24212"/>
                  </a:lnTo>
                  <a:lnTo>
                    <a:pt x="4827" y="24250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5"/>
                  </a:lnTo>
                  <a:lnTo>
                    <a:pt x="5329" y="24868"/>
                  </a:lnTo>
                  <a:lnTo>
                    <a:pt x="5175" y="25061"/>
                  </a:lnTo>
                  <a:lnTo>
                    <a:pt x="5020" y="25254"/>
                  </a:lnTo>
                  <a:lnTo>
                    <a:pt x="4905" y="25486"/>
                  </a:lnTo>
                  <a:lnTo>
                    <a:pt x="4827" y="25718"/>
                  </a:lnTo>
                  <a:lnTo>
                    <a:pt x="4750" y="25949"/>
                  </a:lnTo>
                  <a:lnTo>
                    <a:pt x="4712" y="26220"/>
                  </a:lnTo>
                  <a:lnTo>
                    <a:pt x="4712" y="26490"/>
                  </a:lnTo>
                  <a:lnTo>
                    <a:pt x="4712" y="26567"/>
                  </a:lnTo>
                  <a:lnTo>
                    <a:pt x="4789" y="26644"/>
                  </a:lnTo>
                  <a:lnTo>
                    <a:pt x="4943" y="26644"/>
                  </a:lnTo>
                  <a:lnTo>
                    <a:pt x="5638" y="26297"/>
                  </a:lnTo>
                  <a:lnTo>
                    <a:pt x="5638" y="26297"/>
                  </a:lnTo>
                  <a:lnTo>
                    <a:pt x="5561" y="26722"/>
                  </a:lnTo>
                  <a:lnTo>
                    <a:pt x="5561" y="27146"/>
                  </a:lnTo>
                  <a:lnTo>
                    <a:pt x="5561" y="27533"/>
                  </a:lnTo>
                  <a:lnTo>
                    <a:pt x="5638" y="27957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3"/>
                  </a:lnTo>
                  <a:lnTo>
                    <a:pt x="6642" y="30004"/>
                  </a:lnTo>
                  <a:lnTo>
                    <a:pt x="6913" y="30351"/>
                  </a:lnTo>
                  <a:lnTo>
                    <a:pt x="7183" y="30660"/>
                  </a:lnTo>
                  <a:lnTo>
                    <a:pt x="7530" y="30969"/>
                  </a:lnTo>
                  <a:lnTo>
                    <a:pt x="7839" y="31162"/>
                  </a:lnTo>
                  <a:lnTo>
                    <a:pt x="7994" y="31240"/>
                  </a:lnTo>
                  <a:lnTo>
                    <a:pt x="8148" y="31317"/>
                  </a:lnTo>
                  <a:lnTo>
                    <a:pt x="8303" y="31317"/>
                  </a:lnTo>
                  <a:lnTo>
                    <a:pt x="8457" y="31278"/>
                  </a:lnTo>
                  <a:lnTo>
                    <a:pt x="8612" y="31240"/>
                  </a:lnTo>
                  <a:lnTo>
                    <a:pt x="8766" y="31162"/>
                  </a:lnTo>
                  <a:lnTo>
                    <a:pt x="8998" y="30892"/>
                  </a:lnTo>
                  <a:lnTo>
                    <a:pt x="9230" y="30583"/>
                  </a:lnTo>
                  <a:lnTo>
                    <a:pt x="9423" y="30236"/>
                  </a:lnTo>
                  <a:lnTo>
                    <a:pt x="9577" y="29849"/>
                  </a:lnTo>
                  <a:lnTo>
                    <a:pt x="9693" y="29463"/>
                  </a:lnTo>
                  <a:lnTo>
                    <a:pt x="9847" y="28807"/>
                  </a:lnTo>
                  <a:lnTo>
                    <a:pt x="9886" y="28228"/>
                  </a:lnTo>
                  <a:lnTo>
                    <a:pt x="9847" y="27610"/>
                  </a:lnTo>
                  <a:lnTo>
                    <a:pt x="9770" y="27031"/>
                  </a:lnTo>
                  <a:lnTo>
                    <a:pt x="9577" y="26490"/>
                  </a:lnTo>
                  <a:lnTo>
                    <a:pt x="9770" y="26529"/>
                  </a:lnTo>
                  <a:lnTo>
                    <a:pt x="9963" y="26567"/>
                  </a:lnTo>
                  <a:lnTo>
                    <a:pt x="10156" y="26606"/>
                  </a:lnTo>
                  <a:lnTo>
                    <a:pt x="10388" y="26606"/>
                  </a:lnTo>
                  <a:lnTo>
                    <a:pt x="10465" y="26567"/>
                  </a:lnTo>
                  <a:lnTo>
                    <a:pt x="10542" y="26529"/>
                  </a:lnTo>
                  <a:lnTo>
                    <a:pt x="10542" y="26451"/>
                  </a:lnTo>
                  <a:lnTo>
                    <a:pt x="10542" y="26336"/>
                  </a:lnTo>
                  <a:lnTo>
                    <a:pt x="10233" y="25834"/>
                  </a:lnTo>
                  <a:lnTo>
                    <a:pt x="9925" y="25332"/>
                  </a:lnTo>
                  <a:lnTo>
                    <a:pt x="9538" y="24868"/>
                  </a:lnTo>
                  <a:lnTo>
                    <a:pt x="9114" y="24482"/>
                  </a:lnTo>
                  <a:lnTo>
                    <a:pt x="9616" y="24135"/>
                  </a:lnTo>
                  <a:lnTo>
                    <a:pt x="9693" y="24057"/>
                  </a:lnTo>
                  <a:lnTo>
                    <a:pt x="9732" y="23980"/>
                  </a:lnTo>
                  <a:lnTo>
                    <a:pt x="9770" y="23941"/>
                  </a:lnTo>
                  <a:lnTo>
                    <a:pt x="9732" y="23864"/>
                  </a:lnTo>
                  <a:lnTo>
                    <a:pt x="9307" y="23092"/>
                  </a:lnTo>
                  <a:lnTo>
                    <a:pt x="9114" y="22706"/>
                  </a:lnTo>
                  <a:lnTo>
                    <a:pt x="8959" y="22281"/>
                  </a:lnTo>
                  <a:lnTo>
                    <a:pt x="9114" y="22204"/>
                  </a:lnTo>
                  <a:lnTo>
                    <a:pt x="9423" y="21933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8"/>
                  </a:lnTo>
                  <a:lnTo>
                    <a:pt x="10118" y="21895"/>
                  </a:lnTo>
                  <a:lnTo>
                    <a:pt x="10040" y="22822"/>
                  </a:lnTo>
                  <a:lnTo>
                    <a:pt x="10079" y="22899"/>
                  </a:lnTo>
                  <a:lnTo>
                    <a:pt x="10156" y="22976"/>
                  </a:lnTo>
                  <a:lnTo>
                    <a:pt x="10813" y="23401"/>
                  </a:lnTo>
                  <a:lnTo>
                    <a:pt x="11469" y="23826"/>
                  </a:lnTo>
                  <a:lnTo>
                    <a:pt x="12126" y="24289"/>
                  </a:lnTo>
                  <a:lnTo>
                    <a:pt x="12743" y="24752"/>
                  </a:lnTo>
                  <a:lnTo>
                    <a:pt x="12859" y="24830"/>
                  </a:lnTo>
                  <a:lnTo>
                    <a:pt x="12975" y="24791"/>
                  </a:lnTo>
                  <a:lnTo>
                    <a:pt x="13052" y="24752"/>
                  </a:lnTo>
                  <a:lnTo>
                    <a:pt x="13091" y="24637"/>
                  </a:lnTo>
                  <a:lnTo>
                    <a:pt x="13323" y="21393"/>
                  </a:lnTo>
                  <a:lnTo>
                    <a:pt x="13400" y="19771"/>
                  </a:lnTo>
                  <a:lnTo>
                    <a:pt x="13439" y="18960"/>
                  </a:lnTo>
                  <a:lnTo>
                    <a:pt x="13400" y="18188"/>
                  </a:lnTo>
                  <a:lnTo>
                    <a:pt x="13361" y="18072"/>
                  </a:lnTo>
                  <a:lnTo>
                    <a:pt x="13323" y="18033"/>
                  </a:lnTo>
                  <a:lnTo>
                    <a:pt x="13284" y="18033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4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8"/>
                  </a:lnTo>
                  <a:lnTo>
                    <a:pt x="10620" y="13631"/>
                  </a:lnTo>
                  <a:lnTo>
                    <a:pt x="10504" y="12705"/>
                  </a:lnTo>
                  <a:lnTo>
                    <a:pt x="10233" y="11121"/>
                  </a:lnTo>
                  <a:lnTo>
                    <a:pt x="9886" y="9538"/>
                  </a:lnTo>
                  <a:lnTo>
                    <a:pt x="9500" y="7955"/>
                  </a:lnTo>
                  <a:lnTo>
                    <a:pt x="9036" y="6410"/>
                  </a:lnTo>
                  <a:lnTo>
                    <a:pt x="8534" y="4866"/>
                  </a:lnTo>
                  <a:lnTo>
                    <a:pt x="7994" y="3321"/>
                  </a:lnTo>
                  <a:lnTo>
                    <a:pt x="7415" y="1815"/>
                  </a:lnTo>
                  <a:lnTo>
                    <a:pt x="6835" y="309"/>
                  </a:lnTo>
                  <a:lnTo>
                    <a:pt x="6797" y="232"/>
                  </a:lnTo>
                  <a:lnTo>
                    <a:pt x="6720" y="193"/>
                  </a:lnTo>
                  <a:lnTo>
                    <a:pt x="6642" y="155"/>
                  </a:lnTo>
                  <a:lnTo>
                    <a:pt x="6604" y="39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22"/>
            <p:cNvSpPr/>
            <p:nvPr/>
          </p:nvSpPr>
          <p:spPr>
            <a:xfrm>
              <a:off x="6111425" y="39739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0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22"/>
            <p:cNvSpPr/>
            <p:nvPr/>
          </p:nvSpPr>
          <p:spPr>
            <a:xfrm>
              <a:off x="5921250" y="4000950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5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3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22"/>
            <p:cNvSpPr/>
            <p:nvPr/>
          </p:nvSpPr>
          <p:spPr>
            <a:xfrm>
              <a:off x="6044825" y="4051150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5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22"/>
            <p:cNvSpPr/>
            <p:nvPr/>
          </p:nvSpPr>
          <p:spPr>
            <a:xfrm>
              <a:off x="1792350" y="4089775"/>
              <a:ext cx="345650" cy="269350"/>
            </a:xfrm>
            <a:custGeom>
              <a:avLst/>
              <a:gdLst/>
              <a:ahLst/>
              <a:cxnLst/>
              <a:rect l="l" t="t" r="r" b="b"/>
              <a:pathLst>
                <a:path w="13826" h="10774" extrusionOk="0">
                  <a:moveTo>
                    <a:pt x="3438" y="1004"/>
                  </a:moveTo>
                  <a:lnTo>
                    <a:pt x="3515" y="1081"/>
                  </a:lnTo>
                  <a:lnTo>
                    <a:pt x="3631" y="1159"/>
                  </a:lnTo>
                  <a:lnTo>
                    <a:pt x="3669" y="1275"/>
                  </a:lnTo>
                  <a:lnTo>
                    <a:pt x="3669" y="1429"/>
                  </a:lnTo>
                  <a:lnTo>
                    <a:pt x="3592" y="1661"/>
                  </a:lnTo>
                  <a:lnTo>
                    <a:pt x="3515" y="1815"/>
                  </a:lnTo>
                  <a:lnTo>
                    <a:pt x="3360" y="1931"/>
                  </a:lnTo>
                  <a:lnTo>
                    <a:pt x="3167" y="1970"/>
                  </a:lnTo>
                  <a:lnTo>
                    <a:pt x="2974" y="2008"/>
                  </a:lnTo>
                  <a:lnTo>
                    <a:pt x="2781" y="2008"/>
                  </a:lnTo>
                  <a:lnTo>
                    <a:pt x="2356" y="1931"/>
                  </a:lnTo>
                  <a:lnTo>
                    <a:pt x="2395" y="1892"/>
                  </a:lnTo>
                  <a:lnTo>
                    <a:pt x="2472" y="1661"/>
                  </a:lnTo>
                  <a:lnTo>
                    <a:pt x="2588" y="1429"/>
                  </a:lnTo>
                  <a:lnTo>
                    <a:pt x="2704" y="1236"/>
                  </a:lnTo>
                  <a:lnTo>
                    <a:pt x="2897" y="1081"/>
                  </a:lnTo>
                  <a:lnTo>
                    <a:pt x="3013" y="1004"/>
                  </a:lnTo>
                  <a:close/>
                  <a:moveTo>
                    <a:pt x="1044" y="1468"/>
                  </a:moveTo>
                  <a:lnTo>
                    <a:pt x="1237" y="1545"/>
                  </a:lnTo>
                  <a:lnTo>
                    <a:pt x="1430" y="1622"/>
                  </a:lnTo>
                  <a:lnTo>
                    <a:pt x="1623" y="1777"/>
                  </a:lnTo>
                  <a:lnTo>
                    <a:pt x="1816" y="1892"/>
                  </a:lnTo>
                  <a:lnTo>
                    <a:pt x="1507" y="2201"/>
                  </a:lnTo>
                  <a:lnTo>
                    <a:pt x="1314" y="2356"/>
                  </a:lnTo>
                  <a:lnTo>
                    <a:pt x="1121" y="2433"/>
                  </a:lnTo>
                  <a:lnTo>
                    <a:pt x="966" y="2472"/>
                  </a:lnTo>
                  <a:lnTo>
                    <a:pt x="812" y="2472"/>
                  </a:lnTo>
                  <a:lnTo>
                    <a:pt x="696" y="2433"/>
                  </a:lnTo>
                  <a:lnTo>
                    <a:pt x="580" y="2394"/>
                  </a:lnTo>
                  <a:lnTo>
                    <a:pt x="464" y="2317"/>
                  </a:lnTo>
                  <a:lnTo>
                    <a:pt x="387" y="2201"/>
                  </a:lnTo>
                  <a:lnTo>
                    <a:pt x="387" y="2085"/>
                  </a:lnTo>
                  <a:lnTo>
                    <a:pt x="426" y="1892"/>
                  </a:lnTo>
                  <a:lnTo>
                    <a:pt x="503" y="1699"/>
                  </a:lnTo>
                  <a:lnTo>
                    <a:pt x="657" y="1545"/>
                  </a:lnTo>
                  <a:lnTo>
                    <a:pt x="850" y="1468"/>
                  </a:lnTo>
                  <a:close/>
                  <a:moveTo>
                    <a:pt x="4866" y="3823"/>
                  </a:moveTo>
                  <a:lnTo>
                    <a:pt x="5021" y="3862"/>
                  </a:lnTo>
                  <a:lnTo>
                    <a:pt x="5137" y="3939"/>
                  </a:lnTo>
                  <a:lnTo>
                    <a:pt x="5253" y="4055"/>
                  </a:lnTo>
                  <a:lnTo>
                    <a:pt x="5330" y="4171"/>
                  </a:lnTo>
                  <a:lnTo>
                    <a:pt x="5330" y="4325"/>
                  </a:lnTo>
                  <a:lnTo>
                    <a:pt x="5330" y="4441"/>
                  </a:lnTo>
                  <a:lnTo>
                    <a:pt x="5291" y="4557"/>
                  </a:lnTo>
                  <a:lnTo>
                    <a:pt x="5137" y="4788"/>
                  </a:lnTo>
                  <a:lnTo>
                    <a:pt x="4944" y="4982"/>
                  </a:lnTo>
                  <a:lnTo>
                    <a:pt x="4751" y="5097"/>
                  </a:lnTo>
                  <a:lnTo>
                    <a:pt x="4557" y="5136"/>
                  </a:lnTo>
                  <a:lnTo>
                    <a:pt x="4171" y="5213"/>
                  </a:lnTo>
                  <a:lnTo>
                    <a:pt x="4171" y="5213"/>
                  </a:lnTo>
                  <a:lnTo>
                    <a:pt x="4210" y="4750"/>
                  </a:lnTo>
                  <a:lnTo>
                    <a:pt x="4287" y="4557"/>
                  </a:lnTo>
                  <a:lnTo>
                    <a:pt x="4364" y="4325"/>
                  </a:lnTo>
                  <a:lnTo>
                    <a:pt x="4519" y="4055"/>
                  </a:lnTo>
                  <a:lnTo>
                    <a:pt x="4635" y="3978"/>
                  </a:lnTo>
                  <a:lnTo>
                    <a:pt x="4751" y="3900"/>
                  </a:lnTo>
                  <a:lnTo>
                    <a:pt x="4866" y="3823"/>
                  </a:lnTo>
                  <a:close/>
                  <a:moveTo>
                    <a:pt x="7299" y="4518"/>
                  </a:moveTo>
                  <a:lnTo>
                    <a:pt x="7415" y="4595"/>
                  </a:lnTo>
                  <a:lnTo>
                    <a:pt x="7492" y="4673"/>
                  </a:lnTo>
                  <a:lnTo>
                    <a:pt x="7531" y="4788"/>
                  </a:lnTo>
                  <a:lnTo>
                    <a:pt x="7569" y="4943"/>
                  </a:lnTo>
                  <a:lnTo>
                    <a:pt x="7608" y="5175"/>
                  </a:lnTo>
                  <a:lnTo>
                    <a:pt x="7569" y="5445"/>
                  </a:lnTo>
                  <a:lnTo>
                    <a:pt x="7531" y="5677"/>
                  </a:lnTo>
                  <a:lnTo>
                    <a:pt x="7454" y="5908"/>
                  </a:lnTo>
                  <a:lnTo>
                    <a:pt x="7299" y="6101"/>
                  </a:lnTo>
                  <a:lnTo>
                    <a:pt x="7145" y="6294"/>
                  </a:lnTo>
                  <a:lnTo>
                    <a:pt x="6913" y="5870"/>
                  </a:lnTo>
                  <a:lnTo>
                    <a:pt x="6797" y="5677"/>
                  </a:lnTo>
                  <a:lnTo>
                    <a:pt x="6759" y="5445"/>
                  </a:lnTo>
                  <a:lnTo>
                    <a:pt x="6720" y="5136"/>
                  </a:lnTo>
                  <a:lnTo>
                    <a:pt x="6759" y="4943"/>
                  </a:lnTo>
                  <a:lnTo>
                    <a:pt x="6797" y="4788"/>
                  </a:lnTo>
                  <a:lnTo>
                    <a:pt x="6874" y="4634"/>
                  </a:lnTo>
                  <a:lnTo>
                    <a:pt x="6990" y="4557"/>
                  </a:lnTo>
                  <a:lnTo>
                    <a:pt x="7106" y="4518"/>
                  </a:lnTo>
                  <a:close/>
                  <a:moveTo>
                    <a:pt x="11161" y="4982"/>
                  </a:moveTo>
                  <a:lnTo>
                    <a:pt x="11276" y="5059"/>
                  </a:lnTo>
                  <a:lnTo>
                    <a:pt x="11354" y="5136"/>
                  </a:lnTo>
                  <a:lnTo>
                    <a:pt x="11392" y="5252"/>
                  </a:lnTo>
                  <a:lnTo>
                    <a:pt x="11431" y="5368"/>
                  </a:lnTo>
                  <a:lnTo>
                    <a:pt x="11392" y="5677"/>
                  </a:lnTo>
                  <a:lnTo>
                    <a:pt x="11315" y="5986"/>
                  </a:lnTo>
                  <a:lnTo>
                    <a:pt x="11161" y="6217"/>
                  </a:lnTo>
                  <a:lnTo>
                    <a:pt x="11083" y="6333"/>
                  </a:lnTo>
                  <a:lnTo>
                    <a:pt x="10968" y="6372"/>
                  </a:lnTo>
                  <a:lnTo>
                    <a:pt x="10890" y="6410"/>
                  </a:lnTo>
                  <a:lnTo>
                    <a:pt x="10736" y="6410"/>
                  </a:lnTo>
                  <a:lnTo>
                    <a:pt x="10697" y="6449"/>
                  </a:lnTo>
                  <a:lnTo>
                    <a:pt x="10659" y="6449"/>
                  </a:lnTo>
                  <a:lnTo>
                    <a:pt x="10466" y="6101"/>
                  </a:lnTo>
                  <a:lnTo>
                    <a:pt x="10388" y="5947"/>
                  </a:lnTo>
                  <a:lnTo>
                    <a:pt x="10350" y="5715"/>
                  </a:lnTo>
                  <a:lnTo>
                    <a:pt x="10350" y="5484"/>
                  </a:lnTo>
                  <a:lnTo>
                    <a:pt x="10427" y="5252"/>
                  </a:lnTo>
                  <a:lnTo>
                    <a:pt x="10581" y="5097"/>
                  </a:lnTo>
                  <a:lnTo>
                    <a:pt x="10697" y="5059"/>
                  </a:lnTo>
                  <a:lnTo>
                    <a:pt x="10813" y="4982"/>
                  </a:lnTo>
                  <a:close/>
                  <a:moveTo>
                    <a:pt x="3052" y="5522"/>
                  </a:moveTo>
                  <a:lnTo>
                    <a:pt x="3476" y="5561"/>
                  </a:lnTo>
                  <a:lnTo>
                    <a:pt x="3283" y="5947"/>
                  </a:lnTo>
                  <a:lnTo>
                    <a:pt x="3167" y="6140"/>
                  </a:lnTo>
                  <a:lnTo>
                    <a:pt x="3013" y="6294"/>
                  </a:lnTo>
                  <a:lnTo>
                    <a:pt x="2858" y="6410"/>
                  </a:lnTo>
                  <a:lnTo>
                    <a:pt x="2704" y="6488"/>
                  </a:lnTo>
                  <a:lnTo>
                    <a:pt x="2472" y="6488"/>
                  </a:lnTo>
                  <a:lnTo>
                    <a:pt x="2279" y="6410"/>
                  </a:lnTo>
                  <a:lnTo>
                    <a:pt x="2125" y="6294"/>
                  </a:lnTo>
                  <a:lnTo>
                    <a:pt x="2086" y="6179"/>
                  </a:lnTo>
                  <a:lnTo>
                    <a:pt x="2086" y="6063"/>
                  </a:lnTo>
                  <a:lnTo>
                    <a:pt x="2125" y="5908"/>
                  </a:lnTo>
                  <a:lnTo>
                    <a:pt x="2241" y="5792"/>
                  </a:lnTo>
                  <a:lnTo>
                    <a:pt x="2356" y="5677"/>
                  </a:lnTo>
                  <a:lnTo>
                    <a:pt x="2472" y="5599"/>
                  </a:lnTo>
                  <a:lnTo>
                    <a:pt x="2588" y="5561"/>
                  </a:lnTo>
                  <a:lnTo>
                    <a:pt x="2820" y="5522"/>
                  </a:lnTo>
                  <a:close/>
                  <a:moveTo>
                    <a:pt x="7222" y="6796"/>
                  </a:moveTo>
                  <a:lnTo>
                    <a:pt x="7183" y="7260"/>
                  </a:lnTo>
                  <a:lnTo>
                    <a:pt x="7106" y="7453"/>
                  </a:lnTo>
                  <a:lnTo>
                    <a:pt x="7029" y="7685"/>
                  </a:lnTo>
                  <a:lnTo>
                    <a:pt x="6874" y="7916"/>
                  </a:lnTo>
                  <a:lnTo>
                    <a:pt x="6681" y="8148"/>
                  </a:lnTo>
                  <a:lnTo>
                    <a:pt x="6565" y="8225"/>
                  </a:lnTo>
                  <a:lnTo>
                    <a:pt x="6450" y="8264"/>
                  </a:lnTo>
                  <a:lnTo>
                    <a:pt x="6295" y="8302"/>
                  </a:lnTo>
                  <a:lnTo>
                    <a:pt x="6141" y="8225"/>
                  </a:lnTo>
                  <a:lnTo>
                    <a:pt x="6025" y="8148"/>
                  </a:lnTo>
                  <a:lnTo>
                    <a:pt x="5948" y="8032"/>
                  </a:lnTo>
                  <a:lnTo>
                    <a:pt x="5909" y="7916"/>
                  </a:lnTo>
                  <a:lnTo>
                    <a:pt x="5909" y="7800"/>
                  </a:lnTo>
                  <a:lnTo>
                    <a:pt x="5948" y="7646"/>
                  </a:lnTo>
                  <a:lnTo>
                    <a:pt x="6025" y="7530"/>
                  </a:lnTo>
                  <a:lnTo>
                    <a:pt x="6179" y="7298"/>
                  </a:lnTo>
                  <a:lnTo>
                    <a:pt x="6411" y="7144"/>
                  </a:lnTo>
                  <a:lnTo>
                    <a:pt x="6643" y="7028"/>
                  </a:lnTo>
                  <a:lnTo>
                    <a:pt x="7183" y="6835"/>
                  </a:lnTo>
                  <a:lnTo>
                    <a:pt x="7183" y="6796"/>
                  </a:lnTo>
                  <a:close/>
                  <a:moveTo>
                    <a:pt x="10620" y="7144"/>
                  </a:moveTo>
                  <a:lnTo>
                    <a:pt x="10659" y="7337"/>
                  </a:lnTo>
                  <a:lnTo>
                    <a:pt x="10697" y="7530"/>
                  </a:lnTo>
                  <a:lnTo>
                    <a:pt x="10697" y="7685"/>
                  </a:lnTo>
                  <a:lnTo>
                    <a:pt x="10659" y="7878"/>
                  </a:lnTo>
                  <a:lnTo>
                    <a:pt x="10620" y="8032"/>
                  </a:lnTo>
                  <a:lnTo>
                    <a:pt x="10504" y="8187"/>
                  </a:lnTo>
                  <a:lnTo>
                    <a:pt x="10427" y="8341"/>
                  </a:lnTo>
                  <a:lnTo>
                    <a:pt x="10272" y="8457"/>
                  </a:lnTo>
                  <a:lnTo>
                    <a:pt x="10118" y="8573"/>
                  </a:lnTo>
                  <a:lnTo>
                    <a:pt x="9925" y="8611"/>
                  </a:lnTo>
                  <a:lnTo>
                    <a:pt x="9848" y="8573"/>
                  </a:lnTo>
                  <a:lnTo>
                    <a:pt x="9770" y="8573"/>
                  </a:lnTo>
                  <a:lnTo>
                    <a:pt x="9732" y="8496"/>
                  </a:lnTo>
                  <a:lnTo>
                    <a:pt x="9655" y="8418"/>
                  </a:lnTo>
                  <a:lnTo>
                    <a:pt x="9616" y="8225"/>
                  </a:lnTo>
                  <a:lnTo>
                    <a:pt x="9655" y="8071"/>
                  </a:lnTo>
                  <a:lnTo>
                    <a:pt x="9732" y="7916"/>
                  </a:lnTo>
                  <a:lnTo>
                    <a:pt x="9809" y="7762"/>
                  </a:lnTo>
                  <a:lnTo>
                    <a:pt x="10002" y="7569"/>
                  </a:lnTo>
                  <a:lnTo>
                    <a:pt x="10195" y="7414"/>
                  </a:lnTo>
                  <a:lnTo>
                    <a:pt x="10388" y="7260"/>
                  </a:lnTo>
                  <a:lnTo>
                    <a:pt x="10620" y="7144"/>
                  </a:lnTo>
                  <a:close/>
                  <a:moveTo>
                    <a:pt x="1854" y="0"/>
                  </a:moveTo>
                  <a:lnTo>
                    <a:pt x="1507" y="39"/>
                  </a:lnTo>
                  <a:lnTo>
                    <a:pt x="1584" y="734"/>
                  </a:lnTo>
                  <a:lnTo>
                    <a:pt x="1700" y="1429"/>
                  </a:lnTo>
                  <a:lnTo>
                    <a:pt x="1584" y="1313"/>
                  </a:lnTo>
                  <a:lnTo>
                    <a:pt x="1430" y="1236"/>
                  </a:lnTo>
                  <a:lnTo>
                    <a:pt x="1275" y="1159"/>
                  </a:lnTo>
                  <a:lnTo>
                    <a:pt x="1082" y="1120"/>
                  </a:lnTo>
                  <a:lnTo>
                    <a:pt x="889" y="1120"/>
                  </a:lnTo>
                  <a:lnTo>
                    <a:pt x="735" y="1159"/>
                  </a:lnTo>
                  <a:lnTo>
                    <a:pt x="542" y="1236"/>
                  </a:lnTo>
                  <a:lnTo>
                    <a:pt x="387" y="1313"/>
                  </a:lnTo>
                  <a:lnTo>
                    <a:pt x="271" y="1429"/>
                  </a:lnTo>
                  <a:lnTo>
                    <a:pt x="155" y="1545"/>
                  </a:lnTo>
                  <a:lnTo>
                    <a:pt x="78" y="1738"/>
                  </a:lnTo>
                  <a:lnTo>
                    <a:pt x="40" y="1892"/>
                  </a:lnTo>
                  <a:lnTo>
                    <a:pt x="1" y="2085"/>
                  </a:lnTo>
                  <a:lnTo>
                    <a:pt x="40" y="2240"/>
                  </a:lnTo>
                  <a:lnTo>
                    <a:pt x="78" y="2394"/>
                  </a:lnTo>
                  <a:lnTo>
                    <a:pt x="155" y="2549"/>
                  </a:lnTo>
                  <a:lnTo>
                    <a:pt x="271" y="2665"/>
                  </a:lnTo>
                  <a:lnTo>
                    <a:pt x="387" y="2742"/>
                  </a:lnTo>
                  <a:lnTo>
                    <a:pt x="542" y="2819"/>
                  </a:lnTo>
                  <a:lnTo>
                    <a:pt x="735" y="2858"/>
                  </a:lnTo>
                  <a:lnTo>
                    <a:pt x="1044" y="2858"/>
                  </a:lnTo>
                  <a:lnTo>
                    <a:pt x="1352" y="2742"/>
                  </a:lnTo>
                  <a:lnTo>
                    <a:pt x="1661" y="2587"/>
                  </a:lnTo>
                  <a:lnTo>
                    <a:pt x="1932" y="2356"/>
                  </a:lnTo>
                  <a:lnTo>
                    <a:pt x="2163" y="3089"/>
                  </a:lnTo>
                  <a:lnTo>
                    <a:pt x="2434" y="3823"/>
                  </a:lnTo>
                  <a:lnTo>
                    <a:pt x="2820" y="4518"/>
                  </a:lnTo>
                  <a:lnTo>
                    <a:pt x="3013" y="4827"/>
                  </a:lnTo>
                  <a:lnTo>
                    <a:pt x="3245" y="5136"/>
                  </a:lnTo>
                  <a:lnTo>
                    <a:pt x="2936" y="5136"/>
                  </a:lnTo>
                  <a:lnTo>
                    <a:pt x="2588" y="5175"/>
                  </a:lnTo>
                  <a:lnTo>
                    <a:pt x="2318" y="5252"/>
                  </a:lnTo>
                  <a:lnTo>
                    <a:pt x="2048" y="5445"/>
                  </a:lnTo>
                  <a:lnTo>
                    <a:pt x="1932" y="5561"/>
                  </a:lnTo>
                  <a:lnTo>
                    <a:pt x="1854" y="5677"/>
                  </a:lnTo>
                  <a:lnTo>
                    <a:pt x="1777" y="5831"/>
                  </a:lnTo>
                  <a:lnTo>
                    <a:pt x="1739" y="5986"/>
                  </a:lnTo>
                  <a:lnTo>
                    <a:pt x="1700" y="6140"/>
                  </a:lnTo>
                  <a:lnTo>
                    <a:pt x="1739" y="6294"/>
                  </a:lnTo>
                  <a:lnTo>
                    <a:pt x="1777" y="6449"/>
                  </a:lnTo>
                  <a:lnTo>
                    <a:pt x="1893" y="6603"/>
                  </a:lnTo>
                  <a:lnTo>
                    <a:pt x="2009" y="6681"/>
                  </a:lnTo>
                  <a:lnTo>
                    <a:pt x="2125" y="6758"/>
                  </a:lnTo>
                  <a:lnTo>
                    <a:pt x="2279" y="6835"/>
                  </a:lnTo>
                  <a:lnTo>
                    <a:pt x="2434" y="6874"/>
                  </a:lnTo>
                  <a:lnTo>
                    <a:pt x="2588" y="6874"/>
                  </a:lnTo>
                  <a:lnTo>
                    <a:pt x="2743" y="6835"/>
                  </a:lnTo>
                  <a:lnTo>
                    <a:pt x="2897" y="6796"/>
                  </a:lnTo>
                  <a:lnTo>
                    <a:pt x="3052" y="6719"/>
                  </a:lnTo>
                  <a:lnTo>
                    <a:pt x="3283" y="6526"/>
                  </a:lnTo>
                  <a:lnTo>
                    <a:pt x="3476" y="6294"/>
                  </a:lnTo>
                  <a:lnTo>
                    <a:pt x="3631" y="5986"/>
                  </a:lnTo>
                  <a:lnTo>
                    <a:pt x="3747" y="5677"/>
                  </a:lnTo>
                  <a:lnTo>
                    <a:pt x="4171" y="6024"/>
                  </a:lnTo>
                  <a:lnTo>
                    <a:pt x="4635" y="6333"/>
                  </a:lnTo>
                  <a:lnTo>
                    <a:pt x="5137" y="6565"/>
                  </a:lnTo>
                  <a:lnTo>
                    <a:pt x="5716" y="6719"/>
                  </a:lnTo>
                  <a:lnTo>
                    <a:pt x="6218" y="6796"/>
                  </a:lnTo>
                  <a:lnTo>
                    <a:pt x="6025" y="6912"/>
                  </a:lnTo>
                  <a:lnTo>
                    <a:pt x="5870" y="7028"/>
                  </a:lnTo>
                  <a:lnTo>
                    <a:pt x="5755" y="7183"/>
                  </a:lnTo>
                  <a:lnTo>
                    <a:pt x="5639" y="7376"/>
                  </a:lnTo>
                  <a:lnTo>
                    <a:pt x="5561" y="7530"/>
                  </a:lnTo>
                  <a:lnTo>
                    <a:pt x="5523" y="7685"/>
                  </a:lnTo>
                  <a:lnTo>
                    <a:pt x="5523" y="7878"/>
                  </a:lnTo>
                  <a:lnTo>
                    <a:pt x="5523" y="8032"/>
                  </a:lnTo>
                  <a:lnTo>
                    <a:pt x="5561" y="8187"/>
                  </a:lnTo>
                  <a:lnTo>
                    <a:pt x="5639" y="8341"/>
                  </a:lnTo>
                  <a:lnTo>
                    <a:pt x="5755" y="8457"/>
                  </a:lnTo>
                  <a:lnTo>
                    <a:pt x="5909" y="8573"/>
                  </a:lnTo>
                  <a:lnTo>
                    <a:pt x="6063" y="8650"/>
                  </a:lnTo>
                  <a:lnTo>
                    <a:pt x="6257" y="8689"/>
                  </a:lnTo>
                  <a:lnTo>
                    <a:pt x="6411" y="8689"/>
                  </a:lnTo>
                  <a:lnTo>
                    <a:pt x="6604" y="8650"/>
                  </a:lnTo>
                  <a:lnTo>
                    <a:pt x="6759" y="8573"/>
                  </a:lnTo>
                  <a:lnTo>
                    <a:pt x="6952" y="8457"/>
                  </a:lnTo>
                  <a:lnTo>
                    <a:pt x="7067" y="8341"/>
                  </a:lnTo>
                  <a:lnTo>
                    <a:pt x="7183" y="8187"/>
                  </a:lnTo>
                  <a:lnTo>
                    <a:pt x="7376" y="7878"/>
                  </a:lnTo>
                  <a:lnTo>
                    <a:pt x="7492" y="7530"/>
                  </a:lnTo>
                  <a:lnTo>
                    <a:pt x="7531" y="7183"/>
                  </a:lnTo>
                  <a:lnTo>
                    <a:pt x="7531" y="6796"/>
                  </a:lnTo>
                  <a:lnTo>
                    <a:pt x="8882" y="6719"/>
                  </a:lnTo>
                  <a:lnTo>
                    <a:pt x="9577" y="6719"/>
                  </a:lnTo>
                  <a:lnTo>
                    <a:pt x="10272" y="6796"/>
                  </a:lnTo>
                  <a:lnTo>
                    <a:pt x="10466" y="6835"/>
                  </a:lnTo>
                  <a:lnTo>
                    <a:pt x="10311" y="6912"/>
                  </a:lnTo>
                  <a:lnTo>
                    <a:pt x="10118" y="7028"/>
                  </a:lnTo>
                  <a:lnTo>
                    <a:pt x="9809" y="7260"/>
                  </a:lnTo>
                  <a:lnTo>
                    <a:pt x="9539" y="7569"/>
                  </a:lnTo>
                  <a:lnTo>
                    <a:pt x="9423" y="7723"/>
                  </a:lnTo>
                  <a:lnTo>
                    <a:pt x="9346" y="7916"/>
                  </a:lnTo>
                  <a:lnTo>
                    <a:pt x="9307" y="8109"/>
                  </a:lnTo>
                  <a:lnTo>
                    <a:pt x="9269" y="8264"/>
                  </a:lnTo>
                  <a:lnTo>
                    <a:pt x="9307" y="8457"/>
                  </a:lnTo>
                  <a:lnTo>
                    <a:pt x="9384" y="8611"/>
                  </a:lnTo>
                  <a:lnTo>
                    <a:pt x="9462" y="8766"/>
                  </a:lnTo>
                  <a:lnTo>
                    <a:pt x="9616" y="8882"/>
                  </a:lnTo>
                  <a:lnTo>
                    <a:pt x="9770" y="8959"/>
                  </a:lnTo>
                  <a:lnTo>
                    <a:pt x="9964" y="8998"/>
                  </a:lnTo>
                  <a:lnTo>
                    <a:pt x="10157" y="8959"/>
                  </a:lnTo>
                  <a:lnTo>
                    <a:pt x="10311" y="8882"/>
                  </a:lnTo>
                  <a:lnTo>
                    <a:pt x="10466" y="8804"/>
                  </a:lnTo>
                  <a:lnTo>
                    <a:pt x="10620" y="8650"/>
                  </a:lnTo>
                  <a:lnTo>
                    <a:pt x="10736" y="8534"/>
                  </a:lnTo>
                  <a:lnTo>
                    <a:pt x="10852" y="8341"/>
                  </a:lnTo>
                  <a:lnTo>
                    <a:pt x="10929" y="8187"/>
                  </a:lnTo>
                  <a:lnTo>
                    <a:pt x="11006" y="7994"/>
                  </a:lnTo>
                  <a:lnTo>
                    <a:pt x="11045" y="7762"/>
                  </a:lnTo>
                  <a:lnTo>
                    <a:pt x="11045" y="7492"/>
                  </a:lnTo>
                  <a:lnTo>
                    <a:pt x="10968" y="7221"/>
                  </a:lnTo>
                  <a:lnTo>
                    <a:pt x="10890" y="6990"/>
                  </a:lnTo>
                  <a:lnTo>
                    <a:pt x="10929" y="6951"/>
                  </a:lnTo>
                  <a:lnTo>
                    <a:pt x="11431" y="7105"/>
                  </a:lnTo>
                  <a:lnTo>
                    <a:pt x="11894" y="7376"/>
                  </a:lnTo>
                  <a:lnTo>
                    <a:pt x="12319" y="7685"/>
                  </a:lnTo>
                  <a:lnTo>
                    <a:pt x="12512" y="7839"/>
                  </a:lnTo>
                  <a:lnTo>
                    <a:pt x="12705" y="8032"/>
                  </a:lnTo>
                  <a:lnTo>
                    <a:pt x="12898" y="8341"/>
                  </a:lnTo>
                  <a:lnTo>
                    <a:pt x="13091" y="8650"/>
                  </a:lnTo>
                  <a:lnTo>
                    <a:pt x="13207" y="8920"/>
                  </a:lnTo>
                  <a:lnTo>
                    <a:pt x="13284" y="9268"/>
                  </a:lnTo>
                  <a:lnTo>
                    <a:pt x="13323" y="9577"/>
                  </a:lnTo>
                  <a:lnTo>
                    <a:pt x="13362" y="9924"/>
                  </a:lnTo>
                  <a:lnTo>
                    <a:pt x="13323" y="10619"/>
                  </a:lnTo>
                  <a:lnTo>
                    <a:pt x="13323" y="10658"/>
                  </a:lnTo>
                  <a:lnTo>
                    <a:pt x="13362" y="10735"/>
                  </a:lnTo>
                  <a:lnTo>
                    <a:pt x="13439" y="10774"/>
                  </a:lnTo>
                  <a:lnTo>
                    <a:pt x="13555" y="10774"/>
                  </a:lnTo>
                  <a:lnTo>
                    <a:pt x="13632" y="10697"/>
                  </a:lnTo>
                  <a:lnTo>
                    <a:pt x="13709" y="10465"/>
                  </a:lnTo>
                  <a:lnTo>
                    <a:pt x="13786" y="10272"/>
                  </a:lnTo>
                  <a:lnTo>
                    <a:pt x="13825" y="10040"/>
                  </a:lnTo>
                  <a:lnTo>
                    <a:pt x="13825" y="9808"/>
                  </a:lnTo>
                  <a:lnTo>
                    <a:pt x="13786" y="9384"/>
                  </a:lnTo>
                  <a:lnTo>
                    <a:pt x="13671" y="8920"/>
                  </a:lnTo>
                  <a:lnTo>
                    <a:pt x="13478" y="8496"/>
                  </a:lnTo>
                  <a:lnTo>
                    <a:pt x="13246" y="8109"/>
                  </a:lnTo>
                  <a:lnTo>
                    <a:pt x="12976" y="7723"/>
                  </a:lnTo>
                  <a:lnTo>
                    <a:pt x="12667" y="7414"/>
                  </a:lnTo>
                  <a:lnTo>
                    <a:pt x="12319" y="7144"/>
                  </a:lnTo>
                  <a:lnTo>
                    <a:pt x="11972" y="6912"/>
                  </a:lnTo>
                  <a:lnTo>
                    <a:pt x="11585" y="6719"/>
                  </a:lnTo>
                  <a:lnTo>
                    <a:pt x="11199" y="6565"/>
                  </a:lnTo>
                  <a:lnTo>
                    <a:pt x="11392" y="6410"/>
                  </a:lnTo>
                  <a:lnTo>
                    <a:pt x="11585" y="6140"/>
                  </a:lnTo>
                  <a:lnTo>
                    <a:pt x="11701" y="5831"/>
                  </a:lnTo>
                  <a:lnTo>
                    <a:pt x="11740" y="5522"/>
                  </a:lnTo>
                  <a:lnTo>
                    <a:pt x="11740" y="5213"/>
                  </a:lnTo>
                  <a:lnTo>
                    <a:pt x="11701" y="5059"/>
                  </a:lnTo>
                  <a:lnTo>
                    <a:pt x="11624" y="4943"/>
                  </a:lnTo>
                  <a:lnTo>
                    <a:pt x="11547" y="4827"/>
                  </a:lnTo>
                  <a:lnTo>
                    <a:pt x="11431" y="4750"/>
                  </a:lnTo>
                  <a:lnTo>
                    <a:pt x="11276" y="4673"/>
                  </a:lnTo>
                  <a:lnTo>
                    <a:pt x="11122" y="4634"/>
                  </a:lnTo>
                  <a:lnTo>
                    <a:pt x="10774" y="4634"/>
                  </a:lnTo>
                  <a:lnTo>
                    <a:pt x="10581" y="4711"/>
                  </a:lnTo>
                  <a:lnTo>
                    <a:pt x="10427" y="4788"/>
                  </a:lnTo>
                  <a:lnTo>
                    <a:pt x="10311" y="4866"/>
                  </a:lnTo>
                  <a:lnTo>
                    <a:pt x="10195" y="5020"/>
                  </a:lnTo>
                  <a:lnTo>
                    <a:pt x="10079" y="5136"/>
                  </a:lnTo>
                  <a:lnTo>
                    <a:pt x="10002" y="5329"/>
                  </a:lnTo>
                  <a:lnTo>
                    <a:pt x="9964" y="5561"/>
                  </a:lnTo>
                  <a:lnTo>
                    <a:pt x="9964" y="5831"/>
                  </a:lnTo>
                  <a:lnTo>
                    <a:pt x="10041" y="6063"/>
                  </a:lnTo>
                  <a:lnTo>
                    <a:pt x="10118" y="6333"/>
                  </a:lnTo>
                  <a:lnTo>
                    <a:pt x="9462" y="6256"/>
                  </a:lnTo>
                  <a:lnTo>
                    <a:pt x="8805" y="6256"/>
                  </a:lnTo>
                  <a:lnTo>
                    <a:pt x="7492" y="6333"/>
                  </a:lnTo>
                  <a:lnTo>
                    <a:pt x="7685" y="6063"/>
                  </a:lnTo>
                  <a:lnTo>
                    <a:pt x="7801" y="5792"/>
                  </a:lnTo>
                  <a:lnTo>
                    <a:pt x="7878" y="5522"/>
                  </a:lnTo>
                  <a:lnTo>
                    <a:pt x="7956" y="5213"/>
                  </a:lnTo>
                  <a:lnTo>
                    <a:pt x="7917" y="4866"/>
                  </a:lnTo>
                  <a:lnTo>
                    <a:pt x="7878" y="4711"/>
                  </a:lnTo>
                  <a:lnTo>
                    <a:pt x="7801" y="4557"/>
                  </a:lnTo>
                  <a:lnTo>
                    <a:pt x="7724" y="4402"/>
                  </a:lnTo>
                  <a:lnTo>
                    <a:pt x="7608" y="4287"/>
                  </a:lnTo>
                  <a:lnTo>
                    <a:pt x="7492" y="4209"/>
                  </a:lnTo>
                  <a:lnTo>
                    <a:pt x="7299" y="4132"/>
                  </a:lnTo>
                  <a:lnTo>
                    <a:pt x="6990" y="4132"/>
                  </a:lnTo>
                  <a:lnTo>
                    <a:pt x="6836" y="4209"/>
                  </a:lnTo>
                  <a:lnTo>
                    <a:pt x="6720" y="4325"/>
                  </a:lnTo>
                  <a:lnTo>
                    <a:pt x="6604" y="4441"/>
                  </a:lnTo>
                  <a:lnTo>
                    <a:pt x="6527" y="4595"/>
                  </a:lnTo>
                  <a:lnTo>
                    <a:pt x="6411" y="4904"/>
                  </a:lnTo>
                  <a:lnTo>
                    <a:pt x="6372" y="5252"/>
                  </a:lnTo>
                  <a:lnTo>
                    <a:pt x="6411" y="5638"/>
                  </a:lnTo>
                  <a:lnTo>
                    <a:pt x="6450" y="5831"/>
                  </a:lnTo>
                  <a:lnTo>
                    <a:pt x="6527" y="6024"/>
                  </a:lnTo>
                  <a:lnTo>
                    <a:pt x="6643" y="6179"/>
                  </a:lnTo>
                  <a:lnTo>
                    <a:pt x="6759" y="6333"/>
                  </a:lnTo>
                  <a:lnTo>
                    <a:pt x="6102" y="6256"/>
                  </a:lnTo>
                  <a:lnTo>
                    <a:pt x="5755" y="6217"/>
                  </a:lnTo>
                  <a:lnTo>
                    <a:pt x="5446" y="6140"/>
                  </a:lnTo>
                  <a:lnTo>
                    <a:pt x="5137" y="6024"/>
                  </a:lnTo>
                  <a:lnTo>
                    <a:pt x="4828" y="5870"/>
                  </a:lnTo>
                  <a:lnTo>
                    <a:pt x="4519" y="5715"/>
                  </a:lnTo>
                  <a:lnTo>
                    <a:pt x="4210" y="5522"/>
                  </a:lnTo>
                  <a:lnTo>
                    <a:pt x="4557" y="5484"/>
                  </a:lnTo>
                  <a:lnTo>
                    <a:pt x="4905" y="5406"/>
                  </a:lnTo>
                  <a:lnTo>
                    <a:pt x="5175" y="5252"/>
                  </a:lnTo>
                  <a:lnTo>
                    <a:pt x="5446" y="5020"/>
                  </a:lnTo>
                  <a:lnTo>
                    <a:pt x="5561" y="4866"/>
                  </a:lnTo>
                  <a:lnTo>
                    <a:pt x="5639" y="4711"/>
                  </a:lnTo>
                  <a:lnTo>
                    <a:pt x="5677" y="4518"/>
                  </a:lnTo>
                  <a:lnTo>
                    <a:pt x="5716" y="4364"/>
                  </a:lnTo>
                  <a:lnTo>
                    <a:pt x="5716" y="4171"/>
                  </a:lnTo>
                  <a:lnTo>
                    <a:pt x="5639" y="4016"/>
                  </a:lnTo>
                  <a:lnTo>
                    <a:pt x="5561" y="3862"/>
                  </a:lnTo>
                  <a:lnTo>
                    <a:pt x="5446" y="3707"/>
                  </a:lnTo>
                  <a:lnTo>
                    <a:pt x="5330" y="3591"/>
                  </a:lnTo>
                  <a:lnTo>
                    <a:pt x="5175" y="3514"/>
                  </a:lnTo>
                  <a:lnTo>
                    <a:pt x="5021" y="3476"/>
                  </a:lnTo>
                  <a:lnTo>
                    <a:pt x="4866" y="3437"/>
                  </a:lnTo>
                  <a:lnTo>
                    <a:pt x="4712" y="3476"/>
                  </a:lnTo>
                  <a:lnTo>
                    <a:pt x="4557" y="3514"/>
                  </a:lnTo>
                  <a:lnTo>
                    <a:pt x="4442" y="3630"/>
                  </a:lnTo>
                  <a:lnTo>
                    <a:pt x="4287" y="3707"/>
                  </a:lnTo>
                  <a:lnTo>
                    <a:pt x="4171" y="3862"/>
                  </a:lnTo>
                  <a:lnTo>
                    <a:pt x="4055" y="4016"/>
                  </a:lnTo>
                  <a:lnTo>
                    <a:pt x="3940" y="4364"/>
                  </a:lnTo>
                  <a:lnTo>
                    <a:pt x="3824" y="4750"/>
                  </a:lnTo>
                  <a:lnTo>
                    <a:pt x="3785" y="5097"/>
                  </a:lnTo>
                  <a:lnTo>
                    <a:pt x="3515" y="4788"/>
                  </a:lnTo>
                  <a:lnTo>
                    <a:pt x="3283" y="4441"/>
                  </a:lnTo>
                  <a:lnTo>
                    <a:pt x="3052" y="4093"/>
                  </a:lnTo>
                  <a:lnTo>
                    <a:pt x="2858" y="3746"/>
                  </a:lnTo>
                  <a:lnTo>
                    <a:pt x="2704" y="3398"/>
                  </a:lnTo>
                  <a:lnTo>
                    <a:pt x="2550" y="3012"/>
                  </a:lnTo>
                  <a:lnTo>
                    <a:pt x="2318" y="2240"/>
                  </a:lnTo>
                  <a:lnTo>
                    <a:pt x="2318" y="2240"/>
                  </a:lnTo>
                  <a:lnTo>
                    <a:pt x="2588" y="2317"/>
                  </a:lnTo>
                  <a:lnTo>
                    <a:pt x="2858" y="2356"/>
                  </a:lnTo>
                  <a:lnTo>
                    <a:pt x="3129" y="2356"/>
                  </a:lnTo>
                  <a:lnTo>
                    <a:pt x="3399" y="2279"/>
                  </a:lnTo>
                  <a:lnTo>
                    <a:pt x="3554" y="2201"/>
                  </a:lnTo>
                  <a:lnTo>
                    <a:pt x="3708" y="2085"/>
                  </a:lnTo>
                  <a:lnTo>
                    <a:pt x="3824" y="1970"/>
                  </a:lnTo>
                  <a:lnTo>
                    <a:pt x="3940" y="1815"/>
                  </a:lnTo>
                  <a:lnTo>
                    <a:pt x="4017" y="1661"/>
                  </a:lnTo>
                  <a:lnTo>
                    <a:pt x="4055" y="1506"/>
                  </a:lnTo>
                  <a:lnTo>
                    <a:pt x="4055" y="1313"/>
                  </a:lnTo>
                  <a:lnTo>
                    <a:pt x="4017" y="1159"/>
                  </a:lnTo>
                  <a:lnTo>
                    <a:pt x="3978" y="1004"/>
                  </a:lnTo>
                  <a:lnTo>
                    <a:pt x="3862" y="850"/>
                  </a:lnTo>
                  <a:lnTo>
                    <a:pt x="3747" y="773"/>
                  </a:lnTo>
                  <a:lnTo>
                    <a:pt x="3592" y="695"/>
                  </a:lnTo>
                  <a:lnTo>
                    <a:pt x="3438" y="618"/>
                  </a:lnTo>
                  <a:lnTo>
                    <a:pt x="3283" y="579"/>
                  </a:lnTo>
                  <a:lnTo>
                    <a:pt x="3129" y="579"/>
                  </a:lnTo>
                  <a:lnTo>
                    <a:pt x="2974" y="618"/>
                  </a:lnTo>
                  <a:lnTo>
                    <a:pt x="2820" y="657"/>
                  </a:lnTo>
                  <a:lnTo>
                    <a:pt x="2665" y="734"/>
                  </a:lnTo>
                  <a:lnTo>
                    <a:pt x="2434" y="927"/>
                  </a:lnTo>
                  <a:lnTo>
                    <a:pt x="2241" y="1159"/>
                  </a:lnTo>
                  <a:lnTo>
                    <a:pt x="2125" y="146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22"/>
            <p:cNvSpPr/>
            <p:nvPr/>
          </p:nvSpPr>
          <p:spPr>
            <a:xfrm>
              <a:off x="5987875" y="4095550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4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4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70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8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22"/>
            <p:cNvSpPr/>
            <p:nvPr/>
          </p:nvSpPr>
          <p:spPr>
            <a:xfrm>
              <a:off x="4079325" y="419112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9"/>
                  </a:moveTo>
                  <a:lnTo>
                    <a:pt x="1082" y="5986"/>
                  </a:lnTo>
                  <a:lnTo>
                    <a:pt x="1236" y="6025"/>
                  </a:lnTo>
                  <a:lnTo>
                    <a:pt x="1391" y="6179"/>
                  </a:lnTo>
                  <a:lnTo>
                    <a:pt x="1468" y="6334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6" y="6951"/>
                  </a:lnTo>
                  <a:lnTo>
                    <a:pt x="1159" y="7029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6"/>
                  </a:lnTo>
                  <a:lnTo>
                    <a:pt x="425" y="6720"/>
                  </a:lnTo>
                  <a:lnTo>
                    <a:pt x="387" y="6643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5" y="6256"/>
                  </a:lnTo>
                  <a:lnTo>
                    <a:pt x="503" y="6179"/>
                  </a:lnTo>
                  <a:lnTo>
                    <a:pt x="696" y="6025"/>
                  </a:lnTo>
                  <a:lnTo>
                    <a:pt x="889" y="5909"/>
                  </a:lnTo>
                  <a:close/>
                  <a:moveTo>
                    <a:pt x="5909" y="1"/>
                  </a:moveTo>
                  <a:lnTo>
                    <a:pt x="5831" y="39"/>
                  </a:lnTo>
                  <a:lnTo>
                    <a:pt x="5522" y="310"/>
                  </a:lnTo>
                  <a:lnTo>
                    <a:pt x="5175" y="619"/>
                  </a:lnTo>
                  <a:lnTo>
                    <a:pt x="4596" y="1314"/>
                  </a:lnTo>
                  <a:lnTo>
                    <a:pt x="4017" y="2047"/>
                  </a:lnTo>
                  <a:lnTo>
                    <a:pt x="3437" y="2781"/>
                  </a:lnTo>
                  <a:lnTo>
                    <a:pt x="2279" y="4133"/>
                  </a:lnTo>
                  <a:lnTo>
                    <a:pt x="1738" y="4866"/>
                  </a:lnTo>
                  <a:lnTo>
                    <a:pt x="1198" y="5561"/>
                  </a:lnTo>
                  <a:lnTo>
                    <a:pt x="1043" y="5523"/>
                  </a:lnTo>
                  <a:lnTo>
                    <a:pt x="889" y="5523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1" y="6334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4" y="7145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3" y="6527"/>
                  </a:lnTo>
                  <a:lnTo>
                    <a:pt x="1854" y="6334"/>
                  </a:lnTo>
                  <a:lnTo>
                    <a:pt x="1815" y="6179"/>
                  </a:lnTo>
                  <a:lnTo>
                    <a:pt x="1738" y="6025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3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9" y="657"/>
                  </a:lnTo>
                  <a:lnTo>
                    <a:pt x="6102" y="310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22"/>
            <p:cNvSpPr/>
            <p:nvPr/>
          </p:nvSpPr>
          <p:spPr>
            <a:xfrm>
              <a:off x="3825425" y="421912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8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2"/>
                  </a:lnTo>
                  <a:lnTo>
                    <a:pt x="6643" y="5909"/>
                  </a:lnTo>
                  <a:lnTo>
                    <a:pt x="6797" y="5754"/>
                  </a:lnTo>
                  <a:close/>
                  <a:moveTo>
                    <a:pt x="233" y="1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10"/>
                  </a:lnTo>
                  <a:lnTo>
                    <a:pt x="39" y="387"/>
                  </a:lnTo>
                  <a:lnTo>
                    <a:pt x="426" y="773"/>
                  </a:lnTo>
                  <a:lnTo>
                    <a:pt x="812" y="1120"/>
                  </a:lnTo>
                  <a:lnTo>
                    <a:pt x="1623" y="1777"/>
                  </a:lnTo>
                  <a:lnTo>
                    <a:pt x="3399" y="3206"/>
                  </a:lnTo>
                  <a:lnTo>
                    <a:pt x="4866" y="4441"/>
                  </a:lnTo>
                  <a:lnTo>
                    <a:pt x="5639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2"/>
                  </a:lnTo>
                  <a:lnTo>
                    <a:pt x="6720" y="7299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9"/>
                  </a:lnTo>
                  <a:lnTo>
                    <a:pt x="7454" y="7260"/>
                  </a:lnTo>
                  <a:lnTo>
                    <a:pt x="7608" y="7144"/>
                  </a:lnTo>
                  <a:lnTo>
                    <a:pt x="7724" y="7029"/>
                  </a:lnTo>
                  <a:lnTo>
                    <a:pt x="7840" y="6913"/>
                  </a:lnTo>
                  <a:lnTo>
                    <a:pt x="7956" y="6758"/>
                  </a:lnTo>
                  <a:lnTo>
                    <a:pt x="7994" y="6565"/>
                  </a:lnTo>
                  <a:lnTo>
                    <a:pt x="8033" y="6411"/>
                  </a:lnTo>
                  <a:lnTo>
                    <a:pt x="8033" y="6218"/>
                  </a:lnTo>
                  <a:lnTo>
                    <a:pt x="7956" y="6025"/>
                  </a:lnTo>
                  <a:lnTo>
                    <a:pt x="7840" y="5870"/>
                  </a:lnTo>
                  <a:lnTo>
                    <a:pt x="7724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6" y="5484"/>
                  </a:lnTo>
                  <a:lnTo>
                    <a:pt x="6025" y="4712"/>
                  </a:lnTo>
                  <a:lnTo>
                    <a:pt x="5214" y="4017"/>
                  </a:lnTo>
                  <a:lnTo>
                    <a:pt x="3515" y="2626"/>
                  </a:lnTo>
                  <a:lnTo>
                    <a:pt x="2743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5" y="310"/>
                  </a:lnTo>
                  <a:lnTo>
                    <a:pt x="310" y="39"/>
                  </a:lnTo>
                  <a:lnTo>
                    <a:pt x="23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22"/>
            <p:cNvSpPr/>
            <p:nvPr/>
          </p:nvSpPr>
          <p:spPr>
            <a:xfrm>
              <a:off x="3401625" y="4223000"/>
              <a:ext cx="240425" cy="634250"/>
            </a:xfrm>
            <a:custGeom>
              <a:avLst/>
              <a:gdLst/>
              <a:ahLst/>
              <a:cxnLst/>
              <a:rect l="l" t="t" r="r" b="b"/>
              <a:pathLst>
                <a:path w="9617" h="25370" extrusionOk="0">
                  <a:moveTo>
                    <a:pt x="4751" y="463"/>
                  </a:moveTo>
                  <a:lnTo>
                    <a:pt x="5291" y="502"/>
                  </a:lnTo>
                  <a:lnTo>
                    <a:pt x="5755" y="579"/>
                  </a:lnTo>
                  <a:lnTo>
                    <a:pt x="6218" y="772"/>
                  </a:lnTo>
                  <a:lnTo>
                    <a:pt x="6681" y="965"/>
                  </a:lnTo>
                  <a:lnTo>
                    <a:pt x="7067" y="1236"/>
                  </a:lnTo>
                  <a:lnTo>
                    <a:pt x="7454" y="1583"/>
                  </a:lnTo>
                  <a:lnTo>
                    <a:pt x="7801" y="1931"/>
                  </a:lnTo>
                  <a:lnTo>
                    <a:pt x="8149" y="2356"/>
                  </a:lnTo>
                  <a:lnTo>
                    <a:pt x="8419" y="2780"/>
                  </a:lnTo>
                  <a:lnTo>
                    <a:pt x="8651" y="3244"/>
                  </a:lnTo>
                  <a:lnTo>
                    <a:pt x="8844" y="3707"/>
                  </a:lnTo>
                  <a:lnTo>
                    <a:pt x="8998" y="4209"/>
                  </a:lnTo>
                  <a:lnTo>
                    <a:pt x="9075" y="4711"/>
                  </a:lnTo>
                  <a:lnTo>
                    <a:pt x="9114" y="5213"/>
                  </a:lnTo>
                  <a:lnTo>
                    <a:pt x="9114" y="5754"/>
                  </a:lnTo>
                  <a:lnTo>
                    <a:pt x="9075" y="6256"/>
                  </a:lnTo>
                  <a:lnTo>
                    <a:pt x="8998" y="6758"/>
                  </a:lnTo>
                  <a:lnTo>
                    <a:pt x="8882" y="7260"/>
                  </a:lnTo>
                  <a:lnTo>
                    <a:pt x="8689" y="7723"/>
                  </a:lnTo>
                  <a:lnTo>
                    <a:pt x="8496" y="8225"/>
                  </a:lnTo>
                  <a:lnTo>
                    <a:pt x="8303" y="8650"/>
                  </a:lnTo>
                  <a:lnTo>
                    <a:pt x="8033" y="9113"/>
                  </a:lnTo>
                  <a:lnTo>
                    <a:pt x="7763" y="9538"/>
                  </a:lnTo>
                  <a:lnTo>
                    <a:pt x="7454" y="9924"/>
                  </a:lnTo>
                  <a:lnTo>
                    <a:pt x="7106" y="10349"/>
                  </a:lnTo>
                  <a:lnTo>
                    <a:pt x="6759" y="10735"/>
                  </a:lnTo>
                  <a:lnTo>
                    <a:pt x="6025" y="11469"/>
                  </a:lnTo>
                  <a:lnTo>
                    <a:pt x="5253" y="12125"/>
                  </a:lnTo>
                  <a:lnTo>
                    <a:pt x="5098" y="12125"/>
                  </a:lnTo>
                  <a:lnTo>
                    <a:pt x="5059" y="12202"/>
                  </a:lnTo>
                  <a:lnTo>
                    <a:pt x="5021" y="12241"/>
                  </a:lnTo>
                  <a:lnTo>
                    <a:pt x="5021" y="12280"/>
                  </a:lnTo>
                  <a:lnTo>
                    <a:pt x="4210" y="11816"/>
                  </a:lnTo>
                  <a:lnTo>
                    <a:pt x="3476" y="11314"/>
                  </a:lnTo>
                  <a:lnTo>
                    <a:pt x="2781" y="10735"/>
                  </a:lnTo>
                  <a:lnTo>
                    <a:pt x="2472" y="10426"/>
                  </a:lnTo>
                  <a:lnTo>
                    <a:pt x="2163" y="10117"/>
                  </a:lnTo>
                  <a:lnTo>
                    <a:pt x="1893" y="9770"/>
                  </a:lnTo>
                  <a:lnTo>
                    <a:pt x="1661" y="9422"/>
                  </a:lnTo>
                  <a:lnTo>
                    <a:pt x="1430" y="9036"/>
                  </a:lnTo>
                  <a:lnTo>
                    <a:pt x="1198" y="8650"/>
                  </a:lnTo>
                  <a:lnTo>
                    <a:pt x="1005" y="8264"/>
                  </a:lnTo>
                  <a:lnTo>
                    <a:pt x="850" y="7839"/>
                  </a:lnTo>
                  <a:lnTo>
                    <a:pt x="735" y="7376"/>
                  </a:lnTo>
                  <a:lnTo>
                    <a:pt x="619" y="6912"/>
                  </a:lnTo>
                  <a:lnTo>
                    <a:pt x="542" y="6449"/>
                  </a:lnTo>
                  <a:lnTo>
                    <a:pt x="503" y="5985"/>
                  </a:lnTo>
                  <a:lnTo>
                    <a:pt x="503" y="5522"/>
                  </a:lnTo>
                  <a:lnTo>
                    <a:pt x="542" y="5020"/>
                  </a:lnTo>
                  <a:lnTo>
                    <a:pt x="619" y="4557"/>
                  </a:lnTo>
                  <a:lnTo>
                    <a:pt x="696" y="4055"/>
                  </a:lnTo>
                  <a:lnTo>
                    <a:pt x="850" y="3591"/>
                  </a:lnTo>
                  <a:lnTo>
                    <a:pt x="1005" y="3167"/>
                  </a:lnTo>
                  <a:lnTo>
                    <a:pt x="1237" y="2742"/>
                  </a:lnTo>
                  <a:lnTo>
                    <a:pt x="1468" y="2317"/>
                  </a:lnTo>
                  <a:lnTo>
                    <a:pt x="1739" y="1931"/>
                  </a:lnTo>
                  <a:lnTo>
                    <a:pt x="2086" y="1583"/>
                  </a:lnTo>
                  <a:lnTo>
                    <a:pt x="2434" y="1274"/>
                  </a:lnTo>
                  <a:lnTo>
                    <a:pt x="2820" y="1004"/>
                  </a:lnTo>
                  <a:lnTo>
                    <a:pt x="3245" y="811"/>
                  </a:lnTo>
                  <a:lnTo>
                    <a:pt x="3708" y="618"/>
                  </a:lnTo>
                  <a:lnTo>
                    <a:pt x="4249" y="502"/>
                  </a:lnTo>
                  <a:lnTo>
                    <a:pt x="4751" y="463"/>
                  </a:lnTo>
                  <a:close/>
                  <a:moveTo>
                    <a:pt x="5137" y="12627"/>
                  </a:moveTo>
                  <a:lnTo>
                    <a:pt x="5214" y="12666"/>
                  </a:lnTo>
                  <a:lnTo>
                    <a:pt x="5484" y="13129"/>
                  </a:lnTo>
                  <a:lnTo>
                    <a:pt x="4751" y="13052"/>
                  </a:lnTo>
                  <a:lnTo>
                    <a:pt x="5059" y="12627"/>
                  </a:lnTo>
                  <a:close/>
                  <a:moveTo>
                    <a:pt x="3167" y="13979"/>
                  </a:moveTo>
                  <a:lnTo>
                    <a:pt x="3476" y="14403"/>
                  </a:lnTo>
                  <a:lnTo>
                    <a:pt x="3708" y="14828"/>
                  </a:lnTo>
                  <a:lnTo>
                    <a:pt x="3669" y="14867"/>
                  </a:lnTo>
                  <a:lnTo>
                    <a:pt x="3438" y="14944"/>
                  </a:lnTo>
                  <a:lnTo>
                    <a:pt x="3167" y="15021"/>
                  </a:lnTo>
                  <a:lnTo>
                    <a:pt x="2936" y="15060"/>
                  </a:lnTo>
                  <a:lnTo>
                    <a:pt x="2665" y="15021"/>
                  </a:lnTo>
                  <a:lnTo>
                    <a:pt x="2936" y="14519"/>
                  </a:lnTo>
                  <a:lnTo>
                    <a:pt x="3167" y="13979"/>
                  </a:lnTo>
                  <a:close/>
                  <a:moveTo>
                    <a:pt x="5330" y="14867"/>
                  </a:moveTo>
                  <a:lnTo>
                    <a:pt x="5021" y="15987"/>
                  </a:lnTo>
                  <a:lnTo>
                    <a:pt x="4789" y="15794"/>
                  </a:lnTo>
                  <a:lnTo>
                    <a:pt x="4557" y="15562"/>
                  </a:lnTo>
                  <a:lnTo>
                    <a:pt x="4364" y="15330"/>
                  </a:lnTo>
                  <a:lnTo>
                    <a:pt x="4210" y="15098"/>
                  </a:lnTo>
                  <a:lnTo>
                    <a:pt x="4171" y="15060"/>
                  </a:lnTo>
                  <a:lnTo>
                    <a:pt x="5330" y="14867"/>
                  </a:lnTo>
                  <a:close/>
                  <a:moveTo>
                    <a:pt x="4055" y="15407"/>
                  </a:moveTo>
                  <a:lnTo>
                    <a:pt x="4249" y="15678"/>
                  </a:lnTo>
                  <a:lnTo>
                    <a:pt x="4480" y="15948"/>
                  </a:lnTo>
                  <a:lnTo>
                    <a:pt x="4712" y="16218"/>
                  </a:lnTo>
                  <a:lnTo>
                    <a:pt x="4982" y="16450"/>
                  </a:lnTo>
                  <a:lnTo>
                    <a:pt x="5098" y="16489"/>
                  </a:lnTo>
                  <a:lnTo>
                    <a:pt x="4905" y="16991"/>
                  </a:lnTo>
                  <a:lnTo>
                    <a:pt x="4789" y="17531"/>
                  </a:lnTo>
                  <a:lnTo>
                    <a:pt x="4480" y="17145"/>
                  </a:lnTo>
                  <a:lnTo>
                    <a:pt x="4249" y="16759"/>
                  </a:lnTo>
                  <a:lnTo>
                    <a:pt x="4133" y="16527"/>
                  </a:lnTo>
                  <a:lnTo>
                    <a:pt x="4055" y="16296"/>
                  </a:lnTo>
                  <a:lnTo>
                    <a:pt x="4017" y="16064"/>
                  </a:lnTo>
                  <a:lnTo>
                    <a:pt x="4017" y="15794"/>
                  </a:lnTo>
                  <a:lnTo>
                    <a:pt x="4055" y="15407"/>
                  </a:lnTo>
                  <a:close/>
                  <a:moveTo>
                    <a:pt x="5291" y="16798"/>
                  </a:moveTo>
                  <a:lnTo>
                    <a:pt x="5600" y="17145"/>
                  </a:lnTo>
                  <a:lnTo>
                    <a:pt x="5870" y="17531"/>
                  </a:lnTo>
                  <a:lnTo>
                    <a:pt x="5446" y="17570"/>
                  </a:lnTo>
                  <a:lnTo>
                    <a:pt x="5021" y="17647"/>
                  </a:lnTo>
                  <a:lnTo>
                    <a:pt x="5291" y="16798"/>
                  </a:lnTo>
                  <a:close/>
                  <a:moveTo>
                    <a:pt x="4557" y="17879"/>
                  </a:moveTo>
                  <a:lnTo>
                    <a:pt x="4635" y="17995"/>
                  </a:lnTo>
                  <a:lnTo>
                    <a:pt x="4519" y="18149"/>
                  </a:lnTo>
                  <a:lnTo>
                    <a:pt x="4403" y="18381"/>
                  </a:lnTo>
                  <a:lnTo>
                    <a:pt x="4287" y="18805"/>
                  </a:lnTo>
                  <a:lnTo>
                    <a:pt x="3901" y="18381"/>
                  </a:lnTo>
                  <a:lnTo>
                    <a:pt x="3553" y="17917"/>
                  </a:lnTo>
                  <a:lnTo>
                    <a:pt x="4557" y="17879"/>
                  </a:lnTo>
                  <a:close/>
                  <a:moveTo>
                    <a:pt x="7917" y="20003"/>
                  </a:moveTo>
                  <a:lnTo>
                    <a:pt x="7878" y="20736"/>
                  </a:lnTo>
                  <a:lnTo>
                    <a:pt x="7763" y="21509"/>
                  </a:lnTo>
                  <a:lnTo>
                    <a:pt x="6797" y="20775"/>
                  </a:lnTo>
                  <a:lnTo>
                    <a:pt x="6759" y="20736"/>
                  </a:lnTo>
                  <a:lnTo>
                    <a:pt x="6681" y="20466"/>
                  </a:lnTo>
                  <a:lnTo>
                    <a:pt x="6990" y="20273"/>
                  </a:lnTo>
                  <a:lnTo>
                    <a:pt x="7299" y="20118"/>
                  </a:lnTo>
                  <a:lnTo>
                    <a:pt x="7608" y="20041"/>
                  </a:lnTo>
                  <a:lnTo>
                    <a:pt x="7917" y="20003"/>
                  </a:lnTo>
                  <a:close/>
                  <a:moveTo>
                    <a:pt x="5330" y="20389"/>
                  </a:moveTo>
                  <a:lnTo>
                    <a:pt x="6179" y="20813"/>
                  </a:lnTo>
                  <a:lnTo>
                    <a:pt x="5755" y="21200"/>
                  </a:lnTo>
                  <a:lnTo>
                    <a:pt x="5368" y="21663"/>
                  </a:lnTo>
                  <a:lnTo>
                    <a:pt x="5291" y="21007"/>
                  </a:lnTo>
                  <a:lnTo>
                    <a:pt x="5330" y="20389"/>
                  </a:lnTo>
                  <a:close/>
                  <a:moveTo>
                    <a:pt x="4905" y="0"/>
                  </a:moveTo>
                  <a:lnTo>
                    <a:pt x="4519" y="39"/>
                  </a:lnTo>
                  <a:lnTo>
                    <a:pt x="4171" y="39"/>
                  </a:lnTo>
                  <a:lnTo>
                    <a:pt x="3785" y="116"/>
                  </a:lnTo>
                  <a:lnTo>
                    <a:pt x="3438" y="232"/>
                  </a:lnTo>
                  <a:lnTo>
                    <a:pt x="3090" y="348"/>
                  </a:lnTo>
                  <a:lnTo>
                    <a:pt x="2743" y="502"/>
                  </a:lnTo>
                  <a:lnTo>
                    <a:pt x="2434" y="695"/>
                  </a:lnTo>
                  <a:lnTo>
                    <a:pt x="2086" y="927"/>
                  </a:lnTo>
                  <a:lnTo>
                    <a:pt x="1816" y="1197"/>
                  </a:lnTo>
                  <a:lnTo>
                    <a:pt x="1507" y="1506"/>
                  </a:lnTo>
                  <a:lnTo>
                    <a:pt x="1275" y="1815"/>
                  </a:lnTo>
                  <a:lnTo>
                    <a:pt x="1044" y="2124"/>
                  </a:lnTo>
                  <a:lnTo>
                    <a:pt x="812" y="2471"/>
                  </a:lnTo>
                  <a:lnTo>
                    <a:pt x="619" y="2858"/>
                  </a:lnTo>
                  <a:lnTo>
                    <a:pt x="464" y="3205"/>
                  </a:lnTo>
                  <a:lnTo>
                    <a:pt x="310" y="3591"/>
                  </a:lnTo>
                  <a:lnTo>
                    <a:pt x="233" y="3977"/>
                  </a:lnTo>
                  <a:lnTo>
                    <a:pt x="117" y="4364"/>
                  </a:lnTo>
                  <a:lnTo>
                    <a:pt x="78" y="4750"/>
                  </a:lnTo>
                  <a:lnTo>
                    <a:pt x="1" y="5174"/>
                  </a:lnTo>
                  <a:lnTo>
                    <a:pt x="1" y="5561"/>
                  </a:lnTo>
                  <a:lnTo>
                    <a:pt x="1" y="5985"/>
                  </a:lnTo>
                  <a:lnTo>
                    <a:pt x="40" y="6372"/>
                  </a:lnTo>
                  <a:lnTo>
                    <a:pt x="78" y="6796"/>
                  </a:lnTo>
                  <a:lnTo>
                    <a:pt x="155" y="7182"/>
                  </a:lnTo>
                  <a:lnTo>
                    <a:pt x="271" y="7569"/>
                  </a:lnTo>
                  <a:lnTo>
                    <a:pt x="387" y="7993"/>
                  </a:lnTo>
                  <a:lnTo>
                    <a:pt x="542" y="8380"/>
                  </a:lnTo>
                  <a:lnTo>
                    <a:pt x="928" y="9152"/>
                  </a:lnTo>
                  <a:lnTo>
                    <a:pt x="1121" y="9538"/>
                  </a:lnTo>
                  <a:lnTo>
                    <a:pt x="1352" y="9924"/>
                  </a:lnTo>
                  <a:lnTo>
                    <a:pt x="1623" y="10272"/>
                  </a:lnTo>
                  <a:lnTo>
                    <a:pt x="1893" y="10619"/>
                  </a:lnTo>
                  <a:lnTo>
                    <a:pt x="2202" y="10928"/>
                  </a:lnTo>
                  <a:lnTo>
                    <a:pt x="2511" y="11237"/>
                  </a:lnTo>
                  <a:lnTo>
                    <a:pt x="2820" y="11546"/>
                  </a:lnTo>
                  <a:lnTo>
                    <a:pt x="3167" y="11778"/>
                  </a:lnTo>
                  <a:lnTo>
                    <a:pt x="3553" y="12009"/>
                  </a:lnTo>
                  <a:lnTo>
                    <a:pt x="3940" y="12241"/>
                  </a:lnTo>
                  <a:lnTo>
                    <a:pt x="4326" y="12395"/>
                  </a:lnTo>
                  <a:lnTo>
                    <a:pt x="4712" y="12550"/>
                  </a:lnTo>
                  <a:lnTo>
                    <a:pt x="4171" y="13091"/>
                  </a:lnTo>
                  <a:lnTo>
                    <a:pt x="4133" y="13206"/>
                  </a:lnTo>
                  <a:lnTo>
                    <a:pt x="4133" y="13322"/>
                  </a:lnTo>
                  <a:lnTo>
                    <a:pt x="4210" y="13399"/>
                  </a:lnTo>
                  <a:lnTo>
                    <a:pt x="4326" y="13438"/>
                  </a:lnTo>
                  <a:lnTo>
                    <a:pt x="4789" y="13477"/>
                  </a:lnTo>
                  <a:lnTo>
                    <a:pt x="4519" y="13747"/>
                  </a:lnTo>
                  <a:lnTo>
                    <a:pt x="4287" y="13979"/>
                  </a:lnTo>
                  <a:lnTo>
                    <a:pt x="4094" y="14288"/>
                  </a:lnTo>
                  <a:lnTo>
                    <a:pt x="3940" y="14596"/>
                  </a:lnTo>
                  <a:lnTo>
                    <a:pt x="3785" y="14288"/>
                  </a:lnTo>
                  <a:lnTo>
                    <a:pt x="3631" y="14017"/>
                  </a:lnTo>
                  <a:lnTo>
                    <a:pt x="3438" y="13747"/>
                  </a:lnTo>
                  <a:lnTo>
                    <a:pt x="3206" y="13477"/>
                  </a:lnTo>
                  <a:lnTo>
                    <a:pt x="3129" y="13438"/>
                  </a:lnTo>
                  <a:lnTo>
                    <a:pt x="3051" y="13438"/>
                  </a:lnTo>
                  <a:lnTo>
                    <a:pt x="2974" y="13477"/>
                  </a:lnTo>
                  <a:lnTo>
                    <a:pt x="2897" y="13593"/>
                  </a:lnTo>
                  <a:lnTo>
                    <a:pt x="2588" y="14326"/>
                  </a:lnTo>
                  <a:lnTo>
                    <a:pt x="2241" y="15098"/>
                  </a:lnTo>
                  <a:lnTo>
                    <a:pt x="2202" y="15176"/>
                  </a:lnTo>
                  <a:lnTo>
                    <a:pt x="2202" y="15253"/>
                  </a:lnTo>
                  <a:lnTo>
                    <a:pt x="2241" y="15330"/>
                  </a:lnTo>
                  <a:lnTo>
                    <a:pt x="2318" y="15369"/>
                  </a:lnTo>
                  <a:lnTo>
                    <a:pt x="2665" y="15407"/>
                  </a:lnTo>
                  <a:lnTo>
                    <a:pt x="3013" y="15407"/>
                  </a:lnTo>
                  <a:lnTo>
                    <a:pt x="3360" y="15369"/>
                  </a:lnTo>
                  <a:lnTo>
                    <a:pt x="3669" y="15253"/>
                  </a:lnTo>
                  <a:lnTo>
                    <a:pt x="3669" y="15253"/>
                  </a:lnTo>
                  <a:lnTo>
                    <a:pt x="3631" y="15562"/>
                  </a:lnTo>
                  <a:lnTo>
                    <a:pt x="3592" y="15909"/>
                  </a:lnTo>
                  <a:lnTo>
                    <a:pt x="3631" y="16141"/>
                  </a:lnTo>
                  <a:lnTo>
                    <a:pt x="3669" y="16373"/>
                  </a:lnTo>
                  <a:lnTo>
                    <a:pt x="3785" y="16798"/>
                  </a:lnTo>
                  <a:lnTo>
                    <a:pt x="4017" y="17184"/>
                  </a:lnTo>
                  <a:lnTo>
                    <a:pt x="4287" y="17570"/>
                  </a:lnTo>
                  <a:lnTo>
                    <a:pt x="3245" y="17570"/>
                  </a:lnTo>
                  <a:lnTo>
                    <a:pt x="3167" y="17608"/>
                  </a:lnTo>
                  <a:lnTo>
                    <a:pt x="3090" y="17647"/>
                  </a:lnTo>
                  <a:lnTo>
                    <a:pt x="3051" y="17763"/>
                  </a:lnTo>
                  <a:lnTo>
                    <a:pt x="3090" y="17840"/>
                  </a:lnTo>
                  <a:lnTo>
                    <a:pt x="3322" y="18265"/>
                  </a:lnTo>
                  <a:lnTo>
                    <a:pt x="3592" y="18612"/>
                  </a:lnTo>
                  <a:lnTo>
                    <a:pt x="3901" y="18960"/>
                  </a:lnTo>
                  <a:lnTo>
                    <a:pt x="4249" y="19307"/>
                  </a:lnTo>
                  <a:lnTo>
                    <a:pt x="4326" y="19346"/>
                  </a:lnTo>
                  <a:lnTo>
                    <a:pt x="4442" y="19346"/>
                  </a:lnTo>
                  <a:lnTo>
                    <a:pt x="4519" y="19307"/>
                  </a:lnTo>
                  <a:lnTo>
                    <a:pt x="4557" y="19230"/>
                  </a:lnTo>
                  <a:lnTo>
                    <a:pt x="4751" y="18767"/>
                  </a:lnTo>
                  <a:lnTo>
                    <a:pt x="4828" y="18497"/>
                  </a:lnTo>
                  <a:lnTo>
                    <a:pt x="4905" y="18265"/>
                  </a:lnTo>
                  <a:lnTo>
                    <a:pt x="5021" y="18381"/>
                  </a:lnTo>
                  <a:lnTo>
                    <a:pt x="5446" y="18883"/>
                  </a:lnTo>
                  <a:lnTo>
                    <a:pt x="5793" y="19385"/>
                  </a:lnTo>
                  <a:lnTo>
                    <a:pt x="6063" y="19964"/>
                  </a:lnTo>
                  <a:lnTo>
                    <a:pt x="6257" y="20543"/>
                  </a:lnTo>
                  <a:lnTo>
                    <a:pt x="5253" y="19964"/>
                  </a:lnTo>
                  <a:lnTo>
                    <a:pt x="5175" y="19925"/>
                  </a:lnTo>
                  <a:lnTo>
                    <a:pt x="5098" y="19925"/>
                  </a:lnTo>
                  <a:lnTo>
                    <a:pt x="5021" y="20003"/>
                  </a:lnTo>
                  <a:lnTo>
                    <a:pt x="4982" y="20041"/>
                  </a:lnTo>
                  <a:lnTo>
                    <a:pt x="4944" y="20582"/>
                  </a:lnTo>
                  <a:lnTo>
                    <a:pt x="4944" y="21084"/>
                  </a:lnTo>
                  <a:lnTo>
                    <a:pt x="4982" y="21586"/>
                  </a:lnTo>
                  <a:lnTo>
                    <a:pt x="5059" y="22088"/>
                  </a:lnTo>
                  <a:lnTo>
                    <a:pt x="5098" y="22204"/>
                  </a:lnTo>
                  <a:lnTo>
                    <a:pt x="5214" y="22242"/>
                  </a:lnTo>
                  <a:lnTo>
                    <a:pt x="5291" y="22242"/>
                  </a:lnTo>
                  <a:lnTo>
                    <a:pt x="5368" y="22165"/>
                  </a:lnTo>
                  <a:lnTo>
                    <a:pt x="5870" y="21663"/>
                  </a:lnTo>
                  <a:lnTo>
                    <a:pt x="6372" y="21161"/>
                  </a:lnTo>
                  <a:lnTo>
                    <a:pt x="6411" y="21547"/>
                  </a:lnTo>
                  <a:lnTo>
                    <a:pt x="6372" y="21933"/>
                  </a:lnTo>
                  <a:lnTo>
                    <a:pt x="6295" y="22474"/>
                  </a:lnTo>
                  <a:lnTo>
                    <a:pt x="6102" y="23053"/>
                  </a:lnTo>
                  <a:lnTo>
                    <a:pt x="5870" y="23671"/>
                  </a:lnTo>
                  <a:lnTo>
                    <a:pt x="5677" y="23941"/>
                  </a:lnTo>
                  <a:lnTo>
                    <a:pt x="5523" y="24173"/>
                  </a:lnTo>
                  <a:lnTo>
                    <a:pt x="5330" y="24405"/>
                  </a:lnTo>
                  <a:lnTo>
                    <a:pt x="5098" y="24598"/>
                  </a:lnTo>
                  <a:lnTo>
                    <a:pt x="4866" y="24752"/>
                  </a:lnTo>
                  <a:lnTo>
                    <a:pt x="4635" y="24868"/>
                  </a:lnTo>
                  <a:lnTo>
                    <a:pt x="4364" y="24945"/>
                  </a:lnTo>
                  <a:lnTo>
                    <a:pt x="4094" y="24907"/>
                  </a:lnTo>
                  <a:lnTo>
                    <a:pt x="3785" y="24868"/>
                  </a:lnTo>
                  <a:lnTo>
                    <a:pt x="3476" y="24714"/>
                  </a:lnTo>
                  <a:lnTo>
                    <a:pt x="3399" y="24675"/>
                  </a:lnTo>
                  <a:lnTo>
                    <a:pt x="3360" y="24675"/>
                  </a:lnTo>
                  <a:lnTo>
                    <a:pt x="3283" y="24752"/>
                  </a:lnTo>
                  <a:lnTo>
                    <a:pt x="3245" y="24868"/>
                  </a:lnTo>
                  <a:lnTo>
                    <a:pt x="3245" y="24907"/>
                  </a:lnTo>
                  <a:lnTo>
                    <a:pt x="3283" y="24945"/>
                  </a:lnTo>
                  <a:lnTo>
                    <a:pt x="3438" y="25100"/>
                  </a:lnTo>
                  <a:lnTo>
                    <a:pt x="3592" y="25216"/>
                  </a:lnTo>
                  <a:lnTo>
                    <a:pt x="3785" y="25293"/>
                  </a:lnTo>
                  <a:lnTo>
                    <a:pt x="3940" y="25331"/>
                  </a:lnTo>
                  <a:lnTo>
                    <a:pt x="4133" y="25370"/>
                  </a:lnTo>
                  <a:lnTo>
                    <a:pt x="4287" y="25370"/>
                  </a:lnTo>
                  <a:lnTo>
                    <a:pt x="4635" y="25293"/>
                  </a:lnTo>
                  <a:lnTo>
                    <a:pt x="4982" y="25138"/>
                  </a:lnTo>
                  <a:lnTo>
                    <a:pt x="5330" y="24945"/>
                  </a:lnTo>
                  <a:lnTo>
                    <a:pt x="5600" y="24714"/>
                  </a:lnTo>
                  <a:lnTo>
                    <a:pt x="5870" y="24443"/>
                  </a:lnTo>
                  <a:lnTo>
                    <a:pt x="6141" y="24057"/>
                  </a:lnTo>
                  <a:lnTo>
                    <a:pt x="6334" y="23671"/>
                  </a:lnTo>
                  <a:lnTo>
                    <a:pt x="6527" y="23285"/>
                  </a:lnTo>
                  <a:lnTo>
                    <a:pt x="6643" y="22860"/>
                  </a:lnTo>
                  <a:lnTo>
                    <a:pt x="6759" y="22435"/>
                  </a:lnTo>
                  <a:lnTo>
                    <a:pt x="6797" y="21972"/>
                  </a:lnTo>
                  <a:lnTo>
                    <a:pt x="6836" y="21547"/>
                  </a:lnTo>
                  <a:lnTo>
                    <a:pt x="6797" y="21084"/>
                  </a:lnTo>
                  <a:lnTo>
                    <a:pt x="7763" y="21933"/>
                  </a:lnTo>
                  <a:lnTo>
                    <a:pt x="7840" y="21972"/>
                  </a:lnTo>
                  <a:lnTo>
                    <a:pt x="7917" y="21972"/>
                  </a:lnTo>
                  <a:lnTo>
                    <a:pt x="7994" y="21933"/>
                  </a:lnTo>
                  <a:lnTo>
                    <a:pt x="8071" y="21856"/>
                  </a:lnTo>
                  <a:lnTo>
                    <a:pt x="8149" y="21354"/>
                  </a:lnTo>
                  <a:lnTo>
                    <a:pt x="8226" y="20852"/>
                  </a:lnTo>
                  <a:lnTo>
                    <a:pt x="8303" y="19809"/>
                  </a:lnTo>
                  <a:lnTo>
                    <a:pt x="8303" y="19732"/>
                  </a:lnTo>
                  <a:lnTo>
                    <a:pt x="8265" y="19694"/>
                  </a:lnTo>
                  <a:lnTo>
                    <a:pt x="8187" y="19655"/>
                  </a:lnTo>
                  <a:lnTo>
                    <a:pt x="8149" y="19616"/>
                  </a:lnTo>
                  <a:lnTo>
                    <a:pt x="7724" y="19655"/>
                  </a:lnTo>
                  <a:lnTo>
                    <a:pt x="7299" y="19732"/>
                  </a:lnTo>
                  <a:lnTo>
                    <a:pt x="6952" y="19848"/>
                  </a:lnTo>
                  <a:lnTo>
                    <a:pt x="6604" y="20080"/>
                  </a:lnTo>
                  <a:lnTo>
                    <a:pt x="6334" y="19539"/>
                  </a:lnTo>
                  <a:lnTo>
                    <a:pt x="6025" y="18999"/>
                  </a:lnTo>
                  <a:lnTo>
                    <a:pt x="5677" y="18497"/>
                  </a:lnTo>
                  <a:lnTo>
                    <a:pt x="5253" y="18033"/>
                  </a:lnTo>
                  <a:lnTo>
                    <a:pt x="5214" y="17995"/>
                  </a:lnTo>
                  <a:lnTo>
                    <a:pt x="5716" y="17956"/>
                  </a:lnTo>
                  <a:lnTo>
                    <a:pt x="6179" y="17879"/>
                  </a:lnTo>
                  <a:lnTo>
                    <a:pt x="6257" y="17840"/>
                  </a:lnTo>
                  <a:lnTo>
                    <a:pt x="6295" y="17763"/>
                  </a:lnTo>
                  <a:lnTo>
                    <a:pt x="6295" y="17686"/>
                  </a:lnTo>
                  <a:lnTo>
                    <a:pt x="6257" y="17608"/>
                  </a:lnTo>
                  <a:lnTo>
                    <a:pt x="6102" y="17261"/>
                  </a:lnTo>
                  <a:lnTo>
                    <a:pt x="5870" y="16952"/>
                  </a:lnTo>
                  <a:lnTo>
                    <a:pt x="5639" y="16682"/>
                  </a:lnTo>
                  <a:lnTo>
                    <a:pt x="5368" y="16411"/>
                  </a:lnTo>
                  <a:lnTo>
                    <a:pt x="5291" y="16373"/>
                  </a:lnTo>
                  <a:lnTo>
                    <a:pt x="5793" y="14674"/>
                  </a:lnTo>
                  <a:lnTo>
                    <a:pt x="5793" y="14558"/>
                  </a:lnTo>
                  <a:lnTo>
                    <a:pt x="5755" y="14481"/>
                  </a:lnTo>
                  <a:lnTo>
                    <a:pt x="5677" y="14442"/>
                  </a:lnTo>
                  <a:lnTo>
                    <a:pt x="5561" y="14442"/>
                  </a:lnTo>
                  <a:lnTo>
                    <a:pt x="4326" y="14674"/>
                  </a:lnTo>
                  <a:lnTo>
                    <a:pt x="4326" y="14674"/>
                  </a:lnTo>
                  <a:lnTo>
                    <a:pt x="4519" y="14326"/>
                  </a:lnTo>
                  <a:lnTo>
                    <a:pt x="4751" y="14056"/>
                  </a:lnTo>
                  <a:lnTo>
                    <a:pt x="4982" y="13786"/>
                  </a:lnTo>
                  <a:lnTo>
                    <a:pt x="5214" y="13515"/>
                  </a:lnTo>
                  <a:lnTo>
                    <a:pt x="5870" y="13554"/>
                  </a:lnTo>
                  <a:lnTo>
                    <a:pt x="5986" y="13515"/>
                  </a:lnTo>
                  <a:lnTo>
                    <a:pt x="6025" y="13438"/>
                  </a:lnTo>
                  <a:lnTo>
                    <a:pt x="6063" y="13361"/>
                  </a:lnTo>
                  <a:lnTo>
                    <a:pt x="6025" y="13245"/>
                  </a:lnTo>
                  <a:lnTo>
                    <a:pt x="5832" y="12820"/>
                  </a:lnTo>
                  <a:lnTo>
                    <a:pt x="5561" y="12434"/>
                  </a:lnTo>
                  <a:lnTo>
                    <a:pt x="6257" y="11893"/>
                  </a:lnTo>
                  <a:lnTo>
                    <a:pt x="6913" y="11276"/>
                  </a:lnTo>
                  <a:lnTo>
                    <a:pt x="7531" y="10619"/>
                  </a:lnTo>
                  <a:lnTo>
                    <a:pt x="8110" y="9885"/>
                  </a:lnTo>
                  <a:lnTo>
                    <a:pt x="8573" y="9152"/>
                  </a:lnTo>
                  <a:lnTo>
                    <a:pt x="8805" y="8766"/>
                  </a:lnTo>
                  <a:lnTo>
                    <a:pt x="8998" y="8341"/>
                  </a:lnTo>
                  <a:lnTo>
                    <a:pt x="9153" y="7916"/>
                  </a:lnTo>
                  <a:lnTo>
                    <a:pt x="9307" y="7491"/>
                  </a:lnTo>
                  <a:lnTo>
                    <a:pt x="9423" y="7067"/>
                  </a:lnTo>
                  <a:lnTo>
                    <a:pt x="9500" y="6642"/>
                  </a:lnTo>
                  <a:lnTo>
                    <a:pt x="9577" y="6217"/>
                  </a:lnTo>
                  <a:lnTo>
                    <a:pt x="9616" y="5754"/>
                  </a:lnTo>
                  <a:lnTo>
                    <a:pt x="9616" y="5329"/>
                  </a:lnTo>
                  <a:lnTo>
                    <a:pt x="9577" y="4904"/>
                  </a:lnTo>
                  <a:lnTo>
                    <a:pt x="9539" y="4479"/>
                  </a:lnTo>
                  <a:lnTo>
                    <a:pt x="9462" y="4093"/>
                  </a:lnTo>
                  <a:lnTo>
                    <a:pt x="9346" y="3669"/>
                  </a:lnTo>
                  <a:lnTo>
                    <a:pt x="9230" y="3282"/>
                  </a:lnTo>
                  <a:lnTo>
                    <a:pt x="9037" y="2896"/>
                  </a:lnTo>
                  <a:lnTo>
                    <a:pt x="8882" y="2510"/>
                  </a:lnTo>
                  <a:lnTo>
                    <a:pt x="8651" y="2163"/>
                  </a:lnTo>
                  <a:lnTo>
                    <a:pt x="8380" y="1815"/>
                  </a:lnTo>
                  <a:lnTo>
                    <a:pt x="8110" y="1506"/>
                  </a:lnTo>
                  <a:lnTo>
                    <a:pt x="7801" y="1197"/>
                  </a:lnTo>
                  <a:lnTo>
                    <a:pt x="7492" y="927"/>
                  </a:lnTo>
                  <a:lnTo>
                    <a:pt x="7106" y="695"/>
                  </a:lnTo>
                  <a:lnTo>
                    <a:pt x="6759" y="502"/>
                  </a:lnTo>
                  <a:lnTo>
                    <a:pt x="6411" y="348"/>
                  </a:lnTo>
                  <a:lnTo>
                    <a:pt x="6025" y="193"/>
                  </a:lnTo>
                  <a:lnTo>
                    <a:pt x="5639" y="116"/>
                  </a:lnTo>
                  <a:lnTo>
                    <a:pt x="5291" y="3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22"/>
            <p:cNvSpPr/>
            <p:nvPr/>
          </p:nvSpPr>
          <p:spPr>
            <a:xfrm>
              <a:off x="3031900" y="427125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4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8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1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9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5"/>
                  </a:lnTo>
                  <a:lnTo>
                    <a:pt x="1159" y="541"/>
                  </a:lnTo>
                  <a:lnTo>
                    <a:pt x="1352" y="426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9"/>
                  </a:lnTo>
                  <a:lnTo>
                    <a:pt x="309" y="928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6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3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4"/>
                  </a:lnTo>
                  <a:lnTo>
                    <a:pt x="1468" y="4017"/>
                  </a:lnTo>
                  <a:lnTo>
                    <a:pt x="1661" y="4094"/>
                  </a:lnTo>
                  <a:lnTo>
                    <a:pt x="1893" y="4133"/>
                  </a:lnTo>
                  <a:lnTo>
                    <a:pt x="2317" y="4133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3"/>
                  </a:lnTo>
                  <a:lnTo>
                    <a:pt x="4171" y="1430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7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22"/>
            <p:cNvSpPr/>
            <p:nvPr/>
          </p:nvSpPr>
          <p:spPr>
            <a:xfrm>
              <a:off x="5567925" y="4274150"/>
              <a:ext cx="67600" cy="76300"/>
            </a:xfrm>
            <a:custGeom>
              <a:avLst/>
              <a:gdLst/>
              <a:ahLst/>
              <a:cxnLst/>
              <a:rect l="l" t="t" r="r" b="b"/>
              <a:pathLst>
                <a:path w="2704" h="3052" extrusionOk="0">
                  <a:moveTo>
                    <a:pt x="1159" y="425"/>
                  </a:moveTo>
                  <a:lnTo>
                    <a:pt x="1429" y="503"/>
                  </a:lnTo>
                  <a:lnTo>
                    <a:pt x="1661" y="619"/>
                  </a:lnTo>
                  <a:lnTo>
                    <a:pt x="1854" y="773"/>
                  </a:lnTo>
                  <a:lnTo>
                    <a:pt x="2009" y="966"/>
                  </a:lnTo>
                  <a:lnTo>
                    <a:pt x="2124" y="1121"/>
                  </a:lnTo>
                  <a:lnTo>
                    <a:pt x="2202" y="1314"/>
                  </a:lnTo>
                  <a:lnTo>
                    <a:pt x="2318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5"/>
                  </a:lnTo>
                  <a:lnTo>
                    <a:pt x="2047" y="2279"/>
                  </a:lnTo>
                  <a:lnTo>
                    <a:pt x="1623" y="2047"/>
                  </a:lnTo>
                  <a:lnTo>
                    <a:pt x="1236" y="1893"/>
                  </a:lnTo>
                  <a:lnTo>
                    <a:pt x="1005" y="1777"/>
                  </a:lnTo>
                  <a:lnTo>
                    <a:pt x="812" y="1661"/>
                  </a:lnTo>
                  <a:lnTo>
                    <a:pt x="619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2"/>
                  </a:lnTo>
                  <a:lnTo>
                    <a:pt x="541" y="657"/>
                  </a:lnTo>
                  <a:lnTo>
                    <a:pt x="619" y="580"/>
                  </a:lnTo>
                  <a:lnTo>
                    <a:pt x="696" y="503"/>
                  </a:lnTo>
                  <a:lnTo>
                    <a:pt x="812" y="464"/>
                  </a:lnTo>
                  <a:lnTo>
                    <a:pt x="927" y="425"/>
                  </a:lnTo>
                  <a:close/>
                  <a:moveTo>
                    <a:pt x="1005" y="1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4" y="425"/>
                  </a:lnTo>
                  <a:lnTo>
                    <a:pt x="78" y="619"/>
                  </a:lnTo>
                  <a:lnTo>
                    <a:pt x="1" y="812"/>
                  </a:lnTo>
                  <a:lnTo>
                    <a:pt x="1" y="1005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3"/>
                  </a:lnTo>
                  <a:lnTo>
                    <a:pt x="387" y="1854"/>
                  </a:lnTo>
                  <a:lnTo>
                    <a:pt x="619" y="2047"/>
                  </a:lnTo>
                  <a:lnTo>
                    <a:pt x="889" y="2202"/>
                  </a:lnTo>
                  <a:lnTo>
                    <a:pt x="1198" y="2318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9" y="2742"/>
                  </a:lnTo>
                  <a:lnTo>
                    <a:pt x="2202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1" y="3013"/>
                  </a:lnTo>
                  <a:lnTo>
                    <a:pt x="2588" y="2974"/>
                  </a:lnTo>
                  <a:lnTo>
                    <a:pt x="2626" y="2897"/>
                  </a:lnTo>
                  <a:lnTo>
                    <a:pt x="2704" y="2318"/>
                  </a:lnTo>
                  <a:lnTo>
                    <a:pt x="2704" y="2009"/>
                  </a:lnTo>
                  <a:lnTo>
                    <a:pt x="2704" y="1700"/>
                  </a:lnTo>
                  <a:lnTo>
                    <a:pt x="2626" y="1429"/>
                  </a:lnTo>
                  <a:lnTo>
                    <a:pt x="2549" y="1121"/>
                  </a:lnTo>
                  <a:lnTo>
                    <a:pt x="2433" y="850"/>
                  </a:lnTo>
                  <a:lnTo>
                    <a:pt x="2279" y="580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700" y="117"/>
                  </a:lnTo>
                  <a:lnTo>
                    <a:pt x="1507" y="39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22"/>
            <p:cNvSpPr/>
            <p:nvPr/>
          </p:nvSpPr>
          <p:spPr>
            <a:xfrm>
              <a:off x="2254775" y="4312775"/>
              <a:ext cx="326325" cy="190200"/>
            </a:xfrm>
            <a:custGeom>
              <a:avLst/>
              <a:gdLst/>
              <a:ahLst/>
              <a:cxnLst/>
              <a:rect l="l" t="t" r="r" b="b"/>
              <a:pathLst>
                <a:path w="13053" h="7608" extrusionOk="0">
                  <a:moveTo>
                    <a:pt x="8920" y="271"/>
                  </a:moveTo>
                  <a:lnTo>
                    <a:pt x="9036" y="348"/>
                  </a:lnTo>
                  <a:lnTo>
                    <a:pt x="9191" y="464"/>
                  </a:lnTo>
                  <a:lnTo>
                    <a:pt x="9307" y="618"/>
                  </a:lnTo>
                  <a:lnTo>
                    <a:pt x="9384" y="657"/>
                  </a:lnTo>
                  <a:lnTo>
                    <a:pt x="9422" y="966"/>
                  </a:lnTo>
                  <a:lnTo>
                    <a:pt x="9422" y="1275"/>
                  </a:lnTo>
                  <a:lnTo>
                    <a:pt x="9345" y="1545"/>
                  </a:lnTo>
                  <a:lnTo>
                    <a:pt x="9229" y="1815"/>
                  </a:lnTo>
                  <a:lnTo>
                    <a:pt x="9036" y="2085"/>
                  </a:lnTo>
                  <a:lnTo>
                    <a:pt x="8882" y="2317"/>
                  </a:lnTo>
                  <a:lnTo>
                    <a:pt x="8457" y="2781"/>
                  </a:lnTo>
                  <a:lnTo>
                    <a:pt x="6990" y="4441"/>
                  </a:lnTo>
                  <a:lnTo>
                    <a:pt x="6835" y="4441"/>
                  </a:lnTo>
                  <a:lnTo>
                    <a:pt x="7106" y="3476"/>
                  </a:lnTo>
                  <a:lnTo>
                    <a:pt x="7415" y="2549"/>
                  </a:lnTo>
                  <a:lnTo>
                    <a:pt x="7801" y="1506"/>
                  </a:lnTo>
                  <a:lnTo>
                    <a:pt x="8032" y="1043"/>
                  </a:lnTo>
                  <a:lnTo>
                    <a:pt x="8187" y="773"/>
                  </a:lnTo>
                  <a:lnTo>
                    <a:pt x="8380" y="502"/>
                  </a:lnTo>
                  <a:lnTo>
                    <a:pt x="8573" y="348"/>
                  </a:lnTo>
                  <a:lnTo>
                    <a:pt x="8689" y="271"/>
                  </a:lnTo>
                  <a:close/>
                  <a:moveTo>
                    <a:pt x="2124" y="4441"/>
                  </a:moveTo>
                  <a:lnTo>
                    <a:pt x="2974" y="4557"/>
                  </a:lnTo>
                  <a:lnTo>
                    <a:pt x="3823" y="4711"/>
                  </a:lnTo>
                  <a:lnTo>
                    <a:pt x="4905" y="4866"/>
                  </a:lnTo>
                  <a:lnTo>
                    <a:pt x="5407" y="4943"/>
                  </a:lnTo>
                  <a:lnTo>
                    <a:pt x="5947" y="4982"/>
                  </a:lnTo>
                  <a:lnTo>
                    <a:pt x="4673" y="5213"/>
                  </a:lnTo>
                  <a:lnTo>
                    <a:pt x="3399" y="5406"/>
                  </a:lnTo>
                  <a:lnTo>
                    <a:pt x="2703" y="5484"/>
                  </a:lnTo>
                  <a:lnTo>
                    <a:pt x="1622" y="5484"/>
                  </a:lnTo>
                  <a:lnTo>
                    <a:pt x="1236" y="5445"/>
                  </a:lnTo>
                  <a:lnTo>
                    <a:pt x="966" y="5368"/>
                  </a:lnTo>
                  <a:lnTo>
                    <a:pt x="773" y="5291"/>
                  </a:lnTo>
                  <a:lnTo>
                    <a:pt x="696" y="5213"/>
                  </a:lnTo>
                  <a:lnTo>
                    <a:pt x="657" y="5097"/>
                  </a:lnTo>
                  <a:lnTo>
                    <a:pt x="657" y="4982"/>
                  </a:lnTo>
                  <a:lnTo>
                    <a:pt x="696" y="4827"/>
                  </a:lnTo>
                  <a:lnTo>
                    <a:pt x="734" y="4673"/>
                  </a:lnTo>
                  <a:lnTo>
                    <a:pt x="811" y="4557"/>
                  </a:lnTo>
                  <a:lnTo>
                    <a:pt x="889" y="4480"/>
                  </a:lnTo>
                  <a:lnTo>
                    <a:pt x="966" y="4441"/>
                  </a:lnTo>
                  <a:close/>
                  <a:moveTo>
                    <a:pt x="7183" y="4866"/>
                  </a:moveTo>
                  <a:lnTo>
                    <a:pt x="8380" y="5097"/>
                  </a:lnTo>
                  <a:lnTo>
                    <a:pt x="9616" y="5406"/>
                  </a:lnTo>
                  <a:lnTo>
                    <a:pt x="10272" y="5599"/>
                  </a:lnTo>
                  <a:lnTo>
                    <a:pt x="10967" y="5792"/>
                  </a:lnTo>
                  <a:lnTo>
                    <a:pt x="11662" y="6024"/>
                  </a:lnTo>
                  <a:lnTo>
                    <a:pt x="12087" y="6217"/>
                  </a:lnTo>
                  <a:lnTo>
                    <a:pt x="12203" y="6256"/>
                  </a:lnTo>
                  <a:lnTo>
                    <a:pt x="12319" y="6333"/>
                  </a:lnTo>
                  <a:lnTo>
                    <a:pt x="12396" y="6410"/>
                  </a:lnTo>
                  <a:lnTo>
                    <a:pt x="12434" y="6526"/>
                  </a:lnTo>
                  <a:lnTo>
                    <a:pt x="12473" y="6642"/>
                  </a:lnTo>
                  <a:lnTo>
                    <a:pt x="12473" y="6796"/>
                  </a:lnTo>
                  <a:lnTo>
                    <a:pt x="12396" y="7144"/>
                  </a:lnTo>
                  <a:lnTo>
                    <a:pt x="12241" y="7183"/>
                  </a:lnTo>
                  <a:lnTo>
                    <a:pt x="12010" y="7221"/>
                  </a:lnTo>
                  <a:lnTo>
                    <a:pt x="11817" y="7183"/>
                  </a:lnTo>
                  <a:lnTo>
                    <a:pt x="11585" y="7144"/>
                  </a:lnTo>
                  <a:lnTo>
                    <a:pt x="11122" y="7028"/>
                  </a:lnTo>
                  <a:lnTo>
                    <a:pt x="10735" y="6874"/>
                  </a:lnTo>
                  <a:lnTo>
                    <a:pt x="10002" y="6603"/>
                  </a:lnTo>
                  <a:lnTo>
                    <a:pt x="9307" y="6256"/>
                  </a:lnTo>
                  <a:lnTo>
                    <a:pt x="8766" y="5947"/>
                  </a:lnTo>
                  <a:lnTo>
                    <a:pt x="8225" y="5599"/>
                  </a:lnTo>
                  <a:lnTo>
                    <a:pt x="7183" y="4866"/>
                  </a:lnTo>
                  <a:close/>
                  <a:moveTo>
                    <a:pt x="8805" y="0"/>
                  </a:moveTo>
                  <a:lnTo>
                    <a:pt x="8573" y="39"/>
                  </a:lnTo>
                  <a:lnTo>
                    <a:pt x="8341" y="155"/>
                  </a:lnTo>
                  <a:lnTo>
                    <a:pt x="8110" y="271"/>
                  </a:lnTo>
                  <a:lnTo>
                    <a:pt x="7955" y="464"/>
                  </a:lnTo>
                  <a:lnTo>
                    <a:pt x="7723" y="850"/>
                  </a:lnTo>
                  <a:lnTo>
                    <a:pt x="7492" y="1275"/>
                  </a:lnTo>
                  <a:lnTo>
                    <a:pt x="7183" y="2201"/>
                  </a:lnTo>
                  <a:lnTo>
                    <a:pt x="6835" y="3321"/>
                  </a:lnTo>
                  <a:lnTo>
                    <a:pt x="6719" y="3862"/>
                  </a:lnTo>
                  <a:lnTo>
                    <a:pt x="6604" y="4441"/>
                  </a:lnTo>
                  <a:lnTo>
                    <a:pt x="6526" y="4518"/>
                  </a:lnTo>
                  <a:lnTo>
                    <a:pt x="6526" y="4634"/>
                  </a:lnTo>
                  <a:lnTo>
                    <a:pt x="5947" y="4595"/>
                  </a:lnTo>
                  <a:lnTo>
                    <a:pt x="5407" y="4557"/>
                  </a:lnTo>
                  <a:lnTo>
                    <a:pt x="4325" y="4402"/>
                  </a:lnTo>
                  <a:lnTo>
                    <a:pt x="3244" y="4209"/>
                  </a:lnTo>
                  <a:lnTo>
                    <a:pt x="2703" y="4132"/>
                  </a:lnTo>
                  <a:lnTo>
                    <a:pt x="2124" y="4093"/>
                  </a:lnTo>
                  <a:lnTo>
                    <a:pt x="1545" y="4055"/>
                  </a:lnTo>
                  <a:lnTo>
                    <a:pt x="1159" y="4055"/>
                  </a:lnTo>
                  <a:lnTo>
                    <a:pt x="773" y="4093"/>
                  </a:lnTo>
                  <a:lnTo>
                    <a:pt x="425" y="4209"/>
                  </a:lnTo>
                  <a:lnTo>
                    <a:pt x="271" y="4287"/>
                  </a:lnTo>
                  <a:lnTo>
                    <a:pt x="155" y="4364"/>
                  </a:lnTo>
                  <a:lnTo>
                    <a:pt x="78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4982"/>
                  </a:lnTo>
                  <a:lnTo>
                    <a:pt x="78" y="5136"/>
                  </a:lnTo>
                  <a:lnTo>
                    <a:pt x="155" y="5252"/>
                  </a:lnTo>
                  <a:lnTo>
                    <a:pt x="232" y="5406"/>
                  </a:lnTo>
                  <a:lnTo>
                    <a:pt x="348" y="5522"/>
                  </a:lnTo>
                  <a:lnTo>
                    <a:pt x="618" y="5677"/>
                  </a:lnTo>
                  <a:lnTo>
                    <a:pt x="927" y="5792"/>
                  </a:lnTo>
                  <a:lnTo>
                    <a:pt x="1275" y="5870"/>
                  </a:lnTo>
                  <a:lnTo>
                    <a:pt x="1622" y="5908"/>
                  </a:lnTo>
                  <a:lnTo>
                    <a:pt x="2240" y="5908"/>
                  </a:lnTo>
                  <a:lnTo>
                    <a:pt x="3360" y="5831"/>
                  </a:lnTo>
                  <a:lnTo>
                    <a:pt x="4441" y="5715"/>
                  </a:lnTo>
                  <a:lnTo>
                    <a:pt x="5561" y="5484"/>
                  </a:lnTo>
                  <a:lnTo>
                    <a:pt x="6102" y="5329"/>
                  </a:lnTo>
                  <a:lnTo>
                    <a:pt x="6604" y="5136"/>
                  </a:lnTo>
                  <a:lnTo>
                    <a:pt x="6604" y="5175"/>
                  </a:lnTo>
                  <a:lnTo>
                    <a:pt x="6642" y="5599"/>
                  </a:lnTo>
                  <a:lnTo>
                    <a:pt x="6681" y="5792"/>
                  </a:lnTo>
                  <a:lnTo>
                    <a:pt x="6758" y="5986"/>
                  </a:lnTo>
                  <a:lnTo>
                    <a:pt x="7028" y="6024"/>
                  </a:lnTo>
                  <a:lnTo>
                    <a:pt x="7028" y="5986"/>
                  </a:lnTo>
                  <a:lnTo>
                    <a:pt x="6951" y="5599"/>
                  </a:lnTo>
                  <a:lnTo>
                    <a:pt x="6951" y="5406"/>
                  </a:lnTo>
                  <a:lnTo>
                    <a:pt x="6990" y="5213"/>
                  </a:lnTo>
                  <a:lnTo>
                    <a:pt x="7028" y="5175"/>
                  </a:lnTo>
                  <a:lnTo>
                    <a:pt x="7723" y="5754"/>
                  </a:lnTo>
                  <a:lnTo>
                    <a:pt x="8496" y="6256"/>
                  </a:lnTo>
                  <a:lnTo>
                    <a:pt x="9307" y="6681"/>
                  </a:lnTo>
                  <a:lnTo>
                    <a:pt x="10118" y="7067"/>
                  </a:lnTo>
                  <a:lnTo>
                    <a:pt x="10774" y="7337"/>
                  </a:lnTo>
                  <a:lnTo>
                    <a:pt x="11237" y="7453"/>
                  </a:lnTo>
                  <a:lnTo>
                    <a:pt x="11662" y="7569"/>
                  </a:lnTo>
                  <a:lnTo>
                    <a:pt x="12126" y="7607"/>
                  </a:lnTo>
                  <a:lnTo>
                    <a:pt x="12319" y="7569"/>
                  </a:lnTo>
                  <a:lnTo>
                    <a:pt x="12512" y="7530"/>
                  </a:lnTo>
                  <a:lnTo>
                    <a:pt x="12666" y="7453"/>
                  </a:lnTo>
                  <a:lnTo>
                    <a:pt x="12821" y="7376"/>
                  </a:lnTo>
                  <a:lnTo>
                    <a:pt x="12936" y="7221"/>
                  </a:lnTo>
                  <a:lnTo>
                    <a:pt x="13014" y="7028"/>
                  </a:lnTo>
                  <a:lnTo>
                    <a:pt x="13052" y="6874"/>
                  </a:lnTo>
                  <a:lnTo>
                    <a:pt x="13052" y="6719"/>
                  </a:lnTo>
                  <a:lnTo>
                    <a:pt x="13014" y="6565"/>
                  </a:lnTo>
                  <a:lnTo>
                    <a:pt x="12975" y="6449"/>
                  </a:lnTo>
                  <a:lnTo>
                    <a:pt x="12898" y="6333"/>
                  </a:lnTo>
                  <a:lnTo>
                    <a:pt x="12782" y="6217"/>
                  </a:lnTo>
                  <a:lnTo>
                    <a:pt x="12512" y="6024"/>
                  </a:lnTo>
                  <a:lnTo>
                    <a:pt x="12241" y="5870"/>
                  </a:lnTo>
                  <a:lnTo>
                    <a:pt x="11894" y="5715"/>
                  </a:lnTo>
                  <a:lnTo>
                    <a:pt x="11353" y="5522"/>
                  </a:lnTo>
                  <a:lnTo>
                    <a:pt x="10388" y="5213"/>
                  </a:lnTo>
                  <a:lnTo>
                    <a:pt x="9384" y="4943"/>
                  </a:lnTo>
                  <a:lnTo>
                    <a:pt x="8380" y="4711"/>
                  </a:lnTo>
                  <a:lnTo>
                    <a:pt x="7376" y="4518"/>
                  </a:lnTo>
                  <a:lnTo>
                    <a:pt x="8418" y="3437"/>
                  </a:lnTo>
                  <a:lnTo>
                    <a:pt x="8882" y="2896"/>
                  </a:lnTo>
                  <a:lnTo>
                    <a:pt x="9345" y="2279"/>
                  </a:lnTo>
                  <a:lnTo>
                    <a:pt x="9461" y="2085"/>
                  </a:lnTo>
                  <a:lnTo>
                    <a:pt x="9577" y="1854"/>
                  </a:lnTo>
                  <a:lnTo>
                    <a:pt x="9654" y="1622"/>
                  </a:lnTo>
                  <a:lnTo>
                    <a:pt x="9731" y="1390"/>
                  </a:lnTo>
                  <a:lnTo>
                    <a:pt x="9731" y="1159"/>
                  </a:lnTo>
                  <a:lnTo>
                    <a:pt x="9693" y="927"/>
                  </a:lnTo>
                  <a:lnTo>
                    <a:pt x="9654" y="657"/>
                  </a:lnTo>
                  <a:lnTo>
                    <a:pt x="9500" y="464"/>
                  </a:lnTo>
                  <a:lnTo>
                    <a:pt x="9461" y="309"/>
                  </a:lnTo>
                  <a:lnTo>
                    <a:pt x="9384" y="232"/>
                  </a:lnTo>
                  <a:lnTo>
                    <a:pt x="9229" y="78"/>
                  </a:lnTo>
                  <a:lnTo>
                    <a:pt x="90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22"/>
            <p:cNvSpPr/>
            <p:nvPr/>
          </p:nvSpPr>
          <p:spPr>
            <a:xfrm>
              <a:off x="1058675" y="4315675"/>
              <a:ext cx="594700" cy="534825"/>
            </a:xfrm>
            <a:custGeom>
              <a:avLst/>
              <a:gdLst/>
              <a:ahLst/>
              <a:cxnLst/>
              <a:rect l="l" t="t" r="r" b="b"/>
              <a:pathLst>
                <a:path w="23788" h="21393" extrusionOk="0">
                  <a:moveTo>
                    <a:pt x="23478" y="270"/>
                  </a:moveTo>
                  <a:lnTo>
                    <a:pt x="23401" y="386"/>
                  </a:lnTo>
                  <a:lnTo>
                    <a:pt x="22590" y="1815"/>
                  </a:lnTo>
                  <a:lnTo>
                    <a:pt x="21741" y="3205"/>
                  </a:lnTo>
                  <a:lnTo>
                    <a:pt x="20853" y="4595"/>
                  </a:lnTo>
                  <a:lnTo>
                    <a:pt x="19926" y="5985"/>
                  </a:lnTo>
                  <a:lnTo>
                    <a:pt x="19269" y="5754"/>
                  </a:lnTo>
                  <a:lnTo>
                    <a:pt x="18999" y="5638"/>
                  </a:lnTo>
                  <a:lnTo>
                    <a:pt x="18690" y="5483"/>
                  </a:lnTo>
                  <a:lnTo>
                    <a:pt x="18420" y="5290"/>
                  </a:lnTo>
                  <a:lnTo>
                    <a:pt x="18150" y="5059"/>
                  </a:lnTo>
                  <a:lnTo>
                    <a:pt x="17918" y="4827"/>
                  </a:lnTo>
                  <a:lnTo>
                    <a:pt x="17686" y="4557"/>
                  </a:lnTo>
                  <a:lnTo>
                    <a:pt x="17493" y="4286"/>
                  </a:lnTo>
                  <a:lnTo>
                    <a:pt x="17339" y="3977"/>
                  </a:lnTo>
                  <a:lnTo>
                    <a:pt x="17030" y="3360"/>
                  </a:lnTo>
                  <a:lnTo>
                    <a:pt x="16798" y="2742"/>
                  </a:lnTo>
                  <a:lnTo>
                    <a:pt x="16605" y="2085"/>
                  </a:lnTo>
                  <a:lnTo>
                    <a:pt x="17416" y="1776"/>
                  </a:lnTo>
                  <a:lnTo>
                    <a:pt x="18265" y="1467"/>
                  </a:lnTo>
                  <a:lnTo>
                    <a:pt x="19115" y="1197"/>
                  </a:lnTo>
                  <a:lnTo>
                    <a:pt x="19965" y="965"/>
                  </a:lnTo>
                  <a:lnTo>
                    <a:pt x="20853" y="772"/>
                  </a:lnTo>
                  <a:lnTo>
                    <a:pt x="21702" y="579"/>
                  </a:lnTo>
                  <a:lnTo>
                    <a:pt x="22590" y="425"/>
                  </a:lnTo>
                  <a:lnTo>
                    <a:pt x="23478" y="270"/>
                  </a:lnTo>
                  <a:close/>
                  <a:moveTo>
                    <a:pt x="4866" y="7607"/>
                  </a:moveTo>
                  <a:lnTo>
                    <a:pt x="6256" y="7646"/>
                  </a:lnTo>
                  <a:lnTo>
                    <a:pt x="7608" y="7723"/>
                  </a:lnTo>
                  <a:lnTo>
                    <a:pt x="7222" y="8186"/>
                  </a:lnTo>
                  <a:lnTo>
                    <a:pt x="6835" y="8650"/>
                  </a:lnTo>
                  <a:lnTo>
                    <a:pt x="6488" y="9190"/>
                  </a:lnTo>
                  <a:lnTo>
                    <a:pt x="6140" y="9692"/>
                  </a:lnTo>
                  <a:lnTo>
                    <a:pt x="5909" y="10233"/>
                  </a:lnTo>
                  <a:lnTo>
                    <a:pt x="5870" y="10272"/>
                  </a:lnTo>
                  <a:lnTo>
                    <a:pt x="5214" y="10774"/>
                  </a:lnTo>
                  <a:lnTo>
                    <a:pt x="4557" y="11314"/>
                  </a:lnTo>
                  <a:lnTo>
                    <a:pt x="4326" y="11546"/>
                  </a:lnTo>
                  <a:lnTo>
                    <a:pt x="4094" y="11816"/>
                  </a:lnTo>
                  <a:lnTo>
                    <a:pt x="3824" y="12048"/>
                  </a:lnTo>
                  <a:lnTo>
                    <a:pt x="3708" y="12125"/>
                  </a:lnTo>
                  <a:lnTo>
                    <a:pt x="3553" y="12164"/>
                  </a:lnTo>
                  <a:lnTo>
                    <a:pt x="3399" y="12202"/>
                  </a:lnTo>
                  <a:lnTo>
                    <a:pt x="3206" y="12164"/>
                  </a:lnTo>
                  <a:lnTo>
                    <a:pt x="2742" y="12087"/>
                  </a:lnTo>
                  <a:lnTo>
                    <a:pt x="1970" y="11855"/>
                  </a:lnTo>
                  <a:lnTo>
                    <a:pt x="387" y="11507"/>
                  </a:lnTo>
                  <a:lnTo>
                    <a:pt x="1005" y="11083"/>
                  </a:lnTo>
                  <a:lnTo>
                    <a:pt x="1584" y="10658"/>
                  </a:lnTo>
                  <a:lnTo>
                    <a:pt x="2163" y="10156"/>
                  </a:lnTo>
                  <a:lnTo>
                    <a:pt x="2704" y="9654"/>
                  </a:lnTo>
                  <a:lnTo>
                    <a:pt x="3553" y="8804"/>
                  </a:lnTo>
                  <a:lnTo>
                    <a:pt x="4055" y="8186"/>
                  </a:lnTo>
                  <a:lnTo>
                    <a:pt x="4326" y="7916"/>
                  </a:lnTo>
                  <a:lnTo>
                    <a:pt x="4634" y="7684"/>
                  </a:lnTo>
                  <a:lnTo>
                    <a:pt x="4789" y="7684"/>
                  </a:lnTo>
                  <a:lnTo>
                    <a:pt x="4827" y="7646"/>
                  </a:lnTo>
                  <a:lnTo>
                    <a:pt x="4866" y="7607"/>
                  </a:lnTo>
                  <a:close/>
                  <a:moveTo>
                    <a:pt x="16296" y="2201"/>
                  </a:moveTo>
                  <a:lnTo>
                    <a:pt x="16489" y="2858"/>
                  </a:lnTo>
                  <a:lnTo>
                    <a:pt x="16721" y="3553"/>
                  </a:lnTo>
                  <a:lnTo>
                    <a:pt x="17030" y="4209"/>
                  </a:lnTo>
                  <a:lnTo>
                    <a:pt x="17223" y="4518"/>
                  </a:lnTo>
                  <a:lnTo>
                    <a:pt x="17455" y="4827"/>
                  </a:lnTo>
                  <a:lnTo>
                    <a:pt x="17648" y="5136"/>
                  </a:lnTo>
                  <a:lnTo>
                    <a:pt x="17879" y="5368"/>
                  </a:lnTo>
                  <a:lnTo>
                    <a:pt x="18150" y="5599"/>
                  </a:lnTo>
                  <a:lnTo>
                    <a:pt x="18420" y="5831"/>
                  </a:lnTo>
                  <a:lnTo>
                    <a:pt x="18729" y="5985"/>
                  </a:lnTo>
                  <a:lnTo>
                    <a:pt x="19038" y="6140"/>
                  </a:lnTo>
                  <a:lnTo>
                    <a:pt x="19385" y="6217"/>
                  </a:lnTo>
                  <a:lnTo>
                    <a:pt x="19771" y="6256"/>
                  </a:lnTo>
                  <a:lnTo>
                    <a:pt x="18922" y="7453"/>
                  </a:lnTo>
                  <a:lnTo>
                    <a:pt x="18034" y="8611"/>
                  </a:lnTo>
                  <a:lnTo>
                    <a:pt x="17223" y="9615"/>
                  </a:lnTo>
                  <a:lnTo>
                    <a:pt x="16373" y="10581"/>
                  </a:lnTo>
                  <a:lnTo>
                    <a:pt x="15524" y="11507"/>
                  </a:lnTo>
                  <a:lnTo>
                    <a:pt x="14597" y="12395"/>
                  </a:lnTo>
                  <a:lnTo>
                    <a:pt x="13670" y="13284"/>
                  </a:lnTo>
                  <a:lnTo>
                    <a:pt x="13168" y="13747"/>
                  </a:lnTo>
                  <a:lnTo>
                    <a:pt x="12628" y="14172"/>
                  </a:lnTo>
                  <a:lnTo>
                    <a:pt x="12126" y="14558"/>
                  </a:lnTo>
                  <a:lnTo>
                    <a:pt x="11546" y="14905"/>
                  </a:lnTo>
                  <a:lnTo>
                    <a:pt x="10967" y="15214"/>
                  </a:lnTo>
                  <a:lnTo>
                    <a:pt x="10388" y="15446"/>
                  </a:lnTo>
                  <a:lnTo>
                    <a:pt x="9809" y="15600"/>
                  </a:lnTo>
                  <a:lnTo>
                    <a:pt x="9191" y="15678"/>
                  </a:lnTo>
                  <a:lnTo>
                    <a:pt x="8612" y="15678"/>
                  </a:lnTo>
                  <a:lnTo>
                    <a:pt x="8341" y="15639"/>
                  </a:lnTo>
                  <a:lnTo>
                    <a:pt x="8033" y="15562"/>
                  </a:lnTo>
                  <a:lnTo>
                    <a:pt x="7762" y="15446"/>
                  </a:lnTo>
                  <a:lnTo>
                    <a:pt x="7531" y="15330"/>
                  </a:lnTo>
                  <a:lnTo>
                    <a:pt x="7260" y="15214"/>
                  </a:lnTo>
                  <a:lnTo>
                    <a:pt x="7029" y="15021"/>
                  </a:lnTo>
                  <a:lnTo>
                    <a:pt x="6835" y="14828"/>
                  </a:lnTo>
                  <a:lnTo>
                    <a:pt x="6642" y="14597"/>
                  </a:lnTo>
                  <a:lnTo>
                    <a:pt x="6449" y="14365"/>
                  </a:lnTo>
                  <a:lnTo>
                    <a:pt x="6295" y="14095"/>
                  </a:lnTo>
                  <a:lnTo>
                    <a:pt x="6063" y="13554"/>
                  </a:lnTo>
                  <a:lnTo>
                    <a:pt x="5909" y="13013"/>
                  </a:lnTo>
                  <a:lnTo>
                    <a:pt x="5870" y="12434"/>
                  </a:lnTo>
                  <a:lnTo>
                    <a:pt x="5870" y="11855"/>
                  </a:lnTo>
                  <a:lnTo>
                    <a:pt x="5986" y="11314"/>
                  </a:lnTo>
                  <a:lnTo>
                    <a:pt x="6140" y="10735"/>
                  </a:lnTo>
                  <a:lnTo>
                    <a:pt x="6333" y="10194"/>
                  </a:lnTo>
                  <a:lnTo>
                    <a:pt x="6604" y="9692"/>
                  </a:lnTo>
                  <a:lnTo>
                    <a:pt x="6913" y="9229"/>
                  </a:lnTo>
                  <a:lnTo>
                    <a:pt x="7222" y="8766"/>
                  </a:lnTo>
                  <a:lnTo>
                    <a:pt x="7569" y="8302"/>
                  </a:lnTo>
                  <a:lnTo>
                    <a:pt x="7955" y="7878"/>
                  </a:lnTo>
                  <a:lnTo>
                    <a:pt x="8766" y="7067"/>
                  </a:lnTo>
                  <a:lnTo>
                    <a:pt x="9616" y="6333"/>
                  </a:lnTo>
                  <a:lnTo>
                    <a:pt x="10542" y="5561"/>
                  </a:lnTo>
                  <a:lnTo>
                    <a:pt x="11508" y="4866"/>
                  </a:lnTo>
                  <a:lnTo>
                    <a:pt x="12473" y="4209"/>
                  </a:lnTo>
                  <a:lnTo>
                    <a:pt x="13516" y="3591"/>
                  </a:lnTo>
                  <a:lnTo>
                    <a:pt x="14211" y="3205"/>
                  </a:lnTo>
                  <a:lnTo>
                    <a:pt x="14906" y="2858"/>
                  </a:lnTo>
                  <a:lnTo>
                    <a:pt x="15601" y="2510"/>
                  </a:lnTo>
                  <a:lnTo>
                    <a:pt x="16296" y="2201"/>
                  </a:lnTo>
                  <a:close/>
                  <a:moveTo>
                    <a:pt x="5638" y="13361"/>
                  </a:moveTo>
                  <a:lnTo>
                    <a:pt x="5754" y="13747"/>
                  </a:lnTo>
                  <a:lnTo>
                    <a:pt x="5870" y="14133"/>
                  </a:lnTo>
                  <a:lnTo>
                    <a:pt x="6063" y="14519"/>
                  </a:lnTo>
                  <a:lnTo>
                    <a:pt x="6295" y="14828"/>
                  </a:lnTo>
                  <a:lnTo>
                    <a:pt x="6565" y="15137"/>
                  </a:lnTo>
                  <a:lnTo>
                    <a:pt x="6874" y="15407"/>
                  </a:lnTo>
                  <a:lnTo>
                    <a:pt x="7222" y="15639"/>
                  </a:lnTo>
                  <a:lnTo>
                    <a:pt x="7608" y="15832"/>
                  </a:lnTo>
                  <a:lnTo>
                    <a:pt x="7415" y="16141"/>
                  </a:lnTo>
                  <a:lnTo>
                    <a:pt x="7260" y="16489"/>
                  </a:lnTo>
                  <a:lnTo>
                    <a:pt x="6797" y="16296"/>
                  </a:lnTo>
                  <a:lnTo>
                    <a:pt x="6411" y="16025"/>
                  </a:lnTo>
                  <a:lnTo>
                    <a:pt x="6025" y="15716"/>
                  </a:lnTo>
                  <a:lnTo>
                    <a:pt x="5716" y="15369"/>
                  </a:lnTo>
                  <a:lnTo>
                    <a:pt x="5484" y="14983"/>
                  </a:lnTo>
                  <a:lnTo>
                    <a:pt x="5252" y="14558"/>
                  </a:lnTo>
                  <a:lnTo>
                    <a:pt x="5098" y="14133"/>
                  </a:lnTo>
                  <a:lnTo>
                    <a:pt x="5021" y="13631"/>
                  </a:lnTo>
                  <a:lnTo>
                    <a:pt x="4982" y="13593"/>
                  </a:lnTo>
                  <a:lnTo>
                    <a:pt x="5638" y="13361"/>
                  </a:lnTo>
                  <a:close/>
                  <a:moveTo>
                    <a:pt x="4827" y="13670"/>
                  </a:moveTo>
                  <a:lnTo>
                    <a:pt x="4866" y="14210"/>
                  </a:lnTo>
                  <a:lnTo>
                    <a:pt x="4982" y="14712"/>
                  </a:lnTo>
                  <a:lnTo>
                    <a:pt x="5214" y="15176"/>
                  </a:lnTo>
                  <a:lnTo>
                    <a:pt x="5484" y="15600"/>
                  </a:lnTo>
                  <a:lnTo>
                    <a:pt x="5831" y="15948"/>
                  </a:lnTo>
                  <a:lnTo>
                    <a:pt x="6218" y="16296"/>
                  </a:lnTo>
                  <a:lnTo>
                    <a:pt x="6642" y="16566"/>
                  </a:lnTo>
                  <a:lnTo>
                    <a:pt x="7106" y="16759"/>
                  </a:lnTo>
                  <a:lnTo>
                    <a:pt x="6951" y="17300"/>
                  </a:lnTo>
                  <a:lnTo>
                    <a:pt x="6411" y="17029"/>
                  </a:lnTo>
                  <a:lnTo>
                    <a:pt x="5909" y="16720"/>
                  </a:lnTo>
                  <a:lnTo>
                    <a:pt x="5484" y="16373"/>
                  </a:lnTo>
                  <a:lnTo>
                    <a:pt x="5098" y="15987"/>
                  </a:lnTo>
                  <a:lnTo>
                    <a:pt x="4789" y="15562"/>
                  </a:lnTo>
                  <a:lnTo>
                    <a:pt x="4480" y="15060"/>
                  </a:lnTo>
                  <a:lnTo>
                    <a:pt x="4248" y="14558"/>
                  </a:lnTo>
                  <a:lnTo>
                    <a:pt x="4055" y="13979"/>
                  </a:lnTo>
                  <a:lnTo>
                    <a:pt x="4248" y="13940"/>
                  </a:lnTo>
                  <a:lnTo>
                    <a:pt x="4441" y="13863"/>
                  </a:lnTo>
                  <a:lnTo>
                    <a:pt x="4827" y="13670"/>
                  </a:lnTo>
                  <a:close/>
                  <a:moveTo>
                    <a:pt x="4441" y="15871"/>
                  </a:moveTo>
                  <a:lnTo>
                    <a:pt x="4673" y="16180"/>
                  </a:lnTo>
                  <a:lnTo>
                    <a:pt x="4905" y="16450"/>
                  </a:lnTo>
                  <a:lnTo>
                    <a:pt x="5175" y="16682"/>
                  </a:lnTo>
                  <a:lnTo>
                    <a:pt x="5445" y="16913"/>
                  </a:lnTo>
                  <a:lnTo>
                    <a:pt x="5291" y="17029"/>
                  </a:lnTo>
                  <a:lnTo>
                    <a:pt x="5214" y="17222"/>
                  </a:lnTo>
                  <a:lnTo>
                    <a:pt x="5098" y="17068"/>
                  </a:lnTo>
                  <a:lnTo>
                    <a:pt x="5059" y="16991"/>
                  </a:lnTo>
                  <a:lnTo>
                    <a:pt x="4982" y="16952"/>
                  </a:lnTo>
                  <a:lnTo>
                    <a:pt x="4905" y="16952"/>
                  </a:lnTo>
                  <a:lnTo>
                    <a:pt x="4827" y="16991"/>
                  </a:lnTo>
                  <a:lnTo>
                    <a:pt x="4519" y="17415"/>
                  </a:lnTo>
                  <a:lnTo>
                    <a:pt x="4210" y="17840"/>
                  </a:lnTo>
                  <a:lnTo>
                    <a:pt x="3862" y="18226"/>
                  </a:lnTo>
                  <a:lnTo>
                    <a:pt x="3476" y="18574"/>
                  </a:lnTo>
                  <a:lnTo>
                    <a:pt x="3090" y="18921"/>
                  </a:lnTo>
                  <a:lnTo>
                    <a:pt x="2665" y="19230"/>
                  </a:lnTo>
                  <a:lnTo>
                    <a:pt x="2240" y="19501"/>
                  </a:lnTo>
                  <a:lnTo>
                    <a:pt x="1777" y="19771"/>
                  </a:lnTo>
                  <a:lnTo>
                    <a:pt x="1777" y="19771"/>
                  </a:lnTo>
                  <a:lnTo>
                    <a:pt x="1816" y="19346"/>
                  </a:lnTo>
                  <a:lnTo>
                    <a:pt x="1854" y="18921"/>
                  </a:lnTo>
                  <a:lnTo>
                    <a:pt x="2009" y="18535"/>
                  </a:lnTo>
                  <a:lnTo>
                    <a:pt x="2163" y="18188"/>
                  </a:lnTo>
                  <a:lnTo>
                    <a:pt x="2395" y="17840"/>
                  </a:lnTo>
                  <a:lnTo>
                    <a:pt x="2665" y="17531"/>
                  </a:lnTo>
                  <a:lnTo>
                    <a:pt x="2974" y="17222"/>
                  </a:lnTo>
                  <a:lnTo>
                    <a:pt x="3360" y="16913"/>
                  </a:lnTo>
                  <a:lnTo>
                    <a:pt x="3669" y="16720"/>
                  </a:lnTo>
                  <a:lnTo>
                    <a:pt x="3939" y="16489"/>
                  </a:lnTo>
                  <a:lnTo>
                    <a:pt x="4017" y="16334"/>
                  </a:lnTo>
                  <a:lnTo>
                    <a:pt x="4094" y="16218"/>
                  </a:lnTo>
                  <a:lnTo>
                    <a:pt x="4094" y="16064"/>
                  </a:lnTo>
                  <a:lnTo>
                    <a:pt x="4055" y="15871"/>
                  </a:lnTo>
                  <a:close/>
                  <a:moveTo>
                    <a:pt x="13439" y="13979"/>
                  </a:moveTo>
                  <a:lnTo>
                    <a:pt x="13400" y="14674"/>
                  </a:lnTo>
                  <a:lnTo>
                    <a:pt x="13400" y="15369"/>
                  </a:lnTo>
                  <a:lnTo>
                    <a:pt x="13477" y="16025"/>
                  </a:lnTo>
                  <a:lnTo>
                    <a:pt x="13632" y="16682"/>
                  </a:lnTo>
                  <a:lnTo>
                    <a:pt x="12396" y="17454"/>
                  </a:lnTo>
                  <a:lnTo>
                    <a:pt x="11160" y="18304"/>
                  </a:lnTo>
                  <a:lnTo>
                    <a:pt x="8805" y="20041"/>
                  </a:lnTo>
                  <a:lnTo>
                    <a:pt x="8766" y="19037"/>
                  </a:lnTo>
                  <a:lnTo>
                    <a:pt x="8689" y="18033"/>
                  </a:lnTo>
                  <a:lnTo>
                    <a:pt x="8650" y="17724"/>
                  </a:lnTo>
                  <a:lnTo>
                    <a:pt x="8689" y="17493"/>
                  </a:lnTo>
                  <a:lnTo>
                    <a:pt x="8728" y="17377"/>
                  </a:lnTo>
                  <a:lnTo>
                    <a:pt x="8805" y="17261"/>
                  </a:lnTo>
                  <a:lnTo>
                    <a:pt x="9037" y="17068"/>
                  </a:lnTo>
                  <a:lnTo>
                    <a:pt x="9654" y="16604"/>
                  </a:lnTo>
                  <a:lnTo>
                    <a:pt x="10195" y="16141"/>
                  </a:lnTo>
                  <a:lnTo>
                    <a:pt x="10234" y="16064"/>
                  </a:lnTo>
                  <a:lnTo>
                    <a:pt x="10272" y="16025"/>
                  </a:lnTo>
                  <a:lnTo>
                    <a:pt x="10234" y="15909"/>
                  </a:lnTo>
                  <a:lnTo>
                    <a:pt x="10774" y="15716"/>
                  </a:lnTo>
                  <a:lnTo>
                    <a:pt x="11276" y="15485"/>
                  </a:lnTo>
                  <a:lnTo>
                    <a:pt x="11740" y="15214"/>
                  </a:lnTo>
                  <a:lnTo>
                    <a:pt x="12203" y="14905"/>
                  </a:lnTo>
                  <a:lnTo>
                    <a:pt x="12821" y="14481"/>
                  </a:lnTo>
                  <a:lnTo>
                    <a:pt x="13439" y="13979"/>
                  </a:lnTo>
                  <a:close/>
                  <a:moveTo>
                    <a:pt x="3978" y="14944"/>
                  </a:moveTo>
                  <a:lnTo>
                    <a:pt x="4132" y="15330"/>
                  </a:lnTo>
                  <a:lnTo>
                    <a:pt x="4326" y="15678"/>
                  </a:lnTo>
                  <a:lnTo>
                    <a:pt x="3862" y="15678"/>
                  </a:lnTo>
                  <a:lnTo>
                    <a:pt x="3785" y="15716"/>
                  </a:lnTo>
                  <a:lnTo>
                    <a:pt x="3746" y="15755"/>
                  </a:lnTo>
                  <a:lnTo>
                    <a:pt x="3746" y="15832"/>
                  </a:lnTo>
                  <a:lnTo>
                    <a:pt x="3785" y="15871"/>
                  </a:lnTo>
                  <a:lnTo>
                    <a:pt x="3785" y="15948"/>
                  </a:lnTo>
                  <a:lnTo>
                    <a:pt x="3785" y="16064"/>
                  </a:lnTo>
                  <a:lnTo>
                    <a:pt x="3669" y="16257"/>
                  </a:lnTo>
                  <a:lnTo>
                    <a:pt x="3476" y="16489"/>
                  </a:lnTo>
                  <a:lnTo>
                    <a:pt x="3206" y="16720"/>
                  </a:lnTo>
                  <a:lnTo>
                    <a:pt x="2665" y="17145"/>
                  </a:lnTo>
                  <a:lnTo>
                    <a:pt x="2318" y="17415"/>
                  </a:lnTo>
                  <a:lnTo>
                    <a:pt x="2009" y="17802"/>
                  </a:lnTo>
                  <a:lnTo>
                    <a:pt x="1777" y="18188"/>
                  </a:lnTo>
                  <a:lnTo>
                    <a:pt x="1584" y="18651"/>
                  </a:lnTo>
                  <a:lnTo>
                    <a:pt x="1507" y="19114"/>
                  </a:lnTo>
                  <a:lnTo>
                    <a:pt x="1468" y="19346"/>
                  </a:lnTo>
                  <a:lnTo>
                    <a:pt x="1468" y="19578"/>
                  </a:lnTo>
                  <a:lnTo>
                    <a:pt x="1507" y="19848"/>
                  </a:lnTo>
                  <a:lnTo>
                    <a:pt x="1545" y="20080"/>
                  </a:lnTo>
                  <a:lnTo>
                    <a:pt x="1622" y="20118"/>
                  </a:lnTo>
                  <a:lnTo>
                    <a:pt x="1738" y="20118"/>
                  </a:lnTo>
                  <a:lnTo>
                    <a:pt x="1777" y="20041"/>
                  </a:lnTo>
                  <a:lnTo>
                    <a:pt x="2279" y="19809"/>
                  </a:lnTo>
                  <a:lnTo>
                    <a:pt x="2742" y="19578"/>
                  </a:lnTo>
                  <a:lnTo>
                    <a:pt x="3167" y="19269"/>
                  </a:lnTo>
                  <a:lnTo>
                    <a:pt x="3553" y="18960"/>
                  </a:lnTo>
                  <a:lnTo>
                    <a:pt x="3939" y="18612"/>
                  </a:lnTo>
                  <a:lnTo>
                    <a:pt x="4287" y="18226"/>
                  </a:lnTo>
                  <a:lnTo>
                    <a:pt x="4634" y="17802"/>
                  </a:lnTo>
                  <a:lnTo>
                    <a:pt x="4943" y="17377"/>
                  </a:lnTo>
                  <a:lnTo>
                    <a:pt x="5059" y="17531"/>
                  </a:lnTo>
                  <a:lnTo>
                    <a:pt x="5175" y="17647"/>
                  </a:lnTo>
                  <a:lnTo>
                    <a:pt x="5291" y="17647"/>
                  </a:lnTo>
                  <a:lnTo>
                    <a:pt x="5368" y="17608"/>
                  </a:lnTo>
                  <a:lnTo>
                    <a:pt x="5368" y="17531"/>
                  </a:lnTo>
                  <a:lnTo>
                    <a:pt x="5638" y="17068"/>
                  </a:lnTo>
                  <a:lnTo>
                    <a:pt x="6025" y="17300"/>
                  </a:lnTo>
                  <a:lnTo>
                    <a:pt x="5986" y="17802"/>
                  </a:lnTo>
                  <a:lnTo>
                    <a:pt x="5870" y="18304"/>
                  </a:lnTo>
                  <a:lnTo>
                    <a:pt x="5754" y="18806"/>
                  </a:lnTo>
                  <a:lnTo>
                    <a:pt x="5561" y="19308"/>
                  </a:lnTo>
                  <a:lnTo>
                    <a:pt x="5445" y="19076"/>
                  </a:lnTo>
                  <a:lnTo>
                    <a:pt x="5407" y="18844"/>
                  </a:lnTo>
                  <a:lnTo>
                    <a:pt x="5368" y="18574"/>
                  </a:lnTo>
                  <a:lnTo>
                    <a:pt x="5407" y="18304"/>
                  </a:lnTo>
                  <a:lnTo>
                    <a:pt x="5445" y="18226"/>
                  </a:lnTo>
                  <a:lnTo>
                    <a:pt x="5407" y="18188"/>
                  </a:lnTo>
                  <a:lnTo>
                    <a:pt x="5329" y="18110"/>
                  </a:lnTo>
                  <a:lnTo>
                    <a:pt x="5252" y="18072"/>
                  </a:lnTo>
                  <a:lnTo>
                    <a:pt x="5214" y="18110"/>
                  </a:lnTo>
                  <a:lnTo>
                    <a:pt x="5136" y="18110"/>
                  </a:lnTo>
                  <a:lnTo>
                    <a:pt x="5098" y="18188"/>
                  </a:lnTo>
                  <a:lnTo>
                    <a:pt x="4827" y="18767"/>
                  </a:lnTo>
                  <a:lnTo>
                    <a:pt x="4519" y="19308"/>
                  </a:lnTo>
                  <a:lnTo>
                    <a:pt x="4326" y="19539"/>
                  </a:lnTo>
                  <a:lnTo>
                    <a:pt x="4094" y="19771"/>
                  </a:lnTo>
                  <a:lnTo>
                    <a:pt x="3862" y="19964"/>
                  </a:lnTo>
                  <a:lnTo>
                    <a:pt x="3592" y="20196"/>
                  </a:lnTo>
                  <a:lnTo>
                    <a:pt x="3090" y="20505"/>
                  </a:lnTo>
                  <a:lnTo>
                    <a:pt x="2820" y="20659"/>
                  </a:lnTo>
                  <a:lnTo>
                    <a:pt x="2511" y="20775"/>
                  </a:lnTo>
                  <a:lnTo>
                    <a:pt x="2202" y="20891"/>
                  </a:lnTo>
                  <a:lnTo>
                    <a:pt x="1893" y="20968"/>
                  </a:lnTo>
                  <a:lnTo>
                    <a:pt x="1584" y="21007"/>
                  </a:lnTo>
                  <a:lnTo>
                    <a:pt x="1275" y="20968"/>
                  </a:lnTo>
                  <a:lnTo>
                    <a:pt x="1043" y="20929"/>
                  </a:lnTo>
                  <a:lnTo>
                    <a:pt x="889" y="20813"/>
                  </a:lnTo>
                  <a:lnTo>
                    <a:pt x="773" y="20698"/>
                  </a:lnTo>
                  <a:lnTo>
                    <a:pt x="734" y="20543"/>
                  </a:lnTo>
                  <a:lnTo>
                    <a:pt x="696" y="20350"/>
                  </a:lnTo>
                  <a:lnTo>
                    <a:pt x="696" y="20157"/>
                  </a:lnTo>
                  <a:lnTo>
                    <a:pt x="734" y="19732"/>
                  </a:lnTo>
                  <a:lnTo>
                    <a:pt x="812" y="19037"/>
                  </a:lnTo>
                  <a:lnTo>
                    <a:pt x="889" y="18690"/>
                  </a:lnTo>
                  <a:lnTo>
                    <a:pt x="1005" y="18342"/>
                  </a:lnTo>
                  <a:lnTo>
                    <a:pt x="1159" y="17956"/>
                  </a:lnTo>
                  <a:lnTo>
                    <a:pt x="1352" y="17608"/>
                  </a:lnTo>
                  <a:lnTo>
                    <a:pt x="1584" y="17261"/>
                  </a:lnTo>
                  <a:lnTo>
                    <a:pt x="1854" y="16952"/>
                  </a:lnTo>
                  <a:lnTo>
                    <a:pt x="2124" y="16682"/>
                  </a:lnTo>
                  <a:lnTo>
                    <a:pt x="2433" y="16411"/>
                  </a:lnTo>
                  <a:lnTo>
                    <a:pt x="2781" y="16180"/>
                  </a:lnTo>
                  <a:lnTo>
                    <a:pt x="3167" y="16025"/>
                  </a:lnTo>
                  <a:lnTo>
                    <a:pt x="3244" y="15948"/>
                  </a:lnTo>
                  <a:lnTo>
                    <a:pt x="3244" y="15871"/>
                  </a:lnTo>
                  <a:lnTo>
                    <a:pt x="3206" y="15794"/>
                  </a:lnTo>
                  <a:lnTo>
                    <a:pt x="3167" y="15716"/>
                  </a:lnTo>
                  <a:lnTo>
                    <a:pt x="2433" y="15369"/>
                  </a:lnTo>
                  <a:lnTo>
                    <a:pt x="2781" y="15176"/>
                  </a:lnTo>
                  <a:lnTo>
                    <a:pt x="3167" y="15021"/>
                  </a:lnTo>
                  <a:lnTo>
                    <a:pt x="3553" y="14983"/>
                  </a:lnTo>
                  <a:lnTo>
                    <a:pt x="3978" y="14944"/>
                  </a:lnTo>
                  <a:close/>
                  <a:moveTo>
                    <a:pt x="23478" y="0"/>
                  </a:moveTo>
                  <a:lnTo>
                    <a:pt x="22204" y="155"/>
                  </a:lnTo>
                  <a:lnTo>
                    <a:pt x="20891" y="386"/>
                  </a:lnTo>
                  <a:lnTo>
                    <a:pt x="19617" y="657"/>
                  </a:lnTo>
                  <a:lnTo>
                    <a:pt x="18381" y="1043"/>
                  </a:lnTo>
                  <a:lnTo>
                    <a:pt x="17146" y="1467"/>
                  </a:lnTo>
                  <a:lnTo>
                    <a:pt x="15949" y="1969"/>
                  </a:lnTo>
                  <a:lnTo>
                    <a:pt x="14752" y="2510"/>
                  </a:lnTo>
                  <a:lnTo>
                    <a:pt x="13593" y="3128"/>
                  </a:lnTo>
                  <a:lnTo>
                    <a:pt x="12473" y="3784"/>
                  </a:lnTo>
                  <a:lnTo>
                    <a:pt x="11353" y="4518"/>
                  </a:lnTo>
                  <a:lnTo>
                    <a:pt x="10311" y="5290"/>
                  </a:lnTo>
                  <a:lnTo>
                    <a:pt x="9307" y="6140"/>
                  </a:lnTo>
                  <a:lnTo>
                    <a:pt x="8535" y="6796"/>
                  </a:lnTo>
                  <a:lnTo>
                    <a:pt x="7801" y="7491"/>
                  </a:lnTo>
                  <a:lnTo>
                    <a:pt x="7029" y="7337"/>
                  </a:lnTo>
                  <a:lnTo>
                    <a:pt x="6218" y="7221"/>
                  </a:lnTo>
                  <a:lnTo>
                    <a:pt x="5407" y="7182"/>
                  </a:lnTo>
                  <a:lnTo>
                    <a:pt x="4557" y="7221"/>
                  </a:lnTo>
                  <a:lnTo>
                    <a:pt x="4519" y="7221"/>
                  </a:lnTo>
                  <a:lnTo>
                    <a:pt x="4441" y="7260"/>
                  </a:lnTo>
                  <a:lnTo>
                    <a:pt x="4403" y="7414"/>
                  </a:lnTo>
                  <a:lnTo>
                    <a:pt x="4171" y="7530"/>
                  </a:lnTo>
                  <a:lnTo>
                    <a:pt x="3939" y="7723"/>
                  </a:lnTo>
                  <a:lnTo>
                    <a:pt x="3708" y="7916"/>
                  </a:lnTo>
                  <a:lnTo>
                    <a:pt x="3515" y="8148"/>
                  </a:lnTo>
                  <a:lnTo>
                    <a:pt x="3128" y="8611"/>
                  </a:lnTo>
                  <a:lnTo>
                    <a:pt x="2742" y="9036"/>
                  </a:lnTo>
                  <a:lnTo>
                    <a:pt x="2124" y="9654"/>
                  </a:lnTo>
                  <a:lnTo>
                    <a:pt x="1468" y="10194"/>
                  </a:lnTo>
                  <a:lnTo>
                    <a:pt x="773" y="10774"/>
                  </a:lnTo>
                  <a:lnTo>
                    <a:pt x="78" y="11276"/>
                  </a:lnTo>
                  <a:lnTo>
                    <a:pt x="1" y="11353"/>
                  </a:lnTo>
                  <a:lnTo>
                    <a:pt x="1" y="11430"/>
                  </a:lnTo>
                  <a:lnTo>
                    <a:pt x="1" y="11507"/>
                  </a:lnTo>
                  <a:lnTo>
                    <a:pt x="39" y="11546"/>
                  </a:lnTo>
                  <a:lnTo>
                    <a:pt x="39" y="11623"/>
                  </a:lnTo>
                  <a:lnTo>
                    <a:pt x="39" y="11700"/>
                  </a:lnTo>
                  <a:lnTo>
                    <a:pt x="78" y="11739"/>
                  </a:lnTo>
                  <a:lnTo>
                    <a:pt x="116" y="11778"/>
                  </a:lnTo>
                  <a:lnTo>
                    <a:pt x="1005" y="12048"/>
                  </a:lnTo>
                  <a:lnTo>
                    <a:pt x="1893" y="12280"/>
                  </a:lnTo>
                  <a:lnTo>
                    <a:pt x="3669" y="12666"/>
                  </a:lnTo>
                  <a:lnTo>
                    <a:pt x="3785" y="12666"/>
                  </a:lnTo>
                  <a:lnTo>
                    <a:pt x="3862" y="12589"/>
                  </a:lnTo>
                  <a:lnTo>
                    <a:pt x="4750" y="11700"/>
                  </a:lnTo>
                  <a:lnTo>
                    <a:pt x="5716" y="10851"/>
                  </a:lnTo>
                  <a:lnTo>
                    <a:pt x="5600" y="11391"/>
                  </a:lnTo>
                  <a:lnTo>
                    <a:pt x="5523" y="11971"/>
                  </a:lnTo>
                  <a:lnTo>
                    <a:pt x="5523" y="12550"/>
                  </a:lnTo>
                  <a:lnTo>
                    <a:pt x="5600" y="13091"/>
                  </a:lnTo>
                  <a:lnTo>
                    <a:pt x="5136" y="13168"/>
                  </a:lnTo>
                  <a:lnTo>
                    <a:pt x="4712" y="13284"/>
                  </a:lnTo>
                  <a:lnTo>
                    <a:pt x="4248" y="13477"/>
                  </a:lnTo>
                  <a:lnTo>
                    <a:pt x="4017" y="13593"/>
                  </a:lnTo>
                  <a:lnTo>
                    <a:pt x="3862" y="13747"/>
                  </a:lnTo>
                  <a:lnTo>
                    <a:pt x="3824" y="13824"/>
                  </a:lnTo>
                  <a:lnTo>
                    <a:pt x="3862" y="13901"/>
                  </a:lnTo>
                  <a:lnTo>
                    <a:pt x="3824" y="13940"/>
                  </a:lnTo>
                  <a:lnTo>
                    <a:pt x="3785" y="14017"/>
                  </a:lnTo>
                  <a:lnTo>
                    <a:pt x="3824" y="14403"/>
                  </a:lnTo>
                  <a:lnTo>
                    <a:pt x="3901" y="14751"/>
                  </a:lnTo>
                  <a:lnTo>
                    <a:pt x="3669" y="14712"/>
                  </a:lnTo>
                  <a:lnTo>
                    <a:pt x="3399" y="14712"/>
                  </a:lnTo>
                  <a:lnTo>
                    <a:pt x="3167" y="14751"/>
                  </a:lnTo>
                  <a:lnTo>
                    <a:pt x="2935" y="14790"/>
                  </a:lnTo>
                  <a:lnTo>
                    <a:pt x="2665" y="14867"/>
                  </a:lnTo>
                  <a:lnTo>
                    <a:pt x="2433" y="14983"/>
                  </a:lnTo>
                  <a:lnTo>
                    <a:pt x="2240" y="15098"/>
                  </a:lnTo>
                  <a:lnTo>
                    <a:pt x="2009" y="15253"/>
                  </a:lnTo>
                  <a:lnTo>
                    <a:pt x="1931" y="15330"/>
                  </a:lnTo>
                  <a:lnTo>
                    <a:pt x="1931" y="15407"/>
                  </a:lnTo>
                  <a:lnTo>
                    <a:pt x="1970" y="15485"/>
                  </a:lnTo>
                  <a:lnTo>
                    <a:pt x="2047" y="15523"/>
                  </a:lnTo>
                  <a:lnTo>
                    <a:pt x="2704" y="15871"/>
                  </a:lnTo>
                  <a:lnTo>
                    <a:pt x="2356" y="16064"/>
                  </a:lnTo>
                  <a:lnTo>
                    <a:pt x="2047" y="16334"/>
                  </a:lnTo>
                  <a:lnTo>
                    <a:pt x="1738" y="16604"/>
                  </a:lnTo>
                  <a:lnTo>
                    <a:pt x="1468" y="16875"/>
                  </a:lnTo>
                  <a:lnTo>
                    <a:pt x="1198" y="17222"/>
                  </a:lnTo>
                  <a:lnTo>
                    <a:pt x="1005" y="17570"/>
                  </a:lnTo>
                  <a:lnTo>
                    <a:pt x="812" y="17956"/>
                  </a:lnTo>
                  <a:lnTo>
                    <a:pt x="657" y="18342"/>
                  </a:lnTo>
                  <a:lnTo>
                    <a:pt x="464" y="18960"/>
                  </a:lnTo>
                  <a:lnTo>
                    <a:pt x="387" y="19385"/>
                  </a:lnTo>
                  <a:lnTo>
                    <a:pt x="310" y="19809"/>
                  </a:lnTo>
                  <a:lnTo>
                    <a:pt x="271" y="20234"/>
                  </a:lnTo>
                  <a:lnTo>
                    <a:pt x="310" y="20659"/>
                  </a:lnTo>
                  <a:lnTo>
                    <a:pt x="348" y="20813"/>
                  </a:lnTo>
                  <a:lnTo>
                    <a:pt x="425" y="20968"/>
                  </a:lnTo>
                  <a:lnTo>
                    <a:pt x="503" y="21084"/>
                  </a:lnTo>
                  <a:lnTo>
                    <a:pt x="618" y="21200"/>
                  </a:lnTo>
                  <a:lnTo>
                    <a:pt x="773" y="21277"/>
                  </a:lnTo>
                  <a:lnTo>
                    <a:pt x="927" y="21315"/>
                  </a:lnTo>
                  <a:lnTo>
                    <a:pt x="1275" y="21393"/>
                  </a:lnTo>
                  <a:lnTo>
                    <a:pt x="1661" y="21354"/>
                  </a:lnTo>
                  <a:lnTo>
                    <a:pt x="2047" y="21277"/>
                  </a:lnTo>
                  <a:lnTo>
                    <a:pt x="2433" y="21161"/>
                  </a:lnTo>
                  <a:lnTo>
                    <a:pt x="2820" y="21007"/>
                  </a:lnTo>
                  <a:lnTo>
                    <a:pt x="3437" y="20698"/>
                  </a:lnTo>
                  <a:lnTo>
                    <a:pt x="3901" y="20389"/>
                  </a:lnTo>
                  <a:lnTo>
                    <a:pt x="4364" y="20003"/>
                  </a:lnTo>
                  <a:lnTo>
                    <a:pt x="4750" y="19539"/>
                  </a:lnTo>
                  <a:lnTo>
                    <a:pt x="5098" y="19037"/>
                  </a:lnTo>
                  <a:lnTo>
                    <a:pt x="5136" y="19230"/>
                  </a:lnTo>
                  <a:lnTo>
                    <a:pt x="5214" y="19423"/>
                  </a:lnTo>
                  <a:lnTo>
                    <a:pt x="5329" y="19578"/>
                  </a:lnTo>
                  <a:lnTo>
                    <a:pt x="5484" y="19771"/>
                  </a:lnTo>
                  <a:lnTo>
                    <a:pt x="5561" y="19809"/>
                  </a:lnTo>
                  <a:lnTo>
                    <a:pt x="5638" y="19809"/>
                  </a:lnTo>
                  <a:lnTo>
                    <a:pt x="5716" y="19771"/>
                  </a:lnTo>
                  <a:lnTo>
                    <a:pt x="5793" y="19694"/>
                  </a:lnTo>
                  <a:lnTo>
                    <a:pt x="5986" y="19153"/>
                  </a:lnTo>
                  <a:lnTo>
                    <a:pt x="6179" y="18612"/>
                  </a:lnTo>
                  <a:lnTo>
                    <a:pt x="6295" y="18033"/>
                  </a:lnTo>
                  <a:lnTo>
                    <a:pt x="6372" y="17454"/>
                  </a:lnTo>
                  <a:lnTo>
                    <a:pt x="6913" y="17608"/>
                  </a:lnTo>
                  <a:lnTo>
                    <a:pt x="7183" y="17608"/>
                  </a:lnTo>
                  <a:lnTo>
                    <a:pt x="7183" y="17531"/>
                  </a:lnTo>
                  <a:lnTo>
                    <a:pt x="7531" y="16720"/>
                  </a:lnTo>
                  <a:lnTo>
                    <a:pt x="7724" y="16334"/>
                  </a:lnTo>
                  <a:lnTo>
                    <a:pt x="7955" y="15948"/>
                  </a:lnTo>
                  <a:lnTo>
                    <a:pt x="8110" y="15987"/>
                  </a:lnTo>
                  <a:lnTo>
                    <a:pt x="8535" y="16064"/>
                  </a:lnTo>
                  <a:lnTo>
                    <a:pt x="8921" y="16102"/>
                  </a:lnTo>
                  <a:lnTo>
                    <a:pt x="9307" y="16064"/>
                  </a:lnTo>
                  <a:lnTo>
                    <a:pt x="9693" y="16025"/>
                  </a:lnTo>
                  <a:lnTo>
                    <a:pt x="9693" y="16025"/>
                  </a:lnTo>
                  <a:lnTo>
                    <a:pt x="8998" y="16604"/>
                  </a:lnTo>
                  <a:lnTo>
                    <a:pt x="8226" y="17106"/>
                  </a:lnTo>
                  <a:lnTo>
                    <a:pt x="8148" y="17222"/>
                  </a:lnTo>
                  <a:lnTo>
                    <a:pt x="8148" y="17300"/>
                  </a:lnTo>
                  <a:lnTo>
                    <a:pt x="8264" y="18110"/>
                  </a:lnTo>
                  <a:lnTo>
                    <a:pt x="8341" y="18883"/>
                  </a:lnTo>
                  <a:lnTo>
                    <a:pt x="8380" y="19655"/>
                  </a:lnTo>
                  <a:lnTo>
                    <a:pt x="8380" y="20427"/>
                  </a:lnTo>
                  <a:lnTo>
                    <a:pt x="8419" y="20543"/>
                  </a:lnTo>
                  <a:lnTo>
                    <a:pt x="8496" y="20620"/>
                  </a:lnTo>
                  <a:lnTo>
                    <a:pt x="8612" y="20659"/>
                  </a:lnTo>
                  <a:lnTo>
                    <a:pt x="8728" y="20620"/>
                  </a:lnTo>
                  <a:lnTo>
                    <a:pt x="11392" y="18806"/>
                  </a:lnTo>
                  <a:lnTo>
                    <a:pt x="12705" y="17840"/>
                  </a:lnTo>
                  <a:lnTo>
                    <a:pt x="13323" y="17338"/>
                  </a:lnTo>
                  <a:lnTo>
                    <a:pt x="13941" y="16836"/>
                  </a:lnTo>
                  <a:lnTo>
                    <a:pt x="13979" y="16759"/>
                  </a:lnTo>
                  <a:lnTo>
                    <a:pt x="13979" y="16682"/>
                  </a:lnTo>
                  <a:lnTo>
                    <a:pt x="13979" y="16643"/>
                  </a:lnTo>
                  <a:lnTo>
                    <a:pt x="13941" y="16257"/>
                  </a:lnTo>
                  <a:lnTo>
                    <a:pt x="13902" y="15871"/>
                  </a:lnTo>
                  <a:lnTo>
                    <a:pt x="13825" y="15098"/>
                  </a:lnTo>
                  <a:lnTo>
                    <a:pt x="13748" y="13747"/>
                  </a:lnTo>
                  <a:lnTo>
                    <a:pt x="14443" y="13129"/>
                  </a:lnTo>
                  <a:lnTo>
                    <a:pt x="15099" y="12473"/>
                  </a:lnTo>
                  <a:lnTo>
                    <a:pt x="15756" y="11816"/>
                  </a:lnTo>
                  <a:lnTo>
                    <a:pt x="16373" y="11121"/>
                  </a:lnTo>
                  <a:lnTo>
                    <a:pt x="17455" y="9924"/>
                  </a:lnTo>
                  <a:lnTo>
                    <a:pt x="18459" y="8650"/>
                  </a:lnTo>
                  <a:lnTo>
                    <a:pt x="19424" y="7376"/>
                  </a:lnTo>
                  <a:lnTo>
                    <a:pt x="20351" y="6024"/>
                  </a:lnTo>
                  <a:lnTo>
                    <a:pt x="21239" y="4673"/>
                  </a:lnTo>
                  <a:lnTo>
                    <a:pt x="22088" y="3321"/>
                  </a:lnTo>
                  <a:lnTo>
                    <a:pt x="22938" y="1931"/>
                  </a:lnTo>
                  <a:lnTo>
                    <a:pt x="23749" y="502"/>
                  </a:lnTo>
                  <a:lnTo>
                    <a:pt x="23749" y="425"/>
                  </a:lnTo>
                  <a:lnTo>
                    <a:pt x="23749" y="348"/>
                  </a:lnTo>
                  <a:lnTo>
                    <a:pt x="23749" y="270"/>
                  </a:lnTo>
                  <a:lnTo>
                    <a:pt x="23787" y="155"/>
                  </a:lnTo>
                  <a:lnTo>
                    <a:pt x="23787" y="77"/>
                  </a:lnTo>
                  <a:lnTo>
                    <a:pt x="23749" y="39"/>
                  </a:lnTo>
                  <a:lnTo>
                    <a:pt x="23672" y="0"/>
                  </a:lnTo>
                  <a:lnTo>
                    <a:pt x="23633" y="39"/>
                  </a:lnTo>
                  <a:lnTo>
                    <a:pt x="23633" y="77"/>
                  </a:lnTo>
                  <a:lnTo>
                    <a:pt x="235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22"/>
            <p:cNvSpPr/>
            <p:nvPr/>
          </p:nvSpPr>
          <p:spPr>
            <a:xfrm>
              <a:off x="5635500" y="4343650"/>
              <a:ext cx="54100" cy="45400"/>
            </a:xfrm>
            <a:custGeom>
              <a:avLst/>
              <a:gdLst/>
              <a:ahLst/>
              <a:cxnLst/>
              <a:rect l="l" t="t" r="r" b="b"/>
              <a:pathLst>
                <a:path w="2164" h="1816" extrusionOk="0">
                  <a:moveTo>
                    <a:pt x="1314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5"/>
                  </a:lnTo>
                  <a:lnTo>
                    <a:pt x="1777" y="889"/>
                  </a:lnTo>
                  <a:lnTo>
                    <a:pt x="1777" y="928"/>
                  </a:lnTo>
                  <a:lnTo>
                    <a:pt x="1738" y="1005"/>
                  </a:lnTo>
                  <a:lnTo>
                    <a:pt x="1661" y="1044"/>
                  </a:lnTo>
                  <a:lnTo>
                    <a:pt x="1584" y="1082"/>
                  </a:lnTo>
                  <a:lnTo>
                    <a:pt x="1275" y="1121"/>
                  </a:lnTo>
                  <a:lnTo>
                    <a:pt x="927" y="1121"/>
                  </a:lnTo>
                  <a:lnTo>
                    <a:pt x="619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1"/>
                  </a:lnTo>
                  <a:lnTo>
                    <a:pt x="348" y="1005"/>
                  </a:lnTo>
                  <a:lnTo>
                    <a:pt x="387" y="850"/>
                  </a:lnTo>
                  <a:lnTo>
                    <a:pt x="464" y="735"/>
                  </a:lnTo>
                  <a:lnTo>
                    <a:pt x="580" y="619"/>
                  </a:lnTo>
                  <a:lnTo>
                    <a:pt x="657" y="503"/>
                  </a:lnTo>
                  <a:lnTo>
                    <a:pt x="812" y="426"/>
                  </a:lnTo>
                  <a:lnTo>
                    <a:pt x="966" y="387"/>
                  </a:lnTo>
                  <a:close/>
                  <a:moveTo>
                    <a:pt x="1005" y="1"/>
                  </a:moveTo>
                  <a:lnTo>
                    <a:pt x="812" y="40"/>
                  </a:lnTo>
                  <a:lnTo>
                    <a:pt x="619" y="117"/>
                  </a:lnTo>
                  <a:lnTo>
                    <a:pt x="425" y="233"/>
                  </a:lnTo>
                  <a:lnTo>
                    <a:pt x="271" y="348"/>
                  </a:lnTo>
                  <a:lnTo>
                    <a:pt x="155" y="503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30"/>
                  </a:lnTo>
                  <a:lnTo>
                    <a:pt x="117" y="1623"/>
                  </a:lnTo>
                  <a:lnTo>
                    <a:pt x="155" y="1739"/>
                  </a:lnTo>
                  <a:lnTo>
                    <a:pt x="232" y="1777"/>
                  </a:lnTo>
                  <a:lnTo>
                    <a:pt x="348" y="1816"/>
                  </a:lnTo>
                  <a:lnTo>
                    <a:pt x="425" y="1739"/>
                  </a:lnTo>
                  <a:lnTo>
                    <a:pt x="580" y="1623"/>
                  </a:lnTo>
                  <a:lnTo>
                    <a:pt x="696" y="1546"/>
                  </a:lnTo>
                  <a:lnTo>
                    <a:pt x="889" y="1507"/>
                  </a:lnTo>
                  <a:lnTo>
                    <a:pt x="1429" y="1507"/>
                  </a:lnTo>
                  <a:lnTo>
                    <a:pt x="1584" y="1468"/>
                  </a:lnTo>
                  <a:lnTo>
                    <a:pt x="1777" y="1430"/>
                  </a:lnTo>
                  <a:lnTo>
                    <a:pt x="1931" y="1352"/>
                  </a:lnTo>
                  <a:lnTo>
                    <a:pt x="2047" y="1237"/>
                  </a:lnTo>
                  <a:lnTo>
                    <a:pt x="2125" y="1121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9"/>
                  </a:lnTo>
                  <a:lnTo>
                    <a:pt x="2086" y="464"/>
                  </a:lnTo>
                  <a:lnTo>
                    <a:pt x="1970" y="310"/>
                  </a:lnTo>
                  <a:lnTo>
                    <a:pt x="1816" y="194"/>
                  </a:lnTo>
                  <a:lnTo>
                    <a:pt x="1623" y="78"/>
                  </a:lnTo>
                  <a:lnTo>
                    <a:pt x="142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22"/>
            <p:cNvSpPr/>
            <p:nvPr/>
          </p:nvSpPr>
          <p:spPr>
            <a:xfrm>
              <a:off x="4572625" y="43774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2"/>
                  </a:lnTo>
                  <a:lnTo>
                    <a:pt x="23479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5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2"/>
                  </a:lnTo>
                  <a:lnTo>
                    <a:pt x="23865" y="3514"/>
                  </a:lnTo>
                  <a:lnTo>
                    <a:pt x="23788" y="3399"/>
                  </a:lnTo>
                  <a:lnTo>
                    <a:pt x="23749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1"/>
                  </a:lnTo>
                  <a:lnTo>
                    <a:pt x="16567" y="5407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8"/>
                  </a:lnTo>
                  <a:lnTo>
                    <a:pt x="15949" y="5020"/>
                  </a:lnTo>
                  <a:lnTo>
                    <a:pt x="16065" y="4982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8" y="4982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7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2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600"/>
                  </a:lnTo>
                  <a:lnTo>
                    <a:pt x="14250" y="5445"/>
                  </a:lnTo>
                  <a:lnTo>
                    <a:pt x="14365" y="5368"/>
                  </a:lnTo>
                  <a:lnTo>
                    <a:pt x="14443" y="5329"/>
                  </a:lnTo>
                  <a:close/>
                  <a:moveTo>
                    <a:pt x="18999" y="5484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0" y="5677"/>
                  </a:lnTo>
                  <a:lnTo>
                    <a:pt x="18845" y="5522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1" y="6102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8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891" y="6951"/>
                  </a:lnTo>
                  <a:lnTo>
                    <a:pt x="20467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9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2" y="5986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2" y="6295"/>
                  </a:lnTo>
                  <a:lnTo>
                    <a:pt x="23749" y="6565"/>
                  </a:lnTo>
                  <a:lnTo>
                    <a:pt x="23517" y="6797"/>
                  </a:lnTo>
                  <a:lnTo>
                    <a:pt x="23247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131" y="6102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8" y="6797"/>
                  </a:lnTo>
                  <a:lnTo>
                    <a:pt x="12628" y="6681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2"/>
                  </a:lnTo>
                  <a:close/>
                  <a:moveTo>
                    <a:pt x="22166" y="6565"/>
                  </a:moveTo>
                  <a:lnTo>
                    <a:pt x="22282" y="6604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6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3" y="7106"/>
                  </a:lnTo>
                  <a:lnTo>
                    <a:pt x="21471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50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6" y="7994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40" y="7723"/>
                  </a:lnTo>
                  <a:lnTo>
                    <a:pt x="11817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2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8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5" y="9770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3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3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6" y="11739"/>
                  </a:lnTo>
                  <a:lnTo>
                    <a:pt x="10658" y="11701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6" y="10697"/>
                  </a:lnTo>
                  <a:lnTo>
                    <a:pt x="10929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4" y="11778"/>
                  </a:lnTo>
                  <a:lnTo>
                    <a:pt x="6372" y="12010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9" y="11508"/>
                  </a:lnTo>
                  <a:lnTo>
                    <a:pt x="5754" y="11469"/>
                  </a:lnTo>
                  <a:close/>
                  <a:moveTo>
                    <a:pt x="10543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3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40" y="13207"/>
                  </a:lnTo>
                  <a:lnTo>
                    <a:pt x="7338" y="13014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4" y="12627"/>
                  </a:moveTo>
                  <a:lnTo>
                    <a:pt x="8959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8" y="13207"/>
                  </a:lnTo>
                  <a:lnTo>
                    <a:pt x="9037" y="13284"/>
                  </a:lnTo>
                  <a:lnTo>
                    <a:pt x="8805" y="13323"/>
                  </a:lnTo>
                  <a:lnTo>
                    <a:pt x="8573" y="13323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42" y="13014"/>
                  </a:lnTo>
                  <a:lnTo>
                    <a:pt x="8419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7" y="0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1" y="2279"/>
                  </a:lnTo>
                  <a:lnTo>
                    <a:pt x="23054" y="2395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63" y="3283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1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80"/>
                  </a:lnTo>
                  <a:lnTo>
                    <a:pt x="23479" y="4750"/>
                  </a:lnTo>
                  <a:lnTo>
                    <a:pt x="23440" y="4905"/>
                  </a:lnTo>
                  <a:lnTo>
                    <a:pt x="23440" y="5020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5" y="6295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5"/>
                  </a:lnTo>
                  <a:lnTo>
                    <a:pt x="21509" y="6411"/>
                  </a:lnTo>
                  <a:lnTo>
                    <a:pt x="21355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9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4"/>
                  </a:lnTo>
                  <a:lnTo>
                    <a:pt x="19463" y="5329"/>
                  </a:lnTo>
                  <a:lnTo>
                    <a:pt x="19385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1"/>
                  </a:lnTo>
                  <a:lnTo>
                    <a:pt x="18497" y="5407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3" y="4673"/>
                  </a:lnTo>
                  <a:lnTo>
                    <a:pt x="17957" y="4596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5" y="5098"/>
                  </a:lnTo>
                  <a:lnTo>
                    <a:pt x="16760" y="4943"/>
                  </a:lnTo>
                  <a:lnTo>
                    <a:pt x="16605" y="4789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636" y="4943"/>
                  </a:lnTo>
                  <a:lnTo>
                    <a:pt x="14443" y="4982"/>
                  </a:lnTo>
                  <a:lnTo>
                    <a:pt x="14288" y="5020"/>
                  </a:lnTo>
                  <a:lnTo>
                    <a:pt x="14134" y="5098"/>
                  </a:lnTo>
                  <a:lnTo>
                    <a:pt x="14057" y="5175"/>
                  </a:lnTo>
                  <a:lnTo>
                    <a:pt x="13941" y="5291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90"/>
                  </a:lnTo>
                  <a:lnTo>
                    <a:pt x="12164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508" y="7415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4"/>
                  </a:lnTo>
                  <a:lnTo>
                    <a:pt x="11315" y="8148"/>
                  </a:lnTo>
                  <a:lnTo>
                    <a:pt x="11354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1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6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10"/>
                  </a:lnTo>
                  <a:lnTo>
                    <a:pt x="9423" y="12087"/>
                  </a:lnTo>
                  <a:lnTo>
                    <a:pt x="9384" y="12203"/>
                  </a:lnTo>
                  <a:lnTo>
                    <a:pt x="9346" y="12319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9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9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3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5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5" y="10735"/>
                  </a:lnTo>
                  <a:lnTo>
                    <a:pt x="5330" y="10504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3" y="10311"/>
                  </a:lnTo>
                  <a:lnTo>
                    <a:pt x="4828" y="10311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61"/>
                  </a:lnTo>
                  <a:lnTo>
                    <a:pt x="3746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6"/>
                  </a:lnTo>
                  <a:lnTo>
                    <a:pt x="3013" y="9770"/>
                  </a:lnTo>
                  <a:lnTo>
                    <a:pt x="2974" y="9616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700" y="9191"/>
                  </a:lnTo>
                  <a:lnTo>
                    <a:pt x="1545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1"/>
                  </a:lnTo>
                  <a:lnTo>
                    <a:pt x="812" y="12936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53" y="11932"/>
                  </a:lnTo>
                  <a:lnTo>
                    <a:pt x="3515" y="11817"/>
                  </a:lnTo>
                  <a:lnTo>
                    <a:pt x="3437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3"/>
                  </a:lnTo>
                  <a:lnTo>
                    <a:pt x="619" y="12048"/>
                  </a:lnTo>
                  <a:lnTo>
                    <a:pt x="541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1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30" y="10388"/>
                  </a:lnTo>
                  <a:lnTo>
                    <a:pt x="1738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1" y="13786"/>
                  </a:lnTo>
                  <a:lnTo>
                    <a:pt x="9346" y="13709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9" y="12473"/>
                  </a:lnTo>
                  <a:lnTo>
                    <a:pt x="11122" y="12126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114"/>
                  </a:lnTo>
                  <a:lnTo>
                    <a:pt x="12358" y="8612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84" y="7299"/>
                  </a:lnTo>
                  <a:lnTo>
                    <a:pt x="13632" y="6990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3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0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9"/>
                  </a:lnTo>
                  <a:lnTo>
                    <a:pt x="24058" y="6990"/>
                  </a:lnTo>
                  <a:lnTo>
                    <a:pt x="24367" y="6642"/>
                  </a:lnTo>
                  <a:lnTo>
                    <a:pt x="24598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84"/>
                  </a:lnTo>
                  <a:lnTo>
                    <a:pt x="24058" y="1198"/>
                  </a:lnTo>
                  <a:lnTo>
                    <a:pt x="23788" y="811"/>
                  </a:lnTo>
                  <a:lnTo>
                    <a:pt x="23942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70" y="78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22"/>
            <p:cNvSpPr/>
            <p:nvPr/>
          </p:nvSpPr>
          <p:spPr>
            <a:xfrm>
              <a:off x="5082350" y="43871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9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3" y="2433"/>
                  </a:lnTo>
                  <a:lnTo>
                    <a:pt x="5368" y="2819"/>
                  </a:lnTo>
                  <a:lnTo>
                    <a:pt x="5484" y="3206"/>
                  </a:lnTo>
                  <a:lnTo>
                    <a:pt x="5522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2" y="5214"/>
                  </a:lnTo>
                  <a:lnTo>
                    <a:pt x="5445" y="5600"/>
                  </a:lnTo>
                  <a:lnTo>
                    <a:pt x="5329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09" y="8032"/>
                  </a:lnTo>
                  <a:lnTo>
                    <a:pt x="3939" y="8380"/>
                  </a:lnTo>
                  <a:lnTo>
                    <a:pt x="3630" y="8728"/>
                  </a:lnTo>
                  <a:lnTo>
                    <a:pt x="3283" y="9036"/>
                  </a:lnTo>
                  <a:lnTo>
                    <a:pt x="2935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8" y="10040"/>
                  </a:lnTo>
                  <a:lnTo>
                    <a:pt x="1313" y="10234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0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4"/>
                  </a:lnTo>
                  <a:lnTo>
                    <a:pt x="4827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8" y="5793"/>
                  </a:lnTo>
                  <a:lnTo>
                    <a:pt x="6024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4"/>
                  </a:lnTo>
                  <a:lnTo>
                    <a:pt x="4904" y="1005"/>
                  </a:lnTo>
                  <a:lnTo>
                    <a:pt x="4596" y="696"/>
                  </a:lnTo>
                  <a:lnTo>
                    <a:pt x="4287" y="425"/>
                  </a:lnTo>
                  <a:lnTo>
                    <a:pt x="3939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22"/>
            <p:cNvSpPr/>
            <p:nvPr/>
          </p:nvSpPr>
          <p:spPr>
            <a:xfrm>
              <a:off x="5492625" y="44122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1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1"/>
                  </a:lnTo>
                  <a:lnTo>
                    <a:pt x="3862" y="503"/>
                  </a:lnTo>
                  <a:lnTo>
                    <a:pt x="3322" y="773"/>
                  </a:lnTo>
                  <a:lnTo>
                    <a:pt x="2781" y="1082"/>
                  </a:lnTo>
                  <a:lnTo>
                    <a:pt x="2279" y="1429"/>
                  </a:lnTo>
                  <a:lnTo>
                    <a:pt x="1816" y="1854"/>
                  </a:lnTo>
                  <a:lnTo>
                    <a:pt x="1429" y="2279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7" y="4789"/>
                  </a:lnTo>
                  <a:lnTo>
                    <a:pt x="1" y="5368"/>
                  </a:lnTo>
                  <a:lnTo>
                    <a:pt x="348" y="5407"/>
                  </a:lnTo>
                  <a:lnTo>
                    <a:pt x="464" y="4982"/>
                  </a:lnTo>
                  <a:lnTo>
                    <a:pt x="580" y="4596"/>
                  </a:lnTo>
                  <a:lnTo>
                    <a:pt x="812" y="3978"/>
                  </a:lnTo>
                  <a:lnTo>
                    <a:pt x="1121" y="3399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7"/>
                  </a:lnTo>
                  <a:lnTo>
                    <a:pt x="3399" y="1159"/>
                  </a:lnTo>
                  <a:lnTo>
                    <a:pt x="3978" y="889"/>
                  </a:lnTo>
                  <a:lnTo>
                    <a:pt x="4635" y="657"/>
                  </a:lnTo>
                  <a:lnTo>
                    <a:pt x="5252" y="464"/>
                  </a:lnTo>
                  <a:lnTo>
                    <a:pt x="5909" y="387"/>
                  </a:lnTo>
                  <a:lnTo>
                    <a:pt x="6565" y="387"/>
                  </a:lnTo>
                  <a:lnTo>
                    <a:pt x="7222" y="464"/>
                  </a:lnTo>
                  <a:lnTo>
                    <a:pt x="7878" y="580"/>
                  </a:lnTo>
                  <a:lnTo>
                    <a:pt x="8496" y="812"/>
                  </a:lnTo>
                  <a:lnTo>
                    <a:pt x="9114" y="1082"/>
                  </a:lnTo>
                  <a:lnTo>
                    <a:pt x="9423" y="1275"/>
                  </a:lnTo>
                  <a:lnTo>
                    <a:pt x="9732" y="1507"/>
                  </a:lnTo>
                  <a:lnTo>
                    <a:pt x="10041" y="1700"/>
                  </a:lnTo>
                  <a:lnTo>
                    <a:pt x="10311" y="1931"/>
                  </a:lnTo>
                  <a:lnTo>
                    <a:pt x="10774" y="2472"/>
                  </a:lnTo>
                  <a:lnTo>
                    <a:pt x="11199" y="3013"/>
                  </a:lnTo>
                  <a:lnTo>
                    <a:pt x="11547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8"/>
                  </a:lnTo>
                  <a:lnTo>
                    <a:pt x="12859" y="6797"/>
                  </a:lnTo>
                  <a:lnTo>
                    <a:pt x="13130" y="7376"/>
                  </a:lnTo>
                  <a:lnTo>
                    <a:pt x="13439" y="7955"/>
                  </a:lnTo>
                  <a:lnTo>
                    <a:pt x="13825" y="8496"/>
                  </a:lnTo>
                  <a:lnTo>
                    <a:pt x="14250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500"/>
                  </a:lnTo>
                  <a:lnTo>
                    <a:pt x="15292" y="9654"/>
                  </a:lnTo>
                  <a:lnTo>
                    <a:pt x="15756" y="9809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9"/>
                  </a:lnTo>
                  <a:lnTo>
                    <a:pt x="17609" y="9616"/>
                  </a:lnTo>
                  <a:lnTo>
                    <a:pt x="17841" y="9500"/>
                  </a:lnTo>
                  <a:lnTo>
                    <a:pt x="18034" y="9384"/>
                  </a:lnTo>
                  <a:lnTo>
                    <a:pt x="18188" y="9230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2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80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6" y="8419"/>
                  </a:lnTo>
                  <a:lnTo>
                    <a:pt x="18072" y="8728"/>
                  </a:lnTo>
                  <a:lnTo>
                    <a:pt x="17802" y="8998"/>
                  </a:lnTo>
                  <a:lnTo>
                    <a:pt x="17493" y="9191"/>
                  </a:lnTo>
                  <a:lnTo>
                    <a:pt x="17184" y="9345"/>
                  </a:lnTo>
                  <a:lnTo>
                    <a:pt x="16837" y="9423"/>
                  </a:lnTo>
                  <a:lnTo>
                    <a:pt x="16451" y="9461"/>
                  </a:lnTo>
                  <a:lnTo>
                    <a:pt x="16103" y="9423"/>
                  </a:lnTo>
                  <a:lnTo>
                    <a:pt x="15717" y="9345"/>
                  </a:lnTo>
                  <a:lnTo>
                    <a:pt x="15369" y="9191"/>
                  </a:lnTo>
                  <a:lnTo>
                    <a:pt x="15022" y="8998"/>
                  </a:lnTo>
                  <a:lnTo>
                    <a:pt x="14713" y="8766"/>
                  </a:lnTo>
                  <a:lnTo>
                    <a:pt x="14404" y="8496"/>
                  </a:lnTo>
                  <a:lnTo>
                    <a:pt x="14172" y="8187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5" y="7183"/>
                  </a:lnTo>
                  <a:lnTo>
                    <a:pt x="13246" y="6526"/>
                  </a:lnTo>
                  <a:lnTo>
                    <a:pt x="12975" y="5831"/>
                  </a:lnTo>
                  <a:lnTo>
                    <a:pt x="12473" y="4480"/>
                  </a:lnTo>
                  <a:lnTo>
                    <a:pt x="12164" y="3823"/>
                  </a:lnTo>
                  <a:lnTo>
                    <a:pt x="11855" y="3206"/>
                  </a:lnTo>
                  <a:lnTo>
                    <a:pt x="11469" y="2588"/>
                  </a:lnTo>
                  <a:lnTo>
                    <a:pt x="11238" y="2279"/>
                  </a:lnTo>
                  <a:lnTo>
                    <a:pt x="11006" y="2009"/>
                  </a:lnTo>
                  <a:lnTo>
                    <a:pt x="10543" y="1584"/>
                  </a:lnTo>
                  <a:lnTo>
                    <a:pt x="10079" y="1198"/>
                  </a:lnTo>
                  <a:lnTo>
                    <a:pt x="9577" y="850"/>
                  </a:lnTo>
                  <a:lnTo>
                    <a:pt x="9037" y="580"/>
                  </a:lnTo>
                  <a:lnTo>
                    <a:pt x="8496" y="348"/>
                  </a:lnTo>
                  <a:lnTo>
                    <a:pt x="7917" y="194"/>
                  </a:lnTo>
                  <a:lnTo>
                    <a:pt x="7338" y="78"/>
                  </a:lnTo>
                  <a:lnTo>
                    <a:pt x="67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22"/>
            <p:cNvSpPr/>
            <p:nvPr/>
          </p:nvSpPr>
          <p:spPr>
            <a:xfrm>
              <a:off x="3907500" y="442282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0" y="464"/>
                  </a:moveTo>
                  <a:lnTo>
                    <a:pt x="11623" y="502"/>
                  </a:lnTo>
                  <a:lnTo>
                    <a:pt x="12048" y="541"/>
                  </a:lnTo>
                  <a:lnTo>
                    <a:pt x="12434" y="657"/>
                  </a:lnTo>
                  <a:lnTo>
                    <a:pt x="12627" y="734"/>
                  </a:lnTo>
                  <a:lnTo>
                    <a:pt x="12743" y="811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6" y="1699"/>
                  </a:lnTo>
                  <a:lnTo>
                    <a:pt x="12820" y="1892"/>
                  </a:lnTo>
                  <a:lnTo>
                    <a:pt x="12704" y="2086"/>
                  </a:lnTo>
                  <a:lnTo>
                    <a:pt x="12589" y="2240"/>
                  </a:lnTo>
                  <a:lnTo>
                    <a:pt x="12241" y="2472"/>
                  </a:lnTo>
                  <a:lnTo>
                    <a:pt x="11816" y="2742"/>
                  </a:lnTo>
                  <a:lnTo>
                    <a:pt x="11391" y="2935"/>
                  </a:lnTo>
                  <a:lnTo>
                    <a:pt x="10658" y="3205"/>
                  </a:lnTo>
                  <a:lnTo>
                    <a:pt x="9924" y="3437"/>
                  </a:lnTo>
                  <a:lnTo>
                    <a:pt x="9152" y="3707"/>
                  </a:lnTo>
                  <a:lnTo>
                    <a:pt x="8380" y="3900"/>
                  </a:lnTo>
                  <a:lnTo>
                    <a:pt x="7607" y="4094"/>
                  </a:lnTo>
                  <a:lnTo>
                    <a:pt x="6796" y="4287"/>
                  </a:lnTo>
                  <a:lnTo>
                    <a:pt x="5908" y="4441"/>
                  </a:lnTo>
                  <a:lnTo>
                    <a:pt x="5020" y="4596"/>
                  </a:lnTo>
                  <a:lnTo>
                    <a:pt x="4132" y="4711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0"/>
                  </a:lnTo>
                  <a:lnTo>
                    <a:pt x="1506" y="4673"/>
                  </a:lnTo>
                  <a:lnTo>
                    <a:pt x="1197" y="4557"/>
                  </a:lnTo>
                  <a:lnTo>
                    <a:pt x="888" y="4441"/>
                  </a:lnTo>
                  <a:lnTo>
                    <a:pt x="579" y="4248"/>
                  </a:lnTo>
                  <a:lnTo>
                    <a:pt x="657" y="4171"/>
                  </a:lnTo>
                  <a:lnTo>
                    <a:pt x="695" y="4055"/>
                  </a:lnTo>
                  <a:lnTo>
                    <a:pt x="695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1" y="3437"/>
                  </a:lnTo>
                  <a:lnTo>
                    <a:pt x="1313" y="3244"/>
                  </a:lnTo>
                  <a:lnTo>
                    <a:pt x="1854" y="2935"/>
                  </a:lnTo>
                  <a:lnTo>
                    <a:pt x="2278" y="2703"/>
                  </a:lnTo>
                  <a:lnTo>
                    <a:pt x="3012" y="2356"/>
                  </a:lnTo>
                  <a:lnTo>
                    <a:pt x="3707" y="2008"/>
                  </a:lnTo>
                  <a:lnTo>
                    <a:pt x="4479" y="1699"/>
                  </a:lnTo>
                  <a:lnTo>
                    <a:pt x="5252" y="1429"/>
                  </a:lnTo>
                  <a:lnTo>
                    <a:pt x="6024" y="1197"/>
                  </a:lnTo>
                  <a:lnTo>
                    <a:pt x="6835" y="1004"/>
                  </a:lnTo>
                  <a:lnTo>
                    <a:pt x="7607" y="811"/>
                  </a:lnTo>
                  <a:lnTo>
                    <a:pt x="8418" y="695"/>
                  </a:lnTo>
                  <a:lnTo>
                    <a:pt x="9229" y="580"/>
                  </a:lnTo>
                  <a:lnTo>
                    <a:pt x="10040" y="541"/>
                  </a:lnTo>
                  <a:lnTo>
                    <a:pt x="10735" y="502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1" y="1313"/>
                  </a:lnTo>
                  <a:lnTo>
                    <a:pt x="13708" y="1506"/>
                  </a:lnTo>
                  <a:lnTo>
                    <a:pt x="13747" y="1738"/>
                  </a:lnTo>
                  <a:lnTo>
                    <a:pt x="13708" y="2008"/>
                  </a:lnTo>
                  <a:lnTo>
                    <a:pt x="13631" y="2240"/>
                  </a:lnTo>
                  <a:lnTo>
                    <a:pt x="13515" y="2472"/>
                  </a:lnTo>
                  <a:lnTo>
                    <a:pt x="13399" y="2703"/>
                  </a:lnTo>
                  <a:lnTo>
                    <a:pt x="13206" y="2896"/>
                  </a:lnTo>
                  <a:lnTo>
                    <a:pt x="12859" y="3205"/>
                  </a:lnTo>
                  <a:lnTo>
                    <a:pt x="12473" y="3437"/>
                  </a:lnTo>
                  <a:lnTo>
                    <a:pt x="12048" y="3669"/>
                  </a:lnTo>
                  <a:lnTo>
                    <a:pt x="11623" y="3900"/>
                  </a:lnTo>
                  <a:lnTo>
                    <a:pt x="10658" y="4287"/>
                  </a:lnTo>
                  <a:lnTo>
                    <a:pt x="9731" y="4634"/>
                  </a:lnTo>
                  <a:lnTo>
                    <a:pt x="8766" y="4904"/>
                  </a:lnTo>
                  <a:lnTo>
                    <a:pt x="7762" y="5175"/>
                  </a:lnTo>
                  <a:lnTo>
                    <a:pt x="6758" y="5406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8"/>
                  </a:lnTo>
                  <a:lnTo>
                    <a:pt x="2780" y="5986"/>
                  </a:lnTo>
                  <a:lnTo>
                    <a:pt x="2278" y="5986"/>
                  </a:lnTo>
                  <a:lnTo>
                    <a:pt x="1815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5" y="5484"/>
                  </a:lnTo>
                  <a:lnTo>
                    <a:pt x="502" y="5252"/>
                  </a:lnTo>
                  <a:lnTo>
                    <a:pt x="348" y="5020"/>
                  </a:lnTo>
                  <a:lnTo>
                    <a:pt x="309" y="4866"/>
                  </a:lnTo>
                  <a:lnTo>
                    <a:pt x="309" y="4750"/>
                  </a:lnTo>
                  <a:lnTo>
                    <a:pt x="309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3"/>
                  </a:lnTo>
                  <a:lnTo>
                    <a:pt x="1931" y="5252"/>
                  </a:lnTo>
                  <a:lnTo>
                    <a:pt x="2587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6" y="5059"/>
                  </a:lnTo>
                  <a:lnTo>
                    <a:pt x="6912" y="4789"/>
                  </a:lnTo>
                  <a:lnTo>
                    <a:pt x="7839" y="4596"/>
                  </a:lnTo>
                  <a:lnTo>
                    <a:pt x="8727" y="4402"/>
                  </a:lnTo>
                  <a:lnTo>
                    <a:pt x="9615" y="4132"/>
                  </a:lnTo>
                  <a:lnTo>
                    <a:pt x="10503" y="3862"/>
                  </a:lnTo>
                  <a:lnTo>
                    <a:pt x="11353" y="3514"/>
                  </a:lnTo>
                  <a:lnTo>
                    <a:pt x="12164" y="3128"/>
                  </a:lnTo>
                  <a:lnTo>
                    <a:pt x="12434" y="2974"/>
                  </a:lnTo>
                  <a:lnTo>
                    <a:pt x="12704" y="2819"/>
                  </a:lnTo>
                  <a:lnTo>
                    <a:pt x="12936" y="2588"/>
                  </a:lnTo>
                  <a:lnTo>
                    <a:pt x="13129" y="2394"/>
                  </a:lnTo>
                  <a:lnTo>
                    <a:pt x="13322" y="2124"/>
                  </a:lnTo>
                  <a:lnTo>
                    <a:pt x="13438" y="1854"/>
                  </a:lnTo>
                  <a:lnTo>
                    <a:pt x="13515" y="1584"/>
                  </a:lnTo>
                  <a:lnTo>
                    <a:pt x="13515" y="1236"/>
                  </a:lnTo>
                  <a:lnTo>
                    <a:pt x="13477" y="1120"/>
                  </a:lnTo>
                  <a:close/>
                  <a:moveTo>
                    <a:pt x="10658" y="0"/>
                  </a:moveTo>
                  <a:lnTo>
                    <a:pt x="9886" y="39"/>
                  </a:lnTo>
                  <a:lnTo>
                    <a:pt x="9113" y="116"/>
                  </a:lnTo>
                  <a:lnTo>
                    <a:pt x="8302" y="232"/>
                  </a:lnTo>
                  <a:lnTo>
                    <a:pt x="7530" y="348"/>
                  </a:lnTo>
                  <a:lnTo>
                    <a:pt x="6719" y="541"/>
                  </a:lnTo>
                  <a:lnTo>
                    <a:pt x="5908" y="734"/>
                  </a:lnTo>
                  <a:lnTo>
                    <a:pt x="5020" y="1004"/>
                  </a:lnTo>
                  <a:lnTo>
                    <a:pt x="4132" y="1352"/>
                  </a:lnTo>
                  <a:lnTo>
                    <a:pt x="3244" y="1699"/>
                  </a:lnTo>
                  <a:lnTo>
                    <a:pt x="2394" y="2124"/>
                  </a:lnTo>
                  <a:lnTo>
                    <a:pt x="1776" y="2433"/>
                  </a:lnTo>
                  <a:lnTo>
                    <a:pt x="1390" y="2626"/>
                  </a:lnTo>
                  <a:lnTo>
                    <a:pt x="1043" y="2858"/>
                  </a:lnTo>
                  <a:lnTo>
                    <a:pt x="695" y="3090"/>
                  </a:lnTo>
                  <a:lnTo>
                    <a:pt x="463" y="3398"/>
                  </a:lnTo>
                  <a:lnTo>
                    <a:pt x="348" y="3553"/>
                  </a:lnTo>
                  <a:lnTo>
                    <a:pt x="270" y="3707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3" y="4132"/>
                  </a:lnTo>
                  <a:lnTo>
                    <a:pt x="193" y="4171"/>
                  </a:lnTo>
                  <a:lnTo>
                    <a:pt x="116" y="4325"/>
                  </a:lnTo>
                  <a:lnTo>
                    <a:pt x="39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5136"/>
                  </a:lnTo>
                  <a:lnTo>
                    <a:pt x="193" y="5445"/>
                  </a:lnTo>
                  <a:lnTo>
                    <a:pt x="348" y="5638"/>
                  </a:lnTo>
                  <a:lnTo>
                    <a:pt x="502" y="5831"/>
                  </a:lnTo>
                  <a:lnTo>
                    <a:pt x="695" y="5947"/>
                  </a:lnTo>
                  <a:lnTo>
                    <a:pt x="927" y="6063"/>
                  </a:lnTo>
                  <a:lnTo>
                    <a:pt x="965" y="6256"/>
                  </a:lnTo>
                  <a:lnTo>
                    <a:pt x="1274" y="6179"/>
                  </a:lnTo>
                  <a:lnTo>
                    <a:pt x="1313" y="6217"/>
                  </a:lnTo>
                  <a:lnTo>
                    <a:pt x="1313" y="6256"/>
                  </a:lnTo>
                  <a:lnTo>
                    <a:pt x="1352" y="6295"/>
                  </a:lnTo>
                  <a:lnTo>
                    <a:pt x="1467" y="6256"/>
                  </a:lnTo>
                  <a:lnTo>
                    <a:pt x="1815" y="6295"/>
                  </a:lnTo>
                  <a:lnTo>
                    <a:pt x="2394" y="6333"/>
                  </a:lnTo>
                  <a:lnTo>
                    <a:pt x="3012" y="6372"/>
                  </a:lnTo>
                  <a:lnTo>
                    <a:pt x="3591" y="6333"/>
                  </a:lnTo>
                  <a:lnTo>
                    <a:pt x="4171" y="6295"/>
                  </a:lnTo>
                  <a:lnTo>
                    <a:pt x="5368" y="6101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3" y="5522"/>
                  </a:lnTo>
                  <a:lnTo>
                    <a:pt x="9036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5" y="4132"/>
                  </a:lnTo>
                  <a:lnTo>
                    <a:pt x="12125" y="4248"/>
                  </a:lnTo>
                  <a:lnTo>
                    <a:pt x="12395" y="4287"/>
                  </a:lnTo>
                  <a:lnTo>
                    <a:pt x="12782" y="4711"/>
                  </a:lnTo>
                  <a:lnTo>
                    <a:pt x="13013" y="4518"/>
                  </a:lnTo>
                  <a:lnTo>
                    <a:pt x="12434" y="3939"/>
                  </a:lnTo>
                  <a:lnTo>
                    <a:pt x="12897" y="3669"/>
                  </a:lnTo>
                  <a:lnTo>
                    <a:pt x="13361" y="3321"/>
                  </a:lnTo>
                  <a:lnTo>
                    <a:pt x="13631" y="3051"/>
                  </a:lnTo>
                  <a:lnTo>
                    <a:pt x="13824" y="2703"/>
                  </a:lnTo>
                  <a:lnTo>
                    <a:pt x="14133" y="2626"/>
                  </a:lnTo>
                  <a:lnTo>
                    <a:pt x="14017" y="2317"/>
                  </a:lnTo>
                  <a:lnTo>
                    <a:pt x="14095" y="2008"/>
                  </a:lnTo>
                  <a:lnTo>
                    <a:pt x="14133" y="1738"/>
                  </a:lnTo>
                  <a:lnTo>
                    <a:pt x="14095" y="1468"/>
                  </a:lnTo>
                  <a:lnTo>
                    <a:pt x="14017" y="1236"/>
                  </a:lnTo>
                  <a:lnTo>
                    <a:pt x="13901" y="1004"/>
                  </a:lnTo>
                  <a:lnTo>
                    <a:pt x="13747" y="811"/>
                  </a:lnTo>
                  <a:lnTo>
                    <a:pt x="13477" y="618"/>
                  </a:lnTo>
                  <a:lnTo>
                    <a:pt x="13168" y="502"/>
                  </a:lnTo>
                  <a:lnTo>
                    <a:pt x="13091" y="502"/>
                  </a:lnTo>
                  <a:lnTo>
                    <a:pt x="12897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2" y="116"/>
                  </a:lnTo>
                  <a:lnTo>
                    <a:pt x="11816" y="3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22"/>
            <p:cNvSpPr/>
            <p:nvPr/>
          </p:nvSpPr>
          <p:spPr>
            <a:xfrm>
              <a:off x="299900" y="4449850"/>
              <a:ext cx="375550" cy="386175"/>
            </a:xfrm>
            <a:custGeom>
              <a:avLst/>
              <a:gdLst/>
              <a:ahLst/>
              <a:cxnLst/>
              <a:rect l="l" t="t" r="r" b="b"/>
              <a:pathLst>
                <a:path w="15022" h="15447" extrusionOk="0">
                  <a:moveTo>
                    <a:pt x="8032" y="503"/>
                  </a:move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05"/>
                  </a:lnTo>
                  <a:lnTo>
                    <a:pt x="10697" y="1236"/>
                  </a:lnTo>
                  <a:lnTo>
                    <a:pt x="11160" y="1507"/>
                  </a:lnTo>
                  <a:lnTo>
                    <a:pt x="11623" y="1815"/>
                  </a:lnTo>
                  <a:lnTo>
                    <a:pt x="10813" y="2163"/>
                  </a:lnTo>
                  <a:lnTo>
                    <a:pt x="10079" y="2588"/>
                  </a:lnTo>
                  <a:lnTo>
                    <a:pt x="9307" y="3090"/>
                  </a:lnTo>
                  <a:lnTo>
                    <a:pt x="8611" y="3592"/>
                  </a:lnTo>
                  <a:lnTo>
                    <a:pt x="7955" y="4171"/>
                  </a:lnTo>
                  <a:lnTo>
                    <a:pt x="7299" y="4789"/>
                  </a:lnTo>
                  <a:lnTo>
                    <a:pt x="6719" y="5445"/>
                  </a:lnTo>
                  <a:lnTo>
                    <a:pt x="6140" y="6140"/>
                  </a:lnTo>
                  <a:lnTo>
                    <a:pt x="5638" y="6835"/>
                  </a:lnTo>
                  <a:lnTo>
                    <a:pt x="5213" y="7608"/>
                  </a:lnTo>
                  <a:lnTo>
                    <a:pt x="4789" y="8380"/>
                  </a:lnTo>
                  <a:lnTo>
                    <a:pt x="4480" y="9191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3" y="11739"/>
                  </a:lnTo>
                  <a:lnTo>
                    <a:pt x="3746" y="12628"/>
                  </a:lnTo>
                  <a:lnTo>
                    <a:pt x="3592" y="12666"/>
                  </a:lnTo>
                  <a:lnTo>
                    <a:pt x="3283" y="11817"/>
                  </a:lnTo>
                  <a:lnTo>
                    <a:pt x="3051" y="11006"/>
                  </a:lnTo>
                  <a:lnTo>
                    <a:pt x="2858" y="10195"/>
                  </a:lnTo>
                  <a:lnTo>
                    <a:pt x="2703" y="9345"/>
                  </a:lnTo>
                  <a:lnTo>
                    <a:pt x="2588" y="8496"/>
                  </a:lnTo>
                  <a:lnTo>
                    <a:pt x="2549" y="7646"/>
                  </a:lnTo>
                  <a:lnTo>
                    <a:pt x="2588" y="6797"/>
                  </a:lnTo>
                  <a:lnTo>
                    <a:pt x="2703" y="5909"/>
                  </a:lnTo>
                  <a:lnTo>
                    <a:pt x="2858" y="5214"/>
                  </a:lnTo>
                  <a:lnTo>
                    <a:pt x="3051" y="4480"/>
                  </a:lnTo>
                  <a:lnTo>
                    <a:pt x="3321" y="3823"/>
                  </a:lnTo>
                  <a:lnTo>
                    <a:pt x="3669" y="3167"/>
                  </a:lnTo>
                  <a:lnTo>
                    <a:pt x="4016" y="2549"/>
                  </a:lnTo>
                  <a:lnTo>
                    <a:pt x="4441" y="1970"/>
                  </a:lnTo>
                  <a:lnTo>
                    <a:pt x="4904" y="1391"/>
                  </a:lnTo>
                  <a:lnTo>
                    <a:pt x="5406" y="850"/>
                  </a:lnTo>
                  <a:lnTo>
                    <a:pt x="5908" y="696"/>
                  </a:lnTo>
                  <a:lnTo>
                    <a:pt x="6410" y="618"/>
                  </a:lnTo>
                  <a:lnTo>
                    <a:pt x="6951" y="541"/>
                  </a:lnTo>
                  <a:lnTo>
                    <a:pt x="7492" y="503"/>
                  </a:lnTo>
                  <a:close/>
                  <a:moveTo>
                    <a:pt x="11971" y="2086"/>
                  </a:moveTo>
                  <a:lnTo>
                    <a:pt x="12357" y="2433"/>
                  </a:lnTo>
                  <a:lnTo>
                    <a:pt x="12705" y="2781"/>
                  </a:lnTo>
                  <a:lnTo>
                    <a:pt x="13052" y="3206"/>
                  </a:lnTo>
                  <a:lnTo>
                    <a:pt x="13322" y="3630"/>
                  </a:lnTo>
                  <a:lnTo>
                    <a:pt x="13593" y="4094"/>
                  </a:lnTo>
                  <a:lnTo>
                    <a:pt x="13863" y="4557"/>
                  </a:lnTo>
                  <a:lnTo>
                    <a:pt x="14056" y="5059"/>
                  </a:lnTo>
                  <a:lnTo>
                    <a:pt x="14211" y="5600"/>
                  </a:lnTo>
                  <a:lnTo>
                    <a:pt x="14326" y="6102"/>
                  </a:lnTo>
                  <a:lnTo>
                    <a:pt x="14442" y="6604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1"/>
                  </a:lnTo>
                  <a:lnTo>
                    <a:pt x="11392" y="7144"/>
                  </a:lnTo>
                  <a:lnTo>
                    <a:pt x="10658" y="7376"/>
                  </a:lnTo>
                  <a:lnTo>
                    <a:pt x="9963" y="7685"/>
                  </a:lnTo>
                  <a:lnTo>
                    <a:pt x="9229" y="8032"/>
                  </a:lnTo>
                  <a:lnTo>
                    <a:pt x="8534" y="8419"/>
                  </a:lnTo>
                  <a:lnTo>
                    <a:pt x="7878" y="8843"/>
                  </a:lnTo>
                  <a:lnTo>
                    <a:pt x="7260" y="9268"/>
                  </a:lnTo>
                  <a:lnTo>
                    <a:pt x="6642" y="9770"/>
                  </a:lnTo>
                  <a:lnTo>
                    <a:pt x="6102" y="10311"/>
                  </a:lnTo>
                  <a:lnTo>
                    <a:pt x="5561" y="10890"/>
                  </a:lnTo>
                  <a:lnTo>
                    <a:pt x="5098" y="11469"/>
                  </a:lnTo>
                  <a:lnTo>
                    <a:pt x="4634" y="12126"/>
                  </a:lnTo>
                  <a:lnTo>
                    <a:pt x="4248" y="12782"/>
                  </a:lnTo>
                  <a:lnTo>
                    <a:pt x="4132" y="12705"/>
                  </a:lnTo>
                  <a:lnTo>
                    <a:pt x="3978" y="12666"/>
                  </a:lnTo>
                  <a:lnTo>
                    <a:pt x="4094" y="11778"/>
                  </a:lnTo>
                  <a:lnTo>
                    <a:pt x="4325" y="10929"/>
                  </a:lnTo>
                  <a:lnTo>
                    <a:pt x="4557" y="10079"/>
                  </a:lnTo>
                  <a:lnTo>
                    <a:pt x="4866" y="9268"/>
                  </a:lnTo>
                  <a:lnTo>
                    <a:pt x="5213" y="8496"/>
                  </a:lnTo>
                  <a:lnTo>
                    <a:pt x="5600" y="7724"/>
                  </a:lnTo>
                  <a:lnTo>
                    <a:pt x="6024" y="6990"/>
                  </a:lnTo>
                  <a:lnTo>
                    <a:pt x="6526" y="6256"/>
                  </a:lnTo>
                  <a:lnTo>
                    <a:pt x="7067" y="5600"/>
                  </a:lnTo>
                  <a:lnTo>
                    <a:pt x="7607" y="4943"/>
                  </a:lnTo>
                  <a:lnTo>
                    <a:pt x="8225" y="4364"/>
                  </a:lnTo>
                  <a:lnTo>
                    <a:pt x="8920" y="3823"/>
                  </a:lnTo>
                  <a:lnTo>
                    <a:pt x="9615" y="3321"/>
                  </a:lnTo>
                  <a:lnTo>
                    <a:pt x="10349" y="2858"/>
                  </a:lnTo>
                  <a:lnTo>
                    <a:pt x="11121" y="2433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39"/>
                  </a:lnTo>
                  <a:lnTo>
                    <a:pt x="14442" y="8689"/>
                  </a:lnTo>
                  <a:lnTo>
                    <a:pt x="14288" y="9538"/>
                  </a:lnTo>
                  <a:lnTo>
                    <a:pt x="14172" y="9925"/>
                  </a:lnTo>
                  <a:lnTo>
                    <a:pt x="14056" y="10349"/>
                  </a:lnTo>
                  <a:lnTo>
                    <a:pt x="13902" y="10735"/>
                  </a:lnTo>
                  <a:lnTo>
                    <a:pt x="13709" y="11122"/>
                  </a:lnTo>
                  <a:lnTo>
                    <a:pt x="13516" y="11508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50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1" y="13014"/>
                  </a:lnTo>
                  <a:lnTo>
                    <a:pt x="11701" y="12898"/>
                  </a:lnTo>
                  <a:lnTo>
                    <a:pt x="11121" y="12743"/>
                  </a:lnTo>
                  <a:lnTo>
                    <a:pt x="10542" y="12628"/>
                  </a:lnTo>
                  <a:lnTo>
                    <a:pt x="10002" y="12550"/>
                  </a:lnTo>
                  <a:lnTo>
                    <a:pt x="9422" y="12473"/>
                  </a:lnTo>
                  <a:lnTo>
                    <a:pt x="8843" y="12435"/>
                  </a:lnTo>
                  <a:lnTo>
                    <a:pt x="8303" y="12435"/>
                  </a:lnTo>
                  <a:lnTo>
                    <a:pt x="7762" y="12473"/>
                  </a:lnTo>
                  <a:lnTo>
                    <a:pt x="7221" y="12550"/>
                  </a:lnTo>
                  <a:lnTo>
                    <a:pt x="6719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23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01"/>
                  </a:lnTo>
                  <a:lnTo>
                    <a:pt x="5870" y="11160"/>
                  </a:lnTo>
                  <a:lnTo>
                    <a:pt x="6410" y="10620"/>
                  </a:lnTo>
                  <a:lnTo>
                    <a:pt x="6990" y="10118"/>
                  </a:lnTo>
                  <a:lnTo>
                    <a:pt x="7569" y="9616"/>
                  </a:lnTo>
                  <a:lnTo>
                    <a:pt x="8148" y="9191"/>
                  </a:lnTo>
                  <a:lnTo>
                    <a:pt x="8766" y="8805"/>
                  </a:lnTo>
                  <a:lnTo>
                    <a:pt x="9422" y="8419"/>
                  </a:lnTo>
                  <a:lnTo>
                    <a:pt x="10079" y="8110"/>
                  </a:lnTo>
                  <a:lnTo>
                    <a:pt x="10735" y="7801"/>
                  </a:lnTo>
                  <a:lnTo>
                    <a:pt x="11469" y="7569"/>
                  </a:lnTo>
                  <a:lnTo>
                    <a:pt x="12164" y="7337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6"/>
                  </a:moveTo>
                  <a:lnTo>
                    <a:pt x="4055" y="1815"/>
                  </a:lnTo>
                  <a:lnTo>
                    <a:pt x="3630" y="2433"/>
                  </a:lnTo>
                  <a:lnTo>
                    <a:pt x="3244" y="3090"/>
                  </a:lnTo>
                  <a:lnTo>
                    <a:pt x="2935" y="3785"/>
                  </a:lnTo>
                  <a:lnTo>
                    <a:pt x="2665" y="4519"/>
                  </a:lnTo>
                  <a:lnTo>
                    <a:pt x="2472" y="5252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4"/>
                  </a:lnTo>
                  <a:lnTo>
                    <a:pt x="2394" y="9847"/>
                  </a:lnTo>
                  <a:lnTo>
                    <a:pt x="2549" y="10620"/>
                  </a:lnTo>
                  <a:lnTo>
                    <a:pt x="2781" y="11353"/>
                  </a:lnTo>
                  <a:lnTo>
                    <a:pt x="3012" y="12048"/>
                  </a:lnTo>
                  <a:lnTo>
                    <a:pt x="3321" y="12743"/>
                  </a:lnTo>
                  <a:lnTo>
                    <a:pt x="3128" y="12859"/>
                  </a:lnTo>
                  <a:lnTo>
                    <a:pt x="2935" y="13014"/>
                  </a:lnTo>
                  <a:lnTo>
                    <a:pt x="2819" y="13207"/>
                  </a:lnTo>
                  <a:lnTo>
                    <a:pt x="2742" y="13439"/>
                  </a:lnTo>
                  <a:lnTo>
                    <a:pt x="2394" y="12975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6" y="11585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075"/>
                  </a:lnTo>
                  <a:lnTo>
                    <a:pt x="541" y="8534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1"/>
                  </a:lnTo>
                  <a:lnTo>
                    <a:pt x="773" y="5870"/>
                  </a:lnTo>
                  <a:lnTo>
                    <a:pt x="927" y="5291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1970"/>
                  </a:lnTo>
                  <a:lnTo>
                    <a:pt x="3939" y="1584"/>
                  </a:lnTo>
                  <a:lnTo>
                    <a:pt x="4518" y="1236"/>
                  </a:lnTo>
                  <a:close/>
                  <a:moveTo>
                    <a:pt x="3862" y="12975"/>
                  </a:moveTo>
                  <a:lnTo>
                    <a:pt x="4016" y="13014"/>
                  </a:lnTo>
                  <a:lnTo>
                    <a:pt x="4171" y="13130"/>
                  </a:lnTo>
                  <a:lnTo>
                    <a:pt x="4287" y="13284"/>
                  </a:lnTo>
                  <a:lnTo>
                    <a:pt x="4325" y="13439"/>
                  </a:lnTo>
                  <a:lnTo>
                    <a:pt x="4364" y="13593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5" y="13786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00"/>
                  </a:lnTo>
                  <a:lnTo>
                    <a:pt x="3051" y="13439"/>
                  </a:lnTo>
                  <a:lnTo>
                    <a:pt x="2974" y="13516"/>
                  </a:lnTo>
                  <a:lnTo>
                    <a:pt x="3051" y="13361"/>
                  </a:lnTo>
                  <a:lnTo>
                    <a:pt x="3167" y="13207"/>
                  </a:lnTo>
                  <a:lnTo>
                    <a:pt x="3321" y="13091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8187" y="12821"/>
                  </a:moveTo>
                  <a:lnTo>
                    <a:pt x="9152" y="12859"/>
                  </a:lnTo>
                  <a:lnTo>
                    <a:pt x="9615" y="12898"/>
                  </a:lnTo>
                  <a:lnTo>
                    <a:pt x="10117" y="12937"/>
                  </a:lnTo>
                  <a:lnTo>
                    <a:pt x="10504" y="13014"/>
                  </a:lnTo>
                  <a:lnTo>
                    <a:pt x="11006" y="13091"/>
                  </a:lnTo>
                  <a:lnTo>
                    <a:pt x="11508" y="13245"/>
                  </a:lnTo>
                  <a:lnTo>
                    <a:pt x="11701" y="13323"/>
                  </a:lnTo>
                  <a:lnTo>
                    <a:pt x="11894" y="13439"/>
                  </a:lnTo>
                  <a:lnTo>
                    <a:pt x="11508" y="13747"/>
                  </a:lnTo>
                  <a:lnTo>
                    <a:pt x="11083" y="14018"/>
                  </a:lnTo>
                  <a:lnTo>
                    <a:pt x="10658" y="14249"/>
                  </a:lnTo>
                  <a:lnTo>
                    <a:pt x="10233" y="14442"/>
                  </a:lnTo>
                  <a:lnTo>
                    <a:pt x="9770" y="14597"/>
                  </a:lnTo>
                  <a:lnTo>
                    <a:pt x="9307" y="14751"/>
                  </a:lnTo>
                  <a:lnTo>
                    <a:pt x="8843" y="14829"/>
                  </a:lnTo>
                  <a:lnTo>
                    <a:pt x="8341" y="14906"/>
                  </a:lnTo>
                  <a:lnTo>
                    <a:pt x="7878" y="14944"/>
                  </a:lnTo>
                  <a:lnTo>
                    <a:pt x="7376" y="14944"/>
                  </a:lnTo>
                  <a:lnTo>
                    <a:pt x="6912" y="14906"/>
                  </a:lnTo>
                  <a:lnTo>
                    <a:pt x="6410" y="14867"/>
                  </a:lnTo>
                  <a:lnTo>
                    <a:pt x="5947" y="14751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6" y="14288"/>
                  </a:lnTo>
                  <a:lnTo>
                    <a:pt x="4711" y="14018"/>
                  </a:lnTo>
                  <a:lnTo>
                    <a:pt x="4750" y="13709"/>
                  </a:lnTo>
                  <a:lnTo>
                    <a:pt x="4711" y="13593"/>
                  </a:lnTo>
                  <a:lnTo>
                    <a:pt x="5561" y="13284"/>
                  </a:lnTo>
                  <a:lnTo>
                    <a:pt x="6410" y="13091"/>
                  </a:lnTo>
                  <a:lnTo>
                    <a:pt x="7299" y="12937"/>
                  </a:lnTo>
                  <a:lnTo>
                    <a:pt x="8187" y="12821"/>
                  </a:lnTo>
                  <a:close/>
                  <a:moveTo>
                    <a:pt x="6990" y="1"/>
                  </a:moveTo>
                  <a:lnTo>
                    <a:pt x="6449" y="78"/>
                  </a:lnTo>
                  <a:lnTo>
                    <a:pt x="5870" y="194"/>
                  </a:lnTo>
                  <a:lnTo>
                    <a:pt x="5329" y="348"/>
                  </a:lnTo>
                  <a:lnTo>
                    <a:pt x="4789" y="580"/>
                  </a:lnTo>
                  <a:lnTo>
                    <a:pt x="4248" y="811"/>
                  </a:lnTo>
                  <a:lnTo>
                    <a:pt x="3785" y="1082"/>
                  </a:lnTo>
                  <a:lnTo>
                    <a:pt x="3283" y="1391"/>
                  </a:lnTo>
                  <a:lnTo>
                    <a:pt x="2819" y="1738"/>
                  </a:lnTo>
                  <a:lnTo>
                    <a:pt x="2394" y="2124"/>
                  </a:lnTo>
                  <a:lnTo>
                    <a:pt x="2008" y="2549"/>
                  </a:lnTo>
                  <a:lnTo>
                    <a:pt x="1622" y="3013"/>
                  </a:lnTo>
                  <a:lnTo>
                    <a:pt x="1275" y="3476"/>
                  </a:lnTo>
                  <a:lnTo>
                    <a:pt x="966" y="3978"/>
                  </a:lnTo>
                  <a:lnTo>
                    <a:pt x="695" y="4596"/>
                  </a:lnTo>
                  <a:lnTo>
                    <a:pt x="425" y="5214"/>
                  </a:lnTo>
                  <a:lnTo>
                    <a:pt x="232" y="5870"/>
                  </a:lnTo>
                  <a:lnTo>
                    <a:pt x="116" y="6526"/>
                  </a:lnTo>
                  <a:lnTo>
                    <a:pt x="39" y="7222"/>
                  </a:lnTo>
                  <a:lnTo>
                    <a:pt x="0" y="7878"/>
                  </a:lnTo>
                  <a:lnTo>
                    <a:pt x="39" y="8573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199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1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481"/>
                  </a:lnTo>
                  <a:lnTo>
                    <a:pt x="4132" y="14597"/>
                  </a:lnTo>
                  <a:lnTo>
                    <a:pt x="4557" y="14790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53"/>
                  </a:lnTo>
                  <a:lnTo>
                    <a:pt x="6333" y="15369"/>
                  </a:lnTo>
                  <a:lnTo>
                    <a:pt x="6797" y="15408"/>
                  </a:lnTo>
                  <a:lnTo>
                    <a:pt x="7299" y="15446"/>
                  </a:lnTo>
                  <a:lnTo>
                    <a:pt x="8225" y="15446"/>
                  </a:lnTo>
                  <a:lnTo>
                    <a:pt x="8689" y="15369"/>
                  </a:lnTo>
                  <a:lnTo>
                    <a:pt x="9152" y="15292"/>
                  </a:lnTo>
                  <a:lnTo>
                    <a:pt x="9615" y="15176"/>
                  </a:lnTo>
                  <a:lnTo>
                    <a:pt x="10079" y="15022"/>
                  </a:lnTo>
                  <a:lnTo>
                    <a:pt x="10542" y="14867"/>
                  </a:lnTo>
                  <a:lnTo>
                    <a:pt x="10967" y="14674"/>
                  </a:lnTo>
                  <a:lnTo>
                    <a:pt x="11392" y="14442"/>
                  </a:lnTo>
                  <a:lnTo>
                    <a:pt x="11855" y="14134"/>
                  </a:lnTo>
                  <a:lnTo>
                    <a:pt x="12318" y="13747"/>
                  </a:lnTo>
                  <a:lnTo>
                    <a:pt x="12743" y="13361"/>
                  </a:lnTo>
                  <a:lnTo>
                    <a:pt x="13129" y="12975"/>
                  </a:lnTo>
                  <a:lnTo>
                    <a:pt x="13477" y="12512"/>
                  </a:lnTo>
                  <a:lnTo>
                    <a:pt x="13786" y="12048"/>
                  </a:lnTo>
                  <a:lnTo>
                    <a:pt x="14056" y="11546"/>
                  </a:lnTo>
                  <a:lnTo>
                    <a:pt x="14288" y="11044"/>
                  </a:lnTo>
                  <a:lnTo>
                    <a:pt x="14520" y="10504"/>
                  </a:lnTo>
                  <a:lnTo>
                    <a:pt x="14674" y="9963"/>
                  </a:lnTo>
                  <a:lnTo>
                    <a:pt x="14828" y="9423"/>
                  </a:lnTo>
                  <a:lnTo>
                    <a:pt x="14906" y="8843"/>
                  </a:lnTo>
                  <a:lnTo>
                    <a:pt x="14983" y="8264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4" y="6565"/>
                  </a:lnTo>
                  <a:lnTo>
                    <a:pt x="14828" y="5986"/>
                  </a:lnTo>
                  <a:lnTo>
                    <a:pt x="14674" y="5368"/>
                  </a:lnTo>
                  <a:lnTo>
                    <a:pt x="14481" y="4789"/>
                  </a:lnTo>
                  <a:lnTo>
                    <a:pt x="14249" y="4248"/>
                  </a:lnTo>
                  <a:lnTo>
                    <a:pt x="13979" y="3708"/>
                  </a:lnTo>
                  <a:lnTo>
                    <a:pt x="13670" y="3206"/>
                  </a:lnTo>
                  <a:lnTo>
                    <a:pt x="13322" y="2742"/>
                  </a:lnTo>
                  <a:lnTo>
                    <a:pt x="12936" y="2279"/>
                  </a:lnTo>
                  <a:lnTo>
                    <a:pt x="12512" y="1893"/>
                  </a:lnTo>
                  <a:lnTo>
                    <a:pt x="12048" y="1507"/>
                  </a:lnTo>
                  <a:lnTo>
                    <a:pt x="11585" y="1159"/>
                  </a:lnTo>
                  <a:lnTo>
                    <a:pt x="11083" y="850"/>
                  </a:lnTo>
                  <a:lnTo>
                    <a:pt x="10542" y="580"/>
                  </a:lnTo>
                  <a:lnTo>
                    <a:pt x="9963" y="387"/>
                  </a:lnTo>
                  <a:lnTo>
                    <a:pt x="9384" y="194"/>
                  </a:lnTo>
                  <a:lnTo>
                    <a:pt x="8766" y="78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22"/>
            <p:cNvSpPr/>
            <p:nvPr/>
          </p:nvSpPr>
          <p:spPr>
            <a:xfrm>
              <a:off x="2298225" y="4462400"/>
              <a:ext cx="461475" cy="306050"/>
            </a:xfrm>
            <a:custGeom>
              <a:avLst/>
              <a:gdLst/>
              <a:ahLst/>
              <a:cxnLst/>
              <a:rect l="l" t="t" r="r" b="b"/>
              <a:pathLst>
                <a:path w="18459" h="12242" extrusionOk="0">
                  <a:moveTo>
                    <a:pt x="17609" y="4943"/>
                  </a:moveTo>
                  <a:lnTo>
                    <a:pt x="17763" y="4982"/>
                  </a:lnTo>
                  <a:lnTo>
                    <a:pt x="17879" y="5020"/>
                  </a:lnTo>
                  <a:lnTo>
                    <a:pt x="17917" y="5098"/>
                  </a:lnTo>
                  <a:lnTo>
                    <a:pt x="17956" y="5175"/>
                  </a:lnTo>
                  <a:lnTo>
                    <a:pt x="17956" y="5407"/>
                  </a:lnTo>
                  <a:lnTo>
                    <a:pt x="17956" y="5638"/>
                  </a:lnTo>
                  <a:lnTo>
                    <a:pt x="17879" y="5793"/>
                  </a:lnTo>
                  <a:lnTo>
                    <a:pt x="17763" y="5986"/>
                  </a:lnTo>
                  <a:lnTo>
                    <a:pt x="17570" y="6140"/>
                  </a:lnTo>
                  <a:lnTo>
                    <a:pt x="17222" y="6372"/>
                  </a:lnTo>
                  <a:lnTo>
                    <a:pt x="16913" y="6526"/>
                  </a:lnTo>
                  <a:lnTo>
                    <a:pt x="16566" y="6642"/>
                  </a:lnTo>
                  <a:lnTo>
                    <a:pt x="16257" y="6681"/>
                  </a:lnTo>
                  <a:lnTo>
                    <a:pt x="15909" y="6720"/>
                  </a:lnTo>
                  <a:lnTo>
                    <a:pt x="16141" y="6140"/>
                  </a:lnTo>
                  <a:lnTo>
                    <a:pt x="16257" y="5870"/>
                  </a:lnTo>
                  <a:lnTo>
                    <a:pt x="16411" y="5600"/>
                  </a:lnTo>
                  <a:lnTo>
                    <a:pt x="16605" y="5368"/>
                  </a:lnTo>
                  <a:lnTo>
                    <a:pt x="16798" y="5175"/>
                  </a:lnTo>
                  <a:lnTo>
                    <a:pt x="17068" y="5059"/>
                  </a:lnTo>
                  <a:lnTo>
                    <a:pt x="17377" y="4943"/>
                  </a:lnTo>
                  <a:close/>
                  <a:moveTo>
                    <a:pt x="13747" y="6295"/>
                  </a:moveTo>
                  <a:lnTo>
                    <a:pt x="14056" y="6333"/>
                  </a:lnTo>
                  <a:lnTo>
                    <a:pt x="14365" y="6411"/>
                  </a:lnTo>
                  <a:lnTo>
                    <a:pt x="14597" y="6526"/>
                  </a:lnTo>
                  <a:lnTo>
                    <a:pt x="14828" y="6681"/>
                  </a:lnTo>
                  <a:lnTo>
                    <a:pt x="15060" y="6835"/>
                  </a:lnTo>
                  <a:lnTo>
                    <a:pt x="14983" y="6951"/>
                  </a:lnTo>
                  <a:lnTo>
                    <a:pt x="14519" y="7067"/>
                  </a:lnTo>
                  <a:lnTo>
                    <a:pt x="14056" y="7144"/>
                  </a:lnTo>
                  <a:lnTo>
                    <a:pt x="13515" y="7144"/>
                  </a:lnTo>
                  <a:lnTo>
                    <a:pt x="13206" y="7106"/>
                  </a:lnTo>
                  <a:lnTo>
                    <a:pt x="12936" y="6990"/>
                  </a:lnTo>
                  <a:lnTo>
                    <a:pt x="12820" y="6951"/>
                  </a:lnTo>
                  <a:lnTo>
                    <a:pt x="12782" y="6874"/>
                  </a:lnTo>
                  <a:lnTo>
                    <a:pt x="12782" y="6758"/>
                  </a:lnTo>
                  <a:lnTo>
                    <a:pt x="12859" y="6642"/>
                  </a:lnTo>
                  <a:lnTo>
                    <a:pt x="12936" y="6449"/>
                  </a:lnTo>
                  <a:lnTo>
                    <a:pt x="13052" y="6333"/>
                  </a:lnTo>
                  <a:lnTo>
                    <a:pt x="13206" y="6295"/>
                  </a:lnTo>
                  <a:close/>
                  <a:moveTo>
                    <a:pt x="15523" y="7222"/>
                  </a:moveTo>
                  <a:lnTo>
                    <a:pt x="16064" y="7608"/>
                  </a:lnTo>
                  <a:lnTo>
                    <a:pt x="16334" y="7839"/>
                  </a:lnTo>
                  <a:lnTo>
                    <a:pt x="16566" y="8071"/>
                  </a:lnTo>
                  <a:lnTo>
                    <a:pt x="16798" y="8303"/>
                  </a:lnTo>
                  <a:lnTo>
                    <a:pt x="16991" y="8573"/>
                  </a:lnTo>
                  <a:lnTo>
                    <a:pt x="17068" y="8882"/>
                  </a:lnTo>
                  <a:lnTo>
                    <a:pt x="17107" y="9036"/>
                  </a:lnTo>
                  <a:lnTo>
                    <a:pt x="17107" y="9229"/>
                  </a:lnTo>
                  <a:lnTo>
                    <a:pt x="17068" y="9423"/>
                  </a:lnTo>
                  <a:lnTo>
                    <a:pt x="16952" y="9538"/>
                  </a:lnTo>
                  <a:lnTo>
                    <a:pt x="16836" y="9616"/>
                  </a:lnTo>
                  <a:lnTo>
                    <a:pt x="16682" y="9654"/>
                  </a:lnTo>
                  <a:lnTo>
                    <a:pt x="16527" y="9654"/>
                  </a:lnTo>
                  <a:lnTo>
                    <a:pt x="16373" y="9577"/>
                  </a:lnTo>
                  <a:lnTo>
                    <a:pt x="16218" y="9461"/>
                  </a:lnTo>
                  <a:lnTo>
                    <a:pt x="16103" y="9307"/>
                  </a:lnTo>
                  <a:lnTo>
                    <a:pt x="15909" y="8959"/>
                  </a:lnTo>
                  <a:lnTo>
                    <a:pt x="15716" y="8573"/>
                  </a:lnTo>
                  <a:lnTo>
                    <a:pt x="15639" y="8226"/>
                  </a:lnTo>
                  <a:lnTo>
                    <a:pt x="15562" y="7917"/>
                  </a:lnTo>
                  <a:lnTo>
                    <a:pt x="15523" y="7569"/>
                  </a:lnTo>
                  <a:lnTo>
                    <a:pt x="15523" y="7222"/>
                  </a:lnTo>
                  <a:close/>
                  <a:moveTo>
                    <a:pt x="5020" y="464"/>
                  </a:moveTo>
                  <a:lnTo>
                    <a:pt x="5638" y="541"/>
                  </a:lnTo>
                  <a:lnTo>
                    <a:pt x="6217" y="696"/>
                  </a:lnTo>
                  <a:lnTo>
                    <a:pt x="6758" y="927"/>
                  </a:lnTo>
                  <a:lnTo>
                    <a:pt x="7260" y="1236"/>
                  </a:lnTo>
                  <a:lnTo>
                    <a:pt x="7723" y="1622"/>
                  </a:lnTo>
                  <a:lnTo>
                    <a:pt x="8186" y="2047"/>
                  </a:lnTo>
                  <a:lnTo>
                    <a:pt x="8534" y="2549"/>
                  </a:lnTo>
                  <a:lnTo>
                    <a:pt x="8804" y="3013"/>
                  </a:lnTo>
                  <a:lnTo>
                    <a:pt x="9036" y="3437"/>
                  </a:lnTo>
                  <a:lnTo>
                    <a:pt x="9229" y="3901"/>
                  </a:lnTo>
                  <a:lnTo>
                    <a:pt x="9384" y="4403"/>
                  </a:lnTo>
                  <a:lnTo>
                    <a:pt x="9654" y="5368"/>
                  </a:lnTo>
                  <a:lnTo>
                    <a:pt x="9924" y="6333"/>
                  </a:lnTo>
                  <a:lnTo>
                    <a:pt x="10040" y="6758"/>
                  </a:lnTo>
                  <a:lnTo>
                    <a:pt x="10194" y="7144"/>
                  </a:lnTo>
                  <a:lnTo>
                    <a:pt x="10388" y="7530"/>
                  </a:lnTo>
                  <a:lnTo>
                    <a:pt x="10619" y="7878"/>
                  </a:lnTo>
                  <a:lnTo>
                    <a:pt x="10890" y="8187"/>
                  </a:lnTo>
                  <a:lnTo>
                    <a:pt x="11198" y="8419"/>
                  </a:lnTo>
                  <a:lnTo>
                    <a:pt x="11585" y="8612"/>
                  </a:lnTo>
                  <a:lnTo>
                    <a:pt x="12009" y="8766"/>
                  </a:lnTo>
                  <a:lnTo>
                    <a:pt x="12357" y="8805"/>
                  </a:lnTo>
                  <a:lnTo>
                    <a:pt x="12704" y="8766"/>
                  </a:lnTo>
                  <a:lnTo>
                    <a:pt x="13013" y="8728"/>
                  </a:lnTo>
                  <a:lnTo>
                    <a:pt x="13322" y="8650"/>
                  </a:lnTo>
                  <a:lnTo>
                    <a:pt x="13631" y="8534"/>
                  </a:lnTo>
                  <a:lnTo>
                    <a:pt x="13901" y="8419"/>
                  </a:lnTo>
                  <a:lnTo>
                    <a:pt x="14172" y="8226"/>
                  </a:lnTo>
                  <a:lnTo>
                    <a:pt x="14442" y="8071"/>
                  </a:lnTo>
                  <a:lnTo>
                    <a:pt x="13940" y="8689"/>
                  </a:lnTo>
                  <a:lnTo>
                    <a:pt x="13361" y="9307"/>
                  </a:lnTo>
                  <a:lnTo>
                    <a:pt x="12743" y="9847"/>
                  </a:lnTo>
                  <a:lnTo>
                    <a:pt x="12087" y="10311"/>
                  </a:lnTo>
                  <a:lnTo>
                    <a:pt x="11392" y="10735"/>
                  </a:lnTo>
                  <a:lnTo>
                    <a:pt x="10658" y="11083"/>
                  </a:lnTo>
                  <a:lnTo>
                    <a:pt x="9847" y="11353"/>
                  </a:lnTo>
                  <a:lnTo>
                    <a:pt x="9036" y="11585"/>
                  </a:lnTo>
                  <a:lnTo>
                    <a:pt x="8418" y="11662"/>
                  </a:lnTo>
                  <a:lnTo>
                    <a:pt x="7839" y="11739"/>
                  </a:lnTo>
                  <a:lnTo>
                    <a:pt x="7260" y="11739"/>
                  </a:lnTo>
                  <a:lnTo>
                    <a:pt x="6680" y="11701"/>
                  </a:lnTo>
                  <a:lnTo>
                    <a:pt x="6101" y="11624"/>
                  </a:lnTo>
                  <a:lnTo>
                    <a:pt x="5561" y="11508"/>
                  </a:lnTo>
                  <a:lnTo>
                    <a:pt x="5020" y="11353"/>
                  </a:lnTo>
                  <a:lnTo>
                    <a:pt x="4518" y="11160"/>
                  </a:lnTo>
                  <a:lnTo>
                    <a:pt x="4016" y="10929"/>
                  </a:lnTo>
                  <a:lnTo>
                    <a:pt x="3514" y="10620"/>
                  </a:lnTo>
                  <a:lnTo>
                    <a:pt x="3089" y="10311"/>
                  </a:lnTo>
                  <a:lnTo>
                    <a:pt x="2626" y="9925"/>
                  </a:lnTo>
                  <a:lnTo>
                    <a:pt x="2240" y="9538"/>
                  </a:lnTo>
                  <a:lnTo>
                    <a:pt x="1854" y="9075"/>
                  </a:lnTo>
                  <a:lnTo>
                    <a:pt x="1545" y="8573"/>
                  </a:lnTo>
                  <a:lnTo>
                    <a:pt x="1236" y="8071"/>
                  </a:lnTo>
                  <a:lnTo>
                    <a:pt x="965" y="7492"/>
                  </a:lnTo>
                  <a:lnTo>
                    <a:pt x="734" y="6913"/>
                  </a:lnTo>
                  <a:lnTo>
                    <a:pt x="579" y="6295"/>
                  </a:lnTo>
                  <a:lnTo>
                    <a:pt x="464" y="5677"/>
                  </a:lnTo>
                  <a:lnTo>
                    <a:pt x="425" y="5059"/>
                  </a:lnTo>
                  <a:lnTo>
                    <a:pt x="425" y="4441"/>
                  </a:lnTo>
                  <a:lnTo>
                    <a:pt x="541" y="3823"/>
                  </a:lnTo>
                  <a:lnTo>
                    <a:pt x="695" y="3244"/>
                  </a:lnTo>
                  <a:lnTo>
                    <a:pt x="965" y="2704"/>
                  </a:lnTo>
                  <a:lnTo>
                    <a:pt x="1313" y="2163"/>
                  </a:lnTo>
                  <a:lnTo>
                    <a:pt x="1699" y="1738"/>
                  </a:lnTo>
                  <a:lnTo>
                    <a:pt x="2163" y="1313"/>
                  </a:lnTo>
                  <a:lnTo>
                    <a:pt x="2665" y="1005"/>
                  </a:lnTo>
                  <a:lnTo>
                    <a:pt x="3205" y="734"/>
                  </a:lnTo>
                  <a:lnTo>
                    <a:pt x="3784" y="580"/>
                  </a:lnTo>
                  <a:lnTo>
                    <a:pt x="4402" y="464"/>
                  </a:lnTo>
                  <a:close/>
                  <a:moveTo>
                    <a:pt x="4634" y="1"/>
                  </a:moveTo>
                  <a:lnTo>
                    <a:pt x="4248" y="39"/>
                  </a:lnTo>
                  <a:lnTo>
                    <a:pt x="3900" y="78"/>
                  </a:lnTo>
                  <a:lnTo>
                    <a:pt x="3514" y="155"/>
                  </a:lnTo>
                  <a:lnTo>
                    <a:pt x="3128" y="271"/>
                  </a:lnTo>
                  <a:lnTo>
                    <a:pt x="2780" y="425"/>
                  </a:lnTo>
                  <a:lnTo>
                    <a:pt x="2433" y="618"/>
                  </a:lnTo>
                  <a:lnTo>
                    <a:pt x="2085" y="850"/>
                  </a:lnTo>
                  <a:lnTo>
                    <a:pt x="1622" y="1198"/>
                  </a:lnTo>
                  <a:lnTo>
                    <a:pt x="1236" y="1584"/>
                  </a:lnTo>
                  <a:lnTo>
                    <a:pt x="888" y="2009"/>
                  </a:lnTo>
                  <a:lnTo>
                    <a:pt x="618" y="2433"/>
                  </a:lnTo>
                  <a:lnTo>
                    <a:pt x="386" y="2897"/>
                  </a:lnTo>
                  <a:lnTo>
                    <a:pt x="232" y="3399"/>
                  </a:lnTo>
                  <a:lnTo>
                    <a:pt x="77" y="3901"/>
                  </a:lnTo>
                  <a:lnTo>
                    <a:pt x="0" y="4403"/>
                  </a:lnTo>
                  <a:lnTo>
                    <a:pt x="0" y="4905"/>
                  </a:lnTo>
                  <a:lnTo>
                    <a:pt x="0" y="5445"/>
                  </a:lnTo>
                  <a:lnTo>
                    <a:pt x="77" y="5986"/>
                  </a:lnTo>
                  <a:lnTo>
                    <a:pt x="155" y="6488"/>
                  </a:lnTo>
                  <a:lnTo>
                    <a:pt x="309" y="7028"/>
                  </a:lnTo>
                  <a:lnTo>
                    <a:pt x="464" y="7530"/>
                  </a:lnTo>
                  <a:lnTo>
                    <a:pt x="695" y="8032"/>
                  </a:lnTo>
                  <a:lnTo>
                    <a:pt x="927" y="8496"/>
                  </a:lnTo>
                  <a:lnTo>
                    <a:pt x="1274" y="9075"/>
                  </a:lnTo>
                  <a:lnTo>
                    <a:pt x="1661" y="9616"/>
                  </a:lnTo>
                  <a:lnTo>
                    <a:pt x="2124" y="10079"/>
                  </a:lnTo>
                  <a:lnTo>
                    <a:pt x="2587" y="10542"/>
                  </a:lnTo>
                  <a:lnTo>
                    <a:pt x="3089" y="10929"/>
                  </a:lnTo>
                  <a:lnTo>
                    <a:pt x="3591" y="11276"/>
                  </a:lnTo>
                  <a:lnTo>
                    <a:pt x="4171" y="11546"/>
                  </a:lnTo>
                  <a:lnTo>
                    <a:pt x="4750" y="11778"/>
                  </a:lnTo>
                  <a:lnTo>
                    <a:pt x="4750" y="11933"/>
                  </a:lnTo>
                  <a:lnTo>
                    <a:pt x="5097" y="11894"/>
                  </a:lnTo>
                  <a:lnTo>
                    <a:pt x="5908" y="12087"/>
                  </a:lnTo>
                  <a:lnTo>
                    <a:pt x="6719" y="12203"/>
                  </a:lnTo>
                  <a:lnTo>
                    <a:pt x="7569" y="12241"/>
                  </a:lnTo>
                  <a:lnTo>
                    <a:pt x="8418" y="12164"/>
                  </a:lnTo>
                  <a:lnTo>
                    <a:pt x="9190" y="12048"/>
                  </a:lnTo>
                  <a:lnTo>
                    <a:pt x="9963" y="11855"/>
                  </a:lnTo>
                  <a:lnTo>
                    <a:pt x="10310" y="11739"/>
                  </a:lnTo>
                  <a:lnTo>
                    <a:pt x="10272" y="11739"/>
                  </a:lnTo>
                  <a:lnTo>
                    <a:pt x="11083" y="11431"/>
                  </a:lnTo>
                  <a:lnTo>
                    <a:pt x="11855" y="11044"/>
                  </a:lnTo>
                  <a:lnTo>
                    <a:pt x="12550" y="10581"/>
                  </a:lnTo>
                  <a:lnTo>
                    <a:pt x="13245" y="10079"/>
                  </a:lnTo>
                  <a:lnTo>
                    <a:pt x="13863" y="9500"/>
                  </a:lnTo>
                  <a:lnTo>
                    <a:pt x="14133" y="9191"/>
                  </a:lnTo>
                  <a:lnTo>
                    <a:pt x="14403" y="8882"/>
                  </a:lnTo>
                  <a:lnTo>
                    <a:pt x="14635" y="8534"/>
                  </a:lnTo>
                  <a:lnTo>
                    <a:pt x="14867" y="8187"/>
                  </a:lnTo>
                  <a:lnTo>
                    <a:pt x="15060" y="7801"/>
                  </a:lnTo>
                  <a:lnTo>
                    <a:pt x="15253" y="7415"/>
                  </a:lnTo>
                  <a:lnTo>
                    <a:pt x="15253" y="7917"/>
                  </a:lnTo>
                  <a:lnTo>
                    <a:pt x="15330" y="8419"/>
                  </a:lnTo>
                  <a:lnTo>
                    <a:pt x="15485" y="8882"/>
                  </a:lnTo>
                  <a:lnTo>
                    <a:pt x="15678" y="9345"/>
                  </a:lnTo>
                  <a:lnTo>
                    <a:pt x="15794" y="9538"/>
                  </a:lnTo>
                  <a:lnTo>
                    <a:pt x="15948" y="9731"/>
                  </a:lnTo>
                  <a:lnTo>
                    <a:pt x="16103" y="9886"/>
                  </a:lnTo>
                  <a:lnTo>
                    <a:pt x="16257" y="10040"/>
                  </a:lnTo>
                  <a:lnTo>
                    <a:pt x="16489" y="10156"/>
                  </a:lnTo>
                  <a:lnTo>
                    <a:pt x="16682" y="10195"/>
                  </a:lnTo>
                  <a:lnTo>
                    <a:pt x="16913" y="10156"/>
                  </a:lnTo>
                  <a:lnTo>
                    <a:pt x="17107" y="10040"/>
                  </a:lnTo>
                  <a:lnTo>
                    <a:pt x="17300" y="9886"/>
                  </a:lnTo>
                  <a:lnTo>
                    <a:pt x="17377" y="9693"/>
                  </a:lnTo>
                  <a:lnTo>
                    <a:pt x="17454" y="9500"/>
                  </a:lnTo>
                  <a:lnTo>
                    <a:pt x="17493" y="9268"/>
                  </a:lnTo>
                  <a:lnTo>
                    <a:pt x="17493" y="9075"/>
                  </a:lnTo>
                  <a:lnTo>
                    <a:pt x="17454" y="8843"/>
                  </a:lnTo>
                  <a:lnTo>
                    <a:pt x="17415" y="8650"/>
                  </a:lnTo>
                  <a:lnTo>
                    <a:pt x="17338" y="8457"/>
                  </a:lnTo>
                  <a:lnTo>
                    <a:pt x="17222" y="8226"/>
                  </a:lnTo>
                  <a:lnTo>
                    <a:pt x="17068" y="8032"/>
                  </a:lnTo>
                  <a:lnTo>
                    <a:pt x="16720" y="7646"/>
                  </a:lnTo>
                  <a:lnTo>
                    <a:pt x="16334" y="7299"/>
                  </a:lnTo>
                  <a:lnTo>
                    <a:pt x="15909" y="6990"/>
                  </a:lnTo>
                  <a:lnTo>
                    <a:pt x="16373" y="6990"/>
                  </a:lnTo>
                  <a:lnTo>
                    <a:pt x="16875" y="6913"/>
                  </a:lnTo>
                  <a:lnTo>
                    <a:pt x="17338" y="6720"/>
                  </a:lnTo>
                  <a:lnTo>
                    <a:pt x="17763" y="6488"/>
                  </a:lnTo>
                  <a:lnTo>
                    <a:pt x="17917" y="6333"/>
                  </a:lnTo>
                  <a:lnTo>
                    <a:pt x="18110" y="6140"/>
                  </a:lnTo>
                  <a:lnTo>
                    <a:pt x="18265" y="5947"/>
                  </a:lnTo>
                  <a:lnTo>
                    <a:pt x="18381" y="5716"/>
                  </a:lnTo>
                  <a:lnTo>
                    <a:pt x="18458" y="5484"/>
                  </a:lnTo>
                  <a:lnTo>
                    <a:pt x="18458" y="5214"/>
                  </a:lnTo>
                  <a:lnTo>
                    <a:pt x="18381" y="4982"/>
                  </a:lnTo>
                  <a:lnTo>
                    <a:pt x="18304" y="4905"/>
                  </a:lnTo>
                  <a:lnTo>
                    <a:pt x="18226" y="4789"/>
                  </a:lnTo>
                  <a:lnTo>
                    <a:pt x="18033" y="4673"/>
                  </a:lnTo>
                  <a:lnTo>
                    <a:pt x="17802" y="4596"/>
                  </a:lnTo>
                  <a:lnTo>
                    <a:pt x="17609" y="4557"/>
                  </a:lnTo>
                  <a:lnTo>
                    <a:pt x="17377" y="4557"/>
                  </a:lnTo>
                  <a:lnTo>
                    <a:pt x="17145" y="4634"/>
                  </a:lnTo>
                  <a:lnTo>
                    <a:pt x="16913" y="4712"/>
                  </a:lnTo>
                  <a:lnTo>
                    <a:pt x="16720" y="4789"/>
                  </a:lnTo>
                  <a:lnTo>
                    <a:pt x="16566" y="4905"/>
                  </a:lnTo>
                  <a:lnTo>
                    <a:pt x="16373" y="5098"/>
                  </a:lnTo>
                  <a:lnTo>
                    <a:pt x="16180" y="5291"/>
                  </a:lnTo>
                  <a:lnTo>
                    <a:pt x="15871" y="5716"/>
                  </a:lnTo>
                  <a:lnTo>
                    <a:pt x="15639" y="6179"/>
                  </a:lnTo>
                  <a:lnTo>
                    <a:pt x="15485" y="6681"/>
                  </a:lnTo>
                  <a:lnTo>
                    <a:pt x="15407" y="6681"/>
                  </a:lnTo>
                  <a:lnTo>
                    <a:pt x="15330" y="6720"/>
                  </a:lnTo>
                  <a:lnTo>
                    <a:pt x="14983" y="6411"/>
                  </a:lnTo>
                  <a:lnTo>
                    <a:pt x="14597" y="6179"/>
                  </a:lnTo>
                  <a:lnTo>
                    <a:pt x="14172" y="6024"/>
                  </a:lnTo>
                  <a:lnTo>
                    <a:pt x="13708" y="5947"/>
                  </a:lnTo>
                  <a:lnTo>
                    <a:pt x="13322" y="5909"/>
                  </a:lnTo>
                  <a:lnTo>
                    <a:pt x="13091" y="5947"/>
                  </a:lnTo>
                  <a:lnTo>
                    <a:pt x="12897" y="5986"/>
                  </a:lnTo>
                  <a:lnTo>
                    <a:pt x="12704" y="6063"/>
                  </a:lnTo>
                  <a:lnTo>
                    <a:pt x="12511" y="6140"/>
                  </a:lnTo>
                  <a:lnTo>
                    <a:pt x="12357" y="6295"/>
                  </a:lnTo>
                  <a:lnTo>
                    <a:pt x="12280" y="6449"/>
                  </a:lnTo>
                  <a:lnTo>
                    <a:pt x="12202" y="6642"/>
                  </a:lnTo>
                  <a:lnTo>
                    <a:pt x="12241" y="6835"/>
                  </a:lnTo>
                  <a:lnTo>
                    <a:pt x="12318" y="6990"/>
                  </a:lnTo>
                  <a:lnTo>
                    <a:pt x="12434" y="7106"/>
                  </a:lnTo>
                  <a:lnTo>
                    <a:pt x="12589" y="7260"/>
                  </a:lnTo>
                  <a:lnTo>
                    <a:pt x="12782" y="7337"/>
                  </a:lnTo>
                  <a:lnTo>
                    <a:pt x="13129" y="7453"/>
                  </a:lnTo>
                  <a:lnTo>
                    <a:pt x="13477" y="7530"/>
                  </a:lnTo>
                  <a:lnTo>
                    <a:pt x="13824" y="7530"/>
                  </a:lnTo>
                  <a:lnTo>
                    <a:pt x="14172" y="7492"/>
                  </a:lnTo>
                  <a:lnTo>
                    <a:pt x="14519" y="7415"/>
                  </a:lnTo>
                  <a:lnTo>
                    <a:pt x="14133" y="7762"/>
                  </a:lnTo>
                  <a:lnTo>
                    <a:pt x="13708" y="8032"/>
                  </a:lnTo>
                  <a:lnTo>
                    <a:pt x="13477" y="8110"/>
                  </a:lnTo>
                  <a:lnTo>
                    <a:pt x="13245" y="8226"/>
                  </a:lnTo>
                  <a:lnTo>
                    <a:pt x="13013" y="8264"/>
                  </a:lnTo>
                  <a:lnTo>
                    <a:pt x="12743" y="8303"/>
                  </a:lnTo>
                  <a:lnTo>
                    <a:pt x="12357" y="8303"/>
                  </a:lnTo>
                  <a:lnTo>
                    <a:pt x="11971" y="8264"/>
                  </a:lnTo>
                  <a:lnTo>
                    <a:pt x="11662" y="8110"/>
                  </a:lnTo>
                  <a:lnTo>
                    <a:pt x="11353" y="7955"/>
                  </a:lnTo>
                  <a:lnTo>
                    <a:pt x="11083" y="7685"/>
                  </a:lnTo>
                  <a:lnTo>
                    <a:pt x="10890" y="7415"/>
                  </a:lnTo>
                  <a:lnTo>
                    <a:pt x="10696" y="7106"/>
                  </a:lnTo>
                  <a:lnTo>
                    <a:pt x="10542" y="6720"/>
                  </a:lnTo>
                  <a:lnTo>
                    <a:pt x="10388" y="6218"/>
                  </a:lnTo>
                  <a:lnTo>
                    <a:pt x="10233" y="5716"/>
                  </a:lnTo>
                  <a:lnTo>
                    <a:pt x="9963" y="4673"/>
                  </a:lnTo>
                  <a:lnTo>
                    <a:pt x="9847" y="4171"/>
                  </a:lnTo>
                  <a:lnTo>
                    <a:pt x="9654" y="3669"/>
                  </a:lnTo>
                  <a:lnTo>
                    <a:pt x="9461" y="3167"/>
                  </a:lnTo>
                  <a:lnTo>
                    <a:pt x="9229" y="2704"/>
                  </a:lnTo>
                  <a:lnTo>
                    <a:pt x="8843" y="2163"/>
                  </a:lnTo>
                  <a:lnTo>
                    <a:pt x="8457" y="1700"/>
                  </a:lnTo>
                  <a:lnTo>
                    <a:pt x="7993" y="1275"/>
                  </a:lnTo>
                  <a:lnTo>
                    <a:pt x="7530" y="889"/>
                  </a:lnTo>
                  <a:lnTo>
                    <a:pt x="6989" y="580"/>
                  </a:lnTo>
                  <a:lnTo>
                    <a:pt x="6449" y="348"/>
                  </a:lnTo>
                  <a:lnTo>
                    <a:pt x="5870" y="155"/>
                  </a:lnTo>
                  <a:lnTo>
                    <a:pt x="5290" y="39"/>
                  </a:lnTo>
                  <a:lnTo>
                    <a:pt x="50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22"/>
            <p:cNvSpPr/>
            <p:nvPr/>
          </p:nvSpPr>
          <p:spPr>
            <a:xfrm>
              <a:off x="5932850" y="4466275"/>
              <a:ext cx="200800" cy="230725"/>
            </a:xfrm>
            <a:custGeom>
              <a:avLst/>
              <a:gdLst/>
              <a:ahLst/>
              <a:cxnLst/>
              <a:rect l="l" t="t" r="r" b="b"/>
              <a:pathLst>
                <a:path w="8032" h="9229" extrusionOk="0">
                  <a:moveTo>
                    <a:pt x="2047" y="0"/>
                  </a:moveTo>
                  <a:lnTo>
                    <a:pt x="1892" y="77"/>
                  </a:lnTo>
                  <a:lnTo>
                    <a:pt x="1738" y="154"/>
                  </a:lnTo>
                  <a:lnTo>
                    <a:pt x="1429" y="425"/>
                  </a:lnTo>
                  <a:lnTo>
                    <a:pt x="1197" y="734"/>
                  </a:lnTo>
                  <a:lnTo>
                    <a:pt x="965" y="1004"/>
                  </a:lnTo>
                  <a:lnTo>
                    <a:pt x="734" y="1352"/>
                  </a:lnTo>
                  <a:lnTo>
                    <a:pt x="502" y="1738"/>
                  </a:lnTo>
                  <a:lnTo>
                    <a:pt x="348" y="2124"/>
                  </a:lnTo>
                  <a:lnTo>
                    <a:pt x="193" y="2549"/>
                  </a:lnTo>
                  <a:lnTo>
                    <a:pt x="77" y="3012"/>
                  </a:lnTo>
                  <a:lnTo>
                    <a:pt x="39" y="3475"/>
                  </a:lnTo>
                  <a:lnTo>
                    <a:pt x="0" y="3939"/>
                  </a:lnTo>
                  <a:lnTo>
                    <a:pt x="77" y="4441"/>
                  </a:lnTo>
                  <a:lnTo>
                    <a:pt x="155" y="4904"/>
                  </a:lnTo>
                  <a:lnTo>
                    <a:pt x="270" y="5329"/>
                  </a:lnTo>
                  <a:lnTo>
                    <a:pt x="463" y="5792"/>
                  </a:lnTo>
                  <a:lnTo>
                    <a:pt x="695" y="6178"/>
                  </a:lnTo>
                  <a:lnTo>
                    <a:pt x="1043" y="6178"/>
                  </a:lnTo>
                  <a:lnTo>
                    <a:pt x="888" y="5831"/>
                  </a:lnTo>
                  <a:lnTo>
                    <a:pt x="734" y="5483"/>
                  </a:lnTo>
                  <a:lnTo>
                    <a:pt x="657" y="5136"/>
                  </a:lnTo>
                  <a:lnTo>
                    <a:pt x="541" y="4788"/>
                  </a:lnTo>
                  <a:lnTo>
                    <a:pt x="502" y="4402"/>
                  </a:lnTo>
                  <a:lnTo>
                    <a:pt x="463" y="4055"/>
                  </a:lnTo>
                  <a:lnTo>
                    <a:pt x="463" y="3668"/>
                  </a:lnTo>
                  <a:lnTo>
                    <a:pt x="463" y="3321"/>
                  </a:lnTo>
                  <a:lnTo>
                    <a:pt x="541" y="2973"/>
                  </a:lnTo>
                  <a:lnTo>
                    <a:pt x="618" y="2626"/>
                  </a:lnTo>
                  <a:lnTo>
                    <a:pt x="734" y="2278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7" y="1004"/>
                  </a:lnTo>
                  <a:lnTo>
                    <a:pt x="1776" y="734"/>
                  </a:lnTo>
                  <a:lnTo>
                    <a:pt x="1969" y="579"/>
                  </a:lnTo>
                  <a:lnTo>
                    <a:pt x="2085" y="502"/>
                  </a:lnTo>
                  <a:lnTo>
                    <a:pt x="2201" y="463"/>
                  </a:lnTo>
                  <a:lnTo>
                    <a:pt x="2317" y="579"/>
                  </a:lnTo>
                  <a:lnTo>
                    <a:pt x="2433" y="811"/>
                  </a:lnTo>
                  <a:lnTo>
                    <a:pt x="2587" y="1197"/>
                  </a:lnTo>
                  <a:lnTo>
                    <a:pt x="2742" y="1583"/>
                  </a:lnTo>
                  <a:lnTo>
                    <a:pt x="2858" y="1931"/>
                  </a:lnTo>
                  <a:lnTo>
                    <a:pt x="2973" y="2317"/>
                  </a:lnTo>
                  <a:lnTo>
                    <a:pt x="3051" y="2703"/>
                  </a:lnTo>
                  <a:lnTo>
                    <a:pt x="3089" y="3089"/>
                  </a:lnTo>
                  <a:lnTo>
                    <a:pt x="3089" y="3437"/>
                  </a:lnTo>
                  <a:lnTo>
                    <a:pt x="3051" y="3784"/>
                  </a:lnTo>
                  <a:lnTo>
                    <a:pt x="3012" y="4132"/>
                  </a:lnTo>
                  <a:lnTo>
                    <a:pt x="2896" y="4479"/>
                  </a:lnTo>
                  <a:lnTo>
                    <a:pt x="2780" y="4788"/>
                  </a:lnTo>
                  <a:lnTo>
                    <a:pt x="2587" y="5136"/>
                  </a:lnTo>
                  <a:lnTo>
                    <a:pt x="2394" y="5445"/>
                  </a:lnTo>
                  <a:lnTo>
                    <a:pt x="2356" y="5522"/>
                  </a:lnTo>
                  <a:lnTo>
                    <a:pt x="2394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4" y="5792"/>
                  </a:lnTo>
                  <a:lnTo>
                    <a:pt x="2471" y="5792"/>
                  </a:lnTo>
                  <a:lnTo>
                    <a:pt x="2626" y="5715"/>
                  </a:lnTo>
                  <a:lnTo>
                    <a:pt x="2819" y="5676"/>
                  </a:lnTo>
                  <a:lnTo>
                    <a:pt x="3205" y="5676"/>
                  </a:lnTo>
                  <a:lnTo>
                    <a:pt x="3630" y="5715"/>
                  </a:lnTo>
                  <a:lnTo>
                    <a:pt x="4055" y="5792"/>
                  </a:lnTo>
                  <a:lnTo>
                    <a:pt x="4441" y="5947"/>
                  </a:lnTo>
                  <a:lnTo>
                    <a:pt x="4866" y="6101"/>
                  </a:lnTo>
                  <a:lnTo>
                    <a:pt x="5213" y="6256"/>
                  </a:lnTo>
                  <a:lnTo>
                    <a:pt x="5522" y="6449"/>
                  </a:lnTo>
                  <a:lnTo>
                    <a:pt x="5831" y="6642"/>
                  </a:lnTo>
                  <a:lnTo>
                    <a:pt x="6140" y="6835"/>
                  </a:lnTo>
                  <a:lnTo>
                    <a:pt x="6410" y="7067"/>
                  </a:lnTo>
                  <a:lnTo>
                    <a:pt x="6680" y="7337"/>
                  </a:lnTo>
                  <a:lnTo>
                    <a:pt x="6912" y="7607"/>
                  </a:lnTo>
                  <a:lnTo>
                    <a:pt x="7144" y="7877"/>
                  </a:lnTo>
                  <a:lnTo>
                    <a:pt x="7337" y="8186"/>
                  </a:lnTo>
                  <a:lnTo>
                    <a:pt x="7530" y="8534"/>
                  </a:lnTo>
                  <a:lnTo>
                    <a:pt x="7105" y="8650"/>
                  </a:lnTo>
                  <a:lnTo>
                    <a:pt x="6680" y="8727"/>
                  </a:lnTo>
                  <a:lnTo>
                    <a:pt x="6294" y="8766"/>
                  </a:lnTo>
                  <a:lnTo>
                    <a:pt x="5870" y="8804"/>
                  </a:lnTo>
                  <a:lnTo>
                    <a:pt x="5483" y="8804"/>
                  </a:lnTo>
                  <a:lnTo>
                    <a:pt x="5059" y="8727"/>
                  </a:lnTo>
                  <a:lnTo>
                    <a:pt x="4672" y="8611"/>
                  </a:lnTo>
                  <a:lnTo>
                    <a:pt x="4248" y="8457"/>
                  </a:lnTo>
                  <a:lnTo>
                    <a:pt x="3900" y="8264"/>
                  </a:lnTo>
                  <a:lnTo>
                    <a:pt x="3591" y="8071"/>
                  </a:lnTo>
                  <a:lnTo>
                    <a:pt x="3012" y="7607"/>
                  </a:lnTo>
                  <a:lnTo>
                    <a:pt x="2471" y="7105"/>
                  </a:lnTo>
                  <a:lnTo>
                    <a:pt x="1931" y="6565"/>
                  </a:lnTo>
                  <a:lnTo>
                    <a:pt x="1854" y="6526"/>
                  </a:lnTo>
                  <a:lnTo>
                    <a:pt x="1815" y="6487"/>
                  </a:lnTo>
                  <a:lnTo>
                    <a:pt x="1661" y="6526"/>
                  </a:lnTo>
                  <a:lnTo>
                    <a:pt x="1622" y="6526"/>
                  </a:lnTo>
                  <a:lnTo>
                    <a:pt x="1583" y="6565"/>
                  </a:lnTo>
                  <a:lnTo>
                    <a:pt x="1429" y="6835"/>
                  </a:lnTo>
                  <a:lnTo>
                    <a:pt x="1661" y="6873"/>
                  </a:lnTo>
                  <a:lnTo>
                    <a:pt x="2278" y="7491"/>
                  </a:lnTo>
                  <a:lnTo>
                    <a:pt x="2896" y="8071"/>
                  </a:lnTo>
                  <a:lnTo>
                    <a:pt x="3244" y="8341"/>
                  </a:lnTo>
                  <a:lnTo>
                    <a:pt x="3630" y="8573"/>
                  </a:lnTo>
                  <a:lnTo>
                    <a:pt x="3977" y="8766"/>
                  </a:lnTo>
                  <a:lnTo>
                    <a:pt x="4364" y="8959"/>
                  </a:lnTo>
                  <a:lnTo>
                    <a:pt x="4827" y="9113"/>
                  </a:lnTo>
                  <a:lnTo>
                    <a:pt x="5252" y="9190"/>
                  </a:lnTo>
                  <a:lnTo>
                    <a:pt x="5676" y="9229"/>
                  </a:lnTo>
                  <a:lnTo>
                    <a:pt x="6140" y="9229"/>
                  </a:lnTo>
                  <a:lnTo>
                    <a:pt x="6565" y="9152"/>
                  </a:lnTo>
                  <a:lnTo>
                    <a:pt x="6989" y="9074"/>
                  </a:lnTo>
                  <a:lnTo>
                    <a:pt x="7878" y="8843"/>
                  </a:lnTo>
                  <a:lnTo>
                    <a:pt x="7955" y="8804"/>
                  </a:lnTo>
                  <a:lnTo>
                    <a:pt x="7993" y="8727"/>
                  </a:lnTo>
                  <a:lnTo>
                    <a:pt x="8032" y="8650"/>
                  </a:lnTo>
                  <a:lnTo>
                    <a:pt x="7993" y="8534"/>
                  </a:lnTo>
                  <a:lnTo>
                    <a:pt x="7762" y="8109"/>
                  </a:lnTo>
                  <a:lnTo>
                    <a:pt x="7491" y="7684"/>
                  </a:lnTo>
                  <a:lnTo>
                    <a:pt x="7221" y="7298"/>
                  </a:lnTo>
                  <a:lnTo>
                    <a:pt x="6874" y="6912"/>
                  </a:lnTo>
                  <a:lnTo>
                    <a:pt x="6526" y="6603"/>
                  </a:lnTo>
                  <a:lnTo>
                    <a:pt x="6140" y="6294"/>
                  </a:lnTo>
                  <a:lnTo>
                    <a:pt x="5715" y="6024"/>
                  </a:lnTo>
                  <a:lnTo>
                    <a:pt x="5252" y="5792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39" y="5367"/>
                  </a:lnTo>
                  <a:lnTo>
                    <a:pt x="3591" y="5290"/>
                  </a:lnTo>
                  <a:lnTo>
                    <a:pt x="3012" y="5290"/>
                  </a:lnTo>
                  <a:lnTo>
                    <a:pt x="3167" y="4981"/>
                  </a:lnTo>
                  <a:lnTo>
                    <a:pt x="3321" y="4634"/>
                  </a:lnTo>
                  <a:lnTo>
                    <a:pt x="3398" y="4286"/>
                  </a:lnTo>
                  <a:lnTo>
                    <a:pt x="3475" y="3939"/>
                  </a:lnTo>
                  <a:lnTo>
                    <a:pt x="3514" y="3591"/>
                  </a:lnTo>
                  <a:lnTo>
                    <a:pt x="3514" y="3205"/>
                  </a:lnTo>
                  <a:lnTo>
                    <a:pt x="3514" y="2858"/>
                  </a:lnTo>
                  <a:lnTo>
                    <a:pt x="3437" y="2471"/>
                  </a:lnTo>
                  <a:lnTo>
                    <a:pt x="3321" y="1969"/>
                  </a:lnTo>
                  <a:lnTo>
                    <a:pt x="3167" y="1467"/>
                  </a:lnTo>
                  <a:lnTo>
                    <a:pt x="2935" y="965"/>
                  </a:lnTo>
                  <a:lnTo>
                    <a:pt x="2703" y="502"/>
                  </a:lnTo>
                  <a:lnTo>
                    <a:pt x="2587" y="270"/>
                  </a:lnTo>
                  <a:lnTo>
                    <a:pt x="2471" y="116"/>
                  </a:lnTo>
                  <a:lnTo>
                    <a:pt x="2356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22"/>
            <p:cNvSpPr/>
            <p:nvPr/>
          </p:nvSpPr>
          <p:spPr>
            <a:xfrm>
              <a:off x="2331050" y="4488475"/>
              <a:ext cx="145775" cy="163175"/>
            </a:xfrm>
            <a:custGeom>
              <a:avLst/>
              <a:gdLst/>
              <a:ahLst/>
              <a:cxnLst/>
              <a:rect l="l" t="t" r="r" b="b"/>
              <a:pathLst>
                <a:path w="5831" h="6527" extrusionOk="0">
                  <a:moveTo>
                    <a:pt x="3321" y="502"/>
                  </a:moveTo>
                  <a:lnTo>
                    <a:pt x="3784" y="695"/>
                  </a:lnTo>
                  <a:lnTo>
                    <a:pt x="4248" y="1004"/>
                  </a:lnTo>
                  <a:lnTo>
                    <a:pt x="4595" y="1313"/>
                  </a:lnTo>
                  <a:lnTo>
                    <a:pt x="4904" y="1738"/>
                  </a:lnTo>
                  <a:lnTo>
                    <a:pt x="5174" y="2163"/>
                  </a:lnTo>
                  <a:lnTo>
                    <a:pt x="5252" y="2394"/>
                  </a:lnTo>
                  <a:lnTo>
                    <a:pt x="5329" y="2665"/>
                  </a:lnTo>
                  <a:lnTo>
                    <a:pt x="5367" y="2896"/>
                  </a:lnTo>
                  <a:lnTo>
                    <a:pt x="5367" y="3167"/>
                  </a:lnTo>
                  <a:lnTo>
                    <a:pt x="5367" y="3437"/>
                  </a:lnTo>
                  <a:lnTo>
                    <a:pt x="5329" y="3707"/>
                  </a:lnTo>
                  <a:lnTo>
                    <a:pt x="5213" y="4171"/>
                  </a:lnTo>
                  <a:lnTo>
                    <a:pt x="5020" y="4595"/>
                  </a:lnTo>
                  <a:lnTo>
                    <a:pt x="4750" y="4981"/>
                  </a:lnTo>
                  <a:lnTo>
                    <a:pt x="4441" y="5368"/>
                  </a:lnTo>
                  <a:lnTo>
                    <a:pt x="4055" y="5638"/>
                  </a:lnTo>
                  <a:lnTo>
                    <a:pt x="3630" y="5870"/>
                  </a:lnTo>
                  <a:lnTo>
                    <a:pt x="3398" y="5947"/>
                  </a:lnTo>
                  <a:lnTo>
                    <a:pt x="3166" y="6024"/>
                  </a:lnTo>
                  <a:lnTo>
                    <a:pt x="2935" y="6024"/>
                  </a:lnTo>
                  <a:lnTo>
                    <a:pt x="2703" y="6063"/>
                  </a:lnTo>
                  <a:lnTo>
                    <a:pt x="2394" y="6024"/>
                  </a:lnTo>
                  <a:lnTo>
                    <a:pt x="2085" y="5985"/>
                  </a:lnTo>
                  <a:lnTo>
                    <a:pt x="1815" y="5908"/>
                  </a:lnTo>
                  <a:lnTo>
                    <a:pt x="1583" y="5792"/>
                  </a:lnTo>
                  <a:lnTo>
                    <a:pt x="1390" y="5677"/>
                  </a:lnTo>
                  <a:lnTo>
                    <a:pt x="1197" y="5522"/>
                  </a:lnTo>
                  <a:lnTo>
                    <a:pt x="1004" y="5329"/>
                  </a:lnTo>
                  <a:lnTo>
                    <a:pt x="850" y="5136"/>
                  </a:lnTo>
                  <a:lnTo>
                    <a:pt x="734" y="4904"/>
                  </a:lnTo>
                  <a:lnTo>
                    <a:pt x="656" y="4673"/>
                  </a:lnTo>
                  <a:lnTo>
                    <a:pt x="541" y="4441"/>
                  </a:lnTo>
                  <a:lnTo>
                    <a:pt x="502" y="4209"/>
                  </a:lnTo>
                  <a:lnTo>
                    <a:pt x="425" y="3669"/>
                  </a:lnTo>
                  <a:lnTo>
                    <a:pt x="463" y="3128"/>
                  </a:lnTo>
                  <a:lnTo>
                    <a:pt x="579" y="2587"/>
                  </a:lnTo>
                  <a:lnTo>
                    <a:pt x="734" y="2085"/>
                  </a:lnTo>
                  <a:lnTo>
                    <a:pt x="1004" y="1622"/>
                  </a:lnTo>
                  <a:lnTo>
                    <a:pt x="1158" y="1390"/>
                  </a:lnTo>
                  <a:lnTo>
                    <a:pt x="1313" y="1197"/>
                  </a:lnTo>
                  <a:lnTo>
                    <a:pt x="1506" y="1043"/>
                  </a:lnTo>
                  <a:lnTo>
                    <a:pt x="1699" y="888"/>
                  </a:lnTo>
                  <a:lnTo>
                    <a:pt x="1931" y="734"/>
                  </a:lnTo>
                  <a:lnTo>
                    <a:pt x="2162" y="657"/>
                  </a:lnTo>
                  <a:lnTo>
                    <a:pt x="2394" y="579"/>
                  </a:lnTo>
                  <a:lnTo>
                    <a:pt x="2664" y="502"/>
                  </a:lnTo>
                  <a:lnTo>
                    <a:pt x="2935" y="502"/>
                  </a:lnTo>
                  <a:lnTo>
                    <a:pt x="3244" y="541"/>
                  </a:lnTo>
                  <a:lnTo>
                    <a:pt x="3282" y="502"/>
                  </a:lnTo>
                  <a:close/>
                  <a:moveTo>
                    <a:pt x="3128" y="0"/>
                  </a:moveTo>
                  <a:lnTo>
                    <a:pt x="3051" y="39"/>
                  </a:lnTo>
                  <a:lnTo>
                    <a:pt x="2973" y="116"/>
                  </a:lnTo>
                  <a:lnTo>
                    <a:pt x="2973" y="193"/>
                  </a:lnTo>
                  <a:lnTo>
                    <a:pt x="2664" y="155"/>
                  </a:lnTo>
                  <a:lnTo>
                    <a:pt x="2394" y="193"/>
                  </a:lnTo>
                  <a:lnTo>
                    <a:pt x="2124" y="232"/>
                  </a:lnTo>
                  <a:lnTo>
                    <a:pt x="1854" y="309"/>
                  </a:lnTo>
                  <a:lnTo>
                    <a:pt x="1622" y="425"/>
                  </a:lnTo>
                  <a:lnTo>
                    <a:pt x="1390" y="579"/>
                  </a:lnTo>
                  <a:lnTo>
                    <a:pt x="1197" y="734"/>
                  </a:lnTo>
                  <a:lnTo>
                    <a:pt x="965" y="927"/>
                  </a:lnTo>
                  <a:lnTo>
                    <a:pt x="811" y="1120"/>
                  </a:lnTo>
                  <a:lnTo>
                    <a:pt x="656" y="1352"/>
                  </a:lnTo>
                  <a:lnTo>
                    <a:pt x="386" y="1854"/>
                  </a:lnTo>
                  <a:lnTo>
                    <a:pt x="154" y="2394"/>
                  </a:lnTo>
                  <a:lnTo>
                    <a:pt x="39" y="2974"/>
                  </a:lnTo>
                  <a:lnTo>
                    <a:pt x="0" y="3591"/>
                  </a:lnTo>
                  <a:lnTo>
                    <a:pt x="0" y="3900"/>
                  </a:lnTo>
                  <a:lnTo>
                    <a:pt x="39" y="4209"/>
                  </a:lnTo>
                  <a:lnTo>
                    <a:pt x="116" y="4518"/>
                  </a:lnTo>
                  <a:lnTo>
                    <a:pt x="193" y="4788"/>
                  </a:lnTo>
                  <a:lnTo>
                    <a:pt x="270" y="5059"/>
                  </a:lnTo>
                  <a:lnTo>
                    <a:pt x="425" y="5329"/>
                  </a:lnTo>
                  <a:lnTo>
                    <a:pt x="579" y="5561"/>
                  </a:lnTo>
                  <a:lnTo>
                    <a:pt x="772" y="5754"/>
                  </a:lnTo>
                  <a:lnTo>
                    <a:pt x="965" y="5947"/>
                  </a:lnTo>
                  <a:lnTo>
                    <a:pt x="1197" y="6101"/>
                  </a:lnTo>
                  <a:lnTo>
                    <a:pt x="1467" y="6256"/>
                  </a:lnTo>
                  <a:lnTo>
                    <a:pt x="1738" y="6372"/>
                  </a:lnTo>
                  <a:lnTo>
                    <a:pt x="2085" y="6449"/>
                  </a:lnTo>
                  <a:lnTo>
                    <a:pt x="2394" y="6487"/>
                  </a:lnTo>
                  <a:lnTo>
                    <a:pt x="2742" y="6526"/>
                  </a:lnTo>
                  <a:lnTo>
                    <a:pt x="3012" y="6487"/>
                  </a:lnTo>
                  <a:lnTo>
                    <a:pt x="3321" y="6449"/>
                  </a:lnTo>
                  <a:lnTo>
                    <a:pt x="3630" y="6372"/>
                  </a:lnTo>
                  <a:lnTo>
                    <a:pt x="3900" y="6256"/>
                  </a:lnTo>
                  <a:lnTo>
                    <a:pt x="4170" y="6101"/>
                  </a:lnTo>
                  <a:lnTo>
                    <a:pt x="4402" y="5947"/>
                  </a:lnTo>
                  <a:lnTo>
                    <a:pt x="4634" y="5792"/>
                  </a:lnTo>
                  <a:lnTo>
                    <a:pt x="4866" y="5561"/>
                  </a:lnTo>
                  <a:lnTo>
                    <a:pt x="5059" y="5368"/>
                  </a:lnTo>
                  <a:lnTo>
                    <a:pt x="5252" y="5097"/>
                  </a:lnTo>
                  <a:lnTo>
                    <a:pt x="5406" y="4866"/>
                  </a:lnTo>
                  <a:lnTo>
                    <a:pt x="5522" y="4595"/>
                  </a:lnTo>
                  <a:lnTo>
                    <a:pt x="5638" y="4286"/>
                  </a:lnTo>
                  <a:lnTo>
                    <a:pt x="5754" y="4016"/>
                  </a:lnTo>
                  <a:lnTo>
                    <a:pt x="5792" y="3707"/>
                  </a:lnTo>
                  <a:lnTo>
                    <a:pt x="5831" y="3398"/>
                  </a:lnTo>
                  <a:lnTo>
                    <a:pt x="5831" y="3089"/>
                  </a:lnTo>
                  <a:lnTo>
                    <a:pt x="5792" y="2780"/>
                  </a:lnTo>
                  <a:lnTo>
                    <a:pt x="5754" y="2472"/>
                  </a:lnTo>
                  <a:lnTo>
                    <a:pt x="5638" y="2163"/>
                  </a:lnTo>
                  <a:lnTo>
                    <a:pt x="5522" y="1892"/>
                  </a:lnTo>
                  <a:lnTo>
                    <a:pt x="5406" y="1622"/>
                  </a:lnTo>
                  <a:lnTo>
                    <a:pt x="5213" y="1352"/>
                  </a:lnTo>
                  <a:lnTo>
                    <a:pt x="5020" y="1120"/>
                  </a:lnTo>
                  <a:lnTo>
                    <a:pt x="4827" y="888"/>
                  </a:lnTo>
                  <a:lnTo>
                    <a:pt x="4595" y="695"/>
                  </a:lnTo>
                  <a:lnTo>
                    <a:pt x="4364" y="502"/>
                  </a:lnTo>
                  <a:lnTo>
                    <a:pt x="4093" y="348"/>
                  </a:lnTo>
                  <a:lnTo>
                    <a:pt x="3823" y="193"/>
                  </a:lnTo>
                  <a:lnTo>
                    <a:pt x="3514" y="116"/>
                  </a:lnTo>
                  <a:lnTo>
                    <a:pt x="32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22"/>
            <p:cNvSpPr/>
            <p:nvPr/>
          </p:nvSpPr>
          <p:spPr>
            <a:xfrm>
              <a:off x="3966375" y="4488475"/>
              <a:ext cx="350450" cy="288650"/>
            </a:xfrm>
            <a:custGeom>
              <a:avLst/>
              <a:gdLst/>
              <a:ahLst/>
              <a:cxnLst/>
              <a:rect l="l" t="t" r="r" b="b"/>
              <a:pathLst>
                <a:path w="14018" h="11546" extrusionOk="0">
                  <a:moveTo>
                    <a:pt x="11778" y="0"/>
                  </a:moveTo>
                  <a:lnTo>
                    <a:pt x="11469" y="77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8" y="2780"/>
                  </a:lnTo>
                  <a:lnTo>
                    <a:pt x="10658" y="1892"/>
                  </a:lnTo>
                  <a:lnTo>
                    <a:pt x="10427" y="2085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168" y="5522"/>
                  </a:lnTo>
                  <a:lnTo>
                    <a:pt x="13439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2" y="6681"/>
                  </a:lnTo>
                  <a:lnTo>
                    <a:pt x="13516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4" y="7955"/>
                  </a:lnTo>
                  <a:lnTo>
                    <a:pt x="12203" y="8418"/>
                  </a:lnTo>
                  <a:lnTo>
                    <a:pt x="11740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1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0" y="11160"/>
                  </a:lnTo>
                  <a:lnTo>
                    <a:pt x="3013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2"/>
                  </a:lnTo>
                  <a:lnTo>
                    <a:pt x="1082" y="10696"/>
                  </a:lnTo>
                  <a:lnTo>
                    <a:pt x="812" y="10542"/>
                  </a:lnTo>
                  <a:lnTo>
                    <a:pt x="618" y="10388"/>
                  </a:lnTo>
                  <a:lnTo>
                    <a:pt x="464" y="10194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7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1" y="9886"/>
                  </a:lnTo>
                  <a:lnTo>
                    <a:pt x="39" y="10117"/>
                  </a:lnTo>
                  <a:lnTo>
                    <a:pt x="78" y="10310"/>
                  </a:lnTo>
                  <a:lnTo>
                    <a:pt x="194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2" y="11353"/>
                  </a:lnTo>
                  <a:lnTo>
                    <a:pt x="2626" y="11430"/>
                  </a:lnTo>
                  <a:lnTo>
                    <a:pt x="3321" y="11507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7"/>
                  </a:lnTo>
                  <a:lnTo>
                    <a:pt x="6063" y="11430"/>
                  </a:lnTo>
                  <a:lnTo>
                    <a:pt x="6758" y="11314"/>
                  </a:lnTo>
                  <a:lnTo>
                    <a:pt x="7415" y="11160"/>
                  </a:lnTo>
                  <a:lnTo>
                    <a:pt x="8071" y="11005"/>
                  </a:lnTo>
                  <a:lnTo>
                    <a:pt x="8728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8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3"/>
                  </a:lnTo>
                  <a:lnTo>
                    <a:pt x="14018" y="6140"/>
                  </a:lnTo>
                  <a:lnTo>
                    <a:pt x="13941" y="5908"/>
                  </a:lnTo>
                  <a:lnTo>
                    <a:pt x="13863" y="5715"/>
                  </a:lnTo>
                  <a:lnTo>
                    <a:pt x="13748" y="5522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6"/>
                  </a:lnTo>
                  <a:lnTo>
                    <a:pt x="13091" y="5136"/>
                  </a:lnTo>
                  <a:lnTo>
                    <a:pt x="12821" y="3823"/>
                  </a:lnTo>
                  <a:lnTo>
                    <a:pt x="12512" y="2549"/>
                  </a:lnTo>
                  <a:lnTo>
                    <a:pt x="12164" y="1274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22"/>
            <p:cNvSpPr/>
            <p:nvPr/>
          </p:nvSpPr>
          <p:spPr>
            <a:xfrm>
              <a:off x="1307750" y="4498125"/>
              <a:ext cx="103325" cy="105250"/>
            </a:xfrm>
            <a:custGeom>
              <a:avLst/>
              <a:gdLst/>
              <a:ahLst/>
              <a:cxnLst/>
              <a:rect l="l" t="t" r="r" b="b"/>
              <a:pathLst>
                <a:path w="4133" h="4210" extrusionOk="0">
                  <a:moveTo>
                    <a:pt x="2317" y="348"/>
                  </a:moveTo>
                  <a:lnTo>
                    <a:pt x="2665" y="425"/>
                  </a:lnTo>
                  <a:lnTo>
                    <a:pt x="2819" y="502"/>
                  </a:lnTo>
                  <a:lnTo>
                    <a:pt x="2974" y="618"/>
                  </a:lnTo>
                  <a:lnTo>
                    <a:pt x="3128" y="734"/>
                  </a:lnTo>
                  <a:lnTo>
                    <a:pt x="3244" y="850"/>
                  </a:lnTo>
                  <a:lnTo>
                    <a:pt x="3360" y="1043"/>
                  </a:lnTo>
                  <a:lnTo>
                    <a:pt x="3476" y="1197"/>
                  </a:lnTo>
                  <a:lnTo>
                    <a:pt x="3514" y="1236"/>
                  </a:lnTo>
                  <a:lnTo>
                    <a:pt x="3630" y="1545"/>
                  </a:lnTo>
                  <a:lnTo>
                    <a:pt x="3707" y="1815"/>
                  </a:lnTo>
                  <a:lnTo>
                    <a:pt x="3746" y="2086"/>
                  </a:lnTo>
                  <a:lnTo>
                    <a:pt x="3746" y="2356"/>
                  </a:lnTo>
                  <a:lnTo>
                    <a:pt x="3707" y="2626"/>
                  </a:lnTo>
                  <a:lnTo>
                    <a:pt x="3630" y="2896"/>
                  </a:lnTo>
                  <a:lnTo>
                    <a:pt x="3514" y="3128"/>
                  </a:lnTo>
                  <a:lnTo>
                    <a:pt x="3283" y="3398"/>
                  </a:lnTo>
                  <a:lnTo>
                    <a:pt x="3012" y="3591"/>
                  </a:lnTo>
                  <a:lnTo>
                    <a:pt x="2703" y="3746"/>
                  </a:lnTo>
                  <a:lnTo>
                    <a:pt x="2356" y="3823"/>
                  </a:lnTo>
                  <a:lnTo>
                    <a:pt x="2008" y="3862"/>
                  </a:lnTo>
                  <a:lnTo>
                    <a:pt x="1661" y="3785"/>
                  </a:lnTo>
                  <a:lnTo>
                    <a:pt x="1313" y="3669"/>
                  </a:lnTo>
                  <a:lnTo>
                    <a:pt x="1004" y="3476"/>
                  </a:lnTo>
                  <a:lnTo>
                    <a:pt x="734" y="3244"/>
                  </a:lnTo>
                  <a:lnTo>
                    <a:pt x="579" y="2935"/>
                  </a:lnTo>
                  <a:lnTo>
                    <a:pt x="425" y="2665"/>
                  </a:lnTo>
                  <a:lnTo>
                    <a:pt x="386" y="2317"/>
                  </a:lnTo>
                  <a:lnTo>
                    <a:pt x="348" y="2008"/>
                  </a:lnTo>
                  <a:lnTo>
                    <a:pt x="386" y="1661"/>
                  </a:lnTo>
                  <a:lnTo>
                    <a:pt x="502" y="1352"/>
                  </a:lnTo>
                  <a:lnTo>
                    <a:pt x="657" y="1043"/>
                  </a:lnTo>
                  <a:lnTo>
                    <a:pt x="888" y="811"/>
                  </a:lnTo>
                  <a:lnTo>
                    <a:pt x="1197" y="580"/>
                  </a:lnTo>
                  <a:lnTo>
                    <a:pt x="1545" y="425"/>
                  </a:lnTo>
                  <a:lnTo>
                    <a:pt x="1931" y="348"/>
                  </a:lnTo>
                  <a:close/>
                  <a:moveTo>
                    <a:pt x="2201" y="0"/>
                  </a:moveTo>
                  <a:lnTo>
                    <a:pt x="1815" y="39"/>
                  </a:lnTo>
                  <a:lnTo>
                    <a:pt x="1468" y="116"/>
                  </a:lnTo>
                  <a:lnTo>
                    <a:pt x="1120" y="232"/>
                  </a:lnTo>
                  <a:lnTo>
                    <a:pt x="927" y="348"/>
                  </a:lnTo>
                  <a:lnTo>
                    <a:pt x="773" y="464"/>
                  </a:lnTo>
                  <a:lnTo>
                    <a:pt x="579" y="618"/>
                  </a:lnTo>
                  <a:lnTo>
                    <a:pt x="464" y="773"/>
                  </a:lnTo>
                  <a:lnTo>
                    <a:pt x="232" y="1159"/>
                  </a:lnTo>
                  <a:lnTo>
                    <a:pt x="78" y="1545"/>
                  </a:lnTo>
                  <a:lnTo>
                    <a:pt x="0" y="1970"/>
                  </a:lnTo>
                  <a:lnTo>
                    <a:pt x="0" y="2394"/>
                  </a:lnTo>
                  <a:lnTo>
                    <a:pt x="116" y="2858"/>
                  </a:lnTo>
                  <a:lnTo>
                    <a:pt x="193" y="3051"/>
                  </a:lnTo>
                  <a:lnTo>
                    <a:pt x="309" y="3244"/>
                  </a:lnTo>
                  <a:lnTo>
                    <a:pt x="579" y="3553"/>
                  </a:lnTo>
                  <a:lnTo>
                    <a:pt x="888" y="3823"/>
                  </a:lnTo>
                  <a:lnTo>
                    <a:pt x="1236" y="4016"/>
                  </a:lnTo>
                  <a:lnTo>
                    <a:pt x="1622" y="4171"/>
                  </a:lnTo>
                  <a:lnTo>
                    <a:pt x="2047" y="4209"/>
                  </a:lnTo>
                  <a:lnTo>
                    <a:pt x="2472" y="4209"/>
                  </a:lnTo>
                  <a:lnTo>
                    <a:pt x="2858" y="4093"/>
                  </a:lnTo>
                  <a:lnTo>
                    <a:pt x="3244" y="3939"/>
                  </a:lnTo>
                  <a:lnTo>
                    <a:pt x="3398" y="3823"/>
                  </a:lnTo>
                  <a:lnTo>
                    <a:pt x="3553" y="3669"/>
                  </a:lnTo>
                  <a:lnTo>
                    <a:pt x="3707" y="3514"/>
                  </a:lnTo>
                  <a:lnTo>
                    <a:pt x="3823" y="3321"/>
                  </a:lnTo>
                  <a:lnTo>
                    <a:pt x="4016" y="2935"/>
                  </a:lnTo>
                  <a:lnTo>
                    <a:pt x="4132" y="2510"/>
                  </a:lnTo>
                  <a:lnTo>
                    <a:pt x="4132" y="2047"/>
                  </a:lnTo>
                  <a:lnTo>
                    <a:pt x="4132" y="1854"/>
                  </a:lnTo>
                  <a:lnTo>
                    <a:pt x="4055" y="1622"/>
                  </a:lnTo>
                  <a:lnTo>
                    <a:pt x="4016" y="1429"/>
                  </a:lnTo>
                  <a:lnTo>
                    <a:pt x="3900" y="1236"/>
                  </a:lnTo>
                  <a:lnTo>
                    <a:pt x="3785" y="1082"/>
                  </a:lnTo>
                  <a:lnTo>
                    <a:pt x="3630" y="927"/>
                  </a:lnTo>
                  <a:lnTo>
                    <a:pt x="3591" y="888"/>
                  </a:lnTo>
                  <a:lnTo>
                    <a:pt x="3553" y="734"/>
                  </a:lnTo>
                  <a:lnTo>
                    <a:pt x="3437" y="580"/>
                  </a:lnTo>
                  <a:lnTo>
                    <a:pt x="3360" y="425"/>
                  </a:lnTo>
                  <a:lnTo>
                    <a:pt x="3244" y="348"/>
                  </a:lnTo>
                  <a:lnTo>
                    <a:pt x="3089" y="232"/>
                  </a:lnTo>
                  <a:lnTo>
                    <a:pt x="2935" y="155"/>
                  </a:lnTo>
                  <a:lnTo>
                    <a:pt x="2587" y="39"/>
                  </a:lnTo>
                  <a:lnTo>
                    <a:pt x="220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22"/>
            <p:cNvSpPr/>
            <p:nvPr/>
          </p:nvSpPr>
          <p:spPr>
            <a:xfrm>
              <a:off x="6468625" y="45261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8" y="618"/>
                  </a:moveTo>
                  <a:lnTo>
                    <a:pt x="5947" y="772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2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4" y="3900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0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6" y="2626"/>
                  </a:lnTo>
                  <a:lnTo>
                    <a:pt x="5368" y="1969"/>
                  </a:lnTo>
                  <a:lnTo>
                    <a:pt x="5368" y="618"/>
                  </a:lnTo>
                  <a:close/>
                  <a:moveTo>
                    <a:pt x="2781" y="888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6"/>
                  </a:lnTo>
                  <a:lnTo>
                    <a:pt x="1545" y="4286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7" y="3012"/>
                  </a:lnTo>
                  <a:lnTo>
                    <a:pt x="888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1" y="888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5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3" y="6294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6"/>
                  </a:lnTo>
                  <a:lnTo>
                    <a:pt x="2240" y="579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4"/>
                  </a:lnTo>
                  <a:lnTo>
                    <a:pt x="232" y="2780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3"/>
                  </a:lnTo>
                  <a:lnTo>
                    <a:pt x="39" y="4557"/>
                  </a:lnTo>
                  <a:lnTo>
                    <a:pt x="348" y="4595"/>
                  </a:lnTo>
                  <a:lnTo>
                    <a:pt x="386" y="4286"/>
                  </a:lnTo>
                  <a:lnTo>
                    <a:pt x="966" y="4518"/>
                  </a:lnTo>
                  <a:lnTo>
                    <a:pt x="1313" y="4595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79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4" y="3977"/>
                  </a:lnTo>
                  <a:lnTo>
                    <a:pt x="3012" y="3630"/>
                  </a:lnTo>
                  <a:lnTo>
                    <a:pt x="3012" y="2973"/>
                  </a:lnTo>
                  <a:lnTo>
                    <a:pt x="3128" y="772"/>
                  </a:lnTo>
                  <a:lnTo>
                    <a:pt x="3514" y="657"/>
                  </a:lnTo>
                  <a:lnTo>
                    <a:pt x="3939" y="579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8" y="579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8" y="3398"/>
                  </a:lnTo>
                  <a:lnTo>
                    <a:pt x="5175" y="3746"/>
                  </a:lnTo>
                  <a:lnTo>
                    <a:pt x="5213" y="3900"/>
                  </a:lnTo>
                  <a:lnTo>
                    <a:pt x="5291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6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6"/>
                  </a:lnTo>
                  <a:lnTo>
                    <a:pt x="7607" y="4209"/>
                  </a:lnTo>
                  <a:lnTo>
                    <a:pt x="8650" y="4093"/>
                  </a:lnTo>
                  <a:lnTo>
                    <a:pt x="8650" y="4479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7"/>
                  </a:lnTo>
                  <a:lnTo>
                    <a:pt x="8766" y="5097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1" y="4904"/>
                  </a:lnTo>
                  <a:lnTo>
                    <a:pt x="9384" y="4904"/>
                  </a:lnTo>
                  <a:lnTo>
                    <a:pt x="9809" y="4981"/>
                  </a:lnTo>
                  <a:lnTo>
                    <a:pt x="10195" y="5097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599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7"/>
                  </a:lnTo>
                  <a:lnTo>
                    <a:pt x="10697" y="6603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3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9" y="8997"/>
                  </a:lnTo>
                  <a:lnTo>
                    <a:pt x="12512" y="8997"/>
                  </a:lnTo>
                  <a:lnTo>
                    <a:pt x="12434" y="9075"/>
                  </a:lnTo>
                  <a:lnTo>
                    <a:pt x="12396" y="9113"/>
                  </a:lnTo>
                  <a:lnTo>
                    <a:pt x="12357" y="9190"/>
                  </a:lnTo>
                  <a:lnTo>
                    <a:pt x="11469" y="9306"/>
                  </a:lnTo>
                  <a:lnTo>
                    <a:pt x="11469" y="9692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4" y="9499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7"/>
                  </a:lnTo>
                  <a:lnTo>
                    <a:pt x="13168" y="8766"/>
                  </a:lnTo>
                  <a:lnTo>
                    <a:pt x="13168" y="8495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6" y="7182"/>
                  </a:lnTo>
                  <a:lnTo>
                    <a:pt x="12743" y="6680"/>
                  </a:lnTo>
                  <a:lnTo>
                    <a:pt x="12434" y="6217"/>
                  </a:lnTo>
                  <a:lnTo>
                    <a:pt x="12125" y="5792"/>
                  </a:lnTo>
                  <a:lnTo>
                    <a:pt x="11778" y="5445"/>
                  </a:lnTo>
                  <a:lnTo>
                    <a:pt x="11315" y="5097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5"/>
                  </a:lnTo>
                  <a:lnTo>
                    <a:pt x="9886" y="4479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7"/>
                  </a:lnTo>
                  <a:lnTo>
                    <a:pt x="9229" y="3514"/>
                  </a:lnTo>
                  <a:lnTo>
                    <a:pt x="9152" y="3089"/>
                  </a:lnTo>
                  <a:lnTo>
                    <a:pt x="8998" y="2665"/>
                  </a:lnTo>
                  <a:lnTo>
                    <a:pt x="8805" y="2278"/>
                  </a:lnTo>
                  <a:lnTo>
                    <a:pt x="8534" y="1931"/>
                  </a:lnTo>
                  <a:lnTo>
                    <a:pt x="8225" y="1583"/>
                  </a:lnTo>
                  <a:lnTo>
                    <a:pt x="7839" y="1274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5" y="193"/>
                  </a:lnTo>
                  <a:lnTo>
                    <a:pt x="5291" y="77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22"/>
            <p:cNvSpPr/>
            <p:nvPr/>
          </p:nvSpPr>
          <p:spPr>
            <a:xfrm>
              <a:off x="4200000" y="452900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1"/>
                  </a:lnTo>
                  <a:lnTo>
                    <a:pt x="0" y="7261"/>
                  </a:lnTo>
                  <a:lnTo>
                    <a:pt x="193" y="7261"/>
                  </a:lnTo>
                  <a:lnTo>
                    <a:pt x="425" y="5484"/>
                  </a:lnTo>
                  <a:lnTo>
                    <a:pt x="580" y="3669"/>
                  </a:lnTo>
                  <a:lnTo>
                    <a:pt x="695" y="1854"/>
                  </a:lnTo>
                  <a:lnTo>
                    <a:pt x="695" y="928"/>
                  </a:lnTo>
                  <a:lnTo>
                    <a:pt x="695" y="40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22"/>
            <p:cNvSpPr/>
            <p:nvPr/>
          </p:nvSpPr>
          <p:spPr>
            <a:xfrm>
              <a:off x="6500475" y="45396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6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3"/>
                  </a:lnTo>
                  <a:lnTo>
                    <a:pt x="9384" y="9654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39" y="10079"/>
                  </a:lnTo>
                  <a:lnTo>
                    <a:pt x="7608" y="9963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9" y="9346"/>
                  </a:lnTo>
                  <a:lnTo>
                    <a:pt x="6951" y="9075"/>
                  </a:lnTo>
                  <a:lnTo>
                    <a:pt x="6913" y="8805"/>
                  </a:lnTo>
                  <a:lnTo>
                    <a:pt x="6951" y="8535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4" y="7569"/>
                  </a:lnTo>
                  <a:lnTo>
                    <a:pt x="8148" y="7338"/>
                  </a:lnTo>
                  <a:lnTo>
                    <a:pt x="8226" y="7299"/>
                  </a:lnTo>
                  <a:close/>
                  <a:moveTo>
                    <a:pt x="2858" y="1"/>
                  </a:moveTo>
                  <a:lnTo>
                    <a:pt x="2665" y="39"/>
                  </a:lnTo>
                  <a:lnTo>
                    <a:pt x="2665" y="78"/>
                  </a:lnTo>
                  <a:lnTo>
                    <a:pt x="2626" y="1352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4" y="5098"/>
                  </a:lnTo>
                  <a:lnTo>
                    <a:pt x="2897" y="7492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2"/>
                  </a:lnTo>
                  <a:lnTo>
                    <a:pt x="3051" y="8766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7"/>
                  </a:lnTo>
                  <a:lnTo>
                    <a:pt x="773" y="9114"/>
                  </a:lnTo>
                  <a:lnTo>
                    <a:pt x="1545" y="9152"/>
                  </a:lnTo>
                  <a:lnTo>
                    <a:pt x="3128" y="9230"/>
                  </a:lnTo>
                  <a:lnTo>
                    <a:pt x="4828" y="9307"/>
                  </a:lnTo>
                  <a:lnTo>
                    <a:pt x="5677" y="9307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2" y="10311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20"/>
                  </a:lnTo>
                  <a:lnTo>
                    <a:pt x="9037" y="10543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3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9"/>
                  </a:lnTo>
                  <a:lnTo>
                    <a:pt x="10041" y="8071"/>
                  </a:lnTo>
                  <a:lnTo>
                    <a:pt x="9847" y="7762"/>
                  </a:lnTo>
                  <a:lnTo>
                    <a:pt x="9616" y="7492"/>
                  </a:lnTo>
                  <a:lnTo>
                    <a:pt x="9307" y="7260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7" y="6990"/>
                  </a:lnTo>
                  <a:lnTo>
                    <a:pt x="7724" y="7029"/>
                  </a:lnTo>
                  <a:lnTo>
                    <a:pt x="7415" y="7144"/>
                  </a:lnTo>
                  <a:lnTo>
                    <a:pt x="7144" y="7338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6" y="8805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8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6" y="8535"/>
                  </a:lnTo>
                  <a:lnTo>
                    <a:pt x="3206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5"/>
                  </a:lnTo>
                  <a:lnTo>
                    <a:pt x="3206" y="7338"/>
                  </a:lnTo>
                  <a:lnTo>
                    <a:pt x="3128" y="6449"/>
                  </a:lnTo>
                  <a:lnTo>
                    <a:pt x="3013" y="4326"/>
                  </a:lnTo>
                  <a:lnTo>
                    <a:pt x="2935" y="2202"/>
                  </a:lnTo>
                  <a:lnTo>
                    <a:pt x="2897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22"/>
            <p:cNvSpPr/>
            <p:nvPr/>
          </p:nvSpPr>
          <p:spPr>
            <a:xfrm>
              <a:off x="5490700" y="4546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79"/>
                  </a:lnTo>
                  <a:lnTo>
                    <a:pt x="0" y="1197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8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6"/>
                  </a:lnTo>
                  <a:lnTo>
                    <a:pt x="1970" y="5947"/>
                  </a:lnTo>
                  <a:lnTo>
                    <a:pt x="2433" y="6410"/>
                  </a:lnTo>
                  <a:lnTo>
                    <a:pt x="2974" y="6873"/>
                  </a:lnTo>
                  <a:lnTo>
                    <a:pt x="3514" y="7260"/>
                  </a:lnTo>
                  <a:lnTo>
                    <a:pt x="4094" y="7646"/>
                  </a:lnTo>
                  <a:lnTo>
                    <a:pt x="4712" y="7955"/>
                  </a:lnTo>
                  <a:lnTo>
                    <a:pt x="5329" y="8225"/>
                  </a:lnTo>
                  <a:lnTo>
                    <a:pt x="5986" y="8495"/>
                  </a:lnTo>
                  <a:lnTo>
                    <a:pt x="6642" y="8688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3"/>
                  </a:lnTo>
                  <a:lnTo>
                    <a:pt x="10774" y="9075"/>
                  </a:lnTo>
                  <a:lnTo>
                    <a:pt x="11392" y="8997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1"/>
                  </a:lnTo>
                  <a:lnTo>
                    <a:pt x="14018" y="8379"/>
                  </a:lnTo>
                  <a:lnTo>
                    <a:pt x="14636" y="8148"/>
                  </a:lnTo>
                  <a:lnTo>
                    <a:pt x="15253" y="7877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0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4"/>
                  </a:lnTo>
                  <a:lnTo>
                    <a:pt x="19076" y="4286"/>
                  </a:lnTo>
                  <a:lnTo>
                    <a:pt x="19347" y="3668"/>
                  </a:lnTo>
                  <a:lnTo>
                    <a:pt x="19115" y="3630"/>
                  </a:lnTo>
                  <a:lnTo>
                    <a:pt x="18767" y="4170"/>
                  </a:lnTo>
                  <a:lnTo>
                    <a:pt x="18420" y="4634"/>
                  </a:lnTo>
                  <a:lnTo>
                    <a:pt x="18034" y="5097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0"/>
                  </a:lnTo>
                  <a:lnTo>
                    <a:pt x="15755" y="7028"/>
                  </a:lnTo>
                  <a:lnTo>
                    <a:pt x="15215" y="7298"/>
                  </a:lnTo>
                  <a:lnTo>
                    <a:pt x="14713" y="7569"/>
                  </a:lnTo>
                  <a:lnTo>
                    <a:pt x="14134" y="7800"/>
                  </a:lnTo>
                  <a:lnTo>
                    <a:pt x="13593" y="8032"/>
                  </a:lnTo>
                  <a:lnTo>
                    <a:pt x="13014" y="8186"/>
                  </a:lnTo>
                  <a:lnTo>
                    <a:pt x="12434" y="8341"/>
                  </a:lnTo>
                  <a:lnTo>
                    <a:pt x="11817" y="8457"/>
                  </a:lnTo>
                  <a:lnTo>
                    <a:pt x="11199" y="8534"/>
                  </a:lnTo>
                  <a:lnTo>
                    <a:pt x="10504" y="8611"/>
                  </a:lnTo>
                  <a:lnTo>
                    <a:pt x="9114" y="8611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2"/>
                  </a:lnTo>
                  <a:lnTo>
                    <a:pt x="6333" y="8109"/>
                  </a:lnTo>
                  <a:lnTo>
                    <a:pt x="5638" y="7877"/>
                  </a:lnTo>
                  <a:lnTo>
                    <a:pt x="5020" y="7607"/>
                  </a:lnTo>
                  <a:lnTo>
                    <a:pt x="4364" y="7260"/>
                  </a:lnTo>
                  <a:lnTo>
                    <a:pt x="3785" y="6912"/>
                  </a:lnTo>
                  <a:lnTo>
                    <a:pt x="3206" y="6487"/>
                  </a:lnTo>
                  <a:lnTo>
                    <a:pt x="2704" y="6063"/>
                  </a:lnTo>
                  <a:lnTo>
                    <a:pt x="2202" y="5561"/>
                  </a:lnTo>
                  <a:lnTo>
                    <a:pt x="1777" y="4981"/>
                  </a:lnTo>
                  <a:lnTo>
                    <a:pt x="1391" y="4402"/>
                  </a:lnTo>
                  <a:lnTo>
                    <a:pt x="1120" y="3900"/>
                  </a:lnTo>
                  <a:lnTo>
                    <a:pt x="850" y="3360"/>
                  </a:lnTo>
                  <a:lnTo>
                    <a:pt x="696" y="2858"/>
                  </a:lnTo>
                  <a:lnTo>
                    <a:pt x="541" y="2278"/>
                  </a:lnTo>
                  <a:lnTo>
                    <a:pt x="425" y="1738"/>
                  </a:lnTo>
                  <a:lnTo>
                    <a:pt x="387" y="1158"/>
                  </a:lnTo>
                  <a:lnTo>
                    <a:pt x="387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22"/>
            <p:cNvSpPr/>
            <p:nvPr/>
          </p:nvSpPr>
          <p:spPr>
            <a:xfrm>
              <a:off x="5576625" y="4556050"/>
              <a:ext cx="35725" cy="28975"/>
            </a:xfrm>
            <a:custGeom>
              <a:avLst/>
              <a:gdLst/>
              <a:ahLst/>
              <a:cxnLst/>
              <a:rect l="l" t="t" r="r" b="b"/>
              <a:pathLst>
                <a:path w="1429" h="1159" extrusionOk="0">
                  <a:moveTo>
                    <a:pt x="502" y="0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6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1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4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2"/>
                  </a:lnTo>
                  <a:lnTo>
                    <a:pt x="425" y="579"/>
                  </a:lnTo>
                  <a:lnTo>
                    <a:pt x="541" y="425"/>
                  </a:lnTo>
                  <a:lnTo>
                    <a:pt x="618" y="386"/>
                  </a:lnTo>
                  <a:lnTo>
                    <a:pt x="773" y="386"/>
                  </a:lnTo>
                  <a:lnTo>
                    <a:pt x="850" y="425"/>
                  </a:lnTo>
                  <a:lnTo>
                    <a:pt x="966" y="579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6" y="927"/>
                  </a:lnTo>
                  <a:lnTo>
                    <a:pt x="966" y="1004"/>
                  </a:lnTo>
                  <a:lnTo>
                    <a:pt x="966" y="1081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5" y="1120"/>
                  </a:lnTo>
                  <a:lnTo>
                    <a:pt x="1313" y="1081"/>
                  </a:lnTo>
                  <a:lnTo>
                    <a:pt x="1390" y="888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3"/>
                  </a:lnTo>
                  <a:lnTo>
                    <a:pt x="1043" y="77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22"/>
            <p:cNvSpPr/>
            <p:nvPr/>
          </p:nvSpPr>
          <p:spPr>
            <a:xfrm>
              <a:off x="5523525" y="45599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2"/>
                  </a:lnTo>
                  <a:lnTo>
                    <a:pt x="78" y="966"/>
                  </a:lnTo>
                  <a:lnTo>
                    <a:pt x="232" y="1082"/>
                  </a:lnTo>
                  <a:lnTo>
                    <a:pt x="387" y="1198"/>
                  </a:lnTo>
                  <a:lnTo>
                    <a:pt x="464" y="1198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5"/>
                  </a:lnTo>
                  <a:lnTo>
                    <a:pt x="387" y="927"/>
                  </a:lnTo>
                  <a:lnTo>
                    <a:pt x="348" y="812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7" y="503"/>
                  </a:lnTo>
                  <a:lnTo>
                    <a:pt x="464" y="464"/>
                  </a:lnTo>
                  <a:lnTo>
                    <a:pt x="541" y="387"/>
                  </a:lnTo>
                  <a:lnTo>
                    <a:pt x="773" y="387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2" y="1043"/>
                  </a:lnTo>
                  <a:lnTo>
                    <a:pt x="1159" y="1082"/>
                  </a:lnTo>
                  <a:lnTo>
                    <a:pt x="1197" y="1082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7"/>
                  </a:lnTo>
                  <a:lnTo>
                    <a:pt x="1159" y="232"/>
                  </a:lnTo>
                  <a:lnTo>
                    <a:pt x="1004" y="78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22"/>
            <p:cNvSpPr/>
            <p:nvPr/>
          </p:nvSpPr>
          <p:spPr>
            <a:xfrm>
              <a:off x="4050375" y="4567625"/>
              <a:ext cx="30900" cy="168975"/>
            </a:xfrm>
            <a:custGeom>
              <a:avLst/>
              <a:gdLst/>
              <a:ahLst/>
              <a:cxnLst/>
              <a:rect l="l" t="t" r="r" b="b"/>
              <a:pathLst>
                <a:path w="1236" h="6759" extrusionOk="0">
                  <a:moveTo>
                    <a:pt x="1120" y="1"/>
                  </a:moveTo>
                  <a:lnTo>
                    <a:pt x="1081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9"/>
                  </a:lnTo>
                  <a:lnTo>
                    <a:pt x="116" y="5059"/>
                  </a:lnTo>
                  <a:lnTo>
                    <a:pt x="0" y="6720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2" y="3515"/>
                  </a:lnTo>
                  <a:lnTo>
                    <a:pt x="965" y="1854"/>
                  </a:lnTo>
                  <a:lnTo>
                    <a:pt x="1081" y="232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5726;p22"/>
            <p:cNvSpPr/>
            <p:nvPr/>
          </p:nvSpPr>
          <p:spPr>
            <a:xfrm>
              <a:off x="4077400" y="4569550"/>
              <a:ext cx="121650" cy="144850"/>
            </a:xfrm>
            <a:custGeom>
              <a:avLst/>
              <a:gdLst/>
              <a:ahLst/>
              <a:cxnLst/>
              <a:rect l="l" t="t" r="r" b="b"/>
              <a:pathLst>
                <a:path w="4866" h="5794" extrusionOk="0">
                  <a:moveTo>
                    <a:pt x="155" y="1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6"/>
                  </a:lnTo>
                  <a:lnTo>
                    <a:pt x="2896" y="3631"/>
                  </a:lnTo>
                  <a:lnTo>
                    <a:pt x="3476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6"/>
                  </a:lnTo>
                  <a:lnTo>
                    <a:pt x="4866" y="5639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8" y="1352"/>
                  </a:lnTo>
                  <a:lnTo>
                    <a:pt x="811" y="65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5727;p22"/>
            <p:cNvSpPr/>
            <p:nvPr/>
          </p:nvSpPr>
          <p:spPr>
            <a:xfrm>
              <a:off x="3931625" y="457727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1"/>
                  </a:moveTo>
                  <a:lnTo>
                    <a:pt x="0" y="78"/>
                  </a:lnTo>
                  <a:lnTo>
                    <a:pt x="194" y="927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6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9"/>
                  </a:lnTo>
                  <a:lnTo>
                    <a:pt x="1931" y="6140"/>
                  </a:lnTo>
                  <a:lnTo>
                    <a:pt x="2086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4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5728;p22"/>
            <p:cNvSpPr/>
            <p:nvPr/>
          </p:nvSpPr>
          <p:spPr>
            <a:xfrm>
              <a:off x="3941275" y="457920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1" y="40"/>
                  </a:lnTo>
                  <a:lnTo>
                    <a:pt x="1970" y="3206"/>
                  </a:lnTo>
                  <a:lnTo>
                    <a:pt x="4055" y="6334"/>
                  </a:lnTo>
                  <a:lnTo>
                    <a:pt x="4055" y="6334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3"/>
                  </a:lnTo>
                  <a:lnTo>
                    <a:pt x="3708" y="6720"/>
                  </a:lnTo>
                  <a:lnTo>
                    <a:pt x="4132" y="6797"/>
                  </a:lnTo>
                  <a:lnTo>
                    <a:pt x="4596" y="6836"/>
                  </a:lnTo>
                  <a:lnTo>
                    <a:pt x="5484" y="6836"/>
                  </a:lnTo>
                  <a:lnTo>
                    <a:pt x="6372" y="6759"/>
                  </a:lnTo>
                  <a:lnTo>
                    <a:pt x="7299" y="6643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9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5"/>
                  </a:lnTo>
                  <a:lnTo>
                    <a:pt x="13863" y="2125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1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3"/>
                  </a:lnTo>
                  <a:lnTo>
                    <a:pt x="10349" y="5253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6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8" y="6334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7"/>
                  </a:lnTo>
                  <a:lnTo>
                    <a:pt x="3399" y="4635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5729;p22"/>
            <p:cNvSpPr/>
            <p:nvPr/>
          </p:nvSpPr>
          <p:spPr>
            <a:xfrm>
              <a:off x="6364350" y="46361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2" y="39"/>
                  </a:lnTo>
                  <a:lnTo>
                    <a:pt x="2781" y="77"/>
                  </a:lnTo>
                  <a:lnTo>
                    <a:pt x="2511" y="193"/>
                  </a:lnTo>
                  <a:lnTo>
                    <a:pt x="2241" y="309"/>
                  </a:lnTo>
                  <a:lnTo>
                    <a:pt x="2009" y="425"/>
                  </a:lnTo>
                  <a:lnTo>
                    <a:pt x="1739" y="579"/>
                  </a:lnTo>
                  <a:lnTo>
                    <a:pt x="1507" y="773"/>
                  </a:lnTo>
                  <a:lnTo>
                    <a:pt x="1121" y="1197"/>
                  </a:lnTo>
                  <a:lnTo>
                    <a:pt x="735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8"/>
                  </a:lnTo>
                  <a:lnTo>
                    <a:pt x="40" y="3746"/>
                  </a:lnTo>
                  <a:lnTo>
                    <a:pt x="1" y="4055"/>
                  </a:lnTo>
                  <a:lnTo>
                    <a:pt x="1" y="4402"/>
                  </a:lnTo>
                  <a:lnTo>
                    <a:pt x="40" y="4673"/>
                  </a:lnTo>
                  <a:lnTo>
                    <a:pt x="117" y="4904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5" y="5252"/>
                  </a:lnTo>
                  <a:lnTo>
                    <a:pt x="966" y="5290"/>
                  </a:lnTo>
                  <a:lnTo>
                    <a:pt x="1700" y="5290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5" y="4711"/>
                  </a:lnTo>
                  <a:lnTo>
                    <a:pt x="580" y="4595"/>
                  </a:lnTo>
                  <a:lnTo>
                    <a:pt x="542" y="4441"/>
                  </a:lnTo>
                  <a:lnTo>
                    <a:pt x="542" y="4248"/>
                  </a:lnTo>
                  <a:lnTo>
                    <a:pt x="542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8"/>
                  </a:lnTo>
                  <a:lnTo>
                    <a:pt x="2627" y="695"/>
                  </a:lnTo>
                  <a:lnTo>
                    <a:pt x="3090" y="579"/>
                  </a:lnTo>
                  <a:lnTo>
                    <a:pt x="3592" y="541"/>
                  </a:lnTo>
                  <a:lnTo>
                    <a:pt x="4094" y="579"/>
                  </a:lnTo>
                  <a:lnTo>
                    <a:pt x="4249" y="541"/>
                  </a:lnTo>
                  <a:lnTo>
                    <a:pt x="4326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3"/>
                  </a:lnTo>
                  <a:lnTo>
                    <a:pt x="4210" y="155"/>
                  </a:lnTo>
                  <a:lnTo>
                    <a:pt x="3940" y="77"/>
                  </a:lnTo>
                  <a:lnTo>
                    <a:pt x="3631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5730;p22"/>
            <p:cNvSpPr/>
            <p:nvPr/>
          </p:nvSpPr>
          <p:spPr>
            <a:xfrm>
              <a:off x="5052425" y="4653550"/>
              <a:ext cx="61800" cy="89800"/>
            </a:xfrm>
            <a:custGeom>
              <a:avLst/>
              <a:gdLst/>
              <a:ahLst/>
              <a:cxnLst/>
              <a:rect l="l" t="t" r="r" b="b"/>
              <a:pathLst>
                <a:path w="2472" h="3592" extrusionOk="0">
                  <a:moveTo>
                    <a:pt x="1082" y="0"/>
                  </a:moveTo>
                  <a:lnTo>
                    <a:pt x="1004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5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699"/>
                  </a:lnTo>
                  <a:lnTo>
                    <a:pt x="1931" y="1931"/>
                  </a:lnTo>
                  <a:lnTo>
                    <a:pt x="1931" y="2163"/>
                  </a:lnTo>
                  <a:lnTo>
                    <a:pt x="1931" y="2433"/>
                  </a:lnTo>
                  <a:lnTo>
                    <a:pt x="1815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0" y="3128"/>
                  </a:lnTo>
                  <a:lnTo>
                    <a:pt x="1197" y="3128"/>
                  </a:lnTo>
                  <a:lnTo>
                    <a:pt x="1043" y="3089"/>
                  </a:lnTo>
                  <a:lnTo>
                    <a:pt x="927" y="3012"/>
                  </a:lnTo>
                  <a:lnTo>
                    <a:pt x="850" y="2896"/>
                  </a:lnTo>
                  <a:lnTo>
                    <a:pt x="811" y="2742"/>
                  </a:lnTo>
                  <a:lnTo>
                    <a:pt x="850" y="2587"/>
                  </a:lnTo>
                  <a:lnTo>
                    <a:pt x="927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0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5" y="1468"/>
                  </a:lnTo>
                  <a:lnTo>
                    <a:pt x="193" y="1313"/>
                  </a:lnTo>
                  <a:lnTo>
                    <a:pt x="0" y="1622"/>
                  </a:lnTo>
                  <a:lnTo>
                    <a:pt x="271" y="1892"/>
                  </a:lnTo>
                  <a:lnTo>
                    <a:pt x="580" y="2124"/>
                  </a:lnTo>
                  <a:lnTo>
                    <a:pt x="425" y="2356"/>
                  </a:lnTo>
                  <a:lnTo>
                    <a:pt x="348" y="2626"/>
                  </a:lnTo>
                  <a:lnTo>
                    <a:pt x="309" y="2896"/>
                  </a:lnTo>
                  <a:lnTo>
                    <a:pt x="348" y="3051"/>
                  </a:lnTo>
                  <a:lnTo>
                    <a:pt x="425" y="3167"/>
                  </a:lnTo>
                  <a:lnTo>
                    <a:pt x="541" y="3321"/>
                  </a:lnTo>
                  <a:lnTo>
                    <a:pt x="695" y="3476"/>
                  </a:lnTo>
                  <a:lnTo>
                    <a:pt x="888" y="3553"/>
                  </a:lnTo>
                  <a:lnTo>
                    <a:pt x="1082" y="3591"/>
                  </a:lnTo>
                  <a:lnTo>
                    <a:pt x="1275" y="3591"/>
                  </a:lnTo>
                  <a:lnTo>
                    <a:pt x="1506" y="3553"/>
                  </a:lnTo>
                  <a:lnTo>
                    <a:pt x="1699" y="3514"/>
                  </a:lnTo>
                  <a:lnTo>
                    <a:pt x="1854" y="3398"/>
                  </a:lnTo>
                  <a:lnTo>
                    <a:pt x="2047" y="3244"/>
                  </a:lnTo>
                  <a:lnTo>
                    <a:pt x="2201" y="3051"/>
                  </a:lnTo>
                  <a:lnTo>
                    <a:pt x="2317" y="2858"/>
                  </a:lnTo>
                  <a:lnTo>
                    <a:pt x="2394" y="2665"/>
                  </a:lnTo>
                  <a:lnTo>
                    <a:pt x="2433" y="2472"/>
                  </a:lnTo>
                  <a:lnTo>
                    <a:pt x="2472" y="2240"/>
                  </a:lnTo>
                  <a:lnTo>
                    <a:pt x="2433" y="2008"/>
                  </a:lnTo>
                  <a:lnTo>
                    <a:pt x="2394" y="1815"/>
                  </a:lnTo>
                  <a:lnTo>
                    <a:pt x="2317" y="1583"/>
                  </a:lnTo>
                  <a:lnTo>
                    <a:pt x="2201" y="1390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6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5731;p22"/>
            <p:cNvSpPr/>
            <p:nvPr/>
          </p:nvSpPr>
          <p:spPr>
            <a:xfrm>
              <a:off x="6613425" y="4670925"/>
              <a:ext cx="26100" cy="11600"/>
            </a:xfrm>
            <a:custGeom>
              <a:avLst/>
              <a:gdLst/>
              <a:ahLst/>
              <a:cxnLst/>
              <a:rect l="l" t="t" r="r" b="b"/>
              <a:pathLst>
                <a:path w="1044" h="464" extrusionOk="0">
                  <a:moveTo>
                    <a:pt x="773" y="0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3"/>
                  </a:lnTo>
                  <a:lnTo>
                    <a:pt x="39" y="232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5732;p22"/>
            <p:cNvSpPr/>
            <p:nvPr/>
          </p:nvSpPr>
          <p:spPr>
            <a:xfrm>
              <a:off x="6514950" y="46767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6" y="0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39" y="77"/>
                  </a:lnTo>
                  <a:lnTo>
                    <a:pt x="1" y="193"/>
                  </a:lnTo>
                  <a:lnTo>
                    <a:pt x="39" y="270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0"/>
                  </a:lnTo>
                  <a:lnTo>
                    <a:pt x="850" y="193"/>
                  </a:lnTo>
                  <a:lnTo>
                    <a:pt x="812" y="77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22"/>
            <p:cNvSpPr/>
            <p:nvPr/>
          </p:nvSpPr>
          <p:spPr>
            <a:xfrm>
              <a:off x="4656625" y="46776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89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8" y="3553"/>
                  </a:lnTo>
                  <a:lnTo>
                    <a:pt x="12434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8"/>
                  </a:lnTo>
                  <a:lnTo>
                    <a:pt x="12009" y="3128"/>
                  </a:lnTo>
                  <a:lnTo>
                    <a:pt x="11932" y="3206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40" y="4171"/>
                  </a:lnTo>
                  <a:lnTo>
                    <a:pt x="9615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2" y="4171"/>
                  </a:lnTo>
                  <a:lnTo>
                    <a:pt x="5368" y="4017"/>
                  </a:lnTo>
                  <a:lnTo>
                    <a:pt x="4595" y="3708"/>
                  </a:lnTo>
                  <a:lnTo>
                    <a:pt x="3900" y="3283"/>
                  </a:lnTo>
                  <a:lnTo>
                    <a:pt x="3205" y="2820"/>
                  </a:lnTo>
                  <a:lnTo>
                    <a:pt x="2587" y="2318"/>
                  </a:lnTo>
                  <a:lnTo>
                    <a:pt x="1970" y="1777"/>
                  </a:lnTo>
                  <a:lnTo>
                    <a:pt x="1390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22"/>
            <p:cNvSpPr/>
            <p:nvPr/>
          </p:nvSpPr>
          <p:spPr>
            <a:xfrm>
              <a:off x="4964575" y="4684425"/>
              <a:ext cx="92700" cy="135200"/>
            </a:xfrm>
            <a:custGeom>
              <a:avLst/>
              <a:gdLst/>
              <a:ahLst/>
              <a:cxnLst/>
              <a:rect l="l" t="t" r="r" b="b"/>
              <a:pathLst>
                <a:path w="3708" h="5408" extrusionOk="0">
                  <a:moveTo>
                    <a:pt x="3398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2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7"/>
                  </a:lnTo>
                  <a:lnTo>
                    <a:pt x="1777" y="1430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2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4" y="2086"/>
                  </a:lnTo>
                  <a:lnTo>
                    <a:pt x="889" y="2125"/>
                  </a:lnTo>
                  <a:lnTo>
                    <a:pt x="850" y="2163"/>
                  </a:lnTo>
                  <a:lnTo>
                    <a:pt x="811" y="2241"/>
                  </a:lnTo>
                  <a:lnTo>
                    <a:pt x="811" y="2356"/>
                  </a:lnTo>
                  <a:lnTo>
                    <a:pt x="811" y="2434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7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1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8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4"/>
                  </a:lnTo>
                  <a:lnTo>
                    <a:pt x="1082" y="4944"/>
                  </a:lnTo>
                  <a:lnTo>
                    <a:pt x="889" y="4866"/>
                  </a:lnTo>
                  <a:lnTo>
                    <a:pt x="773" y="4751"/>
                  </a:lnTo>
                  <a:lnTo>
                    <a:pt x="695" y="4596"/>
                  </a:lnTo>
                  <a:lnTo>
                    <a:pt x="657" y="4442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3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7" y="3669"/>
                  </a:lnTo>
                  <a:lnTo>
                    <a:pt x="116" y="2936"/>
                  </a:lnTo>
                  <a:lnTo>
                    <a:pt x="0" y="3283"/>
                  </a:lnTo>
                  <a:lnTo>
                    <a:pt x="657" y="3785"/>
                  </a:lnTo>
                  <a:lnTo>
                    <a:pt x="502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9"/>
                  </a:lnTo>
                  <a:lnTo>
                    <a:pt x="193" y="4403"/>
                  </a:lnTo>
                  <a:lnTo>
                    <a:pt x="193" y="4558"/>
                  </a:lnTo>
                  <a:lnTo>
                    <a:pt x="193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3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7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5"/>
                  </a:lnTo>
                  <a:lnTo>
                    <a:pt x="2510" y="4442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7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2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6" y="2202"/>
                  </a:lnTo>
                  <a:lnTo>
                    <a:pt x="1275" y="2125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3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2"/>
                  </a:lnTo>
                  <a:lnTo>
                    <a:pt x="3514" y="387"/>
                  </a:lnTo>
                  <a:lnTo>
                    <a:pt x="3707" y="78"/>
                  </a:lnTo>
                  <a:lnTo>
                    <a:pt x="351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22"/>
            <p:cNvSpPr/>
            <p:nvPr/>
          </p:nvSpPr>
          <p:spPr>
            <a:xfrm>
              <a:off x="6406825" y="4717250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619"/>
                  </a:lnTo>
                  <a:lnTo>
                    <a:pt x="2550" y="696"/>
                  </a:lnTo>
                  <a:lnTo>
                    <a:pt x="2743" y="812"/>
                  </a:lnTo>
                  <a:lnTo>
                    <a:pt x="2936" y="966"/>
                  </a:lnTo>
                  <a:lnTo>
                    <a:pt x="3090" y="1198"/>
                  </a:lnTo>
                  <a:lnTo>
                    <a:pt x="3206" y="1430"/>
                  </a:lnTo>
                  <a:lnTo>
                    <a:pt x="3245" y="1700"/>
                  </a:lnTo>
                  <a:lnTo>
                    <a:pt x="3245" y="1970"/>
                  </a:lnTo>
                  <a:lnTo>
                    <a:pt x="3206" y="2202"/>
                  </a:lnTo>
                  <a:lnTo>
                    <a:pt x="3090" y="2472"/>
                  </a:lnTo>
                  <a:lnTo>
                    <a:pt x="2974" y="2665"/>
                  </a:lnTo>
                  <a:lnTo>
                    <a:pt x="2781" y="2897"/>
                  </a:lnTo>
                  <a:lnTo>
                    <a:pt x="2588" y="3051"/>
                  </a:lnTo>
                  <a:lnTo>
                    <a:pt x="2357" y="3167"/>
                  </a:lnTo>
                  <a:lnTo>
                    <a:pt x="2086" y="3245"/>
                  </a:lnTo>
                  <a:lnTo>
                    <a:pt x="1777" y="3245"/>
                  </a:lnTo>
                  <a:lnTo>
                    <a:pt x="1507" y="3167"/>
                  </a:lnTo>
                  <a:lnTo>
                    <a:pt x="1237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4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5" y="1121"/>
                  </a:lnTo>
                  <a:lnTo>
                    <a:pt x="928" y="928"/>
                  </a:lnTo>
                  <a:lnTo>
                    <a:pt x="1121" y="735"/>
                  </a:lnTo>
                  <a:lnTo>
                    <a:pt x="1353" y="580"/>
                  </a:lnTo>
                  <a:lnTo>
                    <a:pt x="1584" y="464"/>
                  </a:lnTo>
                  <a:close/>
                  <a:moveTo>
                    <a:pt x="1893" y="1"/>
                  </a:moveTo>
                  <a:lnTo>
                    <a:pt x="1700" y="39"/>
                  </a:lnTo>
                  <a:lnTo>
                    <a:pt x="1546" y="78"/>
                  </a:lnTo>
                  <a:lnTo>
                    <a:pt x="1353" y="155"/>
                  </a:lnTo>
                  <a:lnTo>
                    <a:pt x="1314" y="194"/>
                  </a:lnTo>
                  <a:lnTo>
                    <a:pt x="1082" y="271"/>
                  </a:lnTo>
                  <a:lnTo>
                    <a:pt x="851" y="387"/>
                  </a:lnTo>
                  <a:lnTo>
                    <a:pt x="619" y="580"/>
                  </a:lnTo>
                  <a:lnTo>
                    <a:pt x="426" y="773"/>
                  </a:lnTo>
                  <a:lnTo>
                    <a:pt x="271" y="966"/>
                  </a:lnTo>
                  <a:lnTo>
                    <a:pt x="155" y="1237"/>
                  </a:lnTo>
                  <a:lnTo>
                    <a:pt x="78" y="1468"/>
                  </a:lnTo>
                  <a:lnTo>
                    <a:pt x="1" y="1739"/>
                  </a:lnTo>
                  <a:lnTo>
                    <a:pt x="1" y="2047"/>
                  </a:lnTo>
                  <a:lnTo>
                    <a:pt x="40" y="2125"/>
                  </a:lnTo>
                  <a:lnTo>
                    <a:pt x="40" y="2318"/>
                  </a:lnTo>
                  <a:lnTo>
                    <a:pt x="117" y="2511"/>
                  </a:lnTo>
                  <a:lnTo>
                    <a:pt x="310" y="2858"/>
                  </a:lnTo>
                  <a:lnTo>
                    <a:pt x="542" y="3167"/>
                  </a:lnTo>
                  <a:lnTo>
                    <a:pt x="851" y="3399"/>
                  </a:lnTo>
                  <a:lnTo>
                    <a:pt x="1198" y="3592"/>
                  </a:lnTo>
                  <a:lnTo>
                    <a:pt x="1584" y="3708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7" y="3669"/>
                  </a:lnTo>
                  <a:lnTo>
                    <a:pt x="2627" y="3592"/>
                  </a:lnTo>
                  <a:lnTo>
                    <a:pt x="2897" y="3438"/>
                  </a:lnTo>
                  <a:lnTo>
                    <a:pt x="3129" y="3245"/>
                  </a:lnTo>
                  <a:lnTo>
                    <a:pt x="3322" y="3013"/>
                  </a:lnTo>
                  <a:lnTo>
                    <a:pt x="3476" y="2781"/>
                  </a:lnTo>
                  <a:lnTo>
                    <a:pt x="3631" y="2511"/>
                  </a:lnTo>
                  <a:lnTo>
                    <a:pt x="3708" y="2202"/>
                  </a:lnTo>
                  <a:lnTo>
                    <a:pt x="3747" y="1932"/>
                  </a:lnTo>
                  <a:lnTo>
                    <a:pt x="3747" y="1584"/>
                  </a:lnTo>
                  <a:lnTo>
                    <a:pt x="3669" y="1314"/>
                  </a:lnTo>
                  <a:lnTo>
                    <a:pt x="3515" y="1005"/>
                  </a:lnTo>
                  <a:lnTo>
                    <a:pt x="3322" y="696"/>
                  </a:lnTo>
                  <a:lnTo>
                    <a:pt x="3052" y="426"/>
                  </a:lnTo>
                  <a:lnTo>
                    <a:pt x="2743" y="233"/>
                  </a:lnTo>
                  <a:lnTo>
                    <a:pt x="2395" y="7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22"/>
            <p:cNvSpPr/>
            <p:nvPr/>
          </p:nvSpPr>
          <p:spPr>
            <a:xfrm>
              <a:off x="2332000" y="4749125"/>
              <a:ext cx="326325" cy="58900"/>
            </a:xfrm>
            <a:custGeom>
              <a:avLst/>
              <a:gdLst/>
              <a:ahLst/>
              <a:cxnLst/>
              <a:rect l="l" t="t" r="r" b="b"/>
              <a:pathLst>
                <a:path w="13053" h="2356" extrusionOk="0">
                  <a:moveTo>
                    <a:pt x="12782" y="0"/>
                  </a:moveTo>
                  <a:lnTo>
                    <a:pt x="12705" y="39"/>
                  </a:lnTo>
                  <a:lnTo>
                    <a:pt x="12628" y="116"/>
                  </a:lnTo>
                  <a:lnTo>
                    <a:pt x="12589" y="193"/>
                  </a:lnTo>
                  <a:lnTo>
                    <a:pt x="12589" y="309"/>
                  </a:lnTo>
                  <a:lnTo>
                    <a:pt x="12589" y="502"/>
                  </a:lnTo>
                  <a:lnTo>
                    <a:pt x="12550" y="657"/>
                  </a:lnTo>
                  <a:lnTo>
                    <a:pt x="12435" y="811"/>
                  </a:lnTo>
                  <a:lnTo>
                    <a:pt x="12319" y="966"/>
                  </a:lnTo>
                  <a:lnTo>
                    <a:pt x="12164" y="1081"/>
                  </a:lnTo>
                  <a:lnTo>
                    <a:pt x="11971" y="1159"/>
                  </a:lnTo>
                  <a:lnTo>
                    <a:pt x="11546" y="1313"/>
                  </a:lnTo>
                  <a:lnTo>
                    <a:pt x="11083" y="1429"/>
                  </a:lnTo>
                  <a:lnTo>
                    <a:pt x="10581" y="1506"/>
                  </a:lnTo>
                  <a:lnTo>
                    <a:pt x="9847" y="1583"/>
                  </a:lnTo>
                  <a:lnTo>
                    <a:pt x="9423" y="1622"/>
                  </a:lnTo>
                  <a:lnTo>
                    <a:pt x="9423" y="1545"/>
                  </a:lnTo>
                  <a:lnTo>
                    <a:pt x="9423" y="1468"/>
                  </a:lnTo>
                  <a:lnTo>
                    <a:pt x="9152" y="888"/>
                  </a:lnTo>
                  <a:lnTo>
                    <a:pt x="8959" y="270"/>
                  </a:lnTo>
                  <a:lnTo>
                    <a:pt x="8612" y="386"/>
                  </a:lnTo>
                  <a:lnTo>
                    <a:pt x="8650" y="695"/>
                  </a:lnTo>
                  <a:lnTo>
                    <a:pt x="8728" y="1043"/>
                  </a:lnTo>
                  <a:lnTo>
                    <a:pt x="8843" y="1390"/>
                  </a:lnTo>
                  <a:lnTo>
                    <a:pt x="8998" y="1661"/>
                  </a:lnTo>
                  <a:lnTo>
                    <a:pt x="7839" y="1776"/>
                  </a:lnTo>
                  <a:lnTo>
                    <a:pt x="6681" y="1854"/>
                  </a:lnTo>
                  <a:lnTo>
                    <a:pt x="5252" y="1892"/>
                  </a:lnTo>
                  <a:lnTo>
                    <a:pt x="3862" y="1854"/>
                  </a:lnTo>
                  <a:lnTo>
                    <a:pt x="3592" y="1815"/>
                  </a:lnTo>
                  <a:lnTo>
                    <a:pt x="3746" y="1506"/>
                  </a:lnTo>
                  <a:lnTo>
                    <a:pt x="3785" y="1159"/>
                  </a:lnTo>
                  <a:lnTo>
                    <a:pt x="3785" y="811"/>
                  </a:lnTo>
                  <a:lnTo>
                    <a:pt x="3746" y="425"/>
                  </a:lnTo>
                  <a:lnTo>
                    <a:pt x="3399" y="464"/>
                  </a:lnTo>
                  <a:lnTo>
                    <a:pt x="3399" y="772"/>
                  </a:lnTo>
                  <a:lnTo>
                    <a:pt x="3360" y="1081"/>
                  </a:lnTo>
                  <a:lnTo>
                    <a:pt x="3244" y="1468"/>
                  </a:lnTo>
                  <a:lnTo>
                    <a:pt x="3128" y="1815"/>
                  </a:lnTo>
                  <a:lnTo>
                    <a:pt x="2202" y="1738"/>
                  </a:lnTo>
                  <a:lnTo>
                    <a:pt x="1738" y="1699"/>
                  </a:lnTo>
                  <a:lnTo>
                    <a:pt x="1275" y="1622"/>
                  </a:lnTo>
                  <a:lnTo>
                    <a:pt x="889" y="1468"/>
                  </a:lnTo>
                  <a:lnTo>
                    <a:pt x="734" y="1390"/>
                  </a:lnTo>
                  <a:lnTo>
                    <a:pt x="618" y="1313"/>
                  </a:lnTo>
                  <a:lnTo>
                    <a:pt x="503" y="1197"/>
                  </a:lnTo>
                  <a:lnTo>
                    <a:pt x="425" y="1081"/>
                  </a:lnTo>
                  <a:lnTo>
                    <a:pt x="387" y="966"/>
                  </a:lnTo>
                  <a:lnTo>
                    <a:pt x="387" y="811"/>
                  </a:lnTo>
                  <a:lnTo>
                    <a:pt x="387" y="772"/>
                  </a:lnTo>
                  <a:lnTo>
                    <a:pt x="387" y="695"/>
                  </a:lnTo>
                  <a:lnTo>
                    <a:pt x="310" y="618"/>
                  </a:lnTo>
                  <a:lnTo>
                    <a:pt x="194" y="618"/>
                  </a:lnTo>
                  <a:lnTo>
                    <a:pt x="155" y="657"/>
                  </a:lnTo>
                  <a:lnTo>
                    <a:pt x="116" y="695"/>
                  </a:lnTo>
                  <a:lnTo>
                    <a:pt x="39" y="850"/>
                  </a:lnTo>
                  <a:lnTo>
                    <a:pt x="1" y="1004"/>
                  </a:lnTo>
                  <a:lnTo>
                    <a:pt x="1" y="1159"/>
                  </a:lnTo>
                  <a:lnTo>
                    <a:pt x="1" y="1274"/>
                  </a:lnTo>
                  <a:lnTo>
                    <a:pt x="39" y="1390"/>
                  </a:lnTo>
                  <a:lnTo>
                    <a:pt x="116" y="1506"/>
                  </a:lnTo>
                  <a:lnTo>
                    <a:pt x="310" y="1699"/>
                  </a:lnTo>
                  <a:lnTo>
                    <a:pt x="541" y="1854"/>
                  </a:lnTo>
                  <a:lnTo>
                    <a:pt x="812" y="1970"/>
                  </a:lnTo>
                  <a:lnTo>
                    <a:pt x="1082" y="2047"/>
                  </a:lnTo>
                  <a:lnTo>
                    <a:pt x="1352" y="2085"/>
                  </a:lnTo>
                  <a:lnTo>
                    <a:pt x="2626" y="2240"/>
                  </a:lnTo>
                  <a:lnTo>
                    <a:pt x="3862" y="2317"/>
                  </a:lnTo>
                  <a:lnTo>
                    <a:pt x="5136" y="2356"/>
                  </a:lnTo>
                  <a:lnTo>
                    <a:pt x="6372" y="2356"/>
                  </a:lnTo>
                  <a:lnTo>
                    <a:pt x="7531" y="2278"/>
                  </a:lnTo>
                  <a:lnTo>
                    <a:pt x="8689" y="2201"/>
                  </a:lnTo>
                  <a:lnTo>
                    <a:pt x="9847" y="2047"/>
                  </a:lnTo>
                  <a:lnTo>
                    <a:pt x="11006" y="1892"/>
                  </a:lnTo>
                  <a:lnTo>
                    <a:pt x="11392" y="1815"/>
                  </a:lnTo>
                  <a:lnTo>
                    <a:pt x="11740" y="1738"/>
                  </a:lnTo>
                  <a:lnTo>
                    <a:pt x="12126" y="1583"/>
                  </a:lnTo>
                  <a:lnTo>
                    <a:pt x="12473" y="1429"/>
                  </a:lnTo>
                  <a:lnTo>
                    <a:pt x="12744" y="1236"/>
                  </a:lnTo>
                  <a:lnTo>
                    <a:pt x="12859" y="1081"/>
                  </a:lnTo>
                  <a:lnTo>
                    <a:pt x="12937" y="927"/>
                  </a:lnTo>
                  <a:lnTo>
                    <a:pt x="13014" y="772"/>
                  </a:lnTo>
                  <a:lnTo>
                    <a:pt x="13052" y="579"/>
                  </a:lnTo>
                  <a:lnTo>
                    <a:pt x="13052" y="386"/>
                  </a:lnTo>
                  <a:lnTo>
                    <a:pt x="13052" y="155"/>
                  </a:lnTo>
                  <a:lnTo>
                    <a:pt x="13014" y="77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37" name="Google Shape;5737;p22"/>
          <p:cNvGrpSpPr/>
          <p:nvPr/>
        </p:nvGrpSpPr>
        <p:grpSpPr>
          <a:xfrm>
            <a:off x="7704944" y="3522626"/>
            <a:ext cx="1194656" cy="1477758"/>
            <a:chOff x="10943088" y="3810625"/>
            <a:chExt cx="1395300" cy="1725950"/>
          </a:xfrm>
        </p:grpSpPr>
        <p:sp>
          <p:nvSpPr>
            <p:cNvPr id="5738" name="Google Shape;5738;p22"/>
            <p:cNvSpPr/>
            <p:nvPr/>
          </p:nvSpPr>
          <p:spPr>
            <a:xfrm>
              <a:off x="11058775" y="4786775"/>
              <a:ext cx="403625" cy="694925"/>
            </a:xfrm>
            <a:custGeom>
              <a:avLst/>
              <a:gdLst/>
              <a:ahLst/>
              <a:cxnLst/>
              <a:rect l="l" t="t" r="r" b="b"/>
              <a:pathLst>
                <a:path w="16145" h="27797" extrusionOk="0">
                  <a:moveTo>
                    <a:pt x="9546" y="1"/>
                  </a:moveTo>
                  <a:lnTo>
                    <a:pt x="9386" y="121"/>
                  </a:lnTo>
                  <a:lnTo>
                    <a:pt x="8965" y="462"/>
                  </a:lnTo>
                  <a:lnTo>
                    <a:pt x="8303" y="1024"/>
                  </a:lnTo>
                  <a:lnTo>
                    <a:pt x="7902" y="1385"/>
                  </a:lnTo>
                  <a:lnTo>
                    <a:pt x="7461" y="1806"/>
                  </a:lnTo>
                  <a:lnTo>
                    <a:pt x="6979" y="2267"/>
                  </a:lnTo>
                  <a:lnTo>
                    <a:pt x="6498" y="2768"/>
                  </a:lnTo>
                  <a:lnTo>
                    <a:pt x="5977" y="3330"/>
                  </a:lnTo>
                  <a:lnTo>
                    <a:pt x="5435" y="3931"/>
                  </a:lnTo>
                  <a:lnTo>
                    <a:pt x="4914" y="4593"/>
                  </a:lnTo>
                  <a:lnTo>
                    <a:pt x="4372" y="5295"/>
                  </a:lnTo>
                  <a:lnTo>
                    <a:pt x="3831" y="6017"/>
                  </a:lnTo>
                  <a:lnTo>
                    <a:pt x="3309" y="6799"/>
                  </a:lnTo>
                  <a:lnTo>
                    <a:pt x="2888" y="7461"/>
                  </a:lnTo>
                  <a:lnTo>
                    <a:pt x="2507" y="8163"/>
                  </a:lnTo>
                  <a:lnTo>
                    <a:pt x="2126" y="8885"/>
                  </a:lnTo>
                  <a:lnTo>
                    <a:pt x="1765" y="9627"/>
                  </a:lnTo>
                  <a:lnTo>
                    <a:pt x="1424" y="10389"/>
                  </a:lnTo>
                  <a:lnTo>
                    <a:pt x="1123" y="11191"/>
                  </a:lnTo>
                  <a:lnTo>
                    <a:pt x="863" y="11993"/>
                  </a:lnTo>
                  <a:lnTo>
                    <a:pt x="622" y="12836"/>
                  </a:lnTo>
                  <a:lnTo>
                    <a:pt x="421" y="13698"/>
                  </a:lnTo>
                  <a:lnTo>
                    <a:pt x="261" y="14560"/>
                  </a:lnTo>
                  <a:lnTo>
                    <a:pt x="141" y="15443"/>
                  </a:lnTo>
                  <a:lnTo>
                    <a:pt x="60" y="16305"/>
                  </a:lnTo>
                  <a:lnTo>
                    <a:pt x="20" y="17188"/>
                  </a:lnTo>
                  <a:lnTo>
                    <a:pt x="0" y="18050"/>
                  </a:lnTo>
                  <a:lnTo>
                    <a:pt x="20" y="18912"/>
                  </a:lnTo>
                  <a:lnTo>
                    <a:pt x="60" y="19755"/>
                  </a:lnTo>
                  <a:lnTo>
                    <a:pt x="121" y="20577"/>
                  </a:lnTo>
                  <a:lnTo>
                    <a:pt x="201" y="21379"/>
                  </a:lnTo>
                  <a:lnTo>
                    <a:pt x="321" y="22141"/>
                  </a:lnTo>
                  <a:lnTo>
                    <a:pt x="442" y="22883"/>
                  </a:lnTo>
                  <a:lnTo>
                    <a:pt x="602" y="23605"/>
                  </a:lnTo>
                  <a:lnTo>
                    <a:pt x="762" y="24267"/>
                  </a:lnTo>
                  <a:lnTo>
                    <a:pt x="923" y="24888"/>
                  </a:lnTo>
                  <a:lnTo>
                    <a:pt x="1103" y="25450"/>
                  </a:lnTo>
                  <a:lnTo>
                    <a:pt x="1304" y="25971"/>
                  </a:lnTo>
                  <a:lnTo>
                    <a:pt x="1484" y="26413"/>
                  </a:lnTo>
                  <a:lnTo>
                    <a:pt x="1685" y="26814"/>
                  </a:lnTo>
                  <a:lnTo>
                    <a:pt x="1865" y="27135"/>
                  </a:lnTo>
                  <a:lnTo>
                    <a:pt x="2066" y="27415"/>
                  </a:lnTo>
                  <a:lnTo>
                    <a:pt x="2266" y="27616"/>
                  </a:lnTo>
                  <a:lnTo>
                    <a:pt x="2347" y="27696"/>
                  </a:lnTo>
                  <a:lnTo>
                    <a:pt x="2447" y="27736"/>
                  </a:lnTo>
                  <a:lnTo>
                    <a:pt x="2527" y="27776"/>
                  </a:lnTo>
                  <a:lnTo>
                    <a:pt x="2627" y="27796"/>
                  </a:lnTo>
                  <a:lnTo>
                    <a:pt x="2688" y="27796"/>
                  </a:lnTo>
                  <a:lnTo>
                    <a:pt x="2768" y="27776"/>
                  </a:lnTo>
                  <a:lnTo>
                    <a:pt x="2908" y="27696"/>
                  </a:lnTo>
                  <a:lnTo>
                    <a:pt x="3049" y="27576"/>
                  </a:lnTo>
                  <a:lnTo>
                    <a:pt x="3189" y="27395"/>
                  </a:lnTo>
                  <a:lnTo>
                    <a:pt x="3349" y="27155"/>
                  </a:lnTo>
                  <a:lnTo>
                    <a:pt x="3510" y="26874"/>
                  </a:lnTo>
                  <a:lnTo>
                    <a:pt x="3871" y="26212"/>
                  </a:lnTo>
                  <a:lnTo>
                    <a:pt x="4773" y="24427"/>
                  </a:lnTo>
                  <a:lnTo>
                    <a:pt x="5335" y="23384"/>
                  </a:lnTo>
                  <a:lnTo>
                    <a:pt x="5656" y="22843"/>
                  </a:lnTo>
                  <a:lnTo>
                    <a:pt x="5997" y="22261"/>
                  </a:lnTo>
                  <a:lnTo>
                    <a:pt x="6358" y="21680"/>
                  </a:lnTo>
                  <a:lnTo>
                    <a:pt x="6759" y="21098"/>
                  </a:lnTo>
                  <a:lnTo>
                    <a:pt x="7180" y="20497"/>
                  </a:lnTo>
                  <a:lnTo>
                    <a:pt x="7641" y="19895"/>
                  </a:lnTo>
                  <a:lnTo>
                    <a:pt x="8122" y="19293"/>
                  </a:lnTo>
                  <a:lnTo>
                    <a:pt x="8644" y="18692"/>
                  </a:lnTo>
                  <a:lnTo>
                    <a:pt x="9205" y="18090"/>
                  </a:lnTo>
                  <a:lnTo>
                    <a:pt x="9807" y="17488"/>
                  </a:lnTo>
                  <a:lnTo>
                    <a:pt x="10429" y="16927"/>
                  </a:lnTo>
                  <a:lnTo>
                    <a:pt x="11110" y="16345"/>
                  </a:lnTo>
                  <a:lnTo>
                    <a:pt x="11832" y="15804"/>
                  </a:lnTo>
                  <a:lnTo>
                    <a:pt x="12595" y="15262"/>
                  </a:lnTo>
                  <a:lnTo>
                    <a:pt x="13417" y="14761"/>
                  </a:lnTo>
                  <a:lnTo>
                    <a:pt x="14279" y="14280"/>
                  </a:lnTo>
                  <a:lnTo>
                    <a:pt x="14720" y="14039"/>
                  </a:lnTo>
                  <a:lnTo>
                    <a:pt x="15182" y="13818"/>
                  </a:lnTo>
                  <a:lnTo>
                    <a:pt x="15643" y="13598"/>
                  </a:lnTo>
                  <a:lnTo>
                    <a:pt x="16144" y="13397"/>
                  </a:lnTo>
                  <a:lnTo>
                    <a:pt x="95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22"/>
            <p:cNvSpPr/>
            <p:nvPr/>
          </p:nvSpPr>
          <p:spPr>
            <a:xfrm>
              <a:off x="11058775" y="4786775"/>
              <a:ext cx="403625" cy="694925"/>
            </a:xfrm>
            <a:custGeom>
              <a:avLst/>
              <a:gdLst/>
              <a:ahLst/>
              <a:cxnLst/>
              <a:rect l="l" t="t" r="r" b="b"/>
              <a:pathLst>
                <a:path w="16145" h="27797" fill="none" extrusionOk="0">
                  <a:moveTo>
                    <a:pt x="16144" y="13397"/>
                  </a:moveTo>
                  <a:lnTo>
                    <a:pt x="16144" y="13397"/>
                  </a:lnTo>
                  <a:lnTo>
                    <a:pt x="15643" y="13598"/>
                  </a:lnTo>
                  <a:lnTo>
                    <a:pt x="15182" y="13818"/>
                  </a:lnTo>
                  <a:lnTo>
                    <a:pt x="14720" y="14039"/>
                  </a:lnTo>
                  <a:lnTo>
                    <a:pt x="14279" y="14280"/>
                  </a:lnTo>
                  <a:lnTo>
                    <a:pt x="13417" y="14761"/>
                  </a:lnTo>
                  <a:lnTo>
                    <a:pt x="12595" y="15262"/>
                  </a:lnTo>
                  <a:lnTo>
                    <a:pt x="11832" y="15804"/>
                  </a:lnTo>
                  <a:lnTo>
                    <a:pt x="11110" y="16345"/>
                  </a:lnTo>
                  <a:lnTo>
                    <a:pt x="10429" y="16927"/>
                  </a:lnTo>
                  <a:lnTo>
                    <a:pt x="9807" y="17488"/>
                  </a:lnTo>
                  <a:lnTo>
                    <a:pt x="9205" y="18090"/>
                  </a:lnTo>
                  <a:lnTo>
                    <a:pt x="8644" y="18692"/>
                  </a:lnTo>
                  <a:lnTo>
                    <a:pt x="8122" y="19293"/>
                  </a:lnTo>
                  <a:lnTo>
                    <a:pt x="7641" y="19895"/>
                  </a:lnTo>
                  <a:lnTo>
                    <a:pt x="7180" y="20497"/>
                  </a:lnTo>
                  <a:lnTo>
                    <a:pt x="6759" y="21098"/>
                  </a:lnTo>
                  <a:lnTo>
                    <a:pt x="6358" y="21680"/>
                  </a:lnTo>
                  <a:lnTo>
                    <a:pt x="5997" y="22261"/>
                  </a:lnTo>
                  <a:lnTo>
                    <a:pt x="5656" y="22843"/>
                  </a:lnTo>
                  <a:lnTo>
                    <a:pt x="5335" y="23384"/>
                  </a:lnTo>
                  <a:lnTo>
                    <a:pt x="4773" y="24427"/>
                  </a:lnTo>
                  <a:lnTo>
                    <a:pt x="3871" y="26212"/>
                  </a:lnTo>
                  <a:lnTo>
                    <a:pt x="3510" y="26874"/>
                  </a:lnTo>
                  <a:lnTo>
                    <a:pt x="3349" y="27155"/>
                  </a:lnTo>
                  <a:lnTo>
                    <a:pt x="3189" y="27395"/>
                  </a:lnTo>
                  <a:lnTo>
                    <a:pt x="3049" y="27576"/>
                  </a:lnTo>
                  <a:lnTo>
                    <a:pt x="2908" y="27696"/>
                  </a:lnTo>
                  <a:lnTo>
                    <a:pt x="2768" y="27776"/>
                  </a:lnTo>
                  <a:lnTo>
                    <a:pt x="2688" y="27796"/>
                  </a:lnTo>
                  <a:lnTo>
                    <a:pt x="2627" y="27796"/>
                  </a:lnTo>
                  <a:lnTo>
                    <a:pt x="2627" y="27796"/>
                  </a:lnTo>
                  <a:lnTo>
                    <a:pt x="2527" y="27776"/>
                  </a:lnTo>
                  <a:lnTo>
                    <a:pt x="2447" y="27736"/>
                  </a:lnTo>
                  <a:lnTo>
                    <a:pt x="2347" y="27696"/>
                  </a:lnTo>
                  <a:lnTo>
                    <a:pt x="2266" y="27616"/>
                  </a:lnTo>
                  <a:lnTo>
                    <a:pt x="2066" y="27415"/>
                  </a:lnTo>
                  <a:lnTo>
                    <a:pt x="1865" y="27135"/>
                  </a:lnTo>
                  <a:lnTo>
                    <a:pt x="1685" y="26814"/>
                  </a:lnTo>
                  <a:lnTo>
                    <a:pt x="1484" y="26413"/>
                  </a:lnTo>
                  <a:lnTo>
                    <a:pt x="1304" y="25971"/>
                  </a:lnTo>
                  <a:lnTo>
                    <a:pt x="1103" y="25450"/>
                  </a:lnTo>
                  <a:lnTo>
                    <a:pt x="1103" y="25450"/>
                  </a:lnTo>
                  <a:lnTo>
                    <a:pt x="923" y="24888"/>
                  </a:lnTo>
                  <a:lnTo>
                    <a:pt x="762" y="24267"/>
                  </a:lnTo>
                  <a:lnTo>
                    <a:pt x="602" y="23605"/>
                  </a:lnTo>
                  <a:lnTo>
                    <a:pt x="442" y="22883"/>
                  </a:lnTo>
                  <a:lnTo>
                    <a:pt x="321" y="22141"/>
                  </a:lnTo>
                  <a:lnTo>
                    <a:pt x="201" y="21379"/>
                  </a:lnTo>
                  <a:lnTo>
                    <a:pt x="121" y="20577"/>
                  </a:lnTo>
                  <a:lnTo>
                    <a:pt x="60" y="19755"/>
                  </a:lnTo>
                  <a:lnTo>
                    <a:pt x="20" y="18912"/>
                  </a:lnTo>
                  <a:lnTo>
                    <a:pt x="0" y="18050"/>
                  </a:lnTo>
                  <a:lnTo>
                    <a:pt x="20" y="17188"/>
                  </a:lnTo>
                  <a:lnTo>
                    <a:pt x="60" y="16305"/>
                  </a:lnTo>
                  <a:lnTo>
                    <a:pt x="141" y="15443"/>
                  </a:lnTo>
                  <a:lnTo>
                    <a:pt x="261" y="14560"/>
                  </a:lnTo>
                  <a:lnTo>
                    <a:pt x="421" y="13698"/>
                  </a:lnTo>
                  <a:lnTo>
                    <a:pt x="622" y="12836"/>
                  </a:lnTo>
                  <a:lnTo>
                    <a:pt x="622" y="12836"/>
                  </a:lnTo>
                  <a:lnTo>
                    <a:pt x="863" y="11993"/>
                  </a:lnTo>
                  <a:lnTo>
                    <a:pt x="1123" y="11191"/>
                  </a:lnTo>
                  <a:lnTo>
                    <a:pt x="1424" y="10389"/>
                  </a:lnTo>
                  <a:lnTo>
                    <a:pt x="1765" y="9627"/>
                  </a:lnTo>
                  <a:lnTo>
                    <a:pt x="2126" y="8885"/>
                  </a:lnTo>
                  <a:lnTo>
                    <a:pt x="2507" y="8163"/>
                  </a:lnTo>
                  <a:lnTo>
                    <a:pt x="2888" y="7461"/>
                  </a:lnTo>
                  <a:lnTo>
                    <a:pt x="3309" y="6799"/>
                  </a:lnTo>
                  <a:lnTo>
                    <a:pt x="3309" y="6799"/>
                  </a:lnTo>
                  <a:lnTo>
                    <a:pt x="3831" y="6017"/>
                  </a:lnTo>
                  <a:lnTo>
                    <a:pt x="4372" y="5295"/>
                  </a:lnTo>
                  <a:lnTo>
                    <a:pt x="4914" y="4593"/>
                  </a:lnTo>
                  <a:lnTo>
                    <a:pt x="5435" y="3931"/>
                  </a:lnTo>
                  <a:lnTo>
                    <a:pt x="5977" y="3330"/>
                  </a:lnTo>
                  <a:lnTo>
                    <a:pt x="6498" y="2768"/>
                  </a:lnTo>
                  <a:lnTo>
                    <a:pt x="6979" y="2267"/>
                  </a:lnTo>
                  <a:lnTo>
                    <a:pt x="7461" y="1806"/>
                  </a:lnTo>
                  <a:lnTo>
                    <a:pt x="7902" y="1385"/>
                  </a:lnTo>
                  <a:lnTo>
                    <a:pt x="8303" y="1024"/>
                  </a:lnTo>
                  <a:lnTo>
                    <a:pt x="8965" y="462"/>
                  </a:lnTo>
                  <a:lnTo>
                    <a:pt x="9386" y="121"/>
                  </a:lnTo>
                  <a:lnTo>
                    <a:pt x="9546" y="1"/>
                  </a:lnTo>
                  <a:lnTo>
                    <a:pt x="16144" y="1339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5740;p22"/>
            <p:cNvSpPr/>
            <p:nvPr/>
          </p:nvSpPr>
          <p:spPr>
            <a:xfrm>
              <a:off x="11086350" y="4817875"/>
              <a:ext cx="330425" cy="663825"/>
            </a:xfrm>
            <a:custGeom>
              <a:avLst/>
              <a:gdLst/>
              <a:ahLst/>
              <a:cxnLst/>
              <a:rect l="l" t="t" r="r" b="b"/>
              <a:pathLst>
                <a:path w="13217" h="26553" extrusionOk="0">
                  <a:moveTo>
                    <a:pt x="6939" y="0"/>
                  </a:moveTo>
                  <a:lnTo>
                    <a:pt x="6438" y="481"/>
                  </a:lnTo>
                  <a:lnTo>
                    <a:pt x="5896" y="1003"/>
                  </a:lnTo>
                  <a:lnTo>
                    <a:pt x="5315" y="1605"/>
                  </a:lnTo>
                  <a:lnTo>
                    <a:pt x="4693" y="2286"/>
                  </a:lnTo>
                  <a:lnTo>
                    <a:pt x="4071" y="3008"/>
                  </a:lnTo>
                  <a:lnTo>
                    <a:pt x="3450" y="3790"/>
                  </a:lnTo>
                  <a:lnTo>
                    <a:pt x="2828" y="4653"/>
                  </a:lnTo>
                  <a:lnTo>
                    <a:pt x="2507" y="5094"/>
                  </a:lnTo>
                  <a:lnTo>
                    <a:pt x="2206" y="5555"/>
                  </a:lnTo>
                  <a:lnTo>
                    <a:pt x="2587" y="5656"/>
                  </a:lnTo>
                  <a:lnTo>
                    <a:pt x="2968" y="5776"/>
                  </a:lnTo>
                  <a:lnTo>
                    <a:pt x="3349" y="5916"/>
                  </a:lnTo>
                  <a:lnTo>
                    <a:pt x="3690" y="6097"/>
                  </a:lnTo>
                  <a:lnTo>
                    <a:pt x="4051" y="6297"/>
                  </a:lnTo>
                  <a:lnTo>
                    <a:pt x="4372" y="6538"/>
                  </a:lnTo>
                  <a:lnTo>
                    <a:pt x="4693" y="6779"/>
                  </a:lnTo>
                  <a:lnTo>
                    <a:pt x="4994" y="7059"/>
                  </a:lnTo>
                  <a:lnTo>
                    <a:pt x="5275" y="7360"/>
                  </a:lnTo>
                  <a:lnTo>
                    <a:pt x="5535" y="7681"/>
                  </a:lnTo>
                  <a:lnTo>
                    <a:pt x="5776" y="8002"/>
                  </a:lnTo>
                  <a:lnTo>
                    <a:pt x="5997" y="8363"/>
                  </a:lnTo>
                  <a:lnTo>
                    <a:pt x="6197" y="8724"/>
                  </a:lnTo>
                  <a:lnTo>
                    <a:pt x="6358" y="9105"/>
                  </a:lnTo>
                  <a:lnTo>
                    <a:pt x="6518" y="9486"/>
                  </a:lnTo>
                  <a:lnTo>
                    <a:pt x="6618" y="9907"/>
                  </a:lnTo>
                  <a:lnTo>
                    <a:pt x="6698" y="10188"/>
                  </a:lnTo>
                  <a:lnTo>
                    <a:pt x="6739" y="10489"/>
                  </a:lnTo>
                  <a:lnTo>
                    <a:pt x="6779" y="10769"/>
                  </a:lnTo>
                  <a:lnTo>
                    <a:pt x="6819" y="11070"/>
                  </a:lnTo>
                  <a:lnTo>
                    <a:pt x="6839" y="11632"/>
                  </a:lnTo>
                  <a:lnTo>
                    <a:pt x="6819" y="12193"/>
                  </a:lnTo>
                  <a:lnTo>
                    <a:pt x="6739" y="12755"/>
                  </a:lnTo>
                  <a:lnTo>
                    <a:pt x="6638" y="13316"/>
                  </a:lnTo>
                  <a:lnTo>
                    <a:pt x="6498" y="13858"/>
                  </a:lnTo>
                  <a:lnTo>
                    <a:pt x="6338" y="14379"/>
                  </a:lnTo>
                  <a:lnTo>
                    <a:pt x="6137" y="14921"/>
                  </a:lnTo>
                  <a:lnTo>
                    <a:pt x="5896" y="15442"/>
                  </a:lnTo>
                  <a:lnTo>
                    <a:pt x="5656" y="15944"/>
                  </a:lnTo>
                  <a:lnTo>
                    <a:pt x="5375" y="16445"/>
                  </a:lnTo>
                  <a:lnTo>
                    <a:pt x="5074" y="16946"/>
                  </a:lnTo>
                  <a:lnTo>
                    <a:pt x="4773" y="17428"/>
                  </a:lnTo>
                  <a:lnTo>
                    <a:pt x="4452" y="17909"/>
                  </a:lnTo>
                  <a:lnTo>
                    <a:pt x="4111" y="18370"/>
                  </a:lnTo>
                  <a:lnTo>
                    <a:pt x="3570" y="19092"/>
                  </a:lnTo>
                  <a:lnTo>
                    <a:pt x="3029" y="19794"/>
                  </a:lnTo>
                  <a:lnTo>
                    <a:pt x="1946" y="21218"/>
                  </a:lnTo>
                  <a:lnTo>
                    <a:pt x="1424" y="21940"/>
                  </a:lnTo>
                  <a:lnTo>
                    <a:pt x="923" y="22682"/>
                  </a:lnTo>
                  <a:lnTo>
                    <a:pt x="441" y="23444"/>
                  </a:lnTo>
                  <a:lnTo>
                    <a:pt x="221" y="23825"/>
                  </a:lnTo>
                  <a:lnTo>
                    <a:pt x="0" y="24206"/>
                  </a:lnTo>
                  <a:lnTo>
                    <a:pt x="201" y="24727"/>
                  </a:lnTo>
                  <a:lnTo>
                    <a:pt x="381" y="25169"/>
                  </a:lnTo>
                  <a:lnTo>
                    <a:pt x="582" y="25570"/>
                  </a:lnTo>
                  <a:lnTo>
                    <a:pt x="762" y="25891"/>
                  </a:lnTo>
                  <a:lnTo>
                    <a:pt x="963" y="26171"/>
                  </a:lnTo>
                  <a:lnTo>
                    <a:pt x="1163" y="26372"/>
                  </a:lnTo>
                  <a:lnTo>
                    <a:pt x="1244" y="26452"/>
                  </a:lnTo>
                  <a:lnTo>
                    <a:pt x="1344" y="26492"/>
                  </a:lnTo>
                  <a:lnTo>
                    <a:pt x="1424" y="26532"/>
                  </a:lnTo>
                  <a:lnTo>
                    <a:pt x="1524" y="26552"/>
                  </a:lnTo>
                  <a:lnTo>
                    <a:pt x="1605" y="26552"/>
                  </a:lnTo>
                  <a:lnTo>
                    <a:pt x="1685" y="26532"/>
                  </a:lnTo>
                  <a:lnTo>
                    <a:pt x="1805" y="26452"/>
                  </a:lnTo>
                  <a:lnTo>
                    <a:pt x="1946" y="26332"/>
                  </a:lnTo>
                  <a:lnTo>
                    <a:pt x="2086" y="26151"/>
                  </a:lnTo>
                  <a:lnTo>
                    <a:pt x="2226" y="25951"/>
                  </a:lnTo>
                  <a:lnTo>
                    <a:pt x="2367" y="25710"/>
                  </a:lnTo>
                  <a:lnTo>
                    <a:pt x="2708" y="25088"/>
                  </a:lnTo>
                  <a:lnTo>
                    <a:pt x="3510" y="23504"/>
                  </a:lnTo>
                  <a:lnTo>
                    <a:pt x="4011" y="22541"/>
                  </a:lnTo>
                  <a:lnTo>
                    <a:pt x="4593" y="21539"/>
                  </a:lnTo>
                  <a:lnTo>
                    <a:pt x="4914" y="20997"/>
                  </a:lnTo>
                  <a:lnTo>
                    <a:pt x="5255" y="20456"/>
                  </a:lnTo>
                  <a:lnTo>
                    <a:pt x="5616" y="19894"/>
                  </a:lnTo>
                  <a:lnTo>
                    <a:pt x="6017" y="19353"/>
                  </a:lnTo>
                  <a:lnTo>
                    <a:pt x="6418" y="18771"/>
                  </a:lnTo>
                  <a:lnTo>
                    <a:pt x="6879" y="18210"/>
                  </a:lnTo>
                  <a:lnTo>
                    <a:pt x="7360" y="17648"/>
                  </a:lnTo>
                  <a:lnTo>
                    <a:pt x="7862" y="17087"/>
                  </a:lnTo>
                  <a:lnTo>
                    <a:pt x="8403" y="16545"/>
                  </a:lnTo>
                  <a:lnTo>
                    <a:pt x="8985" y="15984"/>
                  </a:lnTo>
                  <a:lnTo>
                    <a:pt x="9586" y="15442"/>
                  </a:lnTo>
                  <a:lnTo>
                    <a:pt x="10248" y="14921"/>
                  </a:lnTo>
                  <a:lnTo>
                    <a:pt x="10930" y="14419"/>
                  </a:lnTo>
                  <a:lnTo>
                    <a:pt x="11652" y="13918"/>
                  </a:lnTo>
                  <a:lnTo>
                    <a:pt x="12414" y="13457"/>
                  </a:lnTo>
                  <a:lnTo>
                    <a:pt x="13216" y="13016"/>
                  </a:lnTo>
                  <a:lnTo>
                    <a:pt x="12635" y="12253"/>
                  </a:lnTo>
                  <a:lnTo>
                    <a:pt x="12073" y="11491"/>
                  </a:lnTo>
                  <a:lnTo>
                    <a:pt x="11552" y="10729"/>
                  </a:lnTo>
                  <a:lnTo>
                    <a:pt x="11050" y="9947"/>
                  </a:lnTo>
                  <a:lnTo>
                    <a:pt x="10569" y="9145"/>
                  </a:lnTo>
                  <a:lnTo>
                    <a:pt x="10108" y="8343"/>
                  </a:lnTo>
                  <a:lnTo>
                    <a:pt x="9687" y="7521"/>
                  </a:lnTo>
                  <a:lnTo>
                    <a:pt x="9286" y="6698"/>
                  </a:lnTo>
                  <a:lnTo>
                    <a:pt x="8904" y="5876"/>
                  </a:lnTo>
                  <a:lnTo>
                    <a:pt x="8544" y="5054"/>
                  </a:lnTo>
                  <a:lnTo>
                    <a:pt x="8223" y="4212"/>
                  </a:lnTo>
                  <a:lnTo>
                    <a:pt x="7922" y="3369"/>
                  </a:lnTo>
                  <a:lnTo>
                    <a:pt x="7641" y="2527"/>
                  </a:lnTo>
                  <a:lnTo>
                    <a:pt x="7380" y="1685"/>
                  </a:lnTo>
                  <a:lnTo>
                    <a:pt x="7160" y="842"/>
                  </a:lnTo>
                  <a:lnTo>
                    <a:pt x="693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5741;p22"/>
            <p:cNvSpPr/>
            <p:nvPr/>
          </p:nvSpPr>
          <p:spPr>
            <a:xfrm>
              <a:off x="11086350" y="4817875"/>
              <a:ext cx="330425" cy="663825"/>
            </a:xfrm>
            <a:custGeom>
              <a:avLst/>
              <a:gdLst/>
              <a:ahLst/>
              <a:cxnLst/>
              <a:rect l="l" t="t" r="r" b="b"/>
              <a:pathLst>
                <a:path w="13217" h="26553" fill="none" extrusionOk="0">
                  <a:moveTo>
                    <a:pt x="6939" y="0"/>
                  </a:moveTo>
                  <a:lnTo>
                    <a:pt x="6939" y="0"/>
                  </a:lnTo>
                  <a:lnTo>
                    <a:pt x="6438" y="481"/>
                  </a:lnTo>
                  <a:lnTo>
                    <a:pt x="5896" y="1003"/>
                  </a:lnTo>
                  <a:lnTo>
                    <a:pt x="5315" y="1605"/>
                  </a:lnTo>
                  <a:lnTo>
                    <a:pt x="4693" y="2286"/>
                  </a:lnTo>
                  <a:lnTo>
                    <a:pt x="4071" y="3008"/>
                  </a:lnTo>
                  <a:lnTo>
                    <a:pt x="3450" y="3790"/>
                  </a:lnTo>
                  <a:lnTo>
                    <a:pt x="2828" y="4653"/>
                  </a:lnTo>
                  <a:lnTo>
                    <a:pt x="2507" y="5094"/>
                  </a:lnTo>
                  <a:lnTo>
                    <a:pt x="2206" y="5555"/>
                  </a:lnTo>
                  <a:lnTo>
                    <a:pt x="2206" y="5555"/>
                  </a:lnTo>
                  <a:lnTo>
                    <a:pt x="2587" y="5656"/>
                  </a:lnTo>
                  <a:lnTo>
                    <a:pt x="2968" y="5776"/>
                  </a:lnTo>
                  <a:lnTo>
                    <a:pt x="3349" y="5916"/>
                  </a:lnTo>
                  <a:lnTo>
                    <a:pt x="3690" y="6097"/>
                  </a:lnTo>
                  <a:lnTo>
                    <a:pt x="4051" y="6297"/>
                  </a:lnTo>
                  <a:lnTo>
                    <a:pt x="4372" y="6538"/>
                  </a:lnTo>
                  <a:lnTo>
                    <a:pt x="4693" y="6779"/>
                  </a:lnTo>
                  <a:lnTo>
                    <a:pt x="4994" y="7059"/>
                  </a:lnTo>
                  <a:lnTo>
                    <a:pt x="5275" y="7360"/>
                  </a:lnTo>
                  <a:lnTo>
                    <a:pt x="5535" y="7681"/>
                  </a:lnTo>
                  <a:lnTo>
                    <a:pt x="5776" y="8002"/>
                  </a:lnTo>
                  <a:lnTo>
                    <a:pt x="5997" y="8363"/>
                  </a:lnTo>
                  <a:lnTo>
                    <a:pt x="6197" y="8724"/>
                  </a:lnTo>
                  <a:lnTo>
                    <a:pt x="6358" y="9105"/>
                  </a:lnTo>
                  <a:lnTo>
                    <a:pt x="6518" y="9486"/>
                  </a:lnTo>
                  <a:lnTo>
                    <a:pt x="6618" y="9907"/>
                  </a:lnTo>
                  <a:lnTo>
                    <a:pt x="6618" y="9907"/>
                  </a:lnTo>
                  <a:lnTo>
                    <a:pt x="6698" y="10188"/>
                  </a:lnTo>
                  <a:lnTo>
                    <a:pt x="6739" y="10489"/>
                  </a:lnTo>
                  <a:lnTo>
                    <a:pt x="6779" y="10769"/>
                  </a:lnTo>
                  <a:lnTo>
                    <a:pt x="6819" y="11070"/>
                  </a:lnTo>
                  <a:lnTo>
                    <a:pt x="6839" y="11632"/>
                  </a:lnTo>
                  <a:lnTo>
                    <a:pt x="6819" y="12193"/>
                  </a:lnTo>
                  <a:lnTo>
                    <a:pt x="6739" y="12755"/>
                  </a:lnTo>
                  <a:lnTo>
                    <a:pt x="6638" y="13316"/>
                  </a:lnTo>
                  <a:lnTo>
                    <a:pt x="6498" y="13858"/>
                  </a:lnTo>
                  <a:lnTo>
                    <a:pt x="6338" y="14379"/>
                  </a:lnTo>
                  <a:lnTo>
                    <a:pt x="6137" y="14921"/>
                  </a:lnTo>
                  <a:lnTo>
                    <a:pt x="5896" y="15442"/>
                  </a:lnTo>
                  <a:lnTo>
                    <a:pt x="5656" y="15944"/>
                  </a:lnTo>
                  <a:lnTo>
                    <a:pt x="5375" y="16445"/>
                  </a:lnTo>
                  <a:lnTo>
                    <a:pt x="5074" y="16946"/>
                  </a:lnTo>
                  <a:lnTo>
                    <a:pt x="4773" y="17428"/>
                  </a:lnTo>
                  <a:lnTo>
                    <a:pt x="4452" y="17909"/>
                  </a:lnTo>
                  <a:lnTo>
                    <a:pt x="4111" y="18370"/>
                  </a:lnTo>
                  <a:lnTo>
                    <a:pt x="4111" y="18370"/>
                  </a:lnTo>
                  <a:lnTo>
                    <a:pt x="3570" y="19092"/>
                  </a:lnTo>
                  <a:lnTo>
                    <a:pt x="3029" y="19794"/>
                  </a:lnTo>
                  <a:lnTo>
                    <a:pt x="1946" y="21218"/>
                  </a:lnTo>
                  <a:lnTo>
                    <a:pt x="1424" y="21940"/>
                  </a:lnTo>
                  <a:lnTo>
                    <a:pt x="923" y="22682"/>
                  </a:lnTo>
                  <a:lnTo>
                    <a:pt x="441" y="23444"/>
                  </a:lnTo>
                  <a:lnTo>
                    <a:pt x="221" y="23825"/>
                  </a:lnTo>
                  <a:lnTo>
                    <a:pt x="0" y="24206"/>
                  </a:lnTo>
                  <a:lnTo>
                    <a:pt x="0" y="24206"/>
                  </a:lnTo>
                  <a:lnTo>
                    <a:pt x="201" y="24727"/>
                  </a:lnTo>
                  <a:lnTo>
                    <a:pt x="381" y="25169"/>
                  </a:lnTo>
                  <a:lnTo>
                    <a:pt x="582" y="25570"/>
                  </a:lnTo>
                  <a:lnTo>
                    <a:pt x="762" y="25891"/>
                  </a:lnTo>
                  <a:lnTo>
                    <a:pt x="963" y="26171"/>
                  </a:lnTo>
                  <a:lnTo>
                    <a:pt x="1163" y="26372"/>
                  </a:lnTo>
                  <a:lnTo>
                    <a:pt x="1244" y="26452"/>
                  </a:lnTo>
                  <a:lnTo>
                    <a:pt x="1344" y="26492"/>
                  </a:lnTo>
                  <a:lnTo>
                    <a:pt x="1424" y="26532"/>
                  </a:lnTo>
                  <a:lnTo>
                    <a:pt x="1524" y="26552"/>
                  </a:lnTo>
                  <a:lnTo>
                    <a:pt x="1524" y="26552"/>
                  </a:lnTo>
                  <a:lnTo>
                    <a:pt x="1544" y="26552"/>
                  </a:lnTo>
                  <a:lnTo>
                    <a:pt x="1544" y="26552"/>
                  </a:lnTo>
                  <a:lnTo>
                    <a:pt x="1605" y="26552"/>
                  </a:lnTo>
                  <a:lnTo>
                    <a:pt x="1685" y="26532"/>
                  </a:lnTo>
                  <a:lnTo>
                    <a:pt x="1805" y="26452"/>
                  </a:lnTo>
                  <a:lnTo>
                    <a:pt x="1946" y="26332"/>
                  </a:lnTo>
                  <a:lnTo>
                    <a:pt x="2086" y="26151"/>
                  </a:lnTo>
                  <a:lnTo>
                    <a:pt x="2226" y="25951"/>
                  </a:lnTo>
                  <a:lnTo>
                    <a:pt x="2367" y="25710"/>
                  </a:lnTo>
                  <a:lnTo>
                    <a:pt x="2708" y="25088"/>
                  </a:lnTo>
                  <a:lnTo>
                    <a:pt x="3510" y="23504"/>
                  </a:lnTo>
                  <a:lnTo>
                    <a:pt x="4011" y="22541"/>
                  </a:lnTo>
                  <a:lnTo>
                    <a:pt x="4593" y="21539"/>
                  </a:lnTo>
                  <a:lnTo>
                    <a:pt x="4914" y="20997"/>
                  </a:lnTo>
                  <a:lnTo>
                    <a:pt x="5255" y="20456"/>
                  </a:lnTo>
                  <a:lnTo>
                    <a:pt x="5616" y="19894"/>
                  </a:lnTo>
                  <a:lnTo>
                    <a:pt x="6017" y="19353"/>
                  </a:lnTo>
                  <a:lnTo>
                    <a:pt x="6418" y="18771"/>
                  </a:lnTo>
                  <a:lnTo>
                    <a:pt x="6879" y="18210"/>
                  </a:lnTo>
                  <a:lnTo>
                    <a:pt x="7360" y="17648"/>
                  </a:lnTo>
                  <a:lnTo>
                    <a:pt x="7862" y="17087"/>
                  </a:lnTo>
                  <a:lnTo>
                    <a:pt x="8403" y="16545"/>
                  </a:lnTo>
                  <a:lnTo>
                    <a:pt x="8985" y="15984"/>
                  </a:lnTo>
                  <a:lnTo>
                    <a:pt x="9586" y="15442"/>
                  </a:lnTo>
                  <a:lnTo>
                    <a:pt x="10248" y="14921"/>
                  </a:lnTo>
                  <a:lnTo>
                    <a:pt x="10930" y="14419"/>
                  </a:lnTo>
                  <a:lnTo>
                    <a:pt x="11652" y="13918"/>
                  </a:lnTo>
                  <a:lnTo>
                    <a:pt x="12414" y="13457"/>
                  </a:lnTo>
                  <a:lnTo>
                    <a:pt x="13216" y="13016"/>
                  </a:lnTo>
                  <a:lnTo>
                    <a:pt x="13216" y="13016"/>
                  </a:lnTo>
                  <a:lnTo>
                    <a:pt x="12635" y="12253"/>
                  </a:lnTo>
                  <a:lnTo>
                    <a:pt x="12073" y="11491"/>
                  </a:lnTo>
                  <a:lnTo>
                    <a:pt x="11552" y="10729"/>
                  </a:lnTo>
                  <a:lnTo>
                    <a:pt x="11050" y="9947"/>
                  </a:lnTo>
                  <a:lnTo>
                    <a:pt x="10569" y="9145"/>
                  </a:lnTo>
                  <a:lnTo>
                    <a:pt x="10108" y="8343"/>
                  </a:lnTo>
                  <a:lnTo>
                    <a:pt x="9687" y="7521"/>
                  </a:lnTo>
                  <a:lnTo>
                    <a:pt x="9286" y="6698"/>
                  </a:lnTo>
                  <a:lnTo>
                    <a:pt x="8904" y="5876"/>
                  </a:lnTo>
                  <a:lnTo>
                    <a:pt x="8544" y="5054"/>
                  </a:lnTo>
                  <a:lnTo>
                    <a:pt x="8223" y="4212"/>
                  </a:lnTo>
                  <a:lnTo>
                    <a:pt x="7922" y="3369"/>
                  </a:lnTo>
                  <a:lnTo>
                    <a:pt x="7641" y="2527"/>
                  </a:lnTo>
                  <a:lnTo>
                    <a:pt x="7380" y="1685"/>
                  </a:lnTo>
                  <a:lnTo>
                    <a:pt x="7160" y="842"/>
                  </a:lnTo>
                  <a:lnTo>
                    <a:pt x="693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5742;p22"/>
            <p:cNvSpPr/>
            <p:nvPr/>
          </p:nvSpPr>
          <p:spPr>
            <a:xfrm>
              <a:off x="11839900" y="4786775"/>
              <a:ext cx="403625" cy="694925"/>
            </a:xfrm>
            <a:custGeom>
              <a:avLst/>
              <a:gdLst/>
              <a:ahLst/>
              <a:cxnLst/>
              <a:rect l="l" t="t" r="r" b="b"/>
              <a:pathLst>
                <a:path w="16145" h="27797" extrusionOk="0">
                  <a:moveTo>
                    <a:pt x="6598" y="1"/>
                  </a:moveTo>
                  <a:lnTo>
                    <a:pt x="0" y="13397"/>
                  </a:lnTo>
                  <a:lnTo>
                    <a:pt x="502" y="13598"/>
                  </a:lnTo>
                  <a:lnTo>
                    <a:pt x="963" y="13818"/>
                  </a:lnTo>
                  <a:lnTo>
                    <a:pt x="1424" y="14039"/>
                  </a:lnTo>
                  <a:lnTo>
                    <a:pt x="1865" y="14280"/>
                  </a:lnTo>
                  <a:lnTo>
                    <a:pt x="2728" y="14761"/>
                  </a:lnTo>
                  <a:lnTo>
                    <a:pt x="3550" y="15262"/>
                  </a:lnTo>
                  <a:lnTo>
                    <a:pt x="4312" y="15804"/>
                  </a:lnTo>
                  <a:lnTo>
                    <a:pt x="5034" y="16345"/>
                  </a:lnTo>
                  <a:lnTo>
                    <a:pt x="5696" y="16927"/>
                  </a:lnTo>
                  <a:lnTo>
                    <a:pt x="6337" y="17488"/>
                  </a:lnTo>
                  <a:lnTo>
                    <a:pt x="6939" y="18090"/>
                  </a:lnTo>
                  <a:lnTo>
                    <a:pt x="7501" y="18692"/>
                  </a:lnTo>
                  <a:lnTo>
                    <a:pt x="8022" y="19293"/>
                  </a:lnTo>
                  <a:lnTo>
                    <a:pt x="8503" y="19895"/>
                  </a:lnTo>
                  <a:lnTo>
                    <a:pt x="8965" y="20497"/>
                  </a:lnTo>
                  <a:lnTo>
                    <a:pt x="9386" y="21098"/>
                  </a:lnTo>
                  <a:lnTo>
                    <a:pt x="9787" y="21680"/>
                  </a:lnTo>
                  <a:lnTo>
                    <a:pt x="10148" y="22261"/>
                  </a:lnTo>
                  <a:lnTo>
                    <a:pt x="10489" y="22843"/>
                  </a:lnTo>
                  <a:lnTo>
                    <a:pt x="10810" y="23384"/>
                  </a:lnTo>
                  <a:lnTo>
                    <a:pt x="11371" y="24427"/>
                  </a:lnTo>
                  <a:lnTo>
                    <a:pt x="12274" y="26212"/>
                  </a:lnTo>
                  <a:lnTo>
                    <a:pt x="12635" y="26874"/>
                  </a:lnTo>
                  <a:lnTo>
                    <a:pt x="12795" y="27155"/>
                  </a:lnTo>
                  <a:lnTo>
                    <a:pt x="12955" y="27395"/>
                  </a:lnTo>
                  <a:lnTo>
                    <a:pt x="13096" y="27576"/>
                  </a:lnTo>
                  <a:lnTo>
                    <a:pt x="13236" y="27696"/>
                  </a:lnTo>
                  <a:lnTo>
                    <a:pt x="13377" y="27776"/>
                  </a:lnTo>
                  <a:lnTo>
                    <a:pt x="13457" y="27796"/>
                  </a:lnTo>
                  <a:lnTo>
                    <a:pt x="13517" y="27796"/>
                  </a:lnTo>
                  <a:lnTo>
                    <a:pt x="13597" y="27776"/>
                  </a:lnTo>
                  <a:lnTo>
                    <a:pt x="13657" y="27756"/>
                  </a:lnTo>
                  <a:lnTo>
                    <a:pt x="13818" y="27676"/>
                  </a:lnTo>
                  <a:lnTo>
                    <a:pt x="13978" y="27536"/>
                  </a:lnTo>
                  <a:lnTo>
                    <a:pt x="14119" y="27335"/>
                  </a:lnTo>
                  <a:lnTo>
                    <a:pt x="14279" y="27115"/>
                  </a:lnTo>
                  <a:lnTo>
                    <a:pt x="14439" y="26834"/>
                  </a:lnTo>
                  <a:lnTo>
                    <a:pt x="14600" y="26533"/>
                  </a:lnTo>
                  <a:lnTo>
                    <a:pt x="14760" y="26172"/>
                  </a:lnTo>
                  <a:lnTo>
                    <a:pt x="14961" y="25630"/>
                  </a:lnTo>
                  <a:lnTo>
                    <a:pt x="15161" y="25009"/>
                  </a:lnTo>
                  <a:lnTo>
                    <a:pt x="15362" y="24347"/>
                  </a:lnTo>
                  <a:lnTo>
                    <a:pt x="15542" y="23625"/>
                  </a:lnTo>
                  <a:lnTo>
                    <a:pt x="15703" y="22863"/>
                  </a:lnTo>
                  <a:lnTo>
                    <a:pt x="15843" y="22061"/>
                  </a:lnTo>
                  <a:lnTo>
                    <a:pt x="15944" y="21198"/>
                  </a:lnTo>
                  <a:lnTo>
                    <a:pt x="16044" y="20336"/>
                  </a:lnTo>
                  <a:lnTo>
                    <a:pt x="16104" y="19434"/>
                  </a:lnTo>
                  <a:lnTo>
                    <a:pt x="16144" y="18491"/>
                  </a:lnTo>
                  <a:lnTo>
                    <a:pt x="16144" y="17569"/>
                  </a:lnTo>
                  <a:lnTo>
                    <a:pt x="16104" y="16606"/>
                  </a:lnTo>
                  <a:lnTo>
                    <a:pt x="16024" y="15663"/>
                  </a:lnTo>
                  <a:lnTo>
                    <a:pt x="15903" y="14721"/>
                  </a:lnTo>
                  <a:lnTo>
                    <a:pt x="15743" y="13778"/>
                  </a:lnTo>
                  <a:lnTo>
                    <a:pt x="15643" y="13297"/>
                  </a:lnTo>
                  <a:lnTo>
                    <a:pt x="15522" y="12836"/>
                  </a:lnTo>
                  <a:lnTo>
                    <a:pt x="15402" y="12374"/>
                  </a:lnTo>
                  <a:lnTo>
                    <a:pt x="15262" y="11933"/>
                  </a:lnTo>
                  <a:lnTo>
                    <a:pt x="14961" y="11051"/>
                  </a:lnTo>
                  <a:lnTo>
                    <a:pt x="14640" y="10209"/>
                  </a:lnTo>
                  <a:lnTo>
                    <a:pt x="14259" y="9386"/>
                  </a:lnTo>
                  <a:lnTo>
                    <a:pt x="13878" y="8584"/>
                  </a:lnTo>
                  <a:lnTo>
                    <a:pt x="13457" y="7822"/>
                  </a:lnTo>
                  <a:lnTo>
                    <a:pt x="13016" y="7080"/>
                  </a:lnTo>
                  <a:lnTo>
                    <a:pt x="12554" y="6378"/>
                  </a:lnTo>
                  <a:lnTo>
                    <a:pt x="12093" y="5716"/>
                  </a:lnTo>
                  <a:lnTo>
                    <a:pt x="11612" y="5075"/>
                  </a:lnTo>
                  <a:lnTo>
                    <a:pt x="11150" y="4473"/>
                  </a:lnTo>
                  <a:lnTo>
                    <a:pt x="10669" y="3911"/>
                  </a:lnTo>
                  <a:lnTo>
                    <a:pt x="10208" y="3370"/>
                  </a:lnTo>
                  <a:lnTo>
                    <a:pt x="9747" y="2869"/>
                  </a:lnTo>
                  <a:lnTo>
                    <a:pt x="9305" y="2407"/>
                  </a:lnTo>
                  <a:lnTo>
                    <a:pt x="8884" y="1986"/>
                  </a:lnTo>
                  <a:lnTo>
                    <a:pt x="8403" y="1525"/>
                  </a:lnTo>
                  <a:lnTo>
                    <a:pt x="7962" y="1144"/>
                  </a:lnTo>
                  <a:lnTo>
                    <a:pt x="7240" y="522"/>
                  </a:lnTo>
                  <a:lnTo>
                    <a:pt x="6759" y="121"/>
                  </a:lnTo>
                  <a:lnTo>
                    <a:pt x="65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5743;p22"/>
            <p:cNvSpPr/>
            <p:nvPr/>
          </p:nvSpPr>
          <p:spPr>
            <a:xfrm>
              <a:off x="11839900" y="4786775"/>
              <a:ext cx="403625" cy="694925"/>
            </a:xfrm>
            <a:custGeom>
              <a:avLst/>
              <a:gdLst/>
              <a:ahLst/>
              <a:cxnLst/>
              <a:rect l="l" t="t" r="r" b="b"/>
              <a:pathLst>
                <a:path w="16145" h="27797" fill="none" extrusionOk="0">
                  <a:moveTo>
                    <a:pt x="14760" y="26172"/>
                  </a:moveTo>
                  <a:lnTo>
                    <a:pt x="14760" y="26172"/>
                  </a:lnTo>
                  <a:lnTo>
                    <a:pt x="14600" y="26533"/>
                  </a:lnTo>
                  <a:lnTo>
                    <a:pt x="14439" y="26834"/>
                  </a:lnTo>
                  <a:lnTo>
                    <a:pt x="14279" y="27115"/>
                  </a:lnTo>
                  <a:lnTo>
                    <a:pt x="14119" y="27335"/>
                  </a:lnTo>
                  <a:lnTo>
                    <a:pt x="13978" y="27536"/>
                  </a:lnTo>
                  <a:lnTo>
                    <a:pt x="13818" y="27676"/>
                  </a:lnTo>
                  <a:lnTo>
                    <a:pt x="13657" y="27756"/>
                  </a:lnTo>
                  <a:lnTo>
                    <a:pt x="13597" y="27776"/>
                  </a:lnTo>
                  <a:lnTo>
                    <a:pt x="13517" y="27796"/>
                  </a:lnTo>
                  <a:lnTo>
                    <a:pt x="13517" y="27796"/>
                  </a:lnTo>
                  <a:lnTo>
                    <a:pt x="13457" y="27796"/>
                  </a:lnTo>
                  <a:lnTo>
                    <a:pt x="13377" y="27776"/>
                  </a:lnTo>
                  <a:lnTo>
                    <a:pt x="13236" y="27696"/>
                  </a:lnTo>
                  <a:lnTo>
                    <a:pt x="13096" y="27576"/>
                  </a:lnTo>
                  <a:lnTo>
                    <a:pt x="12955" y="27395"/>
                  </a:lnTo>
                  <a:lnTo>
                    <a:pt x="12795" y="27155"/>
                  </a:lnTo>
                  <a:lnTo>
                    <a:pt x="12635" y="26874"/>
                  </a:lnTo>
                  <a:lnTo>
                    <a:pt x="12274" y="26212"/>
                  </a:lnTo>
                  <a:lnTo>
                    <a:pt x="11371" y="24427"/>
                  </a:lnTo>
                  <a:lnTo>
                    <a:pt x="10810" y="23384"/>
                  </a:lnTo>
                  <a:lnTo>
                    <a:pt x="10489" y="22843"/>
                  </a:lnTo>
                  <a:lnTo>
                    <a:pt x="10148" y="22261"/>
                  </a:lnTo>
                  <a:lnTo>
                    <a:pt x="9787" y="21680"/>
                  </a:lnTo>
                  <a:lnTo>
                    <a:pt x="9386" y="21098"/>
                  </a:lnTo>
                  <a:lnTo>
                    <a:pt x="8965" y="20497"/>
                  </a:lnTo>
                  <a:lnTo>
                    <a:pt x="8503" y="19895"/>
                  </a:lnTo>
                  <a:lnTo>
                    <a:pt x="8022" y="19293"/>
                  </a:lnTo>
                  <a:lnTo>
                    <a:pt x="7501" y="18692"/>
                  </a:lnTo>
                  <a:lnTo>
                    <a:pt x="6939" y="18090"/>
                  </a:lnTo>
                  <a:lnTo>
                    <a:pt x="6337" y="17488"/>
                  </a:lnTo>
                  <a:lnTo>
                    <a:pt x="5696" y="16927"/>
                  </a:lnTo>
                  <a:lnTo>
                    <a:pt x="5034" y="16345"/>
                  </a:lnTo>
                  <a:lnTo>
                    <a:pt x="4312" y="15804"/>
                  </a:lnTo>
                  <a:lnTo>
                    <a:pt x="3550" y="15262"/>
                  </a:lnTo>
                  <a:lnTo>
                    <a:pt x="2728" y="14761"/>
                  </a:lnTo>
                  <a:lnTo>
                    <a:pt x="1865" y="14280"/>
                  </a:lnTo>
                  <a:lnTo>
                    <a:pt x="1424" y="14039"/>
                  </a:lnTo>
                  <a:lnTo>
                    <a:pt x="963" y="13818"/>
                  </a:lnTo>
                  <a:lnTo>
                    <a:pt x="502" y="13598"/>
                  </a:lnTo>
                  <a:lnTo>
                    <a:pt x="0" y="13397"/>
                  </a:lnTo>
                  <a:lnTo>
                    <a:pt x="6598" y="1"/>
                  </a:lnTo>
                  <a:lnTo>
                    <a:pt x="6598" y="1"/>
                  </a:lnTo>
                  <a:lnTo>
                    <a:pt x="6759" y="121"/>
                  </a:lnTo>
                  <a:lnTo>
                    <a:pt x="7240" y="522"/>
                  </a:lnTo>
                  <a:lnTo>
                    <a:pt x="7962" y="1144"/>
                  </a:lnTo>
                  <a:lnTo>
                    <a:pt x="8403" y="1525"/>
                  </a:lnTo>
                  <a:lnTo>
                    <a:pt x="8884" y="1986"/>
                  </a:lnTo>
                  <a:lnTo>
                    <a:pt x="8884" y="1986"/>
                  </a:lnTo>
                  <a:lnTo>
                    <a:pt x="9305" y="2407"/>
                  </a:lnTo>
                  <a:lnTo>
                    <a:pt x="9747" y="2869"/>
                  </a:lnTo>
                  <a:lnTo>
                    <a:pt x="10208" y="3370"/>
                  </a:lnTo>
                  <a:lnTo>
                    <a:pt x="10669" y="3911"/>
                  </a:lnTo>
                  <a:lnTo>
                    <a:pt x="11150" y="4473"/>
                  </a:lnTo>
                  <a:lnTo>
                    <a:pt x="11612" y="5075"/>
                  </a:lnTo>
                  <a:lnTo>
                    <a:pt x="12093" y="5716"/>
                  </a:lnTo>
                  <a:lnTo>
                    <a:pt x="12554" y="6378"/>
                  </a:lnTo>
                  <a:lnTo>
                    <a:pt x="13016" y="7080"/>
                  </a:lnTo>
                  <a:lnTo>
                    <a:pt x="13457" y="7822"/>
                  </a:lnTo>
                  <a:lnTo>
                    <a:pt x="13878" y="8584"/>
                  </a:lnTo>
                  <a:lnTo>
                    <a:pt x="14259" y="9386"/>
                  </a:lnTo>
                  <a:lnTo>
                    <a:pt x="14640" y="10209"/>
                  </a:lnTo>
                  <a:lnTo>
                    <a:pt x="14961" y="11051"/>
                  </a:lnTo>
                  <a:lnTo>
                    <a:pt x="15262" y="11933"/>
                  </a:lnTo>
                  <a:lnTo>
                    <a:pt x="15402" y="12374"/>
                  </a:lnTo>
                  <a:lnTo>
                    <a:pt x="15522" y="12836"/>
                  </a:lnTo>
                  <a:lnTo>
                    <a:pt x="15522" y="12836"/>
                  </a:lnTo>
                  <a:lnTo>
                    <a:pt x="15643" y="13297"/>
                  </a:lnTo>
                  <a:lnTo>
                    <a:pt x="15743" y="13778"/>
                  </a:lnTo>
                  <a:lnTo>
                    <a:pt x="15903" y="14721"/>
                  </a:lnTo>
                  <a:lnTo>
                    <a:pt x="16024" y="15663"/>
                  </a:lnTo>
                  <a:lnTo>
                    <a:pt x="16104" y="16606"/>
                  </a:lnTo>
                  <a:lnTo>
                    <a:pt x="16144" y="17569"/>
                  </a:lnTo>
                  <a:lnTo>
                    <a:pt x="16144" y="18491"/>
                  </a:lnTo>
                  <a:lnTo>
                    <a:pt x="16104" y="19434"/>
                  </a:lnTo>
                  <a:lnTo>
                    <a:pt x="16044" y="20336"/>
                  </a:lnTo>
                  <a:lnTo>
                    <a:pt x="15944" y="21198"/>
                  </a:lnTo>
                  <a:lnTo>
                    <a:pt x="15843" y="22061"/>
                  </a:lnTo>
                  <a:lnTo>
                    <a:pt x="15703" y="22863"/>
                  </a:lnTo>
                  <a:lnTo>
                    <a:pt x="15542" y="23625"/>
                  </a:lnTo>
                  <a:lnTo>
                    <a:pt x="15362" y="24347"/>
                  </a:lnTo>
                  <a:lnTo>
                    <a:pt x="15161" y="25009"/>
                  </a:lnTo>
                  <a:lnTo>
                    <a:pt x="14961" y="25630"/>
                  </a:lnTo>
                  <a:lnTo>
                    <a:pt x="14760" y="2617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5744;p22"/>
            <p:cNvSpPr/>
            <p:nvPr/>
          </p:nvSpPr>
          <p:spPr>
            <a:xfrm>
              <a:off x="11885525" y="4817875"/>
              <a:ext cx="323400" cy="663825"/>
            </a:xfrm>
            <a:custGeom>
              <a:avLst/>
              <a:gdLst/>
              <a:ahLst/>
              <a:cxnLst/>
              <a:rect l="l" t="t" r="r" b="b"/>
              <a:pathLst>
                <a:path w="12936" h="26553" extrusionOk="0">
                  <a:moveTo>
                    <a:pt x="6277" y="0"/>
                  </a:moveTo>
                  <a:lnTo>
                    <a:pt x="6117" y="622"/>
                  </a:lnTo>
                  <a:lnTo>
                    <a:pt x="5956" y="1223"/>
                  </a:lnTo>
                  <a:lnTo>
                    <a:pt x="5796" y="1825"/>
                  </a:lnTo>
                  <a:lnTo>
                    <a:pt x="5615" y="2427"/>
                  </a:lnTo>
                  <a:lnTo>
                    <a:pt x="5415" y="3048"/>
                  </a:lnTo>
                  <a:lnTo>
                    <a:pt x="5194" y="3650"/>
                  </a:lnTo>
                  <a:lnTo>
                    <a:pt x="4974" y="4252"/>
                  </a:lnTo>
                  <a:lnTo>
                    <a:pt x="4753" y="4853"/>
                  </a:lnTo>
                  <a:lnTo>
                    <a:pt x="4492" y="5455"/>
                  </a:lnTo>
                  <a:lnTo>
                    <a:pt x="4232" y="6057"/>
                  </a:lnTo>
                  <a:lnTo>
                    <a:pt x="3951" y="6658"/>
                  </a:lnTo>
                  <a:lnTo>
                    <a:pt x="3670" y="7240"/>
                  </a:lnTo>
                  <a:lnTo>
                    <a:pt x="3369" y="7821"/>
                  </a:lnTo>
                  <a:lnTo>
                    <a:pt x="3068" y="8423"/>
                  </a:lnTo>
                  <a:lnTo>
                    <a:pt x="2728" y="8985"/>
                  </a:lnTo>
                  <a:lnTo>
                    <a:pt x="2387" y="9566"/>
                  </a:lnTo>
                  <a:lnTo>
                    <a:pt x="1845" y="10449"/>
                  </a:lnTo>
                  <a:lnTo>
                    <a:pt x="1264" y="11311"/>
                  </a:lnTo>
                  <a:lnTo>
                    <a:pt x="642" y="12173"/>
                  </a:lnTo>
                  <a:lnTo>
                    <a:pt x="0" y="12996"/>
                  </a:lnTo>
                  <a:lnTo>
                    <a:pt x="802" y="13457"/>
                  </a:lnTo>
                  <a:lnTo>
                    <a:pt x="1564" y="13918"/>
                  </a:lnTo>
                  <a:lnTo>
                    <a:pt x="2286" y="14419"/>
                  </a:lnTo>
                  <a:lnTo>
                    <a:pt x="2968" y="14921"/>
                  </a:lnTo>
                  <a:lnTo>
                    <a:pt x="3630" y="15442"/>
                  </a:lnTo>
                  <a:lnTo>
                    <a:pt x="4232" y="15984"/>
                  </a:lnTo>
                  <a:lnTo>
                    <a:pt x="4813" y="16525"/>
                  </a:lnTo>
                  <a:lnTo>
                    <a:pt x="5355" y="17087"/>
                  </a:lnTo>
                  <a:lnTo>
                    <a:pt x="5856" y="17648"/>
                  </a:lnTo>
                  <a:lnTo>
                    <a:pt x="6337" y="18210"/>
                  </a:lnTo>
                  <a:lnTo>
                    <a:pt x="6779" y="18771"/>
                  </a:lnTo>
                  <a:lnTo>
                    <a:pt x="7200" y="19333"/>
                  </a:lnTo>
                  <a:lnTo>
                    <a:pt x="7601" y="19894"/>
                  </a:lnTo>
                  <a:lnTo>
                    <a:pt x="7962" y="20456"/>
                  </a:lnTo>
                  <a:lnTo>
                    <a:pt x="8303" y="20997"/>
                  </a:lnTo>
                  <a:lnTo>
                    <a:pt x="8624" y="21519"/>
                  </a:lnTo>
                  <a:lnTo>
                    <a:pt x="9205" y="22541"/>
                  </a:lnTo>
                  <a:lnTo>
                    <a:pt x="9707" y="23504"/>
                  </a:lnTo>
                  <a:lnTo>
                    <a:pt x="10509" y="25088"/>
                  </a:lnTo>
                  <a:lnTo>
                    <a:pt x="10850" y="25710"/>
                  </a:lnTo>
                  <a:lnTo>
                    <a:pt x="10990" y="25951"/>
                  </a:lnTo>
                  <a:lnTo>
                    <a:pt x="11130" y="26151"/>
                  </a:lnTo>
                  <a:lnTo>
                    <a:pt x="11271" y="26332"/>
                  </a:lnTo>
                  <a:lnTo>
                    <a:pt x="11411" y="26452"/>
                  </a:lnTo>
                  <a:lnTo>
                    <a:pt x="11531" y="26532"/>
                  </a:lnTo>
                  <a:lnTo>
                    <a:pt x="11612" y="26552"/>
                  </a:lnTo>
                  <a:lnTo>
                    <a:pt x="11692" y="26552"/>
                  </a:lnTo>
                  <a:lnTo>
                    <a:pt x="11772" y="26532"/>
                  </a:lnTo>
                  <a:lnTo>
                    <a:pt x="11832" y="26512"/>
                  </a:lnTo>
                  <a:lnTo>
                    <a:pt x="11993" y="26432"/>
                  </a:lnTo>
                  <a:lnTo>
                    <a:pt x="12153" y="26292"/>
                  </a:lnTo>
                  <a:lnTo>
                    <a:pt x="12294" y="26091"/>
                  </a:lnTo>
                  <a:lnTo>
                    <a:pt x="12454" y="25871"/>
                  </a:lnTo>
                  <a:lnTo>
                    <a:pt x="12614" y="25590"/>
                  </a:lnTo>
                  <a:lnTo>
                    <a:pt x="12775" y="25289"/>
                  </a:lnTo>
                  <a:lnTo>
                    <a:pt x="12935" y="24928"/>
                  </a:lnTo>
                  <a:lnTo>
                    <a:pt x="12815" y="24005"/>
                  </a:lnTo>
                  <a:lnTo>
                    <a:pt x="12695" y="23223"/>
                  </a:lnTo>
                  <a:lnTo>
                    <a:pt x="12554" y="22461"/>
                  </a:lnTo>
                  <a:lnTo>
                    <a:pt x="12394" y="21699"/>
                  </a:lnTo>
                  <a:lnTo>
                    <a:pt x="12193" y="20937"/>
                  </a:lnTo>
                  <a:lnTo>
                    <a:pt x="11973" y="20195"/>
                  </a:lnTo>
                  <a:lnTo>
                    <a:pt x="11732" y="19453"/>
                  </a:lnTo>
                  <a:lnTo>
                    <a:pt x="11431" y="18731"/>
                  </a:lnTo>
                  <a:lnTo>
                    <a:pt x="11110" y="18009"/>
                  </a:lnTo>
                  <a:lnTo>
                    <a:pt x="10910" y="17648"/>
                  </a:lnTo>
                  <a:lnTo>
                    <a:pt x="10709" y="17287"/>
                  </a:lnTo>
                  <a:lnTo>
                    <a:pt x="10288" y="16585"/>
                  </a:lnTo>
                  <a:lnTo>
                    <a:pt x="9827" y="15883"/>
                  </a:lnTo>
                  <a:lnTo>
                    <a:pt x="9346" y="15202"/>
                  </a:lnTo>
                  <a:lnTo>
                    <a:pt x="8383" y="13858"/>
                  </a:lnTo>
                  <a:lnTo>
                    <a:pt x="7902" y="13176"/>
                  </a:lnTo>
                  <a:lnTo>
                    <a:pt x="7440" y="12494"/>
                  </a:lnTo>
                  <a:lnTo>
                    <a:pt x="7039" y="11812"/>
                  </a:lnTo>
                  <a:lnTo>
                    <a:pt x="6658" y="11110"/>
                  </a:lnTo>
                  <a:lnTo>
                    <a:pt x="6297" y="10388"/>
                  </a:lnTo>
                  <a:lnTo>
                    <a:pt x="5996" y="9646"/>
                  </a:lnTo>
                  <a:lnTo>
                    <a:pt x="5876" y="9265"/>
                  </a:lnTo>
                  <a:lnTo>
                    <a:pt x="5756" y="8884"/>
                  </a:lnTo>
                  <a:lnTo>
                    <a:pt x="5635" y="8503"/>
                  </a:lnTo>
                  <a:lnTo>
                    <a:pt x="5555" y="8102"/>
                  </a:lnTo>
                  <a:lnTo>
                    <a:pt x="5455" y="7721"/>
                  </a:lnTo>
                  <a:lnTo>
                    <a:pt x="5395" y="7320"/>
                  </a:lnTo>
                  <a:lnTo>
                    <a:pt x="5335" y="6939"/>
                  </a:lnTo>
                  <a:lnTo>
                    <a:pt x="5295" y="6538"/>
                  </a:lnTo>
                  <a:lnTo>
                    <a:pt x="5274" y="6157"/>
                  </a:lnTo>
                  <a:lnTo>
                    <a:pt x="5274" y="5776"/>
                  </a:lnTo>
                  <a:lnTo>
                    <a:pt x="5274" y="5375"/>
                  </a:lnTo>
                  <a:lnTo>
                    <a:pt x="5295" y="4994"/>
                  </a:lnTo>
                  <a:lnTo>
                    <a:pt x="5335" y="4613"/>
                  </a:lnTo>
                  <a:lnTo>
                    <a:pt x="5395" y="4232"/>
                  </a:lnTo>
                  <a:lnTo>
                    <a:pt x="5475" y="3851"/>
                  </a:lnTo>
                  <a:lnTo>
                    <a:pt x="5575" y="3490"/>
                  </a:lnTo>
                  <a:lnTo>
                    <a:pt x="5696" y="3129"/>
                  </a:lnTo>
                  <a:lnTo>
                    <a:pt x="5816" y="2768"/>
                  </a:lnTo>
                  <a:lnTo>
                    <a:pt x="5976" y="2407"/>
                  </a:lnTo>
                  <a:lnTo>
                    <a:pt x="6157" y="2066"/>
                  </a:lnTo>
                  <a:lnTo>
                    <a:pt x="6337" y="1725"/>
                  </a:lnTo>
                  <a:lnTo>
                    <a:pt x="6558" y="1384"/>
                  </a:lnTo>
                  <a:lnTo>
                    <a:pt x="6799" y="1063"/>
                  </a:lnTo>
                  <a:lnTo>
                    <a:pt x="7059" y="742"/>
                  </a:lnTo>
                  <a:lnTo>
                    <a:pt x="627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22"/>
            <p:cNvSpPr/>
            <p:nvPr/>
          </p:nvSpPr>
          <p:spPr>
            <a:xfrm>
              <a:off x="11885525" y="4817875"/>
              <a:ext cx="323400" cy="663825"/>
            </a:xfrm>
            <a:custGeom>
              <a:avLst/>
              <a:gdLst/>
              <a:ahLst/>
              <a:cxnLst/>
              <a:rect l="l" t="t" r="r" b="b"/>
              <a:pathLst>
                <a:path w="12936" h="26553" fill="none" extrusionOk="0">
                  <a:moveTo>
                    <a:pt x="6277" y="0"/>
                  </a:moveTo>
                  <a:lnTo>
                    <a:pt x="6277" y="0"/>
                  </a:lnTo>
                  <a:lnTo>
                    <a:pt x="6117" y="622"/>
                  </a:lnTo>
                  <a:lnTo>
                    <a:pt x="5956" y="1223"/>
                  </a:lnTo>
                  <a:lnTo>
                    <a:pt x="5796" y="1825"/>
                  </a:lnTo>
                  <a:lnTo>
                    <a:pt x="5615" y="2427"/>
                  </a:lnTo>
                  <a:lnTo>
                    <a:pt x="5415" y="3048"/>
                  </a:lnTo>
                  <a:lnTo>
                    <a:pt x="5194" y="3650"/>
                  </a:lnTo>
                  <a:lnTo>
                    <a:pt x="4974" y="4252"/>
                  </a:lnTo>
                  <a:lnTo>
                    <a:pt x="4753" y="4853"/>
                  </a:lnTo>
                  <a:lnTo>
                    <a:pt x="4492" y="5455"/>
                  </a:lnTo>
                  <a:lnTo>
                    <a:pt x="4232" y="6057"/>
                  </a:lnTo>
                  <a:lnTo>
                    <a:pt x="3951" y="6658"/>
                  </a:lnTo>
                  <a:lnTo>
                    <a:pt x="3670" y="7240"/>
                  </a:lnTo>
                  <a:lnTo>
                    <a:pt x="3369" y="7821"/>
                  </a:lnTo>
                  <a:lnTo>
                    <a:pt x="3068" y="8423"/>
                  </a:lnTo>
                  <a:lnTo>
                    <a:pt x="2728" y="8985"/>
                  </a:lnTo>
                  <a:lnTo>
                    <a:pt x="2387" y="9566"/>
                  </a:lnTo>
                  <a:lnTo>
                    <a:pt x="2387" y="9566"/>
                  </a:lnTo>
                  <a:lnTo>
                    <a:pt x="1845" y="10449"/>
                  </a:lnTo>
                  <a:lnTo>
                    <a:pt x="1264" y="11311"/>
                  </a:lnTo>
                  <a:lnTo>
                    <a:pt x="642" y="12173"/>
                  </a:lnTo>
                  <a:lnTo>
                    <a:pt x="0" y="12996"/>
                  </a:lnTo>
                  <a:lnTo>
                    <a:pt x="0" y="12996"/>
                  </a:lnTo>
                  <a:lnTo>
                    <a:pt x="802" y="13457"/>
                  </a:lnTo>
                  <a:lnTo>
                    <a:pt x="1564" y="13918"/>
                  </a:lnTo>
                  <a:lnTo>
                    <a:pt x="2286" y="14419"/>
                  </a:lnTo>
                  <a:lnTo>
                    <a:pt x="2968" y="14921"/>
                  </a:lnTo>
                  <a:lnTo>
                    <a:pt x="3630" y="15442"/>
                  </a:lnTo>
                  <a:lnTo>
                    <a:pt x="4232" y="15984"/>
                  </a:lnTo>
                  <a:lnTo>
                    <a:pt x="4813" y="16525"/>
                  </a:lnTo>
                  <a:lnTo>
                    <a:pt x="5355" y="17087"/>
                  </a:lnTo>
                  <a:lnTo>
                    <a:pt x="5856" y="17648"/>
                  </a:lnTo>
                  <a:lnTo>
                    <a:pt x="6337" y="18210"/>
                  </a:lnTo>
                  <a:lnTo>
                    <a:pt x="6779" y="18771"/>
                  </a:lnTo>
                  <a:lnTo>
                    <a:pt x="7200" y="19333"/>
                  </a:lnTo>
                  <a:lnTo>
                    <a:pt x="7601" y="19894"/>
                  </a:lnTo>
                  <a:lnTo>
                    <a:pt x="7962" y="20456"/>
                  </a:lnTo>
                  <a:lnTo>
                    <a:pt x="8303" y="20997"/>
                  </a:lnTo>
                  <a:lnTo>
                    <a:pt x="8624" y="21519"/>
                  </a:lnTo>
                  <a:lnTo>
                    <a:pt x="9205" y="22541"/>
                  </a:lnTo>
                  <a:lnTo>
                    <a:pt x="9707" y="23504"/>
                  </a:lnTo>
                  <a:lnTo>
                    <a:pt x="10509" y="25088"/>
                  </a:lnTo>
                  <a:lnTo>
                    <a:pt x="10850" y="25710"/>
                  </a:lnTo>
                  <a:lnTo>
                    <a:pt x="10990" y="25951"/>
                  </a:lnTo>
                  <a:lnTo>
                    <a:pt x="11130" y="26151"/>
                  </a:lnTo>
                  <a:lnTo>
                    <a:pt x="11271" y="26332"/>
                  </a:lnTo>
                  <a:lnTo>
                    <a:pt x="11411" y="26452"/>
                  </a:lnTo>
                  <a:lnTo>
                    <a:pt x="11531" y="26532"/>
                  </a:lnTo>
                  <a:lnTo>
                    <a:pt x="11612" y="26552"/>
                  </a:lnTo>
                  <a:lnTo>
                    <a:pt x="11672" y="26552"/>
                  </a:lnTo>
                  <a:lnTo>
                    <a:pt x="11672" y="26552"/>
                  </a:lnTo>
                  <a:lnTo>
                    <a:pt x="11692" y="26552"/>
                  </a:lnTo>
                  <a:lnTo>
                    <a:pt x="11692" y="26552"/>
                  </a:lnTo>
                  <a:lnTo>
                    <a:pt x="11772" y="26532"/>
                  </a:lnTo>
                  <a:lnTo>
                    <a:pt x="11832" y="26512"/>
                  </a:lnTo>
                  <a:lnTo>
                    <a:pt x="11993" y="26432"/>
                  </a:lnTo>
                  <a:lnTo>
                    <a:pt x="12153" y="26292"/>
                  </a:lnTo>
                  <a:lnTo>
                    <a:pt x="12294" y="26091"/>
                  </a:lnTo>
                  <a:lnTo>
                    <a:pt x="12454" y="25871"/>
                  </a:lnTo>
                  <a:lnTo>
                    <a:pt x="12614" y="25590"/>
                  </a:lnTo>
                  <a:lnTo>
                    <a:pt x="12775" y="25289"/>
                  </a:lnTo>
                  <a:lnTo>
                    <a:pt x="12935" y="24928"/>
                  </a:lnTo>
                  <a:lnTo>
                    <a:pt x="12935" y="24928"/>
                  </a:lnTo>
                  <a:lnTo>
                    <a:pt x="12815" y="24005"/>
                  </a:lnTo>
                  <a:lnTo>
                    <a:pt x="12815" y="24005"/>
                  </a:lnTo>
                  <a:lnTo>
                    <a:pt x="12695" y="23223"/>
                  </a:lnTo>
                  <a:lnTo>
                    <a:pt x="12554" y="22461"/>
                  </a:lnTo>
                  <a:lnTo>
                    <a:pt x="12394" y="21699"/>
                  </a:lnTo>
                  <a:lnTo>
                    <a:pt x="12193" y="20937"/>
                  </a:lnTo>
                  <a:lnTo>
                    <a:pt x="11973" y="20195"/>
                  </a:lnTo>
                  <a:lnTo>
                    <a:pt x="11732" y="19453"/>
                  </a:lnTo>
                  <a:lnTo>
                    <a:pt x="11431" y="18731"/>
                  </a:lnTo>
                  <a:lnTo>
                    <a:pt x="11110" y="18009"/>
                  </a:lnTo>
                  <a:lnTo>
                    <a:pt x="11110" y="18009"/>
                  </a:lnTo>
                  <a:lnTo>
                    <a:pt x="10910" y="17648"/>
                  </a:lnTo>
                  <a:lnTo>
                    <a:pt x="10709" y="17287"/>
                  </a:lnTo>
                  <a:lnTo>
                    <a:pt x="10288" y="16585"/>
                  </a:lnTo>
                  <a:lnTo>
                    <a:pt x="9827" y="15883"/>
                  </a:lnTo>
                  <a:lnTo>
                    <a:pt x="9346" y="15202"/>
                  </a:lnTo>
                  <a:lnTo>
                    <a:pt x="8383" y="13858"/>
                  </a:lnTo>
                  <a:lnTo>
                    <a:pt x="7902" y="13176"/>
                  </a:lnTo>
                  <a:lnTo>
                    <a:pt x="7440" y="12494"/>
                  </a:lnTo>
                  <a:lnTo>
                    <a:pt x="7440" y="12494"/>
                  </a:lnTo>
                  <a:lnTo>
                    <a:pt x="7039" y="11812"/>
                  </a:lnTo>
                  <a:lnTo>
                    <a:pt x="6658" y="11110"/>
                  </a:lnTo>
                  <a:lnTo>
                    <a:pt x="6297" y="10388"/>
                  </a:lnTo>
                  <a:lnTo>
                    <a:pt x="5996" y="9646"/>
                  </a:lnTo>
                  <a:lnTo>
                    <a:pt x="5876" y="9265"/>
                  </a:lnTo>
                  <a:lnTo>
                    <a:pt x="5756" y="8884"/>
                  </a:lnTo>
                  <a:lnTo>
                    <a:pt x="5635" y="8503"/>
                  </a:lnTo>
                  <a:lnTo>
                    <a:pt x="5555" y="8102"/>
                  </a:lnTo>
                  <a:lnTo>
                    <a:pt x="5455" y="7721"/>
                  </a:lnTo>
                  <a:lnTo>
                    <a:pt x="5395" y="7320"/>
                  </a:lnTo>
                  <a:lnTo>
                    <a:pt x="5335" y="6939"/>
                  </a:lnTo>
                  <a:lnTo>
                    <a:pt x="5295" y="6538"/>
                  </a:lnTo>
                  <a:lnTo>
                    <a:pt x="5274" y="6157"/>
                  </a:lnTo>
                  <a:lnTo>
                    <a:pt x="5274" y="5776"/>
                  </a:lnTo>
                  <a:lnTo>
                    <a:pt x="5274" y="5375"/>
                  </a:lnTo>
                  <a:lnTo>
                    <a:pt x="5295" y="4994"/>
                  </a:lnTo>
                  <a:lnTo>
                    <a:pt x="5335" y="4613"/>
                  </a:lnTo>
                  <a:lnTo>
                    <a:pt x="5395" y="4232"/>
                  </a:lnTo>
                  <a:lnTo>
                    <a:pt x="5475" y="3851"/>
                  </a:lnTo>
                  <a:lnTo>
                    <a:pt x="5575" y="3490"/>
                  </a:lnTo>
                  <a:lnTo>
                    <a:pt x="5696" y="3129"/>
                  </a:lnTo>
                  <a:lnTo>
                    <a:pt x="5816" y="2768"/>
                  </a:lnTo>
                  <a:lnTo>
                    <a:pt x="5976" y="2407"/>
                  </a:lnTo>
                  <a:lnTo>
                    <a:pt x="6157" y="2066"/>
                  </a:lnTo>
                  <a:lnTo>
                    <a:pt x="6337" y="1725"/>
                  </a:lnTo>
                  <a:lnTo>
                    <a:pt x="6558" y="1384"/>
                  </a:lnTo>
                  <a:lnTo>
                    <a:pt x="6799" y="1063"/>
                  </a:lnTo>
                  <a:lnTo>
                    <a:pt x="7059" y="742"/>
                  </a:lnTo>
                  <a:lnTo>
                    <a:pt x="7059" y="742"/>
                  </a:lnTo>
                  <a:lnTo>
                    <a:pt x="627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22"/>
            <p:cNvSpPr/>
            <p:nvPr/>
          </p:nvSpPr>
          <p:spPr>
            <a:xfrm>
              <a:off x="11500475" y="5143750"/>
              <a:ext cx="301350" cy="119350"/>
            </a:xfrm>
            <a:custGeom>
              <a:avLst/>
              <a:gdLst/>
              <a:ahLst/>
              <a:cxnLst/>
              <a:rect l="l" t="t" r="r" b="b"/>
              <a:pathLst>
                <a:path w="12054" h="4774" extrusionOk="0">
                  <a:moveTo>
                    <a:pt x="1845" y="1"/>
                  </a:moveTo>
                  <a:lnTo>
                    <a:pt x="1645" y="21"/>
                  </a:lnTo>
                  <a:lnTo>
                    <a:pt x="1464" y="41"/>
                  </a:lnTo>
                  <a:lnTo>
                    <a:pt x="1284" y="81"/>
                  </a:lnTo>
                  <a:lnTo>
                    <a:pt x="1123" y="161"/>
                  </a:lnTo>
                  <a:lnTo>
                    <a:pt x="963" y="221"/>
                  </a:lnTo>
                  <a:lnTo>
                    <a:pt x="802" y="321"/>
                  </a:lnTo>
                  <a:lnTo>
                    <a:pt x="662" y="422"/>
                  </a:lnTo>
                  <a:lnTo>
                    <a:pt x="542" y="542"/>
                  </a:lnTo>
                  <a:lnTo>
                    <a:pt x="421" y="682"/>
                  </a:lnTo>
                  <a:lnTo>
                    <a:pt x="321" y="823"/>
                  </a:lnTo>
                  <a:lnTo>
                    <a:pt x="221" y="963"/>
                  </a:lnTo>
                  <a:lnTo>
                    <a:pt x="141" y="1144"/>
                  </a:lnTo>
                  <a:lnTo>
                    <a:pt x="81" y="1304"/>
                  </a:lnTo>
                  <a:lnTo>
                    <a:pt x="40" y="1485"/>
                  </a:lnTo>
                  <a:lnTo>
                    <a:pt x="0" y="1665"/>
                  </a:lnTo>
                  <a:lnTo>
                    <a:pt x="0" y="1846"/>
                  </a:lnTo>
                  <a:lnTo>
                    <a:pt x="0" y="2929"/>
                  </a:lnTo>
                  <a:lnTo>
                    <a:pt x="0" y="3129"/>
                  </a:lnTo>
                  <a:lnTo>
                    <a:pt x="40" y="3310"/>
                  </a:lnTo>
                  <a:lnTo>
                    <a:pt x="81" y="3490"/>
                  </a:lnTo>
                  <a:lnTo>
                    <a:pt x="141" y="3651"/>
                  </a:lnTo>
                  <a:lnTo>
                    <a:pt x="221" y="3811"/>
                  </a:lnTo>
                  <a:lnTo>
                    <a:pt x="321" y="3971"/>
                  </a:lnTo>
                  <a:lnTo>
                    <a:pt x="421" y="4112"/>
                  </a:lnTo>
                  <a:lnTo>
                    <a:pt x="542" y="4252"/>
                  </a:lnTo>
                  <a:lnTo>
                    <a:pt x="662" y="4352"/>
                  </a:lnTo>
                  <a:lnTo>
                    <a:pt x="802" y="4473"/>
                  </a:lnTo>
                  <a:lnTo>
                    <a:pt x="963" y="4553"/>
                  </a:lnTo>
                  <a:lnTo>
                    <a:pt x="1123" y="4633"/>
                  </a:lnTo>
                  <a:lnTo>
                    <a:pt x="1284" y="4693"/>
                  </a:lnTo>
                  <a:lnTo>
                    <a:pt x="1464" y="4754"/>
                  </a:lnTo>
                  <a:lnTo>
                    <a:pt x="1645" y="4774"/>
                  </a:lnTo>
                  <a:lnTo>
                    <a:pt x="10389" y="4774"/>
                  </a:lnTo>
                  <a:lnTo>
                    <a:pt x="10589" y="4754"/>
                  </a:lnTo>
                  <a:lnTo>
                    <a:pt x="10750" y="4693"/>
                  </a:lnTo>
                  <a:lnTo>
                    <a:pt x="10930" y="4633"/>
                  </a:lnTo>
                  <a:lnTo>
                    <a:pt x="11090" y="4553"/>
                  </a:lnTo>
                  <a:lnTo>
                    <a:pt x="11251" y="4473"/>
                  </a:lnTo>
                  <a:lnTo>
                    <a:pt x="11391" y="4352"/>
                  </a:lnTo>
                  <a:lnTo>
                    <a:pt x="11512" y="4252"/>
                  </a:lnTo>
                  <a:lnTo>
                    <a:pt x="11632" y="4112"/>
                  </a:lnTo>
                  <a:lnTo>
                    <a:pt x="11732" y="3971"/>
                  </a:lnTo>
                  <a:lnTo>
                    <a:pt x="11832" y="3811"/>
                  </a:lnTo>
                  <a:lnTo>
                    <a:pt x="11913" y="3651"/>
                  </a:lnTo>
                  <a:lnTo>
                    <a:pt x="11973" y="3490"/>
                  </a:lnTo>
                  <a:lnTo>
                    <a:pt x="12013" y="3310"/>
                  </a:lnTo>
                  <a:lnTo>
                    <a:pt x="12053" y="3129"/>
                  </a:lnTo>
                  <a:lnTo>
                    <a:pt x="12053" y="2929"/>
                  </a:lnTo>
                  <a:lnTo>
                    <a:pt x="12053" y="1846"/>
                  </a:lnTo>
                  <a:lnTo>
                    <a:pt x="12053" y="1665"/>
                  </a:lnTo>
                  <a:lnTo>
                    <a:pt x="12013" y="1485"/>
                  </a:lnTo>
                  <a:lnTo>
                    <a:pt x="11973" y="1304"/>
                  </a:lnTo>
                  <a:lnTo>
                    <a:pt x="11913" y="1144"/>
                  </a:lnTo>
                  <a:lnTo>
                    <a:pt x="11832" y="963"/>
                  </a:lnTo>
                  <a:lnTo>
                    <a:pt x="11732" y="823"/>
                  </a:lnTo>
                  <a:lnTo>
                    <a:pt x="11632" y="682"/>
                  </a:lnTo>
                  <a:lnTo>
                    <a:pt x="11512" y="542"/>
                  </a:lnTo>
                  <a:lnTo>
                    <a:pt x="11391" y="422"/>
                  </a:lnTo>
                  <a:lnTo>
                    <a:pt x="11251" y="321"/>
                  </a:lnTo>
                  <a:lnTo>
                    <a:pt x="11090" y="221"/>
                  </a:lnTo>
                  <a:lnTo>
                    <a:pt x="10930" y="161"/>
                  </a:lnTo>
                  <a:lnTo>
                    <a:pt x="10750" y="81"/>
                  </a:lnTo>
                  <a:lnTo>
                    <a:pt x="10589" y="41"/>
                  </a:lnTo>
                  <a:lnTo>
                    <a:pt x="10389" y="21"/>
                  </a:lnTo>
                  <a:lnTo>
                    <a:pt x="102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5747;p22"/>
            <p:cNvSpPr/>
            <p:nvPr/>
          </p:nvSpPr>
          <p:spPr>
            <a:xfrm>
              <a:off x="11500475" y="5143750"/>
              <a:ext cx="301350" cy="119350"/>
            </a:xfrm>
            <a:custGeom>
              <a:avLst/>
              <a:gdLst/>
              <a:ahLst/>
              <a:cxnLst/>
              <a:rect l="l" t="t" r="r" b="b"/>
              <a:pathLst>
                <a:path w="12054" h="4774" fill="none" extrusionOk="0">
                  <a:moveTo>
                    <a:pt x="12053" y="1846"/>
                  </a:moveTo>
                  <a:lnTo>
                    <a:pt x="12053" y="2929"/>
                  </a:lnTo>
                  <a:lnTo>
                    <a:pt x="12053" y="2929"/>
                  </a:lnTo>
                  <a:lnTo>
                    <a:pt x="12053" y="3129"/>
                  </a:lnTo>
                  <a:lnTo>
                    <a:pt x="12013" y="3310"/>
                  </a:lnTo>
                  <a:lnTo>
                    <a:pt x="11973" y="3490"/>
                  </a:lnTo>
                  <a:lnTo>
                    <a:pt x="11913" y="3651"/>
                  </a:lnTo>
                  <a:lnTo>
                    <a:pt x="11832" y="3811"/>
                  </a:lnTo>
                  <a:lnTo>
                    <a:pt x="11732" y="3971"/>
                  </a:lnTo>
                  <a:lnTo>
                    <a:pt x="11632" y="4112"/>
                  </a:lnTo>
                  <a:lnTo>
                    <a:pt x="11512" y="4252"/>
                  </a:lnTo>
                  <a:lnTo>
                    <a:pt x="11391" y="4352"/>
                  </a:lnTo>
                  <a:lnTo>
                    <a:pt x="11251" y="4473"/>
                  </a:lnTo>
                  <a:lnTo>
                    <a:pt x="11090" y="4553"/>
                  </a:lnTo>
                  <a:lnTo>
                    <a:pt x="10930" y="4633"/>
                  </a:lnTo>
                  <a:lnTo>
                    <a:pt x="10750" y="4693"/>
                  </a:lnTo>
                  <a:lnTo>
                    <a:pt x="10589" y="4754"/>
                  </a:lnTo>
                  <a:lnTo>
                    <a:pt x="10389" y="4774"/>
                  </a:lnTo>
                  <a:lnTo>
                    <a:pt x="10208" y="4774"/>
                  </a:lnTo>
                  <a:lnTo>
                    <a:pt x="1845" y="4774"/>
                  </a:lnTo>
                  <a:lnTo>
                    <a:pt x="1845" y="4774"/>
                  </a:lnTo>
                  <a:lnTo>
                    <a:pt x="1645" y="4774"/>
                  </a:lnTo>
                  <a:lnTo>
                    <a:pt x="1464" y="4754"/>
                  </a:lnTo>
                  <a:lnTo>
                    <a:pt x="1284" y="4693"/>
                  </a:lnTo>
                  <a:lnTo>
                    <a:pt x="1123" y="4633"/>
                  </a:lnTo>
                  <a:lnTo>
                    <a:pt x="963" y="4553"/>
                  </a:lnTo>
                  <a:lnTo>
                    <a:pt x="802" y="4473"/>
                  </a:lnTo>
                  <a:lnTo>
                    <a:pt x="662" y="4352"/>
                  </a:lnTo>
                  <a:lnTo>
                    <a:pt x="542" y="4252"/>
                  </a:lnTo>
                  <a:lnTo>
                    <a:pt x="421" y="4112"/>
                  </a:lnTo>
                  <a:lnTo>
                    <a:pt x="321" y="3971"/>
                  </a:lnTo>
                  <a:lnTo>
                    <a:pt x="221" y="3811"/>
                  </a:lnTo>
                  <a:lnTo>
                    <a:pt x="141" y="3651"/>
                  </a:lnTo>
                  <a:lnTo>
                    <a:pt x="81" y="3490"/>
                  </a:lnTo>
                  <a:lnTo>
                    <a:pt x="40" y="3310"/>
                  </a:lnTo>
                  <a:lnTo>
                    <a:pt x="0" y="3129"/>
                  </a:lnTo>
                  <a:lnTo>
                    <a:pt x="0" y="2929"/>
                  </a:lnTo>
                  <a:lnTo>
                    <a:pt x="0" y="1846"/>
                  </a:lnTo>
                  <a:lnTo>
                    <a:pt x="0" y="1846"/>
                  </a:lnTo>
                  <a:lnTo>
                    <a:pt x="0" y="1665"/>
                  </a:lnTo>
                  <a:lnTo>
                    <a:pt x="40" y="1485"/>
                  </a:lnTo>
                  <a:lnTo>
                    <a:pt x="81" y="1304"/>
                  </a:lnTo>
                  <a:lnTo>
                    <a:pt x="141" y="1144"/>
                  </a:lnTo>
                  <a:lnTo>
                    <a:pt x="221" y="963"/>
                  </a:lnTo>
                  <a:lnTo>
                    <a:pt x="321" y="823"/>
                  </a:lnTo>
                  <a:lnTo>
                    <a:pt x="421" y="682"/>
                  </a:lnTo>
                  <a:lnTo>
                    <a:pt x="542" y="542"/>
                  </a:lnTo>
                  <a:lnTo>
                    <a:pt x="662" y="422"/>
                  </a:lnTo>
                  <a:lnTo>
                    <a:pt x="802" y="321"/>
                  </a:lnTo>
                  <a:lnTo>
                    <a:pt x="963" y="221"/>
                  </a:lnTo>
                  <a:lnTo>
                    <a:pt x="1123" y="161"/>
                  </a:lnTo>
                  <a:lnTo>
                    <a:pt x="1284" y="81"/>
                  </a:lnTo>
                  <a:lnTo>
                    <a:pt x="1464" y="41"/>
                  </a:lnTo>
                  <a:lnTo>
                    <a:pt x="1645" y="21"/>
                  </a:lnTo>
                  <a:lnTo>
                    <a:pt x="1845" y="1"/>
                  </a:lnTo>
                  <a:lnTo>
                    <a:pt x="10208" y="1"/>
                  </a:lnTo>
                  <a:lnTo>
                    <a:pt x="10208" y="1"/>
                  </a:lnTo>
                  <a:lnTo>
                    <a:pt x="10389" y="21"/>
                  </a:lnTo>
                  <a:lnTo>
                    <a:pt x="10589" y="41"/>
                  </a:lnTo>
                  <a:lnTo>
                    <a:pt x="10750" y="81"/>
                  </a:lnTo>
                  <a:lnTo>
                    <a:pt x="10930" y="161"/>
                  </a:lnTo>
                  <a:lnTo>
                    <a:pt x="11090" y="221"/>
                  </a:lnTo>
                  <a:lnTo>
                    <a:pt x="11251" y="321"/>
                  </a:lnTo>
                  <a:lnTo>
                    <a:pt x="11391" y="422"/>
                  </a:lnTo>
                  <a:lnTo>
                    <a:pt x="11512" y="542"/>
                  </a:lnTo>
                  <a:lnTo>
                    <a:pt x="11632" y="682"/>
                  </a:lnTo>
                  <a:lnTo>
                    <a:pt x="11732" y="823"/>
                  </a:lnTo>
                  <a:lnTo>
                    <a:pt x="11832" y="963"/>
                  </a:lnTo>
                  <a:lnTo>
                    <a:pt x="11913" y="1144"/>
                  </a:lnTo>
                  <a:lnTo>
                    <a:pt x="11973" y="1304"/>
                  </a:lnTo>
                  <a:lnTo>
                    <a:pt x="12013" y="1485"/>
                  </a:lnTo>
                  <a:lnTo>
                    <a:pt x="12053" y="1665"/>
                  </a:lnTo>
                  <a:lnTo>
                    <a:pt x="12053" y="184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5748;p22"/>
            <p:cNvSpPr/>
            <p:nvPr/>
          </p:nvSpPr>
          <p:spPr>
            <a:xfrm>
              <a:off x="11500475" y="5177350"/>
              <a:ext cx="301350" cy="34625"/>
            </a:xfrm>
            <a:custGeom>
              <a:avLst/>
              <a:gdLst/>
              <a:ahLst/>
              <a:cxnLst/>
              <a:rect l="l" t="t" r="r" b="b"/>
              <a:pathLst>
                <a:path w="12054" h="1385" extrusionOk="0">
                  <a:moveTo>
                    <a:pt x="60" y="0"/>
                  </a:moveTo>
                  <a:lnTo>
                    <a:pt x="20" y="241"/>
                  </a:lnTo>
                  <a:lnTo>
                    <a:pt x="0" y="502"/>
                  </a:lnTo>
                  <a:lnTo>
                    <a:pt x="0" y="1344"/>
                  </a:lnTo>
                  <a:lnTo>
                    <a:pt x="3650" y="1364"/>
                  </a:lnTo>
                  <a:lnTo>
                    <a:pt x="7300" y="1384"/>
                  </a:lnTo>
                  <a:lnTo>
                    <a:pt x="12053" y="1384"/>
                  </a:lnTo>
                  <a:lnTo>
                    <a:pt x="12053" y="502"/>
                  </a:lnTo>
                  <a:lnTo>
                    <a:pt x="12033" y="241"/>
                  </a:lnTo>
                  <a:lnTo>
                    <a:pt x="1199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22"/>
            <p:cNvSpPr/>
            <p:nvPr/>
          </p:nvSpPr>
          <p:spPr>
            <a:xfrm>
              <a:off x="11500475" y="5177350"/>
              <a:ext cx="301350" cy="34625"/>
            </a:xfrm>
            <a:custGeom>
              <a:avLst/>
              <a:gdLst/>
              <a:ahLst/>
              <a:cxnLst/>
              <a:rect l="l" t="t" r="r" b="b"/>
              <a:pathLst>
                <a:path w="12054" h="1385" fill="none" extrusionOk="0">
                  <a:moveTo>
                    <a:pt x="11993" y="0"/>
                  </a:moveTo>
                  <a:lnTo>
                    <a:pt x="60" y="0"/>
                  </a:lnTo>
                  <a:lnTo>
                    <a:pt x="60" y="0"/>
                  </a:lnTo>
                  <a:lnTo>
                    <a:pt x="20" y="241"/>
                  </a:lnTo>
                  <a:lnTo>
                    <a:pt x="0" y="502"/>
                  </a:lnTo>
                  <a:lnTo>
                    <a:pt x="0" y="1344"/>
                  </a:lnTo>
                  <a:lnTo>
                    <a:pt x="0" y="1344"/>
                  </a:lnTo>
                  <a:lnTo>
                    <a:pt x="3650" y="1364"/>
                  </a:lnTo>
                  <a:lnTo>
                    <a:pt x="7300" y="1384"/>
                  </a:lnTo>
                  <a:lnTo>
                    <a:pt x="7300" y="1384"/>
                  </a:lnTo>
                  <a:lnTo>
                    <a:pt x="9025" y="1384"/>
                  </a:lnTo>
                  <a:lnTo>
                    <a:pt x="9025" y="1384"/>
                  </a:lnTo>
                  <a:lnTo>
                    <a:pt x="10770" y="1384"/>
                  </a:lnTo>
                  <a:lnTo>
                    <a:pt x="10770" y="1384"/>
                  </a:lnTo>
                  <a:lnTo>
                    <a:pt x="12053" y="1384"/>
                  </a:lnTo>
                  <a:lnTo>
                    <a:pt x="12053" y="502"/>
                  </a:lnTo>
                  <a:lnTo>
                    <a:pt x="12053" y="502"/>
                  </a:lnTo>
                  <a:lnTo>
                    <a:pt x="12033" y="241"/>
                  </a:lnTo>
                  <a:lnTo>
                    <a:pt x="1199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22"/>
            <p:cNvSpPr/>
            <p:nvPr/>
          </p:nvSpPr>
          <p:spPr>
            <a:xfrm>
              <a:off x="11240775" y="3810625"/>
              <a:ext cx="820750" cy="1366750"/>
            </a:xfrm>
            <a:custGeom>
              <a:avLst/>
              <a:gdLst/>
              <a:ahLst/>
              <a:cxnLst/>
              <a:rect l="l" t="t" r="r" b="b"/>
              <a:pathLst>
                <a:path w="32830" h="54670" extrusionOk="0">
                  <a:moveTo>
                    <a:pt x="16405" y="1"/>
                  </a:moveTo>
                  <a:lnTo>
                    <a:pt x="16344" y="21"/>
                  </a:lnTo>
                  <a:lnTo>
                    <a:pt x="16264" y="41"/>
                  </a:lnTo>
                  <a:lnTo>
                    <a:pt x="16064" y="141"/>
                  </a:lnTo>
                  <a:lnTo>
                    <a:pt x="15783" y="321"/>
                  </a:lnTo>
                  <a:lnTo>
                    <a:pt x="15442" y="562"/>
                  </a:lnTo>
                  <a:lnTo>
                    <a:pt x="15041" y="863"/>
                  </a:lnTo>
                  <a:lnTo>
                    <a:pt x="14580" y="1224"/>
                  </a:lnTo>
                  <a:lnTo>
                    <a:pt x="14078" y="1665"/>
                  </a:lnTo>
                  <a:lnTo>
                    <a:pt x="13537" y="2166"/>
                  </a:lnTo>
                  <a:lnTo>
                    <a:pt x="12955" y="2728"/>
                  </a:lnTo>
                  <a:lnTo>
                    <a:pt x="12354" y="3350"/>
                  </a:lnTo>
                  <a:lnTo>
                    <a:pt x="11712" y="4032"/>
                  </a:lnTo>
                  <a:lnTo>
                    <a:pt x="11030" y="4794"/>
                  </a:lnTo>
                  <a:lnTo>
                    <a:pt x="10348" y="5596"/>
                  </a:lnTo>
                  <a:lnTo>
                    <a:pt x="9646" y="6458"/>
                  </a:lnTo>
                  <a:lnTo>
                    <a:pt x="8944" y="7381"/>
                  </a:lnTo>
                  <a:lnTo>
                    <a:pt x="8222" y="8383"/>
                  </a:lnTo>
                  <a:lnTo>
                    <a:pt x="7500" y="9426"/>
                  </a:lnTo>
                  <a:lnTo>
                    <a:pt x="6799" y="10509"/>
                  </a:lnTo>
                  <a:lnTo>
                    <a:pt x="6097" y="11672"/>
                  </a:lnTo>
                  <a:lnTo>
                    <a:pt x="5415" y="12876"/>
                  </a:lnTo>
                  <a:lnTo>
                    <a:pt x="5054" y="13537"/>
                  </a:lnTo>
                  <a:lnTo>
                    <a:pt x="4713" y="14199"/>
                  </a:lnTo>
                  <a:lnTo>
                    <a:pt x="4372" y="14901"/>
                  </a:lnTo>
                  <a:lnTo>
                    <a:pt x="4051" y="15583"/>
                  </a:lnTo>
                  <a:lnTo>
                    <a:pt x="3630" y="16546"/>
                  </a:lnTo>
                  <a:lnTo>
                    <a:pt x="3209" y="17528"/>
                  </a:lnTo>
                  <a:lnTo>
                    <a:pt x="2808" y="18531"/>
                  </a:lnTo>
                  <a:lnTo>
                    <a:pt x="2447" y="19554"/>
                  </a:lnTo>
                  <a:lnTo>
                    <a:pt x="2086" y="20617"/>
                  </a:lnTo>
                  <a:lnTo>
                    <a:pt x="1745" y="21680"/>
                  </a:lnTo>
                  <a:lnTo>
                    <a:pt x="1444" y="22783"/>
                  </a:lnTo>
                  <a:lnTo>
                    <a:pt x="1163" y="23906"/>
                  </a:lnTo>
                  <a:lnTo>
                    <a:pt x="903" y="25069"/>
                  </a:lnTo>
                  <a:lnTo>
                    <a:pt x="682" y="26232"/>
                  </a:lnTo>
                  <a:lnTo>
                    <a:pt x="481" y="27435"/>
                  </a:lnTo>
                  <a:lnTo>
                    <a:pt x="321" y="28659"/>
                  </a:lnTo>
                  <a:lnTo>
                    <a:pt x="181" y="29882"/>
                  </a:lnTo>
                  <a:lnTo>
                    <a:pt x="80" y="31145"/>
                  </a:lnTo>
                  <a:lnTo>
                    <a:pt x="20" y="32429"/>
                  </a:lnTo>
                  <a:lnTo>
                    <a:pt x="0" y="33752"/>
                  </a:lnTo>
                  <a:lnTo>
                    <a:pt x="20" y="34394"/>
                  </a:lnTo>
                  <a:lnTo>
                    <a:pt x="40" y="35036"/>
                  </a:lnTo>
                  <a:lnTo>
                    <a:pt x="80" y="35698"/>
                  </a:lnTo>
                  <a:lnTo>
                    <a:pt x="120" y="36359"/>
                  </a:lnTo>
                  <a:lnTo>
                    <a:pt x="201" y="37021"/>
                  </a:lnTo>
                  <a:lnTo>
                    <a:pt x="281" y="37703"/>
                  </a:lnTo>
                  <a:lnTo>
                    <a:pt x="381" y="38365"/>
                  </a:lnTo>
                  <a:lnTo>
                    <a:pt x="501" y="39047"/>
                  </a:lnTo>
                  <a:lnTo>
                    <a:pt x="642" y="39729"/>
                  </a:lnTo>
                  <a:lnTo>
                    <a:pt x="782" y="40410"/>
                  </a:lnTo>
                  <a:lnTo>
                    <a:pt x="963" y="41092"/>
                  </a:lnTo>
                  <a:lnTo>
                    <a:pt x="1143" y="41774"/>
                  </a:lnTo>
                  <a:lnTo>
                    <a:pt x="1344" y="42436"/>
                  </a:lnTo>
                  <a:lnTo>
                    <a:pt x="1564" y="43118"/>
                  </a:lnTo>
                  <a:lnTo>
                    <a:pt x="1785" y="43800"/>
                  </a:lnTo>
                  <a:lnTo>
                    <a:pt x="2026" y="44482"/>
                  </a:lnTo>
                  <a:lnTo>
                    <a:pt x="2286" y="45163"/>
                  </a:lnTo>
                  <a:lnTo>
                    <a:pt x="2567" y="45825"/>
                  </a:lnTo>
                  <a:lnTo>
                    <a:pt x="2868" y="46507"/>
                  </a:lnTo>
                  <a:lnTo>
                    <a:pt x="3189" y="47169"/>
                  </a:lnTo>
                  <a:lnTo>
                    <a:pt x="3510" y="47831"/>
                  </a:lnTo>
                  <a:lnTo>
                    <a:pt x="3851" y="48472"/>
                  </a:lnTo>
                  <a:lnTo>
                    <a:pt x="4212" y="49134"/>
                  </a:lnTo>
                  <a:lnTo>
                    <a:pt x="4593" y="49776"/>
                  </a:lnTo>
                  <a:lnTo>
                    <a:pt x="4994" y="50418"/>
                  </a:lnTo>
                  <a:lnTo>
                    <a:pt x="5395" y="51059"/>
                  </a:lnTo>
                  <a:lnTo>
                    <a:pt x="5816" y="51681"/>
                  </a:lnTo>
                  <a:lnTo>
                    <a:pt x="6277" y="52283"/>
                  </a:lnTo>
                  <a:lnTo>
                    <a:pt x="6718" y="52904"/>
                  </a:lnTo>
                  <a:lnTo>
                    <a:pt x="7200" y="53506"/>
                  </a:lnTo>
                  <a:lnTo>
                    <a:pt x="7701" y="54088"/>
                  </a:lnTo>
                  <a:lnTo>
                    <a:pt x="8202" y="54669"/>
                  </a:lnTo>
                  <a:lnTo>
                    <a:pt x="24627" y="54669"/>
                  </a:lnTo>
                  <a:lnTo>
                    <a:pt x="25128" y="54108"/>
                  </a:lnTo>
                  <a:lnTo>
                    <a:pt x="25610" y="53526"/>
                  </a:lnTo>
                  <a:lnTo>
                    <a:pt x="26071" y="52925"/>
                  </a:lnTo>
                  <a:lnTo>
                    <a:pt x="26532" y="52323"/>
                  </a:lnTo>
                  <a:lnTo>
                    <a:pt x="26973" y="51721"/>
                  </a:lnTo>
                  <a:lnTo>
                    <a:pt x="27395" y="51100"/>
                  </a:lnTo>
                  <a:lnTo>
                    <a:pt x="27796" y="50478"/>
                  </a:lnTo>
                  <a:lnTo>
                    <a:pt x="28177" y="49856"/>
                  </a:lnTo>
                  <a:lnTo>
                    <a:pt x="28758" y="48894"/>
                  </a:lnTo>
                  <a:lnTo>
                    <a:pt x="29280" y="47891"/>
                  </a:lnTo>
                  <a:lnTo>
                    <a:pt x="29761" y="46908"/>
                  </a:lnTo>
                  <a:lnTo>
                    <a:pt x="30222" y="45885"/>
                  </a:lnTo>
                  <a:lnTo>
                    <a:pt x="30643" y="44883"/>
                  </a:lnTo>
                  <a:lnTo>
                    <a:pt x="31024" y="43860"/>
                  </a:lnTo>
                  <a:lnTo>
                    <a:pt x="31365" y="42837"/>
                  </a:lnTo>
                  <a:lnTo>
                    <a:pt x="31666" y="41814"/>
                  </a:lnTo>
                  <a:lnTo>
                    <a:pt x="31947" y="40771"/>
                  </a:lnTo>
                  <a:lnTo>
                    <a:pt x="32167" y="39749"/>
                  </a:lnTo>
                  <a:lnTo>
                    <a:pt x="32368" y="38726"/>
                  </a:lnTo>
                  <a:lnTo>
                    <a:pt x="32528" y="37723"/>
                  </a:lnTo>
                  <a:lnTo>
                    <a:pt x="32669" y="36700"/>
                  </a:lnTo>
                  <a:lnTo>
                    <a:pt x="32749" y="35718"/>
                  </a:lnTo>
                  <a:lnTo>
                    <a:pt x="32809" y="34715"/>
                  </a:lnTo>
                  <a:lnTo>
                    <a:pt x="32829" y="33752"/>
                  </a:lnTo>
                  <a:lnTo>
                    <a:pt x="32789" y="32429"/>
                  </a:lnTo>
                  <a:lnTo>
                    <a:pt x="32749" y="31145"/>
                  </a:lnTo>
                  <a:lnTo>
                    <a:pt x="32649" y="29882"/>
                  </a:lnTo>
                  <a:lnTo>
                    <a:pt x="32508" y="28659"/>
                  </a:lnTo>
                  <a:lnTo>
                    <a:pt x="32348" y="27435"/>
                  </a:lnTo>
                  <a:lnTo>
                    <a:pt x="32147" y="26232"/>
                  </a:lnTo>
                  <a:lnTo>
                    <a:pt x="31927" y="25069"/>
                  </a:lnTo>
                  <a:lnTo>
                    <a:pt x="31666" y="23906"/>
                  </a:lnTo>
                  <a:lnTo>
                    <a:pt x="31385" y="22783"/>
                  </a:lnTo>
                  <a:lnTo>
                    <a:pt x="31085" y="21680"/>
                  </a:lnTo>
                  <a:lnTo>
                    <a:pt x="30744" y="20617"/>
                  </a:lnTo>
                  <a:lnTo>
                    <a:pt x="30383" y="19554"/>
                  </a:lnTo>
                  <a:lnTo>
                    <a:pt x="30002" y="18531"/>
                  </a:lnTo>
                  <a:lnTo>
                    <a:pt x="29621" y="17528"/>
                  </a:lnTo>
                  <a:lnTo>
                    <a:pt x="29199" y="16546"/>
                  </a:lnTo>
                  <a:lnTo>
                    <a:pt x="28778" y="15583"/>
                  </a:lnTo>
                  <a:lnTo>
                    <a:pt x="28437" y="14901"/>
                  </a:lnTo>
                  <a:lnTo>
                    <a:pt x="28096" y="14219"/>
                  </a:lnTo>
                  <a:lnTo>
                    <a:pt x="27755" y="13537"/>
                  </a:lnTo>
                  <a:lnTo>
                    <a:pt x="27415" y="12896"/>
                  </a:lnTo>
                  <a:lnTo>
                    <a:pt x="26973" y="12134"/>
                  </a:lnTo>
                  <a:lnTo>
                    <a:pt x="26552" y="11392"/>
                  </a:lnTo>
                  <a:lnTo>
                    <a:pt x="26111" y="10670"/>
                  </a:lnTo>
                  <a:lnTo>
                    <a:pt x="25670" y="9968"/>
                  </a:lnTo>
                  <a:lnTo>
                    <a:pt x="25229" y="9286"/>
                  </a:lnTo>
                  <a:lnTo>
                    <a:pt x="24787" y="8644"/>
                  </a:lnTo>
                  <a:lnTo>
                    <a:pt x="24346" y="8002"/>
                  </a:lnTo>
                  <a:lnTo>
                    <a:pt x="23885" y="7401"/>
                  </a:lnTo>
                  <a:lnTo>
                    <a:pt x="23003" y="6238"/>
                  </a:lnTo>
                  <a:lnTo>
                    <a:pt x="22140" y="5195"/>
                  </a:lnTo>
                  <a:lnTo>
                    <a:pt x="21298" y="4232"/>
                  </a:lnTo>
                  <a:lnTo>
                    <a:pt x="20496" y="3350"/>
                  </a:lnTo>
                  <a:lnTo>
                    <a:pt x="19734" y="2588"/>
                  </a:lnTo>
                  <a:lnTo>
                    <a:pt x="19012" y="1906"/>
                  </a:lnTo>
                  <a:lnTo>
                    <a:pt x="18370" y="1344"/>
                  </a:lnTo>
                  <a:lnTo>
                    <a:pt x="17788" y="863"/>
                  </a:lnTo>
                  <a:lnTo>
                    <a:pt x="17307" y="482"/>
                  </a:lnTo>
                  <a:lnTo>
                    <a:pt x="16906" y="221"/>
                  </a:lnTo>
                  <a:lnTo>
                    <a:pt x="16605" y="61"/>
                  </a:lnTo>
                  <a:lnTo>
                    <a:pt x="16485" y="21"/>
                  </a:lnTo>
                  <a:lnTo>
                    <a:pt x="164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22"/>
            <p:cNvSpPr/>
            <p:nvPr/>
          </p:nvSpPr>
          <p:spPr>
            <a:xfrm>
              <a:off x="11240775" y="3810625"/>
              <a:ext cx="820750" cy="1366750"/>
            </a:xfrm>
            <a:custGeom>
              <a:avLst/>
              <a:gdLst/>
              <a:ahLst/>
              <a:cxnLst/>
              <a:rect l="l" t="t" r="r" b="b"/>
              <a:pathLst>
                <a:path w="32830" h="54670" fill="none" extrusionOk="0">
                  <a:moveTo>
                    <a:pt x="32829" y="33752"/>
                  </a:moveTo>
                  <a:lnTo>
                    <a:pt x="32829" y="33752"/>
                  </a:lnTo>
                  <a:lnTo>
                    <a:pt x="32809" y="34715"/>
                  </a:lnTo>
                  <a:lnTo>
                    <a:pt x="32749" y="35718"/>
                  </a:lnTo>
                  <a:lnTo>
                    <a:pt x="32669" y="36700"/>
                  </a:lnTo>
                  <a:lnTo>
                    <a:pt x="32528" y="37723"/>
                  </a:lnTo>
                  <a:lnTo>
                    <a:pt x="32368" y="38726"/>
                  </a:lnTo>
                  <a:lnTo>
                    <a:pt x="32167" y="39749"/>
                  </a:lnTo>
                  <a:lnTo>
                    <a:pt x="31947" y="40771"/>
                  </a:lnTo>
                  <a:lnTo>
                    <a:pt x="31666" y="41814"/>
                  </a:lnTo>
                  <a:lnTo>
                    <a:pt x="31365" y="42837"/>
                  </a:lnTo>
                  <a:lnTo>
                    <a:pt x="31024" y="43860"/>
                  </a:lnTo>
                  <a:lnTo>
                    <a:pt x="30643" y="44883"/>
                  </a:lnTo>
                  <a:lnTo>
                    <a:pt x="30222" y="45885"/>
                  </a:lnTo>
                  <a:lnTo>
                    <a:pt x="29761" y="46908"/>
                  </a:lnTo>
                  <a:lnTo>
                    <a:pt x="29280" y="47891"/>
                  </a:lnTo>
                  <a:lnTo>
                    <a:pt x="28758" y="48894"/>
                  </a:lnTo>
                  <a:lnTo>
                    <a:pt x="28177" y="49856"/>
                  </a:lnTo>
                  <a:lnTo>
                    <a:pt x="28177" y="49856"/>
                  </a:lnTo>
                  <a:lnTo>
                    <a:pt x="27796" y="50478"/>
                  </a:lnTo>
                  <a:lnTo>
                    <a:pt x="27395" y="51100"/>
                  </a:lnTo>
                  <a:lnTo>
                    <a:pt x="26973" y="51721"/>
                  </a:lnTo>
                  <a:lnTo>
                    <a:pt x="26532" y="52323"/>
                  </a:lnTo>
                  <a:lnTo>
                    <a:pt x="26071" y="52925"/>
                  </a:lnTo>
                  <a:lnTo>
                    <a:pt x="25610" y="53526"/>
                  </a:lnTo>
                  <a:lnTo>
                    <a:pt x="25128" y="54108"/>
                  </a:lnTo>
                  <a:lnTo>
                    <a:pt x="24627" y="54669"/>
                  </a:lnTo>
                  <a:lnTo>
                    <a:pt x="8202" y="54669"/>
                  </a:lnTo>
                  <a:lnTo>
                    <a:pt x="8202" y="54669"/>
                  </a:lnTo>
                  <a:lnTo>
                    <a:pt x="7701" y="54088"/>
                  </a:lnTo>
                  <a:lnTo>
                    <a:pt x="7200" y="53506"/>
                  </a:lnTo>
                  <a:lnTo>
                    <a:pt x="6718" y="52904"/>
                  </a:lnTo>
                  <a:lnTo>
                    <a:pt x="6277" y="52283"/>
                  </a:lnTo>
                  <a:lnTo>
                    <a:pt x="5816" y="51681"/>
                  </a:lnTo>
                  <a:lnTo>
                    <a:pt x="5395" y="51059"/>
                  </a:lnTo>
                  <a:lnTo>
                    <a:pt x="4994" y="50418"/>
                  </a:lnTo>
                  <a:lnTo>
                    <a:pt x="4593" y="49776"/>
                  </a:lnTo>
                  <a:lnTo>
                    <a:pt x="4212" y="49134"/>
                  </a:lnTo>
                  <a:lnTo>
                    <a:pt x="3851" y="48472"/>
                  </a:lnTo>
                  <a:lnTo>
                    <a:pt x="3510" y="47831"/>
                  </a:lnTo>
                  <a:lnTo>
                    <a:pt x="3189" y="47169"/>
                  </a:lnTo>
                  <a:lnTo>
                    <a:pt x="2868" y="46507"/>
                  </a:lnTo>
                  <a:lnTo>
                    <a:pt x="2567" y="45825"/>
                  </a:lnTo>
                  <a:lnTo>
                    <a:pt x="2286" y="45163"/>
                  </a:lnTo>
                  <a:lnTo>
                    <a:pt x="2026" y="44482"/>
                  </a:lnTo>
                  <a:lnTo>
                    <a:pt x="1785" y="43800"/>
                  </a:lnTo>
                  <a:lnTo>
                    <a:pt x="1564" y="43118"/>
                  </a:lnTo>
                  <a:lnTo>
                    <a:pt x="1344" y="42436"/>
                  </a:lnTo>
                  <a:lnTo>
                    <a:pt x="1143" y="41774"/>
                  </a:lnTo>
                  <a:lnTo>
                    <a:pt x="963" y="41092"/>
                  </a:lnTo>
                  <a:lnTo>
                    <a:pt x="782" y="40410"/>
                  </a:lnTo>
                  <a:lnTo>
                    <a:pt x="642" y="39729"/>
                  </a:lnTo>
                  <a:lnTo>
                    <a:pt x="501" y="39047"/>
                  </a:lnTo>
                  <a:lnTo>
                    <a:pt x="381" y="38365"/>
                  </a:lnTo>
                  <a:lnTo>
                    <a:pt x="281" y="37703"/>
                  </a:lnTo>
                  <a:lnTo>
                    <a:pt x="201" y="37021"/>
                  </a:lnTo>
                  <a:lnTo>
                    <a:pt x="120" y="36359"/>
                  </a:lnTo>
                  <a:lnTo>
                    <a:pt x="80" y="35698"/>
                  </a:lnTo>
                  <a:lnTo>
                    <a:pt x="40" y="35036"/>
                  </a:lnTo>
                  <a:lnTo>
                    <a:pt x="20" y="34394"/>
                  </a:lnTo>
                  <a:lnTo>
                    <a:pt x="0" y="33752"/>
                  </a:lnTo>
                  <a:lnTo>
                    <a:pt x="0" y="33752"/>
                  </a:lnTo>
                  <a:lnTo>
                    <a:pt x="20" y="32429"/>
                  </a:lnTo>
                  <a:lnTo>
                    <a:pt x="80" y="31145"/>
                  </a:lnTo>
                  <a:lnTo>
                    <a:pt x="181" y="29882"/>
                  </a:lnTo>
                  <a:lnTo>
                    <a:pt x="321" y="28659"/>
                  </a:lnTo>
                  <a:lnTo>
                    <a:pt x="481" y="27435"/>
                  </a:lnTo>
                  <a:lnTo>
                    <a:pt x="682" y="26232"/>
                  </a:lnTo>
                  <a:lnTo>
                    <a:pt x="903" y="25069"/>
                  </a:lnTo>
                  <a:lnTo>
                    <a:pt x="1163" y="23906"/>
                  </a:lnTo>
                  <a:lnTo>
                    <a:pt x="1444" y="22783"/>
                  </a:lnTo>
                  <a:lnTo>
                    <a:pt x="1745" y="21680"/>
                  </a:lnTo>
                  <a:lnTo>
                    <a:pt x="2086" y="20617"/>
                  </a:lnTo>
                  <a:lnTo>
                    <a:pt x="2447" y="19554"/>
                  </a:lnTo>
                  <a:lnTo>
                    <a:pt x="2808" y="18531"/>
                  </a:lnTo>
                  <a:lnTo>
                    <a:pt x="3209" y="17528"/>
                  </a:lnTo>
                  <a:lnTo>
                    <a:pt x="3630" y="16546"/>
                  </a:lnTo>
                  <a:lnTo>
                    <a:pt x="4051" y="15583"/>
                  </a:lnTo>
                  <a:lnTo>
                    <a:pt x="4051" y="15583"/>
                  </a:lnTo>
                  <a:lnTo>
                    <a:pt x="4372" y="14901"/>
                  </a:lnTo>
                  <a:lnTo>
                    <a:pt x="4713" y="14199"/>
                  </a:lnTo>
                  <a:lnTo>
                    <a:pt x="5054" y="13537"/>
                  </a:lnTo>
                  <a:lnTo>
                    <a:pt x="5415" y="12876"/>
                  </a:lnTo>
                  <a:lnTo>
                    <a:pt x="5415" y="12876"/>
                  </a:lnTo>
                  <a:lnTo>
                    <a:pt x="6097" y="11672"/>
                  </a:lnTo>
                  <a:lnTo>
                    <a:pt x="6799" y="10509"/>
                  </a:lnTo>
                  <a:lnTo>
                    <a:pt x="7500" y="9426"/>
                  </a:lnTo>
                  <a:lnTo>
                    <a:pt x="8222" y="8383"/>
                  </a:lnTo>
                  <a:lnTo>
                    <a:pt x="8944" y="7381"/>
                  </a:lnTo>
                  <a:lnTo>
                    <a:pt x="9646" y="6458"/>
                  </a:lnTo>
                  <a:lnTo>
                    <a:pt x="10348" y="5596"/>
                  </a:lnTo>
                  <a:lnTo>
                    <a:pt x="11030" y="4794"/>
                  </a:lnTo>
                  <a:lnTo>
                    <a:pt x="11712" y="4032"/>
                  </a:lnTo>
                  <a:lnTo>
                    <a:pt x="12354" y="3350"/>
                  </a:lnTo>
                  <a:lnTo>
                    <a:pt x="12955" y="2728"/>
                  </a:lnTo>
                  <a:lnTo>
                    <a:pt x="13537" y="2166"/>
                  </a:lnTo>
                  <a:lnTo>
                    <a:pt x="14078" y="1665"/>
                  </a:lnTo>
                  <a:lnTo>
                    <a:pt x="14580" y="1224"/>
                  </a:lnTo>
                  <a:lnTo>
                    <a:pt x="15041" y="863"/>
                  </a:lnTo>
                  <a:lnTo>
                    <a:pt x="15442" y="562"/>
                  </a:lnTo>
                  <a:lnTo>
                    <a:pt x="15442" y="562"/>
                  </a:lnTo>
                  <a:lnTo>
                    <a:pt x="15783" y="321"/>
                  </a:lnTo>
                  <a:lnTo>
                    <a:pt x="16064" y="141"/>
                  </a:lnTo>
                  <a:lnTo>
                    <a:pt x="16264" y="41"/>
                  </a:lnTo>
                  <a:lnTo>
                    <a:pt x="16344" y="21"/>
                  </a:lnTo>
                  <a:lnTo>
                    <a:pt x="16405" y="1"/>
                  </a:lnTo>
                  <a:lnTo>
                    <a:pt x="16405" y="1"/>
                  </a:lnTo>
                  <a:lnTo>
                    <a:pt x="16485" y="21"/>
                  </a:lnTo>
                  <a:lnTo>
                    <a:pt x="16605" y="61"/>
                  </a:lnTo>
                  <a:lnTo>
                    <a:pt x="16906" y="221"/>
                  </a:lnTo>
                  <a:lnTo>
                    <a:pt x="17307" y="482"/>
                  </a:lnTo>
                  <a:lnTo>
                    <a:pt x="17788" y="863"/>
                  </a:lnTo>
                  <a:lnTo>
                    <a:pt x="18370" y="1344"/>
                  </a:lnTo>
                  <a:lnTo>
                    <a:pt x="19012" y="1906"/>
                  </a:lnTo>
                  <a:lnTo>
                    <a:pt x="19734" y="2588"/>
                  </a:lnTo>
                  <a:lnTo>
                    <a:pt x="20496" y="3350"/>
                  </a:lnTo>
                  <a:lnTo>
                    <a:pt x="21298" y="4232"/>
                  </a:lnTo>
                  <a:lnTo>
                    <a:pt x="22140" y="5195"/>
                  </a:lnTo>
                  <a:lnTo>
                    <a:pt x="23003" y="6238"/>
                  </a:lnTo>
                  <a:lnTo>
                    <a:pt x="23885" y="7401"/>
                  </a:lnTo>
                  <a:lnTo>
                    <a:pt x="24346" y="8002"/>
                  </a:lnTo>
                  <a:lnTo>
                    <a:pt x="24787" y="8644"/>
                  </a:lnTo>
                  <a:lnTo>
                    <a:pt x="25229" y="9286"/>
                  </a:lnTo>
                  <a:lnTo>
                    <a:pt x="25670" y="9968"/>
                  </a:lnTo>
                  <a:lnTo>
                    <a:pt x="26111" y="10670"/>
                  </a:lnTo>
                  <a:lnTo>
                    <a:pt x="26552" y="11392"/>
                  </a:lnTo>
                  <a:lnTo>
                    <a:pt x="26973" y="12134"/>
                  </a:lnTo>
                  <a:lnTo>
                    <a:pt x="27415" y="12896"/>
                  </a:lnTo>
                  <a:lnTo>
                    <a:pt x="27415" y="12896"/>
                  </a:lnTo>
                  <a:lnTo>
                    <a:pt x="27755" y="13537"/>
                  </a:lnTo>
                  <a:lnTo>
                    <a:pt x="28096" y="14219"/>
                  </a:lnTo>
                  <a:lnTo>
                    <a:pt x="28437" y="14901"/>
                  </a:lnTo>
                  <a:lnTo>
                    <a:pt x="28778" y="15583"/>
                  </a:lnTo>
                  <a:lnTo>
                    <a:pt x="28778" y="15583"/>
                  </a:lnTo>
                  <a:lnTo>
                    <a:pt x="29199" y="16546"/>
                  </a:lnTo>
                  <a:lnTo>
                    <a:pt x="29621" y="17528"/>
                  </a:lnTo>
                  <a:lnTo>
                    <a:pt x="30002" y="18531"/>
                  </a:lnTo>
                  <a:lnTo>
                    <a:pt x="30383" y="19554"/>
                  </a:lnTo>
                  <a:lnTo>
                    <a:pt x="30744" y="20617"/>
                  </a:lnTo>
                  <a:lnTo>
                    <a:pt x="31085" y="21680"/>
                  </a:lnTo>
                  <a:lnTo>
                    <a:pt x="31385" y="22783"/>
                  </a:lnTo>
                  <a:lnTo>
                    <a:pt x="31666" y="23906"/>
                  </a:lnTo>
                  <a:lnTo>
                    <a:pt x="31927" y="25069"/>
                  </a:lnTo>
                  <a:lnTo>
                    <a:pt x="32147" y="26232"/>
                  </a:lnTo>
                  <a:lnTo>
                    <a:pt x="32348" y="27435"/>
                  </a:lnTo>
                  <a:lnTo>
                    <a:pt x="32508" y="28659"/>
                  </a:lnTo>
                  <a:lnTo>
                    <a:pt x="32649" y="29882"/>
                  </a:lnTo>
                  <a:lnTo>
                    <a:pt x="32749" y="31145"/>
                  </a:lnTo>
                  <a:lnTo>
                    <a:pt x="32789" y="32429"/>
                  </a:lnTo>
                  <a:lnTo>
                    <a:pt x="32829" y="3375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5752;p22"/>
            <p:cNvSpPr/>
            <p:nvPr/>
          </p:nvSpPr>
          <p:spPr>
            <a:xfrm>
              <a:off x="11342050" y="3810625"/>
              <a:ext cx="618200" cy="476325"/>
            </a:xfrm>
            <a:custGeom>
              <a:avLst/>
              <a:gdLst/>
              <a:ahLst/>
              <a:cxnLst/>
              <a:rect l="l" t="t" r="r" b="b"/>
              <a:pathLst>
                <a:path w="24728" h="19053" extrusionOk="0">
                  <a:moveTo>
                    <a:pt x="12354" y="1"/>
                  </a:moveTo>
                  <a:lnTo>
                    <a:pt x="12273" y="21"/>
                  </a:lnTo>
                  <a:lnTo>
                    <a:pt x="12173" y="61"/>
                  </a:lnTo>
                  <a:lnTo>
                    <a:pt x="11872" y="221"/>
                  </a:lnTo>
                  <a:lnTo>
                    <a:pt x="11471" y="482"/>
                  </a:lnTo>
                  <a:lnTo>
                    <a:pt x="10970" y="863"/>
                  </a:lnTo>
                  <a:lnTo>
                    <a:pt x="10408" y="1324"/>
                  </a:lnTo>
                  <a:lnTo>
                    <a:pt x="9767" y="1906"/>
                  </a:lnTo>
                  <a:lnTo>
                    <a:pt x="9045" y="2588"/>
                  </a:lnTo>
                  <a:lnTo>
                    <a:pt x="8283" y="3350"/>
                  </a:lnTo>
                  <a:lnTo>
                    <a:pt x="7480" y="4232"/>
                  </a:lnTo>
                  <a:lnTo>
                    <a:pt x="6638" y="5195"/>
                  </a:lnTo>
                  <a:lnTo>
                    <a:pt x="5776" y="6238"/>
                  </a:lnTo>
                  <a:lnTo>
                    <a:pt x="4893" y="7401"/>
                  </a:lnTo>
                  <a:lnTo>
                    <a:pt x="4432" y="8002"/>
                  </a:lnTo>
                  <a:lnTo>
                    <a:pt x="3991" y="8644"/>
                  </a:lnTo>
                  <a:lnTo>
                    <a:pt x="3550" y="9286"/>
                  </a:lnTo>
                  <a:lnTo>
                    <a:pt x="3109" y="9968"/>
                  </a:lnTo>
                  <a:lnTo>
                    <a:pt x="2667" y="10670"/>
                  </a:lnTo>
                  <a:lnTo>
                    <a:pt x="2226" y="11392"/>
                  </a:lnTo>
                  <a:lnTo>
                    <a:pt x="1785" y="12114"/>
                  </a:lnTo>
                  <a:lnTo>
                    <a:pt x="1364" y="12876"/>
                  </a:lnTo>
                  <a:lnTo>
                    <a:pt x="1023" y="13537"/>
                  </a:lnTo>
                  <a:lnTo>
                    <a:pt x="662" y="14199"/>
                  </a:lnTo>
                  <a:lnTo>
                    <a:pt x="341" y="14901"/>
                  </a:lnTo>
                  <a:lnTo>
                    <a:pt x="0" y="15583"/>
                  </a:lnTo>
                  <a:lnTo>
                    <a:pt x="622" y="15984"/>
                  </a:lnTo>
                  <a:lnTo>
                    <a:pt x="1264" y="16365"/>
                  </a:lnTo>
                  <a:lnTo>
                    <a:pt x="1925" y="16706"/>
                  </a:lnTo>
                  <a:lnTo>
                    <a:pt x="2607" y="17027"/>
                  </a:lnTo>
                  <a:lnTo>
                    <a:pt x="3329" y="17348"/>
                  </a:lnTo>
                  <a:lnTo>
                    <a:pt x="4051" y="17629"/>
                  </a:lnTo>
                  <a:lnTo>
                    <a:pt x="4813" y="17889"/>
                  </a:lnTo>
                  <a:lnTo>
                    <a:pt x="5575" y="18130"/>
                  </a:lnTo>
                  <a:lnTo>
                    <a:pt x="6377" y="18330"/>
                  </a:lnTo>
                  <a:lnTo>
                    <a:pt x="7180" y="18531"/>
                  </a:lnTo>
                  <a:lnTo>
                    <a:pt x="8022" y="18671"/>
                  </a:lnTo>
                  <a:lnTo>
                    <a:pt x="8864" y="18812"/>
                  </a:lnTo>
                  <a:lnTo>
                    <a:pt x="9706" y="18912"/>
                  </a:lnTo>
                  <a:lnTo>
                    <a:pt x="10589" y="18992"/>
                  </a:lnTo>
                  <a:lnTo>
                    <a:pt x="11471" y="19032"/>
                  </a:lnTo>
                  <a:lnTo>
                    <a:pt x="12354" y="19052"/>
                  </a:lnTo>
                  <a:lnTo>
                    <a:pt x="13256" y="19032"/>
                  </a:lnTo>
                  <a:lnTo>
                    <a:pt x="14138" y="18992"/>
                  </a:lnTo>
                  <a:lnTo>
                    <a:pt x="15001" y="18912"/>
                  </a:lnTo>
                  <a:lnTo>
                    <a:pt x="15863" y="18812"/>
                  </a:lnTo>
                  <a:lnTo>
                    <a:pt x="16705" y="18671"/>
                  </a:lnTo>
                  <a:lnTo>
                    <a:pt x="17528" y="18531"/>
                  </a:lnTo>
                  <a:lnTo>
                    <a:pt x="18350" y="18330"/>
                  </a:lnTo>
                  <a:lnTo>
                    <a:pt x="19132" y="18130"/>
                  </a:lnTo>
                  <a:lnTo>
                    <a:pt x="19914" y="17889"/>
                  </a:lnTo>
                  <a:lnTo>
                    <a:pt x="20676" y="17629"/>
                  </a:lnTo>
                  <a:lnTo>
                    <a:pt x="21398" y="17348"/>
                  </a:lnTo>
                  <a:lnTo>
                    <a:pt x="22120" y="17027"/>
                  </a:lnTo>
                  <a:lnTo>
                    <a:pt x="22802" y="16706"/>
                  </a:lnTo>
                  <a:lnTo>
                    <a:pt x="23464" y="16365"/>
                  </a:lnTo>
                  <a:lnTo>
                    <a:pt x="24106" y="15984"/>
                  </a:lnTo>
                  <a:lnTo>
                    <a:pt x="24727" y="15583"/>
                  </a:lnTo>
                  <a:lnTo>
                    <a:pt x="24386" y="14901"/>
                  </a:lnTo>
                  <a:lnTo>
                    <a:pt x="24045" y="14219"/>
                  </a:lnTo>
                  <a:lnTo>
                    <a:pt x="23704" y="13537"/>
                  </a:lnTo>
                  <a:lnTo>
                    <a:pt x="23364" y="12896"/>
                  </a:lnTo>
                  <a:lnTo>
                    <a:pt x="22922" y="12134"/>
                  </a:lnTo>
                  <a:lnTo>
                    <a:pt x="22501" y="11392"/>
                  </a:lnTo>
                  <a:lnTo>
                    <a:pt x="22060" y="10670"/>
                  </a:lnTo>
                  <a:lnTo>
                    <a:pt x="21619" y="9968"/>
                  </a:lnTo>
                  <a:lnTo>
                    <a:pt x="21178" y="9286"/>
                  </a:lnTo>
                  <a:lnTo>
                    <a:pt x="20736" y="8644"/>
                  </a:lnTo>
                  <a:lnTo>
                    <a:pt x="20275" y="8002"/>
                  </a:lnTo>
                  <a:lnTo>
                    <a:pt x="19834" y="7401"/>
                  </a:lnTo>
                  <a:lnTo>
                    <a:pt x="18952" y="6238"/>
                  </a:lnTo>
                  <a:lnTo>
                    <a:pt x="18089" y="5195"/>
                  </a:lnTo>
                  <a:lnTo>
                    <a:pt x="17247" y="4232"/>
                  </a:lnTo>
                  <a:lnTo>
                    <a:pt x="16445" y="3350"/>
                  </a:lnTo>
                  <a:lnTo>
                    <a:pt x="15663" y="2588"/>
                  </a:lnTo>
                  <a:lnTo>
                    <a:pt x="14961" y="1906"/>
                  </a:lnTo>
                  <a:lnTo>
                    <a:pt x="14319" y="1324"/>
                  </a:lnTo>
                  <a:lnTo>
                    <a:pt x="13737" y="863"/>
                  </a:lnTo>
                  <a:lnTo>
                    <a:pt x="13256" y="482"/>
                  </a:lnTo>
                  <a:lnTo>
                    <a:pt x="12855" y="221"/>
                  </a:lnTo>
                  <a:lnTo>
                    <a:pt x="12554" y="61"/>
                  </a:lnTo>
                  <a:lnTo>
                    <a:pt x="12434" y="21"/>
                  </a:lnTo>
                  <a:lnTo>
                    <a:pt x="123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5753;p22"/>
            <p:cNvSpPr/>
            <p:nvPr/>
          </p:nvSpPr>
          <p:spPr>
            <a:xfrm>
              <a:off x="11342050" y="3810625"/>
              <a:ext cx="618200" cy="476325"/>
            </a:xfrm>
            <a:custGeom>
              <a:avLst/>
              <a:gdLst/>
              <a:ahLst/>
              <a:cxnLst/>
              <a:rect l="l" t="t" r="r" b="b"/>
              <a:pathLst>
                <a:path w="24728" h="19053" fill="none" extrusionOk="0">
                  <a:moveTo>
                    <a:pt x="24727" y="15583"/>
                  </a:moveTo>
                  <a:lnTo>
                    <a:pt x="24727" y="15583"/>
                  </a:lnTo>
                  <a:lnTo>
                    <a:pt x="24106" y="15984"/>
                  </a:lnTo>
                  <a:lnTo>
                    <a:pt x="23464" y="16365"/>
                  </a:lnTo>
                  <a:lnTo>
                    <a:pt x="22802" y="16706"/>
                  </a:lnTo>
                  <a:lnTo>
                    <a:pt x="22120" y="17027"/>
                  </a:lnTo>
                  <a:lnTo>
                    <a:pt x="21398" y="17348"/>
                  </a:lnTo>
                  <a:lnTo>
                    <a:pt x="20676" y="17629"/>
                  </a:lnTo>
                  <a:lnTo>
                    <a:pt x="19914" y="17889"/>
                  </a:lnTo>
                  <a:lnTo>
                    <a:pt x="19132" y="18130"/>
                  </a:lnTo>
                  <a:lnTo>
                    <a:pt x="18350" y="18330"/>
                  </a:lnTo>
                  <a:lnTo>
                    <a:pt x="17528" y="18531"/>
                  </a:lnTo>
                  <a:lnTo>
                    <a:pt x="16705" y="18671"/>
                  </a:lnTo>
                  <a:lnTo>
                    <a:pt x="15863" y="18812"/>
                  </a:lnTo>
                  <a:lnTo>
                    <a:pt x="15001" y="18912"/>
                  </a:lnTo>
                  <a:lnTo>
                    <a:pt x="14138" y="18992"/>
                  </a:lnTo>
                  <a:lnTo>
                    <a:pt x="13256" y="19032"/>
                  </a:lnTo>
                  <a:lnTo>
                    <a:pt x="12354" y="19052"/>
                  </a:lnTo>
                  <a:lnTo>
                    <a:pt x="12354" y="19052"/>
                  </a:lnTo>
                  <a:lnTo>
                    <a:pt x="11471" y="19032"/>
                  </a:lnTo>
                  <a:lnTo>
                    <a:pt x="10589" y="18992"/>
                  </a:lnTo>
                  <a:lnTo>
                    <a:pt x="9706" y="18912"/>
                  </a:lnTo>
                  <a:lnTo>
                    <a:pt x="8864" y="18812"/>
                  </a:lnTo>
                  <a:lnTo>
                    <a:pt x="8022" y="18671"/>
                  </a:lnTo>
                  <a:lnTo>
                    <a:pt x="7180" y="18531"/>
                  </a:lnTo>
                  <a:lnTo>
                    <a:pt x="6377" y="18330"/>
                  </a:lnTo>
                  <a:lnTo>
                    <a:pt x="5575" y="18130"/>
                  </a:lnTo>
                  <a:lnTo>
                    <a:pt x="4813" y="17889"/>
                  </a:lnTo>
                  <a:lnTo>
                    <a:pt x="4051" y="17629"/>
                  </a:lnTo>
                  <a:lnTo>
                    <a:pt x="3329" y="17348"/>
                  </a:lnTo>
                  <a:lnTo>
                    <a:pt x="2607" y="17027"/>
                  </a:lnTo>
                  <a:lnTo>
                    <a:pt x="1925" y="16706"/>
                  </a:lnTo>
                  <a:lnTo>
                    <a:pt x="1264" y="16365"/>
                  </a:lnTo>
                  <a:lnTo>
                    <a:pt x="622" y="15984"/>
                  </a:lnTo>
                  <a:lnTo>
                    <a:pt x="0" y="15583"/>
                  </a:lnTo>
                  <a:lnTo>
                    <a:pt x="0" y="15583"/>
                  </a:lnTo>
                  <a:lnTo>
                    <a:pt x="341" y="14901"/>
                  </a:lnTo>
                  <a:lnTo>
                    <a:pt x="662" y="14199"/>
                  </a:lnTo>
                  <a:lnTo>
                    <a:pt x="1023" y="13537"/>
                  </a:lnTo>
                  <a:lnTo>
                    <a:pt x="1364" y="12876"/>
                  </a:lnTo>
                  <a:lnTo>
                    <a:pt x="1364" y="12876"/>
                  </a:lnTo>
                  <a:lnTo>
                    <a:pt x="1785" y="12114"/>
                  </a:lnTo>
                  <a:lnTo>
                    <a:pt x="2226" y="11392"/>
                  </a:lnTo>
                  <a:lnTo>
                    <a:pt x="2667" y="10670"/>
                  </a:lnTo>
                  <a:lnTo>
                    <a:pt x="3109" y="9968"/>
                  </a:lnTo>
                  <a:lnTo>
                    <a:pt x="3550" y="9286"/>
                  </a:lnTo>
                  <a:lnTo>
                    <a:pt x="3991" y="8644"/>
                  </a:lnTo>
                  <a:lnTo>
                    <a:pt x="4432" y="8002"/>
                  </a:lnTo>
                  <a:lnTo>
                    <a:pt x="4893" y="7401"/>
                  </a:lnTo>
                  <a:lnTo>
                    <a:pt x="5776" y="6238"/>
                  </a:lnTo>
                  <a:lnTo>
                    <a:pt x="6638" y="5195"/>
                  </a:lnTo>
                  <a:lnTo>
                    <a:pt x="7480" y="4232"/>
                  </a:lnTo>
                  <a:lnTo>
                    <a:pt x="8283" y="3350"/>
                  </a:lnTo>
                  <a:lnTo>
                    <a:pt x="9045" y="2588"/>
                  </a:lnTo>
                  <a:lnTo>
                    <a:pt x="9767" y="1906"/>
                  </a:lnTo>
                  <a:lnTo>
                    <a:pt x="10408" y="1324"/>
                  </a:lnTo>
                  <a:lnTo>
                    <a:pt x="10970" y="863"/>
                  </a:lnTo>
                  <a:lnTo>
                    <a:pt x="11471" y="482"/>
                  </a:lnTo>
                  <a:lnTo>
                    <a:pt x="11872" y="221"/>
                  </a:lnTo>
                  <a:lnTo>
                    <a:pt x="12173" y="61"/>
                  </a:lnTo>
                  <a:lnTo>
                    <a:pt x="12273" y="21"/>
                  </a:lnTo>
                  <a:lnTo>
                    <a:pt x="12354" y="1"/>
                  </a:lnTo>
                  <a:lnTo>
                    <a:pt x="12354" y="1"/>
                  </a:lnTo>
                  <a:lnTo>
                    <a:pt x="12434" y="21"/>
                  </a:lnTo>
                  <a:lnTo>
                    <a:pt x="12554" y="61"/>
                  </a:lnTo>
                  <a:lnTo>
                    <a:pt x="12855" y="221"/>
                  </a:lnTo>
                  <a:lnTo>
                    <a:pt x="13256" y="482"/>
                  </a:lnTo>
                  <a:lnTo>
                    <a:pt x="13737" y="863"/>
                  </a:lnTo>
                  <a:lnTo>
                    <a:pt x="14319" y="1324"/>
                  </a:lnTo>
                  <a:lnTo>
                    <a:pt x="14961" y="1906"/>
                  </a:lnTo>
                  <a:lnTo>
                    <a:pt x="15663" y="2588"/>
                  </a:lnTo>
                  <a:lnTo>
                    <a:pt x="16445" y="3350"/>
                  </a:lnTo>
                  <a:lnTo>
                    <a:pt x="17247" y="4232"/>
                  </a:lnTo>
                  <a:lnTo>
                    <a:pt x="18089" y="5195"/>
                  </a:lnTo>
                  <a:lnTo>
                    <a:pt x="18952" y="6238"/>
                  </a:lnTo>
                  <a:lnTo>
                    <a:pt x="19834" y="7401"/>
                  </a:lnTo>
                  <a:lnTo>
                    <a:pt x="20275" y="8002"/>
                  </a:lnTo>
                  <a:lnTo>
                    <a:pt x="20736" y="8644"/>
                  </a:lnTo>
                  <a:lnTo>
                    <a:pt x="21178" y="9286"/>
                  </a:lnTo>
                  <a:lnTo>
                    <a:pt x="21619" y="9968"/>
                  </a:lnTo>
                  <a:lnTo>
                    <a:pt x="22060" y="10670"/>
                  </a:lnTo>
                  <a:lnTo>
                    <a:pt x="22501" y="11392"/>
                  </a:lnTo>
                  <a:lnTo>
                    <a:pt x="22922" y="12134"/>
                  </a:lnTo>
                  <a:lnTo>
                    <a:pt x="23364" y="12896"/>
                  </a:lnTo>
                  <a:lnTo>
                    <a:pt x="23364" y="12896"/>
                  </a:lnTo>
                  <a:lnTo>
                    <a:pt x="23704" y="13537"/>
                  </a:lnTo>
                  <a:lnTo>
                    <a:pt x="24045" y="14219"/>
                  </a:lnTo>
                  <a:lnTo>
                    <a:pt x="24386" y="14901"/>
                  </a:lnTo>
                  <a:lnTo>
                    <a:pt x="24727" y="155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22"/>
            <p:cNvSpPr/>
            <p:nvPr/>
          </p:nvSpPr>
          <p:spPr>
            <a:xfrm>
              <a:off x="11376125" y="3810625"/>
              <a:ext cx="550025" cy="413150"/>
            </a:xfrm>
            <a:custGeom>
              <a:avLst/>
              <a:gdLst/>
              <a:ahLst/>
              <a:cxnLst/>
              <a:rect l="l" t="t" r="r" b="b"/>
              <a:pathLst>
                <a:path w="22001" h="16526" extrusionOk="0">
                  <a:moveTo>
                    <a:pt x="10991" y="1"/>
                  </a:moveTo>
                  <a:lnTo>
                    <a:pt x="10910" y="21"/>
                  </a:lnTo>
                  <a:lnTo>
                    <a:pt x="10810" y="61"/>
                  </a:lnTo>
                  <a:lnTo>
                    <a:pt x="10509" y="221"/>
                  </a:lnTo>
                  <a:lnTo>
                    <a:pt x="10108" y="482"/>
                  </a:lnTo>
                  <a:lnTo>
                    <a:pt x="9607" y="863"/>
                  </a:lnTo>
                  <a:lnTo>
                    <a:pt x="9045" y="1324"/>
                  </a:lnTo>
                  <a:lnTo>
                    <a:pt x="8404" y="1906"/>
                  </a:lnTo>
                  <a:lnTo>
                    <a:pt x="7682" y="2588"/>
                  </a:lnTo>
                  <a:lnTo>
                    <a:pt x="6920" y="3350"/>
                  </a:lnTo>
                  <a:lnTo>
                    <a:pt x="6117" y="4232"/>
                  </a:lnTo>
                  <a:lnTo>
                    <a:pt x="5275" y="5195"/>
                  </a:lnTo>
                  <a:lnTo>
                    <a:pt x="4413" y="6238"/>
                  </a:lnTo>
                  <a:lnTo>
                    <a:pt x="3530" y="7401"/>
                  </a:lnTo>
                  <a:lnTo>
                    <a:pt x="3069" y="8002"/>
                  </a:lnTo>
                  <a:lnTo>
                    <a:pt x="2628" y="8644"/>
                  </a:lnTo>
                  <a:lnTo>
                    <a:pt x="2187" y="9286"/>
                  </a:lnTo>
                  <a:lnTo>
                    <a:pt x="1746" y="9968"/>
                  </a:lnTo>
                  <a:lnTo>
                    <a:pt x="1304" y="10670"/>
                  </a:lnTo>
                  <a:lnTo>
                    <a:pt x="863" y="11392"/>
                  </a:lnTo>
                  <a:lnTo>
                    <a:pt x="422" y="12114"/>
                  </a:lnTo>
                  <a:lnTo>
                    <a:pt x="1" y="12876"/>
                  </a:lnTo>
                  <a:lnTo>
                    <a:pt x="502" y="13297"/>
                  </a:lnTo>
                  <a:lnTo>
                    <a:pt x="1044" y="13678"/>
                  </a:lnTo>
                  <a:lnTo>
                    <a:pt x="1605" y="14039"/>
                  </a:lnTo>
                  <a:lnTo>
                    <a:pt x="2187" y="14380"/>
                  </a:lnTo>
                  <a:lnTo>
                    <a:pt x="2808" y="14701"/>
                  </a:lnTo>
                  <a:lnTo>
                    <a:pt x="3450" y="15001"/>
                  </a:lnTo>
                  <a:lnTo>
                    <a:pt x="4112" y="15282"/>
                  </a:lnTo>
                  <a:lnTo>
                    <a:pt x="4814" y="15523"/>
                  </a:lnTo>
                  <a:lnTo>
                    <a:pt x="5516" y="15763"/>
                  </a:lnTo>
                  <a:lnTo>
                    <a:pt x="6258" y="15944"/>
                  </a:lnTo>
                  <a:lnTo>
                    <a:pt x="7000" y="16124"/>
                  </a:lnTo>
                  <a:lnTo>
                    <a:pt x="7782" y="16265"/>
                  </a:lnTo>
                  <a:lnTo>
                    <a:pt x="8564" y="16365"/>
                  </a:lnTo>
                  <a:lnTo>
                    <a:pt x="9366" y="16445"/>
                  </a:lnTo>
                  <a:lnTo>
                    <a:pt x="10168" y="16505"/>
                  </a:lnTo>
                  <a:lnTo>
                    <a:pt x="10991" y="16526"/>
                  </a:lnTo>
                  <a:lnTo>
                    <a:pt x="11833" y="16505"/>
                  </a:lnTo>
                  <a:lnTo>
                    <a:pt x="12635" y="16445"/>
                  </a:lnTo>
                  <a:lnTo>
                    <a:pt x="13437" y="16365"/>
                  </a:lnTo>
                  <a:lnTo>
                    <a:pt x="14219" y="16265"/>
                  </a:lnTo>
                  <a:lnTo>
                    <a:pt x="14981" y="16124"/>
                  </a:lnTo>
                  <a:lnTo>
                    <a:pt x="15744" y="15944"/>
                  </a:lnTo>
                  <a:lnTo>
                    <a:pt x="16466" y="15763"/>
                  </a:lnTo>
                  <a:lnTo>
                    <a:pt x="17187" y="15523"/>
                  </a:lnTo>
                  <a:lnTo>
                    <a:pt x="17869" y="15282"/>
                  </a:lnTo>
                  <a:lnTo>
                    <a:pt x="18551" y="15001"/>
                  </a:lnTo>
                  <a:lnTo>
                    <a:pt x="19193" y="14721"/>
                  </a:lnTo>
                  <a:lnTo>
                    <a:pt x="19795" y="14380"/>
                  </a:lnTo>
                  <a:lnTo>
                    <a:pt x="20396" y="14039"/>
                  </a:lnTo>
                  <a:lnTo>
                    <a:pt x="20958" y="13678"/>
                  </a:lnTo>
                  <a:lnTo>
                    <a:pt x="21499" y="13297"/>
                  </a:lnTo>
                  <a:lnTo>
                    <a:pt x="22001" y="12896"/>
                  </a:lnTo>
                  <a:lnTo>
                    <a:pt x="21559" y="12134"/>
                  </a:lnTo>
                  <a:lnTo>
                    <a:pt x="21138" y="11392"/>
                  </a:lnTo>
                  <a:lnTo>
                    <a:pt x="20697" y="10670"/>
                  </a:lnTo>
                  <a:lnTo>
                    <a:pt x="20256" y="9968"/>
                  </a:lnTo>
                  <a:lnTo>
                    <a:pt x="19815" y="9286"/>
                  </a:lnTo>
                  <a:lnTo>
                    <a:pt x="19373" y="8644"/>
                  </a:lnTo>
                  <a:lnTo>
                    <a:pt x="18912" y="8002"/>
                  </a:lnTo>
                  <a:lnTo>
                    <a:pt x="18471" y="7401"/>
                  </a:lnTo>
                  <a:lnTo>
                    <a:pt x="17589" y="6238"/>
                  </a:lnTo>
                  <a:lnTo>
                    <a:pt x="16726" y="5195"/>
                  </a:lnTo>
                  <a:lnTo>
                    <a:pt x="15884" y="4232"/>
                  </a:lnTo>
                  <a:lnTo>
                    <a:pt x="15082" y="3350"/>
                  </a:lnTo>
                  <a:lnTo>
                    <a:pt x="14300" y="2588"/>
                  </a:lnTo>
                  <a:lnTo>
                    <a:pt x="13598" y="1906"/>
                  </a:lnTo>
                  <a:lnTo>
                    <a:pt x="12956" y="1324"/>
                  </a:lnTo>
                  <a:lnTo>
                    <a:pt x="12374" y="863"/>
                  </a:lnTo>
                  <a:lnTo>
                    <a:pt x="11893" y="482"/>
                  </a:lnTo>
                  <a:lnTo>
                    <a:pt x="11492" y="221"/>
                  </a:lnTo>
                  <a:lnTo>
                    <a:pt x="11191" y="61"/>
                  </a:lnTo>
                  <a:lnTo>
                    <a:pt x="11071" y="21"/>
                  </a:lnTo>
                  <a:lnTo>
                    <a:pt x="109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22"/>
            <p:cNvSpPr/>
            <p:nvPr/>
          </p:nvSpPr>
          <p:spPr>
            <a:xfrm>
              <a:off x="11376125" y="3810625"/>
              <a:ext cx="550025" cy="413150"/>
            </a:xfrm>
            <a:custGeom>
              <a:avLst/>
              <a:gdLst/>
              <a:ahLst/>
              <a:cxnLst/>
              <a:rect l="l" t="t" r="r" b="b"/>
              <a:pathLst>
                <a:path w="22001" h="16526" fill="none" extrusionOk="0">
                  <a:moveTo>
                    <a:pt x="22001" y="12896"/>
                  </a:moveTo>
                  <a:lnTo>
                    <a:pt x="22001" y="12896"/>
                  </a:lnTo>
                  <a:lnTo>
                    <a:pt x="21499" y="13297"/>
                  </a:lnTo>
                  <a:lnTo>
                    <a:pt x="20958" y="13678"/>
                  </a:lnTo>
                  <a:lnTo>
                    <a:pt x="20396" y="14039"/>
                  </a:lnTo>
                  <a:lnTo>
                    <a:pt x="19795" y="14380"/>
                  </a:lnTo>
                  <a:lnTo>
                    <a:pt x="19193" y="14721"/>
                  </a:lnTo>
                  <a:lnTo>
                    <a:pt x="18551" y="15001"/>
                  </a:lnTo>
                  <a:lnTo>
                    <a:pt x="17869" y="15282"/>
                  </a:lnTo>
                  <a:lnTo>
                    <a:pt x="17187" y="15523"/>
                  </a:lnTo>
                  <a:lnTo>
                    <a:pt x="16466" y="15763"/>
                  </a:lnTo>
                  <a:lnTo>
                    <a:pt x="15744" y="15944"/>
                  </a:lnTo>
                  <a:lnTo>
                    <a:pt x="14981" y="16124"/>
                  </a:lnTo>
                  <a:lnTo>
                    <a:pt x="14219" y="16265"/>
                  </a:lnTo>
                  <a:lnTo>
                    <a:pt x="13437" y="16365"/>
                  </a:lnTo>
                  <a:lnTo>
                    <a:pt x="12635" y="16445"/>
                  </a:lnTo>
                  <a:lnTo>
                    <a:pt x="11833" y="16505"/>
                  </a:lnTo>
                  <a:lnTo>
                    <a:pt x="10991" y="16526"/>
                  </a:lnTo>
                  <a:lnTo>
                    <a:pt x="10991" y="16526"/>
                  </a:lnTo>
                  <a:lnTo>
                    <a:pt x="10168" y="16505"/>
                  </a:lnTo>
                  <a:lnTo>
                    <a:pt x="9366" y="16445"/>
                  </a:lnTo>
                  <a:lnTo>
                    <a:pt x="8564" y="16365"/>
                  </a:lnTo>
                  <a:lnTo>
                    <a:pt x="7782" y="16265"/>
                  </a:lnTo>
                  <a:lnTo>
                    <a:pt x="7000" y="16124"/>
                  </a:lnTo>
                  <a:lnTo>
                    <a:pt x="6258" y="15944"/>
                  </a:lnTo>
                  <a:lnTo>
                    <a:pt x="5516" y="15763"/>
                  </a:lnTo>
                  <a:lnTo>
                    <a:pt x="4814" y="15523"/>
                  </a:lnTo>
                  <a:lnTo>
                    <a:pt x="4112" y="15282"/>
                  </a:lnTo>
                  <a:lnTo>
                    <a:pt x="3450" y="15001"/>
                  </a:lnTo>
                  <a:lnTo>
                    <a:pt x="2808" y="14701"/>
                  </a:lnTo>
                  <a:lnTo>
                    <a:pt x="2187" y="14380"/>
                  </a:lnTo>
                  <a:lnTo>
                    <a:pt x="1605" y="14039"/>
                  </a:lnTo>
                  <a:lnTo>
                    <a:pt x="1044" y="13678"/>
                  </a:lnTo>
                  <a:lnTo>
                    <a:pt x="502" y="13297"/>
                  </a:lnTo>
                  <a:lnTo>
                    <a:pt x="1" y="12876"/>
                  </a:lnTo>
                  <a:lnTo>
                    <a:pt x="1" y="12876"/>
                  </a:lnTo>
                  <a:lnTo>
                    <a:pt x="422" y="12114"/>
                  </a:lnTo>
                  <a:lnTo>
                    <a:pt x="863" y="11392"/>
                  </a:lnTo>
                  <a:lnTo>
                    <a:pt x="1304" y="10670"/>
                  </a:lnTo>
                  <a:lnTo>
                    <a:pt x="1746" y="9968"/>
                  </a:lnTo>
                  <a:lnTo>
                    <a:pt x="2187" y="9286"/>
                  </a:lnTo>
                  <a:lnTo>
                    <a:pt x="2628" y="8644"/>
                  </a:lnTo>
                  <a:lnTo>
                    <a:pt x="3069" y="8002"/>
                  </a:lnTo>
                  <a:lnTo>
                    <a:pt x="3530" y="7401"/>
                  </a:lnTo>
                  <a:lnTo>
                    <a:pt x="4413" y="6238"/>
                  </a:lnTo>
                  <a:lnTo>
                    <a:pt x="5275" y="5195"/>
                  </a:lnTo>
                  <a:lnTo>
                    <a:pt x="6117" y="4232"/>
                  </a:lnTo>
                  <a:lnTo>
                    <a:pt x="6920" y="3350"/>
                  </a:lnTo>
                  <a:lnTo>
                    <a:pt x="7682" y="2588"/>
                  </a:lnTo>
                  <a:lnTo>
                    <a:pt x="8404" y="1906"/>
                  </a:lnTo>
                  <a:lnTo>
                    <a:pt x="9045" y="1324"/>
                  </a:lnTo>
                  <a:lnTo>
                    <a:pt x="9607" y="863"/>
                  </a:lnTo>
                  <a:lnTo>
                    <a:pt x="10108" y="482"/>
                  </a:lnTo>
                  <a:lnTo>
                    <a:pt x="10509" y="221"/>
                  </a:lnTo>
                  <a:lnTo>
                    <a:pt x="10810" y="61"/>
                  </a:lnTo>
                  <a:lnTo>
                    <a:pt x="10910" y="21"/>
                  </a:lnTo>
                  <a:lnTo>
                    <a:pt x="10991" y="1"/>
                  </a:lnTo>
                  <a:lnTo>
                    <a:pt x="10991" y="1"/>
                  </a:lnTo>
                  <a:lnTo>
                    <a:pt x="11071" y="21"/>
                  </a:lnTo>
                  <a:lnTo>
                    <a:pt x="11191" y="61"/>
                  </a:lnTo>
                  <a:lnTo>
                    <a:pt x="11492" y="221"/>
                  </a:lnTo>
                  <a:lnTo>
                    <a:pt x="11893" y="482"/>
                  </a:lnTo>
                  <a:lnTo>
                    <a:pt x="12374" y="863"/>
                  </a:lnTo>
                  <a:lnTo>
                    <a:pt x="12956" y="1324"/>
                  </a:lnTo>
                  <a:lnTo>
                    <a:pt x="13598" y="1906"/>
                  </a:lnTo>
                  <a:lnTo>
                    <a:pt x="14300" y="2588"/>
                  </a:lnTo>
                  <a:lnTo>
                    <a:pt x="15082" y="3350"/>
                  </a:lnTo>
                  <a:lnTo>
                    <a:pt x="15884" y="4232"/>
                  </a:lnTo>
                  <a:lnTo>
                    <a:pt x="16726" y="5195"/>
                  </a:lnTo>
                  <a:lnTo>
                    <a:pt x="17589" y="6238"/>
                  </a:lnTo>
                  <a:lnTo>
                    <a:pt x="18471" y="7401"/>
                  </a:lnTo>
                  <a:lnTo>
                    <a:pt x="18912" y="8002"/>
                  </a:lnTo>
                  <a:lnTo>
                    <a:pt x="19373" y="8644"/>
                  </a:lnTo>
                  <a:lnTo>
                    <a:pt x="19815" y="9286"/>
                  </a:lnTo>
                  <a:lnTo>
                    <a:pt x="20256" y="9968"/>
                  </a:lnTo>
                  <a:lnTo>
                    <a:pt x="20697" y="10670"/>
                  </a:lnTo>
                  <a:lnTo>
                    <a:pt x="21138" y="11392"/>
                  </a:lnTo>
                  <a:lnTo>
                    <a:pt x="21559" y="12134"/>
                  </a:lnTo>
                  <a:lnTo>
                    <a:pt x="22001" y="1289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22"/>
            <p:cNvSpPr/>
            <p:nvPr/>
          </p:nvSpPr>
          <p:spPr>
            <a:xfrm>
              <a:off x="11448325" y="4016675"/>
              <a:ext cx="525" cy="550"/>
            </a:xfrm>
            <a:custGeom>
              <a:avLst/>
              <a:gdLst/>
              <a:ahLst/>
              <a:cxnLst/>
              <a:rect l="l" t="t" r="r" b="b"/>
              <a:pathLst>
                <a:path w="21" h="22" extrusionOk="0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97B4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22"/>
            <p:cNvSpPr/>
            <p:nvPr/>
          </p:nvSpPr>
          <p:spPr>
            <a:xfrm>
              <a:off x="11448325" y="4016675"/>
              <a:ext cx="525" cy="550"/>
            </a:xfrm>
            <a:custGeom>
              <a:avLst/>
              <a:gdLst/>
              <a:ahLst/>
              <a:cxnLst/>
              <a:rect l="l" t="t" r="r" b="b"/>
              <a:pathLst>
                <a:path w="21" h="22" fill="none" extrusionOk="0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5758;p22"/>
            <p:cNvSpPr/>
            <p:nvPr/>
          </p:nvSpPr>
          <p:spPr>
            <a:xfrm>
              <a:off x="11240775" y="4132500"/>
              <a:ext cx="704425" cy="1044875"/>
            </a:xfrm>
            <a:custGeom>
              <a:avLst/>
              <a:gdLst/>
              <a:ahLst/>
              <a:cxnLst/>
              <a:rect l="l" t="t" r="r" b="b"/>
              <a:pathLst>
                <a:path w="28177" h="41795" extrusionOk="0">
                  <a:moveTo>
                    <a:pt x="5415" y="1"/>
                  </a:moveTo>
                  <a:lnTo>
                    <a:pt x="5054" y="662"/>
                  </a:lnTo>
                  <a:lnTo>
                    <a:pt x="4713" y="1324"/>
                  </a:lnTo>
                  <a:lnTo>
                    <a:pt x="4713" y="1324"/>
                  </a:lnTo>
                  <a:lnTo>
                    <a:pt x="5074" y="662"/>
                  </a:lnTo>
                  <a:lnTo>
                    <a:pt x="5415" y="1"/>
                  </a:lnTo>
                  <a:close/>
                  <a:moveTo>
                    <a:pt x="4713" y="1324"/>
                  </a:moveTo>
                  <a:lnTo>
                    <a:pt x="4372" y="2026"/>
                  </a:lnTo>
                  <a:lnTo>
                    <a:pt x="4051" y="2708"/>
                  </a:lnTo>
                  <a:lnTo>
                    <a:pt x="4051" y="2708"/>
                  </a:lnTo>
                  <a:lnTo>
                    <a:pt x="4392" y="2026"/>
                  </a:lnTo>
                  <a:lnTo>
                    <a:pt x="4713" y="1324"/>
                  </a:lnTo>
                  <a:close/>
                  <a:moveTo>
                    <a:pt x="4051" y="2708"/>
                  </a:moveTo>
                  <a:lnTo>
                    <a:pt x="3630" y="3671"/>
                  </a:lnTo>
                  <a:lnTo>
                    <a:pt x="3209" y="4653"/>
                  </a:lnTo>
                  <a:lnTo>
                    <a:pt x="2808" y="5656"/>
                  </a:lnTo>
                  <a:lnTo>
                    <a:pt x="2447" y="6679"/>
                  </a:lnTo>
                  <a:lnTo>
                    <a:pt x="2086" y="7742"/>
                  </a:lnTo>
                  <a:lnTo>
                    <a:pt x="1745" y="8805"/>
                  </a:lnTo>
                  <a:lnTo>
                    <a:pt x="1444" y="9908"/>
                  </a:lnTo>
                  <a:lnTo>
                    <a:pt x="1163" y="11031"/>
                  </a:lnTo>
                  <a:lnTo>
                    <a:pt x="903" y="12194"/>
                  </a:lnTo>
                  <a:lnTo>
                    <a:pt x="682" y="13357"/>
                  </a:lnTo>
                  <a:lnTo>
                    <a:pt x="481" y="14560"/>
                  </a:lnTo>
                  <a:lnTo>
                    <a:pt x="321" y="15784"/>
                  </a:lnTo>
                  <a:lnTo>
                    <a:pt x="181" y="17007"/>
                  </a:lnTo>
                  <a:lnTo>
                    <a:pt x="80" y="18270"/>
                  </a:lnTo>
                  <a:lnTo>
                    <a:pt x="20" y="19554"/>
                  </a:lnTo>
                  <a:lnTo>
                    <a:pt x="0" y="20877"/>
                  </a:lnTo>
                  <a:lnTo>
                    <a:pt x="0" y="20897"/>
                  </a:lnTo>
                  <a:lnTo>
                    <a:pt x="20" y="21539"/>
                  </a:lnTo>
                  <a:lnTo>
                    <a:pt x="40" y="22181"/>
                  </a:lnTo>
                  <a:lnTo>
                    <a:pt x="80" y="22843"/>
                  </a:lnTo>
                  <a:lnTo>
                    <a:pt x="140" y="23505"/>
                  </a:lnTo>
                  <a:lnTo>
                    <a:pt x="201" y="24166"/>
                  </a:lnTo>
                  <a:lnTo>
                    <a:pt x="281" y="24848"/>
                  </a:lnTo>
                  <a:lnTo>
                    <a:pt x="401" y="25510"/>
                  </a:lnTo>
                  <a:lnTo>
                    <a:pt x="501" y="26192"/>
                  </a:lnTo>
                  <a:lnTo>
                    <a:pt x="642" y="26874"/>
                  </a:lnTo>
                  <a:lnTo>
                    <a:pt x="802" y="27535"/>
                  </a:lnTo>
                  <a:lnTo>
                    <a:pt x="963" y="28217"/>
                  </a:lnTo>
                  <a:lnTo>
                    <a:pt x="1143" y="28899"/>
                  </a:lnTo>
                  <a:lnTo>
                    <a:pt x="1344" y="29581"/>
                  </a:lnTo>
                  <a:lnTo>
                    <a:pt x="1564" y="30263"/>
                  </a:lnTo>
                  <a:lnTo>
                    <a:pt x="1785" y="30945"/>
                  </a:lnTo>
                  <a:lnTo>
                    <a:pt x="2046" y="31627"/>
                  </a:lnTo>
                  <a:lnTo>
                    <a:pt x="2306" y="32288"/>
                  </a:lnTo>
                  <a:lnTo>
                    <a:pt x="2587" y="32970"/>
                  </a:lnTo>
                  <a:lnTo>
                    <a:pt x="2868" y="33632"/>
                  </a:lnTo>
                  <a:lnTo>
                    <a:pt x="3189" y="34294"/>
                  </a:lnTo>
                  <a:lnTo>
                    <a:pt x="3510" y="34956"/>
                  </a:lnTo>
                  <a:lnTo>
                    <a:pt x="3851" y="35617"/>
                  </a:lnTo>
                  <a:lnTo>
                    <a:pt x="4212" y="36259"/>
                  </a:lnTo>
                  <a:lnTo>
                    <a:pt x="4593" y="36901"/>
                  </a:lnTo>
                  <a:lnTo>
                    <a:pt x="4994" y="37543"/>
                  </a:lnTo>
                  <a:lnTo>
                    <a:pt x="5395" y="38184"/>
                  </a:lnTo>
                  <a:lnTo>
                    <a:pt x="5836" y="38806"/>
                  </a:lnTo>
                  <a:lnTo>
                    <a:pt x="6277" y="39428"/>
                  </a:lnTo>
                  <a:lnTo>
                    <a:pt x="6738" y="40029"/>
                  </a:lnTo>
                  <a:lnTo>
                    <a:pt x="7200" y="40631"/>
                  </a:lnTo>
                  <a:lnTo>
                    <a:pt x="7701" y="41213"/>
                  </a:lnTo>
                  <a:lnTo>
                    <a:pt x="8202" y="41794"/>
                  </a:lnTo>
                  <a:lnTo>
                    <a:pt x="24627" y="41794"/>
                  </a:lnTo>
                  <a:lnTo>
                    <a:pt x="25128" y="41233"/>
                  </a:lnTo>
                  <a:lnTo>
                    <a:pt x="25610" y="40651"/>
                  </a:lnTo>
                  <a:lnTo>
                    <a:pt x="26071" y="40050"/>
                  </a:lnTo>
                  <a:lnTo>
                    <a:pt x="26532" y="39448"/>
                  </a:lnTo>
                  <a:lnTo>
                    <a:pt x="26973" y="38846"/>
                  </a:lnTo>
                  <a:lnTo>
                    <a:pt x="27395" y="38225"/>
                  </a:lnTo>
                  <a:lnTo>
                    <a:pt x="27796" y="37603"/>
                  </a:lnTo>
                  <a:lnTo>
                    <a:pt x="28177" y="36981"/>
                  </a:lnTo>
                  <a:lnTo>
                    <a:pt x="27475" y="36901"/>
                  </a:lnTo>
                  <a:lnTo>
                    <a:pt x="26753" y="36801"/>
                  </a:lnTo>
                  <a:lnTo>
                    <a:pt x="26051" y="36680"/>
                  </a:lnTo>
                  <a:lnTo>
                    <a:pt x="25349" y="36540"/>
                  </a:lnTo>
                  <a:lnTo>
                    <a:pt x="24667" y="36380"/>
                  </a:lnTo>
                  <a:lnTo>
                    <a:pt x="23965" y="36199"/>
                  </a:lnTo>
                  <a:lnTo>
                    <a:pt x="23283" y="35999"/>
                  </a:lnTo>
                  <a:lnTo>
                    <a:pt x="22601" y="35778"/>
                  </a:lnTo>
                  <a:lnTo>
                    <a:pt x="21940" y="35517"/>
                  </a:lnTo>
                  <a:lnTo>
                    <a:pt x="21278" y="35256"/>
                  </a:lnTo>
                  <a:lnTo>
                    <a:pt x="20636" y="34976"/>
                  </a:lnTo>
                  <a:lnTo>
                    <a:pt x="19994" y="34655"/>
                  </a:lnTo>
                  <a:lnTo>
                    <a:pt x="19353" y="34334"/>
                  </a:lnTo>
                  <a:lnTo>
                    <a:pt x="18731" y="33993"/>
                  </a:lnTo>
                  <a:lnTo>
                    <a:pt x="18129" y="33612"/>
                  </a:lnTo>
                  <a:lnTo>
                    <a:pt x="17528" y="33231"/>
                  </a:lnTo>
                  <a:lnTo>
                    <a:pt x="17066" y="33251"/>
                  </a:lnTo>
                  <a:lnTo>
                    <a:pt x="16084" y="33251"/>
                  </a:lnTo>
                  <a:lnTo>
                    <a:pt x="15582" y="33211"/>
                  </a:lnTo>
                  <a:lnTo>
                    <a:pt x="15101" y="33151"/>
                  </a:lnTo>
                  <a:lnTo>
                    <a:pt x="14620" y="33071"/>
                  </a:lnTo>
                  <a:lnTo>
                    <a:pt x="14159" y="32970"/>
                  </a:lnTo>
                  <a:lnTo>
                    <a:pt x="13697" y="32850"/>
                  </a:lnTo>
                  <a:lnTo>
                    <a:pt x="13256" y="32710"/>
                  </a:lnTo>
                  <a:lnTo>
                    <a:pt x="12815" y="32529"/>
                  </a:lnTo>
                  <a:lnTo>
                    <a:pt x="12394" y="32349"/>
                  </a:lnTo>
                  <a:lnTo>
                    <a:pt x="11993" y="32148"/>
                  </a:lnTo>
                  <a:lnTo>
                    <a:pt x="11592" y="31947"/>
                  </a:lnTo>
                  <a:lnTo>
                    <a:pt x="11211" y="31707"/>
                  </a:lnTo>
                  <a:lnTo>
                    <a:pt x="10850" y="31466"/>
                  </a:lnTo>
                  <a:lnTo>
                    <a:pt x="10489" y="31205"/>
                  </a:lnTo>
                  <a:lnTo>
                    <a:pt x="10148" y="30925"/>
                  </a:lnTo>
                  <a:lnTo>
                    <a:pt x="9827" y="30644"/>
                  </a:lnTo>
                  <a:lnTo>
                    <a:pt x="9526" y="30343"/>
                  </a:lnTo>
                  <a:lnTo>
                    <a:pt x="9225" y="30022"/>
                  </a:lnTo>
                  <a:lnTo>
                    <a:pt x="8944" y="29701"/>
                  </a:lnTo>
                  <a:lnTo>
                    <a:pt x="8684" y="29380"/>
                  </a:lnTo>
                  <a:lnTo>
                    <a:pt x="8423" y="29040"/>
                  </a:lnTo>
                  <a:lnTo>
                    <a:pt x="8202" y="28679"/>
                  </a:lnTo>
                  <a:lnTo>
                    <a:pt x="7982" y="28338"/>
                  </a:lnTo>
                  <a:lnTo>
                    <a:pt x="7781" y="27977"/>
                  </a:lnTo>
                  <a:lnTo>
                    <a:pt x="7601" y="27596"/>
                  </a:lnTo>
                  <a:lnTo>
                    <a:pt x="7440" y="27215"/>
                  </a:lnTo>
                  <a:lnTo>
                    <a:pt x="7300" y="26854"/>
                  </a:lnTo>
                  <a:lnTo>
                    <a:pt x="7160" y="26473"/>
                  </a:lnTo>
                  <a:lnTo>
                    <a:pt x="7059" y="26071"/>
                  </a:lnTo>
                  <a:lnTo>
                    <a:pt x="6979" y="25690"/>
                  </a:lnTo>
                  <a:lnTo>
                    <a:pt x="6899" y="25309"/>
                  </a:lnTo>
                  <a:lnTo>
                    <a:pt x="6839" y="24928"/>
                  </a:lnTo>
                  <a:lnTo>
                    <a:pt x="6799" y="24487"/>
                  </a:lnTo>
                  <a:lnTo>
                    <a:pt x="6799" y="24066"/>
                  </a:lnTo>
                  <a:lnTo>
                    <a:pt x="6799" y="23645"/>
                  </a:lnTo>
                  <a:lnTo>
                    <a:pt x="6799" y="23204"/>
                  </a:lnTo>
                  <a:lnTo>
                    <a:pt x="6839" y="22803"/>
                  </a:lnTo>
                  <a:lnTo>
                    <a:pt x="6899" y="22381"/>
                  </a:lnTo>
                  <a:lnTo>
                    <a:pt x="6959" y="21960"/>
                  </a:lnTo>
                  <a:lnTo>
                    <a:pt x="7059" y="21559"/>
                  </a:lnTo>
                  <a:lnTo>
                    <a:pt x="7160" y="21158"/>
                  </a:lnTo>
                  <a:lnTo>
                    <a:pt x="7280" y="20777"/>
                  </a:lnTo>
                  <a:lnTo>
                    <a:pt x="7400" y="20376"/>
                  </a:lnTo>
                  <a:lnTo>
                    <a:pt x="7561" y="19995"/>
                  </a:lnTo>
                  <a:lnTo>
                    <a:pt x="7721" y="19634"/>
                  </a:lnTo>
                  <a:lnTo>
                    <a:pt x="7902" y="19273"/>
                  </a:lnTo>
                  <a:lnTo>
                    <a:pt x="8102" y="18912"/>
                  </a:lnTo>
                  <a:lnTo>
                    <a:pt x="8303" y="18551"/>
                  </a:lnTo>
                  <a:lnTo>
                    <a:pt x="8142" y="17709"/>
                  </a:lnTo>
                  <a:lnTo>
                    <a:pt x="8002" y="16866"/>
                  </a:lnTo>
                  <a:lnTo>
                    <a:pt x="7881" y="16004"/>
                  </a:lnTo>
                  <a:lnTo>
                    <a:pt x="7801" y="15142"/>
                  </a:lnTo>
                  <a:lnTo>
                    <a:pt x="7721" y="14279"/>
                  </a:lnTo>
                  <a:lnTo>
                    <a:pt x="7681" y="13417"/>
                  </a:lnTo>
                  <a:lnTo>
                    <a:pt x="7641" y="12555"/>
                  </a:lnTo>
                  <a:lnTo>
                    <a:pt x="7641" y="11692"/>
                  </a:lnTo>
                  <a:lnTo>
                    <a:pt x="7661" y="10810"/>
                  </a:lnTo>
                  <a:lnTo>
                    <a:pt x="7681" y="9948"/>
                  </a:lnTo>
                  <a:lnTo>
                    <a:pt x="7741" y="9085"/>
                  </a:lnTo>
                  <a:lnTo>
                    <a:pt x="7821" y="8223"/>
                  </a:lnTo>
                  <a:lnTo>
                    <a:pt x="7902" y="7361"/>
                  </a:lnTo>
                  <a:lnTo>
                    <a:pt x="8002" y="6518"/>
                  </a:lnTo>
                  <a:lnTo>
                    <a:pt x="8142" y="5656"/>
                  </a:lnTo>
                  <a:lnTo>
                    <a:pt x="8283" y="4814"/>
                  </a:lnTo>
                  <a:lnTo>
                    <a:pt x="7701" y="4593"/>
                  </a:lnTo>
                  <a:lnTo>
                    <a:pt x="7139" y="4372"/>
                  </a:lnTo>
                  <a:lnTo>
                    <a:pt x="6598" y="4132"/>
                  </a:lnTo>
                  <a:lnTo>
                    <a:pt x="6057" y="3871"/>
                  </a:lnTo>
                  <a:lnTo>
                    <a:pt x="5535" y="3610"/>
                  </a:lnTo>
                  <a:lnTo>
                    <a:pt x="5014" y="3310"/>
                  </a:lnTo>
                  <a:lnTo>
                    <a:pt x="4532" y="3029"/>
                  </a:lnTo>
                  <a:lnTo>
                    <a:pt x="4051" y="2708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5759;p22"/>
            <p:cNvSpPr/>
            <p:nvPr/>
          </p:nvSpPr>
          <p:spPr>
            <a:xfrm>
              <a:off x="11240775" y="4017200"/>
              <a:ext cx="704425" cy="1160175"/>
            </a:xfrm>
            <a:custGeom>
              <a:avLst/>
              <a:gdLst/>
              <a:ahLst/>
              <a:cxnLst/>
              <a:rect l="l" t="t" r="r" b="b"/>
              <a:pathLst>
                <a:path w="28177" h="46407" fill="none" extrusionOk="0">
                  <a:moveTo>
                    <a:pt x="8303" y="0"/>
                  </a:moveTo>
                  <a:lnTo>
                    <a:pt x="8303" y="0"/>
                  </a:lnTo>
                  <a:lnTo>
                    <a:pt x="7581" y="1063"/>
                  </a:lnTo>
                  <a:lnTo>
                    <a:pt x="6839" y="2186"/>
                  </a:lnTo>
                  <a:lnTo>
                    <a:pt x="6117" y="3369"/>
                  </a:lnTo>
                  <a:lnTo>
                    <a:pt x="5415" y="4613"/>
                  </a:lnTo>
                  <a:lnTo>
                    <a:pt x="5415" y="4613"/>
                  </a:lnTo>
                  <a:lnTo>
                    <a:pt x="5054" y="5274"/>
                  </a:lnTo>
                  <a:lnTo>
                    <a:pt x="4713" y="5936"/>
                  </a:lnTo>
                  <a:lnTo>
                    <a:pt x="4372" y="6638"/>
                  </a:lnTo>
                  <a:lnTo>
                    <a:pt x="4051" y="7320"/>
                  </a:lnTo>
                  <a:lnTo>
                    <a:pt x="4051" y="7320"/>
                  </a:lnTo>
                  <a:lnTo>
                    <a:pt x="3630" y="8283"/>
                  </a:lnTo>
                  <a:lnTo>
                    <a:pt x="3209" y="9265"/>
                  </a:lnTo>
                  <a:lnTo>
                    <a:pt x="2808" y="10268"/>
                  </a:lnTo>
                  <a:lnTo>
                    <a:pt x="2447" y="11291"/>
                  </a:lnTo>
                  <a:lnTo>
                    <a:pt x="2086" y="12354"/>
                  </a:lnTo>
                  <a:lnTo>
                    <a:pt x="1745" y="13417"/>
                  </a:lnTo>
                  <a:lnTo>
                    <a:pt x="1444" y="14520"/>
                  </a:lnTo>
                  <a:lnTo>
                    <a:pt x="1163" y="15643"/>
                  </a:lnTo>
                  <a:lnTo>
                    <a:pt x="903" y="16806"/>
                  </a:lnTo>
                  <a:lnTo>
                    <a:pt x="682" y="17969"/>
                  </a:lnTo>
                  <a:lnTo>
                    <a:pt x="481" y="19172"/>
                  </a:lnTo>
                  <a:lnTo>
                    <a:pt x="321" y="20396"/>
                  </a:lnTo>
                  <a:lnTo>
                    <a:pt x="181" y="21619"/>
                  </a:lnTo>
                  <a:lnTo>
                    <a:pt x="80" y="22882"/>
                  </a:lnTo>
                  <a:lnTo>
                    <a:pt x="20" y="24166"/>
                  </a:lnTo>
                  <a:lnTo>
                    <a:pt x="0" y="25489"/>
                  </a:lnTo>
                  <a:lnTo>
                    <a:pt x="0" y="25489"/>
                  </a:lnTo>
                  <a:lnTo>
                    <a:pt x="0" y="25509"/>
                  </a:lnTo>
                  <a:lnTo>
                    <a:pt x="0" y="25509"/>
                  </a:lnTo>
                  <a:lnTo>
                    <a:pt x="20" y="26151"/>
                  </a:lnTo>
                  <a:lnTo>
                    <a:pt x="40" y="26793"/>
                  </a:lnTo>
                  <a:lnTo>
                    <a:pt x="80" y="27455"/>
                  </a:lnTo>
                  <a:lnTo>
                    <a:pt x="140" y="28117"/>
                  </a:lnTo>
                  <a:lnTo>
                    <a:pt x="201" y="28778"/>
                  </a:lnTo>
                  <a:lnTo>
                    <a:pt x="281" y="29460"/>
                  </a:lnTo>
                  <a:lnTo>
                    <a:pt x="401" y="30122"/>
                  </a:lnTo>
                  <a:lnTo>
                    <a:pt x="501" y="30804"/>
                  </a:lnTo>
                  <a:lnTo>
                    <a:pt x="642" y="31486"/>
                  </a:lnTo>
                  <a:lnTo>
                    <a:pt x="802" y="32147"/>
                  </a:lnTo>
                  <a:lnTo>
                    <a:pt x="963" y="32829"/>
                  </a:lnTo>
                  <a:lnTo>
                    <a:pt x="1143" y="33511"/>
                  </a:lnTo>
                  <a:lnTo>
                    <a:pt x="1344" y="34193"/>
                  </a:lnTo>
                  <a:lnTo>
                    <a:pt x="1564" y="34875"/>
                  </a:lnTo>
                  <a:lnTo>
                    <a:pt x="1785" y="35557"/>
                  </a:lnTo>
                  <a:lnTo>
                    <a:pt x="2046" y="36239"/>
                  </a:lnTo>
                  <a:lnTo>
                    <a:pt x="2306" y="36900"/>
                  </a:lnTo>
                  <a:lnTo>
                    <a:pt x="2587" y="37582"/>
                  </a:lnTo>
                  <a:lnTo>
                    <a:pt x="2868" y="38244"/>
                  </a:lnTo>
                  <a:lnTo>
                    <a:pt x="3189" y="38906"/>
                  </a:lnTo>
                  <a:lnTo>
                    <a:pt x="3510" y="39568"/>
                  </a:lnTo>
                  <a:lnTo>
                    <a:pt x="3851" y="40229"/>
                  </a:lnTo>
                  <a:lnTo>
                    <a:pt x="4212" y="40871"/>
                  </a:lnTo>
                  <a:lnTo>
                    <a:pt x="4593" y="41513"/>
                  </a:lnTo>
                  <a:lnTo>
                    <a:pt x="4994" y="42155"/>
                  </a:lnTo>
                  <a:lnTo>
                    <a:pt x="5395" y="42796"/>
                  </a:lnTo>
                  <a:lnTo>
                    <a:pt x="5836" y="43418"/>
                  </a:lnTo>
                  <a:lnTo>
                    <a:pt x="6277" y="44040"/>
                  </a:lnTo>
                  <a:lnTo>
                    <a:pt x="6738" y="44641"/>
                  </a:lnTo>
                  <a:lnTo>
                    <a:pt x="7200" y="45243"/>
                  </a:lnTo>
                  <a:lnTo>
                    <a:pt x="7701" y="45825"/>
                  </a:lnTo>
                  <a:lnTo>
                    <a:pt x="8202" y="46406"/>
                  </a:lnTo>
                  <a:lnTo>
                    <a:pt x="24627" y="46406"/>
                  </a:lnTo>
                  <a:lnTo>
                    <a:pt x="24627" y="46406"/>
                  </a:lnTo>
                  <a:lnTo>
                    <a:pt x="25128" y="45845"/>
                  </a:lnTo>
                  <a:lnTo>
                    <a:pt x="25610" y="45263"/>
                  </a:lnTo>
                  <a:lnTo>
                    <a:pt x="26071" y="44662"/>
                  </a:lnTo>
                  <a:lnTo>
                    <a:pt x="26532" y="44060"/>
                  </a:lnTo>
                  <a:lnTo>
                    <a:pt x="26973" y="43458"/>
                  </a:lnTo>
                  <a:lnTo>
                    <a:pt x="27395" y="42837"/>
                  </a:lnTo>
                  <a:lnTo>
                    <a:pt x="27796" y="42215"/>
                  </a:lnTo>
                  <a:lnTo>
                    <a:pt x="28177" y="41593"/>
                  </a:lnTo>
                  <a:lnTo>
                    <a:pt x="28177" y="41593"/>
                  </a:lnTo>
                  <a:lnTo>
                    <a:pt x="27475" y="41513"/>
                  </a:lnTo>
                  <a:lnTo>
                    <a:pt x="26753" y="41413"/>
                  </a:lnTo>
                  <a:lnTo>
                    <a:pt x="26051" y="41292"/>
                  </a:lnTo>
                  <a:lnTo>
                    <a:pt x="25349" y="41152"/>
                  </a:lnTo>
                  <a:lnTo>
                    <a:pt x="24667" y="40992"/>
                  </a:lnTo>
                  <a:lnTo>
                    <a:pt x="23965" y="40811"/>
                  </a:lnTo>
                  <a:lnTo>
                    <a:pt x="23283" y="40611"/>
                  </a:lnTo>
                  <a:lnTo>
                    <a:pt x="22601" y="40390"/>
                  </a:lnTo>
                  <a:lnTo>
                    <a:pt x="21940" y="40129"/>
                  </a:lnTo>
                  <a:lnTo>
                    <a:pt x="21278" y="39868"/>
                  </a:lnTo>
                  <a:lnTo>
                    <a:pt x="20636" y="39588"/>
                  </a:lnTo>
                  <a:lnTo>
                    <a:pt x="19994" y="39267"/>
                  </a:lnTo>
                  <a:lnTo>
                    <a:pt x="19353" y="38946"/>
                  </a:lnTo>
                  <a:lnTo>
                    <a:pt x="18731" y="38605"/>
                  </a:lnTo>
                  <a:lnTo>
                    <a:pt x="18129" y="38224"/>
                  </a:lnTo>
                  <a:lnTo>
                    <a:pt x="17528" y="37843"/>
                  </a:lnTo>
                  <a:lnTo>
                    <a:pt x="17528" y="37843"/>
                  </a:lnTo>
                  <a:lnTo>
                    <a:pt x="17066" y="37863"/>
                  </a:lnTo>
                  <a:lnTo>
                    <a:pt x="16605" y="37863"/>
                  </a:lnTo>
                  <a:lnTo>
                    <a:pt x="16605" y="37863"/>
                  </a:lnTo>
                  <a:lnTo>
                    <a:pt x="16084" y="37863"/>
                  </a:lnTo>
                  <a:lnTo>
                    <a:pt x="15582" y="37823"/>
                  </a:lnTo>
                  <a:lnTo>
                    <a:pt x="15101" y="37763"/>
                  </a:lnTo>
                  <a:lnTo>
                    <a:pt x="14620" y="37683"/>
                  </a:lnTo>
                  <a:lnTo>
                    <a:pt x="14159" y="37582"/>
                  </a:lnTo>
                  <a:lnTo>
                    <a:pt x="13697" y="37462"/>
                  </a:lnTo>
                  <a:lnTo>
                    <a:pt x="13256" y="37322"/>
                  </a:lnTo>
                  <a:lnTo>
                    <a:pt x="12815" y="37141"/>
                  </a:lnTo>
                  <a:lnTo>
                    <a:pt x="12394" y="36961"/>
                  </a:lnTo>
                  <a:lnTo>
                    <a:pt x="11993" y="36760"/>
                  </a:lnTo>
                  <a:lnTo>
                    <a:pt x="11592" y="36559"/>
                  </a:lnTo>
                  <a:lnTo>
                    <a:pt x="11211" y="36319"/>
                  </a:lnTo>
                  <a:lnTo>
                    <a:pt x="10850" y="36078"/>
                  </a:lnTo>
                  <a:lnTo>
                    <a:pt x="10489" y="35817"/>
                  </a:lnTo>
                  <a:lnTo>
                    <a:pt x="10148" y="35537"/>
                  </a:lnTo>
                  <a:lnTo>
                    <a:pt x="9827" y="35256"/>
                  </a:lnTo>
                  <a:lnTo>
                    <a:pt x="9526" y="34955"/>
                  </a:lnTo>
                  <a:lnTo>
                    <a:pt x="9225" y="34634"/>
                  </a:lnTo>
                  <a:lnTo>
                    <a:pt x="8944" y="34313"/>
                  </a:lnTo>
                  <a:lnTo>
                    <a:pt x="8684" y="33992"/>
                  </a:lnTo>
                  <a:lnTo>
                    <a:pt x="8423" y="33652"/>
                  </a:lnTo>
                  <a:lnTo>
                    <a:pt x="8202" y="33291"/>
                  </a:lnTo>
                  <a:lnTo>
                    <a:pt x="7982" y="32950"/>
                  </a:lnTo>
                  <a:lnTo>
                    <a:pt x="7781" y="32589"/>
                  </a:lnTo>
                  <a:lnTo>
                    <a:pt x="7601" y="32208"/>
                  </a:lnTo>
                  <a:lnTo>
                    <a:pt x="7440" y="31827"/>
                  </a:lnTo>
                  <a:lnTo>
                    <a:pt x="7300" y="31466"/>
                  </a:lnTo>
                  <a:lnTo>
                    <a:pt x="7160" y="31085"/>
                  </a:lnTo>
                  <a:lnTo>
                    <a:pt x="7059" y="30683"/>
                  </a:lnTo>
                  <a:lnTo>
                    <a:pt x="6979" y="30302"/>
                  </a:lnTo>
                  <a:lnTo>
                    <a:pt x="6899" y="29921"/>
                  </a:lnTo>
                  <a:lnTo>
                    <a:pt x="6839" y="29540"/>
                  </a:lnTo>
                  <a:lnTo>
                    <a:pt x="6839" y="29540"/>
                  </a:lnTo>
                  <a:lnTo>
                    <a:pt x="6799" y="29099"/>
                  </a:lnTo>
                  <a:lnTo>
                    <a:pt x="6799" y="28678"/>
                  </a:lnTo>
                  <a:lnTo>
                    <a:pt x="6799" y="28257"/>
                  </a:lnTo>
                  <a:lnTo>
                    <a:pt x="6799" y="27816"/>
                  </a:lnTo>
                  <a:lnTo>
                    <a:pt x="6839" y="27415"/>
                  </a:lnTo>
                  <a:lnTo>
                    <a:pt x="6899" y="26993"/>
                  </a:lnTo>
                  <a:lnTo>
                    <a:pt x="6959" y="26572"/>
                  </a:lnTo>
                  <a:lnTo>
                    <a:pt x="7059" y="26171"/>
                  </a:lnTo>
                  <a:lnTo>
                    <a:pt x="7160" y="25770"/>
                  </a:lnTo>
                  <a:lnTo>
                    <a:pt x="7280" y="25389"/>
                  </a:lnTo>
                  <a:lnTo>
                    <a:pt x="7400" y="24988"/>
                  </a:lnTo>
                  <a:lnTo>
                    <a:pt x="7561" y="24607"/>
                  </a:lnTo>
                  <a:lnTo>
                    <a:pt x="7721" y="24246"/>
                  </a:lnTo>
                  <a:lnTo>
                    <a:pt x="7902" y="23885"/>
                  </a:lnTo>
                  <a:lnTo>
                    <a:pt x="8102" y="23524"/>
                  </a:lnTo>
                  <a:lnTo>
                    <a:pt x="8303" y="23163"/>
                  </a:lnTo>
                  <a:lnTo>
                    <a:pt x="8303" y="23163"/>
                  </a:lnTo>
                  <a:lnTo>
                    <a:pt x="8142" y="22321"/>
                  </a:lnTo>
                  <a:lnTo>
                    <a:pt x="8002" y="21478"/>
                  </a:lnTo>
                  <a:lnTo>
                    <a:pt x="7881" y="20616"/>
                  </a:lnTo>
                  <a:lnTo>
                    <a:pt x="7801" y="19754"/>
                  </a:lnTo>
                  <a:lnTo>
                    <a:pt x="7721" y="18891"/>
                  </a:lnTo>
                  <a:lnTo>
                    <a:pt x="7681" y="18029"/>
                  </a:lnTo>
                  <a:lnTo>
                    <a:pt x="7641" y="17167"/>
                  </a:lnTo>
                  <a:lnTo>
                    <a:pt x="7641" y="16304"/>
                  </a:lnTo>
                  <a:lnTo>
                    <a:pt x="7661" y="15422"/>
                  </a:lnTo>
                  <a:lnTo>
                    <a:pt x="7681" y="14560"/>
                  </a:lnTo>
                  <a:lnTo>
                    <a:pt x="7741" y="13697"/>
                  </a:lnTo>
                  <a:lnTo>
                    <a:pt x="7821" y="12835"/>
                  </a:lnTo>
                  <a:lnTo>
                    <a:pt x="7902" y="11973"/>
                  </a:lnTo>
                  <a:lnTo>
                    <a:pt x="8002" y="11130"/>
                  </a:lnTo>
                  <a:lnTo>
                    <a:pt x="8142" y="10268"/>
                  </a:lnTo>
                  <a:lnTo>
                    <a:pt x="8283" y="9426"/>
                  </a:lnTo>
                  <a:lnTo>
                    <a:pt x="8283" y="9426"/>
                  </a:lnTo>
                  <a:lnTo>
                    <a:pt x="7701" y="9205"/>
                  </a:lnTo>
                  <a:lnTo>
                    <a:pt x="7139" y="8984"/>
                  </a:lnTo>
                  <a:lnTo>
                    <a:pt x="6598" y="8744"/>
                  </a:lnTo>
                  <a:lnTo>
                    <a:pt x="6057" y="8483"/>
                  </a:lnTo>
                  <a:lnTo>
                    <a:pt x="5535" y="8222"/>
                  </a:lnTo>
                  <a:lnTo>
                    <a:pt x="5014" y="7922"/>
                  </a:lnTo>
                  <a:lnTo>
                    <a:pt x="4532" y="7641"/>
                  </a:lnTo>
                  <a:lnTo>
                    <a:pt x="4051" y="7320"/>
                  </a:lnTo>
                  <a:lnTo>
                    <a:pt x="4051" y="7320"/>
                  </a:lnTo>
                  <a:lnTo>
                    <a:pt x="4392" y="6638"/>
                  </a:lnTo>
                  <a:lnTo>
                    <a:pt x="4713" y="5936"/>
                  </a:lnTo>
                  <a:lnTo>
                    <a:pt x="5074" y="5274"/>
                  </a:lnTo>
                  <a:lnTo>
                    <a:pt x="5415" y="4613"/>
                  </a:lnTo>
                  <a:lnTo>
                    <a:pt x="5415" y="4613"/>
                  </a:lnTo>
                  <a:lnTo>
                    <a:pt x="5415" y="4613"/>
                  </a:lnTo>
                  <a:lnTo>
                    <a:pt x="5415" y="4613"/>
                  </a:lnTo>
                  <a:lnTo>
                    <a:pt x="6117" y="3369"/>
                  </a:lnTo>
                  <a:lnTo>
                    <a:pt x="6839" y="2186"/>
                  </a:lnTo>
                  <a:lnTo>
                    <a:pt x="7581" y="1063"/>
                  </a:lnTo>
                  <a:lnTo>
                    <a:pt x="830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22"/>
            <p:cNvSpPr/>
            <p:nvPr/>
          </p:nvSpPr>
          <p:spPr>
            <a:xfrm>
              <a:off x="11342050" y="4132500"/>
              <a:ext cx="120350" cy="120350"/>
            </a:xfrm>
            <a:custGeom>
              <a:avLst/>
              <a:gdLst/>
              <a:ahLst/>
              <a:cxnLst/>
              <a:rect l="l" t="t" r="r" b="b"/>
              <a:pathLst>
                <a:path w="4814" h="4814" extrusionOk="0">
                  <a:moveTo>
                    <a:pt x="1364" y="1"/>
                  </a:moveTo>
                  <a:lnTo>
                    <a:pt x="1023" y="662"/>
                  </a:lnTo>
                  <a:lnTo>
                    <a:pt x="662" y="1324"/>
                  </a:lnTo>
                  <a:lnTo>
                    <a:pt x="341" y="2026"/>
                  </a:lnTo>
                  <a:lnTo>
                    <a:pt x="0" y="2708"/>
                  </a:lnTo>
                  <a:lnTo>
                    <a:pt x="481" y="3029"/>
                  </a:lnTo>
                  <a:lnTo>
                    <a:pt x="963" y="3310"/>
                  </a:lnTo>
                  <a:lnTo>
                    <a:pt x="1484" y="3610"/>
                  </a:lnTo>
                  <a:lnTo>
                    <a:pt x="2006" y="3871"/>
                  </a:lnTo>
                  <a:lnTo>
                    <a:pt x="2547" y="4132"/>
                  </a:lnTo>
                  <a:lnTo>
                    <a:pt x="3088" y="4372"/>
                  </a:lnTo>
                  <a:lnTo>
                    <a:pt x="3650" y="4593"/>
                  </a:lnTo>
                  <a:lnTo>
                    <a:pt x="4232" y="4814"/>
                  </a:lnTo>
                  <a:lnTo>
                    <a:pt x="4492" y="3470"/>
                  </a:lnTo>
                  <a:lnTo>
                    <a:pt x="4813" y="2126"/>
                  </a:lnTo>
                  <a:lnTo>
                    <a:pt x="4332" y="1906"/>
                  </a:lnTo>
                  <a:lnTo>
                    <a:pt x="3851" y="1665"/>
                  </a:lnTo>
                  <a:lnTo>
                    <a:pt x="3409" y="1424"/>
                  </a:lnTo>
                  <a:lnTo>
                    <a:pt x="2968" y="1164"/>
                  </a:lnTo>
                  <a:lnTo>
                    <a:pt x="2527" y="903"/>
                  </a:lnTo>
                  <a:lnTo>
                    <a:pt x="2126" y="602"/>
                  </a:lnTo>
                  <a:lnTo>
                    <a:pt x="1745" y="321"/>
                  </a:lnTo>
                  <a:lnTo>
                    <a:pt x="136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22"/>
            <p:cNvSpPr/>
            <p:nvPr/>
          </p:nvSpPr>
          <p:spPr>
            <a:xfrm>
              <a:off x="11342050" y="4132500"/>
              <a:ext cx="120350" cy="120350"/>
            </a:xfrm>
            <a:custGeom>
              <a:avLst/>
              <a:gdLst/>
              <a:ahLst/>
              <a:cxnLst/>
              <a:rect l="l" t="t" r="r" b="b"/>
              <a:pathLst>
                <a:path w="4814" h="4814" fill="none" extrusionOk="0">
                  <a:moveTo>
                    <a:pt x="1364" y="1"/>
                  </a:moveTo>
                  <a:lnTo>
                    <a:pt x="1364" y="1"/>
                  </a:lnTo>
                  <a:lnTo>
                    <a:pt x="1364" y="1"/>
                  </a:lnTo>
                  <a:lnTo>
                    <a:pt x="1023" y="662"/>
                  </a:lnTo>
                  <a:lnTo>
                    <a:pt x="662" y="1324"/>
                  </a:lnTo>
                  <a:lnTo>
                    <a:pt x="341" y="2026"/>
                  </a:lnTo>
                  <a:lnTo>
                    <a:pt x="0" y="2708"/>
                  </a:lnTo>
                  <a:lnTo>
                    <a:pt x="0" y="2708"/>
                  </a:lnTo>
                  <a:lnTo>
                    <a:pt x="481" y="3029"/>
                  </a:lnTo>
                  <a:lnTo>
                    <a:pt x="963" y="3310"/>
                  </a:lnTo>
                  <a:lnTo>
                    <a:pt x="1484" y="3610"/>
                  </a:lnTo>
                  <a:lnTo>
                    <a:pt x="2006" y="3871"/>
                  </a:lnTo>
                  <a:lnTo>
                    <a:pt x="2547" y="4132"/>
                  </a:lnTo>
                  <a:lnTo>
                    <a:pt x="3088" y="4372"/>
                  </a:lnTo>
                  <a:lnTo>
                    <a:pt x="3650" y="4593"/>
                  </a:lnTo>
                  <a:lnTo>
                    <a:pt x="4232" y="4814"/>
                  </a:lnTo>
                  <a:lnTo>
                    <a:pt x="4232" y="4814"/>
                  </a:lnTo>
                  <a:lnTo>
                    <a:pt x="4492" y="3470"/>
                  </a:lnTo>
                  <a:lnTo>
                    <a:pt x="4813" y="2126"/>
                  </a:lnTo>
                  <a:lnTo>
                    <a:pt x="4813" y="2126"/>
                  </a:lnTo>
                  <a:lnTo>
                    <a:pt x="4332" y="1906"/>
                  </a:lnTo>
                  <a:lnTo>
                    <a:pt x="3851" y="1665"/>
                  </a:lnTo>
                  <a:lnTo>
                    <a:pt x="3409" y="1424"/>
                  </a:lnTo>
                  <a:lnTo>
                    <a:pt x="2968" y="1164"/>
                  </a:lnTo>
                  <a:lnTo>
                    <a:pt x="2527" y="903"/>
                  </a:lnTo>
                  <a:lnTo>
                    <a:pt x="2126" y="602"/>
                  </a:lnTo>
                  <a:lnTo>
                    <a:pt x="1745" y="321"/>
                  </a:lnTo>
                  <a:lnTo>
                    <a:pt x="13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22"/>
            <p:cNvSpPr/>
            <p:nvPr/>
          </p:nvSpPr>
          <p:spPr>
            <a:xfrm>
              <a:off x="11376125" y="3824675"/>
              <a:ext cx="250725" cy="361000"/>
            </a:xfrm>
            <a:custGeom>
              <a:avLst/>
              <a:gdLst/>
              <a:ahLst/>
              <a:cxnLst/>
              <a:rect l="l" t="t" r="r" b="b"/>
              <a:pathLst>
                <a:path w="10029" h="14440" extrusionOk="0">
                  <a:moveTo>
                    <a:pt x="10028" y="0"/>
                  </a:moveTo>
                  <a:lnTo>
                    <a:pt x="9406" y="461"/>
                  </a:lnTo>
                  <a:lnTo>
                    <a:pt x="8684" y="1083"/>
                  </a:lnTo>
                  <a:lnTo>
                    <a:pt x="7862" y="1845"/>
                  </a:lnTo>
                  <a:lnTo>
                    <a:pt x="7421" y="2286"/>
                  </a:lnTo>
                  <a:lnTo>
                    <a:pt x="6980" y="2748"/>
                  </a:lnTo>
                  <a:lnTo>
                    <a:pt x="6498" y="3249"/>
                  </a:lnTo>
                  <a:lnTo>
                    <a:pt x="6017" y="3770"/>
                  </a:lnTo>
                  <a:lnTo>
                    <a:pt x="5516" y="4352"/>
                  </a:lnTo>
                  <a:lnTo>
                    <a:pt x="4994" y="4954"/>
                  </a:lnTo>
                  <a:lnTo>
                    <a:pt x="4493" y="5575"/>
                  </a:lnTo>
                  <a:lnTo>
                    <a:pt x="3952" y="6257"/>
                  </a:lnTo>
                  <a:lnTo>
                    <a:pt x="3430" y="6959"/>
                  </a:lnTo>
                  <a:lnTo>
                    <a:pt x="2909" y="7681"/>
                  </a:lnTo>
                  <a:lnTo>
                    <a:pt x="2889" y="7701"/>
                  </a:lnTo>
                  <a:lnTo>
                    <a:pt x="2167" y="8764"/>
                  </a:lnTo>
                  <a:lnTo>
                    <a:pt x="1425" y="9887"/>
                  </a:lnTo>
                  <a:lnTo>
                    <a:pt x="703" y="11070"/>
                  </a:lnTo>
                  <a:lnTo>
                    <a:pt x="1" y="12314"/>
                  </a:lnTo>
                  <a:lnTo>
                    <a:pt x="382" y="12634"/>
                  </a:lnTo>
                  <a:lnTo>
                    <a:pt x="763" y="12915"/>
                  </a:lnTo>
                  <a:lnTo>
                    <a:pt x="1164" y="13216"/>
                  </a:lnTo>
                  <a:lnTo>
                    <a:pt x="1605" y="13477"/>
                  </a:lnTo>
                  <a:lnTo>
                    <a:pt x="2046" y="13737"/>
                  </a:lnTo>
                  <a:lnTo>
                    <a:pt x="2488" y="13978"/>
                  </a:lnTo>
                  <a:lnTo>
                    <a:pt x="2969" y="14219"/>
                  </a:lnTo>
                  <a:lnTo>
                    <a:pt x="3450" y="14439"/>
                  </a:lnTo>
                  <a:lnTo>
                    <a:pt x="3570" y="13978"/>
                  </a:lnTo>
                  <a:lnTo>
                    <a:pt x="3891" y="12815"/>
                  </a:lnTo>
                  <a:lnTo>
                    <a:pt x="3711" y="12715"/>
                  </a:lnTo>
                  <a:lnTo>
                    <a:pt x="3550" y="12594"/>
                  </a:lnTo>
                  <a:lnTo>
                    <a:pt x="3410" y="12474"/>
                  </a:lnTo>
                  <a:lnTo>
                    <a:pt x="3290" y="12314"/>
                  </a:lnTo>
                  <a:lnTo>
                    <a:pt x="3189" y="12153"/>
                  </a:lnTo>
                  <a:lnTo>
                    <a:pt x="3109" y="11993"/>
                  </a:lnTo>
                  <a:lnTo>
                    <a:pt x="3049" y="11832"/>
                  </a:lnTo>
                  <a:lnTo>
                    <a:pt x="3009" y="11652"/>
                  </a:lnTo>
                  <a:lnTo>
                    <a:pt x="3009" y="11491"/>
                  </a:lnTo>
                  <a:lnTo>
                    <a:pt x="3009" y="11311"/>
                  </a:lnTo>
                  <a:lnTo>
                    <a:pt x="3029" y="11150"/>
                  </a:lnTo>
                  <a:lnTo>
                    <a:pt x="3089" y="11010"/>
                  </a:lnTo>
                  <a:lnTo>
                    <a:pt x="3129" y="10850"/>
                  </a:lnTo>
                  <a:lnTo>
                    <a:pt x="3210" y="10709"/>
                  </a:lnTo>
                  <a:lnTo>
                    <a:pt x="3290" y="10589"/>
                  </a:lnTo>
                  <a:lnTo>
                    <a:pt x="3390" y="10449"/>
                  </a:lnTo>
                  <a:lnTo>
                    <a:pt x="3490" y="10348"/>
                  </a:lnTo>
                  <a:lnTo>
                    <a:pt x="3611" y="10248"/>
                  </a:lnTo>
                  <a:lnTo>
                    <a:pt x="3731" y="10148"/>
                  </a:lnTo>
                  <a:lnTo>
                    <a:pt x="3871" y="10067"/>
                  </a:lnTo>
                  <a:lnTo>
                    <a:pt x="4012" y="10007"/>
                  </a:lnTo>
                  <a:lnTo>
                    <a:pt x="4172" y="9967"/>
                  </a:lnTo>
                  <a:lnTo>
                    <a:pt x="4333" y="9947"/>
                  </a:lnTo>
                  <a:lnTo>
                    <a:pt x="4493" y="9927"/>
                  </a:lnTo>
                  <a:lnTo>
                    <a:pt x="4613" y="9947"/>
                  </a:lnTo>
                  <a:lnTo>
                    <a:pt x="4814" y="9967"/>
                  </a:lnTo>
                  <a:lnTo>
                    <a:pt x="5335" y="8664"/>
                  </a:lnTo>
                  <a:lnTo>
                    <a:pt x="5877" y="7360"/>
                  </a:lnTo>
                  <a:lnTo>
                    <a:pt x="6478" y="6077"/>
                  </a:lnTo>
                  <a:lnTo>
                    <a:pt x="7100" y="4813"/>
                  </a:lnTo>
                  <a:lnTo>
                    <a:pt x="7782" y="3570"/>
                  </a:lnTo>
                  <a:lnTo>
                    <a:pt x="8484" y="2346"/>
                  </a:lnTo>
                  <a:lnTo>
                    <a:pt x="9246" y="1163"/>
                  </a:lnTo>
                  <a:lnTo>
                    <a:pt x="10028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22"/>
            <p:cNvSpPr/>
            <p:nvPr/>
          </p:nvSpPr>
          <p:spPr>
            <a:xfrm>
              <a:off x="11376125" y="3824675"/>
              <a:ext cx="250725" cy="361000"/>
            </a:xfrm>
            <a:custGeom>
              <a:avLst/>
              <a:gdLst/>
              <a:ahLst/>
              <a:cxnLst/>
              <a:rect l="l" t="t" r="r" b="b"/>
              <a:pathLst>
                <a:path w="10029" h="14440" fill="none" extrusionOk="0">
                  <a:moveTo>
                    <a:pt x="10028" y="0"/>
                  </a:moveTo>
                  <a:lnTo>
                    <a:pt x="10028" y="0"/>
                  </a:lnTo>
                  <a:lnTo>
                    <a:pt x="9406" y="461"/>
                  </a:lnTo>
                  <a:lnTo>
                    <a:pt x="8684" y="1083"/>
                  </a:lnTo>
                  <a:lnTo>
                    <a:pt x="7862" y="1845"/>
                  </a:lnTo>
                  <a:lnTo>
                    <a:pt x="7421" y="2286"/>
                  </a:lnTo>
                  <a:lnTo>
                    <a:pt x="6980" y="2748"/>
                  </a:lnTo>
                  <a:lnTo>
                    <a:pt x="6498" y="3249"/>
                  </a:lnTo>
                  <a:lnTo>
                    <a:pt x="6017" y="3770"/>
                  </a:lnTo>
                  <a:lnTo>
                    <a:pt x="5516" y="4352"/>
                  </a:lnTo>
                  <a:lnTo>
                    <a:pt x="4994" y="4954"/>
                  </a:lnTo>
                  <a:lnTo>
                    <a:pt x="4493" y="5575"/>
                  </a:lnTo>
                  <a:lnTo>
                    <a:pt x="3952" y="6257"/>
                  </a:lnTo>
                  <a:lnTo>
                    <a:pt x="3430" y="6959"/>
                  </a:lnTo>
                  <a:lnTo>
                    <a:pt x="2909" y="7681"/>
                  </a:lnTo>
                  <a:lnTo>
                    <a:pt x="2909" y="7681"/>
                  </a:lnTo>
                  <a:lnTo>
                    <a:pt x="2909" y="7681"/>
                  </a:lnTo>
                  <a:lnTo>
                    <a:pt x="2889" y="7701"/>
                  </a:lnTo>
                  <a:lnTo>
                    <a:pt x="2889" y="7701"/>
                  </a:lnTo>
                  <a:lnTo>
                    <a:pt x="2889" y="7701"/>
                  </a:lnTo>
                  <a:lnTo>
                    <a:pt x="2889" y="7701"/>
                  </a:lnTo>
                  <a:lnTo>
                    <a:pt x="2889" y="7701"/>
                  </a:lnTo>
                  <a:lnTo>
                    <a:pt x="2889" y="7701"/>
                  </a:lnTo>
                  <a:lnTo>
                    <a:pt x="2167" y="8764"/>
                  </a:lnTo>
                  <a:lnTo>
                    <a:pt x="1425" y="9887"/>
                  </a:lnTo>
                  <a:lnTo>
                    <a:pt x="703" y="11070"/>
                  </a:lnTo>
                  <a:lnTo>
                    <a:pt x="1" y="12314"/>
                  </a:lnTo>
                  <a:lnTo>
                    <a:pt x="1" y="12314"/>
                  </a:lnTo>
                  <a:lnTo>
                    <a:pt x="1" y="12314"/>
                  </a:lnTo>
                  <a:lnTo>
                    <a:pt x="382" y="12634"/>
                  </a:lnTo>
                  <a:lnTo>
                    <a:pt x="763" y="12915"/>
                  </a:lnTo>
                  <a:lnTo>
                    <a:pt x="1164" y="13216"/>
                  </a:lnTo>
                  <a:lnTo>
                    <a:pt x="1605" y="13477"/>
                  </a:lnTo>
                  <a:lnTo>
                    <a:pt x="2046" y="13737"/>
                  </a:lnTo>
                  <a:lnTo>
                    <a:pt x="2488" y="13978"/>
                  </a:lnTo>
                  <a:lnTo>
                    <a:pt x="2969" y="14219"/>
                  </a:lnTo>
                  <a:lnTo>
                    <a:pt x="3450" y="14439"/>
                  </a:lnTo>
                  <a:lnTo>
                    <a:pt x="3450" y="14439"/>
                  </a:lnTo>
                  <a:lnTo>
                    <a:pt x="3570" y="13978"/>
                  </a:lnTo>
                  <a:lnTo>
                    <a:pt x="3570" y="13978"/>
                  </a:lnTo>
                  <a:lnTo>
                    <a:pt x="3891" y="12815"/>
                  </a:lnTo>
                  <a:lnTo>
                    <a:pt x="3891" y="12815"/>
                  </a:lnTo>
                  <a:lnTo>
                    <a:pt x="3711" y="12715"/>
                  </a:lnTo>
                  <a:lnTo>
                    <a:pt x="3550" y="12594"/>
                  </a:lnTo>
                  <a:lnTo>
                    <a:pt x="3410" y="12474"/>
                  </a:lnTo>
                  <a:lnTo>
                    <a:pt x="3290" y="12314"/>
                  </a:lnTo>
                  <a:lnTo>
                    <a:pt x="3189" y="12153"/>
                  </a:lnTo>
                  <a:lnTo>
                    <a:pt x="3109" y="11993"/>
                  </a:lnTo>
                  <a:lnTo>
                    <a:pt x="3049" y="11832"/>
                  </a:lnTo>
                  <a:lnTo>
                    <a:pt x="3009" y="11652"/>
                  </a:lnTo>
                  <a:lnTo>
                    <a:pt x="3009" y="11652"/>
                  </a:lnTo>
                  <a:lnTo>
                    <a:pt x="3009" y="11491"/>
                  </a:lnTo>
                  <a:lnTo>
                    <a:pt x="3009" y="11311"/>
                  </a:lnTo>
                  <a:lnTo>
                    <a:pt x="3029" y="11150"/>
                  </a:lnTo>
                  <a:lnTo>
                    <a:pt x="3089" y="11010"/>
                  </a:lnTo>
                  <a:lnTo>
                    <a:pt x="3129" y="10850"/>
                  </a:lnTo>
                  <a:lnTo>
                    <a:pt x="3210" y="10709"/>
                  </a:lnTo>
                  <a:lnTo>
                    <a:pt x="3290" y="10589"/>
                  </a:lnTo>
                  <a:lnTo>
                    <a:pt x="3390" y="10449"/>
                  </a:lnTo>
                  <a:lnTo>
                    <a:pt x="3490" y="10348"/>
                  </a:lnTo>
                  <a:lnTo>
                    <a:pt x="3611" y="10248"/>
                  </a:lnTo>
                  <a:lnTo>
                    <a:pt x="3731" y="10148"/>
                  </a:lnTo>
                  <a:lnTo>
                    <a:pt x="3871" y="10067"/>
                  </a:lnTo>
                  <a:lnTo>
                    <a:pt x="4012" y="10007"/>
                  </a:lnTo>
                  <a:lnTo>
                    <a:pt x="4172" y="9967"/>
                  </a:lnTo>
                  <a:lnTo>
                    <a:pt x="4333" y="9947"/>
                  </a:lnTo>
                  <a:lnTo>
                    <a:pt x="4493" y="9927"/>
                  </a:lnTo>
                  <a:lnTo>
                    <a:pt x="4493" y="9927"/>
                  </a:lnTo>
                  <a:lnTo>
                    <a:pt x="4613" y="9947"/>
                  </a:lnTo>
                  <a:lnTo>
                    <a:pt x="4613" y="9947"/>
                  </a:lnTo>
                  <a:lnTo>
                    <a:pt x="4814" y="9967"/>
                  </a:lnTo>
                  <a:lnTo>
                    <a:pt x="4814" y="9967"/>
                  </a:lnTo>
                  <a:lnTo>
                    <a:pt x="5335" y="8664"/>
                  </a:lnTo>
                  <a:lnTo>
                    <a:pt x="5877" y="7360"/>
                  </a:lnTo>
                  <a:lnTo>
                    <a:pt x="6478" y="6077"/>
                  </a:lnTo>
                  <a:lnTo>
                    <a:pt x="7100" y="4813"/>
                  </a:lnTo>
                  <a:lnTo>
                    <a:pt x="7782" y="3570"/>
                  </a:lnTo>
                  <a:lnTo>
                    <a:pt x="8484" y="2346"/>
                  </a:lnTo>
                  <a:lnTo>
                    <a:pt x="9246" y="1163"/>
                  </a:lnTo>
                  <a:lnTo>
                    <a:pt x="1002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22"/>
            <p:cNvSpPr/>
            <p:nvPr/>
          </p:nvSpPr>
          <p:spPr>
            <a:xfrm>
              <a:off x="11613275" y="4110950"/>
              <a:ext cx="75725" cy="75225"/>
            </a:xfrm>
            <a:custGeom>
              <a:avLst/>
              <a:gdLst/>
              <a:ahLst/>
              <a:cxnLst/>
              <a:rect l="l" t="t" r="r" b="b"/>
              <a:pathLst>
                <a:path w="3029" h="3009" extrusionOk="0">
                  <a:moveTo>
                    <a:pt x="1324" y="0"/>
                  </a:moveTo>
                  <a:lnTo>
                    <a:pt x="1164" y="20"/>
                  </a:lnTo>
                  <a:lnTo>
                    <a:pt x="1023" y="80"/>
                  </a:lnTo>
                  <a:lnTo>
                    <a:pt x="883" y="141"/>
                  </a:lnTo>
                  <a:lnTo>
                    <a:pt x="743" y="201"/>
                  </a:lnTo>
                  <a:lnTo>
                    <a:pt x="602" y="301"/>
                  </a:lnTo>
                  <a:lnTo>
                    <a:pt x="482" y="401"/>
                  </a:lnTo>
                  <a:lnTo>
                    <a:pt x="382" y="522"/>
                  </a:lnTo>
                  <a:lnTo>
                    <a:pt x="281" y="642"/>
                  </a:lnTo>
                  <a:lnTo>
                    <a:pt x="201" y="762"/>
                  </a:lnTo>
                  <a:lnTo>
                    <a:pt x="141" y="923"/>
                  </a:lnTo>
                  <a:lnTo>
                    <a:pt x="81" y="1063"/>
                  </a:lnTo>
                  <a:lnTo>
                    <a:pt x="41" y="1224"/>
                  </a:lnTo>
                  <a:lnTo>
                    <a:pt x="21" y="1384"/>
                  </a:lnTo>
                  <a:lnTo>
                    <a:pt x="1" y="1544"/>
                  </a:lnTo>
                  <a:lnTo>
                    <a:pt x="21" y="1705"/>
                  </a:lnTo>
                  <a:lnTo>
                    <a:pt x="61" y="1946"/>
                  </a:lnTo>
                  <a:lnTo>
                    <a:pt x="161" y="2186"/>
                  </a:lnTo>
                  <a:lnTo>
                    <a:pt x="301" y="2407"/>
                  </a:lnTo>
                  <a:lnTo>
                    <a:pt x="482" y="2607"/>
                  </a:lnTo>
                  <a:lnTo>
                    <a:pt x="582" y="2688"/>
                  </a:lnTo>
                  <a:lnTo>
                    <a:pt x="702" y="2768"/>
                  </a:lnTo>
                  <a:lnTo>
                    <a:pt x="823" y="2848"/>
                  </a:lnTo>
                  <a:lnTo>
                    <a:pt x="943" y="2908"/>
                  </a:lnTo>
                  <a:lnTo>
                    <a:pt x="1084" y="2948"/>
                  </a:lnTo>
                  <a:lnTo>
                    <a:pt x="1224" y="2988"/>
                  </a:lnTo>
                  <a:lnTo>
                    <a:pt x="1384" y="3008"/>
                  </a:lnTo>
                  <a:lnTo>
                    <a:pt x="1705" y="3008"/>
                  </a:lnTo>
                  <a:lnTo>
                    <a:pt x="1926" y="2968"/>
                  </a:lnTo>
                  <a:lnTo>
                    <a:pt x="2106" y="2908"/>
                  </a:lnTo>
                  <a:lnTo>
                    <a:pt x="2287" y="2808"/>
                  </a:lnTo>
                  <a:lnTo>
                    <a:pt x="2467" y="2688"/>
                  </a:lnTo>
                  <a:lnTo>
                    <a:pt x="2608" y="2547"/>
                  </a:lnTo>
                  <a:lnTo>
                    <a:pt x="2728" y="2387"/>
                  </a:lnTo>
                  <a:lnTo>
                    <a:pt x="2848" y="2206"/>
                  </a:lnTo>
                  <a:lnTo>
                    <a:pt x="2929" y="2006"/>
                  </a:lnTo>
                  <a:lnTo>
                    <a:pt x="2989" y="1825"/>
                  </a:lnTo>
                  <a:lnTo>
                    <a:pt x="3009" y="1665"/>
                  </a:lnTo>
                  <a:lnTo>
                    <a:pt x="3029" y="1484"/>
                  </a:lnTo>
                  <a:lnTo>
                    <a:pt x="3009" y="1304"/>
                  </a:lnTo>
                  <a:lnTo>
                    <a:pt x="2969" y="1143"/>
                  </a:lnTo>
                  <a:lnTo>
                    <a:pt x="2929" y="983"/>
                  </a:lnTo>
                  <a:lnTo>
                    <a:pt x="2868" y="822"/>
                  </a:lnTo>
                  <a:lnTo>
                    <a:pt x="2768" y="682"/>
                  </a:lnTo>
                  <a:lnTo>
                    <a:pt x="2668" y="542"/>
                  </a:lnTo>
                  <a:lnTo>
                    <a:pt x="2568" y="421"/>
                  </a:lnTo>
                  <a:lnTo>
                    <a:pt x="2427" y="321"/>
                  </a:lnTo>
                  <a:lnTo>
                    <a:pt x="2287" y="221"/>
                  </a:lnTo>
                  <a:lnTo>
                    <a:pt x="2146" y="141"/>
                  </a:lnTo>
                  <a:lnTo>
                    <a:pt x="1986" y="80"/>
                  </a:lnTo>
                  <a:lnTo>
                    <a:pt x="1805" y="20"/>
                  </a:lnTo>
                  <a:lnTo>
                    <a:pt x="162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22"/>
            <p:cNvSpPr/>
            <p:nvPr/>
          </p:nvSpPr>
          <p:spPr>
            <a:xfrm>
              <a:off x="11613275" y="4110950"/>
              <a:ext cx="75725" cy="75225"/>
            </a:xfrm>
            <a:custGeom>
              <a:avLst/>
              <a:gdLst/>
              <a:ahLst/>
              <a:cxnLst/>
              <a:rect l="l" t="t" r="r" b="b"/>
              <a:pathLst>
                <a:path w="3029" h="3009" fill="none" extrusionOk="0">
                  <a:moveTo>
                    <a:pt x="1485" y="0"/>
                  </a:moveTo>
                  <a:lnTo>
                    <a:pt x="1485" y="0"/>
                  </a:lnTo>
                  <a:lnTo>
                    <a:pt x="1324" y="0"/>
                  </a:lnTo>
                  <a:lnTo>
                    <a:pt x="1164" y="20"/>
                  </a:lnTo>
                  <a:lnTo>
                    <a:pt x="1023" y="80"/>
                  </a:lnTo>
                  <a:lnTo>
                    <a:pt x="883" y="141"/>
                  </a:lnTo>
                  <a:lnTo>
                    <a:pt x="743" y="201"/>
                  </a:lnTo>
                  <a:lnTo>
                    <a:pt x="602" y="301"/>
                  </a:lnTo>
                  <a:lnTo>
                    <a:pt x="482" y="401"/>
                  </a:lnTo>
                  <a:lnTo>
                    <a:pt x="382" y="522"/>
                  </a:lnTo>
                  <a:lnTo>
                    <a:pt x="281" y="642"/>
                  </a:lnTo>
                  <a:lnTo>
                    <a:pt x="201" y="762"/>
                  </a:lnTo>
                  <a:lnTo>
                    <a:pt x="141" y="923"/>
                  </a:lnTo>
                  <a:lnTo>
                    <a:pt x="81" y="1063"/>
                  </a:lnTo>
                  <a:lnTo>
                    <a:pt x="41" y="1224"/>
                  </a:lnTo>
                  <a:lnTo>
                    <a:pt x="21" y="1384"/>
                  </a:lnTo>
                  <a:lnTo>
                    <a:pt x="1" y="1544"/>
                  </a:lnTo>
                  <a:lnTo>
                    <a:pt x="21" y="1705"/>
                  </a:lnTo>
                  <a:lnTo>
                    <a:pt x="21" y="1705"/>
                  </a:lnTo>
                  <a:lnTo>
                    <a:pt x="61" y="1946"/>
                  </a:lnTo>
                  <a:lnTo>
                    <a:pt x="161" y="2186"/>
                  </a:lnTo>
                  <a:lnTo>
                    <a:pt x="301" y="2407"/>
                  </a:lnTo>
                  <a:lnTo>
                    <a:pt x="482" y="2607"/>
                  </a:lnTo>
                  <a:lnTo>
                    <a:pt x="582" y="2688"/>
                  </a:lnTo>
                  <a:lnTo>
                    <a:pt x="702" y="2768"/>
                  </a:lnTo>
                  <a:lnTo>
                    <a:pt x="823" y="2848"/>
                  </a:lnTo>
                  <a:lnTo>
                    <a:pt x="943" y="2908"/>
                  </a:lnTo>
                  <a:lnTo>
                    <a:pt x="1084" y="2948"/>
                  </a:lnTo>
                  <a:lnTo>
                    <a:pt x="1224" y="2988"/>
                  </a:lnTo>
                  <a:lnTo>
                    <a:pt x="1384" y="3008"/>
                  </a:lnTo>
                  <a:lnTo>
                    <a:pt x="1545" y="3008"/>
                  </a:lnTo>
                  <a:lnTo>
                    <a:pt x="1545" y="3008"/>
                  </a:lnTo>
                  <a:lnTo>
                    <a:pt x="1705" y="3008"/>
                  </a:lnTo>
                  <a:lnTo>
                    <a:pt x="1705" y="3008"/>
                  </a:lnTo>
                  <a:lnTo>
                    <a:pt x="1926" y="2968"/>
                  </a:lnTo>
                  <a:lnTo>
                    <a:pt x="2106" y="2908"/>
                  </a:lnTo>
                  <a:lnTo>
                    <a:pt x="2287" y="2808"/>
                  </a:lnTo>
                  <a:lnTo>
                    <a:pt x="2467" y="2688"/>
                  </a:lnTo>
                  <a:lnTo>
                    <a:pt x="2608" y="2547"/>
                  </a:lnTo>
                  <a:lnTo>
                    <a:pt x="2728" y="2387"/>
                  </a:lnTo>
                  <a:lnTo>
                    <a:pt x="2848" y="2206"/>
                  </a:lnTo>
                  <a:lnTo>
                    <a:pt x="2929" y="2006"/>
                  </a:lnTo>
                  <a:lnTo>
                    <a:pt x="2929" y="2006"/>
                  </a:lnTo>
                  <a:lnTo>
                    <a:pt x="2989" y="1825"/>
                  </a:lnTo>
                  <a:lnTo>
                    <a:pt x="3009" y="1665"/>
                  </a:lnTo>
                  <a:lnTo>
                    <a:pt x="3029" y="1484"/>
                  </a:lnTo>
                  <a:lnTo>
                    <a:pt x="3009" y="1304"/>
                  </a:lnTo>
                  <a:lnTo>
                    <a:pt x="2969" y="1143"/>
                  </a:lnTo>
                  <a:lnTo>
                    <a:pt x="2929" y="983"/>
                  </a:lnTo>
                  <a:lnTo>
                    <a:pt x="2868" y="822"/>
                  </a:lnTo>
                  <a:lnTo>
                    <a:pt x="2768" y="682"/>
                  </a:lnTo>
                  <a:lnTo>
                    <a:pt x="2668" y="542"/>
                  </a:lnTo>
                  <a:lnTo>
                    <a:pt x="2568" y="421"/>
                  </a:lnTo>
                  <a:lnTo>
                    <a:pt x="2427" y="321"/>
                  </a:lnTo>
                  <a:lnTo>
                    <a:pt x="2287" y="221"/>
                  </a:lnTo>
                  <a:lnTo>
                    <a:pt x="2146" y="141"/>
                  </a:lnTo>
                  <a:lnTo>
                    <a:pt x="1986" y="80"/>
                  </a:lnTo>
                  <a:lnTo>
                    <a:pt x="1805" y="20"/>
                  </a:lnTo>
                  <a:lnTo>
                    <a:pt x="1625" y="0"/>
                  </a:lnTo>
                  <a:lnTo>
                    <a:pt x="1625" y="0"/>
                  </a:lnTo>
                  <a:lnTo>
                    <a:pt x="148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22"/>
            <p:cNvSpPr/>
            <p:nvPr/>
          </p:nvSpPr>
          <p:spPr>
            <a:xfrm>
              <a:off x="11473400" y="4073850"/>
              <a:ext cx="53175" cy="74725"/>
            </a:xfrm>
            <a:custGeom>
              <a:avLst/>
              <a:gdLst/>
              <a:ahLst/>
              <a:cxnLst/>
              <a:rect l="l" t="t" r="r" b="b"/>
              <a:pathLst>
                <a:path w="2127" h="2989" extrusionOk="0">
                  <a:moveTo>
                    <a:pt x="923" y="0"/>
                  </a:moveTo>
                  <a:lnTo>
                    <a:pt x="682" y="702"/>
                  </a:lnTo>
                  <a:lnTo>
                    <a:pt x="442" y="1424"/>
                  </a:lnTo>
                  <a:lnTo>
                    <a:pt x="201" y="2126"/>
                  </a:lnTo>
                  <a:lnTo>
                    <a:pt x="0" y="2848"/>
                  </a:lnTo>
                  <a:lnTo>
                    <a:pt x="141" y="2908"/>
                  </a:lnTo>
                  <a:lnTo>
                    <a:pt x="301" y="2948"/>
                  </a:lnTo>
                  <a:lnTo>
                    <a:pt x="482" y="2968"/>
                  </a:lnTo>
                  <a:lnTo>
                    <a:pt x="642" y="2988"/>
                  </a:lnTo>
                  <a:lnTo>
                    <a:pt x="823" y="2988"/>
                  </a:lnTo>
                  <a:lnTo>
                    <a:pt x="1023" y="2948"/>
                  </a:lnTo>
                  <a:lnTo>
                    <a:pt x="1224" y="2868"/>
                  </a:lnTo>
                  <a:lnTo>
                    <a:pt x="1404" y="2788"/>
                  </a:lnTo>
                  <a:lnTo>
                    <a:pt x="1565" y="2667"/>
                  </a:lnTo>
                  <a:lnTo>
                    <a:pt x="1725" y="2527"/>
                  </a:lnTo>
                  <a:lnTo>
                    <a:pt x="1845" y="2367"/>
                  </a:lnTo>
                  <a:lnTo>
                    <a:pt x="1946" y="2186"/>
                  </a:lnTo>
                  <a:lnTo>
                    <a:pt x="2046" y="1986"/>
                  </a:lnTo>
                  <a:lnTo>
                    <a:pt x="2086" y="1825"/>
                  </a:lnTo>
                  <a:lnTo>
                    <a:pt x="2126" y="1645"/>
                  </a:lnTo>
                  <a:lnTo>
                    <a:pt x="2126" y="1484"/>
                  </a:lnTo>
                  <a:lnTo>
                    <a:pt x="2126" y="1324"/>
                  </a:lnTo>
                  <a:lnTo>
                    <a:pt x="2106" y="1163"/>
                  </a:lnTo>
                  <a:lnTo>
                    <a:pt x="2066" y="1023"/>
                  </a:lnTo>
                  <a:lnTo>
                    <a:pt x="2006" y="883"/>
                  </a:lnTo>
                  <a:lnTo>
                    <a:pt x="1926" y="742"/>
                  </a:lnTo>
                  <a:lnTo>
                    <a:pt x="1845" y="602"/>
                  </a:lnTo>
                  <a:lnTo>
                    <a:pt x="1745" y="482"/>
                  </a:lnTo>
                  <a:lnTo>
                    <a:pt x="1645" y="361"/>
                  </a:lnTo>
                  <a:lnTo>
                    <a:pt x="1525" y="261"/>
                  </a:lnTo>
                  <a:lnTo>
                    <a:pt x="1384" y="181"/>
                  </a:lnTo>
                  <a:lnTo>
                    <a:pt x="1244" y="100"/>
                  </a:lnTo>
                  <a:lnTo>
                    <a:pt x="1083" y="40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22"/>
            <p:cNvSpPr/>
            <p:nvPr/>
          </p:nvSpPr>
          <p:spPr>
            <a:xfrm>
              <a:off x="11473400" y="4073850"/>
              <a:ext cx="53175" cy="74725"/>
            </a:xfrm>
            <a:custGeom>
              <a:avLst/>
              <a:gdLst/>
              <a:ahLst/>
              <a:cxnLst/>
              <a:rect l="l" t="t" r="r" b="b"/>
              <a:pathLst>
                <a:path w="2127" h="2989" fill="none" extrusionOk="0">
                  <a:moveTo>
                    <a:pt x="923" y="0"/>
                  </a:moveTo>
                  <a:lnTo>
                    <a:pt x="923" y="0"/>
                  </a:lnTo>
                  <a:lnTo>
                    <a:pt x="682" y="702"/>
                  </a:lnTo>
                  <a:lnTo>
                    <a:pt x="442" y="1424"/>
                  </a:lnTo>
                  <a:lnTo>
                    <a:pt x="201" y="2126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141" y="2908"/>
                  </a:lnTo>
                  <a:lnTo>
                    <a:pt x="301" y="2948"/>
                  </a:lnTo>
                  <a:lnTo>
                    <a:pt x="482" y="2968"/>
                  </a:lnTo>
                  <a:lnTo>
                    <a:pt x="642" y="2988"/>
                  </a:lnTo>
                  <a:lnTo>
                    <a:pt x="642" y="2988"/>
                  </a:lnTo>
                  <a:lnTo>
                    <a:pt x="823" y="2988"/>
                  </a:lnTo>
                  <a:lnTo>
                    <a:pt x="823" y="2988"/>
                  </a:lnTo>
                  <a:lnTo>
                    <a:pt x="1023" y="2948"/>
                  </a:lnTo>
                  <a:lnTo>
                    <a:pt x="1224" y="2868"/>
                  </a:lnTo>
                  <a:lnTo>
                    <a:pt x="1404" y="2788"/>
                  </a:lnTo>
                  <a:lnTo>
                    <a:pt x="1565" y="2667"/>
                  </a:lnTo>
                  <a:lnTo>
                    <a:pt x="1725" y="2527"/>
                  </a:lnTo>
                  <a:lnTo>
                    <a:pt x="1845" y="2367"/>
                  </a:lnTo>
                  <a:lnTo>
                    <a:pt x="1946" y="2186"/>
                  </a:lnTo>
                  <a:lnTo>
                    <a:pt x="2046" y="1986"/>
                  </a:lnTo>
                  <a:lnTo>
                    <a:pt x="2046" y="1986"/>
                  </a:lnTo>
                  <a:lnTo>
                    <a:pt x="2086" y="1825"/>
                  </a:lnTo>
                  <a:lnTo>
                    <a:pt x="2126" y="1645"/>
                  </a:lnTo>
                  <a:lnTo>
                    <a:pt x="2126" y="1484"/>
                  </a:lnTo>
                  <a:lnTo>
                    <a:pt x="2126" y="1324"/>
                  </a:lnTo>
                  <a:lnTo>
                    <a:pt x="2106" y="1163"/>
                  </a:lnTo>
                  <a:lnTo>
                    <a:pt x="2066" y="1023"/>
                  </a:lnTo>
                  <a:lnTo>
                    <a:pt x="2006" y="883"/>
                  </a:lnTo>
                  <a:lnTo>
                    <a:pt x="1926" y="742"/>
                  </a:lnTo>
                  <a:lnTo>
                    <a:pt x="1845" y="602"/>
                  </a:lnTo>
                  <a:lnTo>
                    <a:pt x="1745" y="482"/>
                  </a:lnTo>
                  <a:lnTo>
                    <a:pt x="1645" y="361"/>
                  </a:lnTo>
                  <a:lnTo>
                    <a:pt x="1525" y="261"/>
                  </a:lnTo>
                  <a:lnTo>
                    <a:pt x="1384" y="181"/>
                  </a:lnTo>
                  <a:lnTo>
                    <a:pt x="1244" y="100"/>
                  </a:lnTo>
                  <a:lnTo>
                    <a:pt x="1083" y="40"/>
                  </a:lnTo>
                  <a:lnTo>
                    <a:pt x="9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22"/>
            <p:cNvSpPr/>
            <p:nvPr/>
          </p:nvSpPr>
          <p:spPr>
            <a:xfrm>
              <a:off x="11451325" y="4072850"/>
              <a:ext cx="45150" cy="72200"/>
            </a:xfrm>
            <a:custGeom>
              <a:avLst/>
              <a:gdLst/>
              <a:ahLst/>
              <a:cxnLst/>
              <a:rect l="l" t="t" r="r" b="b"/>
              <a:pathLst>
                <a:path w="1806" h="2888" extrusionOk="0">
                  <a:moveTo>
                    <a:pt x="1485" y="0"/>
                  </a:moveTo>
                  <a:lnTo>
                    <a:pt x="1325" y="20"/>
                  </a:lnTo>
                  <a:lnTo>
                    <a:pt x="1164" y="40"/>
                  </a:lnTo>
                  <a:lnTo>
                    <a:pt x="1004" y="80"/>
                  </a:lnTo>
                  <a:lnTo>
                    <a:pt x="863" y="140"/>
                  </a:lnTo>
                  <a:lnTo>
                    <a:pt x="723" y="221"/>
                  </a:lnTo>
                  <a:lnTo>
                    <a:pt x="603" y="321"/>
                  </a:lnTo>
                  <a:lnTo>
                    <a:pt x="482" y="421"/>
                  </a:lnTo>
                  <a:lnTo>
                    <a:pt x="382" y="522"/>
                  </a:lnTo>
                  <a:lnTo>
                    <a:pt x="282" y="662"/>
                  </a:lnTo>
                  <a:lnTo>
                    <a:pt x="202" y="782"/>
                  </a:lnTo>
                  <a:lnTo>
                    <a:pt x="121" y="923"/>
                  </a:lnTo>
                  <a:lnTo>
                    <a:pt x="81" y="1083"/>
                  </a:lnTo>
                  <a:lnTo>
                    <a:pt x="21" y="1223"/>
                  </a:lnTo>
                  <a:lnTo>
                    <a:pt x="1" y="1384"/>
                  </a:lnTo>
                  <a:lnTo>
                    <a:pt x="1" y="1564"/>
                  </a:lnTo>
                  <a:lnTo>
                    <a:pt x="1" y="1725"/>
                  </a:lnTo>
                  <a:lnTo>
                    <a:pt x="41" y="1905"/>
                  </a:lnTo>
                  <a:lnTo>
                    <a:pt x="101" y="2066"/>
                  </a:lnTo>
                  <a:lnTo>
                    <a:pt x="181" y="2226"/>
                  </a:lnTo>
                  <a:lnTo>
                    <a:pt x="282" y="2387"/>
                  </a:lnTo>
                  <a:lnTo>
                    <a:pt x="402" y="2547"/>
                  </a:lnTo>
                  <a:lnTo>
                    <a:pt x="542" y="2667"/>
                  </a:lnTo>
                  <a:lnTo>
                    <a:pt x="703" y="2788"/>
                  </a:lnTo>
                  <a:lnTo>
                    <a:pt x="883" y="2888"/>
                  </a:lnTo>
                  <a:lnTo>
                    <a:pt x="1084" y="2166"/>
                  </a:lnTo>
                  <a:lnTo>
                    <a:pt x="1325" y="1464"/>
                  </a:lnTo>
                  <a:lnTo>
                    <a:pt x="1565" y="742"/>
                  </a:lnTo>
                  <a:lnTo>
                    <a:pt x="1806" y="40"/>
                  </a:lnTo>
                  <a:lnTo>
                    <a:pt x="1605" y="20"/>
                  </a:lnTo>
                  <a:lnTo>
                    <a:pt x="1485" y="0"/>
                  </a:lnTo>
                  <a:close/>
                </a:path>
              </a:pathLst>
            </a:custGeom>
            <a:solidFill>
              <a:srgbClr val="424242">
                <a:alpha val="30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22"/>
            <p:cNvSpPr/>
            <p:nvPr/>
          </p:nvSpPr>
          <p:spPr>
            <a:xfrm>
              <a:off x="11451325" y="4072850"/>
              <a:ext cx="45150" cy="72200"/>
            </a:xfrm>
            <a:custGeom>
              <a:avLst/>
              <a:gdLst/>
              <a:ahLst/>
              <a:cxnLst/>
              <a:rect l="l" t="t" r="r" b="b"/>
              <a:pathLst>
                <a:path w="1806" h="2888" fill="none" extrusionOk="0">
                  <a:moveTo>
                    <a:pt x="1485" y="0"/>
                  </a:moveTo>
                  <a:lnTo>
                    <a:pt x="1485" y="0"/>
                  </a:lnTo>
                  <a:lnTo>
                    <a:pt x="1325" y="20"/>
                  </a:lnTo>
                  <a:lnTo>
                    <a:pt x="1164" y="40"/>
                  </a:lnTo>
                  <a:lnTo>
                    <a:pt x="1004" y="80"/>
                  </a:lnTo>
                  <a:lnTo>
                    <a:pt x="863" y="140"/>
                  </a:lnTo>
                  <a:lnTo>
                    <a:pt x="723" y="221"/>
                  </a:lnTo>
                  <a:lnTo>
                    <a:pt x="603" y="321"/>
                  </a:lnTo>
                  <a:lnTo>
                    <a:pt x="482" y="421"/>
                  </a:lnTo>
                  <a:lnTo>
                    <a:pt x="382" y="522"/>
                  </a:lnTo>
                  <a:lnTo>
                    <a:pt x="282" y="662"/>
                  </a:lnTo>
                  <a:lnTo>
                    <a:pt x="202" y="782"/>
                  </a:lnTo>
                  <a:lnTo>
                    <a:pt x="121" y="923"/>
                  </a:lnTo>
                  <a:lnTo>
                    <a:pt x="81" y="1083"/>
                  </a:lnTo>
                  <a:lnTo>
                    <a:pt x="21" y="1223"/>
                  </a:lnTo>
                  <a:lnTo>
                    <a:pt x="1" y="1384"/>
                  </a:lnTo>
                  <a:lnTo>
                    <a:pt x="1" y="1564"/>
                  </a:lnTo>
                  <a:lnTo>
                    <a:pt x="1" y="1725"/>
                  </a:lnTo>
                  <a:lnTo>
                    <a:pt x="1" y="1725"/>
                  </a:lnTo>
                  <a:lnTo>
                    <a:pt x="41" y="1905"/>
                  </a:lnTo>
                  <a:lnTo>
                    <a:pt x="101" y="2066"/>
                  </a:lnTo>
                  <a:lnTo>
                    <a:pt x="181" y="2226"/>
                  </a:lnTo>
                  <a:lnTo>
                    <a:pt x="282" y="2387"/>
                  </a:lnTo>
                  <a:lnTo>
                    <a:pt x="402" y="2547"/>
                  </a:lnTo>
                  <a:lnTo>
                    <a:pt x="542" y="2667"/>
                  </a:lnTo>
                  <a:lnTo>
                    <a:pt x="703" y="2788"/>
                  </a:lnTo>
                  <a:lnTo>
                    <a:pt x="883" y="2888"/>
                  </a:lnTo>
                  <a:lnTo>
                    <a:pt x="883" y="2888"/>
                  </a:lnTo>
                  <a:lnTo>
                    <a:pt x="1084" y="2166"/>
                  </a:lnTo>
                  <a:lnTo>
                    <a:pt x="1325" y="1464"/>
                  </a:lnTo>
                  <a:lnTo>
                    <a:pt x="1565" y="742"/>
                  </a:lnTo>
                  <a:lnTo>
                    <a:pt x="1806" y="40"/>
                  </a:lnTo>
                  <a:lnTo>
                    <a:pt x="1806" y="40"/>
                  </a:lnTo>
                  <a:lnTo>
                    <a:pt x="1605" y="20"/>
                  </a:lnTo>
                  <a:lnTo>
                    <a:pt x="1605" y="20"/>
                  </a:lnTo>
                  <a:lnTo>
                    <a:pt x="148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22"/>
            <p:cNvSpPr/>
            <p:nvPr/>
          </p:nvSpPr>
          <p:spPr>
            <a:xfrm>
              <a:off x="11778225" y="4072850"/>
              <a:ext cx="75225" cy="75725"/>
            </a:xfrm>
            <a:custGeom>
              <a:avLst/>
              <a:gdLst/>
              <a:ahLst/>
              <a:cxnLst/>
              <a:rect l="l" t="t" r="r" b="b"/>
              <a:pathLst>
                <a:path w="3009" h="3029" extrusionOk="0">
                  <a:moveTo>
                    <a:pt x="1485" y="0"/>
                  </a:moveTo>
                  <a:lnTo>
                    <a:pt x="1324" y="20"/>
                  </a:lnTo>
                  <a:lnTo>
                    <a:pt x="1164" y="40"/>
                  </a:lnTo>
                  <a:lnTo>
                    <a:pt x="1003" y="80"/>
                  </a:lnTo>
                  <a:lnTo>
                    <a:pt x="863" y="140"/>
                  </a:lnTo>
                  <a:lnTo>
                    <a:pt x="722" y="221"/>
                  </a:lnTo>
                  <a:lnTo>
                    <a:pt x="602" y="321"/>
                  </a:lnTo>
                  <a:lnTo>
                    <a:pt x="482" y="421"/>
                  </a:lnTo>
                  <a:lnTo>
                    <a:pt x="382" y="522"/>
                  </a:lnTo>
                  <a:lnTo>
                    <a:pt x="281" y="662"/>
                  </a:lnTo>
                  <a:lnTo>
                    <a:pt x="201" y="782"/>
                  </a:lnTo>
                  <a:lnTo>
                    <a:pt x="121" y="923"/>
                  </a:lnTo>
                  <a:lnTo>
                    <a:pt x="81" y="1083"/>
                  </a:lnTo>
                  <a:lnTo>
                    <a:pt x="41" y="1223"/>
                  </a:lnTo>
                  <a:lnTo>
                    <a:pt x="0" y="1384"/>
                  </a:lnTo>
                  <a:lnTo>
                    <a:pt x="0" y="1564"/>
                  </a:lnTo>
                  <a:lnTo>
                    <a:pt x="0" y="1725"/>
                  </a:lnTo>
                  <a:lnTo>
                    <a:pt x="61" y="1965"/>
                  </a:lnTo>
                  <a:lnTo>
                    <a:pt x="161" y="2206"/>
                  </a:lnTo>
                  <a:lnTo>
                    <a:pt x="301" y="2427"/>
                  </a:lnTo>
                  <a:lnTo>
                    <a:pt x="482" y="2607"/>
                  </a:lnTo>
                  <a:lnTo>
                    <a:pt x="582" y="2707"/>
                  </a:lnTo>
                  <a:lnTo>
                    <a:pt x="682" y="2788"/>
                  </a:lnTo>
                  <a:lnTo>
                    <a:pt x="803" y="2848"/>
                  </a:lnTo>
                  <a:lnTo>
                    <a:pt x="943" y="2908"/>
                  </a:lnTo>
                  <a:lnTo>
                    <a:pt x="1083" y="2968"/>
                  </a:lnTo>
                  <a:lnTo>
                    <a:pt x="1224" y="2988"/>
                  </a:lnTo>
                  <a:lnTo>
                    <a:pt x="1384" y="3028"/>
                  </a:lnTo>
                  <a:lnTo>
                    <a:pt x="1705" y="3028"/>
                  </a:lnTo>
                  <a:lnTo>
                    <a:pt x="1906" y="2988"/>
                  </a:lnTo>
                  <a:lnTo>
                    <a:pt x="2106" y="2908"/>
                  </a:lnTo>
                  <a:lnTo>
                    <a:pt x="2287" y="2828"/>
                  </a:lnTo>
                  <a:lnTo>
                    <a:pt x="2447" y="2707"/>
                  </a:lnTo>
                  <a:lnTo>
                    <a:pt x="2608" y="2567"/>
                  </a:lnTo>
                  <a:lnTo>
                    <a:pt x="2728" y="2407"/>
                  </a:lnTo>
                  <a:lnTo>
                    <a:pt x="2828" y="2226"/>
                  </a:lnTo>
                  <a:lnTo>
                    <a:pt x="2928" y="2026"/>
                  </a:lnTo>
                  <a:lnTo>
                    <a:pt x="2969" y="1845"/>
                  </a:lnTo>
                  <a:lnTo>
                    <a:pt x="3009" y="1665"/>
                  </a:lnTo>
                  <a:lnTo>
                    <a:pt x="3009" y="1504"/>
                  </a:lnTo>
                  <a:lnTo>
                    <a:pt x="3009" y="1324"/>
                  </a:lnTo>
                  <a:lnTo>
                    <a:pt x="2969" y="1163"/>
                  </a:lnTo>
                  <a:lnTo>
                    <a:pt x="2928" y="1003"/>
                  </a:lnTo>
                  <a:lnTo>
                    <a:pt x="2848" y="842"/>
                  </a:lnTo>
                  <a:lnTo>
                    <a:pt x="2768" y="702"/>
                  </a:lnTo>
                  <a:lnTo>
                    <a:pt x="2668" y="562"/>
                  </a:lnTo>
                  <a:lnTo>
                    <a:pt x="2547" y="441"/>
                  </a:lnTo>
                  <a:lnTo>
                    <a:pt x="2427" y="321"/>
                  </a:lnTo>
                  <a:lnTo>
                    <a:pt x="2287" y="241"/>
                  </a:lnTo>
                  <a:lnTo>
                    <a:pt x="2126" y="140"/>
                  </a:lnTo>
                  <a:lnTo>
                    <a:pt x="1966" y="80"/>
                  </a:lnTo>
                  <a:lnTo>
                    <a:pt x="1805" y="40"/>
                  </a:lnTo>
                  <a:lnTo>
                    <a:pt x="1625" y="20"/>
                  </a:lnTo>
                  <a:lnTo>
                    <a:pt x="148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22"/>
            <p:cNvSpPr/>
            <p:nvPr/>
          </p:nvSpPr>
          <p:spPr>
            <a:xfrm>
              <a:off x="11778225" y="4072850"/>
              <a:ext cx="75225" cy="75725"/>
            </a:xfrm>
            <a:custGeom>
              <a:avLst/>
              <a:gdLst/>
              <a:ahLst/>
              <a:cxnLst/>
              <a:rect l="l" t="t" r="r" b="b"/>
              <a:pathLst>
                <a:path w="3009" h="3029" fill="none" extrusionOk="0">
                  <a:moveTo>
                    <a:pt x="1485" y="0"/>
                  </a:moveTo>
                  <a:lnTo>
                    <a:pt x="1485" y="0"/>
                  </a:lnTo>
                  <a:lnTo>
                    <a:pt x="1324" y="20"/>
                  </a:lnTo>
                  <a:lnTo>
                    <a:pt x="1164" y="40"/>
                  </a:lnTo>
                  <a:lnTo>
                    <a:pt x="1003" y="80"/>
                  </a:lnTo>
                  <a:lnTo>
                    <a:pt x="863" y="140"/>
                  </a:lnTo>
                  <a:lnTo>
                    <a:pt x="722" y="221"/>
                  </a:lnTo>
                  <a:lnTo>
                    <a:pt x="602" y="321"/>
                  </a:lnTo>
                  <a:lnTo>
                    <a:pt x="482" y="421"/>
                  </a:lnTo>
                  <a:lnTo>
                    <a:pt x="382" y="522"/>
                  </a:lnTo>
                  <a:lnTo>
                    <a:pt x="281" y="662"/>
                  </a:lnTo>
                  <a:lnTo>
                    <a:pt x="201" y="782"/>
                  </a:lnTo>
                  <a:lnTo>
                    <a:pt x="121" y="923"/>
                  </a:lnTo>
                  <a:lnTo>
                    <a:pt x="81" y="1083"/>
                  </a:lnTo>
                  <a:lnTo>
                    <a:pt x="41" y="1223"/>
                  </a:lnTo>
                  <a:lnTo>
                    <a:pt x="0" y="1384"/>
                  </a:lnTo>
                  <a:lnTo>
                    <a:pt x="0" y="1564"/>
                  </a:lnTo>
                  <a:lnTo>
                    <a:pt x="0" y="1725"/>
                  </a:lnTo>
                  <a:lnTo>
                    <a:pt x="0" y="1725"/>
                  </a:lnTo>
                  <a:lnTo>
                    <a:pt x="61" y="1965"/>
                  </a:lnTo>
                  <a:lnTo>
                    <a:pt x="161" y="2206"/>
                  </a:lnTo>
                  <a:lnTo>
                    <a:pt x="301" y="2427"/>
                  </a:lnTo>
                  <a:lnTo>
                    <a:pt x="482" y="2607"/>
                  </a:lnTo>
                  <a:lnTo>
                    <a:pt x="582" y="2707"/>
                  </a:lnTo>
                  <a:lnTo>
                    <a:pt x="682" y="2788"/>
                  </a:lnTo>
                  <a:lnTo>
                    <a:pt x="803" y="2848"/>
                  </a:lnTo>
                  <a:lnTo>
                    <a:pt x="943" y="2908"/>
                  </a:lnTo>
                  <a:lnTo>
                    <a:pt x="1083" y="2968"/>
                  </a:lnTo>
                  <a:lnTo>
                    <a:pt x="1224" y="2988"/>
                  </a:lnTo>
                  <a:lnTo>
                    <a:pt x="1384" y="3028"/>
                  </a:lnTo>
                  <a:lnTo>
                    <a:pt x="1545" y="3028"/>
                  </a:lnTo>
                  <a:lnTo>
                    <a:pt x="1545" y="3028"/>
                  </a:lnTo>
                  <a:lnTo>
                    <a:pt x="1705" y="3028"/>
                  </a:lnTo>
                  <a:lnTo>
                    <a:pt x="1705" y="3028"/>
                  </a:lnTo>
                  <a:lnTo>
                    <a:pt x="1906" y="2988"/>
                  </a:lnTo>
                  <a:lnTo>
                    <a:pt x="2106" y="2908"/>
                  </a:lnTo>
                  <a:lnTo>
                    <a:pt x="2287" y="2828"/>
                  </a:lnTo>
                  <a:lnTo>
                    <a:pt x="2447" y="2707"/>
                  </a:lnTo>
                  <a:lnTo>
                    <a:pt x="2608" y="2567"/>
                  </a:lnTo>
                  <a:lnTo>
                    <a:pt x="2728" y="2407"/>
                  </a:lnTo>
                  <a:lnTo>
                    <a:pt x="2828" y="2226"/>
                  </a:lnTo>
                  <a:lnTo>
                    <a:pt x="2928" y="2026"/>
                  </a:lnTo>
                  <a:lnTo>
                    <a:pt x="2928" y="2026"/>
                  </a:lnTo>
                  <a:lnTo>
                    <a:pt x="2969" y="1845"/>
                  </a:lnTo>
                  <a:lnTo>
                    <a:pt x="3009" y="1665"/>
                  </a:lnTo>
                  <a:lnTo>
                    <a:pt x="3009" y="1504"/>
                  </a:lnTo>
                  <a:lnTo>
                    <a:pt x="3009" y="1324"/>
                  </a:lnTo>
                  <a:lnTo>
                    <a:pt x="2969" y="1163"/>
                  </a:lnTo>
                  <a:lnTo>
                    <a:pt x="2928" y="1003"/>
                  </a:lnTo>
                  <a:lnTo>
                    <a:pt x="2848" y="842"/>
                  </a:lnTo>
                  <a:lnTo>
                    <a:pt x="2768" y="702"/>
                  </a:lnTo>
                  <a:lnTo>
                    <a:pt x="2668" y="562"/>
                  </a:lnTo>
                  <a:lnTo>
                    <a:pt x="2547" y="441"/>
                  </a:lnTo>
                  <a:lnTo>
                    <a:pt x="2427" y="321"/>
                  </a:lnTo>
                  <a:lnTo>
                    <a:pt x="2287" y="241"/>
                  </a:lnTo>
                  <a:lnTo>
                    <a:pt x="2126" y="140"/>
                  </a:lnTo>
                  <a:lnTo>
                    <a:pt x="1966" y="80"/>
                  </a:lnTo>
                  <a:lnTo>
                    <a:pt x="1805" y="40"/>
                  </a:lnTo>
                  <a:lnTo>
                    <a:pt x="1625" y="20"/>
                  </a:lnTo>
                  <a:lnTo>
                    <a:pt x="1625" y="20"/>
                  </a:lnTo>
                  <a:lnTo>
                    <a:pt x="148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22"/>
            <p:cNvSpPr/>
            <p:nvPr/>
          </p:nvSpPr>
          <p:spPr>
            <a:xfrm>
              <a:off x="11881000" y="4205700"/>
              <a:ext cx="104300" cy="236675"/>
            </a:xfrm>
            <a:custGeom>
              <a:avLst/>
              <a:gdLst/>
              <a:ahLst/>
              <a:cxnLst/>
              <a:rect l="l" t="t" r="r" b="b"/>
              <a:pathLst>
                <a:path w="4172" h="9467" extrusionOk="0">
                  <a:moveTo>
                    <a:pt x="582" y="1"/>
                  </a:moveTo>
                  <a:lnTo>
                    <a:pt x="502" y="21"/>
                  </a:lnTo>
                  <a:lnTo>
                    <a:pt x="402" y="41"/>
                  </a:lnTo>
                  <a:lnTo>
                    <a:pt x="322" y="101"/>
                  </a:lnTo>
                  <a:lnTo>
                    <a:pt x="241" y="141"/>
                  </a:lnTo>
                  <a:lnTo>
                    <a:pt x="181" y="201"/>
                  </a:lnTo>
                  <a:lnTo>
                    <a:pt x="121" y="281"/>
                  </a:lnTo>
                  <a:lnTo>
                    <a:pt x="61" y="362"/>
                  </a:lnTo>
                  <a:lnTo>
                    <a:pt x="21" y="442"/>
                  </a:lnTo>
                  <a:lnTo>
                    <a:pt x="1" y="542"/>
                  </a:lnTo>
                  <a:lnTo>
                    <a:pt x="1" y="642"/>
                  </a:lnTo>
                  <a:lnTo>
                    <a:pt x="21" y="943"/>
                  </a:lnTo>
                  <a:lnTo>
                    <a:pt x="41" y="1244"/>
                  </a:lnTo>
                  <a:lnTo>
                    <a:pt x="81" y="1525"/>
                  </a:lnTo>
                  <a:lnTo>
                    <a:pt x="141" y="1826"/>
                  </a:lnTo>
                  <a:lnTo>
                    <a:pt x="281" y="2387"/>
                  </a:lnTo>
                  <a:lnTo>
                    <a:pt x="442" y="2969"/>
                  </a:lnTo>
                  <a:lnTo>
                    <a:pt x="642" y="3530"/>
                  </a:lnTo>
                  <a:lnTo>
                    <a:pt x="843" y="4092"/>
                  </a:lnTo>
                  <a:lnTo>
                    <a:pt x="1244" y="5195"/>
                  </a:lnTo>
                  <a:lnTo>
                    <a:pt x="1404" y="5736"/>
                  </a:lnTo>
                  <a:lnTo>
                    <a:pt x="1565" y="6258"/>
                  </a:lnTo>
                  <a:lnTo>
                    <a:pt x="1705" y="6779"/>
                  </a:lnTo>
                  <a:lnTo>
                    <a:pt x="1886" y="7300"/>
                  </a:lnTo>
                  <a:lnTo>
                    <a:pt x="2066" y="7822"/>
                  </a:lnTo>
                  <a:lnTo>
                    <a:pt x="2287" y="8323"/>
                  </a:lnTo>
                  <a:lnTo>
                    <a:pt x="2407" y="8564"/>
                  </a:lnTo>
                  <a:lnTo>
                    <a:pt x="2548" y="8784"/>
                  </a:lnTo>
                  <a:lnTo>
                    <a:pt x="2708" y="9025"/>
                  </a:lnTo>
                  <a:lnTo>
                    <a:pt x="2868" y="9246"/>
                  </a:lnTo>
                  <a:lnTo>
                    <a:pt x="2949" y="9306"/>
                  </a:lnTo>
                  <a:lnTo>
                    <a:pt x="3009" y="9366"/>
                  </a:lnTo>
                  <a:lnTo>
                    <a:pt x="3109" y="9406"/>
                  </a:lnTo>
                  <a:lnTo>
                    <a:pt x="3189" y="9446"/>
                  </a:lnTo>
                  <a:lnTo>
                    <a:pt x="3290" y="9446"/>
                  </a:lnTo>
                  <a:lnTo>
                    <a:pt x="3390" y="9466"/>
                  </a:lnTo>
                  <a:lnTo>
                    <a:pt x="3590" y="9426"/>
                  </a:lnTo>
                  <a:lnTo>
                    <a:pt x="3771" y="9366"/>
                  </a:lnTo>
                  <a:lnTo>
                    <a:pt x="3871" y="9306"/>
                  </a:lnTo>
                  <a:lnTo>
                    <a:pt x="3931" y="9246"/>
                  </a:lnTo>
                  <a:lnTo>
                    <a:pt x="4012" y="9186"/>
                  </a:lnTo>
                  <a:lnTo>
                    <a:pt x="4052" y="9105"/>
                  </a:lnTo>
                  <a:lnTo>
                    <a:pt x="4092" y="9005"/>
                  </a:lnTo>
                  <a:lnTo>
                    <a:pt x="4112" y="8905"/>
                  </a:lnTo>
                  <a:lnTo>
                    <a:pt x="4152" y="8624"/>
                  </a:lnTo>
                  <a:lnTo>
                    <a:pt x="4172" y="8323"/>
                  </a:lnTo>
                  <a:lnTo>
                    <a:pt x="4152" y="8042"/>
                  </a:lnTo>
                  <a:lnTo>
                    <a:pt x="4132" y="7742"/>
                  </a:lnTo>
                  <a:lnTo>
                    <a:pt x="4092" y="7461"/>
                  </a:lnTo>
                  <a:lnTo>
                    <a:pt x="4052" y="7160"/>
                  </a:lnTo>
                  <a:lnTo>
                    <a:pt x="3911" y="6598"/>
                  </a:lnTo>
                  <a:lnTo>
                    <a:pt x="3751" y="6037"/>
                  </a:lnTo>
                  <a:lnTo>
                    <a:pt x="3570" y="5475"/>
                  </a:lnTo>
                  <a:lnTo>
                    <a:pt x="3169" y="4352"/>
                  </a:lnTo>
                  <a:lnTo>
                    <a:pt x="2788" y="3249"/>
                  </a:lnTo>
                  <a:lnTo>
                    <a:pt x="2588" y="2688"/>
                  </a:lnTo>
                  <a:lnTo>
                    <a:pt x="2367" y="2146"/>
                  </a:lnTo>
                  <a:lnTo>
                    <a:pt x="2106" y="1625"/>
                  </a:lnTo>
                  <a:lnTo>
                    <a:pt x="1826" y="1124"/>
                  </a:lnTo>
                  <a:lnTo>
                    <a:pt x="1665" y="863"/>
                  </a:lnTo>
                  <a:lnTo>
                    <a:pt x="1485" y="642"/>
                  </a:lnTo>
                  <a:lnTo>
                    <a:pt x="1304" y="402"/>
                  </a:lnTo>
                  <a:lnTo>
                    <a:pt x="1104" y="181"/>
                  </a:lnTo>
                  <a:lnTo>
                    <a:pt x="1043" y="121"/>
                  </a:lnTo>
                  <a:lnTo>
                    <a:pt x="943" y="61"/>
                  </a:lnTo>
                  <a:lnTo>
                    <a:pt x="863" y="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22"/>
            <p:cNvSpPr/>
            <p:nvPr/>
          </p:nvSpPr>
          <p:spPr>
            <a:xfrm>
              <a:off x="11960725" y="4474425"/>
              <a:ext cx="49150" cy="50175"/>
            </a:xfrm>
            <a:custGeom>
              <a:avLst/>
              <a:gdLst/>
              <a:ahLst/>
              <a:cxnLst/>
              <a:rect l="l" t="t" r="r" b="b"/>
              <a:pathLst>
                <a:path w="1966" h="2007" extrusionOk="0">
                  <a:moveTo>
                    <a:pt x="863" y="1"/>
                  </a:moveTo>
                  <a:lnTo>
                    <a:pt x="742" y="21"/>
                  </a:lnTo>
                  <a:lnTo>
                    <a:pt x="562" y="81"/>
                  </a:lnTo>
                  <a:lnTo>
                    <a:pt x="381" y="181"/>
                  </a:lnTo>
                  <a:lnTo>
                    <a:pt x="241" y="302"/>
                  </a:lnTo>
                  <a:lnTo>
                    <a:pt x="141" y="462"/>
                  </a:lnTo>
                  <a:lnTo>
                    <a:pt x="60" y="622"/>
                  </a:lnTo>
                  <a:lnTo>
                    <a:pt x="20" y="823"/>
                  </a:lnTo>
                  <a:lnTo>
                    <a:pt x="0" y="1004"/>
                  </a:lnTo>
                  <a:lnTo>
                    <a:pt x="20" y="1184"/>
                  </a:lnTo>
                  <a:lnTo>
                    <a:pt x="60" y="1364"/>
                  </a:lnTo>
                  <a:lnTo>
                    <a:pt x="141" y="1545"/>
                  </a:lnTo>
                  <a:lnTo>
                    <a:pt x="241" y="1705"/>
                  </a:lnTo>
                  <a:lnTo>
                    <a:pt x="381" y="1826"/>
                  </a:lnTo>
                  <a:lnTo>
                    <a:pt x="562" y="1926"/>
                  </a:lnTo>
                  <a:lnTo>
                    <a:pt x="742" y="1986"/>
                  </a:lnTo>
                  <a:lnTo>
                    <a:pt x="863" y="2006"/>
                  </a:lnTo>
                  <a:lnTo>
                    <a:pt x="1103" y="2006"/>
                  </a:lnTo>
                  <a:lnTo>
                    <a:pt x="1204" y="1986"/>
                  </a:lnTo>
                  <a:lnTo>
                    <a:pt x="1404" y="1926"/>
                  </a:lnTo>
                  <a:lnTo>
                    <a:pt x="1585" y="1826"/>
                  </a:lnTo>
                  <a:lnTo>
                    <a:pt x="1705" y="1705"/>
                  </a:lnTo>
                  <a:lnTo>
                    <a:pt x="1825" y="1545"/>
                  </a:lnTo>
                  <a:lnTo>
                    <a:pt x="1905" y="1364"/>
                  </a:lnTo>
                  <a:lnTo>
                    <a:pt x="1946" y="1184"/>
                  </a:lnTo>
                  <a:lnTo>
                    <a:pt x="1966" y="1004"/>
                  </a:lnTo>
                  <a:lnTo>
                    <a:pt x="1946" y="823"/>
                  </a:lnTo>
                  <a:lnTo>
                    <a:pt x="1905" y="622"/>
                  </a:lnTo>
                  <a:lnTo>
                    <a:pt x="1825" y="462"/>
                  </a:lnTo>
                  <a:lnTo>
                    <a:pt x="1705" y="302"/>
                  </a:lnTo>
                  <a:lnTo>
                    <a:pt x="1585" y="181"/>
                  </a:lnTo>
                  <a:lnTo>
                    <a:pt x="1404" y="81"/>
                  </a:lnTo>
                  <a:lnTo>
                    <a:pt x="1204" y="21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22"/>
            <p:cNvSpPr/>
            <p:nvPr/>
          </p:nvSpPr>
          <p:spPr>
            <a:xfrm>
              <a:off x="11410225" y="4481950"/>
              <a:ext cx="481325" cy="481850"/>
            </a:xfrm>
            <a:custGeom>
              <a:avLst/>
              <a:gdLst/>
              <a:ahLst/>
              <a:cxnLst/>
              <a:rect l="l" t="t" r="r" b="b"/>
              <a:pathLst>
                <a:path w="19253" h="19274" extrusionOk="0">
                  <a:moveTo>
                    <a:pt x="9226" y="1"/>
                  </a:moveTo>
                  <a:lnTo>
                    <a:pt x="8664" y="21"/>
                  </a:lnTo>
                  <a:lnTo>
                    <a:pt x="8123" y="101"/>
                  </a:lnTo>
                  <a:lnTo>
                    <a:pt x="7601" y="201"/>
                  </a:lnTo>
                  <a:lnTo>
                    <a:pt x="7080" y="321"/>
                  </a:lnTo>
                  <a:lnTo>
                    <a:pt x="6578" y="482"/>
                  </a:lnTo>
                  <a:lnTo>
                    <a:pt x="6077" y="662"/>
                  </a:lnTo>
                  <a:lnTo>
                    <a:pt x="5616" y="883"/>
                  </a:lnTo>
                  <a:lnTo>
                    <a:pt x="5134" y="1124"/>
                  </a:lnTo>
                  <a:lnTo>
                    <a:pt x="4693" y="1384"/>
                  </a:lnTo>
                  <a:lnTo>
                    <a:pt x="4252" y="1665"/>
                  </a:lnTo>
                  <a:lnTo>
                    <a:pt x="3831" y="1986"/>
                  </a:lnTo>
                  <a:lnTo>
                    <a:pt x="3430" y="2307"/>
                  </a:lnTo>
                  <a:lnTo>
                    <a:pt x="3049" y="2668"/>
                  </a:lnTo>
                  <a:lnTo>
                    <a:pt x="2688" y="3049"/>
                  </a:lnTo>
                  <a:lnTo>
                    <a:pt x="2347" y="3430"/>
                  </a:lnTo>
                  <a:lnTo>
                    <a:pt x="2026" y="3851"/>
                  </a:lnTo>
                  <a:lnTo>
                    <a:pt x="1725" y="4272"/>
                  </a:lnTo>
                  <a:lnTo>
                    <a:pt x="1444" y="4713"/>
                  </a:lnTo>
                  <a:lnTo>
                    <a:pt x="1184" y="5175"/>
                  </a:lnTo>
                  <a:lnTo>
                    <a:pt x="943" y="5656"/>
                  </a:lnTo>
                  <a:lnTo>
                    <a:pt x="743" y="6137"/>
                  </a:lnTo>
                  <a:lnTo>
                    <a:pt x="542" y="6639"/>
                  </a:lnTo>
                  <a:lnTo>
                    <a:pt x="382" y="7140"/>
                  </a:lnTo>
                  <a:lnTo>
                    <a:pt x="261" y="7661"/>
                  </a:lnTo>
                  <a:lnTo>
                    <a:pt x="161" y="8203"/>
                  </a:lnTo>
                  <a:lnTo>
                    <a:pt x="81" y="8724"/>
                  </a:lnTo>
                  <a:lnTo>
                    <a:pt x="21" y="9286"/>
                  </a:lnTo>
                  <a:lnTo>
                    <a:pt x="0" y="9827"/>
                  </a:lnTo>
                  <a:lnTo>
                    <a:pt x="21" y="10389"/>
                  </a:lnTo>
                  <a:lnTo>
                    <a:pt x="61" y="10950"/>
                  </a:lnTo>
                  <a:lnTo>
                    <a:pt x="121" y="11351"/>
                  </a:lnTo>
                  <a:lnTo>
                    <a:pt x="201" y="11773"/>
                  </a:lnTo>
                  <a:lnTo>
                    <a:pt x="301" y="12174"/>
                  </a:lnTo>
                  <a:lnTo>
                    <a:pt x="422" y="12575"/>
                  </a:lnTo>
                  <a:lnTo>
                    <a:pt x="562" y="12996"/>
                  </a:lnTo>
                  <a:lnTo>
                    <a:pt x="722" y="13397"/>
                  </a:lnTo>
                  <a:lnTo>
                    <a:pt x="903" y="13778"/>
                  </a:lnTo>
                  <a:lnTo>
                    <a:pt x="1103" y="14179"/>
                  </a:lnTo>
                  <a:lnTo>
                    <a:pt x="1324" y="14560"/>
                  </a:lnTo>
                  <a:lnTo>
                    <a:pt x="1565" y="14941"/>
                  </a:lnTo>
                  <a:lnTo>
                    <a:pt x="1825" y="15302"/>
                  </a:lnTo>
                  <a:lnTo>
                    <a:pt x="2106" y="15643"/>
                  </a:lnTo>
                  <a:lnTo>
                    <a:pt x="2387" y="16004"/>
                  </a:lnTo>
                  <a:lnTo>
                    <a:pt x="2708" y="16325"/>
                  </a:lnTo>
                  <a:lnTo>
                    <a:pt x="3029" y="16646"/>
                  </a:lnTo>
                  <a:lnTo>
                    <a:pt x="3390" y="16947"/>
                  </a:lnTo>
                  <a:lnTo>
                    <a:pt x="3751" y="17248"/>
                  </a:lnTo>
                  <a:lnTo>
                    <a:pt x="4132" y="17528"/>
                  </a:lnTo>
                  <a:lnTo>
                    <a:pt x="4513" y="17789"/>
                  </a:lnTo>
                  <a:lnTo>
                    <a:pt x="4934" y="18030"/>
                  </a:lnTo>
                  <a:lnTo>
                    <a:pt x="5355" y="18250"/>
                  </a:lnTo>
                  <a:lnTo>
                    <a:pt x="5796" y="18451"/>
                  </a:lnTo>
                  <a:lnTo>
                    <a:pt x="6237" y="18631"/>
                  </a:lnTo>
                  <a:lnTo>
                    <a:pt x="6719" y="18792"/>
                  </a:lnTo>
                  <a:lnTo>
                    <a:pt x="7180" y="18952"/>
                  </a:lnTo>
                  <a:lnTo>
                    <a:pt x="7681" y="19052"/>
                  </a:lnTo>
                  <a:lnTo>
                    <a:pt x="8183" y="19153"/>
                  </a:lnTo>
                  <a:lnTo>
                    <a:pt x="8704" y="19213"/>
                  </a:lnTo>
                  <a:lnTo>
                    <a:pt x="9246" y="19273"/>
                  </a:lnTo>
                  <a:lnTo>
                    <a:pt x="10329" y="19273"/>
                  </a:lnTo>
                  <a:lnTo>
                    <a:pt x="10910" y="19233"/>
                  </a:lnTo>
                  <a:lnTo>
                    <a:pt x="11231" y="19193"/>
                  </a:lnTo>
                  <a:lnTo>
                    <a:pt x="11572" y="19133"/>
                  </a:lnTo>
                  <a:lnTo>
                    <a:pt x="11893" y="19072"/>
                  </a:lnTo>
                  <a:lnTo>
                    <a:pt x="12234" y="19012"/>
                  </a:lnTo>
                  <a:lnTo>
                    <a:pt x="12555" y="18912"/>
                  </a:lnTo>
                  <a:lnTo>
                    <a:pt x="12855" y="18812"/>
                  </a:lnTo>
                  <a:lnTo>
                    <a:pt x="13176" y="18711"/>
                  </a:lnTo>
                  <a:lnTo>
                    <a:pt x="13477" y="18571"/>
                  </a:lnTo>
                  <a:lnTo>
                    <a:pt x="13778" y="18451"/>
                  </a:lnTo>
                  <a:lnTo>
                    <a:pt x="14059" y="18290"/>
                  </a:lnTo>
                  <a:lnTo>
                    <a:pt x="14360" y="18150"/>
                  </a:lnTo>
                  <a:lnTo>
                    <a:pt x="14640" y="17969"/>
                  </a:lnTo>
                  <a:lnTo>
                    <a:pt x="15182" y="17608"/>
                  </a:lnTo>
                  <a:lnTo>
                    <a:pt x="15703" y="17207"/>
                  </a:lnTo>
                  <a:lnTo>
                    <a:pt x="16184" y="16766"/>
                  </a:lnTo>
                  <a:lnTo>
                    <a:pt x="16646" y="16305"/>
                  </a:lnTo>
                  <a:lnTo>
                    <a:pt x="17067" y="15784"/>
                  </a:lnTo>
                  <a:lnTo>
                    <a:pt x="17468" y="15262"/>
                  </a:lnTo>
                  <a:lnTo>
                    <a:pt x="17829" y="14701"/>
                  </a:lnTo>
                  <a:lnTo>
                    <a:pt x="18150" y="14119"/>
                  </a:lnTo>
                  <a:lnTo>
                    <a:pt x="18431" y="13497"/>
                  </a:lnTo>
                  <a:lnTo>
                    <a:pt x="18671" y="12876"/>
                  </a:lnTo>
                  <a:lnTo>
                    <a:pt x="18872" y="12314"/>
                  </a:lnTo>
                  <a:lnTo>
                    <a:pt x="19012" y="11733"/>
                  </a:lnTo>
                  <a:lnTo>
                    <a:pt x="19132" y="11171"/>
                  </a:lnTo>
                  <a:lnTo>
                    <a:pt x="19213" y="10609"/>
                  </a:lnTo>
                  <a:lnTo>
                    <a:pt x="19253" y="10048"/>
                  </a:lnTo>
                  <a:lnTo>
                    <a:pt x="19253" y="9486"/>
                  </a:lnTo>
                  <a:lnTo>
                    <a:pt x="19233" y="8945"/>
                  </a:lnTo>
                  <a:lnTo>
                    <a:pt x="19193" y="8403"/>
                  </a:lnTo>
                  <a:lnTo>
                    <a:pt x="19092" y="7862"/>
                  </a:lnTo>
                  <a:lnTo>
                    <a:pt x="18992" y="7341"/>
                  </a:lnTo>
                  <a:lnTo>
                    <a:pt x="18832" y="6819"/>
                  </a:lnTo>
                  <a:lnTo>
                    <a:pt x="18671" y="6298"/>
                  </a:lnTo>
                  <a:lnTo>
                    <a:pt x="18471" y="5816"/>
                  </a:lnTo>
                  <a:lnTo>
                    <a:pt x="18230" y="5315"/>
                  </a:lnTo>
                  <a:lnTo>
                    <a:pt x="17969" y="4854"/>
                  </a:lnTo>
                  <a:lnTo>
                    <a:pt x="17689" y="4393"/>
                  </a:lnTo>
                  <a:lnTo>
                    <a:pt x="17388" y="3951"/>
                  </a:lnTo>
                  <a:lnTo>
                    <a:pt x="17067" y="3530"/>
                  </a:lnTo>
                  <a:lnTo>
                    <a:pt x="16706" y="3129"/>
                  </a:lnTo>
                  <a:lnTo>
                    <a:pt x="16325" y="2748"/>
                  </a:lnTo>
                  <a:lnTo>
                    <a:pt x="15944" y="2387"/>
                  </a:lnTo>
                  <a:lnTo>
                    <a:pt x="15523" y="2046"/>
                  </a:lnTo>
                  <a:lnTo>
                    <a:pt x="15081" y="1725"/>
                  </a:lnTo>
                  <a:lnTo>
                    <a:pt x="14620" y="1424"/>
                  </a:lnTo>
                  <a:lnTo>
                    <a:pt x="14139" y="1144"/>
                  </a:lnTo>
                  <a:lnTo>
                    <a:pt x="13638" y="903"/>
                  </a:lnTo>
                  <a:lnTo>
                    <a:pt x="13136" y="682"/>
                  </a:lnTo>
                  <a:lnTo>
                    <a:pt x="12595" y="502"/>
                  </a:lnTo>
                  <a:lnTo>
                    <a:pt x="12053" y="321"/>
                  </a:lnTo>
                  <a:lnTo>
                    <a:pt x="11492" y="201"/>
                  </a:lnTo>
                  <a:lnTo>
                    <a:pt x="10930" y="101"/>
                  </a:lnTo>
                  <a:lnTo>
                    <a:pt x="10349" y="21"/>
                  </a:lnTo>
                  <a:lnTo>
                    <a:pt x="976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22"/>
            <p:cNvSpPr/>
            <p:nvPr/>
          </p:nvSpPr>
          <p:spPr>
            <a:xfrm>
              <a:off x="11410225" y="4481950"/>
              <a:ext cx="481325" cy="481850"/>
            </a:xfrm>
            <a:custGeom>
              <a:avLst/>
              <a:gdLst/>
              <a:ahLst/>
              <a:cxnLst/>
              <a:rect l="l" t="t" r="r" b="b"/>
              <a:pathLst>
                <a:path w="19253" h="19274" fill="none" extrusionOk="0">
                  <a:moveTo>
                    <a:pt x="61" y="10950"/>
                  </a:moveTo>
                  <a:lnTo>
                    <a:pt x="61" y="10950"/>
                  </a:lnTo>
                  <a:lnTo>
                    <a:pt x="121" y="11351"/>
                  </a:lnTo>
                  <a:lnTo>
                    <a:pt x="201" y="11773"/>
                  </a:lnTo>
                  <a:lnTo>
                    <a:pt x="301" y="12174"/>
                  </a:lnTo>
                  <a:lnTo>
                    <a:pt x="422" y="12575"/>
                  </a:lnTo>
                  <a:lnTo>
                    <a:pt x="562" y="12996"/>
                  </a:lnTo>
                  <a:lnTo>
                    <a:pt x="722" y="13397"/>
                  </a:lnTo>
                  <a:lnTo>
                    <a:pt x="903" y="13778"/>
                  </a:lnTo>
                  <a:lnTo>
                    <a:pt x="1103" y="14179"/>
                  </a:lnTo>
                  <a:lnTo>
                    <a:pt x="1324" y="14560"/>
                  </a:lnTo>
                  <a:lnTo>
                    <a:pt x="1565" y="14941"/>
                  </a:lnTo>
                  <a:lnTo>
                    <a:pt x="1825" y="15302"/>
                  </a:lnTo>
                  <a:lnTo>
                    <a:pt x="2106" y="15643"/>
                  </a:lnTo>
                  <a:lnTo>
                    <a:pt x="2387" y="16004"/>
                  </a:lnTo>
                  <a:lnTo>
                    <a:pt x="2708" y="16325"/>
                  </a:lnTo>
                  <a:lnTo>
                    <a:pt x="3029" y="16646"/>
                  </a:lnTo>
                  <a:lnTo>
                    <a:pt x="3390" y="16947"/>
                  </a:lnTo>
                  <a:lnTo>
                    <a:pt x="3751" y="17248"/>
                  </a:lnTo>
                  <a:lnTo>
                    <a:pt x="4132" y="17528"/>
                  </a:lnTo>
                  <a:lnTo>
                    <a:pt x="4513" y="17789"/>
                  </a:lnTo>
                  <a:lnTo>
                    <a:pt x="4934" y="18030"/>
                  </a:lnTo>
                  <a:lnTo>
                    <a:pt x="5355" y="18250"/>
                  </a:lnTo>
                  <a:lnTo>
                    <a:pt x="5796" y="18451"/>
                  </a:lnTo>
                  <a:lnTo>
                    <a:pt x="6237" y="18631"/>
                  </a:lnTo>
                  <a:lnTo>
                    <a:pt x="6719" y="18792"/>
                  </a:lnTo>
                  <a:lnTo>
                    <a:pt x="7180" y="18952"/>
                  </a:lnTo>
                  <a:lnTo>
                    <a:pt x="7681" y="19052"/>
                  </a:lnTo>
                  <a:lnTo>
                    <a:pt x="8183" y="19153"/>
                  </a:lnTo>
                  <a:lnTo>
                    <a:pt x="8704" y="19213"/>
                  </a:lnTo>
                  <a:lnTo>
                    <a:pt x="9246" y="19273"/>
                  </a:lnTo>
                  <a:lnTo>
                    <a:pt x="9787" y="19273"/>
                  </a:lnTo>
                  <a:lnTo>
                    <a:pt x="10329" y="19273"/>
                  </a:lnTo>
                  <a:lnTo>
                    <a:pt x="10910" y="19233"/>
                  </a:lnTo>
                  <a:lnTo>
                    <a:pt x="10910" y="19233"/>
                  </a:lnTo>
                  <a:lnTo>
                    <a:pt x="11231" y="19193"/>
                  </a:lnTo>
                  <a:lnTo>
                    <a:pt x="11572" y="19133"/>
                  </a:lnTo>
                  <a:lnTo>
                    <a:pt x="11893" y="19072"/>
                  </a:lnTo>
                  <a:lnTo>
                    <a:pt x="12234" y="19012"/>
                  </a:lnTo>
                  <a:lnTo>
                    <a:pt x="12555" y="18912"/>
                  </a:lnTo>
                  <a:lnTo>
                    <a:pt x="12855" y="18812"/>
                  </a:lnTo>
                  <a:lnTo>
                    <a:pt x="13176" y="18711"/>
                  </a:lnTo>
                  <a:lnTo>
                    <a:pt x="13477" y="18571"/>
                  </a:lnTo>
                  <a:lnTo>
                    <a:pt x="13778" y="18451"/>
                  </a:lnTo>
                  <a:lnTo>
                    <a:pt x="14059" y="18290"/>
                  </a:lnTo>
                  <a:lnTo>
                    <a:pt x="14360" y="18150"/>
                  </a:lnTo>
                  <a:lnTo>
                    <a:pt x="14640" y="17969"/>
                  </a:lnTo>
                  <a:lnTo>
                    <a:pt x="15182" y="17608"/>
                  </a:lnTo>
                  <a:lnTo>
                    <a:pt x="15703" y="17207"/>
                  </a:lnTo>
                  <a:lnTo>
                    <a:pt x="16184" y="16766"/>
                  </a:lnTo>
                  <a:lnTo>
                    <a:pt x="16646" y="16305"/>
                  </a:lnTo>
                  <a:lnTo>
                    <a:pt x="17067" y="15784"/>
                  </a:lnTo>
                  <a:lnTo>
                    <a:pt x="17468" y="15262"/>
                  </a:lnTo>
                  <a:lnTo>
                    <a:pt x="17829" y="14701"/>
                  </a:lnTo>
                  <a:lnTo>
                    <a:pt x="18150" y="14119"/>
                  </a:lnTo>
                  <a:lnTo>
                    <a:pt x="18431" y="13497"/>
                  </a:lnTo>
                  <a:lnTo>
                    <a:pt x="18671" y="12876"/>
                  </a:lnTo>
                  <a:lnTo>
                    <a:pt x="18671" y="12876"/>
                  </a:lnTo>
                  <a:lnTo>
                    <a:pt x="18872" y="12314"/>
                  </a:lnTo>
                  <a:lnTo>
                    <a:pt x="19012" y="11733"/>
                  </a:lnTo>
                  <a:lnTo>
                    <a:pt x="19132" y="11171"/>
                  </a:lnTo>
                  <a:lnTo>
                    <a:pt x="19213" y="10609"/>
                  </a:lnTo>
                  <a:lnTo>
                    <a:pt x="19253" y="10048"/>
                  </a:lnTo>
                  <a:lnTo>
                    <a:pt x="19253" y="9486"/>
                  </a:lnTo>
                  <a:lnTo>
                    <a:pt x="19233" y="8945"/>
                  </a:lnTo>
                  <a:lnTo>
                    <a:pt x="19193" y="8403"/>
                  </a:lnTo>
                  <a:lnTo>
                    <a:pt x="19092" y="7862"/>
                  </a:lnTo>
                  <a:lnTo>
                    <a:pt x="18992" y="7341"/>
                  </a:lnTo>
                  <a:lnTo>
                    <a:pt x="18832" y="6819"/>
                  </a:lnTo>
                  <a:lnTo>
                    <a:pt x="18671" y="6298"/>
                  </a:lnTo>
                  <a:lnTo>
                    <a:pt x="18471" y="5816"/>
                  </a:lnTo>
                  <a:lnTo>
                    <a:pt x="18230" y="5315"/>
                  </a:lnTo>
                  <a:lnTo>
                    <a:pt x="17969" y="4854"/>
                  </a:lnTo>
                  <a:lnTo>
                    <a:pt x="17689" y="4393"/>
                  </a:lnTo>
                  <a:lnTo>
                    <a:pt x="17388" y="3951"/>
                  </a:lnTo>
                  <a:lnTo>
                    <a:pt x="17067" y="3530"/>
                  </a:lnTo>
                  <a:lnTo>
                    <a:pt x="16706" y="3129"/>
                  </a:lnTo>
                  <a:lnTo>
                    <a:pt x="16325" y="2748"/>
                  </a:lnTo>
                  <a:lnTo>
                    <a:pt x="15944" y="2387"/>
                  </a:lnTo>
                  <a:lnTo>
                    <a:pt x="15523" y="2046"/>
                  </a:lnTo>
                  <a:lnTo>
                    <a:pt x="15081" y="1725"/>
                  </a:lnTo>
                  <a:lnTo>
                    <a:pt x="14620" y="1424"/>
                  </a:lnTo>
                  <a:lnTo>
                    <a:pt x="14139" y="1144"/>
                  </a:lnTo>
                  <a:lnTo>
                    <a:pt x="13638" y="903"/>
                  </a:lnTo>
                  <a:lnTo>
                    <a:pt x="13136" y="682"/>
                  </a:lnTo>
                  <a:lnTo>
                    <a:pt x="12595" y="502"/>
                  </a:lnTo>
                  <a:lnTo>
                    <a:pt x="12053" y="321"/>
                  </a:lnTo>
                  <a:lnTo>
                    <a:pt x="11492" y="201"/>
                  </a:lnTo>
                  <a:lnTo>
                    <a:pt x="10930" y="101"/>
                  </a:lnTo>
                  <a:lnTo>
                    <a:pt x="10349" y="21"/>
                  </a:lnTo>
                  <a:lnTo>
                    <a:pt x="10349" y="21"/>
                  </a:lnTo>
                  <a:lnTo>
                    <a:pt x="9767" y="1"/>
                  </a:lnTo>
                  <a:lnTo>
                    <a:pt x="9226" y="1"/>
                  </a:lnTo>
                  <a:lnTo>
                    <a:pt x="8664" y="21"/>
                  </a:lnTo>
                  <a:lnTo>
                    <a:pt x="8123" y="101"/>
                  </a:lnTo>
                  <a:lnTo>
                    <a:pt x="7601" y="201"/>
                  </a:lnTo>
                  <a:lnTo>
                    <a:pt x="7080" y="321"/>
                  </a:lnTo>
                  <a:lnTo>
                    <a:pt x="6578" y="482"/>
                  </a:lnTo>
                  <a:lnTo>
                    <a:pt x="6077" y="662"/>
                  </a:lnTo>
                  <a:lnTo>
                    <a:pt x="5616" y="883"/>
                  </a:lnTo>
                  <a:lnTo>
                    <a:pt x="5134" y="1124"/>
                  </a:lnTo>
                  <a:lnTo>
                    <a:pt x="4693" y="1384"/>
                  </a:lnTo>
                  <a:lnTo>
                    <a:pt x="4252" y="1665"/>
                  </a:lnTo>
                  <a:lnTo>
                    <a:pt x="3831" y="1986"/>
                  </a:lnTo>
                  <a:lnTo>
                    <a:pt x="3430" y="2307"/>
                  </a:lnTo>
                  <a:lnTo>
                    <a:pt x="3049" y="2668"/>
                  </a:lnTo>
                  <a:lnTo>
                    <a:pt x="2688" y="3049"/>
                  </a:lnTo>
                  <a:lnTo>
                    <a:pt x="2347" y="3430"/>
                  </a:lnTo>
                  <a:lnTo>
                    <a:pt x="2026" y="3851"/>
                  </a:lnTo>
                  <a:lnTo>
                    <a:pt x="1725" y="4272"/>
                  </a:lnTo>
                  <a:lnTo>
                    <a:pt x="1444" y="4713"/>
                  </a:lnTo>
                  <a:lnTo>
                    <a:pt x="1184" y="5175"/>
                  </a:lnTo>
                  <a:lnTo>
                    <a:pt x="943" y="5656"/>
                  </a:lnTo>
                  <a:lnTo>
                    <a:pt x="743" y="6137"/>
                  </a:lnTo>
                  <a:lnTo>
                    <a:pt x="542" y="6639"/>
                  </a:lnTo>
                  <a:lnTo>
                    <a:pt x="382" y="7140"/>
                  </a:lnTo>
                  <a:lnTo>
                    <a:pt x="261" y="7661"/>
                  </a:lnTo>
                  <a:lnTo>
                    <a:pt x="161" y="8203"/>
                  </a:lnTo>
                  <a:lnTo>
                    <a:pt x="81" y="8724"/>
                  </a:lnTo>
                  <a:lnTo>
                    <a:pt x="21" y="9286"/>
                  </a:lnTo>
                  <a:lnTo>
                    <a:pt x="0" y="9827"/>
                  </a:lnTo>
                  <a:lnTo>
                    <a:pt x="21" y="10389"/>
                  </a:lnTo>
                  <a:lnTo>
                    <a:pt x="61" y="1095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22"/>
            <p:cNvSpPr/>
            <p:nvPr/>
          </p:nvSpPr>
          <p:spPr>
            <a:xfrm>
              <a:off x="11491450" y="4562675"/>
              <a:ext cx="319400" cy="320400"/>
            </a:xfrm>
            <a:custGeom>
              <a:avLst/>
              <a:gdLst/>
              <a:ahLst/>
              <a:cxnLst/>
              <a:rect l="l" t="t" r="r" b="b"/>
              <a:pathLst>
                <a:path w="12776" h="12816" extrusionOk="0">
                  <a:moveTo>
                    <a:pt x="6418" y="0"/>
                  </a:moveTo>
                  <a:lnTo>
                    <a:pt x="5977" y="20"/>
                  </a:lnTo>
                  <a:lnTo>
                    <a:pt x="5555" y="61"/>
                  </a:lnTo>
                  <a:lnTo>
                    <a:pt x="5154" y="121"/>
                  </a:lnTo>
                  <a:lnTo>
                    <a:pt x="4753" y="221"/>
                  </a:lnTo>
                  <a:lnTo>
                    <a:pt x="4352" y="341"/>
                  </a:lnTo>
                  <a:lnTo>
                    <a:pt x="3971" y="482"/>
                  </a:lnTo>
                  <a:lnTo>
                    <a:pt x="3610" y="642"/>
                  </a:lnTo>
                  <a:lnTo>
                    <a:pt x="3249" y="843"/>
                  </a:lnTo>
                  <a:lnTo>
                    <a:pt x="2908" y="1063"/>
                  </a:lnTo>
                  <a:lnTo>
                    <a:pt x="2567" y="1304"/>
                  </a:lnTo>
                  <a:lnTo>
                    <a:pt x="2266" y="1565"/>
                  </a:lnTo>
                  <a:lnTo>
                    <a:pt x="1966" y="1845"/>
                  </a:lnTo>
                  <a:lnTo>
                    <a:pt x="1685" y="2126"/>
                  </a:lnTo>
                  <a:lnTo>
                    <a:pt x="1424" y="2447"/>
                  </a:lnTo>
                  <a:lnTo>
                    <a:pt x="1184" y="2768"/>
                  </a:lnTo>
                  <a:lnTo>
                    <a:pt x="1023" y="3009"/>
                  </a:lnTo>
                  <a:lnTo>
                    <a:pt x="883" y="3269"/>
                  </a:lnTo>
                  <a:lnTo>
                    <a:pt x="742" y="3510"/>
                  </a:lnTo>
                  <a:lnTo>
                    <a:pt x="622" y="3771"/>
                  </a:lnTo>
                  <a:lnTo>
                    <a:pt x="502" y="4051"/>
                  </a:lnTo>
                  <a:lnTo>
                    <a:pt x="381" y="4312"/>
                  </a:lnTo>
                  <a:lnTo>
                    <a:pt x="301" y="4593"/>
                  </a:lnTo>
                  <a:lnTo>
                    <a:pt x="221" y="4874"/>
                  </a:lnTo>
                  <a:lnTo>
                    <a:pt x="141" y="5174"/>
                  </a:lnTo>
                  <a:lnTo>
                    <a:pt x="101" y="5455"/>
                  </a:lnTo>
                  <a:lnTo>
                    <a:pt x="40" y="5756"/>
                  </a:lnTo>
                  <a:lnTo>
                    <a:pt x="20" y="6057"/>
                  </a:lnTo>
                  <a:lnTo>
                    <a:pt x="0" y="6358"/>
                  </a:lnTo>
                  <a:lnTo>
                    <a:pt x="0" y="6658"/>
                  </a:lnTo>
                  <a:lnTo>
                    <a:pt x="20" y="6959"/>
                  </a:lnTo>
                  <a:lnTo>
                    <a:pt x="40" y="7280"/>
                  </a:lnTo>
                  <a:lnTo>
                    <a:pt x="101" y="7661"/>
                  </a:lnTo>
                  <a:lnTo>
                    <a:pt x="181" y="8042"/>
                  </a:lnTo>
                  <a:lnTo>
                    <a:pt x="281" y="8423"/>
                  </a:lnTo>
                  <a:lnTo>
                    <a:pt x="421" y="8804"/>
                  </a:lnTo>
                  <a:lnTo>
                    <a:pt x="602" y="9165"/>
                  </a:lnTo>
                  <a:lnTo>
                    <a:pt x="782" y="9526"/>
                  </a:lnTo>
                  <a:lnTo>
                    <a:pt x="1003" y="9887"/>
                  </a:lnTo>
                  <a:lnTo>
                    <a:pt x="1244" y="10228"/>
                  </a:lnTo>
                  <a:lnTo>
                    <a:pt x="1524" y="10549"/>
                  </a:lnTo>
                  <a:lnTo>
                    <a:pt x="1805" y="10870"/>
                  </a:lnTo>
                  <a:lnTo>
                    <a:pt x="2126" y="11171"/>
                  </a:lnTo>
                  <a:lnTo>
                    <a:pt x="2447" y="11431"/>
                  </a:lnTo>
                  <a:lnTo>
                    <a:pt x="2808" y="11692"/>
                  </a:lnTo>
                  <a:lnTo>
                    <a:pt x="3189" y="11933"/>
                  </a:lnTo>
                  <a:lnTo>
                    <a:pt x="3590" y="12133"/>
                  </a:lnTo>
                  <a:lnTo>
                    <a:pt x="3991" y="12334"/>
                  </a:lnTo>
                  <a:lnTo>
                    <a:pt x="4352" y="12454"/>
                  </a:lnTo>
                  <a:lnTo>
                    <a:pt x="4733" y="12575"/>
                  </a:lnTo>
                  <a:lnTo>
                    <a:pt x="5114" y="12675"/>
                  </a:lnTo>
                  <a:lnTo>
                    <a:pt x="5515" y="12735"/>
                  </a:lnTo>
                  <a:lnTo>
                    <a:pt x="5936" y="12775"/>
                  </a:lnTo>
                  <a:lnTo>
                    <a:pt x="6358" y="12815"/>
                  </a:lnTo>
                  <a:lnTo>
                    <a:pt x="6779" y="12795"/>
                  </a:lnTo>
                  <a:lnTo>
                    <a:pt x="7220" y="12775"/>
                  </a:lnTo>
                  <a:lnTo>
                    <a:pt x="7681" y="12715"/>
                  </a:lnTo>
                  <a:lnTo>
                    <a:pt x="8102" y="12615"/>
                  </a:lnTo>
                  <a:lnTo>
                    <a:pt x="8523" y="12494"/>
                  </a:lnTo>
                  <a:lnTo>
                    <a:pt x="8945" y="12334"/>
                  </a:lnTo>
                  <a:lnTo>
                    <a:pt x="9326" y="12153"/>
                  </a:lnTo>
                  <a:lnTo>
                    <a:pt x="9707" y="11933"/>
                  </a:lnTo>
                  <a:lnTo>
                    <a:pt x="10068" y="11692"/>
                  </a:lnTo>
                  <a:lnTo>
                    <a:pt x="10409" y="11431"/>
                  </a:lnTo>
                  <a:lnTo>
                    <a:pt x="10729" y="11131"/>
                  </a:lnTo>
                  <a:lnTo>
                    <a:pt x="11030" y="10830"/>
                  </a:lnTo>
                  <a:lnTo>
                    <a:pt x="11311" y="10489"/>
                  </a:lnTo>
                  <a:lnTo>
                    <a:pt x="11592" y="10128"/>
                  </a:lnTo>
                  <a:lnTo>
                    <a:pt x="11812" y="9767"/>
                  </a:lnTo>
                  <a:lnTo>
                    <a:pt x="12033" y="9366"/>
                  </a:lnTo>
                  <a:lnTo>
                    <a:pt x="12234" y="8965"/>
                  </a:lnTo>
                  <a:lnTo>
                    <a:pt x="12394" y="8564"/>
                  </a:lnTo>
                  <a:lnTo>
                    <a:pt x="12514" y="8183"/>
                  </a:lnTo>
                  <a:lnTo>
                    <a:pt x="12615" y="7802"/>
                  </a:lnTo>
                  <a:lnTo>
                    <a:pt x="12695" y="7421"/>
                  </a:lnTo>
                  <a:lnTo>
                    <a:pt x="12735" y="7060"/>
                  </a:lnTo>
                  <a:lnTo>
                    <a:pt x="12775" y="6679"/>
                  </a:lnTo>
                  <a:lnTo>
                    <a:pt x="12775" y="6318"/>
                  </a:lnTo>
                  <a:lnTo>
                    <a:pt x="12755" y="5957"/>
                  </a:lnTo>
                  <a:lnTo>
                    <a:pt x="12715" y="5576"/>
                  </a:lnTo>
                  <a:lnTo>
                    <a:pt x="12675" y="5235"/>
                  </a:lnTo>
                  <a:lnTo>
                    <a:pt x="12595" y="4874"/>
                  </a:lnTo>
                  <a:lnTo>
                    <a:pt x="12494" y="4533"/>
                  </a:lnTo>
                  <a:lnTo>
                    <a:pt x="12374" y="4192"/>
                  </a:lnTo>
                  <a:lnTo>
                    <a:pt x="12254" y="3871"/>
                  </a:lnTo>
                  <a:lnTo>
                    <a:pt x="12093" y="3550"/>
                  </a:lnTo>
                  <a:lnTo>
                    <a:pt x="11933" y="3229"/>
                  </a:lnTo>
                  <a:lnTo>
                    <a:pt x="11732" y="2928"/>
                  </a:lnTo>
                  <a:lnTo>
                    <a:pt x="11532" y="2648"/>
                  </a:lnTo>
                  <a:lnTo>
                    <a:pt x="11311" y="2367"/>
                  </a:lnTo>
                  <a:lnTo>
                    <a:pt x="11090" y="2086"/>
                  </a:lnTo>
                  <a:lnTo>
                    <a:pt x="10830" y="1825"/>
                  </a:lnTo>
                  <a:lnTo>
                    <a:pt x="10569" y="1585"/>
                  </a:lnTo>
                  <a:lnTo>
                    <a:pt x="10288" y="1364"/>
                  </a:lnTo>
                  <a:lnTo>
                    <a:pt x="10008" y="1143"/>
                  </a:lnTo>
                  <a:lnTo>
                    <a:pt x="9687" y="963"/>
                  </a:lnTo>
                  <a:lnTo>
                    <a:pt x="9386" y="783"/>
                  </a:lnTo>
                  <a:lnTo>
                    <a:pt x="9045" y="622"/>
                  </a:lnTo>
                  <a:lnTo>
                    <a:pt x="8704" y="462"/>
                  </a:lnTo>
                  <a:lnTo>
                    <a:pt x="8363" y="341"/>
                  </a:lnTo>
                  <a:lnTo>
                    <a:pt x="8002" y="241"/>
                  </a:lnTo>
                  <a:lnTo>
                    <a:pt x="7621" y="141"/>
                  </a:lnTo>
                  <a:lnTo>
                    <a:pt x="7240" y="81"/>
                  </a:lnTo>
                  <a:lnTo>
                    <a:pt x="6859" y="20"/>
                  </a:lnTo>
                  <a:lnTo>
                    <a:pt x="641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22"/>
            <p:cNvSpPr/>
            <p:nvPr/>
          </p:nvSpPr>
          <p:spPr>
            <a:xfrm>
              <a:off x="11491450" y="4562675"/>
              <a:ext cx="319400" cy="320400"/>
            </a:xfrm>
            <a:custGeom>
              <a:avLst/>
              <a:gdLst/>
              <a:ahLst/>
              <a:cxnLst/>
              <a:rect l="l" t="t" r="r" b="b"/>
              <a:pathLst>
                <a:path w="12776" h="12816" fill="none" extrusionOk="0">
                  <a:moveTo>
                    <a:pt x="12394" y="8564"/>
                  </a:moveTo>
                  <a:lnTo>
                    <a:pt x="12394" y="8564"/>
                  </a:lnTo>
                  <a:lnTo>
                    <a:pt x="12234" y="8965"/>
                  </a:lnTo>
                  <a:lnTo>
                    <a:pt x="12033" y="9366"/>
                  </a:lnTo>
                  <a:lnTo>
                    <a:pt x="11812" y="9767"/>
                  </a:lnTo>
                  <a:lnTo>
                    <a:pt x="11592" y="10128"/>
                  </a:lnTo>
                  <a:lnTo>
                    <a:pt x="11311" y="10489"/>
                  </a:lnTo>
                  <a:lnTo>
                    <a:pt x="11030" y="10830"/>
                  </a:lnTo>
                  <a:lnTo>
                    <a:pt x="10729" y="11131"/>
                  </a:lnTo>
                  <a:lnTo>
                    <a:pt x="10409" y="11431"/>
                  </a:lnTo>
                  <a:lnTo>
                    <a:pt x="10068" y="11692"/>
                  </a:lnTo>
                  <a:lnTo>
                    <a:pt x="9707" y="11933"/>
                  </a:lnTo>
                  <a:lnTo>
                    <a:pt x="9326" y="12153"/>
                  </a:lnTo>
                  <a:lnTo>
                    <a:pt x="8945" y="12334"/>
                  </a:lnTo>
                  <a:lnTo>
                    <a:pt x="8523" y="12494"/>
                  </a:lnTo>
                  <a:lnTo>
                    <a:pt x="8102" y="12615"/>
                  </a:lnTo>
                  <a:lnTo>
                    <a:pt x="7681" y="12715"/>
                  </a:lnTo>
                  <a:lnTo>
                    <a:pt x="7220" y="12775"/>
                  </a:lnTo>
                  <a:lnTo>
                    <a:pt x="7220" y="12775"/>
                  </a:lnTo>
                  <a:lnTo>
                    <a:pt x="6779" y="12795"/>
                  </a:lnTo>
                  <a:lnTo>
                    <a:pt x="6358" y="12815"/>
                  </a:lnTo>
                  <a:lnTo>
                    <a:pt x="5936" y="12775"/>
                  </a:lnTo>
                  <a:lnTo>
                    <a:pt x="5515" y="12735"/>
                  </a:lnTo>
                  <a:lnTo>
                    <a:pt x="5114" y="12675"/>
                  </a:lnTo>
                  <a:lnTo>
                    <a:pt x="4733" y="12575"/>
                  </a:lnTo>
                  <a:lnTo>
                    <a:pt x="4352" y="12454"/>
                  </a:lnTo>
                  <a:lnTo>
                    <a:pt x="3991" y="12334"/>
                  </a:lnTo>
                  <a:lnTo>
                    <a:pt x="3991" y="12334"/>
                  </a:lnTo>
                  <a:lnTo>
                    <a:pt x="3590" y="12133"/>
                  </a:lnTo>
                  <a:lnTo>
                    <a:pt x="3189" y="11933"/>
                  </a:lnTo>
                  <a:lnTo>
                    <a:pt x="2808" y="11692"/>
                  </a:lnTo>
                  <a:lnTo>
                    <a:pt x="2447" y="11431"/>
                  </a:lnTo>
                  <a:lnTo>
                    <a:pt x="2126" y="11171"/>
                  </a:lnTo>
                  <a:lnTo>
                    <a:pt x="1805" y="10870"/>
                  </a:lnTo>
                  <a:lnTo>
                    <a:pt x="1524" y="10549"/>
                  </a:lnTo>
                  <a:lnTo>
                    <a:pt x="1244" y="10228"/>
                  </a:lnTo>
                  <a:lnTo>
                    <a:pt x="1003" y="9887"/>
                  </a:lnTo>
                  <a:lnTo>
                    <a:pt x="782" y="9526"/>
                  </a:lnTo>
                  <a:lnTo>
                    <a:pt x="602" y="9165"/>
                  </a:lnTo>
                  <a:lnTo>
                    <a:pt x="421" y="8804"/>
                  </a:lnTo>
                  <a:lnTo>
                    <a:pt x="281" y="8423"/>
                  </a:lnTo>
                  <a:lnTo>
                    <a:pt x="181" y="8042"/>
                  </a:lnTo>
                  <a:lnTo>
                    <a:pt x="101" y="7661"/>
                  </a:lnTo>
                  <a:lnTo>
                    <a:pt x="40" y="7280"/>
                  </a:lnTo>
                  <a:lnTo>
                    <a:pt x="40" y="7280"/>
                  </a:lnTo>
                  <a:lnTo>
                    <a:pt x="20" y="6959"/>
                  </a:lnTo>
                  <a:lnTo>
                    <a:pt x="0" y="6658"/>
                  </a:lnTo>
                  <a:lnTo>
                    <a:pt x="0" y="6358"/>
                  </a:lnTo>
                  <a:lnTo>
                    <a:pt x="20" y="6057"/>
                  </a:lnTo>
                  <a:lnTo>
                    <a:pt x="40" y="5756"/>
                  </a:lnTo>
                  <a:lnTo>
                    <a:pt x="101" y="5455"/>
                  </a:lnTo>
                  <a:lnTo>
                    <a:pt x="141" y="5174"/>
                  </a:lnTo>
                  <a:lnTo>
                    <a:pt x="221" y="4874"/>
                  </a:lnTo>
                  <a:lnTo>
                    <a:pt x="301" y="4593"/>
                  </a:lnTo>
                  <a:lnTo>
                    <a:pt x="381" y="4312"/>
                  </a:lnTo>
                  <a:lnTo>
                    <a:pt x="502" y="4051"/>
                  </a:lnTo>
                  <a:lnTo>
                    <a:pt x="622" y="3771"/>
                  </a:lnTo>
                  <a:lnTo>
                    <a:pt x="742" y="3510"/>
                  </a:lnTo>
                  <a:lnTo>
                    <a:pt x="883" y="3269"/>
                  </a:lnTo>
                  <a:lnTo>
                    <a:pt x="1023" y="3009"/>
                  </a:lnTo>
                  <a:lnTo>
                    <a:pt x="1184" y="2768"/>
                  </a:lnTo>
                  <a:lnTo>
                    <a:pt x="1184" y="2768"/>
                  </a:lnTo>
                  <a:lnTo>
                    <a:pt x="1424" y="2447"/>
                  </a:lnTo>
                  <a:lnTo>
                    <a:pt x="1685" y="2126"/>
                  </a:lnTo>
                  <a:lnTo>
                    <a:pt x="1966" y="1845"/>
                  </a:lnTo>
                  <a:lnTo>
                    <a:pt x="2266" y="1565"/>
                  </a:lnTo>
                  <a:lnTo>
                    <a:pt x="2567" y="1304"/>
                  </a:lnTo>
                  <a:lnTo>
                    <a:pt x="2908" y="1063"/>
                  </a:lnTo>
                  <a:lnTo>
                    <a:pt x="3249" y="843"/>
                  </a:lnTo>
                  <a:lnTo>
                    <a:pt x="3610" y="642"/>
                  </a:lnTo>
                  <a:lnTo>
                    <a:pt x="3971" y="482"/>
                  </a:lnTo>
                  <a:lnTo>
                    <a:pt x="4352" y="341"/>
                  </a:lnTo>
                  <a:lnTo>
                    <a:pt x="4753" y="221"/>
                  </a:lnTo>
                  <a:lnTo>
                    <a:pt x="5154" y="121"/>
                  </a:lnTo>
                  <a:lnTo>
                    <a:pt x="5555" y="61"/>
                  </a:lnTo>
                  <a:lnTo>
                    <a:pt x="5977" y="20"/>
                  </a:lnTo>
                  <a:lnTo>
                    <a:pt x="6418" y="0"/>
                  </a:lnTo>
                  <a:lnTo>
                    <a:pt x="6859" y="20"/>
                  </a:lnTo>
                  <a:lnTo>
                    <a:pt x="6859" y="20"/>
                  </a:lnTo>
                  <a:lnTo>
                    <a:pt x="7240" y="81"/>
                  </a:lnTo>
                  <a:lnTo>
                    <a:pt x="7621" y="141"/>
                  </a:lnTo>
                  <a:lnTo>
                    <a:pt x="8002" y="241"/>
                  </a:lnTo>
                  <a:lnTo>
                    <a:pt x="8363" y="341"/>
                  </a:lnTo>
                  <a:lnTo>
                    <a:pt x="8704" y="462"/>
                  </a:lnTo>
                  <a:lnTo>
                    <a:pt x="9045" y="622"/>
                  </a:lnTo>
                  <a:lnTo>
                    <a:pt x="9386" y="783"/>
                  </a:lnTo>
                  <a:lnTo>
                    <a:pt x="9687" y="963"/>
                  </a:lnTo>
                  <a:lnTo>
                    <a:pt x="10008" y="1143"/>
                  </a:lnTo>
                  <a:lnTo>
                    <a:pt x="10288" y="1364"/>
                  </a:lnTo>
                  <a:lnTo>
                    <a:pt x="10569" y="1585"/>
                  </a:lnTo>
                  <a:lnTo>
                    <a:pt x="10830" y="1825"/>
                  </a:lnTo>
                  <a:lnTo>
                    <a:pt x="11090" y="2086"/>
                  </a:lnTo>
                  <a:lnTo>
                    <a:pt x="11311" y="2367"/>
                  </a:lnTo>
                  <a:lnTo>
                    <a:pt x="11532" y="2648"/>
                  </a:lnTo>
                  <a:lnTo>
                    <a:pt x="11732" y="2928"/>
                  </a:lnTo>
                  <a:lnTo>
                    <a:pt x="11933" y="3229"/>
                  </a:lnTo>
                  <a:lnTo>
                    <a:pt x="12093" y="3550"/>
                  </a:lnTo>
                  <a:lnTo>
                    <a:pt x="12254" y="3871"/>
                  </a:lnTo>
                  <a:lnTo>
                    <a:pt x="12374" y="4192"/>
                  </a:lnTo>
                  <a:lnTo>
                    <a:pt x="12494" y="4533"/>
                  </a:lnTo>
                  <a:lnTo>
                    <a:pt x="12595" y="4874"/>
                  </a:lnTo>
                  <a:lnTo>
                    <a:pt x="12675" y="5235"/>
                  </a:lnTo>
                  <a:lnTo>
                    <a:pt x="12715" y="5576"/>
                  </a:lnTo>
                  <a:lnTo>
                    <a:pt x="12755" y="5957"/>
                  </a:lnTo>
                  <a:lnTo>
                    <a:pt x="12775" y="6318"/>
                  </a:lnTo>
                  <a:lnTo>
                    <a:pt x="12775" y="6679"/>
                  </a:lnTo>
                  <a:lnTo>
                    <a:pt x="12735" y="7060"/>
                  </a:lnTo>
                  <a:lnTo>
                    <a:pt x="12695" y="7421"/>
                  </a:lnTo>
                  <a:lnTo>
                    <a:pt x="12615" y="7802"/>
                  </a:lnTo>
                  <a:lnTo>
                    <a:pt x="12514" y="8183"/>
                  </a:lnTo>
                  <a:lnTo>
                    <a:pt x="12394" y="85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22"/>
            <p:cNvSpPr/>
            <p:nvPr/>
          </p:nvSpPr>
          <p:spPr>
            <a:xfrm>
              <a:off x="11521025" y="4562675"/>
              <a:ext cx="289825" cy="320400"/>
            </a:xfrm>
            <a:custGeom>
              <a:avLst/>
              <a:gdLst/>
              <a:ahLst/>
              <a:cxnLst/>
              <a:rect l="l" t="t" r="r" b="b"/>
              <a:pathLst>
                <a:path w="11593" h="12816" extrusionOk="0">
                  <a:moveTo>
                    <a:pt x="5134" y="0"/>
                  </a:moveTo>
                  <a:lnTo>
                    <a:pt x="4733" y="20"/>
                  </a:lnTo>
                  <a:lnTo>
                    <a:pt x="4332" y="61"/>
                  </a:lnTo>
                  <a:lnTo>
                    <a:pt x="3951" y="121"/>
                  </a:lnTo>
                  <a:lnTo>
                    <a:pt x="3590" y="201"/>
                  </a:lnTo>
                  <a:lnTo>
                    <a:pt x="3229" y="321"/>
                  </a:lnTo>
                  <a:lnTo>
                    <a:pt x="2868" y="442"/>
                  </a:lnTo>
                  <a:lnTo>
                    <a:pt x="2527" y="602"/>
                  </a:lnTo>
                  <a:lnTo>
                    <a:pt x="2186" y="762"/>
                  </a:lnTo>
                  <a:lnTo>
                    <a:pt x="1866" y="963"/>
                  </a:lnTo>
                  <a:lnTo>
                    <a:pt x="1565" y="1164"/>
                  </a:lnTo>
                  <a:lnTo>
                    <a:pt x="1264" y="1404"/>
                  </a:lnTo>
                  <a:lnTo>
                    <a:pt x="983" y="1645"/>
                  </a:lnTo>
                  <a:lnTo>
                    <a:pt x="722" y="1906"/>
                  </a:lnTo>
                  <a:lnTo>
                    <a:pt x="462" y="2186"/>
                  </a:lnTo>
                  <a:lnTo>
                    <a:pt x="221" y="2467"/>
                  </a:lnTo>
                  <a:lnTo>
                    <a:pt x="1" y="2768"/>
                  </a:lnTo>
                  <a:lnTo>
                    <a:pt x="1" y="2768"/>
                  </a:lnTo>
                  <a:lnTo>
                    <a:pt x="382" y="2487"/>
                  </a:lnTo>
                  <a:lnTo>
                    <a:pt x="783" y="2246"/>
                  </a:lnTo>
                  <a:lnTo>
                    <a:pt x="1204" y="2026"/>
                  </a:lnTo>
                  <a:lnTo>
                    <a:pt x="1645" y="1845"/>
                  </a:lnTo>
                  <a:lnTo>
                    <a:pt x="2086" y="1705"/>
                  </a:lnTo>
                  <a:lnTo>
                    <a:pt x="2527" y="1605"/>
                  </a:lnTo>
                  <a:lnTo>
                    <a:pt x="2989" y="1545"/>
                  </a:lnTo>
                  <a:lnTo>
                    <a:pt x="3450" y="1525"/>
                  </a:lnTo>
                  <a:lnTo>
                    <a:pt x="3811" y="1545"/>
                  </a:lnTo>
                  <a:lnTo>
                    <a:pt x="4172" y="1585"/>
                  </a:lnTo>
                  <a:lnTo>
                    <a:pt x="4533" y="1645"/>
                  </a:lnTo>
                  <a:lnTo>
                    <a:pt x="4894" y="1745"/>
                  </a:lnTo>
                  <a:lnTo>
                    <a:pt x="5295" y="1865"/>
                  </a:lnTo>
                  <a:lnTo>
                    <a:pt x="5656" y="2046"/>
                  </a:lnTo>
                  <a:lnTo>
                    <a:pt x="6017" y="2246"/>
                  </a:lnTo>
                  <a:lnTo>
                    <a:pt x="6338" y="2467"/>
                  </a:lnTo>
                  <a:lnTo>
                    <a:pt x="6659" y="2708"/>
                  </a:lnTo>
                  <a:lnTo>
                    <a:pt x="6959" y="2989"/>
                  </a:lnTo>
                  <a:lnTo>
                    <a:pt x="7240" y="3289"/>
                  </a:lnTo>
                  <a:lnTo>
                    <a:pt x="7501" y="3610"/>
                  </a:lnTo>
                  <a:lnTo>
                    <a:pt x="7722" y="3931"/>
                  </a:lnTo>
                  <a:lnTo>
                    <a:pt x="7922" y="4292"/>
                  </a:lnTo>
                  <a:lnTo>
                    <a:pt x="8103" y="4653"/>
                  </a:lnTo>
                  <a:lnTo>
                    <a:pt x="8263" y="5034"/>
                  </a:lnTo>
                  <a:lnTo>
                    <a:pt x="8383" y="5415"/>
                  </a:lnTo>
                  <a:lnTo>
                    <a:pt x="8484" y="5796"/>
                  </a:lnTo>
                  <a:lnTo>
                    <a:pt x="8544" y="6197"/>
                  </a:lnTo>
                  <a:lnTo>
                    <a:pt x="8584" y="6618"/>
                  </a:lnTo>
                  <a:lnTo>
                    <a:pt x="8584" y="6999"/>
                  </a:lnTo>
                  <a:lnTo>
                    <a:pt x="8564" y="7380"/>
                  </a:lnTo>
                  <a:lnTo>
                    <a:pt x="8504" y="7761"/>
                  </a:lnTo>
                  <a:lnTo>
                    <a:pt x="8423" y="8122"/>
                  </a:lnTo>
                  <a:lnTo>
                    <a:pt x="8303" y="8483"/>
                  </a:lnTo>
                  <a:lnTo>
                    <a:pt x="8163" y="8844"/>
                  </a:lnTo>
                  <a:lnTo>
                    <a:pt x="8002" y="9185"/>
                  </a:lnTo>
                  <a:lnTo>
                    <a:pt x="7822" y="9526"/>
                  </a:lnTo>
                  <a:lnTo>
                    <a:pt x="7621" y="9847"/>
                  </a:lnTo>
                  <a:lnTo>
                    <a:pt x="7401" y="10148"/>
                  </a:lnTo>
                  <a:lnTo>
                    <a:pt x="7140" y="10429"/>
                  </a:lnTo>
                  <a:lnTo>
                    <a:pt x="6879" y="10710"/>
                  </a:lnTo>
                  <a:lnTo>
                    <a:pt x="6598" y="10970"/>
                  </a:lnTo>
                  <a:lnTo>
                    <a:pt x="6298" y="11211"/>
                  </a:lnTo>
                  <a:lnTo>
                    <a:pt x="5977" y="11431"/>
                  </a:lnTo>
                  <a:lnTo>
                    <a:pt x="5656" y="11612"/>
                  </a:lnTo>
                  <a:lnTo>
                    <a:pt x="5315" y="11792"/>
                  </a:lnTo>
                  <a:lnTo>
                    <a:pt x="4974" y="11933"/>
                  </a:lnTo>
                  <a:lnTo>
                    <a:pt x="4633" y="12053"/>
                  </a:lnTo>
                  <a:lnTo>
                    <a:pt x="4272" y="12153"/>
                  </a:lnTo>
                  <a:lnTo>
                    <a:pt x="3911" y="12214"/>
                  </a:lnTo>
                  <a:lnTo>
                    <a:pt x="3550" y="12274"/>
                  </a:lnTo>
                  <a:lnTo>
                    <a:pt x="3189" y="12314"/>
                  </a:lnTo>
                  <a:lnTo>
                    <a:pt x="2808" y="12334"/>
                  </a:lnTo>
                  <a:lnTo>
                    <a:pt x="3109" y="12434"/>
                  </a:lnTo>
                  <a:lnTo>
                    <a:pt x="3390" y="12534"/>
                  </a:lnTo>
                  <a:lnTo>
                    <a:pt x="3691" y="12615"/>
                  </a:lnTo>
                  <a:lnTo>
                    <a:pt x="4011" y="12675"/>
                  </a:lnTo>
                  <a:lnTo>
                    <a:pt x="4332" y="12735"/>
                  </a:lnTo>
                  <a:lnTo>
                    <a:pt x="4653" y="12775"/>
                  </a:lnTo>
                  <a:lnTo>
                    <a:pt x="4994" y="12795"/>
                  </a:lnTo>
                  <a:lnTo>
                    <a:pt x="5335" y="12815"/>
                  </a:lnTo>
                  <a:lnTo>
                    <a:pt x="5676" y="12795"/>
                  </a:lnTo>
                  <a:lnTo>
                    <a:pt x="6037" y="12775"/>
                  </a:lnTo>
                  <a:lnTo>
                    <a:pt x="6498" y="12715"/>
                  </a:lnTo>
                  <a:lnTo>
                    <a:pt x="6919" y="12615"/>
                  </a:lnTo>
                  <a:lnTo>
                    <a:pt x="7340" y="12494"/>
                  </a:lnTo>
                  <a:lnTo>
                    <a:pt x="7762" y="12334"/>
                  </a:lnTo>
                  <a:lnTo>
                    <a:pt x="8143" y="12153"/>
                  </a:lnTo>
                  <a:lnTo>
                    <a:pt x="8524" y="11933"/>
                  </a:lnTo>
                  <a:lnTo>
                    <a:pt x="8885" y="11692"/>
                  </a:lnTo>
                  <a:lnTo>
                    <a:pt x="9226" y="11431"/>
                  </a:lnTo>
                  <a:lnTo>
                    <a:pt x="9546" y="11131"/>
                  </a:lnTo>
                  <a:lnTo>
                    <a:pt x="9847" y="10830"/>
                  </a:lnTo>
                  <a:lnTo>
                    <a:pt x="10128" y="10489"/>
                  </a:lnTo>
                  <a:lnTo>
                    <a:pt x="10409" y="10128"/>
                  </a:lnTo>
                  <a:lnTo>
                    <a:pt x="10629" y="9767"/>
                  </a:lnTo>
                  <a:lnTo>
                    <a:pt x="10850" y="9366"/>
                  </a:lnTo>
                  <a:lnTo>
                    <a:pt x="11051" y="8965"/>
                  </a:lnTo>
                  <a:lnTo>
                    <a:pt x="11211" y="8564"/>
                  </a:lnTo>
                  <a:lnTo>
                    <a:pt x="11291" y="8283"/>
                  </a:lnTo>
                  <a:lnTo>
                    <a:pt x="11371" y="8002"/>
                  </a:lnTo>
                  <a:lnTo>
                    <a:pt x="11452" y="7741"/>
                  </a:lnTo>
                  <a:lnTo>
                    <a:pt x="11492" y="7461"/>
                  </a:lnTo>
                  <a:lnTo>
                    <a:pt x="11572" y="6919"/>
                  </a:lnTo>
                  <a:lnTo>
                    <a:pt x="11592" y="6378"/>
                  </a:lnTo>
                  <a:lnTo>
                    <a:pt x="11592" y="6077"/>
                  </a:lnTo>
                  <a:lnTo>
                    <a:pt x="11572" y="5776"/>
                  </a:lnTo>
                  <a:lnTo>
                    <a:pt x="11532" y="5495"/>
                  </a:lnTo>
                  <a:lnTo>
                    <a:pt x="11472" y="5195"/>
                  </a:lnTo>
                  <a:lnTo>
                    <a:pt x="11412" y="4914"/>
                  </a:lnTo>
                  <a:lnTo>
                    <a:pt x="11331" y="4633"/>
                  </a:lnTo>
                  <a:lnTo>
                    <a:pt x="11251" y="4352"/>
                  </a:lnTo>
                  <a:lnTo>
                    <a:pt x="11151" y="4071"/>
                  </a:lnTo>
                  <a:lnTo>
                    <a:pt x="11031" y="3811"/>
                  </a:lnTo>
                  <a:lnTo>
                    <a:pt x="10910" y="3550"/>
                  </a:lnTo>
                  <a:lnTo>
                    <a:pt x="10770" y="3289"/>
                  </a:lnTo>
                  <a:lnTo>
                    <a:pt x="10629" y="3049"/>
                  </a:lnTo>
                  <a:lnTo>
                    <a:pt x="10469" y="2788"/>
                  </a:lnTo>
                  <a:lnTo>
                    <a:pt x="10288" y="2567"/>
                  </a:lnTo>
                  <a:lnTo>
                    <a:pt x="10108" y="2327"/>
                  </a:lnTo>
                  <a:lnTo>
                    <a:pt x="9928" y="2106"/>
                  </a:lnTo>
                  <a:lnTo>
                    <a:pt x="9727" y="1906"/>
                  </a:lnTo>
                  <a:lnTo>
                    <a:pt x="9506" y="1705"/>
                  </a:lnTo>
                  <a:lnTo>
                    <a:pt x="9286" y="1504"/>
                  </a:lnTo>
                  <a:lnTo>
                    <a:pt x="9045" y="1324"/>
                  </a:lnTo>
                  <a:lnTo>
                    <a:pt x="8825" y="1164"/>
                  </a:lnTo>
                  <a:lnTo>
                    <a:pt x="8564" y="983"/>
                  </a:lnTo>
                  <a:lnTo>
                    <a:pt x="8303" y="843"/>
                  </a:lnTo>
                  <a:lnTo>
                    <a:pt x="8042" y="702"/>
                  </a:lnTo>
                  <a:lnTo>
                    <a:pt x="7782" y="562"/>
                  </a:lnTo>
                  <a:lnTo>
                    <a:pt x="7501" y="462"/>
                  </a:lnTo>
                  <a:lnTo>
                    <a:pt x="7200" y="341"/>
                  </a:lnTo>
                  <a:lnTo>
                    <a:pt x="6919" y="261"/>
                  </a:lnTo>
                  <a:lnTo>
                    <a:pt x="6619" y="181"/>
                  </a:lnTo>
                  <a:lnTo>
                    <a:pt x="6298" y="121"/>
                  </a:lnTo>
                  <a:lnTo>
                    <a:pt x="5997" y="61"/>
                  </a:lnTo>
                  <a:lnTo>
                    <a:pt x="5676" y="20"/>
                  </a:lnTo>
                  <a:lnTo>
                    <a:pt x="5395" y="20"/>
                  </a:lnTo>
                  <a:lnTo>
                    <a:pt x="5134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22"/>
            <p:cNvSpPr/>
            <p:nvPr/>
          </p:nvSpPr>
          <p:spPr>
            <a:xfrm>
              <a:off x="11521025" y="4562675"/>
              <a:ext cx="289825" cy="320400"/>
            </a:xfrm>
            <a:custGeom>
              <a:avLst/>
              <a:gdLst/>
              <a:ahLst/>
              <a:cxnLst/>
              <a:rect l="l" t="t" r="r" b="b"/>
              <a:pathLst>
                <a:path w="11593" h="12816" fill="none" extrusionOk="0">
                  <a:moveTo>
                    <a:pt x="5134" y="0"/>
                  </a:moveTo>
                  <a:lnTo>
                    <a:pt x="5134" y="0"/>
                  </a:lnTo>
                  <a:lnTo>
                    <a:pt x="4733" y="20"/>
                  </a:lnTo>
                  <a:lnTo>
                    <a:pt x="4332" y="61"/>
                  </a:lnTo>
                  <a:lnTo>
                    <a:pt x="3951" y="121"/>
                  </a:lnTo>
                  <a:lnTo>
                    <a:pt x="3590" y="201"/>
                  </a:lnTo>
                  <a:lnTo>
                    <a:pt x="3229" y="321"/>
                  </a:lnTo>
                  <a:lnTo>
                    <a:pt x="2868" y="442"/>
                  </a:lnTo>
                  <a:lnTo>
                    <a:pt x="2527" y="602"/>
                  </a:lnTo>
                  <a:lnTo>
                    <a:pt x="2186" y="762"/>
                  </a:lnTo>
                  <a:lnTo>
                    <a:pt x="1866" y="963"/>
                  </a:lnTo>
                  <a:lnTo>
                    <a:pt x="1565" y="1164"/>
                  </a:lnTo>
                  <a:lnTo>
                    <a:pt x="1264" y="1404"/>
                  </a:lnTo>
                  <a:lnTo>
                    <a:pt x="983" y="1645"/>
                  </a:lnTo>
                  <a:lnTo>
                    <a:pt x="722" y="1906"/>
                  </a:lnTo>
                  <a:lnTo>
                    <a:pt x="462" y="2186"/>
                  </a:lnTo>
                  <a:lnTo>
                    <a:pt x="221" y="2467"/>
                  </a:lnTo>
                  <a:lnTo>
                    <a:pt x="1" y="2768"/>
                  </a:lnTo>
                  <a:lnTo>
                    <a:pt x="1" y="2768"/>
                  </a:lnTo>
                  <a:lnTo>
                    <a:pt x="382" y="2487"/>
                  </a:lnTo>
                  <a:lnTo>
                    <a:pt x="783" y="2246"/>
                  </a:lnTo>
                  <a:lnTo>
                    <a:pt x="1204" y="2026"/>
                  </a:lnTo>
                  <a:lnTo>
                    <a:pt x="1645" y="1845"/>
                  </a:lnTo>
                  <a:lnTo>
                    <a:pt x="2086" y="1705"/>
                  </a:lnTo>
                  <a:lnTo>
                    <a:pt x="2527" y="1605"/>
                  </a:lnTo>
                  <a:lnTo>
                    <a:pt x="2989" y="1545"/>
                  </a:lnTo>
                  <a:lnTo>
                    <a:pt x="3450" y="1525"/>
                  </a:lnTo>
                  <a:lnTo>
                    <a:pt x="3450" y="1525"/>
                  </a:lnTo>
                  <a:lnTo>
                    <a:pt x="3811" y="1545"/>
                  </a:lnTo>
                  <a:lnTo>
                    <a:pt x="4172" y="1585"/>
                  </a:lnTo>
                  <a:lnTo>
                    <a:pt x="4533" y="1645"/>
                  </a:lnTo>
                  <a:lnTo>
                    <a:pt x="4894" y="1745"/>
                  </a:lnTo>
                  <a:lnTo>
                    <a:pt x="4894" y="1745"/>
                  </a:lnTo>
                  <a:lnTo>
                    <a:pt x="5295" y="1865"/>
                  </a:lnTo>
                  <a:lnTo>
                    <a:pt x="5656" y="2046"/>
                  </a:lnTo>
                  <a:lnTo>
                    <a:pt x="6017" y="2246"/>
                  </a:lnTo>
                  <a:lnTo>
                    <a:pt x="6338" y="2467"/>
                  </a:lnTo>
                  <a:lnTo>
                    <a:pt x="6659" y="2708"/>
                  </a:lnTo>
                  <a:lnTo>
                    <a:pt x="6959" y="2989"/>
                  </a:lnTo>
                  <a:lnTo>
                    <a:pt x="7240" y="3289"/>
                  </a:lnTo>
                  <a:lnTo>
                    <a:pt x="7501" y="3610"/>
                  </a:lnTo>
                  <a:lnTo>
                    <a:pt x="7722" y="3931"/>
                  </a:lnTo>
                  <a:lnTo>
                    <a:pt x="7922" y="4292"/>
                  </a:lnTo>
                  <a:lnTo>
                    <a:pt x="8103" y="4653"/>
                  </a:lnTo>
                  <a:lnTo>
                    <a:pt x="8263" y="5034"/>
                  </a:lnTo>
                  <a:lnTo>
                    <a:pt x="8383" y="5415"/>
                  </a:lnTo>
                  <a:lnTo>
                    <a:pt x="8484" y="5796"/>
                  </a:lnTo>
                  <a:lnTo>
                    <a:pt x="8544" y="6197"/>
                  </a:lnTo>
                  <a:lnTo>
                    <a:pt x="8584" y="6618"/>
                  </a:lnTo>
                  <a:lnTo>
                    <a:pt x="8584" y="6618"/>
                  </a:lnTo>
                  <a:lnTo>
                    <a:pt x="8584" y="6999"/>
                  </a:lnTo>
                  <a:lnTo>
                    <a:pt x="8564" y="7380"/>
                  </a:lnTo>
                  <a:lnTo>
                    <a:pt x="8504" y="7761"/>
                  </a:lnTo>
                  <a:lnTo>
                    <a:pt x="8423" y="8122"/>
                  </a:lnTo>
                  <a:lnTo>
                    <a:pt x="8303" y="8483"/>
                  </a:lnTo>
                  <a:lnTo>
                    <a:pt x="8163" y="8844"/>
                  </a:lnTo>
                  <a:lnTo>
                    <a:pt x="8002" y="9185"/>
                  </a:lnTo>
                  <a:lnTo>
                    <a:pt x="7822" y="9526"/>
                  </a:lnTo>
                  <a:lnTo>
                    <a:pt x="7621" y="9847"/>
                  </a:lnTo>
                  <a:lnTo>
                    <a:pt x="7401" y="10148"/>
                  </a:lnTo>
                  <a:lnTo>
                    <a:pt x="7140" y="10429"/>
                  </a:lnTo>
                  <a:lnTo>
                    <a:pt x="6879" y="10710"/>
                  </a:lnTo>
                  <a:lnTo>
                    <a:pt x="6598" y="10970"/>
                  </a:lnTo>
                  <a:lnTo>
                    <a:pt x="6298" y="11211"/>
                  </a:lnTo>
                  <a:lnTo>
                    <a:pt x="5977" y="11431"/>
                  </a:lnTo>
                  <a:lnTo>
                    <a:pt x="5656" y="11612"/>
                  </a:lnTo>
                  <a:lnTo>
                    <a:pt x="5656" y="11612"/>
                  </a:lnTo>
                  <a:lnTo>
                    <a:pt x="5315" y="11792"/>
                  </a:lnTo>
                  <a:lnTo>
                    <a:pt x="4974" y="11933"/>
                  </a:lnTo>
                  <a:lnTo>
                    <a:pt x="4633" y="12053"/>
                  </a:lnTo>
                  <a:lnTo>
                    <a:pt x="4272" y="12153"/>
                  </a:lnTo>
                  <a:lnTo>
                    <a:pt x="3911" y="12214"/>
                  </a:lnTo>
                  <a:lnTo>
                    <a:pt x="3550" y="12274"/>
                  </a:lnTo>
                  <a:lnTo>
                    <a:pt x="3189" y="12314"/>
                  </a:lnTo>
                  <a:lnTo>
                    <a:pt x="2808" y="12334"/>
                  </a:lnTo>
                  <a:lnTo>
                    <a:pt x="2808" y="12334"/>
                  </a:lnTo>
                  <a:lnTo>
                    <a:pt x="3109" y="12434"/>
                  </a:lnTo>
                  <a:lnTo>
                    <a:pt x="3390" y="12534"/>
                  </a:lnTo>
                  <a:lnTo>
                    <a:pt x="3691" y="12615"/>
                  </a:lnTo>
                  <a:lnTo>
                    <a:pt x="4011" y="12675"/>
                  </a:lnTo>
                  <a:lnTo>
                    <a:pt x="4332" y="12735"/>
                  </a:lnTo>
                  <a:lnTo>
                    <a:pt x="4653" y="12775"/>
                  </a:lnTo>
                  <a:lnTo>
                    <a:pt x="4994" y="12795"/>
                  </a:lnTo>
                  <a:lnTo>
                    <a:pt x="5335" y="12815"/>
                  </a:lnTo>
                  <a:lnTo>
                    <a:pt x="5335" y="12815"/>
                  </a:lnTo>
                  <a:lnTo>
                    <a:pt x="5676" y="12795"/>
                  </a:lnTo>
                  <a:lnTo>
                    <a:pt x="6037" y="12775"/>
                  </a:lnTo>
                  <a:lnTo>
                    <a:pt x="6037" y="12775"/>
                  </a:lnTo>
                  <a:lnTo>
                    <a:pt x="6498" y="12715"/>
                  </a:lnTo>
                  <a:lnTo>
                    <a:pt x="6919" y="12615"/>
                  </a:lnTo>
                  <a:lnTo>
                    <a:pt x="7340" y="12494"/>
                  </a:lnTo>
                  <a:lnTo>
                    <a:pt x="7762" y="12334"/>
                  </a:lnTo>
                  <a:lnTo>
                    <a:pt x="8143" y="12153"/>
                  </a:lnTo>
                  <a:lnTo>
                    <a:pt x="8524" y="11933"/>
                  </a:lnTo>
                  <a:lnTo>
                    <a:pt x="8885" y="11692"/>
                  </a:lnTo>
                  <a:lnTo>
                    <a:pt x="9226" y="11431"/>
                  </a:lnTo>
                  <a:lnTo>
                    <a:pt x="9546" y="11131"/>
                  </a:lnTo>
                  <a:lnTo>
                    <a:pt x="9847" y="10830"/>
                  </a:lnTo>
                  <a:lnTo>
                    <a:pt x="10128" y="10489"/>
                  </a:lnTo>
                  <a:lnTo>
                    <a:pt x="10409" y="10128"/>
                  </a:lnTo>
                  <a:lnTo>
                    <a:pt x="10629" y="9767"/>
                  </a:lnTo>
                  <a:lnTo>
                    <a:pt x="10850" y="9366"/>
                  </a:lnTo>
                  <a:lnTo>
                    <a:pt x="11051" y="8965"/>
                  </a:lnTo>
                  <a:lnTo>
                    <a:pt x="11211" y="8564"/>
                  </a:lnTo>
                  <a:lnTo>
                    <a:pt x="11211" y="8564"/>
                  </a:lnTo>
                  <a:lnTo>
                    <a:pt x="11291" y="8283"/>
                  </a:lnTo>
                  <a:lnTo>
                    <a:pt x="11371" y="8002"/>
                  </a:lnTo>
                  <a:lnTo>
                    <a:pt x="11452" y="7741"/>
                  </a:lnTo>
                  <a:lnTo>
                    <a:pt x="11492" y="7461"/>
                  </a:lnTo>
                  <a:lnTo>
                    <a:pt x="11572" y="6919"/>
                  </a:lnTo>
                  <a:lnTo>
                    <a:pt x="11592" y="6378"/>
                  </a:lnTo>
                  <a:lnTo>
                    <a:pt x="11592" y="6378"/>
                  </a:lnTo>
                  <a:lnTo>
                    <a:pt x="11592" y="6077"/>
                  </a:lnTo>
                  <a:lnTo>
                    <a:pt x="11572" y="5776"/>
                  </a:lnTo>
                  <a:lnTo>
                    <a:pt x="11532" y="5495"/>
                  </a:lnTo>
                  <a:lnTo>
                    <a:pt x="11472" y="5195"/>
                  </a:lnTo>
                  <a:lnTo>
                    <a:pt x="11412" y="4914"/>
                  </a:lnTo>
                  <a:lnTo>
                    <a:pt x="11331" y="4633"/>
                  </a:lnTo>
                  <a:lnTo>
                    <a:pt x="11251" y="4352"/>
                  </a:lnTo>
                  <a:lnTo>
                    <a:pt x="11151" y="4071"/>
                  </a:lnTo>
                  <a:lnTo>
                    <a:pt x="11031" y="3811"/>
                  </a:lnTo>
                  <a:lnTo>
                    <a:pt x="10910" y="3550"/>
                  </a:lnTo>
                  <a:lnTo>
                    <a:pt x="10770" y="3289"/>
                  </a:lnTo>
                  <a:lnTo>
                    <a:pt x="10629" y="3049"/>
                  </a:lnTo>
                  <a:lnTo>
                    <a:pt x="10469" y="2788"/>
                  </a:lnTo>
                  <a:lnTo>
                    <a:pt x="10288" y="2567"/>
                  </a:lnTo>
                  <a:lnTo>
                    <a:pt x="10108" y="2327"/>
                  </a:lnTo>
                  <a:lnTo>
                    <a:pt x="9928" y="2106"/>
                  </a:lnTo>
                  <a:lnTo>
                    <a:pt x="9727" y="1906"/>
                  </a:lnTo>
                  <a:lnTo>
                    <a:pt x="9506" y="1705"/>
                  </a:lnTo>
                  <a:lnTo>
                    <a:pt x="9286" y="1504"/>
                  </a:lnTo>
                  <a:lnTo>
                    <a:pt x="9045" y="1324"/>
                  </a:lnTo>
                  <a:lnTo>
                    <a:pt x="8825" y="1164"/>
                  </a:lnTo>
                  <a:lnTo>
                    <a:pt x="8564" y="983"/>
                  </a:lnTo>
                  <a:lnTo>
                    <a:pt x="8303" y="843"/>
                  </a:lnTo>
                  <a:lnTo>
                    <a:pt x="8042" y="702"/>
                  </a:lnTo>
                  <a:lnTo>
                    <a:pt x="7782" y="562"/>
                  </a:lnTo>
                  <a:lnTo>
                    <a:pt x="7501" y="462"/>
                  </a:lnTo>
                  <a:lnTo>
                    <a:pt x="7200" y="341"/>
                  </a:lnTo>
                  <a:lnTo>
                    <a:pt x="6919" y="261"/>
                  </a:lnTo>
                  <a:lnTo>
                    <a:pt x="6619" y="181"/>
                  </a:lnTo>
                  <a:lnTo>
                    <a:pt x="6298" y="121"/>
                  </a:lnTo>
                  <a:lnTo>
                    <a:pt x="5997" y="61"/>
                  </a:lnTo>
                  <a:lnTo>
                    <a:pt x="5676" y="20"/>
                  </a:lnTo>
                  <a:lnTo>
                    <a:pt x="5676" y="20"/>
                  </a:lnTo>
                  <a:lnTo>
                    <a:pt x="5395" y="20"/>
                  </a:lnTo>
                  <a:lnTo>
                    <a:pt x="513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22"/>
            <p:cNvSpPr/>
            <p:nvPr/>
          </p:nvSpPr>
          <p:spPr>
            <a:xfrm>
              <a:off x="11681975" y="4635375"/>
              <a:ext cx="62675" cy="62700"/>
            </a:xfrm>
            <a:custGeom>
              <a:avLst/>
              <a:gdLst/>
              <a:ahLst/>
              <a:cxnLst/>
              <a:rect l="l" t="t" r="r" b="b"/>
              <a:pathLst>
                <a:path w="2507" h="2508" extrusionOk="0">
                  <a:moveTo>
                    <a:pt x="1063" y="0"/>
                  </a:moveTo>
                  <a:lnTo>
                    <a:pt x="923" y="40"/>
                  </a:lnTo>
                  <a:lnTo>
                    <a:pt x="782" y="81"/>
                  </a:lnTo>
                  <a:lnTo>
                    <a:pt x="662" y="141"/>
                  </a:lnTo>
                  <a:lnTo>
                    <a:pt x="541" y="221"/>
                  </a:lnTo>
                  <a:lnTo>
                    <a:pt x="441" y="301"/>
                  </a:lnTo>
                  <a:lnTo>
                    <a:pt x="341" y="381"/>
                  </a:lnTo>
                  <a:lnTo>
                    <a:pt x="261" y="502"/>
                  </a:lnTo>
                  <a:lnTo>
                    <a:pt x="181" y="602"/>
                  </a:lnTo>
                  <a:lnTo>
                    <a:pt x="120" y="722"/>
                  </a:lnTo>
                  <a:lnTo>
                    <a:pt x="60" y="863"/>
                  </a:lnTo>
                  <a:lnTo>
                    <a:pt x="20" y="1003"/>
                  </a:lnTo>
                  <a:lnTo>
                    <a:pt x="0" y="1143"/>
                  </a:lnTo>
                  <a:lnTo>
                    <a:pt x="0" y="1284"/>
                  </a:lnTo>
                  <a:lnTo>
                    <a:pt x="0" y="1424"/>
                  </a:lnTo>
                  <a:lnTo>
                    <a:pt x="40" y="1645"/>
                  </a:lnTo>
                  <a:lnTo>
                    <a:pt x="140" y="1845"/>
                  </a:lnTo>
                  <a:lnTo>
                    <a:pt x="261" y="2046"/>
                  </a:lnTo>
                  <a:lnTo>
                    <a:pt x="441" y="2206"/>
                  </a:lnTo>
                  <a:lnTo>
                    <a:pt x="642" y="2347"/>
                  </a:lnTo>
                  <a:lnTo>
                    <a:pt x="742" y="2407"/>
                  </a:lnTo>
                  <a:lnTo>
                    <a:pt x="862" y="2447"/>
                  </a:lnTo>
                  <a:lnTo>
                    <a:pt x="1003" y="2487"/>
                  </a:lnTo>
                  <a:lnTo>
                    <a:pt x="1123" y="2507"/>
                  </a:lnTo>
                  <a:lnTo>
                    <a:pt x="1424" y="2507"/>
                  </a:lnTo>
                  <a:lnTo>
                    <a:pt x="1584" y="2487"/>
                  </a:lnTo>
                  <a:lnTo>
                    <a:pt x="1745" y="2427"/>
                  </a:lnTo>
                  <a:lnTo>
                    <a:pt x="1905" y="2347"/>
                  </a:lnTo>
                  <a:lnTo>
                    <a:pt x="2046" y="2246"/>
                  </a:lnTo>
                  <a:lnTo>
                    <a:pt x="2166" y="2126"/>
                  </a:lnTo>
                  <a:lnTo>
                    <a:pt x="2266" y="1986"/>
                  </a:lnTo>
                  <a:lnTo>
                    <a:pt x="2366" y="1845"/>
                  </a:lnTo>
                  <a:lnTo>
                    <a:pt x="2427" y="1685"/>
                  </a:lnTo>
                  <a:lnTo>
                    <a:pt x="2487" y="1524"/>
                  </a:lnTo>
                  <a:lnTo>
                    <a:pt x="2507" y="1384"/>
                  </a:lnTo>
                  <a:lnTo>
                    <a:pt x="2507" y="1244"/>
                  </a:lnTo>
                  <a:lnTo>
                    <a:pt x="2507" y="1083"/>
                  </a:lnTo>
                  <a:lnTo>
                    <a:pt x="2467" y="943"/>
                  </a:lnTo>
                  <a:lnTo>
                    <a:pt x="2427" y="823"/>
                  </a:lnTo>
                  <a:lnTo>
                    <a:pt x="2366" y="682"/>
                  </a:lnTo>
                  <a:lnTo>
                    <a:pt x="2306" y="562"/>
                  </a:lnTo>
                  <a:lnTo>
                    <a:pt x="2226" y="462"/>
                  </a:lnTo>
                  <a:lnTo>
                    <a:pt x="2126" y="361"/>
                  </a:lnTo>
                  <a:lnTo>
                    <a:pt x="2026" y="261"/>
                  </a:lnTo>
                  <a:lnTo>
                    <a:pt x="1905" y="181"/>
                  </a:lnTo>
                  <a:lnTo>
                    <a:pt x="1785" y="121"/>
                  </a:lnTo>
                  <a:lnTo>
                    <a:pt x="1644" y="60"/>
                  </a:lnTo>
                  <a:lnTo>
                    <a:pt x="1504" y="20"/>
                  </a:lnTo>
                  <a:lnTo>
                    <a:pt x="134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22"/>
            <p:cNvSpPr/>
            <p:nvPr/>
          </p:nvSpPr>
          <p:spPr>
            <a:xfrm>
              <a:off x="10943088" y="5379375"/>
              <a:ext cx="1395300" cy="1572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82" name="Google Shape;5782;p22"/>
          <p:cNvGrpSpPr/>
          <p:nvPr/>
        </p:nvGrpSpPr>
        <p:grpSpPr>
          <a:xfrm>
            <a:off x="409342" y="3534748"/>
            <a:ext cx="1823591" cy="1453514"/>
            <a:chOff x="8222575" y="3882950"/>
            <a:chExt cx="2306300" cy="1838263"/>
          </a:xfrm>
        </p:grpSpPr>
        <p:sp>
          <p:nvSpPr>
            <p:cNvPr id="5783" name="Google Shape;5783;p22"/>
            <p:cNvSpPr/>
            <p:nvPr/>
          </p:nvSpPr>
          <p:spPr>
            <a:xfrm>
              <a:off x="8266575" y="5442513"/>
              <a:ext cx="2262300" cy="2787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22"/>
            <p:cNvSpPr/>
            <p:nvPr/>
          </p:nvSpPr>
          <p:spPr>
            <a:xfrm>
              <a:off x="8364975" y="5252175"/>
              <a:ext cx="1865075" cy="312875"/>
            </a:xfrm>
            <a:custGeom>
              <a:avLst/>
              <a:gdLst/>
              <a:ahLst/>
              <a:cxnLst/>
              <a:rect l="l" t="t" r="r" b="b"/>
              <a:pathLst>
                <a:path w="74603" h="12515" extrusionOk="0">
                  <a:moveTo>
                    <a:pt x="71514" y="0"/>
                  </a:moveTo>
                  <a:lnTo>
                    <a:pt x="71274" y="41"/>
                  </a:lnTo>
                  <a:lnTo>
                    <a:pt x="71033" y="121"/>
                  </a:lnTo>
                  <a:lnTo>
                    <a:pt x="70813" y="221"/>
                  </a:lnTo>
                  <a:lnTo>
                    <a:pt x="69449" y="903"/>
                  </a:lnTo>
                  <a:lnTo>
                    <a:pt x="68085" y="1545"/>
                  </a:lnTo>
                  <a:lnTo>
                    <a:pt x="66701" y="2126"/>
                  </a:lnTo>
                  <a:lnTo>
                    <a:pt x="65298" y="2688"/>
                  </a:lnTo>
                  <a:lnTo>
                    <a:pt x="66120" y="4533"/>
                  </a:lnTo>
                  <a:lnTo>
                    <a:pt x="66862" y="6217"/>
                  </a:lnTo>
                  <a:lnTo>
                    <a:pt x="67744" y="5796"/>
                  </a:lnTo>
                  <a:lnTo>
                    <a:pt x="68587" y="5415"/>
                  </a:lnTo>
                  <a:lnTo>
                    <a:pt x="69369" y="5014"/>
                  </a:lnTo>
                  <a:lnTo>
                    <a:pt x="70111" y="4653"/>
                  </a:lnTo>
                  <a:lnTo>
                    <a:pt x="71434" y="3951"/>
                  </a:lnTo>
                  <a:lnTo>
                    <a:pt x="72537" y="3309"/>
                  </a:lnTo>
                  <a:lnTo>
                    <a:pt x="73400" y="2768"/>
                  </a:lnTo>
                  <a:lnTo>
                    <a:pt x="74041" y="2347"/>
                  </a:lnTo>
                  <a:lnTo>
                    <a:pt x="74442" y="2026"/>
                  </a:lnTo>
                  <a:lnTo>
                    <a:pt x="74563" y="1926"/>
                  </a:lnTo>
                  <a:lnTo>
                    <a:pt x="74603" y="1865"/>
                  </a:lnTo>
                  <a:lnTo>
                    <a:pt x="74603" y="1825"/>
                  </a:lnTo>
                  <a:lnTo>
                    <a:pt x="74583" y="1725"/>
                  </a:lnTo>
                  <a:lnTo>
                    <a:pt x="74543" y="1605"/>
                  </a:lnTo>
                  <a:lnTo>
                    <a:pt x="74463" y="1464"/>
                  </a:lnTo>
                  <a:lnTo>
                    <a:pt x="74362" y="1324"/>
                  </a:lnTo>
                  <a:lnTo>
                    <a:pt x="74222" y="1184"/>
                  </a:lnTo>
                  <a:lnTo>
                    <a:pt x="74081" y="1023"/>
                  </a:lnTo>
                  <a:lnTo>
                    <a:pt x="73901" y="863"/>
                  </a:lnTo>
                  <a:lnTo>
                    <a:pt x="73700" y="722"/>
                  </a:lnTo>
                  <a:lnTo>
                    <a:pt x="73500" y="582"/>
                  </a:lnTo>
                  <a:lnTo>
                    <a:pt x="73279" y="442"/>
                  </a:lnTo>
                  <a:lnTo>
                    <a:pt x="73039" y="321"/>
                  </a:lnTo>
                  <a:lnTo>
                    <a:pt x="72798" y="221"/>
                  </a:lnTo>
                  <a:lnTo>
                    <a:pt x="72537" y="121"/>
                  </a:lnTo>
                  <a:lnTo>
                    <a:pt x="72277" y="61"/>
                  </a:lnTo>
                  <a:lnTo>
                    <a:pt x="72016" y="20"/>
                  </a:lnTo>
                  <a:lnTo>
                    <a:pt x="71755" y="0"/>
                  </a:lnTo>
                  <a:close/>
                  <a:moveTo>
                    <a:pt x="2848" y="0"/>
                  </a:moveTo>
                  <a:lnTo>
                    <a:pt x="2587" y="20"/>
                  </a:lnTo>
                  <a:lnTo>
                    <a:pt x="2327" y="61"/>
                  </a:lnTo>
                  <a:lnTo>
                    <a:pt x="2066" y="121"/>
                  </a:lnTo>
                  <a:lnTo>
                    <a:pt x="1805" y="201"/>
                  </a:lnTo>
                  <a:lnTo>
                    <a:pt x="1564" y="321"/>
                  </a:lnTo>
                  <a:lnTo>
                    <a:pt x="1324" y="442"/>
                  </a:lnTo>
                  <a:lnTo>
                    <a:pt x="1103" y="582"/>
                  </a:lnTo>
                  <a:lnTo>
                    <a:pt x="903" y="722"/>
                  </a:lnTo>
                  <a:lnTo>
                    <a:pt x="702" y="863"/>
                  </a:lnTo>
                  <a:lnTo>
                    <a:pt x="522" y="1023"/>
                  </a:lnTo>
                  <a:lnTo>
                    <a:pt x="381" y="1164"/>
                  </a:lnTo>
                  <a:lnTo>
                    <a:pt x="241" y="1324"/>
                  </a:lnTo>
                  <a:lnTo>
                    <a:pt x="141" y="1464"/>
                  </a:lnTo>
                  <a:lnTo>
                    <a:pt x="60" y="1585"/>
                  </a:lnTo>
                  <a:lnTo>
                    <a:pt x="20" y="1705"/>
                  </a:lnTo>
                  <a:lnTo>
                    <a:pt x="0" y="1805"/>
                  </a:lnTo>
                  <a:lnTo>
                    <a:pt x="0" y="1865"/>
                  </a:lnTo>
                  <a:lnTo>
                    <a:pt x="40" y="1906"/>
                  </a:lnTo>
                  <a:lnTo>
                    <a:pt x="121" y="1986"/>
                  </a:lnTo>
                  <a:lnTo>
                    <a:pt x="381" y="2206"/>
                  </a:lnTo>
                  <a:lnTo>
                    <a:pt x="822" y="2527"/>
                  </a:lnTo>
                  <a:lnTo>
                    <a:pt x="1424" y="2908"/>
                  </a:lnTo>
                  <a:lnTo>
                    <a:pt x="2166" y="3370"/>
                  </a:lnTo>
                  <a:lnTo>
                    <a:pt x="3069" y="3891"/>
                  </a:lnTo>
                  <a:lnTo>
                    <a:pt x="4131" y="4453"/>
                  </a:lnTo>
                  <a:lnTo>
                    <a:pt x="5315" y="5074"/>
                  </a:lnTo>
                  <a:lnTo>
                    <a:pt x="6638" y="5716"/>
                  </a:lnTo>
                  <a:lnTo>
                    <a:pt x="8102" y="6358"/>
                  </a:lnTo>
                  <a:lnTo>
                    <a:pt x="9687" y="7040"/>
                  </a:lnTo>
                  <a:lnTo>
                    <a:pt x="10529" y="7380"/>
                  </a:lnTo>
                  <a:lnTo>
                    <a:pt x="11411" y="7721"/>
                  </a:lnTo>
                  <a:lnTo>
                    <a:pt x="12314" y="8042"/>
                  </a:lnTo>
                  <a:lnTo>
                    <a:pt x="13236" y="8383"/>
                  </a:lnTo>
                  <a:lnTo>
                    <a:pt x="14199" y="8704"/>
                  </a:lnTo>
                  <a:lnTo>
                    <a:pt x="15202" y="9025"/>
                  </a:lnTo>
                  <a:lnTo>
                    <a:pt x="16204" y="9346"/>
                  </a:lnTo>
                  <a:lnTo>
                    <a:pt x="17247" y="9647"/>
                  </a:lnTo>
                  <a:lnTo>
                    <a:pt x="18310" y="9947"/>
                  </a:lnTo>
                  <a:lnTo>
                    <a:pt x="19413" y="10248"/>
                  </a:lnTo>
                  <a:lnTo>
                    <a:pt x="19373" y="10128"/>
                  </a:lnTo>
                  <a:lnTo>
                    <a:pt x="19333" y="10008"/>
                  </a:lnTo>
                  <a:lnTo>
                    <a:pt x="19333" y="9988"/>
                  </a:lnTo>
                  <a:lnTo>
                    <a:pt x="19373" y="9827"/>
                  </a:lnTo>
                  <a:lnTo>
                    <a:pt x="19453" y="9546"/>
                  </a:lnTo>
                  <a:lnTo>
                    <a:pt x="19774" y="8704"/>
                  </a:lnTo>
                  <a:lnTo>
                    <a:pt x="20255" y="7501"/>
                  </a:lnTo>
                  <a:lnTo>
                    <a:pt x="20877" y="6037"/>
                  </a:lnTo>
                  <a:lnTo>
                    <a:pt x="19894" y="5836"/>
                  </a:lnTo>
                  <a:lnTo>
                    <a:pt x="18912" y="5616"/>
                  </a:lnTo>
                  <a:lnTo>
                    <a:pt x="17929" y="5375"/>
                  </a:lnTo>
                  <a:lnTo>
                    <a:pt x="16926" y="5134"/>
                  </a:lnTo>
                  <a:lnTo>
                    <a:pt x="15643" y="4793"/>
                  </a:lnTo>
                  <a:lnTo>
                    <a:pt x="15061" y="5535"/>
                  </a:lnTo>
                  <a:lnTo>
                    <a:pt x="14600" y="6097"/>
                  </a:lnTo>
                  <a:lnTo>
                    <a:pt x="14259" y="6498"/>
                  </a:lnTo>
                  <a:lnTo>
                    <a:pt x="14159" y="6598"/>
                  </a:lnTo>
                  <a:lnTo>
                    <a:pt x="14078" y="6659"/>
                  </a:lnTo>
                  <a:lnTo>
                    <a:pt x="13898" y="6739"/>
                  </a:lnTo>
                  <a:lnTo>
                    <a:pt x="13717" y="6799"/>
                  </a:lnTo>
                  <a:lnTo>
                    <a:pt x="13557" y="6819"/>
                  </a:lnTo>
                  <a:lnTo>
                    <a:pt x="13377" y="6839"/>
                  </a:lnTo>
                  <a:lnTo>
                    <a:pt x="13156" y="6819"/>
                  </a:lnTo>
                  <a:lnTo>
                    <a:pt x="12955" y="6759"/>
                  </a:lnTo>
                  <a:lnTo>
                    <a:pt x="12755" y="6699"/>
                  </a:lnTo>
                  <a:lnTo>
                    <a:pt x="12574" y="6598"/>
                  </a:lnTo>
                  <a:lnTo>
                    <a:pt x="12434" y="6458"/>
                  </a:lnTo>
                  <a:lnTo>
                    <a:pt x="12294" y="6318"/>
                  </a:lnTo>
                  <a:lnTo>
                    <a:pt x="12213" y="6157"/>
                  </a:lnTo>
                  <a:lnTo>
                    <a:pt x="12153" y="5977"/>
                  </a:lnTo>
                  <a:lnTo>
                    <a:pt x="12153" y="5957"/>
                  </a:lnTo>
                  <a:lnTo>
                    <a:pt x="12173" y="5856"/>
                  </a:lnTo>
                  <a:lnTo>
                    <a:pt x="12193" y="5716"/>
                  </a:lnTo>
                  <a:lnTo>
                    <a:pt x="12354" y="5295"/>
                  </a:lnTo>
                  <a:lnTo>
                    <a:pt x="12574" y="4693"/>
                  </a:lnTo>
                  <a:lnTo>
                    <a:pt x="12875" y="3951"/>
                  </a:lnTo>
                  <a:lnTo>
                    <a:pt x="11732" y="3570"/>
                  </a:lnTo>
                  <a:lnTo>
                    <a:pt x="10589" y="3169"/>
                  </a:lnTo>
                  <a:lnTo>
                    <a:pt x="9426" y="2748"/>
                  </a:lnTo>
                  <a:lnTo>
                    <a:pt x="8283" y="2287"/>
                  </a:lnTo>
                  <a:lnTo>
                    <a:pt x="7160" y="1805"/>
                  </a:lnTo>
                  <a:lnTo>
                    <a:pt x="6017" y="1304"/>
                  </a:lnTo>
                  <a:lnTo>
                    <a:pt x="4893" y="783"/>
                  </a:lnTo>
                  <a:lnTo>
                    <a:pt x="3791" y="221"/>
                  </a:lnTo>
                  <a:lnTo>
                    <a:pt x="3550" y="121"/>
                  </a:lnTo>
                  <a:lnTo>
                    <a:pt x="3329" y="41"/>
                  </a:lnTo>
                  <a:lnTo>
                    <a:pt x="3089" y="0"/>
                  </a:lnTo>
                  <a:close/>
                  <a:moveTo>
                    <a:pt x="61106" y="4152"/>
                  </a:moveTo>
                  <a:lnTo>
                    <a:pt x="60103" y="4453"/>
                  </a:lnTo>
                  <a:lnTo>
                    <a:pt x="59101" y="4753"/>
                  </a:lnTo>
                  <a:lnTo>
                    <a:pt x="58098" y="5014"/>
                  </a:lnTo>
                  <a:lnTo>
                    <a:pt x="57115" y="5275"/>
                  </a:lnTo>
                  <a:lnTo>
                    <a:pt x="57396" y="5977"/>
                  </a:lnTo>
                  <a:lnTo>
                    <a:pt x="57617" y="6538"/>
                  </a:lnTo>
                  <a:lnTo>
                    <a:pt x="57737" y="6939"/>
                  </a:lnTo>
                  <a:lnTo>
                    <a:pt x="57777" y="7060"/>
                  </a:lnTo>
                  <a:lnTo>
                    <a:pt x="57797" y="7160"/>
                  </a:lnTo>
                  <a:lnTo>
                    <a:pt x="57797" y="7180"/>
                  </a:lnTo>
                  <a:lnTo>
                    <a:pt x="57737" y="7360"/>
                  </a:lnTo>
                  <a:lnTo>
                    <a:pt x="57637" y="7521"/>
                  </a:lnTo>
                  <a:lnTo>
                    <a:pt x="57516" y="7661"/>
                  </a:lnTo>
                  <a:lnTo>
                    <a:pt x="57356" y="7782"/>
                  </a:lnTo>
                  <a:lnTo>
                    <a:pt x="57196" y="7882"/>
                  </a:lnTo>
                  <a:lnTo>
                    <a:pt x="56995" y="7962"/>
                  </a:lnTo>
                  <a:lnTo>
                    <a:pt x="56774" y="8002"/>
                  </a:lnTo>
                  <a:lnTo>
                    <a:pt x="56574" y="8022"/>
                  </a:lnTo>
                  <a:lnTo>
                    <a:pt x="56393" y="8022"/>
                  </a:lnTo>
                  <a:lnTo>
                    <a:pt x="56213" y="7982"/>
                  </a:lnTo>
                  <a:lnTo>
                    <a:pt x="56052" y="7942"/>
                  </a:lnTo>
                  <a:lnTo>
                    <a:pt x="55872" y="7862"/>
                  </a:lnTo>
                  <a:lnTo>
                    <a:pt x="55792" y="7802"/>
                  </a:lnTo>
                  <a:lnTo>
                    <a:pt x="55671" y="7681"/>
                  </a:lnTo>
                  <a:lnTo>
                    <a:pt x="55331" y="7280"/>
                  </a:lnTo>
                  <a:lnTo>
                    <a:pt x="54849" y="6699"/>
                  </a:lnTo>
                  <a:lnTo>
                    <a:pt x="54268" y="5937"/>
                  </a:lnTo>
                  <a:lnTo>
                    <a:pt x="52924" y="6197"/>
                  </a:lnTo>
                  <a:lnTo>
                    <a:pt x="51600" y="6458"/>
                  </a:lnTo>
                  <a:lnTo>
                    <a:pt x="50297" y="6679"/>
                  </a:lnTo>
                  <a:lnTo>
                    <a:pt x="49033" y="6859"/>
                  </a:lnTo>
                  <a:lnTo>
                    <a:pt x="47810" y="7040"/>
                  </a:lnTo>
                  <a:lnTo>
                    <a:pt x="46607" y="7200"/>
                  </a:lnTo>
                  <a:lnTo>
                    <a:pt x="45444" y="7320"/>
                  </a:lnTo>
                  <a:lnTo>
                    <a:pt x="44341" y="7441"/>
                  </a:lnTo>
                  <a:lnTo>
                    <a:pt x="43258" y="7521"/>
                  </a:lnTo>
                  <a:lnTo>
                    <a:pt x="42235" y="7601"/>
                  </a:lnTo>
                  <a:lnTo>
                    <a:pt x="40350" y="7721"/>
                  </a:lnTo>
                  <a:lnTo>
                    <a:pt x="38705" y="7782"/>
                  </a:lnTo>
                  <a:lnTo>
                    <a:pt x="37302" y="7802"/>
                  </a:lnTo>
                  <a:lnTo>
                    <a:pt x="36219" y="7782"/>
                  </a:lnTo>
                  <a:lnTo>
                    <a:pt x="34955" y="7741"/>
                  </a:lnTo>
                  <a:lnTo>
                    <a:pt x="33551" y="7681"/>
                  </a:lnTo>
                  <a:lnTo>
                    <a:pt x="32007" y="7581"/>
                  </a:lnTo>
                  <a:lnTo>
                    <a:pt x="30323" y="7441"/>
                  </a:lnTo>
                  <a:lnTo>
                    <a:pt x="28538" y="7260"/>
                  </a:lnTo>
                  <a:lnTo>
                    <a:pt x="26653" y="7020"/>
                  </a:lnTo>
                  <a:lnTo>
                    <a:pt x="24667" y="6739"/>
                  </a:lnTo>
                  <a:lnTo>
                    <a:pt x="23544" y="8223"/>
                  </a:lnTo>
                  <a:lnTo>
                    <a:pt x="22622" y="9446"/>
                  </a:lnTo>
                  <a:lnTo>
                    <a:pt x="21920" y="10308"/>
                  </a:lnTo>
                  <a:lnTo>
                    <a:pt x="21679" y="10589"/>
                  </a:lnTo>
                  <a:lnTo>
                    <a:pt x="21499" y="10750"/>
                  </a:lnTo>
                  <a:lnTo>
                    <a:pt x="23304" y="11131"/>
                  </a:lnTo>
                  <a:lnTo>
                    <a:pt x="24226" y="11291"/>
                  </a:lnTo>
                  <a:lnTo>
                    <a:pt x="25149" y="11472"/>
                  </a:lnTo>
                  <a:lnTo>
                    <a:pt x="26091" y="11612"/>
                  </a:lnTo>
                  <a:lnTo>
                    <a:pt x="27054" y="11772"/>
                  </a:lnTo>
                  <a:lnTo>
                    <a:pt x="28036" y="11893"/>
                  </a:lnTo>
                  <a:lnTo>
                    <a:pt x="29019" y="12033"/>
                  </a:lnTo>
                  <a:lnTo>
                    <a:pt x="30002" y="12133"/>
                  </a:lnTo>
                  <a:lnTo>
                    <a:pt x="31024" y="12234"/>
                  </a:lnTo>
                  <a:lnTo>
                    <a:pt x="32027" y="12314"/>
                  </a:lnTo>
                  <a:lnTo>
                    <a:pt x="33070" y="12394"/>
                  </a:lnTo>
                  <a:lnTo>
                    <a:pt x="34113" y="12434"/>
                  </a:lnTo>
                  <a:lnTo>
                    <a:pt x="35156" y="12474"/>
                  </a:lnTo>
                  <a:lnTo>
                    <a:pt x="36219" y="12514"/>
                  </a:lnTo>
                  <a:lnTo>
                    <a:pt x="38284" y="12514"/>
                  </a:lnTo>
                  <a:lnTo>
                    <a:pt x="39267" y="12494"/>
                  </a:lnTo>
                  <a:lnTo>
                    <a:pt x="40250" y="12454"/>
                  </a:lnTo>
                  <a:lnTo>
                    <a:pt x="41212" y="12414"/>
                  </a:lnTo>
                  <a:lnTo>
                    <a:pt x="42155" y="12354"/>
                  </a:lnTo>
                  <a:lnTo>
                    <a:pt x="43097" y="12274"/>
                  </a:lnTo>
                  <a:lnTo>
                    <a:pt x="44040" y="12194"/>
                  </a:lnTo>
                  <a:lnTo>
                    <a:pt x="44962" y="12093"/>
                  </a:lnTo>
                  <a:lnTo>
                    <a:pt x="46767" y="11873"/>
                  </a:lnTo>
                  <a:lnTo>
                    <a:pt x="48552" y="11612"/>
                  </a:lnTo>
                  <a:lnTo>
                    <a:pt x="50277" y="11311"/>
                  </a:lnTo>
                  <a:lnTo>
                    <a:pt x="51961" y="10990"/>
                  </a:lnTo>
                  <a:lnTo>
                    <a:pt x="53606" y="10629"/>
                  </a:lnTo>
                  <a:lnTo>
                    <a:pt x="55190" y="10248"/>
                  </a:lnTo>
                  <a:lnTo>
                    <a:pt x="56714" y="9827"/>
                  </a:lnTo>
                  <a:lnTo>
                    <a:pt x="58198" y="9406"/>
                  </a:lnTo>
                  <a:lnTo>
                    <a:pt x="59642" y="8965"/>
                  </a:lnTo>
                  <a:lnTo>
                    <a:pt x="61026" y="8504"/>
                  </a:lnTo>
                  <a:lnTo>
                    <a:pt x="62330" y="8022"/>
                  </a:lnTo>
                  <a:lnTo>
                    <a:pt x="63593" y="7561"/>
                  </a:lnTo>
                  <a:lnTo>
                    <a:pt x="62410" y="5957"/>
                  </a:lnTo>
                  <a:lnTo>
                    <a:pt x="61106" y="415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22"/>
            <p:cNvSpPr/>
            <p:nvPr/>
          </p:nvSpPr>
          <p:spPr>
            <a:xfrm>
              <a:off x="9935725" y="4378800"/>
              <a:ext cx="500900" cy="650300"/>
            </a:xfrm>
            <a:custGeom>
              <a:avLst/>
              <a:gdLst/>
              <a:ahLst/>
              <a:cxnLst/>
              <a:rect l="l" t="t" r="r" b="b"/>
              <a:pathLst>
                <a:path w="20036" h="26012" extrusionOk="0">
                  <a:moveTo>
                    <a:pt x="7682" y="0"/>
                  </a:moveTo>
                  <a:lnTo>
                    <a:pt x="7241" y="20"/>
                  </a:lnTo>
                  <a:lnTo>
                    <a:pt x="6799" y="61"/>
                  </a:lnTo>
                  <a:lnTo>
                    <a:pt x="6358" y="121"/>
                  </a:lnTo>
                  <a:lnTo>
                    <a:pt x="5917" y="221"/>
                  </a:lnTo>
                  <a:lnTo>
                    <a:pt x="5476" y="321"/>
                  </a:lnTo>
                  <a:lnTo>
                    <a:pt x="5055" y="442"/>
                  </a:lnTo>
                  <a:lnTo>
                    <a:pt x="4633" y="602"/>
                  </a:lnTo>
                  <a:lnTo>
                    <a:pt x="4212" y="762"/>
                  </a:lnTo>
                  <a:lnTo>
                    <a:pt x="3811" y="943"/>
                  </a:lnTo>
                  <a:lnTo>
                    <a:pt x="3410" y="1164"/>
                  </a:lnTo>
                  <a:lnTo>
                    <a:pt x="3009" y="1384"/>
                  </a:lnTo>
                  <a:lnTo>
                    <a:pt x="2628" y="1645"/>
                  </a:lnTo>
                  <a:lnTo>
                    <a:pt x="2267" y="1906"/>
                  </a:lnTo>
                  <a:lnTo>
                    <a:pt x="1906" y="2186"/>
                  </a:lnTo>
                  <a:lnTo>
                    <a:pt x="1565" y="2507"/>
                  </a:lnTo>
                  <a:lnTo>
                    <a:pt x="1224" y="2828"/>
                  </a:lnTo>
                  <a:lnTo>
                    <a:pt x="923" y="3169"/>
                  </a:lnTo>
                  <a:lnTo>
                    <a:pt x="623" y="3530"/>
                  </a:lnTo>
                  <a:lnTo>
                    <a:pt x="342" y="3911"/>
                  </a:lnTo>
                  <a:lnTo>
                    <a:pt x="262" y="3911"/>
                  </a:lnTo>
                  <a:lnTo>
                    <a:pt x="201" y="3931"/>
                  </a:lnTo>
                  <a:lnTo>
                    <a:pt x="141" y="3951"/>
                  </a:lnTo>
                  <a:lnTo>
                    <a:pt x="81" y="3991"/>
                  </a:lnTo>
                  <a:lnTo>
                    <a:pt x="41" y="4031"/>
                  </a:lnTo>
                  <a:lnTo>
                    <a:pt x="1" y="4092"/>
                  </a:lnTo>
                  <a:lnTo>
                    <a:pt x="1" y="4172"/>
                  </a:lnTo>
                  <a:lnTo>
                    <a:pt x="1" y="4252"/>
                  </a:lnTo>
                  <a:lnTo>
                    <a:pt x="1" y="4292"/>
                  </a:lnTo>
                  <a:lnTo>
                    <a:pt x="101" y="4533"/>
                  </a:lnTo>
                  <a:lnTo>
                    <a:pt x="181" y="4733"/>
                  </a:lnTo>
                  <a:lnTo>
                    <a:pt x="282" y="4994"/>
                  </a:lnTo>
                  <a:lnTo>
                    <a:pt x="422" y="5255"/>
                  </a:lnTo>
                  <a:lnTo>
                    <a:pt x="582" y="5495"/>
                  </a:lnTo>
                  <a:lnTo>
                    <a:pt x="743" y="5736"/>
                  </a:lnTo>
                  <a:lnTo>
                    <a:pt x="863" y="5856"/>
                  </a:lnTo>
                  <a:lnTo>
                    <a:pt x="1004" y="5957"/>
                  </a:lnTo>
                  <a:lnTo>
                    <a:pt x="1104" y="6037"/>
                  </a:lnTo>
                  <a:lnTo>
                    <a:pt x="1244" y="6077"/>
                  </a:lnTo>
                  <a:lnTo>
                    <a:pt x="1365" y="6117"/>
                  </a:lnTo>
                  <a:lnTo>
                    <a:pt x="1505" y="6137"/>
                  </a:lnTo>
                  <a:lnTo>
                    <a:pt x="1685" y="6137"/>
                  </a:lnTo>
                  <a:lnTo>
                    <a:pt x="1866" y="6077"/>
                  </a:lnTo>
                  <a:lnTo>
                    <a:pt x="2046" y="5997"/>
                  </a:lnTo>
                  <a:lnTo>
                    <a:pt x="2227" y="5916"/>
                  </a:lnTo>
                  <a:lnTo>
                    <a:pt x="2588" y="5696"/>
                  </a:lnTo>
                  <a:lnTo>
                    <a:pt x="2909" y="5515"/>
                  </a:lnTo>
                  <a:lnTo>
                    <a:pt x="3410" y="5275"/>
                  </a:lnTo>
                  <a:lnTo>
                    <a:pt x="3912" y="5094"/>
                  </a:lnTo>
                  <a:lnTo>
                    <a:pt x="4172" y="4994"/>
                  </a:lnTo>
                  <a:lnTo>
                    <a:pt x="4433" y="4934"/>
                  </a:lnTo>
                  <a:lnTo>
                    <a:pt x="4714" y="4874"/>
                  </a:lnTo>
                  <a:lnTo>
                    <a:pt x="4974" y="4813"/>
                  </a:lnTo>
                  <a:lnTo>
                    <a:pt x="5315" y="4793"/>
                  </a:lnTo>
                  <a:lnTo>
                    <a:pt x="5636" y="4773"/>
                  </a:lnTo>
                  <a:lnTo>
                    <a:pt x="5937" y="4793"/>
                  </a:lnTo>
                  <a:lnTo>
                    <a:pt x="6218" y="4834"/>
                  </a:lnTo>
                  <a:lnTo>
                    <a:pt x="6499" y="4894"/>
                  </a:lnTo>
                  <a:lnTo>
                    <a:pt x="6759" y="4974"/>
                  </a:lnTo>
                  <a:lnTo>
                    <a:pt x="7000" y="5074"/>
                  </a:lnTo>
                  <a:lnTo>
                    <a:pt x="7241" y="5195"/>
                  </a:lnTo>
                  <a:lnTo>
                    <a:pt x="7461" y="5335"/>
                  </a:lnTo>
                  <a:lnTo>
                    <a:pt x="7662" y="5475"/>
                  </a:lnTo>
                  <a:lnTo>
                    <a:pt x="7862" y="5656"/>
                  </a:lnTo>
                  <a:lnTo>
                    <a:pt x="8043" y="5836"/>
                  </a:lnTo>
                  <a:lnTo>
                    <a:pt x="8223" y="6037"/>
                  </a:lnTo>
                  <a:lnTo>
                    <a:pt x="8384" y="6237"/>
                  </a:lnTo>
                  <a:lnTo>
                    <a:pt x="8524" y="6478"/>
                  </a:lnTo>
                  <a:lnTo>
                    <a:pt x="8664" y="6699"/>
                  </a:lnTo>
                  <a:lnTo>
                    <a:pt x="8785" y="6939"/>
                  </a:lnTo>
                  <a:lnTo>
                    <a:pt x="8905" y="7200"/>
                  </a:lnTo>
                  <a:lnTo>
                    <a:pt x="9106" y="7721"/>
                  </a:lnTo>
                  <a:lnTo>
                    <a:pt x="9286" y="8263"/>
                  </a:lnTo>
                  <a:lnTo>
                    <a:pt x="9427" y="8824"/>
                  </a:lnTo>
                  <a:lnTo>
                    <a:pt x="9527" y="9406"/>
                  </a:lnTo>
                  <a:lnTo>
                    <a:pt x="9607" y="9967"/>
                  </a:lnTo>
                  <a:lnTo>
                    <a:pt x="9667" y="10529"/>
                  </a:lnTo>
                  <a:lnTo>
                    <a:pt x="9707" y="11050"/>
                  </a:lnTo>
                  <a:lnTo>
                    <a:pt x="9707" y="11612"/>
                  </a:lnTo>
                  <a:lnTo>
                    <a:pt x="9727" y="12194"/>
                  </a:lnTo>
                  <a:lnTo>
                    <a:pt x="9687" y="13337"/>
                  </a:lnTo>
                  <a:lnTo>
                    <a:pt x="9627" y="14520"/>
                  </a:lnTo>
                  <a:lnTo>
                    <a:pt x="9527" y="15703"/>
                  </a:lnTo>
                  <a:lnTo>
                    <a:pt x="9427" y="16886"/>
                  </a:lnTo>
                  <a:lnTo>
                    <a:pt x="9346" y="18110"/>
                  </a:lnTo>
                  <a:lnTo>
                    <a:pt x="9286" y="19353"/>
                  </a:lnTo>
                  <a:lnTo>
                    <a:pt x="9266" y="19975"/>
                  </a:lnTo>
                  <a:lnTo>
                    <a:pt x="9266" y="20596"/>
                  </a:lnTo>
                  <a:lnTo>
                    <a:pt x="9286" y="21058"/>
                  </a:lnTo>
                  <a:lnTo>
                    <a:pt x="9346" y="21499"/>
                  </a:lnTo>
                  <a:lnTo>
                    <a:pt x="9447" y="21920"/>
                  </a:lnTo>
                  <a:lnTo>
                    <a:pt x="9567" y="22321"/>
                  </a:lnTo>
                  <a:lnTo>
                    <a:pt x="9727" y="22722"/>
                  </a:lnTo>
                  <a:lnTo>
                    <a:pt x="9928" y="23103"/>
                  </a:lnTo>
                  <a:lnTo>
                    <a:pt x="10128" y="23464"/>
                  </a:lnTo>
                  <a:lnTo>
                    <a:pt x="10369" y="23805"/>
                  </a:lnTo>
                  <a:lnTo>
                    <a:pt x="10630" y="24126"/>
                  </a:lnTo>
                  <a:lnTo>
                    <a:pt x="10931" y="24407"/>
                  </a:lnTo>
                  <a:lnTo>
                    <a:pt x="11231" y="24688"/>
                  </a:lnTo>
                  <a:lnTo>
                    <a:pt x="11552" y="24948"/>
                  </a:lnTo>
                  <a:lnTo>
                    <a:pt x="11893" y="25169"/>
                  </a:lnTo>
                  <a:lnTo>
                    <a:pt x="12254" y="25369"/>
                  </a:lnTo>
                  <a:lnTo>
                    <a:pt x="12615" y="25550"/>
                  </a:lnTo>
                  <a:lnTo>
                    <a:pt x="12996" y="25710"/>
                  </a:lnTo>
                  <a:lnTo>
                    <a:pt x="13397" y="25831"/>
                  </a:lnTo>
                  <a:lnTo>
                    <a:pt x="13818" y="25931"/>
                  </a:lnTo>
                  <a:lnTo>
                    <a:pt x="14159" y="25991"/>
                  </a:lnTo>
                  <a:lnTo>
                    <a:pt x="14220" y="25991"/>
                  </a:lnTo>
                  <a:lnTo>
                    <a:pt x="14601" y="26011"/>
                  </a:lnTo>
                  <a:lnTo>
                    <a:pt x="14962" y="26011"/>
                  </a:lnTo>
                  <a:lnTo>
                    <a:pt x="15343" y="25991"/>
                  </a:lnTo>
                  <a:lnTo>
                    <a:pt x="15704" y="25931"/>
                  </a:lnTo>
                  <a:lnTo>
                    <a:pt x="16085" y="25851"/>
                  </a:lnTo>
                  <a:lnTo>
                    <a:pt x="16446" y="25730"/>
                  </a:lnTo>
                  <a:lnTo>
                    <a:pt x="16787" y="25590"/>
                  </a:lnTo>
                  <a:lnTo>
                    <a:pt x="17147" y="25409"/>
                  </a:lnTo>
                  <a:lnTo>
                    <a:pt x="17388" y="25269"/>
                  </a:lnTo>
                  <a:lnTo>
                    <a:pt x="17609" y="25129"/>
                  </a:lnTo>
                  <a:lnTo>
                    <a:pt x="17829" y="24968"/>
                  </a:lnTo>
                  <a:lnTo>
                    <a:pt x="18030" y="24788"/>
                  </a:lnTo>
                  <a:lnTo>
                    <a:pt x="18230" y="24587"/>
                  </a:lnTo>
                  <a:lnTo>
                    <a:pt x="18551" y="24266"/>
                  </a:lnTo>
                  <a:lnTo>
                    <a:pt x="18852" y="23905"/>
                  </a:lnTo>
                  <a:lnTo>
                    <a:pt x="19133" y="23484"/>
                  </a:lnTo>
                  <a:lnTo>
                    <a:pt x="19394" y="23043"/>
                  </a:lnTo>
                  <a:lnTo>
                    <a:pt x="19534" y="22762"/>
                  </a:lnTo>
                  <a:lnTo>
                    <a:pt x="19654" y="22421"/>
                  </a:lnTo>
                  <a:lnTo>
                    <a:pt x="19755" y="22020"/>
                  </a:lnTo>
                  <a:lnTo>
                    <a:pt x="19835" y="21579"/>
                  </a:lnTo>
                  <a:lnTo>
                    <a:pt x="19915" y="21078"/>
                  </a:lnTo>
                  <a:lnTo>
                    <a:pt x="19975" y="20536"/>
                  </a:lnTo>
                  <a:lnTo>
                    <a:pt x="20015" y="19955"/>
                  </a:lnTo>
                  <a:lnTo>
                    <a:pt x="20035" y="19333"/>
                  </a:lnTo>
                  <a:lnTo>
                    <a:pt x="20035" y="18671"/>
                  </a:lnTo>
                  <a:lnTo>
                    <a:pt x="20015" y="17989"/>
                  </a:lnTo>
                  <a:lnTo>
                    <a:pt x="19975" y="17287"/>
                  </a:lnTo>
                  <a:lnTo>
                    <a:pt x="19915" y="16545"/>
                  </a:lnTo>
                  <a:lnTo>
                    <a:pt x="19835" y="15783"/>
                  </a:lnTo>
                  <a:lnTo>
                    <a:pt x="19735" y="15001"/>
                  </a:lnTo>
                  <a:lnTo>
                    <a:pt x="19594" y="14219"/>
                  </a:lnTo>
                  <a:lnTo>
                    <a:pt x="19454" y="13417"/>
                  </a:lnTo>
                  <a:lnTo>
                    <a:pt x="19273" y="12595"/>
                  </a:lnTo>
                  <a:lnTo>
                    <a:pt x="19073" y="11792"/>
                  </a:lnTo>
                  <a:lnTo>
                    <a:pt x="18852" y="10970"/>
                  </a:lnTo>
                  <a:lnTo>
                    <a:pt x="18591" y="10148"/>
                  </a:lnTo>
                  <a:lnTo>
                    <a:pt x="18311" y="9346"/>
                  </a:lnTo>
                  <a:lnTo>
                    <a:pt x="18010" y="8544"/>
                  </a:lnTo>
                  <a:lnTo>
                    <a:pt x="17669" y="7761"/>
                  </a:lnTo>
                  <a:lnTo>
                    <a:pt x="17288" y="6999"/>
                  </a:lnTo>
                  <a:lnTo>
                    <a:pt x="16887" y="6237"/>
                  </a:lnTo>
                  <a:lnTo>
                    <a:pt x="16466" y="5515"/>
                  </a:lnTo>
                  <a:lnTo>
                    <a:pt x="16004" y="4813"/>
                  </a:lnTo>
                  <a:lnTo>
                    <a:pt x="15503" y="4132"/>
                  </a:lnTo>
                  <a:lnTo>
                    <a:pt x="15242" y="3811"/>
                  </a:lnTo>
                  <a:lnTo>
                    <a:pt x="14982" y="3490"/>
                  </a:lnTo>
                  <a:lnTo>
                    <a:pt x="14701" y="3169"/>
                  </a:lnTo>
                  <a:lnTo>
                    <a:pt x="14420" y="2868"/>
                  </a:lnTo>
                  <a:lnTo>
                    <a:pt x="14119" y="2587"/>
                  </a:lnTo>
                  <a:lnTo>
                    <a:pt x="13818" y="2307"/>
                  </a:lnTo>
                  <a:lnTo>
                    <a:pt x="13518" y="2046"/>
                  </a:lnTo>
                  <a:lnTo>
                    <a:pt x="13197" y="1785"/>
                  </a:lnTo>
                  <a:lnTo>
                    <a:pt x="12796" y="1504"/>
                  </a:lnTo>
                  <a:lnTo>
                    <a:pt x="12415" y="1244"/>
                  </a:lnTo>
                  <a:lnTo>
                    <a:pt x="12014" y="1023"/>
                  </a:lnTo>
                  <a:lnTo>
                    <a:pt x="11612" y="823"/>
                  </a:lnTo>
                  <a:lnTo>
                    <a:pt x="11191" y="622"/>
                  </a:lnTo>
                  <a:lnTo>
                    <a:pt x="10770" y="482"/>
                  </a:lnTo>
                  <a:lnTo>
                    <a:pt x="10329" y="341"/>
                  </a:lnTo>
                  <a:lnTo>
                    <a:pt x="9908" y="221"/>
                  </a:lnTo>
                  <a:lnTo>
                    <a:pt x="9467" y="141"/>
                  </a:lnTo>
                  <a:lnTo>
                    <a:pt x="9025" y="61"/>
                  </a:lnTo>
                  <a:lnTo>
                    <a:pt x="8584" y="20"/>
                  </a:lnTo>
                  <a:lnTo>
                    <a:pt x="81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22"/>
            <p:cNvSpPr/>
            <p:nvPr/>
          </p:nvSpPr>
          <p:spPr>
            <a:xfrm>
              <a:off x="9935725" y="4378800"/>
              <a:ext cx="500900" cy="650300"/>
            </a:xfrm>
            <a:custGeom>
              <a:avLst/>
              <a:gdLst/>
              <a:ahLst/>
              <a:cxnLst/>
              <a:rect l="l" t="t" r="r" b="b"/>
              <a:pathLst>
                <a:path w="20036" h="26012" fill="none" extrusionOk="0">
                  <a:moveTo>
                    <a:pt x="19394" y="23043"/>
                  </a:moveTo>
                  <a:lnTo>
                    <a:pt x="19394" y="23043"/>
                  </a:lnTo>
                  <a:lnTo>
                    <a:pt x="19133" y="23484"/>
                  </a:lnTo>
                  <a:lnTo>
                    <a:pt x="18852" y="23905"/>
                  </a:lnTo>
                  <a:lnTo>
                    <a:pt x="18551" y="24266"/>
                  </a:lnTo>
                  <a:lnTo>
                    <a:pt x="18230" y="24587"/>
                  </a:lnTo>
                  <a:lnTo>
                    <a:pt x="18230" y="24587"/>
                  </a:lnTo>
                  <a:lnTo>
                    <a:pt x="18030" y="24788"/>
                  </a:lnTo>
                  <a:lnTo>
                    <a:pt x="17829" y="24968"/>
                  </a:lnTo>
                  <a:lnTo>
                    <a:pt x="17609" y="25129"/>
                  </a:lnTo>
                  <a:lnTo>
                    <a:pt x="17388" y="25269"/>
                  </a:lnTo>
                  <a:lnTo>
                    <a:pt x="17388" y="25269"/>
                  </a:lnTo>
                  <a:lnTo>
                    <a:pt x="17147" y="25409"/>
                  </a:lnTo>
                  <a:lnTo>
                    <a:pt x="17147" y="25409"/>
                  </a:lnTo>
                  <a:lnTo>
                    <a:pt x="16787" y="25590"/>
                  </a:lnTo>
                  <a:lnTo>
                    <a:pt x="16446" y="25730"/>
                  </a:lnTo>
                  <a:lnTo>
                    <a:pt x="16085" y="25851"/>
                  </a:lnTo>
                  <a:lnTo>
                    <a:pt x="15704" y="25931"/>
                  </a:lnTo>
                  <a:lnTo>
                    <a:pt x="15343" y="25991"/>
                  </a:lnTo>
                  <a:lnTo>
                    <a:pt x="14962" y="26011"/>
                  </a:lnTo>
                  <a:lnTo>
                    <a:pt x="14601" y="26011"/>
                  </a:lnTo>
                  <a:lnTo>
                    <a:pt x="14220" y="25991"/>
                  </a:lnTo>
                  <a:lnTo>
                    <a:pt x="14220" y="25991"/>
                  </a:lnTo>
                  <a:lnTo>
                    <a:pt x="14179" y="25991"/>
                  </a:lnTo>
                  <a:lnTo>
                    <a:pt x="14159" y="25991"/>
                  </a:lnTo>
                  <a:lnTo>
                    <a:pt x="14159" y="25991"/>
                  </a:lnTo>
                  <a:lnTo>
                    <a:pt x="13818" y="25931"/>
                  </a:lnTo>
                  <a:lnTo>
                    <a:pt x="13818" y="25931"/>
                  </a:lnTo>
                  <a:lnTo>
                    <a:pt x="13818" y="25931"/>
                  </a:lnTo>
                  <a:lnTo>
                    <a:pt x="13397" y="25831"/>
                  </a:lnTo>
                  <a:lnTo>
                    <a:pt x="12996" y="25710"/>
                  </a:lnTo>
                  <a:lnTo>
                    <a:pt x="12996" y="25710"/>
                  </a:lnTo>
                  <a:lnTo>
                    <a:pt x="12615" y="25550"/>
                  </a:lnTo>
                  <a:lnTo>
                    <a:pt x="12254" y="25369"/>
                  </a:lnTo>
                  <a:lnTo>
                    <a:pt x="11893" y="25169"/>
                  </a:lnTo>
                  <a:lnTo>
                    <a:pt x="11552" y="24948"/>
                  </a:lnTo>
                  <a:lnTo>
                    <a:pt x="11231" y="24688"/>
                  </a:lnTo>
                  <a:lnTo>
                    <a:pt x="10931" y="24407"/>
                  </a:lnTo>
                  <a:lnTo>
                    <a:pt x="10630" y="24126"/>
                  </a:lnTo>
                  <a:lnTo>
                    <a:pt x="10369" y="23805"/>
                  </a:lnTo>
                  <a:lnTo>
                    <a:pt x="10128" y="23464"/>
                  </a:lnTo>
                  <a:lnTo>
                    <a:pt x="9928" y="23103"/>
                  </a:lnTo>
                  <a:lnTo>
                    <a:pt x="9727" y="22722"/>
                  </a:lnTo>
                  <a:lnTo>
                    <a:pt x="9567" y="22321"/>
                  </a:lnTo>
                  <a:lnTo>
                    <a:pt x="9447" y="21920"/>
                  </a:lnTo>
                  <a:lnTo>
                    <a:pt x="9346" y="21499"/>
                  </a:lnTo>
                  <a:lnTo>
                    <a:pt x="9286" y="21058"/>
                  </a:lnTo>
                  <a:lnTo>
                    <a:pt x="9266" y="20596"/>
                  </a:lnTo>
                  <a:lnTo>
                    <a:pt x="9266" y="20596"/>
                  </a:lnTo>
                  <a:lnTo>
                    <a:pt x="9266" y="19975"/>
                  </a:lnTo>
                  <a:lnTo>
                    <a:pt x="9286" y="19353"/>
                  </a:lnTo>
                  <a:lnTo>
                    <a:pt x="9346" y="18110"/>
                  </a:lnTo>
                  <a:lnTo>
                    <a:pt x="9427" y="16886"/>
                  </a:lnTo>
                  <a:lnTo>
                    <a:pt x="9527" y="15703"/>
                  </a:lnTo>
                  <a:lnTo>
                    <a:pt x="9627" y="14520"/>
                  </a:lnTo>
                  <a:lnTo>
                    <a:pt x="9687" y="13337"/>
                  </a:lnTo>
                  <a:lnTo>
                    <a:pt x="9727" y="12194"/>
                  </a:lnTo>
                  <a:lnTo>
                    <a:pt x="9707" y="11612"/>
                  </a:lnTo>
                  <a:lnTo>
                    <a:pt x="9707" y="11050"/>
                  </a:lnTo>
                  <a:lnTo>
                    <a:pt x="9707" y="11050"/>
                  </a:lnTo>
                  <a:lnTo>
                    <a:pt x="9667" y="10529"/>
                  </a:lnTo>
                  <a:lnTo>
                    <a:pt x="9607" y="9967"/>
                  </a:lnTo>
                  <a:lnTo>
                    <a:pt x="9527" y="9406"/>
                  </a:lnTo>
                  <a:lnTo>
                    <a:pt x="9427" y="8824"/>
                  </a:lnTo>
                  <a:lnTo>
                    <a:pt x="9286" y="8263"/>
                  </a:lnTo>
                  <a:lnTo>
                    <a:pt x="9106" y="7721"/>
                  </a:lnTo>
                  <a:lnTo>
                    <a:pt x="8905" y="7200"/>
                  </a:lnTo>
                  <a:lnTo>
                    <a:pt x="8785" y="6939"/>
                  </a:lnTo>
                  <a:lnTo>
                    <a:pt x="8664" y="6699"/>
                  </a:lnTo>
                  <a:lnTo>
                    <a:pt x="8524" y="6478"/>
                  </a:lnTo>
                  <a:lnTo>
                    <a:pt x="8384" y="6237"/>
                  </a:lnTo>
                  <a:lnTo>
                    <a:pt x="8223" y="6037"/>
                  </a:lnTo>
                  <a:lnTo>
                    <a:pt x="8043" y="5836"/>
                  </a:lnTo>
                  <a:lnTo>
                    <a:pt x="7862" y="5656"/>
                  </a:lnTo>
                  <a:lnTo>
                    <a:pt x="7662" y="5475"/>
                  </a:lnTo>
                  <a:lnTo>
                    <a:pt x="7461" y="5335"/>
                  </a:lnTo>
                  <a:lnTo>
                    <a:pt x="7241" y="5195"/>
                  </a:lnTo>
                  <a:lnTo>
                    <a:pt x="7000" y="5074"/>
                  </a:lnTo>
                  <a:lnTo>
                    <a:pt x="6759" y="4974"/>
                  </a:lnTo>
                  <a:lnTo>
                    <a:pt x="6499" y="4894"/>
                  </a:lnTo>
                  <a:lnTo>
                    <a:pt x="6218" y="4834"/>
                  </a:lnTo>
                  <a:lnTo>
                    <a:pt x="5937" y="4793"/>
                  </a:lnTo>
                  <a:lnTo>
                    <a:pt x="5636" y="4773"/>
                  </a:lnTo>
                  <a:lnTo>
                    <a:pt x="5315" y="4793"/>
                  </a:lnTo>
                  <a:lnTo>
                    <a:pt x="4974" y="4813"/>
                  </a:lnTo>
                  <a:lnTo>
                    <a:pt x="4974" y="4813"/>
                  </a:lnTo>
                  <a:lnTo>
                    <a:pt x="4714" y="4874"/>
                  </a:lnTo>
                  <a:lnTo>
                    <a:pt x="4433" y="4934"/>
                  </a:lnTo>
                  <a:lnTo>
                    <a:pt x="4172" y="4994"/>
                  </a:lnTo>
                  <a:lnTo>
                    <a:pt x="3912" y="5094"/>
                  </a:lnTo>
                  <a:lnTo>
                    <a:pt x="3410" y="5275"/>
                  </a:lnTo>
                  <a:lnTo>
                    <a:pt x="2909" y="5515"/>
                  </a:lnTo>
                  <a:lnTo>
                    <a:pt x="2909" y="5515"/>
                  </a:lnTo>
                  <a:lnTo>
                    <a:pt x="2588" y="5696"/>
                  </a:lnTo>
                  <a:lnTo>
                    <a:pt x="2227" y="5916"/>
                  </a:lnTo>
                  <a:lnTo>
                    <a:pt x="2046" y="5997"/>
                  </a:lnTo>
                  <a:lnTo>
                    <a:pt x="1866" y="6077"/>
                  </a:lnTo>
                  <a:lnTo>
                    <a:pt x="1685" y="6137"/>
                  </a:lnTo>
                  <a:lnTo>
                    <a:pt x="1505" y="6137"/>
                  </a:lnTo>
                  <a:lnTo>
                    <a:pt x="1505" y="6137"/>
                  </a:lnTo>
                  <a:lnTo>
                    <a:pt x="1365" y="6117"/>
                  </a:lnTo>
                  <a:lnTo>
                    <a:pt x="1244" y="6077"/>
                  </a:lnTo>
                  <a:lnTo>
                    <a:pt x="1104" y="6037"/>
                  </a:lnTo>
                  <a:lnTo>
                    <a:pt x="1004" y="5957"/>
                  </a:lnTo>
                  <a:lnTo>
                    <a:pt x="1004" y="5957"/>
                  </a:lnTo>
                  <a:lnTo>
                    <a:pt x="863" y="5856"/>
                  </a:lnTo>
                  <a:lnTo>
                    <a:pt x="743" y="5736"/>
                  </a:lnTo>
                  <a:lnTo>
                    <a:pt x="743" y="5736"/>
                  </a:lnTo>
                  <a:lnTo>
                    <a:pt x="582" y="5495"/>
                  </a:lnTo>
                  <a:lnTo>
                    <a:pt x="422" y="5255"/>
                  </a:lnTo>
                  <a:lnTo>
                    <a:pt x="282" y="4994"/>
                  </a:lnTo>
                  <a:lnTo>
                    <a:pt x="181" y="4733"/>
                  </a:lnTo>
                  <a:lnTo>
                    <a:pt x="181" y="4733"/>
                  </a:lnTo>
                  <a:lnTo>
                    <a:pt x="101" y="4533"/>
                  </a:lnTo>
                  <a:lnTo>
                    <a:pt x="101" y="4533"/>
                  </a:lnTo>
                  <a:lnTo>
                    <a:pt x="1" y="4292"/>
                  </a:lnTo>
                  <a:lnTo>
                    <a:pt x="1" y="4292"/>
                  </a:lnTo>
                  <a:lnTo>
                    <a:pt x="1" y="4252"/>
                  </a:lnTo>
                  <a:lnTo>
                    <a:pt x="1" y="4252"/>
                  </a:lnTo>
                  <a:lnTo>
                    <a:pt x="1" y="4172"/>
                  </a:lnTo>
                  <a:lnTo>
                    <a:pt x="1" y="4092"/>
                  </a:lnTo>
                  <a:lnTo>
                    <a:pt x="41" y="4031"/>
                  </a:lnTo>
                  <a:lnTo>
                    <a:pt x="81" y="3991"/>
                  </a:lnTo>
                  <a:lnTo>
                    <a:pt x="141" y="3951"/>
                  </a:lnTo>
                  <a:lnTo>
                    <a:pt x="201" y="3931"/>
                  </a:lnTo>
                  <a:lnTo>
                    <a:pt x="262" y="3911"/>
                  </a:lnTo>
                  <a:lnTo>
                    <a:pt x="342" y="3911"/>
                  </a:lnTo>
                  <a:lnTo>
                    <a:pt x="342" y="3911"/>
                  </a:lnTo>
                  <a:lnTo>
                    <a:pt x="623" y="3530"/>
                  </a:lnTo>
                  <a:lnTo>
                    <a:pt x="923" y="3169"/>
                  </a:lnTo>
                  <a:lnTo>
                    <a:pt x="1224" y="2828"/>
                  </a:lnTo>
                  <a:lnTo>
                    <a:pt x="1565" y="2507"/>
                  </a:lnTo>
                  <a:lnTo>
                    <a:pt x="1906" y="2186"/>
                  </a:lnTo>
                  <a:lnTo>
                    <a:pt x="2267" y="1906"/>
                  </a:lnTo>
                  <a:lnTo>
                    <a:pt x="2628" y="1645"/>
                  </a:lnTo>
                  <a:lnTo>
                    <a:pt x="3009" y="1384"/>
                  </a:lnTo>
                  <a:lnTo>
                    <a:pt x="3410" y="1164"/>
                  </a:lnTo>
                  <a:lnTo>
                    <a:pt x="3811" y="943"/>
                  </a:lnTo>
                  <a:lnTo>
                    <a:pt x="4212" y="762"/>
                  </a:lnTo>
                  <a:lnTo>
                    <a:pt x="4633" y="602"/>
                  </a:lnTo>
                  <a:lnTo>
                    <a:pt x="5055" y="442"/>
                  </a:lnTo>
                  <a:lnTo>
                    <a:pt x="5476" y="321"/>
                  </a:lnTo>
                  <a:lnTo>
                    <a:pt x="5917" y="221"/>
                  </a:lnTo>
                  <a:lnTo>
                    <a:pt x="6358" y="121"/>
                  </a:lnTo>
                  <a:lnTo>
                    <a:pt x="6799" y="61"/>
                  </a:lnTo>
                  <a:lnTo>
                    <a:pt x="7241" y="20"/>
                  </a:lnTo>
                  <a:lnTo>
                    <a:pt x="7682" y="0"/>
                  </a:lnTo>
                  <a:lnTo>
                    <a:pt x="8123" y="0"/>
                  </a:lnTo>
                  <a:lnTo>
                    <a:pt x="8584" y="20"/>
                  </a:lnTo>
                  <a:lnTo>
                    <a:pt x="9025" y="61"/>
                  </a:lnTo>
                  <a:lnTo>
                    <a:pt x="9467" y="141"/>
                  </a:lnTo>
                  <a:lnTo>
                    <a:pt x="9908" y="221"/>
                  </a:lnTo>
                  <a:lnTo>
                    <a:pt x="10329" y="341"/>
                  </a:lnTo>
                  <a:lnTo>
                    <a:pt x="10770" y="482"/>
                  </a:lnTo>
                  <a:lnTo>
                    <a:pt x="11191" y="622"/>
                  </a:lnTo>
                  <a:lnTo>
                    <a:pt x="11612" y="823"/>
                  </a:lnTo>
                  <a:lnTo>
                    <a:pt x="12014" y="1023"/>
                  </a:lnTo>
                  <a:lnTo>
                    <a:pt x="12415" y="1244"/>
                  </a:lnTo>
                  <a:lnTo>
                    <a:pt x="12796" y="1504"/>
                  </a:lnTo>
                  <a:lnTo>
                    <a:pt x="13197" y="1785"/>
                  </a:lnTo>
                  <a:lnTo>
                    <a:pt x="13197" y="1785"/>
                  </a:lnTo>
                  <a:lnTo>
                    <a:pt x="13518" y="2046"/>
                  </a:lnTo>
                  <a:lnTo>
                    <a:pt x="13818" y="2307"/>
                  </a:lnTo>
                  <a:lnTo>
                    <a:pt x="14119" y="2587"/>
                  </a:lnTo>
                  <a:lnTo>
                    <a:pt x="14420" y="2868"/>
                  </a:lnTo>
                  <a:lnTo>
                    <a:pt x="14701" y="3169"/>
                  </a:lnTo>
                  <a:lnTo>
                    <a:pt x="14982" y="3490"/>
                  </a:lnTo>
                  <a:lnTo>
                    <a:pt x="15242" y="3811"/>
                  </a:lnTo>
                  <a:lnTo>
                    <a:pt x="15503" y="4132"/>
                  </a:lnTo>
                  <a:lnTo>
                    <a:pt x="16004" y="4813"/>
                  </a:lnTo>
                  <a:lnTo>
                    <a:pt x="16466" y="5515"/>
                  </a:lnTo>
                  <a:lnTo>
                    <a:pt x="16887" y="6237"/>
                  </a:lnTo>
                  <a:lnTo>
                    <a:pt x="17288" y="6999"/>
                  </a:lnTo>
                  <a:lnTo>
                    <a:pt x="17669" y="7761"/>
                  </a:lnTo>
                  <a:lnTo>
                    <a:pt x="18010" y="8544"/>
                  </a:lnTo>
                  <a:lnTo>
                    <a:pt x="18311" y="9346"/>
                  </a:lnTo>
                  <a:lnTo>
                    <a:pt x="18591" y="10148"/>
                  </a:lnTo>
                  <a:lnTo>
                    <a:pt x="18852" y="10970"/>
                  </a:lnTo>
                  <a:lnTo>
                    <a:pt x="19073" y="11792"/>
                  </a:lnTo>
                  <a:lnTo>
                    <a:pt x="19273" y="12595"/>
                  </a:lnTo>
                  <a:lnTo>
                    <a:pt x="19454" y="13417"/>
                  </a:lnTo>
                  <a:lnTo>
                    <a:pt x="19594" y="14219"/>
                  </a:lnTo>
                  <a:lnTo>
                    <a:pt x="19735" y="15001"/>
                  </a:lnTo>
                  <a:lnTo>
                    <a:pt x="19835" y="15783"/>
                  </a:lnTo>
                  <a:lnTo>
                    <a:pt x="19915" y="16545"/>
                  </a:lnTo>
                  <a:lnTo>
                    <a:pt x="19975" y="17287"/>
                  </a:lnTo>
                  <a:lnTo>
                    <a:pt x="20015" y="17989"/>
                  </a:lnTo>
                  <a:lnTo>
                    <a:pt x="20035" y="18671"/>
                  </a:lnTo>
                  <a:lnTo>
                    <a:pt x="20035" y="19333"/>
                  </a:lnTo>
                  <a:lnTo>
                    <a:pt x="20015" y="19955"/>
                  </a:lnTo>
                  <a:lnTo>
                    <a:pt x="19975" y="20536"/>
                  </a:lnTo>
                  <a:lnTo>
                    <a:pt x="19915" y="21078"/>
                  </a:lnTo>
                  <a:lnTo>
                    <a:pt x="19835" y="21579"/>
                  </a:lnTo>
                  <a:lnTo>
                    <a:pt x="19755" y="22020"/>
                  </a:lnTo>
                  <a:lnTo>
                    <a:pt x="19654" y="22421"/>
                  </a:lnTo>
                  <a:lnTo>
                    <a:pt x="19534" y="22762"/>
                  </a:lnTo>
                  <a:lnTo>
                    <a:pt x="19394" y="230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22"/>
            <p:cNvSpPr/>
            <p:nvPr/>
          </p:nvSpPr>
          <p:spPr>
            <a:xfrm>
              <a:off x="9969325" y="4403375"/>
              <a:ext cx="438225" cy="607175"/>
            </a:xfrm>
            <a:custGeom>
              <a:avLst/>
              <a:gdLst/>
              <a:ahLst/>
              <a:cxnLst/>
              <a:rect l="l" t="t" r="r" b="b"/>
              <a:pathLst>
                <a:path w="17529" h="24287" extrusionOk="0">
                  <a:moveTo>
                    <a:pt x="5856" y="0"/>
                  </a:moveTo>
                  <a:lnTo>
                    <a:pt x="5536" y="20"/>
                  </a:lnTo>
                  <a:lnTo>
                    <a:pt x="4874" y="100"/>
                  </a:lnTo>
                  <a:lnTo>
                    <a:pt x="4212" y="221"/>
                  </a:lnTo>
                  <a:lnTo>
                    <a:pt x="3570" y="381"/>
                  </a:lnTo>
                  <a:lnTo>
                    <a:pt x="2949" y="582"/>
                  </a:lnTo>
                  <a:lnTo>
                    <a:pt x="2327" y="822"/>
                  </a:lnTo>
                  <a:lnTo>
                    <a:pt x="1725" y="1103"/>
                  </a:lnTo>
                  <a:lnTo>
                    <a:pt x="1124" y="1424"/>
                  </a:lnTo>
                  <a:lnTo>
                    <a:pt x="562" y="1765"/>
                  </a:lnTo>
                  <a:lnTo>
                    <a:pt x="1" y="2146"/>
                  </a:lnTo>
                  <a:lnTo>
                    <a:pt x="382" y="2306"/>
                  </a:lnTo>
                  <a:lnTo>
                    <a:pt x="983" y="1905"/>
                  </a:lnTo>
                  <a:lnTo>
                    <a:pt x="1605" y="1544"/>
                  </a:lnTo>
                  <a:lnTo>
                    <a:pt x="2247" y="1223"/>
                  </a:lnTo>
                  <a:lnTo>
                    <a:pt x="2588" y="1083"/>
                  </a:lnTo>
                  <a:lnTo>
                    <a:pt x="2908" y="963"/>
                  </a:lnTo>
                  <a:lnTo>
                    <a:pt x="3249" y="842"/>
                  </a:lnTo>
                  <a:lnTo>
                    <a:pt x="3590" y="722"/>
                  </a:lnTo>
                  <a:lnTo>
                    <a:pt x="3951" y="622"/>
                  </a:lnTo>
                  <a:lnTo>
                    <a:pt x="4312" y="542"/>
                  </a:lnTo>
                  <a:lnTo>
                    <a:pt x="4673" y="481"/>
                  </a:lnTo>
                  <a:lnTo>
                    <a:pt x="5034" y="421"/>
                  </a:lnTo>
                  <a:lnTo>
                    <a:pt x="5395" y="381"/>
                  </a:lnTo>
                  <a:lnTo>
                    <a:pt x="5776" y="341"/>
                  </a:lnTo>
                  <a:lnTo>
                    <a:pt x="6518" y="341"/>
                  </a:lnTo>
                  <a:lnTo>
                    <a:pt x="6819" y="361"/>
                  </a:lnTo>
                  <a:lnTo>
                    <a:pt x="7421" y="421"/>
                  </a:lnTo>
                  <a:lnTo>
                    <a:pt x="8002" y="542"/>
                  </a:lnTo>
                  <a:lnTo>
                    <a:pt x="8584" y="702"/>
                  </a:lnTo>
                  <a:lnTo>
                    <a:pt x="9125" y="903"/>
                  </a:lnTo>
                  <a:lnTo>
                    <a:pt x="9667" y="1143"/>
                  </a:lnTo>
                  <a:lnTo>
                    <a:pt x="10168" y="1424"/>
                  </a:lnTo>
                  <a:lnTo>
                    <a:pt x="10670" y="1745"/>
                  </a:lnTo>
                  <a:lnTo>
                    <a:pt x="11131" y="2086"/>
                  </a:lnTo>
                  <a:lnTo>
                    <a:pt x="11572" y="2467"/>
                  </a:lnTo>
                  <a:lnTo>
                    <a:pt x="12013" y="2868"/>
                  </a:lnTo>
                  <a:lnTo>
                    <a:pt x="12414" y="3309"/>
                  </a:lnTo>
                  <a:lnTo>
                    <a:pt x="12795" y="3770"/>
                  </a:lnTo>
                  <a:lnTo>
                    <a:pt x="13156" y="4272"/>
                  </a:lnTo>
                  <a:lnTo>
                    <a:pt x="13477" y="4793"/>
                  </a:lnTo>
                  <a:lnTo>
                    <a:pt x="13798" y="5315"/>
                  </a:lnTo>
                  <a:lnTo>
                    <a:pt x="14079" y="5876"/>
                  </a:lnTo>
                  <a:lnTo>
                    <a:pt x="14360" y="6458"/>
                  </a:lnTo>
                  <a:lnTo>
                    <a:pt x="14620" y="7039"/>
                  </a:lnTo>
                  <a:lnTo>
                    <a:pt x="14861" y="7621"/>
                  </a:lnTo>
                  <a:lnTo>
                    <a:pt x="15082" y="8222"/>
                  </a:lnTo>
                  <a:lnTo>
                    <a:pt x="15282" y="8844"/>
                  </a:lnTo>
                  <a:lnTo>
                    <a:pt x="15483" y="9446"/>
                  </a:lnTo>
                  <a:lnTo>
                    <a:pt x="15683" y="10067"/>
                  </a:lnTo>
                  <a:lnTo>
                    <a:pt x="15844" y="10709"/>
                  </a:lnTo>
                  <a:lnTo>
                    <a:pt x="16004" y="11331"/>
                  </a:lnTo>
                  <a:lnTo>
                    <a:pt x="16305" y="12594"/>
                  </a:lnTo>
                  <a:lnTo>
                    <a:pt x="16546" y="13858"/>
                  </a:lnTo>
                  <a:lnTo>
                    <a:pt x="16766" y="15101"/>
                  </a:lnTo>
                  <a:lnTo>
                    <a:pt x="16886" y="15743"/>
                  </a:lnTo>
                  <a:lnTo>
                    <a:pt x="16967" y="16405"/>
                  </a:lnTo>
                  <a:lnTo>
                    <a:pt x="17047" y="17066"/>
                  </a:lnTo>
                  <a:lnTo>
                    <a:pt x="17107" y="17728"/>
                  </a:lnTo>
                  <a:lnTo>
                    <a:pt x="17147" y="18390"/>
                  </a:lnTo>
                  <a:lnTo>
                    <a:pt x="17187" y="19052"/>
                  </a:lnTo>
                  <a:lnTo>
                    <a:pt x="17187" y="19714"/>
                  </a:lnTo>
                  <a:lnTo>
                    <a:pt x="17187" y="20375"/>
                  </a:lnTo>
                  <a:lnTo>
                    <a:pt x="17167" y="20917"/>
                  </a:lnTo>
                  <a:lnTo>
                    <a:pt x="17107" y="21438"/>
                  </a:lnTo>
                  <a:lnTo>
                    <a:pt x="17027" y="21960"/>
                  </a:lnTo>
                  <a:lnTo>
                    <a:pt x="16927" y="22461"/>
                  </a:lnTo>
                  <a:lnTo>
                    <a:pt x="16786" y="22963"/>
                  </a:lnTo>
                  <a:lnTo>
                    <a:pt x="16686" y="23203"/>
                  </a:lnTo>
                  <a:lnTo>
                    <a:pt x="16586" y="23444"/>
                  </a:lnTo>
                  <a:lnTo>
                    <a:pt x="16465" y="23664"/>
                  </a:lnTo>
                  <a:lnTo>
                    <a:pt x="16345" y="23885"/>
                  </a:lnTo>
                  <a:lnTo>
                    <a:pt x="16205" y="24086"/>
                  </a:lnTo>
                  <a:lnTo>
                    <a:pt x="16044" y="24286"/>
                  </a:lnTo>
                  <a:lnTo>
                    <a:pt x="16044" y="24286"/>
                  </a:lnTo>
                  <a:lnTo>
                    <a:pt x="16265" y="24146"/>
                  </a:lnTo>
                  <a:lnTo>
                    <a:pt x="16485" y="23985"/>
                  </a:lnTo>
                  <a:lnTo>
                    <a:pt x="16686" y="23805"/>
                  </a:lnTo>
                  <a:lnTo>
                    <a:pt x="16886" y="23604"/>
                  </a:lnTo>
                  <a:lnTo>
                    <a:pt x="17007" y="23344"/>
                  </a:lnTo>
                  <a:lnTo>
                    <a:pt x="17107" y="23063"/>
                  </a:lnTo>
                  <a:lnTo>
                    <a:pt x="17207" y="22782"/>
                  </a:lnTo>
                  <a:lnTo>
                    <a:pt x="17288" y="22481"/>
                  </a:lnTo>
                  <a:lnTo>
                    <a:pt x="17348" y="22180"/>
                  </a:lnTo>
                  <a:lnTo>
                    <a:pt x="17408" y="21880"/>
                  </a:lnTo>
                  <a:lnTo>
                    <a:pt x="17468" y="21278"/>
                  </a:lnTo>
                  <a:lnTo>
                    <a:pt x="17528" y="20656"/>
                  </a:lnTo>
                  <a:lnTo>
                    <a:pt x="17528" y="20035"/>
                  </a:lnTo>
                  <a:lnTo>
                    <a:pt x="17528" y="19433"/>
                  </a:lnTo>
                  <a:lnTo>
                    <a:pt x="17508" y="18851"/>
                  </a:lnTo>
                  <a:lnTo>
                    <a:pt x="17488" y="18250"/>
                  </a:lnTo>
                  <a:lnTo>
                    <a:pt x="17448" y="17648"/>
                  </a:lnTo>
                  <a:lnTo>
                    <a:pt x="17388" y="17046"/>
                  </a:lnTo>
                  <a:lnTo>
                    <a:pt x="17328" y="16465"/>
                  </a:lnTo>
                  <a:lnTo>
                    <a:pt x="17147" y="15262"/>
                  </a:lnTo>
                  <a:lnTo>
                    <a:pt x="16947" y="14078"/>
                  </a:lnTo>
                  <a:lnTo>
                    <a:pt x="16686" y="12915"/>
                  </a:lnTo>
                  <a:lnTo>
                    <a:pt x="16405" y="11752"/>
                  </a:lnTo>
                  <a:lnTo>
                    <a:pt x="16104" y="10589"/>
                  </a:lnTo>
                  <a:lnTo>
                    <a:pt x="15763" y="9426"/>
                  </a:lnTo>
                  <a:lnTo>
                    <a:pt x="15463" y="8443"/>
                  </a:lnTo>
                  <a:lnTo>
                    <a:pt x="15122" y="7460"/>
                  </a:lnTo>
                  <a:lnTo>
                    <a:pt x="14921" y="6979"/>
                  </a:lnTo>
                  <a:lnTo>
                    <a:pt x="14741" y="6498"/>
                  </a:lnTo>
                  <a:lnTo>
                    <a:pt x="14520" y="6016"/>
                  </a:lnTo>
                  <a:lnTo>
                    <a:pt x="14299" y="5555"/>
                  </a:lnTo>
                  <a:lnTo>
                    <a:pt x="14059" y="5094"/>
                  </a:lnTo>
                  <a:lnTo>
                    <a:pt x="13798" y="4653"/>
                  </a:lnTo>
                  <a:lnTo>
                    <a:pt x="13517" y="4212"/>
                  </a:lnTo>
                  <a:lnTo>
                    <a:pt x="13237" y="3790"/>
                  </a:lnTo>
                  <a:lnTo>
                    <a:pt x="12916" y="3369"/>
                  </a:lnTo>
                  <a:lnTo>
                    <a:pt x="12595" y="2968"/>
                  </a:lnTo>
                  <a:lnTo>
                    <a:pt x="12234" y="2587"/>
                  </a:lnTo>
                  <a:lnTo>
                    <a:pt x="11853" y="2226"/>
                  </a:lnTo>
                  <a:lnTo>
                    <a:pt x="11572" y="1945"/>
                  </a:lnTo>
                  <a:lnTo>
                    <a:pt x="11251" y="1705"/>
                  </a:lnTo>
                  <a:lnTo>
                    <a:pt x="10930" y="1464"/>
                  </a:lnTo>
                  <a:lnTo>
                    <a:pt x="10609" y="1263"/>
                  </a:lnTo>
                  <a:lnTo>
                    <a:pt x="10268" y="1063"/>
                  </a:lnTo>
                  <a:lnTo>
                    <a:pt x="9928" y="882"/>
                  </a:lnTo>
                  <a:lnTo>
                    <a:pt x="9587" y="702"/>
                  </a:lnTo>
                  <a:lnTo>
                    <a:pt x="9226" y="562"/>
                  </a:lnTo>
                  <a:lnTo>
                    <a:pt x="8865" y="421"/>
                  </a:lnTo>
                  <a:lnTo>
                    <a:pt x="8484" y="321"/>
                  </a:lnTo>
                  <a:lnTo>
                    <a:pt x="8123" y="221"/>
                  </a:lnTo>
                  <a:lnTo>
                    <a:pt x="7742" y="140"/>
                  </a:lnTo>
                  <a:lnTo>
                    <a:pt x="7361" y="80"/>
                  </a:lnTo>
                  <a:lnTo>
                    <a:pt x="6980" y="40"/>
                  </a:lnTo>
                  <a:lnTo>
                    <a:pt x="6578" y="20"/>
                  </a:lnTo>
                  <a:lnTo>
                    <a:pt x="619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22"/>
            <p:cNvSpPr/>
            <p:nvPr/>
          </p:nvSpPr>
          <p:spPr>
            <a:xfrm>
              <a:off x="10290200" y="5028575"/>
              <a:ext cx="1525" cy="525"/>
            </a:xfrm>
            <a:custGeom>
              <a:avLst/>
              <a:gdLst/>
              <a:ahLst/>
              <a:cxnLst/>
              <a:rect l="l" t="t" r="r" b="b"/>
              <a:pathLst>
                <a:path w="61" h="21" extrusionOk="0">
                  <a:moveTo>
                    <a:pt x="0" y="0"/>
                  </a:moveTo>
                  <a:lnTo>
                    <a:pt x="61" y="2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DEDA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22"/>
            <p:cNvSpPr/>
            <p:nvPr/>
          </p:nvSpPr>
          <p:spPr>
            <a:xfrm>
              <a:off x="10290200" y="5028575"/>
              <a:ext cx="1525" cy="525"/>
            </a:xfrm>
            <a:custGeom>
              <a:avLst/>
              <a:gdLst/>
              <a:ahLst/>
              <a:cxnLst/>
              <a:rect l="l" t="t" r="r" b="b"/>
              <a:pathLst>
                <a:path w="61" h="2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22"/>
            <p:cNvSpPr/>
            <p:nvPr/>
          </p:nvSpPr>
          <p:spPr>
            <a:xfrm>
              <a:off x="10217500" y="4514175"/>
              <a:ext cx="54675" cy="468800"/>
            </a:xfrm>
            <a:custGeom>
              <a:avLst/>
              <a:gdLst/>
              <a:ahLst/>
              <a:cxnLst/>
              <a:rect l="l" t="t" r="r" b="b"/>
              <a:pathLst>
                <a:path w="2187" h="18752" extrusionOk="0">
                  <a:moveTo>
                    <a:pt x="1" y="0"/>
                  </a:moveTo>
                  <a:lnTo>
                    <a:pt x="321" y="461"/>
                  </a:lnTo>
                  <a:lnTo>
                    <a:pt x="622" y="963"/>
                  </a:lnTo>
                  <a:lnTo>
                    <a:pt x="883" y="1484"/>
                  </a:lnTo>
                  <a:lnTo>
                    <a:pt x="1124" y="2026"/>
                  </a:lnTo>
                  <a:lnTo>
                    <a:pt x="1324" y="2567"/>
                  </a:lnTo>
                  <a:lnTo>
                    <a:pt x="1505" y="3149"/>
                  </a:lnTo>
                  <a:lnTo>
                    <a:pt x="1645" y="3730"/>
                  </a:lnTo>
                  <a:lnTo>
                    <a:pt x="1745" y="4332"/>
                  </a:lnTo>
                  <a:lnTo>
                    <a:pt x="1846" y="4934"/>
                  </a:lnTo>
                  <a:lnTo>
                    <a:pt x="1906" y="5535"/>
                  </a:lnTo>
                  <a:lnTo>
                    <a:pt x="1926" y="6137"/>
                  </a:lnTo>
                  <a:lnTo>
                    <a:pt x="1946" y="6758"/>
                  </a:lnTo>
                  <a:lnTo>
                    <a:pt x="1926" y="7360"/>
                  </a:lnTo>
                  <a:lnTo>
                    <a:pt x="1886" y="7962"/>
                  </a:lnTo>
                  <a:lnTo>
                    <a:pt x="1825" y="8543"/>
                  </a:lnTo>
                  <a:lnTo>
                    <a:pt x="1745" y="9125"/>
                  </a:lnTo>
                  <a:lnTo>
                    <a:pt x="1505" y="12975"/>
                  </a:lnTo>
                  <a:lnTo>
                    <a:pt x="1424" y="14098"/>
                  </a:lnTo>
                  <a:lnTo>
                    <a:pt x="1344" y="15222"/>
                  </a:lnTo>
                  <a:lnTo>
                    <a:pt x="1344" y="15783"/>
                  </a:lnTo>
                  <a:lnTo>
                    <a:pt x="1344" y="16345"/>
                  </a:lnTo>
                  <a:lnTo>
                    <a:pt x="1364" y="16906"/>
                  </a:lnTo>
                  <a:lnTo>
                    <a:pt x="1424" y="17468"/>
                  </a:lnTo>
                  <a:lnTo>
                    <a:pt x="1464" y="17809"/>
                  </a:lnTo>
                  <a:lnTo>
                    <a:pt x="1545" y="18170"/>
                  </a:lnTo>
                  <a:lnTo>
                    <a:pt x="1745" y="18450"/>
                  </a:lnTo>
                  <a:lnTo>
                    <a:pt x="1986" y="18751"/>
                  </a:lnTo>
                  <a:lnTo>
                    <a:pt x="1906" y="18410"/>
                  </a:lnTo>
                  <a:lnTo>
                    <a:pt x="1846" y="18089"/>
                  </a:lnTo>
                  <a:lnTo>
                    <a:pt x="1785" y="17748"/>
                  </a:lnTo>
                  <a:lnTo>
                    <a:pt x="1745" y="17407"/>
                  </a:lnTo>
                  <a:lnTo>
                    <a:pt x="1685" y="16726"/>
                  </a:lnTo>
                  <a:lnTo>
                    <a:pt x="1645" y="16024"/>
                  </a:lnTo>
                  <a:lnTo>
                    <a:pt x="1665" y="15322"/>
                  </a:lnTo>
                  <a:lnTo>
                    <a:pt x="1685" y="14640"/>
                  </a:lnTo>
                  <a:lnTo>
                    <a:pt x="1765" y="13336"/>
                  </a:lnTo>
                  <a:lnTo>
                    <a:pt x="1846" y="12213"/>
                  </a:lnTo>
                  <a:lnTo>
                    <a:pt x="1946" y="11070"/>
                  </a:lnTo>
                  <a:lnTo>
                    <a:pt x="2046" y="9927"/>
                  </a:lnTo>
                  <a:lnTo>
                    <a:pt x="2126" y="8784"/>
                  </a:lnTo>
                  <a:lnTo>
                    <a:pt x="2186" y="7641"/>
                  </a:lnTo>
                  <a:lnTo>
                    <a:pt x="2186" y="7079"/>
                  </a:lnTo>
                  <a:lnTo>
                    <a:pt x="2186" y="6498"/>
                  </a:lnTo>
                  <a:lnTo>
                    <a:pt x="2166" y="5936"/>
                  </a:lnTo>
                  <a:lnTo>
                    <a:pt x="2126" y="5375"/>
                  </a:lnTo>
                  <a:lnTo>
                    <a:pt x="2066" y="4813"/>
                  </a:lnTo>
                  <a:lnTo>
                    <a:pt x="1986" y="4252"/>
                  </a:lnTo>
                  <a:lnTo>
                    <a:pt x="1866" y="3670"/>
                  </a:lnTo>
                  <a:lnTo>
                    <a:pt x="1725" y="3089"/>
                  </a:lnTo>
                  <a:lnTo>
                    <a:pt x="1525" y="2527"/>
                  </a:lnTo>
                  <a:lnTo>
                    <a:pt x="1304" y="1965"/>
                  </a:lnTo>
                  <a:lnTo>
                    <a:pt x="1043" y="1444"/>
                  </a:lnTo>
                  <a:lnTo>
                    <a:pt x="883" y="1183"/>
                  </a:lnTo>
                  <a:lnTo>
                    <a:pt x="722" y="923"/>
                  </a:lnTo>
                  <a:lnTo>
                    <a:pt x="562" y="682"/>
                  </a:lnTo>
                  <a:lnTo>
                    <a:pt x="382" y="441"/>
                  </a:lnTo>
                  <a:lnTo>
                    <a:pt x="201" y="22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22"/>
            <p:cNvSpPr/>
            <p:nvPr/>
          </p:nvSpPr>
          <p:spPr>
            <a:xfrm>
              <a:off x="10289700" y="5028575"/>
              <a:ext cx="1525" cy="25"/>
            </a:xfrm>
            <a:custGeom>
              <a:avLst/>
              <a:gdLst/>
              <a:ahLst/>
              <a:cxnLst/>
              <a:rect l="l" t="t" r="r" b="b"/>
              <a:pathLst>
                <a:path w="61" h="1" fill="none" extrusionOk="0">
                  <a:moveTo>
                    <a:pt x="2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22"/>
            <p:cNvSpPr/>
            <p:nvPr/>
          </p:nvSpPr>
          <p:spPr>
            <a:xfrm>
              <a:off x="10267125" y="4982950"/>
              <a:ext cx="97300" cy="46650"/>
            </a:xfrm>
            <a:custGeom>
              <a:avLst/>
              <a:gdLst/>
              <a:ahLst/>
              <a:cxnLst/>
              <a:rect l="l" t="t" r="r" b="b"/>
              <a:pathLst>
                <a:path w="3892" h="1866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81" y="501"/>
                  </a:lnTo>
                  <a:lnTo>
                    <a:pt x="282" y="742"/>
                  </a:lnTo>
                  <a:lnTo>
                    <a:pt x="402" y="963"/>
                  </a:lnTo>
                  <a:lnTo>
                    <a:pt x="522" y="1203"/>
                  </a:lnTo>
                  <a:lnTo>
                    <a:pt x="663" y="1424"/>
                  </a:lnTo>
                  <a:lnTo>
                    <a:pt x="803" y="1625"/>
                  </a:lnTo>
                  <a:lnTo>
                    <a:pt x="964" y="1825"/>
                  </a:lnTo>
                  <a:lnTo>
                    <a:pt x="964" y="1825"/>
                  </a:lnTo>
                  <a:lnTo>
                    <a:pt x="964" y="1825"/>
                  </a:lnTo>
                  <a:lnTo>
                    <a:pt x="1244" y="1845"/>
                  </a:lnTo>
                  <a:lnTo>
                    <a:pt x="1525" y="1865"/>
                  </a:lnTo>
                  <a:lnTo>
                    <a:pt x="1525" y="1865"/>
                  </a:lnTo>
                  <a:lnTo>
                    <a:pt x="1826" y="1845"/>
                  </a:lnTo>
                  <a:lnTo>
                    <a:pt x="2127" y="1825"/>
                  </a:lnTo>
                  <a:lnTo>
                    <a:pt x="2428" y="1765"/>
                  </a:lnTo>
                  <a:lnTo>
                    <a:pt x="2728" y="1705"/>
                  </a:lnTo>
                  <a:lnTo>
                    <a:pt x="3029" y="1625"/>
                  </a:lnTo>
                  <a:lnTo>
                    <a:pt x="3310" y="1524"/>
                  </a:lnTo>
                  <a:lnTo>
                    <a:pt x="3611" y="1384"/>
                  </a:lnTo>
                  <a:lnTo>
                    <a:pt x="3891" y="1243"/>
                  </a:lnTo>
                  <a:lnTo>
                    <a:pt x="3891" y="1243"/>
                  </a:lnTo>
                  <a:lnTo>
                    <a:pt x="3470" y="1304"/>
                  </a:lnTo>
                  <a:lnTo>
                    <a:pt x="3029" y="1324"/>
                  </a:lnTo>
                  <a:lnTo>
                    <a:pt x="3029" y="1324"/>
                  </a:lnTo>
                  <a:lnTo>
                    <a:pt x="2668" y="1304"/>
                  </a:lnTo>
                  <a:lnTo>
                    <a:pt x="2287" y="1264"/>
                  </a:lnTo>
                  <a:lnTo>
                    <a:pt x="1926" y="1183"/>
                  </a:lnTo>
                  <a:lnTo>
                    <a:pt x="1565" y="1063"/>
                  </a:lnTo>
                  <a:lnTo>
                    <a:pt x="1204" y="903"/>
                  </a:lnTo>
                  <a:lnTo>
                    <a:pt x="843" y="702"/>
                  </a:lnTo>
                  <a:lnTo>
                    <a:pt x="522" y="441"/>
                  </a:lnTo>
                  <a:lnTo>
                    <a:pt x="181" y="161"/>
                  </a:lnTo>
                  <a:lnTo>
                    <a:pt x="181" y="16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22"/>
            <p:cNvSpPr/>
            <p:nvPr/>
          </p:nvSpPr>
          <p:spPr>
            <a:xfrm>
              <a:off x="10048050" y="4477075"/>
              <a:ext cx="229650" cy="544500"/>
            </a:xfrm>
            <a:custGeom>
              <a:avLst/>
              <a:gdLst/>
              <a:ahLst/>
              <a:cxnLst/>
              <a:rect l="l" t="t" r="r" b="b"/>
              <a:pathLst>
                <a:path w="9186" h="21780" fill="none" extrusionOk="0">
                  <a:moveTo>
                    <a:pt x="2467" y="0"/>
                  </a:moveTo>
                  <a:lnTo>
                    <a:pt x="2467" y="0"/>
                  </a:lnTo>
                  <a:lnTo>
                    <a:pt x="1845" y="20"/>
                  </a:lnTo>
                  <a:lnTo>
                    <a:pt x="1243" y="80"/>
                  </a:lnTo>
                  <a:lnTo>
                    <a:pt x="622" y="201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381" y="301"/>
                  </a:lnTo>
                  <a:lnTo>
                    <a:pt x="742" y="301"/>
                  </a:lnTo>
                  <a:lnTo>
                    <a:pt x="742" y="301"/>
                  </a:lnTo>
                  <a:lnTo>
                    <a:pt x="1143" y="301"/>
                  </a:lnTo>
                  <a:lnTo>
                    <a:pt x="1544" y="341"/>
                  </a:lnTo>
                  <a:lnTo>
                    <a:pt x="1925" y="401"/>
                  </a:lnTo>
                  <a:lnTo>
                    <a:pt x="2326" y="481"/>
                  </a:lnTo>
                  <a:lnTo>
                    <a:pt x="2326" y="481"/>
                  </a:lnTo>
                  <a:lnTo>
                    <a:pt x="2768" y="622"/>
                  </a:lnTo>
                  <a:lnTo>
                    <a:pt x="3209" y="782"/>
                  </a:lnTo>
                  <a:lnTo>
                    <a:pt x="3610" y="963"/>
                  </a:lnTo>
                  <a:lnTo>
                    <a:pt x="3991" y="1183"/>
                  </a:lnTo>
                  <a:lnTo>
                    <a:pt x="4372" y="1404"/>
                  </a:lnTo>
                  <a:lnTo>
                    <a:pt x="4713" y="1685"/>
                  </a:lnTo>
                  <a:lnTo>
                    <a:pt x="5034" y="1965"/>
                  </a:lnTo>
                  <a:lnTo>
                    <a:pt x="5335" y="2286"/>
                  </a:lnTo>
                  <a:lnTo>
                    <a:pt x="5615" y="2607"/>
                  </a:lnTo>
                  <a:lnTo>
                    <a:pt x="5876" y="2968"/>
                  </a:lnTo>
                  <a:lnTo>
                    <a:pt x="6117" y="3329"/>
                  </a:lnTo>
                  <a:lnTo>
                    <a:pt x="6317" y="3730"/>
                  </a:lnTo>
                  <a:lnTo>
                    <a:pt x="6518" y="4131"/>
                  </a:lnTo>
                  <a:lnTo>
                    <a:pt x="6678" y="4552"/>
                  </a:lnTo>
                  <a:lnTo>
                    <a:pt x="6819" y="4974"/>
                  </a:lnTo>
                  <a:lnTo>
                    <a:pt x="6919" y="5435"/>
                  </a:lnTo>
                  <a:lnTo>
                    <a:pt x="6919" y="5435"/>
                  </a:lnTo>
                  <a:lnTo>
                    <a:pt x="7039" y="6036"/>
                  </a:lnTo>
                  <a:lnTo>
                    <a:pt x="7140" y="6638"/>
                  </a:lnTo>
                  <a:lnTo>
                    <a:pt x="7200" y="7240"/>
                  </a:lnTo>
                  <a:lnTo>
                    <a:pt x="7260" y="7841"/>
                  </a:lnTo>
                  <a:lnTo>
                    <a:pt x="7280" y="8443"/>
                  </a:lnTo>
                  <a:lnTo>
                    <a:pt x="7280" y="9045"/>
                  </a:lnTo>
                  <a:lnTo>
                    <a:pt x="7280" y="9666"/>
                  </a:lnTo>
                  <a:lnTo>
                    <a:pt x="7260" y="10268"/>
                  </a:lnTo>
                  <a:lnTo>
                    <a:pt x="7200" y="11491"/>
                  </a:lnTo>
                  <a:lnTo>
                    <a:pt x="7119" y="12715"/>
                  </a:lnTo>
                  <a:lnTo>
                    <a:pt x="7059" y="13918"/>
                  </a:lnTo>
                  <a:lnTo>
                    <a:pt x="7019" y="15141"/>
                  </a:lnTo>
                  <a:lnTo>
                    <a:pt x="7019" y="15141"/>
                  </a:lnTo>
                  <a:lnTo>
                    <a:pt x="7019" y="16044"/>
                  </a:lnTo>
                  <a:lnTo>
                    <a:pt x="7039" y="16505"/>
                  </a:lnTo>
                  <a:lnTo>
                    <a:pt x="7079" y="16986"/>
                  </a:lnTo>
                  <a:lnTo>
                    <a:pt x="7119" y="17468"/>
                  </a:lnTo>
                  <a:lnTo>
                    <a:pt x="7180" y="17949"/>
                  </a:lnTo>
                  <a:lnTo>
                    <a:pt x="7280" y="18410"/>
                  </a:lnTo>
                  <a:lnTo>
                    <a:pt x="7380" y="18871"/>
                  </a:lnTo>
                  <a:lnTo>
                    <a:pt x="7500" y="19313"/>
                  </a:lnTo>
                  <a:lnTo>
                    <a:pt x="7661" y="19754"/>
                  </a:lnTo>
                  <a:lnTo>
                    <a:pt x="7841" y="20155"/>
                  </a:lnTo>
                  <a:lnTo>
                    <a:pt x="8042" y="20556"/>
                  </a:lnTo>
                  <a:lnTo>
                    <a:pt x="8283" y="20917"/>
                  </a:lnTo>
                  <a:lnTo>
                    <a:pt x="8543" y="21238"/>
                  </a:lnTo>
                  <a:lnTo>
                    <a:pt x="8704" y="21398"/>
                  </a:lnTo>
                  <a:lnTo>
                    <a:pt x="8844" y="21539"/>
                  </a:lnTo>
                  <a:lnTo>
                    <a:pt x="9005" y="21659"/>
                  </a:lnTo>
                  <a:lnTo>
                    <a:pt x="9185" y="21779"/>
                  </a:lnTo>
                  <a:lnTo>
                    <a:pt x="9185" y="21779"/>
                  </a:lnTo>
                  <a:lnTo>
                    <a:pt x="9045" y="21539"/>
                  </a:lnTo>
                  <a:lnTo>
                    <a:pt x="8904" y="21278"/>
                  </a:lnTo>
                  <a:lnTo>
                    <a:pt x="8764" y="21017"/>
                  </a:lnTo>
                  <a:lnTo>
                    <a:pt x="8664" y="20757"/>
                  </a:lnTo>
                  <a:lnTo>
                    <a:pt x="8543" y="20476"/>
                  </a:lnTo>
                  <a:lnTo>
                    <a:pt x="8463" y="20215"/>
                  </a:lnTo>
                  <a:lnTo>
                    <a:pt x="8323" y="19654"/>
                  </a:lnTo>
                  <a:lnTo>
                    <a:pt x="8323" y="19654"/>
                  </a:lnTo>
                  <a:lnTo>
                    <a:pt x="8182" y="19433"/>
                  </a:lnTo>
                  <a:lnTo>
                    <a:pt x="8042" y="19192"/>
                  </a:lnTo>
                  <a:lnTo>
                    <a:pt x="7942" y="18972"/>
                  </a:lnTo>
                  <a:lnTo>
                    <a:pt x="7841" y="18731"/>
                  </a:lnTo>
                  <a:lnTo>
                    <a:pt x="7761" y="18490"/>
                  </a:lnTo>
                  <a:lnTo>
                    <a:pt x="7681" y="18230"/>
                  </a:lnTo>
                  <a:lnTo>
                    <a:pt x="7621" y="17989"/>
                  </a:lnTo>
                  <a:lnTo>
                    <a:pt x="7581" y="17728"/>
                  </a:lnTo>
                  <a:lnTo>
                    <a:pt x="7521" y="17227"/>
                  </a:lnTo>
                  <a:lnTo>
                    <a:pt x="7500" y="16685"/>
                  </a:lnTo>
                  <a:lnTo>
                    <a:pt x="7521" y="16164"/>
                  </a:lnTo>
                  <a:lnTo>
                    <a:pt x="7561" y="15623"/>
                  </a:lnTo>
                  <a:lnTo>
                    <a:pt x="7621" y="15081"/>
                  </a:lnTo>
                  <a:lnTo>
                    <a:pt x="7701" y="14540"/>
                  </a:lnTo>
                  <a:lnTo>
                    <a:pt x="7801" y="13998"/>
                  </a:lnTo>
                  <a:lnTo>
                    <a:pt x="7922" y="13477"/>
                  </a:lnTo>
                  <a:lnTo>
                    <a:pt x="8162" y="12434"/>
                  </a:lnTo>
                  <a:lnTo>
                    <a:pt x="8383" y="11451"/>
                  </a:lnTo>
                  <a:lnTo>
                    <a:pt x="8383" y="11451"/>
                  </a:lnTo>
                  <a:lnTo>
                    <a:pt x="8523" y="10609"/>
                  </a:lnTo>
                  <a:lnTo>
                    <a:pt x="8523" y="10609"/>
                  </a:lnTo>
                  <a:lnTo>
                    <a:pt x="8563" y="9947"/>
                  </a:lnTo>
                  <a:lnTo>
                    <a:pt x="8563" y="9947"/>
                  </a:lnTo>
                  <a:lnTo>
                    <a:pt x="8624" y="8804"/>
                  </a:lnTo>
                  <a:lnTo>
                    <a:pt x="8624" y="8222"/>
                  </a:lnTo>
                  <a:lnTo>
                    <a:pt x="8624" y="7641"/>
                  </a:lnTo>
                  <a:lnTo>
                    <a:pt x="8603" y="7059"/>
                  </a:lnTo>
                  <a:lnTo>
                    <a:pt x="8543" y="6478"/>
                  </a:lnTo>
                  <a:lnTo>
                    <a:pt x="8483" y="5896"/>
                  </a:lnTo>
                  <a:lnTo>
                    <a:pt x="8383" y="5315"/>
                  </a:lnTo>
                  <a:lnTo>
                    <a:pt x="8242" y="4753"/>
                  </a:lnTo>
                  <a:lnTo>
                    <a:pt x="8082" y="4191"/>
                  </a:lnTo>
                  <a:lnTo>
                    <a:pt x="7882" y="3670"/>
                  </a:lnTo>
                  <a:lnTo>
                    <a:pt x="7641" y="3149"/>
                  </a:lnTo>
                  <a:lnTo>
                    <a:pt x="7500" y="2908"/>
                  </a:lnTo>
                  <a:lnTo>
                    <a:pt x="7360" y="2647"/>
                  </a:lnTo>
                  <a:lnTo>
                    <a:pt x="7200" y="2427"/>
                  </a:lnTo>
                  <a:lnTo>
                    <a:pt x="7019" y="2186"/>
                  </a:lnTo>
                  <a:lnTo>
                    <a:pt x="6839" y="1965"/>
                  </a:lnTo>
                  <a:lnTo>
                    <a:pt x="6638" y="1745"/>
                  </a:lnTo>
                  <a:lnTo>
                    <a:pt x="6438" y="1524"/>
                  </a:lnTo>
                  <a:lnTo>
                    <a:pt x="6217" y="1324"/>
                  </a:lnTo>
                  <a:lnTo>
                    <a:pt x="6217" y="1324"/>
                  </a:lnTo>
                  <a:lnTo>
                    <a:pt x="5996" y="1163"/>
                  </a:lnTo>
                  <a:lnTo>
                    <a:pt x="5776" y="983"/>
                  </a:lnTo>
                  <a:lnTo>
                    <a:pt x="5555" y="842"/>
                  </a:lnTo>
                  <a:lnTo>
                    <a:pt x="5335" y="702"/>
                  </a:lnTo>
                  <a:lnTo>
                    <a:pt x="5114" y="582"/>
                  </a:lnTo>
                  <a:lnTo>
                    <a:pt x="4873" y="481"/>
                  </a:lnTo>
                  <a:lnTo>
                    <a:pt x="4653" y="381"/>
                  </a:lnTo>
                  <a:lnTo>
                    <a:pt x="4412" y="301"/>
                  </a:lnTo>
                  <a:lnTo>
                    <a:pt x="3931" y="161"/>
                  </a:lnTo>
                  <a:lnTo>
                    <a:pt x="3449" y="60"/>
                  </a:lnTo>
                  <a:lnTo>
                    <a:pt x="2948" y="0"/>
                  </a:lnTo>
                  <a:lnTo>
                    <a:pt x="246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22"/>
            <p:cNvSpPr/>
            <p:nvPr/>
          </p:nvSpPr>
          <p:spPr>
            <a:xfrm>
              <a:off x="9994400" y="4450500"/>
              <a:ext cx="223125" cy="63700"/>
            </a:xfrm>
            <a:custGeom>
              <a:avLst/>
              <a:gdLst/>
              <a:ahLst/>
              <a:cxnLst/>
              <a:rect l="l" t="t" r="r" b="b"/>
              <a:pathLst>
                <a:path w="8925" h="2548" fill="none" extrusionOk="0">
                  <a:moveTo>
                    <a:pt x="3570" y="0"/>
                  </a:moveTo>
                  <a:lnTo>
                    <a:pt x="3570" y="0"/>
                  </a:lnTo>
                  <a:lnTo>
                    <a:pt x="3109" y="20"/>
                  </a:lnTo>
                  <a:lnTo>
                    <a:pt x="2647" y="60"/>
                  </a:lnTo>
                  <a:lnTo>
                    <a:pt x="2206" y="121"/>
                  </a:lnTo>
                  <a:lnTo>
                    <a:pt x="1745" y="221"/>
                  </a:lnTo>
                  <a:lnTo>
                    <a:pt x="1304" y="321"/>
                  </a:lnTo>
                  <a:lnTo>
                    <a:pt x="863" y="461"/>
                  </a:lnTo>
                  <a:lnTo>
                    <a:pt x="421" y="602"/>
                  </a:lnTo>
                  <a:lnTo>
                    <a:pt x="0" y="782"/>
                  </a:lnTo>
                  <a:lnTo>
                    <a:pt x="0" y="782"/>
                  </a:lnTo>
                  <a:lnTo>
                    <a:pt x="201" y="943"/>
                  </a:lnTo>
                  <a:lnTo>
                    <a:pt x="381" y="1123"/>
                  </a:lnTo>
                  <a:lnTo>
                    <a:pt x="562" y="1344"/>
                  </a:lnTo>
                  <a:lnTo>
                    <a:pt x="742" y="1564"/>
                  </a:lnTo>
                  <a:lnTo>
                    <a:pt x="742" y="1564"/>
                  </a:lnTo>
                  <a:lnTo>
                    <a:pt x="1183" y="1384"/>
                  </a:lnTo>
                  <a:lnTo>
                    <a:pt x="1645" y="1244"/>
                  </a:lnTo>
                  <a:lnTo>
                    <a:pt x="2106" y="1103"/>
                  </a:lnTo>
                  <a:lnTo>
                    <a:pt x="2567" y="983"/>
                  </a:lnTo>
                  <a:lnTo>
                    <a:pt x="3029" y="883"/>
                  </a:lnTo>
                  <a:lnTo>
                    <a:pt x="3510" y="822"/>
                  </a:lnTo>
                  <a:lnTo>
                    <a:pt x="3971" y="782"/>
                  </a:lnTo>
                  <a:lnTo>
                    <a:pt x="4452" y="762"/>
                  </a:lnTo>
                  <a:lnTo>
                    <a:pt x="4452" y="762"/>
                  </a:lnTo>
                  <a:lnTo>
                    <a:pt x="4793" y="782"/>
                  </a:lnTo>
                  <a:lnTo>
                    <a:pt x="5154" y="802"/>
                  </a:lnTo>
                  <a:lnTo>
                    <a:pt x="5495" y="842"/>
                  </a:lnTo>
                  <a:lnTo>
                    <a:pt x="5836" y="903"/>
                  </a:lnTo>
                  <a:lnTo>
                    <a:pt x="6177" y="983"/>
                  </a:lnTo>
                  <a:lnTo>
                    <a:pt x="6518" y="1083"/>
                  </a:lnTo>
                  <a:lnTo>
                    <a:pt x="6859" y="1183"/>
                  </a:lnTo>
                  <a:lnTo>
                    <a:pt x="7180" y="1324"/>
                  </a:lnTo>
                  <a:lnTo>
                    <a:pt x="7180" y="1324"/>
                  </a:lnTo>
                  <a:lnTo>
                    <a:pt x="7440" y="1444"/>
                  </a:lnTo>
                  <a:lnTo>
                    <a:pt x="7681" y="1584"/>
                  </a:lnTo>
                  <a:lnTo>
                    <a:pt x="7902" y="1705"/>
                  </a:lnTo>
                  <a:lnTo>
                    <a:pt x="8122" y="1865"/>
                  </a:lnTo>
                  <a:lnTo>
                    <a:pt x="8343" y="2026"/>
                  </a:lnTo>
                  <a:lnTo>
                    <a:pt x="8543" y="2186"/>
                  </a:lnTo>
                  <a:lnTo>
                    <a:pt x="8925" y="2547"/>
                  </a:lnTo>
                  <a:lnTo>
                    <a:pt x="8925" y="2547"/>
                  </a:lnTo>
                  <a:lnTo>
                    <a:pt x="8564" y="2126"/>
                  </a:lnTo>
                  <a:lnTo>
                    <a:pt x="8183" y="1745"/>
                  </a:lnTo>
                  <a:lnTo>
                    <a:pt x="7962" y="1564"/>
                  </a:lnTo>
                  <a:lnTo>
                    <a:pt x="7761" y="1384"/>
                  </a:lnTo>
                  <a:lnTo>
                    <a:pt x="7521" y="1224"/>
                  </a:lnTo>
                  <a:lnTo>
                    <a:pt x="7300" y="1063"/>
                  </a:lnTo>
                  <a:lnTo>
                    <a:pt x="7059" y="903"/>
                  </a:lnTo>
                  <a:lnTo>
                    <a:pt x="6799" y="782"/>
                  </a:lnTo>
                  <a:lnTo>
                    <a:pt x="6538" y="642"/>
                  </a:lnTo>
                  <a:lnTo>
                    <a:pt x="6257" y="522"/>
                  </a:lnTo>
                  <a:lnTo>
                    <a:pt x="5977" y="421"/>
                  </a:lnTo>
                  <a:lnTo>
                    <a:pt x="5696" y="321"/>
                  </a:lnTo>
                  <a:lnTo>
                    <a:pt x="5395" y="241"/>
                  </a:lnTo>
                  <a:lnTo>
                    <a:pt x="5074" y="161"/>
                  </a:lnTo>
                  <a:lnTo>
                    <a:pt x="5074" y="161"/>
                  </a:lnTo>
                  <a:lnTo>
                    <a:pt x="4693" y="100"/>
                  </a:lnTo>
                  <a:lnTo>
                    <a:pt x="4332" y="40"/>
                  </a:lnTo>
                  <a:lnTo>
                    <a:pt x="3951" y="20"/>
                  </a:lnTo>
                  <a:lnTo>
                    <a:pt x="357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22"/>
            <p:cNvSpPr/>
            <p:nvPr/>
          </p:nvSpPr>
          <p:spPr>
            <a:xfrm>
              <a:off x="10012950" y="4469550"/>
              <a:ext cx="278275" cy="559050"/>
            </a:xfrm>
            <a:custGeom>
              <a:avLst/>
              <a:gdLst/>
              <a:ahLst/>
              <a:cxnLst/>
              <a:rect l="l" t="t" r="r" b="b"/>
              <a:pathLst>
                <a:path w="11131" h="22362" extrusionOk="0">
                  <a:moveTo>
                    <a:pt x="3710" y="0"/>
                  </a:moveTo>
                  <a:lnTo>
                    <a:pt x="3229" y="20"/>
                  </a:lnTo>
                  <a:lnTo>
                    <a:pt x="2768" y="60"/>
                  </a:lnTo>
                  <a:lnTo>
                    <a:pt x="2287" y="121"/>
                  </a:lnTo>
                  <a:lnTo>
                    <a:pt x="1825" y="221"/>
                  </a:lnTo>
                  <a:lnTo>
                    <a:pt x="1364" y="341"/>
                  </a:lnTo>
                  <a:lnTo>
                    <a:pt x="903" y="482"/>
                  </a:lnTo>
                  <a:lnTo>
                    <a:pt x="441" y="622"/>
                  </a:lnTo>
                  <a:lnTo>
                    <a:pt x="0" y="802"/>
                  </a:lnTo>
                  <a:lnTo>
                    <a:pt x="161" y="1043"/>
                  </a:lnTo>
                  <a:lnTo>
                    <a:pt x="301" y="1284"/>
                  </a:lnTo>
                  <a:lnTo>
                    <a:pt x="762" y="1183"/>
                  </a:lnTo>
                  <a:lnTo>
                    <a:pt x="1244" y="1103"/>
                  </a:lnTo>
                  <a:lnTo>
                    <a:pt x="1705" y="1043"/>
                  </a:lnTo>
                  <a:lnTo>
                    <a:pt x="2166" y="1023"/>
                  </a:lnTo>
                  <a:lnTo>
                    <a:pt x="2587" y="1043"/>
                  </a:lnTo>
                  <a:lnTo>
                    <a:pt x="3008" y="1083"/>
                  </a:lnTo>
                  <a:lnTo>
                    <a:pt x="3430" y="1163"/>
                  </a:lnTo>
                  <a:lnTo>
                    <a:pt x="3851" y="1264"/>
                  </a:lnTo>
                  <a:lnTo>
                    <a:pt x="4252" y="1404"/>
                  </a:lnTo>
                  <a:lnTo>
                    <a:pt x="4673" y="1585"/>
                  </a:lnTo>
                  <a:lnTo>
                    <a:pt x="5074" y="1785"/>
                  </a:lnTo>
                  <a:lnTo>
                    <a:pt x="5475" y="2026"/>
                  </a:lnTo>
                  <a:lnTo>
                    <a:pt x="5736" y="2226"/>
                  </a:lnTo>
                  <a:lnTo>
                    <a:pt x="5977" y="2427"/>
                  </a:lnTo>
                  <a:lnTo>
                    <a:pt x="6217" y="2627"/>
                  </a:lnTo>
                  <a:lnTo>
                    <a:pt x="6438" y="2848"/>
                  </a:lnTo>
                  <a:lnTo>
                    <a:pt x="6638" y="3089"/>
                  </a:lnTo>
                  <a:lnTo>
                    <a:pt x="6819" y="3329"/>
                  </a:lnTo>
                  <a:lnTo>
                    <a:pt x="6979" y="3570"/>
                  </a:lnTo>
                  <a:lnTo>
                    <a:pt x="7140" y="3831"/>
                  </a:lnTo>
                  <a:lnTo>
                    <a:pt x="7280" y="4091"/>
                  </a:lnTo>
                  <a:lnTo>
                    <a:pt x="7420" y="4372"/>
                  </a:lnTo>
                  <a:lnTo>
                    <a:pt x="7541" y="4653"/>
                  </a:lnTo>
                  <a:lnTo>
                    <a:pt x="7641" y="4934"/>
                  </a:lnTo>
                  <a:lnTo>
                    <a:pt x="7822" y="5515"/>
                  </a:lnTo>
                  <a:lnTo>
                    <a:pt x="7982" y="6137"/>
                  </a:lnTo>
                  <a:lnTo>
                    <a:pt x="8082" y="6759"/>
                  </a:lnTo>
                  <a:lnTo>
                    <a:pt x="8162" y="7380"/>
                  </a:lnTo>
                  <a:lnTo>
                    <a:pt x="8203" y="8022"/>
                  </a:lnTo>
                  <a:lnTo>
                    <a:pt x="8243" y="8644"/>
                  </a:lnTo>
                  <a:lnTo>
                    <a:pt x="8243" y="9286"/>
                  </a:lnTo>
                  <a:lnTo>
                    <a:pt x="8243" y="9907"/>
                  </a:lnTo>
                  <a:lnTo>
                    <a:pt x="8203" y="11110"/>
                  </a:lnTo>
                  <a:lnTo>
                    <a:pt x="8142" y="12193"/>
                  </a:lnTo>
                  <a:lnTo>
                    <a:pt x="8062" y="13316"/>
                  </a:lnTo>
                  <a:lnTo>
                    <a:pt x="7982" y="14460"/>
                  </a:lnTo>
                  <a:lnTo>
                    <a:pt x="7942" y="15603"/>
                  </a:lnTo>
                  <a:lnTo>
                    <a:pt x="7942" y="16164"/>
                  </a:lnTo>
                  <a:lnTo>
                    <a:pt x="7942" y="16726"/>
                  </a:lnTo>
                  <a:lnTo>
                    <a:pt x="7982" y="17287"/>
                  </a:lnTo>
                  <a:lnTo>
                    <a:pt x="8022" y="17849"/>
                  </a:lnTo>
                  <a:lnTo>
                    <a:pt x="8102" y="18410"/>
                  </a:lnTo>
                  <a:lnTo>
                    <a:pt x="8223" y="18952"/>
                  </a:lnTo>
                  <a:lnTo>
                    <a:pt x="8363" y="19493"/>
                  </a:lnTo>
                  <a:lnTo>
                    <a:pt x="8523" y="20015"/>
                  </a:lnTo>
                  <a:lnTo>
                    <a:pt x="8644" y="20275"/>
                  </a:lnTo>
                  <a:lnTo>
                    <a:pt x="8764" y="20556"/>
                  </a:lnTo>
                  <a:lnTo>
                    <a:pt x="8904" y="20837"/>
                  </a:lnTo>
                  <a:lnTo>
                    <a:pt x="9085" y="21098"/>
                  </a:lnTo>
                  <a:lnTo>
                    <a:pt x="9265" y="21358"/>
                  </a:lnTo>
                  <a:lnTo>
                    <a:pt x="9466" y="21619"/>
                  </a:lnTo>
                  <a:lnTo>
                    <a:pt x="9667" y="21860"/>
                  </a:lnTo>
                  <a:lnTo>
                    <a:pt x="9907" y="22080"/>
                  </a:lnTo>
                  <a:lnTo>
                    <a:pt x="10308" y="22201"/>
                  </a:lnTo>
                  <a:lnTo>
                    <a:pt x="10729" y="22301"/>
                  </a:lnTo>
                  <a:lnTo>
                    <a:pt x="10729" y="22301"/>
                  </a:lnTo>
                  <a:lnTo>
                    <a:pt x="10589" y="22100"/>
                  </a:lnTo>
                  <a:lnTo>
                    <a:pt x="10589" y="22100"/>
                  </a:lnTo>
                  <a:lnTo>
                    <a:pt x="10830" y="22241"/>
                  </a:lnTo>
                  <a:lnTo>
                    <a:pt x="11070" y="22361"/>
                  </a:lnTo>
                  <a:lnTo>
                    <a:pt x="11131" y="22361"/>
                  </a:lnTo>
                  <a:lnTo>
                    <a:pt x="10970" y="22161"/>
                  </a:lnTo>
                  <a:lnTo>
                    <a:pt x="10830" y="21960"/>
                  </a:lnTo>
                  <a:lnTo>
                    <a:pt x="10689" y="21739"/>
                  </a:lnTo>
                  <a:lnTo>
                    <a:pt x="10569" y="21499"/>
                  </a:lnTo>
                  <a:lnTo>
                    <a:pt x="10449" y="21278"/>
                  </a:lnTo>
                  <a:lnTo>
                    <a:pt x="10348" y="21037"/>
                  </a:lnTo>
                  <a:lnTo>
                    <a:pt x="10168" y="20536"/>
                  </a:lnTo>
                  <a:lnTo>
                    <a:pt x="9927" y="20235"/>
                  </a:lnTo>
                  <a:lnTo>
                    <a:pt x="9727" y="19955"/>
                  </a:lnTo>
                  <a:lnTo>
                    <a:pt x="9867" y="20516"/>
                  </a:lnTo>
                  <a:lnTo>
                    <a:pt x="9947" y="20777"/>
                  </a:lnTo>
                  <a:lnTo>
                    <a:pt x="10068" y="21058"/>
                  </a:lnTo>
                  <a:lnTo>
                    <a:pt x="10168" y="21318"/>
                  </a:lnTo>
                  <a:lnTo>
                    <a:pt x="10308" y="21579"/>
                  </a:lnTo>
                  <a:lnTo>
                    <a:pt x="10449" y="21840"/>
                  </a:lnTo>
                  <a:lnTo>
                    <a:pt x="10589" y="22080"/>
                  </a:lnTo>
                  <a:lnTo>
                    <a:pt x="10409" y="21960"/>
                  </a:lnTo>
                  <a:lnTo>
                    <a:pt x="10248" y="21840"/>
                  </a:lnTo>
                  <a:lnTo>
                    <a:pt x="10108" y="21699"/>
                  </a:lnTo>
                  <a:lnTo>
                    <a:pt x="9947" y="21539"/>
                  </a:lnTo>
                  <a:lnTo>
                    <a:pt x="9687" y="21218"/>
                  </a:lnTo>
                  <a:lnTo>
                    <a:pt x="9446" y="20857"/>
                  </a:lnTo>
                  <a:lnTo>
                    <a:pt x="9245" y="20456"/>
                  </a:lnTo>
                  <a:lnTo>
                    <a:pt x="9065" y="20055"/>
                  </a:lnTo>
                  <a:lnTo>
                    <a:pt x="8904" y="19614"/>
                  </a:lnTo>
                  <a:lnTo>
                    <a:pt x="8784" y="19172"/>
                  </a:lnTo>
                  <a:lnTo>
                    <a:pt x="8684" y="18711"/>
                  </a:lnTo>
                  <a:lnTo>
                    <a:pt x="8584" y="18250"/>
                  </a:lnTo>
                  <a:lnTo>
                    <a:pt x="8523" y="17769"/>
                  </a:lnTo>
                  <a:lnTo>
                    <a:pt x="8483" y="17287"/>
                  </a:lnTo>
                  <a:lnTo>
                    <a:pt x="8443" y="16806"/>
                  </a:lnTo>
                  <a:lnTo>
                    <a:pt x="8423" y="16345"/>
                  </a:lnTo>
                  <a:lnTo>
                    <a:pt x="8423" y="15442"/>
                  </a:lnTo>
                  <a:lnTo>
                    <a:pt x="8463" y="14219"/>
                  </a:lnTo>
                  <a:lnTo>
                    <a:pt x="8523" y="13016"/>
                  </a:lnTo>
                  <a:lnTo>
                    <a:pt x="8604" y="11792"/>
                  </a:lnTo>
                  <a:lnTo>
                    <a:pt x="8664" y="10569"/>
                  </a:lnTo>
                  <a:lnTo>
                    <a:pt x="8684" y="9967"/>
                  </a:lnTo>
                  <a:lnTo>
                    <a:pt x="8684" y="9346"/>
                  </a:lnTo>
                  <a:lnTo>
                    <a:pt x="8684" y="8744"/>
                  </a:lnTo>
                  <a:lnTo>
                    <a:pt x="8664" y="8142"/>
                  </a:lnTo>
                  <a:lnTo>
                    <a:pt x="8604" y="7541"/>
                  </a:lnTo>
                  <a:lnTo>
                    <a:pt x="8544" y="6939"/>
                  </a:lnTo>
                  <a:lnTo>
                    <a:pt x="8443" y="6337"/>
                  </a:lnTo>
                  <a:lnTo>
                    <a:pt x="8323" y="5736"/>
                  </a:lnTo>
                  <a:lnTo>
                    <a:pt x="8223" y="5275"/>
                  </a:lnTo>
                  <a:lnTo>
                    <a:pt x="8082" y="4853"/>
                  </a:lnTo>
                  <a:lnTo>
                    <a:pt x="7922" y="4432"/>
                  </a:lnTo>
                  <a:lnTo>
                    <a:pt x="7721" y="4031"/>
                  </a:lnTo>
                  <a:lnTo>
                    <a:pt x="7521" y="3630"/>
                  </a:lnTo>
                  <a:lnTo>
                    <a:pt x="7280" y="3269"/>
                  </a:lnTo>
                  <a:lnTo>
                    <a:pt x="7019" y="2908"/>
                  </a:lnTo>
                  <a:lnTo>
                    <a:pt x="6739" y="2587"/>
                  </a:lnTo>
                  <a:lnTo>
                    <a:pt x="6438" y="2266"/>
                  </a:lnTo>
                  <a:lnTo>
                    <a:pt x="6117" y="1986"/>
                  </a:lnTo>
                  <a:lnTo>
                    <a:pt x="5776" y="1705"/>
                  </a:lnTo>
                  <a:lnTo>
                    <a:pt x="5395" y="1484"/>
                  </a:lnTo>
                  <a:lnTo>
                    <a:pt x="5014" y="1264"/>
                  </a:lnTo>
                  <a:lnTo>
                    <a:pt x="4613" y="1083"/>
                  </a:lnTo>
                  <a:lnTo>
                    <a:pt x="4172" y="923"/>
                  </a:lnTo>
                  <a:lnTo>
                    <a:pt x="3730" y="782"/>
                  </a:lnTo>
                  <a:lnTo>
                    <a:pt x="3329" y="702"/>
                  </a:lnTo>
                  <a:lnTo>
                    <a:pt x="2948" y="642"/>
                  </a:lnTo>
                  <a:lnTo>
                    <a:pt x="2547" y="602"/>
                  </a:lnTo>
                  <a:lnTo>
                    <a:pt x="1785" y="602"/>
                  </a:lnTo>
                  <a:lnTo>
                    <a:pt x="1404" y="642"/>
                  </a:lnTo>
                  <a:lnTo>
                    <a:pt x="2026" y="502"/>
                  </a:lnTo>
                  <a:lnTo>
                    <a:pt x="2647" y="381"/>
                  </a:lnTo>
                  <a:lnTo>
                    <a:pt x="3249" y="321"/>
                  </a:lnTo>
                  <a:lnTo>
                    <a:pt x="3871" y="301"/>
                  </a:lnTo>
                  <a:lnTo>
                    <a:pt x="4352" y="301"/>
                  </a:lnTo>
                  <a:lnTo>
                    <a:pt x="4853" y="361"/>
                  </a:lnTo>
                  <a:lnTo>
                    <a:pt x="5335" y="462"/>
                  </a:lnTo>
                  <a:lnTo>
                    <a:pt x="5816" y="602"/>
                  </a:lnTo>
                  <a:lnTo>
                    <a:pt x="6057" y="682"/>
                  </a:lnTo>
                  <a:lnTo>
                    <a:pt x="6277" y="782"/>
                  </a:lnTo>
                  <a:lnTo>
                    <a:pt x="6518" y="883"/>
                  </a:lnTo>
                  <a:lnTo>
                    <a:pt x="6739" y="1003"/>
                  </a:lnTo>
                  <a:lnTo>
                    <a:pt x="6959" y="1143"/>
                  </a:lnTo>
                  <a:lnTo>
                    <a:pt x="7180" y="1284"/>
                  </a:lnTo>
                  <a:lnTo>
                    <a:pt x="7400" y="1464"/>
                  </a:lnTo>
                  <a:lnTo>
                    <a:pt x="7621" y="1625"/>
                  </a:lnTo>
                  <a:lnTo>
                    <a:pt x="7842" y="1825"/>
                  </a:lnTo>
                  <a:lnTo>
                    <a:pt x="8042" y="2046"/>
                  </a:lnTo>
                  <a:lnTo>
                    <a:pt x="8243" y="2266"/>
                  </a:lnTo>
                  <a:lnTo>
                    <a:pt x="8423" y="2487"/>
                  </a:lnTo>
                  <a:lnTo>
                    <a:pt x="8604" y="2728"/>
                  </a:lnTo>
                  <a:lnTo>
                    <a:pt x="8764" y="2948"/>
                  </a:lnTo>
                  <a:lnTo>
                    <a:pt x="8904" y="3209"/>
                  </a:lnTo>
                  <a:lnTo>
                    <a:pt x="9045" y="3450"/>
                  </a:lnTo>
                  <a:lnTo>
                    <a:pt x="9286" y="3971"/>
                  </a:lnTo>
                  <a:lnTo>
                    <a:pt x="9486" y="4492"/>
                  </a:lnTo>
                  <a:lnTo>
                    <a:pt x="9646" y="5054"/>
                  </a:lnTo>
                  <a:lnTo>
                    <a:pt x="9787" y="5616"/>
                  </a:lnTo>
                  <a:lnTo>
                    <a:pt x="9887" y="6197"/>
                  </a:lnTo>
                  <a:lnTo>
                    <a:pt x="9947" y="6779"/>
                  </a:lnTo>
                  <a:lnTo>
                    <a:pt x="10007" y="7360"/>
                  </a:lnTo>
                  <a:lnTo>
                    <a:pt x="10028" y="7942"/>
                  </a:lnTo>
                  <a:lnTo>
                    <a:pt x="10028" y="8523"/>
                  </a:lnTo>
                  <a:lnTo>
                    <a:pt x="10028" y="9105"/>
                  </a:lnTo>
                  <a:lnTo>
                    <a:pt x="9967" y="10248"/>
                  </a:lnTo>
                  <a:lnTo>
                    <a:pt x="9927" y="10910"/>
                  </a:lnTo>
                  <a:lnTo>
                    <a:pt x="10007" y="10328"/>
                  </a:lnTo>
                  <a:lnTo>
                    <a:pt x="10068" y="9747"/>
                  </a:lnTo>
                  <a:lnTo>
                    <a:pt x="10108" y="9145"/>
                  </a:lnTo>
                  <a:lnTo>
                    <a:pt x="10128" y="8543"/>
                  </a:lnTo>
                  <a:lnTo>
                    <a:pt x="10108" y="7922"/>
                  </a:lnTo>
                  <a:lnTo>
                    <a:pt x="10088" y="7320"/>
                  </a:lnTo>
                  <a:lnTo>
                    <a:pt x="10028" y="6719"/>
                  </a:lnTo>
                  <a:lnTo>
                    <a:pt x="9927" y="6117"/>
                  </a:lnTo>
                  <a:lnTo>
                    <a:pt x="9827" y="5515"/>
                  </a:lnTo>
                  <a:lnTo>
                    <a:pt x="9687" y="4934"/>
                  </a:lnTo>
                  <a:lnTo>
                    <a:pt x="9506" y="4352"/>
                  </a:lnTo>
                  <a:lnTo>
                    <a:pt x="9306" y="3811"/>
                  </a:lnTo>
                  <a:lnTo>
                    <a:pt x="9065" y="3269"/>
                  </a:lnTo>
                  <a:lnTo>
                    <a:pt x="8804" y="2748"/>
                  </a:lnTo>
                  <a:lnTo>
                    <a:pt x="8503" y="2246"/>
                  </a:lnTo>
                  <a:lnTo>
                    <a:pt x="8183" y="1785"/>
                  </a:lnTo>
                  <a:lnTo>
                    <a:pt x="7801" y="1424"/>
                  </a:lnTo>
                  <a:lnTo>
                    <a:pt x="7601" y="1264"/>
                  </a:lnTo>
                  <a:lnTo>
                    <a:pt x="7380" y="1103"/>
                  </a:lnTo>
                  <a:lnTo>
                    <a:pt x="7160" y="943"/>
                  </a:lnTo>
                  <a:lnTo>
                    <a:pt x="6939" y="822"/>
                  </a:lnTo>
                  <a:lnTo>
                    <a:pt x="6698" y="682"/>
                  </a:lnTo>
                  <a:lnTo>
                    <a:pt x="6438" y="562"/>
                  </a:lnTo>
                  <a:lnTo>
                    <a:pt x="6117" y="421"/>
                  </a:lnTo>
                  <a:lnTo>
                    <a:pt x="5776" y="321"/>
                  </a:lnTo>
                  <a:lnTo>
                    <a:pt x="5435" y="221"/>
                  </a:lnTo>
                  <a:lnTo>
                    <a:pt x="5094" y="141"/>
                  </a:lnTo>
                  <a:lnTo>
                    <a:pt x="4753" y="80"/>
                  </a:lnTo>
                  <a:lnTo>
                    <a:pt x="4412" y="40"/>
                  </a:lnTo>
                  <a:lnTo>
                    <a:pt x="4051" y="20"/>
                  </a:lnTo>
                  <a:lnTo>
                    <a:pt x="37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22"/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extrusionOk="0">
                  <a:moveTo>
                    <a:pt x="0" y="0"/>
                  </a:moveTo>
                  <a:lnTo>
                    <a:pt x="140" y="20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C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22"/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22"/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extrusionOk="0">
                  <a:moveTo>
                    <a:pt x="0" y="0"/>
                  </a:moveTo>
                  <a:lnTo>
                    <a:pt x="0" y="0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41" y="14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C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22"/>
            <p:cNvSpPr/>
            <p:nvPr/>
          </p:nvSpPr>
          <p:spPr>
            <a:xfrm>
              <a:off x="10277675" y="5022050"/>
              <a:ext cx="3525" cy="5025"/>
            </a:xfrm>
            <a:custGeom>
              <a:avLst/>
              <a:gdLst/>
              <a:ahLst/>
              <a:cxnLst/>
              <a:rect l="l" t="t" r="r" b="b"/>
              <a:pathLst>
                <a:path w="141" h="20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22"/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41" y="14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22"/>
            <p:cNvSpPr/>
            <p:nvPr/>
          </p:nvSpPr>
          <p:spPr>
            <a:xfrm>
              <a:off x="8482800" y="3920050"/>
              <a:ext cx="143900" cy="186525"/>
            </a:xfrm>
            <a:custGeom>
              <a:avLst/>
              <a:gdLst/>
              <a:ahLst/>
              <a:cxnLst/>
              <a:rect l="l" t="t" r="r" b="b"/>
              <a:pathLst>
                <a:path w="5756" h="7461" extrusionOk="0">
                  <a:moveTo>
                    <a:pt x="1123" y="0"/>
                  </a:moveTo>
                  <a:lnTo>
                    <a:pt x="983" y="21"/>
                  </a:lnTo>
                  <a:lnTo>
                    <a:pt x="842" y="61"/>
                  </a:lnTo>
                  <a:lnTo>
                    <a:pt x="702" y="141"/>
                  </a:lnTo>
                  <a:lnTo>
                    <a:pt x="582" y="221"/>
                  </a:lnTo>
                  <a:lnTo>
                    <a:pt x="481" y="321"/>
                  </a:lnTo>
                  <a:lnTo>
                    <a:pt x="381" y="422"/>
                  </a:lnTo>
                  <a:lnTo>
                    <a:pt x="301" y="562"/>
                  </a:lnTo>
                  <a:lnTo>
                    <a:pt x="221" y="722"/>
                  </a:lnTo>
                  <a:lnTo>
                    <a:pt x="160" y="903"/>
                  </a:lnTo>
                  <a:lnTo>
                    <a:pt x="100" y="1083"/>
                  </a:lnTo>
                  <a:lnTo>
                    <a:pt x="60" y="1284"/>
                  </a:lnTo>
                  <a:lnTo>
                    <a:pt x="0" y="1725"/>
                  </a:lnTo>
                  <a:lnTo>
                    <a:pt x="0" y="2206"/>
                  </a:lnTo>
                  <a:lnTo>
                    <a:pt x="0" y="2728"/>
                  </a:lnTo>
                  <a:lnTo>
                    <a:pt x="40" y="3269"/>
                  </a:lnTo>
                  <a:lnTo>
                    <a:pt x="100" y="3811"/>
                  </a:lnTo>
                  <a:lnTo>
                    <a:pt x="180" y="4372"/>
                  </a:lnTo>
                  <a:lnTo>
                    <a:pt x="281" y="4914"/>
                  </a:lnTo>
                  <a:lnTo>
                    <a:pt x="501" y="5937"/>
                  </a:lnTo>
                  <a:lnTo>
                    <a:pt x="722" y="6799"/>
                  </a:lnTo>
                  <a:lnTo>
                    <a:pt x="902" y="7461"/>
                  </a:lnTo>
                  <a:lnTo>
                    <a:pt x="5756" y="6719"/>
                  </a:lnTo>
                  <a:lnTo>
                    <a:pt x="5615" y="6217"/>
                  </a:lnTo>
                  <a:lnTo>
                    <a:pt x="5475" y="5736"/>
                  </a:lnTo>
                  <a:lnTo>
                    <a:pt x="5335" y="5275"/>
                  </a:lnTo>
                  <a:lnTo>
                    <a:pt x="5174" y="4834"/>
                  </a:lnTo>
                  <a:lnTo>
                    <a:pt x="5014" y="4412"/>
                  </a:lnTo>
                  <a:lnTo>
                    <a:pt x="4853" y="4011"/>
                  </a:lnTo>
                  <a:lnTo>
                    <a:pt x="4673" y="3630"/>
                  </a:lnTo>
                  <a:lnTo>
                    <a:pt x="4492" y="3249"/>
                  </a:lnTo>
                  <a:lnTo>
                    <a:pt x="4131" y="2588"/>
                  </a:lnTo>
                  <a:lnTo>
                    <a:pt x="3951" y="2287"/>
                  </a:lnTo>
                  <a:lnTo>
                    <a:pt x="3770" y="1986"/>
                  </a:lnTo>
                  <a:lnTo>
                    <a:pt x="3590" y="1725"/>
                  </a:lnTo>
                  <a:lnTo>
                    <a:pt x="3389" y="1485"/>
                  </a:lnTo>
                  <a:lnTo>
                    <a:pt x="3209" y="1244"/>
                  </a:lnTo>
                  <a:lnTo>
                    <a:pt x="3008" y="1043"/>
                  </a:lnTo>
                  <a:lnTo>
                    <a:pt x="2828" y="843"/>
                  </a:lnTo>
                  <a:lnTo>
                    <a:pt x="2647" y="682"/>
                  </a:lnTo>
                  <a:lnTo>
                    <a:pt x="2467" y="522"/>
                  </a:lnTo>
                  <a:lnTo>
                    <a:pt x="2286" y="382"/>
                  </a:lnTo>
                  <a:lnTo>
                    <a:pt x="2106" y="281"/>
                  </a:lnTo>
                  <a:lnTo>
                    <a:pt x="1925" y="181"/>
                  </a:lnTo>
                  <a:lnTo>
                    <a:pt x="1745" y="101"/>
                  </a:lnTo>
                  <a:lnTo>
                    <a:pt x="1584" y="61"/>
                  </a:lnTo>
                  <a:lnTo>
                    <a:pt x="1424" y="21"/>
                  </a:lnTo>
                  <a:lnTo>
                    <a:pt x="126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22"/>
            <p:cNvSpPr/>
            <p:nvPr/>
          </p:nvSpPr>
          <p:spPr>
            <a:xfrm>
              <a:off x="8482800" y="3920050"/>
              <a:ext cx="143900" cy="186525"/>
            </a:xfrm>
            <a:custGeom>
              <a:avLst/>
              <a:gdLst/>
              <a:ahLst/>
              <a:cxnLst/>
              <a:rect l="l" t="t" r="r" b="b"/>
              <a:pathLst>
                <a:path w="5756" h="7461" fill="none" extrusionOk="0">
                  <a:moveTo>
                    <a:pt x="902" y="7461"/>
                  </a:moveTo>
                  <a:lnTo>
                    <a:pt x="902" y="7461"/>
                  </a:lnTo>
                  <a:lnTo>
                    <a:pt x="722" y="6799"/>
                  </a:lnTo>
                  <a:lnTo>
                    <a:pt x="501" y="5937"/>
                  </a:lnTo>
                  <a:lnTo>
                    <a:pt x="281" y="4914"/>
                  </a:lnTo>
                  <a:lnTo>
                    <a:pt x="180" y="4372"/>
                  </a:lnTo>
                  <a:lnTo>
                    <a:pt x="100" y="3811"/>
                  </a:lnTo>
                  <a:lnTo>
                    <a:pt x="40" y="3269"/>
                  </a:lnTo>
                  <a:lnTo>
                    <a:pt x="0" y="2728"/>
                  </a:lnTo>
                  <a:lnTo>
                    <a:pt x="0" y="2206"/>
                  </a:lnTo>
                  <a:lnTo>
                    <a:pt x="0" y="1725"/>
                  </a:lnTo>
                  <a:lnTo>
                    <a:pt x="60" y="1284"/>
                  </a:lnTo>
                  <a:lnTo>
                    <a:pt x="100" y="1083"/>
                  </a:lnTo>
                  <a:lnTo>
                    <a:pt x="160" y="903"/>
                  </a:lnTo>
                  <a:lnTo>
                    <a:pt x="221" y="722"/>
                  </a:lnTo>
                  <a:lnTo>
                    <a:pt x="301" y="562"/>
                  </a:lnTo>
                  <a:lnTo>
                    <a:pt x="381" y="422"/>
                  </a:lnTo>
                  <a:lnTo>
                    <a:pt x="481" y="321"/>
                  </a:lnTo>
                  <a:lnTo>
                    <a:pt x="481" y="321"/>
                  </a:lnTo>
                  <a:lnTo>
                    <a:pt x="582" y="221"/>
                  </a:lnTo>
                  <a:lnTo>
                    <a:pt x="702" y="141"/>
                  </a:lnTo>
                  <a:lnTo>
                    <a:pt x="842" y="61"/>
                  </a:lnTo>
                  <a:lnTo>
                    <a:pt x="983" y="21"/>
                  </a:lnTo>
                  <a:lnTo>
                    <a:pt x="1123" y="0"/>
                  </a:lnTo>
                  <a:lnTo>
                    <a:pt x="1263" y="0"/>
                  </a:lnTo>
                  <a:lnTo>
                    <a:pt x="1424" y="21"/>
                  </a:lnTo>
                  <a:lnTo>
                    <a:pt x="1584" y="61"/>
                  </a:lnTo>
                  <a:lnTo>
                    <a:pt x="1745" y="101"/>
                  </a:lnTo>
                  <a:lnTo>
                    <a:pt x="1925" y="181"/>
                  </a:lnTo>
                  <a:lnTo>
                    <a:pt x="2106" y="281"/>
                  </a:lnTo>
                  <a:lnTo>
                    <a:pt x="2286" y="382"/>
                  </a:lnTo>
                  <a:lnTo>
                    <a:pt x="2467" y="522"/>
                  </a:lnTo>
                  <a:lnTo>
                    <a:pt x="2647" y="682"/>
                  </a:lnTo>
                  <a:lnTo>
                    <a:pt x="2828" y="843"/>
                  </a:lnTo>
                  <a:lnTo>
                    <a:pt x="3008" y="1043"/>
                  </a:lnTo>
                  <a:lnTo>
                    <a:pt x="3209" y="1244"/>
                  </a:lnTo>
                  <a:lnTo>
                    <a:pt x="3389" y="1485"/>
                  </a:lnTo>
                  <a:lnTo>
                    <a:pt x="3590" y="1725"/>
                  </a:lnTo>
                  <a:lnTo>
                    <a:pt x="3770" y="1986"/>
                  </a:lnTo>
                  <a:lnTo>
                    <a:pt x="3951" y="2287"/>
                  </a:lnTo>
                  <a:lnTo>
                    <a:pt x="4131" y="2588"/>
                  </a:lnTo>
                  <a:lnTo>
                    <a:pt x="4492" y="3249"/>
                  </a:lnTo>
                  <a:lnTo>
                    <a:pt x="4673" y="3630"/>
                  </a:lnTo>
                  <a:lnTo>
                    <a:pt x="4853" y="4011"/>
                  </a:lnTo>
                  <a:lnTo>
                    <a:pt x="5014" y="4412"/>
                  </a:lnTo>
                  <a:lnTo>
                    <a:pt x="5174" y="4834"/>
                  </a:lnTo>
                  <a:lnTo>
                    <a:pt x="5335" y="5275"/>
                  </a:lnTo>
                  <a:lnTo>
                    <a:pt x="5475" y="5736"/>
                  </a:lnTo>
                  <a:lnTo>
                    <a:pt x="5615" y="6217"/>
                  </a:lnTo>
                  <a:lnTo>
                    <a:pt x="5756" y="6719"/>
                  </a:lnTo>
                  <a:lnTo>
                    <a:pt x="902" y="746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22"/>
            <p:cNvSpPr/>
            <p:nvPr/>
          </p:nvSpPr>
          <p:spPr>
            <a:xfrm>
              <a:off x="8364975" y="5252175"/>
              <a:ext cx="1865075" cy="312875"/>
            </a:xfrm>
            <a:custGeom>
              <a:avLst/>
              <a:gdLst/>
              <a:ahLst/>
              <a:cxnLst/>
              <a:rect l="l" t="t" r="r" b="b"/>
              <a:pathLst>
                <a:path w="74603" h="12515" fill="none" extrusionOk="0">
                  <a:moveTo>
                    <a:pt x="74603" y="1865"/>
                  </a:moveTo>
                  <a:lnTo>
                    <a:pt x="74603" y="1865"/>
                  </a:lnTo>
                  <a:lnTo>
                    <a:pt x="74543" y="1946"/>
                  </a:lnTo>
                  <a:lnTo>
                    <a:pt x="74402" y="2066"/>
                  </a:lnTo>
                  <a:lnTo>
                    <a:pt x="74162" y="2247"/>
                  </a:lnTo>
                  <a:lnTo>
                    <a:pt x="73841" y="2487"/>
                  </a:lnTo>
                  <a:lnTo>
                    <a:pt x="73440" y="2748"/>
                  </a:lnTo>
                  <a:lnTo>
                    <a:pt x="72958" y="3049"/>
                  </a:lnTo>
                  <a:lnTo>
                    <a:pt x="72397" y="3390"/>
                  </a:lnTo>
                  <a:lnTo>
                    <a:pt x="71755" y="3771"/>
                  </a:lnTo>
                  <a:lnTo>
                    <a:pt x="71033" y="4152"/>
                  </a:lnTo>
                  <a:lnTo>
                    <a:pt x="70251" y="4573"/>
                  </a:lnTo>
                  <a:lnTo>
                    <a:pt x="69389" y="5014"/>
                  </a:lnTo>
                  <a:lnTo>
                    <a:pt x="68446" y="5475"/>
                  </a:lnTo>
                  <a:lnTo>
                    <a:pt x="67443" y="5937"/>
                  </a:lnTo>
                  <a:lnTo>
                    <a:pt x="66360" y="6418"/>
                  </a:lnTo>
                  <a:lnTo>
                    <a:pt x="65217" y="6919"/>
                  </a:lnTo>
                  <a:lnTo>
                    <a:pt x="64014" y="7401"/>
                  </a:lnTo>
                  <a:lnTo>
                    <a:pt x="62751" y="7882"/>
                  </a:lnTo>
                  <a:lnTo>
                    <a:pt x="61407" y="8363"/>
                  </a:lnTo>
                  <a:lnTo>
                    <a:pt x="60023" y="8824"/>
                  </a:lnTo>
                  <a:lnTo>
                    <a:pt x="58579" y="9286"/>
                  </a:lnTo>
                  <a:lnTo>
                    <a:pt x="57075" y="9727"/>
                  </a:lnTo>
                  <a:lnTo>
                    <a:pt x="55511" y="10148"/>
                  </a:lnTo>
                  <a:lnTo>
                    <a:pt x="53907" y="10549"/>
                  </a:lnTo>
                  <a:lnTo>
                    <a:pt x="52242" y="10930"/>
                  </a:lnTo>
                  <a:lnTo>
                    <a:pt x="50538" y="11271"/>
                  </a:lnTo>
                  <a:lnTo>
                    <a:pt x="48773" y="11572"/>
                  </a:lnTo>
                  <a:lnTo>
                    <a:pt x="46968" y="11853"/>
                  </a:lnTo>
                  <a:lnTo>
                    <a:pt x="46045" y="11973"/>
                  </a:lnTo>
                  <a:lnTo>
                    <a:pt x="45123" y="12073"/>
                  </a:lnTo>
                  <a:lnTo>
                    <a:pt x="44180" y="12174"/>
                  </a:lnTo>
                  <a:lnTo>
                    <a:pt x="43218" y="12274"/>
                  </a:lnTo>
                  <a:lnTo>
                    <a:pt x="42255" y="12334"/>
                  </a:lnTo>
                  <a:lnTo>
                    <a:pt x="41292" y="12394"/>
                  </a:lnTo>
                  <a:lnTo>
                    <a:pt x="40310" y="12454"/>
                  </a:lnTo>
                  <a:lnTo>
                    <a:pt x="39307" y="12494"/>
                  </a:lnTo>
                  <a:lnTo>
                    <a:pt x="38304" y="12514"/>
                  </a:lnTo>
                  <a:lnTo>
                    <a:pt x="37302" y="12514"/>
                  </a:lnTo>
                  <a:lnTo>
                    <a:pt x="37302" y="12514"/>
                  </a:lnTo>
                  <a:lnTo>
                    <a:pt x="36299" y="12514"/>
                  </a:lnTo>
                  <a:lnTo>
                    <a:pt x="35296" y="12494"/>
                  </a:lnTo>
                  <a:lnTo>
                    <a:pt x="34293" y="12454"/>
                  </a:lnTo>
                  <a:lnTo>
                    <a:pt x="33311" y="12394"/>
                  </a:lnTo>
                  <a:lnTo>
                    <a:pt x="32348" y="12334"/>
                  </a:lnTo>
                  <a:lnTo>
                    <a:pt x="31385" y="12274"/>
                  </a:lnTo>
                  <a:lnTo>
                    <a:pt x="30423" y="12174"/>
                  </a:lnTo>
                  <a:lnTo>
                    <a:pt x="29480" y="12073"/>
                  </a:lnTo>
                  <a:lnTo>
                    <a:pt x="28558" y="11973"/>
                  </a:lnTo>
                  <a:lnTo>
                    <a:pt x="27635" y="11853"/>
                  </a:lnTo>
                  <a:lnTo>
                    <a:pt x="25830" y="11572"/>
                  </a:lnTo>
                  <a:lnTo>
                    <a:pt x="24066" y="11271"/>
                  </a:lnTo>
                  <a:lnTo>
                    <a:pt x="22361" y="10930"/>
                  </a:lnTo>
                  <a:lnTo>
                    <a:pt x="20696" y="10549"/>
                  </a:lnTo>
                  <a:lnTo>
                    <a:pt x="19092" y="10148"/>
                  </a:lnTo>
                  <a:lnTo>
                    <a:pt x="17528" y="9727"/>
                  </a:lnTo>
                  <a:lnTo>
                    <a:pt x="16024" y="9286"/>
                  </a:lnTo>
                  <a:lnTo>
                    <a:pt x="14580" y="8824"/>
                  </a:lnTo>
                  <a:lnTo>
                    <a:pt x="13176" y="8363"/>
                  </a:lnTo>
                  <a:lnTo>
                    <a:pt x="11852" y="7882"/>
                  </a:lnTo>
                  <a:lnTo>
                    <a:pt x="10589" y="7401"/>
                  </a:lnTo>
                  <a:lnTo>
                    <a:pt x="9386" y="6919"/>
                  </a:lnTo>
                  <a:lnTo>
                    <a:pt x="8243" y="6418"/>
                  </a:lnTo>
                  <a:lnTo>
                    <a:pt x="7160" y="5937"/>
                  </a:lnTo>
                  <a:lnTo>
                    <a:pt x="6157" y="5475"/>
                  </a:lnTo>
                  <a:lnTo>
                    <a:pt x="5214" y="5014"/>
                  </a:lnTo>
                  <a:lnTo>
                    <a:pt x="4352" y="4573"/>
                  </a:lnTo>
                  <a:lnTo>
                    <a:pt x="3570" y="4152"/>
                  </a:lnTo>
                  <a:lnTo>
                    <a:pt x="2848" y="3771"/>
                  </a:lnTo>
                  <a:lnTo>
                    <a:pt x="2206" y="3390"/>
                  </a:lnTo>
                  <a:lnTo>
                    <a:pt x="1645" y="3049"/>
                  </a:lnTo>
                  <a:lnTo>
                    <a:pt x="1163" y="2748"/>
                  </a:lnTo>
                  <a:lnTo>
                    <a:pt x="762" y="2487"/>
                  </a:lnTo>
                  <a:lnTo>
                    <a:pt x="441" y="2247"/>
                  </a:lnTo>
                  <a:lnTo>
                    <a:pt x="201" y="2066"/>
                  </a:lnTo>
                  <a:lnTo>
                    <a:pt x="60" y="1946"/>
                  </a:lnTo>
                  <a:lnTo>
                    <a:pt x="0" y="1865"/>
                  </a:lnTo>
                  <a:lnTo>
                    <a:pt x="0" y="1865"/>
                  </a:lnTo>
                  <a:lnTo>
                    <a:pt x="0" y="1805"/>
                  </a:lnTo>
                  <a:lnTo>
                    <a:pt x="0" y="1745"/>
                  </a:lnTo>
                  <a:lnTo>
                    <a:pt x="60" y="1605"/>
                  </a:lnTo>
                  <a:lnTo>
                    <a:pt x="161" y="1424"/>
                  </a:lnTo>
                  <a:lnTo>
                    <a:pt x="301" y="1244"/>
                  </a:lnTo>
                  <a:lnTo>
                    <a:pt x="482" y="1063"/>
                  </a:lnTo>
                  <a:lnTo>
                    <a:pt x="702" y="863"/>
                  </a:lnTo>
                  <a:lnTo>
                    <a:pt x="943" y="682"/>
                  </a:lnTo>
                  <a:lnTo>
                    <a:pt x="1203" y="502"/>
                  </a:lnTo>
                  <a:lnTo>
                    <a:pt x="1504" y="341"/>
                  </a:lnTo>
                  <a:lnTo>
                    <a:pt x="1805" y="201"/>
                  </a:lnTo>
                  <a:lnTo>
                    <a:pt x="2126" y="101"/>
                  </a:lnTo>
                  <a:lnTo>
                    <a:pt x="2467" y="20"/>
                  </a:lnTo>
                  <a:lnTo>
                    <a:pt x="2788" y="0"/>
                  </a:lnTo>
                  <a:lnTo>
                    <a:pt x="2968" y="0"/>
                  </a:lnTo>
                  <a:lnTo>
                    <a:pt x="3129" y="20"/>
                  </a:lnTo>
                  <a:lnTo>
                    <a:pt x="3289" y="41"/>
                  </a:lnTo>
                  <a:lnTo>
                    <a:pt x="3470" y="81"/>
                  </a:lnTo>
                  <a:lnTo>
                    <a:pt x="3630" y="141"/>
                  </a:lnTo>
                  <a:lnTo>
                    <a:pt x="3791" y="221"/>
                  </a:lnTo>
                  <a:lnTo>
                    <a:pt x="3791" y="221"/>
                  </a:lnTo>
                  <a:lnTo>
                    <a:pt x="4974" y="823"/>
                  </a:lnTo>
                  <a:lnTo>
                    <a:pt x="6177" y="1384"/>
                  </a:lnTo>
                  <a:lnTo>
                    <a:pt x="7400" y="1926"/>
                  </a:lnTo>
                  <a:lnTo>
                    <a:pt x="8624" y="2427"/>
                  </a:lnTo>
                  <a:lnTo>
                    <a:pt x="9847" y="2908"/>
                  </a:lnTo>
                  <a:lnTo>
                    <a:pt x="11070" y="3350"/>
                  </a:lnTo>
                  <a:lnTo>
                    <a:pt x="12314" y="3771"/>
                  </a:lnTo>
                  <a:lnTo>
                    <a:pt x="13537" y="4172"/>
                  </a:lnTo>
                  <a:lnTo>
                    <a:pt x="14760" y="4533"/>
                  </a:lnTo>
                  <a:lnTo>
                    <a:pt x="15984" y="4874"/>
                  </a:lnTo>
                  <a:lnTo>
                    <a:pt x="17207" y="5195"/>
                  </a:lnTo>
                  <a:lnTo>
                    <a:pt x="18410" y="5495"/>
                  </a:lnTo>
                  <a:lnTo>
                    <a:pt x="19593" y="5776"/>
                  </a:lnTo>
                  <a:lnTo>
                    <a:pt x="20777" y="6017"/>
                  </a:lnTo>
                  <a:lnTo>
                    <a:pt x="21940" y="6257"/>
                  </a:lnTo>
                  <a:lnTo>
                    <a:pt x="23083" y="6458"/>
                  </a:lnTo>
                  <a:lnTo>
                    <a:pt x="24226" y="6659"/>
                  </a:lnTo>
                  <a:lnTo>
                    <a:pt x="25329" y="6839"/>
                  </a:lnTo>
                  <a:lnTo>
                    <a:pt x="26412" y="6979"/>
                  </a:lnTo>
                  <a:lnTo>
                    <a:pt x="27455" y="7120"/>
                  </a:lnTo>
                  <a:lnTo>
                    <a:pt x="29480" y="7360"/>
                  </a:lnTo>
                  <a:lnTo>
                    <a:pt x="31365" y="7541"/>
                  </a:lnTo>
                  <a:lnTo>
                    <a:pt x="33110" y="7661"/>
                  </a:lnTo>
                  <a:lnTo>
                    <a:pt x="34694" y="7741"/>
                  </a:lnTo>
                  <a:lnTo>
                    <a:pt x="36098" y="7782"/>
                  </a:lnTo>
                  <a:lnTo>
                    <a:pt x="37302" y="7802"/>
                  </a:lnTo>
                  <a:lnTo>
                    <a:pt x="37302" y="7802"/>
                  </a:lnTo>
                  <a:lnTo>
                    <a:pt x="38505" y="7782"/>
                  </a:lnTo>
                  <a:lnTo>
                    <a:pt x="39909" y="7741"/>
                  </a:lnTo>
                  <a:lnTo>
                    <a:pt x="41493" y="7661"/>
                  </a:lnTo>
                  <a:lnTo>
                    <a:pt x="43238" y="7541"/>
                  </a:lnTo>
                  <a:lnTo>
                    <a:pt x="45123" y="7360"/>
                  </a:lnTo>
                  <a:lnTo>
                    <a:pt x="47148" y="7120"/>
                  </a:lnTo>
                  <a:lnTo>
                    <a:pt x="48191" y="6979"/>
                  </a:lnTo>
                  <a:lnTo>
                    <a:pt x="49274" y="6839"/>
                  </a:lnTo>
                  <a:lnTo>
                    <a:pt x="50377" y="6659"/>
                  </a:lnTo>
                  <a:lnTo>
                    <a:pt x="51500" y="6458"/>
                  </a:lnTo>
                  <a:lnTo>
                    <a:pt x="52663" y="6257"/>
                  </a:lnTo>
                  <a:lnTo>
                    <a:pt x="53826" y="6017"/>
                  </a:lnTo>
                  <a:lnTo>
                    <a:pt x="54990" y="5776"/>
                  </a:lnTo>
                  <a:lnTo>
                    <a:pt x="56193" y="5495"/>
                  </a:lnTo>
                  <a:lnTo>
                    <a:pt x="57396" y="5195"/>
                  </a:lnTo>
                  <a:lnTo>
                    <a:pt x="58619" y="4874"/>
                  </a:lnTo>
                  <a:lnTo>
                    <a:pt x="59823" y="4533"/>
                  </a:lnTo>
                  <a:lnTo>
                    <a:pt x="61066" y="4172"/>
                  </a:lnTo>
                  <a:lnTo>
                    <a:pt x="62289" y="3771"/>
                  </a:lnTo>
                  <a:lnTo>
                    <a:pt x="63513" y="3350"/>
                  </a:lnTo>
                  <a:lnTo>
                    <a:pt x="64756" y="2908"/>
                  </a:lnTo>
                  <a:lnTo>
                    <a:pt x="65979" y="2427"/>
                  </a:lnTo>
                  <a:lnTo>
                    <a:pt x="67203" y="1926"/>
                  </a:lnTo>
                  <a:lnTo>
                    <a:pt x="68406" y="1384"/>
                  </a:lnTo>
                  <a:lnTo>
                    <a:pt x="69609" y="823"/>
                  </a:lnTo>
                  <a:lnTo>
                    <a:pt x="70813" y="221"/>
                  </a:lnTo>
                  <a:lnTo>
                    <a:pt x="70813" y="221"/>
                  </a:lnTo>
                  <a:lnTo>
                    <a:pt x="70973" y="141"/>
                  </a:lnTo>
                  <a:lnTo>
                    <a:pt x="71133" y="81"/>
                  </a:lnTo>
                  <a:lnTo>
                    <a:pt x="71294" y="41"/>
                  </a:lnTo>
                  <a:lnTo>
                    <a:pt x="71474" y="20"/>
                  </a:lnTo>
                  <a:lnTo>
                    <a:pt x="71635" y="0"/>
                  </a:lnTo>
                  <a:lnTo>
                    <a:pt x="71795" y="0"/>
                  </a:lnTo>
                  <a:lnTo>
                    <a:pt x="72136" y="20"/>
                  </a:lnTo>
                  <a:lnTo>
                    <a:pt x="72457" y="101"/>
                  </a:lnTo>
                  <a:lnTo>
                    <a:pt x="72798" y="201"/>
                  </a:lnTo>
                  <a:lnTo>
                    <a:pt x="73099" y="341"/>
                  </a:lnTo>
                  <a:lnTo>
                    <a:pt x="73380" y="502"/>
                  </a:lnTo>
                  <a:lnTo>
                    <a:pt x="73660" y="682"/>
                  </a:lnTo>
                  <a:lnTo>
                    <a:pt x="73901" y="863"/>
                  </a:lnTo>
                  <a:lnTo>
                    <a:pt x="74122" y="1063"/>
                  </a:lnTo>
                  <a:lnTo>
                    <a:pt x="74302" y="1244"/>
                  </a:lnTo>
                  <a:lnTo>
                    <a:pt x="74442" y="1424"/>
                  </a:lnTo>
                  <a:lnTo>
                    <a:pt x="74543" y="1605"/>
                  </a:lnTo>
                  <a:lnTo>
                    <a:pt x="74603" y="1745"/>
                  </a:lnTo>
                  <a:lnTo>
                    <a:pt x="74603" y="1805"/>
                  </a:lnTo>
                  <a:lnTo>
                    <a:pt x="74603" y="186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22"/>
            <p:cNvSpPr/>
            <p:nvPr/>
          </p:nvSpPr>
          <p:spPr>
            <a:xfrm>
              <a:off x="8364975" y="5252175"/>
              <a:ext cx="1865075" cy="312875"/>
            </a:xfrm>
            <a:custGeom>
              <a:avLst/>
              <a:gdLst/>
              <a:ahLst/>
              <a:cxnLst/>
              <a:rect l="l" t="t" r="r" b="b"/>
              <a:pathLst>
                <a:path w="74603" h="12515" extrusionOk="0">
                  <a:moveTo>
                    <a:pt x="71514" y="0"/>
                  </a:moveTo>
                  <a:lnTo>
                    <a:pt x="71274" y="41"/>
                  </a:lnTo>
                  <a:lnTo>
                    <a:pt x="71033" y="121"/>
                  </a:lnTo>
                  <a:lnTo>
                    <a:pt x="70813" y="221"/>
                  </a:lnTo>
                  <a:lnTo>
                    <a:pt x="69449" y="903"/>
                  </a:lnTo>
                  <a:lnTo>
                    <a:pt x="68085" y="1545"/>
                  </a:lnTo>
                  <a:lnTo>
                    <a:pt x="66701" y="2126"/>
                  </a:lnTo>
                  <a:lnTo>
                    <a:pt x="65298" y="2688"/>
                  </a:lnTo>
                  <a:lnTo>
                    <a:pt x="66120" y="4533"/>
                  </a:lnTo>
                  <a:lnTo>
                    <a:pt x="66862" y="6217"/>
                  </a:lnTo>
                  <a:lnTo>
                    <a:pt x="67744" y="5796"/>
                  </a:lnTo>
                  <a:lnTo>
                    <a:pt x="68587" y="5415"/>
                  </a:lnTo>
                  <a:lnTo>
                    <a:pt x="69369" y="5014"/>
                  </a:lnTo>
                  <a:lnTo>
                    <a:pt x="70111" y="4653"/>
                  </a:lnTo>
                  <a:lnTo>
                    <a:pt x="71434" y="3951"/>
                  </a:lnTo>
                  <a:lnTo>
                    <a:pt x="72537" y="3309"/>
                  </a:lnTo>
                  <a:lnTo>
                    <a:pt x="73400" y="2768"/>
                  </a:lnTo>
                  <a:lnTo>
                    <a:pt x="74041" y="2347"/>
                  </a:lnTo>
                  <a:lnTo>
                    <a:pt x="74442" y="2026"/>
                  </a:lnTo>
                  <a:lnTo>
                    <a:pt x="74563" y="1926"/>
                  </a:lnTo>
                  <a:lnTo>
                    <a:pt x="74603" y="1865"/>
                  </a:lnTo>
                  <a:lnTo>
                    <a:pt x="74603" y="1825"/>
                  </a:lnTo>
                  <a:lnTo>
                    <a:pt x="74583" y="1725"/>
                  </a:lnTo>
                  <a:lnTo>
                    <a:pt x="74543" y="1605"/>
                  </a:lnTo>
                  <a:lnTo>
                    <a:pt x="74463" y="1464"/>
                  </a:lnTo>
                  <a:lnTo>
                    <a:pt x="74362" y="1324"/>
                  </a:lnTo>
                  <a:lnTo>
                    <a:pt x="74222" y="1184"/>
                  </a:lnTo>
                  <a:lnTo>
                    <a:pt x="74081" y="1023"/>
                  </a:lnTo>
                  <a:lnTo>
                    <a:pt x="73901" y="863"/>
                  </a:lnTo>
                  <a:lnTo>
                    <a:pt x="73700" y="722"/>
                  </a:lnTo>
                  <a:lnTo>
                    <a:pt x="73500" y="582"/>
                  </a:lnTo>
                  <a:lnTo>
                    <a:pt x="73279" y="442"/>
                  </a:lnTo>
                  <a:lnTo>
                    <a:pt x="73039" y="321"/>
                  </a:lnTo>
                  <a:lnTo>
                    <a:pt x="72798" y="221"/>
                  </a:lnTo>
                  <a:lnTo>
                    <a:pt x="72537" y="121"/>
                  </a:lnTo>
                  <a:lnTo>
                    <a:pt x="72277" y="61"/>
                  </a:lnTo>
                  <a:lnTo>
                    <a:pt x="72016" y="20"/>
                  </a:lnTo>
                  <a:lnTo>
                    <a:pt x="71755" y="0"/>
                  </a:lnTo>
                  <a:close/>
                  <a:moveTo>
                    <a:pt x="2848" y="0"/>
                  </a:moveTo>
                  <a:lnTo>
                    <a:pt x="2587" y="20"/>
                  </a:lnTo>
                  <a:lnTo>
                    <a:pt x="2327" y="61"/>
                  </a:lnTo>
                  <a:lnTo>
                    <a:pt x="2066" y="121"/>
                  </a:lnTo>
                  <a:lnTo>
                    <a:pt x="1805" y="201"/>
                  </a:lnTo>
                  <a:lnTo>
                    <a:pt x="1564" y="321"/>
                  </a:lnTo>
                  <a:lnTo>
                    <a:pt x="1324" y="442"/>
                  </a:lnTo>
                  <a:lnTo>
                    <a:pt x="1103" y="582"/>
                  </a:lnTo>
                  <a:lnTo>
                    <a:pt x="903" y="722"/>
                  </a:lnTo>
                  <a:lnTo>
                    <a:pt x="702" y="863"/>
                  </a:lnTo>
                  <a:lnTo>
                    <a:pt x="522" y="1023"/>
                  </a:lnTo>
                  <a:lnTo>
                    <a:pt x="381" y="1164"/>
                  </a:lnTo>
                  <a:lnTo>
                    <a:pt x="241" y="1324"/>
                  </a:lnTo>
                  <a:lnTo>
                    <a:pt x="141" y="1464"/>
                  </a:lnTo>
                  <a:lnTo>
                    <a:pt x="60" y="1585"/>
                  </a:lnTo>
                  <a:lnTo>
                    <a:pt x="20" y="1705"/>
                  </a:lnTo>
                  <a:lnTo>
                    <a:pt x="0" y="1805"/>
                  </a:lnTo>
                  <a:lnTo>
                    <a:pt x="0" y="1865"/>
                  </a:lnTo>
                  <a:lnTo>
                    <a:pt x="40" y="1906"/>
                  </a:lnTo>
                  <a:lnTo>
                    <a:pt x="121" y="1986"/>
                  </a:lnTo>
                  <a:lnTo>
                    <a:pt x="381" y="2206"/>
                  </a:lnTo>
                  <a:lnTo>
                    <a:pt x="822" y="2527"/>
                  </a:lnTo>
                  <a:lnTo>
                    <a:pt x="1424" y="2908"/>
                  </a:lnTo>
                  <a:lnTo>
                    <a:pt x="2166" y="3370"/>
                  </a:lnTo>
                  <a:lnTo>
                    <a:pt x="3069" y="3891"/>
                  </a:lnTo>
                  <a:lnTo>
                    <a:pt x="4131" y="4453"/>
                  </a:lnTo>
                  <a:lnTo>
                    <a:pt x="5315" y="5074"/>
                  </a:lnTo>
                  <a:lnTo>
                    <a:pt x="6638" y="5716"/>
                  </a:lnTo>
                  <a:lnTo>
                    <a:pt x="8102" y="6358"/>
                  </a:lnTo>
                  <a:lnTo>
                    <a:pt x="9687" y="7040"/>
                  </a:lnTo>
                  <a:lnTo>
                    <a:pt x="10529" y="7380"/>
                  </a:lnTo>
                  <a:lnTo>
                    <a:pt x="11411" y="7721"/>
                  </a:lnTo>
                  <a:lnTo>
                    <a:pt x="12314" y="8042"/>
                  </a:lnTo>
                  <a:lnTo>
                    <a:pt x="13236" y="8383"/>
                  </a:lnTo>
                  <a:lnTo>
                    <a:pt x="14199" y="8704"/>
                  </a:lnTo>
                  <a:lnTo>
                    <a:pt x="15202" y="9025"/>
                  </a:lnTo>
                  <a:lnTo>
                    <a:pt x="16204" y="9346"/>
                  </a:lnTo>
                  <a:lnTo>
                    <a:pt x="17247" y="9647"/>
                  </a:lnTo>
                  <a:lnTo>
                    <a:pt x="18310" y="9947"/>
                  </a:lnTo>
                  <a:lnTo>
                    <a:pt x="19413" y="10248"/>
                  </a:lnTo>
                  <a:lnTo>
                    <a:pt x="19373" y="10128"/>
                  </a:lnTo>
                  <a:lnTo>
                    <a:pt x="19333" y="10008"/>
                  </a:lnTo>
                  <a:lnTo>
                    <a:pt x="19333" y="9988"/>
                  </a:lnTo>
                  <a:lnTo>
                    <a:pt x="19373" y="9827"/>
                  </a:lnTo>
                  <a:lnTo>
                    <a:pt x="19453" y="9546"/>
                  </a:lnTo>
                  <a:lnTo>
                    <a:pt x="19774" y="8704"/>
                  </a:lnTo>
                  <a:lnTo>
                    <a:pt x="20255" y="7501"/>
                  </a:lnTo>
                  <a:lnTo>
                    <a:pt x="20877" y="6037"/>
                  </a:lnTo>
                  <a:lnTo>
                    <a:pt x="19894" y="5836"/>
                  </a:lnTo>
                  <a:lnTo>
                    <a:pt x="18912" y="5616"/>
                  </a:lnTo>
                  <a:lnTo>
                    <a:pt x="17929" y="5375"/>
                  </a:lnTo>
                  <a:lnTo>
                    <a:pt x="16926" y="5134"/>
                  </a:lnTo>
                  <a:lnTo>
                    <a:pt x="15643" y="4793"/>
                  </a:lnTo>
                  <a:lnTo>
                    <a:pt x="15061" y="5535"/>
                  </a:lnTo>
                  <a:lnTo>
                    <a:pt x="14600" y="6097"/>
                  </a:lnTo>
                  <a:lnTo>
                    <a:pt x="14259" y="6498"/>
                  </a:lnTo>
                  <a:lnTo>
                    <a:pt x="14159" y="6598"/>
                  </a:lnTo>
                  <a:lnTo>
                    <a:pt x="14078" y="6659"/>
                  </a:lnTo>
                  <a:lnTo>
                    <a:pt x="13898" y="6739"/>
                  </a:lnTo>
                  <a:lnTo>
                    <a:pt x="13717" y="6799"/>
                  </a:lnTo>
                  <a:lnTo>
                    <a:pt x="13557" y="6819"/>
                  </a:lnTo>
                  <a:lnTo>
                    <a:pt x="13377" y="6839"/>
                  </a:lnTo>
                  <a:lnTo>
                    <a:pt x="13156" y="6819"/>
                  </a:lnTo>
                  <a:lnTo>
                    <a:pt x="12955" y="6759"/>
                  </a:lnTo>
                  <a:lnTo>
                    <a:pt x="12755" y="6699"/>
                  </a:lnTo>
                  <a:lnTo>
                    <a:pt x="12574" y="6598"/>
                  </a:lnTo>
                  <a:lnTo>
                    <a:pt x="12434" y="6458"/>
                  </a:lnTo>
                  <a:lnTo>
                    <a:pt x="12294" y="6318"/>
                  </a:lnTo>
                  <a:lnTo>
                    <a:pt x="12213" y="6157"/>
                  </a:lnTo>
                  <a:lnTo>
                    <a:pt x="12153" y="5977"/>
                  </a:lnTo>
                  <a:lnTo>
                    <a:pt x="12153" y="5957"/>
                  </a:lnTo>
                  <a:lnTo>
                    <a:pt x="12173" y="5856"/>
                  </a:lnTo>
                  <a:lnTo>
                    <a:pt x="12193" y="5716"/>
                  </a:lnTo>
                  <a:lnTo>
                    <a:pt x="12354" y="5295"/>
                  </a:lnTo>
                  <a:lnTo>
                    <a:pt x="12574" y="4693"/>
                  </a:lnTo>
                  <a:lnTo>
                    <a:pt x="12875" y="3951"/>
                  </a:lnTo>
                  <a:lnTo>
                    <a:pt x="11732" y="3570"/>
                  </a:lnTo>
                  <a:lnTo>
                    <a:pt x="10589" y="3169"/>
                  </a:lnTo>
                  <a:lnTo>
                    <a:pt x="9426" y="2748"/>
                  </a:lnTo>
                  <a:lnTo>
                    <a:pt x="8283" y="2287"/>
                  </a:lnTo>
                  <a:lnTo>
                    <a:pt x="7160" y="1805"/>
                  </a:lnTo>
                  <a:lnTo>
                    <a:pt x="6017" y="1304"/>
                  </a:lnTo>
                  <a:lnTo>
                    <a:pt x="4893" y="783"/>
                  </a:lnTo>
                  <a:lnTo>
                    <a:pt x="3791" y="221"/>
                  </a:lnTo>
                  <a:lnTo>
                    <a:pt x="3550" y="121"/>
                  </a:lnTo>
                  <a:lnTo>
                    <a:pt x="3329" y="41"/>
                  </a:lnTo>
                  <a:lnTo>
                    <a:pt x="3089" y="0"/>
                  </a:lnTo>
                  <a:close/>
                  <a:moveTo>
                    <a:pt x="61106" y="4152"/>
                  </a:moveTo>
                  <a:lnTo>
                    <a:pt x="60103" y="4453"/>
                  </a:lnTo>
                  <a:lnTo>
                    <a:pt x="59101" y="4753"/>
                  </a:lnTo>
                  <a:lnTo>
                    <a:pt x="58098" y="5014"/>
                  </a:lnTo>
                  <a:lnTo>
                    <a:pt x="57115" y="5275"/>
                  </a:lnTo>
                  <a:lnTo>
                    <a:pt x="57396" y="5977"/>
                  </a:lnTo>
                  <a:lnTo>
                    <a:pt x="57617" y="6538"/>
                  </a:lnTo>
                  <a:lnTo>
                    <a:pt x="57737" y="6939"/>
                  </a:lnTo>
                  <a:lnTo>
                    <a:pt x="57777" y="7060"/>
                  </a:lnTo>
                  <a:lnTo>
                    <a:pt x="57797" y="7160"/>
                  </a:lnTo>
                  <a:lnTo>
                    <a:pt x="57797" y="7180"/>
                  </a:lnTo>
                  <a:lnTo>
                    <a:pt x="57737" y="7360"/>
                  </a:lnTo>
                  <a:lnTo>
                    <a:pt x="57637" y="7521"/>
                  </a:lnTo>
                  <a:lnTo>
                    <a:pt x="57516" y="7661"/>
                  </a:lnTo>
                  <a:lnTo>
                    <a:pt x="57356" y="7782"/>
                  </a:lnTo>
                  <a:lnTo>
                    <a:pt x="57196" y="7882"/>
                  </a:lnTo>
                  <a:lnTo>
                    <a:pt x="56995" y="7962"/>
                  </a:lnTo>
                  <a:lnTo>
                    <a:pt x="56774" y="8002"/>
                  </a:lnTo>
                  <a:lnTo>
                    <a:pt x="56574" y="8022"/>
                  </a:lnTo>
                  <a:lnTo>
                    <a:pt x="56393" y="8022"/>
                  </a:lnTo>
                  <a:lnTo>
                    <a:pt x="56213" y="7982"/>
                  </a:lnTo>
                  <a:lnTo>
                    <a:pt x="56052" y="7942"/>
                  </a:lnTo>
                  <a:lnTo>
                    <a:pt x="55872" y="7862"/>
                  </a:lnTo>
                  <a:lnTo>
                    <a:pt x="55792" y="7802"/>
                  </a:lnTo>
                  <a:lnTo>
                    <a:pt x="55671" y="7681"/>
                  </a:lnTo>
                  <a:lnTo>
                    <a:pt x="55331" y="7280"/>
                  </a:lnTo>
                  <a:lnTo>
                    <a:pt x="54849" y="6699"/>
                  </a:lnTo>
                  <a:lnTo>
                    <a:pt x="54268" y="5937"/>
                  </a:lnTo>
                  <a:lnTo>
                    <a:pt x="52924" y="6197"/>
                  </a:lnTo>
                  <a:lnTo>
                    <a:pt x="51600" y="6458"/>
                  </a:lnTo>
                  <a:lnTo>
                    <a:pt x="50297" y="6679"/>
                  </a:lnTo>
                  <a:lnTo>
                    <a:pt x="49033" y="6859"/>
                  </a:lnTo>
                  <a:lnTo>
                    <a:pt x="47810" y="7040"/>
                  </a:lnTo>
                  <a:lnTo>
                    <a:pt x="46607" y="7200"/>
                  </a:lnTo>
                  <a:lnTo>
                    <a:pt x="45444" y="7320"/>
                  </a:lnTo>
                  <a:lnTo>
                    <a:pt x="44341" y="7441"/>
                  </a:lnTo>
                  <a:lnTo>
                    <a:pt x="43258" y="7521"/>
                  </a:lnTo>
                  <a:lnTo>
                    <a:pt x="42235" y="7601"/>
                  </a:lnTo>
                  <a:lnTo>
                    <a:pt x="40350" y="7721"/>
                  </a:lnTo>
                  <a:lnTo>
                    <a:pt x="38705" y="7782"/>
                  </a:lnTo>
                  <a:lnTo>
                    <a:pt x="37302" y="7802"/>
                  </a:lnTo>
                  <a:lnTo>
                    <a:pt x="36219" y="7782"/>
                  </a:lnTo>
                  <a:lnTo>
                    <a:pt x="34955" y="7741"/>
                  </a:lnTo>
                  <a:lnTo>
                    <a:pt x="33551" y="7681"/>
                  </a:lnTo>
                  <a:lnTo>
                    <a:pt x="32007" y="7581"/>
                  </a:lnTo>
                  <a:lnTo>
                    <a:pt x="30323" y="7441"/>
                  </a:lnTo>
                  <a:lnTo>
                    <a:pt x="28538" y="7260"/>
                  </a:lnTo>
                  <a:lnTo>
                    <a:pt x="26653" y="7020"/>
                  </a:lnTo>
                  <a:lnTo>
                    <a:pt x="24667" y="6739"/>
                  </a:lnTo>
                  <a:lnTo>
                    <a:pt x="23544" y="8223"/>
                  </a:lnTo>
                  <a:lnTo>
                    <a:pt x="22622" y="9446"/>
                  </a:lnTo>
                  <a:lnTo>
                    <a:pt x="21920" y="10308"/>
                  </a:lnTo>
                  <a:lnTo>
                    <a:pt x="21679" y="10589"/>
                  </a:lnTo>
                  <a:lnTo>
                    <a:pt x="21499" y="10750"/>
                  </a:lnTo>
                  <a:lnTo>
                    <a:pt x="23304" y="11131"/>
                  </a:lnTo>
                  <a:lnTo>
                    <a:pt x="24226" y="11291"/>
                  </a:lnTo>
                  <a:lnTo>
                    <a:pt x="25149" y="11472"/>
                  </a:lnTo>
                  <a:lnTo>
                    <a:pt x="26091" y="11612"/>
                  </a:lnTo>
                  <a:lnTo>
                    <a:pt x="27054" y="11772"/>
                  </a:lnTo>
                  <a:lnTo>
                    <a:pt x="28036" y="11893"/>
                  </a:lnTo>
                  <a:lnTo>
                    <a:pt x="29019" y="12033"/>
                  </a:lnTo>
                  <a:lnTo>
                    <a:pt x="30002" y="12133"/>
                  </a:lnTo>
                  <a:lnTo>
                    <a:pt x="31024" y="12234"/>
                  </a:lnTo>
                  <a:lnTo>
                    <a:pt x="32027" y="12314"/>
                  </a:lnTo>
                  <a:lnTo>
                    <a:pt x="33070" y="12394"/>
                  </a:lnTo>
                  <a:lnTo>
                    <a:pt x="34113" y="12434"/>
                  </a:lnTo>
                  <a:lnTo>
                    <a:pt x="35156" y="12474"/>
                  </a:lnTo>
                  <a:lnTo>
                    <a:pt x="36219" y="12514"/>
                  </a:lnTo>
                  <a:lnTo>
                    <a:pt x="38284" y="12514"/>
                  </a:lnTo>
                  <a:lnTo>
                    <a:pt x="39267" y="12494"/>
                  </a:lnTo>
                  <a:lnTo>
                    <a:pt x="40250" y="12454"/>
                  </a:lnTo>
                  <a:lnTo>
                    <a:pt x="41212" y="12414"/>
                  </a:lnTo>
                  <a:lnTo>
                    <a:pt x="42155" y="12354"/>
                  </a:lnTo>
                  <a:lnTo>
                    <a:pt x="43097" y="12274"/>
                  </a:lnTo>
                  <a:lnTo>
                    <a:pt x="44040" y="12194"/>
                  </a:lnTo>
                  <a:lnTo>
                    <a:pt x="44962" y="12093"/>
                  </a:lnTo>
                  <a:lnTo>
                    <a:pt x="46767" y="11873"/>
                  </a:lnTo>
                  <a:lnTo>
                    <a:pt x="48552" y="11612"/>
                  </a:lnTo>
                  <a:lnTo>
                    <a:pt x="50277" y="11311"/>
                  </a:lnTo>
                  <a:lnTo>
                    <a:pt x="51961" y="10990"/>
                  </a:lnTo>
                  <a:lnTo>
                    <a:pt x="53606" y="10629"/>
                  </a:lnTo>
                  <a:lnTo>
                    <a:pt x="55190" y="10248"/>
                  </a:lnTo>
                  <a:lnTo>
                    <a:pt x="56714" y="9827"/>
                  </a:lnTo>
                  <a:lnTo>
                    <a:pt x="58198" y="9406"/>
                  </a:lnTo>
                  <a:lnTo>
                    <a:pt x="59642" y="8965"/>
                  </a:lnTo>
                  <a:lnTo>
                    <a:pt x="61026" y="8504"/>
                  </a:lnTo>
                  <a:lnTo>
                    <a:pt x="62330" y="8022"/>
                  </a:lnTo>
                  <a:lnTo>
                    <a:pt x="63593" y="7561"/>
                  </a:lnTo>
                  <a:lnTo>
                    <a:pt x="62410" y="5957"/>
                  </a:lnTo>
                  <a:lnTo>
                    <a:pt x="61106" y="4152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22"/>
            <p:cNvSpPr/>
            <p:nvPr/>
          </p:nvSpPr>
          <p:spPr>
            <a:xfrm>
              <a:off x="8364975" y="5252175"/>
              <a:ext cx="521925" cy="256225"/>
            </a:xfrm>
            <a:custGeom>
              <a:avLst/>
              <a:gdLst/>
              <a:ahLst/>
              <a:cxnLst/>
              <a:rect l="l" t="t" r="r" b="b"/>
              <a:pathLst>
                <a:path w="20877" h="10249" fill="none" extrusionOk="0">
                  <a:moveTo>
                    <a:pt x="2848" y="0"/>
                  </a:moveTo>
                  <a:lnTo>
                    <a:pt x="2848" y="0"/>
                  </a:lnTo>
                  <a:lnTo>
                    <a:pt x="2587" y="20"/>
                  </a:lnTo>
                  <a:lnTo>
                    <a:pt x="2327" y="61"/>
                  </a:lnTo>
                  <a:lnTo>
                    <a:pt x="2066" y="121"/>
                  </a:lnTo>
                  <a:lnTo>
                    <a:pt x="1805" y="201"/>
                  </a:lnTo>
                  <a:lnTo>
                    <a:pt x="1564" y="321"/>
                  </a:lnTo>
                  <a:lnTo>
                    <a:pt x="1324" y="442"/>
                  </a:lnTo>
                  <a:lnTo>
                    <a:pt x="1103" y="582"/>
                  </a:lnTo>
                  <a:lnTo>
                    <a:pt x="903" y="722"/>
                  </a:lnTo>
                  <a:lnTo>
                    <a:pt x="702" y="863"/>
                  </a:lnTo>
                  <a:lnTo>
                    <a:pt x="522" y="1023"/>
                  </a:lnTo>
                  <a:lnTo>
                    <a:pt x="381" y="1164"/>
                  </a:lnTo>
                  <a:lnTo>
                    <a:pt x="241" y="1324"/>
                  </a:lnTo>
                  <a:lnTo>
                    <a:pt x="141" y="1464"/>
                  </a:lnTo>
                  <a:lnTo>
                    <a:pt x="60" y="1585"/>
                  </a:lnTo>
                  <a:lnTo>
                    <a:pt x="20" y="1705"/>
                  </a:lnTo>
                  <a:lnTo>
                    <a:pt x="0" y="1805"/>
                  </a:lnTo>
                  <a:lnTo>
                    <a:pt x="0" y="1805"/>
                  </a:lnTo>
                  <a:lnTo>
                    <a:pt x="0" y="1865"/>
                  </a:lnTo>
                  <a:lnTo>
                    <a:pt x="0" y="1865"/>
                  </a:lnTo>
                  <a:lnTo>
                    <a:pt x="40" y="1906"/>
                  </a:lnTo>
                  <a:lnTo>
                    <a:pt x="121" y="1986"/>
                  </a:lnTo>
                  <a:lnTo>
                    <a:pt x="381" y="2206"/>
                  </a:lnTo>
                  <a:lnTo>
                    <a:pt x="822" y="2527"/>
                  </a:lnTo>
                  <a:lnTo>
                    <a:pt x="1424" y="2908"/>
                  </a:lnTo>
                  <a:lnTo>
                    <a:pt x="2166" y="3370"/>
                  </a:lnTo>
                  <a:lnTo>
                    <a:pt x="3069" y="3891"/>
                  </a:lnTo>
                  <a:lnTo>
                    <a:pt x="4131" y="4453"/>
                  </a:lnTo>
                  <a:lnTo>
                    <a:pt x="5315" y="5074"/>
                  </a:lnTo>
                  <a:lnTo>
                    <a:pt x="6638" y="5716"/>
                  </a:lnTo>
                  <a:lnTo>
                    <a:pt x="8102" y="6358"/>
                  </a:lnTo>
                  <a:lnTo>
                    <a:pt x="9687" y="7040"/>
                  </a:lnTo>
                  <a:lnTo>
                    <a:pt x="10529" y="7380"/>
                  </a:lnTo>
                  <a:lnTo>
                    <a:pt x="11411" y="7721"/>
                  </a:lnTo>
                  <a:lnTo>
                    <a:pt x="12314" y="8042"/>
                  </a:lnTo>
                  <a:lnTo>
                    <a:pt x="13236" y="8383"/>
                  </a:lnTo>
                  <a:lnTo>
                    <a:pt x="14199" y="8704"/>
                  </a:lnTo>
                  <a:lnTo>
                    <a:pt x="15202" y="9025"/>
                  </a:lnTo>
                  <a:lnTo>
                    <a:pt x="16204" y="9346"/>
                  </a:lnTo>
                  <a:lnTo>
                    <a:pt x="17247" y="9647"/>
                  </a:lnTo>
                  <a:lnTo>
                    <a:pt x="18310" y="9947"/>
                  </a:lnTo>
                  <a:lnTo>
                    <a:pt x="19413" y="10248"/>
                  </a:lnTo>
                  <a:lnTo>
                    <a:pt x="19413" y="10248"/>
                  </a:lnTo>
                  <a:lnTo>
                    <a:pt x="19373" y="10128"/>
                  </a:lnTo>
                  <a:lnTo>
                    <a:pt x="19333" y="10008"/>
                  </a:lnTo>
                  <a:lnTo>
                    <a:pt x="19333" y="10008"/>
                  </a:lnTo>
                  <a:lnTo>
                    <a:pt x="19333" y="9988"/>
                  </a:lnTo>
                  <a:lnTo>
                    <a:pt x="19333" y="9988"/>
                  </a:lnTo>
                  <a:lnTo>
                    <a:pt x="19373" y="9827"/>
                  </a:lnTo>
                  <a:lnTo>
                    <a:pt x="19453" y="9546"/>
                  </a:lnTo>
                  <a:lnTo>
                    <a:pt x="19774" y="8704"/>
                  </a:lnTo>
                  <a:lnTo>
                    <a:pt x="20255" y="7501"/>
                  </a:lnTo>
                  <a:lnTo>
                    <a:pt x="20877" y="6037"/>
                  </a:lnTo>
                  <a:lnTo>
                    <a:pt x="20877" y="6037"/>
                  </a:lnTo>
                  <a:lnTo>
                    <a:pt x="19894" y="5836"/>
                  </a:lnTo>
                  <a:lnTo>
                    <a:pt x="18912" y="5616"/>
                  </a:lnTo>
                  <a:lnTo>
                    <a:pt x="17929" y="5375"/>
                  </a:lnTo>
                  <a:lnTo>
                    <a:pt x="16926" y="5134"/>
                  </a:lnTo>
                  <a:lnTo>
                    <a:pt x="16926" y="5134"/>
                  </a:lnTo>
                  <a:lnTo>
                    <a:pt x="15643" y="4793"/>
                  </a:lnTo>
                  <a:lnTo>
                    <a:pt x="15643" y="4793"/>
                  </a:lnTo>
                  <a:lnTo>
                    <a:pt x="15061" y="5535"/>
                  </a:lnTo>
                  <a:lnTo>
                    <a:pt x="14600" y="6097"/>
                  </a:lnTo>
                  <a:lnTo>
                    <a:pt x="14259" y="6498"/>
                  </a:lnTo>
                  <a:lnTo>
                    <a:pt x="14159" y="6598"/>
                  </a:lnTo>
                  <a:lnTo>
                    <a:pt x="14078" y="6659"/>
                  </a:lnTo>
                  <a:lnTo>
                    <a:pt x="14078" y="6659"/>
                  </a:lnTo>
                  <a:lnTo>
                    <a:pt x="13898" y="6739"/>
                  </a:lnTo>
                  <a:lnTo>
                    <a:pt x="13717" y="6799"/>
                  </a:lnTo>
                  <a:lnTo>
                    <a:pt x="13557" y="6819"/>
                  </a:lnTo>
                  <a:lnTo>
                    <a:pt x="13377" y="6839"/>
                  </a:lnTo>
                  <a:lnTo>
                    <a:pt x="13377" y="6839"/>
                  </a:lnTo>
                  <a:lnTo>
                    <a:pt x="13156" y="6819"/>
                  </a:lnTo>
                  <a:lnTo>
                    <a:pt x="12955" y="6759"/>
                  </a:lnTo>
                  <a:lnTo>
                    <a:pt x="12755" y="6699"/>
                  </a:lnTo>
                  <a:lnTo>
                    <a:pt x="12574" y="6598"/>
                  </a:lnTo>
                  <a:lnTo>
                    <a:pt x="12434" y="6458"/>
                  </a:lnTo>
                  <a:lnTo>
                    <a:pt x="12294" y="6318"/>
                  </a:lnTo>
                  <a:lnTo>
                    <a:pt x="12213" y="6157"/>
                  </a:lnTo>
                  <a:lnTo>
                    <a:pt x="12153" y="5977"/>
                  </a:lnTo>
                  <a:lnTo>
                    <a:pt x="12153" y="5977"/>
                  </a:lnTo>
                  <a:lnTo>
                    <a:pt x="12153" y="5957"/>
                  </a:lnTo>
                  <a:lnTo>
                    <a:pt x="12153" y="5957"/>
                  </a:lnTo>
                  <a:lnTo>
                    <a:pt x="12173" y="5856"/>
                  </a:lnTo>
                  <a:lnTo>
                    <a:pt x="12193" y="5716"/>
                  </a:lnTo>
                  <a:lnTo>
                    <a:pt x="12354" y="5295"/>
                  </a:lnTo>
                  <a:lnTo>
                    <a:pt x="12574" y="4693"/>
                  </a:lnTo>
                  <a:lnTo>
                    <a:pt x="12875" y="3951"/>
                  </a:lnTo>
                  <a:lnTo>
                    <a:pt x="12875" y="3951"/>
                  </a:lnTo>
                  <a:lnTo>
                    <a:pt x="11732" y="3570"/>
                  </a:lnTo>
                  <a:lnTo>
                    <a:pt x="10589" y="3169"/>
                  </a:lnTo>
                  <a:lnTo>
                    <a:pt x="9426" y="2748"/>
                  </a:lnTo>
                  <a:lnTo>
                    <a:pt x="8283" y="2287"/>
                  </a:lnTo>
                  <a:lnTo>
                    <a:pt x="7160" y="1805"/>
                  </a:lnTo>
                  <a:lnTo>
                    <a:pt x="6017" y="1304"/>
                  </a:lnTo>
                  <a:lnTo>
                    <a:pt x="4893" y="783"/>
                  </a:lnTo>
                  <a:lnTo>
                    <a:pt x="3791" y="221"/>
                  </a:lnTo>
                  <a:lnTo>
                    <a:pt x="3791" y="221"/>
                  </a:lnTo>
                  <a:lnTo>
                    <a:pt x="3550" y="121"/>
                  </a:lnTo>
                  <a:lnTo>
                    <a:pt x="3329" y="41"/>
                  </a:lnTo>
                  <a:lnTo>
                    <a:pt x="3089" y="0"/>
                  </a:lnTo>
                  <a:lnTo>
                    <a:pt x="284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22"/>
            <p:cNvSpPr/>
            <p:nvPr/>
          </p:nvSpPr>
          <p:spPr>
            <a:xfrm>
              <a:off x="9997400" y="5252175"/>
              <a:ext cx="232650" cy="155450"/>
            </a:xfrm>
            <a:custGeom>
              <a:avLst/>
              <a:gdLst/>
              <a:ahLst/>
              <a:cxnLst/>
              <a:rect l="l" t="t" r="r" b="b"/>
              <a:pathLst>
                <a:path w="9306" h="6218" fill="none" extrusionOk="0">
                  <a:moveTo>
                    <a:pt x="6458" y="0"/>
                  </a:moveTo>
                  <a:lnTo>
                    <a:pt x="6458" y="0"/>
                  </a:lnTo>
                  <a:lnTo>
                    <a:pt x="6217" y="0"/>
                  </a:lnTo>
                  <a:lnTo>
                    <a:pt x="5977" y="41"/>
                  </a:lnTo>
                  <a:lnTo>
                    <a:pt x="5736" y="121"/>
                  </a:lnTo>
                  <a:lnTo>
                    <a:pt x="5516" y="221"/>
                  </a:lnTo>
                  <a:lnTo>
                    <a:pt x="5516" y="221"/>
                  </a:lnTo>
                  <a:lnTo>
                    <a:pt x="4152" y="903"/>
                  </a:lnTo>
                  <a:lnTo>
                    <a:pt x="2788" y="1545"/>
                  </a:lnTo>
                  <a:lnTo>
                    <a:pt x="1404" y="2126"/>
                  </a:lnTo>
                  <a:lnTo>
                    <a:pt x="1" y="2688"/>
                  </a:lnTo>
                  <a:lnTo>
                    <a:pt x="1" y="2688"/>
                  </a:lnTo>
                  <a:lnTo>
                    <a:pt x="823" y="4533"/>
                  </a:lnTo>
                  <a:lnTo>
                    <a:pt x="1565" y="6217"/>
                  </a:lnTo>
                  <a:lnTo>
                    <a:pt x="1565" y="6217"/>
                  </a:lnTo>
                  <a:lnTo>
                    <a:pt x="2447" y="5796"/>
                  </a:lnTo>
                  <a:lnTo>
                    <a:pt x="3290" y="5415"/>
                  </a:lnTo>
                  <a:lnTo>
                    <a:pt x="4072" y="5014"/>
                  </a:lnTo>
                  <a:lnTo>
                    <a:pt x="4814" y="4653"/>
                  </a:lnTo>
                  <a:lnTo>
                    <a:pt x="6137" y="3951"/>
                  </a:lnTo>
                  <a:lnTo>
                    <a:pt x="7240" y="3309"/>
                  </a:lnTo>
                  <a:lnTo>
                    <a:pt x="8103" y="2768"/>
                  </a:lnTo>
                  <a:lnTo>
                    <a:pt x="8744" y="2347"/>
                  </a:lnTo>
                  <a:lnTo>
                    <a:pt x="9145" y="2026"/>
                  </a:lnTo>
                  <a:lnTo>
                    <a:pt x="9266" y="1926"/>
                  </a:lnTo>
                  <a:lnTo>
                    <a:pt x="9306" y="1865"/>
                  </a:lnTo>
                  <a:lnTo>
                    <a:pt x="9306" y="1865"/>
                  </a:lnTo>
                  <a:lnTo>
                    <a:pt x="9306" y="1825"/>
                  </a:lnTo>
                  <a:lnTo>
                    <a:pt x="9306" y="1825"/>
                  </a:lnTo>
                  <a:lnTo>
                    <a:pt x="9286" y="1725"/>
                  </a:lnTo>
                  <a:lnTo>
                    <a:pt x="9246" y="1605"/>
                  </a:lnTo>
                  <a:lnTo>
                    <a:pt x="9166" y="1464"/>
                  </a:lnTo>
                  <a:lnTo>
                    <a:pt x="9065" y="1324"/>
                  </a:lnTo>
                  <a:lnTo>
                    <a:pt x="8925" y="1184"/>
                  </a:lnTo>
                  <a:lnTo>
                    <a:pt x="8784" y="1023"/>
                  </a:lnTo>
                  <a:lnTo>
                    <a:pt x="8604" y="863"/>
                  </a:lnTo>
                  <a:lnTo>
                    <a:pt x="8403" y="722"/>
                  </a:lnTo>
                  <a:lnTo>
                    <a:pt x="8203" y="582"/>
                  </a:lnTo>
                  <a:lnTo>
                    <a:pt x="7982" y="442"/>
                  </a:lnTo>
                  <a:lnTo>
                    <a:pt x="7742" y="321"/>
                  </a:lnTo>
                  <a:lnTo>
                    <a:pt x="7501" y="221"/>
                  </a:lnTo>
                  <a:lnTo>
                    <a:pt x="7240" y="121"/>
                  </a:lnTo>
                  <a:lnTo>
                    <a:pt x="6980" y="61"/>
                  </a:lnTo>
                  <a:lnTo>
                    <a:pt x="6719" y="20"/>
                  </a:lnTo>
                  <a:lnTo>
                    <a:pt x="645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22"/>
            <p:cNvSpPr/>
            <p:nvPr/>
          </p:nvSpPr>
          <p:spPr>
            <a:xfrm>
              <a:off x="884827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extrusionOk="0">
                  <a:moveTo>
                    <a:pt x="8323" y="0"/>
                  </a:moveTo>
                  <a:lnTo>
                    <a:pt x="7000" y="2848"/>
                  </a:lnTo>
                  <a:lnTo>
                    <a:pt x="5656" y="5796"/>
                  </a:lnTo>
                  <a:lnTo>
                    <a:pt x="4112" y="9185"/>
                  </a:lnTo>
                  <a:lnTo>
                    <a:pt x="2568" y="12594"/>
                  </a:lnTo>
                  <a:lnTo>
                    <a:pt x="1244" y="15643"/>
                  </a:lnTo>
                  <a:lnTo>
                    <a:pt x="723" y="16886"/>
                  </a:lnTo>
                  <a:lnTo>
                    <a:pt x="322" y="17889"/>
                  </a:lnTo>
                  <a:lnTo>
                    <a:pt x="81" y="18571"/>
                  </a:lnTo>
                  <a:lnTo>
                    <a:pt x="21" y="18791"/>
                  </a:lnTo>
                  <a:lnTo>
                    <a:pt x="1" y="18912"/>
                  </a:lnTo>
                  <a:lnTo>
                    <a:pt x="41" y="19052"/>
                  </a:lnTo>
                  <a:lnTo>
                    <a:pt x="101" y="19172"/>
                  </a:lnTo>
                  <a:lnTo>
                    <a:pt x="161" y="19293"/>
                  </a:lnTo>
                  <a:lnTo>
                    <a:pt x="241" y="19393"/>
                  </a:lnTo>
                  <a:lnTo>
                    <a:pt x="342" y="19493"/>
                  </a:lnTo>
                  <a:lnTo>
                    <a:pt x="462" y="19573"/>
                  </a:lnTo>
                  <a:lnTo>
                    <a:pt x="582" y="19654"/>
                  </a:lnTo>
                  <a:lnTo>
                    <a:pt x="723" y="19714"/>
                  </a:lnTo>
                  <a:lnTo>
                    <a:pt x="883" y="19774"/>
                  </a:lnTo>
                  <a:lnTo>
                    <a:pt x="1044" y="19814"/>
                  </a:lnTo>
                  <a:lnTo>
                    <a:pt x="1224" y="19854"/>
                  </a:lnTo>
                  <a:lnTo>
                    <a:pt x="1384" y="19854"/>
                  </a:lnTo>
                  <a:lnTo>
                    <a:pt x="1585" y="19834"/>
                  </a:lnTo>
                  <a:lnTo>
                    <a:pt x="1766" y="19814"/>
                  </a:lnTo>
                  <a:lnTo>
                    <a:pt x="1946" y="19754"/>
                  </a:lnTo>
                  <a:lnTo>
                    <a:pt x="2127" y="19674"/>
                  </a:lnTo>
                  <a:lnTo>
                    <a:pt x="2207" y="19614"/>
                  </a:lnTo>
                  <a:lnTo>
                    <a:pt x="2307" y="19513"/>
                  </a:lnTo>
                  <a:lnTo>
                    <a:pt x="2628" y="19152"/>
                  </a:lnTo>
                  <a:lnTo>
                    <a:pt x="3049" y="18631"/>
                  </a:lnTo>
                  <a:lnTo>
                    <a:pt x="3590" y="17969"/>
                  </a:lnTo>
                  <a:lnTo>
                    <a:pt x="4894" y="16224"/>
                  </a:lnTo>
                  <a:lnTo>
                    <a:pt x="6458" y="14119"/>
                  </a:lnTo>
                  <a:lnTo>
                    <a:pt x="8183" y="11752"/>
                  </a:lnTo>
                  <a:lnTo>
                    <a:pt x="9928" y="9306"/>
                  </a:lnTo>
                  <a:lnTo>
                    <a:pt x="13177" y="4753"/>
                  </a:lnTo>
                  <a:lnTo>
                    <a:pt x="15884" y="923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22"/>
            <p:cNvSpPr/>
            <p:nvPr/>
          </p:nvSpPr>
          <p:spPr>
            <a:xfrm>
              <a:off x="884827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fill="none" extrusionOk="0">
                  <a:moveTo>
                    <a:pt x="15884" y="923"/>
                  </a:moveTo>
                  <a:lnTo>
                    <a:pt x="15884" y="923"/>
                  </a:lnTo>
                  <a:lnTo>
                    <a:pt x="13177" y="4753"/>
                  </a:lnTo>
                  <a:lnTo>
                    <a:pt x="13177" y="4753"/>
                  </a:lnTo>
                  <a:lnTo>
                    <a:pt x="9928" y="9306"/>
                  </a:lnTo>
                  <a:lnTo>
                    <a:pt x="8183" y="11752"/>
                  </a:lnTo>
                  <a:lnTo>
                    <a:pt x="6458" y="14119"/>
                  </a:lnTo>
                  <a:lnTo>
                    <a:pt x="4894" y="16224"/>
                  </a:lnTo>
                  <a:lnTo>
                    <a:pt x="3590" y="17969"/>
                  </a:lnTo>
                  <a:lnTo>
                    <a:pt x="3049" y="18631"/>
                  </a:lnTo>
                  <a:lnTo>
                    <a:pt x="2628" y="19152"/>
                  </a:lnTo>
                  <a:lnTo>
                    <a:pt x="2307" y="19513"/>
                  </a:lnTo>
                  <a:lnTo>
                    <a:pt x="2207" y="19614"/>
                  </a:lnTo>
                  <a:lnTo>
                    <a:pt x="2127" y="19674"/>
                  </a:lnTo>
                  <a:lnTo>
                    <a:pt x="2127" y="19674"/>
                  </a:lnTo>
                  <a:lnTo>
                    <a:pt x="1946" y="19754"/>
                  </a:lnTo>
                  <a:lnTo>
                    <a:pt x="1766" y="19814"/>
                  </a:lnTo>
                  <a:lnTo>
                    <a:pt x="1585" y="19834"/>
                  </a:lnTo>
                  <a:lnTo>
                    <a:pt x="1384" y="19854"/>
                  </a:lnTo>
                  <a:lnTo>
                    <a:pt x="1224" y="19854"/>
                  </a:lnTo>
                  <a:lnTo>
                    <a:pt x="1044" y="19814"/>
                  </a:lnTo>
                  <a:lnTo>
                    <a:pt x="883" y="19774"/>
                  </a:lnTo>
                  <a:lnTo>
                    <a:pt x="723" y="19714"/>
                  </a:lnTo>
                  <a:lnTo>
                    <a:pt x="723" y="19714"/>
                  </a:lnTo>
                  <a:lnTo>
                    <a:pt x="582" y="19654"/>
                  </a:lnTo>
                  <a:lnTo>
                    <a:pt x="462" y="19573"/>
                  </a:lnTo>
                  <a:lnTo>
                    <a:pt x="342" y="19493"/>
                  </a:lnTo>
                  <a:lnTo>
                    <a:pt x="241" y="19393"/>
                  </a:lnTo>
                  <a:lnTo>
                    <a:pt x="161" y="19293"/>
                  </a:lnTo>
                  <a:lnTo>
                    <a:pt x="101" y="19172"/>
                  </a:lnTo>
                  <a:lnTo>
                    <a:pt x="41" y="19052"/>
                  </a:lnTo>
                  <a:lnTo>
                    <a:pt x="1" y="18912"/>
                  </a:lnTo>
                  <a:lnTo>
                    <a:pt x="1" y="18912"/>
                  </a:lnTo>
                  <a:lnTo>
                    <a:pt x="21" y="18791"/>
                  </a:lnTo>
                  <a:lnTo>
                    <a:pt x="81" y="18571"/>
                  </a:lnTo>
                  <a:lnTo>
                    <a:pt x="322" y="17889"/>
                  </a:lnTo>
                  <a:lnTo>
                    <a:pt x="723" y="16886"/>
                  </a:lnTo>
                  <a:lnTo>
                    <a:pt x="1244" y="15643"/>
                  </a:lnTo>
                  <a:lnTo>
                    <a:pt x="2568" y="12594"/>
                  </a:lnTo>
                  <a:lnTo>
                    <a:pt x="4112" y="9185"/>
                  </a:lnTo>
                  <a:lnTo>
                    <a:pt x="5656" y="5796"/>
                  </a:lnTo>
                  <a:lnTo>
                    <a:pt x="7000" y="2848"/>
                  </a:lnTo>
                  <a:lnTo>
                    <a:pt x="8323" y="0"/>
                  </a:lnTo>
                  <a:lnTo>
                    <a:pt x="15884" y="9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22"/>
            <p:cNvSpPr/>
            <p:nvPr/>
          </p:nvSpPr>
          <p:spPr>
            <a:xfrm>
              <a:off x="8848275" y="5119825"/>
              <a:ext cx="340950" cy="402600"/>
            </a:xfrm>
            <a:custGeom>
              <a:avLst/>
              <a:gdLst/>
              <a:ahLst/>
              <a:cxnLst/>
              <a:rect l="l" t="t" r="r" b="b"/>
              <a:pathLst>
                <a:path w="13638" h="16104" extrusionOk="0">
                  <a:moveTo>
                    <a:pt x="6659" y="0"/>
                  </a:moveTo>
                  <a:lnTo>
                    <a:pt x="5435" y="2667"/>
                  </a:lnTo>
                  <a:lnTo>
                    <a:pt x="4092" y="5635"/>
                  </a:lnTo>
                  <a:lnTo>
                    <a:pt x="2748" y="8603"/>
                  </a:lnTo>
                  <a:lnTo>
                    <a:pt x="1545" y="11331"/>
                  </a:lnTo>
                  <a:lnTo>
                    <a:pt x="923" y="12795"/>
                  </a:lnTo>
                  <a:lnTo>
                    <a:pt x="442" y="13998"/>
                  </a:lnTo>
                  <a:lnTo>
                    <a:pt x="121" y="14840"/>
                  </a:lnTo>
                  <a:lnTo>
                    <a:pt x="41" y="15121"/>
                  </a:lnTo>
                  <a:lnTo>
                    <a:pt x="1" y="15282"/>
                  </a:lnTo>
                  <a:lnTo>
                    <a:pt x="1" y="15302"/>
                  </a:lnTo>
                  <a:lnTo>
                    <a:pt x="41" y="15442"/>
                  </a:lnTo>
                  <a:lnTo>
                    <a:pt x="101" y="15562"/>
                  </a:lnTo>
                  <a:lnTo>
                    <a:pt x="161" y="15683"/>
                  </a:lnTo>
                  <a:lnTo>
                    <a:pt x="241" y="15783"/>
                  </a:lnTo>
                  <a:lnTo>
                    <a:pt x="342" y="15883"/>
                  </a:lnTo>
                  <a:lnTo>
                    <a:pt x="462" y="15963"/>
                  </a:lnTo>
                  <a:lnTo>
                    <a:pt x="582" y="16044"/>
                  </a:lnTo>
                  <a:lnTo>
                    <a:pt x="723" y="16104"/>
                  </a:lnTo>
                  <a:lnTo>
                    <a:pt x="763" y="15703"/>
                  </a:lnTo>
                  <a:lnTo>
                    <a:pt x="843" y="15282"/>
                  </a:lnTo>
                  <a:lnTo>
                    <a:pt x="923" y="14880"/>
                  </a:lnTo>
                  <a:lnTo>
                    <a:pt x="1024" y="14479"/>
                  </a:lnTo>
                  <a:lnTo>
                    <a:pt x="1144" y="14058"/>
                  </a:lnTo>
                  <a:lnTo>
                    <a:pt x="1264" y="13677"/>
                  </a:lnTo>
                  <a:lnTo>
                    <a:pt x="1565" y="12875"/>
                  </a:lnTo>
                  <a:lnTo>
                    <a:pt x="1886" y="12093"/>
                  </a:lnTo>
                  <a:lnTo>
                    <a:pt x="2247" y="11331"/>
                  </a:lnTo>
                  <a:lnTo>
                    <a:pt x="2608" y="10589"/>
                  </a:lnTo>
                  <a:lnTo>
                    <a:pt x="3009" y="9847"/>
                  </a:lnTo>
                  <a:lnTo>
                    <a:pt x="3831" y="8383"/>
                  </a:lnTo>
                  <a:lnTo>
                    <a:pt x="4252" y="7661"/>
                  </a:lnTo>
                  <a:lnTo>
                    <a:pt x="4693" y="6939"/>
                  </a:lnTo>
                  <a:lnTo>
                    <a:pt x="5175" y="6217"/>
                  </a:lnTo>
                  <a:lnTo>
                    <a:pt x="5676" y="5535"/>
                  </a:lnTo>
                  <a:lnTo>
                    <a:pt x="5937" y="5214"/>
                  </a:lnTo>
                  <a:lnTo>
                    <a:pt x="6198" y="4893"/>
                  </a:lnTo>
                  <a:lnTo>
                    <a:pt x="6478" y="4572"/>
                  </a:lnTo>
                  <a:lnTo>
                    <a:pt x="6779" y="4272"/>
                  </a:lnTo>
                  <a:lnTo>
                    <a:pt x="7120" y="3951"/>
                  </a:lnTo>
                  <a:lnTo>
                    <a:pt x="7461" y="3630"/>
                  </a:lnTo>
                  <a:lnTo>
                    <a:pt x="7822" y="3349"/>
                  </a:lnTo>
                  <a:lnTo>
                    <a:pt x="8203" y="3088"/>
                  </a:lnTo>
                  <a:lnTo>
                    <a:pt x="8584" y="2828"/>
                  </a:lnTo>
                  <a:lnTo>
                    <a:pt x="8965" y="2607"/>
                  </a:lnTo>
                  <a:lnTo>
                    <a:pt x="9366" y="2387"/>
                  </a:lnTo>
                  <a:lnTo>
                    <a:pt x="9767" y="2206"/>
                  </a:lnTo>
                  <a:lnTo>
                    <a:pt x="10168" y="2026"/>
                  </a:lnTo>
                  <a:lnTo>
                    <a:pt x="10589" y="1845"/>
                  </a:lnTo>
                  <a:lnTo>
                    <a:pt x="11011" y="1705"/>
                  </a:lnTo>
                  <a:lnTo>
                    <a:pt x="11432" y="1564"/>
                  </a:lnTo>
                  <a:lnTo>
                    <a:pt x="11853" y="1444"/>
                  </a:lnTo>
                  <a:lnTo>
                    <a:pt x="12294" y="1324"/>
                  </a:lnTo>
                  <a:lnTo>
                    <a:pt x="13177" y="1143"/>
                  </a:lnTo>
                  <a:lnTo>
                    <a:pt x="13638" y="501"/>
                  </a:lnTo>
                  <a:lnTo>
                    <a:pt x="11893" y="421"/>
                  </a:lnTo>
                  <a:lnTo>
                    <a:pt x="10148" y="301"/>
                  </a:lnTo>
                  <a:lnTo>
                    <a:pt x="8384" y="18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22"/>
            <p:cNvSpPr/>
            <p:nvPr/>
          </p:nvSpPr>
          <p:spPr>
            <a:xfrm>
              <a:off x="8848275" y="5119825"/>
              <a:ext cx="340950" cy="402600"/>
            </a:xfrm>
            <a:custGeom>
              <a:avLst/>
              <a:gdLst/>
              <a:ahLst/>
              <a:cxnLst/>
              <a:rect l="l" t="t" r="r" b="b"/>
              <a:pathLst>
                <a:path w="13638" h="16104" fill="none" extrusionOk="0">
                  <a:moveTo>
                    <a:pt x="6659" y="0"/>
                  </a:moveTo>
                  <a:lnTo>
                    <a:pt x="6659" y="0"/>
                  </a:lnTo>
                  <a:lnTo>
                    <a:pt x="5435" y="2667"/>
                  </a:lnTo>
                  <a:lnTo>
                    <a:pt x="4092" y="5635"/>
                  </a:lnTo>
                  <a:lnTo>
                    <a:pt x="2748" y="8603"/>
                  </a:lnTo>
                  <a:lnTo>
                    <a:pt x="1545" y="11331"/>
                  </a:lnTo>
                  <a:lnTo>
                    <a:pt x="1545" y="11331"/>
                  </a:lnTo>
                  <a:lnTo>
                    <a:pt x="923" y="12795"/>
                  </a:lnTo>
                  <a:lnTo>
                    <a:pt x="442" y="13998"/>
                  </a:lnTo>
                  <a:lnTo>
                    <a:pt x="121" y="14840"/>
                  </a:lnTo>
                  <a:lnTo>
                    <a:pt x="41" y="15121"/>
                  </a:lnTo>
                  <a:lnTo>
                    <a:pt x="1" y="15282"/>
                  </a:lnTo>
                  <a:lnTo>
                    <a:pt x="1" y="15282"/>
                  </a:lnTo>
                  <a:lnTo>
                    <a:pt x="1" y="15302"/>
                  </a:lnTo>
                  <a:lnTo>
                    <a:pt x="1" y="15302"/>
                  </a:lnTo>
                  <a:lnTo>
                    <a:pt x="41" y="15442"/>
                  </a:lnTo>
                  <a:lnTo>
                    <a:pt x="101" y="15562"/>
                  </a:lnTo>
                  <a:lnTo>
                    <a:pt x="161" y="15683"/>
                  </a:lnTo>
                  <a:lnTo>
                    <a:pt x="241" y="15783"/>
                  </a:lnTo>
                  <a:lnTo>
                    <a:pt x="342" y="15883"/>
                  </a:lnTo>
                  <a:lnTo>
                    <a:pt x="462" y="15963"/>
                  </a:lnTo>
                  <a:lnTo>
                    <a:pt x="582" y="16044"/>
                  </a:lnTo>
                  <a:lnTo>
                    <a:pt x="723" y="16104"/>
                  </a:lnTo>
                  <a:lnTo>
                    <a:pt x="723" y="16104"/>
                  </a:lnTo>
                  <a:lnTo>
                    <a:pt x="763" y="15703"/>
                  </a:lnTo>
                  <a:lnTo>
                    <a:pt x="843" y="15282"/>
                  </a:lnTo>
                  <a:lnTo>
                    <a:pt x="923" y="14880"/>
                  </a:lnTo>
                  <a:lnTo>
                    <a:pt x="1024" y="14479"/>
                  </a:lnTo>
                  <a:lnTo>
                    <a:pt x="1144" y="14058"/>
                  </a:lnTo>
                  <a:lnTo>
                    <a:pt x="1264" y="13677"/>
                  </a:lnTo>
                  <a:lnTo>
                    <a:pt x="1565" y="12875"/>
                  </a:lnTo>
                  <a:lnTo>
                    <a:pt x="1886" y="12093"/>
                  </a:lnTo>
                  <a:lnTo>
                    <a:pt x="2247" y="11331"/>
                  </a:lnTo>
                  <a:lnTo>
                    <a:pt x="2608" y="10589"/>
                  </a:lnTo>
                  <a:lnTo>
                    <a:pt x="3009" y="9847"/>
                  </a:lnTo>
                  <a:lnTo>
                    <a:pt x="3009" y="9847"/>
                  </a:lnTo>
                  <a:lnTo>
                    <a:pt x="3831" y="8383"/>
                  </a:lnTo>
                  <a:lnTo>
                    <a:pt x="4252" y="7661"/>
                  </a:lnTo>
                  <a:lnTo>
                    <a:pt x="4693" y="6939"/>
                  </a:lnTo>
                  <a:lnTo>
                    <a:pt x="5175" y="6217"/>
                  </a:lnTo>
                  <a:lnTo>
                    <a:pt x="5676" y="5535"/>
                  </a:lnTo>
                  <a:lnTo>
                    <a:pt x="5937" y="5214"/>
                  </a:lnTo>
                  <a:lnTo>
                    <a:pt x="6198" y="4893"/>
                  </a:lnTo>
                  <a:lnTo>
                    <a:pt x="6478" y="4572"/>
                  </a:lnTo>
                  <a:lnTo>
                    <a:pt x="6779" y="4272"/>
                  </a:lnTo>
                  <a:lnTo>
                    <a:pt x="6779" y="4272"/>
                  </a:lnTo>
                  <a:lnTo>
                    <a:pt x="7120" y="3951"/>
                  </a:lnTo>
                  <a:lnTo>
                    <a:pt x="7461" y="3630"/>
                  </a:lnTo>
                  <a:lnTo>
                    <a:pt x="7822" y="3349"/>
                  </a:lnTo>
                  <a:lnTo>
                    <a:pt x="8203" y="3088"/>
                  </a:lnTo>
                  <a:lnTo>
                    <a:pt x="8584" y="2828"/>
                  </a:lnTo>
                  <a:lnTo>
                    <a:pt x="8965" y="2607"/>
                  </a:lnTo>
                  <a:lnTo>
                    <a:pt x="9366" y="2387"/>
                  </a:lnTo>
                  <a:lnTo>
                    <a:pt x="9767" y="2206"/>
                  </a:lnTo>
                  <a:lnTo>
                    <a:pt x="10168" y="2026"/>
                  </a:lnTo>
                  <a:lnTo>
                    <a:pt x="10589" y="1845"/>
                  </a:lnTo>
                  <a:lnTo>
                    <a:pt x="11011" y="1705"/>
                  </a:lnTo>
                  <a:lnTo>
                    <a:pt x="11432" y="1564"/>
                  </a:lnTo>
                  <a:lnTo>
                    <a:pt x="11853" y="1444"/>
                  </a:lnTo>
                  <a:lnTo>
                    <a:pt x="12294" y="1324"/>
                  </a:lnTo>
                  <a:lnTo>
                    <a:pt x="13177" y="1143"/>
                  </a:lnTo>
                  <a:lnTo>
                    <a:pt x="13177" y="1143"/>
                  </a:lnTo>
                  <a:lnTo>
                    <a:pt x="13638" y="501"/>
                  </a:lnTo>
                  <a:lnTo>
                    <a:pt x="13638" y="501"/>
                  </a:lnTo>
                  <a:lnTo>
                    <a:pt x="11893" y="421"/>
                  </a:lnTo>
                  <a:lnTo>
                    <a:pt x="10148" y="301"/>
                  </a:lnTo>
                  <a:lnTo>
                    <a:pt x="8384" y="180"/>
                  </a:lnTo>
                  <a:lnTo>
                    <a:pt x="665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22"/>
            <p:cNvSpPr/>
            <p:nvPr/>
          </p:nvSpPr>
          <p:spPr>
            <a:xfrm>
              <a:off x="8668800" y="4973925"/>
              <a:ext cx="359500" cy="448725"/>
            </a:xfrm>
            <a:custGeom>
              <a:avLst/>
              <a:gdLst/>
              <a:ahLst/>
              <a:cxnLst/>
              <a:rect l="l" t="t" r="r" b="b"/>
              <a:pathLst>
                <a:path w="14380" h="17949" extrusionOk="0">
                  <a:moveTo>
                    <a:pt x="7521" y="0"/>
                  </a:moveTo>
                  <a:lnTo>
                    <a:pt x="6337" y="2587"/>
                  </a:lnTo>
                  <a:lnTo>
                    <a:pt x="5114" y="5234"/>
                  </a:lnTo>
                  <a:lnTo>
                    <a:pt x="3710" y="8303"/>
                  </a:lnTo>
                  <a:lnTo>
                    <a:pt x="2327" y="11391"/>
                  </a:lnTo>
                  <a:lnTo>
                    <a:pt x="1123" y="14159"/>
                  </a:lnTo>
                  <a:lnTo>
                    <a:pt x="642" y="15282"/>
                  </a:lnTo>
                  <a:lnTo>
                    <a:pt x="281" y="16184"/>
                  </a:lnTo>
                  <a:lnTo>
                    <a:pt x="60" y="16806"/>
                  </a:lnTo>
                  <a:lnTo>
                    <a:pt x="0" y="17006"/>
                  </a:lnTo>
                  <a:lnTo>
                    <a:pt x="0" y="17107"/>
                  </a:lnTo>
                  <a:lnTo>
                    <a:pt x="40" y="17227"/>
                  </a:lnTo>
                  <a:lnTo>
                    <a:pt x="80" y="17347"/>
                  </a:lnTo>
                  <a:lnTo>
                    <a:pt x="161" y="17468"/>
                  </a:lnTo>
                  <a:lnTo>
                    <a:pt x="241" y="17568"/>
                  </a:lnTo>
                  <a:lnTo>
                    <a:pt x="341" y="17648"/>
                  </a:lnTo>
                  <a:lnTo>
                    <a:pt x="441" y="17728"/>
                  </a:lnTo>
                  <a:lnTo>
                    <a:pt x="562" y="17809"/>
                  </a:lnTo>
                  <a:lnTo>
                    <a:pt x="702" y="17869"/>
                  </a:lnTo>
                  <a:lnTo>
                    <a:pt x="843" y="17909"/>
                  </a:lnTo>
                  <a:lnTo>
                    <a:pt x="983" y="17949"/>
                  </a:lnTo>
                  <a:lnTo>
                    <a:pt x="1444" y="17949"/>
                  </a:lnTo>
                  <a:lnTo>
                    <a:pt x="1605" y="17909"/>
                  </a:lnTo>
                  <a:lnTo>
                    <a:pt x="1765" y="17869"/>
                  </a:lnTo>
                  <a:lnTo>
                    <a:pt x="1925" y="17789"/>
                  </a:lnTo>
                  <a:lnTo>
                    <a:pt x="2026" y="17708"/>
                  </a:lnTo>
                  <a:lnTo>
                    <a:pt x="2186" y="17528"/>
                  </a:lnTo>
                  <a:lnTo>
                    <a:pt x="2688" y="16946"/>
                  </a:lnTo>
                  <a:lnTo>
                    <a:pt x="3369" y="16084"/>
                  </a:lnTo>
                  <a:lnTo>
                    <a:pt x="4212" y="14961"/>
                  </a:lnTo>
                  <a:lnTo>
                    <a:pt x="6217" y="12253"/>
                  </a:lnTo>
                  <a:lnTo>
                    <a:pt x="8443" y="9165"/>
                  </a:lnTo>
                  <a:lnTo>
                    <a:pt x="10649" y="6077"/>
                  </a:lnTo>
                  <a:lnTo>
                    <a:pt x="12534" y="3409"/>
                  </a:lnTo>
                  <a:lnTo>
                    <a:pt x="14379" y="822"/>
                  </a:lnTo>
                  <a:lnTo>
                    <a:pt x="752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22"/>
            <p:cNvSpPr/>
            <p:nvPr/>
          </p:nvSpPr>
          <p:spPr>
            <a:xfrm>
              <a:off x="8668800" y="4973925"/>
              <a:ext cx="359500" cy="448725"/>
            </a:xfrm>
            <a:custGeom>
              <a:avLst/>
              <a:gdLst/>
              <a:ahLst/>
              <a:cxnLst/>
              <a:rect l="l" t="t" r="r" b="b"/>
              <a:pathLst>
                <a:path w="14380" h="17949" fill="none" extrusionOk="0">
                  <a:moveTo>
                    <a:pt x="7521" y="0"/>
                  </a:moveTo>
                  <a:lnTo>
                    <a:pt x="7521" y="0"/>
                  </a:lnTo>
                  <a:lnTo>
                    <a:pt x="6337" y="2587"/>
                  </a:lnTo>
                  <a:lnTo>
                    <a:pt x="5114" y="5234"/>
                  </a:lnTo>
                  <a:lnTo>
                    <a:pt x="3710" y="8303"/>
                  </a:lnTo>
                  <a:lnTo>
                    <a:pt x="2327" y="11391"/>
                  </a:lnTo>
                  <a:lnTo>
                    <a:pt x="1123" y="14159"/>
                  </a:lnTo>
                  <a:lnTo>
                    <a:pt x="642" y="15282"/>
                  </a:lnTo>
                  <a:lnTo>
                    <a:pt x="281" y="16184"/>
                  </a:lnTo>
                  <a:lnTo>
                    <a:pt x="60" y="16806"/>
                  </a:lnTo>
                  <a:lnTo>
                    <a:pt x="0" y="17006"/>
                  </a:lnTo>
                  <a:lnTo>
                    <a:pt x="0" y="17107"/>
                  </a:lnTo>
                  <a:lnTo>
                    <a:pt x="0" y="17107"/>
                  </a:lnTo>
                  <a:lnTo>
                    <a:pt x="40" y="17227"/>
                  </a:lnTo>
                  <a:lnTo>
                    <a:pt x="80" y="17347"/>
                  </a:lnTo>
                  <a:lnTo>
                    <a:pt x="161" y="17468"/>
                  </a:lnTo>
                  <a:lnTo>
                    <a:pt x="241" y="17568"/>
                  </a:lnTo>
                  <a:lnTo>
                    <a:pt x="341" y="17648"/>
                  </a:lnTo>
                  <a:lnTo>
                    <a:pt x="441" y="17728"/>
                  </a:lnTo>
                  <a:lnTo>
                    <a:pt x="562" y="17809"/>
                  </a:lnTo>
                  <a:lnTo>
                    <a:pt x="702" y="17869"/>
                  </a:lnTo>
                  <a:lnTo>
                    <a:pt x="843" y="17909"/>
                  </a:lnTo>
                  <a:lnTo>
                    <a:pt x="983" y="17949"/>
                  </a:lnTo>
                  <a:lnTo>
                    <a:pt x="1143" y="17949"/>
                  </a:lnTo>
                  <a:lnTo>
                    <a:pt x="1284" y="17949"/>
                  </a:lnTo>
                  <a:lnTo>
                    <a:pt x="1444" y="17949"/>
                  </a:lnTo>
                  <a:lnTo>
                    <a:pt x="1605" y="17909"/>
                  </a:lnTo>
                  <a:lnTo>
                    <a:pt x="1765" y="17869"/>
                  </a:lnTo>
                  <a:lnTo>
                    <a:pt x="1925" y="17789"/>
                  </a:lnTo>
                  <a:lnTo>
                    <a:pt x="1925" y="17789"/>
                  </a:lnTo>
                  <a:lnTo>
                    <a:pt x="2026" y="17708"/>
                  </a:lnTo>
                  <a:lnTo>
                    <a:pt x="2186" y="17528"/>
                  </a:lnTo>
                  <a:lnTo>
                    <a:pt x="2688" y="16946"/>
                  </a:lnTo>
                  <a:lnTo>
                    <a:pt x="3369" y="16084"/>
                  </a:lnTo>
                  <a:lnTo>
                    <a:pt x="4212" y="14961"/>
                  </a:lnTo>
                  <a:lnTo>
                    <a:pt x="6217" y="12253"/>
                  </a:lnTo>
                  <a:lnTo>
                    <a:pt x="8443" y="9165"/>
                  </a:lnTo>
                  <a:lnTo>
                    <a:pt x="10649" y="6077"/>
                  </a:lnTo>
                  <a:lnTo>
                    <a:pt x="12534" y="3409"/>
                  </a:lnTo>
                  <a:lnTo>
                    <a:pt x="14379" y="822"/>
                  </a:lnTo>
                  <a:lnTo>
                    <a:pt x="752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22"/>
            <p:cNvSpPr/>
            <p:nvPr/>
          </p:nvSpPr>
          <p:spPr>
            <a:xfrm>
              <a:off x="8668800" y="5072175"/>
              <a:ext cx="277275" cy="350975"/>
            </a:xfrm>
            <a:custGeom>
              <a:avLst/>
              <a:gdLst/>
              <a:ahLst/>
              <a:cxnLst/>
              <a:rect l="l" t="t" r="r" b="b"/>
              <a:pathLst>
                <a:path w="11091" h="14039" extrusionOk="0">
                  <a:moveTo>
                    <a:pt x="5716" y="1"/>
                  </a:moveTo>
                  <a:lnTo>
                    <a:pt x="4412" y="2808"/>
                  </a:lnTo>
                  <a:lnTo>
                    <a:pt x="3049" y="5857"/>
                  </a:lnTo>
                  <a:lnTo>
                    <a:pt x="1765" y="8745"/>
                  </a:lnTo>
                  <a:lnTo>
                    <a:pt x="1203" y="10028"/>
                  </a:lnTo>
                  <a:lnTo>
                    <a:pt x="722" y="11151"/>
                  </a:lnTo>
                  <a:lnTo>
                    <a:pt x="421" y="11893"/>
                  </a:lnTo>
                  <a:lnTo>
                    <a:pt x="201" y="12495"/>
                  </a:lnTo>
                  <a:lnTo>
                    <a:pt x="40" y="12916"/>
                  </a:lnTo>
                  <a:lnTo>
                    <a:pt x="20" y="13056"/>
                  </a:lnTo>
                  <a:lnTo>
                    <a:pt x="0" y="13157"/>
                  </a:lnTo>
                  <a:lnTo>
                    <a:pt x="0" y="13177"/>
                  </a:lnTo>
                  <a:lnTo>
                    <a:pt x="60" y="13357"/>
                  </a:lnTo>
                  <a:lnTo>
                    <a:pt x="141" y="13518"/>
                  </a:lnTo>
                  <a:lnTo>
                    <a:pt x="281" y="13658"/>
                  </a:lnTo>
                  <a:lnTo>
                    <a:pt x="421" y="13798"/>
                  </a:lnTo>
                  <a:lnTo>
                    <a:pt x="602" y="13899"/>
                  </a:lnTo>
                  <a:lnTo>
                    <a:pt x="802" y="13959"/>
                  </a:lnTo>
                  <a:lnTo>
                    <a:pt x="1003" y="14019"/>
                  </a:lnTo>
                  <a:lnTo>
                    <a:pt x="1224" y="14039"/>
                  </a:lnTo>
                  <a:lnTo>
                    <a:pt x="1404" y="14019"/>
                  </a:lnTo>
                  <a:lnTo>
                    <a:pt x="1564" y="13999"/>
                  </a:lnTo>
                  <a:lnTo>
                    <a:pt x="1745" y="13939"/>
                  </a:lnTo>
                  <a:lnTo>
                    <a:pt x="1925" y="13859"/>
                  </a:lnTo>
                  <a:lnTo>
                    <a:pt x="1986" y="13818"/>
                  </a:lnTo>
                  <a:lnTo>
                    <a:pt x="2066" y="13738"/>
                  </a:lnTo>
                  <a:lnTo>
                    <a:pt x="2327" y="13457"/>
                  </a:lnTo>
                  <a:lnTo>
                    <a:pt x="2667" y="13056"/>
                  </a:lnTo>
                  <a:lnTo>
                    <a:pt x="3089" y="12515"/>
                  </a:lnTo>
                  <a:lnTo>
                    <a:pt x="4131" y="11151"/>
                  </a:lnTo>
                  <a:lnTo>
                    <a:pt x="5375" y="9447"/>
                  </a:lnTo>
                  <a:lnTo>
                    <a:pt x="6779" y="7541"/>
                  </a:lnTo>
                  <a:lnTo>
                    <a:pt x="8243" y="5516"/>
                  </a:lnTo>
                  <a:lnTo>
                    <a:pt x="11090" y="1545"/>
                  </a:lnTo>
                  <a:lnTo>
                    <a:pt x="10248" y="1405"/>
                  </a:lnTo>
                  <a:lnTo>
                    <a:pt x="9446" y="1244"/>
                  </a:lnTo>
                  <a:lnTo>
                    <a:pt x="8684" y="1064"/>
                  </a:lnTo>
                  <a:lnTo>
                    <a:pt x="7982" y="883"/>
                  </a:lnTo>
                  <a:lnTo>
                    <a:pt x="7320" y="683"/>
                  </a:lnTo>
                  <a:lnTo>
                    <a:pt x="6718" y="462"/>
                  </a:lnTo>
                  <a:lnTo>
                    <a:pt x="6177" y="241"/>
                  </a:lnTo>
                  <a:lnTo>
                    <a:pt x="5716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22"/>
            <p:cNvSpPr/>
            <p:nvPr/>
          </p:nvSpPr>
          <p:spPr>
            <a:xfrm>
              <a:off x="8668800" y="5072175"/>
              <a:ext cx="277275" cy="350975"/>
            </a:xfrm>
            <a:custGeom>
              <a:avLst/>
              <a:gdLst/>
              <a:ahLst/>
              <a:cxnLst/>
              <a:rect l="l" t="t" r="r" b="b"/>
              <a:pathLst>
                <a:path w="11091" h="14039" fill="none" extrusionOk="0">
                  <a:moveTo>
                    <a:pt x="5716" y="1"/>
                  </a:moveTo>
                  <a:lnTo>
                    <a:pt x="5716" y="1"/>
                  </a:lnTo>
                  <a:lnTo>
                    <a:pt x="4412" y="2808"/>
                  </a:lnTo>
                  <a:lnTo>
                    <a:pt x="3049" y="5857"/>
                  </a:lnTo>
                  <a:lnTo>
                    <a:pt x="1765" y="8745"/>
                  </a:lnTo>
                  <a:lnTo>
                    <a:pt x="1203" y="10028"/>
                  </a:lnTo>
                  <a:lnTo>
                    <a:pt x="722" y="11151"/>
                  </a:lnTo>
                  <a:lnTo>
                    <a:pt x="722" y="11151"/>
                  </a:lnTo>
                  <a:lnTo>
                    <a:pt x="421" y="11893"/>
                  </a:lnTo>
                  <a:lnTo>
                    <a:pt x="201" y="12495"/>
                  </a:lnTo>
                  <a:lnTo>
                    <a:pt x="40" y="12916"/>
                  </a:lnTo>
                  <a:lnTo>
                    <a:pt x="20" y="13056"/>
                  </a:lnTo>
                  <a:lnTo>
                    <a:pt x="0" y="13157"/>
                  </a:lnTo>
                  <a:lnTo>
                    <a:pt x="0" y="13157"/>
                  </a:lnTo>
                  <a:lnTo>
                    <a:pt x="0" y="13177"/>
                  </a:lnTo>
                  <a:lnTo>
                    <a:pt x="0" y="13177"/>
                  </a:lnTo>
                  <a:lnTo>
                    <a:pt x="60" y="13357"/>
                  </a:lnTo>
                  <a:lnTo>
                    <a:pt x="141" y="13518"/>
                  </a:lnTo>
                  <a:lnTo>
                    <a:pt x="281" y="13658"/>
                  </a:lnTo>
                  <a:lnTo>
                    <a:pt x="421" y="13798"/>
                  </a:lnTo>
                  <a:lnTo>
                    <a:pt x="602" y="13899"/>
                  </a:lnTo>
                  <a:lnTo>
                    <a:pt x="802" y="13959"/>
                  </a:lnTo>
                  <a:lnTo>
                    <a:pt x="1003" y="14019"/>
                  </a:lnTo>
                  <a:lnTo>
                    <a:pt x="1224" y="14039"/>
                  </a:lnTo>
                  <a:lnTo>
                    <a:pt x="1224" y="14039"/>
                  </a:lnTo>
                  <a:lnTo>
                    <a:pt x="1404" y="14019"/>
                  </a:lnTo>
                  <a:lnTo>
                    <a:pt x="1564" y="13999"/>
                  </a:lnTo>
                  <a:lnTo>
                    <a:pt x="1745" y="13939"/>
                  </a:lnTo>
                  <a:lnTo>
                    <a:pt x="1925" y="13859"/>
                  </a:lnTo>
                  <a:lnTo>
                    <a:pt x="1925" y="13859"/>
                  </a:lnTo>
                  <a:lnTo>
                    <a:pt x="1986" y="13818"/>
                  </a:lnTo>
                  <a:lnTo>
                    <a:pt x="2066" y="13738"/>
                  </a:lnTo>
                  <a:lnTo>
                    <a:pt x="2327" y="13457"/>
                  </a:lnTo>
                  <a:lnTo>
                    <a:pt x="2667" y="13056"/>
                  </a:lnTo>
                  <a:lnTo>
                    <a:pt x="3089" y="12515"/>
                  </a:lnTo>
                  <a:lnTo>
                    <a:pt x="4131" y="11151"/>
                  </a:lnTo>
                  <a:lnTo>
                    <a:pt x="5375" y="9447"/>
                  </a:lnTo>
                  <a:lnTo>
                    <a:pt x="6779" y="7541"/>
                  </a:lnTo>
                  <a:lnTo>
                    <a:pt x="8243" y="5516"/>
                  </a:lnTo>
                  <a:lnTo>
                    <a:pt x="11090" y="1545"/>
                  </a:lnTo>
                  <a:lnTo>
                    <a:pt x="11090" y="1545"/>
                  </a:lnTo>
                  <a:lnTo>
                    <a:pt x="10248" y="1405"/>
                  </a:lnTo>
                  <a:lnTo>
                    <a:pt x="9446" y="1244"/>
                  </a:lnTo>
                  <a:lnTo>
                    <a:pt x="8684" y="1064"/>
                  </a:lnTo>
                  <a:lnTo>
                    <a:pt x="7982" y="883"/>
                  </a:lnTo>
                  <a:lnTo>
                    <a:pt x="7320" y="683"/>
                  </a:lnTo>
                  <a:lnTo>
                    <a:pt x="6718" y="462"/>
                  </a:lnTo>
                  <a:lnTo>
                    <a:pt x="6177" y="241"/>
                  </a:lnTo>
                  <a:lnTo>
                    <a:pt x="571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22"/>
            <p:cNvSpPr/>
            <p:nvPr/>
          </p:nvSpPr>
          <p:spPr>
            <a:xfrm>
              <a:off x="967602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extrusionOk="0">
                  <a:moveTo>
                    <a:pt x="7561" y="0"/>
                  </a:moveTo>
                  <a:lnTo>
                    <a:pt x="1" y="923"/>
                  </a:lnTo>
                  <a:lnTo>
                    <a:pt x="1404" y="2928"/>
                  </a:lnTo>
                  <a:lnTo>
                    <a:pt x="4794" y="7701"/>
                  </a:lnTo>
                  <a:lnTo>
                    <a:pt x="6839" y="10529"/>
                  </a:lnTo>
                  <a:lnTo>
                    <a:pt x="8865" y="13336"/>
                  </a:lnTo>
                  <a:lnTo>
                    <a:pt x="10750" y="15903"/>
                  </a:lnTo>
                  <a:lnTo>
                    <a:pt x="11572" y="17006"/>
                  </a:lnTo>
                  <a:lnTo>
                    <a:pt x="12294" y="17969"/>
                  </a:lnTo>
                  <a:lnTo>
                    <a:pt x="12836" y="18631"/>
                  </a:lnTo>
                  <a:lnTo>
                    <a:pt x="13257" y="19152"/>
                  </a:lnTo>
                  <a:lnTo>
                    <a:pt x="13578" y="19513"/>
                  </a:lnTo>
                  <a:lnTo>
                    <a:pt x="13678" y="19614"/>
                  </a:lnTo>
                  <a:lnTo>
                    <a:pt x="13758" y="19674"/>
                  </a:lnTo>
                  <a:lnTo>
                    <a:pt x="13939" y="19754"/>
                  </a:lnTo>
                  <a:lnTo>
                    <a:pt x="14099" y="19794"/>
                  </a:lnTo>
                  <a:lnTo>
                    <a:pt x="14279" y="19834"/>
                  </a:lnTo>
                  <a:lnTo>
                    <a:pt x="14460" y="19854"/>
                  </a:lnTo>
                  <a:lnTo>
                    <a:pt x="14620" y="19854"/>
                  </a:lnTo>
                  <a:lnTo>
                    <a:pt x="14781" y="19834"/>
                  </a:lnTo>
                  <a:lnTo>
                    <a:pt x="14941" y="19794"/>
                  </a:lnTo>
                  <a:lnTo>
                    <a:pt x="15102" y="19754"/>
                  </a:lnTo>
                  <a:lnTo>
                    <a:pt x="15242" y="19694"/>
                  </a:lnTo>
                  <a:lnTo>
                    <a:pt x="15382" y="19614"/>
                  </a:lnTo>
                  <a:lnTo>
                    <a:pt x="15503" y="19513"/>
                  </a:lnTo>
                  <a:lnTo>
                    <a:pt x="15603" y="19413"/>
                  </a:lnTo>
                  <a:lnTo>
                    <a:pt x="15703" y="19313"/>
                  </a:lnTo>
                  <a:lnTo>
                    <a:pt x="15784" y="19192"/>
                  </a:lnTo>
                  <a:lnTo>
                    <a:pt x="15844" y="19052"/>
                  </a:lnTo>
                  <a:lnTo>
                    <a:pt x="15884" y="18912"/>
                  </a:lnTo>
                  <a:lnTo>
                    <a:pt x="15864" y="18831"/>
                  </a:lnTo>
                  <a:lnTo>
                    <a:pt x="15844" y="18691"/>
                  </a:lnTo>
                  <a:lnTo>
                    <a:pt x="15703" y="18250"/>
                  </a:lnTo>
                  <a:lnTo>
                    <a:pt x="15463" y="17628"/>
                  </a:lnTo>
                  <a:lnTo>
                    <a:pt x="15142" y="16826"/>
                  </a:lnTo>
                  <a:lnTo>
                    <a:pt x="14300" y="14821"/>
                  </a:lnTo>
                  <a:lnTo>
                    <a:pt x="13237" y="12434"/>
                  </a:lnTo>
                  <a:lnTo>
                    <a:pt x="12073" y="9827"/>
                  </a:lnTo>
                  <a:lnTo>
                    <a:pt x="10870" y="7180"/>
                  </a:lnTo>
                  <a:lnTo>
                    <a:pt x="8764" y="2587"/>
                  </a:lnTo>
                  <a:lnTo>
                    <a:pt x="75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22"/>
            <p:cNvSpPr/>
            <p:nvPr/>
          </p:nvSpPr>
          <p:spPr>
            <a:xfrm>
              <a:off x="967602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fill="none" extrusionOk="0">
                  <a:moveTo>
                    <a:pt x="15884" y="18912"/>
                  </a:moveTo>
                  <a:lnTo>
                    <a:pt x="15884" y="18912"/>
                  </a:lnTo>
                  <a:lnTo>
                    <a:pt x="15844" y="19052"/>
                  </a:lnTo>
                  <a:lnTo>
                    <a:pt x="15784" y="19192"/>
                  </a:lnTo>
                  <a:lnTo>
                    <a:pt x="15703" y="19313"/>
                  </a:lnTo>
                  <a:lnTo>
                    <a:pt x="15603" y="19413"/>
                  </a:lnTo>
                  <a:lnTo>
                    <a:pt x="15503" y="19513"/>
                  </a:lnTo>
                  <a:lnTo>
                    <a:pt x="15382" y="19614"/>
                  </a:lnTo>
                  <a:lnTo>
                    <a:pt x="15242" y="19694"/>
                  </a:lnTo>
                  <a:lnTo>
                    <a:pt x="15102" y="19754"/>
                  </a:lnTo>
                  <a:lnTo>
                    <a:pt x="14941" y="19794"/>
                  </a:lnTo>
                  <a:lnTo>
                    <a:pt x="14781" y="19834"/>
                  </a:lnTo>
                  <a:lnTo>
                    <a:pt x="14620" y="19854"/>
                  </a:lnTo>
                  <a:lnTo>
                    <a:pt x="14460" y="19854"/>
                  </a:lnTo>
                  <a:lnTo>
                    <a:pt x="14279" y="19834"/>
                  </a:lnTo>
                  <a:lnTo>
                    <a:pt x="14099" y="19794"/>
                  </a:lnTo>
                  <a:lnTo>
                    <a:pt x="13939" y="19754"/>
                  </a:lnTo>
                  <a:lnTo>
                    <a:pt x="13758" y="19674"/>
                  </a:lnTo>
                  <a:lnTo>
                    <a:pt x="13758" y="19674"/>
                  </a:lnTo>
                  <a:lnTo>
                    <a:pt x="13678" y="19614"/>
                  </a:lnTo>
                  <a:lnTo>
                    <a:pt x="13578" y="19513"/>
                  </a:lnTo>
                  <a:lnTo>
                    <a:pt x="13257" y="19152"/>
                  </a:lnTo>
                  <a:lnTo>
                    <a:pt x="12836" y="18631"/>
                  </a:lnTo>
                  <a:lnTo>
                    <a:pt x="12294" y="17969"/>
                  </a:lnTo>
                  <a:lnTo>
                    <a:pt x="12294" y="17969"/>
                  </a:lnTo>
                  <a:lnTo>
                    <a:pt x="11572" y="17006"/>
                  </a:lnTo>
                  <a:lnTo>
                    <a:pt x="10750" y="15903"/>
                  </a:lnTo>
                  <a:lnTo>
                    <a:pt x="8865" y="13336"/>
                  </a:lnTo>
                  <a:lnTo>
                    <a:pt x="6839" y="10529"/>
                  </a:lnTo>
                  <a:lnTo>
                    <a:pt x="4794" y="7701"/>
                  </a:lnTo>
                  <a:lnTo>
                    <a:pt x="1404" y="2928"/>
                  </a:lnTo>
                  <a:lnTo>
                    <a:pt x="1" y="923"/>
                  </a:lnTo>
                  <a:lnTo>
                    <a:pt x="7561" y="0"/>
                  </a:lnTo>
                  <a:lnTo>
                    <a:pt x="7561" y="0"/>
                  </a:lnTo>
                  <a:lnTo>
                    <a:pt x="8764" y="2587"/>
                  </a:lnTo>
                  <a:lnTo>
                    <a:pt x="8764" y="2587"/>
                  </a:lnTo>
                  <a:lnTo>
                    <a:pt x="10870" y="7180"/>
                  </a:lnTo>
                  <a:lnTo>
                    <a:pt x="12073" y="9827"/>
                  </a:lnTo>
                  <a:lnTo>
                    <a:pt x="13237" y="12434"/>
                  </a:lnTo>
                  <a:lnTo>
                    <a:pt x="14300" y="14821"/>
                  </a:lnTo>
                  <a:lnTo>
                    <a:pt x="15142" y="16826"/>
                  </a:lnTo>
                  <a:lnTo>
                    <a:pt x="15463" y="17628"/>
                  </a:lnTo>
                  <a:lnTo>
                    <a:pt x="15703" y="18250"/>
                  </a:lnTo>
                  <a:lnTo>
                    <a:pt x="15844" y="18691"/>
                  </a:lnTo>
                  <a:lnTo>
                    <a:pt x="15864" y="18831"/>
                  </a:lnTo>
                  <a:lnTo>
                    <a:pt x="15884" y="1891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22"/>
            <p:cNvSpPr/>
            <p:nvPr/>
          </p:nvSpPr>
          <p:spPr>
            <a:xfrm>
              <a:off x="9724650" y="5084725"/>
              <a:ext cx="258750" cy="394100"/>
            </a:xfrm>
            <a:custGeom>
              <a:avLst/>
              <a:gdLst/>
              <a:ahLst/>
              <a:cxnLst/>
              <a:rect l="l" t="t" r="r" b="b"/>
              <a:pathLst>
                <a:path w="10350" h="15764" extrusionOk="0">
                  <a:moveTo>
                    <a:pt x="6639" y="0"/>
                  </a:moveTo>
                  <a:lnTo>
                    <a:pt x="5917" y="241"/>
                  </a:lnTo>
                  <a:lnTo>
                    <a:pt x="5155" y="481"/>
                  </a:lnTo>
                  <a:lnTo>
                    <a:pt x="4373" y="682"/>
                  </a:lnTo>
                  <a:lnTo>
                    <a:pt x="3531" y="883"/>
                  </a:lnTo>
                  <a:lnTo>
                    <a:pt x="2688" y="1063"/>
                  </a:lnTo>
                  <a:lnTo>
                    <a:pt x="1806" y="1203"/>
                  </a:lnTo>
                  <a:lnTo>
                    <a:pt x="903" y="1344"/>
                  </a:lnTo>
                  <a:lnTo>
                    <a:pt x="1" y="1464"/>
                  </a:lnTo>
                  <a:lnTo>
                    <a:pt x="2428" y="4894"/>
                  </a:lnTo>
                  <a:lnTo>
                    <a:pt x="5275" y="8864"/>
                  </a:lnTo>
                  <a:lnTo>
                    <a:pt x="6699" y="10850"/>
                  </a:lnTo>
                  <a:lnTo>
                    <a:pt x="8063" y="12715"/>
                  </a:lnTo>
                  <a:lnTo>
                    <a:pt x="9306" y="14379"/>
                  </a:lnTo>
                  <a:lnTo>
                    <a:pt x="10349" y="15763"/>
                  </a:lnTo>
                  <a:lnTo>
                    <a:pt x="9467" y="14239"/>
                  </a:lnTo>
                  <a:lnTo>
                    <a:pt x="8604" y="12715"/>
                  </a:lnTo>
                  <a:lnTo>
                    <a:pt x="8183" y="11933"/>
                  </a:lnTo>
                  <a:lnTo>
                    <a:pt x="7762" y="11171"/>
                  </a:lnTo>
                  <a:lnTo>
                    <a:pt x="7381" y="10388"/>
                  </a:lnTo>
                  <a:lnTo>
                    <a:pt x="7000" y="9586"/>
                  </a:lnTo>
                  <a:lnTo>
                    <a:pt x="6378" y="8303"/>
                  </a:lnTo>
                  <a:lnTo>
                    <a:pt x="6098" y="7661"/>
                  </a:lnTo>
                  <a:lnTo>
                    <a:pt x="5817" y="6999"/>
                  </a:lnTo>
                  <a:lnTo>
                    <a:pt x="5556" y="6317"/>
                  </a:lnTo>
                  <a:lnTo>
                    <a:pt x="5335" y="5636"/>
                  </a:lnTo>
                  <a:lnTo>
                    <a:pt x="5235" y="5295"/>
                  </a:lnTo>
                  <a:lnTo>
                    <a:pt x="5155" y="4954"/>
                  </a:lnTo>
                  <a:lnTo>
                    <a:pt x="5095" y="4613"/>
                  </a:lnTo>
                  <a:lnTo>
                    <a:pt x="5035" y="4252"/>
                  </a:lnTo>
                  <a:lnTo>
                    <a:pt x="4995" y="3951"/>
                  </a:lnTo>
                  <a:lnTo>
                    <a:pt x="4995" y="3630"/>
                  </a:lnTo>
                  <a:lnTo>
                    <a:pt x="5015" y="3349"/>
                  </a:lnTo>
                  <a:lnTo>
                    <a:pt x="5035" y="3048"/>
                  </a:lnTo>
                  <a:lnTo>
                    <a:pt x="5095" y="2788"/>
                  </a:lnTo>
                  <a:lnTo>
                    <a:pt x="5175" y="2507"/>
                  </a:lnTo>
                  <a:lnTo>
                    <a:pt x="5255" y="2266"/>
                  </a:lnTo>
                  <a:lnTo>
                    <a:pt x="5376" y="2006"/>
                  </a:lnTo>
                  <a:lnTo>
                    <a:pt x="5496" y="1785"/>
                  </a:lnTo>
                  <a:lnTo>
                    <a:pt x="5636" y="1544"/>
                  </a:lnTo>
                  <a:lnTo>
                    <a:pt x="5797" y="1344"/>
                  </a:lnTo>
                  <a:lnTo>
                    <a:pt x="5977" y="1123"/>
                  </a:lnTo>
                  <a:lnTo>
                    <a:pt x="6158" y="923"/>
                  </a:lnTo>
                  <a:lnTo>
                    <a:pt x="6378" y="742"/>
                  </a:lnTo>
                  <a:lnTo>
                    <a:pt x="6579" y="562"/>
                  </a:lnTo>
                  <a:lnTo>
                    <a:pt x="6819" y="381"/>
                  </a:lnTo>
                  <a:lnTo>
                    <a:pt x="663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22"/>
            <p:cNvSpPr/>
            <p:nvPr/>
          </p:nvSpPr>
          <p:spPr>
            <a:xfrm>
              <a:off x="9724650" y="5084725"/>
              <a:ext cx="258750" cy="394100"/>
            </a:xfrm>
            <a:custGeom>
              <a:avLst/>
              <a:gdLst/>
              <a:ahLst/>
              <a:cxnLst/>
              <a:rect l="l" t="t" r="r" b="b"/>
              <a:pathLst>
                <a:path w="10350" h="15764" fill="none" extrusionOk="0">
                  <a:moveTo>
                    <a:pt x="6639" y="0"/>
                  </a:moveTo>
                  <a:lnTo>
                    <a:pt x="6639" y="0"/>
                  </a:lnTo>
                  <a:lnTo>
                    <a:pt x="5917" y="241"/>
                  </a:lnTo>
                  <a:lnTo>
                    <a:pt x="5155" y="481"/>
                  </a:lnTo>
                  <a:lnTo>
                    <a:pt x="4373" y="682"/>
                  </a:lnTo>
                  <a:lnTo>
                    <a:pt x="3531" y="883"/>
                  </a:lnTo>
                  <a:lnTo>
                    <a:pt x="2688" y="1063"/>
                  </a:lnTo>
                  <a:lnTo>
                    <a:pt x="1806" y="1203"/>
                  </a:lnTo>
                  <a:lnTo>
                    <a:pt x="903" y="1344"/>
                  </a:lnTo>
                  <a:lnTo>
                    <a:pt x="1" y="1464"/>
                  </a:lnTo>
                  <a:lnTo>
                    <a:pt x="1" y="1464"/>
                  </a:lnTo>
                  <a:lnTo>
                    <a:pt x="2428" y="4894"/>
                  </a:lnTo>
                  <a:lnTo>
                    <a:pt x="5275" y="8864"/>
                  </a:lnTo>
                  <a:lnTo>
                    <a:pt x="6699" y="10850"/>
                  </a:lnTo>
                  <a:lnTo>
                    <a:pt x="8063" y="12715"/>
                  </a:lnTo>
                  <a:lnTo>
                    <a:pt x="9306" y="14379"/>
                  </a:lnTo>
                  <a:lnTo>
                    <a:pt x="10349" y="15763"/>
                  </a:lnTo>
                  <a:lnTo>
                    <a:pt x="10349" y="15763"/>
                  </a:lnTo>
                  <a:lnTo>
                    <a:pt x="9467" y="14239"/>
                  </a:lnTo>
                  <a:lnTo>
                    <a:pt x="8604" y="12715"/>
                  </a:lnTo>
                  <a:lnTo>
                    <a:pt x="8183" y="11933"/>
                  </a:lnTo>
                  <a:lnTo>
                    <a:pt x="7762" y="11171"/>
                  </a:lnTo>
                  <a:lnTo>
                    <a:pt x="7381" y="10388"/>
                  </a:lnTo>
                  <a:lnTo>
                    <a:pt x="7000" y="9586"/>
                  </a:lnTo>
                  <a:lnTo>
                    <a:pt x="7000" y="9586"/>
                  </a:lnTo>
                  <a:lnTo>
                    <a:pt x="6378" y="8303"/>
                  </a:lnTo>
                  <a:lnTo>
                    <a:pt x="6098" y="7661"/>
                  </a:lnTo>
                  <a:lnTo>
                    <a:pt x="5817" y="6999"/>
                  </a:lnTo>
                  <a:lnTo>
                    <a:pt x="5556" y="6317"/>
                  </a:lnTo>
                  <a:lnTo>
                    <a:pt x="5335" y="5636"/>
                  </a:lnTo>
                  <a:lnTo>
                    <a:pt x="5235" y="5295"/>
                  </a:lnTo>
                  <a:lnTo>
                    <a:pt x="5155" y="4954"/>
                  </a:lnTo>
                  <a:lnTo>
                    <a:pt x="5095" y="4613"/>
                  </a:lnTo>
                  <a:lnTo>
                    <a:pt x="5035" y="4252"/>
                  </a:lnTo>
                  <a:lnTo>
                    <a:pt x="5035" y="4252"/>
                  </a:lnTo>
                  <a:lnTo>
                    <a:pt x="4995" y="3951"/>
                  </a:lnTo>
                  <a:lnTo>
                    <a:pt x="4995" y="3630"/>
                  </a:lnTo>
                  <a:lnTo>
                    <a:pt x="5015" y="3349"/>
                  </a:lnTo>
                  <a:lnTo>
                    <a:pt x="5035" y="3048"/>
                  </a:lnTo>
                  <a:lnTo>
                    <a:pt x="5095" y="2788"/>
                  </a:lnTo>
                  <a:lnTo>
                    <a:pt x="5175" y="2507"/>
                  </a:lnTo>
                  <a:lnTo>
                    <a:pt x="5255" y="2266"/>
                  </a:lnTo>
                  <a:lnTo>
                    <a:pt x="5376" y="2006"/>
                  </a:lnTo>
                  <a:lnTo>
                    <a:pt x="5496" y="1785"/>
                  </a:lnTo>
                  <a:lnTo>
                    <a:pt x="5636" y="1544"/>
                  </a:lnTo>
                  <a:lnTo>
                    <a:pt x="5797" y="1344"/>
                  </a:lnTo>
                  <a:lnTo>
                    <a:pt x="5977" y="1123"/>
                  </a:lnTo>
                  <a:lnTo>
                    <a:pt x="6158" y="923"/>
                  </a:lnTo>
                  <a:lnTo>
                    <a:pt x="6378" y="742"/>
                  </a:lnTo>
                  <a:lnTo>
                    <a:pt x="6579" y="562"/>
                  </a:lnTo>
                  <a:lnTo>
                    <a:pt x="6819" y="381"/>
                  </a:lnTo>
                  <a:lnTo>
                    <a:pt x="6819" y="381"/>
                  </a:lnTo>
                  <a:lnTo>
                    <a:pt x="663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22"/>
            <p:cNvSpPr/>
            <p:nvPr/>
          </p:nvSpPr>
          <p:spPr>
            <a:xfrm>
              <a:off x="9450425" y="5004000"/>
              <a:ext cx="359500" cy="448750"/>
            </a:xfrm>
            <a:custGeom>
              <a:avLst/>
              <a:gdLst/>
              <a:ahLst/>
              <a:cxnLst/>
              <a:rect l="l" t="t" r="r" b="b"/>
              <a:pathLst>
                <a:path w="14380" h="17950" extrusionOk="0">
                  <a:moveTo>
                    <a:pt x="6839" y="0"/>
                  </a:moveTo>
                  <a:lnTo>
                    <a:pt x="0" y="823"/>
                  </a:lnTo>
                  <a:lnTo>
                    <a:pt x="1825" y="3410"/>
                  </a:lnTo>
                  <a:lnTo>
                    <a:pt x="3730" y="6077"/>
                  </a:lnTo>
                  <a:lnTo>
                    <a:pt x="5916" y="9145"/>
                  </a:lnTo>
                  <a:lnTo>
                    <a:pt x="8162" y="12234"/>
                  </a:lnTo>
                  <a:lnTo>
                    <a:pt x="10168" y="14961"/>
                  </a:lnTo>
                  <a:lnTo>
                    <a:pt x="11010" y="16064"/>
                  </a:lnTo>
                  <a:lnTo>
                    <a:pt x="11692" y="16947"/>
                  </a:lnTo>
                  <a:lnTo>
                    <a:pt x="12173" y="17528"/>
                  </a:lnTo>
                  <a:lnTo>
                    <a:pt x="12354" y="17709"/>
                  </a:lnTo>
                  <a:lnTo>
                    <a:pt x="12454" y="17789"/>
                  </a:lnTo>
                  <a:lnTo>
                    <a:pt x="12614" y="17849"/>
                  </a:lnTo>
                  <a:lnTo>
                    <a:pt x="12775" y="17909"/>
                  </a:lnTo>
                  <a:lnTo>
                    <a:pt x="12935" y="17929"/>
                  </a:lnTo>
                  <a:lnTo>
                    <a:pt x="13076" y="17949"/>
                  </a:lnTo>
                  <a:lnTo>
                    <a:pt x="13236" y="17949"/>
                  </a:lnTo>
                  <a:lnTo>
                    <a:pt x="13397" y="17929"/>
                  </a:lnTo>
                  <a:lnTo>
                    <a:pt x="13537" y="17909"/>
                  </a:lnTo>
                  <a:lnTo>
                    <a:pt x="13677" y="17849"/>
                  </a:lnTo>
                  <a:lnTo>
                    <a:pt x="13798" y="17809"/>
                  </a:lnTo>
                  <a:lnTo>
                    <a:pt x="13918" y="17729"/>
                  </a:lnTo>
                  <a:lnTo>
                    <a:pt x="14038" y="17648"/>
                  </a:lnTo>
                  <a:lnTo>
                    <a:pt x="14139" y="17548"/>
                  </a:lnTo>
                  <a:lnTo>
                    <a:pt x="14219" y="17448"/>
                  </a:lnTo>
                  <a:lnTo>
                    <a:pt x="14279" y="17348"/>
                  </a:lnTo>
                  <a:lnTo>
                    <a:pt x="14339" y="17227"/>
                  </a:lnTo>
                  <a:lnTo>
                    <a:pt x="14379" y="17107"/>
                  </a:lnTo>
                  <a:lnTo>
                    <a:pt x="14359" y="16987"/>
                  </a:lnTo>
                  <a:lnTo>
                    <a:pt x="14319" y="16806"/>
                  </a:lnTo>
                  <a:lnTo>
                    <a:pt x="14098" y="16164"/>
                  </a:lnTo>
                  <a:lnTo>
                    <a:pt x="13737" y="15262"/>
                  </a:lnTo>
                  <a:lnTo>
                    <a:pt x="13256" y="14139"/>
                  </a:lnTo>
                  <a:lnTo>
                    <a:pt x="12053" y="11391"/>
                  </a:lnTo>
                  <a:lnTo>
                    <a:pt x="10669" y="8303"/>
                  </a:lnTo>
                  <a:lnTo>
                    <a:pt x="9265" y="5235"/>
                  </a:lnTo>
                  <a:lnTo>
                    <a:pt x="8042" y="2567"/>
                  </a:lnTo>
                  <a:lnTo>
                    <a:pt x="683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22"/>
            <p:cNvSpPr/>
            <p:nvPr/>
          </p:nvSpPr>
          <p:spPr>
            <a:xfrm>
              <a:off x="9450425" y="5004000"/>
              <a:ext cx="359500" cy="448750"/>
            </a:xfrm>
            <a:custGeom>
              <a:avLst/>
              <a:gdLst/>
              <a:ahLst/>
              <a:cxnLst/>
              <a:rect l="l" t="t" r="r" b="b"/>
              <a:pathLst>
                <a:path w="14380" h="17950" fill="none" extrusionOk="0">
                  <a:moveTo>
                    <a:pt x="6839" y="0"/>
                  </a:moveTo>
                  <a:lnTo>
                    <a:pt x="6839" y="0"/>
                  </a:lnTo>
                  <a:lnTo>
                    <a:pt x="8042" y="2567"/>
                  </a:lnTo>
                  <a:lnTo>
                    <a:pt x="9265" y="5235"/>
                  </a:lnTo>
                  <a:lnTo>
                    <a:pt x="10669" y="8303"/>
                  </a:lnTo>
                  <a:lnTo>
                    <a:pt x="12053" y="11391"/>
                  </a:lnTo>
                  <a:lnTo>
                    <a:pt x="13256" y="14139"/>
                  </a:lnTo>
                  <a:lnTo>
                    <a:pt x="13737" y="15262"/>
                  </a:lnTo>
                  <a:lnTo>
                    <a:pt x="14098" y="16164"/>
                  </a:lnTo>
                  <a:lnTo>
                    <a:pt x="14319" y="16806"/>
                  </a:lnTo>
                  <a:lnTo>
                    <a:pt x="14359" y="16987"/>
                  </a:lnTo>
                  <a:lnTo>
                    <a:pt x="14379" y="17107"/>
                  </a:lnTo>
                  <a:lnTo>
                    <a:pt x="14379" y="17107"/>
                  </a:lnTo>
                  <a:lnTo>
                    <a:pt x="14339" y="17227"/>
                  </a:lnTo>
                  <a:lnTo>
                    <a:pt x="14279" y="17348"/>
                  </a:lnTo>
                  <a:lnTo>
                    <a:pt x="14219" y="17448"/>
                  </a:lnTo>
                  <a:lnTo>
                    <a:pt x="14139" y="17548"/>
                  </a:lnTo>
                  <a:lnTo>
                    <a:pt x="14038" y="17648"/>
                  </a:lnTo>
                  <a:lnTo>
                    <a:pt x="13918" y="17729"/>
                  </a:lnTo>
                  <a:lnTo>
                    <a:pt x="13798" y="17809"/>
                  </a:lnTo>
                  <a:lnTo>
                    <a:pt x="13677" y="17849"/>
                  </a:lnTo>
                  <a:lnTo>
                    <a:pt x="13537" y="17909"/>
                  </a:lnTo>
                  <a:lnTo>
                    <a:pt x="13397" y="17929"/>
                  </a:lnTo>
                  <a:lnTo>
                    <a:pt x="13236" y="17949"/>
                  </a:lnTo>
                  <a:lnTo>
                    <a:pt x="13076" y="17949"/>
                  </a:lnTo>
                  <a:lnTo>
                    <a:pt x="12935" y="17929"/>
                  </a:lnTo>
                  <a:lnTo>
                    <a:pt x="12775" y="17909"/>
                  </a:lnTo>
                  <a:lnTo>
                    <a:pt x="12614" y="17849"/>
                  </a:lnTo>
                  <a:lnTo>
                    <a:pt x="12454" y="17789"/>
                  </a:lnTo>
                  <a:lnTo>
                    <a:pt x="12454" y="17789"/>
                  </a:lnTo>
                  <a:lnTo>
                    <a:pt x="12354" y="17709"/>
                  </a:lnTo>
                  <a:lnTo>
                    <a:pt x="12173" y="17528"/>
                  </a:lnTo>
                  <a:lnTo>
                    <a:pt x="11692" y="16947"/>
                  </a:lnTo>
                  <a:lnTo>
                    <a:pt x="11010" y="16064"/>
                  </a:lnTo>
                  <a:lnTo>
                    <a:pt x="10168" y="14961"/>
                  </a:lnTo>
                  <a:lnTo>
                    <a:pt x="8162" y="12234"/>
                  </a:lnTo>
                  <a:lnTo>
                    <a:pt x="5916" y="9145"/>
                  </a:lnTo>
                  <a:lnTo>
                    <a:pt x="3730" y="6077"/>
                  </a:lnTo>
                  <a:lnTo>
                    <a:pt x="1825" y="3410"/>
                  </a:lnTo>
                  <a:lnTo>
                    <a:pt x="0" y="823"/>
                  </a:lnTo>
                  <a:lnTo>
                    <a:pt x="683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22"/>
            <p:cNvSpPr/>
            <p:nvPr/>
          </p:nvSpPr>
          <p:spPr>
            <a:xfrm>
              <a:off x="9528625" y="5126325"/>
              <a:ext cx="281300" cy="326425"/>
            </a:xfrm>
            <a:custGeom>
              <a:avLst/>
              <a:gdLst/>
              <a:ahLst/>
              <a:cxnLst/>
              <a:rect l="l" t="t" r="r" b="b"/>
              <a:pathLst>
                <a:path w="11252" h="13057" extrusionOk="0">
                  <a:moveTo>
                    <a:pt x="5977" y="1"/>
                  </a:moveTo>
                  <a:lnTo>
                    <a:pt x="4433" y="121"/>
                  </a:lnTo>
                  <a:lnTo>
                    <a:pt x="2909" y="221"/>
                  </a:lnTo>
                  <a:lnTo>
                    <a:pt x="1425" y="302"/>
                  </a:lnTo>
                  <a:lnTo>
                    <a:pt x="1" y="342"/>
                  </a:lnTo>
                  <a:lnTo>
                    <a:pt x="2848" y="4353"/>
                  </a:lnTo>
                  <a:lnTo>
                    <a:pt x="4352" y="6418"/>
                  </a:lnTo>
                  <a:lnTo>
                    <a:pt x="5776" y="8363"/>
                  </a:lnTo>
                  <a:lnTo>
                    <a:pt x="7060" y="10108"/>
                  </a:lnTo>
                  <a:lnTo>
                    <a:pt x="8143" y="11512"/>
                  </a:lnTo>
                  <a:lnTo>
                    <a:pt x="8564" y="12054"/>
                  </a:lnTo>
                  <a:lnTo>
                    <a:pt x="8925" y="12475"/>
                  </a:lnTo>
                  <a:lnTo>
                    <a:pt x="9166" y="12755"/>
                  </a:lnTo>
                  <a:lnTo>
                    <a:pt x="9266" y="12856"/>
                  </a:lnTo>
                  <a:lnTo>
                    <a:pt x="9326" y="12896"/>
                  </a:lnTo>
                  <a:lnTo>
                    <a:pt x="9506" y="12976"/>
                  </a:lnTo>
                  <a:lnTo>
                    <a:pt x="9667" y="13016"/>
                  </a:lnTo>
                  <a:lnTo>
                    <a:pt x="9847" y="13056"/>
                  </a:lnTo>
                  <a:lnTo>
                    <a:pt x="10028" y="13056"/>
                  </a:lnTo>
                  <a:lnTo>
                    <a:pt x="10228" y="13036"/>
                  </a:lnTo>
                  <a:lnTo>
                    <a:pt x="10449" y="12996"/>
                  </a:lnTo>
                  <a:lnTo>
                    <a:pt x="10650" y="12916"/>
                  </a:lnTo>
                  <a:lnTo>
                    <a:pt x="10810" y="12816"/>
                  </a:lnTo>
                  <a:lnTo>
                    <a:pt x="10970" y="12695"/>
                  </a:lnTo>
                  <a:lnTo>
                    <a:pt x="11091" y="12555"/>
                  </a:lnTo>
                  <a:lnTo>
                    <a:pt x="11191" y="12394"/>
                  </a:lnTo>
                  <a:lnTo>
                    <a:pt x="11251" y="12214"/>
                  </a:lnTo>
                  <a:lnTo>
                    <a:pt x="11251" y="12194"/>
                  </a:lnTo>
                  <a:lnTo>
                    <a:pt x="11231" y="12094"/>
                  </a:lnTo>
                  <a:lnTo>
                    <a:pt x="11191" y="11973"/>
                  </a:lnTo>
                  <a:lnTo>
                    <a:pt x="11071" y="11572"/>
                  </a:lnTo>
                  <a:lnTo>
                    <a:pt x="10850" y="11011"/>
                  </a:lnTo>
                  <a:lnTo>
                    <a:pt x="10569" y="10309"/>
                  </a:lnTo>
                  <a:lnTo>
                    <a:pt x="9787" y="8464"/>
                  </a:lnTo>
                  <a:lnTo>
                    <a:pt x="8905" y="6478"/>
                  </a:lnTo>
                  <a:lnTo>
                    <a:pt x="7942" y="4312"/>
                  </a:lnTo>
                  <a:lnTo>
                    <a:pt x="597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22"/>
            <p:cNvSpPr/>
            <p:nvPr/>
          </p:nvSpPr>
          <p:spPr>
            <a:xfrm>
              <a:off x="9528625" y="5126325"/>
              <a:ext cx="281300" cy="326425"/>
            </a:xfrm>
            <a:custGeom>
              <a:avLst/>
              <a:gdLst/>
              <a:ahLst/>
              <a:cxnLst/>
              <a:rect l="l" t="t" r="r" b="b"/>
              <a:pathLst>
                <a:path w="11252" h="13057" fill="none" extrusionOk="0">
                  <a:moveTo>
                    <a:pt x="5977" y="1"/>
                  </a:moveTo>
                  <a:lnTo>
                    <a:pt x="5977" y="1"/>
                  </a:lnTo>
                  <a:lnTo>
                    <a:pt x="4433" y="121"/>
                  </a:lnTo>
                  <a:lnTo>
                    <a:pt x="2909" y="221"/>
                  </a:lnTo>
                  <a:lnTo>
                    <a:pt x="1425" y="302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2848" y="4353"/>
                  </a:lnTo>
                  <a:lnTo>
                    <a:pt x="4352" y="6418"/>
                  </a:lnTo>
                  <a:lnTo>
                    <a:pt x="5776" y="8363"/>
                  </a:lnTo>
                  <a:lnTo>
                    <a:pt x="7060" y="10108"/>
                  </a:lnTo>
                  <a:lnTo>
                    <a:pt x="8143" y="11512"/>
                  </a:lnTo>
                  <a:lnTo>
                    <a:pt x="8564" y="12054"/>
                  </a:lnTo>
                  <a:lnTo>
                    <a:pt x="8925" y="12475"/>
                  </a:lnTo>
                  <a:lnTo>
                    <a:pt x="9166" y="12755"/>
                  </a:lnTo>
                  <a:lnTo>
                    <a:pt x="9266" y="12856"/>
                  </a:lnTo>
                  <a:lnTo>
                    <a:pt x="9326" y="12896"/>
                  </a:lnTo>
                  <a:lnTo>
                    <a:pt x="9326" y="12896"/>
                  </a:lnTo>
                  <a:lnTo>
                    <a:pt x="9506" y="12976"/>
                  </a:lnTo>
                  <a:lnTo>
                    <a:pt x="9667" y="13016"/>
                  </a:lnTo>
                  <a:lnTo>
                    <a:pt x="9847" y="13056"/>
                  </a:lnTo>
                  <a:lnTo>
                    <a:pt x="10028" y="13056"/>
                  </a:lnTo>
                  <a:lnTo>
                    <a:pt x="10028" y="13056"/>
                  </a:lnTo>
                  <a:lnTo>
                    <a:pt x="10228" y="13036"/>
                  </a:lnTo>
                  <a:lnTo>
                    <a:pt x="10449" y="12996"/>
                  </a:lnTo>
                  <a:lnTo>
                    <a:pt x="10650" y="12916"/>
                  </a:lnTo>
                  <a:lnTo>
                    <a:pt x="10810" y="12816"/>
                  </a:lnTo>
                  <a:lnTo>
                    <a:pt x="10970" y="12695"/>
                  </a:lnTo>
                  <a:lnTo>
                    <a:pt x="11091" y="12555"/>
                  </a:lnTo>
                  <a:lnTo>
                    <a:pt x="11191" y="12394"/>
                  </a:lnTo>
                  <a:lnTo>
                    <a:pt x="11251" y="12214"/>
                  </a:lnTo>
                  <a:lnTo>
                    <a:pt x="11251" y="12214"/>
                  </a:lnTo>
                  <a:lnTo>
                    <a:pt x="11251" y="12194"/>
                  </a:lnTo>
                  <a:lnTo>
                    <a:pt x="11251" y="12194"/>
                  </a:lnTo>
                  <a:lnTo>
                    <a:pt x="11231" y="12094"/>
                  </a:lnTo>
                  <a:lnTo>
                    <a:pt x="11191" y="11973"/>
                  </a:lnTo>
                  <a:lnTo>
                    <a:pt x="11071" y="11572"/>
                  </a:lnTo>
                  <a:lnTo>
                    <a:pt x="10850" y="11011"/>
                  </a:lnTo>
                  <a:lnTo>
                    <a:pt x="10569" y="10309"/>
                  </a:lnTo>
                  <a:lnTo>
                    <a:pt x="10569" y="10309"/>
                  </a:lnTo>
                  <a:lnTo>
                    <a:pt x="10569" y="10309"/>
                  </a:lnTo>
                  <a:lnTo>
                    <a:pt x="9787" y="8464"/>
                  </a:lnTo>
                  <a:lnTo>
                    <a:pt x="9787" y="8464"/>
                  </a:lnTo>
                  <a:lnTo>
                    <a:pt x="8905" y="6478"/>
                  </a:lnTo>
                  <a:lnTo>
                    <a:pt x="7942" y="4312"/>
                  </a:lnTo>
                  <a:lnTo>
                    <a:pt x="597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22"/>
            <p:cNvSpPr/>
            <p:nvPr/>
          </p:nvSpPr>
          <p:spPr>
            <a:xfrm>
              <a:off x="8256675" y="3979700"/>
              <a:ext cx="1797900" cy="1156175"/>
            </a:xfrm>
            <a:custGeom>
              <a:avLst/>
              <a:gdLst/>
              <a:ahLst/>
              <a:cxnLst/>
              <a:rect l="l" t="t" r="r" b="b"/>
              <a:pathLst>
                <a:path w="71916" h="46247" extrusionOk="0">
                  <a:moveTo>
                    <a:pt x="15964" y="1"/>
                  </a:moveTo>
                  <a:lnTo>
                    <a:pt x="15783" y="41"/>
                  </a:lnTo>
                  <a:lnTo>
                    <a:pt x="15603" y="81"/>
                  </a:lnTo>
                  <a:lnTo>
                    <a:pt x="15402" y="141"/>
                  </a:lnTo>
                  <a:lnTo>
                    <a:pt x="14941" y="302"/>
                  </a:lnTo>
                  <a:lnTo>
                    <a:pt x="14460" y="542"/>
                  </a:lnTo>
                  <a:lnTo>
                    <a:pt x="13918" y="823"/>
                  </a:lnTo>
                  <a:lnTo>
                    <a:pt x="13337" y="1164"/>
                  </a:lnTo>
                  <a:lnTo>
                    <a:pt x="12715" y="1545"/>
                  </a:lnTo>
                  <a:lnTo>
                    <a:pt x="12073" y="1966"/>
                  </a:lnTo>
                  <a:lnTo>
                    <a:pt x="11411" y="2428"/>
                  </a:lnTo>
                  <a:lnTo>
                    <a:pt x="10710" y="2929"/>
                  </a:lnTo>
                  <a:lnTo>
                    <a:pt x="10008" y="3450"/>
                  </a:lnTo>
                  <a:lnTo>
                    <a:pt x="9306" y="4012"/>
                  </a:lnTo>
                  <a:lnTo>
                    <a:pt x="8584" y="4573"/>
                  </a:lnTo>
                  <a:lnTo>
                    <a:pt x="7862" y="5175"/>
                  </a:lnTo>
                  <a:lnTo>
                    <a:pt x="6438" y="6378"/>
                  </a:lnTo>
                  <a:lnTo>
                    <a:pt x="5154" y="7521"/>
                  </a:lnTo>
                  <a:lnTo>
                    <a:pt x="3971" y="8665"/>
                  </a:lnTo>
                  <a:lnTo>
                    <a:pt x="3249" y="9346"/>
                  </a:lnTo>
                  <a:lnTo>
                    <a:pt x="2608" y="10028"/>
                  </a:lnTo>
                  <a:lnTo>
                    <a:pt x="2006" y="10670"/>
                  </a:lnTo>
                  <a:lnTo>
                    <a:pt x="1484" y="11272"/>
                  </a:lnTo>
                  <a:lnTo>
                    <a:pt x="1023" y="11833"/>
                  </a:lnTo>
                  <a:lnTo>
                    <a:pt x="662" y="12335"/>
                  </a:lnTo>
                  <a:lnTo>
                    <a:pt x="522" y="12555"/>
                  </a:lnTo>
                  <a:lnTo>
                    <a:pt x="402" y="12776"/>
                  </a:lnTo>
                  <a:lnTo>
                    <a:pt x="301" y="12956"/>
                  </a:lnTo>
                  <a:lnTo>
                    <a:pt x="221" y="13137"/>
                  </a:lnTo>
                  <a:lnTo>
                    <a:pt x="141" y="13397"/>
                  </a:lnTo>
                  <a:lnTo>
                    <a:pt x="81" y="13658"/>
                  </a:lnTo>
                  <a:lnTo>
                    <a:pt x="41" y="13939"/>
                  </a:lnTo>
                  <a:lnTo>
                    <a:pt x="0" y="14200"/>
                  </a:lnTo>
                  <a:lnTo>
                    <a:pt x="0" y="14480"/>
                  </a:lnTo>
                  <a:lnTo>
                    <a:pt x="0" y="14761"/>
                  </a:lnTo>
                  <a:lnTo>
                    <a:pt x="41" y="15022"/>
                  </a:lnTo>
                  <a:lnTo>
                    <a:pt x="81" y="15303"/>
                  </a:lnTo>
                  <a:lnTo>
                    <a:pt x="121" y="15583"/>
                  </a:lnTo>
                  <a:lnTo>
                    <a:pt x="201" y="15844"/>
                  </a:lnTo>
                  <a:lnTo>
                    <a:pt x="281" y="16125"/>
                  </a:lnTo>
                  <a:lnTo>
                    <a:pt x="381" y="16386"/>
                  </a:lnTo>
                  <a:lnTo>
                    <a:pt x="482" y="16646"/>
                  </a:lnTo>
                  <a:lnTo>
                    <a:pt x="602" y="16907"/>
                  </a:lnTo>
                  <a:lnTo>
                    <a:pt x="863" y="17428"/>
                  </a:lnTo>
                  <a:lnTo>
                    <a:pt x="1184" y="17910"/>
                  </a:lnTo>
                  <a:lnTo>
                    <a:pt x="1525" y="18351"/>
                  </a:lnTo>
                  <a:lnTo>
                    <a:pt x="1886" y="18772"/>
                  </a:lnTo>
                  <a:lnTo>
                    <a:pt x="2267" y="19133"/>
                  </a:lnTo>
                  <a:lnTo>
                    <a:pt x="2688" y="19474"/>
                  </a:lnTo>
                  <a:lnTo>
                    <a:pt x="2888" y="19614"/>
                  </a:lnTo>
                  <a:lnTo>
                    <a:pt x="3109" y="19755"/>
                  </a:lnTo>
                  <a:lnTo>
                    <a:pt x="3309" y="19855"/>
                  </a:lnTo>
                  <a:lnTo>
                    <a:pt x="3530" y="19955"/>
                  </a:lnTo>
                  <a:lnTo>
                    <a:pt x="3731" y="20056"/>
                  </a:lnTo>
                  <a:lnTo>
                    <a:pt x="3951" y="20116"/>
                  </a:lnTo>
                  <a:lnTo>
                    <a:pt x="4212" y="20176"/>
                  </a:lnTo>
                  <a:lnTo>
                    <a:pt x="4493" y="20216"/>
                  </a:lnTo>
                  <a:lnTo>
                    <a:pt x="4834" y="20236"/>
                  </a:lnTo>
                  <a:lnTo>
                    <a:pt x="5195" y="20256"/>
                  </a:lnTo>
                  <a:lnTo>
                    <a:pt x="5576" y="20256"/>
                  </a:lnTo>
                  <a:lnTo>
                    <a:pt x="5997" y="20236"/>
                  </a:lnTo>
                  <a:lnTo>
                    <a:pt x="6879" y="20156"/>
                  </a:lnTo>
                  <a:lnTo>
                    <a:pt x="7822" y="20056"/>
                  </a:lnTo>
                  <a:lnTo>
                    <a:pt x="8824" y="19915"/>
                  </a:lnTo>
                  <a:lnTo>
                    <a:pt x="9807" y="19775"/>
                  </a:lnTo>
                  <a:lnTo>
                    <a:pt x="10790" y="19614"/>
                  </a:lnTo>
                  <a:lnTo>
                    <a:pt x="13497" y="19133"/>
                  </a:lnTo>
                  <a:lnTo>
                    <a:pt x="14400" y="18993"/>
                  </a:lnTo>
                  <a:lnTo>
                    <a:pt x="14680" y="18973"/>
                  </a:lnTo>
                  <a:lnTo>
                    <a:pt x="14821" y="18993"/>
                  </a:lnTo>
                  <a:lnTo>
                    <a:pt x="14841" y="19013"/>
                  </a:lnTo>
                  <a:lnTo>
                    <a:pt x="14881" y="19053"/>
                  </a:lnTo>
                  <a:lnTo>
                    <a:pt x="14941" y="19253"/>
                  </a:lnTo>
                  <a:lnTo>
                    <a:pt x="15101" y="19975"/>
                  </a:lnTo>
                  <a:lnTo>
                    <a:pt x="15322" y="21098"/>
                  </a:lnTo>
                  <a:lnTo>
                    <a:pt x="15583" y="22542"/>
                  </a:lnTo>
                  <a:lnTo>
                    <a:pt x="16245" y="26172"/>
                  </a:lnTo>
                  <a:lnTo>
                    <a:pt x="16626" y="28238"/>
                  </a:lnTo>
                  <a:lnTo>
                    <a:pt x="17067" y="30404"/>
                  </a:lnTo>
                  <a:lnTo>
                    <a:pt x="17568" y="32590"/>
                  </a:lnTo>
                  <a:lnTo>
                    <a:pt x="17829" y="33673"/>
                  </a:lnTo>
                  <a:lnTo>
                    <a:pt x="18090" y="34735"/>
                  </a:lnTo>
                  <a:lnTo>
                    <a:pt x="18370" y="35798"/>
                  </a:lnTo>
                  <a:lnTo>
                    <a:pt x="18671" y="36801"/>
                  </a:lnTo>
                  <a:lnTo>
                    <a:pt x="18972" y="37784"/>
                  </a:lnTo>
                  <a:lnTo>
                    <a:pt x="19273" y="38726"/>
                  </a:lnTo>
                  <a:lnTo>
                    <a:pt x="19594" y="39609"/>
                  </a:lnTo>
                  <a:lnTo>
                    <a:pt x="19935" y="40411"/>
                  </a:lnTo>
                  <a:lnTo>
                    <a:pt x="20276" y="41173"/>
                  </a:lnTo>
                  <a:lnTo>
                    <a:pt x="20616" y="41855"/>
                  </a:lnTo>
                  <a:lnTo>
                    <a:pt x="20797" y="42156"/>
                  </a:lnTo>
                  <a:lnTo>
                    <a:pt x="20977" y="42436"/>
                  </a:lnTo>
                  <a:lnTo>
                    <a:pt x="21158" y="42697"/>
                  </a:lnTo>
                  <a:lnTo>
                    <a:pt x="21358" y="42938"/>
                  </a:lnTo>
                  <a:lnTo>
                    <a:pt x="21539" y="43158"/>
                  </a:lnTo>
                  <a:lnTo>
                    <a:pt x="21739" y="43339"/>
                  </a:lnTo>
                  <a:lnTo>
                    <a:pt x="21920" y="43519"/>
                  </a:lnTo>
                  <a:lnTo>
                    <a:pt x="22121" y="43640"/>
                  </a:lnTo>
                  <a:lnTo>
                    <a:pt x="22562" y="43880"/>
                  </a:lnTo>
                  <a:lnTo>
                    <a:pt x="23043" y="44101"/>
                  </a:lnTo>
                  <a:lnTo>
                    <a:pt x="23585" y="44301"/>
                  </a:lnTo>
                  <a:lnTo>
                    <a:pt x="24166" y="44502"/>
                  </a:lnTo>
                  <a:lnTo>
                    <a:pt x="24808" y="44682"/>
                  </a:lnTo>
                  <a:lnTo>
                    <a:pt x="25510" y="44843"/>
                  </a:lnTo>
                  <a:lnTo>
                    <a:pt x="26232" y="45003"/>
                  </a:lnTo>
                  <a:lnTo>
                    <a:pt x="26994" y="45144"/>
                  </a:lnTo>
                  <a:lnTo>
                    <a:pt x="27776" y="45284"/>
                  </a:lnTo>
                  <a:lnTo>
                    <a:pt x="28598" y="45404"/>
                  </a:lnTo>
                  <a:lnTo>
                    <a:pt x="29460" y="45505"/>
                  </a:lnTo>
                  <a:lnTo>
                    <a:pt x="30323" y="45605"/>
                  </a:lnTo>
                  <a:lnTo>
                    <a:pt x="32108" y="45785"/>
                  </a:lnTo>
                  <a:lnTo>
                    <a:pt x="33913" y="45926"/>
                  </a:lnTo>
                  <a:lnTo>
                    <a:pt x="35717" y="46026"/>
                  </a:lnTo>
                  <a:lnTo>
                    <a:pt x="37502" y="46106"/>
                  </a:lnTo>
                  <a:lnTo>
                    <a:pt x="39227" y="46167"/>
                  </a:lnTo>
                  <a:lnTo>
                    <a:pt x="40851" y="46207"/>
                  </a:lnTo>
                  <a:lnTo>
                    <a:pt x="43719" y="46247"/>
                  </a:lnTo>
                  <a:lnTo>
                    <a:pt x="48051" y="46247"/>
                  </a:lnTo>
                  <a:lnTo>
                    <a:pt x="49455" y="46227"/>
                  </a:lnTo>
                  <a:lnTo>
                    <a:pt x="51039" y="46207"/>
                  </a:lnTo>
                  <a:lnTo>
                    <a:pt x="52724" y="46146"/>
                  </a:lnTo>
                  <a:lnTo>
                    <a:pt x="54488" y="46046"/>
                  </a:lnTo>
                  <a:lnTo>
                    <a:pt x="56313" y="45926"/>
                  </a:lnTo>
                  <a:lnTo>
                    <a:pt x="57216" y="45826"/>
                  </a:lnTo>
                  <a:lnTo>
                    <a:pt x="58138" y="45745"/>
                  </a:lnTo>
                  <a:lnTo>
                    <a:pt x="58921" y="45645"/>
                  </a:lnTo>
                  <a:lnTo>
                    <a:pt x="59703" y="45545"/>
                  </a:lnTo>
                  <a:lnTo>
                    <a:pt x="60485" y="45425"/>
                  </a:lnTo>
                  <a:lnTo>
                    <a:pt x="61247" y="45284"/>
                  </a:lnTo>
                  <a:lnTo>
                    <a:pt x="61989" y="45144"/>
                  </a:lnTo>
                  <a:lnTo>
                    <a:pt x="62711" y="44983"/>
                  </a:lnTo>
                  <a:lnTo>
                    <a:pt x="63393" y="44803"/>
                  </a:lnTo>
                  <a:lnTo>
                    <a:pt x="64075" y="44622"/>
                  </a:lnTo>
                  <a:lnTo>
                    <a:pt x="64716" y="44422"/>
                  </a:lnTo>
                  <a:lnTo>
                    <a:pt x="65338" y="44201"/>
                  </a:lnTo>
                  <a:lnTo>
                    <a:pt x="65920" y="43961"/>
                  </a:lnTo>
                  <a:lnTo>
                    <a:pt x="66461" y="43720"/>
                  </a:lnTo>
                  <a:lnTo>
                    <a:pt x="66962" y="43439"/>
                  </a:lnTo>
                  <a:lnTo>
                    <a:pt x="67424" y="43158"/>
                  </a:lnTo>
                  <a:lnTo>
                    <a:pt x="67845" y="42837"/>
                  </a:lnTo>
                  <a:lnTo>
                    <a:pt x="68025" y="42677"/>
                  </a:lnTo>
                  <a:lnTo>
                    <a:pt x="68206" y="42517"/>
                  </a:lnTo>
                  <a:lnTo>
                    <a:pt x="68386" y="42316"/>
                  </a:lnTo>
                  <a:lnTo>
                    <a:pt x="68567" y="42116"/>
                  </a:lnTo>
                  <a:lnTo>
                    <a:pt x="68747" y="41875"/>
                  </a:lnTo>
                  <a:lnTo>
                    <a:pt x="68908" y="41634"/>
                  </a:lnTo>
                  <a:lnTo>
                    <a:pt x="69249" y="41093"/>
                  </a:lnTo>
                  <a:lnTo>
                    <a:pt x="69549" y="40491"/>
                  </a:lnTo>
                  <a:lnTo>
                    <a:pt x="69850" y="39829"/>
                  </a:lnTo>
                  <a:lnTo>
                    <a:pt x="70131" y="39107"/>
                  </a:lnTo>
                  <a:lnTo>
                    <a:pt x="70392" y="38365"/>
                  </a:lnTo>
                  <a:lnTo>
                    <a:pt x="70652" y="37563"/>
                  </a:lnTo>
                  <a:lnTo>
                    <a:pt x="70873" y="36721"/>
                  </a:lnTo>
                  <a:lnTo>
                    <a:pt x="71074" y="35858"/>
                  </a:lnTo>
                  <a:lnTo>
                    <a:pt x="71254" y="34956"/>
                  </a:lnTo>
                  <a:lnTo>
                    <a:pt x="71435" y="34054"/>
                  </a:lnTo>
                  <a:lnTo>
                    <a:pt x="71575" y="33131"/>
                  </a:lnTo>
                  <a:lnTo>
                    <a:pt x="71695" y="32189"/>
                  </a:lnTo>
                  <a:lnTo>
                    <a:pt x="71775" y="31246"/>
                  </a:lnTo>
                  <a:lnTo>
                    <a:pt x="71856" y="30303"/>
                  </a:lnTo>
                  <a:lnTo>
                    <a:pt x="71896" y="29361"/>
                  </a:lnTo>
                  <a:lnTo>
                    <a:pt x="71916" y="28418"/>
                  </a:lnTo>
                  <a:lnTo>
                    <a:pt x="71916" y="27516"/>
                  </a:lnTo>
                  <a:lnTo>
                    <a:pt x="71876" y="26613"/>
                  </a:lnTo>
                  <a:lnTo>
                    <a:pt x="71816" y="25751"/>
                  </a:lnTo>
                  <a:lnTo>
                    <a:pt x="71715" y="24909"/>
                  </a:lnTo>
                  <a:lnTo>
                    <a:pt x="71595" y="24107"/>
                  </a:lnTo>
                  <a:lnTo>
                    <a:pt x="71435" y="23344"/>
                  </a:lnTo>
                  <a:lnTo>
                    <a:pt x="71254" y="22622"/>
                  </a:lnTo>
                  <a:lnTo>
                    <a:pt x="71033" y="21961"/>
                  </a:lnTo>
                  <a:lnTo>
                    <a:pt x="70913" y="21640"/>
                  </a:lnTo>
                  <a:lnTo>
                    <a:pt x="70793" y="21339"/>
                  </a:lnTo>
                  <a:lnTo>
                    <a:pt x="70652" y="21058"/>
                  </a:lnTo>
                  <a:lnTo>
                    <a:pt x="70512" y="20798"/>
                  </a:lnTo>
                  <a:lnTo>
                    <a:pt x="70352" y="20537"/>
                  </a:lnTo>
                  <a:lnTo>
                    <a:pt x="70191" y="20316"/>
                  </a:lnTo>
                  <a:lnTo>
                    <a:pt x="70011" y="20096"/>
                  </a:lnTo>
                  <a:lnTo>
                    <a:pt x="69830" y="19895"/>
                  </a:lnTo>
                  <a:lnTo>
                    <a:pt x="69650" y="19715"/>
                  </a:lnTo>
                  <a:lnTo>
                    <a:pt x="69449" y="19574"/>
                  </a:lnTo>
                  <a:lnTo>
                    <a:pt x="69229" y="19434"/>
                  </a:lnTo>
                  <a:lnTo>
                    <a:pt x="69028" y="19313"/>
                  </a:lnTo>
                  <a:lnTo>
                    <a:pt x="68587" y="19133"/>
                  </a:lnTo>
                  <a:lnTo>
                    <a:pt x="68105" y="18953"/>
                  </a:lnTo>
                  <a:lnTo>
                    <a:pt x="67584" y="18792"/>
                  </a:lnTo>
                  <a:lnTo>
                    <a:pt x="67002" y="18632"/>
                  </a:lnTo>
                  <a:lnTo>
                    <a:pt x="66381" y="18491"/>
                  </a:lnTo>
                  <a:lnTo>
                    <a:pt x="65739" y="18371"/>
                  </a:lnTo>
                  <a:lnTo>
                    <a:pt x="65057" y="18251"/>
                  </a:lnTo>
                  <a:lnTo>
                    <a:pt x="64335" y="18150"/>
                  </a:lnTo>
                  <a:lnTo>
                    <a:pt x="63573" y="18050"/>
                  </a:lnTo>
                  <a:lnTo>
                    <a:pt x="62791" y="17950"/>
                  </a:lnTo>
                  <a:lnTo>
                    <a:pt x="61127" y="17809"/>
                  </a:lnTo>
                  <a:lnTo>
                    <a:pt x="59382" y="17689"/>
                  </a:lnTo>
                  <a:lnTo>
                    <a:pt x="57577" y="17609"/>
                  </a:lnTo>
                  <a:lnTo>
                    <a:pt x="56554" y="17569"/>
                  </a:lnTo>
                  <a:lnTo>
                    <a:pt x="55511" y="17549"/>
                  </a:lnTo>
                  <a:lnTo>
                    <a:pt x="53486" y="17509"/>
                  </a:lnTo>
                  <a:lnTo>
                    <a:pt x="49375" y="17509"/>
                  </a:lnTo>
                  <a:lnTo>
                    <a:pt x="47329" y="17529"/>
                  </a:lnTo>
                  <a:lnTo>
                    <a:pt x="43418" y="17609"/>
                  </a:lnTo>
                  <a:lnTo>
                    <a:pt x="39809" y="17709"/>
                  </a:lnTo>
                  <a:lnTo>
                    <a:pt x="38124" y="17749"/>
                  </a:lnTo>
                  <a:lnTo>
                    <a:pt x="37743" y="17749"/>
                  </a:lnTo>
                  <a:lnTo>
                    <a:pt x="36480" y="17789"/>
                  </a:lnTo>
                  <a:lnTo>
                    <a:pt x="34875" y="17809"/>
                  </a:lnTo>
                  <a:lnTo>
                    <a:pt x="33592" y="17809"/>
                  </a:lnTo>
                  <a:lnTo>
                    <a:pt x="33090" y="17789"/>
                  </a:lnTo>
                  <a:lnTo>
                    <a:pt x="32689" y="17769"/>
                  </a:lnTo>
                  <a:lnTo>
                    <a:pt x="32388" y="17729"/>
                  </a:lnTo>
                  <a:lnTo>
                    <a:pt x="32188" y="17689"/>
                  </a:lnTo>
                  <a:lnTo>
                    <a:pt x="32027" y="17609"/>
                  </a:lnTo>
                  <a:lnTo>
                    <a:pt x="31847" y="17448"/>
                  </a:lnTo>
                  <a:lnTo>
                    <a:pt x="31626" y="17228"/>
                  </a:lnTo>
                  <a:lnTo>
                    <a:pt x="31366" y="16967"/>
                  </a:lnTo>
                  <a:lnTo>
                    <a:pt x="31105" y="16626"/>
                  </a:lnTo>
                  <a:lnTo>
                    <a:pt x="30804" y="16265"/>
                  </a:lnTo>
                  <a:lnTo>
                    <a:pt x="30122" y="15363"/>
                  </a:lnTo>
                  <a:lnTo>
                    <a:pt x="29380" y="14320"/>
                  </a:lnTo>
                  <a:lnTo>
                    <a:pt x="28538" y="13137"/>
                  </a:lnTo>
                  <a:lnTo>
                    <a:pt x="26693" y="10530"/>
                  </a:lnTo>
                  <a:lnTo>
                    <a:pt x="25710" y="9146"/>
                  </a:lnTo>
                  <a:lnTo>
                    <a:pt x="24688" y="7762"/>
                  </a:lnTo>
                  <a:lnTo>
                    <a:pt x="23645" y="6398"/>
                  </a:lnTo>
                  <a:lnTo>
                    <a:pt x="22602" y="5095"/>
                  </a:lnTo>
                  <a:lnTo>
                    <a:pt x="22080" y="4473"/>
                  </a:lnTo>
                  <a:lnTo>
                    <a:pt x="21559" y="3871"/>
                  </a:lnTo>
                  <a:lnTo>
                    <a:pt x="21038" y="3310"/>
                  </a:lnTo>
                  <a:lnTo>
                    <a:pt x="20536" y="2768"/>
                  </a:lnTo>
                  <a:lnTo>
                    <a:pt x="20015" y="2267"/>
                  </a:lnTo>
                  <a:lnTo>
                    <a:pt x="19534" y="1806"/>
                  </a:lnTo>
                  <a:lnTo>
                    <a:pt x="19032" y="1385"/>
                  </a:lnTo>
                  <a:lnTo>
                    <a:pt x="18551" y="1024"/>
                  </a:lnTo>
                  <a:lnTo>
                    <a:pt x="18250" y="803"/>
                  </a:lnTo>
                  <a:lnTo>
                    <a:pt x="17969" y="623"/>
                  </a:lnTo>
                  <a:lnTo>
                    <a:pt x="17688" y="462"/>
                  </a:lnTo>
                  <a:lnTo>
                    <a:pt x="17408" y="322"/>
                  </a:lnTo>
                  <a:lnTo>
                    <a:pt x="17127" y="202"/>
                  </a:lnTo>
                  <a:lnTo>
                    <a:pt x="16866" y="121"/>
                  </a:lnTo>
                  <a:lnTo>
                    <a:pt x="16606" y="41"/>
                  </a:lnTo>
                  <a:lnTo>
                    <a:pt x="1634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22"/>
            <p:cNvSpPr/>
            <p:nvPr/>
          </p:nvSpPr>
          <p:spPr>
            <a:xfrm>
              <a:off x="8256675" y="3979700"/>
              <a:ext cx="1797900" cy="1156175"/>
            </a:xfrm>
            <a:custGeom>
              <a:avLst/>
              <a:gdLst/>
              <a:ahLst/>
              <a:cxnLst/>
              <a:rect l="l" t="t" r="r" b="b"/>
              <a:pathLst>
                <a:path w="71916" h="46247" fill="none" extrusionOk="0">
                  <a:moveTo>
                    <a:pt x="68206" y="42517"/>
                  </a:moveTo>
                  <a:lnTo>
                    <a:pt x="68206" y="42517"/>
                  </a:lnTo>
                  <a:lnTo>
                    <a:pt x="68025" y="42677"/>
                  </a:lnTo>
                  <a:lnTo>
                    <a:pt x="67845" y="42837"/>
                  </a:lnTo>
                  <a:lnTo>
                    <a:pt x="67424" y="43158"/>
                  </a:lnTo>
                  <a:lnTo>
                    <a:pt x="66962" y="43439"/>
                  </a:lnTo>
                  <a:lnTo>
                    <a:pt x="66461" y="43720"/>
                  </a:lnTo>
                  <a:lnTo>
                    <a:pt x="65920" y="43961"/>
                  </a:lnTo>
                  <a:lnTo>
                    <a:pt x="65338" y="44201"/>
                  </a:lnTo>
                  <a:lnTo>
                    <a:pt x="64716" y="44422"/>
                  </a:lnTo>
                  <a:lnTo>
                    <a:pt x="64075" y="44622"/>
                  </a:lnTo>
                  <a:lnTo>
                    <a:pt x="63393" y="44803"/>
                  </a:lnTo>
                  <a:lnTo>
                    <a:pt x="62711" y="44983"/>
                  </a:lnTo>
                  <a:lnTo>
                    <a:pt x="61989" y="45144"/>
                  </a:lnTo>
                  <a:lnTo>
                    <a:pt x="61247" y="45284"/>
                  </a:lnTo>
                  <a:lnTo>
                    <a:pt x="60485" y="45425"/>
                  </a:lnTo>
                  <a:lnTo>
                    <a:pt x="59703" y="45545"/>
                  </a:lnTo>
                  <a:lnTo>
                    <a:pt x="58921" y="45645"/>
                  </a:lnTo>
                  <a:lnTo>
                    <a:pt x="58138" y="45745"/>
                  </a:lnTo>
                  <a:lnTo>
                    <a:pt x="58138" y="45745"/>
                  </a:lnTo>
                  <a:lnTo>
                    <a:pt x="57216" y="45826"/>
                  </a:lnTo>
                  <a:lnTo>
                    <a:pt x="56313" y="45926"/>
                  </a:lnTo>
                  <a:lnTo>
                    <a:pt x="54488" y="46046"/>
                  </a:lnTo>
                  <a:lnTo>
                    <a:pt x="52724" y="46146"/>
                  </a:lnTo>
                  <a:lnTo>
                    <a:pt x="51039" y="46207"/>
                  </a:lnTo>
                  <a:lnTo>
                    <a:pt x="49455" y="46227"/>
                  </a:lnTo>
                  <a:lnTo>
                    <a:pt x="48051" y="46247"/>
                  </a:lnTo>
                  <a:lnTo>
                    <a:pt x="45825" y="46247"/>
                  </a:lnTo>
                  <a:lnTo>
                    <a:pt x="45825" y="46247"/>
                  </a:lnTo>
                  <a:lnTo>
                    <a:pt x="43719" y="46247"/>
                  </a:lnTo>
                  <a:lnTo>
                    <a:pt x="40851" y="46207"/>
                  </a:lnTo>
                  <a:lnTo>
                    <a:pt x="39227" y="46167"/>
                  </a:lnTo>
                  <a:lnTo>
                    <a:pt x="37502" y="46106"/>
                  </a:lnTo>
                  <a:lnTo>
                    <a:pt x="35717" y="46026"/>
                  </a:lnTo>
                  <a:lnTo>
                    <a:pt x="33913" y="45926"/>
                  </a:lnTo>
                  <a:lnTo>
                    <a:pt x="32108" y="45785"/>
                  </a:lnTo>
                  <a:lnTo>
                    <a:pt x="30323" y="45605"/>
                  </a:lnTo>
                  <a:lnTo>
                    <a:pt x="29460" y="45505"/>
                  </a:lnTo>
                  <a:lnTo>
                    <a:pt x="28598" y="45404"/>
                  </a:lnTo>
                  <a:lnTo>
                    <a:pt x="27776" y="45284"/>
                  </a:lnTo>
                  <a:lnTo>
                    <a:pt x="26994" y="45144"/>
                  </a:lnTo>
                  <a:lnTo>
                    <a:pt x="26232" y="45003"/>
                  </a:lnTo>
                  <a:lnTo>
                    <a:pt x="25510" y="44843"/>
                  </a:lnTo>
                  <a:lnTo>
                    <a:pt x="24808" y="44682"/>
                  </a:lnTo>
                  <a:lnTo>
                    <a:pt x="24166" y="44502"/>
                  </a:lnTo>
                  <a:lnTo>
                    <a:pt x="23585" y="44301"/>
                  </a:lnTo>
                  <a:lnTo>
                    <a:pt x="23043" y="44101"/>
                  </a:lnTo>
                  <a:lnTo>
                    <a:pt x="22562" y="43880"/>
                  </a:lnTo>
                  <a:lnTo>
                    <a:pt x="22121" y="43640"/>
                  </a:lnTo>
                  <a:lnTo>
                    <a:pt x="22121" y="43640"/>
                  </a:lnTo>
                  <a:lnTo>
                    <a:pt x="21920" y="43519"/>
                  </a:lnTo>
                  <a:lnTo>
                    <a:pt x="21739" y="43339"/>
                  </a:lnTo>
                  <a:lnTo>
                    <a:pt x="21539" y="43158"/>
                  </a:lnTo>
                  <a:lnTo>
                    <a:pt x="21358" y="42938"/>
                  </a:lnTo>
                  <a:lnTo>
                    <a:pt x="21158" y="42697"/>
                  </a:lnTo>
                  <a:lnTo>
                    <a:pt x="20977" y="42436"/>
                  </a:lnTo>
                  <a:lnTo>
                    <a:pt x="20797" y="42156"/>
                  </a:lnTo>
                  <a:lnTo>
                    <a:pt x="20616" y="41855"/>
                  </a:lnTo>
                  <a:lnTo>
                    <a:pt x="20276" y="41173"/>
                  </a:lnTo>
                  <a:lnTo>
                    <a:pt x="19935" y="40411"/>
                  </a:lnTo>
                  <a:lnTo>
                    <a:pt x="19594" y="39609"/>
                  </a:lnTo>
                  <a:lnTo>
                    <a:pt x="19273" y="38726"/>
                  </a:lnTo>
                  <a:lnTo>
                    <a:pt x="18972" y="37784"/>
                  </a:lnTo>
                  <a:lnTo>
                    <a:pt x="18671" y="36801"/>
                  </a:lnTo>
                  <a:lnTo>
                    <a:pt x="18370" y="35798"/>
                  </a:lnTo>
                  <a:lnTo>
                    <a:pt x="18090" y="34735"/>
                  </a:lnTo>
                  <a:lnTo>
                    <a:pt x="17829" y="33673"/>
                  </a:lnTo>
                  <a:lnTo>
                    <a:pt x="17568" y="32590"/>
                  </a:lnTo>
                  <a:lnTo>
                    <a:pt x="17067" y="30404"/>
                  </a:lnTo>
                  <a:lnTo>
                    <a:pt x="16626" y="28238"/>
                  </a:lnTo>
                  <a:lnTo>
                    <a:pt x="16245" y="26172"/>
                  </a:lnTo>
                  <a:lnTo>
                    <a:pt x="15583" y="22542"/>
                  </a:lnTo>
                  <a:lnTo>
                    <a:pt x="15322" y="21098"/>
                  </a:lnTo>
                  <a:lnTo>
                    <a:pt x="15101" y="19975"/>
                  </a:lnTo>
                  <a:lnTo>
                    <a:pt x="14941" y="19253"/>
                  </a:lnTo>
                  <a:lnTo>
                    <a:pt x="14881" y="19053"/>
                  </a:lnTo>
                  <a:lnTo>
                    <a:pt x="14841" y="19013"/>
                  </a:lnTo>
                  <a:lnTo>
                    <a:pt x="14821" y="18993"/>
                  </a:lnTo>
                  <a:lnTo>
                    <a:pt x="14821" y="18993"/>
                  </a:lnTo>
                  <a:lnTo>
                    <a:pt x="14680" y="18973"/>
                  </a:lnTo>
                  <a:lnTo>
                    <a:pt x="14400" y="18993"/>
                  </a:lnTo>
                  <a:lnTo>
                    <a:pt x="13497" y="19133"/>
                  </a:lnTo>
                  <a:lnTo>
                    <a:pt x="10790" y="19614"/>
                  </a:lnTo>
                  <a:lnTo>
                    <a:pt x="10790" y="19614"/>
                  </a:lnTo>
                  <a:lnTo>
                    <a:pt x="9807" y="19775"/>
                  </a:lnTo>
                  <a:lnTo>
                    <a:pt x="8824" y="19915"/>
                  </a:lnTo>
                  <a:lnTo>
                    <a:pt x="7822" y="20056"/>
                  </a:lnTo>
                  <a:lnTo>
                    <a:pt x="6879" y="20156"/>
                  </a:lnTo>
                  <a:lnTo>
                    <a:pt x="5997" y="20236"/>
                  </a:lnTo>
                  <a:lnTo>
                    <a:pt x="5576" y="20256"/>
                  </a:lnTo>
                  <a:lnTo>
                    <a:pt x="5195" y="20256"/>
                  </a:lnTo>
                  <a:lnTo>
                    <a:pt x="4834" y="20236"/>
                  </a:lnTo>
                  <a:lnTo>
                    <a:pt x="4493" y="20216"/>
                  </a:lnTo>
                  <a:lnTo>
                    <a:pt x="4212" y="20176"/>
                  </a:lnTo>
                  <a:lnTo>
                    <a:pt x="3951" y="20116"/>
                  </a:lnTo>
                  <a:lnTo>
                    <a:pt x="3951" y="20116"/>
                  </a:lnTo>
                  <a:lnTo>
                    <a:pt x="3731" y="20056"/>
                  </a:lnTo>
                  <a:lnTo>
                    <a:pt x="3530" y="19955"/>
                  </a:lnTo>
                  <a:lnTo>
                    <a:pt x="3309" y="19855"/>
                  </a:lnTo>
                  <a:lnTo>
                    <a:pt x="3109" y="19755"/>
                  </a:lnTo>
                  <a:lnTo>
                    <a:pt x="2888" y="19614"/>
                  </a:lnTo>
                  <a:lnTo>
                    <a:pt x="2688" y="19474"/>
                  </a:lnTo>
                  <a:lnTo>
                    <a:pt x="2267" y="19133"/>
                  </a:lnTo>
                  <a:lnTo>
                    <a:pt x="1886" y="18772"/>
                  </a:lnTo>
                  <a:lnTo>
                    <a:pt x="1525" y="18351"/>
                  </a:lnTo>
                  <a:lnTo>
                    <a:pt x="1184" y="17910"/>
                  </a:lnTo>
                  <a:lnTo>
                    <a:pt x="863" y="17428"/>
                  </a:lnTo>
                  <a:lnTo>
                    <a:pt x="602" y="16907"/>
                  </a:lnTo>
                  <a:lnTo>
                    <a:pt x="482" y="16646"/>
                  </a:lnTo>
                  <a:lnTo>
                    <a:pt x="381" y="16386"/>
                  </a:lnTo>
                  <a:lnTo>
                    <a:pt x="281" y="16125"/>
                  </a:lnTo>
                  <a:lnTo>
                    <a:pt x="201" y="15844"/>
                  </a:lnTo>
                  <a:lnTo>
                    <a:pt x="121" y="15583"/>
                  </a:lnTo>
                  <a:lnTo>
                    <a:pt x="81" y="15303"/>
                  </a:lnTo>
                  <a:lnTo>
                    <a:pt x="41" y="15022"/>
                  </a:lnTo>
                  <a:lnTo>
                    <a:pt x="0" y="14761"/>
                  </a:lnTo>
                  <a:lnTo>
                    <a:pt x="0" y="14480"/>
                  </a:lnTo>
                  <a:lnTo>
                    <a:pt x="0" y="14200"/>
                  </a:lnTo>
                  <a:lnTo>
                    <a:pt x="41" y="13939"/>
                  </a:lnTo>
                  <a:lnTo>
                    <a:pt x="81" y="13658"/>
                  </a:lnTo>
                  <a:lnTo>
                    <a:pt x="141" y="13397"/>
                  </a:lnTo>
                  <a:lnTo>
                    <a:pt x="221" y="13137"/>
                  </a:lnTo>
                  <a:lnTo>
                    <a:pt x="221" y="13137"/>
                  </a:lnTo>
                  <a:lnTo>
                    <a:pt x="301" y="12956"/>
                  </a:lnTo>
                  <a:lnTo>
                    <a:pt x="402" y="12776"/>
                  </a:lnTo>
                  <a:lnTo>
                    <a:pt x="522" y="12555"/>
                  </a:lnTo>
                  <a:lnTo>
                    <a:pt x="662" y="12335"/>
                  </a:lnTo>
                  <a:lnTo>
                    <a:pt x="1023" y="11833"/>
                  </a:lnTo>
                  <a:lnTo>
                    <a:pt x="1484" y="11272"/>
                  </a:lnTo>
                  <a:lnTo>
                    <a:pt x="2006" y="10670"/>
                  </a:lnTo>
                  <a:lnTo>
                    <a:pt x="2608" y="10028"/>
                  </a:lnTo>
                  <a:lnTo>
                    <a:pt x="3249" y="9346"/>
                  </a:lnTo>
                  <a:lnTo>
                    <a:pt x="3971" y="8665"/>
                  </a:lnTo>
                  <a:lnTo>
                    <a:pt x="3971" y="8665"/>
                  </a:lnTo>
                  <a:lnTo>
                    <a:pt x="5154" y="7521"/>
                  </a:lnTo>
                  <a:lnTo>
                    <a:pt x="6438" y="6378"/>
                  </a:lnTo>
                  <a:lnTo>
                    <a:pt x="6438" y="6378"/>
                  </a:lnTo>
                  <a:lnTo>
                    <a:pt x="7862" y="5175"/>
                  </a:lnTo>
                  <a:lnTo>
                    <a:pt x="8584" y="4573"/>
                  </a:lnTo>
                  <a:lnTo>
                    <a:pt x="9306" y="4012"/>
                  </a:lnTo>
                  <a:lnTo>
                    <a:pt x="10008" y="3450"/>
                  </a:lnTo>
                  <a:lnTo>
                    <a:pt x="10710" y="2929"/>
                  </a:lnTo>
                  <a:lnTo>
                    <a:pt x="11411" y="2428"/>
                  </a:lnTo>
                  <a:lnTo>
                    <a:pt x="12073" y="1966"/>
                  </a:lnTo>
                  <a:lnTo>
                    <a:pt x="12715" y="1545"/>
                  </a:lnTo>
                  <a:lnTo>
                    <a:pt x="13337" y="1164"/>
                  </a:lnTo>
                  <a:lnTo>
                    <a:pt x="13918" y="823"/>
                  </a:lnTo>
                  <a:lnTo>
                    <a:pt x="14460" y="542"/>
                  </a:lnTo>
                  <a:lnTo>
                    <a:pt x="14941" y="302"/>
                  </a:lnTo>
                  <a:lnTo>
                    <a:pt x="15402" y="141"/>
                  </a:lnTo>
                  <a:lnTo>
                    <a:pt x="15603" y="81"/>
                  </a:lnTo>
                  <a:lnTo>
                    <a:pt x="15783" y="41"/>
                  </a:lnTo>
                  <a:lnTo>
                    <a:pt x="15964" y="1"/>
                  </a:lnTo>
                  <a:lnTo>
                    <a:pt x="16124" y="1"/>
                  </a:lnTo>
                  <a:lnTo>
                    <a:pt x="16124" y="1"/>
                  </a:lnTo>
                  <a:lnTo>
                    <a:pt x="16345" y="1"/>
                  </a:lnTo>
                  <a:lnTo>
                    <a:pt x="16345" y="1"/>
                  </a:lnTo>
                  <a:lnTo>
                    <a:pt x="16606" y="41"/>
                  </a:lnTo>
                  <a:lnTo>
                    <a:pt x="16866" y="121"/>
                  </a:lnTo>
                  <a:lnTo>
                    <a:pt x="17127" y="202"/>
                  </a:lnTo>
                  <a:lnTo>
                    <a:pt x="17408" y="322"/>
                  </a:lnTo>
                  <a:lnTo>
                    <a:pt x="17688" y="462"/>
                  </a:lnTo>
                  <a:lnTo>
                    <a:pt x="17969" y="623"/>
                  </a:lnTo>
                  <a:lnTo>
                    <a:pt x="18250" y="803"/>
                  </a:lnTo>
                  <a:lnTo>
                    <a:pt x="18551" y="1024"/>
                  </a:lnTo>
                  <a:lnTo>
                    <a:pt x="18551" y="1024"/>
                  </a:lnTo>
                  <a:lnTo>
                    <a:pt x="19032" y="1385"/>
                  </a:lnTo>
                  <a:lnTo>
                    <a:pt x="19534" y="1806"/>
                  </a:lnTo>
                  <a:lnTo>
                    <a:pt x="20015" y="2267"/>
                  </a:lnTo>
                  <a:lnTo>
                    <a:pt x="20536" y="2768"/>
                  </a:lnTo>
                  <a:lnTo>
                    <a:pt x="21038" y="3310"/>
                  </a:lnTo>
                  <a:lnTo>
                    <a:pt x="21559" y="3871"/>
                  </a:lnTo>
                  <a:lnTo>
                    <a:pt x="22080" y="4473"/>
                  </a:lnTo>
                  <a:lnTo>
                    <a:pt x="22602" y="5095"/>
                  </a:lnTo>
                  <a:lnTo>
                    <a:pt x="23645" y="6398"/>
                  </a:lnTo>
                  <a:lnTo>
                    <a:pt x="24688" y="7762"/>
                  </a:lnTo>
                  <a:lnTo>
                    <a:pt x="25710" y="9146"/>
                  </a:lnTo>
                  <a:lnTo>
                    <a:pt x="26693" y="10530"/>
                  </a:lnTo>
                  <a:lnTo>
                    <a:pt x="28538" y="13137"/>
                  </a:lnTo>
                  <a:lnTo>
                    <a:pt x="29380" y="14320"/>
                  </a:lnTo>
                  <a:lnTo>
                    <a:pt x="30122" y="15363"/>
                  </a:lnTo>
                  <a:lnTo>
                    <a:pt x="30804" y="16265"/>
                  </a:lnTo>
                  <a:lnTo>
                    <a:pt x="31105" y="16626"/>
                  </a:lnTo>
                  <a:lnTo>
                    <a:pt x="31366" y="16967"/>
                  </a:lnTo>
                  <a:lnTo>
                    <a:pt x="31626" y="17228"/>
                  </a:lnTo>
                  <a:lnTo>
                    <a:pt x="31847" y="17448"/>
                  </a:lnTo>
                  <a:lnTo>
                    <a:pt x="32027" y="17609"/>
                  </a:lnTo>
                  <a:lnTo>
                    <a:pt x="32188" y="17689"/>
                  </a:lnTo>
                  <a:lnTo>
                    <a:pt x="32188" y="17689"/>
                  </a:lnTo>
                  <a:lnTo>
                    <a:pt x="32388" y="17729"/>
                  </a:lnTo>
                  <a:lnTo>
                    <a:pt x="32689" y="17769"/>
                  </a:lnTo>
                  <a:lnTo>
                    <a:pt x="33090" y="17789"/>
                  </a:lnTo>
                  <a:lnTo>
                    <a:pt x="33592" y="17809"/>
                  </a:lnTo>
                  <a:lnTo>
                    <a:pt x="34875" y="17809"/>
                  </a:lnTo>
                  <a:lnTo>
                    <a:pt x="36480" y="17789"/>
                  </a:lnTo>
                  <a:lnTo>
                    <a:pt x="36480" y="17789"/>
                  </a:lnTo>
                  <a:lnTo>
                    <a:pt x="37743" y="17749"/>
                  </a:lnTo>
                  <a:lnTo>
                    <a:pt x="37743" y="17749"/>
                  </a:lnTo>
                  <a:lnTo>
                    <a:pt x="38124" y="17749"/>
                  </a:lnTo>
                  <a:lnTo>
                    <a:pt x="38124" y="17749"/>
                  </a:lnTo>
                  <a:lnTo>
                    <a:pt x="39809" y="17709"/>
                  </a:lnTo>
                  <a:lnTo>
                    <a:pt x="39809" y="17709"/>
                  </a:lnTo>
                  <a:lnTo>
                    <a:pt x="43418" y="17609"/>
                  </a:lnTo>
                  <a:lnTo>
                    <a:pt x="47329" y="17529"/>
                  </a:lnTo>
                  <a:lnTo>
                    <a:pt x="49375" y="17509"/>
                  </a:lnTo>
                  <a:lnTo>
                    <a:pt x="51420" y="17509"/>
                  </a:lnTo>
                  <a:lnTo>
                    <a:pt x="53486" y="17509"/>
                  </a:lnTo>
                  <a:lnTo>
                    <a:pt x="55511" y="17549"/>
                  </a:lnTo>
                  <a:lnTo>
                    <a:pt x="55511" y="17549"/>
                  </a:lnTo>
                  <a:lnTo>
                    <a:pt x="56554" y="17569"/>
                  </a:lnTo>
                  <a:lnTo>
                    <a:pt x="57577" y="17609"/>
                  </a:lnTo>
                  <a:lnTo>
                    <a:pt x="57577" y="17609"/>
                  </a:lnTo>
                  <a:lnTo>
                    <a:pt x="59382" y="17689"/>
                  </a:lnTo>
                  <a:lnTo>
                    <a:pt x="61127" y="17809"/>
                  </a:lnTo>
                  <a:lnTo>
                    <a:pt x="62791" y="17950"/>
                  </a:lnTo>
                  <a:lnTo>
                    <a:pt x="63573" y="18050"/>
                  </a:lnTo>
                  <a:lnTo>
                    <a:pt x="64335" y="18150"/>
                  </a:lnTo>
                  <a:lnTo>
                    <a:pt x="65057" y="18251"/>
                  </a:lnTo>
                  <a:lnTo>
                    <a:pt x="65739" y="18371"/>
                  </a:lnTo>
                  <a:lnTo>
                    <a:pt x="66381" y="18491"/>
                  </a:lnTo>
                  <a:lnTo>
                    <a:pt x="67002" y="18632"/>
                  </a:lnTo>
                  <a:lnTo>
                    <a:pt x="67584" y="18792"/>
                  </a:lnTo>
                  <a:lnTo>
                    <a:pt x="68105" y="18953"/>
                  </a:lnTo>
                  <a:lnTo>
                    <a:pt x="68587" y="19133"/>
                  </a:lnTo>
                  <a:lnTo>
                    <a:pt x="69028" y="19313"/>
                  </a:lnTo>
                  <a:lnTo>
                    <a:pt x="69028" y="19313"/>
                  </a:lnTo>
                  <a:lnTo>
                    <a:pt x="69229" y="19434"/>
                  </a:lnTo>
                  <a:lnTo>
                    <a:pt x="69449" y="19574"/>
                  </a:lnTo>
                  <a:lnTo>
                    <a:pt x="69650" y="19715"/>
                  </a:lnTo>
                  <a:lnTo>
                    <a:pt x="69830" y="19895"/>
                  </a:lnTo>
                  <a:lnTo>
                    <a:pt x="70011" y="20096"/>
                  </a:lnTo>
                  <a:lnTo>
                    <a:pt x="70191" y="20316"/>
                  </a:lnTo>
                  <a:lnTo>
                    <a:pt x="70352" y="20537"/>
                  </a:lnTo>
                  <a:lnTo>
                    <a:pt x="70512" y="20798"/>
                  </a:lnTo>
                  <a:lnTo>
                    <a:pt x="70652" y="21058"/>
                  </a:lnTo>
                  <a:lnTo>
                    <a:pt x="70793" y="21339"/>
                  </a:lnTo>
                  <a:lnTo>
                    <a:pt x="70913" y="21640"/>
                  </a:lnTo>
                  <a:lnTo>
                    <a:pt x="71033" y="21961"/>
                  </a:lnTo>
                  <a:lnTo>
                    <a:pt x="71254" y="22622"/>
                  </a:lnTo>
                  <a:lnTo>
                    <a:pt x="71435" y="23344"/>
                  </a:lnTo>
                  <a:lnTo>
                    <a:pt x="71595" y="24107"/>
                  </a:lnTo>
                  <a:lnTo>
                    <a:pt x="71715" y="24909"/>
                  </a:lnTo>
                  <a:lnTo>
                    <a:pt x="71816" y="25751"/>
                  </a:lnTo>
                  <a:lnTo>
                    <a:pt x="71876" y="26613"/>
                  </a:lnTo>
                  <a:lnTo>
                    <a:pt x="71916" y="27516"/>
                  </a:lnTo>
                  <a:lnTo>
                    <a:pt x="71916" y="28418"/>
                  </a:lnTo>
                  <a:lnTo>
                    <a:pt x="71896" y="29361"/>
                  </a:lnTo>
                  <a:lnTo>
                    <a:pt x="71856" y="30303"/>
                  </a:lnTo>
                  <a:lnTo>
                    <a:pt x="71775" y="31246"/>
                  </a:lnTo>
                  <a:lnTo>
                    <a:pt x="71695" y="32189"/>
                  </a:lnTo>
                  <a:lnTo>
                    <a:pt x="71575" y="33131"/>
                  </a:lnTo>
                  <a:lnTo>
                    <a:pt x="71435" y="34054"/>
                  </a:lnTo>
                  <a:lnTo>
                    <a:pt x="71254" y="34956"/>
                  </a:lnTo>
                  <a:lnTo>
                    <a:pt x="71074" y="35858"/>
                  </a:lnTo>
                  <a:lnTo>
                    <a:pt x="70873" y="36721"/>
                  </a:lnTo>
                  <a:lnTo>
                    <a:pt x="70652" y="37563"/>
                  </a:lnTo>
                  <a:lnTo>
                    <a:pt x="70392" y="38365"/>
                  </a:lnTo>
                  <a:lnTo>
                    <a:pt x="70131" y="39107"/>
                  </a:lnTo>
                  <a:lnTo>
                    <a:pt x="69850" y="39829"/>
                  </a:lnTo>
                  <a:lnTo>
                    <a:pt x="69549" y="40491"/>
                  </a:lnTo>
                  <a:lnTo>
                    <a:pt x="69249" y="41093"/>
                  </a:lnTo>
                  <a:lnTo>
                    <a:pt x="68908" y="41634"/>
                  </a:lnTo>
                  <a:lnTo>
                    <a:pt x="68747" y="41875"/>
                  </a:lnTo>
                  <a:lnTo>
                    <a:pt x="68567" y="42116"/>
                  </a:lnTo>
                  <a:lnTo>
                    <a:pt x="68386" y="42316"/>
                  </a:lnTo>
                  <a:lnTo>
                    <a:pt x="68206" y="4251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22"/>
            <p:cNvSpPr/>
            <p:nvPr/>
          </p:nvSpPr>
          <p:spPr>
            <a:xfrm>
              <a:off x="8256675" y="3979700"/>
              <a:ext cx="1453475" cy="1156175"/>
            </a:xfrm>
            <a:custGeom>
              <a:avLst/>
              <a:gdLst/>
              <a:ahLst/>
              <a:cxnLst/>
              <a:rect l="l" t="t" r="r" b="b"/>
              <a:pathLst>
                <a:path w="58139" h="46247" extrusionOk="0">
                  <a:moveTo>
                    <a:pt x="16064" y="1"/>
                  </a:moveTo>
                  <a:lnTo>
                    <a:pt x="15864" y="21"/>
                  </a:lnTo>
                  <a:lnTo>
                    <a:pt x="15623" y="61"/>
                  </a:lnTo>
                  <a:lnTo>
                    <a:pt x="15362" y="141"/>
                  </a:lnTo>
                  <a:lnTo>
                    <a:pt x="15101" y="242"/>
                  </a:lnTo>
                  <a:lnTo>
                    <a:pt x="14620" y="442"/>
                  </a:lnTo>
                  <a:lnTo>
                    <a:pt x="14099" y="723"/>
                  </a:lnTo>
                  <a:lnTo>
                    <a:pt x="13858" y="964"/>
                  </a:lnTo>
                  <a:lnTo>
                    <a:pt x="13637" y="1224"/>
                  </a:lnTo>
                  <a:lnTo>
                    <a:pt x="13437" y="1485"/>
                  </a:lnTo>
                  <a:lnTo>
                    <a:pt x="13256" y="1726"/>
                  </a:lnTo>
                  <a:lnTo>
                    <a:pt x="12936" y="2227"/>
                  </a:lnTo>
                  <a:lnTo>
                    <a:pt x="12655" y="2708"/>
                  </a:lnTo>
                  <a:lnTo>
                    <a:pt x="13457" y="2067"/>
                  </a:lnTo>
                  <a:lnTo>
                    <a:pt x="14279" y="1465"/>
                  </a:lnTo>
                  <a:lnTo>
                    <a:pt x="15142" y="903"/>
                  </a:lnTo>
                  <a:lnTo>
                    <a:pt x="16004" y="382"/>
                  </a:lnTo>
                  <a:lnTo>
                    <a:pt x="16104" y="422"/>
                  </a:lnTo>
                  <a:lnTo>
                    <a:pt x="16204" y="442"/>
                  </a:lnTo>
                  <a:lnTo>
                    <a:pt x="16285" y="442"/>
                  </a:lnTo>
                  <a:lnTo>
                    <a:pt x="16365" y="402"/>
                  </a:lnTo>
                  <a:lnTo>
                    <a:pt x="16405" y="342"/>
                  </a:lnTo>
                  <a:lnTo>
                    <a:pt x="16445" y="262"/>
                  </a:lnTo>
                  <a:lnTo>
                    <a:pt x="16465" y="202"/>
                  </a:lnTo>
                  <a:lnTo>
                    <a:pt x="16465" y="121"/>
                  </a:lnTo>
                  <a:lnTo>
                    <a:pt x="16425" y="61"/>
                  </a:lnTo>
                  <a:lnTo>
                    <a:pt x="16345" y="1"/>
                  </a:lnTo>
                  <a:close/>
                  <a:moveTo>
                    <a:pt x="7601" y="8885"/>
                  </a:moveTo>
                  <a:lnTo>
                    <a:pt x="7421" y="8985"/>
                  </a:lnTo>
                  <a:lnTo>
                    <a:pt x="7140" y="9126"/>
                  </a:lnTo>
                  <a:lnTo>
                    <a:pt x="6859" y="9246"/>
                  </a:lnTo>
                  <a:lnTo>
                    <a:pt x="6298" y="9447"/>
                  </a:lnTo>
                  <a:lnTo>
                    <a:pt x="5736" y="9607"/>
                  </a:lnTo>
                  <a:lnTo>
                    <a:pt x="5174" y="9707"/>
                  </a:lnTo>
                  <a:lnTo>
                    <a:pt x="6578" y="11412"/>
                  </a:lnTo>
                  <a:lnTo>
                    <a:pt x="6699" y="10991"/>
                  </a:lnTo>
                  <a:lnTo>
                    <a:pt x="6839" y="10590"/>
                  </a:lnTo>
                  <a:lnTo>
                    <a:pt x="7020" y="10169"/>
                  </a:lnTo>
                  <a:lnTo>
                    <a:pt x="7200" y="9727"/>
                  </a:lnTo>
                  <a:lnTo>
                    <a:pt x="7401" y="9306"/>
                  </a:lnTo>
                  <a:lnTo>
                    <a:pt x="7601" y="8885"/>
                  </a:lnTo>
                  <a:close/>
                  <a:moveTo>
                    <a:pt x="2608" y="10028"/>
                  </a:moveTo>
                  <a:lnTo>
                    <a:pt x="2146" y="10510"/>
                  </a:lnTo>
                  <a:lnTo>
                    <a:pt x="1725" y="10971"/>
                  </a:lnTo>
                  <a:lnTo>
                    <a:pt x="1364" y="11412"/>
                  </a:lnTo>
                  <a:lnTo>
                    <a:pt x="1023" y="11833"/>
                  </a:lnTo>
                  <a:lnTo>
                    <a:pt x="742" y="12214"/>
                  </a:lnTo>
                  <a:lnTo>
                    <a:pt x="522" y="12555"/>
                  </a:lnTo>
                  <a:lnTo>
                    <a:pt x="341" y="12876"/>
                  </a:lnTo>
                  <a:lnTo>
                    <a:pt x="221" y="13137"/>
                  </a:lnTo>
                  <a:lnTo>
                    <a:pt x="121" y="13458"/>
                  </a:lnTo>
                  <a:lnTo>
                    <a:pt x="61" y="13798"/>
                  </a:lnTo>
                  <a:lnTo>
                    <a:pt x="20" y="14139"/>
                  </a:lnTo>
                  <a:lnTo>
                    <a:pt x="0" y="14460"/>
                  </a:lnTo>
                  <a:lnTo>
                    <a:pt x="20" y="14942"/>
                  </a:lnTo>
                  <a:lnTo>
                    <a:pt x="101" y="15403"/>
                  </a:lnTo>
                  <a:lnTo>
                    <a:pt x="201" y="15864"/>
                  </a:lnTo>
                  <a:lnTo>
                    <a:pt x="341" y="16325"/>
                  </a:lnTo>
                  <a:lnTo>
                    <a:pt x="522" y="16767"/>
                  </a:lnTo>
                  <a:lnTo>
                    <a:pt x="742" y="17188"/>
                  </a:lnTo>
                  <a:lnTo>
                    <a:pt x="983" y="17609"/>
                  </a:lnTo>
                  <a:lnTo>
                    <a:pt x="1264" y="18010"/>
                  </a:lnTo>
                  <a:lnTo>
                    <a:pt x="1545" y="18391"/>
                  </a:lnTo>
                  <a:lnTo>
                    <a:pt x="1866" y="18732"/>
                  </a:lnTo>
                  <a:lnTo>
                    <a:pt x="2186" y="19053"/>
                  </a:lnTo>
                  <a:lnTo>
                    <a:pt x="2527" y="19354"/>
                  </a:lnTo>
                  <a:lnTo>
                    <a:pt x="2868" y="19614"/>
                  </a:lnTo>
                  <a:lnTo>
                    <a:pt x="3229" y="19815"/>
                  </a:lnTo>
                  <a:lnTo>
                    <a:pt x="3590" y="19995"/>
                  </a:lnTo>
                  <a:lnTo>
                    <a:pt x="3951" y="20116"/>
                  </a:lnTo>
                  <a:lnTo>
                    <a:pt x="4212" y="20176"/>
                  </a:lnTo>
                  <a:lnTo>
                    <a:pt x="4533" y="20216"/>
                  </a:lnTo>
                  <a:lnTo>
                    <a:pt x="4874" y="20236"/>
                  </a:lnTo>
                  <a:lnTo>
                    <a:pt x="5255" y="20256"/>
                  </a:lnTo>
                  <a:lnTo>
                    <a:pt x="5836" y="20236"/>
                  </a:lnTo>
                  <a:lnTo>
                    <a:pt x="6478" y="20196"/>
                  </a:lnTo>
                  <a:lnTo>
                    <a:pt x="7160" y="20136"/>
                  </a:lnTo>
                  <a:lnTo>
                    <a:pt x="7882" y="20056"/>
                  </a:lnTo>
                  <a:lnTo>
                    <a:pt x="9326" y="19855"/>
                  </a:lnTo>
                  <a:lnTo>
                    <a:pt x="10790" y="19614"/>
                  </a:lnTo>
                  <a:lnTo>
                    <a:pt x="11010" y="19574"/>
                  </a:lnTo>
                  <a:lnTo>
                    <a:pt x="10930" y="19554"/>
                  </a:lnTo>
                  <a:lnTo>
                    <a:pt x="10850" y="19474"/>
                  </a:lnTo>
                  <a:lnTo>
                    <a:pt x="10589" y="19233"/>
                  </a:lnTo>
                  <a:lnTo>
                    <a:pt x="10228" y="18892"/>
                  </a:lnTo>
                  <a:lnTo>
                    <a:pt x="9807" y="18431"/>
                  </a:lnTo>
                  <a:lnTo>
                    <a:pt x="8744" y="17248"/>
                  </a:lnTo>
                  <a:lnTo>
                    <a:pt x="7521" y="15844"/>
                  </a:lnTo>
                  <a:lnTo>
                    <a:pt x="7320" y="15664"/>
                  </a:lnTo>
                  <a:lnTo>
                    <a:pt x="7140" y="15483"/>
                  </a:lnTo>
                  <a:lnTo>
                    <a:pt x="6979" y="15262"/>
                  </a:lnTo>
                  <a:lnTo>
                    <a:pt x="6839" y="15042"/>
                  </a:lnTo>
                  <a:lnTo>
                    <a:pt x="5275" y="13217"/>
                  </a:lnTo>
                  <a:lnTo>
                    <a:pt x="3931" y="11613"/>
                  </a:lnTo>
                  <a:lnTo>
                    <a:pt x="2608" y="10028"/>
                  </a:lnTo>
                  <a:close/>
                  <a:moveTo>
                    <a:pt x="17428" y="15523"/>
                  </a:moveTo>
                  <a:lnTo>
                    <a:pt x="16646" y="15744"/>
                  </a:lnTo>
                  <a:lnTo>
                    <a:pt x="15843" y="15944"/>
                  </a:lnTo>
                  <a:lnTo>
                    <a:pt x="15041" y="16125"/>
                  </a:lnTo>
                  <a:lnTo>
                    <a:pt x="14199" y="16305"/>
                  </a:lnTo>
                  <a:lnTo>
                    <a:pt x="13377" y="16446"/>
                  </a:lnTo>
                  <a:lnTo>
                    <a:pt x="12534" y="16566"/>
                  </a:lnTo>
                  <a:lnTo>
                    <a:pt x="11692" y="16646"/>
                  </a:lnTo>
                  <a:lnTo>
                    <a:pt x="11271" y="16666"/>
                  </a:lnTo>
                  <a:lnTo>
                    <a:pt x="10870" y="16666"/>
                  </a:lnTo>
                  <a:lnTo>
                    <a:pt x="12314" y="18451"/>
                  </a:lnTo>
                  <a:lnTo>
                    <a:pt x="12735" y="19013"/>
                  </a:lnTo>
                  <a:lnTo>
                    <a:pt x="12916" y="19233"/>
                  </a:lnTo>
                  <a:lnTo>
                    <a:pt x="14059" y="19053"/>
                  </a:lnTo>
                  <a:lnTo>
                    <a:pt x="14460" y="18993"/>
                  </a:lnTo>
                  <a:lnTo>
                    <a:pt x="14720" y="18973"/>
                  </a:lnTo>
                  <a:lnTo>
                    <a:pt x="14821" y="18993"/>
                  </a:lnTo>
                  <a:lnTo>
                    <a:pt x="14841" y="19013"/>
                  </a:lnTo>
                  <a:lnTo>
                    <a:pt x="14881" y="19053"/>
                  </a:lnTo>
                  <a:lnTo>
                    <a:pt x="14941" y="19253"/>
                  </a:lnTo>
                  <a:lnTo>
                    <a:pt x="15101" y="19975"/>
                  </a:lnTo>
                  <a:lnTo>
                    <a:pt x="15322" y="21098"/>
                  </a:lnTo>
                  <a:lnTo>
                    <a:pt x="15583" y="22542"/>
                  </a:lnTo>
                  <a:lnTo>
                    <a:pt x="16245" y="26172"/>
                  </a:lnTo>
                  <a:lnTo>
                    <a:pt x="16626" y="28238"/>
                  </a:lnTo>
                  <a:lnTo>
                    <a:pt x="17067" y="30404"/>
                  </a:lnTo>
                  <a:lnTo>
                    <a:pt x="17568" y="32590"/>
                  </a:lnTo>
                  <a:lnTo>
                    <a:pt x="17829" y="33673"/>
                  </a:lnTo>
                  <a:lnTo>
                    <a:pt x="18090" y="34735"/>
                  </a:lnTo>
                  <a:lnTo>
                    <a:pt x="18370" y="35798"/>
                  </a:lnTo>
                  <a:lnTo>
                    <a:pt x="18671" y="36801"/>
                  </a:lnTo>
                  <a:lnTo>
                    <a:pt x="18972" y="37784"/>
                  </a:lnTo>
                  <a:lnTo>
                    <a:pt x="19273" y="38726"/>
                  </a:lnTo>
                  <a:lnTo>
                    <a:pt x="19594" y="39609"/>
                  </a:lnTo>
                  <a:lnTo>
                    <a:pt x="19935" y="40411"/>
                  </a:lnTo>
                  <a:lnTo>
                    <a:pt x="20276" y="41173"/>
                  </a:lnTo>
                  <a:lnTo>
                    <a:pt x="20616" y="41855"/>
                  </a:lnTo>
                  <a:lnTo>
                    <a:pt x="20797" y="42156"/>
                  </a:lnTo>
                  <a:lnTo>
                    <a:pt x="20977" y="42436"/>
                  </a:lnTo>
                  <a:lnTo>
                    <a:pt x="21158" y="42697"/>
                  </a:lnTo>
                  <a:lnTo>
                    <a:pt x="21358" y="42938"/>
                  </a:lnTo>
                  <a:lnTo>
                    <a:pt x="21539" y="43158"/>
                  </a:lnTo>
                  <a:lnTo>
                    <a:pt x="21739" y="43339"/>
                  </a:lnTo>
                  <a:lnTo>
                    <a:pt x="21920" y="43519"/>
                  </a:lnTo>
                  <a:lnTo>
                    <a:pt x="22121" y="43640"/>
                  </a:lnTo>
                  <a:lnTo>
                    <a:pt x="22562" y="43880"/>
                  </a:lnTo>
                  <a:lnTo>
                    <a:pt x="23043" y="44101"/>
                  </a:lnTo>
                  <a:lnTo>
                    <a:pt x="23585" y="44301"/>
                  </a:lnTo>
                  <a:lnTo>
                    <a:pt x="24166" y="44502"/>
                  </a:lnTo>
                  <a:lnTo>
                    <a:pt x="24808" y="44682"/>
                  </a:lnTo>
                  <a:lnTo>
                    <a:pt x="25510" y="44843"/>
                  </a:lnTo>
                  <a:lnTo>
                    <a:pt x="26232" y="45003"/>
                  </a:lnTo>
                  <a:lnTo>
                    <a:pt x="26994" y="45144"/>
                  </a:lnTo>
                  <a:lnTo>
                    <a:pt x="27776" y="45284"/>
                  </a:lnTo>
                  <a:lnTo>
                    <a:pt x="28598" y="45404"/>
                  </a:lnTo>
                  <a:lnTo>
                    <a:pt x="29460" y="45505"/>
                  </a:lnTo>
                  <a:lnTo>
                    <a:pt x="30323" y="45605"/>
                  </a:lnTo>
                  <a:lnTo>
                    <a:pt x="32108" y="45785"/>
                  </a:lnTo>
                  <a:lnTo>
                    <a:pt x="33913" y="45926"/>
                  </a:lnTo>
                  <a:lnTo>
                    <a:pt x="35717" y="46026"/>
                  </a:lnTo>
                  <a:lnTo>
                    <a:pt x="37502" y="46106"/>
                  </a:lnTo>
                  <a:lnTo>
                    <a:pt x="39227" y="46167"/>
                  </a:lnTo>
                  <a:lnTo>
                    <a:pt x="40851" y="46207"/>
                  </a:lnTo>
                  <a:lnTo>
                    <a:pt x="43719" y="46247"/>
                  </a:lnTo>
                  <a:lnTo>
                    <a:pt x="47008" y="46247"/>
                  </a:lnTo>
                  <a:lnTo>
                    <a:pt x="49274" y="46227"/>
                  </a:lnTo>
                  <a:lnTo>
                    <a:pt x="50598" y="46207"/>
                  </a:lnTo>
                  <a:lnTo>
                    <a:pt x="52002" y="46167"/>
                  </a:lnTo>
                  <a:lnTo>
                    <a:pt x="53486" y="46106"/>
                  </a:lnTo>
                  <a:lnTo>
                    <a:pt x="55010" y="46026"/>
                  </a:lnTo>
                  <a:lnTo>
                    <a:pt x="56574" y="45886"/>
                  </a:lnTo>
                  <a:lnTo>
                    <a:pt x="58138" y="45745"/>
                  </a:lnTo>
                  <a:lnTo>
                    <a:pt x="56494" y="45745"/>
                  </a:lnTo>
                  <a:lnTo>
                    <a:pt x="55632" y="45705"/>
                  </a:lnTo>
                  <a:lnTo>
                    <a:pt x="54749" y="45665"/>
                  </a:lnTo>
                  <a:lnTo>
                    <a:pt x="53887" y="45625"/>
                  </a:lnTo>
                  <a:lnTo>
                    <a:pt x="53024" y="45545"/>
                  </a:lnTo>
                  <a:lnTo>
                    <a:pt x="52142" y="45465"/>
                  </a:lnTo>
                  <a:lnTo>
                    <a:pt x="51280" y="45384"/>
                  </a:lnTo>
                  <a:lnTo>
                    <a:pt x="50417" y="45264"/>
                  </a:lnTo>
                  <a:lnTo>
                    <a:pt x="48693" y="45023"/>
                  </a:lnTo>
                  <a:lnTo>
                    <a:pt x="46968" y="44723"/>
                  </a:lnTo>
                  <a:lnTo>
                    <a:pt x="45263" y="44402"/>
                  </a:lnTo>
                  <a:lnTo>
                    <a:pt x="43579" y="44021"/>
                  </a:lnTo>
                  <a:lnTo>
                    <a:pt x="41894" y="43620"/>
                  </a:lnTo>
                  <a:lnTo>
                    <a:pt x="40190" y="43198"/>
                  </a:lnTo>
                  <a:lnTo>
                    <a:pt x="38505" y="42737"/>
                  </a:lnTo>
                  <a:lnTo>
                    <a:pt x="37663" y="42497"/>
                  </a:lnTo>
                  <a:lnTo>
                    <a:pt x="36820" y="42236"/>
                  </a:lnTo>
                  <a:lnTo>
                    <a:pt x="35978" y="41955"/>
                  </a:lnTo>
                  <a:lnTo>
                    <a:pt x="35156" y="41654"/>
                  </a:lnTo>
                  <a:lnTo>
                    <a:pt x="34334" y="41353"/>
                  </a:lnTo>
                  <a:lnTo>
                    <a:pt x="33511" y="41033"/>
                  </a:lnTo>
                  <a:lnTo>
                    <a:pt x="32709" y="40692"/>
                  </a:lnTo>
                  <a:lnTo>
                    <a:pt x="31927" y="40331"/>
                  </a:lnTo>
                  <a:lnTo>
                    <a:pt x="31145" y="39950"/>
                  </a:lnTo>
                  <a:lnTo>
                    <a:pt x="30363" y="39528"/>
                  </a:lnTo>
                  <a:lnTo>
                    <a:pt x="29621" y="39107"/>
                  </a:lnTo>
                  <a:lnTo>
                    <a:pt x="28899" y="38666"/>
                  </a:lnTo>
                  <a:lnTo>
                    <a:pt x="28197" y="38185"/>
                  </a:lnTo>
                  <a:lnTo>
                    <a:pt x="27535" y="37683"/>
                  </a:lnTo>
                  <a:lnTo>
                    <a:pt x="26893" y="37162"/>
                  </a:lnTo>
                  <a:lnTo>
                    <a:pt x="26272" y="36601"/>
                  </a:lnTo>
                  <a:lnTo>
                    <a:pt x="25670" y="36039"/>
                  </a:lnTo>
                  <a:lnTo>
                    <a:pt x="25089" y="35437"/>
                  </a:lnTo>
                  <a:lnTo>
                    <a:pt x="24547" y="34816"/>
                  </a:lnTo>
                  <a:lnTo>
                    <a:pt x="24026" y="34174"/>
                  </a:lnTo>
                  <a:lnTo>
                    <a:pt x="23524" y="33512"/>
                  </a:lnTo>
                  <a:lnTo>
                    <a:pt x="23043" y="32830"/>
                  </a:lnTo>
                  <a:lnTo>
                    <a:pt x="22602" y="32128"/>
                  </a:lnTo>
                  <a:lnTo>
                    <a:pt x="22181" y="31386"/>
                  </a:lnTo>
                  <a:lnTo>
                    <a:pt x="21780" y="30644"/>
                  </a:lnTo>
                  <a:lnTo>
                    <a:pt x="21399" y="29862"/>
                  </a:lnTo>
                  <a:lnTo>
                    <a:pt x="21018" y="29020"/>
                  </a:lnTo>
                  <a:lnTo>
                    <a:pt x="20677" y="28178"/>
                  </a:lnTo>
                  <a:lnTo>
                    <a:pt x="20356" y="27315"/>
                  </a:lnTo>
                  <a:lnTo>
                    <a:pt x="20055" y="26433"/>
                  </a:lnTo>
                  <a:lnTo>
                    <a:pt x="19774" y="25571"/>
                  </a:lnTo>
                  <a:lnTo>
                    <a:pt x="19513" y="24688"/>
                  </a:lnTo>
                  <a:lnTo>
                    <a:pt x="19273" y="23786"/>
                  </a:lnTo>
                  <a:lnTo>
                    <a:pt x="19052" y="22883"/>
                  </a:lnTo>
                  <a:lnTo>
                    <a:pt x="18832" y="22001"/>
                  </a:lnTo>
                  <a:lnTo>
                    <a:pt x="18651" y="21098"/>
                  </a:lnTo>
                  <a:lnTo>
                    <a:pt x="18270" y="19273"/>
                  </a:lnTo>
                  <a:lnTo>
                    <a:pt x="17949" y="17468"/>
                  </a:lnTo>
                  <a:lnTo>
                    <a:pt x="17628" y="15644"/>
                  </a:lnTo>
                  <a:lnTo>
                    <a:pt x="17608" y="15603"/>
                  </a:lnTo>
                  <a:lnTo>
                    <a:pt x="17568" y="15563"/>
                  </a:lnTo>
                  <a:lnTo>
                    <a:pt x="17528" y="15523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22"/>
            <p:cNvSpPr/>
            <p:nvPr/>
          </p:nvSpPr>
          <p:spPr>
            <a:xfrm>
              <a:off x="8528400" y="4367775"/>
              <a:ext cx="1181750" cy="768100"/>
            </a:xfrm>
            <a:custGeom>
              <a:avLst/>
              <a:gdLst/>
              <a:ahLst/>
              <a:cxnLst/>
              <a:rect l="l" t="t" r="r" b="b"/>
              <a:pathLst>
                <a:path w="47270" h="30724" fill="none" extrusionOk="0">
                  <a:moveTo>
                    <a:pt x="6599" y="0"/>
                  </a:moveTo>
                  <a:lnTo>
                    <a:pt x="6599" y="0"/>
                  </a:lnTo>
                  <a:lnTo>
                    <a:pt x="6559" y="0"/>
                  </a:lnTo>
                  <a:lnTo>
                    <a:pt x="6559" y="0"/>
                  </a:lnTo>
                  <a:lnTo>
                    <a:pt x="5777" y="221"/>
                  </a:lnTo>
                  <a:lnTo>
                    <a:pt x="4974" y="421"/>
                  </a:lnTo>
                  <a:lnTo>
                    <a:pt x="4172" y="602"/>
                  </a:lnTo>
                  <a:lnTo>
                    <a:pt x="3330" y="782"/>
                  </a:lnTo>
                  <a:lnTo>
                    <a:pt x="2508" y="923"/>
                  </a:lnTo>
                  <a:lnTo>
                    <a:pt x="1665" y="1043"/>
                  </a:lnTo>
                  <a:lnTo>
                    <a:pt x="823" y="1123"/>
                  </a:lnTo>
                  <a:lnTo>
                    <a:pt x="402" y="1143"/>
                  </a:lnTo>
                  <a:lnTo>
                    <a:pt x="1" y="1143"/>
                  </a:lnTo>
                  <a:lnTo>
                    <a:pt x="1" y="1143"/>
                  </a:lnTo>
                  <a:lnTo>
                    <a:pt x="1445" y="2928"/>
                  </a:lnTo>
                  <a:lnTo>
                    <a:pt x="1866" y="3490"/>
                  </a:lnTo>
                  <a:lnTo>
                    <a:pt x="2047" y="3710"/>
                  </a:lnTo>
                  <a:lnTo>
                    <a:pt x="2047" y="3710"/>
                  </a:lnTo>
                  <a:lnTo>
                    <a:pt x="2047" y="3710"/>
                  </a:lnTo>
                  <a:lnTo>
                    <a:pt x="2047" y="3710"/>
                  </a:lnTo>
                  <a:lnTo>
                    <a:pt x="3190" y="3530"/>
                  </a:lnTo>
                  <a:lnTo>
                    <a:pt x="3591" y="3470"/>
                  </a:lnTo>
                  <a:lnTo>
                    <a:pt x="3851" y="3450"/>
                  </a:lnTo>
                  <a:lnTo>
                    <a:pt x="3851" y="3450"/>
                  </a:lnTo>
                  <a:lnTo>
                    <a:pt x="3952" y="3470"/>
                  </a:lnTo>
                  <a:lnTo>
                    <a:pt x="3952" y="3470"/>
                  </a:lnTo>
                  <a:lnTo>
                    <a:pt x="3972" y="3490"/>
                  </a:lnTo>
                  <a:lnTo>
                    <a:pt x="4012" y="3530"/>
                  </a:lnTo>
                  <a:lnTo>
                    <a:pt x="4072" y="3730"/>
                  </a:lnTo>
                  <a:lnTo>
                    <a:pt x="4232" y="4452"/>
                  </a:lnTo>
                  <a:lnTo>
                    <a:pt x="4453" y="5575"/>
                  </a:lnTo>
                  <a:lnTo>
                    <a:pt x="4714" y="7019"/>
                  </a:lnTo>
                  <a:lnTo>
                    <a:pt x="5376" y="10649"/>
                  </a:lnTo>
                  <a:lnTo>
                    <a:pt x="5757" y="12715"/>
                  </a:lnTo>
                  <a:lnTo>
                    <a:pt x="6198" y="14881"/>
                  </a:lnTo>
                  <a:lnTo>
                    <a:pt x="6699" y="17067"/>
                  </a:lnTo>
                  <a:lnTo>
                    <a:pt x="6960" y="18150"/>
                  </a:lnTo>
                  <a:lnTo>
                    <a:pt x="7221" y="19212"/>
                  </a:lnTo>
                  <a:lnTo>
                    <a:pt x="7501" y="20275"/>
                  </a:lnTo>
                  <a:lnTo>
                    <a:pt x="7802" y="21278"/>
                  </a:lnTo>
                  <a:lnTo>
                    <a:pt x="8103" y="22261"/>
                  </a:lnTo>
                  <a:lnTo>
                    <a:pt x="8404" y="23203"/>
                  </a:lnTo>
                  <a:lnTo>
                    <a:pt x="8725" y="24086"/>
                  </a:lnTo>
                  <a:lnTo>
                    <a:pt x="9066" y="24888"/>
                  </a:lnTo>
                  <a:lnTo>
                    <a:pt x="9407" y="25650"/>
                  </a:lnTo>
                  <a:lnTo>
                    <a:pt x="9747" y="26332"/>
                  </a:lnTo>
                  <a:lnTo>
                    <a:pt x="9928" y="26633"/>
                  </a:lnTo>
                  <a:lnTo>
                    <a:pt x="10108" y="26913"/>
                  </a:lnTo>
                  <a:lnTo>
                    <a:pt x="10289" y="27174"/>
                  </a:lnTo>
                  <a:lnTo>
                    <a:pt x="10489" y="27415"/>
                  </a:lnTo>
                  <a:lnTo>
                    <a:pt x="10670" y="27635"/>
                  </a:lnTo>
                  <a:lnTo>
                    <a:pt x="10870" y="27816"/>
                  </a:lnTo>
                  <a:lnTo>
                    <a:pt x="11051" y="27996"/>
                  </a:lnTo>
                  <a:lnTo>
                    <a:pt x="11252" y="28117"/>
                  </a:lnTo>
                  <a:lnTo>
                    <a:pt x="11252" y="28117"/>
                  </a:lnTo>
                  <a:lnTo>
                    <a:pt x="11693" y="28357"/>
                  </a:lnTo>
                  <a:lnTo>
                    <a:pt x="12174" y="28578"/>
                  </a:lnTo>
                  <a:lnTo>
                    <a:pt x="12716" y="28778"/>
                  </a:lnTo>
                  <a:lnTo>
                    <a:pt x="13297" y="28979"/>
                  </a:lnTo>
                  <a:lnTo>
                    <a:pt x="13939" y="29159"/>
                  </a:lnTo>
                  <a:lnTo>
                    <a:pt x="14641" y="29320"/>
                  </a:lnTo>
                  <a:lnTo>
                    <a:pt x="15363" y="29480"/>
                  </a:lnTo>
                  <a:lnTo>
                    <a:pt x="16125" y="29621"/>
                  </a:lnTo>
                  <a:lnTo>
                    <a:pt x="16907" y="29761"/>
                  </a:lnTo>
                  <a:lnTo>
                    <a:pt x="17729" y="29881"/>
                  </a:lnTo>
                  <a:lnTo>
                    <a:pt x="18591" y="29982"/>
                  </a:lnTo>
                  <a:lnTo>
                    <a:pt x="19454" y="30082"/>
                  </a:lnTo>
                  <a:lnTo>
                    <a:pt x="21239" y="30262"/>
                  </a:lnTo>
                  <a:lnTo>
                    <a:pt x="23044" y="30403"/>
                  </a:lnTo>
                  <a:lnTo>
                    <a:pt x="24848" y="30503"/>
                  </a:lnTo>
                  <a:lnTo>
                    <a:pt x="26633" y="30583"/>
                  </a:lnTo>
                  <a:lnTo>
                    <a:pt x="28358" y="30644"/>
                  </a:lnTo>
                  <a:lnTo>
                    <a:pt x="29982" y="30684"/>
                  </a:lnTo>
                  <a:lnTo>
                    <a:pt x="32850" y="30724"/>
                  </a:lnTo>
                  <a:lnTo>
                    <a:pt x="34956" y="30724"/>
                  </a:lnTo>
                  <a:lnTo>
                    <a:pt x="34956" y="30724"/>
                  </a:lnTo>
                  <a:lnTo>
                    <a:pt x="36139" y="30724"/>
                  </a:lnTo>
                  <a:lnTo>
                    <a:pt x="36139" y="30724"/>
                  </a:lnTo>
                  <a:lnTo>
                    <a:pt x="38405" y="30704"/>
                  </a:lnTo>
                  <a:lnTo>
                    <a:pt x="39729" y="30684"/>
                  </a:lnTo>
                  <a:lnTo>
                    <a:pt x="41133" y="30644"/>
                  </a:lnTo>
                  <a:lnTo>
                    <a:pt x="42617" y="30583"/>
                  </a:lnTo>
                  <a:lnTo>
                    <a:pt x="44141" y="30503"/>
                  </a:lnTo>
                  <a:lnTo>
                    <a:pt x="45705" y="30363"/>
                  </a:lnTo>
                  <a:lnTo>
                    <a:pt x="47269" y="30222"/>
                  </a:lnTo>
                  <a:lnTo>
                    <a:pt x="47269" y="30222"/>
                  </a:lnTo>
                  <a:lnTo>
                    <a:pt x="46487" y="30222"/>
                  </a:lnTo>
                  <a:lnTo>
                    <a:pt x="46487" y="30222"/>
                  </a:lnTo>
                  <a:lnTo>
                    <a:pt x="45625" y="30222"/>
                  </a:lnTo>
                  <a:lnTo>
                    <a:pt x="44763" y="30182"/>
                  </a:lnTo>
                  <a:lnTo>
                    <a:pt x="43880" y="30142"/>
                  </a:lnTo>
                  <a:lnTo>
                    <a:pt x="43018" y="30102"/>
                  </a:lnTo>
                  <a:lnTo>
                    <a:pt x="42155" y="30022"/>
                  </a:lnTo>
                  <a:lnTo>
                    <a:pt x="41273" y="29942"/>
                  </a:lnTo>
                  <a:lnTo>
                    <a:pt x="40411" y="29861"/>
                  </a:lnTo>
                  <a:lnTo>
                    <a:pt x="39548" y="29741"/>
                  </a:lnTo>
                  <a:lnTo>
                    <a:pt x="37824" y="29500"/>
                  </a:lnTo>
                  <a:lnTo>
                    <a:pt x="36099" y="29200"/>
                  </a:lnTo>
                  <a:lnTo>
                    <a:pt x="34394" y="28879"/>
                  </a:lnTo>
                  <a:lnTo>
                    <a:pt x="32710" y="28498"/>
                  </a:lnTo>
                  <a:lnTo>
                    <a:pt x="32710" y="28498"/>
                  </a:lnTo>
                  <a:lnTo>
                    <a:pt x="31025" y="28097"/>
                  </a:lnTo>
                  <a:lnTo>
                    <a:pt x="29321" y="27675"/>
                  </a:lnTo>
                  <a:lnTo>
                    <a:pt x="27636" y="27214"/>
                  </a:lnTo>
                  <a:lnTo>
                    <a:pt x="26794" y="26974"/>
                  </a:lnTo>
                  <a:lnTo>
                    <a:pt x="25951" y="26713"/>
                  </a:lnTo>
                  <a:lnTo>
                    <a:pt x="25109" y="26432"/>
                  </a:lnTo>
                  <a:lnTo>
                    <a:pt x="24287" y="26131"/>
                  </a:lnTo>
                  <a:lnTo>
                    <a:pt x="23465" y="25830"/>
                  </a:lnTo>
                  <a:lnTo>
                    <a:pt x="22642" y="25510"/>
                  </a:lnTo>
                  <a:lnTo>
                    <a:pt x="21840" y="25169"/>
                  </a:lnTo>
                  <a:lnTo>
                    <a:pt x="21058" y="24808"/>
                  </a:lnTo>
                  <a:lnTo>
                    <a:pt x="20276" y="24427"/>
                  </a:lnTo>
                  <a:lnTo>
                    <a:pt x="19494" y="24005"/>
                  </a:lnTo>
                  <a:lnTo>
                    <a:pt x="19494" y="24005"/>
                  </a:lnTo>
                  <a:lnTo>
                    <a:pt x="18752" y="23584"/>
                  </a:lnTo>
                  <a:lnTo>
                    <a:pt x="18030" y="23143"/>
                  </a:lnTo>
                  <a:lnTo>
                    <a:pt x="17328" y="22662"/>
                  </a:lnTo>
                  <a:lnTo>
                    <a:pt x="16666" y="22160"/>
                  </a:lnTo>
                  <a:lnTo>
                    <a:pt x="16024" y="21639"/>
                  </a:lnTo>
                  <a:lnTo>
                    <a:pt x="15403" y="21078"/>
                  </a:lnTo>
                  <a:lnTo>
                    <a:pt x="14801" y="20516"/>
                  </a:lnTo>
                  <a:lnTo>
                    <a:pt x="14220" y="19914"/>
                  </a:lnTo>
                  <a:lnTo>
                    <a:pt x="13678" y="19293"/>
                  </a:lnTo>
                  <a:lnTo>
                    <a:pt x="13157" y="18651"/>
                  </a:lnTo>
                  <a:lnTo>
                    <a:pt x="12655" y="17989"/>
                  </a:lnTo>
                  <a:lnTo>
                    <a:pt x="12174" y="17307"/>
                  </a:lnTo>
                  <a:lnTo>
                    <a:pt x="11733" y="16605"/>
                  </a:lnTo>
                  <a:lnTo>
                    <a:pt x="11312" y="15863"/>
                  </a:lnTo>
                  <a:lnTo>
                    <a:pt x="10911" y="15121"/>
                  </a:lnTo>
                  <a:lnTo>
                    <a:pt x="10530" y="14339"/>
                  </a:lnTo>
                  <a:lnTo>
                    <a:pt x="10530" y="14339"/>
                  </a:lnTo>
                  <a:lnTo>
                    <a:pt x="10149" y="13497"/>
                  </a:lnTo>
                  <a:lnTo>
                    <a:pt x="9808" y="12655"/>
                  </a:lnTo>
                  <a:lnTo>
                    <a:pt x="9487" y="11792"/>
                  </a:lnTo>
                  <a:lnTo>
                    <a:pt x="9186" y="10910"/>
                  </a:lnTo>
                  <a:lnTo>
                    <a:pt x="8905" y="10048"/>
                  </a:lnTo>
                  <a:lnTo>
                    <a:pt x="8644" y="9165"/>
                  </a:lnTo>
                  <a:lnTo>
                    <a:pt x="8404" y="8263"/>
                  </a:lnTo>
                  <a:lnTo>
                    <a:pt x="8183" y="7360"/>
                  </a:lnTo>
                  <a:lnTo>
                    <a:pt x="7963" y="6478"/>
                  </a:lnTo>
                  <a:lnTo>
                    <a:pt x="7782" y="5575"/>
                  </a:lnTo>
                  <a:lnTo>
                    <a:pt x="7401" y="3750"/>
                  </a:lnTo>
                  <a:lnTo>
                    <a:pt x="7080" y="1945"/>
                  </a:lnTo>
                  <a:lnTo>
                    <a:pt x="6759" y="121"/>
                  </a:lnTo>
                  <a:lnTo>
                    <a:pt x="6759" y="121"/>
                  </a:lnTo>
                  <a:lnTo>
                    <a:pt x="6739" y="80"/>
                  </a:lnTo>
                  <a:lnTo>
                    <a:pt x="6699" y="40"/>
                  </a:lnTo>
                  <a:lnTo>
                    <a:pt x="6659" y="0"/>
                  </a:lnTo>
                  <a:lnTo>
                    <a:pt x="65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22"/>
            <p:cNvSpPr/>
            <p:nvPr/>
          </p:nvSpPr>
          <p:spPr>
            <a:xfrm>
              <a:off x="8256675" y="4230400"/>
              <a:ext cx="275275" cy="255725"/>
            </a:xfrm>
            <a:custGeom>
              <a:avLst/>
              <a:gdLst/>
              <a:ahLst/>
              <a:cxnLst/>
              <a:rect l="l" t="t" r="r" b="b"/>
              <a:pathLst>
                <a:path w="11011" h="10229" fill="none" extrusionOk="0">
                  <a:moveTo>
                    <a:pt x="2608" y="0"/>
                  </a:moveTo>
                  <a:lnTo>
                    <a:pt x="2608" y="0"/>
                  </a:lnTo>
                  <a:lnTo>
                    <a:pt x="2146" y="482"/>
                  </a:lnTo>
                  <a:lnTo>
                    <a:pt x="1725" y="943"/>
                  </a:lnTo>
                  <a:lnTo>
                    <a:pt x="1364" y="1384"/>
                  </a:lnTo>
                  <a:lnTo>
                    <a:pt x="1023" y="1805"/>
                  </a:lnTo>
                  <a:lnTo>
                    <a:pt x="742" y="2186"/>
                  </a:lnTo>
                  <a:lnTo>
                    <a:pt x="522" y="2527"/>
                  </a:lnTo>
                  <a:lnTo>
                    <a:pt x="341" y="2848"/>
                  </a:lnTo>
                  <a:lnTo>
                    <a:pt x="221" y="3109"/>
                  </a:lnTo>
                  <a:lnTo>
                    <a:pt x="221" y="3109"/>
                  </a:lnTo>
                  <a:lnTo>
                    <a:pt x="121" y="3430"/>
                  </a:lnTo>
                  <a:lnTo>
                    <a:pt x="61" y="3770"/>
                  </a:lnTo>
                  <a:lnTo>
                    <a:pt x="20" y="4111"/>
                  </a:lnTo>
                  <a:lnTo>
                    <a:pt x="0" y="4432"/>
                  </a:lnTo>
                  <a:lnTo>
                    <a:pt x="0" y="4432"/>
                  </a:lnTo>
                  <a:lnTo>
                    <a:pt x="20" y="4914"/>
                  </a:lnTo>
                  <a:lnTo>
                    <a:pt x="101" y="5375"/>
                  </a:lnTo>
                  <a:lnTo>
                    <a:pt x="201" y="5836"/>
                  </a:lnTo>
                  <a:lnTo>
                    <a:pt x="341" y="6297"/>
                  </a:lnTo>
                  <a:lnTo>
                    <a:pt x="522" y="6739"/>
                  </a:lnTo>
                  <a:lnTo>
                    <a:pt x="742" y="7160"/>
                  </a:lnTo>
                  <a:lnTo>
                    <a:pt x="983" y="7581"/>
                  </a:lnTo>
                  <a:lnTo>
                    <a:pt x="1264" y="7982"/>
                  </a:lnTo>
                  <a:lnTo>
                    <a:pt x="1545" y="8363"/>
                  </a:lnTo>
                  <a:lnTo>
                    <a:pt x="1866" y="8704"/>
                  </a:lnTo>
                  <a:lnTo>
                    <a:pt x="2186" y="9025"/>
                  </a:lnTo>
                  <a:lnTo>
                    <a:pt x="2527" y="9326"/>
                  </a:lnTo>
                  <a:lnTo>
                    <a:pt x="2868" y="9586"/>
                  </a:lnTo>
                  <a:lnTo>
                    <a:pt x="3229" y="9787"/>
                  </a:lnTo>
                  <a:lnTo>
                    <a:pt x="3590" y="9967"/>
                  </a:lnTo>
                  <a:lnTo>
                    <a:pt x="3951" y="10088"/>
                  </a:lnTo>
                  <a:lnTo>
                    <a:pt x="3951" y="10088"/>
                  </a:lnTo>
                  <a:lnTo>
                    <a:pt x="4212" y="10148"/>
                  </a:lnTo>
                  <a:lnTo>
                    <a:pt x="4533" y="10188"/>
                  </a:lnTo>
                  <a:lnTo>
                    <a:pt x="4874" y="10208"/>
                  </a:lnTo>
                  <a:lnTo>
                    <a:pt x="5255" y="10228"/>
                  </a:lnTo>
                  <a:lnTo>
                    <a:pt x="5255" y="10228"/>
                  </a:lnTo>
                  <a:lnTo>
                    <a:pt x="5836" y="10208"/>
                  </a:lnTo>
                  <a:lnTo>
                    <a:pt x="6478" y="10168"/>
                  </a:lnTo>
                  <a:lnTo>
                    <a:pt x="7160" y="10108"/>
                  </a:lnTo>
                  <a:lnTo>
                    <a:pt x="7882" y="10028"/>
                  </a:lnTo>
                  <a:lnTo>
                    <a:pt x="9326" y="9827"/>
                  </a:lnTo>
                  <a:lnTo>
                    <a:pt x="10790" y="9586"/>
                  </a:lnTo>
                  <a:lnTo>
                    <a:pt x="10790" y="9586"/>
                  </a:lnTo>
                  <a:lnTo>
                    <a:pt x="11010" y="9546"/>
                  </a:lnTo>
                  <a:lnTo>
                    <a:pt x="11010" y="9546"/>
                  </a:lnTo>
                  <a:lnTo>
                    <a:pt x="11010" y="9546"/>
                  </a:lnTo>
                  <a:lnTo>
                    <a:pt x="11010" y="9546"/>
                  </a:lnTo>
                  <a:lnTo>
                    <a:pt x="10930" y="9526"/>
                  </a:lnTo>
                  <a:lnTo>
                    <a:pt x="10850" y="9446"/>
                  </a:lnTo>
                  <a:lnTo>
                    <a:pt x="10589" y="9205"/>
                  </a:lnTo>
                  <a:lnTo>
                    <a:pt x="10228" y="8864"/>
                  </a:lnTo>
                  <a:lnTo>
                    <a:pt x="9807" y="8403"/>
                  </a:lnTo>
                  <a:lnTo>
                    <a:pt x="8744" y="7220"/>
                  </a:lnTo>
                  <a:lnTo>
                    <a:pt x="7521" y="5816"/>
                  </a:lnTo>
                  <a:lnTo>
                    <a:pt x="7521" y="5816"/>
                  </a:lnTo>
                  <a:lnTo>
                    <a:pt x="7320" y="5636"/>
                  </a:lnTo>
                  <a:lnTo>
                    <a:pt x="7140" y="5455"/>
                  </a:lnTo>
                  <a:lnTo>
                    <a:pt x="6979" y="5234"/>
                  </a:lnTo>
                  <a:lnTo>
                    <a:pt x="6839" y="5014"/>
                  </a:lnTo>
                  <a:lnTo>
                    <a:pt x="6839" y="5014"/>
                  </a:lnTo>
                  <a:lnTo>
                    <a:pt x="5275" y="3189"/>
                  </a:lnTo>
                  <a:lnTo>
                    <a:pt x="3931" y="1585"/>
                  </a:lnTo>
                  <a:lnTo>
                    <a:pt x="2608" y="0"/>
                  </a:lnTo>
                  <a:lnTo>
                    <a:pt x="2608" y="0"/>
                  </a:lnTo>
                  <a:lnTo>
                    <a:pt x="260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22"/>
            <p:cNvSpPr/>
            <p:nvPr/>
          </p:nvSpPr>
          <p:spPr>
            <a:xfrm>
              <a:off x="8386025" y="4201825"/>
              <a:ext cx="60700" cy="63175"/>
            </a:xfrm>
            <a:custGeom>
              <a:avLst/>
              <a:gdLst/>
              <a:ahLst/>
              <a:cxnLst/>
              <a:rect l="l" t="t" r="r" b="b"/>
              <a:pathLst>
                <a:path w="2428" h="2527" fill="none" extrusionOk="0">
                  <a:moveTo>
                    <a:pt x="2427" y="0"/>
                  </a:moveTo>
                  <a:lnTo>
                    <a:pt x="2427" y="0"/>
                  </a:lnTo>
                  <a:lnTo>
                    <a:pt x="2247" y="100"/>
                  </a:lnTo>
                  <a:lnTo>
                    <a:pt x="2247" y="100"/>
                  </a:lnTo>
                  <a:lnTo>
                    <a:pt x="1966" y="241"/>
                  </a:lnTo>
                  <a:lnTo>
                    <a:pt x="1685" y="361"/>
                  </a:lnTo>
                  <a:lnTo>
                    <a:pt x="1124" y="562"/>
                  </a:lnTo>
                  <a:lnTo>
                    <a:pt x="562" y="722"/>
                  </a:lnTo>
                  <a:lnTo>
                    <a:pt x="0" y="822"/>
                  </a:lnTo>
                  <a:lnTo>
                    <a:pt x="0" y="822"/>
                  </a:lnTo>
                  <a:lnTo>
                    <a:pt x="1404" y="2527"/>
                  </a:lnTo>
                  <a:lnTo>
                    <a:pt x="1404" y="2527"/>
                  </a:lnTo>
                  <a:lnTo>
                    <a:pt x="1525" y="2106"/>
                  </a:lnTo>
                  <a:lnTo>
                    <a:pt x="1665" y="1705"/>
                  </a:lnTo>
                  <a:lnTo>
                    <a:pt x="1665" y="1705"/>
                  </a:lnTo>
                  <a:lnTo>
                    <a:pt x="1846" y="1284"/>
                  </a:lnTo>
                  <a:lnTo>
                    <a:pt x="2026" y="842"/>
                  </a:lnTo>
                  <a:lnTo>
                    <a:pt x="2227" y="421"/>
                  </a:lnTo>
                  <a:lnTo>
                    <a:pt x="242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22"/>
            <p:cNvSpPr/>
            <p:nvPr/>
          </p:nvSpPr>
          <p:spPr>
            <a:xfrm>
              <a:off x="8573025" y="3979700"/>
              <a:ext cx="95300" cy="67725"/>
            </a:xfrm>
            <a:custGeom>
              <a:avLst/>
              <a:gdLst/>
              <a:ahLst/>
              <a:cxnLst/>
              <a:rect l="l" t="t" r="r" b="b"/>
              <a:pathLst>
                <a:path w="3812" h="2709" fill="none" extrusionOk="0">
                  <a:moveTo>
                    <a:pt x="3470" y="1"/>
                  </a:moveTo>
                  <a:lnTo>
                    <a:pt x="3470" y="1"/>
                  </a:lnTo>
                  <a:lnTo>
                    <a:pt x="3470" y="1"/>
                  </a:lnTo>
                  <a:lnTo>
                    <a:pt x="3470" y="1"/>
                  </a:lnTo>
                  <a:lnTo>
                    <a:pt x="347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30" y="1"/>
                  </a:lnTo>
                  <a:lnTo>
                    <a:pt x="3430" y="1"/>
                  </a:lnTo>
                  <a:lnTo>
                    <a:pt x="3430" y="1"/>
                  </a:lnTo>
                  <a:lnTo>
                    <a:pt x="343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210" y="21"/>
                  </a:lnTo>
                  <a:lnTo>
                    <a:pt x="2969" y="61"/>
                  </a:lnTo>
                  <a:lnTo>
                    <a:pt x="2708" y="141"/>
                  </a:lnTo>
                  <a:lnTo>
                    <a:pt x="2447" y="242"/>
                  </a:lnTo>
                  <a:lnTo>
                    <a:pt x="2447" y="242"/>
                  </a:lnTo>
                  <a:lnTo>
                    <a:pt x="1966" y="442"/>
                  </a:lnTo>
                  <a:lnTo>
                    <a:pt x="1445" y="723"/>
                  </a:lnTo>
                  <a:lnTo>
                    <a:pt x="1445" y="723"/>
                  </a:lnTo>
                  <a:lnTo>
                    <a:pt x="1445" y="723"/>
                  </a:lnTo>
                  <a:lnTo>
                    <a:pt x="1204" y="964"/>
                  </a:lnTo>
                  <a:lnTo>
                    <a:pt x="983" y="1224"/>
                  </a:lnTo>
                  <a:lnTo>
                    <a:pt x="783" y="1485"/>
                  </a:lnTo>
                  <a:lnTo>
                    <a:pt x="602" y="1726"/>
                  </a:lnTo>
                  <a:lnTo>
                    <a:pt x="282" y="2227"/>
                  </a:lnTo>
                  <a:lnTo>
                    <a:pt x="1" y="2708"/>
                  </a:lnTo>
                  <a:lnTo>
                    <a:pt x="1" y="2708"/>
                  </a:lnTo>
                  <a:lnTo>
                    <a:pt x="803" y="2067"/>
                  </a:lnTo>
                  <a:lnTo>
                    <a:pt x="1625" y="1465"/>
                  </a:lnTo>
                  <a:lnTo>
                    <a:pt x="2488" y="903"/>
                  </a:lnTo>
                  <a:lnTo>
                    <a:pt x="3350" y="382"/>
                  </a:lnTo>
                  <a:lnTo>
                    <a:pt x="3350" y="382"/>
                  </a:lnTo>
                  <a:lnTo>
                    <a:pt x="3450" y="422"/>
                  </a:lnTo>
                  <a:lnTo>
                    <a:pt x="3450" y="422"/>
                  </a:lnTo>
                  <a:lnTo>
                    <a:pt x="3550" y="442"/>
                  </a:lnTo>
                  <a:lnTo>
                    <a:pt x="3550" y="442"/>
                  </a:lnTo>
                  <a:lnTo>
                    <a:pt x="3631" y="442"/>
                  </a:lnTo>
                  <a:lnTo>
                    <a:pt x="3711" y="402"/>
                  </a:lnTo>
                  <a:lnTo>
                    <a:pt x="3751" y="342"/>
                  </a:lnTo>
                  <a:lnTo>
                    <a:pt x="3791" y="262"/>
                  </a:lnTo>
                  <a:lnTo>
                    <a:pt x="3811" y="202"/>
                  </a:lnTo>
                  <a:lnTo>
                    <a:pt x="3811" y="121"/>
                  </a:lnTo>
                  <a:lnTo>
                    <a:pt x="3771" y="61"/>
                  </a:lnTo>
                  <a:lnTo>
                    <a:pt x="3691" y="1"/>
                  </a:lnTo>
                  <a:lnTo>
                    <a:pt x="3691" y="1"/>
                  </a:lnTo>
                  <a:lnTo>
                    <a:pt x="3691" y="1"/>
                  </a:lnTo>
                  <a:lnTo>
                    <a:pt x="347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22"/>
            <p:cNvSpPr/>
            <p:nvPr/>
          </p:nvSpPr>
          <p:spPr>
            <a:xfrm>
              <a:off x="9069375" y="4416900"/>
              <a:ext cx="762100" cy="505900"/>
            </a:xfrm>
            <a:custGeom>
              <a:avLst/>
              <a:gdLst/>
              <a:ahLst/>
              <a:cxnLst/>
              <a:rect l="l" t="t" r="r" b="b"/>
              <a:pathLst>
                <a:path w="30484" h="20236" extrusionOk="0">
                  <a:moveTo>
                    <a:pt x="17067" y="1"/>
                  </a:moveTo>
                  <a:lnTo>
                    <a:pt x="14781" y="41"/>
                  </a:lnTo>
                  <a:lnTo>
                    <a:pt x="10329" y="121"/>
                  </a:lnTo>
                  <a:lnTo>
                    <a:pt x="6278" y="221"/>
                  </a:lnTo>
                  <a:lnTo>
                    <a:pt x="3931" y="281"/>
                  </a:lnTo>
                  <a:lnTo>
                    <a:pt x="3450" y="642"/>
                  </a:lnTo>
                  <a:lnTo>
                    <a:pt x="3009" y="1023"/>
                  </a:lnTo>
                  <a:lnTo>
                    <a:pt x="2588" y="1444"/>
                  </a:lnTo>
                  <a:lnTo>
                    <a:pt x="2207" y="1866"/>
                  </a:lnTo>
                  <a:lnTo>
                    <a:pt x="1846" y="2327"/>
                  </a:lnTo>
                  <a:lnTo>
                    <a:pt x="1505" y="2808"/>
                  </a:lnTo>
                  <a:lnTo>
                    <a:pt x="1204" y="3289"/>
                  </a:lnTo>
                  <a:lnTo>
                    <a:pt x="923" y="3811"/>
                  </a:lnTo>
                  <a:lnTo>
                    <a:pt x="683" y="4332"/>
                  </a:lnTo>
                  <a:lnTo>
                    <a:pt x="482" y="4874"/>
                  </a:lnTo>
                  <a:lnTo>
                    <a:pt x="322" y="5435"/>
                  </a:lnTo>
                  <a:lnTo>
                    <a:pt x="181" y="5997"/>
                  </a:lnTo>
                  <a:lnTo>
                    <a:pt x="81" y="6578"/>
                  </a:lnTo>
                  <a:lnTo>
                    <a:pt x="21" y="7180"/>
                  </a:lnTo>
                  <a:lnTo>
                    <a:pt x="1" y="7762"/>
                  </a:lnTo>
                  <a:lnTo>
                    <a:pt x="21" y="8383"/>
                  </a:lnTo>
                  <a:lnTo>
                    <a:pt x="241" y="11331"/>
                  </a:lnTo>
                  <a:lnTo>
                    <a:pt x="282" y="11793"/>
                  </a:lnTo>
                  <a:lnTo>
                    <a:pt x="362" y="12254"/>
                  </a:lnTo>
                  <a:lnTo>
                    <a:pt x="442" y="12715"/>
                  </a:lnTo>
                  <a:lnTo>
                    <a:pt x="562" y="13156"/>
                  </a:lnTo>
                  <a:lnTo>
                    <a:pt x="703" y="13598"/>
                  </a:lnTo>
                  <a:lnTo>
                    <a:pt x="843" y="14019"/>
                  </a:lnTo>
                  <a:lnTo>
                    <a:pt x="1024" y="14440"/>
                  </a:lnTo>
                  <a:lnTo>
                    <a:pt x="1224" y="14841"/>
                  </a:lnTo>
                  <a:lnTo>
                    <a:pt x="1445" y="15222"/>
                  </a:lnTo>
                  <a:lnTo>
                    <a:pt x="1685" y="15623"/>
                  </a:lnTo>
                  <a:lnTo>
                    <a:pt x="1926" y="15984"/>
                  </a:lnTo>
                  <a:lnTo>
                    <a:pt x="2207" y="16345"/>
                  </a:lnTo>
                  <a:lnTo>
                    <a:pt x="2508" y="16706"/>
                  </a:lnTo>
                  <a:lnTo>
                    <a:pt x="2808" y="17027"/>
                  </a:lnTo>
                  <a:lnTo>
                    <a:pt x="3129" y="17348"/>
                  </a:lnTo>
                  <a:lnTo>
                    <a:pt x="3470" y="17669"/>
                  </a:lnTo>
                  <a:lnTo>
                    <a:pt x="3811" y="17949"/>
                  </a:lnTo>
                  <a:lnTo>
                    <a:pt x="4172" y="18230"/>
                  </a:lnTo>
                  <a:lnTo>
                    <a:pt x="4553" y="18491"/>
                  </a:lnTo>
                  <a:lnTo>
                    <a:pt x="4954" y="18731"/>
                  </a:lnTo>
                  <a:lnTo>
                    <a:pt x="5355" y="18972"/>
                  </a:lnTo>
                  <a:lnTo>
                    <a:pt x="5776" y="19173"/>
                  </a:lnTo>
                  <a:lnTo>
                    <a:pt x="6198" y="19373"/>
                  </a:lnTo>
                  <a:lnTo>
                    <a:pt x="6639" y="19534"/>
                  </a:lnTo>
                  <a:lnTo>
                    <a:pt x="7100" y="19694"/>
                  </a:lnTo>
                  <a:lnTo>
                    <a:pt x="7561" y="19834"/>
                  </a:lnTo>
                  <a:lnTo>
                    <a:pt x="8023" y="19955"/>
                  </a:lnTo>
                  <a:lnTo>
                    <a:pt x="8504" y="20055"/>
                  </a:lnTo>
                  <a:lnTo>
                    <a:pt x="8985" y="20135"/>
                  </a:lnTo>
                  <a:lnTo>
                    <a:pt x="9466" y="20175"/>
                  </a:lnTo>
                  <a:lnTo>
                    <a:pt x="9968" y="20216"/>
                  </a:lnTo>
                  <a:lnTo>
                    <a:pt x="10469" y="20236"/>
                  </a:lnTo>
                  <a:lnTo>
                    <a:pt x="20015" y="20236"/>
                  </a:lnTo>
                  <a:lnTo>
                    <a:pt x="20516" y="20216"/>
                  </a:lnTo>
                  <a:lnTo>
                    <a:pt x="21018" y="20175"/>
                  </a:lnTo>
                  <a:lnTo>
                    <a:pt x="21499" y="20135"/>
                  </a:lnTo>
                  <a:lnTo>
                    <a:pt x="22001" y="20055"/>
                  </a:lnTo>
                  <a:lnTo>
                    <a:pt x="22462" y="19955"/>
                  </a:lnTo>
                  <a:lnTo>
                    <a:pt x="22943" y="19834"/>
                  </a:lnTo>
                  <a:lnTo>
                    <a:pt x="23384" y="19694"/>
                  </a:lnTo>
                  <a:lnTo>
                    <a:pt x="23846" y="19534"/>
                  </a:lnTo>
                  <a:lnTo>
                    <a:pt x="24287" y="19373"/>
                  </a:lnTo>
                  <a:lnTo>
                    <a:pt x="24708" y="19173"/>
                  </a:lnTo>
                  <a:lnTo>
                    <a:pt x="25129" y="18972"/>
                  </a:lnTo>
                  <a:lnTo>
                    <a:pt x="25530" y="18731"/>
                  </a:lnTo>
                  <a:lnTo>
                    <a:pt x="25931" y="18491"/>
                  </a:lnTo>
                  <a:lnTo>
                    <a:pt x="26312" y="18230"/>
                  </a:lnTo>
                  <a:lnTo>
                    <a:pt x="26673" y="17949"/>
                  </a:lnTo>
                  <a:lnTo>
                    <a:pt x="27034" y="17669"/>
                  </a:lnTo>
                  <a:lnTo>
                    <a:pt x="27355" y="17348"/>
                  </a:lnTo>
                  <a:lnTo>
                    <a:pt x="27676" y="17027"/>
                  </a:lnTo>
                  <a:lnTo>
                    <a:pt x="27997" y="16706"/>
                  </a:lnTo>
                  <a:lnTo>
                    <a:pt x="28278" y="16345"/>
                  </a:lnTo>
                  <a:lnTo>
                    <a:pt x="28558" y="15984"/>
                  </a:lnTo>
                  <a:lnTo>
                    <a:pt x="28799" y="15623"/>
                  </a:lnTo>
                  <a:lnTo>
                    <a:pt x="29040" y="15222"/>
                  </a:lnTo>
                  <a:lnTo>
                    <a:pt x="29260" y="14841"/>
                  </a:lnTo>
                  <a:lnTo>
                    <a:pt x="29461" y="14440"/>
                  </a:lnTo>
                  <a:lnTo>
                    <a:pt x="29641" y="14019"/>
                  </a:lnTo>
                  <a:lnTo>
                    <a:pt x="29802" y="13598"/>
                  </a:lnTo>
                  <a:lnTo>
                    <a:pt x="29922" y="13156"/>
                  </a:lnTo>
                  <a:lnTo>
                    <a:pt x="30042" y="12715"/>
                  </a:lnTo>
                  <a:lnTo>
                    <a:pt x="30143" y="12254"/>
                  </a:lnTo>
                  <a:lnTo>
                    <a:pt x="30203" y="11793"/>
                  </a:lnTo>
                  <a:lnTo>
                    <a:pt x="30243" y="11331"/>
                  </a:lnTo>
                  <a:lnTo>
                    <a:pt x="30464" y="8383"/>
                  </a:lnTo>
                  <a:lnTo>
                    <a:pt x="30484" y="7762"/>
                  </a:lnTo>
                  <a:lnTo>
                    <a:pt x="30464" y="7140"/>
                  </a:lnTo>
                  <a:lnTo>
                    <a:pt x="30403" y="6538"/>
                  </a:lnTo>
                  <a:lnTo>
                    <a:pt x="30283" y="5937"/>
                  </a:lnTo>
                  <a:lnTo>
                    <a:pt x="30143" y="5355"/>
                  </a:lnTo>
                  <a:lnTo>
                    <a:pt x="29962" y="4774"/>
                  </a:lnTo>
                  <a:lnTo>
                    <a:pt x="29742" y="4232"/>
                  </a:lnTo>
                  <a:lnTo>
                    <a:pt x="29501" y="3691"/>
                  </a:lnTo>
                  <a:lnTo>
                    <a:pt x="29200" y="3169"/>
                  </a:lnTo>
                  <a:lnTo>
                    <a:pt x="28879" y="2668"/>
                  </a:lnTo>
                  <a:lnTo>
                    <a:pt x="28538" y="2186"/>
                  </a:lnTo>
                  <a:lnTo>
                    <a:pt x="28157" y="1725"/>
                  </a:lnTo>
                  <a:lnTo>
                    <a:pt x="27736" y="1284"/>
                  </a:lnTo>
                  <a:lnTo>
                    <a:pt x="27295" y="863"/>
                  </a:lnTo>
                  <a:lnTo>
                    <a:pt x="26834" y="482"/>
                  </a:lnTo>
                  <a:lnTo>
                    <a:pt x="26352" y="121"/>
                  </a:lnTo>
                  <a:lnTo>
                    <a:pt x="25189" y="81"/>
                  </a:lnTo>
                  <a:lnTo>
                    <a:pt x="24026" y="41"/>
                  </a:lnTo>
                  <a:lnTo>
                    <a:pt x="21720" y="21"/>
                  </a:lnTo>
                  <a:lnTo>
                    <a:pt x="1939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22"/>
            <p:cNvSpPr/>
            <p:nvPr/>
          </p:nvSpPr>
          <p:spPr>
            <a:xfrm>
              <a:off x="9161125" y="4416900"/>
              <a:ext cx="579100" cy="406625"/>
            </a:xfrm>
            <a:custGeom>
              <a:avLst/>
              <a:gdLst/>
              <a:ahLst/>
              <a:cxnLst/>
              <a:rect l="l" t="t" r="r" b="b"/>
              <a:pathLst>
                <a:path w="23164" h="16265" extrusionOk="0">
                  <a:moveTo>
                    <a:pt x="13397" y="1"/>
                  </a:moveTo>
                  <a:lnTo>
                    <a:pt x="11111" y="41"/>
                  </a:lnTo>
                  <a:lnTo>
                    <a:pt x="6659" y="121"/>
                  </a:lnTo>
                  <a:lnTo>
                    <a:pt x="2608" y="221"/>
                  </a:lnTo>
                  <a:lnTo>
                    <a:pt x="2287" y="522"/>
                  </a:lnTo>
                  <a:lnTo>
                    <a:pt x="1986" y="823"/>
                  </a:lnTo>
                  <a:lnTo>
                    <a:pt x="1705" y="1164"/>
                  </a:lnTo>
                  <a:lnTo>
                    <a:pt x="1445" y="1505"/>
                  </a:lnTo>
                  <a:lnTo>
                    <a:pt x="1204" y="1866"/>
                  </a:lnTo>
                  <a:lnTo>
                    <a:pt x="983" y="2247"/>
                  </a:lnTo>
                  <a:lnTo>
                    <a:pt x="783" y="2628"/>
                  </a:lnTo>
                  <a:lnTo>
                    <a:pt x="602" y="3029"/>
                  </a:lnTo>
                  <a:lnTo>
                    <a:pt x="442" y="3430"/>
                  </a:lnTo>
                  <a:lnTo>
                    <a:pt x="302" y="3851"/>
                  </a:lnTo>
                  <a:lnTo>
                    <a:pt x="181" y="4272"/>
                  </a:lnTo>
                  <a:lnTo>
                    <a:pt x="101" y="4713"/>
                  </a:lnTo>
                  <a:lnTo>
                    <a:pt x="41" y="5175"/>
                  </a:lnTo>
                  <a:lnTo>
                    <a:pt x="1" y="5616"/>
                  </a:lnTo>
                  <a:lnTo>
                    <a:pt x="1" y="6077"/>
                  </a:lnTo>
                  <a:lnTo>
                    <a:pt x="1" y="6538"/>
                  </a:lnTo>
                  <a:lnTo>
                    <a:pt x="161" y="8965"/>
                  </a:lnTo>
                  <a:lnTo>
                    <a:pt x="201" y="9346"/>
                  </a:lnTo>
                  <a:lnTo>
                    <a:pt x="261" y="9727"/>
                  </a:lnTo>
                  <a:lnTo>
                    <a:pt x="322" y="10088"/>
                  </a:lnTo>
                  <a:lnTo>
                    <a:pt x="422" y="10449"/>
                  </a:lnTo>
                  <a:lnTo>
                    <a:pt x="522" y="10810"/>
                  </a:lnTo>
                  <a:lnTo>
                    <a:pt x="642" y="11171"/>
                  </a:lnTo>
                  <a:lnTo>
                    <a:pt x="763" y="11512"/>
                  </a:lnTo>
                  <a:lnTo>
                    <a:pt x="923" y="11833"/>
                  </a:lnTo>
                  <a:lnTo>
                    <a:pt x="1084" y="12154"/>
                  </a:lnTo>
                  <a:lnTo>
                    <a:pt x="1264" y="12474"/>
                  </a:lnTo>
                  <a:lnTo>
                    <a:pt x="1465" y="12775"/>
                  </a:lnTo>
                  <a:lnTo>
                    <a:pt x="1665" y="13076"/>
                  </a:lnTo>
                  <a:lnTo>
                    <a:pt x="1886" y="13357"/>
                  </a:lnTo>
                  <a:lnTo>
                    <a:pt x="2126" y="13638"/>
                  </a:lnTo>
                  <a:lnTo>
                    <a:pt x="2367" y="13898"/>
                  </a:lnTo>
                  <a:lnTo>
                    <a:pt x="2628" y="14159"/>
                  </a:lnTo>
                  <a:lnTo>
                    <a:pt x="2889" y="14380"/>
                  </a:lnTo>
                  <a:lnTo>
                    <a:pt x="3169" y="14620"/>
                  </a:lnTo>
                  <a:lnTo>
                    <a:pt x="3450" y="14821"/>
                  </a:lnTo>
                  <a:lnTo>
                    <a:pt x="3751" y="15021"/>
                  </a:lnTo>
                  <a:lnTo>
                    <a:pt x="4052" y="15222"/>
                  </a:lnTo>
                  <a:lnTo>
                    <a:pt x="4373" y="15382"/>
                  </a:lnTo>
                  <a:lnTo>
                    <a:pt x="4714" y="15543"/>
                  </a:lnTo>
                  <a:lnTo>
                    <a:pt x="5034" y="15703"/>
                  </a:lnTo>
                  <a:lnTo>
                    <a:pt x="5375" y="15824"/>
                  </a:lnTo>
                  <a:lnTo>
                    <a:pt x="5736" y="15944"/>
                  </a:lnTo>
                  <a:lnTo>
                    <a:pt x="6077" y="16024"/>
                  </a:lnTo>
                  <a:lnTo>
                    <a:pt x="6438" y="16104"/>
                  </a:lnTo>
                  <a:lnTo>
                    <a:pt x="6819" y="16164"/>
                  </a:lnTo>
                  <a:lnTo>
                    <a:pt x="7180" y="16225"/>
                  </a:lnTo>
                  <a:lnTo>
                    <a:pt x="7561" y="16245"/>
                  </a:lnTo>
                  <a:lnTo>
                    <a:pt x="7942" y="16265"/>
                  </a:lnTo>
                  <a:lnTo>
                    <a:pt x="15202" y="16265"/>
                  </a:lnTo>
                  <a:lnTo>
                    <a:pt x="15583" y="16245"/>
                  </a:lnTo>
                  <a:lnTo>
                    <a:pt x="15964" y="16225"/>
                  </a:lnTo>
                  <a:lnTo>
                    <a:pt x="16325" y="16164"/>
                  </a:lnTo>
                  <a:lnTo>
                    <a:pt x="16706" y="16104"/>
                  </a:lnTo>
                  <a:lnTo>
                    <a:pt x="17067" y="16024"/>
                  </a:lnTo>
                  <a:lnTo>
                    <a:pt x="17428" y="15944"/>
                  </a:lnTo>
                  <a:lnTo>
                    <a:pt x="17769" y="15824"/>
                  </a:lnTo>
                  <a:lnTo>
                    <a:pt x="18110" y="15703"/>
                  </a:lnTo>
                  <a:lnTo>
                    <a:pt x="18451" y="15543"/>
                  </a:lnTo>
                  <a:lnTo>
                    <a:pt x="18772" y="15382"/>
                  </a:lnTo>
                  <a:lnTo>
                    <a:pt x="19093" y="15222"/>
                  </a:lnTo>
                  <a:lnTo>
                    <a:pt x="19393" y="15021"/>
                  </a:lnTo>
                  <a:lnTo>
                    <a:pt x="19694" y="14821"/>
                  </a:lnTo>
                  <a:lnTo>
                    <a:pt x="19975" y="14620"/>
                  </a:lnTo>
                  <a:lnTo>
                    <a:pt x="20256" y="14380"/>
                  </a:lnTo>
                  <a:lnTo>
                    <a:pt x="20537" y="14159"/>
                  </a:lnTo>
                  <a:lnTo>
                    <a:pt x="20777" y="13898"/>
                  </a:lnTo>
                  <a:lnTo>
                    <a:pt x="21038" y="13638"/>
                  </a:lnTo>
                  <a:lnTo>
                    <a:pt x="21258" y="13357"/>
                  </a:lnTo>
                  <a:lnTo>
                    <a:pt x="21479" y="13076"/>
                  </a:lnTo>
                  <a:lnTo>
                    <a:pt x="21680" y="12775"/>
                  </a:lnTo>
                  <a:lnTo>
                    <a:pt x="21880" y="12474"/>
                  </a:lnTo>
                  <a:lnTo>
                    <a:pt x="22061" y="12154"/>
                  </a:lnTo>
                  <a:lnTo>
                    <a:pt x="22221" y="11833"/>
                  </a:lnTo>
                  <a:lnTo>
                    <a:pt x="22382" y="11512"/>
                  </a:lnTo>
                  <a:lnTo>
                    <a:pt x="22522" y="11171"/>
                  </a:lnTo>
                  <a:lnTo>
                    <a:pt x="22622" y="10810"/>
                  </a:lnTo>
                  <a:lnTo>
                    <a:pt x="22743" y="10449"/>
                  </a:lnTo>
                  <a:lnTo>
                    <a:pt x="22823" y="10088"/>
                  </a:lnTo>
                  <a:lnTo>
                    <a:pt x="22883" y="9727"/>
                  </a:lnTo>
                  <a:lnTo>
                    <a:pt x="22943" y="9346"/>
                  </a:lnTo>
                  <a:lnTo>
                    <a:pt x="22983" y="8965"/>
                  </a:lnTo>
                  <a:lnTo>
                    <a:pt x="23144" y="6538"/>
                  </a:lnTo>
                  <a:lnTo>
                    <a:pt x="23164" y="6057"/>
                  </a:lnTo>
                  <a:lnTo>
                    <a:pt x="23144" y="5596"/>
                  </a:lnTo>
                  <a:lnTo>
                    <a:pt x="23103" y="5114"/>
                  </a:lnTo>
                  <a:lnTo>
                    <a:pt x="23023" y="4653"/>
                  </a:lnTo>
                  <a:lnTo>
                    <a:pt x="22943" y="4192"/>
                  </a:lnTo>
                  <a:lnTo>
                    <a:pt x="22823" y="3751"/>
                  </a:lnTo>
                  <a:lnTo>
                    <a:pt x="22662" y="3330"/>
                  </a:lnTo>
                  <a:lnTo>
                    <a:pt x="22502" y="2908"/>
                  </a:lnTo>
                  <a:lnTo>
                    <a:pt x="22301" y="2487"/>
                  </a:lnTo>
                  <a:lnTo>
                    <a:pt x="22081" y="2086"/>
                  </a:lnTo>
                  <a:lnTo>
                    <a:pt x="21840" y="1705"/>
                  </a:lnTo>
                  <a:lnTo>
                    <a:pt x="21579" y="1344"/>
                  </a:lnTo>
                  <a:lnTo>
                    <a:pt x="21299" y="1003"/>
                  </a:lnTo>
                  <a:lnTo>
                    <a:pt x="20998" y="662"/>
                  </a:lnTo>
                  <a:lnTo>
                    <a:pt x="20677" y="341"/>
                  </a:lnTo>
                  <a:lnTo>
                    <a:pt x="20356" y="41"/>
                  </a:lnTo>
                  <a:lnTo>
                    <a:pt x="18050" y="21"/>
                  </a:lnTo>
                  <a:lnTo>
                    <a:pt x="1572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22"/>
            <p:cNvSpPr/>
            <p:nvPr/>
          </p:nvSpPr>
          <p:spPr>
            <a:xfrm>
              <a:off x="8488800" y="5379025"/>
              <a:ext cx="1865100" cy="313375"/>
            </a:xfrm>
            <a:custGeom>
              <a:avLst/>
              <a:gdLst/>
              <a:ahLst/>
              <a:cxnLst/>
              <a:rect l="l" t="t" r="r" b="b"/>
              <a:pathLst>
                <a:path w="74604" h="12535" extrusionOk="0">
                  <a:moveTo>
                    <a:pt x="2808" y="0"/>
                  </a:moveTo>
                  <a:lnTo>
                    <a:pt x="2467" y="40"/>
                  </a:lnTo>
                  <a:lnTo>
                    <a:pt x="2126" y="121"/>
                  </a:lnTo>
                  <a:lnTo>
                    <a:pt x="1806" y="221"/>
                  </a:lnTo>
                  <a:lnTo>
                    <a:pt x="1505" y="361"/>
                  </a:lnTo>
                  <a:lnTo>
                    <a:pt x="1224" y="522"/>
                  </a:lnTo>
                  <a:lnTo>
                    <a:pt x="943" y="702"/>
                  </a:lnTo>
                  <a:lnTo>
                    <a:pt x="703" y="883"/>
                  </a:lnTo>
                  <a:lnTo>
                    <a:pt x="482" y="1083"/>
                  </a:lnTo>
                  <a:lnTo>
                    <a:pt x="301" y="1264"/>
                  </a:lnTo>
                  <a:lnTo>
                    <a:pt x="161" y="1444"/>
                  </a:lnTo>
                  <a:lnTo>
                    <a:pt x="61" y="1605"/>
                  </a:lnTo>
                  <a:lnTo>
                    <a:pt x="21" y="1765"/>
                  </a:lnTo>
                  <a:lnTo>
                    <a:pt x="1" y="1825"/>
                  </a:lnTo>
                  <a:lnTo>
                    <a:pt x="1" y="1885"/>
                  </a:lnTo>
                  <a:lnTo>
                    <a:pt x="61" y="1966"/>
                  </a:lnTo>
                  <a:lnTo>
                    <a:pt x="221" y="2086"/>
                  </a:lnTo>
                  <a:lnTo>
                    <a:pt x="442" y="2266"/>
                  </a:lnTo>
                  <a:lnTo>
                    <a:pt x="763" y="2487"/>
                  </a:lnTo>
                  <a:lnTo>
                    <a:pt x="1164" y="2768"/>
                  </a:lnTo>
                  <a:lnTo>
                    <a:pt x="1645" y="3069"/>
                  </a:lnTo>
                  <a:lnTo>
                    <a:pt x="2207" y="3409"/>
                  </a:lnTo>
                  <a:lnTo>
                    <a:pt x="2848" y="3770"/>
                  </a:lnTo>
                  <a:lnTo>
                    <a:pt x="3570" y="4172"/>
                  </a:lnTo>
                  <a:lnTo>
                    <a:pt x="4352" y="4593"/>
                  </a:lnTo>
                  <a:lnTo>
                    <a:pt x="5215" y="5034"/>
                  </a:lnTo>
                  <a:lnTo>
                    <a:pt x="6157" y="5495"/>
                  </a:lnTo>
                  <a:lnTo>
                    <a:pt x="7160" y="5956"/>
                  </a:lnTo>
                  <a:lnTo>
                    <a:pt x="8243" y="6438"/>
                  </a:lnTo>
                  <a:lnTo>
                    <a:pt x="9386" y="6919"/>
                  </a:lnTo>
                  <a:lnTo>
                    <a:pt x="10589" y="7400"/>
                  </a:lnTo>
                  <a:lnTo>
                    <a:pt x="11853" y="7902"/>
                  </a:lnTo>
                  <a:lnTo>
                    <a:pt x="13176" y="8363"/>
                  </a:lnTo>
                  <a:lnTo>
                    <a:pt x="14580" y="8844"/>
                  </a:lnTo>
                  <a:lnTo>
                    <a:pt x="16024" y="9306"/>
                  </a:lnTo>
                  <a:lnTo>
                    <a:pt x="17528" y="9747"/>
                  </a:lnTo>
                  <a:lnTo>
                    <a:pt x="19093" y="10168"/>
                  </a:lnTo>
                  <a:lnTo>
                    <a:pt x="20697" y="10569"/>
                  </a:lnTo>
                  <a:lnTo>
                    <a:pt x="22361" y="10930"/>
                  </a:lnTo>
                  <a:lnTo>
                    <a:pt x="24066" y="11291"/>
                  </a:lnTo>
                  <a:lnTo>
                    <a:pt x="25831" y="11592"/>
                  </a:lnTo>
                  <a:lnTo>
                    <a:pt x="27636" y="11852"/>
                  </a:lnTo>
                  <a:lnTo>
                    <a:pt x="28558" y="11973"/>
                  </a:lnTo>
                  <a:lnTo>
                    <a:pt x="29501" y="12093"/>
                  </a:lnTo>
                  <a:lnTo>
                    <a:pt x="30423" y="12193"/>
                  </a:lnTo>
                  <a:lnTo>
                    <a:pt x="31386" y="12274"/>
                  </a:lnTo>
                  <a:lnTo>
                    <a:pt x="32349" y="12354"/>
                  </a:lnTo>
                  <a:lnTo>
                    <a:pt x="33311" y="12414"/>
                  </a:lnTo>
                  <a:lnTo>
                    <a:pt x="34294" y="12454"/>
                  </a:lnTo>
                  <a:lnTo>
                    <a:pt x="35297" y="12494"/>
                  </a:lnTo>
                  <a:lnTo>
                    <a:pt x="36299" y="12514"/>
                  </a:lnTo>
                  <a:lnTo>
                    <a:pt x="37302" y="12534"/>
                  </a:lnTo>
                  <a:lnTo>
                    <a:pt x="38305" y="12514"/>
                  </a:lnTo>
                  <a:lnTo>
                    <a:pt x="39307" y="12494"/>
                  </a:lnTo>
                  <a:lnTo>
                    <a:pt x="40310" y="12454"/>
                  </a:lnTo>
                  <a:lnTo>
                    <a:pt x="41293" y="12414"/>
                  </a:lnTo>
                  <a:lnTo>
                    <a:pt x="42255" y="12354"/>
                  </a:lnTo>
                  <a:lnTo>
                    <a:pt x="43218" y="12274"/>
                  </a:lnTo>
                  <a:lnTo>
                    <a:pt x="44181" y="12193"/>
                  </a:lnTo>
                  <a:lnTo>
                    <a:pt x="45123" y="12093"/>
                  </a:lnTo>
                  <a:lnTo>
                    <a:pt x="46046" y="11973"/>
                  </a:lnTo>
                  <a:lnTo>
                    <a:pt x="46968" y="11852"/>
                  </a:lnTo>
                  <a:lnTo>
                    <a:pt x="48773" y="11592"/>
                  </a:lnTo>
                  <a:lnTo>
                    <a:pt x="50538" y="11291"/>
                  </a:lnTo>
                  <a:lnTo>
                    <a:pt x="52243" y="10930"/>
                  </a:lnTo>
                  <a:lnTo>
                    <a:pt x="53907" y="10569"/>
                  </a:lnTo>
                  <a:lnTo>
                    <a:pt x="55511" y="10168"/>
                  </a:lnTo>
                  <a:lnTo>
                    <a:pt x="57076" y="9747"/>
                  </a:lnTo>
                  <a:lnTo>
                    <a:pt x="58580" y="9306"/>
                  </a:lnTo>
                  <a:lnTo>
                    <a:pt x="60024" y="8844"/>
                  </a:lnTo>
                  <a:lnTo>
                    <a:pt x="61428" y="8363"/>
                  </a:lnTo>
                  <a:lnTo>
                    <a:pt x="62751" y="7902"/>
                  </a:lnTo>
                  <a:lnTo>
                    <a:pt x="64015" y="7400"/>
                  </a:lnTo>
                  <a:lnTo>
                    <a:pt x="65218" y="6919"/>
                  </a:lnTo>
                  <a:lnTo>
                    <a:pt x="66361" y="6438"/>
                  </a:lnTo>
                  <a:lnTo>
                    <a:pt x="67444" y="5956"/>
                  </a:lnTo>
                  <a:lnTo>
                    <a:pt x="68447" y="5495"/>
                  </a:lnTo>
                  <a:lnTo>
                    <a:pt x="69389" y="5034"/>
                  </a:lnTo>
                  <a:lnTo>
                    <a:pt x="70252" y="4593"/>
                  </a:lnTo>
                  <a:lnTo>
                    <a:pt x="71034" y="4172"/>
                  </a:lnTo>
                  <a:lnTo>
                    <a:pt x="71756" y="3770"/>
                  </a:lnTo>
                  <a:lnTo>
                    <a:pt x="72397" y="3409"/>
                  </a:lnTo>
                  <a:lnTo>
                    <a:pt x="72959" y="3069"/>
                  </a:lnTo>
                  <a:lnTo>
                    <a:pt x="73440" y="2768"/>
                  </a:lnTo>
                  <a:lnTo>
                    <a:pt x="73841" y="2487"/>
                  </a:lnTo>
                  <a:lnTo>
                    <a:pt x="74162" y="2266"/>
                  </a:lnTo>
                  <a:lnTo>
                    <a:pt x="74403" y="2086"/>
                  </a:lnTo>
                  <a:lnTo>
                    <a:pt x="74543" y="1966"/>
                  </a:lnTo>
                  <a:lnTo>
                    <a:pt x="74603" y="1885"/>
                  </a:lnTo>
                  <a:lnTo>
                    <a:pt x="74603" y="1825"/>
                  </a:lnTo>
                  <a:lnTo>
                    <a:pt x="74603" y="1765"/>
                  </a:lnTo>
                  <a:lnTo>
                    <a:pt x="74543" y="1605"/>
                  </a:lnTo>
                  <a:lnTo>
                    <a:pt x="74443" y="1444"/>
                  </a:lnTo>
                  <a:lnTo>
                    <a:pt x="74303" y="1264"/>
                  </a:lnTo>
                  <a:lnTo>
                    <a:pt x="74122" y="1083"/>
                  </a:lnTo>
                  <a:lnTo>
                    <a:pt x="73901" y="883"/>
                  </a:lnTo>
                  <a:lnTo>
                    <a:pt x="73661" y="702"/>
                  </a:lnTo>
                  <a:lnTo>
                    <a:pt x="73400" y="522"/>
                  </a:lnTo>
                  <a:lnTo>
                    <a:pt x="73099" y="361"/>
                  </a:lnTo>
                  <a:lnTo>
                    <a:pt x="72798" y="221"/>
                  </a:lnTo>
                  <a:lnTo>
                    <a:pt x="72478" y="121"/>
                  </a:lnTo>
                  <a:lnTo>
                    <a:pt x="72137" y="40"/>
                  </a:lnTo>
                  <a:lnTo>
                    <a:pt x="71796" y="0"/>
                  </a:lnTo>
                  <a:lnTo>
                    <a:pt x="71635" y="20"/>
                  </a:lnTo>
                  <a:lnTo>
                    <a:pt x="71475" y="20"/>
                  </a:lnTo>
                  <a:lnTo>
                    <a:pt x="71294" y="60"/>
                  </a:lnTo>
                  <a:lnTo>
                    <a:pt x="71134" y="100"/>
                  </a:lnTo>
                  <a:lnTo>
                    <a:pt x="70973" y="161"/>
                  </a:lnTo>
                  <a:lnTo>
                    <a:pt x="70813" y="221"/>
                  </a:lnTo>
                  <a:lnTo>
                    <a:pt x="69630" y="822"/>
                  </a:lnTo>
                  <a:lnTo>
                    <a:pt x="68407" y="1404"/>
                  </a:lnTo>
                  <a:lnTo>
                    <a:pt x="67203" y="1925"/>
                  </a:lnTo>
                  <a:lnTo>
                    <a:pt x="65980" y="2447"/>
                  </a:lnTo>
                  <a:lnTo>
                    <a:pt x="64757" y="2908"/>
                  </a:lnTo>
                  <a:lnTo>
                    <a:pt x="63513" y="3369"/>
                  </a:lnTo>
                  <a:lnTo>
                    <a:pt x="62290" y="3791"/>
                  </a:lnTo>
                  <a:lnTo>
                    <a:pt x="61067" y="4192"/>
                  </a:lnTo>
                  <a:lnTo>
                    <a:pt x="59843" y="4553"/>
                  </a:lnTo>
                  <a:lnTo>
                    <a:pt x="58620" y="4894"/>
                  </a:lnTo>
                  <a:lnTo>
                    <a:pt x="57397" y="5214"/>
                  </a:lnTo>
                  <a:lnTo>
                    <a:pt x="56193" y="5515"/>
                  </a:lnTo>
                  <a:lnTo>
                    <a:pt x="54990" y="5776"/>
                  </a:lnTo>
                  <a:lnTo>
                    <a:pt x="53827" y="6037"/>
                  </a:lnTo>
                  <a:lnTo>
                    <a:pt x="52664" y="6277"/>
                  </a:lnTo>
                  <a:lnTo>
                    <a:pt x="51501" y="6478"/>
                  </a:lnTo>
                  <a:lnTo>
                    <a:pt x="50378" y="6678"/>
                  </a:lnTo>
                  <a:lnTo>
                    <a:pt x="49275" y="6839"/>
                  </a:lnTo>
                  <a:lnTo>
                    <a:pt x="48192" y="6999"/>
                  </a:lnTo>
                  <a:lnTo>
                    <a:pt x="47149" y="7140"/>
                  </a:lnTo>
                  <a:lnTo>
                    <a:pt x="45123" y="7380"/>
                  </a:lnTo>
                  <a:lnTo>
                    <a:pt x="43238" y="7541"/>
                  </a:lnTo>
                  <a:lnTo>
                    <a:pt x="41493" y="7661"/>
                  </a:lnTo>
                  <a:lnTo>
                    <a:pt x="39909" y="7741"/>
                  </a:lnTo>
                  <a:lnTo>
                    <a:pt x="38505" y="7801"/>
                  </a:lnTo>
                  <a:lnTo>
                    <a:pt x="36099" y="7801"/>
                  </a:lnTo>
                  <a:lnTo>
                    <a:pt x="34695" y="7741"/>
                  </a:lnTo>
                  <a:lnTo>
                    <a:pt x="33111" y="7661"/>
                  </a:lnTo>
                  <a:lnTo>
                    <a:pt x="31366" y="7541"/>
                  </a:lnTo>
                  <a:lnTo>
                    <a:pt x="29481" y="7380"/>
                  </a:lnTo>
                  <a:lnTo>
                    <a:pt x="27455" y="7140"/>
                  </a:lnTo>
                  <a:lnTo>
                    <a:pt x="26412" y="6999"/>
                  </a:lnTo>
                  <a:lnTo>
                    <a:pt x="25329" y="6839"/>
                  </a:lnTo>
                  <a:lnTo>
                    <a:pt x="24226" y="6678"/>
                  </a:lnTo>
                  <a:lnTo>
                    <a:pt x="23103" y="6478"/>
                  </a:lnTo>
                  <a:lnTo>
                    <a:pt x="21940" y="6277"/>
                  </a:lnTo>
                  <a:lnTo>
                    <a:pt x="20777" y="6037"/>
                  </a:lnTo>
                  <a:lnTo>
                    <a:pt x="19614" y="5776"/>
                  </a:lnTo>
                  <a:lnTo>
                    <a:pt x="18411" y="5515"/>
                  </a:lnTo>
                  <a:lnTo>
                    <a:pt x="17207" y="5214"/>
                  </a:lnTo>
                  <a:lnTo>
                    <a:pt x="15984" y="4894"/>
                  </a:lnTo>
                  <a:lnTo>
                    <a:pt x="14761" y="4553"/>
                  </a:lnTo>
                  <a:lnTo>
                    <a:pt x="13537" y="4192"/>
                  </a:lnTo>
                  <a:lnTo>
                    <a:pt x="12314" y="3791"/>
                  </a:lnTo>
                  <a:lnTo>
                    <a:pt x="11091" y="3369"/>
                  </a:lnTo>
                  <a:lnTo>
                    <a:pt x="9847" y="2908"/>
                  </a:lnTo>
                  <a:lnTo>
                    <a:pt x="8624" y="2447"/>
                  </a:lnTo>
                  <a:lnTo>
                    <a:pt x="7401" y="1925"/>
                  </a:lnTo>
                  <a:lnTo>
                    <a:pt x="6197" y="1404"/>
                  </a:lnTo>
                  <a:lnTo>
                    <a:pt x="4974" y="822"/>
                  </a:lnTo>
                  <a:lnTo>
                    <a:pt x="3791" y="221"/>
                  </a:lnTo>
                  <a:lnTo>
                    <a:pt x="3631" y="161"/>
                  </a:lnTo>
                  <a:lnTo>
                    <a:pt x="3470" y="100"/>
                  </a:lnTo>
                  <a:lnTo>
                    <a:pt x="3310" y="60"/>
                  </a:lnTo>
                  <a:lnTo>
                    <a:pt x="3129" y="20"/>
                  </a:lnTo>
                  <a:lnTo>
                    <a:pt x="2969" y="20"/>
                  </a:lnTo>
                  <a:lnTo>
                    <a:pt x="28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22"/>
            <p:cNvSpPr/>
            <p:nvPr/>
          </p:nvSpPr>
          <p:spPr>
            <a:xfrm>
              <a:off x="8544450" y="4249450"/>
              <a:ext cx="70225" cy="70700"/>
            </a:xfrm>
            <a:custGeom>
              <a:avLst/>
              <a:gdLst/>
              <a:ahLst/>
              <a:cxnLst/>
              <a:rect l="l" t="t" r="r" b="b"/>
              <a:pathLst>
                <a:path w="2809" h="2828" extrusionOk="0">
                  <a:moveTo>
                    <a:pt x="1344" y="0"/>
                  </a:moveTo>
                  <a:lnTo>
                    <a:pt x="1184" y="20"/>
                  </a:lnTo>
                  <a:lnTo>
                    <a:pt x="1023" y="60"/>
                  </a:lnTo>
                  <a:lnTo>
                    <a:pt x="883" y="101"/>
                  </a:lnTo>
                  <a:lnTo>
                    <a:pt x="743" y="161"/>
                  </a:lnTo>
                  <a:lnTo>
                    <a:pt x="622" y="241"/>
                  </a:lnTo>
                  <a:lnTo>
                    <a:pt x="502" y="341"/>
                  </a:lnTo>
                  <a:lnTo>
                    <a:pt x="382" y="442"/>
                  </a:lnTo>
                  <a:lnTo>
                    <a:pt x="281" y="562"/>
                  </a:lnTo>
                  <a:lnTo>
                    <a:pt x="201" y="702"/>
                  </a:lnTo>
                  <a:lnTo>
                    <a:pt x="141" y="823"/>
                  </a:lnTo>
                  <a:lnTo>
                    <a:pt x="81" y="983"/>
                  </a:lnTo>
                  <a:lnTo>
                    <a:pt x="41" y="1123"/>
                  </a:lnTo>
                  <a:lnTo>
                    <a:pt x="1" y="1284"/>
                  </a:lnTo>
                  <a:lnTo>
                    <a:pt x="1" y="1444"/>
                  </a:lnTo>
                  <a:lnTo>
                    <a:pt x="1" y="1605"/>
                  </a:lnTo>
                  <a:lnTo>
                    <a:pt x="21" y="1725"/>
                  </a:lnTo>
                  <a:lnTo>
                    <a:pt x="61" y="1845"/>
                  </a:lnTo>
                  <a:lnTo>
                    <a:pt x="161" y="2066"/>
                  </a:lnTo>
                  <a:lnTo>
                    <a:pt x="302" y="2287"/>
                  </a:lnTo>
                  <a:lnTo>
                    <a:pt x="382" y="2387"/>
                  </a:lnTo>
                  <a:lnTo>
                    <a:pt x="482" y="2487"/>
                  </a:lnTo>
                  <a:lnTo>
                    <a:pt x="602" y="2567"/>
                  </a:lnTo>
                  <a:lnTo>
                    <a:pt x="723" y="2627"/>
                  </a:lnTo>
                  <a:lnTo>
                    <a:pt x="843" y="2708"/>
                  </a:lnTo>
                  <a:lnTo>
                    <a:pt x="983" y="2748"/>
                  </a:lnTo>
                  <a:lnTo>
                    <a:pt x="1124" y="2788"/>
                  </a:lnTo>
                  <a:lnTo>
                    <a:pt x="1264" y="2808"/>
                  </a:lnTo>
                  <a:lnTo>
                    <a:pt x="1425" y="2828"/>
                  </a:lnTo>
                  <a:lnTo>
                    <a:pt x="1585" y="2808"/>
                  </a:lnTo>
                  <a:lnTo>
                    <a:pt x="1786" y="2788"/>
                  </a:lnTo>
                  <a:lnTo>
                    <a:pt x="1966" y="2708"/>
                  </a:lnTo>
                  <a:lnTo>
                    <a:pt x="2126" y="2627"/>
                  </a:lnTo>
                  <a:lnTo>
                    <a:pt x="2287" y="2507"/>
                  </a:lnTo>
                  <a:lnTo>
                    <a:pt x="2427" y="2387"/>
                  </a:lnTo>
                  <a:lnTo>
                    <a:pt x="2548" y="2226"/>
                  </a:lnTo>
                  <a:lnTo>
                    <a:pt x="2648" y="2066"/>
                  </a:lnTo>
                  <a:lnTo>
                    <a:pt x="2728" y="1885"/>
                  </a:lnTo>
                  <a:lnTo>
                    <a:pt x="2768" y="1725"/>
                  </a:lnTo>
                  <a:lnTo>
                    <a:pt x="2788" y="1545"/>
                  </a:lnTo>
                  <a:lnTo>
                    <a:pt x="2808" y="1384"/>
                  </a:lnTo>
                  <a:lnTo>
                    <a:pt x="2788" y="1224"/>
                  </a:lnTo>
                  <a:lnTo>
                    <a:pt x="2768" y="1083"/>
                  </a:lnTo>
                  <a:lnTo>
                    <a:pt x="2728" y="923"/>
                  </a:lnTo>
                  <a:lnTo>
                    <a:pt x="2648" y="782"/>
                  </a:lnTo>
                  <a:lnTo>
                    <a:pt x="2568" y="642"/>
                  </a:lnTo>
                  <a:lnTo>
                    <a:pt x="2487" y="522"/>
                  </a:lnTo>
                  <a:lnTo>
                    <a:pt x="2387" y="401"/>
                  </a:lnTo>
                  <a:lnTo>
                    <a:pt x="2267" y="301"/>
                  </a:lnTo>
                  <a:lnTo>
                    <a:pt x="2126" y="221"/>
                  </a:lnTo>
                  <a:lnTo>
                    <a:pt x="1986" y="141"/>
                  </a:lnTo>
                  <a:lnTo>
                    <a:pt x="1826" y="81"/>
                  </a:lnTo>
                  <a:lnTo>
                    <a:pt x="1665" y="40"/>
                  </a:lnTo>
                  <a:lnTo>
                    <a:pt x="1505" y="20"/>
                  </a:lnTo>
                  <a:lnTo>
                    <a:pt x="134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22"/>
            <p:cNvSpPr/>
            <p:nvPr/>
          </p:nvSpPr>
          <p:spPr>
            <a:xfrm>
              <a:off x="8321350" y="4191275"/>
              <a:ext cx="258225" cy="278800"/>
            </a:xfrm>
            <a:custGeom>
              <a:avLst/>
              <a:gdLst/>
              <a:ahLst/>
              <a:cxnLst/>
              <a:rect l="l" t="t" r="r" b="b"/>
              <a:pathLst>
                <a:path w="10329" h="11152" extrusionOk="0">
                  <a:moveTo>
                    <a:pt x="1565" y="1"/>
                  </a:moveTo>
                  <a:lnTo>
                    <a:pt x="1484" y="41"/>
                  </a:lnTo>
                  <a:lnTo>
                    <a:pt x="1384" y="81"/>
                  </a:lnTo>
                  <a:lnTo>
                    <a:pt x="1124" y="262"/>
                  </a:lnTo>
                  <a:lnTo>
                    <a:pt x="843" y="502"/>
                  </a:lnTo>
                  <a:lnTo>
                    <a:pt x="562" y="763"/>
                  </a:lnTo>
                  <a:lnTo>
                    <a:pt x="321" y="1044"/>
                  </a:lnTo>
                  <a:lnTo>
                    <a:pt x="121" y="1284"/>
                  </a:lnTo>
                  <a:lnTo>
                    <a:pt x="61" y="1385"/>
                  </a:lnTo>
                  <a:lnTo>
                    <a:pt x="0" y="1465"/>
                  </a:lnTo>
                  <a:lnTo>
                    <a:pt x="0" y="1525"/>
                  </a:lnTo>
                  <a:lnTo>
                    <a:pt x="21" y="1565"/>
                  </a:lnTo>
                  <a:lnTo>
                    <a:pt x="1244" y="3029"/>
                  </a:lnTo>
                  <a:lnTo>
                    <a:pt x="2507" y="4553"/>
                  </a:lnTo>
                  <a:lnTo>
                    <a:pt x="3991" y="6278"/>
                  </a:lnTo>
                  <a:lnTo>
                    <a:pt x="5495" y="8023"/>
                  </a:lnTo>
                  <a:lnTo>
                    <a:pt x="6839" y="9567"/>
                  </a:lnTo>
                  <a:lnTo>
                    <a:pt x="7421" y="10189"/>
                  </a:lnTo>
                  <a:lnTo>
                    <a:pt x="7882" y="10670"/>
                  </a:lnTo>
                  <a:lnTo>
                    <a:pt x="8223" y="10991"/>
                  </a:lnTo>
                  <a:lnTo>
                    <a:pt x="8343" y="11071"/>
                  </a:lnTo>
                  <a:lnTo>
                    <a:pt x="8423" y="11111"/>
                  </a:lnTo>
                  <a:lnTo>
                    <a:pt x="8664" y="11151"/>
                  </a:lnTo>
                  <a:lnTo>
                    <a:pt x="8985" y="11151"/>
                  </a:lnTo>
                  <a:lnTo>
                    <a:pt x="9306" y="11131"/>
                  </a:lnTo>
                  <a:lnTo>
                    <a:pt x="9627" y="11091"/>
                  </a:lnTo>
                  <a:lnTo>
                    <a:pt x="9927" y="11031"/>
                  </a:lnTo>
                  <a:lnTo>
                    <a:pt x="10148" y="10951"/>
                  </a:lnTo>
                  <a:lnTo>
                    <a:pt x="10228" y="10911"/>
                  </a:lnTo>
                  <a:lnTo>
                    <a:pt x="10288" y="10871"/>
                  </a:lnTo>
                  <a:lnTo>
                    <a:pt x="10329" y="10830"/>
                  </a:lnTo>
                  <a:lnTo>
                    <a:pt x="10329" y="10770"/>
                  </a:lnTo>
                  <a:lnTo>
                    <a:pt x="10208" y="10610"/>
                  </a:lnTo>
                  <a:lnTo>
                    <a:pt x="9907" y="10249"/>
                  </a:lnTo>
                  <a:lnTo>
                    <a:pt x="8905" y="8985"/>
                  </a:lnTo>
                  <a:lnTo>
                    <a:pt x="5917" y="5295"/>
                  </a:lnTo>
                  <a:lnTo>
                    <a:pt x="15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22"/>
            <p:cNvSpPr/>
            <p:nvPr/>
          </p:nvSpPr>
          <p:spPr>
            <a:xfrm>
              <a:off x="8321350" y="4191275"/>
              <a:ext cx="258225" cy="278800"/>
            </a:xfrm>
            <a:custGeom>
              <a:avLst/>
              <a:gdLst/>
              <a:ahLst/>
              <a:cxnLst/>
              <a:rect l="l" t="t" r="r" b="b"/>
              <a:pathLst>
                <a:path w="10329" h="11152" fill="none" extrusionOk="0">
                  <a:moveTo>
                    <a:pt x="21" y="1565"/>
                  </a:moveTo>
                  <a:lnTo>
                    <a:pt x="21" y="1565"/>
                  </a:lnTo>
                  <a:lnTo>
                    <a:pt x="0" y="1525"/>
                  </a:lnTo>
                  <a:lnTo>
                    <a:pt x="0" y="1465"/>
                  </a:lnTo>
                  <a:lnTo>
                    <a:pt x="61" y="1385"/>
                  </a:lnTo>
                  <a:lnTo>
                    <a:pt x="121" y="1284"/>
                  </a:lnTo>
                  <a:lnTo>
                    <a:pt x="321" y="1044"/>
                  </a:lnTo>
                  <a:lnTo>
                    <a:pt x="562" y="763"/>
                  </a:lnTo>
                  <a:lnTo>
                    <a:pt x="843" y="502"/>
                  </a:lnTo>
                  <a:lnTo>
                    <a:pt x="1124" y="262"/>
                  </a:lnTo>
                  <a:lnTo>
                    <a:pt x="1384" y="81"/>
                  </a:lnTo>
                  <a:lnTo>
                    <a:pt x="1484" y="41"/>
                  </a:lnTo>
                  <a:lnTo>
                    <a:pt x="1565" y="1"/>
                  </a:lnTo>
                  <a:lnTo>
                    <a:pt x="1565" y="1"/>
                  </a:lnTo>
                  <a:lnTo>
                    <a:pt x="5917" y="5295"/>
                  </a:lnTo>
                  <a:lnTo>
                    <a:pt x="8905" y="8985"/>
                  </a:lnTo>
                  <a:lnTo>
                    <a:pt x="9907" y="10249"/>
                  </a:lnTo>
                  <a:lnTo>
                    <a:pt x="10208" y="10610"/>
                  </a:lnTo>
                  <a:lnTo>
                    <a:pt x="10329" y="10770"/>
                  </a:lnTo>
                  <a:lnTo>
                    <a:pt x="10329" y="10770"/>
                  </a:lnTo>
                  <a:lnTo>
                    <a:pt x="10329" y="10830"/>
                  </a:lnTo>
                  <a:lnTo>
                    <a:pt x="10288" y="10871"/>
                  </a:lnTo>
                  <a:lnTo>
                    <a:pt x="10228" y="10911"/>
                  </a:lnTo>
                  <a:lnTo>
                    <a:pt x="10148" y="10951"/>
                  </a:lnTo>
                  <a:lnTo>
                    <a:pt x="9927" y="11031"/>
                  </a:lnTo>
                  <a:lnTo>
                    <a:pt x="9627" y="11091"/>
                  </a:lnTo>
                  <a:lnTo>
                    <a:pt x="9306" y="11131"/>
                  </a:lnTo>
                  <a:lnTo>
                    <a:pt x="8985" y="11151"/>
                  </a:lnTo>
                  <a:lnTo>
                    <a:pt x="8664" y="11151"/>
                  </a:lnTo>
                  <a:lnTo>
                    <a:pt x="8423" y="11111"/>
                  </a:lnTo>
                  <a:lnTo>
                    <a:pt x="8423" y="11111"/>
                  </a:lnTo>
                  <a:lnTo>
                    <a:pt x="8343" y="11071"/>
                  </a:lnTo>
                  <a:lnTo>
                    <a:pt x="8223" y="10991"/>
                  </a:lnTo>
                  <a:lnTo>
                    <a:pt x="7882" y="10670"/>
                  </a:lnTo>
                  <a:lnTo>
                    <a:pt x="7421" y="10189"/>
                  </a:lnTo>
                  <a:lnTo>
                    <a:pt x="6839" y="9567"/>
                  </a:lnTo>
                  <a:lnTo>
                    <a:pt x="5495" y="8023"/>
                  </a:lnTo>
                  <a:lnTo>
                    <a:pt x="3991" y="6278"/>
                  </a:lnTo>
                  <a:lnTo>
                    <a:pt x="2507" y="4553"/>
                  </a:lnTo>
                  <a:lnTo>
                    <a:pt x="1244" y="3029"/>
                  </a:lnTo>
                  <a:lnTo>
                    <a:pt x="21" y="156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22"/>
            <p:cNvSpPr/>
            <p:nvPr/>
          </p:nvSpPr>
          <p:spPr>
            <a:xfrm>
              <a:off x="8521400" y="4178250"/>
              <a:ext cx="392075" cy="246700"/>
            </a:xfrm>
            <a:custGeom>
              <a:avLst/>
              <a:gdLst/>
              <a:ahLst/>
              <a:cxnLst/>
              <a:rect l="l" t="t" r="r" b="b"/>
              <a:pathLst>
                <a:path w="15683" h="9868" extrusionOk="0">
                  <a:moveTo>
                    <a:pt x="14339" y="1"/>
                  </a:moveTo>
                  <a:lnTo>
                    <a:pt x="14239" y="21"/>
                  </a:lnTo>
                  <a:lnTo>
                    <a:pt x="13998" y="121"/>
                  </a:lnTo>
                  <a:lnTo>
                    <a:pt x="13497" y="422"/>
                  </a:lnTo>
                  <a:lnTo>
                    <a:pt x="11812" y="1384"/>
                  </a:lnTo>
                  <a:lnTo>
                    <a:pt x="6939" y="4252"/>
                  </a:lnTo>
                  <a:lnTo>
                    <a:pt x="2166" y="7100"/>
                  </a:lnTo>
                  <a:lnTo>
                    <a:pt x="0" y="8383"/>
                  </a:lnTo>
                  <a:lnTo>
                    <a:pt x="1203" y="9867"/>
                  </a:lnTo>
                  <a:lnTo>
                    <a:pt x="3450" y="8704"/>
                  </a:lnTo>
                  <a:lnTo>
                    <a:pt x="5756" y="7501"/>
                  </a:lnTo>
                  <a:lnTo>
                    <a:pt x="8423" y="6097"/>
                  </a:lnTo>
                  <a:lnTo>
                    <a:pt x="11070" y="4693"/>
                  </a:lnTo>
                  <a:lnTo>
                    <a:pt x="13397" y="3410"/>
                  </a:lnTo>
                  <a:lnTo>
                    <a:pt x="14319" y="2888"/>
                  </a:lnTo>
                  <a:lnTo>
                    <a:pt x="15041" y="2447"/>
                  </a:lnTo>
                  <a:lnTo>
                    <a:pt x="15502" y="2146"/>
                  </a:lnTo>
                  <a:lnTo>
                    <a:pt x="15623" y="2046"/>
                  </a:lnTo>
                  <a:lnTo>
                    <a:pt x="15683" y="1986"/>
                  </a:lnTo>
                  <a:lnTo>
                    <a:pt x="15683" y="1866"/>
                  </a:lnTo>
                  <a:lnTo>
                    <a:pt x="15643" y="1745"/>
                  </a:lnTo>
                  <a:lnTo>
                    <a:pt x="15603" y="1605"/>
                  </a:lnTo>
                  <a:lnTo>
                    <a:pt x="15542" y="1444"/>
                  </a:lnTo>
                  <a:lnTo>
                    <a:pt x="15362" y="1104"/>
                  </a:lnTo>
                  <a:lnTo>
                    <a:pt x="15141" y="763"/>
                  </a:lnTo>
                  <a:lnTo>
                    <a:pt x="14901" y="442"/>
                  </a:lnTo>
                  <a:lnTo>
                    <a:pt x="14780" y="321"/>
                  </a:lnTo>
                  <a:lnTo>
                    <a:pt x="14660" y="201"/>
                  </a:lnTo>
                  <a:lnTo>
                    <a:pt x="14540" y="101"/>
                  </a:lnTo>
                  <a:lnTo>
                    <a:pt x="14439" y="41"/>
                  </a:lnTo>
                  <a:lnTo>
                    <a:pt x="143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22"/>
            <p:cNvSpPr/>
            <p:nvPr/>
          </p:nvSpPr>
          <p:spPr>
            <a:xfrm>
              <a:off x="8222575" y="3901000"/>
              <a:ext cx="946100" cy="523950"/>
            </a:xfrm>
            <a:custGeom>
              <a:avLst/>
              <a:gdLst/>
              <a:ahLst/>
              <a:cxnLst/>
              <a:rect l="l" t="t" r="r" b="b"/>
              <a:pathLst>
                <a:path w="37844" h="20958" extrusionOk="0">
                  <a:moveTo>
                    <a:pt x="21720" y="0"/>
                  </a:moveTo>
                  <a:lnTo>
                    <a:pt x="21198" y="20"/>
                  </a:lnTo>
                  <a:lnTo>
                    <a:pt x="20697" y="61"/>
                  </a:lnTo>
                  <a:lnTo>
                    <a:pt x="20196" y="141"/>
                  </a:lnTo>
                  <a:lnTo>
                    <a:pt x="19714" y="241"/>
                  </a:lnTo>
                  <a:lnTo>
                    <a:pt x="19213" y="361"/>
                  </a:lnTo>
                  <a:lnTo>
                    <a:pt x="18712" y="502"/>
                  </a:lnTo>
                  <a:lnTo>
                    <a:pt x="18230" y="662"/>
                  </a:lnTo>
                  <a:lnTo>
                    <a:pt x="17749" y="823"/>
                  </a:lnTo>
                  <a:lnTo>
                    <a:pt x="17268" y="1023"/>
                  </a:lnTo>
                  <a:lnTo>
                    <a:pt x="16786" y="1244"/>
                  </a:lnTo>
                  <a:lnTo>
                    <a:pt x="16305" y="1464"/>
                  </a:lnTo>
                  <a:lnTo>
                    <a:pt x="15844" y="1705"/>
                  </a:lnTo>
                  <a:lnTo>
                    <a:pt x="15383" y="1946"/>
                  </a:lnTo>
                  <a:lnTo>
                    <a:pt x="14941" y="2226"/>
                  </a:lnTo>
                  <a:lnTo>
                    <a:pt x="14500" y="2487"/>
                  </a:lnTo>
                  <a:lnTo>
                    <a:pt x="14059" y="2788"/>
                  </a:lnTo>
                  <a:lnTo>
                    <a:pt x="13638" y="3069"/>
                  </a:lnTo>
                  <a:lnTo>
                    <a:pt x="13417" y="3229"/>
                  </a:lnTo>
                  <a:lnTo>
                    <a:pt x="13257" y="3309"/>
                  </a:lnTo>
                  <a:lnTo>
                    <a:pt x="13076" y="3370"/>
                  </a:lnTo>
                  <a:lnTo>
                    <a:pt x="12856" y="3430"/>
                  </a:lnTo>
                  <a:lnTo>
                    <a:pt x="12615" y="3490"/>
                  </a:lnTo>
                  <a:lnTo>
                    <a:pt x="12094" y="3550"/>
                  </a:lnTo>
                  <a:lnTo>
                    <a:pt x="11492" y="3590"/>
                  </a:lnTo>
                  <a:lnTo>
                    <a:pt x="10850" y="3610"/>
                  </a:lnTo>
                  <a:lnTo>
                    <a:pt x="10148" y="3610"/>
                  </a:lnTo>
                  <a:lnTo>
                    <a:pt x="8624" y="3590"/>
                  </a:lnTo>
                  <a:lnTo>
                    <a:pt x="7080" y="3570"/>
                  </a:lnTo>
                  <a:lnTo>
                    <a:pt x="6318" y="3570"/>
                  </a:lnTo>
                  <a:lnTo>
                    <a:pt x="5556" y="3590"/>
                  </a:lnTo>
                  <a:lnTo>
                    <a:pt x="4834" y="3630"/>
                  </a:lnTo>
                  <a:lnTo>
                    <a:pt x="4132" y="3690"/>
                  </a:lnTo>
                  <a:lnTo>
                    <a:pt x="3490" y="3791"/>
                  </a:lnTo>
                  <a:lnTo>
                    <a:pt x="3189" y="3871"/>
                  </a:lnTo>
                  <a:lnTo>
                    <a:pt x="2889" y="3931"/>
                  </a:lnTo>
                  <a:lnTo>
                    <a:pt x="2708" y="3991"/>
                  </a:lnTo>
                  <a:lnTo>
                    <a:pt x="2508" y="4071"/>
                  </a:lnTo>
                  <a:lnTo>
                    <a:pt x="2327" y="4172"/>
                  </a:lnTo>
                  <a:lnTo>
                    <a:pt x="2147" y="4292"/>
                  </a:lnTo>
                  <a:lnTo>
                    <a:pt x="1946" y="4412"/>
                  </a:lnTo>
                  <a:lnTo>
                    <a:pt x="1766" y="4553"/>
                  </a:lnTo>
                  <a:lnTo>
                    <a:pt x="1605" y="4693"/>
                  </a:lnTo>
                  <a:lnTo>
                    <a:pt x="1425" y="4874"/>
                  </a:lnTo>
                  <a:lnTo>
                    <a:pt x="1264" y="5054"/>
                  </a:lnTo>
                  <a:lnTo>
                    <a:pt x="1104" y="5235"/>
                  </a:lnTo>
                  <a:lnTo>
                    <a:pt x="943" y="5435"/>
                  </a:lnTo>
                  <a:lnTo>
                    <a:pt x="803" y="5636"/>
                  </a:lnTo>
                  <a:lnTo>
                    <a:pt x="683" y="5856"/>
                  </a:lnTo>
                  <a:lnTo>
                    <a:pt x="542" y="6097"/>
                  </a:lnTo>
                  <a:lnTo>
                    <a:pt x="442" y="6318"/>
                  </a:lnTo>
                  <a:lnTo>
                    <a:pt x="342" y="6558"/>
                  </a:lnTo>
                  <a:lnTo>
                    <a:pt x="241" y="6819"/>
                  </a:lnTo>
                  <a:lnTo>
                    <a:pt x="181" y="7080"/>
                  </a:lnTo>
                  <a:lnTo>
                    <a:pt x="101" y="7340"/>
                  </a:lnTo>
                  <a:lnTo>
                    <a:pt x="61" y="7601"/>
                  </a:lnTo>
                  <a:lnTo>
                    <a:pt x="21" y="7862"/>
                  </a:lnTo>
                  <a:lnTo>
                    <a:pt x="1" y="8143"/>
                  </a:lnTo>
                  <a:lnTo>
                    <a:pt x="1" y="8423"/>
                  </a:lnTo>
                  <a:lnTo>
                    <a:pt x="21" y="8704"/>
                  </a:lnTo>
                  <a:lnTo>
                    <a:pt x="61" y="8965"/>
                  </a:lnTo>
                  <a:lnTo>
                    <a:pt x="121" y="9246"/>
                  </a:lnTo>
                  <a:lnTo>
                    <a:pt x="181" y="9526"/>
                  </a:lnTo>
                  <a:lnTo>
                    <a:pt x="281" y="9807"/>
                  </a:lnTo>
                  <a:lnTo>
                    <a:pt x="402" y="10088"/>
                  </a:lnTo>
                  <a:lnTo>
                    <a:pt x="542" y="10369"/>
                  </a:lnTo>
                  <a:lnTo>
                    <a:pt x="703" y="10629"/>
                  </a:lnTo>
                  <a:lnTo>
                    <a:pt x="883" y="10910"/>
                  </a:lnTo>
                  <a:lnTo>
                    <a:pt x="1044" y="11091"/>
                  </a:lnTo>
                  <a:lnTo>
                    <a:pt x="1164" y="11251"/>
                  </a:lnTo>
                  <a:lnTo>
                    <a:pt x="1184" y="11271"/>
                  </a:lnTo>
                  <a:lnTo>
                    <a:pt x="1384" y="11472"/>
                  </a:lnTo>
                  <a:lnTo>
                    <a:pt x="1625" y="11672"/>
                  </a:lnTo>
                  <a:lnTo>
                    <a:pt x="1926" y="11913"/>
                  </a:lnTo>
                  <a:lnTo>
                    <a:pt x="2267" y="12113"/>
                  </a:lnTo>
                  <a:lnTo>
                    <a:pt x="2628" y="12314"/>
                  </a:lnTo>
                  <a:lnTo>
                    <a:pt x="3009" y="12494"/>
                  </a:lnTo>
                  <a:lnTo>
                    <a:pt x="3410" y="12635"/>
                  </a:lnTo>
                  <a:lnTo>
                    <a:pt x="3851" y="12755"/>
                  </a:lnTo>
                  <a:lnTo>
                    <a:pt x="4292" y="12855"/>
                  </a:lnTo>
                  <a:lnTo>
                    <a:pt x="4754" y="12916"/>
                  </a:lnTo>
                  <a:lnTo>
                    <a:pt x="5215" y="12936"/>
                  </a:lnTo>
                  <a:lnTo>
                    <a:pt x="5716" y="12936"/>
                  </a:lnTo>
                  <a:lnTo>
                    <a:pt x="6218" y="12916"/>
                  </a:lnTo>
                  <a:lnTo>
                    <a:pt x="6719" y="12835"/>
                  </a:lnTo>
                  <a:lnTo>
                    <a:pt x="7220" y="12715"/>
                  </a:lnTo>
                  <a:lnTo>
                    <a:pt x="7742" y="12575"/>
                  </a:lnTo>
                  <a:lnTo>
                    <a:pt x="8263" y="12374"/>
                  </a:lnTo>
                  <a:lnTo>
                    <a:pt x="8785" y="12133"/>
                  </a:lnTo>
                  <a:lnTo>
                    <a:pt x="9065" y="11993"/>
                  </a:lnTo>
                  <a:lnTo>
                    <a:pt x="9346" y="11813"/>
                  </a:lnTo>
                  <a:lnTo>
                    <a:pt x="9607" y="11652"/>
                  </a:lnTo>
                  <a:lnTo>
                    <a:pt x="9888" y="11452"/>
                  </a:lnTo>
                  <a:lnTo>
                    <a:pt x="10168" y="11251"/>
                  </a:lnTo>
                  <a:lnTo>
                    <a:pt x="10429" y="11030"/>
                  </a:lnTo>
                  <a:lnTo>
                    <a:pt x="10710" y="10790"/>
                  </a:lnTo>
                  <a:lnTo>
                    <a:pt x="10971" y="10529"/>
                  </a:lnTo>
                  <a:lnTo>
                    <a:pt x="11251" y="10268"/>
                  </a:lnTo>
                  <a:lnTo>
                    <a:pt x="11512" y="9968"/>
                  </a:lnTo>
                  <a:lnTo>
                    <a:pt x="11753" y="9667"/>
                  </a:lnTo>
                  <a:lnTo>
                    <a:pt x="12013" y="9366"/>
                  </a:lnTo>
                  <a:lnTo>
                    <a:pt x="12274" y="9025"/>
                  </a:lnTo>
                  <a:lnTo>
                    <a:pt x="12515" y="8664"/>
                  </a:lnTo>
                  <a:lnTo>
                    <a:pt x="12755" y="8303"/>
                  </a:lnTo>
                  <a:lnTo>
                    <a:pt x="12996" y="7902"/>
                  </a:lnTo>
                  <a:lnTo>
                    <a:pt x="13217" y="7481"/>
                  </a:lnTo>
                  <a:lnTo>
                    <a:pt x="13437" y="7019"/>
                  </a:lnTo>
                  <a:lnTo>
                    <a:pt x="13678" y="6538"/>
                  </a:lnTo>
                  <a:lnTo>
                    <a:pt x="13919" y="6037"/>
                  </a:lnTo>
                  <a:lnTo>
                    <a:pt x="14219" y="5515"/>
                  </a:lnTo>
                  <a:lnTo>
                    <a:pt x="14560" y="4974"/>
                  </a:lnTo>
                  <a:lnTo>
                    <a:pt x="14761" y="4693"/>
                  </a:lnTo>
                  <a:lnTo>
                    <a:pt x="14961" y="4412"/>
                  </a:lnTo>
                  <a:lnTo>
                    <a:pt x="15202" y="4152"/>
                  </a:lnTo>
                  <a:lnTo>
                    <a:pt x="15463" y="3871"/>
                  </a:lnTo>
                  <a:lnTo>
                    <a:pt x="15483" y="3851"/>
                  </a:lnTo>
                  <a:lnTo>
                    <a:pt x="16084" y="3550"/>
                  </a:lnTo>
                  <a:lnTo>
                    <a:pt x="16365" y="3430"/>
                  </a:lnTo>
                  <a:lnTo>
                    <a:pt x="16626" y="3329"/>
                  </a:lnTo>
                  <a:lnTo>
                    <a:pt x="16867" y="3249"/>
                  </a:lnTo>
                  <a:lnTo>
                    <a:pt x="17087" y="3189"/>
                  </a:lnTo>
                  <a:lnTo>
                    <a:pt x="17308" y="3149"/>
                  </a:lnTo>
                  <a:lnTo>
                    <a:pt x="17709" y="3149"/>
                  </a:lnTo>
                  <a:lnTo>
                    <a:pt x="17970" y="3189"/>
                  </a:lnTo>
                  <a:lnTo>
                    <a:pt x="18230" y="3269"/>
                  </a:lnTo>
                  <a:lnTo>
                    <a:pt x="18491" y="3350"/>
                  </a:lnTo>
                  <a:lnTo>
                    <a:pt x="18772" y="3470"/>
                  </a:lnTo>
                  <a:lnTo>
                    <a:pt x="19052" y="3610"/>
                  </a:lnTo>
                  <a:lnTo>
                    <a:pt x="19333" y="3771"/>
                  </a:lnTo>
                  <a:lnTo>
                    <a:pt x="19614" y="3951"/>
                  </a:lnTo>
                  <a:lnTo>
                    <a:pt x="19915" y="4172"/>
                  </a:lnTo>
                  <a:lnTo>
                    <a:pt x="20336" y="4493"/>
                  </a:lnTo>
                  <a:lnTo>
                    <a:pt x="20777" y="4854"/>
                  </a:lnTo>
                  <a:lnTo>
                    <a:pt x="21218" y="5255"/>
                  </a:lnTo>
                  <a:lnTo>
                    <a:pt x="21660" y="5676"/>
                  </a:lnTo>
                  <a:lnTo>
                    <a:pt x="22101" y="6137"/>
                  </a:lnTo>
                  <a:lnTo>
                    <a:pt x="22562" y="6618"/>
                  </a:lnTo>
                  <a:lnTo>
                    <a:pt x="23023" y="7120"/>
                  </a:lnTo>
                  <a:lnTo>
                    <a:pt x="23485" y="7661"/>
                  </a:lnTo>
                  <a:lnTo>
                    <a:pt x="24407" y="8764"/>
                  </a:lnTo>
                  <a:lnTo>
                    <a:pt x="25330" y="9947"/>
                  </a:lnTo>
                  <a:lnTo>
                    <a:pt x="26232" y="11151"/>
                  </a:lnTo>
                  <a:lnTo>
                    <a:pt x="27134" y="12374"/>
                  </a:lnTo>
                  <a:lnTo>
                    <a:pt x="27997" y="13577"/>
                  </a:lnTo>
                  <a:lnTo>
                    <a:pt x="28839" y="14761"/>
                  </a:lnTo>
                  <a:lnTo>
                    <a:pt x="30383" y="16987"/>
                  </a:lnTo>
                  <a:lnTo>
                    <a:pt x="31085" y="17969"/>
                  </a:lnTo>
                  <a:lnTo>
                    <a:pt x="31727" y="18832"/>
                  </a:lnTo>
                  <a:lnTo>
                    <a:pt x="32288" y="19574"/>
                  </a:lnTo>
                  <a:lnTo>
                    <a:pt x="32790" y="20175"/>
                  </a:lnTo>
                  <a:lnTo>
                    <a:pt x="32970" y="20376"/>
                  </a:lnTo>
                  <a:lnTo>
                    <a:pt x="33151" y="20536"/>
                  </a:lnTo>
                  <a:lnTo>
                    <a:pt x="33311" y="20677"/>
                  </a:lnTo>
                  <a:lnTo>
                    <a:pt x="33432" y="20777"/>
                  </a:lnTo>
                  <a:lnTo>
                    <a:pt x="33552" y="20837"/>
                  </a:lnTo>
                  <a:lnTo>
                    <a:pt x="33732" y="20877"/>
                  </a:lnTo>
                  <a:lnTo>
                    <a:pt x="33993" y="20917"/>
                  </a:lnTo>
                  <a:lnTo>
                    <a:pt x="34354" y="20937"/>
                  </a:lnTo>
                  <a:lnTo>
                    <a:pt x="34795" y="20937"/>
                  </a:lnTo>
                  <a:lnTo>
                    <a:pt x="34996" y="20957"/>
                  </a:lnTo>
                  <a:lnTo>
                    <a:pt x="35858" y="20957"/>
                  </a:lnTo>
                  <a:lnTo>
                    <a:pt x="36881" y="20937"/>
                  </a:lnTo>
                  <a:lnTo>
                    <a:pt x="37844" y="20937"/>
                  </a:lnTo>
                  <a:lnTo>
                    <a:pt x="37643" y="20336"/>
                  </a:lnTo>
                  <a:lnTo>
                    <a:pt x="37362" y="19433"/>
                  </a:lnTo>
                  <a:lnTo>
                    <a:pt x="37001" y="18270"/>
                  </a:lnTo>
                  <a:lnTo>
                    <a:pt x="36540" y="16906"/>
                  </a:lnTo>
                  <a:lnTo>
                    <a:pt x="35999" y="15362"/>
                  </a:lnTo>
                  <a:lnTo>
                    <a:pt x="35678" y="14560"/>
                  </a:lnTo>
                  <a:lnTo>
                    <a:pt x="35357" y="13718"/>
                  </a:lnTo>
                  <a:lnTo>
                    <a:pt x="34996" y="12855"/>
                  </a:lnTo>
                  <a:lnTo>
                    <a:pt x="34615" y="11973"/>
                  </a:lnTo>
                  <a:lnTo>
                    <a:pt x="34214" y="11091"/>
                  </a:lnTo>
                  <a:lnTo>
                    <a:pt x="33772" y="10208"/>
                  </a:lnTo>
                  <a:lnTo>
                    <a:pt x="33311" y="9326"/>
                  </a:lnTo>
                  <a:lnTo>
                    <a:pt x="32830" y="8443"/>
                  </a:lnTo>
                  <a:lnTo>
                    <a:pt x="32329" y="7581"/>
                  </a:lnTo>
                  <a:lnTo>
                    <a:pt x="31787" y="6739"/>
                  </a:lnTo>
                  <a:lnTo>
                    <a:pt x="31226" y="5916"/>
                  </a:lnTo>
                  <a:lnTo>
                    <a:pt x="30644" y="5134"/>
                  </a:lnTo>
                  <a:lnTo>
                    <a:pt x="30042" y="4372"/>
                  </a:lnTo>
                  <a:lnTo>
                    <a:pt x="29721" y="4011"/>
                  </a:lnTo>
                  <a:lnTo>
                    <a:pt x="29401" y="3670"/>
                  </a:lnTo>
                  <a:lnTo>
                    <a:pt x="29060" y="3329"/>
                  </a:lnTo>
                  <a:lnTo>
                    <a:pt x="28739" y="3009"/>
                  </a:lnTo>
                  <a:lnTo>
                    <a:pt x="28378" y="2688"/>
                  </a:lnTo>
                  <a:lnTo>
                    <a:pt x="28037" y="2387"/>
                  </a:lnTo>
                  <a:lnTo>
                    <a:pt x="27676" y="2106"/>
                  </a:lnTo>
                  <a:lnTo>
                    <a:pt x="27315" y="1825"/>
                  </a:lnTo>
                  <a:lnTo>
                    <a:pt x="26934" y="1585"/>
                  </a:lnTo>
                  <a:lnTo>
                    <a:pt x="26553" y="1344"/>
                  </a:lnTo>
                  <a:lnTo>
                    <a:pt x="26172" y="1123"/>
                  </a:lnTo>
                  <a:lnTo>
                    <a:pt x="25791" y="903"/>
                  </a:lnTo>
                  <a:lnTo>
                    <a:pt x="25390" y="722"/>
                  </a:lnTo>
                  <a:lnTo>
                    <a:pt x="24969" y="562"/>
                  </a:lnTo>
                  <a:lnTo>
                    <a:pt x="24567" y="422"/>
                  </a:lnTo>
                  <a:lnTo>
                    <a:pt x="24146" y="281"/>
                  </a:lnTo>
                  <a:lnTo>
                    <a:pt x="23705" y="181"/>
                  </a:lnTo>
                  <a:lnTo>
                    <a:pt x="23284" y="101"/>
                  </a:lnTo>
                  <a:lnTo>
                    <a:pt x="22763" y="41"/>
                  </a:lnTo>
                  <a:lnTo>
                    <a:pt x="222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22"/>
            <p:cNvSpPr/>
            <p:nvPr/>
          </p:nvSpPr>
          <p:spPr>
            <a:xfrm>
              <a:off x="8222575" y="3901000"/>
              <a:ext cx="946100" cy="523950"/>
            </a:xfrm>
            <a:custGeom>
              <a:avLst/>
              <a:gdLst/>
              <a:ahLst/>
              <a:cxnLst/>
              <a:rect l="l" t="t" r="r" b="b"/>
              <a:pathLst>
                <a:path w="37844" h="20958" fill="none" extrusionOk="0">
                  <a:moveTo>
                    <a:pt x="37844" y="20937"/>
                  </a:moveTo>
                  <a:lnTo>
                    <a:pt x="37844" y="20937"/>
                  </a:lnTo>
                  <a:lnTo>
                    <a:pt x="37001" y="20937"/>
                  </a:lnTo>
                  <a:lnTo>
                    <a:pt x="36881" y="20937"/>
                  </a:lnTo>
                  <a:lnTo>
                    <a:pt x="36881" y="20937"/>
                  </a:lnTo>
                  <a:lnTo>
                    <a:pt x="35858" y="20957"/>
                  </a:lnTo>
                  <a:lnTo>
                    <a:pt x="34996" y="20957"/>
                  </a:lnTo>
                  <a:lnTo>
                    <a:pt x="34996" y="20957"/>
                  </a:lnTo>
                  <a:lnTo>
                    <a:pt x="34795" y="20937"/>
                  </a:lnTo>
                  <a:lnTo>
                    <a:pt x="34795" y="20937"/>
                  </a:lnTo>
                  <a:lnTo>
                    <a:pt x="34354" y="20937"/>
                  </a:lnTo>
                  <a:lnTo>
                    <a:pt x="33993" y="20917"/>
                  </a:lnTo>
                  <a:lnTo>
                    <a:pt x="33732" y="20877"/>
                  </a:lnTo>
                  <a:lnTo>
                    <a:pt x="33552" y="20837"/>
                  </a:lnTo>
                  <a:lnTo>
                    <a:pt x="33552" y="20837"/>
                  </a:lnTo>
                  <a:lnTo>
                    <a:pt x="33432" y="20777"/>
                  </a:lnTo>
                  <a:lnTo>
                    <a:pt x="33432" y="20777"/>
                  </a:lnTo>
                  <a:lnTo>
                    <a:pt x="33311" y="20677"/>
                  </a:lnTo>
                  <a:lnTo>
                    <a:pt x="33151" y="20536"/>
                  </a:lnTo>
                  <a:lnTo>
                    <a:pt x="32970" y="20376"/>
                  </a:lnTo>
                  <a:lnTo>
                    <a:pt x="32790" y="20175"/>
                  </a:lnTo>
                  <a:lnTo>
                    <a:pt x="32790" y="20175"/>
                  </a:lnTo>
                  <a:lnTo>
                    <a:pt x="32288" y="19574"/>
                  </a:lnTo>
                  <a:lnTo>
                    <a:pt x="31727" y="18832"/>
                  </a:lnTo>
                  <a:lnTo>
                    <a:pt x="31085" y="17969"/>
                  </a:lnTo>
                  <a:lnTo>
                    <a:pt x="30383" y="16987"/>
                  </a:lnTo>
                  <a:lnTo>
                    <a:pt x="28839" y="14761"/>
                  </a:lnTo>
                  <a:lnTo>
                    <a:pt x="27997" y="13577"/>
                  </a:lnTo>
                  <a:lnTo>
                    <a:pt x="27134" y="12374"/>
                  </a:lnTo>
                  <a:lnTo>
                    <a:pt x="26232" y="11151"/>
                  </a:lnTo>
                  <a:lnTo>
                    <a:pt x="25330" y="9947"/>
                  </a:lnTo>
                  <a:lnTo>
                    <a:pt x="24407" y="8764"/>
                  </a:lnTo>
                  <a:lnTo>
                    <a:pt x="23485" y="7661"/>
                  </a:lnTo>
                  <a:lnTo>
                    <a:pt x="23023" y="7120"/>
                  </a:lnTo>
                  <a:lnTo>
                    <a:pt x="22562" y="6618"/>
                  </a:lnTo>
                  <a:lnTo>
                    <a:pt x="22101" y="6137"/>
                  </a:lnTo>
                  <a:lnTo>
                    <a:pt x="21660" y="5676"/>
                  </a:lnTo>
                  <a:lnTo>
                    <a:pt x="21218" y="5255"/>
                  </a:lnTo>
                  <a:lnTo>
                    <a:pt x="20777" y="4854"/>
                  </a:lnTo>
                  <a:lnTo>
                    <a:pt x="20336" y="4493"/>
                  </a:lnTo>
                  <a:lnTo>
                    <a:pt x="19915" y="4172"/>
                  </a:lnTo>
                  <a:lnTo>
                    <a:pt x="19915" y="4172"/>
                  </a:lnTo>
                  <a:lnTo>
                    <a:pt x="19614" y="3951"/>
                  </a:lnTo>
                  <a:lnTo>
                    <a:pt x="19333" y="3771"/>
                  </a:lnTo>
                  <a:lnTo>
                    <a:pt x="19052" y="3610"/>
                  </a:lnTo>
                  <a:lnTo>
                    <a:pt x="18772" y="3470"/>
                  </a:lnTo>
                  <a:lnTo>
                    <a:pt x="18491" y="3350"/>
                  </a:lnTo>
                  <a:lnTo>
                    <a:pt x="18230" y="3269"/>
                  </a:lnTo>
                  <a:lnTo>
                    <a:pt x="17970" y="3189"/>
                  </a:lnTo>
                  <a:lnTo>
                    <a:pt x="17709" y="3149"/>
                  </a:lnTo>
                  <a:lnTo>
                    <a:pt x="17709" y="3149"/>
                  </a:lnTo>
                  <a:lnTo>
                    <a:pt x="17488" y="3149"/>
                  </a:lnTo>
                  <a:lnTo>
                    <a:pt x="17488" y="3149"/>
                  </a:lnTo>
                  <a:lnTo>
                    <a:pt x="17308" y="3149"/>
                  </a:lnTo>
                  <a:lnTo>
                    <a:pt x="17087" y="3189"/>
                  </a:lnTo>
                  <a:lnTo>
                    <a:pt x="16867" y="3249"/>
                  </a:lnTo>
                  <a:lnTo>
                    <a:pt x="16626" y="3329"/>
                  </a:lnTo>
                  <a:lnTo>
                    <a:pt x="16365" y="3430"/>
                  </a:lnTo>
                  <a:lnTo>
                    <a:pt x="16084" y="3550"/>
                  </a:lnTo>
                  <a:lnTo>
                    <a:pt x="15483" y="3851"/>
                  </a:lnTo>
                  <a:lnTo>
                    <a:pt x="15463" y="3871"/>
                  </a:lnTo>
                  <a:lnTo>
                    <a:pt x="15463" y="3871"/>
                  </a:lnTo>
                  <a:lnTo>
                    <a:pt x="15202" y="4152"/>
                  </a:lnTo>
                  <a:lnTo>
                    <a:pt x="14961" y="4412"/>
                  </a:lnTo>
                  <a:lnTo>
                    <a:pt x="14761" y="4693"/>
                  </a:lnTo>
                  <a:lnTo>
                    <a:pt x="14560" y="4974"/>
                  </a:lnTo>
                  <a:lnTo>
                    <a:pt x="14219" y="5515"/>
                  </a:lnTo>
                  <a:lnTo>
                    <a:pt x="13919" y="6037"/>
                  </a:lnTo>
                  <a:lnTo>
                    <a:pt x="13678" y="6538"/>
                  </a:lnTo>
                  <a:lnTo>
                    <a:pt x="13437" y="7019"/>
                  </a:lnTo>
                  <a:lnTo>
                    <a:pt x="13217" y="7481"/>
                  </a:lnTo>
                  <a:lnTo>
                    <a:pt x="12996" y="7902"/>
                  </a:lnTo>
                  <a:lnTo>
                    <a:pt x="12996" y="7902"/>
                  </a:lnTo>
                  <a:lnTo>
                    <a:pt x="12755" y="8303"/>
                  </a:lnTo>
                  <a:lnTo>
                    <a:pt x="12515" y="8664"/>
                  </a:lnTo>
                  <a:lnTo>
                    <a:pt x="12274" y="9025"/>
                  </a:lnTo>
                  <a:lnTo>
                    <a:pt x="12013" y="9366"/>
                  </a:lnTo>
                  <a:lnTo>
                    <a:pt x="11753" y="9667"/>
                  </a:lnTo>
                  <a:lnTo>
                    <a:pt x="11512" y="9968"/>
                  </a:lnTo>
                  <a:lnTo>
                    <a:pt x="11251" y="10268"/>
                  </a:lnTo>
                  <a:lnTo>
                    <a:pt x="10971" y="10529"/>
                  </a:lnTo>
                  <a:lnTo>
                    <a:pt x="10710" y="10790"/>
                  </a:lnTo>
                  <a:lnTo>
                    <a:pt x="10429" y="11030"/>
                  </a:lnTo>
                  <a:lnTo>
                    <a:pt x="10168" y="11251"/>
                  </a:lnTo>
                  <a:lnTo>
                    <a:pt x="9888" y="11452"/>
                  </a:lnTo>
                  <a:lnTo>
                    <a:pt x="9607" y="11652"/>
                  </a:lnTo>
                  <a:lnTo>
                    <a:pt x="9346" y="11813"/>
                  </a:lnTo>
                  <a:lnTo>
                    <a:pt x="9065" y="11993"/>
                  </a:lnTo>
                  <a:lnTo>
                    <a:pt x="8785" y="12133"/>
                  </a:lnTo>
                  <a:lnTo>
                    <a:pt x="8785" y="12133"/>
                  </a:lnTo>
                  <a:lnTo>
                    <a:pt x="8263" y="12374"/>
                  </a:lnTo>
                  <a:lnTo>
                    <a:pt x="7742" y="12575"/>
                  </a:lnTo>
                  <a:lnTo>
                    <a:pt x="7220" y="12715"/>
                  </a:lnTo>
                  <a:lnTo>
                    <a:pt x="6719" y="12835"/>
                  </a:lnTo>
                  <a:lnTo>
                    <a:pt x="6218" y="12916"/>
                  </a:lnTo>
                  <a:lnTo>
                    <a:pt x="5716" y="12936"/>
                  </a:lnTo>
                  <a:lnTo>
                    <a:pt x="5215" y="12936"/>
                  </a:lnTo>
                  <a:lnTo>
                    <a:pt x="4754" y="12916"/>
                  </a:lnTo>
                  <a:lnTo>
                    <a:pt x="4292" y="12855"/>
                  </a:lnTo>
                  <a:lnTo>
                    <a:pt x="3851" y="12755"/>
                  </a:lnTo>
                  <a:lnTo>
                    <a:pt x="3410" y="12635"/>
                  </a:lnTo>
                  <a:lnTo>
                    <a:pt x="3009" y="12494"/>
                  </a:lnTo>
                  <a:lnTo>
                    <a:pt x="2628" y="12314"/>
                  </a:lnTo>
                  <a:lnTo>
                    <a:pt x="2267" y="12113"/>
                  </a:lnTo>
                  <a:lnTo>
                    <a:pt x="1926" y="11913"/>
                  </a:lnTo>
                  <a:lnTo>
                    <a:pt x="1625" y="11672"/>
                  </a:lnTo>
                  <a:lnTo>
                    <a:pt x="1625" y="11672"/>
                  </a:lnTo>
                  <a:lnTo>
                    <a:pt x="1384" y="11472"/>
                  </a:lnTo>
                  <a:lnTo>
                    <a:pt x="1184" y="11271"/>
                  </a:lnTo>
                  <a:lnTo>
                    <a:pt x="1184" y="11271"/>
                  </a:lnTo>
                  <a:lnTo>
                    <a:pt x="1164" y="11251"/>
                  </a:lnTo>
                  <a:lnTo>
                    <a:pt x="1164" y="11251"/>
                  </a:lnTo>
                  <a:lnTo>
                    <a:pt x="1044" y="11091"/>
                  </a:lnTo>
                  <a:lnTo>
                    <a:pt x="1044" y="11091"/>
                  </a:lnTo>
                  <a:lnTo>
                    <a:pt x="883" y="10910"/>
                  </a:lnTo>
                  <a:lnTo>
                    <a:pt x="883" y="10910"/>
                  </a:lnTo>
                  <a:lnTo>
                    <a:pt x="703" y="10629"/>
                  </a:lnTo>
                  <a:lnTo>
                    <a:pt x="542" y="10369"/>
                  </a:lnTo>
                  <a:lnTo>
                    <a:pt x="402" y="10088"/>
                  </a:lnTo>
                  <a:lnTo>
                    <a:pt x="281" y="9807"/>
                  </a:lnTo>
                  <a:lnTo>
                    <a:pt x="181" y="9526"/>
                  </a:lnTo>
                  <a:lnTo>
                    <a:pt x="121" y="9246"/>
                  </a:lnTo>
                  <a:lnTo>
                    <a:pt x="61" y="8965"/>
                  </a:lnTo>
                  <a:lnTo>
                    <a:pt x="21" y="8704"/>
                  </a:lnTo>
                  <a:lnTo>
                    <a:pt x="1" y="8423"/>
                  </a:lnTo>
                  <a:lnTo>
                    <a:pt x="1" y="8143"/>
                  </a:lnTo>
                  <a:lnTo>
                    <a:pt x="21" y="7862"/>
                  </a:lnTo>
                  <a:lnTo>
                    <a:pt x="61" y="7601"/>
                  </a:lnTo>
                  <a:lnTo>
                    <a:pt x="101" y="7340"/>
                  </a:lnTo>
                  <a:lnTo>
                    <a:pt x="181" y="7080"/>
                  </a:lnTo>
                  <a:lnTo>
                    <a:pt x="241" y="6819"/>
                  </a:lnTo>
                  <a:lnTo>
                    <a:pt x="342" y="6558"/>
                  </a:lnTo>
                  <a:lnTo>
                    <a:pt x="442" y="6318"/>
                  </a:lnTo>
                  <a:lnTo>
                    <a:pt x="542" y="6097"/>
                  </a:lnTo>
                  <a:lnTo>
                    <a:pt x="683" y="5856"/>
                  </a:lnTo>
                  <a:lnTo>
                    <a:pt x="803" y="5636"/>
                  </a:lnTo>
                  <a:lnTo>
                    <a:pt x="943" y="5435"/>
                  </a:lnTo>
                  <a:lnTo>
                    <a:pt x="1104" y="5235"/>
                  </a:lnTo>
                  <a:lnTo>
                    <a:pt x="1264" y="5054"/>
                  </a:lnTo>
                  <a:lnTo>
                    <a:pt x="1425" y="4874"/>
                  </a:lnTo>
                  <a:lnTo>
                    <a:pt x="1605" y="4693"/>
                  </a:lnTo>
                  <a:lnTo>
                    <a:pt x="1766" y="4553"/>
                  </a:lnTo>
                  <a:lnTo>
                    <a:pt x="1946" y="4412"/>
                  </a:lnTo>
                  <a:lnTo>
                    <a:pt x="2147" y="4292"/>
                  </a:lnTo>
                  <a:lnTo>
                    <a:pt x="2327" y="4172"/>
                  </a:lnTo>
                  <a:lnTo>
                    <a:pt x="2508" y="4071"/>
                  </a:lnTo>
                  <a:lnTo>
                    <a:pt x="2708" y="3991"/>
                  </a:lnTo>
                  <a:lnTo>
                    <a:pt x="2889" y="3931"/>
                  </a:lnTo>
                  <a:lnTo>
                    <a:pt x="2889" y="3931"/>
                  </a:lnTo>
                  <a:lnTo>
                    <a:pt x="3189" y="3871"/>
                  </a:lnTo>
                  <a:lnTo>
                    <a:pt x="3490" y="3791"/>
                  </a:lnTo>
                  <a:lnTo>
                    <a:pt x="4132" y="3690"/>
                  </a:lnTo>
                  <a:lnTo>
                    <a:pt x="4834" y="3630"/>
                  </a:lnTo>
                  <a:lnTo>
                    <a:pt x="5556" y="3590"/>
                  </a:lnTo>
                  <a:lnTo>
                    <a:pt x="6318" y="3570"/>
                  </a:lnTo>
                  <a:lnTo>
                    <a:pt x="7080" y="3570"/>
                  </a:lnTo>
                  <a:lnTo>
                    <a:pt x="8624" y="3590"/>
                  </a:lnTo>
                  <a:lnTo>
                    <a:pt x="8624" y="3590"/>
                  </a:lnTo>
                  <a:lnTo>
                    <a:pt x="10148" y="3610"/>
                  </a:lnTo>
                  <a:lnTo>
                    <a:pt x="10850" y="3610"/>
                  </a:lnTo>
                  <a:lnTo>
                    <a:pt x="11492" y="3590"/>
                  </a:lnTo>
                  <a:lnTo>
                    <a:pt x="12094" y="3550"/>
                  </a:lnTo>
                  <a:lnTo>
                    <a:pt x="12615" y="3490"/>
                  </a:lnTo>
                  <a:lnTo>
                    <a:pt x="12856" y="3430"/>
                  </a:lnTo>
                  <a:lnTo>
                    <a:pt x="13076" y="3370"/>
                  </a:lnTo>
                  <a:lnTo>
                    <a:pt x="13257" y="3309"/>
                  </a:lnTo>
                  <a:lnTo>
                    <a:pt x="13417" y="3229"/>
                  </a:lnTo>
                  <a:lnTo>
                    <a:pt x="13417" y="3229"/>
                  </a:lnTo>
                  <a:lnTo>
                    <a:pt x="13638" y="3069"/>
                  </a:lnTo>
                  <a:lnTo>
                    <a:pt x="13638" y="3069"/>
                  </a:lnTo>
                  <a:lnTo>
                    <a:pt x="14059" y="2788"/>
                  </a:lnTo>
                  <a:lnTo>
                    <a:pt x="14500" y="2487"/>
                  </a:lnTo>
                  <a:lnTo>
                    <a:pt x="14941" y="2226"/>
                  </a:lnTo>
                  <a:lnTo>
                    <a:pt x="15383" y="1946"/>
                  </a:lnTo>
                  <a:lnTo>
                    <a:pt x="15844" y="1705"/>
                  </a:lnTo>
                  <a:lnTo>
                    <a:pt x="16305" y="1464"/>
                  </a:lnTo>
                  <a:lnTo>
                    <a:pt x="16786" y="1244"/>
                  </a:lnTo>
                  <a:lnTo>
                    <a:pt x="17268" y="1023"/>
                  </a:lnTo>
                  <a:lnTo>
                    <a:pt x="17749" y="823"/>
                  </a:lnTo>
                  <a:lnTo>
                    <a:pt x="18230" y="662"/>
                  </a:lnTo>
                  <a:lnTo>
                    <a:pt x="18712" y="502"/>
                  </a:lnTo>
                  <a:lnTo>
                    <a:pt x="19213" y="361"/>
                  </a:lnTo>
                  <a:lnTo>
                    <a:pt x="19714" y="241"/>
                  </a:lnTo>
                  <a:lnTo>
                    <a:pt x="20196" y="141"/>
                  </a:lnTo>
                  <a:lnTo>
                    <a:pt x="20697" y="61"/>
                  </a:lnTo>
                  <a:lnTo>
                    <a:pt x="21198" y="20"/>
                  </a:lnTo>
                  <a:lnTo>
                    <a:pt x="21198" y="20"/>
                  </a:lnTo>
                  <a:lnTo>
                    <a:pt x="21720" y="0"/>
                  </a:lnTo>
                  <a:lnTo>
                    <a:pt x="22241" y="0"/>
                  </a:lnTo>
                  <a:lnTo>
                    <a:pt x="22763" y="41"/>
                  </a:lnTo>
                  <a:lnTo>
                    <a:pt x="23284" y="101"/>
                  </a:lnTo>
                  <a:lnTo>
                    <a:pt x="23284" y="101"/>
                  </a:lnTo>
                  <a:lnTo>
                    <a:pt x="23705" y="181"/>
                  </a:lnTo>
                  <a:lnTo>
                    <a:pt x="24146" y="281"/>
                  </a:lnTo>
                  <a:lnTo>
                    <a:pt x="24567" y="422"/>
                  </a:lnTo>
                  <a:lnTo>
                    <a:pt x="24969" y="562"/>
                  </a:lnTo>
                  <a:lnTo>
                    <a:pt x="25390" y="722"/>
                  </a:lnTo>
                  <a:lnTo>
                    <a:pt x="25791" y="903"/>
                  </a:lnTo>
                  <a:lnTo>
                    <a:pt x="26172" y="1123"/>
                  </a:lnTo>
                  <a:lnTo>
                    <a:pt x="26553" y="1344"/>
                  </a:lnTo>
                  <a:lnTo>
                    <a:pt x="26934" y="1585"/>
                  </a:lnTo>
                  <a:lnTo>
                    <a:pt x="27315" y="1825"/>
                  </a:lnTo>
                  <a:lnTo>
                    <a:pt x="27676" y="2106"/>
                  </a:lnTo>
                  <a:lnTo>
                    <a:pt x="28037" y="2387"/>
                  </a:lnTo>
                  <a:lnTo>
                    <a:pt x="28378" y="2688"/>
                  </a:lnTo>
                  <a:lnTo>
                    <a:pt x="28739" y="3009"/>
                  </a:lnTo>
                  <a:lnTo>
                    <a:pt x="29060" y="3329"/>
                  </a:lnTo>
                  <a:lnTo>
                    <a:pt x="29401" y="3670"/>
                  </a:lnTo>
                  <a:lnTo>
                    <a:pt x="29721" y="4011"/>
                  </a:lnTo>
                  <a:lnTo>
                    <a:pt x="30042" y="4372"/>
                  </a:lnTo>
                  <a:lnTo>
                    <a:pt x="30644" y="5134"/>
                  </a:lnTo>
                  <a:lnTo>
                    <a:pt x="31226" y="5916"/>
                  </a:lnTo>
                  <a:lnTo>
                    <a:pt x="31787" y="6739"/>
                  </a:lnTo>
                  <a:lnTo>
                    <a:pt x="32329" y="7581"/>
                  </a:lnTo>
                  <a:lnTo>
                    <a:pt x="32830" y="8443"/>
                  </a:lnTo>
                  <a:lnTo>
                    <a:pt x="33311" y="9326"/>
                  </a:lnTo>
                  <a:lnTo>
                    <a:pt x="33772" y="10208"/>
                  </a:lnTo>
                  <a:lnTo>
                    <a:pt x="34214" y="11091"/>
                  </a:lnTo>
                  <a:lnTo>
                    <a:pt x="34615" y="11973"/>
                  </a:lnTo>
                  <a:lnTo>
                    <a:pt x="34996" y="12855"/>
                  </a:lnTo>
                  <a:lnTo>
                    <a:pt x="35357" y="13718"/>
                  </a:lnTo>
                  <a:lnTo>
                    <a:pt x="35678" y="14560"/>
                  </a:lnTo>
                  <a:lnTo>
                    <a:pt x="35999" y="15362"/>
                  </a:lnTo>
                  <a:lnTo>
                    <a:pt x="36540" y="16906"/>
                  </a:lnTo>
                  <a:lnTo>
                    <a:pt x="37001" y="18270"/>
                  </a:lnTo>
                  <a:lnTo>
                    <a:pt x="37362" y="19433"/>
                  </a:lnTo>
                  <a:lnTo>
                    <a:pt x="37643" y="20336"/>
                  </a:lnTo>
                  <a:lnTo>
                    <a:pt x="37844" y="209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22"/>
            <p:cNvSpPr/>
            <p:nvPr/>
          </p:nvSpPr>
          <p:spPr>
            <a:xfrm>
              <a:off x="8369975" y="3928575"/>
              <a:ext cx="777650" cy="496375"/>
            </a:xfrm>
            <a:custGeom>
              <a:avLst/>
              <a:gdLst/>
              <a:ahLst/>
              <a:cxnLst/>
              <a:rect l="l" t="t" r="r" b="b"/>
              <a:pathLst>
                <a:path w="31106" h="19855" extrusionOk="0">
                  <a:moveTo>
                    <a:pt x="14741" y="2106"/>
                  </a:moveTo>
                  <a:lnTo>
                    <a:pt x="15022" y="2206"/>
                  </a:lnTo>
                  <a:lnTo>
                    <a:pt x="15302" y="2307"/>
                  </a:lnTo>
                  <a:lnTo>
                    <a:pt x="15583" y="2427"/>
                  </a:lnTo>
                  <a:lnTo>
                    <a:pt x="15864" y="2547"/>
                  </a:lnTo>
                  <a:lnTo>
                    <a:pt x="16405" y="2868"/>
                  </a:lnTo>
                  <a:lnTo>
                    <a:pt x="16947" y="3209"/>
                  </a:lnTo>
                  <a:lnTo>
                    <a:pt x="17448" y="3570"/>
                  </a:lnTo>
                  <a:lnTo>
                    <a:pt x="17950" y="3951"/>
                  </a:lnTo>
                  <a:lnTo>
                    <a:pt x="18391" y="4352"/>
                  </a:lnTo>
                  <a:lnTo>
                    <a:pt x="18832" y="4713"/>
                  </a:lnTo>
                  <a:lnTo>
                    <a:pt x="19273" y="5134"/>
                  </a:lnTo>
                  <a:lnTo>
                    <a:pt x="19714" y="5576"/>
                  </a:lnTo>
                  <a:lnTo>
                    <a:pt x="20135" y="6017"/>
                  </a:lnTo>
                  <a:lnTo>
                    <a:pt x="20537" y="6478"/>
                  </a:lnTo>
                  <a:lnTo>
                    <a:pt x="20938" y="6959"/>
                  </a:lnTo>
                  <a:lnTo>
                    <a:pt x="21299" y="7441"/>
                  </a:lnTo>
                  <a:lnTo>
                    <a:pt x="21680" y="7942"/>
                  </a:lnTo>
                  <a:lnTo>
                    <a:pt x="22021" y="8443"/>
                  </a:lnTo>
                  <a:lnTo>
                    <a:pt x="22522" y="9225"/>
                  </a:lnTo>
                  <a:lnTo>
                    <a:pt x="22983" y="10008"/>
                  </a:lnTo>
                  <a:lnTo>
                    <a:pt x="23404" y="10810"/>
                  </a:lnTo>
                  <a:lnTo>
                    <a:pt x="23805" y="11612"/>
                  </a:lnTo>
                  <a:lnTo>
                    <a:pt x="24186" y="12434"/>
                  </a:lnTo>
                  <a:lnTo>
                    <a:pt x="24547" y="13256"/>
                  </a:lnTo>
                  <a:lnTo>
                    <a:pt x="25249" y="14921"/>
                  </a:lnTo>
                  <a:lnTo>
                    <a:pt x="24527" y="13658"/>
                  </a:lnTo>
                  <a:lnTo>
                    <a:pt x="23765" y="12414"/>
                  </a:lnTo>
                  <a:lnTo>
                    <a:pt x="22983" y="11191"/>
                  </a:lnTo>
                  <a:lnTo>
                    <a:pt x="22141" y="9988"/>
                  </a:lnTo>
                  <a:lnTo>
                    <a:pt x="21299" y="8804"/>
                  </a:lnTo>
                  <a:lnTo>
                    <a:pt x="20396" y="7661"/>
                  </a:lnTo>
                  <a:lnTo>
                    <a:pt x="19474" y="6538"/>
                  </a:lnTo>
                  <a:lnTo>
                    <a:pt x="18531" y="5455"/>
                  </a:lnTo>
                  <a:lnTo>
                    <a:pt x="17689" y="4513"/>
                  </a:lnTo>
                  <a:lnTo>
                    <a:pt x="17248" y="4051"/>
                  </a:lnTo>
                  <a:lnTo>
                    <a:pt x="16786" y="3610"/>
                  </a:lnTo>
                  <a:lnTo>
                    <a:pt x="16305" y="3169"/>
                  </a:lnTo>
                  <a:lnTo>
                    <a:pt x="15804" y="2788"/>
                  </a:lnTo>
                  <a:lnTo>
                    <a:pt x="15282" y="2427"/>
                  </a:lnTo>
                  <a:lnTo>
                    <a:pt x="15022" y="2267"/>
                  </a:lnTo>
                  <a:lnTo>
                    <a:pt x="14741" y="2106"/>
                  </a:lnTo>
                  <a:close/>
                  <a:moveTo>
                    <a:pt x="14921" y="0"/>
                  </a:moveTo>
                  <a:lnTo>
                    <a:pt x="14540" y="41"/>
                  </a:lnTo>
                  <a:lnTo>
                    <a:pt x="14039" y="101"/>
                  </a:lnTo>
                  <a:lnTo>
                    <a:pt x="13517" y="201"/>
                  </a:lnTo>
                  <a:lnTo>
                    <a:pt x="13016" y="321"/>
                  </a:lnTo>
                  <a:lnTo>
                    <a:pt x="12535" y="462"/>
                  </a:lnTo>
                  <a:lnTo>
                    <a:pt x="11532" y="1123"/>
                  </a:lnTo>
                  <a:lnTo>
                    <a:pt x="12053" y="943"/>
                  </a:lnTo>
                  <a:lnTo>
                    <a:pt x="10991" y="1504"/>
                  </a:lnTo>
                  <a:lnTo>
                    <a:pt x="9848" y="2267"/>
                  </a:lnTo>
                  <a:lnTo>
                    <a:pt x="9266" y="2628"/>
                  </a:lnTo>
                  <a:lnTo>
                    <a:pt x="8684" y="2989"/>
                  </a:lnTo>
                  <a:lnTo>
                    <a:pt x="8404" y="3229"/>
                  </a:lnTo>
                  <a:lnTo>
                    <a:pt x="8123" y="3470"/>
                  </a:lnTo>
                  <a:lnTo>
                    <a:pt x="7581" y="4011"/>
                  </a:lnTo>
                  <a:lnTo>
                    <a:pt x="7060" y="4573"/>
                  </a:lnTo>
                  <a:lnTo>
                    <a:pt x="6579" y="5154"/>
                  </a:lnTo>
                  <a:lnTo>
                    <a:pt x="5616" y="6338"/>
                  </a:lnTo>
                  <a:lnTo>
                    <a:pt x="5155" y="6919"/>
                  </a:lnTo>
                  <a:lnTo>
                    <a:pt x="4693" y="7481"/>
                  </a:lnTo>
                  <a:lnTo>
                    <a:pt x="4212" y="8042"/>
                  </a:lnTo>
                  <a:lnTo>
                    <a:pt x="3691" y="8544"/>
                  </a:lnTo>
                  <a:lnTo>
                    <a:pt x="3430" y="8784"/>
                  </a:lnTo>
                  <a:lnTo>
                    <a:pt x="3169" y="9025"/>
                  </a:lnTo>
                  <a:lnTo>
                    <a:pt x="2889" y="9246"/>
                  </a:lnTo>
                  <a:lnTo>
                    <a:pt x="2608" y="9466"/>
                  </a:lnTo>
                  <a:lnTo>
                    <a:pt x="2307" y="9667"/>
                  </a:lnTo>
                  <a:lnTo>
                    <a:pt x="2006" y="9847"/>
                  </a:lnTo>
                  <a:lnTo>
                    <a:pt x="1705" y="10028"/>
                  </a:lnTo>
                  <a:lnTo>
                    <a:pt x="1385" y="10168"/>
                  </a:lnTo>
                  <a:lnTo>
                    <a:pt x="1044" y="10308"/>
                  </a:lnTo>
                  <a:lnTo>
                    <a:pt x="703" y="10429"/>
                  </a:lnTo>
                  <a:lnTo>
                    <a:pt x="362" y="10529"/>
                  </a:lnTo>
                  <a:lnTo>
                    <a:pt x="1" y="10629"/>
                  </a:lnTo>
                  <a:lnTo>
                    <a:pt x="221" y="10750"/>
                  </a:lnTo>
                  <a:lnTo>
                    <a:pt x="462" y="10850"/>
                  </a:lnTo>
                  <a:lnTo>
                    <a:pt x="883" y="10730"/>
                  </a:lnTo>
                  <a:lnTo>
                    <a:pt x="1304" y="10589"/>
                  </a:lnTo>
                  <a:lnTo>
                    <a:pt x="1565" y="10469"/>
                  </a:lnTo>
                  <a:lnTo>
                    <a:pt x="1806" y="10349"/>
                  </a:lnTo>
                  <a:lnTo>
                    <a:pt x="2307" y="10088"/>
                  </a:lnTo>
                  <a:lnTo>
                    <a:pt x="2768" y="9767"/>
                  </a:lnTo>
                  <a:lnTo>
                    <a:pt x="3209" y="9446"/>
                  </a:lnTo>
                  <a:lnTo>
                    <a:pt x="3611" y="9085"/>
                  </a:lnTo>
                  <a:lnTo>
                    <a:pt x="4012" y="8704"/>
                  </a:lnTo>
                  <a:lnTo>
                    <a:pt x="4393" y="8303"/>
                  </a:lnTo>
                  <a:lnTo>
                    <a:pt x="4754" y="7882"/>
                  </a:lnTo>
                  <a:lnTo>
                    <a:pt x="5115" y="7461"/>
                  </a:lnTo>
                  <a:lnTo>
                    <a:pt x="5476" y="7019"/>
                  </a:lnTo>
                  <a:lnTo>
                    <a:pt x="6157" y="6137"/>
                  </a:lnTo>
                  <a:lnTo>
                    <a:pt x="6859" y="5275"/>
                  </a:lnTo>
                  <a:lnTo>
                    <a:pt x="7220" y="4854"/>
                  </a:lnTo>
                  <a:lnTo>
                    <a:pt x="7581" y="4432"/>
                  </a:lnTo>
                  <a:lnTo>
                    <a:pt x="8063" y="3971"/>
                  </a:lnTo>
                  <a:lnTo>
                    <a:pt x="8544" y="3510"/>
                  </a:lnTo>
                  <a:lnTo>
                    <a:pt x="8825" y="3289"/>
                  </a:lnTo>
                  <a:lnTo>
                    <a:pt x="9085" y="3069"/>
                  </a:lnTo>
                  <a:lnTo>
                    <a:pt x="9366" y="2868"/>
                  </a:lnTo>
                  <a:lnTo>
                    <a:pt x="9647" y="2688"/>
                  </a:lnTo>
                  <a:lnTo>
                    <a:pt x="9948" y="2507"/>
                  </a:lnTo>
                  <a:lnTo>
                    <a:pt x="10249" y="2347"/>
                  </a:lnTo>
                  <a:lnTo>
                    <a:pt x="10549" y="2206"/>
                  </a:lnTo>
                  <a:lnTo>
                    <a:pt x="10870" y="2086"/>
                  </a:lnTo>
                  <a:lnTo>
                    <a:pt x="11191" y="1966"/>
                  </a:lnTo>
                  <a:lnTo>
                    <a:pt x="11512" y="1886"/>
                  </a:lnTo>
                  <a:lnTo>
                    <a:pt x="11853" y="1825"/>
                  </a:lnTo>
                  <a:lnTo>
                    <a:pt x="12174" y="1785"/>
                  </a:lnTo>
                  <a:lnTo>
                    <a:pt x="12816" y="1785"/>
                  </a:lnTo>
                  <a:lnTo>
                    <a:pt x="13136" y="1825"/>
                  </a:lnTo>
                  <a:lnTo>
                    <a:pt x="13437" y="1886"/>
                  </a:lnTo>
                  <a:lnTo>
                    <a:pt x="13738" y="1966"/>
                  </a:lnTo>
                  <a:lnTo>
                    <a:pt x="14039" y="2086"/>
                  </a:lnTo>
                  <a:lnTo>
                    <a:pt x="14340" y="2206"/>
                  </a:lnTo>
                  <a:lnTo>
                    <a:pt x="14620" y="2347"/>
                  </a:lnTo>
                  <a:lnTo>
                    <a:pt x="14901" y="2487"/>
                  </a:lnTo>
                  <a:lnTo>
                    <a:pt x="15182" y="2668"/>
                  </a:lnTo>
                  <a:lnTo>
                    <a:pt x="15443" y="2848"/>
                  </a:lnTo>
                  <a:lnTo>
                    <a:pt x="15964" y="3229"/>
                  </a:lnTo>
                  <a:lnTo>
                    <a:pt x="16445" y="3670"/>
                  </a:lnTo>
                  <a:lnTo>
                    <a:pt x="16907" y="4112"/>
                  </a:lnTo>
                  <a:lnTo>
                    <a:pt x="17809" y="5034"/>
                  </a:lnTo>
                  <a:lnTo>
                    <a:pt x="18692" y="5997"/>
                  </a:lnTo>
                  <a:lnTo>
                    <a:pt x="19534" y="6999"/>
                  </a:lnTo>
                  <a:lnTo>
                    <a:pt x="20336" y="8002"/>
                  </a:lnTo>
                  <a:lnTo>
                    <a:pt x="21118" y="9045"/>
                  </a:lnTo>
                  <a:lnTo>
                    <a:pt x="21880" y="10108"/>
                  </a:lnTo>
                  <a:lnTo>
                    <a:pt x="22622" y="11171"/>
                  </a:lnTo>
                  <a:lnTo>
                    <a:pt x="23324" y="12254"/>
                  </a:lnTo>
                  <a:lnTo>
                    <a:pt x="23825" y="13076"/>
                  </a:lnTo>
                  <a:lnTo>
                    <a:pt x="24307" y="13918"/>
                  </a:lnTo>
                  <a:lnTo>
                    <a:pt x="24788" y="14761"/>
                  </a:lnTo>
                  <a:lnTo>
                    <a:pt x="25229" y="15603"/>
                  </a:lnTo>
                  <a:lnTo>
                    <a:pt x="25670" y="16445"/>
                  </a:lnTo>
                  <a:lnTo>
                    <a:pt x="26092" y="17328"/>
                  </a:lnTo>
                  <a:lnTo>
                    <a:pt x="26493" y="18190"/>
                  </a:lnTo>
                  <a:lnTo>
                    <a:pt x="26894" y="19072"/>
                  </a:lnTo>
                  <a:lnTo>
                    <a:pt x="27074" y="19273"/>
                  </a:lnTo>
                  <a:lnTo>
                    <a:pt x="27255" y="19433"/>
                  </a:lnTo>
                  <a:lnTo>
                    <a:pt x="27415" y="19574"/>
                  </a:lnTo>
                  <a:lnTo>
                    <a:pt x="27536" y="19674"/>
                  </a:lnTo>
                  <a:lnTo>
                    <a:pt x="27114" y="18671"/>
                  </a:lnTo>
                  <a:lnTo>
                    <a:pt x="26653" y="17689"/>
                  </a:lnTo>
                  <a:lnTo>
                    <a:pt x="26653" y="17668"/>
                  </a:lnTo>
                  <a:lnTo>
                    <a:pt x="26453" y="17007"/>
                  </a:lnTo>
                  <a:lnTo>
                    <a:pt x="26232" y="16325"/>
                  </a:lnTo>
                  <a:lnTo>
                    <a:pt x="25991" y="15643"/>
                  </a:lnTo>
                  <a:lnTo>
                    <a:pt x="25751" y="14981"/>
                  </a:lnTo>
                  <a:lnTo>
                    <a:pt x="25470" y="14299"/>
                  </a:lnTo>
                  <a:lnTo>
                    <a:pt x="25189" y="13637"/>
                  </a:lnTo>
                  <a:lnTo>
                    <a:pt x="24888" y="12976"/>
                  </a:lnTo>
                  <a:lnTo>
                    <a:pt x="24588" y="12314"/>
                  </a:lnTo>
                  <a:lnTo>
                    <a:pt x="24247" y="11652"/>
                  </a:lnTo>
                  <a:lnTo>
                    <a:pt x="23906" y="11010"/>
                  </a:lnTo>
                  <a:lnTo>
                    <a:pt x="23545" y="10389"/>
                  </a:lnTo>
                  <a:lnTo>
                    <a:pt x="23184" y="9767"/>
                  </a:lnTo>
                  <a:lnTo>
                    <a:pt x="22803" y="9145"/>
                  </a:lnTo>
                  <a:lnTo>
                    <a:pt x="22422" y="8564"/>
                  </a:lnTo>
                  <a:lnTo>
                    <a:pt x="22001" y="7982"/>
                  </a:lnTo>
                  <a:lnTo>
                    <a:pt x="21599" y="7401"/>
                  </a:lnTo>
                  <a:lnTo>
                    <a:pt x="21218" y="6919"/>
                  </a:lnTo>
                  <a:lnTo>
                    <a:pt x="20817" y="6438"/>
                  </a:lnTo>
                  <a:lnTo>
                    <a:pt x="20396" y="5977"/>
                  </a:lnTo>
                  <a:lnTo>
                    <a:pt x="19975" y="5515"/>
                  </a:lnTo>
                  <a:lnTo>
                    <a:pt x="19534" y="5074"/>
                  </a:lnTo>
                  <a:lnTo>
                    <a:pt x="19093" y="4653"/>
                  </a:lnTo>
                  <a:lnTo>
                    <a:pt x="18611" y="4252"/>
                  </a:lnTo>
                  <a:lnTo>
                    <a:pt x="18130" y="3851"/>
                  </a:lnTo>
                  <a:lnTo>
                    <a:pt x="17729" y="3530"/>
                  </a:lnTo>
                  <a:lnTo>
                    <a:pt x="17288" y="3209"/>
                  </a:lnTo>
                  <a:lnTo>
                    <a:pt x="16826" y="2888"/>
                  </a:lnTo>
                  <a:lnTo>
                    <a:pt x="16345" y="2607"/>
                  </a:lnTo>
                  <a:lnTo>
                    <a:pt x="15844" y="2347"/>
                  </a:lnTo>
                  <a:lnTo>
                    <a:pt x="15583" y="2226"/>
                  </a:lnTo>
                  <a:lnTo>
                    <a:pt x="15342" y="2126"/>
                  </a:lnTo>
                  <a:lnTo>
                    <a:pt x="15082" y="2046"/>
                  </a:lnTo>
                  <a:lnTo>
                    <a:pt x="14821" y="1986"/>
                  </a:lnTo>
                  <a:lnTo>
                    <a:pt x="14560" y="1926"/>
                  </a:lnTo>
                  <a:lnTo>
                    <a:pt x="14300" y="1906"/>
                  </a:lnTo>
                  <a:lnTo>
                    <a:pt x="13858" y="1745"/>
                  </a:lnTo>
                  <a:lnTo>
                    <a:pt x="13397" y="1625"/>
                  </a:lnTo>
                  <a:lnTo>
                    <a:pt x="13156" y="1565"/>
                  </a:lnTo>
                  <a:lnTo>
                    <a:pt x="12916" y="1545"/>
                  </a:lnTo>
                  <a:lnTo>
                    <a:pt x="12675" y="1525"/>
                  </a:lnTo>
                  <a:lnTo>
                    <a:pt x="12414" y="1504"/>
                  </a:lnTo>
                  <a:lnTo>
                    <a:pt x="12174" y="1525"/>
                  </a:lnTo>
                  <a:lnTo>
                    <a:pt x="11933" y="1545"/>
                  </a:lnTo>
                  <a:lnTo>
                    <a:pt x="11672" y="1565"/>
                  </a:lnTo>
                  <a:lnTo>
                    <a:pt x="11432" y="1625"/>
                  </a:lnTo>
                  <a:lnTo>
                    <a:pt x="11151" y="1685"/>
                  </a:lnTo>
                  <a:lnTo>
                    <a:pt x="10870" y="1765"/>
                  </a:lnTo>
                  <a:lnTo>
                    <a:pt x="10610" y="1865"/>
                  </a:lnTo>
                  <a:lnTo>
                    <a:pt x="10349" y="1966"/>
                  </a:lnTo>
                  <a:lnTo>
                    <a:pt x="10870" y="1705"/>
                  </a:lnTo>
                  <a:lnTo>
                    <a:pt x="11372" y="1424"/>
                  </a:lnTo>
                  <a:lnTo>
                    <a:pt x="11873" y="1123"/>
                  </a:lnTo>
                  <a:lnTo>
                    <a:pt x="12374" y="823"/>
                  </a:lnTo>
                  <a:lnTo>
                    <a:pt x="12836" y="682"/>
                  </a:lnTo>
                  <a:lnTo>
                    <a:pt x="13297" y="562"/>
                  </a:lnTo>
                  <a:lnTo>
                    <a:pt x="13778" y="462"/>
                  </a:lnTo>
                  <a:lnTo>
                    <a:pt x="14259" y="381"/>
                  </a:lnTo>
                  <a:lnTo>
                    <a:pt x="14761" y="321"/>
                  </a:lnTo>
                  <a:lnTo>
                    <a:pt x="15282" y="301"/>
                  </a:lnTo>
                  <a:lnTo>
                    <a:pt x="15824" y="321"/>
                  </a:lnTo>
                  <a:lnTo>
                    <a:pt x="16365" y="381"/>
                  </a:lnTo>
                  <a:lnTo>
                    <a:pt x="16907" y="462"/>
                  </a:lnTo>
                  <a:lnTo>
                    <a:pt x="17428" y="582"/>
                  </a:lnTo>
                  <a:lnTo>
                    <a:pt x="17950" y="722"/>
                  </a:lnTo>
                  <a:lnTo>
                    <a:pt x="18471" y="903"/>
                  </a:lnTo>
                  <a:lnTo>
                    <a:pt x="18972" y="1103"/>
                  </a:lnTo>
                  <a:lnTo>
                    <a:pt x="19474" y="1344"/>
                  </a:lnTo>
                  <a:lnTo>
                    <a:pt x="19935" y="1585"/>
                  </a:lnTo>
                  <a:lnTo>
                    <a:pt x="20376" y="1825"/>
                  </a:lnTo>
                  <a:lnTo>
                    <a:pt x="20797" y="2106"/>
                  </a:lnTo>
                  <a:lnTo>
                    <a:pt x="21218" y="2407"/>
                  </a:lnTo>
                  <a:lnTo>
                    <a:pt x="21619" y="2708"/>
                  </a:lnTo>
                  <a:lnTo>
                    <a:pt x="22021" y="3049"/>
                  </a:lnTo>
                  <a:lnTo>
                    <a:pt x="22402" y="3390"/>
                  </a:lnTo>
                  <a:lnTo>
                    <a:pt x="22763" y="3731"/>
                  </a:lnTo>
                  <a:lnTo>
                    <a:pt x="23043" y="4132"/>
                  </a:lnTo>
                  <a:lnTo>
                    <a:pt x="23324" y="4533"/>
                  </a:lnTo>
                  <a:lnTo>
                    <a:pt x="23565" y="4974"/>
                  </a:lnTo>
                  <a:lnTo>
                    <a:pt x="23805" y="5415"/>
                  </a:lnTo>
                  <a:lnTo>
                    <a:pt x="24247" y="6298"/>
                  </a:lnTo>
                  <a:lnTo>
                    <a:pt x="24668" y="7160"/>
                  </a:lnTo>
                  <a:lnTo>
                    <a:pt x="24969" y="7802"/>
                  </a:lnTo>
                  <a:lnTo>
                    <a:pt x="25269" y="8443"/>
                  </a:lnTo>
                  <a:lnTo>
                    <a:pt x="25811" y="9727"/>
                  </a:lnTo>
                  <a:lnTo>
                    <a:pt x="26312" y="11050"/>
                  </a:lnTo>
                  <a:lnTo>
                    <a:pt x="26773" y="12374"/>
                  </a:lnTo>
                  <a:lnTo>
                    <a:pt x="27355" y="14199"/>
                  </a:lnTo>
                  <a:lnTo>
                    <a:pt x="27917" y="16064"/>
                  </a:lnTo>
                  <a:lnTo>
                    <a:pt x="28197" y="17007"/>
                  </a:lnTo>
                  <a:lnTo>
                    <a:pt x="28438" y="17949"/>
                  </a:lnTo>
                  <a:lnTo>
                    <a:pt x="28679" y="18892"/>
                  </a:lnTo>
                  <a:lnTo>
                    <a:pt x="28899" y="19834"/>
                  </a:lnTo>
                  <a:lnTo>
                    <a:pt x="29100" y="19854"/>
                  </a:lnTo>
                  <a:lnTo>
                    <a:pt x="28799" y="18471"/>
                  </a:lnTo>
                  <a:lnTo>
                    <a:pt x="28458" y="17107"/>
                  </a:lnTo>
                  <a:lnTo>
                    <a:pt x="28077" y="15683"/>
                  </a:lnTo>
                  <a:lnTo>
                    <a:pt x="27676" y="14279"/>
                  </a:lnTo>
                  <a:lnTo>
                    <a:pt x="27235" y="12875"/>
                  </a:lnTo>
                  <a:lnTo>
                    <a:pt x="26773" y="11492"/>
                  </a:lnTo>
                  <a:lnTo>
                    <a:pt x="26312" y="10228"/>
                  </a:lnTo>
                  <a:lnTo>
                    <a:pt x="25811" y="8985"/>
                  </a:lnTo>
                  <a:lnTo>
                    <a:pt x="25530" y="8363"/>
                  </a:lnTo>
                  <a:lnTo>
                    <a:pt x="25269" y="7762"/>
                  </a:lnTo>
                  <a:lnTo>
                    <a:pt x="24969" y="7160"/>
                  </a:lnTo>
                  <a:lnTo>
                    <a:pt x="24688" y="6558"/>
                  </a:lnTo>
                  <a:lnTo>
                    <a:pt x="24287" y="5776"/>
                  </a:lnTo>
                  <a:lnTo>
                    <a:pt x="23866" y="4954"/>
                  </a:lnTo>
                  <a:lnTo>
                    <a:pt x="24207" y="5375"/>
                  </a:lnTo>
                  <a:lnTo>
                    <a:pt x="24527" y="5816"/>
                  </a:lnTo>
                  <a:lnTo>
                    <a:pt x="24848" y="6257"/>
                  </a:lnTo>
                  <a:lnTo>
                    <a:pt x="25149" y="6699"/>
                  </a:lnTo>
                  <a:lnTo>
                    <a:pt x="25731" y="7621"/>
                  </a:lnTo>
                  <a:lnTo>
                    <a:pt x="26272" y="8564"/>
                  </a:lnTo>
                  <a:lnTo>
                    <a:pt x="26633" y="9246"/>
                  </a:lnTo>
                  <a:lnTo>
                    <a:pt x="26994" y="9927"/>
                  </a:lnTo>
                  <a:lnTo>
                    <a:pt x="27335" y="10609"/>
                  </a:lnTo>
                  <a:lnTo>
                    <a:pt x="27676" y="11291"/>
                  </a:lnTo>
                  <a:lnTo>
                    <a:pt x="28298" y="12675"/>
                  </a:lnTo>
                  <a:lnTo>
                    <a:pt x="28899" y="14099"/>
                  </a:lnTo>
                  <a:lnTo>
                    <a:pt x="29461" y="15523"/>
                  </a:lnTo>
                  <a:lnTo>
                    <a:pt x="29982" y="16946"/>
                  </a:lnTo>
                  <a:lnTo>
                    <a:pt x="30504" y="18390"/>
                  </a:lnTo>
                  <a:lnTo>
                    <a:pt x="30985" y="19834"/>
                  </a:lnTo>
                  <a:lnTo>
                    <a:pt x="31105" y="19834"/>
                  </a:lnTo>
                  <a:lnTo>
                    <a:pt x="30905" y="19112"/>
                  </a:lnTo>
                  <a:lnTo>
                    <a:pt x="30684" y="18390"/>
                  </a:lnTo>
                  <a:lnTo>
                    <a:pt x="30464" y="17648"/>
                  </a:lnTo>
                  <a:lnTo>
                    <a:pt x="30243" y="16926"/>
                  </a:lnTo>
                  <a:lnTo>
                    <a:pt x="29982" y="16204"/>
                  </a:lnTo>
                  <a:lnTo>
                    <a:pt x="29742" y="15503"/>
                  </a:lnTo>
                  <a:lnTo>
                    <a:pt x="29180" y="14079"/>
                  </a:lnTo>
                  <a:lnTo>
                    <a:pt x="28598" y="12675"/>
                  </a:lnTo>
                  <a:lnTo>
                    <a:pt x="27977" y="11271"/>
                  </a:lnTo>
                  <a:lnTo>
                    <a:pt x="27295" y="9907"/>
                  </a:lnTo>
                  <a:lnTo>
                    <a:pt x="26613" y="8564"/>
                  </a:lnTo>
                  <a:lnTo>
                    <a:pt x="26292" y="7982"/>
                  </a:lnTo>
                  <a:lnTo>
                    <a:pt x="25951" y="7401"/>
                  </a:lnTo>
                  <a:lnTo>
                    <a:pt x="25590" y="6839"/>
                  </a:lnTo>
                  <a:lnTo>
                    <a:pt x="25229" y="6257"/>
                  </a:lnTo>
                  <a:lnTo>
                    <a:pt x="24848" y="5716"/>
                  </a:lnTo>
                  <a:lnTo>
                    <a:pt x="24447" y="5174"/>
                  </a:lnTo>
                  <a:lnTo>
                    <a:pt x="24026" y="4653"/>
                  </a:lnTo>
                  <a:lnTo>
                    <a:pt x="23585" y="4152"/>
                  </a:lnTo>
                  <a:lnTo>
                    <a:pt x="23124" y="3650"/>
                  </a:lnTo>
                  <a:lnTo>
                    <a:pt x="22642" y="3189"/>
                  </a:lnTo>
                  <a:lnTo>
                    <a:pt x="22141" y="2748"/>
                  </a:lnTo>
                  <a:lnTo>
                    <a:pt x="21640" y="2327"/>
                  </a:lnTo>
                  <a:lnTo>
                    <a:pt x="21098" y="1926"/>
                  </a:lnTo>
                  <a:lnTo>
                    <a:pt x="20537" y="1565"/>
                  </a:lnTo>
                  <a:lnTo>
                    <a:pt x="19955" y="1244"/>
                  </a:lnTo>
                  <a:lnTo>
                    <a:pt x="19333" y="943"/>
                  </a:lnTo>
                  <a:lnTo>
                    <a:pt x="18852" y="722"/>
                  </a:lnTo>
                  <a:lnTo>
                    <a:pt x="18371" y="542"/>
                  </a:lnTo>
                  <a:lnTo>
                    <a:pt x="17869" y="381"/>
                  </a:lnTo>
                  <a:lnTo>
                    <a:pt x="17348" y="241"/>
                  </a:lnTo>
                  <a:lnTo>
                    <a:pt x="16847" y="141"/>
                  </a:lnTo>
                  <a:lnTo>
                    <a:pt x="16325" y="61"/>
                  </a:lnTo>
                  <a:lnTo>
                    <a:pt x="15804" y="20"/>
                  </a:lnTo>
                  <a:lnTo>
                    <a:pt x="152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22"/>
            <p:cNvSpPr/>
            <p:nvPr/>
          </p:nvSpPr>
          <p:spPr>
            <a:xfrm>
              <a:off x="8222575" y="3901500"/>
              <a:ext cx="529975" cy="323400"/>
            </a:xfrm>
            <a:custGeom>
              <a:avLst/>
              <a:gdLst/>
              <a:ahLst/>
              <a:cxnLst/>
              <a:rect l="l" t="t" r="r" b="b"/>
              <a:pathLst>
                <a:path w="21199" h="12936" extrusionOk="0">
                  <a:moveTo>
                    <a:pt x="17428" y="2206"/>
                  </a:moveTo>
                  <a:lnTo>
                    <a:pt x="16385" y="2628"/>
                  </a:lnTo>
                  <a:lnTo>
                    <a:pt x="15342" y="3069"/>
                  </a:lnTo>
                  <a:lnTo>
                    <a:pt x="14821" y="3289"/>
                  </a:lnTo>
                  <a:lnTo>
                    <a:pt x="14280" y="3470"/>
                  </a:lnTo>
                  <a:lnTo>
                    <a:pt x="13718" y="3650"/>
                  </a:lnTo>
                  <a:lnTo>
                    <a:pt x="13177" y="3811"/>
                  </a:lnTo>
                  <a:lnTo>
                    <a:pt x="12635" y="3951"/>
                  </a:lnTo>
                  <a:lnTo>
                    <a:pt x="12074" y="4092"/>
                  </a:lnTo>
                  <a:lnTo>
                    <a:pt x="11512" y="4192"/>
                  </a:lnTo>
                  <a:lnTo>
                    <a:pt x="10930" y="4272"/>
                  </a:lnTo>
                  <a:lnTo>
                    <a:pt x="10249" y="4372"/>
                  </a:lnTo>
                  <a:lnTo>
                    <a:pt x="9567" y="4433"/>
                  </a:lnTo>
                  <a:lnTo>
                    <a:pt x="8203" y="4573"/>
                  </a:lnTo>
                  <a:lnTo>
                    <a:pt x="7521" y="4653"/>
                  </a:lnTo>
                  <a:lnTo>
                    <a:pt x="6859" y="4733"/>
                  </a:lnTo>
                  <a:lnTo>
                    <a:pt x="6178" y="4834"/>
                  </a:lnTo>
                  <a:lnTo>
                    <a:pt x="5516" y="4974"/>
                  </a:lnTo>
                  <a:lnTo>
                    <a:pt x="4854" y="5134"/>
                  </a:lnTo>
                  <a:lnTo>
                    <a:pt x="4192" y="5335"/>
                  </a:lnTo>
                  <a:lnTo>
                    <a:pt x="3871" y="5455"/>
                  </a:lnTo>
                  <a:lnTo>
                    <a:pt x="3550" y="5596"/>
                  </a:lnTo>
                  <a:lnTo>
                    <a:pt x="3230" y="5736"/>
                  </a:lnTo>
                  <a:lnTo>
                    <a:pt x="2949" y="5896"/>
                  </a:lnTo>
                  <a:lnTo>
                    <a:pt x="2648" y="6077"/>
                  </a:lnTo>
                  <a:lnTo>
                    <a:pt x="2387" y="6278"/>
                  </a:lnTo>
                  <a:lnTo>
                    <a:pt x="2127" y="6498"/>
                  </a:lnTo>
                  <a:lnTo>
                    <a:pt x="1906" y="6739"/>
                  </a:lnTo>
                  <a:lnTo>
                    <a:pt x="1685" y="6979"/>
                  </a:lnTo>
                  <a:lnTo>
                    <a:pt x="1505" y="7260"/>
                  </a:lnTo>
                  <a:lnTo>
                    <a:pt x="1324" y="7581"/>
                  </a:lnTo>
                  <a:lnTo>
                    <a:pt x="1184" y="7902"/>
                  </a:lnTo>
                  <a:lnTo>
                    <a:pt x="1084" y="8183"/>
                  </a:lnTo>
                  <a:lnTo>
                    <a:pt x="1024" y="8484"/>
                  </a:lnTo>
                  <a:lnTo>
                    <a:pt x="963" y="8764"/>
                  </a:lnTo>
                  <a:lnTo>
                    <a:pt x="943" y="9065"/>
                  </a:lnTo>
                  <a:lnTo>
                    <a:pt x="923" y="9346"/>
                  </a:lnTo>
                  <a:lnTo>
                    <a:pt x="943" y="9647"/>
                  </a:lnTo>
                  <a:lnTo>
                    <a:pt x="983" y="9927"/>
                  </a:lnTo>
                  <a:lnTo>
                    <a:pt x="1024" y="10208"/>
                  </a:lnTo>
                  <a:lnTo>
                    <a:pt x="1044" y="9907"/>
                  </a:lnTo>
                  <a:lnTo>
                    <a:pt x="1084" y="9627"/>
                  </a:lnTo>
                  <a:lnTo>
                    <a:pt x="1164" y="9326"/>
                  </a:lnTo>
                  <a:lnTo>
                    <a:pt x="1264" y="9045"/>
                  </a:lnTo>
                  <a:lnTo>
                    <a:pt x="1384" y="8764"/>
                  </a:lnTo>
                  <a:lnTo>
                    <a:pt x="1545" y="8484"/>
                  </a:lnTo>
                  <a:lnTo>
                    <a:pt x="1725" y="8223"/>
                  </a:lnTo>
                  <a:lnTo>
                    <a:pt x="1926" y="7962"/>
                  </a:lnTo>
                  <a:lnTo>
                    <a:pt x="2147" y="7742"/>
                  </a:lnTo>
                  <a:lnTo>
                    <a:pt x="2367" y="7521"/>
                  </a:lnTo>
                  <a:lnTo>
                    <a:pt x="2628" y="7320"/>
                  </a:lnTo>
                  <a:lnTo>
                    <a:pt x="2889" y="7120"/>
                  </a:lnTo>
                  <a:lnTo>
                    <a:pt x="3149" y="6959"/>
                  </a:lnTo>
                  <a:lnTo>
                    <a:pt x="3430" y="6799"/>
                  </a:lnTo>
                  <a:lnTo>
                    <a:pt x="3711" y="6639"/>
                  </a:lnTo>
                  <a:lnTo>
                    <a:pt x="4012" y="6518"/>
                  </a:lnTo>
                  <a:lnTo>
                    <a:pt x="4613" y="6278"/>
                  </a:lnTo>
                  <a:lnTo>
                    <a:pt x="5235" y="6077"/>
                  </a:lnTo>
                  <a:lnTo>
                    <a:pt x="5857" y="5896"/>
                  </a:lnTo>
                  <a:lnTo>
                    <a:pt x="6478" y="5756"/>
                  </a:lnTo>
                  <a:lnTo>
                    <a:pt x="7260" y="5576"/>
                  </a:lnTo>
                  <a:lnTo>
                    <a:pt x="8063" y="5415"/>
                  </a:lnTo>
                  <a:lnTo>
                    <a:pt x="9647" y="5094"/>
                  </a:lnTo>
                  <a:lnTo>
                    <a:pt x="10449" y="4934"/>
                  </a:lnTo>
                  <a:lnTo>
                    <a:pt x="11231" y="4753"/>
                  </a:lnTo>
                  <a:lnTo>
                    <a:pt x="12013" y="4533"/>
                  </a:lnTo>
                  <a:lnTo>
                    <a:pt x="12795" y="4312"/>
                  </a:lnTo>
                  <a:lnTo>
                    <a:pt x="13838" y="3931"/>
                  </a:lnTo>
                  <a:lnTo>
                    <a:pt x="14881" y="3530"/>
                  </a:lnTo>
                  <a:lnTo>
                    <a:pt x="15884" y="3069"/>
                  </a:lnTo>
                  <a:lnTo>
                    <a:pt x="16887" y="2587"/>
                  </a:lnTo>
                  <a:lnTo>
                    <a:pt x="17428" y="2206"/>
                  </a:lnTo>
                  <a:close/>
                  <a:moveTo>
                    <a:pt x="21198" y="0"/>
                  </a:moveTo>
                  <a:lnTo>
                    <a:pt x="20737" y="41"/>
                  </a:lnTo>
                  <a:lnTo>
                    <a:pt x="20276" y="101"/>
                  </a:lnTo>
                  <a:lnTo>
                    <a:pt x="19815" y="201"/>
                  </a:lnTo>
                  <a:lnTo>
                    <a:pt x="19353" y="301"/>
                  </a:lnTo>
                  <a:lnTo>
                    <a:pt x="18912" y="422"/>
                  </a:lnTo>
                  <a:lnTo>
                    <a:pt x="18451" y="562"/>
                  </a:lnTo>
                  <a:lnTo>
                    <a:pt x="17990" y="722"/>
                  </a:lnTo>
                  <a:lnTo>
                    <a:pt x="17548" y="883"/>
                  </a:lnTo>
                  <a:lnTo>
                    <a:pt x="17107" y="1063"/>
                  </a:lnTo>
                  <a:lnTo>
                    <a:pt x="16666" y="1264"/>
                  </a:lnTo>
                  <a:lnTo>
                    <a:pt x="16245" y="1484"/>
                  </a:lnTo>
                  <a:lnTo>
                    <a:pt x="15804" y="1705"/>
                  </a:lnTo>
                  <a:lnTo>
                    <a:pt x="15383" y="1946"/>
                  </a:lnTo>
                  <a:lnTo>
                    <a:pt x="14961" y="2186"/>
                  </a:lnTo>
                  <a:lnTo>
                    <a:pt x="14159" y="2708"/>
                  </a:lnTo>
                  <a:lnTo>
                    <a:pt x="13638" y="3049"/>
                  </a:lnTo>
                  <a:lnTo>
                    <a:pt x="13417" y="3209"/>
                  </a:lnTo>
                  <a:lnTo>
                    <a:pt x="13177" y="3309"/>
                  </a:lnTo>
                  <a:lnTo>
                    <a:pt x="12896" y="3410"/>
                  </a:lnTo>
                  <a:lnTo>
                    <a:pt x="12575" y="3470"/>
                  </a:lnTo>
                  <a:lnTo>
                    <a:pt x="12194" y="3530"/>
                  </a:lnTo>
                  <a:lnTo>
                    <a:pt x="11793" y="3550"/>
                  </a:lnTo>
                  <a:lnTo>
                    <a:pt x="11372" y="3590"/>
                  </a:lnTo>
                  <a:lnTo>
                    <a:pt x="10389" y="3590"/>
                  </a:lnTo>
                  <a:lnTo>
                    <a:pt x="8624" y="3570"/>
                  </a:lnTo>
                  <a:lnTo>
                    <a:pt x="7722" y="3550"/>
                  </a:lnTo>
                  <a:lnTo>
                    <a:pt x="6799" y="3550"/>
                  </a:lnTo>
                  <a:lnTo>
                    <a:pt x="5716" y="3570"/>
                  </a:lnTo>
                  <a:lnTo>
                    <a:pt x="5215" y="3590"/>
                  </a:lnTo>
                  <a:lnTo>
                    <a:pt x="4693" y="3630"/>
                  </a:lnTo>
                  <a:lnTo>
                    <a:pt x="4212" y="3670"/>
                  </a:lnTo>
                  <a:lnTo>
                    <a:pt x="3751" y="3731"/>
                  </a:lnTo>
                  <a:lnTo>
                    <a:pt x="3310" y="3811"/>
                  </a:lnTo>
                  <a:lnTo>
                    <a:pt x="2889" y="3911"/>
                  </a:lnTo>
                  <a:lnTo>
                    <a:pt x="2628" y="4011"/>
                  </a:lnTo>
                  <a:lnTo>
                    <a:pt x="2367" y="4132"/>
                  </a:lnTo>
                  <a:lnTo>
                    <a:pt x="2106" y="4292"/>
                  </a:lnTo>
                  <a:lnTo>
                    <a:pt x="1846" y="4473"/>
                  </a:lnTo>
                  <a:lnTo>
                    <a:pt x="1585" y="4693"/>
                  </a:lnTo>
                  <a:lnTo>
                    <a:pt x="1344" y="4934"/>
                  </a:lnTo>
                  <a:lnTo>
                    <a:pt x="1124" y="5195"/>
                  </a:lnTo>
                  <a:lnTo>
                    <a:pt x="903" y="5475"/>
                  </a:lnTo>
                  <a:lnTo>
                    <a:pt x="723" y="5776"/>
                  </a:lnTo>
                  <a:lnTo>
                    <a:pt x="542" y="6097"/>
                  </a:lnTo>
                  <a:lnTo>
                    <a:pt x="382" y="6418"/>
                  </a:lnTo>
                  <a:lnTo>
                    <a:pt x="261" y="6779"/>
                  </a:lnTo>
                  <a:lnTo>
                    <a:pt x="141" y="7140"/>
                  </a:lnTo>
                  <a:lnTo>
                    <a:pt x="81" y="7501"/>
                  </a:lnTo>
                  <a:lnTo>
                    <a:pt x="21" y="7882"/>
                  </a:lnTo>
                  <a:lnTo>
                    <a:pt x="1" y="8263"/>
                  </a:lnTo>
                  <a:lnTo>
                    <a:pt x="21" y="8604"/>
                  </a:lnTo>
                  <a:lnTo>
                    <a:pt x="61" y="8925"/>
                  </a:lnTo>
                  <a:lnTo>
                    <a:pt x="121" y="9266"/>
                  </a:lnTo>
                  <a:lnTo>
                    <a:pt x="221" y="9587"/>
                  </a:lnTo>
                  <a:lnTo>
                    <a:pt x="342" y="9907"/>
                  </a:lnTo>
                  <a:lnTo>
                    <a:pt x="482" y="10248"/>
                  </a:lnTo>
                  <a:lnTo>
                    <a:pt x="663" y="10569"/>
                  </a:lnTo>
                  <a:lnTo>
                    <a:pt x="883" y="10890"/>
                  </a:lnTo>
                  <a:lnTo>
                    <a:pt x="1064" y="10990"/>
                  </a:lnTo>
                  <a:lnTo>
                    <a:pt x="1064" y="10990"/>
                  </a:lnTo>
                  <a:lnTo>
                    <a:pt x="943" y="10690"/>
                  </a:lnTo>
                  <a:lnTo>
                    <a:pt x="863" y="10409"/>
                  </a:lnTo>
                  <a:lnTo>
                    <a:pt x="803" y="10108"/>
                  </a:lnTo>
                  <a:lnTo>
                    <a:pt x="763" y="9807"/>
                  </a:lnTo>
                  <a:lnTo>
                    <a:pt x="743" y="9486"/>
                  </a:lnTo>
                  <a:lnTo>
                    <a:pt x="723" y="9185"/>
                  </a:lnTo>
                  <a:lnTo>
                    <a:pt x="743" y="8865"/>
                  </a:lnTo>
                  <a:lnTo>
                    <a:pt x="783" y="8564"/>
                  </a:lnTo>
                  <a:lnTo>
                    <a:pt x="843" y="8243"/>
                  </a:lnTo>
                  <a:lnTo>
                    <a:pt x="943" y="7962"/>
                  </a:lnTo>
                  <a:lnTo>
                    <a:pt x="1044" y="7681"/>
                  </a:lnTo>
                  <a:lnTo>
                    <a:pt x="1164" y="7401"/>
                  </a:lnTo>
                  <a:lnTo>
                    <a:pt x="1284" y="7160"/>
                  </a:lnTo>
                  <a:lnTo>
                    <a:pt x="1445" y="6919"/>
                  </a:lnTo>
                  <a:lnTo>
                    <a:pt x="1625" y="6699"/>
                  </a:lnTo>
                  <a:lnTo>
                    <a:pt x="1806" y="6478"/>
                  </a:lnTo>
                  <a:lnTo>
                    <a:pt x="2006" y="6278"/>
                  </a:lnTo>
                  <a:lnTo>
                    <a:pt x="2227" y="6077"/>
                  </a:lnTo>
                  <a:lnTo>
                    <a:pt x="2447" y="5896"/>
                  </a:lnTo>
                  <a:lnTo>
                    <a:pt x="2688" y="5736"/>
                  </a:lnTo>
                  <a:lnTo>
                    <a:pt x="2929" y="5576"/>
                  </a:lnTo>
                  <a:lnTo>
                    <a:pt x="3209" y="5435"/>
                  </a:lnTo>
                  <a:lnTo>
                    <a:pt x="3470" y="5315"/>
                  </a:lnTo>
                  <a:lnTo>
                    <a:pt x="3751" y="5175"/>
                  </a:lnTo>
                  <a:lnTo>
                    <a:pt x="4072" y="5054"/>
                  </a:lnTo>
                  <a:lnTo>
                    <a:pt x="4393" y="4954"/>
                  </a:lnTo>
                  <a:lnTo>
                    <a:pt x="5034" y="4753"/>
                  </a:lnTo>
                  <a:lnTo>
                    <a:pt x="5696" y="4593"/>
                  </a:lnTo>
                  <a:lnTo>
                    <a:pt x="6358" y="4473"/>
                  </a:lnTo>
                  <a:lnTo>
                    <a:pt x="7020" y="4372"/>
                  </a:lnTo>
                  <a:lnTo>
                    <a:pt x="7702" y="4292"/>
                  </a:lnTo>
                  <a:lnTo>
                    <a:pt x="9045" y="4152"/>
                  </a:lnTo>
                  <a:lnTo>
                    <a:pt x="9827" y="4072"/>
                  </a:lnTo>
                  <a:lnTo>
                    <a:pt x="10610" y="3971"/>
                  </a:lnTo>
                  <a:lnTo>
                    <a:pt x="11372" y="3851"/>
                  </a:lnTo>
                  <a:lnTo>
                    <a:pt x="12134" y="3711"/>
                  </a:lnTo>
                  <a:lnTo>
                    <a:pt x="12876" y="3550"/>
                  </a:lnTo>
                  <a:lnTo>
                    <a:pt x="13638" y="3350"/>
                  </a:lnTo>
                  <a:lnTo>
                    <a:pt x="14380" y="3109"/>
                  </a:lnTo>
                  <a:lnTo>
                    <a:pt x="15122" y="2828"/>
                  </a:lnTo>
                  <a:lnTo>
                    <a:pt x="16766" y="2146"/>
                  </a:lnTo>
                  <a:lnTo>
                    <a:pt x="17589" y="1825"/>
                  </a:lnTo>
                  <a:lnTo>
                    <a:pt x="18010" y="1685"/>
                  </a:lnTo>
                  <a:lnTo>
                    <a:pt x="18431" y="1545"/>
                  </a:lnTo>
                  <a:lnTo>
                    <a:pt x="18992" y="1164"/>
                  </a:lnTo>
                  <a:lnTo>
                    <a:pt x="19574" y="823"/>
                  </a:lnTo>
                  <a:lnTo>
                    <a:pt x="20176" y="482"/>
                  </a:lnTo>
                  <a:lnTo>
                    <a:pt x="20777" y="181"/>
                  </a:lnTo>
                  <a:lnTo>
                    <a:pt x="21198" y="0"/>
                  </a:lnTo>
                  <a:close/>
                  <a:moveTo>
                    <a:pt x="1164" y="11231"/>
                  </a:moveTo>
                  <a:lnTo>
                    <a:pt x="1184" y="11251"/>
                  </a:lnTo>
                  <a:lnTo>
                    <a:pt x="1184" y="11231"/>
                  </a:lnTo>
                  <a:close/>
                  <a:moveTo>
                    <a:pt x="15643" y="3350"/>
                  </a:moveTo>
                  <a:lnTo>
                    <a:pt x="14901" y="3690"/>
                  </a:lnTo>
                  <a:lnTo>
                    <a:pt x="14139" y="3991"/>
                  </a:lnTo>
                  <a:lnTo>
                    <a:pt x="13377" y="4292"/>
                  </a:lnTo>
                  <a:lnTo>
                    <a:pt x="12615" y="4553"/>
                  </a:lnTo>
                  <a:lnTo>
                    <a:pt x="11833" y="4814"/>
                  </a:lnTo>
                  <a:lnTo>
                    <a:pt x="11031" y="5034"/>
                  </a:lnTo>
                  <a:lnTo>
                    <a:pt x="10249" y="5235"/>
                  </a:lnTo>
                  <a:lnTo>
                    <a:pt x="9426" y="5415"/>
                  </a:lnTo>
                  <a:lnTo>
                    <a:pt x="8043" y="5676"/>
                  </a:lnTo>
                  <a:lnTo>
                    <a:pt x="7341" y="5816"/>
                  </a:lnTo>
                  <a:lnTo>
                    <a:pt x="6659" y="5957"/>
                  </a:lnTo>
                  <a:lnTo>
                    <a:pt x="5957" y="6117"/>
                  </a:lnTo>
                  <a:lnTo>
                    <a:pt x="5275" y="6298"/>
                  </a:lnTo>
                  <a:lnTo>
                    <a:pt x="4613" y="6538"/>
                  </a:lnTo>
                  <a:lnTo>
                    <a:pt x="4292" y="6659"/>
                  </a:lnTo>
                  <a:lnTo>
                    <a:pt x="3972" y="6799"/>
                  </a:lnTo>
                  <a:lnTo>
                    <a:pt x="3671" y="6959"/>
                  </a:lnTo>
                  <a:lnTo>
                    <a:pt x="3370" y="7120"/>
                  </a:lnTo>
                  <a:lnTo>
                    <a:pt x="3089" y="7300"/>
                  </a:lnTo>
                  <a:lnTo>
                    <a:pt x="2828" y="7501"/>
                  </a:lnTo>
                  <a:lnTo>
                    <a:pt x="2568" y="7721"/>
                  </a:lnTo>
                  <a:lnTo>
                    <a:pt x="2307" y="7942"/>
                  </a:lnTo>
                  <a:lnTo>
                    <a:pt x="2086" y="8203"/>
                  </a:lnTo>
                  <a:lnTo>
                    <a:pt x="1886" y="8463"/>
                  </a:lnTo>
                  <a:lnTo>
                    <a:pt x="1685" y="8724"/>
                  </a:lnTo>
                  <a:lnTo>
                    <a:pt x="1525" y="9005"/>
                  </a:lnTo>
                  <a:lnTo>
                    <a:pt x="1405" y="9306"/>
                  </a:lnTo>
                  <a:lnTo>
                    <a:pt x="1304" y="9607"/>
                  </a:lnTo>
                  <a:lnTo>
                    <a:pt x="1224" y="9927"/>
                  </a:lnTo>
                  <a:lnTo>
                    <a:pt x="1184" y="10248"/>
                  </a:lnTo>
                  <a:lnTo>
                    <a:pt x="1184" y="10569"/>
                  </a:lnTo>
                  <a:lnTo>
                    <a:pt x="1224" y="10910"/>
                  </a:lnTo>
                  <a:lnTo>
                    <a:pt x="1324" y="11131"/>
                  </a:lnTo>
                  <a:lnTo>
                    <a:pt x="1705" y="11291"/>
                  </a:lnTo>
                  <a:lnTo>
                    <a:pt x="2086" y="11432"/>
                  </a:lnTo>
                  <a:lnTo>
                    <a:pt x="2487" y="11552"/>
                  </a:lnTo>
                  <a:lnTo>
                    <a:pt x="2889" y="11652"/>
                  </a:lnTo>
                  <a:lnTo>
                    <a:pt x="3290" y="11732"/>
                  </a:lnTo>
                  <a:lnTo>
                    <a:pt x="3691" y="11793"/>
                  </a:lnTo>
                  <a:lnTo>
                    <a:pt x="4112" y="11833"/>
                  </a:lnTo>
                  <a:lnTo>
                    <a:pt x="4834" y="11833"/>
                  </a:lnTo>
                  <a:lnTo>
                    <a:pt x="5135" y="11813"/>
                  </a:lnTo>
                  <a:lnTo>
                    <a:pt x="5435" y="11772"/>
                  </a:lnTo>
                  <a:lnTo>
                    <a:pt x="5736" y="11732"/>
                  </a:lnTo>
                  <a:lnTo>
                    <a:pt x="5897" y="11712"/>
                  </a:lnTo>
                  <a:lnTo>
                    <a:pt x="5716" y="11592"/>
                  </a:lnTo>
                  <a:lnTo>
                    <a:pt x="5556" y="11472"/>
                  </a:lnTo>
                  <a:lnTo>
                    <a:pt x="5395" y="11331"/>
                  </a:lnTo>
                  <a:lnTo>
                    <a:pt x="5255" y="11191"/>
                  </a:lnTo>
                  <a:lnTo>
                    <a:pt x="5115" y="11030"/>
                  </a:lnTo>
                  <a:lnTo>
                    <a:pt x="4974" y="10870"/>
                  </a:lnTo>
                  <a:lnTo>
                    <a:pt x="4834" y="10690"/>
                  </a:lnTo>
                  <a:lnTo>
                    <a:pt x="4714" y="10509"/>
                  </a:lnTo>
                  <a:lnTo>
                    <a:pt x="4533" y="10148"/>
                  </a:lnTo>
                  <a:lnTo>
                    <a:pt x="4413" y="9807"/>
                  </a:lnTo>
                  <a:lnTo>
                    <a:pt x="4312" y="9466"/>
                  </a:lnTo>
                  <a:lnTo>
                    <a:pt x="4252" y="9125"/>
                  </a:lnTo>
                  <a:lnTo>
                    <a:pt x="4232" y="8804"/>
                  </a:lnTo>
                  <a:lnTo>
                    <a:pt x="4252" y="8484"/>
                  </a:lnTo>
                  <a:lnTo>
                    <a:pt x="4312" y="8163"/>
                  </a:lnTo>
                  <a:lnTo>
                    <a:pt x="4413" y="7862"/>
                  </a:lnTo>
                  <a:lnTo>
                    <a:pt x="4553" y="7561"/>
                  </a:lnTo>
                  <a:lnTo>
                    <a:pt x="4714" y="7300"/>
                  </a:lnTo>
                  <a:lnTo>
                    <a:pt x="4914" y="7040"/>
                  </a:lnTo>
                  <a:lnTo>
                    <a:pt x="5155" y="6799"/>
                  </a:lnTo>
                  <a:lnTo>
                    <a:pt x="5415" y="6598"/>
                  </a:lnTo>
                  <a:lnTo>
                    <a:pt x="5716" y="6398"/>
                  </a:lnTo>
                  <a:lnTo>
                    <a:pt x="6057" y="6237"/>
                  </a:lnTo>
                  <a:lnTo>
                    <a:pt x="6418" y="6117"/>
                  </a:lnTo>
                  <a:lnTo>
                    <a:pt x="6960" y="5957"/>
                  </a:lnTo>
                  <a:lnTo>
                    <a:pt x="7501" y="5836"/>
                  </a:lnTo>
                  <a:lnTo>
                    <a:pt x="8063" y="5756"/>
                  </a:lnTo>
                  <a:lnTo>
                    <a:pt x="8624" y="5696"/>
                  </a:lnTo>
                  <a:lnTo>
                    <a:pt x="9747" y="5576"/>
                  </a:lnTo>
                  <a:lnTo>
                    <a:pt x="10309" y="5515"/>
                  </a:lnTo>
                  <a:lnTo>
                    <a:pt x="10850" y="5435"/>
                  </a:lnTo>
                  <a:lnTo>
                    <a:pt x="11332" y="5335"/>
                  </a:lnTo>
                  <a:lnTo>
                    <a:pt x="11793" y="5215"/>
                  </a:lnTo>
                  <a:lnTo>
                    <a:pt x="12254" y="5094"/>
                  </a:lnTo>
                  <a:lnTo>
                    <a:pt x="12695" y="4934"/>
                  </a:lnTo>
                  <a:lnTo>
                    <a:pt x="13156" y="4773"/>
                  </a:lnTo>
                  <a:lnTo>
                    <a:pt x="13578" y="4573"/>
                  </a:lnTo>
                  <a:lnTo>
                    <a:pt x="14019" y="4372"/>
                  </a:lnTo>
                  <a:lnTo>
                    <a:pt x="14440" y="4152"/>
                  </a:lnTo>
                  <a:lnTo>
                    <a:pt x="14580" y="4072"/>
                  </a:lnTo>
                  <a:lnTo>
                    <a:pt x="14841" y="3871"/>
                  </a:lnTo>
                  <a:lnTo>
                    <a:pt x="15102" y="3690"/>
                  </a:lnTo>
                  <a:lnTo>
                    <a:pt x="15362" y="3510"/>
                  </a:lnTo>
                  <a:lnTo>
                    <a:pt x="15643" y="3350"/>
                  </a:lnTo>
                  <a:close/>
                  <a:moveTo>
                    <a:pt x="1445" y="11371"/>
                  </a:moveTo>
                  <a:lnTo>
                    <a:pt x="1625" y="11652"/>
                  </a:lnTo>
                  <a:lnTo>
                    <a:pt x="1986" y="11933"/>
                  </a:lnTo>
                  <a:lnTo>
                    <a:pt x="2387" y="12174"/>
                  </a:lnTo>
                  <a:lnTo>
                    <a:pt x="2828" y="12394"/>
                  </a:lnTo>
                  <a:lnTo>
                    <a:pt x="3310" y="12575"/>
                  </a:lnTo>
                  <a:lnTo>
                    <a:pt x="3811" y="12735"/>
                  </a:lnTo>
                  <a:lnTo>
                    <a:pt x="4332" y="12835"/>
                  </a:lnTo>
                  <a:lnTo>
                    <a:pt x="4894" y="12896"/>
                  </a:lnTo>
                  <a:lnTo>
                    <a:pt x="5456" y="12936"/>
                  </a:lnTo>
                  <a:lnTo>
                    <a:pt x="5857" y="12916"/>
                  </a:lnTo>
                  <a:lnTo>
                    <a:pt x="6258" y="12875"/>
                  </a:lnTo>
                  <a:lnTo>
                    <a:pt x="6679" y="12815"/>
                  </a:lnTo>
                  <a:lnTo>
                    <a:pt x="7100" y="12735"/>
                  </a:lnTo>
                  <a:lnTo>
                    <a:pt x="7521" y="12615"/>
                  </a:lnTo>
                  <a:lnTo>
                    <a:pt x="7942" y="12474"/>
                  </a:lnTo>
                  <a:lnTo>
                    <a:pt x="8363" y="12314"/>
                  </a:lnTo>
                  <a:lnTo>
                    <a:pt x="8785" y="12113"/>
                  </a:lnTo>
                  <a:lnTo>
                    <a:pt x="8785" y="12113"/>
                  </a:lnTo>
                  <a:lnTo>
                    <a:pt x="8544" y="12174"/>
                  </a:lnTo>
                  <a:lnTo>
                    <a:pt x="8303" y="12194"/>
                  </a:lnTo>
                  <a:lnTo>
                    <a:pt x="8063" y="12234"/>
                  </a:lnTo>
                  <a:lnTo>
                    <a:pt x="7802" y="12234"/>
                  </a:lnTo>
                  <a:lnTo>
                    <a:pt x="7441" y="12214"/>
                  </a:lnTo>
                  <a:lnTo>
                    <a:pt x="7060" y="12154"/>
                  </a:lnTo>
                  <a:lnTo>
                    <a:pt x="6699" y="12073"/>
                  </a:lnTo>
                  <a:lnTo>
                    <a:pt x="6358" y="11933"/>
                  </a:lnTo>
                  <a:lnTo>
                    <a:pt x="5917" y="12033"/>
                  </a:lnTo>
                  <a:lnTo>
                    <a:pt x="5496" y="12093"/>
                  </a:lnTo>
                  <a:lnTo>
                    <a:pt x="5075" y="12133"/>
                  </a:lnTo>
                  <a:lnTo>
                    <a:pt x="4653" y="12154"/>
                  </a:lnTo>
                  <a:lnTo>
                    <a:pt x="4232" y="12133"/>
                  </a:lnTo>
                  <a:lnTo>
                    <a:pt x="3831" y="12093"/>
                  </a:lnTo>
                  <a:lnTo>
                    <a:pt x="3410" y="12033"/>
                  </a:lnTo>
                  <a:lnTo>
                    <a:pt x="3009" y="11953"/>
                  </a:lnTo>
                  <a:lnTo>
                    <a:pt x="2608" y="11853"/>
                  </a:lnTo>
                  <a:lnTo>
                    <a:pt x="2227" y="11712"/>
                  </a:lnTo>
                  <a:lnTo>
                    <a:pt x="1826" y="11552"/>
                  </a:lnTo>
                  <a:lnTo>
                    <a:pt x="1445" y="1137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22"/>
            <p:cNvSpPr/>
            <p:nvPr/>
          </p:nvSpPr>
          <p:spPr>
            <a:xfrm>
              <a:off x="8258675" y="4185775"/>
              <a:ext cx="183525" cy="39125"/>
            </a:xfrm>
            <a:custGeom>
              <a:avLst/>
              <a:gdLst/>
              <a:ahLst/>
              <a:cxnLst/>
              <a:rect l="l" t="t" r="r" b="b"/>
              <a:pathLst>
                <a:path w="7341" h="156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81" y="281"/>
                  </a:lnTo>
                  <a:lnTo>
                    <a:pt x="181" y="281"/>
                  </a:lnTo>
                  <a:lnTo>
                    <a:pt x="181" y="281"/>
                  </a:lnTo>
                  <a:lnTo>
                    <a:pt x="542" y="562"/>
                  </a:lnTo>
                  <a:lnTo>
                    <a:pt x="943" y="803"/>
                  </a:lnTo>
                  <a:lnTo>
                    <a:pt x="1384" y="1023"/>
                  </a:lnTo>
                  <a:lnTo>
                    <a:pt x="1866" y="1204"/>
                  </a:lnTo>
                  <a:lnTo>
                    <a:pt x="2367" y="1364"/>
                  </a:lnTo>
                  <a:lnTo>
                    <a:pt x="2888" y="1464"/>
                  </a:lnTo>
                  <a:lnTo>
                    <a:pt x="3450" y="1525"/>
                  </a:lnTo>
                  <a:lnTo>
                    <a:pt x="4012" y="1565"/>
                  </a:lnTo>
                  <a:lnTo>
                    <a:pt x="4012" y="1565"/>
                  </a:lnTo>
                  <a:lnTo>
                    <a:pt x="4413" y="1545"/>
                  </a:lnTo>
                  <a:lnTo>
                    <a:pt x="4814" y="1504"/>
                  </a:lnTo>
                  <a:lnTo>
                    <a:pt x="5235" y="1444"/>
                  </a:lnTo>
                  <a:lnTo>
                    <a:pt x="5656" y="1364"/>
                  </a:lnTo>
                  <a:lnTo>
                    <a:pt x="6077" y="1244"/>
                  </a:lnTo>
                  <a:lnTo>
                    <a:pt x="6498" y="1103"/>
                  </a:lnTo>
                  <a:lnTo>
                    <a:pt x="6919" y="943"/>
                  </a:lnTo>
                  <a:lnTo>
                    <a:pt x="7341" y="742"/>
                  </a:lnTo>
                  <a:lnTo>
                    <a:pt x="7341" y="742"/>
                  </a:lnTo>
                  <a:lnTo>
                    <a:pt x="7100" y="803"/>
                  </a:lnTo>
                  <a:lnTo>
                    <a:pt x="6859" y="823"/>
                  </a:lnTo>
                  <a:lnTo>
                    <a:pt x="6619" y="863"/>
                  </a:lnTo>
                  <a:lnTo>
                    <a:pt x="6358" y="863"/>
                  </a:lnTo>
                  <a:lnTo>
                    <a:pt x="6358" y="863"/>
                  </a:lnTo>
                  <a:lnTo>
                    <a:pt x="5997" y="843"/>
                  </a:lnTo>
                  <a:lnTo>
                    <a:pt x="5616" y="783"/>
                  </a:lnTo>
                  <a:lnTo>
                    <a:pt x="5255" y="702"/>
                  </a:lnTo>
                  <a:lnTo>
                    <a:pt x="4914" y="562"/>
                  </a:lnTo>
                  <a:lnTo>
                    <a:pt x="4914" y="562"/>
                  </a:lnTo>
                  <a:lnTo>
                    <a:pt x="4473" y="662"/>
                  </a:lnTo>
                  <a:lnTo>
                    <a:pt x="4052" y="722"/>
                  </a:lnTo>
                  <a:lnTo>
                    <a:pt x="3631" y="762"/>
                  </a:lnTo>
                  <a:lnTo>
                    <a:pt x="3209" y="783"/>
                  </a:lnTo>
                  <a:lnTo>
                    <a:pt x="3209" y="783"/>
                  </a:lnTo>
                  <a:lnTo>
                    <a:pt x="2788" y="762"/>
                  </a:lnTo>
                  <a:lnTo>
                    <a:pt x="2387" y="722"/>
                  </a:lnTo>
                  <a:lnTo>
                    <a:pt x="1966" y="662"/>
                  </a:lnTo>
                  <a:lnTo>
                    <a:pt x="1565" y="582"/>
                  </a:lnTo>
                  <a:lnTo>
                    <a:pt x="1164" y="482"/>
                  </a:lnTo>
                  <a:lnTo>
                    <a:pt x="783" y="341"/>
                  </a:lnTo>
                  <a:lnTo>
                    <a:pt x="382" y="18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22"/>
            <p:cNvSpPr/>
            <p:nvPr/>
          </p:nvSpPr>
          <p:spPr>
            <a:xfrm>
              <a:off x="8251650" y="4182250"/>
              <a:ext cx="525" cy="550"/>
            </a:xfrm>
            <a:custGeom>
              <a:avLst/>
              <a:gdLst/>
              <a:ahLst/>
              <a:cxnLst/>
              <a:rect l="l" t="t" r="r" b="b"/>
              <a:pathLst>
                <a:path w="21" h="22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21" y="21"/>
                  </a:lnTo>
                  <a:lnTo>
                    <a:pt x="21" y="21"/>
                  </a:lnTo>
                  <a:lnTo>
                    <a:pt x="2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22"/>
            <p:cNvSpPr/>
            <p:nvPr/>
          </p:nvSpPr>
          <p:spPr>
            <a:xfrm>
              <a:off x="8252150" y="3985225"/>
              <a:ext cx="361525" cy="212100"/>
            </a:xfrm>
            <a:custGeom>
              <a:avLst/>
              <a:gdLst/>
              <a:ahLst/>
              <a:cxnLst/>
              <a:rect l="l" t="t" r="r" b="b"/>
              <a:pathLst>
                <a:path w="14461" h="8484" fill="none" extrusionOk="0">
                  <a:moveTo>
                    <a:pt x="14460" y="1"/>
                  </a:moveTo>
                  <a:lnTo>
                    <a:pt x="14460" y="1"/>
                  </a:lnTo>
                  <a:lnTo>
                    <a:pt x="13718" y="341"/>
                  </a:lnTo>
                  <a:lnTo>
                    <a:pt x="12956" y="642"/>
                  </a:lnTo>
                  <a:lnTo>
                    <a:pt x="12194" y="943"/>
                  </a:lnTo>
                  <a:lnTo>
                    <a:pt x="11432" y="1204"/>
                  </a:lnTo>
                  <a:lnTo>
                    <a:pt x="10650" y="1465"/>
                  </a:lnTo>
                  <a:lnTo>
                    <a:pt x="9848" y="1685"/>
                  </a:lnTo>
                  <a:lnTo>
                    <a:pt x="9066" y="1886"/>
                  </a:lnTo>
                  <a:lnTo>
                    <a:pt x="8243" y="2066"/>
                  </a:lnTo>
                  <a:lnTo>
                    <a:pt x="8243" y="2066"/>
                  </a:lnTo>
                  <a:lnTo>
                    <a:pt x="6860" y="2327"/>
                  </a:lnTo>
                  <a:lnTo>
                    <a:pt x="6158" y="2467"/>
                  </a:lnTo>
                  <a:lnTo>
                    <a:pt x="5476" y="2608"/>
                  </a:lnTo>
                  <a:lnTo>
                    <a:pt x="4774" y="2768"/>
                  </a:lnTo>
                  <a:lnTo>
                    <a:pt x="4092" y="2949"/>
                  </a:lnTo>
                  <a:lnTo>
                    <a:pt x="3430" y="3189"/>
                  </a:lnTo>
                  <a:lnTo>
                    <a:pt x="3109" y="3310"/>
                  </a:lnTo>
                  <a:lnTo>
                    <a:pt x="2789" y="3450"/>
                  </a:lnTo>
                  <a:lnTo>
                    <a:pt x="2789" y="3450"/>
                  </a:lnTo>
                  <a:lnTo>
                    <a:pt x="2488" y="3610"/>
                  </a:lnTo>
                  <a:lnTo>
                    <a:pt x="2187" y="3771"/>
                  </a:lnTo>
                  <a:lnTo>
                    <a:pt x="1906" y="3951"/>
                  </a:lnTo>
                  <a:lnTo>
                    <a:pt x="1645" y="4152"/>
                  </a:lnTo>
                  <a:lnTo>
                    <a:pt x="1385" y="4372"/>
                  </a:lnTo>
                  <a:lnTo>
                    <a:pt x="1124" y="4593"/>
                  </a:lnTo>
                  <a:lnTo>
                    <a:pt x="903" y="4854"/>
                  </a:lnTo>
                  <a:lnTo>
                    <a:pt x="703" y="5114"/>
                  </a:lnTo>
                  <a:lnTo>
                    <a:pt x="502" y="5375"/>
                  </a:lnTo>
                  <a:lnTo>
                    <a:pt x="342" y="5656"/>
                  </a:lnTo>
                  <a:lnTo>
                    <a:pt x="222" y="5957"/>
                  </a:lnTo>
                  <a:lnTo>
                    <a:pt x="121" y="6258"/>
                  </a:lnTo>
                  <a:lnTo>
                    <a:pt x="41" y="6578"/>
                  </a:lnTo>
                  <a:lnTo>
                    <a:pt x="1" y="6899"/>
                  </a:lnTo>
                  <a:lnTo>
                    <a:pt x="1" y="7220"/>
                  </a:lnTo>
                  <a:lnTo>
                    <a:pt x="41" y="7561"/>
                  </a:lnTo>
                  <a:lnTo>
                    <a:pt x="41" y="7561"/>
                  </a:lnTo>
                  <a:lnTo>
                    <a:pt x="141" y="7782"/>
                  </a:lnTo>
                  <a:lnTo>
                    <a:pt x="141" y="7782"/>
                  </a:lnTo>
                  <a:lnTo>
                    <a:pt x="522" y="7942"/>
                  </a:lnTo>
                  <a:lnTo>
                    <a:pt x="903" y="8083"/>
                  </a:lnTo>
                  <a:lnTo>
                    <a:pt x="1304" y="8203"/>
                  </a:lnTo>
                  <a:lnTo>
                    <a:pt x="1706" y="8303"/>
                  </a:lnTo>
                  <a:lnTo>
                    <a:pt x="2107" y="8383"/>
                  </a:lnTo>
                  <a:lnTo>
                    <a:pt x="2508" y="8444"/>
                  </a:lnTo>
                  <a:lnTo>
                    <a:pt x="2929" y="8484"/>
                  </a:lnTo>
                  <a:lnTo>
                    <a:pt x="3330" y="8484"/>
                  </a:lnTo>
                  <a:lnTo>
                    <a:pt x="3330" y="8484"/>
                  </a:lnTo>
                  <a:lnTo>
                    <a:pt x="3651" y="8484"/>
                  </a:lnTo>
                  <a:lnTo>
                    <a:pt x="3952" y="8464"/>
                  </a:lnTo>
                  <a:lnTo>
                    <a:pt x="4252" y="8423"/>
                  </a:lnTo>
                  <a:lnTo>
                    <a:pt x="4553" y="8383"/>
                  </a:lnTo>
                  <a:lnTo>
                    <a:pt x="4553" y="8383"/>
                  </a:lnTo>
                  <a:lnTo>
                    <a:pt x="4714" y="8363"/>
                  </a:lnTo>
                  <a:lnTo>
                    <a:pt x="4714" y="8363"/>
                  </a:lnTo>
                  <a:lnTo>
                    <a:pt x="4533" y="8243"/>
                  </a:lnTo>
                  <a:lnTo>
                    <a:pt x="4373" y="8123"/>
                  </a:lnTo>
                  <a:lnTo>
                    <a:pt x="4212" y="7982"/>
                  </a:lnTo>
                  <a:lnTo>
                    <a:pt x="4072" y="7842"/>
                  </a:lnTo>
                  <a:lnTo>
                    <a:pt x="3932" y="7681"/>
                  </a:lnTo>
                  <a:lnTo>
                    <a:pt x="3791" y="7521"/>
                  </a:lnTo>
                  <a:lnTo>
                    <a:pt x="3651" y="7341"/>
                  </a:lnTo>
                  <a:lnTo>
                    <a:pt x="3531" y="7160"/>
                  </a:lnTo>
                  <a:lnTo>
                    <a:pt x="3531" y="7160"/>
                  </a:lnTo>
                  <a:lnTo>
                    <a:pt x="3350" y="6799"/>
                  </a:lnTo>
                  <a:lnTo>
                    <a:pt x="3230" y="6458"/>
                  </a:lnTo>
                  <a:lnTo>
                    <a:pt x="3129" y="6117"/>
                  </a:lnTo>
                  <a:lnTo>
                    <a:pt x="3069" y="5776"/>
                  </a:lnTo>
                  <a:lnTo>
                    <a:pt x="3049" y="5455"/>
                  </a:lnTo>
                  <a:lnTo>
                    <a:pt x="3069" y="5135"/>
                  </a:lnTo>
                  <a:lnTo>
                    <a:pt x="3129" y="4814"/>
                  </a:lnTo>
                  <a:lnTo>
                    <a:pt x="3230" y="4513"/>
                  </a:lnTo>
                  <a:lnTo>
                    <a:pt x="3370" y="4212"/>
                  </a:lnTo>
                  <a:lnTo>
                    <a:pt x="3531" y="3951"/>
                  </a:lnTo>
                  <a:lnTo>
                    <a:pt x="3731" y="3691"/>
                  </a:lnTo>
                  <a:lnTo>
                    <a:pt x="3972" y="3450"/>
                  </a:lnTo>
                  <a:lnTo>
                    <a:pt x="4232" y="3249"/>
                  </a:lnTo>
                  <a:lnTo>
                    <a:pt x="4533" y="3049"/>
                  </a:lnTo>
                  <a:lnTo>
                    <a:pt x="4874" y="2888"/>
                  </a:lnTo>
                  <a:lnTo>
                    <a:pt x="5235" y="2768"/>
                  </a:lnTo>
                  <a:lnTo>
                    <a:pt x="5235" y="2768"/>
                  </a:lnTo>
                  <a:lnTo>
                    <a:pt x="5777" y="2608"/>
                  </a:lnTo>
                  <a:lnTo>
                    <a:pt x="6318" y="2487"/>
                  </a:lnTo>
                  <a:lnTo>
                    <a:pt x="6880" y="2407"/>
                  </a:lnTo>
                  <a:lnTo>
                    <a:pt x="7441" y="2347"/>
                  </a:lnTo>
                  <a:lnTo>
                    <a:pt x="8564" y="2227"/>
                  </a:lnTo>
                  <a:lnTo>
                    <a:pt x="9126" y="2166"/>
                  </a:lnTo>
                  <a:lnTo>
                    <a:pt x="9667" y="2086"/>
                  </a:lnTo>
                  <a:lnTo>
                    <a:pt x="9667" y="2086"/>
                  </a:lnTo>
                  <a:lnTo>
                    <a:pt x="10149" y="1986"/>
                  </a:lnTo>
                  <a:lnTo>
                    <a:pt x="10610" y="1866"/>
                  </a:lnTo>
                  <a:lnTo>
                    <a:pt x="11071" y="1745"/>
                  </a:lnTo>
                  <a:lnTo>
                    <a:pt x="11512" y="1585"/>
                  </a:lnTo>
                  <a:lnTo>
                    <a:pt x="11973" y="1424"/>
                  </a:lnTo>
                  <a:lnTo>
                    <a:pt x="12395" y="1224"/>
                  </a:lnTo>
                  <a:lnTo>
                    <a:pt x="12836" y="1023"/>
                  </a:lnTo>
                  <a:lnTo>
                    <a:pt x="13257" y="803"/>
                  </a:lnTo>
                  <a:lnTo>
                    <a:pt x="13257" y="803"/>
                  </a:lnTo>
                  <a:lnTo>
                    <a:pt x="13397" y="723"/>
                  </a:lnTo>
                  <a:lnTo>
                    <a:pt x="13397" y="723"/>
                  </a:lnTo>
                  <a:lnTo>
                    <a:pt x="13658" y="522"/>
                  </a:lnTo>
                  <a:lnTo>
                    <a:pt x="13919" y="341"/>
                  </a:lnTo>
                  <a:lnTo>
                    <a:pt x="14179" y="161"/>
                  </a:lnTo>
                  <a:lnTo>
                    <a:pt x="1446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22"/>
            <p:cNvSpPr/>
            <p:nvPr/>
          </p:nvSpPr>
          <p:spPr>
            <a:xfrm>
              <a:off x="8245650" y="3956650"/>
              <a:ext cx="412650" cy="200075"/>
            </a:xfrm>
            <a:custGeom>
              <a:avLst/>
              <a:gdLst/>
              <a:ahLst/>
              <a:cxnLst/>
              <a:rect l="l" t="t" r="r" b="b"/>
              <a:pathLst>
                <a:path w="16506" h="8003" fill="none" extrusionOk="0">
                  <a:moveTo>
                    <a:pt x="16505" y="0"/>
                  </a:moveTo>
                  <a:lnTo>
                    <a:pt x="16505" y="0"/>
                  </a:lnTo>
                  <a:lnTo>
                    <a:pt x="15462" y="422"/>
                  </a:lnTo>
                  <a:lnTo>
                    <a:pt x="14419" y="863"/>
                  </a:lnTo>
                  <a:lnTo>
                    <a:pt x="14419" y="863"/>
                  </a:lnTo>
                  <a:lnTo>
                    <a:pt x="13898" y="1083"/>
                  </a:lnTo>
                  <a:lnTo>
                    <a:pt x="13357" y="1264"/>
                  </a:lnTo>
                  <a:lnTo>
                    <a:pt x="12795" y="1444"/>
                  </a:lnTo>
                  <a:lnTo>
                    <a:pt x="12254" y="1605"/>
                  </a:lnTo>
                  <a:lnTo>
                    <a:pt x="11712" y="1745"/>
                  </a:lnTo>
                  <a:lnTo>
                    <a:pt x="11151" y="1886"/>
                  </a:lnTo>
                  <a:lnTo>
                    <a:pt x="10589" y="1986"/>
                  </a:lnTo>
                  <a:lnTo>
                    <a:pt x="10007" y="2066"/>
                  </a:lnTo>
                  <a:lnTo>
                    <a:pt x="10007" y="2066"/>
                  </a:lnTo>
                  <a:lnTo>
                    <a:pt x="9326" y="2166"/>
                  </a:lnTo>
                  <a:lnTo>
                    <a:pt x="8644" y="2227"/>
                  </a:lnTo>
                  <a:lnTo>
                    <a:pt x="7280" y="2367"/>
                  </a:lnTo>
                  <a:lnTo>
                    <a:pt x="6598" y="2447"/>
                  </a:lnTo>
                  <a:lnTo>
                    <a:pt x="5936" y="2527"/>
                  </a:lnTo>
                  <a:lnTo>
                    <a:pt x="5255" y="2628"/>
                  </a:lnTo>
                  <a:lnTo>
                    <a:pt x="4593" y="2768"/>
                  </a:lnTo>
                  <a:lnTo>
                    <a:pt x="4593" y="2768"/>
                  </a:lnTo>
                  <a:lnTo>
                    <a:pt x="3931" y="2928"/>
                  </a:lnTo>
                  <a:lnTo>
                    <a:pt x="3269" y="3129"/>
                  </a:lnTo>
                  <a:lnTo>
                    <a:pt x="2948" y="3249"/>
                  </a:lnTo>
                  <a:lnTo>
                    <a:pt x="2627" y="3390"/>
                  </a:lnTo>
                  <a:lnTo>
                    <a:pt x="2307" y="3530"/>
                  </a:lnTo>
                  <a:lnTo>
                    <a:pt x="2026" y="3690"/>
                  </a:lnTo>
                  <a:lnTo>
                    <a:pt x="1725" y="3871"/>
                  </a:lnTo>
                  <a:lnTo>
                    <a:pt x="1464" y="4072"/>
                  </a:lnTo>
                  <a:lnTo>
                    <a:pt x="1204" y="4292"/>
                  </a:lnTo>
                  <a:lnTo>
                    <a:pt x="983" y="4533"/>
                  </a:lnTo>
                  <a:lnTo>
                    <a:pt x="762" y="4773"/>
                  </a:lnTo>
                  <a:lnTo>
                    <a:pt x="582" y="5054"/>
                  </a:lnTo>
                  <a:lnTo>
                    <a:pt x="401" y="5375"/>
                  </a:lnTo>
                  <a:lnTo>
                    <a:pt x="261" y="5696"/>
                  </a:lnTo>
                  <a:lnTo>
                    <a:pt x="261" y="5696"/>
                  </a:lnTo>
                  <a:lnTo>
                    <a:pt x="161" y="5977"/>
                  </a:lnTo>
                  <a:lnTo>
                    <a:pt x="101" y="6278"/>
                  </a:lnTo>
                  <a:lnTo>
                    <a:pt x="40" y="6558"/>
                  </a:lnTo>
                  <a:lnTo>
                    <a:pt x="20" y="6859"/>
                  </a:lnTo>
                  <a:lnTo>
                    <a:pt x="0" y="7140"/>
                  </a:lnTo>
                  <a:lnTo>
                    <a:pt x="20" y="7441"/>
                  </a:lnTo>
                  <a:lnTo>
                    <a:pt x="60" y="7721"/>
                  </a:lnTo>
                  <a:lnTo>
                    <a:pt x="101" y="8002"/>
                  </a:lnTo>
                  <a:lnTo>
                    <a:pt x="101" y="8002"/>
                  </a:lnTo>
                  <a:lnTo>
                    <a:pt x="121" y="7701"/>
                  </a:lnTo>
                  <a:lnTo>
                    <a:pt x="161" y="7421"/>
                  </a:lnTo>
                  <a:lnTo>
                    <a:pt x="241" y="7120"/>
                  </a:lnTo>
                  <a:lnTo>
                    <a:pt x="341" y="6839"/>
                  </a:lnTo>
                  <a:lnTo>
                    <a:pt x="461" y="6558"/>
                  </a:lnTo>
                  <a:lnTo>
                    <a:pt x="622" y="6278"/>
                  </a:lnTo>
                  <a:lnTo>
                    <a:pt x="802" y="6017"/>
                  </a:lnTo>
                  <a:lnTo>
                    <a:pt x="1003" y="5756"/>
                  </a:lnTo>
                  <a:lnTo>
                    <a:pt x="1003" y="5756"/>
                  </a:lnTo>
                  <a:lnTo>
                    <a:pt x="1224" y="5536"/>
                  </a:lnTo>
                  <a:lnTo>
                    <a:pt x="1444" y="5315"/>
                  </a:lnTo>
                  <a:lnTo>
                    <a:pt x="1705" y="5114"/>
                  </a:lnTo>
                  <a:lnTo>
                    <a:pt x="1966" y="4914"/>
                  </a:lnTo>
                  <a:lnTo>
                    <a:pt x="2226" y="4753"/>
                  </a:lnTo>
                  <a:lnTo>
                    <a:pt x="2507" y="4593"/>
                  </a:lnTo>
                  <a:lnTo>
                    <a:pt x="2788" y="4433"/>
                  </a:lnTo>
                  <a:lnTo>
                    <a:pt x="3089" y="4312"/>
                  </a:lnTo>
                  <a:lnTo>
                    <a:pt x="3690" y="4072"/>
                  </a:lnTo>
                  <a:lnTo>
                    <a:pt x="4312" y="3871"/>
                  </a:lnTo>
                  <a:lnTo>
                    <a:pt x="4934" y="3690"/>
                  </a:lnTo>
                  <a:lnTo>
                    <a:pt x="5555" y="3550"/>
                  </a:lnTo>
                  <a:lnTo>
                    <a:pt x="5555" y="3550"/>
                  </a:lnTo>
                  <a:lnTo>
                    <a:pt x="6337" y="3370"/>
                  </a:lnTo>
                  <a:lnTo>
                    <a:pt x="7140" y="3209"/>
                  </a:lnTo>
                  <a:lnTo>
                    <a:pt x="8724" y="2888"/>
                  </a:lnTo>
                  <a:lnTo>
                    <a:pt x="9526" y="2728"/>
                  </a:lnTo>
                  <a:lnTo>
                    <a:pt x="10308" y="2547"/>
                  </a:lnTo>
                  <a:lnTo>
                    <a:pt x="11090" y="2327"/>
                  </a:lnTo>
                  <a:lnTo>
                    <a:pt x="11872" y="2106"/>
                  </a:lnTo>
                  <a:lnTo>
                    <a:pt x="11872" y="2106"/>
                  </a:lnTo>
                  <a:lnTo>
                    <a:pt x="12915" y="1725"/>
                  </a:lnTo>
                  <a:lnTo>
                    <a:pt x="13958" y="1324"/>
                  </a:lnTo>
                  <a:lnTo>
                    <a:pt x="14961" y="863"/>
                  </a:lnTo>
                  <a:lnTo>
                    <a:pt x="15964" y="381"/>
                  </a:lnTo>
                  <a:lnTo>
                    <a:pt x="15964" y="381"/>
                  </a:lnTo>
                  <a:lnTo>
                    <a:pt x="1650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22"/>
            <p:cNvSpPr/>
            <p:nvPr/>
          </p:nvSpPr>
          <p:spPr>
            <a:xfrm>
              <a:off x="8240625" y="3940100"/>
              <a:ext cx="442725" cy="265250"/>
            </a:xfrm>
            <a:custGeom>
              <a:avLst/>
              <a:gdLst/>
              <a:ahLst/>
              <a:cxnLst/>
              <a:rect l="l" t="t" r="r" b="b"/>
              <a:pathLst>
                <a:path w="17709" h="10610" extrusionOk="0">
                  <a:moveTo>
                    <a:pt x="17709" y="1"/>
                  </a:moveTo>
                  <a:lnTo>
                    <a:pt x="17288" y="141"/>
                  </a:lnTo>
                  <a:lnTo>
                    <a:pt x="16867" y="281"/>
                  </a:lnTo>
                  <a:lnTo>
                    <a:pt x="16044" y="602"/>
                  </a:lnTo>
                  <a:lnTo>
                    <a:pt x="14400" y="1284"/>
                  </a:lnTo>
                  <a:lnTo>
                    <a:pt x="13658" y="1565"/>
                  </a:lnTo>
                  <a:lnTo>
                    <a:pt x="12916" y="1806"/>
                  </a:lnTo>
                  <a:lnTo>
                    <a:pt x="12154" y="2006"/>
                  </a:lnTo>
                  <a:lnTo>
                    <a:pt x="11412" y="2167"/>
                  </a:lnTo>
                  <a:lnTo>
                    <a:pt x="10650" y="2307"/>
                  </a:lnTo>
                  <a:lnTo>
                    <a:pt x="9888" y="2427"/>
                  </a:lnTo>
                  <a:lnTo>
                    <a:pt x="9105" y="2528"/>
                  </a:lnTo>
                  <a:lnTo>
                    <a:pt x="8323" y="2608"/>
                  </a:lnTo>
                  <a:lnTo>
                    <a:pt x="6980" y="2748"/>
                  </a:lnTo>
                  <a:lnTo>
                    <a:pt x="6298" y="2828"/>
                  </a:lnTo>
                  <a:lnTo>
                    <a:pt x="5636" y="2929"/>
                  </a:lnTo>
                  <a:lnTo>
                    <a:pt x="4974" y="3049"/>
                  </a:lnTo>
                  <a:lnTo>
                    <a:pt x="4312" y="3209"/>
                  </a:lnTo>
                  <a:lnTo>
                    <a:pt x="3671" y="3410"/>
                  </a:lnTo>
                  <a:lnTo>
                    <a:pt x="3350" y="3510"/>
                  </a:lnTo>
                  <a:lnTo>
                    <a:pt x="3029" y="3631"/>
                  </a:lnTo>
                  <a:lnTo>
                    <a:pt x="2748" y="3771"/>
                  </a:lnTo>
                  <a:lnTo>
                    <a:pt x="2487" y="3891"/>
                  </a:lnTo>
                  <a:lnTo>
                    <a:pt x="2207" y="4032"/>
                  </a:lnTo>
                  <a:lnTo>
                    <a:pt x="1966" y="4192"/>
                  </a:lnTo>
                  <a:lnTo>
                    <a:pt x="1725" y="4352"/>
                  </a:lnTo>
                  <a:lnTo>
                    <a:pt x="1505" y="4533"/>
                  </a:lnTo>
                  <a:lnTo>
                    <a:pt x="1284" y="4734"/>
                  </a:lnTo>
                  <a:lnTo>
                    <a:pt x="1084" y="4934"/>
                  </a:lnTo>
                  <a:lnTo>
                    <a:pt x="903" y="5155"/>
                  </a:lnTo>
                  <a:lnTo>
                    <a:pt x="723" y="5375"/>
                  </a:lnTo>
                  <a:lnTo>
                    <a:pt x="562" y="5616"/>
                  </a:lnTo>
                  <a:lnTo>
                    <a:pt x="442" y="5857"/>
                  </a:lnTo>
                  <a:lnTo>
                    <a:pt x="322" y="6137"/>
                  </a:lnTo>
                  <a:lnTo>
                    <a:pt x="221" y="6418"/>
                  </a:lnTo>
                  <a:lnTo>
                    <a:pt x="121" y="6699"/>
                  </a:lnTo>
                  <a:lnTo>
                    <a:pt x="61" y="7020"/>
                  </a:lnTo>
                  <a:lnTo>
                    <a:pt x="21" y="7321"/>
                  </a:lnTo>
                  <a:lnTo>
                    <a:pt x="1" y="7641"/>
                  </a:lnTo>
                  <a:lnTo>
                    <a:pt x="21" y="7942"/>
                  </a:lnTo>
                  <a:lnTo>
                    <a:pt x="41" y="8263"/>
                  </a:lnTo>
                  <a:lnTo>
                    <a:pt x="81" y="8564"/>
                  </a:lnTo>
                  <a:lnTo>
                    <a:pt x="141" y="8865"/>
                  </a:lnTo>
                  <a:lnTo>
                    <a:pt x="221" y="9146"/>
                  </a:lnTo>
                  <a:lnTo>
                    <a:pt x="342" y="9446"/>
                  </a:lnTo>
                  <a:lnTo>
                    <a:pt x="342" y="9446"/>
                  </a:lnTo>
                  <a:lnTo>
                    <a:pt x="161" y="9346"/>
                  </a:lnTo>
                  <a:lnTo>
                    <a:pt x="322" y="9527"/>
                  </a:lnTo>
                  <a:lnTo>
                    <a:pt x="442" y="9687"/>
                  </a:lnTo>
                  <a:lnTo>
                    <a:pt x="462" y="9687"/>
                  </a:lnTo>
                  <a:lnTo>
                    <a:pt x="462" y="9707"/>
                  </a:lnTo>
                  <a:lnTo>
                    <a:pt x="662" y="9908"/>
                  </a:lnTo>
                  <a:lnTo>
                    <a:pt x="903" y="10108"/>
                  </a:lnTo>
                  <a:lnTo>
                    <a:pt x="723" y="9827"/>
                  </a:lnTo>
                  <a:lnTo>
                    <a:pt x="723" y="9827"/>
                  </a:lnTo>
                  <a:lnTo>
                    <a:pt x="1104" y="10008"/>
                  </a:lnTo>
                  <a:lnTo>
                    <a:pt x="1505" y="10168"/>
                  </a:lnTo>
                  <a:lnTo>
                    <a:pt x="1886" y="10309"/>
                  </a:lnTo>
                  <a:lnTo>
                    <a:pt x="2287" y="10409"/>
                  </a:lnTo>
                  <a:lnTo>
                    <a:pt x="2688" y="10489"/>
                  </a:lnTo>
                  <a:lnTo>
                    <a:pt x="3109" y="10549"/>
                  </a:lnTo>
                  <a:lnTo>
                    <a:pt x="3510" y="10589"/>
                  </a:lnTo>
                  <a:lnTo>
                    <a:pt x="3931" y="10610"/>
                  </a:lnTo>
                  <a:lnTo>
                    <a:pt x="4353" y="10589"/>
                  </a:lnTo>
                  <a:lnTo>
                    <a:pt x="4774" y="10549"/>
                  </a:lnTo>
                  <a:lnTo>
                    <a:pt x="5195" y="10489"/>
                  </a:lnTo>
                  <a:lnTo>
                    <a:pt x="5636" y="10389"/>
                  </a:lnTo>
                  <a:lnTo>
                    <a:pt x="5395" y="10289"/>
                  </a:lnTo>
                  <a:lnTo>
                    <a:pt x="5175" y="10168"/>
                  </a:lnTo>
                  <a:lnTo>
                    <a:pt x="5014" y="10188"/>
                  </a:lnTo>
                  <a:lnTo>
                    <a:pt x="4713" y="10228"/>
                  </a:lnTo>
                  <a:lnTo>
                    <a:pt x="4413" y="10269"/>
                  </a:lnTo>
                  <a:lnTo>
                    <a:pt x="4112" y="10289"/>
                  </a:lnTo>
                  <a:lnTo>
                    <a:pt x="3390" y="10289"/>
                  </a:lnTo>
                  <a:lnTo>
                    <a:pt x="2969" y="10249"/>
                  </a:lnTo>
                  <a:lnTo>
                    <a:pt x="2568" y="10188"/>
                  </a:lnTo>
                  <a:lnTo>
                    <a:pt x="2167" y="10108"/>
                  </a:lnTo>
                  <a:lnTo>
                    <a:pt x="1765" y="10008"/>
                  </a:lnTo>
                  <a:lnTo>
                    <a:pt x="1364" y="9888"/>
                  </a:lnTo>
                  <a:lnTo>
                    <a:pt x="983" y="9747"/>
                  </a:lnTo>
                  <a:lnTo>
                    <a:pt x="602" y="9587"/>
                  </a:lnTo>
                  <a:lnTo>
                    <a:pt x="502" y="9366"/>
                  </a:lnTo>
                  <a:lnTo>
                    <a:pt x="462" y="9025"/>
                  </a:lnTo>
                  <a:lnTo>
                    <a:pt x="462" y="8704"/>
                  </a:lnTo>
                  <a:lnTo>
                    <a:pt x="502" y="8383"/>
                  </a:lnTo>
                  <a:lnTo>
                    <a:pt x="582" y="8063"/>
                  </a:lnTo>
                  <a:lnTo>
                    <a:pt x="683" y="7762"/>
                  </a:lnTo>
                  <a:lnTo>
                    <a:pt x="803" y="7461"/>
                  </a:lnTo>
                  <a:lnTo>
                    <a:pt x="963" y="7180"/>
                  </a:lnTo>
                  <a:lnTo>
                    <a:pt x="1164" y="6919"/>
                  </a:lnTo>
                  <a:lnTo>
                    <a:pt x="1364" y="6659"/>
                  </a:lnTo>
                  <a:lnTo>
                    <a:pt x="1585" y="6398"/>
                  </a:lnTo>
                  <a:lnTo>
                    <a:pt x="1846" y="6177"/>
                  </a:lnTo>
                  <a:lnTo>
                    <a:pt x="2106" y="5957"/>
                  </a:lnTo>
                  <a:lnTo>
                    <a:pt x="2367" y="5756"/>
                  </a:lnTo>
                  <a:lnTo>
                    <a:pt x="2648" y="5576"/>
                  </a:lnTo>
                  <a:lnTo>
                    <a:pt x="2949" y="5415"/>
                  </a:lnTo>
                  <a:lnTo>
                    <a:pt x="3250" y="5255"/>
                  </a:lnTo>
                  <a:lnTo>
                    <a:pt x="3570" y="5115"/>
                  </a:lnTo>
                  <a:lnTo>
                    <a:pt x="3891" y="4994"/>
                  </a:lnTo>
                  <a:lnTo>
                    <a:pt x="4553" y="4754"/>
                  </a:lnTo>
                  <a:lnTo>
                    <a:pt x="5235" y="4573"/>
                  </a:lnTo>
                  <a:lnTo>
                    <a:pt x="5937" y="4413"/>
                  </a:lnTo>
                  <a:lnTo>
                    <a:pt x="6619" y="4272"/>
                  </a:lnTo>
                  <a:lnTo>
                    <a:pt x="7321" y="4132"/>
                  </a:lnTo>
                  <a:lnTo>
                    <a:pt x="8704" y="3871"/>
                  </a:lnTo>
                  <a:lnTo>
                    <a:pt x="9527" y="3691"/>
                  </a:lnTo>
                  <a:lnTo>
                    <a:pt x="10309" y="3490"/>
                  </a:lnTo>
                  <a:lnTo>
                    <a:pt x="11111" y="3270"/>
                  </a:lnTo>
                  <a:lnTo>
                    <a:pt x="11893" y="3009"/>
                  </a:lnTo>
                  <a:lnTo>
                    <a:pt x="12655" y="2748"/>
                  </a:lnTo>
                  <a:lnTo>
                    <a:pt x="13417" y="2447"/>
                  </a:lnTo>
                  <a:lnTo>
                    <a:pt x="14179" y="2146"/>
                  </a:lnTo>
                  <a:lnTo>
                    <a:pt x="14921" y="1806"/>
                  </a:lnTo>
                  <a:lnTo>
                    <a:pt x="14640" y="1966"/>
                  </a:lnTo>
                  <a:lnTo>
                    <a:pt x="14380" y="2146"/>
                  </a:lnTo>
                  <a:lnTo>
                    <a:pt x="14119" y="2327"/>
                  </a:lnTo>
                  <a:lnTo>
                    <a:pt x="13858" y="2528"/>
                  </a:lnTo>
                  <a:lnTo>
                    <a:pt x="14440" y="2167"/>
                  </a:lnTo>
                  <a:lnTo>
                    <a:pt x="15022" y="1806"/>
                  </a:lnTo>
                  <a:lnTo>
                    <a:pt x="16165" y="1043"/>
                  </a:lnTo>
                  <a:lnTo>
                    <a:pt x="16165" y="1043"/>
                  </a:lnTo>
                  <a:lnTo>
                    <a:pt x="15162" y="1525"/>
                  </a:lnTo>
                  <a:lnTo>
                    <a:pt x="14159" y="1986"/>
                  </a:lnTo>
                  <a:lnTo>
                    <a:pt x="13116" y="2387"/>
                  </a:lnTo>
                  <a:lnTo>
                    <a:pt x="12073" y="2768"/>
                  </a:lnTo>
                  <a:lnTo>
                    <a:pt x="11291" y="2989"/>
                  </a:lnTo>
                  <a:lnTo>
                    <a:pt x="10509" y="3209"/>
                  </a:lnTo>
                  <a:lnTo>
                    <a:pt x="9727" y="3390"/>
                  </a:lnTo>
                  <a:lnTo>
                    <a:pt x="8925" y="3550"/>
                  </a:lnTo>
                  <a:lnTo>
                    <a:pt x="7341" y="3871"/>
                  </a:lnTo>
                  <a:lnTo>
                    <a:pt x="6538" y="4032"/>
                  </a:lnTo>
                  <a:lnTo>
                    <a:pt x="5756" y="4212"/>
                  </a:lnTo>
                  <a:lnTo>
                    <a:pt x="5135" y="4352"/>
                  </a:lnTo>
                  <a:lnTo>
                    <a:pt x="4513" y="4533"/>
                  </a:lnTo>
                  <a:lnTo>
                    <a:pt x="3891" y="4734"/>
                  </a:lnTo>
                  <a:lnTo>
                    <a:pt x="3290" y="4974"/>
                  </a:lnTo>
                  <a:lnTo>
                    <a:pt x="2989" y="5095"/>
                  </a:lnTo>
                  <a:lnTo>
                    <a:pt x="2708" y="5255"/>
                  </a:lnTo>
                  <a:lnTo>
                    <a:pt x="2427" y="5415"/>
                  </a:lnTo>
                  <a:lnTo>
                    <a:pt x="2167" y="5576"/>
                  </a:lnTo>
                  <a:lnTo>
                    <a:pt x="1906" y="5776"/>
                  </a:lnTo>
                  <a:lnTo>
                    <a:pt x="1645" y="5977"/>
                  </a:lnTo>
                  <a:lnTo>
                    <a:pt x="1425" y="6198"/>
                  </a:lnTo>
                  <a:lnTo>
                    <a:pt x="1204" y="6418"/>
                  </a:lnTo>
                  <a:lnTo>
                    <a:pt x="1003" y="6679"/>
                  </a:lnTo>
                  <a:lnTo>
                    <a:pt x="823" y="6940"/>
                  </a:lnTo>
                  <a:lnTo>
                    <a:pt x="662" y="7220"/>
                  </a:lnTo>
                  <a:lnTo>
                    <a:pt x="542" y="7501"/>
                  </a:lnTo>
                  <a:lnTo>
                    <a:pt x="442" y="7782"/>
                  </a:lnTo>
                  <a:lnTo>
                    <a:pt x="362" y="8083"/>
                  </a:lnTo>
                  <a:lnTo>
                    <a:pt x="322" y="8363"/>
                  </a:lnTo>
                  <a:lnTo>
                    <a:pt x="302" y="8664"/>
                  </a:lnTo>
                  <a:lnTo>
                    <a:pt x="261" y="8383"/>
                  </a:lnTo>
                  <a:lnTo>
                    <a:pt x="221" y="8103"/>
                  </a:lnTo>
                  <a:lnTo>
                    <a:pt x="201" y="7802"/>
                  </a:lnTo>
                  <a:lnTo>
                    <a:pt x="221" y="7521"/>
                  </a:lnTo>
                  <a:lnTo>
                    <a:pt x="241" y="7220"/>
                  </a:lnTo>
                  <a:lnTo>
                    <a:pt x="302" y="6940"/>
                  </a:lnTo>
                  <a:lnTo>
                    <a:pt x="362" y="6639"/>
                  </a:lnTo>
                  <a:lnTo>
                    <a:pt x="462" y="6358"/>
                  </a:lnTo>
                  <a:lnTo>
                    <a:pt x="602" y="6037"/>
                  </a:lnTo>
                  <a:lnTo>
                    <a:pt x="783" y="5716"/>
                  </a:lnTo>
                  <a:lnTo>
                    <a:pt x="963" y="5435"/>
                  </a:lnTo>
                  <a:lnTo>
                    <a:pt x="1184" y="5195"/>
                  </a:lnTo>
                  <a:lnTo>
                    <a:pt x="1405" y="4954"/>
                  </a:lnTo>
                  <a:lnTo>
                    <a:pt x="1665" y="4734"/>
                  </a:lnTo>
                  <a:lnTo>
                    <a:pt x="1926" y="4533"/>
                  </a:lnTo>
                  <a:lnTo>
                    <a:pt x="2227" y="4352"/>
                  </a:lnTo>
                  <a:lnTo>
                    <a:pt x="2508" y="4192"/>
                  </a:lnTo>
                  <a:lnTo>
                    <a:pt x="2828" y="4052"/>
                  </a:lnTo>
                  <a:lnTo>
                    <a:pt x="3149" y="3911"/>
                  </a:lnTo>
                  <a:lnTo>
                    <a:pt x="3470" y="3791"/>
                  </a:lnTo>
                  <a:lnTo>
                    <a:pt x="4132" y="3590"/>
                  </a:lnTo>
                  <a:lnTo>
                    <a:pt x="4794" y="3430"/>
                  </a:lnTo>
                  <a:lnTo>
                    <a:pt x="5456" y="3290"/>
                  </a:lnTo>
                  <a:lnTo>
                    <a:pt x="6137" y="3189"/>
                  </a:lnTo>
                  <a:lnTo>
                    <a:pt x="6799" y="3109"/>
                  </a:lnTo>
                  <a:lnTo>
                    <a:pt x="7481" y="3029"/>
                  </a:lnTo>
                  <a:lnTo>
                    <a:pt x="8845" y="2889"/>
                  </a:lnTo>
                  <a:lnTo>
                    <a:pt x="9527" y="2828"/>
                  </a:lnTo>
                  <a:lnTo>
                    <a:pt x="10208" y="2728"/>
                  </a:lnTo>
                  <a:lnTo>
                    <a:pt x="10790" y="2648"/>
                  </a:lnTo>
                  <a:lnTo>
                    <a:pt x="11352" y="2548"/>
                  </a:lnTo>
                  <a:lnTo>
                    <a:pt x="11913" y="2407"/>
                  </a:lnTo>
                  <a:lnTo>
                    <a:pt x="12455" y="2267"/>
                  </a:lnTo>
                  <a:lnTo>
                    <a:pt x="12996" y="2106"/>
                  </a:lnTo>
                  <a:lnTo>
                    <a:pt x="13558" y="1926"/>
                  </a:lnTo>
                  <a:lnTo>
                    <a:pt x="14099" y="1745"/>
                  </a:lnTo>
                  <a:lnTo>
                    <a:pt x="14620" y="1525"/>
                  </a:lnTo>
                  <a:lnTo>
                    <a:pt x="15663" y="1084"/>
                  </a:lnTo>
                  <a:lnTo>
                    <a:pt x="16706" y="662"/>
                  </a:lnTo>
                  <a:lnTo>
                    <a:pt x="1770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22"/>
            <p:cNvSpPr/>
            <p:nvPr/>
          </p:nvSpPr>
          <p:spPr>
            <a:xfrm>
              <a:off x="8626675" y="3882950"/>
              <a:ext cx="123375" cy="190050"/>
            </a:xfrm>
            <a:custGeom>
              <a:avLst/>
              <a:gdLst/>
              <a:ahLst/>
              <a:cxnLst/>
              <a:rect l="l" t="t" r="r" b="b"/>
              <a:pathLst>
                <a:path w="4935" h="7602" extrusionOk="0">
                  <a:moveTo>
                    <a:pt x="1665" y="0"/>
                  </a:moveTo>
                  <a:lnTo>
                    <a:pt x="1525" y="41"/>
                  </a:lnTo>
                  <a:lnTo>
                    <a:pt x="1384" y="81"/>
                  </a:lnTo>
                  <a:lnTo>
                    <a:pt x="1264" y="161"/>
                  </a:lnTo>
                  <a:lnTo>
                    <a:pt x="1144" y="261"/>
                  </a:lnTo>
                  <a:lnTo>
                    <a:pt x="1023" y="361"/>
                  </a:lnTo>
                  <a:lnTo>
                    <a:pt x="903" y="502"/>
                  </a:lnTo>
                  <a:lnTo>
                    <a:pt x="803" y="662"/>
                  </a:lnTo>
                  <a:lnTo>
                    <a:pt x="723" y="823"/>
                  </a:lnTo>
                  <a:lnTo>
                    <a:pt x="622" y="1023"/>
                  </a:lnTo>
                  <a:lnTo>
                    <a:pt x="482" y="1444"/>
                  </a:lnTo>
                  <a:lnTo>
                    <a:pt x="342" y="1906"/>
                  </a:lnTo>
                  <a:lnTo>
                    <a:pt x="241" y="2407"/>
                  </a:lnTo>
                  <a:lnTo>
                    <a:pt x="161" y="2928"/>
                  </a:lnTo>
                  <a:lnTo>
                    <a:pt x="101" y="3490"/>
                  </a:lnTo>
                  <a:lnTo>
                    <a:pt x="61" y="4031"/>
                  </a:lnTo>
                  <a:lnTo>
                    <a:pt x="21" y="4593"/>
                  </a:lnTo>
                  <a:lnTo>
                    <a:pt x="1" y="5636"/>
                  </a:lnTo>
                  <a:lnTo>
                    <a:pt x="1" y="6538"/>
                  </a:lnTo>
                  <a:lnTo>
                    <a:pt x="41" y="7220"/>
                  </a:lnTo>
                  <a:lnTo>
                    <a:pt x="4934" y="7601"/>
                  </a:lnTo>
                  <a:lnTo>
                    <a:pt x="4934" y="7601"/>
                  </a:lnTo>
                  <a:lnTo>
                    <a:pt x="4914" y="7080"/>
                  </a:lnTo>
                  <a:lnTo>
                    <a:pt x="4894" y="6578"/>
                  </a:lnTo>
                  <a:lnTo>
                    <a:pt x="4854" y="6097"/>
                  </a:lnTo>
                  <a:lnTo>
                    <a:pt x="4794" y="5636"/>
                  </a:lnTo>
                  <a:lnTo>
                    <a:pt x="4734" y="5175"/>
                  </a:lnTo>
                  <a:lnTo>
                    <a:pt x="4673" y="4753"/>
                  </a:lnTo>
                  <a:lnTo>
                    <a:pt x="4593" y="4332"/>
                  </a:lnTo>
                  <a:lnTo>
                    <a:pt x="4493" y="3951"/>
                  </a:lnTo>
                  <a:lnTo>
                    <a:pt x="4312" y="3209"/>
                  </a:lnTo>
                  <a:lnTo>
                    <a:pt x="4192" y="2868"/>
                  </a:lnTo>
                  <a:lnTo>
                    <a:pt x="4072" y="2547"/>
                  </a:lnTo>
                  <a:lnTo>
                    <a:pt x="3951" y="2247"/>
                  </a:lnTo>
                  <a:lnTo>
                    <a:pt x="3831" y="1966"/>
                  </a:lnTo>
                  <a:lnTo>
                    <a:pt x="3691" y="1685"/>
                  </a:lnTo>
                  <a:lnTo>
                    <a:pt x="3570" y="1444"/>
                  </a:lnTo>
                  <a:lnTo>
                    <a:pt x="3430" y="1224"/>
                  </a:lnTo>
                  <a:lnTo>
                    <a:pt x="3290" y="1003"/>
                  </a:lnTo>
                  <a:lnTo>
                    <a:pt x="3129" y="823"/>
                  </a:lnTo>
                  <a:lnTo>
                    <a:pt x="2989" y="642"/>
                  </a:lnTo>
                  <a:lnTo>
                    <a:pt x="2848" y="502"/>
                  </a:lnTo>
                  <a:lnTo>
                    <a:pt x="2688" y="361"/>
                  </a:lnTo>
                  <a:lnTo>
                    <a:pt x="2548" y="261"/>
                  </a:lnTo>
                  <a:lnTo>
                    <a:pt x="2387" y="161"/>
                  </a:lnTo>
                  <a:lnTo>
                    <a:pt x="2247" y="81"/>
                  </a:lnTo>
                  <a:lnTo>
                    <a:pt x="2086" y="41"/>
                  </a:lnTo>
                  <a:lnTo>
                    <a:pt x="194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47" name="Google Shape;5847;p22"/>
          <p:cNvGrpSpPr/>
          <p:nvPr/>
        </p:nvGrpSpPr>
        <p:grpSpPr>
          <a:xfrm flipH="1">
            <a:off x="1916975" y="-77375"/>
            <a:ext cx="260625" cy="1230500"/>
            <a:chOff x="6815325" y="0"/>
            <a:chExt cx="260625" cy="1230500"/>
          </a:xfrm>
        </p:grpSpPr>
        <p:sp>
          <p:nvSpPr>
            <p:cNvPr id="5848" name="Google Shape;5848;p22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extrusionOk="0">
                  <a:moveTo>
                    <a:pt x="1" y="36662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22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fill="none" extrusionOk="0">
                  <a:moveTo>
                    <a:pt x="1" y="36662"/>
                  </a:moveTo>
                  <a:lnTo>
                    <a:pt x="1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22"/>
            <p:cNvSpPr/>
            <p:nvPr/>
          </p:nvSpPr>
          <p:spPr>
            <a:xfrm>
              <a:off x="6933275" y="0"/>
              <a:ext cx="19675" cy="916575"/>
            </a:xfrm>
            <a:custGeom>
              <a:avLst/>
              <a:gdLst/>
              <a:ahLst/>
              <a:cxnLst/>
              <a:rect l="l" t="t" r="r" b="b"/>
              <a:pathLst>
                <a:path w="787" h="36663" extrusionOk="0">
                  <a:moveTo>
                    <a:pt x="0" y="0"/>
                  </a:moveTo>
                  <a:lnTo>
                    <a:pt x="0" y="36662"/>
                  </a:lnTo>
                  <a:lnTo>
                    <a:pt x="787" y="366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22"/>
            <p:cNvSpPr/>
            <p:nvPr/>
          </p:nvSpPr>
          <p:spPr>
            <a:xfrm>
              <a:off x="6815325" y="847475"/>
              <a:ext cx="260625" cy="383025"/>
            </a:xfrm>
            <a:custGeom>
              <a:avLst/>
              <a:gdLst/>
              <a:ahLst/>
              <a:cxnLst/>
              <a:rect l="l" t="t" r="r" b="b"/>
              <a:pathLst>
                <a:path w="10425" h="15321" extrusionOk="0">
                  <a:moveTo>
                    <a:pt x="7077" y="0"/>
                  </a:moveTo>
                  <a:lnTo>
                    <a:pt x="6718" y="23"/>
                  </a:lnTo>
                  <a:lnTo>
                    <a:pt x="6358" y="45"/>
                  </a:lnTo>
                  <a:lnTo>
                    <a:pt x="5999" y="90"/>
                  </a:lnTo>
                  <a:lnTo>
                    <a:pt x="5662" y="157"/>
                  </a:lnTo>
                  <a:lnTo>
                    <a:pt x="5303" y="247"/>
                  </a:lnTo>
                  <a:lnTo>
                    <a:pt x="4966" y="360"/>
                  </a:lnTo>
                  <a:lnTo>
                    <a:pt x="4651" y="472"/>
                  </a:lnTo>
                  <a:lnTo>
                    <a:pt x="4314" y="607"/>
                  </a:lnTo>
                  <a:lnTo>
                    <a:pt x="4000" y="764"/>
                  </a:lnTo>
                  <a:lnTo>
                    <a:pt x="3708" y="944"/>
                  </a:lnTo>
                  <a:lnTo>
                    <a:pt x="3416" y="1123"/>
                  </a:lnTo>
                  <a:lnTo>
                    <a:pt x="3123" y="1326"/>
                  </a:lnTo>
                  <a:lnTo>
                    <a:pt x="2831" y="1528"/>
                  </a:lnTo>
                  <a:lnTo>
                    <a:pt x="2584" y="1752"/>
                  </a:lnTo>
                  <a:lnTo>
                    <a:pt x="2315" y="1999"/>
                  </a:lnTo>
                  <a:lnTo>
                    <a:pt x="2068" y="2247"/>
                  </a:lnTo>
                  <a:lnTo>
                    <a:pt x="1843" y="2516"/>
                  </a:lnTo>
                  <a:lnTo>
                    <a:pt x="1618" y="2808"/>
                  </a:lnTo>
                  <a:lnTo>
                    <a:pt x="1394" y="3078"/>
                  </a:lnTo>
                  <a:lnTo>
                    <a:pt x="1214" y="3392"/>
                  </a:lnTo>
                  <a:lnTo>
                    <a:pt x="1012" y="3707"/>
                  </a:lnTo>
                  <a:lnTo>
                    <a:pt x="855" y="4021"/>
                  </a:lnTo>
                  <a:lnTo>
                    <a:pt x="697" y="4336"/>
                  </a:lnTo>
                  <a:lnTo>
                    <a:pt x="563" y="4695"/>
                  </a:lnTo>
                  <a:lnTo>
                    <a:pt x="428" y="5032"/>
                  </a:lnTo>
                  <a:lnTo>
                    <a:pt x="315" y="5392"/>
                  </a:lnTo>
                  <a:lnTo>
                    <a:pt x="226" y="5751"/>
                  </a:lnTo>
                  <a:lnTo>
                    <a:pt x="136" y="6110"/>
                  </a:lnTo>
                  <a:lnTo>
                    <a:pt x="68" y="6492"/>
                  </a:lnTo>
                  <a:lnTo>
                    <a:pt x="23" y="6874"/>
                  </a:lnTo>
                  <a:lnTo>
                    <a:pt x="1" y="7256"/>
                  </a:lnTo>
                  <a:lnTo>
                    <a:pt x="1" y="7661"/>
                  </a:lnTo>
                  <a:lnTo>
                    <a:pt x="1" y="8042"/>
                  </a:lnTo>
                  <a:lnTo>
                    <a:pt x="23" y="8447"/>
                  </a:lnTo>
                  <a:lnTo>
                    <a:pt x="68" y="8829"/>
                  </a:lnTo>
                  <a:lnTo>
                    <a:pt x="136" y="9211"/>
                  </a:lnTo>
                  <a:lnTo>
                    <a:pt x="226" y="9570"/>
                  </a:lnTo>
                  <a:lnTo>
                    <a:pt x="315" y="9929"/>
                  </a:lnTo>
                  <a:lnTo>
                    <a:pt x="428" y="10289"/>
                  </a:lnTo>
                  <a:lnTo>
                    <a:pt x="563" y="10648"/>
                  </a:lnTo>
                  <a:lnTo>
                    <a:pt x="697" y="10985"/>
                  </a:lnTo>
                  <a:lnTo>
                    <a:pt x="855" y="11322"/>
                  </a:lnTo>
                  <a:lnTo>
                    <a:pt x="1012" y="11637"/>
                  </a:lnTo>
                  <a:lnTo>
                    <a:pt x="1214" y="11951"/>
                  </a:lnTo>
                  <a:lnTo>
                    <a:pt x="1394" y="12243"/>
                  </a:lnTo>
                  <a:lnTo>
                    <a:pt x="1618" y="12535"/>
                  </a:lnTo>
                  <a:lnTo>
                    <a:pt x="1843" y="12805"/>
                  </a:lnTo>
                  <a:lnTo>
                    <a:pt x="2068" y="13075"/>
                  </a:lnTo>
                  <a:lnTo>
                    <a:pt x="2315" y="13344"/>
                  </a:lnTo>
                  <a:lnTo>
                    <a:pt x="2584" y="13569"/>
                  </a:lnTo>
                  <a:lnTo>
                    <a:pt x="2831" y="13793"/>
                  </a:lnTo>
                  <a:lnTo>
                    <a:pt x="3123" y="14018"/>
                  </a:lnTo>
                  <a:lnTo>
                    <a:pt x="3416" y="14220"/>
                  </a:lnTo>
                  <a:lnTo>
                    <a:pt x="3708" y="14400"/>
                  </a:lnTo>
                  <a:lnTo>
                    <a:pt x="4000" y="14580"/>
                  </a:lnTo>
                  <a:lnTo>
                    <a:pt x="4314" y="14714"/>
                  </a:lnTo>
                  <a:lnTo>
                    <a:pt x="4651" y="14872"/>
                  </a:lnTo>
                  <a:lnTo>
                    <a:pt x="4966" y="14984"/>
                  </a:lnTo>
                  <a:lnTo>
                    <a:pt x="5303" y="15074"/>
                  </a:lnTo>
                  <a:lnTo>
                    <a:pt x="5662" y="15164"/>
                  </a:lnTo>
                  <a:lnTo>
                    <a:pt x="5999" y="15231"/>
                  </a:lnTo>
                  <a:lnTo>
                    <a:pt x="6358" y="15276"/>
                  </a:lnTo>
                  <a:lnTo>
                    <a:pt x="6718" y="15321"/>
                  </a:lnTo>
                  <a:lnTo>
                    <a:pt x="7504" y="15321"/>
                  </a:lnTo>
                  <a:lnTo>
                    <a:pt x="7931" y="15276"/>
                  </a:lnTo>
                  <a:lnTo>
                    <a:pt x="8335" y="15209"/>
                  </a:lnTo>
                  <a:lnTo>
                    <a:pt x="8762" y="15119"/>
                  </a:lnTo>
                  <a:lnTo>
                    <a:pt x="9144" y="14984"/>
                  </a:lnTo>
                  <a:lnTo>
                    <a:pt x="9548" y="14849"/>
                  </a:lnTo>
                  <a:lnTo>
                    <a:pt x="9908" y="14692"/>
                  </a:lnTo>
                  <a:lnTo>
                    <a:pt x="10267" y="14512"/>
                  </a:lnTo>
                  <a:lnTo>
                    <a:pt x="9863" y="14243"/>
                  </a:lnTo>
                  <a:lnTo>
                    <a:pt x="9481" y="13951"/>
                  </a:lnTo>
                  <a:lnTo>
                    <a:pt x="9122" y="13636"/>
                  </a:lnTo>
                  <a:lnTo>
                    <a:pt x="8762" y="13299"/>
                  </a:lnTo>
                  <a:lnTo>
                    <a:pt x="8425" y="12940"/>
                  </a:lnTo>
                  <a:lnTo>
                    <a:pt x="8133" y="12558"/>
                  </a:lnTo>
                  <a:lnTo>
                    <a:pt x="7841" y="12153"/>
                  </a:lnTo>
                  <a:lnTo>
                    <a:pt x="7594" y="11727"/>
                  </a:lnTo>
                  <a:lnTo>
                    <a:pt x="7347" y="11300"/>
                  </a:lnTo>
                  <a:lnTo>
                    <a:pt x="7145" y="10828"/>
                  </a:lnTo>
                  <a:lnTo>
                    <a:pt x="6987" y="10356"/>
                  </a:lnTo>
                  <a:lnTo>
                    <a:pt x="6830" y="9862"/>
                  </a:lnTo>
                  <a:lnTo>
                    <a:pt x="6718" y="9345"/>
                  </a:lnTo>
                  <a:lnTo>
                    <a:pt x="6628" y="8829"/>
                  </a:lnTo>
                  <a:lnTo>
                    <a:pt x="6583" y="8290"/>
                  </a:lnTo>
                  <a:lnTo>
                    <a:pt x="6561" y="7750"/>
                  </a:lnTo>
                  <a:lnTo>
                    <a:pt x="6583" y="7211"/>
                  </a:lnTo>
                  <a:lnTo>
                    <a:pt x="6628" y="6650"/>
                  </a:lnTo>
                  <a:lnTo>
                    <a:pt x="6718" y="6133"/>
                  </a:lnTo>
                  <a:lnTo>
                    <a:pt x="6830" y="5616"/>
                  </a:lnTo>
                  <a:lnTo>
                    <a:pt x="6987" y="5100"/>
                  </a:lnTo>
                  <a:lnTo>
                    <a:pt x="7167" y="4605"/>
                  </a:lnTo>
                  <a:lnTo>
                    <a:pt x="7392" y="4134"/>
                  </a:lnTo>
                  <a:lnTo>
                    <a:pt x="7639" y="3684"/>
                  </a:lnTo>
                  <a:lnTo>
                    <a:pt x="7908" y="3257"/>
                  </a:lnTo>
                  <a:lnTo>
                    <a:pt x="8200" y="2853"/>
                  </a:lnTo>
                  <a:lnTo>
                    <a:pt x="8515" y="2449"/>
                  </a:lnTo>
                  <a:lnTo>
                    <a:pt x="8852" y="2089"/>
                  </a:lnTo>
                  <a:lnTo>
                    <a:pt x="9211" y="1752"/>
                  </a:lnTo>
                  <a:lnTo>
                    <a:pt x="9616" y="1438"/>
                  </a:lnTo>
                  <a:lnTo>
                    <a:pt x="10020" y="1168"/>
                  </a:lnTo>
                  <a:lnTo>
                    <a:pt x="10424" y="921"/>
                  </a:lnTo>
                  <a:lnTo>
                    <a:pt x="10065" y="719"/>
                  </a:lnTo>
                  <a:lnTo>
                    <a:pt x="9661" y="517"/>
                  </a:lnTo>
                  <a:lnTo>
                    <a:pt x="9256" y="382"/>
                  </a:lnTo>
                  <a:lnTo>
                    <a:pt x="8852" y="247"/>
                  </a:lnTo>
                  <a:lnTo>
                    <a:pt x="8425" y="135"/>
                  </a:lnTo>
                  <a:lnTo>
                    <a:pt x="7976" y="68"/>
                  </a:lnTo>
                  <a:lnTo>
                    <a:pt x="7527" y="23"/>
                  </a:lnTo>
                  <a:lnTo>
                    <a:pt x="707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52" name="Google Shape;5852;p22"/>
          <p:cNvGrpSpPr/>
          <p:nvPr/>
        </p:nvGrpSpPr>
        <p:grpSpPr>
          <a:xfrm flipH="1">
            <a:off x="8083625" y="-77375"/>
            <a:ext cx="599250" cy="1418100"/>
            <a:chOff x="310050" y="-1175"/>
            <a:chExt cx="599250" cy="1418100"/>
          </a:xfrm>
        </p:grpSpPr>
        <p:grpSp>
          <p:nvGrpSpPr>
            <p:cNvPr id="5853" name="Google Shape;5853;p22"/>
            <p:cNvGrpSpPr/>
            <p:nvPr/>
          </p:nvGrpSpPr>
          <p:grpSpPr>
            <a:xfrm>
              <a:off x="310050" y="-1175"/>
              <a:ext cx="599250" cy="1418100"/>
              <a:chOff x="310050" y="0"/>
              <a:chExt cx="599250" cy="1418100"/>
            </a:xfrm>
          </p:grpSpPr>
          <p:sp>
            <p:nvSpPr>
              <p:cNvPr id="5854" name="Google Shape;5854;p22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extrusionOk="0">
                    <a:moveTo>
                      <a:pt x="1" y="36662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5" name="Google Shape;5855;p22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fill="none" extrusionOk="0">
                    <a:moveTo>
                      <a:pt x="1" y="36662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6" name="Google Shape;5856;p22"/>
              <p:cNvSpPr/>
              <p:nvPr/>
            </p:nvSpPr>
            <p:spPr>
              <a:xfrm>
                <a:off x="598700" y="0"/>
                <a:ext cx="19700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6663" extrusionOk="0">
                    <a:moveTo>
                      <a:pt x="1" y="0"/>
                    </a:moveTo>
                    <a:lnTo>
                      <a:pt x="1" y="36662"/>
                    </a:lnTo>
                    <a:lnTo>
                      <a:pt x="787" y="3666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7" name="Google Shape;5857;p22"/>
              <p:cNvSpPr/>
              <p:nvPr/>
            </p:nvSpPr>
            <p:spPr>
              <a:xfrm>
                <a:off x="310050" y="847475"/>
                <a:ext cx="599250" cy="570625"/>
              </a:xfrm>
              <a:custGeom>
                <a:avLst/>
                <a:gdLst/>
                <a:ahLst/>
                <a:cxnLst/>
                <a:rect l="l" t="t" r="r" b="b"/>
                <a:pathLst>
                  <a:path w="23970" h="22825" extrusionOk="0">
                    <a:moveTo>
                      <a:pt x="11996" y="0"/>
                    </a:moveTo>
                    <a:lnTo>
                      <a:pt x="7503" y="6425"/>
                    </a:lnTo>
                    <a:lnTo>
                      <a:pt x="0" y="8716"/>
                    </a:lnTo>
                    <a:lnTo>
                      <a:pt x="4718" y="14984"/>
                    </a:lnTo>
                    <a:lnTo>
                      <a:pt x="4560" y="22824"/>
                    </a:lnTo>
                    <a:lnTo>
                      <a:pt x="11996" y="20286"/>
                    </a:lnTo>
                    <a:lnTo>
                      <a:pt x="19409" y="22824"/>
                    </a:lnTo>
                    <a:lnTo>
                      <a:pt x="19252" y="14984"/>
                    </a:lnTo>
                    <a:lnTo>
                      <a:pt x="23970" y="8716"/>
                    </a:lnTo>
                    <a:lnTo>
                      <a:pt x="16489" y="6425"/>
                    </a:lnTo>
                    <a:lnTo>
                      <a:pt x="1199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858" name="Google Shape;5858;p22"/>
            <p:cNvSpPr/>
            <p:nvPr/>
          </p:nvSpPr>
          <p:spPr>
            <a:xfrm>
              <a:off x="445600" y="979650"/>
              <a:ext cx="328149" cy="312474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59" name="Google Shape;5859;p22"/>
          <p:cNvGrpSpPr/>
          <p:nvPr/>
        </p:nvGrpSpPr>
        <p:grpSpPr>
          <a:xfrm flipH="1">
            <a:off x="461125" y="-77375"/>
            <a:ext cx="297100" cy="2315550"/>
            <a:chOff x="8234700" y="-1175"/>
            <a:chExt cx="297100" cy="2315550"/>
          </a:xfrm>
        </p:grpSpPr>
        <p:grpSp>
          <p:nvGrpSpPr>
            <p:cNvPr id="5860" name="Google Shape;5860;p22"/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5861" name="Google Shape;5861;p22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2" name="Google Shape;5862;p22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3" name="Google Shape;5863;p22"/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4" name="Google Shape;5864;p22"/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865" name="Google Shape;5865;p22"/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" name="Rezervirano mjesto sadržaja 2">
            <a:extLst>
              <a:ext uri="{FF2B5EF4-FFF2-40B4-BE49-F238E27FC236}">
                <a16:creationId xmlns:a16="http://schemas.microsoft.com/office/drawing/2014/main" id="{298E05D7-0F74-06A8-66D9-FD79008D3669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783012" y="4566187"/>
            <a:ext cx="1577975" cy="425450"/>
          </a:xfrm>
        </p:spPr>
        <p:txBody>
          <a:bodyPr/>
          <a:lstStyle/>
          <a:p>
            <a:pPr lvl="0"/>
            <a:r>
              <a:rPr lang="hr-HR"/>
              <a:t>Kliknite da biste uredili matrice</a:t>
            </a:r>
          </a:p>
          <a:p>
            <a:pPr lvl="1"/>
            <a:r>
              <a:rPr lang="hr-HR"/>
              <a:t>Druga razina</a:t>
            </a:r>
          </a:p>
          <a:p>
            <a:pPr lvl="2"/>
            <a:r>
              <a:rPr lang="hr-HR"/>
              <a:t>Treća razina</a:t>
            </a:r>
          </a:p>
          <a:p>
            <a:pPr lvl="3"/>
            <a:r>
              <a:rPr lang="hr-HR"/>
              <a:t>Četvrta razina</a:t>
            </a:r>
          </a:p>
          <a:p>
            <a:pPr lvl="4"/>
            <a:r>
              <a:rPr lang="hr-HR"/>
              <a:t>Peta razina stilove teksta</a:t>
            </a:r>
            <a:endParaRPr 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 name="simple-light-2">
    <p:bg>
      <p:bgPr>
        <a:solidFill>
          <a:schemeClr val="dk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7750" y="539496"/>
            <a:ext cx="77085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Font typeface="BioRhyme"/>
              <a:buNone/>
              <a:defRPr sz="3500" b="1">
                <a:solidFill>
                  <a:schemeClr val="lt2"/>
                </a:solidFill>
                <a:latin typeface="BioRhyme"/>
                <a:ea typeface="BioRhyme"/>
                <a:cs typeface="BioRhyme"/>
                <a:sym typeface="BioRhym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692700" y="1351875"/>
            <a:ext cx="7711800" cy="324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238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lef"/>
              <a:buChar char="●"/>
              <a:defRPr sz="1500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1pPr>
            <a:lvl2pPr marL="914400" lvl="1" indent="-3238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lef"/>
              <a:buChar char="○"/>
              <a:defRPr sz="1500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2pPr>
            <a:lvl3pPr marL="1371600" lvl="2" indent="-3238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lef"/>
              <a:buChar char="■"/>
              <a:defRPr sz="1500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3pPr>
            <a:lvl4pPr marL="1828800" lvl="3" indent="-3238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lef"/>
              <a:buChar char="●"/>
              <a:defRPr sz="1500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4pPr>
            <a:lvl5pPr marL="2286000" lvl="4" indent="-3238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lef"/>
              <a:buChar char="○"/>
              <a:defRPr sz="1500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5pPr>
            <a:lvl6pPr marL="2743200" lvl="5" indent="-3238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lef"/>
              <a:buChar char="■"/>
              <a:defRPr sz="1500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6pPr>
            <a:lvl7pPr marL="3200400" lvl="6" indent="-3238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lef"/>
              <a:buChar char="●"/>
              <a:defRPr sz="1500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7pPr>
            <a:lvl8pPr marL="3657600" lvl="7" indent="-3238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lef"/>
              <a:buChar char="○"/>
              <a:defRPr sz="1500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8pPr>
            <a:lvl9pPr marL="4114800" lvl="8" indent="-3238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lef"/>
              <a:buChar char="■"/>
              <a:defRPr sz="1500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9pPr>
          </a:lstStyle>
          <a:p>
            <a:endParaRPr/>
          </a:p>
        </p:txBody>
      </p:sp>
      <p:sp>
        <p:nvSpPr>
          <p:cNvPr id="2" name="Rezervirano mjesto broja slajda 1">
            <a:extLst>
              <a:ext uri="{FF2B5EF4-FFF2-40B4-BE49-F238E27FC236}">
                <a16:creationId xmlns:a16="http://schemas.microsoft.com/office/drawing/2014/main" id="{BA808558-9194-2B23-7EFE-7F5CDE89F5C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457950" y="4767263"/>
            <a:ext cx="2057400" cy="2746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E2B135CF-592B-48EC-9FDE-3CEEAC27EBF8}" type="slidenum">
              <a:rPr lang="en-US" smtClean="0"/>
              <a:pPr/>
              <a:t>‹#›</a:t>
            </a:fld>
            <a:endParaRPr lang="en-US" dirty="0"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1" r:id="rId3"/>
    <p:sldLayoutId id="2147483652" r:id="rId4"/>
    <p:sldLayoutId id="2147483653" r:id="rId5"/>
    <p:sldLayoutId id="2147483654" r:id="rId6"/>
    <p:sldLayoutId id="2147483656" r:id="rId7"/>
    <p:sldLayoutId id="2147483657" r:id="rId8"/>
    <p:sldLayoutId id="2147483658" r:id="rId9"/>
    <p:sldLayoutId id="2147483659" r:id="rId10"/>
    <p:sldLayoutId id="2147483663" r:id="rId11"/>
    <p:sldLayoutId id="2147483664" r:id="rId12"/>
    <p:sldLayoutId id="2147483665" r:id="rId13"/>
    <p:sldLayoutId id="2147483666" r:id="rId14"/>
    <p:sldLayoutId id="2147483667" r:id="rId15"/>
    <p:sldLayoutId id="2147483668" r:id="rId16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0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0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svg"/><Relationship Id="rId3" Type="http://schemas.openxmlformats.org/officeDocument/2006/relationships/image" Target="../media/image1.png"/><Relationship Id="rId7" Type="http://schemas.openxmlformats.org/officeDocument/2006/relationships/image" Target="../media/image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.svg"/><Relationship Id="rId5" Type="http://schemas.openxmlformats.org/officeDocument/2006/relationships/image" Target="../media/image3.png"/><Relationship Id="rId10" Type="http://schemas.openxmlformats.org/officeDocument/2006/relationships/image" Target="../media/image8.svg"/><Relationship Id="rId4" Type="http://schemas.openxmlformats.org/officeDocument/2006/relationships/image" Target="../media/image2.svg"/><Relationship Id="rId9" Type="http://schemas.openxmlformats.org/officeDocument/2006/relationships/image" Target="../media/image7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8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svg"/><Relationship Id="rId13" Type="http://schemas.openxmlformats.org/officeDocument/2006/relationships/image" Target="../media/image19.png"/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12" Type="http://schemas.openxmlformats.org/officeDocument/2006/relationships/image" Target="../media/image18.sv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22.sv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2.svg"/><Relationship Id="rId11" Type="http://schemas.openxmlformats.org/officeDocument/2006/relationships/image" Target="../media/image17.png"/><Relationship Id="rId5" Type="http://schemas.openxmlformats.org/officeDocument/2006/relationships/image" Target="../media/image11.png"/><Relationship Id="rId15" Type="http://schemas.openxmlformats.org/officeDocument/2006/relationships/image" Target="../media/image21.png"/><Relationship Id="rId10" Type="http://schemas.openxmlformats.org/officeDocument/2006/relationships/image" Target="../media/image16.svg"/><Relationship Id="rId4" Type="http://schemas.openxmlformats.org/officeDocument/2006/relationships/image" Target="../media/image10.svg"/><Relationship Id="rId9" Type="http://schemas.openxmlformats.org/officeDocument/2006/relationships/image" Target="../media/image15.png"/><Relationship Id="rId14" Type="http://schemas.openxmlformats.org/officeDocument/2006/relationships/image" Target="../media/image20.sv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3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8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1.xml"/><Relationship Id="rId4" Type="http://schemas.openxmlformats.org/officeDocument/2006/relationships/image" Target="../media/image25.svg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8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6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4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76" name="Google Shape;5876;p26"/>
          <p:cNvGrpSpPr/>
          <p:nvPr/>
        </p:nvGrpSpPr>
        <p:grpSpPr>
          <a:xfrm>
            <a:off x="1469707" y="3639302"/>
            <a:ext cx="1342018" cy="1287084"/>
            <a:chOff x="11127038" y="4083763"/>
            <a:chExt cx="1128600" cy="1082402"/>
          </a:xfrm>
        </p:grpSpPr>
        <p:sp>
          <p:nvSpPr>
            <p:cNvPr id="5877" name="Google Shape;5877;p26"/>
            <p:cNvSpPr/>
            <p:nvPr/>
          </p:nvSpPr>
          <p:spPr>
            <a:xfrm>
              <a:off x="11127038" y="4901864"/>
              <a:ext cx="1128600" cy="2643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26"/>
            <p:cNvSpPr/>
            <p:nvPr/>
          </p:nvSpPr>
          <p:spPr>
            <a:xfrm>
              <a:off x="12170550" y="4449763"/>
              <a:ext cx="4525" cy="7525"/>
            </a:xfrm>
            <a:custGeom>
              <a:avLst/>
              <a:gdLst/>
              <a:ahLst/>
              <a:cxnLst/>
              <a:rect l="l" t="t" r="r" b="b"/>
              <a:pathLst>
                <a:path w="181" h="301" extrusionOk="0">
                  <a:moveTo>
                    <a:pt x="140" y="0"/>
                  </a:moveTo>
                  <a:lnTo>
                    <a:pt x="0" y="281"/>
                  </a:lnTo>
                  <a:lnTo>
                    <a:pt x="0" y="301"/>
                  </a:lnTo>
                  <a:lnTo>
                    <a:pt x="40" y="301"/>
                  </a:lnTo>
                  <a:lnTo>
                    <a:pt x="181" y="40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DEDA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26"/>
            <p:cNvSpPr/>
            <p:nvPr/>
          </p:nvSpPr>
          <p:spPr>
            <a:xfrm>
              <a:off x="12170550" y="4449763"/>
              <a:ext cx="4525" cy="7525"/>
            </a:xfrm>
            <a:custGeom>
              <a:avLst/>
              <a:gdLst/>
              <a:ahLst/>
              <a:cxnLst/>
              <a:rect l="l" t="t" r="r" b="b"/>
              <a:pathLst>
                <a:path w="181" h="301" fill="none" extrusionOk="0">
                  <a:moveTo>
                    <a:pt x="140" y="0"/>
                  </a:moveTo>
                  <a:lnTo>
                    <a:pt x="140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0" y="281"/>
                  </a:lnTo>
                  <a:lnTo>
                    <a:pt x="0" y="281"/>
                  </a:lnTo>
                  <a:lnTo>
                    <a:pt x="0" y="301"/>
                  </a:lnTo>
                  <a:lnTo>
                    <a:pt x="20" y="301"/>
                  </a:lnTo>
                  <a:lnTo>
                    <a:pt x="20" y="301"/>
                  </a:lnTo>
                  <a:lnTo>
                    <a:pt x="40" y="301"/>
                  </a:lnTo>
                  <a:lnTo>
                    <a:pt x="40" y="301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60" y="0"/>
                  </a:lnTo>
                  <a:lnTo>
                    <a:pt x="14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26"/>
            <p:cNvSpPr/>
            <p:nvPr/>
          </p:nvSpPr>
          <p:spPr>
            <a:xfrm>
              <a:off x="11250550" y="4336938"/>
              <a:ext cx="896950" cy="640275"/>
            </a:xfrm>
            <a:custGeom>
              <a:avLst/>
              <a:gdLst/>
              <a:ahLst/>
              <a:cxnLst/>
              <a:rect l="l" t="t" r="r" b="b"/>
              <a:pathLst>
                <a:path w="35878" h="25611" extrusionOk="0">
                  <a:moveTo>
                    <a:pt x="0" y="1"/>
                  </a:moveTo>
                  <a:lnTo>
                    <a:pt x="3028" y="25611"/>
                  </a:lnTo>
                  <a:lnTo>
                    <a:pt x="34534" y="25611"/>
                  </a:lnTo>
                  <a:lnTo>
                    <a:pt x="34734" y="21720"/>
                  </a:lnTo>
                  <a:lnTo>
                    <a:pt x="35697" y="3470"/>
                  </a:lnTo>
                  <a:lnTo>
                    <a:pt x="358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26"/>
            <p:cNvSpPr/>
            <p:nvPr/>
          </p:nvSpPr>
          <p:spPr>
            <a:xfrm>
              <a:off x="11250550" y="4336938"/>
              <a:ext cx="896950" cy="640275"/>
            </a:xfrm>
            <a:custGeom>
              <a:avLst/>
              <a:gdLst/>
              <a:ahLst/>
              <a:cxnLst/>
              <a:rect l="l" t="t" r="r" b="b"/>
              <a:pathLst>
                <a:path w="35878" h="25611" fill="none" extrusionOk="0">
                  <a:moveTo>
                    <a:pt x="35878" y="1"/>
                  </a:moveTo>
                  <a:lnTo>
                    <a:pt x="35697" y="3470"/>
                  </a:lnTo>
                  <a:lnTo>
                    <a:pt x="34734" y="21720"/>
                  </a:lnTo>
                  <a:lnTo>
                    <a:pt x="34534" y="25611"/>
                  </a:lnTo>
                  <a:lnTo>
                    <a:pt x="3028" y="25611"/>
                  </a:lnTo>
                  <a:lnTo>
                    <a:pt x="0" y="1"/>
                  </a:lnTo>
                  <a:lnTo>
                    <a:pt x="3587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26"/>
            <p:cNvSpPr/>
            <p:nvPr/>
          </p:nvSpPr>
          <p:spPr>
            <a:xfrm>
              <a:off x="11268075" y="4484338"/>
              <a:ext cx="842825" cy="492875"/>
            </a:xfrm>
            <a:custGeom>
              <a:avLst/>
              <a:gdLst/>
              <a:ahLst/>
              <a:cxnLst/>
              <a:rect l="l" t="t" r="r" b="b"/>
              <a:pathLst>
                <a:path w="33713" h="19715" extrusionOk="0">
                  <a:moveTo>
                    <a:pt x="1" y="1"/>
                  </a:moveTo>
                  <a:lnTo>
                    <a:pt x="1585" y="13337"/>
                  </a:lnTo>
                  <a:lnTo>
                    <a:pt x="1706" y="13899"/>
                  </a:lnTo>
                  <a:lnTo>
                    <a:pt x="1806" y="14440"/>
                  </a:lnTo>
                  <a:lnTo>
                    <a:pt x="1946" y="15463"/>
                  </a:lnTo>
                  <a:lnTo>
                    <a:pt x="2026" y="15884"/>
                  </a:lnTo>
                  <a:lnTo>
                    <a:pt x="2107" y="16245"/>
                  </a:lnTo>
                  <a:lnTo>
                    <a:pt x="2147" y="16385"/>
                  </a:lnTo>
                  <a:lnTo>
                    <a:pt x="2187" y="16506"/>
                  </a:lnTo>
                  <a:lnTo>
                    <a:pt x="2227" y="16606"/>
                  </a:lnTo>
                  <a:lnTo>
                    <a:pt x="2287" y="16666"/>
                  </a:lnTo>
                  <a:lnTo>
                    <a:pt x="2468" y="16766"/>
                  </a:lnTo>
                  <a:lnTo>
                    <a:pt x="2728" y="16887"/>
                  </a:lnTo>
                  <a:lnTo>
                    <a:pt x="3129" y="17067"/>
                  </a:lnTo>
                  <a:lnTo>
                    <a:pt x="3631" y="17248"/>
                  </a:lnTo>
                  <a:lnTo>
                    <a:pt x="4212" y="17448"/>
                  </a:lnTo>
                  <a:lnTo>
                    <a:pt x="4894" y="17669"/>
                  </a:lnTo>
                  <a:lnTo>
                    <a:pt x="5676" y="17910"/>
                  </a:lnTo>
                  <a:lnTo>
                    <a:pt x="6539" y="18150"/>
                  </a:lnTo>
                  <a:lnTo>
                    <a:pt x="7461" y="18391"/>
                  </a:lnTo>
                  <a:lnTo>
                    <a:pt x="8464" y="18632"/>
                  </a:lnTo>
                  <a:lnTo>
                    <a:pt x="9547" y="18852"/>
                  </a:lnTo>
                  <a:lnTo>
                    <a:pt x="10690" y="19073"/>
                  </a:lnTo>
                  <a:lnTo>
                    <a:pt x="11873" y="19253"/>
                  </a:lnTo>
                  <a:lnTo>
                    <a:pt x="13117" y="19434"/>
                  </a:lnTo>
                  <a:lnTo>
                    <a:pt x="14400" y="19554"/>
                  </a:lnTo>
                  <a:lnTo>
                    <a:pt x="15724" y="19674"/>
                  </a:lnTo>
                  <a:lnTo>
                    <a:pt x="16566" y="19715"/>
                  </a:lnTo>
                  <a:lnTo>
                    <a:pt x="18030" y="19715"/>
                  </a:lnTo>
                  <a:lnTo>
                    <a:pt x="18632" y="19694"/>
                  </a:lnTo>
                  <a:lnTo>
                    <a:pt x="19313" y="19674"/>
                  </a:lnTo>
                  <a:lnTo>
                    <a:pt x="19995" y="19614"/>
                  </a:lnTo>
                  <a:lnTo>
                    <a:pt x="20657" y="19554"/>
                  </a:lnTo>
                  <a:lnTo>
                    <a:pt x="21339" y="19494"/>
                  </a:lnTo>
                  <a:lnTo>
                    <a:pt x="22642" y="19313"/>
                  </a:lnTo>
                  <a:lnTo>
                    <a:pt x="23926" y="19113"/>
                  </a:lnTo>
                  <a:lnTo>
                    <a:pt x="25149" y="18872"/>
                  </a:lnTo>
                  <a:lnTo>
                    <a:pt x="26333" y="18612"/>
                  </a:lnTo>
                  <a:lnTo>
                    <a:pt x="27456" y="18331"/>
                  </a:lnTo>
                  <a:lnTo>
                    <a:pt x="28498" y="18050"/>
                  </a:lnTo>
                  <a:lnTo>
                    <a:pt x="29481" y="17769"/>
                  </a:lnTo>
                  <a:lnTo>
                    <a:pt x="30363" y="17488"/>
                  </a:lnTo>
                  <a:lnTo>
                    <a:pt x="31146" y="17228"/>
                  </a:lnTo>
                  <a:lnTo>
                    <a:pt x="31847" y="16987"/>
                  </a:lnTo>
                  <a:lnTo>
                    <a:pt x="32870" y="16606"/>
                  </a:lnTo>
                  <a:lnTo>
                    <a:pt x="33412" y="16406"/>
                  </a:lnTo>
                  <a:lnTo>
                    <a:pt x="33492" y="16345"/>
                  </a:lnTo>
                  <a:lnTo>
                    <a:pt x="33572" y="16245"/>
                  </a:lnTo>
                  <a:lnTo>
                    <a:pt x="33652" y="16085"/>
                  </a:lnTo>
                  <a:lnTo>
                    <a:pt x="33713" y="15904"/>
                  </a:lnTo>
                  <a:lnTo>
                    <a:pt x="33713" y="15904"/>
                  </a:lnTo>
                  <a:lnTo>
                    <a:pt x="33031" y="16065"/>
                  </a:lnTo>
                  <a:lnTo>
                    <a:pt x="32128" y="16245"/>
                  </a:lnTo>
                  <a:lnTo>
                    <a:pt x="31065" y="16446"/>
                  </a:lnTo>
                  <a:lnTo>
                    <a:pt x="29842" y="16646"/>
                  </a:lnTo>
                  <a:lnTo>
                    <a:pt x="28458" y="16847"/>
                  </a:lnTo>
                  <a:lnTo>
                    <a:pt x="27736" y="16927"/>
                  </a:lnTo>
                  <a:lnTo>
                    <a:pt x="26974" y="16987"/>
                  </a:lnTo>
                  <a:lnTo>
                    <a:pt x="26172" y="17047"/>
                  </a:lnTo>
                  <a:lnTo>
                    <a:pt x="25370" y="17087"/>
                  </a:lnTo>
                  <a:lnTo>
                    <a:pt x="24528" y="17107"/>
                  </a:lnTo>
                  <a:lnTo>
                    <a:pt x="23685" y="17127"/>
                  </a:lnTo>
                  <a:lnTo>
                    <a:pt x="22462" y="17107"/>
                  </a:lnTo>
                  <a:lnTo>
                    <a:pt x="21239" y="17047"/>
                  </a:lnTo>
                  <a:lnTo>
                    <a:pt x="20617" y="16987"/>
                  </a:lnTo>
                  <a:lnTo>
                    <a:pt x="19975" y="16927"/>
                  </a:lnTo>
                  <a:lnTo>
                    <a:pt x="19354" y="16867"/>
                  </a:lnTo>
                  <a:lnTo>
                    <a:pt x="18712" y="16766"/>
                  </a:lnTo>
                  <a:lnTo>
                    <a:pt x="18070" y="16666"/>
                  </a:lnTo>
                  <a:lnTo>
                    <a:pt x="17428" y="16546"/>
                  </a:lnTo>
                  <a:lnTo>
                    <a:pt x="16787" y="16426"/>
                  </a:lnTo>
                  <a:lnTo>
                    <a:pt x="16145" y="16265"/>
                  </a:lnTo>
                  <a:lnTo>
                    <a:pt x="15503" y="16105"/>
                  </a:lnTo>
                  <a:lnTo>
                    <a:pt x="14861" y="15924"/>
                  </a:lnTo>
                  <a:lnTo>
                    <a:pt x="14220" y="15724"/>
                  </a:lnTo>
                  <a:lnTo>
                    <a:pt x="13578" y="15503"/>
                  </a:lnTo>
                  <a:lnTo>
                    <a:pt x="13197" y="15343"/>
                  </a:lnTo>
                  <a:lnTo>
                    <a:pt x="12836" y="15162"/>
                  </a:lnTo>
                  <a:lnTo>
                    <a:pt x="12475" y="14942"/>
                  </a:lnTo>
                  <a:lnTo>
                    <a:pt x="12134" y="14721"/>
                  </a:lnTo>
                  <a:lnTo>
                    <a:pt x="11833" y="14460"/>
                  </a:lnTo>
                  <a:lnTo>
                    <a:pt x="11532" y="14200"/>
                  </a:lnTo>
                  <a:lnTo>
                    <a:pt x="11272" y="13899"/>
                  </a:lnTo>
                  <a:lnTo>
                    <a:pt x="11031" y="13578"/>
                  </a:lnTo>
                  <a:lnTo>
                    <a:pt x="10810" y="13257"/>
                  </a:lnTo>
                  <a:lnTo>
                    <a:pt x="10630" y="12916"/>
                  </a:lnTo>
                  <a:lnTo>
                    <a:pt x="10469" y="12535"/>
                  </a:lnTo>
                  <a:lnTo>
                    <a:pt x="10349" y="12174"/>
                  </a:lnTo>
                  <a:lnTo>
                    <a:pt x="10249" y="11773"/>
                  </a:lnTo>
                  <a:lnTo>
                    <a:pt x="10189" y="11372"/>
                  </a:lnTo>
                  <a:lnTo>
                    <a:pt x="10149" y="10951"/>
                  </a:lnTo>
                  <a:lnTo>
                    <a:pt x="10149" y="10530"/>
                  </a:lnTo>
                  <a:lnTo>
                    <a:pt x="10189" y="10108"/>
                  </a:lnTo>
                  <a:lnTo>
                    <a:pt x="10269" y="9727"/>
                  </a:lnTo>
                  <a:lnTo>
                    <a:pt x="10369" y="9346"/>
                  </a:lnTo>
                  <a:lnTo>
                    <a:pt x="10510" y="8985"/>
                  </a:lnTo>
                  <a:lnTo>
                    <a:pt x="10670" y="8644"/>
                  </a:lnTo>
                  <a:lnTo>
                    <a:pt x="10850" y="8303"/>
                  </a:lnTo>
                  <a:lnTo>
                    <a:pt x="11071" y="7983"/>
                  </a:lnTo>
                  <a:lnTo>
                    <a:pt x="11312" y="7702"/>
                  </a:lnTo>
                  <a:lnTo>
                    <a:pt x="11572" y="7421"/>
                  </a:lnTo>
                  <a:lnTo>
                    <a:pt x="11853" y="7140"/>
                  </a:lnTo>
                  <a:lnTo>
                    <a:pt x="12134" y="6900"/>
                  </a:lnTo>
                  <a:lnTo>
                    <a:pt x="12455" y="6659"/>
                  </a:lnTo>
                  <a:lnTo>
                    <a:pt x="12776" y="6438"/>
                  </a:lnTo>
                  <a:lnTo>
                    <a:pt x="13117" y="6238"/>
                  </a:lnTo>
                  <a:lnTo>
                    <a:pt x="13458" y="6037"/>
                  </a:lnTo>
                  <a:lnTo>
                    <a:pt x="13819" y="5877"/>
                  </a:lnTo>
                  <a:lnTo>
                    <a:pt x="14540" y="5576"/>
                  </a:lnTo>
                  <a:lnTo>
                    <a:pt x="15282" y="5295"/>
                  </a:lnTo>
                  <a:lnTo>
                    <a:pt x="16045" y="5055"/>
                  </a:lnTo>
                  <a:lnTo>
                    <a:pt x="16807" y="4854"/>
                  </a:lnTo>
                  <a:lnTo>
                    <a:pt x="18351" y="4473"/>
                  </a:lnTo>
                  <a:lnTo>
                    <a:pt x="19895" y="4092"/>
                  </a:lnTo>
                  <a:lnTo>
                    <a:pt x="21580" y="3651"/>
                  </a:lnTo>
                  <a:lnTo>
                    <a:pt x="23244" y="3190"/>
                  </a:lnTo>
                  <a:lnTo>
                    <a:pt x="24086" y="2929"/>
                  </a:lnTo>
                  <a:lnTo>
                    <a:pt x="24929" y="2688"/>
                  </a:lnTo>
                  <a:lnTo>
                    <a:pt x="25751" y="2407"/>
                  </a:lnTo>
                  <a:lnTo>
                    <a:pt x="26573" y="2127"/>
                  </a:lnTo>
                  <a:lnTo>
                    <a:pt x="27335" y="1846"/>
                  </a:lnTo>
                  <a:lnTo>
                    <a:pt x="28097" y="1545"/>
                  </a:lnTo>
                  <a:lnTo>
                    <a:pt x="28097" y="1545"/>
                  </a:lnTo>
                  <a:lnTo>
                    <a:pt x="26834" y="1846"/>
                  </a:lnTo>
                  <a:lnTo>
                    <a:pt x="25510" y="2127"/>
                  </a:lnTo>
                  <a:lnTo>
                    <a:pt x="24147" y="2387"/>
                  </a:lnTo>
                  <a:lnTo>
                    <a:pt x="22723" y="2608"/>
                  </a:lnTo>
                  <a:lnTo>
                    <a:pt x="21279" y="2788"/>
                  </a:lnTo>
                  <a:lnTo>
                    <a:pt x="20537" y="2869"/>
                  </a:lnTo>
                  <a:lnTo>
                    <a:pt x="19795" y="2929"/>
                  </a:lnTo>
                  <a:lnTo>
                    <a:pt x="19033" y="2989"/>
                  </a:lnTo>
                  <a:lnTo>
                    <a:pt x="18291" y="3029"/>
                  </a:lnTo>
                  <a:lnTo>
                    <a:pt x="17529" y="3049"/>
                  </a:lnTo>
                  <a:lnTo>
                    <a:pt x="16767" y="3069"/>
                  </a:lnTo>
                  <a:lnTo>
                    <a:pt x="15724" y="3049"/>
                  </a:lnTo>
                  <a:lnTo>
                    <a:pt x="14701" y="2989"/>
                  </a:lnTo>
                  <a:lnTo>
                    <a:pt x="13458" y="2909"/>
                  </a:lnTo>
                  <a:lnTo>
                    <a:pt x="12254" y="2788"/>
                  </a:lnTo>
                  <a:lnTo>
                    <a:pt x="11071" y="2648"/>
                  </a:lnTo>
                  <a:lnTo>
                    <a:pt x="9928" y="2488"/>
                  </a:lnTo>
                  <a:lnTo>
                    <a:pt x="8825" y="2307"/>
                  </a:lnTo>
                  <a:lnTo>
                    <a:pt x="7742" y="2107"/>
                  </a:lnTo>
                  <a:lnTo>
                    <a:pt x="6719" y="1906"/>
                  </a:lnTo>
                  <a:lnTo>
                    <a:pt x="5757" y="1685"/>
                  </a:lnTo>
                  <a:lnTo>
                    <a:pt x="4834" y="1465"/>
                  </a:lnTo>
                  <a:lnTo>
                    <a:pt x="3952" y="1244"/>
                  </a:lnTo>
                  <a:lnTo>
                    <a:pt x="3129" y="1024"/>
                  </a:lnTo>
                  <a:lnTo>
                    <a:pt x="2367" y="803"/>
                  </a:lnTo>
                  <a:lnTo>
                    <a:pt x="1686" y="582"/>
                  </a:lnTo>
                  <a:lnTo>
                    <a:pt x="1044" y="38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30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26"/>
            <p:cNvSpPr/>
            <p:nvPr/>
          </p:nvSpPr>
          <p:spPr>
            <a:xfrm>
              <a:off x="11268075" y="4484338"/>
              <a:ext cx="842825" cy="492875"/>
            </a:xfrm>
            <a:custGeom>
              <a:avLst/>
              <a:gdLst/>
              <a:ahLst/>
              <a:cxnLst/>
              <a:rect l="l" t="t" r="r" b="b"/>
              <a:pathLst>
                <a:path w="33713" h="19715" fill="none" extrusionOk="0">
                  <a:moveTo>
                    <a:pt x="1" y="1"/>
                  </a:moveTo>
                  <a:lnTo>
                    <a:pt x="1585" y="13337"/>
                  </a:lnTo>
                  <a:lnTo>
                    <a:pt x="1585" y="13337"/>
                  </a:lnTo>
                  <a:lnTo>
                    <a:pt x="1706" y="13899"/>
                  </a:lnTo>
                  <a:lnTo>
                    <a:pt x="1806" y="14440"/>
                  </a:lnTo>
                  <a:lnTo>
                    <a:pt x="1946" y="15463"/>
                  </a:lnTo>
                  <a:lnTo>
                    <a:pt x="2026" y="15884"/>
                  </a:lnTo>
                  <a:lnTo>
                    <a:pt x="2107" y="16245"/>
                  </a:lnTo>
                  <a:lnTo>
                    <a:pt x="2147" y="16385"/>
                  </a:lnTo>
                  <a:lnTo>
                    <a:pt x="2187" y="16506"/>
                  </a:lnTo>
                  <a:lnTo>
                    <a:pt x="2227" y="16606"/>
                  </a:lnTo>
                  <a:lnTo>
                    <a:pt x="2287" y="16666"/>
                  </a:lnTo>
                  <a:lnTo>
                    <a:pt x="2287" y="16666"/>
                  </a:lnTo>
                  <a:lnTo>
                    <a:pt x="2468" y="16766"/>
                  </a:lnTo>
                  <a:lnTo>
                    <a:pt x="2728" y="16887"/>
                  </a:lnTo>
                  <a:lnTo>
                    <a:pt x="3129" y="17067"/>
                  </a:lnTo>
                  <a:lnTo>
                    <a:pt x="3631" y="17248"/>
                  </a:lnTo>
                  <a:lnTo>
                    <a:pt x="4212" y="17448"/>
                  </a:lnTo>
                  <a:lnTo>
                    <a:pt x="4894" y="17669"/>
                  </a:lnTo>
                  <a:lnTo>
                    <a:pt x="5676" y="17910"/>
                  </a:lnTo>
                  <a:lnTo>
                    <a:pt x="6539" y="18150"/>
                  </a:lnTo>
                  <a:lnTo>
                    <a:pt x="7461" y="18391"/>
                  </a:lnTo>
                  <a:lnTo>
                    <a:pt x="8464" y="18632"/>
                  </a:lnTo>
                  <a:lnTo>
                    <a:pt x="9547" y="18852"/>
                  </a:lnTo>
                  <a:lnTo>
                    <a:pt x="10690" y="19073"/>
                  </a:lnTo>
                  <a:lnTo>
                    <a:pt x="11873" y="19253"/>
                  </a:lnTo>
                  <a:lnTo>
                    <a:pt x="13117" y="19434"/>
                  </a:lnTo>
                  <a:lnTo>
                    <a:pt x="14400" y="19554"/>
                  </a:lnTo>
                  <a:lnTo>
                    <a:pt x="15724" y="19674"/>
                  </a:lnTo>
                  <a:lnTo>
                    <a:pt x="15724" y="19674"/>
                  </a:lnTo>
                  <a:lnTo>
                    <a:pt x="16566" y="19715"/>
                  </a:lnTo>
                  <a:lnTo>
                    <a:pt x="17428" y="19715"/>
                  </a:lnTo>
                  <a:lnTo>
                    <a:pt x="17428" y="19715"/>
                  </a:lnTo>
                  <a:lnTo>
                    <a:pt x="18030" y="19715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9313" y="19674"/>
                  </a:lnTo>
                  <a:lnTo>
                    <a:pt x="19995" y="19614"/>
                  </a:lnTo>
                  <a:lnTo>
                    <a:pt x="20657" y="19554"/>
                  </a:lnTo>
                  <a:lnTo>
                    <a:pt x="21339" y="19494"/>
                  </a:lnTo>
                  <a:lnTo>
                    <a:pt x="22642" y="19313"/>
                  </a:lnTo>
                  <a:lnTo>
                    <a:pt x="23926" y="19113"/>
                  </a:lnTo>
                  <a:lnTo>
                    <a:pt x="25149" y="18872"/>
                  </a:lnTo>
                  <a:lnTo>
                    <a:pt x="26333" y="18612"/>
                  </a:lnTo>
                  <a:lnTo>
                    <a:pt x="27456" y="18331"/>
                  </a:lnTo>
                  <a:lnTo>
                    <a:pt x="28498" y="18050"/>
                  </a:lnTo>
                  <a:lnTo>
                    <a:pt x="29481" y="17769"/>
                  </a:lnTo>
                  <a:lnTo>
                    <a:pt x="30363" y="17488"/>
                  </a:lnTo>
                  <a:lnTo>
                    <a:pt x="31146" y="17228"/>
                  </a:lnTo>
                  <a:lnTo>
                    <a:pt x="31847" y="16987"/>
                  </a:lnTo>
                  <a:lnTo>
                    <a:pt x="32870" y="16606"/>
                  </a:lnTo>
                  <a:lnTo>
                    <a:pt x="33412" y="16406"/>
                  </a:lnTo>
                  <a:lnTo>
                    <a:pt x="33412" y="16406"/>
                  </a:lnTo>
                  <a:lnTo>
                    <a:pt x="33492" y="16345"/>
                  </a:lnTo>
                  <a:lnTo>
                    <a:pt x="33572" y="16245"/>
                  </a:lnTo>
                  <a:lnTo>
                    <a:pt x="33652" y="16085"/>
                  </a:lnTo>
                  <a:lnTo>
                    <a:pt x="33713" y="15904"/>
                  </a:lnTo>
                  <a:lnTo>
                    <a:pt x="33713" y="15904"/>
                  </a:lnTo>
                  <a:lnTo>
                    <a:pt x="33031" y="16065"/>
                  </a:lnTo>
                  <a:lnTo>
                    <a:pt x="32128" y="16245"/>
                  </a:lnTo>
                  <a:lnTo>
                    <a:pt x="31065" y="16446"/>
                  </a:lnTo>
                  <a:lnTo>
                    <a:pt x="29842" y="16646"/>
                  </a:lnTo>
                  <a:lnTo>
                    <a:pt x="28458" y="16847"/>
                  </a:lnTo>
                  <a:lnTo>
                    <a:pt x="27736" y="16927"/>
                  </a:lnTo>
                  <a:lnTo>
                    <a:pt x="26974" y="16987"/>
                  </a:lnTo>
                  <a:lnTo>
                    <a:pt x="26172" y="17047"/>
                  </a:lnTo>
                  <a:lnTo>
                    <a:pt x="25370" y="17087"/>
                  </a:lnTo>
                  <a:lnTo>
                    <a:pt x="24528" y="17107"/>
                  </a:lnTo>
                  <a:lnTo>
                    <a:pt x="23685" y="17127"/>
                  </a:lnTo>
                  <a:lnTo>
                    <a:pt x="23685" y="17127"/>
                  </a:lnTo>
                  <a:lnTo>
                    <a:pt x="22462" y="17107"/>
                  </a:lnTo>
                  <a:lnTo>
                    <a:pt x="21239" y="17047"/>
                  </a:lnTo>
                  <a:lnTo>
                    <a:pt x="20617" y="16987"/>
                  </a:lnTo>
                  <a:lnTo>
                    <a:pt x="19975" y="16927"/>
                  </a:lnTo>
                  <a:lnTo>
                    <a:pt x="19354" y="16867"/>
                  </a:lnTo>
                  <a:lnTo>
                    <a:pt x="18712" y="16766"/>
                  </a:lnTo>
                  <a:lnTo>
                    <a:pt x="18070" y="16666"/>
                  </a:lnTo>
                  <a:lnTo>
                    <a:pt x="17428" y="16546"/>
                  </a:lnTo>
                  <a:lnTo>
                    <a:pt x="16787" y="16426"/>
                  </a:lnTo>
                  <a:lnTo>
                    <a:pt x="16145" y="16265"/>
                  </a:lnTo>
                  <a:lnTo>
                    <a:pt x="15503" y="16105"/>
                  </a:lnTo>
                  <a:lnTo>
                    <a:pt x="14861" y="15924"/>
                  </a:lnTo>
                  <a:lnTo>
                    <a:pt x="14220" y="15724"/>
                  </a:lnTo>
                  <a:lnTo>
                    <a:pt x="13578" y="15503"/>
                  </a:lnTo>
                  <a:lnTo>
                    <a:pt x="13578" y="15503"/>
                  </a:lnTo>
                  <a:lnTo>
                    <a:pt x="13197" y="15343"/>
                  </a:lnTo>
                  <a:lnTo>
                    <a:pt x="12836" y="15162"/>
                  </a:lnTo>
                  <a:lnTo>
                    <a:pt x="12475" y="14942"/>
                  </a:lnTo>
                  <a:lnTo>
                    <a:pt x="12134" y="14721"/>
                  </a:lnTo>
                  <a:lnTo>
                    <a:pt x="11833" y="14460"/>
                  </a:lnTo>
                  <a:lnTo>
                    <a:pt x="11532" y="14200"/>
                  </a:lnTo>
                  <a:lnTo>
                    <a:pt x="11272" y="13899"/>
                  </a:lnTo>
                  <a:lnTo>
                    <a:pt x="11031" y="13578"/>
                  </a:lnTo>
                  <a:lnTo>
                    <a:pt x="10810" y="13257"/>
                  </a:lnTo>
                  <a:lnTo>
                    <a:pt x="10630" y="12916"/>
                  </a:lnTo>
                  <a:lnTo>
                    <a:pt x="10469" y="12535"/>
                  </a:lnTo>
                  <a:lnTo>
                    <a:pt x="10349" y="12174"/>
                  </a:lnTo>
                  <a:lnTo>
                    <a:pt x="10249" y="11773"/>
                  </a:lnTo>
                  <a:lnTo>
                    <a:pt x="10189" y="11372"/>
                  </a:lnTo>
                  <a:lnTo>
                    <a:pt x="10149" y="10951"/>
                  </a:lnTo>
                  <a:lnTo>
                    <a:pt x="10149" y="10530"/>
                  </a:lnTo>
                  <a:lnTo>
                    <a:pt x="10149" y="10530"/>
                  </a:lnTo>
                  <a:lnTo>
                    <a:pt x="10189" y="10108"/>
                  </a:lnTo>
                  <a:lnTo>
                    <a:pt x="10269" y="9727"/>
                  </a:lnTo>
                  <a:lnTo>
                    <a:pt x="10369" y="9346"/>
                  </a:lnTo>
                  <a:lnTo>
                    <a:pt x="10510" y="8985"/>
                  </a:lnTo>
                  <a:lnTo>
                    <a:pt x="10670" y="8644"/>
                  </a:lnTo>
                  <a:lnTo>
                    <a:pt x="10850" y="8303"/>
                  </a:lnTo>
                  <a:lnTo>
                    <a:pt x="11071" y="7983"/>
                  </a:lnTo>
                  <a:lnTo>
                    <a:pt x="11312" y="7702"/>
                  </a:lnTo>
                  <a:lnTo>
                    <a:pt x="11572" y="7421"/>
                  </a:lnTo>
                  <a:lnTo>
                    <a:pt x="11853" y="7140"/>
                  </a:lnTo>
                  <a:lnTo>
                    <a:pt x="12134" y="6900"/>
                  </a:lnTo>
                  <a:lnTo>
                    <a:pt x="12455" y="6659"/>
                  </a:lnTo>
                  <a:lnTo>
                    <a:pt x="12776" y="6438"/>
                  </a:lnTo>
                  <a:lnTo>
                    <a:pt x="13117" y="6238"/>
                  </a:lnTo>
                  <a:lnTo>
                    <a:pt x="13458" y="6037"/>
                  </a:lnTo>
                  <a:lnTo>
                    <a:pt x="13819" y="5877"/>
                  </a:lnTo>
                  <a:lnTo>
                    <a:pt x="13819" y="5877"/>
                  </a:lnTo>
                  <a:lnTo>
                    <a:pt x="14540" y="5576"/>
                  </a:lnTo>
                  <a:lnTo>
                    <a:pt x="15282" y="5295"/>
                  </a:lnTo>
                  <a:lnTo>
                    <a:pt x="16045" y="5055"/>
                  </a:lnTo>
                  <a:lnTo>
                    <a:pt x="16807" y="4854"/>
                  </a:lnTo>
                  <a:lnTo>
                    <a:pt x="18351" y="4473"/>
                  </a:lnTo>
                  <a:lnTo>
                    <a:pt x="19895" y="4092"/>
                  </a:lnTo>
                  <a:lnTo>
                    <a:pt x="19895" y="4092"/>
                  </a:lnTo>
                  <a:lnTo>
                    <a:pt x="21580" y="3651"/>
                  </a:lnTo>
                  <a:lnTo>
                    <a:pt x="23244" y="3190"/>
                  </a:lnTo>
                  <a:lnTo>
                    <a:pt x="24086" y="2929"/>
                  </a:lnTo>
                  <a:lnTo>
                    <a:pt x="24929" y="2688"/>
                  </a:lnTo>
                  <a:lnTo>
                    <a:pt x="25751" y="2407"/>
                  </a:lnTo>
                  <a:lnTo>
                    <a:pt x="26573" y="2127"/>
                  </a:lnTo>
                  <a:lnTo>
                    <a:pt x="26573" y="2127"/>
                  </a:lnTo>
                  <a:lnTo>
                    <a:pt x="27335" y="1846"/>
                  </a:lnTo>
                  <a:lnTo>
                    <a:pt x="28097" y="1545"/>
                  </a:lnTo>
                  <a:lnTo>
                    <a:pt x="28097" y="1545"/>
                  </a:lnTo>
                  <a:lnTo>
                    <a:pt x="26834" y="1846"/>
                  </a:lnTo>
                  <a:lnTo>
                    <a:pt x="25510" y="2127"/>
                  </a:lnTo>
                  <a:lnTo>
                    <a:pt x="24147" y="2387"/>
                  </a:lnTo>
                  <a:lnTo>
                    <a:pt x="22723" y="2608"/>
                  </a:lnTo>
                  <a:lnTo>
                    <a:pt x="21279" y="2788"/>
                  </a:lnTo>
                  <a:lnTo>
                    <a:pt x="20537" y="2869"/>
                  </a:lnTo>
                  <a:lnTo>
                    <a:pt x="19795" y="2929"/>
                  </a:lnTo>
                  <a:lnTo>
                    <a:pt x="19033" y="2989"/>
                  </a:lnTo>
                  <a:lnTo>
                    <a:pt x="18291" y="3029"/>
                  </a:lnTo>
                  <a:lnTo>
                    <a:pt x="17529" y="3049"/>
                  </a:lnTo>
                  <a:lnTo>
                    <a:pt x="16767" y="3069"/>
                  </a:lnTo>
                  <a:lnTo>
                    <a:pt x="16767" y="3069"/>
                  </a:lnTo>
                  <a:lnTo>
                    <a:pt x="15724" y="3049"/>
                  </a:lnTo>
                  <a:lnTo>
                    <a:pt x="14701" y="2989"/>
                  </a:lnTo>
                  <a:lnTo>
                    <a:pt x="14701" y="2989"/>
                  </a:lnTo>
                  <a:lnTo>
                    <a:pt x="13458" y="2909"/>
                  </a:lnTo>
                  <a:lnTo>
                    <a:pt x="12254" y="2788"/>
                  </a:lnTo>
                  <a:lnTo>
                    <a:pt x="11071" y="2648"/>
                  </a:lnTo>
                  <a:lnTo>
                    <a:pt x="9928" y="2488"/>
                  </a:lnTo>
                  <a:lnTo>
                    <a:pt x="8825" y="2307"/>
                  </a:lnTo>
                  <a:lnTo>
                    <a:pt x="7742" y="2107"/>
                  </a:lnTo>
                  <a:lnTo>
                    <a:pt x="6719" y="1906"/>
                  </a:lnTo>
                  <a:lnTo>
                    <a:pt x="5757" y="1685"/>
                  </a:lnTo>
                  <a:lnTo>
                    <a:pt x="4834" y="1465"/>
                  </a:lnTo>
                  <a:lnTo>
                    <a:pt x="3952" y="1244"/>
                  </a:lnTo>
                  <a:lnTo>
                    <a:pt x="3129" y="1024"/>
                  </a:lnTo>
                  <a:lnTo>
                    <a:pt x="2367" y="803"/>
                  </a:lnTo>
                  <a:lnTo>
                    <a:pt x="1686" y="582"/>
                  </a:lnTo>
                  <a:lnTo>
                    <a:pt x="1044" y="382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26"/>
            <p:cNvSpPr/>
            <p:nvPr/>
          </p:nvSpPr>
          <p:spPr>
            <a:xfrm>
              <a:off x="11186375" y="4148438"/>
              <a:ext cx="1004750" cy="412650"/>
            </a:xfrm>
            <a:custGeom>
              <a:avLst/>
              <a:gdLst/>
              <a:ahLst/>
              <a:cxnLst/>
              <a:rect l="l" t="t" r="r" b="b"/>
              <a:pathLst>
                <a:path w="40190" h="16506" extrusionOk="0">
                  <a:moveTo>
                    <a:pt x="19212" y="0"/>
                  </a:moveTo>
                  <a:lnTo>
                    <a:pt x="17889" y="20"/>
                  </a:lnTo>
                  <a:lnTo>
                    <a:pt x="16565" y="61"/>
                  </a:lnTo>
                  <a:lnTo>
                    <a:pt x="15262" y="141"/>
                  </a:lnTo>
                  <a:lnTo>
                    <a:pt x="13998" y="221"/>
                  </a:lnTo>
                  <a:lnTo>
                    <a:pt x="12775" y="321"/>
                  </a:lnTo>
                  <a:lnTo>
                    <a:pt x="11592" y="462"/>
                  </a:lnTo>
                  <a:lnTo>
                    <a:pt x="10469" y="602"/>
                  </a:lnTo>
                  <a:lnTo>
                    <a:pt x="9406" y="782"/>
                  </a:lnTo>
                  <a:lnTo>
                    <a:pt x="8423" y="983"/>
                  </a:lnTo>
                  <a:lnTo>
                    <a:pt x="7541" y="1204"/>
                  </a:lnTo>
                  <a:lnTo>
                    <a:pt x="7119" y="1324"/>
                  </a:lnTo>
                  <a:lnTo>
                    <a:pt x="6738" y="1444"/>
                  </a:lnTo>
                  <a:lnTo>
                    <a:pt x="5776" y="1785"/>
                  </a:lnTo>
                  <a:lnTo>
                    <a:pt x="4893" y="2126"/>
                  </a:lnTo>
                  <a:lnTo>
                    <a:pt x="4111" y="2467"/>
                  </a:lnTo>
                  <a:lnTo>
                    <a:pt x="3389" y="2828"/>
                  </a:lnTo>
                  <a:lnTo>
                    <a:pt x="2768" y="3169"/>
                  </a:lnTo>
                  <a:lnTo>
                    <a:pt x="2206" y="3510"/>
                  </a:lnTo>
                  <a:lnTo>
                    <a:pt x="1705" y="3851"/>
                  </a:lnTo>
                  <a:lnTo>
                    <a:pt x="1284" y="4172"/>
                  </a:lnTo>
                  <a:lnTo>
                    <a:pt x="943" y="4493"/>
                  </a:lnTo>
                  <a:lnTo>
                    <a:pt x="642" y="4793"/>
                  </a:lnTo>
                  <a:lnTo>
                    <a:pt x="401" y="5074"/>
                  </a:lnTo>
                  <a:lnTo>
                    <a:pt x="221" y="5355"/>
                  </a:lnTo>
                  <a:lnTo>
                    <a:pt x="100" y="5596"/>
                  </a:lnTo>
                  <a:lnTo>
                    <a:pt x="20" y="5816"/>
                  </a:lnTo>
                  <a:lnTo>
                    <a:pt x="0" y="603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8891" y="16485"/>
                  </a:lnTo>
                  <a:lnTo>
                    <a:pt x="19814" y="16505"/>
                  </a:lnTo>
                  <a:lnTo>
                    <a:pt x="20736" y="16485"/>
                  </a:lnTo>
                  <a:lnTo>
                    <a:pt x="21639" y="16465"/>
                  </a:lnTo>
                  <a:lnTo>
                    <a:pt x="22561" y="16405"/>
                  </a:lnTo>
                  <a:lnTo>
                    <a:pt x="23464" y="16345"/>
                  </a:lnTo>
                  <a:lnTo>
                    <a:pt x="24366" y="16245"/>
                  </a:lnTo>
                  <a:lnTo>
                    <a:pt x="25249" y="16144"/>
                  </a:lnTo>
                  <a:lnTo>
                    <a:pt x="26131" y="16024"/>
                  </a:lnTo>
                  <a:lnTo>
                    <a:pt x="26993" y="15884"/>
                  </a:lnTo>
                  <a:lnTo>
                    <a:pt x="27836" y="15743"/>
                  </a:lnTo>
                  <a:lnTo>
                    <a:pt x="28678" y="15583"/>
                  </a:lnTo>
                  <a:lnTo>
                    <a:pt x="29480" y="15402"/>
                  </a:lnTo>
                  <a:lnTo>
                    <a:pt x="30282" y="15242"/>
                  </a:lnTo>
                  <a:lnTo>
                    <a:pt x="31786" y="14861"/>
                  </a:lnTo>
                  <a:lnTo>
                    <a:pt x="33190" y="14480"/>
                  </a:lnTo>
                  <a:lnTo>
                    <a:pt x="34474" y="14119"/>
                  </a:lnTo>
                  <a:lnTo>
                    <a:pt x="35637" y="13758"/>
                  </a:lnTo>
                  <a:lnTo>
                    <a:pt x="36640" y="13417"/>
                  </a:lnTo>
                  <a:lnTo>
                    <a:pt x="37482" y="13116"/>
                  </a:lnTo>
                  <a:lnTo>
                    <a:pt x="38164" y="1285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608" y="10990"/>
                  </a:lnTo>
                  <a:lnTo>
                    <a:pt x="39708" y="10549"/>
                  </a:lnTo>
                  <a:lnTo>
                    <a:pt x="39868" y="9627"/>
                  </a:lnTo>
                  <a:lnTo>
                    <a:pt x="40009" y="8644"/>
                  </a:lnTo>
                  <a:lnTo>
                    <a:pt x="40109" y="7681"/>
                  </a:lnTo>
                  <a:lnTo>
                    <a:pt x="40169" y="6799"/>
                  </a:lnTo>
                  <a:lnTo>
                    <a:pt x="40189" y="6037"/>
                  </a:lnTo>
                  <a:lnTo>
                    <a:pt x="40189" y="5736"/>
                  </a:lnTo>
                  <a:lnTo>
                    <a:pt x="40169" y="5495"/>
                  </a:lnTo>
                  <a:lnTo>
                    <a:pt x="40129" y="5315"/>
                  </a:lnTo>
                  <a:lnTo>
                    <a:pt x="40089" y="5194"/>
                  </a:lnTo>
                  <a:lnTo>
                    <a:pt x="40009" y="5094"/>
                  </a:lnTo>
                  <a:lnTo>
                    <a:pt x="39868" y="4934"/>
                  </a:lnTo>
                  <a:lnTo>
                    <a:pt x="39708" y="4753"/>
                  </a:lnTo>
                  <a:lnTo>
                    <a:pt x="39467" y="4533"/>
                  </a:lnTo>
                  <a:lnTo>
                    <a:pt x="39187" y="4312"/>
                  </a:lnTo>
                  <a:lnTo>
                    <a:pt x="38866" y="4031"/>
                  </a:lnTo>
                  <a:lnTo>
                    <a:pt x="38505" y="3771"/>
                  </a:lnTo>
                  <a:lnTo>
                    <a:pt x="38084" y="3470"/>
                  </a:lnTo>
                  <a:lnTo>
                    <a:pt x="37602" y="3169"/>
                  </a:lnTo>
                  <a:lnTo>
                    <a:pt x="37081" y="2868"/>
                  </a:lnTo>
                  <a:lnTo>
                    <a:pt x="36519" y="2567"/>
                  </a:lnTo>
                  <a:lnTo>
                    <a:pt x="35898" y="2267"/>
                  </a:lnTo>
                  <a:lnTo>
                    <a:pt x="35236" y="1966"/>
                  </a:lnTo>
                  <a:lnTo>
                    <a:pt x="34514" y="1705"/>
                  </a:lnTo>
                  <a:lnTo>
                    <a:pt x="33732" y="1424"/>
                  </a:lnTo>
                  <a:lnTo>
                    <a:pt x="32910" y="1184"/>
                  </a:lnTo>
                  <a:lnTo>
                    <a:pt x="32228" y="1023"/>
                  </a:lnTo>
                  <a:lnTo>
                    <a:pt x="31466" y="863"/>
                  </a:lnTo>
                  <a:lnTo>
                    <a:pt x="30623" y="722"/>
                  </a:lnTo>
                  <a:lnTo>
                    <a:pt x="29761" y="582"/>
                  </a:lnTo>
                  <a:lnTo>
                    <a:pt x="28818" y="462"/>
                  </a:lnTo>
                  <a:lnTo>
                    <a:pt x="27856" y="361"/>
                  </a:lnTo>
                  <a:lnTo>
                    <a:pt x="26833" y="261"/>
                  </a:lnTo>
                  <a:lnTo>
                    <a:pt x="25790" y="181"/>
                  </a:lnTo>
                  <a:lnTo>
                    <a:pt x="24527" y="101"/>
                  </a:lnTo>
                  <a:lnTo>
                    <a:pt x="23223" y="40"/>
                  </a:lnTo>
                  <a:lnTo>
                    <a:pt x="21900" y="20"/>
                  </a:lnTo>
                  <a:lnTo>
                    <a:pt x="205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26"/>
            <p:cNvSpPr/>
            <p:nvPr/>
          </p:nvSpPr>
          <p:spPr>
            <a:xfrm>
              <a:off x="11186375" y="4148438"/>
              <a:ext cx="1004750" cy="412650"/>
            </a:xfrm>
            <a:custGeom>
              <a:avLst/>
              <a:gdLst/>
              <a:ahLst/>
              <a:cxnLst/>
              <a:rect l="l" t="t" r="r" b="b"/>
              <a:pathLst>
                <a:path w="40190" h="16506" fill="none" extrusionOk="0">
                  <a:moveTo>
                    <a:pt x="39507" y="11391"/>
                  </a:moveTo>
                  <a:lnTo>
                    <a:pt x="39507" y="11391"/>
                  </a:lnTo>
                  <a:lnTo>
                    <a:pt x="39367" y="11833"/>
                  </a:lnTo>
                  <a:lnTo>
                    <a:pt x="39227" y="12194"/>
                  </a:lnTo>
                  <a:lnTo>
                    <a:pt x="39146" y="12334"/>
                  </a:lnTo>
                  <a:lnTo>
                    <a:pt x="39066" y="12434"/>
                  </a:lnTo>
                  <a:lnTo>
                    <a:pt x="38986" y="12514"/>
                  </a:lnTo>
                  <a:lnTo>
                    <a:pt x="38906" y="12575"/>
                  </a:lnTo>
                  <a:lnTo>
                    <a:pt x="38906" y="12575"/>
                  </a:lnTo>
                  <a:lnTo>
                    <a:pt x="38164" y="12855"/>
                  </a:lnTo>
                  <a:lnTo>
                    <a:pt x="37482" y="13116"/>
                  </a:lnTo>
                  <a:lnTo>
                    <a:pt x="36640" y="13417"/>
                  </a:lnTo>
                  <a:lnTo>
                    <a:pt x="35637" y="13758"/>
                  </a:lnTo>
                  <a:lnTo>
                    <a:pt x="34474" y="14119"/>
                  </a:lnTo>
                  <a:lnTo>
                    <a:pt x="33190" y="14480"/>
                  </a:lnTo>
                  <a:lnTo>
                    <a:pt x="31786" y="14861"/>
                  </a:lnTo>
                  <a:lnTo>
                    <a:pt x="30282" y="15242"/>
                  </a:lnTo>
                  <a:lnTo>
                    <a:pt x="29480" y="15402"/>
                  </a:lnTo>
                  <a:lnTo>
                    <a:pt x="28678" y="15583"/>
                  </a:lnTo>
                  <a:lnTo>
                    <a:pt x="27836" y="15743"/>
                  </a:lnTo>
                  <a:lnTo>
                    <a:pt x="26993" y="15884"/>
                  </a:lnTo>
                  <a:lnTo>
                    <a:pt x="26131" y="16024"/>
                  </a:lnTo>
                  <a:lnTo>
                    <a:pt x="25249" y="16144"/>
                  </a:lnTo>
                  <a:lnTo>
                    <a:pt x="24366" y="16245"/>
                  </a:lnTo>
                  <a:lnTo>
                    <a:pt x="23464" y="16345"/>
                  </a:lnTo>
                  <a:lnTo>
                    <a:pt x="22561" y="16405"/>
                  </a:lnTo>
                  <a:lnTo>
                    <a:pt x="21639" y="16465"/>
                  </a:lnTo>
                  <a:lnTo>
                    <a:pt x="20736" y="16485"/>
                  </a:lnTo>
                  <a:lnTo>
                    <a:pt x="19814" y="16505"/>
                  </a:lnTo>
                  <a:lnTo>
                    <a:pt x="18891" y="16485"/>
                  </a:lnTo>
                  <a:lnTo>
                    <a:pt x="17969" y="16425"/>
                  </a:lnTo>
                  <a:lnTo>
                    <a:pt x="17969" y="16425"/>
                  </a:lnTo>
                  <a:lnTo>
                    <a:pt x="16385" y="16305"/>
                  </a:lnTo>
                  <a:lnTo>
                    <a:pt x="14860" y="16144"/>
                  </a:lnTo>
                  <a:lnTo>
                    <a:pt x="13396" y="15944"/>
                  </a:lnTo>
                  <a:lnTo>
                    <a:pt x="11993" y="15723"/>
                  </a:lnTo>
                  <a:lnTo>
                    <a:pt x="10649" y="15462"/>
                  </a:lnTo>
                  <a:lnTo>
                    <a:pt x="9366" y="15202"/>
                  </a:lnTo>
                  <a:lnTo>
                    <a:pt x="8182" y="14921"/>
                  </a:lnTo>
                  <a:lnTo>
                    <a:pt x="7059" y="14640"/>
                  </a:lnTo>
                  <a:lnTo>
                    <a:pt x="6057" y="14359"/>
                  </a:lnTo>
                  <a:lnTo>
                    <a:pt x="5134" y="14079"/>
                  </a:lnTo>
                  <a:lnTo>
                    <a:pt x="4312" y="13818"/>
                  </a:lnTo>
                  <a:lnTo>
                    <a:pt x="3610" y="13557"/>
                  </a:lnTo>
                  <a:lnTo>
                    <a:pt x="3028" y="13337"/>
                  </a:lnTo>
                  <a:lnTo>
                    <a:pt x="2567" y="13156"/>
                  </a:lnTo>
                  <a:lnTo>
                    <a:pt x="2246" y="12996"/>
                  </a:lnTo>
                  <a:lnTo>
                    <a:pt x="2046" y="12875"/>
                  </a:lnTo>
                  <a:lnTo>
                    <a:pt x="2046" y="12875"/>
                  </a:lnTo>
                  <a:lnTo>
                    <a:pt x="1985" y="12815"/>
                  </a:lnTo>
                  <a:lnTo>
                    <a:pt x="1905" y="12735"/>
                  </a:lnTo>
                  <a:lnTo>
                    <a:pt x="1765" y="12494"/>
                  </a:lnTo>
                  <a:lnTo>
                    <a:pt x="1625" y="12153"/>
                  </a:lnTo>
                  <a:lnTo>
                    <a:pt x="1464" y="11752"/>
                  </a:lnTo>
                  <a:lnTo>
                    <a:pt x="1324" y="11291"/>
                  </a:lnTo>
                  <a:lnTo>
                    <a:pt x="1163" y="10790"/>
                  </a:lnTo>
                  <a:lnTo>
                    <a:pt x="862" y="9687"/>
                  </a:lnTo>
                  <a:lnTo>
                    <a:pt x="562" y="8584"/>
                  </a:lnTo>
                  <a:lnTo>
                    <a:pt x="321" y="7561"/>
                  </a:lnTo>
                  <a:lnTo>
                    <a:pt x="20" y="6217"/>
                  </a:lnTo>
                  <a:lnTo>
                    <a:pt x="20" y="6217"/>
                  </a:lnTo>
                  <a:lnTo>
                    <a:pt x="0" y="6037"/>
                  </a:lnTo>
                  <a:lnTo>
                    <a:pt x="20" y="5816"/>
                  </a:lnTo>
                  <a:lnTo>
                    <a:pt x="100" y="5596"/>
                  </a:lnTo>
                  <a:lnTo>
                    <a:pt x="221" y="5355"/>
                  </a:lnTo>
                  <a:lnTo>
                    <a:pt x="401" y="5074"/>
                  </a:lnTo>
                  <a:lnTo>
                    <a:pt x="642" y="4793"/>
                  </a:lnTo>
                  <a:lnTo>
                    <a:pt x="943" y="4493"/>
                  </a:lnTo>
                  <a:lnTo>
                    <a:pt x="1284" y="4172"/>
                  </a:lnTo>
                  <a:lnTo>
                    <a:pt x="1705" y="3851"/>
                  </a:lnTo>
                  <a:lnTo>
                    <a:pt x="2206" y="3510"/>
                  </a:lnTo>
                  <a:lnTo>
                    <a:pt x="2768" y="3169"/>
                  </a:lnTo>
                  <a:lnTo>
                    <a:pt x="3389" y="2828"/>
                  </a:lnTo>
                  <a:lnTo>
                    <a:pt x="4111" y="2467"/>
                  </a:lnTo>
                  <a:lnTo>
                    <a:pt x="4893" y="2126"/>
                  </a:lnTo>
                  <a:lnTo>
                    <a:pt x="5776" y="1785"/>
                  </a:lnTo>
                  <a:lnTo>
                    <a:pt x="6738" y="1444"/>
                  </a:lnTo>
                  <a:lnTo>
                    <a:pt x="6738" y="1444"/>
                  </a:lnTo>
                  <a:lnTo>
                    <a:pt x="7119" y="1324"/>
                  </a:lnTo>
                  <a:lnTo>
                    <a:pt x="7541" y="1204"/>
                  </a:lnTo>
                  <a:lnTo>
                    <a:pt x="8423" y="983"/>
                  </a:lnTo>
                  <a:lnTo>
                    <a:pt x="9406" y="782"/>
                  </a:lnTo>
                  <a:lnTo>
                    <a:pt x="10469" y="602"/>
                  </a:lnTo>
                  <a:lnTo>
                    <a:pt x="11592" y="462"/>
                  </a:lnTo>
                  <a:lnTo>
                    <a:pt x="12775" y="321"/>
                  </a:lnTo>
                  <a:lnTo>
                    <a:pt x="13998" y="221"/>
                  </a:lnTo>
                  <a:lnTo>
                    <a:pt x="15262" y="141"/>
                  </a:lnTo>
                  <a:lnTo>
                    <a:pt x="16565" y="61"/>
                  </a:lnTo>
                  <a:lnTo>
                    <a:pt x="17889" y="20"/>
                  </a:lnTo>
                  <a:lnTo>
                    <a:pt x="19212" y="0"/>
                  </a:lnTo>
                  <a:lnTo>
                    <a:pt x="20556" y="0"/>
                  </a:lnTo>
                  <a:lnTo>
                    <a:pt x="21900" y="20"/>
                  </a:lnTo>
                  <a:lnTo>
                    <a:pt x="23223" y="40"/>
                  </a:lnTo>
                  <a:lnTo>
                    <a:pt x="24527" y="101"/>
                  </a:lnTo>
                  <a:lnTo>
                    <a:pt x="25790" y="181"/>
                  </a:lnTo>
                  <a:lnTo>
                    <a:pt x="25790" y="181"/>
                  </a:lnTo>
                  <a:lnTo>
                    <a:pt x="26833" y="261"/>
                  </a:lnTo>
                  <a:lnTo>
                    <a:pt x="27856" y="361"/>
                  </a:lnTo>
                  <a:lnTo>
                    <a:pt x="28818" y="462"/>
                  </a:lnTo>
                  <a:lnTo>
                    <a:pt x="29761" y="582"/>
                  </a:lnTo>
                  <a:lnTo>
                    <a:pt x="30623" y="722"/>
                  </a:lnTo>
                  <a:lnTo>
                    <a:pt x="31466" y="863"/>
                  </a:lnTo>
                  <a:lnTo>
                    <a:pt x="32228" y="1023"/>
                  </a:lnTo>
                  <a:lnTo>
                    <a:pt x="32910" y="1184"/>
                  </a:lnTo>
                  <a:lnTo>
                    <a:pt x="32910" y="1184"/>
                  </a:lnTo>
                  <a:lnTo>
                    <a:pt x="33732" y="1424"/>
                  </a:lnTo>
                  <a:lnTo>
                    <a:pt x="34514" y="1705"/>
                  </a:lnTo>
                  <a:lnTo>
                    <a:pt x="35236" y="1966"/>
                  </a:lnTo>
                  <a:lnTo>
                    <a:pt x="35898" y="2267"/>
                  </a:lnTo>
                  <a:lnTo>
                    <a:pt x="36519" y="2567"/>
                  </a:lnTo>
                  <a:lnTo>
                    <a:pt x="37081" y="2868"/>
                  </a:lnTo>
                  <a:lnTo>
                    <a:pt x="37602" y="3169"/>
                  </a:lnTo>
                  <a:lnTo>
                    <a:pt x="38084" y="3470"/>
                  </a:lnTo>
                  <a:lnTo>
                    <a:pt x="38505" y="3771"/>
                  </a:lnTo>
                  <a:lnTo>
                    <a:pt x="38866" y="4031"/>
                  </a:lnTo>
                  <a:lnTo>
                    <a:pt x="39187" y="4312"/>
                  </a:lnTo>
                  <a:lnTo>
                    <a:pt x="39467" y="4533"/>
                  </a:lnTo>
                  <a:lnTo>
                    <a:pt x="39708" y="4753"/>
                  </a:lnTo>
                  <a:lnTo>
                    <a:pt x="39868" y="4934"/>
                  </a:lnTo>
                  <a:lnTo>
                    <a:pt x="40009" y="5094"/>
                  </a:lnTo>
                  <a:lnTo>
                    <a:pt x="40089" y="5194"/>
                  </a:lnTo>
                  <a:lnTo>
                    <a:pt x="40089" y="5194"/>
                  </a:lnTo>
                  <a:lnTo>
                    <a:pt x="40129" y="5315"/>
                  </a:lnTo>
                  <a:lnTo>
                    <a:pt x="40169" y="5495"/>
                  </a:lnTo>
                  <a:lnTo>
                    <a:pt x="40189" y="5736"/>
                  </a:lnTo>
                  <a:lnTo>
                    <a:pt x="40189" y="6037"/>
                  </a:lnTo>
                  <a:lnTo>
                    <a:pt x="40169" y="6799"/>
                  </a:lnTo>
                  <a:lnTo>
                    <a:pt x="40109" y="7681"/>
                  </a:lnTo>
                  <a:lnTo>
                    <a:pt x="40009" y="8644"/>
                  </a:lnTo>
                  <a:lnTo>
                    <a:pt x="39868" y="9627"/>
                  </a:lnTo>
                  <a:lnTo>
                    <a:pt x="39708" y="10549"/>
                  </a:lnTo>
                  <a:lnTo>
                    <a:pt x="39608" y="10990"/>
                  </a:lnTo>
                  <a:lnTo>
                    <a:pt x="39507" y="1139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26"/>
            <p:cNvSpPr/>
            <p:nvPr/>
          </p:nvSpPr>
          <p:spPr>
            <a:xfrm>
              <a:off x="11186375" y="4148438"/>
              <a:ext cx="987700" cy="412650"/>
            </a:xfrm>
            <a:custGeom>
              <a:avLst/>
              <a:gdLst/>
              <a:ahLst/>
              <a:cxnLst/>
              <a:rect l="l" t="t" r="r" b="b"/>
              <a:pathLst>
                <a:path w="39508" h="16506" extrusionOk="0">
                  <a:moveTo>
                    <a:pt x="20115" y="0"/>
                  </a:moveTo>
                  <a:lnTo>
                    <a:pt x="18149" y="20"/>
                  </a:lnTo>
                  <a:lnTo>
                    <a:pt x="16224" y="81"/>
                  </a:lnTo>
                  <a:lnTo>
                    <a:pt x="15282" y="141"/>
                  </a:lnTo>
                  <a:lnTo>
                    <a:pt x="14359" y="201"/>
                  </a:lnTo>
                  <a:lnTo>
                    <a:pt x="13457" y="261"/>
                  </a:lnTo>
                  <a:lnTo>
                    <a:pt x="12554" y="341"/>
                  </a:lnTo>
                  <a:lnTo>
                    <a:pt x="11712" y="442"/>
                  </a:lnTo>
                  <a:lnTo>
                    <a:pt x="10870" y="542"/>
                  </a:lnTo>
                  <a:lnTo>
                    <a:pt x="10087" y="662"/>
                  </a:lnTo>
                  <a:lnTo>
                    <a:pt x="9325" y="803"/>
                  </a:lnTo>
                  <a:lnTo>
                    <a:pt x="8603" y="943"/>
                  </a:lnTo>
                  <a:lnTo>
                    <a:pt x="7922" y="1103"/>
                  </a:lnTo>
                  <a:lnTo>
                    <a:pt x="7300" y="1264"/>
                  </a:lnTo>
                  <a:lnTo>
                    <a:pt x="6738" y="1444"/>
                  </a:lnTo>
                  <a:lnTo>
                    <a:pt x="5816" y="1765"/>
                  </a:lnTo>
                  <a:lnTo>
                    <a:pt x="4994" y="2086"/>
                  </a:lnTo>
                  <a:lnTo>
                    <a:pt x="4232" y="2407"/>
                  </a:lnTo>
                  <a:lnTo>
                    <a:pt x="3550" y="2748"/>
                  </a:lnTo>
                  <a:lnTo>
                    <a:pt x="2928" y="3069"/>
                  </a:lnTo>
                  <a:lnTo>
                    <a:pt x="2367" y="3390"/>
                  </a:lnTo>
                  <a:lnTo>
                    <a:pt x="1885" y="3710"/>
                  </a:lnTo>
                  <a:lnTo>
                    <a:pt x="1464" y="4031"/>
                  </a:lnTo>
                  <a:lnTo>
                    <a:pt x="1103" y="4332"/>
                  </a:lnTo>
                  <a:lnTo>
                    <a:pt x="802" y="4633"/>
                  </a:lnTo>
                  <a:lnTo>
                    <a:pt x="542" y="4914"/>
                  </a:lnTo>
                  <a:lnTo>
                    <a:pt x="341" y="5174"/>
                  </a:lnTo>
                  <a:lnTo>
                    <a:pt x="181" y="5415"/>
                  </a:lnTo>
                  <a:lnTo>
                    <a:pt x="80" y="5656"/>
                  </a:lnTo>
                  <a:lnTo>
                    <a:pt x="20" y="5856"/>
                  </a:lnTo>
                  <a:lnTo>
                    <a:pt x="0" y="605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8992" y="16485"/>
                  </a:lnTo>
                  <a:lnTo>
                    <a:pt x="20035" y="16505"/>
                  </a:lnTo>
                  <a:lnTo>
                    <a:pt x="20897" y="16485"/>
                  </a:lnTo>
                  <a:lnTo>
                    <a:pt x="21739" y="16465"/>
                  </a:lnTo>
                  <a:lnTo>
                    <a:pt x="22602" y="16405"/>
                  </a:lnTo>
                  <a:lnTo>
                    <a:pt x="23444" y="16345"/>
                  </a:lnTo>
                  <a:lnTo>
                    <a:pt x="24286" y="16265"/>
                  </a:lnTo>
                  <a:lnTo>
                    <a:pt x="25108" y="16164"/>
                  </a:lnTo>
                  <a:lnTo>
                    <a:pt x="25931" y="16044"/>
                  </a:lnTo>
                  <a:lnTo>
                    <a:pt x="26733" y="15924"/>
                  </a:lnTo>
                  <a:lnTo>
                    <a:pt x="27515" y="15803"/>
                  </a:lnTo>
                  <a:lnTo>
                    <a:pt x="28297" y="15643"/>
                  </a:lnTo>
                  <a:lnTo>
                    <a:pt x="29801" y="15342"/>
                  </a:lnTo>
                  <a:lnTo>
                    <a:pt x="31245" y="15001"/>
                  </a:lnTo>
                  <a:lnTo>
                    <a:pt x="32589" y="14660"/>
                  </a:lnTo>
                  <a:lnTo>
                    <a:pt x="33832" y="14299"/>
                  </a:lnTo>
                  <a:lnTo>
                    <a:pt x="34975" y="13958"/>
                  </a:lnTo>
                  <a:lnTo>
                    <a:pt x="35998" y="13617"/>
                  </a:lnTo>
                  <a:lnTo>
                    <a:pt x="36900" y="13317"/>
                  </a:lnTo>
                  <a:lnTo>
                    <a:pt x="38224" y="1283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507" y="11391"/>
                  </a:lnTo>
                  <a:lnTo>
                    <a:pt x="38645" y="11632"/>
                  </a:lnTo>
                  <a:lnTo>
                    <a:pt x="37783" y="11873"/>
                  </a:lnTo>
                  <a:lnTo>
                    <a:pt x="36920" y="12073"/>
                  </a:lnTo>
                  <a:lnTo>
                    <a:pt x="36038" y="12274"/>
                  </a:lnTo>
                  <a:lnTo>
                    <a:pt x="35176" y="12474"/>
                  </a:lnTo>
                  <a:lnTo>
                    <a:pt x="34293" y="12635"/>
                  </a:lnTo>
                  <a:lnTo>
                    <a:pt x="33411" y="12795"/>
                  </a:lnTo>
                  <a:lnTo>
                    <a:pt x="32528" y="12936"/>
                  </a:lnTo>
                  <a:lnTo>
                    <a:pt x="31626" y="13056"/>
                  </a:lnTo>
                  <a:lnTo>
                    <a:pt x="30744" y="13156"/>
                  </a:lnTo>
                  <a:lnTo>
                    <a:pt x="29841" y="13256"/>
                  </a:lnTo>
                  <a:lnTo>
                    <a:pt x="28959" y="13317"/>
                  </a:lnTo>
                  <a:lnTo>
                    <a:pt x="28056" y="13377"/>
                  </a:lnTo>
                  <a:lnTo>
                    <a:pt x="27154" y="13417"/>
                  </a:lnTo>
                  <a:lnTo>
                    <a:pt x="26251" y="13437"/>
                  </a:lnTo>
                  <a:lnTo>
                    <a:pt x="25369" y="13457"/>
                  </a:lnTo>
                  <a:lnTo>
                    <a:pt x="24587" y="13437"/>
                  </a:lnTo>
                  <a:lnTo>
                    <a:pt x="23825" y="13437"/>
                  </a:lnTo>
                  <a:lnTo>
                    <a:pt x="23063" y="13397"/>
                  </a:lnTo>
                  <a:lnTo>
                    <a:pt x="22281" y="13357"/>
                  </a:lnTo>
                  <a:lnTo>
                    <a:pt x="21519" y="13297"/>
                  </a:lnTo>
                  <a:lnTo>
                    <a:pt x="20756" y="13236"/>
                  </a:lnTo>
                  <a:lnTo>
                    <a:pt x="19974" y="13156"/>
                  </a:lnTo>
                  <a:lnTo>
                    <a:pt x="19212" y="13056"/>
                  </a:lnTo>
                  <a:lnTo>
                    <a:pt x="18410" y="12956"/>
                  </a:lnTo>
                  <a:lnTo>
                    <a:pt x="17608" y="12835"/>
                  </a:lnTo>
                  <a:lnTo>
                    <a:pt x="16806" y="12695"/>
                  </a:lnTo>
                  <a:lnTo>
                    <a:pt x="16004" y="12554"/>
                  </a:lnTo>
                  <a:lnTo>
                    <a:pt x="15201" y="12374"/>
                  </a:lnTo>
                  <a:lnTo>
                    <a:pt x="14399" y="12214"/>
                  </a:lnTo>
                  <a:lnTo>
                    <a:pt x="13617" y="12013"/>
                  </a:lnTo>
                  <a:lnTo>
                    <a:pt x="12835" y="11792"/>
                  </a:lnTo>
                  <a:lnTo>
                    <a:pt x="12233" y="11612"/>
                  </a:lnTo>
                  <a:lnTo>
                    <a:pt x="11592" y="11391"/>
                  </a:lnTo>
                  <a:lnTo>
                    <a:pt x="11291" y="11271"/>
                  </a:lnTo>
                  <a:lnTo>
                    <a:pt x="10970" y="11131"/>
                  </a:lnTo>
                  <a:lnTo>
                    <a:pt x="10669" y="10970"/>
                  </a:lnTo>
                  <a:lnTo>
                    <a:pt x="10388" y="10810"/>
                  </a:lnTo>
                  <a:lnTo>
                    <a:pt x="9566" y="10629"/>
                  </a:lnTo>
                  <a:lnTo>
                    <a:pt x="8784" y="10429"/>
                  </a:lnTo>
                  <a:lnTo>
                    <a:pt x="7922" y="10188"/>
                  </a:lnTo>
                  <a:lnTo>
                    <a:pt x="7119" y="9907"/>
                  </a:lnTo>
                  <a:lnTo>
                    <a:pt x="6357" y="9627"/>
                  </a:lnTo>
                  <a:lnTo>
                    <a:pt x="5635" y="9346"/>
                  </a:lnTo>
                  <a:lnTo>
                    <a:pt x="4974" y="9045"/>
                  </a:lnTo>
                  <a:lnTo>
                    <a:pt x="4372" y="8724"/>
                  </a:lnTo>
                  <a:lnTo>
                    <a:pt x="3831" y="8423"/>
                  </a:lnTo>
                  <a:lnTo>
                    <a:pt x="3329" y="8122"/>
                  </a:lnTo>
                  <a:lnTo>
                    <a:pt x="2888" y="7802"/>
                  </a:lnTo>
                  <a:lnTo>
                    <a:pt x="2507" y="7501"/>
                  </a:lnTo>
                  <a:lnTo>
                    <a:pt x="2186" y="7220"/>
                  </a:lnTo>
                  <a:lnTo>
                    <a:pt x="1925" y="6939"/>
                  </a:lnTo>
                  <a:lnTo>
                    <a:pt x="1725" y="6679"/>
                  </a:lnTo>
                  <a:lnTo>
                    <a:pt x="1584" y="6438"/>
                  </a:lnTo>
                  <a:lnTo>
                    <a:pt x="1544" y="6318"/>
                  </a:lnTo>
                  <a:lnTo>
                    <a:pt x="1504" y="6197"/>
                  </a:lnTo>
                  <a:lnTo>
                    <a:pt x="1484" y="6097"/>
                  </a:lnTo>
                  <a:lnTo>
                    <a:pt x="1504" y="5997"/>
                  </a:lnTo>
                  <a:lnTo>
                    <a:pt x="1524" y="5856"/>
                  </a:lnTo>
                  <a:lnTo>
                    <a:pt x="1564" y="5736"/>
                  </a:lnTo>
                  <a:lnTo>
                    <a:pt x="1604" y="5596"/>
                  </a:lnTo>
                  <a:lnTo>
                    <a:pt x="1685" y="5455"/>
                  </a:lnTo>
                  <a:lnTo>
                    <a:pt x="1785" y="5315"/>
                  </a:lnTo>
                  <a:lnTo>
                    <a:pt x="1885" y="5174"/>
                  </a:lnTo>
                  <a:lnTo>
                    <a:pt x="2146" y="4874"/>
                  </a:lnTo>
                  <a:lnTo>
                    <a:pt x="2467" y="4593"/>
                  </a:lnTo>
                  <a:lnTo>
                    <a:pt x="2828" y="4312"/>
                  </a:lnTo>
                  <a:lnTo>
                    <a:pt x="3249" y="4011"/>
                  </a:lnTo>
                  <a:lnTo>
                    <a:pt x="3710" y="3730"/>
                  </a:lnTo>
                  <a:lnTo>
                    <a:pt x="4212" y="3470"/>
                  </a:lnTo>
                  <a:lnTo>
                    <a:pt x="4733" y="3209"/>
                  </a:lnTo>
                  <a:lnTo>
                    <a:pt x="5294" y="2948"/>
                  </a:lnTo>
                  <a:lnTo>
                    <a:pt x="5856" y="2728"/>
                  </a:lnTo>
                  <a:lnTo>
                    <a:pt x="6458" y="2507"/>
                  </a:lnTo>
                  <a:lnTo>
                    <a:pt x="7059" y="2307"/>
                  </a:lnTo>
                  <a:lnTo>
                    <a:pt x="7681" y="2126"/>
                  </a:lnTo>
                  <a:lnTo>
                    <a:pt x="8283" y="1966"/>
                  </a:lnTo>
                  <a:lnTo>
                    <a:pt x="8864" y="1845"/>
                  </a:lnTo>
                  <a:lnTo>
                    <a:pt x="9466" y="1725"/>
                  </a:lnTo>
                  <a:lnTo>
                    <a:pt x="10128" y="1605"/>
                  </a:lnTo>
                  <a:lnTo>
                    <a:pt x="10809" y="1504"/>
                  </a:lnTo>
                  <a:lnTo>
                    <a:pt x="12273" y="1324"/>
                  </a:lnTo>
                  <a:lnTo>
                    <a:pt x="13858" y="1164"/>
                  </a:lnTo>
                  <a:lnTo>
                    <a:pt x="15542" y="1063"/>
                  </a:lnTo>
                  <a:lnTo>
                    <a:pt x="17267" y="963"/>
                  </a:lnTo>
                  <a:lnTo>
                    <a:pt x="19032" y="923"/>
                  </a:lnTo>
                  <a:lnTo>
                    <a:pt x="20837" y="903"/>
                  </a:lnTo>
                  <a:lnTo>
                    <a:pt x="21017" y="903"/>
                  </a:lnTo>
                  <a:lnTo>
                    <a:pt x="22200" y="682"/>
                  </a:lnTo>
                  <a:lnTo>
                    <a:pt x="23404" y="482"/>
                  </a:lnTo>
                  <a:lnTo>
                    <a:pt x="24587" y="321"/>
                  </a:lnTo>
                  <a:lnTo>
                    <a:pt x="25790" y="181"/>
                  </a:lnTo>
                  <a:lnTo>
                    <a:pt x="24406" y="101"/>
                  </a:lnTo>
                  <a:lnTo>
                    <a:pt x="23003" y="40"/>
                  </a:lnTo>
                  <a:lnTo>
                    <a:pt x="2155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26"/>
            <p:cNvSpPr/>
            <p:nvPr/>
          </p:nvSpPr>
          <p:spPr>
            <a:xfrm>
              <a:off x="11186375" y="4148438"/>
              <a:ext cx="987700" cy="412650"/>
            </a:xfrm>
            <a:custGeom>
              <a:avLst/>
              <a:gdLst/>
              <a:ahLst/>
              <a:cxnLst/>
              <a:rect l="l" t="t" r="r" b="b"/>
              <a:pathLst>
                <a:path w="39508" h="16506" fill="none" extrusionOk="0">
                  <a:moveTo>
                    <a:pt x="20115" y="0"/>
                  </a:moveTo>
                  <a:lnTo>
                    <a:pt x="20115" y="0"/>
                  </a:lnTo>
                  <a:lnTo>
                    <a:pt x="18149" y="20"/>
                  </a:lnTo>
                  <a:lnTo>
                    <a:pt x="16224" y="81"/>
                  </a:lnTo>
                  <a:lnTo>
                    <a:pt x="15282" y="141"/>
                  </a:lnTo>
                  <a:lnTo>
                    <a:pt x="14359" y="201"/>
                  </a:lnTo>
                  <a:lnTo>
                    <a:pt x="13457" y="261"/>
                  </a:lnTo>
                  <a:lnTo>
                    <a:pt x="12554" y="341"/>
                  </a:lnTo>
                  <a:lnTo>
                    <a:pt x="11712" y="442"/>
                  </a:lnTo>
                  <a:lnTo>
                    <a:pt x="10870" y="542"/>
                  </a:lnTo>
                  <a:lnTo>
                    <a:pt x="10087" y="662"/>
                  </a:lnTo>
                  <a:lnTo>
                    <a:pt x="9325" y="803"/>
                  </a:lnTo>
                  <a:lnTo>
                    <a:pt x="8603" y="943"/>
                  </a:lnTo>
                  <a:lnTo>
                    <a:pt x="7922" y="1103"/>
                  </a:lnTo>
                  <a:lnTo>
                    <a:pt x="7300" y="1264"/>
                  </a:lnTo>
                  <a:lnTo>
                    <a:pt x="6738" y="1444"/>
                  </a:lnTo>
                  <a:lnTo>
                    <a:pt x="6738" y="1444"/>
                  </a:lnTo>
                  <a:lnTo>
                    <a:pt x="5816" y="1765"/>
                  </a:lnTo>
                  <a:lnTo>
                    <a:pt x="4994" y="2086"/>
                  </a:lnTo>
                  <a:lnTo>
                    <a:pt x="4232" y="2407"/>
                  </a:lnTo>
                  <a:lnTo>
                    <a:pt x="3550" y="2748"/>
                  </a:lnTo>
                  <a:lnTo>
                    <a:pt x="2928" y="3069"/>
                  </a:lnTo>
                  <a:lnTo>
                    <a:pt x="2367" y="3390"/>
                  </a:lnTo>
                  <a:lnTo>
                    <a:pt x="1885" y="3710"/>
                  </a:lnTo>
                  <a:lnTo>
                    <a:pt x="1464" y="4031"/>
                  </a:lnTo>
                  <a:lnTo>
                    <a:pt x="1103" y="4332"/>
                  </a:lnTo>
                  <a:lnTo>
                    <a:pt x="802" y="4633"/>
                  </a:lnTo>
                  <a:lnTo>
                    <a:pt x="542" y="4914"/>
                  </a:lnTo>
                  <a:lnTo>
                    <a:pt x="341" y="5174"/>
                  </a:lnTo>
                  <a:lnTo>
                    <a:pt x="181" y="5415"/>
                  </a:lnTo>
                  <a:lnTo>
                    <a:pt x="80" y="5656"/>
                  </a:lnTo>
                  <a:lnTo>
                    <a:pt x="20" y="5856"/>
                  </a:lnTo>
                  <a:lnTo>
                    <a:pt x="0" y="6057"/>
                  </a:lnTo>
                  <a:lnTo>
                    <a:pt x="0" y="6057"/>
                  </a:lnTo>
                  <a:lnTo>
                    <a:pt x="20" y="621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7969" y="16425"/>
                  </a:lnTo>
                  <a:lnTo>
                    <a:pt x="18992" y="16485"/>
                  </a:lnTo>
                  <a:lnTo>
                    <a:pt x="20035" y="16505"/>
                  </a:lnTo>
                  <a:lnTo>
                    <a:pt x="20035" y="16505"/>
                  </a:lnTo>
                  <a:lnTo>
                    <a:pt x="20897" y="16485"/>
                  </a:lnTo>
                  <a:lnTo>
                    <a:pt x="21739" y="16465"/>
                  </a:lnTo>
                  <a:lnTo>
                    <a:pt x="22602" y="16405"/>
                  </a:lnTo>
                  <a:lnTo>
                    <a:pt x="23444" y="16345"/>
                  </a:lnTo>
                  <a:lnTo>
                    <a:pt x="24286" y="16265"/>
                  </a:lnTo>
                  <a:lnTo>
                    <a:pt x="25108" y="16164"/>
                  </a:lnTo>
                  <a:lnTo>
                    <a:pt x="25931" y="16044"/>
                  </a:lnTo>
                  <a:lnTo>
                    <a:pt x="26733" y="15924"/>
                  </a:lnTo>
                  <a:lnTo>
                    <a:pt x="27515" y="15803"/>
                  </a:lnTo>
                  <a:lnTo>
                    <a:pt x="28297" y="15643"/>
                  </a:lnTo>
                  <a:lnTo>
                    <a:pt x="29801" y="15342"/>
                  </a:lnTo>
                  <a:lnTo>
                    <a:pt x="31245" y="15001"/>
                  </a:lnTo>
                  <a:lnTo>
                    <a:pt x="32589" y="14660"/>
                  </a:lnTo>
                  <a:lnTo>
                    <a:pt x="33832" y="14299"/>
                  </a:lnTo>
                  <a:lnTo>
                    <a:pt x="34975" y="13958"/>
                  </a:lnTo>
                  <a:lnTo>
                    <a:pt x="35998" y="13617"/>
                  </a:lnTo>
                  <a:lnTo>
                    <a:pt x="36900" y="13317"/>
                  </a:lnTo>
                  <a:lnTo>
                    <a:pt x="38224" y="12835"/>
                  </a:lnTo>
                  <a:lnTo>
                    <a:pt x="38906" y="1257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507" y="11391"/>
                  </a:lnTo>
                  <a:lnTo>
                    <a:pt x="38645" y="11632"/>
                  </a:lnTo>
                  <a:lnTo>
                    <a:pt x="37783" y="11873"/>
                  </a:lnTo>
                  <a:lnTo>
                    <a:pt x="36920" y="12073"/>
                  </a:lnTo>
                  <a:lnTo>
                    <a:pt x="36038" y="12274"/>
                  </a:lnTo>
                  <a:lnTo>
                    <a:pt x="35176" y="12474"/>
                  </a:lnTo>
                  <a:lnTo>
                    <a:pt x="34293" y="12635"/>
                  </a:lnTo>
                  <a:lnTo>
                    <a:pt x="33411" y="12795"/>
                  </a:lnTo>
                  <a:lnTo>
                    <a:pt x="32528" y="12936"/>
                  </a:lnTo>
                  <a:lnTo>
                    <a:pt x="31626" y="13056"/>
                  </a:lnTo>
                  <a:lnTo>
                    <a:pt x="30744" y="13156"/>
                  </a:lnTo>
                  <a:lnTo>
                    <a:pt x="29841" y="13256"/>
                  </a:lnTo>
                  <a:lnTo>
                    <a:pt x="28959" y="13317"/>
                  </a:lnTo>
                  <a:lnTo>
                    <a:pt x="28056" y="13377"/>
                  </a:lnTo>
                  <a:lnTo>
                    <a:pt x="27154" y="13417"/>
                  </a:lnTo>
                  <a:lnTo>
                    <a:pt x="26251" y="13437"/>
                  </a:lnTo>
                  <a:lnTo>
                    <a:pt x="25369" y="13457"/>
                  </a:lnTo>
                  <a:lnTo>
                    <a:pt x="25369" y="13457"/>
                  </a:lnTo>
                  <a:lnTo>
                    <a:pt x="24587" y="13437"/>
                  </a:lnTo>
                  <a:lnTo>
                    <a:pt x="23825" y="13437"/>
                  </a:lnTo>
                  <a:lnTo>
                    <a:pt x="23063" y="13397"/>
                  </a:lnTo>
                  <a:lnTo>
                    <a:pt x="22281" y="13357"/>
                  </a:lnTo>
                  <a:lnTo>
                    <a:pt x="21519" y="13297"/>
                  </a:lnTo>
                  <a:lnTo>
                    <a:pt x="20756" y="13236"/>
                  </a:lnTo>
                  <a:lnTo>
                    <a:pt x="19974" y="13156"/>
                  </a:lnTo>
                  <a:lnTo>
                    <a:pt x="19212" y="13056"/>
                  </a:lnTo>
                  <a:lnTo>
                    <a:pt x="19212" y="13056"/>
                  </a:lnTo>
                  <a:lnTo>
                    <a:pt x="18410" y="12956"/>
                  </a:lnTo>
                  <a:lnTo>
                    <a:pt x="17608" y="12835"/>
                  </a:lnTo>
                  <a:lnTo>
                    <a:pt x="16806" y="12695"/>
                  </a:lnTo>
                  <a:lnTo>
                    <a:pt x="16004" y="12554"/>
                  </a:lnTo>
                  <a:lnTo>
                    <a:pt x="15201" y="12374"/>
                  </a:lnTo>
                  <a:lnTo>
                    <a:pt x="14399" y="12214"/>
                  </a:lnTo>
                  <a:lnTo>
                    <a:pt x="13617" y="12013"/>
                  </a:lnTo>
                  <a:lnTo>
                    <a:pt x="12835" y="11792"/>
                  </a:lnTo>
                  <a:lnTo>
                    <a:pt x="12835" y="11792"/>
                  </a:lnTo>
                  <a:lnTo>
                    <a:pt x="12233" y="11612"/>
                  </a:lnTo>
                  <a:lnTo>
                    <a:pt x="11592" y="11391"/>
                  </a:lnTo>
                  <a:lnTo>
                    <a:pt x="11291" y="11271"/>
                  </a:lnTo>
                  <a:lnTo>
                    <a:pt x="10970" y="11131"/>
                  </a:lnTo>
                  <a:lnTo>
                    <a:pt x="10669" y="10970"/>
                  </a:lnTo>
                  <a:lnTo>
                    <a:pt x="10388" y="10810"/>
                  </a:lnTo>
                  <a:lnTo>
                    <a:pt x="10388" y="10810"/>
                  </a:lnTo>
                  <a:lnTo>
                    <a:pt x="9566" y="10629"/>
                  </a:lnTo>
                  <a:lnTo>
                    <a:pt x="8784" y="10429"/>
                  </a:lnTo>
                  <a:lnTo>
                    <a:pt x="8784" y="10429"/>
                  </a:lnTo>
                  <a:lnTo>
                    <a:pt x="7922" y="10188"/>
                  </a:lnTo>
                  <a:lnTo>
                    <a:pt x="7119" y="9907"/>
                  </a:lnTo>
                  <a:lnTo>
                    <a:pt x="6357" y="9627"/>
                  </a:lnTo>
                  <a:lnTo>
                    <a:pt x="5635" y="9346"/>
                  </a:lnTo>
                  <a:lnTo>
                    <a:pt x="4974" y="9045"/>
                  </a:lnTo>
                  <a:lnTo>
                    <a:pt x="4372" y="8724"/>
                  </a:lnTo>
                  <a:lnTo>
                    <a:pt x="3831" y="8423"/>
                  </a:lnTo>
                  <a:lnTo>
                    <a:pt x="3329" y="8122"/>
                  </a:lnTo>
                  <a:lnTo>
                    <a:pt x="2888" y="7802"/>
                  </a:lnTo>
                  <a:lnTo>
                    <a:pt x="2507" y="7501"/>
                  </a:lnTo>
                  <a:lnTo>
                    <a:pt x="2186" y="7220"/>
                  </a:lnTo>
                  <a:lnTo>
                    <a:pt x="1925" y="6939"/>
                  </a:lnTo>
                  <a:lnTo>
                    <a:pt x="1725" y="6679"/>
                  </a:lnTo>
                  <a:lnTo>
                    <a:pt x="1584" y="6438"/>
                  </a:lnTo>
                  <a:lnTo>
                    <a:pt x="1544" y="6318"/>
                  </a:lnTo>
                  <a:lnTo>
                    <a:pt x="1504" y="6197"/>
                  </a:lnTo>
                  <a:lnTo>
                    <a:pt x="1484" y="6097"/>
                  </a:lnTo>
                  <a:lnTo>
                    <a:pt x="1504" y="5997"/>
                  </a:lnTo>
                  <a:lnTo>
                    <a:pt x="1504" y="5997"/>
                  </a:lnTo>
                  <a:lnTo>
                    <a:pt x="1524" y="5856"/>
                  </a:lnTo>
                  <a:lnTo>
                    <a:pt x="1564" y="5736"/>
                  </a:lnTo>
                  <a:lnTo>
                    <a:pt x="1604" y="5596"/>
                  </a:lnTo>
                  <a:lnTo>
                    <a:pt x="1685" y="5455"/>
                  </a:lnTo>
                  <a:lnTo>
                    <a:pt x="1785" y="5315"/>
                  </a:lnTo>
                  <a:lnTo>
                    <a:pt x="1885" y="5174"/>
                  </a:lnTo>
                  <a:lnTo>
                    <a:pt x="2146" y="4874"/>
                  </a:lnTo>
                  <a:lnTo>
                    <a:pt x="2467" y="4593"/>
                  </a:lnTo>
                  <a:lnTo>
                    <a:pt x="2828" y="4312"/>
                  </a:lnTo>
                  <a:lnTo>
                    <a:pt x="3249" y="4011"/>
                  </a:lnTo>
                  <a:lnTo>
                    <a:pt x="3710" y="3730"/>
                  </a:lnTo>
                  <a:lnTo>
                    <a:pt x="4212" y="3470"/>
                  </a:lnTo>
                  <a:lnTo>
                    <a:pt x="4733" y="3209"/>
                  </a:lnTo>
                  <a:lnTo>
                    <a:pt x="5294" y="2948"/>
                  </a:lnTo>
                  <a:lnTo>
                    <a:pt x="5856" y="2728"/>
                  </a:lnTo>
                  <a:lnTo>
                    <a:pt x="6458" y="2507"/>
                  </a:lnTo>
                  <a:lnTo>
                    <a:pt x="7059" y="2307"/>
                  </a:lnTo>
                  <a:lnTo>
                    <a:pt x="7681" y="2126"/>
                  </a:lnTo>
                  <a:lnTo>
                    <a:pt x="8283" y="1966"/>
                  </a:lnTo>
                  <a:lnTo>
                    <a:pt x="8283" y="1966"/>
                  </a:lnTo>
                  <a:lnTo>
                    <a:pt x="8864" y="1845"/>
                  </a:lnTo>
                  <a:lnTo>
                    <a:pt x="9466" y="1725"/>
                  </a:lnTo>
                  <a:lnTo>
                    <a:pt x="10128" y="1605"/>
                  </a:lnTo>
                  <a:lnTo>
                    <a:pt x="10809" y="1504"/>
                  </a:lnTo>
                  <a:lnTo>
                    <a:pt x="12273" y="1324"/>
                  </a:lnTo>
                  <a:lnTo>
                    <a:pt x="13858" y="1164"/>
                  </a:lnTo>
                  <a:lnTo>
                    <a:pt x="15542" y="1063"/>
                  </a:lnTo>
                  <a:lnTo>
                    <a:pt x="17267" y="963"/>
                  </a:lnTo>
                  <a:lnTo>
                    <a:pt x="19032" y="923"/>
                  </a:lnTo>
                  <a:lnTo>
                    <a:pt x="20837" y="903"/>
                  </a:lnTo>
                  <a:lnTo>
                    <a:pt x="20837" y="903"/>
                  </a:lnTo>
                  <a:lnTo>
                    <a:pt x="21017" y="903"/>
                  </a:lnTo>
                  <a:lnTo>
                    <a:pt x="21017" y="903"/>
                  </a:lnTo>
                  <a:lnTo>
                    <a:pt x="22200" y="682"/>
                  </a:lnTo>
                  <a:lnTo>
                    <a:pt x="23404" y="482"/>
                  </a:lnTo>
                  <a:lnTo>
                    <a:pt x="24587" y="321"/>
                  </a:lnTo>
                  <a:lnTo>
                    <a:pt x="25790" y="181"/>
                  </a:lnTo>
                  <a:lnTo>
                    <a:pt x="25790" y="181"/>
                  </a:lnTo>
                  <a:lnTo>
                    <a:pt x="24406" y="101"/>
                  </a:lnTo>
                  <a:lnTo>
                    <a:pt x="23003" y="40"/>
                  </a:lnTo>
                  <a:lnTo>
                    <a:pt x="21559" y="0"/>
                  </a:lnTo>
                  <a:lnTo>
                    <a:pt x="2011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26"/>
            <p:cNvSpPr/>
            <p:nvPr/>
          </p:nvSpPr>
          <p:spPr>
            <a:xfrm>
              <a:off x="11223475" y="4170988"/>
              <a:ext cx="943075" cy="265250"/>
            </a:xfrm>
            <a:custGeom>
              <a:avLst/>
              <a:gdLst/>
              <a:ahLst/>
              <a:cxnLst/>
              <a:rect l="l" t="t" r="r" b="b"/>
              <a:pathLst>
                <a:path w="37723" h="10610" extrusionOk="0">
                  <a:moveTo>
                    <a:pt x="18771" y="1"/>
                  </a:moveTo>
                  <a:lnTo>
                    <a:pt x="17708" y="21"/>
                  </a:lnTo>
                  <a:lnTo>
                    <a:pt x="16665" y="41"/>
                  </a:lnTo>
                  <a:lnTo>
                    <a:pt x="15623" y="81"/>
                  </a:lnTo>
                  <a:lnTo>
                    <a:pt x="14600" y="121"/>
                  </a:lnTo>
                  <a:lnTo>
                    <a:pt x="13577" y="181"/>
                  </a:lnTo>
                  <a:lnTo>
                    <a:pt x="12594" y="262"/>
                  </a:lnTo>
                  <a:lnTo>
                    <a:pt x="11652" y="342"/>
                  </a:lnTo>
                  <a:lnTo>
                    <a:pt x="10729" y="422"/>
                  </a:lnTo>
                  <a:lnTo>
                    <a:pt x="9847" y="542"/>
                  </a:lnTo>
                  <a:lnTo>
                    <a:pt x="9005" y="643"/>
                  </a:lnTo>
                  <a:lnTo>
                    <a:pt x="8222" y="783"/>
                  </a:lnTo>
                  <a:lnTo>
                    <a:pt x="7480" y="903"/>
                  </a:lnTo>
                  <a:lnTo>
                    <a:pt x="6799" y="1064"/>
                  </a:lnTo>
                  <a:lnTo>
                    <a:pt x="6197" y="1224"/>
                  </a:lnTo>
                  <a:lnTo>
                    <a:pt x="5575" y="1405"/>
                  </a:lnTo>
                  <a:lnTo>
                    <a:pt x="4974" y="1605"/>
                  </a:lnTo>
                  <a:lnTo>
                    <a:pt x="4372" y="1826"/>
                  </a:lnTo>
                  <a:lnTo>
                    <a:pt x="3810" y="2046"/>
                  </a:lnTo>
                  <a:lnTo>
                    <a:pt x="3249" y="2307"/>
                  </a:lnTo>
                  <a:lnTo>
                    <a:pt x="2728" y="2568"/>
                  </a:lnTo>
                  <a:lnTo>
                    <a:pt x="2226" y="2828"/>
                  </a:lnTo>
                  <a:lnTo>
                    <a:pt x="1765" y="3109"/>
                  </a:lnTo>
                  <a:lnTo>
                    <a:pt x="1344" y="3410"/>
                  </a:lnTo>
                  <a:lnTo>
                    <a:pt x="983" y="3691"/>
                  </a:lnTo>
                  <a:lnTo>
                    <a:pt x="662" y="3972"/>
                  </a:lnTo>
                  <a:lnTo>
                    <a:pt x="401" y="4272"/>
                  </a:lnTo>
                  <a:lnTo>
                    <a:pt x="301" y="4413"/>
                  </a:lnTo>
                  <a:lnTo>
                    <a:pt x="201" y="4553"/>
                  </a:lnTo>
                  <a:lnTo>
                    <a:pt x="120" y="4694"/>
                  </a:lnTo>
                  <a:lnTo>
                    <a:pt x="80" y="4834"/>
                  </a:lnTo>
                  <a:lnTo>
                    <a:pt x="40" y="4954"/>
                  </a:lnTo>
                  <a:lnTo>
                    <a:pt x="20" y="5095"/>
                  </a:lnTo>
                  <a:lnTo>
                    <a:pt x="0" y="5195"/>
                  </a:lnTo>
                  <a:lnTo>
                    <a:pt x="20" y="5295"/>
                  </a:lnTo>
                  <a:lnTo>
                    <a:pt x="60" y="5416"/>
                  </a:lnTo>
                  <a:lnTo>
                    <a:pt x="100" y="5536"/>
                  </a:lnTo>
                  <a:lnTo>
                    <a:pt x="241" y="5777"/>
                  </a:lnTo>
                  <a:lnTo>
                    <a:pt x="441" y="6037"/>
                  </a:lnTo>
                  <a:lnTo>
                    <a:pt x="702" y="6318"/>
                  </a:lnTo>
                  <a:lnTo>
                    <a:pt x="1023" y="6599"/>
                  </a:lnTo>
                  <a:lnTo>
                    <a:pt x="1404" y="6900"/>
                  </a:lnTo>
                  <a:lnTo>
                    <a:pt x="1845" y="7220"/>
                  </a:lnTo>
                  <a:lnTo>
                    <a:pt x="2347" y="7521"/>
                  </a:lnTo>
                  <a:lnTo>
                    <a:pt x="2888" y="7822"/>
                  </a:lnTo>
                  <a:lnTo>
                    <a:pt x="3490" y="8143"/>
                  </a:lnTo>
                  <a:lnTo>
                    <a:pt x="4151" y="8444"/>
                  </a:lnTo>
                  <a:lnTo>
                    <a:pt x="4873" y="8725"/>
                  </a:lnTo>
                  <a:lnTo>
                    <a:pt x="5635" y="9005"/>
                  </a:lnTo>
                  <a:lnTo>
                    <a:pt x="6438" y="9286"/>
                  </a:lnTo>
                  <a:lnTo>
                    <a:pt x="7300" y="9527"/>
                  </a:lnTo>
                  <a:lnTo>
                    <a:pt x="7962" y="9707"/>
                  </a:lnTo>
                  <a:lnTo>
                    <a:pt x="8664" y="9868"/>
                  </a:lnTo>
                  <a:lnTo>
                    <a:pt x="9386" y="10008"/>
                  </a:lnTo>
                  <a:lnTo>
                    <a:pt x="10128" y="10148"/>
                  </a:lnTo>
                  <a:lnTo>
                    <a:pt x="10890" y="10269"/>
                  </a:lnTo>
                  <a:lnTo>
                    <a:pt x="11672" y="10369"/>
                  </a:lnTo>
                  <a:lnTo>
                    <a:pt x="12494" y="10469"/>
                  </a:lnTo>
                  <a:lnTo>
                    <a:pt x="13336" y="10529"/>
                  </a:lnTo>
                  <a:lnTo>
                    <a:pt x="14139" y="10590"/>
                  </a:lnTo>
                  <a:lnTo>
                    <a:pt x="14981" y="10610"/>
                  </a:lnTo>
                  <a:lnTo>
                    <a:pt x="16706" y="10610"/>
                  </a:lnTo>
                  <a:lnTo>
                    <a:pt x="17608" y="10590"/>
                  </a:lnTo>
                  <a:lnTo>
                    <a:pt x="18510" y="10549"/>
                  </a:lnTo>
                  <a:lnTo>
                    <a:pt x="19433" y="10489"/>
                  </a:lnTo>
                  <a:lnTo>
                    <a:pt x="20355" y="10409"/>
                  </a:lnTo>
                  <a:lnTo>
                    <a:pt x="21278" y="10329"/>
                  </a:lnTo>
                  <a:lnTo>
                    <a:pt x="22220" y="10229"/>
                  </a:lnTo>
                  <a:lnTo>
                    <a:pt x="24086" y="9988"/>
                  </a:lnTo>
                  <a:lnTo>
                    <a:pt x="25911" y="9727"/>
                  </a:lnTo>
                  <a:lnTo>
                    <a:pt x="27695" y="9426"/>
                  </a:lnTo>
                  <a:lnTo>
                    <a:pt x="29420" y="9086"/>
                  </a:lnTo>
                  <a:lnTo>
                    <a:pt x="31024" y="8725"/>
                  </a:lnTo>
                  <a:lnTo>
                    <a:pt x="32508" y="8364"/>
                  </a:lnTo>
                  <a:lnTo>
                    <a:pt x="33852" y="8003"/>
                  </a:lnTo>
                  <a:lnTo>
                    <a:pt x="34454" y="7802"/>
                  </a:lnTo>
                  <a:lnTo>
                    <a:pt x="35015" y="7622"/>
                  </a:lnTo>
                  <a:lnTo>
                    <a:pt x="35517" y="7441"/>
                  </a:lnTo>
                  <a:lnTo>
                    <a:pt x="35978" y="7261"/>
                  </a:lnTo>
                  <a:lnTo>
                    <a:pt x="36379" y="7080"/>
                  </a:lnTo>
                  <a:lnTo>
                    <a:pt x="36720" y="6900"/>
                  </a:lnTo>
                  <a:lnTo>
                    <a:pt x="37021" y="6739"/>
                  </a:lnTo>
                  <a:lnTo>
                    <a:pt x="37241" y="6579"/>
                  </a:lnTo>
                  <a:lnTo>
                    <a:pt x="37402" y="6418"/>
                  </a:lnTo>
                  <a:lnTo>
                    <a:pt x="37522" y="6238"/>
                  </a:lnTo>
                  <a:lnTo>
                    <a:pt x="37622" y="6057"/>
                  </a:lnTo>
                  <a:lnTo>
                    <a:pt x="37683" y="5877"/>
                  </a:lnTo>
                  <a:lnTo>
                    <a:pt x="37723" y="5696"/>
                  </a:lnTo>
                  <a:lnTo>
                    <a:pt x="37703" y="5496"/>
                  </a:lnTo>
                  <a:lnTo>
                    <a:pt x="37662" y="5295"/>
                  </a:lnTo>
                  <a:lnTo>
                    <a:pt x="37602" y="5095"/>
                  </a:lnTo>
                  <a:lnTo>
                    <a:pt x="37502" y="4894"/>
                  </a:lnTo>
                  <a:lnTo>
                    <a:pt x="37382" y="4694"/>
                  </a:lnTo>
                  <a:lnTo>
                    <a:pt x="37241" y="4473"/>
                  </a:lnTo>
                  <a:lnTo>
                    <a:pt x="37061" y="4272"/>
                  </a:lnTo>
                  <a:lnTo>
                    <a:pt x="36860" y="4072"/>
                  </a:lnTo>
                  <a:lnTo>
                    <a:pt x="36640" y="3851"/>
                  </a:lnTo>
                  <a:lnTo>
                    <a:pt x="36399" y="3651"/>
                  </a:lnTo>
                  <a:lnTo>
                    <a:pt x="36138" y="3430"/>
                  </a:lnTo>
                  <a:lnTo>
                    <a:pt x="35858" y="3230"/>
                  </a:lnTo>
                  <a:lnTo>
                    <a:pt x="35577" y="3029"/>
                  </a:lnTo>
                  <a:lnTo>
                    <a:pt x="34935" y="2628"/>
                  </a:lnTo>
                  <a:lnTo>
                    <a:pt x="34233" y="2267"/>
                  </a:lnTo>
                  <a:lnTo>
                    <a:pt x="33491" y="1906"/>
                  </a:lnTo>
                  <a:lnTo>
                    <a:pt x="32709" y="1585"/>
                  </a:lnTo>
                  <a:lnTo>
                    <a:pt x="31907" y="1304"/>
                  </a:lnTo>
                  <a:lnTo>
                    <a:pt x="31085" y="1064"/>
                  </a:lnTo>
                  <a:lnTo>
                    <a:pt x="30242" y="863"/>
                  </a:lnTo>
                  <a:lnTo>
                    <a:pt x="29400" y="703"/>
                  </a:lnTo>
                  <a:lnTo>
                    <a:pt x="28477" y="542"/>
                  </a:lnTo>
                  <a:lnTo>
                    <a:pt x="27495" y="422"/>
                  </a:lnTo>
                  <a:lnTo>
                    <a:pt x="26472" y="302"/>
                  </a:lnTo>
                  <a:lnTo>
                    <a:pt x="25389" y="221"/>
                  </a:lnTo>
                  <a:lnTo>
                    <a:pt x="24266" y="141"/>
                  </a:lnTo>
                  <a:lnTo>
                    <a:pt x="23103" y="81"/>
                  </a:lnTo>
                  <a:lnTo>
                    <a:pt x="21920" y="41"/>
                  </a:lnTo>
                  <a:lnTo>
                    <a:pt x="2087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26"/>
            <p:cNvSpPr/>
            <p:nvPr/>
          </p:nvSpPr>
          <p:spPr>
            <a:xfrm>
              <a:off x="11223475" y="4170988"/>
              <a:ext cx="943075" cy="265250"/>
            </a:xfrm>
            <a:custGeom>
              <a:avLst/>
              <a:gdLst/>
              <a:ahLst/>
              <a:cxnLst/>
              <a:rect l="l" t="t" r="r" b="b"/>
              <a:pathLst>
                <a:path w="37723" h="10610" fill="none" extrusionOk="0">
                  <a:moveTo>
                    <a:pt x="37241" y="6579"/>
                  </a:moveTo>
                  <a:lnTo>
                    <a:pt x="37241" y="6579"/>
                  </a:lnTo>
                  <a:lnTo>
                    <a:pt x="37021" y="6739"/>
                  </a:lnTo>
                  <a:lnTo>
                    <a:pt x="36720" y="6900"/>
                  </a:lnTo>
                  <a:lnTo>
                    <a:pt x="36379" y="7080"/>
                  </a:lnTo>
                  <a:lnTo>
                    <a:pt x="35978" y="7261"/>
                  </a:lnTo>
                  <a:lnTo>
                    <a:pt x="35517" y="7441"/>
                  </a:lnTo>
                  <a:lnTo>
                    <a:pt x="35015" y="7622"/>
                  </a:lnTo>
                  <a:lnTo>
                    <a:pt x="34454" y="7802"/>
                  </a:lnTo>
                  <a:lnTo>
                    <a:pt x="33852" y="8003"/>
                  </a:lnTo>
                  <a:lnTo>
                    <a:pt x="32508" y="8364"/>
                  </a:lnTo>
                  <a:lnTo>
                    <a:pt x="31024" y="8725"/>
                  </a:lnTo>
                  <a:lnTo>
                    <a:pt x="29420" y="9086"/>
                  </a:lnTo>
                  <a:lnTo>
                    <a:pt x="27695" y="9426"/>
                  </a:lnTo>
                  <a:lnTo>
                    <a:pt x="25911" y="9727"/>
                  </a:lnTo>
                  <a:lnTo>
                    <a:pt x="24086" y="9988"/>
                  </a:lnTo>
                  <a:lnTo>
                    <a:pt x="22220" y="10229"/>
                  </a:lnTo>
                  <a:lnTo>
                    <a:pt x="21278" y="10329"/>
                  </a:lnTo>
                  <a:lnTo>
                    <a:pt x="20355" y="10409"/>
                  </a:lnTo>
                  <a:lnTo>
                    <a:pt x="19433" y="10489"/>
                  </a:lnTo>
                  <a:lnTo>
                    <a:pt x="18510" y="10549"/>
                  </a:lnTo>
                  <a:lnTo>
                    <a:pt x="17608" y="10590"/>
                  </a:lnTo>
                  <a:lnTo>
                    <a:pt x="16706" y="10610"/>
                  </a:lnTo>
                  <a:lnTo>
                    <a:pt x="15823" y="10610"/>
                  </a:lnTo>
                  <a:lnTo>
                    <a:pt x="14981" y="10610"/>
                  </a:lnTo>
                  <a:lnTo>
                    <a:pt x="14139" y="10590"/>
                  </a:lnTo>
                  <a:lnTo>
                    <a:pt x="13336" y="10529"/>
                  </a:lnTo>
                  <a:lnTo>
                    <a:pt x="13336" y="10529"/>
                  </a:lnTo>
                  <a:lnTo>
                    <a:pt x="12494" y="10469"/>
                  </a:lnTo>
                  <a:lnTo>
                    <a:pt x="11672" y="10369"/>
                  </a:lnTo>
                  <a:lnTo>
                    <a:pt x="10890" y="10269"/>
                  </a:lnTo>
                  <a:lnTo>
                    <a:pt x="10128" y="10148"/>
                  </a:lnTo>
                  <a:lnTo>
                    <a:pt x="9386" y="10008"/>
                  </a:lnTo>
                  <a:lnTo>
                    <a:pt x="8664" y="9868"/>
                  </a:lnTo>
                  <a:lnTo>
                    <a:pt x="7962" y="9707"/>
                  </a:lnTo>
                  <a:lnTo>
                    <a:pt x="7300" y="9527"/>
                  </a:lnTo>
                  <a:lnTo>
                    <a:pt x="7300" y="9527"/>
                  </a:lnTo>
                  <a:lnTo>
                    <a:pt x="6438" y="9286"/>
                  </a:lnTo>
                  <a:lnTo>
                    <a:pt x="5635" y="9005"/>
                  </a:lnTo>
                  <a:lnTo>
                    <a:pt x="4873" y="8725"/>
                  </a:lnTo>
                  <a:lnTo>
                    <a:pt x="4151" y="8444"/>
                  </a:lnTo>
                  <a:lnTo>
                    <a:pt x="3490" y="8143"/>
                  </a:lnTo>
                  <a:lnTo>
                    <a:pt x="2888" y="7822"/>
                  </a:lnTo>
                  <a:lnTo>
                    <a:pt x="2347" y="7521"/>
                  </a:lnTo>
                  <a:lnTo>
                    <a:pt x="1845" y="7220"/>
                  </a:lnTo>
                  <a:lnTo>
                    <a:pt x="1404" y="6900"/>
                  </a:lnTo>
                  <a:lnTo>
                    <a:pt x="1023" y="6599"/>
                  </a:lnTo>
                  <a:lnTo>
                    <a:pt x="702" y="6318"/>
                  </a:lnTo>
                  <a:lnTo>
                    <a:pt x="441" y="6037"/>
                  </a:lnTo>
                  <a:lnTo>
                    <a:pt x="241" y="5777"/>
                  </a:lnTo>
                  <a:lnTo>
                    <a:pt x="100" y="5536"/>
                  </a:lnTo>
                  <a:lnTo>
                    <a:pt x="60" y="5416"/>
                  </a:lnTo>
                  <a:lnTo>
                    <a:pt x="20" y="5295"/>
                  </a:lnTo>
                  <a:lnTo>
                    <a:pt x="0" y="5195"/>
                  </a:lnTo>
                  <a:lnTo>
                    <a:pt x="20" y="5095"/>
                  </a:lnTo>
                  <a:lnTo>
                    <a:pt x="20" y="5095"/>
                  </a:lnTo>
                  <a:lnTo>
                    <a:pt x="40" y="4954"/>
                  </a:lnTo>
                  <a:lnTo>
                    <a:pt x="80" y="4834"/>
                  </a:lnTo>
                  <a:lnTo>
                    <a:pt x="120" y="4694"/>
                  </a:lnTo>
                  <a:lnTo>
                    <a:pt x="201" y="4553"/>
                  </a:lnTo>
                  <a:lnTo>
                    <a:pt x="301" y="4413"/>
                  </a:lnTo>
                  <a:lnTo>
                    <a:pt x="401" y="4272"/>
                  </a:lnTo>
                  <a:lnTo>
                    <a:pt x="662" y="3972"/>
                  </a:lnTo>
                  <a:lnTo>
                    <a:pt x="983" y="3691"/>
                  </a:lnTo>
                  <a:lnTo>
                    <a:pt x="1344" y="3410"/>
                  </a:lnTo>
                  <a:lnTo>
                    <a:pt x="1765" y="3109"/>
                  </a:lnTo>
                  <a:lnTo>
                    <a:pt x="2226" y="2828"/>
                  </a:lnTo>
                  <a:lnTo>
                    <a:pt x="2728" y="2568"/>
                  </a:lnTo>
                  <a:lnTo>
                    <a:pt x="3249" y="2307"/>
                  </a:lnTo>
                  <a:lnTo>
                    <a:pt x="3810" y="2046"/>
                  </a:lnTo>
                  <a:lnTo>
                    <a:pt x="4372" y="1826"/>
                  </a:lnTo>
                  <a:lnTo>
                    <a:pt x="4974" y="1605"/>
                  </a:lnTo>
                  <a:lnTo>
                    <a:pt x="5575" y="1405"/>
                  </a:lnTo>
                  <a:lnTo>
                    <a:pt x="6197" y="1224"/>
                  </a:lnTo>
                  <a:lnTo>
                    <a:pt x="6799" y="1064"/>
                  </a:lnTo>
                  <a:lnTo>
                    <a:pt x="6799" y="1064"/>
                  </a:lnTo>
                  <a:lnTo>
                    <a:pt x="7480" y="903"/>
                  </a:lnTo>
                  <a:lnTo>
                    <a:pt x="8222" y="783"/>
                  </a:lnTo>
                  <a:lnTo>
                    <a:pt x="9005" y="643"/>
                  </a:lnTo>
                  <a:lnTo>
                    <a:pt x="9847" y="542"/>
                  </a:lnTo>
                  <a:lnTo>
                    <a:pt x="10729" y="422"/>
                  </a:lnTo>
                  <a:lnTo>
                    <a:pt x="11652" y="342"/>
                  </a:lnTo>
                  <a:lnTo>
                    <a:pt x="12594" y="262"/>
                  </a:lnTo>
                  <a:lnTo>
                    <a:pt x="13577" y="181"/>
                  </a:lnTo>
                  <a:lnTo>
                    <a:pt x="14600" y="121"/>
                  </a:lnTo>
                  <a:lnTo>
                    <a:pt x="15623" y="81"/>
                  </a:lnTo>
                  <a:lnTo>
                    <a:pt x="16665" y="41"/>
                  </a:lnTo>
                  <a:lnTo>
                    <a:pt x="17708" y="21"/>
                  </a:lnTo>
                  <a:lnTo>
                    <a:pt x="18771" y="1"/>
                  </a:lnTo>
                  <a:lnTo>
                    <a:pt x="19814" y="1"/>
                  </a:lnTo>
                  <a:lnTo>
                    <a:pt x="20877" y="1"/>
                  </a:lnTo>
                  <a:lnTo>
                    <a:pt x="21920" y="41"/>
                  </a:lnTo>
                  <a:lnTo>
                    <a:pt x="21920" y="41"/>
                  </a:lnTo>
                  <a:lnTo>
                    <a:pt x="21920" y="41"/>
                  </a:lnTo>
                  <a:lnTo>
                    <a:pt x="23103" y="81"/>
                  </a:lnTo>
                  <a:lnTo>
                    <a:pt x="24266" y="141"/>
                  </a:lnTo>
                  <a:lnTo>
                    <a:pt x="25389" y="221"/>
                  </a:lnTo>
                  <a:lnTo>
                    <a:pt x="26472" y="302"/>
                  </a:lnTo>
                  <a:lnTo>
                    <a:pt x="27495" y="422"/>
                  </a:lnTo>
                  <a:lnTo>
                    <a:pt x="28477" y="542"/>
                  </a:lnTo>
                  <a:lnTo>
                    <a:pt x="29400" y="703"/>
                  </a:lnTo>
                  <a:lnTo>
                    <a:pt x="30242" y="863"/>
                  </a:lnTo>
                  <a:lnTo>
                    <a:pt x="30242" y="863"/>
                  </a:lnTo>
                  <a:lnTo>
                    <a:pt x="31085" y="1064"/>
                  </a:lnTo>
                  <a:lnTo>
                    <a:pt x="31907" y="1304"/>
                  </a:lnTo>
                  <a:lnTo>
                    <a:pt x="32709" y="1585"/>
                  </a:lnTo>
                  <a:lnTo>
                    <a:pt x="33491" y="1906"/>
                  </a:lnTo>
                  <a:lnTo>
                    <a:pt x="34233" y="2267"/>
                  </a:lnTo>
                  <a:lnTo>
                    <a:pt x="34935" y="2628"/>
                  </a:lnTo>
                  <a:lnTo>
                    <a:pt x="35577" y="3029"/>
                  </a:lnTo>
                  <a:lnTo>
                    <a:pt x="35858" y="3230"/>
                  </a:lnTo>
                  <a:lnTo>
                    <a:pt x="36138" y="3430"/>
                  </a:lnTo>
                  <a:lnTo>
                    <a:pt x="36399" y="3651"/>
                  </a:lnTo>
                  <a:lnTo>
                    <a:pt x="36640" y="3851"/>
                  </a:lnTo>
                  <a:lnTo>
                    <a:pt x="36860" y="4072"/>
                  </a:lnTo>
                  <a:lnTo>
                    <a:pt x="37061" y="4272"/>
                  </a:lnTo>
                  <a:lnTo>
                    <a:pt x="37241" y="4473"/>
                  </a:lnTo>
                  <a:lnTo>
                    <a:pt x="37382" y="4694"/>
                  </a:lnTo>
                  <a:lnTo>
                    <a:pt x="37502" y="4894"/>
                  </a:lnTo>
                  <a:lnTo>
                    <a:pt x="37602" y="5095"/>
                  </a:lnTo>
                  <a:lnTo>
                    <a:pt x="37662" y="5295"/>
                  </a:lnTo>
                  <a:lnTo>
                    <a:pt x="37703" y="5496"/>
                  </a:lnTo>
                  <a:lnTo>
                    <a:pt x="37723" y="5696"/>
                  </a:lnTo>
                  <a:lnTo>
                    <a:pt x="37683" y="5877"/>
                  </a:lnTo>
                  <a:lnTo>
                    <a:pt x="37622" y="6057"/>
                  </a:lnTo>
                  <a:lnTo>
                    <a:pt x="37522" y="6238"/>
                  </a:lnTo>
                  <a:lnTo>
                    <a:pt x="37402" y="6418"/>
                  </a:lnTo>
                  <a:lnTo>
                    <a:pt x="37241" y="657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26"/>
            <p:cNvSpPr/>
            <p:nvPr/>
          </p:nvSpPr>
          <p:spPr>
            <a:xfrm>
              <a:off x="11405950" y="4171988"/>
              <a:ext cx="759600" cy="264250"/>
            </a:xfrm>
            <a:custGeom>
              <a:avLst/>
              <a:gdLst/>
              <a:ahLst/>
              <a:cxnLst/>
              <a:rect l="l" t="t" r="r" b="b"/>
              <a:pathLst>
                <a:path w="30384" h="10570" extrusionOk="0">
                  <a:moveTo>
                    <a:pt x="14621" y="1"/>
                  </a:moveTo>
                  <a:lnTo>
                    <a:pt x="15423" y="121"/>
                  </a:lnTo>
                  <a:lnTo>
                    <a:pt x="16225" y="282"/>
                  </a:lnTo>
                  <a:lnTo>
                    <a:pt x="17067" y="442"/>
                  </a:lnTo>
                  <a:lnTo>
                    <a:pt x="17569" y="242"/>
                  </a:lnTo>
                  <a:lnTo>
                    <a:pt x="17789" y="161"/>
                  </a:lnTo>
                  <a:lnTo>
                    <a:pt x="16245" y="61"/>
                  </a:lnTo>
                  <a:lnTo>
                    <a:pt x="14621" y="1"/>
                  </a:lnTo>
                  <a:close/>
                  <a:moveTo>
                    <a:pt x="20396" y="402"/>
                  </a:moveTo>
                  <a:lnTo>
                    <a:pt x="19033" y="923"/>
                  </a:lnTo>
                  <a:lnTo>
                    <a:pt x="19434" y="1044"/>
                  </a:lnTo>
                  <a:lnTo>
                    <a:pt x="19795" y="1184"/>
                  </a:lnTo>
                  <a:lnTo>
                    <a:pt x="20176" y="1345"/>
                  </a:lnTo>
                  <a:lnTo>
                    <a:pt x="20517" y="1545"/>
                  </a:lnTo>
                  <a:lnTo>
                    <a:pt x="20858" y="1746"/>
                  </a:lnTo>
                  <a:lnTo>
                    <a:pt x="21178" y="1966"/>
                  </a:lnTo>
                  <a:lnTo>
                    <a:pt x="21479" y="2227"/>
                  </a:lnTo>
                  <a:lnTo>
                    <a:pt x="21740" y="2508"/>
                  </a:lnTo>
                  <a:lnTo>
                    <a:pt x="21900" y="2668"/>
                  </a:lnTo>
                  <a:lnTo>
                    <a:pt x="22021" y="2849"/>
                  </a:lnTo>
                  <a:lnTo>
                    <a:pt x="22141" y="3049"/>
                  </a:lnTo>
                  <a:lnTo>
                    <a:pt x="22241" y="3230"/>
                  </a:lnTo>
                  <a:lnTo>
                    <a:pt x="22342" y="3430"/>
                  </a:lnTo>
                  <a:lnTo>
                    <a:pt x="22402" y="3631"/>
                  </a:lnTo>
                  <a:lnTo>
                    <a:pt x="22462" y="3851"/>
                  </a:lnTo>
                  <a:lnTo>
                    <a:pt x="22522" y="4052"/>
                  </a:lnTo>
                  <a:lnTo>
                    <a:pt x="22542" y="4273"/>
                  </a:lnTo>
                  <a:lnTo>
                    <a:pt x="22562" y="4473"/>
                  </a:lnTo>
                  <a:lnTo>
                    <a:pt x="22542" y="4694"/>
                  </a:lnTo>
                  <a:lnTo>
                    <a:pt x="22522" y="4914"/>
                  </a:lnTo>
                  <a:lnTo>
                    <a:pt x="22462" y="5115"/>
                  </a:lnTo>
                  <a:lnTo>
                    <a:pt x="22402" y="5335"/>
                  </a:lnTo>
                  <a:lnTo>
                    <a:pt x="22302" y="5536"/>
                  </a:lnTo>
                  <a:lnTo>
                    <a:pt x="22201" y="5737"/>
                  </a:lnTo>
                  <a:lnTo>
                    <a:pt x="22201" y="5737"/>
                  </a:lnTo>
                  <a:lnTo>
                    <a:pt x="22342" y="5716"/>
                  </a:lnTo>
                  <a:lnTo>
                    <a:pt x="24608" y="5576"/>
                  </a:lnTo>
                  <a:lnTo>
                    <a:pt x="26734" y="5436"/>
                  </a:lnTo>
                  <a:lnTo>
                    <a:pt x="28679" y="5335"/>
                  </a:lnTo>
                  <a:lnTo>
                    <a:pt x="30384" y="5275"/>
                  </a:lnTo>
                  <a:lnTo>
                    <a:pt x="30323" y="5115"/>
                  </a:lnTo>
                  <a:lnTo>
                    <a:pt x="30263" y="4954"/>
                  </a:lnTo>
                  <a:lnTo>
                    <a:pt x="30183" y="4794"/>
                  </a:lnTo>
                  <a:lnTo>
                    <a:pt x="30083" y="4634"/>
                  </a:lnTo>
                  <a:lnTo>
                    <a:pt x="29822" y="4313"/>
                  </a:lnTo>
                  <a:lnTo>
                    <a:pt x="29521" y="3972"/>
                  </a:lnTo>
                  <a:lnTo>
                    <a:pt x="29160" y="3651"/>
                  </a:lnTo>
                  <a:lnTo>
                    <a:pt x="28759" y="3330"/>
                  </a:lnTo>
                  <a:lnTo>
                    <a:pt x="28298" y="3009"/>
                  </a:lnTo>
                  <a:lnTo>
                    <a:pt x="27796" y="2688"/>
                  </a:lnTo>
                  <a:lnTo>
                    <a:pt x="27275" y="2407"/>
                  </a:lnTo>
                  <a:lnTo>
                    <a:pt x="26714" y="2107"/>
                  </a:lnTo>
                  <a:lnTo>
                    <a:pt x="26112" y="1846"/>
                  </a:lnTo>
                  <a:lnTo>
                    <a:pt x="25510" y="1585"/>
                  </a:lnTo>
                  <a:lnTo>
                    <a:pt x="24889" y="1365"/>
                  </a:lnTo>
                  <a:lnTo>
                    <a:pt x="24247" y="1164"/>
                  </a:lnTo>
                  <a:lnTo>
                    <a:pt x="23605" y="964"/>
                  </a:lnTo>
                  <a:lnTo>
                    <a:pt x="22943" y="823"/>
                  </a:lnTo>
                  <a:lnTo>
                    <a:pt x="22362" y="703"/>
                  </a:lnTo>
                  <a:lnTo>
                    <a:pt x="21740" y="603"/>
                  </a:lnTo>
                  <a:lnTo>
                    <a:pt x="21078" y="502"/>
                  </a:lnTo>
                  <a:lnTo>
                    <a:pt x="20396" y="402"/>
                  </a:lnTo>
                  <a:close/>
                  <a:moveTo>
                    <a:pt x="29962" y="6499"/>
                  </a:moveTo>
                  <a:lnTo>
                    <a:pt x="26373" y="6679"/>
                  </a:lnTo>
                  <a:lnTo>
                    <a:pt x="22502" y="6880"/>
                  </a:lnTo>
                  <a:lnTo>
                    <a:pt x="22302" y="6880"/>
                  </a:lnTo>
                  <a:lnTo>
                    <a:pt x="21860" y="6920"/>
                  </a:lnTo>
                  <a:lnTo>
                    <a:pt x="20878" y="6960"/>
                  </a:lnTo>
                  <a:lnTo>
                    <a:pt x="20838" y="6960"/>
                  </a:lnTo>
                  <a:lnTo>
                    <a:pt x="20497" y="7160"/>
                  </a:lnTo>
                  <a:lnTo>
                    <a:pt x="20136" y="7321"/>
                  </a:lnTo>
                  <a:lnTo>
                    <a:pt x="19775" y="7481"/>
                  </a:lnTo>
                  <a:lnTo>
                    <a:pt x="19434" y="7622"/>
                  </a:lnTo>
                  <a:lnTo>
                    <a:pt x="18692" y="7882"/>
                  </a:lnTo>
                  <a:lnTo>
                    <a:pt x="17950" y="8123"/>
                  </a:lnTo>
                  <a:lnTo>
                    <a:pt x="17188" y="8324"/>
                  </a:lnTo>
                  <a:lnTo>
                    <a:pt x="16426" y="8504"/>
                  </a:lnTo>
                  <a:lnTo>
                    <a:pt x="15664" y="8644"/>
                  </a:lnTo>
                  <a:lnTo>
                    <a:pt x="14901" y="8785"/>
                  </a:lnTo>
                  <a:lnTo>
                    <a:pt x="13357" y="9025"/>
                  </a:lnTo>
                  <a:lnTo>
                    <a:pt x="12375" y="9166"/>
                  </a:lnTo>
                  <a:lnTo>
                    <a:pt x="11392" y="9286"/>
                  </a:lnTo>
                  <a:lnTo>
                    <a:pt x="10409" y="9366"/>
                  </a:lnTo>
                  <a:lnTo>
                    <a:pt x="9427" y="9447"/>
                  </a:lnTo>
                  <a:lnTo>
                    <a:pt x="8444" y="9507"/>
                  </a:lnTo>
                  <a:lnTo>
                    <a:pt x="7461" y="9567"/>
                  </a:lnTo>
                  <a:lnTo>
                    <a:pt x="6479" y="9587"/>
                  </a:lnTo>
                  <a:lnTo>
                    <a:pt x="4172" y="9587"/>
                  </a:lnTo>
                  <a:lnTo>
                    <a:pt x="2869" y="9527"/>
                  </a:lnTo>
                  <a:lnTo>
                    <a:pt x="1545" y="9467"/>
                  </a:lnTo>
                  <a:lnTo>
                    <a:pt x="242" y="9346"/>
                  </a:lnTo>
                  <a:lnTo>
                    <a:pt x="222" y="9346"/>
                  </a:lnTo>
                  <a:lnTo>
                    <a:pt x="141" y="9366"/>
                  </a:lnTo>
                  <a:lnTo>
                    <a:pt x="81" y="9386"/>
                  </a:lnTo>
                  <a:lnTo>
                    <a:pt x="41" y="9427"/>
                  </a:lnTo>
                  <a:lnTo>
                    <a:pt x="1" y="9487"/>
                  </a:lnTo>
                  <a:lnTo>
                    <a:pt x="663" y="9667"/>
                  </a:lnTo>
                  <a:lnTo>
                    <a:pt x="1365" y="9828"/>
                  </a:lnTo>
                  <a:lnTo>
                    <a:pt x="2087" y="9968"/>
                  </a:lnTo>
                  <a:lnTo>
                    <a:pt x="2829" y="10108"/>
                  </a:lnTo>
                  <a:lnTo>
                    <a:pt x="3591" y="10229"/>
                  </a:lnTo>
                  <a:lnTo>
                    <a:pt x="4373" y="10329"/>
                  </a:lnTo>
                  <a:lnTo>
                    <a:pt x="5195" y="10429"/>
                  </a:lnTo>
                  <a:lnTo>
                    <a:pt x="6037" y="10489"/>
                  </a:lnTo>
                  <a:lnTo>
                    <a:pt x="7261" y="10550"/>
                  </a:lnTo>
                  <a:lnTo>
                    <a:pt x="8524" y="10570"/>
                  </a:lnTo>
                  <a:lnTo>
                    <a:pt x="9326" y="10570"/>
                  </a:lnTo>
                  <a:lnTo>
                    <a:pt x="10128" y="10550"/>
                  </a:lnTo>
                  <a:lnTo>
                    <a:pt x="10951" y="10509"/>
                  </a:lnTo>
                  <a:lnTo>
                    <a:pt x="11773" y="10469"/>
                  </a:lnTo>
                  <a:lnTo>
                    <a:pt x="13458" y="10329"/>
                  </a:lnTo>
                  <a:lnTo>
                    <a:pt x="15142" y="10169"/>
                  </a:lnTo>
                  <a:lnTo>
                    <a:pt x="16847" y="9948"/>
                  </a:lnTo>
                  <a:lnTo>
                    <a:pt x="18511" y="9707"/>
                  </a:lnTo>
                  <a:lnTo>
                    <a:pt x="20136" y="9427"/>
                  </a:lnTo>
                  <a:lnTo>
                    <a:pt x="21700" y="9126"/>
                  </a:lnTo>
                  <a:lnTo>
                    <a:pt x="23184" y="8825"/>
                  </a:lnTo>
                  <a:lnTo>
                    <a:pt x="24568" y="8484"/>
                  </a:lnTo>
                  <a:lnTo>
                    <a:pt x="25851" y="8163"/>
                  </a:lnTo>
                  <a:lnTo>
                    <a:pt x="26994" y="7822"/>
                  </a:lnTo>
                  <a:lnTo>
                    <a:pt x="27997" y="7481"/>
                  </a:lnTo>
                  <a:lnTo>
                    <a:pt x="28438" y="7321"/>
                  </a:lnTo>
                  <a:lnTo>
                    <a:pt x="28839" y="7140"/>
                  </a:lnTo>
                  <a:lnTo>
                    <a:pt x="29180" y="7000"/>
                  </a:lnTo>
                  <a:lnTo>
                    <a:pt x="29481" y="6840"/>
                  </a:lnTo>
                  <a:lnTo>
                    <a:pt x="29742" y="6679"/>
                  </a:lnTo>
                  <a:lnTo>
                    <a:pt x="29942" y="6539"/>
                  </a:lnTo>
                  <a:lnTo>
                    <a:pt x="29962" y="6499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26"/>
            <p:cNvSpPr/>
            <p:nvPr/>
          </p:nvSpPr>
          <p:spPr>
            <a:xfrm>
              <a:off x="11405950" y="4334438"/>
              <a:ext cx="749075" cy="101800"/>
            </a:xfrm>
            <a:custGeom>
              <a:avLst/>
              <a:gdLst/>
              <a:ahLst/>
              <a:cxnLst/>
              <a:rect l="l" t="t" r="r" b="b"/>
              <a:pathLst>
                <a:path w="29963" h="4072" fill="none" extrusionOk="0">
                  <a:moveTo>
                    <a:pt x="29962" y="1"/>
                  </a:moveTo>
                  <a:lnTo>
                    <a:pt x="29962" y="1"/>
                  </a:lnTo>
                  <a:lnTo>
                    <a:pt x="26373" y="181"/>
                  </a:lnTo>
                  <a:lnTo>
                    <a:pt x="26373" y="181"/>
                  </a:lnTo>
                  <a:lnTo>
                    <a:pt x="22502" y="382"/>
                  </a:lnTo>
                  <a:lnTo>
                    <a:pt x="22502" y="382"/>
                  </a:lnTo>
                  <a:lnTo>
                    <a:pt x="22342" y="382"/>
                  </a:lnTo>
                  <a:lnTo>
                    <a:pt x="22342" y="382"/>
                  </a:lnTo>
                  <a:lnTo>
                    <a:pt x="22302" y="382"/>
                  </a:lnTo>
                  <a:lnTo>
                    <a:pt x="22302" y="382"/>
                  </a:lnTo>
                  <a:lnTo>
                    <a:pt x="21860" y="422"/>
                  </a:lnTo>
                  <a:lnTo>
                    <a:pt x="21860" y="422"/>
                  </a:lnTo>
                  <a:lnTo>
                    <a:pt x="20878" y="462"/>
                  </a:lnTo>
                  <a:lnTo>
                    <a:pt x="20878" y="462"/>
                  </a:lnTo>
                  <a:lnTo>
                    <a:pt x="20838" y="462"/>
                  </a:lnTo>
                  <a:lnTo>
                    <a:pt x="20838" y="462"/>
                  </a:lnTo>
                  <a:lnTo>
                    <a:pt x="20497" y="662"/>
                  </a:lnTo>
                  <a:lnTo>
                    <a:pt x="20136" y="823"/>
                  </a:lnTo>
                  <a:lnTo>
                    <a:pt x="19775" y="983"/>
                  </a:lnTo>
                  <a:lnTo>
                    <a:pt x="19434" y="1124"/>
                  </a:lnTo>
                  <a:lnTo>
                    <a:pt x="19434" y="1124"/>
                  </a:lnTo>
                  <a:lnTo>
                    <a:pt x="18692" y="1384"/>
                  </a:lnTo>
                  <a:lnTo>
                    <a:pt x="17950" y="1625"/>
                  </a:lnTo>
                  <a:lnTo>
                    <a:pt x="17188" y="1826"/>
                  </a:lnTo>
                  <a:lnTo>
                    <a:pt x="16426" y="2006"/>
                  </a:lnTo>
                  <a:lnTo>
                    <a:pt x="15664" y="2146"/>
                  </a:lnTo>
                  <a:lnTo>
                    <a:pt x="14901" y="2287"/>
                  </a:lnTo>
                  <a:lnTo>
                    <a:pt x="13357" y="2527"/>
                  </a:lnTo>
                  <a:lnTo>
                    <a:pt x="13357" y="2527"/>
                  </a:lnTo>
                  <a:lnTo>
                    <a:pt x="12375" y="2668"/>
                  </a:lnTo>
                  <a:lnTo>
                    <a:pt x="11392" y="2788"/>
                  </a:lnTo>
                  <a:lnTo>
                    <a:pt x="10409" y="2868"/>
                  </a:lnTo>
                  <a:lnTo>
                    <a:pt x="9427" y="2949"/>
                  </a:lnTo>
                  <a:lnTo>
                    <a:pt x="8444" y="3009"/>
                  </a:lnTo>
                  <a:lnTo>
                    <a:pt x="7461" y="3069"/>
                  </a:lnTo>
                  <a:lnTo>
                    <a:pt x="6479" y="3089"/>
                  </a:lnTo>
                  <a:lnTo>
                    <a:pt x="5496" y="3089"/>
                  </a:lnTo>
                  <a:lnTo>
                    <a:pt x="5496" y="3089"/>
                  </a:lnTo>
                  <a:lnTo>
                    <a:pt x="4172" y="3089"/>
                  </a:lnTo>
                  <a:lnTo>
                    <a:pt x="2869" y="3029"/>
                  </a:lnTo>
                  <a:lnTo>
                    <a:pt x="1545" y="2969"/>
                  </a:lnTo>
                  <a:lnTo>
                    <a:pt x="242" y="2848"/>
                  </a:lnTo>
                  <a:lnTo>
                    <a:pt x="242" y="2848"/>
                  </a:lnTo>
                  <a:lnTo>
                    <a:pt x="222" y="2848"/>
                  </a:lnTo>
                  <a:lnTo>
                    <a:pt x="222" y="2848"/>
                  </a:lnTo>
                  <a:lnTo>
                    <a:pt x="141" y="2868"/>
                  </a:lnTo>
                  <a:lnTo>
                    <a:pt x="81" y="2888"/>
                  </a:lnTo>
                  <a:lnTo>
                    <a:pt x="41" y="2929"/>
                  </a:lnTo>
                  <a:lnTo>
                    <a:pt x="1" y="2989"/>
                  </a:lnTo>
                  <a:lnTo>
                    <a:pt x="1" y="2989"/>
                  </a:lnTo>
                  <a:lnTo>
                    <a:pt x="663" y="3169"/>
                  </a:lnTo>
                  <a:lnTo>
                    <a:pt x="1365" y="3330"/>
                  </a:lnTo>
                  <a:lnTo>
                    <a:pt x="2087" y="3470"/>
                  </a:lnTo>
                  <a:lnTo>
                    <a:pt x="2829" y="3610"/>
                  </a:lnTo>
                  <a:lnTo>
                    <a:pt x="3591" y="3731"/>
                  </a:lnTo>
                  <a:lnTo>
                    <a:pt x="4373" y="3831"/>
                  </a:lnTo>
                  <a:lnTo>
                    <a:pt x="5195" y="3931"/>
                  </a:lnTo>
                  <a:lnTo>
                    <a:pt x="6037" y="3991"/>
                  </a:lnTo>
                  <a:lnTo>
                    <a:pt x="6037" y="3991"/>
                  </a:lnTo>
                  <a:lnTo>
                    <a:pt x="7261" y="4052"/>
                  </a:lnTo>
                  <a:lnTo>
                    <a:pt x="8524" y="4072"/>
                  </a:lnTo>
                  <a:lnTo>
                    <a:pt x="8524" y="4072"/>
                  </a:lnTo>
                  <a:lnTo>
                    <a:pt x="9326" y="4072"/>
                  </a:lnTo>
                  <a:lnTo>
                    <a:pt x="10128" y="4052"/>
                  </a:lnTo>
                  <a:lnTo>
                    <a:pt x="10951" y="4011"/>
                  </a:lnTo>
                  <a:lnTo>
                    <a:pt x="11773" y="3971"/>
                  </a:lnTo>
                  <a:lnTo>
                    <a:pt x="13458" y="3831"/>
                  </a:lnTo>
                  <a:lnTo>
                    <a:pt x="15142" y="3671"/>
                  </a:lnTo>
                  <a:lnTo>
                    <a:pt x="16847" y="3450"/>
                  </a:lnTo>
                  <a:lnTo>
                    <a:pt x="18511" y="3209"/>
                  </a:lnTo>
                  <a:lnTo>
                    <a:pt x="20136" y="2929"/>
                  </a:lnTo>
                  <a:lnTo>
                    <a:pt x="21700" y="2628"/>
                  </a:lnTo>
                  <a:lnTo>
                    <a:pt x="23184" y="2327"/>
                  </a:lnTo>
                  <a:lnTo>
                    <a:pt x="24568" y="1986"/>
                  </a:lnTo>
                  <a:lnTo>
                    <a:pt x="25851" y="1665"/>
                  </a:lnTo>
                  <a:lnTo>
                    <a:pt x="26994" y="1324"/>
                  </a:lnTo>
                  <a:lnTo>
                    <a:pt x="27997" y="983"/>
                  </a:lnTo>
                  <a:lnTo>
                    <a:pt x="28438" y="823"/>
                  </a:lnTo>
                  <a:lnTo>
                    <a:pt x="28839" y="642"/>
                  </a:lnTo>
                  <a:lnTo>
                    <a:pt x="29180" y="502"/>
                  </a:lnTo>
                  <a:lnTo>
                    <a:pt x="29481" y="342"/>
                  </a:lnTo>
                  <a:lnTo>
                    <a:pt x="29742" y="181"/>
                  </a:lnTo>
                  <a:lnTo>
                    <a:pt x="29942" y="41"/>
                  </a:lnTo>
                  <a:lnTo>
                    <a:pt x="29942" y="41"/>
                  </a:lnTo>
                  <a:lnTo>
                    <a:pt x="299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26"/>
            <p:cNvSpPr/>
            <p:nvPr/>
          </p:nvSpPr>
          <p:spPr>
            <a:xfrm>
              <a:off x="11881750" y="4182013"/>
              <a:ext cx="283800" cy="133400"/>
            </a:xfrm>
            <a:custGeom>
              <a:avLst/>
              <a:gdLst/>
              <a:ahLst/>
              <a:cxnLst/>
              <a:rect l="l" t="t" r="r" b="b"/>
              <a:pathLst>
                <a:path w="11352" h="5336" fill="none" extrusionOk="0">
                  <a:moveTo>
                    <a:pt x="1364" y="1"/>
                  </a:moveTo>
                  <a:lnTo>
                    <a:pt x="1364" y="1"/>
                  </a:lnTo>
                  <a:lnTo>
                    <a:pt x="1" y="522"/>
                  </a:lnTo>
                  <a:lnTo>
                    <a:pt x="1" y="522"/>
                  </a:lnTo>
                  <a:lnTo>
                    <a:pt x="402" y="643"/>
                  </a:lnTo>
                  <a:lnTo>
                    <a:pt x="763" y="783"/>
                  </a:lnTo>
                  <a:lnTo>
                    <a:pt x="1144" y="944"/>
                  </a:lnTo>
                  <a:lnTo>
                    <a:pt x="1485" y="1144"/>
                  </a:lnTo>
                  <a:lnTo>
                    <a:pt x="1826" y="1345"/>
                  </a:lnTo>
                  <a:lnTo>
                    <a:pt x="2146" y="1565"/>
                  </a:lnTo>
                  <a:lnTo>
                    <a:pt x="2447" y="1826"/>
                  </a:lnTo>
                  <a:lnTo>
                    <a:pt x="2708" y="2107"/>
                  </a:lnTo>
                  <a:lnTo>
                    <a:pt x="2708" y="2107"/>
                  </a:lnTo>
                  <a:lnTo>
                    <a:pt x="2868" y="2267"/>
                  </a:lnTo>
                  <a:lnTo>
                    <a:pt x="2989" y="2448"/>
                  </a:lnTo>
                  <a:lnTo>
                    <a:pt x="3109" y="2648"/>
                  </a:lnTo>
                  <a:lnTo>
                    <a:pt x="3209" y="2829"/>
                  </a:lnTo>
                  <a:lnTo>
                    <a:pt x="3310" y="3029"/>
                  </a:lnTo>
                  <a:lnTo>
                    <a:pt x="3370" y="3230"/>
                  </a:lnTo>
                  <a:lnTo>
                    <a:pt x="3430" y="3450"/>
                  </a:lnTo>
                  <a:lnTo>
                    <a:pt x="3490" y="3651"/>
                  </a:lnTo>
                  <a:lnTo>
                    <a:pt x="3510" y="3872"/>
                  </a:lnTo>
                  <a:lnTo>
                    <a:pt x="3530" y="4072"/>
                  </a:lnTo>
                  <a:lnTo>
                    <a:pt x="3510" y="4293"/>
                  </a:lnTo>
                  <a:lnTo>
                    <a:pt x="3490" y="4513"/>
                  </a:lnTo>
                  <a:lnTo>
                    <a:pt x="3430" y="4714"/>
                  </a:lnTo>
                  <a:lnTo>
                    <a:pt x="3370" y="4934"/>
                  </a:lnTo>
                  <a:lnTo>
                    <a:pt x="3270" y="5135"/>
                  </a:lnTo>
                  <a:lnTo>
                    <a:pt x="3169" y="5336"/>
                  </a:lnTo>
                  <a:lnTo>
                    <a:pt x="3169" y="5336"/>
                  </a:lnTo>
                  <a:lnTo>
                    <a:pt x="3310" y="5315"/>
                  </a:lnTo>
                  <a:lnTo>
                    <a:pt x="3310" y="5315"/>
                  </a:lnTo>
                  <a:lnTo>
                    <a:pt x="5576" y="5175"/>
                  </a:lnTo>
                  <a:lnTo>
                    <a:pt x="7702" y="5035"/>
                  </a:lnTo>
                  <a:lnTo>
                    <a:pt x="9647" y="4934"/>
                  </a:lnTo>
                  <a:lnTo>
                    <a:pt x="11352" y="4874"/>
                  </a:lnTo>
                  <a:lnTo>
                    <a:pt x="11352" y="4874"/>
                  </a:lnTo>
                  <a:lnTo>
                    <a:pt x="11291" y="4714"/>
                  </a:lnTo>
                  <a:lnTo>
                    <a:pt x="11231" y="4553"/>
                  </a:lnTo>
                  <a:lnTo>
                    <a:pt x="11151" y="4393"/>
                  </a:lnTo>
                  <a:lnTo>
                    <a:pt x="11051" y="4233"/>
                  </a:lnTo>
                  <a:lnTo>
                    <a:pt x="10790" y="3912"/>
                  </a:lnTo>
                  <a:lnTo>
                    <a:pt x="10489" y="3571"/>
                  </a:lnTo>
                  <a:lnTo>
                    <a:pt x="10128" y="3250"/>
                  </a:lnTo>
                  <a:lnTo>
                    <a:pt x="9727" y="2929"/>
                  </a:lnTo>
                  <a:lnTo>
                    <a:pt x="9266" y="2608"/>
                  </a:lnTo>
                  <a:lnTo>
                    <a:pt x="8764" y="2287"/>
                  </a:lnTo>
                  <a:lnTo>
                    <a:pt x="8243" y="2006"/>
                  </a:lnTo>
                  <a:lnTo>
                    <a:pt x="7682" y="1706"/>
                  </a:lnTo>
                  <a:lnTo>
                    <a:pt x="7080" y="1445"/>
                  </a:lnTo>
                  <a:lnTo>
                    <a:pt x="6478" y="1184"/>
                  </a:lnTo>
                  <a:lnTo>
                    <a:pt x="5857" y="964"/>
                  </a:lnTo>
                  <a:lnTo>
                    <a:pt x="5215" y="763"/>
                  </a:lnTo>
                  <a:lnTo>
                    <a:pt x="4573" y="563"/>
                  </a:lnTo>
                  <a:lnTo>
                    <a:pt x="3911" y="422"/>
                  </a:lnTo>
                  <a:lnTo>
                    <a:pt x="3911" y="422"/>
                  </a:lnTo>
                  <a:lnTo>
                    <a:pt x="3330" y="302"/>
                  </a:lnTo>
                  <a:lnTo>
                    <a:pt x="2708" y="202"/>
                  </a:lnTo>
                  <a:lnTo>
                    <a:pt x="2046" y="101"/>
                  </a:lnTo>
                  <a:lnTo>
                    <a:pt x="13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26"/>
            <p:cNvSpPr/>
            <p:nvPr/>
          </p:nvSpPr>
          <p:spPr>
            <a:xfrm>
              <a:off x="11771450" y="4171988"/>
              <a:ext cx="79250" cy="11075"/>
            </a:xfrm>
            <a:custGeom>
              <a:avLst/>
              <a:gdLst/>
              <a:ahLst/>
              <a:cxnLst/>
              <a:rect l="l" t="t" r="r" b="b"/>
              <a:pathLst>
                <a:path w="3170" h="443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803" y="121"/>
                  </a:lnTo>
                  <a:lnTo>
                    <a:pt x="1605" y="282"/>
                  </a:lnTo>
                  <a:lnTo>
                    <a:pt x="1605" y="282"/>
                  </a:lnTo>
                  <a:lnTo>
                    <a:pt x="2447" y="442"/>
                  </a:lnTo>
                  <a:lnTo>
                    <a:pt x="2447" y="442"/>
                  </a:lnTo>
                  <a:lnTo>
                    <a:pt x="2949" y="242"/>
                  </a:lnTo>
                  <a:lnTo>
                    <a:pt x="2949" y="242"/>
                  </a:lnTo>
                  <a:lnTo>
                    <a:pt x="3169" y="161"/>
                  </a:lnTo>
                  <a:lnTo>
                    <a:pt x="3169" y="161"/>
                  </a:lnTo>
                  <a:lnTo>
                    <a:pt x="1625" y="6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26"/>
            <p:cNvSpPr/>
            <p:nvPr/>
          </p:nvSpPr>
          <p:spPr>
            <a:xfrm>
              <a:off x="11246025" y="4817763"/>
              <a:ext cx="920525" cy="297325"/>
            </a:xfrm>
            <a:custGeom>
              <a:avLst/>
              <a:gdLst/>
              <a:ahLst/>
              <a:cxnLst/>
              <a:rect l="l" t="t" r="r" b="b"/>
              <a:pathLst>
                <a:path w="36821" h="11893" extrusionOk="0">
                  <a:moveTo>
                    <a:pt x="2467" y="0"/>
                  </a:moveTo>
                  <a:lnTo>
                    <a:pt x="1886" y="381"/>
                  </a:lnTo>
                  <a:lnTo>
                    <a:pt x="1384" y="742"/>
                  </a:lnTo>
                  <a:lnTo>
                    <a:pt x="963" y="1103"/>
                  </a:lnTo>
                  <a:lnTo>
                    <a:pt x="602" y="1444"/>
                  </a:lnTo>
                  <a:lnTo>
                    <a:pt x="321" y="1745"/>
                  </a:lnTo>
                  <a:lnTo>
                    <a:pt x="201" y="1885"/>
                  </a:lnTo>
                  <a:lnTo>
                    <a:pt x="121" y="2026"/>
                  </a:lnTo>
                  <a:lnTo>
                    <a:pt x="61" y="2146"/>
                  </a:lnTo>
                  <a:lnTo>
                    <a:pt x="21" y="2266"/>
                  </a:lnTo>
                  <a:lnTo>
                    <a:pt x="1" y="236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7308" y="11872"/>
                  </a:lnTo>
                  <a:lnTo>
                    <a:pt x="18150" y="11893"/>
                  </a:lnTo>
                  <a:lnTo>
                    <a:pt x="18992" y="11893"/>
                  </a:lnTo>
                  <a:lnTo>
                    <a:pt x="19834" y="11872"/>
                  </a:lnTo>
                  <a:lnTo>
                    <a:pt x="20677" y="11812"/>
                  </a:lnTo>
                  <a:lnTo>
                    <a:pt x="21499" y="11752"/>
                  </a:lnTo>
                  <a:lnTo>
                    <a:pt x="22321" y="11672"/>
                  </a:lnTo>
                  <a:lnTo>
                    <a:pt x="23143" y="11572"/>
                  </a:lnTo>
                  <a:lnTo>
                    <a:pt x="23946" y="11451"/>
                  </a:lnTo>
                  <a:lnTo>
                    <a:pt x="24728" y="11331"/>
                  </a:lnTo>
                  <a:lnTo>
                    <a:pt x="25510" y="11191"/>
                  </a:lnTo>
                  <a:lnTo>
                    <a:pt x="26272" y="11050"/>
                  </a:lnTo>
                  <a:lnTo>
                    <a:pt x="27736" y="10749"/>
                  </a:lnTo>
                  <a:lnTo>
                    <a:pt x="29120" y="10408"/>
                  </a:lnTo>
                  <a:lnTo>
                    <a:pt x="30403" y="10047"/>
                  </a:lnTo>
                  <a:lnTo>
                    <a:pt x="31586" y="9707"/>
                  </a:lnTo>
                  <a:lnTo>
                    <a:pt x="32649" y="9386"/>
                  </a:lnTo>
                  <a:lnTo>
                    <a:pt x="33572" y="9065"/>
                  </a:lnTo>
                  <a:lnTo>
                    <a:pt x="34334" y="8784"/>
                  </a:lnTo>
                  <a:lnTo>
                    <a:pt x="34956" y="856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6420" y="6137"/>
                  </a:lnTo>
                  <a:lnTo>
                    <a:pt x="36560" y="5315"/>
                  </a:lnTo>
                  <a:lnTo>
                    <a:pt x="36680" y="4472"/>
                  </a:lnTo>
                  <a:lnTo>
                    <a:pt x="36760" y="3630"/>
                  </a:lnTo>
                  <a:lnTo>
                    <a:pt x="36801" y="2888"/>
                  </a:lnTo>
                  <a:lnTo>
                    <a:pt x="36821" y="2246"/>
                  </a:lnTo>
                  <a:lnTo>
                    <a:pt x="36801" y="1785"/>
                  </a:lnTo>
                  <a:lnTo>
                    <a:pt x="36760" y="1645"/>
                  </a:lnTo>
                  <a:lnTo>
                    <a:pt x="36740" y="1544"/>
                  </a:lnTo>
                  <a:lnTo>
                    <a:pt x="36660" y="1464"/>
                  </a:lnTo>
                  <a:lnTo>
                    <a:pt x="36540" y="1344"/>
                  </a:lnTo>
                  <a:lnTo>
                    <a:pt x="36179" y="1023"/>
                  </a:lnTo>
                  <a:lnTo>
                    <a:pt x="35678" y="622"/>
                  </a:lnTo>
                  <a:lnTo>
                    <a:pt x="35036" y="161"/>
                  </a:lnTo>
                  <a:lnTo>
                    <a:pt x="34895" y="1183"/>
                  </a:lnTo>
                  <a:lnTo>
                    <a:pt x="34815" y="1665"/>
                  </a:lnTo>
                  <a:lnTo>
                    <a:pt x="34735" y="2086"/>
                  </a:lnTo>
                  <a:lnTo>
                    <a:pt x="34635" y="2467"/>
                  </a:lnTo>
                  <a:lnTo>
                    <a:pt x="34534" y="2748"/>
                  </a:lnTo>
                  <a:lnTo>
                    <a:pt x="34474" y="2868"/>
                  </a:lnTo>
                  <a:lnTo>
                    <a:pt x="34414" y="2968"/>
                  </a:lnTo>
                  <a:lnTo>
                    <a:pt x="34354" y="3028"/>
                  </a:lnTo>
                  <a:lnTo>
                    <a:pt x="34294" y="3069"/>
                  </a:lnTo>
                  <a:lnTo>
                    <a:pt x="33752" y="3269"/>
                  </a:lnTo>
                  <a:lnTo>
                    <a:pt x="32729" y="3650"/>
                  </a:lnTo>
                  <a:lnTo>
                    <a:pt x="32028" y="3891"/>
                  </a:lnTo>
                  <a:lnTo>
                    <a:pt x="31245" y="4151"/>
                  </a:lnTo>
                  <a:lnTo>
                    <a:pt x="30363" y="4432"/>
                  </a:lnTo>
                  <a:lnTo>
                    <a:pt x="29380" y="4713"/>
                  </a:lnTo>
                  <a:lnTo>
                    <a:pt x="28338" y="4994"/>
                  </a:lnTo>
                  <a:lnTo>
                    <a:pt x="27215" y="5275"/>
                  </a:lnTo>
                  <a:lnTo>
                    <a:pt x="26031" y="5535"/>
                  </a:lnTo>
                  <a:lnTo>
                    <a:pt x="24808" y="5776"/>
                  </a:lnTo>
                  <a:lnTo>
                    <a:pt x="23524" y="5976"/>
                  </a:lnTo>
                  <a:lnTo>
                    <a:pt x="22221" y="6157"/>
                  </a:lnTo>
                  <a:lnTo>
                    <a:pt x="21539" y="6217"/>
                  </a:lnTo>
                  <a:lnTo>
                    <a:pt x="20877" y="6277"/>
                  </a:lnTo>
                  <a:lnTo>
                    <a:pt x="20195" y="6337"/>
                  </a:lnTo>
                  <a:lnTo>
                    <a:pt x="19514" y="6357"/>
                  </a:lnTo>
                  <a:lnTo>
                    <a:pt x="18792" y="6378"/>
                  </a:lnTo>
                  <a:lnTo>
                    <a:pt x="18070" y="6378"/>
                  </a:lnTo>
                  <a:lnTo>
                    <a:pt x="17328" y="6357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42"/>
                  </a:lnTo>
                  <a:lnTo>
                    <a:pt x="24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26"/>
            <p:cNvSpPr/>
            <p:nvPr/>
          </p:nvSpPr>
          <p:spPr>
            <a:xfrm>
              <a:off x="11246025" y="4817763"/>
              <a:ext cx="920525" cy="297325"/>
            </a:xfrm>
            <a:custGeom>
              <a:avLst/>
              <a:gdLst/>
              <a:ahLst/>
              <a:cxnLst/>
              <a:rect l="l" t="t" r="r" b="b"/>
              <a:pathLst>
                <a:path w="36821" h="11893" fill="none" extrusionOk="0">
                  <a:moveTo>
                    <a:pt x="36259" y="6899"/>
                  </a:moveTo>
                  <a:lnTo>
                    <a:pt x="36259" y="6899"/>
                  </a:lnTo>
                  <a:lnTo>
                    <a:pt x="36139" y="7420"/>
                  </a:lnTo>
                  <a:lnTo>
                    <a:pt x="36059" y="7661"/>
                  </a:lnTo>
                  <a:lnTo>
                    <a:pt x="35978" y="7841"/>
                  </a:lnTo>
                  <a:lnTo>
                    <a:pt x="35898" y="8022"/>
                  </a:lnTo>
                  <a:lnTo>
                    <a:pt x="35818" y="8142"/>
                  </a:lnTo>
                  <a:lnTo>
                    <a:pt x="35738" y="8243"/>
                  </a:lnTo>
                  <a:lnTo>
                    <a:pt x="35637" y="8303"/>
                  </a:lnTo>
                  <a:lnTo>
                    <a:pt x="35637" y="8303"/>
                  </a:lnTo>
                  <a:lnTo>
                    <a:pt x="34956" y="8563"/>
                  </a:lnTo>
                  <a:lnTo>
                    <a:pt x="34334" y="8784"/>
                  </a:lnTo>
                  <a:lnTo>
                    <a:pt x="33572" y="9065"/>
                  </a:lnTo>
                  <a:lnTo>
                    <a:pt x="32649" y="9386"/>
                  </a:lnTo>
                  <a:lnTo>
                    <a:pt x="31586" y="9707"/>
                  </a:lnTo>
                  <a:lnTo>
                    <a:pt x="30403" y="10047"/>
                  </a:lnTo>
                  <a:lnTo>
                    <a:pt x="29120" y="10408"/>
                  </a:lnTo>
                  <a:lnTo>
                    <a:pt x="27736" y="10749"/>
                  </a:lnTo>
                  <a:lnTo>
                    <a:pt x="26272" y="11050"/>
                  </a:lnTo>
                  <a:lnTo>
                    <a:pt x="25510" y="11191"/>
                  </a:lnTo>
                  <a:lnTo>
                    <a:pt x="24728" y="11331"/>
                  </a:lnTo>
                  <a:lnTo>
                    <a:pt x="23946" y="11451"/>
                  </a:lnTo>
                  <a:lnTo>
                    <a:pt x="23143" y="11572"/>
                  </a:lnTo>
                  <a:lnTo>
                    <a:pt x="22321" y="11672"/>
                  </a:lnTo>
                  <a:lnTo>
                    <a:pt x="21499" y="11752"/>
                  </a:lnTo>
                  <a:lnTo>
                    <a:pt x="20677" y="11812"/>
                  </a:lnTo>
                  <a:lnTo>
                    <a:pt x="19834" y="11872"/>
                  </a:lnTo>
                  <a:lnTo>
                    <a:pt x="18992" y="11893"/>
                  </a:lnTo>
                  <a:lnTo>
                    <a:pt x="18150" y="11893"/>
                  </a:lnTo>
                  <a:lnTo>
                    <a:pt x="17308" y="11872"/>
                  </a:lnTo>
                  <a:lnTo>
                    <a:pt x="16445" y="11832"/>
                  </a:lnTo>
                  <a:lnTo>
                    <a:pt x="16445" y="11832"/>
                  </a:lnTo>
                  <a:lnTo>
                    <a:pt x="15021" y="11732"/>
                  </a:lnTo>
                  <a:lnTo>
                    <a:pt x="13618" y="11572"/>
                  </a:lnTo>
                  <a:lnTo>
                    <a:pt x="12274" y="11391"/>
                  </a:lnTo>
                  <a:lnTo>
                    <a:pt x="10970" y="11191"/>
                  </a:lnTo>
                  <a:lnTo>
                    <a:pt x="9747" y="10950"/>
                  </a:lnTo>
                  <a:lnTo>
                    <a:pt x="8584" y="10709"/>
                  </a:lnTo>
                  <a:lnTo>
                    <a:pt x="7481" y="10449"/>
                  </a:lnTo>
                  <a:lnTo>
                    <a:pt x="6478" y="10188"/>
                  </a:lnTo>
                  <a:lnTo>
                    <a:pt x="5536" y="9927"/>
                  </a:lnTo>
                  <a:lnTo>
                    <a:pt x="4693" y="9666"/>
                  </a:lnTo>
                  <a:lnTo>
                    <a:pt x="3951" y="9426"/>
                  </a:lnTo>
                  <a:lnTo>
                    <a:pt x="3310" y="9205"/>
                  </a:lnTo>
                  <a:lnTo>
                    <a:pt x="2768" y="9005"/>
                  </a:lnTo>
                  <a:lnTo>
                    <a:pt x="2347" y="8824"/>
                  </a:lnTo>
                  <a:lnTo>
                    <a:pt x="2046" y="8684"/>
                  </a:lnTo>
                  <a:lnTo>
                    <a:pt x="1866" y="8584"/>
                  </a:lnTo>
                  <a:lnTo>
                    <a:pt x="1866" y="8584"/>
                  </a:lnTo>
                  <a:lnTo>
                    <a:pt x="1805" y="8523"/>
                  </a:lnTo>
                  <a:lnTo>
                    <a:pt x="1745" y="8443"/>
                  </a:lnTo>
                  <a:lnTo>
                    <a:pt x="1625" y="8223"/>
                  </a:lnTo>
                  <a:lnTo>
                    <a:pt x="1485" y="7922"/>
                  </a:lnTo>
                  <a:lnTo>
                    <a:pt x="1344" y="7541"/>
                  </a:lnTo>
                  <a:lnTo>
                    <a:pt x="1204" y="7120"/>
                  </a:lnTo>
                  <a:lnTo>
                    <a:pt x="1063" y="6658"/>
                  </a:lnTo>
                  <a:lnTo>
                    <a:pt x="783" y="5656"/>
                  </a:lnTo>
                  <a:lnTo>
                    <a:pt x="522" y="4633"/>
                  </a:lnTo>
                  <a:lnTo>
                    <a:pt x="301" y="3710"/>
                  </a:lnTo>
                  <a:lnTo>
                    <a:pt x="21" y="2467"/>
                  </a:lnTo>
                  <a:lnTo>
                    <a:pt x="21" y="2467"/>
                  </a:lnTo>
                  <a:lnTo>
                    <a:pt x="1" y="2367"/>
                  </a:lnTo>
                  <a:lnTo>
                    <a:pt x="21" y="2266"/>
                  </a:lnTo>
                  <a:lnTo>
                    <a:pt x="61" y="2146"/>
                  </a:lnTo>
                  <a:lnTo>
                    <a:pt x="121" y="2026"/>
                  </a:lnTo>
                  <a:lnTo>
                    <a:pt x="201" y="1885"/>
                  </a:lnTo>
                  <a:lnTo>
                    <a:pt x="321" y="1745"/>
                  </a:lnTo>
                  <a:lnTo>
                    <a:pt x="602" y="1444"/>
                  </a:lnTo>
                  <a:lnTo>
                    <a:pt x="963" y="1103"/>
                  </a:lnTo>
                  <a:lnTo>
                    <a:pt x="1384" y="742"/>
                  </a:lnTo>
                  <a:lnTo>
                    <a:pt x="1886" y="381"/>
                  </a:lnTo>
                  <a:lnTo>
                    <a:pt x="2467" y="0"/>
                  </a:lnTo>
                  <a:lnTo>
                    <a:pt x="2467" y="0"/>
                  </a:lnTo>
                  <a:lnTo>
                    <a:pt x="2588" y="542"/>
                  </a:lnTo>
                  <a:lnTo>
                    <a:pt x="2688" y="1103"/>
                  </a:lnTo>
                  <a:lnTo>
                    <a:pt x="2828" y="2126"/>
                  </a:lnTo>
                  <a:lnTo>
                    <a:pt x="2908" y="2547"/>
                  </a:lnTo>
                  <a:lnTo>
                    <a:pt x="2989" y="2908"/>
                  </a:lnTo>
                  <a:lnTo>
                    <a:pt x="3029" y="3048"/>
                  </a:lnTo>
                  <a:lnTo>
                    <a:pt x="3069" y="3169"/>
                  </a:lnTo>
                  <a:lnTo>
                    <a:pt x="3109" y="3269"/>
                  </a:lnTo>
                  <a:lnTo>
                    <a:pt x="3169" y="3329"/>
                  </a:lnTo>
                  <a:lnTo>
                    <a:pt x="3169" y="3329"/>
                  </a:lnTo>
                  <a:lnTo>
                    <a:pt x="3350" y="3429"/>
                  </a:lnTo>
                  <a:lnTo>
                    <a:pt x="3610" y="3550"/>
                  </a:lnTo>
                  <a:lnTo>
                    <a:pt x="4011" y="3730"/>
                  </a:lnTo>
                  <a:lnTo>
                    <a:pt x="4513" y="3911"/>
                  </a:lnTo>
                  <a:lnTo>
                    <a:pt x="5094" y="4111"/>
                  </a:lnTo>
                  <a:lnTo>
                    <a:pt x="5776" y="4332"/>
                  </a:lnTo>
                  <a:lnTo>
                    <a:pt x="6558" y="4573"/>
                  </a:lnTo>
                  <a:lnTo>
                    <a:pt x="7421" y="4813"/>
                  </a:lnTo>
                  <a:lnTo>
                    <a:pt x="8343" y="5054"/>
                  </a:lnTo>
                  <a:lnTo>
                    <a:pt x="9346" y="5295"/>
                  </a:lnTo>
                  <a:lnTo>
                    <a:pt x="10429" y="5515"/>
                  </a:lnTo>
                  <a:lnTo>
                    <a:pt x="11572" y="5736"/>
                  </a:lnTo>
                  <a:lnTo>
                    <a:pt x="12755" y="5916"/>
                  </a:lnTo>
                  <a:lnTo>
                    <a:pt x="13999" y="6097"/>
                  </a:lnTo>
                  <a:lnTo>
                    <a:pt x="15282" y="6217"/>
                  </a:lnTo>
                  <a:lnTo>
                    <a:pt x="16606" y="6337"/>
                  </a:lnTo>
                  <a:lnTo>
                    <a:pt x="16606" y="6337"/>
                  </a:lnTo>
                  <a:lnTo>
                    <a:pt x="17328" y="6357"/>
                  </a:lnTo>
                  <a:lnTo>
                    <a:pt x="18070" y="6378"/>
                  </a:lnTo>
                  <a:lnTo>
                    <a:pt x="18792" y="6378"/>
                  </a:lnTo>
                  <a:lnTo>
                    <a:pt x="19514" y="6357"/>
                  </a:lnTo>
                  <a:lnTo>
                    <a:pt x="19514" y="6357"/>
                  </a:lnTo>
                  <a:lnTo>
                    <a:pt x="20195" y="6337"/>
                  </a:lnTo>
                  <a:lnTo>
                    <a:pt x="20877" y="6277"/>
                  </a:lnTo>
                  <a:lnTo>
                    <a:pt x="21539" y="6217"/>
                  </a:lnTo>
                  <a:lnTo>
                    <a:pt x="22221" y="6157"/>
                  </a:lnTo>
                  <a:lnTo>
                    <a:pt x="23524" y="5976"/>
                  </a:lnTo>
                  <a:lnTo>
                    <a:pt x="24808" y="5776"/>
                  </a:lnTo>
                  <a:lnTo>
                    <a:pt x="26031" y="5535"/>
                  </a:lnTo>
                  <a:lnTo>
                    <a:pt x="27215" y="5275"/>
                  </a:lnTo>
                  <a:lnTo>
                    <a:pt x="28338" y="4994"/>
                  </a:lnTo>
                  <a:lnTo>
                    <a:pt x="29380" y="4713"/>
                  </a:lnTo>
                  <a:lnTo>
                    <a:pt x="30363" y="4432"/>
                  </a:lnTo>
                  <a:lnTo>
                    <a:pt x="31245" y="4151"/>
                  </a:lnTo>
                  <a:lnTo>
                    <a:pt x="32028" y="3891"/>
                  </a:lnTo>
                  <a:lnTo>
                    <a:pt x="32729" y="3650"/>
                  </a:lnTo>
                  <a:lnTo>
                    <a:pt x="33752" y="3269"/>
                  </a:lnTo>
                  <a:lnTo>
                    <a:pt x="34294" y="3069"/>
                  </a:lnTo>
                  <a:lnTo>
                    <a:pt x="34294" y="3069"/>
                  </a:lnTo>
                  <a:lnTo>
                    <a:pt x="34354" y="3028"/>
                  </a:lnTo>
                  <a:lnTo>
                    <a:pt x="34414" y="2968"/>
                  </a:lnTo>
                  <a:lnTo>
                    <a:pt x="34474" y="2868"/>
                  </a:lnTo>
                  <a:lnTo>
                    <a:pt x="34534" y="2748"/>
                  </a:lnTo>
                  <a:lnTo>
                    <a:pt x="34635" y="2467"/>
                  </a:lnTo>
                  <a:lnTo>
                    <a:pt x="34735" y="2086"/>
                  </a:lnTo>
                  <a:lnTo>
                    <a:pt x="34815" y="1665"/>
                  </a:lnTo>
                  <a:lnTo>
                    <a:pt x="34895" y="1183"/>
                  </a:lnTo>
                  <a:lnTo>
                    <a:pt x="35036" y="161"/>
                  </a:lnTo>
                  <a:lnTo>
                    <a:pt x="35036" y="161"/>
                  </a:lnTo>
                  <a:lnTo>
                    <a:pt x="35678" y="622"/>
                  </a:lnTo>
                  <a:lnTo>
                    <a:pt x="36179" y="1023"/>
                  </a:lnTo>
                  <a:lnTo>
                    <a:pt x="36540" y="1344"/>
                  </a:lnTo>
                  <a:lnTo>
                    <a:pt x="36660" y="1464"/>
                  </a:lnTo>
                  <a:lnTo>
                    <a:pt x="36740" y="1544"/>
                  </a:lnTo>
                  <a:lnTo>
                    <a:pt x="36740" y="1544"/>
                  </a:lnTo>
                  <a:lnTo>
                    <a:pt x="36760" y="1645"/>
                  </a:lnTo>
                  <a:lnTo>
                    <a:pt x="36801" y="1785"/>
                  </a:lnTo>
                  <a:lnTo>
                    <a:pt x="36821" y="2246"/>
                  </a:lnTo>
                  <a:lnTo>
                    <a:pt x="36801" y="2888"/>
                  </a:lnTo>
                  <a:lnTo>
                    <a:pt x="36760" y="3630"/>
                  </a:lnTo>
                  <a:lnTo>
                    <a:pt x="36680" y="4472"/>
                  </a:lnTo>
                  <a:lnTo>
                    <a:pt x="36560" y="5315"/>
                  </a:lnTo>
                  <a:lnTo>
                    <a:pt x="36420" y="6137"/>
                  </a:lnTo>
                  <a:lnTo>
                    <a:pt x="36259" y="689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26"/>
            <p:cNvSpPr/>
            <p:nvPr/>
          </p:nvSpPr>
          <p:spPr>
            <a:xfrm>
              <a:off x="11246025" y="4817763"/>
              <a:ext cx="906500" cy="297325"/>
            </a:xfrm>
            <a:custGeom>
              <a:avLst/>
              <a:gdLst/>
              <a:ahLst/>
              <a:cxnLst/>
              <a:rect l="l" t="t" r="r" b="b"/>
              <a:pathLst>
                <a:path w="36260" h="11893" extrusionOk="0">
                  <a:moveTo>
                    <a:pt x="2467" y="0"/>
                  </a:moveTo>
                  <a:lnTo>
                    <a:pt x="1926" y="361"/>
                  </a:lnTo>
                  <a:lnTo>
                    <a:pt x="1445" y="722"/>
                  </a:lnTo>
                  <a:lnTo>
                    <a:pt x="1023" y="1043"/>
                  </a:lnTo>
                  <a:lnTo>
                    <a:pt x="662" y="1364"/>
                  </a:lnTo>
                  <a:lnTo>
                    <a:pt x="382" y="1665"/>
                  </a:lnTo>
                  <a:lnTo>
                    <a:pt x="181" y="1925"/>
                  </a:lnTo>
                  <a:lnTo>
                    <a:pt x="101" y="2066"/>
                  </a:lnTo>
                  <a:lnTo>
                    <a:pt x="41" y="2186"/>
                  </a:lnTo>
                  <a:lnTo>
                    <a:pt x="21" y="2286"/>
                  </a:lnTo>
                  <a:lnTo>
                    <a:pt x="1" y="238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7408" y="11872"/>
                  </a:lnTo>
                  <a:lnTo>
                    <a:pt x="18350" y="11893"/>
                  </a:lnTo>
                  <a:lnTo>
                    <a:pt x="19133" y="11893"/>
                  </a:lnTo>
                  <a:lnTo>
                    <a:pt x="19915" y="11852"/>
                  </a:lnTo>
                  <a:lnTo>
                    <a:pt x="20697" y="11812"/>
                  </a:lnTo>
                  <a:lnTo>
                    <a:pt x="21479" y="11752"/>
                  </a:lnTo>
                  <a:lnTo>
                    <a:pt x="22241" y="11672"/>
                  </a:lnTo>
                  <a:lnTo>
                    <a:pt x="23003" y="11592"/>
                  </a:lnTo>
                  <a:lnTo>
                    <a:pt x="23745" y="11491"/>
                  </a:lnTo>
                  <a:lnTo>
                    <a:pt x="24487" y="11371"/>
                  </a:lnTo>
                  <a:lnTo>
                    <a:pt x="25931" y="11130"/>
                  </a:lnTo>
                  <a:lnTo>
                    <a:pt x="27315" y="10830"/>
                  </a:lnTo>
                  <a:lnTo>
                    <a:pt x="28618" y="10529"/>
                  </a:lnTo>
                  <a:lnTo>
                    <a:pt x="29862" y="10208"/>
                  </a:lnTo>
                  <a:lnTo>
                    <a:pt x="31005" y="9887"/>
                  </a:lnTo>
                  <a:lnTo>
                    <a:pt x="32048" y="9566"/>
                  </a:lnTo>
                  <a:lnTo>
                    <a:pt x="32990" y="9265"/>
                  </a:lnTo>
                  <a:lnTo>
                    <a:pt x="33792" y="8985"/>
                  </a:lnTo>
                  <a:lnTo>
                    <a:pt x="35016" y="854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5016" y="7340"/>
                  </a:lnTo>
                  <a:lnTo>
                    <a:pt x="33752" y="7741"/>
                  </a:lnTo>
                  <a:lnTo>
                    <a:pt x="32469" y="8142"/>
                  </a:lnTo>
                  <a:lnTo>
                    <a:pt x="31205" y="8503"/>
                  </a:lnTo>
                  <a:lnTo>
                    <a:pt x="29922" y="8844"/>
                  </a:lnTo>
                  <a:lnTo>
                    <a:pt x="28618" y="9145"/>
                  </a:lnTo>
                  <a:lnTo>
                    <a:pt x="27335" y="9406"/>
                  </a:lnTo>
                  <a:lnTo>
                    <a:pt x="26031" y="9646"/>
                  </a:lnTo>
                  <a:lnTo>
                    <a:pt x="24728" y="9847"/>
                  </a:lnTo>
                  <a:lnTo>
                    <a:pt x="23404" y="10007"/>
                  </a:lnTo>
                  <a:lnTo>
                    <a:pt x="22742" y="10088"/>
                  </a:lnTo>
                  <a:lnTo>
                    <a:pt x="22081" y="10128"/>
                  </a:lnTo>
                  <a:lnTo>
                    <a:pt x="21419" y="10168"/>
                  </a:lnTo>
                  <a:lnTo>
                    <a:pt x="20737" y="10188"/>
                  </a:lnTo>
                  <a:lnTo>
                    <a:pt x="20035" y="10168"/>
                  </a:lnTo>
                  <a:lnTo>
                    <a:pt x="19333" y="10128"/>
                  </a:lnTo>
                  <a:lnTo>
                    <a:pt x="18631" y="10027"/>
                  </a:lnTo>
                  <a:lnTo>
                    <a:pt x="17929" y="9907"/>
                  </a:lnTo>
                  <a:lnTo>
                    <a:pt x="17649" y="9847"/>
                  </a:lnTo>
                  <a:lnTo>
                    <a:pt x="17348" y="9747"/>
                  </a:lnTo>
                  <a:lnTo>
                    <a:pt x="17047" y="9606"/>
                  </a:lnTo>
                  <a:lnTo>
                    <a:pt x="16786" y="9466"/>
                  </a:lnTo>
                  <a:lnTo>
                    <a:pt x="16525" y="9305"/>
                  </a:lnTo>
                  <a:lnTo>
                    <a:pt x="16305" y="9105"/>
                  </a:lnTo>
                  <a:lnTo>
                    <a:pt x="16225" y="9005"/>
                  </a:lnTo>
                  <a:lnTo>
                    <a:pt x="16144" y="8904"/>
                  </a:lnTo>
                  <a:lnTo>
                    <a:pt x="16084" y="8784"/>
                  </a:lnTo>
                  <a:lnTo>
                    <a:pt x="16044" y="8684"/>
                  </a:lnTo>
                  <a:lnTo>
                    <a:pt x="16024" y="8563"/>
                  </a:lnTo>
                  <a:lnTo>
                    <a:pt x="16004" y="8443"/>
                  </a:lnTo>
                  <a:lnTo>
                    <a:pt x="16024" y="8323"/>
                  </a:lnTo>
                  <a:lnTo>
                    <a:pt x="16064" y="8202"/>
                  </a:lnTo>
                  <a:lnTo>
                    <a:pt x="16124" y="8062"/>
                  </a:lnTo>
                  <a:lnTo>
                    <a:pt x="16205" y="7942"/>
                  </a:lnTo>
                  <a:lnTo>
                    <a:pt x="16325" y="7801"/>
                  </a:lnTo>
                  <a:lnTo>
                    <a:pt x="16465" y="7681"/>
                  </a:lnTo>
                  <a:lnTo>
                    <a:pt x="16646" y="7541"/>
                  </a:lnTo>
                  <a:lnTo>
                    <a:pt x="16846" y="7400"/>
                  </a:lnTo>
                  <a:lnTo>
                    <a:pt x="17067" y="7260"/>
                  </a:lnTo>
                  <a:lnTo>
                    <a:pt x="17348" y="7140"/>
                  </a:lnTo>
                  <a:lnTo>
                    <a:pt x="17649" y="6999"/>
                  </a:lnTo>
                  <a:lnTo>
                    <a:pt x="17989" y="6859"/>
                  </a:lnTo>
                  <a:lnTo>
                    <a:pt x="18350" y="6718"/>
                  </a:lnTo>
                  <a:lnTo>
                    <a:pt x="18772" y="6578"/>
                  </a:lnTo>
                  <a:lnTo>
                    <a:pt x="19514" y="6357"/>
                  </a:lnTo>
                  <a:lnTo>
                    <a:pt x="18912" y="6378"/>
                  </a:lnTo>
                  <a:lnTo>
                    <a:pt x="17448" y="6378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62"/>
                  </a:lnTo>
                  <a:lnTo>
                    <a:pt x="246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26"/>
            <p:cNvSpPr/>
            <p:nvPr/>
          </p:nvSpPr>
          <p:spPr>
            <a:xfrm>
              <a:off x="11246025" y="4817763"/>
              <a:ext cx="906500" cy="297325"/>
            </a:xfrm>
            <a:custGeom>
              <a:avLst/>
              <a:gdLst/>
              <a:ahLst/>
              <a:cxnLst/>
              <a:rect l="l" t="t" r="r" b="b"/>
              <a:pathLst>
                <a:path w="36260" h="11893" fill="none" extrusionOk="0">
                  <a:moveTo>
                    <a:pt x="2467" y="0"/>
                  </a:moveTo>
                  <a:lnTo>
                    <a:pt x="2467" y="0"/>
                  </a:lnTo>
                  <a:lnTo>
                    <a:pt x="1926" y="361"/>
                  </a:lnTo>
                  <a:lnTo>
                    <a:pt x="1445" y="722"/>
                  </a:lnTo>
                  <a:lnTo>
                    <a:pt x="1023" y="1043"/>
                  </a:lnTo>
                  <a:lnTo>
                    <a:pt x="662" y="1364"/>
                  </a:lnTo>
                  <a:lnTo>
                    <a:pt x="382" y="1665"/>
                  </a:lnTo>
                  <a:lnTo>
                    <a:pt x="181" y="1925"/>
                  </a:lnTo>
                  <a:lnTo>
                    <a:pt x="101" y="2066"/>
                  </a:lnTo>
                  <a:lnTo>
                    <a:pt x="41" y="2186"/>
                  </a:lnTo>
                  <a:lnTo>
                    <a:pt x="21" y="2286"/>
                  </a:lnTo>
                  <a:lnTo>
                    <a:pt x="1" y="2387"/>
                  </a:lnTo>
                  <a:lnTo>
                    <a:pt x="1" y="2387"/>
                  </a:lnTo>
                  <a:lnTo>
                    <a:pt x="21" y="246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6445" y="11832"/>
                  </a:lnTo>
                  <a:lnTo>
                    <a:pt x="17408" y="11872"/>
                  </a:lnTo>
                  <a:lnTo>
                    <a:pt x="18350" y="11893"/>
                  </a:lnTo>
                  <a:lnTo>
                    <a:pt x="18350" y="11893"/>
                  </a:lnTo>
                  <a:lnTo>
                    <a:pt x="19133" y="11893"/>
                  </a:lnTo>
                  <a:lnTo>
                    <a:pt x="19915" y="11852"/>
                  </a:lnTo>
                  <a:lnTo>
                    <a:pt x="20697" y="11812"/>
                  </a:lnTo>
                  <a:lnTo>
                    <a:pt x="21479" y="11752"/>
                  </a:lnTo>
                  <a:lnTo>
                    <a:pt x="22241" y="11672"/>
                  </a:lnTo>
                  <a:lnTo>
                    <a:pt x="23003" y="11592"/>
                  </a:lnTo>
                  <a:lnTo>
                    <a:pt x="23745" y="11491"/>
                  </a:lnTo>
                  <a:lnTo>
                    <a:pt x="24487" y="11371"/>
                  </a:lnTo>
                  <a:lnTo>
                    <a:pt x="25931" y="11130"/>
                  </a:lnTo>
                  <a:lnTo>
                    <a:pt x="27315" y="10830"/>
                  </a:lnTo>
                  <a:lnTo>
                    <a:pt x="28618" y="10529"/>
                  </a:lnTo>
                  <a:lnTo>
                    <a:pt x="29862" y="10208"/>
                  </a:lnTo>
                  <a:lnTo>
                    <a:pt x="31005" y="9887"/>
                  </a:lnTo>
                  <a:lnTo>
                    <a:pt x="32048" y="9566"/>
                  </a:lnTo>
                  <a:lnTo>
                    <a:pt x="32990" y="9265"/>
                  </a:lnTo>
                  <a:lnTo>
                    <a:pt x="33792" y="8985"/>
                  </a:lnTo>
                  <a:lnTo>
                    <a:pt x="35016" y="8543"/>
                  </a:lnTo>
                  <a:lnTo>
                    <a:pt x="35637" y="830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6259" y="6899"/>
                  </a:lnTo>
                  <a:lnTo>
                    <a:pt x="35016" y="7340"/>
                  </a:lnTo>
                  <a:lnTo>
                    <a:pt x="33752" y="7741"/>
                  </a:lnTo>
                  <a:lnTo>
                    <a:pt x="32469" y="8142"/>
                  </a:lnTo>
                  <a:lnTo>
                    <a:pt x="31205" y="8503"/>
                  </a:lnTo>
                  <a:lnTo>
                    <a:pt x="29922" y="8844"/>
                  </a:lnTo>
                  <a:lnTo>
                    <a:pt x="28618" y="9145"/>
                  </a:lnTo>
                  <a:lnTo>
                    <a:pt x="27335" y="9406"/>
                  </a:lnTo>
                  <a:lnTo>
                    <a:pt x="26031" y="9646"/>
                  </a:lnTo>
                  <a:lnTo>
                    <a:pt x="26031" y="9646"/>
                  </a:lnTo>
                  <a:lnTo>
                    <a:pt x="24728" y="9847"/>
                  </a:lnTo>
                  <a:lnTo>
                    <a:pt x="23404" y="10007"/>
                  </a:lnTo>
                  <a:lnTo>
                    <a:pt x="22742" y="10088"/>
                  </a:lnTo>
                  <a:lnTo>
                    <a:pt x="22081" y="10128"/>
                  </a:lnTo>
                  <a:lnTo>
                    <a:pt x="21419" y="10168"/>
                  </a:lnTo>
                  <a:lnTo>
                    <a:pt x="20737" y="10188"/>
                  </a:lnTo>
                  <a:lnTo>
                    <a:pt x="20737" y="10188"/>
                  </a:lnTo>
                  <a:lnTo>
                    <a:pt x="20035" y="10168"/>
                  </a:lnTo>
                  <a:lnTo>
                    <a:pt x="19333" y="10128"/>
                  </a:lnTo>
                  <a:lnTo>
                    <a:pt x="18631" y="10027"/>
                  </a:lnTo>
                  <a:lnTo>
                    <a:pt x="17929" y="9907"/>
                  </a:lnTo>
                  <a:lnTo>
                    <a:pt x="17929" y="9907"/>
                  </a:lnTo>
                  <a:lnTo>
                    <a:pt x="17649" y="9847"/>
                  </a:lnTo>
                  <a:lnTo>
                    <a:pt x="17348" y="9747"/>
                  </a:lnTo>
                  <a:lnTo>
                    <a:pt x="17047" y="9606"/>
                  </a:lnTo>
                  <a:lnTo>
                    <a:pt x="16786" y="9466"/>
                  </a:lnTo>
                  <a:lnTo>
                    <a:pt x="16525" y="9305"/>
                  </a:lnTo>
                  <a:lnTo>
                    <a:pt x="16305" y="9105"/>
                  </a:lnTo>
                  <a:lnTo>
                    <a:pt x="16225" y="9005"/>
                  </a:lnTo>
                  <a:lnTo>
                    <a:pt x="16144" y="8904"/>
                  </a:lnTo>
                  <a:lnTo>
                    <a:pt x="16084" y="8784"/>
                  </a:lnTo>
                  <a:lnTo>
                    <a:pt x="16044" y="8684"/>
                  </a:lnTo>
                  <a:lnTo>
                    <a:pt x="16024" y="8563"/>
                  </a:lnTo>
                  <a:lnTo>
                    <a:pt x="16004" y="8443"/>
                  </a:lnTo>
                  <a:lnTo>
                    <a:pt x="16024" y="8323"/>
                  </a:lnTo>
                  <a:lnTo>
                    <a:pt x="16064" y="8202"/>
                  </a:lnTo>
                  <a:lnTo>
                    <a:pt x="16124" y="8062"/>
                  </a:lnTo>
                  <a:lnTo>
                    <a:pt x="16205" y="7942"/>
                  </a:lnTo>
                  <a:lnTo>
                    <a:pt x="16325" y="7801"/>
                  </a:lnTo>
                  <a:lnTo>
                    <a:pt x="16465" y="7681"/>
                  </a:lnTo>
                  <a:lnTo>
                    <a:pt x="16646" y="7541"/>
                  </a:lnTo>
                  <a:lnTo>
                    <a:pt x="16846" y="7400"/>
                  </a:lnTo>
                  <a:lnTo>
                    <a:pt x="17067" y="7260"/>
                  </a:lnTo>
                  <a:lnTo>
                    <a:pt x="17348" y="7140"/>
                  </a:lnTo>
                  <a:lnTo>
                    <a:pt x="17649" y="6999"/>
                  </a:lnTo>
                  <a:lnTo>
                    <a:pt x="17989" y="6859"/>
                  </a:lnTo>
                  <a:lnTo>
                    <a:pt x="18350" y="6718"/>
                  </a:lnTo>
                  <a:lnTo>
                    <a:pt x="18772" y="6578"/>
                  </a:lnTo>
                  <a:lnTo>
                    <a:pt x="18772" y="6578"/>
                  </a:lnTo>
                  <a:lnTo>
                    <a:pt x="19514" y="6357"/>
                  </a:lnTo>
                  <a:lnTo>
                    <a:pt x="19514" y="6357"/>
                  </a:lnTo>
                  <a:lnTo>
                    <a:pt x="18912" y="6378"/>
                  </a:lnTo>
                  <a:lnTo>
                    <a:pt x="18310" y="6378"/>
                  </a:lnTo>
                  <a:lnTo>
                    <a:pt x="18310" y="6378"/>
                  </a:lnTo>
                  <a:lnTo>
                    <a:pt x="17448" y="6378"/>
                  </a:lnTo>
                  <a:lnTo>
                    <a:pt x="16606" y="6337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62"/>
                  </a:lnTo>
                  <a:lnTo>
                    <a:pt x="2467" y="0"/>
                  </a:lnTo>
                  <a:lnTo>
                    <a:pt x="2467" y="0"/>
                  </a:lnTo>
                  <a:lnTo>
                    <a:pt x="246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26"/>
            <p:cNvSpPr/>
            <p:nvPr/>
          </p:nvSpPr>
          <p:spPr>
            <a:xfrm>
              <a:off x="11258050" y="4416663"/>
              <a:ext cx="873900" cy="619200"/>
            </a:xfrm>
            <a:custGeom>
              <a:avLst/>
              <a:gdLst/>
              <a:ahLst/>
              <a:cxnLst/>
              <a:rect l="l" t="t" r="r" b="b"/>
              <a:pathLst>
                <a:path w="34956" h="24768" extrusionOk="0">
                  <a:moveTo>
                    <a:pt x="61" y="1"/>
                  </a:moveTo>
                  <a:lnTo>
                    <a:pt x="21" y="41"/>
                  </a:lnTo>
                  <a:lnTo>
                    <a:pt x="1" y="61"/>
                  </a:lnTo>
                  <a:lnTo>
                    <a:pt x="1" y="101"/>
                  </a:lnTo>
                  <a:lnTo>
                    <a:pt x="1" y="141"/>
                  </a:lnTo>
                  <a:lnTo>
                    <a:pt x="282" y="823"/>
                  </a:lnTo>
                  <a:lnTo>
                    <a:pt x="542" y="1505"/>
                  </a:lnTo>
                  <a:lnTo>
                    <a:pt x="783" y="2186"/>
                  </a:lnTo>
                  <a:lnTo>
                    <a:pt x="1024" y="2888"/>
                  </a:lnTo>
                  <a:lnTo>
                    <a:pt x="1224" y="3590"/>
                  </a:lnTo>
                  <a:lnTo>
                    <a:pt x="1425" y="4292"/>
                  </a:lnTo>
                  <a:lnTo>
                    <a:pt x="1806" y="5696"/>
                  </a:lnTo>
                  <a:lnTo>
                    <a:pt x="2528" y="8524"/>
                  </a:lnTo>
                  <a:lnTo>
                    <a:pt x="2909" y="9948"/>
                  </a:lnTo>
                  <a:lnTo>
                    <a:pt x="3310" y="11351"/>
                  </a:lnTo>
                  <a:lnTo>
                    <a:pt x="3831" y="12936"/>
                  </a:lnTo>
                  <a:lnTo>
                    <a:pt x="4453" y="14741"/>
                  </a:lnTo>
                  <a:lnTo>
                    <a:pt x="5135" y="16646"/>
                  </a:lnTo>
                  <a:lnTo>
                    <a:pt x="5817" y="18491"/>
                  </a:lnTo>
                  <a:lnTo>
                    <a:pt x="6960" y="21539"/>
                  </a:lnTo>
                  <a:lnTo>
                    <a:pt x="7441" y="22823"/>
                  </a:lnTo>
                  <a:lnTo>
                    <a:pt x="7461" y="22903"/>
                  </a:lnTo>
                  <a:lnTo>
                    <a:pt x="7501" y="22983"/>
                  </a:lnTo>
                  <a:lnTo>
                    <a:pt x="7561" y="23023"/>
                  </a:lnTo>
                  <a:lnTo>
                    <a:pt x="7722" y="23023"/>
                  </a:lnTo>
                  <a:lnTo>
                    <a:pt x="7802" y="22983"/>
                  </a:lnTo>
                  <a:lnTo>
                    <a:pt x="7862" y="22923"/>
                  </a:lnTo>
                  <a:lnTo>
                    <a:pt x="7882" y="22823"/>
                  </a:lnTo>
                  <a:lnTo>
                    <a:pt x="8584" y="17929"/>
                  </a:lnTo>
                  <a:lnTo>
                    <a:pt x="9286" y="13036"/>
                  </a:lnTo>
                  <a:lnTo>
                    <a:pt x="10028" y="8143"/>
                  </a:lnTo>
                  <a:lnTo>
                    <a:pt x="10409" y="5696"/>
                  </a:lnTo>
                  <a:lnTo>
                    <a:pt x="10810" y="3249"/>
                  </a:lnTo>
                  <a:lnTo>
                    <a:pt x="10951" y="3891"/>
                  </a:lnTo>
                  <a:lnTo>
                    <a:pt x="11131" y="4513"/>
                  </a:lnTo>
                  <a:lnTo>
                    <a:pt x="11332" y="5134"/>
                  </a:lnTo>
                  <a:lnTo>
                    <a:pt x="11532" y="5776"/>
                  </a:lnTo>
                  <a:lnTo>
                    <a:pt x="11973" y="7020"/>
                  </a:lnTo>
                  <a:lnTo>
                    <a:pt x="12395" y="8243"/>
                  </a:lnTo>
                  <a:lnTo>
                    <a:pt x="13337" y="11031"/>
                  </a:lnTo>
                  <a:lnTo>
                    <a:pt x="14280" y="13818"/>
                  </a:lnTo>
                  <a:lnTo>
                    <a:pt x="15202" y="16485"/>
                  </a:lnTo>
                  <a:lnTo>
                    <a:pt x="16125" y="19133"/>
                  </a:lnTo>
                  <a:lnTo>
                    <a:pt x="17107" y="21780"/>
                  </a:lnTo>
                  <a:lnTo>
                    <a:pt x="18110" y="24427"/>
                  </a:lnTo>
                  <a:lnTo>
                    <a:pt x="18190" y="24527"/>
                  </a:lnTo>
                  <a:lnTo>
                    <a:pt x="18331" y="24688"/>
                  </a:lnTo>
                  <a:lnTo>
                    <a:pt x="18411" y="24748"/>
                  </a:lnTo>
                  <a:lnTo>
                    <a:pt x="18491" y="24768"/>
                  </a:lnTo>
                  <a:lnTo>
                    <a:pt x="18551" y="24768"/>
                  </a:lnTo>
                  <a:lnTo>
                    <a:pt x="18571" y="24748"/>
                  </a:lnTo>
                  <a:lnTo>
                    <a:pt x="18591" y="24728"/>
                  </a:lnTo>
                  <a:lnTo>
                    <a:pt x="19875" y="19173"/>
                  </a:lnTo>
                  <a:lnTo>
                    <a:pt x="20497" y="16405"/>
                  </a:lnTo>
                  <a:lnTo>
                    <a:pt x="21098" y="13618"/>
                  </a:lnTo>
                  <a:lnTo>
                    <a:pt x="21640" y="11111"/>
                  </a:lnTo>
                  <a:lnTo>
                    <a:pt x="22161" y="8604"/>
                  </a:lnTo>
                  <a:lnTo>
                    <a:pt x="22402" y="7340"/>
                  </a:lnTo>
                  <a:lnTo>
                    <a:pt x="22622" y="6077"/>
                  </a:lnTo>
                  <a:lnTo>
                    <a:pt x="22843" y="4814"/>
                  </a:lnTo>
                  <a:lnTo>
                    <a:pt x="23023" y="3530"/>
                  </a:lnTo>
                  <a:lnTo>
                    <a:pt x="23344" y="4774"/>
                  </a:lnTo>
                  <a:lnTo>
                    <a:pt x="23705" y="5997"/>
                  </a:lnTo>
                  <a:lnTo>
                    <a:pt x="24066" y="7240"/>
                  </a:lnTo>
                  <a:lnTo>
                    <a:pt x="24447" y="8464"/>
                  </a:lnTo>
                  <a:lnTo>
                    <a:pt x="25249" y="10890"/>
                  </a:lnTo>
                  <a:lnTo>
                    <a:pt x="26052" y="13317"/>
                  </a:lnTo>
                  <a:lnTo>
                    <a:pt x="26914" y="15924"/>
                  </a:lnTo>
                  <a:lnTo>
                    <a:pt x="27796" y="18491"/>
                  </a:lnTo>
                  <a:lnTo>
                    <a:pt x="28719" y="21078"/>
                  </a:lnTo>
                  <a:lnTo>
                    <a:pt x="29661" y="23645"/>
                  </a:lnTo>
                  <a:lnTo>
                    <a:pt x="29702" y="23685"/>
                  </a:lnTo>
                  <a:lnTo>
                    <a:pt x="29762" y="23745"/>
                  </a:lnTo>
                  <a:lnTo>
                    <a:pt x="29942" y="23885"/>
                  </a:lnTo>
                  <a:lnTo>
                    <a:pt x="30043" y="23926"/>
                  </a:lnTo>
                  <a:lnTo>
                    <a:pt x="30123" y="23946"/>
                  </a:lnTo>
                  <a:lnTo>
                    <a:pt x="30203" y="23926"/>
                  </a:lnTo>
                  <a:lnTo>
                    <a:pt x="30223" y="23906"/>
                  </a:lnTo>
                  <a:lnTo>
                    <a:pt x="30243" y="23865"/>
                  </a:lnTo>
                  <a:lnTo>
                    <a:pt x="30604" y="22401"/>
                  </a:lnTo>
                  <a:lnTo>
                    <a:pt x="30945" y="20917"/>
                  </a:lnTo>
                  <a:lnTo>
                    <a:pt x="31286" y="19433"/>
                  </a:lnTo>
                  <a:lnTo>
                    <a:pt x="31607" y="17949"/>
                  </a:lnTo>
                  <a:lnTo>
                    <a:pt x="32228" y="14981"/>
                  </a:lnTo>
                  <a:lnTo>
                    <a:pt x="32830" y="11993"/>
                  </a:lnTo>
                  <a:lnTo>
                    <a:pt x="33432" y="9125"/>
                  </a:lnTo>
                  <a:lnTo>
                    <a:pt x="34013" y="6217"/>
                  </a:lnTo>
                  <a:lnTo>
                    <a:pt x="34274" y="4774"/>
                  </a:lnTo>
                  <a:lnTo>
                    <a:pt x="34535" y="3330"/>
                  </a:lnTo>
                  <a:lnTo>
                    <a:pt x="34755" y="1866"/>
                  </a:lnTo>
                  <a:lnTo>
                    <a:pt x="34956" y="422"/>
                  </a:lnTo>
                  <a:lnTo>
                    <a:pt x="34956" y="382"/>
                  </a:lnTo>
                  <a:lnTo>
                    <a:pt x="34936" y="362"/>
                  </a:lnTo>
                  <a:lnTo>
                    <a:pt x="34896" y="341"/>
                  </a:lnTo>
                  <a:lnTo>
                    <a:pt x="34836" y="341"/>
                  </a:lnTo>
                  <a:lnTo>
                    <a:pt x="34815" y="362"/>
                  </a:lnTo>
                  <a:lnTo>
                    <a:pt x="34815" y="382"/>
                  </a:lnTo>
                  <a:lnTo>
                    <a:pt x="34475" y="1846"/>
                  </a:lnTo>
                  <a:lnTo>
                    <a:pt x="34174" y="3310"/>
                  </a:lnTo>
                  <a:lnTo>
                    <a:pt x="33893" y="4774"/>
                  </a:lnTo>
                  <a:lnTo>
                    <a:pt x="33612" y="6237"/>
                  </a:lnTo>
                  <a:lnTo>
                    <a:pt x="33051" y="9165"/>
                  </a:lnTo>
                  <a:lnTo>
                    <a:pt x="32770" y="10649"/>
                  </a:lnTo>
                  <a:lnTo>
                    <a:pt x="32489" y="12093"/>
                  </a:lnTo>
                  <a:lnTo>
                    <a:pt x="31867" y="14921"/>
                  </a:lnTo>
                  <a:lnTo>
                    <a:pt x="31246" y="17749"/>
                  </a:lnTo>
                  <a:lnTo>
                    <a:pt x="30624" y="20576"/>
                  </a:lnTo>
                  <a:lnTo>
                    <a:pt x="30002" y="23404"/>
                  </a:lnTo>
                  <a:lnTo>
                    <a:pt x="29080" y="20877"/>
                  </a:lnTo>
                  <a:lnTo>
                    <a:pt x="28177" y="18330"/>
                  </a:lnTo>
                  <a:lnTo>
                    <a:pt x="27295" y="15783"/>
                  </a:lnTo>
                  <a:lnTo>
                    <a:pt x="26433" y="13237"/>
                  </a:lnTo>
                  <a:lnTo>
                    <a:pt x="25410" y="10148"/>
                  </a:lnTo>
                  <a:lnTo>
                    <a:pt x="24327" y="6739"/>
                  </a:lnTo>
                  <a:lnTo>
                    <a:pt x="23124" y="2808"/>
                  </a:lnTo>
                  <a:lnTo>
                    <a:pt x="23104" y="2768"/>
                  </a:lnTo>
                  <a:lnTo>
                    <a:pt x="22983" y="2768"/>
                  </a:lnTo>
                  <a:lnTo>
                    <a:pt x="22883" y="2808"/>
                  </a:lnTo>
                  <a:lnTo>
                    <a:pt x="22863" y="2848"/>
                  </a:lnTo>
                  <a:lnTo>
                    <a:pt x="22843" y="2868"/>
                  </a:lnTo>
                  <a:lnTo>
                    <a:pt x="22622" y="4092"/>
                  </a:lnTo>
                  <a:lnTo>
                    <a:pt x="22041" y="6980"/>
                  </a:lnTo>
                  <a:lnTo>
                    <a:pt x="21319" y="10509"/>
                  </a:lnTo>
                  <a:lnTo>
                    <a:pt x="20637" y="13698"/>
                  </a:lnTo>
                  <a:lnTo>
                    <a:pt x="19554" y="18852"/>
                  </a:lnTo>
                  <a:lnTo>
                    <a:pt x="18992" y="21439"/>
                  </a:lnTo>
                  <a:lnTo>
                    <a:pt x="18411" y="24006"/>
                  </a:lnTo>
                  <a:lnTo>
                    <a:pt x="17428" y="21339"/>
                  </a:lnTo>
                  <a:lnTo>
                    <a:pt x="16446" y="18671"/>
                  </a:lnTo>
                  <a:lnTo>
                    <a:pt x="15503" y="16004"/>
                  </a:lnTo>
                  <a:lnTo>
                    <a:pt x="14580" y="13317"/>
                  </a:lnTo>
                  <a:lnTo>
                    <a:pt x="12756" y="7942"/>
                  </a:lnTo>
                  <a:lnTo>
                    <a:pt x="12334" y="6659"/>
                  </a:lnTo>
                  <a:lnTo>
                    <a:pt x="11893" y="5375"/>
                  </a:lnTo>
                  <a:lnTo>
                    <a:pt x="11673" y="4713"/>
                  </a:lnTo>
                  <a:lnTo>
                    <a:pt x="11432" y="4092"/>
                  </a:lnTo>
                  <a:lnTo>
                    <a:pt x="11171" y="3450"/>
                  </a:lnTo>
                  <a:lnTo>
                    <a:pt x="10890" y="2848"/>
                  </a:lnTo>
                  <a:lnTo>
                    <a:pt x="10850" y="2828"/>
                  </a:lnTo>
                  <a:lnTo>
                    <a:pt x="10770" y="2808"/>
                  </a:lnTo>
                  <a:lnTo>
                    <a:pt x="10690" y="2788"/>
                  </a:lnTo>
                  <a:lnTo>
                    <a:pt x="10670" y="2808"/>
                  </a:lnTo>
                  <a:lnTo>
                    <a:pt x="10650" y="2848"/>
                  </a:lnTo>
                  <a:lnTo>
                    <a:pt x="9808" y="7561"/>
                  </a:lnTo>
                  <a:lnTo>
                    <a:pt x="9386" y="9928"/>
                  </a:lnTo>
                  <a:lnTo>
                    <a:pt x="9005" y="12294"/>
                  </a:lnTo>
                  <a:lnTo>
                    <a:pt x="8624" y="14660"/>
                  </a:lnTo>
                  <a:lnTo>
                    <a:pt x="8263" y="17027"/>
                  </a:lnTo>
                  <a:lnTo>
                    <a:pt x="7902" y="19393"/>
                  </a:lnTo>
                  <a:lnTo>
                    <a:pt x="7581" y="21780"/>
                  </a:lnTo>
                  <a:lnTo>
                    <a:pt x="7100" y="20416"/>
                  </a:lnTo>
                  <a:lnTo>
                    <a:pt x="6599" y="19052"/>
                  </a:lnTo>
                  <a:lnTo>
                    <a:pt x="5596" y="16345"/>
                  </a:lnTo>
                  <a:lnTo>
                    <a:pt x="5095" y="14981"/>
                  </a:lnTo>
                  <a:lnTo>
                    <a:pt x="4613" y="13618"/>
                  </a:lnTo>
                  <a:lnTo>
                    <a:pt x="4152" y="12234"/>
                  </a:lnTo>
                  <a:lnTo>
                    <a:pt x="3711" y="10850"/>
                  </a:lnTo>
                  <a:lnTo>
                    <a:pt x="3310" y="9486"/>
                  </a:lnTo>
                  <a:lnTo>
                    <a:pt x="2929" y="8123"/>
                  </a:lnTo>
                  <a:lnTo>
                    <a:pt x="2528" y="6759"/>
                  </a:lnTo>
                  <a:lnTo>
                    <a:pt x="2127" y="5395"/>
                  </a:lnTo>
                  <a:lnTo>
                    <a:pt x="1706" y="4052"/>
                  </a:lnTo>
                  <a:lnTo>
                    <a:pt x="1244" y="2708"/>
                  </a:lnTo>
                  <a:lnTo>
                    <a:pt x="1004" y="2026"/>
                  </a:lnTo>
                  <a:lnTo>
                    <a:pt x="743" y="1364"/>
                  </a:lnTo>
                  <a:lnTo>
                    <a:pt x="482" y="702"/>
                  </a:lnTo>
                  <a:lnTo>
                    <a:pt x="201" y="61"/>
                  </a:lnTo>
                  <a:lnTo>
                    <a:pt x="161" y="21"/>
                  </a:lnTo>
                  <a:lnTo>
                    <a:pt x="14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26"/>
            <p:cNvSpPr/>
            <p:nvPr/>
          </p:nvSpPr>
          <p:spPr>
            <a:xfrm>
              <a:off x="11241025" y="4391588"/>
              <a:ext cx="49150" cy="49175"/>
            </a:xfrm>
            <a:custGeom>
              <a:avLst/>
              <a:gdLst/>
              <a:ahLst/>
              <a:cxnLst/>
              <a:rect l="l" t="t" r="r" b="b"/>
              <a:pathLst>
                <a:path w="1966" h="1967" extrusionOk="0">
                  <a:moveTo>
                    <a:pt x="822" y="1"/>
                  </a:moveTo>
                  <a:lnTo>
                    <a:pt x="722" y="21"/>
                  </a:lnTo>
                  <a:lnTo>
                    <a:pt x="622" y="61"/>
                  </a:lnTo>
                  <a:lnTo>
                    <a:pt x="521" y="101"/>
                  </a:lnTo>
                  <a:lnTo>
                    <a:pt x="421" y="161"/>
                  </a:lnTo>
                  <a:lnTo>
                    <a:pt x="261" y="302"/>
                  </a:lnTo>
                  <a:lnTo>
                    <a:pt x="140" y="482"/>
                  </a:lnTo>
                  <a:lnTo>
                    <a:pt x="40" y="683"/>
                  </a:lnTo>
                  <a:lnTo>
                    <a:pt x="0" y="883"/>
                  </a:lnTo>
                  <a:lnTo>
                    <a:pt x="0" y="1004"/>
                  </a:lnTo>
                  <a:lnTo>
                    <a:pt x="0" y="1124"/>
                  </a:lnTo>
                  <a:lnTo>
                    <a:pt x="40" y="1284"/>
                  </a:lnTo>
                  <a:lnTo>
                    <a:pt x="100" y="1445"/>
                  </a:lnTo>
                  <a:lnTo>
                    <a:pt x="201" y="1605"/>
                  </a:lnTo>
                  <a:lnTo>
                    <a:pt x="341" y="1725"/>
                  </a:lnTo>
                  <a:lnTo>
                    <a:pt x="501" y="1846"/>
                  </a:lnTo>
                  <a:lnTo>
                    <a:pt x="682" y="1926"/>
                  </a:lnTo>
                  <a:lnTo>
                    <a:pt x="882" y="1966"/>
                  </a:lnTo>
                  <a:lnTo>
                    <a:pt x="1103" y="1966"/>
                  </a:lnTo>
                  <a:lnTo>
                    <a:pt x="1243" y="1946"/>
                  </a:lnTo>
                  <a:lnTo>
                    <a:pt x="1384" y="1906"/>
                  </a:lnTo>
                  <a:lnTo>
                    <a:pt x="1504" y="1846"/>
                  </a:lnTo>
                  <a:lnTo>
                    <a:pt x="1604" y="1766"/>
                  </a:lnTo>
                  <a:lnTo>
                    <a:pt x="1705" y="1665"/>
                  </a:lnTo>
                  <a:lnTo>
                    <a:pt x="1785" y="1565"/>
                  </a:lnTo>
                  <a:lnTo>
                    <a:pt x="1865" y="1445"/>
                  </a:lnTo>
                  <a:lnTo>
                    <a:pt x="1905" y="1304"/>
                  </a:lnTo>
                  <a:lnTo>
                    <a:pt x="1945" y="1204"/>
                  </a:lnTo>
                  <a:lnTo>
                    <a:pt x="1965" y="1084"/>
                  </a:lnTo>
                  <a:lnTo>
                    <a:pt x="1965" y="963"/>
                  </a:lnTo>
                  <a:lnTo>
                    <a:pt x="1965" y="863"/>
                  </a:lnTo>
                  <a:lnTo>
                    <a:pt x="1945" y="743"/>
                  </a:lnTo>
                  <a:lnTo>
                    <a:pt x="1905" y="643"/>
                  </a:lnTo>
                  <a:lnTo>
                    <a:pt x="1865" y="542"/>
                  </a:lnTo>
                  <a:lnTo>
                    <a:pt x="1805" y="442"/>
                  </a:lnTo>
                  <a:lnTo>
                    <a:pt x="1745" y="362"/>
                  </a:lnTo>
                  <a:lnTo>
                    <a:pt x="1665" y="282"/>
                  </a:lnTo>
                  <a:lnTo>
                    <a:pt x="1584" y="201"/>
                  </a:lnTo>
                  <a:lnTo>
                    <a:pt x="1504" y="141"/>
                  </a:lnTo>
                  <a:lnTo>
                    <a:pt x="1404" y="81"/>
                  </a:lnTo>
                  <a:lnTo>
                    <a:pt x="1284" y="41"/>
                  </a:lnTo>
                  <a:lnTo>
                    <a:pt x="1183" y="2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26"/>
            <p:cNvSpPr/>
            <p:nvPr/>
          </p:nvSpPr>
          <p:spPr>
            <a:xfrm>
              <a:off x="11700750" y="5008263"/>
              <a:ext cx="49175" cy="49175"/>
            </a:xfrm>
            <a:custGeom>
              <a:avLst/>
              <a:gdLst/>
              <a:ahLst/>
              <a:cxnLst/>
              <a:rect l="l" t="t" r="r" b="b"/>
              <a:pathLst>
                <a:path w="1967" h="1967" extrusionOk="0">
                  <a:moveTo>
                    <a:pt x="823" y="1"/>
                  </a:moveTo>
                  <a:lnTo>
                    <a:pt x="723" y="21"/>
                  </a:lnTo>
                  <a:lnTo>
                    <a:pt x="623" y="61"/>
                  </a:lnTo>
                  <a:lnTo>
                    <a:pt x="522" y="121"/>
                  </a:lnTo>
                  <a:lnTo>
                    <a:pt x="442" y="161"/>
                  </a:lnTo>
                  <a:lnTo>
                    <a:pt x="282" y="302"/>
                  </a:lnTo>
                  <a:lnTo>
                    <a:pt x="141" y="482"/>
                  </a:lnTo>
                  <a:lnTo>
                    <a:pt x="61" y="683"/>
                  </a:lnTo>
                  <a:lnTo>
                    <a:pt x="1" y="903"/>
                  </a:lnTo>
                  <a:lnTo>
                    <a:pt x="1" y="1004"/>
                  </a:lnTo>
                  <a:lnTo>
                    <a:pt x="1" y="1124"/>
                  </a:lnTo>
                  <a:lnTo>
                    <a:pt x="41" y="1284"/>
                  </a:lnTo>
                  <a:lnTo>
                    <a:pt x="101" y="1445"/>
                  </a:lnTo>
                  <a:lnTo>
                    <a:pt x="222" y="1605"/>
                  </a:lnTo>
                  <a:lnTo>
                    <a:pt x="342" y="1746"/>
                  </a:lnTo>
                  <a:lnTo>
                    <a:pt x="502" y="1846"/>
                  </a:lnTo>
                  <a:lnTo>
                    <a:pt x="683" y="1926"/>
                  </a:lnTo>
                  <a:lnTo>
                    <a:pt x="883" y="1966"/>
                  </a:lnTo>
                  <a:lnTo>
                    <a:pt x="1124" y="1966"/>
                  </a:lnTo>
                  <a:lnTo>
                    <a:pt x="1244" y="1946"/>
                  </a:lnTo>
                  <a:lnTo>
                    <a:pt x="1385" y="1906"/>
                  </a:lnTo>
                  <a:lnTo>
                    <a:pt x="1505" y="1846"/>
                  </a:lnTo>
                  <a:lnTo>
                    <a:pt x="1605" y="1766"/>
                  </a:lnTo>
                  <a:lnTo>
                    <a:pt x="1706" y="1665"/>
                  </a:lnTo>
                  <a:lnTo>
                    <a:pt x="1786" y="1565"/>
                  </a:lnTo>
                  <a:lnTo>
                    <a:pt x="1866" y="1445"/>
                  </a:lnTo>
                  <a:lnTo>
                    <a:pt x="1906" y="1324"/>
                  </a:lnTo>
                  <a:lnTo>
                    <a:pt x="1946" y="1204"/>
                  </a:lnTo>
                  <a:lnTo>
                    <a:pt x="1966" y="1084"/>
                  </a:lnTo>
                  <a:lnTo>
                    <a:pt x="1966" y="964"/>
                  </a:lnTo>
                  <a:lnTo>
                    <a:pt x="1966" y="863"/>
                  </a:lnTo>
                  <a:lnTo>
                    <a:pt x="1946" y="743"/>
                  </a:lnTo>
                  <a:lnTo>
                    <a:pt x="1906" y="643"/>
                  </a:lnTo>
                  <a:lnTo>
                    <a:pt x="1866" y="542"/>
                  </a:lnTo>
                  <a:lnTo>
                    <a:pt x="1806" y="442"/>
                  </a:lnTo>
                  <a:lnTo>
                    <a:pt x="1746" y="362"/>
                  </a:lnTo>
                  <a:lnTo>
                    <a:pt x="1666" y="282"/>
                  </a:lnTo>
                  <a:lnTo>
                    <a:pt x="1585" y="201"/>
                  </a:lnTo>
                  <a:lnTo>
                    <a:pt x="1505" y="141"/>
                  </a:lnTo>
                  <a:lnTo>
                    <a:pt x="1405" y="81"/>
                  </a:lnTo>
                  <a:lnTo>
                    <a:pt x="1284" y="41"/>
                  </a:lnTo>
                  <a:lnTo>
                    <a:pt x="1184" y="21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26"/>
            <p:cNvSpPr/>
            <p:nvPr/>
          </p:nvSpPr>
          <p:spPr>
            <a:xfrm>
              <a:off x="11503725" y="4464788"/>
              <a:ext cx="49650" cy="49175"/>
            </a:xfrm>
            <a:custGeom>
              <a:avLst/>
              <a:gdLst/>
              <a:ahLst/>
              <a:cxnLst/>
              <a:rect l="l" t="t" r="r" b="b"/>
              <a:pathLst>
                <a:path w="1986" h="1967" extrusionOk="0">
                  <a:moveTo>
                    <a:pt x="843" y="1"/>
                  </a:moveTo>
                  <a:lnTo>
                    <a:pt x="723" y="21"/>
                  </a:lnTo>
                  <a:lnTo>
                    <a:pt x="622" y="61"/>
                  </a:lnTo>
                  <a:lnTo>
                    <a:pt x="522" y="101"/>
                  </a:lnTo>
                  <a:lnTo>
                    <a:pt x="442" y="161"/>
                  </a:lnTo>
                  <a:lnTo>
                    <a:pt x="281" y="302"/>
                  </a:lnTo>
                  <a:lnTo>
                    <a:pt x="141" y="482"/>
                  </a:lnTo>
                  <a:lnTo>
                    <a:pt x="61" y="683"/>
                  </a:lnTo>
                  <a:lnTo>
                    <a:pt x="1" y="883"/>
                  </a:lnTo>
                  <a:lnTo>
                    <a:pt x="1" y="1003"/>
                  </a:lnTo>
                  <a:lnTo>
                    <a:pt x="1" y="1124"/>
                  </a:lnTo>
                  <a:lnTo>
                    <a:pt x="41" y="1284"/>
                  </a:lnTo>
                  <a:lnTo>
                    <a:pt x="121" y="1445"/>
                  </a:lnTo>
                  <a:lnTo>
                    <a:pt x="221" y="1605"/>
                  </a:lnTo>
                  <a:lnTo>
                    <a:pt x="342" y="1725"/>
                  </a:lnTo>
                  <a:lnTo>
                    <a:pt x="502" y="1846"/>
                  </a:lnTo>
                  <a:lnTo>
                    <a:pt x="682" y="1926"/>
                  </a:lnTo>
                  <a:lnTo>
                    <a:pt x="903" y="1966"/>
                  </a:lnTo>
                  <a:lnTo>
                    <a:pt x="1124" y="1966"/>
                  </a:lnTo>
                  <a:lnTo>
                    <a:pt x="1264" y="1946"/>
                  </a:lnTo>
                  <a:lnTo>
                    <a:pt x="1384" y="1906"/>
                  </a:lnTo>
                  <a:lnTo>
                    <a:pt x="1505" y="1846"/>
                  </a:lnTo>
                  <a:lnTo>
                    <a:pt x="1605" y="1766"/>
                  </a:lnTo>
                  <a:lnTo>
                    <a:pt x="1705" y="1665"/>
                  </a:lnTo>
                  <a:lnTo>
                    <a:pt x="1785" y="1565"/>
                  </a:lnTo>
                  <a:lnTo>
                    <a:pt x="1866" y="1445"/>
                  </a:lnTo>
                  <a:lnTo>
                    <a:pt x="1926" y="1324"/>
                  </a:lnTo>
                  <a:lnTo>
                    <a:pt x="1946" y="1204"/>
                  </a:lnTo>
                  <a:lnTo>
                    <a:pt x="1966" y="1084"/>
                  </a:lnTo>
                  <a:lnTo>
                    <a:pt x="1986" y="963"/>
                  </a:lnTo>
                  <a:lnTo>
                    <a:pt x="1966" y="863"/>
                  </a:lnTo>
                  <a:lnTo>
                    <a:pt x="1946" y="743"/>
                  </a:lnTo>
                  <a:lnTo>
                    <a:pt x="1906" y="643"/>
                  </a:lnTo>
                  <a:lnTo>
                    <a:pt x="1866" y="542"/>
                  </a:lnTo>
                  <a:lnTo>
                    <a:pt x="1826" y="442"/>
                  </a:lnTo>
                  <a:lnTo>
                    <a:pt x="1745" y="362"/>
                  </a:lnTo>
                  <a:lnTo>
                    <a:pt x="1685" y="282"/>
                  </a:lnTo>
                  <a:lnTo>
                    <a:pt x="1585" y="201"/>
                  </a:lnTo>
                  <a:lnTo>
                    <a:pt x="1505" y="141"/>
                  </a:lnTo>
                  <a:lnTo>
                    <a:pt x="1404" y="81"/>
                  </a:lnTo>
                  <a:lnTo>
                    <a:pt x="1284" y="41"/>
                  </a:lnTo>
                  <a:lnTo>
                    <a:pt x="1184" y="2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26"/>
            <p:cNvSpPr/>
            <p:nvPr/>
          </p:nvSpPr>
          <p:spPr>
            <a:xfrm>
              <a:off x="11419000" y="4969163"/>
              <a:ext cx="49150" cy="49675"/>
            </a:xfrm>
            <a:custGeom>
              <a:avLst/>
              <a:gdLst/>
              <a:ahLst/>
              <a:cxnLst/>
              <a:rect l="l" t="t" r="r" b="b"/>
              <a:pathLst>
                <a:path w="1966" h="1987" extrusionOk="0">
                  <a:moveTo>
                    <a:pt x="943" y="1"/>
                  </a:moveTo>
                  <a:lnTo>
                    <a:pt x="823" y="21"/>
                  </a:lnTo>
                  <a:lnTo>
                    <a:pt x="722" y="41"/>
                  </a:lnTo>
                  <a:lnTo>
                    <a:pt x="622" y="81"/>
                  </a:lnTo>
                  <a:lnTo>
                    <a:pt x="522" y="121"/>
                  </a:lnTo>
                  <a:lnTo>
                    <a:pt x="422" y="181"/>
                  </a:lnTo>
                  <a:lnTo>
                    <a:pt x="261" y="322"/>
                  </a:lnTo>
                  <a:lnTo>
                    <a:pt x="141" y="502"/>
                  </a:lnTo>
                  <a:lnTo>
                    <a:pt x="61" y="682"/>
                  </a:lnTo>
                  <a:lnTo>
                    <a:pt x="0" y="903"/>
                  </a:lnTo>
                  <a:lnTo>
                    <a:pt x="0" y="1023"/>
                  </a:lnTo>
                  <a:lnTo>
                    <a:pt x="0" y="1124"/>
                  </a:lnTo>
                  <a:lnTo>
                    <a:pt x="40" y="1304"/>
                  </a:lnTo>
                  <a:lnTo>
                    <a:pt x="101" y="1465"/>
                  </a:lnTo>
                  <a:lnTo>
                    <a:pt x="201" y="1625"/>
                  </a:lnTo>
                  <a:lnTo>
                    <a:pt x="341" y="1745"/>
                  </a:lnTo>
                  <a:lnTo>
                    <a:pt x="502" y="1866"/>
                  </a:lnTo>
                  <a:lnTo>
                    <a:pt x="682" y="1946"/>
                  </a:lnTo>
                  <a:lnTo>
                    <a:pt x="883" y="1986"/>
                  </a:lnTo>
                  <a:lnTo>
                    <a:pt x="1123" y="1986"/>
                  </a:lnTo>
                  <a:lnTo>
                    <a:pt x="1244" y="1966"/>
                  </a:lnTo>
                  <a:lnTo>
                    <a:pt x="1384" y="1926"/>
                  </a:lnTo>
                  <a:lnTo>
                    <a:pt x="1504" y="1846"/>
                  </a:lnTo>
                  <a:lnTo>
                    <a:pt x="1605" y="1785"/>
                  </a:lnTo>
                  <a:lnTo>
                    <a:pt x="1705" y="1685"/>
                  </a:lnTo>
                  <a:lnTo>
                    <a:pt x="1785" y="1585"/>
                  </a:lnTo>
                  <a:lnTo>
                    <a:pt x="1865" y="1465"/>
                  </a:lnTo>
                  <a:lnTo>
                    <a:pt x="1906" y="1324"/>
                  </a:lnTo>
                  <a:lnTo>
                    <a:pt x="1946" y="1224"/>
                  </a:lnTo>
                  <a:lnTo>
                    <a:pt x="1966" y="1104"/>
                  </a:lnTo>
                  <a:lnTo>
                    <a:pt x="1966" y="983"/>
                  </a:lnTo>
                  <a:lnTo>
                    <a:pt x="1966" y="863"/>
                  </a:lnTo>
                  <a:lnTo>
                    <a:pt x="1946" y="763"/>
                  </a:lnTo>
                  <a:lnTo>
                    <a:pt x="1906" y="662"/>
                  </a:lnTo>
                  <a:lnTo>
                    <a:pt x="1865" y="562"/>
                  </a:lnTo>
                  <a:lnTo>
                    <a:pt x="1805" y="462"/>
                  </a:lnTo>
                  <a:lnTo>
                    <a:pt x="1745" y="382"/>
                  </a:lnTo>
                  <a:lnTo>
                    <a:pt x="1665" y="281"/>
                  </a:lnTo>
                  <a:lnTo>
                    <a:pt x="1585" y="221"/>
                  </a:lnTo>
                  <a:lnTo>
                    <a:pt x="1504" y="161"/>
                  </a:lnTo>
                  <a:lnTo>
                    <a:pt x="1404" y="101"/>
                  </a:lnTo>
                  <a:lnTo>
                    <a:pt x="1284" y="61"/>
                  </a:lnTo>
                  <a:lnTo>
                    <a:pt x="1184" y="21"/>
                  </a:lnTo>
                  <a:lnTo>
                    <a:pt x="1063" y="21"/>
                  </a:lnTo>
                  <a:lnTo>
                    <a:pt x="9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26"/>
            <p:cNvSpPr/>
            <p:nvPr/>
          </p:nvSpPr>
          <p:spPr>
            <a:xfrm>
              <a:off x="12105350" y="4403638"/>
              <a:ext cx="49675" cy="49650"/>
            </a:xfrm>
            <a:custGeom>
              <a:avLst/>
              <a:gdLst/>
              <a:ahLst/>
              <a:cxnLst/>
              <a:rect l="l" t="t" r="r" b="b"/>
              <a:pathLst>
                <a:path w="1987" h="1986" extrusionOk="0">
                  <a:moveTo>
                    <a:pt x="944" y="0"/>
                  </a:moveTo>
                  <a:lnTo>
                    <a:pt x="843" y="20"/>
                  </a:lnTo>
                  <a:lnTo>
                    <a:pt x="743" y="40"/>
                  </a:lnTo>
                  <a:lnTo>
                    <a:pt x="623" y="80"/>
                  </a:lnTo>
                  <a:lnTo>
                    <a:pt x="542" y="120"/>
                  </a:lnTo>
                  <a:lnTo>
                    <a:pt x="442" y="181"/>
                  </a:lnTo>
                  <a:lnTo>
                    <a:pt x="282" y="321"/>
                  </a:lnTo>
                  <a:lnTo>
                    <a:pt x="161" y="481"/>
                  </a:lnTo>
                  <a:lnTo>
                    <a:pt x="61" y="682"/>
                  </a:lnTo>
                  <a:lnTo>
                    <a:pt x="21" y="903"/>
                  </a:lnTo>
                  <a:lnTo>
                    <a:pt x="1" y="1023"/>
                  </a:lnTo>
                  <a:lnTo>
                    <a:pt x="21" y="1123"/>
                  </a:lnTo>
                  <a:lnTo>
                    <a:pt x="41" y="1304"/>
                  </a:lnTo>
                  <a:lnTo>
                    <a:pt x="121" y="1464"/>
                  </a:lnTo>
                  <a:lnTo>
                    <a:pt x="222" y="1604"/>
                  </a:lnTo>
                  <a:lnTo>
                    <a:pt x="362" y="1745"/>
                  </a:lnTo>
                  <a:lnTo>
                    <a:pt x="522" y="1865"/>
                  </a:lnTo>
                  <a:lnTo>
                    <a:pt x="703" y="1925"/>
                  </a:lnTo>
                  <a:lnTo>
                    <a:pt x="903" y="1986"/>
                  </a:lnTo>
                  <a:lnTo>
                    <a:pt x="1124" y="1986"/>
                  </a:lnTo>
                  <a:lnTo>
                    <a:pt x="1264" y="1965"/>
                  </a:lnTo>
                  <a:lnTo>
                    <a:pt x="1385" y="1905"/>
                  </a:lnTo>
                  <a:lnTo>
                    <a:pt x="1505" y="1845"/>
                  </a:lnTo>
                  <a:lnTo>
                    <a:pt x="1625" y="1765"/>
                  </a:lnTo>
                  <a:lnTo>
                    <a:pt x="1706" y="1685"/>
                  </a:lnTo>
                  <a:lnTo>
                    <a:pt x="1806" y="1564"/>
                  </a:lnTo>
                  <a:lnTo>
                    <a:pt x="1866" y="1444"/>
                  </a:lnTo>
                  <a:lnTo>
                    <a:pt x="1926" y="1324"/>
                  </a:lnTo>
                  <a:lnTo>
                    <a:pt x="1966" y="1203"/>
                  </a:lnTo>
                  <a:lnTo>
                    <a:pt x="1986" y="1103"/>
                  </a:lnTo>
                  <a:lnTo>
                    <a:pt x="1986" y="983"/>
                  </a:lnTo>
                  <a:lnTo>
                    <a:pt x="1986" y="862"/>
                  </a:lnTo>
                  <a:lnTo>
                    <a:pt x="1946" y="762"/>
                  </a:lnTo>
                  <a:lnTo>
                    <a:pt x="1926" y="662"/>
                  </a:lnTo>
                  <a:lnTo>
                    <a:pt x="1886" y="542"/>
                  </a:lnTo>
                  <a:lnTo>
                    <a:pt x="1826" y="461"/>
                  </a:lnTo>
                  <a:lnTo>
                    <a:pt x="1766" y="361"/>
                  </a:lnTo>
                  <a:lnTo>
                    <a:pt x="1686" y="281"/>
                  </a:lnTo>
                  <a:lnTo>
                    <a:pt x="1605" y="221"/>
                  </a:lnTo>
                  <a:lnTo>
                    <a:pt x="1505" y="161"/>
                  </a:lnTo>
                  <a:lnTo>
                    <a:pt x="1405" y="100"/>
                  </a:lnTo>
                  <a:lnTo>
                    <a:pt x="1305" y="60"/>
                  </a:lnTo>
                  <a:lnTo>
                    <a:pt x="1184" y="20"/>
                  </a:lnTo>
                  <a:lnTo>
                    <a:pt x="10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26"/>
            <p:cNvSpPr/>
            <p:nvPr/>
          </p:nvSpPr>
          <p:spPr>
            <a:xfrm>
              <a:off x="11812575" y="4458288"/>
              <a:ext cx="49150" cy="49650"/>
            </a:xfrm>
            <a:custGeom>
              <a:avLst/>
              <a:gdLst/>
              <a:ahLst/>
              <a:cxnLst/>
              <a:rect l="l" t="t" r="r" b="b"/>
              <a:pathLst>
                <a:path w="1966" h="1986" extrusionOk="0">
                  <a:moveTo>
                    <a:pt x="943" y="0"/>
                  </a:moveTo>
                  <a:lnTo>
                    <a:pt x="822" y="20"/>
                  </a:lnTo>
                  <a:lnTo>
                    <a:pt x="722" y="40"/>
                  </a:lnTo>
                  <a:lnTo>
                    <a:pt x="622" y="80"/>
                  </a:lnTo>
                  <a:lnTo>
                    <a:pt x="522" y="120"/>
                  </a:lnTo>
                  <a:lnTo>
                    <a:pt x="441" y="181"/>
                  </a:lnTo>
                  <a:lnTo>
                    <a:pt x="281" y="321"/>
                  </a:lnTo>
                  <a:lnTo>
                    <a:pt x="141" y="481"/>
                  </a:lnTo>
                  <a:lnTo>
                    <a:pt x="60" y="682"/>
                  </a:lnTo>
                  <a:lnTo>
                    <a:pt x="0" y="903"/>
                  </a:lnTo>
                  <a:lnTo>
                    <a:pt x="0" y="1023"/>
                  </a:lnTo>
                  <a:lnTo>
                    <a:pt x="0" y="1123"/>
                  </a:lnTo>
                  <a:lnTo>
                    <a:pt x="40" y="1304"/>
                  </a:lnTo>
                  <a:lnTo>
                    <a:pt x="100" y="1464"/>
                  </a:lnTo>
                  <a:lnTo>
                    <a:pt x="221" y="1604"/>
                  </a:lnTo>
                  <a:lnTo>
                    <a:pt x="341" y="1745"/>
                  </a:lnTo>
                  <a:lnTo>
                    <a:pt x="502" y="1865"/>
                  </a:lnTo>
                  <a:lnTo>
                    <a:pt x="682" y="1945"/>
                  </a:lnTo>
                  <a:lnTo>
                    <a:pt x="883" y="1985"/>
                  </a:lnTo>
                  <a:lnTo>
                    <a:pt x="1123" y="1985"/>
                  </a:lnTo>
                  <a:lnTo>
                    <a:pt x="1244" y="1965"/>
                  </a:lnTo>
                  <a:lnTo>
                    <a:pt x="1384" y="1905"/>
                  </a:lnTo>
                  <a:lnTo>
                    <a:pt x="1504" y="1845"/>
                  </a:lnTo>
                  <a:lnTo>
                    <a:pt x="1605" y="1765"/>
                  </a:lnTo>
                  <a:lnTo>
                    <a:pt x="1705" y="1685"/>
                  </a:lnTo>
                  <a:lnTo>
                    <a:pt x="1785" y="1564"/>
                  </a:lnTo>
                  <a:lnTo>
                    <a:pt x="1865" y="1444"/>
                  </a:lnTo>
                  <a:lnTo>
                    <a:pt x="1905" y="1324"/>
                  </a:lnTo>
                  <a:lnTo>
                    <a:pt x="1945" y="1203"/>
                  </a:lnTo>
                  <a:lnTo>
                    <a:pt x="1965" y="1103"/>
                  </a:lnTo>
                  <a:lnTo>
                    <a:pt x="1965" y="983"/>
                  </a:lnTo>
                  <a:lnTo>
                    <a:pt x="1965" y="862"/>
                  </a:lnTo>
                  <a:lnTo>
                    <a:pt x="1945" y="762"/>
                  </a:lnTo>
                  <a:lnTo>
                    <a:pt x="1905" y="662"/>
                  </a:lnTo>
                  <a:lnTo>
                    <a:pt x="1865" y="542"/>
                  </a:lnTo>
                  <a:lnTo>
                    <a:pt x="1805" y="461"/>
                  </a:lnTo>
                  <a:lnTo>
                    <a:pt x="1745" y="361"/>
                  </a:lnTo>
                  <a:lnTo>
                    <a:pt x="1665" y="281"/>
                  </a:lnTo>
                  <a:lnTo>
                    <a:pt x="1584" y="221"/>
                  </a:lnTo>
                  <a:lnTo>
                    <a:pt x="1504" y="160"/>
                  </a:lnTo>
                  <a:lnTo>
                    <a:pt x="1404" y="100"/>
                  </a:lnTo>
                  <a:lnTo>
                    <a:pt x="1284" y="60"/>
                  </a:lnTo>
                  <a:lnTo>
                    <a:pt x="1183" y="20"/>
                  </a:lnTo>
                  <a:lnTo>
                    <a:pt x="10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26"/>
            <p:cNvSpPr/>
            <p:nvPr/>
          </p:nvSpPr>
          <p:spPr>
            <a:xfrm>
              <a:off x="11982525" y="4983213"/>
              <a:ext cx="49650" cy="49650"/>
            </a:xfrm>
            <a:custGeom>
              <a:avLst/>
              <a:gdLst/>
              <a:ahLst/>
              <a:cxnLst/>
              <a:rect l="l" t="t" r="r" b="b"/>
              <a:pathLst>
                <a:path w="1986" h="1986" extrusionOk="0">
                  <a:moveTo>
                    <a:pt x="943" y="0"/>
                  </a:moveTo>
                  <a:lnTo>
                    <a:pt x="843" y="20"/>
                  </a:lnTo>
                  <a:lnTo>
                    <a:pt x="723" y="40"/>
                  </a:lnTo>
                  <a:lnTo>
                    <a:pt x="622" y="80"/>
                  </a:lnTo>
                  <a:lnTo>
                    <a:pt x="522" y="120"/>
                  </a:lnTo>
                  <a:lnTo>
                    <a:pt x="442" y="181"/>
                  </a:lnTo>
                  <a:lnTo>
                    <a:pt x="281" y="321"/>
                  </a:lnTo>
                  <a:lnTo>
                    <a:pt x="141" y="502"/>
                  </a:lnTo>
                  <a:lnTo>
                    <a:pt x="61" y="682"/>
                  </a:lnTo>
                  <a:lnTo>
                    <a:pt x="1" y="903"/>
                  </a:lnTo>
                  <a:lnTo>
                    <a:pt x="1" y="1023"/>
                  </a:lnTo>
                  <a:lnTo>
                    <a:pt x="1" y="1123"/>
                  </a:lnTo>
                  <a:lnTo>
                    <a:pt x="41" y="1304"/>
                  </a:lnTo>
                  <a:lnTo>
                    <a:pt x="121" y="1464"/>
                  </a:lnTo>
                  <a:lnTo>
                    <a:pt x="221" y="1625"/>
                  </a:lnTo>
                  <a:lnTo>
                    <a:pt x="342" y="1745"/>
                  </a:lnTo>
                  <a:lnTo>
                    <a:pt x="502" y="1865"/>
                  </a:lnTo>
                  <a:lnTo>
                    <a:pt x="682" y="1945"/>
                  </a:lnTo>
                  <a:lnTo>
                    <a:pt x="903" y="1986"/>
                  </a:lnTo>
                  <a:lnTo>
                    <a:pt x="1124" y="1986"/>
                  </a:lnTo>
                  <a:lnTo>
                    <a:pt x="1264" y="1966"/>
                  </a:lnTo>
                  <a:lnTo>
                    <a:pt x="1384" y="1925"/>
                  </a:lnTo>
                  <a:lnTo>
                    <a:pt x="1505" y="1845"/>
                  </a:lnTo>
                  <a:lnTo>
                    <a:pt x="1605" y="1785"/>
                  </a:lnTo>
                  <a:lnTo>
                    <a:pt x="1705" y="1685"/>
                  </a:lnTo>
                  <a:lnTo>
                    <a:pt x="1785" y="1584"/>
                  </a:lnTo>
                  <a:lnTo>
                    <a:pt x="1866" y="1464"/>
                  </a:lnTo>
                  <a:lnTo>
                    <a:pt x="1926" y="1324"/>
                  </a:lnTo>
                  <a:lnTo>
                    <a:pt x="1946" y="1223"/>
                  </a:lnTo>
                  <a:lnTo>
                    <a:pt x="1966" y="1103"/>
                  </a:lnTo>
                  <a:lnTo>
                    <a:pt x="1986" y="983"/>
                  </a:lnTo>
                  <a:lnTo>
                    <a:pt x="1966" y="863"/>
                  </a:lnTo>
                  <a:lnTo>
                    <a:pt x="1946" y="762"/>
                  </a:lnTo>
                  <a:lnTo>
                    <a:pt x="1926" y="662"/>
                  </a:lnTo>
                  <a:lnTo>
                    <a:pt x="1866" y="562"/>
                  </a:lnTo>
                  <a:lnTo>
                    <a:pt x="1826" y="461"/>
                  </a:lnTo>
                  <a:lnTo>
                    <a:pt x="1745" y="381"/>
                  </a:lnTo>
                  <a:lnTo>
                    <a:pt x="1685" y="281"/>
                  </a:lnTo>
                  <a:lnTo>
                    <a:pt x="1585" y="221"/>
                  </a:lnTo>
                  <a:lnTo>
                    <a:pt x="1505" y="161"/>
                  </a:lnTo>
                  <a:lnTo>
                    <a:pt x="1404" y="100"/>
                  </a:lnTo>
                  <a:lnTo>
                    <a:pt x="1304" y="60"/>
                  </a:lnTo>
                  <a:lnTo>
                    <a:pt x="1184" y="20"/>
                  </a:lnTo>
                  <a:lnTo>
                    <a:pt x="1064" y="20"/>
                  </a:lnTo>
                  <a:lnTo>
                    <a:pt x="9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26"/>
            <p:cNvSpPr/>
            <p:nvPr/>
          </p:nvSpPr>
          <p:spPr>
            <a:xfrm>
              <a:off x="11386900" y="4083763"/>
              <a:ext cx="726000" cy="320400"/>
            </a:xfrm>
            <a:custGeom>
              <a:avLst/>
              <a:gdLst/>
              <a:ahLst/>
              <a:cxnLst/>
              <a:rect l="l" t="t" r="r" b="b"/>
              <a:pathLst>
                <a:path w="29040" h="12816" extrusionOk="0">
                  <a:moveTo>
                    <a:pt x="28699" y="0"/>
                  </a:moveTo>
                  <a:lnTo>
                    <a:pt x="28518" y="20"/>
                  </a:lnTo>
                  <a:lnTo>
                    <a:pt x="28258" y="81"/>
                  </a:lnTo>
                  <a:lnTo>
                    <a:pt x="27897" y="181"/>
                  </a:lnTo>
                  <a:lnTo>
                    <a:pt x="27476" y="301"/>
                  </a:lnTo>
                  <a:lnTo>
                    <a:pt x="26433" y="662"/>
                  </a:lnTo>
                  <a:lnTo>
                    <a:pt x="25149" y="1123"/>
                  </a:lnTo>
                  <a:lnTo>
                    <a:pt x="23645" y="1685"/>
                  </a:lnTo>
                  <a:lnTo>
                    <a:pt x="21981" y="2327"/>
                  </a:lnTo>
                  <a:lnTo>
                    <a:pt x="18331" y="3771"/>
                  </a:lnTo>
                  <a:lnTo>
                    <a:pt x="17749" y="3991"/>
                  </a:lnTo>
                  <a:lnTo>
                    <a:pt x="16786" y="4392"/>
                  </a:lnTo>
                  <a:lnTo>
                    <a:pt x="12876" y="5957"/>
                  </a:lnTo>
                  <a:lnTo>
                    <a:pt x="6418" y="8564"/>
                  </a:lnTo>
                  <a:lnTo>
                    <a:pt x="6077" y="8644"/>
                  </a:lnTo>
                  <a:lnTo>
                    <a:pt x="5757" y="8724"/>
                  </a:lnTo>
                  <a:lnTo>
                    <a:pt x="5095" y="8844"/>
                  </a:lnTo>
                  <a:lnTo>
                    <a:pt x="4473" y="8925"/>
                  </a:lnTo>
                  <a:lnTo>
                    <a:pt x="3871" y="9005"/>
                  </a:lnTo>
                  <a:lnTo>
                    <a:pt x="3270" y="9085"/>
                  </a:lnTo>
                  <a:lnTo>
                    <a:pt x="2688" y="9185"/>
                  </a:lnTo>
                  <a:lnTo>
                    <a:pt x="2407" y="9266"/>
                  </a:lnTo>
                  <a:lnTo>
                    <a:pt x="2107" y="9346"/>
                  </a:lnTo>
                  <a:lnTo>
                    <a:pt x="1826" y="9466"/>
                  </a:lnTo>
                  <a:lnTo>
                    <a:pt x="1525" y="9586"/>
                  </a:lnTo>
                  <a:lnTo>
                    <a:pt x="1324" y="9687"/>
                  </a:lnTo>
                  <a:lnTo>
                    <a:pt x="984" y="9907"/>
                  </a:lnTo>
                  <a:lnTo>
                    <a:pt x="643" y="10148"/>
                  </a:lnTo>
                  <a:lnTo>
                    <a:pt x="482" y="10288"/>
                  </a:lnTo>
                  <a:lnTo>
                    <a:pt x="342" y="10429"/>
                  </a:lnTo>
                  <a:lnTo>
                    <a:pt x="221" y="10569"/>
                  </a:lnTo>
                  <a:lnTo>
                    <a:pt x="141" y="10729"/>
                  </a:lnTo>
                  <a:lnTo>
                    <a:pt x="61" y="10890"/>
                  </a:lnTo>
                  <a:lnTo>
                    <a:pt x="21" y="11050"/>
                  </a:lnTo>
                  <a:lnTo>
                    <a:pt x="1" y="11231"/>
                  </a:lnTo>
                  <a:lnTo>
                    <a:pt x="1" y="11391"/>
                  </a:lnTo>
                  <a:lnTo>
                    <a:pt x="41" y="11552"/>
                  </a:lnTo>
                  <a:lnTo>
                    <a:pt x="81" y="11712"/>
                  </a:lnTo>
                  <a:lnTo>
                    <a:pt x="141" y="11853"/>
                  </a:lnTo>
                  <a:lnTo>
                    <a:pt x="221" y="12013"/>
                  </a:lnTo>
                  <a:lnTo>
                    <a:pt x="322" y="12153"/>
                  </a:lnTo>
                  <a:lnTo>
                    <a:pt x="422" y="12274"/>
                  </a:lnTo>
                  <a:lnTo>
                    <a:pt x="562" y="12394"/>
                  </a:lnTo>
                  <a:lnTo>
                    <a:pt x="683" y="12494"/>
                  </a:lnTo>
                  <a:lnTo>
                    <a:pt x="823" y="12575"/>
                  </a:lnTo>
                  <a:lnTo>
                    <a:pt x="984" y="12655"/>
                  </a:lnTo>
                  <a:lnTo>
                    <a:pt x="1144" y="12715"/>
                  </a:lnTo>
                  <a:lnTo>
                    <a:pt x="1304" y="12755"/>
                  </a:lnTo>
                  <a:lnTo>
                    <a:pt x="1485" y="12795"/>
                  </a:lnTo>
                  <a:lnTo>
                    <a:pt x="1645" y="12815"/>
                  </a:lnTo>
                  <a:lnTo>
                    <a:pt x="1826" y="12815"/>
                  </a:lnTo>
                  <a:lnTo>
                    <a:pt x="1986" y="12795"/>
                  </a:lnTo>
                  <a:lnTo>
                    <a:pt x="2327" y="12735"/>
                  </a:lnTo>
                  <a:lnTo>
                    <a:pt x="2648" y="12655"/>
                  </a:lnTo>
                  <a:lnTo>
                    <a:pt x="2969" y="12514"/>
                  </a:lnTo>
                  <a:lnTo>
                    <a:pt x="3310" y="12354"/>
                  </a:lnTo>
                  <a:lnTo>
                    <a:pt x="3611" y="12153"/>
                  </a:lnTo>
                  <a:lnTo>
                    <a:pt x="3932" y="11933"/>
                  </a:lnTo>
                  <a:lnTo>
                    <a:pt x="4533" y="11472"/>
                  </a:lnTo>
                  <a:lnTo>
                    <a:pt x="5135" y="11010"/>
                  </a:lnTo>
                  <a:lnTo>
                    <a:pt x="5696" y="10569"/>
                  </a:lnTo>
                  <a:lnTo>
                    <a:pt x="5957" y="10369"/>
                  </a:lnTo>
                  <a:lnTo>
                    <a:pt x="6218" y="10208"/>
                  </a:lnTo>
                  <a:lnTo>
                    <a:pt x="6779" y="9887"/>
                  </a:lnTo>
                  <a:lnTo>
                    <a:pt x="7461" y="9526"/>
                  </a:lnTo>
                  <a:lnTo>
                    <a:pt x="8263" y="9145"/>
                  </a:lnTo>
                  <a:lnTo>
                    <a:pt x="9166" y="8724"/>
                  </a:lnTo>
                  <a:lnTo>
                    <a:pt x="10169" y="8283"/>
                  </a:lnTo>
                  <a:lnTo>
                    <a:pt x="11231" y="7842"/>
                  </a:lnTo>
                  <a:lnTo>
                    <a:pt x="13538" y="6879"/>
                  </a:lnTo>
                  <a:lnTo>
                    <a:pt x="15423" y="6137"/>
                  </a:lnTo>
                  <a:lnTo>
                    <a:pt x="17328" y="5395"/>
                  </a:lnTo>
                  <a:lnTo>
                    <a:pt x="17348" y="5395"/>
                  </a:lnTo>
                  <a:lnTo>
                    <a:pt x="18230" y="5054"/>
                  </a:lnTo>
                  <a:lnTo>
                    <a:pt x="18832" y="4813"/>
                  </a:lnTo>
                  <a:lnTo>
                    <a:pt x="22322" y="3490"/>
                  </a:lnTo>
                  <a:lnTo>
                    <a:pt x="25310" y="2367"/>
                  </a:lnTo>
                  <a:lnTo>
                    <a:pt x="27455" y="1565"/>
                  </a:lnTo>
                  <a:lnTo>
                    <a:pt x="28117" y="1284"/>
                  </a:lnTo>
                  <a:lnTo>
                    <a:pt x="28458" y="1143"/>
                  </a:lnTo>
                  <a:lnTo>
                    <a:pt x="28558" y="1083"/>
                  </a:lnTo>
                  <a:lnTo>
                    <a:pt x="28659" y="1003"/>
                  </a:lnTo>
                  <a:lnTo>
                    <a:pt x="28819" y="843"/>
                  </a:lnTo>
                  <a:lnTo>
                    <a:pt x="28940" y="642"/>
                  </a:lnTo>
                  <a:lnTo>
                    <a:pt x="29020" y="462"/>
                  </a:lnTo>
                  <a:lnTo>
                    <a:pt x="29040" y="361"/>
                  </a:lnTo>
                  <a:lnTo>
                    <a:pt x="29040" y="281"/>
                  </a:lnTo>
                  <a:lnTo>
                    <a:pt x="29040" y="201"/>
                  </a:lnTo>
                  <a:lnTo>
                    <a:pt x="29000" y="141"/>
                  </a:lnTo>
                  <a:lnTo>
                    <a:pt x="28960" y="81"/>
                  </a:lnTo>
                  <a:lnTo>
                    <a:pt x="28899" y="40"/>
                  </a:lnTo>
                  <a:lnTo>
                    <a:pt x="28799" y="20"/>
                  </a:lnTo>
                  <a:lnTo>
                    <a:pt x="286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26"/>
            <p:cNvSpPr/>
            <p:nvPr/>
          </p:nvSpPr>
          <p:spPr>
            <a:xfrm>
              <a:off x="11386900" y="4083763"/>
              <a:ext cx="726000" cy="320400"/>
            </a:xfrm>
            <a:custGeom>
              <a:avLst/>
              <a:gdLst/>
              <a:ahLst/>
              <a:cxnLst/>
              <a:rect l="l" t="t" r="r" b="b"/>
              <a:pathLst>
                <a:path w="29040" h="12816" fill="none" extrusionOk="0">
                  <a:moveTo>
                    <a:pt x="28458" y="1143"/>
                  </a:moveTo>
                  <a:lnTo>
                    <a:pt x="28458" y="1143"/>
                  </a:lnTo>
                  <a:lnTo>
                    <a:pt x="28117" y="1284"/>
                  </a:lnTo>
                  <a:lnTo>
                    <a:pt x="27455" y="1565"/>
                  </a:lnTo>
                  <a:lnTo>
                    <a:pt x="25310" y="2367"/>
                  </a:lnTo>
                  <a:lnTo>
                    <a:pt x="22322" y="3490"/>
                  </a:lnTo>
                  <a:lnTo>
                    <a:pt x="18832" y="4813"/>
                  </a:lnTo>
                  <a:lnTo>
                    <a:pt x="18832" y="4813"/>
                  </a:lnTo>
                  <a:lnTo>
                    <a:pt x="18230" y="5054"/>
                  </a:lnTo>
                  <a:lnTo>
                    <a:pt x="18230" y="5054"/>
                  </a:lnTo>
                  <a:lnTo>
                    <a:pt x="17348" y="5395"/>
                  </a:lnTo>
                  <a:lnTo>
                    <a:pt x="17348" y="5395"/>
                  </a:lnTo>
                  <a:lnTo>
                    <a:pt x="17328" y="5395"/>
                  </a:lnTo>
                  <a:lnTo>
                    <a:pt x="17328" y="5395"/>
                  </a:lnTo>
                  <a:lnTo>
                    <a:pt x="15423" y="6137"/>
                  </a:lnTo>
                  <a:lnTo>
                    <a:pt x="13538" y="6879"/>
                  </a:lnTo>
                  <a:lnTo>
                    <a:pt x="13538" y="6879"/>
                  </a:lnTo>
                  <a:lnTo>
                    <a:pt x="11231" y="7842"/>
                  </a:lnTo>
                  <a:lnTo>
                    <a:pt x="10169" y="8283"/>
                  </a:lnTo>
                  <a:lnTo>
                    <a:pt x="9166" y="8724"/>
                  </a:lnTo>
                  <a:lnTo>
                    <a:pt x="8263" y="9145"/>
                  </a:lnTo>
                  <a:lnTo>
                    <a:pt x="7461" y="9526"/>
                  </a:lnTo>
                  <a:lnTo>
                    <a:pt x="6779" y="9887"/>
                  </a:lnTo>
                  <a:lnTo>
                    <a:pt x="6218" y="10208"/>
                  </a:lnTo>
                  <a:lnTo>
                    <a:pt x="6218" y="10208"/>
                  </a:lnTo>
                  <a:lnTo>
                    <a:pt x="5957" y="10369"/>
                  </a:lnTo>
                  <a:lnTo>
                    <a:pt x="5696" y="10569"/>
                  </a:lnTo>
                  <a:lnTo>
                    <a:pt x="5135" y="11010"/>
                  </a:lnTo>
                  <a:lnTo>
                    <a:pt x="4533" y="11472"/>
                  </a:lnTo>
                  <a:lnTo>
                    <a:pt x="3932" y="11933"/>
                  </a:lnTo>
                  <a:lnTo>
                    <a:pt x="3611" y="12153"/>
                  </a:lnTo>
                  <a:lnTo>
                    <a:pt x="3310" y="12354"/>
                  </a:lnTo>
                  <a:lnTo>
                    <a:pt x="2969" y="12514"/>
                  </a:lnTo>
                  <a:lnTo>
                    <a:pt x="2648" y="12655"/>
                  </a:lnTo>
                  <a:lnTo>
                    <a:pt x="2327" y="12735"/>
                  </a:lnTo>
                  <a:lnTo>
                    <a:pt x="1986" y="12795"/>
                  </a:lnTo>
                  <a:lnTo>
                    <a:pt x="1826" y="12815"/>
                  </a:lnTo>
                  <a:lnTo>
                    <a:pt x="1645" y="12815"/>
                  </a:lnTo>
                  <a:lnTo>
                    <a:pt x="1485" y="12795"/>
                  </a:lnTo>
                  <a:lnTo>
                    <a:pt x="1304" y="12755"/>
                  </a:lnTo>
                  <a:lnTo>
                    <a:pt x="1304" y="12755"/>
                  </a:lnTo>
                  <a:lnTo>
                    <a:pt x="1144" y="12715"/>
                  </a:lnTo>
                  <a:lnTo>
                    <a:pt x="984" y="12655"/>
                  </a:lnTo>
                  <a:lnTo>
                    <a:pt x="823" y="12575"/>
                  </a:lnTo>
                  <a:lnTo>
                    <a:pt x="683" y="12494"/>
                  </a:lnTo>
                  <a:lnTo>
                    <a:pt x="562" y="12394"/>
                  </a:lnTo>
                  <a:lnTo>
                    <a:pt x="422" y="12274"/>
                  </a:lnTo>
                  <a:lnTo>
                    <a:pt x="322" y="12153"/>
                  </a:lnTo>
                  <a:lnTo>
                    <a:pt x="221" y="12013"/>
                  </a:lnTo>
                  <a:lnTo>
                    <a:pt x="141" y="11853"/>
                  </a:lnTo>
                  <a:lnTo>
                    <a:pt x="81" y="11712"/>
                  </a:lnTo>
                  <a:lnTo>
                    <a:pt x="41" y="11552"/>
                  </a:lnTo>
                  <a:lnTo>
                    <a:pt x="1" y="11391"/>
                  </a:lnTo>
                  <a:lnTo>
                    <a:pt x="1" y="11231"/>
                  </a:lnTo>
                  <a:lnTo>
                    <a:pt x="21" y="11050"/>
                  </a:lnTo>
                  <a:lnTo>
                    <a:pt x="61" y="10890"/>
                  </a:lnTo>
                  <a:lnTo>
                    <a:pt x="141" y="10729"/>
                  </a:lnTo>
                  <a:lnTo>
                    <a:pt x="141" y="10729"/>
                  </a:lnTo>
                  <a:lnTo>
                    <a:pt x="221" y="10569"/>
                  </a:lnTo>
                  <a:lnTo>
                    <a:pt x="342" y="10429"/>
                  </a:lnTo>
                  <a:lnTo>
                    <a:pt x="482" y="10288"/>
                  </a:lnTo>
                  <a:lnTo>
                    <a:pt x="643" y="10148"/>
                  </a:lnTo>
                  <a:lnTo>
                    <a:pt x="984" y="9907"/>
                  </a:lnTo>
                  <a:lnTo>
                    <a:pt x="1324" y="9687"/>
                  </a:lnTo>
                  <a:lnTo>
                    <a:pt x="1324" y="9687"/>
                  </a:lnTo>
                  <a:lnTo>
                    <a:pt x="1525" y="9586"/>
                  </a:lnTo>
                  <a:lnTo>
                    <a:pt x="1525" y="9586"/>
                  </a:lnTo>
                  <a:lnTo>
                    <a:pt x="1826" y="9466"/>
                  </a:lnTo>
                  <a:lnTo>
                    <a:pt x="2107" y="9346"/>
                  </a:lnTo>
                  <a:lnTo>
                    <a:pt x="2407" y="9266"/>
                  </a:lnTo>
                  <a:lnTo>
                    <a:pt x="2688" y="9185"/>
                  </a:lnTo>
                  <a:lnTo>
                    <a:pt x="3270" y="9085"/>
                  </a:lnTo>
                  <a:lnTo>
                    <a:pt x="3871" y="9005"/>
                  </a:lnTo>
                  <a:lnTo>
                    <a:pt x="4473" y="8925"/>
                  </a:lnTo>
                  <a:lnTo>
                    <a:pt x="5095" y="8844"/>
                  </a:lnTo>
                  <a:lnTo>
                    <a:pt x="5757" y="8724"/>
                  </a:lnTo>
                  <a:lnTo>
                    <a:pt x="6077" y="8644"/>
                  </a:lnTo>
                  <a:lnTo>
                    <a:pt x="6418" y="8564"/>
                  </a:lnTo>
                  <a:lnTo>
                    <a:pt x="6418" y="8564"/>
                  </a:lnTo>
                  <a:lnTo>
                    <a:pt x="12876" y="5957"/>
                  </a:lnTo>
                  <a:lnTo>
                    <a:pt x="12876" y="5957"/>
                  </a:lnTo>
                  <a:lnTo>
                    <a:pt x="16786" y="4392"/>
                  </a:lnTo>
                  <a:lnTo>
                    <a:pt x="16786" y="4392"/>
                  </a:lnTo>
                  <a:lnTo>
                    <a:pt x="17749" y="3991"/>
                  </a:lnTo>
                  <a:lnTo>
                    <a:pt x="17749" y="3991"/>
                  </a:lnTo>
                  <a:lnTo>
                    <a:pt x="18331" y="3771"/>
                  </a:lnTo>
                  <a:lnTo>
                    <a:pt x="18331" y="3771"/>
                  </a:lnTo>
                  <a:lnTo>
                    <a:pt x="21981" y="2327"/>
                  </a:lnTo>
                  <a:lnTo>
                    <a:pt x="23645" y="1685"/>
                  </a:lnTo>
                  <a:lnTo>
                    <a:pt x="25149" y="1123"/>
                  </a:lnTo>
                  <a:lnTo>
                    <a:pt x="26433" y="662"/>
                  </a:lnTo>
                  <a:lnTo>
                    <a:pt x="27476" y="301"/>
                  </a:lnTo>
                  <a:lnTo>
                    <a:pt x="27897" y="181"/>
                  </a:lnTo>
                  <a:lnTo>
                    <a:pt x="28258" y="81"/>
                  </a:lnTo>
                  <a:lnTo>
                    <a:pt x="28518" y="20"/>
                  </a:lnTo>
                  <a:lnTo>
                    <a:pt x="28699" y="0"/>
                  </a:lnTo>
                  <a:lnTo>
                    <a:pt x="28699" y="0"/>
                  </a:lnTo>
                  <a:lnTo>
                    <a:pt x="28799" y="20"/>
                  </a:lnTo>
                  <a:lnTo>
                    <a:pt x="28899" y="40"/>
                  </a:lnTo>
                  <a:lnTo>
                    <a:pt x="28960" y="81"/>
                  </a:lnTo>
                  <a:lnTo>
                    <a:pt x="29000" y="141"/>
                  </a:lnTo>
                  <a:lnTo>
                    <a:pt x="29040" y="201"/>
                  </a:lnTo>
                  <a:lnTo>
                    <a:pt x="29040" y="281"/>
                  </a:lnTo>
                  <a:lnTo>
                    <a:pt x="29040" y="361"/>
                  </a:lnTo>
                  <a:lnTo>
                    <a:pt x="29020" y="462"/>
                  </a:lnTo>
                  <a:lnTo>
                    <a:pt x="28940" y="642"/>
                  </a:lnTo>
                  <a:lnTo>
                    <a:pt x="28819" y="843"/>
                  </a:lnTo>
                  <a:lnTo>
                    <a:pt x="28659" y="1003"/>
                  </a:lnTo>
                  <a:lnTo>
                    <a:pt x="28558" y="1083"/>
                  </a:lnTo>
                  <a:lnTo>
                    <a:pt x="28458" y="11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26"/>
            <p:cNvSpPr/>
            <p:nvPr/>
          </p:nvSpPr>
          <p:spPr>
            <a:xfrm>
              <a:off x="11708775" y="4193563"/>
              <a:ext cx="111325" cy="62200"/>
            </a:xfrm>
            <a:custGeom>
              <a:avLst/>
              <a:gdLst/>
              <a:ahLst/>
              <a:cxnLst/>
              <a:rect l="l" t="t" r="r" b="b"/>
              <a:pathLst>
                <a:path w="4453" h="2488" extrusionOk="0">
                  <a:moveTo>
                    <a:pt x="3911" y="0"/>
                  </a:moveTo>
                  <a:lnTo>
                    <a:pt x="1" y="1565"/>
                  </a:lnTo>
                  <a:lnTo>
                    <a:pt x="161" y="1705"/>
                  </a:lnTo>
                  <a:lnTo>
                    <a:pt x="302" y="1845"/>
                  </a:lnTo>
                  <a:lnTo>
                    <a:pt x="442" y="2026"/>
                  </a:lnTo>
                  <a:lnTo>
                    <a:pt x="542" y="2206"/>
                  </a:lnTo>
                  <a:lnTo>
                    <a:pt x="623" y="2347"/>
                  </a:lnTo>
                  <a:lnTo>
                    <a:pt x="663" y="2487"/>
                  </a:lnTo>
                  <a:lnTo>
                    <a:pt x="2548" y="1745"/>
                  </a:lnTo>
                  <a:lnTo>
                    <a:pt x="4453" y="1003"/>
                  </a:lnTo>
                  <a:lnTo>
                    <a:pt x="4353" y="722"/>
                  </a:lnTo>
                  <a:lnTo>
                    <a:pt x="4232" y="462"/>
                  </a:lnTo>
                  <a:lnTo>
                    <a:pt x="4072" y="221"/>
                  </a:lnTo>
                  <a:lnTo>
                    <a:pt x="39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26"/>
            <p:cNvSpPr/>
            <p:nvPr/>
          </p:nvSpPr>
          <p:spPr>
            <a:xfrm>
              <a:off x="11708775" y="4193563"/>
              <a:ext cx="111325" cy="62200"/>
            </a:xfrm>
            <a:custGeom>
              <a:avLst/>
              <a:gdLst/>
              <a:ahLst/>
              <a:cxnLst/>
              <a:rect l="l" t="t" r="r" b="b"/>
              <a:pathLst>
                <a:path w="4453" h="2488" fill="none" extrusionOk="0">
                  <a:moveTo>
                    <a:pt x="4453" y="1003"/>
                  </a:moveTo>
                  <a:lnTo>
                    <a:pt x="4453" y="1003"/>
                  </a:lnTo>
                  <a:lnTo>
                    <a:pt x="2548" y="1745"/>
                  </a:lnTo>
                  <a:lnTo>
                    <a:pt x="663" y="2487"/>
                  </a:lnTo>
                  <a:lnTo>
                    <a:pt x="663" y="2487"/>
                  </a:lnTo>
                  <a:lnTo>
                    <a:pt x="623" y="2347"/>
                  </a:lnTo>
                  <a:lnTo>
                    <a:pt x="542" y="2206"/>
                  </a:lnTo>
                  <a:lnTo>
                    <a:pt x="542" y="2206"/>
                  </a:lnTo>
                  <a:lnTo>
                    <a:pt x="442" y="2026"/>
                  </a:lnTo>
                  <a:lnTo>
                    <a:pt x="302" y="1845"/>
                  </a:lnTo>
                  <a:lnTo>
                    <a:pt x="161" y="1705"/>
                  </a:lnTo>
                  <a:lnTo>
                    <a:pt x="1" y="1565"/>
                  </a:lnTo>
                  <a:lnTo>
                    <a:pt x="1" y="1565"/>
                  </a:lnTo>
                  <a:lnTo>
                    <a:pt x="3911" y="0"/>
                  </a:lnTo>
                  <a:lnTo>
                    <a:pt x="3911" y="0"/>
                  </a:lnTo>
                  <a:lnTo>
                    <a:pt x="4072" y="221"/>
                  </a:lnTo>
                  <a:lnTo>
                    <a:pt x="4232" y="462"/>
                  </a:lnTo>
                  <a:lnTo>
                    <a:pt x="4353" y="722"/>
                  </a:lnTo>
                  <a:lnTo>
                    <a:pt x="4453" y="10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26"/>
            <p:cNvSpPr/>
            <p:nvPr/>
          </p:nvSpPr>
          <p:spPr>
            <a:xfrm>
              <a:off x="11830625" y="4178013"/>
              <a:ext cx="27100" cy="32125"/>
            </a:xfrm>
            <a:custGeom>
              <a:avLst/>
              <a:gdLst/>
              <a:ahLst/>
              <a:cxnLst/>
              <a:rect l="l" t="t" r="r" b="b"/>
              <a:pathLst>
                <a:path w="1084" h="1285" extrusionOk="0">
                  <a:moveTo>
                    <a:pt x="582" y="1"/>
                  </a:moveTo>
                  <a:lnTo>
                    <a:pt x="0" y="221"/>
                  </a:lnTo>
                  <a:lnTo>
                    <a:pt x="161" y="462"/>
                  </a:lnTo>
                  <a:lnTo>
                    <a:pt x="281" y="723"/>
                  </a:lnTo>
                  <a:lnTo>
                    <a:pt x="401" y="983"/>
                  </a:lnTo>
                  <a:lnTo>
                    <a:pt x="481" y="1284"/>
                  </a:lnTo>
                  <a:lnTo>
                    <a:pt x="1083" y="1043"/>
                  </a:lnTo>
                  <a:lnTo>
                    <a:pt x="1003" y="763"/>
                  </a:lnTo>
                  <a:lnTo>
                    <a:pt x="883" y="502"/>
                  </a:lnTo>
                  <a:lnTo>
                    <a:pt x="742" y="241"/>
                  </a:lnTo>
                  <a:lnTo>
                    <a:pt x="5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26"/>
            <p:cNvSpPr/>
            <p:nvPr/>
          </p:nvSpPr>
          <p:spPr>
            <a:xfrm>
              <a:off x="11386900" y="4250713"/>
              <a:ext cx="338450" cy="153450"/>
            </a:xfrm>
            <a:custGeom>
              <a:avLst/>
              <a:gdLst/>
              <a:ahLst/>
              <a:cxnLst/>
              <a:rect l="l" t="t" r="r" b="b"/>
              <a:pathLst>
                <a:path w="13538" h="6138" extrusionOk="0">
                  <a:moveTo>
                    <a:pt x="13457" y="0"/>
                  </a:moveTo>
                  <a:lnTo>
                    <a:pt x="11853" y="542"/>
                  </a:lnTo>
                  <a:lnTo>
                    <a:pt x="10529" y="1003"/>
                  </a:lnTo>
                  <a:lnTo>
                    <a:pt x="9206" y="1485"/>
                  </a:lnTo>
                  <a:lnTo>
                    <a:pt x="8544" y="1745"/>
                  </a:lnTo>
                  <a:lnTo>
                    <a:pt x="7902" y="2006"/>
                  </a:lnTo>
                  <a:lnTo>
                    <a:pt x="7261" y="2287"/>
                  </a:lnTo>
                  <a:lnTo>
                    <a:pt x="6619" y="2588"/>
                  </a:lnTo>
                  <a:lnTo>
                    <a:pt x="5977" y="2928"/>
                  </a:lnTo>
                  <a:lnTo>
                    <a:pt x="6278" y="2928"/>
                  </a:lnTo>
                  <a:lnTo>
                    <a:pt x="6579" y="2948"/>
                  </a:lnTo>
                  <a:lnTo>
                    <a:pt x="7120" y="3009"/>
                  </a:lnTo>
                  <a:lnTo>
                    <a:pt x="7722" y="2728"/>
                  </a:lnTo>
                  <a:lnTo>
                    <a:pt x="8404" y="2407"/>
                  </a:lnTo>
                  <a:lnTo>
                    <a:pt x="9928" y="1725"/>
                  </a:lnTo>
                  <a:lnTo>
                    <a:pt x="11653" y="983"/>
                  </a:lnTo>
                  <a:lnTo>
                    <a:pt x="13538" y="201"/>
                  </a:lnTo>
                  <a:lnTo>
                    <a:pt x="13457" y="0"/>
                  </a:lnTo>
                  <a:close/>
                  <a:moveTo>
                    <a:pt x="1324" y="3009"/>
                  </a:moveTo>
                  <a:lnTo>
                    <a:pt x="984" y="3229"/>
                  </a:lnTo>
                  <a:lnTo>
                    <a:pt x="643" y="3470"/>
                  </a:lnTo>
                  <a:lnTo>
                    <a:pt x="482" y="3610"/>
                  </a:lnTo>
                  <a:lnTo>
                    <a:pt x="342" y="3751"/>
                  </a:lnTo>
                  <a:lnTo>
                    <a:pt x="221" y="3891"/>
                  </a:lnTo>
                  <a:lnTo>
                    <a:pt x="141" y="4051"/>
                  </a:lnTo>
                  <a:lnTo>
                    <a:pt x="81" y="4192"/>
                  </a:lnTo>
                  <a:lnTo>
                    <a:pt x="41" y="4332"/>
                  </a:lnTo>
                  <a:lnTo>
                    <a:pt x="21" y="4473"/>
                  </a:lnTo>
                  <a:lnTo>
                    <a:pt x="1" y="4613"/>
                  </a:lnTo>
                  <a:lnTo>
                    <a:pt x="21" y="4733"/>
                  </a:lnTo>
                  <a:lnTo>
                    <a:pt x="41" y="4854"/>
                  </a:lnTo>
                  <a:lnTo>
                    <a:pt x="61" y="4994"/>
                  </a:lnTo>
                  <a:lnTo>
                    <a:pt x="101" y="5114"/>
                  </a:lnTo>
                  <a:lnTo>
                    <a:pt x="242" y="5335"/>
                  </a:lnTo>
                  <a:lnTo>
                    <a:pt x="402" y="5556"/>
                  </a:lnTo>
                  <a:lnTo>
                    <a:pt x="582" y="5736"/>
                  </a:lnTo>
                  <a:lnTo>
                    <a:pt x="803" y="5897"/>
                  </a:lnTo>
                  <a:lnTo>
                    <a:pt x="1044" y="6017"/>
                  </a:lnTo>
                  <a:lnTo>
                    <a:pt x="1304" y="6077"/>
                  </a:lnTo>
                  <a:lnTo>
                    <a:pt x="1525" y="6117"/>
                  </a:lnTo>
                  <a:lnTo>
                    <a:pt x="1766" y="6137"/>
                  </a:lnTo>
                  <a:lnTo>
                    <a:pt x="2006" y="6117"/>
                  </a:lnTo>
                  <a:lnTo>
                    <a:pt x="2247" y="6077"/>
                  </a:lnTo>
                  <a:lnTo>
                    <a:pt x="2468" y="6017"/>
                  </a:lnTo>
                  <a:lnTo>
                    <a:pt x="2708" y="5937"/>
                  </a:lnTo>
                  <a:lnTo>
                    <a:pt x="2949" y="5856"/>
                  </a:lnTo>
                  <a:lnTo>
                    <a:pt x="3169" y="5736"/>
                  </a:lnTo>
                  <a:lnTo>
                    <a:pt x="3410" y="5616"/>
                  </a:lnTo>
                  <a:lnTo>
                    <a:pt x="3631" y="5475"/>
                  </a:lnTo>
                  <a:lnTo>
                    <a:pt x="3490" y="5255"/>
                  </a:lnTo>
                  <a:lnTo>
                    <a:pt x="3390" y="5014"/>
                  </a:lnTo>
                  <a:lnTo>
                    <a:pt x="3310" y="4753"/>
                  </a:lnTo>
                  <a:lnTo>
                    <a:pt x="3290" y="4513"/>
                  </a:lnTo>
                  <a:lnTo>
                    <a:pt x="3290" y="4433"/>
                  </a:lnTo>
                  <a:lnTo>
                    <a:pt x="2989" y="4553"/>
                  </a:lnTo>
                  <a:lnTo>
                    <a:pt x="2648" y="4653"/>
                  </a:lnTo>
                  <a:lnTo>
                    <a:pt x="2327" y="4733"/>
                  </a:lnTo>
                  <a:lnTo>
                    <a:pt x="2167" y="4753"/>
                  </a:lnTo>
                  <a:lnTo>
                    <a:pt x="1866" y="4753"/>
                  </a:lnTo>
                  <a:lnTo>
                    <a:pt x="1746" y="4733"/>
                  </a:lnTo>
                  <a:lnTo>
                    <a:pt x="1625" y="4693"/>
                  </a:lnTo>
                  <a:lnTo>
                    <a:pt x="1505" y="4653"/>
                  </a:lnTo>
                  <a:lnTo>
                    <a:pt x="1405" y="4593"/>
                  </a:lnTo>
                  <a:lnTo>
                    <a:pt x="1304" y="4513"/>
                  </a:lnTo>
                  <a:lnTo>
                    <a:pt x="1204" y="4433"/>
                  </a:lnTo>
                  <a:lnTo>
                    <a:pt x="1124" y="4312"/>
                  </a:lnTo>
                  <a:lnTo>
                    <a:pt x="1044" y="4112"/>
                  </a:lnTo>
                  <a:lnTo>
                    <a:pt x="984" y="3931"/>
                  </a:lnTo>
                  <a:lnTo>
                    <a:pt x="984" y="3771"/>
                  </a:lnTo>
                  <a:lnTo>
                    <a:pt x="1004" y="3610"/>
                  </a:lnTo>
                  <a:lnTo>
                    <a:pt x="1044" y="3470"/>
                  </a:lnTo>
                  <a:lnTo>
                    <a:pt x="1124" y="3309"/>
                  </a:lnTo>
                  <a:lnTo>
                    <a:pt x="1324" y="3009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26"/>
            <p:cNvSpPr/>
            <p:nvPr/>
          </p:nvSpPr>
          <p:spPr>
            <a:xfrm>
              <a:off x="11386900" y="4325913"/>
              <a:ext cx="90775" cy="78250"/>
            </a:xfrm>
            <a:custGeom>
              <a:avLst/>
              <a:gdLst/>
              <a:ahLst/>
              <a:cxnLst/>
              <a:rect l="l" t="t" r="r" b="b"/>
              <a:pathLst>
                <a:path w="3631" h="3130" fill="none" extrusionOk="0">
                  <a:moveTo>
                    <a:pt x="1324" y="1"/>
                  </a:moveTo>
                  <a:lnTo>
                    <a:pt x="1324" y="1"/>
                  </a:lnTo>
                  <a:lnTo>
                    <a:pt x="984" y="221"/>
                  </a:lnTo>
                  <a:lnTo>
                    <a:pt x="643" y="462"/>
                  </a:lnTo>
                  <a:lnTo>
                    <a:pt x="482" y="602"/>
                  </a:lnTo>
                  <a:lnTo>
                    <a:pt x="342" y="743"/>
                  </a:lnTo>
                  <a:lnTo>
                    <a:pt x="221" y="883"/>
                  </a:lnTo>
                  <a:lnTo>
                    <a:pt x="141" y="1043"/>
                  </a:lnTo>
                  <a:lnTo>
                    <a:pt x="141" y="1043"/>
                  </a:lnTo>
                  <a:lnTo>
                    <a:pt x="81" y="1184"/>
                  </a:lnTo>
                  <a:lnTo>
                    <a:pt x="41" y="1324"/>
                  </a:lnTo>
                  <a:lnTo>
                    <a:pt x="21" y="1465"/>
                  </a:lnTo>
                  <a:lnTo>
                    <a:pt x="1" y="1605"/>
                  </a:lnTo>
                  <a:lnTo>
                    <a:pt x="1" y="1605"/>
                  </a:lnTo>
                  <a:lnTo>
                    <a:pt x="21" y="1725"/>
                  </a:lnTo>
                  <a:lnTo>
                    <a:pt x="41" y="1846"/>
                  </a:lnTo>
                  <a:lnTo>
                    <a:pt x="61" y="1986"/>
                  </a:lnTo>
                  <a:lnTo>
                    <a:pt x="101" y="2106"/>
                  </a:lnTo>
                  <a:lnTo>
                    <a:pt x="242" y="2327"/>
                  </a:lnTo>
                  <a:lnTo>
                    <a:pt x="402" y="2548"/>
                  </a:lnTo>
                  <a:lnTo>
                    <a:pt x="582" y="2728"/>
                  </a:lnTo>
                  <a:lnTo>
                    <a:pt x="803" y="2889"/>
                  </a:lnTo>
                  <a:lnTo>
                    <a:pt x="1044" y="3009"/>
                  </a:lnTo>
                  <a:lnTo>
                    <a:pt x="1304" y="3069"/>
                  </a:lnTo>
                  <a:lnTo>
                    <a:pt x="1304" y="3069"/>
                  </a:lnTo>
                  <a:lnTo>
                    <a:pt x="1525" y="3109"/>
                  </a:lnTo>
                  <a:lnTo>
                    <a:pt x="1766" y="3129"/>
                  </a:lnTo>
                  <a:lnTo>
                    <a:pt x="1766" y="3129"/>
                  </a:lnTo>
                  <a:lnTo>
                    <a:pt x="2006" y="3109"/>
                  </a:lnTo>
                  <a:lnTo>
                    <a:pt x="2247" y="3069"/>
                  </a:lnTo>
                  <a:lnTo>
                    <a:pt x="2468" y="3009"/>
                  </a:lnTo>
                  <a:lnTo>
                    <a:pt x="2708" y="2929"/>
                  </a:lnTo>
                  <a:lnTo>
                    <a:pt x="2949" y="2848"/>
                  </a:lnTo>
                  <a:lnTo>
                    <a:pt x="3169" y="2728"/>
                  </a:lnTo>
                  <a:lnTo>
                    <a:pt x="3410" y="2608"/>
                  </a:lnTo>
                  <a:lnTo>
                    <a:pt x="3631" y="2467"/>
                  </a:lnTo>
                  <a:lnTo>
                    <a:pt x="3631" y="2467"/>
                  </a:lnTo>
                  <a:lnTo>
                    <a:pt x="3490" y="2247"/>
                  </a:lnTo>
                  <a:lnTo>
                    <a:pt x="3390" y="2006"/>
                  </a:lnTo>
                  <a:lnTo>
                    <a:pt x="3310" y="1745"/>
                  </a:lnTo>
                  <a:lnTo>
                    <a:pt x="3290" y="1505"/>
                  </a:lnTo>
                  <a:lnTo>
                    <a:pt x="3290" y="1505"/>
                  </a:lnTo>
                  <a:lnTo>
                    <a:pt x="3290" y="1425"/>
                  </a:lnTo>
                  <a:lnTo>
                    <a:pt x="3290" y="1425"/>
                  </a:lnTo>
                  <a:lnTo>
                    <a:pt x="2989" y="1545"/>
                  </a:lnTo>
                  <a:lnTo>
                    <a:pt x="2648" y="1645"/>
                  </a:lnTo>
                  <a:lnTo>
                    <a:pt x="2327" y="1725"/>
                  </a:lnTo>
                  <a:lnTo>
                    <a:pt x="2167" y="1745"/>
                  </a:lnTo>
                  <a:lnTo>
                    <a:pt x="2006" y="1745"/>
                  </a:lnTo>
                  <a:lnTo>
                    <a:pt x="2006" y="1745"/>
                  </a:lnTo>
                  <a:lnTo>
                    <a:pt x="1866" y="1745"/>
                  </a:lnTo>
                  <a:lnTo>
                    <a:pt x="1746" y="1725"/>
                  </a:lnTo>
                  <a:lnTo>
                    <a:pt x="1625" y="1685"/>
                  </a:lnTo>
                  <a:lnTo>
                    <a:pt x="1505" y="1645"/>
                  </a:lnTo>
                  <a:lnTo>
                    <a:pt x="1405" y="1585"/>
                  </a:lnTo>
                  <a:lnTo>
                    <a:pt x="1304" y="1505"/>
                  </a:lnTo>
                  <a:lnTo>
                    <a:pt x="1204" y="1425"/>
                  </a:lnTo>
                  <a:lnTo>
                    <a:pt x="1124" y="1304"/>
                  </a:lnTo>
                  <a:lnTo>
                    <a:pt x="1124" y="1304"/>
                  </a:lnTo>
                  <a:lnTo>
                    <a:pt x="1044" y="1104"/>
                  </a:lnTo>
                  <a:lnTo>
                    <a:pt x="984" y="923"/>
                  </a:lnTo>
                  <a:lnTo>
                    <a:pt x="984" y="763"/>
                  </a:lnTo>
                  <a:lnTo>
                    <a:pt x="1004" y="602"/>
                  </a:lnTo>
                  <a:lnTo>
                    <a:pt x="1044" y="462"/>
                  </a:lnTo>
                  <a:lnTo>
                    <a:pt x="1124" y="301"/>
                  </a:lnTo>
                  <a:lnTo>
                    <a:pt x="132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26"/>
            <p:cNvSpPr/>
            <p:nvPr/>
          </p:nvSpPr>
          <p:spPr>
            <a:xfrm>
              <a:off x="11723325" y="4218613"/>
              <a:ext cx="96775" cy="37150"/>
            </a:xfrm>
            <a:custGeom>
              <a:avLst/>
              <a:gdLst/>
              <a:ahLst/>
              <a:cxnLst/>
              <a:rect l="l" t="t" r="r" b="b"/>
              <a:pathLst>
                <a:path w="3871" h="1486" extrusionOk="0">
                  <a:moveTo>
                    <a:pt x="3871" y="1"/>
                  </a:moveTo>
                  <a:lnTo>
                    <a:pt x="1926" y="643"/>
                  </a:lnTo>
                  <a:lnTo>
                    <a:pt x="0" y="1284"/>
                  </a:lnTo>
                  <a:lnTo>
                    <a:pt x="81" y="1485"/>
                  </a:lnTo>
                  <a:lnTo>
                    <a:pt x="1966" y="743"/>
                  </a:lnTo>
                  <a:lnTo>
                    <a:pt x="387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26"/>
            <p:cNvSpPr/>
            <p:nvPr/>
          </p:nvSpPr>
          <p:spPr>
            <a:xfrm>
              <a:off x="11948925" y="4314888"/>
              <a:ext cx="19600" cy="30100"/>
            </a:xfrm>
            <a:custGeom>
              <a:avLst/>
              <a:gdLst/>
              <a:ahLst/>
              <a:cxnLst/>
              <a:rect l="l" t="t" r="r" b="b"/>
              <a:pathLst>
                <a:path w="784" h="1204" extrusionOk="0">
                  <a:moveTo>
                    <a:pt x="623" y="0"/>
                  </a:moveTo>
                  <a:lnTo>
                    <a:pt x="1" y="61"/>
                  </a:lnTo>
                  <a:lnTo>
                    <a:pt x="81" y="321"/>
                  </a:lnTo>
                  <a:lnTo>
                    <a:pt x="121" y="602"/>
                  </a:lnTo>
                  <a:lnTo>
                    <a:pt x="141" y="903"/>
                  </a:lnTo>
                  <a:lnTo>
                    <a:pt x="141" y="1204"/>
                  </a:lnTo>
                  <a:lnTo>
                    <a:pt x="783" y="1164"/>
                  </a:lnTo>
                  <a:lnTo>
                    <a:pt x="783" y="863"/>
                  </a:lnTo>
                  <a:lnTo>
                    <a:pt x="743" y="562"/>
                  </a:lnTo>
                  <a:lnTo>
                    <a:pt x="703" y="281"/>
                  </a:lnTo>
                  <a:lnTo>
                    <a:pt x="623" y="0"/>
                  </a:lnTo>
                  <a:close/>
                </a:path>
              </a:pathLst>
            </a:custGeom>
            <a:solidFill>
              <a:srgbClr val="CC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26"/>
            <p:cNvSpPr/>
            <p:nvPr/>
          </p:nvSpPr>
          <p:spPr>
            <a:xfrm>
              <a:off x="11948925" y="4314888"/>
              <a:ext cx="19600" cy="30100"/>
            </a:xfrm>
            <a:custGeom>
              <a:avLst/>
              <a:gdLst/>
              <a:ahLst/>
              <a:cxnLst/>
              <a:rect l="l" t="t" r="r" b="b"/>
              <a:pathLst>
                <a:path w="784" h="1204" fill="none" extrusionOk="0">
                  <a:moveTo>
                    <a:pt x="783" y="1164"/>
                  </a:moveTo>
                  <a:lnTo>
                    <a:pt x="783" y="1164"/>
                  </a:lnTo>
                  <a:lnTo>
                    <a:pt x="141" y="1204"/>
                  </a:lnTo>
                  <a:lnTo>
                    <a:pt x="141" y="1204"/>
                  </a:lnTo>
                  <a:lnTo>
                    <a:pt x="141" y="903"/>
                  </a:lnTo>
                  <a:lnTo>
                    <a:pt x="121" y="602"/>
                  </a:lnTo>
                  <a:lnTo>
                    <a:pt x="81" y="321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623" y="0"/>
                  </a:lnTo>
                  <a:lnTo>
                    <a:pt x="623" y="0"/>
                  </a:lnTo>
                  <a:lnTo>
                    <a:pt x="703" y="281"/>
                  </a:lnTo>
                  <a:lnTo>
                    <a:pt x="743" y="562"/>
                  </a:lnTo>
                  <a:lnTo>
                    <a:pt x="783" y="863"/>
                  </a:lnTo>
                  <a:lnTo>
                    <a:pt x="783" y="11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26"/>
            <p:cNvSpPr/>
            <p:nvPr/>
          </p:nvSpPr>
          <p:spPr>
            <a:xfrm>
              <a:off x="11469125" y="4302863"/>
              <a:ext cx="777150" cy="103300"/>
            </a:xfrm>
            <a:custGeom>
              <a:avLst/>
              <a:gdLst/>
              <a:ahLst/>
              <a:cxnLst/>
              <a:rect l="l" t="t" r="r" b="b"/>
              <a:pathLst>
                <a:path w="31086" h="4132" extrusionOk="0">
                  <a:moveTo>
                    <a:pt x="29581" y="0"/>
                  </a:moveTo>
                  <a:lnTo>
                    <a:pt x="28478" y="20"/>
                  </a:lnTo>
                  <a:lnTo>
                    <a:pt x="27094" y="60"/>
                  </a:lnTo>
                  <a:lnTo>
                    <a:pt x="25510" y="141"/>
                  </a:lnTo>
                  <a:lnTo>
                    <a:pt x="23725" y="241"/>
                  </a:lnTo>
                  <a:lnTo>
                    <a:pt x="19815" y="481"/>
                  </a:lnTo>
                  <a:lnTo>
                    <a:pt x="19193" y="542"/>
                  </a:lnTo>
                  <a:lnTo>
                    <a:pt x="18150" y="602"/>
                  </a:lnTo>
                  <a:lnTo>
                    <a:pt x="13939" y="903"/>
                  </a:lnTo>
                  <a:lnTo>
                    <a:pt x="7000" y="1404"/>
                  </a:lnTo>
                  <a:lnTo>
                    <a:pt x="6659" y="1384"/>
                  </a:lnTo>
                  <a:lnTo>
                    <a:pt x="6318" y="1344"/>
                  </a:lnTo>
                  <a:lnTo>
                    <a:pt x="5676" y="1264"/>
                  </a:lnTo>
                  <a:lnTo>
                    <a:pt x="5055" y="1143"/>
                  </a:lnTo>
                  <a:lnTo>
                    <a:pt x="4453" y="1043"/>
                  </a:lnTo>
                  <a:lnTo>
                    <a:pt x="3851" y="943"/>
                  </a:lnTo>
                  <a:lnTo>
                    <a:pt x="3270" y="862"/>
                  </a:lnTo>
                  <a:lnTo>
                    <a:pt x="2969" y="842"/>
                  </a:lnTo>
                  <a:lnTo>
                    <a:pt x="2367" y="842"/>
                  </a:lnTo>
                  <a:lnTo>
                    <a:pt x="2046" y="883"/>
                  </a:lnTo>
                  <a:lnTo>
                    <a:pt x="1625" y="963"/>
                  </a:lnTo>
                  <a:lnTo>
                    <a:pt x="1405" y="1023"/>
                  </a:lnTo>
                  <a:lnTo>
                    <a:pt x="1164" y="1103"/>
                  </a:lnTo>
                  <a:lnTo>
                    <a:pt x="923" y="1183"/>
                  </a:lnTo>
                  <a:lnTo>
                    <a:pt x="703" y="1284"/>
                  </a:lnTo>
                  <a:lnTo>
                    <a:pt x="522" y="1404"/>
                  </a:lnTo>
                  <a:lnTo>
                    <a:pt x="362" y="1544"/>
                  </a:lnTo>
                  <a:lnTo>
                    <a:pt x="241" y="1665"/>
                  </a:lnTo>
                  <a:lnTo>
                    <a:pt x="161" y="1825"/>
                  </a:lnTo>
                  <a:lnTo>
                    <a:pt x="81" y="1965"/>
                  </a:lnTo>
                  <a:lnTo>
                    <a:pt x="41" y="2126"/>
                  </a:lnTo>
                  <a:lnTo>
                    <a:pt x="21" y="2286"/>
                  </a:lnTo>
                  <a:lnTo>
                    <a:pt x="1" y="2467"/>
                  </a:lnTo>
                  <a:lnTo>
                    <a:pt x="21" y="2627"/>
                  </a:lnTo>
                  <a:lnTo>
                    <a:pt x="61" y="2788"/>
                  </a:lnTo>
                  <a:lnTo>
                    <a:pt x="101" y="2948"/>
                  </a:lnTo>
                  <a:lnTo>
                    <a:pt x="161" y="3109"/>
                  </a:lnTo>
                  <a:lnTo>
                    <a:pt x="241" y="3249"/>
                  </a:lnTo>
                  <a:lnTo>
                    <a:pt x="342" y="3389"/>
                  </a:lnTo>
                  <a:lnTo>
                    <a:pt x="462" y="3530"/>
                  </a:lnTo>
                  <a:lnTo>
                    <a:pt x="582" y="3630"/>
                  </a:lnTo>
                  <a:lnTo>
                    <a:pt x="703" y="3750"/>
                  </a:lnTo>
                  <a:lnTo>
                    <a:pt x="843" y="3831"/>
                  </a:lnTo>
                  <a:lnTo>
                    <a:pt x="1004" y="3911"/>
                  </a:lnTo>
                  <a:lnTo>
                    <a:pt x="1164" y="3991"/>
                  </a:lnTo>
                  <a:lnTo>
                    <a:pt x="1324" y="4031"/>
                  </a:lnTo>
                  <a:lnTo>
                    <a:pt x="1485" y="4071"/>
                  </a:lnTo>
                  <a:lnTo>
                    <a:pt x="1826" y="4131"/>
                  </a:lnTo>
                  <a:lnTo>
                    <a:pt x="2167" y="4131"/>
                  </a:lnTo>
                  <a:lnTo>
                    <a:pt x="2528" y="4111"/>
                  </a:lnTo>
                  <a:lnTo>
                    <a:pt x="2869" y="4051"/>
                  </a:lnTo>
                  <a:lnTo>
                    <a:pt x="3230" y="3971"/>
                  </a:lnTo>
                  <a:lnTo>
                    <a:pt x="3591" y="3851"/>
                  </a:lnTo>
                  <a:lnTo>
                    <a:pt x="4313" y="3610"/>
                  </a:lnTo>
                  <a:lnTo>
                    <a:pt x="5034" y="3329"/>
                  </a:lnTo>
                  <a:lnTo>
                    <a:pt x="5696" y="3089"/>
                  </a:lnTo>
                  <a:lnTo>
                    <a:pt x="6017" y="2988"/>
                  </a:lnTo>
                  <a:lnTo>
                    <a:pt x="6318" y="2908"/>
                  </a:lnTo>
                  <a:lnTo>
                    <a:pt x="6940" y="2768"/>
                  </a:lnTo>
                  <a:lnTo>
                    <a:pt x="7702" y="2647"/>
                  </a:lnTo>
                  <a:lnTo>
                    <a:pt x="8584" y="2527"/>
                  </a:lnTo>
                  <a:lnTo>
                    <a:pt x="9567" y="2407"/>
                  </a:lnTo>
                  <a:lnTo>
                    <a:pt x="10650" y="2286"/>
                  </a:lnTo>
                  <a:lnTo>
                    <a:pt x="11813" y="2186"/>
                  </a:lnTo>
                  <a:lnTo>
                    <a:pt x="14300" y="1986"/>
                  </a:lnTo>
                  <a:lnTo>
                    <a:pt x="16305" y="1845"/>
                  </a:lnTo>
                  <a:lnTo>
                    <a:pt x="18351" y="1725"/>
                  </a:lnTo>
                  <a:lnTo>
                    <a:pt x="19333" y="1685"/>
                  </a:lnTo>
                  <a:lnTo>
                    <a:pt x="19975" y="1645"/>
                  </a:lnTo>
                  <a:lnTo>
                    <a:pt x="23846" y="1444"/>
                  </a:lnTo>
                  <a:lnTo>
                    <a:pt x="28217" y="1223"/>
                  </a:lnTo>
                  <a:lnTo>
                    <a:pt x="29581" y="1163"/>
                  </a:lnTo>
                  <a:lnTo>
                    <a:pt x="30022" y="1123"/>
                  </a:lnTo>
                  <a:lnTo>
                    <a:pt x="30263" y="1103"/>
                  </a:lnTo>
                  <a:lnTo>
                    <a:pt x="30363" y="1063"/>
                  </a:lnTo>
                  <a:lnTo>
                    <a:pt x="30484" y="1023"/>
                  </a:lnTo>
                  <a:lnTo>
                    <a:pt x="30684" y="903"/>
                  </a:lnTo>
                  <a:lnTo>
                    <a:pt x="30865" y="762"/>
                  </a:lnTo>
                  <a:lnTo>
                    <a:pt x="31005" y="622"/>
                  </a:lnTo>
                  <a:lnTo>
                    <a:pt x="31045" y="542"/>
                  </a:lnTo>
                  <a:lnTo>
                    <a:pt x="31085" y="461"/>
                  </a:lnTo>
                  <a:lnTo>
                    <a:pt x="31085" y="381"/>
                  </a:lnTo>
                  <a:lnTo>
                    <a:pt x="31085" y="301"/>
                  </a:lnTo>
                  <a:lnTo>
                    <a:pt x="31065" y="241"/>
                  </a:lnTo>
                  <a:lnTo>
                    <a:pt x="31005" y="181"/>
                  </a:lnTo>
                  <a:lnTo>
                    <a:pt x="30925" y="120"/>
                  </a:lnTo>
                  <a:lnTo>
                    <a:pt x="30825" y="80"/>
                  </a:lnTo>
                  <a:lnTo>
                    <a:pt x="30644" y="40"/>
                  </a:lnTo>
                  <a:lnTo>
                    <a:pt x="30383" y="20"/>
                  </a:lnTo>
                  <a:lnTo>
                    <a:pt x="295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26"/>
            <p:cNvSpPr/>
            <p:nvPr/>
          </p:nvSpPr>
          <p:spPr>
            <a:xfrm>
              <a:off x="11469125" y="4302863"/>
              <a:ext cx="777150" cy="103300"/>
            </a:xfrm>
            <a:custGeom>
              <a:avLst/>
              <a:gdLst/>
              <a:ahLst/>
              <a:cxnLst/>
              <a:rect l="l" t="t" r="r" b="b"/>
              <a:pathLst>
                <a:path w="31086" h="4132" fill="none" extrusionOk="0">
                  <a:moveTo>
                    <a:pt x="30263" y="1103"/>
                  </a:moveTo>
                  <a:lnTo>
                    <a:pt x="30263" y="1103"/>
                  </a:lnTo>
                  <a:lnTo>
                    <a:pt x="30022" y="1123"/>
                  </a:lnTo>
                  <a:lnTo>
                    <a:pt x="29581" y="1163"/>
                  </a:lnTo>
                  <a:lnTo>
                    <a:pt x="28217" y="1223"/>
                  </a:lnTo>
                  <a:lnTo>
                    <a:pt x="23846" y="1444"/>
                  </a:lnTo>
                  <a:lnTo>
                    <a:pt x="23846" y="1444"/>
                  </a:lnTo>
                  <a:lnTo>
                    <a:pt x="19975" y="1645"/>
                  </a:lnTo>
                  <a:lnTo>
                    <a:pt x="19975" y="1645"/>
                  </a:lnTo>
                  <a:lnTo>
                    <a:pt x="19333" y="1685"/>
                  </a:lnTo>
                  <a:lnTo>
                    <a:pt x="19333" y="1685"/>
                  </a:lnTo>
                  <a:lnTo>
                    <a:pt x="18351" y="1725"/>
                  </a:lnTo>
                  <a:lnTo>
                    <a:pt x="18351" y="1725"/>
                  </a:lnTo>
                  <a:lnTo>
                    <a:pt x="16305" y="1845"/>
                  </a:lnTo>
                  <a:lnTo>
                    <a:pt x="14300" y="1986"/>
                  </a:lnTo>
                  <a:lnTo>
                    <a:pt x="14300" y="1986"/>
                  </a:lnTo>
                  <a:lnTo>
                    <a:pt x="11813" y="2186"/>
                  </a:lnTo>
                  <a:lnTo>
                    <a:pt x="10650" y="2286"/>
                  </a:lnTo>
                  <a:lnTo>
                    <a:pt x="9567" y="2407"/>
                  </a:lnTo>
                  <a:lnTo>
                    <a:pt x="8584" y="2527"/>
                  </a:lnTo>
                  <a:lnTo>
                    <a:pt x="7702" y="2647"/>
                  </a:lnTo>
                  <a:lnTo>
                    <a:pt x="6940" y="2768"/>
                  </a:lnTo>
                  <a:lnTo>
                    <a:pt x="6318" y="2908"/>
                  </a:lnTo>
                  <a:lnTo>
                    <a:pt x="6318" y="2908"/>
                  </a:lnTo>
                  <a:lnTo>
                    <a:pt x="6017" y="2988"/>
                  </a:lnTo>
                  <a:lnTo>
                    <a:pt x="5696" y="3089"/>
                  </a:lnTo>
                  <a:lnTo>
                    <a:pt x="5034" y="3329"/>
                  </a:lnTo>
                  <a:lnTo>
                    <a:pt x="4313" y="3610"/>
                  </a:lnTo>
                  <a:lnTo>
                    <a:pt x="3591" y="3851"/>
                  </a:lnTo>
                  <a:lnTo>
                    <a:pt x="3230" y="3971"/>
                  </a:lnTo>
                  <a:lnTo>
                    <a:pt x="2869" y="4051"/>
                  </a:lnTo>
                  <a:lnTo>
                    <a:pt x="2528" y="4111"/>
                  </a:lnTo>
                  <a:lnTo>
                    <a:pt x="2167" y="4131"/>
                  </a:lnTo>
                  <a:lnTo>
                    <a:pt x="1826" y="4131"/>
                  </a:lnTo>
                  <a:lnTo>
                    <a:pt x="1485" y="4071"/>
                  </a:lnTo>
                  <a:lnTo>
                    <a:pt x="1324" y="4031"/>
                  </a:lnTo>
                  <a:lnTo>
                    <a:pt x="1164" y="3991"/>
                  </a:lnTo>
                  <a:lnTo>
                    <a:pt x="1004" y="3911"/>
                  </a:lnTo>
                  <a:lnTo>
                    <a:pt x="843" y="3831"/>
                  </a:lnTo>
                  <a:lnTo>
                    <a:pt x="843" y="3831"/>
                  </a:lnTo>
                  <a:lnTo>
                    <a:pt x="703" y="3750"/>
                  </a:lnTo>
                  <a:lnTo>
                    <a:pt x="582" y="3630"/>
                  </a:lnTo>
                  <a:lnTo>
                    <a:pt x="462" y="3530"/>
                  </a:lnTo>
                  <a:lnTo>
                    <a:pt x="342" y="3389"/>
                  </a:lnTo>
                  <a:lnTo>
                    <a:pt x="241" y="3249"/>
                  </a:lnTo>
                  <a:lnTo>
                    <a:pt x="161" y="3109"/>
                  </a:lnTo>
                  <a:lnTo>
                    <a:pt x="101" y="2948"/>
                  </a:lnTo>
                  <a:lnTo>
                    <a:pt x="61" y="2788"/>
                  </a:lnTo>
                  <a:lnTo>
                    <a:pt x="21" y="2627"/>
                  </a:lnTo>
                  <a:lnTo>
                    <a:pt x="1" y="2467"/>
                  </a:lnTo>
                  <a:lnTo>
                    <a:pt x="21" y="2286"/>
                  </a:lnTo>
                  <a:lnTo>
                    <a:pt x="41" y="2126"/>
                  </a:lnTo>
                  <a:lnTo>
                    <a:pt x="81" y="1965"/>
                  </a:lnTo>
                  <a:lnTo>
                    <a:pt x="161" y="1825"/>
                  </a:lnTo>
                  <a:lnTo>
                    <a:pt x="241" y="1665"/>
                  </a:lnTo>
                  <a:lnTo>
                    <a:pt x="362" y="1544"/>
                  </a:lnTo>
                  <a:lnTo>
                    <a:pt x="362" y="1544"/>
                  </a:lnTo>
                  <a:lnTo>
                    <a:pt x="522" y="1404"/>
                  </a:lnTo>
                  <a:lnTo>
                    <a:pt x="703" y="1284"/>
                  </a:lnTo>
                  <a:lnTo>
                    <a:pt x="923" y="1183"/>
                  </a:lnTo>
                  <a:lnTo>
                    <a:pt x="1164" y="1103"/>
                  </a:lnTo>
                  <a:lnTo>
                    <a:pt x="1405" y="1023"/>
                  </a:lnTo>
                  <a:lnTo>
                    <a:pt x="1625" y="963"/>
                  </a:lnTo>
                  <a:lnTo>
                    <a:pt x="2046" y="883"/>
                  </a:lnTo>
                  <a:lnTo>
                    <a:pt x="2046" y="883"/>
                  </a:lnTo>
                  <a:lnTo>
                    <a:pt x="2046" y="883"/>
                  </a:lnTo>
                  <a:lnTo>
                    <a:pt x="2367" y="842"/>
                  </a:lnTo>
                  <a:lnTo>
                    <a:pt x="2668" y="842"/>
                  </a:lnTo>
                  <a:lnTo>
                    <a:pt x="2969" y="842"/>
                  </a:lnTo>
                  <a:lnTo>
                    <a:pt x="3270" y="862"/>
                  </a:lnTo>
                  <a:lnTo>
                    <a:pt x="3851" y="943"/>
                  </a:lnTo>
                  <a:lnTo>
                    <a:pt x="4453" y="1043"/>
                  </a:lnTo>
                  <a:lnTo>
                    <a:pt x="5055" y="1143"/>
                  </a:lnTo>
                  <a:lnTo>
                    <a:pt x="5676" y="1264"/>
                  </a:lnTo>
                  <a:lnTo>
                    <a:pt x="6318" y="1344"/>
                  </a:lnTo>
                  <a:lnTo>
                    <a:pt x="6659" y="1384"/>
                  </a:lnTo>
                  <a:lnTo>
                    <a:pt x="7000" y="1404"/>
                  </a:lnTo>
                  <a:lnTo>
                    <a:pt x="7000" y="1404"/>
                  </a:lnTo>
                  <a:lnTo>
                    <a:pt x="13939" y="903"/>
                  </a:lnTo>
                  <a:lnTo>
                    <a:pt x="13939" y="903"/>
                  </a:lnTo>
                  <a:lnTo>
                    <a:pt x="18150" y="602"/>
                  </a:lnTo>
                  <a:lnTo>
                    <a:pt x="18150" y="602"/>
                  </a:lnTo>
                  <a:lnTo>
                    <a:pt x="19193" y="542"/>
                  </a:lnTo>
                  <a:lnTo>
                    <a:pt x="19193" y="542"/>
                  </a:lnTo>
                  <a:lnTo>
                    <a:pt x="19815" y="481"/>
                  </a:lnTo>
                  <a:lnTo>
                    <a:pt x="19815" y="481"/>
                  </a:lnTo>
                  <a:lnTo>
                    <a:pt x="23725" y="241"/>
                  </a:lnTo>
                  <a:lnTo>
                    <a:pt x="25510" y="141"/>
                  </a:lnTo>
                  <a:lnTo>
                    <a:pt x="27094" y="60"/>
                  </a:lnTo>
                  <a:lnTo>
                    <a:pt x="28478" y="20"/>
                  </a:lnTo>
                  <a:lnTo>
                    <a:pt x="29581" y="0"/>
                  </a:lnTo>
                  <a:lnTo>
                    <a:pt x="30383" y="20"/>
                  </a:lnTo>
                  <a:lnTo>
                    <a:pt x="30644" y="40"/>
                  </a:lnTo>
                  <a:lnTo>
                    <a:pt x="30825" y="80"/>
                  </a:lnTo>
                  <a:lnTo>
                    <a:pt x="30825" y="80"/>
                  </a:lnTo>
                  <a:lnTo>
                    <a:pt x="30925" y="120"/>
                  </a:lnTo>
                  <a:lnTo>
                    <a:pt x="31005" y="181"/>
                  </a:lnTo>
                  <a:lnTo>
                    <a:pt x="31065" y="241"/>
                  </a:lnTo>
                  <a:lnTo>
                    <a:pt x="31085" y="301"/>
                  </a:lnTo>
                  <a:lnTo>
                    <a:pt x="31085" y="381"/>
                  </a:lnTo>
                  <a:lnTo>
                    <a:pt x="31085" y="461"/>
                  </a:lnTo>
                  <a:lnTo>
                    <a:pt x="31045" y="542"/>
                  </a:lnTo>
                  <a:lnTo>
                    <a:pt x="31005" y="622"/>
                  </a:lnTo>
                  <a:lnTo>
                    <a:pt x="30865" y="762"/>
                  </a:lnTo>
                  <a:lnTo>
                    <a:pt x="30684" y="903"/>
                  </a:lnTo>
                  <a:lnTo>
                    <a:pt x="30484" y="1023"/>
                  </a:lnTo>
                  <a:lnTo>
                    <a:pt x="30363" y="1063"/>
                  </a:lnTo>
                  <a:lnTo>
                    <a:pt x="30263" y="11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26"/>
            <p:cNvSpPr/>
            <p:nvPr/>
          </p:nvSpPr>
          <p:spPr>
            <a:xfrm>
              <a:off x="11817575" y="4317888"/>
              <a:ext cx="110325" cy="34625"/>
            </a:xfrm>
            <a:custGeom>
              <a:avLst/>
              <a:gdLst/>
              <a:ahLst/>
              <a:cxnLst/>
              <a:rect l="l" t="t" r="r" b="b"/>
              <a:pathLst>
                <a:path w="4413" h="1385" extrusionOk="0">
                  <a:moveTo>
                    <a:pt x="4212" y="1"/>
                  </a:moveTo>
                  <a:lnTo>
                    <a:pt x="1" y="302"/>
                  </a:lnTo>
                  <a:lnTo>
                    <a:pt x="121" y="482"/>
                  </a:lnTo>
                  <a:lnTo>
                    <a:pt x="201" y="663"/>
                  </a:lnTo>
                  <a:lnTo>
                    <a:pt x="281" y="863"/>
                  </a:lnTo>
                  <a:lnTo>
                    <a:pt x="342" y="1084"/>
                  </a:lnTo>
                  <a:lnTo>
                    <a:pt x="362" y="1224"/>
                  </a:lnTo>
                  <a:lnTo>
                    <a:pt x="362" y="1385"/>
                  </a:lnTo>
                  <a:lnTo>
                    <a:pt x="2367" y="1244"/>
                  </a:lnTo>
                  <a:lnTo>
                    <a:pt x="4413" y="1124"/>
                  </a:lnTo>
                  <a:lnTo>
                    <a:pt x="4413" y="843"/>
                  </a:lnTo>
                  <a:lnTo>
                    <a:pt x="4373" y="542"/>
                  </a:lnTo>
                  <a:lnTo>
                    <a:pt x="4292" y="261"/>
                  </a:lnTo>
                  <a:lnTo>
                    <a:pt x="42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26"/>
            <p:cNvSpPr/>
            <p:nvPr/>
          </p:nvSpPr>
          <p:spPr>
            <a:xfrm>
              <a:off x="11817575" y="4317888"/>
              <a:ext cx="110325" cy="34625"/>
            </a:xfrm>
            <a:custGeom>
              <a:avLst/>
              <a:gdLst/>
              <a:ahLst/>
              <a:cxnLst/>
              <a:rect l="l" t="t" r="r" b="b"/>
              <a:pathLst>
                <a:path w="4413" h="1385" fill="none" extrusionOk="0">
                  <a:moveTo>
                    <a:pt x="4413" y="1124"/>
                  </a:moveTo>
                  <a:lnTo>
                    <a:pt x="4413" y="1124"/>
                  </a:lnTo>
                  <a:lnTo>
                    <a:pt x="2367" y="1244"/>
                  </a:lnTo>
                  <a:lnTo>
                    <a:pt x="362" y="1385"/>
                  </a:lnTo>
                  <a:lnTo>
                    <a:pt x="362" y="1385"/>
                  </a:lnTo>
                  <a:lnTo>
                    <a:pt x="362" y="1224"/>
                  </a:lnTo>
                  <a:lnTo>
                    <a:pt x="342" y="1084"/>
                  </a:lnTo>
                  <a:lnTo>
                    <a:pt x="342" y="1084"/>
                  </a:lnTo>
                  <a:lnTo>
                    <a:pt x="281" y="863"/>
                  </a:lnTo>
                  <a:lnTo>
                    <a:pt x="201" y="663"/>
                  </a:lnTo>
                  <a:lnTo>
                    <a:pt x="121" y="482"/>
                  </a:lnTo>
                  <a:lnTo>
                    <a:pt x="1" y="302"/>
                  </a:lnTo>
                  <a:lnTo>
                    <a:pt x="1" y="302"/>
                  </a:lnTo>
                  <a:lnTo>
                    <a:pt x="4212" y="1"/>
                  </a:lnTo>
                  <a:lnTo>
                    <a:pt x="4212" y="1"/>
                  </a:lnTo>
                  <a:lnTo>
                    <a:pt x="4292" y="261"/>
                  </a:lnTo>
                  <a:lnTo>
                    <a:pt x="4373" y="542"/>
                  </a:lnTo>
                  <a:lnTo>
                    <a:pt x="4413" y="843"/>
                  </a:lnTo>
                  <a:lnTo>
                    <a:pt x="4413" y="112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26"/>
            <p:cNvSpPr/>
            <p:nvPr/>
          </p:nvSpPr>
          <p:spPr>
            <a:xfrm>
              <a:off x="11469125" y="4324913"/>
              <a:ext cx="596150" cy="81250"/>
            </a:xfrm>
            <a:custGeom>
              <a:avLst/>
              <a:gdLst/>
              <a:ahLst/>
              <a:cxnLst/>
              <a:rect l="l" t="t" r="r" b="b"/>
              <a:pathLst>
                <a:path w="23846" h="3250" extrusionOk="0">
                  <a:moveTo>
                    <a:pt x="2026" y="1"/>
                  </a:moveTo>
                  <a:lnTo>
                    <a:pt x="2018" y="6"/>
                  </a:lnTo>
                  <a:lnTo>
                    <a:pt x="2018" y="6"/>
                  </a:lnTo>
                  <a:lnTo>
                    <a:pt x="2046" y="1"/>
                  </a:lnTo>
                  <a:close/>
                  <a:moveTo>
                    <a:pt x="21259" y="482"/>
                  </a:moveTo>
                  <a:lnTo>
                    <a:pt x="19795" y="502"/>
                  </a:lnTo>
                  <a:lnTo>
                    <a:pt x="18351" y="542"/>
                  </a:lnTo>
                  <a:lnTo>
                    <a:pt x="18351" y="843"/>
                  </a:lnTo>
                  <a:lnTo>
                    <a:pt x="19333" y="803"/>
                  </a:lnTo>
                  <a:lnTo>
                    <a:pt x="19975" y="763"/>
                  </a:lnTo>
                  <a:lnTo>
                    <a:pt x="23846" y="562"/>
                  </a:lnTo>
                  <a:lnTo>
                    <a:pt x="23204" y="522"/>
                  </a:lnTo>
                  <a:lnTo>
                    <a:pt x="22562" y="502"/>
                  </a:lnTo>
                  <a:lnTo>
                    <a:pt x="21259" y="482"/>
                  </a:lnTo>
                  <a:close/>
                  <a:moveTo>
                    <a:pt x="2018" y="6"/>
                  </a:moveTo>
                  <a:lnTo>
                    <a:pt x="1625" y="81"/>
                  </a:lnTo>
                  <a:lnTo>
                    <a:pt x="1405" y="141"/>
                  </a:lnTo>
                  <a:lnTo>
                    <a:pt x="1164" y="221"/>
                  </a:lnTo>
                  <a:lnTo>
                    <a:pt x="923" y="301"/>
                  </a:lnTo>
                  <a:lnTo>
                    <a:pt x="703" y="402"/>
                  </a:lnTo>
                  <a:lnTo>
                    <a:pt x="522" y="522"/>
                  </a:lnTo>
                  <a:lnTo>
                    <a:pt x="362" y="662"/>
                  </a:lnTo>
                  <a:lnTo>
                    <a:pt x="282" y="743"/>
                  </a:lnTo>
                  <a:lnTo>
                    <a:pt x="201" y="863"/>
                  </a:lnTo>
                  <a:lnTo>
                    <a:pt x="141" y="963"/>
                  </a:lnTo>
                  <a:lnTo>
                    <a:pt x="101" y="1063"/>
                  </a:lnTo>
                  <a:lnTo>
                    <a:pt x="21" y="1304"/>
                  </a:lnTo>
                  <a:lnTo>
                    <a:pt x="1" y="1545"/>
                  </a:lnTo>
                  <a:lnTo>
                    <a:pt x="21" y="1745"/>
                  </a:lnTo>
                  <a:lnTo>
                    <a:pt x="61" y="1946"/>
                  </a:lnTo>
                  <a:lnTo>
                    <a:pt x="141" y="2146"/>
                  </a:lnTo>
                  <a:lnTo>
                    <a:pt x="241" y="2347"/>
                  </a:lnTo>
                  <a:lnTo>
                    <a:pt x="362" y="2527"/>
                  </a:lnTo>
                  <a:lnTo>
                    <a:pt x="502" y="2688"/>
                  </a:lnTo>
                  <a:lnTo>
                    <a:pt x="663" y="2828"/>
                  </a:lnTo>
                  <a:lnTo>
                    <a:pt x="843" y="2949"/>
                  </a:lnTo>
                  <a:lnTo>
                    <a:pt x="1144" y="3089"/>
                  </a:lnTo>
                  <a:lnTo>
                    <a:pt x="1445" y="3189"/>
                  </a:lnTo>
                  <a:lnTo>
                    <a:pt x="1746" y="3229"/>
                  </a:lnTo>
                  <a:lnTo>
                    <a:pt x="2066" y="3249"/>
                  </a:lnTo>
                  <a:lnTo>
                    <a:pt x="2327" y="3249"/>
                  </a:lnTo>
                  <a:lnTo>
                    <a:pt x="2608" y="3209"/>
                  </a:lnTo>
                  <a:lnTo>
                    <a:pt x="2869" y="3169"/>
                  </a:lnTo>
                  <a:lnTo>
                    <a:pt x="3149" y="3109"/>
                  </a:lnTo>
                  <a:lnTo>
                    <a:pt x="3711" y="2949"/>
                  </a:lnTo>
                  <a:lnTo>
                    <a:pt x="4272" y="2748"/>
                  </a:lnTo>
                  <a:lnTo>
                    <a:pt x="5335" y="2327"/>
                  </a:lnTo>
                  <a:lnTo>
                    <a:pt x="5837" y="2146"/>
                  </a:lnTo>
                  <a:lnTo>
                    <a:pt x="6318" y="2026"/>
                  </a:lnTo>
                  <a:lnTo>
                    <a:pt x="6940" y="1886"/>
                  </a:lnTo>
                  <a:lnTo>
                    <a:pt x="7702" y="1765"/>
                  </a:lnTo>
                  <a:lnTo>
                    <a:pt x="8584" y="1645"/>
                  </a:lnTo>
                  <a:lnTo>
                    <a:pt x="9567" y="1525"/>
                  </a:lnTo>
                  <a:lnTo>
                    <a:pt x="10650" y="1404"/>
                  </a:lnTo>
                  <a:lnTo>
                    <a:pt x="11813" y="1304"/>
                  </a:lnTo>
                  <a:lnTo>
                    <a:pt x="14300" y="1104"/>
                  </a:lnTo>
                  <a:lnTo>
                    <a:pt x="14300" y="943"/>
                  </a:lnTo>
                  <a:lnTo>
                    <a:pt x="14280" y="803"/>
                  </a:lnTo>
                  <a:lnTo>
                    <a:pt x="14260" y="763"/>
                  </a:lnTo>
                  <a:lnTo>
                    <a:pt x="12876" y="823"/>
                  </a:lnTo>
                  <a:lnTo>
                    <a:pt x="11472" y="863"/>
                  </a:lnTo>
                  <a:lnTo>
                    <a:pt x="10068" y="923"/>
                  </a:lnTo>
                  <a:lnTo>
                    <a:pt x="9366" y="983"/>
                  </a:lnTo>
                  <a:lnTo>
                    <a:pt x="8664" y="1043"/>
                  </a:lnTo>
                  <a:lnTo>
                    <a:pt x="7962" y="1124"/>
                  </a:lnTo>
                  <a:lnTo>
                    <a:pt x="7261" y="1224"/>
                  </a:lnTo>
                  <a:lnTo>
                    <a:pt x="6519" y="1364"/>
                  </a:lnTo>
                  <a:lnTo>
                    <a:pt x="5777" y="1505"/>
                  </a:lnTo>
                  <a:lnTo>
                    <a:pt x="5034" y="1665"/>
                  </a:lnTo>
                  <a:lnTo>
                    <a:pt x="4292" y="1805"/>
                  </a:lnTo>
                  <a:lnTo>
                    <a:pt x="3591" y="1926"/>
                  </a:lnTo>
                  <a:lnTo>
                    <a:pt x="3210" y="1986"/>
                  </a:lnTo>
                  <a:lnTo>
                    <a:pt x="2849" y="2006"/>
                  </a:lnTo>
                  <a:lnTo>
                    <a:pt x="2668" y="1986"/>
                  </a:lnTo>
                  <a:lnTo>
                    <a:pt x="2508" y="1966"/>
                  </a:lnTo>
                  <a:lnTo>
                    <a:pt x="2267" y="1926"/>
                  </a:lnTo>
                  <a:lnTo>
                    <a:pt x="2066" y="1846"/>
                  </a:lnTo>
                  <a:lnTo>
                    <a:pt x="1886" y="1765"/>
                  </a:lnTo>
                  <a:lnTo>
                    <a:pt x="1726" y="1665"/>
                  </a:lnTo>
                  <a:lnTo>
                    <a:pt x="1605" y="1545"/>
                  </a:lnTo>
                  <a:lnTo>
                    <a:pt x="1505" y="1404"/>
                  </a:lnTo>
                  <a:lnTo>
                    <a:pt x="1445" y="1284"/>
                  </a:lnTo>
                  <a:lnTo>
                    <a:pt x="1385" y="1124"/>
                  </a:lnTo>
                  <a:lnTo>
                    <a:pt x="1365" y="983"/>
                  </a:lnTo>
                  <a:lnTo>
                    <a:pt x="1385" y="823"/>
                  </a:lnTo>
                  <a:lnTo>
                    <a:pt x="1425" y="682"/>
                  </a:lnTo>
                  <a:lnTo>
                    <a:pt x="1485" y="542"/>
                  </a:lnTo>
                  <a:lnTo>
                    <a:pt x="1585" y="382"/>
                  </a:lnTo>
                  <a:lnTo>
                    <a:pt x="1705" y="261"/>
                  </a:lnTo>
                  <a:lnTo>
                    <a:pt x="1846" y="121"/>
                  </a:lnTo>
                  <a:lnTo>
                    <a:pt x="2018" y="6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26"/>
            <p:cNvSpPr/>
            <p:nvPr/>
          </p:nvSpPr>
          <p:spPr>
            <a:xfrm>
              <a:off x="11825600" y="4338463"/>
              <a:ext cx="102300" cy="14050"/>
            </a:xfrm>
            <a:custGeom>
              <a:avLst/>
              <a:gdLst/>
              <a:ahLst/>
              <a:cxnLst/>
              <a:rect l="l" t="t" r="r" b="b"/>
              <a:pathLst>
                <a:path w="4092" h="562" extrusionOk="0">
                  <a:moveTo>
                    <a:pt x="4092" y="0"/>
                  </a:moveTo>
                  <a:lnTo>
                    <a:pt x="2046" y="100"/>
                  </a:lnTo>
                  <a:lnTo>
                    <a:pt x="1" y="221"/>
                  </a:lnTo>
                  <a:lnTo>
                    <a:pt x="21" y="261"/>
                  </a:lnTo>
                  <a:lnTo>
                    <a:pt x="41" y="401"/>
                  </a:lnTo>
                  <a:lnTo>
                    <a:pt x="41" y="562"/>
                  </a:lnTo>
                  <a:lnTo>
                    <a:pt x="3209" y="361"/>
                  </a:lnTo>
                  <a:lnTo>
                    <a:pt x="4092" y="301"/>
                  </a:lnTo>
                  <a:lnTo>
                    <a:pt x="409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922" name="Google Shape;5922;p26"/>
          <p:cNvSpPr txBox="1">
            <a:spLocks noGrp="1"/>
          </p:cNvSpPr>
          <p:nvPr>
            <p:ph type="ctrTitle"/>
          </p:nvPr>
        </p:nvSpPr>
        <p:spPr>
          <a:xfrm>
            <a:off x="1471500" y="1018387"/>
            <a:ext cx="6201000" cy="2097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600" dirty="0" err="1"/>
              <a:t>PlayForward</a:t>
            </a:r>
            <a:br>
              <a:rPr lang="en-US" sz="6600" i="1" dirty="0"/>
            </a:br>
            <a:r>
              <a:rPr lang="en-US" sz="4000" i="1" dirty="0" err="1">
                <a:solidFill>
                  <a:schemeClr val="accent5">
                    <a:lumMod val="75000"/>
                  </a:schemeClr>
                </a:solidFill>
              </a:rPr>
              <a:t>prezentacija</a:t>
            </a:r>
            <a:r>
              <a:rPr lang="en-US" sz="4000" i="1" dirty="0">
                <a:solidFill>
                  <a:schemeClr val="accent5">
                    <a:lumMod val="75000"/>
                  </a:schemeClr>
                </a:solidFill>
              </a:rPr>
              <a:t> </a:t>
            </a:r>
            <a:r>
              <a:rPr lang="en-US" sz="4000" i="1" dirty="0" err="1">
                <a:solidFill>
                  <a:schemeClr val="accent5">
                    <a:lumMod val="75000"/>
                  </a:schemeClr>
                </a:solidFill>
              </a:rPr>
              <a:t>projekta</a:t>
            </a:r>
            <a:endParaRPr lang="en-US" sz="6600" i="1" dirty="0">
              <a:solidFill>
                <a:schemeClr val="accent5">
                  <a:lumMod val="75000"/>
                </a:schemeClr>
              </a:solidFill>
            </a:endParaRPr>
          </a:p>
        </p:txBody>
      </p:sp>
      <p:sp>
        <p:nvSpPr>
          <p:cNvPr id="5923" name="Google Shape;5923;p26"/>
          <p:cNvSpPr txBox="1">
            <a:spLocks noGrp="1"/>
          </p:cNvSpPr>
          <p:nvPr>
            <p:ph type="subTitle" idx="1"/>
          </p:nvPr>
        </p:nvSpPr>
        <p:spPr>
          <a:xfrm>
            <a:off x="1853550" y="2776313"/>
            <a:ext cx="5436900" cy="134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 dirty="0"/>
              <a:t>Tim: TG 1.3 &lt;</a:t>
            </a:r>
            <a:r>
              <a:rPr lang="en-US" sz="1800" dirty="0" err="1"/>
              <a:t>GiftHub</a:t>
            </a:r>
            <a:r>
              <a:rPr lang="en-US" sz="1800" dirty="0"/>
              <a:t>&gt;</a:t>
            </a:r>
            <a:br>
              <a:rPr lang="en-US" sz="1800" dirty="0"/>
            </a:br>
            <a:r>
              <a:rPr lang="en-US" sz="1800" dirty="0" err="1"/>
              <a:t>Programsko</a:t>
            </a:r>
            <a:r>
              <a:rPr lang="en-US" sz="1800" dirty="0"/>
              <a:t> </a:t>
            </a:r>
            <a:r>
              <a:rPr lang="en-US" sz="1800" dirty="0" err="1"/>
              <a:t>inženjerstvo</a:t>
            </a:r>
            <a:r>
              <a:rPr lang="en-US" sz="1800" dirty="0"/>
              <a:t> (ID 183400)</a:t>
            </a:r>
            <a:br>
              <a:rPr lang="en-US" sz="1800" dirty="0"/>
            </a:br>
            <a:r>
              <a:rPr lang="en-US" sz="1800" dirty="0" err="1"/>
              <a:t>Ak.god</a:t>
            </a:r>
            <a:r>
              <a:rPr lang="en-US" sz="1800" dirty="0"/>
              <a:t>. ‘25./’26.</a:t>
            </a:r>
          </a:p>
        </p:txBody>
      </p:sp>
      <p:grpSp>
        <p:nvGrpSpPr>
          <p:cNvPr id="5924" name="Google Shape;5924;p26"/>
          <p:cNvGrpSpPr/>
          <p:nvPr/>
        </p:nvGrpSpPr>
        <p:grpSpPr>
          <a:xfrm>
            <a:off x="310050" y="3368275"/>
            <a:ext cx="1609800" cy="1615000"/>
            <a:chOff x="10614475" y="3194400"/>
            <a:chExt cx="1609800" cy="1615000"/>
          </a:xfrm>
        </p:grpSpPr>
        <p:sp>
          <p:nvSpPr>
            <p:cNvPr id="5925" name="Google Shape;5925;p26"/>
            <p:cNvSpPr/>
            <p:nvPr/>
          </p:nvSpPr>
          <p:spPr>
            <a:xfrm>
              <a:off x="10614475" y="4537600"/>
              <a:ext cx="1609800" cy="2718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26"/>
            <p:cNvSpPr/>
            <p:nvPr/>
          </p:nvSpPr>
          <p:spPr>
            <a:xfrm>
              <a:off x="11027200" y="3878275"/>
              <a:ext cx="805725" cy="779150"/>
            </a:xfrm>
            <a:custGeom>
              <a:avLst/>
              <a:gdLst/>
              <a:ahLst/>
              <a:cxnLst/>
              <a:rect l="l" t="t" r="r" b="b"/>
              <a:pathLst>
                <a:path w="32229" h="31166" extrusionOk="0">
                  <a:moveTo>
                    <a:pt x="15664" y="0"/>
                  </a:moveTo>
                  <a:lnTo>
                    <a:pt x="14641" y="60"/>
                  </a:lnTo>
                  <a:lnTo>
                    <a:pt x="13638" y="121"/>
                  </a:lnTo>
                  <a:lnTo>
                    <a:pt x="12635" y="201"/>
                  </a:lnTo>
                  <a:lnTo>
                    <a:pt x="11653" y="321"/>
                  </a:lnTo>
                  <a:lnTo>
                    <a:pt x="10710" y="462"/>
                  </a:lnTo>
                  <a:lnTo>
                    <a:pt x="9848" y="622"/>
                  </a:lnTo>
                  <a:lnTo>
                    <a:pt x="9025" y="802"/>
                  </a:lnTo>
                  <a:lnTo>
                    <a:pt x="8263" y="1003"/>
                  </a:lnTo>
                  <a:lnTo>
                    <a:pt x="7541" y="1244"/>
                  </a:lnTo>
                  <a:lnTo>
                    <a:pt x="6900" y="1484"/>
                  </a:lnTo>
                  <a:lnTo>
                    <a:pt x="6599" y="1625"/>
                  </a:lnTo>
                  <a:lnTo>
                    <a:pt x="6338" y="1765"/>
                  </a:lnTo>
                  <a:lnTo>
                    <a:pt x="6077" y="1905"/>
                  </a:lnTo>
                  <a:lnTo>
                    <a:pt x="5837" y="2066"/>
                  </a:lnTo>
                  <a:lnTo>
                    <a:pt x="5636" y="2226"/>
                  </a:lnTo>
                  <a:lnTo>
                    <a:pt x="5436" y="2387"/>
                  </a:lnTo>
                  <a:lnTo>
                    <a:pt x="5255" y="2587"/>
                  </a:lnTo>
                  <a:lnTo>
                    <a:pt x="5055" y="2788"/>
                  </a:lnTo>
                  <a:lnTo>
                    <a:pt x="4674" y="3269"/>
                  </a:lnTo>
                  <a:lnTo>
                    <a:pt x="4293" y="3791"/>
                  </a:lnTo>
                  <a:lnTo>
                    <a:pt x="3932" y="4372"/>
                  </a:lnTo>
                  <a:lnTo>
                    <a:pt x="3591" y="4994"/>
                  </a:lnTo>
                  <a:lnTo>
                    <a:pt x="3250" y="5656"/>
                  </a:lnTo>
                  <a:lnTo>
                    <a:pt x="2929" y="6378"/>
                  </a:lnTo>
                  <a:lnTo>
                    <a:pt x="2628" y="7120"/>
                  </a:lnTo>
                  <a:lnTo>
                    <a:pt x="2327" y="7902"/>
                  </a:lnTo>
                  <a:lnTo>
                    <a:pt x="2047" y="8704"/>
                  </a:lnTo>
                  <a:lnTo>
                    <a:pt x="1786" y="9526"/>
                  </a:lnTo>
                  <a:lnTo>
                    <a:pt x="1525" y="10389"/>
                  </a:lnTo>
                  <a:lnTo>
                    <a:pt x="1284" y="11251"/>
                  </a:lnTo>
                  <a:lnTo>
                    <a:pt x="1084" y="12133"/>
                  </a:lnTo>
                  <a:lnTo>
                    <a:pt x="883" y="13016"/>
                  </a:lnTo>
                  <a:lnTo>
                    <a:pt x="703" y="13898"/>
                  </a:lnTo>
                  <a:lnTo>
                    <a:pt x="542" y="14801"/>
                  </a:lnTo>
                  <a:lnTo>
                    <a:pt x="402" y="15683"/>
                  </a:lnTo>
                  <a:lnTo>
                    <a:pt x="282" y="16565"/>
                  </a:lnTo>
                  <a:lnTo>
                    <a:pt x="181" y="17428"/>
                  </a:lnTo>
                  <a:lnTo>
                    <a:pt x="101" y="18290"/>
                  </a:lnTo>
                  <a:lnTo>
                    <a:pt x="41" y="19132"/>
                  </a:lnTo>
                  <a:lnTo>
                    <a:pt x="1" y="19935"/>
                  </a:lnTo>
                  <a:lnTo>
                    <a:pt x="1" y="20717"/>
                  </a:lnTo>
                  <a:lnTo>
                    <a:pt x="1" y="21479"/>
                  </a:lnTo>
                  <a:lnTo>
                    <a:pt x="41" y="22181"/>
                  </a:lnTo>
                  <a:lnTo>
                    <a:pt x="101" y="22862"/>
                  </a:lnTo>
                  <a:lnTo>
                    <a:pt x="202" y="23504"/>
                  </a:lnTo>
                  <a:lnTo>
                    <a:pt x="302" y="24086"/>
                  </a:lnTo>
                  <a:lnTo>
                    <a:pt x="442" y="24627"/>
                  </a:lnTo>
                  <a:lnTo>
                    <a:pt x="603" y="25089"/>
                  </a:lnTo>
                  <a:lnTo>
                    <a:pt x="703" y="25309"/>
                  </a:lnTo>
                  <a:lnTo>
                    <a:pt x="803" y="25510"/>
                  </a:lnTo>
                  <a:lnTo>
                    <a:pt x="923" y="25710"/>
                  </a:lnTo>
                  <a:lnTo>
                    <a:pt x="1044" y="25911"/>
                  </a:lnTo>
                  <a:lnTo>
                    <a:pt x="1204" y="26111"/>
                  </a:lnTo>
                  <a:lnTo>
                    <a:pt x="1365" y="26312"/>
                  </a:lnTo>
                  <a:lnTo>
                    <a:pt x="1726" y="26693"/>
                  </a:lnTo>
                  <a:lnTo>
                    <a:pt x="2167" y="27094"/>
                  </a:lnTo>
                  <a:lnTo>
                    <a:pt x="2648" y="27475"/>
                  </a:lnTo>
                  <a:lnTo>
                    <a:pt x="3170" y="27836"/>
                  </a:lnTo>
                  <a:lnTo>
                    <a:pt x="3751" y="28197"/>
                  </a:lnTo>
                  <a:lnTo>
                    <a:pt x="4393" y="28538"/>
                  </a:lnTo>
                  <a:lnTo>
                    <a:pt x="5055" y="28879"/>
                  </a:lnTo>
                  <a:lnTo>
                    <a:pt x="5777" y="29200"/>
                  </a:lnTo>
                  <a:lnTo>
                    <a:pt x="6539" y="29501"/>
                  </a:lnTo>
                  <a:lnTo>
                    <a:pt x="7321" y="29781"/>
                  </a:lnTo>
                  <a:lnTo>
                    <a:pt x="8143" y="30042"/>
                  </a:lnTo>
                  <a:lnTo>
                    <a:pt x="8985" y="30283"/>
                  </a:lnTo>
                  <a:lnTo>
                    <a:pt x="9868" y="30483"/>
                  </a:lnTo>
                  <a:lnTo>
                    <a:pt x="10770" y="30684"/>
                  </a:lnTo>
                  <a:lnTo>
                    <a:pt x="11693" y="30844"/>
                  </a:lnTo>
                  <a:lnTo>
                    <a:pt x="12635" y="30965"/>
                  </a:lnTo>
                  <a:lnTo>
                    <a:pt x="13598" y="31065"/>
                  </a:lnTo>
                  <a:lnTo>
                    <a:pt x="14561" y="31145"/>
                  </a:lnTo>
                  <a:lnTo>
                    <a:pt x="15543" y="31165"/>
                  </a:lnTo>
                  <a:lnTo>
                    <a:pt x="16526" y="31165"/>
                  </a:lnTo>
                  <a:lnTo>
                    <a:pt x="17529" y="31125"/>
                  </a:lnTo>
                  <a:lnTo>
                    <a:pt x="18531" y="31045"/>
                  </a:lnTo>
                  <a:lnTo>
                    <a:pt x="19514" y="30924"/>
                  </a:lnTo>
                  <a:lnTo>
                    <a:pt x="20517" y="30764"/>
                  </a:lnTo>
                  <a:lnTo>
                    <a:pt x="21499" y="30563"/>
                  </a:lnTo>
                  <a:lnTo>
                    <a:pt x="21981" y="30443"/>
                  </a:lnTo>
                  <a:lnTo>
                    <a:pt x="22462" y="30303"/>
                  </a:lnTo>
                  <a:lnTo>
                    <a:pt x="22943" y="30162"/>
                  </a:lnTo>
                  <a:lnTo>
                    <a:pt x="23425" y="30002"/>
                  </a:lnTo>
                  <a:lnTo>
                    <a:pt x="23906" y="29821"/>
                  </a:lnTo>
                  <a:lnTo>
                    <a:pt x="24367" y="29641"/>
                  </a:lnTo>
                  <a:lnTo>
                    <a:pt x="24848" y="29440"/>
                  </a:lnTo>
                  <a:lnTo>
                    <a:pt x="25310" y="29240"/>
                  </a:lnTo>
                  <a:lnTo>
                    <a:pt x="25771" y="29019"/>
                  </a:lnTo>
                  <a:lnTo>
                    <a:pt x="26212" y="28779"/>
                  </a:lnTo>
                  <a:lnTo>
                    <a:pt x="26794" y="28458"/>
                  </a:lnTo>
                  <a:lnTo>
                    <a:pt x="27375" y="28097"/>
                  </a:lnTo>
                  <a:lnTo>
                    <a:pt x="27937" y="27716"/>
                  </a:lnTo>
                  <a:lnTo>
                    <a:pt x="28478" y="27315"/>
                  </a:lnTo>
                  <a:lnTo>
                    <a:pt x="29020" y="26893"/>
                  </a:lnTo>
                  <a:lnTo>
                    <a:pt x="29541" y="26432"/>
                  </a:lnTo>
                  <a:lnTo>
                    <a:pt x="30043" y="25951"/>
                  </a:lnTo>
                  <a:lnTo>
                    <a:pt x="30544" y="25450"/>
                  </a:lnTo>
                  <a:lnTo>
                    <a:pt x="30744" y="25209"/>
                  </a:lnTo>
                  <a:lnTo>
                    <a:pt x="30945" y="24948"/>
                  </a:lnTo>
                  <a:lnTo>
                    <a:pt x="31126" y="24667"/>
                  </a:lnTo>
                  <a:lnTo>
                    <a:pt x="31286" y="24367"/>
                  </a:lnTo>
                  <a:lnTo>
                    <a:pt x="31446" y="24066"/>
                  </a:lnTo>
                  <a:lnTo>
                    <a:pt x="31587" y="23725"/>
                  </a:lnTo>
                  <a:lnTo>
                    <a:pt x="31707" y="23384"/>
                  </a:lnTo>
                  <a:lnTo>
                    <a:pt x="31807" y="23043"/>
                  </a:lnTo>
                  <a:lnTo>
                    <a:pt x="31908" y="22682"/>
                  </a:lnTo>
                  <a:lnTo>
                    <a:pt x="31988" y="22301"/>
                  </a:lnTo>
                  <a:lnTo>
                    <a:pt x="32068" y="21900"/>
                  </a:lnTo>
                  <a:lnTo>
                    <a:pt x="32108" y="21519"/>
                  </a:lnTo>
                  <a:lnTo>
                    <a:pt x="32168" y="21098"/>
                  </a:lnTo>
                  <a:lnTo>
                    <a:pt x="32188" y="20677"/>
                  </a:lnTo>
                  <a:lnTo>
                    <a:pt x="32229" y="19814"/>
                  </a:lnTo>
                  <a:lnTo>
                    <a:pt x="32208" y="18912"/>
                  </a:lnTo>
                  <a:lnTo>
                    <a:pt x="32148" y="17989"/>
                  </a:lnTo>
                  <a:lnTo>
                    <a:pt x="32048" y="17047"/>
                  </a:lnTo>
                  <a:lnTo>
                    <a:pt x="31908" y="16104"/>
                  </a:lnTo>
                  <a:lnTo>
                    <a:pt x="31747" y="15121"/>
                  </a:lnTo>
                  <a:lnTo>
                    <a:pt x="31547" y="14139"/>
                  </a:lnTo>
                  <a:lnTo>
                    <a:pt x="31306" y="13176"/>
                  </a:lnTo>
                  <a:lnTo>
                    <a:pt x="31045" y="12193"/>
                  </a:lnTo>
                  <a:lnTo>
                    <a:pt x="30744" y="11231"/>
                  </a:lnTo>
                  <a:lnTo>
                    <a:pt x="30424" y="10268"/>
                  </a:lnTo>
                  <a:lnTo>
                    <a:pt x="30103" y="9346"/>
                  </a:lnTo>
                  <a:lnTo>
                    <a:pt x="29742" y="8423"/>
                  </a:lnTo>
                  <a:lnTo>
                    <a:pt x="29361" y="7541"/>
                  </a:lnTo>
                  <a:lnTo>
                    <a:pt x="28980" y="6699"/>
                  </a:lnTo>
                  <a:lnTo>
                    <a:pt x="28579" y="5896"/>
                  </a:lnTo>
                  <a:lnTo>
                    <a:pt x="28157" y="5114"/>
                  </a:lnTo>
                  <a:lnTo>
                    <a:pt x="27756" y="4412"/>
                  </a:lnTo>
                  <a:lnTo>
                    <a:pt x="27315" y="3730"/>
                  </a:lnTo>
                  <a:lnTo>
                    <a:pt x="26894" y="3129"/>
                  </a:lnTo>
                  <a:lnTo>
                    <a:pt x="26473" y="2587"/>
                  </a:lnTo>
                  <a:lnTo>
                    <a:pt x="26032" y="2106"/>
                  </a:lnTo>
                  <a:lnTo>
                    <a:pt x="25831" y="1905"/>
                  </a:lnTo>
                  <a:lnTo>
                    <a:pt x="25611" y="1705"/>
                  </a:lnTo>
                  <a:lnTo>
                    <a:pt x="25410" y="1544"/>
                  </a:lnTo>
                  <a:lnTo>
                    <a:pt x="25209" y="1384"/>
                  </a:lnTo>
                  <a:lnTo>
                    <a:pt x="24989" y="1244"/>
                  </a:lnTo>
                  <a:lnTo>
                    <a:pt x="24788" y="1143"/>
                  </a:lnTo>
                  <a:lnTo>
                    <a:pt x="24548" y="1023"/>
                  </a:lnTo>
                  <a:lnTo>
                    <a:pt x="24267" y="923"/>
                  </a:lnTo>
                  <a:lnTo>
                    <a:pt x="23986" y="823"/>
                  </a:lnTo>
                  <a:lnTo>
                    <a:pt x="23665" y="722"/>
                  </a:lnTo>
                  <a:lnTo>
                    <a:pt x="22983" y="542"/>
                  </a:lnTo>
                  <a:lnTo>
                    <a:pt x="22221" y="401"/>
                  </a:lnTo>
                  <a:lnTo>
                    <a:pt x="21399" y="261"/>
                  </a:lnTo>
                  <a:lnTo>
                    <a:pt x="20537" y="161"/>
                  </a:lnTo>
                  <a:lnTo>
                    <a:pt x="19614" y="81"/>
                  </a:lnTo>
                  <a:lnTo>
                    <a:pt x="18652" y="40"/>
                  </a:lnTo>
                  <a:lnTo>
                    <a:pt x="1766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26"/>
            <p:cNvSpPr/>
            <p:nvPr/>
          </p:nvSpPr>
          <p:spPr>
            <a:xfrm>
              <a:off x="11027200" y="3878275"/>
              <a:ext cx="805725" cy="779150"/>
            </a:xfrm>
            <a:custGeom>
              <a:avLst/>
              <a:gdLst/>
              <a:ahLst/>
              <a:cxnLst/>
              <a:rect l="l" t="t" r="r" b="b"/>
              <a:pathLst>
                <a:path w="32229" h="31166" fill="none" extrusionOk="0">
                  <a:moveTo>
                    <a:pt x="30544" y="25450"/>
                  </a:moveTo>
                  <a:lnTo>
                    <a:pt x="30544" y="25450"/>
                  </a:lnTo>
                  <a:lnTo>
                    <a:pt x="30043" y="25951"/>
                  </a:lnTo>
                  <a:lnTo>
                    <a:pt x="29541" y="26432"/>
                  </a:lnTo>
                  <a:lnTo>
                    <a:pt x="29020" y="26893"/>
                  </a:lnTo>
                  <a:lnTo>
                    <a:pt x="28478" y="27315"/>
                  </a:lnTo>
                  <a:lnTo>
                    <a:pt x="27937" y="27716"/>
                  </a:lnTo>
                  <a:lnTo>
                    <a:pt x="27375" y="28097"/>
                  </a:lnTo>
                  <a:lnTo>
                    <a:pt x="26794" y="28458"/>
                  </a:lnTo>
                  <a:lnTo>
                    <a:pt x="26212" y="28779"/>
                  </a:lnTo>
                  <a:lnTo>
                    <a:pt x="26212" y="28779"/>
                  </a:lnTo>
                  <a:lnTo>
                    <a:pt x="25771" y="29019"/>
                  </a:lnTo>
                  <a:lnTo>
                    <a:pt x="25310" y="29240"/>
                  </a:lnTo>
                  <a:lnTo>
                    <a:pt x="24848" y="29440"/>
                  </a:lnTo>
                  <a:lnTo>
                    <a:pt x="24367" y="29641"/>
                  </a:lnTo>
                  <a:lnTo>
                    <a:pt x="23906" y="29821"/>
                  </a:lnTo>
                  <a:lnTo>
                    <a:pt x="23425" y="30002"/>
                  </a:lnTo>
                  <a:lnTo>
                    <a:pt x="22943" y="30162"/>
                  </a:lnTo>
                  <a:lnTo>
                    <a:pt x="22462" y="30303"/>
                  </a:lnTo>
                  <a:lnTo>
                    <a:pt x="21981" y="30443"/>
                  </a:lnTo>
                  <a:lnTo>
                    <a:pt x="21499" y="30563"/>
                  </a:lnTo>
                  <a:lnTo>
                    <a:pt x="20517" y="30764"/>
                  </a:lnTo>
                  <a:lnTo>
                    <a:pt x="19514" y="30924"/>
                  </a:lnTo>
                  <a:lnTo>
                    <a:pt x="18531" y="31045"/>
                  </a:lnTo>
                  <a:lnTo>
                    <a:pt x="17529" y="31125"/>
                  </a:lnTo>
                  <a:lnTo>
                    <a:pt x="16526" y="31165"/>
                  </a:lnTo>
                  <a:lnTo>
                    <a:pt x="15543" y="31165"/>
                  </a:lnTo>
                  <a:lnTo>
                    <a:pt x="14561" y="31145"/>
                  </a:lnTo>
                  <a:lnTo>
                    <a:pt x="13598" y="31065"/>
                  </a:lnTo>
                  <a:lnTo>
                    <a:pt x="12635" y="30965"/>
                  </a:lnTo>
                  <a:lnTo>
                    <a:pt x="11693" y="30844"/>
                  </a:lnTo>
                  <a:lnTo>
                    <a:pt x="10770" y="30684"/>
                  </a:lnTo>
                  <a:lnTo>
                    <a:pt x="9868" y="30483"/>
                  </a:lnTo>
                  <a:lnTo>
                    <a:pt x="8985" y="30283"/>
                  </a:lnTo>
                  <a:lnTo>
                    <a:pt x="8143" y="30042"/>
                  </a:lnTo>
                  <a:lnTo>
                    <a:pt x="7321" y="29781"/>
                  </a:lnTo>
                  <a:lnTo>
                    <a:pt x="6539" y="29501"/>
                  </a:lnTo>
                  <a:lnTo>
                    <a:pt x="5777" y="29200"/>
                  </a:lnTo>
                  <a:lnTo>
                    <a:pt x="5055" y="28879"/>
                  </a:lnTo>
                  <a:lnTo>
                    <a:pt x="4393" y="28538"/>
                  </a:lnTo>
                  <a:lnTo>
                    <a:pt x="3751" y="28197"/>
                  </a:lnTo>
                  <a:lnTo>
                    <a:pt x="3170" y="27836"/>
                  </a:lnTo>
                  <a:lnTo>
                    <a:pt x="2648" y="27475"/>
                  </a:lnTo>
                  <a:lnTo>
                    <a:pt x="2167" y="27094"/>
                  </a:lnTo>
                  <a:lnTo>
                    <a:pt x="1726" y="26693"/>
                  </a:lnTo>
                  <a:lnTo>
                    <a:pt x="1365" y="26312"/>
                  </a:lnTo>
                  <a:lnTo>
                    <a:pt x="1204" y="26111"/>
                  </a:lnTo>
                  <a:lnTo>
                    <a:pt x="1044" y="25911"/>
                  </a:lnTo>
                  <a:lnTo>
                    <a:pt x="923" y="25710"/>
                  </a:lnTo>
                  <a:lnTo>
                    <a:pt x="803" y="25510"/>
                  </a:lnTo>
                  <a:lnTo>
                    <a:pt x="803" y="25510"/>
                  </a:lnTo>
                  <a:lnTo>
                    <a:pt x="703" y="25309"/>
                  </a:lnTo>
                  <a:lnTo>
                    <a:pt x="603" y="25089"/>
                  </a:lnTo>
                  <a:lnTo>
                    <a:pt x="442" y="24627"/>
                  </a:lnTo>
                  <a:lnTo>
                    <a:pt x="302" y="24086"/>
                  </a:lnTo>
                  <a:lnTo>
                    <a:pt x="202" y="23504"/>
                  </a:lnTo>
                  <a:lnTo>
                    <a:pt x="101" y="22862"/>
                  </a:lnTo>
                  <a:lnTo>
                    <a:pt x="41" y="22181"/>
                  </a:lnTo>
                  <a:lnTo>
                    <a:pt x="1" y="21479"/>
                  </a:lnTo>
                  <a:lnTo>
                    <a:pt x="1" y="20717"/>
                  </a:lnTo>
                  <a:lnTo>
                    <a:pt x="1" y="19935"/>
                  </a:lnTo>
                  <a:lnTo>
                    <a:pt x="41" y="19132"/>
                  </a:lnTo>
                  <a:lnTo>
                    <a:pt x="101" y="18290"/>
                  </a:lnTo>
                  <a:lnTo>
                    <a:pt x="181" y="17428"/>
                  </a:lnTo>
                  <a:lnTo>
                    <a:pt x="282" y="16565"/>
                  </a:lnTo>
                  <a:lnTo>
                    <a:pt x="402" y="15683"/>
                  </a:lnTo>
                  <a:lnTo>
                    <a:pt x="542" y="14801"/>
                  </a:lnTo>
                  <a:lnTo>
                    <a:pt x="703" y="13898"/>
                  </a:lnTo>
                  <a:lnTo>
                    <a:pt x="883" y="13016"/>
                  </a:lnTo>
                  <a:lnTo>
                    <a:pt x="1084" y="12133"/>
                  </a:lnTo>
                  <a:lnTo>
                    <a:pt x="1284" y="11251"/>
                  </a:lnTo>
                  <a:lnTo>
                    <a:pt x="1525" y="10389"/>
                  </a:lnTo>
                  <a:lnTo>
                    <a:pt x="1786" y="9526"/>
                  </a:lnTo>
                  <a:lnTo>
                    <a:pt x="2047" y="8704"/>
                  </a:lnTo>
                  <a:lnTo>
                    <a:pt x="2327" y="7902"/>
                  </a:lnTo>
                  <a:lnTo>
                    <a:pt x="2628" y="7120"/>
                  </a:lnTo>
                  <a:lnTo>
                    <a:pt x="2929" y="6378"/>
                  </a:lnTo>
                  <a:lnTo>
                    <a:pt x="3250" y="5656"/>
                  </a:lnTo>
                  <a:lnTo>
                    <a:pt x="3591" y="4994"/>
                  </a:lnTo>
                  <a:lnTo>
                    <a:pt x="3932" y="4372"/>
                  </a:lnTo>
                  <a:lnTo>
                    <a:pt x="4293" y="3791"/>
                  </a:lnTo>
                  <a:lnTo>
                    <a:pt x="4674" y="3269"/>
                  </a:lnTo>
                  <a:lnTo>
                    <a:pt x="5055" y="2788"/>
                  </a:lnTo>
                  <a:lnTo>
                    <a:pt x="5255" y="2587"/>
                  </a:lnTo>
                  <a:lnTo>
                    <a:pt x="5436" y="2387"/>
                  </a:lnTo>
                  <a:lnTo>
                    <a:pt x="5436" y="2387"/>
                  </a:lnTo>
                  <a:lnTo>
                    <a:pt x="5636" y="2226"/>
                  </a:lnTo>
                  <a:lnTo>
                    <a:pt x="5837" y="2066"/>
                  </a:lnTo>
                  <a:lnTo>
                    <a:pt x="6077" y="1905"/>
                  </a:lnTo>
                  <a:lnTo>
                    <a:pt x="6338" y="1765"/>
                  </a:lnTo>
                  <a:lnTo>
                    <a:pt x="6599" y="1625"/>
                  </a:lnTo>
                  <a:lnTo>
                    <a:pt x="6900" y="1484"/>
                  </a:lnTo>
                  <a:lnTo>
                    <a:pt x="7541" y="1244"/>
                  </a:lnTo>
                  <a:lnTo>
                    <a:pt x="8263" y="1003"/>
                  </a:lnTo>
                  <a:lnTo>
                    <a:pt x="9025" y="802"/>
                  </a:lnTo>
                  <a:lnTo>
                    <a:pt x="9848" y="622"/>
                  </a:lnTo>
                  <a:lnTo>
                    <a:pt x="10710" y="462"/>
                  </a:lnTo>
                  <a:lnTo>
                    <a:pt x="10710" y="462"/>
                  </a:lnTo>
                  <a:lnTo>
                    <a:pt x="11653" y="321"/>
                  </a:lnTo>
                  <a:lnTo>
                    <a:pt x="12635" y="201"/>
                  </a:lnTo>
                  <a:lnTo>
                    <a:pt x="13638" y="121"/>
                  </a:lnTo>
                  <a:lnTo>
                    <a:pt x="14641" y="60"/>
                  </a:lnTo>
                  <a:lnTo>
                    <a:pt x="15664" y="0"/>
                  </a:lnTo>
                  <a:lnTo>
                    <a:pt x="16666" y="0"/>
                  </a:lnTo>
                  <a:lnTo>
                    <a:pt x="17669" y="0"/>
                  </a:lnTo>
                  <a:lnTo>
                    <a:pt x="18652" y="40"/>
                  </a:lnTo>
                  <a:lnTo>
                    <a:pt x="19614" y="81"/>
                  </a:lnTo>
                  <a:lnTo>
                    <a:pt x="20537" y="161"/>
                  </a:lnTo>
                  <a:lnTo>
                    <a:pt x="21399" y="261"/>
                  </a:lnTo>
                  <a:lnTo>
                    <a:pt x="22221" y="401"/>
                  </a:lnTo>
                  <a:lnTo>
                    <a:pt x="22983" y="542"/>
                  </a:lnTo>
                  <a:lnTo>
                    <a:pt x="23665" y="722"/>
                  </a:lnTo>
                  <a:lnTo>
                    <a:pt x="23986" y="823"/>
                  </a:lnTo>
                  <a:lnTo>
                    <a:pt x="24267" y="923"/>
                  </a:lnTo>
                  <a:lnTo>
                    <a:pt x="24548" y="1023"/>
                  </a:lnTo>
                  <a:lnTo>
                    <a:pt x="24788" y="1143"/>
                  </a:lnTo>
                  <a:lnTo>
                    <a:pt x="24788" y="1143"/>
                  </a:lnTo>
                  <a:lnTo>
                    <a:pt x="24989" y="1244"/>
                  </a:lnTo>
                  <a:lnTo>
                    <a:pt x="25209" y="1384"/>
                  </a:lnTo>
                  <a:lnTo>
                    <a:pt x="25410" y="1544"/>
                  </a:lnTo>
                  <a:lnTo>
                    <a:pt x="25611" y="1705"/>
                  </a:lnTo>
                  <a:lnTo>
                    <a:pt x="25831" y="1905"/>
                  </a:lnTo>
                  <a:lnTo>
                    <a:pt x="26032" y="2106"/>
                  </a:lnTo>
                  <a:lnTo>
                    <a:pt x="26473" y="2587"/>
                  </a:lnTo>
                  <a:lnTo>
                    <a:pt x="26894" y="3129"/>
                  </a:lnTo>
                  <a:lnTo>
                    <a:pt x="27315" y="3730"/>
                  </a:lnTo>
                  <a:lnTo>
                    <a:pt x="27756" y="4412"/>
                  </a:lnTo>
                  <a:lnTo>
                    <a:pt x="28157" y="5114"/>
                  </a:lnTo>
                  <a:lnTo>
                    <a:pt x="28579" y="5896"/>
                  </a:lnTo>
                  <a:lnTo>
                    <a:pt x="28980" y="6699"/>
                  </a:lnTo>
                  <a:lnTo>
                    <a:pt x="29361" y="7541"/>
                  </a:lnTo>
                  <a:lnTo>
                    <a:pt x="29742" y="8423"/>
                  </a:lnTo>
                  <a:lnTo>
                    <a:pt x="30103" y="9346"/>
                  </a:lnTo>
                  <a:lnTo>
                    <a:pt x="30424" y="10268"/>
                  </a:lnTo>
                  <a:lnTo>
                    <a:pt x="30744" y="11231"/>
                  </a:lnTo>
                  <a:lnTo>
                    <a:pt x="31045" y="12193"/>
                  </a:lnTo>
                  <a:lnTo>
                    <a:pt x="31306" y="13176"/>
                  </a:lnTo>
                  <a:lnTo>
                    <a:pt x="31547" y="14139"/>
                  </a:lnTo>
                  <a:lnTo>
                    <a:pt x="31747" y="15121"/>
                  </a:lnTo>
                  <a:lnTo>
                    <a:pt x="31908" y="16104"/>
                  </a:lnTo>
                  <a:lnTo>
                    <a:pt x="32048" y="17047"/>
                  </a:lnTo>
                  <a:lnTo>
                    <a:pt x="32148" y="17989"/>
                  </a:lnTo>
                  <a:lnTo>
                    <a:pt x="32208" y="18912"/>
                  </a:lnTo>
                  <a:lnTo>
                    <a:pt x="32229" y="19814"/>
                  </a:lnTo>
                  <a:lnTo>
                    <a:pt x="32188" y="20677"/>
                  </a:lnTo>
                  <a:lnTo>
                    <a:pt x="32168" y="21098"/>
                  </a:lnTo>
                  <a:lnTo>
                    <a:pt x="32108" y="21519"/>
                  </a:lnTo>
                  <a:lnTo>
                    <a:pt x="32068" y="21900"/>
                  </a:lnTo>
                  <a:lnTo>
                    <a:pt x="31988" y="22301"/>
                  </a:lnTo>
                  <a:lnTo>
                    <a:pt x="31908" y="22682"/>
                  </a:lnTo>
                  <a:lnTo>
                    <a:pt x="31807" y="23043"/>
                  </a:lnTo>
                  <a:lnTo>
                    <a:pt x="31707" y="23384"/>
                  </a:lnTo>
                  <a:lnTo>
                    <a:pt x="31587" y="23725"/>
                  </a:lnTo>
                  <a:lnTo>
                    <a:pt x="31446" y="24066"/>
                  </a:lnTo>
                  <a:lnTo>
                    <a:pt x="31286" y="24367"/>
                  </a:lnTo>
                  <a:lnTo>
                    <a:pt x="31126" y="24667"/>
                  </a:lnTo>
                  <a:lnTo>
                    <a:pt x="30945" y="24948"/>
                  </a:lnTo>
                  <a:lnTo>
                    <a:pt x="30744" y="25209"/>
                  </a:lnTo>
                  <a:lnTo>
                    <a:pt x="30544" y="2545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26"/>
            <p:cNvSpPr/>
            <p:nvPr/>
          </p:nvSpPr>
          <p:spPr>
            <a:xfrm>
              <a:off x="11410250" y="4044225"/>
              <a:ext cx="69225" cy="547000"/>
            </a:xfrm>
            <a:custGeom>
              <a:avLst/>
              <a:gdLst/>
              <a:ahLst/>
              <a:cxnLst/>
              <a:rect l="l" t="t" r="r" b="b"/>
              <a:pathLst>
                <a:path w="2769" h="21880" extrusionOk="0">
                  <a:moveTo>
                    <a:pt x="843" y="0"/>
                  </a:moveTo>
                  <a:lnTo>
                    <a:pt x="843" y="421"/>
                  </a:lnTo>
                  <a:lnTo>
                    <a:pt x="1063" y="361"/>
                  </a:lnTo>
                  <a:lnTo>
                    <a:pt x="1304" y="341"/>
                  </a:lnTo>
                  <a:lnTo>
                    <a:pt x="1344" y="361"/>
                  </a:lnTo>
                  <a:lnTo>
                    <a:pt x="1344" y="0"/>
                  </a:lnTo>
                  <a:close/>
                  <a:moveTo>
                    <a:pt x="863" y="3690"/>
                  </a:moveTo>
                  <a:lnTo>
                    <a:pt x="923" y="9105"/>
                  </a:lnTo>
                  <a:lnTo>
                    <a:pt x="923" y="9306"/>
                  </a:lnTo>
                  <a:lnTo>
                    <a:pt x="522" y="9145"/>
                  </a:lnTo>
                  <a:lnTo>
                    <a:pt x="101" y="9005"/>
                  </a:lnTo>
                  <a:lnTo>
                    <a:pt x="81" y="9005"/>
                  </a:lnTo>
                  <a:lnTo>
                    <a:pt x="41" y="9025"/>
                  </a:lnTo>
                  <a:lnTo>
                    <a:pt x="21" y="9065"/>
                  </a:lnTo>
                  <a:lnTo>
                    <a:pt x="21" y="9105"/>
                  </a:lnTo>
                  <a:lnTo>
                    <a:pt x="41" y="9145"/>
                  </a:lnTo>
                  <a:lnTo>
                    <a:pt x="743" y="9526"/>
                  </a:lnTo>
                  <a:lnTo>
                    <a:pt x="41" y="9907"/>
                  </a:lnTo>
                  <a:lnTo>
                    <a:pt x="1" y="9947"/>
                  </a:lnTo>
                  <a:lnTo>
                    <a:pt x="1" y="9988"/>
                  </a:lnTo>
                  <a:lnTo>
                    <a:pt x="21" y="10008"/>
                  </a:lnTo>
                  <a:lnTo>
                    <a:pt x="61" y="10028"/>
                  </a:lnTo>
                  <a:lnTo>
                    <a:pt x="101" y="10028"/>
                  </a:lnTo>
                  <a:lnTo>
                    <a:pt x="522" y="9847"/>
                  </a:lnTo>
                  <a:lnTo>
                    <a:pt x="943" y="9707"/>
                  </a:lnTo>
                  <a:lnTo>
                    <a:pt x="1003" y="16946"/>
                  </a:lnTo>
                  <a:lnTo>
                    <a:pt x="1003" y="19313"/>
                  </a:lnTo>
                  <a:lnTo>
                    <a:pt x="161" y="19353"/>
                  </a:lnTo>
                  <a:lnTo>
                    <a:pt x="141" y="19373"/>
                  </a:lnTo>
                  <a:lnTo>
                    <a:pt x="101" y="19373"/>
                  </a:lnTo>
                  <a:lnTo>
                    <a:pt x="81" y="19433"/>
                  </a:lnTo>
                  <a:lnTo>
                    <a:pt x="101" y="19493"/>
                  </a:lnTo>
                  <a:lnTo>
                    <a:pt x="121" y="19513"/>
                  </a:lnTo>
                  <a:lnTo>
                    <a:pt x="161" y="19513"/>
                  </a:lnTo>
                  <a:lnTo>
                    <a:pt x="1003" y="19594"/>
                  </a:lnTo>
                  <a:lnTo>
                    <a:pt x="1003" y="20516"/>
                  </a:lnTo>
                  <a:lnTo>
                    <a:pt x="121" y="20777"/>
                  </a:lnTo>
                  <a:lnTo>
                    <a:pt x="101" y="20797"/>
                  </a:lnTo>
                  <a:lnTo>
                    <a:pt x="81" y="20817"/>
                  </a:lnTo>
                  <a:lnTo>
                    <a:pt x="61" y="20877"/>
                  </a:lnTo>
                  <a:lnTo>
                    <a:pt x="81" y="20917"/>
                  </a:lnTo>
                  <a:lnTo>
                    <a:pt x="121" y="20937"/>
                  </a:lnTo>
                  <a:lnTo>
                    <a:pt x="161" y="20937"/>
                  </a:lnTo>
                  <a:lnTo>
                    <a:pt x="1003" y="20797"/>
                  </a:lnTo>
                  <a:lnTo>
                    <a:pt x="1023" y="21760"/>
                  </a:lnTo>
                  <a:lnTo>
                    <a:pt x="1525" y="21880"/>
                  </a:lnTo>
                  <a:lnTo>
                    <a:pt x="1525" y="20697"/>
                  </a:lnTo>
                  <a:lnTo>
                    <a:pt x="1846" y="20616"/>
                  </a:lnTo>
                  <a:lnTo>
                    <a:pt x="2146" y="20516"/>
                  </a:lnTo>
                  <a:lnTo>
                    <a:pt x="2447" y="20416"/>
                  </a:lnTo>
                  <a:lnTo>
                    <a:pt x="2708" y="20275"/>
                  </a:lnTo>
                  <a:lnTo>
                    <a:pt x="2748" y="20235"/>
                  </a:lnTo>
                  <a:lnTo>
                    <a:pt x="2768" y="20155"/>
                  </a:lnTo>
                  <a:lnTo>
                    <a:pt x="2728" y="20115"/>
                  </a:lnTo>
                  <a:lnTo>
                    <a:pt x="2708" y="20095"/>
                  </a:lnTo>
                  <a:lnTo>
                    <a:pt x="2668" y="20095"/>
                  </a:lnTo>
                  <a:lnTo>
                    <a:pt x="2367" y="20135"/>
                  </a:lnTo>
                  <a:lnTo>
                    <a:pt x="2086" y="20195"/>
                  </a:lnTo>
                  <a:lnTo>
                    <a:pt x="1525" y="20376"/>
                  </a:lnTo>
                  <a:lnTo>
                    <a:pt x="1505" y="19614"/>
                  </a:lnTo>
                  <a:lnTo>
                    <a:pt x="1846" y="19614"/>
                  </a:lnTo>
                  <a:lnTo>
                    <a:pt x="1906" y="19594"/>
                  </a:lnTo>
                  <a:lnTo>
                    <a:pt x="1946" y="19554"/>
                  </a:lnTo>
                  <a:lnTo>
                    <a:pt x="1966" y="19513"/>
                  </a:lnTo>
                  <a:lnTo>
                    <a:pt x="1966" y="19473"/>
                  </a:lnTo>
                  <a:lnTo>
                    <a:pt x="1966" y="19433"/>
                  </a:lnTo>
                  <a:lnTo>
                    <a:pt x="1946" y="19393"/>
                  </a:lnTo>
                  <a:lnTo>
                    <a:pt x="1906" y="19353"/>
                  </a:lnTo>
                  <a:lnTo>
                    <a:pt x="1846" y="19333"/>
                  </a:lnTo>
                  <a:lnTo>
                    <a:pt x="1505" y="19313"/>
                  </a:lnTo>
                  <a:lnTo>
                    <a:pt x="1465" y="17969"/>
                  </a:lnTo>
                  <a:lnTo>
                    <a:pt x="1445" y="16606"/>
                  </a:lnTo>
                  <a:lnTo>
                    <a:pt x="1404" y="9927"/>
                  </a:lnTo>
                  <a:lnTo>
                    <a:pt x="1404" y="9927"/>
                  </a:lnTo>
                  <a:lnTo>
                    <a:pt x="1665" y="10088"/>
                  </a:lnTo>
                  <a:lnTo>
                    <a:pt x="1725" y="10088"/>
                  </a:lnTo>
                  <a:lnTo>
                    <a:pt x="1785" y="10068"/>
                  </a:lnTo>
                  <a:lnTo>
                    <a:pt x="1846" y="10028"/>
                  </a:lnTo>
                  <a:lnTo>
                    <a:pt x="1866" y="9967"/>
                  </a:lnTo>
                  <a:lnTo>
                    <a:pt x="1846" y="9927"/>
                  </a:lnTo>
                  <a:lnTo>
                    <a:pt x="1826" y="9907"/>
                  </a:lnTo>
                  <a:lnTo>
                    <a:pt x="1625" y="9727"/>
                  </a:lnTo>
                  <a:lnTo>
                    <a:pt x="1404" y="9566"/>
                  </a:lnTo>
                  <a:lnTo>
                    <a:pt x="1404" y="9526"/>
                  </a:lnTo>
                  <a:lnTo>
                    <a:pt x="1846" y="9386"/>
                  </a:lnTo>
                  <a:lnTo>
                    <a:pt x="2267" y="9205"/>
                  </a:lnTo>
                  <a:lnTo>
                    <a:pt x="2247" y="8965"/>
                  </a:lnTo>
                  <a:lnTo>
                    <a:pt x="2026" y="9005"/>
                  </a:lnTo>
                  <a:lnTo>
                    <a:pt x="1805" y="9065"/>
                  </a:lnTo>
                  <a:lnTo>
                    <a:pt x="1404" y="9225"/>
                  </a:lnTo>
                  <a:lnTo>
                    <a:pt x="1404" y="8945"/>
                  </a:lnTo>
                  <a:lnTo>
                    <a:pt x="1384" y="4974"/>
                  </a:lnTo>
                  <a:lnTo>
                    <a:pt x="1324" y="4854"/>
                  </a:lnTo>
                  <a:lnTo>
                    <a:pt x="1104" y="4252"/>
                  </a:lnTo>
                  <a:lnTo>
                    <a:pt x="863" y="369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26"/>
            <p:cNvSpPr/>
            <p:nvPr/>
          </p:nvSpPr>
          <p:spPr>
            <a:xfrm>
              <a:off x="11431300" y="4044225"/>
              <a:ext cx="12575" cy="10550"/>
            </a:xfrm>
            <a:custGeom>
              <a:avLst/>
              <a:gdLst/>
              <a:ahLst/>
              <a:cxnLst/>
              <a:rect l="l" t="t" r="r" b="b"/>
              <a:pathLst>
                <a:path w="503" h="422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421"/>
                  </a:lnTo>
                  <a:lnTo>
                    <a:pt x="1" y="421"/>
                  </a:lnTo>
                  <a:lnTo>
                    <a:pt x="221" y="361"/>
                  </a:lnTo>
                  <a:lnTo>
                    <a:pt x="221" y="361"/>
                  </a:lnTo>
                  <a:lnTo>
                    <a:pt x="221" y="361"/>
                  </a:lnTo>
                  <a:lnTo>
                    <a:pt x="462" y="341"/>
                  </a:lnTo>
                  <a:lnTo>
                    <a:pt x="462" y="341"/>
                  </a:lnTo>
                  <a:lnTo>
                    <a:pt x="502" y="361"/>
                  </a:lnTo>
                  <a:lnTo>
                    <a:pt x="502" y="361"/>
                  </a:lnTo>
                  <a:lnTo>
                    <a:pt x="502" y="0"/>
                  </a:lnTo>
                  <a:lnTo>
                    <a:pt x="502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26"/>
            <p:cNvSpPr/>
            <p:nvPr/>
          </p:nvSpPr>
          <p:spPr>
            <a:xfrm>
              <a:off x="11161575" y="3984550"/>
              <a:ext cx="480825" cy="673375"/>
            </a:xfrm>
            <a:custGeom>
              <a:avLst/>
              <a:gdLst/>
              <a:ahLst/>
              <a:cxnLst/>
              <a:rect l="l" t="t" r="r" b="b"/>
              <a:pathLst>
                <a:path w="19233" h="26935" extrusionOk="0">
                  <a:moveTo>
                    <a:pt x="462" y="1"/>
                  </a:moveTo>
                  <a:lnTo>
                    <a:pt x="462" y="362"/>
                  </a:lnTo>
                  <a:lnTo>
                    <a:pt x="442" y="763"/>
                  </a:lnTo>
                  <a:lnTo>
                    <a:pt x="341" y="1625"/>
                  </a:lnTo>
                  <a:lnTo>
                    <a:pt x="121" y="3490"/>
                  </a:lnTo>
                  <a:lnTo>
                    <a:pt x="41" y="4413"/>
                  </a:lnTo>
                  <a:lnTo>
                    <a:pt x="1" y="4834"/>
                  </a:lnTo>
                  <a:lnTo>
                    <a:pt x="1" y="5255"/>
                  </a:lnTo>
                  <a:lnTo>
                    <a:pt x="1" y="5656"/>
                  </a:lnTo>
                  <a:lnTo>
                    <a:pt x="41" y="6017"/>
                  </a:lnTo>
                  <a:lnTo>
                    <a:pt x="81" y="6338"/>
                  </a:lnTo>
                  <a:lnTo>
                    <a:pt x="181" y="6619"/>
                  </a:lnTo>
                  <a:lnTo>
                    <a:pt x="281" y="6880"/>
                  </a:lnTo>
                  <a:lnTo>
                    <a:pt x="422" y="7140"/>
                  </a:lnTo>
                  <a:lnTo>
                    <a:pt x="763" y="7742"/>
                  </a:lnTo>
                  <a:lnTo>
                    <a:pt x="943" y="6639"/>
                  </a:lnTo>
                  <a:lnTo>
                    <a:pt x="1144" y="5576"/>
                  </a:lnTo>
                  <a:lnTo>
                    <a:pt x="1284" y="4974"/>
                  </a:lnTo>
                  <a:lnTo>
                    <a:pt x="1424" y="4373"/>
                  </a:lnTo>
                  <a:lnTo>
                    <a:pt x="1585" y="3771"/>
                  </a:lnTo>
                  <a:lnTo>
                    <a:pt x="1745" y="3190"/>
                  </a:lnTo>
                  <a:lnTo>
                    <a:pt x="1926" y="2608"/>
                  </a:lnTo>
                  <a:lnTo>
                    <a:pt x="2126" y="2026"/>
                  </a:lnTo>
                  <a:lnTo>
                    <a:pt x="2347" y="1445"/>
                  </a:lnTo>
                  <a:lnTo>
                    <a:pt x="2568" y="883"/>
                  </a:lnTo>
                  <a:lnTo>
                    <a:pt x="2026" y="683"/>
                  </a:lnTo>
                  <a:lnTo>
                    <a:pt x="1485" y="462"/>
                  </a:lnTo>
                  <a:lnTo>
                    <a:pt x="963" y="242"/>
                  </a:lnTo>
                  <a:lnTo>
                    <a:pt x="462" y="1"/>
                  </a:lnTo>
                  <a:close/>
                  <a:moveTo>
                    <a:pt x="11472" y="24267"/>
                  </a:moveTo>
                  <a:lnTo>
                    <a:pt x="11452" y="24909"/>
                  </a:lnTo>
                  <a:lnTo>
                    <a:pt x="11432" y="25550"/>
                  </a:lnTo>
                  <a:lnTo>
                    <a:pt x="11392" y="26192"/>
                  </a:lnTo>
                  <a:lnTo>
                    <a:pt x="11331" y="26834"/>
                  </a:lnTo>
                  <a:lnTo>
                    <a:pt x="11311" y="26894"/>
                  </a:lnTo>
                  <a:lnTo>
                    <a:pt x="11271" y="26914"/>
                  </a:lnTo>
                  <a:lnTo>
                    <a:pt x="12274" y="26874"/>
                  </a:lnTo>
                  <a:lnTo>
                    <a:pt x="13277" y="26794"/>
                  </a:lnTo>
                  <a:lnTo>
                    <a:pt x="14299" y="26653"/>
                  </a:lnTo>
                  <a:lnTo>
                    <a:pt x="15302" y="26473"/>
                  </a:lnTo>
                  <a:lnTo>
                    <a:pt x="15803" y="26373"/>
                  </a:lnTo>
                  <a:lnTo>
                    <a:pt x="16305" y="26252"/>
                  </a:lnTo>
                  <a:lnTo>
                    <a:pt x="16806" y="26132"/>
                  </a:lnTo>
                  <a:lnTo>
                    <a:pt x="17288" y="25992"/>
                  </a:lnTo>
                  <a:lnTo>
                    <a:pt x="17789" y="25831"/>
                  </a:lnTo>
                  <a:lnTo>
                    <a:pt x="18270" y="25671"/>
                  </a:lnTo>
                  <a:lnTo>
                    <a:pt x="18752" y="25490"/>
                  </a:lnTo>
                  <a:lnTo>
                    <a:pt x="19233" y="25310"/>
                  </a:lnTo>
                  <a:lnTo>
                    <a:pt x="18812" y="24768"/>
                  </a:lnTo>
                  <a:lnTo>
                    <a:pt x="17809" y="24828"/>
                  </a:lnTo>
                  <a:lnTo>
                    <a:pt x="16786" y="24848"/>
                  </a:lnTo>
                  <a:lnTo>
                    <a:pt x="16124" y="24828"/>
                  </a:lnTo>
                  <a:lnTo>
                    <a:pt x="15443" y="24808"/>
                  </a:lnTo>
                  <a:lnTo>
                    <a:pt x="14781" y="24768"/>
                  </a:lnTo>
                  <a:lnTo>
                    <a:pt x="14099" y="24708"/>
                  </a:lnTo>
                  <a:lnTo>
                    <a:pt x="13437" y="24628"/>
                  </a:lnTo>
                  <a:lnTo>
                    <a:pt x="12775" y="24528"/>
                  </a:lnTo>
                  <a:lnTo>
                    <a:pt x="12113" y="24407"/>
                  </a:lnTo>
                  <a:lnTo>
                    <a:pt x="11472" y="24267"/>
                  </a:lnTo>
                  <a:close/>
                  <a:moveTo>
                    <a:pt x="3570" y="20296"/>
                  </a:moveTo>
                  <a:lnTo>
                    <a:pt x="3650" y="20597"/>
                  </a:lnTo>
                  <a:lnTo>
                    <a:pt x="3731" y="20898"/>
                  </a:lnTo>
                  <a:lnTo>
                    <a:pt x="3771" y="21199"/>
                  </a:lnTo>
                  <a:lnTo>
                    <a:pt x="3811" y="21519"/>
                  </a:lnTo>
                  <a:lnTo>
                    <a:pt x="3811" y="21840"/>
                  </a:lnTo>
                  <a:lnTo>
                    <a:pt x="3811" y="22161"/>
                  </a:lnTo>
                  <a:lnTo>
                    <a:pt x="3771" y="22482"/>
                  </a:lnTo>
                  <a:lnTo>
                    <a:pt x="3711" y="22823"/>
                  </a:lnTo>
                  <a:lnTo>
                    <a:pt x="3630" y="23124"/>
                  </a:lnTo>
                  <a:lnTo>
                    <a:pt x="3510" y="23445"/>
                  </a:lnTo>
                  <a:lnTo>
                    <a:pt x="3350" y="23765"/>
                  </a:lnTo>
                  <a:lnTo>
                    <a:pt x="3169" y="24106"/>
                  </a:lnTo>
                  <a:lnTo>
                    <a:pt x="2929" y="24467"/>
                  </a:lnTo>
                  <a:lnTo>
                    <a:pt x="2688" y="24828"/>
                  </a:lnTo>
                  <a:lnTo>
                    <a:pt x="2407" y="25209"/>
                  </a:lnTo>
                  <a:lnTo>
                    <a:pt x="2106" y="25570"/>
                  </a:lnTo>
                  <a:lnTo>
                    <a:pt x="3049" y="25871"/>
                  </a:lnTo>
                  <a:lnTo>
                    <a:pt x="4052" y="26132"/>
                  </a:lnTo>
                  <a:lnTo>
                    <a:pt x="5074" y="26373"/>
                  </a:lnTo>
                  <a:lnTo>
                    <a:pt x="6137" y="26553"/>
                  </a:lnTo>
                  <a:lnTo>
                    <a:pt x="7220" y="26714"/>
                  </a:lnTo>
                  <a:lnTo>
                    <a:pt x="8343" y="26834"/>
                  </a:lnTo>
                  <a:lnTo>
                    <a:pt x="9466" y="26894"/>
                  </a:lnTo>
                  <a:lnTo>
                    <a:pt x="10028" y="26914"/>
                  </a:lnTo>
                  <a:lnTo>
                    <a:pt x="10589" y="26934"/>
                  </a:lnTo>
                  <a:lnTo>
                    <a:pt x="11191" y="26914"/>
                  </a:lnTo>
                  <a:lnTo>
                    <a:pt x="11151" y="26894"/>
                  </a:lnTo>
                  <a:lnTo>
                    <a:pt x="11131" y="26854"/>
                  </a:lnTo>
                  <a:lnTo>
                    <a:pt x="11071" y="26192"/>
                  </a:lnTo>
                  <a:lnTo>
                    <a:pt x="11031" y="25510"/>
                  </a:lnTo>
                  <a:lnTo>
                    <a:pt x="10990" y="24828"/>
                  </a:lnTo>
                  <a:lnTo>
                    <a:pt x="10970" y="24147"/>
                  </a:lnTo>
                  <a:lnTo>
                    <a:pt x="10268" y="23946"/>
                  </a:lnTo>
                  <a:lnTo>
                    <a:pt x="9567" y="23745"/>
                  </a:lnTo>
                  <a:lnTo>
                    <a:pt x="8865" y="23505"/>
                  </a:lnTo>
                  <a:lnTo>
                    <a:pt x="8183" y="23244"/>
                  </a:lnTo>
                  <a:lnTo>
                    <a:pt x="7541" y="22983"/>
                  </a:lnTo>
                  <a:lnTo>
                    <a:pt x="6919" y="22683"/>
                  </a:lnTo>
                  <a:lnTo>
                    <a:pt x="6298" y="22342"/>
                  </a:lnTo>
                  <a:lnTo>
                    <a:pt x="5716" y="22001"/>
                  </a:lnTo>
                  <a:lnTo>
                    <a:pt x="5135" y="21620"/>
                  </a:lnTo>
                  <a:lnTo>
                    <a:pt x="4593" y="21199"/>
                  </a:lnTo>
                  <a:lnTo>
                    <a:pt x="4072" y="20777"/>
                  </a:lnTo>
                  <a:lnTo>
                    <a:pt x="3570" y="20296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26"/>
            <p:cNvSpPr/>
            <p:nvPr/>
          </p:nvSpPr>
          <p:spPr>
            <a:xfrm>
              <a:off x="11443350" y="4591200"/>
              <a:ext cx="199050" cy="66225"/>
            </a:xfrm>
            <a:custGeom>
              <a:avLst/>
              <a:gdLst/>
              <a:ahLst/>
              <a:cxnLst/>
              <a:rect l="l" t="t" r="r" b="b"/>
              <a:pathLst>
                <a:path w="7962" h="2649" fill="none" extrusionOk="0">
                  <a:moveTo>
                    <a:pt x="201" y="1"/>
                  </a:moveTo>
                  <a:lnTo>
                    <a:pt x="201" y="1"/>
                  </a:lnTo>
                  <a:lnTo>
                    <a:pt x="181" y="643"/>
                  </a:lnTo>
                  <a:lnTo>
                    <a:pt x="161" y="1284"/>
                  </a:lnTo>
                  <a:lnTo>
                    <a:pt x="121" y="1926"/>
                  </a:lnTo>
                  <a:lnTo>
                    <a:pt x="60" y="2568"/>
                  </a:lnTo>
                  <a:lnTo>
                    <a:pt x="60" y="2568"/>
                  </a:lnTo>
                  <a:lnTo>
                    <a:pt x="40" y="2628"/>
                  </a:lnTo>
                  <a:lnTo>
                    <a:pt x="0" y="2648"/>
                  </a:lnTo>
                  <a:lnTo>
                    <a:pt x="0" y="2648"/>
                  </a:lnTo>
                  <a:lnTo>
                    <a:pt x="1003" y="2608"/>
                  </a:lnTo>
                  <a:lnTo>
                    <a:pt x="2006" y="2528"/>
                  </a:lnTo>
                  <a:lnTo>
                    <a:pt x="3028" y="2387"/>
                  </a:lnTo>
                  <a:lnTo>
                    <a:pt x="4031" y="2207"/>
                  </a:lnTo>
                  <a:lnTo>
                    <a:pt x="4532" y="2107"/>
                  </a:lnTo>
                  <a:lnTo>
                    <a:pt x="5034" y="1986"/>
                  </a:lnTo>
                  <a:lnTo>
                    <a:pt x="5535" y="1866"/>
                  </a:lnTo>
                  <a:lnTo>
                    <a:pt x="6017" y="1726"/>
                  </a:lnTo>
                  <a:lnTo>
                    <a:pt x="6518" y="1565"/>
                  </a:lnTo>
                  <a:lnTo>
                    <a:pt x="6999" y="1405"/>
                  </a:lnTo>
                  <a:lnTo>
                    <a:pt x="7481" y="1224"/>
                  </a:lnTo>
                  <a:lnTo>
                    <a:pt x="7962" y="1044"/>
                  </a:lnTo>
                  <a:lnTo>
                    <a:pt x="7962" y="1044"/>
                  </a:lnTo>
                  <a:lnTo>
                    <a:pt x="7541" y="502"/>
                  </a:lnTo>
                  <a:lnTo>
                    <a:pt x="7541" y="502"/>
                  </a:lnTo>
                  <a:lnTo>
                    <a:pt x="6538" y="562"/>
                  </a:lnTo>
                  <a:lnTo>
                    <a:pt x="5515" y="582"/>
                  </a:lnTo>
                  <a:lnTo>
                    <a:pt x="5515" y="582"/>
                  </a:lnTo>
                  <a:lnTo>
                    <a:pt x="4853" y="562"/>
                  </a:lnTo>
                  <a:lnTo>
                    <a:pt x="4172" y="542"/>
                  </a:lnTo>
                  <a:lnTo>
                    <a:pt x="3510" y="502"/>
                  </a:lnTo>
                  <a:lnTo>
                    <a:pt x="2828" y="442"/>
                  </a:lnTo>
                  <a:lnTo>
                    <a:pt x="2166" y="362"/>
                  </a:lnTo>
                  <a:lnTo>
                    <a:pt x="1504" y="262"/>
                  </a:lnTo>
                  <a:lnTo>
                    <a:pt x="842" y="141"/>
                  </a:lnTo>
                  <a:lnTo>
                    <a:pt x="20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26"/>
            <p:cNvSpPr/>
            <p:nvPr/>
          </p:nvSpPr>
          <p:spPr>
            <a:xfrm>
              <a:off x="11214225" y="4491950"/>
              <a:ext cx="227125" cy="165975"/>
            </a:xfrm>
            <a:custGeom>
              <a:avLst/>
              <a:gdLst/>
              <a:ahLst/>
              <a:cxnLst/>
              <a:rect l="l" t="t" r="r" b="b"/>
              <a:pathLst>
                <a:path w="9085" h="6639" fill="none" extrusionOk="0">
                  <a:moveTo>
                    <a:pt x="1464" y="0"/>
                  </a:moveTo>
                  <a:lnTo>
                    <a:pt x="1464" y="0"/>
                  </a:lnTo>
                  <a:lnTo>
                    <a:pt x="1544" y="301"/>
                  </a:lnTo>
                  <a:lnTo>
                    <a:pt x="1625" y="602"/>
                  </a:lnTo>
                  <a:lnTo>
                    <a:pt x="1665" y="903"/>
                  </a:lnTo>
                  <a:lnTo>
                    <a:pt x="1705" y="1223"/>
                  </a:lnTo>
                  <a:lnTo>
                    <a:pt x="1705" y="1544"/>
                  </a:lnTo>
                  <a:lnTo>
                    <a:pt x="1705" y="1865"/>
                  </a:lnTo>
                  <a:lnTo>
                    <a:pt x="1665" y="2186"/>
                  </a:lnTo>
                  <a:lnTo>
                    <a:pt x="1605" y="2527"/>
                  </a:lnTo>
                  <a:lnTo>
                    <a:pt x="1605" y="2527"/>
                  </a:lnTo>
                  <a:lnTo>
                    <a:pt x="1524" y="2828"/>
                  </a:lnTo>
                  <a:lnTo>
                    <a:pt x="1404" y="3149"/>
                  </a:lnTo>
                  <a:lnTo>
                    <a:pt x="1244" y="3469"/>
                  </a:lnTo>
                  <a:lnTo>
                    <a:pt x="1063" y="3810"/>
                  </a:lnTo>
                  <a:lnTo>
                    <a:pt x="823" y="4171"/>
                  </a:lnTo>
                  <a:lnTo>
                    <a:pt x="582" y="4532"/>
                  </a:lnTo>
                  <a:lnTo>
                    <a:pt x="301" y="4913"/>
                  </a:lnTo>
                  <a:lnTo>
                    <a:pt x="0" y="5274"/>
                  </a:lnTo>
                  <a:lnTo>
                    <a:pt x="0" y="5274"/>
                  </a:lnTo>
                  <a:lnTo>
                    <a:pt x="943" y="5575"/>
                  </a:lnTo>
                  <a:lnTo>
                    <a:pt x="1946" y="5836"/>
                  </a:lnTo>
                  <a:lnTo>
                    <a:pt x="2968" y="6077"/>
                  </a:lnTo>
                  <a:lnTo>
                    <a:pt x="4031" y="6257"/>
                  </a:lnTo>
                  <a:lnTo>
                    <a:pt x="5114" y="6418"/>
                  </a:lnTo>
                  <a:lnTo>
                    <a:pt x="6237" y="6538"/>
                  </a:lnTo>
                  <a:lnTo>
                    <a:pt x="7360" y="6598"/>
                  </a:lnTo>
                  <a:lnTo>
                    <a:pt x="7922" y="6618"/>
                  </a:lnTo>
                  <a:lnTo>
                    <a:pt x="8483" y="6638"/>
                  </a:lnTo>
                  <a:lnTo>
                    <a:pt x="8483" y="6638"/>
                  </a:lnTo>
                  <a:lnTo>
                    <a:pt x="9085" y="6618"/>
                  </a:lnTo>
                  <a:lnTo>
                    <a:pt x="9085" y="6618"/>
                  </a:lnTo>
                  <a:lnTo>
                    <a:pt x="9045" y="6598"/>
                  </a:lnTo>
                  <a:lnTo>
                    <a:pt x="9025" y="6558"/>
                  </a:lnTo>
                  <a:lnTo>
                    <a:pt x="9025" y="6558"/>
                  </a:lnTo>
                  <a:lnTo>
                    <a:pt x="8965" y="5896"/>
                  </a:lnTo>
                  <a:lnTo>
                    <a:pt x="8925" y="5214"/>
                  </a:lnTo>
                  <a:lnTo>
                    <a:pt x="8884" y="4532"/>
                  </a:lnTo>
                  <a:lnTo>
                    <a:pt x="8864" y="3851"/>
                  </a:lnTo>
                  <a:lnTo>
                    <a:pt x="8864" y="3851"/>
                  </a:lnTo>
                  <a:lnTo>
                    <a:pt x="8162" y="3650"/>
                  </a:lnTo>
                  <a:lnTo>
                    <a:pt x="7461" y="3449"/>
                  </a:lnTo>
                  <a:lnTo>
                    <a:pt x="6759" y="3209"/>
                  </a:lnTo>
                  <a:lnTo>
                    <a:pt x="6077" y="2948"/>
                  </a:lnTo>
                  <a:lnTo>
                    <a:pt x="6077" y="2948"/>
                  </a:lnTo>
                  <a:lnTo>
                    <a:pt x="5435" y="2687"/>
                  </a:lnTo>
                  <a:lnTo>
                    <a:pt x="4813" y="2387"/>
                  </a:lnTo>
                  <a:lnTo>
                    <a:pt x="4192" y="2046"/>
                  </a:lnTo>
                  <a:lnTo>
                    <a:pt x="3610" y="1705"/>
                  </a:lnTo>
                  <a:lnTo>
                    <a:pt x="3029" y="1324"/>
                  </a:lnTo>
                  <a:lnTo>
                    <a:pt x="2487" y="903"/>
                  </a:lnTo>
                  <a:lnTo>
                    <a:pt x="1966" y="481"/>
                  </a:lnTo>
                  <a:lnTo>
                    <a:pt x="146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5933;p26"/>
            <p:cNvSpPr/>
            <p:nvPr/>
          </p:nvSpPr>
          <p:spPr>
            <a:xfrm>
              <a:off x="11161575" y="3984550"/>
              <a:ext cx="64200" cy="193550"/>
            </a:xfrm>
            <a:custGeom>
              <a:avLst/>
              <a:gdLst/>
              <a:ahLst/>
              <a:cxnLst/>
              <a:rect l="l" t="t" r="r" b="b"/>
              <a:pathLst>
                <a:path w="2568" h="7742" fill="none" extrusionOk="0">
                  <a:moveTo>
                    <a:pt x="462" y="1"/>
                  </a:moveTo>
                  <a:lnTo>
                    <a:pt x="462" y="1"/>
                  </a:lnTo>
                  <a:lnTo>
                    <a:pt x="462" y="362"/>
                  </a:lnTo>
                  <a:lnTo>
                    <a:pt x="442" y="763"/>
                  </a:lnTo>
                  <a:lnTo>
                    <a:pt x="341" y="1625"/>
                  </a:lnTo>
                  <a:lnTo>
                    <a:pt x="121" y="3490"/>
                  </a:lnTo>
                  <a:lnTo>
                    <a:pt x="41" y="4413"/>
                  </a:lnTo>
                  <a:lnTo>
                    <a:pt x="1" y="4834"/>
                  </a:lnTo>
                  <a:lnTo>
                    <a:pt x="1" y="5255"/>
                  </a:lnTo>
                  <a:lnTo>
                    <a:pt x="1" y="5656"/>
                  </a:lnTo>
                  <a:lnTo>
                    <a:pt x="41" y="6017"/>
                  </a:lnTo>
                  <a:lnTo>
                    <a:pt x="81" y="6338"/>
                  </a:lnTo>
                  <a:lnTo>
                    <a:pt x="181" y="6619"/>
                  </a:lnTo>
                  <a:lnTo>
                    <a:pt x="181" y="6619"/>
                  </a:lnTo>
                  <a:lnTo>
                    <a:pt x="281" y="6880"/>
                  </a:lnTo>
                  <a:lnTo>
                    <a:pt x="422" y="7140"/>
                  </a:lnTo>
                  <a:lnTo>
                    <a:pt x="763" y="7742"/>
                  </a:lnTo>
                  <a:lnTo>
                    <a:pt x="763" y="7742"/>
                  </a:lnTo>
                  <a:lnTo>
                    <a:pt x="943" y="6639"/>
                  </a:lnTo>
                  <a:lnTo>
                    <a:pt x="1144" y="5576"/>
                  </a:lnTo>
                  <a:lnTo>
                    <a:pt x="1144" y="5576"/>
                  </a:lnTo>
                  <a:lnTo>
                    <a:pt x="1284" y="4974"/>
                  </a:lnTo>
                  <a:lnTo>
                    <a:pt x="1424" y="4373"/>
                  </a:lnTo>
                  <a:lnTo>
                    <a:pt x="1585" y="3771"/>
                  </a:lnTo>
                  <a:lnTo>
                    <a:pt x="1745" y="3190"/>
                  </a:lnTo>
                  <a:lnTo>
                    <a:pt x="1926" y="2608"/>
                  </a:lnTo>
                  <a:lnTo>
                    <a:pt x="2126" y="2026"/>
                  </a:lnTo>
                  <a:lnTo>
                    <a:pt x="2347" y="1445"/>
                  </a:lnTo>
                  <a:lnTo>
                    <a:pt x="2568" y="883"/>
                  </a:lnTo>
                  <a:lnTo>
                    <a:pt x="2568" y="883"/>
                  </a:lnTo>
                  <a:lnTo>
                    <a:pt x="2026" y="683"/>
                  </a:lnTo>
                  <a:lnTo>
                    <a:pt x="1485" y="462"/>
                  </a:lnTo>
                  <a:lnTo>
                    <a:pt x="963" y="242"/>
                  </a:lnTo>
                  <a:lnTo>
                    <a:pt x="4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5934;p26"/>
            <p:cNvSpPr/>
            <p:nvPr/>
          </p:nvSpPr>
          <p:spPr>
            <a:xfrm>
              <a:off x="11435825" y="4588200"/>
              <a:ext cx="12550" cy="69225"/>
            </a:xfrm>
            <a:custGeom>
              <a:avLst/>
              <a:gdLst/>
              <a:ahLst/>
              <a:cxnLst/>
              <a:rect l="l" t="t" r="r" b="b"/>
              <a:pathLst>
                <a:path w="502" h="2769" extrusionOk="0">
                  <a:moveTo>
                    <a:pt x="0" y="1"/>
                  </a:moveTo>
                  <a:lnTo>
                    <a:pt x="20" y="682"/>
                  </a:lnTo>
                  <a:lnTo>
                    <a:pt x="61" y="1364"/>
                  </a:lnTo>
                  <a:lnTo>
                    <a:pt x="101" y="2046"/>
                  </a:lnTo>
                  <a:lnTo>
                    <a:pt x="161" y="2708"/>
                  </a:lnTo>
                  <a:lnTo>
                    <a:pt x="181" y="2748"/>
                  </a:lnTo>
                  <a:lnTo>
                    <a:pt x="221" y="2768"/>
                  </a:lnTo>
                  <a:lnTo>
                    <a:pt x="301" y="2768"/>
                  </a:lnTo>
                  <a:lnTo>
                    <a:pt x="341" y="2748"/>
                  </a:lnTo>
                  <a:lnTo>
                    <a:pt x="361" y="2688"/>
                  </a:lnTo>
                  <a:lnTo>
                    <a:pt x="422" y="2046"/>
                  </a:lnTo>
                  <a:lnTo>
                    <a:pt x="462" y="1404"/>
                  </a:lnTo>
                  <a:lnTo>
                    <a:pt x="482" y="763"/>
                  </a:lnTo>
                  <a:lnTo>
                    <a:pt x="502" y="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26"/>
            <p:cNvSpPr/>
            <p:nvPr/>
          </p:nvSpPr>
          <p:spPr>
            <a:xfrm>
              <a:off x="11322000" y="4109400"/>
              <a:ext cx="116850" cy="218625"/>
            </a:xfrm>
            <a:custGeom>
              <a:avLst/>
              <a:gdLst/>
              <a:ahLst/>
              <a:cxnLst/>
              <a:rect l="l" t="t" r="r" b="b"/>
              <a:pathLst>
                <a:path w="4674" h="8745" extrusionOk="0">
                  <a:moveTo>
                    <a:pt x="3551" y="0"/>
                  </a:moveTo>
                  <a:lnTo>
                    <a:pt x="3230" y="301"/>
                  </a:lnTo>
                  <a:lnTo>
                    <a:pt x="2869" y="682"/>
                  </a:lnTo>
                  <a:lnTo>
                    <a:pt x="2428" y="1184"/>
                  </a:lnTo>
                  <a:lnTo>
                    <a:pt x="2187" y="1464"/>
                  </a:lnTo>
                  <a:lnTo>
                    <a:pt x="1946" y="1805"/>
                  </a:lnTo>
                  <a:lnTo>
                    <a:pt x="1686" y="2146"/>
                  </a:lnTo>
                  <a:lnTo>
                    <a:pt x="1445" y="2527"/>
                  </a:lnTo>
                  <a:lnTo>
                    <a:pt x="1184" y="2928"/>
                  </a:lnTo>
                  <a:lnTo>
                    <a:pt x="964" y="3350"/>
                  </a:lnTo>
                  <a:lnTo>
                    <a:pt x="723" y="3811"/>
                  </a:lnTo>
                  <a:lnTo>
                    <a:pt x="522" y="4272"/>
                  </a:lnTo>
                  <a:lnTo>
                    <a:pt x="362" y="4713"/>
                  </a:lnTo>
                  <a:lnTo>
                    <a:pt x="222" y="5175"/>
                  </a:lnTo>
                  <a:lnTo>
                    <a:pt x="101" y="5656"/>
                  </a:lnTo>
                  <a:lnTo>
                    <a:pt x="1" y="6137"/>
                  </a:lnTo>
                  <a:lnTo>
                    <a:pt x="2628" y="8744"/>
                  </a:lnTo>
                  <a:lnTo>
                    <a:pt x="2628" y="8203"/>
                  </a:lnTo>
                  <a:lnTo>
                    <a:pt x="2668" y="7581"/>
                  </a:lnTo>
                  <a:lnTo>
                    <a:pt x="2728" y="6779"/>
                  </a:lnTo>
                  <a:lnTo>
                    <a:pt x="2849" y="5836"/>
                  </a:lnTo>
                  <a:lnTo>
                    <a:pt x="3009" y="4793"/>
                  </a:lnTo>
                  <a:lnTo>
                    <a:pt x="3109" y="4252"/>
                  </a:lnTo>
                  <a:lnTo>
                    <a:pt x="3210" y="3711"/>
                  </a:lnTo>
                  <a:lnTo>
                    <a:pt x="3350" y="3169"/>
                  </a:lnTo>
                  <a:lnTo>
                    <a:pt x="3511" y="2608"/>
                  </a:lnTo>
                  <a:lnTo>
                    <a:pt x="3671" y="2126"/>
                  </a:lnTo>
                  <a:lnTo>
                    <a:pt x="3831" y="1665"/>
                  </a:lnTo>
                  <a:lnTo>
                    <a:pt x="4012" y="1204"/>
                  </a:lnTo>
                  <a:lnTo>
                    <a:pt x="4232" y="763"/>
                  </a:lnTo>
                  <a:lnTo>
                    <a:pt x="4433" y="361"/>
                  </a:lnTo>
                  <a:lnTo>
                    <a:pt x="46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26"/>
            <p:cNvSpPr/>
            <p:nvPr/>
          </p:nvSpPr>
          <p:spPr>
            <a:xfrm>
              <a:off x="11322000" y="4109400"/>
              <a:ext cx="116850" cy="218625"/>
            </a:xfrm>
            <a:custGeom>
              <a:avLst/>
              <a:gdLst/>
              <a:ahLst/>
              <a:cxnLst/>
              <a:rect l="l" t="t" r="r" b="b"/>
              <a:pathLst>
                <a:path w="4674" h="8745" fill="none" extrusionOk="0">
                  <a:moveTo>
                    <a:pt x="4674" y="0"/>
                  </a:moveTo>
                  <a:lnTo>
                    <a:pt x="4674" y="0"/>
                  </a:lnTo>
                  <a:lnTo>
                    <a:pt x="4433" y="361"/>
                  </a:lnTo>
                  <a:lnTo>
                    <a:pt x="4232" y="763"/>
                  </a:lnTo>
                  <a:lnTo>
                    <a:pt x="4232" y="763"/>
                  </a:lnTo>
                  <a:lnTo>
                    <a:pt x="4012" y="1204"/>
                  </a:lnTo>
                  <a:lnTo>
                    <a:pt x="3831" y="1665"/>
                  </a:lnTo>
                  <a:lnTo>
                    <a:pt x="3671" y="2126"/>
                  </a:lnTo>
                  <a:lnTo>
                    <a:pt x="3511" y="2608"/>
                  </a:lnTo>
                  <a:lnTo>
                    <a:pt x="3511" y="2608"/>
                  </a:lnTo>
                  <a:lnTo>
                    <a:pt x="3350" y="3169"/>
                  </a:lnTo>
                  <a:lnTo>
                    <a:pt x="3210" y="3711"/>
                  </a:lnTo>
                  <a:lnTo>
                    <a:pt x="3109" y="4252"/>
                  </a:lnTo>
                  <a:lnTo>
                    <a:pt x="3009" y="4793"/>
                  </a:lnTo>
                  <a:lnTo>
                    <a:pt x="2849" y="5836"/>
                  </a:lnTo>
                  <a:lnTo>
                    <a:pt x="2728" y="6779"/>
                  </a:lnTo>
                  <a:lnTo>
                    <a:pt x="2668" y="7581"/>
                  </a:lnTo>
                  <a:lnTo>
                    <a:pt x="2628" y="8203"/>
                  </a:lnTo>
                  <a:lnTo>
                    <a:pt x="2628" y="8744"/>
                  </a:lnTo>
                  <a:lnTo>
                    <a:pt x="1" y="6137"/>
                  </a:lnTo>
                  <a:lnTo>
                    <a:pt x="1" y="6137"/>
                  </a:lnTo>
                  <a:lnTo>
                    <a:pt x="101" y="5656"/>
                  </a:lnTo>
                  <a:lnTo>
                    <a:pt x="222" y="5175"/>
                  </a:lnTo>
                  <a:lnTo>
                    <a:pt x="362" y="4713"/>
                  </a:lnTo>
                  <a:lnTo>
                    <a:pt x="522" y="4272"/>
                  </a:lnTo>
                  <a:lnTo>
                    <a:pt x="522" y="4272"/>
                  </a:lnTo>
                  <a:lnTo>
                    <a:pt x="723" y="3811"/>
                  </a:lnTo>
                  <a:lnTo>
                    <a:pt x="964" y="3350"/>
                  </a:lnTo>
                  <a:lnTo>
                    <a:pt x="1184" y="2928"/>
                  </a:lnTo>
                  <a:lnTo>
                    <a:pt x="1445" y="2527"/>
                  </a:lnTo>
                  <a:lnTo>
                    <a:pt x="1686" y="2146"/>
                  </a:lnTo>
                  <a:lnTo>
                    <a:pt x="1946" y="1805"/>
                  </a:lnTo>
                  <a:lnTo>
                    <a:pt x="2187" y="1464"/>
                  </a:lnTo>
                  <a:lnTo>
                    <a:pt x="2428" y="1184"/>
                  </a:lnTo>
                  <a:lnTo>
                    <a:pt x="2869" y="682"/>
                  </a:lnTo>
                  <a:lnTo>
                    <a:pt x="3230" y="301"/>
                  </a:lnTo>
                  <a:lnTo>
                    <a:pt x="3551" y="0"/>
                  </a:lnTo>
                  <a:lnTo>
                    <a:pt x="3771" y="0"/>
                  </a:lnTo>
                  <a:lnTo>
                    <a:pt x="467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26"/>
            <p:cNvSpPr/>
            <p:nvPr/>
          </p:nvSpPr>
          <p:spPr>
            <a:xfrm>
              <a:off x="11416275" y="4109400"/>
              <a:ext cx="119350" cy="218125"/>
            </a:xfrm>
            <a:custGeom>
              <a:avLst/>
              <a:gdLst/>
              <a:ahLst/>
              <a:cxnLst/>
              <a:rect l="l" t="t" r="r" b="b"/>
              <a:pathLst>
                <a:path w="4774" h="8725" extrusionOk="0">
                  <a:moveTo>
                    <a:pt x="0" y="0"/>
                  </a:moveTo>
                  <a:lnTo>
                    <a:pt x="241" y="361"/>
                  </a:lnTo>
                  <a:lnTo>
                    <a:pt x="461" y="763"/>
                  </a:lnTo>
                  <a:lnTo>
                    <a:pt x="642" y="1123"/>
                  </a:lnTo>
                  <a:lnTo>
                    <a:pt x="802" y="1484"/>
                  </a:lnTo>
                  <a:lnTo>
                    <a:pt x="943" y="1845"/>
                  </a:lnTo>
                  <a:lnTo>
                    <a:pt x="1083" y="2247"/>
                  </a:lnTo>
                  <a:lnTo>
                    <a:pt x="1264" y="2808"/>
                  </a:lnTo>
                  <a:lnTo>
                    <a:pt x="1424" y="3370"/>
                  </a:lnTo>
                  <a:lnTo>
                    <a:pt x="1585" y="3951"/>
                  </a:lnTo>
                  <a:lnTo>
                    <a:pt x="1705" y="4513"/>
                  </a:lnTo>
                  <a:lnTo>
                    <a:pt x="1805" y="5054"/>
                  </a:lnTo>
                  <a:lnTo>
                    <a:pt x="1885" y="5596"/>
                  </a:lnTo>
                  <a:lnTo>
                    <a:pt x="2026" y="6598"/>
                  </a:lnTo>
                  <a:lnTo>
                    <a:pt x="2126" y="7461"/>
                  </a:lnTo>
                  <a:lnTo>
                    <a:pt x="2166" y="8123"/>
                  </a:lnTo>
                  <a:lnTo>
                    <a:pt x="2186" y="8724"/>
                  </a:lnTo>
                  <a:lnTo>
                    <a:pt x="4773" y="6077"/>
                  </a:lnTo>
                  <a:lnTo>
                    <a:pt x="4653" y="5495"/>
                  </a:lnTo>
                  <a:lnTo>
                    <a:pt x="4492" y="4954"/>
                  </a:lnTo>
                  <a:lnTo>
                    <a:pt x="4292" y="4412"/>
                  </a:lnTo>
                  <a:lnTo>
                    <a:pt x="4091" y="3911"/>
                  </a:lnTo>
                  <a:lnTo>
                    <a:pt x="3851" y="3430"/>
                  </a:lnTo>
                  <a:lnTo>
                    <a:pt x="3590" y="2969"/>
                  </a:lnTo>
                  <a:lnTo>
                    <a:pt x="3329" y="2547"/>
                  </a:lnTo>
                  <a:lnTo>
                    <a:pt x="3049" y="2146"/>
                  </a:lnTo>
                  <a:lnTo>
                    <a:pt x="2688" y="1665"/>
                  </a:lnTo>
                  <a:lnTo>
                    <a:pt x="2347" y="1244"/>
                  </a:lnTo>
                  <a:lnTo>
                    <a:pt x="2026" y="883"/>
                  </a:lnTo>
                  <a:lnTo>
                    <a:pt x="1725" y="562"/>
                  </a:lnTo>
                  <a:lnTo>
                    <a:pt x="1284" y="141"/>
                  </a:lnTo>
                  <a:lnTo>
                    <a:pt x="11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26"/>
            <p:cNvSpPr/>
            <p:nvPr/>
          </p:nvSpPr>
          <p:spPr>
            <a:xfrm>
              <a:off x="11416275" y="4109400"/>
              <a:ext cx="119350" cy="218125"/>
            </a:xfrm>
            <a:custGeom>
              <a:avLst/>
              <a:gdLst/>
              <a:ahLst/>
              <a:cxnLst/>
              <a:rect l="l" t="t" r="r" b="b"/>
              <a:pathLst>
                <a:path w="4774" h="8725" fill="none" extrusionOk="0">
                  <a:moveTo>
                    <a:pt x="4773" y="6077"/>
                  </a:moveTo>
                  <a:lnTo>
                    <a:pt x="2186" y="8724"/>
                  </a:lnTo>
                  <a:lnTo>
                    <a:pt x="2186" y="8724"/>
                  </a:lnTo>
                  <a:lnTo>
                    <a:pt x="2166" y="8123"/>
                  </a:lnTo>
                  <a:lnTo>
                    <a:pt x="2126" y="7461"/>
                  </a:lnTo>
                  <a:lnTo>
                    <a:pt x="2026" y="6598"/>
                  </a:lnTo>
                  <a:lnTo>
                    <a:pt x="1885" y="5596"/>
                  </a:lnTo>
                  <a:lnTo>
                    <a:pt x="1805" y="5054"/>
                  </a:lnTo>
                  <a:lnTo>
                    <a:pt x="1705" y="4513"/>
                  </a:lnTo>
                  <a:lnTo>
                    <a:pt x="1585" y="3951"/>
                  </a:lnTo>
                  <a:lnTo>
                    <a:pt x="1424" y="3370"/>
                  </a:lnTo>
                  <a:lnTo>
                    <a:pt x="1264" y="2808"/>
                  </a:lnTo>
                  <a:lnTo>
                    <a:pt x="1083" y="2247"/>
                  </a:lnTo>
                  <a:lnTo>
                    <a:pt x="1083" y="2247"/>
                  </a:lnTo>
                  <a:lnTo>
                    <a:pt x="943" y="1845"/>
                  </a:lnTo>
                  <a:lnTo>
                    <a:pt x="802" y="1484"/>
                  </a:lnTo>
                  <a:lnTo>
                    <a:pt x="642" y="1123"/>
                  </a:lnTo>
                  <a:lnTo>
                    <a:pt x="461" y="763"/>
                  </a:lnTo>
                  <a:lnTo>
                    <a:pt x="461" y="763"/>
                  </a:lnTo>
                  <a:lnTo>
                    <a:pt x="241" y="361"/>
                  </a:lnTo>
                  <a:lnTo>
                    <a:pt x="0" y="0"/>
                  </a:lnTo>
                  <a:lnTo>
                    <a:pt x="903" y="0"/>
                  </a:lnTo>
                  <a:lnTo>
                    <a:pt x="1123" y="0"/>
                  </a:lnTo>
                  <a:lnTo>
                    <a:pt x="1123" y="0"/>
                  </a:lnTo>
                  <a:lnTo>
                    <a:pt x="1284" y="141"/>
                  </a:lnTo>
                  <a:lnTo>
                    <a:pt x="1725" y="562"/>
                  </a:lnTo>
                  <a:lnTo>
                    <a:pt x="2026" y="883"/>
                  </a:lnTo>
                  <a:lnTo>
                    <a:pt x="2347" y="1244"/>
                  </a:lnTo>
                  <a:lnTo>
                    <a:pt x="2688" y="1665"/>
                  </a:lnTo>
                  <a:lnTo>
                    <a:pt x="3049" y="2146"/>
                  </a:lnTo>
                  <a:lnTo>
                    <a:pt x="3049" y="2146"/>
                  </a:lnTo>
                  <a:lnTo>
                    <a:pt x="3329" y="2547"/>
                  </a:lnTo>
                  <a:lnTo>
                    <a:pt x="3590" y="2969"/>
                  </a:lnTo>
                  <a:lnTo>
                    <a:pt x="3851" y="3430"/>
                  </a:lnTo>
                  <a:lnTo>
                    <a:pt x="4091" y="3911"/>
                  </a:lnTo>
                  <a:lnTo>
                    <a:pt x="4292" y="4412"/>
                  </a:lnTo>
                  <a:lnTo>
                    <a:pt x="4492" y="4954"/>
                  </a:lnTo>
                  <a:lnTo>
                    <a:pt x="4653" y="5495"/>
                  </a:lnTo>
                  <a:lnTo>
                    <a:pt x="4773" y="607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26"/>
            <p:cNvSpPr/>
            <p:nvPr/>
          </p:nvSpPr>
          <p:spPr>
            <a:xfrm>
              <a:off x="11335050" y="4119925"/>
              <a:ext cx="92775" cy="96300"/>
            </a:xfrm>
            <a:custGeom>
              <a:avLst/>
              <a:gdLst/>
              <a:ahLst/>
              <a:cxnLst/>
              <a:rect l="l" t="t" r="r" b="b"/>
              <a:pathLst>
                <a:path w="3711" h="3852" extrusionOk="0">
                  <a:moveTo>
                    <a:pt x="2628" y="1"/>
                  </a:moveTo>
                  <a:lnTo>
                    <a:pt x="2487" y="121"/>
                  </a:lnTo>
                  <a:lnTo>
                    <a:pt x="2206" y="402"/>
                  </a:lnTo>
                  <a:lnTo>
                    <a:pt x="1906" y="763"/>
                  </a:lnTo>
                  <a:lnTo>
                    <a:pt x="1585" y="1164"/>
                  </a:lnTo>
                  <a:lnTo>
                    <a:pt x="1244" y="1605"/>
                  </a:lnTo>
                  <a:lnTo>
                    <a:pt x="923" y="2106"/>
                  </a:lnTo>
                  <a:lnTo>
                    <a:pt x="582" y="2648"/>
                  </a:lnTo>
                  <a:lnTo>
                    <a:pt x="281" y="3229"/>
                  </a:lnTo>
                  <a:lnTo>
                    <a:pt x="0" y="3851"/>
                  </a:lnTo>
                  <a:lnTo>
                    <a:pt x="281" y="3610"/>
                  </a:lnTo>
                  <a:lnTo>
                    <a:pt x="602" y="3390"/>
                  </a:lnTo>
                  <a:lnTo>
                    <a:pt x="903" y="3189"/>
                  </a:lnTo>
                  <a:lnTo>
                    <a:pt x="1224" y="2989"/>
                  </a:lnTo>
                  <a:lnTo>
                    <a:pt x="1565" y="2808"/>
                  </a:lnTo>
                  <a:lnTo>
                    <a:pt x="1906" y="2648"/>
                  </a:lnTo>
                  <a:lnTo>
                    <a:pt x="2587" y="2347"/>
                  </a:lnTo>
                  <a:lnTo>
                    <a:pt x="2989" y="2187"/>
                  </a:lnTo>
                  <a:lnTo>
                    <a:pt x="3149" y="1705"/>
                  </a:lnTo>
                  <a:lnTo>
                    <a:pt x="3309" y="1244"/>
                  </a:lnTo>
                  <a:lnTo>
                    <a:pt x="3490" y="783"/>
                  </a:lnTo>
                  <a:lnTo>
                    <a:pt x="3710" y="342"/>
                  </a:lnTo>
                  <a:lnTo>
                    <a:pt x="3630" y="181"/>
                  </a:lnTo>
                  <a:lnTo>
                    <a:pt x="3430" y="241"/>
                  </a:lnTo>
                  <a:lnTo>
                    <a:pt x="3309" y="281"/>
                  </a:lnTo>
                  <a:lnTo>
                    <a:pt x="3089" y="281"/>
                  </a:lnTo>
                  <a:lnTo>
                    <a:pt x="3009" y="261"/>
                  </a:lnTo>
                  <a:lnTo>
                    <a:pt x="2908" y="241"/>
                  </a:lnTo>
                  <a:lnTo>
                    <a:pt x="2788" y="181"/>
                  </a:lnTo>
                  <a:lnTo>
                    <a:pt x="2708" y="101"/>
                  </a:lnTo>
                  <a:lnTo>
                    <a:pt x="262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26"/>
            <p:cNvSpPr/>
            <p:nvPr/>
          </p:nvSpPr>
          <p:spPr>
            <a:xfrm>
              <a:off x="11335050" y="4119925"/>
              <a:ext cx="92775" cy="96300"/>
            </a:xfrm>
            <a:custGeom>
              <a:avLst/>
              <a:gdLst/>
              <a:ahLst/>
              <a:cxnLst/>
              <a:rect l="l" t="t" r="r" b="b"/>
              <a:pathLst>
                <a:path w="3711" h="3852" fill="none" extrusionOk="0">
                  <a:moveTo>
                    <a:pt x="2628" y="1"/>
                  </a:moveTo>
                  <a:lnTo>
                    <a:pt x="2628" y="1"/>
                  </a:lnTo>
                  <a:lnTo>
                    <a:pt x="2487" y="121"/>
                  </a:lnTo>
                  <a:lnTo>
                    <a:pt x="2487" y="121"/>
                  </a:lnTo>
                  <a:lnTo>
                    <a:pt x="2206" y="402"/>
                  </a:lnTo>
                  <a:lnTo>
                    <a:pt x="1906" y="763"/>
                  </a:lnTo>
                  <a:lnTo>
                    <a:pt x="1585" y="1164"/>
                  </a:lnTo>
                  <a:lnTo>
                    <a:pt x="1244" y="1605"/>
                  </a:lnTo>
                  <a:lnTo>
                    <a:pt x="923" y="2106"/>
                  </a:lnTo>
                  <a:lnTo>
                    <a:pt x="582" y="2648"/>
                  </a:lnTo>
                  <a:lnTo>
                    <a:pt x="281" y="3229"/>
                  </a:lnTo>
                  <a:lnTo>
                    <a:pt x="0" y="3851"/>
                  </a:lnTo>
                  <a:lnTo>
                    <a:pt x="0" y="3851"/>
                  </a:lnTo>
                  <a:lnTo>
                    <a:pt x="281" y="3610"/>
                  </a:lnTo>
                  <a:lnTo>
                    <a:pt x="602" y="3390"/>
                  </a:lnTo>
                  <a:lnTo>
                    <a:pt x="903" y="3189"/>
                  </a:lnTo>
                  <a:lnTo>
                    <a:pt x="1224" y="2989"/>
                  </a:lnTo>
                  <a:lnTo>
                    <a:pt x="1565" y="2808"/>
                  </a:lnTo>
                  <a:lnTo>
                    <a:pt x="1906" y="2648"/>
                  </a:lnTo>
                  <a:lnTo>
                    <a:pt x="2587" y="2347"/>
                  </a:lnTo>
                  <a:lnTo>
                    <a:pt x="2587" y="2347"/>
                  </a:lnTo>
                  <a:lnTo>
                    <a:pt x="2989" y="2187"/>
                  </a:lnTo>
                  <a:lnTo>
                    <a:pt x="2989" y="2187"/>
                  </a:lnTo>
                  <a:lnTo>
                    <a:pt x="3149" y="1705"/>
                  </a:lnTo>
                  <a:lnTo>
                    <a:pt x="3309" y="1244"/>
                  </a:lnTo>
                  <a:lnTo>
                    <a:pt x="3490" y="783"/>
                  </a:lnTo>
                  <a:lnTo>
                    <a:pt x="3710" y="342"/>
                  </a:lnTo>
                  <a:lnTo>
                    <a:pt x="3710" y="342"/>
                  </a:lnTo>
                  <a:lnTo>
                    <a:pt x="3630" y="181"/>
                  </a:lnTo>
                  <a:lnTo>
                    <a:pt x="3630" y="181"/>
                  </a:lnTo>
                  <a:lnTo>
                    <a:pt x="3430" y="241"/>
                  </a:lnTo>
                  <a:lnTo>
                    <a:pt x="3309" y="281"/>
                  </a:lnTo>
                  <a:lnTo>
                    <a:pt x="3189" y="281"/>
                  </a:lnTo>
                  <a:lnTo>
                    <a:pt x="3189" y="281"/>
                  </a:lnTo>
                  <a:lnTo>
                    <a:pt x="3089" y="281"/>
                  </a:lnTo>
                  <a:lnTo>
                    <a:pt x="3009" y="261"/>
                  </a:lnTo>
                  <a:lnTo>
                    <a:pt x="2908" y="241"/>
                  </a:lnTo>
                  <a:lnTo>
                    <a:pt x="2788" y="181"/>
                  </a:lnTo>
                  <a:lnTo>
                    <a:pt x="2788" y="181"/>
                  </a:lnTo>
                  <a:lnTo>
                    <a:pt x="2708" y="101"/>
                  </a:lnTo>
                  <a:lnTo>
                    <a:pt x="262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26"/>
            <p:cNvSpPr/>
            <p:nvPr/>
          </p:nvSpPr>
          <p:spPr>
            <a:xfrm>
              <a:off x="11425800" y="4119425"/>
              <a:ext cx="66700" cy="46150"/>
            </a:xfrm>
            <a:custGeom>
              <a:avLst/>
              <a:gdLst/>
              <a:ahLst/>
              <a:cxnLst/>
              <a:rect l="l" t="t" r="r" b="b"/>
              <a:pathLst>
                <a:path w="2668" h="1846" extrusionOk="0">
                  <a:moveTo>
                    <a:pt x="1143" y="1"/>
                  </a:moveTo>
                  <a:lnTo>
                    <a:pt x="1063" y="121"/>
                  </a:lnTo>
                  <a:lnTo>
                    <a:pt x="983" y="181"/>
                  </a:lnTo>
                  <a:lnTo>
                    <a:pt x="883" y="241"/>
                  </a:lnTo>
                  <a:lnTo>
                    <a:pt x="782" y="281"/>
                  </a:lnTo>
                  <a:lnTo>
                    <a:pt x="682" y="301"/>
                  </a:lnTo>
                  <a:lnTo>
                    <a:pt x="502" y="301"/>
                  </a:lnTo>
                  <a:lnTo>
                    <a:pt x="401" y="281"/>
                  </a:lnTo>
                  <a:lnTo>
                    <a:pt x="221" y="221"/>
                  </a:lnTo>
                  <a:lnTo>
                    <a:pt x="141" y="201"/>
                  </a:lnTo>
                  <a:lnTo>
                    <a:pt x="0" y="201"/>
                  </a:lnTo>
                  <a:lnTo>
                    <a:pt x="80" y="362"/>
                  </a:lnTo>
                  <a:lnTo>
                    <a:pt x="261" y="722"/>
                  </a:lnTo>
                  <a:lnTo>
                    <a:pt x="421" y="1083"/>
                  </a:lnTo>
                  <a:lnTo>
                    <a:pt x="562" y="1444"/>
                  </a:lnTo>
                  <a:lnTo>
                    <a:pt x="702" y="1846"/>
                  </a:lnTo>
                  <a:lnTo>
                    <a:pt x="1023" y="1785"/>
                  </a:lnTo>
                  <a:lnTo>
                    <a:pt x="1344" y="1745"/>
                  </a:lnTo>
                  <a:lnTo>
                    <a:pt x="1665" y="1725"/>
                  </a:lnTo>
                  <a:lnTo>
                    <a:pt x="2006" y="1705"/>
                  </a:lnTo>
                  <a:lnTo>
                    <a:pt x="2327" y="1725"/>
                  </a:lnTo>
                  <a:lnTo>
                    <a:pt x="2668" y="1745"/>
                  </a:lnTo>
                  <a:lnTo>
                    <a:pt x="2286" y="1244"/>
                  </a:lnTo>
                  <a:lnTo>
                    <a:pt x="1926" y="803"/>
                  </a:lnTo>
                  <a:lnTo>
                    <a:pt x="1605" y="422"/>
                  </a:lnTo>
                  <a:lnTo>
                    <a:pt x="1304" y="121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26"/>
            <p:cNvSpPr/>
            <p:nvPr/>
          </p:nvSpPr>
          <p:spPr>
            <a:xfrm>
              <a:off x="11425800" y="4119425"/>
              <a:ext cx="66700" cy="46150"/>
            </a:xfrm>
            <a:custGeom>
              <a:avLst/>
              <a:gdLst/>
              <a:ahLst/>
              <a:cxnLst/>
              <a:rect l="l" t="t" r="r" b="b"/>
              <a:pathLst>
                <a:path w="2668" h="1846" fill="none" extrusionOk="0">
                  <a:moveTo>
                    <a:pt x="1143" y="1"/>
                  </a:moveTo>
                  <a:lnTo>
                    <a:pt x="1143" y="1"/>
                  </a:lnTo>
                  <a:lnTo>
                    <a:pt x="1063" y="121"/>
                  </a:lnTo>
                  <a:lnTo>
                    <a:pt x="983" y="181"/>
                  </a:lnTo>
                  <a:lnTo>
                    <a:pt x="983" y="181"/>
                  </a:lnTo>
                  <a:lnTo>
                    <a:pt x="883" y="241"/>
                  </a:lnTo>
                  <a:lnTo>
                    <a:pt x="782" y="281"/>
                  </a:lnTo>
                  <a:lnTo>
                    <a:pt x="682" y="301"/>
                  </a:lnTo>
                  <a:lnTo>
                    <a:pt x="602" y="301"/>
                  </a:lnTo>
                  <a:lnTo>
                    <a:pt x="602" y="301"/>
                  </a:lnTo>
                  <a:lnTo>
                    <a:pt x="502" y="301"/>
                  </a:lnTo>
                  <a:lnTo>
                    <a:pt x="401" y="281"/>
                  </a:lnTo>
                  <a:lnTo>
                    <a:pt x="401" y="281"/>
                  </a:lnTo>
                  <a:lnTo>
                    <a:pt x="221" y="221"/>
                  </a:lnTo>
                  <a:lnTo>
                    <a:pt x="141" y="201"/>
                  </a:lnTo>
                  <a:lnTo>
                    <a:pt x="80" y="201"/>
                  </a:lnTo>
                  <a:lnTo>
                    <a:pt x="8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80" y="362"/>
                  </a:lnTo>
                  <a:lnTo>
                    <a:pt x="80" y="362"/>
                  </a:lnTo>
                  <a:lnTo>
                    <a:pt x="80" y="362"/>
                  </a:lnTo>
                  <a:lnTo>
                    <a:pt x="261" y="722"/>
                  </a:lnTo>
                  <a:lnTo>
                    <a:pt x="421" y="1083"/>
                  </a:lnTo>
                  <a:lnTo>
                    <a:pt x="562" y="1444"/>
                  </a:lnTo>
                  <a:lnTo>
                    <a:pt x="702" y="1846"/>
                  </a:lnTo>
                  <a:lnTo>
                    <a:pt x="702" y="1846"/>
                  </a:lnTo>
                  <a:lnTo>
                    <a:pt x="1023" y="1785"/>
                  </a:lnTo>
                  <a:lnTo>
                    <a:pt x="1344" y="1745"/>
                  </a:lnTo>
                  <a:lnTo>
                    <a:pt x="1665" y="1725"/>
                  </a:lnTo>
                  <a:lnTo>
                    <a:pt x="2006" y="1705"/>
                  </a:lnTo>
                  <a:lnTo>
                    <a:pt x="2006" y="1705"/>
                  </a:lnTo>
                  <a:lnTo>
                    <a:pt x="2327" y="1725"/>
                  </a:lnTo>
                  <a:lnTo>
                    <a:pt x="2668" y="1745"/>
                  </a:lnTo>
                  <a:lnTo>
                    <a:pt x="2668" y="1745"/>
                  </a:lnTo>
                  <a:lnTo>
                    <a:pt x="2286" y="1244"/>
                  </a:lnTo>
                  <a:lnTo>
                    <a:pt x="1926" y="803"/>
                  </a:lnTo>
                  <a:lnTo>
                    <a:pt x="1605" y="422"/>
                  </a:lnTo>
                  <a:lnTo>
                    <a:pt x="1304" y="121"/>
                  </a:lnTo>
                  <a:lnTo>
                    <a:pt x="1304" y="121"/>
                  </a:lnTo>
                  <a:lnTo>
                    <a:pt x="11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26"/>
            <p:cNvSpPr/>
            <p:nvPr/>
          </p:nvSpPr>
          <p:spPr>
            <a:xfrm>
              <a:off x="11254325" y="3988075"/>
              <a:ext cx="156450" cy="165975"/>
            </a:xfrm>
            <a:custGeom>
              <a:avLst/>
              <a:gdLst/>
              <a:ahLst/>
              <a:cxnLst/>
              <a:rect l="l" t="t" r="r" b="b"/>
              <a:pathLst>
                <a:path w="6258" h="6639" extrusionOk="0">
                  <a:moveTo>
                    <a:pt x="1244" y="0"/>
                  </a:moveTo>
                  <a:lnTo>
                    <a:pt x="983" y="20"/>
                  </a:lnTo>
                  <a:lnTo>
                    <a:pt x="863" y="40"/>
                  </a:lnTo>
                  <a:lnTo>
                    <a:pt x="723" y="80"/>
                  </a:lnTo>
                  <a:lnTo>
                    <a:pt x="562" y="161"/>
                  </a:lnTo>
                  <a:lnTo>
                    <a:pt x="402" y="261"/>
                  </a:lnTo>
                  <a:lnTo>
                    <a:pt x="281" y="361"/>
                  </a:lnTo>
                  <a:lnTo>
                    <a:pt x="181" y="482"/>
                  </a:lnTo>
                  <a:lnTo>
                    <a:pt x="101" y="622"/>
                  </a:lnTo>
                  <a:lnTo>
                    <a:pt x="61" y="762"/>
                  </a:lnTo>
                  <a:lnTo>
                    <a:pt x="21" y="923"/>
                  </a:lnTo>
                  <a:lnTo>
                    <a:pt x="1" y="1103"/>
                  </a:lnTo>
                  <a:lnTo>
                    <a:pt x="1" y="1264"/>
                  </a:lnTo>
                  <a:lnTo>
                    <a:pt x="21" y="1464"/>
                  </a:lnTo>
                  <a:lnTo>
                    <a:pt x="61" y="1645"/>
                  </a:lnTo>
                  <a:lnTo>
                    <a:pt x="101" y="1845"/>
                  </a:lnTo>
                  <a:lnTo>
                    <a:pt x="221" y="2226"/>
                  </a:lnTo>
                  <a:lnTo>
                    <a:pt x="382" y="2627"/>
                  </a:lnTo>
                  <a:lnTo>
                    <a:pt x="562" y="3028"/>
                  </a:lnTo>
                  <a:lnTo>
                    <a:pt x="763" y="3410"/>
                  </a:lnTo>
                  <a:lnTo>
                    <a:pt x="1144" y="4091"/>
                  </a:lnTo>
                  <a:lnTo>
                    <a:pt x="1425" y="4593"/>
                  </a:lnTo>
                  <a:lnTo>
                    <a:pt x="1505" y="4753"/>
                  </a:lnTo>
                  <a:lnTo>
                    <a:pt x="1545" y="4853"/>
                  </a:lnTo>
                  <a:lnTo>
                    <a:pt x="1505" y="4994"/>
                  </a:lnTo>
                  <a:lnTo>
                    <a:pt x="1445" y="5174"/>
                  </a:lnTo>
                  <a:lnTo>
                    <a:pt x="1364" y="5395"/>
                  </a:lnTo>
                  <a:lnTo>
                    <a:pt x="1324" y="5636"/>
                  </a:lnTo>
                  <a:lnTo>
                    <a:pt x="1304" y="5776"/>
                  </a:lnTo>
                  <a:lnTo>
                    <a:pt x="1304" y="5896"/>
                  </a:lnTo>
                  <a:lnTo>
                    <a:pt x="1324" y="6017"/>
                  </a:lnTo>
                  <a:lnTo>
                    <a:pt x="1384" y="6137"/>
                  </a:lnTo>
                  <a:lnTo>
                    <a:pt x="1445" y="6237"/>
                  </a:lnTo>
                  <a:lnTo>
                    <a:pt x="1545" y="6358"/>
                  </a:lnTo>
                  <a:lnTo>
                    <a:pt x="1665" y="6458"/>
                  </a:lnTo>
                  <a:lnTo>
                    <a:pt x="1826" y="6538"/>
                  </a:lnTo>
                  <a:lnTo>
                    <a:pt x="1966" y="6598"/>
                  </a:lnTo>
                  <a:lnTo>
                    <a:pt x="2126" y="6638"/>
                  </a:lnTo>
                  <a:lnTo>
                    <a:pt x="2688" y="6638"/>
                  </a:lnTo>
                  <a:lnTo>
                    <a:pt x="2909" y="6598"/>
                  </a:lnTo>
                  <a:lnTo>
                    <a:pt x="3350" y="6498"/>
                  </a:lnTo>
                  <a:lnTo>
                    <a:pt x="3831" y="6358"/>
                  </a:lnTo>
                  <a:lnTo>
                    <a:pt x="4292" y="6177"/>
                  </a:lnTo>
                  <a:lnTo>
                    <a:pt x="4754" y="5976"/>
                  </a:lnTo>
                  <a:lnTo>
                    <a:pt x="5195" y="5736"/>
                  </a:lnTo>
                  <a:lnTo>
                    <a:pt x="5215" y="5736"/>
                  </a:lnTo>
                  <a:lnTo>
                    <a:pt x="5536" y="5515"/>
                  </a:lnTo>
                  <a:lnTo>
                    <a:pt x="5816" y="5295"/>
                  </a:lnTo>
                  <a:lnTo>
                    <a:pt x="6057" y="5074"/>
                  </a:lnTo>
                  <a:lnTo>
                    <a:pt x="6258" y="4873"/>
                  </a:lnTo>
                  <a:lnTo>
                    <a:pt x="6238" y="3871"/>
                  </a:lnTo>
                  <a:lnTo>
                    <a:pt x="6017" y="3590"/>
                  </a:lnTo>
                  <a:lnTo>
                    <a:pt x="5756" y="3269"/>
                  </a:lnTo>
                  <a:lnTo>
                    <a:pt x="5395" y="2868"/>
                  </a:lnTo>
                  <a:lnTo>
                    <a:pt x="4994" y="2427"/>
                  </a:lnTo>
                  <a:lnTo>
                    <a:pt x="4513" y="1946"/>
                  </a:lnTo>
                  <a:lnTo>
                    <a:pt x="3991" y="1484"/>
                  </a:lnTo>
                  <a:lnTo>
                    <a:pt x="3450" y="1023"/>
                  </a:lnTo>
                  <a:lnTo>
                    <a:pt x="3009" y="702"/>
                  </a:lnTo>
                  <a:lnTo>
                    <a:pt x="2708" y="502"/>
                  </a:lnTo>
                  <a:lnTo>
                    <a:pt x="2407" y="341"/>
                  </a:lnTo>
                  <a:lnTo>
                    <a:pt x="2106" y="201"/>
                  </a:lnTo>
                  <a:lnTo>
                    <a:pt x="1826" y="101"/>
                  </a:lnTo>
                  <a:lnTo>
                    <a:pt x="1525" y="40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26"/>
            <p:cNvSpPr/>
            <p:nvPr/>
          </p:nvSpPr>
          <p:spPr>
            <a:xfrm>
              <a:off x="11254325" y="3988075"/>
              <a:ext cx="156450" cy="165975"/>
            </a:xfrm>
            <a:custGeom>
              <a:avLst/>
              <a:gdLst/>
              <a:ahLst/>
              <a:cxnLst/>
              <a:rect l="l" t="t" r="r" b="b"/>
              <a:pathLst>
                <a:path w="6258" h="6639" fill="none" extrusionOk="0">
                  <a:moveTo>
                    <a:pt x="6258" y="4873"/>
                  </a:moveTo>
                  <a:lnTo>
                    <a:pt x="6258" y="4873"/>
                  </a:lnTo>
                  <a:lnTo>
                    <a:pt x="6057" y="5074"/>
                  </a:lnTo>
                  <a:lnTo>
                    <a:pt x="5816" y="5295"/>
                  </a:lnTo>
                  <a:lnTo>
                    <a:pt x="5536" y="5515"/>
                  </a:lnTo>
                  <a:lnTo>
                    <a:pt x="5215" y="5736"/>
                  </a:lnTo>
                  <a:lnTo>
                    <a:pt x="5195" y="5736"/>
                  </a:lnTo>
                  <a:lnTo>
                    <a:pt x="5195" y="5736"/>
                  </a:lnTo>
                  <a:lnTo>
                    <a:pt x="4754" y="5976"/>
                  </a:lnTo>
                  <a:lnTo>
                    <a:pt x="4292" y="6177"/>
                  </a:lnTo>
                  <a:lnTo>
                    <a:pt x="3831" y="6358"/>
                  </a:lnTo>
                  <a:lnTo>
                    <a:pt x="3350" y="6498"/>
                  </a:lnTo>
                  <a:lnTo>
                    <a:pt x="2909" y="6598"/>
                  </a:lnTo>
                  <a:lnTo>
                    <a:pt x="2688" y="6638"/>
                  </a:lnTo>
                  <a:lnTo>
                    <a:pt x="2487" y="6638"/>
                  </a:lnTo>
                  <a:lnTo>
                    <a:pt x="2307" y="6638"/>
                  </a:lnTo>
                  <a:lnTo>
                    <a:pt x="2126" y="6638"/>
                  </a:lnTo>
                  <a:lnTo>
                    <a:pt x="1966" y="6598"/>
                  </a:lnTo>
                  <a:lnTo>
                    <a:pt x="1826" y="6538"/>
                  </a:lnTo>
                  <a:lnTo>
                    <a:pt x="1826" y="6538"/>
                  </a:lnTo>
                  <a:lnTo>
                    <a:pt x="1665" y="6458"/>
                  </a:lnTo>
                  <a:lnTo>
                    <a:pt x="1545" y="6358"/>
                  </a:lnTo>
                  <a:lnTo>
                    <a:pt x="1445" y="6237"/>
                  </a:lnTo>
                  <a:lnTo>
                    <a:pt x="1384" y="6137"/>
                  </a:lnTo>
                  <a:lnTo>
                    <a:pt x="1324" y="6017"/>
                  </a:lnTo>
                  <a:lnTo>
                    <a:pt x="1304" y="5896"/>
                  </a:lnTo>
                  <a:lnTo>
                    <a:pt x="1304" y="5776"/>
                  </a:lnTo>
                  <a:lnTo>
                    <a:pt x="1324" y="5636"/>
                  </a:lnTo>
                  <a:lnTo>
                    <a:pt x="1364" y="5395"/>
                  </a:lnTo>
                  <a:lnTo>
                    <a:pt x="1445" y="5174"/>
                  </a:lnTo>
                  <a:lnTo>
                    <a:pt x="1505" y="4994"/>
                  </a:lnTo>
                  <a:lnTo>
                    <a:pt x="1545" y="4853"/>
                  </a:lnTo>
                  <a:lnTo>
                    <a:pt x="1545" y="4853"/>
                  </a:lnTo>
                  <a:lnTo>
                    <a:pt x="1505" y="4753"/>
                  </a:lnTo>
                  <a:lnTo>
                    <a:pt x="1425" y="4593"/>
                  </a:lnTo>
                  <a:lnTo>
                    <a:pt x="1144" y="4091"/>
                  </a:lnTo>
                  <a:lnTo>
                    <a:pt x="763" y="3410"/>
                  </a:lnTo>
                  <a:lnTo>
                    <a:pt x="562" y="3028"/>
                  </a:lnTo>
                  <a:lnTo>
                    <a:pt x="382" y="2627"/>
                  </a:lnTo>
                  <a:lnTo>
                    <a:pt x="221" y="2226"/>
                  </a:lnTo>
                  <a:lnTo>
                    <a:pt x="101" y="1845"/>
                  </a:lnTo>
                  <a:lnTo>
                    <a:pt x="61" y="1645"/>
                  </a:lnTo>
                  <a:lnTo>
                    <a:pt x="21" y="1464"/>
                  </a:lnTo>
                  <a:lnTo>
                    <a:pt x="1" y="1264"/>
                  </a:lnTo>
                  <a:lnTo>
                    <a:pt x="1" y="1103"/>
                  </a:lnTo>
                  <a:lnTo>
                    <a:pt x="21" y="923"/>
                  </a:lnTo>
                  <a:lnTo>
                    <a:pt x="61" y="762"/>
                  </a:lnTo>
                  <a:lnTo>
                    <a:pt x="101" y="622"/>
                  </a:lnTo>
                  <a:lnTo>
                    <a:pt x="181" y="482"/>
                  </a:lnTo>
                  <a:lnTo>
                    <a:pt x="281" y="361"/>
                  </a:lnTo>
                  <a:lnTo>
                    <a:pt x="402" y="261"/>
                  </a:lnTo>
                  <a:lnTo>
                    <a:pt x="562" y="161"/>
                  </a:lnTo>
                  <a:lnTo>
                    <a:pt x="723" y="80"/>
                  </a:lnTo>
                  <a:lnTo>
                    <a:pt x="723" y="80"/>
                  </a:lnTo>
                  <a:lnTo>
                    <a:pt x="863" y="40"/>
                  </a:lnTo>
                  <a:lnTo>
                    <a:pt x="983" y="20"/>
                  </a:lnTo>
                  <a:lnTo>
                    <a:pt x="1244" y="0"/>
                  </a:lnTo>
                  <a:lnTo>
                    <a:pt x="1525" y="40"/>
                  </a:lnTo>
                  <a:lnTo>
                    <a:pt x="1826" y="101"/>
                  </a:lnTo>
                  <a:lnTo>
                    <a:pt x="2106" y="201"/>
                  </a:lnTo>
                  <a:lnTo>
                    <a:pt x="2407" y="341"/>
                  </a:lnTo>
                  <a:lnTo>
                    <a:pt x="2708" y="502"/>
                  </a:lnTo>
                  <a:lnTo>
                    <a:pt x="3009" y="702"/>
                  </a:lnTo>
                  <a:lnTo>
                    <a:pt x="3009" y="702"/>
                  </a:lnTo>
                  <a:lnTo>
                    <a:pt x="3009" y="702"/>
                  </a:lnTo>
                  <a:lnTo>
                    <a:pt x="3450" y="1023"/>
                  </a:lnTo>
                  <a:lnTo>
                    <a:pt x="3450" y="1023"/>
                  </a:lnTo>
                  <a:lnTo>
                    <a:pt x="3991" y="1484"/>
                  </a:lnTo>
                  <a:lnTo>
                    <a:pt x="4513" y="1946"/>
                  </a:lnTo>
                  <a:lnTo>
                    <a:pt x="4994" y="2427"/>
                  </a:lnTo>
                  <a:lnTo>
                    <a:pt x="5395" y="2868"/>
                  </a:lnTo>
                  <a:lnTo>
                    <a:pt x="5756" y="3269"/>
                  </a:lnTo>
                  <a:lnTo>
                    <a:pt x="6017" y="3590"/>
                  </a:lnTo>
                  <a:lnTo>
                    <a:pt x="6238" y="3871"/>
                  </a:lnTo>
                  <a:lnTo>
                    <a:pt x="6258" y="487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26"/>
            <p:cNvSpPr/>
            <p:nvPr/>
          </p:nvSpPr>
          <p:spPr>
            <a:xfrm>
              <a:off x="11350100" y="4072300"/>
              <a:ext cx="46150" cy="42650"/>
            </a:xfrm>
            <a:custGeom>
              <a:avLst/>
              <a:gdLst/>
              <a:ahLst/>
              <a:cxnLst/>
              <a:rect l="l" t="t" r="r" b="b"/>
              <a:pathLst>
                <a:path w="1846" h="1706" extrusionOk="0">
                  <a:moveTo>
                    <a:pt x="642" y="0"/>
                  </a:moveTo>
                  <a:lnTo>
                    <a:pt x="542" y="20"/>
                  </a:lnTo>
                  <a:lnTo>
                    <a:pt x="421" y="61"/>
                  </a:lnTo>
                  <a:lnTo>
                    <a:pt x="321" y="101"/>
                  </a:lnTo>
                  <a:lnTo>
                    <a:pt x="221" y="181"/>
                  </a:lnTo>
                  <a:lnTo>
                    <a:pt x="140" y="261"/>
                  </a:lnTo>
                  <a:lnTo>
                    <a:pt x="80" y="361"/>
                  </a:lnTo>
                  <a:lnTo>
                    <a:pt x="20" y="482"/>
                  </a:lnTo>
                  <a:lnTo>
                    <a:pt x="0" y="622"/>
                  </a:lnTo>
                  <a:lnTo>
                    <a:pt x="0" y="762"/>
                  </a:lnTo>
                  <a:lnTo>
                    <a:pt x="20" y="883"/>
                  </a:lnTo>
                  <a:lnTo>
                    <a:pt x="60" y="1023"/>
                  </a:lnTo>
                  <a:lnTo>
                    <a:pt x="140" y="1164"/>
                  </a:lnTo>
                  <a:lnTo>
                    <a:pt x="221" y="1264"/>
                  </a:lnTo>
                  <a:lnTo>
                    <a:pt x="321" y="1384"/>
                  </a:lnTo>
                  <a:lnTo>
                    <a:pt x="421" y="1464"/>
                  </a:lnTo>
                  <a:lnTo>
                    <a:pt x="602" y="1565"/>
                  </a:lnTo>
                  <a:lnTo>
                    <a:pt x="782" y="1645"/>
                  </a:lnTo>
                  <a:lnTo>
                    <a:pt x="963" y="1685"/>
                  </a:lnTo>
                  <a:lnTo>
                    <a:pt x="1163" y="1705"/>
                  </a:lnTo>
                  <a:lnTo>
                    <a:pt x="1324" y="1685"/>
                  </a:lnTo>
                  <a:lnTo>
                    <a:pt x="1484" y="1665"/>
                  </a:lnTo>
                  <a:lnTo>
                    <a:pt x="1645" y="1625"/>
                  </a:lnTo>
                  <a:lnTo>
                    <a:pt x="1785" y="1585"/>
                  </a:lnTo>
                  <a:lnTo>
                    <a:pt x="1825" y="1565"/>
                  </a:lnTo>
                  <a:lnTo>
                    <a:pt x="1845" y="1545"/>
                  </a:lnTo>
                  <a:lnTo>
                    <a:pt x="1845" y="1484"/>
                  </a:lnTo>
                  <a:lnTo>
                    <a:pt x="1825" y="1444"/>
                  </a:lnTo>
                  <a:lnTo>
                    <a:pt x="1765" y="1444"/>
                  </a:lnTo>
                  <a:lnTo>
                    <a:pt x="1544" y="1484"/>
                  </a:lnTo>
                  <a:lnTo>
                    <a:pt x="1304" y="1504"/>
                  </a:lnTo>
                  <a:lnTo>
                    <a:pt x="1123" y="1484"/>
                  </a:lnTo>
                  <a:lnTo>
                    <a:pt x="943" y="1444"/>
                  </a:lnTo>
                  <a:lnTo>
                    <a:pt x="762" y="1364"/>
                  </a:lnTo>
                  <a:lnTo>
                    <a:pt x="602" y="1244"/>
                  </a:lnTo>
                  <a:lnTo>
                    <a:pt x="521" y="1164"/>
                  </a:lnTo>
                  <a:lnTo>
                    <a:pt x="441" y="1063"/>
                  </a:lnTo>
                  <a:lnTo>
                    <a:pt x="381" y="963"/>
                  </a:lnTo>
                  <a:lnTo>
                    <a:pt x="341" y="863"/>
                  </a:lnTo>
                  <a:lnTo>
                    <a:pt x="321" y="742"/>
                  </a:lnTo>
                  <a:lnTo>
                    <a:pt x="321" y="642"/>
                  </a:lnTo>
                  <a:lnTo>
                    <a:pt x="381" y="542"/>
                  </a:lnTo>
                  <a:lnTo>
                    <a:pt x="461" y="442"/>
                  </a:lnTo>
                  <a:lnTo>
                    <a:pt x="562" y="381"/>
                  </a:lnTo>
                  <a:lnTo>
                    <a:pt x="682" y="341"/>
                  </a:lnTo>
                  <a:lnTo>
                    <a:pt x="802" y="321"/>
                  </a:lnTo>
                  <a:lnTo>
                    <a:pt x="923" y="301"/>
                  </a:lnTo>
                  <a:lnTo>
                    <a:pt x="1103" y="321"/>
                  </a:lnTo>
                  <a:lnTo>
                    <a:pt x="1284" y="361"/>
                  </a:lnTo>
                  <a:lnTo>
                    <a:pt x="1464" y="401"/>
                  </a:lnTo>
                  <a:lnTo>
                    <a:pt x="1645" y="462"/>
                  </a:lnTo>
                  <a:lnTo>
                    <a:pt x="1645" y="221"/>
                  </a:lnTo>
                  <a:lnTo>
                    <a:pt x="1645" y="201"/>
                  </a:lnTo>
                  <a:lnTo>
                    <a:pt x="1424" y="121"/>
                  </a:lnTo>
                  <a:lnTo>
                    <a:pt x="1203" y="61"/>
                  </a:lnTo>
                  <a:lnTo>
                    <a:pt x="983" y="2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26"/>
            <p:cNvSpPr/>
            <p:nvPr/>
          </p:nvSpPr>
          <p:spPr>
            <a:xfrm>
              <a:off x="11254325" y="4016150"/>
              <a:ext cx="129875" cy="138400"/>
            </a:xfrm>
            <a:custGeom>
              <a:avLst/>
              <a:gdLst/>
              <a:ahLst/>
              <a:cxnLst/>
              <a:rect l="l" t="t" r="r" b="b"/>
              <a:pathLst>
                <a:path w="5195" h="5536" extrusionOk="0">
                  <a:moveTo>
                    <a:pt x="1" y="0"/>
                  </a:moveTo>
                  <a:lnTo>
                    <a:pt x="1" y="40"/>
                  </a:lnTo>
                  <a:lnTo>
                    <a:pt x="21" y="301"/>
                  </a:lnTo>
                  <a:lnTo>
                    <a:pt x="61" y="582"/>
                  </a:lnTo>
                  <a:lnTo>
                    <a:pt x="141" y="863"/>
                  </a:lnTo>
                  <a:lnTo>
                    <a:pt x="241" y="1163"/>
                  </a:lnTo>
                  <a:lnTo>
                    <a:pt x="362" y="1444"/>
                  </a:lnTo>
                  <a:lnTo>
                    <a:pt x="482" y="1745"/>
                  </a:lnTo>
                  <a:lnTo>
                    <a:pt x="763" y="2307"/>
                  </a:lnTo>
                  <a:lnTo>
                    <a:pt x="1043" y="2808"/>
                  </a:lnTo>
                  <a:lnTo>
                    <a:pt x="1304" y="3229"/>
                  </a:lnTo>
                  <a:lnTo>
                    <a:pt x="1465" y="3550"/>
                  </a:lnTo>
                  <a:lnTo>
                    <a:pt x="1525" y="3650"/>
                  </a:lnTo>
                  <a:lnTo>
                    <a:pt x="1545" y="3730"/>
                  </a:lnTo>
                  <a:lnTo>
                    <a:pt x="1505" y="3891"/>
                  </a:lnTo>
                  <a:lnTo>
                    <a:pt x="1425" y="4132"/>
                  </a:lnTo>
                  <a:lnTo>
                    <a:pt x="1344" y="4392"/>
                  </a:lnTo>
                  <a:lnTo>
                    <a:pt x="1304" y="4533"/>
                  </a:lnTo>
                  <a:lnTo>
                    <a:pt x="1304" y="4673"/>
                  </a:lnTo>
                  <a:lnTo>
                    <a:pt x="1304" y="4773"/>
                  </a:lnTo>
                  <a:lnTo>
                    <a:pt x="1324" y="4874"/>
                  </a:lnTo>
                  <a:lnTo>
                    <a:pt x="1364" y="4974"/>
                  </a:lnTo>
                  <a:lnTo>
                    <a:pt x="1425" y="5074"/>
                  </a:lnTo>
                  <a:lnTo>
                    <a:pt x="1485" y="5174"/>
                  </a:lnTo>
                  <a:lnTo>
                    <a:pt x="1585" y="5255"/>
                  </a:lnTo>
                  <a:lnTo>
                    <a:pt x="1685" y="5355"/>
                  </a:lnTo>
                  <a:lnTo>
                    <a:pt x="1826" y="5415"/>
                  </a:lnTo>
                  <a:lnTo>
                    <a:pt x="1946" y="5475"/>
                  </a:lnTo>
                  <a:lnTo>
                    <a:pt x="2086" y="5495"/>
                  </a:lnTo>
                  <a:lnTo>
                    <a:pt x="2227" y="5515"/>
                  </a:lnTo>
                  <a:lnTo>
                    <a:pt x="2387" y="5535"/>
                  </a:lnTo>
                  <a:lnTo>
                    <a:pt x="2708" y="5515"/>
                  </a:lnTo>
                  <a:lnTo>
                    <a:pt x="3029" y="5455"/>
                  </a:lnTo>
                  <a:lnTo>
                    <a:pt x="3390" y="5375"/>
                  </a:lnTo>
                  <a:lnTo>
                    <a:pt x="3771" y="5255"/>
                  </a:lnTo>
                  <a:lnTo>
                    <a:pt x="4132" y="5114"/>
                  </a:lnTo>
                  <a:lnTo>
                    <a:pt x="4493" y="4974"/>
                  </a:lnTo>
                  <a:lnTo>
                    <a:pt x="4854" y="4793"/>
                  </a:lnTo>
                  <a:lnTo>
                    <a:pt x="5195" y="4613"/>
                  </a:lnTo>
                  <a:lnTo>
                    <a:pt x="4814" y="4753"/>
                  </a:lnTo>
                  <a:lnTo>
                    <a:pt x="4373" y="4914"/>
                  </a:lnTo>
                  <a:lnTo>
                    <a:pt x="4132" y="4974"/>
                  </a:lnTo>
                  <a:lnTo>
                    <a:pt x="3891" y="5034"/>
                  </a:lnTo>
                  <a:lnTo>
                    <a:pt x="3671" y="5054"/>
                  </a:lnTo>
                  <a:lnTo>
                    <a:pt x="3450" y="5074"/>
                  </a:lnTo>
                  <a:lnTo>
                    <a:pt x="3249" y="5054"/>
                  </a:lnTo>
                  <a:lnTo>
                    <a:pt x="3089" y="5014"/>
                  </a:lnTo>
                  <a:lnTo>
                    <a:pt x="2929" y="4954"/>
                  </a:lnTo>
                  <a:lnTo>
                    <a:pt x="2808" y="4853"/>
                  </a:lnTo>
                  <a:lnTo>
                    <a:pt x="2748" y="4793"/>
                  </a:lnTo>
                  <a:lnTo>
                    <a:pt x="2708" y="4713"/>
                  </a:lnTo>
                  <a:lnTo>
                    <a:pt x="2628" y="4533"/>
                  </a:lnTo>
                  <a:lnTo>
                    <a:pt x="2588" y="4292"/>
                  </a:lnTo>
                  <a:lnTo>
                    <a:pt x="2608" y="4031"/>
                  </a:lnTo>
                  <a:lnTo>
                    <a:pt x="2628" y="3851"/>
                  </a:lnTo>
                  <a:lnTo>
                    <a:pt x="2668" y="3690"/>
                  </a:lnTo>
                  <a:lnTo>
                    <a:pt x="2788" y="3369"/>
                  </a:lnTo>
                  <a:lnTo>
                    <a:pt x="2828" y="3229"/>
                  </a:lnTo>
                  <a:lnTo>
                    <a:pt x="2868" y="3069"/>
                  </a:lnTo>
                  <a:lnTo>
                    <a:pt x="2868" y="2888"/>
                  </a:lnTo>
                  <a:lnTo>
                    <a:pt x="2848" y="2688"/>
                  </a:lnTo>
                  <a:lnTo>
                    <a:pt x="2788" y="2507"/>
                  </a:lnTo>
                  <a:lnTo>
                    <a:pt x="2648" y="2246"/>
                  </a:lnTo>
                  <a:lnTo>
                    <a:pt x="2287" y="1645"/>
                  </a:lnTo>
                  <a:lnTo>
                    <a:pt x="2106" y="1324"/>
                  </a:lnTo>
                  <a:lnTo>
                    <a:pt x="1946" y="1003"/>
                  </a:lnTo>
                  <a:lnTo>
                    <a:pt x="1806" y="722"/>
                  </a:lnTo>
                  <a:lnTo>
                    <a:pt x="1765" y="582"/>
                  </a:lnTo>
                  <a:lnTo>
                    <a:pt x="1745" y="462"/>
                  </a:lnTo>
                  <a:lnTo>
                    <a:pt x="863" y="24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26"/>
            <p:cNvSpPr/>
            <p:nvPr/>
          </p:nvSpPr>
          <p:spPr>
            <a:xfrm>
              <a:off x="11254325" y="4016150"/>
              <a:ext cx="129875" cy="138400"/>
            </a:xfrm>
            <a:custGeom>
              <a:avLst/>
              <a:gdLst/>
              <a:ahLst/>
              <a:cxnLst/>
              <a:rect l="l" t="t" r="r" b="b"/>
              <a:pathLst>
                <a:path w="5195" h="5536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301"/>
                  </a:lnTo>
                  <a:lnTo>
                    <a:pt x="61" y="582"/>
                  </a:lnTo>
                  <a:lnTo>
                    <a:pt x="141" y="863"/>
                  </a:lnTo>
                  <a:lnTo>
                    <a:pt x="241" y="1163"/>
                  </a:lnTo>
                  <a:lnTo>
                    <a:pt x="362" y="1444"/>
                  </a:lnTo>
                  <a:lnTo>
                    <a:pt x="482" y="1745"/>
                  </a:lnTo>
                  <a:lnTo>
                    <a:pt x="763" y="2307"/>
                  </a:lnTo>
                  <a:lnTo>
                    <a:pt x="1043" y="2808"/>
                  </a:lnTo>
                  <a:lnTo>
                    <a:pt x="1304" y="3229"/>
                  </a:lnTo>
                  <a:lnTo>
                    <a:pt x="1465" y="3550"/>
                  </a:lnTo>
                  <a:lnTo>
                    <a:pt x="1525" y="3650"/>
                  </a:lnTo>
                  <a:lnTo>
                    <a:pt x="1545" y="3730"/>
                  </a:lnTo>
                  <a:lnTo>
                    <a:pt x="1545" y="3730"/>
                  </a:lnTo>
                  <a:lnTo>
                    <a:pt x="1545" y="3730"/>
                  </a:lnTo>
                  <a:lnTo>
                    <a:pt x="1545" y="3730"/>
                  </a:lnTo>
                  <a:lnTo>
                    <a:pt x="1505" y="3891"/>
                  </a:lnTo>
                  <a:lnTo>
                    <a:pt x="1425" y="4132"/>
                  </a:lnTo>
                  <a:lnTo>
                    <a:pt x="1344" y="4392"/>
                  </a:lnTo>
                  <a:lnTo>
                    <a:pt x="1304" y="4533"/>
                  </a:lnTo>
                  <a:lnTo>
                    <a:pt x="1304" y="4673"/>
                  </a:lnTo>
                  <a:lnTo>
                    <a:pt x="1304" y="4673"/>
                  </a:lnTo>
                  <a:lnTo>
                    <a:pt x="1304" y="4773"/>
                  </a:lnTo>
                  <a:lnTo>
                    <a:pt x="1324" y="4874"/>
                  </a:lnTo>
                  <a:lnTo>
                    <a:pt x="1364" y="4974"/>
                  </a:lnTo>
                  <a:lnTo>
                    <a:pt x="1425" y="5074"/>
                  </a:lnTo>
                  <a:lnTo>
                    <a:pt x="1485" y="5174"/>
                  </a:lnTo>
                  <a:lnTo>
                    <a:pt x="1585" y="5255"/>
                  </a:lnTo>
                  <a:lnTo>
                    <a:pt x="1685" y="5355"/>
                  </a:lnTo>
                  <a:lnTo>
                    <a:pt x="1826" y="5415"/>
                  </a:lnTo>
                  <a:lnTo>
                    <a:pt x="1826" y="5415"/>
                  </a:lnTo>
                  <a:lnTo>
                    <a:pt x="1946" y="5475"/>
                  </a:lnTo>
                  <a:lnTo>
                    <a:pt x="2086" y="5495"/>
                  </a:lnTo>
                  <a:lnTo>
                    <a:pt x="2227" y="5515"/>
                  </a:lnTo>
                  <a:lnTo>
                    <a:pt x="2387" y="5535"/>
                  </a:lnTo>
                  <a:lnTo>
                    <a:pt x="2387" y="5535"/>
                  </a:lnTo>
                  <a:lnTo>
                    <a:pt x="2708" y="5515"/>
                  </a:lnTo>
                  <a:lnTo>
                    <a:pt x="3029" y="5455"/>
                  </a:lnTo>
                  <a:lnTo>
                    <a:pt x="3390" y="5375"/>
                  </a:lnTo>
                  <a:lnTo>
                    <a:pt x="3771" y="5255"/>
                  </a:lnTo>
                  <a:lnTo>
                    <a:pt x="4132" y="5114"/>
                  </a:lnTo>
                  <a:lnTo>
                    <a:pt x="4493" y="4974"/>
                  </a:lnTo>
                  <a:lnTo>
                    <a:pt x="4854" y="4793"/>
                  </a:lnTo>
                  <a:lnTo>
                    <a:pt x="5195" y="4613"/>
                  </a:lnTo>
                  <a:lnTo>
                    <a:pt x="5195" y="4613"/>
                  </a:lnTo>
                  <a:lnTo>
                    <a:pt x="4814" y="4753"/>
                  </a:lnTo>
                  <a:lnTo>
                    <a:pt x="4373" y="4914"/>
                  </a:lnTo>
                  <a:lnTo>
                    <a:pt x="4132" y="4974"/>
                  </a:lnTo>
                  <a:lnTo>
                    <a:pt x="3891" y="5034"/>
                  </a:lnTo>
                  <a:lnTo>
                    <a:pt x="3671" y="5054"/>
                  </a:lnTo>
                  <a:lnTo>
                    <a:pt x="3450" y="5074"/>
                  </a:lnTo>
                  <a:lnTo>
                    <a:pt x="3450" y="5074"/>
                  </a:lnTo>
                  <a:lnTo>
                    <a:pt x="3249" y="5054"/>
                  </a:lnTo>
                  <a:lnTo>
                    <a:pt x="3089" y="5014"/>
                  </a:lnTo>
                  <a:lnTo>
                    <a:pt x="2929" y="4954"/>
                  </a:lnTo>
                  <a:lnTo>
                    <a:pt x="2808" y="4853"/>
                  </a:lnTo>
                  <a:lnTo>
                    <a:pt x="2748" y="4793"/>
                  </a:lnTo>
                  <a:lnTo>
                    <a:pt x="2708" y="4713"/>
                  </a:lnTo>
                  <a:lnTo>
                    <a:pt x="2628" y="4533"/>
                  </a:lnTo>
                  <a:lnTo>
                    <a:pt x="2588" y="4292"/>
                  </a:lnTo>
                  <a:lnTo>
                    <a:pt x="2608" y="4031"/>
                  </a:lnTo>
                  <a:lnTo>
                    <a:pt x="2608" y="4031"/>
                  </a:lnTo>
                  <a:lnTo>
                    <a:pt x="2628" y="3851"/>
                  </a:lnTo>
                  <a:lnTo>
                    <a:pt x="2668" y="3690"/>
                  </a:lnTo>
                  <a:lnTo>
                    <a:pt x="2788" y="3369"/>
                  </a:lnTo>
                  <a:lnTo>
                    <a:pt x="2828" y="3229"/>
                  </a:lnTo>
                  <a:lnTo>
                    <a:pt x="2868" y="3069"/>
                  </a:lnTo>
                  <a:lnTo>
                    <a:pt x="2868" y="2888"/>
                  </a:lnTo>
                  <a:lnTo>
                    <a:pt x="2848" y="2688"/>
                  </a:lnTo>
                  <a:lnTo>
                    <a:pt x="2848" y="2688"/>
                  </a:lnTo>
                  <a:lnTo>
                    <a:pt x="2788" y="2507"/>
                  </a:lnTo>
                  <a:lnTo>
                    <a:pt x="2648" y="2246"/>
                  </a:lnTo>
                  <a:lnTo>
                    <a:pt x="2287" y="1645"/>
                  </a:lnTo>
                  <a:lnTo>
                    <a:pt x="2106" y="1324"/>
                  </a:lnTo>
                  <a:lnTo>
                    <a:pt x="1946" y="1003"/>
                  </a:lnTo>
                  <a:lnTo>
                    <a:pt x="1806" y="722"/>
                  </a:lnTo>
                  <a:lnTo>
                    <a:pt x="1765" y="582"/>
                  </a:lnTo>
                  <a:lnTo>
                    <a:pt x="1745" y="462"/>
                  </a:lnTo>
                  <a:lnTo>
                    <a:pt x="1745" y="462"/>
                  </a:lnTo>
                  <a:lnTo>
                    <a:pt x="863" y="24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26"/>
            <p:cNvSpPr/>
            <p:nvPr/>
          </p:nvSpPr>
          <p:spPr>
            <a:xfrm>
              <a:off x="11444350" y="3986075"/>
              <a:ext cx="154950" cy="166475"/>
            </a:xfrm>
            <a:custGeom>
              <a:avLst/>
              <a:gdLst/>
              <a:ahLst/>
              <a:cxnLst/>
              <a:rect l="l" t="t" r="r" b="b"/>
              <a:pathLst>
                <a:path w="6198" h="6659" extrusionOk="0">
                  <a:moveTo>
                    <a:pt x="4853" y="0"/>
                  </a:moveTo>
                  <a:lnTo>
                    <a:pt x="4633" y="40"/>
                  </a:lnTo>
                  <a:lnTo>
                    <a:pt x="4412" y="80"/>
                  </a:lnTo>
                  <a:lnTo>
                    <a:pt x="4192" y="160"/>
                  </a:lnTo>
                  <a:lnTo>
                    <a:pt x="3971" y="261"/>
                  </a:lnTo>
                  <a:lnTo>
                    <a:pt x="3730" y="381"/>
                  </a:lnTo>
                  <a:lnTo>
                    <a:pt x="3510" y="501"/>
                  </a:lnTo>
                  <a:lnTo>
                    <a:pt x="3289" y="662"/>
                  </a:lnTo>
                  <a:lnTo>
                    <a:pt x="2828" y="983"/>
                  </a:lnTo>
                  <a:lnTo>
                    <a:pt x="2387" y="1344"/>
                  </a:lnTo>
                  <a:lnTo>
                    <a:pt x="1966" y="1745"/>
                  </a:lnTo>
                  <a:lnTo>
                    <a:pt x="1565" y="2126"/>
                  </a:lnTo>
                  <a:lnTo>
                    <a:pt x="1184" y="2527"/>
                  </a:lnTo>
                  <a:lnTo>
                    <a:pt x="562" y="3229"/>
                  </a:lnTo>
                  <a:lnTo>
                    <a:pt x="141" y="3750"/>
                  </a:lnTo>
                  <a:lnTo>
                    <a:pt x="0" y="3931"/>
                  </a:lnTo>
                  <a:lnTo>
                    <a:pt x="0" y="4933"/>
                  </a:lnTo>
                  <a:lnTo>
                    <a:pt x="181" y="5114"/>
                  </a:lnTo>
                  <a:lnTo>
                    <a:pt x="381" y="5314"/>
                  </a:lnTo>
                  <a:lnTo>
                    <a:pt x="622" y="5495"/>
                  </a:lnTo>
                  <a:lnTo>
                    <a:pt x="903" y="5696"/>
                  </a:lnTo>
                  <a:lnTo>
                    <a:pt x="1224" y="5856"/>
                  </a:lnTo>
                  <a:lnTo>
                    <a:pt x="1544" y="6036"/>
                  </a:lnTo>
                  <a:lnTo>
                    <a:pt x="1885" y="6177"/>
                  </a:lnTo>
                  <a:lnTo>
                    <a:pt x="2246" y="6317"/>
                  </a:lnTo>
                  <a:lnTo>
                    <a:pt x="2567" y="6438"/>
                  </a:lnTo>
                  <a:lnTo>
                    <a:pt x="2888" y="6518"/>
                  </a:lnTo>
                  <a:lnTo>
                    <a:pt x="3209" y="6578"/>
                  </a:lnTo>
                  <a:lnTo>
                    <a:pt x="3510" y="6638"/>
                  </a:lnTo>
                  <a:lnTo>
                    <a:pt x="3791" y="6658"/>
                  </a:lnTo>
                  <a:lnTo>
                    <a:pt x="4031" y="6658"/>
                  </a:lnTo>
                  <a:lnTo>
                    <a:pt x="4272" y="6618"/>
                  </a:lnTo>
                  <a:lnTo>
                    <a:pt x="4452" y="6538"/>
                  </a:lnTo>
                  <a:lnTo>
                    <a:pt x="4613" y="6458"/>
                  </a:lnTo>
                  <a:lnTo>
                    <a:pt x="4733" y="6357"/>
                  </a:lnTo>
                  <a:lnTo>
                    <a:pt x="4833" y="6237"/>
                  </a:lnTo>
                  <a:lnTo>
                    <a:pt x="4894" y="6117"/>
                  </a:lnTo>
                  <a:lnTo>
                    <a:pt x="4954" y="5996"/>
                  </a:lnTo>
                  <a:lnTo>
                    <a:pt x="4974" y="5876"/>
                  </a:lnTo>
                  <a:lnTo>
                    <a:pt x="4974" y="5756"/>
                  </a:lnTo>
                  <a:lnTo>
                    <a:pt x="4954" y="5635"/>
                  </a:lnTo>
                  <a:lnTo>
                    <a:pt x="4894" y="5395"/>
                  </a:lnTo>
                  <a:lnTo>
                    <a:pt x="4833" y="5174"/>
                  </a:lnTo>
                  <a:lnTo>
                    <a:pt x="4753" y="4994"/>
                  </a:lnTo>
                  <a:lnTo>
                    <a:pt x="4713" y="4853"/>
                  </a:lnTo>
                  <a:lnTo>
                    <a:pt x="4733" y="4793"/>
                  </a:lnTo>
                  <a:lnTo>
                    <a:pt x="4773" y="4713"/>
                  </a:lnTo>
                  <a:lnTo>
                    <a:pt x="4914" y="4432"/>
                  </a:lnTo>
                  <a:lnTo>
                    <a:pt x="5355" y="3630"/>
                  </a:lnTo>
                  <a:lnTo>
                    <a:pt x="5595" y="3129"/>
                  </a:lnTo>
                  <a:lnTo>
                    <a:pt x="5836" y="2587"/>
                  </a:lnTo>
                  <a:lnTo>
                    <a:pt x="5956" y="2326"/>
                  </a:lnTo>
                  <a:lnTo>
                    <a:pt x="6037" y="2066"/>
                  </a:lnTo>
                  <a:lnTo>
                    <a:pt x="6117" y="1785"/>
                  </a:lnTo>
                  <a:lnTo>
                    <a:pt x="6157" y="1524"/>
                  </a:lnTo>
                  <a:lnTo>
                    <a:pt x="6197" y="1284"/>
                  </a:lnTo>
                  <a:lnTo>
                    <a:pt x="6197" y="1063"/>
                  </a:lnTo>
                  <a:lnTo>
                    <a:pt x="6157" y="842"/>
                  </a:lnTo>
                  <a:lnTo>
                    <a:pt x="6097" y="642"/>
                  </a:lnTo>
                  <a:lnTo>
                    <a:pt x="5997" y="461"/>
                  </a:lnTo>
                  <a:lnTo>
                    <a:pt x="5856" y="301"/>
                  </a:lnTo>
                  <a:lnTo>
                    <a:pt x="5776" y="241"/>
                  </a:lnTo>
                  <a:lnTo>
                    <a:pt x="5676" y="160"/>
                  </a:lnTo>
                  <a:lnTo>
                    <a:pt x="5455" y="60"/>
                  </a:lnTo>
                  <a:lnTo>
                    <a:pt x="5255" y="20"/>
                  </a:lnTo>
                  <a:lnTo>
                    <a:pt x="5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26"/>
            <p:cNvSpPr/>
            <p:nvPr/>
          </p:nvSpPr>
          <p:spPr>
            <a:xfrm>
              <a:off x="11444350" y="3986075"/>
              <a:ext cx="154950" cy="166475"/>
            </a:xfrm>
            <a:custGeom>
              <a:avLst/>
              <a:gdLst/>
              <a:ahLst/>
              <a:cxnLst/>
              <a:rect l="l" t="t" r="r" b="b"/>
              <a:pathLst>
                <a:path w="6198" h="6659" fill="none" extrusionOk="0">
                  <a:moveTo>
                    <a:pt x="6157" y="1524"/>
                  </a:moveTo>
                  <a:lnTo>
                    <a:pt x="6157" y="1524"/>
                  </a:lnTo>
                  <a:lnTo>
                    <a:pt x="6117" y="1785"/>
                  </a:lnTo>
                  <a:lnTo>
                    <a:pt x="6037" y="2066"/>
                  </a:lnTo>
                  <a:lnTo>
                    <a:pt x="5956" y="2326"/>
                  </a:lnTo>
                  <a:lnTo>
                    <a:pt x="5836" y="2587"/>
                  </a:lnTo>
                  <a:lnTo>
                    <a:pt x="5595" y="3129"/>
                  </a:lnTo>
                  <a:lnTo>
                    <a:pt x="5355" y="3630"/>
                  </a:lnTo>
                  <a:lnTo>
                    <a:pt x="4914" y="4432"/>
                  </a:lnTo>
                  <a:lnTo>
                    <a:pt x="4773" y="4713"/>
                  </a:lnTo>
                  <a:lnTo>
                    <a:pt x="4733" y="4793"/>
                  </a:lnTo>
                  <a:lnTo>
                    <a:pt x="4713" y="4853"/>
                  </a:lnTo>
                  <a:lnTo>
                    <a:pt x="4713" y="4853"/>
                  </a:lnTo>
                  <a:lnTo>
                    <a:pt x="4753" y="4994"/>
                  </a:lnTo>
                  <a:lnTo>
                    <a:pt x="4833" y="5174"/>
                  </a:lnTo>
                  <a:lnTo>
                    <a:pt x="4894" y="5395"/>
                  </a:lnTo>
                  <a:lnTo>
                    <a:pt x="4954" y="5635"/>
                  </a:lnTo>
                  <a:lnTo>
                    <a:pt x="4974" y="5756"/>
                  </a:lnTo>
                  <a:lnTo>
                    <a:pt x="4974" y="5876"/>
                  </a:lnTo>
                  <a:lnTo>
                    <a:pt x="4954" y="5996"/>
                  </a:lnTo>
                  <a:lnTo>
                    <a:pt x="4894" y="6117"/>
                  </a:lnTo>
                  <a:lnTo>
                    <a:pt x="4833" y="6237"/>
                  </a:lnTo>
                  <a:lnTo>
                    <a:pt x="4733" y="6357"/>
                  </a:lnTo>
                  <a:lnTo>
                    <a:pt x="4613" y="6458"/>
                  </a:lnTo>
                  <a:lnTo>
                    <a:pt x="4452" y="6538"/>
                  </a:lnTo>
                  <a:lnTo>
                    <a:pt x="4452" y="6538"/>
                  </a:lnTo>
                  <a:lnTo>
                    <a:pt x="4272" y="6618"/>
                  </a:lnTo>
                  <a:lnTo>
                    <a:pt x="4031" y="6658"/>
                  </a:lnTo>
                  <a:lnTo>
                    <a:pt x="3791" y="6658"/>
                  </a:lnTo>
                  <a:lnTo>
                    <a:pt x="3510" y="6638"/>
                  </a:lnTo>
                  <a:lnTo>
                    <a:pt x="3209" y="6578"/>
                  </a:lnTo>
                  <a:lnTo>
                    <a:pt x="2888" y="6518"/>
                  </a:lnTo>
                  <a:lnTo>
                    <a:pt x="2567" y="6438"/>
                  </a:lnTo>
                  <a:lnTo>
                    <a:pt x="2246" y="6317"/>
                  </a:lnTo>
                  <a:lnTo>
                    <a:pt x="2246" y="6317"/>
                  </a:lnTo>
                  <a:lnTo>
                    <a:pt x="1885" y="6177"/>
                  </a:lnTo>
                  <a:lnTo>
                    <a:pt x="1544" y="6036"/>
                  </a:lnTo>
                  <a:lnTo>
                    <a:pt x="1224" y="5856"/>
                  </a:lnTo>
                  <a:lnTo>
                    <a:pt x="903" y="5696"/>
                  </a:lnTo>
                  <a:lnTo>
                    <a:pt x="622" y="5495"/>
                  </a:lnTo>
                  <a:lnTo>
                    <a:pt x="381" y="5314"/>
                  </a:lnTo>
                  <a:lnTo>
                    <a:pt x="181" y="5114"/>
                  </a:lnTo>
                  <a:lnTo>
                    <a:pt x="0" y="4933"/>
                  </a:lnTo>
                  <a:lnTo>
                    <a:pt x="0" y="3931"/>
                  </a:lnTo>
                  <a:lnTo>
                    <a:pt x="0" y="3931"/>
                  </a:lnTo>
                  <a:lnTo>
                    <a:pt x="141" y="3750"/>
                  </a:lnTo>
                  <a:lnTo>
                    <a:pt x="562" y="3229"/>
                  </a:lnTo>
                  <a:lnTo>
                    <a:pt x="1184" y="2527"/>
                  </a:lnTo>
                  <a:lnTo>
                    <a:pt x="1565" y="2126"/>
                  </a:lnTo>
                  <a:lnTo>
                    <a:pt x="1966" y="1745"/>
                  </a:lnTo>
                  <a:lnTo>
                    <a:pt x="2387" y="1344"/>
                  </a:lnTo>
                  <a:lnTo>
                    <a:pt x="2828" y="983"/>
                  </a:lnTo>
                  <a:lnTo>
                    <a:pt x="3289" y="662"/>
                  </a:lnTo>
                  <a:lnTo>
                    <a:pt x="3510" y="501"/>
                  </a:lnTo>
                  <a:lnTo>
                    <a:pt x="3730" y="381"/>
                  </a:lnTo>
                  <a:lnTo>
                    <a:pt x="3971" y="261"/>
                  </a:lnTo>
                  <a:lnTo>
                    <a:pt x="4192" y="160"/>
                  </a:lnTo>
                  <a:lnTo>
                    <a:pt x="4412" y="80"/>
                  </a:lnTo>
                  <a:lnTo>
                    <a:pt x="4633" y="40"/>
                  </a:lnTo>
                  <a:lnTo>
                    <a:pt x="4853" y="0"/>
                  </a:lnTo>
                  <a:lnTo>
                    <a:pt x="5054" y="0"/>
                  </a:lnTo>
                  <a:lnTo>
                    <a:pt x="5255" y="20"/>
                  </a:lnTo>
                  <a:lnTo>
                    <a:pt x="5455" y="60"/>
                  </a:lnTo>
                  <a:lnTo>
                    <a:pt x="5455" y="60"/>
                  </a:lnTo>
                  <a:lnTo>
                    <a:pt x="5676" y="160"/>
                  </a:lnTo>
                  <a:lnTo>
                    <a:pt x="5776" y="241"/>
                  </a:lnTo>
                  <a:lnTo>
                    <a:pt x="5856" y="301"/>
                  </a:lnTo>
                  <a:lnTo>
                    <a:pt x="5997" y="461"/>
                  </a:lnTo>
                  <a:lnTo>
                    <a:pt x="6097" y="642"/>
                  </a:lnTo>
                  <a:lnTo>
                    <a:pt x="6157" y="842"/>
                  </a:lnTo>
                  <a:lnTo>
                    <a:pt x="6197" y="1063"/>
                  </a:lnTo>
                  <a:lnTo>
                    <a:pt x="6197" y="1284"/>
                  </a:lnTo>
                  <a:lnTo>
                    <a:pt x="6157" y="152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26"/>
            <p:cNvSpPr/>
            <p:nvPr/>
          </p:nvSpPr>
          <p:spPr>
            <a:xfrm>
              <a:off x="11487975" y="4075800"/>
              <a:ext cx="14050" cy="35125"/>
            </a:xfrm>
            <a:custGeom>
              <a:avLst/>
              <a:gdLst/>
              <a:ahLst/>
              <a:cxnLst/>
              <a:rect l="l" t="t" r="r" b="b"/>
              <a:pathLst>
                <a:path w="562" h="1405" extrusionOk="0">
                  <a:moveTo>
                    <a:pt x="281" y="1"/>
                  </a:moveTo>
                  <a:lnTo>
                    <a:pt x="160" y="362"/>
                  </a:lnTo>
                  <a:lnTo>
                    <a:pt x="201" y="442"/>
                  </a:lnTo>
                  <a:lnTo>
                    <a:pt x="221" y="522"/>
                  </a:lnTo>
                  <a:lnTo>
                    <a:pt x="221" y="622"/>
                  </a:lnTo>
                  <a:lnTo>
                    <a:pt x="221" y="703"/>
                  </a:lnTo>
                  <a:lnTo>
                    <a:pt x="181" y="783"/>
                  </a:lnTo>
                  <a:lnTo>
                    <a:pt x="140" y="883"/>
                  </a:lnTo>
                  <a:lnTo>
                    <a:pt x="20" y="1024"/>
                  </a:lnTo>
                  <a:lnTo>
                    <a:pt x="0" y="1224"/>
                  </a:lnTo>
                  <a:lnTo>
                    <a:pt x="0" y="1405"/>
                  </a:lnTo>
                  <a:lnTo>
                    <a:pt x="140" y="1324"/>
                  </a:lnTo>
                  <a:lnTo>
                    <a:pt x="241" y="1244"/>
                  </a:lnTo>
                  <a:lnTo>
                    <a:pt x="321" y="1124"/>
                  </a:lnTo>
                  <a:lnTo>
                    <a:pt x="421" y="1024"/>
                  </a:lnTo>
                  <a:lnTo>
                    <a:pt x="481" y="883"/>
                  </a:lnTo>
                  <a:lnTo>
                    <a:pt x="521" y="743"/>
                  </a:lnTo>
                  <a:lnTo>
                    <a:pt x="562" y="622"/>
                  </a:lnTo>
                  <a:lnTo>
                    <a:pt x="562" y="482"/>
                  </a:lnTo>
                  <a:lnTo>
                    <a:pt x="521" y="342"/>
                  </a:lnTo>
                  <a:lnTo>
                    <a:pt x="481" y="241"/>
                  </a:lnTo>
                  <a:lnTo>
                    <a:pt x="421" y="141"/>
                  </a:lnTo>
                  <a:lnTo>
                    <a:pt x="361" y="61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26"/>
            <p:cNvSpPr/>
            <p:nvPr/>
          </p:nvSpPr>
          <p:spPr>
            <a:xfrm>
              <a:off x="11454375" y="4021650"/>
              <a:ext cx="144425" cy="122375"/>
            </a:xfrm>
            <a:custGeom>
              <a:avLst/>
              <a:gdLst/>
              <a:ahLst/>
              <a:cxnLst/>
              <a:rect l="l" t="t" r="r" b="b"/>
              <a:pathLst>
                <a:path w="5777" h="4895" extrusionOk="0">
                  <a:moveTo>
                    <a:pt x="5776" y="1"/>
                  </a:moveTo>
                  <a:lnTo>
                    <a:pt x="5716" y="21"/>
                  </a:lnTo>
                  <a:lnTo>
                    <a:pt x="5756" y="101"/>
                  </a:lnTo>
                  <a:lnTo>
                    <a:pt x="5776" y="1"/>
                  </a:lnTo>
                  <a:close/>
                  <a:moveTo>
                    <a:pt x="2567" y="723"/>
                  </a:moveTo>
                  <a:lnTo>
                    <a:pt x="1785" y="803"/>
                  </a:lnTo>
                  <a:lnTo>
                    <a:pt x="1003" y="863"/>
                  </a:lnTo>
                  <a:lnTo>
                    <a:pt x="622" y="1284"/>
                  </a:lnTo>
                  <a:lnTo>
                    <a:pt x="281" y="1665"/>
                  </a:lnTo>
                  <a:lnTo>
                    <a:pt x="321" y="1766"/>
                  </a:lnTo>
                  <a:lnTo>
                    <a:pt x="341" y="1906"/>
                  </a:lnTo>
                  <a:lnTo>
                    <a:pt x="361" y="2187"/>
                  </a:lnTo>
                  <a:lnTo>
                    <a:pt x="562" y="2127"/>
                  </a:lnTo>
                  <a:lnTo>
                    <a:pt x="742" y="2067"/>
                  </a:lnTo>
                  <a:lnTo>
                    <a:pt x="943" y="2046"/>
                  </a:lnTo>
                  <a:lnTo>
                    <a:pt x="1123" y="2026"/>
                  </a:lnTo>
                  <a:lnTo>
                    <a:pt x="1264" y="2046"/>
                  </a:lnTo>
                  <a:lnTo>
                    <a:pt x="1404" y="2067"/>
                  </a:lnTo>
                  <a:lnTo>
                    <a:pt x="1525" y="2107"/>
                  </a:lnTo>
                  <a:lnTo>
                    <a:pt x="1625" y="2167"/>
                  </a:lnTo>
                  <a:lnTo>
                    <a:pt x="1745" y="1906"/>
                  </a:lnTo>
                  <a:lnTo>
                    <a:pt x="1886" y="1665"/>
                  </a:lnTo>
                  <a:lnTo>
                    <a:pt x="2026" y="1425"/>
                  </a:lnTo>
                  <a:lnTo>
                    <a:pt x="2186" y="1184"/>
                  </a:lnTo>
                  <a:lnTo>
                    <a:pt x="2367" y="943"/>
                  </a:lnTo>
                  <a:lnTo>
                    <a:pt x="2567" y="723"/>
                  </a:lnTo>
                  <a:close/>
                  <a:moveTo>
                    <a:pt x="963" y="2327"/>
                  </a:moveTo>
                  <a:lnTo>
                    <a:pt x="823" y="2347"/>
                  </a:lnTo>
                  <a:lnTo>
                    <a:pt x="662" y="2367"/>
                  </a:lnTo>
                  <a:lnTo>
                    <a:pt x="361" y="2448"/>
                  </a:lnTo>
                  <a:lnTo>
                    <a:pt x="341" y="2708"/>
                  </a:lnTo>
                  <a:lnTo>
                    <a:pt x="301" y="2969"/>
                  </a:lnTo>
                  <a:lnTo>
                    <a:pt x="261" y="3230"/>
                  </a:lnTo>
                  <a:lnTo>
                    <a:pt x="181" y="3470"/>
                  </a:lnTo>
                  <a:lnTo>
                    <a:pt x="381" y="3510"/>
                  </a:lnTo>
                  <a:lnTo>
                    <a:pt x="582" y="3530"/>
                  </a:lnTo>
                  <a:lnTo>
                    <a:pt x="762" y="3510"/>
                  </a:lnTo>
                  <a:lnTo>
                    <a:pt x="963" y="3470"/>
                  </a:lnTo>
                  <a:lnTo>
                    <a:pt x="1123" y="3390"/>
                  </a:lnTo>
                  <a:lnTo>
                    <a:pt x="1284" y="3270"/>
                  </a:lnTo>
                  <a:lnTo>
                    <a:pt x="1364" y="3190"/>
                  </a:lnTo>
                  <a:lnTo>
                    <a:pt x="1404" y="2869"/>
                  </a:lnTo>
                  <a:lnTo>
                    <a:pt x="1504" y="2528"/>
                  </a:lnTo>
                  <a:lnTo>
                    <a:pt x="1424" y="2468"/>
                  </a:lnTo>
                  <a:lnTo>
                    <a:pt x="1324" y="2407"/>
                  </a:lnTo>
                  <a:lnTo>
                    <a:pt x="1224" y="2367"/>
                  </a:lnTo>
                  <a:lnTo>
                    <a:pt x="1103" y="2347"/>
                  </a:lnTo>
                  <a:lnTo>
                    <a:pt x="963" y="2327"/>
                  </a:lnTo>
                  <a:close/>
                  <a:moveTo>
                    <a:pt x="1344" y="3571"/>
                  </a:moveTo>
                  <a:lnTo>
                    <a:pt x="1204" y="3651"/>
                  </a:lnTo>
                  <a:lnTo>
                    <a:pt x="1043" y="3691"/>
                  </a:lnTo>
                  <a:lnTo>
                    <a:pt x="883" y="3711"/>
                  </a:lnTo>
                  <a:lnTo>
                    <a:pt x="722" y="3731"/>
                  </a:lnTo>
                  <a:lnTo>
                    <a:pt x="582" y="3731"/>
                  </a:lnTo>
                  <a:lnTo>
                    <a:pt x="422" y="3691"/>
                  </a:lnTo>
                  <a:lnTo>
                    <a:pt x="281" y="3671"/>
                  </a:lnTo>
                  <a:lnTo>
                    <a:pt x="141" y="3631"/>
                  </a:lnTo>
                  <a:lnTo>
                    <a:pt x="81" y="3771"/>
                  </a:lnTo>
                  <a:lnTo>
                    <a:pt x="0" y="3912"/>
                  </a:lnTo>
                  <a:lnTo>
                    <a:pt x="181" y="4052"/>
                  </a:lnTo>
                  <a:lnTo>
                    <a:pt x="381" y="4192"/>
                  </a:lnTo>
                  <a:lnTo>
                    <a:pt x="843" y="4453"/>
                  </a:lnTo>
                  <a:lnTo>
                    <a:pt x="1324" y="4694"/>
                  </a:lnTo>
                  <a:lnTo>
                    <a:pt x="1845" y="4894"/>
                  </a:lnTo>
                  <a:lnTo>
                    <a:pt x="1725" y="4734"/>
                  </a:lnTo>
                  <a:lnTo>
                    <a:pt x="1625" y="4593"/>
                  </a:lnTo>
                  <a:lnTo>
                    <a:pt x="1545" y="4433"/>
                  </a:lnTo>
                  <a:lnTo>
                    <a:pt x="1484" y="4252"/>
                  </a:lnTo>
                  <a:lnTo>
                    <a:pt x="1424" y="4092"/>
                  </a:lnTo>
                  <a:lnTo>
                    <a:pt x="1384" y="3912"/>
                  </a:lnTo>
                  <a:lnTo>
                    <a:pt x="1364" y="3751"/>
                  </a:lnTo>
                  <a:lnTo>
                    <a:pt x="1344" y="357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26"/>
            <p:cNvSpPr/>
            <p:nvPr/>
          </p:nvSpPr>
          <p:spPr>
            <a:xfrm>
              <a:off x="11454375" y="4110900"/>
              <a:ext cx="46150" cy="33125"/>
            </a:xfrm>
            <a:custGeom>
              <a:avLst/>
              <a:gdLst/>
              <a:ahLst/>
              <a:cxnLst/>
              <a:rect l="l" t="t" r="r" b="b"/>
              <a:pathLst>
                <a:path w="1846" h="1325" fill="none" extrusionOk="0">
                  <a:moveTo>
                    <a:pt x="1344" y="1"/>
                  </a:moveTo>
                  <a:lnTo>
                    <a:pt x="1344" y="1"/>
                  </a:lnTo>
                  <a:lnTo>
                    <a:pt x="1204" y="81"/>
                  </a:lnTo>
                  <a:lnTo>
                    <a:pt x="1043" y="121"/>
                  </a:lnTo>
                  <a:lnTo>
                    <a:pt x="883" y="141"/>
                  </a:lnTo>
                  <a:lnTo>
                    <a:pt x="722" y="161"/>
                  </a:lnTo>
                  <a:lnTo>
                    <a:pt x="722" y="161"/>
                  </a:lnTo>
                  <a:lnTo>
                    <a:pt x="582" y="161"/>
                  </a:lnTo>
                  <a:lnTo>
                    <a:pt x="422" y="121"/>
                  </a:lnTo>
                  <a:lnTo>
                    <a:pt x="281" y="101"/>
                  </a:lnTo>
                  <a:lnTo>
                    <a:pt x="141" y="61"/>
                  </a:lnTo>
                  <a:lnTo>
                    <a:pt x="141" y="61"/>
                  </a:lnTo>
                  <a:lnTo>
                    <a:pt x="81" y="201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181" y="482"/>
                  </a:lnTo>
                  <a:lnTo>
                    <a:pt x="381" y="622"/>
                  </a:lnTo>
                  <a:lnTo>
                    <a:pt x="843" y="883"/>
                  </a:lnTo>
                  <a:lnTo>
                    <a:pt x="1324" y="1124"/>
                  </a:lnTo>
                  <a:lnTo>
                    <a:pt x="1845" y="1324"/>
                  </a:lnTo>
                  <a:lnTo>
                    <a:pt x="1845" y="1324"/>
                  </a:lnTo>
                  <a:lnTo>
                    <a:pt x="1725" y="1164"/>
                  </a:lnTo>
                  <a:lnTo>
                    <a:pt x="1625" y="1023"/>
                  </a:lnTo>
                  <a:lnTo>
                    <a:pt x="1545" y="863"/>
                  </a:lnTo>
                  <a:lnTo>
                    <a:pt x="1484" y="682"/>
                  </a:lnTo>
                  <a:lnTo>
                    <a:pt x="1424" y="522"/>
                  </a:lnTo>
                  <a:lnTo>
                    <a:pt x="1384" y="342"/>
                  </a:lnTo>
                  <a:lnTo>
                    <a:pt x="1364" y="181"/>
                  </a:lnTo>
                  <a:lnTo>
                    <a:pt x="134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26"/>
            <p:cNvSpPr/>
            <p:nvPr/>
          </p:nvSpPr>
          <p:spPr>
            <a:xfrm>
              <a:off x="11458875" y="4079825"/>
              <a:ext cx="33125" cy="30100"/>
            </a:xfrm>
            <a:custGeom>
              <a:avLst/>
              <a:gdLst/>
              <a:ahLst/>
              <a:cxnLst/>
              <a:rect l="l" t="t" r="r" b="b"/>
              <a:pathLst>
                <a:path w="1325" h="1204" fill="none" extrusionOk="0">
                  <a:moveTo>
                    <a:pt x="783" y="0"/>
                  </a:moveTo>
                  <a:lnTo>
                    <a:pt x="783" y="0"/>
                  </a:lnTo>
                  <a:lnTo>
                    <a:pt x="643" y="20"/>
                  </a:lnTo>
                  <a:lnTo>
                    <a:pt x="482" y="40"/>
                  </a:lnTo>
                  <a:lnTo>
                    <a:pt x="181" y="121"/>
                  </a:lnTo>
                  <a:lnTo>
                    <a:pt x="181" y="121"/>
                  </a:lnTo>
                  <a:lnTo>
                    <a:pt x="161" y="381"/>
                  </a:lnTo>
                  <a:lnTo>
                    <a:pt x="121" y="642"/>
                  </a:lnTo>
                  <a:lnTo>
                    <a:pt x="81" y="903"/>
                  </a:lnTo>
                  <a:lnTo>
                    <a:pt x="1" y="1143"/>
                  </a:lnTo>
                  <a:lnTo>
                    <a:pt x="1" y="1143"/>
                  </a:lnTo>
                  <a:lnTo>
                    <a:pt x="201" y="1183"/>
                  </a:lnTo>
                  <a:lnTo>
                    <a:pt x="402" y="1203"/>
                  </a:lnTo>
                  <a:lnTo>
                    <a:pt x="402" y="1203"/>
                  </a:lnTo>
                  <a:lnTo>
                    <a:pt x="582" y="1183"/>
                  </a:lnTo>
                  <a:lnTo>
                    <a:pt x="783" y="1143"/>
                  </a:lnTo>
                  <a:lnTo>
                    <a:pt x="943" y="1063"/>
                  </a:lnTo>
                  <a:lnTo>
                    <a:pt x="1104" y="943"/>
                  </a:lnTo>
                  <a:lnTo>
                    <a:pt x="1104" y="943"/>
                  </a:lnTo>
                  <a:lnTo>
                    <a:pt x="1184" y="863"/>
                  </a:lnTo>
                  <a:lnTo>
                    <a:pt x="1184" y="863"/>
                  </a:lnTo>
                  <a:lnTo>
                    <a:pt x="1224" y="542"/>
                  </a:lnTo>
                  <a:lnTo>
                    <a:pt x="1324" y="201"/>
                  </a:lnTo>
                  <a:lnTo>
                    <a:pt x="1324" y="201"/>
                  </a:lnTo>
                  <a:lnTo>
                    <a:pt x="1244" y="141"/>
                  </a:lnTo>
                  <a:lnTo>
                    <a:pt x="1244" y="141"/>
                  </a:lnTo>
                  <a:lnTo>
                    <a:pt x="1144" y="80"/>
                  </a:lnTo>
                  <a:lnTo>
                    <a:pt x="1044" y="40"/>
                  </a:lnTo>
                  <a:lnTo>
                    <a:pt x="923" y="20"/>
                  </a:lnTo>
                  <a:lnTo>
                    <a:pt x="78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26"/>
            <p:cNvSpPr/>
            <p:nvPr/>
          </p:nvSpPr>
          <p:spPr>
            <a:xfrm>
              <a:off x="11461400" y="4039700"/>
              <a:ext cx="57175" cy="36625"/>
            </a:xfrm>
            <a:custGeom>
              <a:avLst/>
              <a:gdLst/>
              <a:ahLst/>
              <a:cxnLst/>
              <a:rect l="l" t="t" r="r" b="b"/>
              <a:pathLst>
                <a:path w="2287" h="1465" fill="none" extrusionOk="0">
                  <a:moveTo>
                    <a:pt x="2286" y="1"/>
                  </a:moveTo>
                  <a:lnTo>
                    <a:pt x="2286" y="1"/>
                  </a:lnTo>
                  <a:lnTo>
                    <a:pt x="1504" y="81"/>
                  </a:lnTo>
                  <a:lnTo>
                    <a:pt x="722" y="141"/>
                  </a:lnTo>
                  <a:lnTo>
                    <a:pt x="722" y="141"/>
                  </a:lnTo>
                  <a:lnTo>
                    <a:pt x="341" y="562"/>
                  </a:lnTo>
                  <a:lnTo>
                    <a:pt x="0" y="943"/>
                  </a:lnTo>
                  <a:lnTo>
                    <a:pt x="0" y="943"/>
                  </a:lnTo>
                  <a:lnTo>
                    <a:pt x="40" y="1044"/>
                  </a:lnTo>
                  <a:lnTo>
                    <a:pt x="60" y="1184"/>
                  </a:lnTo>
                  <a:lnTo>
                    <a:pt x="80" y="1465"/>
                  </a:lnTo>
                  <a:lnTo>
                    <a:pt x="80" y="1465"/>
                  </a:lnTo>
                  <a:lnTo>
                    <a:pt x="281" y="1405"/>
                  </a:lnTo>
                  <a:lnTo>
                    <a:pt x="461" y="1345"/>
                  </a:lnTo>
                  <a:lnTo>
                    <a:pt x="662" y="1324"/>
                  </a:lnTo>
                  <a:lnTo>
                    <a:pt x="842" y="1304"/>
                  </a:lnTo>
                  <a:lnTo>
                    <a:pt x="842" y="1304"/>
                  </a:lnTo>
                  <a:lnTo>
                    <a:pt x="983" y="1324"/>
                  </a:lnTo>
                  <a:lnTo>
                    <a:pt x="1123" y="1345"/>
                  </a:lnTo>
                  <a:lnTo>
                    <a:pt x="1244" y="1385"/>
                  </a:lnTo>
                  <a:lnTo>
                    <a:pt x="1344" y="1445"/>
                  </a:lnTo>
                  <a:lnTo>
                    <a:pt x="1344" y="1445"/>
                  </a:lnTo>
                  <a:lnTo>
                    <a:pt x="1464" y="1184"/>
                  </a:lnTo>
                  <a:lnTo>
                    <a:pt x="1605" y="943"/>
                  </a:lnTo>
                  <a:lnTo>
                    <a:pt x="1745" y="703"/>
                  </a:lnTo>
                  <a:lnTo>
                    <a:pt x="1905" y="462"/>
                  </a:lnTo>
                  <a:lnTo>
                    <a:pt x="1905" y="462"/>
                  </a:lnTo>
                  <a:lnTo>
                    <a:pt x="2086" y="221"/>
                  </a:lnTo>
                  <a:lnTo>
                    <a:pt x="228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26"/>
            <p:cNvSpPr/>
            <p:nvPr/>
          </p:nvSpPr>
          <p:spPr>
            <a:xfrm>
              <a:off x="11597250" y="4021650"/>
              <a:ext cx="1550" cy="2550"/>
            </a:xfrm>
            <a:custGeom>
              <a:avLst/>
              <a:gdLst/>
              <a:ahLst/>
              <a:cxnLst/>
              <a:rect l="l" t="t" r="r" b="b"/>
              <a:pathLst>
                <a:path w="62" h="102" fill="none" extrusionOk="0">
                  <a:moveTo>
                    <a:pt x="61" y="1"/>
                  </a:moveTo>
                  <a:lnTo>
                    <a:pt x="6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41" y="101"/>
                  </a:lnTo>
                  <a:lnTo>
                    <a:pt x="41" y="101"/>
                  </a:lnTo>
                  <a:lnTo>
                    <a:pt x="6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26"/>
            <p:cNvSpPr/>
            <p:nvPr/>
          </p:nvSpPr>
          <p:spPr>
            <a:xfrm>
              <a:off x="11457875" y="4072300"/>
              <a:ext cx="37125" cy="42650"/>
            </a:xfrm>
            <a:custGeom>
              <a:avLst/>
              <a:gdLst/>
              <a:ahLst/>
              <a:cxnLst/>
              <a:rect l="l" t="t" r="r" b="b"/>
              <a:pathLst>
                <a:path w="1485" h="1706" extrusionOk="0">
                  <a:moveTo>
                    <a:pt x="983" y="0"/>
                  </a:moveTo>
                  <a:lnTo>
                    <a:pt x="803" y="20"/>
                  </a:lnTo>
                  <a:lnTo>
                    <a:pt x="602" y="41"/>
                  </a:lnTo>
                  <a:lnTo>
                    <a:pt x="422" y="101"/>
                  </a:lnTo>
                  <a:lnTo>
                    <a:pt x="221" y="161"/>
                  </a:lnTo>
                  <a:lnTo>
                    <a:pt x="221" y="422"/>
                  </a:lnTo>
                  <a:lnTo>
                    <a:pt x="522" y="341"/>
                  </a:lnTo>
                  <a:lnTo>
                    <a:pt x="683" y="321"/>
                  </a:lnTo>
                  <a:lnTo>
                    <a:pt x="823" y="301"/>
                  </a:lnTo>
                  <a:lnTo>
                    <a:pt x="963" y="321"/>
                  </a:lnTo>
                  <a:lnTo>
                    <a:pt x="1084" y="341"/>
                  </a:lnTo>
                  <a:lnTo>
                    <a:pt x="1184" y="381"/>
                  </a:lnTo>
                  <a:lnTo>
                    <a:pt x="1284" y="442"/>
                  </a:lnTo>
                  <a:lnTo>
                    <a:pt x="1364" y="502"/>
                  </a:lnTo>
                  <a:lnTo>
                    <a:pt x="1485" y="141"/>
                  </a:lnTo>
                  <a:lnTo>
                    <a:pt x="1385" y="81"/>
                  </a:lnTo>
                  <a:lnTo>
                    <a:pt x="1264" y="41"/>
                  </a:lnTo>
                  <a:lnTo>
                    <a:pt x="1124" y="20"/>
                  </a:lnTo>
                  <a:lnTo>
                    <a:pt x="983" y="0"/>
                  </a:lnTo>
                  <a:close/>
                  <a:moveTo>
                    <a:pt x="1224" y="1164"/>
                  </a:moveTo>
                  <a:lnTo>
                    <a:pt x="1144" y="1244"/>
                  </a:lnTo>
                  <a:lnTo>
                    <a:pt x="983" y="1364"/>
                  </a:lnTo>
                  <a:lnTo>
                    <a:pt x="823" y="1444"/>
                  </a:lnTo>
                  <a:lnTo>
                    <a:pt x="622" y="1484"/>
                  </a:lnTo>
                  <a:lnTo>
                    <a:pt x="442" y="1504"/>
                  </a:lnTo>
                  <a:lnTo>
                    <a:pt x="241" y="1484"/>
                  </a:lnTo>
                  <a:lnTo>
                    <a:pt x="41" y="1444"/>
                  </a:lnTo>
                  <a:lnTo>
                    <a:pt x="1" y="1605"/>
                  </a:lnTo>
                  <a:lnTo>
                    <a:pt x="141" y="1645"/>
                  </a:lnTo>
                  <a:lnTo>
                    <a:pt x="282" y="1665"/>
                  </a:lnTo>
                  <a:lnTo>
                    <a:pt x="442" y="1705"/>
                  </a:lnTo>
                  <a:lnTo>
                    <a:pt x="582" y="1705"/>
                  </a:lnTo>
                  <a:lnTo>
                    <a:pt x="743" y="1685"/>
                  </a:lnTo>
                  <a:lnTo>
                    <a:pt x="903" y="1665"/>
                  </a:lnTo>
                  <a:lnTo>
                    <a:pt x="1064" y="1625"/>
                  </a:lnTo>
                  <a:lnTo>
                    <a:pt x="1204" y="1545"/>
                  </a:lnTo>
                  <a:lnTo>
                    <a:pt x="1204" y="1364"/>
                  </a:lnTo>
                  <a:lnTo>
                    <a:pt x="1224" y="1164"/>
                  </a:lnTo>
                  <a:close/>
                </a:path>
              </a:pathLst>
            </a:custGeom>
            <a:solidFill>
              <a:srgbClr val="424242">
                <a:alpha val="30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26"/>
            <p:cNvSpPr/>
            <p:nvPr/>
          </p:nvSpPr>
          <p:spPr>
            <a:xfrm>
              <a:off x="11457875" y="4101375"/>
              <a:ext cx="30625" cy="13575"/>
            </a:xfrm>
            <a:custGeom>
              <a:avLst/>
              <a:gdLst/>
              <a:ahLst/>
              <a:cxnLst/>
              <a:rect l="l" t="t" r="r" b="b"/>
              <a:pathLst>
                <a:path w="1225" h="543" fill="none" extrusionOk="0">
                  <a:moveTo>
                    <a:pt x="1224" y="1"/>
                  </a:moveTo>
                  <a:lnTo>
                    <a:pt x="1224" y="1"/>
                  </a:lnTo>
                  <a:lnTo>
                    <a:pt x="1144" y="81"/>
                  </a:lnTo>
                  <a:lnTo>
                    <a:pt x="1144" y="81"/>
                  </a:lnTo>
                  <a:lnTo>
                    <a:pt x="983" y="201"/>
                  </a:lnTo>
                  <a:lnTo>
                    <a:pt x="823" y="281"/>
                  </a:lnTo>
                  <a:lnTo>
                    <a:pt x="622" y="321"/>
                  </a:lnTo>
                  <a:lnTo>
                    <a:pt x="442" y="341"/>
                  </a:lnTo>
                  <a:lnTo>
                    <a:pt x="442" y="341"/>
                  </a:lnTo>
                  <a:lnTo>
                    <a:pt x="241" y="321"/>
                  </a:lnTo>
                  <a:lnTo>
                    <a:pt x="41" y="281"/>
                  </a:lnTo>
                  <a:lnTo>
                    <a:pt x="41" y="281"/>
                  </a:lnTo>
                  <a:lnTo>
                    <a:pt x="1" y="442"/>
                  </a:lnTo>
                  <a:lnTo>
                    <a:pt x="1" y="442"/>
                  </a:lnTo>
                  <a:lnTo>
                    <a:pt x="141" y="482"/>
                  </a:lnTo>
                  <a:lnTo>
                    <a:pt x="282" y="502"/>
                  </a:lnTo>
                  <a:lnTo>
                    <a:pt x="442" y="542"/>
                  </a:lnTo>
                  <a:lnTo>
                    <a:pt x="582" y="542"/>
                  </a:lnTo>
                  <a:lnTo>
                    <a:pt x="582" y="542"/>
                  </a:lnTo>
                  <a:lnTo>
                    <a:pt x="743" y="522"/>
                  </a:lnTo>
                  <a:lnTo>
                    <a:pt x="903" y="502"/>
                  </a:lnTo>
                  <a:lnTo>
                    <a:pt x="1064" y="462"/>
                  </a:lnTo>
                  <a:lnTo>
                    <a:pt x="1204" y="382"/>
                  </a:lnTo>
                  <a:lnTo>
                    <a:pt x="1204" y="382"/>
                  </a:lnTo>
                  <a:lnTo>
                    <a:pt x="1204" y="201"/>
                  </a:lnTo>
                  <a:lnTo>
                    <a:pt x="1224" y="1"/>
                  </a:lnTo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26"/>
            <p:cNvSpPr/>
            <p:nvPr/>
          </p:nvSpPr>
          <p:spPr>
            <a:xfrm>
              <a:off x="11391200" y="4053250"/>
              <a:ext cx="72225" cy="73725"/>
            </a:xfrm>
            <a:custGeom>
              <a:avLst/>
              <a:gdLst/>
              <a:ahLst/>
              <a:cxnLst/>
              <a:rect l="l" t="t" r="r" b="b"/>
              <a:pathLst>
                <a:path w="2889" h="2949" extrusionOk="0">
                  <a:moveTo>
                    <a:pt x="783" y="0"/>
                  </a:moveTo>
                  <a:lnTo>
                    <a:pt x="622" y="20"/>
                  </a:lnTo>
                  <a:lnTo>
                    <a:pt x="422" y="81"/>
                  </a:lnTo>
                  <a:lnTo>
                    <a:pt x="241" y="161"/>
                  </a:lnTo>
                  <a:lnTo>
                    <a:pt x="161" y="241"/>
                  </a:lnTo>
                  <a:lnTo>
                    <a:pt x="81" y="361"/>
                  </a:lnTo>
                  <a:lnTo>
                    <a:pt x="41" y="522"/>
                  </a:lnTo>
                  <a:lnTo>
                    <a:pt x="1" y="682"/>
                  </a:lnTo>
                  <a:lnTo>
                    <a:pt x="1" y="883"/>
                  </a:lnTo>
                  <a:lnTo>
                    <a:pt x="1" y="1083"/>
                  </a:lnTo>
                  <a:lnTo>
                    <a:pt x="1" y="1304"/>
                  </a:lnTo>
                  <a:lnTo>
                    <a:pt x="41" y="1545"/>
                  </a:lnTo>
                  <a:lnTo>
                    <a:pt x="121" y="1966"/>
                  </a:lnTo>
                  <a:lnTo>
                    <a:pt x="181" y="2186"/>
                  </a:lnTo>
                  <a:lnTo>
                    <a:pt x="241" y="2367"/>
                  </a:lnTo>
                  <a:lnTo>
                    <a:pt x="301" y="2527"/>
                  </a:lnTo>
                  <a:lnTo>
                    <a:pt x="382" y="2668"/>
                  </a:lnTo>
                  <a:lnTo>
                    <a:pt x="462" y="2788"/>
                  </a:lnTo>
                  <a:lnTo>
                    <a:pt x="542" y="2848"/>
                  </a:lnTo>
                  <a:lnTo>
                    <a:pt x="702" y="2928"/>
                  </a:lnTo>
                  <a:lnTo>
                    <a:pt x="843" y="2948"/>
                  </a:lnTo>
                  <a:lnTo>
                    <a:pt x="1104" y="2948"/>
                  </a:lnTo>
                  <a:lnTo>
                    <a:pt x="1284" y="2868"/>
                  </a:lnTo>
                  <a:lnTo>
                    <a:pt x="1384" y="2848"/>
                  </a:lnTo>
                  <a:lnTo>
                    <a:pt x="1525" y="2848"/>
                  </a:lnTo>
                  <a:lnTo>
                    <a:pt x="1605" y="2868"/>
                  </a:lnTo>
                  <a:lnTo>
                    <a:pt x="1785" y="2928"/>
                  </a:lnTo>
                  <a:lnTo>
                    <a:pt x="1906" y="2948"/>
                  </a:lnTo>
                  <a:lnTo>
                    <a:pt x="2046" y="2948"/>
                  </a:lnTo>
                  <a:lnTo>
                    <a:pt x="2207" y="2908"/>
                  </a:lnTo>
                  <a:lnTo>
                    <a:pt x="2367" y="2828"/>
                  </a:lnTo>
                  <a:lnTo>
                    <a:pt x="2447" y="2768"/>
                  </a:lnTo>
                  <a:lnTo>
                    <a:pt x="2527" y="2648"/>
                  </a:lnTo>
                  <a:lnTo>
                    <a:pt x="2608" y="2507"/>
                  </a:lnTo>
                  <a:lnTo>
                    <a:pt x="2668" y="2347"/>
                  </a:lnTo>
                  <a:lnTo>
                    <a:pt x="2728" y="2166"/>
                  </a:lnTo>
                  <a:lnTo>
                    <a:pt x="2788" y="1946"/>
                  </a:lnTo>
                  <a:lnTo>
                    <a:pt x="2868" y="1504"/>
                  </a:lnTo>
                  <a:lnTo>
                    <a:pt x="2888" y="1284"/>
                  </a:lnTo>
                  <a:lnTo>
                    <a:pt x="2888" y="1063"/>
                  </a:lnTo>
                  <a:lnTo>
                    <a:pt x="2888" y="863"/>
                  </a:lnTo>
                  <a:lnTo>
                    <a:pt x="2868" y="662"/>
                  </a:lnTo>
                  <a:lnTo>
                    <a:pt x="2848" y="502"/>
                  </a:lnTo>
                  <a:lnTo>
                    <a:pt x="2788" y="341"/>
                  </a:lnTo>
                  <a:lnTo>
                    <a:pt x="2728" y="241"/>
                  </a:lnTo>
                  <a:lnTo>
                    <a:pt x="2648" y="161"/>
                  </a:lnTo>
                  <a:lnTo>
                    <a:pt x="2527" y="101"/>
                  </a:lnTo>
                  <a:lnTo>
                    <a:pt x="2427" y="40"/>
                  </a:lnTo>
                  <a:lnTo>
                    <a:pt x="2207" y="0"/>
                  </a:lnTo>
                  <a:lnTo>
                    <a:pt x="1825" y="0"/>
                  </a:lnTo>
                  <a:lnTo>
                    <a:pt x="1605" y="60"/>
                  </a:lnTo>
                  <a:lnTo>
                    <a:pt x="1444" y="81"/>
                  </a:lnTo>
                  <a:lnTo>
                    <a:pt x="1244" y="40"/>
                  </a:lnTo>
                  <a:lnTo>
                    <a:pt x="9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26"/>
            <p:cNvSpPr/>
            <p:nvPr/>
          </p:nvSpPr>
          <p:spPr>
            <a:xfrm>
              <a:off x="11391200" y="4053250"/>
              <a:ext cx="72225" cy="73725"/>
            </a:xfrm>
            <a:custGeom>
              <a:avLst/>
              <a:gdLst/>
              <a:ahLst/>
              <a:cxnLst/>
              <a:rect l="l" t="t" r="r" b="b"/>
              <a:pathLst>
                <a:path w="2889" h="2949" fill="none" extrusionOk="0">
                  <a:moveTo>
                    <a:pt x="2367" y="2828"/>
                  </a:moveTo>
                  <a:lnTo>
                    <a:pt x="2367" y="2828"/>
                  </a:lnTo>
                  <a:lnTo>
                    <a:pt x="2207" y="2908"/>
                  </a:lnTo>
                  <a:lnTo>
                    <a:pt x="2046" y="2948"/>
                  </a:lnTo>
                  <a:lnTo>
                    <a:pt x="1906" y="2948"/>
                  </a:lnTo>
                  <a:lnTo>
                    <a:pt x="1785" y="2928"/>
                  </a:lnTo>
                  <a:lnTo>
                    <a:pt x="1785" y="2928"/>
                  </a:lnTo>
                  <a:lnTo>
                    <a:pt x="1605" y="2868"/>
                  </a:lnTo>
                  <a:lnTo>
                    <a:pt x="1525" y="2848"/>
                  </a:lnTo>
                  <a:lnTo>
                    <a:pt x="1464" y="2848"/>
                  </a:lnTo>
                  <a:lnTo>
                    <a:pt x="1464" y="2848"/>
                  </a:lnTo>
                  <a:lnTo>
                    <a:pt x="1384" y="2848"/>
                  </a:lnTo>
                  <a:lnTo>
                    <a:pt x="1284" y="2868"/>
                  </a:lnTo>
                  <a:lnTo>
                    <a:pt x="1104" y="2948"/>
                  </a:lnTo>
                  <a:lnTo>
                    <a:pt x="983" y="2948"/>
                  </a:lnTo>
                  <a:lnTo>
                    <a:pt x="843" y="2948"/>
                  </a:lnTo>
                  <a:lnTo>
                    <a:pt x="702" y="2928"/>
                  </a:lnTo>
                  <a:lnTo>
                    <a:pt x="542" y="2848"/>
                  </a:lnTo>
                  <a:lnTo>
                    <a:pt x="542" y="2848"/>
                  </a:lnTo>
                  <a:lnTo>
                    <a:pt x="462" y="2788"/>
                  </a:lnTo>
                  <a:lnTo>
                    <a:pt x="382" y="2668"/>
                  </a:lnTo>
                  <a:lnTo>
                    <a:pt x="301" y="2527"/>
                  </a:lnTo>
                  <a:lnTo>
                    <a:pt x="241" y="2367"/>
                  </a:lnTo>
                  <a:lnTo>
                    <a:pt x="181" y="2186"/>
                  </a:lnTo>
                  <a:lnTo>
                    <a:pt x="121" y="1966"/>
                  </a:lnTo>
                  <a:lnTo>
                    <a:pt x="41" y="1545"/>
                  </a:lnTo>
                  <a:lnTo>
                    <a:pt x="1" y="1304"/>
                  </a:lnTo>
                  <a:lnTo>
                    <a:pt x="1" y="1083"/>
                  </a:lnTo>
                  <a:lnTo>
                    <a:pt x="1" y="883"/>
                  </a:lnTo>
                  <a:lnTo>
                    <a:pt x="1" y="682"/>
                  </a:lnTo>
                  <a:lnTo>
                    <a:pt x="41" y="522"/>
                  </a:lnTo>
                  <a:lnTo>
                    <a:pt x="81" y="361"/>
                  </a:lnTo>
                  <a:lnTo>
                    <a:pt x="161" y="241"/>
                  </a:lnTo>
                  <a:lnTo>
                    <a:pt x="241" y="161"/>
                  </a:lnTo>
                  <a:lnTo>
                    <a:pt x="241" y="161"/>
                  </a:lnTo>
                  <a:lnTo>
                    <a:pt x="422" y="81"/>
                  </a:lnTo>
                  <a:lnTo>
                    <a:pt x="622" y="20"/>
                  </a:lnTo>
                  <a:lnTo>
                    <a:pt x="783" y="0"/>
                  </a:lnTo>
                  <a:lnTo>
                    <a:pt x="943" y="0"/>
                  </a:lnTo>
                  <a:lnTo>
                    <a:pt x="1244" y="40"/>
                  </a:lnTo>
                  <a:lnTo>
                    <a:pt x="1444" y="81"/>
                  </a:lnTo>
                  <a:lnTo>
                    <a:pt x="1444" y="81"/>
                  </a:lnTo>
                  <a:lnTo>
                    <a:pt x="1605" y="60"/>
                  </a:lnTo>
                  <a:lnTo>
                    <a:pt x="1825" y="0"/>
                  </a:lnTo>
                  <a:lnTo>
                    <a:pt x="1825" y="0"/>
                  </a:lnTo>
                  <a:lnTo>
                    <a:pt x="2006" y="0"/>
                  </a:lnTo>
                  <a:lnTo>
                    <a:pt x="2207" y="0"/>
                  </a:lnTo>
                  <a:lnTo>
                    <a:pt x="2427" y="40"/>
                  </a:lnTo>
                  <a:lnTo>
                    <a:pt x="2527" y="101"/>
                  </a:lnTo>
                  <a:lnTo>
                    <a:pt x="2648" y="161"/>
                  </a:lnTo>
                  <a:lnTo>
                    <a:pt x="2648" y="161"/>
                  </a:lnTo>
                  <a:lnTo>
                    <a:pt x="2728" y="241"/>
                  </a:lnTo>
                  <a:lnTo>
                    <a:pt x="2788" y="341"/>
                  </a:lnTo>
                  <a:lnTo>
                    <a:pt x="2848" y="502"/>
                  </a:lnTo>
                  <a:lnTo>
                    <a:pt x="2868" y="662"/>
                  </a:lnTo>
                  <a:lnTo>
                    <a:pt x="2888" y="863"/>
                  </a:lnTo>
                  <a:lnTo>
                    <a:pt x="2888" y="1063"/>
                  </a:lnTo>
                  <a:lnTo>
                    <a:pt x="2888" y="1284"/>
                  </a:lnTo>
                  <a:lnTo>
                    <a:pt x="2868" y="1504"/>
                  </a:lnTo>
                  <a:lnTo>
                    <a:pt x="2788" y="1946"/>
                  </a:lnTo>
                  <a:lnTo>
                    <a:pt x="2728" y="2166"/>
                  </a:lnTo>
                  <a:lnTo>
                    <a:pt x="2668" y="2347"/>
                  </a:lnTo>
                  <a:lnTo>
                    <a:pt x="2608" y="2507"/>
                  </a:lnTo>
                  <a:lnTo>
                    <a:pt x="2527" y="2648"/>
                  </a:lnTo>
                  <a:lnTo>
                    <a:pt x="2447" y="2768"/>
                  </a:lnTo>
                  <a:lnTo>
                    <a:pt x="2367" y="28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26"/>
            <p:cNvSpPr/>
            <p:nvPr/>
          </p:nvSpPr>
          <p:spPr>
            <a:xfrm>
              <a:off x="11391200" y="4053250"/>
              <a:ext cx="45650" cy="73725"/>
            </a:xfrm>
            <a:custGeom>
              <a:avLst/>
              <a:gdLst/>
              <a:ahLst/>
              <a:cxnLst/>
              <a:rect l="l" t="t" r="r" b="b"/>
              <a:pathLst>
                <a:path w="1826" h="2949" extrusionOk="0">
                  <a:moveTo>
                    <a:pt x="702" y="0"/>
                  </a:moveTo>
                  <a:lnTo>
                    <a:pt x="542" y="40"/>
                  </a:lnTo>
                  <a:lnTo>
                    <a:pt x="402" y="81"/>
                  </a:lnTo>
                  <a:lnTo>
                    <a:pt x="241" y="161"/>
                  </a:lnTo>
                  <a:lnTo>
                    <a:pt x="181" y="221"/>
                  </a:lnTo>
                  <a:lnTo>
                    <a:pt x="121" y="281"/>
                  </a:lnTo>
                  <a:lnTo>
                    <a:pt x="81" y="361"/>
                  </a:lnTo>
                  <a:lnTo>
                    <a:pt x="61" y="462"/>
                  </a:lnTo>
                  <a:lnTo>
                    <a:pt x="1" y="702"/>
                  </a:lnTo>
                  <a:lnTo>
                    <a:pt x="1" y="963"/>
                  </a:lnTo>
                  <a:lnTo>
                    <a:pt x="1" y="983"/>
                  </a:lnTo>
                  <a:lnTo>
                    <a:pt x="1" y="1264"/>
                  </a:lnTo>
                  <a:lnTo>
                    <a:pt x="41" y="1565"/>
                  </a:lnTo>
                  <a:lnTo>
                    <a:pt x="81" y="1845"/>
                  </a:lnTo>
                  <a:lnTo>
                    <a:pt x="161" y="2126"/>
                  </a:lnTo>
                  <a:lnTo>
                    <a:pt x="241" y="2367"/>
                  </a:lnTo>
                  <a:lnTo>
                    <a:pt x="341" y="2587"/>
                  </a:lnTo>
                  <a:lnTo>
                    <a:pt x="442" y="2748"/>
                  </a:lnTo>
                  <a:lnTo>
                    <a:pt x="502" y="2808"/>
                  </a:lnTo>
                  <a:lnTo>
                    <a:pt x="542" y="2848"/>
                  </a:lnTo>
                  <a:lnTo>
                    <a:pt x="662" y="2908"/>
                  </a:lnTo>
                  <a:lnTo>
                    <a:pt x="763" y="2928"/>
                  </a:lnTo>
                  <a:lnTo>
                    <a:pt x="843" y="2948"/>
                  </a:lnTo>
                  <a:lnTo>
                    <a:pt x="1083" y="2948"/>
                  </a:lnTo>
                  <a:lnTo>
                    <a:pt x="1224" y="2908"/>
                  </a:lnTo>
                  <a:lnTo>
                    <a:pt x="1344" y="2868"/>
                  </a:lnTo>
                  <a:lnTo>
                    <a:pt x="1464" y="2848"/>
                  </a:lnTo>
                  <a:lnTo>
                    <a:pt x="1525" y="2848"/>
                  </a:lnTo>
                  <a:lnTo>
                    <a:pt x="1605" y="2868"/>
                  </a:lnTo>
                  <a:lnTo>
                    <a:pt x="1785" y="2928"/>
                  </a:lnTo>
                  <a:lnTo>
                    <a:pt x="1725" y="2868"/>
                  </a:lnTo>
                  <a:lnTo>
                    <a:pt x="1625" y="2748"/>
                  </a:lnTo>
                  <a:lnTo>
                    <a:pt x="1525" y="2668"/>
                  </a:lnTo>
                  <a:lnTo>
                    <a:pt x="1324" y="2527"/>
                  </a:lnTo>
                  <a:lnTo>
                    <a:pt x="1244" y="2467"/>
                  </a:lnTo>
                  <a:lnTo>
                    <a:pt x="1164" y="2367"/>
                  </a:lnTo>
                  <a:lnTo>
                    <a:pt x="1083" y="2266"/>
                  </a:lnTo>
                  <a:lnTo>
                    <a:pt x="1023" y="2126"/>
                  </a:lnTo>
                  <a:lnTo>
                    <a:pt x="983" y="1966"/>
                  </a:lnTo>
                  <a:lnTo>
                    <a:pt x="943" y="1805"/>
                  </a:lnTo>
                  <a:lnTo>
                    <a:pt x="923" y="1464"/>
                  </a:lnTo>
                  <a:lnTo>
                    <a:pt x="923" y="1244"/>
                  </a:lnTo>
                  <a:lnTo>
                    <a:pt x="943" y="1043"/>
                  </a:lnTo>
                  <a:lnTo>
                    <a:pt x="1003" y="863"/>
                  </a:lnTo>
                  <a:lnTo>
                    <a:pt x="1083" y="682"/>
                  </a:lnTo>
                  <a:lnTo>
                    <a:pt x="1204" y="502"/>
                  </a:lnTo>
                  <a:lnTo>
                    <a:pt x="1324" y="361"/>
                  </a:lnTo>
                  <a:lnTo>
                    <a:pt x="1485" y="241"/>
                  </a:lnTo>
                  <a:lnTo>
                    <a:pt x="1665" y="141"/>
                  </a:lnTo>
                  <a:lnTo>
                    <a:pt x="1705" y="141"/>
                  </a:lnTo>
                  <a:lnTo>
                    <a:pt x="1765" y="121"/>
                  </a:lnTo>
                  <a:lnTo>
                    <a:pt x="1805" y="81"/>
                  </a:lnTo>
                  <a:lnTo>
                    <a:pt x="1825" y="40"/>
                  </a:lnTo>
                  <a:lnTo>
                    <a:pt x="1825" y="20"/>
                  </a:lnTo>
                  <a:lnTo>
                    <a:pt x="1825" y="0"/>
                  </a:lnTo>
                  <a:lnTo>
                    <a:pt x="1605" y="60"/>
                  </a:lnTo>
                  <a:lnTo>
                    <a:pt x="1444" y="81"/>
                  </a:lnTo>
                  <a:lnTo>
                    <a:pt x="1324" y="60"/>
                  </a:lnTo>
                  <a:lnTo>
                    <a:pt x="1184" y="40"/>
                  </a:lnTo>
                  <a:lnTo>
                    <a:pt x="1023" y="20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26"/>
            <p:cNvSpPr/>
            <p:nvPr/>
          </p:nvSpPr>
          <p:spPr>
            <a:xfrm>
              <a:off x="11391200" y="4053250"/>
              <a:ext cx="45650" cy="73725"/>
            </a:xfrm>
            <a:custGeom>
              <a:avLst/>
              <a:gdLst/>
              <a:ahLst/>
              <a:cxnLst/>
              <a:rect l="l" t="t" r="r" b="b"/>
              <a:pathLst>
                <a:path w="1826" h="2949" fill="none" extrusionOk="0">
                  <a:moveTo>
                    <a:pt x="843" y="0"/>
                  </a:moveTo>
                  <a:lnTo>
                    <a:pt x="843" y="0"/>
                  </a:lnTo>
                  <a:lnTo>
                    <a:pt x="702" y="0"/>
                  </a:lnTo>
                  <a:lnTo>
                    <a:pt x="542" y="40"/>
                  </a:lnTo>
                  <a:lnTo>
                    <a:pt x="402" y="81"/>
                  </a:lnTo>
                  <a:lnTo>
                    <a:pt x="241" y="161"/>
                  </a:lnTo>
                  <a:lnTo>
                    <a:pt x="241" y="161"/>
                  </a:lnTo>
                  <a:lnTo>
                    <a:pt x="181" y="221"/>
                  </a:lnTo>
                  <a:lnTo>
                    <a:pt x="121" y="281"/>
                  </a:lnTo>
                  <a:lnTo>
                    <a:pt x="81" y="361"/>
                  </a:lnTo>
                  <a:lnTo>
                    <a:pt x="61" y="462"/>
                  </a:lnTo>
                  <a:lnTo>
                    <a:pt x="1" y="702"/>
                  </a:lnTo>
                  <a:lnTo>
                    <a:pt x="1" y="963"/>
                  </a:lnTo>
                  <a:lnTo>
                    <a:pt x="1" y="963"/>
                  </a:lnTo>
                  <a:lnTo>
                    <a:pt x="1" y="983"/>
                  </a:lnTo>
                  <a:lnTo>
                    <a:pt x="1" y="983"/>
                  </a:lnTo>
                  <a:lnTo>
                    <a:pt x="1" y="1264"/>
                  </a:lnTo>
                  <a:lnTo>
                    <a:pt x="41" y="1565"/>
                  </a:lnTo>
                  <a:lnTo>
                    <a:pt x="81" y="1845"/>
                  </a:lnTo>
                  <a:lnTo>
                    <a:pt x="161" y="2126"/>
                  </a:lnTo>
                  <a:lnTo>
                    <a:pt x="241" y="2367"/>
                  </a:lnTo>
                  <a:lnTo>
                    <a:pt x="341" y="2587"/>
                  </a:lnTo>
                  <a:lnTo>
                    <a:pt x="442" y="2748"/>
                  </a:lnTo>
                  <a:lnTo>
                    <a:pt x="502" y="2808"/>
                  </a:lnTo>
                  <a:lnTo>
                    <a:pt x="542" y="2848"/>
                  </a:lnTo>
                  <a:lnTo>
                    <a:pt x="542" y="2848"/>
                  </a:lnTo>
                  <a:lnTo>
                    <a:pt x="662" y="2908"/>
                  </a:lnTo>
                  <a:lnTo>
                    <a:pt x="763" y="2928"/>
                  </a:lnTo>
                  <a:lnTo>
                    <a:pt x="843" y="2948"/>
                  </a:lnTo>
                  <a:lnTo>
                    <a:pt x="943" y="2948"/>
                  </a:lnTo>
                  <a:lnTo>
                    <a:pt x="943" y="2948"/>
                  </a:lnTo>
                  <a:lnTo>
                    <a:pt x="1083" y="2948"/>
                  </a:lnTo>
                  <a:lnTo>
                    <a:pt x="1224" y="2908"/>
                  </a:lnTo>
                  <a:lnTo>
                    <a:pt x="1344" y="2868"/>
                  </a:lnTo>
                  <a:lnTo>
                    <a:pt x="1464" y="2848"/>
                  </a:lnTo>
                  <a:lnTo>
                    <a:pt x="1464" y="2848"/>
                  </a:lnTo>
                  <a:lnTo>
                    <a:pt x="1525" y="2848"/>
                  </a:lnTo>
                  <a:lnTo>
                    <a:pt x="1605" y="2868"/>
                  </a:lnTo>
                  <a:lnTo>
                    <a:pt x="1785" y="2928"/>
                  </a:lnTo>
                  <a:lnTo>
                    <a:pt x="1785" y="2928"/>
                  </a:lnTo>
                  <a:lnTo>
                    <a:pt x="1725" y="2868"/>
                  </a:lnTo>
                  <a:lnTo>
                    <a:pt x="1725" y="2868"/>
                  </a:lnTo>
                  <a:lnTo>
                    <a:pt x="1625" y="2748"/>
                  </a:lnTo>
                  <a:lnTo>
                    <a:pt x="1525" y="2668"/>
                  </a:lnTo>
                  <a:lnTo>
                    <a:pt x="1324" y="2527"/>
                  </a:lnTo>
                  <a:lnTo>
                    <a:pt x="1244" y="2467"/>
                  </a:lnTo>
                  <a:lnTo>
                    <a:pt x="1164" y="2367"/>
                  </a:lnTo>
                  <a:lnTo>
                    <a:pt x="1083" y="2266"/>
                  </a:lnTo>
                  <a:lnTo>
                    <a:pt x="1023" y="2126"/>
                  </a:lnTo>
                  <a:lnTo>
                    <a:pt x="1023" y="2126"/>
                  </a:lnTo>
                  <a:lnTo>
                    <a:pt x="983" y="1966"/>
                  </a:lnTo>
                  <a:lnTo>
                    <a:pt x="943" y="1805"/>
                  </a:lnTo>
                  <a:lnTo>
                    <a:pt x="923" y="1464"/>
                  </a:lnTo>
                  <a:lnTo>
                    <a:pt x="923" y="1464"/>
                  </a:lnTo>
                  <a:lnTo>
                    <a:pt x="923" y="1244"/>
                  </a:lnTo>
                  <a:lnTo>
                    <a:pt x="943" y="1043"/>
                  </a:lnTo>
                  <a:lnTo>
                    <a:pt x="1003" y="863"/>
                  </a:lnTo>
                  <a:lnTo>
                    <a:pt x="1083" y="682"/>
                  </a:lnTo>
                  <a:lnTo>
                    <a:pt x="1204" y="502"/>
                  </a:lnTo>
                  <a:lnTo>
                    <a:pt x="1324" y="361"/>
                  </a:lnTo>
                  <a:lnTo>
                    <a:pt x="1485" y="241"/>
                  </a:lnTo>
                  <a:lnTo>
                    <a:pt x="1665" y="141"/>
                  </a:lnTo>
                  <a:lnTo>
                    <a:pt x="1665" y="141"/>
                  </a:lnTo>
                  <a:lnTo>
                    <a:pt x="1705" y="141"/>
                  </a:lnTo>
                  <a:lnTo>
                    <a:pt x="1705" y="141"/>
                  </a:lnTo>
                  <a:lnTo>
                    <a:pt x="1765" y="121"/>
                  </a:lnTo>
                  <a:lnTo>
                    <a:pt x="1805" y="81"/>
                  </a:lnTo>
                  <a:lnTo>
                    <a:pt x="1805" y="81"/>
                  </a:lnTo>
                  <a:lnTo>
                    <a:pt x="1825" y="40"/>
                  </a:lnTo>
                  <a:lnTo>
                    <a:pt x="1825" y="20"/>
                  </a:lnTo>
                  <a:lnTo>
                    <a:pt x="1825" y="0"/>
                  </a:lnTo>
                  <a:lnTo>
                    <a:pt x="1825" y="0"/>
                  </a:lnTo>
                  <a:lnTo>
                    <a:pt x="1825" y="0"/>
                  </a:lnTo>
                  <a:lnTo>
                    <a:pt x="1605" y="60"/>
                  </a:lnTo>
                  <a:lnTo>
                    <a:pt x="1444" y="81"/>
                  </a:lnTo>
                  <a:lnTo>
                    <a:pt x="1444" y="81"/>
                  </a:lnTo>
                  <a:lnTo>
                    <a:pt x="1324" y="60"/>
                  </a:lnTo>
                  <a:lnTo>
                    <a:pt x="1184" y="40"/>
                  </a:lnTo>
                  <a:lnTo>
                    <a:pt x="1023" y="20"/>
                  </a:lnTo>
                  <a:lnTo>
                    <a:pt x="84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26"/>
            <p:cNvSpPr/>
            <p:nvPr/>
          </p:nvSpPr>
          <p:spPr>
            <a:xfrm>
              <a:off x="10716375" y="4375625"/>
              <a:ext cx="540475" cy="391075"/>
            </a:xfrm>
            <a:custGeom>
              <a:avLst/>
              <a:gdLst/>
              <a:ahLst/>
              <a:cxnLst/>
              <a:rect l="l" t="t" r="r" b="b"/>
              <a:pathLst>
                <a:path w="21619" h="15643" extrusionOk="0">
                  <a:moveTo>
                    <a:pt x="5635" y="0"/>
                  </a:moveTo>
                  <a:lnTo>
                    <a:pt x="5214" y="20"/>
                  </a:lnTo>
                  <a:lnTo>
                    <a:pt x="4793" y="61"/>
                  </a:lnTo>
                  <a:lnTo>
                    <a:pt x="4392" y="121"/>
                  </a:lnTo>
                  <a:lnTo>
                    <a:pt x="4011" y="201"/>
                  </a:lnTo>
                  <a:lnTo>
                    <a:pt x="3630" y="301"/>
                  </a:lnTo>
                  <a:lnTo>
                    <a:pt x="3269" y="442"/>
                  </a:lnTo>
                  <a:lnTo>
                    <a:pt x="2908" y="582"/>
                  </a:lnTo>
                  <a:lnTo>
                    <a:pt x="2567" y="762"/>
                  </a:lnTo>
                  <a:lnTo>
                    <a:pt x="2246" y="963"/>
                  </a:lnTo>
                  <a:lnTo>
                    <a:pt x="1945" y="1164"/>
                  </a:lnTo>
                  <a:lnTo>
                    <a:pt x="1665" y="1404"/>
                  </a:lnTo>
                  <a:lnTo>
                    <a:pt x="1404" y="1665"/>
                  </a:lnTo>
                  <a:lnTo>
                    <a:pt x="1143" y="1946"/>
                  </a:lnTo>
                  <a:lnTo>
                    <a:pt x="923" y="2247"/>
                  </a:lnTo>
                  <a:lnTo>
                    <a:pt x="722" y="2567"/>
                  </a:lnTo>
                  <a:lnTo>
                    <a:pt x="542" y="2908"/>
                  </a:lnTo>
                  <a:lnTo>
                    <a:pt x="381" y="3269"/>
                  </a:lnTo>
                  <a:lnTo>
                    <a:pt x="241" y="3650"/>
                  </a:lnTo>
                  <a:lnTo>
                    <a:pt x="141" y="4051"/>
                  </a:lnTo>
                  <a:lnTo>
                    <a:pt x="60" y="4453"/>
                  </a:lnTo>
                  <a:lnTo>
                    <a:pt x="20" y="4894"/>
                  </a:lnTo>
                  <a:lnTo>
                    <a:pt x="0" y="5355"/>
                  </a:lnTo>
                  <a:lnTo>
                    <a:pt x="20" y="5816"/>
                  </a:lnTo>
                  <a:lnTo>
                    <a:pt x="80" y="6277"/>
                  </a:lnTo>
                  <a:lnTo>
                    <a:pt x="181" y="6759"/>
                  </a:lnTo>
                  <a:lnTo>
                    <a:pt x="301" y="7220"/>
                  </a:lnTo>
                  <a:lnTo>
                    <a:pt x="461" y="7681"/>
                  </a:lnTo>
                  <a:lnTo>
                    <a:pt x="662" y="8143"/>
                  </a:lnTo>
                  <a:lnTo>
                    <a:pt x="883" y="8624"/>
                  </a:lnTo>
                  <a:lnTo>
                    <a:pt x="1143" y="9065"/>
                  </a:lnTo>
                  <a:lnTo>
                    <a:pt x="1424" y="9526"/>
                  </a:lnTo>
                  <a:lnTo>
                    <a:pt x="1725" y="9968"/>
                  </a:lnTo>
                  <a:lnTo>
                    <a:pt x="2046" y="10409"/>
                  </a:lnTo>
                  <a:lnTo>
                    <a:pt x="2387" y="10830"/>
                  </a:lnTo>
                  <a:lnTo>
                    <a:pt x="2748" y="11251"/>
                  </a:lnTo>
                  <a:lnTo>
                    <a:pt x="3149" y="11652"/>
                  </a:lnTo>
                  <a:lnTo>
                    <a:pt x="3530" y="12053"/>
                  </a:lnTo>
                  <a:lnTo>
                    <a:pt x="3951" y="12434"/>
                  </a:lnTo>
                  <a:lnTo>
                    <a:pt x="4372" y="12795"/>
                  </a:lnTo>
                  <a:lnTo>
                    <a:pt x="4793" y="13136"/>
                  </a:lnTo>
                  <a:lnTo>
                    <a:pt x="5234" y="13477"/>
                  </a:lnTo>
                  <a:lnTo>
                    <a:pt x="5676" y="13778"/>
                  </a:lnTo>
                  <a:lnTo>
                    <a:pt x="6137" y="14079"/>
                  </a:lnTo>
                  <a:lnTo>
                    <a:pt x="6578" y="14339"/>
                  </a:lnTo>
                  <a:lnTo>
                    <a:pt x="7039" y="14600"/>
                  </a:lnTo>
                  <a:lnTo>
                    <a:pt x="7481" y="14821"/>
                  </a:lnTo>
                  <a:lnTo>
                    <a:pt x="7922" y="15021"/>
                  </a:lnTo>
                  <a:lnTo>
                    <a:pt x="8363" y="15202"/>
                  </a:lnTo>
                  <a:lnTo>
                    <a:pt x="8804" y="15342"/>
                  </a:lnTo>
                  <a:lnTo>
                    <a:pt x="9225" y="15462"/>
                  </a:lnTo>
                  <a:lnTo>
                    <a:pt x="9626" y="15543"/>
                  </a:lnTo>
                  <a:lnTo>
                    <a:pt x="10027" y="15603"/>
                  </a:lnTo>
                  <a:lnTo>
                    <a:pt x="10408" y="15643"/>
                  </a:lnTo>
                  <a:lnTo>
                    <a:pt x="10789" y="15643"/>
                  </a:lnTo>
                  <a:lnTo>
                    <a:pt x="11050" y="15603"/>
                  </a:lnTo>
                  <a:lnTo>
                    <a:pt x="11331" y="15563"/>
                  </a:lnTo>
                  <a:lnTo>
                    <a:pt x="11612" y="15503"/>
                  </a:lnTo>
                  <a:lnTo>
                    <a:pt x="11892" y="15442"/>
                  </a:lnTo>
                  <a:lnTo>
                    <a:pt x="12494" y="15262"/>
                  </a:lnTo>
                  <a:lnTo>
                    <a:pt x="13116" y="15021"/>
                  </a:lnTo>
                  <a:lnTo>
                    <a:pt x="13738" y="14740"/>
                  </a:lnTo>
                  <a:lnTo>
                    <a:pt x="14379" y="14420"/>
                  </a:lnTo>
                  <a:lnTo>
                    <a:pt x="15001" y="14039"/>
                  </a:lnTo>
                  <a:lnTo>
                    <a:pt x="15643" y="13637"/>
                  </a:lnTo>
                  <a:lnTo>
                    <a:pt x="16164" y="13277"/>
                  </a:lnTo>
                  <a:lnTo>
                    <a:pt x="16706" y="12895"/>
                  </a:lnTo>
                  <a:lnTo>
                    <a:pt x="17207" y="12514"/>
                  </a:lnTo>
                  <a:lnTo>
                    <a:pt x="17708" y="12093"/>
                  </a:lnTo>
                  <a:lnTo>
                    <a:pt x="18190" y="11672"/>
                  </a:lnTo>
                  <a:lnTo>
                    <a:pt x="18651" y="11251"/>
                  </a:lnTo>
                  <a:lnTo>
                    <a:pt x="19092" y="10830"/>
                  </a:lnTo>
                  <a:lnTo>
                    <a:pt x="19513" y="10389"/>
                  </a:lnTo>
                  <a:lnTo>
                    <a:pt x="19894" y="9947"/>
                  </a:lnTo>
                  <a:lnTo>
                    <a:pt x="20235" y="9526"/>
                  </a:lnTo>
                  <a:lnTo>
                    <a:pt x="20556" y="9105"/>
                  </a:lnTo>
                  <a:lnTo>
                    <a:pt x="20837" y="8684"/>
                  </a:lnTo>
                  <a:lnTo>
                    <a:pt x="21077" y="8283"/>
                  </a:lnTo>
                  <a:lnTo>
                    <a:pt x="21278" y="7902"/>
                  </a:lnTo>
                  <a:lnTo>
                    <a:pt x="21418" y="7521"/>
                  </a:lnTo>
                  <a:lnTo>
                    <a:pt x="21519" y="7180"/>
                  </a:lnTo>
                  <a:lnTo>
                    <a:pt x="21579" y="6779"/>
                  </a:lnTo>
                  <a:lnTo>
                    <a:pt x="21619" y="6398"/>
                  </a:lnTo>
                  <a:lnTo>
                    <a:pt x="21619" y="6037"/>
                  </a:lnTo>
                  <a:lnTo>
                    <a:pt x="21599" y="5676"/>
                  </a:lnTo>
                  <a:lnTo>
                    <a:pt x="21539" y="5315"/>
                  </a:lnTo>
                  <a:lnTo>
                    <a:pt x="21458" y="4954"/>
                  </a:lnTo>
                  <a:lnTo>
                    <a:pt x="21358" y="4613"/>
                  </a:lnTo>
                  <a:lnTo>
                    <a:pt x="21238" y="4292"/>
                  </a:lnTo>
                  <a:lnTo>
                    <a:pt x="21077" y="3951"/>
                  </a:lnTo>
                  <a:lnTo>
                    <a:pt x="20917" y="3650"/>
                  </a:lnTo>
                  <a:lnTo>
                    <a:pt x="20737" y="3350"/>
                  </a:lnTo>
                  <a:lnTo>
                    <a:pt x="20536" y="3049"/>
                  </a:lnTo>
                  <a:lnTo>
                    <a:pt x="20315" y="2768"/>
                  </a:lnTo>
                  <a:lnTo>
                    <a:pt x="20095" y="2487"/>
                  </a:lnTo>
                  <a:lnTo>
                    <a:pt x="19854" y="2226"/>
                  </a:lnTo>
                  <a:lnTo>
                    <a:pt x="19593" y="1986"/>
                  </a:lnTo>
                  <a:lnTo>
                    <a:pt x="19333" y="1745"/>
                  </a:lnTo>
                  <a:lnTo>
                    <a:pt x="19072" y="1525"/>
                  </a:lnTo>
                  <a:lnTo>
                    <a:pt x="18791" y="1324"/>
                  </a:lnTo>
                  <a:lnTo>
                    <a:pt x="18510" y="1123"/>
                  </a:lnTo>
                  <a:lnTo>
                    <a:pt x="18230" y="943"/>
                  </a:lnTo>
                  <a:lnTo>
                    <a:pt x="17949" y="783"/>
                  </a:lnTo>
                  <a:lnTo>
                    <a:pt x="17668" y="642"/>
                  </a:lnTo>
                  <a:lnTo>
                    <a:pt x="17387" y="502"/>
                  </a:lnTo>
                  <a:lnTo>
                    <a:pt x="17127" y="381"/>
                  </a:lnTo>
                  <a:lnTo>
                    <a:pt x="16846" y="281"/>
                  </a:lnTo>
                  <a:lnTo>
                    <a:pt x="16585" y="201"/>
                  </a:lnTo>
                  <a:lnTo>
                    <a:pt x="16325" y="141"/>
                  </a:lnTo>
                  <a:lnTo>
                    <a:pt x="16084" y="101"/>
                  </a:lnTo>
                  <a:lnTo>
                    <a:pt x="15863" y="81"/>
                  </a:lnTo>
                  <a:lnTo>
                    <a:pt x="15643" y="61"/>
                  </a:lnTo>
                  <a:lnTo>
                    <a:pt x="15442" y="81"/>
                  </a:lnTo>
                  <a:lnTo>
                    <a:pt x="15101" y="121"/>
                  </a:lnTo>
                  <a:lnTo>
                    <a:pt x="14800" y="201"/>
                  </a:lnTo>
                  <a:lnTo>
                    <a:pt x="14480" y="321"/>
                  </a:lnTo>
                  <a:lnTo>
                    <a:pt x="14179" y="442"/>
                  </a:lnTo>
                  <a:lnTo>
                    <a:pt x="13898" y="602"/>
                  </a:lnTo>
                  <a:lnTo>
                    <a:pt x="13617" y="742"/>
                  </a:lnTo>
                  <a:lnTo>
                    <a:pt x="13076" y="1063"/>
                  </a:lnTo>
                  <a:lnTo>
                    <a:pt x="12815" y="1204"/>
                  </a:lnTo>
                  <a:lnTo>
                    <a:pt x="12554" y="1344"/>
                  </a:lnTo>
                  <a:lnTo>
                    <a:pt x="12274" y="1464"/>
                  </a:lnTo>
                  <a:lnTo>
                    <a:pt x="11993" y="1545"/>
                  </a:lnTo>
                  <a:lnTo>
                    <a:pt x="11712" y="1605"/>
                  </a:lnTo>
                  <a:lnTo>
                    <a:pt x="11431" y="1625"/>
                  </a:lnTo>
                  <a:lnTo>
                    <a:pt x="11110" y="1605"/>
                  </a:lnTo>
                  <a:lnTo>
                    <a:pt x="10789" y="1545"/>
                  </a:lnTo>
                  <a:lnTo>
                    <a:pt x="10429" y="1404"/>
                  </a:lnTo>
                  <a:lnTo>
                    <a:pt x="10068" y="1224"/>
                  </a:lnTo>
                  <a:lnTo>
                    <a:pt x="9626" y="983"/>
                  </a:lnTo>
                  <a:lnTo>
                    <a:pt x="9165" y="783"/>
                  </a:lnTo>
                  <a:lnTo>
                    <a:pt x="8724" y="602"/>
                  </a:lnTo>
                  <a:lnTo>
                    <a:pt x="8263" y="442"/>
                  </a:lnTo>
                  <a:lnTo>
                    <a:pt x="7821" y="301"/>
                  </a:lnTo>
                  <a:lnTo>
                    <a:pt x="7380" y="201"/>
                  </a:lnTo>
                  <a:lnTo>
                    <a:pt x="6939" y="101"/>
                  </a:lnTo>
                  <a:lnTo>
                    <a:pt x="6498" y="41"/>
                  </a:lnTo>
                  <a:lnTo>
                    <a:pt x="6057" y="20"/>
                  </a:lnTo>
                  <a:lnTo>
                    <a:pt x="56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26"/>
            <p:cNvSpPr/>
            <p:nvPr/>
          </p:nvSpPr>
          <p:spPr>
            <a:xfrm>
              <a:off x="10716375" y="4375625"/>
              <a:ext cx="540475" cy="391075"/>
            </a:xfrm>
            <a:custGeom>
              <a:avLst/>
              <a:gdLst/>
              <a:ahLst/>
              <a:cxnLst/>
              <a:rect l="l" t="t" r="r" b="b"/>
              <a:pathLst>
                <a:path w="21619" h="15643" fill="none" extrusionOk="0">
                  <a:moveTo>
                    <a:pt x="21519" y="7180"/>
                  </a:moveTo>
                  <a:lnTo>
                    <a:pt x="21519" y="7180"/>
                  </a:lnTo>
                  <a:lnTo>
                    <a:pt x="21418" y="7521"/>
                  </a:lnTo>
                  <a:lnTo>
                    <a:pt x="21278" y="7902"/>
                  </a:lnTo>
                  <a:lnTo>
                    <a:pt x="21077" y="8283"/>
                  </a:lnTo>
                  <a:lnTo>
                    <a:pt x="20837" y="8684"/>
                  </a:lnTo>
                  <a:lnTo>
                    <a:pt x="20556" y="9105"/>
                  </a:lnTo>
                  <a:lnTo>
                    <a:pt x="20235" y="9526"/>
                  </a:lnTo>
                  <a:lnTo>
                    <a:pt x="19894" y="9947"/>
                  </a:lnTo>
                  <a:lnTo>
                    <a:pt x="19513" y="10389"/>
                  </a:lnTo>
                  <a:lnTo>
                    <a:pt x="19092" y="10830"/>
                  </a:lnTo>
                  <a:lnTo>
                    <a:pt x="18651" y="11251"/>
                  </a:lnTo>
                  <a:lnTo>
                    <a:pt x="18190" y="11672"/>
                  </a:lnTo>
                  <a:lnTo>
                    <a:pt x="17708" y="12093"/>
                  </a:lnTo>
                  <a:lnTo>
                    <a:pt x="17207" y="12514"/>
                  </a:lnTo>
                  <a:lnTo>
                    <a:pt x="16706" y="12895"/>
                  </a:lnTo>
                  <a:lnTo>
                    <a:pt x="16164" y="13277"/>
                  </a:lnTo>
                  <a:lnTo>
                    <a:pt x="15643" y="13637"/>
                  </a:lnTo>
                  <a:lnTo>
                    <a:pt x="15643" y="13637"/>
                  </a:lnTo>
                  <a:lnTo>
                    <a:pt x="15001" y="14039"/>
                  </a:lnTo>
                  <a:lnTo>
                    <a:pt x="14379" y="14420"/>
                  </a:lnTo>
                  <a:lnTo>
                    <a:pt x="13738" y="14740"/>
                  </a:lnTo>
                  <a:lnTo>
                    <a:pt x="13116" y="15021"/>
                  </a:lnTo>
                  <a:lnTo>
                    <a:pt x="12494" y="15262"/>
                  </a:lnTo>
                  <a:lnTo>
                    <a:pt x="11892" y="15442"/>
                  </a:lnTo>
                  <a:lnTo>
                    <a:pt x="11612" y="15503"/>
                  </a:lnTo>
                  <a:lnTo>
                    <a:pt x="11331" y="15563"/>
                  </a:lnTo>
                  <a:lnTo>
                    <a:pt x="11050" y="15603"/>
                  </a:lnTo>
                  <a:lnTo>
                    <a:pt x="10789" y="15643"/>
                  </a:lnTo>
                  <a:lnTo>
                    <a:pt x="10789" y="15643"/>
                  </a:lnTo>
                  <a:lnTo>
                    <a:pt x="10408" y="15643"/>
                  </a:lnTo>
                  <a:lnTo>
                    <a:pt x="10027" y="15603"/>
                  </a:lnTo>
                  <a:lnTo>
                    <a:pt x="9626" y="15543"/>
                  </a:lnTo>
                  <a:lnTo>
                    <a:pt x="9225" y="15462"/>
                  </a:lnTo>
                  <a:lnTo>
                    <a:pt x="8804" y="15342"/>
                  </a:lnTo>
                  <a:lnTo>
                    <a:pt x="8363" y="15202"/>
                  </a:lnTo>
                  <a:lnTo>
                    <a:pt x="7922" y="15021"/>
                  </a:lnTo>
                  <a:lnTo>
                    <a:pt x="7481" y="14821"/>
                  </a:lnTo>
                  <a:lnTo>
                    <a:pt x="7039" y="14600"/>
                  </a:lnTo>
                  <a:lnTo>
                    <a:pt x="6578" y="14339"/>
                  </a:lnTo>
                  <a:lnTo>
                    <a:pt x="6137" y="14079"/>
                  </a:lnTo>
                  <a:lnTo>
                    <a:pt x="5676" y="13778"/>
                  </a:lnTo>
                  <a:lnTo>
                    <a:pt x="5234" y="13477"/>
                  </a:lnTo>
                  <a:lnTo>
                    <a:pt x="4793" y="13136"/>
                  </a:lnTo>
                  <a:lnTo>
                    <a:pt x="4372" y="12795"/>
                  </a:lnTo>
                  <a:lnTo>
                    <a:pt x="3951" y="12434"/>
                  </a:lnTo>
                  <a:lnTo>
                    <a:pt x="3530" y="12053"/>
                  </a:lnTo>
                  <a:lnTo>
                    <a:pt x="3149" y="11652"/>
                  </a:lnTo>
                  <a:lnTo>
                    <a:pt x="2748" y="11251"/>
                  </a:lnTo>
                  <a:lnTo>
                    <a:pt x="2387" y="10830"/>
                  </a:lnTo>
                  <a:lnTo>
                    <a:pt x="2046" y="10409"/>
                  </a:lnTo>
                  <a:lnTo>
                    <a:pt x="1725" y="9968"/>
                  </a:lnTo>
                  <a:lnTo>
                    <a:pt x="1424" y="9526"/>
                  </a:lnTo>
                  <a:lnTo>
                    <a:pt x="1143" y="9065"/>
                  </a:lnTo>
                  <a:lnTo>
                    <a:pt x="883" y="8624"/>
                  </a:lnTo>
                  <a:lnTo>
                    <a:pt x="662" y="8143"/>
                  </a:lnTo>
                  <a:lnTo>
                    <a:pt x="461" y="7681"/>
                  </a:lnTo>
                  <a:lnTo>
                    <a:pt x="301" y="7220"/>
                  </a:lnTo>
                  <a:lnTo>
                    <a:pt x="181" y="6759"/>
                  </a:lnTo>
                  <a:lnTo>
                    <a:pt x="80" y="6277"/>
                  </a:lnTo>
                  <a:lnTo>
                    <a:pt x="20" y="5816"/>
                  </a:lnTo>
                  <a:lnTo>
                    <a:pt x="0" y="5355"/>
                  </a:lnTo>
                  <a:lnTo>
                    <a:pt x="0" y="5355"/>
                  </a:lnTo>
                  <a:lnTo>
                    <a:pt x="20" y="4894"/>
                  </a:lnTo>
                  <a:lnTo>
                    <a:pt x="60" y="4453"/>
                  </a:lnTo>
                  <a:lnTo>
                    <a:pt x="141" y="4051"/>
                  </a:lnTo>
                  <a:lnTo>
                    <a:pt x="241" y="3650"/>
                  </a:lnTo>
                  <a:lnTo>
                    <a:pt x="381" y="3269"/>
                  </a:lnTo>
                  <a:lnTo>
                    <a:pt x="542" y="2908"/>
                  </a:lnTo>
                  <a:lnTo>
                    <a:pt x="722" y="2567"/>
                  </a:lnTo>
                  <a:lnTo>
                    <a:pt x="923" y="2247"/>
                  </a:lnTo>
                  <a:lnTo>
                    <a:pt x="1143" y="1946"/>
                  </a:lnTo>
                  <a:lnTo>
                    <a:pt x="1404" y="1665"/>
                  </a:lnTo>
                  <a:lnTo>
                    <a:pt x="1665" y="1404"/>
                  </a:lnTo>
                  <a:lnTo>
                    <a:pt x="1945" y="1164"/>
                  </a:lnTo>
                  <a:lnTo>
                    <a:pt x="2246" y="963"/>
                  </a:lnTo>
                  <a:lnTo>
                    <a:pt x="2567" y="762"/>
                  </a:lnTo>
                  <a:lnTo>
                    <a:pt x="2908" y="582"/>
                  </a:lnTo>
                  <a:lnTo>
                    <a:pt x="3269" y="442"/>
                  </a:lnTo>
                  <a:lnTo>
                    <a:pt x="3630" y="301"/>
                  </a:lnTo>
                  <a:lnTo>
                    <a:pt x="4011" y="201"/>
                  </a:lnTo>
                  <a:lnTo>
                    <a:pt x="4392" y="121"/>
                  </a:lnTo>
                  <a:lnTo>
                    <a:pt x="4793" y="61"/>
                  </a:lnTo>
                  <a:lnTo>
                    <a:pt x="5214" y="20"/>
                  </a:lnTo>
                  <a:lnTo>
                    <a:pt x="5635" y="0"/>
                  </a:lnTo>
                  <a:lnTo>
                    <a:pt x="6057" y="20"/>
                  </a:lnTo>
                  <a:lnTo>
                    <a:pt x="6498" y="41"/>
                  </a:lnTo>
                  <a:lnTo>
                    <a:pt x="6939" y="101"/>
                  </a:lnTo>
                  <a:lnTo>
                    <a:pt x="7380" y="201"/>
                  </a:lnTo>
                  <a:lnTo>
                    <a:pt x="7821" y="301"/>
                  </a:lnTo>
                  <a:lnTo>
                    <a:pt x="8263" y="442"/>
                  </a:lnTo>
                  <a:lnTo>
                    <a:pt x="8724" y="602"/>
                  </a:lnTo>
                  <a:lnTo>
                    <a:pt x="9165" y="783"/>
                  </a:lnTo>
                  <a:lnTo>
                    <a:pt x="9626" y="983"/>
                  </a:lnTo>
                  <a:lnTo>
                    <a:pt x="10068" y="1224"/>
                  </a:lnTo>
                  <a:lnTo>
                    <a:pt x="10068" y="1224"/>
                  </a:lnTo>
                  <a:lnTo>
                    <a:pt x="10429" y="1404"/>
                  </a:lnTo>
                  <a:lnTo>
                    <a:pt x="10789" y="1545"/>
                  </a:lnTo>
                  <a:lnTo>
                    <a:pt x="11110" y="1605"/>
                  </a:lnTo>
                  <a:lnTo>
                    <a:pt x="11431" y="1625"/>
                  </a:lnTo>
                  <a:lnTo>
                    <a:pt x="11712" y="1605"/>
                  </a:lnTo>
                  <a:lnTo>
                    <a:pt x="11993" y="1545"/>
                  </a:lnTo>
                  <a:lnTo>
                    <a:pt x="12274" y="1464"/>
                  </a:lnTo>
                  <a:lnTo>
                    <a:pt x="12554" y="1344"/>
                  </a:lnTo>
                  <a:lnTo>
                    <a:pt x="12815" y="1204"/>
                  </a:lnTo>
                  <a:lnTo>
                    <a:pt x="13076" y="1063"/>
                  </a:lnTo>
                  <a:lnTo>
                    <a:pt x="13617" y="742"/>
                  </a:lnTo>
                  <a:lnTo>
                    <a:pt x="13898" y="602"/>
                  </a:lnTo>
                  <a:lnTo>
                    <a:pt x="14179" y="442"/>
                  </a:lnTo>
                  <a:lnTo>
                    <a:pt x="14480" y="321"/>
                  </a:lnTo>
                  <a:lnTo>
                    <a:pt x="14800" y="201"/>
                  </a:lnTo>
                  <a:lnTo>
                    <a:pt x="14800" y="201"/>
                  </a:lnTo>
                  <a:lnTo>
                    <a:pt x="15101" y="121"/>
                  </a:lnTo>
                  <a:lnTo>
                    <a:pt x="15442" y="81"/>
                  </a:lnTo>
                  <a:lnTo>
                    <a:pt x="15442" y="81"/>
                  </a:lnTo>
                  <a:lnTo>
                    <a:pt x="15643" y="61"/>
                  </a:lnTo>
                  <a:lnTo>
                    <a:pt x="15863" y="81"/>
                  </a:lnTo>
                  <a:lnTo>
                    <a:pt x="16084" y="101"/>
                  </a:lnTo>
                  <a:lnTo>
                    <a:pt x="16325" y="141"/>
                  </a:lnTo>
                  <a:lnTo>
                    <a:pt x="16585" y="201"/>
                  </a:lnTo>
                  <a:lnTo>
                    <a:pt x="16846" y="281"/>
                  </a:lnTo>
                  <a:lnTo>
                    <a:pt x="17127" y="381"/>
                  </a:lnTo>
                  <a:lnTo>
                    <a:pt x="17387" y="502"/>
                  </a:lnTo>
                  <a:lnTo>
                    <a:pt x="17668" y="642"/>
                  </a:lnTo>
                  <a:lnTo>
                    <a:pt x="17949" y="783"/>
                  </a:lnTo>
                  <a:lnTo>
                    <a:pt x="18230" y="943"/>
                  </a:lnTo>
                  <a:lnTo>
                    <a:pt x="18510" y="1123"/>
                  </a:lnTo>
                  <a:lnTo>
                    <a:pt x="18791" y="1324"/>
                  </a:lnTo>
                  <a:lnTo>
                    <a:pt x="19072" y="1525"/>
                  </a:lnTo>
                  <a:lnTo>
                    <a:pt x="19333" y="1745"/>
                  </a:lnTo>
                  <a:lnTo>
                    <a:pt x="19593" y="1986"/>
                  </a:lnTo>
                  <a:lnTo>
                    <a:pt x="19854" y="2226"/>
                  </a:lnTo>
                  <a:lnTo>
                    <a:pt x="20095" y="2487"/>
                  </a:lnTo>
                  <a:lnTo>
                    <a:pt x="20315" y="2768"/>
                  </a:lnTo>
                  <a:lnTo>
                    <a:pt x="20536" y="3049"/>
                  </a:lnTo>
                  <a:lnTo>
                    <a:pt x="20737" y="3350"/>
                  </a:lnTo>
                  <a:lnTo>
                    <a:pt x="20917" y="3650"/>
                  </a:lnTo>
                  <a:lnTo>
                    <a:pt x="21077" y="3951"/>
                  </a:lnTo>
                  <a:lnTo>
                    <a:pt x="21238" y="4292"/>
                  </a:lnTo>
                  <a:lnTo>
                    <a:pt x="21358" y="4613"/>
                  </a:lnTo>
                  <a:lnTo>
                    <a:pt x="21458" y="4954"/>
                  </a:lnTo>
                  <a:lnTo>
                    <a:pt x="21539" y="5315"/>
                  </a:lnTo>
                  <a:lnTo>
                    <a:pt x="21599" y="5676"/>
                  </a:lnTo>
                  <a:lnTo>
                    <a:pt x="21619" y="6037"/>
                  </a:lnTo>
                  <a:lnTo>
                    <a:pt x="21619" y="6398"/>
                  </a:lnTo>
                  <a:lnTo>
                    <a:pt x="21579" y="6779"/>
                  </a:lnTo>
                  <a:lnTo>
                    <a:pt x="21519" y="718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26"/>
            <p:cNvSpPr/>
            <p:nvPr/>
          </p:nvSpPr>
          <p:spPr>
            <a:xfrm>
              <a:off x="10747950" y="4450325"/>
              <a:ext cx="223625" cy="276775"/>
            </a:xfrm>
            <a:custGeom>
              <a:avLst/>
              <a:gdLst/>
              <a:ahLst/>
              <a:cxnLst/>
              <a:rect l="l" t="t" r="r" b="b"/>
              <a:pathLst>
                <a:path w="8945" h="11071" extrusionOk="0">
                  <a:moveTo>
                    <a:pt x="2527" y="1"/>
                  </a:moveTo>
                  <a:lnTo>
                    <a:pt x="2287" y="21"/>
                  </a:lnTo>
                  <a:lnTo>
                    <a:pt x="2066" y="81"/>
                  </a:lnTo>
                  <a:lnTo>
                    <a:pt x="1826" y="141"/>
                  </a:lnTo>
                  <a:lnTo>
                    <a:pt x="1585" y="221"/>
                  </a:lnTo>
                  <a:lnTo>
                    <a:pt x="1364" y="321"/>
                  </a:lnTo>
                  <a:lnTo>
                    <a:pt x="1144" y="422"/>
                  </a:lnTo>
                  <a:lnTo>
                    <a:pt x="963" y="542"/>
                  </a:lnTo>
                  <a:lnTo>
                    <a:pt x="783" y="662"/>
                  </a:lnTo>
                  <a:lnTo>
                    <a:pt x="642" y="803"/>
                  </a:lnTo>
                  <a:lnTo>
                    <a:pt x="502" y="963"/>
                  </a:lnTo>
                  <a:lnTo>
                    <a:pt x="382" y="1124"/>
                  </a:lnTo>
                  <a:lnTo>
                    <a:pt x="281" y="1284"/>
                  </a:lnTo>
                  <a:lnTo>
                    <a:pt x="201" y="1444"/>
                  </a:lnTo>
                  <a:lnTo>
                    <a:pt x="121" y="1625"/>
                  </a:lnTo>
                  <a:lnTo>
                    <a:pt x="81" y="1825"/>
                  </a:lnTo>
                  <a:lnTo>
                    <a:pt x="41" y="2006"/>
                  </a:lnTo>
                  <a:lnTo>
                    <a:pt x="21" y="2207"/>
                  </a:lnTo>
                  <a:lnTo>
                    <a:pt x="1" y="2427"/>
                  </a:lnTo>
                  <a:lnTo>
                    <a:pt x="1" y="2628"/>
                  </a:lnTo>
                  <a:lnTo>
                    <a:pt x="21" y="2848"/>
                  </a:lnTo>
                  <a:lnTo>
                    <a:pt x="101" y="3289"/>
                  </a:lnTo>
                  <a:lnTo>
                    <a:pt x="221" y="3751"/>
                  </a:lnTo>
                  <a:lnTo>
                    <a:pt x="402" y="4232"/>
                  </a:lnTo>
                  <a:lnTo>
                    <a:pt x="602" y="4713"/>
                  </a:lnTo>
                  <a:lnTo>
                    <a:pt x="843" y="5195"/>
                  </a:lnTo>
                  <a:lnTo>
                    <a:pt x="1144" y="5696"/>
                  </a:lnTo>
                  <a:lnTo>
                    <a:pt x="1445" y="6177"/>
                  </a:lnTo>
                  <a:lnTo>
                    <a:pt x="1806" y="6659"/>
                  </a:lnTo>
                  <a:lnTo>
                    <a:pt x="2166" y="7140"/>
                  </a:lnTo>
                  <a:lnTo>
                    <a:pt x="2568" y="7601"/>
                  </a:lnTo>
                  <a:lnTo>
                    <a:pt x="2969" y="8042"/>
                  </a:lnTo>
                  <a:lnTo>
                    <a:pt x="3390" y="8484"/>
                  </a:lnTo>
                  <a:lnTo>
                    <a:pt x="3831" y="8885"/>
                  </a:lnTo>
                  <a:lnTo>
                    <a:pt x="4272" y="9266"/>
                  </a:lnTo>
                  <a:lnTo>
                    <a:pt x="4733" y="9627"/>
                  </a:lnTo>
                  <a:lnTo>
                    <a:pt x="5195" y="9948"/>
                  </a:lnTo>
                  <a:lnTo>
                    <a:pt x="5636" y="10248"/>
                  </a:lnTo>
                  <a:lnTo>
                    <a:pt x="6077" y="10489"/>
                  </a:lnTo>
                  <a:lnTo>
                    <a:pt x="6518" y="10710"/>
                  </a:lnTo>
                  <a:lnTo>
                    <a:pt x="6939" y="10870"/>
                  </a:lnTo>
                  <a:lnTo>
                    <a:pt x="7361" y="10990"/>
                  </a:lnTo>
                  <a:lnTo>
                    <a:pt x="7561" y="11031"/>
                  </a:lnTo>
                  <a:lnTo>
                    <a:pt x="7762" y="11051"/>
                  </a:lnTo>
                  <a:lnTo>
                    <a:pt x="7942" y="11071"/>
                  </a:lnTo>
                  <a:lnTo>
                    <a:pt x="8123" y="11071"/>
                  </a:lnTo>
                  <a:lnTo>
                    <a:pt x="8303" y="11051"/>
                  </a:lnTo>
                  <a:lnTo>
                    <a:pt x="8464" y="11031"/>
                  </a:lnTo>
                  <a:lnTo>
                    <a:pt x="8544" y="10990"/>
                  </a:lnTo>
                  <a:lnTo>
                    <a:pt x="8624" y="10950"/>
                  </a:lnTo>
                  <a:lnTo>
                    <a:pt x="8684" y="10890"/>
                  </a:lnTo>
                  <a:lnTo>
                    <a:pt x="8744" y="10810"/>
                  </a:lnTo>
                  <a:lnTo>
                    <a:pt x="8805" y="10710"/>
                  </a:lnTo>
                  <a:lnTo>
                    <a:pt x="8845" y="10609"/>
                  </a:lnTo>
                  <a:lnTo>
                    <a:pt x="8905" y="10349"/>
                  </a:lnTo>
                  <a:lnTo>
                    <a:pt x="8945" y="10048"/>
                  </a:lnTo>
                  <a:lnTo>
                    <a:pt x="8945" y="9707"/>
                  </a:lnTo>
                  <a:lnTo>
                    <a:pt x="8925" y="9306"/>
                  </a:lnTo>
                  <a:lnTo>
                    <a:pt x="8885" y="8885"/>
                  </a:lnTo>
                  <a:lnTo>
                    <a:pt x="8805" y="8423"/>
                  </a:lnTo>
                  <a:lnTo>
                    <a:pt x="8704" y="7942"/>
                  </a:lnTo>
                  <a:lnTo>
                    <a:pt x="8584" y="7421"/>
                  </a:lnTo>
                  <a:lnTo>
                    <a:pt x="8444" y="6899"/>
                  </a:lnTo>
                  <a:lnTo>
                    <a:pt x="8263" y="6358"/>
                  </a:lnTo>
                  <a:lnTo>
                    <a:pt x="8063" y="5816"/>
                  </a:lnTo>
                  <a:lnTo>
                    <a:pt x="7862" y="5275"/>
                  </a:lnTo>
                  <a:lnTo>
                    <a:pt x="7621" y="4713"/>
                  </a:lnTo>
                  <a:lnTo>
                    <a:pt x="7361" y="4192"/>
                  </a:lnTo>
                  <a:lnTo>
                    <a:pt x="7080" y="3650"/>
                  </a:lnTo>
                  <a:lnTo>
                    <a:pt x="6799" y="3149"/>
                  </a:lnTo>
                  <a:lnTo>
                    <a:pt x="6478" y="2648"/>
                  </a:lnTo>
                  <a:lnTo>
                    <a:pt x="6137" y="2186"/>
                  </a:lnTo>
                  <a:lnTo>
                    <a:pt x="5796" y="1765"/>
                  </a:lnTo>
                  <a:lnTo>
                    <a:pt x="5435" y="1364"/>
                  </a:lnTo>
                  <a:lnTo>
                    <a:pt x="5054" y="1003"/>
                  </a:lnTo>
                  <a:lnTo>
                    <a:pt x="4673" y="702"/>
                  </a:lnTo>
                  <a:lnTo>
                    <a:pt x="4473" y="562"/>
                  </a:lnTo>
                  <a:lnTo>
                    <a:pt x="4272" y="442"/>
                  </a:lnTo>
                  <a:lnTo>
                    <a:pt x="4052" y="341"/>
                  </a:lnTo>
                  <a:lnTo>
                    <a:pt x="3851" y="241"/>
                  </a:lnTo>
                  <a:lnTo>
                    <a:pt x="3630" y="161"/>
                  </a:lnTo>
                  <a:lnTo>
                    <a:pt x="3410" y="101"/>
                  </a:lnTo>
                  <a:lnTo>
                    <a:pt x="3189" y="41"/>
                  </a:lnTo>
                  <a:lnTo>
                    <a:pt x="2969" y="21"/>
                  </a:lnTo>
                  <a:lnTo>
                    <a:pt x="274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26"/>
            <p:cNvSpPr/>
            <p:nvPr/>
          </p:nvSpPr>
          <p:spPr>
            <a:xfrm>
              <a:off x="10747950" y="4450325"/>
              <a:ext cx="223625" cy="276775"/>
            </a:xfrm>
            <a:custGeom>
              <a:avLst/>
              <a:gdLst/>
              <a:ahLst/>
              <a:cxnLst/>
              <a:rect l="l" t="t" r="r" b="b"/>
              <a:pathLst>
                <a:path w="8945" h="11071" fill="none" extrusionOk="0">
                  <a:moveTo>
                    <a:pt x="8464" y="11031"/>
                  </a:moveTo>
                  <a:lnTo>
                    <a:pt x="8464" y="11031"/>
                  </a:lnTo>
                  <a:lnTo>
                    <a:pt x="8544" y="10990"/>
                  </a:lnTo>
                  <a:lnTo>
                    <a:pt x="8624" y="10950"/>
                  </a:lnTo>
                  <a:lnTo>
                    <a:pt x="8684" y="10890"/>
                  </a:lnTo>
                  <a:lnTo>
                    <a:pt x="8744" y="10810"/>
                  </a:lnTo>
                  <a:lnTo>
                    <a:pt x="8805" y="10710"/>
                  </a:lnTo>
                  <a:lnTo>
                    <a:pt x="8845" y="10609"/>
                  </a:lnTo>
                  <a:lnTo>
                    <a:pt x="8905" y="10349"/>
                  </a:lnTo>
                  <a:lnTo>
                    <a:pt x="8945" y="10048"/>
                  </a:lnTo>
                  <a:lnTo>
                    <a:pt x="8945" y="9707"/>
                  </a:lnTo>
                  <a:lnTo>
                    <a:pt x="8925" y="9306"/>
                  </a:lnTo>
                  <a:lnTo>
                    <a:pt x="8885" y="8885"/>
                  </a:lnTo>
                  <a:lnTo>
                    <a:pt x="8805" y="8423"/>
                  </a:lnTo>
                  <a:lnTo>
                    <a:pt x="8704" y="7942"/>
                  </a:lnTo>
                  <a:lnTo>
                    <a:pt x="8584" y="7421"/>
                  </a:lnTo>
                  <a:lnTo>
                    <a:pt x="8444" y="6899"/>
                  </a:lnTo>
                  <a:lnTo>
                    <a:pt x="8263" y="6358"/>
                  </a:lnTo>
                  <a:lnTo>
                    <a:pt x="8063" y="5816"/>
                  </a:lnTo>
                  <a:lnTo>
                    <a:pt x="7862" y="5275"/>
                  </a:lnTo>
                  <a:lnTo>
                    <a:pt x="7621" y="4713"/>
                  </a:lnTo>
                  <a:lnTo>
                    <a:pt x="7361" y="4192"/>
                  </a:lnTo>
                  <a:lnTo>
                    <a:pt x="7080" y="3650"/>
                  </a:lnTo>
                  <a:lnTo>
                    <a:pt x="6799" y="3149"/>
                  </a:lnTo>
                  <a:lnTo>
                    <a:pt x="6478" y="2648"/>
                  </a:lnTo>
                  <a:lnTo>
                    <a:pt x="6137" y="2186"/>
                  </a:lnTo>
                  <a:lnTo>
                    <a:pt x="5796" y="1765"/>
                  </a:lnTo>
                  <a:lnTo>
                    <a:pt x="5435" y="1364"/>
                  </a:lnTo>
                  <a:lnTo>
                    <a:pt x="5054" y="1003"/>
                  </a:lnTo>
                  <a:lnTo>
                    <a:pt x="4673" y="702"/>
                  </a:lnTo>
                  <a:lnTo>
                    <a:pt x="4473" y="562"/>
                  </a:lnTo>
                  <a:lnTo>
                    <a:pt x="4272" y="442"/>
                  </a:lnTo>
                  <a:lnTo>
                    <a:pt x="4052" y="341"/>
                  </a:lnTo>
                  <a:lnTo>
                    <a:pt x="3851" y="241"/>
                  </a:lnTo>
                  <a:lnTo>
                    <a:pt x="3630" y="161"/>
                  </a:lnTo>
                  <a:lnTo>
                    <a:pt x="3410" y="101"/>
                  </a:lnTo>
                  <a:lnTo>
                    <a:pt x="3189" y="41"/>
                  </a:lnTo>
                  <a:lnTo>
                    <a:pt x="2969" y="21"/>
                  </a:lnTo>
                  <a:lnTo>
                    <a:pt x="2748" y="1"/>
                  </a:lnTo>
                  <a:lnTo>
                    <a:pt x="2527" y="1"/>
                  </a:lnTo>
                  <a:lnTo>
                    <a:pt x="2287" y="21"/>
                  </a:lnTo>
                  <a:lnTo>
                    <a:pt x="2066" y="81"/>
                  </a:lnTo>
                  <a:lnTo>
                    <a:pt x="1826" y="141"/>
                  </a:lnTo>
                  <a:lnTo>
                    <a:pt x="1585" y="221"/>
                  </a:lnTo>
                  <a:lnTo>
                    <a:pt x="1585" y="221"/>
                  </a:lnTo>
                  <a:lnTo>
                    <a:pt x="1364" y="321"/>
                  </a:lnTo>
                  <a:lnTo>
                    <a:pt x="1144" y="422"/>
                  </a:lnTo>
                  <a:lnTo>
                    <a:pt x="963" y="542"/>
                  </a:lnTo>
                  <a:lnTo>
                    <a:pt x="783" y="662"/>
                  </a:lnTo>
                  <a:lnTo>
                    <a:pt x="642" y="803"/>
                  </a:lnTo>
                  <a:lnTo>
                    <a:pt x="502" y="963"/>
                  </a:lnTo>
                  <a:lnTo>
                    <a:pt x="382" y="1124"/>
                  </a:lnTo>
                  <a:lnTo>
                    <a:pt x="281" y="1284"/>
                  </a:lnTo>
                  <a:lnTo>
                    <a:pt x="201" y="1444"/>
                  </a:lnTo>
                  <a:lnTo>
                    <a:pt x="121" y="1625"/>
                  </a:lnTo>
                  <a:lnTo>
                    <a:pt x="81" y="1825"/>
                  </a:lnTo>
                  <a:lnTo>
                    <a:pt x="41" y="2006"/>
                  </a:lnTo>
                  <a:lnTo>
                    <a:pt x="21" y="2207"/>
                  </a:lnTo>
                  <a:lnTo>
                    <a:pt x="1" y="2427"/>
                  </a:lnTo>
                  <a:lnTo>
                    <a:pt x="1" y="2628"/>
                  </a:lnTo>
                  <a:lnTo>
                    <a:pt x="21" y="2848"/>
                  </a:lnTo>
                  <a:lnTo>
                    <a:pt x="101" y="3289"/>
                  </a:lnTo>
                  <a:lnTo>
                    <a:pt x="221" y="3751"/>
                  </a:lnTo>
                  <a:lnTo>
                    <a:pt x="402" y="4232"/>
                  </a:lnTo>
                  <a:lnTo>
                    <a:pt x="602" y="4713"/>
                  </a:lnTo>
                  <a:lnTo>
                    <a:pt x="843" y="5195"/>
                  </a:lnTo>
                  <a:lnTo>
                    <a:pt x="1144" y="5696"/>
                  </a:lnTo>
                  <a:lnTo>
                    <a:pt x="1445" y="6177"/>
                  </a:lnTo>
                  <a:lnTo>
                    <a:pt x="1806" y="6659"/>
                  </a:lnTo>
                  <a:lnTo>
                    <a:pt x="2166" y="7140"/>
                  </a:lnTo>
                  <a:lnTo>
                    <a:pt x="2568" y="7601"/>
                  </a:lnTo>
                  <a:lnTo>
                    <a:pt x="2969" y="8042"/>
                  </a:lnTo>
                  <a:lnTo>
                    <a:pt x="3390" y="8484"/>
                  </a:lnTo>
                  <a:lnTo>
                    <a:pt x="3831" y="8885"/>
                  </a:lnTo>
                  <a:lnTo>
                    <a:pt x="4272" y="9266"/>
                  </a:lnTo>
                  <a:lnTo>
                    <a:pt x="4733" y="9627"/>
                  </a:lnTo>
                  <a:lnTo>
                    <a:pt x="5195" y="9948"/>
                  </a:lnTo>
                  <a:lnTo>
                    <a:pt x="5636" y="10248"/>
                  </a:lnTo>
                  <a:lnTo>
                    <a:pt x="6077" y="10489"/>
                  </a:lnTo>
                  <a:lnTo>
                    <a:pt x="6518" y="10710"/>
                  </a:lnTo>
                  <a:lnTo>
                    <a:pt x="6939" y="10870"/>
                  </a:lnTo>
                  <a:lnTo>
                    <a:pt x="7361" y="10990"/>
                  </a:lnTo>
                  <a:lnTo>
                    <a:pt x="7561" y="11031"/>
                  </a:lnTo>
                  <a:lnTo>
                    <a:pt x="7762" y="11051"/>
                  </a:lnTo>
                  <a:lnTo>
                    <a:pt x="7942" y="11071"/>
                  </a:lnTo>
                  <a:lnTo>
                    <a:pt x="8123" y="11071"/>
                  </a:lnTo>
                  <a:lnTo>
                    <a:pt x="8303" y="11051"/>
                  </a:lnTo>
                  <a:lnTo>
                    <a:pt x="8464" y="1103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26"/>
            <p:cNvSpPr/>
            <p:nvPr/>
          </p:nvSpPr>
          <p:spPr>
            <a:xfrm>
              <a:off x="10920425" y="4417225"/>
              <a:ext cx="334925" cy="312375"/>
            </a:xfrm>
            <a:custGeom>
              <a:avLst/>
              <a:gdLst/>
              <a:ahLst/>
              <a:cxnLst/>
              <a:rect l="l" t="t" r="r" b="b"/>
              <a:pathLst>
                <a:path w="13397" h="12495" extrusionOk="0">
                  <a:moveTo>
                    <a:pt x="462" y="1"/>
                  </a:moveTo>
                  <a:lnTo>
                    <a:pt x="61" y="21"/>
                  </a:lnTo>
                  <a:lnTo>
                    <a:pt x="221" y="141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0" y="522"/>
                  </a:lnTo>
                  <a:lnTo>
                    <a:pt x="40" y="542"/>
                  </a:lnTo>
                  <a:lnTo>
                    <a:pt x="61" y="562"/>
                  </a:lnTo>
                  <a:lnTo>
                    <a:pt x="81" y="542"/>
                  </a:lnTo>
                  <a:lnTo>
                    <a:pt x="101" y="522"/>
                  </a:lnTo>
                  <a:lnTo>
                    <a:pt x="341" y="242"/>
                  </a:lnTo>
                  <a:lnTo>
                    <a:pt x="582" y="442"/>
                  </a:lnTo>
                  <a:lnTo>
                    <a:pt x="281" y="663"/>
                  </a:lnTo>
                  <a:lnTo>
                    <a:pt x="261" y="703"/>
                  </a:lnTo>
                  <a:lnTo>
                    <a:pt x="261" y="743"/>
                  </a:lnTo>
                  <a:lnTo>
                    <a:pt x="281" y="783"/>
                  </a:lnTo>
                  <a:lnTo>
                    <a:pt x="321" y="803"/>
                  </a:lnTo>
                  <a:lnTo>
                    <a:pt x="341" y="783"/>
                  </a:lnTo>
                  <a:lnTo>
                    <a:pt x="742" y="562"/>
                  </a:lnTo>
                  <a:lnTo>
                    <a:pt x="1003" y="803"/>
                  </a:lnTo>
                  <a:lnTo>
                    <a:pt x="1244" y="1024"/>
                  </a:lnTo>
                  <a:lnTo>
                    <a:pt x="1705" y="1545"/>
                  </a:lnTo>
                  <a:lnTo>
                    <a:pt x="2146" y="2067"/>
                  </a:lnTo>
                  <a:lnTo>
                    <a:pt x="2567" y="2628"/>
                  </a:lnTo>
                  <a:lnTo>
                    <a:pt x="2948" y="3210"/>
                  </a:lnTo>
                  <a:lnTo>
                    <a:pt x="3289" y="3771"/>
                  </a:lnTo>
                  <a:lnTo>
                    <a:pt x="3590" y="4333"/>
                  </a:lnTo>
                  <a:lnTo>
                    <a:pt x="3851" y="4894"/>
                  </a:lnTo>
                  <a:lnTo>
                    <a:pt x="4071" y="5416"/>
                  </a:lnTo>
                  <a:lnTo>
                    <a:pt x="4272" y="5937"/>
                  </a:lnTo>
                  <a:lnTo>
                    <a:pt x="4452" y="6479"/>
                  </a:lnTo>
                  <a:lnTo>
                    <a:pt x="4593" y="7020"/>
                  </a:lnTo>
                  <a:lnTo>
                    <a:pt x="4593" y="7020"/>
                  </a:lnTo>
                  <a:lnTo>
                    <a:pt x="4292" y="7000"/>
                  </a:lnTo>
                  <a:lnTo>
                    <a:pt x="3971" y="6980"/>
                  </a:lnTo>
                  <a:lnTo>
                    <a:pt x="3951" y="6980"/>
                  </a:lnTo>
                  <a:lnTo>
                    <a:pt x="3931" y="7000"/>
                  </a:lnTo>
                  <a:lnTo>
                    <a:pt x="3931" y="7040"/>
                  </a:lnTo>
                  <a:lnTo>
                    <a:pt x="3951" y="7060"/>
                  </a:lnTo>
                  <a:lnTo>
                    <a:pt x="4553" y="7180"/>
                  </a:lnTo>
                  <a:lnTo>
                    <a:pt x="4312" y="7421"/>
                  </a:lnTo>
                  <a:lnTo>
                    <a:pt x="4051" y="7642"/>
                  </a:lnTo>
                  <a:lnTo>
                    <a:pt x="4031" y="7662"/>
                  </a:lnTo>
                  <a:lnTo>
                    <a:pt x="4051" y="7682"/>
                  </a:lnTo>
                  <a:lnTo>
                    <a:pt x="4051" y="7702"/>
                  </a:lnTo>
                  <a:lnTo>
                    <a:pt x="4112" y="7702"/>
                  </a:lnTo>
                  <a:lnTo>
                    <a:pt x="4673" y="7321"/>
                  </a:lnTo>
                  <a:lnTo>
                    <a:pt x="4793" y="7862"/>
                  </a:lnTo>
                  <a:lnTo>
                    <a:pt x="4874" y="8404"/>
                  </a:lnTo>
                  <a:lnTo>
                    <a:pt x="4954" y="8945"/>
                  </a:lnTo>
                  <a:lnTo>
                    <a:pt x="4994" y="9507"/>
                  </a:lnTo>
                  <a:lnTo>
                    <a:pt x="5014" y="10048"/>
                  </a:lnTo>
                  <a:lnTo>
                    <a:pt x="5034" y="10610"/>
                  </a:lnTo>
                  <a:lnTo>
                    <a:pt x="5014" y="11171"/>
                  </a:lnTo>
                  <a:lnTo>
                    <a:pt x="4974" y="11733"/>
                  </a:lnTo>
                  <a:lnTo>
                    <a:pt x="4593" y="11753"/>
                  </a:lnTo>
                  <a:lnTo>
                    <a:pt x="4553" y="11773"/>
                  </a:lnTo>
                  <a:lnTo>
                    <a:pt x="4553" y="11793"/>
                  </a:lnTo>
                  <a:lnTo>
                    <a:pt x="4553" y="11833"/>
                  </a:lnTo>
                  <a:lnTo>
                    <a:pt x="4593" y="11853"/>
                  </a:lnTo>
                  <a:lnTo>
                    <a:pt x="4974" y="11873"/>
                  </a:lnTo>
                  <a:lnTo>
                    <a:pt x="4894" y="12495"/>
                  </a:lnTo>
                  <a:lnTo>
                    <a:pt x="4894" y="12495"/>
                  </a:lnTo>
                  <a:lnTo>
                    <a:pt x="5134" y="12475"/>
                  </a:lnTo>
                  <a:lnTo>
                    <a:pt x="5235" y="11893"/>
                  </a:lnTo>
                  <a:lnTo>
                    <a:pt x="5275" y="11893"/>
                  </a:lnTo>
                  <a:lnTo>
                    <a:pt x="5315" y="11873"/>
                  </a:lnTo>
                  <a:lnTo>
                    <a:pt x="5335" y="11853"/>
                  </a:lnTo>
                  <a:lnTo>
                    <a:pt x="5355" y="11793"/>
                  </a:lnTo>
                  <a:lnTo>
                    <a:pt x="5335" y="11733"/>
                  </a:lnTo>
                  <a:lnTo>
                    <a:pt x="5315" y="11713"/>
                  </a:lnTo>
                  <a:lnTo>
                    <a:pt x="5255" y="11713"/>
                  </a:lnTo>
                  <a:lnTo>
                    <a:pt x="5295" y="11312"/>
                  </a:lnTo>
                  <a:lnTo>
                    <a:pt x="5315" y="10931"/>
                  </a:lnTo>
                  <a:lnTo>
                    <a:pt x="5335" y="10530"/>
                  </a:lnTo>
                  <a:lnTo>
                    <a:pt x="5335" y="10128"/>
                  </a:lnTo>
                  <a:lnTo>
                    <a:pt x="5355" y="10169"/>
                  </a:lnTo>
                  <a:lnTo>
                    <a:pt x="5395" y="10189"/>
                  </a:lnTo>
                  <a:lnTo>
                    <a:pt x="5435" y="10189"/>
                  </a:lnTo>
                  <a:lnTo>
                    <a:pt x="6037" y="9868"/>
                  </a:lnTo>
                  <a:lnTo>
                    <a:pt x="6638" y="9547"/>
                  </a:lnTo>
                  <a:lnTo>
                    <a:pt x="7260" y="9206"/>
                  </a:lnTo>
                  <a:lnTo>
                    <a:pt x="7842" y="8845"/>
                  </a:lnTo>
                  <a:lnTo>
                    <a:pt x="7862" y="8965"/>
                  </a:lnTo>
                  <a:lnTo>
                    <a:pt x="7862" y="9106"/>
                  </a:lnTo>
                  <a:lnTo>
                    <a:pt x="7902" y="9146"/>
                  </a:lnTo>
                  <a:lnTo>
                    <a:pt x="7942" y="9166"/>
                  </a:lnTo>
                  <a:lnTo>
                    <a:pt x="8002" y="9146"/>
                  </a:lnTo>
                  <a:lnTo>
                    <a:pt x="8042" y="9106"/>
                  </a:lnTo>
                  <a:lnTo>
                    <a:pt x="8082" y="9005"/>
                  </a:lnTo>
                  <a:lnTo>
                    <a:pt x="8082" y="8905"/>
                  </a:lnTo>
                  <a:lnTo>
                    <a:pt x="8082" y="8685"/>
                  </a:lnTo>
                  <a:lnTo>
                    <a:pt x="8423" y="8464"/>
                  </a:lnTo>
                  <a:lnTo>
                    <a:pt x="8443" y="8604"/>
                  </a:lnTo>
                  <a:lnTo>
                    <a:pt x="8483" y="8725"/>
                  </a:lnTo>
                  <a:lnTo>
                    <a:pt x="8524" y="8785"/>
                  </a:lnTo>
                  <a:lnTo>
                    <a:pt x="8584" y="8805"/>
                  </a:lnTo>
                  <a:lnTo>
                    <a:pt x="8644" y="8785"/>
                  </a:lnTo>
                  <a:lnTo>
                    <a:pt x="8684" y="8725"/>
                  </a:lnTo>
                  <a:lnTo>
                    <a:pt x="8704" y="8624"/>
                  </a:lnTo>
                  <a:lnTo>
                    <a:pt x="8684" y="8524"/>
                  </a:lnTo>
                  <a:lnTo>
                    <a:pt x="8684" y="8424"/>
                  </a:lnTo>
                  <a:lnTo>
                    <a:pt x="8644" y="8324"/>
                  </a:lnTo>
                  <a:lnTo>
                    <a:pt x="9366" y="7822"/>
                  </a:lnTo>
                  <a:lnTo>
                    <a:pt x="10088" y="7281"/>
                  </a:lnTo>
                  <a:lnTo>
                    <a:pt x="10790" y="6739"/>
                  </a:lnTo>
                  <a:lnTo>
                    <a:pt x="11472" y="6178"/>
                  </a:lnTo>
                  <a:lnTo>
                    <a:pt x="11632" y="6378"/>
                  </a:lnTo>
                  <a:lnTo>
                    <a:pt x="11672" y="6398"/>
                  </a:lnTo>
                  <a:lnTo>
                    <a:pt x="11772" y="6398"/>
                  </a:lnTo>
                  <a:lnTo>
                    <a:pt x="11833" y="6338"/>
                  </a:lnTo>
                  <a:lnTo>
                    <a:pt x="11853" y="6278"/>
                  </a:lnTo>
                  <a:lnTo>
                    <a:pt x="11833" y="6218"/>
                  </a:lnTo>
                  <a:lnTo>
                    <a:pt x="11672" y="5997"/>
                  </a:lnTo>
                  <a:lnTo>
                    <a:pt x="12254" y="5456"/>
                  </a:lnTo>
                  <a:lnTo>
                    <a:pt x="12815" y="4894"/>
                  </a:lnTo>
                  <a:lnTo>
                    <a:pt x="12795" y="5055"/>
                  </a:lnTo>
                  <a:lnTo>
                    <a:pt x="12795" y="5095"/>
                  </a:lnTo>
                  <a:lnTo>
                    <a:pt x="12815" y="5115"/>
                  </a:lnTo>
                  <a:lnTo>
                    <a:pt x="12855" y="5135"/>
                  </a:lnTo>
                  <a:lnTo>
                    <a:pt x="12875" y="5135"/>
                  </a:lnTo>
                  <a:lnTo>
                    <a:pt x="12935" y="5115"/>
                  </a:lnTo>
                  <a:lnTo>
                    <a:pt x="12976" y="5075"/>
                  </a:lnTo>
                  <a:lnTo>
                    <a:pt x="13016" y="4934"/>
                  </a:lnTo>
                  <a:lnTo>
                    <a:pt x="13036" y="4774"/>
                  </a:lnTo>
                  <a:lnTo>
                    <a:pt x="13256" y="4914"/>
                  </a:lnTo>
                  <a:lnTo>
                    <a:pt x="13337" y="4914"/>
                  </a:lnTo>
                  <a:lnTo>
                    <a:pt x="13357" y="4874"/>
                  </a:lnTo>
                  <a:lnTo>
                    <a:pt x="13377" y="4854"/>
                  </a:lnTo>
                  <a:lnTo>
                    <a:pt x="13337" y="4814"/>
                  </a:lnTo>
                  <a:lnTo>
                    <a:pt x="13216" y="4714"/>
                  </a:lnTo>
                  <a:lnTo>
                    <a:pt x="13076" y="4634"/>
                  </a:lnTo>
                  <a:lnTo>
                    <a:pt x="13377" y="4313"/>
                  </a:lnTo>
                  <a:lnTo>
                    <a:pt x="13397" y="4273"/>
                  </a:lnTo>
                  <a:lnTo>
                    <a:pt x="13397" y="4232"/>
                  </a:lnTo>
                  <a:lnTo>
                    <a:pt x="13357" y="4212"/>
                  </a:lnTo>
                  <a:lnTo>
                    <a:pt x="13337" y="4192"/>
                  </a:lnTo>
                  <a:lnTo>
                    <a:pt x="13276" y="4212"/>
                  </a:lnTo>
                  <a:lnTo>
                    <a:pt x="13056" y="4393"/>
                  </a:lnTo>
                  <a:lnTo>
                    <a:pt x="13016" y="4012"/>
                  </a:lnTo>
                  <a:lnTo>
                    <a:pt x="12996" y="3952"/>
                  </a:lnTo>
                  <a:lnTo>
                    <a:pt x="12956" y="3932"/>
                  </a:lnTo>
                  <a:lnTo>
                    <a:pt x="12915" y="3952"/>
                  </a:lnTo>
                  <a:lnTo>
                    <a:pt x="12895" y="4012"/>
                  </a:lnTo>
                  <a:lnTo>
                    <a:pt x="12895" y="4273"/>
                  </a:lnTo>
                  <a:lnTo>
                    <a:pt x="12855" y="4553"/>
                  </a:lnTo>
                  <a:lnTo>
                    <a:pt x="12514" y="4453"/>
                  </a:lnTo>
                  <a:lnTo>
                    <a:pt x="12494" y="4453"/>
                  </a:lnTo>
                  <a:lnTo>
                    <a:pt x="12494" y="4473"/>
                  </a:lnTo>
                  <a:lnTo>
                    <a:pt x="12494" y="4493"/>
                  </a:lnTo>
                  <a:lnTo>
                    <a:pt x="12494" y="4513"/>
                  </a:lnTo>
                  <a:lnTo>
                    <a:pt x="12635" y="4573"/>
                  </a:lnTo>
                  <a:lnTo>
                    <a:pt x="12775" y="4634"/>
                  </a:lnTo>
                  <a:lnTo>
                    <a:pt x="11431" y="5737"/>
                  </a:lnTo>
                  <a:lnTo>
                    <a:pt x="11171" y="5476"/>
                  </a:lnTo>
                  <a:lnTo>
                    <a:pt x="11131" y="5456"/>
                  </a:lnTo>
                  <a:lnTo>
                    <a:pt x="11090" y="5476"/>
                  </a:lnTo>
                  <a:lnTo>
                    <a:pt x="11070" y="5496"/>
                  </a:lnTo>
                  <a:lnTo>
                    <a:pt x="11050" y="5536"/>
                  </a:lnTo>
                  <a:lnTo>
                    <a:pt x="11070" y="5576"/>
                  </a:lnTo>
                  <a:lnTo>
                    <a:pt x="11271" y="5857"/>
                  </a:lnTo>
                  <a:lnTo>
                    <a:pt x="10308" y="6639"/>
                  </a:lnTo>
                  <a:lnTo>
                    <a:pt x="9827" y="7020"/>
                  </a:lnTo>
                  <a:lnTo>
                    <a:pt x="9346" y="7381"/>
                  </a:lnTo>
                  <a:lnTo>
                    <a:pt x="8443" y="8003"/>
                  </a:lnTo>
                  <a:lnTo>
                    <a:pt x="8323" y="7862"/>
                  </a:lnTo>
                  <a:lnTo>
                    <a:pt x="8203" y="7742"/>
                  </a:lnTo>
                  <a:lnTo>
                    <a:pt x="8163" y="7722"/>
                  </a:lnTo>
                  <a:lnTo>
                    <a:pt x="8122" y="7742"/>
                  </a:lnTo>
                  <a:lnTo>
                    <a:pt x="8102" y="7762"/>
                  </a:lnTo>
                  <a:lnTo>
                    <a:pt x="8102" y="7802"/>
                  </a:lnTo>
                  <a:lnTo>
                    <a:pt x="8122" y="7842"/>
                  </a:lnTo>
                  <a:lnTo>
                    <a:pt x="8223" y="7963"/>
                  </a:lnTo>
                  <a:lnTo>
                    <a:pt x="8303" y="8123"/>
                  </a:lnTo>
                  <a:lnTo>
                    <a:pt x="7982" y="8324"/>
                  </a:lnTo>
                  <a:lnTo>
                    <a:pt x="7902" y="8143"/>
                  </a:lnTo>
                  <a:lnTo>
                    <a:pt x="7802" y="7983"/>
                  </a:lnTo>
                  <a:lnTo>
                    <a:pt x="7781" y="7963"/>
                  </a:lnTo>
                  <a:lnTo>
                    <a:pt x="7741" y="7943"/>
                  </a:lnTo>
                  <a:lnTo>
                    <a:pt x="7701" y="7963"/>
                  </a:lnTo>
                  <a:lnTo>
                    <a:pt x="7661" y="7983"/>
                  </a:lnTo>
                  <a:lnTo>
                    <a:pt x="7661" y="8023"/>
                  </a:lnTo>
                  <a:lnTo>
                    <a:pt x="7661" y="8083"/>
                  </a:lnTo>
                  <a:lnTo>
                    <a:pt x="7741" y="8263"/>
                  </a:lnTo>
                  <a:lnTo>
                    <a:pt x="7802" y="8444"/>
                  </a:lnTo>
                  <a:lnTo>
                    <a:pt x="5355" y="10048"/>
                  </a:lnTo>
                  <a:lnTo>
                    <a:pt x="5335" y="10088"/>
                  </a:lnTo>
                  <a:lnTo>
                    <a:pt x="5295" y="9366"/>
                  </a:lnTo>
                  <a:lnTo>
                    <a:pt x="5215" y="8644"/>
                  </a:lnTo>
                  <a:lnTo>
                    <a:pt x="5094" y="7943"/>
                  </a:lnTo>
                  <a:lnTo>
                    <a:pt x="4934" y="7221"/>
                  </a:lnTo>
                  <a:lnTo>
                    <a:pt x="4934" y="7221"/>
                  </a:lnTo>
                  <a:lnTo>
                    <a:pt x="5054" y="7241"/>
                  </a:lnTo>
                  <a:lnTo>
                    <a:pt x="5154" y="7221"/>
                  </a:lnTo>
                  <a:lnTo>
                    <a:pt x="5215" y="7201"/>
                  </a:lnTo>
                  <a:lnTo>
                    <a:pt x="5235" y="7140"/>
                  </a:lnTo>
                  <a:lnTo>
                    <a:pt x="5235" y="7100"/>
                  </a:lnTo>
                  <a:lnTo>
                    <a:pt x="5215" y="7080"/>
                  </a:lnTo>
                  <a:lnTo>
                    <a:pt x="5174" y="7060"/>
                  </a:lnTo>
                  <a:lnTo>
                    <a:pt x="5014" y="7040"/>
                  </a:lnTo>
                  <a:lnTo>
                    <a:pt x="5215" y="6840"/>
                  </a:lnTo>
                  <a:lnTo>
                    <a:pt x="5395" y="6639"/>
                  </a:lnTo>
                  <a:lnTo>
                    <a:pt x="5415" y="6599"/>
                  </a:lnTo>
                  <a:lnTo>
                    <a:pt x="5395" y="6559"/>
                  </a:lnTo>
                  <a:lnTo>
                    <a:pt x="5375" y="6539"/>
                  </a:lnTo>
                  <a:lnTo>
                    <a:pt x="5335" y="6519"/>
                  </a:lnTo>
                  <a:lnTo>
                    <a:pt x="5295" y="6539"/>
                  </a:lnTo>
                  <a:lnTo>
                    <a:pt x="5074" y="6719"/>
                  </a:lnTo>
                  <a:lnTo>
                    <a:pt x="4854" y="6900"/>
                  </a:lnTo>
                  <a:lnTo>
                    <a:pt x="4673" y="6298"/>
                  </a:lnTo>
                  <a:lnTo>
                    <a:pt x="4473" y="5696"/>
                  </a:lnTo>
                  <a:lnTo>
                    <a:pt x="4232" y="5095"/>
                  </a:lnTo>
                  <a:lnTo>
                    <a:pt x="3971" y="4513"/>
                  </a:lnTo>
                  <a:lnTo>
                    <a:pt x="3710" y="3992"/>
                  </a:lnTo>
                  <a:lnTo>
                    <a:pt x="3390" y="3450"/>
                  </a:lnTo>
                  <a:lnTo>
                    <a:pt x="3069" y="2889"/>
                  </a:lnTo>
                  <a:lnTo>
                    <a:pt x="2708" y="2367"/>
                  </a:lnTo>
                  <a:lnTo>
                    <a:pt x="2307" y="1846"/>
                  </a:lnTo>
                  <a:lnTo>
                    <a:pt x="1885" y="1345"/>
                  </a:lnTo>
                  <a:lnTo>
                    <a:pt x="1424" y="883"/>
                  </a:lnTo>
                  <a:lnTo>
                    <a:pt x="1184" y="663"/>
                  </a:lnTo>
                  <a:lnTo>
                    <a:pt x="943" y="462"/>
                  </a:lnTo>
                  <a:lnTo>
                    <a:pt x="1123" y="362"/>
                  </a:lnTo>
                  <a:lnTo>
                    <a:pt x="1284" y="242"/>
                  </a:lnTo>
                  <a:lnTo>
                    <a:pt x="1304" y="222"/>
                  </a:lnTo>
                  <a:lnTo>
                    <a:pt x="1304" y="181"/>
                  </a:lnTo>
                  <a:lnTo>
                    <a:pt x="1284" y="141"/>
                  </a:lnTo>
                  <a:lnTo>
                    <a:pt x="1244" y="141"/>
                  </a:lnTo>
                  <a:lnTo>
                    <a:pt x="1123" y="161"/>
                  </a:lnTo>
                  <a:lnTo>
                    <a:pt x="1003" y="201"/>
                  </a:lnTo>
                  <a:lnTo>
                    <a:pt x="782" y="322"/>
                  </a:lnTo>
                  <a:lnTo>
                    <a:pt x="482" y="81"/>
                  </a:lnTo>
                  <a:lnTo>
                    <a:pt x="5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26"/>
            <p:cNvSpPr/>
            <p:nvPr/>
          </p:nvSpPr>
          <p:spPr>
            <a:xfrm>
              <a:off x="10716375" y="4375625"/>
              <a:ext cx="391075" cy="391075"/>
            </a:xfrm>
            <a:custGeom>
              <a:avLst/>
              <a:gdLst/>
              <a:ahLst/>
              <a:cxnLst/>
              <a:rect l="l" t="t" r="r" b="b"/>
              <a:pathLst>
                <a:path w="15643" h="15643" extrusionOk="0">
                  <a:moveTo>
                    <a:pt x="5656" y="0"/>
                  </a:moveTo>
                  <a:lnTo>
                    <a:pt x="5094" y="20"/>
                  </a:lnTo>
                  <a:lnTo>
                    <a:pt x="4532" y="101"/>
                  </a:lnTo>
                  <a:lnTo>
                    <a:pt x="3991" y="201"/>
                  </a:lnTo>
                  <a:lnTo>
                    <a:pt x="3470" y="361"/>
                  </a:lnTo>
                  <a:lnTo>
                    <a:pt x="3209" y="462"/>
                  </a:lnTo>
                  <a:lnTo>
                    <a:pt x="2968" y="562"/>
                  </a:lnTo>
                  <a:lnTo>
                    <a:pt x="2728" y="682"/>
                  </a:lnTo>
                  <a:lnTo>
                    <a:pt x="2507" y="803"/>
                  </a:lnTo>
                  <a:lnTo>
                    <a:pt x="2286" y="943"/>
                  </a:lnTo>
                  <a:lnTo>
                    <a:pt x="2066" y="1083"/>
                  </a:lnTo>
                  <a:lnTo>
                    <a:pt x="1865" y="1244"/>
                  </a:lnTo>
                  <a:lnTo>
                    <a:pt x="1665" y="1404"/>
                  </a:lnTo>
                  <a:lnTo>
                    <a:pt x="1484" y="1585"/>
                  </a:lnTo>
                  <a:lnTo>
                    <a:pt x="1304" y="1765"/>
                  </a:lnTo>
                  <a:lnTo>
                    <a:pt x="1143" y="1966"/>
                  </a:lnTo>
                  <a:lnTo>
                    <a:pt x="983" y="2166"/>
                  </a:lnTo>
                  <a:lnTo>
                    <a:pt x="842" y="2387"/>
                  </a:lnTo>
                  <a:lnTo>
                    <a:pt x="702" y="2607"/>
                  </a:lnTo>
                  <a:lnTo>
                    <a:pt x="582" y="2828"/>
                  </a:lnTo>
                  <a:lnTo>
                    <a:pt x="461" y="3089"/>
                  </a:lnTo>
                  <a:lnTo>
                    <a:pt x="361" y="3329"/>
                  </a:lnTo>
                  <a:lnTo>
                    <a:pt x="261" y="3590"/>
                  </a:lnTo>
                  <a:lnTo>
                    <a:pt x="181" y="3871"/>
                  </a:lnTo>
                  <a:lnTo>
                    <a:pt x="121" y="4152"/>
                  </a:lnTo>
                  <a:lnTo>
                    <a:pt x="80" y="4432"/>
                  </a:lnTo>
                  <a:lnTo>
                    <a:pt x="40" y="4733"/>
                  </a:lnTo>
                  <a:lnTo>
                    <a:pt x="20" y="5034"/>
                  </a:lnTo>
                  <a:lnTo>
                    <a:pt x="0" y="5355"/>
                  </a:lnTo>
                  <a:lnTo>
                    <a:pt x="0" y="5375"/>
                  </a:lnTo>
                  <a:lnTo>
                    <a:pt x="20" y="5836"/>
                  </a:lnTo>
                  <a:lnTo>
                    <a:pt x="80" y="6298"/>
                  </a:lnTo>
                  <a:lnTo>
                    <a:pt x="181" y="6739"/>
                  </a:lnTo>
                  <a:lnTo>
                    <a:pt x="301" y="7200"/>
                  </a:lnTo>
                  <a:lnTo>
                    <a:pt x="461" y="7661"/>
                  </a:lnTo>
                  <a:lnTo>
                    <a:pt x="642" y="8122"/>
                  </a:lnTo>
                  <a:lnTo>
                    <a:pt x="863" y="8564"/>
                  </a:lnTo>
                  <a:lnTo>
                    <a:pt x="1103" y="9025"/>
                  </a:lnTo>
                  <a:lnTo>
                    <a:pt x="1384" y="9466"/>
                  </a:lnTo>
                  <a:lnTo>
                    <a:pt x="1665" y="9887"/>
                  </a:lnTo>
                  <a:lnTo>
                    <a:pt x="1986" y="10328"/>
                  </a:lnTo>
                  <a:lnTo>
                    <a:pt x="2327" y="10750"/>
                  </a:lnTo>
                  <a:lnTo>
                    <a:pt x="2667" y="11151"/>
                  </a:lnTo>
                  <a:lnTo>
                    <a:pt x="3048" y="11552"/>
                  </a:lnTo>
                  <a:lnTo>
                    <a:pt x="3429" y="11953"/>
                  </a:lnTo>
                  <a:lnTo>
                    <a:pt x="3831" y="12314"/>
                  </a:lnTo>
                  <a:lnTo>
                    <a:pt x="4232" y="12675"/>
                  </a:lnTo>
                  <a:lnTo>
                    <a:pt x="4653" y="13016"/>
                  </a:lnTo>
                  <a:lnTo>
                    <a:pt x="5074" y="13357"/>
                  </a:lnTo>
                  <a:lnTo>
                    <a:pt x="5515" y="13658"/>
                  </a:lnTo>
                  <a:lnTo>
                    <a:pt x="5936" y="13958"/>
                  </a:lnTo>
                  <a:lnTo>
                    <a:pt x="6378" y="14239"/>
                  </a:lnTo>
                  <a:lnTo>
                    <a:pt x="6819" y="14480"/>
                  </a:lnTo>
                  <a:lnTo>
                    <a:pt x="7260" y="14720"/>
                  </a:lnTo>
                  <a:lnTo>
                    <a:pt x="7701" y="14921"/>
                  </a:lnTo>
                  <a:lnTo>
                    <a:pt x="8122" y="15101"/>
                  </a:lnTo>
                  <a:lnTo>
                    <a:pt x="8563" y="15262"/>
                  </a:lnTo>
                  <a:lnTo>
                    <a:pt x="8985" y="15402"/>
                  </a:lnTo>
                  <a:lnTo>
                    <a:pt x="9386" y="15503"/>
                  </a:lnTo>
                  <a:lnTo>
                    <a:pt x="9787" y="15583"/>
                  </a:lnTo>
                  <a:lnTo>
                    <a:pt x="10168" y="15623"/>
                  </a:lnTo>
                  <a:lnTo>
                    <a:pt x="10529" y="15643"/>
                  </a:lnTo>
                  <a:lnTo>
                    <a:pt x="10789" y="15643"/>
                  </a:lnTo>
                  <a:lnTo>
                    <a:pt x="11050" y="15603"/>
                  </a:lnTo>
                  <a:lnTo>
                    <a:pt x="11331" y="15563"/>
                  </a:lnTo>
                  <a:lnTo>
                    <a:pt x="11612" y="15503"/>
                  </a:lnTo>
                  <a:lnTo>
                    <a:pt x="11892" y="15442"/>
                  </a:lnTo>
                  <a:lnTo>
                    <a:pt x="12494" y="15262"/>
                  </a:lnTo>
                  <a:lnTo>
                    <a:pt x="13116" y="15021"/>
                  </a:lnTo>
                  <a:lnTo>
                    <a:pt x="13738" y="14740"/>
                  </a:lnTo>
                  <a:lnTo>
                    <a:pt x="14379" y="14420"/>
                  </a:lnTo>
                  <a:lnTo>
                    <a:pt x="15001" y="14039"/>
                  </a:lnTo>
                  <a:lnTo>
                    <a:pt x="15643" y="13637"/>
                  </a:lnTo>
                  <a:lnTo>
                    <a:pt x="15643" y="13637"/>
                  </a:lnTo>
                  <a:lnTo>
                    <a:pt x="15061" y="13818"/>
                  </a:lnTo>
                  <a:lnTo>
                    <a:pt x="14480" y="13958"/>
                  </a:lnTo>
                  <a:lnTo>
                    <a:pt x="13898" y="14059"/>
                  </a:lnTo>
                  <a:lnTo>
                    <a:pt x="13296" y="14139"/>
                  </a:lnTo>
                  <a:lnTo>
                    <a:pt x="13236" y="14460"/>
                  </a:lnTo>
                  <a:lnTo>
                    <a:pt x="13156" y="14801"/>
                  </a:lnTo>
                  <a:lnTo>
                    <a:pt x="13136" y="14841"/>
                  </a:lnTo>
                  <a:lnTo>
                    <a:pt x="13076" y="14861"/>
                  </a:lnTo>
                  <a:lnTo>
                    <a:pt x="13036" y="14861"/>
                  </a:lnTo>
                  <a:lnTo>
                    <a:pt x="13016" y="14821"/>
                  </a:lnTo>
                  <a:lnTo>
                    <a:pt x="12995" y="14801"/>
                  </a:lnTo>
                  <a:lnTo>
                    <a:pt x="12975" y="14740"/>
                  </a:lnTo>
                  <a:lnTo>
                    <a:pt x="13056" y="14159"/>
                  </a:lnTo>
                  <a:lnTo>
                    <a:pt x="12695" y="14179"/>
                  </a:lnTo>
                  <a:lnTo>
                    <a:pt x="12334" y="14179"/>
                  </a:lnTo>
                  <a:lnTo>
                    <a:pt x="11752" y="14159"/>
                  </a:lnTo>
                  <a:lnTo>
                    <a:pt x="11171" y="14099"/>
                  </a:lnTo>
                  <a:lnTo>
                    <a:pt x="10569" y="14019"/>
                  </a:lnTo>
                  <a:lnTo>
                    <a:pt x="9967" y="13858"/>
                  </a:lnTo>
                  <a:lnTo>
                    <a:pt x="9867" y="13958"/>
                  </a:lnTo>
                  <a:lnTo>
                    <a:pt x="9727" y="14019"/>
                  </a:lnTo>
                  <a:lnTo>
                    <a:pt x="9506" y="14039"/>
                  </a:lnTo>
                  <a:lnTo>
                    <a:pt x="9285" y="14059"/>
                  </a:lnTo>
                  <a:lnTo>
                    <a:pt x="9105" y="14059"/>
                  </a:lnTo>
                  <a:lnTo>
                    <a:pt x="8924" y="14039"/>
                  </a:lnTo>
                  <a:lnTo>
                    <a:pt x="8543" y="13958"/>
                  </a:lnTo>
                  <a:lnTo>
                    <a:pt x="8142" y="13838"/>
                  </a:lnTo>
                  <a:lnTo>
                    <a:pt x="7741" y="13678"/>
                  </a:lnTo>
                  <a:lnTo>
                    <a:pt x="7320" y="13457"/>
                  </a:lnTo>
                  <a:lnTo>
                    <a:pt x="6879" y="13216"/>
                  </a:lnTo>
                  <a:lnTo>
                    <a:pt x="6458" y="12936"/>
                  </a:lnTo>
                  <a:lnTo>
                    <a:pt x="6017" y="12635"/>
                  </a:lnTo>
                  <a:lnTo>
                    <a:pt x="5575" y="12294"/>
                  </a:lnTo>
                  <a:lnTo>
                    <a:pt x="5154" y="11913"/>
                  </a:lnTo>
                  <a:lnTo>
                    <a:pt x="4733" y="11532"/>
                  </a:lnTo>
                  <a:lnTo>
                    <a:pt x="4312" y="11131"/>
                  </a:lnTo>
                  <a:lnTo>
                    <a:pt x="3911" y="10689"/>
                  </a:lnTo>
                  <a:lnTo>
                    <a:pt x="3530" y="10248"/>
                  </a:lnTo>
                  <a:lnTo>
                    <a:pt x="3169" y="9807"/>
                  </a:lnTo>
                  <a:lnTo>
                    <a:pt x="2828" y="9346"/>
                  </a:lnTo>
                  <a:lnTo>
                    <a:pt x="2527" y="8865"/>
                  </a:lnTo>
                  <a:lnTo>
                    <a:pt x="2226" y="8403"/>
                  </a:lnTo>
                  <a:lnTo>
                    <a:pt x="1986" y="7942"/>
                  </a:lnTo>
                  <a:lnTo>
                    <a:pt x="1765" y="7461"/>
                  </a:lnTo>
                  <a:lnTo>
                    <a:pt x="1584" y="7019"/>
                  </a:lnTo>
                  <a:lnTo>
                    <a:pt x="1424" y="6558"/>
                  </a:lnTo>
                  <a:lnTo>
                    <a:pt x="1324" y="6117"/>
                  </a:lnTo>
                  <a:lnTo>
                    <a:pt x="1284" y="5696"/>
                  </a:lnTo>
                  <a:lnTo>
                    <a:pt x="1264" y="5495"/>
                  </a:lnTo>
                  <a:lnTo>
                    <a:pt x="1264" y="5295"/>
                  </a:lnTo>
                  <a:lnTo>
                    <a:pt x="1284" y="5094"/>
                  </a:lnTo>
                  <a:lnTo>
                    <a:pt x="1324" y="4914"/>
                  </a:lnTo>
                  <a:lnTo>
                    <a:pt x="1364" y="4733"/>
                  </a:lnTo>
                  <a:lnTo>
                    <a:pt x="1424" y="4553"/>
                  </a:lnTo>
                  <a:lnTo>
                    <a:pt x="1484" y="4372"/>
                  </a:lnTo>
                  <a:lnTo>
                    <a:pt x="1584" y="4212"/>
                  </a:lnTo>
                  <a:lnTo>
                    <a:pt x="1685" y="4051"/>
                  </a:lnTo>
                  <a:lnTo>
                    <a:pt x="1805" y="3911"/>
                  </a:lnTo>
                  <a:lnTo>
                    <a:pt x="1925" y="3771"/>
                  </a:lnTo>
                  <a:lnTo>
                    <a:pt x="2086" y="3630"/>
                  </a:lnTo>
                  <a:lnTo>
                    <a:pt x="2246" y="3510"/>
                  </a:lnTo>
                  <a:lnTo>
                    <a:pt x="2427" y="3410"/>
                  </a:lnTo>
                  <a:lnTo>
                    <a:pt x="2627" y="3289"/>
                  </a:lnTo>
                  <a:lnTo>
                    <a:pt x="2848" y="3209"/>
                  </a:lnTo>
                  <a:lnTo>
                    <a:pt x="3129" y="3109"/>
                  </a:lnTo>
                  <a:lnTo>
                    <a:pt x="3409" y="3049"/>
                  </a:lnTo>
                  <a:lnTo>
                    <a:pt x="3670" y="3009"/>
                  </a:lnTo>
                  <a:lnTo>
                    <a:pt x="3951" y="2989"/>
                  </a:lnTo>
                  <a:lnTo>
                    <a:pt x="4232" y="3009"/>
                  </a:lnTo>
                  <a:lnTo>
                    <a:pt x="4673" y="2708"/>
                  </a:lnTo>
                  <a:lnTo>
                    <a:pt x="5134" y="2467"/>
                  </a:lnTo>
                  <a:lnTo>
                    <a:pt x="5615" y="2247"/>
                  </a:lnTo>
                  <a:lnTo>
                    <a:pt x="6117" y="2066"/>
                  </a:lnTo>
                  <a:lnTo>
                    <a:pt x="6638" y="1926"/>
                  </a:lnTo>
                  <a:lnTo>
                    <a:pt x="7160" y="1805"/>
                  </a:lnTo>
                  <a:lnTo>
                    <a:pt x="7681" y="1725"/>
                  </a:lnTo>
                  <a:lnTo>
                    <a:pt x="8223" y="1685"/>
                  </a:lnTo>
                  <a:lnTo>
                    <a:pt x="7922" y="1504"/>
                  </a:lnTo>
                  <a:lnTo>
                    <a:pt x="7621" y="1324"/>
                  </a:lnTo>
                  <a:lnTo>
                    <a:pt x="7320" y="1184"/>
                  </a:lnTo>
                  <a:lnTo>
                    <a:pt x="7019" y="1043"/>
                  </a:lnTo>
                  <a:lnTo>
                    <a:pt x="6698" y="943"/>
                  </a:lnTo>
                  <a:lnTo>
                    <a:pt x="6378" y="843"/>
                  </a:lnTo>
                  <a:lnTo>
                    <a:pt x="6057" y="783"/>
                  </a:lnTo>
                  <a:lnTo>
                    <a:pt x="5716" y="742"/>
                  </a:lnTo>
                  <a:lnTo>
                    <a:pt x="5696" y="722"/>
                  </a:lnTo>
                  <a:lnTo>
                    <a:pt x="5716" y="722"/>
                  </a:lnTo>
                  <a:lnTo>
                    <a:pt x="6097" y="742"/>
                  </a:lnTo>
                  <a:lnTo>
                    <a:pt x="6458" y="803"/>
                  </a:lnTo>
                  <a:lnTo>
                    <a:pt x="6819" y="883"/>
                  </a:lnTo>
                  <a:lnTo>
                    <a:pt x="7180" y="983"/>
                  </a:lnTo>
                  <a:lnTo>
                    <a:pt x="7521" y="1123"/>
                  </a:lnTo>
                  <a:lnTo>
                    <a:pt x="7841" y="1264"/>
                  </a:lnTo>
                  <a:lnTo>
                    <a:pt x="8162" y="1444"/>
                  </a:lnTo>
                  <a:lnTo>
                    <a:pt x="8483" y="1645"/>
                  </a:lnTo>
                  <a:lnTo>
                    <a:pt x="8604" y="1484"/>
                  </a:lnTo>
                  <a:lnTo>
                    <a:pt x="8664" y="1404"/>
                  </a:lnTo>
                  <a:lnTo>
                    <a:pt x="8744" y="1364"/>
                  </a:lnTo>
                  <a:lnTo>
                    <a:pt x="8764" y="1344"/>
                  </a:lnTo>
                  <a:lnTo>
                    <a:pt x="8804" y="1344"/>
                  </a:lnTo>
                  <a:lnTo>
                    <a:pt x="8824" y="1364"/>
                  </a:lnTo>
                  <a:lnTo>
                    <a:pt x="8824" y="1404"/>
                  </a:lnTo>
                  <a:lnTo>
                    <a:pt x="8824" y="1424"/>
                  </a:lnTo>
                  <a:lnTo>
                    <a:pt x="8804" y="1504"/>
                  </a:lnTo>
                  <a:lnTo>
                    <a:pt x="8784" y="1565"/>
                  </a:lnTo>
                  <a:lnTo>
                    <a:pt x="8704" y="1665"/>
                  </a:lnTo>
                  <a:lnTo>
                    <a:pt x="8824" y="1665"/>
                  </a:lnTo>
                  <a:lnTo>
                    <a:pt x="9346" y="1685"/>
                  </a:lnTo>
                  <a:lnTo>
                    <a:pt x="9867" y="1725"/>
                  </a:lnTo>
                  <a:lnTo>
                    <a:pt x="10388" y="1785"/>
                  </a:lnTo>
                  <a:lnTo>
                    <a:pt x="10910" y="1865"/>
                  </a:lnTo>
                  <a:lnTo>
                    <a:pt x="11552" y="2006"/>
                  </a:lnTo>
                  <a:lnTo>
                    <a:pt x="11552" y="2006"/>
                  </a:lnTo>
                  <a:lnTo>
                    <a:pt x="11391" y="1625"/>
                  </a:lnTo>
                  <a:lnTo>
                    <a:pt x="11090" y="1605"/>
                  </a:lnTo>
                  <a:lnTo>
                    <a:pt x="10769" y="1525"/>
                  </a:lnTo>
                  <a:lnTo>
                    <a:pt x="10429" y="1404"/>
                  </a:lnTo>
                  <a:lnTo>
                    <a:pt x="10068" y="1224"/>
                  </a:lnTo>
                  <a:lnTo>
                    <a:pt x="9506" y="943"/>
                  </a:lnTo>
                  <a:lnTo>
                    <a:pt x="8944" y="682"/>
                  </a:lnTo>
                  <a:lnTo>
                    <a:pt x="8403" y="482"/>
                  </a:lnTo>
                  <a:lnTo>
                    <a:pt x="7841" y="301"/>
                  </a:lnTo>
                  <a:lnTo>
                    <a:pt x="7280" y="181"/>
                  </a:lnTo>
                  <a:lnTo>
                    <a:pt x="6738" y="81"/>
                  </a:lnTo>
                  <a:lnTo>
                    <a:pt x="6197" y="20"/>
                  </a:lnTo>
                  <a:lnTo>
                    <a:pt x="565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26"/>
            <p:cNvSpPr/>
            <p:nvPr/>
          </p:nvSpPr>
          <p:spPr>
            <a:xfrm>
              <a:off x="10716375" y="4375625"/>
              <a:ext cx="391075" cy="391075"/>
            </a:xfrm>
            <a:custGeom>
              <a:avLst/>
              <a:gdLst/>
              <a:ahLst/>
              <a:cxnLst/>
              <a:rect l="l" t="t" r="r" b="b"/>
              <a:pathLst>
                <a:path w="15643" h="15643" fill="none" extrusionOk="0">
                  <a:moveTo>
                    <a:pt x="5656" y="0"/>
                  </a:moveTo>
                  <a:lnTo>
                    <a:pt x="5656" y="0"/>
                  </a:lnTo>
                  <a:lnTo>
                    <a:pt x="5094" y="20"/>
                  </a:lnTo>
                  <a:lnTo>
                    <a:pt x="4532" y="101"/>
                  </a:lnTo>
                  <a:lnTo>
                    <a:pt x="3991" y="201"/>
                  </a:lnTo>
                  <a:lnTo>
                    <a:pt x="3470" y="361"/>
                  </a:lnTo>
                  <a:lnTo>
                    <a:pt x="3209" y="462"/>
                  </a:lnTo>
                  <a:lnTo>
                    <a:pt x="2968" y="562"/>
                  </a:lnTo>
                  <a:lnTo>
                    <a:pt x="2728" y="682"/>
                  </a:lnTo>
                  <a:lnTo>
                    <a:pt x="2507" y="803"/>
                  </a:lnTo>
                  <a:lnTo>
                    <a:pt x="2286" y="943"/>
                  </a:lnTo>
                  <a:lnTo>
                    <a:pt x="2066" y="1083"/>
                  </a:lnTo>
                  <a:lnTo>
                    <a:pt x="1865" y="1244"/>
                  </a:lnTo>
                  <a:lnTo>
                    <a:pt x="1665" y="1404"/>
                  </a:lnTo>
                  <a:lnTo>
                    <a:pt x="1484" y="1585"/>
                  </a:lnTo>
                  <a:lnTo>
                    <a:pt x="1304" y="1765"/>
                  </a:lnTo>
                  <a:lnTo>
                    <a:pt x="1143" y="1966"/>
                  </a:lnTo>
                  <a:lnTo>
                    <a:pt x="983" y="2166"/>
                  </a:lnTo>
                  <a:lnTo>
                    <a:pt x="842" y="2387"/>
                  </a:lnTo>
                  <a:lnTo>
                    <a:pt x="702" y="2607"/>
                  </a:lnTo>
                  <a:lnTo>
                    <a:pt x="582" y="2828"/>
                  </a:lnTo>
                  <a:lnTo>
                    <a:pt x="461" y="3089"/>
                  </a:lnTo>
                  <a:lnTo>
                    <a:pt x="361" y="3329"/>
                  </a:lnTo>
                  <a:lnTo>
                    <a:pt x="261" y="3590"/>
                  </a:lnTo>
                  <a:lnTo>
                    <a:pt x="181" y="3871"/>
                  </a:lnTo>
                  <a:lnTo>
                    <a:pt x="121" y="4152"/>
                  </a:lnTo>
                  <a:lnTo>
                    <a:pt x="80" y="4432"/>
                  </a:lnTo>
                  <a:lnTo>
                    <a:pt x="40" y="4733"/>
                  </a:lnTo>
                  <a:lnTo>
                    <a:pt x="20" y="5034"/>
                  </a:lnTo>
                  <a:lnTo>
                    <a:pt x="0" y="5355"/>
                  </a:lnTo>
                  <a:lnTo>
                    <a:pt x="0" y="5355"/>
                  </a:lnTo>
                  <a:lnTo>
                    <a:pt x="0" y="5375"/>
                  </a:lnTo>
                  <a:lnTo>
                    <a:pt x="0" y="5375"/>
                  </a:lnTo>
                  <a:lnTo>
                    <a:pt x="20" y="5836"/>
                  </a:lnTo>
                  <a:lnTo>
                    <a:pt x="80" y="6298"/>
                  </a:lnTo>
                  <a:lnTo>
                    <a:pt x="181" y="6739"/>
                  </a:lnTo>
                  <a:lnTo>
                    <a:pt x="301" y="7200"/>
                  </a:lnTo>
                  <a:lnTo>
                    <a:pt x="461" y="7661"/>
                  </a:lnTo>
                  <a:lnTo>
                    <a:pt x="642" y="8122"/>
                  </a:lnTo>
                  <a:lnTo>
                    <a:pt x="863" y="8564"/>
                  </a:lnTo>
                  <a:lnTo>
                    <a:pt x="1103" y="9025"/>
                  </a:lnTo>
                  <a:lnTo>
                    <a:pt x="1384" y="9466"/>
                  </a:lnTo>
                  <a:lnTo>
                    <a:pt x="1665" y="9887"/>
                  </a:lnTo>
                  <a:lnTo>
                    <a:pt x="1986" y="10328"/>
                  </a:lnTo>
                  <a:lnTo>
                    <a:pt x="2327" y="10750"/>
                  </a:lnTo>
                  <a:lnTo>
                    <a:pt x="2667" y="11151"/>
                  </a:lnTo>
                  <a:lnTo>
                    <a:pt x="3048" y="11552"/>
                  </a:lnTo>
                  <a:lnTo>
                    <a:pt x="3429" y="11953"/>
                  </a:lnTo>
                  <a:lnTo>
                    <a:pt x="3831" y="12314"/>
                  </a:lnTo>
                  <a:lnTo>
                    <a:pt x="4232" y="12675"/>
                  </a:lnTo>
                  <a:lnTo>
                    <a:pt x="4653" y="13016"/>
                  </a:lnTo>
                  <a:lnTo>
                    <a:pt x="5074" y="13357"/>
                  </a:lnTo>
                  <a:lnTo>
                    <a:pt x="5515" y="13658"/>
                  </a:lnTo>
                  <a:lnTo>
                    <a:pt x="5936" y="13958"/>
                  </a:lnTo>
                  <a:lnTo>
                    <a:pt x="6378" y="14239"/>
                  </a:lnTo>
                  <a:lnTo>
                    <a:pt x="6819" y="14480"/>
                  </a:lnTo>
                  <a:lnTo>
                    <a:pt x="7260" y="14720"/>
                  </a:lnTo>
                  <a:lnTo>
                    <a:pt x="7701" y="14921"/>
                  </a:lnTo>
                  <a:lnTo>
                    <a:pt x="8122" y="15101"/>
                  </a:lnTo>
                  <a:lnTo>
                    <a:pt x="8563" y="15262"/>
                  </a:lnTo>
                  <a:lnTo>
                    <a:pt x="8985" y="15402"/>
                  </a:lnTo>
                  <a:lnTo>
                    <a:pt x="9386" y="15503"/>
                  </a:lnTo>
                  <a:lnTo>
                    <a:pt x="9787" y="15583"/>
                  </a:lnTo>
                  <a:lnTo>
                    <a:pt x="10168" y="15623"/>
                  </a:lnTo>
                  <a:lnTo>
                    <a:pt x="10529" y="15643"/>
                  </a:lnTo>
                  <a:lnTo>
                    <a:pt x="10529" y="15643"/>
                  </a:lnTo>
                  <a:lnTo>
                    <a:pt x="10789" y="15643"/>
                  </a:lnTo>
                  <a:lnTo>
                    <a:pt x="10789" y="15643"/>
                  </a:lnTo>
                  <a:lnTo>
                    <a:pt x="11050" y="15603"/>
                  </a:lnTo>
                  <a:lnTo>
                    <a:pt x="11331" y="15563"/>
                  </a:lnTo>
                  <a:lnTo>
                    <a:pt x="11612" y="15503"/>
                  </a:lnTo>
                  <a:lnTo>
                    <a:pt x="11892" y="15442"/>
                  </a:lnTo>
                  <a:lnTo>
                    <a:pt x="12494" y="15262"/>
                  </a:lnTo>
                  <a:lnTo>
                    <a:pt x="13116" y="15021"/>
                  </a:lnTo>
                  <a:lnTo>
                    <a:pt x="13738" y="14740"/>
                  </a:lnTo>
                  <a:lnTo>
                    <a:pt x="14379" y="14420"/>
                  </a:lnTo>
                  <a:lnTo>
                    <a:pt x="15001" y="14039"/>
                  </a:lnTo>
                  <a:lnTo>
                    <a:pt x="15643" y="13637"/>
                  </a:lnTo>
                  <a:lnTo>
                    <a:pt x="15643" y="13637"/>
                  </a:lnTo>
                  <a:lnTo>
                    <a:pt x="15061" y="13818"/>
                  </a:lnTo>
                  <a:lnTo>
                    <a:pt x="14480" y="13958"/>
                  </a:lnTo>
                  <a:lnTo>
                    <a:pt x="13898" y="14059"/>
                  </a:lnTo>
                  <a:lnTo>
                    <a:pt x="13296" y="14139"/>
                  </a:lnTo>
                  <a:lnTo>
                    <a:pt x="13296" y="14139"/>
                  </a:lnTo>
                  <a:lnTo>
                    <a:pt x="13236" y="14460"/>
                  </a:lnTo>
                  <a:lnTo>
                    <a:pt x="13156" y="14801"/>
                  </a:lnTo>
                  <a:lnTo>
                    <a:pt x="13156" y="14801"/>
                  </a:lnTo>
                  <a:lnTo>
                    <a:pt x="13136" y="14841"/>
                  </a:lnTo>
                  <a:lnTo>
                    <a:pt x="13076" y="14861"/>
                  </a:lnTo>
                  <a:lnTo>
                    <a:pt x="13076" y="14861"/>
                  </a:lnTo>
                  <a:lnTo>
                    <a:pt x="13036" y="14861"/>
                  </a:lnTo>
                  <a:lnTo>
                    <a:pt x="13016" y="14821"/>
                  </a:lnTo>
                  <a:lnTo>
                    <a:pt x="12995" y="14801"/>
                  </a:lnTo>
                  <a:lnTo>
                    <a:pt x="12975" y="14740"/>
                  </a:lnTo>
                  <a:lnTo>
                    <a:pt x="12975" y="14740"/>
                  </a:lnTo>
                  <a:lnTo>
                    <a:pt x="13056" y="14159"/>
                  </a:lnTo>
                  <a:lnTo>
                    <a:pt x="13056" y="14159"/>
                  </a:lnTo>
                  <a:lnTo>
                    <a:pt x="12695" y="14179"/>
                  </a:lnTo>
                  <a:lnTo>
                    <a:pt x="12334" y="14179"/>
                  </a:lnTo>
                  <a:lnTo>
                    <a:pt x="12334" y="14179"/>
                  </a:lnTo>
                  <a:lnTo>
                    <a:pt x="11752" y="14159"/>
                  </a:lnTo>
                  <a:lnTo>
                    <a:pt x="11171" y="14099"/>
                  </a:lnTo>
                  <a:lnTo>
                    <a:pt x="10569" y="14019"/>
                  </a:lnTo>
                  <a:lnTo>
                    <a:pt x="9967" y="13858"/>
                  </a:lnTo>
                  <a:lnTo>
                    <a:pt x="9967" y="13858"/>
                  </a:lnTo>
                  <a:lnTo>
                    <a:pt x="9867" y="13958"/>
                  </a:lnTo>
                  <a:lnTo>
                    <a:pt x="9727" y="14019"/>
                  </a:lnTo>
                  <a:lnTo>
                    <a:pt x="9727" y="14019"/>
                  </a:lnTo>
                  <a:lnTo>
                    <a:pt x="9506" y="14039"/>
                  </a:lnTo>
                  <a:lnTo>
                    <a:pt x="9285" y="14059"/>
                  </a:lnTo>
                  <a:lnTo>
                    <a:pt x="9285" y="14059"/>
                  </a:lnTo>
                  <a:lnTo>
                    <a:pt x="9105" y="14059"/>
                  </a:lnTo>
                  <a:lnTo>
                    <a:pt x="8924" y="14039"/>
                  </a:lnTo>
                  <a:lnTo>
                    <a:pt x="8543" y="13958"/>
                  </a:lnTo>
                  <a:lnTo>
                    <a:pt x="8142" y="13838"/>
                  </a:lnTo>
                  <a:lnTo>
                    <a:pt x="7741" y="13678"/>
                  </a:lnTo>
                  <a:lnTo>
                    <a:pt x="7320" y="13457"/>
                  </a:lnTo>
                  <a:lnTo>
                    <a:pt x="6879" y="13216"/>
                  </a:lnTo>
                  <a:lnTo>
                    <a:pt x="6458" y="12936"/>
                  </a:lnTo>
                  <a:lnTo>
                    <a:pt x="6017" y="12635"/>
                  </a:lnTo>
                  <a:lnTo>
                    <a:pt x="5575" y="12294"/>
                  </a:lnTo>
                  <a:lnTo>
                    <a:pt x="5154" y="11913"/>
                  </a:lnTo>
                  <a:lnTo>
                    <a:pt x="4733" y="11532"/>
                  </a:lnTo>
                  <a:lnTo>
                    <a:pt x="4312" y="11131"/>
                  </a:lnTo>
                  <a:lnTo>
                    <a:pt x="3911" y="10689"/>
                  </a:lnTo>
                  <a:lnTo>
                    <a:pt x="3530" y="10248"/>
                  </a:lnTo>
                  <a:lnTo>
                    <a:pt x="3169" y="9807"/>
                  </a:lnTo>
                  <a:lnTo>
                    <a:pt x="2828" y="9346"/>
                  </a:lnTo>
                  <a:lnTo>
                    <a:pt x="2527" y="8865"/>
                  </a:lnTo>
                  <a:lnTo>
                    <a:pt x="2226" y="8403"/>
                  </a:lnTo>
                  <a:lnTo>
                    <a:pt x="1986" y="7942"/>
                  </a:lnTo>
                  <a:lnTo>
                    <a:pt x="1765" y="7461"/>
                  </a:lnTo>
                  <a:lnTo>
                    <a:pt x="1584" y="7019"/>
                  </a:lnTo>
                  <a:lnTo>
                    <a:pt x="1424" y="6558"/>
                  </a:lnTo>
                  <a:lnTo>
                    <a:pt x="1324" y="6117"/>
                  </a:lnTo>
                  <a:lnTo>
                    <a:pt x="1284" y="5696"/>
                  </a:lnTo>
                  <a:lnTo>
                    <a:pt x="1264" y="5495"/>
                  </a:lnTo>
                  <a:lnTo>
                    <a:pt x="1264" y="5295"/>
                  </a:lnTo>
                  <a:lnTo>
                    <a:pt x="1284" y="5094"/>
                  </a:lnTo>
                  <a:lnTo>
                    <a:pt x="1324" y="4914"/>
                  </a:lnTo>
                  <a:lnTo>
                    <a:pt x="1364" y="4733"/>
                  </a:lnTo>
                  <a:lnTo>
                    <a:pt x="1424" y="4553"/>
                  </a:lnTo>
                  <a:lnTo>
                    <a:pt x="1484" y="4372"/>
                  </a:lnTo>
                  <a:lnTo>
                    <a:pt x="1584" y="4212"/>
                  </a:lnTo>
                  <a:lnTo>
                    <a:pt x="1685" y="4051"/>
                  </a:lnTo>
                  <a:lnTo>
                    <a:pt x="1805" y="3911"/>
                  </a:lnTo>
                  <a:lnTo>
                    <a:pt x="1925" y="3771"/>
                  </a:lnTo>
                  <a:lnTo>
                    <a:pt x="2086" y="3630"/>
                  </a:lnTo>
                  <a:lnTo>
                    <a:pt x="2246" y="3510"/>
                  </a:lnTo>
                  <a:lnTo>
                    <a:pt x="2427" y="3410"/>
                  </a:lnTo>
                  <a:lnTo>
                    <a:pt x="2627" y="3289"/>
                  </a:lnTo>
                  <a:lnTo>
                    <a:pt x="2848" y="3209"/>
                  </a:lnTo>
                  <a:lnTo>
                    <a:pt x="2848" y="3209"/>
                  </a:lnTo>
                  <a:lnTo>
                    <a:pt x="3129" y="3109"/>
                  </a:lnTo>
                  <a:lnTo>
                    <a:pt x="3409" y="3049"/>
                  </a:lnTo>
                  <a:lnTo>
                    <a:pt x="3670" y="3009"/>
                  </a:lnTo>
                  <a:lnTo>
                    <a:pt x="3951" y="2989"/>
                  </a:lnTo>
                  <a:lnTo>
                    <a:pt x="3951" y="2989"/>
                  </a:lnTo>
                  <a:lnTo>
                    <a:pt x="4232" y="3009"/>
                  </a:lnTo>
                  <a:lnTo>
                    <a:pt x="4232" y="3009"/>
                  </a:lnTo>
                  <a:lnTo>
                    <a:pt x="4673" y="2708"/>
                  </a:lnTo>
                  <a:lnTo>
                    <a:pt x="5134" y="2467"/>
                  </a:lnTo>
                  <a:lnTo>
                    <a:pt x="5615" y="2247"/>
                  </a:lnTo>
                  <a:lnTo>
                    <a:pt x="6117" y="2066"/>
                  </a:lnTo>
                  <a:lnTo>
                    <a:pt x="6638" y="1926"/>
                  </a:lnTo>
                  <a:lnTo>
                    <a:pt x="7160" y="1805"/>
                  </a:lnTo>
                  <a:lnTo>
                    <a:pt x="7681" y="1725"/>
                  </a:lnTo>
                  <a:lnTo>
                    <a:pt x="8223" y="1685"/>
                  </a:lnTo>
                  <a:lnTo>
                    <a:pt x="8223" y="1685"/>
                  </a:lnTo>
                  <a:lnTo>
                    <a:pt x="7922" y="1504"/>
                  </a:lnTo>
                  <a:lnTo>
                    <a:pt x="7621" y="1324"/>
                  </a:lnTo>
                  <a:lnTo>
                    <a:pt x="7320" y="1184"/>
                  </a:lnTo>
                  <a:lnTo>
                    <a:pt x="7019" y="1043"/>
                  </a:lnTo>
                  <a:lnTo>
                    <a:pt x="6698" y="943"/>
                  </a:lnTo>
                  <a:lnTo>
                    <a:pt x="6378" y="843"/>
                  </a:lnTo>
                  <a:lnTo>
                    <a:pt x="6057" y="783"/>
                  </a:lnTo>
                  <a:lnTo>
                    <a:pt x="5716" y="742"/>
                  </a:lnTo>
                  <a:lnTo>
                    <a:pt x="5716" y="742"/>
                  </a:lnTo>
                  <a:lnTo>
                    <a:pt x="5696" y="722"/>
                  </a:lnTo>
                  <a:lnTo>
                    <a:pt x="5716" y="722"/>
                  </a:lnTo>
                  <a:lnTo>
                    <a:pt x="5716" y="722"/>
                  </a:lnTo>
                  <a:lnTo>
                    <a:pt x="5716" y="722"/>
                  </a:lnTo>
                  <a:lnTo>
                    <a:pt x="5716" y="722"/>
                  </a:lnTo>
                  <a:lnTo>
                    <a:pt x="6097" y="742"/>
                  </a:lnTo>
                  <a:lnTo>
                    <a:pt x="6458" y="803"/>
                  </a:lnTo>
                  <a:lnTo>
                    <a:pt x="6819" y="883"/>
                  </a:lnTo>
                  <a:lnTo>
                    <a:pt x="7180" y="983"/>
                  </a:lnTo>
                  <a:lnTo>
                    <a:pt x="7521" y="1123"/>
                  </a:lnTo>
                  <a:lnTo>
                    <a:pt x="7841" y="1264"/>
                  </a:lnTo>
                  <a:lnTo>
                    <a:pt x="8162" y="1444"/>
                  </a:lnTo>
                  <a:lnTo>
                    <a:pt x="8483" y="1645"/>
                  </a:lnTo>
                  <a:lnTo>
                    <a:pt x="8483" y="1645"/>
                  </a:lnTo>
                  <a:lnTo>
                    <a:pt x="8604" y="1484"/>
                  </a:lnTo>
                  <a:lnTo>
                    <a:pt x="8664" y="1404"/>
                  </a:lnTo>
                  <a:lnTo>
                    <a:pt x="8744" y="1364"/>
                  </a:lnTo>
                  <a:lnTo>
                    <a:pt x="8744" y="1364"/>
                  </a:lnTo>
                  <a:lnTo>
                    <a:pt x="8764" y="1344"/>
                  </a:lnTo>
                  <a:lnTo>
                    <a:pt x="8764" y="1344"/>
                  </a:lnTo>
                  <a:lnTo>
                    <a:pt x="8804" y="1344"/>
                  </a:lnTo>
                  <a:lnTo>
                    <a:pt x="8824" y="1364"/>
                  </a:lnTo>
                  <a:lnTo>
                    <a:pt x="8824" y="1404"/>
                  </a:lnTo>
                  <a:lnTo>
                    <a:pt x="8824" y="1424"/>
                  </a:lnTo>
                  <a:lnTo>
                    <a:pt x="8824" y="1424"/>
                  </a:lnTo>
                  <a:lnTo>
                    <a:pt x="8804" y="1504"/>
                  </a:lnTo>
                  <a:lnTo>
                    <a:pt x="8784" y="1565"/>
                  </a:lnTo>
                  <a:lnTo>
                    <a:pt x="8704" y="1665"/>
                  </a:lnTo>
                  <a:lnTo>
                    <a:pt x="8704" y="1665"/>
                  </a:lnTo>
                  <a:lnTo>
                    <a:pt x="8824" y="1665"/>
                  </a:lnTo>
                  <a:lnTo>
                    <a:pt x="8824" y="1665"/>
                  </a:lnTo>
                  <a:lnTo>
                    <a:pt x="9346" y="1685"/>
                  </a:lnTo>
                  <a:lnTo>
                    <a:pt x="9867" y="1725"/>
                  </a:lnTo>
                  <a:lnTo>
                    <a:pt x="10388" y="1785"/>
                  </a:lnTo>
                  <a:lnTo>
                    <a:pt x="10910" y="1865"/>
                  </a:lnTo>
                  <a:lnTo>
                    <a:pt x="10910" y="1865"/>
                  </a:lnTo>
                  <a:lnTo>
                    <a:pt x="11552" y="2006"/>
                  </a:lnTo>
                  <a:lnTo>
                    <a:pt x="11552" y="2006"/>
                  </a:lnTo>
                  <a:lnTo>
                    <a:pt x="11391" y="1625"/>
                  </a:lnTo>
                  <a:lnTo>
                    <a:pt x="11391" y="1625"/>
                  </a:lnTo>
                  <a:lnTo>
                    <a:pt x="11090" y="1605"/>
                  </a:lnTo>
                  <a:lnTo>
                    <a:pt x="10769" y="1525"/>
                  </a:lnTo>
                  <a:lnTo>
                    <a:pt x="10429" y="1404"/>
                  </a:lnTo>
                  <a:lnTo>
                    <a:pt x="10068" y="1224"/>
                  </a:lnTo>
                  <a:lnTo>
                    <a:pt x="10068" y="1224"/>
                  </a:lnTo>
                  <a:lnTo>
                    <a:pt x="9506" y="943"/>
                  </a:lnTo>
                  <a:lnTo>
                    <a:pt x="8944" y="682"/>
                  </a:lnTo>
                  <a:lnTo>
                    <a:pt x="8403" y="482"/>
                  </a:lnTo>
                  <a:lnTo>
                    <a:pt x="7841" y="301"/>
                  </a:lnTo>
                  <a:lnTo>
                    <a:pt x="7280" y="181"/>
                  </a:lnTo>
                  <a:lnTo>
                    <a:pt x="6738" y="81"/>
                  </a:lnTo>
                  <a:lnTo>
                    <a:pt x="6197" y="20"/>
                  </a:lnTo>
                  <a:lnTo>
                    <a:pt x="565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26"/>
            <p:cNvSpPr/>
            <p:nvPr/>
          </p:nvSpPr>
          <p:spPr>
            <a:xfrm>
              <a:off x="10747950" y="4450325"/>
              <a:ext cx="217625" cy="276775"/>
            </a:xfrm>
            <a:custGeom>
              <a:avLst/>
              <a:gdLst/>
              <a:ahLst/>
              <a:cxnLst/>
              <a:rect l="l" t="t" r="r" b="b"/>
              <a:pathLst>
                <a:path w="8705" h="11071" extrusionOk="0">
                  <a:moveTo>
                    <a:pt x="2688" y="1"/>
                  </a:moveTo>
                  <a:lnTo>
                    <a:pt x="2407" y="21"/>
                  </a:lnTo>
                  <a:lnTo>
                    <a:pt x="2146" y="61"/>
                  </a:lnTo>
                  <a:lnTo>
                    <a:pt x="1866" y="121"/>
                  </a:lnTo>
                  <a:lnTo>
                    <a:pt x="1585" y="221"/>
                  </a:lnTo>
                  <a:lnTo>
                    <a:pt x="1364" y="301"/>
                  </a:lnTo>
                  <a:lnTo>
                    <a:pt x="1164" y="422"/>
                  </a:lnTo>
                  <a:lnTo>
                    <a:pt x="983" y="522"/>
                  </a:lnTo>
                  <a:lnTo>
                    <a:pt x="823" y="642"/>
                  </a:lnTo>
                  <a:lnTo>
                    <a:pt x="662" y="783"/>
                  </a:lnTo>
                  <a:lnTo>
                    <a:pt x="542" y="923"/>
                  </a:lnTo>
                  <a:lnTo>
                    <a:pt x="422" y="1063"/>
                  </a:lnTo>
                  <a:lnTo>
                    <a:pt x="321" y="1224"/>
                  </a:lnTo>
                  <a:lnTo>
                    <a:pt x="221" y="1384"/>
                  </a:lnTo>
                  <a:lnTo>
                    <a:pt x="161" y="1565"/>
                  </a:lnTo>
                  <a:lnTo>
                    <a:pt x="101" y="1745"/>
                  </a:lnTo>
                  <a:lnTo>
                    <a:pt x="61" y="1926"/>
                  </a:lnTo>
                  <a:lnTo>
                    <a:pt x="21" y="2106"/>
                  </a:lnTo>
                  <a:lnTo>
                    <a:pt x="1" y="2307"/>
                  </a:lnTo>
                  <a:lnTo>
                    <a:pt x="1" y="2507"/>
                  </a:lnTo>
                  <a:lnTo>
                    <a:pt x="21" y="2708"/>
                  </a:lnTo>
                  <a:lnTo>
                    <a:pt x="61" y="3129"/>
                  </a:lnTo>
                  <a:lnTo>
                    <a:pt x="161" y="3570"/>
                  </a:lnTo>
                  <a:lnTo>
                    <a:pt x="321" y="4031"/>
                  </a:lnTo>
                  <a:lnTo>
                    <a:pt x="502" y="4473"/>
                  </a:lnTo>
                  <a:lnTo>
                    <a:pt x="723" y="4954"/>
                  </a:lnTo>
                  <a:lnTo>
                    <a:pt x="963" y="5415"/>
                  </a:lnTo>
                  <a:lnTo>
                    <a:pt x="1264" y="5877"/>
                  </a:lnTo>
                  <a:lnTo>
                    <a:pt x="1565" y="6358"/>
                  </a:lnTo>
                  <a:lnTo>
                    <a:pt x="1906" y="6819"/>
                  </a:lnTo>
                  <a:lnTo>
                    <a:pt x="2267" y="7260"/>
                  </a:lnTo>
                  <a:lnTo>
                    <a:pt x="2648" y="7701"/>
                  </a:lnTo>
                  <a:lnTo>
                    <a:pt x="3049" y="8143"/>
                  </a:lnTo>
                  <a:lnTo>
                    <a:pt x="3470" y="8544"/>
                  </a:lnTo>
                  <a:lnTo>
                    <a:pt x="3891" y="8925"/>
                  </a:lnTo>
                  <a:lnTo>
                    <a:pt x="4312" y="9306"/>
                  </a:lnTo>
                  <a:lnTo>
                    <a:pt x="4754" y="9647"/>
                  </a:lnTo>
                  <a:lnTo>
                    <a:pt x="5195" y="9948"/>
                  </a:lnTo>
                  <a:lnTo>
                    <a:pt x="5616" y="10228"/>
                  </a:lnTo>
                  <a:lnTo>
                    <a:pt x="6057" y="10469"/>
                  </a:lnTo>
                  <a:lnTo>
                    <a:pt x="6478" y="10690"/>
                  </a:lnTo>
                  <a:lnTo>
                    <a:pt x="6879" y="10850"/>
                  </a:lnTo>
                  <a:lnTo>
                    <a:pt x="7280" y="10970"/>
                  </a:lnTo>
                  <a:lnTo>
                    <a:pt x="7661" y="11051"/>
                  </a:lnTo>
                  <a:lnTo>
                    <a:pt x="7842" y="11071"/>
                  </a:lnTo>
                  <a:lnTo>
                    <a:pt x="8022" y="11071"/>
                  </a:lnTo>
                  <a:lnTo>
                    <a:pt x="8243" y="11051"/>
                  </a:lnTo>
                  <a:lnTo>
                    <a:pt x="8464" y="11031"/>
                  </a:lnTo>
                  <a:lnTo>
                    <a:pt x="8604" y="10970"/>
                  </a:lnTo>
                  <a:lnTo>
                    <a:pt x="8704" y="10870"/>
                  </a:lnTo>
                  <a:lnTo>
                    <a:pt x="8664" y="10870"/>
                  </a:lnTo>
                  <a:lnTo>
                    <a:pt x="8103" y="10690"/>
                  </a:lnTo>
                  <a:lnTo>
                    <a:pt x="7561" y="10489"/>
                  </a:lnTo>
                  <a:lnTo>
                    <a:pt x="7040" y="10248"/>
                  </a:lnTo>
                  <a:lnTo>
                    <a:pt x="6518" y="9988"/>
                  </a:lnTo>
                  <a:lnTo>
                    <a:pt x="6017" y="9687"/>
                  </a:lnTo>
                  <a:lnTo>
                    <a:pt x="5556" y="9366"/>
                  </a:lnTo>
                  <a:lnTo>
                    <a:pt x="5094" y="9005"/>
                  </a:lnTo>
                  <a:lnTo>
                    <a:pt x="4673" y="8624"/>
                  </a:lnTo>
                  <a:lnTo>
                    <a:pt x="4252" y="8223"/>
                  </a:lnTo>
                  <a:lnTo>
                    <a:pt x="3871" y="7802"/>
                  </a:lnTo>
                  <a:lnTo>
                    <a:pt x="3510" y="7340"/>
                  </a:lnTo>
                  <a:lnTo>
                    <a:pt x="3169" y="6879"/>
                  </a:lnTo>
                  <a:lnTo>
                    <a:pt x="2868" y="6378"/>
                  </a:lnTo>
                  <a:lnTo>
                    <a:pt x="2608" y="5877"/>
                  </a:lnTo>
                  <a:lnTo>
                    <a:pt x="2347" y="5335"/>
                  </a:lnTo>
                  <a:lnTo>
                    <a:pt x="2146" y="4794"/>
                  </a:lnTo>
                  <a:lnTo>
                    <a:pt x="2026" y="4473"/>
                  </a:lnTo>
                  <a:lnTo>
                    <a:pt x="1926" y="4152"/>
                  </a:lnTo>
                  <a:lnTo>
                    <a:pt x="1846" y="3831"/>
                  </a:lnTo>
                  <a:lnTo>
                    <a:pt x="1785" y="3490"/>
                  </a:lnTo>
                  <a:lnTo>
                    <a:pt x="1725" y="3169"/>
                  </a:lnTo>
                  <a:lnTo>
                    <a:pt x="1685" y="2848"/>
                  </a:lnTo>
                  <a:lnTo>
                    <a:pt x="1685" y="2527"/>
                  </a:lnTo>
                  <a:lnTo>
                    <a:pt x="1705" y="2227"/>
                  </a:lnTo>
                  <a:lnTo>
                    <a:pt x="1745" y="1906"/>
                  </a:lnTo>
                  <a:lnTo>
                    <a:pt x="1806" y="1605"/>
                  </a:lnTo>
                  <a:lnTo>
                    <a:pt x="1906" y="1324"/>
                  </a:lnTo>
                  <a:lnTo>
                    <a:pt x="2046" y="1043"/>
                  </a:lnTo>
                  <a:lnTo>
                    <a:pt x="2207" y="763"/>
                  </a:lnTo>
                  <a:lnTo>
                    <a:pt x="2427" y="502"/>
                  </a:lnTo>
                  <a:lnTo>
                    <a:pt x="2668" y="261"/>
                  </a:lnTo>
                  <a:lnTo>
                    <a:pt x="2949" y="21"/>
                  </a:lnTo>
                  <a:lnTo>
                    <a:pt x="2969" y="21"/>
                  </a:lnTo>
                  <a:lnTo>
                    <a:pt x="268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26"/>
            <p:cNvSpPr/>
            <p:nvPr/>
          </p:nvSpPr>
          <p:spPr>
            <a:xfrm>
              <a:off x="10747950" y="4450325"/>
              <a:ext cx="217625" cy="276775"/>
            </a:xfrm>
            <a:custGeom>
              <a:avLst/>
              <a:gdLst/>
              <a:ahLst/>
              <a:cxnLst/>
              <a:rect l="l" t="t" r="r" b="b"/>
              <a:pathLst>
                <a:path w="8705" h="11071" fill="none" extrusionOk="0">
                  <a:moveTo>
                    <a:pt x="2688" y="1"/>
                  </a:moveTo>
                  <a:lnTo>
                    <a:pt x="2688" y="1"/>
                  </a:lnTo>
                  <a:lnTo>
                    <a:pt x="2407" y="21"/>
                  </a:lnTo>
                  <a:lnTo>
                    <a:pt x="2146" y="61"/>
                  </a:lnTo>
                  <a:lnTo>
                    <a:pt x="1866" y="121"/>
                  </a:lnTo>
                  <a:lnTo>
                    <a:pt x="1585" y="221"/>
                  </a:lnTo>
                  <a:lnTo>
                    <a:pt x="1585" y="221"/>
                  </a:lnTo>
                  <a:lnTo>
                    <a:pt x="1364" y="301"/>
                  </a:lnTo>
                  <a:lnTo>
                    <a:pt x="1164" y="422"/>
                  </a:lnTo>
                  <a:lnTo>
                    <a:pt x="983" y="522"/>
                  </a:lnTo>
                  <a:lnTo>
                    <a:pt x="823" y="642"/>
                  </a:lnTo>
                  <a:lnTo>
                    <a:pt x="662" y="783"/>
                  </a:lnTo>
                  <a:lnTo>
                    <a:pt x="542" y="923"/>
                  </a:lnTo>
                  <a:lnTo>
                    <a:pt x="422" y="1063"/>
                  </a:lnTo>
                  <a:lnTo>
                    <a:pt x="321" y="1224"/>
                  </a:lnTo>
                  <a:lnTo>
                    <a:pt x="221" y="1384"/>
                  </a:lnTo>
                  <a:lnTo>
                    <a:pt x="161" y="1565"/>
                  </a:lnTo>
                  <a:lnTo>
                    <a:pt x="101" y="1745"/>
                  </a:lnTo>
                  <a:lnTo>
                    <a:pt x="61" y="1926"/>
                  </a:lnTo>
                  <a:lnTo>
                    <a:pt x="21" y="2106"/>
                  </a:lnTo>
                  <a:lnTo>
                    <a:pt x="1" y="2307"/>
                  </a:lnTo>
                  <a:lnTo>
                    <a:pt x="1" y="2507"/>
                  </a:lnTo>
                  <a:lnTo>
                    <a:pt x="21" y="2708"/>
                  </a:lnTo>
                  <a:lnTo>
                    <a:pt x="61" y="3129"/>
                  </a:lnTo>
                  <a:lnTo>
                    <a:pt x="161" y="3570"/>
                  </a:lnTo>
                  <a:lnTo>
                    <a:pt x="321" y="4031"/>
                  </a:lnTo>
                  <a:lnTo>
                    <a:pt x="502" y="4473"/>
                  </a:lnTo>
                  <a:lnTo>
                    <a:pt x="723" y="4954"/>
                  </a:lnTo>
                  <a:lnTo>
                    <a:pt x="963" y="5415"/>
                  </a:lnTo>
                  <a:lnTo>
                    <a:pt x="1264" y="5877"/>
                  </a:lnTo>
                  <a:lnTo>
                    <a:pt x="1565" y="6358"/>
                  </a:lnTo>
                  <a:lnTo>
                    <a:pt x="1906" y="6819"/>
                  </a:lnTo>
                  <a:lnTo>
                    <a:pt x="2267" y="7260"/>
                  </a:lnTo>
                  <a:lnTo>
                    <a:pt x="2648" y="7701"/>
                  </a:lnTo>
                  <a:lnTo>
                    <a:pt x="3049" y="8143"/>
                  </a:lnTo>
                  <a:lnTo>
                    <a:pt x="3470" y="8544"/>
                  </a:lnTo>
                  <a:lnTo>
                    <a:pt x="3891" y="8925"/>
                  </a:lnTo>
                  <a:lnTo>
                    <a:pt x="4312" y="9306"/>
                  </a:lnTo>
                  <a:lnTo>
                    <a:pt x="4754" y="9647"/>
                  </a:lnTo>
                  <a:lnTo>
                    <a:pt x="5195" y="9948"/>
                  </a:lnTo>
                  <a:lnTo>
                    <a:pt x="5616" y="10228"/>
                  </a:lnTo>
                  <a:lnTo>
                    <a:pt x="6057" y="10469"/>
                  </a:lnTo>
                  <a:lnTo>
                    <a:pt x="6478" y="10690"/>
                  </a:lnTo>
                  <a:lnTo>
                    <a:pt x="6879" y="10850"/>
                  </a:lnTo>
                  <a:lnTo>
                    <a:pt x="7280" y="10970"/>
                  </a:lnTo>
                  <a:lnTo>
                    <a:pt x="7661" y="11051"/>
                  </a:lnTo>
                  <a:lnTo>
                    <a:pt x="7842" y="11071"/>
                  </a:lnTo>
                  <a:lnTo>
                    <a:pt x="8022" y="11071"/>
                  </a:lnTo>
                  <a:lnTo>
                    <a:pt x="8022" y="11071"/>
                  </a:lnTo>
                  <a:lnTo>
                    <a:pt x="8243" y="11051"/>
                  </a:lnTo>
                  <a:lnTo>
                    <a:pt x="8464" y="11031"/>
                  </a:lnTo>
                  <a:lnTo>
                    <a:pt x="8464" y="11031"/>
                  </a:lnTo>
                  <a:lnTo>
                    <a:pt x="8604" y="10970"/>
                  </a:lnTo>
                  <a:lnTo>
                    <a:pt x="8704" y="10870"/>
                  </a:lnTo>
                  <a:lnTo>
                    <a:pt x="8704" y="10870"/>
                  </a:lnTo>
                  <a:lnTo>
                    <a:pt x="8664" y="10870"/>
                  </a:lnTo>
                  <a:lnTo>
                    <a:pt x="8664" y="10870"/>
                  </a:lnTo>
                  <a:lnTo>
                    <a:pt x="8103" y="10690"/>
                  </a:lnTo>
                  <a:lnTo>
                    <a:pt x="7561" y="10489"/>
                  </a:lnTo>
                  <a:lnTo>
                    <a:pt x="7040" y="10248"/>
                  </a:lnTo>
                  <a:lnTo>
                    <a:pt x="6518" y="9988"/>
                  </a:lnTo>
                  <a:lnTo>
                    <a:pt x="6017" y="9687"/>
                  </a:lnTo>
                  <a:lnTo>
                    <a:pt x="5556" y="9366"/>
                  </a:lnTo>
                  <a:lnTo>
                    <a:pt x="5094" y="9005"/>
                  </a:lnTo>
                  <a:lnTo>
                    <a:pt x="4673" y="8624"/>
                  </a:lnTo>
                  <a:lnTo>
                    <a:pt x="4252" y="8223"/>
                  </a:lnTo>
                  <a:lnTo>
                    <a:pt x="3871" y="7802"/>
                  </a:lnTo>
                  <a:lnTo>
                    <a:pt x="3510" y="7340"/>
                  </a:lnTo>
                  <a:lnTo>
                    <a:pt x="3169" y="6879"/>
                  </a:lnTo>
                  <a:lnTo>
                    <a:pt x="2868" y="6378"/>
                  </a:lnTo>
                  <a:lnTo>
                    <a:pt x="2608" y="5877"/>
                  </a:lnTo>
                  <a:lnTo>
                    <a:pt x="2347" y="5335"/>
                  </a:lnTo>
                  <a:lnTo>
                    <a:pt x="2146" y="4794"/>
                  </a:lnTo>
                  <a:lnTo>
                    <a:pt x="2146" y="4794"/>
                  </a:lnTo>
                  <a:lnTo>
                    <a:pt x="2026" y="4473"/>
                  </a:lnTo>
                  <a:lnTo>
                    <a:pt x="1926" y="4152"/>
                  </a:lnTo>
                  <a:lnTo>
                    <a:pt x="1846" y="3831"/>
                  </a:lnTo>
                  <a:lnTo>
                    <a:pt x="1785" y="3490"/>
                  </a:lnTo>
                  <a:lnTo>
                    <a:pt x="1725" y="3169"/>
                  </a:lnTo>
                  <a:lnTo>
                    <a:pt x="1685" y="2848"/>
                  </a:lnTo>
                  <a:lnTo>
                    <a:pt x="1685" y="2527"/>
                  </a:lnTo>
                  <a:lnTo>
                    <a:pt x="1705" y="2227"/>
                  </a:lnTo>
                  <a:lnTo>
                    <a:pt x="1745" y="1906"/>
                  </a:lnTo>
                  <a:lnTo>
                    <a:pt x="1806" y="1605"/>
                  </a:lnTo>
                  <a:lnTo>
                    <a:pt x="1906" y="1324"/>
                  </a:lnTo>
                  <a:lnTo>
                    <a:pt x="2046" y="1043"/>
                  </a:lnTo>
                  <a:lnTo>
                    <a:pt x="2207" y="763"/>
                  </a:lnTo>
                  <a:lnTo>
                    <a:pt x="2427" y="502"/>
                  </a:lnTo>
                  <a:lnTo>
                    <a:pt x="2668" y="261"/>
                  </a:lnTo>
                  <a:lnTo>
                    <a:pt x="2949" y="21"/>
                  </a:lnTo>
                  <a:lnTo>
                    <a:pt x="2949" y="21"/>
                  </a:lnTo>
                  <a:lnTo>
                    <a:pt x="2969" y="21"/>
                  </a:lnTo>
                  <a:lnTo>
                    <a:pt x="2969" y="21"/>
                  </a:lnTo>
                  <a:lnTo>
                    <a:pt x="268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26"/>
            <p:cNvSpPr/>
            <p:nvPr/>
          </p:nvSpPr>
          <p:spPr>
            <a:xfrm>
              <a:off x="10858750" y="4393675"/>
              <a:ext cx="190050" cy="353475"/>
            </a:xfrm>
            <a:custGeom>
              <a:avLst/>
              <a:gdLst/>
              <a:ahLst/>
              <a:cxnLst/>
              <a:rect l="l" t="t" r="r" b="b"/>
              <a:pathLst>
                <a:path w="7602" h="14139" extrusionOk="0">
                  <a:moveTo>
                    <a:pt x="1" y="0"/>
                  </a:moveTo>
                  <a:lnTo>
                    <a:pt x="21" y="20"/>
                  </a:lnTo>
                  <a:lnTo>
                    <a:pt x="362" y="61"/>
                  </a:lnTo>
                  <a:lnTo>
                    <a:pt x="683" y="121"/>
                  </a:lnTo>
                  <a:lnTo>
                    <a:pt x="1003" y="221"/>
                  </a:lnTo>
                  <a:lnTo>
                    <a:pt x="1324" y="321"/>
                  </a:lnTo>
                  <a:lnTo>
                    <a:pt x="1625" y="462"/>
                  </a:lnTo>
                  <a:lnTo>
                    <a:pt x="1926" y="602"/>
                  </a:lnTo>
                  <a:lnTo>
                    <a:pt x="2227" y="782"/>
                  </a:lnTo>
                  <a:lnTo>
                    <a:pt x="2528" y="963"/>
                  </a:lnTo>
                  <a:lnTo>
                    <a:pt x="2929" y="943"/>
                  </a:lnTo>
                  <a:lnTo>
                    <a:pt x="3009" y="943"/>
                  </a:lnTo>
                  <a:lnTo>
                    <a:pt x="3089" y="843"/>
                  </a:lnTo>
                  <a:lnTo>
                    <a:pt x="3109" y="782"/>
                  </a:lnTo>
                  <a:lnTo>
                    <a:pt x="3129" y="702"/>
                  </a:lnTo>
                  <a:lnTo>
                    <a:pt x="3129" y="682"/>
                  </a:lnTo>
                  <a:lnTo>
                    <a:pt x="3129" y="642"/>
                  </a:lnTo>
                  <a:lnTo>
                    <a:pt x="3109" y="622"/>
                  </a:lnTo>
                  <a:lnTo>
                    <a:pt x="3069" y="622"/>
                  </a:lnTo>
                  <a:lnTo>
                    <a:pt x="3049" y="642"/>
                  </a:lnTo>
                  <a:lnTo>
                    <a:pt x="2969" y="682"/>
                  </a:lnTo>
                  <a:lnTo>
                    <a:pt x="2909" y="762"/>
                  </a:lnTo>
                  <a:lnTo>
                    <a:pt x="2788" y="923"/>
                  </a:lnTo>
                  <a:lnTo>
                    <a:pt x="2467" y="722"/>
                  </a:lnTo>
                  <a:lnTo>
                    <a:pt x="2146" y="542"/>
                  </a:lnTo>
                  <a:lnTo>
                    <a:pt x="1826" y="401"/>
                  </a:lnTo>
                  <a:lnTo>
                    <a:pt x="1485" y="261"/>
                  </a:lnTo>
                  <a:lnTo>
                    <a:pt x="1124" y="161"/>
                  </a:lnTo>
                  <a:lnTo>
                    <a:pt x="763" y="81"/>
                  </a:lnTo>
                  <a:lnTo>
                    <a:pt x="402" y="20"/>
                  </a:lnTo>
                  <a:lnTo>
                    <a:pt x="21" y="0"/>
                  </a:lnTo>
                  <a:close/>
                  <a:moveTo>
                    <a:pt x="7601" y="13417"/>
                  </a:moveTo>
                  <a:lnTo>
                    <a:pt x="7361" y="13437"/>
                  </a:lnTo>
                  <a:lnTo>
                    <a:pt x="7280" y="14018"/>
                  </a:lnTo>
                  <a:lnTo>
                    <a:pt x="7300" y="14079"/>
                  </a:lnTo>
                  <a:lnTo>
                    <a:pt x="7321" y="14099"/>
                  </a:lnTo>
                  <a:lnTo>
                    <a:pt x="7341" y="14139"/>
                  </a:lnTo>
                  <a:lnTo>
                    <a:pt x="7381" y="14139"/>
                  </a:lnTo>
                  <a:lnTo>
                    <a:pt x="7441" y="14119"/>
                  </a:lnTo>
                  <a:lnTo>
                    <a:pt x="7461" y="14079"/>
                  </a:lnTo>
                  <a:lnTo>
                    <a:pt x="7541" y="13738"/>
                  </a:lnTo>
                  <a:lnTo>
                    <a:pt x="7601" y="13417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26"/>
            <p:cNvSpPr/>
            <p:nvPr/>
          </p:nvSpPr>
          <p:spPr>
            <a:xfrm>
              <a:off x="11040750" y="4729075"/>
              <a:ext cx="8050" cy="18075"/>
            </a:xfrm>
            <a:custGeom>
              <a:avLst/>
              <a:gdLst/>
              <a:ahLst/>
              <a:cxnLst/>
              <a:rect l="l" t="t" r="r" b="b"/>
              <a:pathLst>
                <a:path w="322" h="723" fill="none" extrusionOk="0">
                  <a:moveTo>
                    <a:pt x="321" y="1"/>
                  </a:moveTo>
                  <a:lnTo>
                    <a:pt x="321" y="1"/>
                  </a:lnTo>
                  <a:lnTo>
                    <a:pt x="81" y="21"/>
                  </a:lnTo>
                  <a:lnTo>
                    <a:pt x="81" y="21"/>
                  </a:lnTo>
                  <a:lnTo>
                    <a:pt x="0" y="602"/>
                  </a:lnTo>
                  <a:lnTo>
                    <a:pt x="0" y="602"/>
                  </a:lnTo>
                  <a:lnTo>
                    <a:pt x="20" y="66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01" y="723"/>
                  </a:lnTo>
                  <a:lnTo>
                    <a:pt x="101" y="723"/>
                  </a:lnTo>
                  <a:lnTo>
                    <a:pt x="161" y="703"/>
                  </a:lnTo>
                  <a:lnTo>
                    <a:pt x="181" y="663"/>
                  </a:lnTo>
                  <a:lnTo>
                    <a:pt x="181" y="663"/>
                  </a:lnTo>
                  <a:lnTo>
                    <a:pt x="261" y="322"/>
                  </a:lnTo>
                  <a:lnTo>
                    <a:pt x="3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26"/>
            <p:cNvSpPr/>
            <p:nvPr/>
          </p:nvSpPr>
          <p:spPr>
            <a:xfrm>
              <a:off x="11605275" y="4375625"/>
              <a:ext cx="540000" cy="391075"/>
            </a:xfrm>
            <a:custGeom>
              <a:avLst/>
              <a:gdLst/>
              <a:ahLst/>
              <a:cxnLst/>
              <a:rect l="l" t="t" r="r" b="b"/>
              <a:pathLst>
                <a:path w="21600" h="15643" extrusionOk="0">
                  <a:moveTo>
                    <a:pt x="15984" y="0"/>
                  </a:moveTo>
                  <a:lnTo>
                    <a:pt x="15563" y="20"/>
                  </a:lnTo>
                  <a:lnTo>
                    <a:pt x="15122" y="41"/>
                  </a:lnTo>
                  <a:lnTo>
                    <a:pt x="14681" y="101"/>
                  </a:lnTo>
                  <a:lnTo>
                    <a:pt x="14239" y="201"/>
                  </a:lnTo>
                  <a:lnTo>
                    <a:pt x="13798" y="301"/>
                  </a:lnTo>
                  <a:lnTo>
                    <a:pt x="13337" y="442"/>
                  </a:lnTo>
                  <a:lnTo>
                    <a:pt x="12896" y="602"/>
                  </a:lnTo>
                  <a:lnTo>
                    <a:pt x="12435" y="783"/>
                  </a:lnTo>
                  <a:lnTo>
                    <a:pt x="11993" y="983"/>
                  </a:lnTo>
                  <a:lnTo>
                    <a:pt x="11552" y="1224"/>
                  </a:lnTo>
                  <a:lnTo>
                    <a:pt x="11332" y="1344"/>
                  </a:lnTo>
                  <a:lnTo>
                    <a:pt x="11131" y="1424"/>
                  </a:lnTo>
                  <a:lnTo>
                    <a:pt x="10951" y="1504"/>
                  </a:lnTo>
                  <a:lnTo>
                    <a:pt x="10750" y="1565"/>
                  </a:lnTo>
                  <a:lnTo>
                    <a:pt x="10569" y="1585"/>
                  </a:lnTo>
                  <a:lnTo>
                    <a:pt x="10389" y="1625"/>
                  </a:lnTo>
                  <a:lnTo>
                    <a:pt x="10048" y="1625"/>
                  </a:lnTo>
                  <a:lnTo>
                    <a:pt x="9888" y="1605"/>
                  </a:lnTo>
                  <a:lnTo>
                    <a:pt x="9727" y="1585"/>
                  </a:lnTo>
                  <a:lnTo>
                    <a:pt x="9426" y="1484"/>
                  </a:lnTo>
                  <a:lnTo>
                    <a:pt x="9126" y="1364"/>
                  </a:lnTo>
                  <a:lnTo>
                    <a:pt x="8825" y="1224"/>
                  </a:lnTo>
                  <a:lnTo>
                    <a:pt x="8223" y="883"/>
                  </a:lnTo>
                  <a:lnTo>
                    <a:pt x="7922" y="702"/>
                  </a:lnTo>
                  <a:lnTo>
                    <a:pt x="7621" y="542"/>
                  </a:lnTo>
                  <a:lnTo>
                    <a:pt x="7281" y="381"/>
                  </a:lnTo>
                  <a:lnTo>
                    <a:pt x="6940" y="241"/>
                  </a:lnTo>
                  <a:lnTo>
                    <a:pt x="6579" y="141"/>
                  </a:lnTo>
                  <a:lnTo>
                    <a:pt x="6178" y="81"/>
                  </a:lnTo>
                  <a:lnTo>
                    <a:pt x="5977" y="61"/>
                  </a:lnTo>
                  <a:lnTo>
                    <a:pt x="5776" y="61"/>
                  </a:lnTo>
                  <a:lnTo>
                    <a:pt x="5556" y="101"/>
                  </a:lnTo>
                  <a:lnTo>
                    <a:pt x="5315" y="141"/>
                  </a:lnTo>
                  <a:lnTo>
                    <a:pt x="5095" y="181"/>
                  </a:lnTo>
                  <a:lnTo>
                    <a:pt x="4834" y="261"/>
                  </a:lnTo>
                  <a:lnTo>
                    <a:pt x="4593" y="341"/>
                  </a:lnTo>
                  <a:lnTo>
                    <a:pt x="4333" y="442"/>
                  </a:lnTo>
                  <a:lnTo>
                    <a:pt x="3811" y="702"/>
                  </a:lnTo>
                  <a:lnTo>
                    <a:pt x="3290" y="1003"/>
                  </a:lnTo>
                  <a:lnTo>
                    <a:pt x="3029" y="1184"/>
                  </a:lnTo>
                  <a:lnTo>
                    <a:pt x="2768" y="1364"/>
                  </a:lnTo>
                  <a:lnTo>
                    <a:pt x="2508" y="1565"/>
                  </a:lnTo>
                  <a:lnTo>
                    <a:pt x="2267" y="1765"/>
                  </a:lnTo>
                  <a:lnTo>
                    <a:pt x="2006" y="1986"/>
                  </a:lnTo>
                  <a:lnTo>
                    <a:pt x="1786" y="2226"/>
                  </a:lnTo>
                  <a:lnTo>
                    <a:pt x="1545" y="2467"/>
                  </a:lnTo>
                  <a:lnTo>
                    <a:pt x="1324" y="2728"/>
                  </a:lnTo>
                  <a:lnTo>
                    <a:pt x="1124" y="2989"/>
                  </a:lnTo>
                  <a:lnTo>
                    <a:pt x="923" y="3269"/>
                  </a:lnTo>
                  <a:lnTo>
                    <a:pt x="763" y="3550"/>
                  </a:lnTo>
                  <a:lnTo>
                    <a:pt x="582" y="3831"/>
                  </a:lnTo>
                  <a:lnTo>
                    <a:pt x="442" y="4132"/>
                  </a:lnTo>
                  <a:lnTo>
                    <a:pt x="322" y="4453"/>
                  </a:lnTo>
                  <a:lnTo>
                    <a:pt x="201" y="4753"/>
                  </a:lnTo>
                  <a:lnTo>
                    <a:pt x="121" y="5094"/>
                  </a:lnTo>
                  <a:lnTo>
                    <a:pt x="61" y="5415"/>
                  </a:lnTo>
                  <a:lnTo>
                    <a:pt x="21" y="5756"/>
                  </a:lnTo>
                  <a:lnTo>
                    <a:pt x="1" y="6097"/>
                  </a:lnTo>
                  <a:lnTo>
                    <a:pt x="1" y="6458"/>
                  </a:lnTo>
                  <a:lnTo>
                    <a:pt x="41" y="6819"/>
                  </a:lnTo>
                  <a:lnTo>
                    <a:pt x="101" y="7180"/>
                  </a:lnTo>
                  <a:lnTo>
                    <a:pt x="161" y="7441"/>
                  </a:lnTo>
                  <a:lnTo>
                    <a:pt x="282" y="7741"/>
                  </a:lnTo>
                  <a:lnTo>
                    <a:pt x="422" y="8042"/>
                  </a:lnTo>
                  <a:lnTo>
                    <a:pt x="582" y="8363"/>
                  </a:lnTo>
                  <a:lnTo>
                    <a:pt x="763" y="8684"/>
                  </a:lnTo>
                  <a:lnTo>
                    <a:pt x="983" y="9005"/>
                  </a:lnTo>
                  <a:lnTo>
                    <a:pt x="1224" y="9346"/>
                  </a:lnTo>
                  <a:lnTo>
                    <a:pt x="1505" y="9687"/>
                  </a:lnTo>
                  <a:lnTo>
                    <a:pt x="1786" y="10028"/>
                  </a:lnTo>
                  <a:lnTo>
                    <a:pt x="2086" y="10369"/>
                  </a:lnTo>
                  <a:lnTo>
                    <a:pt x="2407" y="10710"/>
                  </a:lnTo>
                  <a:lnTo>
                    <a:pt x="2748" y="11050"/>
                  </a:lnTo>
                  <a:lnTo>
                    <a:pt x="3109" y="11391"/>
                  </a:lnTo>
                  <a:lnTo>
                    <a:pt x="3490" y="11732"/>
                  </a:lnTo>
                  <a:lnTo>
                    <a:pt x="4252" y="12394"/>
                  </a:lnTo>
                  <a:lnTo>
                    <a:pt x="4673" y="12715"/>
                  </a:lnTo>
                  <a:lnTo>
                    <a:pt x="5075" y="13016"/>
                  </a:lnTo>
                  <a:lnTo>
                    <a:pt x="5496" y="13317"/>
                  </a:lnTo>
                  <a:lnTo>
                    <a:pt x="5917" y="13617"/>
                  </a:lnTo>
                  <a:lnTo>
                    <a:pt x="6338" y="13878"/>
                  </a:lnTo>
                  <a:lnTo>
                    <a:pt x="6779" y="14139"/>
                  </a:lnTo>
                  <a:lnTo>
                    <a:pt x="7200" y="14380"/>
                  </a:lnTo>
                  <a:lnTo>
                    <a:pt x="7621" y="14620"/>
                  </a:lnTo>
                  <a:lnTo>
                    <a:pt x="8063" y="14821"/>
                  </a:lnTo>
                  <a:lnTo>
                    <a:pt x="8484" y="15001"/>
                  </a:lnTo>
                  <a:lnTo>
                    <a:pt x="8885" y="15182"/>
                  </a:lnTo>
                  <a:lnTo>
                    <a:pt x="9306" y="15322"/>
                  </a:lnTo>
                  <a:lnTo>
                    <a:pt x="9707" y="15442"/>
                  </a:lnTo>
                  <a:lnTo>
                    <a:pt x="10088" y="15523"/>
                  </a:lnTo>
                  <a:lnTo>
                    <a:pt x="10469" y="15603"/>
                  </a:lnTo>
                  <a:lnTo>
                    <a:pt x="10830" y="15643"/>
                  </a:lnTo>
                  <a:lnTo>
                    <a:pt x="11191" y="15643"/>
                  </a:lnTo>
                  <a:lnTo>
                    <a:pt x="11592" y="15603"/>
                  </a:lnTo>
                  <a:lnTo>
                    <a:pt x="11993" y="15543"/>
                  </a:lnTo>
                  <a:lnTo>
                    <a:pt x="12394" y="15462"/>
                  </a:lnTo>
                  <a:lnTo>
                    <a:pt x="12816" y="15342"/>
                  </a:lnTo>
                  <a:lnTo>
                    <a:pt x="13257" y="15202"/>
                  </a:lnTo>
                  <a:lnTo>
                    <a:pt x="13698" y="15021"/>
                  </a:lnTo>
                  <a:lnTo>
                    <a:pt x="14139" y="14821"/>
                  </a:lnTo>
                  <a:lnTo>
                    <a:pt x="14580" y="14600"/>
                  </a:lnTo>
                  <a:lnTo>
                    <a:pt x="15042" y="14339"/>
                  </a:lnTo>
                  <a:lnTo>
                    <a:pt x="15483" y="14079"/>
                  </a:lnTo>
                  <a:lnTo>
                    <a:pt x="15944" y="13778"/>
                  </a:lnTo>
                  <a:lnTo>
                    <a:pt x="16385" y="13477"/>
                  </a:lnTo>
                  <a:lnTo>
                    <a:pt x="16826" y="13136"/>
                  </a:lnTo>
                  <a:lnTo>
                    <a:pt x="17248" y="12795"/>
                  </a:lnTo>
                  <a:lnTo>
                    <a:pt x="17669" y="12414"/>
                  </a:lnTo>
                  <a:lnTo>
                    <a:pt x="18090" y="12033"/>
                  </a:lnTo>
                  <a:lnTo>
                    <a:pt x="18471" y="11652"/>
                  </a:lnTo>
                  <a:lnTo>
                    <a:pt x="18852" y="11251"/>
                  </a:lnTo>
                  <a:lnTo>
                    <a:pt x="19233" y="10830"/>
                  </a:lnTo>
                  <a:lnTo>
                    <a:pt x="19574" y="10409"/>
                  </a:lnTo>
                  <a:lnTo>
                    <a:pt x="19895" y="9968"/>
                  </a:lnTo>
                  <a:lnTo>
                    <a:pt x="20196" y="9526"/>
                  </a:lnTo>
                  <a:lnTo>
                    <a:pt x="20476" y="9065"/>
                  </a:lnTo>
                  <a:lnTo>
                    <a:pt x="20737" y="8604"/>
                  </a:lnTo>
                  <a:lnTo>
                    <a:pt x="20958" y="8143"/>
                  </a:lnTo>
                  <a:lnTo>
                    <a:pt x="21138" y="7681"/>
                  </a:lnTo>
                  <a:lnTo>
                    <a:pt x="21319" y="7220"/>
                  </a:lnTo>
                  <a:lnTo>
                    <a:pt x="21439" y="6739"/>
                  </a:lnTo>
                  <a:lnTo>
                    <a:pt x="21539" y="6277"/>
                  </a:lnTo>
                  <a:lnTo>
                    <a:pt x="21599" y="5816"/>
                  </a:lnTo>
                  <a:lnTo>
                    <a:pt x="21599" y="5355"/>
                  </a:lnTo>
                  <a:lnTo>
                    <a:pt x="21599" y="4894"/>
                  </a:lnTo>
                  <a:lnTo>
                    <a:pt x="21539" y="4453"/>
                  </a:lnTo>
                  <a:lnTo>
                    <a:pt x="21459" y="4051"/>
                  </a:lnTo>
                  <a:lnTo>
                    <a:pt x="21359" y="3650"/>
                  </a:lnTo>
                  <a:lnTo>
                    <a:pt x="21238" y="3269"/>
                  </a:lnTo>
                  <a:lnTo>
                    <a:pt x="21078" y="2908"/>
                  </a:lnTo>
                  <a:lnTo>
                    <a:pt x="20898" y="2567"/>
                  </a:lnTo>
                  <a:lnTo>
                    <a:pt x="20697" y="2247"/>
                  </a:lnTo>
                  <a:lnTo>
                    <a:pt x="20456" y="1946"/>
                  </a:lnTo>
                  <a:lnTo>
                    <a:pt x="20216" y="1665"/>
                  </a:lnTo>
                  <a:lnTo>
                    <a:pt x="19955" y="1404"/>
                  </a:lnTo>
                  <a:lnTo>
                    <a:pt x="19674" y="1164"/>
                  </a:lnTo>
                  <a:lnTo>
                    <a:pt x="19353" y="963"/>
                  </a:lnTo>
                  <a:lnTo>
                    <a:pt x="19032" y="762"/>
                  </a:lnTo>
                  <a:lnTo>
                    <a:pt x="18692" y="582"/>
                  </a:lnTo>
                  <a:lnTo>
                    <a:pt x="18351" y="442"/>
                  </a:lnTo>
                  <a:lnTo>
                    <a:pt x="17990" y="301"/>
                  </a:lnTo>
                  <a:lnTo>
                    <a:pt x="17609" y="201"/>
                  </a:lnTo>
                  <a:lnTo>
                    <a:pt x="17208" y="121"/>
                  </a:lnTo>
                  <a:lnTo>
                    <a:pt x="16806" y="61"/>
                  </a:lnTo>
                  <a:lnTo>
                    <a:pt x="16405" y="20"/>
                  </a:lnTo>
                  <a:lnTo>
                    <a:pt x="159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26"/>
            <p:cNvSpPr/>
            <p:nvPr/>
          </p:nvSpPr>
          <p:spPr>
            <a:xfrm>
              <a:off x="11605275" y="4375625"/>
              <a:ext cx="540000" cy="391075"/>
            </a:xfrm>
            <a:custGeom>
              <a:avLst/>
              <a:gdLst/>
              <a:ahLst/>
              <a:cxnLst/>
              <a:rect l="l" t="t" r="r" b="b"/>
              <a:pathLst>
                <a:path w="21600" h="15643" fill="none" extrusionOk="0">
                  <a:moveTo>
                    <a:pt x="21599" y="5355"/>
                  </a:moveTo>
                  <a:lnTo>
                    <a:pt x="21599" y="5355"/>
                  </a:lnTo>
                  <a:lnTo>
                    <a:pt x="21599" y="5816"/>
                  </a:lnTo>
                  <a:lnTo>
                    <a:pt x="21539" y="6277"/>
                  </a:lnTo>
                  <a:lnTo>
                    <a:pt x="21439" y="6739"/>
                  </a:lnTo>
                  <a:lnTo>
                    <a:pt x="21319" y="7220"/>
                  </a:lnTo>
                  <a:lnTo>
                    <a:pt x="21138" y="7681"/>
                  </a:lnTo>
                  <a:lnTo>
                    <a:pt x="20958" y="8143"/>
                  </a:lnTo>
                  <a:lnTo>
                    <a:pt x="20737" y="8604"/>
                  </a:lnTo>
                  <a:lnTo>
                    <a:pt x="20476" y="9065"/>
                  </a:lnTo>
                  <a:lnTo>
                    <a:pt x="20196" y="9526"/>
                  </a:lnTo>
                  <a:lnTo>
                    <a:pt x="19895" y="9968"/>
                  </a:lnTo>
                  <a:lnTo>
                    <a:pt x="19574" y="10409"/>
                  </a:lnTo>
                  <a:lnTo>
                    <a:pt x="19233" y="10830"/>
                  </a:lnTo>
                  <a:lnTo>
                    <a:pt x="18852" y="11251"/>
                  </a:lnTo>
                  <a:lnTo>
                    <a:pt x="18471" y="11652"/>
                  </a:lnTo>
                  <a:lnTo>
                    <a:pt x="18090" y="12033"/>
                  </a:lnTo>
                  <a:lnTo>
                    <a:pt x="17669" y="12414"/>
                  </a:lnTo>
                  <a:lnTo>
                    <a:pt x="17669" y="12414"/>
                  </a:lnTo>
                  <a:lnTo>
                    <a:pt x="17248" y="12795"/>
                  </a:lnTo>
                  <a:lnTo>
                    <a:pt x="16826" y="13136"/>
                  </a:lnTo>
                  <a:lnTo>
                    <a:pt x="16385" y="13477"/>
                  </a:lnTo>
                  <a:lnTo>
                    <a:pt x="15944" y="13778"/>
                  </a:lnTo>
                  <a:lnTo>
                    <a:pt x="15483" y="14079"/>
                  </a:lnTo>
                  <a:lnTo>
                    <a:pt x="15042" y="14339"/>
                  </a:lnTo>
                  <a:lnTo>
                    <a:pt x="14580" y="14600"/>
                  </a:lnTo>
                  <a:lnTo>
                    <a:pt x="14139" y="14821"/>
                  </a:lnTo>
                  <a:lnTo>
                    <a:pt x="13698" y="15021"/>
                  </a:lnTo>
                  <a:lnTo>
                    <a:pt x="13257" y="15202"/>
                  </a:lnTo>
                  <a:lnTo>
                    <a:pt x="12816" y="15342"/>
                  </a:lnTo>
                  <a:lnTo>
                    <a:pt x="12394" y="15462"/>
                  </a:lnTo>
                  <a:lnTo>
                    <a:pt x="11993" y="15543"/>
                  </a:lnTo>
                  <a:lnTo>
                    <a:pt x="11592" y="15603"/>
                  </a:lnTo>
                  <a:lnTo>
                    <a:pt x="11191" y="15643"/>
                  </a:lnTo>
                  <a:lnTo>
                    <a:pt x="10830" y="15643"/>
                  </a:lnTo>
                  <a:lnTo>
                    <a:pt x="10830" y="15643"/>
                  </a:lnTo>
                  <a:lnTo>
                    <a:pt x="10469" y="15603"/>
                  </a:lnTo>
                  <a:lnTo>
                    <a:pt x="10088" y="15523"/>
                  </a:lnTo>
                  <a:lnTo>
                    <a:pt x="9707" y="15442"/>
                  </a:lnTo>
                  <a:lnTo>
                    <a:pt x="9306" y="15322"/>
                  </a:lnTo>
                  <a:lnTo>
                    <a:pt x="8885" y="15182"/>
                  </a:lnTo>
                  <a:lnTo>
                    <a:pt x="8484" y="15001"/>
                  </a:lnTo>
                  <a:lnTo>
                    <a:pt x="8063" y="14821"/>
                  </a:lnTo>
                  <a:lnTo>
                    <a:pt x="7621" y="14620"/>
                  </a:lnTo>
                  <a:lnTo>
                    <a:pt x="7200" y="14380"/>
                  </a:lnTo>
                  <a:lnTo>
                    <a:pt x="6779" y="14139"/>
                  </a:lnTo>
                  <a:lnTo>
                    <a:pt x="6338" y="13878"/>
                  </a:lnTo>
                  <a:lnTo>
                    <a:pt x="5917" y="13617"/>
                  </a:lnTo>
                  <a:lnTo>
                    <a:pt x="5496" y="13317"/>
                  </a:lnTo>
                  <a:lnTo>
                    <a:pt x="5075" y="13016"/>
                  </a:lnTo>
                  <a:lnTo>
                    <a:pt x="4673" y="12715"/>
                  </a:lnTo>
                  <a:lnTo>
                    <a:pt x="4252" y="12394"/>
                  </a:lnTo>
                  <a:lnTo>
                    <a:pt x="3490" y="11732"/>
                  </a:lnTo>
                  <a:lnTo>
                    <a:pt x="3109" y="11391"/>
                  </a:lnTo>
                  <a:lnTo>
                    <a:pt x="2748" y="11050"/>
                  </a:lnTo>
                  <a:lnTo>
                    <a:pt x="2407" y="10710"/>
                  </a:lnTo>
                  <a:lnTo>
                    <a:pt x="2086" y="10369"/>
                  </a:lnTo>
                  <a:lnTo>
                    <a:pt x="1786" y="10028"/>
                  </a:lnTo>
                  <a:lnTo>
                    <a:pt x="1505" y="9687"/>
                  </a:lnTo>
                  <a:lnTo>
                    <a:pt x="1224" y="9346"/>
                  </a:lnTo>
                  <a:lnTo>
                    <a:pt x="983" y="9005"/>
                  </a:lnTo>
                  <a:lnTo>
                    <a:pt x="763" y="8684"/>
                  </a:lnTo>
                  <a:lnTo>
                    <a:pt x="582" y="8363"/>
                  </a:lnTo>
                  <a:lnTo>
                    <a:pt x="422" y="8042"/>
                  </a:lnTo>
                  <a:lnTo>
                    <a:pt x="282" y="7741"/>
                  </a:lnTo>
                  <a:lnTo>
                    <a:pt x="161" y="7441"/>
                  </a:lnTo>
                  <a:lnTo>
                    <a:pt x="101" y="7180"/>
                  </a:lnTo>
                  <a:lnTo>
                    <a:pt x="101" y="7180"/>
                  </a:lnTo>
                  <a:lnTo>
                    <a:pt x="41" y="6819"/>
                  </a:lnTo>
                  <a:lnTo>
                    <a:pt x="1" y="6458"/>
                  </a:lnTo>
                  <a:lnTo>
                    <a:pt x="1" y="6097"/>
                  </a:lnTo>
                  <a:lnTo>
                    <a:pt x="21" y="5756"/>
                  </a:lnTo>
                  <a:lnTo>
                    <a:pt x="61" y="5415"/>
                  </a:lnTo>
                  <a:lnTo>
                    <a:pt x="121" y="5094"/>
                  </a:lnTo>
                  <a:lnTo>
                    <a:pt x="201" y="4753"/>
                  </a:lnTo>
                  <a:lnTo>
                    <a:pt x="322" y="4453"/>
                  </a:lnTo>
                  <a:lnTo>
                    <a:pt x="442" y="4132"/>
                  </a:lnTo>
                  <a:lnTo>
                    <a:pt x="582" y="3831"/>
                  </a:lnTo>
                  <a:lnTo>
                    <a:pt x="763" y="3550"/>
                  </a:lnTo>
                  <a:lnTo>
                    <a:pt x="923" y="3269"/>
                  </a:lnTo>
                  <a:lnTo>
                    <a:pt x="1124" y="2989"/>
                  </a:lnTo>
                  <a:lnTo>
                    <a:pt x="1324" y="2728"/>
                  </a:lnTo>
                  <a:lnTo>
                    <a:pt x="1545" y="2467"/>
                  </a:lnTo>
                  <a:lnTo>
                    <a:pt x="1786" y="2226"/>
                  </a:lnTo>
                  <a:lnTo>
                    <a:pt x="2006" y="1986"/>
                  </a:lnTo>
                  <a:lnTo>
                    <a:pt x="2267" y="1765"/>
                  </a:lnTo>
                  <a:lnTo>
                    <a:pt x="2508" y="1565"/>
                  </a:lnTo>
                  <a:lnTo>
                    <a:pt x="2768" y="1364"/>
                  </a:lnTo>
                  <a:lnTo>
                    <a:pt x="3029" y="1184"/>
                  </a:lnTo>
                  <a:lnTo>
                    <a:pt x="3290" y="1003"/>
                  </a:lnTo>
                  <a:lnTo>
                    <a:pt x="3811" y="702"/>
                  </a:lnTo>
                  <a:lnTo>
                    <a:pt x="4333" y="442"/>
                  </a:lnTo>
                  <a:lnTo>
                    <a:pt x="4593" y="341"/>
                  </a:lnTo>
                  <a:lnTo>
                    <a:pt x="4834" y="261"/>
                  </a:lnTo>
                  <a:lnTo>
                    <a:pt x="5095" y="181"/>
                  </a:lnTo>
                  <a:lnTo>
                    <a:pt x="5315" y="141"/>
                  </a:lnTo>
                  <a:lnTo>
                    <a:pt x="5556" y="101"/>
                  </a:lnTo>
                  <a:lnTo>
                    <a:pt x="5776" y="61"/>
                  </a:lnTo>
                  <a:lnTo>
                    <a:pt x="5776" y="61"/>
                  </a:lnTo>
                  <a:lnTo>
                    <a:pt x="5977" y="61"/>
                  </a:lnTo>
                  <a:lnTo>
                    <a:pt x="6178" y="81"/>
                  </a:lnTo>
                  <a:lnTo>
                    <a:pt x="6178" y="81"/>
                  </a:lnTo>
                  <a:lnTo>
                    <a:pt x="6579" y="141"/>
                  </a:lnTo>
                  <a:lnTo>
                    <a:pt x="6940" y="241"/>
                  </a:lnTo>
                  <a:lnTo>
                    <a:pt x="7281" y="381"/>
                  </a:lnTo>
                  <a:lnTo>
                    <a:pt x="7621" y="542"/>
                  </a:lnTo>
                  <a:lnTo>
                    <a:pt x="7922" y="702"/>
                  </a:lnTo>
                  <a:lnTo>
                    <a:pt x="8223" y="883"/>
                  </a:lnTo>
                  <a:lnTo>
                    <a:pt x="8825" y="1224"/>
                  </a:lnTo>
                  <a:lnTo>
                    <a:pt x="9126" y="1364"/>
                  </a:lnTo>
                  <a:lnTo>
                    <a:pt x="9426" y="1484"/>
                  </a:lnTo>
                  <a:lnTo>
                    <a:pt x="9727" y="1585"/>
                  </a:lnTo>
                  <a:lnTo>
                    <a:pt x="9888" y="1605"/>
                  </a:lnTo>
                  <a:lnTo>
                    <a:pt x="10048" y="1625"/>
                  </a:lnTo>
                  <a:lnTo>
                    <a:pt x="10229" y="1625"/>
                  </a:lnTo>
                  <a:lnTo>
                    <a:pt x="10389" y="1625"/>
                  </a:lnTo>
                  <a:lnTo>
                    <a:pt x="10569" y="1585"/>
                  </a:lnTo>
                  <a:lnTo>
                    <a:pt x="10750" y="1565"/>
                  </a:lnTo>
                  <a:lnTo>
                    <a:pt x="10951" y="1504"/>
                  </a:lnTo>
                  <a:lnTo>
                    <a:pt x="11131" y="1424"/>
                  </a:lnTo>
                  <a:lnTo>
                    <a:pt x="11332" y="1344"/>
                  </a:lnTo>
                  <a:lnTo>
                    <a:pt x="11552" y="1224"/>
                  </a:lnTo>
                  <a:lnTo>
                    <a:pt x="11552" y="1224"/>
                  </a:lnTo>
                  <a:lnTo>
                    <a:pt x="11993" y="983"/>
                  </a:lnTo>
                  <a:lnTo>
                    <a:pt x="12435" y="783"/>
                  </a:lnTo>
                  <a:lnTo>
                    <a:pt x="12896" y="602"/>
                  </a:lnTo>
                  <a:lnTo>
                    <a:pt x="13337" y="442"/>
                  </a:lnTo>
                  <a:lnTo>
                    <a:pt x="13798" y="301"/>
                  </a:lnTo>
                  <a:lnTo>
                    <a:pt x="14239" y="201"/>
                  </a:lnTo>
                  <a:lnTo>
                    <a:pt x="14681" y="101"/>
                  </a:lnTo>
                  <a:lnTo>
                    <a:pt x="15122" y="41"/>
                  </a:lnTo>
                  <a:lnTo>
                    <a:pt x="15563" y="20"/>
                  </a:lnTo>
                  <a:lnTo>
                    <a:pt x="15984" y="0"/>
                  </a:lnTo>
                  <a:lnTo>
                    <a:pt x="16405" y="20"/>
                  </a:lnTo>
                  <a:lnTo>
                    <a:pt x="16806" y="61"/>
                  </a:lnTo>
                  <a:lnTo>
                    <a:pt x="17208" y="121"/>
                  </a:lnTo>
                  <a:lnTo>
                    <a:pt x="17609" y="201"/>
                  </a:lnTo>
                  <a:lnTo>
                    <a:pt x="17990" y="301"/>
                  </a:lnTo>
                  <a:lnTo>
                    <a:pt x="18351" y="442"/>
                  </a:lnTo>
                  <a:lnTo>
                    <a:pt x="18692" y="582"/>
                  </a:lnTo>
                  <a:lnTo>
                    <a:pt x="19032" y="762"/>
                  </a:lnTo>
                  <a:lnTo>
                    <a:pt x="19353" y="963"/>
                  </a:lnTo>
                  <a:lnTo>
                    <a:pt x="19674" y="1164"/>
                  </a:lnTo>
                  <a:lnTo>
                    <a:pt x="19955" y="1404"/>
                  </a:lnTo>
                  <a:lnTo>
                    <a:pt x="20216" y="1665"/>
                  </a:lnTo>
                  <a:lnTo>
                    <a:pt x="20456" y="1946"/>
                  </a:lnTo>
                  <a:lnTo>
                    <a:pt x="20697" y="2247"/>
                  </a:lnTo>
                  <a:lnTo>
                    <a:pt x="20898" y="2567"/>
                  </a:lnTo>
                  <a:lnTo>
                    <a:pt x="21078" y="2908"/>
                  </a:lnTo>
                  <a:lnTo>
                    <a:pt x="21238" y="3269"/>
                  </a:lnTo>
                  <a:lnTo>
                    <a:pt x="21359" y="3650"/>
                  </a:lnTo>
                  <a:lnTo>
                    <a:pt x="21459" y="4051"/>
                  </a:lnTo>
                  <a:lnTo>
                    <a:pt x="21539" y="4453"/>
                  </a:lnTo>
                  <a:lnTo>
                    <a:pt x="21599" y="4894"/>
                  </a:lnTo>
                  <a:lnTo>
                    <a:pt x="21599" y="535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26"/>
            <p:cNvSpPr/>
            <p:nvPr/>
          </p:nvSpPr>
          <p:spPr>
            <a:xfrm>
              <a:off x="11890050" y="4450325"/>
              <a:ext cx="224150" cy="276775"/>
            </a:xfrm>
            <a:custGeom>
              <a:avLst/>
              <a:gdLst/>
              <a:ahLst/>
              <a:cxnLst/>
              <a:rect l="l" t="t" r="r" b="b"/>
              <a:pathLst>
                <a:path w="8966" h="11071" extrusionOk="0">
                  <a:moveTo>
                    <a:pt x="6218" y="1"/>
                  </a:moveTo>
                  <a:lnTo>
                    <a:pt x="5977" y="21"/>
                  </a:lnTo>
                  <a:lnTo>
                    <a:pt x="5756" y="41"/>
                  </a:lnTo>
                  <a:lnTo>
                    <a:pt x="5536" y="101"/>
                  </a:lnTo>
                  <a:lnTo>
                    <a:pt x="5335" y="161"/>
                  </a:lnTo>
                  <a:lnTo>
                    <a:pt x="5115" y="241"/>
                  </a:lnTo>
                  <a:lnTo>
                    <a:pt x="4894" y="341"/>
                  </a:lnTo>
                  <a:lnTo>
                    <a:pt x="4693" y="442"/>
                  </a:lnTo>
                  <a:lnTo>
                    <a:pt x="4493" y="562"/>
                  </a:lnTo>
                  <a:lnTo>
                    <a:pt x="4292" y="702"/>
                  </a:lnTo>
                  <a:lnTo>
                    <a:pt x="3891" y="1003"/>
                  </a:lnTo>
                  <a:lnTo>
                    <a:pt x="3530" y="1364"/>
                  </a:lnTo>
                  <a:lnTo>
                    <a:pt x="3169" y="1765"/>
                  </a:lnTo>
                  <a:lnTo>
                    <a:pt x="2808" y="2186"/>
                  </a:lnTo>
                  <a:lnTo>
                    <a:pt x="2487" y="2648"/>
                  </a:lnTo>
                  <a:lnTo>
                    <a:pt x="2167" y="3149"/>
                  </a:lnTo>
                  <a:lnTo>
                    <a:pt x="1866" y="3650"/>
                  </a:lnTo>
                  <a:lnTo>
                    <a:pt x="1605" y="4192"/>
                  </a:lnTo>
                  <a:lnTo>
                    <a:pt x="1344" y="4713"/>
                  </a:lnTo>
                  <a:lnTo>
                    <a:pt x="1104" y="5275"/>
                  </a:lnTo>
                  <a:lnTo>
                    <a:pt x="883" y="5816"/>
                  </a:lnTo>
                  <a:lnTo>
                    <a:pt x="703" y="6358"/>
                  </a:lnTo>
                  <a:lnTo>
                    <a:pt x="522" y="6899"/>
                  </a:lnTo>
                  <a:lnTo>
                    <a:pt x="382" y="7421"/>
                  </a:lnTo>
                  <a:lnTo>
                    <a:pt x="241" y="7942"/>
                  </a:lnTo>
                  <a:lnTo>
                    <a:pt x="161" y="8423"/>
                  </a:lnTo>
                  <a:lnTo>
                    <a:pt x="81" y="8885"/>
                  </a:lnTo>
                  <a:lnTo>
                    <a:pt x="21" y="9306"/>
                  </a:lnTo>
                  <a:lnTo>
                    <a:pt x="1" y="9707"/>
                  </a:lnTo>
                  <a:lnTo>
                    <a:pt x="21" y="10048"/>
                  </a:lnTo>
                  <a:lnTo>
                    <a:pt x="41" y="10349"/>
                  </a:lnTo>
                  <a:lnTo>
                    <a:pt x="121" y="10609"/>
                  </a:lnTo>
                  <a:lnTo>
                    <a:pt x="161" y="10710"/>
                  </a:lnTo>
                  <a:lnTo>
                    <a:pt x="201" y="10810"/>
                  </a:lnTo>
                  <a:lnTo>
                    <a:pt x="261" y="10890"/>
                  </a:lnTo>
                  <a:lnTo>
                    <a:pt x="342" y="10950"/>
                  </a:lnTo>
                  <a:lnTo>
                    <a:pt x="402" y="10990"/>
                  </a:lnTo>
                  <a:lnTo>
                    <a:pt x="482" y="11031"/>
                  </a:lnTo>
                  <a:lnTo>
                    <a:pt x="663" y="11051"/>
                  </a:lnTo>
                  <a:lnTo>
                    <a:pt x="843" y="11071"/>
                  </a:lnTo>
                  <a:lnTo>
                    <a:pt x="1024" y="11071"/>
                  </a:lnTo>
                  <a:lnTo>
                    <a:pt x="1204" y="11051"/>
                  </a:lnTo>
                  <a:lnTo>
                    <a:pt x="1405" y="11031"/>
                  </a:lnTo>
                  <a:lnTo>
                    <a:pt x="1605" y="10990"/>
                  </a:lnTo>
                  <a:lnTo>
                    <a:pt x="2006" y="10870"/>
                  </a:lnTo>
                  <a:lnTo>
                    <a:pt x="2447" y="10710"/>
                  </a:lnTo>
                  <a:lnTo>
                    <a:pt x="2869" y="10489"/>
                  </a:lnTo>
                  <a:lnTo>
                    <a:pt x="3330" y="10248"/>
                  </a:lnTo>
                  <a:lnTo>
                    <a:pt x="3771" y="9948"/>
                  </a:lnTo>
                  <a:lnTo>
                    <a:pt x="4232" y="9627"/>
                  </a:lnTo>
                  <a:lnTo>
                    <a:pt x="4673" y="9266"/>
                  </a:lnTo>
                  <a:lnTo>
                    <a:pt x="5135" y="8885"/>
                  </a:lnTo>
                  <a:lnTo>
                    <a:pt x="5556" y="8484"/>
                  </a:lnTo>
                  <a:lnTo>
                    <a:pt x="5997" y="8042"/>
                  </a:lnTo>
                  <a:lnTo>
                    <a:pt x="6398" y="7601"/>
                  </a:lnTo>
                  <a:lnTo>
                    <a:pt x="6799" y="7140"/>
                  </a:lnTo>
                  <a:lnTo>
                    <a:pt x="7160" y="6659"/>
                  </a:lnTo>
                  <a:lnTo>
                    <a:pt x="7501" y="6177"/>
                  </a:lnTo>
                  <a:lnTo>
                    <a:pt x="7822" y="5696"/>
                  </a:lnTo>
                  <a:lnTo>
                    <a:pt x="8103" y="5195"/>
                  </a:lnTo>
                  <a:lnTo>
                    <a:pt x="8363" y="4713"/>
                  </a:lnTo>
                  <a:lnTo>
                    <a:pt x="8564" y="4232"/>
                  </a:lnTo>
                  <a:lnTo>
                    <a:pt x="8744" y="3751"/>
                  </a:lnTo>
                  <a:lnTo>
                    <a:pt x="8865" y="3289"/>
                  </a:lnTo>
                  <a:lnTo>
                    <a:pt x="8925" y="2848"/>
                  </a:lnTo>
                  <a:lnTo>
                    <a:pt x="8945" y="2628"/>
                  </a:lnTo>
                  <a:lnTo>
                    <a:pt x="8965" y="2427"/>
                  </a:lnTo>
                  <a:lnTo>
                    <a:pt x="8945" y="2207"/>
                  </a:lnTo>
                  <a:lnTo>
                    <a:pt x="8925" y="2006"/>
                  </a:lnTo>
                  <a:lnTo>
                    <a:pt x="8885" y="1825"/>
                  </a:lnTo>
                  <a:lnTo>
                    <a:pt x="8825" y="1625"/>
                  </a:lnTo>
                  <a:lnTo>
                    <a:pt x="8765" y="1444"/>
                  </a:lnTo>
                  <a:lnTo>
                    <a:pt x="8684" y="1284"/>
                  </a:lnTo>
                  <a:lnTo>
                    <a:pt x="8584" y="1124"/>
                  </a:lnTo>
                  <a:lnTo>
                    <a:pt x="8464" y="963"/>
                  </a:lnTo>
                  <a:lnTo>
                    <a:pt x="8323" y="803"/>
                  </a:lnTo>
                  <a:lnTo>
                    <a:pt x="8163" y="662"/>
                  </a:lnTo>
                  <a:lnTo>
                    <a:pt x="8002" y="542"/>
                  </a:lnTo>
                  <a:lnTo>
                    <a:pt x="7802" y="422"/>
                  </a:lnTo>
                  <a:lnTo>
                    <a:pt x="7601" y="321"/>
                  </a:lnTo>
                  <a:lnTo>
                    <a:pt x="7381" y="221"/>
                  </a:lnTo>
                  <a:lnTo>
                    <a:pt x="7140" y="141"/>
                  </a:lnTo>
                  <a:lnTo>
                    <a:pt x="6899" y="81"/>
                  </a:lnTo>
                  <a:lnTo>
                    <a:pt x="6659" y="21"/>
                  </a:lnTo>
                  <a:lnTo>
                    <a:pt x="643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26"/>
            <p:cNvSpPr/>
            <p:nvPr/>
          </p:nvSpPr>
          <p:spPr>
            <a:xfrm>
              <a:off x="11890050" y="4450325"/>
              <a:ext cx="224150" cy="276775"/>
            </a:xfrm>
            <a:custGeom>
              <a:avLst/>
              <a:gdLst/>
              <a:ahLst/>
              <a:cxnLst/>
              <a:rect l="l" t="t" r="r" b="b"/>
              <a:pathLst>
                <a:path w="8966" h="11071" fill="none" extrusionOk="0">
                  <a:moveTo>
                    <a:pt x="482" y="11031"/>
                  </a:moveTo>
                  <a:lnTo>
                    <a:pt x="482" y="11031"/>
                  </a:lnTo>
                  <a:lnTo>
                    <a:pt x="402" y="10990"/>
                  </a:lnTo>
                  <a:lnTo>
                    <a:pt x="342" y="10950"/>
                  </a:lnTo>
                  <a:lnTo>
                    <a:pt x="261" y="10890"/>
                  </a:lnTo>
                  <a:lnTo>
                    <a:pt x="201" y="10810"/>
                  </a:lnTo>
                  <a:lnTo>
                    <a:pt x="161" y="10710"/>
                  </a:lnTo>
                  <a:lnTo>
                    <a:pt x="121" y="10609"/>
                  </a:lnTo>
                  <a:lnTo>
                    <a:pt x="41" y="10349"/>
                  </a:lnTo>
                  <a:lnTo>
                    <a:pt x="21" y="10048"/>
                  </a:lnTo>
                  <a:lnTo>
                    <a:pt x="1" y="9707"/>
                  </a:lnTo>
                  <a:lnTo>
                    <a:pt x="21" y="9306"/>
                  </a:lnTo>
                  <a:lnTo>
                    <a:pt x="81" y="8885"/>
                  </a:lnTo>
                  <a:lnTo>
                    <a:pt x="161" y="8423"/>
                  </a:lnTo>
                  <a:lnTo>
                    <a:pt x="241" y="7942"/>
                  </a:lnTo>
                  <a:lnTo>
                    <a:pt x="382" y="7421"/>
                  </a:lnTo>
                  <a:lnTo>
                    <a:pt x="522" y="6899"/>
                  </a:lnTo>
                  <a:lnTo>
                    <a:pt x="703" y="6358"/>
                  </a:lnTo>
                  <a:lnTo>
                    <a:pt x="883" y="5816"/>
                  </a:lnTo>
                  <a:lnTo>
                    <a:pt x="1104" y="5275"/>
                  </a:lnTo>
                  <a:lnTo>
                    <a:pt x="1344" y="4713"/>
                  </a:lnTo>
                  <a:lnTo>
                    <a:pt x="1605" y="4192"/>
                  </a:lnTo>
                  <a:lnTo>
                    <a:pt x="1866" y="3650"/>
                  </a:lnTo>
                  <a:lnTo>
                    <a:pt x="2167" y="3149"/>
                  </a:lnTo>
                  <a:lnTo>
                    <a:pt x="2487" y="2648"/>
                  </a:lnTo>
                  <a:lnTo>
                    <a:pt x="2808" y="2186"/>
                  </a:lnTo>
                  <a:lnTo>
                    <a:pt x="3169" y="1765"/>
                  </a:lnTo>
                  <a:lnTo>
                    <a:pt x="3530" y="1364"/>
                  </a:lnTo>
                  <a:lnTo>
                    <a:pt x="3891" y="1003"/>
                  </a:lnTo>
                  <a:lnTo>
                    <a:pt x="4292" y="702"/>
                  </a:lnTo>
                  <a:lnTo>
                    <a:pt x="4493" y="562"/>
                  </a:lnTo>
                  <a:lnTo>
                    <a:pt x="4693" y="442"/>
                  </a:lnTo>
                  <a:lnTo>
                    <a:pt x="4894" y="341"/>
                  </a:lnTo>
                  <a:lnTo>
                    <a:pt x="5115" y="241"/>
                  </a:lnTo>
                  <a:lnTo>
                    <a:pt x="5335" y="161"/>
                  </a:lnTo>
                  <a:lnTo>
                    <a:pt x="5536" y="101"/>
                  </a:lnTo>
                  <a:lnTo>
                    <a:pt x="5756" y="41"/>
                  </a:lnTo>
                  <a:lnTo>
                    <a:pt x="5977" y="21"/>
                  </a:lnTo>
                  <a:lnTo>
                    <a:pt x="6218" y="1"/>
                  </a:lnTo>
                  <a:lnTo>
                    <a:pt x="6438" y="1"/>
                  </a:lnTo>
                  <a:lnTo>
                    <a:pt x="6659" y="21"/>
                  </a:lnTo>
                  <a:lnTo>
                    <a:pt x="6899" y="81"/>
                  </a:lnTo>
                  <a:lnTo>
                    <a:pt x="7140" y="141"/>
                  </a:lnTo>
                  <a:lnTo>
                    <a:pt x="7381" y="221"/>
                  </a:lnTo>
                  <a:lnTo>
                    <a:pt x="7381" y="221"/>
                  </a:lnTo>
                  <a:lnTo>
                    <a:pt x="7601" y="321"/>
                  </a:lnTo>
                  <a:lnTo>
                    <a:pt x="7802" y="422"/>
                  </a:lnTo>
                  <a:lnTo>
                    <a:pt x="8002" y="542"/>
                  </a:lnTo>
                  <a:lnTo>
                    <a:pt x="8163" y="662"/>
                  </a:lnTo>
                  <a:lnTo>
                    <a:pt x="8323" y="803"/>
                  </a:lnTo>
                  <a:lnTo>
                    <a:pt x="8464" y="963"/>
                  </a:lnTo>
                  <a:lnTo>
                    <a:pt x="8584" y="1124"/>
                  </a:lnTo>
                  <a:lnTo>
                    <a:pt x="8684" y="1284"/>
                  </a:lnTo>
                  <a:lnTo>
                    <a:pt x="8765" y="1444"/>
                  </a:lnTo>
                  <a:lnTo>
                    <a:pt x="8825" y="1625"/>
                  </a:lnTo>
                  <a:lnTo>
                    <a:pt x="8885" y="1825"/>
                  </a:lnTo>
                  <a:lnTo>
                    <a:pt x="8925" y="2006"/>
                  </a:lnTo>
                  <a:lnTo>
                    <a:pt x="8945" y="2207"/>
                  </a:lnTo>
                  <a:lnTo>
                    <a:pt x="8965" y="2427"/>
                  </a:lnTo>
                  <a:lnTo>
                    <a:pt x="8945" y="2628"/>
                  </a:lnTo>
                  <a:lnTo>
                    <a:pt x="8925" y="2848"/>
                  </a:lnTo>
                  <a:lnTo>
                    <a:pt x="8865" y="3289"/>
                  </a:lnTo>
                  <a:lnTo>
                    <a:pt x="8744" y="3751"/>
                  </a:lnTo>
                  <a:lnTo>
                    <a:pt x="8564" y="4232"/>
                  </a:lnTo>
                  <a:lnTo>
                    <a:pt x="8363" y="4713"/>
                  </a:lnTo>
                  <a:lnTo>
                    <a:pt x="8103" y="5195"/>
                  </a:lnTo>
                  <a:lnTo>
                    <a:pt x="7822" y="5696"/>
                  </a:lnTo>
                  <a:lnTo>
                    <a:pt x="7501" y="6177"/>
                  </a:lnTo>
                  <a:lnTo>
                    <a:pt x="7160" y="6659"/>
                  </a:lnTo>
                  <a:lnTo>
                    <a:pt x="6799" y="7140"/>
                  </a:lnTo>
                  <a:lnTo>
                    <a:pt x="6398" y="7601"/>
                  </a:lnTo>
                  <a:lnTo>
                    <a:pt x="5997" y="8042"/>
                  </a:lnTo>
                  <a:lnTo>
                    <a:pt x="5556" y="8484"/>
                  </a:lnTo>
                  <a:lnTo>
                    <a:pt x="5135" y="8885"/>
                  </a:lnTo>
                  <a:lnTo>
                    <a:pt x="4673" y="9266"/>
                  </a:lnTo>
                  <a:lnTo>
                    <a:pt x="4232" y="9627"/>
                  </a:lnTo>
                  <a:lnTo>
                    <a:pt x="3771" y="9948"/>
                  </a:lnTo>
                  <a:lnTo>
                    <a:pt x="3330" y="10248"/>
                  </a:lnTo>
                  <a:lnTo>
                    <a:pt x="2869" y="10489"/>
                  </a:lnTo>
                  <a:lnTo>
                    <a:pt x="2447" y="10710"/>
                  </a:lnTo>
                  <a:lnTo>
                    <a:pt x="2006" y="10870"/>
                  </a:lnTo>
                  <a:lnTo>
                    <a:pt x="1605" y="10990"/>
                  </a:lnTo>
                  <a:lnTo>
                    <a:pt x="1405" y="11031"/>
                  </a:lnTo>
                  <a:lnTo>
                    <a:pt x="1204" y="11051"/>
                  </a:lnTo>
                  <a:lnTo>
                    <a:pt x="1024" y="11071"/>
                  </a:lnTo>
                  <a:lnTo>
                    <a:pt x="843" y="11071"/>
                  </a:lnTo>
                  <a:lnTo>
                    <a:pt x="663" y="11051"/>
                  </a:lnTo>
                  <a:lnTo>
                    <a:pt x="482" y="1103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26"/>
            <p:cNvSpPr/>
            <p:nvPr/>
          </p:nvSpPr>
          <p:spPr>
            <a:xfrm>
              <a:off x="11816350" y="4389150"/>
              <a:ext cx="211100" cy="284800"/>
            </a:xfrm>
            <a:custGeom>
              <a:avLst/>
              <a:gdLst/>
              <a:ahLst/>
              <a:cxnLst/>
              <a:rect l="l" t="t" r="r" b="b"/>
              <a:pathLst>
                <a:path w="8444" h="11392" extrusionOk="0">
                  <a:moveTo>
                    <a:pt x="8363" y="1"/>
                  </a:moveTo>
                  <a:lnTo>
                    <a:pt x="7942" y="121"/>
                  </a:lnTo>
                  <a:lnTo>
                    <a:pt x="7521" y="242"/>
                  </a:lnTo>
                  <a:lnTo>
                    <a:pt x="7100" y="402"/>
                  </a:lnTo>
                  <a:lnTo>
                    <a:pt x="6699" y="582"/>
                  </a:lnTo>
                  <a:lnTo>
                    <a:pt x="6699" y="101"/>
                  </a:lnTo>
                  <a:lnTo>
                    <a:pt x="6699" y="61"/>
                  </a:lnTo>
                  <a:lnTo>
                    <a:pt x="6679" y="41"/>
                  </a:lnTo>
                  <a:lnTo>
                    <a:pt x="6579" y="41"/>
                  </a:lnTo>
                  <a:lnTo>
                    <a:pt x="6559" y="81"/>
                  </a:lnTo>
                  <a:lnTo>
                    <a:pt x="6559" y="101"/>
                  </a:lnTo>
                  <a:lnTo>
                    <a:pt x="6498" y="582"/>
                  </a:lnTo>
                  <a:lnTo>
                    <a:pt x="6137" y="462"/>
                  </a:lnTo>
                  <a:lnTo>
                    <a:pt x="6117" y="462"/>
                  </a:lnTo>
                  <a:lnTo>
                    <a:pt x="6097" y="482"/>
                  </a:lnTo>
                  <a:lnTo>
                    <a:pt x="6097" y="502"/>
                  </a:lnTo>
                  <a:lnTo>
                    <a:pt x="6117" y="522"/>
                  </a:lnTo>
                  <a:lnTo>
                    <a:pt x="6478" y="683"/>
                  </a:lnTo>
                  <a:lnTo>
                    <a:pt x="6198" y="843"/>
                  </a:lnTo>
                  <a:lnTo>
                    <a:pt x="5897" y="1004"/>
                  </a:lnTo>
                  <a:lnTo>
                    <a:pt x="5616" y="1184"/>
                  </a:lnTo>
                  <a:lnTo>
                    <a:pt x="5355" y="1365"/>
                  </a:lnTo>
                  <a:lnTo>
                    <a:pt x="4834" y="1766"/>
                  </a:lnTo>
                  <a:lnTo>
                    <a:pt x="4332" y="2207"/>
                  </a:lnTo>
                  <a:lnTo>
                    <a:pt x="4132" y="1866"/>
                  </a:lnTo>
                  <a:lnTo>
                    <a:pt x="4112" y="1846"/>
                  </a:lnTo>
                  <a:lnTo>
                    <a:pt x="4072" y="1826"/>
                  </a:lnTo>
                  <a:lnTo>
                    <a:pt x="4052" y="1846"/>
                  </a:lnTo>
                  <a:lnTo>
                    <a:pt x="4032" y="1866"/>
                  </a:lnTo>
                  <a:lnTo>
                    <a:pt x="4032" y="1886"/>
                  </a:lnTo>
                  <a:lnTo>
                    <a:pt x="4032" y="1926"/>
                  </a:lnTo>
                  <a:lnTo>
                    <a:pt x="4212" y="2327"/>
                  </a:lnTo>
                  <a:lnTo>
                    <a:pt x="3851" y="2688"/>
                  </a:lnTo>
                  <a:lnTo>
                    <a:pt x="3510" y="3069"/>
                  </a:lnTo>
                  <a:lnTo>
                    <a:pt x="3169" y="3450"/>
                  </a:lnTo>
                  <a:lnTo>
                    <a:pt x="2869" y="3851"/>
                  </a:lnTo>
                  <a:lnTo>
                    <a:pt x="2568" y="4272"/>
                  </a:lnTo>
                  <a:lnTo>
                    <a:pt x="2287" y="4694"/>
                  </a:lnTo>
                  <a:lnTo>
                    <a:pt x="2026" y="5135"/>
                  </a:lnTo>
                  <a:lnTo>
                    <a:pt x="1766" y="5576"/>
                  </a:lnTo>
                  <a:lnTo>
                    <a:pt x="1525" y="6057"/>
                  </a:lnTo>
                  <a:lnTo>
                    <a:pt x="1264" y="6579"/>
                  </a:lnTo>
                  <a:lnTo>
                    <a:pt x="1003" y="7140"/>
                  </a:lnTo>
                  <a:lnTo>
                    <a:pt x="763" y="7702"/>
                  </a:lnTo>
                  <a:lnTo>
                    <a:pt x="462" y="7602"/>
                  </a:lnTo>
                  <a:lnTo>
                    <a:pt x="422" y="7622"/>
                  </a:lnTo>
                  <a:lnTo>
                    <a:pt x="402" y="7642"/>
                  </a:lnTo>
                  <a:lnTo>
                    <a:pt x="402" y="7662"/>
                  </a:lnTo>
                  <a:lnTo>
                    <a:pt x="422" y="7702"/>
                  </a:lnTo>
                  <a:lnTo>
                    <a:pt x="723" y="7842"/>
                  </a:lnTo>
                  <a:lnTo>
                    <a:pt x="622" y="8123"/>
                  </a:lnTo>
                  <a:lnTo>
                    <a:pt x="522" y="8424"/>
                  </a:lnTo>
                  <a:lnTo>
                    <a:pt x="382" y="8424"/>
                  </a:lnTo>
                  <a:lnTo>
                    <a:pt x="322" y="8464"/>
                  </a:lnTo>
                  <a:lnTo>
                    <a:pt x="322" y="8504"/>
                  </a:lnTo>
                  <a:lnTo>
                    <a:pt x="322" y="8544"/>
                  </a:lnTo>
                  <a:lnTo>
                    <a:pt x="382" y="8564"/>
                  </a:lnTo>
                  <a:lnTo>
                    <a:pt x="462" y="8584"/>
                  </a:lnTo>
                  <a:lnTo>
                    <a:pt x="261" y="9246"/>
                  </a:lnTo>
                  <a:lnTo>
                    <a:pt x="181" y="9567"/>
                  </a:lnTo>
                  <a:lnTo>
                    <a:pt x="121" y="9908"/>
                  </a:lnTo>
                  <a:lnTo>
                    <a:pt x="61" y="10249"/>
                  </a:lnTo>
                  <a:lnTo>
                    <a:pt x="21" y="10570"/>
                  </a:lnTo>
                  <a:lnTo>
                    <a:pt x="1" y="10911"/>
                  </a:lnTo>
                  <a:lnTo>
                    <a:pt x="1" y="11231"/>
                  </a:lnTo>
                  <a:lnTo>
                    <a:pt x="281" y="11392"/>
                  </a:lnTo>
                  <a:lnTo>
                    <a:pt x="281" y="11051"/>
                  </a:lnTo>
                  <a:lnTo>
                    <a:pt x="281" y="10710"/>
                  </a:lnTo>
                  <a:lnTo>
                    <a:pt x="322" y="10349"/>
                  </a:lnTo>
                  <a:lnTo>
                    <a:pt x="362" y="10008"/>
                  </a:lnTo>
                  <a:lnTo>
                    <a:pt x="442" y="9647"/>
                  </a:lnTo>
                  <a:lnTo>
                    <a:pt x="522" y="9306"/>
                  </a:lnTo>
                  <a:lnTo>
                    <a:pt x="602" y="8945"/>
                  </a:lnTo>
                  <a:lnTo>
                    <a:pt x="723" y="8604"/>
                  </a:lnTo>
                  <a:lnTo>
                    <a:pt x="963" y="8604"/>
                  </a:lnTo>
                  <a:lnTo>
                    <a:pt x="1084" y="8584"/>
                  </a:lnTo>
                  <a:lnTo>
                    <a:pt x="1124" y="8544"/>
                  </a:lnTo>
                  <a:lnTo>
                    <a:pt x="1144" y="8504"/>
                  </a:lnTo>
                  <a:lnTo>
                    <a:pt x="1124" y="8464"/>
                  </a:lnTo>
                  <a:lnTo>
                    <a:pt x="1084" y="8424"/>
                  </a:lnTo>
                  <a:lnTo>
                    <a:pt x="963" y="8404"/>
                  </a:lnTo>
                  <a:lnTo>
                    <a:pt x="783" y="8404"/>
                  </a:lnTo>
                  <a:lnTo>
                    <a:pt x="943" y="7963"/>
                  </a:lnTo>
                  <a:lnTo>
                    <a:pt x="1164" y="8063"/>
                  </a:lnTo>
                  <a:lnTo>
                    <a:pt x="1184" y="8063"/>
                  </a:lnTo>
                  <a:lnTo>
                    <a:pt x="1224" y="8043"/>
                  </a:lnTo>
                  <a:lnTo>
                    <a:pt x="1244" y="8023"/>
                  </a:lnTo>
                  <a:lnTo>
                    <a:pt x="1244" y="7983"/>
                  </a:lnTo>
                  <a:lnTo>
                    <a:pt x="1224" y="7942"/>
                  </a:lnTo>
                  <a:lnTo>
                    <a:pt x="1124" y="7862"/>
                  </a:lnTo>
                  <a:lnTo>
                    <a:pt x="1003" y="7802"/>
                  </a:lnTo>
                  <a:lnTo>
                    <a:pt x="1304" y="7100"/>
                  </a:lnTo>
                  <a:lnTo>
                    <a:pt x="1625" y="6418"/>
                  </a:lnTo>
                  <a:lnTo>
                    <a:pt x="1946" y="5777"/>
                  </a:lnTo>
                  <a:lnTo>
                    <a:pt x="2287" y="5195"/>
                  </a:lnTo>
                  <a:lnTo>
                    <a:pt x="2728" y="4473"/>
                  </a:lnTo>
                  <a:lnTo>
                    <a:pt x="2969" y="4132"/>
                  </a:lnTo>
                  <a:lnTo>
                    <a:pt x="3209" y="3791"/>
                  </a:lnTo>
                  <a:lnTo>
                    <a:pt x="3470" y="3450"/>
                  </a:lnTo>
                  <a:lnTo>
                    <a:pt x="3731" y="3129"/>
                  </a:lnTo>
                  <a:lnTo>
                    <a:pt x="4012" y="2809"/>
                  </a:lnTo>
                  <a:lnTo>
                    <a:pt x="4312" y="2508"/>
                  </a:lnTo>
                  <a:lnTo>
                    <a:pt x="4312" y="2528"/>
                  </a:lnTo>
                  <a:lnTo>
                    <a:pt x="4353" y="2548"/>
                  </a:lnTo>
                  <a:lnTo>
                    <a:pt x="4393" y="2568"/>
                  </a:lnTo>
                  <a:lnTo>
                    <a:pt x="4413" y="2548"/>
                  </a:lnTo>
                  <a:lnTo>
                    <a:pt x="4433" y="2528"/>
                  </a:lnTo>
                  <a:lnTo>
                    <a:pt x="4453" y="2508"/>
                  </a:lnTo>
                  <a:lnTo>
                    <a:pt x="4453" y="2468"/>
                  </a:lnTo>
                  <a:lnTo>
                    <a:pt x="4413" y="2407"/>
                  </a:lnTo>
                  <a:lnTo>
                    <a:pt x="4894" y="1966"/>
                  </a:lnTo>
                  <a:lnTo>
                    <a:pt x="5395" y="1565"/>
                  </a:lnTo>
                  <a:lnTo>
                    <a:pt x="5917" y="1184"/>
                  </a:lnTo>
                  <a:lnTo>
                    <a:pt x="6198" y="1024"/>
                  </a:lnTo>
                  <a:lnTo>
                    <a:pt x="6478" y="863"/>
                  </a:lnTo>
                  <a:lnTo>
                    <a:pt x="6478" y="863"/>
                  </a:lnTo>
                  <a:lnTo>
                    <a:pt x="6458" y="1104"/>
                  </a:lnTo>
                  <a:lnTo>
                    <a:pt x="6478" y="1324"/>
                  </a:lnTo>
                  <a:lnTo>
                    <a:pt x="6498" y="1365"/>
                  </a:lnTo>
                  <a:lnTo>
                    <a:pt x="6518" y="1385"/>
                  </a:lnTo>
                  <a:lnTo>
                    <a:pt x="6559" y="1405"/>
                  </a:lnTo>
                  <a:lnTo>
                    <a:pt x="6599" y="1405"/>
                  </a:lnTo>
                  <a:lnTo>
                    <a:pt x="6639" y="1365"/>
                  </a:lnTo>
                  <a:lnTo>
                    <a:pt x="6679" y="1084"/>
                  </a:lnTo>
                  <a:lnTo>
                    <a:pt x="6699" y="783"/>
                  </a:lnTo>
                  <a:lnTo>
                    <a:pt x="6879" y="863"/>
                  </a:lnTo>
                  <a:lnTo>
                    <a:pt x="6960" y="903"/>
                  </a:lnTo>
                  <a:lnTo>
                    <a:pt x="7080" y="903"/>
                  </a:lnTo>
                  <a:lnTo>
                    <a:pt x="7100" y="863"/>
                  </a:lnTo>
                  <a:lnTo>
                    <a:pt x="7120" y="843"/>
                  </a:lnTo>
                  <a:lnTo>
                    <a:pt x="7100" y="803"/>
                  </a:lnTo>
                  <a:lnTo>
                    <a:pt x="6960" y="723"/>
                  </a:lnTo>
                  <a:lnTo>
                    <a:pt x="6839" y="683"/>
                  </a:lnTo>
                  <a:lnTo>
                    <a:pt x="7200" y="502"/>
                  </a:lnTo>
                  <a:lnTo>
                    <a:pt x="7601" y="362"/>
                  </a:lnTo>
                  <a:lnTo>
                    <a:pt x="8002" y="221"/>
                  </a:lnTo>
                  <a:lnTo>
                    <a:pt x="8404" y="121"/>
                  </a:lnTo>
                  <a:lnTo>
                    <a:pt x="8444" y="101"/>
                  </a:lnTo>
                  <a:lnTo>
                    <a:pt x="8444" y="61"/>
                  </a:lnTo>
                  <a:lnTo>
                    <a:pt x="8424" y="21"/>
                  </a:lnTo>
                  <a:lnTo>
                    <a:pt x="838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26"/>
            <p:cNvSpPr/>
            <p:nvPr/>
          </p:nvSpPr>
          <p:spPr>
            <a:xfrm>
              <a:off x="11605275" y="4494950"/>
              <a:ext cx="441725" cy="271750"/>
            </a:xfrm>
            <a:custGeom>
              <a:avLst/>
              <a:gdLst/>
              <a:ahLst/>
              <a:cxnLst/>
              <a:rect l="l" t="t" r="r" b="b"/>
              <a:pathLst>
                <a:path w="17669" h="10870" extrusionOk="0">
                  <a:moveTo>
                    <a:pt x="141" y="783"/>
                  </a:moveTo>
                  <a:lnTo>
                    <a:pt x="181" y="803"/>
                  </a:lnTo>
                  <a:lnTo>
                    <a:pt x="602" y="1364"/>
                  </a:lnTo>
                  <a:lnTo>
                    <a:pt x="1044" y="1906"/>
                  </a:lnTo>
                  <a:lnTo>
                    <a:pt x="1505" y="2427"/>
                  </a:lnTo>
                  <a:lnTo>
                    <a:pt x="1986" y="2928"/>
                  </a:lnTo>
                  <a:lnTo>
                    <a:pt x="2086" y="2768"/>
                  </a:lnTo>
                  <a:lnTo>
                    <a:pt x="2187" y="2628"/>
                  </a:lnTo>
                  <a:lnTo>
                    <a:pt x="2227" y="2607"/>
                  </a:lnTo>
                  <a:lnTo>
                    <a:pt x="2247" y="2587"/>
                  </a:lnTo>
                  <a:lnTo>
                    <a:pt x="2287" y="2607"/>
                  </a:lnTo>
                  <a:lnTo>
                    <a:pt x="2327" y="2628"/>
                  </a:lnTo>
                  <a:lnTo>
                    <a:pt x="2347" y="2668"/>
                  </a:lnTo>
                  <a:lnTo>
                    <a:pt x="2347" y="2708"/>
                  </a:lnTo>
                  <a:lnTo>
                    <a:pt x="2267" y="2908"/>
                  </a:lnTo>
                  <a:lnTo>
                    <a:pt x="2147" y="3089"/>
                  </a:lnTo>
                  <a:lnTo>
                    <a:pt x="2447" y="3370"/>
                  </a:lnTo>
                  <a:lnTo>
                    <a:pt x="2588" y="3149"/>
                  </a:lnTo>
                  <a:lnTo>
                    <a:pt x="2668" y="3029"/>
                  </a:lnTo>
                  <a:lnTo>
                    <a:pt x="2768" y="2948"/>
                  </a:lnTo>
                  <a:lnTo>
                    <a:pt x="2828" y="2948"/>
                  </a:lnTo>
                  <a:lnTo>
                    <a:pt x="2849" y="2968"/>
                  </a:lnTo>
                  <a:lnTo>
                    <a:pt x="2869" y="2989"/>
                  </a:lnTo>
                  <a:lnTo>
                    <a:pt x="2869" y="3029"/>
                  </a:lnTo>
                  <a:lnTo>
                    <a:pt x="2828" y="3149"/>
                  </a:lnTo>
                  <a:lnTo>
                    <a:pt x="2748" y="3269"/>
                  </a:lnTo>
                  <a:lnTo>
                    <a:pt x="2588" y="3510"/>
                  </a:lnTo>
                  <a:lnTo>
                    <a:pt x="3009" y="3911"/>
                  </a:lnTo>
                  <a:lnTo>
                    <a:pt x="3450" y="4292"/>
                  </a:lnTo>
                  <a:lnTo>
                    <a:pt x="4333" y="5034"/>
                  </a:lnTo>
                  <a:lnTo>
                    <a:pt x="5255" y="5776"/>
                  </a:lnTo>
                  <a:lnTo>
                    <a:pt x="6178" y="6478"/>
                  </a:lnTo>
                  <a:lnTo>
                    <a:pt x="6258" y="6197"/>
                  </a:lnTo>
                  <a:lnTo>
                    <a:pt x="6318" y="6057"/>
                  </a:lnTo>
                  <a:lnTo>
                    <a:pt x="6378" y="5937"/>
                  </a:lnTo>
                  <a:lnTo>
                    <a:pt x="6398" y="5916"/>
                  </a:lnTo>
                  <a:lnTo>
                    <a:pt x="6418" y="5916"/>
                  </a:lnTo>
                  <a:lnTo>
                    <a:pt x="6478" y="5937"/>
                  </a:lnTo>
                  <a:lnTo>
                    <a:pt x="6478" y="5957"/>
                  </a:lnTo>
                  <a:lnTo>
                    <a:pt x="6498" y="5977"/>
                  </a:lnTo>
                  <a:lnTo>
                    <a:pt x="6458" y="6217"/>
                  </a:lnTo>
                  <a:lnTo>
                    <a:pt x="6378" y="6458"/>
                  </a:lnTo>
                  <a:lnTo>
                    <a:pt x="6579" y="6338"/>
                  </a:lnTo>
                  <a:lnTo>
                    <a:pt x="6779" y="6217"/>
                  </a:lnTo>
                  <a:lnTo>
                    <a:pt x="6819" y="6197"/>
                  </a:lnTo>
                  <a:lnTo>
                    <a:pt x="6859" y="6217"/>
                  </a:lnTo>
                  <a:lnTo>
                    <a:pt x="6900" y="6257"/>
                  </a:lnTo>
                  <a:lnTo>
                    <a:pt x="6920" y="6318"/>
                  </a:lnTo>
                  <a:lnTo>
                    <a:pt x="6879" y="6358"/>
                  </a:lnTo>
                  <a:lnTo>
                    <a:pt x="6659" y="6518"/>
                  </a:lnTo>
                  <a:lnTo>
                    <a:pt x="6418" y="6658"/>
                  </a:lnTo>
                  <a:lnTo>
                    <a:pt x="8263" y="8002"/>
                  </a:lnTo>
                  <a:lnTo>
                    <a:pt x="8303" y="8042"/>
                  </a:lnTo>
                  <a:lnTo>
                    <a:pt x="8283" y="8102"/>
                  </a:lnTo>
                  <a:lnTo>
                    <a:pt x="8263" y="8143"/>
                  </a:lnTo>
                  <a:lnTo>
                    <a:pt x="8203" y="8163"/>
                  </a:lnTo>
                  <a:lnTo>
                    <a:pt x="8163" y="8143"/>
                  </a:lnTo>
                  <a:lnTo>
                    <a:pt x="7682" y="7862"/>
                  </a:lnTo>
                  <a:lnTo>
                    <a:pt x="7220" y="7561"/>
                  </a:lnTo>
                  <a:lnTo>
                    <a:pt x="6278" y="6959"/>
                  </a:lnTo>
                  <a:lnTo>
                    <a:pt x="6238" y="7200"/>
                  </a:lnTo>
                  <a:lnTo>
                    <a:pt x="6198" y="7461"/>
                  </a:lnTo>
                  <a:lnTo>
                    <a:pt x="6178" y="7481"/>
                  </a:lnTo>
                  <a:lnTo>
                    <a:pt x="6158" y="7501"/>
                  </a:lnTo>
                  <a:lnTo>
                    <a:pt x="6158" y="7481"/>
                  </a:lnTo>
                  <a:lnTo>
                    <a:pt x="6137" y="7461"/>
                  </a:lnTo>
                  <a:lnTo>
                    <a:pt x="6137" y="7180"/>
                  </a:lnTo>
                  <a:lnTo>
                    <a:pt x="6137" y="6859"/>
                  </a:lnTo>
                  <a:lnTo>
                    <a:pt x="6097" y="6819"/>
                  </a:lnTo>
                  <a:lnTo>
                    <a:pt x="5696" y="6999"/>
                  </a:lnTo>
                  <a:lnTo>
                    <a:pt x="5676" y="7019"/>
                  </a:lnTo>
                  <a:lnTo>
                    <a:pt x="5656" y="6999"/>
                  </a:lnTo>
                  <a:lnTo>
                    <a:pt x="5656" y="6979"/>
                  </a:lnTo>
                  <a:lnTo>
                    <a:pt x="5676" y="6959"/>
                  </a:lnTo>
                  <a:lnTo>
                    <a:pt x="5977" y="6739"/>
                  </a:lnTo>
                  <a:lnTo>
                    <a:pt x="5516" y="6398"/>
                  </a:lnTo>
                  <a:lnTo>
                    <a:pt x="5034" y="6057"/>
                  </a:lnTo>
                  <a:lnTo>
                    <a:pt x="4593" y="5696"/>
                  </a:lnTo>
                  <a:lnTo>
                    <a:pt x="4132" y="5315"/>
                  </a:lnTo>
                  <a:lnTo>
                    <a:pt x="3691" y="4934"/>
                  </a:lnTo>
                  <a:lnTo>
                    <a:pt x="3270" y="4533"/>
                  </a:lnTo>
                  <a:lnTo>
                    <a:pt x="2849" y="4132"/>
                  </a:lnTo>
                  <a:lnTo>
                    <a:pt x="2427" y="3710"/>
                  </a:lnTo>
                  <a:lnTo>
                    <a:pt x="2327" y="3871"/>
                  </a:lnTo>
                  <a:lnTo>
                    <a:pt x="2227" y="4031"/>
                  </a:lnTo>
                  <a:lnTo>
                    <a:pt x="2207" y="4031"/>
                  </a:lnTo>
                  <a:lnTo>
                    <a:pt x="2207" y="4051"/>
                  </a:lnTo>
                  <a:lnTo>
                    <a:pt x="2167" y="4031"/>
                  </a:lnTo>
                  <a:lnTo>
                    <a:pt x="2147" y="4011"/>
                  </a:lnTo>
                  <a:lnTo>
                    <a:pt x="2167" y="3971"/>
                  </a:lnTo>
                  <a:lnTo>
                    <a:pt x="2327" y="3590"/>
                  </a:lnTo>
                  <a:lnTo>
                    <a:pt x="2006" y="3249"/>
                  </a:lnTo>
                  <a:lnTo>
                    <a:pt x="1826" y="3510"/>
                  </a:lnTo>
                  <a:lnTo>
                    <a:pt x="1766" y="3510"/>
                  </a:lnTo>
                  <a:lnTo>
                    <a:pt x="1746" y="3490"/>
                  </a:lnTo>
                  <a:lnTo>
                    <a:pt x="1746" y="3470"/>
                  </a:lnTo>
                  <a:lnTo>
                    <a:pt x="1746" y="3450"/>
                  </a:lnTo>
                  <a:lnTo>
                    <a:pt x="1886" y="3109"/>
                  </a:lnTo>
                  <a:lnTo>
                    <a:pt x="1405" y="2567"/>
                  </a:lnTo>
                  <a:lnTo>
                    <a:pt x="963" y="2006"/>
                  </a:lnTo>
                  <a:lnTo>
                    <a:pt x="522" y="1424"/>
                  </a:lnTo>
                  <a:lnTo>
                    <a:pt x="121" y="823"/>
                  </a:lnTo>
                  <a:lnTo>
                    <a:pt x="121" y="803"/>
                  </a:lnTo>
                  <a:lnTo>
                    <a:pt x="141" y="783"/>
                  </a:lnTo>
                  <a:close/>
                  <a:moveTo>
                    <a:pt x="201" y="0"/>
                  </a:moveTo>
                  <a:lnTo>
                    <a:pt x="121" y="341"/>
                  </a:lnTo>
                  <a:lnTo>
                    <a:pt x="41" y="682"/>
                  </a:lnTo>
                  <a:lnTo>
                    <a:pt x="1" y="1043"/>
                  </a:lnTo>
                  <a:lnTo>
                    <a:pt x="1" y="1404"/>
                  </a:lnTo>
                  <a:lnTo>
                    <a:pt x="1" y="1645"/>
                  </a:lnTo>
                  <a:lnTo>
                    <a:pt x="21" y="1906"/>
                  </a:lnTo>
                  <a:lnTo>
                    <a:pt x="41" y="2146"/>
                  </a:lnTo>
                  <a:lnTo>
                    <a:pt x="101" y="2407"/>
                  </a:lnTo>
                  <a:lnTo>
                    <a:pt x="161" y="2668"/>
                  </a:lnTo>
                  <a:lnTo>
                    <a:pt x="282" y="2968"/>
                  </a:lnTo>
                  <a:lnTo>
                    <a:pt x="422" y="3269"/>
                  </a:lnTo>
                  <a:lnTo>
                    <a:pt x="582" y="3590"/>
                  </a:lnTo>
                  <a:lnTo>
                    <a:pt x="763" y="3911"/>
                  </a:lnTo>
                  <a:lnTo>
                    <a:pt x="983" y="4232"/>
                  </a:lnTo>
                  <a:lnTo>
                    <a:pt x="1224" y="4573"/>
                  </a:lnTo>
                  <a:lnTo>
                    <a:pt x="1505" y="4914"/>
                  </a:lnTo>
                  <a:lnTo>
                    <a:pt x="1786" y="5255"/>
                  </a:lnTo>
                  <a:lnTo>
                    <a:pt x="2086" y="5596"/>
                  </a:lnTo>
                  <a:lnTo>
                    <a:pt x="2407" y="5937"/>
                  </a:lnTo>
                  <a:lnTo>
                    <a:pt x="2748" y="6277"/>
                  </a:lnTo>
                  <a:lnTo>
                    <a:pt x="3109" y="6618"/>
                  </a:lnTo>
                  <a:lnTo>
                    <a:pt x="3490" y="6959"/>
                  </a:lnTo>
                  <a:lnTo>
                    <a:pt x="4252" y="7621"/>
                  </a:lnTo>
                  <a:lnTo>
                    <a:pt x="4673" y="7942"/>
                  </a:lnTo>
                  <a:lnTo>
                    <a:pt x="5075" y="8243"/>
                  </a:lnTo>
                  <a:lnTo>
                    <a:pt x="5496" y="8544"/>
                  </a:lnTo>
                  <a:lnTo>
                    <a:pt x="5917" y="8844"/>
                  </a:lnTo>
                  <a:lnTo>
                    <a:pt x="6338" y="9105"/>
                  </a:lnTo>
                  <a:lnTo>
                    <a:pt x="6779" y="9366"/>
                  </a:lnTo>
                  <a:lnTo>
                    <a:pt x="7200" y="9607"/>
                  </a:lnTo>
                  <a:lnTo>
                    <a:pt x="7621" y="9847"/>
                  </a:lnTo>
                  <a:lnTo>
                    <a:pt x="8063" y="10048"/>
                  </a:lnTo>
                  <a:lnTo>
                    <a:pt x="8484" y="10228"/>
                  </a:lnTo>
                  <a:lnTo>
                    <a:pt x="8885" y="10409"/>
                  </a:lnTo>
                  <a:lnTo>
                    <a:pt x="9306" y="10549"/>
                  </a:lnTo>
                  <a:lnTo>
                    <a:pt x="9707" y="10669"/>
                  </a:lnTo>
                  <a:lnTo>
                    <a:pt x="10088" y="10750"/>
                  </a:lnTo>
                  <a:lnTo>
                    <a:pt x="10469" y="10830"/>
                  </a:lnTo>
                  <a:lnTo>
                    <a:pt x="10830" y="10870"/>
                  </a:lnTo>
                  <a:lnTo>
                    <a:pt x="11071" y="10870"/>
                  </a:lnTo>
                  <a:lnTo>
                    <a:pt x="11432" y="10850"/>
                  </a:lnTo>
                  <a:lnTo>
                    <a:pt x="11813" y="10810"/>
                  </a:lnTo>
                  <a:lnTo>
                    <a:pt x="12214" y="10730"/>
                  </a:lnTo>
                  <a:lnTo>
                    <a:pt x="12615" y="10629"/>
                  </a:lnTo>
                  <a:lnTo>
                    <a:pt x="13016" y="10509"/>
                  </a:lnTo>
                  <a:lnTo>
                    <a:pt x="13437" y="10349"/>
                  </a:lnTo>
                  <a:lnTo>
                    <a:pt x="13858" y="10168"/>
                  </a:lnTo>
                  <a:lnTo>
                    <a:pt x="14280" y="9967"/>
                  </a:lnTo>
                  <a:lnTo>
                    <a:pt x="14721" y="9747"/>
                  </a:lnTo>
                  <a:lnTo>
                    <a:pt x="15142" y="9506"/>
                  </a:lnTo>
                  <a:lnTo>
                    <a:pt x="15583" y="9246"/>
                  </a:lnTo>
                  <a:lnTo>
                    <a:pt x="16004" y="8965"/>
                  </a:lnTo>
                  <a:lnTo>
                    <a:pt x="16445" y="8664"/>
                  </a:lnTo>
                  <a:lnTo>
                    <a:pt x="16847" y="8343"/>
                  </a:lnTo>
                  <a:lnTo>
                    <a:pt x="17268" y="8002"/>
                  </a:lnTo>
                  <a:lnTo>
                    <a:pt x="17669" y="7641"/>
                  </a:lnTo>
                  <a:lnTo>
                    <a:pt x="17007" y="7862"/>
                  </a:lnTo>
                  <a:lnTo>
                    <a:pt x="16345" y="8042"/>
                  </a:lnTo>
                  <a:lnTo>
                    <a:pt x="15663" y="8183"/>
                  </a:lnTo>
                  <a:lnTo>
                    <a:pt x="14981" y="8303"/>
                  </a:lnTo>
                  <a:lnTo>
                    <a:pt x="14621" y="8504"/>
                  </a:lnTo>
                  <a:lnTo>
                    <a:pt x="14260" y="8704"/>
                  </a:lnTo>
                  <a:lnTo>
                    <a:pt x="13919" y="8885"/>
                  </a:lnTo>
                  <a:lnTo>
                    <a:pt x="13578" y="9025"/>
                  </a:lnTo>
                  <a:lnTo>
                    <a:pt x="13257" y="9125"/>
                  </a:lnTo>
                  <a:lnTo>
                    <a:pt x="12936" y="9225"/>
                  </a:lnTo>
                  <a:lnTo>
                    <a:pt x="12615" y="9266"/>
                  </a:lnTo>
                  <a:lnTo>
                    <a:pt x="12334" y="9286"/>
                  </a:lnTo>
                  <a:lnTo>
                    <a:pt x="12094" y="9266"/>
                  </a:lnTo>
                  <a:lnTo>
                    <a:pt x="11873" y="9246"/>
                  </a:lnTo>
                  <a:lnTo>
                    <a:pt x="11773" y="9205"/>
                  </a:lnTo>
                  <a:lnTo>
                    <a:pt x="11672" y="9125"/>
                  </a:lnTo>
                  <a:lnTo>
                    <a:pt x="11592" y="9025"/>
                  </a:lnTo>
                  <a:lnTo>
                    <a:pt x="11532" y="8885"/>
                  </a:lnTo>
                  <a:lnTo>
                    <a:pt x="11472" y="8744"/>
                  </a:lnTo>
                  <a:lnTo>
                    <a:pt x="11432" y="8564"/>
                  </a:lnTo>
                  <a:lnTo>
                    <a:pt x="11412" y="8363"/>
                  </a:lnTo>
                  <a:lnTo>
                    <a:pt x="11392" y="8143"/>
                  </a:lnTo>
                  <a:lnTo>
                    <a:pt x="10870" y="8002"/>
                  </a:lnTo>
                  <a:lnTo>
                    <a:pt x="10329" y="7842"/>
                  </a:lnTo>
                  <a:lnTo>
                    <a:pt x="9807" y="7661"/>
                  </a:lnTo>
                  <a:lnTo>
                    <a:pt x="9286" y="7441"/>
                  </a:lnTo>
                  <a:lnTo>
                    <a:pt x="8724" y="7160"/>
                  </a:lnTo>
                  <a:lnTo>
                    <a:pt x="8745" y="7521"/>
                  </a:lnTo>
                  <a:lnTo>
                    <a:pt x="8805" y="7862"/>
                  </a:lnTo>
                  <a:lnTo>
                    <a:pt x="8885" y="8223"/>
                  </a:lnTo>
                  <a:lnTo>
                    <a:pt x="8985" y="8544"/>
                  </a:lnTo>
                  <a:lnTo>
                    <a:pt x="9126" y="8885"/>
                  </a:lnTo>
                  <a:lnTo>
                    <a:pt x="9286" y="9205"/>
                  </a:lnTo>
                  <a:lnTo>
                    <a:pt x="9487" y="9506"/>
                  </a:lnTo>
                  <a:lnTo>
                    <a:pt x="9727" y="9807"/>
                  </a:lnTo>
                  <a:lnTo>
                    <a:pt x="9747" y="9847"/>
                  </a:lnTo>
                  <a:lnTo>
                    <a:pt x="9747" y="9907"/>
                  </a:lnTo>
                  <a:lnTo>
                    <a:pt x="9707" y="9947"/>
                  </a:lnTo>
                  <a:lnTo>
                    <a:pt x="9627" y="9947"/>
                  </a:lnTo>
                  <a:lnTo>
                    <a:pt x="9607" y="9927"/>
                  </a:lnTo>
                  <a:lnTo>
                    <a:pt x="9446" y="9767"/>
                  </a:lnTo>
                  <a:lnTo>
                    <a:pt x="9306" y="9627"/>
                  </a:lnTo>
                  <a:lnTo>
                    <a:pt x="9065" y="9286"/>
                  </a:lnTo>
                  <a:lnTo>
                    <a:pt x="8865" y="8945"/>
                  </a:lnTo>
                  <a:lnTo>
                    <a:pt x="8704" y="8584"/>
                  </a:lnTo>
                  <a:lnTo>
                    <a:pt x="8584" y="8203"/>
                  </a:lnTo>
                  <a:lnTo>
                    <a:pt x="8504" y="7802"/>
                  </a:lnTo>
                  <a:lnTo>
                    <a:pt x="8464" y="7401"/>
                  </a:lnTo>
                  <a:lnTo>
                    <a:pt x="8444" y="6999"/>
                  </a:lnTo>
                  <a:lnTo>
                    <a:pt x="8063" y="6759"/>
                  </a:lnTo>
                  <a:lnTo>
                    <a:pt x="7722" y="6518"/>
                  </a:lnTo>
                  <a:lnTo>
                    <a:pt x="7361" y="6257"/>
                  </a:lnTo>
                  <a:lnTo>
                    <a:pt x="7040" y="5977"/>
                  </a:lnTo>
                  <a:lnTo>
                    <a:pt x="6719" y="5696"/>
                  </a:lnTo>
                  <a:lnTo>
                    <a:pt x="6418" y="5375"/>
                  </a:lnTo>
                  <a:lnTo>
                    <a:pt x="6117" y="5054"/>
                  </a:lnTo>
                  <a:lnTo>
                    <a:pt x="5857" y="4713"/>
                  </a:lnTo>
                  <a:lnTo>
                    <a:pt x="5596" y="4372"/>
                  </a:lnTo>
                  <a:lnTo>
                    <a:pt x="5355" y="4011"/>
                  </a:lnTo>
                  <a:lnTo>
                    <a:pt x="5135" y="3650"/>
                  </a:lnTo>
                  <a:lnTo>
                    <a:pt x="4934" y="3269"/>
                  </a:lnTo>
                  <a:lnTo>
                    <a:pt x="4754" y="2868"/>
                  </a:lnTo>
                  <a:lnTo>
                    <a:pt x="4573" y="2467"/>
                  </a:lnTo>
                  <a:lnTo>
                    <a:pt x="4433" y="2046"/>
                  </a:lnTo>
                  <a:lnTo>
                    <a:pt x="4312" y="1625"/>
                  </a:lnTo>
                  <a:lnTo>
                    <a:pt x="4212" y="1224"/>
                  </a:lnTo>
                  <a:lnTo>
                    <a:pt x="3731" y="1204"/>
                  </a:lnTo>
                  <a:lnTo>
                    <a:pt x="3209" y="1123"/>
                  </a:lnTo>
                  <a:lnTo>
                    <a:pt x="2708" y="1023"/>
                  </a:lnTo>
                  <a:lnTo>
                    <a:pt x="2187" y="883"/>
                  </a:lnTo>
                  <a:lnTo>
                    <a:pt x="1665" y="722"/>
                  </a:lnTo>
                  <a:lnTo>
                    <a:pt x="1164" y="522"/>
                  </a:lnTo>
                  <a:lnTo>
                    <a:pt x="683" y="281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26"/>
            <p:cNvSpPr/>
            <p:nvPr/>
          </p:nvSpPr>
          <p:spPr>
            <a:xfrm>
              <a:off x="11608300" y="4514500"/>
              <a:ext cx="204575" cy="184525"/>
            </a:xfrm>
            <a:custGeom>
              <a:avLst/>
              <a:gdLst/>
              <a:ahLst/>
              <a:cxnLst/>
              <a:rect l="l" t="t" r="r" b="b"/>
              <a:pathLst>
                <a:path w="8183" h="7381" fill="none" extrusionOk="0">
                  <a:moveTo>
                    <a:pt x="1665" y="2728"/>
                  </a:moveTo>
                  <a:lnTo>
                    <a:pt x="1665" y="2728"/>
                  </a:lnTo>
                  <a:lnTo>
                    <a:pt x="1645" y="2728"/>
                  </a:lnTo>
                  <a:lnTo>
                    <a:pt x="1625" y="2708"/>
                  </a:lnTo>
                  <a:lnTo>
                    <a:pt x="1625" y="2688"/>
                  </a:lnTo>
                  <a:lnTo>
                    <a:pt x="1625" y="2668"/>
                  </a:lnTo>
                  <a:lnTo>
                    <a:pt x="1625" y="2668"/>
                  </a:lnTo>
                  <a:lnTo>
                    <a:pt x="1765" y="2327"/>
                  </a:lnTo>
                  <a:lnTo>
                    <a:pt x="1765" y="2327"/>
                  </a:lnTo>
                  <a:lnTo>
                    <a:pt x="1284" y="1785"/>
                  </a:lnTo>
                  <a:lnTo>
                    <a:pt x="842" y="1224"/>
                  </a:lnTo>
                  <a:lnTo>
                    <a:pt x="401" y="642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481" y="582"/>
                  </a:lnTo>
                  <a:lnTo>
                    <a:pt x="923" y="1124"/>
                  </a:lnTo>
                  <a:lnTo>
                    <a:pt x="1384" y="1645"/>
                  </a:lnTo>
                  <a:lnTo>
                    <a:pt x="1865" y="2146"/>
                  </a:lnTo>
                  <a:lnTo>
                    <a:pt x="1865" y="2146"/>
                  </a:lnTo>
                  <a:lnTo>
                    <a:pt x="1965" y="1986"/>
                  </a:lnTo>
                  <a:lnTo>
                    <a:pt x="2066" y="1846"/>
                  </a:lnTo>
                  <a:lnTo>
                    <a:pt x="2066" y="1846"/>
                  </a:lnTo>
                  <a:lnTo>
                    <a:pt x="2106" y="1825"/>
                  </a:lnTo>
                  <a:lnTo>
                    <a:pt x="2126" y="1805"/>
                  </a:lnTo>
                  <a:lnTo>
                    <a:pt x="2126" y="1805"/>
                  </a:lnTo>
                  <a:lnTo>
                    <a:pt x="2166" y="1825"/>
                  </a:lnTo>
                  <a:lnTo>
                    <a:pt x="2206" y="1846"/>
                  </a:lnTo>
                  <a:lnTo>
                    <a:pt x="2226" y="1886"/>
                  </a:lnTo>
                  <a:lnTo>
                    <a:pt x="2226" y="1926"/>
                  </a:lnTo>
                  <a:lnTo>
                    <a:pt x="2226" y="1926"/>
                  </a:lnTo>
                  <a:lnTo>
                    <a:pt x="2146" y="2126"/>
                  </a:lnTo>
                  <a:lnTo>
                    <a:pt x="2026" y="2307"/>
                  </a:lnTo>
                  <a:lnTo>
                    <a:pt x="2026" y="2307"/>
                  </a:lnTo>
                  <a:lnTo>
                    <a:pt x="2326" y="2588"/>
                  </a:lnTo>
                  <a:lnTo>
                    <a:pt x="2326" y="2588"/>
                  </a:lnTo>
                  <a:lnTo>
                    <a:pt x="2467" y="2367"/>
                  </a:lnTo>
                  <a:lnTo>
                    <a:pt x="2547" y="2247"/>
                  </a:lnTo>
                  <a:lnTo>
                    <a:pt x="2647" y="2166"/>
                  </a:lnTo>
                  <a:lnTo>
                    <a:pt x="2647" y="2166"/>
                  </a:lnTo>
                  <a:lnTo>
                    <a:pt x="2687" y="2166"/>
                  </a:lnTo>
                  <a:lnTo>
                    <a:pt x="2687" y="2166"/>
                  </a:lnTo>
                  <a:lnTo>
                    <a:pt x="2707" y="2166"/>
                  </a:lnTo>
                  <a:lnTo>
                    <a:pt x="2728" y="2186"/>
                  </a:lnTo>
                  <a:lnTo>
                    <a:pt x="2748" y="2207"/>
                  </a:lnTo>
                  <a:lnTo>
                    <a:pt x="2748" y="2247"/>
                  </a:lnTo>
                  <a:lnTo>
                    <a:pt x="2748" y="2247"/>
                  </a:lnTo>
                  <a:lnTo>
                    <a:pt x="2707" y="2367"/>
                  </a:lnTo>
                  <a:lnTo>
                    <a:pt x="2627" y="2487"/>
                  </a:lnTo>
                  <a:lnTo>
                    <a:pt x="2467" y="2728"/>
                  </a:lnTo>
                  <a:lnTo>
                    <a:pt x="2467" y="2728"/>
                  </a:lnTo>
                  <a:lnTo>
                    <a:pt x="2888" y="3129"/>
                  </a:lnTo>
                  <a:lnTo>
                    <a:pt x="3329" y="3510"/>
                  </a:lnTo>
                  <a:lnTo>
                    <a:pt x="4212" y="4252"/>
                  </a:lnTo>
                  <a:lnTo>
                    <a:pt x="5134" y="4994"/>
                  </a:lnTo>
                  <a:lnTo>
                    <a:pt x="6057" y="5696"/>
                  </a:lnTo>
                  <a:lnTo>
                    <a:pt x="6057" y="5696"/>
                  </a:lnTo>
                  <a:lnTo>
                    <a:pt x="6137" y="5415"/>
                  </a:lnTo>
                  <a:lnTo>
                    <a:pt x="6197" y="5275"/>
                  </a:lnTo>
                  <a:lnTo>
                    <a:pt x="6257" y="5155"/>
                  </a:lnTo>
                  <a:lnTo>
                    <a:pt x="6257" y="5155"/>
                  </a:lnTo>
                  <a:lnTo>
                    <a:pt x="6277" y="5134"/>
                  </a:lnTo>
                  <a:lnTo>
                    <a:pt x="6297" y="5134"/>
                  </a:lnTo>
                  <a:lnTo>
                    <a:pt x="6297" y="5134"/>
                  </a:lnTo>
                  <a:lnTo>
                    <a:pt x="6357" y="5155"/>
                  </a:lnTo>
                  <a:lnTo>
                    <a:pt x="6357" y="5175"/>
                  </a:lnTo>
                  <a:lnTo>
                    <a:pt x="6377" y="5195"/>
                  </a:lnTo>
                  <a:lnTo>
                    <a:pt x="6377" y="5195"/>
                  </a:lnTo>
                  <a:lnTo>
                    <a:pt x="6337" y="5435"/>
                  </a:lnTo>
                  <a:lnTo>
                    <a:pt x="6257" y="5676"/>
                  </a:lnTo>
                  <a:lnTo>
                    <a:pt x="6257" y="5676"/>
                  </a:lnTo>
                  <a:lnTo>
                    <a:pt x="6458" y="5556"/>
                  </a:lnTo>
                  <a:lnTo>
                    <a:pt x="6658" y="5435"/>
                  </a:lnTo>
                  <a:lnTo>
                    <a:pt x="6658" y="5435"/>
                  </a:lnTo>
                  <a:lnTo>
                    <a:pt x="6698" y="5415"/>
                  </a:lnTo>
                  <a:lnTo>
                    <a:pt x="6698" y="5415"/>
                  </a:lnTo>
                  <a:lnTo>
                    <a:pt x="6738" y="5435"/>
                  </a:lnTo>
                  <a:lnTo>
                    <a:pt x="6779" y="5475"/>
                  </a:lnTo>
                  <a:lnTo>
                    <a:pt x="6799" y="5536"/>
                  </a:lnTo>
                  <a:lnTo>
                    <a:pt x="6758" y="5576"/>
                  </a:lnTo>
                  <a:lnTo>
                    <a:pt x="6758" y="5576"/>
                  </a:lnTo>
                  <a:lnTo>
                    <a:pt x="6538" y="5736"/>
                  </a:lnTo>
                  <a:lnTo>
                    <a:pt x="6297" y="5876"/>
                  </a:lnTo>
                  <a:lnTo>
                    <a:pt x="6297" y="5876"/>
                  </a:lnTo>
                  <a:lnTo>
                    <a:pt x="8142" y="7220"/>
                  </a:lnTo>
                  <a:lnTo>
                    <a:pt x="8142" y="7220"/>
                  </a:lnTo>
                  <a:lnTo>
                    <a:pt x="8182" y="7260"/>
                  </a:lnTo>
                  <a:lnTo>
                    <a:pt x="8162" y="7320"/>
                  </a:lnTo>
                  <a:lnTo>
                    <a:pt x="8142" y="7361"/>
                  </a:lnTo>
                  <a:lnTo>
                    <a:pt x="8082" y="7381"/>
                  </a:lnTo>
                  <a:lnTo>
                    <a:pt x="8082" y="7381"/>
                  </a:lnTo>
                  <a:lnTo>
                    <a:pt x="8042" y="7361"/>
                  </a:lnTo>
                  <a:lnTo>
                    <a:pt x="8042" y="7361"/>
                  </a:lnTo>
                  <a:lnTo>
                    <a:pt x="7561" y="7080"/>
                  </a:lnTo>
                  <a:lnTo>
                    <a:pt x="7099" y="6779"/>
                  </a:lnTo>
                  <a:lnTo>
                    <a:pt x="6157" y="6177"/>
                  </a:lnTo>
                  <a:lnTo>
                    <a:pt x="6157" y="6177"/>
                  </a:lnTo>
                  <a:lnTo>
                    <a:pt x="6117" y="6418"/>
                  </a:lnTo>
                  <a:lnTo>
                    <a:pt x="6077" y="6679"/>
                  </a:lnTo>
                  <a:lnTo>
                    <a:pt x="6077" y="6679"/>
                  </a:lnTo>
                  <a:lnTo>
                    <a:pt x="6057" y="6699"/>
                  </a:lnTo>
                  <a:lnTo>
                    <a:pt x="6037" y="6719"/>
                  </a:lnTo>
                  <a:lnTo>
                    <a:pt x="6037" y="6719"/>
                  </a:lnTo>
                  <a:lnTo>
                    <a:pt x="6037" y="6699"/>
                  </a:lnTo>
                  <a:lnTo>
                    <a:pt x="6016" y="6679"/>
                  </a:lnTo>
                  <a:lnTo>
                    <a:pt x="6016" y="6679"/>
                  </a:lnTo>
                  <a:lnTo>
                    <a:pt x="6016" y="6398"/>
                  </a:lnTo>
                  <a:lnTo>
                    <a:pt x="6016" y="6077"/>
                  </a:lnTo>
                  <a:lnTo>
                    <a:pt x="6016" y="6077"/>
                  </a:lnTo>
                  <a:lnTo>
                    <a:pt x="5976" y="6037"/>
                  </a:lnTo>
                  <a:lnTo>
                    <a:pt x="5976" y="6037"/>
                  </a:lnTo>
                  <a:lnTo>
                    <a:pt x="5575" y="6217"/>
                  </a:lnTo>
                  <a:lnTo>
                    <a:pt x="5575" y="6217"/>
                  </a:lnTo>
                  <a:lnTo>
                    <a:pt x="5555" y="6237"/>
                  </a:lnTo>
                  <a:lnTo>
                    <a:pt x="5555" y="6237"/>
                  </a:lnTo>
                  <a:lnTo>
                    <a:pt x="5535" y="6217"/>
                  </a:lnTo>
                  <a:lnTo>
                    <a:pt x="5535" y="6197"/>
                  </a:lnTo>
                  <a:lnTo>
                    <a:pt x="5555" y="6177"/>
                  </a:lnTo>
                  <a:lnTo>
                    <a:pt x="5555" y="6177"/>
                  </a:lnTo>
                  <a:lnTo>
                    <a:pt x="5856" y="5957"/>
                  </a:lnTo>
                  <a:lnTo>
                    <a:pt x="5856" y="5957"/>
                  </a:lnTo>
                  <a:lnTo>
                    <a:pt x="5395" y="5616"/>
                  </a:lnTo>
                  <a:lnTo>
                    <a:pt x="4913" y="5275"/>
                  </a:lnTo>
                  <a:lnTo>
                    <a:pt x="4472" y="4914"/>
                  </a:lnTo>
                  <a:lnTo>
                    <a:pt x="4011" y="4533"/>
                  </a:lnTo>
                  <a:lnTo>
                    <a:pt x="3570" y="4152"/>
                  </a:lnTo>
                  <a:lnTo>
                    <a:pt x="3149" y="3751"/>
                  </a:lnTo>
                  <a:lnTo>
                    <a:pt x="2728" y="3350"/>
                  </a:lnTo>
                  <a:lnTo>
                    <a:pt x="2306" y="2928"/>
                  </a:lnTo>
                  <a:lnTo>
                    <a:pt x="2306" y="2928"/>
                  </a:lnTo>
                  <a:lnTo>
                    <a:pt x="2206" y="3089"/>
                  </a:lnTo>
                  <a:lnTo>
                    <a:pt x="2106" y="3249"/>
                  </a:lnTo>
                  <a:lnTo>
                    <a:pt x="2106" y="3249"/>
                  </a:lnTo>
                  <a:lnTo>
                    <a:pt x="2086" y="3249"/>
                  </a:lnTo>
                  <a:lnTo>
                    <a:pt x="2086" y="3269"/>
                  </a:lnTo>
                  <a:lnTo>
                    <a:pt x="2086" y="3269"/>
                  </a:lnTo>
                  <a:lnTo>
                    <a:pt x="2046" y="3249"/>
                  </a:lnTo>
                  <a:lnTo>
                    <a:pt x="2026" y="3229"/>
                  </a:lnTo>
                  <a:lnTo>
                    <a:pt x="2046" y="3189"/>
                  </a:lnTo>
                  <a:lnTo>
                    <a:pt x="2046" y="3189"/>
                  </a:lnTo>
                  <a:lnTo>
                    <a:pt x="2206" y="2808"/>
                  </a:lnTo>
                  <a:lnTo>
                    <a:pt x="2206" y="2808"/>
                  </a:lnTo>
                  <a:lnTo>
                    <a:pt x="1885" y="2467"/>
                  </a:lnTo>
                  <a:lnTo>
                    <a:pt x="1885" y="2467"/>
                  </a:lnTo>
                  <a:lnTo>
                    <a:pt x="1705" y="2728"/>
                  </a:lnTo>
                  <a:lnTo>
                    <a:pt x="1705" y="2728"/>
                  </a:lnTo>
                  <a:lnTo>
                    <a:pt x="1665" y="27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26"/>
            <p:cNvSpPr/>
            <p:nvPr/>
          </p:nvSpPr>
          <p:spPr>
            <a:xfrm>
              <a:off x="11890050" y="4698500"/>
              <a:ext cx="89775" cy="28600"/>
            </a:xfrm>
            <a:custGeom>
              <a:avLst/>
              <a:gdLst/>
              <a:ahLst/>
              <a:cxnLst/>
              <a:rect l="l" t="t" r="r" b="b"/>
              <a:pathLst>
                <a:path w="3591" h="1144" extrusionOk="0">
                  <a:moveTo>
                    <a:pt x="1" y="1"/>
                  </a:moveTo>
                  <a:lnTo>
                    <a:pt x="21" y="221"/>
                  </a:lnTo>
                  <a:lnTo>
                    <a:pt x="41" y="422"/>
                  </a:lnTo>
                  <a:lnTo>
                    <a:pt x="81" y="602"/>
                  </a:lnTo>
                  <a:lnTo>
                    <a:pt x="141" y="743"/>
                  </a:lnTo>
                  <a:lnTo>
                    <a:pt x="201" y="883"/>
                  </a:lnTo>
                  <a:lnTo>
                    <a:pt x="281" y="983"/>
                  </a:lnTo>
                  <a:lnTo>
                    <a:pt x="382" y="1063"/>
                  </a:lnTo>
                  <a:lnTo>
                    <a:pt x="482" y="1104"/>
                  </a:lnTo>
                  <a:lnTo>
                    <a:pt x="703" y="1124"/>
                  </a:lnTo>
                  <a:lnTo>
                    <a:pt x="943" y="1144"/>
                  </a:lnTo>
                  <a:lnTo>
                    <a:pt x="1224" y="1124"/>
                  </a:lnTo>
                  <a:lnTo>
                    <a:pt x="1545" y="1083"/>
                  </a:lnTo>
                  <a:lnTo>
                    <a:pt x="1866" y="983"/>
                  </a:lnTo>
                  <a:lnTo>
                    <a:pt x="2187" y="883"/>
                  </a:lnTo>
                  <a:lnTo>
                    <a:pt x="2528" y="743"/>
                  </a:lnTo>
                  <a:lnTo>
                    <a:pt x="2869" y="562"/>
                  </a:lnTo>
                  <a:lnTo>
                    <a:pt x="3230" y="362"/>
                  </a:lnTo>
                  <a:lnTo>
                    <a:pt x="3590" y="161"/>
                  </a:lnTo>
                  <a:lnTo>
                    <a:pt x="2909" y="221"/>
                  </a:lnTo>
                  <a:lnTo>
                    <a:pt x="2247" y="241"/>
                  </a:lnTo>
                  <a:lnTo>
                    <a:pt x="1685" y="221"/>
                  </a:lnTo>
                  <a:lnTo>
                    <a:pt x="1124" y="181"/>
                  </a:lnTo>
                  <a:lnTo>
                    <a:pt x="562" y="1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26"/>
            <p:cNvSpPr/>
            <p:nvPr/>
          </p:nvSpPr>
          <p:spPr>
            <a:xfrm>
              <a:off x="11890050" y="4698500"/>
              <a:ext cx="89775" cy="28600"/>
            </a:xfrm>
            <a:custGeom>
              <a:avLst/>
              <a:gdLst/>
              <a:ahLst/>
              <a:cxnLst/>
              <a:rect l="l" t="t" r="r" b="b"/>
              <a:pathLst>
                <a:path w="3591" h="1144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21" y="221"/>
                  </a:lnTo>
                  <a:lnTo>
                    <a:pt x="41" y="422"/>
                  </a:lnTo>
                  <a:lnTo>
                    <a:pt x="81" y="602"/>
                  </a:lnTo>
                  <a:lnTo>
                    <a:pt x="141" y="743"/>
                  </a:lnTo>
                  <a:lnTo>
                    <a:pt x="201" y="883"/>
                  </a:lnTo>
                  <a:lnTo>
                    <a:pt x="281" y="983"/>
                  </a:lnTo>
                  <a:lnTo>
                    <a:pt x="382" y="1063"/>
                  </a:lnTo>
                  <a:lnTo>
                    <a:pt x="482" y="1104"/>
                  </a:lnTo>
                  <a:lnTo>
                    <a:pt x="482" y="1104"/>
                  </a:lnTo>
                  <a:lnTo>
                    <a:pt x="703" y="1124"/>
                  </a:lnTo>
                  <a:lnTo>
                    <a:pt x="943" y="1144"/>
                  </a:lnTo>
                  <a:lnTo>
                    <a:pt x="943" y="1144"/>
                  </a:lnTo>
                  <a:lnTo>
                    <a:pt x="1224" y="1124"/>
                  </a:lnTo>
                  <a:lnTo>
                    <a:pt x="1545" y="1083"/>
                  </a:lnTo>
                  <a:lnTo>
                    <a:pt x="1866" y="983"/>
                  </a:lnTo>
                  <a:lnTo>
                    <a:pt x="2187" y="883"/>
                  </a:lnTo>
                  <a:lnTo>
                    <a:pt x="2528" y="743"/>
                  </a:lnTo>
                  <a:lnTo>
                    <a:pt x="2869" y="562"/>
                  </a:lnTo>
                  <a:lnTo>
                    <a:pt x="3230" y="362"/>
                  </a:lnTo>
                  <a:lnTo>
                    <a:pt x="3590" y="161"/>
                  </a:lnTo>
                  <a:lnTo>
                    <a:pt x="3590" y="161"/>
                  </a:lnTo>
                  <a:lnTo>
                    <a:pt x="2909" y="221"/>
                  </a:lnTo>
                  <a:lnTo>
                    <a:pt x="2247" y="241"/>
                  </a:lnTo>
                  <a:lnTo>
                    <a:pt x="2247" y="241"/>
                  </a:lnTo>
                  <a:lnTo>
                    <a:pt x="1685" y="221"/>
                  </a:lnTo>
                  <a:lnTo>
                    <a:pt x="1124" y="181"/>
                  </a:lnTo>
                  <a:lnTo>
                    <a:pt x="562" y="10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26"/>
            <p:cNvSpPr/>
            <p:nvPr/>
          </p:nvSpPr>
          <p:spPr>
            <a:xfrm>
              <a:off x="11816350" y="4669925"/>
              <a:ext cx="32625" cy="73725"/>
            </a:xfrm>
            <a:custGeom>
              <a:avLst/>
              <a:gdLst/>
              <a:ahLst/>
              <a:cxnLst/>
              <a:rect l="l" t="t" r="r" b="b"/>
              <a:pathLst>
                <a:path w="1305" h="2949" extrusionOk="0">
                  <a:moveTo>
                    <a:pt x="1" y="0"/>
                  </a:moveTo>
                  <a:lnTo>
                    <a:pt x="21" y="402"/>
                  </a:lnTo>
                  <a:lnTo>
                    <a:pt x="61" y="803"/>
                  </a:lnTo>
                  <a:lnTo>
                    <a:pt x="141" y="1204"/>
                  </a:lnTo>
                  <a:lnTo>
                    <a:pt x="261" y="1585"/>
                  </a:lnTo>
                  <a:lnTo>
                    <a:pt x="422" y="1946"/>
                  </a:lnTo>
                  <a:lnTo>
                    <a:pt x="622" y="2287"/>
                  </a:lnTo>
                  <a:lnTo>
                    <a:pt x="863" y="2628"/>
                  </a:lnTo>
                  <a:lnTo>
                    <a:pt x="1003" y="2768"/>
                  </a:lnTo>
                  <a:lnTo>
                    <a:pt x="1164" y="2928"/>
                  </a:lnTo>
                  <a:lnTo>
                    <a:pt x="1184" y="2948"/>
                  </a:lnTo>
                  <a:lnTo>
                    <a:pt x="1264" y="2948"/>
                  </a:lnTo>
                  <a:lnTo>
                    <a:pt x="1304" y="2908"/>
                  </a:lnTo>
                  <a:lnTo>
                    <a:pt x="1304" y="2848"/>
                  </a:lnTo>
                  <a:lnTo>
                    <a:pt x="1284" y="2808"/>
                  </a:lnTo>
                  <a:lnTo>
                    <a:pt x="1044" y="2507"/>
                  </a:lnTo>
                  <a:lnTo>
                    <a:pt x="843" y="2206"/>
                  </a:lnTo>
                  <a:lnTo>
                    <a:pt x="683" y="1886"/>
                  </a:lnTo>
                  <a:lnTo>
                    <a:pt x="542" y="1545"/>
                  </a:lnTo>
                  <a:lnTo>
                    <a:pt x="442" y="1224"/>
                  </a:lnTo>
                  <a:lnTo>
                    <a:pt x="362" y="863"/>
                  </a:lnTo>
                  <a:lnTo>
                    <a:pt x="302" y="522"/>
                  </a:lnTo>
                  <a:lnTo>
                    <a:pt x="281" y="16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26"/>
            <p:cNvSpPr/>
            <p:nvPr/>
          </p:nvSpPr>
          <p:spPr>
            <a:xfrm>
              <a:off x="11608300" y="4514500"/>
              <a:ext cx="204575" cy="184525"/>
            </a:xfrm>
            <a:custGeom>
              <a:avLst/>
              <a:gdLst/>
              <a:ahLst/>
              <a:cxnLst/>
              <a:rect l="l" t="t" r="r" b="b"/>
              <a:pathLst>
                <a:path w="8183" h="7381" extrusionOk="0">
                  <a:moveTo>
                    <a:pt x="20" y="1"/>
                  </a:moveTo>
                  <a:lnTo>
                    <a:pt x="0" y="21"/>
                  </a:lnTo>
                  <a:lnTo>
                    <a:pt x="0" y="41"/>
                  </a:lnTo>
                  <a:lnTo>
                    <a:pt x="401" y="642"/>
                  </a:lnTo>
                  <a:lnTo>
                    <a:pt x="842" y="1224"/>
                  </a:lnTo>
                  <a:lnTo>
                    <a:pt x="1284" y="1785"/>
                  </a:lnTo>
                  <a:lnTo>
                    <a:pt x="1765" y="2327"/>
                  </a:lnTo>
                  <a:lnTo>
                    <a:pt x="1625" y="2668"/>
                  </a:lnTo>
                  <a:lnTo>
                    <a:pt x="1625" y="2688"/>
                  </a:lnTo>
                  <a:lnTo>
                    <a:pt x="1625" y="2708"/>
                  </a:lnTo>
                  <a:lnTo>
                    <a:pt x="1645" y="2728"/>
                  </a:lnTo>
                  <a:lnTo>
                    <a:pt x="1705" y="2728"/>
                  </a:lnTo>
                  <a:lnTo>
                    <a:pt x="1885" y="2467"/>
                  </a:lnTo>
                  <a:lnTo>
                    <a:pt x="2206" y="2808"/>
                  </a:lnTo>
                  <a:lnTo>
                    <a:pt x="2046" y="3189"/>
                  </a:lnTo>
                  <a:lnTo>
                    <a:pt x="2026" y="3229"/>
                  </a:lnTo>
                  <a:lnTo>
                    <a:pt x="2046" y="3249"/>
                  </a:lnTo>
                  <a:lnTo>
                    <a:pt x="2086" y="3269"/>
                  </a:lnTo>
                  <a:lnTo>
                    <a:pt x="2086" y="3249"/>
                  </a:lnTo>
                  <a:lnTo>
                    <a:pt x="2106" y="3249"/>
                  </a:lnTo>
                  <a:lnTo>
                    <a:pt x="2206" y="3089"/>
                  </a:lnTo>
                  <a:lnTo>
                    <a:pt x="2306" y="2928"/>
                  </a:lnTo>
                  <a:lnTo>
                    <a:pt x="2728" y="3350"/>
                  </a:lnTo>
                  <a:lnTo>
                    <a:pt x="3149" y="3751"/>
                  </a:lnTo>
                  <a:lnTo>
                    <a:pt x="3570" y="4152"/>
                  </a:lnTo>
                  <a:lnTo>
                    <a:pt x="4011" y="4533"/>
                  </a:lnTo>
                  <a:lnTo>
                    <a:pt x="4472" y="4914"/>
                  </a:lnTo>
                  <a:lnTo>
                    <a:pt x="4913" y="5275"/>
                  </a:lnTo>
                  <a:lnTo>
                    <a:pt x="5395" y="5616"/>
                  </a:lnTo>
                  <a:lnTo>
                    <a:pt x="5856" y="5957"/>
                  </a:lnTo>
                  <a:lnTo>
                    <a:pt x="5555" y="6177"/>
                  </a:lnTo>
                  <a:lnTo>
                    <a:pt x="5535" y="6197"/>
                  </a:lnTo>
                  <a:lnTo>
                    <a:pt x="5535" y="6217"/>
                  </a:lnTo>
                  <a:lnTo>
                    <a:pt x="5555" y="6237"/>
                  </a:lnTo>
                  <a:lnTo>
                    <a:pt x="5575" y="6217"/>
                  </a:lnTo>
                  <a:lnTo>
                    <a:pt x="5976" y="6037"/>
                  </a:lnTo>
                  <a:lnTo>
                    <a:pt x="6016" y="6077"/>
                  </a:lnTo>
                  <a:lnTo>
                    <a:pt x="6016" y="6398"/>
                  </a:lnTo>
                  <a:lnTo>
                    <a:pt x="6016" y="6679"/>
                  </a:lnTo>
                  <a:lnTo>
                    <a:pt x="6037" y="6699"/>
                  </a:lnTo>
                  <a:lnTo>
                    <a:pt x="6037" y="6719"/>
                  </a:lnTo>
                  <a:lnTo>
                    <a:pt x="6057" y="6699"/>
                  </a:lnTo>
                  <a:lnTo>
                    <a:pt x="6077" y="6679"/>
                  </a:lnTo>
                  <a:lnTo>
                    <a:pt x="6117" y="6418"/>
                  </a:lnTo>
                  <a:lnTo>
                    <a:pt x="6157" y="6177"/>
                  </a:lnTo>
                  <a:lnTo>
                    <a:pt x="7099" y="6779"/>
                  </a:lnTo>
                  <a:lnTo>
                    <a:pt x="7561" y="7080"/>
                  </a:lnTo>
                  <a:lnTo>
                    <a:pt x="8042" y="7361"/>
                  </a:lnTo>
                  <a:lnTo>
                    <a:pt x="8082" y="7381"/>
                  </a:lnTo>
                  <a:lnTo>
                    <a:pt x="8142" y="7361"/>
                  </a:lnTo>
                  <a:lnTo>
                    <a:pt x="8162" y="7320"/>
                  </a:lnTo>
                  <a:lnTo>
                    <a:pt x="8182" y="7260"/>
                  </a:lnTo>
                  <a:lnTo>
                    <a:pt x="8142" y="7220"/>
                  </a:lnTo>
                  <a:lnTo>
                    <a:pt x="6297" y="5876"/>
                  </a:lnTo>
                  <a:lnTo>
                    <a:pt x="6538" y="5736"/>
                  </a:lnTo>
                  <a:lnTo>
                    <a:pt x="6758" y="5576"/>
                  </a:lnTo>
                  <a:lnTo>
                    <a:pt x="6799" y="5536"/>
                  </a:lnTo>
                  <a:lnTo>
                    <a:pt x="6779" y="5475"/>
                  </a:lnTo>
                  <a:lnTo>
                    <a:pt x="6738" y="5435"/>
                  </a:lnTo>
                  <a:lnTo>
                    <a:pt x="6698" y="5415"/>
                  </a:lnTo>
                  <a:lnTo>
                    <a:pt x="6658" y="5435"/>
                  </a:lnTo>
                  <a:lnTo>
                    <a:pt x="6458" y="5556"/>
                  </a:lnTo>
                  <a:lnTo>
                    <a:pt x="6257" y="5676"/>
                  </a:lnTo>
                  <a:lnTo>
                    <a:pt x="6337" y="5435"/>
                  </a:lnTo>
                  <a:lnTo>
                    <a:pt x="6377" y="5195"/>
                  </a:lnTo>
                  <a:lnTo>
                    <a:pt x="6357" y="5175"/>
                  </a:lnTo>
                  <a:lnTo>
                    <a:pt x="6357" y="5155"/>
                  </a:lnTo>
                  <a:lnTo>
                    <a:pt x="6297" y="5134"/>
                  </a:lnTo>
                  <a:lnTo>
                    <a:pt x="6277" y="5134"/>
                  </a:lnTo>
                  <a:lnTo>
                    <a:pt x="6257" y="5155"/>
                  </a:lnTo>
                  <a:lnTo>
                    <a:pt x="6197" y="5275"/>
                  </a:lnTo>
                  <a:lnTo>
                    <a:pt x="6137" y="5415"/>
                  </a:lnTo>
                  <a:lnTo>
                    <a:pt x="6057" y="5696"/>
                  </a:lnTo>
                  <a:lnTo>
                    <a:pt x="5134" y="4994"/>
                  </a:lnTo>
                  <a:lnTo>
                    <a:pt x="4212" y="4252"/>
                  </a:lnTo>
                  <a:lnTo>
                    <a:pt x="3329" y="3510"/>
                  </a:lnTo>
                  <a:lnTo>
                    <a:pt x="2888" y="3129"/>
                  </a:lnTo>
                  <a:lnTo>
                    <a:pt x="2467" y="2728"/>
                  </a:lnTo>
                  <a:lnTo>
                    <a:pt x="2627" y="2487"/>
                  </a:lnTo>
                  <a:lnTo>
                    <a:pt x="2707" y="2367"/>
                  </a:lnTo>
                  <a:lnTo>
                    <a:pt x="2748" y="2247"/>
                  </a:lnTo>
                  <a:lnTo>
                    <a:pt x="2748" y="2207"/>
                  </a:lnTo>
                  <a:lnTo>
                    <a:pt x="2728" y="2186"/>
                  </a:lnTo>
                  <a:lnTo>
                    <a:pt x="2707" y="2166"/>
                  </a:lnTo>
                  <a:lnTo>
                    <a:pt x="2647" y="2166"/>
                  </a:lnTo>
                  <a:lnTo>
                    <a:pt x="2547" y="2247"/>
                  </a:lnTo>
                  <a:lnTo>
                    <a:pt x="2467" y="2367"/>
                  </a:lnTo>
                  <a:lnTo>
                    <a:pt x="2326" y="2588"/>
                  </a:lnTo>
                  <a:lnTo>
                    <a:pt x="2026" y="2307"/>
                  </a:lnTo>
                  <a:lnTo>
                    <a:pt x="2146" y="2126"/>
                  </a:lnTo>
                  <a:lnTo>
                    <a:pt x="2226" y="1926"/>
                  </a:lnTo>
                  <a:lnTo>
                    <a:pt x="2226" y="1886"/>
                  </a:lnTo>
                  <a:lnTo>
                    <a:pt x="2206" y="1846"/>
                  </a:lnTo>
                  <a:lnTo>
                    <a:pt x="2166" y="1825"/>
                  </a:lnTo>
                  <a:lnTo>
                    <a:pt x="2126" y="1805"/>
                  </a:lnTo>
                  <a:lnTo>
                    <a:pt x="2106" y="1825"/>
                  </a:lnTo>
                  <a:lnTo>
                    <a:pt x="2066" y="1846"/>
                  </a:lnTo>
                  <a:lnTo>
                    <a:pt x="1965" y="1986"/>
                  </a:lnTo>
                  <a:lnTo>
                    <a:pt x="1865" y="2146"/>
                  </a:lnTo>
                  <a:lnTo>
                    <a:pt x="1384" y="1645"/>
                  </a:lnTo>
                  <a:lnTo>
                    <a:pt x="923" y="1124"/>
                  </a:lnTo>
                  <a:lnTo>
                    <a:pt x="481" y="582"/>
                  </a:lnTo>
                  <a:lnTo>
                    <a:pt x="60" y="2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26"/>
            <p:cNvSpPr/>
            <p:nvPr/>
          </p:nvSpPr>
          <p:spPr>
            <a:xfrm>
              <a:off x="10977575" y="3951475"/>
              <a:ext cx="307350" cy="574075"/>
            </a:xfrm>
            <a:custGeom>
              <a:avLst/>
              <a:gdLst/>
              <a:ahLst/>
              <a:cxnLst/>
              <a:rect l="l" t="t" r="r" b="b"/>
              <a:pathLst>
                <a:path w="12294" h="22963" extrusionOk="0">
                  <a:moveTo>
                    <a:pt x="6959" y="0"/>
                  </a:moveTo>
                  <a:lnTo>
                    <a:pt x="6699" y="20"/>
                  </a:lnTo>
                  <a:lnTo>
                    <a:pt x="6438" y="101"/>
                  </a:lnTo>
                  <a:lnTo>
                    <a:pt x="6177" y="221"/>
                  </a:lnTo>
                  <a:lnTo>
                    <a:pt x="5897" y="361"/>
                  </a:lnTo>
                  <a:lnTo>
                    <a:pt x="5616" y="542"/>
                  </a:lnTo>
                  <a:lnTo>
                    <a:pt x="5335" y="742"/>
                  </a:lnTo>
                  <a:lnTo>
                    <a:pt x="5054" y="983"/>
                  </a:lnTo>
                  <a:lnTo>
                    <a:pt x="4774" y="1264"/>
                  </a:lnTo>
                  <a:lnTo>
                    <a:pt x="4473" y="1565"/>
                  </a:lnTo>
                  <a:lnTo>
                    <a:pt x="4192" y="1885"/>
                  </a:lnTo>
                  <a:lnTo>
                    <a:pt x="3891" y="2226"/>
                  </a:lnTo>
                  <a:lnTo>
                    <a:pt x="3610" y="2607"/>
                  </a:lnTo>
                  <a:lnTo>
                    <a:pt x="3330" y="3008"/>
                  </a:lnTo>
                  <a:lnTo>
                    <a:pt x="3049" y="3430"/>
                  </a:lnTo>
                  <a:lnTo>
                    <a:pt x="2768" y="3871"/>
                  </a:lnTo>
                  <a:lnTo>
                    <a:pt x="2507" y="4332"/>
                  </a:lnTo>
                  <a:lnTo>
                    <a:pt x="2247" y="4793"/>
                  </a:lnTo>
                  <a:lnTo>
                    <a:pt x="2006" y="5295"/>
                  </a:lnTo>
                  <a:lnTo>
                    <a:pt x="1765" y="5796"/>
                  </a:lnTo>
                  <a:lnTo>
                    <a:pt x="1525" y="6317"/>
                  </a:lnTo>
                  <a:lnTo>
                    <a:pt x="1304" y="6859"/>
                  </a:lnTo>
                  <a:lnTo>
                    <a:pt x="1104" y="7400"/>
                  </a:lnTo>
                  <a:lnTo>
                    <a:pt x="923" y="7962"/>
                  </a:lnTo>
                  <a:lnTo>
                    <a:pt x="743" y="8543"/>
                  </a:lnTo>
                  <a:lnTo>
                    <a:pt x="582" y="9105"/>
                  </a:lnTo>
                  <a:lnTo>
                    <a:pt x="442" y="9687"/>
                  </a:lnTo>
                  <a:lnTo>
                    <a:pt x="321" y="10288"/>
                  </a:lnTo>
                  <a:lnTo>
                    <a:pt x="201" y="10870"/>
                  </a:lnTo>
                  <a:lnTo>
                    <a:pt x="121" y="11471"/>
                  </a:lnTo>
                  <a:lnTo>
                    <a:pt x="61" y="12053"/>
                  </a:lnTo>
                  <a:lnTo>
                    <a:pt x="21" y="12655"/>
                  </a:lnTo>
                  <a:lnTo>
                    <a:pt x="1" y="13056"/>
                  </a:lnTo>
                  <a:lnTo>
                    <a:pt x="1" y="13457"/>
                  </a:lnTo>
                  <a:lnTo>
                    <a:pt x="41" y="14279"/>
                  </a:lnTo>
                  <a:lnTo>
                    <a:pt x="101" y="15101"/>
                  </a:lnTo>
                  <a:lnTo>
                    <a:pt x="221" y="15924"/>
                  </a:lnTo>
                  <a:lnTo>
                    <a:pt x="402" y="16726"/>
                  </a:lnTo>
                  <a:lnTo>
                    <a:pt x="602" y="17508"/>
                  </a:lnTo>
                  <a:lnTo>
                    <a:pt x="843" y="18270"/>
                  </a:lnTo>
                  <a:lnTo>
                    <a:pt x="1104" y="18992"/>
                  </a:lnTo>
                  <a:lnTo>
                    <a:pt x="1424" y="19674"/>
                  </a:lnTo>
                  <a:lnTo>
                    <a:pt x="1585" y="20015"/>
                  </a:lnTo>
                  <a:lnTo>
                    <a:pt x="1765" y="20316"/>
                  </a:lnTo>
                  <a:lnTo>
                    <a:pt x="1946" y="20616"/>
                  </a:lnTo>
                  <a:lnTo>
                    <a:pt x="2126" y="20897"/>
                  </a:lnTo>
                  <a:lnTo>
                    <a:pt x="2327" y="21178"/>
                  </a:lnTo>
                  <a:lnTo>
                    <a:pt x="2527" y="21419"/>
                  </a:lnTo>
                  <a:lnTo>
                    <a:pt x="2748" y="21659"/>
                  </a:lnTo>
                  <a:lnTo>
                    <a:pt x="2969" y="21880"/>
                  </a:lnTo>
                  <a:lnTo>
                    <a:pt x="3189" y="22080"/>
                  </a:lnTo>
                  <a:lnTo>
                    <a:pt x="3410" y="22261"/>
                  </a:lnTo>
                  <a:lnTo>
                    <a:pt x="3630" y="22421"/>
                  </a:lnTo>
                  <a:lnTo>
                    <a:pt x="3871" y="22562"/>
                  </a:lnTo>
                  <a:lnTo>
                    <a:pt x="4112" y="22682"/>
                  </a:lnTo>
                  <a:lnTo>
                    <a:pt x="4372" y="22762"/>
                  </a:lnTo>
                  <a:lnTo>
                    <a:pt x="4613" y="22842"/>
                  </a:lnTo>
                  <a:lnTo>
                    <a:pt x="4874" y="22882"/>
                  </a:lnTo>
                  <a:lnTo>
                    <a:pt x="5155" y="22923"/>
                  </a:lnTo>
                  <a:lnTo>
                    <a:pt x="5455" y="22963"/>
                  </a:lnTo>
                  <a:lnTo>
                    <a:pt x="6057" y="22963"/>
                  </a:lnTo>
                  <a:lnTo>
                    <a:pt x="6378" y="22943"/>
                  </a:lnTo>
                  <a:lnTo>
                    <a:pt x="6699" y="22903"/>
                  </a:lnTo>
                  <a:lnTo>
                    <a:pt x="7040" y="22862"/>
                  </a:lnTo>
                  <a:lnTo>
                    <a:pt x="7361" y="22782"/>
                  </a:lnTo>
                  <a:lnTo>
                    <a:pt x="7701" y="22702"/>
                  </a:lnTo>
                  <a:lnTo>
                    <a:pt x="8042" y="22622"/>
                  </a:lnTo>
                  <a:lnTo>
                    <a:pt x="8383" y="22501"/>
                  </a:lnTo>
                  <a:lnTo>
                    <a:pt x="8704" y="22381"/>
                  </a:lnTo>
                  <a:lnTo>
                    <a:pt x="9025" y="22241"/>
                  </a:lnTo>
                  <a:lnTo>
                    <a:pt x="9346" y="22080"/>
                  </a:lnTo>
                  <a:lnTo>
                    <a:pt x="9667" y="21920"/>
                  </a:lnTo>
                  <a:lnTo>
                    <a:pt x="9968" y="21739"/>
                  </a:lnTo>
                  <a:lnTo>
                    <a:pt x="10248" y="21539"/>
                  </a:lnTo>
                  <a:lnTo>
                    <a:pt x="10529" y="21318"/>
                  </a:lnTo>
                  <a:lnTo>
                    <a:pt x="10790" y="21098"/>
                  </a:lnTo>
                  <a:lnTo>
                    <a:pt x="11051" y="20857"/>
                  </a:lnTo>
                  <a:lnTo>
                    <a:pt x="11271" y="20596"/>
                  </a:lnTo>
                  <a:lnTo>
                    <a:pt x="11492" y="20316"/>
                  </a:lnTo>
                  <a:lnTo>
                    <a:pt x="11672" y="20035"/>
                  </a:lnTo>
                  <a:lnTo>
                    <a:pt x="11833" y="19734"/>
                  </a:lnTo>
                  <a:lnTo>
                    <a:pt x="11993" y="19413"/>
                  </a:lnTo>
                  <a:lnTo>
                    <a:pt x="12113" y="19092"/>
                  </a:lnTo>
                  <a:lnTo>
                    <a:pt x="12194" y="18751"/>
                  </a:lnTo>
                  <a:lnTo>
                    <a:pt x="12254" y="18390"/>
                  </a:lnTo>
                  <a:lnTo>
                    <a:pt x="12294" y="18009"/>
                  </a:lnTo>
                  <a:lnTo>
                    <a:pt x="12294" y="17628"/>
                  </a:lnTo>
                  <a:lnTo>
                    <a:pt x="12274" y="17367"/>
                  </a:lnTo>
                  <a:lnTo>
                    <a:pt x="12254" y="17107"/>
                  </a:lnTo>
                  <a:lnTo>
                    <a:pt x="12194" y="16786"/>
                  </a:lnTo>
                  <a:lnTo>
                    <a:pt x="12134" y="16465"/>
                  </a:lnTo>
                  <a:lnTo>
                    <a:pt x="12033" y="16144"/>
                  </a:lnTo>
                  <a:lnTo>
                    <a:pt x="11933" y="15823"/>
                  </a:lnTo>
                  <a:lnTo>
                    <a:pt x="11692" y="15182"/>
                  </a:lnTo>
                  <a:lnTo>
                    <a:pt x="11412" y="14520"/>
                  </a:lnTo>
                  <a:lnTo>
                    <a:pt x="11091" y="13878"/>
                  </a:lnTo>
                  <a:lnTo>
                    <a:pt x="10750" y="13236"/>
                  </a:lnTo>
                  <a:lnTo>
                    <a:pt x="10389" y="12615"/>
                  </a:lnTo>
                  <a:lnTo>
                    <a:pt x="10008" y="11993"/>
                  </a:lnTo>
                  <a:lnTo>
                    <a:pt x="9246" y="10810"/>
                  </a:lnTo>
                  <a:lnTo>
                    <a:pt x="8524" y="9727"/>
                  </a:lnTo>
                  <a:lnTo>
                    <a:pt x="8223" y="9225"/>
                  </a:lnTo>
                  <a:lnTo>
                    <a:pt x="7942" y="8764"/>
                  </a:lnTo>
                  <a:lnTo>
                    <a:pt x="7701" y="8323"/>
                  </a:lnTo>
                  <a:lnTo>
                    <a:pt x="7541" y="7942"/>
                  </a:lnTo>
                  <a:lnTo>
                    <a:pt x="7481" y="7761"/>
                  </a:lnTo>
                  <a:lnTo>
                    <a:pt x="7421" y="7561"/>
                  </a:lnTo>
                  <a:lnTo>
                    <a:pt x="7401" y="7340"/>
                  </a:lnTo>
                  <a:lnTo>
                    <a:pt x="7361" y="7100"/>
                  </a:lnTo>
                  <a:lnTo>
                    <a:pt x="7361" y="6578"/>
                  </a:lnTo>
                  <a:lnTo>
                    <a:pt x="7381" y="6017"/>
                  </a:lnTo>
                  <a:lnTo>
                    <a:pt x="7421" y="5415"/>
                  </a:lnTo>
                  <a:lnTo>
                    <a:pt x="7481" y="4793"/>
                  </a:lnTo>
                  <a:lnTo>
                    <a:pt x="7641" y="3550"/>
                  </a:lnTo>
                  <a:lnTo>
                    <a:pt x="7722" y="2928"/>
                  </a:lnTo>
                  <a:lnTo>
                    <a:pt x="7782" y="2347"/>
                  </a:lnTo>
                  <a:lnTo>
                    <a:pt x="7822" y="1805"/>
                  </a:lnTo>
                  <a:lnTo>
                    <a:pt x="7822" y="1304"/>
                  </a:lnTo>
                  <a:lnTo>
                    <a:pt x="7802" y="883"/>
                  </a:lnTo>
                  <a:lnTo>
                    <a:pt x="7762" y="682"/>
                  </a:lnTo>
                  <a:lnTo>
                    <a:pt x="7722" y="522"/>
                  </a:lnTo>
                  <a:lnTo>
                    <a:pt x="7681" y="361"/>
                  </a:lnTo>
                  <a:lnTo>
                    <a:pt x="7601" y="241"/>
                  </a:lnTo>
                  <a:lnTo>
                    <a:pt x="7521" y="141"/>
                  </a:lnTo>
                  <a:lnTo>
                    <a:pt x="7421" y="60"/>
                  </a:lnTo>
                  <a:lnTo>
                    <a:pt x="7320" y="20"/>
                  </a:lnTo>
                  <a:lnTo>
                    <a:pt x="72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26"/>
            <p:cNvSpPr/>
            <p:nvPr/>
          </p:nvSpPr>
          <p:spPr>
            <a:xfrm>
              <a:off x="10977575" y="3951475"/>
              <a:ext cx="307350" cy="574075"/>
            </a:xfrm>
            <a:custGeom>
              <a:avLst/>
              <a:gdLst/>
              <a:ahLst/>
              <a:cxnLst/>
              <a:rect l="l" t="t" r="r" b="b"/>
              <a:pathLst>
                <a:path w="12294" h="22963" fill="none" extrusionOk="0">
                  <a:moveTo>
                    <a:pt x="12294" y="17628"/>
                  </a:moveTo>
                  <a:lnTo>
                    <a:pt x="12294" y="17628"/>
                  </a:lnTo>
                  <a:lnTo>
                    <a:pt x="12294" y="18009"/>
                  </a:lnTo>
                  <a:lnTo>
                    <a:pt x="12254" y="18390"/>
                  </a:lnTo>
                  <a:lnTo>
                    <a:pt x="12194" y="18751"/>
                  </a:lnTo>
                  <a:lnTo>
                    <a:pt x="12113" y="19092"/>
                  </a:lnTo>
                  <a:lnTo>
                    <a:pt x="11993" y="19413"/>
                  </a:lnTo>
                  <a:lnTo>
                    <a:pt x="11833" y="19734"/>
                  </a:lnTo>
                  <a:lnTo>
                    <a:pt x="11672" y="20035"/>
                  </a:lnTo>
                  <a:lnTo>
                    <a:pt x="11492" y="20316"/>
                  </a:lnTo>
                  <a:lnTo>
                    <a:pt x="11271" y="20596"/>
                  </a:lnTo>
                  <a:lnTo>
                    <a:pt x="11051" y="20857"/>
                  </a:lnTo>
                  <a:lnTo>
                    <a:pt x="10790" y="21098"/>
                  </a:lnTo>
                  <a:lnTo>
                    <a:pt x="10529" y="21318"/>
                  </a:lnTo>
                  <a:lnTo>
                    <a:pt x="10248" y="21539"/>
                  </a:lnTo>
                  <a:lnTo>
                    <a:pt x="9968" y="21739"/>
                  </a:lnTo>
                  <a:lnTo>
                    <a:pt x="9667" y="21920"/>
                  </a:lnTo>
                  <a:lnTo>
                    <a:pt x="9346" y="22080"/>
                  </a:lnTo>
                  <a:lnTo>
                    <a:pt x="9025" y="22241"/>
                  </a:lnTo>
                  <a:lnTo>
                    <a:pt x="8704" y="22381"/>
                  </a:lnTo>
                  <a:lnTo>
                    <a:pt x="8383" y="22501"/>
                  </a:lnTo>
                  <a:lnTo>
                    <a:pt x="8042" y="22622"/>
                  </a:lnTo>
                  <a:lnTo>
                    <a:pt x="7701" y="22702"/>
                  </a:lnTo>
                  <a:lnTo>
                    <a:pt x="7361" y="22782"/>
                  </a:lnTo>
                  <a:lnTo>
                    <a:pt x="7040" y="22862"/>
                  </a:lnTo>
                  <a:lnTo>
                    <a:pt x="6699" y="22903"/>
                  </a:lnTo>
                  <a:lnTo>
                    <a:pt x="6378" y="22943"/>
                  </a:lnTo>
                  <a:lnTo>
                    <a:pt x="6057" y="22963"/>
                  </a:lnTo>
                  <a:lnTo>
                    <a:pt x="5756" y="22963"/>
                  </a:lnTo>
                  <a:lnTo>
                    <a:pt x="5455" y="22963"/>
                  </a:lnTo>
                  <a:lnTo>
                    <a:pt x="5155" y="22923"/>
                  </a:lnTo>
                  <a:lnTo>
                    <a:pt x="4874" y="22882"/>
                  </a:lnTo>
                  <a:lnTo>
                    <a:pt x="4613" y="22842"/>
                  </a:lnTo>
                  <a:lnTo>
                    <a:pt x="4372" y="22762"/>
                  </a:lnTo>
                  <a:lnTo>
                    <a:pt x="4372" y="22762"/>
                  </a:lnTo>
                  <a:lnTo>
                    <a:pt x="4112" y="22682"/>
                  </a:lnTo>
                  <a:lnTo>
                    <a:pt x="3871" y="22562"/>
                  </a:lnTo>
                  <a:lnTo>
                    <a:pt x="3630" y="22421"/>
                  </a:lnTo>
                  <a:lnTo>
                    <a:pt x="3410" y="22261"/>
                  </a:lnTo>
                  <a:lnTo>
                    <a:pt x="3189" y="22080"/>
                  </a:lnTo>
                  <a:lnTo>
                    <a:pt x="2969" y="21880"/>
                  </a:lnTo>
                  <a:lnTo>
                    <a:pt x="2748" y="21659"/>
                  </a:lnTo>
                  <a:lnTo>
                    <a:pt x="2527" y="21419"/>
                  </a:lnTo>
                  <a:lnTo>
                    <a:pt x="2327" y="21178"/>
                  </a:lnTo>
                  <a:lnTo>
                    <a:pt x="2126" y="20897"/>
                  </a:lnTo>
                  <a:lnTo>
                    <a:pt x="1946" y="20616"/>
                  </a:lnTo>
                  <a:lnTo>
                    <a:pt x="1765" y="20316"/>
                  </a:lnTo>
                  <a:lnTo>
                    <a:pt x="1585" y="20015"/>
                  </a:lnTo>
                  <a:lnTo>
                    <a:pt x="1424" y="19674"/>
                  </a:lnTo>
                  <a:lnTo>
                    <a:pt x="1104" y="18992"/>
                  </a:lnTo>
                  <a:lnTo>
                    <a:pt x="843" y="18270"/>
                  </a:lnTo>
                  <a:lnTo>
                    <a:pt x="602" y="17508"/>
                  </a:lnTo>
                  <a:lnTo>
                    <a:pt x="402" y="16726"/>
                  </a:lnTo>
                  <a:lnTo>
                    <a:pt x="221" y="15924"/>
                  </a:lnTo>
                  <a:lnTo>
                    <a:pt x="101" y="15101"/>
                  </a:lnTo>
                  <a:lnTo>
                    <a:pt x="41" y="14279"/>
                  </a:lnTo>
                  <a:lnTo>
                    <a:pt x="1" y="13457"/>
                  </a:lnTo>
                  <a:lnTo>
                    <a:pt x="1" y="13056"/>
                  </a:lnTo>
                  <a:lnTo>
                    <a:pt x="21" y="12655"/>
                  </a:lnTo>
                  <a:lnTo>
                    <a:pt x="21" y="12655"/>
                  </a:lnTo>
                  <a:lnTo>
                    <a:pt x="61" y="12053"/>
                  </a:lnTo>
                  <a:lnTo>
                    <a:pt x="121" y="11471"/>
                  </a:lnTo>
                  <a:lnTo>
                    <a:pt x="201" y="10870"/>
                  </a:lnTo>
                  <a:lnTo>
                    <a:pt x="321" y="10288"/>
                  </a:lnTo>
                  <a:lnTo>
                    <a:pt x="442" y="9687"/>
                  </a:lnTo>
                  <a:lnTo>
                    <a:pt x="582" y="9105"/>
                  </a:lnTo>
                  <a:lnTo>
                    <a:pt x="743" y="8543"/>
                  </a:lnTo>
                  <a:lnTo>
                    <a:pt x="923" y="7962"/>
                  </a:lnTo>
                  <a:lnTo>
                    <a:pt x="1104" y="7400"/>
                  </a:lnTo>
                  <a:lnTo>
                    <a:pt x="1304" y="6859"/>
                  </a:lnTo>
                  <a:lnTo>
                    <a:pt x="1525" y="6317"/>
                  </a:lnTo>
                  <a:lnTo>
                    <a:pt x="1765" y="5796"/>
                  </a:lnTo>
                  <a:lnTo>
                    <a:pt x="2006" y="5295"/>
                  </a:lnTo>
                  <a:lnTo>
                    <a:pt x="2247" y="4793"/>
                  </a:lnTo>
                  <a:lnTo>
                    <a:pt x="2507" y="4332"/>
                  </a:lnTo>
                  <a:lnTo>
                    <a:pt x="2768" y="3871"/>
                  </a:lnTo>
                  <a:lnTo>
                    <a:pt x="3049" y="3430"/>
                  </a:lnTo>
                  <a:lnTo>
                    <a:pt x="3330" y="3008"/>
                  </a:lnTo>
                  <a:lnTo>
                    <a:pt x="3610" y="2607"/>
                  </a:lnTo>
                  <a:lnTo>
                    <a:pt x="3891" y="2226"/>
                  </a:lnTo>
                  <a:lnTo>
                    <a:pt x="4192" y="1885"/>
                  </a:lnTo>
                  <a:lnTo>
                    <a:pt x="4473" y="1565"/>
                  </a:lnTo>
                  <a:lnTo>
                    <a:pt x="4774" y="1264"/>
                  </a:lnTo>
                  <a:lnTo>
                    <a:pt x="5054" y="983"/>
                  </a:lnTo>
                  <a:lnTo>
                    <a:pt x="5335" y="742"/>
                  </a:lnTo>
                  <a:lnTo>
                    <a:pt x="5616" y="542"/>
                  </a:lnTo>
                  <a:lnTo>
                    <a:pt x="5897" y="361"/>
                  </a:lnTo>
                  <a:lnTo>
                    <a:pt x="6177" y="221"/>
                  </a:lnTo>
                  <a:lnTo>
                    <a:pt x="6438" y="101"/>
                  </a:lnTo>
                  <a:lnTo>
                    <a:pt x="6699" y="20"/>
                  </a:lnTo>
                  <a:lnTo>
                    <a:pt x="6959" y="0"/>
                  </a:lnTo>
                  <a:lnTo>
                    <a:pt x="7200" y="0"/>
                  </a:lnTo>
                  <a:lnTo>
                    <a:pt x="7200" y="0"/>
                  </a:lnTo>
                  <a:lnTo>
                    <a:pt x="7320" y="20"/>
                  </a:lnTo>
                  <a:lnTo>
                    <a:pt x="7421" y="60"/>
                  </a:lnTo>
                  <a:lnTo>
                    <a:pt x="7421" y="60"/>
                  </a:lnTo>
                  <a:lnTo>
                    <a:pt x="7521" y="141"/>
                  </a:lnTo>
                  <a:lnTo>
                    <a:pt x="7601" y="241"/>
                  </a:lnTo>
                  <a:lnTo>
                    <a:pt x="7681" y="361"/>
                  </a:lnTo>
                  <a:lnTo>
                    <a:pt x="7722" y="522"/>
                  </a:lnTo>
                  <a:lnTo>
                    <a:pt x="7762" y="682"/>
                  </a:lnTo>
                  <a:lnTo>
                    <a:pt x="7802" y="883"/>
                  </a:lnTo>
                  <a:lnTo>
                    <a:pt x="7822" y="1304"/>
                  </a:lnTo>
                  <a:lnTo>
                    <a:pt x="7822" y="1805"/>
                  </a:lnTo>
                  <a:lnTo>
                    <a:pt x="7782" y="2347"/>
                  </a:lnTo>
                  <a:lnTo>
                    <a:pt x="7722" y="2928"/>
                  </a:lnTo>
                  <a:lnTo>
                    <a:pt x="7641" y="3550"/>
                  </a:lnTo>
                  <a:lnTo>
                    <a:pt x="7481" y="4793"/>
                  </a:lnTo>
                  <a:lnTo>
                    <a:pt x="7421" y="5415"/>
                  </a:lnTo>
                  <a:lnTo>
                    <a:pt x="7381" y="6017"/>
                  </a:lnTo>
                  <a:lnTo>
                    <a:pt x="7361" y="6578"/>
                  </a:lnTo>
                  <a:lnTo>
                    <a:pt x="7361" y="7100"/>
                  </a:lnTo>
                  <a:lnTo>
                    <a:pt x="7401" y="7340"/>
                  </a:lnTo>
                  <a:lnTo>
                    <a:pt x="7421" y="7561"/>
                  </a:lnTo>
                  <a:lnTo>
                    <a:pt x="7481" y="7761"/>
                  </a:lnTo>
                  <a:lnTo>
                    <a:pt x="7541" y="7942"/>
                  </a:lnTo>
                  <a:lnTo>
                    <a:pt x="7541" y="7942"/>
                  </a:lnTo>
                  <a:lnTo>
                    <a:pt x="7701" y="8323"/>
                  </a:lnTo>
                  <a:lnTo>
                    <a:pt x="7942" y="8764"/>
                  </a:lnTo>
                  <a:lnTo>
                    <a:pt x="8223" y="9225"/>
                  </a:lnTo>
                  <a:lnTo>
                    <a:pt x="8524" y="9727"/>
                  </a:lnTo>
                  <a:lnTo>
                    <a:pt x="9246" y="10810"/>
                  </a:lnTo>
                  <a:lnTo>
                    <a:pt x="10008" y="11993"/>
                  </a:lnTo>
                  <a:lnTo>
                    <a:pt x="10389" y="12615"/>
                  </a:lnTo>
                  <a:lnTo>
                    <a:pt x="10750" y="13236"/>
                  </a:lnTo>
                  <a:lnTo>
                    <a:pt x="11091" y="13878"/>
                  </a:lnTo>
                  <a:lnTo>
                    <a:pt x="11412" y="14520"/>
                  </a:lnTo>
                  <a:lnTo>
                    <a:pt x="11692" y="15182"/>
                  </a:lnTo>
                  <a:lnTo>
                    <a:pt x="11933" y="15823"/>
                  </a:lnTo>
                  <a:lnTo>
                    <a:pt x="12033" y="16144"/>
                  </a:lnTo>
                  <a:lnTo>
                    <a:pt x="12134" y="16465"/>
                  </a:lnTo>
                  <a:lnTo>
                    <a:pt x="12194" y="16786"/>
                  </a:lnTo>
                  <a:lnTo>
                    <a:pt x="12254" y="17107"/>
                  </a:lnTo>
                  <a:lnTo>
                    <a:pt x="12254" y="17107"/>
                  </a:lnTo>
                  <a:lnTo>
                    <a:pt x="12274" y="17367"/>
                  </a:lnTo>
                  <a:lnTo>
                    <a:pt x="12294" y="176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26"/>
            <p:cNvSpPr/>
            <p:nvPr/>
          </p:nvSpPr>
          <p:spPr>
            <a:xfrm>
              <a:off x="11034725" y="3969025"/>
              <a:ext cx="113850" cy="428675"/>
            </a:xfrm>
            <a:custGeom>
              <a:avLst/>
              <a:gdLst/>
              <a:ahLst/>
              <a:cxnLst/>
              <a:rect l="l" t="t" r="r" b="b"/>
              <a:pathLst>
                <a:path w="4554" h="17147" extrusionOk="0">
                  <a:moveTo>
                    <a:pt x="4373" y="0"/>
                  </a:moveTo>
                  <a:lnTo>
                    <a:pt x="4112" y="281"/>
                  </a:lnTo>
                  <a:lnTo>
                    <a:pt x="3851" y="562"/>
                  </a:lnTo>
                  <a:lnTo>
                    <a:pt x="3611" y="863"/>
                  </a:lnTo>
                  <a:lnTo>
                    <a:pt x="3390" y="1163"/>
                  </a:lnTo>
                  <a:lnTo>
                    <a:pt x="3169" y="1484"/>
                  </a:lnTo>
                  <a:lnTo>
                    <a:pt x="2949" y="1805"/>
                  </a:lnTo>
                  <a:lnTo>
                    <a:pt x="2548" y="2467"/>
                  </a:lnTo>
                  <a:lnTo>
                    <a:pt x="2508" y="2266"/>
                  </a:lnTo>
                  <a:lnTo>
                    <a:pt x="2488" y="2226"/>
                  </a:lnTo>
                  <a:lnTo>
                    <a:pt x="2467" y="2206"/>
                  </a:lnTo>
                  <a:lnTo>
                    <a:pt x="2387" y="2186"/>
                  </a:lnTo>
                  <a:lnTo>
                    <a:pt x="2347" y="2206"/>
                  </a:lnTo>
                  <a:lnTo>
                    <a:pt x="2327" y="2226"/>
                  </a:lnTo>
                  <a:lnTo>
                    <a:pt x="2287" y="2246"/>
                  </a:lnTo>
                  <a:lnTo>
                    <a:pt x="2287" y="2286"/>
                  </a:lnTo>
                  <a:lnTo>
                    <a:pt x="2307" y="2547"/>
                  </a:lnTo>
                  <a:lnTo>
                    <a:pt x="2367" y="2828"/>
                  </a:lnTo>
                  <a:lnTo>
                    <a:pt x="2347" y="2848"/>
                  </a:lnTo>
                  <a:lnTo>
                    <a:pt x="2106" y="2768"/>
                  </a:lnTo>
                  <a:lnTo>
                    <a:pt x="1846" y="2728"/>
                  </a:lnTo>
                  <a:lnTo>
                    <a:pt x="1806" y="2728"/>
                  </a:lnTo>
                  <a:lnTo>
                    <a:pt x="1786" y="2768"/>
                  </a:lnTo>
                  <a:lnTo>
                    <a:pt x="1786" y="2788"/>
                  </a:lnTo>
                  <a:lnTo>
                    <a:pt x="1826" y="2808"/>
                  </a:lnTo>
                  <a:lnTo>
                    <a:pt x="2287" y="2988"/>
                  </a:lnTo>
                  <a:lnTo>
                    <a:pt x="2006" y="3570"/>
                  </a:lnTo>
                  <a:lnTo>
                    <a:pt x="1746" y="4172"/>
                  </a:lnTo>
                  <a:lnTo>
                    <a:pt x="1525" y="4793"/>
                  </a:lnTo>
                  <a:lnTo>
                    <a:pt x="1304" y="5415"/>
                  </a:lnTo>
                  <a:lnTo>
                    <a:pt x="1124" y="6037"/>
                  </a:lnTo>
                  <a:lnTo>
                    <a:pt x="963" y="6678"/>
                  </a:lnTo>
                  <a:lnTo>
                    <a:pt x="823" y="7300"/>
                  </a:lnTo>
                  <a:lnTo>
                    <a:pt x="703" y="7942"/>
                  </a:lnTo>
                  <a:lnTo>
                    <a:pt x="502" y="7962"/>
                  </a:lnTo>
                  <a:lnTo>
                    <a:pt x="302" y="7982"/>
                  </a:lnTo>
                  <a:lnTo>
                    <a:pt x="282" y="8002"/>
                  </a:lnTo>
                  <a:lnTo>
                    <a:pt x="261" y="8022"/>
                  </a:lnTo>
                  <a:lnTo>
                    <a:pt x="241" y="8062"/>
                  </a:lnTo>
                  <a:lnTo>
                    <a:pt x="282" y="8122"/>
                  </a:lnTo>
                  <a:lnTo>
                    <a:pt x="302" y="8122"/>
                  </a:lnTo>
                  <a:lnTo>
                    <a:pt x="322" y="8142"/>
                  </a:lnTo>
                  <a:lnTo>
                    <a:pt x="663" y="8142"/>
                  </a:lnTo>
                  <a:lnTo>
                    <a:pt x="542" y="9005"/>
                  </a:lnTo>
                  <a:lnTo>
                    <a:pt x="302" y="9025"/>
                  </a:lnTo>
                  <a:lnTo>
                    <a:pt x="61" y="9065"/>
                  </a:lnTo>
                  <a:lnTo>
                    <a:pt x="41" y="9085"/>
                  </a:lnTo>
                  <a:lnTo>
                    <a:pt x="21" y="9105"/>
                  </a:lnTo>
                  <a:lnTo>
                    <a:pt x="1" y="9165"/>
                  </a:lnTo>
                  <a:lnTo>
                    <a:pt x="41" y="9205"/>
                  </a:lnTo>
                  <a:lnTo>
                    <a:pt x="101" y="9245"/>
                  </a:lnTo>
                  <a:lnTo>
                    <a:pt x="382" y="9265"/>
                  </a:lnTo>
                  <a:lnTo>
                    <a:pt x="522" y="9245"/>
                  </a:lnTo>
                  <a:lnTo>
                    <a:pt x="462" y="9827"/>
                  </a:lnTo>
                  <a:lnTo>
                    <a:pt x="422" y="10408"/>
                  </a:lnTo>
                  <a:lnTo>
                    <a:pt x="382" y="10990"/>
                  </a:lnTo>
                  <a:lnTo>
                    <a:pt x="382" y="11572"/>
                  </a:lnTo>
                  <a:lnTo>
                    <a:pt x="402" y="12153"/>
                  </a:lnTo>
                  <a:lnTo>
                    <a:pt x="442" y="12735"/>
                  </a:lnTo>
                  <a:lnTo>
                    <a:pt x="502" y="13316"/>
                  </a:lnTo>
                  <a:lnTo>
                    <a:pt x="582" y="13878"/>
                  </a:lnTo>
                  <a:lnTo>
                    <a:pt x="683" y="14459"/>
                  </a:lnTo>
                  <a:lnTo>
                    <a:pt x="803" y="15021"/>
                  </a:lnTo>
                  <a:lnTo>
                    <a:pt x="983" y="15342"/>
                  </a:lnTo>
                  <a:lnTo>
                    <a:pt x="1164" y="15663"/>
                  </a:lnTo>
                  <a:lnTo>
                    <a:pt x="1364" y="15984"/>
                  </a:lnTo>
                  <a:lnTo>
                    <a:pt x="1565" y="16284"/>
                  </a:lnTo>
                  <a:lnTo>
                    <a:pt x="1344" y="15583"/>
                  </a:lnTo>
                  <a:lnTo>
                    <a:pt x="1164" y="14881"/>
                  </a:lnTo>
                  <a:lnTo>
                    <a:pt x="1004" y="14159"/>
                  </a:lnTo>
                  <a:lnTo>
                    <a:pt x="883" y="13437"/>
                  </a:lnTo>
                  <a:lnTo>
                    <a:pt x="803" y="12695"/>
                  </a:lnTo>
                  <a:lnTo>
                    <a:pt x="743" y="11953"/>
                  </a:lnTo>
                  <a:lnTo>
                    <a:pt x="743" y="11191"/>
                  </a:lnTo>
                  <a:lnTo>
                    <a:pt x="763" y="10408"/>
                  </a:lnTo>
                  <a:lnTo>
                    <a:pt x="803" y="9827"/>
                  </a:lnTo>
                  <a:lnTo>
                    <a:pt x="863" y="9245"/>
                  </a:lnTo>
                  <a:lnTo>
                    <a:pt x="1164" y="9225"/>
                  </a:lnTo>
                  <a:lnTo>
                    <a:pt x="1324" y="9205"/>
                  </a:lnTo>
                  <a:lnTo>
                    <a:pt x="1465" y="9165"/>
                  </a:lnTo>
                  <a:lnTo>
                    <a:pt x="1505" y="9125"/>
                  </a:lnTo>
                  <a:lnTo>
                    <a:pt x="1505" y="9065"/>
                  </a:lnTo>
                  <a:lnTo>
                    <a:pt x="1485" y="9025"/>
                  </a:lnTo>
                  <a:lnTo>
                    <a:pt x="1445" y="9005"/>
                  </a:lnTo>
                  <a:lnTo>
                    <a:pt x="1304" y="8965"/>
                  </a:lnTo>
                  <a:lnTo>
                    <a:pt x="903" y="8965"/>
                  </a:lnTo>
                  <a:lnTo>
                    <a:pt x="1024" y="8202"/>
                  </a:lnTo>
                  <a:lnTo>
                    <a:pt x="1405" y="8263"/>
                  </a:lnTo>
                  <a:lnTo>
                    <a:pt x="1465" y="8243"/>
                  </a:lnTo>
                  <a:lnTo>
                    <a:pt x="1505" y="8182"/>
                  </a:lnTo>
                  <a:lnTo>
                    <a:pt x="1525" y="8122"/>
                  </a:lnTo>
                  <a:lnTo>
                    <a:pt x="1505" y="8102"/>
                  </a:lnTo>
                  <a:lnTo>
                    <a:pt x="1465" y="8082"/>
                  </a:lnTo>
                  <a:lnTo>
                    <a:pt x="1264" y="8002"/>
                  </a:lnTo>
                  <a:lnTo>
                    <a:pt x="1044" y="7962"/>
                  </a:lnTo>
                  <a:lnTo>
                    <a:pt x="1164" y="7360"/>
                  </a:lnTo>
                  <a:lnTo>
                    <a:pt x="1304" y="6759"/>
                  </a:lnTo>
                  <a:lnTo>
                    <a:pt x="1465" y="6177"/>
                  </a:lnTo>
                  <a:lnTo>
                    <a:pt x="1625" y="5595"/>
                  </a:lnTo>
                  <a:lnTo>
                    <a:pt x="1826" y="5014"/>
                  </a:lnTo>
                  <a:lnTo>
                    <a:pt x="2046" y="4432"/>
                  </a:lnTo>
                  <a:lnTo>
                    <a:pt x="2267" y="3871"/>
                  </a:lnTo>
                  <a:lnTo>
                    <a:pt x="2528" y="3329"/>
                  </a:lnTo>
                  <a:lnTo>
                    <a:pt x="2608" y="3490"/>
                  </a:lnTo>
                  <a:lnTo>
                    <a:pt x="2708" y="3610"/>
                  </a:lnTo>
                  <a:lnTo>
                    <a:pt x="2728" y="3630"/>
                  </a:lnTo>
                  <a:lnTo>
                    <a:pt x="2748" y="3650"/>
                  </a:lnTo>
                  <a:lnTo>
                    <a:pt x="2808" y="3610"/>
                  </a:lnTo>
                  <a:lnTo>
                    <a:pt x="2828" y="3590"/>
                  </a:lnTo>
                  <a:lnTo>
                    <a:pt x="2849" y="3570"/>
                  </a:lnTo>
                  <a:lnTo>
                    <a:pt x="2808" y="3389"/>
                  </a:lnTo>
                  <a:lnTo>
                    <a:pt x="2768" y="3209"/>
                  </a:lnTo>
                  <a:lnTo>
                    <a:pt x="2949" y="3289"/>
                  </a:lnTo>
                  <a:lnTo>
                    <a:pt x="3049" y="3329"/>
                  </a:lnTo>
                  <a:lnTo>
                    <a:pt x="3149" y="3349"/>
                  </a:lnTo>
                  <a:lnTo>
                    <a:pt x="3189" y="3329"/>
                  </a:lnTo>
                  <a:lnTo>
                    <a:pt x="3209" y="3289"/>
                  </a:lnTo>
                  <a:lnTo>
                    <a:pt x="3209" y="3249"/>
                  </a:lnTo>
                  <a:lnTo>
                    <a:pt x="3209" y="3209"/>
                  </a:lnTo>
                  <a:lnTo>
                    <a:pt x="3089" y="3129"/>
                  </a:lnTo>
                  <a:lnTo>
                    <a:pt x="2969" y="3048"/>
                  </a:lnTo>
                  <a:lnTo>
                    <a:pt x="2708" y="2948"/>
                  </a:lnTo>
                  <a:lnTo>
                    <a:pt x="3109" y="2206"/>
                  </a:lnTo>
                  <a:lnTo>
                    <a:pt x="3550" y="1484"/>
                  </a:lnTo>
                  <a:lnTo>
                    <a:pt x="4032" y="782"/>
                  </a:lnTo>
                  <a:lnTo>
                    <a:pt x="4553" y="100"/>
                  </a:lnTo>
                  <a:lnTo>
                    <a:pt x="4373" y="0"/>
                  </a:lnTo>
                  <a:close/>
                  <a:moveTo>
                    <a:pt x="2287" y="17067"/>
                  </a:moveTo>
                  <a:lnTo>
                    <a:pt x="2387" y="17147"/>
                  </a:lnTo>
                  <a:lnTo>
                    <a:pt x="2387" y="17147"/>
                  </a:lnTo>
                  <a:lnTo>
                    <a:pt x="2367" y="17127"/>
                  </a:lnTo>
                  <a:lnTo>
                    <a:pt x="2347" y="17087"/>
                  </a:lnTo>
                  <a:lnTo>
                    <a:pt x="2287" y="17067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26"/>
            <p:cNvSpPr/>
            <p:nvPr/>
          </p:nvSpPr>
          <p:spPr>
            <a:xfrm>
              <a:off x="11091875" y="4395675"/>
              <a:ext cx="2550" cy="2025"/>
            </a:xfrm>
            <a:custGeom>
              <a:avLst/>
              <a:gdLst/>
              <a:ahLst/>
              <a:cxnLst/>
              <a:rect l="l" t="t" r="r" b="b"/>
              <a:pathLst>
                <a:path w="102" h="8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01" y="81"/>
                  </a:lnTo>
                  <a:lnTo>
                    <a:pt x="101" y="81"/>
                  </a:lnTo>
                  <a:lnTo>
                    <a:pt x="81" y="61"/>
                  </a:lnTo>
                  <a:lnTo>
                    <a:pt x="61" y="2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26"/>
            <p:cNvSpPr/>
            <p:nvPr/>
          </p:nvSpPr>
          <p:spPr>
            <a:xfrm>
              <a:off x="10977575" y="3959000"/>
              <a:ext cx="307350" cy="566550"/>
            </a:xfrm>
            <a:custGeom>
              <a:avLst/>
              <a:gdLst/>
              <a:ahLst/>
              <a:cxnLst/>
              <a:rect l="l" t="t" r="r" b="b"/>
              <a:pathLst>
                <a:path w="12294" h="22662" extrusionOk="0">
                  <a:moveTo>
                    <a:pt x="3851" y="16685"/>
                  </a:moveTo>
                  <a:lnTo>
                    <a:pt x="4032" y="17147"/>
                  </a:lnTo>
                  <a:lnTo>
                    <a:pt x="4212" y="17608"/>
                  </a:lnTo>
                  <a:lnTo>
                    <a:pt x="4372" y="17528"/>
                  </a:lnTo>
                  <a:lnTo>
                    <a:pt x="4553" y="17468"/>
                  </a:lnTo>
                  <a:lnTo>
                    <a:pt x="4573" y="17468"/>
                  </a:lnTo>
                  <a:lnTo>
                    <a:pt x="4392" y="17287"/>
                  </a:lnTo>
                  <a:lnTo>
                    <a:pt x="4192" y="17087"/>
                  </a:lnTo>
                  <a:lnTo>
                    <a:pt x="3851" y="16685"/>
                  </a:lnTo>
                  <a:close/>
                  <a:moveTo>
                    <a:pt x="6017" y="0"/>
                  </a:moveTo>
                  <a:lnTo>
                    <a:pt x="5776" y="140"/>
                  </a:lnTo>
                  <a:lnTo>
                    <a:pt x="5536" y="301"/>
                  </a:lnTo>
                  <a:lnTo>
                    <a:pt x="5295" y="481"/>
                  </a:lnTo>
                  <a:lnTo>
                    <a:pt x="5054" y="682"/>
                  </a:lnTo>
                  <a:lnTo>
                    <a:pt x="4814" y="923"/>
                  </a:lnTo>
                  <a:lnTo>
                    <a:pt x="4553" y="1163"/>
                  </a:lnTo>
                  <a:lnTo>
                    <a:pt x="4312" y="1444"/>
                  </a:lnTo>
                  <a:lnTo>
                    <a:pt x="4072" y="1725"/>
                  </a:lnTo>
                  <a:lnTo>
                    <a:pt x="3811" y="2026"/>
                  </a:lnTo>
                  <a:lnTo>
                    <a:pt x="3570" y="2367"/>
                  </a:lnTo>
                  <a:lnTo>
                    <a:pt x="3089" y="3068"/>
                  </a:lnTo>
                  <a:lnTo>
                    <a:pt x="2628" y="3830"/>
                  </a:lnTo>
                  <a:lnTo>
                    <a:pt x="2187" y="4633"/>
                  </a:lnTo>
                  <a:lnTo>
                    <a:pt x="1765" y="5495"/>
                  </a:lnTo>
                  <a:lnTo>
                    <a:pt x="1384" y="6397"/>
                  </a:lnTo>
                  <a:lnTo>
                    <a:pt x="1204" y="6879"/>
                  </a:lnTo>
                  <a:lnTo>
                    <a:pt x="1023" y="7340"/>
                  </a:lnTo>
                  <a:lnTo>
                    <a:pt x="863" y="7821"/>
                  </a:lnTo>
                  <a:lnTo>
                    <a:pt x="723" y="8323"/>
                  </a:lnTo>
                  <a:lnTo>
                    <a:pt x="582" y="8804"/>
                  </a:lnTo>
                  <a:lnTo>
                    <a:pt x="462" y="9305"/>
                  </a:lnTo>
                  <a:lnTo>
                    <a:pt x="341" y="9807"/>
                  </a:lnTo>
                  <a:lnTo>
                    <a:pt x="241" y="10308"/>
                  </a:lnTo>
                  <a:lnTo>
                    <a:pt x="161" y="10830"/>
                  </a:lnTo>
                  <a:lnTo>
                    <a:pt x="101" y="11331"/>
                  </a:lnTo>
                  <a:lnTo>
                    <a:pt x="61" y="11852"/>
                  </a:lnTo>
                  <a:lnTo>
                    <a:pt x="21" y="12354"/>
                  </a:lnTo>
                  <a:lnTo>
                    <a:pt x="1" y="13036"/>
                  </a:lnTo>
                  <a:lnTo>
                    <a:pt x="21" y="13818"/>
                  </a:lnTo>
                  <a:lnTo>
                    <a:pt x="81" y="14600"/>
                  </a:lnTo>
                  <a:lnTo>
                    <a:pt x="181" y="15362"/>
                  </a:lnTo>
                  <a:lnTo>
                    <a:pt x="321" y="16124"/>
                  </a:lnTo>
                  <a:lnTo>
                    <a:pt x="502" y="16886"/>
                  </a:lnTo>
                  <a:lnTo>
                    <a:pt x="723" y="17608"/>
                  </a:lnTo>
                  <a:lnTo>
                    <a:pt x="963" y="18310"/>
                  </a:lnTo>
                  <a:lnTo>
                    <a:pt x="1244" y="18992"/>
                  </a:lnTo>
                  <a:lnTo>
                    <a:pt x="1545" y="19613"/>
                  </a:lnTo>
                  <a:lnTo>
                    <a:pt x="1886" y="20215"/>
                  </a:lnTo>
                  <a:lnTo>
                    <a:pt x="2046" y="20496"/>
                  </a:lnTo>
                  <a:lnTo>
                    <a:pt x="2247" y="20757"/>
                  </a:lnTo>
                  <a:lnTo>
                    <a:pt x="2427" y="20997"/>
                  </a:lnTo>
                  <a:lnTo>
                    <a:pt x="2628" y="21238"/>
                  </a:lnTo>
                  <a:lnTo>
                    <a:pt x="2828" y="21438"/>
                  </a:lnTo>
                  <a:lnTo>
                    <a:pt x="3029" y="21639"/>
                  </a:lnTo>
                  <a:lnTo>
                    <a:pt x="3249" y="21839"/>
                  </a:lnTo>
                  <a:lnTo>
                    <a:pt x="3450" y="22000"/>
                  </a:lnTo>
                  <a:lnTo>
                    <a:pt x="3671" y="22140"/>
                  </a:lnTo>
                  <a:lnTo>
                    <a:pt x="3911" y="22261"/>
                  </a:lnTo>
                  <a:lnTo>
                    <a:pt x="4132" y="22381"/>
                  </a:lnTo>
                  <a:lnTo>
                    <a:pt x="4372" y="22461"/>
                  </a:lnTo>
                  <a:lnTo>
                    <a:pt x="4693" y="22561"/>
                  </a:lnTo>
                  <a:lnTo>
                    <a:pt x="5034" y="22622"/>
                  </a:lnTo>
                  <a:lnTo>
                    <a:pt x="5395" y="22642"/>
                  </a:lnTo>
                  <a:lnTo>
                    <a:pt x="5796" y="22662"/>
                  </a:lnTo>
                  <a:lnTo>
                    <a:pt x="6318" y="22642"/>
                  </a:lnTo>
                  <a:lnTo>
                    <a:pt x="6859" y="22581"/>
                  </a:lnTo>
                  <a:lnTo>
                    <a:pt x="7401" y="22481"/>
                  </a:lnTo>
                  <a:lnTo>
                    <a:pt x="7962" y="22341"/>
                  </a:lnTo>
                  <a:lnTo>
                    <a:pt x="8504" y="22160"/>
                  </a:lnTo>
                  <a:lnTo>
                    <a:pt x="9045" y="21940"/>
                  </a:lnTo>
                  <a:lnTo>
                    <a:pt x="9567" y="21659"/>
                  </a:lnTo>
                  <a:lnTo>
                    <a:pt x="9827" y="21519"/>
                  </a:lnTo>
                  <a:lnTo>
                    <a:pt x="10068" y="21358"/>
                  </a:lnTo>
                  <a:lnTo>
                    <a:pt x="10309" y="21198"/>
                  </a:lnTo>
                  <a:lnTo>
                    <a:pt x="10529" y="21017"/>
                  </a:lnTo>
                  <a:lnTo>
                    <a:pt x="10750" y="20837"/>
                  </a:lnTo>
                  <a:lnTo>
                    <a:pt x="10950" y="20636"/>
                  </a:lnTo>
                  <a:lnTo>
                    <a:pt x="11151" y="20436"/>
                  </a:lnTo>
                  <a:lnTo>
                    <a:pt x="11331" y="20215"/>
                  </a:lnTo>
                  <a:lnTo>
                    <a:pt x="11512" y="19974"/>
                  </a:lnTo>
                  <a:lnTo>
                    <a:pt x="11672" y="19754"/>
                  </a:lnTo>
                  <a:lnTo>
                    <a:pt x="11813" y="19493"/>
                  </a:lnTo>
                  <a:lnTo>
                    <a:pt x="11933" y="19252"/>
                  </a:lnTo>
                  <a:lnTo>
                    <a:pt x="12033" y="18972"/>
                  </a:lnTo>
                  <a:lnTo>
                    <a:pt x="12134" y="18691"/>
                  </a:lnTo>
                  <a:lnTo>
                    <a:pt x="12194" y="18410"/>
                  </a:lnTo>
                  <a:lnTo>
                    <a:pt x="12254" y="18109"/>
                  </a:lnTo>
                  <a:lnTo>
                    <a:pt x="12294" y="17809"/>
                  </a:lnTo>
                  <a:lnTo>
                    <a:pt x="12294" y="17488"/>
                  </a:lnTo>
                  <a:lnTo>
                    <a:pt x="12294" y="17327"/>
                  </a:lnTo>
                  <a:lnTo>
                    <a:pt x="12093" y="17508"/>
                  </a:lnTo>
                  <a:lnTo>
                    <a:pt x="11873" y="17688"/>
                  </a:lnTo>
                  <a:lnTo>
                    <a:pt x="11652" y="17849"/>
                  </a:lnTo>
                  <a:lnTo>
                    <a:pt x="11432" y="18009"/>
                  </a:lnTo>
                  <a:lnTo>
                    <a:pt x="11191" y="18149"/>
                  </a:lnTo>
                  <a:lnTo>
                    <a:pt x="10950" y="18290"/>
                  </a:lnTo>
                  <a:lnTo>
                    <a:pt x="10710" y="18410"/>
                  </a:lnTo>
                  <a:lnTo>
                    <a:pt x="10469" y="18510"/>
                  </a:lnTo>
                  <a:lnTo>
                    <a:pt x="10208" y="18611"/>
                  </a:lnTo>
                  <a:lnTo>
                    <a:pt x="9948" y="18691"/>
                  </a:lnTo>
                  <a:lnTo>
                    <a:pt x="9687" y="18771"/>
                  </a:lnTo>
                  <a:lnTo>
                    <a:pt x="9426" y="18831"/>
                  </a:lnTo>
                  <a:lnTo>
                    <a:pt x="9145" y="18871"/>
                  </a:lnTo>
                  <a:lnTo>
                    <a:pt x="8885" y="18912"/>
                  </a:lnTo>
                  <a:lnTo>
                    <a:pt x="8604" y="18932"/>
                  </a:lnTo>
                  <a:lnTo>
                    <a:pt x="7942" y="18932"/>
                  </a:lnTo>
                  <a:lnTo>
                    <a:pt x="7561" y="18891"/>
                  </a:lnTo>
                  <a:lnTo>
                    <a:pt x="7180" y="18811"/>
                  </a:lnTo>
                  <a:lnTo>
                    <a:pt x="6799" y="18711"/>
                  </a:lnTo>
                  <a:lnTo>
                    <a:pt x="6478" y="18611"/>
                  </a:lnTo>
                  <a:lnTo>
                    <a:pt x="6197" y="18510"/>
                  </a:lnTo>
                  <a:lnTo>
                    <a:pt x="5917" y="18370"/>
                  </a:lnTo>
                  <a:lnTo>
                    <a:pt x="5636" y="18230"/>
                  </a:lnTo>
                  <a:lnTo>
                    <a:pt x="5375" y="18089"/>
                  </a:lnTo>
                  <a:lnTo>
                    <a:pt x="5135" y="17909"/>
                  </a:lnTo>
                  <a:lnTo>
                    <a:pt x="4894" y="17748"/>
                  </a:lnTo>
                  <a:lnTo>
                    <a:pt x="4673" y="17548"/>
                  </a:lnTo>
                  <a:lnTo>
                    <a:pt x="4653" y="17588"/>
                  </a:lnTo>
                  <a:lnTo>
                    <a:pt x="4633" y="17608"/>
                  </a:lnTo>
                  <a:lnTo>
                    <a:pt x="4473" y="17708"/>
                  </a:lnTo>
                  <a:lnTo>
                    <a:pt x="4292" y="17809"/>
                  </a:lnTo>
                  <a:lnTo>
                    <a:pt x="4513" y="18330"/>
                  </a:lnTo>
                  <a:lnTo>
                    <a:pt x="4653" y="18210"/>
                  </a:lnTo>
                  <a:lnTo>
                    <a:pt x="4774" y="18109"/>
                  </a:lnTo>
                  <a:lnTo>
                    <a:pt x="4914" y="18029"/>
                  </a:lnTo>
                  <a:lnTo>
                    <a:pt x="5074" y="17949"/>
                  </a:lnTo>
                  <a:lnTo>
                    <a:pt x="5114" y="17949"/>
                  </a:lnTo>
                  <a:lnTo>
                    <a:pt x="5155" y="17969"/>
                  </a:lnTo>
                  <a:lnTo>
                    <a:pt x="5195" y="18009"/>
                  </a:lnTo>
                  <a:lnTo>
                    <a:pt x="5195" y="18089"/>
                  </a:lnTo>
                  <a:lnTo>
                    <a:pt x="5175" y="18129"/>
                  </a:lnTo>
                  <a:lnTo>
                    <a:pt x="5054" y="18250"/>
                  </a:lnTo>
                  <a:lnTo>
                    <a:pt x="4914" y="18370"/>
                  </a:lnTo>
                  <a:lnTo>
                    <a:pt x="4653" y="18571"/>
                  </a:lnTo>
                  <a:lnTo>
                    <a:pt x="4894" y="19052"/>
                  </a:lnTo>
                  <a:lnTo>
                    <a:pt x="5155" y="19533"/>
                  </a:lnTo>
                  <a:lnTo>
                    <a:pt x="5435" y="20015"/>
                  </a:lnTo>
                  <a:lnTo>
                    <a:pt x="5716" y="20476"/>
                  </a:lnTo>
                  <a:lnTo>
                    <a:pt x="6017" y="20937"/>
                  </a:lnTo>
                  <a:lnTo>
                    <a:pt x="6338" y="21398"/>
                  </a:lnTo>
                  <a:lnTo>
                    <a:pt x="6679" y="21860"/>
                  </a:lnTo>
                  <a:lnTo>
                    <a:pt x="7020" y="22301"/>
                  </a:lnTo>
                  <a:lnTo>
                    <a:pt x="7040" y="22361"/>
                  </a:lnTo>
                  <a:lnTo>
                    <a:pt x="7040" y="22421"/>
                  </a:lnTo>
                  <a:lnTo>
                    <a:pt x="7000" y="22461"/>
                  </a:lnTo>
                  <a:lnTo>
                    <a:pt x="6919" y="22461"/>
                  </a:lnTo>
                  <a:lnTo>
                    <a:pt x="6879" y="22441"/>
                  </a:lnTo>
                  <a:lnTo>
                    <a:pt x="6498" y="22040"/>
                  </a:lnTo>
                  <a:lnTo>
                    <a:pt x="6137" y="21619"/>
                  </a:lnTo>
                  <a:lnTo>
                    <a:pt x="5796" y="21178"/>
                  </a:lnTo>
                  <a:lnTo>
                    <a:pt x="5475" y="20736"/>
                  </a:lnTo>
                  <a:lnTo>
                    <a:pt x="5155" y="20295"/>
                  </a:lnTo>
                  <a:lnTo>
                    <a:pt x="4874" y="19814"/>
                  </a:lnTo>
                  <a:lnTo>
                    <a:pt x="4593" y="19353"/>
                  </a:lnTo>
                  <a:lnTo>
                    <a:pt x="4332" y="18851"/>
                  </a:lnTo>
                  <a:lnTo>
                    <a:pt x="4132" y="19072"/>
                  </a:lnTo>
                  <a:lnTo>
                    <a:pt x="3911" y="19293"/>
                  </a:lnTo>
                  <a:lnTo>
                    <a:pt x="3891" y="19313"/>
                  </a:lnTo>
                  <a:lnTo>
                    <a:pt x="3811" y="19313"/>
                  </a:lnTo>
                  <a:lnTo>
                    <a:pt x="3771" y="19272"/>
                  </a:lnTo>
                  <a:lnTo>
                    <a:pt x="3771" y="19232"/>
                  </a:lnTo>
                  <a:lnTo>
                    <a:pt x="3771" y="19192"/>
                  </a:lnTo>
                  <a:lnTo>
                    <a:pt x="3871" y="19032"/>
                  </a:lnTo>
                  <a:lnTo>
                    <a:pt x="3971" y="18891"/>
                  </a:lnTo>
                  <a:lnTo>
                    <a:pt x="4212" y="18611"/>
                  </a:lnTo>
                  <a:lnTo>
                    <a:pt x="3951" y="17989"/>
                  </a:lnTo>
                  <a:lnTo>
                    <a:pt x="3671" y="18169"/>
                  </a:lnTo>
                  <a:lnTo>
                    <a:pt x="3410" y="18350"/>
                  </a:lnTo>
                  <a:lnTo>
                    <a:pt x="3370" y="18370"/>
                  </a:lnTo>
                  <a:lnTo>
                    <a:pt x="3350" y="18350"/>
                  </a:lnTo>
                  <a:lnTo>
                    <a:pt x="3310" y="18330"/>
                  </a:lnTo>
                  <a:lnTo>
                    <a:pt x="3310" y="18290"/>
                  </a:lnTo>
                  <a:lnTo>
                    <a:pt x="3330" y="18250"/>
                  </a:lnTo>
                  <a:lnTo>
                    <a:pt x="3590" y="18029"/>
                  </a:lnTo>
                  <a:lnTo>
                    <a:pt x="3871" y="17829"/>
                  </a:lnTo>
                  <a:lnTo>
                    <a:pt x="3630" y="17247"/>
                  </a:lnTo>
                  <a:lnTo>
                    <a:pt x="3430" y="16645"/>
                  </a:lnTo>
                  <a:lnTo>
                    <a:pt x="3249" y="16044"/>
                  </a:lnTo>
                  <a:lnTo>
                    <a:pt x="3089" y="15422"/>
                  </a:lnTo>
                  <a:lnTo>
                    <a:pt x="2949" y="15121"/>
                  </a:lnTo>
                  <a:lnTo>
                    <a:pt x="2828" y="14800"/>
                  </a:lnTo>
                  <a:lnTo>
                    <a:pt x="2608" y="14179"/>
                  </a:lnTo>
                  <a:lnTo>
                    <a:pt x="2427" y="13517"/>
                  </a:lnTo>
                  <a:lnTo>
                    <a:pt x="2287" y="12855"/>
                  </a:lnTo>
                  <a:lnTo>
                    <a:pt x="2207" y="12374"/>
                  </a:lnTo>
                  <a:lnTo>
                    <a:pt x="2146" y="11872"/>
                  </a:lnTo>
                  <a:lnTo>
                    <a:pt x="2126" y="11391"/>
                  </a:lnTo>
                  <a:lnTo>
                    <a:pt x="2106" y="10890"/>
                  </a:lnTo>
                  <a:lnTo>
                    <a:pt x="2106" y="10408"/>
                  </a:lnTo>
                  <a:lnTo>
                    <a:pt x="2106" y="9907"/>
                  </a:lnTo>
                  <a:lnTo>
                    <a:pt x="2146" y="9426"/>
                  </a:lnTo>
                  <a:lnTo>
                    <a:pt x="2207" y="8924"/>
                  </a:lnTo>
                  <a:lnTo>
                    <a:pt x="2267" y="8443"/>
                  </a:lnTo>
                  <a:lnTo>
                    <a:pt x="2347" y="7962"/>
                  </a:lnTo>
                  <a:lnTo>
                    <a:pt x="2447" y="7460"/>
                  </a:lnTo>
                  <a:lnTo>
                    <a:pt x="2547" y="6979"/>
                  </a:lnTo>
                  <a:lnTo>
                    <a:pt x="2688" y="6518"/>
                  </a:lnTo>
                  <a:lnTo>
                    <a:pt x="2828" y="6036"/>
                  </a:lnTo>
                  <a:lnTo>
                    <a:pt x="2969" y="5575"/>
                  </a:lnTo>
                  <a:lnTo>
                    <a:pt x="3129" y="5114"/>
                  </a:lnTo>
                  <a:lnTo>
                    <a:pt x="3410" y="4412"/>
                  </a:lnTo>
                  <a:lnTo>
                    <a:pt x="3711" y="3730"/>
                  </a:lnTo>
                  <a:lnTo>
                    <a:pt x="4052" y="3068"/>
                  </a:lnTo>
                  <a:lnTo>
                    <a:pt x="4232" y="2748"/>
                  </a:lnTo>
                  <a:lnTo>
                    <a:pt x="4433" y="2427"/>
                  </a:lnTo>
                  <a:lnTo>
                    <a:pt x="4633" y="2106"/>
                  </a:lnTo>
                  <a:lnTo>
                    <a:pt x="4854" y="1805"/>
                  </a:lnTo>
                  <a:lnTo>
                    <a:pt x="5074" y="1524"/>
                  </a:lnTo>
                  <a:lnTo>
                    <a:pt x="5315" y="1243"/>
                  </a:lnTo>
                  <a:lnTo>
                    <a:pt x="5556" y="963"/>
                  </a:lnTo>
                  <a:lnTo>
                    <a:pt x="5816" y="702"/>
                  </a:lnTo>
                  <a:lnTo>
                    <a:pt x="6097" y="461"/>
                  </a:lnTo>
                  <a:lnTo>
                    <a:pt x="6378" y="221"/>
                  </a:lnTo>
                  <a:lnTo>
                    <a:pt x="601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26"/>
            <p:cNvSpPr/>
            <p:nvPr/>
          </p:nvSpPr>
          <p:spPr>
            <a:xfrm>
              <a:off x="11073850" y="4376125"/>
              <a:ext cx="18050" cy="23075"/>
            </a:xfrm>
            <a:custGeom>
              <a:avLst/>
              <a:gdLst/>
              <a:ahLst/>
              <a:cxnLst/>
              <a:rect l="l" t="t" r="r" b="b"/>
              <a:pathLst>
                <a:path w="722" h="923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181" y="462"/>
                  </a:lnTo>
                  <a:lnTo>
                    <a:pt x="361" y="923"/>
                  </a:lnTo>
                  <a:lnTo>
                    <a:pt x="361" y="923"/>
                  </a:lnTo>
                  <a:lnTo>
                    <a:pt x="521" y="843"/>
                  </a:lnTo>
                  <a:lnTo>
                    <a:pt x="702" y="783"/>
                  </a:lnTo>
                  <a:lnTo>
                    <a:pt x="702" y="783"/>
                  </a:lnTo>
                  <a:lnTo>
                    <a:pt x="722" y="783"/>
                  </a:lnTo>
                  <a:lnTo>
                    <a:pt x="722" y="783"/>
                  </a:lnTo>
                  <a:lnTo>
                    <a:pt x="722" y="783"/>
                  </a:lnTo>
                  <a:lnTo>
                    <a:pt x="722" y="783"/>
                  </a:lnTo>
                  <a:lnTo>
                    <a:pt x="541" y="602"/>
                  </a:lnTo>
                  <a:lnTo>
                    <a:pt x="341" y="40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26"/>
            <p:cNvSpPr/>
            <p:nvPr/>
          </p:nvSpPr>
          <p:spPr>
            <a:xfrm>
              <a:off x="11054775" y="4344550"/>
              <a:ext cx="98800" cy="176000"/>
            </a:xfrm>
            <a:custGeom>
              <a:avLst/>
              <a:gdLst/>
              <a:ahLst/>
              <a:cxnLst/>
              <a:rect l="l" t="t" r="r" b="b"/>
              <a:pathLst>
                <a:path w="3952" h="7040" extrusionOk="0">
                  <a:moveTo>
                    <a:pt x="1" y="0"/>
                  </a:moveTo>
                  <a:lnTo>
                    <a:pt x="161" y="622"/>
                  </a:lnTo>
                  <a:lnTo>
                    <a:pt x="342" y="1223"/>
                  </a:lnTo>
                  <a:lnTo>
                    <a:pt x="542" y="1825"/>
                  </a:lnTo>
                  <a:lnTo>
                    <a:pt x="783" y="2407"/>
                  </a:lnTo>
                  <a:lnTo>
                    <a:pt x="502" y="2607"/>
                  </a:lnTo>
                  <a:lnTo>
                    <a:pt x="242" y="2828"/>
                  </a:lnTo>
                  <a:lnTo>
                    <a:pt x="222" y="2868"/>
                  </a:lnTo>
                  <a:lnTo>
                    <a:pt x="222" y="2908"/>
                  </a:lnTo>
                  <a:lnTo>
                    <a:pt x="262" y="2928"/>
                  </a:lnTo>
                  <a:lnTo>
                    <a:pt x="282" y="2948"/>
                  </a:lnTo>
                  <a:lnTo>
                    <a:pt x="322" y="2928"/>
                  </a:lnTo>
                  <a:lnTo>
                    <a:pt x="583" y="2747"/>
                  </a:lnTo>
                  <a:lnTo>
                    <a:pt x="863" y="2567"/>
                  </a:lnTo>
                  <a:lnTo>
                    <a:pt x="1124" y="3189"/>
                  </a:lnTo>
                  <a:lnTo>
                    <a:pt x="883" y="3469"/>
                  </a:lnTo>
                  <a:lnTo>
                    <a:pt x="783" y="3610"/>
                  </a:lnTo>
                  <a:lnTo>
                    <a:pt x="683" y="3770"/>
                  </a:lnTo>
                  <a:lnTo>
                    <a:pt x="683" y="3810"/>
                  </a:lnTo>
                  <a:lnTo>
                    <a:pt x="683" y="3850"/>
                  </a:lnTo>
                  <a:lnTo>
                    <a:pt x="723" y="3891"/>
                  </a:lnTo>
                  <a:lnTo>
                    <a:pt x="803" y="3891"/>
                  </a:lnTo>
                  <a:lnTo>
                    <a:pt x="823" y="3871"/>
                  </a:lnTo>
                  <a:lnTo>
                    <a:pt x="1044" y="3650"/>
                  </a:lnTo>
                  <a:lnTo>
                    <a:pt x="1244" y="3429"/>
                  </a:lnTo>
                  <a:lnTo>
                    <a:pt x="1505" y="3931"/>
                  </a:lnTo>
                  <a:lnTo>
                    <a:pt x="1786" y="4392"/>
                  </a:lnTo>
                  <a:lnTo>
                    <a:pt x="2067" y="4873"/>
                  </a:lnTo>
                  <a:lnTo>
                    <a:pt x="2387" y="5314"/>
                  </a:lnTo>
                  <a:lnTo>
                    <a:pt x="2708" y="5756"/>
                  </a:lnTo>
                  <a:lnTo>
                    <a:pt x="3049" y="6197"/>
                  </a:lnTo>
                  <a:lnTo>
                    <a:pt x="3410" y="6618"/>
                  </a:lnTo>
                  <a:lnTo>
                    <a:pt x="3791" y="7019"/>
                  </a:lnTo>
                  <a:lnTo>
                    <a:pt x="3831" y="7039"/>
                  </a:lnTo>
                  <a:lnTo>
                    <a:pt x="3912" y="7039"/>
                  </a:lnTo>
                  <a:lnTo>
                    <a:pt x="3952" y="6999"/>
                  </a:lnTo>
                  <a:lnTo>
                    <a:pt x="3952" y="6939"/>
                  </a:lnTo>
                  <a:lnTo>
                    <a:pt x="3932" y="6879"/>
                  </a:lnTo>
                  <a:lnTo>
                    <a:pt x="3591" y="6438"/>
                  </a:lnTo>
                  <a:lnTo>
                    <a:pt x="3250" y="5976"/>
                  </a:lnTo>
                  <a:lnTo>
                    <a:pt x="2929" y="5515"/>
                  </a:lnTo>
                  <a:lnTo>
                    <a:pt x="2628" y="5054"/>
                  </a:lnTo>
                  <a:lnTo>
                    <a:pt x="2347" y="4593"/>
                  </a:lnTo>
                  <a:lnTo>
                    <a:pt x="2067" y="4111"/>
                  </a:lnTo>
                  <a:lnTo>
                    <a:pt x="1806" y="3630"/>
                  </a:lnTo>
                  <a:lnTo>
                    <a:pt x="1565" y="3149"/>
                  </a:lnTo>
                  <a:lnTo>
                    <a:pt x="1826" y="2948"/>
                  </a:lnTo>
                  <a:lnTo>
                    <a:pt x="1966" y="2828"/>
                  </a:lnTo>
                  <a:lnTo>
                    <a:pt x="2087" y="2707"/>
                  </a:lnTo>
                  <a:lnTo>
                    <a:pt x="2107" y="2667"/>
                  </a:lnTo>
                  <a:lnTo>
                    <a:pt x="2107" y="2587"/>
                  </a:lnTo>
                  <a:lnTo>
                    <a:pt x="2067" y="2547"/>
                  </a:lnTo>
                  <a:lnTo>
                    <a:pt x="2026" y="2527"/>
                  </a:lnTo>
                  <a:lnTo>
                    <a:pt x="1986" y="2527"/>
                  </a:lnTo>
                  <a:lnTo>
                    <a:pt x="1826" y="2607"/>
                  </a:lnTo>
                  <a:lnTo>
                    <a:pt x="1686" y="2687"/>
                  </a:lnTo>
                  <a:lnTo>
                    <a:pt x="1565" y="2788"/>
                  </a:lnTo>
                  <a:lnTo>
                    <a:pt x="1425" y="2908"/>
                  </a:lnTo>
                  <a:lnTo>
                    <a:pt x="1204" y="2387"/>
                  </a:lnTo>
                  <a:lnTo>
                    <a:pt x="1385" y="2286"/>
                  </a:lnTo>
                  <a:lnTo>
                    <a:pt x="1545" y="2186"/>
                  </a:lnTo>
                  <a:lnTo>
                    <a:pt x="1565" y="2166"/>
                  </a:lnTo>
                  <a:lnTo>
                    <a:pt x="1585" y="2126"/>
                  </a:lnTo>
                  <a:lnTo>
                    <a:pt x="1485" y="2046"/>
                  </a:lnTo>
                  <a:lnTo>
                    <a:pt x="1465" y="2046"/>
                  </a:lnTo>
                  <a:lnTo>
                    <a:pt x="1284" y="2106"/>
                  </a:lnTo>
                  <a:lnTo>
                    <a:pt x="1124" y="2186"/>
                  </a:lnTo>
                  <a:lnTo>
                    <a:pt x="944" y="1725"/>
                  </a:lnTo>
                  <a:lnTo>
                    <a:pt x="763" y="1263"/>
                  </a:lnTo>
                  <a:lnTo>
                    <a:pt x="562" y="963"/>
                  </a:lnTo>
                  <a:lnTo>
                    <a:pt x="362" y="642"/>
                  </a:lnTo>
                  <a:lnTo>
                    <a:pt x="181" y="32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26"/>
            <p:cNvSpPr/>
            <p:nvPr/>
          </p:nvSpPr>
          <p:spPr>
            <a:xfrm>
              <a:off x="11551625" y="3950975"/>
              <a:ext cx="307875" cy="574575"/>
            </a:xfrm>
            <a:custGeom>
              <a:avLst/>
              <a:gdLst/>
              <a:ahLst/>
              <a:cxnLst/>
              <a:rect l="l" t="t" r="r" b="b"/>
              <a:pathLst>
                <a:path w="12315" h="22983" extrusionOk="0">
                  <a:moveTo>
                    <a:pt x="5275" y="0"/>
                  </a:moveTo>
                  <a:lnTo>
                    <a:pt x="5095" y="20"/>
                  </a:lnTo>
                  <a:lnTo>
                    <a:pt x="4954" y="40"/>
                  </a:lnTo>
                  <a:lnTo>
                    <a:pt x="4854" y="100"/>
                  </a:lnTo>
                  <a:lnTo>
                    <a:pt x="4754" y="181"/>
                  </a:lnTo>
                  <a:lnTo>
                    <a:pt x="4674" y="301"/>
                  </a:lnTo>
                  <a:lnTo>
                    <a:pt x="4593" y="461"/>
                  </a:lnTo>
                  <a:lnTo>
                    <a:pt x="4553" y="622"/>
                  </a:lnTo>
                  <a:lnTo>
                    <a:pt x="4513" y="822"/>
                  </a:lnTo>
                  <a:lnTo>
                    <a:pt x="4493" y="1023"/>
                  </a:lnTo>
                  <a:lnTo>
                    <a:pt x="4473" y="1524"/>
                  </a:lnTo>
                  <a:lnTo>
                    <a:pt x="4513" y="2066"/>
                  </a:lnTo>
                  <a:lnTo>
                    <a:pt x="4553" y="2667"/>
                  </a:lnTo>
                  <a:lnTo>
                    <a:pt x="4634" y="3289"/>
                  </a:lnTo>
                  <a:lnTo>
                    <a:pt x="4794" y="4613"/>
                  </a:lnTo>
                  <a:lnTo>
                    <a:pt x="4874" y="5275"/>
                  </a:lnTo>
                  <a:lnTo>
                    <a:pt x="4914" y="5916"/>
                  </a:lnTo>
                  <a:lnTo>
                    <a:pt x="4954" y="6498"/>
                  </a:lnTo>
                  <a:lnTo>
                    <a:pt x="4934" y="7059"/>
                  </a:lnTo>
                  <a:lnTo>
                    <a:pt x="4914" y="7320"/>
                  </a:lnTo>
                  <a:lnTo>
                    <a:pt x="4874" y="7541"/>
                  </a:lnTo>
                  <a:lnTo>
                    <a:pt x="4834" y="7761"/>
                  </a:lnTo>
                  <a:lnTo>
                    <a:pt x="4774" y="7962"/>
                  </a:lnTo>
                  <a:lnTo>
                    <a:pt x="4593" y="8343"/>
                  </a:lnTo>
                  <a:lnTo>
                    <a:pt x="4373" y="8784"/>
                  </a:lnTo>
                  <a:lnTo>
                    <a:pt x="4092" y="9245"/>
                  </a:lnTo>
                  <a:lnTo>
                    <a:pt x="3771" y="9747"/>
                  </a:lnTo>
                  <a:lnTo>
                    <a:pt x="3069" y="10830"/>
                  </a:lnTo>
                  <a:lnTo>
                    <a:pt x="2307" y="12013"/>
                  </a:lnTo>
                  <a:lnTo>
                    <a:pt x="1926" y="12635"/>
                  </a:lnTo>
                  <a:lnTo>
                    <a:pt x="1545" y="13256"/>
                  </a:lnTo>
                  <a:lnTo>
                    <a:pt x="1204" y="13898"/>
                  </a:lnTo>
                  <a:lnTo>
                    <a:pt x="883" y="14540"/>
                  </a:lnTo>
                  <a:lnTo>
                    <a:pt x="603" y="15202"/>
                  </a:lnTo>
                  <a:lnTo>
                    <a:pt x="362" y="15843"/>
                  </a:lnTo>
                  <a:lnTo>
                    <a:pt x="262" y="16164"/>
                  </a:lnTo>
                  <a:lnTo>
                    <a:pt x="181" y="16485"/>
                  </a:lnTo>
                  <a:lnTo>
                    <a:pt x="101" y="16806"/>
                  </a:lnTo>
                  <a:lnTo>
                    <a:pt x="61" y="17127"/>
                  </a:lnTo>
                  <a:lnTo>
                    <a:pt x="21" y="17548"/>
                  </a:lnTo>
                  <a:lnTo>
                    <a:pt x="1" y="17949"/>
                  </a:lnTo>
                  <a:lnTo>
                    <a:pt x="41" y="18350"/>
                  </a:lnTo>
                  <a:lnTo>
                    <a:pt x="101" y="18731"/>
                  </a:lnTo>
                  <a:lnTo>
                    <a:pt x="201" y="19092"/>
                  </a:lnTo>
                  <a:lnTo>
                    <a:pt x="322" y="19433"/>
                  </a:lnTo>
                  <a:lnTo>
                    <a:pt x="462" y="19754"/>
                  </a:lnTo>
                  <a:lnTo>
                    <a:pt x="643" y="20075"/>
                  </a:lnTo>
                  <a:lnTo>
                    <a:pt x="843" y="20356"/>
                  </a:lnTo>
                  <a:lnTo>
                    <a:pt x="1064" y="20636"/>
                  </a:lnTo>
                  <a:lnTo>
                    <a:pt x="1304" y="20917"/>
                  </a:lnTo>
                  <a:lnTo>
                    <a:pt x="1565" y="21158"/>
                  </a:lnTo>
                  <a:lnTo>
                    <a:pt x="1846" y="21398"/>
                  </a:lnTo>
                  <a:lnTo>
                    <a:pt x="2127" y="21619"/>
                  </a:lnTo>
                  <a:lnTo>
                    <a:pt x="2448" y="21820"/>
                  </a:lnTo>
                  <a:lnTo>
                    <a:pt x="2768" y="22000"/>
                  </a:lnTo>
                  <a:lnTo>
                    <a:pt x="3089" y="22160"/>
                  </a:lnTo>
                  <a:lnTo>
                    <a:pt x="3430" y="22321"/>
                  </a:lnTo>
                  <a:lnTo>
                    <a:pt x="3771" y="22461"/>
                  </a:lnTo>
                  <a:lnTo>
                    <a:pt x="4112" y="22582"/>
                  </a:lnTo>
                  <a:lnTo>
                    <a:pt x="4453" y="22682"/>
                  </a:lnTo>
                  <a:lnTo>
                    <a:pt x="4794" y="22782"/>
                  </a:lnTo>
                  <a:lnTo>
                    <a:pt x="5155" y="22842"/>
                  </a:lnTo>
                  <a:lnTo>
                    <a:pt x="5496" y="22902"/>
                  </a:lnTo>
                  <a:lnTo>
                    <a:pt x="5837" y="22943"/>
                  </a:lnTo>
                  <a:lnTo>
                    <a:pt x="6178" y="22983"/>
                  </a:lnTo>
                  <a:lnTo>
                    <a:pt x="6819" y="22983"/>
                  </a:lnTo>
                  <a:lnTo>
                    <a:pt x="7120" y="22963"/>
                  </a:lnTo>
                  <a:lnTo>
                    <a:pt x="7401" y="22923"/>
                  </a:lnTo>
                  <a:lnTo>
                    <a:pt x="7682" y="22862"/>
                  </a:lnTo>
                  <a:lnTo>
                    <a:pt x="7943" y="22782"/>
                  </a:lnTo>
                  <a:lnTo>
                    <a:pt x="8283" y="22642"/>
                  </a:lnTo>
                  <a:lnTo>
                    <a:pt x="8624" y="22461"/>
                  </a:lnTo>
                  <a:lnTo>
                    <a:pt x="8965" y="22241"/>
                  </a:lnTo>
                  <a:lnTo>
                    <a:pt x="9286" y="21960"/>
                  </a:lnTo>
                  <a:lnTo>
                    <a:pt x="9627" y="21599"/>
                  </a:lnTo>
                  <a:lnTo>
                    <a:pt x="9968" y="21198"/>
                  </a:lnTo>
                  <a:lnTo>
                    <a:pt x="10289" y="20737"/>
                  </a:lnTo>
                  <a:lnTo>
                    <a:pt x="10590" y="20255"/>
                  </a:lnTo>
                  <a:lnTo>
                    <a:pt x="10870" y="19734"/>
                  </a:lnTo>
                  <a:lnTo>
                    <a:pt x="11131" y="19172"/>
                  </a:lnTo>
                  <a:lnTo>
                    <a:pt x="11372" y="18591"/>
                  </a:lnTo>
                  <a:lnTo>
                    <a:pt x="11572" y="17969"/>
                  </a:lnTo>
                  <a:lnTo>
                    <a:pt x="11773" y="17347"/>
                  </a:lnTo>
                  <a:lnTo>
                    <a:pt x="11933" y="16686"/>
                  </a:lnTo>
                  <a:lnTo>
                    <a:pt x="12054" y="16024"/>
                  </a:lnTo>
                  <a:lnTo>
                    <a:pt x="12174" y="15362"/>
                  </a:lnTo>
                  <a:lnTo>
                    <a:pt x="12234" y="14680"/>
                  </a:lnTo>
                  <a:lnTo>
                    <a:pt x="12294" y="14018"/>
                  </a:lnTo>
                  <a:lnTo>
                    <a:pt x="12314" y="13336"/>
                  </a:lnTo>
                  <a:lnTo>
                    <a:pt x="12294" y="12675"/>
                  </a:lnTo>
                  <a:lnTo>
                    <a:pt x="12254" y="12133"/>
                  </a:lnTo>
                  <a:lnTo>
                    <a:pt x="12194" y="11592"/>
                  </a:lnTo>
                  <a:lnTo>
                    <a:pt x="12114" y="11050"/>
                  </a:lnTo>
                  <a:lnTo>
                    <a:pt x="12034" y="10509"/>
                  </a:lnTo>
                  <a:lnTo>
                    <a:pt x="11933" y="9967"/>
                  </a:lnTo>
                  <a:lnTo>
                    <a:pt x="11793" y="9446"/>
                  </a:lnTo>
                  <a:lnTo>
                    <a:pt x="11673" y="8904"/>
                  </a:lnTo>
                  <a:lnTo>
                    <a:pt x="11512" y="8383"/>
                  </a:lnTo>
                  <a:lnTo>
                    <a:pt x="11352" y="7862"/>
                  </a:lnTo>
                  <a:lnTo>
                    <a:pt x="11171" y="7360"/>
                  </a:lnTo>
                  <a:lnTo>
                    <a:pt x="10991" y="6859"/>
                  </a:lnTo>
                  <a:lnTo>
                    <a:pt x="10790" y="6378"/>
                  </a:lnTo>
                  <a:lnTo>
                    <a:pt x="10570" y="5896"/>
                  </a:lnTo>
                  <a:lnTo>
                    <a:pt x="10369" y="5435"/>
                  </a:lnTo>
                  <a:lnTo>
                    <a:pt x="10128" y="4974"/>
                  </a:lnTo>
                  <a:lnTo>
                    <a:pt x="9908" y="4533"/>
                  </a:lnTo>
                  <a:lnTo>
                    <a:pt x="9667" y="4111"/>
                  </a:lnTo>
                  <a:lnTo>
                    <a:pt x="9407" y="3690"/>
                  </a:lnTo>
                  <a:lnTo>
                    <a:pt x="9166" y="3309"/>
                  </a:lnTo>
                  <a:lnTo>
                    <a:pt x="8905" y="2928"/>
                  </a:lnTo>
                  <a:lnTo>
                    <a:pt x="8644" y="2567"/>
                  </a:lnTo>
                  <a:lnTo>
                    <a:pt x="8384" y="2226"/>
                  </a:lnTo>
                  <a:lnTo>
                    <a:pt x="8123" y="1905"/>
                  </a:lnTo>
                  <a:lnTo>
                    <a:pt x="7862" y="1605"/>
                  </a:lnTo>
                  <a:lnTo>
                    <a:pt x="7602" y="1344"/>
                  </a:lnTo>
                  <a:lnTo>
                    <a:pt x="7341" y="1083"/>
                  </a:lnTo>
                  <a:lnTo>
                    <a:pt x="7080" y="863"/>
                  </a:lnTo>
                  <a:lnTo>
                    <a:pt x="6819" y="662"/>
                  </a:lnTo>
                  <a:lnTo>
                    <a:pt x="6559" y="482"/>
                  </a:lnTo>
                  <a:lnTo>
                    <a:pt x="6298" y="321"/>
                  </a:lnTo>
                  <a:lnTo>
                    <a:pt x="6057" y="201"/>
                  </a:lnTo>
                  <a:lnTo>
                    <a:pt x="5817" y="100"/>
                  </a:lnTo>
                  <a:lnTo>
                    <a:pt x="5616" y="60"/>
                  </a:lnTo>
                  <a:lnTo>
                    <a:pt x="5456" y="20"/>
                  </a:lnTo>
                  <a:lnTo>
                    <a:pt x="52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26"/>
            <p:cNvSpPr/>
            <p:nvPr/>
          </p:nvSpPr>
          <p:spPr>
            <a:xfrm>
              <a:off x="11551625" y="3950975"/>
              <a:ext cx="307875" cy="574575"/>
            </a:xfrm>
            <a:custGeom>
              <a:avLst/>
              <a:gdLst/>
              <a:ahLst/>
              <a:cxnLst/>
              <a:rect l="l" t="t" r="r" b="b"/>
              <a:pathLst>
                <a:path w="12315" h="22983" fill="none" extrusionOk="0">
                  <a:moveTo>
                    <a:pt x="9286" y="21960"/>
                  </a:moveTo>
                  <a:lnTo>
                    <a:pt x="9286" y="21960"/>
                  </a:lnTo>
                  <a:lnTo>
                    <a:pt x="8965" y="22241"/>
                  </a:lnTo>
                  <a:lnTo>
                    <a:pt x="8624" y="22461"/>
                  </a:lnTo>
                  <a:lnTo>
                    <a:pt x="8283" y="22642"/>
                  </a:lnTo>
                  <a:lnTo>
                    <a:pt x="7943" y="22782"/>
                  </a:lnTo>
                  <a:lnTo>
                    <a:pt x="7943" y="22782"/>
                  </a:lnTo>
                  <a:lnTo>
                    <a:pt x="7682" y="22862"/>
                  </a:lnTo>
                  <a:lnTo>
                    <a:pt x="7401" y="22923"/>
                  </a:lnTo>
                  <a:lnTo>
                    <a:pt x="7120" y="22963"/>
                  </a:lnTo>
                  <a:lnTo>
                    <a:pt x="6819" y="22983"/>
                  </a:lnTo>
                  <a:lnTo>
                    <a:pt x="6499" y="22983"/>
                  </a:lnTo>
                  <a:lnTo>
                    <a:pt x="6178" y="22983"/>
                  </a:lnTo>
                  <a:lnTo>
                    <a:pt x="5837" y="22943"/>
                  </a:lnTo>
                  <a:lnTo>
                    <a:pt x="5496" y="22902"/>
                  </a:lnTo>
                  <a:lnTo>
                    <a:pt x="5155" y="22842"/>
                  </a:lnTo>
                  <a:lnTo>
                    <a:pt x="4794" y="22782"/>
                  </a:lnTo>
                  <a:lnTo>
                    <a:pt x="4453" y="22682"/>
                  </a:lnTo>
                  <a:lnTo>
                    <a:pt x="4112" y="22582"/>
                  </a:lnTo>
                  <a:lnTo>
                    <a:pt x="3771" y="22461"/>
                  </a:lnTo>
                  <a:lnTo>
                    <a:pt x="3430" y="22321"/>
                  </a:lnTo>
                  <a:lnTo>
                    <a:pt x="3089" y="22160"/>
                  </a:lnTo>
                  <a:lnTo>
                    <a:pt x="2768" y="22000"/>
                  </a:lnTo>
                  <a:lnTo>
                    <a:pt x="2448" y="21820"/>
                  </a:lnTo>
                  <a:lnTo>
                    <a:pt x="2127" y="21619"/>
                  </a:lnTo>
                  <a:lnTo>
                    <a:pt x="1846" y="21398"/>
                  </a:lnTo>
                  <a:lnTo>
                    <a:pt x="1565" y="21158"/>
                  </a:lnTo>
                  <a:lnTo>
                    <a:pt x="1304" y="20917"/>
                  </a:lnTo>
                  <a:lnTo>
                    <a:pt x="1064" y="20636"/>
                  </a:lnTo>
                  <a:lnTo>
                    <a:pt x="843" y="20356"/>
                  </a:lnTo>
                  <a:lnTo>
                    <a:pt x="643" y="20075"/>
                  </a:lnTo>
                  <a:lnTo>
                    <a:pt x="462" y="19754"/>
                  </a:lnTo>
                  <a:lnTo>
                    <a:pt x="322" y="19433"/>
                  </a:lnTo>
                  <a:lnTo>
                    <a:pt x="201" y="19092"/>
                  </a:lnTo>
                  <a:lnTo>
                    <a:pt x="101" y="18731"/>
                  </a:lnTo>
                  <a:lnTo>
                    <a:pt x="41" y="18350"/>
                  </a:lnTo>
                  <a:lnTo>
                    <a:pt x="1" y="17949"/>
                  </a:lnTo>
                  <a:lnTo>
                    <a:pt x="21" y="17548"/>
                  </a:lnTo>
                  <a:lnTo>
                    <a:pt x="61" y="17127"/>
                  </a:lnTo>
                  <a:lnTo>
                    <a:pt x="61" y="17127"/>
                  </a:lnTo>
                  <a:lnTo>
                    <a:pt x="101" y="16806"/>
                  </a:lnTo>
                  <a:lnTo>
                    <a:pt x="181" y="16485"/>
                  </a:lnTo>
                  <a:lnTo>
                    <a:pt x="262" y="16164"/>
                  </a:lnTo>
                  <a:lnTo>
                    <a:pt x="362" y="15843"/>
                  </a:lnTo>
                  <a:lnTo>
                    <a:pt x="603" y="15202"/>
                  </a:lnTo>
                  <a:lnTo>
                    <a:pt x="883" y="14540"/>
                  </a:lnTo>
                  <a:lnTo>
                    <a:pt x="1204" y="13898"/>
                  </a:lnTo>
                  <a:lnTo>
                    <a:pt x="1545" y="13256"/>
                  </a:lnTo>
                  <a:lnTo>
                    <a:pt x="1926" y="12635"/>
                  </a:lnTo>
                  <a:lnTo>
                    <a:pt x="2307" y="12013"/>
                  </a:lnTo>
                  <a:lnTo>
                    <a:pt x="3069" y="10830"/>
                  </a:lnTo>
                  <a:lnTo>
                    <a:pt x="3771" y="9747"/>
                  </a:lnTo>
                  <a:lnTo>
                    <a:pt x="4092" y="9245"/>
                  </a:lnTo>
                  <a:lnTo>
                    <a:pt x="4373" y="8784"/>
                  </a:lnTo>
                  <a:lnTo>
                    <a:pt x="4593" y="8343"/>
                  </a:lnTo>
                  <a:lnTo>
                    <a:pt x="4774" y="7962"/>
                  </a:lnTo>
                  <a:lnTo>
                    <a:pt x="4774" y="7962"/>
                  </a:lnTo>
                  <a:lnTo>
                    <a:pt x="4834" y="7761"/>
                  </a:lnTo>
                  <a:lnTo>
                    <a:pt x="4874" y="7541"/>
                  </a:lnTo>
                  <a:lnTo>
                    <a:pt x="4914" y="7320"/>
                  </a:lnTo>
                  <a:lnTo>
                    <a:pt x="4934" y="7059"/>
                  </a:lnTo>
                  <a:lnTo>
                    <a:pt x="4954" y="6498"/>
                  </a:lnTo>
                  <a:lnTo>
                    <a:pt x="4914" y="5916"/>
                  </a:lnTo>
                  <a:lnTo>
                    <a:pt x="4874" y="5275"/>
                  </a:lnTo>
                  <a:lnTo>
                    <a:pt x="4794" y="4613"/>
                  </a:lnTo>
                  <a:lnTo>
                    <a:pt x="4634" y="3289"/>
                  </a:lnTo>
                  <a:lnTo>
                    <a:pt x="4553" y="2667"/>
                  </a:lnTo>
                  <a:lnTo>
                    <a:pt x="4513" y="2066"/>
                  </a:lnTo>
                  <a:lnTo>
                    <a:pt x="4473" y="1524"/>
                  </a:lnTo>
                  <a:lnTo>
                    <a:pt x="4493" y="1023"/>
                  </a:lnTo>
                  <a:lnTo>
                    <a:pt x="4513" y="822"/>
                  </a:lnTo>
                  <a:lnTo>
                    <a:pt x="4553" y="622"/>
                  </a:lnTo>
                  <a:lnTo>
                    <a:pt x="4593" y="461"/>
                  </a:lnTo>
                  <a:lnTo>
                    <a:pt x="4674" y="301"/>
                  </a:lnTo>
                  <a:lnTo>
                    <a:pt x="4754" y="181"/>
                  </a:lnTo>
                  <a:lnTo>
                    <a:pt x="4854" y="100"/>
                  </a:lnTo>
                  <a:lnTo>
                    <a:pt x="4954" y="40"/>
                  </a:lnTo>
                  <a:lnTo>
                    <a:pt x="5095" y="20"/>
                  </a:lnTo>
                  <a:lnTo>
                    <a:pt x="5095" y="20"/>
                  </a:lnTo>
                  <a:lnTo>
                    <a:pt x="5275" y="0"/>
                  </a:lnTo>
                  <a:lnTo>
                    <a:pt x="5456" y="20"/>
                  </a:lnTo>
                  <a:lnTo>
                    <a:pt x="5616" y="60"/>
                  </a:lnTo>
                  <a:lnTo>
                    <a:pt x="5817" y="100"/>
                  </a:lnTo>
                  <a:lnTo>
                    <a:pt x="5817" y="100"/>
                  </a:lnTo>
                  <a:lnTo>
                    <a:pt x="6057" y="201"/>
                  </a:lnTo>
                  <a:lnTo>
                    <a:pt x="6298" y="321"/>
                  </a:lnTo>
                  <a:lnTo>
                    <a:pt x="6559" y="482"/>
                  </a:lnTo>
                  <a:lnTo>
                    <a:pt x="6819" y="662"/>
                  </a:lnTo>
                  <a:lnTo>
                    <a:pt x="7080" y="863"/>
                  </a:lnTo>
                  <a:lnTo>
                    <a:pt x="7341" y="1083"/>
                  </a:lnTo>
                  <a:lnTo>
                    <a:pt x="7602" y="1344"/>
                  </a:lnTo>
                  <a:lnTo>
                    <a:pt x="7862" y="1605"/>
                  </a:lnTo>
                  <a:lnTo>
                    <a:pt x="8123" y="1905"/>
                  </a:lnTo>
                  <a:lnTo>
                    <a:pt x="8384" y="2226"/>
                  </a:lnTo>
                  <a:lnTo>
                    <a:pt x="8644" y="2567"/>
                  </a:lnTo>
                  <a:lnTo>
                    <a:pt x="8905" y="2928"/>
                  </a:lnTo>
                  <a:lnTo>
                    <a:pt x="9166" y="3309"/>
                  </a:lnTo>
                  <a:lnTo>
                    <a:pt x="9407" y="3690"/>
                  </a:lnTo>
                  <a:lnTo>
                    <a:pt x="9667" y="4111"/>
                  </a:lnTo>
                  <a:lnTo>
                    <a:pt x="9908" y="4533"/>
                  </a:lnTo>
                  <a:lnTo>
                    <a:pt x="10128" y="4974"/>
                  </a:lnTo>
                  <a:lnTo>
                    <a:pt x="10369" y="5435"/>
                  </a:lnTo>
                  <a:lnTo>
                    <a:pt x="10570" y="5896"/>
                  </a:lnTo>
                  <a:lnTo>
                    <a:pt x="10790" y="6378"/>
                  </a:lnTo>
                  <a:lnTo>
                    <a:pt x="10991" y="6859"/>
                  </a:lnTo>
                  <a:lnTo>
                    <a:pt x="11171" y="7360"/>
                  </a:lnTo>
                  <a:lnTo>
                    <a:pt x="11352" y="7862"/>
                  </a:lnTo>
                  <a:lnTo>
                    <a:pt x="11512" y="8383"/>
                  </a:lnTo>
                  <a:lnTo>
                    <a:pt x="11673" y="8904"/>
                  </a:lnTo>
                  <a:lnTo>
                    <a:pt x="11793" y="9446"/>
                  </a:lnTo>
                  <a:lnTo>
                    <a:pt x="11933" y="9967"/>
                  </a:lnTo>
                  <a:lnTo>
                    <a:pt x="12034" y="10509"/>
                  </a:lnTo>
                  <a:lnTo>
                    <a:pt x="12114" y="11050"/>
                  </a:lnTo>
                  <a:lnTo>
                    <a:pt x="12194" y="11592"/>
                  </a:lnTo>
                  <a:lnTo>
                    <a:pt x="12254" y="12133"/>
                  </a:lnTo>
                  <a:lnTo>
                    <a:pt x="12294" y="12675"/>
                  </a:lnTo>
                  <a:lnTo>
                    <a:pt x="12294" y="12675"/>
                  </a:lnTo>
                  <a:lnTo>
                    <a:pt x="12314" y="13336"/>
                  </a:lnTo>
                  <a:lnTo>
                    <a:pt x="12294" y="14018"/>
                  </a:lnTo>
                  <a:lnTo>
                    <a:pt x="12234" y="14680"/>
                  </a:lnTo>
                  <a:lnTo>
                    <a:pt x="12174" y="15362"/>
                  </a:lnTo>
                  <a:lnTo>
                    <a:pt x="12054" y="16024"/>
                  </a:lnTo>
                  <a:lnTo>
                    <a:pt x="11933" y="16686"/>
                  </a:lnTo>
                  <a:lnTo>
                    <a:pt x="11773" y="17347"/>
                  </a:lnTo>
                  <a:lnTo>
                    <a:pt x="11572" y="17969"/>
                  </a:lnTo>
                  <a:lnTo>
                    <a:pt x="11372" y="18591"/>
                  </a:lnTo>
                  <a:lnTo>
                    <a:pt x="11131" y="19172"/>
                  </a:lnTo>
                  <a:lnTo>
                    <a:pt x="10870" y="19734"/>
                  </a:lnTo>
                  <a:lnTo>
                    <a:pt x="10590" y="20255"/>
                  </a:lnTo>
                  <a:lnTo>
                    <a:pt x="10289" y="20737"/>
                  </a:lnTo>
                  <a:lnTo>
                    <a:pt x="9968" y="21198"/>
                  </a:lnTo>
                  <a:lnTo>
                    <a:pt x="9627" y="21599"/>
                  </a:lnTo>
                  <a:lnTo>
                    <a:pt x="9286" y="219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26"/>
            <p:cNvSpPr/>
            <p:nvPr/>
          </p:nvSpPr>
          <p:spPr>
            <a:xfrm>
              <a:off x="11701550" y="3965000"/>
              <a:ext cx="121850" cy="521450"/>
            </a:xfrm>
            <a:custGeom>
              <a:avLst/>
              <a:gdLst/>
              <a:ahLst/>
              <a:cxnLst/>
              <a:rect l="l" t="t" r="r" b="b"/>
              <a:pathLst>
                <a:path w="4874" h="20858" extrusionOk="0">
                  <a:moveTo>
                    <a:pt x="181" y="1"/>
                  </a:moveTo>
                  <a:lnTo>
                    <a:pt x="0" y="141"/>
                  </a:lnTo>
                  <a:lnTo>
                    <a:pt x="281" y="382"/>
                  </a:lnTo>
                  <a:lnTo>
                    <a:pt x="562" y="663"/>
                  </a:lnTo>
                  <a:lnTo>
                    <a:pt x="843" y="943"/>
                  </a:lnTo>
                  <a:lnTo>
                    <a:pt x="1083" y="1264"/>
                  </a:lnTo>
                  <a:lnTo>
                    <a:pt x="1324" y="1585"/>
                  </a:lnTo>
                  <a:lnTo>
                    <a:pt x="1544" y="1906"/>
                  </a:lnTo>
                  <a:lnTo>
                    <a:pt x="1765" y="2247"/>
                  </a:lnTo>
                  <a:lnTo>
                    <a:pt x="1966" y="2588"/>
                  </a:lnTo>
                  <a:lnTo>
                    <a:pt x="1444" y="2889"/>
                  </a:lnTo>
                  <a:lnTo>
                    <a:pt x="1404" y="2909"/>
                  </a:lnTo>
                  <a:lnTo>
                    <a:pt x="1404" y="2949"/>
                  </a:lnTo>
                  <a:lnTo>
                    <a:pt x="1424" y="2989"/>
                  </a:lnTo>
                  <a:lnTo>
                    <a:pt x="1464" y="3009"/>
                  </a:lnTo>
                  <a:lnTo>
                    <a:pt x="1484" y="2989"/>
                  </a:lnTo>
                  <a:lnTo>
                    <a:pt x="2066" y="2768"/>
                  </a:lnTo>
                  <a:lnTo>
                    <a:pt x="2307" y="3250"/>
                  </a:lnTo>
                  <a:lnTo>
                    <a:pt x="2527" y="3731"/>
                  </a:lnTo>
                  <a:lnTo>
                    <a:pt x="2728" y="4212"/>
                  </a:lnTo>
                  <a:lnTo>
                    <a:pt x="2908" y="4693"/>
                  </a:lnTo>
                  <a:lnTo>
                    <a:pt x="3129" y="5375"/>
                  </a:lnTo>
                  <a:lnTo>
                    <a:pt x="3309" y="6057"/>
                  </a:lnTo>
                  <a:lnTo>
                    <a:pt x="3470" y="6739"/>
                  </a:lnTo>
                  <a:lnTo>
                    <a:pt x="3590" y="7441"/>
                  </a:lnTo>
                  <a:lnTo>
                    <a:pt x="3670" y="8143"/>
                  </a:lnTo>
                  <a:lnTo>
                    <a:pt x="3730" y="8845"/>
                  </a:lnTo>
                  <a:lnTo>
                    <a:pt x="3750" y="9547"/>
                  </a:lnTo>
                  <a:lnTo>
                    <a:pt x="3750" y="10249"/>
                  </a:lnTo>
                  <a:lnTo>
                    <a:pt x="3590" y="10229"/>
                  </a:lnTo>
                  <a:lnTo>
                    <a:pt x="3550" y="10249"/>
                  </a:lnTo>
                  <a:lnTo>
                    <a:pt x="3530" y="10289"/>
                  </a:lnTo>
                  <a:lnTo>
                    <a:pt x="3530" y="10309"/>
                  </a:lnTo>
                  <a:lnTo>
                    <a:pt x="3570" y="10329"/>
                  </a:lnTo>
                  <a:lnTo>
                    <a:pt x="3750" y="10389"/>
                  </a:lnTo>
                  <a:lnTo>
                    <a:pt x="3710" y="11051"/>
                  </a:lnTo>
                  <a:lnTo>
                    <a:pt x="3269" y="11071"/>
                  </a:lnTo>
                  <a:lnTo>
                    <a:pt x="3249" y="11071"/>
                  </a:lnTo>
                  <a:lnTo>
                    <a:pt x="3209" y="11091"/>
                  </a:lnTo>
                  <a:lnTo>
                    <a:pt x="3209" y="11131"/>
                  </a:lnTo>
                  <a:lnTo>
                    <a:pt x="3209" y="11171"/>
                  </a:lnTo>
                  <a:lnTo>
                    <a:pt x="3249" y="11191"/>
                  </a:lnTo>
                  <a:lnTo>
                    <a:pt x="3690" y="11231"/>
                  </a:lnTo>
                  <a:lnTo>
                    <a:pt x="3650" y="11733"/>
                  </a:lnTo>
                  <a:lnTo>
                    <a:pt x="3590" y="12234"/>
                  </a:lnTo>
                  <a:lnTo>
                    <a:pt x="3510" y="12735"/>
                  </a:lnTo>
                  <a:lnTo>
                    <a:pt x="3430" y="13217"/>
                  </a:lnTo>
                  <a:lnTo>
                    <a:pt x="3329" y="13718"/>
                  </a:lnTo>
                  <a:lnTo>
                    <a:pt x="3209" y="14199"/>
                  </a:lnTo>
                  <a:lnTo>
                    <a:pt x="3089" y="14681"/>
                  </a:lnTo>
                  <a:lnTo>
                    <a:pt x="2948" y="15162"/>
                  </a:lnTo>
                  <a:lnTo>
                    <a:pt x="2627" y="16125"/>
                  </a:lnTo>
                  <a:lnTo>
                    <a:pt x="2286" y="17067"/>
                  </a:lnTo>
                  <a:lnTo>
                    <a:pt x="1885" y="17990"/>
                  </a:lnTo>
                  <a:lnTo>
                    <a:pt x="1464" y="18912"/>
                  </a:lnTo>
                  <a:lnTo>
                    <a:pt x="1224" y="18872"/>
                  </a:lnTo>
                  <a:lnTo>
                    <a:pt x="1183" y="18872"/>
                  </a:lnTo>
                  <a:lnTo>
                    <a:pt x="1163" y="18912"/>
                  </a:lnTo>
                  <a:lnTo>
                    <a:pt x="1163" y="18952"/>
                  </a:lnTo>
                  <a:lnTo>
                    <a:pt x="1204" y="18972"/>
                  </a:lnTo>
                  <a:lnTo>
                    <a:pt x="1404" y="19032"/>
                  </a:lnTo>
                  <a:lnTo>
                    <a:pt x="1224" y="19414"/>
                  </a:lnTo>
                  <a:lnTo>
                    <a:pt x="843" y="19293"/>
                  </a:lnTo>
                  <a:lnTo>
                    <a:pt x="822" y="19273"/>
                  </a:lnTo>
                  <a:lnTo>
                    <a:pt x="802" y="19293"/>
                  </a:lnTo>
                  <a:lnTo>
                    <a:pt x="782" y="19333"/>
                  </a:lnTo>
                  <a:lnTo>
                    <a:pt x="782" y="19353"/>
                  </a:lnTo>
                  <a:lnTo>
                    <a:pt x="822" y="19393"/>
                  </a:lnTo>
                  <a:lnTo>
                    <a:pt x="1163" y="19534"/>
                  </a:lnTo>
                  <a:lnTo>
                    <a:pt x="843" y="20156"/>
                  </a:lnTo>
                  <a:lnTo>
                    <a:pt x="502" y="20777"/>
                  </a:lnTo>
                  <a:lnTo>
                    <a:pt x="662" y="20857"/>
                  </a:lnTo>
                  <a:lnTo>
                    <a:pt x="1003" y="20256"/>
                  </a:lnTo>
                  <a:lnTo>
                    <a:pt x="1344" y="19634"/>
                  </a:lnTo>
                  <a:lnTo>
                    <a:pt x="1765" y="19855"/>
                  </a:lnTo>
                  <a:lnTo>
                    <a:pt x="1986" y="19975"/>
                  </a:lnTo>
                  <a:lnTo>
                    <a:pt x="2186" y="20075"/>
                  </a:lnTo>
                  <a:lnTo>
                    <a:pt x="2226" y="20075"/>
                  </a:lnTo>
                  <a:lnTo>
                    <a:pt x="2246" y="20055"/>
                  </a:lnTo>
                  <a:lnTo>
                    <a:pt x="2266" y="20035"/>
                  </a:lnTo>
                  <a:lnTo>
                    <a:pt x="2286" y="19995"/>
                  </a:lnTo>
                  <a:lnTo>
                    <a:pt x="2266" y="19955"/>
                  </a:lnTo>
                  <a:lnTo>
                    <a:pt x="2086" y="19815"/>
                  </a:lnTo>
                  <a:lnTo>
                    <a:pt x="1865" y="19674"/>
                  </a:lnTo>
                  <a:lnTo>
                    <a:pt x="1645" y="19574"/>
                  </a:lnTo>
                  <a:lnTo>
                    <a:pt x="1424" y="19474"/>
                  </a:lnTo>
                  <a:lnTo>
                    <a:pt x="1625" y="19113"/>
                  </a:lnTo>
                  <a:lnTo>
                    <a:pt x="2347" y="19393"/>
                  </a:lnTo>
                  <a:lnTo>
                    <a:pt x="2387" y="19393"/>
                  </a:lnTo>
                  <a:lnTo>
                    <a:pt x="2427" y="19373"/>
                  </a:lnTo>
                  <a:lnTo>
                    <a:pt x="2467" y="19313"/>
                  </a:lnTo>
                  <a:lnTo>
                    <a:pt x="2467" y="19253"/>
                  </a:lnTo>
                  <a:lnTo>
                    <a:pt x="2447" y="19233"/>
                  </a:lnTo>
                  <a:lnTo>
                    <a:pt x="2427" y="19213"/>
                  </a:lnTo>
                  <a:lnTo>
                    <a:pt x="2246" y="19133"/>
                  </a:lnTo>
                  <a:lnTo>
                    <a:pt x="2066" y="19073"/>
                  </a:lnTo>
                  <a:lnTo>
                    <a:pt x="1705" y="18952"/>
                  </a:lnTo>
                  <a:lnTo>
                    <a:pt x="2146" y="18050"/>
                  </a:lnTo>
                  <a:lnTo>
                    <a:pt x="2547" y="17107"/>
                  </a:lnTo>
                  <a:lnTo>
                    <a:pt x="2908" y="16165"/>
                  </a:lnTo>
                  <a:lnTo>
                    <a:pt x="3229" y="15202"/>
                  </a:lnTo>
                  <a:lnTo>
                    <a:pt x="3369" y="14721"/>
                  </a:lnTo>
                  <a:lnTo>
                    <a:pt x="3510" y="14239"/>
                  </a:lnTo>
                  <a:lnTo>
                    <a:pt x="3630" y="13738"/>
                  </a:lnTo>
                  <a:lnTo>
                    <a:pt x="3730" y="13257"/>
                  </a:lnTo>
                  <a:lnTo>
                    <a:pt x="3831" y="12755"/>
                  </a:lnTo>
                  <a:lnTo>
                    <a:pt x="3911" y="12254"/>
                  </a:lnTo>
                  <a:lnTo>
                    <a:pt x="3971" y="11753"/>
                  </a:lnTo>
                  <a:lnTo>
                    <a:pt x="4031" y="11251"/>
                  </a:lnTo>
                  <a:lnTo>
                    <a:pt x="4212" y="11251"/>
                  </a:lnTo>
                  <a:lnTo>
                    <a:pt x="4513" y="11231"/>
                  </a:lnTo>
                  <a:lnTo>
                    <a:pt x="4813" y="11191"/>
                  </a:lnTo>
                  <a:lnTo>
                    <a:pt x="4853" y="11171"/>
                  </a:lnTo>
                  <a:lnTo>
                    <a:pt x="4873" y="11151"/>
                  </a:lnTo>
                  <a:lnTo>
                    <a:pt x="4873" y="11091"/>
                  </a:lnTo>
                  <a:lnTo>
                    <a:pt x="4853" y="11031"/>
                  </a:lnTo>
                  <a:lnTo>
                    <a:pt x="4813" y="11031"/>
                  </a:lnTo>
                  <a:lnTo>
                    <a:pt x="4793" y="11011"/>
                  </a:lnTo>
                  <a:lnTo>
                    <a:pt x="4292" y="11011"/>
                  </a:lnTo>
                  <a:lnTo>
                    <a:pt x="4051" y="11031"/>
                  </a:lnTo>
                  <a:lnTo>
                    <a:pt x="4071" y="10489"/>
                  </a:lnTo>
                  <a:lnTo>
                    <a:pt x="4332" y="10549"/>
                  </a:lnTo>
                  <a:lnTo>
                    <a:pt x="4593" y="10590"/>
                  </a:lnTo>
                  <a:lnTo>
                    <a:pt x="4633" y="10569"/>
                  </a:lnTo>
                  <a:lnTo>
                    <a:pt x="4653" y="10549"/>
                  </a:lnTo>
                  <a:lnTo>
                    <a:pt x="4673" y="10509"/>
                  </a:lnTo>
                  <a:lnTo>
                    <a:pt x="4673" y="10449"/>
                  </a:lnTo>
                  <a:lnTo>
                    <a:pt x="4613" y="10409"/>
                  </a:lnTo>
                  <a:lnTo>
                    <a:pt x="4492" y="10369"/>
                  </a:lnTo>
                  <a:lnTo>
                    <a:pt x="4372" y="10329"/>
                  </a:lnTo>
                  <a:lnTo>
                    <a:pt x="4091" y="10289"/>
                  </a:lnTo>
                  <a:lnTo>
                    <a:pt x="4091" y="9627"/>
                  </a:lnTo>
                  <a:lnTo>
                    <a:pt x="4071" y="8885"/>
                  </a:lnTo>
                  <a:lnTo>
                    <a:pt x="4011" y="8143"/>
                  </a:lnTo>
                  <a:lnTo>
                    <a:pt x="3911" y="7401"/>
                  </a:lnTo>
                  <a:lnTo>
                    <a:pt x="3791" y="6659"/>
                  </a:lnTo>
                  <a:lnTo>
                    <a:pt x="3610" y="5917"/>
                  </a:lnTo>
                  <a:lnTo>
                    <a:pt x="3410" y="5195"/>
                  </a:lnTo>
                  <a:lnTo>
                    <a:pt x="3169" y="4493"/>
                  </a:lnTo>
                  <a:lnTo>
                    <a:pt x="2888" y="3791"/>
                  </a:lnTo>
                  <a:lnTo>
                    <a:pt x="2627" y="3230"/>
                  </a:lnTo>
                  <a:lnTo>
                    <a:pt x="2327" y="2648"/>
                  </a:lnTo>
                  <a:lnTo>
                    <a:pt x="2667" y="2487"/>
                  </a:lnTo>
                  <a:lnTo>
                    <a:pt x="2688" y="2447"/>
                  </a:lnTo>
                  <a:lnTo>
                    <a:pt x="2708" y="2427"/>
                  </a:lnTo>
                  <a:lnTo>
                    <a:pt x="2708" y="2367"/>
                  </a:lnTo>
                  <a:lnTo>
                    <a:pt x="2667" y="2307"/>
                  </a:lnTo>
                  <a:lnTo>
                    <a:pt x="2647" y="2287"/>
                  </a:lnTo>
                  <a:lnTo>
                    <a:pt x="2587" y="2287"/>
                  </a:lnTo>
                  <a:lnTo>
                    <a:pt x="2226" y="2447"/>
                  </a:lnTo>
                  <a:lnTo>
                    <a:pt x="2026" y="2106"/>
                  </a:lnTo>
                  <a:lnTo>
                    <a:pt x="1805" y="1745"/>
                  </a:lnTo>
                  <a:lnTo>
                    <a:pt x="1564" y="1425"/>
                  </a:lnTo>
                  <a:lnTo>
                    <a:pt x="1324" y="1104"/>
                  </a:lnTo>
                  <a:lnTo>
                    <a:pt x="1063" y="783"/>
                  </a:lnTo>
                  <a:lnTo>
                    <a:pt x="782" y="502"/>
                  </a:lnTo>
                  <a:lnTo>
                    <a:pt x="482" y="241"/>
                  </a:lnTo>
                  <a:lnTo>
                    <a:pt x="18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26"/>
            <p:cNvSpPr/>
            <p:nvPr/>
          </p:nvSpPr>
          <p:spPr>
            <a:xfrm>
              <a:off x="11551625" y="3973025"/>
              <a:ext cx="232175" cy="552525"/>
            </a:xfrm>
            <a:custGeom>
              <a:avLst/>
              <a:gdLst/>
              <a:ahLst/>
              <a:cxnLst/>
              <a:rect l="l" t="t" r="r" b="b"/>
              <a:pathLst>
                <a:path w="9287" h="22101" extrusionOk="0">
                  <a:moveTo>
                    <a:pt x="5757" y="1"/>
                  </a:moveTo>
                  <a:lnTo>
                    <a:pt x="5135" y="422"/>
                  </a:lnTo>
                  <a:lnTo>
                    <a:pt x="4493" y="823"/>
                  </a:lnTo>
                  <a:lnTo>
                    <a:pt x="4513" y="1384"/>
                  </a:lnTo>
                  <a:lnTo>
                    <a:pt x="4573" y="1986"/>
                  </a:lnTo>
                  <a:lnTo>
                    <a:pt x="4734" y="3269"/>
                  </a:lnTo>
                  <a:lnTo>
                    <a:pt x="4814" y="3911"/>
                  </a:lnTo>
                  <a:lnTo>
                    <a:pt x="4894" y="4573"/>
                  </a:lnTo>
                  <a:lnTo>
                    <a:pt x="4934" y="5195"/>
                  </a:lnTo>
                  <a:lnTo>
                    <a:pt x="4954" y="5776"/>
                  </a:lnTo>
                  <a:lnTo>
                    <a:pt x="4934" y="6137"/>
                  </a:lnTo>
                  <a:lnTo>
                    <a:pt x="4914" y="6498"/>
                  </a:lnTo>
                  <a:lnTo>
                    <a:pt x="4854" y="6799"/>
                  </a:lnTo>
                  <a:lnTo>
                    <a:pt x="4774" y="7080"/>
                  </a:lnTo>
                  <a:lnTo>
                    <a:pt x="4593" y="7461"/>
                  </a:lnTo>
                  <a:lnTo>
                    <a:pt x="4373" y="7902"/>
                  </a:lnTo>
                  <a:lnTo>
                    <a:pt x="4092" y="8363"/>
                  </a:lnTo>
                  <a:lnTo>
                    <a:pt x="3771" y="8865"/>
                  </a:lnTo>
                  <a:lnTo>
                    <a:pt x="3069" y="9948"/>
                  </a:lnTo>
                  <a:lnTo>
                    <a:pt x="2307" y="11131"/>
                  </a:lnTo>
                  <a:lnTo>
                    <a:pt x="1926" y="11753"/>
                  </a:lnTo>
                  <a:lnTo>
                    <a:pt x="1545" y="12374"/>
                  </a:lnTo>
                  <a:lnTo>
                    <a:pt x="1204" y="13016"/>
                  </a:lnTo>
                  <a:lnTo>
                    <a:pt x="883" y="13658"/>
                  </a:lnTo>
                  <a:lnTo>
                    <a:pt x="603" y="14320"/>
                  </a:lnTo>
                  <a:lnTo>
                    <a:pt x="362" y="14961"/>
                  </a:lnTo>
                  <a:lnTo>
                    <a:pt x="262" y="15282"/>
                  </a:lnTo>
                  <a:lnTo>
                    <a:pt x="181" y="15603"/>
                  </a:lnTo>
                  <a:lnTo>
                    <a:pt x="101" y="15924"/>
                  </a:lnTo>
                  <a:lnTo>
                    <a:pt x="61" y="16245"/>
                  </a:lnTo>
                  <a:lnTo>
                    <a:pt x="21" y="16606"/>
                  </a:lnTo>
                  <a:lnTo>
                    <a:pt x="1" y="16947"/>
                  </a:lnTo>
                  <a:lnTo>
                    <a:pt x="21" y="17268"/>
                  </a:lnTo>
                  <a:lnTo>
                    <a:pt x="41" y="17568"/>
                  </a:lnTo>
                  <a:lnTo>
                    <a:pt x="101" y="17869"/>
                  </a:lnTo>
                  <a:lnTo>
                    <a:pt x="181" y="18150"/>
                  </a:lnTo>
                  <a:lnTo>
                    <a:pt x="262" y="18431"/>
                  </a:lnTo>
                  <a:lnTo>
                    <a:pt x="382" y="18691"/>
                  </a:lnTo>
                  <a:lnTo>
                    <a:pt x="502" y="18952"/>
                  </a:lnTo>
                  <a:lnTo>
                    <a:pt x="643" y="19193"/>
                  </a:lnTo>
                  <a:lnTo>
                    <a:pt x="803" y="19433"/>
                  </a:lnTo>
                  <a:lnTo>
                    <a:pt x="964" y="19654"/>
                  </a:lnTo>
                  <a:lnTo>
                    <a:pt x="1164" y="19875"/>
                  </a:lnTo>
                  <a:lnTo>
                    <a:pt x="1345" y="20075"/>
                  </a:lnTo>
                  <a:lnTo>
                    <a:pt x="1565" y="20276"/>
                  </a:lnTo>
                  <a:lnTo>
                    <a:pt x="1786" y="20456"/>
                  </a:lnTo>
                  <a:lnTo>
                    <a:pt x="2006" y="20637"/>
                  </a:lnTo>
                  <a:lnTo>
                    <a:pt x="2247" y="20797"/>
                  </a:lnTo>
                  <a:lnTo>
                    <a:pt x="2488" y="20958"/>
                  </a:lnTo>
                  <a:lnTo>
                    <a:pt x="2748" y="21098"/>
                  </a:lnTo>
                  <a:lnTo>
                    <a:pt x="3270" y="21379"/>
                  </a:lnTo>
                  <a:lnTo>
                    <a:pt x="3811" y="21599"/>
                  </a:lnTo>
                  <a:lnTo>
                    <a:pt x="4353" y="21780"/>
                  </a:lnTo>
                  <a:lnTo>
                    <a:pt x="4914" y="21920"/>
                  </a:lnTo>
                  <a:lnTo>
                    <a:pt x="5456" y="22020"/>
                  </a:lnTo>
                  <a:lnTo>
                    <a:pt x="5997" y="22081"/>
                  </a:lnTo>
                  <a:lnTo>
                    <a:pt x="6519" y="22101"/>
                  </a:lnTo>
                  <a:lnTo>
                    <a:pt x="6900" y="22081"/>
                  </a:lnTo>
                  <a:lnTo>
                    <a:pt x="7281" y="22061"/>
                  </a:lnTo>
                  <a:lnTo>
                    <a:pt x="7622" y="22000"/>
                  </a:lnTo>
                  <a:lnTo>
                    <a:pt x="7943" y="21900"/>
                  </a:lnTo>
                  <a:lnTo>
                    <a:pt x="8283" y="21760"/>
                  </a:lnTo>
                  <a:lnTo>
                    <a:pt x="8624" y="21579"/>
                  </a:lnTo>
                  <a:lnTo>
                    <a:pt x="8965" y="21359"/>
                  </a:lnTo>
                  <a:lnTo>
                    <a:pt x="9286" y="21078"/>
                  </a:lnTo>
                  <a:lnTo>
                    <a:pt x="8905" y="21078"/>
                  </a:lnTo>
                  <a:lnTo>
                    <a:pt x="8564" y="21058"/>
                  </a:lnTo>
                  <a:lnTo>
                    <a:pt x="8243" y="21018"/>
                  </a:lnTo>
                  <a:lnTo>
                    <a:pt x="7922" y="20958"/>
                  </a:lnTo>
                  <a:lnTo>
                    <a:pt x="7602" y="20877"/>
                  </a:lnTo>
                  <a:lnTo>
                    <a:pt x="7281" y="20777"/>
                  </a:lnTo>
                  <a:lnTo>
                    <a:pt x="6960" y="20657"/>
                  </a:lnTo>
                  <a:lnTo>
                    <a:pt x="6659" y="20536"/>
                  </a:lnTo>
                  <a:lnTo>
                    <a:pt x="6057" y="21499"/>
                  </a:lnTo>
                  <a:lnTo>
                    <a:pt x="6017" y="21519"/>
                  </a:lnTo>
                  <a:lnTo>
                    <a:pt x="5997" y="21539"/>
                  </a:lnTo>
                  <a:lnTo>
                    <a:pt x="5957" y="21519"/>
                  </a:lnTo>
                  <a:lnTo>
                    <a:pt x="5917" y="21499"/>
                  </a:lnTo>
                  <a:lnTo>
                    <a:pt x="5917" y="21459"/>
                  </a:lnTo>
                  <a:lnTo>
                    <a:pt x="5917" y="21419"/>
                  </a:lnTo>
                  <a:lnTo>
                    <a:pt x="6499" y="20456"/>
                  </a:lnTo>
                  <a:lnTo>
                    <a:pt x="6438" y="20416"/>
                  </a:lnTo>
                  <a:lnTo>
                    <a:pt x="6198" y="20296"/>
                  </a:lnTo>
                  <a:lnTo>
                    <a:pt x="5977" y="20135"/>
                  </a:lnTo>
                  <a:lnTo>
                    <a:pt x="5757" y="19995"/>
                  </a:lnTo>
                  <a:lnTo>
                    <a:pt x="5556" y="19835"/>
                  </a:lnTo>
                  <a:lnTo>
                    <a:pt x="5355" y="19654"/>
                  </a:lnTo>
                  <a:lnTo>
                    <a:pt x="5195" y="19474"/>
                  </a:lnTo>
                  <a:lnTo>
                    <a:pt x="5035" y="19293"/>
                  </a:lnTo>
                  <a:lnTo>
                    <a:pt x="4874" y="19113"/>
                  </a:lnTo>
                  <a:lnTo>
                    <a:pt x="4754" y="18912"/>
                  </a:lnTo>
                  <a:lnTo>
                    <a:pt x="4634" y="18711"/>
                  </a:lnTo>
                  <a:lnTo>
                    <a:pt x="4513" y="18511"/>
                  </a:lnTo>
                  <a:lnTo>
                    <a:pt x="4413" y="18290"/>
                  </a:lnTo>
                  <a:lnTo>
                    <a:pt x="4333" y="18070"/>
                  </a:lnTo>
                  <a:lnTo>
                    <a:pt x="4273" y="17849"/>
                  </a:lnTo>
                  <a:lnTo>
                    <a:pt x="4152" y="17388"/>
                  </a:lnTo>
                  <a:lnTo>
                    <a:pt x="4092" y="16927"/>
                  </a:lnTo>
                  <a:lnTo>
                    <a:pt x="4052" y="16445"/>
                  </a:lnTo>
                  <a:lnTo>
                    <a:pt x="4072" y="15964"/>
                  </a:lnTo>
                  <a:lnTo>
                    <a:pt x="4112" y="15463"/>
                  </a:lnTo>
                  <a:lnTo>
                    <a:pt x="4192" y="14961"/>
                  </a:lnTo>
                  <a:lnTo>
                    <a:pt x="4313" y="14480"/>
                  </a:lnTo>
                  <a:lnTo>
                    <a:pt x="4453" y="13979"/>
                  </a:lnTo>
                  <a:lnTo>
                    <a:pt x="4613" y="13497"/>
                  </a:lnTo>
                  <a:lnTo>
                    <a:pt x="4974" y="12615"/>
                  </a:lnTo>
                  <a:lnTo>
                    <a:pt x="5335" y="11753"/>
                  </a:lnTo>
                  <a:lnTo>
                    <a:pt x="5696" y="10890"/>
                  </a:lnTo>
                  <a:lnTo>
                    <a:pt x="6017" y="10028"/>
                  </a:lnTo>
                  <a:lnTo>
                    <a:pt x="6338" y="9166"/>
                  </a:lnTo>
                  <a:lnTo>
                    <a:pt x="6458" y="8724"/>
                  </a:lnTo>
                  <a:lnTo>
                    <a:pt x="6579" y="8263"/>
                  </a:lnTo>
                  <a:lnTo>
                    <a:pt x="6679" y="7822"/>
                  </a:lnTo>
                  <a:lnTo>
                    <a:pt x="6779" y="7361"/>
                  </a:lnTo>
                  <a:lnTo>
                    <a:pt x="6840" y="6879"/>
                  </a:lnTo>
                  <a:lnTo>
                    <a:pt x="6880" y="6418"/>
                  </a:lnTo>
                  <a:lnTo>
                    <a:pt x="6900" y="5957"/>
                  </a:lnTo>
                  <a:lnTo>
                    <a:pt x="6900" y="5496"/>
                  </a:lnTo>
                  <a:lnTo>
                    <a:pt x="6880" y="5034"/>
                  </a:lnTo>
                  <a:lnTo>
                    <a:pt x="6840" y="4573"/>
                  </a:lnTo>
                  <a:lnTo>
                    <a:pt x="6779" y="4132"/>
                  </a:lnTo>
                  <a:lnTo>
                    <a:pt x="6699" y="3671"/>
                  </a:lnTo>
                  <a:lnTo>
                    <a:pt x="6579" y="3229"/>
                  </a:lnTo>
                  <a:lnTo>
                    <a:pt x="6458" y="2788"/>
                  </a:lnTo>
                  <a:lnTo>
                    <a:pt x="6218" y="2106"/>
                  </a:lnTo>
                  <a:lnTo>
                    <a:pt x="5997" y="1404"/>
                  </a:lnTo>
                  <a:lnTo>
                    <a:pt x="5917" y="1063"/>
                  </a:lnTo>
                  <a:lnTo>
                    <a:pt x="5837" y="703"/>
                  </a:lnTo>
                  <a:lnTo>
                    <a:pt x="5777" y="362"/>
                  </a:lnTo>
                  <a:lnTo>
                    <a:pt x="575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26"/>
            <p:cNvSpPr/>
            <p:nvPr/>
          </p:nvSpPr>
          <p:spPr>
            <a:xfrm>
              <a:off x="11699550" y="4484425"/>
              <a:ext cx="18575" cy="27100"/>
            </a:xfrm>
            <a:custGeom>
              <a:avLst/>
              <a:gdLst/>
              <a:ahLst/>
              <a:cxnLst/>
              <a:rect l="l" t="t" r="r" b="b"/>
              <a:pathLst>
                <a:path w="743" h="1084" extrusionOk="0">
                  <a:moveTo>
                    <a:pt x="582" y="0"/>
                  </a:moveTo>
                  <a:lnTo>
                    <a:pt x="0" y="963"/>
                  </a:lnTo>
                  <a:lnTo>
                    <a:pt x="0" y="1003"/>
                  </a:lnTo>
                  <a:lnTo>
                    <a:pt x="0" y="1043"/>
                  </a:lnTo>
                  <a:lnTo>
                    <a:pt x="40" y="1063"/>
                  </a:lnTo>
                  <a:lnTo>
                    <a:pt x="80" y="1083"/>
                  </a:lnTo>
                  <a:lnTo>
                    <a:pt x="100" y="1063"/>
                  </a:lnTo>
                  <a:lnTo>
                    <a:pt x="140" y="1043"/>
                  </a:lnTo>
                  <a:lnTo>
                    <a:pt x="742" y="80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26"/>
            <p:cNvSpPr/>
            <p:nvPr/>
          </p:nvSpPr>
          <p:spPr>
            <a:xfrm>
              <a:off x="10942475" y="3194900"/>
              <a:ext cx="315400" cy="322425"/>
            </a:xfrm>
            <a:custGeom>
              <a:avLst/>
              <a:gdLst/>
              <a:ahLst/>
              <a:cxnLst/>
              <a:rect l="l" t="t" r="r" b="b"/>
              <a:pathLst>
                <a:path w="12616" h="12897" extrusionOk="0">
                  <a:moveTo>
                    <a:pt x="6599" y="1"/>
                  </a:moveTo>
                  <a:lnTo>
                    <a:pt x="6137" y="41"/>
                  </a:lnTo>
                  <a:lnTo>
                    <a:pt x="5676" y="121"/>
                  </a:lnTo>
                  <a:lnTo>
                    <a:pt x="5195" y="242"/>
                  </a:lnTo>
                  <a:lnTo>
                    <a:pt x="4673" y="422"/>
                  </a:lnTo>
                  <a:lnTo>
                    <a:pt x="4172" y="623"/>
                  </a:lnTo>
                  <a:lnTo>
                    <a:pt x="3691" y="883"/>
                  </a:lnTo>
                  <a:lnTo>
                    <a:pt x="3209" y="1164"/>
                  </a:lnTo>
                  <a:lnTo>
                    <a:pt x="2768" y="1465"/>
                  </a:lnTo>
                  <a:lnTo>
                    <a:pt x="2367" y="1826"/>
                  </a:lnTo>
                  <a:lnTo>
                    <a:pt x="1966" y="2187"/>
                  </a:lnTo>
                  <a:lnTo>
                    <a:pt x="1605" y="2588"/>
                  </a:lnTo>
                  <a:lnTo>
                    <a:pt x="1284" y="2989"/>
                  </a:lnTo>
                  <a:lnTo>
                    <a:pt x="983" y="3430"/>
                  </a:lnTo>
                  <a:lnTo>
                    <a:pt x="723" y="3871"/>
                  </a:lnTo>
                  <a:lnTo>
                    <a:pt x="502" y="4353"/>
                  </a:lnTo>
                  <a:lnTo>
                    <a:pt x="302" y="4814"/>
                  </a:lnTo>
                  <a:lnTo>
                    <a:pt x="161" y="5315"/>
                  </a:lnTo>
                  <a:lnTo>
                    <a:pt x="61" y="5797"/>
                  </a:lnTo>
                  <a:lnTo>
                    <a:pt x="1" y="6298"/>
                  </a:lnTo>
                  <a:lnTo>
                    <a:pt x="1" y="6659"/>
                  </a:lnTo>
                  <a:lnTo>
                    <a:pt x="1" y="7020"/>
                  </a:lnTo>
                  <a:lnTo>
                    <a:pt x="21" y="7381"/>
                  </a:lnTo>
                  <a:lnTo>
                    <a:pt x="41" y="7722"/>
                  </a:lnTo>
                  <a:lnTo>
                    <a:pt x="101" y="8063"/>
                  </a:lnTo>
                  <a:lnTo>
                    <a:pt x="181" y="8404"/>
                  </a:lnTo>
                  <a:lnTo>
                    <a:pt x="261" y="8725"/>
                  </a:lnTo>
                  <a:lnTo>
                    <a:pt x="362" y="9046"/>
                  </a:lnTo>
                  <a:lnTo>
                    <a:pt x="482" y="9366"/>
                  </a:lnTo>
                  <a:lnTo>
                    <a:pt x="622" y="9667"/>
                  </a:lnTo>
                  <a:lnTo>
                    <a:pt x="763" y="9948"/>
                  </a:lnTo>
                  <a:lnTo>
                    <a:pt x="923" y="10249"/>
                  </a:lnTo>
                  <a:lnTo>
                    <a:pt x="1104" y="10510"/>
                  </a:lnTo>
                  <a:lnTo>
                    <a:pt x="1304" y="10770"/>
                  </a:lnTo>
                  <a:lnTo>
                    <a:pt x="1505" y="11011"/>
                  </a:lnTo>
                  <a:lnTo>
                    <a:pt x="1725" y="11252"/>
                  </a:lnTo>
                  <a:lnTo>
                    <a:pt x="1966" y="11472"/>
                  </a:lnTo>
                  <a:lnTo>
                    <a:pt x="2207" y="11673"/>
                  </a:lnTo>
                  <a:lnTo>
                    <a:pt x="2467" y="11873"/>
                  </a:lnTo>
                  <a:lnTo>
                    <a:pt x="2748" y="12054"/>
                  </a:lnTo>
                  <a:lnTo>
                    <a:pt x="3029" y="12214"/>
                  </a:lnTo>
                  <a:lnTo>
                    <a:pt x="3330" y="12355"/>
                  </a:lnTo>
                  <a:lnTo>
                    <a:pt x="3631" y="12495"/>
                  </a:lnTo>
                  <a:lnTo>
                    <a:pt x="3951" y="12595"/>
                  </a:lnTo>
                  <a:lnTo>
                    <a:pt x="4292" y="12695"/>
                  </a:lnTo>
                  <a:lnTo>
                    <a:pt x="4633" y="12776"/>
                  </a:lnTo>
                  <a:lnTo>
                    <a:pt x="4994" y="12836"/>
                  </a:lnTo>
                  <a:lnTo>
                    <a:pt x="5355" y="12876"/>
                  </a:lnTo>
                  <a:lnTo>
                    <a:pt x="5736" y="12896"/>
                  </a:lnTo>
                  <a:lnTo>
                    <a:pt x="6117" y="12896"/>
                  </a:lnTo>
                  <a:lnTo>
                    <a:pt x="6518" y="12876"/>
                  </a:lnTo>
                  <a:lnTo>
                    <a:pt x="6920" y="12836"/>
                  </a:lnTo>
                  <a:lnTo>
                    <a:pt x="7361" y="12756"/>
                  </a:lnTo>
                  <a:lnTo>
                    <a:pt x="7762" y="12655"/>
                  </a:lnTo>
                  <a:lnTo>
                    <a:pt x="8163" y="12555"/>
                  </a:lnTo>
                  <a:lnTo>
                    <a:pt x="8564" y="12415"/>
                  </a:lnTo>
                  <a:lnTo>
                    <a:pt x="8925" y="12254"/>
                  </a:lnTo>
                  <a:lnTo>
                    <a:pt x="9266" y="12074"/>
                  </a:lnTo>
                  <a:lnTo>
                    <a:pt x="9607" y="11873"/>
                  </a:lnTo>
                  <a:lnTo>
                    <a:pt x="9928" y="11673"/>
                  </a:lnTo>
                  <a:lnTo>
                    <a:pt x="10229" y="11432"/>
                  </a:lnTo>
                  <a:lnTo>
                    <a:pt x="10509" y="11191"/>
                  </a:lnTo>
                  <a:lnTo>
                    <a:pt x="10770" y="10931"/>
                  </a:lnTo>
                  <a:lnTo>
                    <a:pt x="11011" y="10670"/>
                  </a:lnTo>
                  <a:lnTo>
                    <a:pt x="11251" y="10369"/>
                  </a:lnTo>
                  <a:lnTo>
                    <a:pt x="11452" y="10068"/>
                  </a:lnTo>
                  <a:lnTo>
                    <a:pt x="11652" y="9767"/>
                  </a:lnTo>
                  <a:lnTo>
                    <a:pt x="11833" y="9447"/>
                  </a:lnTo>
                  <a:lnTo>
                    <a:pt x="11973" y="9166"/>
                  </a:lnTo>
                  <a:lnTo>
                    <a:pt x="12094" y="8865"/>
                  </a:lnTo>
                  <a:lnTo>
                    <a:pt x="12194" y="8584"/>
                  </a:lnTo>
                  <a:lnTo>
                    <a:pt x="12294" y="8283"/>
                  </a:lnTo>
                  <a:lnTo>
                    <a:pt x="12394" y="7983"/>
                  </a:lnTo>
                  <a:lnTo>
                    <a:pt x="12455" y="7662"/>
                  </a:lnTo>
                  <a:lnTo>
                    <a:pt x="12515" y="7361"/>
                  </a:lnTo>
                  <a:lnTo>
                    <a:pt x="12555" y="7040"/>
                  </a:lnTo>
                  <a:lnTo>
                    <a:pt x="12595" y="6719"/>
                  </a:lnTo>
                  <a:lnTo>
                    <a:pt x="12615" y="6398"/>
                  </a:lnTo>
                  <a:lnTo>
                    <a:pt x="12615" y="6077"/>
                  </a:lnTo>
                  <a:lnTo>
                    <a:pt x="12615" y="5757"/>
                  </a:lnTo>
                  <a:lnTo>
                    <a:pt x="12575" y="5436"/>
                  </a:lnTo>
                  <a:lnTo>
                    <a:pt x="12555" y="5115"/>
                  </a:lnTo>
                  <a:lnTo>
                    <a:pt x="12495" y="4794"/>
                  </a:lnTo>
                  <a:lnTo>
                    <a:pt x="12435" y="4473"/>
                  </a:lnTo>
                  <a:lnTo>
                    <a:pt x="12314" y="4032"/>
                  </a:lnTo>
                  <a:lnTo>
                    <a:pt x="12174" y="3591"/>
                  </a:lnTo>
                  <a:lnTo>
                    <a:pt x="11973" y="3190"/>
                  </a:lnTo>
                  <a:lnTo>
                    <a:pt x="11753" y="2768"/>
                  </a:lnTo>
                  <a:lnTo>
                    <a:pt x="11492" y="2387"/>
                  </a:lnTo>
                  <a:lnTo>
                    <a:pt x="11211" y="2026"/>
                  </a:lnTo>
                  <a:lnTo>
                    <a:pt x="10890" y="1686"/>
                  </a:lnTo>
                  <a:lnTo>
                    <a:pt x="10549" y="1365"/>
                  </a:lnTo>
                  <a:lnTo>
                    <a:pt x="10188" y="1064"/>
                  </a:lnTo>
                  <a:lnTo>
                    <a:pt x="9807" y="803"/>
                  </a:lnTo>
                  <a:lnTo>
                    <a:pt x="9386" y="583"/>
                  </a:lnTo>
                  <a:lnTo>
                    <a:pt x="8945" y="382"/>
                  </a:lnTo>
                  <a:lnTo>
                    <a:pt x="8504" y="222"/>
                  </a:lnTo>
                  <a:lnTo>
                    <a:pt x="8023" y="101"/>
                  </a:lnTo>
                  <a:lnTo>
                    <a:pt x="7541" y="21"/>
                  </a:lnTo>
                  <a:lnTo>
                    <a:pt x="704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26"/>
            <p:cNvSpPr/>
            <p:nvPr/>
          </p:nvSpPr>
          <p:spPr>
            <a:xfrm>
              <a:off x="10942475" y="3194900"/>
              <a:ext cx="315400" cy="322425"/>
            </a:xfrm>
            <a:custGeom>
              <a:avLst/>
              <a:gdLst/>
              <a:ahLst/>
              <a:cxnLst/>
              <a:rect l="l" t="t" r="r" b="b"/>
              <a:pathLst>
                <a:path w="12616" h="12897" fill="none" extrusionOk="0">
                  <a:moveTo>
                    <a:pt x="11833" y="9447"/>
                  </a:moveTo>
                  <a:lnTo>
                    <a:pt x="11833" y="9447"/>
                  </a:lnTo>
                  <a:lnTo>
                    <a:pt x="11652" y="9767"/>
                  </a:lnTo>
                  <a:lnTo>
                    <a:pt x="11452" y="10068"/>
                  </a:lnTo>
                  <a:lnTo>
                    <a:pt x="11251" y="10369"/>
                  </a:lnTo>
                  <a:lnTo>
                    <a:pt x="11011" y="10670"/>
                  </a:lnTo>
                  <a:lnTo>
                    <a:pt x="10770" y="10931"/>
                  </a:lnTo>
                  <a:lnTo>
                    <a:pt x="10509" y="11191"/>
                  </a:lnTo>
                  <a:lnTo>
                    <a:pt x="10229" y="11432"/>
                  </a:lnTo>
                  <a:lnTo>
                    <a:pt x="9928" y="11673"/>
                  </a:lnTo>
                  <a:lnTo>
                    <a:pt x="9607" y="11873"/>
                  </a:lnTo>
                  <a:lnTo>
                    <a:pt x="9266" y="12074"/>
                  </a:lnTo>
                  <a:lnTo>
                    <a:pt x="8925" y="12254"/>
                  </a:lnTo>
                  <a:lnTo>
                    <a:pt x="8564" y="12415"/>
                  </a:lnTo>
                  <a:lnTo>
                    <a:pt x="8163" y="12555"/>
                  </a:lnTo>
                  <a:lnTo>
                    <a:pt x="7762" y="12655"/>
                  </a:lnTo>
                  <a:lnTo>
                    <a:pt x="7361" y="12756"/>
                  </a:lnTo>
                  <a:lnTo>
                    <a:pt x="6920" y="12836"/>
                  </a:lnTo>
                  <a:lnTo>
                    <a:pt x="6920" y="12836"/>
                  </a:lnTo>
                  <a:lnTo>
                    <a:pt x="6518" y="12876"/>
                  </a:lnTo>
                  <a:lnTo>
                    <a:pt x="6117" y="12896"/>
                  </a:lnTo>
                  <a:lnTo>
                    <a:pt x="5736" y="12896"/>
                  </a:lnTo>
                  <a:lnTo>
                    <a:pt x="5355" y="12876"/>
                  </a:lnTo>
                  <a:lnTo>
                    <a:pt x="4994" y="12836"/>
                  </a:lnTo>
                  <a:lnTo>
                    <a:pt x="4633" y="12776"/>
                  </a:lnTo>
                  <a:lnTo>
                    <a:pt x="4292" y="12695"/>
                  </a:lnTo>
                  <a:lnTo>
                    <a:pt x="3951" y="12595"/>
                  </a:lnTo>
                  <a:lnTo>
                    <a:pt x="3631" y="12495"/>
                  </a:lnTo>
                  <a:lnTo>
                    <a:pt x="3330" y="12355"/>
                  </a:lnTo>
                  <a:lnTo>
                    <a:pt x="3029" y="12214"/>
                  </a:lnTo>
                  <a:lnTo>
                    <a:pt x="2748" y="12054"/>
                  </a:lnTo>
                  <a:lnTo>
                    <a:pt x="2467" y="11873"/>
                  </a:lnTo>
                  <a:lnTo>
                    <a:pt x="2207" y="11673"/>
                  </a:lnTo>
                  <a:lnTo>
                    <a:pt x="1966" y="11472"/>
                  </a:lnTo>
                  <a:lnTo>
                    <a:pt x="1725" y="11252"/>
                  </a:lnTo>
                  <a:lnTo>
                    <a:pt x="1505" y="11011"/>
                  </a:lnTo>
                  <a:lnTo>
                    <a:pt x="1304" y="10770"/>
                  </a:lnTo>
                  <a:lnTo>
                    <a:pt x="1104" y="10510"/>
                  </a:lnTo>
                  <a:lnTo>
                    <a:pt x="923" y="10249"/>
                  </a:lnTo>
                  <a:lnTo>
                    <a:pt x="763" y="9948"/>
                  </a:lnTo>
                  <a:lnTo>
                    <a:pt x="622" y="9667"/>
                  </a:lnTo>
                  <a:lnTo>
                    <a:pt x="482" y="9366"/>
                  </a:lnTo>
                  <a:lnTo>
                    <a:pt x="362" y="9046"/>
                  </a:lnTo>
                  <a:lnTo>
                    <a:pt x="261" y="8725"/>
                  </a:lnTo>
                  <a:lnTo>
                    <a:pt x="181" y="8404"/>
                  </a:lnTo>
                  <a:lnTo>
                    <a:pt x="101" y="8063"/>
                  </a:lnTo>
                  <a:lnTo>
                    <a:pt x="41" y="7722"/>
                  </a:lnTo>
                  <a:lnTo>
                    <a:pt x="21" y="7381"/>
                  </a:lnTo>
                  <a:lnTo>
                    <a:pt x="1" y="7020"/>
                  </a:lnTo>
                  <a:lnTo>
                    <a:pt x="1" y="6659"/>
                  </a:lnTo>
                  <a:lnTo>
                    <a:pt x="1" y="6298"/>
                  </a:lnTo>
                  <a:lnTo>
                    <a:pt x="1" y="6298"/>
                  </a:lnTo>
                  <a:lnTo>
                    <a:pt x="61" y="5797"/>
                  </a:lnTo>
                  <a:lnTo>
                    <a:pt x="161" y="5315"/>
                  </a:lnTo>
                  <a:lnTo>
                    <a:pt x="302" y="4814"/>
                  </a:lnTo>
                  <a:lnTo>
                    <a:pt x="502" y="4353"/>
                  </a:lnTo>
                  <a:lnTo>
                    <a:pt x="723" y="3871"/>
                  </a:lnTo>
                  <a:lnTo>
                    <a:pt x="983" y="3430"/>
                  </a:lnTo>
                  <a:lnTo>
                    <a:pt x="1284" y="2989"/>
                  </a:lnTo>
                  <a:lnTo>
                    <a:pt x="1605" y="2588"/>
                  </a:lnTo>
                  <a:lnTo>
                    <a:pt x="1966" y="2187"/>
                  </a:lnTo>
                  <a:lnTo>
                    <a:pt x="2367" y="1826"/>
                  </a:lnTo>
                  <a:lnTo>
                    <a:pt x="2768" y="1465"/>
                  </a:lnTo>
                  <a:lnTo>
                    <a:pt x="3209" y="1164"/>
                  </a:lnTo>
                  <a:lnTo>
                    <a:pt x="3691" y="883"/>
                  </a:lnTo>
                  <a:lnTo>
                    <a:pt x="4172" y="623"/>
                  </a:lnTo>
                  <a:lnTo>
                    <a:pt x="4673" y="422"/>
                  </a:lnTo>
                  <a:lnTo>
                    <a:pt x="5195" y="242"/>
                  </a:lnTo>
                  <a:lnTo>
                    <a:pt x="5195" y="242"/>
                  </a:lnTo>
                  <a:lnTo>
                    <a:pt x="5676" y="121"/>
                  </a:lnTo>
                  <a:lnTo>
                    <a:pt x="6137" y="41"/>
                  </a:lnTo>
                  <a:lnTo>
                    <a:pt x="6599" y="1"/>
                  </a:lnTo>
                  <a:lnTo>
                    <a:pt x="7040" y="1"/>
                  </a:lnTo>
                  <a:lnTo>
                    <a:pt x="7040" y="1"/>
                  </a:lnTo>
                  <a:lnTo>
                    <a:pt x="7541" y="21"/>
                  </a:lnTo>
                  <a:lnTo>
                    <a:pt x="8023" y="101"/>
                  </a:lnTo>
                  <a:lnTo>
                    <a:pt x="8504" y="222"/>
                  </a:lnTo>
                  <a:lnTo>
                    <a:pt x="8945" y="382"/>
                  </a:lnTo>
                  <a:lnTo>
                    <a:pt x="9386" y="583"/>
                  </a:lnTo>
                  <a:lnTo>
                    <a:pt x="9807" y="803"/>
                  </a:lnTo>
                  <a:lnTo>
                    <a:pt x="10188" y="1064"/>
                  </a:lnTo>
                  <a:lnTo>
                    <a:pt x="10549" y="1365"/>
                  </a:lnTo>
                  <a:lnTo>
                    <a:pt x="10890" y="1686"/>
                  </a:lnTo>
                  <a:lnTo>
                    <a:pt x="11211" y="2026"/>
                  </a:lnTo>
                  <a:lnTo>
                    <a:pt x="11492" y="2387"/>
                  </a:lnTo>
                  <a:lnTo>
                    <a:pt x="11753" y="2768"/>
                  </a:lnTo>
                  <a:lnTo>
                    <a:pt x="11973" y="3190"/>
                  </a:lnTo>
                  <a:lnTo>
                    <a:pt x="12174" y="3591"/>
                  </a:lnTo>
                  <a:lnTo>
                    <a:pt x="12314" y="4032"/>
                  </a:lnTo>
                  <a:lnTo>
                    <a:pt x="12435" y="4473"/>
                  </a:lnTo>
                  <a:lnTo>
                    <a:pt x="12435" y="4473"/>
                  </a:lnTo>
                  <a:lnTo>
                    <a:pt x="12495" y="4794"/>
                  </a:lnTo>
                  <a:lnTo>
                    <a:pt x="12555" y="5115"/>
                  </a:lnTo>
                  <a:lnTo>
                    <a:pt x="12575" y="5436"/>
                  </a:lnTo>
                  <a:lnTo>
                    <a:pt x="12615" y="5757"/>
                  </a:lnTo>
                  <a:lnTo>
                    <a:pt x="12615" y="6077"/>
                  </a:lnTo>
                  <a:lnTo>
                    <a:pt x="12615" y="6398"/>
                  </a:lnTo>
                  <a:lnTo>
                    <a:pt x="12595" y="6719"/>
                  </a:lnTo>
                  <a:lnTo>
                    <a:pt x="12555" y="7040"/>
                  </a:lnTo>
                  <a:lnTo>
                    <a:pt x="12515" y="7361"/>
                  </a:lnTo>
                  <a:lnTo>
                    <a:pt x="12455" y="7662"/>
                  </a:lnTo>
                  <a:lnTo>
                    <a:pt x="12394" y="7983"/>
                  </a:lnTo>
                  <a:lnTo>
                    <a:pt x="12294" y="8283"/>
                  </a:lnTo>
                  <a:lnTo>
                    <a:pt x="12194" y="8584"/>
                  </a:lnTo>
                  <a:lnTo>
                    <a:pt x="12094" y="8865"/>
                  </a:lnTo>
                  <a:lnTo>
                    <a:pt x="11973" y="9166"/>
                  </a:lnTo>
                  <a:lnTo>
                    <a:pt x="11833" y="94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26"/>
            <p:cNvSpPr/>
            <p:nvPr/>
          </p:nvSpPr>
          <p:spPr>
            <a:xfrm>
              <a:off x="11023200" y="3271125"/>
              <a:ext cx="189050" cy="193050"/>
            </a:xfrm>
            <a:custGeom>
              <a:avLst/>
              <a:gdLst/>
              <a:ahLst/>
              <a:cxnLst/>
              <a:rect l="l" t="t" r="r" b="b"/>
              <a:pathLst>
                <a:path w="7562" h="7722" extrusionOk="0">
                  <a:moveTo>
                    <a:pt x="3891" y="0"/>
                  </a:moveTo>
                  <a:lnTo>
                    <a:pt x="3510" y="60"/>
                  </a:lnTo>
                  <a:lnTo>
                    <a:pt x="3129" y="141"/>
                  </a:lnTo>
                  <a:lnTo>
                    <a:pt x="2808" y="261"/>
                  </a:lnTo>
                  <a:lnTo>
                    <a:pt x="2507" y="381"/>
                  </a:lnTo>
                  <a:lnTo>
                    <a:pt x="2207" y="522"/>
                  </a:lnTo>
                  <a:lnTo>
                    <a:pt x="1946" y="702"/>
                  </a:lnTo>
                  <a:lnTo>
                    <a:pt x="1665" y="883"/>
                  </a:lnTo>
                  <a:lnTo>
                    <a:pt x="1424" y="1103"/>
                  </a:lnTo>
                  <a:lnTo>
                    <a:pt x="1184" y="1324"/>
                  </a:lnTo>
                  <a:lnTo>
                    <a:pt x="983" y="1544"/>
                  </a:lnTo>
                  <a:lnTo>
                    <a:pt x="783" y="1805"/>
                  </a:lnTo>
                  <a:lnTo>
                    <a:pt x="602" y="2066"/>
                  </a:lnTo>
                  <a:lnTo>
                    <a:pt x="442" y="2327"/>
                  </a:lnTo>
                  <a:lnTo>
                    <a:pt x="301" y="2607"/>
                  </a:lnTo>
                  <a:lnTo>
                    <a:pt x="201" y="2888"/>
                  </a:lnTo>
                  <a:lnTo>
                    <a:pt x="121" y="3189"/>
                  </a:lnTo>
                  <a:lnTo>
                    <a:pt x="41" y="3470"/>
                  </a:lnTo>
                  <a:lnTo>
                    <a:pt x="21" y="3770"/>
                  </a:lnTo>
                  <a:lnTo>
                    <a:pt x="1" y="4212"/>
                  </a:lnTo>
                  <a:lnTo>
                    <a:pt x="41" y="4633"/>
                  </a:lnTo>
                  <a:lnTo>
                    <a:pt x="121" y="5034"/>
                  </a:lnTo>
                  <a:lnTo>
                    <a:pt x="221" y="5415"/>
                  </a:lnTo>
                  <a:lnTo>
                    <a:pt x="382" y="5796"/>
                  </a:lnTo>
                  <a:lnTo>
                    <a:pt x="562" y="6137"/>
                  </a:lnTo>
                  <a:lnTo>
                    <a:pt x="783" y="6458"/>
                  </a:lnTo>
                  <a:lnTo>
                    <a:pt x="1043" y="6739"/>
                  </a:lnTo>
                  <a:lnTo>
                    <a:pt x="1324" y="6999"/>
                  </a:lnTo>
                  <a:lnTo>
                    <a:pt x="1645" y="7220"/>
                  </a:lnTo>
                  <a:lnTo>
                    <a:pt x="2006" y="7400"/>
                  </a:lnTo>
                  <a:lnTo>
                    <a:pt x="2186" y="7481"/>
                  </a:lnTo>
                  <a:lnTo>
                    <a:pt x="2387" y="7541"/>
                  </a:lnTo>
                  <a:lnTo>
                    <a:pt x="2567" y="7601"/>
                  </a:lnTo>
                  <a:lnTo>
                    <a:pt x="2788" y="7641"/>
                  </a:lnTo>
                  <a:lnTo>
                    <a:pt x="2989" y="7681"/>
                  </a:lnTo>
                  <a:lnTo>
                    <a:pt x="3209" y="7701"/>
                  </a:lnTo>
                  <a:lnTo>
                    <a:pt x="3430" y="7721"/>
                  </a:lnTo>
                  <a:lnTo>
                    <a:pt x="3670" y="7721"/>
                  </a:lnTo>
                  <a:lnTo>
                    <a:pt x="3911" y="7701"/>
                  </a:lnTo>
                  <a:lnTo>
                    <a:pt x="4152" y="7681"/>
                  </a:lnTo>
                  <a:lnTo>
                    <a:pt x="4392" y="7641"/>
                  </a:lnTo>
                  <a:lnTo>
                    <a:pt x="4613" y="7581"/>
                  </a:lnTo>
                  <a:lnTo>
                    <a:pt x="4854" y="7521"/>
                  </a:lnTo>
                  <a:lnTo>
                    <a:pt x="5054" y="7461"/>
                  </a:lnTo>
                  <a:lnTo>
                    <a:pt x="5275" y="7380"/>
                  </a:lnTo>
                  <a:lnTo>
                    <a:pt x="5455" y="7280"/>
                  </a:lnTo>
                  <a:lnTo>
                    <a:pt x="5656" y="7180"/>
                  </a:lnTo>
                  <a:lnTo>
                    <a:pt x="5836" y="7059"/>
                  </a:lnTo>
                  <a:lnTo>
                    <a:pt x="6017" y="6939"/>
                  </a:lnTo>
                  <a:lnTo>
                    <a:pt x="6177" y="6819"/>
                  </a:lnTo>
                  <a:lnTo>
                    <a:pt x="6478" y="6538"/>
                  </a:lnTo>
                  <a:lnTo>
                    <a:pt x="6739" y="6217"/>
                  </a:lnTo>
                  <a:lnTo>
                    <a:pt x="6959" y="5876"/>
                  </a:lnTo>
                  <a:lnTo>
                    <a:pt x="7160" y="5535"/>
                  </a:lnTo>
                  <a:lnTo>
                    <a:pt x="7300" y="5154"/>
                  </a:lnTo>
                  <a:lnTo>
                    <a:pt x="7421" y="4753"/>
                  </a:lnTo>
                  <a:lnTo>
                    <a:pt x="7501" y="4352"/>
                  </a:lnTo>
                  <a:lnTo>
                    <a:pt x="7541" y="3951"/>
                  </a:lnTo>
                  <a:lnTo>
                    <a:pt x="7561" y="3530"/>
                  </a:lnTo>
                  <a:lnTo>
                    <a:pt x="7521" y="3109"/>
                  </a:lnTo>
                  <a:lnTo>
                    <a:pt x="7461" y="2688"/>
                  </a:lnTo>
                  <a:lnTo>
                    <a:pt x="7361" y="2367"/>
                  </a:lnTo>
                  <a:lnTo>
                    <a:pt x="7240" y="2046"/>
                  </a:lnTo>
                  <a:lnTo>
                    <a:pt x="7100" y="1745"/>
                  </a:lnTo>
                  <a:lnTo>
                    <a:pt x="6919" y="1464"/>
                  </a:lnTo>
                  <a:lnTo>
                    <a:pt x="6699" y="1203"/>
                  </a:lnTo>
                  <a:lnTo>
                    <a:pt x="6478" y="963"/>
                  </a:lnTo>
                  <a:lnTo>
                    <a:pt x="6217" y="722"/>
                  </a:lnTo>
                  <a:lnTo>
                    <a:pt x="5937" y="522"/>
                  </a:lnTo>
                  <a:lnTo>
                    <a:pt x="5636" y="361"/>
                  </a:lnTo>
                  <a:lnTo>
                    <a:pt x="5315" y="221"/>
                  </a:lnTo>
                  <a:lnTo>
                    <a:pt x="4974" y="121"/>
                  </a:lnTo>
                  <a:lnTo>
                    <a:pt x="4633" y="40"/>
                  </a:lnTo>
                  <a:lnTo>
                    <a:pt x="42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26"/>
            <p:cNvSpPr/>
            <p:nvPr/>
          </p:nvSpPr>
          <p:spPr>
            <a:xfrm>
              <a:off x="11023200" y="3271125"/>
              <a:ext cx="189050" cy="193050"/>
            </a:xfrm>
            <a:custGeom>
              <a:avLst/>
              <a:gdLst/>
              <a:ahLst/>
              <a:cxnLst/>
              <a:rect l="l" t="t" r="r" b="b"/>
              <a:pathLst>
                <a:path w="7562" h="7722" fill="none" extrusionOk="0">
                  <a:moveTo>
                    <a:pt x="21" y="3770"/>
                  </a:moveTo>
                  <a:lnTo>
                    <a:pt x="21" y="3770"/>
                  </a:lnTo>
                  <a:lnTo>
                    <a:pt x="1" y="4212"/>
                  </a:lnTo>
                  <a:lnTo>
                    <a:pt x="41" y="4633"/>
                  </a:lnTo>
                  <a:lnTo>
                    <a:pt x="121" y="5034"/>
                  </a:lnTo>
                  <a:lnTo>
                    <a:pt x="221" y="5415"/>
                  </a:lnTo>
                  <a:lnTo>
                    <a:pt x="382" y="5796"/>
                  </a:lnTo>
                  <a:lnTo>
                    <a:pt x="562" y="6137"/>
                  </a:lnTo>
                  <a:lnTo>
                    <a:pt x="783" y="6458"/>
                  </a:lnTo>
                  <a:lnTo>
                    <a:pt x="1043" y="6739"/>
                  </a:lnTo>
                  <a:lnTo>
                    <a:pt x="1324" y="6999"/>
                  </a:lnTo>
                  <a:lnTo>
                    <a:pt x="1645" y="7220"/>
                  </a:lnTo>
                  <a:lnTo>
                    <a:pt x="2006" y="7400"/>
                  </a:lnTo>
                  <a:lnTo>
                    <a:pt x="2186" y="7481"/>
                  </a:lnTo>
                  <a:lnTo>
                    <a:pt x="2387" y="7541"/>
                  </a:lnTo>
                  <a:lnTo>
                    <a:pt x="2567" y="7601"/>
                  </a:lnTo>
                  <a:lnTo>
                    <a:pt x="2788" y="7641"/>
                  </a:lnTo>
                  <a:lnTo>
                    <a:pt x="2989" y="7681"/>
                  </a:lnTo>
                  <a:lnTo>
                    <a:pt x="3209" y="7701"/>
                  </a:lnTo>
                  <a:lnTo>
                    <a:pt x="3430" y="7721"/>
                  </a:lnTo>
                  <a:lnTo>
                    <a:pt x="3670" y="7721"/>
                  </a:lnTo>
                  <a:lnTo>
                    <a:pt x="3911" y="7701"/>
                  </a:lnTo>
                  <a:lnTo>
                    <a:pt x="4152" y="7681"/>
                  </a:lnTo>
                  <a:lnTo>
                    <a:pt x="4152" y="7681"/>
                  </a:lnTo>
                  <a:lnTo>
                    <a:pt x="4392" y="7641"/>
                  </a:lnTo>
                  <a:lnTo>
                    <a:pt x="4613" y="7581"/>
                  </a:lnTo>
                  <a:lnTo>
                    <a:pt x="4854" y="7521"/>
                  </a:lnTo>
                  <a:lnTo>
                    <a:pt x="5054" y="7461"/>
                  </a:lnTo>
                  <a:lnTo>
                    <a:pt x="5275" y="7380"/>
                  </a:lnTo>
                  <a:lnTo>
                    <a:pt x="5455" y="7280"/>
                  </a:lnTo>
                  <a:lnTo>
                    <a:pt x="5656" y="7180"/>
                  </a:lnTo>
                  <a:lnTo>
                    <a:pt x="5836" y="7059"/>
                  </a:lnTo>
                  <a:lnTo>
                    <a:pt x="6017" y="6939"/>
                  </a:lnTo>
                  <a:lnTo>
                    <a:pt x="6177" y="6819"/>
                  </a:lnTo>
                  <a:lnTo>
                    <a:pt x="6478" y="6538"/>
                  </a:lnTo>
                  <a:lnTo>
                    <a:pt x="6739" y="6217"/>
                  </a:lnTo>
                  <a:lnTo>
                    <a:pt x="6959" y="5876"/>
                  </a:lnTo>
                  <a:lnTo>
                    <a:pt x="7160" y="5535"/>
                  </a:lnTo>
                  <a:lnTo>
                    <a:pt x="7300" y="5154"/>
                  </a:lnTo>
                  <a:lnTo>
                    <a:pt x="7421" y="4753"/>
                  </a:lnTo>
                  <a:lnTo>
                    <a:pt x="7501" y="4352"/>
                  </a:lnTo>
                  <a:lnTo>
                    <a:pt x="7541" y="3951"/>
                  </a:lnTo>
                  <a:lnTo>
                    <a:pt x="7561" y="3530"/>
                  </a:lnTo>
                  <a:lnTo>
                    <a:pt x="7521" y="3109"/>
                  </a:lnTo>
                  <a:lnTo>
                    <a:pt x="7461" y="2688"/>
                  </a:lnTo>
                  <a:lnTo>
                    <a:pt x="7461" y="2688"/>
                  </a:lnTo>
                  <a:lnTo>
                    <a:pt x="7361" y="2367"/>
                  </a:lnTo>
                  <a:lnTo>
                    <a:pt x="7240" y="2046"/>
                  </a:lnTo>
                  <a:lnTo>
                    <a:pt x="7100" y="1745"/>
                  </a:lnTo>
                  <a:lnTo>
                    <a:pt x="6919" y="1464"/>
                  </a:lnTo>
                  <a:lnTo>
                    <a:pt x="6699" y="1203"/>
                  </a:lnTo>
                  <a:lnTo>
                    <a:pt x="6478" y="963"/>
                  </a:lnTo>
                  <a:lnTo>
                    <a:pt x="6217" y="722"/>
                  </a:lnTo>
                  <a:lnTo>
                    <a:pt x="5937" y="522"/>
                  </a:lnTo>
                  <a:lnTo>
                    <a:pt x="5636" y="361"/>
                  </a:lnTo>
                  <a:lnTo>
                    <a:pt x="5315" y="221"/>
                  </a:lnTo>
                  <a:lnTo>
                    <a:pt x="4974" y="121"/>
                  </a:lnTo>
                  <a:lnTo>
                    <a:pt x="4633" y="40"/>
                  </a:lnTo>
                  <a:lnTo>
                    <a:pt x="4272" y="0"/>
                  </a:lnTo>
                  <a:lnTo>
                    <a:pt x="3891" y="0"/>
                  </a:lnTo>
                  <a:lnTo>
                    <a:pt x="3510" y="60"/>
                  </a:lnTo>
                  <a:lnTo>
                    <a:pt x="3129" y="141"/>
                  </a:lnTo>
                  <a:lnTo>
                    <a:pt x="3129" y="141"/>
                  </a:lnTo>
                  <a:lnTo>
                    <a:pt x="2808" y="261"/>
                  </a:lnTo>
                  <a:lnTo>
                    <a:pt x="2507" y="381"/>
                  </a:lnTo>
                  <a:lnTo>
                    <a:pt x="2207" y="522"/>
                  </a:lnTo>
                  <a:lnTo>
                    <a:pt x="1946" y="702"/>
                  </a:lnTo>
                  <a:lnTo>
                    <a:pt x="1665" y="883"/>
                  </a:lnTo>
                  <a:lnTo>
                    <a:pt x="1424" y="1103"/>
                  </a:lnTo>
                  <a:lnTo>
                    <a:pt x="1184" y="1324"/>
                  </a:lnTo>
                  <a:lnTo>
                    <a:pt x="983" y="1544"/>
                  </a:lnTo>
                  <a:lnTo>
                    <a:pt x="783" y="1805"/>
                  </a:lnTo>
                  <a:lnTo>
                    <a:pt x="602" y="2066"/>
                  </a:lnTo>
                  <a:lnTo>
                    <a:pt x="442" y="2327"/>
                  </a:lnTo>
                  <a:lnTo>
                    <a:pt x="301" y="2607"/>
                  </a:lnTo>
                  <a:lnTo>
                    <a:pt x="201" y="2888"/>
                  </a:lnTo>
                  <a:lnTo>
                    <a:pt x="121" y="3189"/>
                  </a:lnTo>
                  <a:lnTo>
                    <a:pt x="41" y="3470"/>
                  </a:lnTo>
                  <a:lnTo>
                    <a:pt x="21" y="377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26"/>
            <p:cNvSpPr/>
            <p:nvPr/>
          </p:nvSpPr>
          <p:spPr>
            <a:xfrm>
              <a:off x="10942475" y="3194400"/>
              <a:ext cx="176000" cy="321400"/>
            </a:xfrm>
            <a:custGeom>
              <a:avLst/>
              <a:gdLst/>
              <a:ahLst/>
              <a:cxnLst/>
              <a:rect l="l" t="t" r="r" b="b"/>
              <a:pathLst>
                <a:path w="7040" h="12856" extrusionOk="0">
                  <a:moveTo>
                    <a:pt x="6859" y="1"/>
                  </a:moveTo>
                  <a:lnTo>
                    <a:pt x="6438" y="21"/>
                  </a:lnTo>
                  <a:lnTo>
                    <a:pt x="6037" y="81"/>
                  </a:lnTo>
                  <a:lnTo>
                    <a:pt x="5616" y="141"/>
                  </a:lnTo>
                  <a:lnTo>
                    <a:pt x="5195" y="262"/>
                  </a:lnTo>
                  <a:lnTo>
                    <a:pt x="4673" y="442"/>
                  </a:lnTo>
                  <a:lnTo>
                    <a:pt x="4172" y="643"/>
                  </a:lnTo>
                  <a:lnTo>
                    <a:pt x="3691" y="903"/>
                  </a:lnTo>
                  <a:lnTo>
                    <a:pt x="3209" y="1184"/>
                  </a:lnTo>
                  <a:lnTo>
                    <a:pt x="2768" y="1485"/>
                  </a:lnTo>
                  <a:lnTo>
                    <a:pt x="2367" y="1846"/>
                  </a:lnTo>
                  <a:lnTo>
                    <a:pt x="1966" y="2207"/>
                  </a:lnTo>
                  <a:lnTo>
                    <a:pt x="1605" y="2608"/>
                  </a:lnTo>
                  <a:lnTo>
                    <a:pt x="1284" y="3009"/>
                  </a:lnTo>
                  <a:lnTo>
                    <a:pt x="983" y="3450"/>
                  </a:lnTo>
                  <a:lnTo>
                    <a:pt x="723" y="3891"/>
                  </a:lnTo>
                  <a:lnTo>
                    <a:pt x="502" y="4373"/>
                  </a:lnTo>
                  <a:lnTo>
                    <a:pt x="302" y="4834"/>
                  </a:lnTo>
                  <a:lnTo>
                    <a:pt x="161" y="5335"/>
                  </a:lnTo>
                  <a:lnTo>
                    <a:pt x="61" y="5817"/>
                  </a:lnTo>
                  <a:lnTo>
                    <a:pt x="1" y="6318"/>
                  </a:lnTo>
                  <a:lnTo>
                    <a:pt x="1" y="6819"/>
                  </a:lnTo>
                  <a:lnTo>
                    <a:pt x="21" y="7401"/>
                  </a:lnTo>
                  <a:lnTo>
                    <a:pt x="81" y="7942"/>
                  </a:lnTo>
                  <a:lnTo>
                    <a:pt x="181" y="8484"/>
                  </a:lnTo>
                  <a:lnTo>
                    <a:pt x="342" y="9005"/>
                  </a:lnTo>
                  <a:lnTo>
                    <a:pt x="542" y="9507"/>
                  </a:lnTo>
                  <a:lnTo>
                    <a:pt x="763" y="9988"/>
                  </a:lnTo>
                  <a:lnTo>
                    <a:pt x="1044" y="10429"/>
                  </a:lnTo>
                  <a:lnTo>
                    <a:pt x="1344" y="10850"/>
                  </a:lnTo>
                  <a:lnTo>
                    <a:pt x="1505" y="11051"/>
                  </a:lnTo>
                  <a:lnTo>
                    <a:pt x="1685" y="11231"/>
                  </a:lnTo>
                  <a:lnTo>
                    <a:pt x="1866" y="11412"/>
                  </a:lnTo>
                  <a:lnTo>
                    <a:pt x="2066" y="11592"/>
                  </a:lnTo>
                  <a:lnTo>
                    <a:pt x="2267" y="11753"/>
                  </a:lnTo>
                  <a:lnTo>
                    <a:pt x="2488" y="11893"/>
                  </a:lnTo>
                  <a:lnTo>
                    <a:pt x="2688" y="12054"/>
                  </a:lnTo>
                  <a:lnTo>
                    <a:pt x="2929" y="12174"/>
                  </a:lnTo>
                  <a:lnTo>
                    <a:pt x="3149" y="12294"/>
                  </a:lnTo>
                  <a:lnTo>
                    <a:pt x="3410" y="12415"/>
                  </a:lnTo>
                  <a:lnTo>
                    <a:pt x="3651" y="12515"/>
                  </a:lnTo>
                  <a:lnTo>
                    <a:pt x="3911" y="12615"/>
                  </a:lnTo>
                  <a:lnTo>
                    <a:pt x="4172" y="12695"/>
                  </a:lnTo>
                  <a:lnTo>
                    <a:pt x="4453" y="12756"/>
                  </a:lnTo>
                  <a:lnTo>
                    <a:pt x="4734" y="12816"/>
                  </a:lnTo>
                  <a:lnTo>
                    <a:pt x="5014" y="12856"/>
                  </a:lnTo>
                  <a:lnTo>
                    <a:pt x="5215" y="12294"/>
                  </a:lnTo>
                  <a:lnTo>
                    <a:pt x="5415" y="11753"/>
                  </a:lnTo>
                  <a:lnTo>
                    <a:pt x="5616" y="11211"/>
                  </a:lnTo>
                  <a:lnTo>
                    <a:pt x="5857" y="10690"/>
                  </a:lnTo>
                  <a:lnTo>
                    <a:pt x="5536" y="10590"/>
                  </a:lnTo>
                  <a:lnTo>
                    <a:pt x="5235" y="10469"/>
                  </a:lnTo>
                  <a:lnTo>
                    <a:pt x="4954" y="10329"/>
                  </a:lnTo>
                  <a:lnTo>
                    <a:pt x="4694" y="10169"/>
                  </a:lnTo>
                  <a:lnTo>
                    <a:pt x="4453" y="9988"/>
                  </a:lnTo>
                  <a:lnTo>
                    <a:pt x="4232" y="9767"/>
                  </a:lnTo>
                  <a:lnTo>
                    <a:pt x="4032" y="9547"/>
                  </a:lnTo>
                  <a:lnTo>
                    <a:pt x="3851" y="9306"/>
                  </a:lnTo>
                  <a:lnTo>
                    <a:pt x="3691" y="9045"/>
                  </a:lnTo>
                  <a:lnTo>
                    <a:pt x="3570" y="8765"/>
                  </a:lnTo>
                  <a:lnTo>
                    <a:pt x="3450" y="8464"/>
                  </a:lnTo>
                  <a:lnTo>
                    <a:pt x="3350" y="8163"/>
                  </a:lnTo>
                  <a:lnTo>
                    <a:pt x="3290" y="7842"/>
                  </a:lnTo>
                  <a:lnTo>
                    <a:pt x="3250" y="7521"/>
                  </a:lnTo>
                  <a:lnTo>
                    <a:pt x="3230" y="7180"/>
                  </a:lnTo>
                  <a:lnTo>
                    <a:pt x="3250" y="6839"/>
                  </a:lnTo>
                  <a:lnTo>
                    <a:pt x="3290" y="6478"/>
                  </a:lnTo>
                  <a:lnTo>
                    <a:pt x="3370" y="6138"/>
                  </a:lnTo>
                  <a:lnTo>
                    <a:pt x="3350" y="5696"/>
                  </a:lnTo>
                  <a:lnTo>
                    <a:pt x="3370" y="5235"/>
                  </a:lnTo>
                  <a:lnTo>
                    <a:pt x="3430" y="4794"/>
                  </a:lnTo>
                  <a:lnTo>
                    <a:pt x="3510" y="4353"/>
                  </a:lnTo>
                  <a:lnTo>
                    <a:pt x="3631" y="3932"/>
                  </a:lnTo>
                  <a:lnTo>
                    <a:pt x="3791" y="3510"/>
                  </a:lnTo>
                  <a:lnTo>
                    <a:pt x="3972" y="3089"/>
                  </a:lnTo>
                  <a:lnTo>
                    <a:pt x="4172" y="2688"/>
                  </a:lnTo>
                  <a:lnTo>
                    <a:pt x="4413" y="2307"/>
                  </a:lnTo>
                  <a:lnTo>
                    <a:pt x="4673" y="1926"/>
                  </a:lnTo>
                  <a:lnTo>
                    <a:pt x="4954" y="1585"/>
                  </a:lnTo>
                  <a:lnTo>
                    <a:pt x="5275" y="1244"/>
                  </a:lnTo>
                  <a:lnTo>
                    <a:pt x="5596" y="903"/>
                  </a:lnTo>
                  <a:lnTo>
                    <a:pt x="5957" y="603"/>
                  </a:lnTo>
                  <a:lnTo>
                    <a:pt x="6338" y="322"/>
                  </a:lnTo>
                  <a:lnTo>
                    <a:pt x="6739" y="81"/>
                  </a:lnTo>
                  <a:lnTo>
                    <a:pt x="6779" y="101"/>
                  </a:lnTo>
                  <a:lnTo>
                    <a:pt x="6839" y="101"/>
                  </a:lnTo>
                  <a:lnTo>
                    <a:pt x="6940" y="81"/>
                  </a:lnTo>
                  <a:lnTo>
                    <a:pt x="7040" y="21"/>
                  </a:lnTo>
                  <a:lnTo>
                    <a:pt x="6859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26"/>
            <p:cNvSpPr/>
            <p:nvPr/>
          </p:nvSpPr>
          <p:spPr>
            <a:xfrm>
              <a:off x="10942475" y="3194400"/>
              <a:ext cx="176000" cy="321400"/>
            </a:xfrm>
            <a:custGeom>
              <a:avLst/>
              <a:gdLst/>
              <a:ahLst/>
              <a:cxnLst/>
              <a:rect l="l" t="t" r="r" b="b"/>
              <a:pathLst>
                <a:path w="7040" h="12856" fill="none" extrusionOk="0">
                  <a:moveTo>
                    <a:pt x="6859" y="1"/>
                  </a:moveTo>
                  <a:lnTo>
                    <a:pt x="6859" y="1"/>
                  </a:lnTo>
                  <a:lnTo>
                    <a:pt x="6438" y="21"/>
                  </a:lnTo>
                  <a:lnTo>
                    <a:pt x="6037" y="81"/>
                  </a:lnTo>
                  <a:lnTo>
                    <a:pt x="5616" y="141"/>
                  </a:lnTo>
                  <a:lnTo>
                    <a:pt x="5195" y="262"/>
                  </a:lnTo>
                  <a:lnTo>
                    <a:pt x="5195" y="262"/>
                  </a:lnTo>
                  <a:lnTo>
                    <a:pt x="4673" y="442"/>
                  </a:lnTo>
                  <a:lnTo>
                    <a:pt x="4172" y="643"/>
                  </a:lnTo>
                  <a:lnTo>
                    <a:pt x="3691" y="903"/>
                  </a:lnTo>
                  <a:lnTo>
                    <a:pt x="3209" y="1184"/>
                  </a:lnTo>
                  <a:lnTo>
                    <a:pt x="2768" y="1485"/>
                  </a:lnTo>
                  <a:lnTo>
                    <a:pt x="2367" y="1846"/>
                  </a:lnTo>
                  <a:lnTo>
                    <a:pt x="1966" y="2207"/>
                  </a:lnTo>
                  <a:lnTo>
                    <a:pt x="1605" y="2608"/>
                  </a:lnTo>
                  <a:lnTo>
                    <a:pt x="1284" y="3009"/>
                  </a:lnTo>
                  <a:lnTo>
                    <a:pt x="983" y="3450"/>
                  </a:lnTo>
                  <a:lnTo>
                    <a:pt x="723" y="3891"/>
                  </a:lnTo>
                  <a:lnTo>
                    <a:pt x="502" y="4373"/>
                  </a:lnTo>
                  <a:lnTo>
                    <a:pt x="302" y="4834"/>
                  </a:lnTo>
                  <a:lnTo>
                    <a:pt x="161" y="5335"/>
                  </a:lnTo>
                  <a:lnTo>
                    <a:pt x="61" y="5817"/>
                  </a:lnTo>
                  <a:lnTo>
                    <a:pt x="1" y="6318"/>
                  </a:lnTo>
                  <a:lnTo>
                    <a:pt x="1" y="6318"/>
                  </a:lnTo>
                  <a:lnTo>
                    <a:pt x="1" y="6819"/>
                  </a:lnTo>
                  <a:lnTo>
                    <a:pt x="1" y="6819"/>
                  </a:lnTo>
                  <a:lnTo>
                    <a:pt x="21" y="7401"/>
                  </a:lnTo>
                  <a:lnTo>
                    <a:pt x="81" y="7942"/>
                  </a:lnTo>
                  <a:lnTo>
                    <a:pt x="181" y="8484"/>
                  </a:lnTo>
                  <a:lnTo>
                    <a:pt x="342" y="9005"/>
                  </a:lnTo>
                  <a:lnTo>
                    <a:pt x="542" y="9507"/>
                  </a:lnTo>
                  <a:lnTo>
                    <a:pt x="763" y="9988"/>
                  </a:lnTo>
                  <a:lnTo>
                    <a:pt x="1044" y="10429"/>
                  </a:lnTo>
                  <a:lnTo>
                    <a:pt x="1344" y="10850"/>
                  </a:lnTo>
                  <a:lnTo>
                    <a:pt x="1505" y="11051"/>
                  </a:lnTo>
                  <a:lnTo>
                    <a:pt x="1685" y="11231"/>
                  </a:lnTo>
                  <a:lnTo>
                    <a:pt x="1866" y="11412"/>
                  </a:lnTo>
                  <a:lnTo>
                    <a:pt x="2066" y="11592"/>
                  </a:lnTo>
                  <a:lnTo>
                    <a:pt x="2267" y="11753"/>
                  </a:lnTo>
                  <a:lnTo>
                    <a:pt x="2488" y="11893"/>
                  </a:lnTo>
                  <a:lnTo>
                    <a:pt x="2688" y="12054"/>
                  </a:lnTo>
                  <a:lnTo>
                    <a:pt x="2929" y="12174"/>
                  </a:lnTo>
                  <a:lnTo>
                    <a:pt x="3149" y="12294"/>
                  </a:lnTo>
                  <a:lnTo>
                    <a:pt x="3410" y="12415"/>
                  </a:lnTo>
                  <a:lnTo>
                    <a:pt x="3651" y="12515"/>
                  </a:lnTo>
                  <a:lnTo>
                    <a:pt x="3911" y="12615"/>
                  </a:lnTo>
                  <a:lnTo>
                    <a:pt x="4172" y="12695"/>
                  </a:lnTo>
                  <a:lnTo>
                    <a:pt x="4453" y="12756"/>
                  </a:lnTo>
                  <a:lnTo>
                    <a:pt x="4734" y="12816"/>
                  </a:lnTo>
                  <a:lnTo>
                    <a:pt x="5014" y="12856"/>
                  </a:lnTo>
                  <a:lnTo>
                    <a:pt x="5014" y="12856"/>
                  </a:lnTo>
                  <a:lnTo>
                    <a:pt x="5215" y="12294"/>
                  </a:lnTo>
                  <a:lnTo>
                    <a:pt x="5415" y="11753"/>
                  </a:lnTo>
                  <a:lnTo>
                    <a:pt x="5616" y="11211"/>
                  </a:lnTo>
                  <a:lnTo>
                    <a:pt x="5857" y="10690"/>
                  </a:lnTo>
                  <a:lnTo>
                    <a:pt x="5857" y="10690"/>
                  </a:lnTo>
                  <a:lnTo>
                    <a:pt x="5536" y="10590"/>
                  </a:lnTo>
                  <a:lnTo>
                    <a:pt x="5235" y="10469"/>
                  </a:lnTo>
                  <a:lnTo>
                    <a:pt x="4954" y="10329"/>
                  </a:lnTo>
                  <a:lnTo>
                    <a:pt x="4694" y="10169"/>
                  </a:lnTo>
                  <a:lnTo>
                    <a:pt x="4453" y="9988"/>
                  </a:lnTo>
                  <a:lnTo>
                    <a:pt x="4232" y="9767"/>
                  </a:lnTo>
                  <a:lnTo>
                    <a:pt x="4032" y="9547"/>
                  </a:lnTo>
                  <a:lnTo>
                    <a:pt x="3851" y="9306"/>
                  </a:lnTo>
                  <a:lnTo>
                    <a:pt x="3691" y="9045"/>
                  </a:lnTo>
                  <a:lnTo>
                    <a:pt x="3570" y="8765"/>
                  </a:lnTo>
                  <a:lnTo>
                    <a:pt x="3450" y="8464"/>
                  </a:lnTo>
                  <a:lnTo>
                    <a:pt x="3350" y="8163"/>
                  </a:lnTo>
                  <a:lnTo>
                    <a:pt x="3290" y="7842"/>
                  </a:lnTo>
                  <a:lnTo>
                    <a:pt x="3250" y="7521"/>
                  </a:lnTo>
                  <a:lnTo>
                    <a:pt x="3230" y="7180"/>
                  </a:lnTo>
                  <a:lnTo>
                    <a:pt x="3250" y="6839"/>
                  </a:lnTo>
                  <a:lnTo>
                    <a:pt x="3250" y="6839"/>
                  </a:lnTo>
                  <a:lnTo>
                    <a:pt x="3290" y="6478"/>
                  </a:lnTo>
                  <a:lnTo>
                    <a:pt x="3370" y="6138"/>
                  </a:lnTo>
                  <a:lnTo>
                    <a:pt x="3370" y="6138"/>
                  </a:lnTo>
                  <a:lnTo>
                    <a:pt x="3350" y="5696"/>
                  </a:lnTo>
                  <a:lnTo>
                    <a:pt x="3370" y="5235"/>
                  </a:lnTo>
                  <a:lnTo>
                    <a:pt x="3430" y="4794"/>
                  </a:lnTo>
                  <a:lnTo>
                    <a:pt x="3510" y="4353"/>
                  </a:lnTo>
                  <a:lnTo>
                    <a:pt x="3631" y="3932"/>
                  </a:lnTo>
                  <a:lnTo>
                    <a:pt x="3791" y="3510"/>
                  </a:lnTo>
                  <a:lnTo>
                    <a:pt x="3972" y="3089"/>
                  </a:lnTo>
                  <a:lnTo>
                    <a:pt x="4172" y="2688"/>
                  </a:lnTo>
                  <a:lnTo>
                    <a:pt x="4413" y="2307"/>
                  </a:lnTo>
                  <a:lnTo>
                    <a:pt x="4673" y="1926"/>
                  </a:lnTo>
                  <a:lnTo>
                    <a:pt x="4954" y="1585"/>
                  </a:lnTo>
                  <a:lnTo>
                    <a:pt x="5275" y="1244"/>
                  </a:lnTo>
                  <a:lnTo>
                    <a:pt x="5596" y="903"/>
                  </a:lnTo>
                  <a:lnTo>
                    <a:pt x="5957" y="603"/>
                  </a:lnTo>
                  <a:lnTo>
                    <a:pt x="6338" y="322"/>
                  </a:lnTo>
                  <a:lnTo>
                    <a:pt x="6739" y="81"/>
                  </a:lnTo>
                  <a:lnTo>
                    <a:pt x="6739" y="81"/>
                  </a:lnTo>
                  <a:lnTo>
                    <a:pt x="6779" y="101"/>
                  </a:lnTo>
                  <a:lnTo>
                    <a:pt x="6839" y="101"/>
                  </a:lnTo>
                  <a:lnTo>
                    <a:pt x="6839" y="101"/>
                  </a:lnTo>
                  <a:lnTo>
                    <a:pt x="6940" y="81"/>
                  </a:lnTo>
                  <a:lnTo>
                    <a:pt x="7040" y="21"/>
                  </a:lnTo>
                  <a:lnTo>
                    <a:pt x="7040" y="21"/>
                  </a:lnTo>
                  <a:lnTo>
                    <a:pt x="685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26"/>
            <p:cNvSpPr/>
            <p:nvPr/>
          </p:nvSpPr>
          <p:spPr>
            <a:xfrm>
              <a:off x="11023200" y="3347825"/>
              <a:ext cx="69225" cy="113825"/>
            </a:xfrm>
            <a:custGeom>
              <a:avLst/>
              <a:gdLst/>
              <a:ahLst/>
              <a:cxnLst/>
              <a:rect l="l" t="t" r="r" b="b"/>
              <a:pathLst>
                <a:path w="2769" h="4553" extrusionOk="0">
                  <a:moveTo>
                    <a:pt x="141" y="1"/>
                  </a:moveTo>
                  <a:lnTo>
                    <a:pt x="61" y="341"/>
                  </a:lnTo>
                  <a:lnTo>
                    <a:pt x="21" y="702"/>
                  </a:lnTo>
                  <a:lnTo>
                    <a:pt x="1" y="1043"/>
                  </a:lnTo>
                  <a:lnTo>
                    <a:pt x="21" y="1384"/>
                  </a:lnTo>
                  <a:lnTo>
                    <a:pt x="61" y="1705"/>
                  </a:lnTo>
                  <a:lnTo>
                    <a:pt x="121" y="2026"/>
                  </a:lnTo>
                  <a:lnTo>
                    <a:pt x="221" y="2327"/>
                  </a:lnTo>
                  <a:lnTo>
                    <a:pt x="341" y="2628"/>
                  </a:lnTo>
                  <a:lnTo>
                    <a:pt x="462" y="2908"/>
                  </a:lnTo>
                  <a:lnTo>
                    <a:pt x="622" y="3169"/>
                  </a:lnTo>
                  <a:lnTo>
                    <a:pt x="803" y="3410"/>
                  </a:lnTo>
                  <a:lnTo>
                    <a:pt x="1003" y="3630"/>
                  </a:lnTo>
                  <a:lnTo>
                    <a:pt x="1224" y="3851"/>
                  </a:lnTo>
                  <a:lnTo>
                    <a:pt x="1465" y="4032"/>
                  </a:lnTo>
                  <a:lnTo>
                    <a:pt x="1725" y="4192"/>
                  </a:lnTo>
                  <a:lnTo>
                    <a:pt x="2006" y="4332"/>
                  </a:lnTo>
                  <a:lnTo>
                    <a:pt x="2307" y="4453"/>
                  </a:lnTo>
                  <a:lnTo>
                    <a:pt x="2628" y="4553"/>
                  </a:lnTo>
                  <a:lnTo>
                    <a:pt x="2768" y="4212"/>
                  </a:lnTo>
                  <a:lnTo>
                    <a:pt x="2507" y="4072"/>
                  </a:lnTo>
                  <a:lnTo>
                    <a:pt x="2267" y="3911"/>
                  </a:lnTo>
                  <a:lnTo>
                    <a:pt x="2026" y="3751"/>
                  </a:lnTo>
                  <a:lnTo>
                    <a:pt x="1805" y="3570"/>
                  </a:lnTo>
                  <a:lnTo>
                    <a:pt x="1585" y="3390"/>
                  </a:lnTo>
                  <a:lnTo>
                    <a:pt x="1384" y="3169"/>
                  </a:lnTo>
                  <a:lnTo>
                    <a:pt x="1204" y="2949"/>
                  </a:lnTo>
                  <a:lnTo>
                    <a:pt x="1043" y="2708"/>
                  </a:lnTo>
                  <a:lnTo>
                    <a:pt x="843" y="2367"/>
                  </a:lnTo>
                  <a:lnTo>
                    <a:pt x="682" y="2046"/>
                  </a:lnTo>
                  <a:lnTo>
                    <a:pt x="542" y="1705"/>
                  </a:lnTo>
                  <a:lnTo>
                    <a:pt x="402" y="1364"/>
                  </a:lnTo>
                  <a:lnTo>
                    <a:pt x="301" y="1023"/>
                  </a:lnTo>
                  <a:lnTo>
                    <a:pt x="241" y="682"/>
                  </a:lnTo>
                  <a:lnTo>
                    <a:pt x="181" y="341"/>
                  </a:lnTo>
                  <a:lnTo>
                    <a:pt x="14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26"/>
            <p:cNvSpPr/>
            <p:nvPr/>
          </p:nvSpPr>
          <p:spPr>
            <a:xfrm>
              <a:off x="11593750" y="3194400"/>
              <a:ext cx="315875" cy="322925"/>
            </a:xfrm>
            <a:custGeom>
              <a:avLst/>
              <a:gdLst/>
              <a:ahLst/>
              <a:cxnLst/>
              <a:rect l="l" t="t" r="r" b="b"/>
              <a:pathLst>
                <a:path w="12635" h="12917" extrusionOk="0">
                  <a:moveTo>
                    <a:pt x="5816" y="1"/>
                  </a:moveTo>
                  <a:lnTo>
                    <a:pt x="5516" y="21"/>
                  </a:lnTo>
                  <a:lnTo>
                    <a:pt x="5195" y="41"/>
                  </a:lnTo>
                  <a:lnTo>
                    <a:pt x="4894" y="81"/>
                  </a:lnTo>
                  <a:lnTo>
                    <a:pt x="4613" y="121"/>
                  </a:lnTo>
                  <a:lnTo>
                    <a:pt x="4312" y="201"/>
                  </a:lnTo>
                  <a:lnTo>
                    <a:pt x="4031" y="282"/>
                  </a:lnTo>
                  <a:lnTo>
                    <a:pt x="3751" y="382"/>
                  </a:lnTo>
                  <a:lnTo>
                    <a:pt x="3490" y="482"/>
                  </a:lnTo>
                  <a:lnTo>
                    <a:pt x="3229" y="603"/>
                  </a:lnTo>
                  <a:lnTo>
                    <a:pt x="2969" y="743"/>
                  </a:lnTo>
                  <a:lnTo>
                    <a:pt x="2728" y="903"/>
                  </a:lnTo>
                  <a:lnTo>
                    <a:pt x="2487" y="1064"/>
                  </a:lnTo>
                  <a:lnTo>
                    <a:pt x="2267" y="1224"/>
                  </a:lnTo>
                  <a:lnTo>
                    <a:pt x="2046" y="1405"/>
                  </a:lnTo>
                  <a:lnTo>
                    <a:pt x="1825" y="1605"/>
                  </a:lnTo>
                  <a:lnTo>
                    <a:pt x="1625" y="1806"/>
                  </a:lnTo>
                  <a:lnTo>
                    <a:pt x="1444" y="2006"/>
                  </a:lnTo>
                  <a:lnTo>
                    <a:pt x="1264" y="2227"/>
                  </a:lnTo>
                  <a:lnTo>
                    <a:pt x="1083" y="2448"/>
                  </a:lnTo>
                  <a:lnTo>
                    <a:pt x="943" y="2688"/>
                  </a:lnTo>
                  <a:lnTo>
                    <a:pt x="783" y="2929"/>
                  </a:lnTo>
                  <a:lnTo>
                    <a:pt x="662" y="3190"/>
                  </a:lnTo>
                  <a:lnTo>
                    <a:pt x="542" y="3430"/>
                  </a:lnTo>
                  <a:lnTo>
                    <a:pt x="422" y="3691"/>
                  </a:lnTo>
                  <a:lnTo>
                    <a:pt x="341" y="3952"/>
                  </a:lnTo>
                  <a:lnTo>
                    <a:pt x="261" y="4232"/>
                  </a:lnTo>
                  <a:lnTo>
                    <a:pt x="181" y="4493"/>
                  </a:lnTo>
                  <a:lnTo>
                    <a:pt x="121" y="4854"/>
                  </a:lnTo>
                  <a:lnTo>
                    <a:pt x="61" y="5195"/>
                  </a:lnTo>
                  <a:lnTo>
                    <a:pt x="41" y="5556"/>
                  </a:lnTo>
                  <a:lnTo>
                    <a:pt x="21" y="5897"/>
                  </a:lnTo>
                  <a:lnTo>
                    <a:pt x="1" y="6238"/>
                  </a:lnTo>
                  <a:lnTo>
                    <a:pt x="21" y="6599"/>
                  </a:lnTo>
                  <a:lnTo>
                    <a:pt x="61" y="6940"/>
                  </a:lnTo>
                  <a:lnTo>
                    <a:pt x="101" y="7281"/>
                  </a:lnTo>
                  <a:lnTo>
                    <a:pt x="161" y="7622"/>
                  </a:lnTo>
                  <a:lnTo>
                    <a:pt x="221" y="7963"/>
                  </a:lnTo>
                  <a:lnTo>
                    <a:pt x="321" y="8283"/>
                  </a:lnTo>
                  <a:lnTo>
                    <a:pt x="422" y="8624"/>
                  </a:lnTo>
                  <a:lnTo>
                    <a:pt x="542" y="8925"/>
                  </a:lnTo>
                  <a:lnTo>
                    <a:pt x="682" y="9246"/>
                  </a:lnTo>
                  <a:lnTo>
                    <a:pt x="843" y="9547"/>
                  </a:lnTo>
                  <a:lnTo>
                    <a:pt x="1003" y="9848"/>
                  </a:lnTo>
                  <a:lnTo>
                    <a:pt x="1184" y="10128"/>
                  </a:lnTo>
                  <a:lnTo>
                    <a:pt x="1384" y="10409"/>
                  </a:lnTo>
                  <a:lnTo>
                    <a:pt x="1605" y="10670"/>
                  </a:lnTo>
                  <a:lnTo>
                    <a:pt x="1825" y="10931"/>
                  </a:lnTo>
                  <a:lnTo>
                    <a:pt x="2066" y="11171"/>
                  </a:lnTo>
                  <a:lnTo>
                    <a:pt x="2327" y="11392"/>
                  </a:lnTo>
                  <a:lnTo>
                    <a:pt x="2608" y="11612"/>
                  </a:lnTo>
                  <a:lnTo>
                    <a:pt x="2888" y="11813"/>
                  </a:lnTo>
                  <a:lnTo>
                    <a:pt x="3189" y="12014"/>
                  </a:lnTo>
                  <a:lnTo>
                    <a:pt x="3510" y="12174"/>
                  </a:lnTo>
                  <a:lnTo>
                    <a:pt x="3831" y="12334"/>
                  </a:lnTo>
                  <a:lnTo>
                    <a:pt x="4192" y="12475"/>
                  </a:lnTo>
                  <a:lnTo>
                    <a:pt x="4553" y="12595"/>
                  </a:lnTo>
                  <a:lnTo>
                    <a:pt x="4914" y="12695"/>
                  </a:lnTo>
                  <a:lnTo>
                    <a:pt x="5315" y="12776"/>
                  </a:lnTo>
                  <a:lnTo>
                    <a:pt x="5716" y="12856"/>
                  </a:lnTo>
                  <a:lnTo>
                    <a:pt x="6137" y="12896"/>
                  </a:lnTo>
                  <a:lnTo>
                    <a:pt x="6558" y="12916"/>
                  </a:lnTo>
                  <a:lnTo>
                    <a:pt x="6959" y="12916"/>
                  </a:lnTo>
                  <a:lnTo>
                    <a:pt x="7361" y="12896"/>
                  </a:lnTo>
                  <a:lnTo>
                    <a:pt x="7742" y="12836"/>
                  </a:lnTo>
                  <a:lnTo>
                    <a:pt x="8103" y="12776"/>
                  </a:lnTo>
                  <a:lnTo>
                    <a:pt x="8464" y="12695"/>
                  </a:lnTo>
                  <a:lnTo>
                    <a:pt x="8804" y="12575"/>
                  </a:lnTo>
                  <a:lnTo>
                    <a:pt x="9145" y="12455"/>
                  </a:lnTo>
                  <a:lnTo>
                    <a:pt x="9466" y="12294"/>
                  </a:lnTo>
                  <a:lnTo>
                    <a:pt x="9767" y="12134"/>
                  </a:lnTo>
                  <a:lnTo>
                    <a:pt x="10068" y="11953"/>
                  </a:lnTo>
                  <a:lnTo>
                    <a:pt x="10349" y="11753"/>
                  </a:lnTo>
                  <a:lnTo>
                    <a:pt x="10609" y="11552"/>
                  </a:lnTo>
                  <a:lnTo>
                    <a:pt x="10850" y="11312"/>
                  </a:lnTo>
                  <a:lnTo>
                    <a:pt x="11091" y="11071"/>
                  </a:lnTo>
                  <a:lnTo>
                    <a:pt x="11291" y="10830"/>
                  </a:lnTo>
                  <a:lnTo>
                    <a:pt x="11472" y="10590"/>
                  </a:lnTo>
                  <a:lnTo>
                    <a:pt x="11652" y="10349"/>
                  </a:lnTo>
                  <a:lnTo>
                    <a:pt x="11813" y="10088"/>
                  </a:lnTo>
                  <a:lnTo>
                    <a:pt x="11953" y="9808"/>
                  </a:lnTo>
                  <a:lnTo>
                    <a:pt x="12093" y="9527"/>
                  </a:lnTo>
                  <a:lnTo>
                    <a:pt x="12214" y="9226"/>
                  </a:lnTo>
                  <a:lnTo>
                    <a:pt x="12314" y="8945"/>
                  </a:lnTo>
                  <a:lnTo>
                    <a:pt x="12394" y="8624"/>
                  </a:lnTo>
                  <a:lnTo>
                    <a:pt x="12474" y="8324"/>
                  </a:lnTo>
                  <a:lnTo>
                    <a:pt x="12535" y="8003"/>
                  </a:lnTo>
                  <a:lnTo>
                    <a:pt x="12595" y="7662"/>
                  </a:lnTo>
                  <a:lnTo>
                    <a:pt x="12615" y="7341"/>
                  </a:lnTo>
                  <a:lnTo>
                    <a:pt x="12635" y="7000"/>
                  </a:lnTo>
                  <a:lnTo>
                    <a:pt x="12635" y="6659"/>
                  </a:lnTo>
                  <a:lnTo>
                    <a:pt x="12615" y="6318"/>
                  </a:lnTo>
                  <a:lnTo>
                    <a:pt x="12575" y="5877"/>
                  </a:lnTo>
                  <a:lnTo>
                    <a:pt x="12494" y="5436"/>
                  </a:lnTo>
                  <a:lnTo>
                    <a:pt x="12374" y="5015"/>
                  </a:lnTo>
                  <a:lnTo>
                    <a:pt x="12214" y="4593"/>
                  </a:lnTo>
                  <a:lnTo>
                    <a:pt x="12033" y="4172"/>
                  </a:lnTo>
                  <a:lnTo>
                    <a:pt x="11833" y="3771"/>
                  </a:lnTo>
                  <a:lnTo>
                    <a:pt x="11592" y="3370"/>
                  </a:lnTo>
                  <a:lnTo>
                    <a:pt x="11331" y="2989"/>
                  </a:lnTo>
                  <a:lnTo>
                    <a:pt x="11030" y="2628"/>
                  </a:lnTo>
                  <a:lnTo>
                    <a:pt x="10730" y="2267"/>
                  </a:lnTo>
                  <a:lnTo>
                    <a:pt x="10389" y="1946"/>
                  </a:lnTo>
                  <a:lnTo>
                    <a:pt x="10028" y="1625"/>
                  </a:lnTo>
                  <a:lnTo>
                    <a:pt x="9647" y="1345"/>
                  </a:lnTo>
                  <a:lnTo>
                    <a:pt x="9246" y="1084"/>
                  </a:lnTo>
                  <a:lnTo>
                    <a:pt x="8825" y="843"/>
                  </a:lnTo>
                  <a:lnTo>
                    <a:pt x="8403" y="623"/>
                  </a:lnTo>
                  <a:lnTo>
                    <a:pt x="7922" y="422"/>
                  </a:lnTo>
                  <a:lnTo>
                    <a:pt x="7421" y="262"/>
                  </a:lnTo>
                  <a:lnTo>
                    <a:pt x="7100" y="161"/>
                  </a:lnTo>
                  <a:lnTo>
                    <a:pt x="6779" y="101"/>
                  </a:lnTo>
                  <a:lnTo>
                    <a:pt x="6458" y="61"/>
                  </a:lnTo>
                  <a:lnTo>
                    <a:pt x="6137" y="21"/>
                  </a:lnTo>
                  <a:lnTo>
                    <a:pt x="58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26"/>
            <p:cNvSpPr/>
            <p:nvPr/>
          </p:nvSpPr>
          <p:spPr>
            <a:xfrm>
              <a:off x="11593750" y="3194400"/>
              <a:ext cx="315875" cy="322925"/>
            </a:xfrm>
            <a:custGeom>
              <a:avLst/>
              <a:gdLst/>
              <a:ahLst/>
              <a:cxnLst/>
              <a:rect l="l" t="t" r="r" b="b"/>
              <a:pathLst>
                <a:path w="12635" h="12917" fill="none" extrusionOk="0">
                  <a:moveTo>
                    <a:pt x="11091" y="11071"/>
                  </a:moveTo>
                  <a:lnTo>
                    <a:pt x="11091" y="11071"/>
                  </a:lnTo>
                  <a:lnTo>
                    <a:pt x="10850" y="11312"/>
                  </a:lnTo>
                  <a:lnTo>
                    <a:pt x="10609" y="11552"/>
                  </a:lnTo>
                  <a:lnTo>
                    <a:pt x="10349" y="11753"/>
                  </a:lnTo>
                  <a:lnTo>
                    <a:pt x="10068" y="11953"/>
                  </a:lnTo>
                  <a:lnTo>
                    <a:pt x="9767" y="12134"/>
                  </a:lnTo>
                  <a:lnTo>
                    <a:pt x="9466" y="12294"/>
                  </a:lnTo>
                  <a:lnTo>
                    <a:pt x="9145" y="12455"/>
                  </a:lnTo>
                  <a:lnTo>
                    <a:pt x="8804" y="12575"/>
                  </a:lnTo>
                  <a:lnTo>
                    <a:pt x="8464" y="12695"/>
                  </a:lnTo>
                  <a:lnTo>
                    <a:pt x="8103" y="12776"/>
                  </a:lnTo>
                  <a:lnTo>
                    <a:pt x="7742" y="12836"/>
                  </a:lnTo>
                  <a:lnTo>
                    <a:pt x="7361" y="12896"/>
                  </a:lnTo>
                  <a:lnTo>
                    <a:pt x="6959" y="12916"/>
                  </a:lnTo>
                  <a:lnTo>
                    <a:pt x="6558" y="12916"/>
                  </a:lnTo>
                  <a:lnTo>
                    <a:pt x="6137" y="12896"/>
                  </a:lnTo>
                  <a:lnTo>
                    <a:pt x="5716" y="12856"/>
                  </a:lnTo>
                  <a:lnTo>
                    <a:pt x="5716" y="12856"/>
                  </a:lnTo>
                  <a:lnTo>
                    <a:pt x="5315" y="12776"/>
                  </a:lnTo>
                  <a:lnTo>
                    <a:pt x="4914" y="12695"/>
                  </a:lnTo>
                  <a:lnTo>
                    <a:pt x="4553" y="12595"/>
                  </a:lnTo>
                  <a:lnTo>
                    <a:pt x="4192" y="12475"/>
                  </a:lnTo>
                  <a:lnTo>
                    <a:pt x="3831" y="12334"/>
                  </a:lnTo>
                  <a:lnTo>
                    <a:pt x="3510" y="12174"/>
                  </a:lnTo>
                  <a:lnTo>
                    <a:pt x="3189" y="12014"/>
                  </a:lnTo>
                  <a:lnTo>
                    <a:pt x="2888" y="11813"/>
                  </a:lnTo>
                  <a:lnTo>
                    <a:pt x="2608" y="11612"/>
                  </a:lnTo>
                  <a:lnTo>
                    <a:pt x="2327" y="11392"/>
                  </a:lnTo>
                  <a:lnTo>
                    <a:pt x="2066" y="11171"/>
                  </a:lnTo>
                  <a:lnTo>
                    <a:pt x="1825" y="10931"/>
                  </a:lnTo>
                  <a:lnTo>
                    <a:pt x="1605" y="10670"/>
                  </a:lnTo>
                  <a:lnTo>
                    <a:pt x="1384" y="10409"/>
                  </a:lnTo>
                  <a:lnTo>
                    <a:pt x="1184" y="10128"/>
                  </a:lnTo>
                  <a:lnTo>
                    <a:pt x="1003" y="9848"/>
                  </a:lnTo>
                  <a:lnTo>
                    <a:pt x="843" y="9547"/>
                  </a:lnTo>
                  <a:lnTo>
                    <a:pt x="682" y="9246"/>
                  </a:lnTo>
                  <a:lnTo>
                    <a:pt x="542" y="8925"/>
                  </a:lnTo>
                  <a:lnTo>
                    <a:pt x="422" y="8624"/>
                  </a:lnTo>
                  <a:lnTo>
                    <a:pt x="321" y="8283"/>
                  </a:lnTo>
                  <a:lnTo>
                    <a:pt x="221" y="7963"/>
                  </a:lnTo>
                  <a:lnTo>
                    <a:pt x="161" y="7622"/>
                  </a:lnTo>
                  <a:lnTo>
                    <a:pt x="101" y="7281"/>
                  </a:lnTo>
                  <a:lnTo>
                    <a:pt x="61" y="6940"/>
                  </a:lnTo>
                  <a:lnTo>
                    <a:pt x="21" y="6599"/>
                  </a:lnTo>
                  <a:lnTo>
                    <a:pt x="1" y="6238"/>
                  </a:lnTo>
                  <a:lnTo>
                    <a:pt x="21" y="5897"/>
                  </a:lnTo>
                  <a:lnTo>
                    <a:pt x="41" y="5556"/>
                  </a:lnTo>
                  <a:lnTo>
                    <a:pt x="61" y="5195"/>
                  </a:lnTo>
                  <a:lnTo>
                    <a:pt x="121" y="4854"/>
                  </a:lnTo>
                  <a:lnTo>
                    <a:pt x="181" y="4493"/>
                  </a:lnTo>
                  <a:lnTo>
                    <a:pt x="181" y="4493"/>
                  </a:lnTo>
                  <a:lnTo>
                    <a:pt x="261" y="4232"/>
                  </a:lnTo>
                  <a:lnTo>
                    <a:pt x="341" y="3952"/>
                  </a:lnTo>
                  <a:lnTo>
                    <a:pt x="422" y="3691"/>
                  </a:lnTo>
                  <a:lnTo>
                    <a:pt x="542" y="3430"/>
                  </a:lnTo>
                  <a:lnTo>
                    <a:pt x="662" y="3190"/>
                  </a:lnTo>
                  <a:lnTo>
                    <a:pt x="783" y="2929"/>
                  </a:lnTo>
                  <a:lnTo>
                    <a:pt x="943" y="2688"/>
                  </a:lnTo>
                  <a:lnTo>
                    <a:pt x="1083" y="2448"/>
                  </a:lnTo>
                  <a:lnTo>
                    <a:pt x="1264" y="2227"/>
                  </a:lnTo>
                  <a:lnTo>
                    <a:pt x="1444" y="2006"/>
                  </a:lnTo>
                  <a:lnTo>
                    <a:pt x="1625" y="1806"/>
                  </a:lnTo>
                  <a:lnTo>
                    <a:pt x="1825" y="1605"/>
                  </a:lnTo>
                  <a:lnTo>
                    <a:pt x="2046" y="1405"/>
                  </a:lnTo>
                  <a:lnTo>
                    <a:pt x="2267" y="1224"/>
                  </a:lnTo>
                  <a:lnTo>
                    <a:pt x="2487" y="1064"/>
                  </a:lnTo>
                  <a:lnTo>
                    <a:pt x="2728" y="903"/>
                  </a:lnTo>
                  <a:lnTo>
                    <a:pt x="2969" y="743"/>
                  </a:lnTo>
                  <a:lnTo>
                    <a:pt x="3229" y="603"/>
                  </a:lnTo>
                  <a:lnTo>
                    <a:pt x="3490" y="482"/>
                  </a:lnTo>
                  <a:lnTo>
                    <a:pt x="3751" y="382"/>
                  </a:lnTo>
                  <a:lnTo>
                    <a:pt x="4031" y="282"/>
                  </a:lnTo>
                  <a:lnTo>
                    <a:pt x="4312" y="201"/>
                  </a:lnTo>
                  <a:lnTo>
                    <a:pt x="4613" y="121"/>
                  </a:lnTo>
                  <a:lnTo>
                    <a:pt x="4894" y="81"/>
                  </a:lnTo>
                  <a:lnTo>
                    <a:pt x="5195" y="41"/>
                  </a:lnTo>
                  <a:lnTo>
                    <a:pt x="5516" y="21"/>
                  </a:lnTo>
                  <a:lnTo>
                    <a:pt x="5816" y="1"/>
                  </a:lnTo>
                  <a:lnTo>
                    <a:pt x="6137" y="21"/>
                  </a:lnTo>
                  <a:lnTo>
                    <a:pt x="6458" y="61"/>
                  </a:lnTo>
                  <a:lnTo>
                    <a:pt x="6779" y="101"/>
                  </a:lnTo>
                  <a:lnTo>
                    <a:pt x="7100" y="161"/>
                  </a:lnTo>
                  <a:lnTo>
                    <a:pt x="7421" y="262"/>
                  </a:lnTo>
                  <a:lnTo>
                    <a:pt x="7421" y="262"/>
                  </a:lnTo>
                  <a:lnTo>
                    <a:pt x="7922" y="422"/>
                  </a:lnTo>
                  <a:lnTo>
                    <a:pt x="8403" y="623"/>
                  </a:lnTo>
                  <a:lnTo>
                    <a:pt x="8403" y="623"/>
                  </a:lnTo>
                  <a:lnTo>
                    <a:pt x="8825" y="843"/>
                  </a:lnTo>
                  <a:lnTo>
                    <a:pt x="9246" y="1084"/>
                  </a:lnTo>
                  <a:lnTo>
                    <a:pt x="9647" y="1345"/>
                  </a:lnTo>
                  <a:lnTo>
                    <a:pt x="10028" y="1625"/>
                  </a:lnTo>
                  <a:lnTo>
                    <a:pt x="10389" y="1946"/>
                  </a:lnTo>
                  <a:lnTo>
                    <a:pt x="10730" y="2267"/>
                  </a:lnTo>
                  <a:lnTo>
                    <a:pt x="11030" y="2628"/>
                  </a:lnTo>
                  <a:lnTo>
                    <a:pt x="11331" y="2989"/>
                  </a:lnTo>
                  <a:lnTo>
                    <a:pt x="11592" y="3370"/>
                  </a:lnTo>
                  <a:lnTo>
                    <a:pt x="11833" y="3771"/>
                  </a:lnTo>
                  <a:lnTo>
                    <a:pt x="12033" y="4172"/>
                  </a:lnTo>
                  <a:lnTo>
                    <a:pt x="12214" y="4593"/>
                  </a:lnTo>
                  <a:lnTo>
                    <a:pt x="12374" y="5015"/>
                  </a:lnTo>
                  <a:lnTo>
                    <a:pt x="12494" y="5436"/>
                  </a:lnTo>
                  <a:lnTo>
                    <a:pt x="12575" y="5877"/>
                  </a:lnTo>
                  <a:lnTo>
                    <a:pt x="12615" y="6318"/>
                  </a:lnTo>
                  <a:lnTo>
                    <a:pt x="12615" y="6318"/>
                  </a:lnTo>
                  <a:lnTo>
                    <a:pt x="12635" y="6659"/>
                  </a:lnTo>
                  <a:lnTo>
                    <a:pt x="12635" y="7000"/>
                  </a:lnTo>
                  <a:lnTo>
                    <a:pt x="12615" y="7341"/>
                  </a:lnTo>
                  <a:lnTo>
                    <a:pt x="12595" y="7662"/>
                  </a:lnTo>
                  <a:lnTo>
                    <a:pt x="12535" y="8003"/>
                  </a:lnTo>
                  <a:lnTo>
                    <a:pt x="12474" y="8324"/>
                  </a:lnTo>
                  <a:lnTo>
                    <a:pt x="12394" y="8624"/>
                  </a:lnTo>
                  <a:lnTo>
                    <a:pt x="12314" y="8945"/>
                  </a:lnTo>
                  <a:lnTo>
                    <a:pt x="12214" y="9226"/>
                  </a:lnTo>
                  <a:lnTo>
                    <a:pt x="12093" y="9527"/>
                  </a:lnTo>
                  <a:lnTo>
                    <a:pt x="11953" y="9808"/>
                  </a:lnTo>
                  <a:lnTo>
                    <a:pt x="11813" y="10088"/>
                  </a:lnTo>
                  <a:lnTo>
                    <a:pt x="11652" y="10349"/>
                  </a:lnTo>
                  <a:lnTo>
                    <a:pt x="11472" y="10590"/>
                  </a:lnTo>
                  <a:lnTo>
                    <a:pt x="11291" y="10830"/>
                  </a:lnTo>
                  <a:lnTo>
                    <a:pt x="11091" y="1107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26"/>
            <p:cNvSpPr/>
            <p:nvPr/>
          </p:nvSpPr>
          <p:spPr>
            <a:xfrm>
              <a:off x="11639875" y="3271125"/>
              <a:ext cx="188550" cy="193050"/>
            </a:xfrm>
            <a:custGeom>
              <a:avLst/>
              <a:gdLst/>
              <a:ahLst/>
              <a:cxnLst/>
              <a:rect l="l" t="t" r="r" b="b"/>
              <a:pathLst>
                <a:path w="7542" h="7722" extrusionOk="0">
                  <a:moveTo>
                    <a:pt x="3289" y="0"/>
                  </a:moveTo>
                  <a:lnTo>
                    <a:pt x="2928" y="40"/>
                  </a:lnTo>
                  <a:lnTo>
                    <a:pt x="2568" y="121"/>
                  </a:lnTo>
                  <a:lnTo>
                    <a:pt x="2227" y="221"/>
                  </a:lnTo>
                  <a:lnTo>
                    <a:pt x="1926" y="361"/>
                  </a:lnTo>
                  <a:lnTo>
                    <a:pt x="1625" y="522"/>
                  </a:lnTo>
                  <a:lnTo>
                    <a:pt x="1344" y="722"/>
                  </a:lnTo>
                  <a:lnTo>
                    <a:pt x="1083" y="963"/>
                  </a:lnTo>
                  <a:lnTo>
                    <a:pt x="843" y="1203"/>
                  </a:lnTo>
                  <a:lnTo>
                    <a:pt x="642" y="1464"/>
                  </a:lnTo>
                  <a:lnTo>
                    <a:pt x="462" y="1745"/>
                  </a:lnTo>
                  <a:lnTo>
                    <a:pt x="301" y="2046"/>
                  </a:lnTo>
                  <a:lnTo>
                    <a:pt x="181" y="2367"/>
                  </a:lnTo>
                  <a:lnTo>
                    <a:pt x="101" y="2688"/>
                  </a:lnTo>
                  <a:lnTo>
                    <a:pt x="21" y="3109"/>
                  </a:lnTo>
                  <a:lnTo>
                    <a:pt x="1" y="3530"/>
                  </a:lnTo>
                  <a:lnTo>
                    <a:pt x="1" y="3951"/>
                  </a:lnTo>
                  <a:lnTo>
                    <a:pt x="41" y="4352"/>
                  </a:lnTo>
                  <a:lnTo>
                    <a:pt x="121" y="4753"/>
                  </a:lnTo>
                  <a:lnTo>
                    <a:pt x="241" y="5154"/>
                  </a:lnTo>
                  <a:lnTo>
                    <a:pt x="402" y="5535"/>
                  </a:lnTo>
                  <a:lnTo>
                    <a:pt x="582" y="5876"/>
                  </a:lnTo>
                  <a:lnTo>
                    <a:pt x="823" y="6217"/>
                  </a:lnTo>
                  <a:lnTo>
                    <a:pt x="1083" y="6538"/>
                  </a:lnTo>
                  <a:lnTo>
                    <a:pt x="1384" y="6819"/>
                  </a:lnTo>
                  <a:lnTo>
                    <a:pt x="1545" y="6939"/>
                  </a:lnTo>
                  <a:lnTo>
                    <a:pt x="1725" y="7059"/>
                  </a:lnTo>
                  <a:lnTo>
                    <a:pt x="1906" y="7180"/>
                  </a:lnTo>
                  <a:lnTo>
                    <a:pt x="2086" y="7280"/>
                  </a:lnTo>
                  <a:lnTo>
                    <a:pt x="2287" y="7380"/>
                  </a:lnTo>
                  <a:lnTo>
                    <a:pt x="2487" y="7461"/>
                  </a:lnTo>
                  <a:lnTo>
                    <a:pt x="2708" y="7521"/>
                  </a:lnTo>
                  <a:lnTo>
                    <a:pt x="2928" y="7581"/>
                  </a:lnTo>
                  <a:lnTo>
                    <a:pt x="3169" y="7641"/>
                  </a:lnTo>
                  <a:lnTo>
                    <a:pt x="3410" y="7681"/>
                  </a:lnTo>
                  <a:lnTo>
                    <a:pt x="3650" y="7701"/>
                  </a:lnTo>
                  <a:lnTo>
                    <a:pt x="3891" y="7721"/>
                  </a:lnTo>
                  <a:lnTo>
                    <a:pt x="4112" y="7721"/>
                  </a:lnTo>
                  <a:lnTo>
                    <a:pt x="4332" y="7701"/>
                  </a:lnTo>
                  <a:lnTo>
                    <a:pt x="4553" y="7681"/>
                  </a:lnTo>
                  <a:lnTo>
                    <a:pt x="4774" y="7641"/>
                  </a:lnTo>
                  <a:lnTo>
                    <a:pt x="4974" y="7601"/>
                  </a:lnTo>
                  <a:lnTo>
                    <a:pt x="5175" y="7541"/>
                  </a:lnTo>
                  <a:lnTo>
                    <a:pt x="5375" y="7481"/>
                  </a:lnTo>
                  <a:lnTo>
                    <a:pt x="5556" y="7400"/>
                  </a:lnTo>
                  <a:lnTo>
                    <a:pt x="5897" y="7220"/>
                  </a:lnTo>
                  <a:lnTo>
                    <a:pt x="6217" y="6999"/>
                  </a:lnTo>
                  <a:lnTo>
                    <a:pt x="6498" y="6739"/>
                  </a:lnTo>
                  <a:lnTo>
                    <a:pt x="6759" y="6458"/>
                  </a:lnTo>
                  <a:lnTo>
                    <a:pt x="6980" y="6137"/>
                  </a:lnTo>
                  <a:lnTo>
                    <a:pt x="7180" y="5796"/>
                  </a:lnTo>
                  <a:lnTo>
                    <a:pt x="7320" y="5415"/>
                  </a:lnTo>
                  <a:lnTo>
                    <a:pt x="7441" y="5034"/>
                  </a:lnTo>
                  <a:lnTo>
                    <a:pt x="7501" y="4633"/>
                  </a:lnTo>
                  <a:lnTo>
                    <a:pt x="7541" y="4212"/>
                  </a:lnTo>
                  <a:lnTo>
                    <a:pt x="7541" y="3770"/>
                  </a:lnTo>
                  <a:lnTo>
                    <a:pt x="7501" y="3470"/>
                  </a:lnTo>
                  <a:lnTo>
                    <a:pt x="7441" y="3189"/>
                  </a:lnTo>
                  <a:lnTo>
                    <a:pt x="7361" y="2888"/>
                  </a:lnTo>
                  <a:lnTo>
                    <a:pt x="7240" y="2607"/>
                  </a:lnTo>
                  <a:lnTo>
                    <a:pt x="7100" y="2327"/>
                  </a:lnTo>
                  <a:lnTo>
                    <a:pt x="6959" y="2066"/>
                  </a:lnTo>
                  <a:lnTo>
                    <a:pt x="6779" y="1805"/>
                  </a:lnTo>
                  <a:lnTo>
                    <a:pt x="6578" y="1544"/>
                  </a:lnTo>
                  <a:lnTo>
                    <a:pt x="6358" y="1324"/>
                  </a:lnTo>
                  <a:lnTo>
                    <a:pt x="6117" y="1103"/>
                  </a:lnTo>
                  <a:lnTo>
                    <a:pt x="5877" y="883"/>
                  </a:lnTo>
                  <a:lnTo>
                    <a:pt x="5616" y="702"/>
                  </a:lnTo>
                  <a:lnTo>
                    <a:pt x="5335" y="522"/>
                  </a:lnTo>
                  <a:lnTo>
                    <a:pt x="5034" y="381"/>
                  </a:lnTo>
                  <a:lnTo>
                    <a:pt x="4733" y="261"/>
                  </a:lnTo>
                  <a:lnTo>
                    <a:pt x="4433" y="141"/>
                  </a:lnTo>
                  <a:lnTo>
                    <a:pt x="4031" y="60"/>
                  </a:lnTo>
                  <a:lnTo>
                    <a:pt x="36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26"/>
            <p:cNvSpPr/>
            <p:nvPr/>
          </p:nvSpPr>
          <p:spPr>
            <a:xfrm>
              <a:off x="11639875" y="3271125"/>
              <a:ext cx="188550" cy="193050"/>
            </a:xfrm>
            <a:custGeom>
              <a:avLst/>
              <a:gdLst/>
              <a:ahLst/>
              <a:cxnLst/>
              <a:rect l="l" t="t" r="r" b="b"/>
              <a:pathLst>
                <a:path w="7542" h="7722" fill="none" extrusionOk="0">
                  <a:moveTo>
                    <a:pt x="7541" y="3770"/>
                  </a:moveTo>
                  <a:lnTo>
                    <a:pt x="7541" y="3770"/>
                  </a:lnTo>
                  <a:lnTo>
                    <a:pt x="7541" y="4212"/>
                  </a:lnTo>
                  <a:lnTo>
                    <a:pt x="7501" y="4633"/>
                  </a:lnTo>
                  <a:lnTo>
                    <a:pt x="7441" y="5034"/>
                  </a:lnTo>
                  <a:lnTo>
                    <a:pt x="7320" y="5415"/>
                  </a:lnTo>
                  <a:lnTo>
                    <a:pt x="7180" y="5796"/>
                  </a:lnTo>
                  <a:lnTo>
                    <a:pt x="6980" y="6137"/>
                  </a:lnTo>
                  <a:lnTo>
                    <a:pt x="6759" y="6458"/>
                  </a:lnTo>
                  <a:lnTo>
                    <a:pt x="6498" y="6739"/>
                  </a:lnTo>
                  <a:lnTo>
                    <a:pt x="6217" y="6999"/>
                  </a:lnTo>
                  <a:lnTo>
                    <a:pt x="5897" y="7220"/>
                  </a:lnTo>
                  <a:lnTo>
                    <a:pt x="5556" y="7400"/>
                  </a:lnTo>
                  <a:lnTo>
                    <a:pt x="5375" y="7481"/>
                  </a:lnTo>
                  <a:lnTo>
                    <a:pt x="5175" y="7541"/>
                  </a:lnTo>
                  <a:lnTo>
                    <a:pt x="4974" y="7601"/>
                  </a:lnTo>
                  <a:lnTo>
                    <a:pt x="4774" y="7641"/>
                  </a:lnTo>
                  <a:lnTo>
                    <a:pt x="4553" y="7681"/>
                  </a:lnTo>
                  <a:lnTo>
                    <a:pt x="4332" y="7701"/>
                  </a:lnTo>
                  <a:lnTo>
                    <a:pt x="4112" y="7721"/>
                  </a:lnTo>
                  <a:lnTo>
                    <a:pt x="3891" y="7721"/>
                  </a:lnTo>
                  <a:lnTo>
                    <a:pt x="3650" y="7701"/>
                  </a:lnTo>
                  <a:lnTo>
                    <a:pt x="3410" y="7681"/>
                  </a:lnTo>
                  <a:lnTo>
                    <a:pt x="3410" y="7681"/>
                  </a:lnTo>
                  <a:lnTo>
                    <a:pt x="3169" y="7641"/>
                  </a:lnTo>
                  <a:lnTo>
                    <a:pt x="2928" y="7581"/>
                  </a:lnTo>
                  <a:lnTo>
                    <a:pt x="2708" y="7521"/>
                  </a:lnTo>
                  <a:lnTo>
                    <a:pt x="2487" y="7461"/>
                  </a:lnTo>
                  <a:lnTo>
                    <a:pt x="2287" y="7380"/>
                  </a:lnTo>
                  <a:lnTo>
                    <a:pt x="2086" y="7280"/>
                  </a:lnTo>
                  <a:lnTo>
                    <a:pt x="1906" y="7180"/>
                  </a:lnTo>
                  <a:lnTo>
                    <a:pt x="1725" y="7059"/>
                  </a:lnTo>
                  <a:lnTo>
                    <a:pt x="1545" y="6939"/>
                  </a:lnTo>
                  <a:lnTo>
                    <a:pt x="1384" y="6819"/>
                  </a:lnTo>
                  <a:lnTo>
                    <a:pt x="1083" y="6538"/>
                  </a:lnTo>
                  <a:lnTo>
                    <a:pt x="823" y="6217"/>
                  </a:lnTo>
                  <a:lnTo>
                    <a:pt x="582" y="5876"/>
                  </a:lnTo>
                  <a:lnTo>
                    <a:pt x="402" y="5535"/>
                  </a:lnTo>
                  <a:lnTo>
                    <a:pt x="241" y="5154"/>
                  </a:lnTo>
                  <a:lnTo>
                    <a:pt x="121" y="4753"/>
                  </a:lnTo>
                  <a:lnTo>
                    <a:pt x="41" y="4352"/>
                  </a:lnTo>
                  <a:lnTo>
                    <a:pt x="1" y="3951"/>
                  </a:lnTo>
                  <a:lnTo>
                    <a:pt x="1" y="3530"/>
                  </a:lnTo>
                  <a:lnTo>
                    <a:pt x="21" y="3109"/>
                  </a:lnTo>
                  <a:lnTo>
                    <a:pt x="101" y="2688"/>
                  </a:lnTo>
                  <a:lnTo>
                    <a:pt x="101" y="2688"/>
                  </a:lnTo>
                  <a:lnTo>
                    <a:pt x="181" y="2367"/>
                  </a:lnTo>
                  <a:lnTo>
                    <a:pt x="301" y="2046"/>
                  </a:lnTo>
                  <a:lnTo>
                    <a:pt x="462" y="1745"/>
                  </a:lnTo>
                  <a:lnTo>
                    <a:pt x="642" y="1464"/>
                  </a:lnTo>
                  <a:lnTo>
                    <a:pt x="843" y="1203"/>
                  </a:lnTo>
                  <a:lnTo>
                    <a:pt x="1083" y="963"/>
                  </a:lnTo>
                  <a:lnTo>
                    <a:pt x="1344" y="722"/>
                  </a:lnTo>
                  <a:lnTo>
                    <a:pt x="1625" y="522"/>
                  </a:lnTo>
                  <a:lnTo>
                    <a:pt x="1926" y="361"/>
                  </a:lnTo>
                  <a:lnTo>
                    <a:pt x="2227" y="221"/>
                  </a:lnTo>
                  <a:lnTo>
                    <a:pt x="2568" y="121"/>
                  </a:lnTo>
                  <a:lnTo>
                    <a:pt x="2928" y="40"/>
                  </a:lnTo>
                  <a:lnTo>
                    <a:pt x="3289" y="0"/>
                  </a:lnTo>
                  <a:lnTo>
                    <a:pt x="3650" y="0"/>
                  </a:lnTo>
                  <a:lnTo>
                    <a:pt x="4031" y="60"/>
                  </a:lnTo>
                  <a:lnTo>
                    <a:pt x="4433" y="141"/>
                  </a:lnTo>
                  <a:lnTo>
                    <a:pt x="4433" y="141"/>
                  </a:lnTo>
                  <a:lnTo>
                    <a:pt x="4733" y="261"/>
                  </a:lnTo>
                  <a:lnTo>
                    <a:pt x="5034" y="381"/>
                  </a:lnTo>
                  <a:lnTo>
                    <a:pt x="5335" y="522"/>
                  </a:lnTo>
                  <a:lnTo>
                    <a:pt x="5616" y="702"/>
                  </a:lnTo>
                  <a:lnTo>
                    <a:pt x="5877" y="883"/>
                  </a:lnTo>
                  <a:lnTo>
                    <a:pt x="6117" y="1103"/>
                  </a:lnTo>
                  <a:lnTo>
                    <a:pt x="6358" y="1324"/>
                  </a:lnTo>
                  <a:lnTo>
                    <a:pt x="6578" y="1544"/>
                  </a:lnTo>
                  <a:lnTo>
                    <a:pt x="6779" y="1805"/>
                  </a:lnTo>
                  <a:lnTo>
                    <a:pt x="6959" y="2066"/>
                  </a:lnTo>
                  <a:lnTo>
                    <a:pt x="7100" y="2327"/>
                  </a:lnTo>
                  <a:lnTo>
                    <a:pt x="7240" y="2607"/>
                  </a:lnTo>
                  <a:lnTo>
                    <a:pt x="7361" y="2888"/>
                  </a:lnTo>
                  <a:lnTo>
                    <a:pt x="7441" y="3189"/>
                  </a:lnTo>
                  <a:lnTo>
                    <a:pt x="7501" y="3470"/>
                  </a:lnTo>
                  <a:lnTo>
                    <a:pt x="7541" y="377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26"/>
            <p:cNvSpPr/>
            <p:nvPr/>
          </p:nvSpPr>
          <p:spPr>
            <a:xfrm>
              <a:off x="11601775" y="3194400"/>
              <a:ext cx="269250" cy="321900"/>
            </a:xfrm>
            <a:custGeom>
              <a:avLst/>
              <a:gdLst/>
              <a:ahLst/>
              <a:cxnLst/>
              <a:rect l="l" t="t" r="r" b="b"/>
              <a:pathLst>
                <a:path w="10770" h="12876" extrusionOk="0">
                  <a:moveTo>
                    <a:pt x="5415" y="1"/>
                  </a:moveTo>
                  <a:lnTo>
                    <a:pt x="4934" y="21"/>
                  </a:lnTo>
                  <a:lnTo>
                    <a:pt x="4473" y="81"/>
                  </a:lnTo>
                  <a:lnTo>
                    <a:pt x="4011" y="181"/>
                  </a:lnTo>
                  <a:lnTo>
                    <a:pt x="3590" y="322"/>
                  </a:lnTo>
                  <a:lnTo>
                    <a:pt x="3169" y="482"/>
                  </a:lnTo>
                  <a:lnTo>
                    <a:pt x="2748" y="683"/>
                  </a:lnTo>
                  <a:lnTo>
                    <a:pt x="2367" y="923"/>
                  </a:lnTo>
                  <a:lnTo>
                    <a:pt x="2006" y="1164"/>
                  </a:lnTo>
                  <a:lnTo>
                    <a:pt x="1665" y="1465"/>
                  </a:lnTo>
                  <a:lnTo>
                    <a:pt x="1344" y="1766"/>
                  </a:lnTo>
                  <a:lnTo>
                    <a:pt x="1043" y="2087"/>
                  </a:lnTo>
                  <a:lnTo>
                    <a:pt x="783" y="2448"/>
                  </a:lnTo>
                  <a:lnTo>
                    <a:pt x="542" y="2809"/>
                  </a:lnTo>
                  <a:lnTo>
                    <a:pt x="321" y="3190"/>
                  </a:lnTo>
                  <a:lnTo>
                    <a:pt x="141" y="3591"/>
                  </a:lnTo>
                  <a:lnTo>
                    <a:pt x="0" y="3992"/>
                  </a:lnTo>
                  <a:lnTo>
                    <a:pt x="502" y="4212"/>
                  </a:lnTo>
                  <a:lnTo>
                    <a:pt x="983" y="4453"/>
                  </a:lnTo>
                  <a:lnTo>
                    <a:pt x="1444" y="4694"/>
                  </a:lnTo>
                  <a:lnTo>
                    <a:pt x="1906" y="4954"/>
                  </a:lnTo>
                  <a:lnTo>
                    <a:pt x="2066" y="4674"/>
                  </a:lnTo>
                  <a:lnTo>
                    <a:pt x="2247" y="4413"/>
                  </a:lnTo>
                  <a:lnTo>
                    <a:pt x="2467" y="4172"/>
                  </a:lnTo>
                  <a:lnTo>
                    <a:pt x="2708" y="3932"/>
                  </a:lnTo>
                  <a:lnTo>
                    <a:pt x="2948" y="3731"/>
                  </a:lnTo>
                  <a:lnTo>
                    <a:pt x="3229" y="3551"/>
                  </a:lnTo>
                  <a:lnTo>
                    <a:pt x="3530" y="3390"/>
                  </a:lnTo>
                  <a:lnTo>
                    <a:pt x="3831" y="3270"/>
                  </a:lnTo>
                  <a:lnTo>
                    <a:pt x="3951" y="3049"/>
                  </a:lnTo>
                  <a:lnTo>
                    <a:pt x="4132" y="2768"/>
                  </a:lnTo>
                  <a:lnTo>
                    <a:pt x="4332" y="2508"/>
                  </a:lnTo>
                  <a:lnTo>
                    <a:pt x="4533" y="2267"/>
                  </a:lnTo>
                  <a:lnTo>
                    <a:pt x="4753" y="2046"/>
                  </a:lnTo>
                  <a:lnTo>
                    <a:pt x="4974" y="1846"/>
                  </a:lnTo>
                  <a:lnTo>
                    <a:pt x="5215" y="1645"/>
                  </a:lnTo>
                  <a:lnTo>
                    <a:pt x="5475" y="1465"/>
                  </a:lnTo>
                  <a:lnTo>
                    <a:pt x="5736" y="1324"/>
                  </a:lnTo>
                  <a:lnTo>
                    <a:pt x="5997" y="1184"/>
                  </a:lnTo>
                  <a:lnTo>
                    <a:pt x="6277" y="1044"/>
                  </a:lnTo>
                  <a:lnTo>
                    <a:pt x="6558" y="943"/>
                  </a:lnTo>
                  <a:lnTo>
                    <a:pt x="6859" y="843"/>
                  </a:lnTo>
                  <a:lnTo>
                    <a:pt x="7160" y="763"/>
                  </a:lnTo>
                  <a:lnTo>
                    <a:pt x="7461" y="703"/>
                  </a:lnTo>
                  <a:lnTo>
                    <a:pt x="7761" y="663"/>
                  </a:lnTo>
                  <a:lnTo>
                    <a:pt x="8082" y="623"/>
                  </a:lnTo>
                  <a:lnTo>
                    <a:pt x="7601" y="422"/>
                  </a:lnTo>
                  <a:lnTo>
                    <a:pt x="7100" y="262"/>
                  </a:lnTo>
                  <a:lnTo>
                    <a:pt x="6679" y="141"/>
                  </a:lnTo>
                  <a:lnTo>
                    <a:pt x="6257" y="61"/>
                  </a:lnTo>
                  <a:lnTo>
                    <a:pt x="5836" y="21"/>
                  </a:lnTo>
                  <a:lnTo>
                    <a:pt x="5415" y="1"/>
                  </a:lnTo>
                  <a:close/>
                  <a:moveTo>
                    <a:pt x="6819" y="10570"/>
                  </a:moveTo>
                  <a:lnTo>
                    <a:pt x="6618" y="10650"/>
                  </a:lnTo>
                  <a:lnTo>
                    <a:pt x="6398" y="10690"/>
                  </a:lnTo>
                  <a:lnTo>
                    <a:pt x="6618" y="11211"/>
                  </a:lnTo>
                  <a:lnTo>
                    <a:pt x="6819" y="11753"/>
                  </a:lnTo>
                  <a:lnTo>
                    <a:pt x="7019" y="12314"/>
                  </a:lnTo>
                  <a:lnTo>
                    <a:pt x="7200" y="12876"/>
                  </a:lnTo>
                  <a:lnTo>
                    <a:pt x="7741" y="12776"/>
                  </a:lnTo>
                  <a:lnTo>
                    <a:pt x="8263" y="12655"/>
                  </a:lnTo>
                  <a:lnTo>
                    <a:pt x="8744" y="12475"/>
                  </a:lnTo>
                  <a:lnTo>
                    <a:pt x="9205" y="12274"/>
                  </a:lnTo>
                  <a:lnTo>
                    <a:pt x="9647" y="12014"/>
                  </a:lnTo>
                  <a:lnTo>
                    <a:pt x="10048" y="11733"/>
                  </a:lnTo>
                  <a:lnTo>
                    <a:pt x="10429" y="11412"/>
                  </a:lnTo>
                  <a:lnTo>
                    <a:pt x="10770" y="11071"/>
                  </a:lnTo>
                  <a:lnTo>
                    <a:pt x="10268" y="11111"/>
                  </a:lnTo>
                  <a:lnTo>
                    <a:pt x="9747" y="11131"/>
                  </a:lnTo>
                  <a:lnTo>
                    <a:pt x="9366" y="11111"/>
                  </a:lnTo>
                  <a:lnTo>
                    <a:pt x="8985" y="11091"/>
                  </a:lnTo>
                  <a:lnTo>
                    <a:pt x="8624" y="11051"/>
                  </a:lnTo>
                  <a:lnTo>
                    <a:pt x="8243" y="10991"/>
                  </a:lnTo>
                  <a:lnTo>
                    <a:pt x="7882" y="10911"/>
                  </a:lnTo>
                  <a:lnTo>
                    <a:pt x="7521" y="10830"/>
                  </a:lnTo>
                  <a:lnTo>
                    <a:pt x="7160" y="10710"/>
                  </a:lnTo>
                  <a:lnTo>
                    <a:pt x="6819" y="1057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26"/>
            <p:cNvSpPr/>
            <p:nvPr/>
          </p:nvSpPr>
          <p:spPr>
            <a:xfrm>
              <a:off x="11761700" y="3458625"/>
              <a:ext cx="109325" cy="57675"/>
            </a:xfrm>
            <a:custGeom>
              <a:avLst/>
              <a:gdLst/>
              <a:ahLst/>
              <a:cxnLst/>
              <a:rect l="l" t="t" r="r" b="b"/>
              <a:pathLst>
                <a:path w="4373" h="2307" fill="none" extrusionOk="0">
                  <a:moveTo>
                    <a:pt x="422" y="1"/>
                  </a:moveTo>
                  <a:lnTo>
                    <a:pt x="422" y="1"/>
                  </a:lnTo>
                  <a:lnTo>
                    <a:pt x="221" y="8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221" y="642"/>
                  </a:lnTo>
                  <a:lnTo>
                    <a:pt x="422" y="1184"/>
                  </a:lnTo>
                  <a:lnTo>
                    <a:pt x="622" y="1745"/>
                  </a:lnTo>
                  <a:lnTo>
                    <a:pt x="803" y="2307"/>
                  </a:lnTo>
                  <a:lnTo>
                    <a:pt x="803" y="2307"/>
                  </a:lnTo>
                  <a:lnTo>
                    <a:pt x="1344" y="2207"/>
                  </a:lnTo>
                  <a:lnTo>
                    <a:pt x="1866" y="2086"/>
                  </a:lnTo>
                  <a:lnTo>
                    <a:pt x="2347" y="1906"/>
                  </a:lnTo>
                  <a:lnTo>
                    <a:pt x="2808" y="1705"/>
                  </a:lnTo>
                  <a:lnTo>
                    <a:pt x="3250" y="1445"/>
                  </a:lnTo>
                  <a:lnTo>
                    <a:pt x="3651" y="1164"/>
                  </a:lnTo>
                  <a:lnTo>
                    <a:pt x="4032" y="843"/>
                  </a:lnTo>
                  <a:lnTo>
                    <a:pt x="4373" y="502"/>
                  </a:lnTo>
                  <a:lnTo>
                    <a:pt x="4373" y="502"/>
                  </a:lnTo>
                  <a:lnTo>
                    <a:pt x="3871" y="542"/>
                  </a:lnTo>
                  <a:lnTo>
                    <a:pt x="3350" y="562"/>
                  </a:lnTo>
                  <a:lnTo>
                    <a:pt x="3350" y="562"/>
                  </a:lnTo>
                  <a:lnTo>
                    <a:pt x="2969" y="542"/>
                  </a:lnTo>
                  <a:lnTo>
                    <a:pt x="2588" y="522"/>
                  </a:lnTo>
                  <a:lnTo>
                    <a:pt x="2227" y="482"/>
                  </a:lnTo>
                  <a:lnTo>
                    <a:pt x="1846" y="422"/>
                  </a:lnTo>
                  <a:lnTo>
                    <a:pt x="1485" y="342"/>
                  </a:lnTo>
                  <a:lnTo>
                    <a:pt x="1124" y="261"/>
                  </a:lnTo>
                  <a:lnTo>
                    <a:pt x="763" y="141"/>
                  </a:lnTo>
                  <a:lnTo>
                    <a:pt x="42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26"/>
            <p:cNvSpPr/>
            <p:nvPr/>
          </p:nvSpPr>
          <p:spPr>
            <a:xfrm>
              <a:off x="11601775" y="3194400"/>
              <a:ext cx="202075" cy="123875"/>
            </a:xfrm>
            <a:custGeom>
              <a:avLst/>
              <a:gdLst/>
              <a:ahLst/>
              <a:cxnLst/>
              <a:rect l="l" t="t" r="r" b="b"/>
              <a:pathLst>
                <a:path w="8083" h="4955" fill="none" extrusionOk="0">
                  <a:moveTo>
                    <a:pt x="5415" y="1"/>
                  </a:moveTo>
                  <a:lnTo>
                    <a:pt x="5415" y="1"/>
                  </a:lnTo>
                  <a:lnTo>
                    <a:pt x="4934" y="21"/>
                  </a:lnTo>
                  <a:lnTo>
                    <a:pt x="4473" y="81"/>
                  </a:lnTo>
                  <a:lnTo>
                    <a:pt x="4011" y="181"/>
                  </a:lnTo>
                  <a:lnTo>
                    <a:pt x="3590" y="322"/>
                  </a:lnTo>
                  <a:lnTo>
                    <a:pt x="3169" y="482"/>
                  </a:lnTo>
                  <a:lnTo>
                    <a:pt x="2748" y="683"/>
                  </a:lnTo>
                  <a:lnTo>
                    <a:pt x="2367" y="923"/>
                  </a:lnTo>
                  <a:lnTo>
                    <a:pt x="2006" y="1164"/>
                  </a:lnTo>
                  <a:lnTo>
                    <a:pt x="1665" y="1465"/>
                  </a:lnTo>
                  <a:lnTo>
                    <a:pt x="1344" y="1766"/>
                  </a:lnTo>
                  <a:lnTo>
                    <a:pt x="1043" y="2087"/>
                  </a:lnTo>
                  <a:lnTo>
                    <a:pt x="783" y="2448"/>
                  </a:lnTo>
                  <a:lnTo>
                    <a:pt x="542" y="2809"/>
                  </a:lnTo>
                  <a:lnTo>
                    <a:pt x="321" y="3190"/>
                  </a:lnTo>
                  <a:lnTo>
                    <a:pt x="141" y="3591"/>
                  </a:lnTo>
                  <a:lnTo>
                    <a:pt x="0" y="3992"/>
                  </a:lnTo>
                  <a:lnTo>
                    <a:pt x="0" y="3992"/>
                  </a:lnTo>
                  <a:lnTo>
                    <a:pt x="502" y="4212"/>
                  </a:lnTo>
                  <a:lnTo>
                    <a:pt x="983" y="4453"/>
                  </a:lnTo>
                  <a:lnTo>
                    <a:pt x="1444" y="4694"/>
                  </a:lnTo>
                  <a:lnTo>
                    <a:pt x="1906" y="4954"/>
                  </a:lnTo>
                  <a:lnTo>
                    <a:pt x="1906" y="4954"/>
                  </a:lnTo>
                  <a:lnTo>
                    <a:pt x="2066" y="4674"/>
                  </a:lnTo>
                  <a:lnTo>
                    <a:pt x="2247" y="4413"/>
                  </a:lnTo>
                  <a:lnTo>
                    <a:pt x="2467" y="4172"/>
                  </a:lnTo>
                  <a:lnTo>
                    <a:pt x="2708" y="3932"/>
                  </a:lnTo>
                  <a:lnTo>
                    <a:pt x="2948" y="3731"/>
                  </a:lnTo>
                  <a:lnTo>
                    <a:pt x="3229" y="3551"/>
                  </a:lnTo>
                  <a:lnTo>
                    <a:pt x="3530" y="3390"/>
                  </a:lnTo>
                  <a:lnTo>
                    <a:pt x="3831" y="3270"/>
                  </a:lnTo>
                  <a:lnTo>
                    <a:pt x="3831" y="3270"/>
                  </a:lnTo>
                  <a:lnTo>
                    <a:pt x="3951" y="3049"/>
                  </a:lnTo>
                  <a:lnTo>
                    <a:pt x="3951" y="3049"/>
                  </a:lnTo>
                  <a:lnTo>
                    <a:pt x="4132" y="2768"/>
                  </a:lnTo>
                  <a:lnTo>
                    <a:pt x="4332" y="2508"/>
                  </a:lnTo>
                  <a:lnTo>
                    <a:pt x="4533" y="2267"/>
                  </a:lnTo>
                  <a:lnTo>
                    <a:pt x="4753" y="2046"/>
                  </a:lnTo>
                  <a:lnTo>
                    <a:pt x="4974" y="1846"/>
                  </a:lnTo>
                  <a:lnTo>
                    <a:pt x="5215" y="1645"/>
                  </a:lnTo>
                  <a:lnTo>
                    <a:pt x="5475" y="1465"/>
                  </a:lnTo>
                  <a:lnTo>
                    <a:pt x="5736" y="1324"/>
                  </a:lnTo>
                  <a:lnTo>
                    <a:pt x="5997" y="1184"/>
                  </a:lnTo>
                  <a:lnTo>
                    <a:pt x="6277" y="1044"/>
                  </a:lnTo>
                  <a:lnTo>
                    <a:pt x="6558" y="943"/>
                  </a:lnTo>
                  <a:lnTo>
                    <a:pt x="6859" y="843"/>
                  </a:lnTo>
                  <a:lnTo>
                    <a:pt x="7160" y="763"/>
                  </a:lnTo>
                  <a:lnTo>
                    <a:pt x="7461" y="703"/>
                  </a:lnTo>
                  <a:lnTo>
                    <a:pt x="7761" y="663"/>
                  </a:lnTo>
                  <a:lnTo>
                    <a:pt x="8082" y="623"/>
                  </a:lnTo>
                  <a:lnTo>
                    <a:pt x="8082" y="623"/>
                  </a:lnTo>
                  <a:lnTo>
                    <a:pt x="7601" y="422"/>
                  </a:lnTo>
                  <a:lnTo>
                    <a:pt x="7100" y="262"/>
                  </a:lnTo>
                  <a:lnTo>
                    <a:pt x="7100" y="262"/>
                  </a:lnTo>
                  <a:lnTo>
                    <a:pt x="6679" y="141"/>
                  </a:lnTo>
                  <a:lnTo>
                    <a:pt x="6257" y="61"/>
                  </a:lnTo>
                  <a:lnTo>
                    <a:pt x="5836" y="21"/>
                  </a:lnTo>
                  <a:lnTo>
                    <a:pt x="541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26"/>
            <p:cNvSpPr/>
            <p:nvPr/>
          </p:nvSpPr>
          <p:spPr>
            <a:xfrm>
              <a:off x="11649400" y="3276125"/>
              <a:ext cx="122850" cy="185525"/>
            </a:xfrm>
            <a:custGeom>
              <a:avLst/>
              <a:gdLst/>
              <a:ahLst/>
              <a:cxnLst/>
              <a:rect l="l" t="t" r="r" b="b"/>
              <a:pathLst>
                <a:path w="4914" h="7421" extrusionOk="0">
                  <a:moveTo>
                    <a:pt x="1926" y="1"/>
                  </a:moveTo>
                  <a:lnTo>
                    <a:pt x="1625" y="121"/>
                  </a:lnTo>
                  <a:lnTo>
                    <a:pt x="1324" y="282"/>
                  </a:lnTo>
                  <a:lnTo>
                    <a:pt x="1043" y="462"/>
                  </a:lnTo>
                  <a:lnTo>
                    <a:pt x="803" y="663"/>
                  </a:lnTo>
                  <a:lnTo>
                    <a:pt x="562" y="903"/>
                  </a:lnTo>
                  <a:lnTo>
                    <a:pt x="342" y="1144"/>
                  </a:lnTo>
                  <a:lnTo>
                    <a:pt x="161" y="1405"/>
                  </a:lnTo>
                  <a:lnTo>
                    <a:pt x="1" y="1685"/>
                  </a:lnTo>
                  <a:lnTo>
                    <a:pt x="362" y="1926"/>
                  </a:lnTo>
                  <a:lnTo>
                    <a:pt x="723" y="2167"/>
                  </a:lnTo>
                  <a:lnTo>
                    <a:pt x="1043" y="2407"/>
                  </a:lnTo>
                  <a:lnTo>
                    <a:pt x="1384" y="2668"/>
                  </a:lnTo>
                  <a:lnTo>
                    <a:pt x="1364" y="2327"/>
                  </a:lnTo>
                  <a:lnTo>
                    <a:pt x="1364" y="1986"/>
                  </a:lnTo>
                  <a:lnTo>
                    <a:pt x="1404" y="1645"/>
                  </a:lnTo>
                  <a:lnTo>
                    <a:pt x="1465" y="1304"/>
                  </a:lnTo>
                  <a:lnTo>
                    <a:pt x="1545" y="963"/>
                  </a:lnTo>
                  <a:lnTo>
                    <a:pt x="1645" y="643"/>
                  </a:lnTo>
                  <a:lnTo>
                    <a:pt x="1785" y="302"/>
                  </a:lnTo>
                  <a:lnTo>
                    <a:pt x="1926" y="1"/>
                  </a:lnTo>
                  <a:close/>
                  <a:moveTo>
                    <a:pt x="4332" y="7020"/>
                  </a:moveTo>
                  <a:lnTo>
                    <a:pt x="4493" y="7421"/>
                  </a:lnTo>
                  <a:lnTo>
                    <a:pt x="4713" y="7381"/>
                  </a:lnTo>
                  <a:lnTo>
                    <a:pt x="4914" y="7301"/>
                  </a:lnTo>
                  <a:lnTo>
                    <a:pt x="4613" y="7180"/>
                  </a:lnTo>
                  <a:lnTo>
                    <a:pt x="4332" y="702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26"/>
            <p:cNvSpPr/>
            <p:nvPr/>
          </p:nvSpPr>
          <p:spPr>
            <a:xfrm>
              <a:off x="11757700" y="3451600"/>
              <a:ext cx="14550" cy="10050"/>
            </a:xfrm>
            <a:custGeom>
              <a:avLst/>
              <a:gdLst/>
              <a:ahLst/>
              <a:cxnLst/>
              <a:rect l="l" t="t" r="r" b="b"/>
              <a:pathLst>
                <a:path w="582" h="402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161" y="402"/>
                  </a:lnTo>
                  <a:lnTo>
                    <a:pt x="161" y="402"/>
                  </a:lnTo>
                  <a:lnTo>
                    <a:pt x="381" y="362"/>
                  </a:lnTo>
                  <a:lnTo>
                    <a:pt x="582" y="282"/>
                  </a:lnTo>
                  <a:lnTo>
                    <a:pt x="582" y="282"/>
                  </a:lnTo>
                  <a:lnTo>
                    <a:pt x="281" y="16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26"/>
            <p:cNvSpPr/>
            <p:nvPr/>
          </p:nvSpPr>
          <p:spPr>
            <a:xfrm>
              <a:off x="11649400" y="3276125"/>
              <a:ext cx="48150" cy="66725"/>
            </a:xfrm>
            <a:custGeom>
              <a:avLst/>
              <a:gdLst/>
              <a:ahLst/>
              <a:cxnLst/>
              <a:rect l="l" t="t" r="r" b="b"/>
              <a:pathLst>
                <a:path w="1926" h="2669" fill="none" extrusionOk="0">
                  <a:moveTo>
                    <a:pt x="1926" y="1"/>
                  </a:moveTo>
                  <a:lnTo>
                    <a:pt x="1926" y="1"/>
                  </a:lnTo>
                  <a:lnTo>
                    <a:pt x="1625" y="121"/>
                  </a:lnTo>
                  <a:lnTo>
                    <a:pt x="1324" y="282"/>
                  </a:lnTo>
                  <a:lnTo>
                    <a:pt x="1043" y="462"/>
                  </a:lnTo>
                  <a:lnTo>
                    <a:pt x="803" y="663"/>
                  </a:lnTo>
                  <a:lnTo>
                    <a:pt x="562" y="903"/>
                  </a:lnTo>
                  <a:lnTo>
                    <a:pt x="342" y="1144"/>
                  </a:lnTo>
                  <a:lnTo>
                    <a:pt x="161" y="1405"/>
                  </a:lnTo>
                  <a:lnTo>
                    <a:pt x="1" y="1685"/>
                  </a:lnTo>
                  <a:lnTo>
                    <a:pt x="1" y="1685"/>
                  </a:lnTo>
                  <a:lnTo>
                    <a:pt x="362" y="1926"/>
                  </a:lnTo>
                  <a:lnTo>
                    <a:pt x="723" y="2167"/>
                  </a:lnTo>
                  <a:lnTo>
                    <a:pt x="1043" y="2407"/>
                  </a:lnTo>
                  <a:lnTo>
                    <a:pt x="1384" y="2668"/>
                  </a:lnTo>
                  <a:lnTo>
                    <a:pt x="1384" y="2668"/>
                  </a:lnTo>
                  <a:lnTo>
                    <a:pt x="1364" y="2327"/>
                  </a:lnTo>
                  <a:lnTo>
                    <a:pt x="1364" y="1986"/>
                  </a:lnTo>
                  <a:lnTo>
                    <a:pt x="1404" y="1645"/>
                  </a:lnTo>
                  <a:lnTo>
                    <a:pt x="1465" y="1304"/>
                  </a:lnTo>
                  <a:lnTo>
                    <a:pt x="1545" y="963"/>
                  </a:lnTo>
                  <a:lnTo>
                    <a:pt x="1645" y="643"/>
                  </a:lnTo>
                  <a:lnTo>
                    <a:pt x="1785" y="302"/>
                  </a:lnTo>
                  <a:lnTo>
                    <a:pt x="192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26"/>
            <p:cNvSpPr/>
            <p:nvPr/>
          </p:nvSpPr>
          <p:spPr>
            <a:xfrm>
              <a:off x="11033225" y="3260600"/>
              <a:ext cx="779150" cy="783650"/>
            </a:xfrm>
            <a:custGeom>
              <a:avLst/>
              <a:gdLst/>
              <a:ahLst/>
              <a:cxnLst/>
              <a:rect l="l" t="t" r="r" b="b"/>
              <a:pathLst>
                <a:path w="31166" h="31346" extrusionOk="0">
                  <a:moveTo>
                    <a:pt x="15021" y="0"/>
                  </a:moveTo>
                  <a:lnTo>
                    <a:pt x="14500" y="20"/>
                  </a:lnTo>
                  <a:lnTo>
                    <a:pt x="13979" y="60"/>
                  </a:lnTo>
                  <a:lnTo>
                    <a:pt x="13457" y="100"/>
                  </a:lnTo>
                  <a:lnTo>
                    <a:pt x="12936" y="161"/>
                  </a:lnTo>
                  <a:lnTo>
                    <a:pt x="12434" y="241"/>
                  </a:lnTo>
                  <a:lnTo>
                    <a:pt x="11913" y="321"/>
                  </a:lnTo>
                  <a:lnTo>
                    <a:pt x="11412" y="421"/>
                  </a:lnTo>
                  <a:lnTo>
                    <a:pt x="10910" y="542"/>
                  </a:lnTo>
                  <a:lnTo>
                    <a:pt x="10088" y="762"/>
                  </a:lnTo>
                  <a:lnTo>
                    <a:pt x="9286" y="1023"/>
                  </a:lnTo>
                  <a:lnTo>
                    <a:pt x="8905" y="1163"/>
                  </a:lnTo>
                  <a:lnTo>
                    <a:pt x="8524" y="1324"/>
                  </a:lnTo>
                  <a:lnTo>
                    <a:pt x="8143" y="1504"/>
                  </a:lnTo>
                  <a:lnTo>
                    <a:pt x="7782" y="1685"/>
                  </a:lnTo>
                  <a:lnTo>
                    <a:pt x="7421" y="1865"/>
                  </a:lnTo>
                  <a:lnTo>
                    <a:pt x="7080" y="2066"/>
                  </a:lnTo>
                  <a:lnTo>
                    <a:pt x="6739" y="2266"/>
                  </a:lnTo>
                  <a:lnTo>
                    <a:pt x="6418" y="2487"/>
                  </a:lnTo>
                  <a:lnTo>
                    <a:pt x="6097" y="2727"/>
                  </a:lnTo>
                  <a:lnTo>
                    <a:pt x="5796" y="2968"/>
                  </a:lnTo>
                  <a:lnTo>
                    <a:pt x="5516" y="3209"/>
                  </a:lnTo>
                  <a:lnTo>
                    <a:pt x="5235" y="3470"/>
                  </a:lnTo>
                  <a:lnTo>
                    <a:pt x="4814" y="3911"/>
                  </a:lnTo>
                  <a:lnTo>
                    <a:pt x="4393" y="4372"/>
                  </a:lnTo>
                  <a:lnTo>
                    <a:pt x="4012" y="4893"/>
                  </a:lnTo>
                  <a:lnTo>
                    <a:pt x="3630" y="5435"/>
                  </a:lnTo>
                  <a:lnTo>
                    <a:pt x="3269" y="5996"/>
                  </a:lnTo>
                  <a:lnTo>
                    <a:pt x="2929" y="6598"/>
                  </a:lnTo>
                  <a:lnTo>
                    <a:pt x="2608" y="7220"/>
                  </a:lnTo>
                  <a:lnTo>
                    <a:pt x="2287" y="7861"/>
                  </a:lnTo>
                  <a:lnTo>
                    <a:pt x="2006" y="8523"/>
                  </a:lnTo>
                  <a:lnTo>
                    <a:pt x="1725" y="9225"/>
                  </a:lnTo>
                  <a:lnTo>
                    <a:pt x="1485" y="9927"/>
                  </a:lnTo>
                  <a:lnTo>
                    <a:pt x="1244" y="10629"/>
                  </a:lnTo>
                  <a:lnTo>
                    <a:pt x="1043" y="11371"/>
                  </a:lnTo>
                  <a:lnTo>
                    <a:pt x="843" y="12113"/>
                  </a:lnTo>
                  <a:lnTo>
                    <a:pt x="662" y="12855"/>
                  </a:lnTo>
                  <a:lnTo>
                    <a:pt x="502" y="13617"/>
                  </a:lnTo>
                  <a:lnTo>
                    <a:pt x="362" y="14359"/>
                  </a:lnTo>
                  <a:lnTo>
                    <a:pt x="261" y="15121"/>
                  </a:lnTo>
                  <a:lnTo>
                    <a:pt x="161" y="15883"/>
                  </a:lnTo>
                  <a:lnTo>
                    <a:pt x="81" y="16645"/>
                  </a:lnTo>
                  <a:lnTo>
                    <a:pt x="41" y="17407"/>
                  </a:lnTo>
                  <a:lnTo>
                    <a:pt x="1" y="18149"/>
                  </a:lnTo>
                  <a:lnTo>
                    <a:pt x="1" y="18891"/>
                  </a:lnTo>
                  <a:lnTo>
                    <a:pt x="21" y="19613"/>
                  </a:lnTo>
                  <a:lnTo>
                    <a:pt x="41" y="20335"/>
                  </a:lnTo>
                  <a:lnTo>
                    <a:pt x="101" y="21037"/>
                  </a:lnTo>
                  <a:lnTo>
                    <a:pt x="201" y="21719"/>
                  </a:lnTo>
                  <a:lnTo>
                    <a:pt x="301" y="22381"/>
                  </a:lnTo>
                  <a:lnTo>
                    <a:pt x="422" y="23023"/>
                  </a:lnTo>
                  <a:lnTo>
                    <a:pt x="582" y="23644"/>
                  </a:lnTo>
                  <a:lnTo>
                    <a:pt x="763" y="24226"/>
                  </a:lnTo>
                  <a:lnTo>
                    <a:pt x="963" y="24788"/>
                  </a:lnTo>
                  <a:lnTo>
                    <a:pt x="1144" y="25189"/>
                  </a:lnTo>
                  <a:lnTo>
                    <a:pt x="1364" y="25590"/>
                  </a:lnTo>
                  <a:lnTo>
                    <a:pt x="1645" y="25991"/>
                  </a:lnTo>
                  <a:lnTo>
                    <a:pt x="1946" y="26372"/>
                  </a:lnTo>
                  <a:lnTo>
                    <a:pt x="2307" y="26733"/>
                  </a:lnTo>
                  <a:lnTo>
                    <a:pt x="2708" y="27094"/>
                  </a:lnTo>
                  <a:lnTo>
                    <a:pt x="3129" y="27455"/>
                  </a:lnTo>
                  <a:lnTo>
                    <a:pt x="3610" y="27796"/>
                  </a:lnTo>
                  <a:lnTo>
                    <a:pt x="4112" y="28137"/>
                  </a:lnTo>
                  <a:lnTo>
                    <a:pt x="4633" y="28457"/>
                  </a:lnTo>
                  <a:lnTo>
                    <a:pt x="5195" y="28758"/>
                  </a:lnTo>
                  <a:lnTo>
                    <a:pt x="5796" y="29059"/>
                  </a:lnTo>
                  <a:lnTo>
                    <a:pt x="6398" y="29340"/>
                  </a:lnTo>
                  <a:lnTo>
                    <a:pt x="7040" y="29601"/>
                  </a:lnTo>
                  <a:lnTo>
                    <a:pt x="7702" y="29841"/>
                  </a:lnTo>
                  <a:lnTo>
                    <a:pt x="8383" y="30082"/>
                  </a:lnTo>
                  <a:lnTo>
                    <a:pt x="8403" y="30082"/>
                  </a:lnTo>
                  <a:lnTo>
                    <a:pt x="9125" y="30303"/>
                  </a:lnTo>
                  <a:lnTo>
                    <a:pt x="9847" y="30503"/>
                  </a:lnTo>
                  <a:lnTo>
                    <a:pt x="10609" y="30684"/>
                  </a:lnTo>
                  <a:lnTo>
                    <a:pt x="11372" y="30844"/>
                  </a:lnTo>
                  <a:lnTo>
                    <a:pt x="12154" y="30984"/>
                  </a:lnTo>
                  <a:lnTo>
                    <a:pt x="12936" y="31105"/>
                  </a:lnTo>
                  <a:lnTo>
                    <a:pt x="13718" y="31205"/>
                  </a:lnTo>
                  <a:lnTo>
                    <a:pt x="14520" y="31285"/>
                  </a:lnTo>
                  <a:lnTo>
                    <a:pt x="15322" y="31325"/>
                  </a:lnTo>
                  <a:lnTo>
                    <a:pt x="16124" y="31345"/>
                  </a:lnTo>
                  <a:lnTo>
                    <a:pt x="16927" y="31345"/>
                  </a:lnTo>
                  <a:lnTo>
                    <a:pt x="17729" y="31305"/>
                  </a:lnTo>
                  <a:lnTo>
                    <a:pt x="18531" y="31245"/>
                  </a:lnTo>
                  <a:lnTo>
                    <a:pt x="19313" y="31165"/>
                  </a:lnTo>
                  <a:lnTo>
                    <a:pt x="20095" y="31045"/>
                  </a:lnTo>
                  <a:lnTo>
                    <a:pt x="20877" y="30904"/>
                  </a:lnTo>
                  <a:lnTo>
                    <a:pt x="21379" y="30784"/>
                  </a:lnTo>
                  <a:lnTo>
                    <a:pt x="21900" y="30663"/>
                  </a:lnTo>
                  <a:lnTo>
                    <a:pt x="22401" y="30503"/>
                  </a:lnTo>
                  <a:lnTo>
                    <a:pt x="22883" y="30343"/>
                  </a:lnTo>
                  <a:lnTo>
                    <a:pt x="23625" y="30082"/>
                  </a:lnTo>
                  <a:lnTo>
                    <a:pt x="24347" y="29761"/>
                  </a:lnTo>
                  <a:lnTo>
                    <a:pt x="25049" y="29420"/>
                  </a:lnTo>
                  <a:lnTo>
                    <a:pt x="25710" y="29019"/>
                  </a:lnTo>
                  <a:lnTo>
                    <a:pt x="26031" y="28818"/>
                  </a:lnTo>
                  <a:lnTo>
                    <a:pt x="26352" y="28598"/>
                  </a:lnTo>
                  <a:lnTo>
                    <a:pt x="26653" y="28377"/>
                  </a:lnTo>
                  <a:lnTo>
                    <a:pt x="26954" y="28137"/>
                  </a:lnTo>
                  <a:lnTo>
                    <a:pt x="27255" y="27876"/>
                  </a:lnTo>
                  <a:lnTo>
                    <a:pt x="27535" y="27615"/>
                  </a:lnTo>
                  <a:lnTo>
                    <a:pt x="27816" y="27354"/>
                  </a:lnTo>
                  <a:lnTo>
                    <a:pt x="28077" y="27074"/>
                  </a:lnTo>
                  <a:lnTo>
                    <a:pt x="28358" y="26753"/>
                  </a:lnTo>
                  <a:lnTo>
                    <a:pt x="28618" y="26432"/>
                  </a:lnTo>
                  <a:lnTo>
                    <a:pt x="28859" y="26091"/>
                  </a:lnTo>
                  <a:lnTo>
                    <a:pt x="29100" y="25730"/>
                  </a:lnTo>
                  <a:lnTo>
                    <a:pt x="29320" y="25389"/>
                  </a:lnTo>
                  <a:lnTo>
                    <a:pt x="29541" y="25008"/>
                  </a:lnTo>
                  <a:lnTo>
                    <a:pt x="29721" y="24647"/>
                  </a:lnTo>
                  <a:lnTo>
                    <a:pt x="29902" y="24266"/>
                  </a:lnTo>
                  <a:lnTo>
                    <a:pt x="30082" y="23885"/>
                  </a:lnTo>
                  <a:lnTo>
                    <a:pt x="30223" y="23484"/>
                  </a:lnTo>
                  <a:lnTo>
                    <a:pt x="30363" y="23083"/>
                  </a:lnTo>
                  <a:lnTo>
                    <a:pt x="30503" y="22682"/>
                  </a:lnTo>
                  <a:lnTo>
                    <a:pt x="30624" y="22281"/>
                  </a:lnTo>
                  <a:lnTo>
                    <a:pt x="30724" y="21860"/>
                  </a:lnTo>
                  <a:lnTo>
                    <a:pt x="30804" y="21438"/>
                  </a:lnTo>
                  <a:lnTo>
                    <a:pt x="30905" y="21017"/>
                  </a:lnTo>
                  <a:lnTo>
                    <a:pt x="31025" y="20155"/>
                  </a:lnTo>
                  <a:lnTo>
                    <a:pt x="31105" y="19293"/>
                  </a:lnTo>
                  <a:lnTo>
                    <a:pt x="31165" y="18410"/>
                  </a:lnTo>
                  <a:lnTo>
                    <a:pt x="31165" y="17528"/>
                  </a:lnTo>
                  <a:lnTo>
                    <a:pt x="31145" y="16645"/>
                  </a:lnTo>
                  <a:lnTo>
                    <a:pt x="31065" y="15763"/>
                  </a:lnTo>
                  <a:lnTo>
                    <a:pt x="30965" y="14881"/>
                  </a:lnTo>
                  <a:lnTo>
                    <a:pt x="30844" y="13998"/>
                  </a:lnTo>
                  <a:lnTo>
                    <a:pt x="30684" y="13136"/>
                  </a:lnTo>
                  <a:lnTo>
                    <a:pt x="30503" y="12294"/>
                  </a:lnTo>
                  <a:lnTo>
                    <a:pt x="30303" y="11451"/>
                  </a:lnTo>
                  <a:lnTo>
                    <a:pt x="30062" y="10629"/>
                  </a:lnTo>
                  <a:lnTo>
                    <a:pt x="29822" y="9847"/>
                  </a:lnTo>
                  <a:lnTo>
                    <a:pt x="29561" y="9065"/>
                  </a:lnTo>
                  <a:lnTo>
                    <a:pt x="29260" y="8343"/>
                  </a:lnTo>
                  <a:lnTo>
                    <a:pt x="28959" y="7641"/>
                  </a:lnTo>
                  <a:lnTo>
                    <a:pt x="28658" y="6959"/>
                  </a:lnTo>
                  <a:lnTo>
                    <a:pt x="28338" y="6337"/>
                  </a:lnTo>
                  <a:lnTo>
                    <a:pt x="27997" y="5736"/>
                  </a:lnTo>
                  <a:lnTo>
                    <a:pt x="27656" y="5194"/>
                  </a:lnTo>
                  <a:lnTo>
                    <a:pt x="27315" y="4693"/>
                  </a:lnTo>
                  <a:lnTo>
                    <a:pt x="26974" y="4252"/>
                  </a:lnTo>
                  <a:lnTo>
                    <a:pt x="26633" y="3851"/>
                  </a:lnTo>
                  <a:lnTo>
                    <a:pt x="26292" y="3530"/>
                  </a:lnTo>
                  <a:lnTo>
                    <a:pt x="25951" y="3229"/>
                  </a:lnTo>
                  <a:lnTo>
                    <a:pt x="25570" y="2948"/>
                  </a:lnTo>
                  <a:lnTo>
                    <a:pt x="25209" y="2667"/>
                  </a:lnTo>
                  <a:lnTo>
                    <a:pt x="24808" y="2407"/>
                  </a:lnTo>
                  <a:lnTo>
                    <a:pt x="24407" y="2166"/>
                  </a:lnTo>
                  <a:lnTo>
                    <a:pt x="23986" y="1925"/>
                  </a:lnTo>
                  <a:lnTo>
                    <a:pt x="23545" y="1705"/>
                  </a:lnTo>
                  <a:lnTo>
                    <a:pt x="23103" y="1504"/>
                  </a:lnTo>
                  <a:lnTo>
                    <a:pt x="22642" y="1324"/>
                  </a:lnTo>
                  <a:lnTo>
                    <a:pt x="22181" y="1143"/>
                  </a:lnTo>
                  <a:lnTo>
                    <a:pt x="21700" y="963"/>
                  </a:lnTo>
                  <a:lnTo>
                    <a:pt x="21218" y="822"/>
                  </a:lnTo>
                  <a:lnTo>
                    <a:pt x="20737" y="682"/>
                  </a:lnTo>
                  <a:lnTo>
                    <a:pt x="20236" y="542"/>
                  </a:lnTo>
                  <a:lnTo>
                    <a:pt x="19734" y="421"/>
                  </a:lnTo>
                  <a:lnTo>
                    <a:pt x="19213" y="321"/>
                  </a:lnTo>
                  <a:lnTo>
                    <a:pt x="18711" y="241"/>
                  </a:lnTo>
                  <a:lnTo>
                    <a:pt x="18190" y="161"/>
                  </a:lnTo>
                  <a:lnTo>
                    <a:pt x="17669" y="100"/>
                  </a:lnTo>
                  <a:lnTo>
                    <a:pt x="17127" y="60"/>
                  </a:lnTo>
                  <a:lnTo>
                    <a:pt x="16606" y="20"/>
                  </a:lnTo>
                  <a:lnTo>
                    <a:pt x="160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26"/>
            <p:cNvSpPr/>
            <p:nvPr/>
          </p:nvSpPr>
          <p:spPr>
            <a:xfrm>
              <a:off x="11033225" y="3260600"/>
              <a:ext cx="779150" cy="783650"/>
            </a:xfrm>
            <a:custGeom>
              <a:avLst/>
              <a:gdLst/>
              <a:ahLst/>
              <a:cxnLst/>
              <a:rect l="l" t="t" r="r" b="b"/>
              <a:pathLst>
                <a:path w="31166" h="31346" fill="none" extrusionOk="0">
                  <a:moveTo>
                    <a:pt x="28077" y="27074"/>
                  </a:moveTo>
                  <a:lnTo>
                    <a:pt x="28077" y="27074"/>
                  </a:lnTo>
                  <a:lnTo>
                    <a:pt x="27816" y="27354"/>
                  </a:lnTo>
                  <a:lnTo>
                    <a:pt x="27535" y="27615"/>
                  </a:lnTo>
                  <a:lnTo>
                    <a:pt x="27255" y="27876"/>
                  </a:lnTo>
                  <a:lnTo>
                    <a:pt x="26954" y="28137"/>
                  </a:lnTo>
                  <a:lnTo>
                    <a:pt x="26653" y="28377"/>
                  </a:lnTo>
                  <a:lnTo>
                    <a:pt x="26352" y="28598"/>
                  </a:lnTo>
                  <a:lnTo>
                    <a:pt x="26031" y="28818"/>
                  </a:lnTo>
                  <a:lnTo>
                    <a:pt x="25710" y="29019"/>
                  </a:lnTo>
                  <a:lnTo>
                    <a:pt x="25049" y="29420"/>
                  </a:lnTo>
                  <a:lnTo>
                    <a:pt x="24347" y="29761"/>
                  </a:lnTo>
                  <a:lnTo>
                    <a:pt x="23625" y="30082"/>
                  </a:lnTo>
                  <a:lnTo>
                    <a:pt x="22883" y="30343"/>
                  </a:lnTo>
                  <a:lnTo>
                    <a:pt x="22883" y="30343"/>
                  </a:lnTo>
                  <a:lnTo>
                    <a:pt x="22401" y="30503"/>
                  </a:lnTo>
                  <a:lnTo>
                    <a:pt x="21900" y="30663"/>
                  </a:lnTo>
                  <a:lnTo>
                    <a:pt x="21379" y="30784"/>
                  </a:lnTo>
                  <a:lnTo>
                    <a:pt x="20877" y="30904"/>
                  </a:lnTo>
                  <a:lnTo>
                    <a:pt x="20877" y="30904"/>
                  </a:lnTo>
                  <a:lnTo>
                    <a:pt x="20095" y="31045"/>
                  </a:lnTo>
                  <a:lnTo>
                    <a:pt x="19313" y="31165"/>
                  </a:lnTo>
                  <a:lnTo>
                    <a:pt x="18531" y="31245"/>
                  </a:lnTo>
                  <a:lnTo>
                    <a:pt x="17729" y="31305"/>
                  </a:lnTo>
                  <a:lnTo>
                    <a:pt x="16927" y="31345"/>
                  </a:lnTo>
                  <a:lnTo>
                    <a:pt x="16124" y="31345"/>
                  </a:lnTo>
                  <a:lnTo>
                    <a:pt x="15322" y="31325"/>
                  </a:lnTo>
                  <a:lnTo>
                    <a:pt x="14520" y="31285"/>
                  </a:lnTo>
                  <a:lnTo>
                    <a:pt x="13718" y="31205"/>
                  </a:lnTo>
                  <a:lnTo>
                    <a:pt x="12936" y="31105"/>
                  </a:lnTo>
                  <a:lnTo>
                    <a:pt x="12154" y="30984"/>
                  </a:lnTo>
                  <a:lnTo>
                    <a:pt x="11372" y="30844"/>
                  </a:lnTo>
                  <a:lnTo>
                    <a:pt x="10609" y="30684"/>
                  </a:lnTo>
                  <a:lnTo>
                    <a:pt x="9847" y="30503"/>
                  </a:lnTo>
                  <a:lnTo>
                    <a:pt x="9125" y="30303"/>
                  </a:lnTo>
                  <a:lnTo>
                    <a:pt x="8403" y="30082"/>
                  </a:lnTo>
                  <a:lnTo>
                    <a:pt x="8383" y="30082"/>
                  </a:lnTo>
                  <a:lnTo>
                    <a:pt x="8383" y="30082"/>
                  </a:lnTo>
                  <a:lnTo>
                    <a:pt x="7702" y="29841"/>
                  </a:lnTo>
                  <a:lnTo>
                    <a:pt x="7040" y="29601"/>
                  </a:lnTo>
                  <a:lnTo>
                    <a:pt x="6398" y="29340"/>
                  </a:lnTo>
                  <a:lnTo>
                    <a:pt x="5796" y="29059"/>
                  </a:lnTo>
                  <a:lnTo>
                    <a:pt x="5195" y="28758"/>
                  </a:lnTo>
                  <a:lnTo>
                    <a:pt x="4633" y="28457"/>
                  </a:lnTo>
                  <a:lnTo>
                    <a:pt x="4112" y="28137"/>
                  </a:lnTo>
                  <a:lnTo>
                    <a:pt x="3610" y="27796"/>
                  </a:lnTo>
                  <a:lnTo>
                    <a:pt x="3129" y="27455"/>
                  </a:lnTo>
                  <a:lnTo>
                    <a:pt x="2708" y="27094"/>
                  </a:lnTo>
                  <a:lnTo>
                    <a:pt x="2307" y="26733"/>
                  </a:lnTo>
                  <a:lnTo>
                    <a:pt x="1946" y="26372"/>
                  </a:lnTo>
                  <a:lnTo>
                    <a:pt x="1645" y="25991"/>
                  </a:lnTo>
                  <a:lnTo>
                    <a:pt x="1364" y="25590"/>
                  </a:lnTo>
                  <a:lnTo>
                    <a:pt x="1144" y="25189"/>
                  </a:lnTo>
                  <a:lnTo>
                    <a:pt x="963" y="24788"/>
                  </a:lnTo>
                  <a:lnTo>
                    <a:pt x="963" y="24788"/>
                  </a:lnTo>
                  <a:lnTo>
                    <a:pt x="763" y="24226"/>
                  </a:lnTo>
                  <a:lnTo>
                    <a:pt x="582" y="23644"/>
                  </a:lnTo>
                  <a:lnTo>
                    <a:pt x="422" y="23023"/>
                  </a:lnTo>
                  <a:lnTo>
                    <a:pt x="301" y="22381"/>
                  </a:lnTo>
                  <a:lnTo>
                    <a:pt x="201" y="21719"/>
                  </a:lnTo>
                  <a:lnTo>
                    <a:pt x="101" y="21037"/>
                  </a:lnTo>
                  <a:lnTo>
                    <a:pt x="41" y="20335"/>
                  </a:lnTo>
                  <a:lnTo>
                    <a:pt x="21" y="19613"/>
                  </a:lnTo>
                  <a:lnTo>
                    <a:pt x="1" y="18891"/>
                  </a:lnTo>
                  <a:lnTo>
                    <a:pt x="1" y="18149"/>
                  </a:lnTo>
                  <a:lnTo>
                    <a:pt x="41" y="17407"/>
                  </a:lnTo>
                  <a:lnTo>
                    <a:pt x="81" y="16645"/>
                  </a:lnTo>
                  <a:lnTo>
                    <a:pt x="161" y="15883"/>
                  </a:lnTo>
                  <a:lnTo>
                    <a:pt x="261" y="15121"/>
                  </a:lnTo>
                  <a:lnTo>
                    <a:pt x="362" y="14359"/>
                  </a:lnTo>
                  <a:lnTo>
                    <a:pt x="502" y="13617"/>
                  </a:lnTo>
                  <a:lnTo>
                    <a:pt x="662" y="12855"/>
                  </a:lnTo>
                  <a:lnTo>
                    <a:pt x="843" y="12113"/>
                  </a:lnTo>
                  <a:lnTo>
                    <a:pt x="1043" y="11371"/>
                  </a:lnTo>
                  <a:lnTo>
                    <a:pt x="1244" y="10629"/>
                  </a:lnTo>
                  <a:lnTo>
                    <a:pt x="1485" y="9927"/>
                  </a:lnTo>
                  <a:lnTo>
                    <a:pt x="1725" y="9225"/>
                  </a:lnTo>
                  <a:lnTo>
                    <a:pt x="2006" y="8523"/>
                  </a:lnTo>
                  <a:lnTo>
                    <a:pt x="2287" y="7861"/>
                  </a:lnTo>
                  <a:lnTo>
                    <a:pt x="2608" y="7220"/>
                  </a:lnTo>
                  <a:lnTo>
                    <a:pt x="2929" y="6598"/>
                  </a:lnTo>
                  <a:lnTo>
                    <a:pt x="3269" y="5996"/>
                  </a:lnTo>
                  <a:lnTo>
                    <a:pt x="3630" y="5435"/>
                  </a:lnTo>
                  <a:lnTo>
                    <a:pt x="4012" y="4893"/>
                  </a:lnTo>
                  <a:lnTo>
                    <a:pt x="4393" y="4372"/>
                  </a:lnTo>
                  <a:lnTo>
                    <a:pt x="4814" y="3911"/>
                  </a:lnTo>
                  <a:lnTo>
                    <a:pt x="5235" y="3470"/>
                  </a:lnTo>
                  <a:lnTo>
                    <a:pt x="5235" y="3470"/>
                  </a:lnTo>
                  <a:lnTo>
                    <a:pt x="5516" y="3209"/>
                  </a:lnTo>
                  <a:lnTo>
                    <a:pt x="5796" y="2968"/>
                  </a:lnTo>
                  <a:lnTo>
                    <a:pt x="6097" y="2727"/>
                  </a:lnTo>
                  <a:lnTo>
                    <a:pt x="6418" y="2487"/>
                  </a:lnTo>
                  <a:lnTo>
                    <a:pt x="6739" y="2266"/>
                  </a:lnTo>
                  <a:lnTo>
                    <a:pt x="7080" y="2066"/>
                  </a:lnTo>
                  <a:lnTo>
                    <a:pt x="7421" y="1865"/>
                  </a:lnTo>
                  <a:lnTo>
                    <a:pt x="7782" y="1685"/>
                  </a:lnTo>
                  <a:lnTo>
                    <a:pt x="8143" y="1504"/>
                  </a:lnTo>
                  <a:lnTo>
                    <a:pt x="8524" y="1324"/>
                  </a:lnTo>
                  <a:lnTo>
                    <a:pt x="8905" y="1163"/>
                  </a:lnTo>
                  <a:lnTo>
                    <a:pt x="9286" y="1023"/>
                  </a:lnTo>
                  <a:lnTo>
                    <a:pt x="10088" y="762"/>
                  </a:lnTo>
                  <a:lnTo>
                    <a:pt x="10910" y="542"/>
                  </a:lnTo>
                  <a:lnTo>
                    <a:pt x="10910" y="542"/>
                  </a:lnTo>
                  <a:lnTo>
                    <a:pt x="11412" y="421"/>
                  </a:lnTo>
                  <a:lnTo>
                    <a:pt x="11913" y="321"/>
                  </a:lnTo>
                  <a:lnTo>
                    <a:pt x="12434" y="241"/>
                  </a:lnTo>
                  <a:lnTo>
                    <a:pt x="12936" y="161"/>
                  </a:lnTo>
                  <a:lnTo>
                    <a:pt x="13457" y="100"/>
                  </a:lnTo>
                  <a:lnTo>
                    <a:pt x="13979" y="60"/>
                  </a:lnTo>
                  <a:lnTo>
                    <a:pt x="14500" y="20"/>
                  </a:lnTo>
                  <a:lnTo>
                    <a:pt x="15021" y="0"/>
                  </a:lnTo>
                  <a:lnTo>
                    <a:pt x="15543" y="0"/>
                  </a:lnTo>
                  <a:lnTo>
                    <a:pt x="16084" y="0"/>
                  </a:lnTo>
                  <a:lnTo>
                    <a:pt x="16606" y="20"/>
                  </a:lnTo>
                  <a:lnTo>
                    <a:pt x="17127" y="60"/>
                  </a:lnTo>
                  <a:lnTo>
                    <a:pt x="17669" y="100"/>
                  </a:lnTo>
                  <a:lnTo>
                    <a:pt x="18190" y="161"/>
                  </a:lnTo>
                  <a:lnTo>
                    <a:pt x="18711" y="241"/>
                  </a:lnTo>
                  <a:lnTo>
                    <a:pt x="19213" y="321"/>
                  </a:lnTo>
                  <a:lnTo>
                    <a:pt x="19734" y="421"/>
                  </a:lnTo>
                  <a:lnTo>
                    <a:pt x="20236" y="542"/>
                  </a:lnTo>
                  <a:lnTo>
                    <a:pt x="20737" y="682"/>
                  </a:lnTo>
                  <a:lnTo>
                    <a:pt x="21218" y="822"/>
                  </a:lnTo>
                  <a:lnTo>
                    <a:pt x="21700" y="963"/>
                  </a:lnTo>
                  <a:lnTo>
                    <a:pt x="22181" y="1143"/>
                  </a:lnTo>
                  <a:lnTo>
                    <a:pt x="22642" y="1324"/>
                  </a:lnTo>
                  <a:lnTo>
                    <a:pt x="23103" y="1504"/>
                  </a:lnTo>
                  <a:lnTo>
                    <a:pt x="23545" y="1705"/>
                  </a:lnTo>
                  <a:lnTo>
                    <a:pt x="23986" y="1925"/>
                  </a:lnTo>
                  <a:lnTo>
                    <a:pt x="24407" y="2166"/>
                  </a:lnTo>
                  <a:lnTo>
                    <a:pt x="24808" y="2407"/>
                  </a:lnTo>
                  <a:lnTo>
                    <a:pt x="25209" y="2667"/>
                  </a:lnTo>
                  <a:lnTo>
                    <a:pt x="25570" y="2948"/>
                  </a:lnTo>
                  <a:lnTo>
                    <a:pt x="25951" y="3229"/>
                  </a:lnTo>
                  <a:lnTo>
                    <a:pt x="26292" y="3530"/>
                  </a:lnTo>
                  <a:lnTo>
                    <a:pt x="26292" y="3530"/>
                  </a:lnTo>
                  <a:lnTo>
                    <a:pt x="26633" y="3851"/>
                  </a:lnTo>
                  <a:lnTo>
                    <a:pt x="26974" y="4252"/>
                  </a:lnTo>
                  <a:lnTo>
                    <a:pt x="27315" y="4693"/>
                  </a:lnTo>
                  <a:lnTo>
                    <a:pt x="27656" y="5194"/>
                  </a:lnTo>
                  <a:lnTo>
                    <a:pt x="27997" y="5736"/>
                  </a:lnTo>
                  <a:lnTo>
                    <a:pt x="28338" y="6337"/>
                  </a:lnTo>
                  <a:lnTo>
                    <a:pt x="28658" y="6959"/>
                  </a:lnTo>
                  <a:lnTo>
                    <a:pt x="28959" y="7641"/>
                  </a:lnTo>
                  <a:lnTo>
                    <a:pt x="29260" y="8343"/>
                  </a:lnTo>
                  <a:lnTo>
                    <a:pt x="29561" y="9065"/>
                  </a:lnTo>
                  <a:lnTo>
                    <a:pt x="29822" y="9847"/>
                  </a:lnTo>
                  <a:lnTo>
                    <a:pt x="30062" y="10629"/>
                  </a:lnTo>
                  <a:lnTo>
                    <a:pt x="30303" y="11451"/>
                  </a:lnTo>
                  <a:lnTo>
                    <a:pt x="30503" y="12294"/>
                  </a:lnTo>
                  <a:lnTo>
                    <a:pt x="30684" y="13136"/>
                  </a:lnTo>
                  <a:lnTo>
                    <a:pt x="30844" y="13998"/>
                  </a:lnTo>
                  <a:lnTo>
                    <a:pt x="30965" y="14881"/>
                  </a:lnTo>
                  <a:lnTo>
                    <a:pt x="31065" y="15763"/>
                  </a:lnTo>
                  <a:lnTo>
                    <a:pt x="31145" y="16645"/>
                  </a:lnTo>
                  <a:lnTo>
                    <a:pt x="31165" y="17528"/>
                  </a:lnTo>
                  <a:lnTo>
                    <a:pt x="31165" y="18410"/>
                  </a:lnTo>
                  <a:lnTo>
                    <a:pt x="31105" y="19293"/>
                  </a:lnTo>
                  <a:lnTo>
                    <a:pt x="31025" y="20155"/>
                  </a:lnTo>
                  <a:lnTo>
                    <a:pt x="30905" y="21017"/>
                  </a:lnTo>
                  <a:lnTo>
                    <a:pt x="30804" y="21438"/>
                  </a:lnTo>
                  <a:lnTo>
                    <a:pt x="30724" y="21860"/>
                  </a:lnTo>
                  <a:lnTo>
                    <a:pt x="30624" y="22281"/>
                  </a:lnTo>
                  <a:lnTo>
                    <a:pt x="30503" y="22682"/>
                  </a:lnTo>
                  <a:lnTo>
                    <a:pt x="30363" y="23083"/>
                  </a:lnTo>
                  <a:lnTo>
                    <a:pt x="30223" y="23484"/>
                  </a:lnTo>
                  <a:lnTo>
                    <a:pt x="30082" y="23885"/>
                  </a:lnTo>
                  <a:lnTo>
                    <a:pt x="29902" y="24266"/>
                  </a:lnTo>
                  <a:lnTo>
                    <a:pt x="29721" y="24647"/>
                  </a:lnTo>
                  <a:lnTo>
                    <a:pt x="29541" y="25008"/>
                  </a:lnTo>
                  <a:lnTo>
                    <a:pt x="29320" y="25389"/>
                  </a:lnTo>
                  <a:lnTo>
                    <a:pt x="29100" y="25730"/>
                  </a:lnTo>
                  <a:lnTo>
                    <a:pt x="28859" y="26091"/>
                  </a:lnTo>
                  <a:lnTo>
                    <a:pt x="28618" y="26432"/>
                  </a:lnTo>
                  <a:lnTo>
                    <a:pt x="28358" y="26753"/>
                  </a:lnTo>
                  <a:lnTo>
                    <a:pt x="28077" y="2707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26"/>
            <p:cNvSpPr/>
            <p:nvPr/>
          </p:nvSpPr>
          <p:spPr>
            <a:xfrm>
              <a:off x="11033225" y="3274125"/>
              <a:ext cx="521950" cy="770125"/>
            </a:xfrm>
            <a:custGeom>
              <a:avLst/>
              <a:gdLst/>
              <a:ahLst/>
              <a:cxnLst/>
              <a:rect l="l" t="t" r="r" b="b"/>
              <a:pathLst>
                <a:path w="20878" h="30805" extrusionOk="0">
                  <a:moveTo>
                    <a:pt x="10910" y="1"/>
                  </a:moveTo>
                  <a:lnTo>
                    <a:pt x="10088" y="221"/>
                  </a:lnTo>
                  <a:lnTo>
                    <a:pt x="9286" y="482"/>
                  </a:lnTo>
                  <a:lnTo>
                    <a:pt x="8905" y="622"/>
                  </a:lnTo>
                  <a:lnTo>
                    <a:pt x="8524" y="783"/>
                  </a:lnTo>
                  <a:lnTo>
                    <a:pt x="8143" y="963"/>
                  </a:lnTo>
                  <a:lnTo>
                    <a:pt x="7782" y="1144"/>
                  </a:lnTo>
                  <a:lnTo>
                    <a:pt x="7421" y="1324"/>
                  </a:lnTo>
                  <a:lnTo>
                    <a:pt x="7080" y="1525"/>
                  </a:lnTo>
                  <a:lnTo>
                    <a:pt x="6739" y="1725"/>
                  </a:lnTo>
                  <a:lnTo>
                    <a:pt x="6418" y="1946"/>
                  </a:lnTo>
                  <a:lnTo>
                    <a:pt x="6097" y="2186"/>
                  </a:lnTo>
                  <a:lnTo>
                    <a:pt x="5796" y="2427"/>
                  </a:lnTo>
                  <a:lnTo>
                    <a:pt x="5516" y="2668"/>
                  </a:lnTo>
                  <a:lnTo>
                    <a:pt x="5235" y="2929"/>
                  </a:lnTo>
                  <a:lnTo>
                    <a:pt x="4814" y="3350"/>
                  </a:lnTo>
                  <a:lnTo>
                    <a:pt x="4413" y="3811"/>
                  </a:lnTo>
                  <a:lnTo>
                    <a:pt x="4032" y="4292"/>
                  </a:lnTo>
                  <a:lnTo>
                    <a:pt x="3671" y="4814"/>
                  </a:lnTo>
                  <a:lnTo>
                    <a:pt x="3330" y="5355"/>
                  </a:lnTo>
                  <a:lnTo>
                    <a:pt x="2989" y="5937"/>
                  </a:lnTo>
                  <a:lnTo>
                    <a:pt x="2668" y="6538"/>
                  </a:lnTo>
                  <a:lnTo>
                    <a:pt x="2367" y="7160"/>
                  </a:lnTo>
                  <a:lnTo>
                    <a:pt x="2227" y="7501"/>
                  </a:lnTo>
                  <a:lnTo>
                    <a:pt x="1966" y="8103"/>
                  </a:lnTo>
                  <a:lnTo>
                    <a:pt x="1705" y="8744"/>
                  </a:lnTo>
                  <a:lnTo>
                    <a:pt x="1485" y="9386"/>
                  </a:lnTo>
                  <a:lnTo>
                    <a:pt x="1264" y="10028"/>
                  </a:lnTo>
                  <a:lnTo>
                    <a:pt x="1064" y="10690"/>
                  </a:lnTo>
                  <a:lnTo>
                    <a:pt x="883" y="11371"/>
                  </a:lnTo>
                  <a:lnTo>
                    <a:pt x="723" y="12053"/>
                  </a:lnTo>
                  <a:lnTo>
                    <a:pt x="562" y="12735"/>
                  </a:lnTo>
                  <a:lnTo>
                    <a:pt x="442" y="13437"/>
                  </a:lnTo>
                  <a:lnTo>
                    <a:pt x="321" y="14119"/>
                  </a:lnTo>
                  <a:lnTo>
                    <a:pt x="221" y="14821"/>
                  </a:lnTo>
                  <a:lnTo>
                    <a:pt x="141" y="15523"/>
                  </a:lnTo>
                  <a:lnTo>
                    <a:pt x="81" y="16205"/>
                  </a:lnTo>
                  <a:lnTo>
                    <a:pt x="41" y="16886"/>
                  </a:lnTo>
                  <a:lnTo>
                    <a:pt x="1" y="17568"/>
                  </a:lnTo>
                  <a:lnTo>
                    <a:pt x="1" y="18250"/>
                  </a:lnTo>
                  <a:lnTo>
                    <a:pt x="21" y="19092"/>
                  </a:lnTo>
                  <a:lnTo>
                    <a:pt x="61" y="19895"/>
                  </a:lnTo>
                  <a:lnTo>
                    <a:pt x="141" y="20697"/>
                  </a:lnTo>
                  <a:lnTo>
                    <a:pt x="241" y="21459"/>
                  </a:lnTo>
                  <a:lnTo>
                    <a:pt x="362" y="22201"/>
                  </a:lnTo>
                  <a:lnTo>
                    <a:pt x="542" y="22923"/>
                  </a:lnTo>
                  <a:lnTo>
                    <a:pt x="723" y="23605"/>
                  </a:lnTo>
                  <a:lnTo>
                    <a:pt x="963" y="24247"/>
                  </a:lnTo>
                  <a:lnTo>
                    <a:pt x="1144" y="24648"/>
                  </a:lnTo>
                  <a:lnTo>
                    <a:pt x="1364" y="25049"/>
                  </a:lnTo>
                  <a:lnTo>
                    <a:pt x="1645" y="25450"/>
                  </a:lnTo>
                  <a:lnTo>
                    <a:pt x="1946" y="25831"/>
                  </a:lnTo>
                  <a:lnTo>
                    <a:pt x="2307" y="26192"/>
                  </a:lnTo>
                  <a:lnTo>
                    <a:pt x="2708" y="26553"/>
                  </a:lnTo>
                  <a:lnTo>
                    <a:pt x="3129" y="26914"/>
                  </a:lnTo>
                  <a:lnTo>
                    <a:pt x="3610" y="27255"/>
                  </a:lnTo>
                  <a:lnTo>
                    <a:pt x="4112" y="27596"/>
                  </a:lnTo>
                  <a:lnTo>
                    <a:pt x="4633" y="27916"/>
                  </a:lnTo>
                  <a:lnTo>
                    <a:pt x="5195" y="28217"/>
                  </a:lnTo>
                  <a:lnTo>
                    <a:pt x="5796" y="28518"/>
                  </a:lnTo>
                  <a:lnTo>
                    <a:pt x="6398" y="28799"/>
                  </a:lnTo>
                  <a:lnTo>
                    <a:pt x="7040" y="29060"/>
                  </a:lnTo>
                  <a:lnTo>
                    <a:pt x="7702" y="29300"/>
                  </a:lnTo>
                  <a:lnTo>
                    <a:pt x="8383" y="29541"/>
                  </a:lnTo>
                  <a:lnTo>
                    <a:pt x="8403" y="29541"/>
                  </a:lnTo>
                  <a:lnTo>
                    <a:pt x="9326" y="29822"/>
                  </a:lnTo>
                  <a:lnTo>
                    <a:pt x="10289" y="30082"/>
                  </a:lnTo>
                  <a:lnTo>
                    <a:pt x="11291" y="30283"/>
                  </a:lnTo>
                  <a:lnTo>
                    <a:pt x="12294" y="30463"/>
                  </a:lnTo>
                  <a:lnTo>
                    <a:pt x="13317" y="30624"/>
                  </a:lnTo>
                  <a:lnTo>
                    <a:pt x="14340" y="30724"/>
                  </a:lnTo>
                  <a:lnTo>
                    <a:pt x="15382" y="30784"/>
                  </a:lnTo>
                  <a:lnTo>
                    <a:pt x="16425" y="30804"/>
                  </a:lnTo>
                  <a:lnTo>
                    <a:pt x="16987" y="30804"/>
                  </a:lnTo>
                  <a:lnTo>
                    <a:pt x="17548" y="30784"/>
                  </a:lnTo>
                  <a:lnTo>
                    <a:pt x="18110" y="30744"/>
                  </a:lnTo>
                  <a:lnTo>
                    <a:pt x="18671" y="30704"/>
                  </a:lnTo>
                  <a:lnTo>
                    <a:pt x="19233" y="30644"/>
                  </a:lnTo>
                  <a:lnTo>
                    <a:pt x="19774" y="30564"/>
                  </a:lnTo>
                  <a:lnTo>
                    <a:pt x="20336" y="30463"/>
                  </a:lnTo>
                  <a:lnTo>
                    <a:pt x="20877" y="30363"/>
                  </a:lnTo>
                  <a:lnTo>
                    <a:pt x="20115" y="30303"/>
                  </a:lnTo>
                  <a:lnTo>
                    <a:pt x="19333" y="30223"/>
                  </a:lnTo>
                  <a:lnTo>
                    <a:pt x="18611" y="30343"/>
                  </a:lnTo>
                  <a:lnTo>
                    <a:pt x="17849" y="30423"/>
                  </a:lnTo>
                  <a:lnTo>
                    <a:pt x="17087" y="30483"/>
                  </a:lnTo>
                  <a:lnTo>
                    <a:pt x="16305" y="30504"/>
                  </a:lnTo>
                  <a:lnTo>
                    <a:pt x="16024" y="30504"/>
                  </a:lnTo>
                  <a:lnTo>
                    <a:pt x="15302" y="30463"/>
                  </a:lnTo>
                  <a:lnTo>
                    <a:pt x="14580" y="30423"/>
                  </a:lnTo>
                  <a:lnTo>
                    <a:pt x="13858" y="30343"/>
                  </a:lnTo>
                  <a:lnTo>
                    <a:pt x="13156" y="30243"/>
                  </a:lnTo>
                  <a:lnTo>
                    <a:pt x="12475" y="30122"/>
                  </a:lnTo>
                  <a:lnTo>
                    <a:pt x="11793" y="29962"/>
                  </a:lnTo>
                  <a:lnTo>
                    <a:pt x="11171" y="29802"/>
                  </a:lnTo>
                  <a:lnTo>
                    <a:pt x="10549" y="29601"/>
                  </a:lnTo>
                  <a:lnTo>
                    <a:pt x="9948" y="29360"/>
                  </a:lnTo>
                  <a:lnTo>
                    <a:pt x="9366" y="29120"/>
                  </a:lnTo>
                  <a:lnTo>
                    <a:pt x="8865" y="28819"/>
                  </a:lnTo>
                  <a:lnTo>
                    <a:pt x="8624" y="28679"/>
                  </a:lnTo>
                  <a:lnTo>
                    <a:pt x="8403" y="28518"/>
                  </a:lnTo>
                  <a:lnTo>
                    <a:pt x="8383" y="28518"/>
                  </a:lnTo>
                  <a:lnTo>
                    <a:pt x="8163" y="28338"/>
                  </a:lnTo>
                  <a:lnTo>
                    <a:pt x="7942" y="28137"/>
                  </a:lnTo>
                  <a:lnTo>
                    <a:pt x="7742" y="27937"/>
                  </a:lnTo>
                  <a:lnTo>
                    <a:pt x="7581" y="27736"/>
                  </a:lnTo>
                  <a:lnTo>
                    <a:pt x="7441" y="27515"/>
                  </a:lnTo>
                  <a:lnTo>
                    <a:pt x="7321" y="27315"/>
                  </a:lnTo>
                  <a:lnTo>
                    <a:pt x="7220" y="27074"/>
                  </a:lnTo>
                  <a:lnTo>
                    <a:pt x="7160" y="26854"/>
                  </a:lnTo>
                  <a:lnTo>
                    <a:pt x="7120" y="26553"/>
                  </a:lnTo>
                  <a:lnTo>
                    <a:pt x="7080" y="26272"/>
                  </a:lnTo>
                  <a:lnTo>
                    <a:pt x="7060" y="25971"/>
                  </a:lnTo>
                  <a:lnTo>
                    <a:pt x="7040" y="25690"/>
                  </a:lnTo>
                  <a:lnTo>
                    <a:pt x="7060" y="25410"/>
                  </a:lnTo>
                  <a:lnTo>
                    <a:pt x="7080" y="25129"/>
                  </a:lnTo>
                  <a:lnTo>
                    <a:pt x="7100" y="24848"/>
                  </a:lnTo>
                  <a:lnTo>
                    <a:pt x="7140" y="24567"/>
                  </a:lnTo>
                  <a:lnTo>
                    <a:pt x="6819" y="24126"/>
                  </a:lnTo>
                  <a:lnTo>
                    <a:pt x="6518" y="23685"/>
                  </a:lnTo>
                  <a:lnTo>
                    <a:pt x="6218" y="23204"/>
                  </a:lnTo>
                  <a:lnTo>
                    <a:pt x="5957" y="22722"/>
                  </a:lnTo>
                  <a:lnTo>
                    <a:pt x="5897" y="22582"/>
                  </a:lnTo>
                  <a:lnTo>
                    <a:pt x="5556" y="22582"/>
                  </a:lnTo>
                  <a:lnTo>
                    <a:pt x="5275" y="22522"/>
                  </a:lnTo>
                  <a:lnTo>
                    <a:pt x="4994" y="22442"/>
                  </a:lnTo>
                  <a:lnTo>
                    <a:pt x="4754" y="22301"/>
                  </a:lnTo>
                  <a:lnTo>
                    <a:pt x="4533" y="22141"/>
                  </a:lnTo>
                  <a:lnTo>
                    <a:pt x="4332" y="21960"/>
                  </a:lnTo>
                  <a:lnTo>
                    <a:pt x="4172" y="21740"/>
                  </a:lnTo>
                  <a:lnTo>
                    <a:pt x="4012" y="21499"/>
                  </a:lnTo>
                  <a:lnTo>
                    <a:pt x="3911" y="21238"/>
                  </a:lnTo>
                  <a:lnTo>
                    <a:pt x="3851" y="21038"/>
                  </a:lnTo>
                  <a:lnTo>
                    <a:pt x="3811" y="20857"/>
                  </a:lnTo>
                  <a:lnTo>
                    <a:pt x="3791" y="20677"/>
                  </a:lnTo>
                  <a:lnTo>
                    <a:pt x="3791" y="20496"/>
                  </a:lnTo>
                  <a:lnTo>
                    <a:pt x="3791" y="20316"/>
                  </a:lnTo>
                  <a:lnTo>
                    <a:pt x="3831" y="20135"/>
                  </a:lnTo>
                  <a:lnTo>
                    <a:pt x="3871" y="19955"/>
                  </a:lnTo>
                  <a:lnTo>
                    <a:pt x="3931" y="19794"/>
                  </a:lnTo>
                  <a:lnTo>
                    <a:pt x="4012" y="19634"/>
                  </a:lnTo>
                  <a:lnTo>
                    <a:pt x="4092" y="19474"/>
                  </a:lnTo>
                  <a:lnTo>
                    <a:pt x="4192" y="19333"/>
                  </a:lnTo>
                  <a:lnTo>
                    <a:pt x="4312" y="19193"/>
                  </a:lnTo>
                  <a:lnTo>
                    <a:pt x="4433" y="19072"/>
                  </a:lnTo>
                  <a:lnTo>
                    <a:pt x="4553" y="18952"/>
                  </a:lnTo>
                  <a:lnTo>
                    <a:pt x="4713" y="18852"/>
                  </a:lnTo>
                  <a:lnTo>
                    <a:pt x="4854" y="18752"/>
                  </a:lnTo>
                  <a:lnTo>
                    <a:pt x="4814" y="18150"/>
                  </a:lnTo>
                  <a:lnTo>
                    <a:pt x="4774" y="17528"/>
                  </a:lnTo>
                  <a:lnTo>
                    <a:pt x="4754" y="16927"/>
                  </a:lnTo>
                  <a:lnTo>
                    <a:pt x="4733" y="16305"/>
                  </a:lnTo>
                  <a:lnTo>
                    <a:pt x="4733" y="15523"/>
                  </a:lnTo>
                  <a:lnTo>
                    <a:pt x="4754" y="14741"/>
                  </a:lnTo>
                  <a:lnTo>
                    <a:pt x="4794" y="13959"/>
                  </a:lnTo>
                  <a:lnTo>
                    <a:pt x="4854" y="13176"/>
                  </a:lnTo>
                  <a:lnTo>
                    <a:pt x="4934" y="12394"/>
                  </a:lnTo>
                  <a:lnTo>
                    <a:pt x="5054" y="11632"/>
                  </a:lnTo>
                  <a:lnTo>
                    <a:pt x="5175" y="10850"/>
                  </a:lnTo>
                  <a:lnTo>
                    <a:pt x="5335" y="10088"/>
                  </a:lnTo>
                  <a:lnTo>
                    <a:pt x="5516" y="9326"/>
                  </a:lnTo>
                  <a:lnTo>
                    <a:pt x="5716" y="8564"/>
                  </a:lnTo>
                  <a:lnTo>
                    <a:pt x="5937" y="7822"/>
                  </a:lnTo>
                  <a:lnTo>
                    <a:pt x="6197" y="7080"/>
                  </a:lnTo>
                  <a:lnTo>
                    <a:pt x="6478" y="6358"/>
                  </a:lnTo>
                  <a:lnTo>
                    <a:pt x="6779" y="5636"/>
                  </a:lnTo>
                  <a:lnTo>
                    <a:pt x="7120" y="4934"/>
                  </a:lnTo>
                  <a:lnTo>
                    <a:pt x="7501" y="4232"/>
                  </a:lnTo>
                  <a:lnTo>
                    <a:pt x="7862" y="3650"/>
                  </a:lnTo>
                  <a:lnTo>
                    <a:pt x="8223" y="3069"/>
                  </a:lnTo>
                  <a:lnTo>
                    <a:pt x="8624" y="2507"/>
                  </a:lnTo>
                  <a:lnTo>
                    <a:pt x="9045" y="1966"/>
                  </a:lnTo>
                  <a:lnTo>
                    <a:pt x="9486" y="1444"/>
                  </a:lnTo>
                  <a:lnTo>
                    <a:pt x="9948" y="943"/>
                  </a:lnTo>
                  <a:lnTo>
                    <a:pt x="10429" y="462"/>
                  </a:lnTo>
                  <a:lnTo>
                    <a:pt x="1091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26"/>
            <p:cNvSpPr/>
            <p:nvPr/>
          </p:nvSpPr>
          <p:spPr>
            <a:xfrm>
              <a:off x="11033225" y="3274125"/>
              <a:ext cx="521950" cy="770125"/>
            </a:xfrm>
            <a:custGeom>
              <a:avLst/>
              <a:gdLst/>
              <a:ahLst/>
              <a:cxnLst/>
              <a:rect l="l" t="t" r="r" b="b"/>
              <a:pathLst>
                <a:path w="20878" h="30805" fill="none" extrusionOk="0">
                  <a:moveTo>
                    <a:pt x="10910" y="1"/>
                  </a:moveTo>
                  <a:lnTo>
                    <a:pt x="10910" y="1"/>
                  </a:lnTo>
                  <a:lnTo>
                    <a:pt x="10088" y="221"/>
                  </a:lnTo>
                  <a:lnTo>
                    <a:pt x="9286" y="482"/>
                  </a:lnTo>
                  <a:lnTo>
                    <a:pt x="8905" y="622"/>
                  </a:lnTo>
                  <a:lnTo>
                    <a:pt x="8524" y="783"/>
                  </a:lnTo>
                  <a:lnTo>
                    <a:pt x="8143" y="963"/>
                  </a:lnTo>
                  <a:lnTo>
                    <a:pt x="7782" y="1144"/>
                  </a:lnTo>
                  <a:lnTo>
                    <a:pt x="7421" y="1324"/>
                  </a:lnTo>
                  <a:lnTo>
                    <a:pt x="7080" y="1525"/>
                  </a:lnTo>
                  <a:lnTo>
                    <a:pt x="6739" y="1725"/>
                  </a:lnTo>
                  <a:lnTo>
                    <a:pt x="6418" y="1946"/>
                  </a:lnTo>
                  <a:lnTo>
                    <a:pt x="6097" y="2186"/>
                  </a:lnTo>
                  <a:lnTo>
                    <a:pt x="5796" y="2427"/>
                  </a:lnTo>
                  <a:lnTo>
                    <a:pt x="5516" y="2668"/>
                  </a:lnTo>
                  <a:lnTo>
                    <a:pt x="5235" y="2929"/>
                  </a:lnTo>
                  <a:lnTo>
                    <a:pt x="5235" y="2929"/>
                  </a:lnTo>
                  <a:lnTo>
                    <a:pt x="4814" y="3350"/>
                  </a:lnTo>
                  <a:lnTo>
                    <a:pt x="4413" y="3811"/>
                  </a:lnTo>
                  <a:lnTo>
                    <a:pt x="4032" y="4292"/>
                  </a:lnTo>
                  <a:lnTo>
                    <a:pt x="3671" y="4814"/>
                  </a:lnTo>
                  <a:lnTo>
                    <a:pt x="3330" y="5355"/>
                  </a:lnTo>
                  <a:lnTo>
                    <a:pt x="2989" y="5937"/>
                  </a:lnTo>
                  <a:lnTo>
                    <a:pt x="2668" y="6538"/>
                  </a:lnTo>
                  <a:lnTo>
                    <a:pt x="2367" y="7160"/>
                  </a:lnTo>
                  <a:lnTo>
                    <a:pt x="2367" y="7160"/>
                  </a:lnTo>
                  <a:lnTo>
                    <a:pt x="2227" y="7501"/>
                  </a:lnTo>
                  <a:lnTo>
                    <a:pt x="2227" y="7501"/>
                  </a:lnTo>
                  <a:lnTo>
                    <a:pt x="1966" y="8103"/>
                  </a:lnTo>
                  <a:lnTo>
                    <a:pt x="1705" y="8744"/>
                  </a:lnTo>
                  <a:lnTo>
                    <a:pt x="1485" y="9386"/>
                  </a:lnTo>
                  <a:lnTo>
                    <a:pt x="1264" y="10028"/>
                  </a:lnTo>
                  <a:lnTo>
                    <a:pt x="1064" y="10690"/>
                  </a:lnTo>
                  <a:lnTo>
                    <a:pt x="883" y="11371"/>
                  </a:lnTo>
                  <a:lnTo>
                    <a:pt x="723" y="12053"/>
                  </a:lnTo>
                  <a:lnTo>
                    <a:pt x="562" y="12735"/>
                  </a:lnTo>
                  <a:lnTo>
                    <a:pt x="442" y="13437"/>
                  </a:lnTo>
                  <a:lnTo>
                    <a:pt x="321" y="14119"/>
                  </a:lnTo>
                  <a:lnTo>
                    <a:pt x="221" y="14821"/>
                  </a:lnTo>
                  <a:lnTo>
                    <a:pt x="141" y="15523"/>
                  </a:lnTo>
                  <a:lnTo>
                    <a:pt x="81" y="16205"/>
                  </a:lnTo>
                  <a:lnTo>
                    <a:pt x="41" y="16886"/>
                  </a:lnTo>
                  <a:lnTo>
                    <a:pt x="1" y="17568"/>
                  </a:lnTo>
                  <a:lnTo>
                    <a:pt x="1" y="18250"/>
                  </a:lnTo>
                  <a:lnTo>
                    <a:pt x="1" y="18250"/>
                  </a:lnTo>
                  <a:lnTo>
                    <a:pt x="21" y="19092"/>
                  </a:lnTo>
                  <a:lnTo>
                    <a:pt x="61" y="19895"/>
                  </a:lnTo>
                  <a:lnTo>
                    <a:pt x="141" y="20697"/>
                  </a:lnTo>
                  <a:lnTo>
                    <a:pt x="241" y="21459"/>
                  </a:lnTo>
                  <a:lnTo>
                    <a:pt x="362" y="22201"/>
                  </a:lnTo>
                  <a:lnTo>
                    <a:pt x="542" y="22923"/>
                  </a:lnTo>
                  <a:lnTo>
                    <a:pt x="723" y="23605"/>
                  </a:lnTo>
                  <a:lnTo>
                    <a:pt x="963" y="24247"/>
                  </a:lnTo>
                  <a:lnTo>
                    <a:pt x="963" y="24247"/>
                  </a:lnTo>
                  <a:lnTo>
                    <a:pt x="1144" y="24648"/>
                  </a:lnTo>
                  <a:lnTo>
                    <a:pt x="1364" y="25049"/>
                  </a:lnTo>
                  <a:lnTo>
                    <a:pt x="1645" y="25450"/>
                  </a:lnTo>
                  <a:lnTo>
                    <a:pt x="1946" y="25831"/>
                  </a:lnTo>
                  <a:lnTo>
                    <a:pt x="2307" y="26192"/>
                  </a:lnTo>
                  <a:lnTo>
                    <a:pt x="2708" y="26553"/>
                  </a:lnTo>
                  <a:lnTo>
                    <a:pt x="3129" y="26914"/>
                  </a:lnTo>
                  <a:lnTo>
                    <a:pt x="3610" y="27255"/>
                  </a:lnTo>
                  <a:lnTo>
                    <a:pt x="4112" y="27596"/>
                  </a:lnTo>
                  <a:lnTo>
                    <a:pt x="4633" y="27916"/>
                  </a:lnTo>
                  <a:lnTo>
                    <a:pt x="5195" y="28217"/>
                  </a:lnTo>
                  <a:lnTo>
                    <a:pt x="5796" y="28518"/>
                  </a:lnTo>
                  <a:lnTo>
                    <a:pt x="6398" y="28799"/>
                  </a:lnTo>
                  <a:lnTo>
                    <a:pt x="7040" y="29060"/>
                  </a:lnTo>
                  <a:lnTo>
                    <a:pt x="7702" y="29300"/>
                  </a:lnTo>
                  <a:lnTo>
                    <a:pt x="8383" y="29541"/>
                  </a:lnTo>
                  <a:lnTo>
                    <a:pt x="8403" y="29541"/>
                  </a:lnTo>
                  <a:lnTo>
                    <a:pt x="8403" y="29541"/>
                  </a:lnTo>
                  <a:lnTo>
                    <a:pt x="9326" y="29822"/>
                  </a:lnTo>
                  <a:lnTo>
                    <a:pt x="10289" y="30082"/>
                  </a:lnTo>
                  <a:lnTo>
                    <a:pt x="11291" y="30283"/>
                  </a:lnTo>
                  <a:lnTo>
                    <a:pt x="12294" y="30463"/>
                  </a:lnTo>
                  <a:lnTo>
                    <a:pt x="13317" y="30624"/>
                  </a:lnTo>
                  <a:lnTo>
                    <a:pt x="14340" y="30724"/>
                  </a:lnTo>
                  <a:lnTo>
                    <a:pt x="15382" y="30784"/>
                  </a:lnTo>
                  <a:lnTo>
                    <a:pt x="16425" y="30804"/>
                  </a:lnTo>
                  <a:lnTo>
                    <a:pt x="16425" y="30804"/>
                  </a:lnTo>
                  <a:lnTo>
                    <a:pt x="16987" y="30804"/>
                  </a:lnTo>
                  <a:lnTo>
                    <a:pt x="17548" y="30784"/>
                  </a:lnTo>
                  <a:lnTo>
                    <a:pt x="18110" y="30744"/>
                  </a:lnTo>
                  <a:lnTo>
                    <a:pt x="18671" y="30704"/>
                  </a:lnTo>
                  <a:lnTo>
                    <a:pt x="19233" y="30644"/>
                  </a:lnTo>
                  <a:lnTo>
                    <a:pt x="19774" y="30564"/>
                  </a:lnTo>
                  <a:lnTo>
                    <a:pt x="20336" y="30463"/>
                  </a:lnTo>
                  <a:lnTo>
                    <a:pt x="20877" y="30363"/>
                  </a:lnTo>
                  <a:lnTo>
                    <a:pt x="20877" y="30363"/>
                  </a:lnTo>
                  <a:lnTo>
                    <a:pt x="20115" y="30303"/>
                  </a:lnTo>
                  <a:lnTo>
                    <a:pt x="19333" y="30223"/>
                  </a:lnTo>
                  <a:lnTo>
                    <a:pt x="19333" y="30223"/>
                  </a:lnTo>
                  <a:lnTo>
                    <a:pt x="18611" y="30343"/>
                  </a:lnTo>
                  <a:lnTo>
                    <a:pt x="17849" y="30423"/>
                  </a:lnTo>
                  <a:lnTo>
                    <a:pt x="17087" y="30483"/>
                  </a:lnTo>
                  <a:lnTo>
                    <a:pt x="16305" y="30504"/>
                  </a:lnTo>
                  <a:lnTo>
                    <a:pt x="16305" y="30504"/>
                  </a:lnTo>
                  <a:lnTo>
                    <a:pt x="16024" y="30504"/>
                  </a:lnTo>
                  <a:lnTo>
                    <a:pt x="16024" y="30504"/>
                  </a:lnTo>
                  <a:lnTo>
                    <a:pt x="15302" y="30463"/>
                  </a:lnTo>
                  <a:lnTo>
                    <a:pt x="14580" y="30423"/>
                  </a:lnTo>
                  <a:lnTo>
                    <a:pt x="13858" y="30343"/>
                  </a:lnTo>
                  <a:lnTo>
                    <a:pt x="13156" y="30243"/>
                  </a:lnTo>
                  <a:lnTo>
                    <a:pt x="12475" y="30122"/>
                  </a:lnTo>
                  <a:lnTo>
                    <a:pt x="11793" y="29962"/>
                  </a:lnTo>
                  <a:lnTo>
                    <a:pt x="11171" y="29802"/>
                  </a:lnTo>
                  <a:lnTo>
                    <a:pt x="10549" y="29601"/>
                  </a:lnTo>
                  <a:lnTo>
                    <a:pt x="10549" y="29601"/>
                  </a:lnTo>
                  <a:lnTo>
                    <a:pt x="9948" y="29360"/>
                  </a:lnTo>
                  <a:lnTo>
                    <a:pt x="9366" y="29120"/>
                  </a:lnTo>
                  <a:lnTo>
                    <a:pt x="8865" y="28819"/>
                  </a:lnTo>
                  <a:lnTo>
                    <a:pt x="8624" y="28679"/>
                  </a:lnTo>
                  <a:lnTo>
                    <a:pt x="8403" y="28518"/>
                  </a:lnTo>
                  <a:lnTo>
                    <a:pt x="8383" y="28518"/>
                  </a:lnTo>
                  <a:lnTo>
                    <a:pt x="8383" y="28518"/>
                  </a:lnTo>
                  <a:lnTo>
                    <a:pt x="8163" y="28338"/>
                  </a:lnTo>
                  <a:lnTo>
                    <a:pt x="7942" y="28137"/>
                  </a:lnTo>
                  <a:lnTo>
                    <a:pt x="7742" y="27937"/>
                  </a:lnTo>
                  <a:lnTo>
                    <a:pt x="7581" y="27736"/>
                  </a:lnTo>
                  <a:lnTo>
                    <a:pt x="7441" y="27515"/>
                  </a:lnTo>
                  <a:lnTo>
                    <a:pt x="7321" y="27315"/>
                  </a:lnTo>
                  <a:lnTo>
                    <a:pt x="7220" y="27074"/>
                  </a:lnTo>
                  <a:lnTo>
                    <a:pt x="7160" y="26854"/>
                  </a:lnTo>
                  <a:lnTo>
                    <a:pt x="7160" y="26854"/>
                  </a:lnTo>
                  <a:lnTo>
                    <a:pt x="7120" y="26553"/>
                  </a:lnTo>
                  <a:lnTo>
                    <a:pt x="7080" y="26272"/>
                  </a:lnTo>
                  <a:lnTo>
                    <a:pt x="7060" y="25971"/>
                  </a:lnTo>
                  <a:lnTo>
                    <a:pt x="7040" y="25690"/>
                  </a:lnTo>
                  <a:lnTo>
                    <a:pt x="7040" y="25690"/>
                  </a:lnTo>
                  <a:lnTo>
                    <a:pt x="7060" y="25410"/>
                  </a:lnTo>
                  <a:lnTo>
                    <a:pt x="7080" y="25129"/>
                  </a:lnTo>
                  <a:lnTo>
                    <a:pt x="7100" y="24848"/>
                  </a:lnTo>
                  <a:lnTo>
                    <a:pt x="7140" y="24567"/>
                  </a:lnTo>
                  <a:lnTo>
                    <a:pt x="7140" y="24567"/>
                  </a:lnTo>
                  <a:lnTo>
                    <a:pt x="6819" y="24126"/>
                  </a:lnTo>
                  <a:lnTo>
                    <a:pt x="6518" y="23685"/>
                  </a:lnTo>
                  <a:lnTo>
                    <a:pt x="6218" y="23204"/>
                  </a:lnTo>
                  <a:lnTo>
                    <a:pt x="5957" y="22722"/>
                  </a:lnTo>
                  <a:lnTo>
                    <a:pt x="5957" y="22722"/>
                  </a:lnTo>
                  <a:lnTo>
                    <a:pt x="5897" y="22582"/>
                  </a:lnTo>
                  <a:lnTo>
                    <a:pt x="5897" y="22582"/>
                  </a:lnTo>
                  <a:lnTo>
                    <a:pt x="5776" y="22582"/>
                  </a:lnTo>
                  <a:lnTo>
                    <a:pt x="5776" y="22582"/>
                  </a:lnTo>
                  <a:lnTo>
                    <a:pt x="5556" y="22582"/>
                  </a:lnTo>
                  <a:lnTo>
                    <a:pt x="5556" y="22582"/>
                  </a:lnTo>
                  <a:lnTo>
                    <a:pt x="5275" y="22522"/>
                  </a:lnTo>
                  <a:lnTo>
                    <a:pt x="4994" y="22442"/>
                  </a:lnTo>
                  <a:lnTo>
                    <a:pt x="4754" y="22301"/>
                  </a:lnTo>
                  <a:lnTo>
                    <a:pt x="4533" y="22141"/>
                  </a:lnTo>
                  <a:lnTo>
                    <a:pt x="4332" y="21960"/>
                  </a:lnTo>
                  <a:lnTo>
                    <a:pt x="4172" y="21740"/>
                  </a:lnTo>
                  <a:lnTo>
                    <a:pt x="4012" y="21499"/>
                  </a:lnTo>
                  <a:lnTo>
                    <a:pt x="3911" y="21238"/>
                  </a:lnTo>
                  <a:lnTo>
                    <a:pt x="3911" y="21238"/>
                  </a:lnTo>
                  <a:lnTo>
                    <a:pt x="3851" y="21038"/>
                  </a:lnTo>
                  <a:lnTo>
                    <a:pt x="3811" y="20857"/>
                  </a:lnTo>
                  <a:lnTo>
                    <a:pt x="3791" y="20677"/>
                  </a:lnTo>
                  <a:lnTo>
                    <a:pt x="3791" y="20496"/>
                  </a:lnTo>
                  <a:lnTo>
                    <a:pt x="3791" y="20316"/>
                  </a:lnTo>
                  <a:lnTo>
                    <a:pt x="3831" y="20135"/>
                  </a:lnTo>
                  <a:lnTo>
                    <a:pt x="3871" y="19955"/>
                  </a:lnTo>
                  <a:lnTo>
                    <a:pt x="3931" y="19794"/>
                  </a:lnTo>
                  <a:lnTo>
                    <a:pt x="4012" y="19634"/>
                  </a:lnTo>
                  <a:lnTo>
                    <a:pt x="4092" y="19474"/>
                  </a:lnTo>
                  <a:lnTo>
                    <a:pt x="4192" y="19333"/>
                  </a:lnTo>
                  <a:lnTo>
                    <a:pt x="4312" y="19193"/>
                  </a:lnTo>
                  <a:lnTo>
                    <a:pt x="4433" y="19072"/>
                  </a:lnTo>
                  <a:lnTo>
                    <a:pt x="4553" y="18952"/>
                  </a:lnTo>
                  <a:lnTo>
                    <a:pt x="4713" y="18852"/>
                  </a:lnTo>
                  <a:lnTo>
                    <a:pt x="4854" y="18752"/>
                  </a:lnTo>
                  <a:lnTo>
                    <a:pt x="4854" y="18752"/>
                  </a:lnTo>
                  <a:lnTo>
                    <a:pt x="4814" y="18150"/>
                  </a:lnTo>
                  <a:lnTo>
                    <a:pt x="4774" y="17528"/>
                  </a:lnTo>
                  <a:lnTo>
                    <a:pt x="4754" y="16927"/>
                  </a:lnTo>
                  <a:lnTo>
                    <a:pt x="4733" y="16305"/>
                  </a:lnTo>
                  <a:lnTo>
                    <a:pt x="4733" y="16305"/>
                  </a:lnTo>
                  <a:lnTo>
                    <a:pt x="4733" y="15523"/>
                  </a:lnTo>
                  <a:lnTo>
                    <a:pt x="4754" y="14741"/>
                  </a:lnTo>
                  <a:lnTo>
                    <a:pt x="4794" y="13959"/>
                  </a:lnTo>
                  <a:lnTo>
                    <a:pt x="4854" y="13176"/>
                  </a:lnTo>
                  <a:lnTo>
                    <a:pt x="4934" y="12394"/>
                  </a:lnTo>
                  <a:lnTo>
                    <a:pt x="5054" y="11632"/>
                  </a:lnTo>
                  <a:lnTo>
                    <a:pt x="5175" y="10850"/>
                  </a:lnTo>
                  <a:lnTo>
                    <a:pt x="5335" y="10088"/>
                  </a:lnTo>
                  <a:lnTo>
                    <a:pt x="5516" y="9326"/>
                  </a:lnTo>
                  <a:lnTo>
                    <a:pt x="5716" y="8564"/>
                  </a:lnTo>
                  <a:lnTo>
                    <a:pt x="5937" y="7822"/>
                  </a:lnTo>
                  <a:lnTo>
                    <a:pt x="6197" y="7080"/>
                  </a:lnTo>
                  <a:lnTo>
                    <a:pt x="6478" y="6358"/>
                  </a:lnTo>
                  <a:lnTo>
                    <a:pt x="6779" y="5636"/>
                  </a:lnTo>
                  <a:lnTo>
                    <a:pt x="7120" y="4934"/>
                  </a:lnTo>
                  <a:lnTo>
                    <a:pt x="7501" y="4232"/>
                  </a:lnTo>
                  <a:lnTo>
                    <a:pt x="7501" y="4232"/>
                  </a:lnTo>
                  <a:lnTo>
                    <a:pt x="7862" y="3650"/>
                  </a:lnTo>
                  <a:lnTo>
                    <a:pt x="8223" y="3069"/>
                  </a:lnTo>
                  <a:lnTo>
                    <a:pt x="8624" y="2507"/>
                  </a:lnTo>
                  <a:lnTo>
                    <a:pt x="9045" y="1966"/>
                  </a:lnTo>
                  <a:lnTo>
                    <a:pt x="9486" y="1444"/>
                  </a:lnTo>
                  <a:lnTo>
                    <a:pt x="9948" y="943"/>
                  </a:lnTo>
                  <a:lnTo>
                    <a:pt x="10429" y="462"/>
                  </a:lnTo>
                  <a:lnTo>
                    <a:pt x="1091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26"/>
            <p:cNvSpPr/>
            <p:nvPr/>
          </p:nvSpPr>
          <p:spPr>
            <a:xfrm>
              <a:off x="11396725" y="3266600"/>
              <a:ext cx="58175" cy="439225"/>
            </a:xfrm>
            <a:custGeom>
              <a:avLst/>
              <a:gdLst/>
              <a:ahLst/>
              <a:cxnLst/>
              <a:rect l="l" t="t" r="r" b="b"/>
              <a:pathLst>
                <a:path w="2327" h="17569" extrusionOk="0">
                  <a:moveTo>
                    <a:pt x="1083" y="1"/>
                  </a:moveTo>
                  <a:lnTo>
                    <a:pt x="1063" y="21"/>
                  </a:lnTo>
                  <a:lnTo>
                    <a:pt x="1023" y="61"/>
                  </a:lnTo>
                  <a:lnTo>
                    <a:pt x="1023" y="121"/>
                  </a:lnTo>
                  <a:lnTo>
                    <a:pt x="963" y="1465"/>
                  </a:lnTo>
                  <a:lnTo>
                    <a:pt x="943" y="2808"/>
                  </a:lnTo>
                  <a:lnTo>
                    <a:pt x="903" y="5496"/>
                  </a:lnTo>
                  <a:lnTo>
                    <a:pt x="522" y="5616"/>
                  </a:lnTo>
                  <a:lnTo>
                    <a:pt x="140" y="5736"/>
                  </a:lnTo>
                  <a:lnTo>
                    <a:pt x="100" y="5756"/>
                  </a:lnTo>
                  <a:lnTo>
                    <a:pt x="100" y="5796"/>
                  </a:lnTo>
                  <a:lnTo>
                    <a:pt x="120" y="5837"/>
                  </a:lnTo>
                  <a:lnTo>
                    <a:pt x="161" y="5857"/>
                  </a:lnTo>
                  <a:lnTo>
                    <a:pt x="542" y="5796"/>
                  </a:lnTo>
                  <a:lnTo>
                    <a:pt x="903" y="5776"/>
                  </a:lnTo>
                  <a:lnTo>
                    <a:pt x="903" y="6418"/>
                  </a:lnTo>
                  <a:lnTo>
                    <a:pt x="481" y="6478"/>
                  </a:lnTo>
                  <a:lnTo>
                    <a:pt x="80" y="6539"/>
                  </a:lnTo>
                  <a:lnTo>
                    <a:pt x="40" y="6539"/>
                  </a:lnTo>
                  <a:lnTo>
                    <a:pt x="20" y="6579"/>
                  </a:lnTo>
                  <a:lnTo>
                    <a:pt x="0" y="6619"/>
                  </a:lnTo>
                  <a:lnTo>
                    <a:pt x="0" y="6659"/>
                  </a:lnTo>
                  <a:lnTo>
                    <a:pt x="20" y="6699"/>
                  </a:lnTo>
                  <a:lnTo>
                    <a:pt x="40" y="6719"/>
                  </a:lnTo>
                  <a:lnTo>
                    <a:pt x="60" y="6739"/>
                  </a:lnTo>
                  <a:lnTo>
                    <a:pt x="100" y="6759"/>
                  </a:lnTo>
                  <a:lnTo>
                    <a:pt x="562" y="6759"/>
                  </a:lnTo>
                  <a:lnTo>
                    <a:pt x="903" y="6799"/>
                  </a:lnTo>
                  <a:lnTo>
                    <a:pt x="923" y="11993"/>
                  </a:lnTo>
                  <a:lnTo>
                    <a:pt x="221" y="11833"/>
                  </a:lnTo>
                  <a:lnTo>
                    <a:pt x="201" y="11813"/>
                  </a:lnTo>
                  <a:lnTo>
                    <a:pt x="140" y="11833"/>
                  </a:lnTo>
                  <a:lnTo>
                    <a:pt x="120" y="11873"/>
                  </a:lnTo>
                  <a:lnTo>
                    <a:pt x="100" y="11933"/>
                  </a:lnTo>
                  <a:lnTo>
                    <a:pt x="140" y="11973"/>
                  </a:lnTo>
                  <a:lnTo>
                    <a:pt x="501" y="12174"/>
                  </a:lnTo>
                  <a:lnTo>
                    <a:pt x="923" y="12334"/>
                  </a:lnTo>
                  <a:lnTo>
                    <a:pt x="903" y="13357"/>
                  </a:lnTo>
                  <a:lnTo>
                    <a:pt x="441" y="13598"/>
                  </a:lnTo>
                  <a:lnTo>
                    <a:pt x="421" y="13618"/>
                  </a:lnTo>
                  <a:lnTo>
                    <a:pt x="401" y="13638"/>
                  </a:lnTo>
                  <a:lnTo>
                    <a:pt x="401" y="13698"/>
                  </a:lnTo>
                  <a:lnTo>
                    <a:pt x="441" y="13738"/>
                  </a:lnTo>
                  <a:lnTo>
                    <a:pt x="481" y="13758"/>
                  </a:lnTo>
                  <a:lnTo>
                    <a:pt x="522" y="13738"/>
                  </a:lnTo>
                  <a:lnTo>
                    <a:pt x="903" y="13618"/>
                  </a:lnTo>
                  <a:lnTo>
                    <a:pt x="903" y="14059"/>
                  </a:lnTo>
                  <a:lnTo>
                    <a:pt x="842" y="17569"/>
                  </a:lnTo>
                  <a:lnTo>
                    <a:pt x="1404" y="17569"/>
                  </a:lnTo>
                  <a:lnTo>
                    <a:pt x="1464" y="14079"/>
                  </a:lnTo>
                  <a:lnTo>
                    <a:pt x="1464" y="13437"/>
                  </a:lnTo>
                  <a:lnTo>
                    <a:pt x="2066" y="13277"/>
                  </a:lnTo>
                  <a:lnTo>
                    <a:pt x="2106" y="13237"/>
                  </a:lnTo>
                  <a:lnTo>
                    <a:pt x="2146" y="13197"/>
                  </a:lnTo>
                  <a:lnTo>
                    <a:pt x="2166" y="13157"/>
                  </a:lnTo>
                  <a:lnTo>
                    <a:pt x="2166" y="13096"/>
                  </a:lnTo>
                  <a:lnTo>
                    <a:pt x="2146" y="13056"/>
                  </a:lnTo>
                  <a:lnTo>
                    <a:pt x="2126" y="13016"/>
                  </a:lnTo>
                  <a:lnTo>
                    <a:pt x="2086" y="12976"/>
                  </a:lnTo>
                  <a:lnTo>
                    <a:pt x="1986" y="12976"/>
                  </a:lnTo>
                  <a:lnTo>
                    <a:pt x="1725" y="13036"/>
                  </a:lnTo>
                  <a:lnTo>
                    <a:pt x="1484" y="13136"/>
                  </a:lnTo>
                  <a:lnTo>
                    <a:pt x="1484" y="12495"/>
                  </a:lnTo>
                  <a:lnTo>
                    <a:pt x="1705" y="12535"/>
                  </a:lnTo>
                  <a:lnTo>
                    <a:pt x="2086" y="12535"/>
                  </a:lnTo>
                  <a:lnTo>
                    <a:pt x="2226" y="12515"/>
                  </a:lnTo>
                  <a:lnTo>
                    <a:pt x="2266" y="12515"/>
                  </a:lnTo>
                  <a:lnTo>
                    <a:pt x="2306" y="12475"/>
                  </a:lnTo>
                  <a:lnTo>
                    <a:pt x="2306" y="12455"/>
                  </a:lnTo>
                  <a:lnTo>
                    <a:pt x="2326" y="12415"/>
                  </a:lnTo>
                  <a:lnTo>
                    <a:pt x="2306" y="12334"/>
                  </a:lnTo>
                  <a:lnTo>
                    <a:pt x="2266" y="12314"/>
                  </a:lnTo>
                  <a:lnTo>
                    <a:pt x="2246" y="12294"/>
                  </a:lnTo>
                  <a:lnTo>
                    <a:pt x="2066" y="12234"/>
                  </a:lnTo>
                  <a:lnTo>
                    <a:pt x="1865" y="12194"/>
                  </a:lnTo>
                  <a:lnTo>
                    <a:pt x="1484" y="12134"/>
                  </a:lnTo>
                  <a:lnTo>
                    <a:pt x="1524" y="9487"/>
                  </a:lnTo>
                  <a:lnTo>
                    <a:pt x="1524" y="6819"/>
                  </a:lnTo>
                  <a:lnTo>
                    <a:pt x="2066" y="6819"/>
                  </a:lnTo>
                  <a:lnTo>
                    <a:pt x="2126" y="6799"/>
                  </a:lnTo>
                  <a:lnTo>
                    <a:pt x="2146" y="6759"/>
                  </a:lnTo>
                  <a:lnTo>
                    <a:pt x="2166" y="6719"/>
                  </a:lnTo>
                  <a:lnTo>
                    <a:pt x="2186" y="6679"/>
                  </a:lnTo>
                  <a:lnTo>
                    <a:pt x="2166" y="6619"/>
                  </a:lnTo>
                  <a:lnTo>
                    <a:pt x="2146" y="6579"/>
                  </a:lnTo>
                  <a:lnTo>
                    <a:pt x="2126" y="6539"/>
                  </a:lnTo>
                  <a:lnTo>
                    <a:pt x="2086" y="6518"/>
                  </a:lnTo>
                  <a:lnTo>
                    <a:pt x="1805" y="6458"/>
                  </a:lnTo>
                  <a:lnTo>
                    <a:pt x="1524" y="6418"/>
                  </a:lnTo>
                  <a:lnTo>
                    <a:pt x="1524" y="5716"/>
                  </a:lnTo>
                  <a:lnTo>
                    <a:pt x="1765" y="5676"/>
                  </a:lnTo>
                  <a:lnTo>
                    <a:pt x="2006" y="5616"/>
                  </a:lnTo>
                  <a:lnTo>
                    <a:pt x="2066" y="5596"/>
                  </a:lnTo>
                  <a:lnTo>
                    <a:pt x="2086" y="5556"/>
                  </a:lnTo>
                  <a:lnTo>
                    <a:pt x="2106" y="5516"/>
                  </a:lnTo>
                  <a:lnTo>
                    <a:pt x="2106" y="5476"/>
                  </a:lnTo>
                  <a:lnTo>
                    <a:pt x="2086" y="5436"/>
                  </a:lnTo>
                  <a:lnTo>
                    <a:pt x="2066" y="5395"/>
                  </a:lnTo>
                  <a:lnTo>
                    <a:pt x="2026" y="5375"/>
                  </a:lnTo>
                  <a:lnTo>
                    <a:pt x="1986" y="5355"/>
                  </a:lnTo>
                  <a:lnTo>
                    <a:pt x="1765" y="5355"/>
                  </a:lnTo>
                  <a:lnTo>
                    <a:pt x="1504" y="5375"/>
                  </a:lnTo>
                  <a:lnTo>
                    <a:pt x="1484" y="4052"/>
                  </a:lnTo>
                  <a:lnTo>
                    <a:pt x="1424" y="2748"/>
                  </a:lnTo>
                  <a:lnTo>
                    <a:pt x="1364" y="1425"/>
                  </a:lnTo>
                  <a:lnTo>
                    <a:pt x="1264" y="121"/>
                  </a:lnTo>
                  <a:lnTo>
                    <a:pt x="1264" y="61"/>
                  </a:lnTo>
                  <a:lnTo>
                    <a:pt x="1223" y="21"/>
                  </a:lnTo>
                  <a:lnTo>
                    <a:pt x="118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26"/>
            <p:cNvSpPr/>
            <p:nvPr/>
          </p:nvSpPr>
          <p:spPr>
            <a:xfrm>
              <a:off x="11431300" y="3863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26"/>
            <p:cNvSpPr/>
            <p:nvPr/>
          </p:nvSpPr>
          <p:spPr>
            <a:xfrm>
              <a:off x="11431300" y="3863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26"/>
            <p:cNvSpPr/>
            <p:nvPr/>
          </p:nvSpPr>
          <p:spPr>
            <a:xfrm>
              <a:off x="11209200" y="3705800"/>
              <a:ext cx="427700" cy="330925"/>
            </a:xfrm>
            <a:custGeom>
              <a:avLst/>
              <a:gdLst/>
              <a:ahLst/>
              <a:cxnLst/>
              <a:rect l="l" t="t" r="r" b="b"/>
              <a:pathLst>
                <a:path w="17108" h="13237" extrusionOk="0">
                  <a:moveTo>
                    <a:pt x="8323" y="1"/>
                  </a:moveTo>
                  <a:lnTo>
                    <a:pt x="7882" y="41"/>
                  </a:lnTo>
                  <a:lnTo>
                    <a:pt x="7421" y="101"/>
                  </a:lnTo>
                  <a:lnTo>
                    <a:pt x="7060" y="161"/>
                  </a:lnTo>
                  <a:lnTo>
                    <a:pt x="6699" y="241"/>
                  </a:lnTo>
                  <a:lnTo>
                    <a:pt x="6338" y="321"/>
                  </a:lnTo>
                  <a:lnTo>
                    <a:pt x="5977" y="442"/>
                  </a:lnTo>
                  <a:lnTo>
                    <a:pt x="5616" y="562"/>
                  </a:lnTo>
                  <a:lnTo>
                    <a:pt x="5255" y="722"/>
                  </a:lnTo>
                  <a:lnTo>
                    <a:pt x="4894" y="883"/>
                  </a:lnTo>
                  <a:lnTo>
                    <a:pt x="4533" y="1063"/>
                  </a:lnTo>
                  <a:lnTo>
                    <a:pt x="4252" y="1224"/>
                  </a:lnTo>
                  <a:lnTo>
                    <a:pt x="3972" y="1424"/>
                  </a:lnTo>
                  <a:lnTo>
                    <a:pt x="3671" y="1645"/>
                  </a:lnTo>
                  <a:lnTo>
                    <a:pt x="3370" y="1886"/>
                  </a:lnTo>
                  <a:lnTo>
                    <a:pt x="3069" y="2166"/>
                  </a:lnTo>
                  <a:lnTo>
                    <a:pt x="2748" y="2467"/>
                  </a:lnTo>
                  <a:lnTo>
                    <a:pt x="2447" y="2788"/>
                  </a:lnTo>
                  <a:lnTo>
                    <a:pt x="2147" y="3129"/>
                  </a:lnTo>
                  <a:lnTo>
                    <a:pt x="1866" y="3510"/>
                  </a:lnTo>
                  <a:lnTo>
                    <a:pt x="1585" y="3891"/>
                  </a:lnTo>
                  <a:lnTo>
                    <a:pt x="1324" y="4292"/>
                  </a:lnTo>
                  <a:lnTo>
                    <a:pt x="1064" y="4713"/>
                  </a:lnTo>
                  <a:lnTo>
                    <a:pt x="843" y="5134"/>
                  </a:lnTo>
                  <a:lnTo>
                    <a:pt x="642" y="5576"/>
                  </a:lnTo>
                  <a:lnTo>
                    <a:pt x="462" y="6037"/>
                  </a:lnTo>
                  <a:lnTo>
                    <a:pt x="302" y="6518"/>
                  </a:lnTo>
                  <a:lnTo>
                    <a:pt x="201" y="6879"/>
                  </a:lnTo>
                  <a:lnTo>
                    <a:pt x="121" y="7260"/>
                  </a:lnTo>
                  <a:lnTo>
                    <a:pt x="61" y="7641"/>
                  </a:lnTo>
                  <a:lnTo>
                    <a:pt x="21" y="8022"/>
                  </a:lnTo>
                  <a:lnTo>
                    <a:pt x="1" y="8403"/>
                  </a:lnTo>
                  <a:lnTo>
                    <a:pt x="21" y="8804"/>
                  </a:lnTo>
                  <a:lnTo>
                    <a:pt x="61" y="9186"/>
                  </a:lnTo>
                  <a:lnTo>
                    <a:pt x="121" y="9587"/>
                  </a:lnTo>
                  <a:lnTo>
                    <a:pt x="181" y="9807"/>
                  </a:lnTo>
                  <a:lnTo>
                    <a:pt x="282" y="10048"/>
                  </a:lnTo>
                  <a:lnTo>
                    <a:pt x="402" y="10248"/>
                  </a:lnTo>
                  <a:lnTo>
                    <a:pt x="542" y="10469"/>
                  </a:lnTo>
                  <a:lnTo>
                    <a:pt x="703" y="10670"/>
                  </a:lnTo>
                  <a:lnTo>
                    <a:pt x="903" y="10870"/>
                  </a:lnTo>
                  <a:lnTo>
                    <a:pt x="1124" y="11071"/>
                  </a:lnTo>
                  <a:lnTo>
                    <a:pt x="1344" y="11251"/>
                  </a:lnTo>
                  <a:lnTo>
                    <a:pt x="1364" y="11251"/>
                  </a:lnTo>
                  <a:lnTo>
                    <a:pt x="1585" y="11412"/>
                  </a:lnTo>
                  <a:lnTo>
                    <a:pt x="1826" y="11552"/>
                  </a:lnTo>
                  <a:lnTo>
                    <a:pt x="2327" y="11853"/>
                  </a:lnTo>
                  <a:lnTo>
                    <a:pt x="2909" y="12093"/>
                  </a:lnTo>
                  <a:lnTo>
                    <a:pt x="3510" y="12334"/>
                  </a:lnTo>
                  <a:lnTo>
                    <a:pt x="4132" y="12535"/>
                  </a:lnTo>
                  <a:lnTo>
                    <a:pt x="4754" y="12695"/>
                  </a:lnTo>
                  <a:lnTo>
                    <a:pt x="5436" y="12855"/>
                  </a:lnTo>
                  <a:lnTo>
                    <a:pt x="6117" y="12976"/>
                  </a:lnTo>
                  <a:lnTo>
                    <a:pt x="6819" y="13076"/>
                  </a:lnTo>
                  <a:lnTo>
                    <a:pt x="7541" y="13156"/>
                  </a:lnTo>
                  <a:lnTo>
                    <a:pt x="8263" y="13196"/>
                  </a:lnTo>
                  <a:lnTo>
                    <a:pt x="8985" y="13237"/>
                  </a:lnTo>
                  <a:lnTo>
                    <a:pt x="9787" y="13216"/>
                  </a:lnTo>
                  <a:lnTo>
                    <a:pt x="10590" y="13176"/>
                  </a:lnTo>
                  <a:lnTo>
                    <a:pt x="11372" y="13116"/>
                  </a:lnTo>
                  <a:lnTo>
                    <a:pt x="12134" y="12996"/>
                  </a:lnTo>
                  <a:lnTo>
                    <a:pt x="12876" y="12835"/>
                  </a:lnTo>
                  <a:lnTo>
                    <a:pt x="13217" y="12755"/>
                  </a:lnTo>
                  <a:lnTo>
                    <a:pt x="13578" y="12655"/>
                  </a:lnTo>
                  <a:lnTo>
                    <a:pt x="13919" y="12535"/>
                  </a:lnTo>
                  <a:lnTo>
                    <a:pt x="14239" y="12414"/>
                  </a:lnTo>
                  <a:lnTo>
                    <a:pt x="14560" y="12274"/>
                  </a:lnTo>
                  <a:lnTo>
                    <a:pt x="14861" y="12134"/>
                  </a:lnTo>
                  <a:lnTo>
                    <a:pt x="15262" y="11913"/>
                  </a:lnTo>
                  <a:lnTo>
                    <a:pt x="15643" y="11672"/>
                  </a:lnTo>
                  <a:lnTo>
                    <a:pt x="15844" y="11532"/>
                  </a:lnTo>
                  <a:lnTo>
                    <a:pt x="16064" y="11371"/>
                  </a:lnTo>
                  <a:lnTo>
                    <a:pt x="16245" y="11191"/>
                  </a:lnTo>
                  <a:lnTo>
                    <a:pt x="16445" y="10990"/>
                  </a:lnTo>
                  <a:lnTo>
                    <a:pt x="16606" y="10770"/>
                  </a:lnTo>
                  <a:lnTo>
                    <a:pt x="16746" y="10529"/>
                  </a:lnTo>
                  <a:lnTo>
                    <a:pt x="16847" y="10268"/>
                  </a:lnTo>
                  <a:lnTo>
                    <a:pt x="16947" y="9988"/>
                  </a:lnTo>
                  <a:lnTo>
                    <a:pt x="17027" y="9707"/>
                  </a:lnTo>
                  <a:lnTo>
                    <a:pt x="17067" y="9406"/>
                  </a:lnTo>
                  <a:lnTo>
                    <a:pt x="17107" y="9105"/>
                  </a:lnTo>
                  <a:lnTo>
                    <a:pt x="17107" y="8784"/>
                  </a:lnTo>
                  <a:lnTo>
                    <a:pt x="17107" y="8443"/>
                  </a:lnTo>
                  <a:lnTo>
                    <a:pt x="17067" y="8123"/>
                  </a:lnTo>
                  <a:lnTo>
                    <a:pt x="17027" y="7782"/>
                  </a:lnTo>
                  <a:lnTo>
                    <a:pt x="16967" y="7441"/>
                  </a:lnTo>
                  <a:lnTo>
                    <a:pt x="16907" y="7080"/>
                  </a:lnTo>
                  <a:lnTo>
                    <a:pt x="16806" y="6739"/>
                  </a:lnTo>
                  <a:lnTo>
                    <a:pt x="16706" y="6378"/>
                  </a:lnTo>
                  <a:lnTo>
                    <a:pt x="16586" y="6037"/>
                  </a:lnTo>
                  <a:lnTo>
                    <a:pt x="16465" y="5676"/>
                  </a:lnTo>
                  <a:lnTo>
                    <a:pt x="16165" y="4994"/>
                  </a:lnTo>
                  <a:lnTo>
                    <a:pt x="15844" y="4332"/>
                  </a:lnTo>
                  <a:lnTo>
                    <a:pt x="15463" y="3691"/>
                  </a:lnTo>
                  <a:lnTo>
                    <a:pt x="15082" y="3109"/>
                  </a:lnTo>
                  <a:lnTo>
                    <a:pt x="14861" y="2828"/>
                  </a:lnTo>
                  <a:lnTo>
                    <a:pt x="14661" y="2568"/>
                  </a:lnTo>
                  <a:lnTo>
                    <a:pt x="14440" y="2327"/>
                  </a:lnTo>
                  <a:lnTo>
                    <a:pt x="14239" y="2106"/>
                  </a:lnTo>
                  <a:lnTo>
                    <a:pt x="14019" y="1906"/>
                  </a:lnTo>
                  <a:lnTo>
                    <a:pt x="13798" y="1705"/>
                  </a:lnTo>
                  <a:lnTo>
                    <a:pt x="13477" y="1485"/>
                  </a:lnTo>
                  <a:lnTo>
                    <a:pt x="13156" y="1264"/>
                  </a:lnTo>
                  <a:lnTo>
                    <a:pt x="12816" y="1063"/>
                  </a:lnTo>
                  <a:lnTo>
                    <a:pt x="12475" y="863"/>
                  </a:lnTo>
                  <a:lnTo>
                    <a:pt x="12094" y="702"/>
                  </a:lnTo>
                  <a:lnTo>
                    <a:pt x="11713" y="542"/>
                  </a:lnTo>
                  <a:lnTo>
                    <a:pt x="11332" y="402"/>
                  </a:lnTo>
                  <a:lnTo>
                    <a:pt x="10930" y="281"/>
                  </a:lnTo>
                  <a:lnTo>
                    <a:pt x="10509" y="201"/>
                  </a:lnTo>
                  <a:lnTo>
                    <a:pt x="10088" y="121"/>
                  </a:lnTo>
                  <a:lnTo>
                    <a:pt x="9667" y="61"/>
                  </a:lnTo>
                  <a:lnTo>
                    <a:pt x="9226" y="21"/>
                  </a:lnTo>
                  <a:lnTo>
                    <a:pt x="87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26"/>
            <p:cNvSpPr/>
            <p:nvPr/>
          </p:nvSpPr>
          <p:spPr>
            <a:xfrm>
              <a:off x="11209200" y="3705800"/>
              <a:ext cx="427700" cy="330925"/>
            </a:xfrm>
            <a:custGeom>
              <a:avLst/>
              <a:gdLst/>
              <a:ahLst/>
              <a:cxnLst/>
              <a:rect l="l" t="t" r="r" b="b"/>
              <a:pathLst>
                <a:path w="17108" h="13237" fill="none" extrusionOk="0">
                  <a:moveTo>
                    <a:pt x="16245" y="11191"/>
                  </a:moveTo>
                  <a:lnTo>
                    <a:pt x="16245" y="11191"/>
                  </a:lnTo>
                  <a:lnTo>
                    <a:pt x="16064" y="11371"/>
                  </a:lnTo>
                  <a:lnTo>
                    <a:pt x="15844" y="11532"/>
                  </a:lnTo>
                  <a:lnTo>
                    <a:pt x="15844" y="11532"/>
                  </a:lnTo>
                  <a:lnTo>
                    <a:pt x="15643" y="11672"/>
                  </a:lnTo>
                  <a:lnTo>
                    <a:pt x="15643" y="11672"/>
                  </a:lnTo>
                  <a:lnTo>
                    <a:pt x="15262" y="11913"/>
                  </a:lnTo>
                  <a:lnTo>
                    <a:pt x="14861" y="12134"/>
                  </a:lnTo>
                  <a:lnTo>
                    <a:pt x="14861" y="12134"/>
                  </a:lnTo>
                  <a:lnTo>
                    <a:pt x="14560" y="12274"/>
                  </a:lnTo>
                  <a:lnTo>
                    <a:pt x="14239" y="12414"/>
                  </a:lnTo>
                  <a:lnTo>
                    <a:pt x="13919" y="12535"/>
                  </a:lnTo>
                  <a:lnTo>
                    <a:pt x="13578" y="12655"/>
                  </a:lnTo>
                  <a:lnTo>
                    <a:pt x="13217" y="12755"/>
                  </a:lnTo>
                  <a:lnTo>
                    <a:pt x="12876" y="12835"/>
                  </a:lnTo>
                  <a:lnTo>
                    <a:pt x="12134" y="12996"/>
                  </a:lnTo>
                  <a:lnTo>
                    <a:pt x="11372" y="13116"/>
                  </a:lnTo>
                  <a:lnTo>
                    <a:pt x="10590" y="13176"/>
                  </a:lnTo>
                  <a:lnTo>
                    <a:pt x="9787" y="13216"/>
                  </a:lnTo>
                  <a:lnTo>
                    <a:pt x="8985" y="13237"/>
                  </a:lnTo>
                  <a:lnTo>
                    <a:pt x="8985" y="13237"/>
                  </a:lnTo>
                  <a:lnTo>
                    <a:pt x="8263" y="13196"/>
                  </a:lnTo>
                  <a:lnTo>
                    <a:pt x="7541" y="13156"/>
                  </a:lnTo>
                  <a:lnTo>
                    <a:pt x="6819" y="13076"/>
                  </a:lnTo>
                  <a:lnTo>
                    <a:pt x="6117" y="12976"/>
                  </a:lnTo>
                  <a:lnTo>
                    <a:pt x="5436" y="12855"/>
                  </a:lnTo>
                  <a:lnTo>
                    <a:pt x="4754" y="12695"/>
                  </a:lnTo>
                  <a:lnTo>
                    <a:pt x="4132" y="12535"/>
                  </a:lnTo>
                  <a:lnTo>
                    <a:pt x="3510" y="12334"/>
                  </a:lnTo>
                  <a:lnTo>
                    <a:pt x="3510" y="12334"/>
                  </a:lnTo>
                  <a:lnTo>
                    <a:pt x="2909" y="12093"/>
                  </a:lnTo>
                  <a:lnTo>
                    <a:pt x="2327" y="11853"/>
                  </a:lnTo>
                  <a:lnTo>
                    <a:pt x="1826" y="11552"/>
                  </a:lnTo>
                  <a:lnTo>
                    <a:pt x="1585" y="11412"/>
                  </a:lnTo>
                  <a:lnTo>
                    <a:pt x="1364" y="11251"/>
                  </a:lnTo>
                  <a:lnTo>
                    <a:pt x="1344" y="11251"/>
                  </a:lnTo>
                  <a:lnTo>
                    <a:pt x="1344" y="11251"/>
                  </a:lnTo>
                  <a:lnTo>
                    <a:pt x="1124" y="11071"/>
                  </a:lnTo>
                  <a:lnTo>
                    <a:pt x="903" y="10870"/>
                  </a:lnTo>
                  <a:lnTo>
                    <a:pt x="703" y="10670"/>
                  </a:lnTo>
                  <a:lnTo>
                    <a:pt x="542" y="10469"/>
                  </a:lnTo>
                  <a:lnTo>
                    <a:pt x="402" y="10248"/>
                  </a:lnTo>
                  <a:lnTo>
                    <a:pt x="282" y="10048"/>
                  </a:lnTo>
                  <a:lnTo>
                    <a:pt x="181" y="9807"/>
                  </a:lnTo>
                  <a:lnTo>
                    <a:pt x="121" y="9587"/>
                  </a:lnTo>
                  <a:lnTo>
                    <a:pt x="121" y="9587"/>
                  </a:lnTo>
                  <a:lnTo>
                    <a:pt x="61" y="9186"/>
                  </a:lnTo>
                  <a:lnTo>
                    <a:pt x="21" y="8804"/>
                  </a:lnTo>
                  <a:lnTo>
                    <a:pt x="1" y="8403"/>
                  </a:lnTo>
                  <a:lnTo>
                    <a:pt x="21" y="8022"/>
                  </a:lnTo>
                  <a:lnTo>
                    <a:pt x="61" y="7641"/>
                  </a:lnTo>
                  <a:lnTo>
                    <a:pt x="121" y="7260"/>
                  </a:lnTo>
                  <a:lnTo>
                    <a:pt x="201" y="6879"/>
                  </a:lnTo>
                  <a:lnTo>
                    <a:pt x="302" y="6518"/>
                  </a:lnTo>
                  <a:lnTo>
                    <a:pt x="302" y="6518"/>
                  </a:lnTo>
                  <a:lnTo>
                    <a:pt x="462" y="6037"/>
                  </a:lnTo>
                  <a:lnTo>
                    <a:pt x="642" y="5576"/>
                  </a:lnTo>
                  <a:lnTo>
                    <a:pt x="843" y="5134"/>
                  </a:lnTo>
                  <a:lnTo>
                    <a:pt x="1064" y="4713"/>
                  </a:lnTo>
                  <a:lnTo>
                    <a:pt x="1324" y="4292"/>
                  </a:lnTo>
                  <a:lnTo>
                    <a:pt x="1585" y="3891"/>
                  </a:lnTo>
                  <a:lnTo>
                    <a:pt x="1866" y="3510"/>
                  </a:lnTo>
                  <a:lnTo>
                    <a:pt x="2147" y="3129"/>
                  </a:lnTo>
                  <a:lnTo>
                    <a:pt x="2447" y="2788"/>
                  </a:lnTo>
                  <a:lnTo>
                    <a:pt x="2748" y="2467"/>
                  </a:lnTo>
                  <a:lnTo>
                    <a:pt x="3069" y="2166"/>
                  </a:lnTo>
                  <a:lnTo>
                    <a:pt x="3370" y="1886"/>
                  </a:lnTo>
                  <a:lnTo>
                    <a:pt x="3671" y="1645"/>
                  </a:lnTo>
                  <a:lnTo>
                    <a:pt x="3972" y="1424"/>
                  </a:lnTo>
                  <a:lnTo>
                    <a:pt x="4252" y="1224"/>
                  </a:lnTo>
                  <a:lnTo>
                    <a:pt x="4533" y="1063"/>
                  </a:lnTo>
                  <a:lnTo>
                    <a:pt x="4533" y="1063"/>
                  </a:lnTo>
                  <a:lnTo>
                    <a:pt x="4894" y="883"/>
                  </a:lnTo>
                  <a:lnTo>
                    <a:pt x="5255" y="722"/>
                  </a:lnTo>
                  <a:lnTo>
                    <a:pt x="5616" y="562"/>
                  </a:lnTo>
                  <a:lnTo>
                    <a:pt x="5977" y="442"/>
                  </a:lnTo>
                  <a:lnTo>
                    <a:pt x="6338" y="321"/>
                  </a:lnTo>
                  <a:lnTo>
                    <a:pt x="6699" y="241"/>
                  </a:lnTo>
                  <a:lnTo>
                    <a:pt x="7060" y="161"/>
                  </a:lnTo>
                  <a:lnTo>
                    <a:pt x="7421" y="101"/>
                  </a:lnTo>
                  <a:lnTo>
                    <a:pt x="7421" y="101"/>
                  </a:lnTo>
                  <a:lnTo>
                    <a:pt x="7882" y="41"/>
                  </a:lnTo>
                  <a:lnTo>
                    <a:pt x="8323" y="1"/>
                  </a:lnTo>
                  <a:lnTo>
                    <a:pt x="8785" y="1"/>
                  </a:lnTo>
                  <a:lnTo>
                    <a:pt x="9226" y="21"/>
                  </a:lnTo>
                  <a:lnTo>
                    <a:pt x="9667" y="61"/>
                  </a:lnTo>
                  <a:lnTo>
                    <a:pt x="10088" y="121"/>
                  </a:lnTo>
                  <a:lnTo>
                    <a:pt x="10509" y="201"/>
                  </a:lnTo>
                  <a:lnTo>
                    <a:pt x="10930" y="281"/>
                  </a:lnTo>
                  <a:lnTo>
                    <a:pt x="11332" y="402"/>
                  </a:lnTo>
                  <a:lnTo>
                    <a:pt x="11713" y="542"/>
                  </a:lnTo>
                  <a:lnTo>
                    <a:pt x="12094" y="702"/>
                  </a:lnTo>
                  <a:lnTo>
                    <a:pt x="12475" y="863"/>
                  </a:lnTo>
                  <a:lnTo>
                    <a:pt x="12816" y="1063"/>
                  </a:lnTo>
                  <a:lnTo>
                    <a:pt x="13156" y="1264"/>
                  </a:lnTo>
                  <a:lnTo>
                    <a:pt x="13477" y="1485"/>
                  </a:lnTo>
                  <a:lnTo>
                    <a:pt x="13798" y="1705"/>
                  </a:lnTo>
                  <a:lnTo>
                    <a:pt x="13798" y="1705"/>
                  </a:lnTo>
                  <a:lnTo>
                    <a:pt x="14019" y="1906"/>
                  </a:lnTo>
                  <a:lnTo>
                    <a:pt x="14239" y="2106"/>
                  </a:lnTo>
                  <a:lnTo>
                    <a:pt x="14440" y="2327"/>
                  </a:lnTo>
                  <a:lnTo>
                    <a:pt x="14661" y="2568"/>
                  </a:lnTo>
                  <a:lnTo>
                    <a:pt x="14861" y="2828"/>
                  </a:lnTo>
                  <a:lnTo>
                    <a:pt x="15082" y="3109"/>
                  </a:lnTo>
                  <a:lnTo>
                    <a:pt x="15463" y="3691"/>
                  </a:lnTo>
                  <a:lnTo>
                    <a:pt x="15844" y="4332"/>
                  </a:lnTo>
                  <a:lnTo>
                    <a:pt x="16165" y="4994"/>
                  </a:lnTo>
                  <a:lnTo>
                    <a:pt x="16465" y="5676"/>
                  </a:lnTo>
                  <a:lnTo>
                    <a:pt x="16586" y="6037"/>
                  </a:lnTo>
                  <a:lnTo>
                    <a:pt x="16706" y="6378"/>
                  </a:lnTo>
                  <a:lnTo>
                    <a:pt x="16806" y="6739"/>
                  </a:lnTo>
                  <a:lnTo>
                    <a:pt x="16907" y="7080"/>
                  </a:lnTo>
                  <a:lnTo>
                    <a:pt x="16967" y="7441"/>
                  </a:lnTo>
                  <a:lnTo>
                    <a:pt x="17027" y="7782"/>
                  </a:lnTo>
                  <a:lnTo>
                    <a:pt x="17067" y="8123"/>
                  </a:lnTo>
                  <a:lnTo>
                    <a:pt x="17107" y="8443"/>
                  </a:lnTo>
                  <a:lnTo>
                    <a:pt x="17107" y="8784"/>
                  </a:lnTo>
                  <a:lnTo>
                    <a:pt x="17107" y="9105"/>
                  </a:lnTo>
                  <a:lnTo>
                    <a:pt x="17067" y="9406"/>
                  </a:lnTo>
                  <a:lnTo>
                    <a:pt x="17027" y="9707"/>
                  </a:lnTo>
                  <a:lnTo>
                    <a:pt x="16947" y="9988"/>
                  </a:lnTo>
                  <a:lnTo>
                    <a:pt x="16847" y="10268"/>
                  </a:lnTo>
                  <a:lnTo>
                    <a:pt x="16746" y="10529"/>
                  </a:lnTo>
                  <a:lnTo>
                    <a:pt x="16606" y="10770"/>
                  </a:lnTo>
                  <a:lnTo>
                    <a:pt x="16445" y="10990"/>
                  </a:lnTo>
                  <a:lnTo>
                    <a:pt x="16245" y="1119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26"/>
            <p:cNvSpPr/>
            <p:nvPr/>
          </p:nvSpPr>
          <p:spPr>
            <a:xfrm>
              <a:off x="11209200" y="3708300"/>
              <a:ext cx="391100" cy="328425"/>
            </a:xfrm>
            <a:custGeom>
              <a:avLst/>
              <a:gdLst/>
              <a:ahLst/>
              <a:cxnLst/>
              <a:rect l="l" t="t" r="r" b="b"/>
              <a:pathLst>
                <a:path w="15644" h="13137" extrusionOk="0">
                  <a:moveTo>
                    <a:pt x="7421" y="1"/>
                  </a:moveTo>
                  <a:lnTo>
                    <a:pt x="7060" y="61"/>
                  </a:lnTo>
                  <a:lnTo>
                    <a:pt x="6699" y="141"/>
                  </a:lnTo>
                  <a:lnTo>
                    <a:pt x="6338" y="221"/>
                  </a:lnTo>
                  <a:lnTo>
                    <a:pt x="5977" y="342"/>
                  </a:lnTo>
                  <a:lnTo>
                    <a:pt x="5616" y="462"/>
                  </a:lnTo>
                  <a:lnTo>
                    <a:pt x="5255" y="622"/>
                  </a:lnTo>
                  <a:lnTo>
                    <a:pt x="4894" y="783"/>
                  </a:lnTo>
                  <a:lnTo>
                    <a:pt x="4533" y="963"/>
                  </a:lnTo>
                  <a:lnTo>
                    <a:pt x="4252" y="1124"/>
                  </a:lnTo>
                  <a:lnTo>
                    <a:pt x="3972" y="1324"/>
                  </a:lnTo>
                  <a:lnTo>
                    <a:pt x="3671" y="1545"/>
                  </a:lnTo>
                  <a:lnTo>
                    <a:pt x="3370" y="1786"/>
                  </a:lnTo>
                  <a:lnTo>
                    <a:pt x="3069" y="2066"/>
                  </a:lnTo>
                  <a:lnTo>
                    <a:pt x="2748" y="2367"/>
                  </a:lnTo>
                  <a:lnTo>
                    <a:pt x="2447" y="2688"/>
                  </a:lnTo>
                  <a:lnTo>
                    <a:pt x="2147" y="3029"/>
                  </a:lnTo>
                  <a:lnTo>
                    <a:pt x="1866" y="3410"/>
                  </a:lnTo>
                  <a:lnTo>
                    <a:pt x="1585" y="3791"/>
                  </a:lnTo>
                  <a:lnTo>
                    <a:pt x="1324" y="4192"/>
                  </a:lnTo>
                  <a:lnTo>
                    <a:pt x="1064" y="4613"/>
                  </a:lnTo>
                  <a:lnTo>
                    <a:pt x="843" y="5034"/>
                  </a:lnTo>
                  <a:lnTo>
                    <a:pt x="642" y="5476"/>
                  </a:lnTo>
                  <a:lnTo>
                    <a:pt x="462" y="5937"/>
                  </a:lnTo>
                  <a:lnTo>
                    <a:pt x="302" y="6418"/>
                  </a:lnTo>
                  <a:lnTo>
                    <a:pt x="201" y="6799"/>
                  </a:lnTo>
                  <a:lnTo>
                    <a:pt x="101" y="7200"/>
                  </a:lnTo>
                  <a:lnTo>
                    <a:pt x="61" y="7481"/>
                  </a:lnTo>
                  <a:lnTo>
                    <a:pt x="41" y="7762"/>
                  </a:lnTo>
                  <a:lnTo>
                    <a:pt x="21" y="8043"/>
                  </a:lnTo>
                  <a:lnTo>
                    <a:pt x="1" y="8323"/>
                  </a:lnTo>
                  <a:lnTo>
                    <a:pt x="21" y="8604"/>
                  </a:lnTo>
                  <a:lnTo>
                    <a:pt x="41" y="8905"/>
                  </a:lnTo>
                  <a:lnTo>
                    <a:pt x="81" y="9186"/>
                  </a:lnTo>
                  <a:lnTo>
                    <a:pt x="121" y="9487"/>
                  </a:lnTo>
                  <a:lnTo>
                    <a:pt x="181" y="9707"/>
                  </a:lnTo>
                  <a:lnTo>
                    <a:pt x="282" y="9948"/>
                  </a:lnTo>
                  <a:lnTo>
                    <a:pt x="402" y="10148"/>
                  </a:lnTo>
                  <a:lnTo>
                    <a:pt x="542" y="10369"/>
                  </a:lnTo>
                  <a:lnTo>
                    <a:pt x="703" y="10570"/>
                  </a:lnTo>
                  <a:lnTo>
                    <a:pt x="903" y="10770"/>
                  </a:lnTo>
                  <a:lnTo>
                    <a:pt x="1124" y="10971"/>
                  </a:lnTo>
                  <a:lnTo>
                    <a:pt x="1344" y="11151"/>
                  </a:lnTo>
                  <a:lnTo>
                    <a:pt x="1364" y="11151"/>
                  </a:lnTo>
                  <a:lnTo>
                    <a:pt x="1585" y="11312"/>
                  </a:lnTo>
                  <a:lnTo>
                    <a:pt x="1826" y="11452"/>
                  </a:lnTo>
                  <a:lnTo>
                    <a:pt x="2327" y="11753"/>
                  </a:lnTo>
                  <a:lnTo>
                    <a:pt x="2909" y="11993"/>
                  </a:lnTo>
                  <a:lnTo>
                    <a:pt x="3510" y="12234"/>
                  </a:lnTo>
                  <a:lnTo>
                    <a:pt x="4132" y="12435"/>
                  </a:lnTo>
                  <a:lnTo>
                    <a:pt x="4754" y="12595"/>
                  </a:lnTo>
                  <a:lnTo>
                    <a:pt x="5436" y="12755"/>
                  </a:lnTo>
                  <a:lnTo>
                    <a:pt x="6117" y="12876"/>
                  </a:lnTo>
                  <a:lnTo>
                    <a:pt x="6819" y="12976"/>
                  </a:lnTo>
                  <a:lnTo>
                    <a:pt x="7541" y="13056"/>
                  </a:lnTo>
                  <a:lnTo>
                    <a:pt x="8263" y="13096"/>
                  </a:lnTo>
                  <a:lnTo>
                    <a:pt x="8985" y="13137"/>
                  </a:lnTo>
                  <a:lnTo>
                    <a:pt x="9266" y="13137"/>
                  </a:lnTo>
                  <a:lnTo>
                    <a:pt x="10048" y="13116"/>
                  </a:lnTo>
                  <a:lnTo>
                    <a:pt x="10810" y="13076"/>
                  </a:lnTo>
                  <a:lnTo>
                    <a:pt x="11552" y="12976"/>
                  </a:lnTo>
                  <a:lnTo>
                    <a:pt x="12274" y="12876"/>
                  </a:lnTo>
                  <a:lnTo>
                    <a:pt x="12976" y="12715"/>
                  </a:lnTo>
                  <a:lnTo>
                    <a:pt x="13638" y="12535"/>
                  </a:lnTo>
                  <a:lnTo>
                    <a:pt x="13959" y="12415"/>
                  </a:lnTo>
                  <a:lnTo>
                    <a:pt x="14259" y="12294"/>
                  </a:lnTo>
                  <a:lnTo>
                    <a:pt x="14560" y="12174"/>
                  </a:lnTo>
                  <a:lnTo>
                    <a:pt x="14861" y="12034"/>
                  </a:lnTo>
                  <a:lnTo>
                    <a:pt x="15262" y="11813"/>
                  </a:lnTo>
                  <a:lnTo>
                    <a:pt x="15643" y="11572"/>
                  </a:lnTo>
                  <a:lnTo>
                    <a:pt x="14841" y="11833"/>
                  </a:lnTo>
                  <a:lnTo>
                    <a:pt x="14420" y="11933"/>
                  </a:lnTo>
                  <a:lnTo>
                    <a:pt x="13999" y="12034"/>
                  </a:lnTo>
                  <a:lnTo>
                    <a:pt x="13598" y="12134"/>
                  </a:lnTo>
                  <a:lnTo>
                    <a:pt x="13156" y="12194"/>
                  </a:lnTo>
                  <a:lnTo>
                    <a:pt x="12735" y="12234"/>
                  </a:lnTo>
                  <a:lnTo>
                    <a:pt x="12294" y="12254"/>
                  </a:lnTo>
                  <a:lnTo>
                    <a:pt x="11733" y="12274"/>
                  </a:lnTo>
                  <a:lnTo>
                    <a:pt x="10850" y="12254"/>
                  </a:lnTo>
                  <a:lnTo>
                    <a:pt x="9948" y="12194"/>
                  </a:lnTo>
                  <a:lnTo>
                    <a:pt x="9487" y="12154"/>
                  </a:lnTo>
                  <a:lnTo>
                    <a:pt x="9025" y="12094"/>
                  </a:lnTo>
                  <a:lnTo>
                    <a:pt x="8564" y="12013"/>
                  </a:lnTo>
                  <a:lnTo>
                    <a:pt x="8103" y="11933"/>
                  </a:lnTo>
                  <a:lnTo>
                    <a:pt x="7641" y="11833"/>
                  </a:lnTo>
                  <a:lnTo>
                    <a:pt x="7200" y="11733"/>
                  </a:lnTo>
                  <a:lnTo>
                    <a:pt x="6759" y="11592"/>
                  </a:lnTo>
                  <a:lnTo>
                    <a:pt x="6318" y="11452"/>
                  </a:lnTo>
                  <a:lnTo>
                    <a:pt x="5917" y="11292"/>
                  </a:lnTo>
                  <a:lnTo>
                    <a:pt x="5516" y="11111"/>
                  </a:lnTo>
                  <a:lnTo>
                    <a:pt x="5115" y="10910"/>
                  </a:lnTo>
                  <a:lnTo>
                    <a:pt x="4754" y="10710"/>
                  </a:lnTo>
                  <a:lnTo>
                    <a:pt x="4553" y="10570"/>
                  </a:lnTo>
                  <a:lnTo>
                    <a:pt x="4373" y="10429"/>
                  </a:lnTo>
                  <a:lnTo>
                    <a:pt x="4192" y="10269"/>
                  </a:lnTo>
                  <a:lnTo>
                    <a:pt x="4032" y="10108"/>
                  </a:lnTo>
                  <a:lnTo>
                    <a:pt x="3871" y="9948"/>
                  </a:lnTo>
                  <a:lnTo>
                    <a:pt x="3731" y="9767"/>
                  </a:lnTo>
                  <a:lnTo>
                    <a:pt x="3590" y="9587"/>
                  </a:lnTo>
                  <a:lnTo>
                    <a:pt x="3470" y="9406"/>
                  </a:lnTo>
                  <a:lnTo>
                    <a:pt x="3270" y="9025"/>
                  </a:lnTo>
                  <a:lnTo>
                    <a:pt x="3089" y="8604"/>
                  </a:lnTo>
                  <a:lnTo>
                    <a:pt x="2969" y="8183"/>
                  </a:lnTo>
                  <a:lnTo>
                    <a:pt x="2889" y="7762"/>
                  </a:lnTo>
                  <a:lnTo>
                    <a:pt x="2828" y="7321"/>
                  </a:lnTo>
                  <a:lnTo>
                    <a:pt x="2808" y="6859"/>
                  </a:lnTo>
                  <a:lnTo>
                    <a:pt x="2828" y="6418"/>
                  </a:lnTo>
                  <a:lnTo>
                    <a:pt x="2869" y="5957"/>
                  </a:lnTo>
                  <a:lnTo>
                    <a:pt x="2949" y="5496"/>
                  </a:lnTo>
                  <a:lnTo>
                    <a:pt x="3069" y="5055"/>
                  </a:lnTo>
                  <a:lnTo>
                    <a:pt x="3189" y="4613"/>
                  </a:lnTo>
                  <a:lnTo>
                    <a:pt x="3350" y="4192"/>
                  </a:lnTo>
                  <a:lnTo>
                    <a:pt x="3510" y="3831"/>
                  </a:lnTo>
                  <a:lnTo>
                    <a:pt x="3671" y="3490"/>
                  </a:lnTo>
                  <a:lnTo>
                    <a:pt x="3851" y="3169"/>
                  </a:lnTo>
                  <a:lnTo>
                    <a:pt x="4052" y="2849"/>
                  </a:lnTo>
                  <a:lnTo>
                    <a:pt x="4272" y="2548"/>
                  </a:lnTo>
                  <a:lnTo>
                    <a:pt x="4513" y="2267"/>
                  </a:lnTo>
                  <a:lnTo>
                    <a:pt x="4754" y="1986"/>
                  </a:lnTo>
                  <a:lnTo>
                    <a:pt x="5014" y="1725"/>
                  </a:lnTo>
                  <a:lnTo>
                    <a:pt x="5275" y="1465"/>
                  </a:lnTo>
                  <a:lnTo>
                    <a:pt x="5556" y="1224"/>
                  </a:lnTo>
                  <a:lnTo>
                    <a:pt x="5837" y="983"/>
                  </a:lnTo>
                  <a:lnTo>
                    <a:pt x="6137" y="763"/>
                  </a:lnTo>
                  <a:lnTo>
                    <a:pt x="6458" y="562"/>
                  </a:lnTo>
                  <a:lnTo>
                    <a:pt x="6779" y="362"/>
                  </a:lnTo>
                  <a:lnTo>
                    <a:pt x="7100" y="161"/>
                  </a:lnTo>
                  <a:lnTo>
                    <a:pt x="742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26"/>
            <p:cNvSpPr/>
            <p:nvPr/>
          </p:nvSpPr>
          <p:spPr>
            <a:xfrm>
              <a:off x="11209200" y="3708300"/>
              <a:ext cx="391100" cy="328425"/>
            </a:xfrm>
            <a:custGeom>
              <a:avLst/>
              <a:gdLst/>
              <a:ahLst/>
              <a:cxnLst/>
              <a:rect l="l" t="t" r="r" b="b"/>
              <a:pathLst>
                <a:path w="15644" h="13137" fill="none" extrusionOk="0">
                  <a:moveTo>
                    <a:pt x="7421" y="1"/>
                  </a:moveTo>
                  <a:lnTo>
                    <a:pt x="7421" y="1"/>
                  </a:lnTo>
                  <a:lnTo>
                    <a:pt x="7060" y="61"/>
                  </a:lnTo>
                  <a:lnTo>
                    <a:pt x="6699" y="141"/>
                  </a:lnTo>
                  <a:lnTo>
                    <a:pt x="6338" y="221"/>
                  </a:lnTo>
                  <a:lnTo>
                    <a:pt x="5977" y="342"/>
                  </a:lnTo>
                  <a:lnTo>
                    <a:pt x="5616" y="462"/>
                  </a:lnTo>
                  <a:lnTo>
                    <a:pt x="5255" y="622"/>
                  </a:lnTo>
                  <a:lnTo>
                    <a:pt x="4894" y="783"/>
                  </a:lnTo>
                  <a:lnTo>
                    <a:pt x="4533" y="963"/>
                  </a:lnTo>
                  <a:lnTo>
                    <a:pt x="4533" y="963"/>
                  </a:lnTo>
                  <a:lnTo>
                    <a:pt x="4252" y="1124"/>
                  </a:lnTo>
                  <a:lnTo>
                    <a:pt x="3972" y="1324"/>
                  </a:lnTo>
                  <a:lnTo>
                    <a:pt x="3671" y="1545"/>
                  </a:lnTo>
                  <a:lnTo>
                    <a:pt x="3370" y="1786"/>
                  </a:lnTo>
                  <a:lnTo>
                    <a:pt x="3069" y="2066"/>
                  </a:lnTo>
                  <a:lnTo>
                    <a:pt x="2748" y="2367"/>
                  </a:lnTo>
                  <a:lnTo>
                    <a:pt x="2447" y="2688"/>
                  </a:lnTo>
                  <a:lnTo>
                    <a:pt x="2147" y="3029"/>
                  </a:lnTo>
                  <a:lnTo>
                    <a:pt x="1866" y="3410"/>
                  </a:lnTo>
                  <a:lnTo>
                    <a:pt x="1585" y="3791"/>
                  </a:lnTo>
                  <a:lnTo>
                    <a:pt x="1324" y="4192"/>
                  </a:lnTo>
                  <a:lnTo>
                    <a:pt x="1064" y="4613"/>
                  </a:lnTo>
                  <a:lnTo>
                    <a:pt x="843" y="5034"/>
                  </a:lnTo>
                  <a:lnTo>
                    <a:pt x="642" y="5476"/>
                  </a:lnTo>
                  <a:lnTo>
                    <a:pt x="462" y="5937"/>
                  </a:lnTo>
                  <a:lnTo>
                    <a:pt x="302" y="6418"/>
                  </a:lnTo>
                  <a:lnTo>
                    <a:pt x="302" y="6418"/>
                  </a:lnTo>
                  <a:lnTo>
                    <a:pt x="201" y="6799"/>
                  </a:lnTo>
                  <a:lnTo>
                    <a:pt x="101" y="7200"/>
                  </a:lnTo>
                  <a:lnTo>
                    <a:pt x="101" y="7200"/>
                  </a:lnTo>
                  <a:lnTo>
                    <a:pt x="61" y="7481"/>
                  </a:lnTo>
                  <a:lnTo>
                    <a:pt x="41" y="7762"/>
                  </a:lnTo>
                  <a:lnTo>
                    <a:pt x="21" y="8043"/>
                  </a:lnTo>
                  <a:lnTo>
                    <a:pt x="1" y="8323"/>
                  </a:lnTo>
                  <a:lnTo>
                    <a:pt x="1" y="8323"/>
                  </a:lnTo>
                  <a:lnTo>
                    <a:pt x="21" y="8604"/>
                  </a:lnTo>
                  <a:lnTo>
                    <a:pt x="41" y="8905"/>
                  </a:lnTo>
                  <a:lnTo>
                    <a:pt x="81" y="9186"/>
                  </a:lnTo>
                  <a:lnTo>
                    <a:pt x="121" y="9487"/>
                  </a:lnTo>
                  <a:lnTo>
                    <a:pt x="121" y="9487"/>
                  </a:lnTo>
                  <a:lnTo>
                    <a:pt x="181" y="9707"/>
                  </a:lnTo>
                  <a:lnTo>
                    <a:pt x="282" y="9948"/>
                  </a:lnTo>
                  <a:lnTo>
                    <a:pt x="402" y="10148"/>
                  </a:lnTo>
                  <a:lnTo>
                    <a:pt x="542" y="10369"/>
                  </a:lnTo>
                  <a:lnTo>
                    <a:pt x="703" y="10570"/>
                  </a:lnTo>
                  <a:lnTo>
                    <a:pt x="903" y="10770"/>
                  </a:lnTo>
                  <a:lnTo>
                    <a:pt x="1124" y="10971"/>
                  </a:lnTo>
                  <a:lnTo>
                    <a:pt x="1344" y="11151"/>
                  </a:lnTo>
                  <a:lnTo>
                    <a:pt x="1364" y="11151"/>
                  </a:lnTo>
                  <a:lnTo>
                    <a:pt x="1364" y="11151"/>
                  </a:lnTo>
                  <a:lnTo>
                    <a:pt x="1585" y="11312"/>
                  </a:lnTo>
                  <a:lnTo>
                    <a:pt x="1826" y="11452"/>
                  </a:lnTo>
                  <a:lnTo>
                    <a:pt x="2327" y="11753"/>
                  </a:lnTo>
                  <a:lnTo>
                    <a:pt x="2909" y="11993"/>
                  </a:lnTo>
                  <a:lnTo>
                    <a:pt x="3510" y="12234"/>
                  </a:lnTo>
                  <a:lnTo>
                    <a:pt x="3510" y="12234"/>
                  </a:lnTo>
                  <a:lnTo>
                    <a:pt x="4132" y="12435"/>
                  </a:lnTo>
                  <a:lnTo>
                    <a:pt x="4754" y="12595"/>
                  </a:lnTo>
                  <a:lnTo>
                    <a:pt x="5436" y="12755"/>
                  </a:lnTo>
                  <a:lnTo>
                    <a:pt x="6117" y="12876"/>
                  </a:lnTo>
                  <a:lnTo>
                    <a:pt x="6819" y="12976"/>
                  </a:lnTo>
                  <a:lnTo>
                    <a:pt x="7541" y="13056"/>
                  </a:lnTo>
                  <a:lnTo>
                    <a:pt x="8263" y="13096"/>
                  </a:lnTo>
                  <a:lnTo>
                    <a:pt x="8985" y="13137"/>
                  </a:lnTo>
                  <a:lnTo>
                    <a:pt x="8985" y="13137"/>
                  </a:lnTo>
                  <a:lnTo>
                    <a:pt x="9266" y="13137"/>
                  </a:lnTo>
                  <a:lnTo>
                    <a:pt x="9266" y="13137"/>
                  </a:lnTo>
                  <a:lnTo>
                    <a:pt x="10048" y="13116"/>
                  </a:lnTo>
                  <a:lnTo>
                    <a:pt x="10810" y="13076"/>
                  </a:lnTo>
                  <a:lnTo>
                    <a:pt x="11552" y="12976"/>
                  </a:lnTo>
                  <a:lnTo>
                    <a:pt x="12274" y="12876"/>
                  </a:lnTo>
                  <a:lnTo>
                    <a:pt x="12976" y="12715"/>
                  </a:lnTo>
                  <a:lnTo>
                    <a:pt x="13638" y="12535"/>
                  </a:lnTo>
                  <a:lnTo>
                    <a:pt x="13959" y="12415"/>
                  </a:lnTo>
                  <a:lnTo>
                    <a:pt x="14259" y="12294"/>
                  </a:lnTo>
                  <a:lnTo>
                    <a:pt x="14560" y="12174"/>
                  </a:lnTo>
                  <a:lnTo>
                    <a:pt x="14861" y="12034"/>
                  </a:lnTo>
                  <a:lnTo>
                    <a:pt x="14861" y="12034"/>
                  </a:lnTo>
                  <a:lnTo>
                    <a:pt x="15262" y="11813"/>
                  </a:lnTo>
                  <a:lnTo>
                    <a:pt x="15643" y="11572"/>
                  </a:lnTo>
                  <a:lnTo>
                    <a:pt x="15643" y="11572"/>
                  </a:lnTo>
                  <a:lnTo>
                    <a:pt x="14841" y="11833"/>
                  </a:lnTo>
                  <a:lnTo>
                    <a:pt x="14420" y="11933"/>
                  </a:lnTo>
                  <a:lnTo>
                    <a:pt x="13999" y="12034"/>
                  </a:lnTo>
                  <a:lnTo>
                    <a:pt x="13598" y="12134"/>
                  </a:lnTo>
                  <a:lnTo>
                    <a:pt x="13156" y="12194"/>
                  </a:lnTo>
                  <a:lnTo>
                    <a:pt x="12735" y="12234"/>
                  </a:lnTo>
                  <a:lnTo>
                    <a:pt x="12294" y="12254"/>
                  </a:lnTo>
                  <a:lnTo>
                    <a:pt x="12294" y="12254"/>
                  </a:lnTo>
                  <a:lnTo>
                    <a:pt x="11733" y="12274"/>
                  </a:lnTo>
                  <a:lnTo>
                    <a:pt x="11733" y="12274"/>
                  </a:lnTo>
                  <a:lnTo>
                    <a:pt x="10850" y="12254"/>
                  </a:lnTo>
                  <a:lnTo>
                    <a:pt x="9948" y="12194"/>
                  </a:lnTo>
                  <a:lnTo>
                    <a:pt x="9487" y="12154"/>
                  </a:lnTo>
                  <a:lnTo>
                    <a:pt x="9025" y="12094"/>
                  </a:lnTo>
                  <a:lnTo>
                    <a:pt x="8564" y="12013"/>
                  </a:lnTo>
                  <a:lnTo>
                    <a:pt x="8103" y="11933"/>
                  </a:lnTo>
                  <a:lnTo>
                    <a:pt x="7641" y="11833"/>
                  </a:lnTo>
                  <a:lnTo>
                    <a:pt x="7200" y="11733"/>
                  </a:lnTo>
                  <a:lnTo>
                    <a:pt x="6759" y="11592"/>
                  </a:lnTo>
                  <a:lnTo>
                    <a:pt x="6318" y="11452"/>
                  </a:lnTo>
                  <a:lnTo>
                    <a:pt x="5917" y="11292"/>
                  </a:lnTo>
                  <a:lnTo>
                    <a:pt x="5516" y="11111"/>
                  </a:lnTo>
                  <a:lnTo>
                    <a:pt x="5115" y="10910"/>
                  </a:lnTo>
                  <a:lnTo>
                    <a:pt x="4754" y="10710"/>
                  </a:lnTo>
                  <a:lnTo>
                    <a:pt x="4754" y="10710"/>
                  </a:lnTo>
                  <a:lnTo>
                    <a:pt x="4553" y="10570"/>
                  </a:lnTo>
                  <a:lnTo>
                    <a:pt x="4373" y="10429"/>
                  </a:lnTo>
                  <a:lnTo>
                    <a:pt x="4192" y="10269"/>
                  </a:lnTo>
                  <a:lnTo>
                    <a:pt x="4032" y="10108"/>
                  </a:lnTo>
                  <a:lnTo>
                    <a:pt x="3871" y="9948"/>
                  </a:lnTo>
                  <a:lnTo>
                    <a:pt x="3731" y="9767"/>
                  </a:lnTo>
                  <a:lnTo>
                    <a:pt x="3590" y="9587"/>
                  </a:lnTo>
                  <a:lnTo>
                    <a:pt x="3470" y="9406"/>
                  </a:lnTo>
                  <a:lnTo>
                    <a:pt x="3270" y="9025"/>
                  </a:lnTo>
                  <a:lnTo>
                    <a:pt x="3089" y="8604"/>
                  </a:lnTo>
                  <a:lnTo>
                    <a:pt x="2969" y="8183"/>
                  </a:lnTo>
                  <a:lnTo>
                    <a:pt x="2889" y="7762"/>
                  </a:lnTo>
                  <a:lnTo>
                    <a:pt x="2828" y="7321"/>
                  </a:lnTo>
                  <a:lnTo>
                    <a:pt x="2808" y="6859"/>
                  </a:lnTo>
                  <a:lnTo>
                    <a:pt x="2828" y="6418"/>
                  </a:lnTo>
                  <a:lnTo>
                    <a:pt x="2869" y="5957"/>
                  </a:lnTo>
                  <a:lnTo>
                    <a:pt x="2949" y="5496"/>
                  </a:lnTo>
                  <a:lnTo>
                    <a:pt x="3069" y="5055"/>
                  </a:lnTo>
                  <a:lnTo>
                    <a:pt x="3189" y="4613"/>
                  </a:lnTo>
                  <a:lnTo>
                    <a:pt x="3350" y="4192"/>
                  </a:lnTo>
                  <a:lnTo>
                    <a:pt x="3350" y="4192"/>
                  </a:lnTo>
                  <a:lnTo>
                    <a:pt x="3510" y="3831"/>
                  </a:lnTo>
                  <a:lnTo>
                    <a:pt x="3671" y="3490"/>
                  </a:lnTo>
                  <a:lnTo>
                    <a:pt x="3851" y="3169"/>
                  </a:lnTo>
                  <a:lnTo>
                    <a:pt x="4052" y="2849"/>
                  </a:lnTo>
                  <a:lnTo>
                    <a:pt x="4272" y="2548"/>
                  </a:lnTo>
                  <a:lnTo>
                    <a:pt x="4513" y="2267"/>
                  </a:lnTo>
                  <a:lnTo>
                    <a:pt x="4754" y="1986"/>
                  </a:lnTo>
                  <a:lnTo>
                    <a:pt x="5014" y="1725"/>
                  </a:lnTo>
                  <a:lnTo>
                    <a:pt x="5275" y="1465"/>
                  </a:lnTo>
                  <a:lnTo>
                    <a:pt x="5556" y="1224"/>
                  </a:lnTo>
                  <a:lnTo>
                    <a:pt x="5837" y="983"/>
                  </a:lnTo>
                  <a:lnTo>
                    <a:pt x="6137" y="763"/>
                  </a:lnTo>
                  <a:lnTo>
                    <a:pt x="6458" y="562"/>
                  </a:lnTo>
                  <a:lnTo>
                    <a:pt x="6779" y="362"/>
                  </a:lnTo>
                  <a:lnTo>
                    <a:pt x="7100" y="161"/>
                  </a:lnTo>
                  <a:lnTo>
                    <a:pt x="74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26"/>
            <p:cNvSpPr/>
            <p:nvPr/>
          </p:nvSpPr>
          <p:spPr>
            <a:xfrm>
              <a:off x="11379175" y="3736875"/>
              <a:ext cx="55675" cy="119850"/>
            </a:xfrm>
            <a:custGeom>
              <a:avLst/>
              <a:gdLst/>
              <a:ahLst/>
              <a:cxnLst/>
              <a:rect l="l" t="t" r="r" b="b"/>
              <a:pathLst>
                <a:path w="2227" h="4794" extrusionOk="0">
                  <a:moveTo>
                    <a:pt x="2026" y="1"/>
                  </a:moveTo>
                  <a:lnTo>
                    <a:pt x="1966" y="21"/>
                  </a:lnTo>
                  <a:lnTo>
                    <a:pt x="1945" y="81"/>
                  </a:lnTo>
                  <a:lnTo>
                    <a:pt x="1905" y="703"/>
                  </a:lnTo>
                  <a:lnTo>
                    <a:pt x="1865" y="1345"/>
                  </a:lnTo>
                  <a:lnTo>
                    <a:pt x="1825" y="2608"/>
                  </a:lnTo>
                  <a:lnTo>
                    <a:pt x="1825" y="3250"/>
                  </a:lnTo>
                  <a:lnTo>
                    <a:pt x="1805" y="3571"/>
                  </a:lnTo>
                  <a:lnTo>
                    <a:pt x="1745" y="3891"/>
                  </a:lnTo>
                  <a:lnTo>
                    <a:pt x="1685" y="4052"/>
                  </a:lnTo>
                  <a:lnTo>
                    <a:pt x="1625" y="4172"/>
                  </a:lnTo>
                  <a:lnTo>
                    <a:pt x="1544" y="4273"/>
                  </a:lnTo>
                  <a:lnTo>
                    <a:pt x="1444" y="4333"/>
                  </a:lnTo>
                  <a:lnTo>
                    <a:pt x="1344" y="4373"/>
                  </a:lnTo>
                  <a:lnTo>
                    <a:pt x="1224" y="4373"/>
                  </a:lnTo>
                  <a:lnTo>
                    <a:pt x="1123" y="4353"/>
                  </a:lnTo>
                  <a:lnTo>
                    <a:pt x="1003" y="4333"/>
                  </a:lnTo>
                  <a:lnTo>
                    <a:pt x="883" y="4273"/>
                  </a:lnTo>
                  <a:lnTo>
                    <a:pt x="742" y="4212"/>
                  </a:lnTo>
                  <a:lnTo>
                    <a:pt x="522" y="4052"/>
                  </a:lnTo>
                  <a:lnTo>
                    <a:pt x="301" y="3891"/>
                  </a:lnTo>
                  <a:lnTo>
                    <a:pt x="121" y="3731"/>
                  </a:lnTo>
                  <a:lnTo>
                    <a:pt x="80" y="3691"/>
                  </a:lnTo>
                  <a:lnTo>
                    <a:pt x="20" y="3711"/>
                  </a:lnTo>
                  <a:lnTo>
                    <a:pt x="0" y="3751"/>
                  </a:lnTo>
                  <a:lnTo>
                    <a:pt x="0" y="3811"/>
                  </a:lnTo>
                  <a:lnTo>
                    <a:pt x="80" y="3932"/>
                  </a:lnTo>
                  <a:lnTo>
                    <a:pt x="161" y="4072"/>
                  </a:lnTo>
                  <a:lnTo>
                    <a:pt x="381" y="4313"/>
                  </a:lnTo>
                  <a:lnTo>
                    <a:pt x="502" y="4413"/>
                  </a:lnTo>
                  <a:lnTo>
                    <a:pt x="622" y="4533"/>
                  </a:lnTo>
                  <a:lnTo>
                    <a:pt x="762" y="4613"/>
                  </a:lnTo>
                  <a:lnTo>
                    <a:pt x="903" y="4694"/>
                  </a:lnTo>
                  <a:lnTo>
                    <a:pt x="1043" y="4754"/>
                  </a:lnTo>
                  <a:lnTo>
                    <a:pt x="1183" y="4774"/>
                  </a:lnTo>
                  <a:lnTo>
                    <a:pt x="1324" y="4794"/>
                  </a:lnTo>
                  <a:lnTo>
                    <a:pt x="1464" y="4774"/>
                  </a:lnTo>
                  <a:lnTo>
                    <a:pt x="1605" y="4734"/>
                  </a:lnTo>
                  <a:lnTo>
                    <a:pt x="1745" y="4654"/>
                  </a:lnTo>
                  <a:lnTo>
                    <a:pt x="1865" y="4533"/>
                  </a:lnTo>
                  <a:lnTo>
                    <a:pt x="1966" y="4393"/>
                  </a:lnTo>
                  <a:lnTo>
                    <a:pt x="2066" y="4212"/>
                  </a:lnTo>
                  <a:lnTo>
                    <a:pt x="2126" y="4012"/>
                  </a:lnTo>
                  <a:lnTo>
                    <a:pt x="2186" y="3811"/>
                  </a:lnTo>
                  <a:lnTo>
                    <a:pt x="2206" y="3591"/>
                  </a:lnTo>
                  <a:lnTo>
                    <a:pt x="2226" y="3149"/>
                  </a:lnTo>
                  <a:lnTo>
                    <a:pt x="2206" y="2748"/>
                  </a:lnTo>
                  <a:lnTo>
                    <a:pt x="2206" y="2067"/>
                  </a:lnTo>
                  <a:lnTo>
                    <a:pt x="2186" y="1405"/>
                  </a:lnTo>
                  <a:lnTo>
                    <a:pt x="2146" y="743"/>
                  </a:lnTo>
                  <a:lnTo>
                    <a:pt x="2086" y="81"/>
                  </a:lnTo>
                  <a:lnTo>
                    <a:pt x="2066" y="21"/>
                  </a:lnTo>
                  <a:lnTo>
                    <a:pt x="202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26"/>
            <p:cNvSpPr/>
            <p:nvPr/>
          </p:nvSpPr>
          <p:spPr>
            <a:xfrm>
              <a:off x="11424800" y="3736875"/>
              <a:ext cx="55675" cy="119850"/>
            </a:xfrm>
            <a:custGeom>
              <a:avLst/>
              <a:gdLst/>
              <a:ahLst/>
              <a:cxnLst/>
              <a:rect l="l" t="t" r="r" b="b"/>
              <a:pathLst>
                <a:path w="2227" h="4794" extrusionOk="0">
                  <a:moveTo>
                    <a:pt x="201" y="1"/>
                  </a:moveTo>
                  <a:lnTo>
                    <a:pt x="161" y="21"/>
                  </a:lnTo>
                  <a:lnTo>
                    <a:pt x="120" y="81"/>
                  </a:lnTo>
                  <a:lnTo>
                    <a:pt x="60" y="743"/>
                  </a:lnTo>
                  <a:lnTo>
                    <a:pt x="20" y="1405"/>
                  </a:lnTo>
                  <a:lnTo>
                    <a:pt x="0" y="2067"/>
                  </a:lnTo>
                  <a:lnTo>
                    <a:pt x="0" y="2748"/>
                  </a:lnTo>
                  <a:lnTo>
                    <a:pt x="0" y="3149"/>
                  </a:lnTo>
                  <a:lnTo>
                    <a:pt x="20" y="3591"/>
                  </a:lnTo>
                  <a:lnTo>
                    <a:pt x="40" y="3811"/>
                  </a:lnTo>
                  <a:lnTo>
                    <a:pt x="80" y="4012"/>
                  </a:lnTo>
                  <a:lnTo>
                    <a:pt x="161" y="4212"/>
                  </a:lnTo>
                  <a:lnTo>
                    <a:pt x="241" y="4393"/>
                  </a:lnTo>
                  <a:lnTo>
                    <a:pt x="361" y="4533"/>
                  </a:lnTo>
                  <a:lnTo>
                    <a:pt x="481" y="4654"/>
                  </a:lnTo>
                  <a:lnTo>
                    <a:pt x="622" y="4734"/>
                  </a:lnTo>
                  <a:lnTo>
                    <a:pt x="742" y="4774"/>
                  </a:lnTo>
                  <a:lnTo>
                    <a:pt x="883" y="4794"/>
                  </a:lnTo>
                  <a:lnTo>
                    <a:pt x="1023" y="4774"/>
                  </a:lnTo>
                  <a:lnTo>
                    <a:pt x="1183" y="4754"/>
                  </a:lnTo>
                  <a:lnTo>
                    <a:pt x="1324" y="4694"/>
                  </a:lnTo>
                  <a:lnTo>
                    <a:pt x="1464" y="4613"/>
                  </a:lnTo>
                  <a:lnTo>
                    <a:pt x="1584" y="4533"/>
                  </a:lnTo>
                  <a:lnTo>
                    <a:pt x="1725" y="4413"/>
                  </a:lnTo>
                  <a:lnTo>
                    <a:pt x="1845" y="4313"/>
                  </a:lnTo>
                  <a:lnTo>
                    <a:pt x="2046" y="4072"/>
                  </a:lnTo>
                  <a:lnTo>
                    <a:pt x="2146" y="3932"/>
                  </a:lnTo>
                  <a:lnTo>
                    <a:pt x="2206" y="3811"/>
                  </a:lnTo>
                  <a:lnTo>
                    <a:pt x="2226" y="3751"/>
                  </a:lnTo>
                  <a:lnTo>
                    <a:pt x="2186" y="3711"/>
                  </a:lnTo>
                  <a:lnTo>
                    <a:pt x="2146" y="3691"/>
                  </a:lnTo>
                  <a:lnTo>
                    <a:pt x="2086" y="3731"/>
                  </a:lnTo>
                  <a:lnTo>
                    <a:pt x="1925" y="3891"/>
                  </a:lnTo>
                  <a:lnTo>
                    <a:pt x="1705" y="4052"/>
                  </a:lnTo>
                  <a:lnTo>
                    <a:pt x="1464" y="4212"/>
                  </a:lnTo>
                  <a:lnTo>
                    <a:pt x="1344" y="4273"/>
                  </a:lnTo>
                  <a:lnTo>
                    <a:pt x="1223" y="4333"/>
                  </a:lnTo>
                  <a:lnTo>
                    <a:pt x="1103" y="4353"/>
                  </a:lnTo>
                  <a:lnTo>
                    <a:pt x="983" y="4373"/>
                  </a:lnTo>
                  <a:lnTo>
                    <a:pt x="883" y="4373"/>
                  </a:lnTo>
                  <a:lnTo>
                    <a:pt x="782" y="4333"/>
                  </a:lnTo>
                  <a:lnTo>
                    <a:pt x="682" y="4273"/>
                  </a:lnTo>
                  <a:lnTo>
                    <a:pt x="602" y="4172"/>
                  </a:lnTo>
                  <a:lnTo>
                    <a:pt x="522" y="4052"/>
                  </a:lnTo>
                  <a:lnTo>
                    <a:pt x="481" y="3891"/>
                  </a:lnTo>
                  <a:lnTo>
                    <a:pt x="421" y="3571"/>
                  </a:lnTo>
                  <a:lnTo>
                    <a:pt x="401" y="3250"/>
                  </a:lnTo>
                  <a:lnTo>
                    <a:pt x="401" y="2608"/>
                  </a:lnTo>
                  <a:lnTo>
                    <a:pt x="361" y="1345"/>
                  </a:lnTo>
                  <a:lnTo>
                    <a:pt x="321" y="703"/>
                  </a:lnTo>
                  <a:lnTo>
                    <a:pt x="261" y="81"/>
                  </a:lnTo>
                  <a:lnTo>
                    <a:pt x="241" y="21"/>
                  </a:lnTo>
                  <a:lnTo>
                    <a:pt x="20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26"/>
            <p:cNvSpPr/>
            <p:nvPr/>
          </p:nvSpPr>
          <p:spPr>
            <a:xfrm>
              <a:off x="11362125" y="3705800"/>
              <a:ext cx="135400" cy="75725"/>
            </a:xfrm>
            <a:custGeom>
              <a:avLst/>
              <a:gdLst/>
              <a:ahLst/>
              <a:cxnLst/>
              <a:rect l="l" t="t" r="r" b="b"/>
              <a:pathLst>
                <a:path w="5416" h="3029" extrusionOk="0">
                  <a:moveTo>
                    <a:pt x="2708" y="1"/>
                  </a:moveTo>
                  <a:lnTo>
                    <a:pt x="2327" y="21"/>
                  </a:lnTo>
                  <a:lnTo>
                    <a:pt x="1906" y="61"/>
                  </a:lnTo>
                  <a:lnTo>
                    <a:pt x="1484" y="141"/>
                  </a:lnTo>
                  <a:lnTo>
                    <a:pt x="1063" y="261"/>
                  </a:lnTo>
                  <a:lnTo>
                    <a:pt x="863" y="341"/>
                  </a:lnTo>
                  <a:lnTo>
                    <a:pt x="682" y="422"/>
                  </a:lnTo>
                  <a:lnTo>
                    <a:pt x="522" y="502"/>
                  </a:lnTo>
                  <a:lnTo>
                    <a:pt x="361" y="602"/>
                  </a:lnTo>
                  <a:lnTo>
                    <a:pt x="241" y="722"/>
                  </a:lnTo>
                  <a:lnTo>
                    <a:pt x="141" y="843"/>
                  </a:lnTo>
                  <a:lnTo>
                    <a:pt x="61" y="963"/>
                  </a:lnTo>
                  <a:lnTo>
                    <a:pt x="0" y="1104"/>
                  </a:lnTo>
                  <a:lnTo>
                    <a:pt x="0" y="1184"/>
                  </a:lnTo>
                  <a:lnTo>
                    <a:pt x="0" y="1244"/>
                  </a:lnTo>
                  <a:lnTo>
                    <a:pt x="61" y="1404"/>
                  </a:lnTo>
                  <a:lnTo>
                    <a:pt x="161" y="1565"/>
                  </a:lnTo>
                  <a:lnTo>
                    <a:pt x="301" y="1725"/>
                  </a:lnTo>
                  <a:lnTo>
                    <a:pt x="462" y="1886"/>
                  </a:lnTo>
                  <a:lnTo>
                    <a:pt x="662" y="2046"/>
                  </a:lnTo>
                  <a:lnTo>
                    <a:pt x="883" y="2207"/>
                  </a:lnTo>
                  <a:lnTo>
                    <a:pt x="1123" y="2367"/>
                  </a:lnTo>
                  <a:lnTo>
                    <a:pt x="1605" y="2628"/>
                  </a:lnTo>
                  <a:lnTo>
                    <a:pt x="2066" y="2848"/>
                  </a:lnTo>
                  <a:lnTo>
                    <a:pt x="2447" y="2989"/>
                  </a:lnTo>
                  <a:lnTo>
                    <a:pt x="2587" y="3029"/>
                  </a:lnTo>
                  <a:lnTo>
                    <a:pt x="2808" y="3029"/>
                  </a:lnTo>
                  <a:lnTo>
                    <a:pt x="2948" y="2989"/>
                  </a:lnTo>
                  <a:lnTo>
                    <a:pt x="3349" y="2848"/>
                  </a:lnTo>
                  <a:lnTo>
                    <a:pt x="3811" y="2628"/>
                  </a:lnTo>
                  <a:lnTo>
                    <a:pt x="4292" y="2367"/>
                  </a:lnTo>
                  <a:lnTo>
                    <a:pt x="4513" y="2207"/>
                  </a:lnTo>
                  <a:lnTo>
                    <a:pt x="4733" y="2046"/>
                  </a:lnTo>
                  <a:lnTo>
                    <a:pt x="4934" y="1886"/>
                  </a:lnTo>
                  <a:lnTo>
                    <a:pt x="5114" y="1725"/>
                  </a:lnTo>
                  <a:lnTo>
                    <a:pt x="5255" y="1565"/>
                  </a:lnTo>
                  <a:lnTo>
                    <a:pt x="5355" y="1404"/>
                  </a:lnTo>
                  <a:lnTo>
                    <a:pt x="5395" y="1244"/>
                  </a:lnTo>
                  <a:lnTo>
                    <a:pt x="5415" y="1184"/>
                  </a:lnTo>
                  <a:lnTo>
                    <a:pt x="5395" y="1104"/>
                  </a:lnTo>
                  <a:lnTo>
                    <a:pt x="5355" y="963"/>
                  </a:lnTo>
                  <a:lnTo>
                    <a:pt x="5275" y="843"/>
                  </a:lnTo>
                  <a:lnTo>
                    <a:pt x="5174" y="722"/>
                  </a:lnTo>
                  <a:lnTo>
                    <a:pt x="5034" y="602"/>
                  </a:lnTo>
                  <a:lnTo>
                    <a:pt x="4894" y="502"/>
                  </a:lnTo>
                  <a:lnTo>
                    <a:pt x="4713" y="422"/>
                  </a:lnTo>
                  <a:lnTo>
                    <a:pt x="4533" y="341"/>
                  </a:lnTo>
                  <a:lnTo>
                    <a:pt x="4352" y="261"/>
                  </a:lnTo>
                  <a:lnTo>
                    <a:pt x="3931" y="141"/>
                  </a:lnTo>
                  <a:lnTo>
                    <a:pt x="3490" y="61"/>
                  </a:lnTo>
                  <a:lnTo>
                    <a:pt x="3089" y="21"/>
                  </a:lnTo>
                  <a:lnTo>
                    <a:pt x="27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26"/>
            <p:cNvSpPr/>
            <p:nvPr/>
          </p:nvSpPr>
          <p:spPr>
            <a:xfrm>
              <a:off x="11226750" y="3687250"/>
              <a:ext cx="75225" cy="75225"/>
            </a:xfrm>
            <a:custGeom>
              <a:avLst/>
              <a:gdLst/>
              <a:ahLst/>
              <a:cxnLst/>
              <a:rect l="l" t="t" r="r" b="b"/>
              <a:pathLst>
                <a:path w="3009" h="3009" extrusionOk="0">
                  <a:moveTo>
                    <a:pt x="1384" y="1"/>
                  </a:moveTo>
                  <a:lnTo>
                    <a:pt x="1204" y="41"/>
                  </a:lnTo>
                  <a:lnTo>
                    <a:pt x="1043" y="81"/>
                  </a:lnTo>
                  <a:lnTo>
                    <a:pt x="883" y="141"/>
                  </a:lnTo>
                  <a:lnTo>
                    <a:pt x="723" y="221"/>
                  </a:lnTo>
                  <a:lnTo>
                    <a:pt x="582" y="321"/>
                  </a:lnTo>
                  <a:lnTo>
                    <a:pt x="462" y="422"/>
                  </a:lnTo>
                  <a:lnTo>
                    <a:pt x="342" y="562"/>
                  </a:lnTo>
                  <a:lnTo>
                    <a:pt x="241" y="682"/>
                  </a:lnTo>
                  <a:lnTo>
                    <a:pt x="161" y="823"/>
                  </a:lnTo>
                  <a:lnTo>
                    <a:pt x="101" y="983"/>
                  </a:lnTo>
                  <a:lnTo>
                    <a:pt x="41" y="1144"/>
                  </a:lnTo>
                  <a:lnTo>
                    <a:pt x="21" y="1304"/>
                  </a:lnTo>
                  <a:lnTo>
                    <a:pt x="1" y="1485"/>
                  </a:lnTo>
                  <a:lnTo>
                    <a:pt x="1" y="1665"/>
                  </a:lnTo>
                  <a:lnTo>
                    <a:pt x="41" y="1825"/>
                  </a:lnTo>
                  <a:lnTo>
                    <a:pt x="81" y="2006"/>
                  </a:lnTo>
                  <a:lnTo>
                    <a:pt x="181" y="2207"/>
                  </a:lnTo>
                  <a:lnTo>
                    <a:pt x="281" y="2387"/>
                  </a:lnTo>
                  <a:lnTo>
                    <a:pt x="402" y="2547"/>
                  </a:lnTo>
                  <a:lnTo>
                    <a:pt x="562" y="2688"/>
                  </a:lnTo>
                  <a:lnTo>
                    <a:pt x="723" y="2808"/>
                  </a:lnTo>
                  <a:lnTo>
                    <a:pt x="903" y="2908"/>
                  </a:lnTo>
                  <a:lnTo>
                    <a:pt x="1104" y="2969"/>
                  </a:lnTo>
                  <a:lnTo>
                    <a:pt x="1304" y="3009"/>
                  </a:lnTo>
                  <a:lnTo>
                    <a:pt x="1645" y="3009"/>
                  </a:lnTo>
                  <a:lnTo>
                    <a:pt x="1806" y="2969"/>
                  </a:lnTo>
                  <a:lnTo>
                    <a:pt x="1966" y="2928"/>
                  </a:lnTo>
                  <a:lnTo>
                    <a:pt x="2106" y="2888"/>
                  </a:lnTo>
                  <a:lnTo>
                    <a:pt x="2247" y="2808"/>
                  </a:lnTo>
                  <a:lnTo>
                    <a:pt x="2367" y="2728"/>
                  </a:lnTo>
                  <a:lnTo>
                    <a:pt x="2487" y="2648"/>
                  </a:lnTo>
                  <a:lnTo>
                    <a:pt x="2588" y="2547"/>
                  </a:lnTo>
                  <a:lnTo>
                    <a:pt x="2668" y="2447"/>
                  </a:lnTo>
                  <a:lnTo>
                    <a:pt x="2768" y="2327"/>
                  </a:lnTo>
                  <a:lnTo>
                    <a:pt x="2828" y="2207"/>
                  </a:lnTo>
                  <a:lnTo>
                    <a:pt x="2888" y="2086"/>
                  </a:lnTo>
                  <a:lnTo>
                    <a:pt x="2949" y="1966"/>
                  </a:lnTo>
                  <a:lnTo>
                    <a:pt x="2969" y="1846"/>
                  </a:lnTo>
                  <a:lnTo>
                    <a:pt x="2989" y="1705"/>
                  </a:lnTo>
                  <a:lnTo>
                    <a:pt x="3009" y="1525"/>
                  </a:lnTo>
                  <a:lnTo>
                    <a:pt x="2989" y="1364"/>
                  </a:lnTo>
                  <a:lnTo>
                    <a:pt x="2969" y="1204"/>
                  </a:lnTo>
                  <a:lnTo>
                    <a:pt x="2929" y="1043"/>
                  </a:lnTo>
                  <a:lnTo>
                    <a:pt x="2848" y="883"/>
                  </a:lnTo>
                  <a:lnTo>
                    <a:pt x="2788" y="743"/>
                  </a:lnTo>
                  <a:lnTo>
                    <a:pt x="2688" y="602"/>
                  </a:lnTo>
                  <a:lnTo>
                    <a:pt x="2588" y="482"/>
                  </a:lnTo>
                  <a:lnTo>
                    <a:pt x="2467" y="361"/>
                  </a:lnTo>
                  <a:lnTo>
                    <a:pt x="2347" y="261"/>
                  </a:lnTo>
                  <a:lnTo>
                    <a:pt x="2207" y="181"/>
                  </a:lnTo>
                  <a:lnTo>
                    <a:pt x="2046" y="101"/>
                  </a:lnTo>
                  <a:lnTo>
                    <a:pt x="1906" y="61"/>
                  </a:lnTo>
                  <a:lnTo>
                    <a:pt x="1745" y="21"/>
                  </a:lnTo>
                  <a:lnTo>
                    <a:pt x="15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26"/>
            <p:cNvSpPr/>
            <p:nvPr/>
          </p:nvSpPr>
          <p:spPr>
            <a:xfrm>
              <a:off x="11154550" y="3736875"/>
              <a:ext cx="74725" cy="101800"/>
            </a:xfrm>
            <a:custGeom>
              <a:avLst/>
              <a:gdLst/>
              <a:ahLst/>
              <a:cxnLst/>
              <a:rect l="l" t="t" r="r" b="b"/>
              <a:pathLst>
                <a:path w="2989" h="4072" extrusionOk="0">
                  <a:moveTo>
                    <a:pt x="983" y="1"/>
                  </a:moveTo>
                  <a:lnTo>
                    <a:pt x="803" y="21"/>
                  </a:lnTo>
                  <a:lnTo>
                    <a:pt x="602" y="41"/>
                  </a:lnTo>
                  <a:lnTo>
                    <a:pt x="382" y="101"/>
                  </a:lnTo>
                  <a:lnTo>
                    <a:pt x="201" y="161"/>
                  </a:lnTo>
                  <a:lnTo>
                    <a:pt x="1" y="242"/>
                  </a:lnTo>
                  <a:lnTo>
                    <a:pt x="81" y="743"/>
                  </a:lnTo>
                  <a:lnTo>
                    <a:pt x="141" y="1244"/>
                  </a:lnTo>
                  <a:lnTo>
                    <a:pt x="241" y="1726"/>
                  </a:lnTo>
                  <a:lnTo>
                    <a:pt x="362" y="2207"/>
                  </a:lnTo>
                  <a:lnTo>
                    <a:pt x="482" y="2688"/>
                  </a:lnTo>
                  <a:lnTo>
                    <a:pt x="643" y="3149"/>
                  </a:lnTo>
                  <a:lnTo>
                    <a:pt x="823" y="3611"/>
                  </a:lnTo>
                  <a:lnTo>
                    <a:pt x="1044" y="4072"/>
                  </a:lnTo>
                  <a:lnTo>
                    <a:pt x="1244" y="4052"/>
                  </a:lnTo>
                  <a:lnTo>
                    <a:pt x="1425" y="4012"/>
                  </a:lnTo>
                  <a:lnTo>
                    <a:pt x="1605" y="3972"/>
                  </a:lnTo>
                  <a:lnTo>
                    <a:pt x="1786" y="3891"/>
                  </a:lnTo>
                  <a:lnTo>
                    <a:pt x="1946" y="3811"/>
                  </a:lnTo>
                  <a:lnTo>
                    <a:pt x="2107" y="3711"/>
                  </a:lnTo>
                  <a:lnTo>
                    <a:pt x="2247" y="3611"/>
                  </a:lnTo>
                  <a:lnTo>
                    <a:pt x="2387" y="3490"/>
                  </a:lnTo>
                  <a:lnTo>
                    <a:pt x="2508" y="3370"/>
                  </a:lnTo>
                  <a:lnTo>
                    <a:pt x="2608" y="3230"/>
                  </a:lnTo>
                  <a:lnTo>
                    <a:pt x="2708" y="3089"/>
                  </a:lnTo>
                  <a:lnTo>
                    <a:pt x="2788" y="2949"/>
                  </a:lnTo>
                  <a:lnTo>
                    <a:pt x="2869" y="2788"/>
                  </a:lnTo>
                  <a:lnTo>
                    <a:pt x="2909" y="2628"/>
                  </a:lnTo>
                  <a:lnTo>
                    <a:pt x="2949" y="2468"/>
                  </a:lnTo>
                  <a:lnTo>
                    <a:pt x="2989" y="2307"/>
                  </a:lnTo>
                  <a:lnTo>
                    <a:pt x="2989" y="2087"/>
                  </a:lnTo>
                  <a:lnTo>
                    <a:pt x="2989" y="1866"/>
                  </a:lnTo>
                  <a:lnTo>
                    <a:pt x="2949" y="1665"/>
                  </a:lnTo>
                  <a:lnTo>
                    <a:pt x="2889" y="1445"/>
                  </a:lnTo>
                  <a:lnTo>
                    <a:pt x="2808" y="1244"/>
                  </a:lnTo>
                  <a:lnTo>
                    <a:pt x="2728" y="1064"/>
                  </a:lnTo>
                  <a:lnTo>
                    <a:pt x="2608" y="883"/>
                  </a:lnTo>
                  <a:lnTo>
                    <a:pt x="2488" y="703"/>
                  </a:lnTo>
                  <a:lnTo>
                    <a:pt x="2327" y="562"/>
                  </a:lnTo>
                  <a:lnTo>
                    <a:pt x="2187" y="422"/>
                  </a:lnTo>
                  <a:lnTo>
                    <a:pt x="2006" y="302"/>
                  </a:lnTo>
                  <a:lnTo>
                    <a:pt x="1826" y="201"/>
                  </a:lnTo>
                  <a:lnTo>
                    <a:pt x="1625" y="121"/>
                  </a:lnTo>
                  <a:lnTo>
                    <a:pt x="1425" y="61"/>
                  </a:lnTo>
                  <a:lnTo>
                    <a:pt x="1204" y="21"/>
                  </a:lnTo>
                  <a:lnTo>
                    <a:pt x="9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26"/>
            <p:cNvSpPr/>
            <p:nvPr/>
          </p:nvSpPr>
          <p:spPr>
            <a:xfrm>
              <a:off x="11154550" y="3736875"/>
              <a:ext cx="74725" cy="101800"/>
            </a:xfrm>
            <a:custGeom>
              <a:avLst/>
              <a:gdLst/>
              <a:ahLst/>
              <a:cxnLst/>
              <a:rect l="l" t="t" r="r" b="b"/>
              <a:pathLst>
                <a:path w="2989" h="4072" fill="none" extrusionOk="0">
                  <a:moveTo>
                    <a:pt x="983" y="1"/>
                  </a:moveTo>
                  <a:lnTo>
                    <a:pt x="983" y="1"/>
                  </a:lnTo>
                  <a:lnTo>
                    <a:pt x="803" y="21"/>
                  </a:lnTo>
                  <a:lnTo>
                    <a:pt x="803" y="21"/>
                  </a:lnTo>
                  <a:lnTo>
                    <a:pt x="602" y="41"/>
                  </a:lnTo>
                  <a:lnTo>
                    <a:pt x="382" y="101"/>
                  </a:lnTo>
                  <a:lnTo>
                    <a:pt x="201" y="161"/>
                  </a:lnTo>
                  <a:lnTo>
                    <a:pt x="1" y="242"/>
                  </a:lnTo>
                  <a:lnTo>
                    <a:pt x="1" y="242"/>
                  </a:lnTo>
                  <a:lnTo>
                    <a:pt x="81" y="743"/>
                  </a:lnTo>
                  <a:lnTo>
                    <a:pt x="141" y="1244"/>
                  </a:lnTo>
                  <a:lnTo>
                    <a:pt x="241" y="1726"/>
                  </a:lnTo>
                  <a:lnTo>
                    <a:pt x="362" y="2207"/>
                  </a:lnTo>
                  <a:lnTo>
                    <a:pt x="482" y="2688"/>
                  </a:lnTo>
                  <a:lnTo>
                    <a:pt x="643" y="3149"/>
                  </a:lnTo>
                  <a:lnTo>
                    <a:pt x="823" y="3611"/>
                  </a:lnTo>
                  <a:lnTo>
                    <a:pt x="1044" y="4072"/>
                  </a:lnTo>
                  <a:lnTo>
                    <a:pt x="1044" y="4072"/>
                  </a:lnTo>
                  <a:lnTo>
                    <a:pt x="1244" y="4052"/>
                  </a:lnTo>
                  <a:lnTo>
                    <a:pt x="1425" y="4012"/>
                  </a:lnTo>
                  <a:lnTo>
                    <a:pt x="1605" y="3972"/>
                  </a:lnTo>
                  <a:lnTo>
                    <a:pt x="1786" y="3891"/>
                  </a:lnTo>
                  <a:lnTo>
                    <a:pt x="1946" y="3811"/>
                  </a:lnTo>
                  <a:lnTo>
                    <a:pt x="2107" y="3711"/>
                  </a:lnTo>
                  <a:lnTo>
                    <a:pt x="2247" y="3611"/>
                  </a:lnTo>
                  <a:lnTo>
                    <a:pt x="2387" y="3490"/>
                  </a:lnTo>
                  <a:lnTo>
                    <a:pt x="2508" y="3370"/>
                  </a:lnTo>
                  <a:lnTo>
                    <a:pt x="2608" y="3230"/>
                  </a:lnTo>
                  <a:lnTo>
                    <a:pt x="2708" y="3089"/>
                  </a:lnTo>
                  <a:lnTo>
                    <a:pt x="2788" y="2949"/>
                  </a:lnTo>
                  <a:lnTo>
                    <a:pt x="2869" y="2788"/>
                  </a:lnTo>
                  <a:lnTo>
                    <a:pt x="2909" y="2628"/>
                  </a:lnTo>
                  <a:lnTo>
                    <a:pt x="2949" y="2468"/>
                  </a:lnTo>
                  <a:lnTo>
                    <a:pt x="2989" y="2307"/>
                  </a:lnTo>
                  <a:lnTo>
                    <a:pt x="2989" y="2307"/>
                  </a:lnTo>
                  <a:lnTo>
                    <a:pt x="2989" y="2087"/>
                  </a:lnTo>
                  <a:lnTo>
                    <a:pt x="2989" y="1866"/>
                  </a:lnTo>
                  <a:lnTo>
                    <a:pt x="2949" y="1665"/>
                  </a:lnTo>
                  <a:lnTo>
                    <a:pt x="2889" y="1445"/>
                  </a:lnTo>
                  <a:lnTo>
                    <a:pt x="2808" y="1244"/>
                  </a:lnTo>
                  <a:lnTo>
                    <a:pt x="2728" y="1064"/>
                  </a:lnTo>
                  <a:lnTo>
                    <a:pt x="2608" y="883"/>
                  </a:lnTo>
                  <a:lnTo>
                    <a:pt x="2488" y="703"/>
                  </a:lnTo>
                  <a:lnTo>
                    <a:pt x="2327" y="562"/>
                  </a:lnTo>
                  <a:lnTo>
                    <a:pt x="2187" y="422"/>
                  </a:lnTo>
                  <a:lnTo>
                    <a:pt x="2006" y="302"/>
                  </a:lnTo>
                  <a:lnTo>
                    <a:pt x="1826" y="201"/>
                  </a:lnTo>
                  <a:lnTo>
                    <a:pt x="1625" y="121"/>
                  </a:lnTo>
                  <a:lnTo>
                    <a:pt x="1425" y="61"/>
                  </a:lnTo>
                  <a:lnTo>
                    <a:pt x="1204" y="21"/>
                  </a:lnTo>
                  <a:lnTo>
                    <a:pt x="9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26"/>
            <p:cNvSpPr/>
            <p:nvPr/>
          </p:nvSpPr>
          <p:spPr>
            <a:xfrm>
              <a:off x="11127975" y="3742900"/>
              <a:ext cx="52675" cy="95775"/>
            </a:xfrm>
            <a:custGeom>
              <a:avLst/>
              <a:gdLst/>
              <a:ahLst/>
              <a:cxnLst/>
              <a:rect l="l" t="t" r="r" b="b"/>
              <a:pathLst>
                <a:path w="2107" h="3831" extrusionOk="0">
                  <a:moveTo>
                    <a:pt x="1064" y="1"/>
                  </a:moveTo>
                  <a:lnTo>
                    <a:pt x="923" y="101"/>
                  </a:lnTo>
                  <a:lnTo>
                    <a:pt x="763" y="201"/>
                  </a:lnTo>
                  <a:lnTo>
                    <a:pt x="643" y="321"/>
                  </a:lnTo>
                  <a:lnTo>
                    <a:pt x="522" y="442"/>
                  </a:lnTo>
                  <a:lnTo>
                    <a:pt x="402" y="582"/>
                  </a:lnTo>
                  <a:lnTo>
                    <a:pt x="302" y="723"/>
                  </a:lnTo>
                  <a:lnTo>
                    <a:pt x="222" y="883"/>
                  </a:lnTo>
                  <a:lnTo>
                    <a:pt x="141" y="1043"/>
                  </a:lnTo>
                  <a:lnTo>
                    <a:pt x="81" y="1204"/>
                  </a:lnTo>
                  <a:lnTo>
                    <a:pt x="41" y="1384"/>
                  </a:lnTo>
                  <a:lnTo>
                    <a:pt x="1" y="1565"/>
                  </a:lnTo>
                  <a:lnTo>
                    <a:pt x="1" y="1745"/>
                  </a:lnTo>
                  <a:lnTo>
                    <a:pt x="1" y="1926"/>
                  </a:lnTo>
                  <a:lnTo>
                    <a:pt x="21" y="2106"/>
                  </a:lnTo>
                  <a:lnTo>
                    <a:pt x="61" y="2287"/>
                  </a:lnTo>
                  <a:lnTo>
                    <a:pt x="121" y="2487"/>
                  </a:lnTo>
                  <a:lnTo>
                    <a:pt x="222" y="2748"/>
                  </a:lnTo>
                  <a:lnTo>
                    <a:pt x="382" y="2989"/>
                  </a:lnTo>
                  <a:lnTo>
                    <a:pt x="542" y="3209"/>
                  </a:lnTo>
                  <a:lnTo>
                    <a:pt x="743" y="3390"/>
                  </a:lnTo>
                  <a:lnTo>
                    <a:pt x="964" y="3550"/>
                  </a:lnTo>
                  <a:lnTo>
                    <a:pt x="1204" y="3691"/>
                  </a:lnTo>
                  <a:lnTo>
                    <a:pt x="1485" y="3771"/>
                  </a:lnTo>
                  <a:lnTo>
                    <a:pt x="1766" y="3831"/>
                  </a:lnTo>
                  <a:lnTo>
                    <a:pt x="2107" y="3831"/>
                  </a:lnTo>
                  <a:lnTo>
                    <a:pt x="1886" y="3370"/>
                  </a:lnTo>
                  <a:lnTo>
                    <a:pt x="1706" y="2908"/>
                  </a:lnTo>
                  <a:lnTo>
                    <a:pt x="1545" y="2447"/>
                  </a:lnTo>
                  <a:lnTo>
                    <a:pt x="1425" y="1966"/>
                  </a:lnTo>
                  <a:lnTo>
                    <a:pt x="1304" y="1485"/>
                  </a:lnTo>
                  <a:lnTo>
                    <a:pt x="1204" y="1003"/>
                  </a:lnTo>
                  <a:lnTo>
                    <a:pt x="1144" y="502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26"/>
            <p:cNvSpPr/>
            <p:nvPr/>
          </p:nvSpPr>
          <p:spPr>
            <a:xfrm>
              <a:off x="11127975" y="3742900"/>
              <a:ext cx="52675" cy="95775"/>
            </a:xfrm>
            <a:custGeom>
              <a:avLst/>
              <a:gdLst/>
              <a:ahLst/>
              <a:cxnLst/>
              <a:rect l="l" t="t" r="r" b="b"/>
              <a:pathLst>
                <a:path w="2107" h="3831" fill="none" extrusionOk="0">
                  <a:moveTo>
                    <a:pt x="1064" y="1"/>
                  </a:moveTo>
                  <a:lnTo>
                    <a:pt x="1064" y="1"/>
                  </a:lnTo>
                  <a:lnTo>
                    <a:pt x="923" y="101"/>
                  </a:lnTo>
                  <a:lnTo>
                    <a:pt x="763" y="201"/>
                  </a:lnTo>
                  <a:lnTo>
                    <a:pt x="643" y="321"/>
                  </a:lnTo>
                  <a:lnTo>
                    <a:pt x="522" y="442"/>
                  </a:lnTo>
                  <a:lnTo>
                    <a:pt x="402" y="582"/>
                  </a:lnTo>
                  <a:lnTo>
                    <a:pt x="302" y="723"/>
                  </a:lnTo>
                  <a:lnTo>
                    <a:pt x="222" y="883"/>
                  </a:lnTo>
                  <a:lnTo>
                    <a:pt x="141" y="1043"/>
                  </a:lnTo>
                  <a:lnTo>
                    <a:pt x="81" y="1204"/>
                  </a:lnTo>
                  <a:lnTo>
                    <a:pt x="41" y="1384"/>
                  </a:lnTo>
                  <a:lnTo>
                    <a:pt x="1" y="1565"/>
                  </a:lnTo>
                  <a:lnTo>
                    <a:pt x="1" y="1745"/>
                  </a:lnTo>
                  <a:lnTo>
                    <a:pt x="1" y="1926"/>
                  </a:lnTo>
                  <a:lnTo>
                    <a:pt x="21" y="2106"/>
                  </a:lnTo>
                  <a:lnTo>
                    <a:pt x="61" y="2287"/>
                  </a:lnTo>
                  <a:lnTo>
                    <a:pt x="121" y="2487"/>
                  </a:lnTo>
                  <a:lnTo>
                    <a:pt x="121" y="2487"/>
                  </a:lnTo>
                  <a:lnTo>
                    <a:pt x="222" y="2748"/>
                  </a:lnTo>
                  <a:lnTo>
                    <a:pt x="382" y="2989"/>
                  </a:lnTo>
                  <a:lnTo>
                    <a:pt x="542" y="3209"/>
                  </a:lnTo>
                  <a:lnTo>
                    <a:pt x="743" y="3390"/>
                  </a:lnTo>
                  <a:lnTo>
                    <a:pt x="964" y="3550"/>
                  </a:lnTo>
                  <a:lnTo>
                    <a:pt x="1204" y="3691"/>
                  </a:lnTo>
                  <a:lnTo>
                    <a:pt x="1485" y="3771"/>
                  </a:lnTo>
                  <a:lnTo>
                    <a:pt x="1766" y="3831"/>
                  </a:lnTo>
                  <a:lnTo>
                    <a:pt x="1766" y="3831"/>
                  </a:lnTo>
                  <a:lnTo>
                    <a:pt x="1986" y="3831"/>
                  </a:lnTo>
                  <a:lnTo>
                    <a:pt x="1986" y="3831"/>
                  </a:lnTo>
                  <a:lnTo>
                    <a:pt x="2107" y="3831"/>
                  </a:lnTo>
                  <a:lnTo>
                    <a:pt x="2107" y="3831"/>
                  </a:lnTo>
                  <a:lnTo>
                    <a:pt x="1886" y="3370"/>
                  </a:lnTo>
                  <a:lnTo>
                    <a:pt x="1706" y="2908"/>
                  </a:lnTo>
                  <a:lnTo>
                    <a:pt x="1545" y="2447"/>
                  </a:lnTo>
                  <a:lnTo>
                    <a:pt x="1425" y="1966"/>
                  </a:lnTo>
                  <a:lnTo>
                    <a:pt x="1304" y="1485"/>
                  </a:lnTo>
                  <a:lnTo>
                    <a:pt x="1204" y="1003"/>
                  </a:lnTo>
                  <a:lnTo>
                    <a:pt x="1144" y="502"/>
                  </a:lnTo>
                  <a:lnTo>
                    <a:pt x="10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26"/>
            <p:cNvSpPr/>
            <p:nvPr/>
          </p:nvSpPr>
          <p:spPr>
            <a:xfrm>
              <a:off x="11629850" y="3736875"/>
              <a:ext cx="101800" cy="101800"/>
            </a:xfrm>
            <a:custGeom>
              <a:avLst/>
              <a:gdLst/>
              <a:ahLst/>
              <a:cxnLst/>
              <a:rect l="l" t="t" r="r" b="b"/>
              <a:pathLst>
                <a:path w="4072" h="4072" extrusionOk="0">
                  <a:moveTo>
                    <a:pt x="2066" y="1"/>
                  </a:moveTo>
                  <a:lnTo>
                    <a:pt x="1886" y="21"/>
                  </a:lnTo>
                  <a:lnTo>
                    <a:pt x="1645" y="41"/>
                  </a:lnTo>
                  <a:lnTo>
                    <a:pt x="1404" y="121"/>
                  </a:lnTo>
                  <a:lnTo>
                    <a:pt x="1184" y="201"/>
                  </a:lnTo>
                  <a:lnTo>
                    <a:pt x="983" y="302"/>
                  </a:lnTo>
                  <a:lnTo>
                    <a:pt x="803" y="442"/>
                  </a:lnTo>
                  <a:lnTo>
                    <a:pt x="622" y="582"/>
                  </a:lnTo>
                  <a:lnTo>
                    <a:pt x="482" y="763"/>
                  </a:lnTo>
                  <a:lnTo>
                    <a:pt x="341" y="943"/>
                  </a:lnTo>
                  <a:lnTo>
                    <a:pt x="221" y="1124"/>
                  </a:lnTo>
                  <a:lnTo>
                    <a:pt x="141" y="1345"/>
                  </a:lnTo>
                  <a:lnTo>
                    <a:pt x="61" y="1545"/>
                  </a:lnTo>
                  <a:lnTo>
                    <a:pt x="21" y="1786"/>
                  </a:lnTo>
                  <a:lnTo>
                    <a:pt x="0" y="2006"/>
                  </a:lnTo>
                  <a:lnTo>
                    <a:pt x="21" y="2247"/>
                  </a:lnTo>
                  <a:lnTo>
                    <a:pt x="61" y="2488"/>
                  </a:lnTo>
                  <a:lnTo>
                    <a:pt x="141" y="2728"/>
                  </a:lnTo>
                  <a:lnTo>
                    <a:pt x="241" y="2989"/>
                  </a:lnTo>
                  <a:lnTo>
                    <a:pt x="381" y="3230"/>
                  </a:lnTo>
                  <a:lnTo>
                    <a:pt x="562" y="3450"/>
                  </a:lnTo>
                  <a:lnTo>
                    <a:pt x="763" y="3631"/>
                  </a:lnTo>
                  <a:lnTo>
                    <a:pt x="983" y="3791"/>
                  </a:lnTo>
                  <a:lnTo>
                    <a:pt x="1224" y="3932"/>
                  </a:lnTo>
                  <a:lnTo>
                    <a:pt x="1484" y="4012"/>
                  </a:lnTo>
                  <a:lnTo>
                    <a:pt x="1765" y="4072"/>
                  </a:lnTo>
                  <a:lnTo>
                    <a:pt x="2206" y="4072"/>
                  </a:lnTo>
                  <a:lnTo>
                    <a:pt x="2427" y="4032"/>
                  </a:lnTo>
                  <a:lnTo>
                    <a:pt x="2608" y="3992"/>
                  </a:lnTo>
                  <a:lnTo>
                    <a:pt x="2788" y="3932"/>
                  </a:lnTo>
                  <a:lnTo>
                    <a:pt x="2969" y="3851"/>
                  </a:lnTo>
                  <a:lnTo>
                    <a:pt x="3129" y="3751"/>
                  </a:lnTo>
                  <a:lnTo>
                    <a:pt x="3289" y="3651"/>
                  </a:lnTo>
                  <a:lnTo>
                    <a:pt x="3430" y="3531"/>
                  </a:lnTo>
                  <a:lnTo>
                    <a:pt x="3550" y="3390"/>
                  </a:lnTo>
                  <a:lnTo>
                    <a:pt x="3670" y="3250"/>
                  </a:lnTo>
                  <a:lnTo>
                    <a:pt x="3771" y="3109"/>
                  </a:lnTo>
                  <a:lnTo>
                    <a:pt x="3851" y="2969"/>
                  </a:lnTo>
                  <a:lnTo>
                    <a:pt x="3931" y="2809"/>
                  </a:lnTo>
                  <a:lnTo>
                    <a:pt x="3991" y="2648"/>
                  </a:lnTo>
                  <a:lnTo>
                    <a:pt x="4031" y="2488"/>
                  </a:lnTo>
                  <a:lnTo>
                    <a:pt x="4051" y="2307"/>
                  </a:lnTo>
                  <a:lnTo>
                    <a:pt x="4072" y="2087"/>
                  </a:lnTo>
                  <a:lnTo>
                    <a:pt x="4051" y="1866"/>
                  </a:lnTo>
                  <a:lnTo>
                    <a:pt x="4031" y="1665"/>
                  </a:lnTo>
                  <a:lnTo>
                    <a:pt x="3971" y="1445"/>
                  </a:lnTo>
                  <a:lnTo>
                    <a:pt x="3891" y="1244"/>
                  </a:lnTo>
                  <a:lnTo>
                    <a:pt x="3791" y="1064"/>
                  </a:lnTo>
                  <a:lnTo>
                    <a:pt x="3690" y="883"/>
                  </a:lnTo>
                  <a:lnTo>
                    <a:pt x="3550" y="703"/>
                  </a:lnTo>
                  <a:lnTo>
                    <a:pt x="3410" y="562"/>
                  </a:lnTo>
                  <a:lnTo>
                    <a:pt x="3249" y="422"/>
                  </a:lnTo>
                  <a:lnTo>
                    <a:pt x="3089" y="302"/>
                  </a:lnTo>
                  <a:lnTo>
                    <a:pt x="2908" y="201"/>
                  </a:lnTo>
                  <a:lnTo>
                    <a:pt x="2708" y="121"/>
                  </a:lnTo>
                  <a:lnTo>
                    <a:pt x="2507" y="61"/>
                  </a:lnTo>
                  <a:lnTo>
                    <a:pt x="2287" y="21"/>
                  </a:lnTo>
                  <a:lnTo>
                    <a:pt x="20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26"/>
            <p:cNvSpPr/>
            <p:nvPr/>
          </p:nvSpPr>
          <p:spPr>
            <a:xfrm>
              <a:off x="11629850" y="3736875"/>
              <a:ext cx="101800" cy="101800"/>
            </a:xfrm>
            <a:custGeom>
              <a:avLst/>
              <a:gdLst/>
              <a:ahLst/>
              <a:cxnLst/>
              <a:rect l="l" t="t" r="r" b="b"/>
              <a:pathLst>
                <a:path w="4072" h="4072" fill="none" extrusionOk="0">
                  <a:moveTo>
                    <a:pt x="2066" y="1"/>
                  </a:moveTo>
                  <a:lnTo>
                    <a:pt x="2066" y="1"/>
                  </a:lnTo>
                  <a:lnTo>
                    <a:pt x="1886" y="21"/>
                  </a:lnTo>
                  <a:lnTo>
                    <a:pt x="1886" y="21"/>
                  </a:lnTo>
                  <a:lnTo>
                    <a:pt x="1645" y="41"/>
                  </a:lnTo>
                  <a:lnTo>
                    <a:pt x="1404" y="121"/>
                  </a:lnTo>
                  <a:lnTo>
                    <a:pt x="1184" y="201"/>
                  </a:lnTo>
                  <a:lnTo>
                    <a:pt x="983" y="302"/>
                  </a:lnTo>
                  <a:lnTo>
                    <a:pt x="803" y="442"/>
                  </a:lnTo>
                  <a:lnTo>
                    <a:pt x="622" y="582"/>
                  </a:lnTo>
                  <a:lnTo>
                    <a:pt x="482" y="763"/>
                  </a:lnTo>
                  <a:lnTo>
                    <a:pt x="341" y="943"/>
                  </a:lnTo>
                  <a:lnTo>
                    <a:pt x="221" y="1124"/>
                  </a:lnTo>
                  <a:lnTo>
                    <a:pt x="141" y="1345"/>
                  </a:lnTo>
                  <a:lnTo>
                    <a:pt x="61" y="1545"/>
                  </a:lnTo>
                  <a:lnTo>
                    <a:pt x="21" y="1786"/>
                  </a:lnTo>
                  <a:lnTo>
                    <a:pt x="0" y="2006"/>
                  </a:lnTo>
                  <a:lnTo>
                    <a:pt x="21" y="2247"/>
                  </a:lnTo>
                  <a:lnTo>
                    <a:pt x="61" y="2488"/>
                  </a:lnTo>
                  <a:lnTo>
                    <a:pt x="141" y="2728"/>
                  </a:lnTo>
                  <a:lnTo>
                    <a:pt x="141" y="2728"/>
                  </a:lnTo>
                  <a:lnTo>
                    <a:pt x="241" y="2989"/>
                  </a:lnTo>
                  <a:lnTo>
                    <a:pt x="381" y="3230"/>
                  </a:lnTo>
                  <a:lnTo>
                    <a:pt x="562" y="3450"/>
                  </a:lnTo>
                  <a:lnTo>
                    <a:pt x="763" y="3631"/>
                  </a:lnTo>
                  <a:lnTo>
                    <a:pt x="983" y="3791"/>
                  </a:lnTo>
                  <a:lnTo>
                    <a:pt x="1224" y="3932"/>
                  </a:lnTo>
                  <a:lnTo>
                    <a:pt x="1484" y="4012"/>
                  </a:lnTo>
                  <a:lnTo>
                    <a:pt x="1765" y="4072"/>
                  </a:lnTo>
                  <a:lnTo>
                    <a:pt x="1765" y="4072"/>
                  </a:lnTo>
                  <a:lnTo>
                    <a:pt x="2006" y="4072"/>
                  </a:lnTo>
                  <a:lnTo>
                    <a:pt x="2006" y="4072"/>
                  </a:lnTo>
                  <a:lnTo>
                    <a:pt x="2206" y="4072"/>
                  </a:lnTo>
                  <a:lnTo>
                    <a:pt x="2427" y="4032"/>
                  </a:lnTo>
                  <a:lnTo>
                    <a:pt x="2608" y="3992"/>
                  </a:lnTo>
                  <a:lnTo>
                    <a:pt x="2788" y="3932"/>
                  </a:lnTo>
                  <a:lnTo>
                    <a:pt x="2969" y="3851"/>
                  </a:lnTo>
                  <a:lnTo>
                    <a:pt x="3129" y="3751"/>
                  </a:lnTo>
                  <a:lnTo>
                    <a:pt x="3289" y="3651"/>
                  </a:lnTo>
                  <a:lnTo>
                    <a:pt x="3430" y="3531"/>
                  </a:lnTo>
                  <a:lnTo>
                    <a:pt x="3550" y="3390"/>
                  </a:lnTo>
                  <a:lnTo>
                    <a:pt x="3670" y="3250"/>
                  </a:lnTo>
                  <a:lnTo>
                    <a:pt x="3771" y="3109"/>
                  </a:lnTo>
                  <a:lnTo>
                    <a:pt x="3851" y="2969"/>
                  </a:lnTo>
                  <a:lnTo>
                    <a:pt x="3931" y="2809"/>
                  </a:lnTo>
                  <a:lnTo>
                    <a:pt x="3991" y="2648"/>
                  </a:lnTo>
                  <a:lnTo>
                    <a:pt x="4031" y="2488"/>
                  </a:lnTo>
                  <a:lnTo>
                    <a:pt x="4051" y="2307"/>
                  </a:lnTo>
                  <a:lnTo>
                    <a:pt x="4051" y="2307"/>
                  </a:lnTo>
                  <a:lnTo>
                    <a:pt x="4072" y="2087"/>
                  </a:lnTo>
                  <a:lnTo>
                    <a:pt x="4051" y="1866"/>
                  </a:lnTo>
                  <a:lnTo>
                    <a:pt x="4031" y="1665"/>
                  </a:lnTo>
                  <a:lnTo>
                    <a:pt x="3971" y="1445"/>
                  </a:lnTo>
                  <a:lnTo>
                    <a:pt x="3891" y="1244"/>
                  </a:lnTo>
                  <a:lnTo>
                    <a:pt x="3791" y="1064"/>
                  </a:lnTo>
                  <a:lnTo>
                    <a:pt x="3690" y="883"/>
                  </a:lnTo>
                  <a:lnTo>
                    <a:pt x="3550" y="703"/>
                  </a:lnTo>
                  <a:lnTo>
                    <a:pt x="3410" y="562"/>
                  </a:lnTo>
                  <a:lnTo>
                    <a:pt x="3249" y="422"/>
                  </a:lnTo>
                  <a:lnTo>
                    <a:pt x="3089" y="302"/>
                  </a:lnTo>
                  <a:lnTo>
                    <a:pt x="2908" y="201"/>
                  </a:lnTo>
                  <a:lnTo>
                    <a:pt x="2708" y="121"/>
                  </a:lnTo>
                  <a:lnTo>
                    <a:pt x="2507" y="61"/>
                  </a:lnTo>
                  <a:lnTo>
                    <a:pt x="2287" y="21"/>
                  </a:lnTo>
                  <a:lnTo>
                    <a:pt x="206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26"/>
            <p:cNvSpPr/>
            <p:nvPr/>
          </p:nvSpPr>
          <p:spPr>
            <a:xfrm>
              <a:off x="11203200" y="3587475"/>
              <a:ext cx="83250" cy="49150"/>
            </a:xfrm>
            <a:custGeom>
              <a:avLst/>
              <a:gdLst/>
              <a:ahLst/>
              <a:cxnLst/>
              <a:rect l="l" t="t" r="r" b="b"/>
              <a:pathLst>
                <a:path w="3330" h="1966" extrusionOk="0">
                  <a:moveTo>
                    <a:pt x="2266" y="1"/>
                  </a:moveTo>
                  <a:lnTo>
                    <a:pt x="2006" y="41"/>
                  </a:lnTo>
                  <a:lnTo>
                    <a:pt x="1745" y="101"/>
                  </a:lnTo>
                  <a:lnTo>
                    <a:pt x="1484" y="181"/>
                  </a:lnTo>
                  <a:lnTo>
                    <a:pt x="1223" y="281"/>
                  </a:lnTo>
                  <a:lnTo>
                    <a:pt x="983" y="422"/>
                  </a:lnTo>
                  <a:lnTo>
                    <a:pt x="742" y="562"/>
                  </a:lnTo>
                  <a:lnTo>
                    <a:pt x="542" y="723"/>
                  </a:lnTo>
                  <a:lnTo>
                    <a:pt x="361" y="903"/>
                  </a:lnTo>
                  <a:lnTo>
                    <a:pt x="201" y="1104"/>
                  </a:lnTo>
                  <a:lnTo>
                    <a:pt x="80" y="1304"/>
                  </a:lnTo>
                  <a:lnTo>
                    <a:pt x="20" y="1525"/>
                  </a:lnTo>
                  <a:lnTo>
                    <a:pt x="0" y="1645"/>
                  </a:lnTo>
                  <a:lnTo>
                    <a:pt x="0" y="1765"/>
                  </a:lnTo>
                  <a:lnTo>
                    <a:pt x="20" y="1846"/>
                  </a:lnTo>
                  <a:lnTo>
                    <a:pt x="80" y="1926"/>
                  </a:lnTo>
                  <a:lnTo>
                    <a:pt x="161" y="1966"/>
                  </a:lnTo>
                  <a:lnTo>
                    <a:pt x="201" y="1966"/>
                  </a:lnTo>
                  <a:lnTo>
                    <a:pt x="261" y="1946"/>
                  </a:lnTo>
                  <a:lnTo>
                    <a:pt x="441" y="1886"/>
                  </a:lnTo>
                  <a:lnTo>
                    <a:pt x="602" y="1806"/>
                  </a:lnTo>
                  <a:lnTo>
                    <a:pt x="943" y="1585"/>
                  </a:lnTo>
                  <a:lnTo>
                    <a:pt x="1284" y="1364"/>
                  </a:lnTo>
                  <a:lnTo>
                    <a:pt x="1464" y="1284"/>
                  </a:lnTo>
                  <a:lnTo>
                    <a:pt x="1645" y="1184"/>
                  </a:lnTo>
                  <a:lnTo>
                    <a:pt x="1825" y="1124"/>
                  </a:lnTo>
                  <a:lnTo>
                    <a:pt x="2026" y="1084"/>
                  </a:lnTo>
                  <a:lnTo>
                    <a:pt x="2407" y="1003"/>
                  </a:lnTo>
                  <a:lnTo>
                    <a:pt x="2788" y="923"/>
                  </a:lnTo>
                  <a:lnTo>
                    <a:pt x="2988" y="863"/>
                  </a:lnTo>
                  <a:lnTo>
                    <a:pt x="3169" y="783"/>
                  </a:lnTo>
                  <a:lnTo>
                    <a:pt x="3249" y="743"/>
                  </a:lnTo>
                  <a:lnTo>
                    <a:pt x="3309" y="662"/>
                  </a:lnTo>
                  <a:lnTo>
                    <a:pt x="3329" y="582"/>
                  </a:lnTo>
                  <a:lnTo>
                    <a:pt x="3329" y="502"/>
                  </a:lnTo>
                  <a:lnTo>
                    <a:pt x="3329" y="402"/>
                  </a:lnTo>
                  <a:lnTo>
                    <a:pt x="3289" y="322"/>
                  </a:lnTo>
                  <a:lnTo>
                    <a:pt x="3229" y="261"/>
                  </a:lnTo>
                  <a:lnTo>
                    <a:pt x="3169" y="201"/>
                  </a:lnTo>
                  <a:lnTo>
                    <a:pt x="2968" y="101"/>
                  </a:lnTo>
                  <a:lnTo>
                    <a:pt x="2748" y="41"/>
                  </a:lnTo>
                  <a:lnTo>
                    <a:pt x="252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26"/>
            <p:cNvSpPr/>
            <p:nvPr/>
          </p:nvSpPr>
          <p:spPr>
            <a:xfrm>
              <a:off x="11551125" y="3687250"/>
              <a:ext cx="74750" cy="75225"/>
            </a:xfrm>
            <a:custGeom>
              <a:avLst/>
              <a:gdLst/>
              <a:ahLst/>
              <a:cxnLst/>
              <a:rect l="l" t="t" r="r" b="b"/>
              <a:pathLst>
                <a:path w="2990" h="3009" extrusionOk="0">
                  <a:moveTo>
                    <a:pt x="1425" y="1"/>
                  </a:moveTo>
                  <a:lnTo>
                    <a:pt x="1264" y="21"/>
                  </a:lnTo>
                  <a:lnTo>
                    <a:pt x="1104" y="61"/>
                  </a:lnTo>
                  <a:lnTo>
                    <a:pt x="943" y="101"/>
                  </a:lnTo>
                  <a:lnTo>
                    <a:pt x="803" y="181"/>
                  </a:lnTo>
                  <a:lnTo>
                    <a:pt x="663" y="261"/>
                  </a:lnTo>
                  <a:lnTo>
                    <a:pt x="522" y="361"/>
                  </a:lnTo>
                  <a:lnTo>
                    <a:pt x="422" y="482"/>
                  </a:lnTo>
                  <a:lnTo>
                    <a:pt x="302" y="602"/>
                  </a:lnTo>
                  <a:lnTo>
                    <a:pt x="221" y="743"/>
                  </a:lnTo>
                  <a:lnTo>
                    <a:pt x="141" y="883"/>
                  </a:lnTo>
                  <a:lnTo>
                    <a:pt x="81" y="1043"/>
                  </a:lnTo>
                  <a:lnTo>
                    <a:pt x="41" y="1204"/>
                  </a:lnTo>
                  <a:lnTo>
                    <a:pt x="1" y="1364"/>
                  </a:lnTo>
                  <a:lnTo>
                    <a:pt x="1" y="1525"/>
                  </a:lnTo>
                  <a:lnTo>
                    <a:pt x="1" y="1705"/>
                  </a:lnTo>
                  <a:lnTo>
                    <a:pt x="21" y="1846"/>
                  </a:lnTo>
                  <a:lnTo>
                    <a:pt x="61" y="1966"/>
                  </a:lnTo>
                  <a:lnTo>
                    <a:pt x="101" y="2086"/>
                  </a:lnTo>
                  <a:lnTo>
                    <a:pt x="161" y="2207"/>
                  </a:lnTo>
                  <a:lnTo>
                    <a:pt x="242" y="2327"/>
                  </a:lnTo>
                  <a:lnTo>
                    <a:pt x="322" y="2447"/>
                  </a:lnTo>
                  <a:lnTo>
                    <a:pt x="422" y="2547"/>
                  </a:lnTo>
                  <a:lnTo>
                    <a:pt x="522" y="2648"/>
                  </a:lnTo>
                  <a:lnTo>
                    <a:pt x="643" y="2728"/>
                  </a:lnTo>
                  <a:lnTo>
                    <a:pt x="763" y="2808"/>
                  </a:lnTo>
                  <a:lnTo>
                    <a:pt x="903" y="2888"/>
                  </a:lnTo>
                  <a:lnTo>
                    <a:pt x="1044" y="2928"/>
                  </a:lnTo>
                  <a:lnTo>
                    <a:pt x="1184" y="2969"/>
                  </a:lnTo>
                  <a:lnTo>
                    <a:pt x="1345" y="3009"/>
                  </a:lnTo>
                  <a:lnTo>
                    <a:pt x="1685" y="3009"/>
                  </a:lnTo>
                  <a:lnTo>
                    <a:pt x="1906" y="2969"/>
                  </a:lnTo>
                  <a:lnTo>
                    <a:pt x="2087" y="2908"/>
                  </a:lnTo>
                  <a:lnTo>
                    <a:pt x="2267" y="2808"/>
                  </a:lnTo>
                  <a:lnTo>
                    <a:pt x="2448" y="2688"/>
                  </a:lnTo>
                  <a:lnTo>
                    <a:pt x="2588" y="2547"/>
                  </a:lnTo>
                  <a:lnTo>
                    <a:pt x="2708" y="2387"/>
                  </a:lnTo>
                  <a:lnTo>
                    <a:pt x="2829" y="2207"/>
                  </a:lnTo>
                  <a:lnTo>
                    <a:pt x="2909" y="2006"/>
                  </a:lnTo>
                  <a:lnTo>
                    <a:pt x="2969" y="1825"/>
                  </a:lnTo>
                  <a:lnTo>
                    <a:pt x="2989" y="1665"/>
                  </a:lnTo>
                  <a:lnTo>
                    <a:pt x="2989" y="1485"/>
                  </a:lnTo>
                  <a:lnTo>
                    <a:pt x="2989" y="1304"/>
                  </a:lnTo>
                  <a:lnTo>
                    <a:pt x="2949" y="1144"/>
                  </a:lnTo>
                  <a:lnTo>
                    <a:pt x="2909" y="983"/>
                  </a:lnTo>
                  <a:lnTo>
                    <a:pt x="2829" y="823"/>
                  </a:lnTo>
                  <a:lnTo>
                    <a:pt x="2748" y="682"/>
                  </a:lnTo>
                  <a:lnTo>
                    <a:pt x="2648" y="562"/>
                  </a:lnTo>
                  <a:lnTo>
                    <a:pt x="2548" y="422"/>
                  </a:lnTo>
                  <a:lnTo>
                    <a:pt x="2407" y="321"/>
                  </a:lnTo>
                  <a:lnTo>
                    <a:pt x="2267" y="221"/>
                  </a:lnTo>
                  <a:lnTo>
                    <a:pt x="2127" y="141"/>
                  </a:lnTo>
                  <a:lnTo>
                    <a:pt x="1966" y="81"/>
                  </a:lnTo>
                  <a:lnTo>
                    <a:pt x="1786" y="41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26"/>
            <p:cNvSpPr/>
            <p:nvPr/>
          </p:nvSpPr>
          <p:spPr>
            <a:xfrm>
              <a:off x="11566175" y="3587475"/>
              <a:ext cx="83750" cy="49150"/>
            </a:xfrm>
            <a:custGeom>
              <a:avLst/>
              <a:gdLst/>
              <a:ahLst/>
              <a:cxnLst/>
              <a:rect l="l" t="t" r="r" b="b"/>
              <a:pathLst>
                <a:path w="3350" h="1966" extrusionOk="0">
                  <a:moveTo>
                    <a:pt x="823" y="1"/>
                  </a:moveTo>
                  <a:lnTo>
                    <a:pt x="582" y="41"/>
                  </a:lnTo>
                  <a:lnTo>
                    <a:pt x="362" y="101"/>
                  </a:lnTo>
                  <a:lnTo>
                    <a:pt x="161" y="201"/>
                  </a:lnTo>
                  <a:lnTo>
                    <a:pt x="101" y="261"/>
                  </a:lnTo>
                  <a:lnTo>
                    <a:pt x="41" y="322"/>
                  </a:lnTo>
                  <a:lnTo>
                    <a:pt x="21" y="402"/>
                  </a:lnTo>
                  <a:lnTo>
                    <a:pt x="1" y="502"/>
                  </a:lnTo>
                  <a:lnTo>
                    <a:pt x="1" y="582"/>
                  </a:lnTo>
                  <a:lnTo>
                    <a:pt x="41" y="662"/>
                  </a:lnTo>
                  <a:lnTo>
                    <a:pt x="81" y="743"/>
                  </a:lnTo>
                  <a:lnTo>
                    <a:pt x="161" y="783"/>
                  </a:lnTo>
                  <a:lnTo>
                    <a:pt x="362" y="863"/>
                  </a:lnTo>
                  <a:lnTo>
                    <a:pt x="542" y="923"/>
                  </a:lnTo>
                  <a:lnTo>
                    <a:pt x="923" y="1003"/>
                  </a:lnTo>
                  <a:lnTo>
                    <a:pt x="1324" y="1084"/>
                  </a:lnTo>
                  <a:lnTo>
                    <a:pt x="1505" y="1124"/>
                  </a:lnTo>
                  <a:lnTo>
                    <a:pt x="1705" y="1184"/>
                  </a:lnTo>
                  <a:lnTo>
                    <a:pt x="1886" y="1284"/>
                  </a:lnTo>
                  <a:lnTo>
                    <a:pt x="2046" y="1364"/>
                  </a:lnTo>
                  <a:lnTo>
                    <a:pt x="2387" y="1585"/>
                  </a:lnTo>
                  <a:lnTo>
                    <a:pt x="2728" y="1806"/>
                  </a:lnTo>
                  <a:lnTo>
                    <a:pt x="2908" y="1886"/>
                  </a:lnTo>
                  <a:lnTo>
                    <a:pt x="3089" y="1946"/>
                  </a:lnTo>
                  <a:lnTo>
                    <a:pt x="3129" y="1966"/>
                  </a:lnTo>
                  <a:lnTo>
                    <a:pt x="3189" y="1966"/>
                  </a:lnTo>
                  <a:lnTo>
                    <a:pt x="3269" y="1926"/>
                  </a:lnTo>
                  <a:lnTo>
                    <a:pt x="3330" y="1846"/>
                  </a:lnTo>
                  <a:lnTo>
                    <a:pt x="3350" y="1765"/>
                  </a:lnTo>
                  <a:lnTo>
                    <a:pt x="3350" y="1645"/>
                  </a:lnTo>
                  <a:lnTo>
                    <a:pt x="3330" y="1525"/>
                  </a:lnTo>
                  <a:lnTo>
                    <a:pt x="3249" y="1304"/>
                  </a:lnTo>
                  <a:lnTo>
                    <a:pt x="3129" y="1104"/>
                  </a:lnTo>
                  <a:lnTo>
                    <a:pt x="2989" y="903"/>
                  </a:lnTo>
                  <a:lnTo>
                    <a:pt x="2808" y="723"/>
                  </a:lnTo>
                  <a:lnTo>
                    <a:pt x="2588" y="562"/>
                  </a:lnTo>
                  <a:lnTo>
                    <a:pt x="2367" y="422"/>
                  </a:lnTo>
                  <a:lnTo>
                    <a:pt x="2126" y="281"/>
                  </a:lnTo>
                  <a:lnTo>
                    <a:pt x="1866" y="181"/>
                  </a:lnTo>
                  <a:lnTo>
                    <a:pt x="1605" y="101"/>
                  </a:lnTo>
                  <a:lnTo>
                    <a:pt x="1324" y="4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37" name="Google Shape;6037;p26"/>
          <p:cNvGrpSpPr/>
          <p:nvPr/>
        </p:nvGrpSpPr>
        <p:grpSpPr>
          <a:xfrm>
            <a:off x="7221950" y="3079325"/>
            <a:ext cx="1765300" cy="1903938"/>
            <a:chOff x="9755600" y="2300713"/>
            <a:chExt cx="1765300" cy="1903938"/>
          </a:xfrm>
        </p:grpSpPr>
        <p:sp>
          <p:nvSpPr>
            <p:cNvPr id="6038" name="Google Shape;6038;p26"/>
            <p:cNvSpPr/>
            <p:nvPr/>
          </p:nvSpPr>
          <p:spPr>
            <a:xfrm>
              <a:off x="10095063" y="4128450"/>
              <a:ext cx="1092900" cy="762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26"/>
            <p:cNvSpPr/>
            <p:nvPr/>
          </p:nvSpPr>
          <p:spPr>
            <a:xfrm>
              <a:off x="10628450" y="2356363"/>
              <a:ext cx="26600" cy="257225"/>
            </a:xfrm>
            <a:custGeom>
              <a:avLst/>
              <a:gdLst/>
              <a:ahLst/>
              <a:cxnLst/>
              <a:rect l="l" t="t" r="r" b="b"/>
              <a:pathLst>
                <a:path w="1064" h="10289" extrusionOk="0">
                  <a:moveTo>
                    <a:pt x="322" y="0"/>
                  </a:moveTo>
                  <a:lnTo>
                    <a:pt x="1" y="10288"/>
                  </a:lnTo>
                  <a:lnTo>
                    <a:pt x="1064" y="10288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26"/>
            <p:cNvSpPr/>
            <p:nvPr/>
          </p:nvSpPr>
          <p:spPr>
            <a:xfrm>
              <a:off x="9851350" y="3122938"/>
              <a:ext cx="299325" cy="309375"/>
            </a:xfrm>
            <a:custGeom>
              <a:avLst/>
              <a:gdLst/>
              <a:ahLst/>
              <a:cxnLst/>
              <a:rect l="l" t="t" r="r" b="b"/>
              <a:pathLst>
                <a:path w="11973" h="12375" extrusionOk="0">
                  <a:moveTo>
                    <a:pt x="1144" y="0"/>
                  </a:moveTo>
                  <a:lnTo>
                    <a:pt x="923" y="21"/>
                  </a:lnTo>
                  <a:lnTo>
                    <a:pt x="722" y="81"/>
                  </a:lnTo>
                  <a:lnTo>
                    <a:pt x="522" y="161"/>
                  </a:lnTo>
                  <a:lnTo>
                    <a:pt x="422" y="221"/>
                  </a:lnTo>
                  <a:lnTo>
                    <a:pt x="341" y="301"/>
                  </a:lnTo>
                  <a:lnTo>
                    <a:pt x="261" y="382"/>
                  </a:lnTo>
                  <a:lnTo>
                    <a:pt x="201" y="482"/>
                  </a:lnTo>
                  <a:lnTo>
                    <a:pt x="141" y="582"/>
                  </a:lnTo>
                  <a:lnTo>
                    <a:pt x="101" y="702"/>
                  </a:lnTo>
                  <a:lnTo>
                    <a:pt x="81" y="823"/>
                  </a:lnTo>
                  <a:lnTo>
                    <a:pt x="61" y="963"/>
                  </a:lnTo>
                  <a:lnTo>
                    <a:pt x="21" y="2086"/>
                  </a:lnTo>
                  <a:lnTo>
                    <a:pt x="0" y="3309"/>
                  </a:lnTo>
                  <a:lnTo>
                    <a:pt x="0" y="3951"/>
                  </a:lnTo>
                  <a:lnTo>
                    <a:pt x="21" y="4613"/>
                  </a:lnTo>
                  <a:lnTo>
                    <a:pt x="61" y="5255"/>
                  </a:lnTo>
                  <a:lnTo>
                    <a:pt x="121" y="5917"/>
                  </a:lnTo>
                  <a:lnTo>
                    <a:pt x="201" y="6558"/>
                  </a:lnTo>
                  <a:lnTo>
                    <a:pt x="301" y="7200"/>
                  </a:lnTo>
                  <a:lnTo>
                    <a:pt x="462" y="7822"/>
                  </a:lnTo>
                  <a:lnTo>
                    <a:pt x="642" y="8403"/>
                  </a:lnTo>
                  <a:lnTo>
                    <a:pt x="742" y="8704"/>
                  </a:lnTo>
                  <a:lnTo>
                    <a:pt x="843" y="8965"/>
                  </a:lnTo>
                  <a:lnTo>
                    <a:pt x="983" y="9246"/>
                  </a:lnTo>
                  <a:lnTo>
                    <a:pt x="1103" y="9506"/>
                  </a:lnTo>
                  <a:lnTo>
                    <a:pt x="1264" y="9747"/>
                  </a:lnTo>
                  <a:lnTo>
                    <a:pt x="1424" y="9988"/>
                  </a:lnTo>
                  <a:lnTo>
                    <a:pt x="1585" y="10228"/>
                  </a:lnTo>
                  <a:lnTo>
                    <a:pt x="1765" y="10449"/>
                  </a:lnTo>
                  <a:lnTo>
                    <a:pt x="1966" y="10649"/>
                  </a:lnTo>
                  <a:lnTo>
                    <a:pt x="2166" y="10850"/>
                  </a:lnTo>
                  <a:lnTo>
                    <a:pt x="2407" y="11010"/>
                  </a:lnTo>
                  <a:lnTo>
                    <a:pt x="2628" y="11191"/>
                  </a:lnTo>
                  <a:lnTo>
                    <a:pt x="2888" y="11331"/>
                  </a:lnTo>
                  <a:lnTo>
                    <a:pt x="3129" y="11472"/>
                  </a:lnTo>
                  <a:lnTo>
                    <a:pt x="3410" y="11592"/>
                  </a:lnTo>
                  <a:lnTo>
                    <a:pt x="3690" y="11712"/>
                  </a:lnTo>
                  <a:lnTo>
                    <a:pt x="3971" y="11813"/>
                  </a:lnTo>
                  <a:lnTo>
                    <a:pt x="4252" y="11913"/>
                  </a:lnTo>
                  <a:lnTo>
                    <a:pt x="4854" y="12073"/>
                  </a:lnTo>
                  <a:lnTo>
                    <a:pt x="5475" y="12194"/>
                  </a:lnTo>
                  <a:lnTo>
                    <a:pt x="6117" y="12274"/>
                  </a:lnTo>
                  <a:lnTo>
                    <a:pt x="6779" y="12334"/>
                  </a:lnTo>
                  <a:lnTo>
                    <a:pt x="7421" y="12374"/>
                  </a:lnTo>
                  <a:lnTo>
                    <a:pt x="8704" y="12374"/>
                  </a:lnTo>
                  <a:lnTo>
                    <a:pt x="9326" y="12354"/>
                  </a:lnTo>
                  <a:lnTo>
                    <a:pt x="9927" y="12314"/>
                  </a:lnTo>
                  <a:lnTo>
                    <a:pt x="11030" y="12234"/>
                  </a:lnTo>
                  <a:lnTo>
                    <a:pt x="11211" y="12194"/>
                  </a:lnTo>
                  <a:lnTo>
                    <a:pt x="11351" y="12154"/>
                  </a:lnTo>
                  <a:lnTo>
                    <a:pt x="11512" y="12053"/>
                  </a:lnTo>
                  <a:lnTo>
                    <a:pt x="11652" y="11953"/>
                  </a:lnTo>
                  <a:lnTo>
                    <a:pt x="11752" y="11813"/>
                  </a:lnTo>
                  <a:lnTo>
                    <a:pt x="11853" y="11672"/>
                  </a:lnTo>
                  <a:lnTo>
                    <a:pt x="11913" y="11512"/>
                  </a:lnTo>
                  <a:lnTo>
                    <a:pt x="11953" y="11351"/>
                  </a:lnTo>
                  <a:lnTo>
                    <a:pt x="11973" y="11191"/>
                  </a:lnTo>
                  <a:lnTo>
                    <a:pt x="11953" y="11030"/>
                  </a:lnTo>
                  <a:lnTo>
                    <a:pt x="11913" y="10870"/>
                  </a:lnTo>
                  <a:lnTo>
                    <a:pt x="11873" y="10710"/>
                  </a:lnTo>
                  <a:lnTo>
                    <a:pt x="11792" y="10589"/>
                  </a:lnTo>
                  <a:lnTo>
                    <a:pt x="11672" y="10469"/>
                  </a:lnTo>
                  <a:lnTo>
                    <a:pt x="11552" y="10369"/>
                  </a:lnTo>
                  <a:lnTo>
                    <a:pt x="11391" y="10309"/>
                  </a:lnTo>
                  <a:lnTo>
                    <a:pt x="11231" y="10268"/>
                  </a:lnTo>
                  <a:lnTo>
                    <a:pt x="11030" y="10268"/>
                  </a:lnTo>
                  <a:lnTo>
                    <a:pt x="10128" y="10349"/>
                  </a:lnTo>
                  <a:lnTo>
                    <a:pt x="9085" y="10409"/>
                  </a:lnTo>
                  <a:lnTo>
                    <a:pt x="8544" y="10429"/>
                  </a:lnTo>
                  <a:lnTo>
                    <a:pt x="7982" y="10449"/>
                  </a:lnTo>
                  <a:lnTo>
                    <a:pt x="7421" y="10429"/>
                  </a:lnTo>
                  <a:lnTo>
                    <a:pt x="6839" y="10409"/>
                  </a:lnTo>
                  <a:lnTo>
                    <a:pt x="6278" y="10349"/>
                  </a:lnTo>
                  <a:lnTo>
                    <a:pt x="5736" y="10288"/>
                  </a:lnTo>
                  <a:lnTo>
                    <a:pt x="5215" y="10168"/>
                  </a:lnTo>
                  <a:lnTo>
                    <a:pt x="4713" y="10028"/>
                  </a:lnTo>
                  <a:lnTo>
                    <a:pt x="4473" y="9948"/>
                  </a:lnTo>
                  <a:lnTo>
                    <a:pt x="4252" y="9847"/>
                  </a:lnTo>
                  <a:lnTo>
                    <a:pt x="4031" y="9727"/>
                  </a:lnTo>
                  <a:lnTo>
                    <a:pt x="3831" y="9627"/>
                  </a:lnTo>
                  <a:lnTo>
                    <a:pt x="3630" y="9486"/>
                  </a:lnTo>
                  <a:lnTo>
                    <a:pt x="3470" y="9346"/>
                  </a:lnTo>
                  <a:lnTo>
                    <a:pt x="3289" y="9185"/>
                  </a:lnTo>
                  <a:lnTo>
                    <a:pt x="3149" y="9025"/>
                  </a:lnTo>
                  <a:lnTo>
                    <a:pt x="3009" y="8845"/>
                  </a:lnTo>
                  <a:lnTo>
                    <a:pt x="2888" y="8644"/>
                  </a:lnTo>
                  <a:lnTo>
                    <a:pt x="2768" y="8443"/>
                  </a:lnTo>
                  <a:lnTo>
                    <a:pt x="2648" y="8243"/>
                  </a:lnTo>
                  <a:lnTo>
                    <a:pt x="2467" y="7782"/>
                  </a:lnTo>
                  <a:lnTo>
                    <a:pt x="2307" y="7300"/>
                  </a:lnTo>
                  <a:lnTo>
                    <a:pt x="2186" y="6779"/>
                  </a:lnTo>
                  <a:lnTo>
                    <a:pt x="2086" y="6257"/>
                  </a:lnTo>
                  <a:lnTo>
                    <a:pt x="2026" y="5696"/>
                  </a:lnTo>
                  <a:lnTo>
                    <a:pt x="1966" y="5154"/>
                  </a:lnTo>
                  <a:lnTo>
                    <a:pt x="1946" y="4593"/>
                  </a:lnTo>
                  <a:lnTo>
                    <a:pt x="1926" y="4031"/>
                  </a:lnTo>
                  <a:lnTo>
                    <a:pt x="1946" y="2928"/>
                  </a:lnTo>
                  <a:lnTo>
                    <a:pt x="1986" y="1886"/>
                  </a:lnTo>
                  <a:lnTo>
                    <a:pt x="2026" y="963"/>
                  </a:lnTo>
                  <a:lnTo>
                    <a:pt x="2026" y="763"/>
                  </a:lnTo>
                  <a:lnTo>
                    <a:pt x="1986" y="602"/>
                  </a:lnTo>
                  <a:lnTo>
                    <a:pt x="1926" y="462"/>
                  </a:lnTo>
                  <a:lnTo>
                    <a:pt x="1845" y="341"/>
                  </a:lnTo>
                  <a:lnTo>
                    <a:pt x="1745" y="241"/>
                  </a:lnTo>
                  <a:lnTo>
                    <a:pt x="1625" y="141"/>
                  </a:lnTo>
                  <a:lnTo>
                    <a:pt x="1505" y="81"/>
                  </a:lnTo>
                  <a:lnTo>
                    <a:pt x="1364" y="41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26"/>
            <p:cNvSpPr/>
            <p:nvPr/>
          </p:nvSpPr>
          <p:spPr>
            <a:xfrm>
              <a:off x="9851350" y="3122938"/>
              <a:ext cx="299325" cy="309375"/>
            </a:xfrm>
            <a:custGeom>
              <a:avLst/>
              <a:gdLst/>
              <a:ahLst/>
              <a:cxnLst/>
              <a:rect l="l" t="t" r="r" b="b"/>
              <a:pathLst>
                <a:path w="11973" h="12375" fill="none" extrusionOk="0">
                  <a:moveTo>
                    <a:pt x="11351" y="12154"/>
                  </a:moveTo>
                  <a:lnTo>
                    <a:pt x="11351" y="12154"/>
                  </a:lnTo>
                  <a:lnTo>
                    <a:pt x="11211" y="12194"/>
                  </a:lnTo>
                  <a:lnTo>
                    <a:pt x="11030" y="12234"/>
                  </a:lnTo>
                  <a:lnTo>
                    <a:pt x="11030" y="12234"/>
                  </a:lnTo>
                  <a:lnTo>
                    <a:pt x="9927" y="12314"/>
                  </a:lnTo>
                  <a:lnTo>
                    <a:pt x="9326" y="12354"/>
                  </a:lnTo>
                  <a:lnTo>
                    <a:pt x="8704" y="12374"/>
                  </a:lnTo>
                  <a:lnTo>
                    <a:pt x="8062" y="12374"/>
                  </a:lnTo>
                  <a:lnTo>
                    <a:pt x="7421" y="12374"/>
                  </a:lnTo>
                  <a:lnTo>
                    <a:pt x="6779" y="12334"/>
                  </a:lnTo>
                  <a:lnTo>
                    <a:pt x="6117" y="12274"/>
                  </a:lnTo>
                  <a:lnTo>
                    <a:pt x="5475" y="12194"/>
                  </a:lnTo>
                  <a:lnTo>
                    <a:pt x="4854" y="12073"/>
                  </a:lnTo>
                  <a:lnTo>
                    <a:pt x="4252" y="11913"/>
                  </a:lnTo>
                  <a:lnTo>
                    <a:pt x="3971" y="11813"/>
                  </a:lnTo>
                  <a:lnTo>
                    <a:pt x="3690" y="11712"/>
                  </a:lnTo>
                  <a:lnTo>
                    <a:pt x="3410" y="11592"/>
                  </a:lnTo>
                  <a:lnTo>
                    <a:pt x="3129" y="11472"/>
                  </a:lnTo>
                  <a:lnTo>
                    <a:pt x="2888" y="11331"/>
                  </a:lnTo>
                  <a:lnTo>
                    <a:pt x="2628" y="11191"/>
                  </a:lnTo>
                  <a:lnTo>
                    <a:pt x="2407" y="11010"/>
                  </a:lnTo>
                  <a:lnTo>
                    <a:pt x="2166" y="10850"/>
                  </a:lnTo>
                  <a:lnTo>
                    <a:pt x="1966" y="10649"/>
                  </a:lnTo>
                  <a:lnTo>
                    <a:pt x="1765" y="10449"/>
                  </a:lnTo>
                  <a:lnTo>
                    <a:pt x="1765" y="10449"/>
                  </a:lnTo>
                  <a:lnTo>
                    <a:pt x="1585" y="10228"/>
                  </a:lnTo>
                  <a:lnTo>
                    <a:pt x="1424" y="9988"/>
                  </a:lnTo>
                  <a:lnTo>
                    <a:pt x="1264" y="9747"/>
                  </a:lnTo>
                  <a:lnTo>
                    <a:pt x="1103" y="9506"/>
                  </a:lnTo>
                  <a:lnTo>
                    <a:pt x="983" y="9246"/>
                  </a:lnTo>
                  <a:lnTo>
                    <a:pt x="843" y="8965"/>
                  </a:lnTo>
                  <a:lnTo>
                    <a:pt x="742" y="8704"/>
                  </a:lnTo>
                  <a:lnTo>
                    <a:pt x="642" y="8403"/>
                  </a:lnTo>
                  <a:lnTo>
                    <a:pt x="462" y="7822"/>
                  </a:lnTo>
                  <a:lnTo>
                    <a:pt x="301" y="7200"/>
                  </a:lnTo>
                  <a:lnTo>
                    <a:pt x="201" y="6558"/>
                  </a:lnTo>
                  <a:lnTo>
                    <a:pt x="121" y="5917"/>
                  </a:lnTo>
                  <a:lnTo>
                    <a:pt x="61" y="5255"/>
                  </a:lnTo>
                  <a:lnTo>
                    <a:pt x="21" y="4613"/>
                  </a:lnTo>
                  <a:lnTo>
                    <a:pt x="0" y="3951"/>
                  </a:lnTo>
                  <a:lnTo>
                    <a:pt x="0" y="3309"/>
                  </a:lnTo>
                  <a:lnTo>
                    <a:pt x="21" y="2086"/>
                  </a:lnTo>
                  <a:lnTo>
                    <a:pt x="61" y="963"/>
                  </a:lnTo>
                  <a:lnTo>
                    <a:pt x="61" y="963"/>
                  </a:lnTo>
                  <a:lnTo>
                    <a:pt x="81" y="823"/>
                  </a:lnTo>
                  <a:lnTo>
                    <a:pt x="101" y="702"/>
                  </a:lnTo>
                  <a:lnTo>
                    <a:pt x="141" y="582"/>
                  </a:lnTo>
                  <a:lnTo>
                    <a:pt x="201" y="482"/>
                  </a:lnTo>
                  <a:lnTo>
                    <a:pt x="261" y="382"/>
                  </a:lnTo>
                  <a:lnTo>
                    <a:pt x="341" y="301"/>
                  </a:lnTo>
                  <a:lnTo>
                    <a:pt x="422" y="221"/>
                  </a:lnTo>
                  <a:lnTo>
                    <a:pt x="522" y="161"/>
                  </a:lnTo>
                  <a:lnTo>
                    <a:pt x="722" y="81"/>
                  </a:lnTo>
                  <a:lnTo>
                    <a:pt x="923" y="21"/>
                  </a:lnTo>
                  <a:lnTo>
                    <a:pt x="1144" y="0"/>
                  </a:lnTo>
                  <a:lnTo>
                    <a:pt x="1364" y="41"/>
                  </a:lnTo>
                  <a:lnTo>
                    <a:pt x="1364" y="41"/>
                  </a:lnTo>
                  <a:lnTo>
                    <a:pt x="1505" y="81"/>
                  </a:lnTo>
                  <a:lnTo>
                    <a:pt x="1625" y="141"/>
                  </a:lnTo>
                  <a:lnTo>
                    <a:pt x="1745" y="241"/>
                  </a:lnTo>
                  <a:lnTo>
                    <a:pt x="1845" y="341"/>
                  </a:lnTo>
                  <a:lnTo>
                    <a:pt x="1926" y="462"/>
                  </a:lnTo>
                  <a:lnTo>
                    <a:pt x="1986" y="602"/>
                  </a:lnTo>
                  <a:lnTo>
                    <a:pt x="2026" y="763"/>
                  </a:lnTo>
                  <a:lnTo>
                    <a:pt x="2026" y="963"/>
                  </a:lnTo>
                  <a:lnTo>
                    <a:pt x="2026" y="963"/>
                  </a:lnTo>
                  <a:lnTo>
                    <a:pt x="1986" y="1886"/>
                  </a:lnTo>
                  <a:lnTo>
                    <a:pt x="1946" y="2928"/>
                  </a:lnTo>
                  <a:lnTo>
                    <a:pt x="1926" y="4031"/>
                  </a:lnTo>
                  <a:lnTo>
                    <a:pt x="1946" y="4593"/>
                  </a:lnTo>
                  <a:lnTo>
                    <a:pt x="1966" y="5154"/>
                  </a:lnTo>
                  <a:lnTo>
                    <a:pt x="2026" y="5696"/>
                  </a:lnTo>
                  <a:lnTo>
                    <a:pt x="2086" y="6257"/>
                  </a:lnTo>
                  <a:lnTo>
                    <a:pt x="2186" y="6779"/>
                  </a:lnTo>
                  <a:lnTo>
                    <a:pt x="2307" y="7300"/>
                  </a:lnTo>
                  <a:lnTo>
                    <a:pt x="2467" y="7782"/>
                  </a:lnTo>
                  <a:lnTo>
                    <a:pt x="2648" y="8243"/>
                  </a:lnTo>
                  <a:lnTo>
                    <a:pt x="2768" y="8443"/>
                  </a:lnTo>
                  <a:lnTo>
                    <a:pt x="2888" y="8644"/>
                  </a:lnTo>
                  <a:lnTo>
                    <a:pt x="3009" y="8845"/>
                  </a:lnTo>
                  <a:lnTo>
                    <a:pt x="3149" y="9025"/>
                  </a:lnTo>
                  <a:lnTo>
                    <a:pt x="3149" y="9025"/>
                  </a:lnTo>
                  <a:lnTo>
                    <a:pt x="3289" y="9185"/>
                  </a:lnTo>
                  <a:lnTo>
                    <a:pt x="3470" y="9346"/>
                  </a:lnTo>
                  <a:lnTo>
                    <a:pt x="3630" y="9486"/>
                  </a:lnTo>
                  <a:lnTo>
                    <a:pt x="3831" y="9627"/>
                  </a:lnTo>
                  <a:lnTo>
                    <a:pt x="4031" y="9727"/>
                  </a:lnTo>
                  <a:lnTo>
                    <a:pt x="4252" y="9847"/>
                  </a:lnTo>
                  <a:lnTo>
                    <a:pt x="4473" y="9948"/>
                  </a:lnTo>
                  <a:lnTo>
                    <a:pt x="4713" y="10028"/>
                  </a:lnTo>
                  <a:lnTo>
                    <a:pt x="5215" y="10168"/>
                  </a:lnTo>
                  <a:lnTo>
                    <a:pt x="5736" y="10288"/>
                  </a:lnTo>
                  <a:lnTo>
                    <a:pt x="6278" y="10349"/>
                  </a:lnTo>
                  <a:lnTo>
                    <a:pt x="6839" y="10409"/>
                  </a:lnTo>
                  <a:lnTo>
                    <a:pt x="7421" y="10429"/>
                  </a:lnTo>
                  <a:lnTo>
                    <a:pt x="7982" y="10449"/>
                  </a:lnTo>
                  <a:lnTo>
                    <a:pt x="8544" y="10429"/>
                  </a:lnTo>
                  <a:lnTo>
                    <a:pt x="9085" y="10409"/>
                  </a:lnTo>
                  <a:lnTo>
                    <a:pt x="10128" y="10349"/>
                  </a:lnTo>
                  <a:lnTo>
                    <a:pt x="11030" y="10268"/>
                  </a:lnTo>
                  <a:lnTo>
                    <a:pt x="11030" y="10268"/>
                  </a:lnTo>
                  <a:lnTo>
                    <a:pt x="11231" y="10268"/>
                  </a:lnTo>
                  <a:lnTo>
                    <a:pt x="11391" y="10309"/>
                  </a:lnTo>
                  <a:lnTo>
                    <a:pt x="11552" y="10369"/>
                  </a:lnTo>
                  <a:lnTo>
                    <a:pt x="11672" y="10469"/>
                  </a:lnTo>
                  <a:lnTo>
                    <a:pt x="11792" y="10589"/>
                  </a:lnTo>
                  <a:lnTo>
                    <a:pt x="11873" y="10710"/>
                  </a:lnTo>
                  <a:lnTo>
                    <a:pt x="11913" y="10870"/>
                  </a:lnTo>
                  <a:lnTo>
                    <a:pt x="11953" y="11030"/>
                  </a:lnTo>
                  <a:lnTo>
                    <a:pt x="11973" y="11191"/>
                  </a:lnTo>
                  <a:lnTo>
                    <a:pt x="11953" y="11351"/>
                  </a:lnTo>
                  <a:lnTo>
                    <a:pt x="11913" y="11512"/>
                  </a:lnTo>
                  <a:lnTo>
                    <a:pt x="11853" y="11672"/>
                  </a:lnTo>
                  <a:lnTo>
                    <a:pt x="11752" y="11813"/>
                  </a:lnTo>
                  <a:lnTo>
                    <a:pt x="11652" y="11953"/>
                  </a:lnTo>
                  <a:lnTo>
                    <a:pt x="11512" y="12053"/>
                  </a:lnTo>
                  <a:lnTo>
                    <a:pt x="11351" y="121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26"/>
            <p:cNvSpPr/>
            <p:nvPr/>
          </p:nvSpPr>
          <p:spPr>
            <a:xfrm>
              <a:off x="9851350" y="3162038"/>
              <a:ext cx="200575" cy="270275"/>
            </a:xfrm>
            <a:custGeom>
              <a:avLst/>
              <a:gdLst/>
              <a:ahLst/>
              <a:cxnLst/>
              <a:rect l="l" t="t" r="r" b="b"/>
              <a:pathLst>
                <a:path w="8023" h="10811" extrusionOk="0">
                  <a:moveTo>
                    <a:pt x="41" y="1"/>
                  </a:moveTo>
                  <a:lnTo>
                    <a:pt x="0" y="923"/>
                  </a:lnTo>
                  <a:lnTo>
                    <a:pt x="0" y="1906"/>
                  </a:lnTo>
                  <a:lnTo>
                    <a:pt x="0" y="2869"/>
                  </a:lnTo>
                  <a:lnTo>
                    <a:pt x="61" y="3831"/>
                  </a:lnTo>
                  <a:lnTo>
                    <a:pt x="101" y="4292"/>
                  </a:lnTo>
                  <a:lnTo>
                    <a:pt x="161" y="4774"/>
                  </a:lnTo>
                  <a:lnTo>
                    <a:pt x="241" y="5255"/>
                  </a:lnTo>
                  <a:lnTo>
                    <a:pt x="321" y="5716"/>
                  </a:lnTo>
                  <a:lnTo>
                    <a:pt x="422" y="6157"/>
                  </a:lnTo>
                  <a:lnTo>
                    <a:pt x="562" y="6599"/>
                  </a:lnTo>
                  <a:lnTo>
                    <a:pt x="702" y="7040"/>
                  </a:lnTo>
                  <a:lnTo>
                    <a:pt x="863" y="7441"/>
                  </a:lnTo>
                  <a:lnTo>
                    <a:pt x="1063" y="7842"/>
                  </a:lnTo>
                  <a:lnTo>
                    <a:pt x="1264" y="8203"/>
                  </a:lnTo>
                  <a:lnTo>
                    <a:pt x="1505" y="8564"/>
                  </a:lnTo>
                  <a:lnTo>
                    <a:pt x="1765" y="8885"/>
                  </a:lnTo>
                  <a:lnTo>
                    <a:pt x="2046" y="9166"/>
                  </a:lnTo>
                  <a:lnTo>
                    <a:pt x="2327" y="9406"/>
                  </a:lnTo>
                  <a:lnTo>
                    <a:pt x="2648" y="9627"/>
                  </a:lnTo>
                  <a:lnTo>
                    <a:pt x="2989" y="9827"/>
                  </a:lnTo>
                  <a:lnTo>
                    <a:pt x="3350" y="10008"/>
                  </a:lnTo>
                  <a:lnTo>
                    <a:pt x="3731" y="10168"/>
                  </a:lnTo>
                  <a:lnTo>
                    <a:pt x="4132" y="10309"/>
                  </a:lnTo>
                  <a:lnTo>
                    <a:pt x="4533" y="10429"/>
                  </a:lnTo>
                  <a:lnTo>
                    <a:pt x="4954" y="10529"/>
                  </a:lnTo>
                  <a:lnTo>
                    <a:pt x="5375" y="10610"/>
                  </a:lnTo>
                  <a:lnTo>
                    <a:pt x="5816" y="10670"/>
                  </a:lnTo>
                  <a:lnTo>
                    <a:pt x="6257" y="10730"/>
                  </a:lnTo>
                  <a:lnTo>
                    <a:pt x="6699" y="10770"/>
                  </a:lnTo>
                  <a:lnTo>
                    <a:pt x="7140" y="10790"/>
                  </a:lnTo>
                  <a:lnTo>
                    <a:pt x="8022" y="10810"/>
                  </a:lnTo>
                  <a:lnTo>
                    <a:pt x="8022" y="10810"/>
                  </a:lnTo>
                  <a:lnTo>
                    <a:pt x="8002" y="10549"/>
                  </a:lnTo>
                  <a:lnTo>
                    <a:pt x="8002" y="10409"/>
                  </a:lnTo>
                  <a:lnTo>
                    <a:pt x="7240" y="10329"/>
                  </a:lnTo>
                  <a:lnTo>
                    <a:pt x="6458" y="10208"/>
                  </a:lnTo>
                  <a:lnTo>
                    <a:pt x="6097" y="10128"/>
                  </a:lnTo>
                  <a:lnTo>
                    <a:pt x="5716" y="10028"/>
                  </a:lnTo>
                  <a:lnTo>
                    <a:pt x="5355" y="9928"/>
                  </a:lnTo>
                  <a:lnTo>
                    <a:pt x="4994" y="9807"/>
                  </a:lnTo>
                  <a:lnTo>
                    <a:pt x="4653" y="9687"/>
                  </a:lnTo>
                  <a:lnTo>
                    <a:pt x="4312" y="9527"/>
                  </a:lnTo>
                  <a:lnTo>
                    <a:pt x="3971" y="9366"/>
                  </a:lnTo>
                  <a:lnTo>
                    <a:pt x="3650" y="9166"/>
                  </a:lnTo>
                  <a:lnTo>
                    <a:pt x="3350" y="8965"/>
                  </a:lnTo>
                  <a:lnTo>
                    <a:pt x="3049" y="8745"/>
                  </a:lnTo>
                  <a:lnTo>
                    <a:pt x="2768" y="8484"/>
                  </a:lnTo>
                  <a:lnTo>
                    <a:pt x="2507" y="8203"/>
                  </a:lnTo>
                  <a:lnTo>
                    <a:pt x="2287" y="7942"/>
                  </a:lnTo>
                  <a:lnTo>
                    <a:pt x="2106" y="7682"/>
                  </a:lnTo>
                  <a:lnTo>
                    <a:pt x="1946" y="7401"/>
                  </a:lnTo>
                  <a:lnTo>
                    <a:pt x="1805" y="7120"/>
                  </a:lnTo>
                  <a:lnTo>
                    <a:pt x="1685" y="6819"/>
                  </a:lnTo>
                  <a:lnTo>
                    <a:pt x="1585" y="6518"/>
                  </a:lnTo>
                  <a:lnTo>
                    <a:pt x="1505" y="6218"/>
                  </a:lnTo>
                  <a:lnTo>
                    <a:pt x="1444" y="5917"/>
                  </a:lnTo>
                  <a:lnTo>
                    <a:pt x="1384" y="5596"/>
                  </a:lnTo>
                  <a:lnTo>
                    <a:pt x="1344" y="5275"/>
                  </a:lnTo>
                  <a:lnTo>
                    <a:pt x="1304" y="4633"/>
                  </a:lnTo>
                  <a:lnTo>
                    <a:pt x="1284" y="3992"/>
                  </a:lnTo>
                  <a:lnTo>
                    <a:pt x="1284" y="3330"/>
                  </a:lnTo>
                  <a:lnTo>
                    <a:pt x="1264" y="1685"/>
                  </a:lnTo>
                  <a:lnTo>
                    <a:pt x="1304" y="41"/>
                  </a:lnTo>
                  <a:lnTo>
                    <a:pt x="522" y="41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26"/>
            <p:cNvSpPr/>
            <p:nvPr/>
          </p:nvSpPr>
          <p:spPr>
            <a:xfrm>
              <a:off x="9851350" y="3162038"/>
              <a:ext cx="200575" cy="270275"/>
            </a:xfrm>
            <a:custGeom>
              <a:avLst/>
              <a:gdLst/>
              <a:ahLst/>
              <a:cxnLst/>
              <a:rect l="l" t="t" r="r" b="b"/>
              <a:pathLst>
                <a:path w="8023" h="10811" fill="none" extrusionOk="0">
                  <a:moveTo>
                    <a:pt x="41" y="1"/>
                  </a:moveTo>
                  <a:lnTo>
                    <a:pt x="41" y="1"/>
                  </a:lnTo>
                  <a:lnTo>
                    <a:pt x="0" y="923"/>
                  </a:lnTo>
                  <a:lnTo>
                    <a:pt x="0" y="1906"/>
                  </a:lnTo>
                  <a:lnTo>
                    <a:pt x="0" y="1906"/>
                  </a:lnTo>
                  <a:lnTo>
                    <a:pt x="0" y="2869"/>
                  </a:lnTo>
                  <a:lnTo>
                    <a:pt x="61" y="3831"/>
                  </a:lnTo>
                  <a:lnTo>
                    <a:pt x="101" y="4292"/>
                  </a:lnTo>
                  <a:lnTo>
                    <a:pt x="161" y="4774"/>
                  </a:lnTo>
                  <a:lnTo>
                    <a:pt x="241" y="5255"/>
                  </a:lnTo>
                  <a:lnTo>
                    <a:pt x="321" y="5716"/>
                  </a:lnTo>
                  <a:lnTo>
                    <a:pt x="422" y="6157"/>
                  </a:lnTo>
                  <a:lnTo>
                    <a:pt x="562" y="6599"/>
                  </a:lnTo>
                  <a:lnTo>
                    <a:pt x="702" y="7040"/>
                  </a:lnTo>
                  <a:lnTo>
                    <a:pt x="863" y="7441"/>
                  </a:lnTo>
                  <a:lnTo>
                    <a:pt x="1063" y="7842"/>
                  </a:lnTo>
                  <a:lnTo>
                    <a:pt x="1264" y="8203"/>
                  </a:lnTo>
                  <a:lnTo>
                    <a:pt x="1505" y="8564"/>
                  </a:lnTo>
                  <a:lnTo>
                    <a:pt x="1765" y="8885"/>
                  </a:lnTo>
                  <a:lnTo>
                    <a:pt x="1765" y="8885"/>
                  </a:lnTo>
                  <a:lnTo>
                    <a:pt x="2046" y="9166"/>
                  </a:lnTo>
                  <a:lnTo>
                    <a:pt x="2327" y="9406"/>
                  </a:lnTo>
                  <a:lnTo>
                    <a:pt x="2648" y="9627"/>
                  </a:lnTo>
                  <a:lnTo>
                    <a:pt x="2989" y="9827"/>
                  </a:lnTo>
                  <a:lnTo>
                    <a:pt x="3350" y="10008"/>
                  </a:lnTo>
                  <a:lnTo>
                    <a:pt x="3731" y="10168"/>
                  </a:lnTo>
                  <a:lnTo>
                    <a:pt x="4132" y="10309"/>
                  </a:lnTo>
                  <a:lnTo>
                    <a:pt x="4533" y="10429"/>
                  </a:lnTo>
                  <a:lnTo>
                    <a:pt x="4954" y="10529"/>
                  </a:lnTo>
                  <a:lnTo>
                    <a:pt x="5375" y="10610"/>
                  </a:lnTo>
                  <a:lnTo>
                    <a:pt x="5816" y="10670"/>
                  </a:lnTo>
                  <a:lnTo>
                    <a:pt x="6257" y="10730"/>
                  </a:lnTo>
                  <a:lnTo>
                    <a:pt x="6699" y="10770"/>
                  </a:lnTo>
                  <a:lnTo>
                    <a:pt x="7140" y="10790"/>
                  </a:lnTo>
                  <a:lnTo>
                    <a:pt x="8022" y="10810"/>
                  </a:lnTo>
                  <a:lnTo>
                    <a:pt x="8022" y="10810"/>
                  </a:lnTo>
                  <a:lnTo>
                    <a:pt x="8002" y="10549"/>
                  </a:lnTo>
                  <a:lnTo>
                    <a:pt x="8002" y="10409"/>
                  </a:lnTo>
                  <a:lnTo>
                    <a:pt x="8002" y="10409"/>
                  </a:lnTo>
                  <a:lnTo>
                    <a:pt x="7240" y="10329"/>
                  </a:lnTo>
                  <a:lnTo>
                    <a:pt x="6458" y="10208"/>
                  </a:lnTo>
                  <a:lnTo>
                    <a:pt x="6097" y="10128"/>
                  </a:lnTo>
                  <a:lnTo>
                    <a:pt x="5716" y="10028"/>
                  </a:lnTo>
                  <a:lnTo>
                    <a:pt x="5355" y="9928"/>
                  </a:lnTo>
                  <a:lnTo>
                    <a:pt x="4994" y="9807"/>
                  </a:lnTo>
                  <a:lnTo>
                    <a:pt x="4653" y="9687"/>
                  </a:lnTo>
                  <a:lnTo>
                    <a:pt x="4312" y="9527"/>
                  </a:lnTo>
                  <a:lnTo>
                    <a:pt x="3971" y="9366"/>
                  </a:lnTo>
                  <a:lnTo>
                    <a:pt x="3650" y="9166"/>
                  </a:lnTo>
                  <a:lnTo>
                    <a:pt x="3350" y="8965"/>
                  </a:lnTo>
                  <a:lnTo>
                    <a:pt x="3049" y="8745"/>
                  </a:lnTo>
                  <a:lnTo>
                    <a:pt x="2768" y="8484"/>
                  </a:lnTo>
                  <a:lnTo>
                    <a:pt x="2507" y="8203"/>
                  </a:lnTo>
                  <a:lnTo>
                    <a:pt x="2507" y="8203"/>
                  </a:lnTo>
                  <a:lnTo>
                    <a:pt x="2287" y="7942"/>
                  </a:lnTo>
                  <a:lnTo>
                    <a:pt x="2106" y="7682"/>
                  </a:lnTo>
                  <a:lnTo>
                    <a:pt x="1946" y="7401"/>
                  </a:lnTo>
                  <a:lnTo>
                    <a:pt x="1805" y="7120"/>
                  </a:lnTo>
                  <a:lnTo>
                    <a:pt x="1685" y="6819"/>
                  </a:lnTo>
                  <a:lnTo>
                    <a:pt x="1585" y="6518"/>
                  </a:lnTo>
                  <a:lnTo>
                    <a:pt x="1505" y="6218"/>
                  </a:lnTo>
                  <a:lnTo>
                    <a:pt x="1444" y="5917"/>
                  </a:lnTo>
                  <a:lnTo>
                    <a:pt x="1384" y="5596"/>
                  </a:lnTo>
                  <a:lnTo>
                    <a:pt x="1344" y="5275"/>
                  </a:lnTo>
                  <a:lnTo>
                    <a:pt x="1304" y="4633"/>
                  </a:lnTo>
                  <a:lnTo>
                    <a:pt x="1284" y="3992"/>
                  </a:lnTo>
                  <a:lnTo>
                    <a:pt x="1284" y="3330"/>
                  </a:lnTo>
                  <a:lnTo>
                    <a:pt x="1284" y="3330"/>
                  </a:lnTo>
                  <a:lnTo>
                    <a:pt x="1264" y="1685"/>
                  </a:lnTo>
                  <a:lnTo>
                    <a:pt x="1304" y="41"/>
                  </a:lnTo>
                  <a:lnTo>
                    <a:pt x="1304" y="41"/>
                  </a:lnTo>
                  <a:lnTo>
                    <a:pt x="1144" y="41"/>
                  </a:lnTo>
                  <a:lnTo>
                    <a:pt x="1144" y="41"/>
                  </a:lnTo>
                  <a:lnTo>
                    <a:pt x="1023" y="41"/>
                  </a:lnTo>
                  <a:lnTo>
                    <a:pt x="1023" y="41"/>
                  </a:lnTo>
                  <a:lnTo>
                    <a:pt x="903" y="41"/>
                  </a:lnTo>
                  <a:lnTo>
                    <a:pt x="903" y="41"/>
                  </a:lnTo>
                  <a:lnTo>
                    <a:pt x="522" y="41"/>
                  </a:lnTo>
                  <a:lnTo>
                    <a:pt x="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26"/>
            <p:cNvSpPr/>
            <p:nvPr/>
          </p:nvSpPr>
          <p:spPr>
            <a:xfrm>
              <a:off x="9755600" y="3008638"/>
              <a:ext cx="242675" cy="154425"/>
            </a:xfrm>
            <a:custGeom>
              <a:avLst/>
              <a:gdLst/>
              <a:ahLst/>
              <a:cxnLst/>
              <a:rect l="l" t="t" r="r" b="b"/>
              <a:pathLst>
                <a:path w="9707" h="6177" extrusionOk="0">
                  <a:moveTo>
                    <a:pt x="140" y="0"/>
                  </a:moveTo>
                  <a:lnTo>
                    <a:pt x="120" y="120"/>
                  </a:lnTo>
                  <a:lnTo>
                    <a:pt x="60" y="461"/>
                  </a:lnTo>
                  <a:lnTo>
                    <a:pt x="0" y="963"/>
                  </a:lnTo>
                  <a:lnTo>
                    <a:pt x="0" y="1284"/>
                  </a:lnTo>
                  <a:lnTo>
                    <a:pt x="0" y="1604"/>
                  </a:lnTo>
                  <a:lnTo>
                    <a:pt x="0" y="1965"/>
                  </a:lnTo>
                  <a:lnTo>
                    <a:pt x="40" y="2326"/>
                  </a:lnTo>
                  <a:lnTo>
                    <a:pt x="100" y="2707"/>
                  </a:lnTo>
                  <a:lnTo>
                    <a:pt x="201" y="3088"/>
                  </a:lnTo>
                  <a:lnTo>
                    <a:pt x="321" y="3449"/>
                  </a:lnTo>
                  <a:lnTo>
                    <a:pt x="481" y="3830"/>
                  </a:lnTo>
                  <a:lnTo>
                    <a:pt x="682" y="4171"/>
                  </a:lnTo>
                  <a:lnTo>
                    <a:pt x="802" y="4352"/>
                  </a:lnTo>
                  <a:lnTo>
                    <a:pt x="923" y="4512"/>
                  </a:lnTo>
                  <a:lnTo>
                    <a:pt x="1203" y="4813"/>
                  </a:lnTo>
                  <a:lnTo>
                    <a:pt x="1484" y="5074"/>
                  </a:lnTo>
                  <a:lnTo>
                    <a:pt x="1765" y="5294"/>
                  </a:lnTo>
                  <a:lnTo>
                    <a:pt x="2046" y="5495"/>
                  </a:lnTo>
                  <a:lnTo>
                    <a:pt x="2346" y="5655"/>
                  </a:lnTo>
                  <a:lnTo>
                    <a:pt x="2627" y="5796"/>
                  </a:lnTo>
                  <a:lnTo>
                    <a:pt x="2908" y="5896"/>
                  </a:lnTo>
                  <a:lnTo>
                    <a:pt x="3169" y="5996"/>
                  </a:lnTo>
                  <a:lnTo>
                    <a:pt x="3429" y="6057"/>
                  </a:lnTo>
                  <a:lnTo>
                    <a:pt x="3690" y="6097"/>
                  </a:lnTo>
                  <a:lnTo>
                    <a:pt x="4151" y="6157"/>
                  </a:lnTo>
                  <a:lnTo>
                    <a:pt x="4552" y="6177"/>
                  </a:lnTo>
                  <a:lnTo>
                    <a:pt x="5154" y="6177"/>
                  </a:lnTo>
                  <a:lnTo>
                    <a:pt x="5555" y="6157"/>
                  </a:lnTo>
                  <a:lnTo>
                    <a:pt x="6016" y="6097"/>
                  </a:lnTo>
                  <a:lnTo>
                    <a:pt x="6277" y="6057"/>
                  </a:lnTo>
                  <a:lnTo>
                    <a:pt x="6538" y="5996"/>
                  </a:lnTo>
                  <a:lnTo>
                    <a:pt x="6799" y="5896"/>
                  </a:lnTo>
                  <a:lnTo>
                    <a:pt x="7079" y="5796"/>
                  </a:lnTo>
                  <a:lnTo>
                    <a:pt x="7360" y="5655"/>
                  </a:lnTo>
                  <a:lnTo>
                    <a:pt x="7661" y="5495"/>
                  </a:lnTo>
                  <a:lnTo>
                    <a:pt x="7942" y="5294"/>
                  </a:lnTo>
                  <a:lnTo>
                    <a:pt x="8222" y="5074"/>
                  </a:lnTo>
                  <a:lnTo>
                    <a:pt x="8503" y="4813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345" y="3550"/>
                  </a:lnTo>
                  <a:lnTo>
                    <a:pt x="9466" y="3209"/>
                  </a:lnTo>
                  <a:lnTo>
                    <a:pt x="9566" y="2868"/>
                  </a:lnTo>
                  <a:lnTo>
                    <a:pt x="9626" y="2547"/>
                  </a:lnTo>
                  <a:lnTo>
                    <a:pt x="9666" y="2206"/>
                  </a:lnTo>
                  <a:lnTo>
                    <a:pt x="9706" y="1905"/>
                  </a:lnTo>
                  <a:lnTo>
                    <a:pt x="9706" y="1584"/>
                  </a:lnTo>
                  <a:lnTo>
                    <a:pt x="9706" y="1304"/>
                  </a:lnTo>
                  <a:lnTo>
                    <a:pt x="9686" y="762"/>
                  </a:lnTo>
                  <a:lnTo>
                    <a:pt x="9626" y="361"/>
                  </a:lnTo>
                  <a:lnTo>
                    <a:pt x="9566" y="0"/>
                  </a:lnTo>
                  <a:lnTo>
                    <a:pt x="6879" y="0"/>
                  </a:lnTo>
                  <a:lnTo>
                    <a:pt x="6899" y="140"/>
                  </a:lnTo>
                  <a:lnTo>
                    <a:pt x="6939" y="501"/>
                  </a:lnTo>
                  <a:lnTo>
                    <a:pt x="6959" y="762"/>
                  </a:lnTo>
                  <a:lnTo>
                    <a:pt x="6959" y="1043"/>
                  </a:lnTo>
                  <a:lnTo>
                    <a:pt x="6919" y="1344"/>
                  </a:lnTo>
                  <a:lnTo>
                    <a:pt x="6879" y="1645"/>
                  </a:lnTo>
                  <a:lnTo>
                    <a:pt x="6799" y="1945"/>
                  </a:lnTo>
                  <a:lnTo>
                    <a:pt x="6678" y="2246"/>
                  </a:lnTo>
                  <a:lnTo>
                    <a:pt x="6598" y="2387"/>
                  </a:lnTo>
                  <a:lnTo>
                    <a:pt x="6518" y="2527"/>
                  </a:lnTo>
                  <a:lnTo>
                    <a:pt x="6417" y="2647"/>
                  </a:lnTo>
                  <a:lnTo>
                    <a:pt x="6297" y="2768"/>
                  </a:lnTo>
                  <a:lnTo>
                    <a:pt x="6177" y="2888"/>
                  </a:lnTo>
                  <a:lnTo>
                    <a:pt x="6036" y="2988"/>
                  </a:lnTo>
                  <a:lnTo>
                    <a:pt x="5876" y="3068"/>
                  </a:lnTo>
                  <a:lnTo>
                    <a:pt x="5716" y="3149"/>
                  </a:lnTo>
                  <a:lnTo>
                    <a:pt x="5515" y="3209"/>
                  </a:lnTo>
                  <a:lnTo>
                    <a:pt x="5314" y="3249"/>
                  </a:lnTo>
                  <a:lnTo>
                    <a:pt x="5094" y="3289"/>
                  </a:lnTo>
                  <a:lnTo>
                    <a:pt x="4613" y="3289"/>
                  </a:lnTo>
                  <a:lnTo>
                    <a:pt x="4392" y="3249"/>
                  </a:lnTo>
                  <a:lnTo>
                    <a:pt x="4191" y="3209"/>
                  </a:lnTo>
                  <a:lnTo>
                    <a:pt x="3991" y="3149"/>
                  </a:lnTo>
                  <a:lnTo>
                    <a:pt x="3830" y="3068"/>
                  </a:lnTo>
                  <a:lnTo>
                    <a:pt x="3670" y="2988"/>
                  </a:lnTo>
                  <a:lnTo>
                    <a:pt x="3530" y="2888"/>
                  </a:lnTo>
                  <a:lnTo>
                    <a:pt x="3409" y="2768"/>
                  </a:lnTo>
                  <a:lnTo>
                    <a:pt x="3289" y="2647"/>
                  </a:lnTo>
                  <a:lnTo>
                    <a:pt x="3189" y="2527"/>
                  </a:lnTo>
                  <a:lnTo>
                    <a:pt x="3108" y="2387"/>
                  </a:lnTo>
                  <a:lnTo>
                    <a:pt x="3028" y="2246"/>
                  </a:lnTo>
                  <a:lnTo>
                    <a:pt x="2908" y="1945"/>
                  </a:lnTo>
                  <a:lnTo>
                    <a:pt x="2828" y="1645"/>
                  </a:lnTo>
                  <a:lnTo>
                    <a:pt x="2788" y="1344"/>
                  </a:lnTo>
                  <a:lnTo>
                    <a:pt x="2748" y="1043"/>
                  </a:lnTo>
                  <a:lnTo>
                    <a:pt x="2748" y="762"/>
                  </a:lnTo>
                  <a:lnTo>
                    <a:pt x="2768" y="501"/>
                  </a:lnTo>
                  <a:lnTo>
                    <a:pt x="2788" y="140"/>
                  </a:lnTo>
                  <a:lnTo>
                    <a:pt x="2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26"/>
            <p:cNvSpPr/>
            <p:nvPr/>
          </p:nvSpPr>
          <p:spPr>
            <a:xfrm>
              <a:off x="9755600" y="3008638"/>
              <a:ext cx="242675" cy="154425"/>
            </a:xfrm>
            <a:custGeom>
              <a:avLst/>
              <a:gdLst/>
              <a:ahLst/>
              <a:cxnLst/>
              <a:rect l="l" t="t" r="r" b="b"/>
              <a:pathLst>
                <a:path w="9707" h="6177" fill="none" extrusionOk="0">
                  <a:moveTo>
                    <a:pt x="9205" y="3871"/>
                  </a:moveTo>
                  <a:lnTo>
                    <a:pt x="9205" y="3871"/>
                  </a:lnTo>
                  <a:lnTo>
                    <a:pt x="9005" y="4191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503" y="4813"/>
                  </a:lnTo>
                  <a:lnTo>
                    <a:pt x="8222" y="5074"/>
                  </a:lnTo>
                  <a:lnTo>
                    <a:pt x="7942" y="5294"/>
                  </a:lnTo>
                  <a:lnTo>
                    <a:pt x="7661" y="5495"/>
                  </a:lnTo>
                  <a:lnTo>
                    <a:pt x="7360" y="5655"/>
                  </a:lnTo>
                  <a:lnTo>
                    <a:pt x="7079" y="5796"/>
                  </a:lnTo>
                  <a:lnTo>
                    <a:pt x="6799" y="5896"/>
                  </a:lnTo>
                  <a:lnTo>
                    <a:pt x="6538" y="5996"/>
                  </a:lnTo>
                  <a:lnTo>
                    <a:pt x="6277" y="6057"/>
                  </a:lnTo>
                  <a:lnTo>
                    <a:pt x="6016" y="6097"/>
                  </a:lnTo>
                  <a:lnTo>
                    <a:pt x="5555" y="6157"/>
                  </a:lnTo>
                  <a:lnTo>
                    <a:pt x="5154" y="6177"/>
                  </a:lnTo>
                  <a:lnTo>
                    <a:pt x="4853" y="6177"/>
                  </a:lnTo>
                  <a:lnTo>
                    <a:pt x="4853" y="6177"/>
                  </a:lnTo>
                  <a:lnTo>
                    <a:pt x="4552" y="6177"/>
                  </a:lnTo>
                  <a:lnTo>
                    <a:pt x="4151" y="6157"/>
                  </a:lnTo>
                  <a:lnTo>
                    <a:pt x="3690" y="6097"/>
                  </a:lnTo>
                  <a:lnTo>
                    <a:pt x="3429" y="6057"/>
                  </a:lnTo>
                  <a:lnTo>
                    <a:pt x="3169" y="5996"/>
                  </a:lnTo>
                  <a:lnTo>
                    <a:pt x="2908" y="5896"/>
                  </a:lnTo>
                  <a:lnTo>
                    <a:pt x="2627" y="5796"/>
                  </a:lnTo>
                  <a:lnTo>
                    <a:pt x="2346" y="5655"/>
                  </a:lnTo>
                  <a:lnTo>
                    <a:pt x="2046" y="5495"/>
                  </a:lnTo>
                  <a:lnTo>
                    <a:pt x="1765" y="5294"/>
                  </a:lnTo>
                  <a:lnTo>
                    <a:pt x="1484" y="5074"/>
                  </a:lnTo>
                  <a:lnTo>
                    <a:pt x="1203" y="4813"/>
                  </a:lnTo>
                  <a:lnTo>
                    <a:pt x="923" y="4512"/>
                  </a:lnTo>
                  <a:lnTo>
                    <a:pt x="923" y="4512"/>
                  </a:lnTo>
                  <a:lnTo>
                    <a:pt x="802" y="4352"/>
                  </a:lnTo>
                  <a:lnTo>
                    <a:pt x="682" y="4171"/>
                  </a:lnTo>
                  <a:lnTo>
                    <a:pt x="481" y="3830"/>
                  </a:lnTo>
                  <a:lnTo>
                    <a:pt x="321" y="3449"/>
                  </a:lnTo>
                  <a:lnTo>
                    <a:pt x="201" y="3088"/>
                  </a:lnTo>
                  <a:lnTo>
                    <a:pt x="100" y="2707"/>
                  </a:lnTo>
                  <a:lnTo>
                    <a:pt x="40" y="2326"/>
                  </a:lnTo>
                  <a:lnTo>
                    <a:pt x="0" y="1965"/>
                  </a:lnTo>
                  <a:lnTo>
                    <a:pt x="0" y="1604"/>
                  </a:lnTo>
                  <a:lnTo>
                    <a:pt x="0" y="1284"/>
                  </a:lnTo>
                  <a:lnTo>
                    <a:pt x="0" y="963"/>
                  </a:lnTo>
                  <a:lnTo>
                    <a:pt x="60" y="461"/>
                  </a:lnTo>
                  <a:lnTo>
                    <a:pt x="120" y="120"/>
                  </a:lnTo>
                  <a:lnTo>
                    <a:pt x="140" y="0"/>
                  </a:lnTo>
                  <a:lnTo>
                    <a:pt x="2828" y="0"/>
                  </a:lnTo>
                  <a:lnTo>
                    <a:pt x="2828" y="0"/>
                  </a:lnTo>
                  <a:lnTo>
                    <a:pt x="2788" y="140"/>
                  </a:lnTo>
                  <a:lnTo>
                    <a:pt x="2768" y="501"/>
                  </a:lnTo>
                  <a:lnTo>
                    <a:pt x="2748" y="762"/>
                  </a:lnTo>
                  <a:lnTo>
                    <a:pt x="2748" y="1043"/>
                  </a:lnTo>
                  <a:lnTo>
                    <a:pt x="2788" y="1344"/>
                  </a:lnTo>
                  <a:lnTo>
                    <a:pt x="2828" y="1645"/>
                  </a:lnTo>
                  <a:lnTo>
                    <a:pt x="2908" y="1945"/>
                  </a:lnTo>
                  <a:lnTo>
                    <a:pt x="3028" y="2246"/>
                  </a:lnTo>
                  <a:lnTo>
                    <a:pt x="3108" y="2387"/>
                  </a:lnTo>
                  <a:lnTo>
                    <a:pt x="3189" y="2527"/>
                  </a:lnTo>
                  <a:lnTo>
                    <a:pt x="3289" y="2647"/>
                  </a:lnTo>
                  <a:lnTo>
                    <a:pt x="3409" y="2768"/>
                  </a:lnTo>
                  <a:lnTo>
                    <a:pt x="3530" y="2888"/>
                  </a:lnTo>
                  <a:lnTo>
                    <a:pt x="3670" y="2988"/>
                  </a:lnTo>
                  <a:lnTo>
                    <a:pt x="3830" y="3068"/>
                  </a:lnTo>
                  <a:lnTo>
                    <a:pt x="3991" y="3149"/>
                  </a:lnTo>
                  <a:lnTo>
                    <a:pt x="4191" y="3209"/>
                  </a:lnTo>
                  <a:lnTo>
                    <a:pt x="4392" y="3249"/>
                  </a:lnTo>
                  <a:lnTo>
                    <a:pt x="4613" y="3289"/>
                  </a:lnTo>
                  <a:lnTo>
                    <a:pt x="4853" y="3289"/>
                  </a:lnTo>
                  <a:lnTo>
                    <a:pt x="4853" y="3289"/>
                  </a:lnTo>
                  <a:lnTo>
                    <a:pt x="5094" y="3289"/>
                  </a:lnTo>
                  <a:lnTo>
                    <a:pt x="5314" y="3249"/>
                  </a:lnTo>
                  <a:lnTo>
                    <a:pt x="5515" y="3209"/>
                  </a:lnTo>
                  <a:lnTo>
                    <a:pt x="5716" y="3149"/>
                  </a:lnTo>
                  <a:lnTo>
                    <a:pt x="5876" y="3068"/>
                  </a:lnTo>
                  <a:lnTo>
                    <a:pt x="6036" y="2988"/>
                  </a:lnTo>
                  <a:lnTo>
                    <a:pt x="6177" y="2888"/>
                  </a:lnTo>
                  <a:lnTo>
                    <a:pt x="6297" y="2768"/>
                  </a:lnTo>
                  <a:lnTo>
                    <a:pt x="6417" y="2647"/>
                  </a:lnTo>
                  <a:lnTo>
                    <a:pt x="6518" y="2527"/>
                  </a:lnTo>
                  <a:lnTo>
                    <a:pt x="6598" y="2387"/>
                  </a:lnTo>
                  <a:lnTo>
                    <a:pt x="6678" y="2246"/>
                  </a:lnTo>
                  <a:lnTo>
                    <a:pt x="6799" y="1945"/>
                  </a:lnTo>
                  <a:lnTo>
                    <a:pt x="6879" y="1645"/>
                  </a:lnTo>
                  <a:lnTo>
                    <a:pt x="6919" y="1344"/>
                  </a:lnTo>
                  <a:lnTo>
                    <a:pt x="6959" y="1043"/>
                  </a:lnTo>
                  <a:lnTo>
                    <a:pt x="6959" y="762"/>
                  </a:lnTo>
                  <a:lnTo>
                    <a:pt x="6939" y="501"/>
                  </a:lnTo>
                  <a:lnTo>
                    <a:pt x="6899" y="140"/>
                  </a:lnTo>
                  <a:lnTo>
                    <a:pt x="6879" y="0"/>
                  </a:lnTo>
                  <a:lnTo>
                    <a:pt x="9566" y="0"/>
                  </a:lnTo>
                  <a:lnTo>
                    <a:pt x="9566" y="0"/>
                  </a:lnTo>
                  <a:lnTo>
                    <a:pt x="9626" y="361"/>
                  </a:lnTo>
                  <a:lnTo>
                    <a:pt x="9686" y="762"/>
                  </a:lnTo>
                  <a:lnTo>
                    <a:pt x="9706" y="1304"/>
                  </a:lnTo>
                  <a:lnTo>
                    <a:pt x="9706" y="1584"/>
                  </a:lnTo>
                  <a:lnTo>
                    <a:pt x="9706" y="1905"/>
                  </a:lnTo>
                  <a:lnTo>
                    <a:pt x="9666" y="2206"/>
                  </a:lnTo>
                  <a:lnTo>
                    <a:pt x="9626" y="2547"/>
                  </a:lnTo>
                  <a:lnTo>
                    <a:pt x="9566" y="2868"/>
                  </a:lnTo>
                  <a:lnTo>
                    <a:pt x="9466" y="3209"/>
                  </a:lnTo>
                  <a:lnTo>
                    <a:pt x="9345" y="3550"/>
                  </a:lnTo>
                  <a:lnTo>
                    <a:pt x="9205" y="387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26"/>
            <p:cNvSpPr/>
            <p:nvPr/>
          </p:nvSpPr>
          <p:spPr>
            <a:xfrm>
              <a:off x="9755600" y="3008638"/>
              <a:ext cx="230150" cy="154425"/>
            </a:xfrm>
            <a:custGeom>
              <a:avLst/>
              <a:gdLst/>
              <a:ahLst/>
              <a:cxnLst/>
              <a:rect l="l" t="t" r="r" b="b"/>
              <a:pathLst>
                <a:path w="9206" h="6177" extrusionOk="0">
                  <a:moveTo>
                    <a:pt x="140" y="0"/>
                  </a:moveTo>
                  <a:lnTo>
                    <a:pt x="120" y="100"/>
                  </a:lnTo>
                  <a:lnTo>
                    <a:pt x="60" y="421"/>
                  </a:lnTo>
                  <a:lnTo>
                    <a:pt x="20" y="882"/>
                  </a:lnTo>
                  <a:lnTo>
                    <a:pt x="0" y="1163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0" y="2226"/>
                  </a:lnTo>
                  <a:lnTo>
                    <a:pt x="80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1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2" y="4332"/>
                  </a:lnTo>
                  <a:lnTo>
                    <a:pt x="923" y="4512"/>
                  </a:lnTo>
                  <a:lnTo>
                    <a:pt x="1183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1985" y="5455"/>
                  </a:lnTo>
                  <a:lnTo>
                    <a:pt x="2266" y="5615"/>
                  </a:lnTo>
                  <a:lnTo>
                    <a:pt x="2527" y="5756"/>
                  </a:lnTo>
                  <a:lnTo>
                    <a:pt x="2808" y="5876"/>
                  </a:lnTo>
                  <a:lnTo>
                    <a:pt x="3068" y="5956"/>
                  </a:lnTo>
                  <a:lnTo>
                    <a:pt x="3309" y="6036"/>
                  </a:lnTo>
                  <a:lnTo>
                    <a:pt x="355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5294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7" y="6036"/>
                  </a:lnTo>
                  <a:lnTo>
                    <a:pt x="6638" y="5956"/>
                  </a:lnTo>
                  <a:lnTo>
                    <a:pt x="6899" y="5876"/>
                  </a:lnTo>
                  <a:lnTo>
                    <a:pt x="7180" y="5756"/>
                  </a:lnTo>
                  <a:lnTo>
                    <a:pt x="7440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42" y="5054"/>
                  </a:lnTo>
                  <a:lnTo>
                    <a:pt x="8523" y="4793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205" y="3871"/>
                  </a:lnTo>
                  <a:lnTo>
                    <a:pt x="8824" y="4131"/>
                  </a:lnTo>
                  <a:lnTo>
                    <a:pt x="8403" y="4352"/>
                  </a:lnTo>
                  <a:lnTo>
                    <a:pt x="7982" y="4552"/>
                  </a:lnTo>
                  <a:lnTo>
                    <a:pt x="7541" y="4693"/>
                  </a:lnTo>
                  <a:lnTo>
                    <a:pt x="7099" y="4813"/>
                  </a:lnTo>
                  <a:lnTo>
                    <a:pt x="6638" y="4913"/>
                  </a:lnTo>
                  <a:lnTo>
                    <a:pt x="6157" y="4954"/>
                  </a:lnTo>
                  <a:lnTo>
                    <a:pt x="5675" y="4974"/>
                  </a:lnTo>
                  <a:lnTo>
                    <a:pt x="5375" y="4974"/>
                  </a:lnTo>
                  <a:lnTo>
                    <a:pt x="5094" y="4954"/>
                  </a:lnTo>
                  <a:lnTo>
                    <a:pt x="4793" y="4913"/>
                  </a:lnTo>
                  <a:lnTo>
                    <a:pt x="4492" y="4873"/>
                  </a:lnTo>
                  <a:lnTo>
                    <a:pt x="4071" y="4773"/>
                  </a:lnTo>
                  <a:lnTo>
                    <a:pt x="3650" y="4653"/>
                  </a:lnTo>
                  <a:lnTo>
                    <a:pt x="3249" y="4472"/>
                  </a:lnTo>
                  <a:lnTo>
                    <a:pt x="3048" y="4372"/>
                  </a:lnTo>
                  <a:lnTo>
                    <a:pt x="2868" y="4272"/>
                  </a:lnTo>
                  <a:lnTo>
                    <a:pt x="2687" y="4151"/>
                  </a:lnTo>
                  <a:lnTo>
                    <a:pt x="2507" y="4011"/>
                  </a:lnTo>
                  <a:lnTo>
                    <a:pt x="2366" y="3851"/>
                  </a:lnTo>
                  <a:lnTo>
                    <a:pt x="2226" y="3690"/>
                  </a:lnTo>
                  <a:lnTo>
                    <a:pt x="2086" y="3510"/>
                  </a:lnTo>
                  <a:lnTo>
                    <a:pt x="1985" y="3329"/>
                  </a:lnTo>
                  <a:lnTo>
                    <a:pt x="1885" y="3129"/>
                  </a:lnTo>
                  <a:lnTo>
                    <a:pt x="1805" y="2908"/>
                  </a:lnTo>
                  <a:lnTo>
                    <a:pt x="1725" y="2547"/>
                  </a:lnTo>
                  <a:lnTo>
                    <a:pt x="1705" y="2166"/>
                  </a:lnTo>
                  <a:lnTo>
                    <a:pt x="1685" y="1805"/>
                  </a:lnTo>
                  <a:lnTo>
                    <a:pt x="1725" y="1444"/>
                  </a:lnTo>
                  <a:lnTo>
                    <a:pt x="1785" y="1083"/>
                  </a:lnTo>
                  <a:lnTo>
                    <a:pt x="1845" y="702"/>
                  </a:lnTo>
                  <a:lnTo>
                    <a:pt x="1945" y="361"/>
                  </a:lnTo>
                  <a:lnTo>
                    <a:pt x="204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26"/>
            <p:cNvSpPr/>
            <p:nvPr/>
          </p:nvSpPr>
          <p:spPr>
            <a:xfrm>
              <a:off x="9755600" y="3008638"/>
              <a:ext cx="230150" cy="154425"/>
            </a:xfrm>
            <a:custGeom>
              <a:avLst/>
              <a:gdLst/>
              <a:ahLst/>
              <a:cxnLst/>
              <a:rect l="l" t="t" r="r" b="b"/>
              <a:pathLst>
                <a:path w="9206" h="6177" fill="none" extrusionOk="0">
                  <a:moveTo>
                    <a:pt x="2046" y="0"/>
                  </a:moveTo>
                  <a:lnTo>
                    <a:pt x="140" y="0"/>
                  </a:lnTo>
                  <a:lnTo>
                    <a:pt x="140" y="0"/>
                  </a:lnTo>
                  <a:lnTo>
                    <a:pt x="120" y="100"/>
                  </a:lnTo>
                  <a:lnTo>
                    <a:pt x="60" y="421"/>
                  </a:lnTo>
                  <a:lnTo>
                    <a:pt x="20" y="882"/>
                  </a:lnTo>
                  <a:lnTo>
                    <a:pt x="0" y="1163"/>
                  </a:lnTo>
                  <a:lnTo>
                    <a:pt x="0" y="1484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0" y="2226"/>
                  </a:lnTo>
                  <a:lnTo>
                    <a:pt x="80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1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2" y="4332"/>
                  </a:lnTo>
                  <a:lnTo>
                    <a:pt x="923" y="4512"/>
                  </a:lnTo>
                  <a:lnTo>
                    <a:pt x="923" y="4512"/>
                  </a:lnTo>
                  <a:lnTo>
                    <a:pt x="1183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1985" y="5455"/>
                  </a:lnTo>
                  <a:lnTo>
                    <a:pt x="2266" y="5615"/>
                  </a:lnTo>
                  <a:lnTo>
                    <a:pt x="2527" y="5756"/>
                  </a:lnTo>
                  <a:lnTo>
                    <a:pt x="2808" y="5876"/>
                  </a:lnTo>
                  <a:lnTo>
                    <a:pt x="3068" y="5956"/>
                  </a:lnTo>
                  <a:lnTo>
                    <a:pt x="3309" y="6036"/>
                  </a:lnTo>
                  <a:lnTo>
                    <a:pt x="355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4733" y="6177"/>
                  </a:lnTo>
                  <a:lnTo>
                    <a:pt x="4733" y="6177"/>
                  </a:lnTo>
                  <a:lnTo>
                    <a:pt x="4853" y="6177"/>
                  </a:lnTo>
                  <a:lnTo>
                    <a:pt x="4853" y="6177"/>
                  </a:lnTo>
                  <a:lnTo>
                    <a:pt x="4974" y="6177"/>
                  </a:lnTo>
                  <a:lnTo>
                    <a:pt x="4974" y="6177"/>
                  </a:lnTo>
                  <a:lnTo>
                    <a:pt x="5294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7" y="6036"/>
                  </a:lnTo>
                  <a:lnTo>
                    <a:pt x="6638" y="5956"/>
                  </a:lnTo>
                  <a:lnTo>
                    <a:pt x="6899" y="5876"/>
                  </a:lnTo>
                  <a:lnTo>
                    <a:pt x="7180" y="5756"/>
                  </a:lnTo>
                  <a:lnTo>
                    <a:pt x="7440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42" y="5054"/>
                  </a:lnTo>
                  <a:lnTo>
                    <a:pt x="8523" y="4793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205" y="3871"/>
                  </a:lnTo>
                  <a:lnTo>
                    <a:pt x="8824" y="4131"/>
                  </a:lnTo>
                  <a:lnTo>
                    <a:pt x="8403" y="4352"/>
                  </a:lnTo>
                  <a:lnTo>
                    <a:pt x="7982" y="4552"/>
                  </a:lnTo>
                  <a:lnTo>
                    <a:pt x="7541" y="4693"/>
                  </a:lnTo>
                  <a:lnTo>
                    <a:pt x="7099" y="4813"/>
                  </a:lnTo>
                  <a:lnTo>
                    <a:pt x="6638" y="4913"/>
                  </a:lnTo>
                  <a:lnTo>
                    <a:pt x="6157" y="4954"/>
                  </a:lnTo>
                  <a:lnTo>
                    <a:pt x="5675" y="4974"/>
                  </a:lnTo>
                  <a:lnTo>
                    <a:pt x="5675" y="4974"/>
                  </a:lnTo>
                  <a:lnTo>
                    <a:pt x="5375" y="4974"/>
                  </a:lnTo>
                  <a:lnTo>
                    <a:pt x="5094" y="4954"/>
                  </a:lnTo>
                  <a:lnTo>
                    <a:pt x="4793" y="4913"/>
                  </a:lnTo>
                  <a:lnTo>
                    <a:pt x="4492" y="4873"/>
                  </a:lnTo>
                  <a:lnTo>
                    <a:pt x="4492" y="4873"/>
                  </a:lnTo>
                  <a:lnTo>
                    <a:pt x="4071" y="4773"/>
                  </a:lnTo>
                  <a:lnTo>
                    <a:pt x="3650" y="4653"/>
                  </a:lnTo>
                  <a:lnTo>
                    <a:pt x="3249" y="4472"/>
                  </a:lnTo>
                  <a:lnTo>
                    <a:pt x="3048" y="4372"/>
                  </a:lnTo>
                  <a:lnTo>
                    <a:pt x="2868" y="4272"/>
                  </a:lnTo>
                  <a:lnTo>
                    <a:pt x="2687" y="4151"/>
                  </a:lnTo>
                  <a:lnTo>
                    <a:pt x="2507" y="4011"/>
                  </a:lnTo>
                  <a:lnTo>
                    <a:pt x="2366" y="3851"/>
                  </a:lnTo>
                  <a:lnTo>
                    <a:pt x="2226" y="3690"/>
                  </a:lnTo>
                  <a:lnTo>
                    <a:pt x="2086" y="3510"/>
                  </a:lnTo>
                  <a:lnTo>
                    <a:pt x="1985" y="3329"/>
                  </a:lnTo>
                  <a:lnTo>
                    <a:pt x="1885" y="3129"/>
                  </a:lnTo>
                  <a:lnTo>
                    <a:pt x="1805" y="2908"/>
                  </a:lnTo>
                  <a:lnTo>
                    <a:pt x="1805" y="2908"/>
                  </a:lnTo>
                  <a:lnTo>
                    <a:pt x="1725" y="2547"/>
                  </a:lnTo>
                  <a:lnTo>
                    <a:pt x="1705" y="2166"/>
                  </a:lnTo>
                  <a:lnTo>
                    <a:pt x="1685" y="1805"/>
                  </a:lnTo>
                  <a:lnTo>
                    <a:pt x="1725" y="1444"/>
                  </a:lnTo>
                  <a:lnTo>
                    <a:pt x="1785" y="1083"/>
                  </a:lnTo>
                  <a:lnTo>
                    <a:pt x="1845" y="702"/>
                  </a:lnTo>
                  <a:lnTo>
                    <a:pt x="1945" y="361"/>
                  </a:lnTo>
                  <a:lnTo>
                    <a:pt x="204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26"/>
            <p:cNvSpPr/>
            <p:nvPr/>
          </p:nvSpPr>
          <p:spPr>
            <a:xfrm>
              <a:off x="10051400" y="3285888"/>
              <a:ext cx="142900" cy="211600"/>
            </a:xfrm>
            <a:custGeom>
              <a:avLst/>
              <a:gdLst/>
              <a:ahLst/>
              <a:cxnLst/>
              <a:rect l="l" t="t" r="r" b="b"/>
              <a:pathLst>
                <a:path w="5716" h="8464" extrusionOk="0">
                  <a:moveTo>
                    <a:pt x="2607" y="0"/>
                  </a:moveTo>
                  <a:lnTo>
                    <a:pt x="2347" y="40"/>
                  </a:lnTo>
                  <a:lnTo>
                    <a:pt x="2106" y="100"/>
                  </a:lnTo>
                  <a:lnTo>
                    <a:pt x="1865" y="181"/>
                  </a:lnTo>
                  <a:lnTo>
                    <a:pt x="1625" y="281"/>
                  </a:lnTo>
                  <a:lnTo>
                    <a:pt x="1404" y="401"/>
                  </a:lnTo>
                  <a:lnTo>
                    <a:pt x="1203" y="522"/>
                  </a:lnTo>
                  <a:lnTo>
                    <a:pt x="1003" y="682"/>
                  </a:lnTo>
                  <a:lnTo>
                    <a:pt x="822" y="842"/>
                  </a:lnTo>
                  <a:lnTo>
                    <a:pt x="662" y="1023"/>
                  </a:lnTo>
                  <a:lnTo>
                    <a:pt x="522" y="1224"/>
                  </a:lnTo>
                  <a:lnTo>
                    <a:pt x="381" y="1424"/>
                  </a:lnTo>
                  <a:lnTo>
                    <a:pt x="281" y="1645"/>
                  </a:lnTo>
                  <a:lnTo>
                    <a:pt x="181" y="1885"/>
                  </a:lnTo>
                  <a:lnTo>
                    <a:pt x="100" y="2126"/>
                  </a:lnTo>
                  <a:lnTo>
                    <a:pt x="60" y="2367"/>
                  </a:lnTo>
                  <a:lnTo>
                    <a:pt x="20" y="2607"/>
                  </a:lnTo>
                  <a:lnTo>
                    <a:pt x="0" y="2848"/>
                  </a:lnTo>
                  <a:lnTo>
                    <a:pt x="0" y="5595"/>
                  </a:lnTo>
                  <a:lnTo>
                    <a:pt x="20" y="5896"/>
                  </a:lnTo>
                  <a:lnTo>
                    <a:pt x="60" y="6177"/>
                  </a:lnTo>
                  <a:lnTo>
                    <a:pt x="141" y="6458"/>
                  </a:lnTo>
                  <a:lnTo>
                    <a:pt x="241" y="6718"/>
                  </a:lnTo>
                  <a:lnTo>
                    <a:pt x="361" y="6959"/>
                  </a:lnTo>
                  <a:lnTo>
                    <a:pt x="502" y="7200"/>
                  </a:lnTo>
                  <a:lnTo>
                    <a:pt x="662" y="7420"/>
                  </a:lnTo>
                  <a:lnTo>
                    <a:pt x="842" y="7621"/>
                  </a:lnTo>
                  <a:lnTo>
                    <a:pt x="1103" y="7862"/>
                  </a:lnTo>
                  <a:lnTo>
                    <a:pt x="1404" y="8062"/>
                  </a:lnTo>
                  <a:lnTo>
                    <a:pt x="1705" y="8223"/>
                  </a:lnTo>
                  <a:lnTo>
                    <a:pt x="2046" y="8343"/>
                  </a:lnTo>
                  <a:lnTo>
                    <a:pt x="2246" y="8383"/>
                  </a:lnTo>
                  <a:lnTo>
                    <a:pt x="2447" y="8423"/>
                  </a:lnTo>
                  <a:lnTo>
                    <a:pt x="2647" y="8443"/>
                  </a:lnTo>
                  <a:lnTo>
                    <a:pt x="2868" y="8463"/>
                  </a:lnTo>
                  <a:lnTo>
                    <a:pt x="3149" y="8443"/>
                  </a:lnTo>
                  <a:lnTo>
                    <a:pt x="3430" y="8403"/>
                  </a:lnTo>
                  <a:lnTo>
                    <a:pt x="3710" y="8323"/>
                  </a:lnTo>
                  <a:lnTo>
                    <a:pt x="3971" y="8243"/>
                  </a:lnTo>
                  <a:lnTo>
                    <a:pt x="4212" y="8122"/>
                  </a:lnTo>
                  <a:lnTo>
                    <a:pt x="4452" y="7962"/>
                  </a:lnTo>
                  <a:lnTo>
                    <a:pt x="4673" y="7801"/>
                  </a:lnTo>
                  <a:lnTo>
                    <a:pt x="4873" y="7621"/>
                  </a:lnTo>
                  <a:lnTo>
                    <a:pt x="5054" y="7420"/>
                  </a:lnTo>
                  <a:lnTo>
                    <a:pt x="5234" y="7200"/>
                  </a:lnTo>
                  <a:lnTo>
                    <a:pt x="5375" y="6959"/>
                  </a:lnTo>
                  <a:lnTo>
                    <a:pt x="5495" y="6718"/>
                  </a:lnTo>
                  <a:lnTo>
                    <a:pt x="5595" y="6458"/>
                  </a:lnTo>
                  <a:lnTo>
                    <a:pt x="5656" y="6177"/>
                  </a:lnTo>
                  <a:lnTo>
                    <a:pt x="5696" y="5896"/>
                  </a:lnTo>
                  <a:lnTo>
                    <a:pt x="5716" y="5595"/>
                  </a:lnTo>
                  <a:lnTo>
                    <a:pt x="5716" y="2848"/>
                  </a:lnTo>
                  <a:lnTo>
                    <a:pt x="5696" y="2567"/>
                  </a:lnTo>
                  <a:lnTo>
                    <a:pt x="5656" y="2286"/>
                  </a:lnTo>
                  <a:lnTo>
                    <a:pt x="5595" y="2006"/>
                  </a:lnTo>
                  <a:lnTo>
                    <a:pt x="5495" y="1745"/>
                  </a:lnTo>
                  <a:lnTo>
                    <a:pt x="5375" y="1484"/>
                  </a:lnTo>
                  <a:lnTo>
                    <a:pt x="5234" y="1264"/>
                  </a:lnTo>
                  <a:lnTo>
                    <a:pt x="5054" y="1043"/>
                  </a:lnTo>
                  <a:lnTo>
                    <a:pt x="4873" y="842"/>
                  </a:lnTo>
                  <a:lnTo>
                    <a:pt x="4673" y="642"/>
                  </a:lnTo>
                  <a:lnTo>
                    <a:pt x="4452" y="482"/>
                  </a:lnTo>
                  <a:lnTo>
                    <a:pt x="4232" y="341"/>
                  </a:lnTo>
                  <a:lnTo>
                    <a:pt x="3971" y="221"/>
                  </a:lnTo>
                  <a:lnTo>
                    <a:pt x="3710" y="121"/>
                  </a:lnTo>
                  <a:lnTo>
                    <a:pt x="3430" y="60"/>
                  </a:lnTo>
                  <a:lnTo>
                    <a:pt x="3149" y="20"/>
                  </a:lnTo>
                  <a:lnTo>
                    <a:pt x="286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26"/>
            <p:cNvSpPr/>
            <p:nvPr/>
          </p:nvSpPr>
          <p:spPr>
            <a:xfrm>
              <a:off x="10051400" y="3285888"/>
              <a:ext cx="142900" cy="211600"/>
            </a:xfrm>
            <a:custGeom>
              <a:avLst/>
              <a:gdLst/>
              <a:ahLst/>
              <a:cxnLst/>
              <a:rect l="l" t="t" r="r" b="b"/>
              <a:pathLst>
                <a:path w="5716" h="8464" fill="none" extrusionOk="0">
                  <a:moveTo>
                    <a:pt x="5716" y="2848"/>
                  </a:moveTo>
                  <a:lnTo>
                    <a:pt x="5716" y="5595"/>
                  </a:lnTo>
                  <a:lnTo>
                    <a:pt x="5716" y="5595"/>
                  </a:lnTo>
                  <a:lnTo>
                    <a:pt x="5696" y="5896"/>
                  </a:lnTo>
                  <a:lnTo>
                    <a:pt x="5656" y="6177"/>
                  </a:lnTo>
                  <a:lnTo>
                    <a:pt x="5595" y="6458"/>
                  </a:lnTo>
                  <a:lnTo>
                    <a:pt x="5495" y="6718"/>
                  </a:lnTo>
                  <a:lnTo>
                    <a:pt x="5375" y="6959"/>
                  </a:lnTo>
                  <a:lnTo>
                    <a:pt x="5234" y="7200"/>
                  </a:lnTo>
                  <a:lnTo>
                    <a:pt x="5054" y="7420"/>
                  </a:lnTo>
                  <a:lnTo>
                    <a:pt x="4873" y="7621"/>
                  </a:lnTo>
                  <a:lnTo>
                    <a:pt x="4673" y="7801"/>
                  </a:lnTo>
                  <a:lnTo>
                    <a:pt x="4452" y="7962"/>
                  </a:lnTo>
                  <a:lnTo>
                    <a:pt x="4212" y="8122"/>
                  </a:lnTo>
                  <a:lnTo>
                    <a:pt x="3971" y="8243"/>
                  </a:lnTo>
                  <a:lnTo>
                    <a:pt x="3710" y="8323"/>
                  </a:lnTo>
                  <a:lnTo>
                    <a:pt x="3430" y="8403"/>
                  </a:lnTo>
                  <a:lnTo>
                    <a:pt x="3149" y="8443"/>
                  </a:lnTo>
                  <a:lnTo>
                    <a:pt x="2868" y="8463"/>
                  </a:lnTo>
                  <a:lnTo>
                    <a:pt x="2868" y="8463"/>
                  </a:lnTo>
                  <a:lnTo>
                    <a:pt x="2647" y="8443"/>
                  </a:lnTo>
                  <a:lnTo>
                    <a:pt x="2447" y="8423"/>
                  </a:lnTo>
                  <a:lnTo>
                    <a:pt x="2246" y="8383"/>
                  </a:lnTo>
                  <a:lnTo>
                    <a:pt x="2046" y="8343"/>
                  </a:lnTo>
                  <a:lnTo>
                    <a:pt x="2046" y="8343"/>
                  </a:lnTo>
                  <a:lnTo>
                    <a:pt x="1705" y="8223"/>
                  </a:lnTo>
                  <a:lnTo>
                    <a:pt x="1404" y="8062"/>
                  </a:lnTo>
                  <a:lnTo>
                    <a:pt x="1103" y="7862"/>
                  </a:lnTo>
                  <a:lnTo>
                    <a:pt x="842" y="7621"/>
                  </a:lnTo>
                  <a:lnTo>
                    <a:pt x="842" y="7621"/>
                  </a:lnTo>
                  <a:lnTo>
                    <a:pt x="662" y="7420"/>
                  </a:lnTo>
                  <a:lnTo>
                    <a:pt x="502" y="7200"/>
                  </a:lnTo>
                  <a:lnTo>
                    <a:pt x="361" y="6959"/>
                  </a:lnTo>
                  <a:lnTo>
                    <a:pt x="241" y="6718"/>
                  </a:lnTo>
                  <a:lnTo>
                    <a:pt x="141" y="6458"/>
                  </a:lnTo>
                  <a:lnTo>
                    <a:pt x="60" y="6177"/>
                  </a:lnTo>
                  <a:lnTo>
                    <a:pt x="20" y="5896"/>
                  </a:lnTo>
                  <a:lnTo>
                    <a:pt x="0" y="5595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607"/>
                  </a:lnTo>
                  <a:lnTo>
                    <a:pt x="60" y="2367"/>
                  </a:lnTo>
                  <a:lnTo>
                    <a:pt x="60" y="2367"/>
                  </a:lnTo>
                  <a:lnTo>
                    <a:pt x="100" y="2126"/>
                  </a:lnTo>
                  <a:lnTo>
                    <a:pt x="181" y="1885"/>
                  </a:lnTo>
                  <a:lnTo>
                    <a:pt x="281" y="1645"/>
                  </a:lnTo>
                  <a:lnTo>
                    <a:pt x="381" y="1424"/>
                  </a:lnTo>
                  <a:lnTo>
                    <a:pt x="522" y="1224"/>
                  </a:lnTo>
                  <a:lnTo>
                    <a:pt x="662" y="1023"/>
                  </a:lnTo>
                  <a:lnTo>
                    <a:pt x="822" y="842"/>
                  </a:lnTo>
                  <a:lnTo>
                    <a:pt x="1003" y="682"/>
                  </a:lnTo>
                  <a:lnTo>
                    <a:pt x="1203" y="522"/>
                  </a:lnTo>
                  <a:lnTo>
                    <a:pt x="1404" y="401"/>
                  </a:lnTo>
                  <a:lnTo>
                    <a:pt x="1625" y="281"/>
                  </a:lnTo>
                  <a:lnTo>
                    <a:pt x="1865" y="181"/>
                  </a:lnTo>
                  <a:lnTo>
                    <a:pt x="2106" y="100"/>
                  </a:lnTo>
                  <a:lnTo>
                    <a:pt x="2347" y="40"/>
                  </a:lnTo>
                  <a:lnTo>
                    <a:pt x="2607" y="0"/>
                  </a:lnTo>
                  <a:lnTo>
                    <a:pt x="2868" y="0"/>
                  </a:lnTo>
                  <a:lnTo>
                    <a:pt x="2868" y="0"/>
                  </a:lnTo>
                  <a:lnTo>
                    <a:pt x="3149" y="20"/>
                  </a:lnTo>
                  <a:lnTo>
                    <a:pt x="3430" y="60"/>
                  </a:lnTo>
                  <a:lnTo>
                    <a:pt x="3710" y="121"/>
                  </a:lnTo>
                  <a:lnTo>
                    <a:pt x="3971" y="221"/>
                  </a:lnTo>
                  <a:lnTo>
                    <a:pt x="4232" y="341"/>
                  </a:lnTo>
                  <a:lnTo>
                    <a:pt x="4452" y="482"/>
                  </a:lnTo>
                  <a:lnTo>
                    <a:pt x="4673" y="642"/>
                  </a:lnTo>
                  <a:lnTo>
                    <a:pt x="4873" y="842"/>
                  </a:lnTo>
                  <a:lnTo>
                    <a:pt x="4873" y="842"/>
                  </a:lnTo>
                  <a:lnTo>
                    <a:pt x="5054" y="1043"/>
                  </a:lnTo>
                  <a:lnTo>
                    <a:pt x="5234" y="1264"/>
                  </a:lnTo>
                  <a:lnTo>
                    <a:pt x="5375" y="1484"/>
                  </a:lnTo>
                  <a:lnTo>
                    <a:pt x="5495" y="1745"/>
                  </a:lnTo>
                  <a:lnTo>
                    <a:pt x="5595" y="2006"/>
                  </a:lnTo>
                  <a:lnTo>
                    <a:pt x="5656" y="2286"/>
                  </a:lnTo>
                  <a:lnTo>
                    <a:pt x="5696" y="2567"/>
                  </a:lnTo>
                  <a:lnTo>
                    <a:pt x="5716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26"/>
            <p:cNvSpPr/>
            <p:nvPr/>
          </p:nvSpPr>
          <p:spPr>
            <a:xfrm>
              <a:off x="10052900" y="3285888"/>
              <a:ext cx="90275" cy="211600"/>
            </a:xfrm>
            <a:custGeom>
              <a:avLst/>
              <a:gdLst/>
              <a:ahLst/>
              <a:cxnLst/>
              <a:rect l="l" t="t" r="r" b="b"/>
              <a:pathLst>
                <a:path w="3611" h="8464" extrusionOk="0">
                  <a:moveTo>
                    <a:pt x="2547" y="0"/>
                  </a:moveTo>
                  <a:lnTo>
                    <a:pt x="2287" y="40"/>
                  </a:lnTo>
                  <a:lnTo>
                    <a:pt x="2046" y="100"/>
                  </a:lnTo>
                  <a:lnTo>
                    <a:pt x="1805" y="181"/>
                  </a:lnTo>
                  <a:lnTo>
                    <a:pt x="1565" y="281"/>
                  </a:lnTo>
                  <a:lnTo>
                    <a:pt x="1344" y="401"/>
                  </a:lnTo>
                  <a:lnTo>
                    <a:pt x="1143" y="522"/>
                  </a:lnTo>
                  <a:lnTo>
                    <a:pt x="943" y="682"/>
                  </a:lnTo>
                  <a:lnTo>
                    <a:pt x="762" y="842"/>
                  </a:lnTo>
                  <a:lnTo>
                    <a:pt x="602" y="1023"/>
                  </a:lnTo>
                  <a:lnTo>
                    <a:pt x="462" y="1224"/>
                  </a:lnTo>
                  <a:lnTo>
                    <a:pt x="321" y="1424"/>
                  </a:lnTo>
                  <a:lnTo>
                    <a:pt x="221" y="1645"/>
                  </a:lnTo>
                  <a:lnTo>
                    <a:pt x="121" y="1885"/>
                  </a:lnTo>
                  <a:lnTo>
                    <a:pt x="40" y="2126"/>
                  </a:lnTo>
                  <a:lnTo>
                    <a:pt x="0" y="2367"/>
                  </a:lnTo>
                  <a:lnTo>
                    <a:pt x="241" y="2347"/>
                  </a:lnTo>
                  <a:lnTo>
                    <a:pt x="421" y="2367"/>
                  </a:lnTo>
                  <a:lnTo>
                    <a:pt x="582" y="2387"/>
                  </a:lnTo>
                  <a:lnTo>
                    <a:pt x="722" y="2447"/>
                  </a:lnTo>
                  <a:lnTo>
                    <a:pt x="863" y="2507"/>
                  </a:lnTo>
                  <a:lnTo>
                    <a:pt x="1003" y="2607"/>
                  </a:lnTo>
                  <a:lnTo>
                    <a:pt x="1123" y="2708"/>
                  </a:lnTo>
                  <a:lnTo>
                    <a:pt x="1224" y="2828"/>
                  </a:lnTo>
                  <a:lnTo>
                    <a:pt x="1324" y="2968"/>
                  </a:lnTo>
                  <a:lnTo>
                    <a:pt x="1404" y="3129"/>
                  </a:lnTo>
                  <a:lnTo>
                    <a:pt x="1504" y="3289"/>
                  </a:lnTo>
                  <a:lnTo>
                    <a:pt x="1625" y="3630"/>
                  </a:lnTo>
                  <a:lnTo>
                    <a:pt x="1745" y="4031"/>
                  </a:lnTo>
                  <a:lnTo>
                    <a:pt x="1825" y="4452"/>
                  </a:lnTo>
                  <a:lnTo>
                    <a:pt x="1885" y="4894"/>
                  </a:lnTo>
                  <a:lnTo>
                    <a:pt x="1946" y="5335"/>
                  </a:lnTo>
                  <a:lnTo>
                    <a:pt x="1966" y="5776"/>
                  </a:lnTo>
                  <a:lnTo>
                    <a:pt x="1986" y="6197"/>
                  </a:lnTo>
                  <a:lnTo>
                    <a:pt x="2006" y="6979"/>
                  </a:lnTo>
                  <a:lnTo>
                    <a:pt x="2006" y="7621"/>
                  </a:lnTo>
                  <a:lnTo>
                    <a:pt x="2006" y="7942"/>
                  </a:lnTo>
                  <a:lnTo>
                    <a:pt x="1986" y="8343"/>
                  </a:lnTo>
                  <a:lnTo>
                    <a:pt x="2186" y="8383"/>
                  </a:lnTo>
                  <a:lnTo>
                    <a:pt x="2387" y="8423"/>
                  </a:lnTo>
                  <a:lnTo>
                    <a:pt x="2587" y="8443"/>
                  </a:lnTo>
                  <a:lnTo>
                    <a:pt x="2808" y="8463"/>
                  </a:lnTo>
                  <a:lnTo>
                    <a:pt x="3109" y="8443"/>
                  </a:lnTo>
                  <a:lnTo>
                    <a:pt x="3390" y="8403"/>
                  </a:lnTo>
                  <a:lnTo>
                    <a:pt x="3390" y="2006"/>
                  </a:lnTo>
                  <a:lnTo>
                    <a:pt x="3410" y="1524"/>
                  </a:lnTo>
                  <a:lnTo>
                    <a:pt x="3450" y="1043"/>
                  </a:lnTo>
                  <a:lnTo>
                    <a:pt x="3510" y="582"/>
                  </a:lnTo>
                  <a:lnTo>
                    <a:pt x="3610" y="121"/>
                  </a:lnTo>
                  <a:lnTo>
                    <a:pt x="3410" y="60"/>
                  </a:lnTo>
                  <a:lnTo>
                    <a:pt x="3209" y="20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26"/>
            <p:cNvSpPr/>
            <p:nvPr/>
          </p:nvSpPr>
          <p:spPr>
            <a:xfrm>
              <a:off x="10052900" y="3285888"/>
              <a:ext cx="90275" cy="211600"/>
            </a:xfrm>
            <a:custGeom>
              <a:avLst/>
              <a:gdLst/>
              <a:ahLst/>
              <a:cxnLst/>
              <a:rect l="l" t="t" r="r" b="b"/>
              <a:pathLst>
                <a:path w="3611" h="8464" fill="none" extrusionOk="0">
                  <a:moveTo>
                    <a:pt x="2808" y="0"/>
                  </a:moveTo>
                  <a:lnTo>
                    <a:pt x="2808" y="0"/>
                  </a:lnTo>
                  <a:lnTo>
                    <a:pt x="2547" y="0"/>
                  </a:lnTo>
                  <a:lnTo>
                    <a:pt x="2287" y="40"/>
                  </a:lnTo>
                  <a:lnTo>
                    <a:pt x="2046" y="100"/>
                  </a:lnTo>
                  <a:lnTo>
                    <a:pt x="1805" y="181"/>
                  </a:lnTo>
                  <a:lnTo>
                    <a:pt x="1565" y="281"/>
                  </a:lnTo>
                  <a:lnTo>
                    <a:pt x="1344" y="401"/>
                  </a:lnTo>
                  <a:lnTo>
                    <a:pt x="1143" y="522"/>
                  </a:lnTo>
                  <a:lnTo>
                    <a:pt x="943" y="682"/>
                  </a:lnTo>
                  <a:lnTo>
                    <a:pt x="762" y="842"/>
                  </a:lnTo>
                  <a:lnTo>
                    <a:pt x="602" y="1023"/>
                  </a:lnTo>
                  <a:lnTo>
                    <a:pt x="462" y="1224"/>
                  </a:lnTo>
                  <a:lnTo>
                    <a:pt x="321" y="1424"/>
                  </a:lnTo>
                  <a:lnTo>
                    <a:pt x="221" y="1645"/>
                  </a:lnTo>
                  <a:lnTo>
                    <a:pt x="121" y="1885"/>
                  </a:lnTo>
                  <a:lnTo>
                    <a:pt x="40" y="2126"/>
                  </a:lnTo>
                  <a:lnTo>
                    <a:pt x="0" y="2367"/>
                  </a:lnTo>
                  <a:lnTo>
                    <a:pt x="0" y="2367"/>
                  </a:lnTo>
                  <a:lnTo>
                    <a:pt x="241" y="2347"/>
                  </a:lnTo>
                  <a:lnTo>
                    <a:pt x="241" y="2347"/>
                  </a:lnTo>
                  <a:lnTo>
                    <a:pt x="421" y="2367"/>
                  </a:lnTo>
                  <a:lnTo>
                    <a:pt x="582" y="2387"/>
                  </a:lnTo>
                  <a:lnTo>
                    <a:pt x="722" y="2447"/>
                  </a:lnTo>
                  <a:lnTo>
                    <a:pt x="863" y="2507"/>
                  </a:lnTo>
                  <a:lnTo>
                    <a:pt x="1003" y="2607"/>
                  </a:lnTo>
                  <a:lnTo>
                    <a:pt x="1123" y="2708"/>
                  </a:lnTo>
                  <a:lnTo>
                    <a:pt x="1224" y="2828"/>
                  </a:lnTo>
                  <a:lnTo>
                    <a:pt x="1324" y="2968"/>
                  </a:lnTo>
                  <a:lnTo>
                    <a:pt x="1404" y="3129"/>
                  </a:lnTo>
                  <a:lnTo>
                    <a:pt x="1504" y="3289"/>
                  </a:lnTo>
                  <a:lnTo>
                    <a:pt x="1625" y="3630"/>
                  </a:lnTo>
                  <a:lnTo>
                    <a:pt x="1745" y="4031"/>
                  </a:lnTo>
                  <a:lnTo>
                    <a:pt x="1825" y="4452"/>
                  </a:lnTo>
                  <a:lnTo>
                    <a:pt x="1885" y="4894"/>
                  </a:lnTo>
                  <a:lnTo>
                    <a:pt x="1946" y="5335"/>
                  </a:lnTo>
                  <a:lnTo>
                    <a:pt x="1966" y="5776"/>
                  </a:lnTo>
                  <a:lnTo>
                    <a:pt x="1986" y="6197"/>
                  </a:lnTo>
                  <a:lnTo>
                    <a:pt x="2006" y="6979"/>
                  </a:lnTo>
                  <a:lnTo>
                    <a:pt x="2006" y="7621"/>
                  </a:lnTo>
                  <a:lnTo>
                    <a:pt x="2006" y="7621"/>
                  </a:lnTo>
                  <a:lnTo>
                    <a:pt x="2006" y="7942"/>
                  </a:lnTo>
                  <a:lnTo>
                    <a:pt x="1986" y="8343"/>
                  </a:lnTo>
                  <a:lnTo>
                    <a:pt x="1986" y="8343"/>
                  </a:lnTo>
                  <a:lnTo>
                    <a:pt x="2186" y="8383"/>
                  </a:lnTo>
                  <a:lnTo>
                    <a:pt x="2387" y="8423"/>
                  </a:lnTo>
                  <a:lnTo>
                    <a:pt x="2587" y="8443"/>
                  </a:lnTo>
                  <a:lnTo>
                    <a:pt x="2808" y="8463"/>
                  </a:lnTo>
                  <a:lnTo>
                    <a:pt x="2808" y="8463"/>
                  </a:lnTo>
                  <a:lnTo>
                    <a:pt x="3109" y="8443"/>
                  </a:lnTo>
                  <a:lnTo>
                    <a:pt x="3390" y="8403"/>
                  </a:lnTo>
                  <a:lnTo>
                    <a:pt x="3390" y="2006"/>
                  </a:lnTo>
                  <a:lnTo>
                    <a:pt x="3390" y="2006"/>
                  </a:lnTo>
                  <a:lnTo>
                    <a:pt x="3390" y="2006"/>
                  </a:lnTo>
                  <a:lnTo>
                    <a:pt x="3410" y="1524"/>
                  </a:lnTo>
                  <a:lnTo>
                    <a:pt x="3450" y="1043"/>
                  </a:lnTo>
                  <a:lnTo>
                    <a:pt x="3510" y="582"/>
                  </a:lnTo>
                  <a:lnTo>
                    <a:pt x="3610" y="121"/>
                  </a:lnTo>
                  <a:lnTo>
                    <a:pt x="3610" y="121"/>
                  </a:lnTo>
                  <a:lnTo>
                    <a:pt x="3410" y="60"/>
                  </a:lnTo>
                  <a:lnTo>
                    <a:pt x="3209" y="20"/>
                  </a:lnTo>
                  <a:lnTo>
                    <a:pt x="3009" y="0"/>
                  </a:lnTo>
                  <a:lnTo>
                    <a:pt x="280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26"/>
            <p:cNvSpPr/>
            <p:nvPr/>
          </p:nvSpPr>
          <p:spPr>
            <a:xfrm>
              <a:off x="10509125" y="2553388"/>
              <a:ext cx="265250" cy="142925"/>
            </a:xfrm>
            <a:custGeom>
              <a:avLst/>
              <a:gdLst/>
              <a:ahLst/>
              <a:cxnLst/>
              <a:rect l="l" t="t" r="r" b="b"/>
              <a:pathLst>
                <a:path w="10610" h="5717" extrusionOk="0">
                  <a:moveTo>
                    <a:pt x="2849" y="0"/>
                  </a:move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3149"/>
                  </a:lnTo>
                  <a:lnTo>
                    <a:pt x="61" y="3430"/>
                  </a:lnTo>
                  <a:lnTo>
                    <a:pt x="121" y="3711"/>
                  </a:lnTo>
                  <a:lnTo>
                    <a:pt x="222" y="3971"/>
                  </a:lnTo>
                  <a:lnTo>
                    <a:pt x="342" y="4212"/>
                  </a:lnTo>
                  <a:lnTo>
                    <a:pt x="482" y="4453"/>
                  </a:lnTo>
                  <a:lnTo>
                    <a:pt x="643" y="4673"/>
                  </a:lnTo>
                  <a:lnTo>
                    <a:pt x="823" y="4874"/>
                  </a:lnTo>
                  <a:lnTo>
                    <a:pt x="1024" y="5054"/>
                  </a:lnTo>
                  <a:lnTo>
                    <a:pt x="1244" y="5215"/>
                  </a:lnTo>
                  <a:lnTo>
                    <a:pt x="1485" y="5375"/>
                  </a:lnTo>
                  <a:lnTo>
                    <a:pt x="1746" y="5495"/>
                  </a:lnTo>
                  <a:lnTo>
                    <a:pt x="2006" y="5576"/>
                  </a:lnTo>
                  <a:lnTo>
                    <a:pt x="2267" y="5656"/>
                  </a:lnTo>
                  <a:lnTo>
                    <a:pt x="2548" y="5696"/>
                  </a:lnTo>
                  <a:lnTo>
                    <a:pt x="2849" y="5716"/>
                  </a:lnTo>
                  <a:lnTo>
                    <a:pt x="7742" y="5716"/>
                  </a:lnTo>
                  <a:lnTo>
                    <a:pt x="8043" y="5696"/>
                  </a:lnTo>
                  <a:lnTo>
                    <a:pt x="8324" y="5656"/>
                  </a:lnTo>
                  <a:lnTo>
                    <a:pt x="8604" y="5576"/>
                  </a:lnTo>
                  <a:lnTo>
                    <a:pt x="8865" y="5495"/>
                  </a:lnTo>
                  <a:lnTo>
                    <a:pt x="9106" y="5375"/>
                  </a:lnTo>
                  <a:lnTo>
                    <a:pt x="9346" y="5215"/>
                  </a:lnTo>
                  <a:lnTo>
                    <a:pt x="9567" y="5054"/>
                  </a:lnTo>
                  <a:lnTo>
                    <a:pt x="9767" y="4874"/>
                  </a:lnTo>
                  <a:lnTo>
                    <a:pt x="9888" y="4733"/>
                  </a:lnTo>
                  <a:lnTo>
                    <a:pt x="10048" y="4553"/>
                  </a:lnTo>
                  <a:lnTo>
                    <a:pt x="10189" y="4332"/>
                  </a:lnTo>
                  <a:lnTo>
                    <a:pt x="10309" y="4112"/>
                  </a:lnTo>
                  <a:lnTo>
                    <a:pt x="10409" y="3871"/>
                  </a:lnTo>
                  <a:lnTo>
                    <a:pt x="10489" y="3630"/>
                  </a:lnTo>
                  <a:lnTo>
                    <a:pt x="10550" y="3390"/>
                  </a:lnTo>
                  <a:lnTo>
                    <a:pt x="10590" y="3129"/>
                  </a:lnTo>
                  <a:lnTo>
                    <a:pt x="10610" y="2848"/>
                  </a:lnTo>
                  <a:lnTo>
                    <a:pt x="10590" y="2567"/>
                  </a:lnTo>
                  <a:lnTo>
                    <a:pt x="10550" y="2287"/>
                  </a:lnTo>
                  <a:lnTo>
                    <a:pt x="10469" y="2006"/>
                  </a:lnTo>
                  <a:lnTo>
                    <a:pt x="10369" y="1745"/>
                  </a:lnTo>
                  <a:lnTo>
                    <a:pt x="10249" y="1505"/>
                  </a:lnTo>
                  <a:lnTo>
                    <a:pt x="10108" y="1264"/>
                  </a:lnTo>
                  <a:lnTo>
                    <a:pt x="9948" y="1043"/>
                  </a:lnTo>
                  <a:lnTo>
                    <a:pt x="9767" y="843"/>
                  </a:lnTo>
                  <a:lnTo>
                    <a:pt x="9567" y="662"/>
                  </a:lnTo>
                  <a:lnTo>
                    <a:pt x="9346" y="482"/>
                  </a:lnTo>
                  <a:lnTo>
                    <a:pt x="9106" y="341"/>
                  </a:lnTo>
                  <a:lnTo>
                    <a:pt x="8865" y="221"/>
                  </a:lnTo>
                  <a:lnTo>
                    <a:pt x="8604" y="121"/>
                  </a:lnTo>
                  <a:lnTo>
                    <a:pt x="8324" y="61"/>
                  </a:lnTo>
                  <a:lnTo>
                    <a:pt x="8043" y="21"/>
                  </a:lnTo>
                  <a:lnTo>
                    <a:pt x="77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26"/>
            <p:cNvSpPr/>
            <p:nvPr/>
          </p:nvSpPr>
          <p:spPr>
            <a:xfrm>
              <a:off x="10509125" y="2553388"/>
              <a:ext cx="265250" cy="142925"/>
            </a:xfrm>
            <a:custGeom>
              <a:avLst/>
              <a:gdLst/>
              <a:ahLst/>
              <a:cxnLst/>
              <a:rect l="l" t="t" r="r" b="b"/>
              <a:pathLst>
                <a:path w="10610" h="5717" fill="none" extrusionOk="0">
                  <a:moveTo>
                    <a:pt x="10610" y="2848"/>
                  </a:moveTo>
                  <a:lnTo>
                    <a:pt x="10610" y="2848"/>
                  </a:lnTo>
                  <a:lnTo>
                    <a:pt x="10590" y="3129"/>
                  </a:lnTo>
                  <a:lnTo>
                    <a:pt x="10550" y="3390"/>
                  </a:lnTo>
                  <a:lnTo>
                    <a:pt x="10489" y="3630"/>
                  </a:lnTo>
                  <a:lnTo>
                    <a:pt x="10409" y="3871"/>
                  </a:lnTo>
                  <a:lnTo>
                    <a:pt x="10309" y="4112"/>
                  </a:lnTo>
                  <a:lnTo>
                    <a:pt x="10189" y="4332"/>
                  </a:lnTo>
                  <a:lnTo>
                    <a:pt x="10048" y="4553"/>
                  </a:lnTo>
                  <a:lnTo>
                    <a:pt x="9888" y="4733"/>
                  </a:lnTo>
                  <a:lnTo>
                    <a:pt x="9888" y="4733"/>
                  </a:lnTo>
                  <a:lnTo>
                    <a:pt x="9767" y="4874"/>
                  </a:lnTo>
                  <a:lnTo>
                    <a:pt x="9767" y="4874"/>
                  </a:lnTo>
                  <a:lnTo>
                    <a:pt x="9567" y="5054"/>
                  </a:lnTo>
                  <a:lnTo>
                    <a:pt x="9346" y="5215"/>
                  </a:lnTo>
                  <a:lnTo>
                    <a:pt x="9106" y="5375"/>
                  </a:lnTo>
                  <a:lnTo>
                    <a:pt x="8865" y="5495"/>
                  </a:lnTo>
                  <a:lnTo>
                    <a:pt x="8604" y="5576"/>
                  </a:lnTo>
                  <a:lnTo>
                    <a:pt x="8324" y="5656"/>
                  </a:lnTo>
                  <a:lnTo>
                    <a:pt x="8043" y="5696"/>
                  </a:lnTo>
                  <a:lnTo>
                    <a:pt x="7742" y="5716"/>
                  </a:lnTo>
                  <a:lnTo>
                    <a:pt x="2849" y="5716"/>
                  </a:lnTo>
                  <a:lnTo>
                    <a:pt x="2849" y="5716"/>
                  </a:lnTo>
                  <a:lnTo>
                    <a:pt x="2548" y="5696"/>
                  </a:lnTo>
                  <a:lnTo>
                    <a:pt x="2267" y="5656"/>
                  </a:lnTo>
                  <a:lnTo>
                    <a:pt x="2006" y="5576"/>
                  </a:lnTo>
                  <a:lnTo>
                    <a:pt x="1746" y="5495"/>
                  </a:lnTo>
                  <a:lnTo>
                    <a:pt x="1485" y="5375"/>
                  </a:lnTo>
                  <a:lnTo>
                    <a:pt x="1244" y="5215"/>
                  </a:lnTo>
                  <a:lnTo>
                    <a:pt x="1024" y="5054"/>
                  </a:lnTo>
                  <a:lnTo>
                    <a:pt x="823" y="4874"/>
                  </a:lnTo>
                  <a:lnTo>
                    <a:pt x="643" y="4673"/>
                  </a:lnTo>
                  <a:lnTo>
                    <a:pt x="482" y="4453"/>
                  </a:lnTo>
                  <a:lnTo>
                    <a:pt x="342" y="4212"/>
                  </a:lnTo>
                  <a:lnTo>
                    <a:pt x="222" y="3971"/>
                  </a:lnTo>
                  <a:lnTo>
                    <a:pt x="121" y="3711"/>
                  </a:lnTo>
                  <a:lnTo>
                    <a:pt x="61" y="3430"/>
                  </a:lnTo>
                  <a:lnTo>
                    <a:pt x="1" y="3149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1" y="2567"/>
                  </a:lnTo>
                  <a:lnTo>
                    <a:pt x="41" y="2287"/>
                  </a:lnTo>
                  <a:lnTo>
                    <a:pt x="121" y="2006"/>
                  </a:lnTo>
                  <a:lnTo>
                    <a:pt x="222" y="1745"/>
                  </a:lnTo>
                  <a:lnTo>
                    <a:pt x="342" y="1505"/>
                  </a:lnTo>
                  <a:lnTo>
                    <a:pt x="482" y="1264"/>
                  </a:lnTo>
                  <a:lnTo>
                    <a:pt x="643" y="1043"/>
                  </a:lnTo>
                  <a:lnTo>
                    <a:pt x="823" y="843"/>
                  </a:lnTo>
                  <a:lnTo>
                    <a:pt x="823" y="843"/>
                  </a:lnTo>
                  <a:lnTo>
                    <a:pt x="1024" y="642"/>
                  </a:lnTo>
                  <a:lnTo>
                    <a:pt x="1244" y="482"/>
                  </a:lnTo>
                  <a:lnTo>
                    <a:pt x="1485" y="341"/>
                  </a:lnTo>
                  <a:lnTo>
                    <a:pt x="1746" y="221"/>
                  </a:lnTo>
                  <a:lnTo>
                    <a:pt x="2006" y="121"/>
                  </a:lnTo>
                  <a:lnTo>
                    <a:pt x="2267" y="61"/>
                  </a:lnTo>
                  <a:lnTo>
                    <a:pt x="2568" y="21"/>
                  </a:lnTo>
                  <a:lnTo>
                    <a:pt x="2849" y="0"/>
                  </a:lnTo>
                  <a:lnTo>
                    <a:pt x="7742" y="0"/>
                  </a:lnTo>
                  <a:lnTo>
                    <a:pt x="7742" y="0"/>
                  </a:lnTo>
                  <a:lnTo>
                    <a:pt x="8043" y="21"/>
                  </a:lnTo>
                  <a:lnTo>
                    <a:pt x="8324" y="61"/>
                  </a:lnTo>
                  <a:lnTo>
                    <a:pt x="8604" y="121"/>
                  </a:lnTo>
                  <a:lnTo>
                    <a:pt x="8865" y="221"/>
                  </a:lnTo>
                  <a:lnTo>
                    <a:pt x="9106" y="341"/>
                  </a:lnTo>
                  <a:lnTo>
                    <a:pt x="9346" y="482"/>
                  </a:lnTo>
                  <a:lnTo>
                    <a:pt x="9567" y="662"/>
                  </a:lnTo>
                  <a:lnTo>
                    <a:pt x="9767" y="843"/>
                  </a:lnTo>
                  <a:lnTo>
                    <a:pt x="9948" y="1043"/>
                  </a:lnTo>
                  <a:lnTo>
                    <a:pt x="10108" y="1264"/>
                  </a:lnTo>
                  <a:lnTo>
                    <a:pt x="10249" y="1505"/>
                  </a:lnTo>
                  <a:lnTo>
                    <a:pt x="10369" y="1745"/>
                  </a:lnTo>
                  <a:lnTo>
                    <a:pt x="10469" y="2006"/>
                  </a:lnTo>
                  <a:lnTo>
                    <a:pt x="10550" y="2287"/>
                  </a:lnTo>
                  <a:lnTo>
                    <a:pt x="10590" y="2567"/>
                  </a:lnTo>
                  <a:lnTo>
                    <a:pt x="10610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26"/>
            <p:cNvSpPr/>
            <p:nvPr/>
          </p:nvSpPr>
          <p:spPr>
            <a:xfrm>
              <a:off x="10509125" y="2553388"/>
              <a:ext cx="97300" cy="97800"/>
            </a:xfrm>
            <a:custGeom>
              <a:avLst/>
              <a:gdLst/>
              <a:ahLst/>
              <a:cxnLst/>
              <a:rect l="l" t="t" r="r" b="b"/>
              <a:pathLst>
                <a:path w="3892" h="3912" extrusionOk="0">
                  <a:moveTo>
                    <a:pt x="2849" y="0"/>
                  </a:move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3129"/>
                  </a:lnTo>
                  <a:lnTo>
                    <a:pt x="41" y="3390"/>
                  </a:lnTo>
                  <a:lnTo>
                    <a:pt x="101" y="3650"/>
                  </a:lnTo>
                  <a:lnTo>
                    <a:pt x="201" y="3911"/>
                  </a:lnTo>
                  <a:lnTo>
                    <a:pt x="2889" y="3911"/>
                  </a:lnTo>
                  <a:lnTo>
                    <a:pt x="2768" y="3670"/>
                  </a:lnTo>
                  <a:lnTo>
                    <a:pt x="2688" y="3430"/>
                  </a:lnTo>
                  <a:lnTo>
                    <a:pt x="2628" y="3169"/>
                  </a:lnTo>
                  <a:lnTo>
                    <a:pt x="2608" y="2908"/>
                  </a:lnTo>
                  <a:lnTo>
                    <a:pt x="2608" y="2648"/>
                  </a:lnTo>
                  <a:lnTo>
                    <a:pt x="2648" y="2367"/>
                  </a:lnTo>
                  <a:lnTo>
                    <a:pt x="2688" y="2106"/>
                  </a:lnTo>
                  <a:lnTo>
                    <a:pt x="2748" y="1866"/>
                  </a:lnTo>
                  <a:lnTo>
                    <a:pt x="2829" y="1605"/>
                  </a:lnTo>
                  <a:lnTo>
                    <a:pt x="2929" y="1344"/>
                  </a:lnTo>
                  <a:lnTo>
                    <a:pt x="3049" y="1083"/>
                  </a:lnTo>
                  <a:lnTo>
                    <a:pt x="3190" y="843"/>
                  </a:lnTo>
                  <a:lnTo>
                    <a:pt x="3350" y="622"/>
                  </a:lnTo>
                  <a:lnTo>
                    <a:pt x="3510" y="402"/>
                  </a:lnTo>
                  <a:lnTo>
                    <a:pt x="3711" y="201"/>
                  </a:lnTo>
                  <a:lnTo>
                    <a:pt x="389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26"/>
            <p:cNvSpPr/>
            <p:nvPr/>
          </p:nvSpPr>
          <p:spPr>
            <a:xfrm>
              <a:off x="10509125" y="2553388"/>
              <a:ext cx="97300" cy="97800"/>
            </a:xfrm>
            <a:custGeom>
              <a:avLst/>
              <a:gdLst/>
              <a:ahLst/>
              <a:cxnLst/>
              <a:rect l="l" t="t" r="r" b="b"/>
              <a:pathLst>
                <a:path w="3892" h="3912" fill="none" extrusionOk="0">
                  <a:moveTo>
                    <a:pt x="3892" y="0"/>
                  </a:moveTo>
                  <a:lnTo>
                    <a:pt x="2849" y="0"/>
                  </a:lnTo>
                  <a:lnTo>
                    <a:pt x="2849" y="0"/>
                  </a:ln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1" y="3129"/>
                  </a:lnTo>
                  <a:lnTo>
                    <a:pt x="41" y="3390"/>
                  </a:lnTo>
                  <a:lnTo>
                    <a:pt x="101" y="3650"/>
                  </a:lnTo>
                  <a:lnTo>
                    <a:pt x="201" y="3911"/>
                  </a:lnTo>
                  <a:lnTo>
                    <a:pt x="2889" y="3911"/>
                  </a:lnTo>
                  <a:lnTo>
                    <a:pt x="2889" y="3911"/>
                  </a:lnTo>
                  <a:lnTo>
                    <a:pt x="2768" y="3670"/>
                  </a:lnTo>
                  <a:lnTo>
                    <a:pt x="2688" y="3430"/>
                  </a:lnTo>
                  <a:lnTo>
                    <a:pt x="2628" y="3169"/>
                  </a:lnTo>
                  <a:lnTo>
                    <a:pt x="2608" y="2908"/>
                  </a:lnTo>
                  <a:lnTo>
                    <a:pt x="2608" y="2648"/>
                  </a:lnTo>
                  <a:lnTo>
                    <a:pt x="2648" y="2367"/>
                  </a:lnTo>
                  <a:lnTo>
                    <a:pt x="2688" y="2106"/>
                  </a:lnTo>
                  <a:lnTo>
                    <a:pt x="2748" y="1866"/>
                  </a:lnTo>
                  <a:lnTo>
                    <a:pt x="2748" y="1866"/>
                  </a:lnTo>
                  <a:lnTo>
                    <a:pt x="2829" y="1605"/>
                  </a:lnTo>
                  <a:lnTo>
                    <a:pt x="2929" y="1344"/>
                  </a:lnTo>
                  <a:lnTo>
                    <a:pt x="3049" y="1083"/>
                  </a:lnTo>
                  <a:lnTo>
                    <a:pt x="3190" y="843"/>
                  </a:lnTo>
                  <a:lnTo>
                    <a:pt x="3350" y="622"/>
                  </a:lnTo>
                  <a:lnTo>
                    <a:pt x="3510" y="402"/>
                  </a:lnTo>
                  <a:lnTo>
                    <a:pt x="3711" y="201"/>
                  </a:lnTo>
                  <a:lnTo>
                    <a:pt x="389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26"/>
            <p:cNvSpPr/>
            <p:nvPr/>
          </p:nvSpPr>
          <p:spPr>
            <a:xfrm>
              <a:off x="10710175" y="2566413"/>
              <a:ext cx="43150" cy="46650"/>
            </a:xfrm>
            <a:custGeom>
              <a:avLst/>
              <a:gdLst/>
              <a:ahLst/>
              <a:cxnLst/>
              <a:rect l="l" t="t" r="r" b="b"/>
              <a:pathLst>
                <a:path w="1726" h="1866" extrusionOk="0">
                  <a:moveTo>
                    <a:pt x="261" y="1"/>
                  </a:moveTo>
                  <a:lnTo>
                    <a:pt x="181" y="21"/>
                  </a:lnTo>
                  <a:lnTo>
                    <a:pt x="101" y="61"/>
                  </a:lnTo>
                  <a:lnTo>
                    <a:pt x="61" y="121"/>
                  </a:lnTo>
                  <a:lnTo>
                    <a:pt x="21" y="181"/>
                  </a:lnTo>
                  <a:lnTo>
                    <a:pt x="1" y="262"/>
                  </a:lnTo>
                  <a:lnTo>
                    <a:pt x="1" y="342"/>
                  </a:lnTo>
                  <a:lnTo>
                    <a:pt x="41" y="422"/>
                  </a:lnTo>
                  <a:lnTo>
                    <a:pt x="101" y="502"/>
                  </a:lnTo>
                  <a:lnTo>
                    <a:pt x="181" y="582"/>
                  </a:lnTo>
                  <a:lnTo>
                    <a:pt x="362" y="723"/>
                  </a:lnTo>
                  <a:lnTo>
                    <a:pt x="542" y="863"/>
                  </a:lnTo>
                  <a:lnTo>
                    <a:pt x="643" y="943"/>
                  </a:lnTo>
                  <a:lnTo>
                    <a:pt x="723" y="1024"/>
                  </a:lnTo>
                  <a:lnTo>
                    <a:pt x="843" y="1204"/>
                  </a:lnTo>
                  <a:lnTo>
                    <a:pt x="943" y="1385"/>
                  </a:lnTo>
                  <a:lnTo>
                    <a:pt x="1044" y="1645"/>
                  </a:lnTo>
                  <a:lnTo>
                    <a:pt x="1124" y="1746"/>
                  </a:lnTo>
                  <a:lnTo>
                    <a:pt x="1184" y="1786"/>
                  </a:lnTo>
                  <a:lnTo>
                    <a:pt x="1244" y="1826"/>
                  </a:lnTo>
                  <a:lnTo>
                    <a:pt x="1324" y="1866"/>
                  </a:lnTo>
                  <a:lnTo>
                    <a:pt x="1425" y="1866"/>
                  </a:lnTo>
                  <a:lnTo>
                    <a:pt x="1525" y="1846"/>
                  </a:lnTo>
                  <a:lnTo>
                    <a:pt x="1565" y="1826"/>
                  </a:lnTo>
                  <a:lnTo>
                    <a:pt x="1605" y="1786"/>
                  </a:lnTo>
                  <a:lnTo>
                    <a:pt x="1645" y="1706"/>
                  </a:lnTo>
                  <a:lnTo>
                    <a:pt x="1685" y="1645"/>
                  </a:lnTo>
                  <a:lnTo>
                    <a:pt x="1725" y="1485"/>
                  </a:lnTo>
                  <a:lnTo>
                    <a:pt x="1705" y="1345"/>
                  </a:lnTo>
                  <a:lnTo>
                    <a:pt x="1665" y="1184"/>
                  </a:lnTo>
                  <a:lnTo>
                    <a:pt x="1605" y="1024"/>
                  </a:lnTo>
                  <a:lnTo>
                    <a:pt x="1525" y="883"/>
                  </a:lnTo>
                  <a:lnTo>
                    <a:pt x="1324" y="623"/>
                  </a:lnTo>
                  <a:lnTo>
                    <a:pt x="1224" y="502"/>
                  </a:lnTo>
                  <a:lnTo>
                    <a:pt x="1104" y="402"/>
                  </a:lnTo>
                  <a:lnTo>
                    <a:pt x="1004" y="322"/>
                  </a:lnTo>
                  <a:lnTo>
                    <a:pt x="883" y="242"/>
                  </a:lnTo>
                  <a:lnTo>
                    <a:pt x="622" y="121"/>
                  </a:lnTo>
                  <a:lnTo>
                    <a:pt x="342" y="21"/>
                  </a:lnTo>
                  <a:lnTo>
                    <a:pt x="26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26"/>
            <p:cNvSpPr/>
            <p:nvPr/>
          </p:nvSpPr>
          <p:spPr>
            <a:xfrm>
              <a:off x="10742775" y="2621563"/>
              <a:ext cx="12050" cy="12575"/>
            </a:xfrm>
            <a:custGeom>
              <a:avLst/>
              <a:gdLst/>
              <a:ahLst/>
              <a:cxnLst/>
              <a:rect l="l" t="t" r="r" b="b"/>
              <a:pathLst>
                <a:path w="482" h="503" extrusionOk="0">
                  <a:moveTo>
                    <a:pt x="241" y="1"/>
                  </a:moveTo>
                  <a:lnTo>
                    <a:pt x="181" y="21"/>
                  </a:lnTo>
                  <a:lnTo>
                    <a:pt x="121" y="41"/>
                  </a:lnTo>
                  <a:lnTo>
                    <a:pt x="40" y="101"/>
                  </a:lnTo>
                  <a:lnTo>
                    <a:pt x="20" y="181"/>
                  </a:lnTo>
                  <a:lnTo>
                    <a:pt x="0" y="242"/>
                  </a:lnTo>
                  <a:lnTo>
                    <a:pt x="0" y="322"/>
                  </a:lnTo>
                  <a:lnTo>
                    <a:pt x="40" y="402"/>
                  </a:lnTo>
                  <a:lnTo>
                    <a:pt x="81" y="462"/>
                  </a:lnTo>
                  <a:lnTo>
                    <a:pt x="161" y="502"/>
                  </a:lnTo>
                  <a:lnTo>
                    <a:pt x="321" y="502"/>
                  </a:lnTo>
                  <a:lnTo>
                    <a:pt x="381" y="462"/>
                  </a:lnTo>
                  <a:lnTo>
                    <a:pt x="442" y="402"/>
                  </a:lnTo>
                  <a:lnTo>
                    <a:pt x="462" y="322"/>
                  </a:lnTo>
                  <a:lnTo>
                    <a:pt x="482" y="242"/>
                  </a:lnTo>
                  <a:lnTo>
                    <a:pt x="462" y="181"/>
                  </a:lnTo>
                  <a:lnTo>
                    <a:pt x="421" y="101"/>
                  </a:lnTo>
                  <a:lnTo>
                    <a:pt x="361" y="41"/>
                  </a:lnTo>
                  <a:lnTo>
                    <a:pt x="301" y="21"/>
                  </a:lnTo>
                  <a:lnTo>
                    <a:pt x="24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26"/>
            <p:cNvSpPr/>
            <p:nvPr/>
          </p:nvSpPr>
          <p:spPr>
            <a:xfrm>
              <a:off x="10391825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extrusionOk="0">
                  <a:moveTo>
                    <a:pt x="943" y="0"/>
                  </a:moveTo>
                  <a:lnTo>
                    <a:pt x="822" y="20"/>
                  </a:lnTo>
                  <a:lnTo>
                    <a:pt x="682" y="40"/>
                  </a:lnTo>
                  <a:lnTo>
                    <a:pt x="562" y="81"/>
                  </a:lnTo>
                  <a:lnTo>
                    <a:pt x="441" y="141"/>
                  </a:lnTo>
                  <a:lnTo>
                    <a:pt x="341" y="221"/>
                  </a:lnTo>
                  <a:lnTo>
                    <a:pt x="241" y="301"/>
                  </a:lnTo>
                  <a:lnTo>
                    <a:pt x="161" y="401"/>
                  </a:lnTo>
                  <a:lnTo>
                    <a:pt x="100" y="522"/>
                  </a:lnTo>
                  <a:lnTo>
                    <a:pt x="40" y="642"/>
                  </a:lnTo>
                  <a:lnTo>
                    <a:pt x="0" y="802"/>
                  </a:lnTo>
                  <a:lnTo>
                    <a:pt x="0" y="963"/>
                  </a:lnTo>
                  <a:lnTo>
                    <a:pt x="0" y="11572"/>
                  </a:lnTo>
                  <a:lnTo>
                    <a:pt x="0" y="11692"/>
                  </a:lnTo>
                  <a:lnTo>
                    <a:pt x="20" y="11812"/>
                  </a:lnTo>
                  <a:lnTo>
                    <a:pt x="60" y="11933"/>
                  </a:lnTo>
                  <a:lnTo>
                    <a:pt x="100" y="12013"/>
                  </a:lnTo>
                  <a:lnTo>
                    <a:pt x="161" y="12113"/>
                  </a:lnTo>
                  <a:lnTo>
                    <a:pt x="221" y="12193"/>
                  </a:lnTo>
                  <a:lnTo>
                    <a:pt x="361" y="12334"/>
                  </a:lnTo>
                  <a:lnTo>
                    <a:pt x="542" y="12434"/>
                  </a:lnTo>
                  <a:lnTo>
                    <a:pt x="742" y="12494"/>
                  </a:lnTo>
                  <a:lnTo>
                    <a:pt x="943" y="12514"/>
                  </a:lnTo>
                  <a:lnTo>
                    <a:pt x="1143" y="12494"/>
                  </a:lnTo>
                  <a:lnTo>
                    <a:pt x="1304" y="12474"/>
                  </a:lnTo>
                  <a:lnTo>
                    <a:pt x="1444" y="12414"/>
                  </a:lnTo>
                  <a:lnTo>
                    <a:pt x="1584" y="12334"/>
                  </a:lnTo>
                  <a:lnTo>
                    <a:pt x="1705" y="12214"/>
                  </a:lnTo>
                  <a:lnTo>
                    <a:pt x="1825" y="12093"/>
                  </a:lnTo>
                  <a:lnTo>
                    <a:pt x="1885" y="11953"/>
                  </a:lnTo>
                  <a:lnTo>
                    <a:pt x="1945" y="11772"/>
                  </a:lnTo>
                  <a:lnTo>
                    <a:pt x="1966" y="11572"/>
                  </a:lnTo>
                  <a:lnTo>
                    <a:pt x="1966" y="963"/>
                  </a:lnTo>
                  <a:lnTo>
                    <a:pt x="1945" y="823"/>
                  </a:lnTo>
                  <a:lnTo>
                    <a:pt x="1925" y="702"/>
                  </a:lnTo>
                  <a:lnTo>
                    <a:pt x="1905" y="582"/>
                  </a:lnTo>
                  <a:lnTo>
                    <a:pt x="1845" y="482"/>
                  </a:lnTo>
                  <a:lnTo>
                    <a:pt x="1785" y="381"/>
                  </a:lnTo>
                  <a:lnTo>
                    <a:pt x="1725" y="301"/>
                  </a:lnTo>
                  <a:lnTo>
                    <a:pt x="1645" y="241"/>
                  </a:lnTo>
                  <a:lnTo>
                    <a:pt x="1564" y="181"/>
                  </a:lnTo>
                  <a:lnTo>
                    <a:pt x="1444" y="101"/>
                  </a:lnTo>
                  <a:lnTo>
                    <a:pt x="1324" y="60"/>
                  </a:lnTo>
                  <a:lnTo>
                    <a:pt x="1203" y="20"/>
                  </a:lnTo>
                  <a:lnTo>
                    <a:pt x="108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26"/>
            <p:cNvSpPr/>
            <p:nvPr/>
          </p:nvSpPr>
          <p:spPr>
            <a:xfrm>
              <a:off x="10287025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7" y="281"/>
                  </a:lnTo>
                  <a:lnTo>
                    <a:pt x="1826" y="421"/>
                  </a:lnTo>
                  <a:lnTo>
                    <a:pt x="1545" y="602"/>
                  </a:lnTo>
                  <a:lnTo>
                    <a:pt x="1264" y="802"/>
                  </a:lnTo>
                  <a:lnTo>
                    <a:pt x="1024" y="1023"/>
                  </a:lnTo>
                  <a:lnTo>
                    <a:pt x="803" y="1284"/>
                  </a:lnTo>
                  <a:lnTo>
                    <a:pt x="602" y="1544"/>
                  </a:lnTo>
                  <a:lnTo>
                    <a:pt x="422" y="1825"/>
                  </a:lnTo>
                  <a:lnTo>
                    <a:pt x="282" y="2146"/>
                  </a:lnTo>
                  <a:lnTo>
                    <a:pt x="161" y="2467"/>
                  </a:lnTo>
                  <a:lnTo>
                    <a:pt x="61" y="2788"/>
                  </a:lnTo>
                  <a:lnTo>
                    <a:pt x="21" y="3149"/>
                  </a:lnTo>
                  <a:lnTo>
                    <a:pt x="1" y="3490"/>
                  </a:lnTo>
                  <a:lnTo>
                    <a:pt x="21" y="3790"/>
                  </a:lnTo>
                  <a:lnTo>
                    <a:pt x="10329" y="3790"/>
                  </a:lnTo>
                  <a:lnTo>
                    <a:pt x="10349" y="3490"/>
                  </a:lnTo>
                  <a:lnTo>
                    <a:pt x="10329" y="3149"/>
                  </a:lnTo>
                  <a:lnTo>
                    <a:pt x="10269" y="2788"/>
                  </a:lnTo>
                  <a:lnTo>
                    <a:pt x="10188" y="2467"/>
                  </a:lnTo>
                  <a:lnTo>
                    <a:pt x="10068" y="2146"/>
                  </a:lnTo>
                  <a:lnTo>
                    <a:pt x="9928" y="1825"/>
                  </a:lnTo>
                  <a:lnTo>
                    <a:pt x="9747" y="1544"/>
                  </a:lnTo>
                  <a:lnTo>
                    <a:pt x="9547" y="1284"/>
                  </a:lnTo>
                  <a:lnTo>
                    <a:pt x="9326" y="1023"/>
                  </a:lnTo>
                  <a:lnTo>
                    <a:pt x="9065" y="802"/>
                  </a:lnTo>
                  <a:lnTo>
                    <a:pt x="8805" y="602"/>
                  </a:lnTo>
                  <a:lnTo>
                    <a:pt x="8524" y="421"/>
                  </a:lnTo>
                  <a:lnTo>
                    <a:pt x="8223" y="281"/>
                  </a:lnTo>
                  <a:lnTo>
                    <a:pt x="7902" y="160"/>
                  </a:lnTo>
                  <a:lnTo>
                    <a:pt x="7561" y="80"/>
                  </a:lnTo>
                  <a:lnTo>
                    <a:pt x="7220" y="20"/>
                  </a:lnTo>
                  <a:lnTo>
                    <a:pt x="685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26"/>
            <p:cNvSpPr/>
            <p:nvPr/>
          </p:nvSpPr>
          <p:spPr>
            <a:xfrm>
              <a:off x="10287025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fill="none" extrusionOk="0">
                  <a:moveTo>
                    <a:pt x="10349" y="3490"/>
                  </a:moveTo>
                  <a:lnTo>
                    <a:pt x="10349" y="3490"/>
                  </a:lnTo>
                  <a:lnTo>
                    <a:pt x="10329" y="3790"/>
                  </a:lnTo>
                  <a:lnTo>
                    <a:pt x="21" y="3790"/>
                  </a:lnTo>
                  <a:lnTo>
                    <a:pt x="21" y="3790"/>
                  </a:lnTo>
                  <a:lnTo>
                    <a:pt x="1" y="3490"/>
                  </a:lnTo>
                  <a:lnTo>
                    <a:pt x="1" y="3490"/>
                  </a:lnTo>
                  <a:lnTo>
                    <a:pt x="21" y="3149"/>
                  </a:lnTo>
                  <a:lnTo>
                    <a:pt x="61" y="2788"/>
                  </a:lnTo>
                  <a:lnTo>
                    <a:pt x="161" y="2467"/>
                  </a:lnTo>
                  <a:lnTo>
                    <a:pt x="282" y="2146"/>
                  </a:lnTo>
                  <a:lnTo>
                    <a:pt x="422" y="1825"/>
                  </a:lnTo>
                  <a:lnTo>
                    <a:pt x="602" y="1544"/>
                  </a:lnTo>
                  <a:lnTo>
                    <a:pt x="803" y="1284"/>
                  </a:lnTo>
                  <a:lnTo>
                    <a:pt x="1024" y="1023"/>
                  </a:lnTo>
                  <a:lnTo>
                    <a:pt x="1024" y="1023"/>
                  </a:lnTo>
                  <a:lnTo>
                    <a:pt x="1264" y="802"/>
                  </a:lnTo>
                  <a:lnTo>
                    <a:pt x="1545" y="602"/>
                  </a:lnTo>
                  <a:lnTo>
                    <a:pt x="1826" y="421"/>
                  </a:lnTo>
                  <a:lnTo>
                    <a:pt x="2127" y="281"/>
                  </a:lnTo>
                  <a:lnTo>
                    <a:pt x="2447" y="160"/>
                  </a:lnTo>
                  <a:lnTo>
                    <a:pt x="2788" y="80"/>
                  </a:lnTo>
                  <a:lnTo>
                    <a:pt x="3129" y="20"/>
                  </a:lnTo>
                  <a:lnTo>
                    <a:pt x="3490" y="0"/>
                  </a:lnTo>
                  <a:lnTo>
                    <a:pt x="6859" y="0"/>
                  </a:lnTo>
                  <a:lnTo>
                    <a:pt x="6859" y="0"/>
                  </a:lnTo>
                  <a:lnTo>
                    <a:pt x="7220" y="20"/>
                  </a:lnTo>
                  <a:lnTo>
                    <a:pt x="7561" y="80"/>
                  </a:lnTo>
                  <a:lnTo>
                    <a:pt x="7902" y="160"/>
                  </a:lnTo>
                  <a:lnTo>
                    <a:pt x="8223" y="281"/>
                  </a:lnTo>
                  <a:lnTo>
                    <a:pt x="8524" y="421"/>
                  </a:lnTo>
                  <a:lnTo>
                    <a:pt x="8805" y="602"/>
                  </a:lnTo>
                  <a:lnTo>
                    <a:pt x="9065" y="802"/>
                  </a:lnTo>
                  <a:lnTo>
                    <a:pt x="9326" y="1023"/>
                  </a:lnTo>
                  <a:lnTo>
                    <a:pt x="9547" y="1284"/>
                  </a:lnTo>
                  <a:lnTo>
                    <a:pt x="9747" y="1544"/>
                  </a:lnTo>
                  <a:lnTo>
                    <a:pt x="9928" y="1825"/>
                  </a:lnTo>
                  <a:lnTo>
                    <a:pt x="10068" y="2146"/>
                  </a:lnTo>
                  <a:lnTo>
                    <a:pt x="10188" y="2467"/>
                  </a:lnTo>
                  <a:lnTo>
                    <a:pt x="10269" y="2788"/>
                  </a:lnTo>
                  <a:lnTo>
                    <a:pt x="10329" y="3149"/>
                  </a:lnTo>
                  <a:lnTo>
                    <a:pt x="10349" y="34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26"/>
            <p:cNvSpPr/>
            <p:nvPr/>
          </p:nvSpPr>
          <p:spPr>
            <a:xfrm>
              <a:off x="10402850" y="4163263"/>
              <a:ext cx="18075" cy="6550"/>
            </a:xfrm>
            <a:custGeom>
              <a:avLst/>
              <a:gdLst/>
              <a:ahLst/>
              <a:cxnLst/>
              <a:rect l="l" t="t" r="r" b="b"/>
              <a:pathLst>
                <a:path w="723" h="262" fill="none" extrusionOk="0">
                  <a:moveTo>
                    <a:pt x="0" y="1"/>
                  </a:moveTo>
                  <a:lnTo>
                    <a:pt x="0" y="261"/>
                  </a:lnTo>
                  <a:lnTo>
                    <a:pt x="722" y="261"/>
                  </a:lnTo>
                  <a:lnTo>
                    <a:pt x="722" y="26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261" y="12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26"/>
            <p:cNvSpPr/>
            <p:nvPr/>
          </p:nvSpPr>
          <p:spPr>
            <a:xfrm>
              <a:off x="10478550" y="4103613"/>
              <a:ext cx="17075" cy="17575"/>
            </a:xfrm>
            <a:custGeom>
              <a:avLst/>
              <a:gdLst/>
              <a:ahLst/>
              <a:cxnLst/>
              <a:rect l="l" t="t" r="r" b="b"/>
              <a:pathLst>
                <a:path w="683" h="703" extrusionOk="0">
                  <a:moveTo>
                    <a:pt x="261" y="0"/>
                  </a:moveTo>
                  <a:lnTo>
                    <a:pt x="201" y="20"/>
                  </a:lnTo>
                  <a:lnTo>
                    <a:pt x="141" y="60"/>
                  </a:lnTo>
                  <a:lnTo>
                    <a:pt x="81" y="100"/>
                  </a:lnTo>
                  <a:lnTo>
                    <a:pt x="41" y="161"/>
                  </a:lnTo>
                  <a:lnTo>
                    <a:pt x="21" y="221"/>
                  </a:lnTo>
                  <a:lnTo>
                    <a:pt x="1" y="341"/>
                  </a:lnTo>
                  <a:lnTo>
                    <a:pt x="21" y="481"/>
                  </a:lnTo>
                  <a:lnTo>
                    <a:pt x="41" y="542"/>
                  </a:lnTo>
                  <a:lnTo>
                    <a:pt x="81" y="602"/>
                  </a:lnTo>
                  <a:lnTo>
                    <a:pt x="141" y="642"/>
                  </a:lnTo>
                  <a:lnTo>
                    <a:pt x="201" y="662"/>
                  </a:lnTo>
                  <a:lnTo>
                    <a:pt x="261" y="702"/>
                  </a:lnTo>
                  <a:lnTo>
                    <a:pt x="422" y="702"/>
                  </a:lnTo>
                  <a:lnTo>
                    <a:pt x="502" y="662"/>
                  </a:lnTo>
                  <a:lnTo>
                    <a:pt x="542" y="642"/>
                  </a:lnTo>
                  <a:lnTo>
                    <a:pt x="602" y="602"/>
                  </a:lnTo>
                  <a:lnTo>
                    <a:pt x="642" y="542"/>
                  </a:lnTo>
                  <a:lnTo>
                    <a:pt x="662" y="481"/>
                  </a:lnTo>
                  <a:lnTo>
                    <a:pt x="682" y="341"/>
                  </a:lnTo>
                  <a:lnTo>
                    <a:pt x="662" y="221"/>
                  </a:lnTo>
                  <a:lnTo>
                    <a:pt x="642" y="161"/>
                  </a:lnTo>
                  <a:lnTo>
                    <a:pt x="602" y="100"/>
                  </a:lnTo>
                  <a:lnTo>
                    <a:pt x="542" y="60"/>
                  </a:lnTo>
                  <a:lnTo>
                    <a:pt x="502" y="20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26"/>
            <p:cNvSpPr/>
            <p:nvPr/>
          </p:nvSpPr>
          <p:spPr>
            <a:xfrm>
              <a:off x="10310600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extrusionOk="0">
                  <a:moveTo>
                    <a:pt x="2567" y="0"/>
                  </a:moveTo>
                  <a:lnTo>
                    <a:pt x="2287" y="60"/>
                  </a:lnTo>
                  <a:lnTo>
                    <a:pt x="2006" y="121"/>
                  </a:lnTo>
                  <a:lnTo>
                    <a:pt x="1745" y="221"/>
                  </a:lnTo>
                  <a:lnTo>
                    <a:pt x="1504" y="341"/>
                  </a:lnTo>
                  <a:lnTo>
                    <a:pt x="1264" y="482"/>
                  </a:lnTo>
                  <a:lnTo>
                    <a:pt x="1043" y="642"/>
                  </a:lnTo>
                  <a:lnTo>
                    <a:pt x="843" y="823"/>
                  </a:lnTo>
                  <a:lnTo>
                    <a:pt x="642" y="1043"/>
                  </a:lnTo>
                  <a:lnTo>
                    <a:pt x="482" y="1244"/>
                  </a:lnTo>
                  <a:lnTo>
                    <a:pt x="341" y="1484"/>
                  </a:lnTo>
                  <a:lnTo>
                    <a:pt x="221" y="1745"/>
                  </a:lnTo>
                  <a:lnTo>
                    <a:pt x="121" y="2006"/>
                  </a:lnTo>
                  <a:lnTo>
                    <a:pt x="61" y="2266"/>
                  </a:lnTo>
                  <a:lnTo>
                    <a:pt x="20" y="2547"/>
                  </a:lnTo>
                  <a:lnTo>
                    <a:pt x="0" y="2848"/>
                  </a:lnTo>
                  <a:lnTo>
                    <a:pt x="20" y="3209"/>
                  </a:lnTo>
                  <a:lnTo>
                    <a:pt x="81" y="3570"/>
                  </a:lnTo>
                  <a:lnTo>
                    <a:pt x="201" y="3891"/>
                  </a:lnTo>
                  <a:lnTo>
                    <a:pt x="341" y="4212"/>
                  </a:lnTo>
                  <a:lnTo>
                    <a:pt x="522" y="4493"/>
                  </a:lnTo>
                  <a:lnTo>
                    <a:pt x="742" y="4773"/>
                  </a:lnTo>
                  <a:lnTo>
                    <a:pt x="983" y="5014"/>
                  </a:lnTo>
                  <a:lnTo>
                    <a:pt x="1244" y="5215"/>
                  </a:lnTo>
                  <a:lnTo>
                    <a:pt x="1424" y="5315"/>
                  </a:lnTo>
                  <a:lnTo>
                    <a:pt x="1605" y="5415"/>
                  </a:lnTo>
                  <a:lnTo>
                    <a:pt x="1805" y="5515"/>
                  </a:lnTo>
                  <a:lnTo>
                    <a:pt x="2006" y="5575"/>
                  </a:lnTo>
                  <a:lnTo>
                    <a:pt x="2206" y="5636"/>
                  </a:lnTo>
                  <a:lnTo>
                    <a:pt x="2427" y="5676"/>
                  </a:lnTo>
                  <a:lnTo>
                    <a:pt x="2627" y="5696"/>
                  </a:lnTo>
                  <a:lnTo>
                    <a:pt x="5896" y="5696"/>
                  </a:lnTo>
                  <a:lnTo>
                    <a:pt x="6177" y="5656"/>
                  </a:lnTo>
                  <a:lnTo>
                    <a:pt x="6458" y="5575"/>
                  </a:lnTo>
                  <a:lnTo>
                    <a:pt x="6719" y="5475"/>
                  </a:lnTo>
                  <a:lnTo>
                    <a:pt x="6959" y="5355"/>
                  </a:lnTo>
                  <a:lnTo>
                    <a:pt x="7200" y="5215"/>
                  </a:lnTo>
                  <a:lnTo>
                    <a:pt x="7421" y="5054"/>
                  </a:lnTo>
                  <a:lnTo>
                    <a:pt x="7621" y="4874"/>
                  </a:lnTo>
                  <a:lnTo>
                    <a:pt x="7781" y="4693"/>
                  </a:lnTo>
                  <a:lnTo>
                    <a:pt x="7942" y="4513"/>
                  </a:lnTo>
                  <a:lnTo>
                    <a:pt x="8062" y="4312"/>
                  </a:lnTo>
                  <a:lnTo>
                    <a:pt x="8183" y="4091"/>
                  </a:lnTo>
                  <a:lnTo>
                    <a:pt x="8283" y="3871"/>
                  </a:lnTo>
                  <a:lnTo>
                    <a:pt x="8343" y="3630"/>
                  </a:lnTo>
                  <a:lnTo>
                    <a:pt x="8403" y="3390"/>
                  </a:lnTo>
                  <a:lnTo>
                    <a:pt x="8443" y="3149"/>
                  </a:lnTo>
                  <a:lnTo>
                    <a:pt x="8463" y="2848"/>
                  </a:lnTo>
                  <a:lnTo>
                    <a:pt x="8443" y="2567"/>
                  </a:lnTo>
                  <a:lnTo>
                    <a:pt x="8403" y="2266"/>
                  </a:lnTo>
                  <a:lnTo>
                    <a:pt x="8323" y="2006"/>
                  </a:lnTo>
                  <a:lnTo>
                    <a:pt x="8243" y="1745"/>
                  </a:lnTo>
                  <a:lnTo>
                    <a:pt x="8122" y="1484"/>
                  </a:lnTo>
                  <a:lnTo>
                    <a:pt x="7982" y="1244"/>
                  </a:lnTo>
                  <a:lnTo>
                    <a:pt x="7802" y="1043"/>
                  </a:lnTo>
                  <a:lnTo>
                    <a:pt x="7621" y="823"/>
                  </a:lnTo>
                  <a:lnTo>
                    <a:pt x="7421" y="642"/>
                  </a:lnTo>
                  <a:lnTo>
                    <a:pt x="7200" y="482"/>
                  </a:lnTo>
                  <a:lnTo>
                    <a:pt x="6959" y="341"/>
                  </a:lnTo>
                  <a:lnTo>
                    <a:pt x="6719" y="221"/>
                  </a:lnTo>
                  <a:lnTo>
                    <a:pt x="6458" y="121"/>
                  </a:lnTo>
                  <a:lnTo>
                    <a:pt x="6177" y="60"/>
                  </a:lnTo>
                  <a:lnTo>
                    <a:pt x="58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26"/>
            <p:cNvSpPr/>
            <p:nvPr/>
          </p:nvSpPr>
          <p:spPr>
            <a:xfrm>
              <a:off x="10310600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fill="none" extrusionOk="0">
                  <a:moveTo>
                    <a:pt x="8463" y="2848"/>
                  </a:moveTo>
                  <a:lnTo>
                    <a:pt x="8463" y="2848"/>
                  </a:lnTo>
                  <a:lnTo>
                    <a:pt x="8443" y="3149"/>
                  </a:lnTo>
                  <a:lnTo>
                    <a:pt x="8443" y="3149"/>
                  </a:lnTo>
                  <a:lnTo>
                    <a:pt x="8403" y="3390"/>
                  </a:lnTo>
                  <a:lnTo>
                    <a:pt x="8343" y="3630"/>
                  </a:lnTo>
                  <a:lnTo>
                    <a:pt x="8283" y="3871"/>
                  </a:lnTo>
                  <a:lnTo>
                    <a:pt x="8183" y="4091"/>
                  </a:lnTo>
                  <a:lnTo>
                    <a:pt x="8062" y="4312"/>
                  </a:lnTo>
                  <a:lnTo>
                    <a:pt x="7942" y="4513"/>
                  </a:lnTo>
                  <a:lnTo>
                    <a:pt x="7781" y="4693"/>
                  </a:lnTo>
                  <a:lnTo>
                    <a:pt x="7621" y="4874"/>
                  </a:lnTo>
                  <a:lnTo>
                    <a:pt x="7621" y="4874"/>
                  </a:lnTo>
                  <a:lnTo>
                    <a:pt x="7421" y="5054"/>
                  </a:lnTo>
                  <a:lnTo>
                    <a:pt x="7200" y="5215"/>
                  </a:lnTo>
                  <a:lnTo>
                    <a:pt x="6959" y="5355"/>
                  </a:lnTo>
                  <a:lnTo>
                    <a:pt x="6719" y="5475"/>
                  </a:lnTo>
                  <a:lnTo>
                    <a:pt x="6458" y="5575"/>
                  </a:lnTo>
                  <a:lnTo>
                    <a:pt x="6177" y="5656"/>
                  </a:lnTo>
                  <a:lnTo>
                    <a:pt x="5896" y="5696"/>
                  </a:lnTo>
                  <a:lnTo>
                    <a:pt x="5596" y="5696"/>
                  </a:lnTo>
                  <a:lnTo>
                    <a:pt x="2848" y="5696"/>
                  </a:lnTo>
                  <a:lnTo>
                    <a:pt x="2848" y="5696"/>
                  </a:lnTo>
                  <a:lnTo>
                    <a:pt x="2627" y="5696"/>
                  </a:lnTo>
                  <a:lnTo>
                    <a:pt x="2427" y="5676"/>
                  </a:lnTo>
                  <a:lnTo>
                    <a:pt x="2206" y="5636"/>
                  </a:lnTo>
                  <a:lnTo>
                    <a:pt x="2006" y="5575"/>
                  </a:lnTo>
                  <a:lnTo>
                    <a:pt x="1805" y="5515"/>
                  </a:lnTo>
                  <a:lnTo>
                    <a:pt x="1605" y="5415"/>
                  </a:lnTo>
                  <a:lnTo>
                    <a:pt x="1424" y="5315"/>
                  </a:lnTo>
                  <a:lnTo>
                    <a:pt x="1244" y="5215"/>
                  </a:lnTo>
                  <a:lnTo>
                    <a:pt x="1244" y="5215"/>
                  </a:lnTo>
                  <a:lnTo>
                    <a:pt x="983" y="5014"/>
                  </a:lnTo>
                  <a:lnTo>
                    <a:pt x="742" y="4773"/>
                  </a:lnTo>
                  <a:lnTo>
                    <a:pt x="522" y="4493"/>
                  </a:lnTo>
                  <a:lnTo>
                    <a:pt x="341" y="4212"/>
                  </a:lnTo>
                  <a:lnTo>
                    <a:pt x="201" y="3891"/>
                  </a:lnTo>
                  <a:lnTo>
                    <a:pt x="81" y="3570"/>
                  </a:lnTo>
                  <a:lnTo>
                    <a:pt x="20" y="3209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547"/>
                  </a:lnTo>
                  <a:lnTo>
                    <a:pt x="61" y="2266"/>
                  </a:lnTo>
                  <a:lnTo>
                    <a:pt x="121" y="2006"/>
                  </a:lnTo>
                  <a:lnTo>
                    <a:pt x="221" y="1745"/>
                  </a:lnTo>
                  <a:lnTo>
                    <a:pt x="341" y="1484"/>
                  </a:lnTo>
                  <a:lnTo>
                    <a:pt x="482" y="1244"/>
                  </a:lnTo>
                  <a:lnTo>
                    <a:pt x="642" y="1043"/>
                  </a:lnTo>
                  <a:lnTo>
                    <a:pt x="843" y="823"/>
                  </a:lnTo>
                  <a:lnTo>
                    <a:pt x="843" y="823"/>
                  </a:lnTo>
                  <a:lnTo>
                    <a:pt x="1043" y="642"/>
                  </a:lnTo>
                  <a:lnTo>
                    <a:pt x="1264" y="482"/>
                  </a:lnTo>
                  <a:lnTo>
                    <a:pt x="1504" y="341"/>
                  </a:lnTo>
                  <a:lnTo>
                    <a:pt x="1745" y="221"/>
                  </a:lnTo>
                  <a:lnTo>
                    <a:pt x="2006" y="121"/>
                  </a:lnTo>
                  <a:lnTo>
                    <a:pt x="2287" y="60"/>
                  </a:lnTo>
                  <a:lnTo>
                    <a:pt x="2567" y="0"/>
                  </a:lnTo>
                  <a:lnTo>
                    <a:pt x="2848" y="0"/>
                  </a:lnTo>
                  <a:lnTo>
                    <a:pt x="5596" y="0"/>
                  </a:lnTo>
                  <a:lnTo>
                    <a:pt x="5596" y="0"/>
                  </a:lnTo>
                  <a:lnTo>
                    <a:pt x="5896" y="0"/>
                  </a:lnTo>
                  <a:lnTo>
                    <a:pt x="6177" y="60"/>
                  </a:lnTo>
                  <a:lnTo>
                    <a:pt x="6458" y="121"/>
                  </a:lnTo>
                  <a:lnTo>
                    <a:pt x="6719" y="221"/>
                  </a:lnTo>
                  <a:lnTo>
                    <a:pt x="6959" y="341"/>
                  </a:lnTo>
                  <a:lnTo>
                    <a:pt x="7200" y="482"/>
                  </a:lnTo>
                  <a:lnTo>
                    <a:pt x="7421" y="642"/>
                  </a:lnTo>
                  <a:lnTo>
                    <a:pt x="7621" y="823"/>
                  </a:lnTo>
                  <a:lnTo>
                    <a:pt x="7802" y="1043"/>
                  </a:lnTo>
                  <a:lnTo>
                    <a:pt x="7982" y="1244"/>
                  </a:lnTo>
                  <a:lnTo>
                    <a:pt x="8122" y="1484"/>
                  </a:lnTo>
                  <a:lnTo>
                    <a:pt x="8243" y="1745"/>
                  </a:lnTo>
                  <a:lnTo>
                    <a:pt x="8323" y="2006"/>
                  </a:lnTo>
                  <a:lnTo>
                    <a:pt x="8403" y="2266"/>
                  </a:lnTo>
                  <a:lnTo>
                    <a:pt x="8443" y="2567"/>
                  </a:lnTo>
                  <a:lnTo>
                    <a:pt x="8463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26"/>
            <p:cNvSpPr/>
            <p:nvPr/>
          </p:nvSpPr>
          <p:spPr>
            <a:xfrm>
              <a:off x="10310600" y="3828363"/>
              <a:ext cx="211600" cy="76225"/>
            </a:xfrm>
            <a:custGeom>
              <a:avLst/>
              <a:gdLst/>
              <a:ahLst/>
              <a:cxnLst/>
              <a:rect l="l" t="t" r="r" b="b"/>
              <a:pathLst>
                <a:path w="8464" h="3049" extrusionOk="0">
                  <a:moveTo>
                    <a:pt x="81" y="0"/>
                  </a:moveTo>
                  <a:lnTo>
                    <a:pt x="20" y="341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81" y="1404"/>
                  </a:lnTo>
                  <a:lnTo>
                    <a:pt x="201" y="1725"/>
                  </a:lnTo>
                  <a:lnTo>
                    <a:pt x="341" y="2046"/>
                  </a:lnTo>
                  <a:lnTo>
                    <a:pt x="522" y="2327"/>
                  </a:lnTo>
                  <a:lnTo>
                    <a:pt x="742" y="2607"/>
                  </a:lnTo>
                  <a:lnTo>
                    <a:pt x="983" y="2848"/>
                  </a:lnTo>
                  <a:lnTo>
                    <a:pt x="1244" y="3049"/>
                  </a:lnTo>
                  <a:lnTo>
                    <a:pt x="1364" y="2828"/>
                  </a:lnTo>
                  <a:lnTo>
                    <a:pt x="1524" y="2627"/>
                  </a:lnTo>
                  <a:lnTo>
                    <a:pt x="1705" y="2427"/>
                  </a:lnTo>
                  <a:lnTo>
                    <a:pt x="1926" y="2266"/>
                  </a:lnTo>
                  <a:lnTo>
                    <a:pt x="2146" y="2106"/>
                  </a:lnTo>
                  <a:lnTo>
                    <a:pt x="2407" y="1946"/>
                  </a:lnTo>
                  <a:lnTo>
                    <a:pt x="2668" y="1805"/>
                  </a:lnTo>
                  <a:lnTo>
                    <a:pt x="2948" y="1685"/>
                  </a:lnTo>
                  <a:lnTo>
                    <a:pt x="3229" y="1564"/>
                  </a:lnTo>
                  <a:lnTo>
                    <a:pt x="3510" y="1464"/>
                  </a:lnTo>
                  <a:lnTo>
                    <a:pt x="4071" y="1304"/>
                  </a:lnTo>
                  <a:lnTo>
                    <a:pt x="4573" y="1183"/>
                  </a:lnTo>
                  <a:lnTo>
                    <a:pt x="5034" y="1083"/>
                  </a:lnTo>
                  <a:lnTo>
                    <a:pt x="5535" y="1023"/>
                  </a:lnTo>
                  <a:lnTo>
                    <a:pt x="6057" y="963"/>
                  </a:lnTo>
                  <a:lnTo>
                    <a:pt x="6558" y="943"/>
                  </a:lnTo>
                  <a:lnTo>
                    <a:pt x="7080" y="923"/>
                  </a:lnTo>
                  <a:lnTo>
                    <a:pt x="7761" y="943"/>
                  </a:lnTo>
                  <a:lnTo>
                    <a:pt x="8443" y="983"/>
                  </a:lnTo>
                  <a:lnTo>
                    <a:pt x="8463" y="682"/>
                  </a:lnTo>
                  <a:lnTo>
                    <a:pt x="8443" y="381"/>
                  </a:lnTo>
                  <a:lnTo>
                    <a:pt x="8403" y="80"/>
                  </a:lnTo>
                  <a:lnTo>
                    <a:pt x="1023" y="80"/>
                  </a:lnTo>
                  <a:lnTo>
                    <a:pt x="702" y="6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26"/>
            <p:cNvSpPr/>
            <p:nvPr/>
          </p:nvSpPr>
          <p:spPr>
            <a:xfrm>
              <a:off x="10310600" y="3828363"/>
              <a:ext cx="211600" cy="76225"/>
            </a:xfrm>
            <a:custGeom>
              <a:avLst/>
              <a:gdLst/>
              <a:ahLst/>
              <a:cxnLst/>
              <a:rect l="l" t="t" r="r" b="b"/>
              <a:pathLst>
                <a:path w="8464" h="3049" fill="none" extrusionOk="0">
                  <a:moveTo>
                    <a:pt x="81" y="0"/>
                  </a:moveTo>
                  <a:lnTo>
                    <a:pt x="81" y="0"/>
                  </a:lnTo>
                  <a:lnTo>
                    <a:pt x="20" y="341"/>
                  </a:lnTo>
                  <a:lnTo>
                    <a:pt x="0" y="682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81" y="1404"/>
                  </a:lnTo>
                  <a:lnTo>
                    <a:pt x="201" y="1725"/>
                  </a:lnTo>
                  <a:lnTo>
                    <a:pt x="341" y="2046"/>
                  </a:lnTo>
                  <a:lnTo>
                    <a:pt x="522" y="2327"/>
                  </a:lnTo>
                  <a:lnTo>
                    <a:pt x="742" y="2607"/>
                  </a:lnTo>
                  <a:lnTo>
                    <a:pt x="983" y="2848"/>
                  </a:lnTo>
                  <a:lnTo>
                    <a:pt x="1244" y="3049"/>
                  </a:lnTo>
                  <a:lnTo>
                    <a:pt x="1244" y="3049"/>
                  </a:lnTo>
                  <a:lnTo>
                    <a:pt x="1364" y="2828"/>
                  </a:lnTo>
                  <a:lnTo>
                    <a:pt x="1524" y="2627"/>
                  </a:lnTo>
                  <a:lnTo>
                    <a:pt x="1705" y="2427"/>
                  </a:lnTo>
                  <a:lnTo>
                    <a:pt x="1926" y="2266"/>
                  </a:lnTo>
                  <a:lnTo>
                    <a:pt x="2146" y="2106"/>
                  </a:lnTo>
                  <a:lnTo>
                    <a:pt x="2407" y="1946"/>
                  </a:lnTo>
                  <a:lnTo>
                    <a:pt x="2668" y="1805"/>
                  </a:lnTo>
                  <a:lnTo>
                    <a:pt x="2948" y="1685"/>
                  </a:lnTo>
                  <a:lnTo>
                    <a:pt x="3229" y="1564"/>
                  </a:lnTo>
                  <a:lnTo>
                    <a:pt x="3510" y="1464"/>
                  </a:lnTo>
                  <a:lnTo>
                    <a:pt x="4071" y="1304"/>
                  </a:lnTo>
                  <a:lnTo>
                    <a:pt x="4573" y="1183"/>
                  </a:lnTo>
                  <a:lnTo>
                    <a:pt x="5034" y="1083"/>
                  </a:lnTo>
                  <a:lnTo>
                    <a:pt x="5034" y="1083"/>
                  </a:lnTo>
                  <a:lnTo>
                    <a:pt x="5535" y="1023"/>
                  </a:lnTo>
                  <a:lnTo>
                    <a:pt x="6057" y="963"/>
                  </a:lnTo>
                  <a:lnTo>
                    <a:pt x="6558" y="943"/>
                  </a:lnTo>
                  <a:lnTo>
                    <a:pt x="7080" y="923"/>
                  </a:lnTo>
                  <a:lnTo>
                    <a:pt x="7080" y="923"/>
                  </a:lnTo>
                  <a:lnTo>
                    <a:pt x="7761" y="943"/>
                  </a:lnTo>
                  <a:lnTo>
                    <a:pt x="8443" y="983"/>
                  </a:lnTo>
                  <a:lnTo>
                    <a:pt x="8443" y="983"/>
                  </a:lnTo>
                  <a:lnTo>
                    <a:pt x="8463" y="682"/>
                  </a:lnTo>
                  <a:lnTo>
                    <a:pt x="8463" y="682"/>
                  </a:lnTo>
                  <a:lnTo>
                    <a:pt x="8443" y="381"/>
                  </a:lnTo>
                  <a:lnTo>
                    <a:pt x="8403" y="80"/>
                  </a:lnTo>
                  <a:lnTo>
                    <a:pt x="1344" y="80"/>
                  </a:lnTo>
                  <a:lnTo>
                    <a:pt x="1344" y="80"/>
                  </a:lnTo>
                  <a:lnTo>
                    <a:pt x="1023" y="80"/>
                  </a:lnTo>
                  <a:lnTo>
                    <a:pt x="702" y="60"/>
                  </a:lnTo>
                  <a:lnTo>
                    <a:pt x="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26"/>
            <p:cNvSpPr/>
            <p:nvPr/>
          </p:nvSpPr>
          <p:spPr>
            <a:xfrm>
              <a:off x="10842050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extrusionOk="0">
                  <a:moveTo>
                    <a:pt x="923" y="0"/>
                  </a:moveTo>
                  <a:lnTo>
                    <a:pt x="722" y="40"/>
                  </a:lnTo>
                  <a:lnTo>
                    <a:pt x="542" y="101"/>
                  </a:lnTo>
                  <a:lnTo>
                    <a:pt x="361" y="201"/>
                  </a:lnTo>
                  <a:lnTo>
                    <a:pt x="221" y="341"/>
                  </a:lnTo>
                  <a:lnTo>
                    <a:pt x="161" y="421"/>
                  </a:lnTo>
                  <a:lnTo>
                    <a:pt x="100" y="502"/>
                  </a:lnTo>
                  <a:lnTo>
                    <a:pt x="60" y="602"/>
                  </a:lnTo>
                  <a:lnTo>
                    <a:pt x="40" y="722"/>
                  </a:lnTo>
                  <a:lnTo>
                    <a:pt x="20" y="823"/>
                  </a:lnTo>
                  <a:lnTo>
                    <a:pt x="0" y="963"/>
                  </a:lnTo>
                  <a:lnTo>
                    <a:pt x="0" y="11572"/>
                  </a:lnTo>
                  <a:lnTo>
                    <a:pt x="20" y="11712"/>
                  </a:lnTo>
                  <a:lnTo>
                    <a:pt x="40" y="11832"/>
                  </a:lnTo>
                  <a:lnTo>
                    <a:pt x="80" y="11953"/>
                  </a:lnTo>
                  <a:lnTo>
                    <a:pt x="120" y="12053"/>
                  </a:lnTo>
                  <a:lnTo>
                    <a:pt x="181" y="12153"/>
                  </a:lnTo>
                  <a:lnTo>
                    <a:pt x="261" y="12234"/>
                  </a:lnTo>
                  <a:lnTo>
                    <a:pt x="341" y="12314"/>
                  </a:lnTo>
                  <a:lnTo>
                    <a:pt x="441" y="12374"/>
                  </a:lnTo>
                  <a:lnTo>
                    <a:pt x="522" y="12414"/>
                  </a:lnTo>
                  <a:lnTo>
                    <a:pt x="642" y="12454"/>
                  </a:lnTo>
                  <a:lnTo>
                    <a:pt x="842" y="12514"/>
                  </a:lnTo>
                  <a:lnTo>
                    <a:pt x="1063" y="12514"/>
                  </a:lnTo>
                  <a:lnTo>
                    <a:pt x="1284" y="12474"/>
                  </a:lnTo>
                  <a:lnTo>
                    <a:pt x="1424" y="12434"/>
                  </a:lnTo>
                  <a:lnTo>
                    <a:pt x="1544" y="12354"/>
                  </a:lnTo>
                  <a:lnTo>
                    <a:pt x="1665" y="12274"/>
                  </a:lnTo>
                  <a:lnTo>
                    <a:pt x="1765" y="12173"/>
                  </a:lnTo>
                  <a:lnTo>
                    <a:pt x="1845" y="12053"/>
                  </a:lnTo>
                  <a:lnTo>
                    <a:pt x="1905" y="11913"/>
                  </a:lnTo>
                  <a:lnTo>
                    <a:pt x="1945" y="11752"/>
                  </a:lnTo>
                  <a:lnTo>
                    <a:pt x="1965" y="11572"/>
                  </a:lnTo>
                  <a:lnTo>
                    <a:pt x="1965" y="963"/>
                  </a:lnTo>
                  <a:lnTo>
                    <a:pt x="1945" y="742"/>
                  </a:lnTo>
                  <a:lnTo>
                    <a:pt x="1905" y="582"/>
                  </a:lnTo>
                  <a:lnTo>
                    <a:pt x="1825" y="421"/>
                  </a:lnTo>
                  <a:lnTo>
                    <a:pt x="1705" y="281"/>
                  </a:lnTo>
                  <a:lnTo>
                    <a:pt x="1584" y="181"/>
                  </a:lnTo>
                  <a:lnTo>
                    <a:pt x="1444" y="101"/>
                  </a:lnTo>
                  <a:lnTo>
                    <a:pt x="1284" y="40"/>
                  </a:lnTo>
                  <a:lnTo>
                    <a:pt x="1123" y="20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26"/>
            <p:cNvSpPr/>
            <p:nvPr/>
          </p:nvSpPr>
          <p:spPr>
            <a:xfrm>
              <a:off x="10842050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fill="none" extrusionOk="0">
                  <a:moveTo>
                    <a:pt x="1965" y="963"/>
                  </a:moveTo>
                  <a:lnTo>
                    <a:pt x="1965" y="11572"/>
                  </a:lnTo>
                  <a:lnTo>
                    <a:pt x="1965" y="11572"/>
                  </a:lnTo>
                  <a:lnTo>
                    <a:pt x="1945" y="11752"/>
                  </a:lnTo>
                  <a:lnTo>
                    <a:pt x="1905" y="11913"/>
                  </a:lnTo>
                  <a:lnTo>
                    <a:pt x="1845" y="12053"/>
                  </a:lnTo>
                  <a:lnTo>
                    <a:pt x="1765" y="12173"/>
                  </a:lnTo>
                  <a:lnTo>
                    <a:pt x="1665" y="12274"/>
                  </a:lnTo>
                  <a:lnTo>
                    <a:pt x="1544" y="12354"/>
                  </a:lnTo>
                  <a:lnTo>
                    <a:pt x="1424" y="12434"/>
                  </a:lnTo>
                  <a:lnTo>
                    <a:pt x="1284" y="12474"/>
                  </a:lnTo>
                  <a:lnTo>
                    <a:pt x="1284" y="12474"/>
                  </a:lnTo>
                  <a:lnTo>
                    <a:pt x="1063" y="12514"/>
                  </a:lnTo>
                  <a:lnTo>
                    <a:pt x="842" y="12514"/>
                  </a:lnTo>
                  <a:lnTo>
                    <a:pt x="642" y="12454"/>
                  </a:lnTo>
                  <a:lnTo>
                    <a:pt x="522" y="12414"/>
                  </a:lnTo>
                  <a:lnTo>
                    <a:pt x="441" y="12374"/>
                  </a:lnTo>
                  <a:lnTo>
                    <a:pt x="341" y="12314"/>
                  </a:lnTo>
                  <a:lnTo>
                    <a:pt x="261" y="12234"/>
                  </a:lnTo>
                  <a:lnTo>
                    <a:pt x="181" y="12153"/>
                  </a:lnTo>
                  <a:lnTo>
                    <a:pt x="120" y="12053"/>
                  </a:lnTo>
                  <a:lnTo>
                    <a:pt x="80" y="11953"/>
                  </a:lnTo>
                  <a:lnTo>
                    <a:pt x="40" y="11832"/>
                  </a:lnTo>
                  <a:lnTo>
                    <a:pt x="20" y="11712"/>
                  </a:lnTo>
                  <a:lnTo>
                    <a:pt x="0" y="11572"/>
                  </a:lnTo>
                  <a:lnTo>
                    <a:pt x="0" y="963"/>
                  </a:lnTo>
                  <a:lnTo>
                    <a:pt x="0" y="963"/>
                  </a:lnTo>
                  <a:lnTo>
                    <a:pt x="20" y="823"/>
                  </a:lnTo>
                  <a:lnTo>
                    <a:pt x="40" y="722"/>
                  </a:lnTo>
                  <a:lnTo>
                    <a:pt x="60" y="602"/>
                  </a:lnTo>
                  <a:lnTo>
                    <a:pt x="100" y="502"/>
                  </a:lnTo>
                  <a:lnTo>
                    <a:pt x="161" y="421"/>
                  </a:lnTo>
                  <a:lnTo>
                    <a:pt x="221" y="341"/>
                  </a:lnTo>
                  <a:lnTo>
                    <a:pt x="361" y="201"/>
                  </a:lnTo>
                  <a:lnTo>
                    <a:pt x="542" y="101"/>
                  </a:lnTo>
                  <a:lnTo>
                    <a:pt x="722" y="40"/>
                  </a:lnTo>
                  <a:lnTo>
                    <a:pt x="923" y="0"/>
                  </a:lnTo>
                  <a:lnTo>
                    <a:pt x="1123" y="20"/>
                  </a:lnTo>
                  <a:lnTo>
                    <a:pt x="1123" y="20"/>
                  </a:lnTo>
                  <a:lnTo>
                    <a:pt x="1284" y="40"/>
                  </a:lnTo>
                  <a:lnTo>
                    <a:pt x="1444" y="101"/>
                  </a:lnTo>
                  <a:lnTo>
                    <a:pt x="1584" y="181"/>
                  </a:lnTo>
                  <a:lnTo>
                    <a:pt x="1705" y="281"/>
                  </a:lnTo>
                  <a:lnTo>
                    <a:pt x="1825" y="421"/>
                  </a:lnTo>
                  <a:lnTo>
                    <a:pt x="1905" y="582"/>
                  </a:lnTo>
                  <a:lnTo>
                    <a:pt x="1945" y="742"/>
                  </a:lnTo>
                  <a:lnTo>
                    <a:pt x="1965" y="96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26"/>
            <p:cNvSpPr/>
            <p:nvPr/>
          </p:nvSpPr>
          <p:spPr>
            <a:xfrm>
              <a:off x="10842050" y="3916588"/>
              <a:ext cx="25575" cy="158475"/>
            </a:xfrm>
            <a:custGeom>
              <a:avLst/>
              <a:gdLst/>
              <a:ahLst/>
              <a:cxnLst/>
              <a:rect l="l" t="t" r="r" b="b"/>
              <a:pathLst>
                <a:path w="1023" h="6339" extrusionOk="0">
                  <a:moveTo>
                    <a:pt x="0" y="1"/>
                  </a:moveTo>
                  <a:lnTo>
                    <a:pt x="0" y="6338"/>
                  </a:lnTo>
                  <a:lnTo>
                    <a:pt x="1023" y="6338"/>
                  </a:lnTo>
                  <a:lnTo>
                    <a:pt x="963" y="4754"/>
                  </a:lnTo>
                  <a:lnTo>
                    <a:pt x="943" y="3169"/>
                  </a:lnTo>
                  <a:lnTo>
                    <a:pt x="943" y="1585"/>
                  </a:lnTo>
                  <a:lnTo>
                    <a:pt x="9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26"/>
            <p:cNvSpPr/>
            <p:nvPr/>
          </p:nvSpPr>
          <p:spPr>
            <a:xfrm>
              <a:off x="10732750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10328" y="3790"/>
                  </a:lnTo>
                  <a:lnTo>
                    <a:pt x="10348" y="3490"/>
                  </a:lnTo>
                  <a:lnTo>
                    <a:pt x="10328" y="3149"/>
                  </a:lnTo>
                  <a:lnTo>
                    <a:pt x="10268" y="2788"/>
                  </a:lnTo>
                  <a:lnTo>
                    <a:pt x="10188" y="2467"/>
                  </a:lnTo>
                  <a:lnTo>
                    <a:pt x="10068" y="2146"/>
                  </a:lnTo>
                  <a:lnTo>
                    <a:pt x="9927" y="1825"/>
                  </a:lnTo>
                  <a:lnTo>
                    <a:pt x="9747" y="1544"/>
                  </a:lnTo>
                  <a:lnTo>
                    <a:pt x="9546" y="1284"/>
                  </a:lnTo>
                  <a:lnTo>
                    <a:pt x="9326" y="1023"/>
                  </a:lnTo>
                  <a:lnTo>
                    <a:pt x="9085" y="802"/>
                  </a:lnTo>
                  <a:lnTo>
                    <a:pt x="8804" y="602"/>
                  </a:lnTo>
                  <a:lnTo>
                    <a:pt x="8523" y="421"/>
                  </a:lnTo>
                  <a:lnTo>
                    <a:pt x="8223" y="281"/>
                  </a:lnTo>
                  <a:lnTo>
                    <a:pt x="7902" y="160"/>
                  </a:lnTo>
                  <a:lnTo>
                    <a:pt x="7561" y="80"/>
                  </a:lnTo>
                  <a:lnTo>
                    <a:pt x="7220" y="20"/>
                  </a:lnTo>
                  <a:lnTo>
                    <a:pt x="685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26"/>
            <p:cNvSpPr/>
            <p:nvPr/>
          </p:nvSpPr>
          <p:spPr>
            <a:xfrm>
              <a:off x="10732750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fill="none" extrusionOk="0">
                  <a:moveTo>
                    <a:pt x="10348" y="3490"/>
                  </a:moveTo>
                  <a:lnTo>
                    <a:pt x="10348" y="3490"/>
                  </a:lnTo>
                  <a:lnTo>
                    <a:pt x="10328" y="3790"/>
                  </a:lnTo>
                  <a:lnTo>
                    <a:pt x="20" y="3790"/>
                  </a:lnTo>
                  <a:lnTo>
                    <a:pt x="20" y="3790"/>
                  </a:lnTo>
                  <a:lnTo>
                    <a:pt x="0" y="3490"/>
                  </a:lnTo>
                  <a:lnTo>
                    <a:pt x="0" y="3490"/>
                  </a:lnTo>
                  <a:lnTo>
                    <a:pt x="20" y="3149"/>
                  </a:lnTo>
                  <a:lnTo>
                    <a:pt x="80" y="2788"/>
                  </a:lnTo>
                  <a:lnTo>
                    <a:pt x="161" y="2467"/>
                  </a:lnTo>
                  <a:lnTo>
                    <a:pt x="281" y="2146"/>
                  </a:lnTo>
                  <a:lnTo>
                    <a:pt x="421" y="1825"/>
                  </a:lnTo>
                  <a:lnTo>
                    <a:pt x="602" y="1544"/>
                  </a:lnTo>
                  <a:lnTo>
                    <a:pt x="802" y="1284"/>
                  </a:lnTo>
                  <a:lnTo>
                    <a:pt x="1023" y="1023"/>
                  </a:lnTo>
                  <a:lnTo>
                    <a:pt x="1023" y="1023"/>
                  </a:lnTo>
                  <a:lnTo>
                    <a:pt x="1264" y="802"/>
                  </a:lnTo>
                  <a:lnTo>
                    <a:pt x="1544" y="602"/>
                  </a:lnTo>
                  <a:lnTo>
                    <a:pt x="1825" y="421"/>
                  </a:lnTo>
                  <a:lnTo>
                    <a:pt x="2126" y="281"/>
                  </a:lnTo>
                  <a:lnTo>
                    <a:pt x="2447" y="160"/>
                  </a:lnTo>
                  <a:lnTo>
                    <a:pt x="2788" y="80"/>
                  </a:lnTo>
                  <a:lnTo>
                    <a:pt x="3129" y="20"/>
                  </a:lnTo>
                  <a:lnTo>
                    <a:pt x="3490" y="0"/>
                  </a:lnTo>
                  <a:lnTo>
                    <a:pt x="6859" y="0"/>
                  </a:lnTo>
                  <a:lnTo>
                    <a:pt x="6859" y="0"/>
                  </a:lnTo>
                  <a:lnTo>
                    <a:pt x="7220" y="20"/>
                  </a:lnTo>
                  <a:lnTo>
                    <a:pt x="7561" y="80"/>
                  </a:lnTo>
                  <a:lnTo>
                    <a:pt x="7902" y="160"/>
                  </a:lnTo>
                  <a:lnTo>
                    <a:pt x="8223" y="281"/>
                  </a:lnTo>
                  <a:lnTo>
                    <a:pt x="8523" y="421"/>
                  </a:lnTo>
                  <a:lnTo>
                    <a:pt x="8804" y="602"/>
                  </a:lnTo>
                  <a:lnTo>
                    <a:pt x="9085" y="802"/>
                  </a:lnTo>
                  <a:lnTo>
                    <a:pt x="9326" y="1023"/>
                  </a:lnTo>
                  <a:lnTo>
                    <a:pt x="9546" y="1284"/>
                  </a:lnTo>
                  <a:lnTo>
                    <a:pt x="9747" y="1544"/>
                  </a:lnTo>
                  <a:lnTo>
                    <a:pt x="9927" y="1825"/>
                  </a:lnTo>
                  <a:lnTo>
                    <a:pt x="10068" y="2146"/>
                  </a:lnTo>
                  <a:lnTo>
                    <a:pt x="10188" y="2467"/>
                  </a:lnTo>
                  <a:lnTo>
                    <a:pt x="10268" y="2788"/>
                  </a:lnTo>
                  <a:lnTo>
                    <a:pt x="10328" y="3149"/>
                  </a:lnTo>
                  <a:lnTo>
                    <a:pt x="10348" y="34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26"/>
            <p:cNvSpPr/>
            <p:nvPr/>
          </p:nvSpPr>
          <p:spPr>
            <a:xfrm>
              <a:off x="10732750" y="4075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26"/>
            <p:cNvSpPr/>
            <p:nvPr/>
          </p:nvSpPr>
          <p:spPr>
            <a:xfrm>
              <a:off x="10732750" y="4075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fill="none" extrusionOk="0">
                  <a:moveTo>
                    <a:pt x="5495" y="0"/>
                  </a:moveTo>
                  <a:lnTo>
                    <a:pt x="5395" y="0"/>
                  </a:lnTo>
                  <a:lnTo>
                    <a:pt x="4372" y="0"/>
                  </a:lnTo>
                  <a:lnTo>
                    <a:pt x="3490" y="0"/>
                  </a:lnTo>
                  <a:lnTo>
                    <a:pt x="3490" y="0"/>
                  </a:ln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26"/>
            <p:cNvSpPr/>
            <p:nvPr/>
          </p:nvSpPr>
          <p:spPr>
            <a:xfrm>
              <a:off x="10928275" y="4096088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61" y="0"/>
                  </a:moveTo>
                  <a:lnTo>
                    <a:pt x="261" y="20"/>
                  </a:lnTo>
                  <a:lnTo>
                    <a:pt x="181" y="61"/>
                  </a:lnTo>
                  <a:lnTo>
                    <a:pt x="81" y="141"/>
                  </a:lnTo>
                  <a:lnTo>
                    <a:pt x="21" y="261"/>
                  </a:lnTo>
                  <a:lnTo>
                    <a:pt x="0" y="381"/>
                  </a:lnTo>
                  <a:lnTo>
                    <a:pt x="21" y="502"/>
                  </a:lnTo>
                  <a:lnTo>
                    <a:pt x="61" y="602"/>
                  </a:lnTo>
                  <a:lnTo>
                    <a:pt x="121" y="682"/>
                  </a:lnTo>
                  <a:lnTo>
                    <a:pt x="241" y="742"/>
                  </a:lnTo>
                  <a:lnTo>
                    <a:pt x="301" y="762"/>
                  </a:lnTo>
                  <a:lnTo>
                    <a:pt x="361" y="762"/>
                  </a:lnTo>
                  <a:lnTo>
                    <a:pt x="502" y="742"/>
                  </a:lnTo>
                  <a:lnTo>
                    <a:pt x="602" y="682"/>
                  </a:lnTo>
                  <a:lnTo>
                    <a:pt x="682" y="602"/>
                  </a:lnTo>
                  <a:lnTo>
                    <a:pt x="722" y="502"/>
                  </a:lnTo>
                  <a:lnTo>
                    <a:pt x="742" y="381"/>
                  </a:lnTo>
                  <a:lnTo>
                    <a:pt x="722" y="261"/>
                  </a:lnTo>
                  <a:lnTo>
                    <a:pt x="662" y="141"/>
                  </a:lnTo>
                  <a:lnTo>
                    <a:pt x="562" y="61"/>
                  </a:lnTo>
                  <a:lnTo>
                    <a:pt x="462" y="2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26"/>
            <p:cNvSpPr/>
            <p:nvPr/>
          </p:nvSpPr>
          <p:spPr>
            <a:xfrm>
              <a:off x="10760825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extrusionOk="0">
                  <a:moveTo>
                    <a:pt x="2567" y="0"/>
                  </a:moveTo>
                  <a:lnTo>
                    <a:pt x="2286" y="60"/>
                  </a:lnTo>
                  <a:lnTo>
                    <a:pt x="2006" y="121"/>
                  </a:lnTo>
                  <a:lnTo>
                    <a:pt x="1745" y="221"/>
                  </a:lnTo>
                  <a:lnTo>
                    <a:pt x="1504" y="341"/>
                  </a:lnTo>
                  <a:lnTo>
                    <a:pt x="1264" y="482"/>
                  </a:lnTo>
                  <a:lnTo>
                    <a:pt x="1043" y="642"/>
                  </a:lnTo>
                  <a:lnTo>
                    <a:pt x="843" y="823"/>
                  </a:lnTo>
                  <a:lnTo>
                    <a:pt x="662" y="1043"/>
                  </a:lnTo>
                  <a:lnTo>
                    <a:pt x="502" y="1244"/>
                  </a:lnTo>
                  <a:lnTo>
                    <a:pt x="341" y="1484"/>
                  </a:lnTo>
                  <a:lnTo>
                    <a:pt x="221" y="1745"/>
                  </a:lnTo>
                  <a:lnTo>
                    <a:pt x="141" y="2006"/>
                  </a:lnTo>
                  <a:lnTo>
                    <a:pt x="60" y="2266"/>
                  </a:lnTo>
                  <a:lnTo>
                    <a:pt x="20" y="2547"/>
                  </a:lnTo>
                  <a:lnTo>
                    <a:pt x="0" y="2848"/>
                  </a:lnTo>
                  <a:lnTo>
                    <a:pt x="20" y="3209"/>
                  </a:lnTo>
                  <a:lnTo>
                    <a:pt x="101" y="3550"/>
                  </a:lnTo>
                  <a:lnTo>
                    <a:pt x="201" y="3871"/>
                  </a:lnTo>
                  <a:lnTo>
                    <a:pt x="341" y="4192"/>
                  </a:lnTo>
                  <a:lnTo>
                    <a:pt x="522" y="4472"/>
                  </a:lnTo>
                  <a:lnTo>
                    <a:pt x="722" y="4753"/>
                  </a:lnTo>
                  <a:lnTo>
                    <a:pt x="963" y="4974"/>
                  </a:lnTo>
                  <a:lnTo>
                    <a:pt x="1224" y="5194"/>
                  </a:lnTo>
                  <a:lnTo>
                    <a:pt x="1404" y="5315"/>
                  </a:lnTo>
                  <a:lnTo>
                    <a:pt x="1605" y="5415"/>
                  </a:lnTo>
                  <a:lnTo>
                    <a:pt x="1785" y="5495"/>
                  </a:lnTo>
                  <a:lnTo>
                    <a:pt x="1986" y="5575"/>
                  </a:lnTo>
                  <a:lnTo>
                    <a:pt x="2206" y="5636"/>
                  </a:lnTo>
                  <a:lnTo>
                    <a:pt x="2407" y="5676"/>
                  </a:lnTo>
                  <a:lnTo>
                    <a:pt x="2627" y="5696"/>
                  </a:lnTo>
                  <a:lnTo>
                    <a:pt x="5896" y="5696"/>
                  </a:lnTo>
                  <a:lnTo>
                    <a:pt x="6197" y="5656"/>
                  </a:lnTo>
                  <a:lnTo>
                    <a:pt x="6458" y="5575"/>
                  </a:lnTo>
                  <a:lnTo>
                    <a:pt x="6719" y="5475"/>
                  </a:lnTo>
                  <a:lnTo>
                    <a:pt x="6979" y="5355"/>
                  </a:lnTo>
                  <a:lnTo>
                    <a:pt x="7200" y="5215"/>
                  </a:lnTo>
                  <a:lnTo>
                    <a:pt x="7420" y="5054"/>
                  </a:lnTo>
                  <a:lnTo>
                    <a:pt x="7621" y="4874"/>
                  </a:lnTo>
                  <a:lnTo>
                    <a:pt x="7781" y="4713"/>
                  </a:lnTo>
                  <a:lnTo>
                    <a:pt x="7922" y="4533"/>
                  </a:lnTo>
                  <a:lnTo>
                    <a:pt x="8042" y="4352"/>
                  </a:lnTo>
                  <a:lnTo>
                    <a:pt x="8142" y="4152"/>
                  </a:lnTo>
                  <a:lnTo>
                    <a:pt x="8243" y="3951"/>
                  </a:lnTo>
                  <a:lnTo>
                    <a:pt x="8323" y="3751"/>
                  </a:lnTo>
                  <a:lnTo>
                    <a:pt x="8383" y="3530"/>
                  </a:lnTo>
                  <a:lnTo>
                    <a:pt x="8423" y="3309"/>
                  </a:lnTo>
                  <a:lnTo>
                    <a:pt x="8463" y="3069"/>
                  </a:lnTo>
                  <a:lnTo>
                    <a:pt x="8463" y="2848"/>
                  </a:lnTo>
                  <a:lnTo>
                    <a:pt x="8443" y="2567"/>
                  </a:lnTo>
                  <a:lnTo>
                    <a:pt x="8403" y="2266"/>
                  </a:lnTo>
                  <a:lnTo>
                    <a:pt x="8343" y="2006"/>
                  </a:lnTo>
                  <a:lnTo>
                    <a:pt x="8243" y="1745"/>
                  </a:lnTo>
                  <a:lnTo>
                    <a:pt x="8122" y="1484"/>
                  </a:lnTo>
                  <a:lnTo>
                    <a:pt x="7982" y="1244"/>
                  </a:lnTo>
                  <a:lnTo>
                    <a:pt x="7822" y="1043"/>
                  </a:lnTo>
                  <a:lnTo>
                    <a:pt x="7641" y="823"/>
                  </a:lnTo>
                  <a:lnTo>
                    <a:pt x="7420" y="642"/>
                  </a:lnTo>
                  <a:lnTo>
                    <a:pt x="7200" y="482"/>
                  </a:lnTo>
                  <a:lnTo>
                    <a:pt x="6979" y="341"/>
                  </a:lnTo>
                  <a:lnTo>
                    <a:pt x="6719" y="221"/>
                  </a:lnTo>
                  <a:lnTo>
                    <a:pt x="6458" y="121"/>
                  </a:lnTo>
                  <a:lnTo>
                    <a:pt x="6197" y="60"/>
                  </a:lnTo>
                  <a:lnTo>
                    <a:pt x="58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26"/>
            <p:cNvSpPr/>
            <p:nvPr/>
          </p:nvSpPr>
          <p:spPr>
            <a:xfrm>
              <a:off x="10760825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fill="none" extrusionOk="0">
                  <a:moveTo>
                    <a:pt x="8463" y="2848"/>
                  </a:moveTo>
                  <a:lnTo>
                    <a:pt x="8463" y="2848"/>
                  </a:lnTo>
                  <a:lnTo>
                    <a:pt x="8463" y="3069"/>
                  </a:lnTo>
                  <a:lnTo>
                    <a:pt x="8423" y="3309"/>
                  </a:lnTo>
                  <a:lnTo>
                    <a:pt x="8423" y="3309"/>
                  </a:lnTo>
                  <a:lnTo>
                    <a:pt x="8383" y="3530"/>
                  </a:lnTo>
                  <a:lnTo>
                    <a:pt x="8323" y="3751"/>
                  </a:lnTo>
                  <a:lnTo>
                    <a:pt x="8243" y="3951"/>
                  </a:lnTo>
                  <a:lnTo>
                    <a:pt x="8142" y="4152"/>
                  </a:lnTo>
                  <a:lnTo>
                    <a:pt x="8042" y="4352"/>
                  </a:lnTo>
                  <a:lnTo>
                    <a:pt x="7922" y="4533"/>
                  </a:lnTo>
                  <a:lnTo>
                    <a:pt x="7781" y="4713"/>
                  </a:lnTo>
                  <a:lnTo>
                    <a:pt x="7621" y="4874"/>
                  </a:lnTo>
                  <a:lnTo>
                    <a:pt x="7621" y="4874"/>
                  </a:lnTo>
                  <a:lnTo>
                    <a:pt x="7420" y="5054"/>
                  </a:lnTo>
                  <a:lnTo>
                    <a:pt x="7200" y="5215"/>
                  </a:lnTo>
                  <a:lnTo>
                    <a:pt x="6979" y="5355"/>
                  </a:lnTo>
                  <a:lnTo>
                    <a:pt x="6719" y="5475"/>
                  </a:lnTo>
                  <a:lnTo>
                    <a:pt x="6458" y="5575"/>
                  </a:lnTo>
                  <a:lnTo>
                    <a:pt x="6197" y="5656"/>
                  </a:lnTo>
                  <a:lnTo>
                    <a:pt x="5896" y="5696"/>
                  </a:lnTo>
                  <a:lnTo>
                    <a:pt x="5616" y="5696"/>
                  </a:lnTo>
                  <a:lnTo>
                    <a:pt x="2868" y="5696"/>
                  </a:lnTo>
                  <a:lnTo>
                    <a:pt x="2868" y="5696"/>
                  </a:lnTo>
                  <a:lnTo>
                    <a:pt x="2627" y="5696"/>
                  </a:lnTo>
                  <a:lnTo>
                    <a:pt x="2407" y="5676"/>
                  </a:lnTo>
                  <a:lnTo>
                    <a:pt x="2206" y="5636"/>
                  </a:lnTo>
                  <a:lnTo>
                    <a:pt x="1986" y="5575"/>
                  </a:lnTo>
                  <a:lnTo>
                    <a:pt x="1785" y="5495"/>
                  </a:lnTo>
                  <a:lnTo>
                    <a:pt x="1605" y="5415"/>
                  </a:lnTo>
                  <a:lnTo>
                    <a:pt x="1404" y="5315"/>
                  </a:lnTo>
                  <a:lnTo>
                    <a:pt x="1224" y="5194"/>
                  </a:lnTo>
                  <a:lnTo>
                    <a:pt x="1224" y="5194"/>
                  </a:lnTo>
                  <a:lnTo>
                    <a:pt x="963" y="4974"/>
                  </a:lnTo>
                  <a:lnTo>
                    <a:pt x="722" y="4753"/>
                  </a:lnTo>
                  <a:lnTo>
                    <a:pt x="522" y="4472"/>
                  </a:lnTo>
                  <a:lnTo>
                    <a:pt x="341" y="4192"/>
                  </a:lnTo>
                  <a:lnTo>
                    <a:pt x="201" y="3871"/>
                  </a:lnTo>
                  <a:lnTo>
                    <a:pt x="101" y="3550"/>
                  </a:lnTo>
                  <a:lnTo>
                    <a:pt x="20" y="3209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547"/>
                  </a:lnTo>
                  <a:lnTo>
                    <a:pt x="60" y="2266"/>
                  </a:lnTo>
                  <a:lnTo>
                    <a:pt x="141" y="2006"/>
                  </a:lnTo>
                  <a:lnTo>
                    <a:pt x="221" y="1745"/>
                  </a:lnTo>
                  <a:lnTo>
                    <a:pt x="341" y="1484"/>
                  </a:lnTo>
                  <a:lnTo>
                    <a:pt x="502" y="1244"/>
                  </a:lnTo>
                  <a:lnTo>
                    <a:pt x="662" y="1043"/>
                  </a:lnTo>
                  <a:lnTo>
                    <a:pt x="843" y="823"/>
                  </a:lnTo>
                  <a:lnTo>
                    <a:pt x="843" y="823"/>
                  </a:lnTo>
                  <a:lnTo>
                    <a:pt x="1043" y="642"/>
                  </a:lnTo>
                  <a:lnTo>
                    <a:pt x="1264" y="482"/>
                  </a:lnTo>
                  <a:lnTo>
                    <a:pt x="1504" y="341"/>
                  </a:lnTo>
                  <a:lnTo>
                    <a:pt x="1745" y="221"/>
                  </a:lnTo>
                  <a:lnTo>
                    <a:pt x="2006" y="121"/>
                  </a:lnTo>
                  <a:lnTo>
                    <a:pt x="2286" y="60"/>
                  </a:lnTo>
                  <a:lnTo>
                    <a:pt x="2567" y="0"/>
                  </a:lnTo>
                  <a:lnTo>
                    <a:pt x="2868" y="0"/>
                  </a:lnTo>
                  <a:lnTo>
                    <a:pt x="5616" y="0"/>
                  </a:lnTo>
                  <a:lnTo>
                    <a:pt x="5616" y="0"/>
                  </a:lnTo>
                  <a:lnTo>
                    <a:pt x="5896" y="0"/>
                  </a:lnTo>
                  <a:lnTo>
                    <a:pt x="6197" y="60"/>
                  </a:lnTo>
                  <a:lnTo>
                    <a:pt x="6458" y="121"/>
                  </a:lnTo>
                  <a:lnTo>
                    <a:pt x="6719" y="221"/>
                  </a:lnTo>
                  <a:lnTo>
                    <a:pt x="6979" y="341"/>
                  </a:lnTo>
                  <a:lnTo>
                    <a:pt x="7200" y="482"/>
                  </a:lnTo>
                  <a:lnTo>
                    <a:pt x="7420" y="642"/>
                  </a:lnTo>
                  <a:lnTo>
                    <a:pt x="7641" y="823"/>
                  </a:lnTo>
                  <a:lnTo>
                    <a:pt x="7822" y="1043"/>
                  </a:lnTo>
                  <a:lnTo>
                    <a:pt x="7982" y="1244"/>
                  </a:lnTo>
                  <a:lnTo>
                    <a:pt x="8122" y="1484"/>
                  </a:lnTo>
                  <a:lnTo>
                    <a:pt x="8243" y="1745"/>
                  </a:lnTo>
                  <a:lnTo>
                    <a:pt x="8343" y="2006"/>
                  </a:lnTo>
                  <a:lnTo>
                    <a:pt x="8403" y="2266"/>
                  </a:lnTo>
                  <a:lnTo>
                    <a:pt x="8443" y="2567"/>
                  </a:lnTo>
                  <a:lnTo>
                    <a:pt x="8463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26"/>
            <p:cNvSpPr/>
            <p:nvPr/>
          </p:nvSpPr>
          <p:spPr>
            <a:xfrm>
              <a:off x="10760825" y="3828363"/>
              <a:ext cx="211600" cy="75725"/>
            </a:xfrm>
            <a:custGeom>
              <a:avLst/>
              <a:gdLst/>
              <a:ahLst/>
              <a:cxnLst/>
              <a:rect l="l" t="t" r="r" b="b"/>
              <a:pathLst>
                <a:path w="8464" h="3029" extrusionOk="0">
                  <a:moveTo>
                    <a:pt x="8383" y="0"/>
                  </a:moveTo>
                  <a:lnTo>
                    <a:pt x="7761" y="60"/>
                  </a:lnTo>
                  <a:lnTo>
                    <a:pt x="7140" y="80"/>
                  </a:lnTo>
                  <a:lnTo>
                    <a:pt x="60" y="80"/>
                  </a:lnTo>
                  <a:lnTo>
                    <a:pt x="20" y="381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101" y="1384"/>
                  </a:lnTo>
                  <a:lnTo>
                    <a:pt x="201" y="1705"/>
                  </a:lnTo>
                  <a:lnTo>
                    <a:pt x="341" y="2026"/>
                  </a:lnTo>
                  <a:lnTo>
                    <a:pt x="522" y="2306"/>
                  </a:lnTo>
                  <a:lnTo>
                    <a:pt x="722" y="2587"/>
                  </a:lnTo>
                  <a:lnTo>
                    <a:pt x="963" y="2808"/>
                  </a:lnTo>
                  <a:lnTo>
                    <a:pt x="1224" y="3028"/>
                  </a:lnTo>
                  <a:lnTo>
                    <a:pt x="1304" y="2828"/>
                  </a:lnTo>
                  <a:lnTo>
                    <a:pt x="1404" y="2647"/>
                  </a:lnTo>
                  <a:lnTo>
                    <a:pt x="1504" y="2487"/>
                  </a:lnTo>
                  <a:lnTo>
                    <a:pt x="1625" y="2306"/>
                  </a:lnTo>
                  <a:lnTo>
                    <a:pt x="1765" y="2166"/>
                  </a:lnTo>
                  <a:lnTo>
                    <a:pt x="1926" y="2006"/>
                  </a:lnTo>
                  <a:lnTo>
                    <a:pt x="2086" y="1885"/>
                  </a:lnTo>
                  <a:lnTo>
                    <a:pt x="2246" y="1765"/>
                  </a:lnTo>
                  <a:lnTo>
                    <a:pt x="2547" y="1605"/>
                  </a:lnTo>
                  <a:lnTo>
                    <a:pt x="2848" y="1464"/>
                  </a:lnTo>
                  <a:lnTo>
                    <a:pt x="3169" y="1364"/>
                  </a:lnTo>
                  <a:lnTo>
                    <a:pt x="3490" y="1284"/>
                  </a:lnTo>
                  <a:lnTo>
                    <a:pt x="3811" y="1203"/>
                  </a:lnTo>
                  <a:lnTo>
                    <a:pt x="4152" y="1163"/>
                  </a:lnTo>
                  <a:lnTo>
                    <a:pt x="4793" y="1083"/>
                  </a:lnTo>
                  <a:lnTo>
                    <a:pt x="5575" y="1023"/>
                  </a:lnTo>
                  <a:lnTo>
                    <a:pt x="6859" y="1023"/>
                  </a:lnTo>
                  <a:lnTo>
                    <a:pt x="7380" y="1043"/>
                  </a:lnTo>
                  <a:lnTo>
                    <a:pt x="7902" y="1083"/>
                  </a:lnTo>
                  <a:lnTo>
                    <a:pt x="8423" y="1143"/>
                  </a:lnTo>
                  <a:lnTo>
                    <a:pt x="8463" y="903"/>
                  </a:lnTo>
                  <a:lnTo>
                    <a:pt x="8463" y="682"/>
                  </a:lnTo>
                  <a:lnTo>
                    <a:pt x="8443" y="341"/>
                  </a:lnTo>
                  <a:lnTo>
                    <a:pt x="838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26"/>
            <p:cNvSpPr/>
            <p:nvPr/>
          </p:nvSpPr>
          <p:spPr>
            <a:xfrm>
              <a:off x="10760825" y="3828363"/>
              <a:ext cx="211600" cy="75725"/>
            </a:xfrm>
            <a:custGeom>
              <a:avLst/>
              <a:gdLst/>
              <a:ahLst/>
              <a:cxnLst/>
              <a:rect l="l" t="t" r="r" b="b"/>
              <a:pathLst>
                <a:path w="8464" h="3029" fill="none" extrusionOk="0">
                  <a:moveTo>
                    <a:pt x="8383" y="0"/>
                  </a:moveTo>
                  <a:lnTo>
                    <a:pt x="8383" y="0"/>
                  </a:lnTo>
                  <a:lnTo>
                    <a:pt x="7761" y="60"/>
                  </a:lnTo>
                  <a:lnTo>
                    <a:pt x="714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20" y="381"/>
                  </a:lnTo>
                  <a:lnTo>
                    <a:pt x="0" y="682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101" y="1384"/>
                  </a:lnTo>
                  <a:lnTo>
                    <a:pt x="201" y="1705"/>
                  </a:lnTo>
                  <a:lnTo>
                    <a:pt x="341" y="2026"/>
                  </a:lnTo>
                  <a:lnTo>
                    <a:pt x="522" y="2306"/>
                  </a:lnTo>
                  <a:lnTo>
                    <a:pt x="722" y="2587"/>
                  </a:lnTo>
                  <a:lnTo>
                    <a:pt x="963" y="2808"/>
                  </a:lnTo>
                  <a:lnTo>
                    <a:pt x="1224" y="3028"/>
                  </a:lnTo>
                  <a:lnTo>
                    <a:pt x="1224" y="3028"/>
                  </a:lnTo>
                  <a:lnTo>
                    <a:pt x="1304" y="2828"/>
                  </a:lnTo>
                  <a:lnTo>
                    <a:pt x="1404" y="2647"/>
                  </a:lnTo>
                  <a:lnTo>
                    <a:pt x="1504" y="2487"/>
                  </a:lnTo>
                  <a:lnTo>
                    <a:pt x="1625" y="2306"/>
                  </a:lnTo>
                  <a:lnTo>
                    <a:pt x="1765" y="2166"/>
                  </a:lnTo>
                  <a:lnTo>
                    <a:pt x="1926" y="2006"/>
                  </a:lnTo>
                  <a:lnTo>
                    <a:pt x="2086" y="1885"/>
                  </a:lnTo>
                  <a:lnTo>
                    <a:pt x="2246" y="1765"/>
                  </a:lnTo>
                  <a:lnTo>
                    <a:pt x="2246" y="1765"/>
                  </a:lnTo>
                  <a:lnTo>
                    <a:pt x="2547" y="1605"/>
                  </a:lnTo>
                  <a:lnTo>
                    <a:pt x="2848" y="1464"/>
                  </a:lnTo>
                  <a:lnTo>
                    <a:pt x="3169" y="1364"/>
                  </a:lnTo>
                  <a:lnTo>
                    <a:pt x="3490" y="1284"/>
                  </a:lnTo>
                  <a:lnTo>
                    <a:pt x="3811" y="1203"/>
                  </a:lnTo>
                  <a:lnTo>
                    <a:pt x="4152" y="1163"/>
                  </a:lnTo>
                  <a:lnTo>
                    <a:pt x="4793" y="1083"/>
                  </a:lnTo>
                  <a:lnTo>
                    <a:pt x="4793" y="1083"/>
                  </a:lnTo>
                  <a:lnTo>
                    <a:pt x="5575" y="1023"/>
                  </a:lnTo>
                  <a:lnTo>
                    <a:pt x="6337" y="1023"/>
                  </a:lnTo>
                  <a:lnTo>
                    <a:pt x="6337" y="1023"/>
                  </a:lnTo>
                  <a:lnTo>
                    <a:pt x="6859" y="1023"/>
                  </a:lnTo>
                  <a:lnTo>
                    <a:pt x="7380" y="1043"/>
                  </a:lnTo>
                  <a:lnTo>
                    <a:pt x="7902" y="1083"/>
                  </a:lnTo>
                  <a:lnTo>
                    <a:pt x="8423" y="1143"/>
                  </a:lnTo>
                  <a:lnTo>
                    <a:pt x="8423" y="1143"/>
                  </a:lnTo>
                  <a:lnTo>
                    <a:pt x="8463" y="903"/>
                  </a:lnTo>
                  <a:lnTo>
                    <a:pt x="8463" y="682"/>
                  </a:lnTo>
                  <a:lnTo>
                    <a:pt x="8463" y="682"/>
                  </a:lnTo>
                  <a:lnTo>
                    <a:pt x="8443" y="341"/>
                  </a:lnTo>
                  <a:lnTo>
                    <a:pt x="838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26"/>
            <p:cNvSpPr/>
            <p:nvPr/>
          </p:nvSpPr>
          <p:spPr>
            <a:xfrm>
              <a:off x="11125800" y="3122938"/>
              <a:ext cx="299350" cy="309375"/>
            </a:xfrm>
            <a:custGeom>
              <a:avLst/>
              <a:gdLst/>
              <a:ahLst/>
              <a:cxnLst/>
              <a:rect l="l" t="t" r="r" b="b"/>
              <a:pathLst>
                <a:path w="11974" h="12375" extrusionOk="0">
                  <a:moveTo>
                    <a:pt x="10830" y="0"/>
                  </a:moveTo>
                  <a:lnTo>
                    <a:pt x="10650" y="21"/>
                  </a:lnTo>
                  <a:lnTo>
                    <a:pt x="10489" y="81"/>
                  </a:lnTo>
                  <a:lnTo>
                    <a:pt x="10329" y="141"/>
                  </a:lnTo>
                  <a:lnTo>
                    <a:pt x="10189" y="261"/>
                  </a:lnTo>
                  <a:lnTo>
                    <a:pt x="10088" y="382"/>
                  </a:lnTo>
                  <a:lnTo>
                    <a:pt x="9988" y="542"/>
                  </a:lnTo>
                  <a:lnTo>
                    <a:pt x="9948" y="742"/>
                  </a:lnTo>
                  <a:lnTo>
                    <a:pt x="9928" y="963"/>
                  </a:lnTo>
                  <a:lnTo>
                    <a:pt x="9968" y="1886"/>
                  </a:lnTo>
                  <a:lnTo>
                    <a:pt x="10008" y="2928"/>
                  </a:lnTo>
                  <a:lnTo>
                    <a:pt x="10028" y="4031"/>
                  </a:lnTo>
                  <a:lnTo>
                    <a:pt x="10008" y="4593"/>
                  </a:lnTo>
                  <a:lnTo>
                    <a:pt x="9988" y="5154"/>
                  </a:lnTo>
                  <a:lnTo>
                    <a:pt x="9948" y="5696"/>
                  </a:lnTo>
                  <a:lnTo>
                    <a:pt x="9868" y="6257"/>
                  </a:lnTo>
                  <a:lnTo>
                    <a:pt x="9767" y="6779"/>
                  </a:lnTo>
                  <a:lnTo>
                    <a:pt x="9647" y="7300"/>
                  </a:lnTo>
                  <a:lnTo>
                    <a:pt x="9507" y="7782"/>
                  </a:lnTo>
                  <a:lnTo>
                    <a:pt x="9306" y="8243"/>
                  </a:lnTo>
                  <a:lnTo>
                    <a:pt x="9206" y="8443"/>
                  </a:lnTo>
                  <a:lnTo>
                    <a:pt x="9086" y="8644"/>
                  </a:lnTo>
                  <a:lnTo>
                    <a:pt x="8945" y="8845"/>
                  </a:lnTo>
                  <a:lnTo>
                    <a:pt x="8825" y="9025"/>
                  </a:lnTo>
                  <a:lnTo>
                    <a:pt x="8664" y="9185"/>
                  </a:lnTo>
                  <a:lnTo>
                    <a:pt x="8504" y="9346"/>
                  </a:lnTo>
                  <a:lnTo>
                    <a:pt x="8324" y="9486"/>
                  </a:lnTo>
                  <a:lnTo>
                    <a:pt x="8123" y="9627"/>
                  </a:lnTo>
                  <a:lnTo>
                    <a:pt x="7922" y="9747"/>
                  </a:lnTo>
                  <a:lnTo>
                    <a:pt x="7702" y="9847"/>
                  </a:lnTo>
                  <a:lnTo>
                    <a:pt x="7481" y="9948"/>
                  </a:lnTo>
                  <a:lnTo>
                    <a:pt x="7241" y="10028"/>
                  </a:lnTo>
                  <a:lnTo>
                    <a:pt x="6759" y="10168"/>
                  </a:lnTo>
                  <a:lnTo>
                    <a:pt x="6218" y="10288"/>
                  </a:lnTo>
                  <a:lnTo>
                    <a:pt x="5676" y="10369"/>
                  </a:lnTo>
                  <a:lnTo>
                    <a:pt x="5115" y="10409"/>
                  </a:lnTo>
                  <a:lnTo>
                    <a:pt x="4553" y="10429"/>
                  </a:lnTo>
                  <a:lnTo>
                    <a:pt x="3972" y="10449"/>
                  </a:lnTo>
                  <a:lnTo>
                    <a:pt x="3410" y="10429"/>
                  </a:lnTo>
                  <a:lnTo>
                    <a:pt x="2869" y="10409"/>
                  </a:lnTo>
                  <a:lnTo>
                    <a:pt x="1826" y="10349"/>
                  </a:lnTo>
                  <a:lnTo>
                    <a:pt x="944" y="10268"/>
                  </a:lnTo>
                  <a:lnTo>
                    <a:pt x="723" y="10268"/>
                  </a:lnTo>
                  <a:lnTo>
                    <a:pt x="522" y="10309"/>
                  </a:lnTo>
                  <a:lnTo>
                    <a:pt x="362" y="10409"/>
                  </a:lnTo>
                  <a:lnTo>
                    <a:pt x="222" y="10509"/>
                  </a:lnTo>
                  <a:lnTo>
                    <a:pt x="121" y="10649"/>
                  </a:lnTo>
                  <a:lnTo>
                    <a:pt x="61" y="10810"/>
                  </a:lnTo>
                  <a:lnTo>
                    <a:pt x="1" y="10990"/>
                  </a:lnTo>
                  <a:lnTo>
                    <a:pt x="1" y="11171"/>
                  </a:lnTo>
                  <a:lnTo>
                    <a:pt x="21" y="11351"/>
                  </a:lnTo>
                  <a:lnTo>
                    <a:pt x="61" y="11532"/>
                  </a:lnTo>
                  <a:lnTo>
                    <a:pt x="121" y="11712"/>
                  </a:lnTo>
                  <a:lnTo>
                    <a:pt x="242" y="11873"/>
                  </a:lnTo>
                  <a:lnTo>
                    <a:pt x="362" y="11993"/>
                  </a:lnTo>
                  <a:lnTo>
                    <a:pt x="522" y="12113"/>
                  </a:lnTo>
                  <a:lnTo>
                    <a:pt x="723" y="12194"/>
                  </a:lnTo>
                  <a:lnTo>
                    <a:pt x="944" y="12234"/>
                  </a:lnTo>
                  <a:lnTo>
                    <a:pt x="2247" y="12334"/>
                  </a:lnTo>
                  <a:lnTo>
                    <a:pt x="2949" y="12354"/>
                  </a:lnTo>
                  <a:lnTo>
                    <a:pt x="3691" y="12374"/>
                  </a:lnTo>
                  <a:lnTo>
                    <a:pt x="4613" y="12354"/>
                  </a:lnTo>
                  <a:lnTo>
                    <a:pt x="5055" y="12334"/>
                  </a:lnTo>
                  <a:lnTo>
                    <a:pt x="5516" y="12314"/>
                  </a:lnTo>
                  <a:lnTo>
                    <a:pt x="5977" y="12254"/>
                  </a:lnTo>
                  <a:lnTo>
                    <a:pt x="6438" y="12194"/>
                  </a:lnTo>
                  <a:lnTo>
                    <a:pt x="6880" y="12113"/>
                  </a:lnTo>
                  <a:lnTo>
                    <a:pt x="7301" y="12013"/>
                  </a:lnTo>
                  <a:lnTo>
                    <a:pt x="7742" y="11893"/>
                  </a:lnTo>
                  <a:lnTo>
                    <a:pt x="8143" y="11772"/>
                  </a:lnTo>
                  <a:lnTo>
                    <a:pt x="8544" y="11612"/>
                  </a:lnTo>
                  <a:lnTo>
                    <a:pt x="8905" y="11432"/>
                  </a:lnTo>
                  <a:lnTo>
                    <a:pt x="9266" y="11211"/>
                  </a:lnTo>
                  <a:lnTo>
                    <a:pt x="9607" y="10990"/>
                  </a:lnTo>
                  <a:lnTo>
                    <a:pt x="9908" y="10730"/>
                  </a:lnTo>
                  <a:lnTo>
                    <a:pt x="10189" y="10449"/>
                  </a:lnTo>
                  <a:lnTo>
                    <a:pt x="10369" y="10228"/>
                  </a:lnTo>
                  <a:lnTo>
                    <a:pt x="10550" y="9988"/>
                  </a:lnTo>
                  <a:lnTo>
                    <a:pt x="10710" y="9747"/>
                  </a:lnTo>
                  <a:lnTo>
                    <a:pt x="10850" y="9506"/>
                  </a:lnTo>
                  <a:lnTo>
                    <a:pt x="10991" y="9246"/>
                  </a:lnTo>
                  <a:lnTo>
                    <a:pt x="11111" y="8965"/>
                  </a:lnTo>
                  <a:lnTo>
                    <a:pt x="11231" y="8704"/>
                  </a:lnTo>
                  <a:lnTo>
                    <a:pt x="11332" y="8403"/>
                  </a:lnTo>
                  <a:lnTo>
                    <a:pt x="11512" y="7822"/>
                  </a:lnTo>
                  <a:lnTo>
                    <a:pt x="11653" y="7200"/>
                  </a:lnTo>
                  <a:lnTo>
                    <a:pt x="11773" y="6558"/>
                  </a:lnTo>
                  <a:lnTo>
                    <a:pt x="11853" y="5917"/>
                  </a:lnTo>
                  <a:lnTo>
                    <a:pt x="11913" y="5255"/>
                  </a:lnTo>
                  <a:lnTo>
                    <a:pt x="11953" y="4613"/>
                  </a:lnTo>
                  <a:lnTo>
                    <a:pt x="11973" y="3951"/>
                  </a:lnTo>
                  <a:lnTo>
                    <a:pt x="11973" y="3309"/>
                  </a:lnTo>
                  <a:lnTo>
                    <a:pt x="11933" y="2086"/>
                  </a:lnTo>
                  <a:lnTo>
                    <a:pt x="11893" y="963"/>
                  </a:lnTo>
                  <a:lnTo>
                    <a:pt x="11893" y="843"/>
                  </a:lnTo>
                  <a:lnTo>
                    <a:pt x="11853" y="722"/>
                  </a:lnTo>
                  <a:lnTo>
                    <a:pt x="11793" y="522"/>
                  </a:lnTo>
                  <a:lnTo>
                    <a:pt x="11673" y="361"/>
                  </a:lnTo>
                  <a:lnTo>
                    <a:pt x="11532" y="241"/>
                  </a:lnTo>
                  <a:lnTo>
                    <a:pt x="11372" y="121"/>
                  </a:lnTo>
                  <a:lnTo>
                    <a:pt x="11211" y="61"/>
                  </a:lnTo>
                  <a:lnTo>
                    <a:pt x="11011" y="21"/>
                  </a:lnTo>
                  <a:lnTo>
                    <a:pt x="1083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26"/>
            <p:cNvSpPr/>
            <p:nvPr/>
          </p:nvSpPr>
          <p:spPr>
            <a:xfrm>
              <a:off x="11125800" y="3122938"/>
              <a:ext cx="299350" cy="309375"/>
            </a:xfrm>
            <a:custGeom>
              <a:avLst/>
              <a:gdLst/>
              <a:ahLst/>
              <a:cxnLst/>
              <a:rect l="l" t="t" r="r" b="b"/>
              <a:pathLst>
                <a:path w="11974" h="12375" fill="none" extrusionOk="0">
                  <a:moveTo>
                    <a:pt x="10189" y="10449"/>
                  </a:moveTo>
                  <a:lnTo>
                    <a:pt x="10189" y="10449"/>
                  </a:lnTo>
                  <a:lnTo>
                    <a:pt x="9908" y="10730"/>
                  </a:lnTo>
                  <a:lnTo>
                    <a:pt x="9607" y="10990"/>
                  </a:lnTo>
                  <a:lnTo>
                    <a:pt x="9266" y="11211"/>
                  </a:lnTo>
                  <a:lnTo>
                    <a:pt x="8905" y="11432"/>
                  </a:lnTo>
                  <a:lnTo>
                    <a:pt x="8544" y="11612"/>
                  </a:lnTo>
                  <a:lnTo>
                    <a:pt x="8143" y="11772"/>
                  </a:lnTo>
                  <a:lnTo>
                    <a:pt x="7742" y="11893"/>
                  </a:lnTo>
                  <a:lnTo>
                    <a:pt x="7301" y="12013"/>
                  </a:lnTo>
                  <a:lnTo>
                    <a:pt x="6880" y="12113"/>
                  </a:lnTo>
                  <a:lnTo>
                    <a:pt x="6438" y="12194"/>
                  </a:lnTo>
                  <a:lnTo>
                    <a:pt x="5977" y="12254"/>
                  </a:lnTo>
                  <a:lnTo>
                    <a:pt x="5516" y="12314"/>
                  </a:lnTo>
                  <a:lnTo>
                    <a:pt x="5055" y="12334"/>
                  </a:lnTo>
                  <a:lnTo>
                    <a:pt x="4613" y="12354"/>
                  </a:lnTo>
                  <a:lnTo>
                    <a:pt x="3691" y="12374"/>
                  </a:lnTo>
                  <a:lnTo>
                    <a:pt x="3691" y="12374"/>
                  </a:lnTo>
                  <a:lnTo>
                    <a:pt x="2949" y="12354"/>
                  </a:lnTo>
                  <a:lnTo>
                    <a:pt x="2247" y="12334"/>
                  </a:lnTo>
                  <a:lnTo>
                    <a:pt x="944" y="12234"/>
                  </a:lnTo>
                  <a:lnTo>
                    <a:pt x="944" y="12234"/>
                  </a:lnTo>
                  <a:lnTo>
                    <a:pt x="723" y="12194"/>
                  </a:lnTo>
                  <a:lnTo>
                    <a:pt x="522" y="12113"/>
                  </a:lnTo>
                  <a:lnTo>
                    <a:pt x="362" y="11993"/>
                  </a:lnTo>
                  <a:lnTo>
                    <a:pt x="242" y="11873"/>
                  </a:lnTo>
                  <a:lnTo>
                    <a:pt x="121" y="11712"/>
                  </a:lnTo>
                  <a:lnTo>
                    <a:pt x="61" y="11532"/>
                  </a:lnTo>
                  <a:lnTo>
                    <a:pt x="21" y="11351"/>
                  </a:lnTo>
                  <a:lnTo>
                    <a:pt x="1" y="11171"/>
                  </a:lnTo>
                  <a:lnTo>
                    <a:pt x="1" y="10990"/>
                  </a:lnTo>
                  <a:lnTo>
                    <a:pt x="61" y="10810"/>
                  </a:lnTo>
                  <a:lnTo>
                    <a:pt x="121" y="10649"/>
                  </a:lnTo>
                  <a:lnTo>
                    <a:pt x="222" y="10509"/>
                  </a:lnTo>
                  <a:lnTo>
                    <a:pt x="362" y="10409"/>
                  </a:lnTo>
                  <a:lnTo>
                    <a:pt x="522" y="10309"/>
                  </a:lnTo>
                  <a:lnTo>
                    <a:pt x="723" y="10268"/>
                  </a:lnTo>
                  <a:lnTo>
                    <a:pt x="944" y="10268"/>
                  </a:lnTo>
                  <a:lnTo>
                    <a:pt x="944" y="10268"/>
                  </a:lnTo>
                  <a:lnTo>
                    <a:pt x="1826" y="10349"/>
                  </a:lnTo>
                  <a:lnTo>
                    <a:pt x="2869" y="10409"/>
                  </a:lnTo>
                  <a:lnTo>
                    <a:pt x="3410" y="10429"/>
                  </a:lnTo>
                  <a:lnTo>
                    <a:pt x="3972" y="10449"/>
                  </a:lnTo>
                  <a:lnTo>
                    <a:pt x="4553" y="10429"/>
                  </a:lnTo>
                  <a:lnTo>
                    <a:pt x="5115" y="10409"/>
                  </a:lnTo>
                  <a:lnTo>
                    <a:pt x="5676" y="10369"/>
                  </a:lnTo>
                  <a:lnTo>
                    <a:pt x="6218" y="10288"/>
                  </a:lnTo>
                  <a:lnTo>
                    <a:pt x="6759" y="10168"/>
                  </a:lnTo>
                  <a:lnTo>
                    <a:pt x="7241" y="10028"/>
                  </a:lnTo>
                  <a:lnTo>
                    <a:pt x="7481" y="9948"/>
                  </a:lnTo>
                  <a:lnTo>
                    <a:pt x="7702" y="9847"/>
                  </a:lnTo>
                  <a:lnTo>
                    <a:pt x="7922" y="9747"/>
                  </a:lnTo>
                  <a:lnTo>
                    <a:pt x="8123" y="9627"/>
                  </a:lnTo>
                  <a:lnTo>
                    <a:pt x="8324" y="9486"/>
                  </a:lnTo>
                  <a:lnTo>
                    <a:pt x="8504" y="9346"/>
                  </a:lnTo>
                  <a:lnTo>
                    <a:pt x="8664" y="9185"/>
                  </a:lnTo>
                  <a:lnTo>
                    <a:pt x="8825" y="9025"/>
                  </a:lnTo>
                  <a:lnTo>
                    <a:pt x="8825" y="9025"/>
                  </a:lnTo>
                  <a:lnTo>
                    <a:pt x="8945" y="8845"/>
                  </a:lnTo>
                  <a:lnTo>
                    <a:pt x="9086" y="8644"/>
                  </a:lnTo>
                  <a:lnTo>
                    <a:pt x="9206" y="8443"/>
                  </a:lnTo>
                  <a:lnTo>
                    <a:pt x="9306" y="8243"/>
                  </a:lnTo>
                  <a:lnTo>
                    <a:pt x="9507" y="7782"/>
                  </a:lnTo>
                  <a:lnTo>
                    <a:pt x="9647" y="7300"/>
                  </a:lnTo>
                  <a:lnTo>
                    <a:pt x="9767" y="6779"/>
                  </a:lnTo>
                  <a:lnTo>
                    <a:pt x="9868" y="6257"/>
                  </a:lnTo>
                  <a:lnTo>
                    <a:pt x="9948" y="5696"/>
                  </a:lnTo>
                  <a:lnTo>
                    <a:pt x="9988" y="5154"/>
                  </a:lnTo>
                  <a:lnTo>
                    <a:pt x="10008" y="4593"/>
                  </a:lnTo>
                  <a:lnTo>
                    <a:pt x="10028" y="4031"/>
                  </a:lnTo>
                  <a:lnTo>
                    <a:pt x="10008" y="2928"/>
                  </a:lnTo>
                  <a:lnTo>
                    <a:pt x="9968" y="1886"/>
                  </a:lnTo>
                  <a:lnTo>
                    <a:pt x="9928" y="963"/>
                  </a:lnTo>
                  <a:lnTo>
                    <a:pt x="9928" y="963"/>
                  </a:lnTo>
                  <a:lnTo>
                    <a:pt x="9948" y="742"/>
                  </a:lnTo>
                  <a:lnTo>
                    <a:pt x="9988" y="542"/>
                  </a:lnTo>
                  <a:lnTo>
                    <a:pt x="10088" y="382"/>
                  </a:lnTo>
                  <a:lnTo>
                    <a:pt x="10189" y="261"/>
                  </a:lnTo>
                  <a:lnTo>
                    <a:pt x="10329" y="141"/>
                  </a:lnTo>
                  <a:lnTo>
                    <a:pt x="10489" y="81"/>
                  </a:lnTo>
                  <a:lnTo>
                    <a:pt x="10650" y="21"/>
                  </a:lnTo>
                  <a:lnTo>
                    <a:pt x="10830" y="0"/>
                  </a:lnTo>
                  <a:lnTo>
                    <a:pt x="10830" y="0"/>
                  </a:lnTo>
                  <a:lnTo>
                    <a:pt x="11011" y="21"/>
                  </a:lnTo>
                  <a:lnTo>
                    <a:pt x="11211" y="61"/>
                  </a:lnTo>
                  <a:lnTo>
                    <a:pt x="11372" y="121"/>
                  </a:lnTo>
                  <a:lnTo>
                    <a:pt x="11532" y="241"/>
                  </a:lnTo>
                  <a:lnTo>
                    <a:pt x="11673" y="361"/>
                  </a:lnTo>
                  <a:lnTo>
                    <a:pt x="11793" y="522"/>
                  </a:lnTo>
                  <a:lnTo>
                    <a:pt x="11853" y="722"/>
                  </a:lnTo>
                  <a:lnTo>
                    <a:pt x="11893" y="843"/>
                  </a:lnTo>
                  <a:lnTo>
                    <a:pt x="11893" y="963"/>
                  </a:lnTo>
                  <a:lnTo>
                    <a:pt x="11893" y="963"/>
                  </a:lnTo>
                  <a:lnTo>
                    <a:pt x="11933" y="2086"/>
                  </a:lnTo>
                  <a:lnTo>
                    <a:pt x="11973" y="3309"/>
                  </a:lnTo>
                  <a:lnTo>
                    <a:pt x="11973" y="3951"/>
                  </a:lnTo>
                  <a:lnTo>
                    <a:pt x="11953" y="4613"/>
                  </a:lnTo>
                  <a:lnTo>
                    <a:pt x="11913" y="5255"/>
                  </a:lnTo>
                  <a:lnTo>
                    <a:pt x="11853" y="5917"/>
                  </a:lnTo>
                  <a:lnTo>
                    <a:pt x="11773" y="6558"/>
                  </a:lnTo>
                  <a:lnTo>
                    <a:pt x="11653" y="7200"/>
                  </a:lnTo>
                  <a:lnTo>
                    <a:pt x="11512" y="7822"/>
                  </a:lnTo>
                  <a:lnTo>
                    <a:pt x="11332" y="8403"/>
                  </a:lnTo>
                  <a:lnTo>
                    <a:pt x="11231" y="8704"/>
                  </a:lnTo>
                  <a:lnTo>
                    <a:pt x="11111" y="8965"/>
                  </a:lnTo>
                  <a:lnTo>
                    <a:pt x="10991" y="9246"/>
                  </a:lnTo>
                  <a:lnTo>
                    <a:pt x="10850" y="9506"/>
                  </a:lnTo>
                  <a:lnTo>
                    <a:pt x="10710" y="9747"/>
                  </a:lnTo>
                  <a:lnTo>
                    <a:pt x="10550" y="9988"/>
                  </a:lnTo>
                  <a:lnTo>
                    <a:pt x="10369" y="10228"/>
                  </a:lnTo>
                  <a:lnTo>
                    <a:pt x="10189" y="1044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26"/>
            <p:cNvSpPr/>
            <p:nvPr/>
          </p:nvSpPr>
          <p:spPr>
            <a:xfrm>
              <a:off x="11231600" y="3162038"/>
              <a:ext cx="168475" cy="252725"/>
            </a:xfrm>
            <a:custGeom>
              <a:avLst/>
              <a:gdLst/>
              <a:ahLst/>
              <a:cxnLst/>
              <a:rect l="l" t="t" r="r" b="b"/>
              <a:pathLst>
                <a:path w="6739" h="10109" extrusionOk="0">
                  <a:moveTo>
                    <a:pt x="5736" y="1"/>
                  </a:moveTo>
                  <a:lnTo>
                    <a:pt x="5776" y="1064"/>
                  </a:lnTo>
                  <a:lnTo>
                    <a:pt x="5796" y="2227"/>
                  </a:lnTo>
                  <a:lnTo>
                    <a:pt x="5796" y="2969"/>
                  </a:lnTo>
                  <a:lnTo>
                    <a:pt x="5756" y="3691"/>
                  </a:lnTo>
                  <a:lnTo>
                    <a:pt x="5676" y="4413"/>
                  </a:lnTo>
                  <a:lnTo>
                    <a:pt x="5636" y="4774"/>
                  </a:lnTo>
                  <a:lnTo>
                    <a:pt x="5576" y="5115"/>
                  </a:lnTo>
                  <a:lnTo>
                    <a:pt x="5495" y="5456"/>
                  </a:lnTo>
                  <a:lnTo>
                    <a:pt x="5415" y="5776"/>
                  </a:lnTo>
                  <a:lnTo>
                    <a:pt x="5315" y="6097"/>
                  </a:lnTo>
                  <a:lnTo>
                    <a:pt x="5195" y="6398"/>
                  </a:lnTo>
                  <a:lnTo>
                    <a:pt x="5074" y="6699"/>
                  </a:lnTo>
                  <a:lnTo>
                    <a:pt x="4914" y="6960"/>
                  </a:lnTo>
                  <a:lnTo>
                    <a:pt x="4753" y="7220"/>
                  </a:lnTo>
                  <a:lnTo>
                    <a:pt x="4593" y="7461"/>
                  </a:lnTo>
                  <a:lnTo>
                    <a:pt x="4412" y="7662"/>
                  </a:lnTo>
                  <a:lnTo>
                    <a:pt x="4192" y="7842"/>
                  </a:lnTo>
                  <a:lnTo>
                    <a:pt x="3971" y="8002"/>
                  </a:lnTo>
                  <a:lnTo>
                    <a:pt x="3731" y="8143"/>
                  </a:lnTo>
                  <a:lnTo>
                    <a:pt x="3490" y="8283"/>
                  </a:lnTo>
                  <a:lnTo>
                    <a:pt x="3209" y="8384"/>
                  </a:lnTo>
                  <a:lnTo>
                    <a:pt x="2928" y="8484"/>
                  </a:lnTo>
                  <a:lnTo>
                    <a:pt x="2628" y="8584"/>
                  </a:lnTo>
                  <a:lnTo>
                    <a:pt x="2327" y="8644"/>
                  </a:lnTo>
                  <a:lnTo>
                    <a:pt x="2006" y="8724"/>
                  </a:lnTo>
                  <a:lnTo>
                    <a:pt x="1344" y="8805"/>
                  </a:lnTo>
                  <a:lnTo>
                    <a:pt x="682" y="8865"/>
                  </a:lnTo>
                  <a:lnTo>
                    <a:pt x="0" y="8885"/>
                  </a:lnTo>
                  <a:lnTo>
                    <a:pt x="0" y="10108"/>
                  </a:lnTo>
                  <a:lnTo>
                    <a:pt x="121" y="10048"/>
                  </a:lnTo>
                  <a:lnTo>
                    <a:pt x="301" y="9948"/>
                  </a:lnTo>
                  <a:lnTo>
                    <a:pt x="502" y="9868"/>
                  </a:lnTo>
                  <a:lnTo>
                    <a:pt x="903" y="9727"/>
                  </a:lnTo>
                  <a:lnTo>
                    <a:pt x="1725" y="9507"/>
                  </a:lnTo>
                  <a:lnTo>
                    <a:pt x="2447" y="9286"/>
                  </a:lnTo>
                  <a:lnTo>
                    <a:pt x="2788" y="9166"/>
                  </a:lnTo>
                  <a:lnTo>
                    <a:pt x="3129" y="9025"/>
                  </a:lnTo>
                  <a:lnTo>
                    <a:pt x="3470" y="8865"/>
                  </a:lnTo>
                  <a:lnTo>
                    <a:pt x="3811" y="8704"/>
                  </a:lnTo>
                  <a:lnTo>
                    <a:pt x="4132" y="8524"/>
                  </a:lnTo>
                  <a:lnTo>
                    <a:pt x="4432" y="8323"/>
                  </a:lnTo>
                  <a:lnTo>
                    <a:pt x="4733" y="8103"/>
                  </a:lnTo>
                  <a:lnTo>
                    <a:pt x="5014" y="7882"/>
                  </a:lnTo>
                  <a:lnTo>
                    <a:pt x="5275" y="7621"/>
                  </a:lnTo>
                  <a:lnTo>
                    <a:pt x="5515" y="7361"/>
                  </a:lnTo>
                  <a:lnTo>
                    <a:pt x="5756" y="7060"/>
                  </a:lnTo>
                  <a:lnTo>
                    <a:pt x="5957" y="6759"/>
                  </a:lnTo>
                  <a:lnTo>
                    <a:pt x="6137" y="6438"/>
                  </a:lnTo>
                  <a:lnTo>
                    <a:pt x="6298" y="6077"/>
                  </a:lnTo>
                  <a:lnTo>
                    <a:pt x="6418" y="5716"/>
                  </a:lnTo>
                  <a:lnTo>
                    <a:pt x="6518" y="5355"/>
                  </a:lnTo>
                  <a:lnTo>
                    <a:pt x="6598" y="4974"/>
                  </a:lnTo>
                  <a:lnTo>
                    <a:pt x="6659" y="4593"/>
                  </a:lnTo>
                  <a:lnTo>
                    <a:pt x="6699" y="4232"/>
                  </a:lnTo>
                  <a:lnTo>
                    <a:pt x="6719" y="3851"/>
                  </a:lnTo>
                  <a:lnTo>
                    <a:pt x="6739" y="3470"/>
                  </a:lnTo>
                  <a:lnTo>
                    <a:pt x="6739" y="3089"/>
                  </a:lnTo>
                  <a:lnTo>
                    <a:pt x="6699" y="2327"/>
                  </a:lnTo>
                  <a:lnTo>
                    <a:pt x="6638" y="1565"/>
                  </a:lnTo>
                  <a:lnTo>
                    <a:pt x="6598" y="803"/>
                  </a:lnTo>
                  <a:lnTo>
                    <a:pt x="6558" y="41"/>
                  </a:lnTo>
                  <a:lnTo>
                    <a:pt x="6177" y="41"/>
                  </a:lnTo>
                  <a:lnTo>
                    <a:pt x="5736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26"/>
            <p:cNvSpPr/>
            <p:nvPr/>
          </p:nvSpPr>
          <p:spPr>
            <a:xfrm>
              <a:off x="11277725" y="3008638"/>
              <a:ext cx="243175" cy="154425"/>
            </a:xfrm>
            <a:custGeom>
              <a:avLst/>
              <a:gdLst/>
              <a:ahLst/>
              <a:cxnLst/>
              <a:rect l="l" t="t" r="r" b="b"/>
              <a:pathLst>
                <a:path w="9727" h="6177" extrusionOk="0">
                  <a:moveTo>
                    <a:pt x="141" y="0"/>
                  </a:moveTo>
                  <a:lnTo>
                    <a:pt x="121" y="120"/>
                  </a:lnTo>
                  <a:lnTo>
                    <a:pt x="61" y="461"/>
                  </a:lnTo>
                  <a:lnTo>
                    <a:pt x="21" y="963"/>
                  </a:lnTo>
                  <a:lnTo>
                    <a:pt x="0" y="1284"/>
                  </a:lnTo>
                  <a:lnTo>
                    <a:pt x="0" y="1604"/>
                  </a:lnTo>
                  <a:lnTo>
                    <a:pt x="21" y="1965"/>
                  </a:lnTo>
                  <a:lnTo>
                    <a:pt x="61" y="2326"/>
                  </a:lnTo>
                  <a:lnTo>
                    <a:pt x="121" y="2707"/>
                  </a:lnTo>
                  <a:lnTo>
                    <a:pt x="201" y="3088"/>
                  </a:lnTo>
                  <a:lnTo>
                    <a:pt x="321" y="3449"/>
                  </a:lnTo>
                  <a:lnTo>
                    <a:pt x="482" y="3830"/>
                  </a:lnTo>
                  <a:lnTo>
                    <a:pt x="682" y="4171"/>
                  </a:lnTo>
                  <a:lnTo>
                    <a:pt x="803" y="4352"/>
                  </a:lnTo>
                  <a:lnTo>
                    <a:pt x="943" y="4512"/>
                  </a:lnTo>
                  <a:lnTo>
                    <a:pt x="1204" y="4813"/>
                  </a:lnTo>
                  <a:lnTo>
                    <a:pt x="1484" y="5074"/>
                  </a:lnTo>
                  <a:lnTo>
                    <a:pt x="1785" y="5294"/>
                  </a:lnTo>
                  <a:lnTo>
                    <a:pt x="2066" y="5495"/>
                  </a:lnTo>
                  <a:lnTo>
                    <a:pt x="2347" y="5655"/>
                  </a:lnTo>
                  <a:lnTo>
                    <a:pt x="2628" y="5796"/>
                  </a:lnTo>
                  <a:lnTo>
                    <a:pt x="2908" y="5896"/>
                  </a:lnTo>
                  <a:lnTo>
                    <a:pt x="3189" y="5996"/>
                  </a:lnTo>
                  <a:lnTo>
                    <a:pt x="3450" y="6057"/>
                  </a:lnTo>
                  <a:lnTo>
                    <a:pt x="3690" y="6097"/>
                  </a:lnTo>
                  <a:lnTo>
                    <a:pt x="4152" y="6157"/>
                  </a:lnTo>
                  <a:lnTo>
                    <a:pt x="4553" y="6177"/>
                  </a:lnTo>
                  <a:lnTo>
                    <a:pt x="5175" y="6177"/>
                  </a:lnTo>
                  <a:lnTo>
                    <a:pt x="5556" y="6157"/>
                  </a:lnTo>
                  <a:lnTo>
                    <a:pt x="6017" y="6097"/>
                  </a:lnTo>
                  <a:lnTo>
                    <a:pt x="6278" y="6057"/>
                  </a:lnTo>
                  <a:lnTo>
                    <a:pt x="6538" y="5996"/>
                  </a:lnTo>
                  <a:lnTo>
                    <a:pt x="6819" y="5896"/>
                  </a:lnTo>
                  <a:lnTo>
                    <a:pt x="7100" y="5796"/>
                  </a:lnTo>
                  <a:lnTo>
                    <a:pt x="7381" y="5655"/>
                  </a:lnTo>
                  <a:lnTo>
                    <a:pt x="7661" y="5495"/>
                  </a:lnTo>
                  <a:lnTo>
                    <a:pt x="7942" y="5294"/>
                  </a:lnTo>
                  <a:lnTo>
                    <a:pt x="8223" y="5074"/>
                  </a:lnTo>
                  <a:lnTo>
                    <a:pt x="8504" y="4813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985" y="4252"/>
                  </a:lnTo>
                  <a:lnTo>
                    <a:pt x="9085" y="4071"/>
                  </a:lnTo>
                  <a:lnTo>
                    <a:pt x="9286" y="3730"/>
                  </a:lnTo>
                  <a:lnTo>
                    <a:pt x="9426" y="3369"/>
                  </a:lnTo>
                  <a:lnTo>
                    <a:pt x="9546" y="2988"/>
                  </a:lnTo>
                  <a:lnTo>
                    <a:pt x="9627" y="2627"/>
                  </a:lnTo>
                  <a:lnTo>
                    <a:pt x="9687" y="2246"/>
                  </a:lnTo>
                  <a:lnTo>
                    <a:pt x="9707" y="1905"/>
                  </a:lnTo>
                  <a:lnTo>
                    <a:pt x="9727" y="1564"/>
                  </a:lnTo>
                  <a:lnTo>
                    <a:pt x="9727" y="1223"/>
                  </a:lnTo>
                  <a:lnTo>
                    <a:pt x="9707" y="943"/>
                  </a:lnTo>
                  <a:lnTo>
                    <a:pt x="9647" y="441"/>
                  </a:lnTo>
                  <a:lnTo>
                    <a:pt x="9607" y="120"/>
                  </a:lnTo>
                  <a:lnTo>
                    <a:pt x="9566" y="0"/>
                  </a:lnTo>
                  <a:lnTo>
                    <a:pt x="6899" y="0"/>
                  </a:lnTo>
                  <a:lnTo>
                    <a:pt x="6919" y="140"/>
                  </a:lnTo>
                  <a:lnTo>
                    <a:pt x="6959" y="501"/>
                  </a:lnTo>
                  <a:lnTo>
                    <a:pt x="6959" y="762"/>
                  </a:lnTo>
                  <a:lnTo>
                    <a:pt x="6959" y="1043"/>
                  </a:lnTo>
                  <a:lnTo>
                    <a:pt x="6939" y="1344"/>
                  </a:lnTo>
                  <a:lnTo>
                    <a:pt x="6879" y="1645"/>
                  </a:lnTo>
                  <a:lnTo>
                    <a:pt x="6799" y="1945"/>
                  </a:lnTo>
                  <a:lnTo>
                    <a:pt x="6679" y="2246"/>
                  </a:lnTo>
                  <a:lnTo>
                    <a:pt x="6598" y="2387"/>
                  </a:lnTo>
                  <a:lnTo>
                    <a:pt x="6518" y="2527"/>
                  </a:lnTo>
                  <a:lnTo>
                    <a:pt x="6418" y="2647"/>
                  </a:lnTo>
                  <a:lnTo>
                    <a:pt x="6318" y="2768"/>
                  </a:lnTo>
                  <a:lnTo>
                    <a:pt x="6177" y="2888"/>
                  </a:lnTo>
                  <a:lnTo>
                    <a:pt x="6037" y="2988"/>
                  </a:lnTo>
                  <a:lnTo>
                    <a:pt x="5896" y="3068"/>
                  </a:lnTo>
                  <a:lnTo>
                    <a:pt x="5716" y="3149"/>
                  </a:lnTo>
                  <a:lnTo>
                    <a:pt x="5535" y="3209"/>
                  </a:lnTo>
                  <a:lnTo>
                    <a:pt x="5335" y="3249"/>
                  </a:lnTo>
                  <a:lnTo>
                    <a:pt x="5094" y="3289"/>
                  </a:lnTo>
                  <a:lnTo>
                    <a:pt x="4613" y="3289"/>
                  </a:lnTo>
                  <a:lnTo>
                    <a:pt x="4392" y="3249"/>
                  </a:lnTo>
                  <a:lnTo>
                    <a:pt x="4192" y="3209"/>
                  </a:lnTo>
                  <a:lnTo>
                    <a:pt x="4011" y="3149"/>
                  </a:lnTo>
                  <a:lnTo>
                    <a:pt x="3831" y="3068"/>
                  </a:lnTo>
                  <a:lnTo>
                    <a:pt x="3670" y="2988"/>
                  </a:lnTo>
                  <a:lnTo>
                    <a:pt x="3530" y="2888"/>
                  </a:lnTo>
                  <a:lnTo>
                    <a:pt x="3410" y="2768"/>
                  </a:lnTo>
                  <a:lnTo>
                    <a:pt x="3309" y="2647"/>
                  </a:lnTo>
                  <a:lnTo>
                    <a:pt x="3209" y="2527"/>
                  </a:lnTo>
                  <a:lnTo>
                    <a:pt x="3109" y="2387"/>
                  </a:lnTo>
                  <a:lnTo>
                    <a:pt x="3049" y="2246"/>
                  </a:lnTo>
                  <a:lnTo>
                    <a:pt x="2928" y="1945"/>
                  </a:lnTo>
                  <a:lnTo>
                    <a:pt x="2848" y="1645"/>
                  </a:lnTo>
                  <a:lnTo>
                    <a:pt x="2788" y="1344"/>
                  </a:lnTo>
                  <a:lnTo>
                    <a:pt x="2768" y="1043"/>
                  </a:lnTo>
                  <a:lnTo>
                    <a:pt x="2768" y="762"/>
                  </a:lnTo>
                  <a:lnTo>
                    <a:pt x="2768" y="501"/>
                  </a:lnTo>
                  <a:lnTo>
                    <a:pt x="2808" y="140"/>
                  </a:lnTo>
                  <a:lnTo>
                    <a:pt x="2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26"/>
            <p:cNvSpPr/>
            <p:nvPr/>
          </p:nvSpPr>
          <p:spPr>
            <a:xfrm>
              <a:off x="11277725" y="3008638"/>
              <a:ext cx="243175" cy="154425"/>
            </a:xfrm>
            <a:custGeom>
              <a:avLst/>
              <a:gdLst/>
              <a:ahLst/>
              <a:cxnLst/>
              <a:rect l="l" t="t" r="r" b="b"/>
              <a:pathLst>
                <a:path w="9727" h="6177" fill="none" extrusionOk="0">
                  <a:moveTo>
                    <a:pt x="8865" y="4412"/>
                  </a:moveTo>
                  <a:lnTo>
                    <a:pt x="8865" y="4412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504" y="4813"/>
                  </a:lnTo>
                  <a:lnTo>
                    <a:pt x="8223" y="5074"/>
                  </a:lnTo>
                  <a:lnTo>
                    <a:pt x="7942" y="5294"/>
                  </a:lnTo>
                  <a:lnTo>
                    <a:pt x="7661" y="5495"/>
                  </a:lnTo>
                  <a:lnTo>
                    <a:pt x="7381" y="5655"/>
                  </a:lnTo>
                  <a:lnTo>
                    <a:pt x="7100" y="5796"/>
                  </a:lnTo>
                  <a:lnTo>
                    <a:pt x="6819" y="5896"/>
                  </a:lnTo>
                  <a:lnTo>
                    <a:pt x="6538" y="5996"/>
                  </a:lnTo>
                  <a:lnTo>
                    <a:pt x="6278" y="6057"/>
                  </a:lnTo>
                  <a:lnTo>
                    <a:pt x="6017" y="6097"/>
                  </a:lnTo>
                  <a:lnTo>
                    <a:pt x="5556" y="6157"/>
                  </a:lnTo>
                  <a:lnTo>
                    <a:pt x="5175" y="6177"/>
                  </a:lnTo>
                  <a:lnTo>
                    <a:pt x="4854" y="6177"/>
                  </a:lnTo>
                  <a:lnTo>
                    <a:pt x="4854" y="6177"/>
                  </a:lnTo>
                  <a:lnTo>
                    <a:pt x="4553" y="6177"/>
                  </a:lnTo>
                  <a:lnTo>
                    <a:pt x="4152" y="6157"/>
                  </a:lnTo>
                  <a:lnTo>
                    <a:pt x="3690" y="6097"/>
                  </a:lnTo>
                  <a:lnTo>
                    <a:pt x="3450" y="6057"/>
                  </a:lnTo>
                  <a:lnTo>
                    <a:pt x="3189" y="5996"/>
                  </a:lnTo>
                  <a:lnTo>
                    <a:pt x="2908" y="5896"/>
                  </a:lnTo>
                  <a:lnTo>
                    <a:pt x="2628" y="5796"/>
                  </a:lnTo>
                  <a:lnTo>
                    <a:pt x="2347" y="5655"/>
                  </a:lnTo>
                  <a:lnTo>
                    <a:pt x="2066" y="5495"/>
                  </a:lnTo>
                  <a:lnTo>
                    <a:pt x="1785" y="5294"/>
                  </a:lnTo>
                  <a:lnTo>
                    <a:pt x="1484" y="5074"/>
                  </a:lnTo>
                  <a:lnTo>
                    <a:pt x="1204" y="4813"/>
                  </a:lnTo>
                  <a:lnTo>
                    <a:pt x="943" y="4512"/>
                  </a:lnTo>
                  <a:lnTo>
                    <a:pt x="943" y="4512"/>
                  </a:lnTo>
                  <a:lnTo>
                    <a:pt x="803" y="4352"/>
                  </a:lnTo>
                  <a:lnTo>
                    <a:pt x="682" y="4171"/>
                  </a:lnTo>
                  <a:lnTo>
                    <a:pt x="482" y="3830"/>
                  </a:lnTo>
                  <a:lnTo>
                    <a:pt x="321" y="3449"/>
                  </a:lnTo>
                  <a:lnTo>
                    <a:pt x="201" y="3088"/>
                  </a:lnTo>
                  <a:lnTo>
                    <a:pt x="121" y="2707"/>
                  </a:lnTo>
                  <a:lnTo>
                    <a:pt x="61" y="2326"/>
                  </a:lnTo>
                  <a:lnTo>
                    <a:pt x="21" y="1965"/>
                  </a:lnTo>
                  <a:lnTo>
                    <a:pt x="0" y="1604"/>
                  </a:lnTo>
                  <a:lnTo>
                    <a:pt x="0" y="1284"/>
                  </a:lnTo>
                  <a:lnTo>
                    <a:pt x="21" y="963"/>
                  </a:lnTo>
                  <a:lnTo>
                    <a:pt x="61" y="461"/>
                  </a:lnTo>
                  <a:lnTo>
                    <a:pt x="121" y="120"/>
                  </a:lnTo>
                  <a:lnTo>
                    <a:pt x="141" y="0"/>
                  </a:lnTo>
                  <a:lnTo>
                    <a:pt x="2828" y="0"/>
                  </a:lnTo>
                  <a:lnTo>
                    <a:pt x="2828" y="0"/>
                  </a:lnTo>
                  <a:lnTo>
                    <a:pt x="2808" y="140"/>
                  </a:lnTo>
                  <a:lnTo>
                    <a:pt x="2768" y="501"/>
                  </a:lnTo>
                  <a:lnTo>
                    <a:pt x="2768" y="762"/>
                  </a:lnTo>
                  <a:lnTo>
                    <a:pt x="2768" y="1043"/>
                  </a:lnTo>
                  <a:lnTo>
                    <a:pt x="2788" y="1344"/>
                  </a:lnTo>
                  <a:lnTo>
                    <a:pt x="2848" y="1645"/>
                  </a:lnTo>
                  <a:lnTo>
                    <a:pt x="2928" y="1945"/>
                  </a:lnTo>
                  <a:lnTo>
                    <a:pt x="3049" y="2246"/>
                  </a:lnTo>
                  <a:lnTo>
                    <a:pt x="3109" y="2387"/>
                  </a:lnTo>
                  <a:lnTo>
                    <a:pt x="3209" y="2527"/>
                  </a:lnTo>
                  <a:lnTo>
                    <a:pt x="3309" y="2647"/>
                  </a:lnTo>
                  <a:lnTo>
                    <a:pt x="3410" y="2768"/>
                  </a:lnTo>
                  <a:lnTo>
                    <a:pt x="3530" y="2888"/>
                  </a:lnTo>
                  <a:lnTo>
                    <a:pt x="3670" y="2988"/>
                  </a:lnTo>
                  <a:lnTo>
                    <a:pt x="3831" y="3068"/>
                  </a:lnTo>
                  <a:lnTo>
                    <a:pt x="4011" y="3149"/>
                  </a:lnTo>
                  <a:lnTo>
                    <a:pt x="4192" y="3209"/>
                  </a:lnTo>
                  <a:lnTo>
                    <a:pt x="4392" y="3249"/>
                  </a:lnTo>
                  <a:lnTo>
                    <a:pt x="4613" y="3289"/>
                  </a:lnTo>
                  <a:lnTo>
                    <a:pt x="4854" y="3289"/>
                  </a:lnTo>
                  <a:lnTo>
                    <a:pt x="4854" y="3289"/>
                  </a:lnTo>
                  <a:lnTo>
                    <a:pt x="5094" y="3289"/>
                  </a:lnTo>
                  <a:lnTo>
                    <a:pt x="5335" y="3249"/>
                  </a:lnTo>
                  <a:lnTo>
                    <a:pt x="5535" y="3209"/>
                  </a:lnTo>
                  <a:lnTo>
                    <a:pt x="5716" y="3149"/>
                  </a:lnTo>
                  <a:lnTo>
                    <a:pt x="5896" y="3068"/>
                  </a:lnTo>
                  <a:lnTo>
                    <a:pt x="6037" y="2988"/>
                  </a:lnTo>
                  <a:lnTo>
                    <a:pt x="6177" y="2888"/>
                  </a:lnTo>
                  <a:lnTo>
                    <a:pt x="6318" y="2768"/>
                  </a:lnTo>
                  <a:lnTo>
                    <a:pt x="6418" y="2647"/>
                  </a:lnTo>
                  <a:lnTo>
                    <a:pt x="6518" y="2527"/>
                  </a:lnTo>
                  <a:lnTo>
                    <a:pt x="6598" y="2387"/>
                  </a:lnTo>
                  <a:lnTo>
                    <a:pt x="6679" y="2246"/>
                  </a:lnTo>
                  <a:lnTo>
                    <a:pt x="6799" y="1945"/>
                  </a:lnTo>
                  <a:lnTo>
                    <a:pt x="6879" y="1645"/>
                  </a:lnTo>
                  <a:lnTo>
                    <a:pt x="6939" y="1344"/>
                  </a:lnTo>
                  <a:lnTo>
                    <a:pt x="6959" y="1043"/>
                  </a:lnTo>
                  <a:lnTo>
                    <a:pt x="6959" y="762"/>
                  </a:lnTo>
                  <a:lnTo>
                    <a:pt x="6959" y="501"/>
                  </a:lnTo>
                  <a:lnTo>
                    <a:pt x="6919" y="140"/>
                  </a:lnTo>
                  <a:lnTo>
                    <a:pt x="6899" y="0"/>
                  </a:lnTo>
                  <a:lnTo>
                    <a:pt x="9566" y="0"/>
                  </a:lnTo>
                  <a:lnTo>
                    <a:pt x="9566" y="0"/>
                  </a:lnTo>
                  <a:lnTo>
                    <a:pt x="9607" y="120"/>
                  </a:lnTo>
                  <a:lnTo>
                    <a:pt x="9647" y="441"/>
                  </a:lnTo>
                  <a:lnTo>
                    <a:pt x="9707" y="943"/>
                  </a:lnTo>
                  <a:lnTo>
                    <a:pt x="9727" y="1223"/>
                  </a:lnTo>
                  <a:lnTo>
                    <a:pt x="9727" y="1564"/>
                  </a:lnTo>
                  <a:lnTo>
                    <a:pt x="9707" y="1905"/>
                  </a:lnTo>
                  <a:lnTo>
                    <a:pt x="9687" y="2246"/>
                  </a:lnTo>
                  <a:lnTo>
                    <a:pt x="9627" y="2627"/>
                  </a:lnTo>
                  <a:lnTo>
                    <a:pt x="9546" y="2988"/>
                  </a:lnTo>
                  <a:lnTo>
                    <a:pt x="9426" y="3369"/>
                  </a:lnTo>
                  <a:lnTo>
                    <a:pt x="9286" y="3730"/>
                  </a:lnTo>
                  <a:lnTo>
                    <a:pt x="9085" y="4071"/>
                  </a:lnTo>
                  <a:lnTo>
                    <a:pt x="8985" y="4252"/>
                  </a:lnTo>
                  <a:lnTo>
                    <a:pt x="8865" y="441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26"/>
            <p:cNvSpPr/>
            <p:nvPr/>
          </p:nvSpPr>
          <p:spPr>
            <a:xfrm>
              <a:off x="11277725" y="3008638"/>
              <a:ext cx="221625" cy="154425"/>
            </a:xfrm>
            <a:custGeom>
              <a:avLst/>
              <a:gdLst/>
              <a:ahLst/>
              <a:cxnLst/>
              <a:rect l="l" t="t" r="r" b="b"/>
              <a:pathLst>
                <a:path w="8865" h="6177" extrusionOk="0">
                  <a:moveTo>
                    <a:pt x="141" y="0"/>
                  </a:moveTo>
                  <a:lnTo>
                    <a:pt x="121" y="100"/>
                  </a:lnTo>
                  <a:lnTo>
                    <a:pt x="81" y="421"/>
                  </a:lnTo>
                  <a:lnTo>
                    <a:pt x="21" y="902"/>
                  </a:lnTo>
                  <a:lnTo>
                    <a:pt x="0" y="1183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1" y="2226"/>
                  </a:lnTo>
                  <a:lnTo>
                    <a:pt x="101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2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3" y="4332"/>
                  </a:lnTo>
                  <a:lnTo>
                    <a:pt x="943" y="4512"/>
                  </a:lnTo>
                  <a:lnTo>
                    <a:pt x="1204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2006" y="5455"/>
                  </a:lnTo>
                  <a:lnTo>
                    <a:pt x="2267" y="5615"/>
                  </a:lnTo>
                  <a:lnTo>
                    <a:pt x="2547" y="5756"/>
                  </a:lnTo>
                  <a:lnTo>
                    <a:pt x="2808" y="5876"/>
                  </a:lnTo>
                  <a:lnTo>
                    <a:pt x="3069" y="5956"/>
                  </a:lnTo>
                  <a:lnTo>
                    <a:pt x="3329" y="6036"/>
                  </a:lnTo>
                  <a:lnTo>
                    <a:pt x="357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5295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8" y="6036"/>
                  </a:lnTo>
                  <a:lnTo>
                    <a:pt x="6659" y="5956"/>
                  </a:lnTo>
                  <a:lnTo>
                    <a:pt x="6919" y="5876"/>
                  </a:lnTo>
                  <a:lnTo>
                    <a:pt x="7180" y="5756"/>
                  </a:lnTo>
                  <a:lnTo>
                    <a:pt x="7441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63" y="5054"/>
                  </a:lnTo>
                  <a:lnTo>
                    <a:pt x="8524" y="4793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544" y="4613"/>
                  </a:lnTo>
                  <a:lnTo>
                    <a:pt x="8203" y="4813"/>
                  </a:lnTo>
                  <a:lnTo>
                    <a:pt x="7842" y="4954"/>
                  </a:lnTo>
                  <a:lnTo>
                    <a:pt x="7481" y="5094"/>
                  </a:lnTo>
                  <a:lnTo>
                    <a:pt x="7100" y="5194"/>
                  </a:lnTo>
                  <a:lnTo>
                    <a:pt x="6719" y="5274"/>
                  </a:lnTo>
                  <a:lnTo>
                    <a:pt x="6338" y="5314"/>
                  </a:lnTo>
                  <a:lnTo>
                    <a:pt x="5937" y="5335"/>
                  </a:lnTo>
                  <a:lnTo>
                    <a:pt x="5676" y="5314"/>
                  </a:lnTo>
                  <a:lnTo>
                    <a:pt x="5415" y="5294"/>
                  </a:lnTo>
                  <a:lnTo>
                    <a:pt x="5154" y="5274"/>
                  </a:lnTo>
                  <a:lnTo>
                    <a:pt x="4914" y="5214"/>
                  </a:lnTo>
                  <a:lnTo>
                    <a:pt x="4653" y="5154"/>
                  </a:lnTo>
                  <a:lnTo>
                    <a:pt x="4412" y="5074"/>
                  </a:lnTo>
                  <a:lnTo>
                    <a:pt x="4152" y="4994"/>
                  </a:lnTo>
                  <a:lnTo>
                    <a:pt x="3911" y="4893"/>
                  </a:lnTo>
                  <a:lnTo>
                    <a:pt x="3550" y="4693"/>
                  </a:lnTo>
                  <a:lnTo>
                    <a:pt x="3209" y="4472"/>
                  </a:lnTo>
                  <a:lnTo>
                    <a:pt x="2908" y="4252"/>
                  </a:lnTo>
                  <a:lnTo>
                    <a:pt x="2648" y="3991"/>
                  </a:lnTo>
                  <a:lnTo>
                    <a:pt x="2427" y="3710"/>
                  </a:lnTo>
                  <a:lnTo>
                    <a:pt x="2227" y="3429"/>
                  </a:lnTo>
                  <a:lnTo>
                    <a:pt x="2066" y="3129"/>
                  </a:lnTo>
                  <a:lnTo>
                    <a:pt x="1946" y="2808"/>
                  </a:lnTo>
                  <a:lnTo>
                    <a:pt x="1825" y="2487"/>
                  </a:lnTo>
                  <a:lnTo>
                    <a:pt x="1765" y="2146"/>
                  </a:lnTo>
                  <a:lnTo>
                    <a:pt x="1725" y="1805"/>
                  </a:lnTo>
                  <a:lnTo>
                    <a:pt x="1705" y="1444"/>
                  </a:lnTo>
                  <a:lnTo>
                    <a:pt x="1705" y="1083"/>
                  </a:lnTo>
                  <a:lnTo>
                    <a:pt x="1745" y="722"/>
                  </a:lnTo>
                  <a:lnTo>
                    <a:pt x="1805" y="361"/>
                  </a:lnTo>
                  <a:lnTo>
                    <a:pt x="190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26"/>
            <p:cNvSpPr/>
            <p:nvPr/>
          </p:nvSpPr>
          <p:spPr>
            <a:xfrm>
              <a:off x="11277725" y="3008638"/>
              <a:ext cx="221625" cy="154425"/>
            </a:xfrm>
            <a:custGeom>
              <a:avLst/>
              <a:gdLst/>
              <a:ahLst/>
              <a:cxnLst/>
              <a:rect l="l" t="t" r="r" b="b"/>
              <a:pathLst>
                <a:path w="8865" h="6177" fill="none" extrusionOk="0">
                  <a:moveTo>
                    <a:pt x="1906" y="0"/>
                  </a:moveTo>
                  <a:lnTo>
                    <a:pt x="141" y="0"/>
                  </a:lnTo>
                  <a:lnTo>
                    <a:pt x="141" y="0"/>
                  </a:lnTo>
                  <a:lnTo>
                    <a:pt x="121" y="100"/>
                  </a:lnTo>
                  <a:lnTo>
                    <a:pt x="81" y="421"/>
                  </a:lnTo>
                  <a:lnTo>
                    <a:pt x="21" y="902"/>
                  </a:lnTo>
                  <a:lnTo>
                    <a:pt x="0" y="1183"/>
                  </a:lnTo>
                  <a:lnTo>
                    <a:pt x="0" y="1484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1" y="2226"/>
                  </a:lnTo>
                  <a:lnTo>
                    <a:pt x="101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2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3" y="4332"/>
                  </a:lnTo>
                  <a:lnTo>
                    <a:pt x="943" y="4512"/>
                  </a:lnTo>
                  <a:lnTo>
                    <a:pt x="943" y="4512"/>
                  </a:lnTo>
                  <a:lnTo>
                    <a:pt x="1204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2006" y="5455"/>
                  </a:lnTo>
                  <a:lnTo>
                    <a:pt x="2267" y="5615"/>
                  </a:lnTo>
                  <a:lnTo>
                    <a:pt x="2547" y="5756"/>
                  </a:lnTo>
                  <a:lnTo>
                    <a:pt x="2808" y="5876"/>
                  </a:lnTo>
                  <a:lnTo>
                    <a:pt x="3069" y="5956"/>
                  </a:lnTo>
                  <a:lnTo>
                    <a:pt x="3329" y="6036"/>
                  </a:lnTo>
                  <a:lnTo>
                    <a:pt x="357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4753" y="6177"/>
                  </a:lnTo>
                  <a:lnTo>
                    <a:pt x="4753" y="6177"/>
                  </a:lnTo>
                  <a:lnTo>
                    <a:pt x="4854" y="6177"/>
                  </a:lnTo>
                  <a:lnTo>
                    <a:pt x="4854" y="6177"/>
                  </a:lnTo>
                  <a:lnTo>
                    <a:pt x="4974" y="6177"/>
                  </a:lnTo>
                  <a:lnTo>
                    <a:pt x="4974" y="6177"/>
                  </a:lnTo>
                  <a:lnTo>
                    <a:pt x="5295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8" y="6036"/>
                  </a:lnTo>
                  <a:lnTo>
                    <a:pt x="6659" y="5956"/>
                  </a:lnTo>
                  <a:lnTo>
                    <a:pt x="6919" y="5876"/>
                  </a:lnTo>
                  <a:lnTo>
                    <a:pt x="7180" y="5756"/>
                  </a:lnTo>
                  <a:lnTo>
                    <a:pt x="7441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63" y="5054"/>
                  </a:lnTo>
                  <a:lnTo>
                    <a:pt x="8524" y="4793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865" y="4412"/>
                  </a:lnTo>
                  <a:lnTo>
                    <a:pt x="8544" y="4613"/>
                  </a:lnTo>
                  <a:lnTo>
                    <a:pt x="8203" y="4813"/>
                  </a:lnTo>
                  <a:lnTo>
                    <a:pt x="7842" y="4954"/>
                  </a:lnTo>
                  <a:lnTo>
                    <a:pt x="7481" y="5094"/>
                  </a:lnTo>
                  <a:lnTo>
                    <a:pt x="7100" y="5194"/>
                  </a:lnTo>
                  <a:lnTo>
                    <a:pt x="6719" y="5274"/>
                  </a:lnTo>
                  <a:lnTo>
                    <a:pt x="6338" y="5314"/>
                  </a:lnTo>
                  <a:lnTo>
                    <a:pt x="5937" y="5335"/>
                  </a:lnTo>
                  <a:lnTo>
                    <a:pt x="5937" y="5335"/>
                  </a:lnTo>
                  <a:lnTo>
                    <a:pt x="5676" y="5314"/>
                  </a:lnTo>
                  <a:lnTo>
                    <a:pt x="5415" y="5294"/>
                  </a:lnTo>
                  <a:lnTo>
                    <a:pt x="5154" y="5274"/>
                  </a:lnTo>
                  <a:lnTo>
                    <a:pt x="4914" y="5214"/>
                  </a:lnTo>
                  <a:lnTo>
                    <a:pt x="4653" y="5154"/>
                  </a:lnTo>
                  <a:lnTo>
                    <a:pt x="4412" y="5074"/>
                  </a:lnTo>
                  <a:lnTo>
                    <a:pt x="4152" y="4994"/>
                  </a:lnTo>
                  <a:lnTo>
                    <a:pt x="3911" y="4893"/>
                  </a:lnTo>
                  <a:lnTo>
                    <a:pt x="3911" y="4893"/>
                  </a:lnTo>
                  <a:lnTo>
                    <a:pt x="3550" y="4693"/>
                  </a:lnTo>
                  <a:lnTo>
                    <a:pt x="3209" y="4472"/>
                  </a:lnTo>
                  <a:lnTo>
                    <a:pt x="2908" y="4252"/>
                  </a:lnTo>
                  <a:lnTo>
                    <a:pt x="2648" y="3991"/>
                  </a:lnTo>
                  <a:lnTo>
                    <a:pt x="2427" y="3710"/>
                  </a:lnTo>
                  <a:lnTo>
                    <a:pt x="2227" y="3429"/>
                  </a:lnTo>
                  <a:lnTo>
                    <a:pt x="2066" y="3129"/>
                  </a:lnTo>
                  <a:lnTo>
                    <a:pt x="1946" y="2808"/>
                  </a:lnTo>
                  <a:lnTo>
                    <a:pt x="1825" y="2487"/>
                  </a:lnTo>
                  <a:lnTo>
                    <a:pt x="1765" y="2146"/>
                  </a:lnTo>
                  <a:lnTo>
                    <a:pt x="1725" y="1805"/>
                  </a:lnTo>
                  <a:lnTo>
                    <a:pt x="1705" y="1444"/>
                  </a:lnTo>
                  <a:lnTo>
                    <a:pt x="1705" y="1083"/>
                  </a:lnTo>
                  <a:lnTo>
                    <a:pt x="1745" y="722"/>
                  </a:lnTo>
                  <a:lnTo>
                    <a:pt x="1805" y="361"/>
                  </a:lnTo>
                  <a:lnTo>
                    <a:pt x="190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26"/>
            <p:cNvSpPr/>
            <p:nvPr/>
          </p:nvSpPr>
          <p:spPr>
            <a:xfrm>
              <a:off x="11088700" y="3285888"/>
              <a:ext cx="142925" cy="211600"/>
            </a:xfrm>
            <a:custGeom>
              <a:avLst/>
              <a:gdLst/>
              <a:ahLst/>
              <a:cxnLst/>
              <a:rect l="l" t="t" r="r" b="b"/>
              <a:pathLst>
                <a:path w="5717" h="8464" extrusionOk="0">
                  <a:moveTo>
                    <a:pt x="2869" y="0"/>
                  </a:moveTo>
                  <a:lnTo>
                    <a:pt x="2568" y="20"/>
                  </a:lnTo>
                  <a:lnTo>
                    <a:pt x="2287" y="60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505" y="341"/>
                  </a:lnTo>
                  <a:lnTo>
                    <a:pt x="1264" y="482"/>
                  </a:lnTo>
                  <a:lnTo>
                    <a:pt x="1044" y="642"/>
                  </a:lnTo>
                  <a:lnTo>
                    <a:pt x="843" y="842"/>
                  </a:lnTo>
                  <a:lnTo>
                    <a:pt x="663" y="1043"/>
                  </a:lnTo>
                  <a:lnTo>
                    <a:pt x="482" y="1264"/>
                  </a:lnTo>
                  <a:lnTo>
                    <a:pt x="342" y="1484"/>
                  </a:lnTo>
                  <a:lnTo>
                    <a:pt x="222" y="1745"/>
                  </a:lnTo>
                  <a:lnTo>
                    <a:pt x="141" y="2006"/>
                  </a:lnTo>
                  <a:lnTo>
                    <a:pt x="61" y="2286"/>
                  </a:lnTo>
                  <a:lnTo>
                    <a:pt x="21" y="2567"/>
                  </a:lnTo>
                  <a:lnTo>
                    <a:pt x="1" y="2848"/>
                  </a:lnTo>
                  <a:lnTo>
                    <a:pt x="1" y="5595"/>
                  </a:lnTo>
                  <a:lnTo>
                    <a:pt x="21" y="5896"/>
                  </a:lnTo>
                  <a:lnTo>
                    <a:pt x="61" y="6177"/>
                  </a:lnTo>
                  <a:lnTo>
                    <a:pt x="141" y="6458"/>
                  </a:lnTo>
                  <a:lnTo>
                    <a:pt x="222" y="6718"/>
                  </a:lnTo>
                  <a:lnTo>
                    <a:pt x="342" y="6959"/>
                  </a:lnTo>
                  <a:lnTo>
                    <a:pt x="482" y="7200"/>
                  </a:lnTo>
                  <a:lnTo>
                    <a:pt x="663" y="7420"/>
                  </a:lnTo>
                  <a:lnTo>
                    <a:pt x="843" y="7621"/>
                  </a:lnTo>
                  <a:lnTo>
                    <a:pt x="1044" y="7801"/>
                  </a:lnTo>
                  <a:lnTo>
                    <a:pt x="1264" y="7982"/>
                  </a:lnTo>
                  <a:lnTo>
                    <a:pt x="1505" y="8122"/>
                  </a:lnTo>
                  <a:lnTo>
                    <a:pt x="1746" y="8243"/>
                  </a:lnTo>
                  <a:lnTo>
                    <a:pt x="2006" y="8323"/>
                  </a:lnTo>
                  <a:lnTo>
                    <a:pt x="2287" y="8403"/>
                  </a:lnTo>
                  <a:lnTo>
                    <a:pt x="2568" y="8443"/>
                  </a:lnTo>
                  <a:lnTo>
                    <a:pt x="2869" y="8463"/>
                  </a:lnTo>
                  <a:lnTo>
                    <a:pt x="3170" y="8443"/>
                  </a:lnTo>
                  <a:lnTo>
                    <a:pt x="3470" y="8403"/>
                  </a:lnTo>
                  <a:lnTo>
                    <a:pt x="3751" y="8323"/>
                  </a:lnTo>
                  <a:lnTo>
                    <a:pt x="4032" y="8203"/>
                  </a:lnTo>
                  <a:lnTo>
                    <a:pt x="4293" y="8082"/>
                  </a:lnTo>
                  <a:lnTo>
                    <a:pt x="4533" y="7922"/>
                  </a:lnTo>
                  <a:lnTo>
                    <a:pt x="4754" y="7741"/>
                  </a:lnTo>
                  <a:lnTo>
                    <a:pt x="4954" y="7541"/>
                  </a:lnTo>
                  <a:lnTo>
                    <a:pt x="5135" y="7340"/>
                  </a:lnTo>
                  <a:lnTo>
                    <a:pt x="5275" y="7120"/>
                  </a:lnTo>
                  <a:lnTo>
                    <a:pt x="5416" y="6899"/>
                  </a:lnTo>
                  <a:lnTo>
                    <a:pt x="5516" y="6658"/>
                  </a:lnTo>
                  <a:lnTo>
                    <a:pt x="5596" y="6398"/>
                  </a:lnTo>
                  <a:lnTo>
                    <a:pt x="5656" y="6157"/>
                  </a:lnTo>
                  <a:lnTo>
                    <a:pt x="5696" y="5876"/>
                  </a:lnTo>
                  <a:lnTo>
                    <a:pt x="5716" y="5595"/>
                  </a:lnTo>
                  <a:lnTo>
                    <a:pt x="5716" y="2848"/>
                  </a:lnTo>
                  <a:lnTo>
                    <a:pt x="5696" y="2567"/>
                  </a:lnTo>
                  <a:lnTo>
                    <a:pt x="5656" y="2286"/>
                  </a:lnTo>
                  <a:lnTo>
                    <a:pt x="5596" y="2006"/>
                  </a:lnTo>
                  <a:lnTo>
                    <a:pt x="5496" y="1745"/>
                  </a:lnTo>
                  <a:lnTo>
                    <a:pt x="5376" y="1484"/>
                  </a:lnTo>
                  <a:lnTo>
                    <a:pt x="5235" y="1264"/>
                  </a:lnTo>
                  <a:lnTo>
                    <a:pt x="5055" y="1043"/>
                  </a:lnTo>
                  <a:lnTo>
                    <a:pt x="4874" y="842"/>
                  </a:lnTo>
                  <a:lnTo>
                    <a:pt x="4654" y="642"/>
                  </a:lnTo>
                  <a:lnTo>
                    <a:pt x="4413" y="461"/>
                  </a:lnTo>
                  <a:lnTo>
                    <a:pt x="4152" y="301"/>
                  </a:lnTo>
                  <a:lnTo>
                    <a:pt x="3871" y="181"/>
                  </a:lnTo>
                  <a:lnTo>
                    <a:pt x="3631" y="100"/>
                  </a:lnTo>
                  <a:lnTo>
                    <a:pt x="3390" y="40"/>
                  </a:lnTo>
                  <a:lnTo>
                    <a:pt x="3129" y="20"/>
                  </a:lnTo>
                  <a:lnTo>
                    <a:pt x="28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26"/>
            <p:cNvSpPr/>
            <p:nvPr/>
          </p:nvSpPr>
          <p:spPr>
            <a:xfrm>
              <a:off x="11088700" y="3285888"/>
              <a:ext cx="142925" cy="211600"/>
            </a:xfrm>
            <a:custGeom>
              <a:avLst/>
              <a:gdLst/>
              <a:ahLst/>
              <a:cxnLst/>
              <a:rect l="l" t="t" r="r" b="b"/>
              <a:pathLst>
                <a:path w="5717" h="8464" fill="none" extrusionOk="0">
                  <a:moveTo>
                    <a:pt x="5716" y="2848"/>
                  </a:moveTo>
                  <a:lnTo>
                    <a:pt x="5716" y="5595"/>
                  </a:lnTo>
                  <a:lnTo>
                    <a:pt x="5716" y="5595"/>
                  </a:lnTo>
                  <a:lnTo>
                    <a:pt x="5696" y="5876"/>
                  </a:lnTo>
                  <a:lnTo>
                    <a:pt x="5656" y="6157"/>
                  </a:lnTo>
                  <a:lnTo>
                    <a:pt x="5596" y="6398"/>
                  </a:lnTo>
                  <a:lnTo>
                    <a:pt x="5516" y="6658"/>
                  </a:lnTo>
                  <a:lnTo>
                    <a:pt x="5416" y="6899"/>
                  </a:lnTo>
                  <a:lnTo>
                    <a:pt x="5275" y="7120"/>
                  </a:lnTo>
                  <a:lnTo>
                    <a:pt x="5135" y="7340"/>
                  </a:lnTo>
                  <a:lnTo>
                    <a:pt x="4954" y="7541"/>
                  </a:lnTo>
                  <a:lnTo>
                    <a:pt x="4954" y="7541"/>
                  </a:lnTo>
                  <a:lnTo>
                    <a:pt x="4754" y="7741"/>
                  </a:lnTo>
                  <a:lnTo>
                    <a:pt x="4533" y="7922"/>
                  </a:lnTo>
                  <a:lnTo>
                    <a:pt x="4293" y="8082"/>
                  </a:lnTo>
                  <a:lnTo>
                    <a:pt x="4032" y="8203"/>
                  </a:lnTo>
                  <a:lnTo>
                    <a:pt x="3751" y="8323"/>
                  </a:lnTo>
                  <a:lnTo>
                    <a:pt x="3470" y="8403"/>
                  </a:lnTo>
                  <a:lnTo>
                    <a:pt x="3170" y="8443"/>
                  </a:lnTo>
                  <a:lnTo>
                    <a:pt x="2869" y="8463"/>
                  </a:lnTo>
                  <a:lnTo>
                    <a:pt x="2869" y="8463"/>
                  </a:lnTo>
                  <a:lnTo>
                    <a:pt x="2568" y="8443"/>
                  </a:lnTo>
                  <a:lnTo>
                    <a:pt x="2287" y="8403"/>
                  </a:lnTo>
                  <a:lnTo>
                    <a:pt x="2006" y="8323"/>
                  </a:lnTo>
                  <a:lnTo>
                    <a:pt x="1746" y="8243"/>
                  </a:lnTo>
                  <a:lnTo>
                    <a:pt x="1505" y="8122"/>
                  </a:lnTo>
                  <a:lnTo>
                    <a:pt x="1264" y="7982"/>
                  </a:lnTo>
                  <a:lnTo>
                    <a:pt x="1044" y="7801"/>
                  </a:lnTo>
                  <a:lnTo>
                    <a:pt x="843" y="7621"/>
                  </a:lnTo>
                  <a:lnTo>
                    <a:pt x="843" y="7621"/>
                  </a:lnTo>
                  <a:lnTo>
                    <a:pt x="663" y="7420"/>
                  </a:lnTo>
                  <a:lnTo>
                    <a:pt x="482" y="7200"/>
                  </a:lnTo>
                  <a:lnTo>
                    <a:pt x="342" y="6959"/>
                  </a:lnTo>
                  <a:lnTo>
                    <a:pt x="222" y="6718"/>
                  </a:lnTo>
                  <a:lnTo>
                    <a:pt x="141" y="6458"/>
                  </a:lnTo>
                  <a:lnTo>
                    <a:pt x="61" y="6177"/>
                  </a:lnTo>
                  <a:lnTo>
                    <a:pt x="21" y="5896"/>
                  </a:lnTo>
                  <a:lnTo>
                    <a:pt x="1" y="5595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21" y="2567"/>
                  </a:lnTo>
                  <a:lnTo>
                    <a:pt x="61" y="2286"/>
                  </a:lnTo>
                  <a:lnTo>
                    <a:pt x="141" y="2006"/>
                  </a:lnTo>
                  <a:lnTo>
                    <a:pt x="222" y="1745"/>
                  </a:lnTo>
                  <a:lnTo>
                    <a:pt x="342" y="1484"/>
                  </a:lnTo>
                  <a:lnTo>
                    <a:pt x="482" y="1264"/>
                  </a:lnTo>
                  <a:lnTo>
                    <a:pt x="663" y="1043"/>
                  </a:lnTo>
                  <a:lnTo>
                    <a:pt x="843" y="842"/>
                  </a:lnTo>
                  <a:lnTo>
                    <a:pt x="1044" y="642"/>
                  </a:lnTo>
                  <a:lnTo>
                    <a:pt x="1264" y="482"/>
                  </a:lnTo>
                  <a:lnTo>
                    <a:pt x="1505" y="341"/>
                  </a:lnTo>
                  <a:lnTo>
                    <a:pt x="1746" y="221"/>
                  </a:lnTo>
                  <a:lnTo>
                    <a:pt x="2006" y="121"/>
                  </a:lnTo>
                  <a:lnTo>
                    <a:pt x="2287" y="60"/>
                  </a:lnTo>
                  <a:lnTo>
                    <a:pt x="2568" y="20"/>
                  </a:lnTo>
                  <a:lnTo>
                    <a:pt x="2869" y="0"/>
                  </a:lnTo>
                  <a:lnTo>
                    <a:pt x="2869" y="0"/>
                  </a:lnTo>
                  <a:lnTo>
                    <a:pt x="3129" y="20"/>
                  </a:lnTo>
                  <a:lnTo>
                    <a:pt x="3390" y="40"/>
                  </a:lnTo>
                  <a:lnTo>
                    <a:pt x="3631" y="100"/>
                  </a:lnTo>
                  <a:lnTo>
                    <a:pt x="3871" y="181"/>
                  </a:lnTo>
                  <a:lnTo>
                    <a:pt x="3871" y="181"/>
                  </a:lnTo>
                  <a:lnTo>
                    <a:pt x="4152" y="301"/>
                  </a:lnTo>
                  <a:lnTo>
                    <a:pt x="4413" y="461"/>
                  </a:lnTo>
                  <a:lnTo>
                    <a:pt x="4654" y="642"/>
                  </a:lnTo>
                  <a:lnTo>
                    <a:pt x="4874" y="842"/>
                  </a:lnTo>
                  <a:lnTo>
                    <a:pt x="4874" y="842"/>
                  </a:lnTo>
                  <a:lnTo>
                    <a:pt x="5055" y="1043"/>
                  </a:lnTo>
                  <a:lnTo>
                    <a:pt x="5235" y="1264"/>
                  </a:lnTo>
                  <a:lnTo>
                    <a:pt x="5376" y="1484"/>
                  </a:lnTo>
                  <a:lnTo>
                    <a:pt x="5496" y="1745"/>
                  </a:lnTo>
                  <a:lnTo>
                    <a:pt x="5596" y="2006"/>
                  </a:lnTo>
                  <a:lnTo>
                    <a:pt x="5656" y="2286"/>
                  </a:lnTo>
                  <a:lnTo>
                    <a:pt x="5696" y="2567"/>
                  </a:lnTo>
                  <a:lnTo>
                    <a:pt x="5716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26"/>
            <p:cNvSpPr/>
            <p:nvPr/>
          </p:nvSpPr>
          <p:spPr>
            <a:xfrm>
              <a:off x="11139850" y="3285888"/>
              <a:ext cx="72725" cy="211600"/>
            </a:xfrm>
            <a:custGeom>
              <a:avLst/>
              <a:gdLst/>
              <a:ahLst/>
              <a:cxnLst/>
              <a:rect l="l" t="t" r="r" b="b"/>
              <a:pathLst>
                <a:path w="2909" h="8464" extrusionOk="0">
                  <a:moveTo>
                    <a:pt x="602" y="0"/>
                  </a:moveTo>
                  <a:lnTo>
                    <a:pt x="402" y="20"/>
                  </a:lnTo>
                  <a:lnTo>
                    <a:pt x="201" y="60"/>
                  </a:lnTo>
                  <a:lnTo>
                    <a:pt x="0" y="121"/>
                  </a:lnTo>
                  <a:lnTo>
                    <a:pt x="101" y="582"/>
                  </a:lnTo>
                  <a:lnTo>
                    <a:pt x="161" y="1043"/>
                  </a:lnTo>
                  <a:lnTo>
                    <a:pt x="201" y="1524"/>
                  </a:lnTo>
                  <a:lnTo>
                    <a:pt x="221" y="2006"/>
                  </a:lnTo>
                  <a:lnTo>
                    <a:pt x="221" y="8403"/>
                  </a:lnTo>
                  <a:lnTo>
                    <a:pt x="522" y="8443"/>
                  </a:lnTo>
                  <a:lnTo>
                    <a:pt x="823" y="8463"/>
                  </a:lnTo>
                  <a:lnTo>
                    <a:pt x="1124" y="8443"/>
                  </a:lnTo>
                  <a:lnTo>
                    <a:pt x="1424" y="8403"/>
                  </a:lnTo>
                  <a:lnTo>
                    <a:pt x="1705" y="8323"/>
                  </a:lnTo>
                  <a:lnTo>
                    <a:pt x="1986" y="8203"/>
                  </a:lnTo>
                  <a:lnTo>
                    <a:pt x="2247" y="8082"/>
                  </a:lnTo>
                  <a:lnTo>
                    <a:pt x="2487" y="7922"/>
                  </a:lnTo>
                  <a:lnTo>
                    <a:pt x="2708" y="7741"/>
                  </a:lnTo>
                  <a:lnTo>
                    <a:pt x="2908" y="7541"/>
                  </a:lnTo>
                  <a:lnTo>
                    <a:pt x="2788" y="7460"/>
                  </a:lnTo>
                  <a:lnTo>
                    <a:pt x="2628" y="7360"/>
                  </a:lnTo>
                  <a:lnTo>
                    <a:pt x="2507" y="7240"/>
                  </a:lnTo>
                  <a:lnTo>
                    <a:pt x="2367" y="7100"/>
                  </a:lnTo>
                  <a:lnTo>
                    <a:pt x="2267" y="6959"/>
                  </a:lnTo>
                  <a:lnTo>
                    <a:pt x="2066" y="6658"/>
                  </a:lnTo>
                  <a:lnTo>
                    <a:pt x="1886" y="6337"/>
                  </a:lnTo>
                  <a:lnTo>
                    <a:pt x="1765" y="5997"/>
                  </a:lnTo>
                  <a:lnTo>
                    <a:pt x="1645" y="5656"/>
                  </a:lnTo>
                  <a:lnTo>
                    <a:pt x="1545" y="5295"/>
                  </a:lnTo>
                  <a:lnTo>
                    <a:pt x="1464" y="4954"/>
                  </a:lnTo>
                  <a:lnTo>
                    <a:pt x="1384" y="4533"/>
                  </a:lnTo>
                  <a:lnTo>
                    <a:pt x="1304" y="3971"/>
                  </a:lnTo>
                  <a:lnTo>
                    <a:pt x="1244" y="3309"/>
                  </a:lnTo>
                  <a:lnTo>
                    <a:pt x="1224" y="2968"/>
                  </a:lnTo>
                  <a:lnTo>
                    <a:pt x="1224" y="2607"/>
                  </a:lnTo>
                  <a:lnTo>
                    <a:pt x="1224" y="2266"/>
                  </a:lnTo>
                  <a:lnTo>
                    <a:pt x="1264" y="1905"/>
                  </a:lnTo>
                  <a:lnTo>
                    <a:pt x="1304" y="1564"/>
                  </a:lnTo>
                  <a:lnTo>
                    <a:pt x="1364" y="1244"/>
                  </a:lnTo>
                  <a:lnTo>
                    <a:pt x="1444" y="943"/>
                  </a:lnTo>
                  <a:lnTo>
                    <a:pt x="1545" y="662"/>
                  </a:lnTo>
                  <a:lnTo>
                    <a:pt x="1685" y="401"/>
                  </a:lnTo>
                  <a:lnTo>
                    <a:pt x="1825" y="181"/>
                  </a:lnTo>
                  <a:lnTo>
                    <a:pt x="1585" y="100"/>
                  </a:lnTo>
                  <a:lnTo>
                    <a:pt x="1344" y="40"/>
                  </a:lnTo>
                  <a:lnTo>
                    <a:pt x="1083" y="20"/>
                  </a:lnTo>
                  <a:lnTo>
                    <a:pt x="82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26"/>
            <p:cNvSpPr/>
            <p:nvPr/>
          </p:nvSpPr>
          <p:spPr>
            <a:xfrm>
              <a:off x="11139850" y="3285888"/>
              <a:ext cx="72725" cy="211600"/>
            </a:xfrm>
            <a:custGeom>
              <a:avLst/>
              <a:gdLst/>
              <a:ahLst/>
              <a:cxnLst/>
              <a:rect l="l" t="t" r="r" b="b"/>
              <a:pathLst>
                <a:path w="2909" h="8464" fill="none" extrusionOk="0">
                  <a:moveTo>
                    <a:pt x="823" y="0"/>
                  </a:moveTo>
                  <a:lnTo>
                    <a:pt x="823" y="0"/>
                  </a:lnTo>
                  <a:lnTo>
                    <a:pt x="602" y="0"/>
                  </a:lnTo>
                  <a:lnTo>
                    <a:pt x="402" y="20"/>
                  </a:lnTo>
                  <a:lnTo>
                    <a:pt x="201" y="60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101" y="582"/>
                  </a:lnTo>
                  <a:lnTo>
                    <a:pt x="161" y="1043"/>
                  </a:lnTo>
                  <a:lnTo>
                    <a:pt x="201" y="1524"/>
                  </a:lnTo>
                  <a:lnTo>
                    <a:pt x="221" y="2006"/>
                  </a:lnTo>
                  <a:lnTo>
                    <a:pt x="221" y="8403"/>
                  </a:lnTo>
                  <a:lnTo>
                    <a:pt x="221" y="8403"/>
                  </a:lnTo>
                  <a:lnTo>
                    <a:pt x="522" y="8443"/>
                  </a:lnTo>
                  <a:lnTo>
                    <a:pt x="823" y="8463"/>
                  </a:lnTo>
                  <a:lnTo>
                    <a:pt x="823" y="8463"/>
                  </a:lnTo>
                  <a:lnTo>
                    <a:pt x="1124" y="8443"/>
                  </a:lnTo>
                  <a:lnTo>
                    <a:pt x="1424" y="8403"/>
                  </a:lnTo>
                  <a:lnTo>
                    <a:pt x="1705" y="8323"/>
                  </a:lnTo>
                  <a:lnTo>
                    <a:pt x="1986" y="8203"/>
                  </a:lnTo>
                  <a:lnTo>
                    <a:pt x="2247" y="8082"/>
                  </a:lnTo>
                  <a:lnTo>
                    <a:pt x="2487" y="7922"/>
                  </a:lnTo>
                  <a:lnTo>
                    <a:pt x="2708" y="7741"/>
                  </a:lnTo>
                  <a:lnTo>
                    <a:pt x="2908" y="7541"/>
                  </a:lnTo>
                  <a:lnTo>
                    <a:pt x="2908" y="7541"/>
                  </a:lnTo>
                  <a:lnTo>
                    <a:pt x="2788" y="7460"/>
                  </a:lnTo>
                  <a:lnTo>
                    <a:pt x="2788" y="7460"/>
                  </a:lnTo>
                  <a:lnTo>
                    <a:pt x="2628" y="7360"/>
                  </a:lnTo>
                  <a:lnTo>
                    <a:pt x="2507" y="7240"/>
                  </a:lnTo>
                  <a:lnTo>
                    <a:pt x="2367" y="7100"/>
                  </a:lnTo>
                  <a:lnTo>
                    <a:pt x="2267" y="6959"/>
                  </a:lnTo>
                  <a:lnTo>
                    <a:pt x="2066" y="6658"/>
                  </a:lnTo>
                  <a:lnTo>
                    <a:pt x="1886" y="6337"/>
                  </a:lnTo>
                  <a:lnTo>
                    <a:pt x="1765" y="5997"/>
                  </a:lnTo>
                  <a:lnTo>
                    <a:pt x="1645" y="5656"/>
                  </a:lnTo>
                  <a:lnTo>
                    <a:pt x="1545" y="5295"/>
                  </a:lnTo>
                  <a:lnTo>
                    <a:pt x="1464" y="4954"/>
                  </a:lnTo>
                  <a:lnTo>
                    <a:pt x="1464" y="4954"/>
                  </a:lnTo>
                  <a:lnTo>
                    <a:pt x="1384" y="4533"/>
                  </a:lnTo>
                  <a:lnTo>
                    <a:pt x="1304" y="3971"/>
                  </a:lnTo>
                  <a:lnTo>
                    <a:pt x="1244" y="3309"/>
                  </a:lnTo>
                  <a:lnTo>
                    <a:pt x="1224" y="2968"/>
                  </a:lnTo>
                  <a:lnTo>
                    <a:pt x="1224" y="2607"/>
                  </a:lnTo>
                  <a:lnTo>
                    <a:pt x="1224" y="2266"/>
                  </a:lnTo>
                  <a:lnTo>
                    <a:pt x="1264" y="1905"/>
                  </a:lnTo>
                  <a:lnTo>
                    <a:pt x="1304" y="1564"/>
                  </a:lnTo>
                  <a:lnTo>
                    <a:pt x="1364" y="1244"/>
                  </a:lnTo>
                  <a:lnTo>
                    <a:pt x="1444" y="943"/>
                  </a:lnTo>
                  <a:lnTo>
                    <a:pt x="1545" y="662"/>
                  </a:lnTo>
                  <a:lnTo>
                    <a:pt x="1685" y="401"/>
                  </a:lnTo>
                  <a:lnTo>
                    <a:pt x="1825" y="181"/>
                  </a:lnTo>
                  <a:lnTo>
                    <a:pt x="1825" y="181"/>
                  </a:lnTo>
                  <a:lnTo>
                    <a:pt x="1585" y="100"/>
                  </a:lnTo>
                  <a:lnTo>
                    <a:pt x="1344" y="40"/>
                  </a:lnTo>
                  <a:lnTo>
                    <a:pt x="1083" y="20"/>
                  </a:lnTo>
                  <a:lnTo>
                    <a:pt x="8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26"/>
            <p:cNvSpPr/>
            <p:nvPr/>
          </p:nvSpPr>
          <p:spPr>
            <a:xfrm>
              <a:off x="10603400" y="2300713"/>
              <a:ext cx="76225" cy="76225"/>
            </a:xfrm>
            <a:custGeom>
              <a:avLst/>
              <a:gdLst/>
              <a:ahLst/>
              <a:cxnLst/>
              <a:rect l="l" t="t" r="r" b="b"/>
              <a:pathLst>
                <a:path w="3049" h="3049" extrusionOk="0">
                  <a:moveTo>
                    <a:pt x="1464" y="0"/>
                  </a:moveTo>
                  <a:lnTo>
                    <a:pt x="1284" y="20"/>
                  </a:lnTo>
                  <a:lnTo>
                    <a:pt x="1123" y="60"/>
                  </a:lnTo>
                  <a:lnTo>
                    <a:pt x="963" y="120"/>
                  </a:lnTo>
                  <a:lnTo>
                    <a:pt x="822" y="180"/>
                  </a:lnTo>
                  <a:lnTo>
                    <a:pt x="682" y="261"/>
                  </a:lnTo>
                  <a:lnTo>
                    <a:pt x="542" y="361"/>
                  </a:lnTo>
                  <a:lnTo>
                    <a:pt x="441" y="481"/>
                  </a:lnTo>
                  <a:lnTo>
                    <a:pt x="321" y="622"/>
                  </a:lnTo>
                  <a:lnTo>
                    <a:pt x="241" y="742"/>
                  </a:lnTo>
                  <a:lnTo>
                    <a:pt x="161" y="902"/>
                  </a:lnTo>
                  <a:lnTo>
                    <a:pt x="100" y="1043"/>
                  </a:lnTo>
                  <a:lnTo>
                    <a:pt x="40" y="1223"/>
                  </a:lnTo>
                  <a:lnTo>
                    <a:pt x="20" y="1384"/>
                  </a:lnTo>
                  <a:lnTo>
                    <a:pt x="0" y="1564"/>
                  </a:lnTo>
                  <a:lnTo>
                    <a:pt x="20" y="1725"/>
                  </a:lnTo>
                  <a:lnTo>
                    <a:pt x="40" y="1865"/>
                  </a:lnTo>
                  <a:lnTo>
                    <a:pt x="80" y="1985"/>
                  </a:lnTo>
                  <a:lnTo>
                    <a:pt x="121" y="2126"/>
                  </a:lnTo>
                  <a:lnTo>
                    <a:pt x="181" y="2246"/>
                  </a:lnTo>
                  <a:lnTo>
                    <a:pt x="261" y="2366"/>
                  </a:lnTo>
                  <a:lnTo>
                    <a:pt x="341" y="2467"/>
                  </a:lnTo>
                  <a:lnTo>
                    <a:pt x="441" y="2587"/>
                  </a:lnTo>
                  <a:lnTo>
                    <a:pt x="542" y="2687"/>
                  </a:lnTo>
                  <a:lnTo>
                    <a:pt x="662" y="2768"/>
                  </a:lnTo>
                  <a:lnTo>
                    <a:pt x="782" y="2848"/>
                  </a:lnTo>
                  <a:lnTo>
                    <a:pt x="923" y="2908"/>
                  </a:lnTo>
                  <a:lnTo>
                    <a:pt x="1063" y="2968"/>
                  </a:lnTo>
                  <a:lnTo>
                    <a:pt x="1223" y="3008"/>
                  </a:lnTo>
                  <a:lnTo>
                    <a:pt x="1384" y="3028"/>
                  </a:lnTo>
                  <a:lnTo>
                    <a:pt x="1544" y="3048"/>
                  </a:lnTo>
                  <a:lnTo>
                    <a:pt x="1725" y="3028"/>
                  </a:lnTo>
                  <a:lnTo>
                    <a:pt x="1925" y="3008"/>
                  </a:lnTo>
                  <a:lnTo>
                    <a:pt x="2126" y="2928"/>
                  </a:lnTo>
                  <a:lnTo>
                    <a:pt x="2306" y="2848"/>
                  </a:lnTo>
                  <a:lnTo>
                    <a:pt x="2487" y="2727"/>
                  </a:lnTo>
                  <a:lnTo>
                    <a:pt x="2627" y="2567"/>
                  </a:lnTo>
                  <a:lnTo>
                    <a:pt x="2768" y="2407"/>
                  </a:lnTo>
                  <a:lnTo>
                    <a:pt x="2868" y="2226"/>
                  </a:lnTo>
                  <a:lnTo>
                    <a:pt x="2948" y="2026"/>
                  </a:lnTo>
                  <a:lnTo>
                    <a:pt x="3008" y="1865"/>
                  </a:lnTo>
                  <a:lnTo>
                    <a:pt x="3028" y="1685"/>
                  </a:lnTo>
                  <a:lnTo>
                    <a:pt x="3048" y="1504"/>
                  </a:lnTo>
                  <a:lnTo>
                    <a:pt x="3028" y="1324"/>
                  </a:lnTo>
                  <a:lnTo>
                    <a:pt x="3008" y="1163"/>
                  </a:lnTo>
                  <a:lnTo>
                    <a:pt x="2948" y="1003"/>
                  </a:lnTo>
                  <a:lnTo>
                    <a:pt x="2888" y="842"/>
                  </a:lnTo>
                  <a:lnTo>
                    <a:pt x="2788" y="702"/>
                  </a:lnTo>
                  <a:lnTo>
                    <a:pt x="2687" y="562"/>
                  </a:lnTo>
                  <a:lnTo>
                    <a:pt x="2587" y="441"/>
                  </a:lnTo>
                  <a:lnTo>
                    <a:pt x="2447" y="321"/>
                  </a:lnTo>
                  <a:lnTo>
                    <a:pt x="2306" y="221"/>
                  </a:lnTo>
                  <a:lnTo>
                    <a:pt x="2166" y="140"/>
                  </a:lnTo>
                  <a:lnTo>
                    <a:pt x="1986" y="80"/>
                  </a:lnTo>
                  <a:lnTo>
                    <a:pt x="1825" y="40"/>
                  </a:lnTo>
                  <a:lnTo>
                    <a:pt x="1645" y="20"/>
                  </a:lnTo>
                  <a:lnTo>
                    <a:pt x="14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26"/>
            <p:cNvSpPr/>
            <p:nvPr/>
          </p:nvSpPr>
          <p:spPr>
            <a:xfrm>
              <a:off x="10137625" y="2651163"/>
              <a:ext cx="1007775" cy="478825"/>
            </a:xfrm>
            <a:custGeom>
              <a:avLst/>
              <a:gdLst/>
              <a:ahLst/>
              <a:cxnLst/>
              <a:rect l="l" t="t" r="r" b="b"/>
              <a:pathLst>
                <a:path w="40311" h="19153" extrusionOk="0">
                  <a:moveTo>
                    <a:pt x="5877" y="0"/>
                  </a:move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8184" y="17608"/>
                  </a:lnTo>
                  <a:lnTo>
                    <a:pt x="38445" y="17387"/>
                  </a:lnTo>
                  <a:lnTo>
                    <a:pt x="38686" y="17127"/>
                  </a:lnTo>
                  <a:lnTo>
                    <a:pt x="38906" y="16866"/>
                  </a:lnTo>
                  <a:lnTo>
                    <a:pt x="39127" y="16605"/>
                  </a:lnTo>
                  <a:lnTo>
                    <a:pt x="39307" y="16325"/>
                  </a:lnTo>
                  <a:lnTo>
                    <a:pt x="39488" y="16024"/>
                  </a:lnTo>
                  <a:lnTo>
                    <a:pt x="39668" y="15723"/>
                  </a:lnTo>
                  <a:lnTo>
                    <a:pt x="39809" y="15402"/>
                  </a:lnTo>
                  <a:lnTo>
                    <a:pt x="39929" y="15081"/>
                  </a:lnTo>
                  <a:lnTo>
                    <a:pt x="40049" y="14740"/>
                  </a:lnTo>
                  <a:lnTo>
                    <a:pt x="40150" y="14399"/>
                  </a:lnTo>
                  <a:lnTo>
                    <a:pt x="40210" y="14038"/>
                  </a:lnTo>
                  <a:lnTo>
                    <a:pt x="40270" y="13677"/>
                  </a:lnTo>
                  <a:lnTo>
                    <a:pt x="40290" y="13316"/>
                  </a:lnTo>
                  <a:lnTo>
                    <a:pt x="40310" y="12955"/>
                  </a:lnTo>
                  <a:lnTo>
                    <a:pt x="40310" y="6197"/>
                  </a:lnTo>
                  <a:lnTo>
                    <a:pt x="40310" y="5876"/>
                  </a:lnTo>
                  <a:lnTo>
                    <a:pt x="40270" y="5555"/>
                  </a:lnTo>
                  <a:lnTo>
                    <a:pt x="40230" y="5254"/>
                  </a:lnTo>
                  <a:lnTo>
                    <a:pt x="40190" y="4934"/>
                  </a:lnTo>
                  <a:lnTo>
                    <a:pt x="40110" y="4633"/>
                  </a:lnTo>
                  <a:lnTo>
                    <a:pt x="40029" y="4352"/>
                  </a:lnTo>
                  <a:lnTo>
                    <a:pt x="39929" y="4051"/>
                  </a:lnTo>
                  <a:lnTo>
                    <a:pt x="39829" y="3770"/>
                  </a:lnTo>
                  <a:lnTo>
                    <a:pt x="39688" y="3510"/>
                  </a:lnTo>
                  <a:lnTo>
                    <a:pt x="39568" y="3229"/>
                  </a:lnTo>
                  <a:lnTo>
                    <a:pt x="39408" y="2988"/>
                  </a:lnTo>
                  <a:lnTo>
                    <a:pt x="39247" y="2728"/>
                  </a:lnTo>
                  <a:lnTo>
                    <a:pt x="39087" y="2487"/>
                  </a:lnTo>
                  <a:lnTo>
                    <a:pt x="38886" y="2246"/>
                  </a:lnTo>
                  <a:lnTo>
                    <a:pt x="38706" y="2026"/>
                  </a:lnTo>
                  <a:lnTo>
                    <a:pt x="38485" y="1805"/>
                  </a:lnTo>
                  <a:lnTo>
                    <a:pt x="38285" y="1604"/>
                  </a:lnTo>
                  <a:lnTo>
                    <a:pt x="38064" y="1404"/>
                  </a:lnTo>
                  <a:lnTo>
                    <a:pt x="37823" y="1223"/>
                  </a:lnTo>
                  <a:lnTo>
                    <a:pt x="37583" y="1063"/>
                  </a:lnTo>
                  <a:lnTo>
                    <a:pt x="37322" y="903"/>
                  </a:lnTo>
                  <a:lnTo>
                    <a:pt x="37061" y="742"/>
                  </a:lnTo>
                  <a:lnTo>
                    <a:pt x="36801" y="602"/>
                  </a:lnTo>
                  <a:lnTo>
                    <a:pt x="36520" y="481"/>
                  </a:lnTo>
                  <a:lnTo>
                    <a:pt x="36239" y="381"/>
                  </a:lnTo>
                  <a:lnTo>
                    <a:pt x="35958" y="281"/>
                  </a:lnTo>
                  <a:lnTo>
                    <a:pt x="35657" y="201"/>
                  </a:lnTo>
                  <a:lnTo>
                    <a:pt x="35357" y="120"/>
                  </a:lnTo>
                  <a:lnTo>
                    <a:pt x="35056" y="60"/>
                  </a:lnTo>
                  <a:lnTo>
                    <a:pt x="34755" y="20"/>
                  </a:lnTo>
                  <a:lnTo>
                    <a:pt x="344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26"/>
            <p:cNvSpPr/>
            <p:nvPr/>
          </p:nvSpPr>
          <p:spPr>
            <a:xfrm>
              <a:off x="10137625" y="2651163"/>
              <a:ext cx="1007775" cy="478825"/>
            </a:xfrm>
            <a:custGeom>
              <a:avLst/>
              <a:gdLst/>
              <a:ahLst/>
              <a:cxnLst/>
              <a:rect l="l" t="t" r="r" b="b"/>
              <a:pathLst>
                <a:path w="40311" h="19153" fill="none" extrusionOk="0">
                  <a:moveTo>
                    <a:pt x="40310" y="6197"/>
                  </a:moveTo>
                  <a:lnTo>
                    <a:pt x="40310" y="12955"/>
                  </a:lnTo>
                  <a:lnTo>
                    <a:pt x="40310" y="12955"/>
                  </a:lnTo>
                  <a:lnTo>
                    <a:pt x="40290" y="13316"/>
                  </a:lnTo>
                  <a:lnTo>
                    <a:pt x="40270" y="13677"/>
                  </a:lnTo>
                  <a:lnTo>
                    <a:pt x="40210" y="14038"/>
                  </a:lnTo>
                  <a:lnTo>
                    <a:pt x="40150" y="14399"/>
                  </a:lnTo>
                  <a:lnTo>
                    <a:pt x="40049" y="14740"/>
                  </a:lnTo>
                  <a:lnTo>
                    <a:pt x="39929" y="15081"/>
                  </a:lnTo>
                  <a:lnTo>
                    <a:pt x="39809" y="15402"/>
                  </a:lnTo>
                  <a:lnTo>
                    <a:pt x="39668" y="15723"/>
                  </a:lnTo>
                  <a:lnTo>
                    <a:pt x="39488" y="16024"/>
                  </a:lnTo>
                  <a:lnTo>
                    <a:pt x="39307" y="16325"/>
                  </a:lnTo>
                  <a:lnTo>
                    <a:pt x="39127" y="16605"/>
                  </a:lnTo>
                  <a:lnTo>
                    <a:pt x="38906" y="16866"/>
                  </a:lnTo>
                  <a:lnTo>
                    <a:pt x="38686" y="17127"/>
                  </a:lnTo>
                  <a:lnTo>
                    <a:pt x="38445" y="17387"/>
                  </a:lnTo>
                  <a:lnTo>
                    <a:pt x="38184" y="17608"/>
                  </a:lnTo>
                  <a:lnTo>
                    <a:pt x="37924" y="17829"/>
                  </a:lnTo>
                  <a:lnTo>
                    <a:pt x="37924" y="17829"/>
                  </a:lnTo>
                  <a:lnTo>
                    <a:pt x="37522" y="18129"/>
                  </a:lnTo>
                  <a:lnTo>
                    <a:pt x="37081" y="18390"/>
                  </a:lnTo>
                  <a:lnTo>
                    <a:pt x="36640" y="18611"/>
                  </a:lnTo>
                  <a:lnTo>
                    <a:pt x="36159" y="18791"/>
                  </a:lnTo>
                  <a:lnTo>
                    <a:pt x="35677" y="18952"/>
                  </a:lnTo>
                  <a:lnTo>
                    <a:pt x="35176" y="19052"/>
                  </a:lnTo>
                  <a:lnTo>
                    <a:pt x="34655" y="19132"/>
                  </a:lnTo>
                  <a:lnTo>
                    <a:pt x="34113" y="19152"/>
                  </a:lnTo>
                  <a:lnTo>
                    <a:pt x="6197" y="19152"/>
                  </a:lnTo>
                  <a:lnTo>
                    <a:pt x="6197" y="19152"/>
                  </a:lnTo>
                  <a:lnTo>
                    <a:pt x="5877" y="19132"/>
                  </a:lnTo>
                  <a:lnTo>
                    <a:pt x="5576" y="19112"/>
                  </a:lnTo>
                  <a:lnTo>
                    <a:pt x="5255" y="19072"/>
                  </a:lnTo>
                  <a:lnTo>
                    <a:pt x="4954" y="19012"/>
                  </a:lnTo>
                  <a:lnTo>
                    <a:pt x="4653" y="18952"/>
                  </a:lnTo>
                  <a:lnTo>
                    <a:pt x="4352" y="18871"/>
                  </a:lnTo>
                  <a:lnTo>
                    <a:pt x="4072" y="18771"/>
                  </a:lnTo>
                  <a:lnTo>
                    <a:pt x="3791" y="18651"/>
                  </a:lnTo>
                  <a:lnTo>
                    <a:pt x="3510" y="18531"/>
                  </a:lnTo>
                  <a:lnTo>
                    <a:pt x="3249" y="18390"/>
                  </a:lnTo>
                  <a:lnTo>
                    <a:pt x="2989" y="18250"/>
                  </a:lnTo>
                  <a:lnTo>
                    <a:pt x="2728" y="18089"/>
                  </a:lnTo>
                  <a:lnTo>
                    <a:pt x="2487" y="17909"/>
                  </a:lnTo>
                  <a:lnTo>
                    <a:pt x="2267" y="17728"/>
                  </a:lnTo>
                  <a:lnTo>
                    <a:pt x="2046" y="17528"/>
                  </a:lnTo>
                  <a:lnTo>
                    <a:pt x="1826" y="17327"/>
                  </a:lnTo>
                  <a:lnTo>
                    <a:pt x="1625" y="17107"/>
                  </a:lnTo>
                  <a:lnTo>
                    <a:pt x="1424" y="16886"/>
                  </a:lnTo>
                  <a:lnTo>
                    <a:pt x="1244" y="16665"/>
                  </a:lnTo>
                  <a:lnTo>
                    <a:pt x="1063" y="16405"/>
                  </a:lnTo>
                  <a:lnTo>
                    <a:pt x="903" y="16164"/>
                  </a:lnTo>
                  <a:lnTo>
                    <a:pt x="763" y="15903"/>
                  </a:lnTo>
                  <a:lnTo>
                    <a:pt x="622" y="15643"/>
                  </a:lnTo>
                  <a:lnTo>
                    <a:pt x="502" y="15362"/>
                  </a:lnTo>
                  <a:lnTo>
                    <a:pt x="382" y="15081"/>
                  </a:lnTo>
                  <a:lnTo>
                    <a:pt x="281" y="14800"/>
                  </a:lnTo>
                  <a:lnTo>
                    <a:pt x="201" y="14500"/>
                  </a:lnTo>
                  <a:lnTo>
                    <a:pt x="141" y="14199"/>
                  </a:lnTo>
                  <a:lnTo>
                    <a:pt x="81" y="13898"/>
                  </a:lnTo>
                  <a:lnTo>
                    <a:pt x="41" y="13577"/>
                  </a:lnTo>
                  <a:lnTo>
                    <a:pt x="21" y="13276"/>
                  </a:lnTo>
                  <a:lnTo>
                    <a:pt x="1" y="12955"/>
                  </a:lnTo>
                  <a:lnTo>
                    <a:pt x="1" y="6197"/>
                  </a:lnTo>
                  <a:lnTo>
                    <a:pt x="1" y="6197"/>
                  </a:lnTo>
                  <a:lnTo>
                    <a:pt x="21" y="5876"/>
                  </a:lnTo>
                  <a:lnTo>
                    <a:pt x="41" y="5555"/>
                  </a:lnTo>
                  <a:lnTo>
                    <a:pt x="81" y="5254"/>
                  </a:lnTo>
                  <a:lnTo>
                    <a:pt x="141" y="4934"/>
                  </a:lnTo>
                  <a:lnTo>
                    <a:pt x="201" y="4633"/>
                  </a:lnTo>
                  <a:lnTo>
                    <a:pt x="281" y="4352"/>
                  </a:lnTo>
                  <a:lnTo>
                    <a:pt x="382" y="4051"/>
                  </a:lnTo>
                  <a:lnTo>
                    <a:pt x="502" y="3770"/>
                  </a:lnTo>
                  <a:lnTo>
                    <a:pt x="622" y="3510"/>
                  </a:lnTo>
                  <a:lnTo>
                    <a:pt x="763" y="3229"/>
                  </a:lnTo>
                  <a:lnTo>
                    <a:pt x="903" y="2988"/>
                  </a:lnTo>
                  <a:lnTo>
                    <a:pt x="1063" y="2728"/>
                  </a:lnTo>
                  <a:lnTo>
                    <a:pt x="1244" y="2487"/>
                  </a:lnTo>
                  <a:lnTo>
                    <a:pt x="1424" y="2246"/>
                  </a:lnTo>
                  <a:lnTo>
                    <a:pt x="1625" y="2026"/>
                  </a:lnTo>
                  <a:lnTo>
                    <a:pt x="1826" y="1805"/>
                  </a:lnTo>
                  <a:lnTo>
                    <a:pt x="2046" y="1604"/>
                  </a:lnTo>
                  <a:lnTo>
                    <a:pt x="2267" y="1404"/>
                  </a:lnTo>
                  <a:lnTo>
                    <a:pt x="2487" y="1223"/>
                  </a:lnTo>
                  <a:lnTo>
                    <a:pt x="2728" y="1063"/>
                  </a:lnTo>
                  <a:lnTo>
                    <a:pt x="2989" y="903"/>
                  </a:lnTo>
                  <a:lnTo>
                    <a:pt x="3249" y="742"/>
                  </a:lnTo>
                  <a:lnTo>
                    <a:pt x="3510" y="602"/>
                  </a:lnTo>
                  <a:lnTo>
                    <a:pt x="3791" y="481"/>
                  </a:lnTo>
                  <a:lnTo>
                    <a:pt x="4072" y="381"/>
                  </a:lnTo>
                  <a:lnTo>
                    <a:pt x="4352" y="281"/>
                  </a:lnTo>
                  <a:lnTo>
                    <a:pt x="4653" y="201"/>
                  </a:lnTo>
                  <a:lnTo>
                    <a:pt x="4954" y="120"/>
                  </a:lnTo>
                  <a:lnTo>
                    <a:pt x="5255" y="60"/>
                  </a:lnTo>
                  <a:lnTo>
                    <a:pt x="5576" y="20"/>
                  </a:lnTo>
                  <a:lnTo>
                    <a:pt x="5877" y="0"/>
                  </a:lnTo>
                  <a:lnTo>
                    <a:pt x="6197" y="0"/>
                  </a:lnTo>
                  <a:lnTo>
                    <a:pt x="34113" y="0"/>
                  </a:lnTo>
                  <a:lnTo>
                    <a:pt x="34113" y="0"/>
                  </a:lnTo>
                  <a:lnTo>
                    <a:pt x="34434" y="0"/>
                  </a:lnTo>
                  <a:lnTo>
                    <a:pt x="34755" y="20"/>
                  </a:lnTo>
                  <a:lnTo>
                    <a:pt x="35056" y="60"/>
                  </a:lnTo>
                  <a:lnTo>
                    <a:pt x="35357" y="120"/>
                  </a:lnTo>
                  <a:lnTo>
                    <a:pt x="35657" y="201"/>
                  </a:lnTo>
                  <a:lnTo>
                    <a:pt x="35958" y="281"/>
                  </a:lnTo>
                  <a:lnTo>
                    <a:pt x="36239" y="381"/>
                  </a:lnTo>
                  <a:lnTo>
                    <a:pt x="36520" y="481"/>
                  </a:lnTo>
                  <a:lnTo>
                    <a:pt x="36801" y="602"/>
                  </a:lnTo>
                  <a:lnTo>
                    <a:pt x="37061" y="742"/>
                  </a:lnTo>
                  <a:lnTo>
                    <a:pt x="37322" y="903"/>
                  </a:lnTo>
                  <a:lnTo>
                    <a:pt x="37583" y="1063"/>
                  </a:lnTo>
                  <a:lnTo>
                    <a:pt x="37823" y="1223"/>
                  </a:lnTo>
                  <a:lnTo>
                    <a:pt x="38064" y="1404"/>
                  </a:lnTo>
                  <a:lnTo>
                    <a:pt x="38285" y="1604"/>
                  </a:lnTo>
                  <a:lnTo>
                    <a:pt x="38485" y="1805"/>
                  </a:lnTo>
                  <a:lnTo>
                    <a:pt x="38706" y="2026"/>
                  </a:lnTo>
                  <a:lnTo>
                    <a:pt x="38886" y="2246"/>
                  </a:lnTo>
                  <a:lnTo>
                    <a:pt x="39087" y="2487"/>
                  </a:lnTo>
                  <a:lnTo>
                    <a:pt x="39247" y="2728"/>
                  </a:lnTo>
                  <a:lnTo>
                    <a:pt x="39408" y="2988"/>
                  </a:lnTo>
                  <a:lnTo>
                    <a:pt x="39568" y="3229"/>
                  </a:lnTo>
                  <a:lnTo>
                    <a:pt x="39688" y="3510"/>
                  </a:lnTo>
                  <a:lnTo>
                    <a:pt x="39829" y="3770"/>
                  </a:lnTo>
                  <a:lnTo>
                    <a:pt x="39929" y="4051"/>
                  </a:lnTo>
                  <a:lnTo>
                    <a:pt x="40029" y="4352"/>
                  </a:lnTo>
                  <a:lnTo>
                    <a:pt x="40110" y="4633"/>
                  </a:lnTo>
                  <a:lnTo>
                    <a:pt x="40190" y="4934"/>
                  </a:lnTo>
                  <a:lnTo>
                    <a:pt x="40230" y="5254"/>
                  </a:lnTo>
                  <a:lnTo>
                    <a:pt x="40270" y="5555"/>
                  </a:lnTo>
                  <a:lnTo>
                    <a:pt x="40310" y="5876"/>
                  </a:lnTo>
                  <a:lnTo>
                    <a:pt x="40310" y="619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26"/>
            <p:cNvSpPr/>
            <p:nvPr/>
          </p:nvSpPr>
          <p:spPr>
            <a:xfrm>
              <a:off x="10137625" y="2651163"/>
              <a:ext cx="948100" cy="478825"/>
            </a:xfrm>
            <a:custGeom>
              <a:avLst/>
              <a:gdLst/>
              <a:ahLst/>
              <a:cxnLst/>
              <a:rect l="l" t="t" r="r" b="b"/>
              <a:pathLst>
                <a:path w="37924" h="19153" extrusionOk="0">
                  <a:moveTo>
                    <a:pt x="5877" y="0"/>
                  </a:move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6640" y="18069"/>
                  </a:lnTo>
                  <a:lnTo>
                    <a:pt x="35357" y="18250"/>
                  </a:lnTo>
                  <a:lnTo>
                    <a:pt x="34073" y="18410"/>
                  </a:lnTo>
                  <a:lnTo>
                    <a:pt x="32770" y="18510"/>
                  </a:lnTo>
                  <a:lnTo>
                    <a:pt x="31466" y="18611"/>
                  </a:lnTo>
                  <a:lnTo>
                    <a:pt x="30163" y="18671"/>
                  </a:lnTo>
                  <a:lnTo>
                    <a:pt x="28859" y="18691"/>
                  </a:lnTo>
                  <a:lnTo>
                    <a:pt x="27535" y="18711"/>
                  </a:lnTo>
                  <a:lnTo>
                    <a:pt x="25650" y="18691"/>
                  </a:lnTo>
                  <a:lnTo>
                    <a:pt x="23745" y="18631"/>
                  </a:lnTo>
                  <a:lnTo>
                    <a:pt x="21860" y="18551"/>
                  </a:lnTo>
                  <a:lnTo>
                    <a:pt x="19995" y="18470"/>
                  </a:lnTo>
                  <a:lnTo>
                    <a:pt x="18571" y="18390"/>
                  </a:lnTo>
                  <a:lnTo>
                    <a:pt x="17147" y="18290"/>
                  </a:lnTo>
                  <a:lnTo>
                    <a:pt x="15703" y="18190"/>
                  </a:lnTo>
                  <a:lnTo>
                    <a:pt x="14259" y="18029"/>
                  </a:lnTo>
                  <a:lnTo>
                    <a:pt x="13557" y="17949"/>
                  </a:lnTo>
                  <a:lnTo>
                    <a:pt x="12835" y="17829"/>
                  </a:lnTo>
                  <a:lnTo>
                    <a:pt x="12134" y="17708"/>
                  </a:lnTo>
                  <a:lnTo>
                    <a:pt x="11432" y="17568"/>
                  </a:lnTo>
                  <a:lnTo>
                    <a:pt x="10730" y="17407"/>
                  </a:lnTo>
                  <a:lnTo>
                    <a:pt x="10028" y="17227"/>
                  </a:lnTo>
                  <a:lnTo>
                    <a:pt x="9326" y="17026"/>
                  </a:lnTo>
                  <a:lnTo>
                    <a:pt x="8644" y="16806"/>
                  </a:lnTo>
                  <a:lnTo>
                    <a:pt x="8002" y="16565"/>
                  </a:lnTo>
                  <a:lnTo>
                    <a:pt x="7381" y="16304"/>
                  </a:lnTo>
                  <a:lnTo>
                    <a:pt x="7080" y="16144"/>
                  </a:lnTo>
                  <a:lnTo>
                    <a:pt x="6799" y="15984"/>
                  </a:lnTo>
                  <a:lnTo>
                    <a:pt x="6498" y="15803"/>
                  </a:lnTo>
                  <a:lnTo>
                    <a:pt x="6217" y="15623"/>
                  </a:lnTo>
                  <a:lnTo>
                    <a:pt x="5957" y="15402"/>
                  </a:lnTo>
                  <a:lnTo>
                    <a:pt x="5696" y="15201"/>
                  </a:lnTo>
                  <a:lnTo>
                    <a:pt x="5435" y="14961"/>
                  </a:lnTo>
                  <a:lnTo>
                    <a:pt x="5215" y="14720"/>
                  </a:lnTo>
                  <a:lnTo>
                    <a:pt x="4974" y="14459"/>
                  </a:lnTo>
                  <a:lnTo>
                    <a:pt x="4774" y="14179"/>
                  </a:lnTo>
                  <a:lnTo>
                    <a:pt x="4573" y="13878"/>
                  </a:lnTo>
                  <a:lnTo>
                    <a:pt x="4413" y="13577"/>
                  </a:lnTo>
                  <a:lnTo>
                    <a:pt x="4252" y="13276"/>
                  </a:lnTo>
                  <a:lnTo>
                    <a:pt x="4052" y="12955"/>
                  </a:lnTo>
                  <a:lnTo>
                    <a:pt x="3851" y="12614"/>
                  </a:lnTo>
                  <a:lnTo>
                    <a:pt x="3671" y="12274"/>
                  </a:lnTo>
                  <a:lnTo>
                    <a:pt x="3530" y="11913"/>
                  </a:lnTo>
                  <a:lnTo>
                    <a:pt x="3410" y="11552"/>
                  </a:lnTo>
                  <a:lnTo>
                    <a:pt x="3289" y="11191"/>
                  </a:lnTo>
                  <a:lnTo>
                    <a:pt x="3229" y="10830"/>
                  </a:lnTo>
                  <a:lnTo>
                    <a:pt x="3169" y="10469"/>
                  </a:lnTo>
                  <a:lnTo>
                    <a:pt x="3129" y="9967"/>
                  </a:lnTo>
                  <a:lnTo>
                    <a:pt x="3129" y="9486"/>
                  </a:lnTo>
                  <a:lnTo>
                    <a:pt x="3169" y="9005"/>
                  </a:lnTo>
                  <a:lnTo>
                    <a:pt x="3229" y="8543"/>
                  </a:lnTo>
                  <a:lnTo>
                    <a:pt x="3229" y="7801"/>
                  </a:lnTo>
                  <a:lnTo>
                    <a:pt x="3249" y="7240"/>
                  </a:lnTo>
                  <a:lnTo>
                    <a:pt x="3289" y="6678"/>
                  </a:lnTo>
                  <a:lnTo>
                    <a:pt x="3370" y="6137"/>
                  </a:lnTo>
                  <a:lnTo>
                    <a:pt x="3450" y="5595"/>
                  </a:lnTo>
                  <a:lnTo>
                    <a:pt x="3570" y="5054"/>
                  </a:lnTo>
                  <a:lnTo>
                    <a:pt x="3711" y="4532"/>
                  </a:lnTo>
                  <a:lnTo>
                    <a:pt x="3891" y="4011"/>
                  </a:lnTo>
                  <a:lnTo>
                    <a:pt x="4072" y="3510"/>
                  </a:lnTo>
                  <a:lnTo>
                    <a:pt x="4292" y="3008"/>
                  </a:lnTo>
                  <a:lnTo>
                    <a:pt x="4533" y="2527"/>
                  </a:lnTo>
                  <a:lnTo>
                    <a:pt x="4794" y="2066"/>
                  </a:lnTo>
                  <a:lnTo>
                    <a:pt x="5074" y="1604"/>
                  </a:lnTo>
                  <a:lnTo>
                    <a:pt x="5375" y="1183"/>
                  </a:lnTo>
                  <a:lnTo>
                    <a:pt x="5696" y="762"/>
                  </a:lnTo>
                  <a:lnTo>
                    <a:pt x="6037" y="361"/>
                  </a:lnTo>
                  <a:lnTo>
                    <a:pt x="6418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26"/>
            <p:cNvSpPr/>
            <p:nvPr/>
          </p:nvSpPr>
          <p:spPr>
            <a:xfrm>
              <a:off x="10137625" y="2651163"/>
              <a:ext cx="948100" cy="478825"/>
            </a:xfrm>
            <a:custGeom>
              <a:avLst/>
              <a:gdLst/>
              <a:ahLst/>
              <a:cxnLst/>
              <a:rect l="l" t="t" r="r" b="b"/>
              <a:pathLst>
                <a:path w="37924" h="19153" fill="none" extrusionOk="0">
                  <a:moveTo>
                    <a:pt x="6418" y="0"/>
                  </a:moveTo>
                  <a:lnTo>
                    <a:pt x="6197" y="0"/>
                  </a:lnTo>
                  <a:lnTo>
                    <a:pt x="6197" y="0"/>
                  </a:lnTo>
                  <a:lnTo>
                    <a:pt x="5877" y="0"/>
                  </a:ln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8263" y="19152"/>
                  </a:lnTo>
                  <a:lnTo>
                    <a:pt x="8263" y="19152"/>
                  </a:lnTo>
                  <a:lnTo>
                    <a:pt x="32068" y="19152"/>
                  </a:lnTo>
                  <a:lnTo>
                    <a:pt x="32068" y="19152"/>
                  </a:lnTo>
                  <a:lnTo>
                    <a:pt x="34113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7924" y="17829"/>
                  </a:lnTo>
                  <a:lnTo>
                    <a:pt x="36640" y="18069"/>
                  </a:lnTo>
                  <a:lnTo>
                    <a:pt x="35357" y="18250"/>
                  </a:lnTo>
                  <a:lnTo>
                    <a:pt x="34073" y="18410"/>
                  </a:lnTo>
                  <a:lnTo>
                    <a:pt x="32770" y="18510"/>
                  </a:lnTo>
                  <a:lnTo>
                    <a:pt x="31466" y="18611"/>
                  </a:lnTo>
                  <a:lnTo>
                    <a:pt x="30163" y="18671"/>
                  </a:lnTo>
                  <a:lnTo>
                    <a:pt x="28859" y="18691"/>
                  </a:lnTo>
                  <a:lnTo>
                    <a:pt x="27535" y="18711"/>
                  </a:lnTo>
                  <a:lnTo>
                    <a:pt x="27535" y="18711"/>
                  </a:lnTo>
                  <a:lnTo>
                    <a:pt x="25650" y="18691"/>
                  </a:lnTo>
                  <a:lnTo>
                    <a:pt x="23745" y="18631"/>
                  </a:lnTo>
                  <a:lnTo>
                    <a:pt x="21860" y="18551"/>
                  </a:lnTo>
                  <a:lnTo>
                    <a:pt x="19995" y="18470"/>
                  </a:lnTo>
                  <a:lnTo>
                    <a:pt x="19995" y="18470"/>
                  </a:lnTo>
                  <a:lnTo>
                    <a:pt x="18571" y="18390"/>
                  </a:lnTo>
                  <a:lnTo>
                    <a:pt x="17147" y="18290"/>
                  </a:lnTo>
                  <a:lnTo>
                    <a:pt x="15703" y="18190"/>
                  </a:lnTo>
                  <a:lnTo>
                    <a:pt x="14259" y="18029"/>
                  </a:lnTo>
                  <a:lnTo>
                    <a:pt x="13557" y="17949"/>
                  </a:lnTo>
                  <a:lnTo>
                    <a:pt x="12835" y="17829"/>
                  </a:lnTo>
                  <a:lnTo>
                    <a:pt x="12134" y="17708"/>
                  </a:lnTo>
                  <a:lnTo>
                    <a:pt x="11432" y="17568"/>
                  </a:lnTo>
                  <a:lnTo>
                    <a:pt x="10730" y="17407"/>
                  </a:lnTo>
                  <a:lnTo>
                    <a:pt x="10028" y="17227"/>
                  </a:lnTo>
                  <a:lnTo>
                    <a:pt x="9326" y="17026"/>
                  </a:lnTo>
                  <a:lnTo>
                    <a:pt x="8644" y="16806"/>
                  </a:lnTo>
                  <a:lnTo>
                    <a:pt x="8644" y="16806"/>
                  </a:lnTo>
                  <a:lnTo>
                    <a:pt x="8002" y="16565"/>
                  </a:lnTo>
                  <a:lnTo>
                    <a:pt x="7381" y="16304"/>
                  </a:lnTo>
                  <a:lnTo>
                    <a:pt x="7080" y="16144"/>
                  </a:lnTo>
                  <a:lnTo>
                    <a:pt x="6799" y="15984"/>
                  </a:lnTo>
                  <a:lnTo>
                    <a:pt x="6498" y="15803"/>
                  </a:lnTo>
                  <a:lnTo>
                    <a:pt x="6217" y="15623"/>
                  </a:lnTo>
                  <a:lnTo>
                    <a:pt x="5957" y="15402"/>
                  </a:lnTo>
                  <a:lnTo>
                    <a:pt x="5696" y="15201"/>
                  </a:lnTo>
                  <a:lnTo>
                    <a:pt x="5435" y="14961"/>
                  </a:lnTo>
                  <a:lnTo>
                    <a:pt x="5215" y="14720"/>
                  </a:lnTo>
                  <a:lnTo>
                    <a:pt x="4974" y="14459"/>
                  </a:lnTo>
                  <a:lnTo>
                    <a:pt x="4774" y="14179"/>
                  </a:lnTo>
                  <a:lnTo>
                    <a:pt x="4573" y="13878"/>
                  </a:lnTo>
                  <a:lnTo>
                    <a:pt x="4413" y="13577"/>
                  </a:lnTo>
                  <a:lnTo>
                    <a:pt x="4413" y="13577"/>
                  </a:lnTo>
                  <a:lnTo>
                    <a:pt x="4252" y="13276"/>
                  </a:lnTo>
                  <a:lnTo>
                    <a:pt x="4252" y="13276"/>
                  </a:lnTo>
                  <a:lnTo>
                    <a:pt x="4052" y="12955"/>
                  </a:lnTo>
                  <a:lnTo>
                    <a:pt x="3851" y="12614"/>
                  </a:lnTo>
                  <a:lnTo>
                    <a:pt x="3671" y="12274"/>
                  </a:lnTo>
                  <a:lnTo>
                    <a:pt x="3530" y="11913"/>
                  </a:lnTo>
                  <a:lnTo>
                    <a:pt x="3410" y="11552"/>
                  </a:lnTo>
                  <a:lnTo>
                    <a:pt x="3289" y="11191"/>
                  </a:lnTo>
                  <a:lnTo>
                    <a:pt x="3229" y="10830"/>
                  </a:lnTo>
                  <a:lnTo>
                    <a:pt x="3169" y="10469"/>
                  </a:lnTo>
                  <a:lnTo>
                    <a:pt x="3169" y="10469"/>
                  </a:lnTo>
                  <a:lnTo>
                    <a:pt x="3129" y="9967"/>
                  </a:lnTo>
                  <a:lnTo>
                    <a:pt x="3129" y="9486"/>
                  </a:lnTo>
                  <a:lnTo>
                    <a:pt x="3169" y="9005"/>
                  </a:lnTo>
                  <a:lnTo>
                    <a:pt x="3229" y="8543"/>
                  </a:lnTo>
                  <a:lnTo>
                    <a:pt x="3229" y="8543"/>
                  </a:lnTo>
                  <a:lnTo>
                    <a:pt x="3229" y="7801"/>
                  </a:lnTo>
                  <a:lnTo>
                    <a:pt x="3229" y="7801"/>
                  </a:lnTo>
                  <a:lnTo>
                    <a:pt x="3249" y="7240"/>
                  </a:lnTo>
                  <a:lnTo>
                    <a:pt x="3289" y="6678"/>
                  </a:lnTo>
                  <a:lnTo>
                    <a:pt x="3370" y="6137"/>
                  </a:lnTo>
                  <a:lnTo>
                    <a:pt x="3450" y="5595"/>
                  </a:lnTo>
                  <a:lnTo>
                    <a:pt x="3570" y="5054"/>
                  </a:lnTo>
                  <a:lnTo>
                    <a:pt x="3711" y="4532"/>
                  </a:lnTo>
                  <a:lnTo>
                    <a:pt x="3891" y="4011"/>
                  </a:lnTo>
                  <a:lnTo>
                    <a:pt x="4072" y="3510"/>
                  </a:lnTo>
                  <a:lnTo>
                    <a:pt x="4292" y="3008"/>
                  </a:lnTo>
                  <a:lnTo>
                    <a:pt x="4533" y="2527"/>
                  </a:lnTo>
                  <a:lnTo>
                    <a:pt x="4794" y="2066"/>
                  </a:lnTo>
                  <a:lnTo>
                    <a:pt x="5074" y="1604"/>
                  </a:lnTo>
                  <a:lnTo>
                    <a:pt x="5375" y="1183"/>
                  </a:lnTo>
                  <a:lnTo>
                    <a:pt x="5696" y="762"/>
                  </a:lnTo>
                  <a:lnTo>
                    <a:pt x="6037" y="361"/>
                  </a:lnTo>
                  <a:lnTo>
                    <a:pt x="641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26"/>
            <p:cNvSpPr/>
            <p:nvPr/>
          </p:nvSpPr>
          <p:spPr>
            <a:xfrm>
              <a:off x="11027550" y="2695763"/>
              <a:ext cx="54675" cy="50175"/>
            </a:xfrm>
            <a:custGeom>
              <a:avLst/>
              <a:gdLst/>
              <a:ahLst/>
              <a:cxnLst/>
              <a:rect l="l" t="t" r="r" b="b"/>
              <a:pathLst>
                <a:path w="2187" h="2007" extrusionOk="0">
                  <a:moveTo>
                    <a:pt x="421" y="1"/>
                  </a:moveTo>
                  <a:lnTo>
                    <a:pt x="261" y="21"/>
                  </a:lnTo>
                  <a:lnTo>
                    <a:pt x="121" y="81"/>
                  </a:lnTo>
                  <a:lnTo>
                    <a:pt x="60" y="121"/>
                  </a:lnTo>
                  <a:lnTo>
                    <a:pt x="20" y="202"/>
                  </a:lnTo>
                  <a:lnTo>
                    <a:pt x="0" y="282"/>
                  </a:lnTo>
                  <a:lnTo>
                    <a:pt x="40" y="362"/>
                  </a:lnTo>
                  <a:lnTo>
                    <a:pt x="121" y="442"/>
                  </a:lnTo>
                  <a:lnTo>
                    <a:pt x="201" y="522"/>
                  </a:lnTo>
                  <a:lnTo>
                    <a:pt x="401" y="663"/>
                  </a:lnTo>
                  <a:lnTo>
                    <a:pt x="602" y="803"/>
                  </a:lnTo>
                  <a:lnTo>
                    <a:pt x="802" y="944"/>
                  </a:lnTo>
                  <a:lnTo>
                    <a:pt x="983" y="1104"/>
                  </a:lnTo>
                  <a:lnTo>
                    <a:pt x="1163" y="1305"/>
                  </a:lnTo>
                  <a:lnTo>
                    <a:pt x="1304" y="1525"/>
                  </a:lnTo>
                  <a:lnTo>
                    <a:pt x="1404" y="1746"/>
                  </a:lnTo>
                  <a:lnTo>
                    <a:pt x="1444" y="1826"/>
                  </a:lnTo>
                  <a:lnTo>
                    <a:pt x="1504" y="1906"/>
                  </a:lnTo>
                  <a:lnTo>
                    <a:pt x="1565" y="1946"/>
                  </a:lnTo>
                  <a:lnTo>
                    <a:pt x="1625" y="1986"/>
                  </a:lnTo>
                  <a:lnTo>
                    <a:pt x="1685" y="2006"/>
                  </a:lnTo>
                  <a:lnTo>
                    <a:pt x="1905" y="2006"/>
                  </a:lnTo>
                  <a:lnTo>
                    <a:pt x="1986" y="1966"/>
                  </a:lnTo>
                  <a:lnTo>
                    <a:pt x="2046" y="1946"/>
                  </a:lnTo>
                  <a:lnTo>
                    <a:pt x="2086" y="1886"/>
                  </a:lnTo>
                  <a:lnTo>
                    <a:pt x="2146" y="1846"/>
                  </a:lnTo>
                  <a:lnTo>
                    <a:pt x="2166" y="1786"/>
                  </a:lnTo>
                  <a:lnTo>
                    <a:pt x="2186" y="1706"/>
                  </a:lnTo>
                  <a:lnTo>
                    <a:pt x="2186" y="1625"/>
                  </a:lnTo>
                  <a:lnTo>
                    <a:pt x="2146" y="1545"/>
                  </a:lnTo>
                  <a:lnTo>
                    <a:pt x="2006" y="1224"/>
                  </a:lnTo>
                  <a:lnTo>
                    <a:pt x="1825" y="923"/>
                  </a:lnTo>
                  <a:lnTo>
                    <a:pt x="1725" y="763"/>
                  </a:lnTo>
                  <a:lnTo>
                    <a:pt x="1605" y="643"/>
                  </a:lnTo>
                  <a:lnTo>
                    <a:pt x="1464" y="522"/>
                  </a:lnTo>
                  <a:lnTo>
                    <a:pt x="1344" y="402"/>
                  </a:lnTo>
                  <a:lnTo>
                    <a:pt x="1204" y="302"/>
                  </a:lnTo>
                  <a:lnTo>
                    <a:pt x="1063" y="202"/>
                  </a:lnTo>
                  <a:lnTo>
                    <a:pt x="923" y="141"/>
                  </a:lnTo>
                  <a:lnTo>
                    <a:pt x="762" y="61"/>
                  </a:lnTo>
                  <a:lnTo>
                    <a:pt x="582" y="21"/>
                  </a:lnTo>
                  <a:lnTo>
                    <a:pt x="42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26"/>
            <p:cNvSpPr/>
            <p:nvPr/>
          </p:nvSpPr>
          <p:spPr>
            <a:xfrm>
              <a:off x="11073675" y="2762963"/>
              <a:ext cx="15550" cy="16575"/>
            </a:xfrm>
            <a:custGeom>
              <a:avLst/>
              <a:gdLst/>
              <a:ahLst/>
              <a:cxnLst/>
              <a:rect l="l" t="t" r="r" b="b"/>
              <a:pathLst>
                <a:path w="622" h="663" extrusionOk="0">
                  <a:moveTo>
                    <a:pt x="241" y="0"/>
                  </a:moveTo>
                  <a:lnTo>
                    <a:pt x="161" y="40"/>
                  </a:lnTo>
                  <a:lnTo>
                    <a:pt x="141" y="40"/>
                  </a:lnTo>
                  <a:lnTo>
                    <a:pt x="60" y="121"/>
                  </a:lnTo>
                  <a:lnTo>
                    <a:pt x="20" y="221"/>
                  </a:lnTo>
                  <a:lnTo>
                    <a:pt x="0" y="321"/>
                  </a:lnTo>
                  <a:lnTo>
                    <a:pt x="0" y="421"/>
                  </a:lnTo>
                  <a:lnTo>
                    <a:pt x="40" y="502"/>
                  </a:lnTo>
                  <a:lnTo>
                    <a:pt x="101" y="582"/>
                  </a:lnTo>
                  <a:lnTo>
                    <a:pt x="201" y="642"/>
                  </a:lnTo>
                  <a:lnTo>
                    <a:pt x="321" y="662"/>
                  </a:lnTo>
                  <a:lnTo>
                    <a:pt x="421" y="642"/>
                  </a:lnTo>
                  <a:lnTo>
                    <a:pt x="522" y="582"/>
                  </a:lnTo>
                  <a:lnTo>
                    <a:pt x="582" y="502"/>
                  </a:lnTo>
                  <a:lnTo>
                    <a:pt x="622" y="421"/>
                  </a:lnTo>
                  <a:lnTo>
                    <a:pt x="622" y="321"/>
                  </a:lnTo>
                  <a:lnTo>
                    <a:pt x="602" y="221"/>
                  </a:lnTo>
                  <a:lnTo>
                    <a:pt x="562" y="121"/>
                  </a:lnTo>
                  <a:lnTo>
                    <a:pt x="482" y="40"/>
                  </a:lnTo>
                  <a:lnTo>
                    <a:pt x="462" y="40"/>
                  </a:lnTo>
                  <a:lnTo>
                    <a:pt x="4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26"/>
            <p:cNvSpPr/>
            <p:nvPr/>
          </p:nvSpPr>
          <p:spPr>
            <a:xfrm>
              <a:off x="10215850" y="2725863"/>
              <a:ext cx="327900" cy="328925"/>
            </a:xfrm>
            <a:custGeom>
              <a:avLst/>
              <a:gdLst/>
              <a:ahLst/>
              <a:cxnLst/>
              <a:rect l="l" t="t" r="r" b="b"/>
              <a:pathLst>
                <a:path w="13116" h="13157" extrusionOk="0">
                  <a:moveTo>
                    <a:pt x="6658" y="0"/>
                  </a:moveTo>
                  <a:lnTo>
                    <a:pt x="6277" y="20"/>
                  </a:lnTo>
                  <a:lnTo>
                    <a:pt x="5896" y="40"/>
                  </a:lnTo>
                  <a:lnTo>
                    <a:pt x="5535" y="80"/>
                  </a:lnTo>
                  <a:lnTo>
                    <a:pt x="5174" y="141"/>
                  </a:lnTo>
                  <a:lnTo>
                    <a:pt x="4833" y="241"/>
                  </a:lnTo>
                  <a:lnTo>
                    <a:pt x="4472" y="341"/>
                  </a:lnTo>
                  <a:lnTo>
                    <a:pt x="4151" y="462"/>
                  </a:lnTo>
                  <a:lnTo>
                    <a:pt x="3810" y="622"/>
                  </a:lnTo>
                  <a:lnTo>
                    <a:pt x="3490" y="782"/>
                  </a:lnTo>
                  <a:lnTo>
                    <a:pt x="3189" y="963"/>
                  </a:lnTo>
                  <a:lnTo>
                    <a:pt x="2888" y="1143"/>
                  </a:lnTo>
                  <a:lnTo>
                    <a:pt x="2607" y="1364"/>
                  </a:lnTo>
                  <a:lnTo>
                    <a:pt x="2326" y="1585"/>
                  </a:lnTo>
                  <a:lnTo>
                    <a:pt x="2066" y="1825"/>
                  </a:lnTo>
                  <a:lnTo>
                    <a:pt x="1825" y="2086"/>
                  </a:lnTo>
                  <a:lnTo>
                    <a:pt x="1584" y="2347"/>
                  </a:lnTo>
                  <a:lnTo>
                    <a:pt x="1364" y="2627"/>
                  </a:lnTo>
                  <a:lnTo>
                    <a:pt x="1163" y="2928"/>
                  </a:lnTo>
                  <a:lnTo>
                    <a:pt x="963" y="3229"/>
                  </a:lnTo>
                  <a:lnTo>
                    <a:pt x="802" y="3550"/>
                  </a:lnTo>
                  <a:lnTo>
                    <a:pt x="642" y="3871"/>
                  </a:lnTo>
                  <a:lnTo>
                    <a:pt x="501" y="4192"/>
                  </a:lnTo>
                  <a:lnTo>
                    <a:pt x="361" y="4533"/>
                  </a:lnTo>
                  <a:lnTo>
                    <a:pt x="261" y="4894"/>
                  </a:lnTo>
                  <a:lnTo>
                    <a:pt x="160" y="5234"/>
                  </a:lnTo>
                  <a:lnTo>
                    <a:pt x="100" y="5595"/>
                  </a:lnTo>
                  <a:lnTo>
                    <a:pt x="40" y="5977"/>
                  </a:lnTo>
                  <a:lnTo>
                    <a:pt x="20" y="6337"/>
                  </a:lnTo>
                  <a:lnTo>
                    <a:pt x="0" y="6719"/>
                  </a:lnTo>
                  <a:lnTo>
                    <a:pt x="0" y="7100"/>
                  </a:lnTo>
                  <a:lnTo>
                    <a:pt x="40" y="7481"/>
                  </a:lnTo>
                  <a:lnTo>
                    <a:pt x="80" y="7761"/>
                  </a:lnTo>
                  <a:lnTo>
                    <a:pt x="120" y="8042"/>
                  </a:lnTo>
                  <a:lnTo>
                    <a:pt x="201" y="8323"/>
                  </a:lnTo>
                  <a:lnTo>
                    <a:pt x="281" y="8604"/>
                  </a:lnTo>
                  <a:lnTo>
                    <a:pt x="381" y="8864"/>
                  </a:lnTo>
                  <a:lnTo>
                    <a:pt x="481" y="9145"/>
                  </a:lnTo>
                  <a:lnTo>
                    <a:pt x="602" y="9406"/>
                  </a:lnTo>
                  <a:lnTo>
                    <a:pt x="742" y="9687"/>
                  </a:lnTo>
                  <a:lnTo>
                    <a:pt x="903" y="9947"/>
                  </a:lnTo>
                  <a:lnTo>
                    <a:pt x="1063" y="10188"/>
                  </a:lnTo>
                  <a:lnTo>
                    <a:pt x="1243" y="10449"/>
                  </a:lnTo>
                  <a:lnTo>
                    <a:pt x="1424" y="10689"/>
                  </a:lnTo>
                  <a:lnTo>
                    <a:pt x="1624" y="10930"/>
                  </a:lnTo>
                  <a:lnTo>
                    <a:pt x="1845" y="11151"/>
                  </a:lnTo>
                  <a:lnTo>
                    <a:pt x="2066" y="11371"/>
                  </a:lnTo>
                  <a:lnTo>
                    <a:pt x="2306" y="11572"/>
                  </a:lnTo>
                  <a:lnTo>
                    <a:pt x="2547" y="11772"/>
                  </a:lnTo>
                  <a:lnTo>
                    <a:pt x="2808" y="11953"/>
                  </a:lnTo>
                  <a:lnTo>
                    <a:pt x="3068" y="12133"/>
                  </a:lnTo>
                  <a:lnTo>
                    <a:pt x="3349" y="12294"/>
                  </a:lnTo>
                  <a:lnTo>
                    <a:pt x="3650" y="12454"/>
                  </a:lnTo>
                  <a:lnTo>
                    <a:pt x="3931" y="12595"/>
                  </a:lnTo>
                  <a:lnTo>
                    <a:pt x="4252" y="12715"/>
                  </a:lnTo>
                  <a:lnTo>
                    <a:pt x="4572" y="12835"/>
                  </a:lnTo>
                  <a:lnTo>
                    <a:pt x="4893" y="12935"/>
                  </a:lnTo>
                  <a:lnTo>
                    <a:pt x="5234" y="13016"/>
                  </a:lnTo>
                  <a:lnTo>
                    <a:pt x="5575" y="13076"/>
                  </a:lnTo>
                  <a:lnTo>
                    <a:pt x="5936" y="13116"/>
                  </a:lnTo>
                  <a:lnTo>
                    <a:pt x="6297" y="13156"/>
                  </a:lnTo>
                  <a:lnTo>
                    <a:pt x="7039" y="13156"/>
                  </a:lnTo>
                  <a:lnTo>
                    <a:pt x="7420" y="13116"/>
                  </a:lnTo>
                  <a:lnTo>
                    <a:pt x="7881" y="13056"/>
                  </a:lnTo>
                  <a:lnTo>
                    <a:pt x="8323" y="12976"/>
                  </a:lnTo>
                  <a:lnTo>
                    <a:pt x="8764" y="12835"/>
                  </a:lnTo>
                  <a:lnTo>
                    <a:pt x="9185" y="12675"/>
                  </a:lnTo>
                  <a:lnTo>
                    <a:pt x="9586" y="12494"/>
                  </a:lnTo>
                  <a:lnTo>
                    <a:pt x="9967" y="12274"/>
                  </a:lnTo>
                  <a:lnTo>
                    <a:pt x="10348" y="12013"/>
                  </a:lnTo>
                  <a:lnTo>
                    <a:pt x="10689" y="11752"/>
                  </a:lnTo>
                  <a:lnTo>
                    <a:pt x="11030" y="11451"/>
                  </a:lnTo>
                  <a:lnTo>
                    <a:pt x="11331" y="11131"/>
                  </a:lnTo>
                  <a:lnTo>
                    <a:pt x="11632" y="10790"/>
                  </a:lnTo>
                  <a:lnTo>
                    <a:pt x="11892" y="10409"/>
                  </a:lnTo>
                  <a:lnTo>
                    <a:pt x="12153" y="10028"/>
                  </a:lnTo>
                  <a:lnTo>
                    <a:pt x="12374" y="9626"/>
                  </a:lnTo>
                  <a:lnTo>
                    <a:pt x="12554" y="9225"/>
                  </a:lnTo>
                  <a:lnTo>
                    <a:pt x="12735" y="8784"/>
                  </a:lnTo>
                  <a:lnTo>
                    <a:pt x="12855" y="8403"/>
                  </a:lnTo>
                  <a:lnTo>
                    <a:pt x="12955" y="8022"/>
                  </a:lnTo>
                  <a:lnTo>
                    <a:pt x="13035" y="7641"/>
                  </a:lnTo>
                  <a:lnTo>
                    <a:pt x="13096" y="7240"/>
                  </a:lnTo>
                  <a:lnTo>
                    <a:pt x="13116" y="6859"/>
                  </a:lnTo>
                  <a:lnTo>
                    <a:pt x="13116" y="6478"/>
                  </a:lnTo>
                  <a:lnTo>
                    <a:pt x="13116" y="6117"/>
                  </a:lnTo>
                  <a:lnTo>
                    <a:pt x="13076" y="5736"/>
                  </a:lnTo>
                  <a:lnTo>
                    <a:pt x="13015" y="5375"/>
                  </a:lnTo>
                  <a:lnTo>
                    <a:pt x="12935" y="5014"/>
                  </a:lnTo>
                  <a:lnTo>
                    <a:pt x="12835" y="4653"/>
                  </a:lnTo>
                  <a:lnTo>
                    <a:pt x="12715" y="4312"/>
                  </a:lnTo>
                  <a:lnTo>
                    <a:pt x="12574" y="3971"/>
                  </a:lnTo>
                  <a:lnTo>
                    <a:pt x="12414" y="3650"/>
                  </a:lnTo>
                  <a:lnTo>
                    <a:pt x="12253" y="3329"/>
                  </a:lnTo>
                  <a:lnTo>
                    <a:pt x="12053" y="3008"/>
                  </a:lnTo>
                  <a:lnTo>
                    <a:pt x="11852" y="2708"/>
                  </a:lnTo>
                  <a:lnTo>
                    <a:pt x="11632" y="2427"/>
                  </a:lnTo>
                  <a:lnTo>
                    <a:pt x="11391" y="2146"/>
                  </a:lnTo>
                  <a:lnTo>
                    <a:pt x="11130" y="1885"/>
                  </a:lnTo>
                  <a:lnTo>
                    <a:pt x="10850" y="1645"/>
                  </a:lnTo>
                  <a:lnTo>
                    <a:pt x="10569" y="1404"/>
                  </a:lnTo>
                  <a:lnTo>
                    <a:pt x="10268" y="1183"/>
                  </a:lnTo>
                  <a:lnTo>
                    <a:pt x="9967" y="983"/>
                  </a:lnTo>
                  <a:lnTo>
                    <a:pt x="9626" y="802"/>
                  </a:lnTo>
                  <a:lnTo>
                    <a:pt x="9305" y="622"/>
                  </a:lnTo>
                  <a:lnTo>
                    <a:pt x="8944" y="482"/>
                  </a:lnTo>
                  <a:lnTo>
                    <a:pt x="8583" y="341"/>
                  </a:lnTo>
                  <a:lnTo>
                    <a:pt x="8222" y="241"/>
                  </a:lnTo>
                  <a:lnTo>
                    <a:pt x="7841" y="141"/>
                  </a:lnTo>
                  <a:lnTo>
                    <a:pt x="7440" y="80"/>
                  </a:lnTo>
                  <a:lnTo>
                    <a:pt x="7039" y="40"/>
                  </a:lnTo>
                  <a:lnTo>
                    <a:pt x="66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26"/>
            <p:cNvSpPr/>
            <p:nvPr/>
          </p:nvSpPr>
          <p:spPr>
            <a:xfrm>
              <a:off x="10215850" y="2725863"/>
              <a:ext cx="327900" cy="328925"/>
            </a:xfrm>
            <a:custGeom>
              <a:avLst/>
              <a:gdLst/>
              <a:ahLst/>
              <a:cxnLst/>
              <a:rect l="l" t="t" r="r" b="b"/>
              <a:pathLst>
                <a:path w="13116" h="13157" fill="none" extrusionOk="0">
                  <a:moveTo>
                    <a:pt x="40" y="7481"/>
                  </a:moveTo>
                  <a:lnTo>
                    <a:pt x="40" y="7481"/>
                  </a:lnTo>
                  <a:lnTo>
                    <a:pt x="80" y="7761"/>
                  </a:lnTo>
                  <a:lnTo>
                    <a:pt x="120" y="8042"/>
                  </a:lnTo>
                  <a:lnTo>
                    <a:pt x="201" y="8323"/>
                  </a:lnTo>
                  <a:lnTo>
                    <a:pt x="281" y="8604"/>
                  </a:lnTo>
                  <a:lnTo>
                    <a:pt x="381" y="8864"/>
                  </a:lnTo>
                  <a:lnTo>
                    <a:pt x="481" y="9145"/>
                  </a:lnTo>
                  <a:lnTo>
                    <a:pt x="602" y="9406"/>
                  </a:lnTo>
                  <a:lnTo>
                    <a:pt x="742" y="9687"/>
                  </a:lnTo>
                  <a:lnTo>
                    <a:pt x="903" y="9947"/>
                  </a:lnTo>
                  <a:lnTo>
                    <a:pt x="1063" y="10188"/>
                  </a:lnTo>
                  <a:lnTo>
                    <a:pt x="1243" y="10449"/>
                  </a:lnTo>
                  <a:lnTo>
                    <a:pt x="1424" y="10689"/>
                  </a:lnTo>
                  <a:lnTo>
                    <a:pt x="1624" y="10930"/>
                  </a:lnTo>
                  <a:lnTo>
                    <a:pt x="1845" y="11151"/>
                  </a:lnTo>
                  <a:lnTo>
                    <a:pt x="2066" y="11371"/>
                  </a:lnTo>
                  <a:lnTo>
                    <a:pt x="2306" y="11572"/>
                  </a:lnTo>
                  <a:lnTo>
                    <a:pt x="2547" y="11772"/>
                  </a:lnTo>
                  <a:lnTo>
                    <a:pt x="2808" y="11953"/>
                  </a:lnTo>
                  <a:lnTo>
                    <a:pt x="3068" y="12133"/>
                  </a:lnTo>
                  <a:lnTo>
                    <a:pt x="3349" y="12294"/>
                  </a:lnTo>
                  <a:lnTo>
                    <a:pt x="3650" y="12454"/>
                  </a:lnTo>
                  <a:lnTo>
                    <a:pt x="3931" y="12595"/>
                  </a:lnTo>
                  <a:lnTo>
                    <a:pt x="4252" y="12715"/>
                  </a:lnTo>
                  <a:lnTo>
                    <a:pt x="4572" y="12835"/>
                  </a:lnTo>
                  <a:lnTo>
                    <a:pt x="4893" y="12935"/>
                  </a:lnTo>
                  <a:lnTo>
                    <a:pt x="5234" y="13016"/>
                  </a:lnTo>
                  <a:lnTo>
                    <a:pt x="5575" y="13076"/>
                  </a:lnTo>
                  <a:lnTo>
                    <a:pt x="5936" y="13116"/>
                  </a:lnTo>
                  <a:lnTo>
                    <a:pt x="6297" y="13156"/>
                  </a:lnTo>
                  <a:lnTo>
                    <a:pt x="6658" y="13156"/>
                  </a:lnTo>
                  <a:lnTo>
                    <a:pt x="7039" y="13156"/>
                  </a:lnTo>
                  <a:lnTo>
                    <a:pt x="7420" y="13116"/>
                  </a:lnTo>
                  <a:lnTo>
                    <a:pt x="7420" y="13116"/>
                  </a:lnTo>
                  <a:lnTo>
                    <a:pt x="7881" y="13056"/>
                  </a:lnTo>
                  <a:lnTo>
                    <a:pt x="8323" y="12976"/>
                  </a:lnTo>
                  <a:lnTo>
                    <a:pt x="8764" y="12835"/>
                  </a:lnTo>
                  <a:lnTo>
                    <a:pt x="9185" y="12675"/>
                  </a:lnTo>
                  <a:lnTo>
                    <a:pt x="9586" y="12494"/>
                  </a:lnTo>
                  <a:lnTo>
                    <a:pt x="9967" y="12274"/>
                  </a:lnTo>
                  <a:lnTo>
                    <a:pt x="10348" y="12013"/>
                  </a:lnTo>
                  <a:lnTo>
                    <a:pt x="10689" y="11752"/>
                  </a:lnTo>
                  <a:lnTo>
                    <a:pt x="11030" y="11451"/>
                  </a:lnTo>
                  <a:lnTo>
                    <a:pt x="11331" y="11131"/>
                  </a:lnTo>
                  <a:lnTo>
                    <a:pt x="11632" y="10790"/>
                  </a:lnTo>
                  <a:lnTo>
                    <a:pt x="11892" y="10409"/>
                  </a:lnTo>
                  <a:lnTo>
                    <a:pt x="12153" y="10028"/>
                  </a:lnTo>
                  <a:lnTo>
                    <a:pt x="12374" y="9626"/>
                  </a:lnTo>
                  <a:lnTo>
                    <a:pt x="12554" y="9225"/>
                  </a:lnTo>
                  <a:lnTo>
                    <a:pt x="12735" y="8784"/>
                  </a:lnTo>
                  <a:lnTo>
                    <a:pt x="12735" y="8784"/>
                  </a:lnTo>
                  <a:lnTo>
                    <a:pt x="12855" y="8403"/>
                  </a:lnTo>
                  <a:lnTo>
                    <a:pt x="12955" y="8022"/>
                  </a:lnTo>
                  <a:lnTo>
                    <a:pt x="13035" y="7641"/>
                  </a:lnTo>
                  <a:lnTo>
                    <a:pt x="13096" y="7240"/>
                  </a:lnTo>
                  <a:lnTo>
                    <a:pt x="13116" y="6859"/>
                  </a:lnTo>
                  <a:lnTo>
                    <a:pt x="13116" y="6478"/>
                  </a:lnTo>
                  <a:lnTo>
                    <a:pt x="13116" y="6117"/>
                  </a:lnTo>
                  <a:lnTo>
                    <a:pt x="13076" y="5736"/>
                  </a:lnTo>
                  <a:lnTo>
                    <a:pt x="13015" y="5375"/>
                  </a:lnTo>
                  <a:lnTo>
                    <a:pt x="12935" y="5014"/>
                  </a:lnTo>
                  <a:lnTo>
                    <a:pt x="12835" y="4653"/>
                  </a:lnTo>
                  <a:lnTo>
                    <a:pt x="12715" y="4312"/>
                  </a:lnTo>
                  <a:lnTo>
                    <a:pt x="12574" y="3971"/>
                  </a:lnTo>
                  <a:lnTo>
                    <a:pt x="12414" y="3650"/>
                  </a:lnTo>
                  <a:lnTo>
                    <a:pt x="12253" y="3329"/>
                  </a:lnTo>
                  <a:lnTo>
                    <a:pt x="12053" y="3008"/>
                  </a:lnTo>
                  <a:lnTo>
                    <a:pt x="11852" y="2708"/>
                  </a:lnTo>
                  <a:lnTo>
                    <a:pt x="11632" y="2427"/>
                  </a:lnTo>
                  <a:lnTo>
                    <a:pt x="11391" y="2146"/>
                  </a:lnTo>
                  <a:lnTo>
                    <a:pt x="11130" y="1885"/>
                  </a:lnTo>
                  <a:lnTo>
                    <a:pt x="10850" y="1645"/>
                  </a:lnTo>
                  <a:lnTo>
                    <a:pt x="10569" y="1404"/>
                  </a:lnTo>
                  <a:lnTo>
                    <a:pt x="10268" y="1183"/>
                  </a:lnTo>
                  <a:lnTo>
                    <a:pt x="9967" y="983"/>
                  </a:lnTo>
                  <a:lnTo>
                    <a:pt x="9626" y="802"/>
                  </a:lnTo>
                  <a:lnTo>
                    <a:pt x="9305" y="622"/>
                  </a:lnTo>
                  <a:lnTo>
                    <a:pt x="8944" y="482"/>
                  </a:lnTo>
                  <a:lnTo>
                    <a:pt x="8583" y="341"/>
                  </a:lnTo>
                  <a:lnTo>
                    <a:pt x="8222" y="241"/>
                  </a:lnTo>
                  <a:lnTo>
                    <a:pt x="7841" y="141"/>
                  </a:lnTo>
                  <a:lnTo>
                    <a:pt x="7440" y="80"/>
                  </a:lnTo>
                  <a:lnTo>
                    <a:pt x="7039" y="40"/>
                  </a:lnTo>
                  <a:lnTo>
                    <a:pt x="7039" y="40"/>
                  </a:lnTo>
                  <a:lnTo>
                    <a:pt x="6658" y="0"/>
                  </a:lnTo>
                  <a:lnTo>
                    <a:pt x="6277" y="20"/>
                  </a:lnTo>
                  <a:lnTo>
                    <a:pt x="5896" y="40"/>
                  </a:lnTo>
                  <a:lnTo>
                    <a:pt x="5535" y="80"/>
                  </a:lnTo>
                  <a:lnTo>
                    <a:pt x="5174" y="141"/>
                  </a:lnTo>
                  <a:lnTo>
                    <a:pt x="4833" y="241"/>
                  </a:lnTo>
                  <a:lnTo>
                    <a:pt x="4472" y="341"/>
                  </a:lnTo>
                  <a:lnTo>
                    <a:pt x="4151" y="462"/>
                  </a:lnTo>
                  <a:lnTo>
                    <a:pt x="3810" y="622"/>
                  </a:lnTo>
                  <a:lnTo>
                    <a:pt x="3490" y="782"/>
                  </a:lnTo>
                  <a:lnTo>
                    <a:pt x="3189" y="963"/>
                  </a:lnTo>
                  <a:lnTo>
                    <a:pt x="2888" y="1143"/>
                  </a:lnTo>
                  <a:lnTo>
                    <a:pt x="2607" y="1364"/>
                  </a:lnTo>
                  <a:lnTo>
                    <a:pt x="2326" y="1585"/>
                  </a:lnTo>
                  <a:lnTo>
                    <a:pt x="2066" y="1825"/>
                  </a:lnTo>
                  <a:lnTo>
                    <a:pt x="1825" y="2086"/>
                  </a:lnTo>
                  <a:lnTo>
                    <a:pt x="1584" y="2347"/>
                  </a:lnTo>
                  <a:lnTo>
                    <a:pt x="1364" y="2627"/>
                  </a:lnTo>
                  <a:lnTo>
                    <a:pt x="1163" y="2928"/>
                  </a:lnTo>
                  <a:lnTo>
                    <a:pt x="963" y="3229"/>
                  </a:lnTo>
                  <a:lnTo>
                    <a:pt x="802" y="3550"/>
                  </a:lnTo>
                  <a:lnTo>
                    <a:pt x="642" y="3871"/>
                  </a:lnTo>
                  <a:lnTo>
                    <a:pt x="501" y="4192"/>
                  </a:lnTo>
                  <a:lnTo>
                    <a:pt x="361" y="4533"/>
                  </a:lnTo>
                  <a:lnTo>
                    <a:pt x="261" y="4894"/>
                  </a:lnTo>
                  <a:lnTo>
                    <a:pt x="160" y="5234"/>
                  </a:lnTo>
                  <a:lnTo>
                    <a:pt x="100" y="5595"/>
                  </a:lnTo>
                  <a:lnTo>
                    <a:pt x="40" y="5977"/>
                  </a:lnTo>
                  <a:lnTo>
                    <a:pt x="20" y="6337"/>
                  </a:lnTo>
                  <a:lnTo>
                    <a:pt x="0" y="6719"/>
                  </a:lnTo>
                  <a:lnTo>
                    <a:pt x="0" y="7100"/>
                  </a:lnTo>
                  <a:lnTo>
                    <a:pt x="40" y="74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26"/>
            <p:cNvSpPr/>
            <p:nvPr/>
          </p:nvSpPr>
          <p:spPr>
            <a:xfrm>
              <a:off x="10253450" y="2763463"/>
              <a:ext cx="253200" cy="253700"/>
            </a:xfrm>
            <a:custGeom>
              <a:avLst/>
              <a:gdLst/>
              <a:ahLst/>
              <a:cxnLst/>
              <a:rect l="l" t="t" r="r" b="b"/>
              <a:pathLst>
                <a:path w="10128" h="10148" extrusionOk="0">
                  <a:moveTo>
                    <a:pt x="4853" y="0"/>
                  </a:moveTo>
                  <a:lnTo>
                    <a:pt x="4573" y="20"/>
                  </a:lnTo>
                  <a:lnTo>
                    <a:pt x="4292" y="61"/>
                  </a:lnTo>
                  <a:lnTo>
                    <a:pt x="4011" y="101"/>
                  </a:lnTo>
                  <a:lnTo>
                    <a:pt x="3750" y="181"/>
                  </a:lnTo>
                  <a:lnTo>
                    <a:pt x="3490" y="241"/>
                  </a:lnTo>
                  <a:lnTo>
                    <a:pt x="3229" y="341"/>
                  </a:lnTo>
                  <a:lnTo>
                    <a:pt x="2968" y="442"/>
                  </a:lnTo>
                  <a:lnTo>
                    <a:pt x="2728" y="582"/>
                  </a:lnTo>
                  <a:lnTo>
                    <a:pt x="2507" y="702"/>
                  </a:lnTo>
                  <a:lnTo>
                    <a:pt x="2266" y="843"/>
                  </a:lnTo>
                  <a:lnTo>
                    <a:pt x="2066" y="1003"/>
                  </a:lnTo>
                  <a:lnTo>
                    <a:pt x="1845" y="1184"/>
                  </a:lnTo>
                  <a:lnTo>
                    <a:pt x="1645" y="1364"/>
                  </a:lnTo>
                  <a:lnTo>
                    <a:pt x="1464" y="1545"/>
                  </a:lnTo>
                  <a:lnTo>
                    <a:pt x="1264" y="1765"/>
                  </a:lnTo>
                  <a:lnTo>
                    <a:pt x="1083" y="1986"/>
                  </a:lnTo>
                  <a:lnTo>
                    <a:pt x="923" y="2206"/>
                  </a:lnTo>
                  <a:lnTo>
                    <a:pt x="782" y="2447"/>
                  </a:lnTo>
                  <a:lnTo>
                    <a:pt x="622" y="2688"/>
                  </a:lnTo>
                  <a:lnTo>
                    <a:pt x="502" y="2928"/>
                  </a:lnTo>
                  <a:lnTo>
                    <a:pt x="381" y="3189"/>
                  </a:lnTo>
                  <a:lnTo>
                    <a:pt x="281" y="3470"/>
                  </a:lnTo>
                  <a:lnTo>
                    <a:pt x="201" y="3730"/>
                  </a:lnTo>
                  <a:lnTo>
                    <a:pt x="120" y="4011"/>
                  </a:lnTo>
                  <a:lnTo>
                    <a:pt x="60" y="4292"/>
                  </a:lnTo>
                  <a:lnTo>
                    <a:pt x="20" y="4593"/>
                  </a:lnTo>
                  <a:lnTo>
                    <a:pt x="0" y="4874"/>
                  </a:lnTo>
                  <a:lnTo>
                    <a:pt x="0" y="5174"/>
                  </a:lnTo>
                  <a:lnTo>
                    <a:pt x="0" y="5475"/>
                  </a:lnTo>
                  <a:lnTo>
                    <a:pt x="20" y="5776"/>
                  </a:lnTo>
                  <a:lnTo>
                    <a:pt x="100" y="6197"/>
                  </a:lnTo>
                  <a:lnTo>
                    <a:pt x="201" y="6638"/>
                  </a:lnTo>
                  <a:lnTo>
                    <a:pt x="361" y="7060"/>
                  </a:lnTo>
                  <a:lnTo>
                    <a:pt x="562" y="7461"/>
                  </a:lnTo>
                  <a:lnTo>
                    <a:pt x="802" y="7862"/>
                  </a:lnTo>
                  <a:lnTo>
                    <a:pt x="1103" y="8243"/>
                  </a:lnTo>
                  <a:lnTo>
                    <a:pt x="1404" y="8604"/>
                  </a:lnTo>
                  <a:lnTo>
                    <a:pt x="1765" y="8925"/>
                  </a:lnTo>
                  <a:lnTo>
                    <a:pt x="2166" y="9225"/>
                  </a:lnTo>
                  <a:lnTo>
                    <a:pt x="2367" y="9366"/>
                  </a:lnTo>
                  <a:lnTo>
                    <a:pt x="2587" y="9486"/>
                  </a:lnTo>
                  <a:lnTo>
                    <a:pt x="2808" y="9606"/>
                  </a:lnTo>
                  <a:lnTo>
                    <a:pt x="3028" y="9727"/>
                  </a:lnTo>
                  <a:lnTo>
                    <a:pt x="3269" y="9807"/>
                  </a:lnTo>
                  <a:lnTo>
                    <a:pt x="3510" y="9907"/>
                  </a:lnTo>
                  <a:lnTo>
                    <a:pt x="3770" y="9967"/>
                  </a:lnTo>
                  <a:lnTo>
                    <a:pt x="4031" y="10048"/>
                  </a:lnTo>
                  <a:lnTo>
                    <a:pt x="4292" y="10088"/>
                  </a:lnTo>
                  <a:lnTo>
                    <a:pt x="4573" y="10128"/>
                  </a:lnTo>
                  <a:lnTo>
                    <a:pt x="4853" y="10148"/>
                  </a:lnTo>
                  <a:lnTo>
                    <a:pt x="5435" y="10148"/>
                  </a:lnTo>
                  <a:lnTo>
                    <a:pt x="5716" y="10128"/>
                  </a:lnTo>
                  <a:lnTo>
                    <a:pt x="6077" y="10088"/>
                  </a:lnTo>
                  <a:lnTo>
                    <a:pt x="6418" y="10008"/>
                  </a:lnTo>
                  <a:lnTo>
                    <a:pt x="6759" y="9907"/>
                  </a:lnTo>
                  <a:lnTo>
                    <a:pt x="7079" y="9787"/>
                  </a:lnTo>
                  <a:lnTo>
                    <a:pt x="7400" y="9647"/>
                  </a:lnTo>
                  <a:lnTo>
                    <a:pt x="7681" y="9466"/>
                  </a:lnTo>
                  <a:lnTo>
                    <a:pt x="7982" y="9286"/>
                  </a:lnTo>
                  <a:lnTo>
                    <a:pt x="8243" y="9065"/>
                  </a:lnTo>
                  <a:lnTo>
                    <a:pt x="8503" y="8824"/>
                  </a:lnTo>
                  <a:lnTo>
                    <a:pt x="8744" y="8584"/>
                  </a:lnTo>
                  <a:lnTo>
                    <a:pt x="8964" y="8323"/>
                  </a:lnTo>
                  <a:lnTo>
                    <a:pt x="9185" y="8042"/>
                  </a:lnTo>
                  <a:lnTo>
                    <a:pt x="9366" y="7741"/>
                  </a:lnTo>
                  <a:lnTo>
                    <a:pt x="9546" y="7441"/>
                  </a:lnTo>
                  <a:lnTo>
                    <a:pt x="9686" y="7120"/>
                  </a:lnTo>
                  <a:lnTo>
                    <a:pt x="9827" y="6779"/>
                  </a:lnTo>
                  <a:lnTo>
                    <a:pt x="9887" y="6598"/>
                  </a:lnTo>
                  <a:lnTo>
                    <a:pt x="9967" y="6318"/>
                  </a:lnTo>
                  <a:lnTo>
                    <a:pt x="10027" y="6017"/>
                  </a:lnTo>
                  <a:lnTo>
                    <a:pt x="10067" y="5736"/>
                  </a:lnTo>
                  <a:lnTo>
                    <a:pt x="10108" y="5435"/>
                  </a:lnTo>
                  <a:lnTo>
                    <a:pt x="10128" y="5154"/>
                  </a:lnTo>
                  <a:lnTo>
                    <a:pt x="10128" y="4874"/>
                  </a:lnTo>
                  <a:lnTo>
                    <a:pt x="10108" y="4573"/>
                  </a:lnTo>
                  <a:lnTo>
                    <a:pt x="10067" y="4292"/>
                  </a:lnTo>
                  <a:lnTo>
                    <a:pt x="10007" y="4031"/>
                  </a:lnTo>
                  <a:lnTo>
                    <a:pt x="9947" y="3751"/>
                  </a:lnTo>
                  <a:lnTo>
                    <a:pt x="9867" y="3490"/>
                  </a:lnTo>
                  <a:lnTo>
                    <a:pt x="9767" y="3229"/>
                  </a:lnTo>
                  <a:lnTo>
                    <a:pt x="9666" y="2968"/>
                  </a:lnTo>
                  <a:lnTo>
                    <a:pt x="9546" y="2728"/>
                  </a:lnTo>
                  <a:lnTo>
                    <a:pt x="9406" y="2487"/>
                  </a:lnTo>
                  <a:lnTo>
                    <a:pt x="9245" y="2246"/>
                  </a:lnTo>
                  <a:lnTo>
                    <a:pt x="9085" y="2026"/>
                  </a:lnTo>
                  <a:lnTo>
                    <a:pt x="8924" y="1805"/>
                  </a:lnTo>
                  <a:lnTo>
                    <a:pt x="8724" y="1605"/>
                  </a:lnTo>
                  <a:lnTo>
                    <a:pt x="8543" y="1404"/>
                  </a:lnTo>
                  <a:lnTo>
                    <a:pt x="8323" y="1224"/>
                  </a:lnTo>
                  <a:lnTo>
                    <a:pt x="8102" y="1043"/>
                  </a:lnTo>
                  <a:lnTo>
                    <a:pt x="7882" y="883"/>
                  </a:lnTo>
                  <a:lnTo>
                    <a:pt x="7641" y="742"/>
                  </a:lnTo>
                  <a:lnTo>
                    <a:pt x="7400" y="602"/>
                  </a:lnTo>
                  <a:lnTo>
                    <a:pt x="7140" y="462"/>
                  </a:lnTo>
                  <a:lnTo>
                    <a:pt x="6879" y="361"/>
                  </a:lnTo>
                  <a:lnTo>
                    <a:pt x="6598" y="261"/>
                  </a:lnTo>
                  <a:lnTo>
                    <a:pt x="6317" y="181"/>
                  </a:lnTo>
                  <a:lnTo>
                    <a:pt x="6037" y="121"/>
                  </a:lnTo>
                  <a:lnTo>
                    <a:pt x="5736" y="61"/>
                  </a:lnTo>
                  <a:lnTo>
                    <a:pt x="5435" y="20"/>
                  </a:lnTo>
                  <a:lnTo>
                    <a:pt x="513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26"/>
            <p:cNvSpPr/>
            <p:nvPr/>
          </p:nvSpPr>
          <p:spPr>
            <a:xfrm>
              <a:off x="10253450" y="2763463"/>
              <a:ext cx="253200" cy="253700"/>
            </a:xfrm>
            <a:custGeom>
              <a:avLst/>
              <a:gdLst/>
              <a:ahLst/>
              <a:cxnLst/>
              <a:rect l="l" t="t" r="r" b="b"/>
              <a:pathLst>
                <a:path w="10128" h="10148" fill="none" extrusionOk="0">
                  <a:moveTo>
                    <a:pt x="9887" y="6598"/>
                  </a:moveTo>
                  <a:lnTo>
                    <a:pt x="9887" y="6598"/>
                  </a:lnTo>
                  <a:lnTo>
                    <a:pt x="9827" y="6779"/>
                  </a:lnTo>
                  <a:lnTo>
                    <a:pt x="9827" y="6779"/>
                  </a:lnTo>
                  <a:lnTo>
                    <a:pt x="9686" y="7120"/>
                  </a:lnTo>
                  <a:lnTo>
                    <a:pt x="9546" y="7441"/>
                  </a:lnTo>
                  <a:lnTo>
                    <a:pt x="9366" y="7741"/>
                  </a:lnTo>
                  <a:lnTo>
                    <a:pt x="9185" y="8042"/>
                  </a:lnTo>
                  <a:lnTo>
                    <a:pt x="8964" y="8323"/>
                  </a:lnTo>
                  <a:lnTo>
                    <a:pt x="8744" y="8584"/>
                  </a:lnTo>
                  <a:lnTo>
                    <a:pt x="8503" y="8824"/>
                  </a:lnTo>
                  <a:lnTo>
                    <a:pt x="8243" y="9065"/>
                  </a:lnTo>
                  <a:lnTo>
                    <a:pt x="7982" y="9286"/>
                  </a:lnTo>
                  <a:lnTo>
                    <a:pt x="7681" y="9466"/>
                  </a:lnTo>
                  <a:lnTo>
                    <a:pt x="7400" y="9647"/>
                  </a:lnTo>
                  <a:lnTo>
                    <a:pt x="7079" y="9787"/>
                  </a:lnTo>
                  <a:lnTo>
                    <a:pt x="6759" y="9907"/>
                  </a:lnTo>
                  <a:lnTo>
                    <a:pt x="6418" y="10008"/>
                  </a:lnTo>
                  <a:lnTo>
                    <a:pt x="6077" y="10088"/>
                  </a:lnTo>
                  <a:lnTo>
                    <a:pt x="5716" y="10128"/>
                  </a:lnTo>
                  <a:lnTo>
                    <a:pt x="5716" y="10128"/>
                  </a:lnTo>
                  <a:lnTo>
                    <a:pt x="5435" y="10148"/>
                  </a:lnTo>
                  <a:lnTo>
                    <a:pt x="5134" y="10148"/>
                  </a:lnTo>
                  <a:lnTo>
                    <a:pt x="4853" y="10148"/>
                  </a:lnTo>
                  <a:lnTo>
                    <a:pt x="4573" y="10128"/>
                  </a:lnTo>
                  <a:lnTo>
                    <a:pt x="4292" y="10088"/>
                  </a:lnTo>
                  <a:lnTo>
                    <a:pt x="4031" y="10048"/>
                  </a:lnTo>
                  <a:lnTo>
                    <a:pt x="3770" y="9967"/>
                  </a:lnTo>
                  <a:lnTo>
                    <a:pt x="3510" y="9907"/>
                  </a:lnTo>
                  <a:lnTo>
                    <a:pt x="3269" y="9807"/>
                  </a:lnTo>
                  <a:lnTo>
                    <a:pt x="3028" y="9727"/>
                  </a:lnTo>
                  <a:lnTo>
                    <a:pt x="2808" y="9606"/>
                  </a:lnTo>
                  <a:lnTo>
                    <a:pt x="2587" y="9486"/>
                  </a:lnTo>
                  <a:lnTo>
                    <a:pt x="2367" y="9366"/>
                  </a:lnTo>
                  <a:lnTo>
                    <a:pt x="2166" y="9225"/>
                  </a:lnTo>
                  <a:lnTo>
                    <a:pt x="1765" y="8925"/>
                  </a:lnTo>
                  <a:lnTo>
                    <a:pt x="1404" y="8604"/>
                  </a:lnTo>
                  <a:lnTo>
                    <a:pt x="1103" y="8243"/>
                  </a:lnTo>
                  <a:lnTo>
                    <a:pt x="802" y="7862"/>
                  </a:lnTo>
                  <a:lnTo>
                    <a:pt x="562" y="7461"/>
                  </a:lnTo>
                  <a:lnTo>
                    <a:pt x="361" y="7060"/>
                  </a:lnTo>
                  <a:lnTo>
                    <a:pt x="201" y="6638"/>
                  </a:lnTo>
                  <a:lnTo>
                    <a:pt x="100" y="6197"/>
                  </a:lnTo>
                  <a:lnTo>
                    <a:pt x="20" y="5776"/>
                  </a:lnTo>
                  <a:lnTo>
                    <a:pt x="20" y="5776"/>
                  </a:lnTo>
                  <a:lnTo>
                    <a:pt x="0" y="5475"/>
                  </a:lnTo>
                  <a:lnTo>
                    <a:pt x="0" y="5174"/>
                  </a:lnTo>
                  <a:lnTo>
                    <a:pt x="0" y="4874"/>
                  </a:lnTo>
                  <a:lnTo>
                    <a:pt x="20" y="4593"/>
                  </a:lnTo>
                  <a:lnTo>
                    <a:pt x="60" y="4292"/>
                  </a:lnTo>
                  <a:lnTo>
                    <a:pt x="120" y="4011"/>
                  </a:lnTo>
                  <a:lnTo>
                    <a:pt x="201" y="3730"/>
                  </a:lnTo>
                  <a:lnTo>
                    <a:pt x="281" y="3470"/>
                  </a:lnTo>
                  <a:lnTo>
                    <a:pt x="381" y="3189"/>
                  </a:lnTo>
                  <a:lnTo>
                    <a:pt x="502" y="2928"/>
                  </a:lnTo>
                  <a:lnTo>
                    <a:pt x="622" y="2688"/>
                  </a:lnTo>
                  <a:lnTo>
                    <a:pt x="782" y="2447"/>
                  </a:lnTo>
                  <a:lnTo>
                    <a:pt x="923" y="2206"/>
                  </a:lnTo>
                  <a:lnTo>
                    <a:pt x="1083" y="1986"/>
                  </a:lnTo>
                  <a:lnTo>
                    <a:pt x="1264" y="1765"/>
                  </a:lnTo>
                  <a:lnTo>
                    <a:pt x="1464" y="1545"/>
                  </a:lnTo>
                  <a:lnTo>
                    <a:pt x="1464" y="1545"/>
                  </a:lnTo>
                  <a:lnTo>
                    <a:pt x="1645" y="1364"/>
                  </a:lnTo>
                  <a:lnTo>
                    <a:pt x="1845" y="1184"/>
                  </a:lnTo>
                  <a:lnTo>
                    <a:pt x="2066" y="1003"/>
                  </a:lnTo>
                  <a:lnTo>
                    <a:pt x="2266" y="843"/>
                  </a:lnTo>
                  <a:lnTo>
                    <a:pt x="2507" y="702"/>
                  </a:lnTo>
                  <a:lnTo>
                    <a:pt x="2728" y="582"/>
                  </a:lnTo>
                  <a:lnTo>
                    <a:pt x="2968" y="442"/>
                  </a:lnTo>
                  <a:lnTo>
                    <a:pt x="3229" y="341"/>
                  </a:lnTo>
                  <a:lnTo>
                    <a:pt x="3490" y="241"/>
                  </a:lnTo>
                  <a:lnTo>
                    <a:pt x="3750" y="181"/>
                  </a:lnTo>
                  <a:lnTo>
                    <a:pt x="4011" y="101"/>
                  </a:lnTo>
                  <a:lnTo>
                    <a:pt x="4292" y="61"/>
                  </a:lnTo>
                  <a:lnTo>
                    <a:pt x="4573" y="20"/>
                  </a:lnTo>
                  <a:lnTo>
                    <a:pt x="4853" y="0"/>
                  </a:lnTo>
                  <a:lnTo>
                    <a:pt x="5134" y="0"/>
                  </a:lnTo>
                  <a:lnTo>
                    <a:pt x="5435" y="20"/>
                  </a:lnTo>
                  <a:lnTo>
                    <a:pt x="5435" y="20"/>
                  </a:lnTo>
                  <a:lnTo>
                    <a:pt x="5736" y="61"/>
                  </a:lnTo>
                  <a:lnTo>
                    <a:pt x="6037" y="121"/>
                  </a:lnTo>
                  <a:lnTo>
                    <a:pt x="6317" y="181"/>
                  </a:lnTo>
                  <a:lnTo>
                    <a:pt x="6598" y="261"/>
                  </a:lnTo>
                  <a:lnTo>
                    <a:pt x="6879" y="361"/>
                  </a:lnTo>
                  <a:lnTo>
                    <a:pt x="7140" y="462"/>
                  </a:lnTo>
                  <a:lnTo>
                    <a:pt x="7400" y="602"/>
                  </a:lnTo>
                  <a:lnTo>
                    <a:pt x="7641" y="742"/>
                  </a:lnTo>
                  <a:lnTo>
                    <a:pt x="7882" y="883"/>
                  </a:lnTo>
                  <a:lnTo>
                    <a:pt x="8102" y="1043"/>
                  </a:lnTo>
                  <a:lnTo>
                    <a:pt x="8323" y="1224"/>
                  </a:lnTo>
                  <a:lnTo>
                    <a:pt x="8543" y="1404"/>
                  </a:lnTo>
                  <a:lnTo>
                    <a:pt x="8724" y="1605"/>
                  </a:lnTo>
                  <a:lnTo>
                    <a:pt x="8924" y="1805"/>
                  </a:lnTo>
                  <a:lnTo>
                    <a:pt x="9085" y="2026"/>
                  </a:lnTo>
                  <a:lnTo>
                    <a:pt x="9245" y="2246"/>
                  </a:lnTo>
                  <a:lnTo>
                    <a:pt x="9406" y="2487"/>
                  </a:lnTo>
                  <a:lnTo>
                    <a:pt x="9546" y="2728"/>
                  </a:lnTo>
                  <a:lnTo>
                    <a:pt x="9666" y="2968"/>
                  </a:lnTo>
                  <a:lnTo>
                    <a:pt x="9767" y="3229"/>
                  </a:lnTo>
                  <a:lnTo>
                    <a:pt x="9867" y="3490"/>
                  </a:lnTo>
                  <a:lnTo>
                    <a:pt x="9947" y="3751"/>
                  </a:lnTo>
                  <a:lnTo>
                    <a:pt x="10007" y="4031"/>
                  </a:lnTo>
                  <a:lnTo>
                    <a:pt x="10067" y="4292"/>
                  </a:lnTo>
                  <a:lnTo>
                    <a:pt x="10108" y="4573"/>
                  </a:lnTo>
                  <a:lnTo>
                    <a:pt x="10128" y="4874"/>
                  </a:lnTo>
                  <a:lnTo>
                    <a:pt x="10128" y="5154"/>
                  </a:lnTo>
                  <a:lnTo>
                    <a:pt x="10108" y="5435"/>
                  </a:lnTo>
                  <a:lnTo>
                    <a:pt x="10067" y="5736"/>
                  </a:lnTo>
                  <a:lnTo>
                    <a:pt x="10027" y="6017"/>
                  </a:lnTo>
                  <a:lnTo>
                    <a:pt x="9967" y="6318"/>
                  </a:lnTo>
                  <a:lnTo>
                    <a:pt x="9887" y="65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26"/>
            <p:cNvSpPr/>
            <p:nvPr/>
          </p:nvSpPr>
          <p:spPr>
            <a:xfrm>
              <a:off x="10253450" y="2802063"/>
              <a:ext cx="247175" cy="215100"/>
            </a:xfrm>
            <a:custGeom>
              <a:avLst/>
              <a:gdLst/>
              <a:ahLst/>
              <a:cxnLst/>
              <a:rect l="l" t="t" r="r" b="b"/>
              <a:pathLst>
                <a:path w="9887" h="8604" extrusionOk="0">
                  <a:moveTo>
                    <a:pt x="1464" y="1"/>
                  </a:moveTo>
                  <a:lnTo>
                    <a:pt x="1123" y="382"/>
                  </a:lnTo>
                  <a:lnTo>
                    <a:pt x="842" y="783"/>
                  </a:lnTo>
                  <a:lnTo>
                    <a:pt x="602" y="1224"/>
                  </a:lnTo>
                  <a:lnTo>
                    <a:pt x="381" y="1665"/>
                  </a:lnTo>
                  <a:lnTo>
                    <a:pt x="221" y="2146"/>
                  </a:lnTo>
                  <a:lnTo>
                    <a:pt x="141" y="2387"/>
                  </a:lnTo>
                  <a:lnTo>
                    <a:pt x="100" y="2628"/>
                  </a:lnTo>
                  <a:lnTo>
                    <a:pt x="40" y="2888"/>
                  </a:lnTo>
                  <a:lnTo>
                    <a:pt x="20" y="3149"/>
                  </a:lnTo>
                  <a:lnTo>
                    <a:pt x="0" y="3410"/>
                  </a:lnTo>
                  <a:lnTo>
                    <a:pt x="0" y="3671"/>
                  </a:lnTo>
                  <a:lnTo>
                    <a:pt x="0" y="3951"/>
                  </a:lnTo>
                  <a:lnTo>
                    <a:pt x="20" y="4232"/>
                  </a:lnTo>
                  <a:lnTo>
                    <a:pt x="80" y="4633"/>
                  </a:lnTo>
                  <a:lnTo>
                    <a:pt x="201" y="5034"/>
                  </a:lnTo>
                  <a:lnTo>
                    <a:pt x="341" y="5435"/>
                  </a:lnTo>
                  <a:lnTo>
                    <a:pt x="522" y="5816"/>
                  </a:lnTo>
                  <a:lnTo>
                    <a:pt x="742" y="6197"/>
                  </a:lnTo>
                  <a:lnTo>
                    <a:pt x="983" y="6558"/>
                  </a:lnTo>
                  <a:lnTo>
                    <a:pt x="1284" y="6919"/>
                  </a:lnTo>
                  <a:lnTo>
                    <a:pt x="1584" y="7240"/>
                  </a:lnTo>
                  <a:lnTo>
                    <a:pt x="1945" y="7521"/>
                  </a:lnTo>
                  <a:lnTo>
                    <a:pt x="2326" y="7802"/>
                  </a:lnTo>
                  <a:lnTo>
                    <a:pt x="2728" y="8022"/>
                  </a:lnTo>
                  <a:lnTo>
                    <a:pt x="3169" y="8223"/>
                  </a:lnTo>
                  <a:lnTo>
                    <a:pt x="3630" y="8383"/>
                  </a:lnTo>
                  <a:lnTo>
                    <a:pt x="3871" y="8464"/>
                  </a:lnTo>
                  <a:lnTo>
                    <a:pt x="4111" y="8504"/>
                  </a:lnTo>
                  <a:lnTo>
                    <a:pt x="4372" y="8564"/>
                  </a:lnTo>
                  <a:lnTo>
                    <a:pt x="4633" y="8584"/>
                  </a:lnTo>
                  <a:lnTo>
                    <a:pt x="4893" y="8604"/>
                  </a:lnTo>
                  <a:lnTo>
                    <a:pt x="5435" y="8604"/>
                  </a:lnTo>
                  <a:lnTo>
                    <a:pt x="5716" y="8584"/>
                  </a:lnTo>
                  <a:lnTo>
                    <a:pt x="6077" y="8544"/>
                  </a:lnTo>
                  <a:lnTo>
                    <a:pt x="6418" y="8464"/>
                  </a:lnTo>
                  <a:lnTo>
                    <a:pt x="6759" y="8363"/>
                  </a:lnTo>
                  <a:lnTo>
                    <a:pt x="7079" y="8243"/>
                  </a:lnTo>
                  <a:lnTo>
                    <a:pt x="7400" y="8103"/>
                  </a:lnTo>
                  <a:lnTo>
                    <a:pt x="7681" y="7922"/>
                  </a:lnTo>
                  <a:lnTo>
                    <a:pt x="7982" y="7742"/>
                  </a:lnTo>
                  <a:lnTo>
                    <a:pt x="8243" y="7521"/>
                  </a:lnTo>
                  <a:lnTo>
                    <a:pt x="8503" y="7280"/>
                  </a:lnTo>
                  <a:lnTo>
                    <a:pt x="8744" y="7040"/>
                  </a:lnTo>
                  <a:lnTo>
                    <a:pt x="8964" y="6779"/>
                  </a:lnTo>
                  <a:lnTo>
                    <a:pt x="9185" y="6498"/>
                  </a:lnTo>
                  <a:lnTo>
                    <a:pt x="9366" y="6197"/>
                  </a:lnTo>
                  <a:lnTo>
                    <a:pt x="9546" y="5897"/>
                  </a:lnTo>
                  <a:lnTo>
                    <a:pt x="9686" y="5576"/>
                  </a:lnTo>
                  <a:lnTo>
                    <a:pt x="9827" y="5235"/>
                  </a:lnTo>
                  <a:lnTo>
                    <a:pt x="9887" y="5054"/>
                  </a:lnTo>
                  <a:lnTo>
                    <a:pt x="9666" y="5335"/>
                  </a:lnTo>
                  <a:lnTo>
                    <a:pt x="9446" y="5596"/>
                  </a:lnTo>
                  <a:lnTo>
                    <a:pt x="9205" y="5836"/>
                  </a:lnTo>
                  <a:lnTo>
                    <a:pt x="8944" y="6077"/>
                  </a:lnTo>
                  <a:lnTo>
                    <a:pt x="8684" y="6278"/>
                  </a:lnTo>
                  <a:lnTo>
                    <a:pt x="8403" y="6478"/>
                  </a:lnTo>
                  <a:lnTo>
                    <a:pt x="8082" y="6659"/>
                  </a:lnTo>
                  <a:lnTo>
                    <a:pt x="7781" y="6799"/>
                  </a:lnTo>
                  <a:lnTo>
                    <a:pt x="7380" y="6939"/>
                  </a:lnTo>
                  <a:lnTo>
                    <a:pt x="6999" y="7040"/>
                  </a:lnTo>
                  <a:lnTo>
                    <a:pt x="6598" y="7100"/>
                  </a:lnTo>
                  <a:lnTo>
                    <a:pt x="6197" y="7120"/>
                  </a:lnTo>
                  <a:lnTo>
                    <a:pt x="5776" y="7100"/>
                  </a:lnTo>
                  <a:lnTo>
                    <a:pt x="5355" y="7040"/>
                  </a:lnTo>
                  <a:lnTo>
                    <a:pt x="4954" y="6939"/>
                  </a:lnTo>
                  <a:lnTo>
                    <a:pt x="4553" y="6819"/>
                  </a:lnTo>
                  <a:lnTo>
                    <a:pt x="4171" y="6659"/>
                  </a:lnTo>
                  <a:lnTo>
                    <a:pt x="3790" y="6478"/>
                  </a:lnTo>
                  <a:lnTo>
                    <a:pt x="3429" y="6258"/>
                  </a:lnTo>
                  <a:lnTo>
                    <a:pt x="3089" y="6017"/>
                  </a:lnTo>
                  <a:lnTo>
                    <a:pt x="2748" y="5756"/>
                  </a:lnTo>
                  <a:lnTo>
                    <a:pt x="2447" y="5455"/>
                  </a:lnTo>
                  <a:lnTo>
                    <a:pt x="2186" y="5114"/>
                  </a:lnTo>
                  <a:lnTo>
                    <a:pt x="1925" y="4774"/>
                  </a:lnTo>
                  <a:lnTo>
                    <a:pt x="1705" y="4413"/>
                  </a:lnTo>
                  <a:lnTo>
                    <a:pt x="1524" y="4032"/>
                  </a:lnTo>
                  <a:lnTo>
                    <a:pt x="1364" y="3650"/>
                  </a:lnTo>
                  <a:lnTo>
                    <a:pt x="1244" y="3249"/>
                  </a:lnTo>
                  <a:lnTo>
                    <a:pt x="1143" y="2828"/>
                  </a:lnTo>
                  <a:lnTo>
                    <a:pt x="1083" y="2427"/>
                  </a:lnTo>
                  <a:lnTo>
                    <a:pt x="1063" y="2006"/>
                  </a:lnTo>
                  <a:lnTo>
                    <a:pt x="1063" y="1585"/>
                  </a:lnTo>
                  <a:lnTo>
                    <a:pt x="1123" y="1184"/>
                  </a:lnTo>
                  <a:lnTo>
                    <a:pt x="1183" y="783"/>
                  </a:lnTo>
                  <a:lnTo>
                    <a:pt x="1304" y="382"/>
                  </a:lnTo>
                  <a:lnTo>
                    <a:pt x="146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26"/>
            <p:cNvSpPr/>
            <p:nvPr/>
          </p:nvSpPr>
          <p:spPr>
            <a:xfrm>
              <a:off x="10253450" y="2802063"/>
              <a:ext cx="247175" cy="215100"/>
            </a:xfrm>
            <a:custGeom>
              <a:avLst/>
              <a:gdLst/>
              <a:ahLst/>
              <a:cxnLst/>
              <a:rect l="l" t="t" r="r" b="b"/>
              <a:pathLst>
                <a:path w="9887" h="8604" fill="none" extrusionOk="0">
                  <a:moveTo>
                    <a:pt x="1464" y="1"/>
                  </a:moveTo>
                  <a:lnTo>
                    <a:pt x="1464" y="1"/>
                  </a:lnTo>
                  <a:lnTo>
                    <a:pt x="1123" y="382"/>
                  </a:lnTo>
                  <a:lnTo>
                    <a:pt x="842" y="783"/>
                  </a:lnTo>
                  <a:lnTo>
                    <a:pt x="602" y="1224"/>
                  </a:lnTo>
                  <a:lnTo>
                    <a:pt x="381" y="1665"/>
                  </a:lnTo>
                  <a:lnTo>
                    <a:pt x="221" y="2146"/>
                  </a:lnTo>
                  <a:lnTo>
                    <a:pt x="141" y="2387"/>
                  </a:lnTo>
                  <a:lnTo>
                    <a:pt x="100" y="2628"/>
                  </a:lnTo>
                  <a:lnTo>
                    <a:pt x="40" y="2888"/>
                  </a:lnTo>
                  <a:lnTo>
                    <a:pt x="20" y="3149"/>
                  </a:lnTo>
                  <a:lnTo>
                    <a:pt x="0" y="3410"/>
                  </a:lnTo>
                  <a:lnTo>
                    <a:pt x="0" y="3671"/>
                  </a:lnTo>
                  <a:lnTo>
                    <a:pt x="0" y="3671"/>
                  </a:lnTo>
                  <a:lnTo>
                    <a:pt x="0" y="3951"/>
                  </a:lnTo>
                  <a:lnTo>
                    <a:pt x="20" y="4232"/>
                  </a:lnTo>
                  <a:lnTo>
                    <a:pt x="20" y="4232"/>
                  </a:lnTo>
                  <a:lnTo>
                    <a:pt x="80" y="4633"/>
                  </a:lnTo>
                  <a:lnTo>
                    <a:pt x="201" y="5034"/>
                  </a:lnTo>
                  <a:lnTo>
                    <a:pt x="341" y="5435"/>
                  </a:lnTo>
                  <a:lnTo>
                    <a:pt x="522" y="5816"/>
                  </a:lnTo>
                  <a:lnTo>
                    <a:pt x="742" y="6197"/>
                  </a:lnTo>
                  <a:lnTo>
                    <a:pt x="983" y="6558"/>
                  </a:lnTo>
                  <a:lnTo>
                    <a:pt x="1284" y="6919"/>
                  </a:lnTo>
                  <a:lnTo>
                    <a:pt x="1584" y="7240"/>
                  </a:lnTo>
                  <a:lnTo>
                    <a:pt x="1945" y="7521"/>
                  </a:lnTo>
                  <a:lnTo>
                    <a:pt x="2326" y="7802"/>
                  </a:lnTo>
                  <a:lnTo>
                    <a:pt x="2728" y="8022"/>
                  </a:lnTo>
                  <a:lnTo>
                    <a:pt x="3169" y="8223"/>
                  </a:lnTo>
                  <a:lnTo>
                    <a:pt x="3630" y="8383"/>
                  </a:lnTo>
                  <a:lnTo>
                    <a:pt x="3871" y="8464"/>
                  </a:lnTo>
                  <a:lnTo>
                    <a:pt x="4111" y="8504"/>
                  </a:lnTo>
                  <a:lnTo>
                    <a:pt x="4372" y="8564"/>
                  </a:lnTo>
                  <a:lnTo>
                    <a:pt x="4633" y="8584"/>
                  </a:lnTo>
                  <a:lnTo>
                    <a:pt x="4893" y="8604"/>
                  </a:lnTo>
                  <a:lnTo>
                    <a:pt x="5154" y="8604"/>
                  </a:lnTo>
                  <a:lnTo>
                    <a:pt x="5154" y="8604"/>
                  </a:lnTo>
                  <a:lnTo>
                    <a:pt x="5435" y="8604"/>
                  </a:lnTo>
                  <a:lnTo>
                    <a:pt x="5716" y="8584"/>
                  </a:lnTo>
                  <a:lnTo>
                    <a:pt x="5716" y="8584"/>
                  </a:lnTo>
                  <a:lnTo>
                    <a:pt x="6077" y="8544"/>
                  </a:lnTo>
                  <a:lnTo>
                    <a:pt x="6418" y="8464"/>
                  </a:lnTo>
                  <a:lnTo>
                    <a:pt x="6759" y="8363"/>
                  </a:lnTo>
                  <a:lnTo>
                    <a:pt x="7079" y="8243"/>
                  </a:lnTo>
                  <a:lnTo>
                    <a:pt x="7400" y="8103"/>
                  </a:lnTo>
                  <a:lnTo>
                    <a:pt x="7681" y="7922"/>
                  </a:lnTo>
                  <a:lnTo>
                    <a:pt x="7982" y="7742"/>
                  </a:lnTo>
                  <a:lnTo>
                    <a:pt x="8243" y="7521"/>
                  </a:lnTo>
                  <a:lnTo>
                    <a:pt x="8503" y="7280"/>
                  </a:lnTo>
                  <a:lnTo>
                    <a:pt x="8744" y="7040"/>
                  </a:lnTo>
                  <a:lnTo>
                    <a:pt x="8964" y="6779"/>
                  </a:lnTo>
                  <a:lnTo>
                    <a:pt x="9185" y="6498"/>
                  </a:lnTo>
                  <a:lnTo>
                    <a:pt x="9366" y="6197"/>
                  </a:lnTo>
                  <a:lnTo>
                    <a:pt x="9546" y="5897"/>
                  </a:lnTo>
                  <a:lnTo>
                    <a:pt x="9686" y="5576"/>
                  </a:lnTo>
                  <a:lnTo>
                    <a:pt x="9827" y="5235"/>
                  </a:lnTo>
                  <a:lnTo>
                    <a:pt x="9827" y="5235"/>
                  </a:lnTo>
                  <a:lnTo>
                    <a:pt x="9887" y="5054"/>
                  </a:lnTo>
                  <a:lnTo>
                    <a:pt x="9887" y="5054"/>
                  </a:lnTo>
                  <a:lnTo>
                    <a:pt x="9666" y="5335"/>
                  </a:lnTo>
                  <a:lnTo>
                    <a:pt x="9446" y="5596"/>
                  </a:lnTo>
                  <a:lnTo>
                    <a:pt x="9205" y="5836"/>
                  </a:lnTo>
                  <a:lnTo>
                    <a:pt x="8944" y="6077"/>
                  </a:lnTo>
                  <a:lnTo>
                    <a:pt x="8684" y="6278"/>
                  </a:lnTo>
                  <a:lnTo>
                    <a:pt x="8403" y="6478"/>
                  </a:lnTo>
                  <a:lnTo>
                    <a:pt x="8082" y="6659"/>
                  </a:lnTo>
                  <a:lnTo>
                    <a:pt x="7781" y="6799"/>
                  </a:lnTo>
                  <a:lnTo>
                    <a:pt x="7781" y="6799"/>
                  </a:lnTo>
                  <a:lnTo>
                    <a:pt x="7380" y="6939"/>
                  </a:lnTo>
                  <a:lnTo>
                    <a:pt x="6999" y="7040"/>
                  </a:lnTo>
                  <a:lnTo>
                    <a:pt x="6598" y="7100"/>
                  </a:lnTo>
                  <a:lnTo>
                    <a:pt x="6197" y="7120"/>
                  </a:lnTo>
                  <a:lnTo>
                    <a:pt x="6197" y="7120"/>
                  </a:lnTo>
                  <a:lnTo>
                    <a:pt x="5776" y="7100"/>
                  </a:lnTo>
                  <a:lnTo>
                    <a:pt x="5355" y="7040"/>
                  </a:lnTo>
                  <a:lnTo>
                    <a:pt x="4954" y="6939"/>
                  </a:lnTo>
                  <a:lnTo>
                    <a:pt x="4553" y="6819"/>
                  </a:lnTo>
                  <a:lnTo>
                    <a:pt x="4171" y="6659"/>
                  </a:lnTo>
                  <a:lnTo>
                    <a:pt x="3790" y="6478"/>
                  </a:lnTo>
                  <a:lnTo>
                    <a:pt x="3429" y="6258"/>
                  </a:lnTo>
                  <a:lnTo>
                    <a:pt x="3089" y="6017"/>
                  </a:lnTo>
                  <a:lnTo>
                    <a:pt x="3089" y="6017"/>
                  </a:lnTo>
                  <a:lnTo>
                    <a:pt x="2748" y="5756"/>
                  </a:lnTo>
                  <a:lnTo>
                    <a:pt x="2447" y="5455"/>
                  </a:lnTo>
                  <a:lnTo>
                    <a:pt x="2186" y="5114"/>
                  </a:lnTo>
                  <a:lnTo>
                    <a:pt x="1925" y="4774"/>
                  </a:lnTo>
                  <a:lnTo>
                    <a:pt x="1705" y="4413"/>
                  </a:lnTo>
                  <a:lnTo>
                    <a:pt x="1524" y="4032"/>
                  </a:lnTo>
                  <a:lnTo>
                    <a:pt x="1364" y="3650"/>
                  </a:lnTo>
                  <a:lnTo>
                    <a:pt x="1244" y="3249"/>
                  </a:lnTo>
                  <a:lnTo>
                    <a:pt x="1143" y="2828"/>
                  </a:lnTo>
                  <a:lnTo>
                    <a:pt x="1083" y="2427"/>
                  </a:lnTo>
                  <a:lnTo>
                    <a:pt x="1063" y="2006"/>
                  </a:lnTo>
                  <a:lnTo>
                    <a:pt x="1063" y="1585"/>
                  </a:lnTo>
                  <a:lnTo>
                    <a:pt x="1123" y="1184"/>
                  </a:lnTo>
                  <a:lnTo>
                    <a:pt x="1183" y="783"/>
                  </a:lnTo>
                  <a:lnTo>
                    <a:pt x="1304" y="382"/>
                  </a:lnTo>
                  <a:lnTo>
                    <a:pt x="14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26"/>
            <p:cNvSpPr/>
            <p:nvPr/>
          </p:nvSpPr>
          <p:spPr>
            <a:xfrm>
              <a:off x="10739250" y="2725863"/>
              <a:ext cx="327925" cy="328925"/>
            </a:xfrm>
            <a:custGeom>
              <a:avLst/>
              <a:gdLst/>
              <a:ahLst/>
              <a:cxnLst/>
              <a:rect l="l" t="t" r="r" b="b"/>
              <a:pathLst>
                <a:path w="13117" h="13157" extrusionOk="0">
                  <a:moveTo>
                    <a:pt x="6659" y="0"/>
                  </a:moveTo>
                  <a:lnTo>
                    <a:pt x="6278" y="20"/>
                  </a:lnTo>
                  <a:lnTo>
                    <a:pt x="5897" y="40"/>
                  </a:lnTo>
                  <a:lnTo>
                    <a:pt x="5536" y="80"/>
                  </a:lnTo>
                  <a:lnTo>
                    <a:pt x="5175" y="141"/>
                  </a:lnTo>
                  <a:lnTo>
                    <a:pt x="4814" y="241"/>
                  </a:lnTo>
                  <a:lnTo>
                    <a:pt x="4473" y="341"/>
                  </a:lnTo>
                  <a:lnTo>
                    <a:pt x="4132" y="462"/>
                  </a:lnTo>
                  <a:lnTo>
                    <a:pt x="3811" y="622"/>
                  </a:lnTo>
                  <a:lnTo>
                    <a:pt x="3490" y="782"/>
                  </a:lnTo>
                  <a:lnTo>
                    <a:pt x="3190" y="963"/>
                  </a:lnTo>
                  <a:lnTo>
                    <a:pt x="2889" y="1143"/>
                  </a:lnTo>
                  <a:lnTo>
                    <a:pt x="2608" y="1364"/>
                  </a:lnTo>
                  <a:lnTo>
                    <a:pt x="2327" y="1585"/>
                  </a:lnTo>
                  <a:lnTo>
                    <a:pt x="2067" y="1825"/>
                  </a:lnTo>
                  <a:lnTo>
                    <a:pt x="1826" y="2086"/>
                  </a:lnTo>
                  <a:lnTo>
                    <a:pt x="1585" y="2347"/>
                  </a:lnTo>
                  <a:lnTo>
                    <a:pt x="1365" y="2627"/>
                  </a:lnTo>
                  <a:lnTo>
                    <a:pt x="1164" y="2928"/>
                  </a:lnTo>
                  <a:lnTo>
                    <a:pt x="964" y="3229"/>
                  </a:lnTo>
                  <a:lnTo>
                    <a:pt x="803" y="3550"/>
                  </a:lnTo>
                  <a:lnTo>
                    <a:pt x="643" y="3871"/>
                  </a:lnTo>
                  <a:lnTo>
                    <a:pt x="482" y="4192"/>
                  </a:lnTo>
                  <a:lnTo>
                    <a:pt x="362" y="4533"/>
                  </a:lnTo>
                  <a:lnTo>
                    <a:pt x="262" y="4894"/>
                  </a:lnTo>
                  <a:lnTo>
                    <a:pt x="161" y="5234"/>
                  </a:lnTo>
                  <a:lnTo>
                    <a:pt x="101" y="5595"/>
                  </a:lnTo>
                  <a:lnTo>
                    <a:pt x="41" y="5977"/>
                  </a:lnTo>
                  <a:lnTo>
                    <a:pt x="1" y="6337"/>
                  </a:lnTo>
                  <a:lnTo>
                    <a:pt x="1" y="6719"/>
                  </a:lnTo>
                  <a:lnTo>
                    <a:pt x="1" y="7100"/>
                  </a:lnTo>
                  <a:lnTo>
                    <a:pt x="41" y="7481"/>
                  </a:lnTo>
                  <a:lnTo>
                    <a:pt x="81" y="7761"/>
                  </a:lnTo>
                  <a:lnTo>
                    <a:pt x="121" y="8042"/>
                  </a:lnTo>
                  <a:lnTo>
                    <a:pt x="201" y="8323"/>
                  </a:lnTo>
                  <a:lnTo>
                    <a:pt x="282" y="8604"/>
                  </a:lnTo>
                  <a:lnTo>
                    <a:pt x="382" y="8864"/>
                  </a:lnTo>
                  <a:lnTo>
                    <a:pt x="482" y="9145"/>
                  </a:lnTo>
                  <a:lnTo>
                    <a:pt x="603" y="9406"/>
                  </a:lnTo>
                  <a:lnTo>
                    <a:pt x="743" y="9687"/>
                  </a:lnTo>
                  <a:lnTo>
                    <a:pt x="903" y="9947"/>
                  </a:lnTo>
                  <a:lnTo>
                    <a:pt x="1064" y="10188"/>
                  </a:lnTo>
                  <a:lnTo>
                    <a:pt x="1244" y="10449"/>
                  </a:lnTo>
                  <a:lnTo>
                    <a:pt x="1425" y="10689"/>
                  </a:lnTo>
                  <a:lnTo>
                    <a:pt x="1625" y="10930"/>
                  </a:lnTo>
                  <a:lnTo>
                    <a:pt x="1846" y="11151"/>
                  </a:lnTo>
                  <a:lnTo>
                    <a:pt x="2067" y="11371"/>
                  </a:lnTo>
                  <a:lnTo>
                    <a:pt x="2307" y="11572"/>
                  </a:lnTo>
                  <a:lnTo>
                    <a:pt x="2548" y="11772"/>
                  </a:lnTo>
                  <a:lnTo>
                    <a:pt x="2809" y="11953"/>
                  </a:lnTo>
                  <a:lnTo>
                    <a:pt x="3069" y="12133"/>
                  </a:lnTo>
                  <a:lnTo>
                    <a:pt x="3350" y="12294"/>
                  </a:lnTo>
                  <a:lnTo>
                    <a:pt x="3631" y="12454"/>
                  </a:lnTo>
                  <a:lnTo>
                    <a:pt x="3932" y="12595"/>
                  </a:lnTo>
                  <a:lnTo>
                    <a:pt x="4252" y="12715"/>
                  </a:lnTo>
                  <a:lnTo>
                    <a:pt x="4573" y="12835"/>
                  </a:lnTo>
                  <a:lnTo>
                    <a:pt x="4894" y="12935"/>
                  </a:lnTo>
                  <a:lnTo>
                    <a:pt x="5235" y="13016"/>
                  </a:lnTo>
                  <a:lnTo>
                    <a:pt x="5576" y="13076"/>
                  </a:lnTo>
                  <a:lnTo>
                    <a:pt x="5937" y="13116"/>
                  </a:lnTo>
                  <a:lnTo>
                    <a:pt x="6298" y="13156"/>
                  </a:lnTo>
                  <a:lnTo>
                    <a:pt x="7040" y="13156"/>
                  </a:lnTo>
                  <a:lnTo>
                    <a:pt x="7421" y="13116"/>
                  </a:lnTo>
                  <a:lnTo>
                    <a:pt x="7882" y="13056"/>
                  </a:lnTo>
                  <a:lnTo>
                    <a:pt x="8324" y="12976"/>
                  </a:lnTo>
                  <a:lnTo>
                    <a:pt x="8765" y="12835"/>
                  </a:lnTo>
                  <a:lnTo>
                    <a:pt x="9186" y="12675"/>
                  </a:lnTo>
                  <a:lnTo>
                    <a:pt x="9587" y="12494"/>
                  </a:lnTo>
                  <a:lnTo>
                    <a:pt x="9968" y="12274"/>
                  </a:lnTo>
                  <a:lnTo>
                    <a:pt x="10349" y="12013"/>
                  </a:lnTo>
                  <a:lnTo>
                    <a:pt x="10690" y="11752"/>
                  </a:lnTo>
                  <a:lnTo>
                    <a:pt x="11031" y="11451"/>
                  </a:lnTo>
                  <a:lnTo>
                    <a:pt x="11332" y="11131"/>
                  </a:lnTo>
                  <a:lnTo>
                    <a:pt x="11633" y="10790"/>
                  </a:lnTo>
                  <a:lnTo>
                    <a:pt x="11893" y="10409"/>
                  </a:lnTo>
                  <a:lnTo>
                    <a:pt x="12134" y="10028"/>
                  </a:lnTo>
                  <a:lnTo>
                    <a:pt x="12355" y="9626"/>
                  </a:lnTo>
                  <a:lnTo>
                    <a:pt x="12555" y="9225"/>
                  </a:lnTo>
                  <a:lnTo>
                    <a:pt x="12736" y="8784"/>
                  </a:lnTo>
                  <a:lnTo>
                    <a:pt x="12856" y="8403"/>
                  </a:lnTo>
                  <a:lnTo>
                    <a:pt x="12956" y="8022"/>
                  </a:lnTo>
                  <a:lnTo>
                    <a:pt x="13036" y="7641"/>
                  </a:lnTo>
                  <a:lnTo>
                    <a:pt x="13076" y="7240"/>
                  </a:lnTo>
                  <a:lnTo>
                    <a:pt x="13117" y="6859"/>
                  </a:lnTo>
                  <a:lnTo>
                    <a:pt x="13117" y="6478"/>
                  </a:lnTo>
                  <a:lnTo>
                    <a:pt x="13097" y="6117"/>
                  </a:lnTo>
                  <a:lnTo>
                    <a:pt x="13076" y="5736"/>
                  </a:lnTo>
                  <a:lnTo>
                    <a:pt x="13016" y="5375"/>
                  </a:lnTo>
                  <a:lnTo>
                    <a:pt x="12936" y="5014"/>
                  </a:lnTo>
                  <a:lnTo>
                    <a:pt x="12836" y="4653"/>
                  </a:lnTo>
                  <a:lnTo>
                    <a:pt x="12715" y="4312"/>
                  </a:lnTo>
                  <a:lnTo>
                    <a:pt x="12575" y="3971"/>
                  </a:lnTo>
                  <a:lnTo>
                    <a:pt x="12415" y="3650"/>
                  </a:lnTo>
                  <a:lnTo>
                    <a:pt x="12254" y="3329"/>
                  </a:lnTo>
                  <a:lnTo>
                    <a:pt x="12054" y="3008"/>
                  </a:lnTo>
                  <a:lnTo>
                    <a:pt x="11853" y="2708"/>
                  </a:lnTo>
                  <a:lnTo>
                    <a:pt x="11633" y="2427"/>
                  </a:lnTo>
                  <a:lnTo>
                    <a:pt x="11392" y="2146"/>
                  </a:lnTo>
                  <a:lnTo>
                    <a:pt x="11131" y="1885"/>
                  </a:lnTo>
                  <a:lnTo>
                    <a:pt x="10850" y="1645"/>
                  </a:lnTo>
                  <a:lnTo>
                    <a:pt x="10570" y="1404"/>
                  </a:lnTo>
                  <a:lnTo>
                    <a:pt x="10269" y="1183"/>
                  </a:lnTo>
                  <a:lnTo>
                    <a:pt x="9948" y="983"/>
                  </a:lnTo>
                  <a:lnTo>
                    <a:pt x="9627" y="802"/>
                  </a:lnTo>
                  <a:lnTo>
                    <a:pt x="9286" y="622"/>
                  </a:lnTo>
                  <a:lnTo>
                    <a:pt x="8945" y="482"/>
                  </a:lnTo>
                  <a:lnTo>
                    <a:pt x="8584" y="341"/>
                  </a:lnTo>
                  <a:lnTo>
                    <a:pt x="8203" y="241"/>
                  </a:lnTo>
                  <a:lnTo>
                    <a:pt x="7822" y="141"/>
                  </a:lnTo>
                  <a:lnTo>
                    <a:pt x="7441" y="80"/>
                  </a:lnTo>
                  <a:lnTo>
                    <a:pt x="7040" y="4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26"/>
            <p:cNvSpPr/>
            <p:nvPr/>
          </p:nvSpPr>
          <p:spPr>
            <a:xfrm>
              <a:off x="10739250" y="2725863"/>
              <a:ext cx="327925" cy="328925"/>
            </a:xfrm>
            <a:custGeom>
              <a:avLst/>
              <a:gdLst/>
              <a:ahLst/>
              <a:cxnLst/>
              <a:rect l="l" t="t" r="r" b="b"/>
              <a:pathLst>
                <a:path w="13117" h="13157" fill="none" extrusionOk="0">
                  <a:moveTo>
                    <a:pt x="41" y="7481"/>
                  </a:moveTo>
                  <a:lnTo>
                    <a:pt x="41" y="7481"/>
                  </a:lnTo>
                  <a:lnTo>
                    <a:pt x="81" y="7761"/>
                  </a:lnTo>
                  <a:lnTo>
                    <a:pt x="121" y="8042"/>
                  </a:lnTo>
                  <a:lnTo>
                    <a:pt x="201" y="8323"/>
                  </a:lnTo>
                  <a:lnTo>
                    <a:pt x="282" y="8604"/>
                  </a:lnTo>
                  <a:lnTo>
                    <a:pt x="382" y="8864"/>
                  </a:lnTo>
                  <a:lnTo>
                    <a:pt x="482" y="9145"/>
                  </a:lnTo>
                  <a:lnTo>
                    <a:pt x="603" y="9406"/>
                  </a:lnTo>
                  <a:lnTo>
                    <a:pt x="743" y="9687"/>
                  </a:lnTo>
                  <a:lnTo>
                    <a:pt x="903" y="9947"/>
                  </a:lnTo>
                  <a:lnTo>
                    <a:pt x="1064" y="10188"/>
                  </a:lnTo>
                  <a:lnTo>
                    <a:pt x="1244" y="10449"/>
                  </a:lnTo>
                  <a:lnTo>
                    <a:pt x="1425" y="10689"/>
                  </a:lnTo>
                  <a:lnTo>
                    <a:pt x="1625" y="10930"/>
                  </a:lnTo>
                  <a:lnTo>
                    <a:pt x="1846" y="11151"/>
                  </a:lnTo>
                  <a:lnTo>
                    <a:pt x="2067" y="11371"/>
                  </a:lnTo>
                  <a:lnTo>
                    <a:pt x="2307" y="11572"/>
                  </a:lnTo>
                  <a:lnTo>
                    <a:pt x="2548" y="11772"/>
                  </a:lnTo>
                  <a:lnTo>
                    <a:pt x="2809" y="11953"/>
                  </a:lnTo>
                  <a:lnTo>
                    <a:pt x="3069" y="12133"/>
                  </a:lnTo>
                  <a:lnTo>
                    <a:pt x="3350" y="12294"/>
                  </a:lnTo>
                  <a:lnTo>
                    <a:pt x="3631" y="12454"/>
                  </a:lnTo>
                  <a:lnTo>
                    <a:pt x="3932" y="12595"/>
                  </a:lnTo>
                  <a:lnTo>
                    <a:pt x="4252" y="12715"/>
                  </a:lnTo>
                  <a:lnTo>
                    <a:pt x="4573" y="12835"/>
                  </a:lnTo>
                  <a:lnTo>
                    <a:pt x="4894" y="12935"/>
                  </a:lnTo>
                  <a:lnTo>
                    <a:pt x="5235" y="13016"/>
                  </a:lnTo>
                  <a:lnTo>
                    <a:pt x="5576" y="13076"/>
                  </a:lnTo>
                  <a:lnTo>
                    <a:pt x="5937" y="13116"/>
                  </a:lnTo>
                  <a:lnTo>
                    <a:pt x="6298" y="13156"/>
                  </a:lnTo>
                  <a:lnTo>
                    <a:pt x="6659" y="13156"/>
                  </a:lnTo>
                  <a:lnTo>
                    <a:pt x="7040" y="13156"/>
                  </a:lnTo>
                  <a:lnTo>
                    <a:pt x="7421" y="13116"/>
                  </a:lnTo>
                  <a:lnTo>
                    <a:pt x="7421" y="13116"/>
                  </a:lnTo>
                  <a:lnTo>
                    <a:pt x="7882" y="13056"/>
                  </a:lnTo>
                  <a:lnTo>
                    <a:pt x="8324" y="12976"/>
                  </a:lnTo>
                  <a:lnTo>
                    <a:pt x="8765" y="12835"/>
                  </a:lnTo>
                  <a:lnTo>
                    <a:pt x="9186" y="12675"/>
                  </a:lnTo>
                  <a:lnTo>
                    <a:pt x="9587" y="12494"/>
                  </a:lnTo>
                  <a:lnTo>
                    <a:pt x="9968" y="12274"/>
                  </a:lnTo>
                  <a:lnTo>
                    <a:pt x="10349" y="12013"/>
                  </a:lnTo>
                  <a:lnTo>
                    <a:pt x="10690" y="11752"/>
                  </a:lnTo>
                  <a:lnTo>
                    <a:pt x="11031" y="11451"/>
                  </a:lnTo>
                  <a:lnTo>
                    <a:pt x="11332" y="11131"/>
                  </a:lnTo>
                  <a:lnTo>
                    <a:pt x="11633" y="10790"/>
                  </a:lnTo>
                  <a:lnTo>
                    <a:pt x="11893" y="10409"/>
                  </a:lnTo>
                  <a:lnTo>
                    <a:pt x="12134" y="10028"/>
                  </a:lnTo>
                  <a:lnTo>
                    <a:pt x="12355" y="9626"/>
                  </a:lnTo>
                  <a:lnTo>
                    <a:pt x="12555" y="9225"/>
                  </a:lnTo>
                  <a:lnTo>
                    <a:pt x="12736" y="8784"/>
                  </a:lnTo>
                  <a:lnTo>
                    <a:pt x="12736" y="8784"/>
                  </a:lnTo>
                  <a:lnTo>
                    <a:pt x="12856" y="8403"/>
                  </a:lnTo>
                  <a:lnTo>
                    <a:pt x="12956" y="8022"/>
                  </a:lnTo>
                  <a:lnTo>
                    <a:pt x="13036" y="7641"/>
                  </a:lnTo>
                  <a:lnTo>
                    <a:pt x="13076" y="7240"/>
                  </a:lnTo>
                  <a:lnTo>
                    <a:pt x="13117" y="6859"/>
                  </a:lnTo>
                  <a:lnTo>
                    <a:pt x="13117" y="6478"/>
                  </a:lnTo>
                  <a:lnTo>
                    <a:pt x="13097" y="6117"/>
                  </a:lnTo>
                  <a:lnTo>
                    <a:pt x="13076" y="5736"/>
                  </a:lnTo>
                  <a:lnTo>
                    <a:pt x="13016" y="5375"/>
                  </a:lnTo>
                  <a:lnTo>
                    <a:pt x="12936" y="5014"/>
                  </a:lnTo>
                  <a:lnTo>
                    <a:pt x="12836" y="4653"/>
                  </a:lnTo>
                  <a:lnTo>
                    <a:pt x="12715" y="4312"/>
                  </a:lnTo>
                  <a:lnTo>
                    <a:pt x="12575" y="3971"/>
                  </a:lnTo>
                  <a:lnTo>
                    <a:pt x="12415" y="3650"/>
                  </a:lnTo>
                  <a:lnTo>
                    <a:pt x="12254" y="3329"/>
                  </a:lnTo>
                  <a:lnTo>
                    <a:pt x="12054" y="3008"/>
                  </a:lnTo>
                  <a:lnTo>
                    <a:pt x="11853" y="2708"/>
                  </a:lnTo>
                  <a:lnTo>
                    <a:pt x="11633" y="2427"/>
                  </a:lnTo>
                  <a:lnTo>
                    <a:pt x="11392" y="2146"/>
                  </a:lnTo>
                  <a:lnTo>
                    <a:pt x="11131" y="1885"/>
                  </a:lnTo>
                  <a:lnTo>
                    <a:pt x="10850" y="1645"/>
                  </a:lnTo>
                  <a:lnTo>
                    <a:pt x="10570" y="1404"/>
                  </a:lnTo>
                  <a:lnTo>
                    <a:pt x="10269" y="1183"/>
                  </a:lnTo>
                  <a:lnTo>
                    <a:pt x="9948" y="983"/>
                  </a:lnTo>
                  <a:lnTo>
                    <a:pt x="9627" y="802"/>
                  </a:lnTo>
                  <a:lnTo>
                    <a:pt x="9286" y="622"/>
                  </a:lnTo>
                  <a:lnTo>
                    <a:pt x="8945" y="482"/>
                  </a:lnTo>
                  <a:lnTo>
                    <a:pt x="8584" y="341"/>
                  </a:lnTo>
                  <a:lnTo>
                    <a:pt x="8203" y="241"/>
                  </a:lnTo>
                  <a:lnTo>
                    <a:pt x="7822" y="141"/>
                  </a:lnTo>
                  <a:lnTo>
                    <a:pt x="7441" y="80"/>
                  </a:lnTo>
                  <a:lnTo>
                    <a:pt x="7040" y="40"/>
                  </a:lnTo>
                  <a:lnTo>
                    <a:pt x="7040" y="40"/>
                  </a:lnTo>
                  <a:lnTo>
                    <a:pt x="6659" y="0"/>
                  </a:lnTo>
                  <a:lnTo>
                    <a:pt x="6278" y="20"/>
                  </a:lnTo>
                  <a:lnTo>
                    <a:pt x="5897" y="40"/>
                  </a:lnTo>
                  <a:lnTo>
                    <a:pt x="5536" y="80"/>
                  </a:lnTo>
                  <a:lnTo>
                    <a:pt x="5175" y="141"/>
                  </a:lnTo>
                  <a:lnTo>
                    <a:pt x="4814" y="241"/>
                  </a:lnTo>
                  <a:lnTo>
                    <a:pt x="4473" y="341"/>
                  </a:lnTo>
                  <a:lnTo>
                    <a:pt x="4132" y="462"/>
                  </a:lnTo>
                  <a:lnTo>
                    <a:pt x="3811" y="622"/>
                  </a:lnTo>
                  <a:lnTo>
                    <a:pt x="3490" y="782"/>
                  </a:lnTo>
                  <a:lnTo>
                    <a:pt x="3190" y="963"/>
                  </a:lnTo>
                  <a:lnTo>
                    <a:pt x="2889" y="1143"/>
                  </a:lnTo>
                  <a:lnTo>
                    <a:pt x="2608" y="1364"/>
                  </a:lnTo>
                  <a:lnTo>
                    <a:pt x="2327" y="1585"/>
                  </a:lnTo>
                  <a:lnTo>
                    <a:pt x="2067" y="1825"/>
                  </a:lnTo>
                  <a:lnTo>
                    <a:pt x="1826" y="2086"/>
                  </a:lnTo>
                  <a:lnTo>
                    <a:pt x="1585" y="2347"/>
                  </a:lnTo>
                  <a:lnTo>
                    <a:pt x="1365" y="2627"/>
                  </a:lnTo>
                  <a:lnTo>
                    <a:pt x="1164" y="2928"/>
                  </a:lnTo>
                  <a:lnTo>
                    <a:pt x="964" y="3229"/>
                  </a:lnTo>
                  <a:lnTo>
                    <a:pt x="803" y="3550"/>
                  </a:lnTo>
                  <a:lnTo>
                    <a:pt x="643" y="3871"/>
                  </a:lnTo>
                  <a:lnTo>
                    <a:pt x="482" y="4192"/>
                  </a:lnTo>
                  <a:lnTo>
                    <a:pt x="362" y="4533"/>
                  </a:lnTo>
                  <a:lnTo>
                    <a:pt x="262" y="4894"/>
                  </a:lnTo>
                  <a:lnTo>
                    <a:pt x="161" y="5234"/>
                  </a:lnTo>
                  <a:lnTo>
                    <a:pt x="101" y="5595"/>
                  </a:lnTo>
                  <a:lnTo>
                    <a:pt x="41" y="5977"/>
                  </a:lnTo>
                  <a:lnTo>
                    <a:pt x="1" y="6337"/>
                  </a:lnTo>
                  <a:lnTo>
                    <a:pt x="1" y="6719"/>
                  </a:lnTo>
                  <a:lnTo>
                    <a:pt x="1" y="7100"/>
                  </a:lnTo>
                  <a:lnTo>
                    <a:pt x="41" y="74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26"/>
            <p:cNvSpPr/>
            <p:nvPr/>
          </p:nvSpPr>
          <p:spPr>
            <a:xfrm>
              <a:off x="10776350" y="2763463"/>
              <a:ext cx="253725" cy="253700"/>
            </a:xfrm>
            <a:custGeom>
              <a:avLst/>
              <a:gdLst/>
              <a:ahLst/>
              <a:cxnLst/>
              <a:rect l="l" t="t" r="r" b="b"/>
              <a:pathLst>
                <a:path w="10149" h="10148" extrusionOk="0">
                  <a:moveTo>
                    <a:pt x="4874" y="0"/>
                  </a:moveTo>
                  <a:lnTo>
                    <a:pt x="4573" y="20"/>
                  </a:lnTo>
                  <a:lnTo>
                    <a:pt x="4313" y="61"/>
                  </a:lnTo>
                  <a:lnTo>
                    <a:pt x="4032" y="101"/>
                  </a:lnTo>
                  <a:lnTo>
                    <a:pt x="3771" y="181"/>
                  </a:lnTo>
                  <a:lnTo>
                    <a:pt x="3490" y="241"/>
                  </a:lnTo>
                  <a:lnTo>
                    <a:pt x="3250" y="341"/>
                  </a:lnTo>
                  <a:lnTo>
                    <a:pt x="2989" y="442"/>
                  </a:lnTo>
                  <a:lnTo>
                    <a:pt x="2748" y="582"/>
                  </a:lnTo>
                  <a:lnTo>
                    <a:pt x="2528" y="702"/>
                  </a:lnTo>
                  <a:lnTo>
                    <a:pt x="2287" y="843"/>
                  </a:lnTo>
                  <a:lnTo>
                    <a:pt x="2067" y="1003"/>
                  </a:lnTo>
                  <a:lnTo>
                    <a:pt x="1866" y="1184"/>
                  </a:lnTo>
                  <a:lnTo>
                    <a:pt x="1665" y="1364"/>
                  </a:lnTo>
                  <a:lnTo>
                    <a:pt x="1465" y="1545"/>
                  </a:lnTo>
                  <a:lnTo>
                    <a:pt x="1284" y="1765"/>
                  </a:lnTo>
                  <a:lnTo>
                    <a:pt x="1104" y="1986"/>
                  </a:lnTo>
                  <a:lnTo>
                    <a:pt x="944" y="2206"/>
                  </a:lnTo>
                  <a:lnTo>
                    <a:pt x="783" y="2447"/>
                  </a:lnTo>
                  <a:lnTo>
                    <a:pt x="643" y="2688"/>
                  </a:lnTo>
                  <a:lnTo>
                    <a:pt x="522" y="2928"/>
                  </a:lnTo>
                  <a:lnTo>
                    <a:pt x="402" y="3189"/>
                  </a:lnTo>
                  <a:lnTo>
                    <a:pt x="302" y="3470"/>
                  </a:lnTo>
                  <a:lnTo>
                    <a:pt x="222" y="3730"/>
                  </a:lnTo>
                  <a:lnTo>
                    <a:pt x="141" y="4011"/>
                  </a:lnTo>
                  <a:lnTo>
                    <a:pt x="81" y="4292"/>
                  </a:lnTo>
                  <a:lnTo>
                    <a:pt x="41" y="4593"/>
                  </a:lnTo>
                  <a:lnTo>
                    <a:pt x="21" y="4874"/>
                  </a:lnTo>
                  <a:lnTo>
                    <a:pt x="1" y="5174"/>
                  </a:lnTo>
                  <a:lnTo>
                    <a:pt x="21" y="5475"/>
                  </a:lnTo>
                  <a:lnTo>
                    <a:pt x="41" y="5776"/>
                  </a:lnTo>
                  <a:lnTo>
                    <a:pt x="101" y="6197"/>
                  </a:lnTo>
                  <a:lnTo>
                    <a:pt x="222" y="6638"/>
                  </a:lnTo>
                  <a:lnTo>
                    <a:pt x="382" y="7060"/>
                  </a:lnTo>
                  <a:lnTo>
                    <a:pt x="583" y="7461"/>
                  </a:lnTo>
                  <a:lnTo>
                    <a:pt x="823" y="7862"/>
                  </a:lnTo>
                  <a:lnTo>
                    <a:pt x="1104" y="8243"/>
                  </a:lnTo>
                  <a:lnTo>
                    <a:pt x="1425" y="8604"/>
                  </a:lnTo>
                  <a:lnTo>
                    <a:pt x="1786" y="8925"/>
                  </a:lnTo>
                  <a:lnTo>
                    <a:pt x="2167" y="9225"/>
                  </a:lnTo>
                  <a:lnTo>
                    <a:pt x="2387" y="9366"/>
                  </a:lnTo>
                  <a:lnTo>
                    <a:pt x="2588" y="9486"/>
                  </a:lnTo>
                  <a:lnTo>
                    <a:pt x="2829" y="9606"/>
                  </a:lnTo>
                  <a:lnTo>
                    <a:pt x="3049" y="9727"/>
                  </a:lnTo>
                  <a:lnTo>
                    <a:pt x="3290" y="9807"/>
                  </a:lnTo>
                  <a:lnTo>
                    <a:pt x="3531" y="9907"/>
                  </a:lnTo>
                  <a:lnTo>
                    <a:pt x="3791" y="9967"/>
                  </a:lnTo>
                  <a:lnTo>
                    <a:pt x="4052" y="10048"/>
                  </a:lnTo>
                  <a:lnTo>
                    <a:pt x="4313" y="10088"/>
                  </a:lnTo>
                  <a:lnTo>
                    <a:pt x="4593" y="10128"/>
                  </a:lnTo>
                  <a:lnTo>
                    <a:pt x="4874" y="10148"/>
                  </a:lnTo>
                  <a:lnTo>
                    <a:pt x="5456" y="10148"/>
                  </a:lnTo>
                  <a:lnTo>
                    <a:pt x="5737" y="10128"/>
                  </a:lnTo>
                  <a:lnTo>
                    <a:pt x="6098" y="10088"/>
                  </a:lnTo>
                  <a:lnTo>
                    <a:pt x="6438" y="10008"/>
                  </a:lnTo>
                  <a:lnTo>
                    <a:pt x="6779" y="9907"/>
                  </a:lnTo>
                  <a:lnTo>
                    <a:pt x="7100" y="9787"/>
                  </a:lnTo>
                  <a:lnTo>
                    <a:pt x="7401" y="9647"/>
                  </a:lnTo>
                  <a:lnTo>
                    <a:pt x="7702" y="9466"/>
                  </a:lnTo>
                  <a:lnTo>
                    <a:pt x="8003" y="9286"/>
                  </a:lnTo>
                  <a:lnTo>
                    <a:pt x="8263" y="9065"/>
                  </a:lnTo>
                  <a:lnTo>
                    <a:pt x="8524" y="8824"/>
                  </a:lnTo>
                  <a:lnTo>
                    <a:pt x="8765" y="8584"/>
                  </a:lnTo>
                  <a:lnTo>
                    <a:pt x="8985" y="8323"/>
                  </a:lnTo>
                  <a:lnTo>
                    <a:pt x="9206" y="8042"/>
                  </a:lnTo>
                  <a:lnTo>
                    <a:pt x="9386" y="7741"/>
                  </a:lnTo>
                  <a:lnTo>
                    <a:pt x="9547" y="7441"/>
                  </a:lnTo>
                  <a:lnTo>
                    <a:pt x="9707" y="7120"/>
                  </a:lnTo>
                  <a:lnTo>
                    <a:pt x="9828" y="6779"/>
                  </a:lnTo>
                  <a:lnTo>
                    <a:pt x="9888" y="6598"/>
                  </a:lnTo>
                  <a:lnTo>
                    <a:pt x="9988" y="6318"/>
                  </a:lnTo>
                  <a:lnTo>
                    <a:pt x="10048" y="6017"/>
                  </a:lnTo>
                  <a:lnTo>
                    <a:pt x="10088" y="5736"/>
                  </a:lnTo>
                  <a:lnTo>
                    <a:pt x="10128" y="5435"/>
                  </a:lnTo>
                  <a:lnTo>
                    <a:pt x="10149" y="5154"/>
                  </a:lnTo>
                  <a:lnTo>
                    <a:pt x="10128" y="4874"/>
                  </a:lnTo>
                  <a:lnTo>
                    <a:pt x="10108" y="4573"/>
                  </a:lnTo>
                  <a:lnTo>
                    <a:pt x="10088" y="4292"/>
                  </a:lnTo>
                  <a:lnTo>
                    <a:pt x="10028" y="4031"/>
                  </a:lnTo>
                  <a:lnTo>
                    <a:pt x="9968" y="3751"/>
                  </a:lnTo>
                  <a:lnTo>
                    <a:pt x="9888" y="3490"/>
                  </a:lnTo>
                  <a:lnTo>
                    <a:pt x="9788" y="3229"/>
                  </a:lnTo>
                  <a:lnTo>
                    <a:pt x="9687" y="2968"/>
                  </a:lnTo>
                  <a:lnTo>
                    <a:pt x="9567" y="2728"/>
                  </a:lnTo>
                  <a:lnTo>
                    <a:pt x="9427" y="2487"/>
                  </a:lnTo>
                  <a:lnTo>
                    <a:pt x="9266" y="2246"/>
                  </a:lnTo>
                  <a:lnTo>
                    <a:pt x="9106" y="2026"/>
                  </a:lnTo>
                  <a:lnTo>
                    <a:pt x="8945" y="1805"/>
                  </a:lnTo>
                  <a:lnTo>
                    <a:pt x="8745" y="1605"/>
                  </a:lnTo>
                  <a:lnTo>
                    <a:pt x="8544" y="1404"/>
                  </a:lnTo>
                  <a:lnTo>
                    <a:pt x="8344" y="1224"/>
                  </a:lnTo>
                  <a:lnTo>
                    <a:pt x="8123" y="1043"/>
                  </a:lnTo>
                  <a:lnTo>
                    <a:pt x="7902" y="883"/>
                  </a:lnTo>
                  <a:lnTo>
                    <a:pt x="7662" y="742"/>
                  </a:lnTo>
                  <a:lnTo>
                    <a:pt x="7421" y="602"/>
                  </a:lnTo>
                  <a:lnTo>
                    <a:pt x="7160" y="462"/>
                  </a:lnTo>
                  <a:lnTo>
                    <a:pt x="6900" y="361"/>
                  </a:lnTo>
                  <a:lnTo>
                    <a:pt x="6619" y="261"/>
                  </a:lnTo>
                  <a:lnTo>
                    <a:pt x="6338" y="181"/>
                  </a:lnTo>
                  <a:lnTo>
                    <a:pt x="6037" y="121"/>
                  </a:lnTo>
                  <a:lnTo>
                    <a:pt x="5757" y="61"/>
                  </a:lnTo>
                  <a:lnTo>
                    <a:pt x="5436" y="20"/>
                  </a:lnTo>
                  <a:lnTo>
                    <a:pt x="515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26"/>
            <p:cNvSpPr/>
            <p:nvPr/>
          </p:nvSpPr>
          <p:spPr>
            <a:xfrm>
              <a:off x="10776350" y="2763463"/>
              <a:ext cx="253725" cy="253700"/>
            </a:xfrm>
            <a:custGeom>
              <a:avLst/>
              <a:gdLst/>
              <a:ahLst/>
              <a:cxnLst/>
              <a:rect l="l" t="t" r="r" b="b"/>
              <a:pathLst>
                <a:path w="10149" h="10148" fill="none" extrusionOk="0">
                  <a:moveTo>
                    <a:pt x="9888" y="6598"/>
                  </a:moveTo>
                  <a:lnTo>
                    <a:pt x="9888" y="6598"/>
                  </a:lnTo>
                  <a:lnTo>
                    <a:pt x="9828" y="6779"/>
                  </a:lnTo>
                  <a:lnTo>
                    <a:pt x="9828" y="6779"/>
                  </a:lnTo>
                  <a:lnTo>
                    <a:pt x="9707" y="7120"/>
                  </a:lnTo>
                  <a:lnTo>
                    <a:pt x="9547" y="7441"/>
                  </a:lnTo>
                  <a:lnTo>
                    <a:pt x="9386" y="7741"/>
                  </a:lnTo>
                  <a:lnTo>
                    <a:pt x="9206" y="8042"/>
                  </a:lnTo>
                  <a:lnTo>
                    <a:pt x="8985" y="8323"/>
                  </a:lnTo>
                  <a:lnTo>
                    <a:pt x="8765" y="8584"/>
                  </a:lnTo>
                  <a:lnTo>
                    <a:pt x="8524" y="8824"/>
                  </a:lnTo>
                  <a:lnTo>
                    <a:pt x="8263" y="9065"/>
                  </a:lnTo>
                  <a:lnTo>
                    <a:pt x="8003" y="9286"/>
                  </a:lnTo>
                  <a:lnTo>
                    <a:pt x="7702" y="9466"/>
                  </a:lnTo>
                  <a:lnTo>
                    <a:pt x="7401" y="9647"/>
                  </a:lnTo>
                  <a:lnTo>
                    <a:pt x="7100" y="9787"/>
                  </a:lnTo>
                  <a:lnTo>
                    <a:pt x="6779" y="9907"/>
                  </a:lnTo>
                  <a:lnTo>
                    <a:pt x="6438" y="10008"/>
                  </a:lnTo>
                  <a:lnTo>
                    <a:pt x="6098" y="10088"/>
                  </a:lnTo>
                  <a:lnTo>
                    <a:pt x="5737" y="10128"/>
                  </a:lnTo>
                  <a:lnTo>
                    <a:pt x="5737" y="10128"/>
                  </a:lnTo>
                  <a:lnTo>
                    <a:pt x="5456" y="10148"/>
                  </a:lnTo>
                  <a:lnTo>
                    <a:pt x="5155" y="10148"/>
                  </a:lnTo>
                  <a:lnTo>
                    <a:pt x="4874" y="10148"/>
                  </a:lnTo>
                  <a:lnTo>
                    <a:pt x="4593" y="10128"/>
                  </a:lnTo>
                  <a:lnTo>
                    <a:pt x="4313" y="10088"/>
                  </a:lnTo>
                  <a:lnTo>
                    <a:pt x="4052" y="10048"/>
                  </a:lnTo>
                  <a:lnTo>
                    <a:pt x="3791" y="9967"/>
                  </a:lnTo>
                  <a:lnTo>
                    <a:pt x="3531" y="9907"/>
                  </a:lnTo>
                  <a:lnTo>
                    <a:pt x="3290" y="9807"/>
                  </a:lnTo>
                  <a:lnTo>
                    <a:pt x="3049" y="9727"/>
                  </a:lnTo>
                  <a:lnTo>
                    <a:pt x="2829" y="9606"/>
                  </a:lnTo>
                  <a:lnTo>
                    <a:pt x="2588" y="9486"/>
                  </a:lnTo>
                  <a:lnTo>
                    <a:pt x="2387" y="9366"/>
                  </a:lnTo>
                  <a:lnTo>
                    <a:pt x="2167" y="9225"/>
                  </a:lnTo>
                  <a:lnTo>
                    <a:pt x="1786" y="8925"/>
                  </a:lnTo>
                  <a:lnTo>
                    <a:pt x="1425" y="8604"/>
                  </a:lnTo>
                  <a:lnTo>
                    <a:pt x="1104" y="8243"/>
                  </a:lnTo>
                  <a:lnTo>
                    <a:pt x="823" y="7862"/>
                  </a:lnTo>
                  <a:lnTo>
                    <a:pt x="583" y="7461"/>
                  </a:lnTo>
                  <a:lnTo>
                    <a:pt x="382" y="7060"/>
                  </a:lnTo>
                  <a:lnTo>
                    <a:pt x="222" y="6638"/>
                  </a:lnTo>
                  <a:lnTo>
                    <a:pt x="101" y="6197"/>
                  </a:lnTo>
                  <a:lnTo>
                    <a:pt x="41" y="5776"/>
                  </a:lnTo>
                  <a:lnTo>
                    <a:pt x="41" y="5776"/>
                  </a:lnTo>
                  <a:lnTo>
                    <a:pt x="21" y="5475"/>
                  </a:lnTo>
                  <a:lnTo>
                    <a:pt x="1" y="5174"/>
                  </a:lnTo>
                  <a:lnTo>
                    <a:pt x="21" y="4874"/>
                  </a:lnTo>
                  <a:lnTo>
                    <a:pt x="41" y="4593"/>
                  </a:lnTo>
                  <a:lnTo>
                    <a:pt x="81" y="4292"/>
                  </a:lnTo>
                  <a:lnTo>
                    <a:pt x="141" y="4011"/>
                  </a:lnTo>
                  <a:lnTo>
                    <a:pt x="222" y="3730"/>
                  </a:lnTo>
                  <a:lnTo>
                    <a:pt x="302" y="3470"/>
                  </a:lnTo>
                  <a:lnTo>
                    <a:pt x="402" y="3189"/>
                  </a:lnTo>
                  <a:lnTo>
                    <a:pt x="522" y="2928"/>
                  </a:lnTo>
                  <a:lnTo>
                    <a:pt x="643" y="2688"/>
                  </a:lnTo>
                  <a:lnTo>
                    <a:pt x="783" y="2447"/>
                  </a:lnTo>
                  <a:lnTo>
                    <a:pt x="944" y="2206"/>
                  </a:lnTo>
                  <a:lnTo>
                    <a:pt x="1104" y="1986"/>
                  </a:lnTo>
                  <a:lnTo>
                    <a:pt x="1284" y="1765"/>
                  </a:lnTo>
                  <a:lnTo>
                    <a:pt x="1465" y="1545"/>
                  </a:lnTo>
                  <a:lnTo>
                    <a:pt x="1465" y="1545"/>
                  </a:lnTo>
                  <a:lnTo>
                    <a:pt x="1665" y="1364"/>
                  </a:lnTo>
                  <a:lnTo>
                    <a:pt x="1866" y="1184"/>
                  </a:lnTo>
                  <a:lnTo>
                    <a:pt x="2067" y="1003"/>
                  </a:lnTo>
                  <a:lnTo>
                    <a:pt x="2287" y="843"/>
                  </a:lnTo>
                  <a:lnTo>
                    <a:pt x="2528" y="702"/>
                  </a:lnTo>
                  <a:lnTo>
                    <a:pt x="2748" y="582"/>
                  </a:lnTo>
                  <a:lnTo>
                    <a:pt x="2989" y="442"/>
                  </a:lnTo>
                  <a:lnTo>
                    <a:pt x="3250" y="341"/>
                  </a:lnTo>
                  <a:lnTo>
                    <a:pt x="3490" y="241"/>
                  </a:lnTo>
                  <a:lnTo>
                    <a:pt x="3771" y="181"/>
                  </a:lnTo>
                  <a:lnTo>
                    <a:pt x="4032" y="101"/>
                  </a:lnTo>
                  <a:lnTo>
                    <a:pt x="4313" y="61"/>
                  </a:lnTo>
                  <a:lnTo>
                    <a:pt x="4573" y="20"/>
                  </a:lnTo>
                  <a:lnTo>
                    <a:pt x="4874" y="0"/>
                  </a:lnTo>
                  <a:lnTo>
                    <a:pt x="5155" y="0"/>
                  </a:lnTo>
                  <a:lnTo>
                    <a:pt x="5436" y="20"/>
                  </a:lnTo>
                  <a:lnTo>
                    <a:pt x="5436" y="20"/>
                  </a:lnTo>
                  <a:lnTo>
                    <a:pt x="5757" y="61"/>
                  </a:lnTo>
                  <a:lnTo>
                    <a:pt x="6037" y="121"/>
                  </a:lnTo>
                  <a:lnTo>
                    <a:pt x="6338" y="181"/>
                  </a:lnTo>
                  <a:lnTo>
                    <a:pt x="6619" y="261"/>
                  </a:lnTo>
                  <a:lnTo>
                    <a:pt x="6900" y="361"/>
                  </a:lnTo>
                  <a:lnTo>
                    <a:pt x="7160" y="462"/>
                  </a:lnTo>
                  <a:lnTo>
                    <a:pt x="7421" y="602"/>
                  </a:lnTo>
                  <a:lnTo>
                    <a:pt x="7662" y="742"/>
                  </a:lnTo>
                  <a:lnTo>
                    <a:pt x="7902" y="883"/>
                  </a:lnTo>
                  <a:lnTo>
                    <a:pt x="8123" y="1043"/>
                  </a:lnTo>
                  <a:lnTo>
                    <a:pt x="8344" y="1224"/>
                  </a:lnTo>
                  <a:lnTo>
                    <a:pt x="8544" y="1404"/>
                  </a:lnTo>
                  <a:lnTo>
                    <a:pt x="8745" y="1605"/>
                  </a:lnTo>
                  <a:lnTo>
                    <a:pt x="8945" y="1805"/>
                  </a:lnTo>
                  <a:lnTo>
                    <a:pt x="9106" y="2026"/>
                  </a:lnTo>
                  <a:lnTo>
                    <a:pt x="9266" y="2246"/>
                  </a:lnTo>
                  <a:lnTo>
                    <a:pt x="9427" y="2487"/>
                  </a:lnTo>
                  <a:lnTo>
                    <a:pt x="9567" y="2728"/>
                  </a:lnTo>
                  <a:lnTo>
                    <a:pt x="9687" y="2968"/>
                  </a:lnTo>
                  <a:lnTo>
                    <a:pt x="9788" y="3229"/>
                  </a:lnTo>
                  <a:lnTo>
                    <a:pt x="9888" y="3490"/>
                  </a:lnTo>
                  <a:lnTo>
                    <a:pt x="9968" y="3751"/>
                  </a:lnTo>
                  <a:lnTo>
                    <a:pt x="10028" y="4031"/>
                  </a:lnTo>
                  <a:lnTo>
                    <a:pt x="10088" y="4292"/>
                  </a:lnTo>
                  <a:lnTo>
                    <a:pt x="10108" y="4573"/>
                  </a:lnTo>
                  <a:lnTo>
                    <a:pt x="10128" y="4874"/>
                  </a:lnTo>
                  <a:lnTo>
                    <a:pt x="10149" y="5154"/>
                  </a:lnTo>
                  <a:lnTo>
                    <a:pt x="10128" y="5435"/>
                  </a:lnTo>
                  <a:lnTo>
                    <a:pt x="10088" y="5736"/>
                  </a:lnTo>
                  <a:lnTo>
                    <a:pt x="10048" y="6017"/>
                  </a:lnTo>
                  <a:lnTo>
                    <a:pt x="9988" y="6318"/>
                  </a:lnTo>
                  <a:lnTo>
                    <a:pt x="9888" y="65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26"/>
            <p:cNvSpPr/>
            <p:nvPr/>
          </p:nvSpPr>
          <p:spPr>
            <a:xfrm>
              <a:off x="10776350" y="2802063"/>
              <a:ext cx="247200" cy="215100"/>
            </a:xfrm>
            <a:custGeom>
              <a:avLst/>
              <a:gdLst/>
              <a:ahLst/>
              <a:cxnLst/>
              <a:rect l="l" t="t" r="r" b="b"/>
              <a:pathLst>
                <a:path w="9888" h="8604" extrusionOk="0">
                  <a:moveTo>
                    <a:pt x="1465" y="1"/>
                  </a:moveTo>
                  <a:lnTo>
                    <a:pt x="1144" y="382"/>
                  </a:lnTo>
                  <a:lnTo>
                    <a:pt x="863" y="783"/>
                  </a:lnTo>
                  <a:lnTo>
                    <a:pt x="603" y="1224"/>
                  </a:lnTo>
                  <a:lnTo>
                    <a:pt x="402" y="1665"/>
                  </a:lnTo>
                  <a:lnTo>
                    <a:pt x="242" y="2146"/>
                  </a:lnTo>
                  <a:lnTo>
                    <a:pt x="161" y="2387"/>
                  </a:lnTo>
                  <a:lnTo>
                    <a:pt x="101" y="2628"/>
                  </a:lnTo>
                  <a:lnTo>
                    <a:pt x="61" y="2888"/>
                  </a:lnTo>
                  <a:lnTo>
                    <a:pt x="41" y="3149"/>
                  </a:lnTo>
                  <a:lnTo>
                    <a:pt x="21" y="3410"/>
                  </a:lnTo>
                  <a:lnTo>
                    <a:pt x="1" y="3671"/>
                  </a:lnTo>
                  <a:lnTo>
                    <a:pt x="21" y="3951"/>
                  </a:lnTo>
                  <a:lnTo>
                    <a:pt x="41" y="4232"/>
                  </a:lnTo>
                  <a:lnTo>
                    <a:pt x="101" y="4633"/>
                  </a:lnTo>
                  <a:lnTo>
                    <a:pt x="202" y="5034"/>
                  </a:lnTo>
                  <a:lnTo>
                    <a:pt x="362" y="5435"/>
                  </a:lnTo>
                  <a:lnTo>
                    <a:pt x="542" y="5816"/>
                  </a:lnTo>
                  <a:lnTo>
                    <a:pt x="763" y="6197"/>
                  </a:lnTo>
                  <a:lnTo>
                    <a:pt x="1004" y="6558"/>
                  </a:lnTo>
                  <a:lnTo>
                    <a:pt x="1284" y="6919"/>
                  </a:lnTo>
                  <a:lnTo>
                    <a:pt x="1605" y="7240"/>
                  </a:lnTo>
                  <a:lnTo>
                    <a:pt x="1966" y="7521"/>
                  </a:lnTo>
                  <a:lnTo>
                    <a:pt x="2347" y="7802"/>
                  </a:lnTo>
                  <a:lnTo>
                    <a:pt x="2748" y="8022"/>
                  </a:lnTo>
                  <a:lnTo>
                    <a:pt x="3190" y="8223"/>
                  </a:lnTo>
                  <a:lnTo>
                    <a:pt x="3651" y="8383"/>
                  </a:lnTo>
                  <a:lnTo>
                    <a:pt x="3892" y="8464"/>
                  </a:lnTo>
                  <a:lnTo>
                    <a:pt x="4132" y="8504"/>
                  </a:lnTo>
                  <a:lnTo>
                    <a:pt x="4393" y="8564"/>
                  </a:lnTo>
                  <a:lnTo>
                    <a:pt x="4654" y="8584"/>
                  </a:lnTo>
                  <a:lnTo>
                    <a:pt x="4914" y="8604"/>
                  </a:lnTo>
                  <a:lnTo>
                    <a:pt x="5456" y="8604"/>
                  </a:lnTo>
                  <a:lnTo>
                    <a:pt x="5737" y="8584"/>
                  </a:lnTo>
                  <a:lnTo>
                    <a:pt x="6098" y="8544"/>
                  </a:lnTo>
                  <a:lnTo>
                    <a:pt x="6438" y="8464"/>
                  </a:lnTo>
                  <a:lnTo>
                    <a:pt x="6779" y="8363"/>
                  </a:lnTo>
                  <a:lnTo>
                    <a:pt x="7100" y="8243"/>
                  </a:lnTo>
                  <a:lnTo>
                    <a:pt x="7401" y="8103"/>
                  </a:lnTo>
                  <a:lnTo>
                    <a:pt x="7702" y="7922"/>
                  </a:lnTo>
                  <a:lnTo>
                    <a:pt x="8003" y="7742"/>
                  </a:lnTo>
                  <a:lnTo>
                    <a:pt x="8263" y="7521"/>
                  </a:lnTo>
                  <a:lnTo>
                    <a:pt x="8524" y="7280"/>
                  </a:lnTo>
                  <a:lnTo>
                    <a:pt x="8765" y="7040"/>
                  </a:lnTo>
                  <a:lnTo>
                    <a:pt x="8985" y="6779"/>
                  </a:lnTo>
                  <a:lnTo>
                    <a:pt x="9206" y="6498"/>
                  </a:lnTo>
                  <a:lnTo>
                    <a:pt x="9386" y="6197"/>
                  </a:lnTo>
                  <a:lnTo>
                    <a:pt x="9547" y="5897"/>
                  </a:lnTo>
                  <a:lnTo>
                    <a:pt x="9707" y="5576"/>
                  </a:lnTo>
                  <a:lnTo>
                    <a:pt x="9828" y="5235"/>
                  </a:lnTo>
                  <a:lnTo>
                    <a:pt x="9888" y="5054"/>
                  </a:lnTo>
                  <a:lnTo>
                    <a:pt x="9687" y="5335"/>
                  </a:lnTo>
                  <a:lnTo>
                    <a:pt x="9467" y="5596"/>
                  </a:lnTo>
                  <a:lnTo>
                    <a:pt x="9226" y="5836"/>
                  </a:lnTo>
                  <a:lnTo>
                    <a:pt x="8965" y="6077"/>
                  </a:lnTo>
                  <a:lnTo>
                    <a:pt x="8705" y="6278"/>
                  </a:lnTo>
                  <a:lnTo>
                    <a:pt x="8404" y="6478"/>
                  </a:lnTo>
                  <a:lnTo>
                    <a:pt x="8103" y="6659"/>
                  </a:lnTo>
                  <a:lnTo>
                    <a:pt x="7782" y="6799"/>
                  </a:lnTo>
                  <a:lnTo>
                    <a:pt x="7401" y="6939"/>
                  </a:lnTo>
                  <a:lnTo>
                    <a:pt x="7000" y="7040"/>
                  </a:lnTo>
                  <a:lnTo>
                    <a:pt x="6619" y="7100"/>
                  </a:lnTo>
                  <a:lnTo>
                    <a:pt x="6218" y="7120"/>
                  </a:lnTo>
                  <a:lnTo>
                    <a:pt x="5797" y="7100"/>
                  </a:lnTo>
                  <a:lnTo>
                    <a:pt x="5376" y="7040"/>
                  </a:lnTo>
                  <a:lnTo>
                    <a:pt x="4974" y="6939"/>
                  </a:lnTo>
                  <a:lnTo>
                    <a:pt x="4573" y="6819"/>
                  </a:lnTo>
                  <a:lnTo>
                    <a:pt x="4192" y="6659"/>
                  </a:lnTo>
                  <a:lnTo>
                    <a:pt x="3811" y="6478"/>
                  </a:lnTo>
                  <a:lnTo>
                    <a:pt x="3450" y="6258"/>
                  </a:lnTo>
                  <a:lnTo>
                    <a:pt x="3109" y="6017"/>
                  </a:lnTo>
                  <a:lnTo>
                    <a:pt x="2768" y="5756"/>
                  </a:lnTo>
                  <a:lnTo>
                    <a:pt x="2468" y="5455"/>
                  </a:lnTo>
                  <a:lnTo>
                    <a:pt x="2187" y="5114"/>
                  </a:lnTo>
                  <a:lnTo>
                    <a:pt x="1946" y="4774"/>
                  </a:lnTo>
                  <a:lnTo>
                    <a:pt x="1726" y="4413"/>
                  </a:lnTo>
                  <a:lnTo>
                    <a:pt x="1545" y="4032"/>
                  </a:lnTo>
                  <a:lnTo>
                    <a:pt x="1385" y="3650"/>
                  </a:lnTo>
                  <a:lnTo>
                    <a:pt x="1264" y="3249"/>
                  </a:lnTo>
                  <a:lnTo>
                    <a:pt x="1164" y="2828"/>
                  </a:lnTo>
                  <a:lnTo>
                    <a:pt x="1104" y="2427"/>
                  </a:lnTo>
                  <a:lnTo>
                    <a:pt x="1084" y="2006"/>
                  </a:lnTo>
                  <a:lnTo>
                    <a:pt x="1084" y="1585"/>
                  </a:lnTo>
                  <a:lnTo>
                    <a:pt x="1124" y="1184"/>
                  </a:lnTo>
                  <a:lnTo>
                    <a:pt x="1204" y="783"/>
                  </a:lnTo>
                  <a:lnTo>
                    <a:pt x="1325" y="382"/>
                  </a:lnTo>
                  <a:lnTo>
                    <a:pt x="1465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26"/>
            <p:cNvSpPr/>
            <p:nvPr/>
          </p:nvSpPr>
          <p:spPr>
            <a:xfrm>
              <a:off x="10776350" y="2802063"/>
              <a:ext cx="247200" cy="215100"/>
            </a:xfrm>
            <a:custGeom>
              <a:avLst/>
              <a:gdLst/>
              <a:ahLst/>
              <a:cxnLst/>
              <a:rect l="l" t="t" r="r" b="b"/>
              <a:pathLst>
                <a:path w="9888" h="8604" fill="none" extrusionOk="0">
                  <a:moveTo>
                    <a:pt x="1465" y="1"/>
                  </a:moveTo>
                  <a:lnTo>
                    <a:pt x="1465" y="1"/>
                  </a:lnTo>
                  <a:lnTo>
                    <a:pt x="1144" y="382"/>
                  </a:lnTo>
                  <a:lnTo>
                    <a:pt x="863" y="783"/>
                  </a:lnTo>
                  <a:lnTo>
                    <a:pt x="603" y="1224"/>
                  </a:lnTo>
                  <a:lnTo>
                    <a:pt x="402" y="1665"/>
                  </a:lnTo>
                  <a:lnTo>
                    <a:pt x="242" y="2146"/>
                  </a:lnTo>
                  <a:lnTo>
                    <a:pt x="161" y="2387"/>
                  </a:lnTo>
                  <a:lnTo>
                    <a:pt x="101" y="2628"/>
                  </a:lnTo>
                  <a:lnTo>
                    <a:pt x="61" y="2888"/>
                  </a:lnTo>
                  <a:lnTo>
                    <a:pt x="41" y="3149"/>
                  </a:lnTo>
                  <a:lnTo>
                    <a:pt x="21" y="3410"/>
                  </a:lnTo>
                  <a:lnTo>
                    <a:pt x="1" y="3671"/>
                  </a:lnTo>
                  <a:lnTo>
                    <a:pt x="1" y="3671"/>
                  </a:lnTo>
                  <a:lnTo>
                    <a:pt x="21" y="3951"/>
                  </a:lnTo>
                  <a:lnTo>
                    <a:pt x="41" y="4232"/>
                  </a:lnTo>
                  <a:lnTo>
                    <a:pt x="41" y="4232"/>
                  </a:lnTo>
                  <a:lnTo>
                    <a:pt x="101" y="4633"/>
                  </a:lnTo>
                  <a:lnTo>
                    <a:pt x="202" y="5034"/>
                  </a:lnTo>
                  <a:lnTo>
                    <a:pt x="362" y="5435"/>
                  </a:lnTo>
                  <a:lnTo>
                    <a:pt x="542" y="5816"/>
                  </a:lnTo>
                  <a:lnTo>
                    <a:pt x="763" y="6197"/>
                  </a:lnTo>
                  <a:lnTo>
                    <a:pt x="1004" y="6558"/>
                  </a:lnTo>
                  <a:lnTo>
                    <a:pt x="1284" y="6919"/>
                  </a:lnTo>
                  <a:lnTo>
                    <a:pt x="1605" y="7240"/>
                  </a:lnTo>
                  <a:lnTo>
                    <a:pt x="1966" y="7521"/>
                  </a:lnTo>
                  <a:lnTo>
                    <a:pt x="2347" y="7802"/>
                  </a:lnTo>
                  <a:lnTo>
                    <a:pt x="2748" y="8022"/>
                  </a:lnTo>
                  <a:lnTo>
                    <a:pt x="3190" y="8223"/>
                  </a:lnTo>
                  <a:lnTo>
                    <a:pt x="3651" y="8383"/>
                  </a:lnTo>
                  <a:lnTo>
                    <a:pt x="3892" y="8464"/>
                  </a:lnTo>
                  <a:lnTo>
                    <a:pt x="4132" y="8504"/>
                  </a:lnTo>
                  <a:lnTo>
                    <a:pt x="4393" y="8564"/>
                  </a:lnTo>
                  <a:lnTo>
                    <a:pt x="4654" y="8584"/>
                  </a:lnTo>
                  <a:lnTo>
                    <a:pt x="4914" y="8604"/>
                  </a:lnTo>
                  <a:lnTo>
                    <a:pt x="5175" y="8604"/>
                  </a:lnTo>
                  <a:lnTo>
                    <a:pt x="5175" y="8604"/>
                  </a:lnTo>
                  <a:lnTo>
                    <a:pt x="5456" y="8604"/>
                  </a:lnTo>
                  <a:lnTo>
                    <a:pt x="5737" y="8584"/>
                  </a:lnTo>
                  <a:lnTo>
                    <a:pt x="5737" y="8584"/>
                  </a:lnTo>
                  <a:lnTo>
                    <a:pt x="6098" y="8544"/>
                  </a:lnTo>
                  <a:lnTo>
                    <a:pt x="6438" y="8464"/>
                  </a:lnTo>
                  <a:lnTo>
                    <a:pt x="6779" y="8363"/>
                  </a:lnTo>
                  <a:lnTo>
                    <a:pt x="7100" y="8243"/>
                  </a:lnTo>
                  <a:lnTo>
                    <a:pt x="7401" y="8103"/>
                  </a:lnTo>
                  <a:lnTo>
                    <a:pt x="7702" y="7922"/>
                  </a:lnTo>
                  <a:lnTo>
                    <a:pt x="8003" y="7742"/>
                  </a:lnTo>
                  <a:lnTo>
                    <a:pt x="8263" y="7521"/>
                  </a:lnTo>
                  <a:lnTo>
                    <a:pt x="8524" y="7280"/>
                  </a:lnTo>
                  <a:lnTo>
                    <a:pt x="8765" y="7040"/>
                  </a:lnTo>
                  <a:lnTo>
                    <a:pt x="8985" y="6779"/>
                  </a:lnTo>
                  <a:lnTo>
                    <a:pt x="9206" y="6498"/>
                  </a:lnTo>
                  <a:lnTo>
                    <a:pt x="9386" y="6197"/>
                  </a:lnTo>
                  <a:lnTo>
                    <a:pt x="9547" y="5897"/>
                  </a:lnTo>
                  <a:lnTo>
                    <a:pt x="9707" y="5576"/>
                  </a:lnTo>
                  <a:lnTo>
                    <a:pt x="9828" y="5235"/>
                  </a:lnTo>
                  <a:lnTo>
                    <a:pt x="9828" y="5235"/>
                  </a:lnTo>
                  <a:lnTo>
                    <a:pt x="9888" y="5054"/>
                  </a:lnTo>
                  <a:lnTo>
                    <a:pt x="9888" y="5054"/>
                  </a:lnTo>
                  <a:lnTo>
                    <a:pt x="9687" y="5335"/>
                  </a:lnTo>
                  <a:lnTo>
                    <a:pt x="9467" y="5596"/>
                  </a:lnTo>
                  <a:lnTo>
                    <a:pt x="9226" y="5836"/>
                  </a:lnTo>
                  <a:lnTo>
                    <a:pt x="8965" y="6077"/>
                  </a:lnTo>
                  <a:lnTo>
                    <a:pt x="8705" y="6278"/>
                  </a:lnTo>
                  <a:lnTo>
                    <a:pt x="8404" y="6478"/>
                  </a:lnTo>
                  <a:lnTo>
                    <a:pt x="8103" y="6659"/>
                  </a:lnTo>
                  <a:lnTo>
                    <a:pt x="7782" y="6799"/>
                  </a:lnTo>
                  <a:lnTo>
                    <a:pt x="7782" y="6799"/>
                  </a:lnTo>
                  <a:lnTo>
                    <a:pt x="7401" y="6939"/>
                  </a:lnTo>
                  <a:lnTo>
                    <a:pt x="7000" y="7040"/>
                  </a:lnTo>
                  <a:lnTo>
                    <a:pt x="6619" y="7100"/>
                  </a:lnTo>
                  <a:lnTo>
                    <a:pt x="6218" y="7120"/>
                  </a:lnTo>
                  <a:lnTo>
                    <a:pt x="6218" y="7120"/>
                  </a:lnTo>
                  <a:lnTo>
                    <a:pt x="5797" y="7100"/>
                  </a:lnTo>
                  <a:lnTo>
                    <a:pt x="5376" y="7040"/>
                  </a:lnTo>
                  <a:lnTo>
                    <a:pt x="4974" y="6939"/>
                  </a:lnTo>
                  <a:lnTo>
                    <a:pt x="4573" y="6819"/>
                  </a:lnTo>
                  <a:lnTo>
                    <a:pt x="4192" y="6659"/>
                  </a:lnTo>
                  <a:lnTo>
                    <a:pt x="3811" y="6478"/>
                  </a:lnTo>
                  <a:lnTo>
                    <a:pt x="3450" y="6258"/>
                  </a:lnTo>
                  <a:lnTo>
                    <a:pt x="3109" y="6017"/>
                  </a:lnTo>
                  <a:lnTo>
                    <a:pt x="3109" y="6017"/>
                  </a:lnTo>
                  <a:lnTo>
                    <a:pt x="2768" y="5756"/>
                  </a:lnTo>
                  <a:lnTo>
                    <a:pt x="2468" y="5455"/>
                  </a:lnTo>
                  <a:lnTo>
                    <a:pt x="2187" y="5114"/>
                  </a:lnTo>
                  <a:lnTo>
                    <a:pt x="1946" y="4774"/>
                  </a:lnTo>
                  <a:lnTo>
                    <a:pt x="1726" y="4413"/>
                  </a:lnTo>
                  <a:lnTo>
                    <a:pt x="1545" y="4032"/>
                  </a:lnTo>
                  <a:lnTo>
                    <a:pt x="1385" y="3650"/>
                  </a:lnTo>
                  <a:lnTo>
                    <a:pt x="1264" y="3249"/>
                  </a:lnTo>
                  <a:lnTo>
                    <a:pt x="1164" y="2828"/>
                  </a:lnTo>
                  <a:lnTo>
                    <a:pt x="1104" y="2427"/>
                  </a:lnTo>
                  <a:lnTo>
                    <a:pt x="1084" y="2006"/>
                  </a:lnTo>
                  <a:lnTo>
                    <a:pt x="1084" y="1585"/>
                  </a:lnTo>
                  <a:lnTo>
                    <a:pt x="1124" y="1184"/>
                  </a:lnTo>
                  <a:lnTo>
                    <a:pt x="1204" y="783"/>
                  </a:lnTo>
                  <a:lnTo>
                    <a:pt x="1325" y="382"/>
                  </a:lnTo>
                  <a:lnTo>
                    <a:pt x="146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26"/>
            <p:cNvSpPr/>
            <p:nvPr/>
          </p:nvSpPr>
          <p:spPr>
            <a:xfrm>
              <a:off x="10567800" y="2947463"/>
              <a:ext cx="147425" cy="55675"/>
            </a:xfrm>
            <a:custGeom>
              <a:avLst/>
              <a:gdLst/>
              <a:ahLst/>
              <a:cxnLst/>
              <a:rect l="l" t="t" r="r" b="b"/>
              <a:pathLst>
                <a:path w="5897" h="2227" extrusionOk="0">
                  <a:moveTo>
                    <a:pt x="1123" y="0"/>
                  </a:moveTo>
                  <a:lnTo>
                    <a:pt x="903" y="20"/>
                  </a:lnTo>
                  <a:lnTo>
                    <a:pt x="682" y="81"/>
                  </a:lnTo>
                  <a:lnTo>
                    <a:pt x="502" y="181"/>
                  </a:lnTo>
                  <a:lnTo>
                    <a:pt x="321" y="321"/>
                  </a:lnTo>
                  <a:lnTo>
                    <a:pt x="201" y="482"/>
                  </a:lnTo>
                  <a:lnTo>
                    <a:pt x="101" y="682"/>
                  </a:lnTo>
                  <a:lnTo>
                    <a:pt x="20" y="883"/>
                  </a:lnTo>
                  <a:lnTo>
                    <a:pt x="0" y="1103"/>
                  </a:lnTo>
                  <a:lnTo>
                    <a:pt x="20" y="1324"/>
                  </a:lnTo>
                  <a:lnTo>
                    <a:pt x="101" y="1545"/>
                  </a:lnTo>
                  <a:lnTo>
                    <a:pt x="201" y="1725"/>
                  </a:lnTo>
                  <a:lnTo>
                    <a:pt x="321" y="1886"/>
                  </a:lnTo>
                  <a:lnTo>
                    <a:pt x="502" y="2026"/>
                  </a:lnTo>
                  <a:lnTo>
                    <a:pt x="682" y="2126"/>
                  </a:lnTo>
                  <a:lnTo>
                    <a:pt x="903" y="2206"/>
                  </a:lnTo>
                  <a:lnTo>
                    <a:pt x="1123" y="2226"/>
                  </a:lnTo>
                  <a:lnTo>
                    <a:pt x="4793" y="2226"/>
                  </a:lnTo>
                  <a:lnTo>
                    <a:pt x="5014" y="2206"/>
                  </a:lnTo>
                  <a:lnTo>
                    <a:pt x="5214" y="2126"/>
                  </a:lnTo>
                  <a:lnTo>
                    <a:pt x="5415" y="2026"/>
                  </a:lnTo>
                  <a:lnTo>
                    <a:pt x="5575" y="1886"/>
                  </a:lnTo>
                  <a:lnTo>
                    <a:pt x="5716" y="1725"/>
                  </a:lnTo>
                  <a:lnTo>
                    <a:pt x="5816" y="1545"/>
                  </a:lnTo>
                  <a:lnTo>
                    <a:pt x="5876" y="1324"/>
                  </a:lnTo>
                  <a:lnTo>
                    <a:pt x="5896" y="1103"/>
                  </a:lnTo>
                  <a:lnTo>
                    <a:pt x="5876" y="883"/>
                  </a:lnTo>
                  <a:lnTo>
                    <a:pt x="5816" y="682"/>
                  </a:lnTo>
                  <a:lnTo>
                    <a:pt x="5716" y="482"/>
                  </a:lnTo>
                  <a:lnTo>
                    <a:pt x="5575" y="321"/>
                  </a:lnTo>
                  <a:lnTo>
                    <a:pt x="5415" y="181"/>
                  </a:lnTo>
                  <a:lnTo>
                    <a:pt x="5214" y="81"/>
                  </a:lnTo>
                  <a:lnTo>
                    <a:pt x="5014" y="20"/>
                  </a:lnTo>
                  <a:lnTo>
                    <a:pt x="479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26"/>
            <p:cNvSpPr/>
            <p:nvPr/>
          </p:nvSpPr>
          <p:spPr>
            <a:xfrm>
              <a:off x="10137625" y="3129963"/>
              <a:ext cx="1007775" cy="700425"/>
            </a:xfrm>
            <a:custGeom>
              <a:avLst/>
              <a:gdLst/>
              <a:ahLst/>
              <a:cxnLst/>
              <a:rect l="l" t="t" r="r" b="b"/>
              <a:pathLst>
                <a:path w="40311" h="28017" extrusionOk="0">
                  <a:moveTo>
                    <a:pt x="8263" y="0"/>
                  </a:moveTo>
                  <a:lnTo>
                    <a:pt x="7681" y="20"/>
                  </a:lnTo>
                  <a:lnTo>
                    <a:pt x="7280" y="60"/>
                  </a:lnTo>
                  <a:lnTo>
                    <a:pt x="6879" y="101"/>
                  </a:lnTo>
                  <a:lnTo>
                    <a:pt x="6498" y="181"/>
                  </a:lnTo>
                  <a:lnTo>
                    <a:pt x="6117" y="281"/>
                  </a:lnTo>
                  <a:lnTo>
                    <a:pt x="5736" y="381"/>
                  </a:lnTo>
                  <a:lnTo>
                    <a:pt x="5375" y="502"/>
                  </a:lnTo>
                  <a:lnTo>
                    <a:pt x="5014" y="662"/>
                  </a:lnTo>
                  <a:lnTo>
                    <a:pt x="4673" y="822"/>
                  </a:lnTo>
                  <a:lnTo>
                    <a:pt x="4332" y="983"/>
                  </a:lnTo>
                  <a:lnTo>
                    <a:pt x="3991" y="1183"/>
                  </a:lnTo>
                  <a:lnTo>
                    <a:pt x="3671" y="1384"/>
                  </a:lnTo>
                  <a:lnTo>
                    <a:pt x="3370" y="1605"/>
                  </a:lnTo>
                  <a:lnTo>
                    <a:pt x="3069" y="1825"/>
                  </a:lnTo>
                  <a:lnTo>
                    <a:pt x="2768" y="2066"/>
                  </a:lnTo>
                  <a:lnTo>
                    <a:pt x="2507" y="2327"/>
                  </a:lnTo>
                  <a:lnTo>
                    <a:pt x="2227" y="2607"/>
                  </a:lnTo>
                  <a:lnTo>
                    <a:pt x="1986" y="2888"/>
                  </a:lnTo>
                  <a:lnTo>
                    <a:pt x="1745" y="3189"/>
                  </a:lnTo>
                  <a:lnTo>
                    <a:pt x="1525" y="3490"/>
                  </a:lnTo>
                  <a:lnTo>
                    <a:pt x="1304" y="3791"/>
                  </a:lnTo>
                  <a:lnTo>
                    <a:pt x="1104" y="4131"/>
                  </a:lnTo>
                  <a:lnTo>
                    <a:pt x="923" y="4452"/>
                  </a:lnTo>
                  <a:lnTo>
                    <a:pt x="763" y="4813"/>
                  </a:lnTo>
                  <a:lnTo>
                    <a:pt x="602" y="5154"/>
                  </a:lnTo>
                  <a:lnTo>
                    <a:pt x="462" y="5515"/>
                  </a:lnTo>
                  <a:lnTo>
                    <a:pt x="341" y="5896"/>
                  </a:lnTo>
                  <a:lnTo>
                    <a:pt x="241" y="6257"/>
                  </a:lnTo>
                  <a:lnTo>
                    <a:pt x="161" y="6638"/>
                  </a:lnTo>
                  <a:lnTo>
                    <a:pt x="101" y="7039"/>
                  </a:lnTo>
                  <a:lnTo>
                    <a:pt x="41" y="7440"/>
                  </a:lnTo>
                  <a:lnTo>
                    <a:pt x="21" y="7842"/>
                  </a:lnTo>
                  <a:lnTo>
                    <a:pt x="1" y="8243"/>
                  </a:lnTo>
                  <a:lnTo>
                    <a:pt x="1" y="19774"/>
                  </a:lnTo>
                  <a:lnTo>
                    <a:pt x="21" y="20195"/>
                  </a:lnTo>
                  <a:lnTo>
                    <a:pt x="41" y="20616"/>
                  </a:lnTo>
                  <a:lnTo>
                    <a:pt x="101" y="21037"/>
                  </a:lnTo>
                  <a:lnTo>
                    <a:pt x="181" y="21439"/>
                  </a:lnTo>
                  <a:lnTo>
                    <a:pt x="261" y="21840"/>
                  </a:lnTo>
                  <a:lnTo>
                    <a:pt x="382" y="22241"/>
                  </a:lnTo>
                  <a:lnTo>
                    <a:pt x="502" y="22622"/>
                  </a:lnTo>
                  <a:lnTo>
                    <a:pt x="662" y="22983"/>
                  </a:lnTo>
                  <a:lnTo>
                    <a:pt x="823" y="23364"/>
                  </a:lnTo>
                  <a:lnTo>
                    <a:pt x="1003" y="23705"/>
                  </a:lnTo>
                  <a:lnTo>
                    <a:pt x="1204" y="24046"/>
                  </a:lnTo>
                  <a:lnTo>
                    <a:pt x="1424" y="24387"/>
                  </a:lnTo>
                  <a:lnTo>
                    <a:pt x="1645" y="24707"/>
                  </a:lnTo>
                  <a:lnTo>
                    <a:pt x="1886" y="25028"/>
                  </a:lnTo>
                  <a:lnTo>
                    <a:pt x="2146" y="25329"/>
                  </a:lnTo>
                  <a:lnTo>
                    <a:pt x="2427" y="25610"/>
                  </a:lnTo>
                  <a:lnTo>
                    <a:pt x="2708" y="25891"/>
                  </a:lnTo>
                  <a:lnTo>
                    <a:pt x="3009" y="26151"/>
                  </a:lnTo>
                  <a:lnTo>
                    <a:pt x="3330" y="26392"/>
                  </a:lnTo>
                  <a:lnTo>
                    <a:pt x="3650" y="26613"/>
                  </a:lnTo>
                  <a:lnTo>
                    <a:pt x="3971" y="26833"/>
                  </a:lnTo>
                  <a:lnTo>
                    <a:pt x="4332" y="27034"/>
                  </a:lnTo>
                  <a:lnTo>
                    <a:pt x="4673" y="27214"/>
                  </a:lnTo>
                  <a:lnTo>
                    <a:pt x="5034" y="27375"/>
                  </a:lnTo>
                  <a:lnTo>
                    <a:pt x="5415" y="27535"/>
                  </a:lnTo>
                  <a:lnTo>
                    <a:pt x="5796" y="27655"/>
                  </a:lnTo>
                  <a:lnTo>
                    <a:pt x="6197" y="27776"/>
                  </a:lnTo>
                  <a:lnTo>
                    <a:pt x="6598" y="27856"/>
                  </a:lnTo>
                  <a:lnTo>
                    <a:pt x="7000" y="27936"/>
                  </a:lnTo>
                  <a:lnTo>
                    <a:pt x="7401" y="27976"/>
                  </a:lnTo>
                  <a:lnTo>
                    <a:pt x="7822" y="28016"/>
                  </a:lnTo>
                  <a:lnTo>
                    <a:pt x="32068" y="28016"/>
                  </a:lnTo>
                  <a:lnTo>
                    <a:pt x="32649" y="27996"/>
                  </a:lnTo>
                  <a:lnTo>
                    <a:pt x="33251" y="27936"/>
                  </a:lnTo>
                  <a:lnTo>
                    <a:pt x="33812" y="27836"/>
                  </a:lnTo>
                  <a:lnTo>
                    <a:pt x="34374" y="27696"/>
                  </a:lnTo>
                  <a:lnTo>
                    <a:pt x="34915" y="27515"/>
                  </a:lnTo>
                  <a:lnTo>
                    <a:pt x="35437" y="27315"/>
                  </a:lnTo>
                  <a:lnTo>
                    <a:pt x="35938" y="27054"/>
                  </a:lnTo>
                  <a:lnTo>
                    <a:pt x="36420" y="26773"/>
                  </a:lnTo>
                  <a:lnTo>
                    <a:pt x="36901" y="26472"/>
                  </a:lnTo>
                  <a:lnTo>
                    <a:pt x="37322" y="26131"/>
                  </a:lnTo>
                  <a:lnTo>
                    <a:pt x="37743" y="25750"/>
                  </a:lnTo>
                  <a:lnTo>
                    <a:pt x="38144" y="25349"/>
                  </a:lnTo>
                  <a:lnTo>
                    <a:pt x="38505" y="24928"/>
                  </a:lnTo>
                  <a:lnTo>
                    <a:pt x="38826" y="24487"/>
                  </a:lnTo>
                  <a:lnTo>
                    <a:pt x="39147" y="24006"/>
                  </a:lnTo>
                  <a:lnTo>
                    <a:pt x="39408" y="23524"/>
                  </a:lnTo>
                  <a:lnTo>
                    <a:pt x="39608" y="23103"/>
                  </a:lnTo>
                  <a:lnTo>
                    <a:pt x="39789" y="22662"/>
                  </a:lnTo>
                  <a:lnTo>
                    <a:pt x="39949" y="22201"/>
                  </a:lnTo>
                  <a:lnTo>
                    <a:pt x="40069" y="21739"/>
                  </a:lnTo>
                  <a:lnTo>
                    <a:pt x="40170" y="21258"/>
                  </a:lnTo>
                  <a:lnTo>
                    <a:pt x="40250" y="20777"/>
                  </a:lnTo>
                  <a:lnTo>
                    <a:pt x="40290" y="20275"/>
                  </a:lnTo>
                  <a:lnTo>
                    <a:pt x="40310" y="19774"/>
                  </a:lnTo>
                  <a:lnTo>
                    <a:pt x="40310" y="8243"/>
                  </a:lnTo>
                  <a:lnTo>
                    <a:pt x="40290" y="7822"/>
                  </a:lnTo>
                  <a:lnTo>
                    <a:pt x="40270" y="7400"/>
                  </a:lnTo>
                  <a:lnTo>
                    <a:pt x="40210" y="6979"/>
                  </a:lnTo>
                  <a:lnTo>
                    <a:pt x="40150" y="6578"/>
                  </a:lnTo>
                  <a:lnTo>
                    <a:pt x="40049" y="6177"/>
                  </a:lnTo>
                  <a:lnTo>
                    <a:pt x="39929" y="5796"/>
                  </a:lnTo>
                  <a:lnTo>
                    <a:pt x="39809" y="5395"/>
                  </a:lnTo>
                  <a:lnTo>
                    <a:pt x="39668" y="5034"/>
                  </a:lnTo>
                  <a:lnTo>
                    <a:pt x="39488" y="4673"/>
                  </a:lnTo>
                  <a:lnTo>
                    <a:pt x="39307" y="4312"/>
                  </a:lnTo>
                  <a:lnTo>
                    <a:pt x="39107" y="3971"/>
                  </a:lnTo>
                  <a:lnTo>
                    <a:pt x="38906" y="3630"/>
                  </a:lnTo>
                  <a:lnTo>
                    <a:pt x="38666" y="3309"/>
                  </a:lnTo>
                  <a:lnTo>
                    <a:pt x="38425" y="2988"/>
                  </a:lnTo>
                  <a:lnTo>
                    <a:pt x="38164" y="2688"/>
                  </a:lnTo>
                  <a:lnTo>
                    <a:pt x="37904" y="2407"/>
                  </a:lnTo>
                  <a:lnTo>
                    <a:pt x="37603" y="2126"/>
                  </a:lnTo>
                  <a:lnTo>
                    <a:pt x="37302" y="1885"/>
                  </a:lnTo>
                  <a:lnTo>
                    <a:pt x="37001" y="1625"/>
                  </a:lnTo>
                  <a:lnTo>
                    <a:pt x="36680" y="1404"/>
                  </a:lnTo>
                  <a:lnTo>
                    <a:pt x="36339" y="1183"/>
                  </a:lnTo>
                  <a:lnTo>
                    <a:pt x="35998" y="983"/>
                  </a:lnTo>
                  <a:lnTo>
                    <a:pt x="35637" y="802"/>
                  </a:lnTo>
                  <a:lnTo>
                    <a:pt x="35276" y="642"/>
                  </a:lnTo>
                  <a:lnTo>
                    <a:pt x="34895" y="502"/>
                  </a:lnTo>
                  <a:lnTo>
                    <a:pt x="34514" y="361"/>
                  </a:lnTo>
                  <a:lnTo>
                    <a:pt x="34133" y="261"/>
                  </a:lnTo>
                  <a:lnTo>
                    <a:pt x="33732" y="161"/>
                  </a:lnTo>
                  <a:lnTo>
                    <a:pt x="33311" y="80"/>
                  </a:lnTo>
                  <a:lnTo>
                    <a:pt x="32910" y="40"/>
                  </a:lnTo>
                  <a:lnTo>
                    <a:pt x="324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26"/>
            <p:cNvSpPr/>
            <p:nvPr/>
          </p:nvSpPr>
          <p:spPr>
            <a:xfrm>
              <a:off x="10137625" y="3129963"/>
              <a:ext cx="1007775" cy="700425"/>
            </a:xfrm>
            <a:custGeom>
              <a:avLst/>
              <a:gdLst/>
              <a:ahLst/>
              <a:cxnLst/>
              <a:rect l="l" t="t" r="r" b="b"/>
              <a:pathLst>
                <a:path w="40311" h="28017" fill="none" extrusionOk="0">
                  <a:moveTo>
                    <a:pt x="40310" y="8243"/>
                  </a:moveTo>
                  <a:lnTo>
                    <a:pt x="40310" y="19774"/>
                  </a:lnTo>
                  <a:lnTo>
                    <a:pt x="40310" y="19774"/>
                  </a:lnTo>
                  <a:lnTo>
                    <a:pt x="40290" y="20275"/>
                  </a:lnTo>
                  <a:lnTo>
                    <a:pt x="40250" y="20777"/>
                  </a:lnTo>
                  <a:lnTo>
                    <a:pt x="40170" y="21258"/>
                  </a:lnTo>
                  <a:lnTo>
                    <a:pt x="40069" y="21739"/>
                  </a:lnTo>
                  <a:lnTo>
                    <a:pt x="39949" y="22201"/>
                  </a:lnTo>
                  <a:lnTo>
                    <a:pt x="39789" y="22662"/>
                  </a:lnTo>
                  <a:lnTo>
                    <a:pt x="39608" y="23103"/>
                  </a:lnTo>
                  <a:lnTo>
                    <a:pt x="39408" y="23524"/>
                  </a:lnTo>
                  <a:lnTo>
                    <a:pt x="39408" y="23524"/>
                  </a:lnTo>
                  <a:lnTo>
                    <a:pt x="39147" y="24006"/>
                  </a:lnTo>
                  <a:lnTo>
                    <a:pt x="38826" y="24487"/>
                  </a:lnTo>
                  <a:lnTo>
                    <a:pt x="38505" y="24928"/>
                  </a:lnTo>
                  <a:lnTo>
                    <a:pt x="38144" y="25349"/>
                  </a:lnTo>
                  <a:lnTo>
                    <a:pt x="37743" y="25750"/>
                  </a:lnTo>
                  <a:lnTo>
                    <a:pt x="37322" y="26131"/>
                  </a:lnTo>
                  <a:lnTo>
                    <a:pt x="36901" y="26472"/>
                  </a:lnTo>
                  <a:lnTo>
                    <a:pt x="36420" y="26773"/>
                  </a:lnTo>
                  <a:lnTo>
                    <a:pt x="35938" y="27054"/>
                  </a:lnTo>
                  <a:lnTo>
                    <a:pt x="35437" y="27315"/>
                  </a:lnTo>
                  <a:lnTo>
                    <a:pt x="34915" y="27515"/>
                  </a:lnTo>
                  <a:lnTo>
                    <a:pt x="34374" y="27696"/>
                  </a:lnTo>
                  <a:lnTo>
                    <a:pt x="33812" y="27836"/>
                  </a:lnTo>
                  <a:lnTo>
                    <a:pt x="33251" y="27936"/>
                  </a:lnTo>
                  <a:lnTo>
                    <a:pt x="32649" y="27996"/>
                  </a:lnTo>
                  <a:lnTo>
                    <a:pt x="32068" y="28016"/>
                  </a:lnTo>
                  <a:lnTo>
                    <a:pt x="8263" y="28016"/>
                  </a:lnTo>
                  <a:lnTo>
                    <a:pt x="8263" y="28016"/>
                  </a:lnTo>
                  <a:lnTo>
                    <a:pt x="7822" y="28016"/>
                  </a:lnTo>
                  <a:lnTo>
                    <a:pt x="7401" y="27976"/>
                  </a:lnTo>
                  <a:lnTo>
                    <a:pt x="7000" y="27936"/>
                  </a:lnTo>
                  <a:lnTo>
                    <a:pt x="6598" y="27856"/>
                  </a:lnTo>
                  <a:lnTo>
                    <a:pt x="6197" y="27776"/>
                  </a:lnTo>
                  <a:lnTo>
                    <a:pt x="5796" y="27655"/>
                  </a:lnTo>
                  <a:lnTo>
                    <a:pt x="5415" y="27535"/>
                  </a:lnTo>
                  <a:lnTo>
                    <a:pt x="5034" y="27375"/>
                  </a:lnTo>
                  <a:lnTo>
                    <a:pt x="4673" y="27214"/>
                  </a:lnTo>
                  <a:lnTo>
                    <a:pt x="4332" y="27034"/>
                  </a:lnTo>
                  <a:lnTo>
                    <a:pt x="3971" y="26833"/>
                  </a:lnTo>
                  <a:lnTo>
                    <a:pt x="3650" y="26613"/>
                  </a:lnTo>
                  <a:lnTo>
                    <a:pt x="3330" y="26392"/>
                  </a:lnTo>
                  <a:lnTo>
                    <a:pt x="3009" y="26151"/>
                  </a:lnTo>
                  <a:lnTo>
                    <a:pt x="2708" y="25891"/>
                  </a:lnTo>
                  <a:lnTo>
                    <a:pt x="2427" y="25610"/>
                  </a:lnTo>
                  <a:lnTo>
                    <a:pt x="2146" y="25329"/>
                  </a:lnTo>
                  <a:lnTo>
                    <a:pt x="1886" y="25028"/>
                  </a:lnTo>
                  <a:lnTo>
                    <a:pt x="1645" y="24707"/>
                  </a:lnTo>
                  <a:lnTo>
                    <a:pt x="1424" y="24387"/>
                  </a:lnTo>
                  <a:lnTo>
                    <a:pt x="1204" y="24046"/>
                  </a:lnTo>
                  <a:lnTo>
                    <a:pt x="1003" y="23705"/>
                  </a:lnTo>
                  <a:lnTo>
                    <a:pt x="823" y="23364"/>
                  </a:lnTo>
                  <a:lnTo>
                    <a:pt x="662" y="22983"/>
                  </a:lnTo>
                  <a:lnTo>
                    <a:pt x="502" y="22622"/>
                  </a:lnTo>
                  <a:lnTo>
                    <a:pt x="382" y="22241"/>
                  </a:lnTo>
                  <a:lnTo>
                    <a:pt x="261" y="21840"/>
                  </a:lnTo>
                  <a:lnTo>
                    <a:pt x="181" y="21439"/>
                  </a:lnTo>
                  <a:lnTo>
                    <a:pt x="101" y="21037"/>
                  </a:lnTo>
                  <a:lnTo>
                    <a:pt x="41" y="20616"/>
                  </a:lnTo>
                  <a:lnTo>
                    <a:pt x="21" y="20195"/>
                  </a:lnTo>
                  <a:lnTo>
                    <a:pt x="1" y="19774"/>
                  </a:lnTo>
                  <a:lnTo>
                    <a:pt x="1" y="8243"/>
                  </a:lnTo>
                  <a:lnTo>
                    <a:pt x="1" y="8243"/>
                  </a:lnTo>
                  <a:lnTo>
                    <a:pt x="21" y="7842"/>
                  </a:lnTo>
                  <a:lnTo>
                    <a:pt x="41" y="7440"/>
                  </a:lnTo>
                  <a:lnTo>
                    <a:pt x="101" y="7039"/>
                  </a:lnTo>
                  <a:lnTo>
                    <a:pt x="161" y="6638"/>
                  </a:lnTo>
                  <a:lnTo>
                    <a:pt x="241" y="6257"/>
                  </a:lnTo>
                  <a:lnTo>
                    <a:pt x="341" y="5896"/>
                  </a:lnTo>
                  <a:lnTo>
                    <a:pt x="462" y="5515"/>
                  </a:lnTo>
                  <a:lnTo>
                    <a:pt x="602" y="5154"/>
                  </a:lnTo>
                  <a:lnTo>
                    <a:pt x="763" y="4813"/>
                  </a:lnTo>
                  <a:lnTo>
                    <a:pt x="923" y="4452"/>
                  </a:lnTo>
                  <a:lnTo>
                    <a:pt x="1104" y="4131"/>
                  </a:lnTo>
                  <a:lnTo>
                    <a:pt x="1304" y="3791"/>
                  </a:lnTo>
                  <a:lnTo>
                    <a:pt x="1525" y="3490"/>
                  </a:lnTo>
                  <a:lnTo>
                    <a:pt x="1745" y="3189"/>
                  </a:lnTo>
                  <a:lnTo>
                    <a:pt x="1986" y="2888"/>
                  </a:lnTo>
                  <a:lnTo>
                    <a:pt x="2227" y="2607"/>
                  </a:lnTo>
                  <a:lnTo>
                    <a:pt x="2507" y="2327"/>
                  </a:lnTo>
                  <a:lnTo>
                    <a:pt x="2768" y="2066"/>
                  </a:lnTo>
                  <a:lnTo>
                    <a:pt x="3069" y="1825"/>
                  </a:lnTo>
                  <a:lnTo>
                    <a:pt x="3370" y="1605"/>
                  </a:lnTo>
                  <a:lnTo>
                    <a:pt x="3671" y="1384"/>
                  </a:lnTo>
                  <a:lnTo>
                    <a:pt x="3991" y="1183"/>
                  </a:lnTo>
                  <a:lnTo>
                    <a:pt x="4332" y="983"/>
                  </a:lnTo>
                  <a:lnTo>
                    <a:pt x="4673" y="822"/>
                  </a:lnTo>
                  <a:lnTo>
                    <a:pt x="5014" y="662"/>
                  </a:lnTo>
                  <a:lnTo>
                    <a:pt x="5375" y="502"/>
                  </a:lnTo>
                  <a:lnTo>
                    <a:pt x="5736" y="381"/>
                  </a:lnTo>
                  <a:lnTo>
                    <a:pt x="6117" y="281"/>
                  </a:lnTo>
                  <a:lnTo>
                    <a:pt x="6498" y="181"/>
                  </a:lnTo>
                  <a:lnTo>
                    <a:pt x="6879" y="101"/>
                  </a:lnTo>
                  <a:lnTo>
                    <a:pt x="7280" y="60"/>
                  </a:lnTo>
                  <a:lnTo>
                    <a:pt x="7681" y="20"/>
                  </a:lnTo>
                  <a:lnTo>
                    <a:pt x="7681" y="20"/>
                  </a:lnTo>
                  <a:lnTo>
                    <a:pt x="8263" y="0"/>
                  </a:lnTo>
                  <a:lnTo>
                    <a:pt x="32068" y="0"/>
                  </a:lnTo>
                  <a:lnTo>
                    <a:pt x="32068" y="0"/>
                  </a:lnTo>
                  <a:lnTo>
                    <a:pt x="32489" y="0"/>
                  </a:lnTo>
                  <a:lnTo>
                    <a:pt x="32910" y="40"/>
                  </a:lnTo>
                  <a:lnTo>
                    <a:pt x="33311" y="80"/>
                  </a:lnTo>
                  <a:lnTo>
                    <a:pt x="33732" y="161"/>
                  </a:lnTo>
                  <a:lnTo>
                    <a:pt x="34133" y="261"/>
                  </a:lnTo>
                  <a:lnTo>
                    <a:pt x="34514" y="361"/>
                  </a:lnTo>
                  <a:lnTo>
                    <a:pt x="34895" y="502"/>
                  </a:lnTo>
                  <a:lnTo>
                    <a:pt x="35276" y="642"/>
                  </a:lnTo>
                  <a:lnTo>
                    <a:pt x="35637" y="802"/>
                  </a:lnTo>
                  <a:lnTo>
                    <a:pt x="35998" y="983"/>
                  </a:lnTo>
                  <a:lnTo>
                    <a:pt x="36339" y="1183"/>
                  </a:lnTo>
                  <a:lnTo>
                    <a:pt x="36680" y="1404"/>
                  </a:lnTo>
                  <a:lnTo>
                    <a:pt x="37001" y="1625"/>
                  </a:lnTo>
                  <a:lnTo>
                    <a:pt x="37302" y="1885"/>
                  </a:lnTo>
                  <a:lnTo>
                    <a:pt x="37603" y="2126"/>
                  </a:lnTo>
                  <a:lnTo>
                    <a:pt x="37904" y="2407"/>
                  </a:lnTo>
                  <a:lnTo>
                    <a:pt x="38164" y="2688"/>
                  </a:lnTo>
                  <a:lnTo>
                    <a:pt x="38425" y="2988"/>
                  </a:lnTo>
                  <a:lnTo>
                    <a:pt x="38666" y="3309"/>
                  </a:lnTo>
                  <a:lnTo>
                    <a:pt x="38906" y="3630"/>
                  </a:lnTo>
                  <a:lnTo>
                    <a:pt x="39107" y="3971"/>
                  </a:lnTo>
                  <a:lnTo>
                    <a:pt x="39307" y="4312"/>
                  </a:lnTo>
                  <a:lnTo>
                    <a:pt x="39488" y="4673"/>
                  </a:lnTo>
                  <a:lnTo>
                    <a:pt x="39668" y="5034"/>
                  </a:lnTo>
                  <a:lnTo>
                    <a:pt x="39809" y="5395"/>
                  </a:lnTo>
                  <a:lnTo>
                    <a:pt x="39929" y="5796"/>
                  </a:lnTo>
                  <a:lnTo>
                    <a:pt x="40049" y="6177"/>
                  </a:lnTo>
                  <a:lnTo>
                    <a:pt x="40150" y="6578"/>
                  </a:lnTo>
                  <a:lnTo>
                    <a:pt x="40210" y="6979"/>
                  </a:lnTo>
                  <a:lnTo>
                    <a:pt x="40270" y="7400"/>
                  </a:lnTo>
                  <a:lnTo>
                    <a:pt x="40290" y="7822"/>
                  </a:lnTo>
                  <a:lnTo>
                    <a:pt x="40310" y="82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26"/>
            <p:cNvSpPr/>
            <p:nvPr/>
          </p:nvSpPr>
          <p:spPr>
            <a:xfrm>
              <a:off x="103557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26"/>
            <p:cNvSpPr/>
            <p:nvPr/>
          </p:nvSpPr>
          <p:spPr>
            <a:xfrm>
              <a:off x="103557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26"/>
            <p:cNvSpPr/>
            <p:nvPr/>
          </p:nvSpPr>
          <p:spPr>
            <a:xfrm>
              <a:off x="104319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63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63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26"/>
            <p:cNvSpPr/>
            <p:nvPr/>
          </p:nvSpPr>
          <p:spPr>
            <a:xfrm>
              <a:off x="104319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63" y="1"/>
                  </a:moveTo>
                  <a:lnTo>
                    <a:pt x="763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63" y="4333"/>
                  </a:lnTo>
                  <a:lnTo>
                    <a:pt x="763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26"/>
            <p:cNvSpPr/>
            <p:nvPr/>
          </p:nvSpPr>
          <p:spPr>
            <a:xfrm>
              <a:off x="1050862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3" y="1"/>
                  </a:moveTo>
                  <a:lnTo>
                    <a:pt x="582" y="21"/>
                  </a:lnTo>
                  <a:lnTo>
                    <a:pt x="442" y="61"/>
                  </a:lnTo>
                  <a:lnTo>
                    <a:pt x="322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2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3" y="4333"/>
                  </a:lnTo>
                  <a:lnTo>
                    <a:pt x="883" y="4313"/>
                  </a:lnTo>
                  <a:lnTo>
                    <a:pt x="1024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5" y="3992"/>
                  </a:lnTo>
                  <a:lnTo>
                    <a:pt x="1425" y="3872"/>
                  </a:lnTo>
                  <a:lnTo>
                    <a:pt x="1465" y="3731"/>
                  </a:lnTo>
                  <a:lnTo>
                    <a:pt x="1485" y="3591"/>
                  </a:lnTo>
                  <a:lnTo>
                    <a:pt x="1485" y="763"/>
                  </a:lnTo>
                  <a:lnTo>
                    <a:pt x="1465" y="603"/>
                  </a:lnTo>
                  <a:lnTo>
                    <a:pt x="1425" y="462"/>
                  </a:lnTo>
                  <a:lnTo>
                    <a:pt x="1365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24" y="61"/>
                  </a:lnTo>
                  <a:lnTo>
                    <a:pt x="883" y="21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26"/>
            <p:cNvSpPr/>
            <p:nvPr/>
          </p:nvSpPr>
          <p:spPr>
            <a:xfrm>
              <a:off x="1050862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3" y="1"/>
                  </a:moveTo>
                  <a:lnTo>
                    <a:pt x="743" y="1"/>
                  </a:lnTo>
                  <a:lnTo>
                    <a:pt x="582" y="21"/>
                  </a:lnTo>
                  <a:lnTo>
                    <a:pt x="442" y="61"/>
                  </a:lnTo>
                  <a:lnTo>
                    <a:pt x="322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1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2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3" y="4333"/>
                  </a:lnTo>
                  <a:lnTo>
                    <a:pt x="743" y="4333"/>
                  </a:lnTo>
                  <a:lnTo>
                    <a:pt x="883" y="4313"/>
                  </a:lnTo>
                  <a:lnTo>
                    <a:pt x="1024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5" y="3992"/>
                  </a:lnTo>
                  <a:lnTo>
                    <a:pt x="1425" y="3872"/>
                  </a:lnTo>
                  <a:lnTo>
                    <a:pt x="1465" y="3731"/>
                  </a:lnTo>
                  <a:lnTo>
                    <a:pt x="1485" y="3591"/>
                  </a:lnTo>
                  <a:lnTo>
                    <a:pt x="1485" y="763"/>
                  </a:lnTo>
                  <a:lnTo>
                    <a:pt x="1485" y="763"/>
                  </a:lnTo>
                  <a:lnTo>
                    <a:pt x="1465" y="603"/>
                  </a:lnTo>
                  <a:lnTo>
                    <a:pt x="1425" y="462"/>
                  </a:lnTo>
                  <a:lnTo>
                    <a:pt x="1365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24" y="61"/>
                  </a:lnTo>
                  <a:lnTo>
                    <a:pt x="883" y="21"/>
                  </a:lnTo>
                  <a:lnTo>
                    <a:pt x="7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26"/>
            <p:cNvSpPr/>
            <p:nvPr/>
          </p:nvSpPr>
          <p:spPr>
            <a:xfrm>
              <a:off x="105848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1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20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26"/>
            <p:cNvSpPr/>
            <p:nvPr/>
          </p:nvSpPr>
          <p:spPr>
            <a:xfrm>
              <a:off x="105848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1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20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26"/>
            <p:cNvSpPr/>
            <p:nvPr/>
          </p:nvSpPr>
          <p:spPr>
            <a:xfrm>
              <a:off x="106610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8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26"/>
            <p:cNvSpPr/>
            <p:nvPr/>
          </p:nvSpPr>
          <p:spPr>
            <a:xfrm>
              <a:off x="106610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8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8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26"/>
            <p:cNvSpPr/>
            <p:nvPr/>
          </p:nvSpPr>
          <p:spPr>
            <a:xfrm>
              <a:off x="10737250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43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2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2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3" y="4333"/>
                  </a:lnTo>
                  <a:lnTo>
                    <a:pt x="903" y="4313"/>
                  </a:lnTo>
                  <a:lnTo>
                    <a:pt x="1044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5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5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4" y="61"/>
                  </a:lnTo>
                  <a:lnTo>
                    <a:pt x="903" y="21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26"/>
            <p:cNvSpPr/>
            <p:nvPr/>
          </p:nvSpPr>
          <p:spPr>
            <a:xfrm>
              <a:off x="10737250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43" y="1"/>
                  </a:moveTo>
                  <a:lnTo>
                    <a:pt x="743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2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2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3" y="4333"/>
                  </a:lnTo>
                  <a:lnTo>
                    <a:pt x="743" y="4333"/>
                  </a:lnTo>
                  <a:lnTo>
                    <a:pt x="903" y="4313"/>
                  </a:lnTo>
                  <a:lnTo>
                    <a:pt x="1044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5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5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4" y="61"/>
                  </a:lnTo>
                  <a:lnTo>
                    <a:pt x="903" y="21"/>
                  </a:lnTo>
                  <a:lnTo>
                    <a:pt x="7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26"/>
            <p:cNvSpPr/>
            <p:nvPr/>
          </p:nvSpPr>
          <p:spPr>
            <a:xfrm>
              <a:off x="1081347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62" y="1"/>
                  </a:moveTo>
                  <a:lnTo>
                    <a:pt x="602" y="21"/>
                  </a:lnTo>
                  <a:lnTo>
                    <a:pt x="461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0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62" y="4333"/>
                  </a:lnTo>
                  <a:lnTo>
                    <a:pt x="902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3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3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2" y="21"/>
                  </a:lnTo>
                  <a:lnTo>
                    <a:pt x="76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26"/>
            <p:cNvSpPr/>
            <p:nvPr/>
          </p:nvSpPr>
          <p:spPr>
            <a:xfrm>
              <a:off x="1081347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62" y="1"/>
                  </a:moveTo>
                  <a:lnTo>
                    <a:pt x="762" y="1"/>
                  </a:lnTo>
                  <a:lnTo>
                    <a:pt x="602" y="21"/>
                  </a:lnTo>
                  <a:lnTo>
                    <a:pt x="461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0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62" y="4333"/>
                  </a:lnTo>
                  <a:lnTo>
                    <a:pt x="762" y="4333"/>
                  </a:lnTo>
                  <a:lnTo>
                    <a:pt x="902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3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3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2" y="21"/>
                  </a:lnTo>
                  <a:lnTo>
                    <a:pt x="7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26"/>
            <p:cNvSpPr/>
            <p:nvPr/>
          </p:nvSpPr>
          <p:spPr>
            <a:xfrm>
              <a:off x="1089017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582" y="21"/>
                  </a:lnTo>
                  <a:lnTo>
                    <a:pt x="44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26"/>
            <p:cNvSpPr/>
            <p:nvPr/>
          </p:nvSpPr>
          <p:spPr>
            <a:xfrm>
              <a:off x="1089017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582" y="21"/>
                  </a:lnTo>
                  <a:lnTo>
                    <a:pt x="44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26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extrusionOk="0">
                  <a:moveTo>
                    <a:pt x="2988" y="1"/>
                  </a:moveTo>
                  <a:lnTo>
                    <a:pt x="2668" y="21"/>
                  </a:lnTo>
                  <a:lnTo>
                    <a:pt x="2347" y="81"/>
                  </a:lnTo>
                  <a:lnTo>
                    <a:pt x="2046" y="181"/>
                  </a:lnTo>
                  <a:lnTo>
                    <a:pt x="1745" y="302"/>
                  </a:lnTo>
                  <a:lnTo>
                    <a:pt x="1464" y="462"/>
                  </a:lnTo>
                  <a:lnTo>
                    <a:pt x="1224" y="643"/>
                  </a:lnTo>
                  <a:lnTo>
                    <a:pt x="983" y="843"/>
                  </a:lnTo>
                  <a:lnTo>
                    <a:pt x="762" y="1084"/>
                  </a:lnTo>
                  <a:lnTo>
                    <a:pt x="582" y="1325"/>
                  </a:lnTo>
                  <a:lnTo>
                    <a:pt x="401" y="1605"/>
                  </a:lnTo>
                  <a:lnTo>
                    <a:pt x="261" y="1886"/>
                  </a:lnTo>
                  <a:lnTo>
                    <a:pt x="161" y="2187"/>
                  </a:lnTo>
                  <a:lnTo>
                    <a:pt x="80" y="2488"/>
                  </a:lnTo>
                  <a:lnTo>
                    <a:pt x="20" y="2809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41" y="3992"/>
                  </a:lnTo>
                  <a:lnTo>
                    <a:pt x="241" y="4253"/>
                  </a:lnTo>
                  <a:lnTo>
                    <a:pt x="361" y="4513"/>
                  </a:lnTo>
                  <a:lnTo>
                    <a:pt x="502" y="4754"/>
                  </a:lnTo>
                  <a:lnTo>
                    <a:pt x="662" y="4974"/>
                  </a:lnTo>
                  <a:lnTo>
                    <a:pt x="863" y="5195"/>
                  </a:lnTo>
                  <a:lnTo>
                    <a:pt x="1083" y="5396"/>
                  </a:lnTo>
                  <a:lnTo>
                    <a:pt x="1304" y="5576"/>
                  </a:lnTo>
                  <a:lnTo>
                    <a:pt x="1565" y="5716"/>
                  </a:lnTo>
                  <a:lnTo>
                    <a:pt x="1845" y="5857"/>
                  </a:lnTo>
                  <a:lnTo>
                    <a:pt x="2126" y="5977"/>
                  </a:lnTo>
                  <a:lnTo>
                    <a:pt x="2447" y="6057"/>
                  </a:lnTo>
                  <a:lnTo>
                    <a:pt x="2768" y="609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6037" y="3751"/>
                  </a:lnTo>
                  <a:lnTo>
                    <a:pt x="6097" y="3410"/>
                  </a:lnTo>
                  <a:lnTo>
                    <a:pt x="6117" y="3089"/>
                  </a:lnTo>
                  <a:lnTo>
                    <a:pt x="6097" y="2748"/>
                  </a:lnTo>
                  <a:lnTo>
                    <a:pt x="6057" y="2488"/>
                  </a:lnTo>
                  <a:lnTo>
                    <a:pt x="5997" y="2247"/>
                  </a:lnTo>
                  <a:lnTo>
                    <a:pt x="5916" y="1986"/>
                  </a:lnTo>
                  <a:lnTo>
                    <a:pt x="5816" y="1746"/>
                  </a:lnTo>
                  <a:lnTo>
                    <a:pt x="5696" y="1525"/>
                  </a:lnTo>
                  <a:lnTo>
                    <a:pt x="5555" y="1304"/>
                  </a:lnTo>
                  <a:lnTo>
                    <a:pt x="5395" y="1104"/>
                  </a:lnTo>
                  <a:lnTo>
                    <a:pt x="5214" y="903"/>
                  </a:lnTo>
                  <a:lnTo>
                    <a:pt x="5014" y="743"/>
                  </a:lnTo>
                  <a:lnTo>
                    <a:pt x="4813" y="583"/>
                  </a:lnTo>
                  <a:lnTo>
                    <a:pt x="4593" y="422"/>
                  </a:lnTo>
                  <a:lnTo>
                    <a:pt x="4352" y="302"/>
                  </a:lnTo>
                  <a:lnTo>
                    <a:pt x="4091" y="201"/>
                  </a:lnTo>
                  <a:lnTo>
                    <a:pt x="3831" y="121"/>
                  </a:lnTo>
                  <a:lnTo>
                    <a:pt x="3570" y="61"/>
                  </a:lnTo>
                  <a:lnTo>
                    <a:pt x="3289" y="21"/>
                  </a:lnTo>
                  <a:lnTo>
                    <a:pt x="298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26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fill="none" extrusionOk="0">
                  <a:moveTo>
                    <a:pt x="5936" y="4092"/>
                  </a:moveTo>
                  <a:lnTo>
                    <a:pt x="5936" y="4092"/>
                  </a:lnTo>
                  <a:lnTo>
                    <a:pt x="5856" y="4293"/>
                  </a:lnTo>
                  <a:lnTo>
                    <a:pt x="5756" y="4493"/>
                  </a:lnTo>
                  <a:lnTo>
                    <a:pt x="5656" y="4674"/>
                  </a:lnTo>
                  <a:lnTo>
                    <a:pt x="5535" y="4854"/>
                  </a:lnTo>
                  <a:lnTo>
                    <a:pt x="5415" y="5015"/>
                  </a:lnTo>
                  <a:lnTo>
                    <a:pt x="5275" y="5175"/>
                  </a:lnTo>
                  <a:lnTo>
                    <a:pt x="5134" y="5335"/>
                  </a:lnTo>
                  <a:lnTo>
                    <a:pt x="4974" y="5476"/>
                  </a:lnTo>
                  <a:lnTo>
                    <a:pt x="4813" y="5596"/>
                  </a:lnTo>
                  <a:lnTo>
                    <a:pt x="4653" y="5716"/>
                  </a:lnTo>
                  <a:lnTo>
                    <a:pt x="4472" y="5817"/>
                  </a:lnTo>
                  <a:lnTo>
                    <a:pt x="4272" y="5897"/>
                  </a:lnTo>
                  <a:lnTo>
                    <a:pt x="4091" y="5977"/>
                  </a:lnTo>
                  <a:lnTo>
                    <a:pt x="3891" y="6037"/>
                  </a:lnTo>
                  <a:lnTo>
                    <a:pt x="3670" y="6077"/>
                  </a:lnTo>
                  <a:lnTo>
                    <a:pt x="3470" y="6098"/>
                  </a:lnTo>
                  <a:lnTo>
                    <a:pt x="3470" y="6098"/>
                  </a:lnTo>
                  <a:lnTo>
                    <a:pt x="3109" y="6118"/>
                  </a:lnTo>
                  <a:lnTo>
                    <a:pt x="2768" y="6098"/>
                  </a:lnTo>
                  <a:lnTo>
                    <a:pt x="2447" y="6057"/>
                  </a:lnTo>
                  <a:lnTo>
                    <a:pt x="2126" y="5977"/>
                  </a:lnTo>
                  <a:lnTo>
                    <a:pt x="1845" y="5857"/>
                  </a:lnTo>
                  <a:lnTo>
                    <a:pt x="1565" y="5716"/>
                  </a:lnTo>
                  <a:lnTo>
                    <a:pt x="1304" y="5576"/>
                  </a:lnTo>
                  <a:lnTo>
                    <a:pt x="1083" y="5396"/>
                  </a:lnTo>
                  <a:lnTo>
                    <a:pt x="863" y="5195"/>
                  </a:lnTo>
                  <a:lnTo>
                    <a:pt x="662" y="4974"/>
                  </a:lnTo>
                  <a:lnTo>
                    <a:pt x="502" y="4754"/>
                  </a:lnTo>
                  <a:lnTo>
                    <a:pt x="361" y="4513"/>
                  </a:lnTo>
                  <a:lnTo>
                    <a:pt x="241" y="4253"/>
                  </a:lnTo>
                  <a:lnTo>
                    <a:pt x="141" y="3992"/>
                  </a:lnTo>
                  <a:lnTo>
                    <a:pt x="60" y="3731"/>
                  </a:lnTo>
                  <a:lnTo>
                    <a:pt x="20" y="3470"/>
                  </a:lnTo>
                  <a:lnTo>
                    <a:pt x="20" y="3470"/>
                  </a:lnTo>
                  <a:lnTo>
                    <a:pt x="0" y="3150"/>
                  </a:lnTo>
                  <a:lnTo>
                    <a:pt x="20" y="2809"/>
                  </a:lnTo>
                  <a:lnTo>
                    <a:pt x="80" y="2488"/>
                  </a:lnTo>
                  <a:lnTo>
                    <a:pt x="161" y="2187"/>
                  </a:lnTo>
                  <a:lnTo>
                    <a:pt x="261" y="1886"/>
                  </a:lnTo>
                  <a:lnTo>
                    <a:pt x="401" y="1605"/>
                  </a:lnTo>
                  <a:lnTo>
                    <a:pt x="582" y="1325"/>
                  </a:lnTo>
                  <a:lnTo>
                    <a:pt x="762" y="1084"/>
                  </a:lnTo>
                  <a:lnTo>
                    <a:pt x="983" y="843"/>
                  </a:lnTo>
                  <a:lnTo>
                    <a:pt x="1224" y="643"/>
                  </a:lnTo>
                  <a:lnTo>
                    <a:pt x="1464" y="462"/>
                  </a:lnTo>
                  <a:lnTo>
                    <a:pt x="1745" y="302"/>
                  </a:lnTo>
                  <a:lnTo>
                    <a:pt x="2046" y="181"/>
                  </a:lnTo>
                  <a:lnTo>
                    <a:pt x="2347" y="81"/>
                  </a:lnTo>
                  <a:lnTo>
                    <a:pt x="2668" y="21"/>
                  </a:lnTo>
                  <a:lnTo>
                    <a:pt x="2988" y="1"/>
                  </a:lnTo>
                  <a:lnTo>
                    <a:pt x="2988" y="1"/>
                  </a:lnTo>
                  <a:lnTo>
                    <a:pt x="3289" y="21"/>
                  </a:lnTo>
                  <a:lnTo>
                    <a:pt x="3289" y="21"/>
                  </a:lnTo>
                  <a:lnTo>
                    <a:pt x="3570" y="61"/>
                  </a:lnTo>
                  <a:lnTo>
                    <a:pt x="3831" y="121"/>
                  </a:lnTo>
                  <a:lnTo>
                    <a:pt x="4091" y="201"/>
                  </a:lnTo>
                  <a:lnTo>
                    <a:pt x="4352" y="302"/>
                  </a:lnTo>
                  <a:lnTo>
                    <a:pt x="4593" y="422"/>
                  </a:lnTo>
                  <a:lnTo>
                    <a:pt x="4813" y="583"/>
                  </a:lnTo>
                  <a:lnTo>
                    <a:pt x="5014" y="743"/>
                  </a:lnTo>
                  <a:lnTo>
                    <a:pt x="5214" y="903"/>
                  </a:lnTo>
                  <a:lnTo>
                    <a:pt x="5395" y="1104"/>
                  </a:lnTo>
                  <a:lnTo>
                    <a:pt x="5555" y="1304"/>
                  </a:lnTo>
                  <a:lnTo>
                    <a:pt x="5696" y="1525"/>
                  </a:lnTo>
                  <a:lnTo>
                    <a:pt x="5816" y="1746"/>
                  </a:lnTo>
                  <a:lnTo>
                    <a:pt x="5916" y="1986"/>
                  </a:lnTo>
                  <a:lnTo>
                    <a:pt x="5997" y="2247"/>
                  </a:lnTo>
                  <a:lnTo>
                    <a:pt x="6057" y="2488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117" y="3089"/>
                  </a:lnTo>
                  <a:lnTo>
                    <a:pt x="6097" y="3410"/>
                  </a:lnTo>
                  <a:lnTo>
                    <a:pt x="6037" y="3751"/>
                  </a:lnTo>
                  <a:lnTo>
                    <a:pt x="5936" y="409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26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extrusionOk="0">
                  <a:moveTo>
                    <a:pt x="2988" y="1"/>
                  </a:moveTo>
                  <a:lnTo>
                    <a:pt x="2688" y="21"/>
                  </a:lnTo>
                  <a:lnTo>
                    <a:pt x="2387" y="81"/>
                  </a:lnTo>
                  <a:lnTo>
                    <a:pt x="2086" y="161"/>
                  </a:lnTo>
                  <a:lnTo>
                    <a:pt x="1825" y="262"/>
                  </a:lnTo>
                  <a:lnTo>
                    <a:pt x="1565" y="402"/>
                  </a:lnTo>
                  <a:lnTo>
                    <a:pt x="1304" y="562"/>
                  </a:lnTo>
                  <a:lnTo>
                    <a:pt x="1083" y="763"/>
                  </a:lnTo>
                  <a:lnTo>
                    <a:pt x="863" y="964"/>
                  </a:lnTo>
                  <a:lnTo>
                    <a:pt x="682" y="1184"/>
                  </a:lnTo>
                  <a:lnTo>
                    <a:pt x="502" y="1425"/>
                  </a:lnTo>
                  <a:lnTo>
                    <a:pt x="361" y="1686"/>
                  </a:lnTo>
                  <a:lnTo>
                    <a:pt x="241" y="1946"/>
                  </a:lnTo>
                  <a:lnTo>
                    <a:pt x="141" y="2247"/>
                  </a:lnTo>
                  <a:lnTo>
                    <a:pt x="60" y="2528"/>
                  </a:lnTo>
                  <a:lnTo>
                    <a:pt x="20" y="2829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21" y="3972"/>
                  </a:lnTo>
                  <a:lnTo>
                    <a:pt x="221" y="4212"/>
                  </a:lnTo>
                  <a:lnTo>
                    <a:pt x="321" y="4453"/>
                  </a:lnTo>
                  <a:lnTo>
                    <a:pt x="462" y="4674"/>
                  </a:lnTo>
                  <a:lnTo>
                    <a:pt x="602" y="4894"/>
                  </a:lnTo>
                  <a:lnTo>
                    <a:pt x="782" y="5095"/>
                  </a:lnTo>
                  <a:lnTo>
                    <a:pt x="963" y="5295"/>
                  </a:lnTo>
                  <a:lnTo>
                    <a:pt x="1183" y="5476"/>
                  </a:lnTo>
                  <a:lnTo>
                    <a:pt x="1404" y="5636"/>
                  </a:lnTo>
                  <a:lnTo>
                    <a:pt x="1665" y="5777"/>
                  </a:lnTo>
                  <a:lnTo>
                    <a:pt x="1925" y="5897"/>
                  </a:lnTo>
                  <a:lnTo>
                    <a:pt x="2186" y="5997"/>
                  </a:lnTo>
                  <a:lnTo>
                    <a:pt x="2487" y="6057"/>
                  </a:lnTo>
                  <a:lnTo>
                    <a:pt x="2788" y="611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6017" y="3831"/>
                  </a:lnTo>
                  <a:lnTo>
                    <a:pt x="6077" y="3571"/>
                  </a:lnTo>
                  <a:lnTo>
                    <a:pt x="6097" y="3310"/>
                  </a:lnTo>
                  <a:lnTo>
                    <a:pt x="6117" y="3049"/>
                  </a:lnTo>
                  <a:lnTo>
                    <a:pt x="6097" y="2748"/>
                  </a:lnTo>
                  <a:lnTo>
                    <a:pt x="6017" y="2949"/>
                  </a:lnTo>
                  <a:lnTo>
                    <a:pt x="5936" y="3150"/>
                  </a:lnTo>
                  <a:lnTo>
                    <a:pt x="5836" y="3330"/>
                  </a:lnTo>
                  <a:lnTo>
                    <a:pt x="5716" y="3510"/>
                  </a:lnTo>
                  <a:lnTo>
                    <a:pt x="5595" y="3671"/>
                  </a:lnTo>
                  <a:lnTo>
                    <a:pt x="5455" y="3831"/>
                  </a:lnTo>
                  <a:lnTo>
                    <a:pt x="5315" y="3992"/>
                  </a:lnTo>
                  <a:lnTo>
                    <a:pt x="5154" y="4112"/>
                  </a:lnTo>
                  <a:lnTo>
                    <a:pt x="4994" y="4232"/>
                  </a:lnTo>
                  <a:lnTo>
                    <a:pt x="4833" y="4353"/>
                  </a:lnTo>
                  <a:lnTo>
                    <a:pt x="4653" y="4453"/>
                  </a:lnTo>
                  <a:lnTo>
                    <a:pt x="4452" y="4533"/>
                  </a:lnTo>
                  <a:lnTo>
                    <a:pt x="4272" y="4593"/>
                  </a:lnTo>
                  <a:lnTo>
                    <a:pt x="4071" y="4634"/>
                  </a:lnTo>
                  <a:lnTo>
                    <a:pt x="3871" y="4654"/>
                  </a:lnTo>
                  <a:lnTo>
                    <a:pt x="3670" y="4674"/>
                  </a:lnTo>
                  <a:lnTo>
                    <a:pt x="3510" y="4674"/>
                  </a:lnTo>
                  <a:lnTo>
                    <a:pt x="3349" y="4654"/>
                  </a:lnTo>
                  <a:lnTo>
                    <a:pt x="3189" y="4613"/>
                  </a:lnTo>
                  <a:lnTo>
                    <a:pt x="3028" y="4573"/>
                  </a:lnTo>
                  <a:lnTo>
                    <a:pt x="2868" y="4513"/>
                  </a:lnTo>
                  <a:lnTo>
                    <a:pt x="2708" y="4453"/>
                  </a:lnTo>
                  <a:lnTo>
                    <a:pt x="2527" y="4353"/>
                  </a:lnTo>
                  <a:lnTo>
                    <a:pt x="2367" y="4253"/>
                  </a:lnTo>
                  <a:lnTo>
                    <a:pt x="2226" y="4152"/>
                  </a:lnTo>
                  <a:lnTo>
                    <a:pt x="2086" y="4032"/>
                  </a:lnTo>
                  <a:lnTo>
                    <a:pt x="1946" y="3892"/>
                  </a:lnTo>
                  <a:lnTo>
                    <a:pt x="1825" y="3751"/>
                  </a:lnTo>
                  <a:lnTo>
                    <a:pt x="1725" y="3611"/>
                  </a:lnTo>
                  <a:lnTo>
                    <a:pt x="1625" y="3450"/>
                  </a:lnTo>
                  <a:lnTo>
                    <a:pt x="1524" y="3270"/>
                  </a:lnTo>
                  <a:lnTo>
                    <a:pt x="1464" y="3109"/>
                  </a:lnTo>
                  <a:lnTo>
                    <a:pt x="1404" y="2929"/>
                  </a:lnTo>
                  <a:lnTo>
                    <a:pt x="1344" y="2748"/>
                  </a:lnTo>
                  <a:lnTo>
                    <a:pt x="1324" y="2568"/>
                  </a:lnTo>
                  <a:lnTo>
                    <a:pt x="1304" y="2387"/>
                  </a:lnTo>
                  <a:lnTo>
                    <a:pt x="1304" y="2187"/>
                  </a:lnTo>
                  <a:lnTo>
                    <a:pt x="1304" y="2006"/>
                  </a:lnTo>
                  <a:lnTo>
                    <a:pt x="1344" y="1826"/>
                  </a:lnTo>
                  <a:lnTo>
                    <a:pt x="1384" y="1645"/>
                  </a:lnTo>
                  <a:lnTo>
                    <a:pt x="1484" y="1345"/>
                  </a:lnTo>
                  <a:lnTo>
                    <a:pt x="1625" y="1084"/>
                  </a:lnTo>
                  <a:lnTo>
                    <a:pt x="1805" y="843"/>
                  </a:lnTo>
                  <a:lnTo>
                    <a:pt x="1986" y="643"/>
                  </a:lnTo>
                  <a:lnTo>
                    <a:pt x="2226" y="442"/>
                  </a:lnTo>
                  <a:lnTo>
                    <a:pt x="2467" y="282"/>
                  </a:lnTo>
                  <a:lnTo>
                    <a:pt x="2708" y="141"/>
                  </a:lnTo>
                  <a:lnTo>
                    <a:pt x="298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26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fill="none" extrusionOk="0">
                  <a:moveTo>
                    <a:pt x="2988" y="1"/>
                  </a:moveTo>
                  <a:lnTo>
                    <a:pt x="2988" y="1"/>
                  </a:lnTo>
                  <a:lnTo>
                    <a:pt x="2688" y="21"/>
                  </a:lnTo>
                  <a:lnTo>
                    <a:pt x="2387" y="81"/>
                  </a:lnTo>
                  <a:lnTo>
                    <a:pt x="2086" y="161"/>
                  </a:lnTo>
                  <a:lnTo>
                    <a:pt x="1825" y="262"/>
                  </a:lnTo>
                  <a:lnTo>
                    <a:pt x="1565" y="402"/>
                  </a:lnTo>
                  <a:lnTo>
                    <a:pt x="1304" y="562"/>
                  </a:lnTo>
                  <a:lnTo>
                    <a:pt x="1083" y="763"/>
                  </a:lnTo>
                  <a:lnTo>
                    <a:pt x="863" y="964"/>
                  </a:lnTo>
                  <a:lnTo>
                    <a:pt x="682" y="1184"/>
                  </a:lnTo>
                  <a:lnTo>
                    <a:pt x="502" y="1425"/>
                  </a:lnTo>
                  <a:lnTo>
                    <a:pt x="361" y="1686"/>
                  </a:lnTo>
                  <a:lnTo>
                    <a:pt x="241" y="1946"/>
                  </a:lnTo>
                  <a:lnTo>
                    <a:pt x="141" y="2247"/>
                  </a:lnTo>
                  <a:lnTo>
                    <a:pt x="60" y="2528"/>
                  </a:lnTo>
                  <a:lnTo>
                    <a:pt x="20" y="2829"/>
                  </a:lnTo>
                  <a:lnTo>
                    <a:pt x="0" y="3150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21" y="3972"/>
                  </a:lnTo>
                  <a:lnTo>
                    <a:pt x="221" y="4212"/>
                  </a:lnTo>
                  <a:lnTo>
                    <a:pt x="321" y="4453"/>
                  </a:lnTo>
                  <a:lnTo>
                    <a:pt x="462" y="4674"/>
                  </a:lnTo>
                  <a:lnTo>
                    <a:pt x="602" y="4894"/>
                  </a:lnTo>
                  <a:lnTo>
                    <a:pt x="782" y="5095"/>
                  </a:lnTo>
                  <a:lnTo>
                    <a:pt x="963" y="5295"/>
                  </a:lnTo>
                  <a:lnTo>
                    <a:pt x="1183" y="5476"/>
                  </a:lnTo>
                  <a:lnTo>
                    <a:pt x="1404" y="5636"/>
                  </a:lnTo>
                  <a:lnTo>
                    <a:pt x="1665" y="5777"/>
                  </a:lnTo>
                  <a:lnTo>
                    <a:pt x="1925" y="5897"/>
                  </a:lnTo>
                  <a:lnTo>
                    <a:pt x="2186" y="5997"/>
                  </a:lnTo>
                  <a:lnTo>
                    <a:pt x="2487" y="6057"/>
                  </a:lnTo>
                  <a:lnTo>
                    <a:pt x="2788" y="6118"/>
                  </a:lnTo>
                  <a:lnTo>
                    <a:pt x="3109" y="611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5936" y="4092"/>
                  </a:lnTo>
                  <a:lnTo>
                    <a:pt x="6017" y="3831"/>
                  </a:lnTo>
                  <a:lnTo>
                    <a:pt x="6077" y="3571"/>
                  </a:lnTo>
                  <a:lnTo>
                    <a:pt x="6097" y="3310"/>
                  </a:lnTo>
                  <a:lnTo>
                    <a:pt x="6117" y="3049"/>
                  </a:lnTo>
                  <a:lnTo>
                    <a:pt x="6117" y="3049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017" y="2949"/>
                  </a:lnTo>
                  <a:lnTo>
                    <a:pt x="5936" y="3150"/>
                  </a:lnTo>
                  <a:lnTo>
                    <a:pt x="5836" y="3330"/>
                  </a:lnTo>
                  <a:lnTo>
                    <a:pt x="5716" y="3510"/>
                  </a:lnTo>
                  <a:lnTo>
                    <a:pt x="5595" y="3671"/>
                  </a:lnTo>
                  <a:lnTo>
                    <a:pt x="5455" y="3831"/>
                  </a:lnTo>
                  <a:lnTo>
                    <a:pt x="5315" y="3992"/>
                  </a:lnTo>
                  <a:lnTo>
                    <a:pt x="5154" y="4112"/>
                  </a:lnTo>
                  <a:lnTo>
                    <a:pt x="4994" y="4232"/>
                  </a:lnTo>
                  <a:lnTo>
                    <a:pt x="4833" y="4353"/>
                  </a:lnTo>
                  <a:lnTo>
                    <a:pt x="4653" y="4453"/>
                  </a:lnTo>
                  <a:lnTo>
                    <a:pt x="4452" y="4533"/>
                  </a:lnTo>
                  <a:lnTo>
                    <a:pt x="4272" y="4593"/>
                  </a:lnTo>
                  <a:lnTo>
                    <a:pt x="4071" y="4634"/>
                  </a:lnTo>
                  <a:lnTo>
                    <a:pt x="3871" y="4654"/>
                  </a:lnTo>
                  <a:lnTo>
                    <a:pt x="3670" y="4674"/>
                  </a:lnTo>
                  <a:lnTo>
                    <a:pt x="3670" y="4674"/>
                  </a:lnTo>
                  <a:lnTo>
                    <a:pt x="3510" y="4674"/>
                  </a:lnTo>
                  <a:lnTo>
                    <a:pt x="3349" y="4654"/>
                  </a:lnTo>
                  <a:lnTo>
                    <a:pt x="3189" y="4613"/>
                  </a:lnTo>
                  <a:lnTo>
                    <a:pt x="3028" y="4573"/>
                  </a:lnTo>
                  <a:lnTo>
                    <a:pt x="2868" y="4513"/>
                  </a:lnTo>
                  <a:lnTo>
                    <a:pt x="2708" y="4453"/>
                  </a:lnTo>
                  <a:lnTo>
                    <a:pt x="2527" y="4353"/>
                  </a:lnTo>
                  <a:lnTo>
                    <a:pt x="2367" y="4253"/>
                  </a:lnTo>
                  <a:lnTo>
                    <a:pt x="2367" y="4253"/>
                  </a:lnTo>
                  <a:lnTo>
                    <a:pt x="2226" y="4152"/>
                  </a:lnTo>
                  <a:lnTo>
                    <a:pt x="2086" y="4032"/>
                  </a:lnTo>
                  <a:lnTo>
                    <a:pt x="1946" y="3892"/>
                  </a:lnTo>
                  <a:lnTo>
                    <a:pt x="1825" y="3751"/>
                  </a:lnTo>
                  <a:lnTo>
                    <a:pt x="1725" y="3611"/>
                  </a:lnTo>
                  <a:lnTo>
                    <a:pt x="1625" y="3450"/>
                  </a:lnTo>
                  <a:lnTo>
                    <a:pt x="1524" y="3270"/>
                  </a:lnTo>
                  <a:lnTo>
                    <a:pt x="1464" y="3109"/>
                  </a:lnTo>
                  <a:lnTo>
                    <a:pt x="1404" y="2929"/>
                  </a:lnTo>
                  <a:lnTo>
                    <a:pt x="1344" y="2748"/>
                  </a:lnTo>
                  <a:lnTo>
                    <a:pt x="1324" y="2568"/>
                  </a:lnTo>
                  <a:lnTo>
                    <a:pt x="1304" y="2387"/>
                  </a:lnTo>
                  <a:lnTo>
                    <a:pt x="1304" y="2187"/>
                  </a:lnTo>
                  <a:lnTo>
                    <a:pt x="1304" y="2006"/>
                  </a:lnTo>
                  <a:lnTo>
                    <a:pt x="1344" y="1826"/>
                  </a:lnTo>
                  <a:lnTo>
                    <a:pt x="1384" y="1645"/>
                  </a:lnTo>
                  <a:lnTo>
                    <a:pt x="1384" y="1645"/>
                  </a:lnTo>
                  <a:lnTo>
                    <a:pt x="1484" y="1345"/>
                  </a:lnTo>
                  <a:lnTo>
                    <a:pt x="1625" y="1084"/>
                  </a:lnTo>
                  <a:lnTo>
                    <a:pt x="1805" y="843"/>
                  </a:lnTo>
                  <a:lnTo>
                    <a:pt x="1986" y="643"/>
                  </a:lnTo>
                  <a:lnTo>
                    <a:pt x="2226" y="442"/>
                  </a:lnTo>
                  <a:lnTo>
                    <a:pt x="2467" y="282"/>
                  </a:lnTo>
                  <a:lnTo>
                    <a:pt x="2708" y="141"/>
                  </a:lnTo>
                  <a:lnTo>
                    <a:pt x="298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26"/>
            <p:cNvSpPr/>
            <p:nvPr/>
          </p:nvSpPr>
          <p:spPr>
            <a:xfrm>
              <a:off x="10460000" y="3355563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82" y="1"/>
                  </a:moveTo>
                  <a:lnTo>
                    <a:pt x="281" y="21"/>
                  </a:lnTo>
                  <a:lnTo>
                    <a:pt x="221" y="41"/>
                  </a:lnTo>
                  <a:lnTo>
                    <a:pt x="161" y="81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2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3"/>
                  </a:lnTo>
                  <a:lnTo>
                    <a:pt x="161" y="703"/>
                  </a:lnTo>
                  <a:lnTo>
                    <a:pt x="221" y="743"/>
                  </a:lnTo>
                  <a:lnTo>
                    <a:pt x="281" y="763"/>
                  </a:lnTo>
                  <a:lnTo>
                    <a:pt x="462" y="763"/>
                  </a:lnTo>
                  <a:lnTo>
                    <a:pt x="542" y="743"/>
                  </a:lnTo>
                  <a:lnTo>
                    <a:pt x="602" y="703"/>
                  </a:lnTo>
                  <a:lnTo>
                    <a:pt x="662" y="643"/>
                  </a:lnTo>
                  <a:lnTo>
                    <a:pt x="702" y="582"/>
                  </a:lnTo>
                  <a:lnTo>
                    <a:pt x="723" y="522"/>
                  </a:lnTo>
                  <a:lnTo>
                    <a:pt x="743" y="382"/>
                  </a:lnTo>
                  <a:lnTo>
                    <a:pt x="723" y="241"/>
                  </a:lnTo>
                  <a:lnTo>
                    <a:pt x="702" y="181"/>
                  </a:lnTo>
                  <a:lnTo>
                    <a:pt x="662" y="121"/>
                  </a:lnTo>
                  <a:lnTo>
                    <a:pt x="602" y="81"/>
                  </a:lnTo>
                  <a:lnTo>
                    <a:pt x="542" y="41"/>
                  </a:lnTo>
                  <a:lnTo>
                    <a:pt x="462" y="21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26"/>
            <p:cNvSpPr/>
            <p:nvPr/>
          </p:nvSpPr>
          <p:spPr>
            <a:xfrm>
              <a:off x="106144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extrusionOk="0">
                  <a:moveTo>
                    <a:pt x="1083" y="0"/>
                  </a:move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215" y="1304"/>
                  </a:lnTo>
                  <a:lnTo>
                    <a:pt x="5215" y="1183"/>
                  </a:lnTo>
                  <a:lnTo>
                    <a:pt x="5215" y="1063"/>
                  </a:lnTo>
                  <a:lnTo>
                    <a:pt x="5194" y="943"/>
                  </a:lnTo>
                  <a:lnTo>
                    <a:pt x="5114" y="722"/>
                  </a:lnTo>
                  <a:lnTo>
                    <a:pt x="5014" y="521"/>
                  </a:lnTo>
                  <a:lnTo>
                    <a:pt x="4874" y="341"/>
                  </a:lnTo>
                  <a:lnTo>
                    <a:pt x="4693" y="201"/>
                  </a:lnTo>
                  <a:lnTo>
                    <a:pt x="4493" y="80"/>
                  </a:lnTo>
                  <a:lnTo>
                    <a:pt x="4272" y="20"/>
                  </a:lnTo>
                  <a:lnTo>
                    <a:pt x="41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26"/>
            <p:cNvSpPr/>
            <p:nvPr/>
          </p:nvSpPr>
          <p:spPr>
            <a:xfrm>
              <a:off x="106144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fill="none" extrusionOk="0">
                  <a:moveTo>
                    <a:pt x="5215" y="1183"/>
                  </a:moveTo>
                  <a:lnTo>
                    <a:pt x="5215" y="1183"/>
                  </a:lnTo>
                  <a:lnTo>
                    <a:pt x="5215" y="130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5134" y="1584"/>
                  </a:lnTo>
                  <a:lnTo>
                    <a:pt x="5074" y="1745"/>
                  </a:lnTo>
                  <a:lnTo>
                    <a:pt x="4974" y="1885"/>
                  </a:lnTo>
                  <a:lnTo>
                    <a:pt x="4874" y="2026"/>
                  </a:lnTo>
                  <a:lnTo>
                    <a:pt x="4874" y="2026"/>
                  </a:lnTo>
                  <a:lnTo>
                    <a:pt x="4693" y="2166"/>
                  </a:lnTo>
                  <a:lnTo>
                    <a:pt x="4493" y="2286"/>
                  </a:lnTo>
                  <a:lnTo>
                    <a:pt x="4272" y="2346"/>
                  </a:lnTo>
                  <a:lnTo>
                    <a:pt x="4152" y="2367"/>
                  </a:lnTo>
                  <a:lnTo>
                    <a:pt x="4031" y="2367"/>
                  </a:lnTo>
                  <a:lnTo>
                    <a:pt x="1204" y="2367"/>
                  </a:lnTo>
                  <a:lnTo>
                    <a:pt x="1204" y="2367"/>
                  </a:lnTo>
                  <a:lnTo>
                    <a:pt x="1083" y="2367"/>
                  </a:lnTo>
                  <a:lnTo>
                    <a:pt x="963" y="2346"/>
                  </a:lnTo>
                  <a:lnTo>
                    <a:pt x="742" y="2286"/>
                  </a:lnTo>
                  <a:lnTo>
                    <a:pt x="522" y="2166"/>
                  </a:lnTo>
                  <a:lnTo>
                    <a:pt x="361" y="2026"/>
                  </a:lnTo>
                  <a:lnTo>
                    <a:pt x="201" y="1845"/>
                  </a:lnTo>
                  <a:lnTo>
                    <a:pt x="101" y="1645"/>
                  </a:lnTo>
                  <a:lnTo>
                    <a:pt x="40" y="1424"/>
                  </a:lnTo>
                  <a:lnTo>
                    <a:pt x="20" y="1304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20" y="1063"/>
                  </a:lnTo>
                  <a:lnTo>
                    <a:pt x="40" y="943"/>
                  </a:lnTo>
                  <a:lnTo>
                    <a:pt x="101" y="722"/>
                  </a:lnTo>
                  <a:lnTo>
                    <a:pt x="221" y="52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542" y="201"/>
                  </a:lnTo>
                  <a:lnTo>
                    <a:pt x="742" y="80"/>
                  </a:lnTo>
                  <a:lnTo>
                    <a:pt x="963" y="20"/>
                  </a:lnTo>
                  <a:lnTo>
                    <a:pt x="1083" y="0"/>
                  </a:lnTo>
                  <a:lnTo>
                    <a:pt x="1204" y="0"/>
                  </a:lnTo>
                  <a:lnTo>
                    <a:pt x="4031" y="0"/>
                  </a:lnTo>
                  <a:lnTo>
                    <a:pt x="4031" y="0"/>
                  </a:lnTo>
                  <a:lnTo>
                    <a:pt x="4152" y="0"/>
                  </a:lnTo>
                  <a:lnTo>
                    <a:pt x="4272" y="20"/>
                  </a:lnTo>
                  <a:lnTo>
                    <a:pt x="4493" y="80"/>
                  </a:lnTo>
                  <a:lnTo>
                    <a:pt x="4693" y="201"/>
                  </a:lnTo>
                  <a:lnTo>
                    <a:pt x="4874" y="341"/>
                  </a:lnTo>
                  <a:lnTo>
                    <a:pt x="5014" y="521"/>
                  </a:lnTo>
                  <a:lnTo>
                    <a:pt x="5114" y="722"/>
                  </a:lnTo>
                  <a:lnTo>
                    <a:pt x="5194" y="943"/>
                  </a:lnTo>
                  <a:lnTo>
                    <a:pt x="5215" y="1063"/>
                  </a:lnTo>
                  <a:lnTo>
                    <a:pt x="5215" y="11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26"/>
            <p:cNvSpPr/>
            <p:nvPr/>
          </p:nvSpPr>
          <p:spPr>
            <a:xfrm>
              <a:off x="106144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extrusionOk="0">
                  <a:moveTo>
                    <a:pt x="1083" y="0"/>
                  </a:move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72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8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4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26"/>
            <p:cNvSpPr/>
            <p:nvPr/>
          </p:nvSpPr>
          <p:spPr>
            <a:xfrm>
              <a:off x="106144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fill="none" extrusionOk="0">
                  <a:moveTo>
                    <a:pt x="1525" y="0"/>
                  </a:moveTo>
                  <a:lnTo>
                    <a:pt x="1204" y="0"/>
                  </a:lnTo>
                  <a:lnTo>
                    <a:pt x="1204" y="0"/>
                  </a:lnTo>
                  <a:lnTo>
                    <a:pt x="1083" y="0"/>
                  </a:ln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1204" y="2367"/>
                  </a:lnTo>
                  <a:lnTo>
                    <a:pt x="4031" y="2367"/>
                  </a:lnTo>
                  <a:lnTo>
                    <a:pt x="4031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865" y="1424"/>
                  </a:lnTo>
                  <a:lnTo>
                    <a:pt x="172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8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4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26"/>
            <p:cNvSpPr/>
            <p:nvPr/>
          </p:nvSpPr>
          <p:spPr>
            <a:xfrm>
              <a:off x="10711675" y="3387163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62" y="0"/>
                  </a:moveTo>
                  <a:lnTo>
                    <a:pt x="282" y="20"/>
                  </a:lnTo>
                  <a:lnTo>
                    <a:pt x="222" y="40"/>
                  </a:lnTo>
                  <a:lnTo>
                    <a:pt x="141" y="80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1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2"/>
                  </a:lnTo>
                  <a:lnTo>
                    <a:pt x="141" y="682"/>
                  </a:lnTo>
                  <a:lnTo>
                    <a:pt x="222" y="722"/>
                  </a:lnTo>
                  <a:lnTo>
                    <a:pt x="282" y="742"/>
                  </a:lnTo>
                  <a:lnTo>
                    <a:pt x="362" y="762"/>
                  </a:lnTo>
                  <a:lnTo>
                    <a:pt x="462" y="742"/>
                  </a:lnTo>
                  <a:lnTo>
                    <a:pt x="522" y="722"/>
                  </a:lnTo>
                  <a:lnTo>
                    <a:pt x="583" y="682"/>
                  </a:lnTo>
                  <a:lnTo>
                    <a:pt x="643" y="642"/>
                  </a:lnTo>
                  <a:lnTo>
                    <a:pt x="683" y="582"/>
                  </a:lnTo>
                  <a:lnTo>
                    <a:pt x="703" y="522"/>
                  </a:lnTo>
                  <a:lnTo>
                    <a:pt x="743" y="381"/>
                  </a:lnTo>
                  <a:lnTo>
                    <a:pt x="703" y="241"/>
                  </a:lnTo>
                  <a:lnTo>
                    <a:pt x="683" y="181"/>
                  </a:lnTo>
                  <a:lnTo>
                    <a:pt x="643" y="121"/>
                  </a:lnTo>
                  <a:lnTo>
                    <a:pt x="583" y="80"/>
                  </a:lnTo>
                  <a:lnTo>
                    <a:pt x="522" y="40"/>
                  </a:lnTo>
                  <a:lnTo>
                    <a:pt x="462" y="2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26"/>
            <p:cNvSpPr/>
            <p:nvPr/>
          </p:nvSpPr>
          <p:spPr>
            <a:xfrm>
              <a:off x="107969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extrusionOk="0">
                  <a:moveTo>
                    <a:pt x="1063" y="0"/>
                  </a:move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214" y="1304"/>
                  </a:lnTo>
                  <a:lnTo>
                    <a:pt x="5214" y="1183"/>
                  </a:lnTo>
                  <a:lnTo>
                    <a:pt x="5214" y="1063"/>
                  </a:lnTo>
                  <a:lnTo>
                    <a:pt x="5194" y="943"/>
                  </a:lnTo>
                  <a:lnTo>
                    <a:pt x="5114" y="722"/>
                  </a:lnTo>
                  <a:lnTo>
                    <a:pt x="5014" y="521"/>
                  </a:lnTo>
                  <a:lnTo>
                    <a:pt x="4873" y="341"/>
                  </a:lnTo>
                  <a:lnTo>
                    <a:pt x="4693" y="201"/>
                  </a:lnTo>
                  <a:lnTo>
                    <a:pt x="4492" y="80"/>
                  </a:lnTo>
                  <a:lnTo>
                    <a:pt x="4272" y="20"/>
                  </a:lnTo>
                  <a:lnTo>
                    <a:pt x="41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26"/>
            <p:cNvSpPr/>
            <p:nvPr/>
          </p:nvSpPr>
          <p:spPr>
            <a:xfrm>
              <a:off x="107969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fill="none" extrusionOk="0">
                  <a:moveTo>
                    <a:pt x="5214" y="1183"/>
                  </a:moveTo>
                  <a:lnTo>
                    <a:pt x="5214" y="1183"/>
                  </a:lnTo>
                  <a:lnTo>
                    <a:pt x="5214" y="130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5134" y="1584"/>
                  </a:lnTo>
                  <a:lnTo>
                    <a:pt x="5074" y="1745"/>
                  </a:lnTo>
                  <a:lnTo>
                    <a:pt x="4974" y="1885"/>
                  </a:lnTo>
                  <a:lnTo>
                    <a:pt x="4853" y="2026"/>
                  </a:lnTo>
                  <a:lnTo>
                    <a:pt x="4853" y="2026"/>
                  </a:lnTo>
                  <a:lnTo>
                    <a:pt x="4693" y="2166"/>
                  </a:lnTo>
                  <a:lnTo>
                    <a:pt x="4492" y="2286"/>
                  </a:lnTo>
                  <a:lnTo>
                    <a:pt x="4272" y="2346"/>
                  </a:lnTo>
                  <a:lnTo>
                    <a:pt x="4151" y="2367"/>
                  </a:lnTo>
                  <a:lnTo>
                    <a:pt x="4031" y="2367"/>
                  </a:lnTo>
                  <a:lnTo>
                    <a:pt x="1203" y="2367"/>
                  </a:lnTo>
                  <a:lnTo>
                    <a:pt x="1203" y="2367"/>
                  </a:lnTo>
                  <a:lnTo>
                    <a:pt x="1063" y="2367"/>
                  </a:lnTo>
                  <a:lnTo>
                    <a:pt x="963" y="2346"/>
                  </a:lnTo>
                  <a:lnTo>
                    <a:pt x="722" y="2286"/>
                  </a:lnTo>
                  <a:lnTo>
                    <a:pt x="522" y="2166"/>
                  </a:lnTo>
                  <a:lnTo>
                    <a:pt x="361" y="2026"/>
                  </a:lnTo>
                  <a:lnTo>
                    <a:pt x="201" y="1845"/>
                  </a:lnTo>
                  <a:lnTo>
                    <a:pt x="100" y="1645"/>
                  </a:lnTo>
                  <a:lnTo>
                    <a:pt x="20" y="1424"/>
                  </a:lnTo>
                  <a:lnTo>
                    <a:pt x="0" y="1304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0" y="1063"/>
                  </a:lnTo>
                  <a:lnTo>
                    <a:pt x="20" y="943"/>
                  </a:lnTo>
                  <a:lnTo>
                    <a:pt x="100" y="722"/>
                  </a:lnTo>
                  <a:lnTo>
                    <a:pt x="201" y="52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522" y="201"/>
                  </a:lnTo>
                  <a:lnTo>
                    <a:pt x="722" y="80"/>
                  </a:lnTo>
                  <a:lnTo>
                    <a:pt x="963" y="20"/>
                  </a:lnTo>
                  <a:lnTo>
                    <a:pt x="1063" y="0"/>
                  </a:lnTo>
                  <a:lnTo>
                    <a:pt x="1203" y="0"/>
                  </a:lnTo>
                  <a:lnTo>
                    <a:pt x="4031" y="0"/>
                  </a:lnTo>
                  <a:lnTo>
                    <a:pt x="4031" y="0"/>
                  </a:lnTo>
                  <a:lnTo>
                    <a:pt x="4151" y="0"/>
                  </a:lnTo>
                  <a:lnTo>
                    <a:pt x="4272" y="20"/>
                  </a:lnTo>
                  <a:lnTo>
                    <a:pt x="4492" y="80"/>
                  </a:lnTo>
                  <a:lnTo>
                    <a:pt x="4693" y="201"/>
                  </a:lnTo>
                  <a:lnTo>
                    <a:pt x="4873" y="341"/>
                  </a:lnTo>
                  <a:lnTo>
                    <a:pt x="5014" y="521"/>
                  </a:lnTo>
                  <a:lnTo>
                    <a:pt x="5114" y="722"/>
                  </a:lnTo>
                  <a:lnTo>
                    <a:pt x="5194" y="943"/>
                  </a:lnTo>
                  <a:lnTo>
                    <a:pt x="5214" y="1063"/>
                  </a:lnTo>
                  <a:lnTo>
                    <a:pt x="5214" y="11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26"/>
            <p:cNvSpPr/>
            <p:nvPr/>
          </p:nvSpPr>
          <p:spPr>
            <a:xfrm>
              <a:off x="107969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extrusionOk="0">
                  <a:moveTo>
                    <a:pt x="1063" y="0"/>
                  </a:move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70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6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2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4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26"/>
            <p:cNvSpPr/>
            <p:nvPr/>
          </p:nvSpPr>
          <p:spPr>
            <a:xfrm>
              <a:off x="107969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fill="none" extrusionOk="0">
                  <a:moveTo>
                    <a:pt x="1524" y="0"/>
                  </a:moveTo>
                  <a:lnTo>
                    <a:pt x="1203" y="0"/>
                  </a:lnTo>
                  <a:lnTo>
                    <a:pt x="1203" y="0"/>
                  </a:lnTo>
                  <a:lnTo>
                    <a:pt x="1063" y="0"/>
                  </a:ln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1203" y="2367"/>
                  </a:lnTo>
                  <a:lnTo>
                    <a:pt x="4031" y="2367"/>
                  </a:lnTo>
                  <a:lnTo>
                    <a:pt x="4031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865" y="1424"/>
                  </a:lnTo>
                  <a:lnTo>
                    <a:pt x="170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6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2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26"/>
            <p:cNvSpPr/>
            <p:nvPr/>
          </p:nvSpPr>
          <p:spPr>
            <a:xfrm>
              <a:off x="10894175" y="3387163"/>
              <a:ext cx="18075" cy="19075"/>
            </a:xfrm>
            <a:custGeom>
              <a:avLst/>
              <a:gdLst/>
              <a:ahLst/>
              <a:cxnLst/>
              <a:rect l="l" t="t" r="r" b="b"/>
              <a:pathLst>
                <a:path w="723" h="763" extrusionOk="0">
                  <a:moveTo>
                    <a:pt x="362" y="0"/>
                  </a:moveTo>
                  <a:lnTo>
                    <a:pt x="282" y="20"/>
                  </a:lnTo>
                  <a:lnTo>
                    <a:pt x="201" y="40"/>
                  </a:lnTo>
                  <a:lnTo>
                    <a:pt x="141" y="80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1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2"/>
                  </a:lnTo>
                  <a:lnTo>
                    <a:pt x="141" y="682"/>
                  </a:lnTo>
                  <a:lnTo>
                    <a:pt x="201" y="722"/>
                  </a:lnTo>
                  <a:lnTo>
                    <a:pt x="282" y="742"/>
                  </a:lnTo>
                  <a:lnTo>
                    <a:pt x="362" y="762"/>
                  </a:lnTo>
                  <a:lnTo>
                    <a:pt x="442" y="742"/>
                  </a:lnTo>
                  <a:lnTo>
                    <a:pt x="522" y="722"/>
                  </a:lnTo>
                  <a:lnTo>
                    <a:pt x="582" y="682"/>
                  </a:lnTo>
                  <a:lnTo>
                    <a:pt x="643" y="642"/>
                  </a:lnTo>
                  <a:lnTo>
                    <a:pt x="683" y="582"/>
                  </a:lnTo>
                  <a:lnTo>
                    <a:pt x="703" y="522"/>
                  </a:lnTo>
                  <a:lnTo>
                    <a:pt x="723" y="381"/>
                  </a:lnTo>
                  <a:lnTo>
                    <a:pt x="703" y="241"/>
                  </a:lnTo>
                  <a:lnTo>
                    <a:pt x="683" y="181"/>
                  </a:lnTo>
                  <a:lnTo>
                    <a:pt x="643" y="121"/>
                  </a:lnTo>
                  <a:lnTo>
                    <a:pt x="582" y="80"/>
                  </a:lnTo>
                  <a:lnTo>
                    <a:pt x="522" y="40"/>
                  </a:lnTo>
                  <a:lnTo>
                    <a:pt x="442" y="2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26"/>
            <p:cNvSpPr/>
            <p:nvPr/>
          </p:nvSpPr>
          <p:spPr>
            <a:xfrm>
              <a:off x="10137625" y="3130463"/>
              <a:ext cx="985200" cy="699925"/>
            </a:xfrm>
            <a:custGeom>
              <a:avLst/>
              <a:gdLst/>
              <a:ahLst/>
              <a:cxnLst/>
              <a:rect l="l" t="t" r="r" b="b"/>
              <a:pathLst>
                <a:path w="39408" h="27997" extrusionOk="0">
                  <a:moveTo>
                    <a:pt x="7681" y="0"/>
                  </a:moveTo>
                  <a:lnTo>
                    <a:pt x="7341" y="20"/>
                  </a:lnTo>
                  <a:lnTo>
                    <a:pt x="7000" y="81"/>
                  </a:lnTo>
                  <a:lnTo>
                    <a:pt x="6659" y="121"/>
                  </a:lnTo>
                  <a:lnTo>
                    <a:pt x="6338" y="201"/>
                  </a:lnTo>
                  <a:lnTo>
                    <a:pt x="6017" y="281"/>
                  </a:lnTo>
                  <a:lnTo>
                    <a:pt x="5696" y="381"/>
                  </a:lnTo>
                  <a:lnTo>
                    <a:pt x="5395" y="482"/>
                  </a:lnTo>
                  <a:lnTo>
                    <a:pt x="5094" y="602"/>
                  </a:lnTo>
                  <a:lnTo>
                    <a:pt x="4794" y="742"/>
                  </a:lnTo>
                  <a:lnTo>
                    <a:pt x="4493" y="883"/>
                  </a:lnTo>
                  <a:lnTo>
                    <a:pt x="4212" y="1043"/>
                  </a:lnTo>
                  <a:lnTo>
                    <a:pt x="3931" y="1204"/>
                  </a:lnTo>
                  <a:lnTo>
                    <a:pt x="3650" y="1364"/>
                  </a:lnTo>
                  <a:lnTo>
                    <a:pt x="3390" y="1565"/>
                  </a:lnTo>
                  <a:lnTo>
                    <a:pt x="3129" y="1745"/>
                  </a:lnTo>
                  <a:lnTo>
                    <a:pt x="2888" y="1966"/>
                  </a:lnTo>
                  <a:lnTo>
                    <a:pt x="2648" y="2166"/>
                  </a:lnTo>
                  <a:lnTo>
                    <a:pt x="2407" y="2407"/>
                  </a:lnTo>
                  <a:lnTo>
                    <a:pt x="2186" y="2627"/>
                  </a:lnTo>
                  <a:lnTo>
                    <a:pt x="1986" y="2868"/>
                  </a:lnTo>
                  <a:lnTo>
                    <a:pt x="1765" y="3129"/>
                  </a:lnTo>
                  <a:lnTo>
                    <a:pt x="1585" y="3369"/>
                  </a:lnTo>
                  <a:lnTo>
                    <a:pt x="1384" y="3650"/>
                  </a:lnTo>
                  <a:lnTo>
                    <a:pt x="1224" y="3911"/>
                  </a:lnTo>
                  <a:lnTo>
                    <a:pt x="1063" y="4192"/>
                  </a:lnTo>
                  <a:lnTo>
                    <a:pt x="903" y="4493"/>
                  </a:lnTo>
                  <a:lnTo>
                    <a:pt x="763" y="4773"/>
                  </a:lnTo>
                  <a:lnTo>
                    <a:pt x="622" y="5074"/>
                  </a:lnTo>
                  <a:lnTo>
                    <a:pt x="502" y="5375"/>
                  </a:lnTo>
                  <a:lnTo>
                    <a:pt x="402" y="5696"/>
                  </a:lnTo>
                  <a:lnTo>
                    <a:pt x="301" y="6017"/>
                  </a:lnTo>
                  <a:lnTo>
                    <a:pt x="221" y="6338"/>
                  </a:lnTo>
                  <a:lnTo>
                    <a:pt x="121" y="6799"/>
                  </a:lnTo>
                  <a:lnTo>
                    <a:pt x="61" y="7260"/>
                  </a:lnTo>
                  <a:lnTo>
                    <a:pt x="21" y="7741"/>
                  </a:lnTo>
                  <a:lnTo>
                    <a:pt x="1" y="8223"/>
                  </a:lnTo>
                  <a:lnTo>
                    <a:pt x="1" y="19754"/>
                  </a:lnTo>
                  <a:lnTo>
                    <a:pt x="21" y="20175"/>
                  </a:lnTo>
                  <a:lnTo>
                    <a:pt x="41" y="20596"/>
                  </a:lnTo>
                  <a:lnTo>
                    <a:pt x="101" y="21017"/>
                  </a:lnTo>
                  <a:lnTo>
                    <a:pt x="181" y="21419"/>
                  </a:lnTo>
                  <a:lnTo>
                    <a:pt x="261" y="21820"/>
                  </a:lnTo>
                  <a:lnTo>
                    <a:pt x="382" y="22221"/>
                  </a:lnTo>
                  <a:lnTo>
                    <a:pt x="502" y="22602"/>
                  </a:lnTo>
                  <a:lnTo>
                    <a:pt x="662" y="22963"/>
                  </a:lnTo>
                  <a:lnTo>
                    <a:pt x="823" y="23344"/>
                  </a:lnTo>
                  <a:lnTo>
                    <a:pt x="1003" y="23685"/>
                  </a:lnTo>
                  <a:lnTo>
                    <a:pt x="1204" y="24026"/>
                  </a:lnTo>
                  <a:lnTo>
                    <a:pt x="1424" y="24367"/>
                  </a:lnTo>
                  <a:lnTo>
                    <a:pt x="1645" y="24687"/>
                  </a:lnTo>
                  <a:lnTo>
                    <a:pt x="1886" y="25008"/>
                  </a:lnTo>
                  <a:lnTo>
                    <a:pt x="2146" y="25309"/>
                  </a:lnTo>
                  <a:lnTo>
                    <a:pt x="2427" y="25590"/>
                  </a:lnTo>
                  <a:lnTo>
                    <a:pt x="2708" y="25871"/>
                  </a:lnTo>
                  <a:lnTo>
                    <a:pt x="3009" y="26131"/>
                  </a:lnTo>
                  <a:lnTo>
                    <a:pt x="3330" y="26372"/>
                  </a:lnTo>
                  <a:lnTo>
                    <a:pt x="3650" y="26593"/>
                  </a:lnTo>
                  <a:lnTo>
                    <a:pt x="3971" y="26813"/>
                  </a:lnTo>
                  <a:lnTo>
                    <a:pt x="4332" y="27014"/>
                  </a:lnTo>
                  <a:lnTo>
                    <a:pt x="4673" y="27194"/>
                  </a:lnTo>
                  <a:lnTo>
                    <a:pt x="5034" y="27355"/>
                  </a:lnTo>
                  <a:lnTo>
                    <a:pt x="5415" y="27515"/>
                  </a:lnTo>
                  <a:lnTo>
                    <a:pt x="5796" y="27635"/>
                  </a:lnTo>
                  <a:lnTo>
                    <a:pt x="6197" y="27756"/>
                  </a:lnTo>
                  <a:lnTo>
                    <a:pt x="6598" y="27836"/>
                  </a:lnTo>
                  <a:lnTo>
                    <a:pt x="7000" y="27916"/>
                  </a:lnTo>
                  <a:lnTo>
                    <a:pt x="7401" y="27956"/>
                  </a:lnTo>
                  <a:lnTo>
                    <a:pt x="7822" y="27996"/>
                  </a:lnTo>
                  <a:lnTo>
                    <a:pt x="32068" y="27996"/>
                  </a:lnTo>
                  <a:lnTo>
                    <a:pt x="32649" y="27976"/>
                  </a:lnTo>
                  <a:lnTo>
                    <a:pt x="33251" y="27916"/>
                  </a:lnTo>
                  <a:lnTo>
                    <a:pt x="33812" y="27816"/>
                  </a:lnTo>
                  <a:lnTo>
                    <a:pt x="34374" y="27676"/>
                  </a:lnTo>
                  <a:lnTo>
                    <a:pt x="34915" y="27495"/>
                  </a:lnTo>
                  <a:lnTo>
                    <a:pt x="35437" y="27295"/>
                  </a:lnTo>
                  <a:lnTo>
                    <a:pt x="35938" y="27034"/>
                  </a:lnTo>
                  <a:lnTo>
                    <a:pt x="36420" y="26753"/>
                  </a:lnTo>
                  <a:lnTo>
                    <a:pt x="36901" y="26452"/>
                  </a:lnTo>
                  <a:lnTo>
                    <a:pt x="37322" y="26111"/>
                  </a:lnTo>
                  <a:lnTo>
                    <a:pt x="37743" y="25730"/>
                  </a:lnTo>
                  <a:lnTo>
                    <a:pt x="38144" y="25329"/>
                  </a:lnTo>
                  <a:lnTo>
                    <a:pt x="38505" y="24908"/>
                  </a:lnTo>
                  <a:lnTo>
                    <a:pt x="38826" y="24467"/>
                  </a:lnTo>
                  <a:lnTo>
                    <a:pt x="39147" y="23986"/>
                  </a:lnTo>
                  <a:lnTo>
                    <a:pt x="39408" y="23504"/>
                  </a:lnTo>
                  <a:lnTo>
                    <a:pt x="39408" y="23504"/>
                  </a:lnTo>
                  <a:lnTo>
                    <a:pt x="39007" y="23705"/>
                  </a:lnTo>
                  <a:lnTo>
                    <a:pt x="38605" y="23885"/>
                  </a:lnTo>
                  <a:lnTo>
                    <a:pt x="38204" y="24066"/>
                  </a:lnTo>
                  <a:lnTo>
                    <a:pt x="37803" y="24226"/>
                  </a:lnTo>
                  <a:lnTo>
                    <a:pt x="37382" y="24387"/>
                  </a:lnTo>
                  <a:lnTo>
                    <a:pt x="36961" y="24527"/>
                  </a:lnTo>
                  <a:lnTo>
                    <a:pt x="36099" y="24768"/>
                  </a:lnTo>
                  <a:lnTo>
                    <a:pt x="35216" y="24988"/>
                  </a:lnTo>
                  <a:lnTo>
                    <a:pt x="34334" y="25149"/>
                  </a:lnTo>
                  <a:lnTo>
                    <a:pt x="33451" y="25289"/>
                  </a:lnTo>
                  <a:lnTo>
                    <a:pt x="32569" y="25409"/>
                  </a:lnTo>
                  <a:lnTo>
                    <a:pt x="31085" y="25550"/>
                  </a:lnTo>
                  <a:lnTo>
                    <a:pt x="29581" y="25630"/>
                  </a:lnTo>
                  <a:lnTo>
                    <a:pt x="28077" y="25690"/>
                  </a:lnTo>
                  <a:lnTo>
                    <a:pt x="26573" y="25710"/>
                  </a:lnTo>
                  <a:lnTo>
                    <a:pt x="24788" y="25690"/>
                  </a:lnTo>
                  <a:lnTo>
                    <a:pt x="23003" y="25610"/>
                  </a:lnTo>
                  <a:lnTo>
                    <a:pt x="21218" y="25510"/>
                  </a:lnTo>
                  <a:lnTo>
                    <a:pt x="19433" y="25369"/>
                  </a:lnTo>
                  <a:lnTo>
                    <a:pt x="17709" y="25209"/>
                  </a:lnTo>
                  <a:lnTo>
                    <a:pt x="15984" y="25008"/>
                  </a:lnTo>
                  <a:lnTo>
                    <a:pt x="15122" y="24888"/>
                  </a:lnTo>
                  <a:lnTo>
                    <a:pt x="14259" y="24768"/>
                  </a:lnTo>
                  <a:lnTo>
                    <a:pt x="13397" y="24607"/>
                  </a:lnTo>
                  <a:lnTo>
                    <a:pt x="12555" y="24427"/>
                  </a:lnTo>
                  <a:lnTo>
                    <a:pt x="11813" y="24266"/>
                  </a:lnTo>
                  <a:lnTo>
                    <a:pt x="11071" y="24046"/>
                  </a:lnTo>
                  <a:lnTo>
                    <a:pt x="10329" y="23825"/>
                  </a:lnTo>
                  <a:lnTo>
                    <a:pt x="9948" y="23685"/>
                  </a:lnTo>
                  <a:lnTo>
                    <a:pt x="9587" y="23544"/>
                  </a:lnTo>
                  <a:lnTo>
                    <a:pt x="9246" y="23384"/>
                  </a:lnTo>
                  <a:lnTo>
                    <a:pt x="8885" y="23203"/>
                  </a:lnTo>
                  <a:lnTo>
                    <a:pt x="8564" y="23023"/>
                  </a:lnTo>
                  <a:lnTo>
                    <a:pt x="8223" y="22822"/>
                  </a:lnTo>
                  <a:lnTo>
                    <a:pt x="7902" y="22602"/>
                  </a:lnTo>
                  <a:lnTo>
                    <a:pt x="7601" y="22381"/>
                  </a:lnTo>
                  <a:lnTo>
                    <a:pt x="7300" y="22141"/>
                  </a:lnTo>
                  <a:lnTo>
                    <a:pt x="7020" y="21880"/>
                  </a:lnTo>
                  <a:lnTo>
                    <a:pt x="6759" y="21579"/>
                  </a:lnTo>
                  <a:lnTo>
                    <a:pt x="6518" y="21258"/>
                  </a:lnTo>
                  <a:lnTo>
                    <a:pt x="6298" y="20937"/>
                  </a:lnTo>
                  <a:lnTo>
                    <a:pt x="6097" y="20596"/>
                  </a:lnTo>
                  <a:lnTo>
                    <a:pt x="5917" y="20255"/>
                  </a:lnTo>
                  <a:lnTo>
                    <a:pt x="5756" y="19874"/>
                  </a:lnTo>
                  <a:lnTo>
                    <a:pt x="5616" y="19513"/>
                  </a:lnTo>
                  <a:lnTo>
                    <a:pt x="5495" y="19132"/>
                  </a:lnTo>
                  <a:lnTo>
                    <a:pt x="5375" y="18731"/>
                  </a:lnTo>
                  <a:lnTo>
                    <a:pt x="5275" y="18350"/>
                  </a:lnTo>
                  <a:lnTo>
                    <a:pt x="5094" y="17548"/>
                  </a:lnTo>
                  <a:lnTo>
                    <a:pt x="4954" y="16766"/>
                  </a:lnTo>
                  <a:lnTo>
                    <a:pt x="4834" y="16004"/>
                  </a:lnTo>
                  <a:lnTo>
                    <a:pt x="4713" y="15162"/>
                  </a:lnTo>
                  <a:lnTo>
                    <a:pt x="4633" y="14319"/>
                  </a:lnTo>
                  <a:lnTo>
                    <a:pt x="4553" y="13477"/>
                  </a:lnTo>
                  <a:lnTo>
                    <a:pt x="4513" y="12635"/>
                  </a:lnTo>
                  <a:lnTo>
                    <a:pt x="4513" y="11792"/>
                  </a:lnTo>
                  <a:lnTo>
                    <a:pt x="4513" y="10950"/>
                  </a:lnTo>
                  <a:lnTo>
                    <a:pt x="4533" y="10108"/>
                  </a:lnTo>
                  <a:lnTo>
                    <a:pt x="4593" y="9265"/>
                  </a:lnTo>
                  <a:lnTo>
                    <a:pt x="4633" y="8664"/>
                  </a:lnTo>
                  <a:lnTo>
                    <a:pt x="4693" y="8062"/>
                  </a:lnTo>
                  <a:lnTo>
                    <a:pt x="4774" y="7461"/>
                  </a:lnTo>
                  <a:lnTo>
                    <a:pt x="4874" y="6839"/>
                  </a:lnTo>
                  <a:lnTo>
                    <a:pt x="4974" y="6217"/>
                  </a:lnTo>
                  <a:lnTo>
                    <a:pt x="5094" y="5596"/>
                  </a:lnTo>
                  <a:lnTo>
                    <a:pt x="5255" y="4974"/>
                  </a:lnTo>
                  <a:lnTo>
                    <a:pt x="5415" y="4352"/>
                  </a:lnTo>
                  <a:lnTo>
                    <a:pt x="5616" y="3750"/>
                  </a:lnTo>
                  <a:lnTo>
                    <a:pt x="5816" y="3169"/>
                  </a:lnTo>
                  <a:lnTo>
                    <a:pt x="6057" y="2587"/>
                  </a:lnTo>
                  <a:lnTo>
                    <a:pt x="6318" y="2026"/>
                  </a:lnTo>
                  <a:lnTo>
                    <a:pt x="6619" y="1484"/>
                  </a:lnTo>
                  <a:lnTo>
                    <a:pt x="6939" y="963"/>
                  </a:lnTo>
                  <a:lnTo>
                    <a:pt x="7280" y="462"/>
                  </a:lnTo>
                  <a:lnTo>
                    <a:pt x="768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26"/>
            <p:cNvSpPr/>
            <p:nvPr/>
          </p:nvSpPr>
          <p:spPr>
            <a:xfrm>
              <a:off x="10137625" y="3130463"/>
              <a:ext cx="985200" cy="699925"/>
            </a:xfrm>
            <a:custGeom>
              <a:avLst/>
              <a:gdLst/>
              <a:ahLst/>
              <a:cxnLst/>
              <a:rect l="l" t="t" r="r" b="b"/>
              <a:pathLst>
                <a:path w="39408" h="27997" fill="none" extrusionOk="0">
                  <a:moveTo>
                    <a:pt x="7681" y="0"/>
                  </a:moveTo>
                  <a:lnTo>
                    <a:pt x="7681" y="0"/>
                  </a:lnTo>
                  <a:lnTo>
                    <a:pt x="7341" y="20"/>
                  </a:lnTo>
                  <a:lnTo>
                    <a:pt x="7000" y="81"/>
                  </a:lnTo>
                  <a:lnTo>
                    <a:pt x="6659" y="121"/>
                  </a:lnTo>
                  <a:lnTo>
                    <a:pt x="6338" y="201"/>
                  </a:lnTo>
                  <a:lnTo>
                    <a:pt x="6017" y="281"/>
                  </a:lnTo>
                  <a:lnTo>
                    <a:pt x="5696" y="381"/>
                  </a:lnTo>
                  <a:lnTo>
                    <a:pt x="5395" y="482"/>
                  </a:lnTo>
                  <a:lnTo>
                    <a:pt x="5094" y="602"/>
                  </a:lnTo>
                  <a:lnTo>
                    <a:pt x="4794" y="742"/>
                  </a:lnTo>
                  <a:lnTo>
                    <a:pt x="4493" y="883"/>
                  </a:lnTo>
                  <a:lnTo>
                    <a:pt x="4212" y="1043"/>
                  </a:lnTo>
                  <a:lnTo>
                    <a:pt x="3931" y="1204"/>
                  </a:lnTo>
                  <a:lnTo>
                    <a:pt x="3650" y="1364"/>
                  </a:lnTo>
                  <a:lnTo>
                    <a:pt x="3390" y="1565"/>
                  </a:lnTo>
                  <a:lnTo>
                    <a:pt x="3129" y="1745"/>
                  </a:lnTo>
                  <a:lnTo>
                    <a:pt x="2888" y="1966"/>
                  </a:lnTo>
                  <a:lnTo>
                    <a:pt x="2648" y="2166"/>
                  </a:lnTo>
                  <a:lnTo>
                    <a:pt x="2407" y="2407"/>
                  </a:lnTo>
                  <a:lnTo>
                    <a:pt x="2186" y="2627"/>
                  </a:lnTo>
                  <a:lnTo>
                    <a:pt x="1986" y="2868"/>
                  </a:lnTo>
                  <a:lnTo>
                    <a:pt x="1765" y="3129"/>
                  </a:lnTo>
                  <a:lnTo>
                    <a:pt x="1585" y="3369"/>
                  </a:lnTo>
                  <a:lnTo>
                    <a:pt x="1384" y="3650"/>
                  </a:lnTo>
                  <a:lnTo>
                    <a:pt x="1224" y="3911"/>
                  </a:lnTo>
                  <a:lnTo>
                    <a:pt x="1063" y="4192"/>
                  </a:lnTo>
                  <a:lnTo>
                    <a:pt x="903" y="4493"/>
                  </a:lnTo>
                  <a:lnTo>
                    <a:pt x="763" y="4773"/>
                  </a:lnTo>
                  <a:lnTo>
                    <a:pt x="622" y="5074"/>
                  </a:lnTo>
                  <a:lnTo>
                    <a:pt x="502" y="5375"/>
                  </a:lnTo>
                  <a:lnTo>
                    <a:pt x="402" y="5696"/>
                  </a:lnTo>
                  <a:lnTo>
                    <a:pt x="301" y="6017"/>
                  </a:lnTo>
                  <a:lnTo>
                    <a:pt x="221" y="6338"/>
                  </a:lnTo>
                  <a:lnTo>
                    <a:pt x="221" y="6338"/>
                  </a:lnTo>
                  <a:lnTo>
                    <a:pt x="121" y="6799"/>
                  </a:lnTo>
                  <a:lnTo>
                    <a:pt x="61" y="7260"/>
                  </a:lnTo>
                  <a:lnTo>
                    <a:pt x="21" y="7741"/>
                  </a:lnTo>
                  <a:lnTo>
                    <a:pt x="1" y="8223"/>
                  </a:lnTo>
                  <a:lnTo>
                    <a:pt x="1" y="19754"/>
                  </a:lnTo>
                  <a:lnTo>
                    <a:pt x="1" y="19754"/>
                  </a:lnTo>
                  <a:lnTo>
                    <a:pt x="21" y="20175"/>
                  </a:lnTo>
                  <a:lnTo>
                    <a:pt x="41" y="20596"/>
                  </a:lnTo>
                  <a:lnTo>
                    <a:pt x="101" y="21017"/>
                  </a:lnTo>
                  <a:lnTo>
                    <a:pt x="181" y="21419"/>
                  </a:lnTo>
                  <a:lnTo>
                    <a:pt x="261" y="21820"/>
                  </a:lnTo>
                  <a:lnTo>
                    <a:pt x="382" y="22221"/>
                  </a:lnTo>
                  <a:lnTo>
                    <a:pt x="502" y="22602"/>
                  </a:lnTo>
                  <a:lnTo>
                    <a:pt x="662" y="22963"/>
                  </a:lnTo>
                  <a:lnTo>
                    <a:pt x="823" y="23344"/>
                  </a:lnTo>
                  <a:lnTo>
                    <a:pt x="1003" y="23685"/>
                  </a:lnTo>
                  <a:lnTo>
                    <a:pt x="1204" y="24026"/>
                  </a:lnTo>
                  <a:lnTo>
                    <a:pt x="1424" y="24367"/>
                  </a:lnTo>
                  <a:lnTo>
                    <a:pt x="1645" y="24687"/>
                  </a:lnTo>
                  <a:lnTo>
                    <a:pt x="1886" y="25008"/>
                  </a:lnTo>
                  <a:lnTo>
                    <a:pt x="2146" y="25309"/>
                  </a:lnTo>
                  <a:lnTo>
                    <a:pt x="2427" y="25590"/>
                  </a:lnTo>
                  <a:lnTo>
                    <a:pt x="2708" y="25871"/>
                  </a:lnTo>
                  <a:lnTo>
                    <a:pt x="3009" y="26131"/>
                  </a:lnTo>
                  <a:lnTo>
                    <a:pt x="3330" y="26372"/>
                  </a:lnTo>
                  <a:lnTo>
                    <a:pt x="3650" y="26593"/>
                  </a:lnTo>
                  <a:lnTo>
                    <a:pt x="3971" y="26813"/>
                  </a:lnTo>
                  <a:lnTo>
                    <a:pt x="4332" y="27014"/>
                  </a:lnTo>
                  <a:lnTo>
                    <a:pt x="4673" y="27194"/>
                  </a:lnTo>
                  <a:lnTo>
                    <a:pt x="5034" y="27355"/>
                  </a:lnTo>
                  <a:lnTo>
                    <a:pt x="5415" y="27515"/>
                  </a:lnTo>
                  <a:lnTo>
                    <a:pt x="5796" y="27635"/>
                  </a:lnTo>
                  <a:lnTo>
                    <a:pt x="6197" y="27756"/>
                  </a:lnTo>
                  <a:lnTo>
                    <a:pt x="6598" y="27836"/>
                  </a:lnTo>
                  <a:lnTo>
                    <a:pt x="7000" y="27916"/>
                  </a:lnTo>
                  <a:lnTo>
                    <a:pt x="7401" y="27956"/>
                  </a:lnTo>
                  <a:lnTo>
                    <a:pt x="7822" y="27996"/>
                  </a:lnTo>
                  <a:lnTo>
                    <a:pt x="8263" y="27996"/>
                  </a:lnTo>
                  <a:lnTo>
                    <a:pt x="32068" y="27996"/>
                  </a:lnTo>
                  <a:lnTo>
                    <a:pt x="32068" y="27996"/>
                  </a:lnTo>
                  <a:lnTo>
                    <a:pt x="32649" y="27976"/>
                  </a:lnTo>
                  <a:lnTo>
                    <a:pt x="33251" y="27916"/>
                  </a:lnTo>
                  <a:lnTo>
                    <a:pt x="33812" y="27816"/>
                  </a:lnTo>
                  <a:lnTo>
                    <a:pt x="34374" y="27676"/>
                  </a:lnTo>
                  <a:lnTo>
                    <a:pt x="34915" y="27495"/>
                  </a:lnTo>
                  <a:lnTo>
                    <a:pt x="35437" y="27295"/>
                  </a:lnTo>
                  <a:lnTo>
                    <a:pt x="35938" y="27034"/>
                  </a:lnTo>
                  <a:lnTo>
                    <a:pt x="36420" y="26753"/>
                  </a:lnTo>
                  <a:lnTo>
                    <a:pt x="36901" y="26452"/>
                  </a:lnTo>
                  <a:lnTo>
                    <a:pt x="37322" y="26111"/>
                  </a:lnTo>
                  <a:lnTo>
                    <a:pt x="37743" y="25730"/>
                  </a:lnTo>
                  <a:lnTo>
                    <a:pt x="38144" y="25329"/>
                  </a:lnTo>
                  <a:lnTo>
                    <a:pt x="38505" y="24908"/>
                  </a:lnTo>
                  <a:lnTo>
                    <a:pt x="38826" y="24467"/>
                  </a:lnTo>
                  <a:lnTo>
                    <a:pt x="39147" y="23986"/>
                  </a:lnTo>
                  <a:lnTo>
                    <a:pt x="39408" y="23504"/>
                  </a:lnTo>
                  <a:lnTo>
                    <a:pt x="39408" y="23504"/>
                  </a:lnTo>
                  <a:lnTo>
                    <a:pt x="39007" y="23705"/>
                  </a:lnTo>
                  <a:lnTo>
                    <a:pt x="38605" y="23885"/>
                  </a:lnTo>
                  <a:lnTo>
                    <a:pt x="38204" y="24066"/>
                  </a:lnTo>
                  <a:lnTo>
                    <a:pt x="37803" y="24226"/>
                  </a:lnTo>
                  <a:lnTo>
                    <a:pt x="37382" y="24387"/>
                  </a:lnTo>
                  <a:lnTo>
                    <a:pt x="36961" y="24527"/>
                  </a:lnTo>
                  <a:lnTo>
                    <a:pt x="36099" y="24768"/>
                  </a:lnTo>
                  <a:lnTo>
                    <a:pt x="35216" y="24988"/>
                  </a:lnTo>
                  <a:lnTo>
                    <a:pt x="34334" y="25149"/>
                  </a:lnTo>
                  <a:lnTo>
                    <a:pt x="33451" y="25289"/>
                  </a:lnTo>
                  <a:lnTo>
                    <a:pt x="32569" y="25409"/>
                  </a:lnTo>
                  <a:lnTo>
                    <a:pt x="32569" y="25409"/>
                  </a:lnTo>
                  <a:lnTo>
                    <a:pt x="31085" y="25550"/>
                  </a:lnTo>
                  <a:lnTo>
                    <a:pt x="29581" y="25630"/>
                  </a:lnTo>
                  <a:lnTo>
                    <a:pt x="28077" y="25690"/>
                  </a:lnTo>
                  <a:lnTo>
                    <a:pt x="26573" y="25710"/>
                  </a:lnTo>
                  <a:lnTo>
                    <a:pt x="26573" y="25710"/>
                  </a:lnTo>
                  <a:lnTo>
                    <a:pt x="24788" y="25690"/>
                  </a:lnTo>
                  <a:lnTo>
                    <a:pt x="23003" y="25610"/>
                  </a:lnTo>
                  <a:lnTo>
                    <a:pt x="21218" y="25510"/>
                  </a:lnTo>
                  <a:lnTo>
                    <a:pt x="19433" y="25369"/>
                  </a:lnTo>
                  <a:lnTo>
                    <a:pt x="19433" y="25369"/>
                  </a:lnTo>
                  <a:lnTo>
                    <a:pt x="17709" y="25209"/>
                  </a:lnTo>
                  <a:lnTo>
                    <a:pt x="15984" y="25008"/>
                  </a:lnTo>
                  <a:lnTo>
                    <a:pt x="15122" y="24888"/>
                  </a:lnTo>
                  <a:lnTo>
                    <a:pt x="14259" y="24768"/>
                  </a:lnTo>
                  <a:lnTo>
                    <a:pt x="13397" y="24607"/>
                  </a:lnTo>
                  <a:lnTo>
                    <a:pt x="12555" y="24427"/>
                  </a:lnTo>
                  <a:lnTo>
                    <a:pt x="12555" y="24427"/>
                  </a:lnTo>
                  <a:lnTo>
                    <a:pt x="11813" y="24266"/>
                  </a:lnTo>
                  <a:lnTo>
                    <a:pt x="11071" y="24046"/>
                  </a:lnTo>
                  <a:lnTo>
                    <a:pt x="10329" y="23825"/>
                  </a:lnTo>
                  <a:lnTo>
                    <a:pt x="9948" y="23685"/>
                  </a:lnTo>
                  <a:lnTo>
                    <a:pt x="9587" y="23544"/>
                  </a:lnTo>
                  <a:lnTo>
                    <a:pt x="9246" y="23384"/>
                  </a:lnTo>
                  <a:lnTo>
                    <a:pt x="8885" y="23203"/>
                  </a:lnTo>
                  <a:lnTo>
                    <a:pt x="8564" y="23023"/>
                  </a:lnTo>
                  <a:lnTo>
                    <a:pt x="8223" y="22822"/>
                  </a:lnTo>
                  <a:lnTo>
                    <a:pt x="7902" y="22602"/>
                  </a:lnTo>
                  <a:lnTo>
                    <a:pt x="7601" y="22381"/>
                  </a:lnTo>
                  <a:lnTo>
                    <a:pt x="7300" y="22141"/>
                  </a:lnTo>
                  <a:lnTo>
                    <a:pt x="7020" y="21880"/>
                  </a:lnTo>
                  <a:lnTo>
                    <a:pt x="7020" y="21880"/>
                  </a:lnTo>
                  <a:lnTo>
                    <a:pt x="6759" y="21579"/>
                  </a:lnTo>
                  <a:lnTo>
                    <a:pt x="6518" y="21258"/>
                  </a:lnTo>
                  <a:lnTo>
                    <a:pt x="6298" y="20937"/>
                  </a:lnTo>
                  <a:lnTo>
                    <a:pt x="6097" y="20596"/>
                  </a:lnTo>
                  <a:lnTo>
                    <a:pt x="5917" y="20255"/>
                  </a:lnTo>
                  <a:lnTo>
                    <a:pt x="5756" y="19874"/>
                  </a:lnTo>
                  <a:lnTo>
                    <a:pt x="5616" y="19513"/>
                  </a:lnTo>
                  <a:lnTo>
                    <a:pt x="5495" y="19132"/>
                  </a:lnTo>
                  <a:lnTo>
                    <a:pt x="5375" y="18731"/>
                  </a:lnTo>
                  <a:lnTo>
                    <a:pt x="5275" y="18350"/>
                  </a:lnTo>
                  <a:lnTo>
                    <a:pt x="5094" y="17548"/>
                  </a:lnTo>
                  <a:lnTo>
                    <a:pt x="4954" y="16766"/>
                  </a:lnTo>
                  <a:lnTo>
                    <a:pt x="4834" y="16004"/>
                  </a:lnTo>
                  <a:lnTo>
                    <a:pt x="4834" y="16004"/>
                  </a:lnTo>
                  <a:lnTo>
                    <a:pt x="4713" y="15162"/>
                  </a:lnTo>
                  <a:lnTo>
                    <a:pt x="4633" y="14319"/>
                  </a:lnTo>
                  <a:lnTo>
                    <a:pt x="4553" y="13477"/>
                  </a:lnTo>
                  <a:lnTo>
                    <a:pt x="4513" y="12635"/>
                  </a:lnTo>
                  <a:lnTo>
                    <a:pt x="4513" y="11792"/>
                  </a:lnTo>
                  <a:lnTo>
                    <a:pt x="4513" y="10950"/>
                  </a:lnTo>
                  <a:lnTo>
                    <a:pt x="4533" y="10108"/>
                  </a:lnTo>
                  <a:lnTo>
                    <a:pt x="4593" y="9265"/>
                  </a:lnTo>
                  <a:lnTo>
                    <a:pt x="4593" y="9265"/>
                  </a:lnTo>
                  <a:lnTo>
                    <a:pt x="4633" y="8664"/>
                  </a:lnTo>
                  <a:lnTo>
                    <a:pt x="4693" y="8062"/>
                  </a:lnTo>
                  <a:lnTo>
                    <a:pt x="4774" y="7461"/>
                  </a:lnTo>
                  <a:lnTo>
                    <a:pt x="4874" y="6839"/>
                  </a:lnTo>
                  <a:lnTo>
                    <a:pt x="4974" y="6217"/>
                  </a:lnTo>
                  <a:lnTo>
                    <a:pt x="5094" y="5596"/>
                  </a:lnTo>
                  <a:lnTo>
                    <a:pt x="5255" y="4974"/>
                  </a:lnTo>
                  <a:lnTo>
                    <a:pt x="5415" y="4352"/>
                  </a:lnTo>
                  <a:lnTo>
                    <a:pt x="5616" y="3750"/>
                  </a:lnTo>
                  <a:lnTo>
                    <a:pt x="5816" y="3169"/>
                  </a:lnTo>
                  <a:lnTo>
                    <a:pt x="6057" y="2587"/>
                  </a:lnTo>
                  <a:lnTo>
                    <a:pt x="6318" y="2026"/>
                  </a:lnTo>
                  <a:lnTo>
                    <a:pt x="6619" y="1484"/>
                  </a:lnTo>
                  <a:lnTo>
                    <a:pt x="6939" y="963"/>
                  </a:lnTo>
                  <a:lnTo>
                    <a:pt x="7280" y="462"/>
                  </a:lnTo>
                  <a:lnTo>
                    <a:pt x="76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26"/>
            <p:cNvSpPr/>
            <p:nvPr/>
          </p:nvSpPr>
          <p:spPr>
            <a:xfrm>
              <a:off x="10986425" y="3187613"/>
              <a:ext cx="99800" cy="93775"/>
            </a:xfrm>
            <a:custGeom>
              <a:avLst/>
              <a:gdLst/>
              <a:ahLst/>
              <a:cxnLst/>
              <a:rect l="l" t="t" r="r" b="b"/>
              <a:pathLst>
                <a:path w="3992" h="3751" extrusionOk="0">
                  <a:moveTo>
                    <a:pt x="241" y="1"/>
                  </a:moveTo>
                  <a:lnTo>
                    <a:pt x="161" y="21"/>
                  </a:lnTo>
                  <a:lnTo>
                    <a:pt x="101" y="41"/>
                  </a:lnTo>
                  <a:lnTo>
                    <a:pt x="41" y="101"/>
                  </a:lnTo>
                  <a:lnTo>
                    <a:pt x="21" y="181"/>
                  </a:lnTo>
                  <a:lnTo>
                    <a:pt x="1" y="241"/>
                  </a:lnTo>
                  <a:lnTo>
                    <a:pt x="21" y="321"/>
                  </a:lnTo>
                  <a:lnTo>
                    <a:pt x="61" y="382"/>
                  </a:lnTo>
                  <a:lnTo>
                    <a:pt x="121" y="442"/>
                  </a:lnTo>
                  <a:lnTo>
                    <a:pt x="362" y="582"/>
                  </a:lnTo>
                  <a:lnTo>
                    <a:pt x="622" y="702"/>
                  </a:lnTo>
                  <a:lnTo>
                    <a:pt x="1144" y="943"/>
                  </a:lnTo>
                  <a:lnTo>
                    <a:pt x="1405" y="1063"/>
                  </a:lnTo>
                  <a:lnTo>
                    <a:pt x="1665" y="1204"/>
                  </a:lnTo>
                  <a:lnTo>
                    <a:pt x="1906" y="1364"/>
                  </a:lnTo>
                  <a:lnTo>
                    <a:pt x="2127" y="1545"/>
                  </a:lnTo>
                  <a:lnTo>
                    <a:pt x="2347" y="1765"/>
                  </a:lnTo>
                  <a:lnTo>
                    <a:pt x="2528" y="2006"/>
                  </a:lnTo>
                  <a:lnTo>
                    <a:pt x="2688" y="2247"/>
                  </a:lnTo>
                  <a:lnTo>
                    <a:pt x="2828" y="2507"/>
                  </a:lnTo>
                  <a:lnTo>
                    <a:pt x="3069" y="3049"/>
                  </a:lnTo>
                  <a:lnTo>
                    <a:pt x="3210" y="3330"/>
                  </a:lnTo>
                  <a:lnTo>
                    <a:pt x="3350" y="3590"/>
                  </a:lnTo>
                  <a:lnTo>
                    <a:pt x="3390" y="3650"/>
                  </a:lnTo>
                  <a:lnTo>
                    <a:pt x="3430" y="3691"/>
                  </a:lnTo>
                  <a:lnTo>
                    <a:pt x="3490" y="3731"/>
                  </a:lnTo>
                  <a:lnTo>
                    <a:pt x="3550" y="3751"/>
                  </a:lnTo>
                  <a:lnTo>
                    <a:pt x="3671" y="3751"/>
                  </a:lnTo>
                  <a:lnTo>
                    <a:pt x="3771" y="3731"/>
                  </a:lnTo>
                  <a:lnTo>
                    <a:pt x="3871" y="3670"/>
                  </a:lnTo>
                  <a:lnTo>
                    <a:pt x="3952" y="3570"/>
                  </a:lnTo>
                  <a:lnTo>
                    <a:pt x="3992" y="3450"/>
                  </a:lnTo>
                  <a:lnTo>
                    <a:pt x="3992" y="3390"/>
                  </a:lnTo>
                  <a:lnTo>
                    <a:pt x="3992" y="3310"/>
                  </a:lnTo>
                  <a:lnTo>
                    <a:pt x="3911" y="3009"/>
                  </a:lnTo>
                  <a:lnTo>
                    <a:pt x="3811" y="2688"/>
                  </a:lnTo>
                  <a:lnTo>
                    <a:pt x="3671" y="2367"/>
                  </a:lnTo>
                  <a:lnTo>
                    <a:pt x="3530" y="2066"/>
                  </a:lnTo>
                  <a:lnTo>
                    <a:pt x="3350" y="1785"/>
                  </a:lnTo>
                  <a:lnTo>
                    <a:pt x="3149" y="1505"/>
                  </a:lnTo>
                  <a:lnTo>
                    <a:pt x="2909" y="1244"/>
                  </a:lnTo>
                  <a:lnTo>
                    <a:pt x="2668" y="983"/>
                  </a:lnTo>
                  <a:lnTo>
                    <a:pt x="2407" y="763"/>
                  </a:lnTo>
                  <a:lnTo>
                    <a:pt x="2147" y="562"/>
                  </a:lnTo>
                  <a:lnTo>
                    <a:pt x="1846" y="382"/>
                  </a:lnTo>
                  <a:lnTo>
                    <a:pt x="1545" y="241"/>
                  </a:lnTo>
                  <a:lnTo>
                    <a:pt x="1224" y="121"/>
                  </a:lnTo>
                  <a:lnTo>
                    <a:pt x="903" y="41"/>
                  </a:lnTo>
                  <a:lnTo>
                    <a:pt x="5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26"/>
            <p:cNvSpPr/>
            <p:nvPr/>
          </p:nvSpPr>
          <p:spPr>
            <a:xfrm>
              <a:off x="11080175" y="3306938"/>
              <a:ext cx="17575" cy="18075"/>
            </a:xfrm>
            <a:custGeom>
              <a:avLst/>
              <a:gdLst/>
              <a:ahLst/>
              <a:cxnLst/>
              <a:rect l="l" t="t" r="r" b="b"/>
              <a:pathLst>
                <a:path w="703" h="723" extrusionOk="0">
                  <a:moveTo>
                    <a:pt x="262" y="0"/>
                  </a:moveTo>
                  <a:lnTo>
                    <a:pt x="181" y="21"/>
                  </a:lnTo>
                  <a:lnTo>
                    <a:pt x="121" y="61"/>
                  </a:lnTo>
                  <a:lnTo>
                    <a:pt x="81" y="101"/>
                  </a:lnTo>
                  <a:lnTo>
                    <a:pt x="41" y="161"/>
                  </a:lnTo>
                  <a:lnTo>
                    <a:pt x="21" y="221"/>
                  </a:lnTo>
                  <a:lnTo>
                    <a:pt x="1" y="361"/>
                  </a:lnTo>
                  <a:lnTo>
                    <a:pt x="21" y="502"/>
                  </a:lnTo>
                  <a:lnTo>
                    <a:pt x="41" y="562"/>
                  </a:lnTo>
                  <a:lnTo>
                    <a:pt x="81" y="622"/>
                  </a:lnTo>
                  <a:lnTo>
                    <a:pt x="121" y="662"/>
                  </a:lnTo>
                  <a:lnTo>
                    <a:pt x="181" y="702"/>
                  </a:lnTo>
                  <a:lnTo>
                    <a:pt x="262" y="722"/>
                  </a:lnTo>
                  <a:lnTo>
                    <a:pt x="422" y="722"/>
                  </a:lnTo>
                  <a:lnTo>
                    <a:pt x="502" y="702"/>
                  </a:lnTo>
                  <a:lnTo>
                    <a:pt x="563" y="662"/>
                  </a:lnTo>
                  <a:lnTo>
                    <a:pt x="603" y="622"/>
                  </a:lnTo>
                  <a:lnTo>
                    <a:pt x="643" y="562"/>
                  </a:lnTo>
                  <a:lnTo>
                    <a:pt x="683" y="502"/>
                  </a:lnTo>
                  <a:lnTo>
                    <a:pt x="703" y="361"/>
                  </a:lnTo>
                  <a:lnTo>
                    <a:pt x="683" y="221"/>
                  </a:lnTo>
                  <a:lnTo>
                    <a:pt x="643" y="161"/>
                  </a:lnTo>
                  <a:lnTo>
                    <a:pt x="603" y="101"/>
                  </a:lnTo>
                  <a:lnTo>
                    <a:pt x="563" y="61"/>
                  </a:lnTo>
                  <a:lnTo>
                    <a:pt x="502" y="21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26"/>
            <p:cNvSpPr/>
            <p:nvPr/>
          </p:nvSpPr>
          <p:spPr>
            <a:xfrm>
              <a:off x="10287620" y="4074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26"/>
            <p:cNvSpPr/>
            <p:nvPr/>
          </p:nvSpPr>
          <p:spPr>
            <a:xfrm>
              <a:off x="10393350" y="3917588"/>
              <a:ext cx="25575" cy="158475"/>
            </a:xfrm>
            <a:custGeom>
              <a:avLst/>
              <a:gdLst/>
              <a:ahLst/>
              <a:cxnLst/>
              <a:rect l="l" t="t" r="r" b="b"/>
              <a:pathLst>
                <a:path w="1023" h="6339" extrusionOk="0">
                  <a:moveTo>
                    <a:pt x="0" y="1"/>
                  </a:moveTo>
                  <a:lnTo>
                    <a:pt x="0" y="6338"/>
                  </a:lnTo>
                  <a:lnTo>
                    <a:pt x="1023" y="6338"/>
                  </a:lnTo>
                  <a:lnTo>
                    <a:pt x="963" y="4754"/>
                  </a:lnTo>
                  <a:lnTo>
                    <a:pt x="943" y="3169"/>
                  </a:lnTo>
                  <a:lnTo>
                    <a:pt x="943" y="1585"/>
                  </a:lnTo>
                  <a:lnTo>
                    <a:pt x="9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49" name="Google Shape;6149;p26"/>
          <p:cNvGrpSpPr/>
          <p:nvPr/>
        </p:nvGrpSpPr>
        <p:grpSpPr>
          <a:xfrm>
            <a:off x="6228569" y="3436901"/>
            <a:ext cx="1194656" cy="1477758"/>
            <a:chOff x="10943088" y="3810625"/>
            <a:chExt cx="1395300" cy="1725950"/>
          </a:xfrm>
        </p:grpSpPr>
        <p:sp>
          <p:nvSpPr>
            <p:cNvPr id="6150" name="Google Shape;6150;p26"/>
            <p:cNvSpPr/>
            <p:nvPr/>
          </p:nvSpPr>
          <p:spPr>
            <a:xfrm>
              <a:off x="11058775" y="4786775"/>
              <a:ext cx="403625" cy="694925"/>
            </a:xfrm>
            <a:custGeom>
              <a:avLst/>
              <a:gdLst/>
              <a:ahLst/>
              <a:cxnLst/>
              <a:rect l="l" t="t" r="r" b="b"/>
              <a:pathLst>
                <a:path w="16145" h="27797" extrusionOk="0">
                  <a:moveTo>
                    <a:pt x="9546" y="1"/>
                  </a:moveTo>
                  <a:lnTo>
                    <a:pt x="9386" y="121"/>
                  </a:lnTo>
                  <a:lnTo>
                    <a:pt x="8965" y="462"/>
                  </a:lnTo>
                  <a:lnTo>
                    <a:pt x="8303" y="1024"/>
                  </a:lnTo>
                  <a:lnTo>
                    <a:pt x="7902" y="1385"/>
                  </a:lnTo>
                  <a:lnTo>
                    <a:pt x="7461" y="1806"/>
                  </a:lnTo>
                  <a:lnTo>
                    <a:pt x="6979" y="2267"/>
                  </a:lnTo>
                  <a:lnTo>
                    <a:pt x="6498" y="2768"/>
                  </a:lnTo>
                  <a:lnTo>
                    <a:pt x="5977" y="3330"/>
                  </a:lnTo>
                  <a:lnTo>
                    <a:pt x="5435" y="3931"/>
                  </a:lnTo>
                  <a:lnTo>
                    <a:pt x="4914" y="4593"/>
                  </a:lnTo>
                  <a:lnTo>
                    <a:pt x="4372" y="5295"/>
                  </a:lnTo>
                  <a:lnTo>
                    <a:pt x="3831" y="6017"/>
                  </a:lnTo>
                  <a:lnTo>
                    <a:pt x="3309" y="6799"/>
                  </a:lnTo>
                  <a:lnTo>
                    <a:pt x="2888" y="7461"/>
                  </a:lnTo>
                  <a:lnTo>
                    <a:pt x="2507" y="8163"/>
                  </a:lnTo>
                  <a:lnTo>
                    <a:pt x="2126" y="8885"/>
                  </a:lnTo>
                  <a:lnTo>
                    <a:pt x="1765" y="9627"/>
                  </a:lnTo>
                  <a:lnTo>
                    <a:pt x="1424" y="10389"/>
                  </a:lnTo>
                  <a:lnTo>
                    <a:pt x="1123" y="11191"/>
                  </a:lnTo>
                  <a:lnTo>
                    <a:pt x="863" y="11993"/>
                  </a:lnTo>
                  <a:lnTo>
                    <a:pt x="622" y="12836"/>
                  </a:lnTo>
                  <a:lnTo>
                    <a:pt x="421" y="13698"/>
                  </a:lnTo>
                  <a:lnTo>
                    <a:pt x="261" y="14560"/>
                  </a:lnTo>
                  <a:lnTo>
                    <a:pt x="141" y="15443"/>
                  </a:lnTo>
                  <a:lnTo>
                    <a:pt x="60" y="16305"/>
                  </a:lnTo>
                  <a:lnTo>
                    <a:pt x="20" y="17188"/>
                  </a:lnTo>
                  <a:lnTo>
                    <a:pt x="0" y="18050"/>
                  </a:lnTo>
                  <a:lnTo>
                    <a:pt x="20" y="18912"/>
                  </a:lnTo>
                  <a:lnTo>
                    <a:pt x="60" y="19755"/>
                  </a:lnTo>
                  <a:lnTo>
                    <a:pt x="121" y="20577"/>
                  </a:lnTo>
                  <a:lnTo>
                    <a:pt x="201" y="21379"/>
                  </a:lnTo>
                  <a:lnTo>
                    <a:pt x="321" y="22141"/>
                  </a:lnTo>
                  <a:lnTo>
                    <a:pt x="442" y="22883"/>
                  </a:lnTo>
                  <a:lnTo>
                    <a:pt x="602" y="23605"/>
                  </a:lnTo>
                  <a:lnTo>
                    <a:pt x="762" y="24267"/>
                  </a:lnTo>
                  <a:lnTo>
                    <a:pt x="923" y="24888"/>
                  </a:lnTo>
                  <a:lnTo>
                    <a:pt x="1103" y="25450"/>
                  </a:lnTo>
                  <a:lnTo>
                    <a:pt x="1304" y="25971"/>
                  </a:lnTo>
                  <a:lnTo>
                    <a:pt x="1484" y="26413"/>
                  </a:lnTo>
                  <a:lnTo>
                    <a:pt x="1685" y="26814"/>
                  </a:lnTo>
                  <a:lnTo>
                    <a:pt x="1865" y="27135"/>
                  </a:lnTo>
                  <a:lnTo>
                    <a:pt x="2066" y="27415"/>
                  </a:lnTo>
                  <a:lnTo>
                    <a:pt x="2266" y="27616"/>
                  </a:lnTo>
                  <a:lnTo>
                    <a:pt x="2347" y="27696"/>
                  </a:lnTo>
                  <a:lnTo>
                    <a:pt x="2447" y="27736"/>
                  </a:lnTo>
                  <a:lnTo>
                    <a:pt x="2527" y="27776"/>
                  </a:lnTo>
                  <a:lnTo>
                    <a:pt x="2627" y="27796"/>
                  </a:lnTo>
                  <a:lnTo>
                    <a:pt x="2688" y="27796"/>
                  </a:lnTo>
                  <a:lnTo>
                    <a:pt x="2768" y="27776"/>
                  </a:lnTo>
                  <a:lnTo>
                    <a:pt x="2908" y="27696"/>
                  </a:lnTo>
                  <a:lnTo>
                    <a:pt x="3049" y="27576"/>
                  </a:lnTo>
                  <a:lnTo>
                    <a:pt x="3189" y="27395"/>
                  </a:lnTo>
                  <a:lnTo>
                    <a:pt x="3349" y="27155"/>
                  </a:lnTo>
                  <a:lnTo>
                    <a:pt x="3510" y="26874"/>
                  </a:lnTo>
                  <a:lnTo>
                    <a:pt x="3871" y="26212"/>
                  </a:lnTo>
                  <a:lnTo>
                    <a:pt x="4773" y="24427"/>
                  </a:lnTo>
                  <a:lnTo>
                    <a:pt x="5335" y="23384"/>
                  </a:lnTo>
                  <a:lnTo>
                    <a:pt x="5656" y="22843"/>
                  </a:lnTo>
                  <a:lnTo>
                    <a:pt x="5997" y="22261"/>
                  </a:lnTo>
                  <a:lnTo>
                    <a:pt x="6358" y="21680"/>
                  </a:lnTo>
                  <a:lnTo>
                    <a:pt x="6759" y="21098"/>
                  </a:lnTo>
                  <a:lnTo>
                    <a:pt x="7180" y="20497"/>
                  </a:lnTo>
                  <a:lnTo>
                    <a:pt x="7641" y="19895"/>
                  </a:lnTo>
                  <a:lnTo>
                    <a:pt x="8122" y="19293"/>
                  </a:lnTo>
                  <a:lnTo>
                    <a:pt x="8644" y="18692"/>
                  </a:lnTo>
                  <a:lnTo>
                    <a:pt x="9205" y="18090"/>
                  </a:lnTo>
                  <a:lnTo>
                    <a:pt x="9807" y="17488"/>
                  </a:lnTo>
                  <a:lnTo>
                    <a:pt x="10429" y="16927"/>
                  </a:lnTo>
                  <a:lnTo>
                    <a:pt x="11110" y="16345"/>
                  </a:lnTo>
                  <a:lnTo>
                    <a:pt x="11832" y="15804"/>
                  </a:lnTo>
                  <a:lnTo>
                    <a:pt x="12595" y="15262"/>
                  </a:lnTo>
                  <a:lnTo>
                    <a:pt x="13417" y="14761"/>
                  </a:lnTo>
                  <a:lnTo>
                    <a:pt x="14279" y="14280"/>
                  </a:lnTo>
                  <a:lnTo>
                    <a:pt x="14720" y="14039"/>
                  </a:lnTo>
                  <a:lnTo>
                    <a:pt x="15182" y="13818"/>
                  </a:lnTo>
                  <a:lnTo>
                    <a:pt x="15643" y="13598"/>
                  </a:lnTo>
                  <a:lnTo>
                    <a:pt x="16144" y="13397"/>
                  </a:lnTo>
                  <a:lnTo>
                    <a:pt x="95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26"/>
            <p:cNvSpPr/>
            <p:nvPr/>
          </p:nvSpPr>
          <p:spPr>
            <a:xfrm>
              <a:off x="11058775" y="4786775"/>
              <a:ext cx="403625" cy="694925"/>
            </a:xfrm>
            <a:custGeom>
              <a:avLst/>
              <a:gdLst/>
              <a:ahLst/>
              <a:cxnLst/>
              <a:rect l="l" t="t" r="r" b="b"/>
              <a:pathLst>
                <a:path w="16145" h="27797" fill="none" extrusionOk="0">
                  <a:moveTo>
                    <a:pt x="16144" y="13397"/>
                  </a:moveTo>
                  <a:lnTo>
                    <a:pt x="16144" y="13397"/>
                  </a:lnTo>
                  <a:lnTo>
                    <a:pt x="15643" y="13598"/>
                  </a:lnTo>
                  <a:lnTo>
                    <a:pt x="15182" y="13818"/>
                  </a:lnTo>
                  <a:lnTo>
                    <a:pt x="14720" y="14039"/>
                  </a:lnTo>
                  <a:lnTo>
                    <a:pt x="14279" y="14280"/>
                  </a:lnTo>
                  <a:lnTo>
                    <a:pt x="13417" y="14761"/>
                  </a:lnTo>
                  <a:lnTo>
                    <a:pt x="12595" y="15262"/>
                  </a:lnTo>
                  <a:lnTo>
                    <a:pt x="11832" y="15804"/>
                  </a:lnTo>
                  <a:lnTo>
                    <a:pt x="11110" y="16345"/>
                  </a:lnTo>
                  <a:lnTo>
                    <a:pt x="10429" y="16927"/>
                  </a:lnTo>
                  <a:lnTo>
                    <a:pt x="9807" y="17488"/>
                  </a:lnTo>
                  <a:lnTo>
                    <a:pt x="9205" y="18090"/>
                  </a:lnTo>
                  <a:lnTo>
                    <a:pt x="8644" y="18692"/>
                  </a:lnTo>
                  <a:lnTo>
                    <a:pt x="8122" y="19293"/>
                  </a:lnTo>
                  <a:lnTo>
                    <a:pt x="7641" y="19895"/>
                  </a:lnTo>
                  <a:lnTo>
                    <a:pt x="7180" y="20497"/>
                  </a:lnTo>
                  <a:lnTo>
                    <a:pt x="6759" y="21098"/>
                  </a:lnTo>
                  <a:lnTo>
                    <a:pt x="6358" y="21680"/>
                  </a:lnTo>
                  <a:lnTo>
                    <a:pt x="5997" y="22261"/>
                  </a:lnTo>
                  <a:lnTo>
                    <a:pt x="5656" y="22843"/>
                  </a:lnTo>
                  <a:lnTo>
                    <a:pt x="5335" y="23384"/>
                  </a:lnTo>
                  <a:lnTo>
                    <a:pt x="4773" y="24427"/>
                  </a:lnTo>
                  <a:lnTo>
                    <a:pt x="3871" y="26212"/>
                  </a:lnTo>
                  <a:lnTo>
                    <a:pt x="3510" y="26874"/>
                  </a:lnTo>
                  <a:lnTo>
                    <a:pt x="3349" y="27155"/>
                  </a:lnTo>
                  <a:lnTo>
                    <a:pt x="3189" y="27395"/>
                  </a:lnTo>
                  <a:lnTo>
                    <a:pt x="3049" y="27576"/>
                  </a:lnTo>
                  <a:lnTo>
                    <a:pt x="2908" y="27696"/>
                  </a:lnTo>
                  <a:lnTo>
                    <a:pt x="2768" y="27776"/>
                  </a:lnTo>
                  <a:lnTo>
                    <a:pt x="2688" y="27796"/>
                  </a:lnTo>
                  <a:lnTo>
                    <a:pt x="2627" y="27796"/>
                  </a:lnTo>
                  <a:lnTo>
                    <a:pt x="2627" y="27796"/>
                  </a:lnTo>
                  <a:lnTo>
                    <a:pt x="2527" y="27776"/>
                  </a:lnTo>
                  <a:lnTo>
                    <a:pt x="2447" y="27736"/>
                  </a:lnTo>
                  <a:lnTo>
                    <a:pt x="2347" y="27696"/>
                  </a:lnTo>
                  <a:lnTo>
                    <a:pt x="2266" y="27616"/>
                  </a:lnTo>
                  <a:lnTo>
                    <a:pt x="2066" y="27415"/>
                  </a:lnTo>
                  <a:lnTo>
                    <a:pt x="1865" y="27135"/>
                  </a:lnTo>
                  <a:lnTo>
                    <a:pt x="1685" y="26814"/>
                  </a:lnTo>
                  <a:lnTo>
                    <a:pt x="1484" y="26413"/>
                  </a:lnTo>
                  <a:lnTo>
                    <a:pt x="1304" y="25971"/>
                  </a:lnTo>
                  <a:lnTo>
                    <a:pt x="1103" y="25450"/>
                  </a:lnTo>
                  <a:lnTo>
                    <a:pt x="1103" y="25450"/>
                  </a:lnTo>
                  <a:lnTo>
                    <a:pt x="923" y="24888"/>
                  </a:lnTo>
                  <a:lnTo>
                    <a:pt x="762" y="24267"/>
                  </a:lnTo>
                  <a:lnTo>
                    <a:pt x="602" y="23605"/>
                  </a:lnTo>
                  <a:lnTo>
                    <a:pt x="442" y="22883"/>
                  </a:lnTo>
                  <a:lnTo>
                    <a:pt x="321" y="22141"/>
                  </a:lnTo>
                  <a:lnTo>
                    <a:pt x="201" y="21379"/>
                  </a:lnTo>
                  <a:lnTo>
                    <a:pt x="121" y="20577"/>
                  </a:lnTo>
                  <a:lnTo>
                    <a:pt x="60" y="19755"/>
                  </a:lnTo>
                  <a:lnTo>
                    <a:pt x="20" y="18912"/>
                  </a:lnTo>
                  <a:lnTo>
                    <a:pt x="0" y="18050"/>
                  </a:lnTo>
                  <a:lnTo>
                    <a:pt x="20" y="17188"/>
                  </a:lnTo>
                  <a:lnTo>
                    <a:pt x="60" y="16305"/>
                  </a:lnTo>
                  <a:lnTo>
                    <a:pt x="141" y="15443"/>
                  </a:lnTo>
                  <a:lnTo>
                    <a:pt x="261" y="14560"/>
                  </a:lnTo>
                  <a:lnTo>
                    <a:pt x="421" y="13698"/>
                  </a:lnTo>
                  <a:lnTo>
                    <a:pt x="622" y="12836"/>
                  </a:lnTo>
                  <a:lnTo>
                    <a:pt x="622" y="12836"/>
                  </a:lnTo>
                  <a:lnTo>
                    <a:pt x="863" y="11993"/>
                  </a:lnTo>
                  <a:lnTo>
                    <a:pt x="1123" y="11191"/>
                  </a:lnTo>
                  <a:lnTo>
                    <a:pt x="1424" y="10389"/>
                  </a:lnTo>
                  <a:lnTo>
                    <a:pt x="1765" y="9627"/>
                  </a:lnTo>
                  <a:lnTo>
                    <a:pt x="2126" y="8885"/>
                  </a:lnTo>
                  <a:lnTo>
                    <a:pt x="2507" y="8163"/>
                  </a:lnTo>
                  <a:lnTo>
                    <a:pt x="2888" y="7461"/>
                  </a:lnTo>
                  <a:lnTo>
                    <a:pt x="3309" y="6799"/>
                  </a:lnTo>
                  <a:lnTo>
                    <a:pt x="3309" y="6799"/>
                  </a:lnTo>
                  <a:lnTo>
                    <a:pt x="3831" y="6017"/>
                  </a:lnTo>
                  <a:lnTo>
                    <a:pt x="4372" y="5295"/>
                  </a:lnTo>
                  <a:lnTo>
                    <a:pt x="4914" y="4593"/>
                  </a:lnTo>
                  <a:lnTo>
                    <a:pt x="5435" y="3931"/>
                  </a:lnTo>
                  <a:lnTo>
                    <a:pt x="5977" y="3330"/>
                  </a:lnTo>
                  <a:lnTo>
                    <a:pt x="6498" y="2768"/>
                  </a:lnTo>
                  <a:lnTo>
                    <a:pt x="6979" y="2267"/>
                  </a:lnTo>
                  <a:lnTo>
                    <a:pt x="7461" y="1806"/>
                  </a:lnTo>
                  <a:lnTo>
                    <a:pt x="7902" y="1385"/>
                  </a:lnTo>
                  <a:lnTo>
                    <a:pt x="8303" y="1024"/>
                  </a:lnTo>
                  <a:lnTo>
                    <a:pt x="8965" y="462"/>
                  </a:lnTo>
                  <a:lnTo>
                    <a:pt x="9386" y="121"/>
                  </a:lnTo>
                  <a:lnTo>
                    <a:pt x="9546" y="1"/>
                  </a:lnTo>
                  <a:lnTo>
                    <a:pt x="16144" y="1339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26"/>
            <p:cNvSpPr/>
            <p:nvPr/>
          </p:nvSpPr>
          <p:spPr>
            <a:xfrm>
              <a:off x="11086350" y="4817875"/>
              <a:ext cx="330425" cy="663825"/>
            </a:xfrm>
            <a:custGeom>
              <a:avLst/>
              <a:gdLst/>
              <a:ahLst/>
              <a:cxnLst/>
              <a:rect l="l" t="t" r="r" b="b"/>
              <a:pathLst>
                <a:path w="13217" h="26553" extrusionOk="0">
                  <a:moveTo>
                    <a:pt x="6939" y="0"/>
                  </a:moveTo>
                  <a:lnTo>
                    <a:pt x="6438" y="481"/>
                  </a:lnTo>
                  <a:lnTo>
                    <a:pt x="5896" y="1003"/>
                  </a:lnTo>
                  <a:lnTo>
                    <a:pt x="5315" y="1605"/>
                  </a:lnTo>
                  <a:lnTo>
                    <a:pt x="4693" y="2286"/>
                  </a:lnTo>
                  <a:lnTo>
                    <a:pt x="4071" y="3008"/>
                  </a:lnTo>
                  <a:lnTo>
                    <a:pt x="3450" y="3790"/>
                  </a:lnTo>
                  <a:lnTo>
                    <a:pt x="2828" y="4653"/>
                  </a:lnTo>
                  <a:lnTo>
                    <a:pt x="2507" y="5094"/>
                  </a:lnTo>
                  <a:lnTo>
                    <a:pt x="2206" y="5555"/>
                  </a:lnTo>
                  <a:lnTo>
                    <a:pt x="2587" y="5656"/>
                  </a:lnTo>
                  <a:lnTo>
                    <a:pt x="2968" y="5776"/>
                  </a:lnTo>
                  <a:lnTo>
                    <a:pt x="3349" y="5916"/>
                  </a:lnTo>
                  <a:lnTo>
                    <a:pt x="3690" y="6097"/>
                  </a:lnTo>
                  <a:lnTo>
                    <a:pt x="4051" y="6297"/>
                  </a:lnTo>
                  <a:lnTo>
                    <a:pt x="4372" y="6538"/>
                  </a:lnTo>
                  <a:lnTo>
                    <a:pt x="4693" y="6779"/>
                  </a:lnTo>
                  <a:lnTo>
                    <a:pt x="4994" y="7059"/>
                  </a:lnTo>
                  <a:lnTo>
                    <a:pt x="5275" y="7360"/>
                  </a:lnTo>
                  <a:lnTo>
                    <a:pt x="5535" y="7681"/>
                  </a:lnTo>
                  <a:lnTo>
                    <a:pt x="5776" y="8002"/>
                  </a:lnTo>
                  <a:lnTo>
                    <a:pt x="5997" y="8363"/>
                  </a:lnTo>
                  <a:lnTo>
                    <a:pt x="6197" y="8724"/>
                  </a:lnTo>
                  <a:lnTo>
                    <a:pt x="6358" y="9105"/>
                  </a:lnTo>
                  <a:lnTo>
                    <a:pt x="6518" y="9486"/>
                  </a:lnTo>
                  <a:lnTo>
                    <a:pt x="6618" y="9907"/>
                  </a:lnTo>
                  <a:lnTo>
                    <a:pt x="6698" y="10188"/>
                  </a:lnTo>
                  <a:lnTo>
                    <a:pt x="6739" y="10489"/>
                  </a:lnTo>
                  <a:lnTo>
                    <a:pt x="6779" y="10769"/>
                  </a:lnTo>
                  <a:lnTo>
                    <a:pt x="6819" y="11070"/>
                  </a:lnTo>
                  <a:lnTo>
                    <a:pt x="6839" y="11632"/>
                  </a:lnTo>
                  <a:lnTo>
                    <a:pt x="6819" y="12193"/>
                  </a:lnTo>
                  <a:lnTo>
                    <a:pt x="6739" y="12755"/>
                  </a:lnTo>
                  <a:lnTo>
                    <a:pt x="6638" y="13316"/>
                  </a:lnTo>
                  <a:lnTo>
                    <a:pt x="6498" y="13858"/>
                  </a:lnTo>
                  <a:lnTo>
                    <a:pt x="6338" y="14379"/>
                  </a:lnTo>
                  <a:lnTo>
                    <a:pt x="6137" y="14921"/>
                  </a:lnTo>
                  <a:lnTo>
                    <a:pt x="5896" y="15442"/>
                  </a:lnTo>
                  <a:lnTo>
                    <a:pt x="5656" y="15944"/>
                  </a:lnTo>
                  <a:lnTo>
                    <a:pt x="5375" y="16445"/>
                  </a:lnTo>
                  <a:lnTo>
                    <a:pt x="5074" y="16946"/>
                  </a:lnTo>
                  <a:lnTo>
                    <a:pt x="4773" y="17428"/>
                  </a:lnTo>
                  <a:lnTo>
                    <a:pt x="4452" y="17909"/>
                  </a:lnTo>
                  <a:lnTo>
                    <a:pt x="4111" y="18370"/>
                  </a:lnTo>
                  <a:lnTo>
                    <a:pt x="3570" y="19092"/>
                  </a:lnTo>
                  <a:lnTo>
                    <a:pt x="3029" y="19794"/>
                  </a:lnTo>
                  <a:lnTo>
                    <a:pt x="1946" y="21218"/>
                  </a:lnTo>
                  <a:lnTo>
                    <a:pt x="1424" y="21940"/>
                  </a:lnTo>
                  <a:lnTo>
                    <a:pt x="923" y="22682"/>
                  </a:lnTo>
                  <a:lnTo>
                    <a:pt x="441" y="23444"/>
                  </a:lnTo>
                  <a:lnTo>
                    <a:pt x="221" y="23825"/>
                  </a:lnTo>
                  <a:lnTo>
                    <a:pt x="0" y="24206"/>
                  </a:lnTo>
                  <a:lnTo>
                    <a:pt x="201" y="24727"/>
                  </a:lnTo>
                  <a:lnTo>
                    <a:pt x="381" y="25169"/>
                  </a:lnTo>
                  <a:lnTo>
                    <a:pt x="582" y="25570"/>
                  </a:lnTo>
                  <a:lnTo>
                    <a:pt x="762" y="25891"/>
                  </a:lnTo>
                  <a:lnTo>
                    <a:pt x="963" y="26171"/>
                  </a:lnTo>
                  <a:lnTo>
                    <a:pt x="1163" y="26372"/>
                  </a:lnTo>
                  <a:lnTo>
                    <a:pt x="1244" y="26452"/>
                  </a:lnTo>
                  <a:lnTo>
                    <a:pt x="1344" y="26492"/>
                  </a:lnTo>
                  <a:lnTo>
                    <a:pt x="1424" y="26532"/>
                  </a:lnTo>
                  <a:lnTo>
                    <a:pt x="1524" y="26552"/>
                  </a:lnTo>
                  <a:lnTo>
                    <a:pt x="1605" y="26552"/>
                  </a:lnTo>
                  <a:lnTo>
                    <a:pt x="1685" y="26532"/>
                  </a:lnTo>
                  <a:lnTo>
                    <a:pt x="1805" y="26452"/>
                  </a:lnTo>
                  <a:lnTo>
                    <a:pt x="1946" y="26332"/>
                  </a:lnTo>
                  <a:lnTo>
                    <a:pt x="2086" y="26151"/>
                  </a:lnTo>
                  <a:lnTo>
                    <a:pt x="2226" y="25951"/>
                  </a:lnTo>
                  <a:lnTo>
                    <a:pt x="2367" y="25710"/>
                  </a:lnTo>
                  <a:lnTo>
                    <a:pt x="2708" y="25088"/>
                  </a:lnTo>
                  <a:lnTo>
                    <a:pt x="3510" y="23504"/>
                  </a:lnTo>
                  <a:lnTo>
                    <a:pt x="4011" y="22541"/>
                  </a:lnTo>
                  <a:lnTo>
                    <a:pt x="4593" y="21539"/>
                  </a:lnTo>
                  <a:lnTo>
                    <a:pt x="4914" y="20997"/>
                  </a:lnTo>
                  <a:lnTo>
                    <a:pt x="5255" y="20456"/>
                  </a:lnTo>
                  <a:lnTo>
                    <a:pt x="5616" y="19894"/>
                  </a:lnTo>
                  <a:lnTo>
                    <a:pt x="6017" y="19353"/>
                  </a:lnTo>
                  <a:lnTo>
                    <a:pt x="6418" y="18771"/>
                  </a:lnTo>
                  <a:lnTo>
                    <a:pt x="6879" y="18210"/>
                  </a:lnTo>
                  <a:lnTo>
                    <a:pt x="7360" y="17648"/>
                  </a:lnTo>
                  <a:lnTo>
                    <a:pt x="7862" y="17087"/>
                  </a:lnTo>
                  <a:lnTo>
                    <a:pt x="8403" y="16545"/>
                  </a:lnTo>
                  <a:lnTo>
                    <a:pt x="8985" y="15984"/>
                  </a:lnTo>
                  <a:lnTo>
                    <a:pt x="9586" y="15442"/>
                  </a:lnTo>
                  <a:lnTo>
                    <a:pt x="10248" y="14921"/>
                  </a:lnTo>
                  <a:lnTo>
                    <a:pt x="10930" y="14419"/>
                  </a:lnTo>
                  <a:lnTo>
                    <a:pt x="11652" y="13918"/>
                  </a:lnTo>
                  <a:lnTo>
                    <a:pt x="12414" y="13457"/>
                  </a:lnTo>
                  <a:lnTo>
                    <a:pt x="13216" y="13016"/>
                  </a:lnTo>
                  <a:lnTo>
                    <a:pt x="12635" y="12253"/>
                  </a:lnTo>
                  <a:lnTo>
                    <a:pt x="12073" y="11491"/>
                  </a:lnTo>
                  <a:lnTo>
                    <a:pt x="11552" y="10729"/>
                  </a:lnTo>
                  <a:lnTo>
                    <a:pt x="11050" y="9947"/>
                  </a:lnTo>
                  <a:lnTo>
                    <a:pt x="10569" y="9145"/>
                  </a:lnTo>
                  <a:lnTo>
                    <a:pt x="10108" y="8343"/>
                  </a:lnTo>
                  <a:lnTo>
                    <a:pt x="9687" y="7521"/>
                  </a:lnTo>
                  <a:lnTo>
                    <a:pt x="9286" y="6698"/>
                  </a:lnTo>
                  <a:lnTo>
                    <a:pt x="8904" y="5876"/>
                  </a:lnTo>
                  <a:lnTo>
                    <a:pt x="8544" y="5054"/>
                  </a:lnTo>
                  <a:lnTo>
                    <a:pt x="8223" y="4212"/>
                  </a:lnTo>
                  <a:lnTo>
                    <a:pt x="7922" y="3369"/>
                  </a:lnTo>
                  <a:lnTo>
                    <a:pt x="7641" y="2527"/>
                  </a:lnTo>
                  <a:lnTo>
                    <a:pt x="7380" y="1685"/>
                  </a:lnTo>
                  <a:lnTo>
                    <a:pt x="7160" y="842"/>
                  </a:lnTo>
                  <a:lnTo>
                    <a:pt x="693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26"/>
            <p:cNvSpPr/>
            <p:nvPr/>
          </p:nvSpPr>
          <p:spPr>
            <a:xfrm>
              <a:off x="11086350" y="4817875"/>
              <a:ext cx="330425" cy="663825"/>
            </a:xfrm>
            <a:custGeom>
              <a:avLst/>
              <a:gdLst/>
              <a:ahLst/>
              <a:cxnLst/>
              <a:rect l="l" t="t" r="r" b="b"/>
              <a:pathLst>
                <a:path w="13217" h="26553" fill="none" extrusionOk="0">
                  <a:moveTo>
                    <a:pt x="6939" y="0"/>
                  </a:moveTo>
                  <a:lnTo>
                    <a:pt x="6939" y="0"/>
                  </a:lnTo>
                  <a:lnTo>
                    <a:pt x="6438" y="481"/>
                  </a:lnTo>
                  <a:lnTo>
                    <a:pt x="5896" y="1003"/>
                  </a:lnTo>
                  <a:lnTo>
                    <a:pt x="5315" y="1605"/>
                  </a:lnTo>
                  <a:lnTo>
                    <a:pt x="4693" y="2286"/>
                  </a:lnTo>
                  <a:lnTo>
                    <a:pt x="4071" y="3008"/>
                  </a:lnTo>
                  <a:lnTo>
                    <a:pt x="3450" y="3790"/>
                  </a:lnTo>
                  <a:lnTo>
                    <a:pt x="2828" y="4653"/>
                  </a:lnTo>
                  <a:lnTo>
                    <a:pt x="2507" y="5094"/>
                  </a:lnTo>
                  <a:lnTo>
                    <a:pt x="2206" y="5555"/>
                  </a:lnTo>
                  <a:lnTo>
                    <a:pt x="2206" y="5555"/>
                  </a:lnTo>
                  <a:lnTo>
                    <a:pt x="2587" y="5656"/>
                  </a:lnTo>
                  <a:lnTo>
                    <a:pt x="2968" y="5776"/>
                  </a:lnTo>
                  <a:lnTo>
                    <a:pt x="3349" y="5916"/>
                  </a:lnTo>
                  <a:lnTo>
                    <a:pt x="3690" y="6097"/>
                  </a:lnTo>
                  <a:lnTo>
                    <a:pt x="4051" y="6297"/>
                  </a:lnTo>
                  <a:lnTo>
                    <a:pt x="4372" y="6538"/>
                  </a:lnTo>
                  <a:lnTo>
                    <a:pt x="4693" y="6779"/>
                  </a:lnTo>
                  <a:lnTo>
                    <a:pt x="4994" y="7059"/>
                  </a:lnTo>
                  <a:lnTo>
                    <a:pt x="5275" y="7360"/>
                  </a:lnTo>
                  <a:lnTo>
                    <a:pt x="5535" y="7681"/>
                  </a:lnTo>
                  <a:lnTo>
                    <a:pt x="5776" y="8002"/>
                  </a:lnTo>
                  <a:lnTo>
                    <a:pt x="5997" y="8363"/>
                  </a:lnTo>
                  <a:lnTo>
                    <a:pt x="6197" y="8724"/>
                  </a:lnTo>
                  <a:lnTo>
                    <a:pt x="6358" y="9105"/>
                  </a:lnTo>
                  <a:lnTo>
                    <a:pt x="6518" y="9486"/>
                  </a:lnTo>
                  <a:lnTo>
                    <a:pt x="6618" y="9907"/>
                  </a:lnTo>
                  <a:lnTo>
                    <a:pt x="6618" y="9907"/>
                  </a:lnTo>
                  <a:lnTo>
                    <a:pt x="6698" y="10188"/>
                  </a:lnTo>
                  <a:lnTo>
                    <a:pt x="6739" y="10489"/>
                  </a:lnTo>
                  <a:lnTo>
                    <a:pt x="6779" y="10769"/>
                  </a:lnTo>
                  <a:lnTo>
                    <a:pt x="6819" y="11070"/>
                  </a:lnTo>
                  <a:lnTo>
                    <a:pt x="6839" y="11632"/>
                  </a:lnTo>
                  <a:lnTo>
                    <a:pt x="6819" y="12193"/>
                  </a:lnTo>
                  <a:lnTo>
                    <a:pt x="6739" y="12755"/>
                  </a:lnTo>
                  <a:lnTo>
                    <a:pt x="6638" y="13316"/>
                  </a:lnTo>
                  <a:lnTo>
                    <a:pt x="6498" y="13858"/>
                  </a:lnTo>
                  <a:lnTo>
                    <a:pt x="6338" y="14379"/>
                  </a:lnTo>
                  <a:lnTo>
                    <a:pt x="6137" y="14921"/>
                  </a:lnTo>
                  <a:lnTo>
                    <a:pt x="5896" y="15442"/>
                  </a:lnTo>
                  <a:lnTo>
                    <a:pt x="5656" y="15944"/>
                  </a:lnTo>
                  <a:lnTo>
                    <a:pt x="5375" y="16445"/>
                  </a:lnTo>
                  <a:lnTo>
                    <a:pt x="5074" y="16946"/>
                  </a:lnTo>
                  <a:lnTo>
                    <a:pt x="4773" y="17428"/>
                  </a:lnTo>
                  <a:lnTo>
                    <a:pt x="4452" y="17909"/>
                  </a:lnTo>
                  <a:lnTo>
                    <a:pt x="4111" y="18370"/>
                  </a:lnTo>
                  <a:lnTo>
                    <a:pt x="4111" y="18370"/>
                  </a:lnTo>
                  <a:lnTo>
                    <a:pt x="3570" y="19092"/>
                  </a:lnTo>
                  <a:lnTo>
                    <a:pt x="3029" y="19794"/>
                  </a:lnTo>
                  <a:lnTo>
                    <a:pt x="1946" y="21218"/>
                  </a:lnTo>
                  <a:lnTo>
                    <a:pt x="1424" y="21940"/>
                  </a:lnTo>
                  <a:lnTo>
                    <a:pt x="923" y="22682"/>
                  </a:lnTo>
                  <a:lnTo>
                    <a:pt x="441" y="23444"/>
                  </a:lnTo>
                  <a:lnTo>
                    <a:pt x="221" y="23825"/>
                  </a:lnTo>
                  <a:lnTo>
                    <a:pt x="0" y="24206"/>
                  </a:lnTo>
                  <a:lnTo>
                    <a:pt x="0" y="24206"/>
                  </a:lnTo>
                  <a:lnTo>
                    <a:pt x="201" y="24727"/>
                  </a:lnTo>
                  <a:lnTo>
                    <a:pt x="381" y="25169"/>
                  </a:lnTo>
                  <a:lnTo>
                    <a:pt x="582" y="25570"/>
                  </a:lnTo>
                  <a:lnTo>
                    <a:pt x="762" y="25891"/>
                  </a:lnTo>
                  <a:lnTo>
                    <a:pt x="963" y="26171"/>
                  </a:lnTo>
                  <a:lnTo>
                    <a:pt x="1163" y="26372"/>
                  </a:lnTo>
                  <a:lnTo>
                    <a:pt x="1244" y="26452"/>
                  </a:lnTo>
                  <a:lnTo>
                    <a:pt x="1344" y="26492"/>
                  </a:lnTo>
                  <a:lnTo>
                    <a:pt x="1424" y="26532"/>
                  </a:lnTo>
                  <a:lnTo>
                    <a:pt x="1524" y="26552"/>
                  </a:lnTo>
                  <a:lnTo>
                    <a:pt x="1524" y="26552"/>
                  </a:lnTo>
                  <a:lnTo>
                    <a:pt x="1544" y="26552"/>
                  </a:lnTo>
                  <a:lnTo>
                    <a:pt x="1544" y="26552"/>
                  </a:lnTo>
                  <a:lnTo>
                    <a:pt x="1605" y="26552"/>
                  </a:lnTo>
                  <a:lnTo>
                    <a:pt x="1685" y="26532"/>
                  </a:lnTo>
                  <a:lnTo>
                    <a:pt x="1805" y="26452"/>
                  </a:lnTo>
                  <a:lnTo>
                    <a:pt x="1946" y="26332"/>
                  </a:lnTo>
                  <a:lnTo>
                    <a:pt x="2086" y="26151"/>
                  </a:lnTo>
                  <a:lnTo>
                    <a:pt x="2226" y="25951"/>
                  </a:lnTo>
                  <a:lnTo>
                    <a:pt x="2367" y="25710"/>
                  </a:lnTo>
                  <a:lnTo>
                    <a:pt x="2708" y="25088"/>
                  </a:lnTo>
                  <a:lnTo>
                    <a:pt x="3510" y="23504"/>
                  </a:lnTo>
                  <a:lnTo>
                    <a:pt x="4011" y="22541"/>
                  </a:lnTo>
                  <a:lnTo>
                    <a:pt x="4593" y="21539"/>
                  </a:lnTo>
                  <a:lnTo>
                    <a:pt x="4914" y="20997"/>
                  </a:lnTo>
                  <a:lnTo>
                    <a:pt x="5255" y="20456"/>
                  </a:lnTo>
                  <a:lnTo>
                    <a:pt x="5616" y="19894"/>
                  </a:lnTo>
                  <a:lnTo>
                    <a:pt x="6017" y="19353"/>
                  </a:lnTo>
                  <a:lnTo>
                    <a:pt x="6418" y="18771"/>
                  </a:lnTo>
                  <a:lnTo>
                    <a:pt x="6879" y="18210"/>
                  </a:lnTo>
                  <a:lnTo>
                    <a:pt x="7360" y="17648"/>
                  </a:lnTo>
                  <a:lnTo>
                    <a:pt x="7862" y="17087"/>
                  </a:lnTo>
                  <a:lnTo>
                    <a:pt x="8403" y="16545"/>
                  </a:lnTo>
                  <a:lnTo>
                    <a:pt x="8985" y="15984"/>
                  </a:lnTo>
                  <a:lnTo>
                    <a:pt x="9586" y="15442"/>
                  </a:lnTo>
                  <a:lnTo>
                    <a:pt x="10248" y="14921"/>
                  </a:lnTo>
                  <a:lnTo>
                    <a:pt x="10930" y="14419"/>
                  </a:lnTo>
                  <a:lnTo>
                    <a:pt x="11652" y="13918"/>
                  </a:lnTo>
                  <a:lnTo>
                    <a:pt x="12414" y="13457"/>
                  </a:lnTo>
                  <a:lnTo>
                    <a:pt x="13216" y="13016"/>
                  </a:lnTo>
                  <a:lnTo>
                    <a:pt x="13216" y="13016"/>
                  </a:lnTo>
                  <a:lnTo>
                    <a:pt x="12635" y="12253"/>
                  </a:lnTo>
                  <a:lnTo>
                    <a:pt x="12073" y="11491"/>
                  </a:lnTo>
                  <a:lnTo>
                    <a:pt x="11552" y="10729"/>
                  </a:lnTo>
                  <a:lnTo>
                    <a:pt x="11050" y="9947"/>
                  </a:lnTo>
                  <a:lnTo>
                    <a:pt x="10569" y="9145"/>
                  </a:lnTo>
                  <a:lnTo>
                    <a:pt x="10108" y="8343"/>
                  </a:lnTo>
                  <a:lnTo>
                    <a:pt x="9687" y="7521"/>
                  </a:lnTo>
                  <a:lnTo>
                    <a:pt x="9286" y="6698"/>
                  </a:lnTo>
                  <a:lnTo>
                    <a:pt x="8904" y="5876"/>
                  </a:lnTo>
                  <a:lnTo>
                    <a:pt x="8544" y="5054"/>
                  </a:lnTo>
                  <a:lnTo>
                    <a:pt x="8223" y="4212"/>
                  </a:lnTo>
                  <a:lnTo>
                    <a:pt x="7922" y="3369"/>
                  </a:lnTo>
                  <a:lnTo>
                    <a:pt x="7641" y="2527"/>
                  </a:lnTo>
                  <a:lnTo>
                    <a:pt x="7380" y="1685"/>
                  </a:lnTo>
                  <a:lnTo>
                    <a:pt x="7160" y="842"/>
                  </a:lnTo>
                  <a:lnTo>
                    <a:pt x="693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26"/>
            <p:cNvSpPr/>
            <p:nvPr/>
          </p:nvSpPr>
          <p:spPr>
            <a:xfrm>
              <a:off x="11839900" y="4786775"/>
              <a:ext cx="403625" cy="694925"/>
            </a:xfrm>
            <a:custGeom>
              <a:avLst/>
              <a:gdLst/>
              <a:ahLst/>
              <a:cxnLst/>
              <a:rect l="l" t="t" r="r" b="b"/>
              <a:pathLst>
                <a:path w="16145" h="27797" extrusionOk="0">
                  <a:moveTo>
                    <a:pt x="6598" y="1"/>
                  </a:moveTo>
                  <a:lnTo>
                    <a:pt x="0" y="13397"/>
                  </a:lnTo>
                  <a:lnTo>
                    <a:pt x="502" y="13598"/>
                  </a:lnTo>
                  <a:lnTo>
                    <a:pt x="963" y="13818"/>
                  </a:lnTo>
                  <a:lnTo>
                    <a:pt x="1424" y="14039"/>
                  </a:lnTo>
                  <a:lnTo>
                    <a:pt x="1865" y="14280"/>
                  </a:lnTo>
                  <a:lnTo>
                    <a:pt x="2728" y="14761"/>
                  </a:lnTo>
                  <a:lnTo>
                    <a:pt x="3550" y="15262"/>
                  </a:lnTo>
                  <a:lnTo>
                    <a:pt x="4312" y="15804"/>
                  </a:lnTo>
                  <a:lnTo>
                    <a:pt x="5034" y="16345"/>
                  </a:lnTo>
                  <a:lnTo>
                    <a:pt x="5696" y="16927"/>
                  </a:lnTo>
                  <a:lnTo>
                    <a:pt x="6337" y="17488"/>
                  </a:lnTo>
                  <a:lnTo>
                    <a:pt x="6939" y="18090"/>
                  </a:lnTo>
                  <a:lnTo>
                    <a:pt x="7501" y="18692"/>
                  </a:lnTo>
                  <a:lnTo>
                    <a:pt x="8022" y="19293"/>
                  </a:lnTo>
                  <a:lnTo>
                    <a:pt x="8503" y="19895"/>
                  </a:lnTo>
                  <a:lnTo>
                    <a:pt x="8965" y="20497"/>
                  </a:lnTo>
                  <a:lnTo>
                    <a:pt x="9386" y="21098"/>
                  </a:lnTo>
                  <a:lnTo>
                    <a:pt x="9787" y="21680"/>
                  </a:lnTo>
                  <a:lnTo>
                    <a:pt x="10148" y="22261"/>
                  </a:lnTo>
                  <a:lnTo>
                    <a:pt x="10489" y="22843"/>
                  </a:lnTo>
                  <a:lnTo>
                    <a:pt x="10810" y="23384"/>
                  </a:lnTo>
                  <a:lnTo>
                    <a:pt x="11371" y="24427"/>
                  </a:lnTo>
                  <a:lnTo>
                    <a:pt x="12274" y="26212"/>
                  </a:lnTo>
                  <a:lnTo>
                    <a:pt x="12635" y="26874"/>
                  </a:lnTo>
                  <a:lnTo>
                    <a:pt x="12795" y="27155"/>
                  </a:lnTo>
                  <a:lnTo>
                    <a:pt x="12955" y="27395"/>
                  </a:lnTo>
                  <a:lnTo>
                    <a:pt x="13096" y="27576"/>
                  </a:lnTo>
                  <a:lnTo>
                    <a:pt x="13236" y="27696"/>
                  </a:lnTo>
                  <a:lnTo>
                    <a:pt x="13377" y="27776"/>
                  </a:lnTo>
                  <a:lnTo>
                    <a:pt x="13457" y="27796"/>
                  </a:lnTo>
                  <a:lnTo>
                    <a:pt x="13517" y="27796"/>
                  </a:lnTo>
                  <a:lnTo>
                    <a:pt x="13597" y="27776"/>
                  </a:lnTo>
                  <a:lnTo>
                    <a:pt x="13657" y="27756"/>
                  </a:lnTo>
                  <a:lnTo>
                    <a:pt x="13818" y="27676"/>
                  </a:lnTo>
                  <a:lnTo>
                    <a:pt x="13978" y="27536"/>
                  </a:lnTo>
                  <a:lnTo>
                    <a:pt x="14119" y="27335"/>
                  </a:lnTo>
                  <a:lnTo>
                    <a:pt x="14279" y="27115"/>
                  </a:lnTo>
                  <a:lnTo>
                    <a:pt x="14439" y="26834"/>
                  </a:lnTo>
                  <a:lnTo>
                    <a:pt x="14600" y="26533"/>
                  </a:lnTo>
                  <a:lnTo>
                    <a:pt x="14760" y="26172"/>
                  </a:lnTo>
                  <a:lnTo>
                    <a:pt x="14961" y="25630"/>
                  </a:lnTo>
                  <a:lnTo>
                    <a:pt x="15161" y="25009"/>
                  </a:lnTo>
                  <a:lnTo>
                    <a:pt x="15362" y="24347"/>
                  </a:lnTo>
                  <a:lnTo>
                    <a:pt x="15542" y="23625"/>
                  </a:lnTo>
                  <a:lnTo>
                    <a:pt x="15703" y="22863"/>
                  </a:lnTo>
                  <a:lnTo>
                    <a:pt x="15843" y="22061"/>
                  </a:lnTo>
                  <a:lnTo>
                    <a:pt x="15944" y="21198"/>
                  </a:lnTo>
                  <a:lnTo>
                    <a:pt x="16044" y="20336"/>
                  </a:lnTo>
                  <a:lnTo>
                    <a:pt x="16104" y="19434"/>
                  </a:lnTo>
                  <a:lnTo>
                    <a:pt x="16144" y="18491"/>
                  </a:lnTo>
                  <a:lnTo>
                    <a:pt x="16144" y="17569"/>
                  </a:lnTo>
                  <a:lnTo>
                    <a:pt x="16104" y="16606"/>
                  </a:lnTo>
                  <a:lnTo>
                    <a:pt x="16024" y="15663"/>
                  </a:lnTo>
                  <a:lnTo>
                    <a:pt x="15903" y="14721"/>
                  </a:lnTo>
                  <a:lnTo>
                    <a:pt x="15743" y="13778"/>
                  </a:lnTo>
                  <a:lnTo>
                    <a:pt x="15643" y="13297"/>
                  </a:lnTo>
                  <a:lnTo>
                    <a:pt x="15522" y="12836"/>
                  </a:lnTo>
                  <a:lnTo>
                    <a:pt x="15402" y="12374"/>
                  </a:lnTo>
                  <a:lnTo>
                    <a:pt x="15262" y="11933"/>
                  </a:lnTo>
                  <a:lnTo>
                    <a:pt x="14961" y="11051"/>
                  </a:lnTo>
                  <a:lnTo>
                    <a:pt x="14640" y="10209"/>
                  </a:lnTo>
                  <a:lnTo>
                    <a:pt x="14259" y="9386"/>
                  </a:lnTo>
                  <a:lnTo>
                    <a:pt x="13878" y="8584"/>
                  </a:lnTo>
                  <a:lnTo>
                    <a:pt x="13457" y="7822"/>
                  </a:lnTo>
                  <a:lnTo>
                    <a:pt x="13016" y="7080"/>
                  </a:lnTo>
                  <a:lnTo>
                    <a:pt x="12554" y="6378"/>
                  </a:lnTo>
                  <a:lnTo>
                    <a:pt x="12093" y="5716"/>
                  </a:lnTo>
                  <a:lnTo>
                    <a:pt x="11612" y="5075"/>
                  </a:lnTo>
                  <a:lnTo>
                    <a:pt x="11150" y="4473"/>
                  </a:lnTo>
                  <a:lnTo>
                    <a:pt x="10669" y="3911"/>
                  </a:lnTo>
                  <a:lnTo>
                    <a:pt x="10208" y="3370"/>
                  </a:lnTo>
                  <a:lnTo>
                    <a:pt x="9747" y="2869"/>
                  </a:lnTo>
                  <a:lnTo>
                    <a:pt x="9305" y="2407"/>
                  </a:lnTo>
                  <a:lnTo>
                    <a:pt x="8884" y="1986"/>
                  </a:lnTo>
                  <a:lnTo>
                    <a:pt x="8403" y="1525"/>
                  </a:lnTo>
                  <a:lnTo>
                    <a:pt x="7962" y="1144"/>
                  </a:lnTo>
                  <a:lnTo>
                    <a:pt x="7240" y="522"/>
                  </a:lnTo>
                  <a:lnTo>
                    <a:pt x="6759" y="121"/>
                  </a:lnTo>
                  <a:lnTo>
                    <a:pt x="65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26"/>
            <p:cNvSpPr/>
            <p:nvPr/>
          </p:nvSpPr>
          <p:spPr>
            <a:xfrm>
              <a:off x="11839900" y="4786775"/>
              <a:ext cx="403625" cy="694925"/>
            </a:xfrm>
            <a:custGeom>
              <a:avLst/>
              <a:gdLst/>
              <a:ahLst/>
              <a:cxnLst/>
              <a:rect l="l" t="t" r="r" b="b"/>
              <a:pathLst>
                <a:path w="16145" h="27797" fill="none" extrusionOk="0">
                  <a:moveTo>
                    <a:pt x="14760" y="26172"/>
                  </a:moveTo>
                  <a:lnTo>
                    <a:pt x="14760" y="26172"/>
                  </a:lnTo>
                  <a:lnTo>
                    <a:pt x="14600" y="26533"/>
                  </a:lnTo>
                  <a:lnTo>
                    <a:pt x="14439" y="26834"/>
                  </a:lnTo>
                  <a:lnTo>
                    <a:pt x="14279" y="27115"/>
                  </a:lnTo>
                  <a:lnTo>
                    <a:pt x="14119" y="27335"/>
                  </a:lnTo>
                  <a:lnTo>
                    <a:pt x="13978" y="27536"/>
                  </a:lnTo>
                  <a:lnTo>
                    <a:pt x="13818" y="27676"/>
                  </a:lnTo>
                  <a:lnTo>
                    <a:pt x="13657" y="27756"/>
                  </a:lnTo>
                  <a:lnTo>
                    <a:pt x="13597" y="27776"/>
                  </a:lnTo>
                  <a:lnTo>
                    <a:pt x="13517" y="27796"/>
                  </a:lnTo>
                  <a:lnTo>
                    <a:pt x="13517" y="27796"/>
                  </a:lnTo>
                  <a:lnTo>
                    <a:pt x="13457" y="27796"/>
                  </a:lnTo>
                  <a:lnTo>
                    <a:pt x="13377" y="27776"/>
                  </a:lnTo>
                  <a:lnTo>
                    <a:pt x="13236" y="27696"/>
                  </a:lnTo>
                  <a:lnTo>
                    <a:pt x="13096" y="27576"/>
                  </a:lnTo>
                  <a:lnTo>
                    <a:pt x="12955" y="27395"/>
                  </a:lnTo>
                  <a:lnTo>
                    <a:pt x="12795" y="27155"/>
                  </a:lnTo>
                  <a:lnTo>
                    <a:pt x="12635" y="26874"/>
                  </a:lnTo>
                  <a:lnTo>
                    <a:pt x="12274" y="26212"/>
                  </a:lnTo>
                  <a:lnTo>
                    <a:pt x="11371" y="24427"/>
                  </a:lnTo>
                  <a:lnTo>
                    <a:pt x="10810" y="23384"/>
                  </a:lnTo>
                  <a:lnTo>
                    <a:pt x="10489" y="22843"/>
                  </a:lnTo>
                  <a:lnTo>
                    <a:pt x="10148" y="22261"/>
                  </a:lnTo>
                  <a:lnTo>
                    <a:pt x="9787" y="21680"/>
                  </a:lnTo>
                  <a:lnTo>
                    <a:pt x="9386" y="21098"/>
                  </a:lnTo>
                  <a:lnTo>
                    <a:pt x="8965" y="20497"/>
                  </a:lnTo>
                  <a:lnTo>
                    <a:pt x="8503" y="19895"/>
                  </a:lnTo>
                  <a:lnTo>
                    <a:pt x="8022" y="19293"/>
                  </a:lnTo>
                  <a:lnTo>
                    <a:pt x="7501" y="18692"/>
                  </a:lnTo>
                  <a:lnTo>
                    <a:pt x="6939" y="18090"/>
                  </a:lnTo>
                  <a:lnTo>
                    <a:pt x="6337" y="17488"/>
                  </a:lnTo>
                  <a:lnTo>
                    <a:pt x="5696" y="16927"/>
                  </a:lnTo>
                  <a:lnTo>
                    <a:pt x="5034" y="16345"/>
                  </a:lnTo>
                  <a:lnTo>
                    <a:pt x="4312" y="15804"/>
                  </a:lnTo>
                  <a:lnTo>
                    <a:pt x="3550" y="15262"/>
                  </a:lnTo>
                  <a:lnTo>
                    <a:pt x="2728" y="14761"/>
                  </a:lnTo>
                  <a:lnTo>
                    <a:pt x="1865" y="14280"/>
                  </a:lnTo>
                  <a:lnTo>
                    <a:pt x="1424" y="14039"/>
                  </a:lnTo>
                  <a:lnTo>
                    <a:pt x="963" y="13818"/>
                  </a:lnTo>
                  <a:lnTo>
                    <a:pt x="502" y="13598"/>
                  </a:lnTo>
                  <a:lnTo>
                    <a:pt x="0" y="13397"/>
                  </a:lnTo>
                  <a:lnTo>
                    <a:pt x="6598" y="1"/>
                  </a:lnTo>
                  <a:lnTo>
                    <a:pt x="6598" y="1"/>
                  </a:lnTo>
                  <a:lnTo>
                    <a:pt x="6759" y="121"/>
                  </a:lnTo>
                  <a:lnTo>
                    <a:pt x="7240" y="522"/>
                  </a:lnTo>
                  <a:lnTo>
                    <a:pt x="7962" y="1144"/>
                  </a:lnTo>
                  <a:lnTo>
                    <a:pt x="8403" y="1525"/>
                  </a:lnTo>
                  <a:lnTo>
                    <a:pt x="8884" y="1986"/>
                  </a:lnTo>
                  <a:lnTo>
                    <a:pt x="8884" y="1986"/>
                  </a:lnTo>
                  <a:lnTo>
                    <a:pt x="9305" y="2407"/>
                  </a:lnTo>
                  <a:lnTo>
                    <a:pt x="9747" y="2869"/>
                  </a:lnTo>
                  <a:lnTo>
                    <a:pt x="10208" y="3370"/>
                  </a:lnTo>
                  <a:lnTo>
                    <a:pt x="10669" y="3911"/>
                  </a:lnTo>
                  <a:lnTo>
                    <a:pt x="11150" y="4473"/>
                  </a:lnTo>
                  <a:lnTo>
                    <a:pt x="11612" y="5075"/>
                  </a:lnTo>
                  <a:lnTo>
                    <a:pt x="12093" y="5716"/>
                  </a:lnTo>
                  <a:lnTo>
                    <a:pt x="12554" y="6378"/>
                  </a:lnTo>
                  <a:lnTo>
                    <a:pt x="13016" y="7080"/>
                  </a:lnTo>
                  <a:lnTo>
                    <a:pt x="13457" y="7822"/>
                  </a:lnTo>
                  <a:lnTo>
                    <a:pt x="13878" y="8584"/>
                  </a:lnTo>
                  <a:lnTo>
                    <a:pt x="14259" y="9386"/>
                  </a:lnTo>
                  <a:lnTo>
                    <a:pt x="14640" y="10209"/>
                  </a:lnTo>
                  <a:lnTo>
                    <a:pt x="14961" y="11051"/>
                  </a:lnTo>
                  <a:lnTo>
                    <a:pt x="15262" y="11933"/>
                  </a:lnTo>
                  <a:lnTo>
                    <a:pt x="15402" y="12374"/>
                  </a:lnTo>
                  <a:lnTo>
                    <a:pt x="15522" y="12836"/>
                  </a:lnTo>
                  <a:lnTo>
                    <a:pt x="15522" y="12836"/>
                  </a:lnTo>
                  <a:lnTo>
                    <a:pt x="15643" y="13297"/>
                  </a:lnTo>
                  <a:lnTo>
                    <a:pt x="15743" y="13778"/>
                  </a:lnTo>
                  <a:lnTo>
                    <a:pt x="15903" y="14721"/>
                  </a:lnTo>
                  <a:lnTo>
                    <a:pt x="16024" y="15663"/>
                  </a:lnTo>
                  <a:lnTo>
                    <a:pt x="16104" y="16606"/>
                  </a:lnTo>
                  <a:lnTo>
                    <a:pt x="16144" y="17569"/>
                  </a:lnTo>
                  <a:lnTo>
                    <a:pt x="16144" y="18491"/>
                  </a:lnTo>
                  <a:lnTo>
                    <a:pt x="16104" y="19434"/>
                  </a:lnTo>
                  <a:lnTo>
                    <a:pt x="16044" y="20336"/>
                  </a:lnTo>
                  <a:lnTo>
                    <a:pt x="15944" y="21198"/>
                  </a:lnTo>
                  <a:lnTo>
                    <a:pt x="15843" y="22061"/>
                  </a:lnTo>
                  <a:lnTo>
                    <a:pt x="15703" y="22863"/>
                  </a:lnTo>
                  <a:lnTo>
                    <a:pt x="15542" y="23625"/>
                  </a:lnTo>
                  <a:lnTo>
                    <a:pt x="15362" y="24347"/>
                  </a:lnTo>
                  <a:lnTo>
                    <a:pt x="15161" y="25009"/>
                  </a:lnTo>
                  <a:lnTo>
                    <a:pt x="14961" y="25630"/>
                  </a:lnTo>
                  <a:lnTo>
                    <a:pt x="14760" y="2617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26"/>
            <p:cNvSpPr/>
            <p:nvPr/>
          </p:nvSpPr>
          <p:spPr>
            <a:xfrm>
              <a:off x="11885525" y="4817875"/>
              <a:ext cx="323400" cy="663825"/>
            </a:xfrm>
            <a:custGeom>
              <a:avLst/>
              <a:gdLst/>
              <a:ahLst/>
              <a:cxnLst/>
              <a:rect l="l" t="t" r="r" b="b"/>
              <a:pathLst>
                <a:path w="12936" h="26553" extrusionOk="0">
                  <a:moveTo>
                    <a:pt x="6277" y="0"/>
                  </a:moveTo>
                  <a:lnTo>
                    <a:pt x="6117" y="622"/>
                  </a:lnTo>
                  <a:lnTo>
                    <a:pt x="5956" y="1223"/>
                  </a:lnTo>
                  <a:lnTo>
                    <a:pt x="5796" y="1825"/>
                  </a:lnTo>
                  <a:lnTo>
                    <a:pt x="5615" y="2427"/>
                  </a:lnTo>
                  <a:lnTo>
                    <a:pt x="5415" y="3048"/>
                  </a:lnTo>
                  <a:lnTo>
                    <a:pt x="5194" y="3650"/>
                  </a:lnTo>
                  <a:lnTo>
                    <a:pt x="4974" y="4252"/>
                  </a:lnTo>
                  <a:lnTo>
                    <a:pt x="4753" y="4853"/>
                  </a:lnTo>
                  <a:lnTo>
                    <a:pt x="4492" y="5455"/>
                  </a:lnTo>
                  <a:lnTo>
                    <a:pt x="4232" y="6057"/>
                  </a:lnTo>
                  <a:lnTo>
                    <a:pt x="3951" y="6658"/>
                  </a:lnTo>
                  <a:lnTo>
                    <a:pt x="3670" y="7240"/>
                  </a:lnTo>
                  <a:lnTo>
                    <a:pt x="3369" y="7821"/>
                  </a:lnTo>
                  <a:lnTo>
                    <a:pt x="3068" y="8423"/>
                  </a:lnTo>
                  <a:lnTo>
                    <a:pt x="2728" y="8985"/>
                  </a:lnTo>
                  <a:lnTo>
                    <a:pt x="2387" y="9566"/>
                  </a:lnTo>
                  <a:lnTo>
                    <a:pt x="1845" y="10449"/>
                  </a:lnTo>
                  <a:lnTo>
                    <a:pt x="1264" y="11311"/>
                  </a:lnTo>
                  <a:lnTo>
                    <a:pt x="642" y="12173"/>
                  </a:lnTo>
                  <a:lnTo>
                    <a:pt x="0" y="12996"/>
                  </a:lnTo>
                  <a:lnTo>
                    <a:pt x="802" y="13457"/>
                  </a:lnTo>
                  <a:lnTo>
                    <a:pt x="1564" y="13918"/>
                  </a:lnTo>
                  <a:lnTo>
                    <a:pt x="2286" y="14419"/>
                  </a:lnTo>
                  <a:lnTo>
                    <a:pt x="2968" y="14921"/>
                  </a:lnTo>
                  <a:lnTo>
                    <a:pt x="3630" y="15442"/>
                  </a:lnTo>
                  <a:lnTo>
                    <a:pt x="4232" y="15984"/>
                  </a:lnTo>
                  <a:lnTo>
                    <a:pt x="4813" y="16525"/>
                  </a:lnTo>
                  <a:lnTo>
                    <a:pt x="5355" y="17087"/>
                  </a:lnTo>
                  <a:lnTo>
                    <a:pt x="5856" y="17648"/>
                  </a:lnTo>
                  <a:lnTo>
                    <a:pt x="6337" y="18210"/>
                  </a:lnTo>
                  <a:lnTo>
                    <a:pt x="6779" y="18771"/>
                  </a:lnTo>
                  <a:lnTo>
                    <a:pt x="7200" y="19333"/>
                  </a:lnTo>
                  <a:lnTo>
                    <a:pt x="7601" y="19894"/>
                  </a:lnTo>
                  <a:lnTo>
                    <a:pt x="7962" y="20456"/>
                  </a:lnTo>
                  <a:lnTo>
                    <a:pt x="8303" y="20997"/>
                  </a:lnTo>
                  <a:lnTo>
                    <a:pt x="8624" y="21519"/>
                  </a:lnTo>
                  <a:lnTo>
                    <a:pt x="9205" y="22541"/>
                  </a:lnTo>
                  <a:lnTo>
                    <a:pt x="9707" y="23504"/>
                  </a:lnTo>
                  <a:lnTo>
                    <a:pt x="10509" y="25088"/>
                  </a:lnTo>
                  <a:lnTo>
                    <a:pt x="10850" y="25710"/>
                  </a:lnTo>
                  <a:lnTo>
                    <a:pt x="10990" y="25951"/>
                  </a:lnTo>
                  <a:lnTo>
                    <a:pt x="11130" y="26151"/>
                  </a:lnTo>
                  <a:lnTo>
                    <a:pt x="11271" y="26332"/>
                  </a:lnTo>
                  <a:lnTo>
                    <a:pt x="11411" y="26452"/>
                  </a:lnTo>
                  <a:lnTo>
                    <a:pt x="11531" y="26532"/>
                  </a:lnTo>
                  <a:lnTo>
                    <a:pt x="11612" y="26552"/>
                  </a:lnTo>
                  <a:lnTo>
                    <a:pt x="11692" y="26552"/>
                  </a:lnTo>
                  <a:lnTo>
                    <a:pt x="11772" y="26532"/>
                  </a:lnTo>
                  <a:lnTo>
                    <a:pt x="11832" y="26512"/>
                  </a:lnTo>
                  <a:lnTo>
                    <a:pt x="11993" y="26432"/>
                  </a:lnTo>
                  <a:lnTo>
                    <a:pt x="12153" y="26292"/>
                  </a:lnTo>
                  <a:lnTo>
                    <a:pt x="12294" y="26091"/>
                  </a:lnTo>
                  <a:lnTo>
                    <a:pt x="12454" y="25871"/>
                  </a:lnTo>
                  <a:lnTo>
                    <a:pt x="12614" y="25590"/>
                  </a:lnTo>
                  <a:lnTo>
                    <a:pt x="12775" y="25289"/>
                  </a:lnTo>
                  <a:lnTo>
                    <a:pt x="12935" y="24928"/>
                  </a:lnTo>
                  <a:lnTo>
                    <a:pt x="12815" y="24005"/>
                  </a:lnTo>
                  <a:lnTo>
                    <a:pt x="12695" y="23223"/>
                  </a:lnTo>
                  <a:lnTo>
                    <a:pt x="12554" y="22461"/>
                  </a:lnTo>
                  <a:lnTo>
                    <a:pt x="12394" y="21699"/>
                  </a:lnTo>
                  <a:lnTo>
                    <a:pt x="12193" y="20937"/>
                  </a:lnTo>
                  <a:lnTo>
                    <a:pt x="11973" y="20195"/>
                  </a:lnTo>
                  <a:lnTo>
                    <a:pt x="11732" y="19453"/>
                  </a:lnTo>
                  <a:lnTo>
                    <a:pt x="11431" y="18731"/>
                  </a:lnTo>
                  <a:lnTo>
                    <a:pt x="11110" y="18009"/>
                  </a:lnTo>
                  <a:lnTo>
                    <a:pt x="10910" y="17648"/>
                  </a:lnTo>
                  <a:lnTo>
                    <a:pt x="10709" y="17287"/>
                  </a:lnTo>
                  <a:lnTo>
                    <a:pt x="10288" y="16585"/>
                  </a:lnTo>
                  <a:lnTo>
                    <a:pt x="9827" y="15883"/>
                  </a:lnTo>
                  <a:lnTo>
                    <a:pt x="9346" y="15202"/>
                  </a:lnTo>
                  <a:lnTo>
                    <a:pt x="8383" y="13858"/>
                  </a:lnTo>
                  <a:lnTo>
                    <a:pt x="7902" y="13176"/>
                  </a:lnTo>
                  <a:lnTo>
                    <a:pt x="7440" y="12494"/>
                  </a:lnTo>
                  <a:lnTo>
                    <a:pt x="7039" y="11812"/>
                  </a:lnTo>
                  <a:lnTo>
                    <a:pt x="6658" y="11110"/>
                  </a:lnTo>
                  <a:lnTo>
                    <a:pt x="6297" y="10388"/>
                  </a:lnTo>
                  <a:lnTo>
                    <a:pt x="5996" y="9646"/>
                  </a:lnTo>
                  <a:lnTo>
                    <a:pt x="5876" y="9265"/>
                  </a:lnTo>
                  <a:lnTo>
                    <a:pt x="5756" y="8884"/>
                  </a:lnTo>
                  <a:lnTo>
                    <a:pt x="5635" y="8503"/>
                  </a:lnTo>
                  <a:lnTo>
                    <a:pt x="5555" y="8102"/>
                  </a:lnTo>
                  <a:lnTo>
                    <a:pt x="5455" y="7721"/>
                  </a:lnTo>
                  <a:lnTo>
                    <a:pt x="5395" y="7320"/>
                  </a:lnTo>
                  <a:lnTo>
                    <a:pt x="5335" y="6939"/>
                  </a:lnTo>
                  <a:lnTo>
                    <a:pt x="5295" y="6538"/>
                  </a:lnTo>
                  <a:lnTo>
                    <a:pt x="5274" y="6157"/>
                  </a:lnTo>
                  <a:lnTo>
                    <a:pt x="5274" y="5776"/>
                  </a:lnTo>
                  <a:lnTo>
                    <a:pt x="5274" y="5375"/>
                  </a:lnTo>
                  <a:lnTo>
                    <a:pt x="5295" y="4994"/>
                  </a:lnTo>
                  <a:lnTo>
                    <a:pt x="5335" y="4613"/>
                  </a:lnTo>
                  <a:lnTo>
                    <a:pt x="5395" y="4232"/>
                  </a:lnTo>
                  <a:lnTo>
                    <a:pt x="5475" y="3851"/>
                  </a:lnTo>
                  <a:lnTo>
                    <a:pt x="5575" y="3490"/>
                  </a:lnTo>
                  <a:lnTo>
                    <a:pt x="5696" y="3129"/>
                  </a:lnTo>
                  <a:lnTo>
                    <a:pt x="5816" y="2768"/>
                  </a:lnTo>
                  <a:lnTo>
                    <a:pt x="5976" y="2407"/>
                  </a:lnTo>
                  <a:lnTo>
                    <a:pt x="6157" y="2066"/>
                  </a:lnTo>
                  <a:lnTo>
                    <a:pt x="6337" y="1725"/>
                  </a:lnTo>
                  <a:lnTo>
                    <a:pt x="6558" y="1384"/>
                  </a:lnTo>
                  <a:lnTo>
                    <a:pt x="6799" y="1063"/>
                  </a:lnTo>
                  <a:lnTo>
                    <a:pt x="7059" y="742"/>
                  </a:lnTo>
                  <a:lnTo>
                    <a:pt x="627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26"/>
            <p:cNvSpPr/>
            <p:nvPr/>
          </p:nvSpPr>
          <p:spPr>
            <a:xfrm>
              <a:off x="11885525" y="4817875"/>
              <a:ext cx="323400" cy="663825"/>
            </a:xfrm>
            <a:custGeom>
              <a:avLst/>
              <a:gdLst/>
              <a:ahLst/>
              <a:cxnLst/>
              <a:rect l="l" t="t" r="r" b="b"/>
              <a:pathLst>
                <a:path w="12936" h="26553" fill="none" extrusionOk="0">
                  <a:moveTo>
                    <a:pt x="6277" y="0"/>
                  </a:moveTo>
                  <a:lnTo>
                    <a:pt x="6277" y="0"/>
                  </a:lnTo>
                  <a:lnTo>
                    <a:pt x="6117" y="622"/>
                  </a:lnTo>
                  <a:lnTo>
                    <a:pt x="5956" y="1223"/>
                  </a:lnTo>
                  <a:lnTo>
                    <a:pt x="5796" y="1825"/>
                  </a:lnTo>
                  <a:lnTo>
                    <a:pt x="5615" y="2427"/>
                  </a:lnTo>
                  <a:lnTo>
                    <a:pt x="5415" y="3048"/>
                  </a:lnTo>
                  <a:lnTo>
                    <a:pt x="5194" y="3650"/>
                  </a:lnTo>
                  <a:lnTo>
                    <a:pt x="4974" y="4252"/>
                  </a:lnTo>
                  <a:lnTo>
                    <a:pt x="4753" y="4853"/>
                  </a:lnTo>
                  <a:lnTo>
                    <a:pt x="4492" y="5455"/>
                  </a:lnTo>
                  <a:lnTo>
                    <a:pt x="4232" y="6057"/>
                  </a:lnTo>
                  <a:lnTo>
                    <a:pt x="3951" y="6658"/>
                  </a:lnTo>
                  <a:lnTo>
                    <a:pt x="3670" y="7240"/>
                  </a:lnTo>
                  <a:lnTo>
                    <a:pt x="3369" y="7821"/>
                  </a:lnTo>
                  <a:lnTo>
                    <a:pt x="3068" y="8423"/>
                  </a:lnTo>
                  <a:lnTo>
                    <a:pt x="2728" y="8985"/>
                  </a:lnTo>
                  <a:lnTo>
                    <a:pt x="2387" y="9566"/>
                  </a:lnTo>
                  <a:lnTo>
                    <a:pt x="2387" y="9566"/>
                  </a:lnTo>
                  <a:lnTo>
                    <a:pt x="1845" y="10449"/>
                  </a:lnTo>
                  <a:lnTo>
                    <a:pt x="1264" y="11311"/>
                  </a:lnTo>
                  <a:lnTo>
                    <a:pt x="642" y="12173"/>
                  </a:lnTo>
                  <a:lnTo>
                    <a:pt x="0" y="12996"/>
                  </a:lnTo>
                  <a:lnTo>
                    <a:pt x="0" y="12996"/>
                  </a:lnTo>
                  <a:lnTo>
                    <a:pt x="802" y="13457"/>
                  </a:lnTo>
                  <a:lnTo>
                    <a:pt x="1564" y="13918"/>
                  </a:lnTo>
                  <a:lnTo>
                    <a:pt x="2286" y="14419"/>
                  </a:lnTo>
                  <a:lnTo>
                    <a:pt x="2968" y="14921"/>
                  </a:lnTo>
                  <a:lnTo>
                    <a:pt x="3630" y="15442"/>
                  </a:lnTo>
                  <a:lnTo>
                    <a:pt x="4232" y="15984"/>
                  </a:lnTo>
                  <a:lnTo>
                    <a:pt x="4813" y="16525"/>
                  </a:lnTo>
                  <a:lnTo>
                    <a:pt x="5355" y="17087"/>
                  </a:lnTo>
                  <a:lnTo>
                    <a:pt x="5856" y="17648"/>
                  </a:lnTo>
                  <a:lnTo>
                    <a:pt x="6337" y="18210"/>
                  </a:lnTo>
                  <a:lnTo>
                    <a:pt x="6779" y="18771"/>
                  </a:lnTo>
                  <a:lnTo>
                    <a:pt x="7200" y="19333"/>
                  </a:lnTo>
                  <a:lnTo>
                    <a:pt x="7601" y="19894"/>
                  </a:lnTo>
                  <a:lnTo>
                    <a:pt x="7962" y="20456"/>
                  </a:lnTo>
                  <a:lnTo>
                    <a:pt x="8303" y="20997"/>
                  </a:lnTo>
                  <a:lnTo>
                    <a:pt x="8624" y="21519"/>
                  </a:lnTo>
                  <a:lnTo>
                    <a:pt x="9205" y="22541"/>
                  </a:lnTo>
                  <a:lnTo>
                    <a:pt x="9707" y="23504"/>
                  </a:lnTo>
                  <a:lnTo>
                    <a:pt x="10509" y="25088"/>
                  </a:lnTo>
                  <a:lnTo>
                    <a:pt x="10850" y="25710"/>
                  </a:lnTo>
                  <a:lnTo>
                    <a:pt x="10990" y="25951"/>
                  </a:lnTo>
                  <a:lnTo>
                    <a:pt x="11130" y="26151"/>
                  </a:lnTo>
                  <a:lnTo>
                    <a:pt x="11271" y="26332"/>
                  </a:lnTo>
                  <a:lnTo>
                    <a:pt x="11411" y="26452"/>
                  </a:lnTo>
                  <a:lnTo>
                    <a:pt x="11531" y="26532"/>
                  </a:lnTo>
                  <a:lnTo>
                    <a:pt x="11612" y="26552"/>
                  </a:lnTo>
                  <a:lnTo>
                    <a:pt x="11672" y="26552"/>
                  </a:lnTo>
                  <a:lnTo>
                    <a:pt x="11672" y="26552"/>
                  </a:lnTo>
                  <a:lnTo>
                    <a:pt x="11692" y="26552"/>
                  </a:lnTo>
                  <a:lnTo>
                    <a:pt x="11692" y="26552"/>
                  </a:lnTo>
                  <a:lnTo>
                    <a:pt x="11772" y="26532"/>
                  </a:lnTo>
                  <a:lnTo>
                    <a:pt x="11832" y="26512"/>
                  </a:lnTo>
                  <a:lnTo>
                    <a:pt x="11993" y="26432"/>
                  </a:lnTo>
                  <a:lnTo>
                    <a:pt x="12153" y="26292"/>
                  </a:lnTo>
                  <a:lnTo>
                    <a:pt x="12294" y="26091"/>
                  </a:lnTo>
                  <a:lnTo>
                    <a:pt x="12454" y="25871"/>
                  </a:lnTo>
                  <a:lnTo>
                    <a:pt x="12614" y="25590"/>
                  </a:lnTo>
                  <a:lnTo>
                    <a:pt x="12775" y="25289"/>
                  </a:lnTo>
                  <a:lnTo>
                    <a:pt x="12935" y="24928"/>
                  </a:lnTo>
                  <a:lnTo>
                    <a:pt x="12935" y="24928"/>
                  </a:lnTo>
                  <a:lnTo>
                    <a:pt x="12815" y="24005"/>
                  </a:lnTo>
                  <a:lnTo>
                    <a:pt x="12815" y="24005"/>
                  </a:lnTo>
                  <a:lnTo>
                    <a:pt x="12695" y="23223"/>
                  </a:lnTo>
                  <a:lnTo>
                    <a:pt x="12554" y="22461"/>
                  </a:lnTo>
                  <a:lnTo>
                    <a:pt x="12394" y="21699"/>
                  </a:lnTo>
                  <a:lnTo>
                    <a:pt x="12193" y="20937"/>
                  </a:lnTo>
                  <a:lnTo>
                    <a:pt x="11973" y="20195"/>
                  </a:lnTo>
                  <a:lnTo>
                    <a:pt x="11732" y="19453"/>
                  </a:lnTo>
                  <a:lnTo>
                    <a:pt x="11431" y="18731"/>
                  </a:lnTo>
                  <a:lnTo>
                    <a:pt x="11110" y="18009"/>
                  </a:lnTo>
                  <a:lnTo>
                    <a:pt x="11110" y="18009"/>
                  </a:lnTo>
                  <a:lnTo>
                    <a:pt x="10910" y="17648"/>
                  </a:lnTo>
                  <a:lnTo>
                    <a:pt x="10709" y="17287"/>
                  </a:lnTo>
                  <a:lnTo>
                    <a:pt x="10288" y="16585"/>
                  </a:lnTo>
                  <a:lnTo>
                    <a:pt x="9827" y="15883"/>
                  </a:lnTo>
                  <a:lnTo>
                    <a:pt x="9346" y="15202"/>
                  </a:lnTo>
                  <a:lnTo>
                    <a:pt x="8383" y="13858"/>
                  </a:lnTo>
                  <a:lnTo>
                    <a:pt x="7902" y="13176"/>
                  </a:lnTo>
                  <a:lnTo>
                    <a:pt x="7440" y="12494"/>
                  </a:lnTo>
                  <a:lnTo>
                    <a:pt x="7440" y="12494"/>
                  </a:lnTo>
                  <a:lnTo>
                    <a:pt x="7039" y="11812"/>
                  </a:lnTo>
                  <a:lnTo>
                    <a:pt x="6658" y="11110"/>
                  </a:lnTo>
                  <a:lnTo>
                    <a:pt x="6297" y="10388"/>
                  </a:lnTo>
                  <a:lnTo>
                    <a:pt x="5996" y="9646"/>
                  </a:lnTo>
                  <a:lnTo>
                    <a:pt x="5876" y="9265"/>
                  </a:lnTo>
                  <a:lnTo>
                    <a:pt x="5756" y="8884"/>
                  </a:lnTo>
                  <a:lnTo>
                    <a:pt x="5635" y="8503"/>
                  </a:lnTo>
                  <a:lnTo>
                    <a:pt x="5555" y="8102"/>
                  </a:lnTo>
                  <a:lnTo>
                    <a:pt x="5455" y="7721"/>
                  </a:lnTo>
                  <a:lnTo>
                    <a:pt x="5395" y="7320"/>
                  </a:lnTo>
                  <a:lnTo>
                    <a:pt x="5335" y="6939"/>
                  </a:lnTo>
                  <a:lnTo>
                    <a:pt x="5295" y="6538"/>
                  </a:lnTo>
                  <a:lnTo>
                    <a:pt x="5274" y="6157"/>
                  </a:lnTo>
                  <a:lnTo>
                    <a:pt x="5274" y="5776"/>
                  </a:lnTo>
                  <a:lnTo>
                    <a:pt x="5274" y="5375"/>
                  </a:lnTo>
                  <a:lnTo>
                    <a:pt x="5295" y="4994"/>
                  </a:lnTo>
                  <a:lnTo>
                    <a:pt x="5335" y="4613"/>
                  </a:lnTo>
                  <a:lnTo>
                    <a:pt x="5395" y="4232"/>
                  </a:lnTo>
                  <a:lnTo>
                    <a:pt x="5475" y="3851"/>
                  </a:lnTo>
                  <a:lnTo>
                    <a:pt x="5575" y="3490"/>
                  </a:lnTo>
                  <a:lnTo>
                    <a:pt x="5696" y="3129"/>
                  </a:lnTo>
                  <a:lnTo>
                    <a:pt x="5816" y="2768"/>
                  </a:lnTo>
                  <a:lnTo>
                    <a:pt x="5976" y="2407"/>
                  </a:lnTo>
                  <a:lnTo>
                    <a:pt x="6157" y="2066"/>
                  </a:lnTo>
                  <a:lnTo>
                    <a:pt x="6337" y="1725"/>
                  </a:lnTo>
                  <a:lnTo>
                    <a:pt x="6558" y="1384"/>
                  </a:lnTo>
                  <a:lnTo>
                    <a:pt x="6799" y="1063"/>
                  </a:lnTo>
                  <a:lnTo>
                    <a:pt x="7059" y="742"/>
                  </a:lnTo>
                  <a:lnTo>
                    <a:pt x="7059" y="742"/>
                  </a:lnTo>
                  <a:lnTo>
                    <a:pt x="627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26"/>
            <p:cNvSpPr/>
            <p:nvPr/>
          </p:nvSpPr>
          <p:spPr>
            <a:xfrm>
              <a:off x="11500475" y="5143750"/>
              <a:ext cx="301350" cy="119350"/>
            </a:xfrm>
            <a:custGeom>
              <a:avLst/>
              <a:gdLst/>
              <a:ahLst/>
              <a:cxnLst/>
              <a:rect l="l" t="t" r="r" b="b"/>
              <a:pathLst>
                <a:path w="12054" h="4774" extrusionOk="0">
                  <a:moveTo>
                    <a:pt x="1845" y="1"/>
                  </a:moveTo>
                  <a:lnTo>
                    <a:pt x="1645" y="21"/>
                  </a:lnTo>
                  <a:lnTo>
                    <a:pt x="1464" y="41"/>
                  </a:lnTo>
                  <a:lnTo>
                    <a:pt x="1284" y="81"/>
                  </a:lnTo>
                  <a:lnTo>
                    <a:pt x="1123" y="161"/>
                  </a:lnTo>
                  <a:lnTo>
                    <a:pt x="963" y="221"/>
                  </a:lnTo>
                  <a:lnTo>
                    <a:pt x="802" y="321"/>
                  </a:lnTo>
                  <a:lnTo>
                    <a:pt x="662" y="422"/>
                  </a:lnTo>
                  <a:lnTo>
                    <a:pt x="542" y="542"/>
                  </a:lnTo>
                  <a:lnTo>
                    <a:pt x="421" y="682"/>
                  </a:lnTo>
                  <a:lnTo>
                    <a:pt x="321" y="823"/>
                  </a:lnTo>
                  <a:lnTo>
                    <a:pt x="221" y="963"/>
                  </a:lnTo>
                  <a:lnTo>
                    <a:pt x="141" y="1144"/>
                  </a:lnTo>
                  <a:lnTo>
                    <a:pt x="81" y="1304"/>
                  </a:lnTo>
                  <a:lnTo>
                    <a:pt x="40" y="1485"/>
                  </a:lnTo>
                  <a:lnTo>
                    <a:pt x="0" y="1665"/>
                  </a:lnTo>
                  <a:lnTo>
                    <a:pt x="0" y="1846"/>
                  </a:lnTo>
                  <a:lnTo>
                    <a:pt x="0" y="2929"/>
                  </a:lnTo>
                  <a:lnTo>
                    <a:pt x="0" y="3129"/>
                  </a:lnTo>
                  <a:lnTo>
                    <a:pt x="40" y="3310"/>
                  </a:lnTo>
                  <a:lnTo>
                    <a:pt x="81" y="3490"/>
                  </a:lnTo>
                  <a:lnTo>
                    <a:pt x="141" y="3651"/>
                  </a:lnTo>
                  <a:lnTo>
                    <a:pt x="221" y="3811"/>
                  </a:lnTo>
                  <a:lnTo>
                    <a:pt x="321" y="3971"/>
                  </a:lnTo>
                  <a:lnTo>
                    <a:pt x="421" y="4112"/>
                  </a:lnTo>
                  <a:lnTo>
                    <a:pt x="542" y="4252"/>
                  </a:lnTo>
                  <a:lnTo>
                    <a:pt x="662" y="4352"/>
                  </a:lnTo>
                  <a:lnTo>
                    <a:pt x="802" y="4473"/>
                  </a:lnTo>
                  <a:lnTo>
                    <a:pt x="963" y="4553"/>
                  </a:lnTo>
                  <a:lnTo>
                    <a:pt x="1123" y="4633"/>
                  </a:lnTo>
                  <a:lnTo>
                    <a:pt x="1284" y="4693"/>
                  </a:lnTo>
                  <a:lnTo>
                    <a:pt x="1464" y="4754"/>
                  </a:lnTo>
                  <a:lnTo>
                    <a:pt x="1645" y="4774"/>
                  </a:lnTo>
                  <a:lnTo>
                    <a:pt x="10389" y="4774"/>
                  </a:lnTo>
                  <a:lnTo>
                    <a:pt x="10589" y="4754"/>
                  </a:lnTo>
                  <a:lnTo>
                    <a:pt x="10750" y="4693"/>
                  </a:lnTo>
                  <a:lnTo>
                    <a:pt x="10930" y="4633"/>
                  </a:lnTo>
                  <a:lnTo>
                    <a:pt x="11090" y="4553"/>
                  </a:lnTo>
                  <a:lnTo>
                    <a:pt x="11251" y="4473"/>
                  </a:lnTo>
                  <a:lnTo>
                    <a:pt x="11391" y="4352"/>
                  </a:lnTo>
                  <a:lnTo>
                    <a:pt x="11512" y="4252"/>
                  </a:lnTo>
                  <a:lnTo>
                    <a:pt x="11632" y="4112"/>
                  </a:lnTo>
                  <a:lnTo>
                    <a:pt x="11732" y="3971"/>
                  </a:lnTo>
                  <a:lnTo>
                    <a:pt x="11832" y="3811"/>
                  </a:lnTo>
                  <a:lnTo>
                    <a:pt x="11913" y="3651"/>
                  </a:lnTo>
                  <a:lnTo>
                    <a:pt x="11973" y="3490"/>
                  </a:lnTo>
                  <a:lnTo>
                    <a:pt x="12013" y="3310"/>
                  </a:lnTo>
                  <a:lnTo>
                    <a:pt x="12053" y="3129"/>
                  </a:lnTo>
                  <a:lnTo>
                    <a:pt x="12053" y="2929"/>
                  </a:lnTo>
                  <a:lnTo>
                    <a:pt x="12053" y="1846"/>
                  </a:lnTo>
                  <a:lnTo>
                    <a:pt x="12053" y="1665"/>
                  </a:lnTo>
                  <a:lnTo>
                    <a:pt x="12013" y="1485"/>
                  </a:lnTo>
                  <a:lnTo>
                    <a:pt x="11973" y="1304"/>
                  </a:lnTo>
                  <a:lnTo>
                    <a:pt x="11913" y="1144"/>
                  </a:lnTo>
                  <a:lnTo>
                    <a:pt x="11832" y="963"/>
                  </a:lnTo>
                  <a:lnTo>
                    <a:pt x="11732" y="823"/>
                  </a:lnTo>
                  <a:lnTo>
                    <a:pt x="11632" y="682"/>
                  </a:lnTo>
                  <a:lnTo>
                    <a:pt x="11512" y="542"/>
                  </a:lnTo>
                  <a:lnTo>
                    <a:pt x="11391" y="422"/>
                  </a:lnTo>
                  <a:lnTo>
                    <a:pt x="11251" y="321"/>
                  </a:lnTo>
                  <a:lnTo>
                    <a:pt x="11090" y="221"/>
                  </a:lnTo>
                  <a:lnTo>
                    <a:pt x="10930" y="161"/>
                  </a:lnTo>
                  <a:lnTo>
                    <a:pt x="10750" y="81"/>
                  </a:lnTo>
                  <a:lnTo>
                    <a:pt x="10589" y="41"/>
                  </a:lnTo>
                  <a:lnTo>
                    <a:pt x="10389" y="21"/>
                  </a:lnTo>
                  <a:lnTo>
                    <a:pt x="102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26"/>
            <p:cNvSpPr/>
            <p:nvPr/>
          </p:nvSpPr>
          <p:spPr>
            <a:xfrm>
              <a:off x="11500475" y="5143750"/>
              <a:ext cx="301350" cy="119350"/>
            </a:xfrm>
            <a:custGeom>
              <a:avLst/>
              <a:gdLst/>
              <a:ahLst/>
              <a:cxnLst/>
              <a:rect l="l" t="t" r="r" b="b"/>
              <a:pathLst>
                <a:path w="12054" h="4774" fill="none" extrusionOk="0">
                  <a:moveTo>
                    <a:pt x="12053" y="1846"/>
                  </a:moveTo>
                  <a:lnTo>
                    <a:pt x="12053" y="2929"/>
                  </a:lnTo>
                  <a:lnTo>
                    <a:pt x="12053" y="2929"/>
                  </a:lnTo>
                  <a:lnTo>
                    <a:pt x="12053" y="3129"/>
                  </a:lnTo>
                  <a:lnTo>
                    <a:pt x="12013" y="3310"/>
                  </a:lnTo>
                  <a:lnTo>
                    <a:pt x="11973" y="3490"/>
                  </a:lnTo>
                  <a:lnTo>
                    <a:pt x="11913" y="3651"/>
                  </a:lnTo>
                  <a:lnTo>
                    <a:pt x="11832" y="3811"/>
                  </a:lnTo>
                  <a:lnTo>
                    <a:pt x="11732" y="3971"/>
                  </a:lnTo>
                  <a:lnTo>
                    <a:pt x="11632" y="4112"/>
                  </a:lnTo>
                  <a:lnTo>
                    <a:pt x="11512" y="4252"/>
                  </a:lnTo>
                  <a:lnTo>
                    <a:pt x="11391" y="4352"/>
                  </a:lnTo>
                  <a:lnTo>
                    <a:pt x="11251" y="4473"/>
                  </a:lnTo>
                  <a:lnTo>
                    <a:pt x="11090" y="4553"/>
                  </a:lnTo>
                  <a:lnTo>
                    <a:pt x="10930" y="4633"/>
                  </a:lnTo>
                  <a:lnTo>
                    <a:pt x="10750" y="4693"/>
                  </a:lnTo>
                  <a:lnTo>
                    <a:pt x="10589" y="4754"/>
                  </a:lnTo>
                  <a:lnTo>
                    <a:pt x="10389" y="4774"/>
                  </a:lnTo>
                  <a:lnTo>
                    <a:pt x="10208" y="4774"/>
                  </a:lnTo>
                  <a:lnTo>
                    <a:pt x="1845" y="4774"/>
                  </a:lnTo>
                  <a:lnTo>
                    <a:pt x="1845" y="4774"/>
                  </a:lnTo>
                  <a:lnTo>
                    <a:pt x="1645" y="4774"/>
                  </a:lnTo>
                  <a:lnTo>
                    <a:pt x="1464" y="4754"/>
                  </a:lnTo>
                  <a:lnTo>
                    <a:pt x="1284" y="4693"/>
                  </a:lnTo>
                  <a:lnTo>
                    <a:pt x="1123" y="4633"/>
                  </a:lnTo>
                  <a:lnTo>
                    <a:pt x="963" y="4553"/>
                  </a:lnTo>
                  <a:lnTo>
                    <a:pt x="802" y="4473"/>
                  </a:lnTo>
                  <a:lnTo>
                    <a:pt x="662" y="4352"/>
                  </a:lnTo>
                  <a:lnTo>
                    <a:pt x="542" y="4252"/>
                  </a:lnTo>
                  <a:lnTo>
                    <a:pt x="421" y="4112"/>
                  </a:lnTo>
                  <a:lnTo>
                    <a:pt x="321" y="3971"/>
                  </a:lnTo>
                  <a:lnTo>
                    <a:pt x="221" y="3811"/>
                  </a:lnTo>
                  <a:lnTo>
                    <a:pt x="141" y="3651"/>
                  </a:lnTo>
                  <a:lnTo>
                    <a:pt x="81" y="3490"/>
                  </a:lnTo>
                  <a:lnTo>
                    <a:pt x="40" y="3310"/>
                  </a:lnTo>
                  <a:lnTo>
                    <a:pt x="0" y="3129"/>
                  </a:lnTo>
                  <a:lnTo>
                    <a:pt x="0" y="2929"/>
                  </a:lnTo>
                  <a:lnTo>
                    <a:pt x="0" y="1846"/>
                  </a:lnTo>
                  <a:lnTo>
                    <a:pt x="0" y="1846"/>
                  </a:lnTo>
                  <a:lnTo>
                    <a:pt x="0" y="1665"/>
                  </a:lnTo>
                  <a:lnTo>
                    <a:pt x="40" y="1485"/>
                  </a:lnTo>
                  <a:lnTo>
                    <a:pt x="81" y="1304"/>
                  </a:lnTo>
                  <a:lnTo>
                    <a:pt x="141" y="1144"/>
                  </a:lnTo>
                  <a:lnTo>
                    <a:pt x="221" y="963"/>
                  </a:lnTo>
                  <a:lnTo>
                    <a:pt x="321" y="823"/>
                  </a:lnTo>
                  <a:lnTo>
                    <a:pt x="421" y="682"/>
                  </a:lnTo>
                  <a:lnTo>
                    <a:pt x="542" y="542"/>
                  </a:lnTo>
                  <a:lnTo>
                    <a:pt x="662" y="422"/>
                  </a:lnTo>
                  <a:lnTo>
                    <a:pt x="802" y="321"/>
                  </a:lnTo>
                  <a:lnTo>
                    <a:pt x="963" y="221"/>
                  </a:lnTo>
                  <a:lnTo>
                    <a:pt x="1123" y="161"/>
                  </a:lnTo>
                  <a:lnTo>
                    <a:pt x="1284" y="81"/>
                  </a:lnTo>
                  <a:lnTo>
                    <a:pt x="1464" y="41"/>
                  </a:lnTo>
                  <a:lnTo>
                    <a:pt x="1645" y="21"/>
                  </a:lnTo>
                  <a:lnTo>
                    <a:pt x="1845" y="1"/>
                  </a:lnTo>
                  <a:lnTo>
                    <a:pt x="10208" y="1"/>
                  </a:lnTo>
                  <a:lnTo>
                    <a:pt x="10208" y="1"/>
                  </a:lnTo>
                  <a:lnTo>
                    <a:pt x="10389" y="21"/>
                  </a:lnTo>
                  <a:lnTo>
                    <a:pt x="10589" y="41"/>
                  </a:lnTo>
                  <a:lnTo>
                    <a:pt x="10750" y="81"/>
                  </a:lnTo>
                  <a:lnTo>
                    <a:pt x="10930" y="161"/>
                  </a:lnTo>
                  <a:lnTo>
                    <a:pt x="11090" y="221"/>
                  </a:lnTo>
                  <a:lnTo>
                    <a:pt x="11251" y="321"/>
                  </a:lnTo>
                  <a:lnTo>
                    <a:pt x="11391" y="422"/>
                  </a:lnTo>
                  <a:lnTo>
                    <a:pt x="11512" y="542"/>
                  </a:lnTo>
                  <a:lnTo>
                    <a:pt x="11632" y="682"/>
                  </a:lnTo>
                  <a:lnTo>
                    <a:pt x="11732" y="823"/>
                  </a:lnTo>
                  <a:lnTo>
                    <a:pt x="11832" y="963"/>
                  </a:lnTo>
                  <a:lnTo>
                    <a:pt x="11913" y="1144"/>
                  </a:lnTo>
                  <a:lnTo>
                    <a:pt x="11973" y="1304"/>
                  </a:lnTo>
                  <a:lnTo>
                    <a:pt x="12013" y="1485"/>
                  </a:lnTo>
                  <a:lnTo>
                    <a:pt x="12053" y="1665"/>
                  </a:lnTo>
                  <a:lnTo>
                    <a:pt x="12053" y="184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26"/>
            <p:cNvSpPr/>
            <p:nvPr/>
          </p:nvSpPr>
          <p:spPr>
            <a:xfrm>
              <a:off x="11500475" y="5177350"/>
              <a:ext cx="301350" cy="34625"/>
            </a:xfrm>
            <a:custGeom>
              <a:avLst/>
              <a:gdLst/>
              <a:ahLst/>
              <a:cxnLst/>
              <a:rect l="l" t="t" r="r" b="b"/>
              <a:pathLst>
                <a:path w="12054" h="1385" extrusionOk="0">
                  <a:moveTo>
                    <a:pt x="60" y="0"/>
                  </a:moveTo>
                  <a:lnTo>
                    <a:pt x="20" y="241"/>
                  </a:lnTo>
                  <a:lnTo>
                    <a:pt x="0" y="502"/>
                  </a:lnTo>
                  <a:lnTo>
                    <a:pt x="0" y="1344"/>
                  </a:lnTo>
                  <a:lnTo>
                    <a:pt x="3650" y="1364"/>
                  </a:lnTo>
                  <a:lnTo>
                    <a:pt x="7300" y="1384"/>
                  </a:lnTo>
                  <a:lnTo>
                    <a:pt x="12053" y="1384"/>
                  </a:lnTo>
                  <a:lnTo>
                    <a:pt x="12053" y="502"/>
                  </a:lnTo>
                  <a:lnTo>
                    <a:pt x="12033" y="241"/>
                  </a:lnTo>
                  <a:lnTo>
                    <a:pt x="1199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26"/>
            <p:cNvSpPr/>
            <p:nvPr/>
          </p:nvSpPr>
          <p:spPr>
            <a:xfrm>
              <a:off x="11500475" y="5177350"/>
              <a:ext cx="301350" cy="34625"/>
            </a:xfrm>
            <a:custGeom>
              <a:avLst/>
              <a:gdLst/>
              <a:ahLst/>
              <a:cxnLst/>
              <a:rect l="l" t="t" r="r" b="b"/>
              <a:pathLst>
                <a:path w="12054" h="1385" fill="none" extrusionOk="0">
                  <a:moveTo>
                    <a:pt x="11993" y="0"/>
                  </a:moveTo>
                  <a:lnTo>
                    <a:pt x="60" y="0"/>
                  </a:lnTo>
                  <a:lnTo>
                    <a:pt x="60" y="0"/>
                  </a:lnTo>
                  <a:lnTo>
                    <a:pt x="20" y="241"/>
                  </a:lnTo>
                  <a:lnTo>
                    <a:pt x="0" y="502"/>
                  </a:lnTo>
                  <a:lnTo>
                    <a:pt x="0" y="1344"/>
                  </a:lnTo>
                  <a:lnTo>
                    <a:pt x="0" y="1344"/>
                  </a:lnTo>
                  <a:lnTo>
                    <a:pt x="3650" y="1364"/>
                  </a:lnTo>
                  <a:lnTo>
                    <a:pt x="7300" y="1384"/>
                  </a:lnTo>
                  <a:lnTo>
                    <a:pt x="7300" y="1384"/>
                  </a:lnTo>
                  <a:lnTo>
                    <a:pt x="9025" y="1384"/>
                  </a:lnTo>
                  <a:lnTo>
                    <a:pt x="9025" y="1384"/>
                  </a:lnTo>
                  <a:lnTo>
                    <a:pt x="10770" y="1384"/>
                  </a:lnTo>
                  <a:lnTo>
                    <a:pt x="10770" y="1384"/>
                  </a:lnTo>
                  <a:lnTo>
                    <a:pt x="12053" y="1384"/>
                  </a:lnTo>
                  <a:lnTo>
                    <a:pt x="12053" y="502"/>
                  </a:lnTo>
                  <a:lnTo>
                    <a:pt x="12053" y="502"/>
                  </a:lnTo>
                  <a:lnTo>
                    <a:pt x="12033" y="241"/>
                  </a:lnTo>
                  <a:lnTo>
                    <a:pt x="1199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26"/>
            <p:cNvSpPr/>
            <p:nvPr/>
          </p:nvSpPr>
          <p:spPr>
            <a:xfrm>
              <a:off x="11240775" y="3810625"/>
              <a:ext cx="820750" cy="1366750"/>
            </a:xfrm>
            <a:custGeom>
              <a:avLst/>
              <a:gdLst/>
              <a:ahLst/>
              <a:cxnLst/>
              <a:rect l="l" t="t" r="r" b="b"/>
              <a:pathLst>
                <a:path w="32830" h="54670" extrusionOk="0">
                  <a:moveTo>
                    <a:pt x="16405" y="1"/>
                  </a:moveTo>
                  <a:lnTo>
                    <a:pt x="16344" y="21"/>
                  </a:lnTo>
                  <a:lnTo>
                    <a:pt x="16264" y="41"/>
                  </a:lnTo>
                  <a:lnTo>
                    <a:pt x="16064" y="141"/>
                  </a:lnTo>
                  <a:lnTo>
                    <a:pt x="15783" y="321"/>
                  </a:lnTo>
                  <a:lnTo>
                    <a:pt x="15442" y="562"/>
                  </a:lnTo>
                  <a:lnTo>
                    <a:pt x="15041" y="863"/>
                  </a:lnTo>
                  <a:lnTo>
                    <a:pt x="14580" y="1224"/>
                  </a:lnTo>
                  <a:lnTo>
                    <a:pt x="14078" y="1665"/>
                  </a:lnTo>
                  <a:lnTo>
                    <a:pt x="13537" y="2166"/>
                  </a:lnTo>
                  <a:lnTo>
                    <a:pt x="12955" y="2728"/>
                  </a:lnTo>
                  <a:lnTo>
                    <a:pt x="12354" y="3350"/>
                  </a:lnTo>
                  <a:lnTo>
                    <a:pt x="11712" y="4032"/>
                  </a:lnTo>
                  <a:lnTo>
                    <a:pt x="11030" y="4794"/>
                  </a:lnTo>
                  <a:lnTo>
                    <a:pt x="10348" y="5596"/>
                  </a:lnTo>
                  <a:lnTo>
                    <a:pt x="9646" y="6458"/>
                  </a:lnTo>
                  <a:lnTo>
                    <a:pt x="8944" y="7381"/>
                  </a:lnTo>
                  <a:lnTo>
                    <a:pt x="8222" y="8383"/>
                  </a:lnTo>
                  <a:lnTo>
                    <a:pt x="7500" y="9426"/>
                  </a:lnTo>
                  <a:lnTo>
                    <a:pt x="6799" y="10509"/>
                  </a:lnTo>
                  <a:lnTo>
                    <a:pt x="6097" y="11672"/>
                  </a:lnTo>
                  <a:lnTo>
                    <a:pt x="5415" y="12876"/>
                  </a:lnTo>
                  <a:lnTo>
                    <a:pt x="5054" y="13537"/>
                  </a:lnTo>
                  <a:lnTo>
                    <a:pt x="4713" y="14199"/>
                  </a:lnTo>
                  <a:lnTo>
                    <a:pt x="4372" y="14901"/>
                  </a:lnTo>
                  <a:lnTo>
                    <a:pt x="4051" y="15583"/>
                  </a:lnTo>
                  <a:lnTo>
                    <a:pt x="3630" y="16546"/>
                  </a:lnTo>
                  <a:lnTo>
                    <a:pt x="3209" y="17528"/>
                  </a:lnTo>
                  <a:lnTo>
                    <a:pt x="2808" y="18531"/>
                  </a:lnTo>
                  <a:lnTo>
                    <a:pt x="2447" y="19554"/>
                  </a:lnTo>
                  <a:lnTo>
                    <a:pt x="2086" y="20617"/>
                  </a:lnTo>
                  <a:lnTo>
                    <a:pt x="1745" y="21680"/>
                  </a:lnTo>
                  <a:lnTo>
                    <a:pt x="1444" y="22783"/>
                  </a:lnTo>
                  <a:lnTo>
                    <a:pt x="1163" y="23906"/>
                  </a:lnTo>
                  <a:lnTo>
                    <a:pt x="903" y="25069"/>
                  </a:lnTo>
                  <a:lnTo>
                    <a:pt x="682" y="26232"/>
                  </a:lnTo>
                  <a:lnTo>
                    <a:pt x="481" y="27435"/>
                  </a:lnTo>
                  <a:lnTo>
                    <a:pt x="321" y="28659"/>
                  </a:lnTo>
                  <a:lnTo>
                    <a:pt x="181" y="29882"/>
                  </a:lnTo>
                  <a:lnTo>
                    <a:pt x="80" y="31145"/>
                  </a:lnTo>
                  <a:lnTo>
                    <a:pt x="20" y="32429"/>
                  </a:lnTo>
                  <a:lnTo>
                    <a:pt x="0" y="33752"/>
                  </a:lnTo>
                  <a:lnTo>
                    <a:pt x="20" y="34394"/>
                  </a:lnTo>
                  <a:lnTo>
                    <a:pt x="40" y="35036"/>
                  </a:lnTo>
                  <a:lnTo>
                    <a:pt x="80" y="35698"/>
                  </a:lnTo>
                  <a:lnTo>
                    <a:pt x="120" y="36359"/>
                  </a:lnTo>
                  <a:lnTo>
                    <a:pt x="201" y="37021"/>
                  </a:lnTo>
                  <a:lnTo>
                    <a:pt x="281" y="37703"/>
                  </a:lnTo>
                  <a:lnTo>
                    <a:pt x="381" y="38365"/>
                  </a:lnTo>
                  <a:lnTo>
                    <a:pt x="501" y="39047"/>
                  </a:lnTo>
                  <a:lnTo>
                    <a:pt x="642" y="39729"/>
                  </a:lnTo>
                  <a:lnTo>
                    <a:pt x="782" y="40410"/>
                  </a:lnTo>
                  <a:lnTo>
                    <a:pt x="963" y="41092"/>
                  </a:lnTo>
                  <a:lnTo>
                    <a:pt x="1143" y="41774"/>
                  </a:lnTo>
                  <a:lnTo>
                    <a:pt x="1344" y="42436"/>
                  </a:lnTo>
                  <a:lnTo>
                    <a:pt x="1564" y="43118"/>
                  </a:lnTo>
                  <a:lnTo>
                    <a:pt x="1785" y="43800"/>
                  </a:lnTo>
                  <a:lnTo>
                    <a:pt x="2026" y="44482"/>
                  </a:lnTo>
                  <a:lnTo>
                    <a:pt x="2286" y="45163"/>
                  </a:lnTo>
                  <a:lnTo>
                    <a:pt x="2567" y="45825"/>
                  </a:lnTo>
                  <a:lnTo>
                    <a:pt x="2868" y="46507"/>
                  </a:lnTo>
                  <a:lnTo>
                    <a:pt x="3189" y="47169"/>
                  </a:lnTo>
                  <a:lnTo>
                    <a:pt x="3510" y="47831"/>
                  </a:lnTo>
                  <a:lnTo>
                    <a:pt x="3851" y="48472"/>
                  </a:lnTo>
                  <a:lnTo>
                    <a:pt x="4212" y="49134"/>
                  </a:lnTo>
                  <a:lnTo>
                    <a:pt x="4593" y="49776"/>
                  </a:lnTo>
                  <a:lnTo>
                    <a:pt x="4994" y="50418"/>
                  </a:lnTo>
                  <a:lnTo>
                    <a:pt x="5395" y="51059"/>
                  </a:lnTo>
                  <a:lnTo>
                    <a:pt x="5816" y="51681"/>
                  </a:lnTo>
                  <a:lnTo>
                    <a:pt x="6277" y="52283"/>
                  </a:lnTo>
                  <a:lnTo>
                    <a:pt x="6718" y="52904"/>
                  </a:lnTo>
                  <a:lnTo>
                    <a:pt x="7200" y="53506"/>
                  </a:lnTo>
                  <a:lnTo>
                    <a:pt x="7701" y="54088"/>
                  </a:lnTo>
                  <a:lnTo>
                    <a:pt x="8202" y="54669"/>
                  </a:lnTo>
                  <a:lnTo>
                    <a:pt x="24627" y="54669"/>
                  </a:lnTo>
                  <a:lnTo>
                    <a:pt x="25128" y="54108"/>
                  </a:lnTo>
                  <a:lnTo>
                    <a:pt x="25610" y="53526"/>
                  </a:lnTo>
                  <a:lnTo>
                    <a:pt x="26071" y="52925"/>
                  </a:lnTo>
                  <a:lnTo>
                    <a:pt x="26532" y="52323"/>
                  </a:lnTo>
                  <a:lnTo>
                    <a:pt x="26973" y="51721"/>
                  </a:lnTo>
                  <a:lnTo>
                    <a:pt x="27395" y="51100"/>
                  </a:lnTo>
                  <a:lnTo>
                    <a:pt x="27796" y="50478"/>
                  </a:lnTo>
                  <a:lnTo>
                    <a:pt x="28177" y="49856"/>
                  </a:lnTo>
                  <a:lnTo>
                    <a:pt x="28758" y="48894"/>
                  </a:lnTo>
                  <a:lnTo>
                    <a:pt x="29280" y="47891"/>
                  </a:lnTo>
                  <a:lnTo>
                    <a:pt x="29761" y="46908"/>
                  </a:lnTo>
                  <a:lnTo>
                    <a:pt x="30222" y="45885"/>
                  </a:lnTo>
                  <a:lnTo>
                    <a:pt x="30643" y="44883"/>
                  </a:lnTo>
                  <a:lnTo>
                    <a:pt x="31024" y="43860"/>
                  </a:lnTo>
                  <a:lnTo>
                    <a:pt x="31365" y="42837"/>
                  </a:lnTo>
                  <a:lnTo>
                    <a:pt x="31666" y="41814"/>
                  </a:lnTo>
                  <a:lnTo>
                    <a:pt x="31947" y="40771"/>
                  </a:lnTo>
                  <a:lnTo>
                    <a:pt x="32167" y="39749"/>
                  </a:lnTo>
                  <a:lnTo>
                    <a:pt x="32368" y="38726"/>
                  </a:lnTo>
                  <a:lnTo>
                    <a:pt x="32528" y="37723"/>
                  </a:lnTo>
                  <a:lnTo>
                    <a:pt x="32669" y="36700"/>
                  </a:lnTo>
                  <a:lnTo>
                    <a:pt x="32749" y="35718"/>
                  </a:lnTo>
                  <a:lnTo>
                    <a:pt x="32809" y="34715"/>
                  </a:lnTo>
                  <a:lnTo>
                    <a:pt x="32829" y="33752"/>
                  </a:lnTo>
                  <a:lnTo>
                    <a:pt x="32789" y="32429"/>
                  </a:lnTo>
                  <a:lnTo>
                    <a:pt x="32749" y="31145"/>
                  </a:lnTo>
                  <a:lnTo>
                    <a:pt x="32649" y="29882"/>
                  </a:lnTo>
                  <a:lnTo>
                    <a:pt x="32508" y="28659"/>
                  </a:lnTo>
                  <a:lnTo>
                    <a:pt x="32348" y="27435"/>
                  </a:lnTo>
                  <a:lnTo>
                    <a:pt x="32147" y="26232"/>
                  </a:lnTo>
                  <a:lnTo>
                    <a:pt x="31927" y="25069"/>
                  </a:lnTo>
                  <a:lnTo>
                    <a:pt x="31666" y="23906"/>
                  </a:lnTo>
                  <a:lnTo>
                    <a:pt x="31385" y="22783"/>
                  </a:lnTo>
                  <a:lnTo>
                    <a:pt x="31085" y="21680"/>
                  </a:lnTo>
                  <a:lnTo>
                    <a:pt x="30744" y="20617"/>
                  </a:lnTo>
                  <a:lnTo>
                    <a:pt x="30383" y="19554"/>
                  </a:lnTo>
                  <a:lnTo>
                    <a:pt x="30002" y="18531"/>
                  </a:lnTo>
                  <a:lnTo>
                    <a:pt x="29621" y="17528"/>
                  </a:lnTo>
                  <a:lnTo>
                    <a:pt x="29199" y="16546"/>
                  </a:lnTo>
                  <a:lnTo>
                    <a:pt x="28778" y="15583"/>
                  </a:lnTo>
                  <a:lnTo>
                    <a:pt x="28437" y="14901"/>
                  </a:lnTo>
                  <a:lnTo>
                    <a:pt x="28096" y="14219"/>
                  </a:lnTo>
                  <a:lnTo>
                    <a:pt x="27755" y="13537"/>
                  </a:lnTo>
                  <a:lnTo>
                    <a:pt x="27415" y="12896"/>
                  </a:lnTo>
                  <a:lnTo>
                    <a:pt x="26973" y="12134"/>
                  </a:lnTo>
                  <a:lnTo>
                    <a:pt x="26552" y="11392"/>
                  </a:lnTo>
                  <a:lnTo>
                    <a:pt x="26111" y="10670"/>
                  </a:lnTo>
                  <a:lnTo>
                    <a:pt x="25670" y="9968"/>
                  </a:lnTo>
                  <a:lnTo>
                    <a:pt x="25229" y="9286"/>
                  </a:lnTo>
                  <a:lnTo>
                    <a:pt x="24787" y="8644"/>
                  </a:lnTo>
                  <a:lnTo>
                    <a:pt x="24346" y="8002"/>
                  </a:lnTo>
                  <a:lnTo>
                    <a:pt x="23885" y="7401"/>
                  </a:lnTo>
                  <a:lnTo>
                    <a:pt x="23003" y="6238"/>
                  </a:lnTo>
                  <a:lnTo>
                    <a:pt x="22140" y="5195"/>
                  </a:lnTo>
                  <a:lnTo>
                    <a:pt x="21298" y="4232"/>
                  </a:lnTo>
                  <a:lnTo>
                    <a:pt x="20496" y="3350"/>
                  </a:lnTo>
                  <a:lnTo>
                    <a:pt x="19734" y="2588"/>
                  </a:lnTo>
                  <a:lnTo>
                    <a:pt x="19012" y="1906"/>
                  </a:lnTo>
                  <a:lnTo>
                    <a:pt x="18370" y="1344"/>
                  </a:lnTo>
                  <a:lnTo>
                    <a:pt x="17788" y="863"/>
                  </a:lnTo>
                  <a:lnTo>
                    <a:pt x="17307" y="482"/>
                  </a:lnTo>
                  <a:lnTo>
                    <a:pt x="16906" y="221"/>
                  </a:lnTo>
                  <a:lnTo>
                    <a:pt x="16605" y="61"/>
                  </a:lnTo>
                  <a:lnTo>
                    <a:pt x="16485" y="21"/>
                  </a:lnTo>
                  <a:lnTo>
                    <a:pt x="164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26"/>
            <p:cNvSpPr/>
            <p:nvPr/>
          </p:nvSpPr>
          <p:spPr>
            <a:xfrm>
              <a:off x="11240775" y="3810625"/>
              <a:ext cx="820750" cy="1366750"/>
            </a:xfrm>
            <a:custGeom>
              <a:avLst/>
              <a:gdLst/>
              <a:ahLst/>
              <a:cxnLst/>
              <a:rect l="l" t="t" r="r" b="b"/>
              <a:pathLst>
                <a:path w="32830" h="54670" fill="none" extrusionOk="0">
                  <a:moveTo>
                    <a:pt x="32829" y="33752"/>
                  </a:moveTo>
                  <a:lnTo>
                    <a:pt x="32829" y="33752"/>
                  </a:lnTo>
                  <a:lnTo>
                    <a:pt x="32809" y="34715"/>
                  </a:lnTo>
                  <a:lnTo>
                    <a:pt x="32749" y="35718"/>
                  </a:lnTo>
                  <a:lnTo>
                    <a:pt x="32669" y="36700"/>
                  </a:lnTo>
                  <a:lnTo>
                    <a:pt x="32528" y="37723"/>
                  </a:lnTo>
                  <a:lnTo>
                    <a:pt x="32368" y="38726"/>
                  </a:lnTo>
                  <a:lnTo>
                    <a:pt x="32167" y="39749"/>
                  </a:lnTo>
                  <a:lnTo>
                    <a:pt x="31947" y="40771"/>
                  </a:lnTo>
                  <a:lnTo>
                    <a:pt x="31666" y="41814"/>
                  </a:lnTo>
                  <a:lnTo>
                    <a:pt x="31365" y="42837"/>
                  </a:lnTo>
                  <a:lnTo>
                    <a:pt x="31024" y="43860"/>
                  </a:lnTo>
                  <a:lnTo>
                    <a:pt x="30643" y="44883"/>
                  </a:lnTo>
                  <a:lnTo>
                    <a:pt x="30222" y="45885"/>
                  </a:lnTo>
                  <a:lnTo>
                    <a:pt x="29761" y="46908"/>
                  </a:lnTo>
                  <a:lnTo>
                    <a:pt x="29280" y="47891"/>
                  </a:lnTo>
                  <a:lnTo>
                    <a:pt x="28758" y="48894"/>
                  </a:lnTo>
                  <a:lnTo>
                    <a:pt x="28177" y="49856"/>
                  </a:lnTo>
                  <a:lnTo>
                    <a:pt x="28177" y="49856"/>
                  </a:lnTo>
                  <a:lnTo>
                    <a:pt x="27796" y="50478"/>
                  </a:lnTo>
                  <a:lnTo>
                    <a:pt x="27395" y="51100"/>
                  </a:lnTo>
                  <a:lnTo>
                    <a:pt x="26973" y="51721"/>
                  </a:lnTo>
                  <a:lnTo>
                    <a:pt x="26532" y="52323"/>
                  </a:lnTo>
                  <a:lnTo>
                    <a:pt x="26071" y="52925"/>
                  </a:lnTo>
                  <a:lnTo>
                    <a:pt x="25610" y="53526"/>
                  </a:lnTo>
                  <a:lnTo>
                    <a:pt x="25128" y="54108"/>
                  </a:lnTo>
                  <a:lnTo>
                    <a:pt x="24627" y="54669"/>
                  </a:lnTo>
                  <a:lnTo>
                    <a:pt x="8202" y="54669"/>
                  </a:lnTo>
                  <a:lnTo>
                    <a:pt x="8202" y="54669"/>
                  </a:lnTo>
                  <a:lnTo>
                    <a:pt x="7701" y="54088"/>
                  </a:lnTo>
                  <a:lnTo>
                    <a:pt x="7200" y="53506"/>
                  </a:lnTo>
                  <a:lnTo>
                    <a:pt x="6718" y="52904"/>
                  </a:lnTo>
                  <a:lnTo>
                    <a:pt x="6277" y="52283"/>
                  </a:lnTo>
                  <a:lnTo>
                    <a:pt x="5816" y="51681"/>
                  </a:lnTo>
                  <a:lnTo>
                    <a:pt x="5395" y="51059"/>
                  </a:lnTo>
                  <a:lnTo>
                    <a:pt x="4994" y="50418"/>
                  </a:lnTo>
                  <a:lnTo>
                    <a:pt x="4593" y="49776"/>
                  </a:lnTo>
                  <a:lnTo>
                    <a:pt x="4212" y="49134"/>
                  </a:lnTo>
                  <a:lnTo>
                    <a:pt x="3851" y="48472"/>
                  </a:lnTo>
                  <a:lnTo>
                    <a:pt x="3510" y="47831"/>
                  </a:lnTo>
                  <a:lnTo>
                    <a:pt x="3189" y="47169"/>
                  </a:lnTo>
                  <a:lnTo>
                    <a:pt x="2868" y="46507"/>
                  </a:lnTo>
                  <a:lnTo>
                    <a:pt x="2567" y="45825"/>
                  </a:lnTo>
                  <a:lnTo>
                    <a:pt x="2286" y="45163"/>
                  </a:lnTo>
                  <a:lnTo>
                    <a:pt x="2026" y="44482"/>
                  </a:lnTo>
                  <a:lnTo>
                    <a:pt x="1785" y="43800"/>
                  </a:lnTo>
                  <a:lnTo>
                    <a:pt x="1564" y="43118"/>
                  </a:lnTo>
                  <a:lnTo>
                    <a:pt x="1344" y="42436"/>
                  </a:lnTo>
                  <a:lnTo>
                    <a:pt x="1143" y="41774"/>
                  </a:lnTo>
                  <a:lnTo>
                    <a:pt x="963" y="41092"/>
                  </a:lnTo>
                  <a:lnTo>
                    <a:pt x="782" y="40410"/>
                  </a:lnTo>
                  <a:lnTo>
                    <a:pt x="642" y="39729"/>
                  </a:lnTo>
                  <a:lnTo>
                    <a:pt x="501" y="39047"/>
                  </a:lnTo>
                  <a:lnTo>
                    <a:pt x="381" y="38365"/>
                  </a:lnTo>
                  <a:lnTo>
                    <a:pt x="281" y="37703"/>
                  </a:lnTo>
                  <a:lnTo>
                    <a:pt x="201" y="37021"/>
                  </a:lnTo>
                  <a:lnTo>
                    <a:pt x="120" y="36359"/>
                  </a:lnTo>
                  <a:lnTo>
                    <a:pt x="80" y="35698"/>
                  </a:lnTo>
                  <a:lnTo>
                    <a:pt x="40" y="35036"/>
                  </a:lnTo>
                  <a:lnTo>
                    <a:pt x="20" y="34394"/>
                  </a:lnTo>
                  <a:lnTo>
                    <a:pt x="0" y="33752"/>
                  </a:lnTo>
                  <a:lnTo>
                    <a:pt x="0" y="33752"/>
                  </a:lnTo>
                  <a:lnTo>
                    <a:pt x="20" y="32429"/>
                  </a:lnTo>
                  <a:lnTo>
                    <a:pt x="80" y="31145"/>
                  </a:lnTo>
                  <a:lnTo>
                    <a:pt x="181" y="29882"/>
                  </a:lnTo>
                  <a:lnTo>
                    <a:pt x="321" y="28659"/>
                  </a:lnTo>
                  <a:lnTo>
                    <a:pt x="481" y="27435"/>
                  </a:lnTo>
                  <a:lnTo>
                    <a:pt x="682" y="26232"/>
                  </a:lnTo>
                  <a:lnTo>
                    <a:pt x="903" y="25069"/>
                  </a:lnTo>
                  <a:lnTo>
                    <a:pt x="1163" y="23906"/>
                  </a:lnTo>
                  <a:lnTo>
                    <a:pt x="1444" y="22783"/>
                  </a:lnTo>
                  <a:lnTo>
                    <a:pt x="1745" y="21680"/>
                  </a:lnTo>
                  <a:lnTo>
                    <a:pt x="2086" y="20617"/>
                  </a:lnTo>
                  <a:lnTo>
                    <a:pt x="2447" y="19554"/>
                  </a:lnTo>
                  <a:lnTo>
                    <a:pt x="2808" y="18531"/>
                  </a:lnTo>
                  <a:lnTo>
                    <a:pt x="3209" y="17528"/>
                  </a:lnTo>
                  <a:lnTo>
                    <a:pt x="3630" y="16546"/>
                  </a:lnTo>
                  <a:lnTo>
                    <a:pt x="4051" y="15583"/>
                  </a:lnTo>
                  <a:lnTo>
                    <a:pt x="4051" y="15583"/>
                  </a:lnTo>
                  <a:lnTo>
                    <a:pt x="4372" y="14901"/>
                  </a:lnTo>
                  <a:lnTo>
                    <a:pt x="4713" y="14199"/>
                  </a:lnTo>
                  <a:lnTo>
                    <a:pt x="5054" y="13537"/>
                  </a:lnTo>
                  <a:lnTo>
                    <a:pt x="5415" y="12876"/>
                  </a:lnTo>
                  <a:lnTo>
                    <a:pt x="5415" y="12876"/>
                  </a:lnTo>
                  <a:lnTo>
                    <a:pt x="6097" y="11672"/>
                  </a:lnTo>
                  <a:lnTo>
                    <a:pt x="6799" y="10509"/>
                  </a:lnTo>
                  <a:lnTo>
                    <a:pt x="7500" y="9426"/>
                  </a:lnTo>
                  <a:lnTo>
                    <a:pt x="8222" y="8383"/>
                  </a:lnTo>
                  <a:lnTo>
                    <a:pt x="8944" y="7381"/>
                  </a:lnTo>
                  <a:lnTo>
                    <a:pt x="9646" y="6458"/>
                  </a:lnTo>
                  <a:lnTo>
                    <a:pt x="10348" y="5596"/>
                  </a:lnTo>
                  <a:lnTo>
                    <a:pt x="11030" y="4794"/>
                  </a:lnTo>
                  <a:lnTo>
                    <a:pt x="11712" y="4032"/>
                  </a:lnTo>
                  <a:lnTo>
                    <a:pt x="12354" y="3350"/>
                  </a:lnTo>
                  <a:lnTo>
                    <a:pt x="12955" y="2728"/>
                  </a:lnTo>
                  <a:lnTo>
                    <a:pt x="13537" y="2166"/>
                  </a:lnTo>
                  <a:lnTo>
                    <a:pt x="14078" y="1665"/>
                  </a:lnTo>
                  <a:lnTo>
                    <a:pt x="14580" y="1224"/>
                  </a:lnTo>
                  <a:lnTo>
                    <a:pt x="15041" y="863"/>
                  </a:lnTo>
                  <a:lnTo>
                    <a:pt x="15442" y="562"/>
                  </a:lnTo>
                  <a:lnTo>
                    <a:pt x="15442" y="562"/>
                  </a:lnTo>
                  <a:lnTo>
                    <a:pt x="15783" y="321"/>
                  </a:lnTo>
                  <a:lnTo>
                    <a:pt x="16064" y="141"/>
                  </a:lnTo>
                  <a:lnTo>
                    <a:pt x="16264" y="41"/>
                  </a:lnTo>
                  <a:lnTo>
                    <a:pt x="16344" y="21"/>
                  </a:lnTo>
                  <a:lnTo>
                    <a:pt x="16405" y="1"/>
                  </a:lnTo>
                  <a:lnTo>
                    <a:pt x="16405" y="1"/>
                  </a:lnTo>
                  <a:lnTo>
                    <a:pt x="16485" y="21"/>
                  </a:lnTo>
                  <a:lnTo>
                    <a:pt x="16605" y="61"/>
                  </a:lnTo>
                  <a:lnTo>
                    <a:pt x="16906" y="221"/>
                  </a:lnTo>
                  <a:lnTo>
                    <a:pt x="17307" y="482"/>
                  </a:lnTo>
                  <a:lnTo>
                    <a:pt x="17788" y="863"/>
                  </a:lnTo>
                  <a:lnTo>
                    <a:pt x="18370" y="1344"/>
                  </a:lnTo>
                  <a:lnTo>
                    <a:pt x="19012" y="1906"/>
                  </a:lnTo>
                  <a:lnTo>
                    <a:pt x="19734" y="2588"/>
                  </a:lnTo>
                  <a:lnTo>
                    <a:pt x="20496" y="3350"/>
                  </a:lnTo>
                  <a:lnTo>
                    <a:pt x="21298" y="4232"/>
                  </a:lnTo>
                  <a:lnTo>
                    <a:pt x="22140" y="5195"/>
                  </a:lnTo>
                  <a:lnTo>
                    <a:pt x="23003" y="6238"/>
                  </a:lnTo>
                  <a:lnTo>
                    <a:pt x="23885" y="7401"/>
                  </a:lnTo>
                  <a:lnTo>
                    <a:pt x="24346" y="8002"/>
                  </a:lnTo>
                  <a:lnTo>
                    <a:pt x="24787" y="8644"/>
                  </a:lnTo>
                  <a:lnTo>
                    <a:pt x="25229" y="9286"/>
                  </a:lnTo>
                  <a:lnTo>
                    <a:pt x="25670" y="9968"/>
                  </a:lnTo>
                  <a:lnTo>
                    <a:pt x="26111" y="10670"/>
                  </a:lnTo>
                  <a:lnTo>
                    <a:pt x="26552" y="11392"/>
                  </a:lnTo>
                  <a:lnTo>
                    <a:pt x="26973" y="12134"/>
                  </a:lnTo>
                  <a:lnTo>
                    <a:pt x="27415" y="12896"/>
                  </a:lnTo>
                  <a:lnTo>
                    <a:pt x="27415" y="12896"/>
                  </a:lnTo>
                  <a:lnTo>
                    <a:pt x="27755" y="13537"/>
                  </a:lnTo>
                  <a:lnTo>
                    <a:pt x="28096" y="14219"/>
                  </a:lnTo>
                  <a:lnTo>
                    <a:pt x="28437" y="14901"/>
                  </a:lnTo>
                  <a:lnTo>
                    <a:pt x="28778" y="15583"/>
                  </a:lnTo>
                  <a:lnTo>
                    <a:pt x="28778" y="15583"/>
                  </a:lnTo>
                  <a:lnTo>
                    <a:pt x="29199" y="16546"/>
                  </a:lnTo>
                  <a:lnTo>
                    <a:pt x="29621" y="17528"/>
                  </a:lnTo>
                  <a:lnTo>
                    <a:pt x="30002" y="18531"/>
                  </a:lnTo>
                  <a:lnTo>
                    <a:pt x="30383" y="19554"/>
                  </a:lnTo>
                  <a:lnTo>
                    <a:pt x="30744" y="20617"/>
                  </a:lnTo>
                  <a:lnTo>
                    <a:pt x="31085" y="21680"/>
                  </a:lnTo>
                  <a:lnTo>
                    <a:pt x="31385" y="22783"/>
                  </a:lnTo>
                  <a:lnTo>
                    <a:pt x="31666" y="23906"/>
                  </a:lnTo>
                  <a:lnTo>
                    <a:pt x="31927" y="25069"/>
                  </a:lnTo>
                  <a:lnTo>
                    <a:pt x="32147" y="26232"/>
                  </a:lnTo>
                  <a:lnTo>
                    <a:pt x="32348" y="27435"/>
                  </a:lnTo>
                  <a:lnTo>
                    <a:pt x="32508" y="28659"/>
                  </a:lnTo>
                  <a:lnTo>
                    <a:pt x="32649" y="29882"/>
                  </a:lnTo>
                  <a:lnTo>
                    <a:pt x="32749" y="31145"/>
                  </a:lnTo>
                  <a:lnTo>
                    <a:pt x="32789" y="32429"/>
                  </a:lnTo>
                  <a:lnTo>
                    <a:pt x="32829" y="3375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26"/>
            <p:cNvSpPr/>
            <p:nvPr/>
          </p:nvSpPr>
          <p:spPr>
            <a:xfrm>
              <a:off x="11342050" y="3810625"/>
              <a:ext cx="618200" cy="476325"/>
            </a:xfrm>
            <a:custGeom>
              <a:avLst/>
              <a:gdLst/>
              <a:ahLst/>
              <a:cxnLst/>
              <a:rect l="l" t="t" r="r" b="b"/>
              <a:pathLst>
                <a:path w="24728" h="19053" extrusionOk="0">
                  <a:moveTo>
                    <a:pt x="12354" y="1"/>
                  </a:moveTo>
                  <a:lnTo>
                    <a:pt x="12273" y="21"/>
                  </a:lnTo>
                  <a:lnTo>
                    <a:pt x="12173" y="61"/>
                  </a:lnTo>
                  <a:lnTo>
                    <a:pt x="11872" y="221"/>
                  </a:lnTo>
                  <a:lnTo>
                    <a:pt x="11471" y="482"/>
                  </a:lnTo>
                  <a:lnTo>
                    <a:pt x="10970" y="863"/>
                  </a:lnTo>
                  <a:lnTo>
                    <a:pt x="10408" y="1324"/>
                  </a:lnTo>
                  <a:lnTo>
                    <a:pt x="9767" y="1906"/>
                  </a:lnTo>
                  <a:lnTo>
                    <a:pt x="9045" y="2588"/>
                  </a:lnTo>
                  <a:lnTo>
                    <a:pt x="8283" y="3350"/>
                  </a:lnTo>
                  <a:lnTo>
                    <a:pt x="7480" y="4232"/>
                  </a:lnTo>
                  <a:lnTo>
                    <a:pt x="6638" y="5195"/>
                  </a:lnTo>
                  <a:lnTo>
                    <a:pt x="5776" y="6238"/>
                  </a:lnTo>
                  <a:lnTo>
                    <a:pt x="4893" y="7401"/>
                  </a:lnTo>
                  <a:lnTo>
                    <a:pt x="4432" y="8002"/>
                  </a:lnTo>
                  <a:lnTo>
                    <a:pt x="3991" y="8644"/>
                  </a:lnTo>
                  <a:lnTo>
                    <a:pt x="3550" y="9286"/>
                  </a:lnTo>
                  <a:lnTo>
                    <a:pt x="3109" y="9968"/>
                  </a:lnTo>
                  <a:lnTo>
                    <a:pt x="2667" y="10670"/>
                  </a:lnTo>
                  <a:lnTo>
                    <a:pt x="2226" y="11392"/>
                  </a:lnTo>
                  <a:lnTo>
                    <a:pt x="1785" y="12114"/>
                  </a:lnTo>
                  <a:lnTo>
                    <a:pt x="1364" y="12876"/>
                  </a:lnTo>
                  <a:lnTo>
                    <a:pt x="1023" y="13537"/>
                  </a:lnTo>
                  <a:lnTo>
                    <a:pt x="662" y="14199"/>
                  </a:lnTo>
                  <a:lnTo>
                    <a:pt x="341" y="14901"/>
                  </a:lnTo>
                  <a:lnTo>
                    <a:pt x="0" y="15583"/>
                  </a:lnTo>
                  <a:lnTo>
                    <a:pt x="622" y="15984"/>
                  </a:lnTo>
                  <a:lnTo>
                    <a:pt x="1264" y="16365"/>
                  </a:lnTo>
                  <a:lnTo>
                    <a:pt x="1925" y="16706"/>
                  </a:lnTo>
                  <a:lnTo>
                    <a:pt x="2607" y="17027"/>
                  </a:lnTo>
                  <a:lnTo>
                    <a:pt x="3329" y="17348"/>
                  </a:lnTo>
                  <a:lnTo>
                    <a:pt x="4051" y="17629"/>
                  </a:lnTo>
                  <a:lnTo>
                    <a:pt x="4813" y="17889"/>
                  </a:lnTo>
                  <a:lnTo>
                    <a:pt x="5575" y="18130"/>
                  </a:lnTo>
                  <a:lnTo>
                    <a:pt x="6377" y="18330"/>
                  </a:lnTo>
                  <a:lnTo>
                    <a:pt x="7180" y="18531"/>
                  </a:lnTo>
                  <a:lnTo>
                    <a:pt x="8022" y="18671"/>
                  </a:lnTo>
                  <a:lnTo>
                    <a:pt x="8864" y="18812"/>
                  </a:lnTo>
                  <a:lnTo>
                    <a:pt x="9706" y="18912"/>
                  </a:lnTo>
                  <a:lnTo>
                    <a:pt x="10589" y="18992"/>
                  </a:lnTo>
                  <a:lnTo>
                    <a:pt x="11471" y="19032"/>
                  </a:lnTo>
                  <a:lnTo>
                    <a:pt x="12354" y="19052"/>
                  </a:lnTo>
                  <a:lnTo>
                    <a:pt x="13256" y="19032"/>
                  </a:lnTo>
                  <a:lnTo>
                    <a:pt x="14138" y="18992"/>
                  </a:lnTo>
                  <a:lnTo>
                    <a:pt x="15001" y="18912"/>
                  </a:lnTo>
                  <a:lnTo>
                    <a:pt x="15863" y="18812"/>
                  </a:lnTo>
                  <a:lnTo>
                    <a:pt x="16705" y="18671"/>
                  </a:lnTo>
                  <a:lnTo>
                    <a:pt x="17528" y="18531"/>
                  </a:lnTo>
                  <a:lnTo>
                    <a:pt x="18350" y="18330"/>
                  </a:lnTo>
                  <a:lnTo>
                    <a:pt x="19132" y="18130"/>
                  </a:lnTo>
                  <a:lnTo>
                    <a:pt x="19914" y="17889"/>
                  </a:lnTo>
                  <a:lnTo>
                    <a:pt x="20676" y="17629"/>
                  </a:lnTo>
                  <a:lnTo>
                    <a:pt x="21398" y="17348"/>
                  </a:lnTo>
                  <a:lnTo>
                    <a:pt x="22120" y="17027"/>
                  </a:lnTo>
                  <a:lnTo>
                    <a:pt x="22802" y="16706"/>
                  </a:lnTo>
                  <a:lnTo>
                    <a:pt x="23464" y="16365"/>
                  </a:lnTo>
                  <a:lnTo>
                    <a:pt x="24106" y="15984"/>
                  </a:lnTo>
                  <a:lnTo>
                    <a:pt x="24727" y="15583"/>
                  </a:lnTo>
                  <a:lnTo>
                    <a:pt x="24386" y="14901"/>
                  </a:lnTo>
                  <a:lnTo>
                    <a:pt x="24045" y="14219"/>
                  </a:lnTo>
                  <a:lnTo>
                    <a:pt x="23704" y="13537"/>
                  </a:lnTo>
                  <a:lnTo>
                    <a:pt x="23364" y="12896"/>
                  </a:lnTo>
                  <a:lnTo>
                    <a:pt x="22922" y="12134"/>
                  </a:lnTo>
                  <a:lnTo>
                    <a:pt x="22501" y="11392"/>
                  </a:lnTo>
                  <a:lnTo>
                    <a:pt x="22060" y="10670"/>
                  </a:lnTo>
                  <a:lnTo>
                    <a:pt x="21619" y="9968"/>
                  </a:lnTo>
                  <a:lnTo>
                    <a:pt x="21178" y="9286"/>
                  </a:lnTo>
                  <a:lnTo>
                    <a:pt x="20736" y="8644"/>
                  </a:lnTo>
                  <a:lnTo>
                    <a:pt x="20275" y="8002"/>
                  </a:lnTo>
                  <a:lnTo>
                    <a:pt x="19834" y="7401"/>
                  </a:lnTo>
                  <a:lnTo>
                    <a:pt x="18952" y="6238"/>
                  </a:lnTo>
                  <a:lnTo>
                    <a:pt x="18089" y="5195"/>
                  </a:lnTo>
                  <a:lnTo>
                    <a:pt x="17247" y="4232"/>
                  </a:lnTo>
                  <a:lnTo>
                    <a:pt x="16445" y="3350"/>
                  </a:lnTo>
                  <a:lnTo>
                    <a:pt x="15663" y="2588"/>
                  </a:lnTo>
                  <a:lnTo>
                    <a:pt x="14961" y="1906"/>
                  </a:lnTo>
                  <a:lnTo>
                    <a:pt x="14319" y="1324"/>
                  </a:lnTo>
                  <a:lnTo>
                    <a:pt x="13737" y="863"/>
                  </a:lnTo>
                  <a:lnTo>
                    <a:pt x="13256" y="482"/>
                  </a:lnTo>
                  <a:lnTo>
                    <a:pt x="12855" y="221"/>
                  </a:lnTo>
                  <a:lnTo>
                    <a:pt x="12554" y="61"/>
                  </a:lnTo>
                  <a:lnTo>
                    <a:pt x="12434" y="21"/>
                  </a:lnTo>
                  <a:lnTo>
                    <a:pt x="123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26"/>
            <p:cNvSpPr/>
            <p:nvPr/>
          </p:nvSpPr>
          <p:spPr>
            <a:xfrm>
              <a:off x="11342050" y="3810625"/>
              <a:ext cx="618200" cy="476325"/>
            </a:xfrm>
            <a:custGeom>
              <a:avLst/>
              <a:gdLst/>
              <a:ahLst/>
              <a:cxnLst/>
              <a:rect l="l" t="t" r="r" b="b"/>
              <a:pathLst>
                <a:path w="24728" h="19053" fill="none" extrusionOk="0">
                  <a:moveTo>
                    <a:pt x="24727" y="15583"/>
                  </a:moveTo>
                  <a:lnTo>
                    <a:pt x="24727" y="15583"/>
                  </a:lnTo>
                  <a:lnTo>
                    <a:pt x="24106" y="15984"/>
                  </a:lnTo>
                  <a:lnTo>
                    <a:pt x="23464" y="16365"/>
                  </a:lnTo>
                  <a:lnTo>
                    <a:pt x="22802" y="16706"/>
                  </a:lnTo>
                  <a:lnTo>
                    <a:pt x="22120" y="17027"/>
                  </a:lnTo>
                  <a:lnTo>
                    <a:pt x="21398" y="17348"/>
                  </a:lnTo>
                  <a:lnTo>
                    <a:pt x="20676" y="17629"/>
                  </a:lnTo>
                  <a:lnTo>
                    <a:pt x="19914" y="17889"/>
                  </a:lnTo>
                  <a:lnTo>
                    <a:pt x="19132" y="18130"/>
                  </a:lnTo>
                  <a:lnTo>
                    <a:pt x="18350" y="18330"/>
                  </a:lnTo>
                  <a:lnTo>
                    <a:pt x="17528" y="18531"/>
                  </a:lnTo>
                  <a:lnTo>
                    <a:pt x="16705" y="18671"/>
                  </a:lnTo>
                  <a:lnTo>
                    <a:pt x="15863" y="18812"/>
                  </a:lnTo>
                  <a:lnTo>
                    <a:pt x="15001" y="18912"/>
                  </a:lnTo>
                  <a:lnTo>
                    <a:pt x="14138" y="18992"/>
                  </a:lnTo>
                  <a:lnTo>
                    <a:pt x="13256" y="19032"/>
                  </a:lnTo>
                  <a:lnTo>
                    <a:pt x="12354" y="19052"/>
                  </a:lnTo>
                  <a:lnTo>
                    <a:pt x="12354" y="19052"/>
                  </a:lnTo>
                  <a:lnTo>
                    <a:pt x="11471" y="19032"/>
                  </a:lnTo>
                  <a:lnTo>
                    <a:pt x="10589" y="18992"/>
                  </a:lnTo>
                  <a:lnTo>
                    <a:pt x="9706" y="18912"/>
                  </a:lnTo>
                  <a:lnTo>
                    <a:pt x="8864" y="18812"/>
                  </a:lnTo>
                  <a:lnTo>
                    <a:pt x="8022" y="18671"/>
                  </a:lnTo>
                  <a:lnTo>
                    <a:pt x="7180" y="18531"/>
                  </a:lnTo>
                  <a:lnTo>
                    <a:pt x="6377" y="18330"/>
                  </a:lnTo>
                  <a:lnTo>
                    <a:pt x="5575" y="18130"/>
                  </a:lnTo>
                  <a:lnTo>
                    <a:pt x="4813" y="17889"/>
                  </a:lnTo>
                  <a:lnTo>
                    <a:pt x="4051" y="17629"/>
                  </a:lnTo>
                  <a:lnTo>
                    <a:pt x="3329" y="17348"/>
                  </a:lnTo>
                  <a:lnTo>
                    <a:pt x="2607" y="17027"/>
                  </a:lnTo>
                  <a:lnTo>
                    <a:pt x="1925" y="16706"/>
                  </a:lnTo>
                  <a:lnTo>
                    <a:pt x="1264" y="16365"/>
                  </a:lnTo>
                  <a:lnTo>
                    <a:pt x="622" y="15984"/>
                  </a:lnTo>
                  <a:lnTo>
                    <a:pt x="0" y="15583"/>
                  </a:lnTo>
                  <a:lnTo>
                    <a:pt x="0" y="15583"/>
                  </a:lnTo>
                  <a:lnTo>
                    <a:pt x="341" y="14901"/>
                  </a:lnTo>
                  <a:lnTo>
                    <a:pt x="662" y="14199"/>
                  </a:lnTo>
                  <a:lnTo>
                    <a:pt x="1023" y="13537"/>
                  </a:lnTo>
                  <a:lnTo>
                    <a:pt x="1364" y="12876"/>
                  </a:lnTo>
                  <a:lnTo>
                    <a:pt x="1364" y="12876"/>
                  </a:lnTo>
                  <a:lnTo>
                    <a:pt x="1785" y="12114"/>
                  </a:lnTo>
                  <a:lnTo>
                    <a:pt x="2226" y="11392"/>
                  </a:lnTo>
                  <a:lnTo>
                    <a:pt x="2667" y="10670"/>
                  </a:lnTo>
                  <a:lnTo>
                    <a:pt x="3109" y="9968"/>
                  </a:lnTo>
                  <a:lnTo>
                    <a:pt x="3550" y="9286"/>
                  </a:lnTo>
                  <a:lnTo>
                    <a:pt x="3991" y="8644"/>
                  </a:lnTo>
                  <a:lnTo>
                    <a:pt x="4432" y="8002"/>
                  </a:lnTo>
                  <a:lnTo>
                    <a:pt x="4893" y="7401"/>
                  </a:lnTo>
                  <a:lnTo>
                    <a:pt x="5776" y="6238"/>
                  </a:lnTo>
                  <a:lnTo>
                    <a:pt x="6638" y="5195"/>
                  </a:lnTo>
                  <a:lnTo>
                    <a:pt x="7480" y="4232"/>
                  </a:lnTo>
                  <a:lnTo>
                    <a:pt x="8283" y="3350"/>
                  </a:lnTo>
                  <a:lnTo>
                    <a:pt x="9045" y="2588"/>
                  </a:lnTo>
                  <a:lnTo>
                    <a:pt x="9767" y="1906"/>
                  </a:lnTo>
                  <a:lnTo>
                    <a:pt x="10408" y="1324"/>
                  </a:lnTo>
                  <a:lnTo>
                    <a:pt x="10970" y="863"/>
                  </a:lnTo>
                  <a:lnTo>
                    <a:pt x="11471" y="482"/>
                  </a:lnTo>
                  <a:lnTo>
                    <a:pt x="11872" y="221"/>
                  </a:lnTo>
                  <a:lnTo>
                    <a:pt x="12173" y="61"/>
                  </a:lnTo>
                  <a:lnTo>
                    <a:pt x="12273" y="21"/>
                  </a:lnTo>
                  <a:lnTo>
                    <a:pt x="12354" y="1"/>
                  </a:lnTo>
                  <a:lnTo>
                    <a:pt x="12354" y="1"/>
                  </a:lnTo>
                  <a:lnTo>
                    <a:pt x="12434" y="21"/>
                  </a:lnTo>
                  <a:lnTo>
                    <a:pt x="12554" y="61"/>
                  </a:lnTo>
                  <a:lnTo>
                    <a:pt x="12855" y="221"/>
                  </a:lnTo>
                  <a:lnTo>
                    <a:pt x="13256" y="482"/>
                  </a:lnTo>
                  <a:lnTo>
                    <a:pt x="13737" y="863"/>
                  </a:lnTo>
                  <a:lnTo>
                    <a:pt x="14319" y="1324"/>
                  </a:lnTo>
                  <a:lnTo>
                    <a:pt x="14961" y="1906"/>
                  </a:lnTo>
                  <a:lnTo>
                    <a:pt x="15663" y="2588"/>
                  </a:lnTo>
                  <a:lnTo>
                    <a:pt x="16445" y="3350"/>
                  </a:lnTo>
                  <a:lnTo>
                    <a:pt x="17247" y="4232"/>
                  </a:lnTo>
                  <a:lnTo>
                    <a:pt x="18089" y="5195"/>
                  </a:lnTo>
                  <a:lnTo>
                    <a:pt x="18952" y="6238"/>
                  </a:lnTo>
                  <a:lnTo>
                    <a:pt x="19834" y="7401"/>
                  </a:lnTo>
                  <a:lnTo>
                    <a:pt x="20275" y="8002"/>
                  </a:lnTo>
                  <a:lnTo>
                    <a:pt x="20736" y="8644"/>
                  </a:lnTo>
                  <a:lnTo>
                    <a:pt x="21178" y="9286"/>
                  </a:lnTo>
                  <a:lnTo>
                    <a:pt x="21619" y="9968"/>
                  </a:lnTo>
                  <a:lnTo>
                    <a:pt x="22060" y="10670"/>
                  </a:lnTo>
                  <a:lnTo>
                    <a:pt x="22501" y="11392"/>
                  </a:lnTo>
                  <a:lnTo>
                    <a:pt x="22922" y="12134"/>
                  </a:lnTo>
                  <a:lnTo>
                    <a:pt x="23364" y="12896"/>
                  </a:lnTo>
                  <a:lnTo>
                    <a:pt x="23364" y="12896"/>
                  </a:lnTo>
                  <a:lnTo>
                    <a:pt x="23704" y="13537"/>
                  </a:lnTo>
                  <a:lnTo>
                    <a:pt x="24045" y="14219"/>
                  </a:lnTo>
                  <a:lnTo>
                    <a:pt x="24386" y="14901"/>
                  </a:lnTo>
                  <a:lnTo>
                    <a:pt x="24727" y="155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26"/>
            <p:cNvSpPr/>
            <p:nvPr/>
          </p:nvSpPr>
          <p:spPr>
            <a:xfrm>
              <a:off x="11376125" y="3810625"/>
              <a:ext cx="550025" cy="413150"/>
            </a:xfrm>
            <a:custGeom>
              <a:avLst/>
              <a:gdLst/>
              <a:ahLst/>
              <a:cxnLst/>
              <a:rect l="l" t="t" r="r" b="b"/>
              <a:pathLst>
                <a:path w="22001" h="16526" extrusionOk="0">
                  <a:moveTo>
                    <a:pt x="10991" y="1"/>
                  </a:moveTo>
                  <a:lnTo>
                    <a:pt x="10910" y="21"/>
                  </a:lnTo>
                  <a:lnTo>
                    <a:pt x="10810" y="61"/>
                  </a:lnTo>
                  <a:lnTo>
                    <a:pt x="10509" y="221"/>
                  </a:lnTo>
                  <a:lnTo>
                    <a:pt x="10108" y="482"/>
                  </a:lnTo>
                  <a:lnTo>
                    <a:pt x="9607" y="863"/>
                  </a:lnTo>
                  <a:lnTo>
                    <a:pt x="9045" y="1324"/>
                  </a:lnTo>
                  <a:lnTo>
                    <a:pt x="8404" y="1906"/>
                  </a:lnTo>
                  <a:lnTo>
                    <a:pt x="7682" y="2588"/>
                  </a:lnTo>
                  <a:lnTo>
                    <a:pt x="6920" y="3350"/>
                  </a:lnTo>
                  <a:lnTo>
                    <a:pt x="6117" y="4232"/>
                  </a:lnTo>
                  <a:lnTo>
                    <a:pt x="5275" y="5195"/>
                  </a:lnTo>
                  <a:lnTo>
                    <a:pt x="4413" y="6238"/>
                  </a:lnTo>
                  <a:lnTo>
                    <a:pt x="3530" y="7401"/>
                  </a:lnTo>
                  <a:lnTo>
                    <a:pt x="3069" y="8002"/>
                  </a:lnTo>
                  <a:lnTo>
                    <a:pt x="2628" y="8644"/>
                  </a:lnTo>
                  <a:lnTo>
                    <a:pt x="2187" y="9286"/>
                  </a:lnTo>
                  <a:lnTo>
                    <a:pt x="1746" y="9968"/>
                  </a:lnTo>
                  <a:lnTo>
                    <a:pt x="1304" y="10670"/>
                  </a:lnTo>
                  <a:lnTo>
                    <a:pt x="863" y="11392"/>
                  </a:lnTo>
                  <a:lnTo>
                    <a:pt x="422" y="12114"/>
                  </a:lnTo>
                  <a:lnTo>
                    <a:pt x="1" y="12876"/>
                  </a:lnTo>
                  <a:lnTo>
                    <a:pt x="502" y="13297"/>
                  </a:lnTo>
                  <a:lnTo>
                    <a:pt x="1044" y="13678"/>
                  </a:lnTo>
                  <a:lnTo>
                    <a:pt x="1605" y="14039"/>
                  </a:lnTo>
                  <a:lnTo>
                    <a:pt x="2187" y="14380"/>
                  </a:lnTo>
                  <a:lnTo>
                    <a:pt x="2808" y="14701"/>
                  </a:lnTo>
                  <a:lnTo>
                    <a:pt x="3450" y="15001"/>
                  </a:lnTo>
                  <a:lnTo>
                    <a:pt x="4112" y="15282"/>
                  </a:lnTo>
                  <a:lnTo>
                    <a:pt x="4814" y="15523"/>
                  </a:lnTo>
                  <a:lnTo>
                    <a:pt x="5516" y="15763"/>
                  </a:lnTo>
                  <a:lnTo>
                    <a:pt x="6258" y="15944"/>
                  </a:lnTo>
                  <a:lnTo>
                    <a:pt x="7000" y="16124"/>
                  </a:lnTo>
                  <a:lnTo>
                    <a:pt x="7782" y="16265"/>
                  </a:lnTo>
                  <a:lnTo>
                    <a:pt x="8564" y="16365"/>
                  </a:lnTo>
                  <a:lnTo>
                    <a:pt x="9366" y="16445"/>
                  </a:lnTo>
                  <a:lnTo>
                    <a:pt x="10168" y="16505"/>
                  </a:lnTo>
                  <a:lnTo>
                    <a:pt x="10991" y="16526"/>
                  </a:lnTo>
                  <a:lnTo>
                    <a:pt x="11833" y="16505"/>
                  </a:lnTo>
                  <a:lnTo>
                    <a:pt x="12635" y="16445"/>
                  </a:lnTo>
                  <a:lnTo>
                    <a:pt x="13437" y="16365"/>
                  </a:lnTo>
                  <a:lnTo>
                    <a:pt x="14219" y="16265"/>
                  </a:lnTo>
                  <a:lnTo>
                    <a:pt x="14981" y="16124"/>
                  </a:lnTo>
                  <a:lnTo>
                    <a:pt x="15744" y="15944"/>
                  </a:lnTo>
                  <a:lnTo>
                    <a:pt x="16466" y="15763"/>
                  </a:lnTo>
                  <a:lnTo>
                    <a:pt x="17187" y="15523"/>
                  </a:lnTo>
                  <a:lnTo>
                    <a:pt x="17869" y="15282"/>
                  </a:lnTo>
                  <a:lnTo>
                    <a:pt x="18551" y="15001"/>
                  </a:lnTo>
                  <a:lnTo>
                    <a:pt x="19193" y="14721"/>
                  </a:lnTo>
                  <a:lnTo>
                    <a:pt x="19795" y="14380"/>
                  </a:lnTo>
                  <a:lnTo>
                    <a:pt x="20396" y="14039"/>
                  </a:lnTo>
                  <a:lnTo>
                    <a:pt x="20958" y="13678"/>
                  </a:lnTo>
                  <a:lnTo>
                    <a:pt x="21499" y="13297"/>
                  </a:lnTo>
                  <a:lnTo>
                    <a:pt x="22001" y="12896"/>
                  </a:lnTo>
                  <a:lnTo>
                    <a:pt x="21559" y="12134"/>
                  </a:lnTo>
                  <a:lnTo>
                    <a:pt x="21138" y="11392"/>
                  </a:lnTo>
                  <a:lnTo>
                    <a:pt x="20697" y="10670"/>
                  </a:lnTo>
                  <a:lnTo>
                    <a:pt x="20256" y="9968"/>
                  </a:lnTo>
                  <a:lnTo>
                    <a:pt x="19815" y="9286"/>
                  </a:lnTo>
                  <a:lnTo>
                    <a:pt x="19373" y="8644"/>
                  </a:lnTo>
                  <a:lnTo>
                    <a:pt x="18912" y="8002"/>
                  </a:lnTo>
                  <a:lnTo>
                    <a:pt x="18471" y="7401"/>
                  </a:lnTo>
                  <a:lnTo>
                    <a:pt x="17589" y="6238"/>
                  </a:lnTo>
                  <a:lnTo>
                    <a:pt x="16726" y="5195"/>
                  </a:lnTo>
                  <a:lnTo>
                    <a:pt x="15884" y="4232"/>
                  </a:lnTo>
                  <a:lnTo>
                    <a:pt x="15082" y="3350"/>
                  </a:lnTo>
                  <a:lnTo>
                    <a:pt x="14300" y="2588"/>
                  </a:lnTo>
                  <a:lnTo>
                    <a:pt x="13598" y="1906"/>
                  </a:lnTo>
                  <a:lnTo>
                    <a:pt x="12956" y="1324"/>
                  </a:lnTo>
                  <a:lnTo>
                    <a:pt x="12374" y="863"/>
                  </a:lnTo>
                  <a:lnTo>
                    <a:pt x="11893" y="482"/>
                  </a:lnTo>
                  <a:lnTo>
                    <a:pt x="11492" y="221"/>
                  </a:lnTo>
                  <a:lnTo>
                    <a:pt x="11191" y="61"/>
                  </a:lnTo>
                  <a:lnTo>
                    <a:pt x="11071" y="21"/>
                  </a:lnTo>
                  <a:lnTo>
                    <a:pt x="109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26"/>
            <p:cNvSpPr/>
            <p:nvPr/>
          </p:nvSpPr>
          <p:spPr>
            <a:xfrm>
              <a:off x="11376125" y="3810625"/>
              <a:ext cx="550025" cy="413150"/>
            </a:xfrm>
            <a:custGeom>
              <a:avLst/>
              <a:gdLst/>
              <a:ahLst/>
              <a:cxnLst/>
              <a:rect l="l" t="t" r="r" b="b"/>
              <a:pathLst>
                <a:path w="22001" h="16526" fill="none" extrusionOk="0">
                  <a:moveTo>
                    <a:pt x="22001" y="12896"/>
                  </a:moveTo>
                  <a:lnTo>
                    <a:pt x="22001" y="12896"/>
                  </a:lnTo>
                  <a:lnTo>
                    <a:pt x="21499" y="13297"/>
                  </a:lnTo>
                  <a:lnTo>
                    <a:pt x="20958" y="13678"/>
                  </a:lnTo>
                  <a:lnTo>
                    <a:pt x="20396" y="14039"/>
                  </a:lnTo>
                  <a:lnTo>
                    <a:pt x="19795" y="14380"/>
                  </a:lnTo>
                  <a:lnTo>
                    <a:pt x="19193" y="14721"/>
                  </a:lnTo>
                  <a:lnTo>
                    <a:pt x="18551" y="15001"/>
                  </a:lnTo>
                  <a:lnTo>
                    <a:pt x="17869" y="15282"/>
                  </a:lnTo>
                  <a:lnTo>
                    <a:pt x="17187" y="15523"/>
                  </a:lnTo>
                  <a:lnTo>
                    <a:pt x="16466" y="15763"/>
                  </a:lnTo>
                  <a:lnTo>
                    <a:pt x="15744" y="15944"/>
                  </a:lnTo>
                  <a:lnTo>
                    <a:pt x="14981" y="16124"/>
                  </a:lnTo>
                  <a:lnTo>
                    <a:pt x="14219" y="16265"/>
                  </a:lnTo>
                  <a:lnTo>
                    <a:pt x="13437" y="16365"/>
                  </a:lnTo>
                  <a:lnTo>
                    <a:pt x="12635" y="16445"/>
                  </a:lnTo>
                  <a:lnTo>
                    <a:pt x="11833" y="16505"/>
                  </a:lnTo>
                  <a:lnTo>
                    <a:pt x="10991" y="16526"/>
                  </a:lnTo>
                  <a:lnTo>
                    <a:pt x="10991" y="16526"/>
                  </a:lnTo>
                  <a:lnTo>
                    <a:pt x="10168" y="16505"/>
                  </a:lnTo>
                  <a:lnTo>
                    <a:pt x="9366" y="16445"/>
                  </a:lnTo>
                  <a:lnTo>
                    <a:pt x="8564" y="16365"/>
                  </a:lnTo>
                  <a:lnTo>
                    <a:pt x="7782" y="16265"/>
                  </a:lnTo>
                  <a:lnTo>
                    <a:pt x="7000" y="16124"/>
                  </a:lnTo>
                  <a:lnTo>
                    <a:pt x="6258" y="15944"/>
                  </a:lnTo>
                  <a:lnTo>
                    <a:pt x="5516" y="15763"/>
                  </a:lnTo>
                  <a:lnTo>
                    <a:pt x="4814" y="15523"/>
                  </a:lnTo>
                  <a:lnTo>
                    <a:pt x="4112" y="15282"/>
                  </a:lnTo>
                  <a:lnTo>
                    <a:pt x="3450" y="15001"/>
                  </a:lnTo>
                  <a:lnTo>
                    <a:pt x="2808" y="14701"/>
                  </a:lnTo>
                  <a:lnTo>
                    <a:pt x="2187" y="14380"/>
                  </a:lnTo>
                  <a:lnTo>
                    <a:pt x="1605" y="14039"/>
                  </a:lnTo>
                  <a:lnTo>
                    <a:pt x="1044" y="13678"/>
                  </a:lnTo>
                  <a:lnTo>
                    <a:pt x="502" y="13297"/>
                  </a:lnTo>
                  <a:lnTo>
                    <a:pt x="1" y="12876"/>
                  </a:lnTo>
                  <a:lnTo>
                    <a:pt x="1" y="12876"/>
                  </a:lnTo>
                  <a:lnTo>
                    <a:pt x="422" y="12114"/>
                  </a:lnTo>
                  <a:lnTo>
                    <a:pt x="863" y="11392"/>
                  </a:lnTo>
                  <a:lnTo>
                    <a:pt x="1304" y="10670"/>
                  </a:lnTo>
                  <a:lnTo>
                    <a:pt x="1746" y="9968"/>
                  </a:lnTo>
                  <a:lnTo>
                    <a:pt x="2187" y="9286"/>
                  </a:lnTo>
                  <a:lnTo>
                    <a:pt x="2628" y="8644"/>
                  </a:lnTo>
                  <a:lnTo>
                    <a:pt x="3069" y="8002"/>
                  </a:lnTo>
                  <a:lnTo>
                    <a:pt x="3530" y="7401"/>
                  </a:lnTo>
                  <a:lnTo>
                    <a:pt x="4413" y="6238"/>
                  </a:lnTo>
                  <a:lnTo>
                    <a:pt x="5275" y="5195"/>
                  </a:lnTo>
                  <a:lnTo>
                    <a:pt x="6117" y="4232"/>
                  </a:lnTo>
                  <a:lnTo>
                    <a:pt x="6920" y="3350"/>
                  </a:lnTo>
                  <a:lnTo>
                    <a:pt x="7682" y="2588"/>
                  </a:lnTo>
                  <a:lnTo>
                    <a:pt x="8404" y="1906"/>
                  </a:lnTo>
                  <a:lnTo>
                    <a:pt x="9045" y="1324"/>
                  </a:lnTo>
                  <a:lnTo>
                    <a:pt x="9607" y="863"/>
                  </a:lnTo>
                  <a:lnTo>
                    <a:pt x="10108" y="482"/>
                  </a:lnTo>
                  <a:lnTo>
                    <a:pt x="10509" y="221"/>
                  </a:lnTo>
                  <a:lnTo>
                    <a:pt x="10810" y="61"/>
                  </a:lnTo>
                  <a:lnTo>
                    <a:pt x="10910" y="21"/>
                  </a:lnTo>
                  <a:lnTo>
                    <a:pt x="10991" y="1"/>
                  </a:lnTo>
                  <a:lnTo>
                    <a:pt x="10991" y="1"/>
                  </a:lnTo>
                  <a:lnTo>
                    <a:pt x="11071" y="21"/>
                  </a:lnTo>
                  <a:lnTo>
                    <a:pt x="11191" y="61"/>
                  </a:lnTo>
                  <a:lnTo>
                    <a:pt x="11492" y="221"/>
                  </a:lnTo>
                  <a:lnTo>
                    <a:pt x="11893" y="482"/>
                  </a:lnTo>
                  <a:lnTo>
                    <a:pt x="12374" y="863"/>
                  </a:lnTo>
                  <a:lnTo>
                    <a:pt x="12956" y="1324"/>
                  </a:lnTo>
                  <a:lnTo>
                    <a:pt x="13598" y="1906"/>
                  </a:lnTo>
                  <a:lnTo>
                    <a:pt x="14300" y="2588"/>
                  </a:lnTo>
                  <a:lnTo>
                    <a:pt x="15082" y="3350"/>
                  </a:lnTo>
                  <a:lnTo>
                    <a:pt x="15884" y="4232"/>
                  </a:lnTo>
                  <a:lnTo>
                    <a:pt x="16726" y="5195"/>
                  </a:lnTo>
                  <a:lnTo>
                    <a:pt x="17589" y="6238"/>
                  </a:lnTo>
                  <a:lnTo>
                    <a:pt x="18471" y="7401"/>
                  </a:lnTo>
                  <a:lnTo>
                    <a:pt x="18912" y="8002"/>
                  </a:lnTo>
                  <a:lnTo>
                    <a:pt x="19373" y="8644"/>
                  </a:lnTo>
                  <a:lnTo>
                    <a:pt x="19815" y="9286"/>
                  </a:lnTo>
                  <a:lnTo>
                    <a:pt x="20256" y="9968"/>
                  </a:lnTo>
                  <a:lnTo>
                    <a:pt x="20697" y="10670"/>
                  </a:lnTo>
                  <a:lnTo>
                    <a:pt x="21138" y="11392"/>
                  </a:lnTo>
                  <a:lnTo>
                    <a:pt x="21559" y="12134"/>
                  </a:lnTo>
                  <a:lnTo>
                    <a:pt x="22001" y="1289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26"/>
            <p:cNvSpPr/>
            <p:nvPr/>
          </p:nvSpPr>
          <p:spPr>
            <a:xfrm>
              <a:off x="11448325" y="4016675"/>
              <a:ext cx="525" cy="550"/>
            </a:xfrm>
            <a:custGeom>
              <a:avLst/>
              <a:gdLst/>
              <a:ahLst/>
              <a:cxnLst/>
              <a:rect l="l" t="t" r="r" b="b"/>
              <a:pathLst>
                <a:path w="21" h="22" extrusionOk="0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97B4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26"/>
            <p:cNvSpPr/>
            <p:nvPr/>
          </p:nvSpPr>
          <p:spPr>
            <a:xfrm>
              <a:off x="11448325" y="4016675"/>
              <a:ext cx="525" cy="550"/>
            </a:xfrm>
            <a:custGeom>
              <a:avLst/>
              <a:gdLst/>
              <a:ahLst/>
              <a:cxnLst/>
              <a:rect l="l" t="t" r="r" b="b"/>
              <a:pathLst>
                <a:path w="21" h="22" fill="none" extrusionOk="0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26"/>
            <p:cNvSpPr/>
            <p:nvPr/>
          </p:nvSpPr>
          <p:spPr>
            <a:xfrm>
              <a:off x="11240775" y="4132500"/>
              <a:ext cx="704425" cy="1044875"/>
            </a:xfrm>
            <a:custGeom>
              <a:avLst/>
              <a:gdLst/>
              <a:ahLst/>
              <a:cxnLst/>
              <a:rect l="l" t="t" r="r" b="b"/>
              <a:pathLst>
                <a:path w="28177" h="41795" extrusionOk="0">
                  <a:moveTo>
                    <a:pt x="5415" y="1"/>
                  </a:moveTo>
                  <a:lnTo>
                    <a:pt x="5054" y="662"/>
                  </a:lnTo>
                  <a:lnTo>
                    <a:pt x="4713" y="1324"/>
                  </a:lnTo>
                  <a:lnTo>
                    <a:pt x="4713" y="1324"/>
                  </a:lnTo>
                  <a:lnTo>
                    <a:pt x="5074" y="662"/>
                  </a:lnTo>
                  <a:lnTo>
                    <a:pt x="5415" y="1"/>
                  </a:lnTo>
                  <a:close/>
                  <a:moveTo>
                    <a:pt x="4713" y="1324"/>
                  </a:moveTo>
                  <a:lnTo>
                    <a:pt x="4372" y="2026"/>
                  </a:lnTo>
                  <a:lnTo>
                    <a:pt x="4051" y="2708"/>
                  </a:lnTo>
                  <a:lnTo>
                    <a:pt x="4051" y="2708"/>
                  </a:lnTo>
                  <a:lnTo>
                    <a:pt x="4392" y="2026"/>
                  </a:lnTo>
                  <a:lnTo>
                    <a:pt x="4713" y="1324"/>
                  </a:lnTo>
                  <a:close/>
                  <a:moveTo>
                    <a:pt x="4051" y="2708"/>
                  </a:moveTo>
                  <a:lnTo>
                    <a:pt x="3630" y="3671"/>
                  </a:lnTo>
                  <a:lnTo>
                    <a:pt x="3209" y="4653"/>
                  </a:lnTo>
                  <a:lnTo>
                    <a:pt x="2808" y="5656"/>
                  </a:lnTo>
                  <a:lnTo>
                    <a:pt x="2447" y="6679"/>
                  </a:lnTo>
                  <a:lnTo>
                    <a:pt x="2086" y="7742"/>
                  </a:lnTo>
                  <a:lnTo>
                    <a:pt x="1745" y="8805"/>
                  </a:lnTo>
                  <a:lnTo>
                    <a:pt x="1444" y="9908"/>
                  </a:lnTo>
                  <a:lnTo>
                    <a:pt x="1163" y="11031"/>
                  </a:lnTo>
                  <a:lnTo>
                    <a:pt x="903" y="12194"/>
                  </a:lnTo>
                  <a:lnTo>
                    <a:pt x="682" y="13357"/>
                  </a:lnTo>
                  <a:lnTo>
                    <a:pt x="481" y="14560"/>
                  </a:lnTo>
                  <a:lnTo>
                    <a:pt x="321" y="15784"/>
                  </a:lnTo>
                  <a:lnTo>
                    <a:pt x="181" y="17007"/>
                  </a:lnTo>
                  <a:lnTo>
                    <a:pt x="80" y="18270"/>
                  </a:lnTo>
                  <a:lnTo>
                    <a:pt x="20" y="19554"/>
                  </a:lnTo>
                  <a:lnTo>
                    <a:pt x="0" y="20877"/>
                  </a:lnTo>
                  <a:lnTo>
                    <a:pt x="0" y="20897"/>
                  </a:lnTo>
                  <a:lnTo>
                    <a:pt x="20" y="21539"/>
                  </a:lnTo>
                  <a:lnTo>
                    <a:pt x="40" y="22181"/>
                  </a:lnTo>
                  <a:lnTo>
                    <a:pt x="80" y="22843"/>
                  </a:lnTo>
                  <a:lnTo>
                    <a:pt x="140" y="23505"/>
                  </a:lnTo>
                  <a:lnTo>
                    <a:pt x="201" y="24166"/>
                  </a:lnTo>
                  <a:lnTo>
                    <a:pt x="281" y="24848"/>
                  </a:lnTo>
                  <a:lnTo>
                    <a:pt x="401" y="25510"/>
                  </a:lnTo>
                  <a:lnTo>
                    <a:pt x="501" y="26192"/>
                  </a:lnTo>
                  <a:lnTo>
                    <a:pt x="642" y="26874"/>
                  </a:lnTo>
                  <a:lnTo>
                    <a:pt x="802" y="27535"/>
                  </a:lnTo>
                  <a:lnTo>
                    <a:pt x="963" y="28217"/>
                  </a:lnTo>
                  <a:lnTo>
                    <a:pt x="1143" y="28899"/>
                  </a:lnTo>
                  <a:lnTo>
                    <a:pt x="1344" y="29581"/>
                  </a:lnTo>
                  <a:lnTo>
                    <a:pt x="1564" y="30263"/>
                  </a:lnTo>
                  <a:lnTo>
                    <a:pt x="1785" y="30945"/>
                  </a:lnTo>
                  <a:lnTo>
                    <a:pt x="2046" y="31627"/>
                  </a:lnTo>
                  <a:lnTo>
                    <a:pt x="2306" y="32288"/>
                  </a:lnTo>
                  <a:lnTo>
                    <a:pt x="2587" y="32970"/>
                  </a:lnTo>
                  <a:lnTo>
                    <a:pt x="2868" y="33632"/>
                  </a:lnTo>
                  <a:lnTo>
                    <a:pt x="3189" y="34294"/>
                  </a:lnTo>
                  <a:lnTo>
                    <a:pt x="3510" y="34956"/>
                  </a:lnTo>
                  <a:lnTo>
                    <a:pt x="3851" y="35617"/>
                  </a:lnTo>
                  <a:lnTo>
                    <a:pt x="4212" y="36259"/>
                  </a:lnTo>
                  <a:lnTo>
                    <a:pt x="4593" y="36901"/>
                  </a:lnTo>
                  <a:lnTo>
                    <a:pt x="4994" y="37543"/>
                  </a:lnTo>
                  <a:lnTo>
                    <a:pt x="5395" y="38184"/>
                  </a:lnTo>
                  <a:lnTo>
                    <a:pt x="5836" y="38806"/>
                  </a:lnTo>
                  <a:lnTo>
                    <a:pt x="6277" y="39428"/>
                  </a:lnTo>
                  <a:lnTo>
                    <a:pt x="6738" y="40029"/>
                  </a:lnTo>
                  <a:lnTo>
                    <a:pt x="7200" y="40631"/>
                  </a:lnTo>
                  <a:lnTo>
                    <a:pt x="7701" y="41213"/>
                  </a:lnTo>
                  <a:lnTo>
                    <a:pt x="8202" y="41794"/>
                  </a:lnTo>
                  <a:lnTo>
                    <a:pt x="24627" y="41794"/>
                  </a:lnTo>
                  <a:lnTo>
                    <a:pt x="25128" y="41233"/>
                  </a:lnTo>
                  <a:lnTo>
                    <a:pt x="25610" y="40651"/>
                  </a:lnTo>
                  <a:lnTo>
                    <a:pt x="26071" y="40050"/>
                  </a:lnTo>
                  <a:lnTo>
                    <a:pt x="26532" y="39448"/>
                  </a:lnTo>
                  <a:lnTo>
                    <a:pt x="26973" y="38846"/>
                  </a:lnTo>
                  <a:lnTo>
                    <a:pt x="27395" y="38225"/>
                  </a:lnTo>
                  <a:lnTo>
                    <a:pt x="27796" y="37603"/>
                  </a:lnTo>
                  <a:lnTo>
                    <a:pt x="28177" y="36981"/>
                  </a:lnTo>
                  <a:lnTo>
                    <a:pt x="27475" y="36901"/>
                  </a:lnTo>
                  <a:lnTo>
                    <a:pt x="26753" y="36801"/>
                  </a:lnTo>
                  <a:lnTo>
                    <a:pt x="26051" y="36680"/>
                  </a:lnTo>
                  <a:lnTo>
                    <a:pt x="25349" y="36540"/>
                  </a:lnTo>
                  <a:lnTo>
                    <a:pt x="24667" y="36380"/>
                  </a:lnTo>
                  <a:lnTo>
                    <a:pt x="23965" y="36199"/>
                  </a:lnTo>
                  <a:lnTo>
                    <a:pt x="23283" y="35999"/>
                  </a:lnTo>
                  <a:lnTo>
                    <a:pt x="22601" y="35778"/>
                  </a:lnTo>
                  <a:lnTo>
                    <a:pt x="21940" y="35517"/>
                  </a:lnTo>
                  <a:lnTo>
                    <a:pt x="21278" y="35256"/>
                  </a:lnTo>
                  <a:lnTo>
                    <a:pt x="20636" y="34976"/>
                  </a:lnTo>
                  <a:lnTo>
                    <a:pt x="19994" y="34655"/>
                  </a:lnTo>
                  <a:lnTo>
                    <a:pt x="19353" y="34334"/>
                  </a:lnTo>
                  <a:lnTo>
                    <a:pt x="18731" y="33993"/>
                  </a:lnTo>
                  <a:lnTo>
                    <a:pt x="18129" y="33612"/>
                  </a:lnTo>
                  <a:lnTo>
                    <a:pt x="17528" y="33231"/>
                  </a:lnTo>
                  <a:lnTo>
                    <a:pt x="17066" y="33251"/>
                  </a:lnTo>
                  <a:lnTo>
                    <a:pt x="16084" y="33251"/>
                  </a:lnTo>
                  <a:lnTo>
                    <a:pt x="15582" y="33211"/>
                  </a:lnTo>
                  <a:lnTo>
                    <a:pt x="15101" y="33151"/>
                  </a:lnTo>
                  <a:lnTo>
                    <a:pt x="14620" y="33071"/>
                  </a:lnTo>
                  <a:lnTo>
                    <a:pt x="14159" y="32970"/>
                  </a:lnTo>
                  <a:lnTo>
                    <a:pt x="13697" y="32850"/>
                  </a:lnTo>
                  <a:lnTo>
                    <a:pt x="13256" y="32710"/>
                  </a:lnTo>
                  <a:lnTo>
                    <a:pt x="12815" y="32529"/>
                  </a:lnTo>
                  <a:lnTo>
                    <a:pt x="12394" y="32349"/>
                  </a:lnTo>
                  <a:lnTo>
                    <a:pt x="11993" y="32148"/>
                  </a:lnTo>
                  <a:lnTo>
                    <a:pt x="11592" y="31947"/>
                  </a:lnTo>
                  <a:lnTo>
                    <a:pt x="11211" y="31707"/>
                  </a:lnTo>
                  <a:lnTo>
                    <a:pt x="10850" y="31466"/>
                  </a:lnTo>
                  <a:lnTo>
                    <a:pt x="10489" y="31205"/>
                  </a:lnTo>
                  <a:lnTo>
                    <a:pt x="10148" y="30925"/>
                  </a:lnTo>
                  <a:lnTo>
                    <a:pt x="9827" y="30644"/>
                  </a:lnTo>
                  <a:lnTo>
                    <a:pt x="9526" y="30343"/>
                  </a:lnTo>
                  <a:lnTo>
                    <a:pt x="9225" y="30022"/>
                  </a:lnTo>
                  <a:lnTo>
                    <a:pt x="8944" y="29701"/>
                  </a:lnTo>
                  <a:lnTo>
                    <a:pt x="8684" y="29380"/>
                  </a:lnTo>
                  <a:lnTo>
                    <a:pt x="8423" y="29040"/>
                  </a:lnTo>
                  <a:lnTo>
                    <a:pt x="8202" y="28679"/>
                  </a:lnTo>
                  <a:lnTo>
                    <a:pt x="7982" y="28338"/>
                  </a:lnTo>
                  <a:lnTo>
                    <a:pt x="7781" y="27977"/>
                  </a:lnTo>
                  <a:lnTo>
                    <a:pt x="7601" y="27596"/>
                  </a:lnTo>
                  <a:lnTo>
                    <a:pt x="7440" y="27215"/>
                  </a:lnTo>
                  <a:lnTo>
                    <a:pt x="7300" y="26854"/>
                  </a:lnTo>
                  <a:lnTo>
                    <a:pt x="7160" y="26473"/>
                  </a:lnTo>
                  <a:lnTo>
                    <a:pt x="7059" y="26071"/>
                  </a:lnTo>
                  <a:lnTo>
                    <a:pt x="6979" y="25690"/>
                  </a:lnTo>
                  <a:lnTo>
                    <a:pt x="6899" y="25309"/>
                  </a:lnTo>
                  <a:lnTo>
                    <a:pt x="6839" y="24928"/>
                  </a:lnTo>
                  <a:lnTo>
                    <a:pt x="6799" y="24487"/>
                  </a:lnTo>
                  <a:lnTo>
                    <a:pt x="6799" y="24066"/>
                  </a:lnTo>
                  <a:lnTo>
                    <a:pt x="6799" y="23645"/>
                  </a:lnTo>
                  <a:lnTo>
                    <a:pt x="6799" y="23204"/>
                  </a:lnTo>
                  <a:lnTo>
                    <a:pt x="6839" y="22803"/>
                  </a:lnTo>
                  <a:lnTo>
                    <a:pt x="6899" y="22381"/>
                  </a:lnTo>
                  <a:lnTo>
                    <a:pt x="6959" y="21960"/>
                  </a:lnTo>
                  <a:lnTo>
                    <a:pt x="7059" y="21559"/>
                  </a:lnTo>
                  <a:lnTo>
                    <a:pt x="7160" y="21158"/>
                  </a:lnTo>
                  <a:lnTo>
                    <a:pt x="7280" y="20777"/>
                  </a:lnTo>
                  <a:lnTo>
                    <a:pt x="7400" y="20376"/>
                  </a:lnTo>
                  <a:lnTo>
                    <a:pt x="7561" y="19995"/>
                  </a:lnTo>
                  <a:lnTo>
                    <a:pt x="7721" y="19634"/>
                  </a:lnTo>
                  <a:lnTo>
                    <a:pt x="7902" y="19273"/>
                  </a:lnTo>
                  <a:lnTo>
                    <a:pt x="8102" y="18912"/>
                  </a:lnTo>
                  <a:lnTo>
                    <a:pt x="8303" y="18551"/>
                  </a:lnTo>
                  <a:lnTo>
                    <a:pt x="8142" y="17709"/>
                  </a:lnTo>
                  <a:lnTo>
                    <a:pt x="8002" y="16866"/>
                  </a:lnTo>
                  <a:lnTo>
                    <a:pt x="7881" y="16004"/>
                  </a:lnTo>
                  <a:lnTo>
                    <a:pt x="7801" y="15142"/>
                  </a:lnTo>
                  <a:lnTo>
                    <a:pt x="7721" y="14279"/>
                  </a:lnTo>
                  <a:lnTo>
                    <a:pt x="7681" y="13417"/>
                  </a:lnTo>
                  <a:lnTo>
                    <a:pt x="7641" y="12555"/>
                  </a:lnTo>
                  <a:lnTo>
                    <a:pt x="7641" y="11692"/>
                  </a:lnTo>
                  <a:lnTo>
                    <a:pt x="7661" y="10810"/>
                  </a:lnTo>
                  <a:lnTo>
                    <a:pt x="7681" y="9948"/>
                  </a:lnTo>
                  <a:lnTo>
                    <a:pt x="7741" y="9085"/>
                  </a:lnTo>
                  <a:lnTo>
                    <a:pt x="7821" y="8223"/>
                  </a:lnTo>
                  <a:lnTo>
                    <a:pt x="7902" y="7361"/>
                  </a:lnTo>
                  <a:lnTo>
                    <a:pt x="8002" y="6518"/>
                  </a:lnTo>
                  <a:lnTo>
                    <a:pt x="8142" y="5656"/>
                  </a:lnTo>
                  <a:lnTo>
                    <a:pt x="8283" y="4814"/>
                  </a:lnTo>
                  <a:lnTo>
                    <a:pt x="7701" y="4593"/>
                  </a:lnTo>
                  <a:lnTo>
                    <a:pt x="7139" y="4372"/>
                  </a:lnTo>
                  <a:lnTo>
                    <a:pt x="6598" y="4132"/>
                  </a:lnTo>
                  <a:lnTo>
                    <a:pt x="6057" y="3871"/>
                  </a:lnTo>
                  <a:lnTo>
                    <a:pt x="5535" y="3610"/>
                  </a:lnTo>
                  <a:lnTo>
                    <a:pt x="5014" y="3310"/>
                  </a:lnTo>
                  <a:lnTo>
                    <a:pt x="4532" y="3029"/>
                  </a:lnTo>
                  <a:lnTo>
                    <a:pt x="4051" y="2708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26"/>
            <p:cNvSpPr/>
            <p:nvPr/>
          </p:nvSpPr>
          <p:spPr>
            <a:xfrm>
              <a:off x="11240775" y="4017200"/>
              <a:ext cx="704425" cy="1160175"/>
            </a:xfrm>
            <a:custGeom>
              <a:avLst/>
              <a:gdLst/>
              <a:ahLst/>
              <a:cxnLst/>
              <a:rect l="l" t="t" r="r" b="b"/>
              <a:pathLst>
                <a:path w="28177" h="46407" fill="none" extrusionOk="0">
                  <a:moveTo>
                    <a:pt x="8303" y="0"/>
                  </a:moveTo>
                  <a:lnTo>
                    <a:pt x="8303" y="0"/>
                  </a:lnTo>
                  <a:lnTo>
                    <a:pt x="7581" y="1063"/>
                  </a:lnTo>
                  <a:lnTo>
                    <a:pt x="6839" y="2186"/>
                  </a:lnTo>
                  <a:lnTo>
                    <a:pt x="6117" y="3369"/>
                  </a:lnTo>
                  <a:lnTo>
                    <a:pt x="5415" y="4613"/>
                  </a:lnTo>
                  <a:lnTo>
                    <a:pt x="5415" y="4613"/>
                  </a:lnTo>
                  <a:lnTo>
                    <a:pt x="5054" y="5274"/>
                  </a:lnTo>
                  <a:lnTo>
                    <a:pt x="4713" y="5936"/>
                  </a:lnTo>
                  <a:lnTo>
                    <a:pt x="4372" y="6638"/>
                  </a:lnTo>
                  <a:lnTo>
                    <a:pt x="4051" y="7320"/>
                  </a:lnTo>
                  <a:lnTo>
                    <a:pt x="4051" y="7320"/>
                  </a:lnTo>
                  <a:lnTo>
                    <a:pt x="3630" y="8283"/>
                  </a:lnTo>
                  <a:lnTo>
                    <a:pt x="3209" y="9265"/>
                  </a:lnTo>
                  <a:lnTo>
                    <a:pt x="2808" y="10268"/>
                  </a:lnTo>
                  <a:lnTo>
                    <a:pt x="2447" y="11291"/>
                  </a:lnTo>
                  <a:lnTo>
                    <a:pt x="2086" y="12354"/>
                  </a:lnTo>
                  <a:lnTo>
                    <a:pt x="1745" y="13417"/>
                  </a:lnTo>
                  <a:lnTo>
                    <a:pt x="1444" y="14520"/>
                  </a:lnTo>
                  <a:lnTo>
                    <a:pt x="1163" y="15643"/>
                  </a:lnTo>
                  <a:lnTo>
                    <a:pt x="903" y="16806"/>
                  </a:lnTo>
                  <a:lnTo>
                    <a:pt x="682" y="17969"/>
                  </a:lnTo>
                  <a:lnTo>
                    <a:pt x="481" y="19172"/>
                  </a:lnTo>
                  <a:lnTo>
                    <a:pt x="321" y="20396"/>
                  </a:lnTo>
                  <a:lnTo>
                    <a:pt x="181" y="21619"/>
                  </a:lnTo>
                  <a:lnTo>
                    <a:pt x="80" y="22882"/>
                  </a:lnTo>
                  <a:lnTo>
                    <a:pt x="20" y="24166"/>
                  </a:lnTo>
                  <a:lnTo>
                    <a:pt x="0" y="25489"/>
                  </a:lnTo>
                  <a:lnTo>
                    <a:pt x="0" y="25489"/>
                  </a:lnTo>
                  <a:lnTo>
                    <a:pt x="0" y="25509"/>
                  </a:lnTo>
                  <a:lnTo>
                    <a:pt x="0" y="25509"/>
                  </a:lnTo>
                  <a:lnTo>
                    <a:pt x="20" y="26151"/>
                  </a:lnTo>
                  <a:lnTo>
                    <a:pt x="40" y="26793"/>
                  </a:lnTo>
                  <a:lnTo>
                    <a:pt x="80" y="27455"/>
                  </a:lnTo>
                  <a:lnTo>
                    <a:pt x="140" y="28117"/>
                  </a:lnTo>
                  <a:lnTo>
                    <a:pt x="201" y="28778"/>
                  </a:lnTo>
                  <a:lnTo>
                    <a:pt x="281" y="29460"/>
                  </a:lnTo>
                  <a:lnTo>
                    <a:pt x="401" y="30122"/>
                  </a:lnTo>
                  <a:lnTo>
                    <a:pt x="501" y="30804"/>
                  </a:lnTo>
                  <a:lnTo>
                    <a:pt x="642" y="31486"/>
                  </a:lnTo>
                  <a:lnTo>
                    <a:pt x="802" y="32147"/>
                  </a:lnTo>
                  <a:lnTo>
                    <a:pt x="963" y="32829"/>
                  </a:lnTo>
                  <a:lnTo>
                    <a:pt x="1143" y="33511"/>
                  </a:lnTo>
                  <a:lnTo>
                    <a:pt x="1344" y="34193"/>
                  </a:lnTo>
                  <a:lnTo>
                    <a:pt x="1564" y="34875"/>
                  </a:lnTo>
                  <a:lnTo>
                    <a:pt x="1785" y="35557"/>
                  </a:lnTo>
                  <a:lnTo>
                    <a:pt x="2046" y="36239"/>
                  </a:lnTo>
                  <a:lnTo>
                    <a:pt x="2306" y="36900"/>
                  </a:lnTo>
                  <a:lnTo>
                    <a:pt x="2587" y="37582"/>
                  </a:lnTo>
                  <a:lnTo>
                    <a:pt x="2868" y="38244"/>
                  </a:lnTo>
                  <a:lnTo>
                    <a:pt x="3189" y="38906"/>
                  </a:lnTo>
                  <a:lnTo>
                    <a:pt x="3510" y="39568"/>
                  </a:lnTo>
                  <a:lnTo>
                    <a:pt x="3851" y="40229"/>
                  </a:lnTo>
                  <a:lnTo>
                    <a:pt x="4212" y="40871"/>
                  </a:lnTo>
                  <a:lnTo>
                    <a:pt x="4593" y="41513"/>
                  </a:lnTo>
                  <a:lnTo>
                    <a:pt x="4994" y="42155"/>
                  </a:lnTo>
                  <a:lnTo>
                    <a:pt x="5395" y="42796"/>
                  </a:lnTo>
                  <a:lnTo>
                    <a:pt x="5836" y="43418"/>
                  </a:lnTo>
                  <a:lnTo>
                    <a:pt x="6277" y="44040"/>
                  </a:lnTo>
                  <a:lnTo>
                    <a:pt x="6738" y="44641"/>
                  </a:lnTo>
                  <a:lnTo>
                    <a:pt x="7200" y="45243"/>
                  </a:lnTo>
                  <a:lnTo>
                    <a:pt x="7701" y="45825"/>
                  </a:lnTo>
                  <a:lnTo>
                    <a:pt x="8202" y="46406"/>
                  </a:lnTo>
                  <a:lnTo>
                    <a:pt x="24627" y="46406"/>
                  </a:lnTo>
                  <a:lnTo>
                    <a:pt x="24627" y="46406"/>
                  </a:lnTo>
                  <a:lnTo>
                    <a:pt x="25128" y="45845"/>
                  </a:lnTo>
                  <a:lnTo>
                    <a:pt x="25610" y="45263"/>
                  </a:lnTo>
                  <a:lnTo>
                    <a:pt x="26071" y="44662"/>
                  </a:lnTo>
                  <a:lnTo>
                    <a:pt x="26532" y="44060"/>
                  </a:lnTo>
                  <a:lnTo>
                    <a:pt x="26973" y="43458"/>
                  </a:lnTo>
                  <a:lnTo>
                    <a:pt x="27395" y="42837"/>
                  </a:lnTo>
                  <a:lnTo>
                    <a:pt x="27796" y="42215"/>
                  </a:lnTo>
                  <a:lnTo>
                    <a:pt x="28177" y="41593"/>
                  </a:lnTo>
                  <a:lnTo>
                    <a:pt x="28177" y="41593"/>
                  </a:lnTo>
                  <a:lnTo>
                    <a:pt x="27475" y="41513"/>
                  </a:lnTo>
                  <a:lnTo>
                    <a:pt x="26753" y="41413"/>
                  </a:lnTo>
                  <a:lnTo>
                    <a:pt x="26051" y="41292"/>
                  </a:lnTo>
                  <a:lnTo>
                    <a:pt x="25349" y="41152"/>
                  </a:lnTo>
                  <a:lnTo>
                    <a:pt x="24667" y="40992"/>
                  </a:lnTo>
                  <a:lnTo>
                    <a:pt x="23965" y="40811"/>
                  </a:lnTo>
                  <a:lnTo>
                    <a:pt x="23283" y="40611"/>
                  </a:lnTo>
                  <a:lnTo>
                    <a:pt x="22601" y="40390"/>
                  </a:lnTo>
                  <a:lnTo>
                    <a:pt x="21940" y="40129"/>
                  </a:lnTo>
                  <a:lnTo>
                    <a:pt x="21278" y="39868"/>
                  </a:lnTo>
                  <a:lnTo>
                    <a:pt x="20636" y="39588"/>
                  </a:lnTo>
                  <a:lnTo>
                    <a:pt x="19994" y="39267"/>
                  </a:lnTo>
                  <a:lnTo>
                    <a:pt x="19353" y="38946"/>
                  </a:lnTo>
                  <a:lnTo>
                    <a:pt x="18731" y="38605"/>
                  </a:lnTo>
                  <a:lnTo>
                    <a:pt x="18129" y="38224"/>
                  </a:lnTo>
                  <a:lnTo>
                    <a:pt x="17528" y="37843"/>
                  </a:lnTo>
                  <a:lnTo>
                    <a:pt x="17528" y="37843"/>
                  </a:lnTo>
                  <a:lnTo>
                    <a:pt x="17066" y="37863"/>
                  </a:lnTo>
                  <a:lnTo>
                    <a:pt x="16605" y="37863"/>
                  </a:lnTo>
                  <a:lnTo>
                    <a:pt x="16605" y="37863"/>
                  </a:lnTo>
                  <a:lnTo>
                    <a:pt x="16084" y="37863"/>
                  </a:lnTo>
                  <a:lnTo>
                    <a:pt x="15582" y="37823"/>
                  </a:lnTo>
                  <a:lnTo>
                    <a:pt x="15101" y="37763"/>
                  </a:lnTo>
                  <a:lnTo>
                    <a:pt x="14620" y="37683"/>
                  </a:lnTo>
                  <a:lnTo>
                    <a:pt x="14159" y="37582"/>
                  </a:lnTo>
                  <a:lnTo>
                    <a:pt x="13697" y="37462"/>
                  </a:lnTo>
                  <a:lnTo>
                    <a:pt x="13256" y="37322"/>
                  </a:lnTo>
                  <a:lnTo>
                    <a:pt x="12815" y="37141"/>
                  </a:lnTo>
                  <a:lnTo>
                    <a:pt x="12394" y="36961"/>
                  </a:lnTo>
                  <a:lnTo>
                    <a:pt x="11993" y="36760"/>
                  </a:lnTo>
                  <a:lnTo>
                    <a:pt x="11592" y="36559"/>
                  </a:lnTo>
                  <a:lnTo>
                    <a:pt x="11211" y="36319"/>
                  </a:lnTo>
                  <a:lnTo>
                    <a:pt x="10850" y="36078"/>
                  </a:lnTo>
                  <a:lnTo>
                    <a:pt x="10489" y="35817"/>
                  </a:lnTo>
                  <a:lnTo>
                    <a:pt x="10148" y="35537"/>
                  </a:lnTo>
                  <a:lnTo>
                    <a:pt x="9827" y="35256"/>
                  </a:lnTo>
                  <a:lnTo>
                    <a:pt x="9526" y="34955"/>
                  </a:lnTo>
                  <a:lnTo>
                    <a:pt x="9225" y="34634"/>
                  </a:lnTo>
                  <a:lnTo>
                    <a:pt x="8944" y="34313"/>
                  </a:lnTo>
                  <a:lnTo>
                    <a:pt x="8684" y="33992"/>
                  </a:lnTo>
                  <a:lnTo>
                    <a:pt x="8423" y="33652"/>
                  </a:lnTo>
                  <a:lnTo>
                    <a:pt x="8202" y="33291"/>
                  </a:lnTo>
                  <a:lnTo>
                    <a:pt x="7982" y="32950"/>
                  </a:lnTo>
                  <a:lnTo>
                    <a:pt x="7781" y="32589"/>
                  </a:lnTo>
                  <a:lnTo>
                    <a:pt x="7601" y="32208"/>
                  </a:lnTo>
                  <a:lnTo>
                    <a:pt x="7440" y="31827"/>
                  </a:lnTo>
                  <a:lnTo>
                    <a:pt x="7300" y="31466"/>
                  </a:lnTo>
                  <a:lnTo>
                    <a:pt x="7160" y="31085"/>
                  </a:lnTo>
                  <a:lnTo>
                    <a:pt x="7059" y="30683"/>
                  </a:lnTo>
                  <a:lnTo>
                    <a:pt x="6979" y="30302"/>
                  </a:lnTo>
                  <a:lnTo>
                    <a:pt x="6899" y="29921"/>
                  </a:lnTo>
                  <a:lnTo>
                    <a:pt x="6839" y="29540"/>
                  </a:lnTo>
                  <a:lnTo>
                    <a:pt x="6839" y="29540"/>
                  </a:lnTo>
                  <a:lnTo>
                    <a:pt x="6799" y="29099"/>
                  </a:lnTo>
                  <a:lnTo>
                    <a:pt x="6799" y="28678"/>
                  </a:lnTo>
                  <a:lnTo>
                    <a:pt x="6799" y="28257"/>
                  </a:lnTo>
                  <a:lnTo>
                    <a:pt x="6799" y="27816"/>
                  </a:lnTo>
                  <a:lnTo>
                    <a:pt x="6839" y="27415"/>
                  </a:lnTo>
                  <a:lnTo>
                    <a:pt x="6899" y="26993"/>
                  </a:lnTo>
                  <a:lnTo>
                    <a:pt x="6959" y="26572"/>
                  </a:lnTo>
                  <a:lnTo>
                    <a:pt x="7059" y="26171"/>
                  </a:lnTo>
                  <a:lnTo>
                    <a:pt x="7160" y="25770"/>
                  </a:lnTo>
                  <a:lnTo>
                    <a:pt x="7280" y="25389"/>
                  </a:lnTo>
                  <a:lnTo>
                    <a:pt x="7400" y="24988"/>
                  </a:lnTo>
                  <a:lnTo>
                    <a:pt x="7561" y="24607"/>
                  </a:lnTo>
                  <a:lnTo>
                    <a:pt x="7721" y="24246"/>
                  </a:lnTo>
                  <a:lnTo>
                    <a:pt x="7902" y="23885"/>
                  </a:lnTo>
                  <a:lnTo>
                    <a:pt x="8102" y="23524"/>
                  </a:lnTo>
                  <a:lnTo>
                    <a:pt x="8303" y="23163"/>
                  </a:lnTo>
                  <a:lnTo>
                    <a:pt x="8303" y="23163"/>
                  </a:lnTo>
                  <a:lnTo>
                    <a:pt x="8142" y="22321"/>
                  </a:lnTo>
                  <a:lnTo>
                    <a:pt x="8002" y="21478"/>
                  </a:lnTo>
                  <a:lnTo>
                    <a:pt x="7881" y="20616"/>
                  </a:lnTo>
                  <a:lnTo>
                    <a:pt x="7801" y="19754"/>
                  </a:lnTo>
                  <a:lnTo>
                    <a:pt x="7721" y="18891"/>
                  </a:lnTo>
                  <a:lnTo>
                    <a:pt x="7681" y="18029"/>
                  </a:lnTo>
                  <a:lnTo>
                    <a:pt x="7641" y="17167"/>
                  </a:lnTo>
                  <a:lnTo>
                    <a:pt x="7641" y="16304"/>
                  </a:lnTo>
                  <a:lnTo>
                    <a:pt x="7661" y="15422"/>
                  </a:lnTo>
                  <a:lnTo>
                    <a:pt x="7681" y="14560"/>
                  </a:lnTo>
                  <a:lnTo>
                    <a:pt x="7741" y="13697"/>
                  </a:lnTo>
                  <a:lnTo>
                    <a:pt x="7821" y="12835"/>
                  </a:lnTo>
                  <a:lnTo>
                    <a:pt x="7902" y="11973"/>
                  </a:lnTo>
                  <a:lnTo>
                    <a:pt x="8002" y="11130"/>
                  </a:lnTo>
                  <a:lnTo>
                    <a:pt x="8142" y="10268"/>
                  </a:lnTo>
                  <a:lnTo>
                    <a:pt x="8283" y="9426"/>
                  </a:lnTo>
                  <a:lnTo>
                    <a:pt x="8283" y="9426"/>
                  </a:lnTo>
                  <a:lnTo>
                    <a:pt x="7701" y="9205"/>
                  </a:lnTo>
                  <a:lnTo>
                    <a:pt x="7139" y="8984"/>
                  </a:lnTo>
                  <a:lnTo>
                    <a:pt x="6598" y="8744"/>
                  </a:lnTo>
                  <a:lnTo>
                    <a:pt x="6057" y="8483"/>
                  </a:lnTo>
                  <a:lnTo>
                    <a:pt x="5535" y="8222"/>
                  </a:lnTo>
                  <a:lnTo>
                    <a:pt x="5014" y="7922"/>
                  </a:lnTo>
                  <a:lnTo>
                    <a:pt x="4532" y="7641"/>
                  </a:lnTo>
                  <a:lnTo>
                    <a:pt x="4051" y="7320"/>
                  </a:lnTo>
                  <a:lnTo>
                    <a:pt x="4051" y="7320"/>
                  </a:lnTo>
                  <a:lnTo>
                    <a:pt x="4392" y="6638"/>
                  </a:lnTo>
                  <a:lnTo>
                    <a:pt x="4713" y="5936"/>
                  </a:lnTo>
                  <a:lnTo>
                    <a:pt x="5074" y="5274"/>
                  </a:lnTo>
                  <a:lnTo>
                    <a:pt x="5415" y="4613"/>
                  </a:lnTo>
                  <a:lnTo>
                    <a:pt x="5415" y="4613"/>
                  </a:lnTo>
                  <a:lnTo>
                    <a:pt x="5415" y="4613"/>
                  </a:lnTo>
                  <a:lnTo>
                    <a:pt x="5415" y="4613"/>
                  </a:lnTo>
                  <a:lnTo>
                    <a:pt x="6117" y="3369"/>
                  </a:lnTo>
                  <a:lnTo>
                    <a:pt x="6839" y="2186"/>
                  </a:lnTo>
                  <a:lnTo>
                    <a:pt x="7581" y="1063"/>
                  </a:lnTo>
                  <a:lnTo>
                    <a:pt x="830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26"/>
            <p:cNvSpPr/>
            <p:nvPr/>
          </p:nvSpPr>
          <p:spPr>
            <a:xfrm>
              <a:off x="11342050" y="4132500"/>
              <a:ext cx="120350" cy="120350"/>
            </a:xfrm>
            <a:custGeom>
              <a:avLst/>
              <a:gdLst/>
              <a:ahLst/>
              <a:cxnLst/>
              <a:rect l="l" t="t" r="r" b="b"/>
              <a:pathLst>
                <a:path w="4814" h="4814" extrusionOk="0">
                  <a:moveTo>
                    <a:pt x="1364" y="1"/>
                  </a:moveTo>
                  <a:lnTo>
                    <a:pt x="1023" y="662"/>
                  </a:lnTo>
                  <a:lnTo>
                    <a:pt x="662" y="1324"/>
                  </a:lnTo>
                  <a:lnTo>
                    <a:pt x="341" y="2026"/>
                  </a:lnTo>
                  <a:lnTo>
                    <a:pt x="0" y="2708"/>
                  </a:lnTo>
                  <a:lnTo>
                    <a:pt x="481" y="3029"/>
                  </a:lnTo>
                  <a:lnTo>
                    <a:pt x="963" y="3310"/>
                  </a:lnTo>
                  <a:lnTo>
                    <a:pt x="1484" y="3610"/>
                  </a:lnTo>
                  <a:lnTo>
                    <a:pt x="2006" y="3871"/>
                  </a:lnTo>
                  <a:lnTo>
                    <a:pt x="2547" y="4132"/>
                  </a:lnTo>
                  <a:lnTo>
                    <a:pt x="3088" y="4372"/>
                  </a:lnTo>
                  <a:lnTo>
                    <a:pt x="3650" y="4593"/>
                  </a:lnTo>
                  <a:lnTo>
                    <a:pt x="4232" y="4814"/>
                  </a:lnTo>
                  <a:lnTo>
                    <a:pt x="4492" y="3470"/>
                  </a:lnTo>
                  <a:lnTo>
                    <a:pt x="4813" y="2126"/>
                  </a:lnTo>
                  <a:lnTo>
                    <a:pt x="4332" y="1906"/>
                  </a:lnTo>
                  <a:lnTo>
                    <a:pt x="3851" y="1665"/>
                  </a:lnTo>
                  <a:lnTo>
                    <a:pt x="3409" y="1424"/>
                  </a:lnTo>
                  <a:lnTo>
                    <a:pt x="2968" y="1164"/>
                  </a:lnTo>
                  <a:lnTo>
                    <a:pt x="2527" y="903"/>
                  </a:lnTo>
                  <a:lnTo>
                    <a:pt x="2126" y="602"/>
                  </a:lnTo>
                  <a:lnTo>
                    <a:pt x="1745" y="321"/>
                  </a:lnTo>
                  <a:lnTo>
                    <a:pt x="136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26"/>
            <p:cNvSpPr/>
            <p:nvPr/>
          </p:nvSpPr>
          <p:spPr>
            <a:xfrm>
              <a:off x="11342050" y="4132500"/>
              <a:ext cx="120350" cy="120350"/>
            </a:xfrm>
            <a:custGeom>
              <a:avLst/>
              <a:gdLst/>
              <a:ahLst/>
              <a:cxnLst/>
              <a:rect l="l" t="t" r="r" b="b"/>
              <a:pathLst>
                <a:path w="4814" h="4814" fill="none" extrusionOk="0">
                  <a:moveTo>
                    <a:pt x="1364" y="1"/>
                  </a:moveTo>
                  <a:lnTo>
                    <a:pt x="1364" y="1"/>
                  </a:lnTo>
                  <a:lnTo>
                    <a:pt x="1364" y="1"/>
                  </a:lnTo>
                  <a:lnTo>
                    <a:pt x="1023" y="662"/>
                  </a:lnTo>
                  <a:lnTo>
                    <a:pt x="662" y="1324"/>
                  </a:lnTo>
                  <a:lnTo>
                    <a:pt x="341" y="2026"/>
                  </a:lnTo>
                  <a:lnTo>
                    <a:pt x="0" y="2708"/>
                  </a:lnTo>
                  <a:lnTo>
                    <a:pt x="0" y="2708"/>
                  </a:lnTo>
                  <a:lnTo>
                    <a:pt x="481" y="3029"/>
                  </a:lnTo>
                  <a:lnTo>
                    <a:pt x="963" y="3310"/>
                  </a:lnTo>
                  <a:lnTo>
                    <a:pt x="1484" y="3610"/>
                  </a:lnTo>
                  <a:lnTo>
                    <a:pt x="2006" y="3871"/>
                  </a:lnTo>
                  <a:lnTo>
                    <a:pt x="2547" y="4132"/>
                  </a:lnTo>
                  <a:lnTo>
                    <a:pt x="3088" y="4372"/>
                  </a:lnTo>
                  <a:lnTo>
                    <a:pt x="3650" y="4593"/>
                  </a:lnTo>
                  <a:lnTo>
                    <a:pt x="4232" y="4814"/>
                  </a:lnTo>
                  <a:lnTo>
                    <a:pt x="4232" y="4814"/>
                  </a:lnTo>
                  <a:lnTo>
                    <a:pt x="4492" y="3470"/>
                  </a:lnTo>
                  <a:lnTo>
                    <a:pt x="4813" y="2126"/>
                  </a:lnTo>
                  <a:lnTo>
                    <a:pt x="4813" y="2126"/>
                  </a:lnTo>
                  <a:lnTo>
                    <a:pt x="4332" y="1906"/>
                  </a:lnTo>
                  <a:lnTo>
                    <a:pt x="3851" y="1665"/>
                  </a:lnTo>
                  <a:lnTo>
                    <a:pt x="3409" y="1424"/>
                  </a:lnTo>
                  <a:lnTo>
                    <a:pt x="2968" y="1164"/>
                  </a:lnTo>
                  <a:lnTo>
                    <a:pt x="2527" y="903"/>
                  </a:lnTo>
                  <a:lnTo>
                    <a:pt x="2126" y="602"/>
                  </a:lnTo>
                  <a:lnTo>
                    <a:pt x="1745" y="321"/>
                  </a:lnTo>
                  <a:lnTo>
                    <a:pt x="13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26"/>
            <p:cNvSpPr/>
            <p:nvPr/>
          </p:nvSpPr>
          <p:spPr>
            <a:xfrm>
              <a:off x="11376125" y="3824675"/>
              <a:ext cx="250725" cy="361000"/>
            </a:xfrm>
            <a:custGeom>
              <a:avLst/>
              <a:gdLst/>
              <a:ahLst/>
              <a:cxnLst/>
              <a:rect l="l" t="t" r="r" b="b"/>
              <a:pathLst>
                <a:path w="10029" h="14440" extrusionOk="0">
                  <a:moveTo>
                    <a:pt x="10028" y="0"/>
                  </a:moveTo>
                  <a:lnTo>
                    <a:pt x="9406" y="461"/>
                  </a:lnTo>
                  <a:lnTo>
                    <a:pt x="8684" y="1083"/>
                  </a:lnTo>
                  <a:lnTo>
                    <a:pt x="7862" y="1845"/>
                  </a:lnTo>
                  <a:lnTo>
                    <a:pt x="7421" y="2286"/>
                  </a:lnTo>
                  <a:lnTo>
                    <a:pt x="6980" y="2748"/>
                  </a:lnTo>
                  <a:lnTo>
                    <a:pt x="6498" y="3249"/>
                  </a:lnTo>
                  <a:lnTo>
                    <a:pt x="6017" y="3770"/>
                  </a:lnTo>
                  <a:lnTo>
                    <a:pt x="5516" y="4352"/>
                  </a:lnTo>
                  <a:lnTo>
                    <a:pt x="4994" y="4954"/>
                  </a:lnTo>
                  <a:lnTo>
                    <a:pt x="4493" y="5575"/>
                  </a:lnTo>
                  <a:lnTo>
                    <a:pt x="3952" y="6257"/>
                  </a:lnTo>
                  <a:lnTo>
                    <a:pt x="3430" y="6959"/>
                  </a:lnTo>
                  <a:lnTo>
                    <a:pt x="2909" y="7681"/>
                  </a:lnTo>
                  <a:lnTo>
                    <a:pt x="2889" y="7701"/>
                  </a:lnTo>
                  <a:lnTo>
                    <a:pt x="2167" y="8764"/>
                  </a:lnTo>
                  <a:lnTo>
                    <a:pt x="1425" y="9887"/>
                  </a:lnTo>
                  <a:lnTo>
                    <a:pt x="703" y="11070"/>
                  </a:lnTo>
                  <a:lnTo>
                    <a:pt x="1" y="12314"/>
                  </a:lnTo>
                  <a:lnTo>
                    <a:pt x="382" y="12634"/>
                  </a:lnTo>
                  <a:lnTo>
                    <a:pt x="763" y="12915"/>
                  </a:lnTo>
                  <a:lnTo>
                    <a:pt x="1164" y="13216"/>
                  </a:lnTo>
                  <a:lnTo>
                    <a:pt x="1605" y="13477"/>
                  </a:lnTo>
                  <a:lnTo>
                    <a:pt x="2046" y="13737"/>
                  </a:lnTo>
                  <a:lnTo>
                    <a:pt x="2488" y="13978"/>
                  </a:lnTo>
                  <a:lnTo>
                    <a:pt x="2969" y="14219"/>
                  </a:lnTo>
                  <a:lnTo>
                    <a:pt x="3450" y="14439"/>
                  </a:lnTo>
                  <a:lnTo>
                    <a:pt x="3570" y="13978"/>
                  </a:lnTo>
                  <a:lnTo>
                    <a:pt x="3891" y="12815"/>
                  </a:lnTo>
                  <a:lnTo>
                    <a:pt x="3711" y="12715"/>
                  </a:lnTo>
                  <a:lnTo>
                    <a:pt x="3550" y="12594"/>
                  </a:lnTo>
                  <a:lnTo>
                    <a:pt x="3410" y="12474"/>
                  </a:lnTo>
                  <a:lnTo>
                    <a:pt x="3290" y="12314"/>
                  </a:lnTo>
                  <a:lnTo>
                    <a:pt x="3189" y="12153"/>
                  </a:lnTo>
                  <a:lnTo>
                    <a:pt x="3109" y="11993"/>
                  </a:lnTo>
                  <a:lnTo>
                    <a:pt x="3049" y="11832"/>
                  </a:lnTo>
                  <a:lnTo>
                    <a:pt x="3009" y="11652"/>
                  </a:lnTo>
                  <a:lnTo>
                    <a:pt x="3009" y="11491"/>
                  </a:lnTo>
                  <a:lnTo>
                    <a:pt x="3009" y="11311"/>
                  </a:lnTo>
                  <a:lnTo>
                    <a:pt x="3029" y="11150"/>
                  </a:lnTo>
                  <a:lnTo>
                    <a:pt x="3089" y="11010"/>
                  </a:lnTo>
                  <a:lnTo>
                    <a:pt x="3129" y="10850"/>
                  </a:lnTo>
                  <a:lnTo>
                    <a:pt x="3210" y="10709"/>
                  </a:lnTo>
                  <a:lnTo>
                    <a:pt x="3290" y="10589"/>
                  </a:lnTo>
                  <a:lnTo>
                    <a:pt x="3390" y="10449"/>
                  </a:lnTo>
                  <a:lnTo>
                    <a:pt x="3490" y="10348"/>
                  </a:lnTo>
                  <a:lnTo>
                    <a:pt x="3611" y="10248"/>
                  </a:lnTo>
                  <a:lnTo>
                    <a:pt x="3731" y="10148"/>
                  </a:lnTo>
                  <a:lnTo>
                    <a:pt x="3871" y="10067"/>
                  </a:lnTo>
                  <a:lnTo>
                    <a:pt x="4012" y="10007"/>
                  </a:lnTo>
                  <a:lnTo>
                    <a:pt x="4172" y="9967"/>
                  </a:lnTo>
                  <a:lnTo>
                    <a:pt x="4333" y="9947"/>
                  </a:lnTo>
                  <a:lnTo>
                    <a:pt x="4493" y="9927"/>
                  </a:lnTo>
                  <a:lnTo>
                    <a:pt x="4613" y="9947"/>
                  </a:lnTo>
                  <a:lnTo>
                    <a:pt x="4814" y="9967"/>
                  </a:lnTo>
                  <a:lnTo>
                    <a:pt x="5335" y="8664"/>
                  </a:lnTo>
                  <a:lnTo>
                    <a:pt x="5877" y="7360"/>
                  </a:lnTo>
                  <a:lnTo>
                    <a:pt x="6478" y="6077"/>
                  </a:lnTo>
                  <a:lnTo>
                    <a:pt x="7100" y="4813"/>
                  </a:lnTo>
                  <a:lnTo>
                    <a:pt x="7782" y="3570"/>
                  </a:lnTo>
                  <a:lnTo>
                    <a:pt x="8484" y="2346"/>
                  </a:lnTo>
                  <a:lnTo>
                    <a:pt x="9246" y="1163"/>
                  </a:lnTo>
                  <a:lnTo>
                    <a:pt x="10028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26"/>
            <p:cNvSpPr/>
            <p:nvPr/>
          </p:nvSpPr>
          <p:spPr>
            <a:xfrm>
              <a:off x="11376125" y="3824675"/>
              <a:ext cx="250725" cy="361000"/>
            </a:xfrm>
            <a:custGeom>
              <a:avLst/>
              <a:gdLst/>
              <a:ahLst/>
              <a:cxnLst/>
              <a:rect l="l" t="t" r="r" b="b"/>
              <a:pathLst>
                <a:path w="10029" h="14440" fill="none" extrusionOk="0">
                  <a:moveTo>
                    <a:pt x="10028" y="0"/>
                  </a:moveTo>
                  <a:lnTo>
                    <a:pt x="10028" y="0"/>
                  </a:lnTo>
                  <a:lnTo>
                    <a:pt x="9406" y="461"/>
                  </a:lnTo>
                  <a:lnTo>
                    <a:pt x="8684" y="1083"/>
                  </a:lnTo>
                  <a:lnTo>
                    <a:pt x="7862" y="1845"/>
                  </a:lnTo>
                  <a:lnTo>
                    <a:pt x="7421" y="2286"/>
                  </a:lnTo>
                  <a:lnTo>
                    <a:pt x="6980" y="2748"/>
                  </a:lnTo>
                  <a:lnTo>
                    <a:pt x="6498" y="3249"/>
                  </a:lnTo>
                  <a:lnTo>
                    <a:pt x="6017" y="3770"/>
                  </a:lnTo>
                  <a:lnTo>
                    <a:pt x="5516" y="4352"/>
                  </a:lnTo>
                  <a:lnTo>
                    <a:pt x="4994" y="4954"/>
                  </a:lnTo>
                  <a:lnTo>
                    <a:pt x="4493" y="5575"/>
                  </a:lnTo>
                  <a:lnTo>
                    <a:pt x="3952" y="6257"/>
                  </a:lnTo>
                  <a:lnTo>
                    <a:pt x="3430" y="6959"/>
                  </a:lnTo>
                  <a:lnTo>
                    <a:pt x="2909" y="7681"/>
                  </a:lnTo>
                  <a:lnTo>
                    <a:pt x="2909" y="7681"/>
                  </a:lnTo>
                  <a:lnTo>
                    <a:pt x="2909" y="7681"/>
                  </a:lnTo>
                  <a:lnTo>
                    <a:pt x="2889" y="7701"/>
                  </a:lnTo>
                  <a:lnTo>
                    <a:pt x="2889" y="7701"/>
                  </a:lnTo>
                  <a:lnTo>
                    <a:pt x="2889" y="7701"/>
                  </a:lnTo>
                  <a:lnTo>
                    <a:pt x="2889" y="7701"/>
                  </a:lnTo>
                  <a:lnTo>
                    <a:pt x="2889" y="7701"/>
                  </a:lnTo>
                  <a:lnTo>
                    <a:pt x="2889" y="7701"/>
                  </a:lnTo>
                  <a:lnTo>
                    <a:pt x="2167" y="8764"/>
                  </a:lnTo>
                  <a:lnTo>
                    <a:pt x="1425" y="9887"/>
                  </a:lnTo>
                  <a:lnTo>
                    <a:pt x="703" y="11070"/>
                  </a:lnTo>
                  <a:lnTo>
                    <a:pt x="1" y="12314"/>
                  </a:lnTo>
                  <a:lnTo>
                    <a:pt x="1" y="12314"/>
                  </a:lnTo>
                  <a:lnTo>
                    <a:pt x="1" y="12314"/>
                  </a:lnTo>
                  <a:lnTo>
                    <a:pt x="382" y="12634"/>
                  </a:lnTo>
                  <a:lnTo>
                    <a:pt x="763" y="12915"/>
                  </a:lnTo>
                  <a:lnTo>
                    <a:pt x="1164" y="13216"/>
                  </a:lnTo>
                  <a:lnTo>
                    <a:pt x="1605" y="13477"/>
                  </a:lnTo>
                  <a:lnTo>
                    <a:pt x="2046" y="13737"/>
                  </a:lnTo>
                  <a:lnTo>
                    <a:pt x="2488" y="13978"/>
                  </a:lnTo>
                  <a:lnTo>
                    <a:pt x="2969" y="14219"/>
                  </a:lnTo>
                  <a:lnTo>
                    <a:pt x="3450" y="14439"/>
                  </a:lnTo>
                  <a:lnTo>
                    <a:pt x="3450" y="14439"/>
                  </a:lnTo>
                  <a:lnTo>
                    <a:pt x="3570" y="13978"/>
                  </a:lnTo>
                  <a:lnTo>
                    <a:pt x="3570" y="13978"/>
                  </a:lnTo>
                  <a:lnTo>
                    <a:pt x="3891" y="12815"/>
                  </a:lnTo>
                  <a:lnTo>
                    <a:pt x="3891" y="12815"/>
                  </a:lnTo>
                  <a:lnTo>
                    <a:pt x="3711" y="12715"/>
                  </a:lnTo>
                  <a:lnTo>
                    <a:pt x="3550" y="12594"/>
                  </a:lnTo>
                  <a:lnTo>
                    <a:pt x="3410" y="12474"/>
                  </a:lnTo>
                  <a:lnTo>
                    <a:pt x="3290" y="12314"/>
                  </a:lnTo>
                  <a:lnTo>
                    <a:pt x="3189" y="12153"/>
                  </a:lnTo>
                  <a:lnTo>
                    <a:pt x="3109" y="11993"/>
                  </a:lnTo>
                  <a:lnTo>
                    <a:pt x="3049" y="11832"/>
                  </a:lnTo>
                  <a:lnTo>
                    <a:pt x="3009" y="11652"/>
                  </a:lnTo>
                  <a:lnTo>
                    <a:pt x="3009" y="11652"/>
                  </a:lnTo>
                  <a:lnTo>
                    <a:pt x="3009" y="11491"/>
                  </a:lnTo>
                  <a:lnTo>
                    <a:pt x="3009" y="11311"/>
                  </a:lnTo>
                  <a:lnTo>
                    <a:pt x="3029" y="11150"/>
                  </a:lnTo>
                  <a:lnTo>
                    <a:pt x="3089" y="11010"/>
                  </a:lnTo>
                  <a:lnTo>
                    <a:pt x="3129" y="10850"/>
                  </a:lnTo>
                  <a:lnTo>
                    <a:pt x="3210" y="10709"/>
                  </a:lnTo>
                  <a:lnTo>
                    <a:pt x="3290" y="10589"/>
                  </a:lnTo>
                  <a:lnTo>
                    <a:pt x="3390" y="10449"/>
                  </a:lnTo>
                  <a:lnTo>
                    <a:pt x="3490" y="10348"/>
                  </a:lnTo>
                  <a:lnTo>
                    <a:pt x="3611" y="10248"/>
                  </a:lnTo>
                  <a:lnTo>
                    <a:pt x="3731" y="10148"/>
                  </a:lnTo>
                  <a:lnTo>
                    <a:pt x="3871" y="10067"/>
                  </a:lnTo>
                  <a:lnTo>
                    <a:pt x="4012" y="10007"/>
                  </a:lnTo>
                  <a:lnTo>
                    <a:pt x="4172" y="9967"/>
                  </a:lnTo>
                  <a:lnTo>
                    <a:pt x="4333" y="9947"/>
                  </a:lnTo>
                  <a:lnTo>
                    <a:pt x="4493" y="9927"/>
                  </a:lnTo>
                  <a:lnTo>
                    <a:pt x="4493" y="9927"/>
                  </a:lnTo>
                  <a:lnTo>
                    <a:pt x="4613" y="9947"/>
                  </a:lnTo>
                  <a:lnTo>
                    <a:pt x="4613" y="9947"/>
                  </a:lnTo>
                  <a:lnTo>
                    <a:pt x="4814" y="9967"/>
                  </a:lnTo>
                  <a:lnTo>
                    <a:pt x="4814" y="9967"/>
                  </a:lnTo>
                  <a:lnTo>
                    <a:pt x="5335" y="8664"/>
                  </a:lnTo>
                  <a:lnTo>
                    <a:pt x="5877" y="7360"/>
                  </a:lnTo>
                  <a:lnTo>
                    <a:pt x="6478" y="6077"/>
                  </a:lnTo>
                  <a:lnTo>
                    <a:pt x="7100" y="4813"/>
                  </a:lnTo>
                  <a:lnTo>
                    <a:pt x="7782" y="3570"/>
                  </a:lnTo>
                  <a:lnTo>
                    <a:pt x="8484" y="2346"/>
                  </a:lnTo>
                  <a:lnTo>
                    <a:pt x="9246" y="1163"/>
                  </a:lnTo>
                  <a:lnTo>
                    <a:pt x="1002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26"/>
            <p:cNvSpPr/>
            <p:nvPr/>
          </p:nvSpPr>
          <p:spPr>
            <a:xfrm>
              <a:off x="11613275" y="4110950"/>
              <a:ext cx="75725" cy="75225"/>
            </a:xfrm>
            <a:custGeom>
              <a:avLst/>
              <a:gdLst/>
              <a:ahLst/>
              <a:cxnLst/>
              <a:rect l="l" t="t" r="r" b="b"/>
              <a:pathLst>
                <a:path w="3029" h="3009" extrusionOk="0">
                  <a:moveTo>
                    <a:pt x="1324" y="0"/>
                  </a:moveTo>
                  <a:lnTo>
                    <a:pt x="1164" y="20"/>
                  </a:lnTo>
                  <a:lnTo>
                    <a:pt x="1023" y="80"/>
                  </a:lnTo>
                  <a:lnTo>
                    <a:pt x="883" y="141"/>
                  </a:lnTo>
                  <a:lnTo>
                    <a:pt x="743" y="201"/>
                  </a:lnTo>
                  <a:lnTo>
                    <a:pt x="602" y="301"/>
                  </a:lnTo>
                  <a:lnTo>
                    <a:pt x="482" y="401"/>
                  </a:lnTo>
                  <a:lnTo>
                    <a:pt x="382" y="522"/>
                  </a:lnTo>
                  <a:lnTo>
                    <a:pt x="281" y="642"/>
                  </a:lnTo>
                  <a:lnTo>
                    <a:pt x="201" y="762"/>
                  </a:lnTo>
                  <a:lnTo>
                    <a:pt x="141" y="923"/>
                  </a:lnTo>
                  <a:lnTo>
                    <a:pt x="81" y="1063"/>
                  </a:lnTo>
                  <a:lnTo>
                    <a:pt x="41" y="1224"/>
                  </a:lnTo>
                  <a:lnTo>
                    <a:pt x="21" y="1384"/>
                  </a:lnTo>
                  <a:lnTo>
                    <a:pt x="1" y="1544"/>
                  </a:lnTo>
                  <a:lnTo>
                    <a:pt x="21" y="1705"/>
                  </a:lnTo>
                  <a:lnTo>
                    <a:pt x="61" y="1946"/>
                  </a:lnTo>
                  <a:lnTo>
                    <a:pt x="161" y="2186"/>
                  </a:lnTo>
                  <a:lnTo>
                    <a:pt x="301" y="2407"/>
                  </a:lnTo>
                  <a:lnTo>
                    <a:pt x="482" y="2607"/>
                  </a:lnTo>
                  <a:lnTo>
                    <a:pt x="582" y="2688"/>
                  </a:lnTo>
                  <a:lnTo>
                    <a:pt x="702" y="2768"/>
                  </a:lnTo>
                  <a:lnTo>
                    <a:pt x="823" y="2848"/>
                  </a:lnTo>
                  <a:lnTo>
                    <a:pt x="943" y="2908"/>
                  </a:lnTo>
                  <a:lnTo>
                    <a:pt x="1084" y="2948"/>
                  </a:lnTo>
                  <a:lnTo>
                    <a:pt x="1224" y="2988"/>
                  </a:lnTo>
                  <a:lnTo>
                    <a:pt x="1384" y="3008"/>
                  </a:lnTo>
                  <a:lnTo>
                    <a:pt x="1705" y="3008"/>
                  </a:lnTo>
                  <a:lnTo>
                    <a:pt x="1926" y="2968"/>
                  </a:lnTo>
                  <a:lnTo>
                    <a:pt x="2106" y="2908"/>
                  </a:lnTo>
                  <a:lnTo>
                    <a:pt x="2287" y="2808"/>
                  </a:lnTo>
                  <a:lnTo>
                    <a:pt x="2467" y="2688"/>
                  </a:lnTo>
                  <a:lnTo>
                    <a:pt x="2608" y="2547"/>
                  </a:lnTo>
                  <a:lnTo>
                    <a:pt x="2728" y="2387"/>
                  </a:lnTo>
                  <a:lnTo>
                    <a:pt x="2848" y="2206"/>
                  </a:lnTo>
                  <a:lnTo>
                    <a:pt x="2929" y="2006"/>
                  </a:lnTo>
                  <a:lnTo>
                    <a:pt x="2989" y="1825"/>
                  </a:lnTo>
                  <a:lnTo>
                    <a:pt x="3009" y="1665"/>
                  </a:lnTo>
                  <a:lnTo>
                    <a:pt x="3029" y="1484"/>
                  </a:lnTo>
                  <a:lnTo>
                    <a:pt x="3009" y="1304"/>
                  </a:lnTo>
                  <a:lnTo>
                    <a:pt x="2969" y="1143"/>
                  </a:lnTo>
                  <a:lnTo>
                    <a:pt x="2929" y="983"/>
                  </a:lnTo>
                  <a:lnTo>
                    <a:pt x="2868" y="822"/>
                  </a:lnTo>
                  <a:lnTo>
                    <a:pt x="2768" y="682"/>
                  </a:lnTo>
                  <a:lnTo>
                    <a:pt x="2668" y="542"/>
                  </a:lnTo>
                  <a:lnTo>
                    <a:pt x="2568" y="421"/>
                  </a:lnTo>
                  <a:lnTo>
                    <a:pt x="2427" y="321"/>
                  </a:lnTo>
                  <a:lnTo>
                    <a:pt x="2287" y="221"/>
                  </a:lnTo>
                  <a:lnTo>
                    <a:pt x="2146" y="141"/>
                  </a:lnTo>
                  <a:lnTo>
                    <a:pt x="1986" y="80"/>
                  </a:lnTo>
                  <a:lnTo>
                    <a:pt x="1805" y="20"/>
                  </a:lnTo>
                  <a:lnTo>
                    <a:pt x="162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26"/>
            <p:cNvSpPr/>
            <p:nvPr/>
          </p:nvSpPr>
          <p:spPr>
            <a:xfrm>
              <a:off x="11613275" y="4110950"/>
              <a:ext cx="75725" cy="75225"/>
            </a:xfrm>
            <a:custGeom>
              <a:avLst/>
              <a:gdLst/>
              <a:ahLst/>
              <a:cxnLst/>
              <a:rect l="l" t="t" r="r" b="b"/>
              <a:pathLst>
                <a:path w="3029" h="3009" fill="none" extrusionOk="0">
                  <a:moveTo>
                    <a:pt x="1485" y="0"/>
                  </a:moveTo>
                  <a:lnTo>
                    <a:pt x="1485" y="0"/>
                  </a:lnTo>
                  <a:lnTo>
                    <a:pt x="1324" y="0"/>
                  </a:lnTo>
                  <a:lnTo>
                    <a:pt x="1164" y="20"/>
                  </a:lnTo>
                  <a:lnTo>
                    <a:pt x="1023" y="80"/>
                  </a:lnTo>
                  <a:lnTo>
                    <a:pt x="883" y="141"/>
                  </a:lnTo>
                  <a:lnTo>
                    <a:pt x="743" y="201"/>
                  </a:lnTo>
                  <a:lnTo>
                    <a:pt x="602" y="301"/>
                  </a:lnTo>
                  <a:lnTo>
                    <a:pt x="482" y="401"/>
                  </a:lnTo>
                  <a:lnTo>
                    <a:pt x="382" y="522"/>
                  </a:lnTo>
                  <a:lnTo>
                    <a:pt x="281" y="642"/>
                  </a:lnTo>
                  <a:lnTo>
                    <a:pt x="201" y="762"/>
                  </a:lnTo>
                  <a:lnTo>
                    <a:pt x="141" y="923"/>
                  </a:lnTo>
                  <a:lnTo>
                    <a:pt x="81" y="1063"/>
                  </a:lnTo>
                  <a:lnTo>
                    <a:pt x="41" y="1224"/>
                  </a:lnTo>
                  <a:lnTo>
                    <a:pt x="21" y="1384"/>
                  </a:lnTo>
                  <a:lnTo>
                    <a:pt x="1" y="1544"/>
                  </a:lnTo>
                  <a:lnTo>
                    <a:pt x="21" y="1705"/>
                  </a:lnTo>
                  <a:lnTo>
                    <a:pt x="21" y="1705"/>
                  </a:lnTo>
                  <a:lnTo>
                    <a:pt x="61" y="1946"/>
                  </a:lnTo>
                  <a:lnTo>
                    <a:pt x="161" y="2186"/>
                  </a:lnTo>
                  <a:lnTo>
                    <a:pt x="301" y="2407"/>
                  </a:lnTo>
                  <a:lnTo>
                    <a:pt x="482" y="2607"/>
                  </a:lnTo>
                  <a:lnTo>
                    <a:pt x="582" y="2688"/>
                  </a:lnTo>
                  <a:lnTo>
                    <a:pt x="702" y="2768"/>
                  </a:lnTo>
                  <a:lnTo>
                    <a:pt x="823" y="2848"/>
                  </a:lnTo>
                  <a:lnTo>
                    <a:pt x="943" y="2908"/>
                  </a:lnTo>
                  <a:lnTo>
                    <a:pt x="1084" y="2948"/>
                  </a:lnTo>
                  <a:lnTo>
                    <a:pt x="1224" y="2988"/>
                  </a:lnTo>
                  <a:lnTo>
                    <a:pt x="1384" y="3008"/>
                  </a:lnTo>
                  <a:lnTo>
                    <a:pt x="1545" y="3008"/>
                  </a:lnTo>
                  <a:lnTo>
                    <a:pt x="1545" y="3008"/>
                  </a:lnTo>
                  <a:lnTo>
                    <a:pt x="1705" y="3008"/>
                  </a:lnTo>
                  <a:lnTo>
                    <a:pt x="1705" y="3008"/>
                  </a:lnTo>
                  <a:lnTo>
                    <a:pt x="1926" y="2968"/>
                  </a:lnTo>
                  <a:lnTo>
                    <a:pt x="2106" y="2908"/>
                  </a:lnTo>
                  <a:lnTo>
                    <a:pt x="2287" y="2808"/>
                  </a:lnTo>
                  <a:lnTo>
                    <a:pt x="2467" y="2688"/>
                  </a:lnTo>
                  <a:lnTo>
                    <a:pt x="2608" y="2547"/>
                  </a:lnTo>
                  <a:lnTo>
                    <a:pt x="2728" y="2387"/>
                  </a:lnTo>
                  <a:lnTo>
                    <a:pt x="2848" y="2206"/>
                  </a:lnTo>
                  <a:lnTo>
                    <a:pt x="2929" y="2006"/>
                  </a:lnTo>
                  <a:lnTo>
                    <a:pt x="2929" y="2006"/>
                  </a:lnTo>
                  <a:lnTo>
                    <a:pt x="2989" y="1825"/>
                  </a:lnTo>
                  <a:lnTo>
                    <a:pt x="3009" y="1665"/>
                  </a:lnTo>
                  <a:lnTo>
                    <a:pt x="3029" y="1484"/>
                  </a:lnTo>
                  <a:lnTo>
                    <a:pt x="3009" y="1304"/>
                  </a:lnTo>
                  <a:lnTo>
                    <a:pt x="2969" y="1143"/>
                  </a:lnTo>
                  <a:lnTo>
                    <a:pt x="2929" y="983"/>
                  </a:lnTo>
                  <a:lnTo>
                    <a:pt x="2868" y="822"/>
                  </a:lnTo>
                  <a:lnTo>
                    <a:pt x="2768" y="682"/>
                  </a:lnTo>
                  <a:lnTo>
                    <a:pt x="2668" y="542"/>
                  </a:lnTo>
                  <a:lnTo>
                    <a:pt x="2568" y="421"/>
                  </a:lnTo>
                  <a:lnTo>
                    <a:pt x="2427" y="321"/>
                  </a:lnTo>
                  <a:lnTo>
                    <a:pt x="2287" y="221"/>
                  </a:lnTo>
                  <a:lnTo>
                    <a:pt x="2146" y="141"/>
                  </a:lnTo>
                  <a:lnTo>
                    <a:pt x="1986" y="80"/>
                  </a:lnTo>
                  <a:lnTo>
                    <a:pt x="1805" y="20"/>
                  </a:lnTo>
                  <a:lnTo>
                    <a:pt x="1625" y="0"/>
                  </a:lnTo>
                  <a:lnTo>
                    <a:pt x="1625" y="0"/>
                  </a:lnTo>
                  <a:lnTo>
                    <a:pt x="148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26"/>
            <p:cNvSpPr/>
            <p:nvPr/>
          </p:nvSpPr>
          <p:spPr>
            <a:xfrm>
              <a:off x="11473400" y="4073850"/>
              <a:ext cx="53175" cy="74725"/>
            </a:xfrm>
            <a:custGeom>
              <a:avLst/>
              <a:gdLst/>
              <a:ahLst/>
              <a:cxnLst/>
              <a:rect l="l" t="t" r="r" b="b"/>
              <a:pathLst>
                <a:path w="2127" h="2989" extrusionOk="0">
                  <a:moveTo>
                    <a:pt x="923" y="0"/>
                  </a:moveTo>
                  <a:lnTo>
                    <a:pt x="682" y="702"/>
                  </a:lnTo>
                  <a:lnTo>
                    <a:pt x="442" y="1424"/>
                  </a:lnTo>
                  <a:lnTo>
                    <a:pt x="201" y="2126"/>
                  </a:lnTo>
                  <a:lnTo>
                    <a:pt x="0" y="2848"/>
                  </a:lnTo>
                  <a:lnTo>
                    <a:pt x="141" y="2908"/>
                  </a:lnTo>
                  <a:lnTo>
                    <a:pt x="301" y="2948"/>
                  </a:lnTo>
                  <a:lnTo>
                    <a:pt x="482" y="2968"/>
                  </a:lnTo>
                  <a:lnTo>
                    <a:pt x="642" y="2988"/>
                  </a:lnTo>
                  <a:lnTo>
                    <a:pt x="823" y="2988"/>
                  </a:lnTo>
                  <a:lnTo>
                    <a:pt x="1023" y="2948"/>
                  </a:lnTo>
                  <a:lnTo>
                    <a:pt x="1224" y="2868"/>
                  </a:lnTo>
                  <a:lnTo>
                    <a:pt x="1404" y="2788"/>
                  </a:lnTo>
                  <a:lnTo>
                    <a:pt x="1565" y="2667"/>
                  </a:lnTo>
                  <a:lnTo>
                    <a:pt x="1725" y="2527"/>
                  </a:lnTo>
                  <a:lnTo>
                    <a:pt x="1845" y="2367"/>
                  </a:lnTo>
                  <a:lnTo>
                    <a:pt x="1946" y="2186"/>
                  </a:lnTo>
                  <a:lnTo>
                    <a:pt x="2046" y="1986"/>
                  </a:lnTo>
                  <a:lnTo>
                    <a:pt x="2086" y="1825"/>
                  </a:lnTo>
                  <a:lnTo>
                    <a:pt x="2126" y="1645"/>
                  </a:lnTo>
                  <a:lnTo>
                    <a:pt x="2126" y="1484"/>
                  </a:lnTo>
                  <a:lnTo>
                    <a:pt x="2126" y="1324"/>
                  </a:lnTo>
                  <a:lnTo>
                    <a:pt x="2106" y="1163"/>
                  </a:lnTo>
                  <a:lnTo>
                    <a:pt x="2066" y="1023"/>
                  </a:lnTo>
                  <a:lnTo>
                    <a:pt x="2006" y="883"/>
                  </a:lnTo>
                  <a:lnTo>
                    <a:pt x="1926" y="742"/>
                  </a:lnTo>
                  <a:lnTo>
                    <a:pt x="1845" y="602"/>
                  </a:lnTo>
                  <a:lnTo>
                    <a:pt x="1745" y="482"/>
                  </a:lnTo>
                  <a:lnTo>
                    <a:pt x="1645" y="361"/>
                  </a:lnTo>
                  <a:lnTo>
                    <a:pt x="1525" y="261"/>
                  </a:lnTo>
                  <a:lnTo>
                    <a:pt x="1384" y="181"/>
                  </a:lnTo>
                  <a:lnTo>
                    <a:pt x="1244" y="100"/>
                  </a:lnTo>
                  <a:lnTo>
                    <a:pt x="1083" y="40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26"/>
            <p:cNvSpPr/>
            <p:nvPr/>
          </p:nvSpPr>
          <p:spPr>
            <a:xfrm>
              <a:off x="11473400" y="4073850"/>
              <a:ext cx="53175" cy="74725"/>
            </a:xfrm>
            <a:custGeom>
              <a:avLst/>
              <a:gdLst/>
              <a:ahLst/>
              <a:cxnLst/>
              <a:rect l="l" t="t" r="r" b="b"/>
              <a:pathLst>
                <a:path w="2127" h="2989" fill="none" extrusionOk="0">
                  <a:moveTo>
                    <a:pt x="923" y="0"/>
                  </a:moveTo>
                  <a:lnTo>
                    <a:pt x="923" y="0"/>
                  </a:lnTo>
                  <a:lnTo>
                    <a:pt x="682" y="702"/>
                  </a:lnTo>
                  <a:lnTo>
                    <a:pt x="442" y="1424"/>
                  </a:lnTo>
                  <a:lnTo>
                    <a:pt x="201" y="2126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141" y="2908"/>
                  </a:lnTo>
                  <a:lnTo>
                    <a:pt x="301" y="2948"/>
                  </a:lnTo>
                  <a:lnTo>
                    <a:pt x="482" y="2968"/>
                  </a:lnTo>
                  <a:lnTo>
                    <a:pt x="642" y="2988"/>
                  </a:lnTo>
                  <a:lnTo>
                    <a:pt x="642" y="2988"/>
                  </a:lnTo>
                  <a:lnTo>
                    <a:pt x="823" y="2988"/>
                  </a:lnTo>
                  <a:lnTo>
                    <a:pt x="823" y="2988"/>
                  </a:lnTo>
                  <a:lnTo>
                    <a:pt x="1023" y="2948"/>
                  </a:lnTo>
                  <a:lnTo>
                    <a:pt x="1224" y="2868"/>
                  </a:lnTo>
                  <a:lnTo>
                    <a:pt x="1404" y="2788"/>
                  </a:lnTo>
                  <a:lnTo>
                    <a:pt x="1565" y="2667"/>
                  </a:lnTo>
                  <a:lnTo>
                    <a:pt x="1725" y="2527"/>
                  </a:lnTo>
                  <a:lnTo>
                    <a:pt x="1845" y="2367"/>
                  </a:lnTo>
                  <a:lnTo>
                    <a:pt x="1946" y="2186"/>
                  </a:lnTo>
                  <a:lnTo>
                    <a:pt x="2046" y="1986"/>
                  </a:lnTo>
                  <a:lnTo>
                    <a:pt x="2046" y="1986"/>
                  </a:lnTo>
                  <a:lnTo>
                    <a:pt x="2086" y="1825"/>
                  </a:lnTo>
                  <a:lnTo>
                    <a:pt x="2126" y="1645"/>
                  </a:lnTo>
                  <a:lnTo>
                    <a:pt x="2126" y="1484"/>
                  </a:lnTo>
                  <a:lnTo>
                    <a:pt x="2126" y="1324"/>
                  </a:lnTo>
                  <a:lnTo>
                    <a:pt x="2106" y="1163"/>
                  </a:lnTo>
                  <a:lnTo>
                    <a:pt x="2066" y="1023"/>
                  </a:lnTo>
                  <a:lnTo>
                    <a:pt x="2006" y="883"/>
                  </a:lnTo>
                  <a:lnTo>
                    <a:pt x="1926" y="742"/>
                  </a:lnTo>
                  <a:lnTo>
                    <a:pt x="1845" y="602"/>
                  </a:lnTo>
                  <a:lnTo>
                    <a:pt x="1745" y="482"/>
                  </a:lnTo>
                  <a:lnTo>
                    <a:pt x="1645" y="361"/>
                  </a:lnTo>
                  <a:lnTo>
                    <a:pt x="1525" y="261"/>
                  </a:lnTo>
                  <a:lnTo>
                    <a:pt x="1384" y="181"/>
                  </a:lnTo>
                  <a:lnTo>
                    <a:pt x="1244" y="100"/>
                  </a:lnTo>
                  <a:lnTo>
                    <a:pt x="1083" y="40"/>
                  </a:lnTo>
                  <a:lnTo>
                    <a:pt x="9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26"/>
            <p:cNvSpPr/>
            <p:nvPr/>
          </p:nvSpPr>
          <p:spPr>
            <a:xfrm>
              <a:off x="11451325" y="4072850"/>
              <a:ext cx="45150" cy="72200"/>
            </a:xfrm>
            <a:custGeom>
              <a:avLst/>
              <a:gdLst/>
              <a:ahLst/>
              <a:cxnLst/>
              <a:rect l="l" t="t" r="r" b="b"/>
              <a:pathLst>
                <a:path w="1806" h="2888" extrusionOk="0">
                  <a:moveTo>
                    <a:pt x="1485" y="0"/>
                  </a:moveTo>
                  <a:lnTo>
                    <a:pt x="1325" y="20"/>
                  </a:lnTo>
                  <a:lnTo>
                    <a:pt x="1164" y="40"/>
                  </a:lnTo>
                  <a:lnTo>
                    <a:pt x="1004" y="80"/>
                  </a:lnTo>
                  <a:lnTo>
                    <a:pt x="863" y="140"/>
                  </a:lnTo>
                  <a:lnTo>
                    <a:pt x="723" y="221"/>
                  </a:lnTo>
                  <a:lnTo>
                    <a:pt x="603" y="321"/>
                  </a:lnTo>
                  <a:lnTo>
                    <a:pt x="482" y="421"/>
                  </a:lnTo>
                  <a:lnTo>
                    <a:pt x="382" y="522"/>
                  </a:lnTo>
                  <a:lnTo>
                    <a:pt x="282" y="662"/>
                  </a:lnTo>
                  <a:lnTo>
                    <a:pt x="202" y="782"/>
                  </a:lnTo>
                  <a:lnTo>
                    <a:pt x="121" y="923"/>
                  </a:lnTo>
                  <a:lnTo>
                    <a:pt x="81" y="1083"/>
                  </a:lnTo>
                  <a:lnTo>
                    <a:pt x="21" y="1223"/>
                  </a:lnTo>
                  <a:lnTo>
                    <a:pt x="1" y="1384"/>
                  </a:lnTo>
                  <a:lnTo>
                    <a:pt x="1" y="1564"/>
                  </a:lnTo>
                  <a:lnTo>
                    <a:pt x="1" y="1725"/>
                  </a:lnTo>
                  <a:lnTo>
                    <a:pt x="41" y="1905"/>
                  </a:lnTo>
                  <a:lnTo>
                    <a:pt x="101" y="2066"/>
                  </a:lnTo>
                  <a:lnTo>
                    <a:pt x="181" y="2226"/>
                  </a:lnTo>
                  <a:lnTo>
                    <a:pt x="282" y="2387"/>
                  </a:lnTo>
                  <a:lnTo>
                    <a:pt x="402" y="2547"/>
                  </a:lnTo>
                  <a:lnTo>
                    <a:pt x="542" y="2667"/>
                  </a:lnTo>
                  <a:lnTo>
                    <a:pt x="703" y="2788"/>
                  </a:lnTo>
                  <a:lnTo>
                    <a:pt x="883" y="2888"/>
                  </a:lnTo>
                  <a:lnTo>
                    <a:pt x="1084" y="2166"/>
                  </a:lnTo>
                  <a:lnTo>
                    <a:pt x="1325" y="1464"/>
                  </a:lnTo>
                  <a:lnTo>
                    <a:pt x="1565" y="742"/>
                  </a:lnTo>
                  <a:lnTo>
                    <a:pt x="1806" y="40"/>
                  </a:lnTo>
                  <a:lnTo>
                    <a:pt x="1605" y="20"/>
                  </a:lnTo>
                  <a:lnTo>
                    <a:pt x="1485" y="0"/>
                  </a:lnTo>
                  <a:close/>
                </a:path>
              </a:pathLst>
            </a:custGeom>
            <a:solidFill>
              <a:srgbClr val="424242">
                <a:alpha val="30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26"/>
            <p:cNvSpPr/>
            <p:nvPr/>
          </p:nvSpPr>
          <p:spPr>
            <a:xfrm>
              <a:off x="11451325" y="4072850"/>
              <a:ext cx="45150" cy="72200"/>
            </a:xfrm>
            <a:custGeom>
              <a:avLst/>
              <a:gdLst/>
              <a:ahLst/>
              <a:cxnLst/>
              <a:rect l="l" t="t" r="r" b="b"/>
              <a:pathLst>
                <a:path w="1806" h="2888" fill="none" extrusionOk="0">
                  <a:moveTo>
                    <a:pt x="1485" y="0"/>
                  </a:moveTo>
                  <a:lnTo>
                    <a:pt x="1485" y="0"/>
                  </a:lnTo>
                  <a:lnTo>
                    <a:pt x="1325" y="20"/>
                  </a:lnTo>
                  <a:lnTo>
                    <a:pt x="1164" y="40"/>
                  </a:lnTo>
                  <a:lnTo>
                    <a:pt x="1004" y="80"/>
                  </a:lnTo>
                  <a:lnTo>
                    <a:pt x="863" y="140"/>
                  </a:lnTo>
                  <a:lnTo>
                    <a:pt x="723" y="221"/>
                  </a:lnTo>
                  <a:lnTo>
                    <a:pt x="603" y="321"/>
                  </a:lnTo>
                  <a:lnTo>
                    <a:pt x="482" y="421"/>
                  </a:lnTo>
                  <a:lnTo>
                    <a:pt x="382" y="522"/>
                  </a:lnTo>
                  <a:lnTo>
                    <a:pt x="282" y="662"/>
                  </a:lnTo>
                  <a:lnTo>
                    <a:pt x="202" y="782"/>
                  </a:lnTo>
                  <a:lnTo>
                    <a:pt x="121" y="923"/>
                  </a:lnTo>
                  <a:lnTo>
                    <a:pt x="81" y="1083"/>
                  </a:lnTo>
                  <a:lnTo>
                    <a:pt x="21" y="1223"/>
                  </a:lnTo>
                  <a:lnTo>
                    <a:pt x="1" y="1384"/>
                  </a:lnTo>
                  <a:lnTo>
                    <a:pt x="1" y="1564"/>
                  </a:lnTo>
                  <a:lnTo>
                    <a:pt x="1" y="1725"/>
                  </a:lnTo>
                  <a:lnTo>
                    <a:pt x="1" y="1725"/>
                  </a:lnTo>
                  <a:lnTo>
                    <a:pt x="41" y="1905"/>
                  </a:lnTo>
                  <a:lnTo>
                    <a:pt x="101" y="2066"/>
                  </a:lnTo>
                  <a:lnTo>
                    <a:pt x="181" y="2226"/>
                  </a:lnTo>
                  <a:lnTo>
                    <a:pt x="282" y="2387"/>
                  </a:lnTo>
                  <a:lnTo>
                    <a:pt x="402" y="2547"/>
                  </a:lnTo>
                  <a:lnTo>
                    <a:pt x="542" y="2667"/>
                  </a:lnTo>
                  <a:lnTo>
                    <a:pt x="703" y="2788"/>
                  </a:lnTo>
                  <a:lnTo>
                    <a:pt x="883" y="2888"/>
                  </a:lnTo>
                  <a:lnTo>
                    <a:pt x="883" y="2888"/>
                  </a:lnTo>
                  <a:lnTo>
                    <a:pt x="1084" y="2166"/>
                  </a:lnTo>
                  <a:lnTo>
                    <a:pt x="1325" y="1464"/>
                  </a:lnTo>
                  <a:lnTo>
                    <a:pt x="1565" y="742"/>
                  </a:lnTo>
                  <a:lnTo>
                    <a:pt x="1806" y="40"/>
                  </a:lnTo>
                  <a:lnTo>
                    <a:pt x="1806" y="40"/>
                  </a:lnTo>
                  <a:lnTo>
                    <a:pt x="1605" y="20"/>
                  </a:lnTo>
                  <a:lnTo>
                    <a:pt x="1605" y="20"/>
                  </a:lnTo>
                  <a:lnTo>
                    <a:pt x="148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26"/>
            <p:cNvSpPr/>
            <p:nvPr/>
          </p:nvSpPr>
          <p:spPr>
            <a:xfrm>
              <a:off x="11778225" y="4072850"/>
              <a:ext cx="75225" cy="75725"/>
            </a:xfrm>
            <a:custGeom>
              <a:avLst/>
              <a:gdLst/>
              <a:ahLst/>
              <a:cxnLst/>
              <a:rect l="l" t="t" r="r" b="b"/>
              <a:pathLst>
                <a:path w="3009" h="3029" extrusionOk="0">
                  <a:moveTo>
                    <a:pt x="1485" y="0"/>
                  </a:moveTo>
                  <a:lnTo>
                    <a:pt x="1324" y="20"/>
                  </a:lnTo>
                  <a:lnTo>
                    <a:pt x="1164" y="40"/>
                  </a:lnTo>
                  <a:lnTo>
                    <a:pt x="1003" y="80"/>
                  </a:lnTo>
                  <a:lnTo>
                    <a:pt x="863" y="140"/>
                  </a:lnTo>
                  <a:lnTo>
                    <a:pt x="722" y="221"/>
                  </a:lnTo>
                  <a:lnTo>
                    <a:pt x="602" y="321"/>
                  </a:lnTo>
                  <a:lnTo>
                    <a:pt x="482" y="421"/>
                  </a:lnTo>
                  <a:lnTo>
                    <a:pt x="382" y="522"/>
                  </a:lnTo>
                  <a:lnTo>
                    <a:pt x="281" y="662"/>
                  </a:lnTo>
                  <a:lnTo>
                    <a:pt x="201" y="782"/>
                  </a:lnTo>
                  <a:lnTo>
                    <a:pt x="121" y="923"/>
                  </a:lnTo>
                  <a:lnTo>
                    <a:pt x="81" y="1083"/>
                  </a:lnTo>
                  <a:lnTo>
                    <a:pt x="41" y="1223"/>
                  </a:lnTo>
                  <a:lnTo>
                    <a:pt x="0" y="1384"/>
                  </a:lnTo>
                  <a:lnTo>
                    <a:pt x="0" y="1564"/>
                  </a:lnTo>
                  <a:lnTo>
                    <a:pt x="0" y="1725"/>
                  </a:lnTo>
                  <a:lnTo>
                    <a:pt x="61" y="1965"/>
                  </a:lnTo>
                  <a:lnTo>
                    <a:pt x="161" y="2206"/>
                  </a:lnTo>
                  <a:lnTo>
                    <a:pt x="301" y="2427"/>
                  </a:lnTo>
                  <a:lnTo>
                    <a:pt x="482" y="2607"/>
                  </a:lnTo>
                  <a:lnTo>
                    <a:pt x="582" y="2707"/>
                  </a:lnTo>
                  <a:lnTo>
                    <a:pt x="682" y="2788"/>
                  </a:lnTo>
                  <a:lnTo>
                    <a:pt x="803" y="2848"/>
                  </a:lnTo>
                  <a:lnTo>
                    <a:pt x="943" y="2908"/>
                  </a:lnTo>
                  <a:lnTo>
                    <a:pt x="1083" y="2968"/>
                  </a:lnTo>
                  <a:lnTo>
                    <a:pt x="1224" y="2988"/>
                  </a:lnTo>
                  <a:lnTo>
                    <a:pt x="1384" y="3028"/>
                  </a:lnTo>
                  <a:lnTo>
                    <a:pt x="1705" y="3028"/>
                  </a:lnTo>
                  <a:lnTo>
                    <a:pt x="1906" y="2988"/>
                  </a:lnTo>
                  <a:lnTo>
                    <a:pt x="2106" y="2908"/>
                  </a:lnTo>
                  <a:lnTo>
                    <a:pt x="2287" y="2828"/>
                  </a:lnTo>
                  <a:lnTo>
                    <a:pt x="2447" y="2707"/>
                  </a:lnTo>
                  <a:lnTo>
                    <a:pt x="2608" y="2567"/>
                  </a:lnTo>
                  <a:lnTo>
                    <a:pt x="2728" y="2407"/>
                  </a:lnTo>
                  <a:lnTo>
                    <a:pt x="2828" y="2226"/>
                  </a:lnTo>
                  <a:lnTo>
                    <a:pt x="2928" y="2026"/>
                  </a:lnTo>
                  <a:lnTo>
                    <a:pt x="2969" y="1845"/>
                  </a:lnTo>
                  <a:lnTo>
                    <a:pt x="3009" y="1665"/>
                  </a:lnTo>
                  <a:lnTo>
                    <a:pt x="3009" y="1504"/>
                  </a:lnTo>
                  <a:lnTo>
                    <a:pt x="3009" y="1324"/>
                  </a:lnTo>
                  <a:lnTo>
                    <a:pt x="2969" y="1163"/>
                  </a:lnTo>
                  <a:lnTo>
                    <a:pt x="2928" y="1003"/>
                  </a:lnTo>
                  <a:lnTo>
                    <a:pt x="2848" y="842"/>
                  </a:lnTo>
                  <a:lnTo>
                    <a:pt x="2768" y="702"/>
                  </a:lnTo>
                  <a:lnTo>
                    <a:pt x="2668" y="562"/>
                  </a:lnTo>
                  <a:lnTo>
                    <a:pt x="2547" y="441"/>
                  </a:lnTo>
                  <a:lnTo>
                    <a:pt x="2427" y="321"/>
                  </a:lnTo>
                  <a:lnTo>
                    <a:pt x="2287" y="241"/>
                  </a:lnTo>
                  <a:lnTo>
                    <a:pt x="2126" y="140"/>
                  </a:lnTo>
                  <a:lnTo>
                    <a:pt x="1966" y="80"/>
                  </a:lnTo>
                  <a:lnTo>
                    <a:pt x="1805" y="40"/>
                  </a:lnTo>
                  <a:lnTo>
                    <a:pt x="1625" y="20"/>
                  </a:lnTo>
                  <a:lnTo>
                    <a:pt x="148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26"/>
            <p:cNvSpPr/>
            <p:nvPr/>
          </p:nvSpPr>
          <p:spPr>
            <a:xfrm>
              <a:off x="11778225" y="4072850"/>
              <a:ext cx="75225" cy="75725"/>
            </a:xfrm>
            <a:custGeom>
              <a:avLst/>
              <a:gdLst/>
              <a:ahLst/>
              <a:cxnLst/>
              <a:rect l="l" t="t" r="r" b="b"/>
              <a:pathLst>
                <a:path w="3009" h="3029" fill="none" extrusionOk="0">
                  <a:moveTo>
                    <a:pt x="1485" y="0"/>
                  </a:moveTo>
                  <a:lnTo>
                    <a:pt x="1485" y="0"/>
                  </a:lnTo>
                  <a:lnTo>
                    <a:pt x="1324" y="20"/>
                  </a:lnTo>
                  <a:lnTo>
                    <a:pt x="1164" y="40"/>
                  </a:lnTo>
                  <a:lnTo>
                    <a:pt x="1003" y="80"/>
                  </a:lnTo>
                  <a:lnTo>
                    <a:pt x="863" y="140"/>
                  </a:lnTo>
                  <a:lnTo>
                    <a:pt x="722" y="221"/>
                  </a:lnTo>
                  <a:lnTo>
                    <a:pt x="602" y="321"/>
                  </a:lnTo>
                  <a:lnTo>
                    <a:pt x="482" y="421"/>
                  </a:lnTo>
                  <a:lnTo>
                    <a:pt x="382" y="522"/>
                  </a:lnTo>
                  <a:lnTo>
                    <a:pt x="281" y="662"/>
                  </a:lnTo>
                  <a:lnTo>
                    <a:pt x="201" y="782"/>
                  </a:lnTo>
                  <a:lnTo>
                    <a:pt x="121" y="923"/>
                  </a:lnTo>
                  <a:lnTo>
                    <a:pt x="81" y="1083"/>
                  </a:lnTo>
                  <a:lnTo>
                    <a:pt x="41" y="1223"/>
                  </a:lnTo>
                  <a:lnTo>
                    <a:pt x="0" y="1384"/>
                  </a:lnTo>
                  <a:lnTo>
                    <a:pt x="0" y="1564"/>
                  </a:lnTo>
                  <a:lnTo>
                    <a:pt x="0" y="1725"/>
                  </a:lnTo>
                  <a:lnTo>
                    <a:pt x="0" y="1725"/>
                  </a:lnTo>
                  <a:lnTo>
                    <a:pt x="61" y="1965"/>
                  </a:lnTo>
                  <a:lnTo>
                    <a:pt x="161" y="2206"/>
                  </a:lnTo>
                  <a:lnTo>
                    <a:pt x="301" y="2427"/>
                  </a:lnTo>
                  <a:lnTo>
                    <a:pt x="482" y="2607"/>
                  </a:lnTo>
                  <a:lnTo>
                    <a:pt x="582" y="2707"/>
                  </a:lnTo>
                  <a:lnTo>
                    <a:pt x="682" y="2788"/>
                  </a:lnTo>
                  <a:lnTo>
                    <a:pt x="803" y="2848"/>
                  </a:lnTo>
                  <a:lnTo>
                    <a:pt x="943" y="2908"/>
                  </a:lnTo>
                  <a:lnTo>
                    <a:pt x="1083" y="2968"/>
                  </a:lnTo>
                  <a:lnTo>
                    <a:pt x="1224" y="2988"/>
                  </a:lnTo>
                  <a:lnTo>
                    <a:pt x="1384" y="3028"/>
                  </a:lnTo>
                  <a:lnTo>
                    <a:pt x="1545" y="3028"/>
                  </a:lnTo>
                  <a:lnTo>
                    <a:pt x="1545" y="3028"/>
                  </a:lnTo>
                  <a:lnTo>
                    <a:pt x="1705" y="3028"/>
                  </a:lnTo>
                  <a:lnTo>
                    <a:pt x="1705" y="3028"/>
                  </a:lnTo>
                  <a:lnTo>
                    <a:pt x="1906" y="2988"/>
                  </a:lnTo>
                  <a:lnTo>
                    <a:pt x="2106" y="2908"/>
                  </a:lnTo>
                  <a:lnTo>
                    <a:pt x="2287" y="2828"/>
                  </a:lnTo>
                  <a:lnTo>
                    <a:pt x="2447" y="2707"/>
                  </a:lnTo>
                  <a:lnTo>
                    <a:pt x="2608" y="2567"/>
                  </a:lnTo>
                  <a:lnTo>
                    <a:pt x="2728" y="2407"/>
                  </a:lnTo>
                  <a:lnTo>
                    <a:pt x="2828" y="2226"/>
                  </a:lnTo>
                  <a:lnTo>
                    <a:pt x="2928" y="2026"/>
                  </a:lnTo>
                  <a:lnTo>
                    <a:pt x="2928" y="2026"/>
                  </a:lnTo>
                  <a:lnTo>
                    <a:pt x="2969" y="1845"/>
                  </a:lnTo>
                  <a:lnTo>
                    <a:pt x="3009" y="1665"/>
                  </a:lnTo>
                  <a:lnTo>
                    <a:pt x="3009" y="1504"/>
                  </a:lnTo>
                  <a:lnTo>
                    <a:pt x="3009" y="1324"/>
                  </a:lnTo>
                  <a:lnTo>
                    <a:pt x="2969" y="1163"/>
                  </a:lnTo>
                  <a:lnTo>
                    <a:pt x="2928" y="1003"/>
                  </a:lnTo>
                  <a:lnTo>
                    <a:pt x="2848" y="842"/>
                  </a:lnTo>
                  <a:lnTo>
                    <a:pt x="2768" y="702"/>
                  </a:lnTo>
                  <a:lnTo>
                    <a:pt x="2668" y="562"/>
                  </a:lnTo>
                  <a:lnTo>
                    <a:pt x="2547" y="441"/>
                  </a:lnTo>
                  <a:lnTo>
                    <a:pt x="2427" y="321"/>
                  </a:lnTo>
                  <a:lnTo>
                    <a:pt x="2287" y="241"/>
                  </a:lnTo>
                  <a:lnTo>
                    <a:pt x="2126" y="140"/>
                  </a:lnTo>
                  <a:lnTo>
                    <a:pt x="1966" y="80"/>
                  </a:lnTo>
                  <a:lnTo>
                    <a:pt x="1805" y="40"/>
                  </a:lnTo>
                  <a:lnTo>
                    <a:pt x="1625" y="20"/>
                  </a:lnTo>
                  <a:lnTo>
                    <a:pt x="1625" y="20"/>
                  </a:lnTo>
                  <a:lnTo>
                    <a:pt x="148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26"/>
            <p:cNvSpPr/>
            <p:nvPr/>
          </p:nvSpPr>
          <p:spPr>
            <a:xfrm>
              <a:off x="11881000" y="4205700"/>
              <a:ext cx="104300" cy="236675"/>
            </a:xfrm>
            <a:custGeom>
              <a:avLst/>
              <a:gdLst/>
              <a:ahLst/>
              <a:cxnLst/>
              <a:rect l="l" t="t" r="r" b="b"/>
              <a:pathLst>
                <a:path w="4172" h="9467" extrusionOk="0">
                  <a:moveTo>
                    <a:pt x="582" y="1"/>
                  </a:moveTo>
                  <a:lnTo>
                    <a:pt x="502" y="21"/>
                  </a:lnTo>
                  <a:lnTo>
                    <a:pt x="402" y="41"/>
                  </a:lnTo>
                  <a:lnTo>
                    <a:pt x="322" y="101"/>
                  </a:lnTo>
                  <a:lnTo>
                    <a:pt x="241" y="141"/>
                  </a:lnTo>
                  <a:lnTo>
                    <a:pt x="181" y="201"/>
                  </a:lnTo>
                  <a:lnTo>
                    <a:pt x="121" y="281"/>
                  </a:lnTo>
                  <a:lnTo>
                    <a:pt x="61" y="362"/>
                  </a:lnTo>
                  <a:lnTo>
                    <a:pt x="21" y="442"/>
                  </a:lnTo>
                  <a:lnTo>
                    <a:pt x="1" y="542"/>
                  </a:lnTo>
                  <a:lnTo>
                    <a:pt x="1" y="642"/>
                  </a:lnTo>
                  <a:lnTo>
                    <a:pt x="21" y="943"/>
                  </a:lnTo>
                  <a:lnTo>
                    <a:pt x="41" y="1244"/>
                  </a:lnTo>
                  <a:lnTo>
                    <a:pt x="81" y="1525"/>
                  </a:lnTo>
                  <a:lnTo>
                    <a:pt x="141" y="1826"/>
                  </a:lnTo>
                  <a:lnTo>
                    <a:pt x="281" y="2387"/>
                  </a:lnTo>
                  <a:lnTo>
                    <a:pt x="442" y="2969"/>
                  </a:lnTo>
                  <a:lnTo>
                    <a:pt x="642" y="3530"/>
                  </a:lnTo>
                  <a:lnTo>
                    <a:pt x="843" y="4092"/>
                  </a:lnTo>
                  <a:lnTo>
                    <a:pt x="1244" y="5195"/>
                  </a:lnTo>
                  <a:lnTo>
                    <a:pt x="1404" y="5736"/>
                  </a:lnTo>
                  <a:lnTo>
                    <a:pt x="1565" y="6258"/>
                  </a:lnTo>
                  <a:lnTo>
                    <a:pt x="1705" y="6779"/>
                  </a:lnTo>
                  <a:lnTo>
                    <a:pt x="1886" y="7300"/>
                  </a:lnTo>
                  <a:lnTo>
                    <a:pt x="2066" y="7822"/>
                  </a:lnTo>
                  <a:lnTo>
                    <a:pt x="2287" y="8323"/>
                  </a:lnTo>
                  <a:lnTo>
                    <a:pt x="2407" y="8564"/>
                  </a:lnTo>
                  <a:lnTo>
                    <a:pt x="2548" y="8784"/>
                  </a:lnTo>
                  <a:lnTo>
                    <a:pt x="2708" y="9025"/>
                  </a:lnTo>
                  <a:lnTo>
                    <a:pt x="2868" y="9246"/>
                  </a:lnTo>
                  <a:lnTo>
                    <a:pt x="2949" y="9306"/>
                  </a:lnTo>
                  <a:lnTo>
                    <a:pt x="3009" y="9366"/>
                  </a:lnTo>
                  <a:lnTo>
                    <a:pt x="3109" y="9406"/>
                  </a:lnTo>
                  <a:lnTo>
                    <a:pt x="3189" y="9446"/>
                  </a:lnTo>
                  <a:lnTo>
                    <a:pt x="3290" y="9446"/>
                  </a:lnTo>
                  <a:lnTo>
                    <a:pt x="3390" y="9466"/>
                  </a:lnTo>
                  <a:lnTo>
                    <a:pt x="3590" y="9426"/>
                  </a:lnTo>
                  <a:lnTo>
                    <a:pt x="3771" y="9366"/>
                  </a:lnTo>
                  <a:lnTo>
                    <a:pt x="3871" y="9306"/>
                  </a:lnTo>
                  <a:lnTo>
                    <a:pt x="3931" y="9246"/>
                  </a:lnTo>
                  <a:lnTo>
                    <a:pt x="4012" y="9186"/>
                  </a:lnTo>
                  <a:lnTo>
                    <a:pt x="4052" y="9105"/>
                  </a:lnTo>
                  <a:lnTo>
                    <a:pt x="4092" y="9005"/>
                  </a:lnTo>
                  <a:lnTo>
                    <a:pt x="4112" y="8905"/>
                  </a:lnTo>
                  <a:lnTo>
                    <a:pt x="4152" y="8624"/>
                  </a:lnTo>
                  <a:lnTo>
                    <a:pt x="4172" y="8323"/>
                  </a:lnTo>
                  <a:lnTo>
                    <a:pt x="4152" y="8042"/>
                  </a:lnTo>
                  <a:lnTo>
                    <a:pt x="4132" y="7742"/>
                  </a:lnTo>
                  <a:lnTo>
                    <a:pt x="4092" y="7461"/>
                  </a:lnTo>
                  <a:lnTo>
                    <a:pt x="4052" y="7160"/>
                  </a:lnTo>
                  <a:lnTo>
                    <a:pt x="3911" y="6598"/>
                  </a:lnTo>
                  <a:lnTo>
                    <a:pt x="3751" y="6037"/>
                  </a:lnTo>
                  <a:lnTo>
                    <a:pt x="3570" y="5475"/>
                  </a:lnTo>
                  <a:lnTo>
                    <a:pt x="3169" y="4352"/>
                  </a:lnTo>
                  <a:lnTo>
                    <a:pt x="2788" y="3249"/>
                  </a:lnTo>
                  <a:lnTo>
                    <a:pt x="2588" y="2688"/>
                  </a:lnTo>
                  <a:lnTo>
                    <a:pt x="2367" y="2146"/>
                  </a:lnTo>
                  <a:lnTo>
                    <a:pt x="2106" y="1625"/>
                  </a:lnTo>
                  <a:lnTo>
                    <a:pt x="1826" y="1124"/>
                  </a:lnTo>
                  <a:lnTo>
                    <a:pt x="1665" y="863"/>
                  </a:lnTo>
                  <a:lnTo>
                    <a:pt x="1485" y="642"/>
                  </a:lnTo>
                  <a:lnTo>
                    <a:pt x="1304" y="402"/>
                  </a:lnTo>
                  <a:lnTo>
                    <a:pt x="1104" y="181"/>
                  </a:lnTo>
                  <a:lnTo>
                    <a:pt x="1043" y="121"/>
                  </a:lnTo>
                  <a:lnTo>
                    <a:pt x="943" y="61"/>
                  </a:lnTo>
                  <a:lnTo>
                    <a:pt x="863" y="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26"/>
            <p:cNvSpPr/>
            <p:nvPr/>
          </p:nvSpPr>
          <p:spPr>
            <a:xfrm>
              <a:off x="11960725" y="4474425"/>
              <a:ext cx="49150" cy="50175"/>
            </a:xfrm>
            <a:custGeom>
              <a:avLst/>
              <a:gdLst/>
              <a:ahLst/>
              <a:cxnLst/>
              <a:rect l="l" t="t" r="r" b="b"/>
              <a:pathLst>
                <a:path w="1966" h="2007" extrusionOk="0">
                  <a:moveTo>
                    <a:pt x="863" y="1"/>
                  </a:moveTo>
                  <a:lnTo>
                    <a:pt x="742" y="21"/>
                  </a:lnTo>
                  <a:lnTo>
                    <a:pt x="562" y="81"/>
                  </a:lnTo>
                  <a:lnTo>
                    <a:pt x="381" y="181"/>
                  </a:lnTo>
                  <a:lnTo>
                    <a:pt x="241" y="302"/>
                  </a:lnTo>
                  <a:lnTo>
                    <a:pt x="141" y="462"/>
                  </a:lnTo>
                  <a:lnTo>
                    <a:pt x="60" y="622"/>
                  </a:lnTo>
                  <a:lnTo>
                    <a:pt x="20" y="823"/>
                  </a:lnTo>
                  <a:lnTo>
                    <a:pt x="0" y="1004"/>
                  </a:lnTo>
                  <a:lnTo>
                    <a:pt x="20" y="1184"/>
                  </a:lnTo>
                  <a:lnTo>
                    <a:pt x="60" y="1364"/>
                  </a:lnTo>
                  <a:lnTo>
                    <a:pt x="141" y="1545"/>
                  </a:lnTo>
                  <a:lnTo>
                    <a:pt x="241" y="1705"/>
                  </a:lnTo>
                  <a:lnTo>
                    <a:pt x="381" y="1826"/>
                  </a:lnTo>
                  <a:lnTo>
                    <a:pt x="562" y="1926"/>
                  </a:lnTo>
                  <a:lnTo>
                    <a:pt x="742" y="1986"/>
                  </a:lnTo>
                  <a:lnTo>
                    <a:pt x="863" y="2006"/>
                  </a:lnTo>
                  <a:lnTo>
                    <a:pt x="1103" y="2006"/>
                  </a:lnTo>
                  <a:lnTo>
                    <a:pt x="1204" y="1986"/>
                  </a:lnTo>
                  <a:lnTo>
                    <a:pt x="1404" y="1926"/>
                  </a:lnTo>
                  <a:lnTo>
                    <a:pt x="1585" y="1826"/>
                  </a:lnTo>
                  <a:lnTo>
                    <a:pt x="1705" y="1705"/>
                  </a:lnTo>
                  <a:lnTo>
                    <a:pt x="1825" y="1545"/>
                  </a:lnTo>
                  <a:lnTo>
                    <a:pt x="1905" y="1364"/>
                  </a:lnTo>
                  <a:lnTo>
                    <a:pt x="1946" y="1184"/>
                  </a:lnTo>
                  <a:lnTo>
                    <a:pt x="1966" y="1004"/>
                  </a:lnTo>
                  <a:lnTo>
                    <a:pt x="1946" y="823"/>
                  </a:lnTo>
                  <a:lnTo>
                    <a:pt x="1905" y="622"/>
                  </a:lnTo>
                  <a:lnTo>
                    <a:pt x="1825" y="462"/>
                  </a:lnTo>
                  <a:lnTo>
                    <a:pt x="1705" y="302"/>
                  </a:lnTo>
                  <a:lnTo>
                    <a:pt x="1585" y="181"/>
                  </a:lnTo>
                  <a:lnTo>
                    <a:pt x="1404" y="81"/>
                  </a:lnTo>
                  <a:lnTo>
                    <a:pt x="1204" y="21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26"/>
            <p:cNvSpPr/>
            <p:nvPr/>
          </p:nvSpPr>
          <p:spPr>
            <a:xfrm>
              <a:off x="11410225" y="4481950"/>
              <a:ext cx="481325" cy="481850"/>
            </a:xfrm>
            <a:custGeom>
              <a:avLst/>
              <a:gdLst/>
              <a:ahLst/>
              <a:cxnLst/>
              <a:rect l="l" t="t" r="r" b="b"/>
              <a:pathLst>
                <a:path w="19253" h="19274" extrusionOk="0">
                  <a:moveTo>
                    <a:pt x="9226" y="1"/>
                  </a:moveTo>
                  <a:lnTo>
                    <a:pt x="8664" y="21"/>
                  </a:lnTo>
                  <a:lnTo>
                    <a:pt x="8123" y="101"/>
                  </a:lnTo>
                  <a:lnTo>
                    <a:pt x="7601" y="201"/>
                  </a:lnTo>
                  <a:lnTo>
                    <a:pt x="7080" y="321"/>
                  </a:lnTo>
                  <a:lnTo>
                    <a:pt x="6578" y="482"/>
                  </a:lnTo>
                  <a:lnTo>
                    <a:pt x="6077" y="662"/>
                  </a:lnTo>
                  <a:lnTo>
                    <a:pt x="5616" y="883"/>
                  </a:lnTo>
                  <a:lnTo>
                    <a:pt x="5134" y="1124"/>
                  </a:lnTo>
                  <a:lnTo>
                    <a:pt x="4693" y="1384"/>
                  </a:lnTo>
                  <a:lnTo>
                    <a:pt x="4252" y="1665"/>
                  </a:lnTo>
                  <a:lnTo>
                    <a:pt x="3831" y="1986"/>
                  </a:lnTo>
                  <a:lnTo>
                    <a:pt x="3430" y="2307"/>
                  </a:lnTo>
                  <a:lnTo>
                    <a:pt x="3049" y="2668"/>
                  </a:lnTo>
                  <a:lnTo>
                    <a:pt x="2688" y="3049"/>
                  </a:lnTo>
                  <a:lnTo>
                    <a:pt x="2347" y="3430"/>
                  </a:lnTo>
                  <a:lnTo>
                    <a:pt x="2026" y="3851"/>
                  </a:lnTo>
                  <a:lnTo>
                    <a:pt x="1725" y="4272"/>
                  </a:lnTo>
                  <a:lnTo>
                    <a:pt x="1444" y="4713"/>
                  </a:lnTo>
                  <a:lnTo>
                    <a:pt x="1184" y="5175"/>
                  </a:lnTo>
                  <a:lnTo>
                    <a:pt x="943" y="5656"/>
                  </a:lnTo>
                  <a:lnTo>
                    <a:pt x="743" y="6137"/>
                  </a:lnTo>
                  <a:lnTo>
                    <a:pt x="542" y="6639"/>
                  </a:lnTo>
                  <a:lnTo>
                    <a:pt x="382" y="7140"/>
                  </a:lnTo>
                  <a:lnTo>
                    <a:pt x="261" y="7661"/>
                  </a:lnTo>
                  <a:lnTo>
                    <a:pt x="161" y="8203"/>
                  </a:lnTo>
                  <a:lnTo>
                    <a:pt x="81" y="8724"/>
                  </a:lnTo>
                  <a:lnTo>
                    <a:pt x="21" y="9286"/>
                  </a:lnTo>
                  <a:lnTo>
                    <a:pt x="0" y="9827"/>
                  </a:lnTo>
                  <a:lnTo>
                    <a:pt x="21" y="10389"/>
                  </a:lnTo>
                  <a:lnTo>
                    <a:pt x="61" y="10950"/>
                  </a:lnTo>
                  <a:lnTo>
                    <a:pt x="121" y="11351"/>
                  </a:lnTo>
                  <a:lnTo>
                    <a:pt x="201" y="11773"/>
                  </a:lnTo>
                  <a:lnTo>
                    <a:pt x="301" y="12174"/>
                  </a:lnTo>
                  <a:lnTo>
                    <a:pt x="422" y="12575"/>
                  </a:lnTo>
                  <a:lnTo>
                    <a:pt x="562" y="12996"/>
                  </a:lnTo>
                  <a:lnTo>
                    <a:pt x="722" y="13397"/>
                  </a:lnTo>
                  <a:lnTo>
                    <a:pt x="903" y="13778"/>
                  </a:lnTo>
                  <a:lnTo>
                    <a:pt x="1103" y="14179"/>
                  </a:lnTo>
                  <a:lnTo>
                    <a:pt x="1324" y="14560"/>
                  </a:lnTo>
                  <a:lnTo>
                    <a:pt x="1565" y="14941"/>
                  </a:lnTo>
                  <a:lnTo>
                    <a:pt x="1825" y="15302"/>
                  </a:lnTo>
                  <a:lnTo>
                    <a:pt x="2106" y="15643"/>
                  </a:lnTo>
                  <a:lnTo>
                    <a:pt x="2387" y="16004"/>
                  </a:lnTo>
                  <a:lnTo>
                    <a:pt x="2708" y="16325"/>
                  </a:lnTo>
                  <a:lnTo>
                    <a:pt x="3029" y="16646"/>
                  </a:lnTo>
                  <a:lnTo>
                    <a:pt x="3390" y="16947"/>
                  </a:lnTo>
                  <a:lnTo>
                    <a:pt x="3751" y="17248"/>
                  </a:lnTo>
                  <a:lnTo>
                    <a:pt x="4132" y="17528"/>
                  </a:lnTo>
                  <a:lnTo>
                    <a:pt x="4513" y="17789"/>
                  </a:lnTo>
                  <a:lnTo>
                    <a:pt x="4934" y="18030"/>
                  </a:lnTo>
                  <a:lnTo>
                    <a:pt x="5355" y="18250"/>
                  </a:lnTo>
                  <a:lnTo>
                    <a:pt x="5796" y="18451"/>
                  </a:lnTo>
                  <a:lnTo>
                    <a:pt x="6237" y="18631"/>
                  </a:lnTo>
                  <a:lnTo>
                    <a:pt x="6719" y="18792"/>
                  </a:lnTo>
                  <a:lnTo>
                    <a:pt x="7180" y="18952"/>
                  </a:lnTo>
                  <a:lnTo>
                    <a:pt x="7681" y="19052"/>
                  </a:lnTo>
                  <a:lnTo>
                    <a:pt x="8183" y="19153"/>
                  </a:lnTo>
                  <a:lnTo>
                    <a:pt x="8704" y="19213"/>
                  </a:lnTo>
                  <a:lnTo>
                    <a:pt x="9246" y="19273"/>
                  </a:lnTo>
                  <a:lnTo>
                    <a:pt x="10329" y="19273"/>
                  </a:lnTo>
                  <a:lnTo>
                    <a:pt x="10910" y="19233"/>
                  </a:lnTo>
                  <a:lnTo>
                    <a:pt x="11231" y="19193"/>
                  </a:lnTo>
                  <a:lnTo>
                    <a:pt x="11572" y="19133"/>
                  </a:lnTo>
                  <a:lnTo>
                    <a:pt x="11893" y="19072"/>
                  </a:lnTo>
                  <a:lnTo>
                    <a:pt x="12234" y="19012"/>
                  </a:lnTo>
                  <a:lnTo>
                    <a:pt x="12555" y="18912"/>
                  </a:lnTo>
                  <a:lnTo>
                    <a:pt x="12855" y="18812"/>
                  </a:lnTo>
                  <a:lnTo>
                    <a:pt x="13176" y="18711"/>
                  </a:lnTo>
                  <a:lnTo>
                    <a:pt x="13477" y="18571"/>
                  </a:lnTo>
                  <a:lnTo>
                    <a:pt x="13778" y="18451"/>
                  </a:lnTo>
                  <a:lnTo>
                    <a:pt x="14059" y="18290"/>
                  </a:lnTo>
                  <a:lnTo>
                    <a:pt x="14360" y="18150"/>
                  </a:lnTo>
                  <a:lnTo>
                    <a:pt x="14640" y="17969"/>
                  </a:lnTo>
                  <a:lnTo>
                    <a:pt x="15182" y="17608"/>
                  </a:lnTo>
                  <a:lnTo>
                    <a:pt x="15703" y="17207"/>
                  </a:lnTo>
                  <a:lnTo>
                    <a:pt x="16184" y="16766"/>
                  </a:lnTo>
                  <a:lnTo>
                    <a:pt x="16646" y="16305"/>
                  </a:lnTo>
                  <a:lnTo>
                    <a:pt x="17067" y="15784"/>
                  </a:lnTo>
                  <a:lnTo>
                    <a:pt x="17468" y="15262"/>
                  </a:lnTo>
                  <a:lnTo>
                    <a:pt x="17829" y="14701"/>
                  </a:lnTo>
                  <a:lnTo>
                    <a:pt x="18150" y="14119"/>
                  </a:lnTo>
                  <a:lnTo>
                    <a:pt x="18431" y="13497"/>
                  </a:lnTo>
                  <a:lnTo>
                    <a:pt x="18671" y="12876"/>
                  </a:lnTo>
                  <a:lnTo>
                    <a:pt x="18872" y="12314"/>
                  </a:lnTo>
                  <a:lnTo>
                    <a:pt x="19012" y="11733"/>
                  </a:lnTo>
                  <a:lnTo>
                    <a:pt x="19132" y="11171"/>
                  </a:lnTo>
                  <a:lnTo>
                    <a:pt x="19213" y="10609"/>
                  </a:lnTo>
                  <a:lnTo>
                    <a:pt x="19253" y="10048"/>
                  </a:lnTo>
                  <a:lnTo>
                    <a:pt x="19253" y="9486"/>
                  </a:lnTo>
                  <a:lnTo>
                    <a:pt x="19233" y="8945"/>
                  </a:lnTo>
                  <a:lnTo>
                    <a:pt x="19193" y="8403"/>
                  </a:lnTo>
                  <a:lnTo>
                    <a:pt x="19092" y="7862"/>
                  </a:lnTo>
                  <a:lnTo>
                    <a:pt x="18992" y="7341"/>
                  </a:lnTo>
                  <a:lnTo>
                    <a:pt x="18832" y="6819"/>
                  </a:lnTo>
                  <a:lnTo>
                    <a:pt x="18671" y="6298"/>
                  </a:lnTo>
                  <a:lnTo>
                    <a:pt x="18471" y="5816"/>
                  </a:lnTo>
                  <a:lnTo>
                    <a:pt x="18230" y="5315"/>
                  </a:lnTo>
                  <a:lnTo>
                    <a:pt x="17969" y="4854"/>
                  </a:lnTo>
                  <a:lnTo>
                    <a:pt x="17689" y="4393"/>
                  </a:lnTo>
                  <a:lnTo>
                    <a:pt x="17388" y="3951"/>
                  </a:lnTo>
                  <a:lnTo>
                    <a:pt x="17067" y="3530"/>
                  </a:lnTo>
                  <a:lnTo>
                    <a:pt x="16706" y="3129"/>
                  </a:lnTo>
                  <a:lnTo>
                    <a:pt x="16325" y="2748"/>
                  </a:lnTo>
                  <a:lnTo>
                    <a:pt x="15944" y="2387"/>
                  </a:lnTo>
                  <a:lnTo>
                    <a:pt x="15523" y="2046"/>
                  </a:lnTo>
                  <a:lnTo>
                    <a:pt x="15081" y="1725"/>
                  </a:lnTo>
                  <a:lnTo>
                    <a:pt x="14620" y="1424"/>
                  </a:lnTo>
                  <a:lnTo>
                    <a:pt x="14139" y="1144"/>
                  </a:lnTo>
                  <a:lnTo>
                    <a:pt x="13638" y="903"/>
                  </a:lnTo>
                  <a:lnTo>
                    <a:pt x="13136" y="682"/>
                  </a:lnTo>
                  <a:lnTo>
                    <a:pt x="12595" y="502"/>
                  </a:lnTo>
                  <a:lnTo>
                    <a:pt x="12053" y="321"/>
                  </a:lnTo>
                  <a:lnTo>
                    <a:pt x="11492" y="201"/>
                  </a:lnTo>
                  <a:lnTo>
                    <a:pt x="10930" y="101"/>
                  </a:lnTo>
                  <a:lnTo>
                    <a:pt x="10349" y="21"/>
                  </a:lnTo>
                  <a:lnTo>
                    <a:pt x="976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26"/>
            <p:cNvSpPr/>
            <p:nvPr/>
          </p:nvSpPr>
          <p:spPr>
            <a:xfrm>
              <a:off x="11410225" y="4481950"/>
              <a:ext cx="481325" cy="481850"/>
            </a:xfrm>
            <a:custGeom>
              <a:avLst/>
              <a:gdLst/>
              <a:ahLst/>
              <a:cxnLst/>
              <a:rect l="l" t="t" r="r" b="b"/>
              <a:pathLst>
                <a:path w="19253" h="19274" fill="none" extrusionOk="0">
                  <a:moveTo>
                    <a:pt x="61" y="10950"/>
                  </a:moveTo>
                  <a:lnTo>
                    <a:pt x="61" y="10950"/>
                  </a:lnTo>
                  <a:lnTo>
                    <a:pt x="121" y="11351"/>
                  </a:lnTo>
                  <a:lnTo>
                    <a:pt x="201" y="11773"/>
                  </a:lnTo>
                  <a:lnTo>
                    <a:pt x="301" y="12174"/>
                  </a:lnTo>
                  <a:lnTo>
                    <a:pt x="422" y="12575"/>
                  </a:lnTo>
                  <a:lnTo>
                    <a:pt x="562" y="12996"/>
                  </a:lnTo>
                  <a:lnTo>
                    <a:pt x="722" y="13397"/>
                  </a:lnTo>
                  <a:lnTo>
                    <a:pt x="903" y="13778"/>
                  </a:lnTo>
                  <a:lnTo>
                    <a:pt x="1103" y="14179"/>
                  </a:lnTo>
                  <a:lnTo>
                    <a:pt x="1324" y="14560"/>
                  </a:lnTo>
                  <a:lnTo>
                    <a:pt x="1565" y="14941"/>
                  </a:lnTo>
                  <a:lnTo>
                    <a:pt x="1825" y="15302"/>
                  </a:lnTo>
                  <a:lnTo>
                    <a:pt x="2106" y="15643"/>
                  </a:lnTo>
                  <a:lnTo>
                    <a:pt x="2387" y="16004"/>
                  </a:lnTo>
                  <a:lnTo>
                    <a:pt x="2708" y="16325"/>
                  </a:lnTo>
                  <a:lnTo>
                    <a:pt x="3029" y="16646"/>
                  </a:lnTo>
                  <a:lnTo>
                    <a:pt x="3390" y="16947"/>
                  </a:lnTo>
                  <a:lnTo>
                    <a:pt x="3751" y="17248"/>
                  </a:lnTo>
                  <a:lnTo>
                    <a:pt x="4132" y="17528"/>
                  </a:lnTo>
                  <a:lnTo>
                    <a:pt x="4513" y="17789"/>
                  </a:lnTo>
                  <a:lnTo>
                    <a:pt x="4934" y="18030"/>
                  </a:lnTo>
                  <a:lnTo>
                    <a:pt x="5355" y="18250"/>
                  </a:lnTo>
                  <a:lnTo>
                    <a:pt x="5796" y="18451"/>
                  </a:lnTo>
                  <a:lnTo>
                    <a:pt x="6237" y="18631"/>
                  </a:lnTo>
                  <a:lnTo>
                    <a:pt x="6719" y="18792"/>
                  </a:lnTo>
                  <a:lnTo>
                    <a:pt x="7180" y="18952"/>
                  </a:lnTo>
                  <a:lnTo>
                    <a:pt x="7681" y="19052"/>
                  </a:lnTo>
                  <a:lnTo>
                    <a:pt x="8183" y="19153"/>
                  </a:lnTo>
                  <a:lnTo>
                    <a:pt x="8704" y="19213"/>
                  </a:lnTo>
                  <a:lnTo>
                    <a:pt x="9246" y="19273"/>
                  </a:lnTo>
                  <a:lnTo>
                    <a:pt x="9787" y="19273"/>
                  </a:lnTo>
                  <a:lnTo>
                    <a:pt x="10329" y="19273"/>
                  </a:lnTo>
                  <a:lnTo>
                    <a:pt x="10910" y="19233"/>
                  </a:lnTo>
                  <a:lnTo>
                    <a:pt x="10910" y="19233"/>
                  </a:lnTo>
                  <a:lnTo>
                    <a:pt x="11231" y="19193"/>
                  </a:lnTo>
                  <a:lnTo>
                    <a:pt x="11572" y="19133"/>
                  </a:lnTo>
                  <a:lnTo>
                    <a:pt x="11893" y="19072"/>
                  </a:lnTo>
                  <a:lnTo>
                    <a:pt x="12234" y="19012"/>
                  </a:lnTo>
                  <a:lnTo>
                    <a:pt x="12555" y="18912"/>
                  </a:lnTo>
                  <a:lnTo>
                    <a:pt x="12855" y="18812"/>
                  </a:lnTo>
                  <a:lnTo>
                    <a:pt x="13176" y="18711"/>
                  </a:lnTo>
                  <a:lnTo>
                    <a:pt x="13477" y="18571"/>
                  </a:lnTo>
                  <a:lnTo>
                    <a:pt x="13778" y="18451"/>
                  </a:lnTo>
                  <a:lnTo>
                    <a:pt x="14059" y="18290"/>
                  </a:lnTo>
                  <a:lnTo>
                    <a:pt x="14360" y="18150"/>
                  </a:lnTo>
                  <a:lnTo>
                    <a:pt x="14640" y="17969"/>
                  </a:lnTo>
                  <a:lnTo>
                    <a:pt x="15182" y="17608"/>
                  </a:lnTo>
                  <a:lnTo>
                    <a:pt x="15703" y="17207"/>
                  </a:lnTo>
                  <a:lnTo>
                    <a:pt x="16184" y="16766"/>
                  </a:lnTo>
                  <a:lnTo>
                    <a:pt x="16646" y="16305"/>
                  </a:lnTo>
                  <a:lnTo>
                    <a:pt x="17067" y="15784"/>
                  </a:lnTo>
                  <a:lnTo>
                    <a:pt x="17468" y="15262"/>
                  </a:lnTo>
                  <a:lnTo>
                    <a:pt x="17829" y="14701"/>
                  </a:lnTo>
                  <a:lnTo>
                    <a:pt x="18150" y="14119"/>
                  </a:lnTo>
                  <a:lnTo>
                    <a:pt x="18431" y="13497"/>
                  </a:lnTo>
                  <a:lnTo>
                    <a:pt x="18671" y="12876"/>
                  </a:lnTo>
                  <a:lnTo>
                    <a:pt x="18671" y="12876"/>
                  </a:lnTo>
                  <a:lnTo>
                    <a:pt x="18872" y="12314"/>
                  </a:lnTo>
                  <a:lnTo>
                    <a:pt x="19012" y="11733"/>
                  </a:lnTo>
                  <a:lnTo>
                    <a:pt x="19132" y="11171"/>
                  </a:lnTo>
                  <a:lnTo>
                    <a:pt x="19213" y="10609"/>
                  </a:lnTo>
                  <a:lnTo>
                    <a:pt x="19253" y="10048"/>
                  </a:lnTo>
                  <a:lnTo>
                    <a:pt x="19253" y="9486"/>
                  </a:lnTo>
                  <a:lnTo>
                    <a:pt x="19233" y="8945"/>
                  </a:lnTo>
                  <a:lnTo>
                    <a:pt x="19193" y="8403"/>
                  </a:lnTo>
                  <a:lnTo>
                    <a:pt x="19092" y="7862"/>
                  </a:lnTo>
                  <a:lnTo>
                    <a:pt x="18992" y="7341"/>
                  </a:lnTo>
                  <a:lnTo>
                    <a:pt x="18832" y="6819"/>
                  </a:lnTo>
                  <a:lnTo>
                    <a:pt x="18671" y="6298"/>
                  </a:lnTo>
                  <a:lnTo>
                    <a:pt x="18471" y="5816"/>
                  </a:lnTo>
                  <a:lnTo>
                    <a:pt x="18230" y="5315"/>
                  </a:lnTo>
                  <a:lnTo>
                    <a:pt x="17969" y="4854"/>
                  </a:lnTo>
                  <a:lnTo>
                    <a:pt x="17689" y="4393"/>
                  </a:lnTo>
                  <a:lnTo>
                    <a:pt x="17388" y="3951"/>
                  </a:lnTo>
                  <a:lnTo>
                    <a:pt x="17067" y="3530"/>
                  </a:lnTo>
                  <a:lnTo>
                    <a:pt x="16706" y="3129"/>
                  </a:lnTo>
                  <a:lnTo>
                    <a:pt x="16325" y="2748"/>
                  </a:lnTo>
                  <a:lnTo>
                    <a:pt x="15944" y="2387"/>
                  </a:lnTo>
                  <a:lnTo>
                    <a:pt x="15523" y="2046"/>
                  </a:lnTo>
                  <a:lnTo>
                    <a:pt x="15081" y="1725"/>
                  </a:lnTo>
                  <a:lnTo>
                    <a:pt x="14620" y="1424"/>
                  </a:lnTo>
                  <a:lnTo>
                    <a:pt x="14139" y="1144"/>
                  </a:lnTo>
                  <a:lnTo>
                    <a:pt x="13638" y="903"/>
                  </a:lnTo>
                  <a:lnTo>
                    <a:pt x="13136" y="682"/>
                  </a:lnTo>
                  <a:lnTo>
                    <a:pt x="12595" y="502"/>
                  </a:lnTo>
                  <a:lnTo>
                    <a:pt x="12053" y="321"/>
                  </a:lnTo>
                  <a:lnTo>
                    <a:pt x="11492" y="201"/>
                  </a:lnTo>
                  <a:lnTo>
                    <a:pt x="10930" y="101"/>
                  </a:lnTo>
                  <a:lnTo>
                    <a:pt x="10349" y="21"/>
                  </a:lnTo>
                  <a:lnTo>
                    <a:pt x="10349" y="21"/>
                  </a:lnTo>
                  <a:lnTo>
                    <a:pt x="9767" y="1"/>
                  </a:lnTo>
                  <a:lnTo>
                    <a:pt x="9226" y="1"/>
                  </a:lnTo>
                  <a:lnTo>
                    <a:pt x="8664" y="21"/>
                  </a:lnTo>
                  <a:lnTo>
                    <a:pt x="8123" y="101"/>
                  </a:lnTo>
                  <a:lnTo>
                    <a:pt x="7601" y="201"/>
                  </a:lnTo>
                  <a:lnTo>
                    <a:pt x="7080" y="321"/>
                  </a:lnTo>
                  <a:lnTo>
                    <a:pt x="6578" y="482"/>
                  </a:lnTo>
                  <a:lnTo>
                    <a:pt x="6077" y="662"/>
                  </a:lnTo>
                  <a:lnTo>
                    <a:pt x="5616" y="883"/>
                  </a:lnTo>
                  <a:lnTo>
                    <a:pt x="5134" y="1124"/>
                  </a:lnTo>
                  <a:lnTo>
                    <a:pt x="4693" y="1384"/>
                  </a:lnTo>
                  <a:lnTo>
                    <a:pt x="4252" y="1665"/>
                  </a:lnTo>
                  <a:lnTo>
                    <a:pt x="3831" y="1986"/>
                  </a:lnTo>
                  <a:lnTo>
                    <a:pt x="3430" y="2307"/>
                  </a:lnTo>
                  <a:lnTo>
                    <a:pt x="3049" y="2668"/>
                  </a:lnTo>
                  <a:lnTo>
                    <a:pt x="2688" y="3049"/>
                  </a:lnTo>
                  <a:lnTo>
                    <a:pt x="2347" y="3430"/>
                  </a:lnTo>
                  <a:lnTo>
                    <a:pt x="2026" y="3851"/>
                  </a:lnTo>
                  <a:lnTo>
                    <a:pt x="1725" y="4272"/>
                  </a:lnTo>
                  <a:lnTo>
                    <a:pt x="1444" y="4713"/>
                  </a:lnTo>
                  <a:lnTo>
                    <a:pt x="1184" y="5175"/>
                  </a:lnTo>
                  <a:lnTo>
                    <a:pt x="943" y="5656"/>
                  </a:lnTo>
                  <a:lnTo>
                    <a:pt x="743" y="6137"/>
                  </a:lnTo>
                  <a:lnTo>
                    <a:pt x="542" y="6639"/>
                  </a:lnTo>
                  <a:lnTo>
                    <a:pt x="382" y="7140"/>
                  </a:lnTo>
                  <a:lnTo>
                    <a:pt x="261" y="7661"/>
                  </a:lnTo>
                  <a:lnTo>
                    <a:pt x="161" y="8203"/>
                  </a:lnTo>
                  <a:lnTo>
                    <a:pt x="81" y="8724"/>
                  </a:lnTo>
                  <a:lnTo>
                    <a:pt x="21" y="9286"/>
                  </a:lnTo>
                  <a:lnTo>
                    <a:pt x="0" y="9827"/>
                  </a:lnTo>
                  <a:lnTo>
                    <a:pt x="21" y="10389"/>
                  </a:lnTo>
                  <a:lnTo>
                    <a:pt x="61" y="1095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26"/>
            <p:cNvSpPr/>
            <p:nvPr/>
          </p:nvSpPr>
          <p:spPr>
            <a:xfrm>
              <a:off x="11491450" y="4562675"/>
              <a:ext cx="319400" cy="320400"/>
            </a:xfrm>
            <a:custGeom>
              <a:avLst/>
              <a:gdLst/>
              <a:ahLst/>
              <a:cxnLst/>
              <a:rect l="l" t="t" r="r" b="b"/>
              <a:pathLst>
                <a:path w="12776" h="12816" extrusionOk="0">
                  <a:moveTo>
                    <a:pt x="6418" y="0"/>
                  </a:moveTo>
                  <a:lnTo>
                    <a:pt x="5977" y="20"/>
                  </a:lnTo>
                  <a:lnTo>
                    <a:pt x="5555" y="61"/>
                  </a:lnTo>
                  <a:lnTo>
                    <a:pt x="5154" y="121"/>
                  </a:lnTo>
                  <a:lnTo>
                    <a:pt x="4753" y="221"/>
                  </a:lnTo>
                  <a:lnTo>
                    <a:pt x="4352" y="341"/>
                  </a:lnTo>
                  <a:lnTo>
                    <a:pt x="3971" y="482"/>
                  </a:lnTo>
                  <a:lnTo>
                    <a:pt x="3610" y="642"/>
                  </a:lnTo>
                  <a:lnTo>
                    <a:pt x="3249" y="843"/>
                  </a:lnTo>
                  <a:lnTo>
                    <a:pt x="2908" y="1063"/>
                  </a:lnTo>
                  <a:lnTo>
                    <a:pt x="2567" y="1304"/>
                  </a:lnTo>
                  <a:lnTo>
                    <a:pt x="2266" y="1565"/>
                  </a:lnTo>
                  <a:lnTo>
                    <a:pt x="1966" y="1845"/>
                  </a:lnTo>
                  <a:lnTo>
                    <a:pt x="1685" y="2126"/>
                  </a:lnTo>
                  <a:lnTo>
                    <a:pt x="1424" y="2447"/>
                  </a:lnTo>
                  <a:lnTo>
                    <a:pt x="1184" y="2768"/>
                  </a:lnTo>
                  <a:lnTo>
                    <a:pt x="1023" y="3009"/>
                  </a:lnTo>
                  <a:lnTo>
                    <a:pt x="883" y="3269"/>
                  </a:lnTo>
                  <a:lnTo>
                    <a:pt x="742" y="3510"/>
                  </a:lnTo>
                  <a:lnTo>
                    <a:pt x="622" y="3771"/>
                  </a:lnTo>
                  <a:lnTo>
                    <a:pt x="502" y="4051"/>
                  </a:lnTo>
                  <a:lnTo>
                    <a:pt x="381" y="4312"/>
                  </a:lnTo>
                  <a:lnTo>
                    <a:pt x="301" y="4593"/>
                  </a:lnTo>
                  <a:lnTo>
                    <a:pt x="221" y="4874"/>
                  </a:lnTo>
                  <a:lnTo>
                    <a:pt x="141" y="5174"/>
                  </a:lnTo>
                  <a:lnTo>
                    <a:pt x="101" y="5455"/>
                  </a:lnTo>
                  <a:lnTo>
                    <a:pt x="40" y="5756"/>
                  </a:lnTo>
                  <a:lnTo>
                    <a:pt x="20" y="6057"/>
                  </a:lnTo>
                  <a:lnTo>
                    <a:pt x="0" y="6358"/>
                  </a:lnTo>
                  <a:lnTo>
                    <a:pt x="0" y="6658"/>
                  </a:lnTo>
                  <a:lnTo>
                    <a:pt x="20" y="6959"/>
                  </a:lnTo>
                  <a:lnTo>
                    <a:pt x="40" y="7280"/>
                  </a:lnTo>
                  <a:lnTo>
                    <a:pt x="101" y="7661"/>
                  </a:lnTo>
                  <a:lnTo>
                    <a:pt x="181" y="8042"/>
                  </a:lnTo>
                  <a:lnTo>
                    <a:pt x="281" y="8423"/>
                  </a:lnTo>
                  <a:lnTo>
                    <a:pt x="421" y="8804"/>
                  </a:lnTo>
                  <a:lnTo>
                    <a:pt x="602" y="9165"/>
                  </a:lnTo>
                  <a:lnTo>
                    <a:pt x="782" y="9526"/>
                  </a:lnTo>
                  <a:lnTo>
                    <a:pt x="1003" y="9887"/>
                  </a:lnTo>
                  <a:lnTo>
                    <a:pt x="1244" y="10228"/>
                  </a:lnTo>
                  <a:lnTo>
                    <a:pt x="1524" y="10549"/>
                  </a:lnTo>
                  <a:lnTo>
                    <a:pt x="1805" y="10870"/>
                  </a:lnTo>
                  <a:lnTo>
                    <a:pt x="2126" y="11171"/>
                  </a:lnTo>
                  <a:lnTo>
                    <a:pt x="2447" y="11431"/>
                  </a:lnTo>
                  <a:lnTo>
                    <a:pt x="2808" y="11692"/>
                  </a:lnTo>
                  <a:lnTo>
                    <a:pt x="3189" y="11933"/>
                  </a:lnTo>
                  <a:lnTo>
                    <a:pt x="3590" y="12133"/>
                  </a:lnTo>
                  <a:lnTo>
                    <a:pt x="3991" y="12334"/>
                  </a:lnTo>
                  <a:lnTo>
                    <a:pt x="4352" y="12454"/>
                  </a:lnTo>
                  <a:lnTo>
                    <a:pt x="4733" y="12575"/>
                  </a:lnTo>
                  <a:lnTo>
                    <a:pt x="5114" y="12675"/>
                  </a:lnTo>
                  <a:lnTo>
                    <a:pt x="5515" y="12735"/>
                  </a:lnTo>
                  <a:lnTo>
                    <a:pt x="5936" y="12775"/>
                  </a:lnTo>
                  <a:lnTo>
                    <a:pt x="6358" y="12815"/>
                  </a:lnTo>
                  <a:lnTo>
                    <a:pt x="6779" y="12795"/>
                  </a:lnTo>
                  <a:lnTo>
                    <a:pt x="7220" y="12775"/>
                  </a:lnTo>
                  <a:lnTo>
                    <a:pt x="7681" y="12715"/>
                  </a:lnTo>
                  <a:lnTo>
                    <a:pt x="8102" y="12615"/>
                  </a:lnTo>
                  <a:lnTo>
                    <a:pt x="8523" y="12494"/>
                  </a:lnTo>
                  <a:lnTo>
                    <a:pt x="8945" y="12334"/>
                  </a:lnTo>
                  <a:lnTo>
                    <a:pt x="9326" y="12153"/>
                  </a:lnTo>
                  <a:lnTo>
                    <a:pt x="9707" y="11933"/>
                  </a:lnTo>
                  <a:lnTo>
                    <a:pt x="10068" y="11692"/>
                  </a:lnTo>
                  <a:lnTo>
                    <a:pt x="10409" y="11431"/>
                  </a:lnTo>
                  <a:lnTo>
                    <a:pt x="10729" y="11131"/>
                  </a:lnTo>
                  <a:lnTo>
                    <a:pt x="11030" y="10830"/>
                  </a:lnTo>
                  <a:lnTo>
                    <a:pt x="11311" y="10489"/>
                  </a:lnTo>
                  <a:lnTo>
                    <a:pt x="11592" y="10128"/>
                  </a:lnTo>
                  <a:lnTo>
                    <a:pt x="11812" y="9767"/>
                  </a:lnTo>
                  <a:lnTo>
                    <a:pt x="12033" y="9366"/>
                  </a:lnTo>
                  <a:lnTo>
                    <a:pt x="12234" y="8965"/>
                  </a:lnTo>
                  <a:lnTo>
                    <a:pt x="12394" y="8564"/>
                  </a:lnTo>
                  <a:lnTo>
                    <a:pt x="12514" y="8183"/>
                  </a:lnTo>
                  <a:lnTo>
                    <a:pt x="12615" y="7802"/>
                  </a:lnTo>
                  <a:lnTo>
                    <a:pt x="12695" y="7421"/>
                  </a:lnTo>
                  <a:lnTo>
                    <a:pt x="12735" y="7060"/>
                  </a:lnTo>
                  <a:lnTo>
                    <a:pt x="12775" y="6679"/>
                  </a:lnTo>
                  <a:lnTo>
                    <a:pt x="12775" y="6318"/>
                  </a:lnTo>
                  <a:lnTo>
                    <a:pt x="12755" y="5957"/>
                  </a:lnTo>
                  <a:lnTo>
                    <a:pt x="12715" y="5576"/>
                  </a:lnTo>
                  <a:lnTo>
                    <a:pt x="12675" y="5235"/>
                  </a:lnTo>
                  <a:lnTo>
                    <a:pt x="12595" y="4874"/>
                  </a:lnTo>
                  <a:lnTo>
                    <a:pt x="12494" y="4533"/>
                  </a:lnTo>
                  <a:lnTo>
                    <a:pt x="12374" y="4192"/>
                  </a:lnTo>
                  <a:lnTo>
                    <a:pt x="12254" y="3871"/>
                  </a:lnTo>
                  <a:lnTo>
                    <a:pt x="12093" y="3550"/>
                  </a:lnTo>
                  <a:lnTo>
                    <a:pt x="11933" y="3229"/>
                  </a:lnTo>
                  <a:lnTo>
                    <a:pt x="11732" y="2928"/>
                  </a:lnTo>
                  <a:lnTo>
                    <a:pt x="11532" y="2648"/>
                  </a:lnTo>
                  <a:lnTo>
                    <a:pt x="11311" y="2367"/>
                  </a:lnTo>
                  <a:lnTo>
                    <a:pt x="11090" y="2086"/>
                  </a:lnTo>
                  <a:lnTo>
                    <a:pt x="10830" y="1825"/>
                  </a:lnTo>
                  <a:lnTo>
                    <a:pt x="10569" y="1585"/>
                  </a:lnTo>
                  <a:lnTo>
                    <a:pt x="10288" y="1364"/>
                  </a:lnTo>
                  <a:lnTo>
                    <a:pt x="10008" y="1143"/>
                  </a:lnTo>
                  <a:lnTo>
                    <a:pt x="9687" y="963"/>
                  </a:lnTo>
                  <a:lnTo>
                    <a:pt x="9386" y="783"/>
                  </a:lnTo>
                  <a:lnTo>
                    <a:pt x="9045" y="622"/>
                  </a:lnTo>
                  <a:lnTo>
                    <a:pt x="8704" y="462"/>
                  </a:lnTo>
                  <a:lnTo>
                    <a:pt x="8363" y="341"/>
                  </a:lnTo>
                  <a:lnTo>
                    <a:pt x="8002" y="241"/>
                  </a:lnTo>
                  <a:lnTo>
                    <a:pt x="7621" y="141"/>
                  </a:lnTo>
                  <a:lnTo>
                    <a:pt x="7240" y="81"/>
                  </a:lnTo>
                  <a:lnTo>
                    <a:pt x="6859" y="20"/>
                  </a:lnTo>
                  <a:lnTo>
                    <a:pt x="641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26"/>
            <p:cNvSpPr/>
            <p:nvPr/>
          </p:nvSpPr>
          <p:spPr>
            <a:xfrm>
              <a:off x="11491450" y="4562675"/>
              <a:ext cx="319400" cy="320400"/>
            </a:xfrm>
            <a:custGeom>
              <a:avLst/>
              <a:gdLst/>
              <a:ahLst/>
              <a:cxnLst/>
              <a:rect l="l" t="t" r="r" b="b"/>
              <a:pathLst>
                <a:path w="12776" h="12816" fill="none" extrusionOk="0">
                  <a:moveTo>
                    <a:pt x="12394" y="8564"/>
                  </a:moveTo>
                  <a:lnTo>
                    <a:pt x="12394" y="8564"/>
                  </a:lnTo>
                  <a:lnTo>
                    <a:pt x="12234" y="8965"/>
                  </a:lnTo>
                  <a:lnTo>
                    <a:pt x="12033" y="9366"/>
                  </a:lnTo>
                  <a:lnTo>
                    <a:pt x="11812" y="9767"/>
                  </a:lnTo>
                  <a:lnTo>
                    <a:pt x="11592" y="10128"/>
                  </a:lnTo>
                  <a:lnTo>
                    <a:pt x="11311" y="10489"/>
                  </a:lnTo>
                  <a:lnTo>
                    <a:pt x="11030" y="10830"/>
                  </a:lnTo>
                  <a:lnTo>
                    <a:pt x="10729" y="11131"/>
                  </a:lnTo>
                  <a:lnTo>
                    <a:pt x="10409" y="11431"/>
                  </a:lnTo>
                  <a:lnTo>
                    <a:pt x="10068" y="11692"/>
                  </a:lnTo>
                  <a:lnTo>
                    <a:pt x="9707" y="11933"/>
                  </a:lnTo>
                  <a:lnTo>
                    <a:pt x="9326" y="12153"/>
                  </a:lnTo>
                  <a:lnTo>
                    <a:pt x="8945" y="12334"/>
                  </a:lnTo>
                  <a:lnTo>
                    <a:pt x="8523" y="12494"/>
                  </a:lnTo>
                  <a:lnTo>
                    <a:pt x="8102" y="12615"/>
                  </a:lnTo>
                  <a:lnTo>
                    <a:pt x="7681" y="12715"/>
                  </a:lnTo>
                  <a:lnTo>
                    <a:pt x="7220" y="12775"/>
                  </a:lnTo>
                  <a:lnTo>
                    <a:pt x="7220" y="12775"/>
                  </a:lnTo>
                  <a:lnTo>
                    <a:pt x="6779" y="12795"/>
                  </a:lnTo>
                  <a:lnTo>
                    <a:pt x="6358" y="12815"/>
                  </a:lnTo>
                  <a:lnTo>
                    <a:pt x="5936" y="12775"/>
                  </a:lnTo>
                  <a:lnTo>
                    <a:pt x="5515" y="12735"/>
                  </a:lnTo>
                  <a:lnTo>
                    <a:pt x="5114" y="12675"/>
                  </a:lnTo>
                  <a:lnTo>
                    <a:pt x="4733" y="12575"/>
                  </a:lnTo>
                  <a:lnTo>
                    <a:pt x="4352" y="12454"/>
                  </a:lnTo>
                  <a:lnTo>
                    <a:pt x="3991" y="12334"/>
                  </a:lnTo>
                  <a:lnTo>
                    <a:pt x="3991" y="12334"/>
                  </a:lnTo>
                  <a:lnTo>
                    <a:pt x="3590" y="12133"/>
                  </a:lnTo>
                  <a:lnTo>
                    <a:pt x="3189" y="11933"/>
                  </a:lnTo>
                  <a:lnTo>
                    <a:pt x="2808" y="11692"/>
                  </a:lnTo>
                  <a:lnTo>
                    <a:pt x="2447" y="11431"/>
                  </a:lnTo>
                  <a:lnTo>
                    <a:pt x="2126" y="11171"/>
                  </a:lnTo>
                  <a:lnTo>
                    <a:pt x="1805" y="10870"/>
                  </a:lnTo>
                  <a:lnTo>
                    <a:pt x="1524" y="10549"/>
                  </a:lnTo>
                  <a:lnTo>
                    <a:pt x="1244" y="10228"/>
                  </a:lnTo>
                  <a:lnTo>
                    <a:pt x="1003" y="9887"/>
                  </a:lnTo>
                  <a:lnTo>
                    <a:pt x="782" y="9526"/>
                  </a:lnTo>
                  <a:lnTo>
                    <a:pt x="602" y="9165"/>
                  </a:lnTo>
                  <a:lnTo>
                    <a:pt x="421" y="8804"/>
                  </a:lnTo>
                  <a:lnTo>
                    <a:pt x="281" y="8423"/>
                  </a:lnTo>
                  <a:lnTo>
                    <a:pt x="181" y="8042"/>
                  </a:lnTo>
                  <a:lnTo>
                    <a:pt x="101" y="7661"/>
                  </a:lnTo>
                  <a:lnTo>
                    <a:pt x="40" y="7280"/>
                  </a:lnTo>
                  <a:lnTo>
                    <a:pt x="40" y="7280"/>
                  </a:lnTo>
                  <a:lnTo>
                    <a:pt x="20" y="6959"/>
                  </a:lnTo>
                  <a:lnTo>
                    <a:pt x="0" y="6658"/>
                  </a:lnTo>
                  <a:lnTo>
                    <a:pt x="0" y="6358"/>
                  </a:lnTo>
                  <a:lnTo>
                    <a:pt x="20" y="6057"/>
                  </a:lnTo>
                  <a:lnTo>
                    <a:pt x="40" y="5756"/>
                  </a:lnTo>
                  <a:lnTo>
                    <a:pt x="101" y="5455"/>
                  </a:lnTo>
                  <a:lnTo>
                    <a:pt x="141" y="5174"/>
                  </a:lnTo>
                  <a:lnTo>
                    <a:pt x="221" y="4874"/>
                  </a:lnTo>
                  <a:lnTo>
                    <a:pt x="301" y="4593"/>
                  </a:lnTo>
                  <a:lnTo>
                    <a:pt x="381" y="4312"/>
                  </a:lnTo>
                  <a:lnTo>
                    <a:pt x="502" y="4051"/>
                  </a:lnTo>
                  <a:lnTo>
                    <a:pt x="622" y="3771"/>
                  </a:lnTo>
                  <a:lnTo>
                    <a:pt x="742" y="3510"/>
                  </a:lnTo>
                  <a:lnTo>
                    <a:pt x="883" y="3269"/>
                  </a:lnTo>
                  <a:lnTo>
                    <a:pt x="1023" y="3009"/>
                  </a:lnTo>
                  <a:lnTo>
                    <a:pt x="1184" y="2768"/>
                  </a:lnTo>
                  <a:lnTo>
                    <a:pt x="1184" y="2768"/>
                  </a:lnTo>
                  <a:lnTo>
                    <a:pt x="1424" y="2447"/>
                  </a:lnTo>
                  <a:lnTo>
                    <a:pt x="1685" y="2126"/>
                  </a:lnTo>
                  <a:lnTo>
                    <a:pt x="1966" y="1845"/>
                  </a:lnTo>
                  <a:lnTo>
                    <a:pt x="2266" y="1565"/>
                  </a:lnTo>
                  <a:lnTo>
                    <a:pt x="2567" y="1304"/>
                  </a:lnTo>
                  <a:lnTo>
                    <a:pt x="2908" y="1063"/>
                  </a:lnTo>
                  <a:lnTo>
                    <a:pt x="3249" y="843"/>
                  </a:lnTo>
                  <a:lnTo>
                    <a:pt x="3610" y="642"/>
                  </a:lnTo>
                  <a:lnTo>
                    <a:pt x="3971" y="482"/>
                  </a:lnTo>
                  <a:lnTo>
                    <a:pt x="4352" y="341"/>
                  </a:lnTo>
                  <a:lnTo>
                    <a:pt x="4753" y="221"/>
                  </a:lnTo>
                  <a:lnTo>
                    <a:pt x="5154" y="121"/>
                  </a:lnTo>
                  <a:lnTo>
                    <a:pt x="5555" y="61"/>
                  </a:lnTo>
                  <a:lnTo>
                    <a:pt x="5977" y="20"/>
                  </a:lnTo>
                  <a:lnTo>
                    <a:pt x="6418" y="0"/>
                  </a:lnTo>
                  <a:lnTo>
                    <a:pt x="6859" y="20"/>
                  </a:lnTo>
                  <a:lnTo>
                    <a:pt x="6859" y="20"/>
                  </a:lnTo>
                  <a:lnTo>
                    <a:pt x="7240" y="81"/>
                  </a:lnTo>
                  <a:lnTo>
                    <a:pt x="7621" y="141"/>
                  </a:lnTo>
                  <a:lnTo>
                    <a:pt x="8002" y="241"/>
                  </a:lnTo>
                  <a:lnTo>
                    <a:pt x="8363" y="341"/>
                  </a:lnTo>
                  <a:lnTo>
                    <a:pt x="8704" y="462"/>
                  </a:lnTo>
                  <a:lnTo>
                    <a:pt x="9045" y="622"/>
                  </a:lnTo>
                  <a:lnTo>
                    <a:pt x="9386" y="783"/>
                  </a:lnTo>
                  <a:lnTo>
                    <a:pt x="9687" y="963"/>
                  </a:lnTo>
                  <a:lnTo>
                    <a:pt x="10008" y="1143"/>
                  </a:lnTo>
                  <a:lnTo>
                    <a:pt x="10288" y="1364"/>
                  </a:lnTo>
                  <a:lnTo>
                    <a:pt x="10569" y="1585"/>
                  </a:lnTo>
                  <a:lnTo>
                    <a:pt x="10830" y="1825"/>
                  </a:lnTo>
                  <a:lnTo>
                    <a:pt x="11090" y="2086"/>
                  </a:lnTo>
                  <a:lnTo>
                    <a:pt x="11311" y="2367"/>
                  </a:lnTo>
                  <a:lnTo>
                    <a:pt x="11532" y="2648"/>
                  </a:lnTo>
                  <a:lnTo>
                    <a:pt x="11732" y="2928"/>
                  </a:lnTo>
                  <a:lnTo>
                    <a:pt x="11933" y="3229"/>
                  </a:lnTo>
                  <a:lnTo>
                    <a:pt x="12093" y="3550"/>
                  </a:lnTo>
                  <a:lnTo>
                    <a:pt x="12254" y="3871"/>
                  </a:lnTo>
                  <a:lnTo>
                    <a:pt x="12374" y="4192"/>
                  </a:lnTo>
                  <a:lnTo>
                    <a:pt x="12494" y="4533"/>
                  </a:lnTo>
                  <a:lnTo>
                    <a:pt x="12595" y="4874"/>
                  </a:lnTo>
                  <a:lnTo>
                    <a:pt x="12675" y="5235"/>
                  </a:lnTo>
                  <a:lnTo>
                    <a:pt x="12715" y="5576"/>
                  </a:lnTo>
                  <a:lnTo>
                    <a:pt x="12755" y="5957"/>
                  </a:lnTo>
                  <a:lnTo>
                    <a:pt x="12775" y="6318"/>
                  </a:lnTo>
                  <a:lnTo>
                    <a:pt x="12775" y="6679"/>
                  </a:lnTo>
                  <a:lnTo>
                    <a:pt x="12735" y="7060"/>
                  </a:lnTo>
                  <a:lnTo>
                    <a:pt x="12695" y="7421"/>
                  </a:lnTo>
                  <a:lnTo>
                    <a:pt x="12615" y="7802"/>
                  </a:lnTo>
                  <a:lnTo>
                    <a:pt x="12514" y="8183"/>
                  </a:lnTo>
                  <a:lnTo>
                    <a:pt x="12394" y="85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26"/>
            <p:cNvSpPr/>
            <p:nvPr/>
          </p:nvSpPr>
          <p:spPr>
            <a:xfrm>
              <a:off x="11521025" y="4562675"/>
              <a:ext cx="289825" cy="320400"/>
            </a:xfrm>
            <a:custGeom>
              <a:avLst/>
              <a:gdLst/>
              <a:ahLst/>
              <a:cxnLst/>
              <a:rect l="l" t="t" r="r" b="b"/>
              <a:pathLst>
                <a:path w="11593" h="12816" extrusionOk="0">
                  <a:moveTo>
                    <a:pt x="5134" y="0"/>
                  </a:moveTo>
                  <a:lnTo>
                    <a:pt x="4733" y="20"/>
                  </a:lnTo>
                  <a:lnTo>
                    <a:pt x="4332" y="61"/>
                  </a:lnTo>
                  <a:lnTo>
                    <a:pt x="3951" y="121"/>
                  </a:lnTo>
                  <a:lnTo>
                    <a:pt x="3590" y="201"/>
                  </a:lnTo>
                  <a:lnTo>
                    <a:pt x="3229" y="321"/>
                  </a:lnTo>
                  <a:lnTo>
                    <a:pt x="2868" y="442"/>
                  </a:lnTo>
                  <a:lnTo>
                    <a:pt x="2527" y="602"/>
                  </a:lnTo>
                  <a:lnTo>
                    <a:pt x="2186" y="762"/>
                  </a:lnTo>
                  <a:lnTo>
                    <a:pt x="1866" y="963"/>
                  </a:lnTo>
                  <a:lnTo>
                    <a:pt x="1565" y="1164"/>
                  </a:lnTo>
                  <a:lnTo>
                    <a:pt x="1264" y="1404"/>
                  </a:lnTo>
                  <a:lnTo>
                    <a:pt x="983" y="1645"/>
                  </a:lnTo>
                  <a:lnTo>
                    <a:pt x="722" y="1906"/>
                  </a:lnTo>
                  <a:lnTo>
                    <a:pt x="462" y="2186"/>
                  </a:lnTo>
                  <a:lnTo>
                    <a:pt x="221" y="2467"/>
                  </a:lnTo>
                  <a:lnTo>
                    <a:pt x="1" y="2768"/>
                  </a:lnTo>
                  <a:lnTo>
                    <a:pt x="1" y="2768"/>
                  </a:lnTo>
                  <a:lnTo>
                    <a:pt x="382" y="2487"/>
                  </a:lnTo>
                  <a:lnTo>
                    <a:pt x="783" y="2246"/>
                  </a:lnTo>
                  <a:lnTo>
                    <a:pt x="1204" y="2026"/>
                  </a:lnTo>
                  <a:lnTo>
                    <a:pt x="1645" y="1845"/>
                  </a:lnTo>
                  <a:lnTo>
                    <a:pt x="2086" y="1705"/>
                  </a:lnTo>
                  <a:lnTo>
                    <a:pt x="2527" y="1605"/>
                  </a:lnTo>
                  <a:lnTo>
                    <a:pt x="2989" y="1545"/>
                  </a:lnTo>
                  <a:lnTo>
                    <a:pt x="3450" y="1525"/>
                  </a:lnTo>
                  <a:lnTo>
                    <a:pt x="3811" y="1545"/>
                  </a:lnTo>
                  <a:lnTo>
                    <a:pt x="4172" y="1585"/>
                  </a:lnTo>
                  <a:lnTo>
                    <a:pt x="4533" y="1645"/>
                  </a:lnTo>
                  <a:lnTo>
                    <a:pt x="4894" y="1745"/>
                  </a:lnTo>
                  <a:lnTo>
                    <a:pt x="5295" y="1865"/>
                  </a:lnTo>
                  <a:lnTo>
                    <a:pt x="5656" y="2046"/>
                  </a:lnTo>
                  <a:lnTo>
                    <a:pt x="6017" y="2246"/>
                  </a:lnTo>
                  <a:lnTo>
                    <a:pt x="6338" y="2467"/>
                  </a:lnTo>
                  <a:lnTo>
                    <a:pt x="6659" y="2708"/>
                  </a:lnTo>
                  <a:lnTo>
                    <a:pt x="6959" y="2989"/>
                  </a:lnTo>
                  <a:lnTo>
                    <a:pt x="7240" y="3289"/>
                  </a:lnTo>
                  <a:lnTo>
                    <a:pt x="7501" y="3610"/>
                  </a:lnTo>
                  <a:lnTo>
                    <a:pt x="7722" y="3931"/>
                  </a:lnTo>
                  <a:lnTo>
                    <a:pt x="7922" y="4292"/>
                  </a:lnTo>
                  <a:lnTo>
                    <a:pt x="8103" y="4653"/>
                  </a:lnTo>
                  <a:lnTo>
                    <a:pt x="8263" y="5034"/>
                  </a:lnTo>
                  <a:lnTo>
                    <a:pt x="8383" y="5415"/>
                  </a:lnTo>
                  <a:lnTo>
                    <a:pt x="8484" y="5796"/>
                  </a:lnTo>
                  <a:lnTo>
                    <a:pt x="8544" y="6197"/>
                  </a:lnTo>
                  <a:lnTo>
                    <a:pt x="8584" y="6618"/>
                  </a:lnTo>
                  <a:lnTo>
                    <a:pt x="8584" y="6999"/>
                  </a:lnTo>
                  <a:lnTo>
                    <a:pt x="8564" y="7380"/>
                  </a:lnTo>
                  <a:lnTo>
                    <a:pt x="8504" y="7761"/>
                  </a:lnTo>
                  <a:lnTo>
                    <a:pt x="8423" y="8122"/>
                  </a:lnTo>
                  <a:lnTo>
                    <a:pt x="8303" y="8483"/>
                  </a:lnTo>
                  <a:lnTo>
                    <a:pt x="8163" y="8844"/>
                  </a:lnTo>
                  <a:lnTo>
                    <a:pt x="8002" y="9185"/>
                  </a:lnTo>
                  <a:lnTo>
                    <a:pt x="7822" y="9526"/>
                  </a:lnTo>
                  <a:lnTo>
                    <a:pt x="7621" y="9847"/>
                  </a:lnTo>
                  <a:lnTo>
                    <a:pt x="7401" y="10148"/>
                  </a:lnTo>
                  <a:lnTo>
                    <a:pt x="7140" y="10429"/>
                  </a:lnTo>
                  <a:lnTo>
                    <a:pt x="6879" y="10710"/>
                  </a:lnTo>
                  <a:lnTo>
                    <a:pt x="6598" y="10970"/>
                  </a:lnTo>
                  <a:lnTo>
                    <a:pt x="6298" y="11211"/>
                  </a:lnTo>
                  <a:lnTo>
                    <a:pt x="5977" y="11431"/>
                  </a:lnTo>
                  <a:lnTo>
                    <a:pt x="5656" y="11612"/>
                  </a:lnTo>
                  <a:lnTo>
                    <a:pt x="5315" y="11792"/>
                  </a:lnTo>
                  <a:lnTo>
                    <a:pt x="4974" y="11933"/>
                  </a:lnTo>
                  <a:lnTo>
                    <a:pt x="4633" y="12053"/>
                  </a:lnTo>
                  <a:lnTo>
                    <a:pt x="4272" y="12153"/>
                  </a:lnTo>
                  <a:lnTo>
                    <a:pt x="3911" y="12214"/>
                  </a:lnTo>
                  <a:lnTo>
                    <a:pt x="3550" y="12274"/>
                  </a:lnTo>
                  <a:lnTo>
                    <a:pt x="3189" y="12314"/>
                  </a:lnTo>
                  <a:lnTo>
                    <a:pt x="2808" y="12334"/>
                  </a:lnTo>
                  <a:lnTo>
                    <a:pt x="3109" y="12434"/>
                  </a:lnTo>
                  <a:lnTo>
                    <a:pt x="3390" y="12534"/>
                  </a:lnTo>
                  <a:lnTo>
                    <a:pt x="3691" y="12615"/>
                  </a:lnTo>
                  <a:lnTo>
                    <a:pt x="4011" y="12675"/>
                  </a:lnTo>
                  <a:lnTo>
                    <a:pt x="4332" y="12735"/>
                  </a:lnTo>
                  <a:lnTo>
                    <a:pt x="4653" y="12775"/>
                  </a:lnTo>
                  <a:lnTo>
                    <a:pt x="4994" y="12795"/>
                  </a:lnTo>
                  <a:lnTo>
                    <a:pt x="5335" y="12815"/>
                  </a:lnTo>
                  <a:lnTo>
                    <a:pt x="5676" y="12795"/>
                  </a:lnTo>
                  <a:lnTo>
                    <a:pt x="6037" y="12775"/>
                  </a:lnTo>
                  <a:lnTo>
                    <a:pt x="6498" y="12715"/>
                  </a:lnTo>
                  <a:lnTo>
                    <a:pt x="6919" y="12615"/>
                  </a:lnTo>
                  <a:lnTo>
                    <a:pt x="7340" y="12494"/>
                  </a:lnTo>
                  <a:lnTo>
                    <a:pt x="7762" y="12334"/>
                  </a:lnTo>
                  <a:lnTo>
                    <a:pt x="8143" y="12153"/>
                  </a:lnTo>
                  <a:lnTo>
                    <a:pt x="8524" y="11933"/>
                  </a:lnTo>
                  <a:lnTo>
                    <a:pt x="8885" y="11692"/>
                  </a:lnTo>
                  <a:lnTo>
                    <a:pt x="9226" y="11431"/>
                  </a:lnTo>
                  <a:lnTo>
                    <a:pt x="9546" y="11131"/>
                  </a:lnTo>
                  <a:lnTo>
                    <a:pt x="9847" y="10830"/>
                  </a:lnTo>
                  <a:lnTo>
                    <a:pt x="10128" y="10489"/>
                  </a:lnTo>
                  <a:lnTo>
                    <a:pt x="10409" y="10128"/>
                  </a:lnTo>
                  <a:lnTo>
                    <a:pt x="10629" y="9767"/>
                  </a:lnTo>
                  <a:lnTo>
                    <a:pt x="10850" y="9366"/>
                  </a:lnTo>
                  <a:lnTo>
                    <a:pt x="11051" y="8965"/>
                  </a:lnTo>
                  <a:lnTo>
                    <a:pt x="11211" y="8564"/>
                  </a:lnTo>
                  <a:lnTo>
                    <a:pt x="11291" y="8283"/>
                  </a:lnTo>
                  <a:lnTo>
                    <a:pt x="11371" y="8002"/>
                  </a:lnTo>
                  <a:lnTo>
                    <a:pt x="11452" y="7741"/>
                  </a:lnTo>
                  <a:lnTo>
                    <a:pt x="11492" y="7461"/>
                  </a:lnTo>
                  <a:lnTo>
                    <a:pt x="11572" y="6919"/>
                  </a:lnTo>
                  <a:lnTo>
                    <a:pt x="11592" y="6378"/>
                  </a:lnTo>
                  <a:lnTo>
                    <a:pt x="11592" y="6077"/>
                  </a:lnTo>
                  <a:lnTo>
                    <a:pt x="11572" y="5776"/>
                  </a:lnTo>
                  <a:lnTo>
                    <a:pt x="11532" y="5495"/>
                  </a:lnTo>
                  <a:lnTo>
                    <a:pt x="11472" y="5195"/>
                  </a:lnTo>
                  <a:lnTo>
                    <a:pt x="11412" y="4914"/>
                  </a:lnTo>
                  <a:lnTo>
                    <a:pt x="11331" y="4633"/>
                  </a:lnTo>
                  <a:lnTo>
                    <a:pt x="11251" y="4352"/>
                  </a:lnTo>
                  <a:lnTo>
                    <a:pt x="11151" y="4071"/>
                  </a:lnTo>
                  <a:lnTo>
                    <a:pt x="11031" y="3811"/>
                  </a:lnTo>
                  <a:lnTo>
                    <a:pt x="10910" y="3550"/>
                  </a:lnTo>
                  <a:lnTo>
                    <a:pt x="10770" y="3289"/>
                  </a:lnTo>
                  <a:lnTo>
                    <a:pt x="10629" y="3049"/>
                  </a:lnTo>
                  <a:lnTo>
                    <a:pt x="10469" y="2788"/>
                  </a:lnTo>
                  <a:lnTo>
                    <a:pt x="10288" y="2567"/>
                  </a:lnTo>
                  <a:lnTo>
                    <a:pt x="10108" y="2327"/>
                  </a:lnTo>
                  <a:lnTo>
                    <a:pt x="9928" y="2106"/>
                  </a:lnTo>
                  <a:lnTo>
                    <a:pt x="9727" y="1906"/>
                  </a:lnTo>
                  <a:lnTo>
                    <a:pt x="9506" y="1705"/>
                  </a:lnTo>
                  <a:lnTo>
                    <a:pt x="9286" y="1504"/>
                  </a:lnTo>
                  <a:lnTo>
                    <a:pt x="9045" y="1324"/>
                  </a:lnTo>
                  <a:lnTo>
                    <a:pt x="8825" y="1164"/>
                  </a:lnTo>
                  <a:lnTo>
                    <a:pt x="8564" y="983"/>
                  </a:lnTo>
                  <a:lnTo>
                    <a:pt x="8303" y="843"/>
                  </a:lnTo>
                  <a:lnTo>
                    <a:pt x="8042" y="702"/>
                  </a:lnTo>
                  <a:lnTo>
                    <a:pt x="7782" y="562"/>
                  </a:lnTo>
                  <a:lnTo>
                    <a:pt x="7501" y="462"/>
                  </a:lnTo>
                  <a:lnTo>
                    <a:pt x="7200" y="341"/>
                  </a:lnTo>
                  <a:lnTo>
                    <a:pt x="6919" y="261"/>
                  </a:lnTo>
                  <a:lnTo>
                    <a:pt x="6619" y="181"/>
                  </a:lnTo>
                  <a:lnTo>
                    <a:pt x="6298" y="121"/>
                  </a:lnTo>
                  <a:lnTo>
                    <a:pt x="5997" y="61"/>
                  </a:lnTo>
                  <a:lnTo>
                    <a:pt x="5676" y="20"/>
                  </a:lnTo>
                  <a:lnTo>
                    <a:pt x="5395" y="20"/>
                  </a:lnTo>
                  <a:lnTo>
                    <a:pt x="5134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26"/>
            <p:cNvSpPr/>
            <p:nvPr/>
          </p:nvSpPr>
          <p:spPr>
            <a:xfrm>
              <a:off x="11521025" y="4562675"/>
              <a:ext cx="289825" cy="320400"/>
            </a:xfrm>
            <a:custGeom>
              <a:avLst/>
              <a:gdLst/>
              <a:ahLst/>
              <a:cxnLst/>
              <a:rect l="l" t="t" r="r" b="b"/>
              <a:pathLst>
                <a:path w="11593" h="12816" fill="none" extrusionOk="0">
                  <a:moveTo>
                    <a:pt x="5134" y="0"/>
                  </a:moveTo>
                  <a:lnTo>
                    <a:pt x="5134" y="0"/>
                  </a:lnTo>
                  <a:lnTo>
                    <a:pt x="4733" y="20"/>
                  </a:lnTo>
                  <a:lnTo>
                    <a:pt x="4332" y="61"/>
                  </a:lnTo>
                  <a:lnTo>
                    <a:pt x="3951" y="121"/>
                  </a:lnTo>
                  <a:lnTo>
                    <a:pt x="3590" y="201"/>
                  </a:lnTo>
                  <a:lnTo>
                    <a:pt x="3229" y="321"/>
                  </a:lnTo>
                  <a:lnTo>
                    <a:pt x="2868" y="442"/>
                  </a:lnTo>
                  <a:lnTo>
                    <a:pt x="2527" y="602"/>
                  </a:lnTo>
                  <a:lnTo>
                    <a:pt x="2186" y="762"/>
                  </a:lnTo>
                  <a:lnTo>
                    <a:pt x="1866" y="963"/>
                  </a:lnTo>
                  <a:lnTo>
                    <a:pt x="1565" y="1164"/>
                  </a:lnTo>
                  <a:lnTo>
                    <a:pt x="1264" y="1404"/>
                  </a:lnTo>
                  <a:lnTo>
                    <a:pt x="983" y="1645"/>
                  </a:lnTo>
                  <a:lnTo>
                    <a:pt x="722" y="1906"/>
                  </a:lnTo>
                  <a:lnTo>
                    <a:pt x="462" y="2186"/>
                  </a:lnTo>
                  <a:lnTo>
                    <a:pt x="221" y="2467"/>
                  </a:lnTo>
                  <a:lnTo>
                    <a:pt x="1" y="2768"/>
                  </a:lnTo>
                  <a:lnTo>
                    <a:pt x="1" y="2768"/>
                  </a:lnTo>
                  <a:lnTo>
                    <a:pt x="382" y="2487"/>
                  </a:lnTo>
                  <a:lnTo>
                    <a:pt x="783" y="2246"/>
                  </a:lnTo>
                  <a:lnTo>
                    <a:pt x="1204" y="2026"/>
                  </a:lnTo>
                  <a:lnTo>
                    <a:pt x="1645" y="1845"/>
                  </a:lnTo>
                  <a:lnTo>
                    <a:pt x="2086" y="1705"/>
                  </a:lnTo>
                  <a:lnTo>
                    <a:pt x="2527" y="1605"/>
                  </a:lnTo>
                  <a:lnTo>
                    <a:pt x="2989" y="1545"/>
                  </a:lnTo>
                  <a:lnTo>
                    <a:pt x="3450" y="1525"/>
                  </a:lnTo>
                  <a:lnTo>
                    <a:pt x="3450" y="1525"/>
                  </a:lnTo>
                  <a:lnTo>
                    <a:pt x="3811" y="1545"/>
                  </a:lnTo>
                  <a:lnTo>
                    <a:pt x="4172" y="1585"/>
                  </a:lnTo>
                  <a:lnTo>
                    <a:pt x="4533" y="1645"/>
                  </a:lnTo>
                  <a:lnTo>
                    <a:pt x="4894" y="1745"/>
                  </a:lnTo>
                  <a:lnTo>
                    <a:pt x="4894" y="1745"/>
                  </a:lnTo>
                  <a:lnTo>
                    <a:pt x="5295" y="1865"/>
                  </a:lnTo>
                  <a:lnTo>
                    <a:pt x="5656" y="2046"/>
                  </a:lnTo>
                  <a:lnTo>
                    <a:pt x="6017" y="2246"/>
                  </a:lnTo>
                  <a:lnTo>
                    <a:pt x="6338" y="2467"/>
                  </a:lnTo>
                  <a:lnTo>
                    <a:pt x="6659" y="2708"/>
                  </a:lnTo>
                  <a:lnTo>
                    <a:pt x="6959" y="2989"/>
                  </a:lnTo>
                  <a:lnTo>
                    <a:pt x="7240" y="3289"/>
                  </a:lnTo>
                  <a:lnTo>
                    <a:pt x="7501" y="3610"/>
                  </a:lnTo>
                  <a:lnTo>
                    <a:pt x="7722" y="3931"/>
                  </a:lnTo>
                  <a:lnTo>
                    <a:pt x="7922" y="4292"/>
                  </a:lnTo>
                  <a:lnTo>
                    <a:pt x="8103" y="4653"/>
                  </a:lnTo>
                  <a:lnTo>
                    <a:pt x="8263" y="5034"/>
                  </a:lnTo>
                  <a:lnTo>
                    <a:pt x="8383" y="5415"/>
                  </a:lnTo>
                  <a:lnTo>
                    <a:pt x="8484" y="5796"/>
                  </a:lnTo>
                  <a:lnTo>
                    <a:pt x="8544" y="6197"/>
                  </a:lnTo>
                  <a:lnTo>
                    <a:pt x="8584" y="6618"/>
                  </a:lnTo>
                  <a:lnTo>
                    <a:pt x="8584" y="6618"/>
                  </a:lnTo>
                  <a:lnTo>
                    <a:pt x="8584" y="6999"/>
                  </a:lnTo>
                  <a:lnTo>
                    <a:pt x="8564" y="7380"/>
                  </a:lnTo>
                  <a:lnTo>
                    <a:pt x="8504" y="7761"/>
                  </a:lnTo>
                  <a:lnTo>
                    <a:pt x="8423" y="8122"/>
                  </a:lnTo>
                  <a:lnTo>
                    <a:pt x="8303" y="8483"/>
                  </a:lnTo>
                  <a:lnTo>
                    <a:pt x="8163" y="8844"/>
                  </a:lnTo>
                  <a:lnTo>
                    <a:pt x="8002" y="9185"/>
                  </a:lnTo>
                  <a:lnTo>
                    <a:pt x="7822" y="9526"/>
                  </a:lnTo>
                  <a:lnTo>
                    <a:pt x="7621" y="9847"/>
                  </a:lnTo>
                  <a:lnTo>
                    <a:pt x="7401" y="10148"/>
                  </a:lnTo>
                  <a:lnTo>
                    <a:pt x="7140" y="10429"/>
                  </a:lnTo>
                  <a:lnTo>
                    <a:pt x="6879" y="10710"/>
                  </a:lnTo>
                  <a:lnTo>
                    <a:pt x="6598" y="10970"/>
                  </a:lnTo>
                  <a:lnTo>
                    <a:pt x="6298" y="11211"/>
                  </a:lnTo>
                  <a:lnTo>
                    <a:pt x="5977" y="11431"/>
                  </a:lnTo>
                  <a:lnTo>
                    <a:pt x="5656" y="11612"/>
                  </a:lnTo>
                  <a:lnTo>
                    <a:pt x="5656" y="11612"/>
                  </a:lnTo>
                  <a:lnTo>
                    <a:pt x="5315" y="11792"/>
                  </a:lnTo>
                  <a:lnTo>
                    <a:pt x="4974" y="11933"/>
                  </a:lnTo>
                  <a:lnTo>
                    <a:pt x="4633" y="12053"/>
                  </a:lnTo>
                  <a:lnTo>
                    <a:pt x="4272" y="12153"/>
                  </a:lnTo>
                  <a:lnTo>
                    <a:pt x="3911" y="12214"/>
                  </a:lnTo>
                  <a:lnTo>
                    <a:pt x="3550" y="12274"/>
                  </a:lnTo>
                  <a:lnTo>
                    <a:pt x="3189" y="12314"/>
                  </a:lnTo>
                  <a:lnTo>
                    <a:pt x="2808" y="12334"/>
                  </a:lnTo>
                  <a:lnTo>
                    <a:pt x="2808" y="12334"/>
                  </a:lnTo>
                  <a:lnTo>
                    <a:pt x="3109" y="12434"/>
                  </a:lnTo>
                  <a:lnTo>
                    <a:pt x="3390" y="12534"/>
                  </a:lnTo>
                  <a:lnTo>
                    <a:pt x="3691" y="12615"/>
                  </a:lnTo>
                  <a:lnTo>
                    <a:pt x="4011" y="12675"/>
                  </a:lnTo>
                  <a:lnTo>
                    <a:pt x="4332" y="12735"/>
                  </a:lnTo>
                  <a:lnTo>
                    <a:pt x="4653" y="12775"/>
                  </a:lnTo>
                  <a:lnTo>
                    <a:pt x="4994" y="12795"/>
                  </a:lnTo>
                  <a:lnTo>
                    <a:pt x="5335" y="12815"/>
                  </a:lnTo>
                  <a:lnTo>
                    <a:pt x="5335" y="12815"/>
                  </a:lnTo>
                  <a:lnTo>
                    <a:pt x="5676" y="12795"/>
                  </a:lnTo>
                  <a:lnTo>
                    <a:pt x="6037" y="12775"/>
                  </a:lnTo>
                  <a:lnTo>
                    <a:pt x="6037" y="12775"/>
                  </a:lnTo>
                  <a:lnTo>
                    <a:pt x="6498" y="12715"/>
                  </a:lnTo>
                  <a:lnTo>
                    <a:pt x="6919" y="12615"/>
                  </a:lnTo>
                  <a:lnTo>
                    <a:pt x="7340" y="12494"/>
                  </a:lnTo>
                  <a:lnTo>
                    <a:pt x="7762" y="12334"/>
                  </a:lnTo>
                  <a:lnTo>
                    <a:pt x="8143" y="12153"/>
                  </a:lnTo>
                  <a:lnTo>
                    <a:pt x="8524" y="11933"/>
                  </a:lnTo>
                  <a:lnTo>
                    <a:pt x="8885" y="11692"/>
                  </a:lnTo>
                  <a:lnTo>
                    <a:pt x="9226" y="11431"/>
                  </a:lnTo>
                  <a:lnTo>
                    <a:pt x="9546" y="11131"/>
                  </a:lnTo>
                  <a:lnTo>
                    <a:pt x="9847" y="10830"/>
                  </a:lnTo>
                  <a:lnTo>
                    <a:pt x="10128" y="10489"/>
                  </a:lnTo>
                  <a:lnTo>
                    <a:pt x="10409" y="10128"/>
                  </a:lnTo>
                  <a:lnTo>
                    <a:pt x="10629" y="9767"/>
                  </a:lnTo>
                  <a:lnTo>
                    <a:pt x="10850" y="9366"/>
                  </a:lnTo>
                  <a:lnTo>
                    <a:pt x="11051" y="8965"/>
                  </a:lnTo>
                  <a:lnTo>
                    <a:pt x="11211" y="8564"/>
                  </a:lnTo>
                  <a:lnTo>
                    <a:pt x="11211" y="8564"/>
                  </a:lnTo>
                  <a:lnTo>
                    <a:pt x="11291" y="8283"/>
                  </a:lnTo>
                  <a:lnTo>
                    <a:pt x="11371" y="8002"/>
                  </a:lnTo>
                  <a:lnTo>
                    <a:pt x="11452" y="7741"/>
                  </a:lnTo>
                  <a:lnTo>
                    <a:pt x="11492" y="7461"/>
                  </a:lnTo>
                  <a:lnTo>
                    <a:pt x="11572" y="6919"/>
                  </a:lnTo>
                  <a:lnTo>
                    <a:pt x="11592" y="6378"/>
                  </a:lnTo>
                  <a:lnTo>
                    <a:pt x="11592" y="6378"/>
                  </a:lnTo>
                  <a:lnTo>
                    <a:pt x="11592" y="6077"/>
                  </a:lnTo>
                  <a:lnTo>
                    <a:pt x="11572" y="5776"/>
                  </a:lnTo>
                  <a:lnTo>
                    <a:pt x="11532" y="5495"/>
                  </a:lnTo>
                  <a:lnTo>
                    <a:pt x="11472" y="5195"/>
                  </a:lnTo>
                  <a:lnTo>
                    <a:pt x="11412" y="4914"/>
                  </a:lnTo>
                  <a:lnTo>
                    <a:pt x="11331" y="4633"/>
                  </a:lnTo>
                  <a:lnTo>
                    <a:pt x="11251" y="4352"/>
                  </a:lnTo>
                  <a:lnTo>
                    <a:pt x="11151" y="4071"/>
                  </a:lnTo>
                  <a:lnTo>
                    <a:pt x="11031" y="3811"/>
                  </a:lnTo>
                  <a:lnTo>
                    <a:pt x="10910" y="3550"/>
                  </a:lnTo>
                  <a:lnTo>
                    <a:pt x="10770" y="3289"/>
                  </a:lnTo>
                  <a:lnTo>
                    <a:pt x="10629" y="3049"/>
                  </a:lnTo>
                  <a:lnTo>
                    <a:pt x="10469" y="2788"/>
                  </a:lnTo>
                  <a:lnTo>
                    <a:pt x="10288" y="2567"/>
                  </a:lnTo>
                  <a:lnTo>
                    <a:pt x="10108" y="2327"/>
                  </a:lnTo>
                  <a:lnTo>
                    <a:pt x="9928" y="2106"/>
                  </a:lnTo>
                  <a:lnTo>
                    <a:pt x="9727" y="1906"/>
                  </a:lnTo>
                  <a:lnTo>
                    <a:pt x="9506" y="1705"/>
                  </a:lnTo>
                  <a:lnTo>
                    <a:pt x="9286" y="1504"/>
                  </a:lnTo>
                  <a:lnTo>
                    <a:pt x="9045" y="1324"/>
                  </a:lnTo>
                  <a:lnTo>
                    <a:pt x="8825" y="1164"/>
                  </a:lnTo>
                  <a:lnTo>
                    <a:pt x="8564" y="983"/>
                  </a:lnTo>
                  <a:lnTo>
                    <a:pt x="8303" y="843"/>
                  </a:lnTo>
                  <a:lnTo>
                    <a:pt x="8042" y="702"/>
                  </a:lnTo>
                  <a:lnTo>
                    <a:pt x="7782" y="562"/>
                  </a:lnTo>
                  <a:lnTo>
                    <a:pt x="7501" y="462"/>
                  </a:lnTo>
                  <a:lnTo>
                    <a:pt x="7200" y="341"/>
                  </a:lnTo>
                  <a:lnTo>
                    <a:pt x="6919" y="261"/>
                  </a:lnTo>
                  <a:lnTo>
                    <a:pt x="6619" y="181"/>
                  </a:lnTo>
                  <a:lnTo>
                    <a:pt x="6298" y="121"/>
                  </a:lnTo>
                  <a:lnTo>
                    <a:pt x="5997" y="61"/>
                  </a:lnTo>
                  <a:lnTo>
                    <a:pt x="5676" y="20"/>
                  </a:lnTo>
                  <a:lnTo>
                    <a:pt x="5676" y="20"/>
                  </a:lnTo>
                  <a:lnTo>
                    <a:pt x="5395" y="20"/>
                  </a:lnTo>
                  <a:lnTo>
                    <a:pt x="513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26"/>
            <p:cNvSpPr/>
            <p:nvPr/>
          </p:nvSpPr>
          <p:spPr>
            <a:xfrm>
              <a:off x="11681975" y="4635375"/>
              <a:ext cx="62675" cy="62700"/>
            </a:xfrm>
            <a:custGeom>
              <a:avLst/>
              <a:gdLst/>
              <a:ahLst/>
              <a:cxnLst/>
              <a:rect l="l" t="t" r="r" b="b"/>
              <a:pathLst>
                <a:path w="2507" h="2508" extrusionOk="0">
                  <a:moveTo>
                    <a:pt x="1063" y="0"/>
                  </a:moveTo>
                  <a:lnTo>
                    <a:pt x="923" y="40"/>
                  </a:lnTo>
                  <a:lnTo>
                    <a:pt x="782" y="81"/>
                  </a:lnTo>
                  <a:lnTo>
                    <a:pt x="662" y="141"/>
                  </a:lnTo>
                  <a:lnTo>
                    <a:pt x="541" y="221"/>
                  </a:lnTo>
                  <a:lnTo>
                    <a:pt x="441" y="301"/>
                  </a:lnTo>
                  <a:lnTo>
                    <a:pt x="341" y="381"/>
                  </a:lnTo>
                  <a:lnTo>
                    <a:pt x="261" y="502"/>
                  </a:lnTo>
                  <a:lnTo>
                    <a:pt x="181" y="602"/>
                  </a:lnTo>
                  <a:lnTo>
                    <a:pt x="120" y="722"/>
                  </a:lnTo>
                  <a:lnTo>
                    <a:pt x="60" y="863"/>
                  </a:lnTo>
                  <a:lnTo>
                    <a:pt x="20" y="1003"/>
                  </a:lnTo>
                  <a:lnTo>
                    <a:pt x="0" y="1143"/>
                  </a:lnTo>
                  <a:lnTo>
                    <a:pt x="0" y="1284"/>
                  </a:lnTo>
                  <a:lnTo>
                    <a:pt x="0" y="1424"/>
                  </a:lnTo>
                  <a:lnTo>
                    <a:pt x="40" y="1645"/>
                  </a:lnTo>
                  <a:lnTo>
                    <a:pt x="140" y="1845"/>
                  </a:lnTo>
                  <a:lnTo>
                    <a:pt x="261" y="2046"/>
                  </a:lnTo>
                  <a:lnTo>
                    <a:pt x="441" y="2206"/>
                  </a:lnTo>
                  <a:lnTo>
                    <a:pt x="642" y="2347"/>
                  </a:lnTo>
                  <a:lnTo>
                    <a:pt x="742" y="2407"/>
                  </a:lnTo>
                  <a:lnTo>
                    <a:pt x="862" y="2447"/>
                  </a:lnTo>
                  <a:lnTo>
                    <a:pt x="1003" y="2487"/>
                  </a:lnTo>
                  <a:lnTo>
                    <a:pt x="1123" y="2507"/>
                  </a:lnTo>
                  <a:lnTo>
                    <a:pt x="1424" y="2507"/>
                  </a:lnTo>
                  <a:lnTo>
                    <a:pt x="1584" y="2487"/>
                  </a:lnTo>
                  <a:lnTo>
                    <a:pt x="1745" y="2427"/>
                  </a:lnTo>
                  <a:lnTo>
                    <a:pt x="1905" y="2347"/>
                  </a:lnTo>
                  <a:lnTo>
                    <a:pt x="2046" y="2246"/>
                  </a:lnTo>
                  <a:lnTo>
                    <a:pt x="2166" y="2126"/>
                  </a:lnTo>
                  <a:lnTo>
                    <a:pt x="2266" y="1986"/>
                  </a:lnTo>
                  <a:lnTo>
                    <a:pt x="2366" y="1845"/>
                  </a:lnTo>
                  <a:lnTo>
                    <a:pt x="2427" y="1685"/>
                  </a:lnTo>
                  <a:lnTo>
                    <a:pt x="2487" y="1524"/>
                  </a:lnTo>
                  <a:lnTo>
                    <a:pt x="2507" y="1384"/>
                  </a:lnTo>
                  <a:lnTo>
                    <a:pt x="2507" y="1244"/>
                  </a:lnTo>
                  <a:lnTo>
                    <a:pt x="2507" y="1083"/>
                  </a:lnTo>
                  <a:lnTo>
                    <a:pt x="2467" y="943"/>
                  </a:lnTo>
                  <a:lnTo>
                    <a:pt x="2427" y="823"/>
                  </a:lnTo>
                  <a:lnTo>
                    <a:pt x="2366" y="682"/>
                  </a:lnTo>
                  <a:lnTo>
                    <a:pt x="2306" y="562"/>
                  </a:lnTo>
                  <a:lnTo>
                    <a:pt x="2226" y="462"/>
                  </a:lnTo>
                  <a:lnTo>
                    <a:pt x="2126" y="361"/>
                  </a:lnTo>
                  <a:lnTo>
                    <a:pt x="2026" y="261"/>
                  </a:lnTo>
                  <a:lnTo>
                    <a:pt x="1905" y="181"/>
                  </a:lnTo>
                  <a:lnTo>
                    <a:pt x="1785" y="121"/>
                  </a:lnTo>
                  <a:lnTo>
                    <a:pt x="1644" y="60"/>
                  </a:lnTo>
                  <a:lnTo>
                    <a:pt x="1504" y="20"/>
                  </a:lnTo>
                  <a:lnTo>
                    <a:pt x="134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26"/>
            <p:cNvSpPr/>
            <p:nvPr/>
          </p:nvSpPr>
          <p:spPr>
            <a:xfrm>
              <a:off x="10943088" y="5379375"/>
              <a:ext cx="1395300" cy="1572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94" name="Google Shape;6194;p26"/>
          <p:cNvGrpSpPr/>
          <p:nvPr/>
        </p:nvGrpSpPr>
        <p:grpSpPr>
          <a:xfrm>
            <a:off x="6815325" y="-1175"/>
            <a:ext cx="260625" cy="1230500"/>
            <a:chOff x="6815325" y="0"/>
            <a:chExt cx="260625" cy="1230500"/>
          </a:xfrm>
        </p:grpSpPr>
        <p:sp>
          <p:nvSpPr>
            <p:cNvPr id="6195" name="Google Shape;6195;p26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extrusionOk="0">
                  <a:moveTo>
                    <a:pt x="1" y="36662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26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fill="none" extrusionOk="0">
                  <a:moveTo>
                    <a:pt x="1" y="36662"/>
                  </a:moveTo>
                  <a:lnTo>
                    <a:pt x="1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26"/>
            <p:cNvSpPr/>
            <p:nvPr/>
          </p:nvSpPr>
          <p:spPr>
            <a:xfrm>
              <a:off x="6933275" y="0"/>
              <a:ext cx="19675" cy="916575"/>
            </a:xfrm>
            <a:custGeom>
              <a:avLst/>
              <a:gdLst/>
              <a:ahLst/>
              <a:cxnLst/>
              <a:rect l="l" t="t" r="r" b="b"/>
              <a:pathLst>
                <a:path w="787" h="36663" extrusionOk="0">
                  <a:moveTo>
                    <a:pt x="0" y="0"/>
                  </a:moveTo>
                  <a:lnTo>
                    <a:pt x="0" y="36662"/>
                  </a:lnTo>
                  <a:lnTo>
                    <a:pt x="787" y="366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26"/>
            <p:cNvSpPr/>
            <p:nvPr/>
          </p:nvSpPr>
          <p:spPr>
            <a:xfrm>
              <a:off x="6815325" y="847475"/>
              <a:ext cx="260625" cy="383025"/>
            </a:xfrm>
            <a:custGeom>
              <a:avLst/>
              <a:gdLst/>
              <a:ahLst/>
              <a:cxnLst/>
              <a:rect l="l" t="t" r="r" b="b"/>
              <a:pathLst>
                <a:path w="10425" h="15321" extrusionOk="0">
                  <a:moveTo>
                    <a:pt x="7077" y="0"/>
                  </a:moveTo>
                  <a:lnTo>
                    <a:pt x="6718" y="23"/>
                  </a:lnTo>
                  <a:lnTo>
                    <a:pt x="6358" y="45"/>
                  </a:lnTo>
                  <a:lnTo>
                    <a:pt x="5999" y="90"/>
                  </a:lnTo>
                  <a:lnTo>
                    <a:pt x="5662" y="157"/>
                  </a:lnTo>
                  <a:lnTo>
                    <a:pt x="5303" y="247"/>
                  </a:lnTo>
                  <a:lnTo>
                    <a:pt x="4966" y="360"/>
                  </a:lnTo>
                  <a:lnTo>
                    <a:pt x="4651" y="472"/>
                  </a:lnTo>
                  <a:lnTo>
                    <a:pt x="4314" y="607"/>
                  </a:lnTo>
                  <a:lnTo>
                    <a:pt x="4000" y="764"/>
                  </a:lnTo>
                  <a:lnTo>
                    <a:pt x="3708" y="944"/>
                  </a:lnTo>
                  <a:lnTo>
                    <a:pt x="3416" y="1123"/>
                  </a:lnTo>
                  <a:lnTo>
                    <a:pt x="3123" y="1326"/>
                  </a:lnTo>
                  <a:lnTo>
                    <a:pt x="2831" y="1528"/>
                  </a:lnTo>
                  <a:lnTo>
                    <a:pt x="2584" y="1752"/>
                  </a:lnTo>
                  <a:lnTo>
                    <a:pt x="2315" y="1999"/>
                  </a:lnTo>
                  <a:lnTo>
                    <a:pt x="2068" y="2247"/>
                  </a:lnTo>
                  <a:lnTo>
                    <a:pt x="1843" y="2516"/>
                  </a:lnTo>
                  <a:lnTo>
                    <a:pt x="1618" y="2808"/>
                  </a:lnTo>
                  <a:lnTo>
                    <a:pt x="1394" y="3078"/>
                  </a:lnTo>
                  <a:lnTo>
                    <a:pt x="1214" y="3392"/>
                  </a:lnTo>
                  <a:lnTo>
                    <a:pt x="1012" y="3707"/>
                  </a:lnTo>
                  <a:lnTo>
                    <a:pt x="855" y="4021"/>
                  </a:lnTo>
                  <a:lnTo>
                    <a:pt x="697" y="4336"/>
                  </a:lnTo>
                  <a:lnTo>
                    <a:pt x="563" y="4695"/>
                  </a:lnTo>
                  <a:lnTo>
                    <a:pt x="428" y="5032"/>
                  </a:lnTo>
                  <a:lnTo>
                    <a:pt x="315" y="5392"/>
                  </a:lnTo>
                  <a:lnTo>
                    <a:pt x="226" y="5751"/>
                  </a:lnTo>
                  <a:lnTo>
                    <a:pt x="136" y="6110"/>
                  </a:lnTo>
                  <a:lnTo>
                    <a:pt x="68" y="6492"/>
                  </a:lnTo>
                  <a:lnTo>
                    <a:pt x="23" y="6874"/>
                  </a:lnTo>
                  <a:lnTo>
                    <a:pt x="1" y="7256"/>
                  </a:lnTo>
                  <a:lnTo>
                    <a:pt x="1" y="7661"/>
                  </a:lnTo>
                  <a:lnTo>
                    <a:pt x="1" y="8042"/>
                  </a:lnTo>
                  <a:lnTo>
                    <a:pt x="23" y="8447"/>
                  </a:lnTo>
                  <a:lnTo>
                    <a:pt x="68" y="8829"/>
                  </a:lnTo>
                  <a:lnTo>
                    <a:pt x="136" y="9211"/>
                  </a:lnTo>
                  <a:lnTo>
                    <a:pt x="226" y="9570"/>
                  </a:lnTo>
                  <a:lnTo>
                    <a:pt x="315" y="9929"/>
                  </a:lnTo>
                  <a:lnTo>
                    <a:pt x="428" y="10289"/>
                  </a:lnTo>
                  <a:lnTo>
                    <a:pt x="563" y="10648"/>
                  </a:lnTo>
                  <a:lnTo>
                    <a:pt x="697" y="10985"/>
                  </a:lnTo>
                  <a:lnTo>
                    <a:pt x="855" y="11322"/>
                  </a:lnTo>
                  <a:lnTo>
                    <a:pt x="1012" y="11637"/>
                  </a:lnTo>
                  <a:lnTo>
                    <a:pt x="1214" y="11951"/>
                  </a:lnTo>
                  <a:lnTo>
                    <a:pt x="1394" y="12243"/>
                  </a:lnTo>
                  <a:lnTo>
                    <a:pt x="1618" y="12535"/>
                  </a:lnTo>
                  <a:lnTo>
                    <a:pt x="1843" y="12805"/>
                  </a:lnTo>
                  <a:lnTo>
                    <a:pt x="2068" y="13075"/>
                  </a:lnTo>
                  <a:lnTo>
                    <a:pt x="2315" y="13344"/>
                  </a:lnTo>
                  <a:lnTo>
                    <a:pt x="2584" y="13569"/>
                  </a:lnTo>
                  <a:lnTo>
                    <a:pt x="2831" y="13793"/>
                  </a:lnTo>
                  <a:lnTo>
                    <a:pt x="3123" y="14018"/>
                  </a:lnTo>
                  <a:lnTo>
                    <a:pt x="3416" y="14220"/>
                  </a:lnTo>
                  <a:lnTo>
                    <a:pt x="3708" y="14400"/>
                  </a:lnTo>
                  <a:lnTo>
                    <a:pt x="4000" y="14580"/>
                  </a:lnTo>
                  <a:lnTo>
                    <a:pt x="4314" y="14714"/>
                  </a:lnTo>
                  <a:lnTo>
                    <a:pt x="4651" y="14872"/>
                  </a:lnTo>
                  <a:lnTo>
                    <a:pt x="4966" y="14984"/>
                  </a:lnTo>
                  <a:lnTo>
                    <a:pt x="5303" y="15074"/>
                  </a:lnTo>
                  <a:lnTo>
                    <a:pt x="5662" y="15164"/>
                  </a:lnTo>
                  <a:lnTo>
                    <a:pt x="5999" y="15231"/>
                  </a:lnTo>
                  <a:lnTo>
                    <a:pt x="6358" y="15276"/>
                  </a:lnTo>
                  <a:lnTo>
                    <a:pt x="6718" y="15321"/>
                  </a:lnTo>
                  <a:lnTo>
                    <a:pt x="7504" y="15321"/>
                  </a:lnTo>
                  <a:lnTo>
                    <a:pt x="7931" y="15276"/>
                  </a:lnTo>
                  <a:lnTo>
                    <a:pt x="8335" y="15209"/>
                  </a:lnTo>
                  <a:lnTo>
                    <a:pt x="8762" y="15119"/>
                  </a:lnTo>
                  <a:lnTo>
                    <a:pt x="9144" y="14984"/>
                  </a:lnTo>
                  <a:lnTo>
                    <a:pt x="9548" y="14849"/>
                  </a:lnTo>
                  <a:lnTo>
                    <a:pt x="9908" y="14692"/>
                  </a:lnTo>
                  <a:lnTo>
                    <a:pt x="10267" y="14512"/>
                  </a:lnTo>
                  <a:lnTo>
                    <a:pt x="9863" y="14243"/>
                  </a:lnTo>
                  <a:lnTo>
                    <a:pt x="9481" y="13951"/>
                  </a:lnTo>
                  <a:lnTo>
                    <a:pt x="9122" y="13636"/>
                  </a:lnTo>
                  <a:lnTo>
                    <a:pt x="8762" y="13299"/>
                  </a:lnTo>
                  <a:lnTo>
                    <a:pt x="8425" y="12940"/>
                  </a:lnTo>
                  <a:lnTo>
                    <a:pt x="8133" y="12558"/>
                  </a:lnTo>
                  <a:lnTo>
                    <a:pt x="7841" y="12153"/>
                  </a:lnTo>
                  <a:lnTo>
                    <a:pt x="7594" y="11727"/>
                  </a:lnTo>
                  <a:lnTo>
                    <a:pt x="7347" y="11300"/>
                  </a:lnTo>
                  <a:lnTo>
                    <a:pt x="7145" y="10828"/>
                  </a:lnTo>
                  <a:lnTo>
                    <a:pt x="6987" y="10356"/>
                  </a:lnTo>
                  <a:lnTo>
                    <a:pt x="6830" y="9862"/>
                  </a:lnTo>
                  <a:lnTo>
                    <a:pt x="6718" y="9345"/>
                  </a:lnTo>
                  <a:lnTo>
                    <a:pt x="6628" y="8829"/>
                  </a:lnTo>
                  <a:lnTo>
                    <a:pt x="6583" y="8290"/>
                  </a:lnTo>
                  <a:lnTo>
                    <a:pt x="6561" y="7750"/>
                  </a:lnTo>
                  <a:lnTo>
                    <a:pt x="6583" y="7211"/>
                  </a:lnTo>
                  <a:lnTo>
                    <a:pt x="6628" y="6650"/>
                  </a:lnTo>
                  <a:lnTo>
                    <a:pt x="6718" y="6133"/>
                  </a:lnTo>
                  <a:lnTo>
                    <a:pt x="6830" y="5616"/>
                  </a:lnTo>
                  <a:lnTo>
                    <a:pt x="6987" y="5100"/>
                  </a:lnTo>
                  <a:lnTo>
                    <a:pt x="7167" y="4605"/>
                  </a:lnTo>
                  <a:lnTo>
                    <a:pt x="7392" y="4134"/>
                  </a:lnTo>
                  <a:lnTo>
                    <a:pt x="7639" y="3684"/>
                  </a:lnTo>
                  <a:lnTo>
                    <a:pt x="7908" y="3257"/>
                  </a:lnTo>
                  <a:lnTo>
                    <a:pt x="8200" y="2853"/>
                  </a:lnTo>
                  <a:lnTo>
                    <a:pt x="8515" y="2449"/>
                  </a:lnTo>
                  <a:lnTo>
                    <a:pt x="8852" y="2089"/>
                  </a:lnTo>
                  <a:lnTo>
                    <a:pt x="9211" y="1752"/>
                  </a:lnTo>
                  <a:lnTo>
                    <a:pt x="9616" y="1438"/>
                  </a:lnTo>
                  <a:lnTo>
                    <a:pt x="10020" y="1168"/>
                  </a:lnTo>
                  <a:lnTo>
                    <a:pt x="10424" y="921"/>
                  </a:lnTo>
                  <a:lnTo>
                    <a:pt x="10065" y="719"/>
                  </a:lnTo>
                  <a:lnTo>
                    <a:pt x="9661" y="517"/>
                  </a:lnTo>
                  <a:lnTo>
                    <a:pt x="9256" y="382"/>
                  </a:lnTo>
                  <a:lnTo>
                    <a:pt x="8852" y="247"/>
                  </a:lnTo>
                  <a:lnTo>
                    <a:pt x="8425" y="135"/>
                  </a:lnTo>
                  <a:lnTo>
                    <a:pt x="7976" y="68"/>
                  </a:lnTo>
                  <a:lnTo>
                    <a:pt x="7527" y="23"/>
                  </a:lnTo>
                  <a:lnTo>
                    <a:pt x="707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99" name="Google Shape;6199;p26"/>
          <p:cNvGrpSpPr/>
          <p:nvPr/>
        </p:nvGrpSpPr>
        <p:grpSpPr>
          <a:xfrm>
            <a:off x="310050" y="-1175"/>
            <a:ext cx="599250" cy="1418100"/>
            <a:chOff x="310050" y="-1175"/>
            <a:chExt cx="599250" cy="1418100"/>
          </a:xfrm>
        </p:grpSpPr>
        <p:grpSp>
          <p:nvGrpSpPr>
            <p:cNvPr id="6200" name="Google Shape;6200;p26"/>
            <p:cNvGrpSpPr/>
            <p:nvPr/>
          </p:nvGrpSpPr>
          <p:grpSpPr>
            <a:xfrm>
              <a:off x="310050" y="-1175"/>
              <a:ext cx="599250" cy="1418100"/>
              <a:chOff x="310050" y="0"/>
              <a:chExt cx="599250" cy="1418100"/>
            </a:xfrm>
          </p:grpSpPr>
          <p:sp>
            <p:nvSpPr>
              <p:cNvPr id="6201" name="Google Shape;6201;p26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extrusionOk="0">
                    <a:moveTo>
                      <a:pt x="1" y="36662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2" name="Google Shape;6202;p26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fill="none" extrusionOk="0">
                    <a:moveTo>
                      <a:pt x="1" y="36662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3" name="Google Shape;6203;p26"/>
              <p:cNvSpPr/>
              <p:nvPr/>
            </p:nvSpPr>
            <p:spPr>
              <a:xfrm>
                <a:off x="598700" y="0"/>
                <a:ext cx="19700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6663" extrusionOk="0">
                    <a:moveTo>
                      <a:pt x="1" y="0"/>
                    </a:moveTo>
                    <a:lnTo>
                      <a:pt x="1" y="36662"/>
                    </a:lnTo>
                    <a:lnTo>
                      <a:pt x="787" y="3666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4" name="Google Shape;6204;p26"/>
              <p:cNvSpPr/>
              <p:nvPr/>
            </p:nvSpPr>
            <p:spPr>
              <a:xfrm>
                <a:off x="310050" y="847475"/>
                <a:ext cx="599250" cy="570625"/>
              </a:xfrm>
              <a:custGeom>
                <a:avLst/>
                <a:gdLst/>
                <a:ahLst/>
                <a:cxnLst/>
                <a:rect l="l" t="t" r="r" b="b"/>
                <a:pathLst>
                  <a:path w="23970" h="22825" extrusionOk="0">
                    <a:moveTo>
                      <a:pt x="11996" y="0"/>
                    </a:moveTo>
                    <a:lnTo>
                      <a:pt x="7503" y="6425"/>
                    </a:lnTo>
                    <a:lnTo>
                      <a:pt x="0" y="8716"/>
                    </a:lnTo>
                    <a:lnTo>
                      <a:pt x="4718" y="14984"/>
                    </a:lnTo>
                    <a:lnTo>
                      <a:pt x="4560" y="22824"/>
                    </a:lnTo>
                    <a:lnTo>
                      <a:pt x="11996" y="20286"/>
                    </a:lnTo>
                    <a:lnTo>
                      <a:pt x="19409" y="22824"/>
                    </a:lnTo>
                    <a:lnTo>
                      <a:pt x="19252" y="14984"/>
                    </a:lnTo>
                    <a:lnTo>
                      <a:pt x="23970" y="8716"/>
                    </a:lnTo>
                    <a:lnTo>
                      <a:pt x="16489" y="6425"/>
                    </a:lnTo>
                    <a:lnTo>
                      <a:pt x="1199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205" name="Google Shape;6205;p26"/>
            <p:cNvSpPr/>
            <p:nvPr/>
          </p:nvSpPr>
          <p:spPr>
            <a:xfrm>
              <a:off x="445600" y="979650"/>
              <a:ext cx="328149" cy="312474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06" name="Google Shape;6206;p26"/>
          <p:cNvGrpSpPr/>
          <p:nvPr/>
        </p:nvGrpSpPr>
        <p:grpSpPr>
          <a:xfrm>
            <a:off x="1157075" y="-1175"/>
            <a:ext cx="297100" cy="2315550"/>
            <a:chOff x="1157075" y="-1175"/>
            <a:chExt cx="297100" cy="2315550"/>
          </a:xfrm>
        </p:grpSpPr>
        <p:grpSp>
          <p:nvGrpSpPr>
            <p:cNvPr id="6207" name="Google Shape;6207;p26"/>
            <p:cNvGrpSpPr/>
            <p:nvPr/>
          </p:nvGrpSpPr>
          <p:grpSpPr>
            <a:xfrm>
              <a:off x="1157075" y="-1175"/>
              <a:ext cx="297100" cy="2315550"/>
              <a:chOff x="1233275" y="0"/>
              <a:chExt cx="297100" cy="2315550"/>
            </a:xfrm>
          </p:grpSpPr>
          <p:sp>
            <p:nvSpPr>
              <p:cNvPr id="6208" name="Google Shape;6208;p26"/>
              <p:cNvSpPr/>
              <p:nvPr/>
            </p:nvSpPr>
            <p:spPr>
              <a:xfrm>
                <a:off x="1383225" y="0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9" name="Google Shape;6209;p26"/>
              <p:cNvSpPr/>
              <p:nvPr/>
            </p:nvSpPr>
            <p:spPr>
              <a:xfrm>
                <a:off x="1383225" y="0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0" name="Google Shape;6210;p26"/>
              <p:cNvSpPr/>
              <p:nvPr/>
            </p:nvSpPr>
            <p:spPr>
              <a:xfrm>
                <a:off x="1373675" y="0"/>
                <a:ext cx="1967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7" h="86894" extrusionOk="0">
                    <a:moveTo>
                      <a:pt x="0" y="0"/>
                    </a:moveTo>
                    <a:lnTo>
                      <a:pt x="0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1" name="Google Shape;6211;p26"/>
              <p:cNvSpPr/>
              <p:nvPr/>
            </p:nvSpPr>
            <p:spPr>
              <a:xfrm>
                <a:off x="1233275" y="2033025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53" y="1"/>
                    </a:moveTo>
                    <a:lnTo>
                      <a:pt x="3729" y="3191"/>
                    </a:lnTo>
                    <a:lnTo>
                      <a:pt x="0" y="4314"/>
                    </a:lnTo>
                    <a:lnTo>
                      <a:pt x="2359" y="7437"/>
                    </a:lnTo>
                    <a:lnTo>
                      <a:pt x="2269" y="11301"/>
                    </a:lnTo>
                    <a:lnTo>
                      <a:pt x="5953" y="10043"/>
                    </a:lnTo>
                    <a:lnTo>
                      <a:pt x="9615" y="11301"/>
                    </a:lnTo>
                    <a:lnTo>
                      <a:pt x="9570" y="7437"/>
                    </a:lnTo>
                    <a:lnTo>
                      <a:pt x="11884" y="4314"/>
                    </a:lnTo>
                    <a:lnTo>
                      <a:pt x="8177" y="3191"/>
                    </a:lnTo>
                    <a:lnTo>
                      <a:pt x="59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212" name="Google Shape;6212;p26"/>
            <p:cNvSpPr/>
            <p:nvPr/>
          </p:nvSpPr>
          <p:spPr>
            <a:xfrm>
              <a:off x="1242813" y="2108125"/>
              <a:ext cx="138307" cy="131700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13" name="Google Shape;6213;p26"/>
          <p:cNvGrpSpPr/>
          <p:nvPr/>
        </p:nvGrpSpPr>
        <p:grpSpPr>
          <a:xfrm>
            <a:off x="8234700" y="-1175"/>
            <a:ext cx="297100" cy="2315550"/>
            <a:chOff x="8234700" y="-1175"/>
            <a:chExt cx="297100" cy="2315550"/>
          </a:xfrm>
        </p:grpSpPr>
        <p:grpSp>
          <p:nvGrpSpPr>
            <p:cNvPr id="6214" name="Google Shape;6214;p26"/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6215" name="Google Shape;6215;p26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6" name="Google Shape;6216;p26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7" name="Google Shape;6217;p26"/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8" name="Google Shape;6218;p26"/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219" name="Google Shape;6219;p26"/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8" name="Google Shape;6328;p28"/>
          <p:cNvSpPr/>
          <p:nvPr/>
        </p:nvSpPr>
        <p:spPr>
          <a:xfrm>
            <a:off x="4641178" y="1495175"/>
            <a:ext cx="850500" cy="8505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29" name="Google Shape;6329;p28"/>
          <p:cNvSpPr/>
          <p:nvPr/>
        </p:nvSpPr>
        <p:spPr>
          <a:xfrm>
            <a:off x="4641178" y="3181300"/>
            <a:ext cx="850500" cy="8505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30" name="Google Shape;6330;p28"/>
          <p:cNvSpPr/>
          <p:nvPr/>
        </p:nvSpPr>
        <p:spPr>
          <a:xfrm>
            <a:off x="766203" y="3181300"/>
            <a:ext cx="850500" cy="8505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31" name="Google Shape;6331;p28"/>
          <p:cNvSpPr/>
          <p:nvPr/>
        </p:nvSpPr>
        <p:spPr>
          <a:xfrm>
            <a:off x="766203" y="1495175"/>
            <a:ext cx="850500" cy="8505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32" name="Google Shape;6332;p28"/>
          <p:cNvSpPr txBox="1">
            <a:spLocks noGrp="1"/>
          </p:cNvSpPr>
          <p:nvPr>
            <p:ph type="title" idx="6"/>
          </p:nvPr>
        </p:nvSpPr>
        <p:spPr>
          <a:xfrm>
            <a:off x="720000" y="539500"/>
            <a:ext cx="77040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Sadržaj</a:t>
            </a:r>
            <a:endParaRPr dirty="0"/>
          </a:p>
        </p:txBody>
      </p:sp>
      <p:sp>
        <p:nvSpPr>
          <p:cNvPr id="6334" name="Google Shape;6334;p28"/>
          <p:cNvSpPr txBox="1">
            <a:spLocks noGrp="1"/>
          </p:cNvSpPr>
          <p:nvPr>
            <p:ph type="title"/>
          </p:nvPr>
        </p:nvSpPr>
        <p:spPr>
          <a:xfrm>
            <a:off x="1636933" y="1737575"/>
            <a:ext cx="28671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Opis projekta</a:t>
            </a:r>
            <a:endParaRPr dirty="0"/>
          </a:p>
        </p:txBody>
      </p:sp>
      <p:sp>
        <p:nvSpPr>
          <p:cNvPr id="6336" name="Google Shape;6336;p28"/>
          <p:cNvSpPr txBox="1">
            <a:spLocks noGrp="1"/>
          </p:cNvSpPr>
          <p:nvPr>
            <p:ph type="title" idx="2"/>
          </p:nvPr>
        </p:nvSpPr>
        <p:spPr>
          <a:xfrm flipH="1">
            <a:off x="5510697" y="1783325"/>
            <a:ext cx="28671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Cilj projekta</a:t>
            </a:r>
            <a:endParaRPr dirty="0"/>
          </a:p>
        </p:txBody>
      </p:sp>
      <p:sp>
        <p:nvSpPr>
          <p:cNvPr id="6337" name="Google Shape;6337;p28"/>
          <p:cNvSpPr txBox="1">
            <a:spLocks noGrp="1"/>
          </p:cNvSpPr>
          <p:nvPr>
            <p:ph type="title" idx="7"/>
          </p:nvPr>
        </p:nvSpPr>
        <p:spPr>
          <a:xfrm>
            <a:off x="1635722" y="3423515"/>
            <a:ext cx="2387638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Pregled zahtjeva</a:t>
            </a:r>
            <a:endParaRPr dirty="0"/>
          </a:p>
        </p:txBody>
      </p:sp>
      <p:sp>
        <p:nvSpPr>
          <p:cNvPr id="6339" name="Google Shape;6339;p28"/>
          <p:cNvSpPr txBox="1">
            <a:spLocks noGrp="1"/>
          </p:cNvSpPr>
          <p:nvPr>
            <p:ph type="title" idx="9"/>
          </p:nvPr>
        </p:nvSpPr>
        <p:spPr>
          <a:xfrm flipH="1">
            <a:off x="5611700" y="3423515"/>
            <a:ext cx="28671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Korišteni alati i tehnologije</a:t>
            </a:r>
            <a:endParaRPr dirty="0"/>
          </a:p>
        </p:txBody>
      </p:sp>
      <p:sp>
        <p:nvSpPr>
          <p:cNvPr id="6341" name="Google Shape;6341;p28"/>
          <p:cNvSpPr txBox="1">
            <a:spLocks noGrp="1"/>
          </p:cNvSpPr>
          <p:nvPr>
            <p:ph type="title" idx="4"/>
          </p:nvPr>
        </p:nvSpPr>
        <p:spPr>
          <a:xfrm>
            <a:off x="824088" y="1691825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6342" name="Google Shape;6342;p28"/>
          <p:cNvSpPr txBox="1">
            <a:spLocks noGrp="1"/>
          </p:cNvSpPr>
          <p:nvPr>
            <p:ph type="title" idx="14"/>
          </p:nvPr>
        </p:nvSpPr>
        <p:spPr>
          <a:xfrm>
            <a:off x="824088" y="3377950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6343" name="Google Shape;6343;p28"/>
          <p:cNvSpPr txBox="1">
            <a:spLocks noGrp="1"/>
          </p:cNvSpPr>
          <p:nvPr>
            <p:ph type="title" idx="5"/>
          </p:nvPr>
        </p:nvSpPr>
        <p:spPr>
          <a:xfrm flipH="1">
            <a:off x="4699062" y="1691825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6344" name="Google Shape;6344;p28"/>
          <p:cNvSpPr txBox="1">
            <a:spLocks noGrp="1"/>
          </p:cNvSpPr>
          <p:nvPr>
            <p:ph type="title" idx="15"/>
          </p:nvPr>
        </p:nvSpPr>
        <p:spPr>
          <a:xfrm flipH="1">
            <a:off x="4699062" y="3377950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grpSp>
        <p:nvGrpSpPr>
          <p:cNvPr id="6345" name="Google Shape;6345;p28"/>
          <p:cNvGrpSpPr/>
          <p:nvPr/>
        </p:nvGrpSpPr>
        <p:grpSpPr>
          <a:xfrm>
            <a:off x="410845" y="4232228"/>
            <a:ext cx="1445260" cy="787836"/>
            <a:chOff x="957401" y="4246670"/>
            <a:chExt cx="1566508" cy="853930"/>
          </a:xfrm>
        </p:grpSpPr>
        <p:sp>
          <p:nvSpPr>
            <p:cNvPr id="6346" name="Google Shape;6346;p28"/>
            <p:cNvSpPr/>
            <p:nvPr/>
          </p:nvSpPr>
          <p:spPr>
            <a:xfrm>
              <a:off x="957401" y="4965900"/>
              <a:ext cx="1331700" cy="1347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347" name="Google Shape;6347;p28"/>
            <p:cNvGrpSpPr/>
            <p:nvPr/>
          </p:nvGrpSpPr>
          <p:grpSpPr>
            <a:xfrm>
              <a:off x="957412" y="4246670"/>
              <a:ext cx="1566496" cy="796778"/>
              <a:chOff x="10432700" y="3582600"/>
              <a:chExt cx="2147650" cy="1092375"/>
            </a:xfrm>
          </p:grpSpPr>
          <p:sp>
            <p:nvSpPr>
              <p:cNvPr id="6348" name="Google Shape;6348;p28"/>
              <p:cNvSpPr/>
              <p:nvPr/>
            </p:nvSpPr>
            <p:spPr>
              <a:xfrm>
                <a:off x="11678375" y="4439650"/>
                <a:ext cx="35950" cy="153900"/>
              </a:xfrm>
              <a:custGeom>
                <a:avLst/>
                <a:gdLst/>
                <a:ahLst/>
                <a:cxnLst/>
                <a:rect l="l" t="t" r="r" b="b"/>
                <a:pathLst>
                  <a:path w="1438" h="6156" extrusionOk="0">
                    <a:moveTo>
                      <a:pt x="0" y="0"/>
                    </a:moveTo>
                    <a:lnTo>
                      <a:pt x="0" y="6155"/>
                    </a:lnTo>
                    <a:lnTo>
                      <a:pt x="1438" y="6155"/>
                    </a:lnTo>
                    <a:lnTo>
                      <a:pt x="143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9" name="Google Shape;6349;p28"/>
              <p:cNvSpPr/>
              <p:nvPr/>
            </p:nvSpPr>
            <p:spPr>
              <a:xfrm>
                <a:off x="11678375" y="4439650"/>
                <a:ext cx="35950" cy="153900"/>
              </a:xfrm>
              <a:custGeom>
                <a:avLst/>
                <a:gdLst/>
                <a:ahLst/>
                <a:cxnLst/>
                <a:rect l="l" t="t" r="r" b="b"/>
                <a:pathLst>
                  <a:path w="1438" h="6156" fill="none" extrusionOk="0">
                    <a:moveTo>
                      <a:pt x="0" y="0"/>
                    </a:moveTo>
                    <a:lnTo>
                      <a:pt x="0" y="6155"/>
                    </a:lnTo>
                    <a:lnTo>
                      <a:pt x="1438" y="6155"/>
                    </a:lnTo>
                    <a:lnTo>
                      <a:pt x="1438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0" name="Google Shape;6350;p28"/>
              <p:cNvSpPr/>
              <p:nvPr/>
            </p:nvSpPr>
            <p:spPr>
              <a:xfrm>
                <a:off x="11352625" y="4439650"/>
                <a:ext cx="35975" cy="153900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6156" extrusionOk="0">
                    <a:moveTo>
                      <a:pt x="1" y="0"/>
                    </a:moveTo>
                    <a:lnTo>
                      <a:pt x="1" y="6155"/>
                    </a:lnTo>
                    <a:lnTo>
                      <a:pt x="1438" y="6155"/>
                    </a:lnTo>
                    <a:lnTo>
                      <a:pt x="143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1" name="Google Shape;6351;p28"/>
              <p:cNvSpPr/>
              <p:nvPr/>
            </p:nvSpPr>
            <p:spPr>
              <a:xfrm>
                <a:off x="11352625" y="4439650"/>
                <a:ext cx="35975" cy="153900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6156" fill="none" extrusionOk="0">
                    <a:moveTo>
                      <a:pt x="1" y="0"/>
                    </a:moveTo>
                    <a:lnTo>
                      <a:pt x="1" y="6155"/>
                    </a:lnTo>
                    <a:lnTo>
                      <a:pt x="1438" y="6155"/>
                    </a:lnTo>
                    <a:lnTo>
                      <a:pt x="1438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2" name="Google Shape;6352;p28"/>
              <p:cNvSpPr/>
              <p:nvPr/>
            </p:nvSpPr>
            <p:spPr>
              <a:xfrm>
                <a:off x="11017900" y="4583975"/>
                <a:ext cx="1040700" cy="91000"/>
              </a:xfrm>
              <a:custGeom>
                <a:avLst/>
                <a:gdLst/>
                <a:ahLst/>
                <a:cxnLst/>
                <a:rect l="l" t="t" r="r" b="b"/>
                <a:pathLst>
                  <a:path w="41628" h="3640" extrusionOk="0">
                    <a:moveTo>
                      <a:pt x="1798" y="0"/>
                    </a:moveTo>
                    <a:lnTo>
                      <a:pt x="1618" y="23"/>
                    </a:lnTo>
                    <a:lnTo>
                      <a:pt x="1439" y="45"/>
                    </a:lnTo>
                    <a:lnTo>
                      <a:pt x="1259" y="90"/>
                    </a:lnTo>
                    <a:lnTo>
                      <a:pt x="1102" y="158"/>
                    </a:lnTo>
                    <a:lnTo>
                      <a:pt x="944" y="225"/>
                    </a:lnTo>
                    <a:lnTo>
                      <a:pt x="787" y="315"/>
                    </a:lnTo>
                    <a:lnTo>
                      <a:pt x="652" y="427"/>
                    </a:lnTo>
                    <a:lnTo>
                      <a:pt x="517" y="540"/>
                    </a:lnTo>
                    <a:lnTo>
                      <a:pt x="405" y="674"/>
                    </a:lnTo>
                    <a:lnTo>
                      <a:pt x="293" y="809"/>
                    </a:lnTo>
                    <a:lnTo>
                      <a:pt x="203" y="966"/>
                    </a:lnTo>
                    <a:lnTo>
                      <a:pt x="136" y="1124"/>
                    </a:lnTo>
                    <a:lnTo>
                      <a:pt x="68" y="1281"/>
                    </a:lnTo>
                    <a:lnTo>
                      <a:pt x="23" y="1461"/>
                    </a:lnTo>
                    <a:lnTo>
                      <a:pt x="1" y="1640"/>
                    </a:lnTo>
                    <a:lnTo>
                      <a:pt x="1" y="1820"/>
                    </a:lnTo>
                    <a:lnTo>
                      <a:pt x="1" y="2000"/>
                    </a:lnTo>
                    <a:lnTo>
                      <a:pt x="23" y="2179"/>
                    </a:lnTo>
                    <a:lnTo>
                      <a:pt x="68" y="2359"/>
                    </a:lnTo>
                    <a:lnTo>
                      <a:pt x="136" y="2516"/>
                    </a:lnTo>
                    <a:lnTo>
                      <a:pt x="203" y="2674"/>
                    </a:lnTo>
                    <a:lnTo>
                      <a:pt x="293" y="2831"/>
                    </a:lnTo>
                    <a:lnTo>
                      <a:pt x="405" y="2966"/>
                    </a:lnTo>
                    <a:lnTo>
                      <a:pt x="517" y="3101"/>
                    </a:lnTo>
                    <a:lnTo>
                      <a:pt x="652" y="3213"/>
                    </a:lnTo>
                    <a:lnTo>
                      <a:pt x="787" y="3325"/>
                    </a:lnTo>
                    <a:lnTo>
                      <a:pt x="944" y="3415"/>
                    </a:lnTo>
                    <a:lnTo>
                      <a:pt x="1102" y="3482"/>
                    </a:lnTo>
                    <a:lnTo>
                      <a:pt x="1259" y="3550"/>
                    </a:lnTo>
                    <a:lnTo>
                      <a:pt x="1439" y="3595"/>
                    </a:lnTo>
                    <a:lnTo>
                      <a:pt x="1618" y="3617"/>
                    </a:lnTo>
                    <a:lnTo>
                      <a:pt x="1798" y="3640"/>
                    </a:lnTo>
                    <a:lnTo>
                      <a:pt x="39808" y="3640"/>
                    </a:lnTo>
                    <a:lnTo>
                      <a:pt x="39988" y="3617"/>
                    </a:lnTo>
                    <a:lnTo>
                      <a:pt x="40167" y="3595"/>
                    </a:lnTo>
                    <a:lnTo>
                      <a:pt x="40347" y="3550"/>
                    </a:lnTo>
                    <a:lnTo>
                      <a:pt x="40527" y="3482"/>
                    </a:lnTo>
                    <a:lnTo>
                      <a:pt x="40684" y="3415"/>
                    </a:lnTo>
                    <a:lnTo>
                      <a:pt x="40819" y="3325"/>
                    </a:lnTo>
                    <a:lnTo>
                      <a:pt x="40954" y="3213"/>
                    </a:lnTo>
                    <a:lnTo>
                      <a:pt x="41088" y="3101"/>
                    </a:lnTo>
                    <a:lnTo>
                      <a:pt x="41201" y="2966"/>
                    </a:lnTo>
                    <a:lnTo>
                      <a:pt x="41313" y="2831"/>
                    </a:lnTo>
                    <a:lnTo>
                      <a:pt x="41403" y="2674"/>
                    </a:lnTo>
                    <a:lnTo>
                      <a:pt x="41470" y="2516"/>
                    </a:lnTo>
                    <a:lnTo>
                      <a:pt x="41538" y="2359"/>
                    </a:lnTo>
                    <a:lnTo>
                      <a:pt x="41583" y="2179"/>
                    </a:lnTo>
                    <a:lnTo>
                      <a:pt x="41605" y="2000"/>
                    </a:lnTo>
                    <a:lnTo>
                      <a:pt x="41628" y="1820"/>
                    </a:lnTo>
                    <a:lnTo>
                      <a:pt x="41605" y="1640"/>
                    </a:lnTo>
                    <a:lnTo>
                      <a:pt x="41583" y="1461"/>
                    </a:lnTo>
                    <a:lnTo>
                      <a:pt x="41538" y="1281"/>
                    </a:lnTo>
                    <a:lnTo>
                      <a:pt x="41470" y="1124"/>
                    </a:lnTo>
                    <a:lnTo>
                      <a:pt x="41403" y="966"/>
                    </a:lnTo>
                    <a:lnTo>
                      <a:pt x="41313" y="809"/>
                    </a:lnTo>
                    <a:lnTo>
                      <a:pt x="41201" y="674"/>
                    </a:lnTo>
                    <a:lnTo>
                      <a:pt x="41088" y="540"/>
                    </a:lnTo>
                    <a:lnTo>
                      <a:pt x="40954" y="427"/>
                    </a:lnTo>
                    <a:lnTo>
                      <a:pt x="40819" y="315"/>
                    </a:lnTo>
                    <a:lnTo>
                      <a:pt x="40684" y="225"/>
                    </a:lnTo>
                    <a:lnTo>
                      <a:pt x="40527" y="158"/>
                    </a:lnTo>
                    <a:lnTo>
                      <a:pt x="40347" y="90"/>
                    </a:lnTo>
                    <a:lnTo>
                      <a:pt x="40167" y="45"/>
                    </a:lnTo>
                    <a:lnTo>
                      <a:pt x="39988" y="23"/>
                    </a:lnTo>
                    <a:lnTo>
                      <a:pt x="3980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3" name="Google Shape;6353;p28"/>
              <p:cNvSpPr/>
              <p:nvPr/>
            </p:nvSpPr>
            <p:spPr>
              <a:xfrm>
                <a:off x="11532350" y="3582600"/>
                <a:ext cx="1048000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41920" h="4000" extrusionOk="0">
                    <a:moveTo>
                      <a:pt x="32192" y="1"/>
                    </a:moveTo>
                    <a:lnTo>
                      <a:pt x="30462" y="23"/>
                    </a:lnTo>
                    <a:lnTo>
                      <a:pt x="28643" y="68"/>
                    </a:lnTo>
                    <a:lnTo>
                      <a:pt x="26778" y="136"/>
                    </a:lnTo>
                    <a:lnTo>
                      <a:pt x="24869" y="226"/>
                    </a:lnTo>
                    <a:lnTo>
                      <a:pt x="22914" y="338"/>
                    </a:lnTo>
                    <a:lnTo>
                      <a:pt x="20960" y="473"/>
                    </a:lnTo>
                    <a:lnTo>
                      <a:pt x="17051" y="765"/>
                    </a:lnTo>
                    <a:lnTo>
                      <a:pt x="13277" y="1079"/>
                    </a:lnTo>
                    <a:lnTo>
                      <a:pt x="9727" y="1394"/>
                    </a:lnTo>
                    <a:lnTo>
                      <a:pt x="6560" y="1708"/>
                    </a:lnTo>
                    <a:lnTo>
                      <a:pt x="3887" y="2000"/>
                    </a:lnTo>
                    <a:lnTo>
                      <a:pt x="1820" y="2225"/>
                    </a:lnTo>
                    <a:lnTo>
                      <a:pt x="0" y="2427"/>
                    </a:lnTo>
                    <a:lnTo>
                      <a:pt x="1820" y="2584"/>
                    </a:lnTo>
                    <a:lnTo>
                      <a:pt x="3887" y="2764"/>
                    </a:lnTo>
                    <a:lnTo>
                      <a:pt x="6560" y="2966"/>
                    </a:lnTo>
                    <a:lnTo>
                      <a:pt x="9727" y="3191"/>
                    </a:lnTo>
                    <a:lnTo>
                      <a:pt x="13277" y="3438"/>
                    </a:lnTo>
                    <a:lnTo>
                      <a:pt x="17051" y="3640"/>
                    </a:lnTo>
                    <a:lnTo>
                      <a:pt x="20960" y="3820"/>
                    </a:lnTo>
                    <a:lnTo>
                      <a:pt x="22914" y="3887"/>
                    </a:lnTo>
                    <a:lnTo>
                      <a:pt x="24869" y="3955"/>
                    </a:lnTo>
                    <a:lnTo>
                      <a:pt x="26778" y="3977"/>
                    </a:lnTo>
                    <a:lnTo>
                      <a:pt x="28643" y="4000"/>
                    </a:lnTo>
                    <a:lnTo>
                      <a:pt x="30462" y="4000"/>
                    </a:lnTo>
                    <a:lnTo>
                      <a:pt x="32192" y="3977"/>
                    </a:lnTo>
                    <a:lnTo>
                      <a:pt x="33832" y="3910"/>
                    </a:lnTo>
                    <a:lnTo>
                      <a:pt x="35359" y="3820"/>
                    </a:lnTo>
                    <a:lnTo>
                      <a:pt x="36775" y="3708"/>
                    </a:lnTo>
                    <a:lnTo>
                      <a:pt x="38055" y="3573"/>
                    </a:lnTo>
                    <a:lnTo>
                      <a:pt x="38617" y="3483"/>
                    </a:lnTo>
                    <a:lnTo>
                      <a:pt x="39156" y="3393"/>
                    </a:lnTo>
                    <a:lnTo>
                      <a:pt x="39650" y="3281"/>
                    </a:lnTo>
                    <a:lnTo>
                      <a:pt x="40122" y="3169"/>
                    </a:lnTo>
                    <a:lnTo>
                      <a:pt x="40526" y="3034"/>
                    </a:lnTo>
                    <a:lnTo>
                      <a:pt x="40886" y="2899"/>
                    </a:lnTo>
                    <a:lnTo>
                      <a:pt x="41178" y="2764"/>
                    </a:lnTo>
                    <a:lnTo>
                      <a:pt x="41447" y="2584"/>
                    </a:lnTo>
                    <a:lnTo>
                      <a:pt x="41650" y="2427"/>
                    </a:lnTo>
                    <a:lnTo>
                      <a:pt x="41784" y="2247"/>
                    </a:lnTo>
                    <a:lnTo>
                      <a:pt x="41852" y="2158"/>
                    </a:lnTo>
                    <a:lnTo>
                      <a:pt x="41874" y="2045"/>
                    </a:lnTo>
                    <a:lnTo>
                      <a:pt x="41897" y="1955"/>
                    </a:lnTo>
                    <a:lnTo>
                      <a:pt x="41919" y="1843"/>
                    </a:lnTo>
                    <a:lnTo>
                      <a:pt x="41897" y="1753"/>
                    </a:lnTo>
                    <a:lnTo>
                      <a:pt x="41874" y="1641"/>
                    </a:lnTo>
                    <a:lnTo>
                      <a:pt x="41852" y="1551"/>
                    </a:lnTo>
                    <a:lnTo>
                      <a:pt x="41784" y="1461"/>
                    </a:lnTo>
                    <a:lnTo>
                      <a:pt x="41650" y="1281"/>
                    </a:lnTo>
                    <a:lnTo>
                      <a:pt x="41447" y="1124"/>
                    </a:lnTo>
                    <a:lnTo>
                      <a:pt x="41178" y="967"/>
                    </a:lnTo>
                    <a:lnTo>
                      <a:pt x="40886" y="832"/>
                    </a:lnTo>
                    <a:lnTo>
                      <a:pt x="40526" y="697"/>
                    </a:lnTo>
                    <a:lnTo>
                      <a:pt x="40122" y="585"/>
                    </a:lnTo>
                    <a:lnTo>
                      <a:pt x="39650" y="495"/>
                    </a:lnTo>
                    <a:lnTo>
                      <a:pt x="39156" y="405"/>
                    </a:lnTo>
                    <a:lnTo>
                      <a:pt x="38617" y="315"/>
                    </a:lnTo>
                    <a:lnTo>
                      <a:pt x="38055" y="248"/>
                    </a:lnTo>
                    <a:lnTo>
                      <a:pt x="36775" y="136"/>
                    </a:lnTo>
                    <a:lnTo>
                      <a:pt x="35359" y="68"/>
                    </a:lnTo>
                    <a:lnTo>
                      <a:pt x="33832" y="23"/>
                    </a:lnTo>
                    <a:lnTo>
                      <a:pt x="32192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4" name="Google Shape;6354;p28"/>
              <p:cNvSpPr/>
              <p:nvPr/>
            </p:nvSpPr>
            <p:spPr>
              <a:xfrm>
                <a:off x="10574225" y="3582600"/>
                <a:ext cx="1047450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41898" h="4000" extrusionOk="0">
                    <a:moveTo>
                      <a:pt x="9728" y="1"/>
                    </a:moveTo>
                    <a:lnTo>
                      <a:pt x="8088" y="23"/>
                    </a:lnTo>
                    <a:lnTo>
                      <a:pt x="6538" y="68"/>
                    </a:lnTo>
                    <a:lnTo>
                      <a:pt x="5145" y="136"/>
                    </a:lnTo>
                    <a:lnTo>
                      <a:pt x="3865" y="248"/>
                    </a:lnTo>
                    <a:lnTo>
                      <a:pt x="3281" y="315"/>
                    </a:lnTo>
                    <a:lnTo>
                      <a:pt x="2741" y="405"/>
                    </a:lnTo>
                    <a:lnTo>
                      <a:pt x="2247" y="495"/>
                    </a:lnTo>
                    <a:lnTo>
                      <a:pt x="1798" y="585"/>
                    </a:lnTo>
                    <a:lnTo>
                      <a:pt x="1394" y="697"/>
                    </a:lnTo>
                    <a:lnTo>
                      <a:pt x="1034" y="832"/>
                    </a:lnTo>
                    <a:lnTo>
                      <a:pt x="720" y="967"/>
                    </a:lnTo>
                    <a:lnTo>
                      <a:pt x="473" y="1124"/>
                    </a:lnTo>
                    <a:lnTo>
                      <a:pt x="270" y="1281"/>
                    </a:lnTo>
                    <a:lnTo>
                      <a:pt x="113" y="1461"/>
                    </a:lnTo>
                    <a:lnTo>
                      <a:pt x="68" y="1551"/>
                    </a:lnTo>
                    <a:lnTo>
                      <a:pt x="23" y="1641"/>
                    </a:lnTo>
                    <a:lnTo>
                      <a:pt x="1" y="1753"/>
                    </a:lnTo>
                    <a:lnTo>
                      <a:pt x="1" y="1843"/>
                    </a:lnTo>
                    <a:lnTo>
                      <a:pt x="1" y="1955"/>
                    </a:lnTo>
                    <a:lnTo>
                      <a:pt x="23" y="2045"/>
                    </a:lnTo>
                    <a:lnTo>
                      <a:pt x="68" y="2158"/>
                    </a:lnTo>
                    <a:lnTo>
                      <a:pt x="113" y="2247"/>
                    </a:lnTo>
                    <a:lnTo>
                      <a:pt x="270" y="2427"/>
                    </a:lnTo>
                    <a:lnTo>
                      <a:pt x="473" y="2584"/>
                    </a:lnTo>
                    <a:lnTo>
                      <a:pt x="720" y="2764"/>
                    </a:lnTo>
                    <a:lnTo>
                      <a:pt x="1034" y="2899"/>
                    </a:lnTo>
                    <a:lnTo>
                      <a:pt x="1394" y="3034"/>
                    </a:lnTo>
                    <a:lnTo>
                      <a:pt x="1798" y="3169"/>
                    </a:lnTo>
                    <a:lnTo>
                      <a:pt x="2247" y="3281"/>
                    </a:lnTo>
                    <a:lnTo>
                      <a:pt x="2741" y="3393"/>
                    </a:lnTo>
                    <a:lnTo>
                      <a:pt x="3281" y="3483"/>
                    </a:lnTo>
                    <a:lnTo>
                      <a:pt x="3865" y="3573"/>
                    </a:lnTo>
                    <a:lnTo>
                      <a:pt x="5145" y="3708"/>
                    </a:lnTo>
                    <a:lnTo>
                      <a:pt x="6538" y="3820"/>
                    </a:lnTo>
                    <a:lnTo>
                      <a:pt x="8088" y="3910"/>
                    </a:lnTo>
                    <a:lnTo>
                      <a:pt x="9728" y="3977"/>
                    </a:lnTo>
                    <a:lnTo>
                      <a:pt x="11458" y="4000"/>
                    </a:lnTo>
                    <a:lnTo>
                      <a:pt x="13255" y="4000"/>
                    </a:lnTo>
                    <a:lnTo>
                      <a:pt x="15119" y="3977"/>
                    </a:lnTo>
                    <a:lnTo>
                      <a:pt x="17051" y="3955"/>
                    </a:lnTo>
                    <a:lnTo>
                      <a:pt x="18983" y="3887"/>
                    </a:lnTo>
                    <a:lnTo>
                      <a:pt x="20960" y="3820"/>
                    </a:lnTo>
                    <a:lnTo>
                      <a:pt x="24869" y="3640"/>
                    </a:lnTo>
                    <a:lnTo>
                      <a:pt x="28643" y="3438"/>
                    </a:lnTo>
                    <a:lnTo>
                      <a:pt x="32192" y="3191"/>
                    </a:lnTo>
                    <a:lnTo>
                      <a:pt x="35360" y="2966"/>
                    </a:lnTo>
                    <a:lnTo>
                      <a:pt x="38033" y="2764"/>
                    </a:lnTo>
                    <a:lnTo>
                      <a:pt x="40100" y="2584"/>
                    </a:lnTo>
                    <a:lnTo>
                      <a:pt x="41897" y="2427"/>
                    </a:lnTo>
                    <a:lnTo>
                      <a:pt x="40100" y="2225"/>
                    </a:lnTo>
                    <a:lnTo>
                      <a:pt x="38033" y="2000"/>
                    </a:lnTo>
                    <a:lnTo>
                      <a:pt x="35360" y="1708"/>
                    </a:lnTo>
                    <a:lnTo>
                      <a:pt x="32192" y="1394"/>
                    </a:lnTo>
                    <a:lnTo>
                      <a:pt x="28643" y="1079"/>
                    </a:lnTo>
                    <a:lnTo>
                      <a:pt x="24869" y="765"/>
                    </a:lnTo>
                    <a:lnTo>
                      <a:pt x="20960" y="473"/>
                    </a:lnTo>
                    <a:lnTo>
                      <a:pt x="18983" y="338"/>
                    </a:lnTo>
                    <a:lnTo>
                      <a:pt x="17051" y="226"/>
                    </a:lnTo>
                    <a:lnTo>
                      <a:pt x="15119" y="136"/>
                    </a:lnTo>
                    <a:lnTo>
                      <a:pt x="13255" y="68"/>
                    </a:lnTo>
                    <a:lnTo>
                      <a:pt x="11458" y="23"/>
                    </a:lnTo>
                    <a:lnTo>
                      <a:pt x="9728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5" name="Google Shape;6355;p28"/>
              <p:cNvSpPr/>
              <p:nvPr/>
            </p:nvSpPr>
            <p:spPr>
              <a:xfrm>
                <a:off x="11511000" y="3582600"/>
                <a:ext cx="97175" cy="159525"/>
              </a:xfrm>
              <a:custGeom>
                <a:avLst/>
                <a:gdLst/>
                <a:ahLst/>
                <a:cxnLst/>
                <a:rect l="l" t="t" r="r" b="b"/>
                <a:pathLst>
                  <a:path w="3887" h="6381" extrusionOk="0">
                    <a:moveTo>
                      <a:pt x="1933" y="1"/>
                    </a:moveTo>
                    <a:lnTo>
                      <a:pt x="1573" y="23"/>
                    </a:lnTo>
                    <a:lnTo>
                      <a:pt x="1236" y="68"/>
                    </a:lnTo>
                    <a:lnTo>
                      <a:pt x="967" y="158"/>
                    </a:lnTo>
                    <a:lnTo>
                      <a:pt x="742" y="271"/>
                    </a:lnTo>
                    <a:lnTo>
                      <a:pt x="540" y="428"/>
                    </a:lnTo>
                    <a:lnTo>
                      <a:pt x="360" y="585"/>
                    </a:lnTo>
                    <a:lnTo>
                      <a:pt x="248" y="787"/>
                    </a:lnTo>
                    <a:lnTo>
                      <a:pt x="135" y="989"/>
                    </a:lnTo>
                    <a:lnTo>
                      <a:pt x="68" y="1237"/>
                    </a:lnTo>
                    <a:lnTo>
                      <a:pt x="23" y="1484"/>
                    </a:lnTo>
                    <a:lnTo>
                      <a:pt x="1" y="1753"/>
                    </a:lnTo>
                    <a:lnTo>
                      <a:pt x="23" y="2023"/>
                    </a:lnTo>
                    <a:lnTo>
                      <a:pt x="46" y="2315"/>
                    </a:lnTo>
                    <a:lnTo>
                      <a:pt x="90" y="2584"/>
                    </a:lnTo>
                    <a:lnTo>
                      <a:pt x="135" y="2899"/>
                    </a:lnTo>
                    <a:lnTo>
                      <a:pt x="225" y="3191"/>
                    </a:lnTo>
                    <a:lnTo>
                      <a:pt x="405" y="3775"/>
                    </a:lnTo>
                    <a:lnTo>
                      <a:pt x="607" y="4359"/>
                    </a:lnTo>
                    <a:lnTo>
                      <a:pt x="854" y="4898"/>
                    </a:lnTo>
                    <a:lnTo>
                      <a:pt x="1056" y="5370"/>
                    </a:lnTo>
                    <a:lnTo>
                      <a:pt x="1438" y="6089"/>
                    </a:lnTo>
                    <a:lnTo>
                      <a:pt x="1596" y="6381"/>
                    </a:lnTo>
                    <a:lnTo>
                      <a:pt x="1685" y="6358"/>
                    </a:lnTo>
                    <a:lnTo>
                      <a:pt x="1798" y="6291"/>
                    </a:lnTo>
                    <a:lnTo>
                      <a:pt x="1933" y="6224"/>
                    </a:lnTo>
                    <a:lnTo>
                      <a:pt x="2067" y="6089"/>
                    </a:lnTo>
                    <a:lnTo>
                      <a:pt x="2337" y="5774"/>
                    </a:lnTo>
                    <a:lnTo>
                      <a:pt x="2651" y="5370"/>
                    </a:lnTo>
                    <a:lnTo>
                      <a:pt x="2943" y="4898"/>
                    </a:lnTo>
                    <a:lnTo>
                      <a:pt x="3213" y="4359"/>
                    </a:lnTo>
                    <a:lnTo>
                      <a:pt x="3460" y="3775"/>
                    </a:lnTo>
                    <a:lnTo>
                      <a:pt x="3573" y="3483"/>
                    </a:lnTo>
                    <a:lnTo>
                      <a:pt x="3662" y="3191"/>
                    </a:lnTo>
                    <a:lnTo>
                      <a:pt x="3752" y="2899"/>
                    </a:lnTo>
                    <a:lnTo>
                      <a:pt x="3820" y="2584"/>
                    </a:lnTo>
                    <a:lnTo>
                      <a:pt x="3865" y="2315"/>
                    </a:lnTo>
                    <a:lnTo>
                      <a:pt x="3887" y="2023"/>
                    </a:lnTo>
                    <a:lnTo>
                      <a:pt x="3887" y="1753"/>
                    </a:lnTo>
                    <a:lnTo>
                      <a:pt x="3865" y="1484"/>
                    </a:lnTo>
                    <a:lnTo>
                      <a:pt x="3820" y="1237"/>
                    </a:lnTo>
                    <a:lnTo>
                      <a:pt x="3752" y="989"/>
                    </a:lnTo>
                    <a:lnTo>
                      <a:pt x="3640" y="787"/>
                    </a:lnTo>
                    <a:lnTo>
                      <a:pt x="3505" y="585"/>
                    </a:lnTo>
                    <a:lnTo>
                      <a:pt x="3325" y="428"/>
                    </a:lnTo>
                    <a:lnTo>
                      <a:pt x="3123" y="271"/>
                    </a:lnTo>
                    <a:lnTo>
                      <a:pt x="2876" y="158"/>
                    </a:lnTo>
                    <a:lnTo>
                      <a:pt x="2607" y="68"/>
                    </a:lnTo>
                    <a:lnTo>
                      <a:pt x="2292" y="23"/>
                    </a:lnTo>
                    <a:lnTo>
                      <a:pt x="193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6" name="Google Shape;6356;p28"/>
              <p:cNvSpPr/>
              <p:nvPr/>
            </p:nvSpPr>
            <p:spPr>
              <a:xfrm>
                <a:off x="10432700" y="3726375"/>
                <a:ext cx="1548400" cy="780125"/>
              </a:xfrm>
              <a:custGeom>
                <a:avLst/>
                <a:gdLst/>
                <a:ahLst/>
                <a:cxnLst/>
                <a:rect l="l" t="t" r="r" b="b"/>
                <a:pathLst>
                  <a:path w="61936" h="31205" extrusionOk="0">
                    <a:moveTo>
                      <a:pt x="42796" y="1"/>
                    </a:moveTo>
                    <a:lnTo>
                      <a:pt x="42167" y="46"/>
                    </a:lnTo>
                    <a:lnTo>
                      <a:pt x="41538" y="113"/>
                    </a:lnTo>
                    <a:lnTo>
                      <a:pt x="40909" y="203"/>
                    </a:lnTo>
                    <a:lnTo>
                      <a:pt x="40280" y="315"/>
                    </a:lnTo>
                    <a:lnTo>
                      <a:pt x="39651" y="428"/>
                    </a:lnTo>
                    <a:lnTo>
                      <a:pt x="39044" y="563"/>
                    </a:lnTo>
                    <a:lnTo>
                      <a:pt x="38438" y="720"/>
                    </a:lnTo>
                    <a:lnTo>
                      <a:pt x="37831" y="900"/>
                    </a:lnTo>
                    <a:lnTo>
                      <a:pt x="37224" y="1079"/>
                    </a:lnTo>
                    <a:lnTo>
                      <a:pt x="36640" y="1304"/>
                    </a:lnTo>
                    <a:lnTo>
                      <a:pt x="36034" y="1506"/>
                    </a:lnTo>
                    <a:lnTo>
                      <a:pt x="35450" y="1753"/>
                    </a:lnTo>
                    <a:lnTo>
                      <a:pt x="34282" y="2247"/>
                    </a:lnTo>
                    <a:lnTo>
                      <a:pt x="33136" y="2809"/>
                    </a:lnTo>
                    <a:lnTo>
                      <a:pt x="31990" y="3393"/>
                    </a:lnTo>
                    <a:lnTo>
                      <a:pt x="30867" y="4022"/>
                    </a:lnTo>
                    <a:lnTo>
                      <a:pt x="29744" y="4674"/>
                    </a:lnTo>
                    <a:lnTo>
                      <a:pt x="28643" y="5370"/>
                    </a:lnTo>
                    <a:lnTo>
                      <a:pt x="27542" y="6066"/>
                    </a:lnTo>
                    <a:lnTo>
                      <a:pt x="25386" y="7504"/>
                    </a:lnTo>
                    <a:lnTo>
                      <a:pt x="23274" y="8942"/>
                    </a:lnTo>
                    <a:lnTo>
                      <a:pt x="21185" y="10335"/>
                    </a:lnTo>
                    <a:lnTo>
                      <a:pt x="20151" y="11009"/>
                    </a:lnTo>
                    <a:lnTo>
                      <a:pt x="19141" y="11660"/>
                    </a:lnTo>
                    <a:lnTo>
                      <a:pt x="18107" y="12289"/>
                    </a:lnTo>
                    <a:lnTo>
                      <a:pt x="17096" y="12873"/>
                    </a:lnTo>
                    <a:lnTo>
                      <a:pt x="16085" y="13390"/>
                    </a:lnTo>
                    <a:lnTo>
                      <a:pt x="15074" y="13884"/>
                    </a:lnTo>
                    <a:lnTo>
                      <a:pt x="14086" y="14311"/>
                    </a:lnTo>
                    <a:lnTo>
                      <a:pt x="13569" y="14513"/>
                    </a:lnTo>
                    <a:lnTo>
                      <a:pt x="13075" y="14693"/>
                    </a:lnTo>
                    <a:lnTo>
                      <a:pt x="12581" y="14850"/>
                    </a:lnTo>
                    <a:lnTo>
                      <a:pt x="12087" y="15007"/>
                    </a:lnTo>
                    <a:lnTo>
                      <a:pt x="11570" y="15120"/>
                    </a:lnTo>
                    <a:lnTo>
                      <a:pt x="11076" y="15232"/>
                    </a:lnTo>
                    <a:lnTo>
                      <a:pt x="11076" y="14693"/>
                    </a:lnTo>
                    <a:lnTo>
                      <a:pt x="11053" y="14064"/>
                    </a:lnTo>
                    <a:lnTo>
                      <a:pt x="11031" y="13255"/>
                    </a:lnTo>
                    <a:lnTo>
                      <a:pt x="10963" y="12312"/>
                    </a:lnTo>
                    <a:lnTo>
                      <a:pt x="10874" y="11278"/>
                    </a:lnTo>
                    <a:lnTo>
                      <a:pt x="10739" y="10155"/>
                    </a:lnTo>
                    <a:lnTo>
                      <a:pt x="10582" y="9032"/>
                    </a:lnTo>
                    <a:lnTo>
                      <a:pt x="10469" y="8470"/>
                    </a:lnTo>
                    <a:lnTo>
                      <a:pt x="10334" y="7931"/>
                    </a:lnTo>
                    <a:lnTo>
                      <a:pt x="10200" y="7392"/>
                    </a:lnTo>
                    <a:lnTo>
                      <a:pt x="10042" y="6875"/>
                    </a:lnTo>
                    <a:lnTo>
                      <a:pt x="9885" y="6381"/>
                    </a:lnTo>
                    <a:lnTo>
                      <a:pt x="9683" y="5932"/>
                    </a:lnTo>
                    <a:lnTo>
                      <a:pt x="9481" y="5505"/>
                    </a:lnTo>
                    <a:lnTo>
                      <a:pt x="9256" y="5123"/>
                    </a:lnTo>
                    <a:lnTo>
                      <a:pt x="9009" y="4786"/>
                    </a:lnTo>
                    <a:lnTo>
                      <a:pt x="8739" y="4494"/>
                    </a:lnTo>
                    <a:lnTo>
                      <a:pt x="8605" y="4359"/>
                    </a:lnTo>
                    <a:lnTo>
                      <a:pt x="8447" y="4247"/>
                    </a:lnTo>
                    <a:lnTo>
                      <a:pt x="8290" y="4157"/>
                    </a:lnTo>
                    <a:lnTo>
                      <a:pt x="8133" y="4067"/>
                    </a:lnTo>
                    <a:lnTo>
                      <a:pt x="7976" y="4000"/>
                    </a:lnTo>
                    <a:lnTo>
                      <a:pt x="7796" y="3955"/>
                    </a:lnTo>
                    <a:lnTo>
                      <a:pt x="7616" y="3932"/>
                    </a:lnTo>
                    <a:lnTo>
                      <a:pt x="7234" y="3932"/>
                    </a:lnTo>
                    <a:lnTo>
                      <a:pt x="7032" y="3955"/>
                    </a:lnTo>
                    <a:lnTo>
                      <a:pt x="6830" y="4000"/>
                    </a:lnTo>
                    <a:lnTo>
                      <a:pt x="6628" y="4067"/>
                    </a:lnTo>
                    <a:lnTo>
                      <a:pt x="6426" y="4157"/>
                    </a:lnTo>
                    <a:lnTo>
                      <a:pt x="6223" y="4247"/>
                    </a:lnTo>
                    <a:lnTo>
                      <a:pt x="6044" y="4359"/>
                    </a:lnTo>
                    <a:lnTo>
                      <a:pt x="5864" y="4494"/>
                    </a:lnTo>
                    <a:lnTo>
                      <a:pt x="5707" y="4606"/>
                    </a:lnTo>
                    <a:lnTo>
                      <a:pt x="5549" y="4763"/>
                    </a:lnTo>
                    <a:lnTo>
                      <a:pt x="5415" y="4921"/>
                    </a:lnTo>
                    <a:lnTo>
                      <a:pt x="5280" y="5078"/>
                    </a:lnTo>
                    <a:lnTo>
                      <a:pt x="5168" y="5258"/>
                    </a:lnTo>
                    <a:lnTo>
                      <a:pt x="5055" y="5437"/>
                    </a:lnTo>
                    <a:lnTo>
                      <a:pt x="4853" y="5842"/>
                    </a:lnTo>
                    <a:lnTo>
                      <a:pt x="4696" y="6269"/>
                    </a:lnTo>
                    <a:lnTo>
                      <a:pt x="4583" y="6718"/>
                    </a:lnTo>
                    <a:lnTo>
                      <a:pt x="4494" y="7190"/>
                    </a:lnTo>
                    <a:lnTo>
                      <a:pt x="4426" y="7684"/>
                    </a:lnTo>
                    <a:lnTo>
                      <a:pt x="4404" y="8201"/>
                    </a:lnTo>
                    <a:lnTo>
                      <a:pt x="4381" y="8740"/>
                    </a:lnTo>
                    <a:lnTo>
                      <a:pt x="4404" y="9279"/>
                    </a:lnTo>
                    <a:lnTo>
                      <a:pt x="4426" y="9818"/>
                    </a:lnTo>
                    <a:lnTo>
                      <a:pt x="4494" y="10380"/>
                    </a:lnTo>
                    <a:lnTo>
                      <a:pt x="4561" y="10919"/>
                    </a:lnTo>
                    <a:lnTo>
                      <a:pt x="4718" y="11997"/>
                    </a:lnTo>
                    <a:lnTo>
                      <a:pt x="4943" y="13008"/>
                    </a:lnTo>
                    <a:lnTo>
                      <a:pt x="5168" y="13974"/>
                    </a:lnTo>
                    <a:lnTo>
                      <a:pt x="5392" y="14805"/>
                    </a:lnTo>
                    <a:lnTo>
                      <a:pt x="5594" y="15502"/>
                    </a:lnTo>
                    <a:lnTo>
                      <a:pt x="5752" y="16041"/>
                    </a:lnTo>
                    <a:lnTo>
                      <a:pt x="5909" y="16512"/>
                    </a:lnTo>
                    <a:lnTo>
                      <a:pt x="5549" y="16602"/>
                    </a:lnTo>
                    <a:lnTo>
                      <a:pt x="5145" y="16737"/>
                    </a:lnTo>
                    <a:lnTo>
                      <a:pt x="4606" y="16894"/>
                    </a:lnTo>
                    <a:lnTo>
                      <a:pt x="4022" y="17097"/>
                    </a:lnTo>
                    <a:lnTo>
                      <a:pt x="3348" y="17344"/>
                    </a:lnTo>
                    <a:lnTo>
                      <a:pt x="2696" y="17636"/>
                    </a:lnTo>
                    <a:lnTo>
                      <a:pt x="2023" y="17973"/>
                    </a:lnTo>
                    <a:lnTo>
                      <a:pt x="1708" y="18152"/>
                    </a:lnTo>
                    <a:lnTo>
                      <a:pt x="1416" y="18355"/>
                    </a:lnTo>
                    <a:lnTo>
                      <a:pt x="1124" y="18557"/>
                    </a:lnTo>
                    <a:lnTo>
                      <a:pt x="877" y="18781"/>
                    </a:lnTo>
                    <a:lnTo>
                      <a:pt x="630" y="19006"/>
                    </a:lnTo>
                    <a:lnTo>
                      <a:pt x="428" y="19253"/>
                    </a:lnTo>
                    <a:lnTo>
                      <a:pt x="270" y="19500"/>
                    </a:lnTo>
                    <a:lnTo>
                      <a:pt x="136" y="19747"/>
                    </a:lnTo>
                    <a:lnTo>
                      <a:pt x="46" y="20017"/>
                    </a:lnTo>
                    <a:lnTo>
                      <a:pt x="1" y="20309"/>
                    </a:lnTo>
                    <a:lnTo>
                      <a:pt x="1" y="20601"/>
                    </a:lnTo>
                    <a:lnTo>
                      <a:pt x="68" y="20893"/>
                    </a:lnTo>
                    <a:lnTo>
                      <a:pt x="180" y="21208"/>
                    </a:lnTo>
                    <a:lnTo>
                      <a:pt x="360" y="21522"/>
                    </a:lnTo>
                    <a:lnTo>
                      <a:pt x="585" y="21859"/>
                    </a:lnTo>
                    <a:lnTo>
                      <a:pt x="899" y="22196"/>
                    </a:lnTo>
                    <a:lnTo>
                      <a:pt x="1259" y="22510"/>
                    </a:lnTo>
                    <a:lnTo>
                      <a:pt x="1618" y="22780"/>
                    </a:lnTo>
                    <a:lnTo>
                      <a:pt x="2000" y="23005"/>
                    </a:lnTo>
                    <a:lnTo>
                      <a:pt x="2404" y="23162"/>
                    </a:lnTo>
                    <a:lnTo>
                      <a:pt x="2809" y="23297"/>
                    </a:lnTo>
                    <a:lnTo>
                      <a:pt x="3213" y="23387"/>
                    </a:lnTo>
                    <a:lnTo>
                      <a:pt x="3640" y="23432"/>
                    </a:lnTo>
                    <a:lnTo>
                      <a:pt x="4044" y="23432"/>
                    </a:lnTo>
                    <a:lnTo>
                      <a:pt x="4471" y="23409"/>
                    </a:lnTo>
                    <a:lnTo>
                      <a:pt x="4898" y="23364"/>
                    </a:lnTo>
                    <a:lnTo>
                      <a:pt x="5325" y="23274"/>
                    </a:lnTo>
                    <a:lnTo>
                      <a:pt x="5752" y="23184"/>
                    </a:lnTo>
                    <a:lnTo>
                      <a:pt x="6156" y="23050"/>
                    </a:lnTo>
                    <a:lnTo>
                      <a:pt x="6583" y="22892"/>
                    </a:lnTo>
                    <a:lnTo>
                      <a:pt x="6987" y="22735"/>
                    </a:lnTo>
                    <a:lnTo>
                      <a:pt x="7369" y="22555"/>
                    </a:lnTo>
                    <a:lnTo>
                      <a:pt x="8133" y="22174"/>
                    </a:lnTo>
                    <a:lnTo>
                      <a:pt x="8829" y="21769"/>
                    </a:lnTo>
                    <a:lnTo>
                      <a:pt x="9458" y="21387"/>
                    </a:lnTo>
                    <a:lnTo>
                      <a:pt x="9997" y="21005"/>
                    </a:lnTo>
                    <a:lnTo>
                      <a:pt x="10447" y="20668"/>
                    </a:lnTo>
                    <a:lnTo>
                      <a:pt x="10784" y="20399"/>
                    </a:lnTo>
                    <a:lnTo>
                      <a:pt x="11076" y="20152"/>
                    </a:lnTo>
                    <a:lnTo>
                      <a:pt x="11750" y="20062"/>
                    </a:lnTo>
                    <a:lnTo>
                      <a:pt x="12469" y="19994"/>
                    </a:lnTo>
                    <a:lnTo>
                      <a:pt x="13232" y="19972"/>
                    </a:lnTo>
                    <a:lnTo>
                      <a:pt x="14041" y="19994"/>
                    </a:lnTo>
                    <a:lnTo>
                      <a:pt x="14895" y="20062"/>
                    </a:lnTo>
                    <a:lnTo>
                      <a:pt x="15771" y="20174"/>
                    </a:lnTo>
                    <a:lnTo>
                      <a:pt x="16692" y="20331"/>
                    </a:lnTo>
                    <a:lnTo>
                      <a:pt x="17613" y="20534"/>
                    </a:lnTo>
                    <a:lnTo>
                      <a:pt x="18579" y="20803"/>
                    </a:lnTo>
                    <a:lnTo>
                      <a:pt x="19545" y="21095"/>
                    </a:lnTo>
                    <a:lnTo>
                      <a:pt x="20556" y="21432"/>
                    </a:lnTo>
                    <a:lnTo>
                      <a:pt x="21544" y="21814"/>
                    </a:lnTo>
                    <a:lnTo>
                      <a:pt x="22578" y="22263"/>
                    </a:lnTo>
                    <a:lnTo>
                      <a:pt x="23588" y="22735"/>
                    </a:lnTo>
                    <a:lnTo>
                      <a:pt x="24599" y="23274"/>
                    </a:lnTo>
                    <a:lnTo>
                      <a:pt x="25633" y="23858"/>
                    </a:lnTo>
                    <a:lnTo>
                      <a:pt x="27497" y="24937"/>
                    </a:lnTo>
                    <a:lnTo>
                      <a:pt x="29317" y="26015"/>
                    </a:lnTo>
                    <a:lnTo>
                      <a:pt x="31114" y="27026"/>
                    </a:lnTo>
                    <a:lnTo>
                      <a:pt x="31990" y="27498"/>
                    </a:lnTo>
                    <a:lnTo>
                      <a:pt x="32889" y="27969"/>
                    </a:lnTo>
                    <a:lnTo>
                      <a:pt x="33765" y="28419"/>
                    </a:lnTo>
                    <a:lnTo>
                      <a:pt x="34641" y="28823"/>
                    </a:lnTo>
                    <a:lnTo>
                      <a:pt x="35517" y="29227"/>
                    </a:lnTo>
                    <a:lnTo>
                      <a:pt x="36416" y="29587"/>
                    </a:lnTo>
                    <a:lnTo>
                      <a:pt x="37292" y="29924"/>
                    </a:lnTo>
                    <a:lnTo>
                      <a:pt x="38168" y="30216"/>
                    </a:lnTo>
                    <a:lnTo>
                      <a:pt x="39067" y="30485"/>
                    </a:lnTo>
                    <a:lnTo>
                      <a:pt x="39943" y="30710"/>
                    </a:lnTo>
                    <a:lnTo>
                      <a:pt x="40841" y="30890"/>
                    </a:lnTo>
                    <a:lnTo>
                      <a:pt x="41740" y="31047"/>
                    </a:lnTo>
                    <a:lnTo>
                      <a:pt x="42661" y="31159"/>
                    </a:lnTo>
                    <a:lnTo>
                      <a:pt x="43582" y="31204"/>
                    </a:lnTo>
                    <a:lnTo>
                      <a:pt x="44503" y="31204"/>
                    </a:lnTo>
                    <a:lnTo>
                      <a:pt x="45424" y="31182"/>
                    </a:lnTo>
                    <a:lnTo>
                      <a:pt x="46390" y="31070"/>
                    </a:lnTo>
                    <a:lnTo>
                      <a:pt x="47334" y="30935"/>
                    </a:lnTo>
                    <a:lnTo>
                      <a:pt x="47828" y="30845"/>
                    </a:lnTo>
                    <a:lnTo>
                      <a:pt x="48299" y="30733"/>
                    </a:lnTo>
                    <a:lnTo>
                      <a:pt x="48794" y="30598"/>
                    </a:lnTo>
                    <a:lnTo>
                      <a:pt x="49288" y="30463"/>
                    </a:lnTo>
                    <a:lnTo>
                      <a:pt x="49782" y="30306"/>
                    </a:lnTo>
                    <a:lnTo>
                      <a:pt x="50299" y="30126"/>
                    </a:lnTo>
                    <a:lnTo>
                      <a:pt x="50793" y="29946"/>
                    </a:lnTo>
                    <a:lnTo>
                      <a:pt x="51310" y="29744"/>
                    </a:lnTo>
                    <a:lnTo>
                      <a:pt x="51826" y="29519"/>
                    </a:lnTo>
                    <a:lnTo>
                      <a:pt x="52343" y="29295"/>
                    </a:lnTo>
                    <a:lnTo>
                      <a:pt x="52860" y="29025"/>
                    </a:lnTo>
                    <a:lnTo>
                      <a:pt x="53376" y="28756"/>
                    </a:lnTo>
                    <a:lnTo>
                      <a:pt x="54455" y="28172"/>
                    </a:lnTo>
                    <a:lnTo>
                      <a:pt x="55533" y="27498"/>
                    </a:lnTo>
                    <a:lnTo>
                      <a:pt x="56027" y="27183"/>
                    </a:lnTo>
                    <a:lnTo>
                      <a:pt x="56499" y="26824"/>
                    </a:lnTo>
                    <a:lnTo>
                      <a:pt x="56948" y="26464"/>
                    </a:lnTo>
                    <a:lnTo>
                      <a:pt x="57375" y="26082"/>
                    </a:lnTo>
                    <a:lnTo>
                      <a:pt x="57802" y="25700"/>
                    </a:lnTo>
                    <a:lnTo>
                      <a:pt x="58184" y="25296"/>
                    </a:lnTo>
                    <a:lnTo>
                      <a:pt x="58566" y="24869"/>
                    </a:lnTo>
                    <a:lnTo>
                      <a:pt x="58925" y="24420"/>
                    </a:lnTo>
                    <a:lnTo>
                      <a:pt x="59262" y="23971"/>
                    </a:lnTo>
                    <a:lnTo>
                      <a:pt x="59577" y="23521"/>
                    </a:lnTo>
                    <a:lnTo>
                      <a:pt x="59869" y="23050"/>
                    </a:lnTo>
                    <a:lnTo>
                      <a:pt x="60161" y="22578"/>
                    </a:lnTo>
                    <a:lnTo>
                      <a:pt x="60408" y="22084"/>
                    </a:lnTo>
                    <a:lnTo>
                      <a:pt x="60655" y="21567"/>
                    </a:lnTo>
                    <a:lnTo>
                      <a:pt x="60880" y="21073"/>
                    </a:lnTo>
                    <a:lnTo>
                      <a:pt x="61059" y="20556"/>
                    </a:lnTo>
                    <a:lnTo>
                      <a:pt x="61239" y="20017"/>
                    </a:lnTo>
                    <a:lnTo>
                      <a:pt x="61419" y="19500"/>
                    </a:lnTo>
                    <a:lnTo>
                      <a:pt x="61554" y="18961"/>
                    </a:lnTo>
                    <a:lnTo>
                      <a:pt x="61666" y="18422"/>
                    </a:lnTo>
                    <a:lnTo>
                      <a:pt x="61756" y="17883"/>
                    </a:lnTo>
                    <a:lnTo>
                      <a:pt x="61846" y="17321"/>
                    </a:lnTo>
                    <a:lnTo>
                      <a:pt x="61891" y="16782"/>
                    </a:lnTo>
                    <a:lnTo>
                      <a:pt x="61935" y="16220"/>
                    </a:lnTo>
                    <a:lnTo>
                      <a:pt x="61935" y="15659"/>
                    </a:lnTo>
                    <a:lnTo>
                      <a:pt x="61935" y="15120"/>
                    </a:lnTo>
                    <a:lnTo>
                      <a:pt x="61891" y="14558"/>
                    </a:lnTo>
                    <a:lnTo>
                      <a:pt x="61846" y="13996"/>
                    </a:lnTo>
                    <a:lnTo>
                      <a:pt x="61778" y="13457"/>
                    </a:lnTo>
                    <a:lnTo>
                      <a:pt x="61666" y="12896"/>
                    </a:lnTo>
                    <a:lnTo>
                      <a:pt x="61554" y="12356"/>
                    </a:lnTo>
                    <a:lnTo>
                      <a:pt x="61419" y="11795"/>
                    </a:lnTo>
                    <a:lnTo>
                      <a:pt x="61262" y="11233"/>
                    </a:lnTo>
                    <a:lnTo>
                      <a:pt x="61059" y="10672"/>
                    </a:lnTo>
                    <a:lnTo>
                      <a:pt x="60880" y="10132"/>
                    </a:lnTo>
                    <a:lnTo>
                      <a:pt x="60655" y="9616"/>
                    </a:lnTo>
                    <a:lnTo>
                      <a:pt x="60430" y="9099"/>
                    </a:lnTo>
                    <a:lnTo>
                      <a:pt x="60161" y="8582"/>
                    </a:lnTo>
                    <a:lnTo>
                      <a:pt x="59914" y="8088"/>
                    </a:lnTo>
                    <a:lnTo>
                      <a:pt x="59622" y="7616"/>
                    </a:lnTo>
                    <a:lnTo>
                      <a:pt x="59307" y="7145"/>
                    </a:lnTo>
                    <a:lnTo>
                      <a:pt x="58993" y="6695"/>
                    </a:lnTo>
                    <a:lnTo>
                      <a:pt x="58656" y="6246"/>
                    </a:lnTo>
                    <a:lnTo>
                      <a:pt x="58296" y="5819"/>
                    </a:lnTo>
                    <a:lnTo>
                      <a:pt x="57914" y="5415"/>
                    </a:lnTo>
                    <a:lnTo>
                      <a:pt x="57532" y="5011"/>
                    </a:lnTo>
                    <a:lnTo>
                      <a:pt x="57106" y="4629"/>
                    </a:lnTo>
                    <a:lnTo>
                      <a:pt x="56679" y="4247"/>
                    </a:lnTo>
                    <a:lnTo>
                      <a:pt x="56207" y="3887"/>
                    </a:lnTo>
                    <a:lnTo>
                      <a:pt x="55735" y="3550"/>
                    </a:lnTo>
                    <a:lnTo>
                      <a:pt x="55241" y="3213"/>
                    </a:lnTo>
                    <a:lnTo>
                      <a:pt x="54724" y="2899"/>
                    </a:lnTo>
                    <a:lnTo>
                      <a:pt x="54163" y="2584"/>
                    </a:lnTo>
                    <a:lnTo>
                      <a:pt x="53601" y="2292"/>
                    </a:lnTo>
                    <a:lnTo>
                      <a:pt x="53017" y="2023"/>
                    </a:lnTo>
                    <a:lnTo>
                      <a:pt x="52410" y="1776"/>
                    </a:lnTo>
                    <a:lnTo>
                      <a:pt x="51781" y="1529"/>
                    </a:lnTo>
                    <a:lnTo>
                      <a:pt x="51130" y="1281"/>
                    </a:lnTo>
                    <a:lnTo>
                      <a:pt x="50456" y="1079"/>
                    </a:lnTo>
                    <a:lnTo>
                      <a:pt x="49760" y="877"/>
                    </a:lnTo>
                    <a:lnTo>
                      <a:pt x="49041" y="697"/>
                    </a:lnTo>
                    <a:lnTo>
                      <a:pt x="48277" y="518"/>
                    </a:lnTo>
                    <a:lnTo>
                      <a:pt x="47513" y="360"/>
                    </a:lnTo>
                    <a:lnTo>
                      <a:pt x="46705" y="226"/>
                    </a:lnTo>
                    <a:lnTo>
                      <a:pt x="46053" y="136"/>
                    </a:lnTo>
                    <a:lnTo>
                      <a:pt x="45379" y="68"/>
                    </a:lnTo>
                    <a:lnTo>
                      <a:pt x="44728" y="23"/>
                    </a:lnTo>
                    <a:lnTo>
                      <a:pt x="4407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7" name="Google Shape;6357;p28"/>
              <p:cNvSpPr/>
              <p:nvPr/>
            </p:nvSpPr>
            <p:spPr>
              <a:xfrm>
                <a:off x="10432700" y="3726375"/>
                <a:ext cx="1548400" cy="780125"/>
              </a:xfrm>
              <a:custGeom>
                <a:avLst/>
                <a:gdLst/>
                <a:ahLst/>
                <a:cxnLst/>
                <a:rect l="l" t="t" r="r" b="b"/>
                <a:pathLst>
                  <a:path w="61936" h="31205" fill="none" extrusionOk="0">
                    <a:moveTo>
                      <a:pt x="11076" y="15232"/>
                    </a:moveTo>
                    <a:lnTo>
                      <a:pt x="11076" y="15232"/>
                    </a:lnTo>
                    <a:lnTo>
                      <a:pt x="11570" y="15120"/>
                    </a:lnTo>
                    <a:lnTo>
                      <a:pt x="12087" y="15007"/>
                    </a:lnTo>
                    <a:lnTo>
                      <a:pt x="12581" y="14850"/>
                    </a:lnTo>
                    <a:lnTo>
                      <a:pt x="13075" y="14693"/>
                    </a:lnTo>
                    <a:lnTo>
                      <a:pt x="13569" y="14513"/>
                    </a:lnTo>
                    <a:lnTo>
                      <a:pt x="14086" y="14311"/>
                    </a:lnTo>
                    <a:lnTo>
                      <a:pt x="15074" y="13884"/>
                    </a:lnTo>
                    <a:lnTo>
                      <a:pt x="16085" y="13390"/>
                    </a:lnTo>
                    <a:lnTo>
                      <a:pt x="17096" y="12873"/>
                    </a:lnTo>
                    <a:lnTo>
                      <a:pt x="18107" y="12289"/>
                    </a:lnTo>
                    <a:lnTo>
                      <a:pt x="19141" y="11660"/>
                    </a:lnTo>
                    <a:lnTo>
                      <a:pt x="20151" y="11009"/>
                    </a:lnTo>
                    <a:lnTo>
                      <a:pt x="21185" y="10335"/>
                    </a:lnTo>
                    <a:lnTo>
                      <a:pt x="23274" y="8942"/>
                    </a:lnTo>
                    <a:lnTo>
                      <a:pt x="25386" y="7504"/>
                    </a:lnTo>
                    <a:lnTo>
                      <a:pt x="27542" y="6066"/>
                    </a:lnTo>
                    <a:lnTo>
                      <a:pt x="28643" y="5370"/>
                    </a:lnTo>
                    <a:lnTo>
                      <a:pt x="29744" y="4674"/>
                    </a:lnTo>
                    <a:lnTo>
                      <a:pt x="30867" y="4022"/>
                    </a:lnTo>
                    <a:lnTo>
                      <a:pt x="31990" y="3393"/>
                    </a:lnTo>
                    <a:lnTo>
                      <a:pt x="33136" y="2809"/>
                    </a:lnTo>
                    <a:lnTo>
                      <a:pt x="34282" y="2247"/>
                    </a:lnTo>
                    <a:lnTo>
                      <a:pt x="35450" y="1753"/>
                    </a:lnTo>
                    <a:lnTo>
                      <a:pt x="36034" y="1506"/>
                    </a:lnTo>
                    <a:lnTo>
                      <a:pt x="36640" y="1304"/>
                    </a:lnTo>
                    <a:lnTo>
                      <a:pt x="37224" y="1079"/>
                    </a:lnTo>
                    <a:lnTo>
                      <a:pt x="37831" y="900"/>
                    </a:lnTo>
                    <a:lnTo>
                      <a:pt x="38438" y="720"/>
                    </a:lnTo>
                    <a:lnTo>
                      <a:pt x="39044" y="563"/>
                    </a:lnTo>
                    <a:lnTo>
                      <a:pt x="39651" y="428"/>
                    </a:lnTo>
                    <a:lnTo>
                      <a:pt x="40280" y="315"/>
                    </a:lnTo>
                    <a:lnTo>
                      <a:pt x="40909" y="203"/>
                    </a:lnTo>
                    <a:lnTo>
                      <a:pt x="41538" y="113"/>
                    </a:lnTo>
                    <a:lnTo>
                      <a:pt x="42167" y="46"/>
                    </a:lnTo>
                    <a:lnTo>
                      <a:pt x="42796" y="1"/>
                    </a:lnTo>
                    <a:lnTo>
                      <a:pt x="43425" y="1"/>
                    </a:lnTo>
                    <a:lnTo>
                      <a:pt x="44076" y="1"/>
                    </a:lnTo>
                    <a:lnTo>
                      <a:pt x="44728" y="23"/>
                    </a:lnTo>
                    <a:lnTo>
                      <a:pt x="45379" y="68"/>
                    </a:lnTo>
                    <a:lnTo>
                      <a:pt x="46053" y="136"/>
                    </a:lnTo>
                    <a:lnTo>
                      <a:pt x="46705" y="226"/>
                    </a:lnTo>
                    <a:lnTo>
                      <a:pt x="46705" y="226"/>
                    </a:lnTo>
                    <a:lnTo>
                      <a:pt x="47513" y="360"/>
                    </a:lnTo>
                    <a:lnTo>
                      <a:pt x="48277" y="518"/>
                    </a:lnTo>
                    <a:lnTo>
                      <a:pt x="49041" y="697"/>
                    </a:lnTo>
                    <a:lnTo>
                      <a:pt x="49760" y="877"/>
                    </a:lnTo>
                    <a:lnTo>
                      <a:pt x="50456" y="1079"/>
                    </a:lnTo>
                    <a:lnTo>
                      <a:pt x="51130" y="1281"/>
                    </a:lnTo>
                    <a:lnTo>
                      <a:pt x="51781" y="1529"/>
                    </a:lnTo>
                    <a:lnTo>
                      <a:pt x="52410" y="1776"/>
                    </a:lnTo>
                    <a:lnTo>
                      <a:pt x="53017" y="2023"/>
                    </a:lnTo>
                    <a:lnTo>
                      <a:pt x="53601" y="2292"/>
                    </a:lnTo>
                    <a:lnTo>
                      <a:pt x="54163" y="2584"/>
                    </a:lnTo>
                    <a:lnTo>
                      <a:pt x="54724" y="2899"/>
                    </a:lnTo>
                    <a:lnTo>
                      <a:pt x="55241" y="3213"/>
                    </a:lnTo>
                    <a:lnTo>
                      <a:pt x="55735" y="3550"/>
                    </a:lnTo>
                    <a:lnTo>
                      <a:pt x="56207" y="3887"/>
                    </a:lnTo>
                    <a:lnTo>
                      <a:pt x="56679" y="4247"/>
                    </a:lnTo>
                    <a:lnTo>
                      <a:pt x="57106" y="4629"/>
                    </a:lnTo>
                    <a:lnTo>
                      <a:pt x="57532" y="5011"/>
                    </a:lnTo>
                    <a:lnTo>
                      <a:pt x="57914" y="5415"/>
                    </a:lnTo>
                    <a:lnTo>
                      <a:pt x="58296" y="5819"/>
                    </a:lnTo>
                    <a:lnTo>
                      <a:pt x="58656" y="6246"/>
                    </a:lnTo>
                    <a:lnTo>
                      <a:pt x="58993" y="6695"/>
                    </a:lnTo>
                    <a:lnTo>
                      <a:pt x="59307" y="7145"/>
                    </a:lnTo>
                    <a:lnTo>
                      <a:pt x="59622" y="7616"/>
                    </a:lnTo>
                    <a:lnTo>
                      <a:pt x="59914" y="8088"/>
                    </a:lnTo>
                    <a:lnTo>
                      <a:pt x="60161" y="8582"/>
                    </a:lnTo>
                    <a:lnTo>
                      <a:pt x="60430" y="9099"/>
                    </a:lnTo>
                    <a:lnTo>
                      <a:pt x="60655" y="9616"/>
                    </a:lnTo>
                    <a:lnTo>
                      <a:pt x="60880" y="10132"/>
                    </a:lnTo>
                    <a:lnTo>
                      <a:pt x="61059" y="10672"/>
                    </a:lnTo>
                    <a:lnTo>
                      <a:pt x="61262" y="11233"/>
                    </a:lnTo>
                    <a:lnTo>
                      <a:pt x="61419" y="11795"/>
                    </a:lnTo>
                    <a:lnTo>
                      <a:pt x="61419" y="11795"/>
                    </a:lnTo>
                    <a:lnTo>
                      <a:pt x="61554" y="12356"/>
                    </a:lnTo>
                    <a:lnTo>
                      <a:pt x="61666" y="12896"/>
                    </a:lnTo>
                    <a:lnTo>
                      <a:pt x="61778" y="13457"/>
                    </a:lnTo>
                    <a:lnTo>
                      <a:pt x="61846" y="13996"/>
                    </a:lnTo>
                    <a:lnTo>
                      <a:pt x="61891" y="14558"/>
                    </a:lnTo>
                    <a:lnTo>
                      <a:pt x="61935" y="15120"/>
                    </a:lnTo>
                    <a:lnTo>
                      <a:pt x="61935" y="15659"/>
                    </a:lnTo>
                    <a:lnTo>
                      <a:pt x="61935" y="16220"/>
                    </a:lnTo>
                    <a:lnTo>
                      <a:pt x="61891" y="16782"/>
                    </a:lnTo>
                    <a:lnTo>
                      <a:pt x="61846" y="17321"/>
                    </a:lnTo>
                    <a:lnTo>
                      <a:pt x="61756" y="17883"/>
                    </a:lnTo>
                    <a:lnTo>
                      <a:pt x="61666" y="18422"/>
                    </a:lnTo>
                    <a:lnTo>
                      <a:pt x="61554" y="18961"/>
                    </a:lnTo>
                    <a:lnTo>
                      <a:pt x="61419" y="19500"/>
                    </a:lnTo>
                    <a:lnTo>
                      <a:pt x="61239" y="20017"/>
                    </a:lnTo>
                    <a:lnTo>
                      <a:pt x="61059" y="20556"/>
                    </a:lnTo>
                    <a:lnTo>
                      <a:pt x="60880" y="21073"/>
                    </a:lnTo>
                    <a:lnTo>
                      <a:pt x="60655" y="21567"/>
                    </a:lnTo>
                    <a:lnTo>
                      <a:pt x="60408" y="22084"/>
                    </a:lnTo>
                    <a:lnTo>
                      <a:pt x="60161" y="22578"/>
                    </a:lnTo>
                    <a:lnTo>
                      <a:pt x="59869" y="23050"/>
                    </a:lnTo>
                    <a:lnTo>
                      <a:pt x="59577" y="23521"/>
                    </a:lnTo>
                    <a:lnTo>
                      <a:pt x="59262" y="23971"/>
                    </a:lnTo>
                    <a:lnTo>
                      <a:pt x="58925" y="24420"/>
                    </a:lnTo>
                    <a:lnTo>
                      <a:pt x="58566" y="24869"/>
                    </a:lnTo>
                    <a:lnTo>
                      <a:pt x="58184" y="25296"/>
                    </a:lnTo>
                    <a:lnTo>
                      <a:pt x="57802" y="25700"/>
                    </a:lnTo>
                    <a:lnTo>
                      <a:pt x="57375" y="26082"/>
                    </a:lnTo>
                    <a:lnTo>
                      <a:pt x="56948" y="26464"/>
                    </a:lnTo>
                    <a:lnTo>
                      <a:pt x="56499" y="26824"/>
                    </a:lnTo>
                    <a:lnTo>
                      <a:pt x="56027" y="27183"/>
                    </a:lnTo>
                    <a:lnTo>
                      <a:pt x="55533" y="27498"/>
                    </a:lnTo>
                    <a:lnTo>
                      <a:pt x="55533" y="27498"/>
                    </a:lnTo>
                    <a:lnTo>
                      <a:pt x="54455" y="28172"/>
                    </a:lnTo>
                    <a:lnTo>
                      <a:pt x="53376" y="28756"/>
                    </a:lnTo>
                    <a:lnTo>
                      <a:pt x="52860" y="29025"/>
                    </a:lnTo>
                    <a:lnTo>
                      <a:pt x="52343" y="29295"/>
                    </a:lnTo>
                    <a:lnTo>
                      <a:pt x="51826" y="29519"/>
                    </a:lnTo>
                    <a:lnTo>
                      <a:pt x="51310" y="29744"/>
                    </a:lnTo>
                    <a:lnTo>
                      <a:pt x="50793" y="29946"/>
                    </a:lnTo>
                    <a:lnTo>
                      <a:pt x="50299" y="30126"/>
                    </a:lnTo>
                    <a:lnTo>
                      <a:pt x="49782" y="30306"/>
                    </a:lnTo>
                    <a:lnTo>
                      <a:pt x="49288" y="30463"/>
                    </a:lnTo>
                    <a:lnTo>
                      <a:pt x="48794" y="30598"/>
                    </a:lnTo>
                    <a:lnTo>
                      <a:pt x="48299" y="30733"/>
                    </a:lnTo>
                    <a:lnTo>
                      <a:pt x="47828" y="30845"/>
                    </a:lnTo>
                    <a:lnTo>
                      <a:pt x="47334" y="30935"/>
                    </a:lnTo>
                    <a:lnTo>
                      <a:pt x="46390" y="31070"/>
                    </a:lnTo>
                    <a:lnTo>
                      <a:pt x="45424" y="31182"/>
                    </a:lnTo>
                    <a:lnTo>
                      <a:pt x="44503" y="31204"/>
                    </a:lnTo>
                    <a:lnTo>
                      <a:pt x="43582" y="31204"/>
                    </a:lnTo>
                    <a:lnTo>
                      <a:pt x="42661" y="31159"/>
                    </a:lnTo>
                    <a:lnTo>
                      <a:pt x="41740" y="31047"/>
                    </a:lnTo>
                    <a:lnTo>
                      <a:pt x="40841" y="30890"/>
                    </a:lnTo>
                    <a:lnTo>
                      <a:pt x="39943" y="30710"/>
                    </a:lnTo>
                    <a:lnTo>
                      <a:pt x="39067" y="30485"/>
                    </a:lnTo>
                    <a:lnTo>
                      <a:pt x="38168" y="30216"/>
                    </a:lnTo>
                    <a:lnTo>
                      <a:pt x="37292" y="29924"/>
                    </a:lnTo>
                    <a:lnTo>
                      <a:pt x="36416" y="29587"/>
                    </a:lnTo>
                    <a:lnTo>
                      <a:pt x="35517" y="29227"/>
                    </a:lnTo>
                    <a:lnTo>
                      <a:pt x="34641" y="28823"/>
                    </a:lnTo>
                    <a:lnTo>
                      <a:pt x="33765" y="28419"/>
                    </a:lnTo>
                    <a:lnTo>
                      <a:pt x="32889" y="27969"/>
                    </a:lnTo>
                    <a:lnTo>
                      <a:pt x="31990" y="27498"/>
                    </a:lnTo>
                    <a:lnTo>
                      <a:pt x="31114" y="27026"/>
                    </a:lnTo>
                    <a:lnTo>
                      <a:pt x="29317" y="26015"/>
                    </a:lnTo>
                    <a:lnTo>
                      <a:pt x="27497" y="24937"/>
                    </a:lnTo>
                    <a:lnTo>
                      <a:pt x="25633" y="23858"/>
                    </a:lnTo>
                    <a:lnTo>
                      <a:pt x="25633" y="23858"/>
                    </a:lnTo>
                    <a:lnTo>
                      <a:pt x="24599" y="23274"/>
                    </a:lnTo>
                    <a:lnTo>
                      <a:pt x="23588" y="22735"/>
                    </a:lnTo>
                    <a:lnTo>
                      <a:pt x="22578" y="22263"/>
                    </a:lnTo>
                    <a:lnTo>
                      <a:pt x="21544" y="21814"/>
                    </a:lnTo>
                    <a:lnTo>
                      <a:pt x="20556" y="21432"/>
                    </a:lnTo>
                    <a:lnTo>
                      <a:pt x="19545" y="21095"/>
                    </a:lnTo>
                    <a:lnTo>
                      <a:pt x="18579" y="20803"/>
                    </a:lnTo>
                    <a:lnTo>
                      <a:pt x="17613" y="20534"/>
                    </a:lnTo>
                    <a:lnTo>
                      <a:pt x="16692" y="20331"/>
                    </a:lnTo>
                    <a:lnTo>
                      <a:pt x="15771" y="20174"/>
                    </a:lnTo>
                    <a:lnTo>
                      <a:pt x="14895" y="20062"/>
                    </a:lnTo>
                    <a:lnTo>
                      <a:pt x="14041" y="19994"/>
                    </a:lnTo>
                    <a:lnTo>
                      <a:pt x="13232" y="19972"/>
                    </a:lnTo>
                    <a:lnTo>
                      <a:pt x="12469" y="19994"/>
                    </a:lnTo>
                    <a:lnTo>
                      <a:pt x="11750" y="20062"/>
                    </a:lnTo>
                    <a:lnTo>
                      <a:pt x="11076" y="20152"/>
                    </a:lnTo>
                    <a:lnTo>
                      <a:pt x="11076" y="20152"/>
                    </a:lnTo>
                    <a:lnTo>
                      <a:pt x="10784" y="20399"/>
                    </a:lnTo>
                    <a:lnTo>
                      <a:pt x="10447" y="20668"/>
                    </a:lnTo>
                    <a:lnTo>
                      <a:pt x="9997" y="21005"/>
                    </a:lnTo>
                    <a:lnTo>
                      <a:pt x="9458" y="21387"/>
                    </a:lnTo>
                    <a:lnTo>
                      <a:pt x="8829" y="21769"/>
                    </a:lnTo>
                    <a:lnTo>
                      <a:pt x="8133" y="22174"/>
                    </a:lnTo>
                    <a:lnTo>
                      <a:pt x="7369" y="22555"/>
                    </a:lnTo>
                    <a:lnTo>
                      <a:pt x="6987" y="22735"/>
                    </a:lnTo>
                    <a:lnTo>
                      <a:pt x="6583" y="22892"/>
                    </a:lnTo>
                    <a:lnTo>
                      <a:pt x="6156" y="23050"/>
                    </a:lnTo>
                    <a:lnTo>
                      <a:pt x="5752" y="23184"/>
                    </a:lnTo>
                    <a:lnTo>
                      <a:pt x="5325" y="23274"/>
                    </a:lnTo>
                    <a:lnTo>
                      <a:pt x="4898" y="23364"/>
                    </a:lnTo>
                    <a:lnTo>
                      <a:pt x="4471" y="23409"/>
                    </a:lnTo>
                    <a:lnTo>
                      <a:pt x="4044" y="23432"/>
                    </a:lnTo>
                    <a:lnTo>
                      <a:pt x="3640" y="23432"/>
                    </a:lnTo>
                    <a:lnTo>
                      <a:pt x="3213" y="23387"/>
                    </a:lnTo>
                    <a:lnTo>
                      <a:pt x="2809" y="23297"/>
                    </a:lnTo>
                    <a:lnTo>
                      <a:pt x="2404" y="23162"/>
                    </a:lnTo>
                    <a:lnTo>
                      <a:pt x="2000" y="23005"/>
                    </a:lnTo>
                    <a:lnTo>
                      <a:pt x="1618" y="22780"/>
                    </a:lnTo>
                    <a:lnTo>
                      <a:pt x="1259" y="22510"/>
                    </a:lnTo>
                    <a:lnTo>
                      <a:pt x="899" y="22196"/>
                    </a:lnTo>
                    <a:lnTo>
                      <a:pt x="899" y="22196"/>
                    </a:lnTo>
                    <a:lnTo>
                      <a:pt x="585" y="21859"/>
                    </a:lnTo>
                    <a:lnTo>
                      <a:pt x="360" y="21522"/>
                    </a:lnTo>
                    <a:lnTo>
                      <a:pt x="180" y="21208"/>
                    </a:lnTo>
                    <a:lnTo>
                      <a:pt x="68" y="20893"/>
                    </a:lnTo>
                    <a:lnTo>
                      <a:pt x="1" y="20601"/>
                    </a:lnTo>
                    <a:lnTo>
                      <a:pt x="1" y="20309"/>
                    </a:lnTo>
                    <a:lnTo>
                      <a:pt x="46" y="20017"/>
                    </a:lnTo>
                    <a:lnTo>
                      <a:pt x="136" y="19747"/>
                    </a:lnTo>
                    <a:lnTo>
                      <a:pt x="270" y="19500"/>
                    </a:lnTo>
                    <a:lnTo>
                      <a:pt x="428" y="19253"/>
                    </a:lnTo>
                    <a:lnTo>
                      <a:pt x="630" y="19006"/>
                    </a:lnTo>
                    <a:lnTo>
                      <a:pt x="877" y="18781"/>
                    </a:lnTo>
                    <a:lnTo>
                      <a:pt x="1124" y="18557"/>
                    </a:lnTo>
                    <a:lnTo>
                      <a:pt x="1416" y="18355"/>
                    </a:lnTo>
                    <a:lnTo>
                      <a:pt x="1708" y="18152"/>
                    </a:lnTo>
                    <a:lnTo>
                      <a:pt x="2023" y="17973"/>
                    </a:lnTo>
                    <a:lnTo>
                      <a:pt x="2696" y="17636"/>
                    </a:lnTo>
                    <a:lnTo>
                      <a:pt x="3348" y="17344"/>
                    </a:lnTo>
                    <a:lnTo>
                      <a:pt x="4022" y="17097"/>
                    </a:lnTo>
                    <a:lnTo>
                      <a:pt x="4606" y="16894"/>
                    </a:lnTo>
                    <a:lnTo>
                      <a:pt x="5145" y="16737"/>
                    </a:lnTo>
                    <a:lnTo>
                      <a:pt x="5549" y="16602"/>
                    </a:lnTo>
                    <a:lnTo>
                      <a:pt x="5909" y="16512"/>
                    </a:lnTo>
                    <a:lnTo>
                      <a:pt x="5909" y="16512"/>
                    </a:lnTo>
                    <a:lnTo>
                      <a:pt x="5752" y="16041"/>
                    </a:lnTo>
                    <a:lnTo>
                      <a:pt x="5594" y="15502"/>
                    </a:lnTo>
                    <a:lnTo>
                      <a:pt x="5392" y="14805"/>
                    </a:lnTo>
                    <a:lnTo>
                      <a:pt x="5168" y="13974"/>
                    </a:lnTo>
                    <a:lnTo>
                      <a:pt x="4943" y="13008"/>
                    </a:lnTo>
                    <a:lnTo>
                      <a:pt x="4718" y="11997"/>
                    </a:lnTo>
                    <a:lnTo>
                      <a:pt x="4561" y="10919"/>
                    </a:lnTo>
                    <a:lnTo>
                      <a:pt x="4494" y="10380"/>
                    </a:lnTo>
                    <a:lnTo>
                      <a:pt x="4426" y="9818"/>
                    </a:lnTo>
                    <a:lnTo>
                      <a:pt x="4404" y="9279"/>
                    </a:lnTo>
                    <a:lnTo>
                      <a:pt x="4381" y="8740"/>
                    </a:lnTo>
                    <a:lnTo>
                      <a:pt x="4404" y="8201"/>
                    </a:lnTo>
                    <a:lnTo>
                      <a:pt x="4426" y="7684"/>
                    </a:lnTo>
                    <a:lnTo>
                      <a:pt x="4494" y="7190"/>
                    </a:lnTo>
                    <a:lnTo>
                      <a:pt x="4583" y="6718"/>
                    </a:lnTo>
                    <a:lnTo>
                      <a:pt x="4696" y="6269"/>
                    </a:lnTo>
                    <a:lnTo>
                      <a:pt x="4853" y="5842"/>
                    </a:lnTo>
                    <a:lnTo>
                      <a:pt x="5055" y="5437"/>
                    </a:lnTo>
                    <a:lnTo>
                      <a:pt x="5168" y="5258"/>
                    </a:lnTo>
                    <a:lnTo>
                      <a:pt x="5280" y="5078"/>
                    </a:lnTo>
                    <a:lnTo>
                      <a:pt x="5415" y="4921"/>
                    </a:lnTo>
                    <a:lnTo>
                      <a:pt x="5549" y="4763"/>
                    </a:lnTo>
                    <a:lnTo>
                      <a:pt x="5707" y="4606"/>
                    </a:lnTo>
                    <a:lnTo>
                      <a:pt x="5864" y="4494"/>
                    </a:lnTo>
                    <a:lnTo>
                      <a:pt x="6044" y="4359"/>
                    </a:lnTo>
                    <a:lnTo>
                      <a:pt x="6223" y="4247"/>
                    </a:lnTo>
                    <a:lnTo>
                      <a:pt x="6426" y="4157"/>
                    </a:lnTo>
                    <a:lnTo>
                      <a:pt x="6628" y="4067"/>
                    </a:lnTo>
                    <a:lnTo>
                      <a:pt x="6628" y="4067"/>
                    </a:lnTo>
                    <a:lnTo>
                      <a:pt x="6830" y="4000"/>
                    </a:lnTo>
                    <a:lnTo>
                      <a:pt x="7032" y="3955"/>
                    </a:lnTo>
                    <a:lnTo>
                      <a:pt x="7234" y="3932"/>
                    </a:lnTo>
                    <a:lnTo>
                      <a:pt x="7436" y="3932"/>
                    </a:lnTo>
                    <a:lnTo>
                      <a:pt x="7616" y="3932"/>
                    </a:lnTo>
                    <a:lnTo>
                      <a:pt x="7796" y="3955"/>
                    </a:lnTo>
                    <a:lnTo>
                      <a:pt x="7976" y="4000"/>
                    </a:lnTo>
                    <a:lnTo>
                      <a:pt x="8133" y="4067"/>
                    </a:lnTo>
                    <a:lnTo>
                      <a:pt x="8290" y="4157"/>
                    </a:lnTo>
                    <a:lnTo>
                      <a:pt x="8447" y="4247"/>
                    </a:lnTo>
                    <a:lnTo>
                      <a:pt x="8605" y="4359"/>
                    </a:lnTo>
                    <a:lnTo>
                      <a:pt x="8739" y="4494"/>
                    </a:lnTo>
                    <a:lnTo>
                      <a:pt x="9009" y="4786"/>
                    </a:lnTo>
                    <a:lnTo>
                      <a:pt x="9256" y="5123"/>
                    </a:lnTo>
                    <a:lnTo>
                      <a:pt x="9481" y="5505"/>
                    </a:lnTo>
                    <a:lnTo>
                      <a:pt x="9683" y="5932"/>
                    </a:lnTo>
                    <a:lnTo>
                      <a:pt x="9885" y="6381"/>
                    </a:lnTo>
                    <a:lnTo>
                      <a:pt x="10042" y="6875"/>
                    </a:lnTo>
                    <a:lnTo>
                      <a:pt x="10200" y="7392"/>
                    </a:lnTo>
                    <a:lnTo>
                      <a:pt x="10334" y="7931"/>
                    </a:lnTo>
                    <a:lnTo>
                      <a:pt x="10469" y="8470"/>
                    </a:lnTo>
                    <a:lnTo>
                      <a:pt x="10582" y="9032"/>
                    </a:lnTo>
                    <a:lnTo>
                      <a:pt x="10739" y="10155"/>
                    </a:lnTo>
                    <a:lnTo>
                      <a:pt x="10874" y="11278"/>
                    </a:lnTo>
                    <a:lnTo>
                      <a:pt x="10963" y="12312"/>
                    </a:lnTo>
                    <a:lnTo>
                      <a:pt x="11031" y="13255"/>
                    </a:lnTo>
                    <a:lnTo>
                      <a:pt x="11053" y="14064"/>
                    </a:lnTo>
                    <a:lnTo>
                      <a:pt x="11076" y="14693"/>
                    </a:lnTo>
                    <a:lnTo>
                      <a:pt x="11076" y="15232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8" name="Google Shape;6358;p28"/>
              <p:cNvSpPr/>
              <p:nvPr/>
            </p:nvSpPr>
            <p:spPr>
              <a:xfrm>
                <a:off x="10432700" y="3824675"/>
                <a:ext cx="531875" cy="487500"/>
              </a:xfrm>
              <a:custGeom>
                <a:avLst/>
                <a:gdLst/>
                <a:ahLst/>
                <a:cxnLst/>
                <a:rect l="l" t="t" r="r" b="b"/>
                <a:pathLst>
                  <a:path w="21275" h="19500" extrusionOk="0">
                    <a:moveTo>
                      <a:pt x="7234" y="0"/>
                    </a:moveTo>
                    <a:lnTo>
                      <a:pt x="7032" y="23"/>
                    </a:lnTo>
                    <a:lnTo>
                      <a:pt x="6830" y="68"/>
                    </a:lnTo>
                    <a:lnTo>
                      <a:pt x="6628" y="135"/>
                    </a:lnTo>
                    <a:lnTo>
                      <a:pt x="6426" y="225"/>
                    </a:lnTo>
                    <a:lnTo>
                      <a:pt x="6223" y="315"/>
                    </a:lnTo>
                    <a:lnTo>
                      <a:pt x="6044" y="427"/>
                    </a:lnTo>
                    <a:lnTo>
                      <a:pt x="5864" y="562"/>
                    </a:lnTo>
                    <a:lnTo>
                      <a:pt x="5707" y="674"/>
                    </a:lnTo>
                    <a:lnTo>
                      <a:pt x="5549" y="831"/>
                    </a:lnTo>
                    <a:lnTo>
                      <a:pt x="5415" y="989"/>
                    </a:lnTo>
                    <a:lnTo>
                      <a:pt x="5280" y="1146"/>
                    </a:lnTo>
                    <a:lnTo>
                      <a:pt x="5055" y="1505"/>
                    </a:lnTo>
                    <a:lnTo>
                      <a:pt x="4853" y="1910"/>
                    </a:lnTo>
                    <a:lnTo>
                      <a:pt x="4696" y="2337"/>
                    </a:lnTo>
                    <a:lnTo>
                      <a:pt x="4583" y="2786"/>
                    </a:lnTo>
                    <a:lnTo>
                      <a:pt x="4494" y="3258"/>
                    </a:lnTo>
                    <a:lnTo>
                      <a:pt x="4426" y="3752"/>
                    </a:lnTo>
                    <a:lnTo>
                      <a:pt x="4404" y="4269"/>
                    </a:lnTo>
                    <a:lnTo>
                      <a:pt x="4381" y="4808"/>
                    </a:lnTo>
                    <a:lnTo>
                      <a:pt x="4404" y="5347"/>
                    </a:lnTo>
                    <a:lnTo>
                      <a:pt x="4426" y="5886"/>
                    </a:lnTo>
                    <a:lnTo>
                      <a:pt x="4494" y="6448"/>
                    </a:lnTo>
                    <a:lnTo>
                      <a:pt x="4561" y="6987"/>
                    </a:lnTo>
                    <a:lnTo>
                      <a:pt x="4718" y="8065"/>
                    </a:lnTo>
                    <a:lnTo>
                      <a:pt x="4943" y="9076"/>
                    </a:lnTo>
                    <a:lnTo>
                      <a:pt x="5168" y="10042"/>
                    </a:lnTo>
                    <a:lnTo>
                      <a:pt x="5392" y="10873"/>
                    </a:lnTo>
                    <a:lnTo>
                      <a:pt x="5594" y="11570"/>
                    </a:lnTo>
                    <a:lnTo>
                      <a:pt x="5752" y="12109"/>
                    </a:lnTo>
                    <a:lnTo>
                      <a:pt x="5909" y="12580"/>
                    </a:lnTo>
                    <a:lnTo>
                      <a:pt x="5549" y="12670"/>
                    </a:lnTo>
                    <a:lnTo>
                      <a:pt x="5145" y="12805"/>
                    </a:lnTo>
                    <a:lnTo>
                      <a:pt x="4606" y="12962"/>
                    </a:lnTo>
                    <a:lnTo>
                      <a:pt x="4022" y="13165"/>
                    </a:lnTo>
                    <a:lnTo>
                      <a:pt x="3348" y="13412"/>
                    </a:lnTo>
                    <a:lnTo>
                      <a:pt x="2696" y="13704"/>
                    </a:lnTo>
                    <a:lnTo>
                      <a:pt x="2023" y="14041"/>
                    </a:lnTo>
                    <a:lnTo>
                      <a:pt x="1708" y="14220"/>
                    </a:lnTo>
                    <a:lnTo>
                      <a:pt x="1416" y="14423"/>
                    </a:lnTo>
                    <a:lnTo>
                      <a:pt x="1124" y="14625"/>
                    </a:lnTo>
                    <a:lnTo>
                      <a:pt x="877" y="14849"/>
                    </a:lnTo>
                    <a:lnTo>
                      <a:pt x="630" y="15074"/>
                    </a:lnTo>
                    <a:lnTo>
                      <a:pt x="428" y="15321"/>
                    </a:lnTo>
                    <a:lnTo>
                      <a:pt x="270" y="15568"/>
                    </a:lnTo>
                    <a:lnTo>
                      <a:pt x="136" y="15815"/>
                    </a:lnTo>
                    <a:lnTo>
                      <a:pt x="46" y="16085"/>
                    </a:lnTo>
                    <a:lnTo>
                      <a:pt x="1" y="16377"/>
                    </a:lnTo>
                    <a:lnTo>
                      <a:pt x="1" y="16669"/>
                    </a:lnTo>
                    <a:lnTo>
                      <a:pt x="68" y="16961"/>
                    </a:lnTo>
                    <a:lnTo>
                      <a:pt x="180" y="17276"/>
                    </a:lnTo>
                    <a:lnTo>
                      <a:pt x="360" y="17590"/>
                    </a:lnTo>
                    <a:lnTo>
                      <a:pt x="585" y="17927"/>
                    </a:lnTo>
                    <a:lnTo>
                      <a:pt x="899" y="18264"/>
                    </a:lnTo>
                    <a:lnTo>
                      <a:pt x="1259" y="18578"/>
                    </a:lnTo>
                    <a:lnTo>
                      <a:pt x="1618" y="18848"/>
                    </a:lnTo>
                    <a:lnTo>
                      <a:pt x="2000" y="19073"/>
                    </a:lnTo>
                    <a:lnTo>
                      <a:pt x="2404" y="19230"/>
                    </a:lnTo>
                    <a:lnTo>
                      <a:pt x="2809" y="19365"/>
                    </a:lnTo>
                    <a:lnTo>
                      <a:pt x="3213" y="19455"/>
                    </a:lnTo>
                    <a:lnTo>
                      <a:pt x="3640" y="19500"/>
                    </a:lnTo>
                    <a:lnTo>
                      <a:pt x="4044" y="19500"/>
                    </a:lnTo>
                    <a:lnTo>
                      <a:pt x="4471" y="19477"/>
                    </a:lnTo>
                    <a:lnTo>
                      <a:pt x="4898" y="19432"/>
                    </a:lnTo>
                    <a:lnTo>
                      <a:pt x="5325" y="19342"/>
                    </a:lnTo>
                    <a:lnTo>
                      <a:pt x="5752" y="19252"/>
                    </a:lnTo>
                    <a:lnTo>
                      <a:pt x="6156" y="19118"/>
                    </a:lnTo>
                    <a:lnTo>
                      <a:pt x="6583" y="18960"/>
                    </a:lnTo>
                    <a:lnTo>
                      <a:pt x="6987" y="18803"/>
                    </a:lnTo>
                    <a:lnTo>
                      <a:pt x="7369" y="18623"/>
                    </a:lnTo>
                    <a:lnTo>
                      <a:pt x="8133" y="18242"/>
                    </a:lnTo>
                    <a:lnTo>
                      <a:pt x="8829" y="17837"/>
                    </a:lnTo>
                    <a:lnTo>
                      <a:pt x="9458" y="17455"/>
                    </a:lnTo>
                    <a:lnTo>
                      <a:pt x="9997" y="17073"/>
                    </a:lnTo>
                    <a:lnTo>
                      <a:pt x="10447" y="16736"/>
                    </a:lnTo>
                    <a:lnTo>
                      <a:pt x="10784" y="16467"/>
                    </a:lnTo>
                    <a:lnTo>
                      <a:pt x="11076" y="16220"/>
                    </a:lnTo>
                    <a:lnTo>
                      <a:pt x="11570" y="16152"/>
                    </a:lnTo>
                    <a:lnTo>
                      <a:pt x="12087" y="16085"/>
                    </a:lnTo>
                    <a:lnTo>
                      <a:pt x="12626" y="16040"/>
                    </a:lnTo>
                    <a:lnTo>
                      <a:pt x="13771" y="16040"/>
                    </a:lnTo>
                    <a:lnTo>
                      <a:pt x="14378" y="16085"/>
                    </a:lnTo>
                    <a:lnTo>
                      <a:pt x="15007" y="16152"/>
                    </a:lnTo>
                    <a:lnTo>
                      <a:pt x="15636" y="16220"/>
                    </a:lnTo>
                    <a:lnTo>
                      <a:pt x="16310" y="16332"/>
                    </a:lnTo>
                    <a:lnTo>
                      <a:pt x="16984" y="16467"/>
                    </a:lnTo>
                    <a:lnTo>
                      <a:pt x="17680" y="16624"/>
                    </a:lnTo>
                    <a:lnTo>
                      <a:pt x="18377" y="16804"/>
                    </a:lnTo>
                    <a:lnTo>
                      <a:pt x="19073" y="17006"/>
                    </a:lnTo>
                    <a:lnTo>
                      <a:pt x="19814" y="17253"/>
                    </a:lnTo>
                    <a:lnTo>
                      <a:pt x="20533" y="17500"/>
                    </a:lnTo>
                    <a:lnTo>
                      <a:pt x="21275" y="17770"/>
                    </a:lnTo>
                    <a:lnTo>
                      <a:pt x="18961" y="13479"/>
                    </a:lnTo>
                    <a:lnTo>
                      <a:pt x="17793" y="11345"/>
                    </a:lnTo>
                    <a:lnTo>
                      <a:pt x="16602" y="9211"/>
                    </a:lnTo>
                    <a:lnTo>
                      <a:pt x="15906" y="9570"/>
                    </a:lnTo>
                    <a:lnTo>
                      <a:pt x="15209" y="9885"/>
                    </a:lnTo>
                    <a:lnTo>
                      <a:pt x="14513" y="10199"/>
                    </a:lnTo>
                    <a:lnTo>
                      <a:pt x="13839" y="10491"/>
                    </a:lnTo>
                    <a:lnTo>
                      <a:pt x="13142" y="10738"/>
                    </a:lnTo>
                    <a:lnTo>
                      <a:pt x="12446" y="10963"/>
                    </a:lnTo>
                    <a:lnTo>
                      <a:pt x="11772" y="11143"/>
                    </a:lnTo>
                    <a:lnTo>
                      <a:pt x="11076" y="11300"/>
                    </a:lnTo>
                    <a:lnTo>
                      <a:pt x="11076" y="10761"/>
                    </a:lnTo>
                    <a:lnTo>
                      <a:pt x="11053" y="10132"/>
                    </a:lnTo>
                    <a:lnTo>
                      <a:pt x="11031" y="9323"/>
                    </a:lnTo>
                    <a:lnTo>
                      <a:pt x="10963" y="8380"/>
                    </a:lnTo>
                    <a:lnTo>
                      <a:pt x="10874" y="7346"/>
                    </a:lnTo>
                    <a:lnTo>
                      <a:pt x="10739" y="6223"/>
                    </a:lnTo>
                    <a:lnTo>
                      <a:pt x="10582" y="5100"/>
                    </a:lnTo>
                    <a:lnTo>
                      <a:pt x="10469" y="4538"/>
                    </a:lnTo>
                    <a:lnTo>
                      <a:pt x="10334" y="3999"/>
                    </a:lnTo>
                    <a:lnTo>
                      <a:pt x="10200" y="3460"/>
                    </a:lnTo>
                    <a:lnTo>
                      <a:pt x="10042" y="2943"/>
                    </a:lnTo>
                    <a:lnTo>
                      <a:pt x="9885" y="2449"/>
                    </a:lnTo>
                    <a:lnTo>
                      <a:pt x="9683" y="2000"/>
                    </a:lnTo>
                    <a:lnTo>
                      <a:pt x="9481" y="1573"/>
                    </a:lnTo>
                    <a:lnTo>
                      <a:pt x="9256" y="1191"/>
                    </a:lnTo>
                    <a:lnTo>
                      <a:pt x="9009" y="854"/>
                    </a:lnTo>
                    <a:lnTo>
                      <a:pt x="8739" y="562"/>
                    </a:lnTo>
                    <a:lnTo>
                      <a:pt x="8605" y="427"/>
                    </a:lnTo>
                    <a:lnTo>
                      <a:pt x="8447" y="315"/>
                    </a:lnTo>
                    <a:lnTo>
                      <a:pt x="8290" y="225"/>
                    </a:lnTo>
                    <a:lnTo>
                      <a:pt x="8133" y="135"/>
                    </a:lnTo>
                    <a:lnTo>
                      <a:pt x="7976" y="68"/>
                    </a:lnTo>
                    <a:lnTo>
                      <a:pt x="7796" y="23"/>
                    </a:lnTo>
                    <a:lnTo>
                      <a:pt x="76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9" name="Google Shape;6359;p28"/>
              <p:cNvSpPr/>
              <p:nvPr/>
            </p:nvSpPr>
            <p:spPr>
              <a:xfrm>
                <a:off x="11492475" y="3720200"/>
                <a:ext cx="497600" cy="482450"/>
              </a:xfrm>
              <a:custGeom>
                <a:avLst/>
                <a:gdLst/>
                <a:ahLst/>
                <a:cxnLst/>
                <a:rect l="l" t="t" r="r" b="b"/>
                <a:pathLst>
                  <a:path w="19904" h="19298" extrusionOk="0">
                    <a:moveTo>
                      <a:pt x="3819" y="1"/>
                    </a:moveTo>
                    <a:lnTo>
                      <a:pt x="3123" y="1236"/>
                    </a:lnTo>
                    <a:lnTo>
                      <a:pt x="2471" y="2517"/>
                    </a:lnTo>
                    <a:lnTo>
                      <a:pt x="2157" y="3168"/>
                    </a:lnTo>
                    <a:lnTo>
                      <a:pt x="1865" y="3797"/>
                    </a:lnTo>
                    <a:lnTo>
                      <a:pt x="1573" y="4471"/>
                    </a:lnTo>
                    <a:lnTo>
                      <a:pt x="1303" y="5123"/>
                    </a:lnTo>
                    <a:lnTo>
                      <a:pt x="1056" y="5774"/>
                    </a:lnTo>
                    <a:lnTo>
                      <a:pt x="831" y="6448"/>
                    </a:lnTo>
                    <a:lnTo>
                      <a:pt x="629" y="7122"/>
                    </a:lnTo>
                    <a:lnTo>
                      <a:pt x="450" y="7819"/>
                    </a:lnTo>
                    <a:lnTo>
                      <a:pt x="292" y="8492"/>
                    </a:lnTo>
                    <a:lnTo>
                      <a:pt x="180" y="9211"/>
                    </a:lnTo>
                    <a:lnTo>
                      <a:pt x="90" y="9908"/>
                    </a:lnTo>
                    <a:lnTo>
                      <a:pt x="23" y="10627"/>
                    </a:lnTo>
                    <a:lnTo>
                      <a:pt x="0" y="11503"/>
                    </a:lnTo>
                    <a:lnTo>
                      <a:pt x="0" y="12401"/>
                    </a:lnTo>
                    <a:lnTo>
                      <a:pt x="23" y="13277"/>
                    </a:lnTo>
                    <a:lnTo>
                      <a:pt x="90" y="14176"/>
                    </a:lnTo>
                    <a:lnTo>
                      <a:pt x="180" y="15052"/>
                    </a:lnTo>
                    <a:lnTo>
                      <a:pt x="270" y="15951"/>
                    </a:lnTo>
                    <a:lnTo>
                      <a:pt x="405" y="16827"/>
                    </a:lnTo>
                    <a:lnTo>
                      <a:pt x="539" y="17703"/>
                    </a:lnTo>
                    <a:lnTo>
                      <a:pt x="1550" y="17973"/>
                    </a:lnTo>
                    <a:lnTo>
                      <a:pt x="2584" y="18197"/>
                    </a:lnTo>
                    <a:lnTo>
                      <a:pt x="3617" y="18377"/>
                    </a:lnTo>
                    <a:lnTo>
                      <a:pt x="4673" y="18534"/>
                    </a:lnTo>
                    <a:lnTo>
                      <a:pt x="5729" y="18646"/>
                    </a:lnTo>
                    <a:lnTo>
                      <a:pt x="6785" y="18736"/>
                    </a:lnTo>
                    <a:lnTo>
                      <a:pt x="7840" y="18804"/>
                    </a:lnTo>
                    <a:lnTo>
                      <a:pt x="8896" y="18849"/>
                    </a:lnTo>
                    <a:lnTo>
                      <a:pt x="12154" y="18939"/>
                    </a:lnTo>
                    <a:lnTo>
                      <a:pt x="13771" y="19028"/>
                    </a:lnTo>
                    <a:lnTo>
                      <a:pt x="14580" y="19073"/>
                    </a:lnTo>
                    <a:lnTo>
                      <a:pt x="15389" y="19141"/>
                    </a:lnTo>
                    <a:lnTo>
                      <a:pt x="16399" y="19208"/>
                    </a:lnTo>
                    <a:lnTo>
                      <a:pt x="17410" y="19275"/>
                    </a:lnTo>
                    <a:lnTo>
                      <a:pt x="18421" y="19298"/>
                    </a:lnTo>
                    <a:lnTo>
                      <a:pt x="18915" y="19298"/>
                    </a:lnTo>
                    <a:lnTo>
                      <a:pt x="19410" y="19275"/>
                    </a:lnTo>
                    <a:lnTo>
                      <a:pt x="19522" y="18804"/>
                    </a:lnTo>
                    <a:lnTo>
                      <a:pt x="19634" y="18332"/>
                    </a:lnTo>
                    <a:lnTo>
                      <a:pt x="19702" y="17883"/>
                    </a:lnTo>
                    <a:lnTo>
                      <a:pt x="19792" y="17411"/>
                    </a:lnTo>
                    <a:lnTo>
                      <a:pt x="19836" y="16917"/>
                    </a:lnTo>
                    <a:lnTo>
                      <a:pt x="19881" y="16445"/>
                    </a:lnTo>
                    <a:lnTo>
                      <a:pt x="19904" y="15973"/>
                    </a:lnTo>
                    <a:lnTo>
                      <a:pt x="19904" y="15501"/>
                    </a:lnTo>
                    <a:lnTo>
                      <a:pt x="19904" y="15007"/>
                    </a:lnTo>
                    <a:lnTo>
                      <a:pt x="19881" y="14535"/>
                    </a:lnTo>
                    <a:lnTo>
                      <a:pt x="19836" y="14064"/>
                    </a:lnTo>
                    <a:lnTo>
                      <a:pt x="19769" y="13569"/>
                    </a:lnTo>
                    <a:lnTo>
                      <a:pt x="19702" y="13098"/>
                    </a:lnTo>
                    <a:lnTo>
                      <a:pt x="19612" y="12626"/>
                    </a:lnTo>
                    <a:lnTo>
                      <a:pt x="19522" y="12154"/>
                    </a:lnTo>
                    <a:lnTo>
                      <a:pt x="19387" y="11682"/>
                    </a:lnTo>
                    <a:lnTo>
                      <a:pt x="19230" y="11121"/>
                    </a:lnTo>
                    <a:lnTo>
                      <a:pt x="19050" y="10559"/>
                    </a:lnTo>
                    <a:lnTo>
                      <a:pt x="18848" y="10020"/>
                    </a:lnTo>
                    <a:lnTo>
                      <a:pt x="18623" y="9503"/>
                    </a:lnTo>
                    <a:lnTo>
                      <a:pt x="18399" y="8964"/>
                    </a:lnTo>
                    <a:lnTo>
                      <a:pt x="18152" y="8470"/>
                    </a:lnTo>
                    <a:lnTo>
                      <a:pt x="17882" y="7976"/>
                    </a:lnTo>
                    <a:lnTo>
                      <a:pt x="17590" y="7504"/>
                    </a:lnTo>
                    <a:lnTo>
                      <a:pt x="17298" y="7032"/>
                    </a:lnTo>
                    <a:lnTo>
                      <a:pt x="16961" y="6583"/>
                    </a:lnTo>
                    <a:lnTo>
                      <a:pt x="16624" y="6134"/>
                    </a:lnTo>
                    <a:lnTo>
                      <a:pt x="16265" y="5707"/>
                    </a:lnTo>
                    <a:lnTo>
                      <a:pt x="15883" y="5302"/>
                    </a:lnTo>
                    <a:lnTo>
                      <a:pt x="15501" y="4898"/>
                    </a:lnTo>
                    <a:lnTo>
                      <a:pt x="15074" y="4516"/>
                    </a:lnTo>
                    <a:lnTo>
                      <a:pt x="14647" y="4134"/>
                    </a:lnTo>
                    <a:lnTo>
                      <a:pt x="14175" y="3775"/>
                    </a:lnTo>
                    <a:lnTo>
                      <a:pt x="13704" y="3438"/>
                    </a:lnTo>
                    <a:lnTo>
                      <a:pt x="13209" y="3101"/>
                    </a:lnTo>
                    <a:lnTo>
                      <a:pt x="12693" y="2786"/>
                    </a:lnTo>
                    <a:lnTo>
                      <a:pt x="12154" y="2472"/>
                    </a:lnTo>
                    <a:lnTo>
                      <a:pt x="11592" y="2180"/>
                    </a:lnTo>
                    <a:lnTo>
                      <a:pt x="10985" y="1910"/>
                    </a:lnTo>
                    <a:lnTo>
                      <a:pt x="10379" y="1663"/>
                    </a:lnTo>
                    <a:lnTo>
                      <a:pt x="9750" y="1416"/>
                    </a:lnTo>
                    <a:lnTo>
                      <a:pt x="9098" y="1169"/>
                    </a:lnTo>
                    <a:lnTo>
                      <a:pt x="8425" y="967"/>
                    </a:lnTo>
                    <a:lnTo>
                      <a:pt x="7728" y="765"/>
                    </a:lnTo>
                    <a:lnTo>
                      <a:pt x="7009" y="585"/>
                    </a:lnTo>
                    <a:lnTo>
                      <a:pt x="6245" y="405"/>
                    </a:lnTo>
                    <a:lnTo>
                      <a:pt x="5482" y="248"/>
                    </a:lnTo>
                    <a:lnTo>
                      <a:pt x="4673" y="113"/>
                    </a:lnTo>
                    <a:lnTo>
                      <a:pt x="3819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0" name="Google Shape;6360;p28"/>
              <p:cNvSpPr/>
              <p:nvPr/>
            </p:nvSpPr>
            <p:spPr>
              <a:xfrm>
                <a:off x="11492475" y="3720200"/>
                <a:ext cx="497600" cy="482450"/>
              </a:xfrm>
              <a:custGeom>
                <a:avLst/>
                <a:gdLst/>
                <a:ahLst/>
                <a:cxnLst/>
                <a:rect l="l" t="t" r="r" b="b"/>
                <a:pathLst>
                  <a:path w="19904" h="19298" fill="none" extrusionOk="0">
                    <a:moveTo>
                      <a:pt x="539" y="17703"/>
                    </a:moveTo>
                    <a:lnTo>
                      <a:pt x="539" y="17703"/>
                    </a:lnTo>
                    <a:lnTo>
                      <a:pt x="405" y="16827"/>
                    </a:lnTo>
                    <a:lnTo>
                      <a:pt x="270" y="15951"/>
                    </a:lnTo>
                    <a:lnTo>
                      <a:pt x="180" y="15052"/>
                    </a:lnTo>
                    <a:lnTo>
                      <a:pt x="90" y="14176"/>
                    </a:lnTo>
                    <a:lnTo>
                      <a:pt x="23" y="13277"/>
                    </a:lnTo>
                    <a:lnTo>
                      <a:pt x="0" y="12401"/>
                    </a:lnTo>
                    <a:lnTo>
                      <a:pt x="0" y="11503"/>
                    </a:lnTo>
                    <a:lnTo>
                      <a:pt x="23" y="10627"/>
                    </a:lnTo>
                    <a:lnTo>
                      <a:pt x="23" y="10627"/>
                    </a:lnTo>
                    <a:lnTo>
                      <a:pt x="90" y="9908"/>
                    </a:lnTo>
                    <a:lnTo>
                      <a:pt x="180" y="9211"/>
                    </a:lnTo>
                    <a:lnTo>
                      <a:pt x="292" y="8492"/>
                    </a:lnTo>
                    <a:lnTo>
                      <a:pt x="450" y="7819"/>
                    </a:lnTo>
                    <a:lnTo>
                      <a:pt x="629" y="7122"/>
                    </a:lnTo>
                    <a:lnTo>
                      <a:pt x="831" y="6448"/>
                    </a:lnTo>
                    <a:lnTo>
                      <a:pt x="1056" y="5774"/>
                    </a:lnTo>
                    <a:lnTo>
                      <a:pt x="1303" y="5123"/>
                    </a:lnTo>
                    <a:lnTo>
                      <a:pt x="1573" y="4471"/>
                    </a:lnTo>
                    <a:lnTo>
                      <a:pt x="1865" y="3797"/>
                    </a:lnTo>
                    <a:lnTo>
                      <a:pt x="2157" y="3168"/>
                    </a:lnTo>
                    <a:lnTo>
                      <a:pt x="2471" y="2517"/>
                    </a:lnTo>
                    <a:lnTo>
                      <a:pt x="3123" y="1236"/>
                    </a:lnTo>
                    <a:lnTo>
                      <a:pt x="3819" y="1"/>
                    </a:lnTo>
                    <a:lnTo>
                      <a:pt x="3819" y="1"/>
                    </a:lnTo>
                    <a:lnTo>
                      <a:pt x="4673" y="113"/>
                    </a:lnTo>
                    <a:lnTo>
                      <a:pt x="4673" y="113"/>
                    </a:lnTo>
                    <a:lnTo>
                      <a:pt x="5482" y="248"/>
                    </a:lnTo>
                    <a:lnTo>
                      <a:pt x="6245" y="405"/>
                    </a:lnTo>
                    <a:lnTo>
                      <a:pt x="7009" y="585"/>
                    </a:lnTo>
                    <a:lnTo>
                      <a:pt x="7728" y="765"/>
                    </a:lnTo>
                    <a:lnTo>
                      <a:pt x="8425" y="967"/>
                    </a:lnTo>
                    <a:lnTo>
                      <a:pt x="9098" y="1169"/>
                    </a:lnTo>
                    <a:lnTo>
                      <a:pt x="9750" y="1416"/>
                    </a:lnTo>
                    <a:lnTo>
                      <a:pt x="10379" y="1663"/>
                    </a:lnTo>
                    <a:lnTo>
                      <a:pt x="10985" y="1910"/>
                    </a:lnTo>
                    <a:lnTo>
                      <a:pt x="11592" y="2180"/>
                    </a:lnTo>
                    <a:lnTo>
                      <a:pt x="12154" y="2472"/>
                    </a:lnTo>
                    <a:lnTo>
                      <a:pt x="12693" y="2786"/>
                    </a:lnTo>
                    <a:lnTo>
                      <a:pt x="13209" y="3101"/>
                    </a:lnTo>
                    <a:lnTo>
                      <a:pt x="13704" y="3438"/>
                    </a:lnTo>
                    <a:lnTo>
                      <a:pt x="14175" y="3775"/>
                    </a:lnTo>
                    <a:lnTo>
                      <a:pt x="14647" y="4134"/>
                    </a:lnTo>
                    <a:lnTo>
                      <a:pt x="15074" y="4516"/>
                    </a:lnTo>
                    <a:lnTo>
                      <a:pt x="15501" y="4898"/>
                    </a:lnTo>
                    <a:lnTo>
                      <a:pt x="15883" y="5302"/>
                    </a:lnTo>
                    <a:lnTo>
                      <a:pt x="16265" y="5707"/>
                    </a:lnTo>
                    <a:lnTo>
                      <a:pt x="16624" y="6134"/>
                    </a:lnTo>
                    <a:lnTo>
                      <a:pt x="16961" y="6583"/>
                    </a:lnTo>
                    <a:lnTo>
                      <a:pt x="17298" y="7032"/>
                    </a:lnTo>
                    <a:lnTo>
                      <a:pt x="17590" y="7504"/>
                    </a:lnTo>
                    <a:lnTo>
                      <a:pt x="17882" y="7976"/>
                    </a:lnTo>
                    <a:lnTo>
                      <a:pt x="18152" y="8470"/>
                    </a:lnTo>
                    <a:lnTo>
                      <a:pt x="18399" y="8964"/>
                    </a:lnTo>
                    <a:lnTo>
                      <a:pt x="18623" y="9503"/>
                    </a:lnTo>
                    <a:lnTo>
                      <a:pt x="18848" y="10020"/>
                    </a:lnTo>
                    <a:lnTo>
                      <a:pt x="19050" y="10559"/>
                    </a:lnTo>
                    <a:lnTo>
                      <a:pt x="19230" y="11121"/>
                    </a:lnTo>
                    <a:lnTo>
                      <a:pt x="19387" y="11682"/>
                    </a:lnTo>
                    <a:lnTo>
                      <a:pt x="19387" y="11682"/>
                    </a:lnTo>
                    <a:lnTo>
                      <a:pt x="19522" y="12154"/>
                    </a:lnTo>
                    <a:lnTo>
                      <a:pt x="19612" y="12626"/>
                    </a:lnTo>
                    <a:lnTo>
                      <a:pt x="19702" y="13098"/>
                    </a:lnTo>
                    <a:lnTo>
                      <a:pt x="19769" y="13569"/>
                    </a:lnTo>
                    <a:lnTo>
                      <a:pt x="19836" y="14064"/>
                    </a:lnTo>
                    <a:lnTo>
                      <a:pt x="19881" y="14535"/>
                    </a:lnTo>
                    <a:lnTo>
                      <a:pt x="19904" y="15007"/>
                    </a:lnTo>
                    <a:lnTo>
                      <a:pt x="19904" y="15501"/>
                    </a:lnTo>
                    <a:lnTo>
                      <a:pt x="19904" y="15973"/>
                    </a:lnTo>
                    <a:lnTo>
                      <a:pt x="19881" y="16445"/>
                    </a:lnTo>
                    <a:lnTo>
                      <a:pt x="19836" y="16917"/>
                    </a:lnTo>
                    <a:lnTo>
                      <a:pt x="19792" y="17411"/>
                    </a:lnTo>
                    <a:lnTo>
                      <a:pt x="19702" y="17883"/>
                    </a:lnTo>
                    <a:lnTo>
                      <a:pt x="19634" y="18332"/>
                    </a:lnTo>
                    <a:lnTo>
                      <a:pt x="19522" y="18804"/>
                    </a:lnTo>
                    <a:lnTo>
                      <a:pt x="19410" y="19275"/>
                    </a:lnTo>
                    <a:lnTo>
                      <a:pt x="19410" y="19275"/>
                    </a:lnTo>
                    <a:lnTo>
                      <a:pt x="18915" y="19298"/>
                    </a:lnTo>
                    <a:lnTo>
                      <a:pt x="18421" y="19298"/>
                    </a:lnTo>
                    <a:lnTo>
                      <a:pt x="17410" y="19275"/>
                    </a:lnTo>
                    <a:lnTo>
                      <a:pt x="16399" y="19208"/>
                    </a:lnTo>
                    <a:lnTo>
                      <a:pt x="15389" y="19141"/>
                    </a:lnTo>
                    <a:lnTo>
                      <a:pt x="15389" y="19141"/>
                    </a:lnTo>
                    <a:lnTo>
                      <a:pt x="14580" y="19073"/>
                    </a:lnTo>
                    <a:lnTo>
                      <a:pt x="13771" y="19028"/>
                    </a:lnTo>
                    <a:lnTo>
                      <a:pt x="12154" y="18939"/>
                    </a:lnTo>
                    <a:lnTo>
                      <a:pt x="8896" y="18849"/>
                    </a:lnTo>
                    <a:lnTo>
                      <a:pt x="8896" y="18849"/>
                    </a:lnTo>
                    <a:lnTo>
                      <a:pt x="7840" y="18804"/>
                    </a:lnTo>
                    <a:lnTo>
                      <a:pt x="6785" y="18736"/>
                    </a:lnTo>
                    <a:lnTo>
                      <a:pt x="5729" y="18646"/>
                    </a:lnTo>
                    <a:lnTo>
                      <a:pt x="4673" y="18534"/>
                    </a:lnTo>
                    <a:lnTo>
                      <a:pt x="3617" y="18377"/>
                    </a:lnTo>
                    <a:lnTo>
                      <a:pt x="2584" y="18197"/>
                    </a:lnTo>
                    <a:lnTo>
                      <a:pt x="1550" y="17973"/>
                    </a:lnTo>
                    <a:lnTo>
                      <a:pt x="539" y="1770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1" name="Google Shape;6361;p28"/>
              <p:cNvSpPr/>
              <p:nvPr/>
            </p:nvSpPr>
            <p:spPr>
              <a:xfrm>
                <a:off x="11977700" y="42020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2" name="Google Shape;6362;p28"/>
              <p:cNvSpPr/>
              <p:nvPr/>
            </p:nvSpPr>
            <p:spPr>
              <a:xfrm>
                <a:off x="11977700" y="42020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3" name="Google Shape;6363;p28"/>
              <p:cNvSpPr/>
              <p:nvPr/>
            </p:nvSpPr>
            <p:spPr>
              <a:xfrm>
                <a:off x="11570525" y="3720200"/>
                <a:ext cx="419550" cy="481900"/>
              </a:xfrm>
              <a:custGeom>
                <a:avLst/>
                <a:gdLst/>
                <a:ahLst/>
                <a:cxnLst/>
                <a:rect l="l" t="t" r="r" b="b"/>
                <a:pathLst>
                  <a:path w="16782" h="19276" extrusionOk="0">
                    <a:moveTo>
                      <a:pt x="203" y="877"/>
                    </a:moveTo>
                    <a:lnTo>
                      <a:pt x="1" y="1236"/>
                    </a:lnTo>
                    <a:lnTo>
                      <a:pt x="203" y="878"/>
                    </a:lnTo>
                    <a:lnTo>
                      <a:pt x="203" y="877"/>
                    </a:lnTo>
                    <a:close/>
                    <a:moveTo>
                      <a:pt x="697" y="1"/>
                    </a:moveTo>
                    <a:lnTo>
                      <a:pt x="203" y="878"/>
                    </a:lnTo>
                    <a:lnTo>
                      <a:pt x="270" y="1708"/>
                    </a:lnTo>
                    <a:lnTo>
                      <a:pt x="383" y="2539"/>
                    </a:lnTo>
                    <a:lnTo>
                      <a:pt x="944" y="2449"/>
                    </a:lnTo>
                    <a:lnTo>
                      <a:pt x="1528" y="2405"/>
                    </a:lnTo>
                    <a:lnTo>
                      <a:pt x="2113" y="2360"/>
                    </a:lnTo>
                    <a:lnTo>
                      <a:pt x="2674" y="2337"/>
                    </a:lnTo>
                    <a:lnTo>
                      <a:pt x="3281" y="2360"/>
                    </a:lnTo>
                    <a:lnTo>
                      <a:pt x="3865" y="2405"/>
                    </a:lnTo>
                    <a:lnTo>
                      <a:pt x="4426" y="2449"/>
                    </a:lnTo>
                    <a:lnTo>
                      <a:pt x="5010" y="2539"/>
                    </a:lnTo>
                    <a:lnTo>
                      <a:pt x="5572" y="2674"/>
                    </a:lnTo>
                    <a:lnTo>
                      <a:pt x="6134" y="2809"/>
                    </a:lnTo>
                    <a:lnTo>
                      <a:pt x="6695" y="2966"/>
                    </a:lnTo>
                    <a:lnTo>
                      <a:pt x="7234" y="3146"/>
                    </a:lnTo>
                    <a:lnTo>
                      <a:pt x="7774" y="3348"/>
                    </a:lnTo>
                    <a:lnTo>
                      <a:pt x="8313" y="3573"/>
                    </a:lnTo>
                    <a:lnTo>
                      <a:pt x="8829" y="3842"/>
                    </a:lnTo>
                    <a:lnTo>
                      <a:pt x="9324" y="4112"/>
                    </a:lnTo>
                    <a:lnTo>
                      <a:pt x="9818" y="4404"/>
                    </a:lnTo>
                    <a:lnTo>
                      <a:pt x="10312" y="4718"/>
                    </a:lnTo>
                    <a:lnTo>
                      <a:pt x="10784" y="5033"/>
                    </a:lnTo>
                    <a:lnTo>
                      <a:pt x="11233" y="5392"/>
                    </a:lnTo>
                    <a:lnTo>
                      <a:pt x="11682" y="5752"/>
                    </a:lnTo>
                    <a:lnTo>
                      <a:pt x="12109" y="6156"/>
                    </a:lnTo>
                    <a:lnTo>
                      <a:pt x="12514" y="6560"/>
                    </a:lnTo>
                    <a:lnTo>
                      <a:pt x="12896" y="6987"/>
                    </a:lnTo>
                    <a:lnTo>
                      <a:pt x="13277" y="7414"/>
                    </a:lnTo>
                    <a:lnTo>
                      <a:pt x="13637" y="7863"/>
                    </a:lnTo>
                    <a:lnTo>
                      <a:pt x="13974" y="8335"/>
                    </a:lnTo>
                    <a:lnTo>
                      <a:pt x="14288" y="8829"/>
                    </a:lnTo>
                    <a:lnTo>
                      <a:pt x="14580" y="9324"/>
                    </a:lnTo>
                    <a:lnTo>
                      <a:pt x="14850" y="9840"/>
                    </a:lnTo>
                    <a:lnTo>
                      <a:pt x="15120" y="10379"/>
                    </a:lnTo>
                    <a:lnTo>
                      <a:pt x="15344" y="10919"/>
                    </a:lnTo>
                    <a:lnTo>
                      <a:pt x="15546" y="11480"/>
                    </a:lnTo>
                    <a:lnTo>
                      <a:pt x="15726" y="12042"/>
                    </a:lnTo>
                    <a:lnTo>
                      <a:pt x="15883" y="12626"/>
                    </a:lnTo>
                    <a:lnTo>
                      <a:pt x="16018" y="13210"/>
                    </a:lnTo>
                    <a:lnTo>
                      <a:pt x="16153" y="13996"/>
                    </a:lnTo>
                    <a:lnTo>
                      <a:pt x="16243" y="14760"/>
                    </a:lnTo>
                    <a:lnTo>
                      <a:pt x="16265" y="15524"/>
                    </a:lnTo>
                    <a:lnTo>
                      <a:pt x="16265" y="16310"/>
                    </a:lnTo>
                    <a:lnTo>
                      <a:pt x="16220" y="17051"/>
                    </a:lnTo>
                    <a:lnTo>
                      <a:pt x="16130" y="17815"/>
                    </a:lnTo>
                    <a:lnTo>
                      <a:pt x="15996" y="18557"/>
                    </a:lnTo>
                    <a:lnTo>
                      <a:pt x="15816" y="19275"/>
                    </a:lnTo>
                    <a:lnTo>
                      <a:pt x="16288" y="19275"/>
                    </a:lnTo>
                    <a:lnTo>
                      <a:pt x="16400" y="18804"/>
                    </a:lnTo>
                    <a:lnTo>
                      <a:pt x="16512" y="18332"/>
                    </a:lnTo>
                    <a:lnTo>
                      <a:pt x="16580" y="17883"/>
                    </a:lnTo>
                    <a:lnTo>
                      <a:pt x="16670" y="17411"/>
                    </a:lnTo>
                    <a:lnTo>
                      <a:pt x="16714" y="16917"/>
                    </a:lnTo>
                    <a:lnTo>
                      <a:pt x="16759" y="16445"/>
                    </a:lnTo>
                    <a:lnTo>
                      <a:pt x="16782" y="15973"/>
                    </a:lnTo>
                    <a:lnTo>
                      <a:pt x="16782" y="15501"/>
                    </a:lnTo>
                    <a:lnTo>
                      <a:pt x="16782" y="15007"/>
                    </a:lnTo>
                    <a:lnTo>
                      <a:pt x="16759" y="14535"/>
                    </a:lnTo>
                    <a:lnTo>
                      <a:pt x="16714" y="14064"/>
                    </a:lnTo>
                    <a:lnTo>
                      <a:pt x="16647" y="13569"/>
                    </a:lnTo>
                    <a:lnTo>
                      <a:pt x="16580" y="13098"/>
                    </a:lnTo>
                    <a:lnTo>
                      <a:pt x="16490" y="12626"/>
                    </a:lnTo>
                    <a:lnTo>
                      <a:pt x="16400" y="12154"/>
                    </a:lnTo>
                    <a:lnTo>
                      <a:pt x="16265" y="11682"/>
                    </a:lnTo>
                    <a:lnTo>
                      <a:pt x="16108" y="11121"/>
                    </a:lnTo>
                    <a:lnTo>
                      <a:pt x="15928" y="10559"/>
                    </a:lnTo>
                    <a:lnTo>
                      <a:pt x="15726" y="10020"/>
                    </a:lnTo>
                    <a:lnTo>
                      <a:pt x="15501" y="9503"/>
                    </a:lnTo>
                    <a:lnTo>
                      <a:pt x="15277" y="8964"/>
                    </a:lnTo>
                    <a:lnTo>
                      <a:pt x="15030" y="8470"/>
                    </a:lnTo>
                    <a:lnTo>
                      <a:pt x="14760" y="7976"/>
                    </a:lnTo>
                    <a:lnTo>
                      <a:pt x="14468" y="7504"/>
                    </a:lnTo>
                    <a:lnTo>
                      <a:pt x="14176" y="7032"/>
                    </a:lnTo>
                    <a:lnTo>
                      <a:pt x="13839" y="6583"/>
                    </a:lnTo>
                    <a:lnTo>
                      <a:pt x="13502" y="6134"/>
                    </a:lnTo>
                    <a:lnTo>
                      <a:pt x="13143" y="5707"/>
                    </a:lnTo>
                    <a:lnTo>
                      <a:pt x="12761" y="5302"/>
                    </a:lnTo>
                    <a:lnTo>
                      <a:pt x="12379" y="4898"/>
                    </a:lnTo>
                    <a:lnTo>
                      <a:pt x="11952" y="4516"/>
                    </a:lnTo>
                    <a:lnTo>
                      <a:pt x="11525" y="4134"/>
                    </a:lnTo>
                    <a:lnTo>
                      <a:pt x="11053" y="3775"/>
                    </a:lnTo>
                    <a:lnTo>
                      <a:pt x="10582" y="3438"/>
                    </a:lnTo>
                    <a:lnTo>
                      <a:pt x="10087" y="3101"/>
                    </a:lnTo>
                    <a:lnTo>
                      <a:pt x="9571" y="2786"/>
                    </a:lnTo>
                    <a:lnTo>
                      <a:pt x="9032" y="2472"/>
                    </a:lnTo>
                    <a:lnTo>
                      <a:pt x="8470" y="2180"/>
                    </a:lnTo>
                    <a:lnTo>
                      <a:pt x="7863" y="1910"/>
                    </a:lnTo>
                    <a:lnTo>
                      <a:pt x="7257" y="1663"/>
                    </a:lnTo>
                    <a:lnTo>
                      <a:pt x="6628" y="1416"/>
                    </a:lnTo>
                    <a:lnTo>
                      <a:pt x="5976" y="1169"/>
                    </a:lnTo>
                    <a:lnTo>
                      <a:pt x="5303" y="967"/>
                    </a:lnTo>
                    <a:lnTo>
                      <a:pt x="4606" y="765"/>
                    </a:lnTo>
                    <a:lnTo>
                      <a:pt x="3887" y="585"/>
                    </a:lnTo>
                    <a:lnTo>
                      <a:pt x="3123" y="405"/>
                    </a:lnTo>
                    <a:lnTo>
                      <a:pt x="2360" y="248"/>
                    </a:lnTo>
                    <a:lnTo>
                      <a:pt x="1551" y="113"/>
                    </a:lnTo>
                    <a:lnTo>
                      <a:pt x="69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4" name="Google Shape;6364;p28"/>
              <p:cNvSpPr/>
              <p:nvPr/>
            </p:nvSpPr>
            <p:spPr>
              <a:xfrm>
                <a:off x="11570525" y="3720200"/>
                <a:ext cx="419550" cy="481900"/>
              </a:xfrm>
              <a:custGeom>
                <a:avLst/>
                <a:gdLst/>
                <a:ahLst/>
                <a:cxnLst/>
                <a:rect l="l" t="t" r="r" b="b"/>
                <a:pathLst>
                  <a:path w="16782" h="19276" fill="none" extrusionOk="0">
                    <a:moveTo>
                      <a:pt x="697" y="1"/>
                    </a:moveTo>
                    <a:lnTo>
                      <a:pt x="697" y="1"/>
                    </a:lnTo>
                    <a:lnTo>
                      <a:pt x="697" y="1"/>
                    </a:lnTo>
                    <a:lnTo>
                      <a:pt x="1" y="1236"/>
                    </a:lnTo>
                    <a:lnTo>
                      <a:pt x="1" y="1236"/>
                    </a:lnTo>
                    <a:lnTo>
                      <a:pt x="203" y="877"/>
                    </a:lnTo>
                    <a:lnTo>
                      <a:pt x="203" y="877"/>
                    </a:lnTo>
                    <a:lnTo>
                      <a:pt x="270" y="1708"/>
                    </a:lnTo>
                    <a:lnTo>
                      <a:pt x="383" y="2539"/>
                    </a:lnTo>
                    <a:lnTo>
                      <a:pt x="383" y="2539"/>
                    </a:lnTo>
                    <a:lnTo>
                      <a:pt x="944" y="2449"/>
                    </a:lnTo>
                    <a:lnTo>
                      <a:pt x="1528" y="2405"/>
                    </a:lnTo>
                    <a:lnTo>
                      <a:pt x="2113" y="2360"/>
                    </a:lnTo>
                    <a:lnTo>
                      <a:pt x="2674" y="2337"/>
                    </a:lnTo>
                    <a:lnTo>
                      <a:pt x="2674" y="2337"/>
                    </a:lnTo>
                    <a:lnTo>
                      <a:pt x="3281" y="2360"/>
                    </a:lnTo>
                    <a:lnTo>
                      <a:pt x="3865" y="2405"/>
                    </a:lnTo>
                    <a:lnTo>
                      <a:pt x="4426" y="2449"/>
                    </a:lnTo>
                    <a:lnTo>
                      <a:pt x="5010" y="2539"/>
                    </a:lnTo>
                    <a:lnTo>
                      <a:pt x="5572" y="2674"/>
                    </a:lnTo>
                    <a:lnTo>
                      <a:pt x="6134" y="2809"/>
                    </a:lnTo>
                    <a:lnTo>
                      <a:pt x="6695" y="2966"/>
                    </a:lnTo>
                    <a:lnTo>
                      <a:pt x="7234" y="3146"/>
                    </a:lnTo>
                    <a:lnTo>
                      <a:pt x="7774" y="3348"/>
                    </a:lnTo>
                    <a:lnTo>
                      <a:pt x="8313" y="3573"/>
                    </a:lnTo>
                    <a:lnTo>
                      <a:pt x="8829" y="3842"/>
                    </a:lnTo>
                    <a:lnTo>
                      <a:pt x="9324" y="4112"/>
                    </a:lnTo>
                    <a:lnTo>
                      <a:pt x="9818" y="4404"/>
                    </a:lnTo>
                    <a:lnTo>
                      <a:pt x="10312" y="4718"/>
                    </a:lnTo>
                    <a:lnTo>
                      <a:pt x="10784" y="5033"/>
                    </a:lnTo>
                    <a:lnTo>
                      <a:pt x="11233" y="5392"/>
                    </a:lnTo>
                    <a:lnTo>
                      <a:pt x="11682" y="5752"/>
                    </a:lnTo>
                    <a:lnTo>
                      <a:pt x="12109" y="6156"/>
                    </a:lnTo>
                    <a:lnTo>
                      <a:pt x="12514" y="6560"/>
                    </a:lnTo>
                    <a:lnTo>
                      <a:pt x="12896" y="6987"/>
                    </a:lnTo>
                    <a:lnTo>
                      <a:pt x="13277" y="7414"/>
                    </a:lnTo>
                    <a:lnTo>
                      <a:pt x="13637" y="7863"/>
                    </a:lnTo>
                    <a:lnTo>
                      <a:pt x="13974" y="8335"/>
                    </a:lnTo>
                    <a:lnTo>
                      <a:pt x="14288" y="8829"/>
                    </a:lnTo>
                    <a:lnTo>
                      <a:pt x="14580" y="9324"/>
                    </a:lnTo>
                    <a:lnTo>
                      <a:pt x="14850" y="9840"/>
                    </a:lnTo>
                    <a:lnTo>
                      <a:pt x="15120" y="10379"/>
                    </a:lnTo>
                    <a:lnTo>
                      <a:pt x="15344" y="10919"/>
                    </a:lnTo>
                    <a:lnTo>
                      <a:pt x="15546" y="11480"/>
                    </a:lnTo>
                    <a:lnTo>
                      <a:pt x="15726" y="12042"/>
                    </a:lnTo>
                    <a:lnTo>
                      <a:pt x="15883" y="12626"/>
                    </a:lnTo>
                    <a:lnTo>
                      <a:pt x="16018" y="13210"/>
                    </a:lnTo>
                    <a:lnTo>
                      <a:pt x="16018" y="13210"/>
                    </a:lnTo>
                    <a:lnTo>
                      <a:pt x="16153" y="13996"/>
                    </a:lnTo>
                    <a:lnTo>
                      <a:pt x="16243" y="14760"/>
                    </a:lnTo>
                    <a:lnTo>
                      <a:pt x="16265" y="15524"/>
                    </a:lnTo>
                    <a:lnTo>
                      <a:pt x="16265" y="16310"/>
                    </a:lnTo>
                    <a:lnTo>
                      <a:pt x="16220" y="17051"/>
                    </a:lnTo>
                    <a:lnTo>
                      <a:pt x="16130" y="17815"/>
                    </a:lnTo>
                    <a:lnTo>
                      <a:pt x="15996" y="18557"/>
                    </a:lnTo>
                    <a:lnTo>
                      <a:pt x="15816" y="19275"/>
                    </a:lnTo>
                    <a:lnTo>
                      <a:pt x="15816" y="19275"/>
                    </a:lnTo>
                    <a:lnTo>
                      <a:pt x="16288" y="19275"/>
                    </a:lnTo>
                    <a:lnTo>
                      <a:pt x="16288" y="19275"/>
                    </a:lnTo>
                    <a:lnTo>
                      <a:pt x="16288" y="19275"/>
                    </a:lnTo>
                    <a:lnTo>
                      <a:pt x="16288" y="19275"/>
                    </a:lnTo>
                    <a:lnTo>
                      <a:pt x="16288" y="19275"/>
                    </a:lnTo>
                    <a:lnTo>
                      <a:pt x="16400" y="18804"/>
                    </a:lnTo>
                    <a:lnTo>
                      <a:pt x="16512" y="18332"/>
                    </a:lnTo>
                    <a:lnTo>
                      <a:pt x="16580" y="17883"/>
                    </a:lnTo>
                    <a:lnTo>
                      <a:pt x="16670" y="17411"/>
                    </a:lnTo>
                    <a:lnTo>
                      <a:pt x="16714" y="16917"/>
                    </a:lnTo>
                    <a:lnTo>
                      <a:pt x="16759" y="16445"/>
                    </a:lnTo>
                    <a:lnTo>
                      <a:pt x="16782" y="15973"/>
                    </a:lnTo>
                    <a:lnTo>
                      <a:pt x="16782" y="15501"/>
                    </a:lnTo>
                    <a:lnTo>
                      <a:pt x="16782" y="15501"/>
                    </a:lnTo>
                    <a:lnTo>
                      <a:pt x="16782" y="15007"/>
                    </a:lnTo>
                    <a:lnTo>
                      <a:pt x="16759" y="14535"/>
                    </a:lnTo>
                    <a:lnTo>
                      <a:pt x="16714" y="14064"/>
                    </a:lnTo>
                    <a:lnTo>
                      <a:pt x="16647" y="13569"/>
                    </a:lnTo>
                    <a:lnTo>
                      <a:pt x="16580" y="13098"/>
                    </a:lnTo>
                    <a:lnTo>
                      <a:pt x="16490" y="12626"/>
                    </a:lnTo>
                    <a:lnTo>
                      <a:pt x="16400" y="12154"/>
                    </a:lnTo>
                    <a:lnTo>
                      <a:pt x="16265" y="11682"/>
                    </a:lnTo>
                    <a:lnTo>
                      <a:pt x="16265" y="11682"/>
                    </a:lnTo>
                    <a:lnTo>
                      <a:pt x="16108" y="11121"/>
                    </a:lnTo>
                    <a:lnTo>
                      <a:pt x="15928" y="10559"/>
                    </a:lnTo>
                    <a:lnTo>
                      <a:pt x="15726" y="10020"/>
                    </a:lnTo>
                    <a:lnTo>
                      <a:pt x="15501" y="9503"/>
                    </a:lnTo>
                    <a:lnTo>
                      <a:pt x="15277" y="8964"/>
                    </a:lnTo>
                    <a:lnTo>
                      <a:pt x="15030" y="8470"/>
                    </a:lnTo>
                    <a:lnTo>
                      <a:pt x="14760" y="7976"/>
                    </a:lnTo>
                    <a:lnTo>
                      <a:pt x="14468" y="7504"/>
                    </a:lnTo>
                    <a:lnTo>
                      <a:pt x="14176" y="7032"/>
                    </a:lnTo>
                    <a:lnTo>
                      <a:pt x="13839" y="6583"/>
                    </a:lnTo>
                    <a:lnTo>
                      <a:pt x="13502" y="6134"/>
                    </a:lnTo>
                    <a:lnTo>
                      <a:pt x="13143" y="5707"/>
                    </a:lnTo>
                    <a:lnTo>
                      <a:pt x="12761" y="5302"/>
                    </a:lnTo>
                    <a:lnTo>
                      <a:pt x="12379" y="4898"/>
                    </a:lnTo>
                    <a:lnTo>
                      <a:pt x="11952" y="4516"/>
                    </a:lnTo>
                    <a:lnTo>
                      <a:pt x="11525" y="4134"/>
                    </a:lnTo>
                    <a:lnTo>
                      <a:pt x="11053" y="3775"/>
                    </a:lnTo>
                    <a:lnTo>
                      <a:pt x="10582" y="3438"/>
                    </a:lnTo>
                    <a:lnTo>
                      <a:pt x="10087" y="3101"/>
                    </a:lnTo>
                    <a:lnTo>
                      <a:pt x="9571" y="2786"/>
                    </a:lnTo>
                    <a:lnTo>
                      <a:pt x="9032" y="2472"/>
                    </a:lnTo>
                    <a:lnTo>
                      <a:pt x="8470" y="2180"/>
                    </a:lnTo>
                    <a:lnTo>
                      <a:pt x="7863" y="1910"/>
                    </a:lnTo>
                    <a:lnTo>
                      <a:pt x="7257" y="1663"/>
                    </a:lnTo>
                    <a:lnTo>
                      <a:pt x="6628" y="1416"/>
                    </a:lnTo>
                    <a:lnTo>
                      <a:pt x="5976" y="1169"/>
                    </a:lnTo>
                    <a:lnTo>
                      <a:pt x="5303" y="967"/>
                    </a:lnTo>
                    <a:lnTo>
                      <a:pt x="4606" y="765"/>
                    </a:lnTo>
                    <a:lnTo>
                      <a:pt x="3887" y="585"/>
                    </a:lnTo>
                    <a:lnTo>
                      <a:pt x="3123" y="405"/>
                    </a:lnTo>
                    <a:lnTo>
                      <a:pt x="2360" y="248"/>
                    </a:lnTo>
                    <a:lnTo>
                      <a:pt x="1551" y="113"/>
                    </a:lnTo>
                    <a:lnTo>
                      <a:pt x="1551" y="113"/>
                    </a:lnTo>
                    <a:lnTo>
                      <a:pt x="697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5" name="Google Shape;6365;p28"/>
              <p:cNvSpPr/>
              <p:nvPr/>
            </p:nvSpPr>
            <p:spPr>
              <a:xfrm>
                <a:off x="11723300" y="4191400"/>
                <a:ext cx="147150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5886" h="271" extrusionOk="0">
                    <a:moveTo>
                      <a:pt x="0" y="1"/>
                    </a:moveTo>
                    <a:lnTo>
                      <a:pt x="2943" y="113"/>
                    </a:lnTo>
                    <a:lnTo>
                      <a:pt x="4403" y="158"/>
                    </a:lnTo>
                    <a:lnTo>
                      <a:pt x="4403" y="158"/>
                    </a:lnTo>
                    <a:lnTo>
                      <a:pt x="2943" y="91"/>
                    </a:lnTo>
                    <a:lnTo>
                      <a:pt x="0" y="1"/>
                    </a:lnTo>
                    <a:close/>
                    <a:moveTo>
                      <a:pt x="4403" y="158"/>
                    </a:moveTo>
                    <a:lnTo>
                      <a:pt x="5863" y="270"/>
                    </a:lnTo>
                    <a:lnTo>
                      <a:pt x="5886" y="270"/>
                    </a:lnTo>
                    <a:lnTo>
                      <a:pt x="4403" y="158"/>
                    </a:lnTo>
                    <a:close/>
                  </a:path>
                </a:pathLst>
              </a:custGeom>
              <a:solidFill>
                <a:srgbClr val="0E4C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6" name="Google Shape;6366;p28"/>
              <p:cNvSpPr/>
              <p:nvPr/>
            </p:nvSpPr>
            <p:spPr>
              <a:xfrm>
                <a:off x="11723300" y="4191400"/>
                <a:ext cx="147150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5886" h="27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943" y="113"/>
                    </a:lnTo>
                    <a:lnTo>
                      <a:pt x="4403" y="158"/>
                    </a:lnTo>
                    <a:lnTo>
                      <a:pt x="5886" y="270"/>
                    </a:lnTo>
                    <a:lnTo>
                      <a:pt x="5886" y="270"/>
                    </a:lnTo>
                    <a:lnTo>
                      <a:pt x="5863" y="270"/>
                    </a:lnTo>
                    <a:lnTo>
                      <a:pt x="5863" y="270"/>
                    </a:lnTo>
                    <a:lnTo>
                      <a:pt x="4403" y="158"/>
                    </a:lnTo>
                    <a:lnTo>
                      <a:pt x="2943" y="9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7" name="Google Shape;6367;p28"/>
              <p:cNvSpPr/>
              <p:nvPr/>
            </p:nvSpPr>
            <p:spPr>
              <a:xfrm>
                <a:off x="11493025" y="3985300"/>
                <a:ext cx="25" cy="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3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8" name="Google Shape;6368;p28"/>
              <p:cNvSpPr/>
              <p:nvPr/>
            </p:nvSpPr>
            <p:spPr>
              <a:xfrm>
                <a:off x="11493025" y="39847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9" name="Google Shape;6369;p28"/>
              <p:cNvSpPr/>
              <p:nvPr/>
            </p:nvSpPr>
            <p:spPr>
              <a:xfrm>
                <a:off x="11493025" y="39841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0" name="Google Shape;6370;p28"/>
              <p:cNvSpPr/>
              <p:nvPr/>
            </p:nvSpPr>
            <p:spPr>
              <a:xfrm>
                <a:off x="11493025" y="3751100"/>
                <a:ext cx="376875" cy="447075"/>
              </a:xfrm>
              <a:custGeom>
                <a:avLst/>
                <a:gdLst/>
                <a:ahLst/>
                <a:cxnLst/>
                <a:rect l="l" t="t" r="r" b="b"/>
                <a:pathLst>
                  <a:path w="15075" h="17883" extrusionOk="0">
                    <a:moveTo>
                      <a:pt x="3101" y="0"/>
                    </a:moveTo>
                    <a:lnTo>
                      <a:pt x="2697" y="787"/>
                    </a:lnTo>
                    <a:lnTo>
                      <a:pt x="2633" y="918"/>
                    </a:lnTo>
                    <a:lnTo>
                      <a:pt x="2633" y="918"/>
                    </a:lnTo>
                    <a:lnTo>
                      <a:pt x="3101" y="0"/>
                    </a:lnTo>
                    <a:close/>
                    <a:moveTo>
                      <a:pt x="835" y="5162"/>
                    </a:moveTo>
                    <a:lnTo>
                      <a:pt x="787" y="5302"/>
                    </a:lnTo>
                    <a:lnTo>
                      <a:pt x="585" y="5976"/>
                    </a:lnTo>
                    <a:lnTo>
                      <a:pt x="675" y="5684"/>
                    </a:lnTo>
                    <a:lnTo>
                      <a:pt x="835" y="5162"/>
                    </a:lnTo>
                    <a:close/>
                    <a:moveTo>
                      <a:pt x="585" y="5976"/>
                    </a:moveTo>
                    <a:lnTo>
                      <a:pt x="495" y="6268"/>
                    </a:lnTo>
                    <a:lnTo>
                      <a:pt x="456" y="6441"/>
                    </a:lnTo>
                    <a:lnTo>
                      <a:pt x="585" y="5976"/>
                    </a:lnTo>
                    <a:close/>
                    <a:moveTo>
                      <a:pt x="456" y="6441"/>
                    </a:moveTo>
                    <a:lnTo>
                      <a:pt x="405" y="6627"/>
                    </a:lnTo>
                    <a:lnTo>
                      <a:pt x="270" y="7324"/>
                    </a:lnTo>
                    <a:lnTo>
                      <a:pt x="210" y="7683"/>
                    </a:lnTo>
                    <a:lnTo>
                      <a:pt x="248" y="7481"/>
                    </a:lnTo>
                    <a:lnTo>
                      <a:pt x="360" y="6875"/>
                    </a:lnTo>
                    <a:lnTo>
                      <a:pt x="456" y="6441"/>
                    </a:lnTo>
                    <a:close/>
                    <a:moveTo>
                      <a:pt x="210" y="7683"/>
                    </a:moveTo>
                    <a:lnTo>
                      <a:pt x="136" y="8088"/>
                    </a:lnTo>
                    <a:lnTo>
                      <a:pt x="68" y="8694"/>
                    </a:lnTo>
                    <a:lnTo>
                      <a:pt x="158" y="7998"/>
                    </a:lnTo>
                    <a:lnTo>
                      <a:pt x="210" y="7683"/>
                    </a:lnTo>
                    <a:close/>
                    <a:moveTo>
                      <a:pt x="68" y="8694"/>
                    </a:moveTo>
                    <a:lnTo>
                      <a:pt x="1" y="9323"/>
                    </a:lnTo>
                    <a:lnTo>
                      <a:pt x="1" y="9346"/>
                    </a:lnTo>
                    <a:lnTo>
                      <a:pt x="1" y="9368"/>
                    </a:lnTo>
                    <a:lnTo>
                      <a:pt x="1" y="9391"/>
                    </a:lnTo>
                    <a:lnTo>
                      <a:pt x="68" y="8694"/>
                    </a:lnTo>
                    <a:close/>
                    <a:moveTo>
                      <a:pt x="607" y="16489"/>
                    </a:moveTo>
                    <a:lnTo>
                      <a:pt x="1394" y="16714"/>
                    </a:lnTo>
                    <a:lnTo>
                      <a:pt x="1596" y="16759"/>
                    </a:lnTo>
                    <a:lnTo>
                      <a:pt x="1596" y="16759"/>
                    </a:lnTo>
                    <a:lnTo>
                      <a:pt x="607" y="16489"/>
                    </a:lnTo>
                    <a:close/>
                    <a:moveTo>
                      <a:pt x="1596" y="16759"/>
                    </a:moveTo>
                    <a:lnTo>
                      <a:pt x="1596" y="16759"/>
                    </a:lnTo>
                    <a:lnTo>
                      <a:pt x="1596" y="16759"/>
                    </a:lnTo>
                    <a:lnTo>
                      <a:pt x="1596" y="16759"/>
                    </a:lnTo>
                    <a:lnTo>
                      <a:pt x="1596" y="16759"/>
                    </a:lnTo>
                    <a:close/>
                    <a:moveTo>
                      <a:pt x="1596" y="16759"/>
                    </a:moveTo>
                    <a:lnTo>
                      <a:pt x="2202" y="16894"/>
                    </a:lnTo>
                    <a:lnTo>
                      <a:pt x="2330" y="16919"/>
                    </a:lnTo>
                    <a:lnTo>
                      <a:pt x="2330" y="16919"/>
                    </a:lnTo>
                    <a:lnTo>
                      <a:pt x="1596" y="16759"/>
                    </a:lnTo>
                    <a:close/>
                    <a:moveTo>
                      <a:pt x="2330" y="16919"/>
                    </a:moveTo>
                    <a:lnTo>
                      <a:pt x="2629" y="16984"/>
                    </a:lnTo>
                    <a:lnTo>
                      <a:pt x="2963" y="17042"/>
                    </a:lnTo>
                    <a:lnTo>
                      <a:pt x="2963" y="17042"/>
                    </a:lnTo>
                    <a:lnTo>
                      <a:pt x="2330" y="16919"/>
                    </a:lnTo>
                    <a:close/>
                    <a:moveTo>
                      <a:pt x="2963" y="17042"/>
                    </a:moveTo>
                    <a:lnTo>
                      <a:pt x="3011" y="17051"/>
                    </a:lnTo>
                    <a:lnTo>
                      <a:pt x="3146" y="17073"/>
                    </a:lnTo>
                    <a:lnTo>
                      <a:pt x="3146" y="17073"/>
                    </a:lnTo>
                    <a:lnTo>
                      <a:pt x="2963" y="17042"/>
                    </a:lnTo>
                    <a:close/>
                    <a:moveTo>
                      <a:pt x="3146" y="17073"/>
                    </a:moveTo>
                    <a:lnTo>
                      <a:pt x="3662" y="17163"/>
                    </a:lnTo>
                    <a:lnTo>
                      <a:pt x="3766" y="17177"/>
                    </a:lnTo>
                    <a:lnTo>
                      <a:pt x="3766" y="17177"/>
                    </a:lnTo>
                    <a:lnTo>
                      <a:pt x="3146" y="17073"/>
                    </a:lnTo>
                    <a:close/>
                    <a:moveTo>
                      <a:pt x="3766" y="17177"/>
                    </a:moveTo>
                    <a:lnTo>
                      <a:pt x="3820" y="17186"/>
                    </a:lnTo>
                    <a:lnTo>
                      <a:pt x="4628" y="17298"/>
                    </a:lnTo>
                    <a:lnTo>
                      <a:pt x="5460" y="17388"/>
                    </a:lnTo>
                    <a:lnTo>
                      <a:pt x="5707" y="17408"/>
                    </a:lnTo>
                    <a:lnTo>
                      <a:pt x="5707" y="17408"/>
                    </a:lnTo>
                    <a:lnTo>
                      <a:pt x="4696" y="17298"/>
                    </a:lnTo>
                    <a:lnTo>
                      <a:pt x="3766" y="17177"/>
                    </a:lnTo>
                    <a:close/>
                    <a:moveTo>
                      <a:pt x="5707" y="17408"/>
                    </a:moveTo>
                    <a:lnTo>
                      <a:pt x="5729" y="17410"/>
                    </a:lnTo>
                    <a:lnTo>
                      <a:pt x="6785" y="17500"/>
                    </a:lnTo>
                    <a:lnTo>
                      <a:pt x="6992" y="17514"/>
                    </a:lnTo>
                    <a:lnTo>
                      <a:pt x="6992" y="17514"/>
                    </a:lnTo>
                    <a:lnTo>
                      <a:pt x="6291" y="17455"/>
                    </a:lnTo>
                    <a:lnTo>
                      <a:pt x="5707" y="17408"/>
                    </a:lnTo>
                    <a:close/>
                    <a:moveTo>
                      <a:pt x="6992" y="17514"/>
                    </a:moveTo>
                    <a:lnTo>
                      <a:pt x="7100" y="17523"/>
                    </a:lnTo>
                    <a:lnTo>
                      <a:pt x="7097" y="17521"/>
                    </a:lnTo>
                    <a:lnTo>
                      <a:pt x="7097" y="17521"/>
                    </a:lnTo>
                    <a:lnTo>
                      <a:pt x="6992" y="17514"/>
                    </a:lnTo>
                    <a:close/>
                    <a:moveTo>
                      <a:pt x="2633" y="918"/>
                    </a:moveTo>
                    <a:lnTo>
                      <a:pt x="2539" y="1101"/>
                    </a:lnTo>
                    <a:lnTo>
                      <a:pt x="2000" y="2224"/>
                    </a:lnTo>
                    <a:lnTo>
                      <a:pt x="1506" y="3370"/>
                    </a:lnTo>
                    <a:lnTo>
                      <a:pt x="1259" y="3932"/>
                    </a:lnTo>
                    <a:lnTo>
                      <a:pt x="1057" y="4516"/>
                    </a:lnTo>
                    <a:lnTo>
                      <a:pt x="854" y="5100"/>
                    </a:lnTo>
                    <a:lnTo>
                      <a:pt x="835" y="5162"/>
                    </a:lnTo>
                    <a:lnTo>
                      <a:pt x="1012" y="4651"/>
                    </a:lnTo>
                    <a:lnTo>
                      <a:pt x="1259" y="3999"/>
                    </a:lnTo>
                    <a:lnTo>
                      <a:pt x="1169" y="4606"/>
                    </a:lnTo>
                    <a:lnTo>
                      <a:pt x="1102" y="5212"/>
                    </a:lnTo>
                    <a:lnTo>
                      <a:pt x="1057" y="5819"/>
                    </a:lnTo>
                    <a:lnTo>
                      <a:pt x="1057" y="6425"/>
                    </a:lnTo>
                    <a:lnTo>
                      <a:pt x="1079" y="7032"/>
                    </a:lnTo>
                    <a:lnTo>
                      <a:pt x="1124" y="7661"/>
                    </a:lnTo>
                    <a:lnTo>
                      <a:pt x="1191" y="8267"/>
                    </a:lnTo>
                    <a:lnTo>
                      <a:pt x="1304" y="8896"/>
                    </a:lnTo>
                    <a:lnTo>
                      <a:pt x="1461" y="9570"/>
                    </a:lnTo>
                    <a:lnTo>
                      <a:pt x="1641" y="10222"/>
                    </a:lnTo>
                    <a:lnTo>
                      <a:pt x="1865" y="10873"/>
                    </a:lnTo>
                    <a:lnTo>
                      <a:pt x="2112" y="11502"/>
                    </a:lnTo>
                    <a:lnTo>
                      <a:pt x="2404" y="12109"/>
                    </a:lnTo>
                    <a:lnTo>
                      <a:pt x="2697" y="12715"/>
                    </a:lnTo>
                    <a:lnTo>
                      <a:pt x="3033" y="13277"/>
                    </a:lnTo>
                    <a:lnTo>
                      <a:pt x="3393" y="13839"/>
                    </a:lnTo>
                    <a:lnTo>
                      <a:pt x="3775" y="14378"/>
                    </a:lnTo>
                    <a:lnTo>
                      <a:pt x="4202" y="14894"/>
                    </a:lnTo>
                    <a:lnTo>
                      <a:pt x="4628" y="15389"/>
                    </a:lnTo>
                    <a:lnTo>
                      <a:pt x="5078" y="15860"/>
                    </a:lnTo>
                    <a:lnTo>
                      <a:pt x="5550" y="16310"/>
                    </a:lnTo>
                    <a:lnTo>
                      <a:pt x="6066" y="16737"/>
                    </a:lnTo>
                    <a:lnTo>
                      <a:pt x="6583" y="17141"/>
                    </a:lnTo>
                    <a:lnTo>
                      <a:pt x="7097" y="17521"/>
                    </a:lnTo>
                    <a:lnTo>
                      <a:pt x="7097" y="17521"/>
                    </a:lnTo>
                    <a:lnTo>
                      <a:pt x="7818" y="17568"/>
                    </a:lnTo>
                    <a:lnTo>
                      <a:pt x="8874" y="17613"/>
                    </a:lnTo>
                    <a:lnTo>
                      <a:pt x="9211" y="17613"/>
                    </a:lnTo>
                    <a:lnTo>
                      <a:pt x="12154" y="17703"/>
                    </a:lnTo>
                    <a:lnTo>
                      <a:pt x="13614" y="17770"/>
                    </a:lnTo>
                    <a:lnTo>
                      <a:pt x="15074" y="17882"/>
                    </a:lnTo>
                    <a:lnTo>
                      <a:pt x="14198" y="17253"/>
                    </a:lnTo>
                    <a:lnTo>
                      <a:pt x="13345" y="16624"/>
                    </a:lnTo>
                    <a:lnTo>
                      <a:pt x="12536" y="15995"/>
                    </a:lnTo>
                    <a:lnTo>
                      <a:pt x="11727" y="15321"/>
                    </a:lnTo>
                    <a:lnTo>
                      <a:pt x="10919" y="14602"/>
                    </a:lnTo>
                    <a:lnTo>
                      <a:pt x="10132" y="13839"/>
                    </a:lnTo>
                    <a:lnTo>
                      <a:pt x="9391" y="13097"/>
                    </a:lnTo>
                    <a:lnTo>
                      <a:pt x="8672" y="12311"/>
                    </a:lnTo>
                    <a:lnTo>
                      <a:pt x="7998" y="11525"/>
                    </a:lnTo>
                    <a:lnTo>
                      <a:pt x="7369" y="10716"/>
                    </a:lnTo>
                    <a:lnTo>
                      <a:pt x="6785" y="9862"/>
                    </a:lnTo>
                    <a:lnTo>
                      <a:pt x="6223" y="9009"/>
                    </a:lnTo>
                    <a:lnTo>
                      <a:pt x="5707" y="8133"/>
                    </a:lnTo>
                    <a:lnTo>
                      <a:pt x="5257" y="7234"/>
                    </a:lnTo>
                    <a:lnTo>
                      <a:pt x="4831" y="6313"/>
                    </a:lnTo>
                    <a:lnTo>
                      <a:pt x="4471" y="5369"/>
                    </a:lnTo>
                    <a:lnTo>
                      <a:pt x="4292" y="4875"/>
                    </a:lnTo>
                    <a:lnTo>
                      <a:pt x="4134" y="4403"/>
                    </a:lnTo>
                    <a:lnTo>
                      <a:pt x="3999" y="3887"/>
                    </a:lnTo>
                    <a:lnTo>
                      <a:pt x="3865" y="3393"/>
                    </a:lnTo>
                    <a:lnTo>
                      <a:pt x="3752" y="2876"/>
                    </a:lnTo>
                    <a:lnTo>
                      <a:pt x="3640" y="2359"/>
                    </a:lnTo>
                    <a:lnTo>
                      <a:pt x="3550" y="1842"/>
                    </a:lnTo>
                    <a:lnTo>
                      <a:pt x="3483" y="1303"/>
                    </a:lnTo>
                    <a:lnTo>
                      <a:pt x="3191" y="1371"/>
                    </a:lnTo>
                    <a:lnTo>
                      <a:pt x="2741" y="1461"/>
                    </a:lnTo>
                    <a:lnTo>
                      <a:pt x="2315" y="1573"/>
                    </a:lnTo>
                    <a:lnTo>
                      <a:pt x="2315" y="1573"/>
                    </a:lnTo>
                    <a:lnTo>
                      <a:pt x="2633" y="918"/>
                    </a:lnTo>
                    <a:close/>
                  </a:path>
                </a:pathLst>
              </a:custGeom>
              <a:solidFill>
                <a:srgbClr val="424242">
                  <a:alpha val="162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1" name="Google Shape;6371;p28"/>
              <p:cNvSpPr/>
              <p:nvPr/>
            </p:nvSpPr>
            <p:spPr>
              <a:xfrm>
                <a:off x="11493025" y="3751100"/>
                <a:ext cx="376875" cy="447075"/>
              </a:xfrm>
              <a:custGeom>
                <a:avLst/>
                <a:gdLst/>
                <a:ahLst/>
                <a:cxnLst/>
                <a:rect l="l" t="t" r="r" b="b"/>
                <a:pathLst>
                  <a:path w="15075" h="17883" fill="none" extrusionOk="0">
                    <a:moveTo>
                      <a:pt x="3101" y="0"/>
                    </a:moveTo>
                    <a:lnTo>
                      <a:pt x="3101" y="0"/>
                    </a:lnTo>
                    <a:lnTo>
                      <a:pt x="2539" y="1101"/>
                    </a:lnTo>
                    <a:lnTo>
                      <a:pt x="2000" y="2224"/>
                    </a:lnTo>
                    <a:lnTo>
                      <a:pt x="1506" y="3370"/>
                    </a:lnTo>
                    <a:lnTo>
                      <a:pt x="1259" y="3932"/>
                    </a:lnTo>
                    <a:lnTo>
                      <a:pt x="1057" y="4516"/>
                    </a:lnTo>
                    <a:lnTo>
                      <a:pt x="854" y="5100"/>
                    </a:lnTo>
                    <a:lnTo>
                      <a:pt x="675" y="5684"/>
                    </a:lnTo>
                    <a:lnTo>
                      <a:pt x="495" y="6268"/>
                    </a:lnTo>
                    <a:lnTo>
                      <a:pt x="360" y="6875"/>
                    </a:lnTo>
                    <a:lnTo>
                      <a:pt x="248" y="7481"/>
                    </a:lnTo>
                    <a:lnTo>
                      <a:pt x="136" y="8088"/>
                    </a:lnTo>
                    <a:lnTo>
                      <a:pt x="68" y="8694"/>
                    </a:lnTo>
                    <a:lnTo>
                      <a:pt x="1" y="9323"/>
                    </a:lnTo>
                    <a:lnTo>
                      <a:pt x="1" y="9323"/>
                    </a:lnTo>
                    <a:lnTo>
                      <a:pt x="1" y="9323"/>
                    </a:lnTo>
                    <a:lnTo>
                      <a:pt x="1" y="9346"/>
                    </a:lnTo>
                    <a:lnTo>
                      <a:pt x="1" y="9346"/>
                    </a:lnTo>
                    <a:lnTo>
                      <a:pt x="1" y="9346"/>
                    </a:lnTo>
                    <a:lnTo>
                      <a:pt x="1" y="9346"/>
                    </a:lnTo>
                    <a:lnTo>
                      <a:pt x="1" y="9368"/>
                    </a:lnTo>
                    <a:lnTo>
                      <a:pt x="1" y="9368"/>
                    </a:lnTo>
                    <a:lnTo>
                      <a:pt x="1" y="9391"/>
                    </a:lnTo>
                    <a:lnTo>
                      <a:pt x="1" y="9391"/>
                    </a:lnTo>
                    <a:lnTo>
                      <a:pt x="68" y="8694"/>
                    </a:lnTo>
                    <a:lnTo>
                      <a:pt x="158" y="7998"/>
                    </a:lnTo>
                    <a:lnTo>
                      <a:pt x="270" y="7324"/>
                    </a:lnTo>
                    <a:lnTo>
                      <a:pt x="405" y="6627"/>
                    </a:lnTo>
                    <a:lnTo>
                      <a:pt x="585" y="5976"/>
                    </a:lnTo>
                    <a:lnTo>
                      <a:pt x="787" y="5302"/>
                    </a:lnTo>
                    <a:lnTo>
                      <a:pt x="1012" y="4651"/>
                    </a:lnTo>
                    <a:lnTo>
                      <a:pt x="1259" y="3999"/>
                    </a:lnTo>
                    <a:lnTo>
                      <a:pt x="1259" y="3999"/>
                    </a:lnTo>
                    <a:lnTo>
                      <a:pt x="1169" y="4606"/>
                    </a:lnTo>
                    <a:lnTo>
                      <a:pt x="1102" y="5212"/>
                    </a:lnTo>
                    <a:lnTo>
                      <a:pt x="1057" y="5819"/>
                    </a:lnTo>
                    <a:lnTo>
                      <a:pt x="1057" y="6425"/>
                    </a:lnTo>
                    <a:lnTo>
                      <a:pt x="1079" y="7032"/>
                    </a:lnTo>
                    <a:lnTo>
                      <a:pt x="1124" y="7661"/>
                    </a:lnTo>
                    <a:lnTo>
                      <a:pt x="1191" y="8267"/>
                    </a:lnTo>
                    <a:lnTo>
                      <a:pt x="1304" y="8896"/>
                    </a:lnTo>
                    <a:lnTo>
                      <a:pt x="1304" y="8896"/>
                    </a:lnTo>
                    <a:lnTo>
                      <a:pt x="1461" y="9570"/>
                    </a:lnTo>
                    <a:lnTo>
                      <a:pt x="1641" y="10222"/>
                    </a:lnTo>
                    <a:lnTo>
                      <a:pt x="1865" y="10873"/>
                    </a:lnTo>
                    <a:lnTo>
                      <a:pt x="2112" y="11502"/>
                    </a:lnTo>
                    <a:lnTo>
                      <a:pt x="2404" y="12109"/>
                    </a:lnTo>
                    <a:lnTo>
                      <a:pt x="2697" y="12715"/>
                    </a:lnTo>
                    <a:lnTo>
                      <a:pt x="3033" y="13277"/>
                    </a:lnTo>
                    <a:lnTo>
                      <a:pt x="3393" y="13839"/>
                    </a:lnTo>
                    <a:lnTo>
                      <a:pt x="3775" y="14378"/>
                    </a:lnTo>
                    <a:lnTo>
                      <a:pt x="4202" y="14894"/>
                    </a:lnTo>
                    <a:lnTo>
                      <a:pt x="4628" y="15389"/>
                    </a:lnTo>
                    <a:lnTo>
                      <a:pt x="5078" y="15860"/>
                    </a:lnTo>
                    <a:lnTo>
                      <a:pt x="5550" y="16310"/>
                    </a:lnTo>
                    <a:lnTo>
                      <a:pt x="6066" y="16737"/>
                    </a:lnTo>
                    <a:lnTo>
                      <a:pt x="6583" y="17141"/>
                    </a:lnTo>
                    <a:lnTo>
                      <a:pt x="7100" y="17523"/>
                    </a:lnTo>
                    <a:lnTo>
                      <a:pt x="7100" y="17523"/>
                    </a:lnTo>
                    <a:lnTo>
                      <a:pt x="6291" y="17455"/>
                    </a:lnTo>
                    <a:lnTo>
                      <a:pt x="5460" y="17388"/>
                    </a:lnTo>
                    <a:lnTo>
                      <a:pt x="4628" y="17298"/>
                    </a:lnTo>
                    <a:lnTo>
                      <a:pt x="3820" y="17186"/>
                    </a:lnTo>
                    <a:lnTo>
                      <a:pt x="3011" y="17051"/>
                    </a:lnTo>
                    <a:lnTo>
                      <a:pt x="2202" y="16894"/>
                    </a:lnTo>
                    <a:lnTo>
                      <a:pt x="1394" y="16714"/>
                    </a:lnTo>
                    <a:lnTo>
                      <a:pt x="607" y="16489"/>
                    </a:lnTo>
                    <a:lnTo>
                      <a:pt x="607" y="16489"/>
                    </a:lnTo>
                    <a:lnTo>
                      <a:pt x="1596" y="16759"/>
                    </a:lnTo>
                    <a:lnTo>
                      <a:pt x="2629" y="16984"/>
                    </a:lnTo>
                    <a:lnTo>
                      <a:pt x="3662" y="17163"/>
                    </a:lnTo>
                    <a:lnTo>
                      <a:pt x="4696" y="17298"/>
                    </a:lnTo>
                    <a:lnTo>
                      <a:pt x="5729" y="17410"/>
                    </a:lnTo>
                    <a:lnTo>
                      <a:pt x="6785" y="17500"/>
                    </a:lnTo>
                    <a:lnTo>
                      <a:pt x="7818" y="17568"/>
                    </a:lnTo>
                    <a:lnTo>
                      <a:pt x="8874" y="17613"/>
                    </a:lnTo>
                    <a:lnTo>
                      <a:pt x="8874" y="17613"/>
                    </a:lnTo>
                    <a:lnTo>
                      <a:pt x="9211" y="17613"/>
                    </a:lnTo>
                    <a:lnTo>
                      <a:pt x="9211" y="17613"/>
                    </a:lnTo>
                    <a:lnTo>
                      <a:pt x="12154" y="17703"/>
                    </a:lnTo>
                    <a:lnTo>
                      <a:pt x="13614" y="17770"/>
                    </a:lnTo>
                    <a:lnTo>
                      <a:pt x="15074" y="17882"/>
                    </a:lnTo>
                    <a:lnTo>
                      <a:pt x="15074" y="17882"/>
                    </a:lnTo>
                    <a:lnTo>
                      <a:pt x="14198" y="17253"/>
                    </a:lnTo>
                    <a:lnTo>
                      <a:pt x="13345" y="16624"/>
                    </a:lnTo>
                    <a:lnTo>
                      <a:pt x="12536" y="15995"/>
                    </a:lnTo>
                    <a:lnTo>
                      <a:pt x="11727" y="15321"/>
                    </a:lnTo>
                    <a:lnTo>
                      <a:pt x="11727" y="15321"/>
                    </a:lnTo>
                    <a:lnTo>
                      <a:pt x="10919" y="14602"/>
                    </a:lnTo>
                    <a:lnTo>
                      <a:pt x="10132" y="13839"/>
                    </a:lnTo>
                    <a:lnTo>
                      <a:pt x="9391" y="13097"/>
                    </a:lnTo>
                    <a:lnTo>
                      <a:pt x="8672" y="12311"/>
                    </a:lnTo>
                    <a:lnTo>
                      <a:pt x="7998" y="11525"/>
                    </a:lnTo>
                    <a:lnTo>
                      <a:pt x="7369" y="10716"/>
                    </a:lnTo>
                    <a:lnTo>
                      <a:pt x="6785" y="9862"/>
                    </a:lnTo>
                    <a:lnTo>
                      <a:pt x="6223" y="9009"/>
                    </a:lnTo>
                    <a:lnTo>
                      <a:pt x="5707" y="8133"/>
                    </a:lnTo>
                    <a:lnTo>
                      <a:pt x="5257" y="7234"/>
                    </a:lnTo>
                    <a:lnTo>
                      <a:pt x="4831" y="6313"/>
                    </a:lnTo>
                    <a:lnTo>
                      <a:pt x="4471" y="5369"/>
                    </a:lnTo>
                    <a:lnTo>
                      <a:pt x="4292" y="4875"/>
                    </a:lnTo>
                    <a:lnTo>
                      <a:pt x="4134" y="4403"/>
                    </a:lnTo>
                    <a:lnTo>
                      <a:pt x="3999" y="3887"/>
                    </a:lnTo>
                    <a:lnTo>
                      <a:pt x="3865" y="3393"/>
                    </a:lnTo>
                    <a:lnTo>
                      <a:pt x="3752" y="2876"/>
                    </a:lnTo>
                    <a:lnTo>
                      <a:pt x="3640" y="2359"/>
                    </a:lnTo>
                    <a:lnTo>
                      <a:pt x="3550" y="1842"/>
                    </a:lnTo>
                    <a:lnTo>
                      <a:pt x="3483" y="1303"/>
                    </a:lnTo>
                    <a:lnTo>
                      <a:pt x="3483" y="1303"/>
                    </a:lnTo>
                    <a:lnTo>
                      <a:pt x="3191" y="1371"/>
                    </a:lnTo>
                    <a:lnTo>
                      <a:pt x="3191" y="1371"/>
                    </a:lnTo>
                    <a:lnTo>
                      <a:pt x="2741" y="1461"/>
                    </a:lnTo>
                    <a:lnTo>
                      <a:pt x="2315" y="1573"/>
                    </a:lnTo>
                    <a:lnTo>
                      <a:pt x="2315" y="1573"/>
                    </a:lnTo>
                    <a:lnTo>
                      <a:pt x="2697" y="787"/>
                    </a:lnTo>
                    <a:lnTo>
                      <a:pt x="310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2" name="Google Shape;6372;p28"/>
              <p:cNvSpPr/>
              <p:nvPr/>
            </p:nvSpPr>
            <p:spPr>
              <a:xfrm>
                <a:off x="11550875" y="3742100"/>
                <a:ext cx="29225" cy="483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1933" extrusionOk="0">
                    <a:moveTo>
                      <a:pt x="989" y="1"/>
                    </a:moveTo>
                    <a:lnTo>
                      <a:pt x="787" y="360"/>
                    </a:lnTo>
                    <a:lnTo>
                      <a:pt x="383" y="1147"/>
                    </a:lnTo>
                    <a:lnTo>
                      <a:pt x="1" y="1933"/>
                    </a:lnTo>
                    <a:lnTo>
                      <a:pt x="1" y="1933"/>
                    </a:lnTo>
                    <a:lnTo>
                      <a:pt x="427" y="1821"/>
                    </a:lnTo>
                    <a:lnTo>
                      <a:pt x="877" y="1731"/>
                    </a:lnTo>
                    <a:lnTo>
                      <a:pt x="1169" y="1663"/>
                    </a:lnTo>
                    <a:lnTo>
                      <a:pt x="1056" y="832"/>
                    </a:lnTo>
                    <a:lnTo>
                      <a:pt x="989" y="1"/>
                    </a:lnTo>
                    <a:close/>
                  </a:path>
                </a:pathLst>
              </a:custGeom>
              <a:solidFill>
                <a:srgbClr val="424242">
                  <a:alpha val="162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3" name="Google Shape;6373;p28"/>
              <p:cNvSpPr/>
              <p:nvPr/>
            </p:nvSpPr>
            <p:spPr>
              <a:xfrm>
                <a:off x="11506500" y="4162750"/>
                <a:ext cx="1725" cy="600"/>
              </a:xfrm>
              <a:custGeom>
                <a:avLst/>
                <a:gdLst/>
                <a:ahLst/>
                <a:cxnLst/>
                <a:rect l="l" t="t" r="r" b="b"/>
                <a:pathLst>
                  <a:path w="69" h="24" extrusionOk="0">
                    <a:moveTo>
                      <a:pt x="46" y="23"/>
                    </a:moveTo>
                    <a:lnTo>
                      <a:pt x="46" y="23"/>
                    </a:lnTo>
                    <a:lnTo>
                      <a:pt x="68" y="23"/>
                    </a:lnTo>
                    <a:lnTo>
                      <a:pt x="68" y="23"/>
                    </a:lnTo>
                    <a:lnTo>
                      <a:pt x="46" y="23"/>
                    </a:lnTo>
                    <a:close/>
                    <a:moveTo>
                      <a:pt x="1" y="1"/>
                    </a:moveTo>
                    <a:lnTo>
                      <a:pt x="1" y="1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CD4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4" name="Google Shape;6374;p28"/>
              <p:cNvSpPr/>
              <p:nvPr/>
            </p:nvSpPr>
            <p:spPr>
              <a:xfrm>
                <a:off x="11507625" y="4163325"/>
                <a:ext cx="6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5" name="Google Shape;6375;p28"/>
              <p:cNvSpPr/>
              <p:nvPr/>
            </p:nvSpPr>
            <p:spPr>
              <a:xfrm>
                <a:off x="11506500" y="4162750"/>
                <a:ext cx="600" cy="60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6" name="Google Shape;6376;p28"/>
              <p:cNvSpPr/>
              <p:nvPr/>
            </p:nvSpPr>
            <p:spPr>
              <a:xfrm>
                <a:off x="11505950" y="4162750"/>
                <a:ext cx="5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E4C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7" name="Google Shape;6377;p28"/>
              <p:cNvSpPr/>
              <p:nvPr/>
            </p:nvSpPr>
            <p:spPr>
              <a:xfrm>
                <a:off x="11505950" y="4162750"/>
                <a:ext cx="5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8" name="Google Shape;6378;p28"/>
              <p:cNvSpPr/>
              <p:nvPr/>
            </p:nvSpPr>
            <p:spPr>
              <a:xfrm>
                <a:off x="11507075" y="4163325"/>
                <a:ext cx="5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E4C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9" name="Google Shape;6379;p28"/>
              <p:cNvSpPr/>
              <p:nvPr/>
            </p:nvSpPr>
            <p:spPr>
              <a:xfrm>
                <a:off x="11507075" y="4163325"/>
                <a:ext cx="5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0" name="Google Shape;6380;p28"/>
              <p:cNvSpPr/>
              <p:nvPr/>
            </p:nvSpPr>
            <p:spPr>
              <a:xfrm>
                <a:off x="11508200" y="41633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E4C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1" name="Google Shape;6381;p28"/>
              <p:cNvSpPr/>
              <p:nvPr/>
            </p:nvSpPr>
            <p:spPr>
              <a:xfrm>
                <a:off x="11508200" y="41633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2" name="Google Shape;6382;p28"/>
              <p:cNvSpPr/>
              <p:nvPr/>
            </p:nvSpPr>
            <p:spPr>
              <a:xfrm>
                <a:off x="11492475" y="3851075"/>
                <a:ext cx="178050" cy="338100"/>
              </a:xfrm>
              <a:custGeom>
                <a:avLst/>
                <a:gdLst/>
                <a:ahLst/>
                <a:cxnLst/>
                <a:rect l="l" t="t" r="r" b="b"/>
                <a:pathLst>
                  <a:path w="7122" h="13524" extrusionOk="0">
                    <a:moveTo>
                      <a:pt x="1281" y="0"/>
                    </a:moveTo>
                    <a:lnTo>
                      <a:pt x="1034" y="652"/>
                    </a:lnTo>
                    <a:lnTo>
                      <a:pt x="809" y="1303"/>
                    </a:lnTo>
                    <a:lnTo>
                      <a:pt x="607" y="1977"/>
                    </a:lnTo>
                    <a:lnTo>
                      <a:pt x="427" y="2628"/>
                    </a:lnTo>
                    <a:lnTo>
                      <a:pt x="292" y="3325"/>
                    </a:lnTo>
                    <a:lnTo>
                      <a:pt x="180" y="3999"/>
                    </a:lnTo>
                    <a:lnTo>
                      <a:pt x="90" y="4695"/>
                    </a:lnTo>
                    <a:lnTo>
                      <a:pt x="23" y="5392"/>
                    </a:lnTo>
                    <a:lnTo>
                      <a:pt x="0" y="6043"/>
                    </a:lnTo>
                    <a:lnTo>
                      <a:pt x="0" y="6695"/>
                    </a:lnTo>
                    <a:lnTo>
                      <a:pt x="0" y="7413"/>
                    </a:lnTo>
                    <a:lnTo>
                      <a:pt x="23" y="8132"/>
                    </a:lnTo>
                    <a:lnTo>
                      <a:pt x="90" y="8874"/>
                    </a:lnTo>
                    <a:lnTo>
                      <a:pt x="135" y="9592"/>
                    </a:lnTo>
                    <a:lnTo>
                      <a:pt x="225" y="10311"/>
                    </a:lnTo>
                    <a:lnTo>
                      <a:pt x="315" y="11030"/>
                    </a:lnTo>
                    <a:lnTo>
                      <a:pt x="539" y="12468"/>
                    </a:lnTo>
                    <a:lnTo>
                      <a:pt x="562" y="12468"/>
                    </a:lnTo>
                    <a:lnTo>
                      <a:pt x="584" y="12490"/>
                    </a:lnTo>
                    <a:lnTo>
                      <a:pt x="629" y="12490"/>
                    </a:lnTo>
                    <a:lnTo>
                      <a:pt x="1416" y="12715"/>
                    </a:lnTo>
                    <a:lnTo>
                      <a:pt x="2224" y="12895"/>
                    </a:lnTo>
                    <a:lnTo>
                      <a:pt x="3033" y="13052"/>
                    </a:lnTo>
                    <a:lnTo>
                      <a:pt x="3842" y="13187"/>
                    </a:lnTo>
                    <a:lnTo>
                      <a:pt x="4650" y="13299"/>
                    </a:lnTo>
                    <a:lnTo>
                      <a:pt x="5482" y="13389"/>
                    </a:lnTo>
                    <a:lnTo>
                      <a:pt x="6313" y="13456"/>
                    </a:lnTo>
                    <a:lnTo>
                      <a:pt x="7122" y="13524"/>
                    </a:lnTo>
                    <a:lnTo>
                      <a:pt x="6605" y="13142"/>
                    </a:lnTo>
                    <a:lnTo>
                      <a:pt x="6088" y="12738"/>
                    </a:lnTo>
                    <a:lnTo>
                      <a:pt x="5572" y="12311"/>
                    </a:lnTo>
                    <a:lnTo>
                      <a:pt x="5100" y="11861"/>
                    </a:lnTo>
                    <a:lnTo>
                      <a:pt x="4650" y="11390"/>
                    </a:lnTo>
                    <a:lnTo>
                      <a:pt x="4224" y="10895"/>
                    </a:lnTo>
                    <a:lnTo>
                      <a:pt x="3797" y="10379"/>
                    </a:lnTo>
                    <a:lnTo>
                      <a:pt x="3415" y="9840"/>
                    </a:lnTo>
                    <a:lnTo>
                      <a:pt x="3055" y="9278"/>
                    </a:lnTo>
                    <a:lnTo>
                      <a:pt x="2719" y="8716"/>
                    </a:lnTo>
                    <a:lnTo>
                      <a:pt x="2426" y="8110"/>
                    </a:lnTo>
                    <a:lnTo>
                      <a:pt x="2134" y="7503"/>
                    </a:lnTo>
                    <a:lnTo>
                      <a:pt x="1887" y="6874"/>
                    </a:lnTo>
                    <a:lnTo>
                      <a:pt x="1663" y="6223"/>
                    </a:lnTo>
                    <a:lnTo>
                      <a:pt x="1483" y="5571"/>
                    </a:lnTo>
                    <a:lnTo>
                      <a:pt x="1326" y="4897"/>
                    </a:lnTo>
                    <a:lnTo>
                      <a:pt x="1213" y="4268"/>
                    </a:lnTo>
                    <a:lnTo>
                      <a:pt x="1146" y="3662"/>
                    </a:lnTo>
                    <a:lnTo>
                      <a:pt x="1101" y="3033"/>
                    </a:lnTo>
                    <a:lnTo>
                      <a:pt x="1079" y="2426"/>
                    </a:lnTo>
                    <a:lnTo>
                      <a:pt x="1079" y="1820"/>
                    </a:lnTo>
                    <a:lnTo>
                      <a:pt x="1124" y="1213"/>
                    </a:lnTo>
                    <a:lnTo>
                      <a:pt x="1191" y="607"/>
                    </a:lnTo>
                    <a:lnTo>
                      <a:pt x="1281" y="0"/>
                    </a:lnTo>
                    <a:close/>
                  </a:path>
                </a:pathLst>
              </a:custGeom>
              <a:solidFill>
                <a:srgbClr val="424242">
                  <a:alpha val="162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3" name="Google Shape;6383;p28"/>
              <p:cNvSpPr/>
              <p:nvPr/>
            </p:nvSpPr>
            <p:spPr>
              <a:xfrm>
                <a:off x="11492475" y="3851075"/>
                <a:ext cx="178050" cy="338100"/>
              </a:xfrm>
              <a:custGeom>
                <a:avLst/>
                <a:gdLst/>
                <a:ahLst/>
                <a:cxnLst/>
                <a:rect l="l" t="t" r="r" b="b"/>
                <a:pathLst>
                  <a:path w="7122" h="13524" fill="none" extrusionOk="0">
                    <a:moveTo>
                      <a:pt x="1281" y="0"/>
                    </a:moveTo>
                    <a:lnTo>
                      <a:pt x="1281" y="0"/>
                    </a:lnTo>
                    <a:lnTo>
                      <a:pt x="1034" y="652"/>
                    </a:lnTo>
                    <a:lnTo>
                      <a:pt x="809" y="1303"/>
                    </a:lnTo>
                    <a:lnTo>
                      <a:pt x="607" y="1977"/>
                    </a:lnTo>
                    <a:lnTo>
                      <a:pt x="427" y="2628"/>
                    </a:lnTo>
                    <a:lnTo>
                      <a:pt x="292" y="3325"/>
                    </a:lnTo>
                    <a:lnTo>
                      <a:pt x="180" y="3999"/>
                    </a:lnTo>
                    <a:lnTo>
                      <a:pt x="90" y="4695"/>
                    </a:lnTo>
                    <a:lnTo>
                      <a:pt x="23" y="5392"/>
                    </a:lnTo>
                    <a:lnTo>
                      <a:pt x="23" y="5392"/>
                    </a:lnTo>
                    <a:lnTo>
                      <a:pt x="23" y="5392"/>
                    </a:lnTo>
                    <a:lnTo>
                      <a:pt x="0" y="6043"/>
                    </a:lnTo>
                    <a:lnTo>
                      <a:pt x="0" y="6695"/>
                    </a:lnTo>
                    <a:lnTo>
                      <a:pt x="0" y="6695"/>
                    </a:lnTo>
                    <a:lnTo>
                      <a:pt x="0" y="7413"/>
                    </a:lnTo>
                    <a:lnTo>
                      <a:pt x="23" y="8132"/>
                    </a:lnTo>
                    <a:lnTo>
                      <a:pt x="90" y="8874"/>
                    </a:lnTo>
                    <a:lnTo>
                      <a:pt x="135" y="9592"/>
                    </a:lnTo>
                    <a:lnTo>
                      <a:pt x="225" y="10311"/>
                    </a:lnTo>
                    <a:lnTo>
                      <a:pt x="315" y="11030"/>
                    </a:lnTo>
                    <a:lnTo>
                      <a:pt x="539" y="12468"/>
                    </a:lnTo>
                    <a:lnTo>
                      <a:pt x="539" y="12468"/>
                    </a:lnTo>
                    <a:lnTo>
                      <a:pt x="539" y="12468"/>
                    </a:lnTo>
                    <a:lnTo>
                      <a:pt x="562" y="12468"/>
                    </a:lnTo>
                    <a:lnTo>
                      <a:pt x="562" y="12468"/>
                    </a:lnTo>
                    <a:lnTo>
                      <a:pt x="584" y="12490"/>
                    </a:lnTo>
                    <a:lnTo>
                      <a:pt x="584" y="12490"/>
                    </a:lnTo>
                    <a:lnTo>
                      <a:pt x="607" y="12490"/>
                    </a:lnTo>
                    <a:lnTo>
                      <a:pt x="607" y="12490"/>
                    </a:lnTo>
                    <a:lnTo>
                      <a:pt x="629" y="12490"/>
                    </a:lnTo>
                    <a:lnTo>
                      <a:pt x="629" y="12490"/>
                    </a:lnTo>
                    <a:lnTo>
                      <a:pt x="629" y="12490"/>
                    </a:lnTo>
                    <a:lnTo>
                      <a:pt x="629" y="12490"/>
                    </a:lnTo>
                    <a:lnTo>
                      <a:pt x="1416" y="12715"/>
                    </a:lnTo>
                    <a:lnTo>
                      <a:pt x="2224" y="12895"/>
                    </a:lnTo>
                    <a:lnTo>
                      <a:pt x="3033" y="13052"/>
                    </a:lnTo>
                    <a:lnTo>
                      <a:pt x="3842" y="13187"/>
                    </a:lnTo>
                    <a:lnTo>
                      <a:pt x="4650" y="13299"/>
                    </a:lnTo>
                    <a:lnTo>
                      <a:pt x="5482" y="13389"/>
                    </a:lnTo>
                    <a:lnTo>
                      <a:pt x="6313" y="13456"/>
                    </a:lnTo>
                    <a:lnTo>
                      <a:pt x="7122" y="13524"/>
                    </a:lnTo>
                    <a:lnTo>
                      <a:pt x="7122" y="13524"/>
                    </a:lnTo>
                    <a:lnTo>
                      <a:pt x="6605" y="13142"/>
                    </a:lnTo>
                    <a:lnTo>
                      <a:pt x="6088" y="12738"/>
                    </a:lnTo>
                    <a:lnTo>
                      <a:pt x="5572" y="12311"/>
                    </a:lnTo>
                    <a:lnTo>
                      <a:pt x="5100" y="11861"/>
                    </a:lnTo>
                    <a:lnTo>
                      <a:pt x="4650" y="11390"/>
                    </a:lnTo>
                    <a:lnTo>
                      <a:pt x="4224" y="10895"/>
                    </a:lnTo>
                    <a:lnTo>
                      <a:pt x="3797" y="10379"/>
                    </a:lnTo>
                    <a:lnTo>
                      <a:pt x="3415" y="9840"/>
                    </a:lnTo>
                    <a:lnTo>
                      <a:pt x="3055" y="9278"/>
                    </a:lnTo>
                    <a:lnTo>
                      <a:pt x="2719" y="8716"/>
                    </a:lnTo>
                    <a:lnTo>
                      <a:pt x="2426" y="8110"/>
                    </a:lnTo>
                    <a:lnTo>
                      <a:pt x="2134" y="7503"/>
                    </a:lnTo>
                    <a:lnTo>
                      <a:pt x="1887" y="6874"/>
                    </a:lnTo>
                    <a:lnTo>
                      <a:pt x="1663" y="6223"/>
                    </a:lnTo>
                    <a:lnTo>
                      <a:pt x="1483" y="5571"/>
                    </a:lnTo>
                    <a:lnTo>
                      <a:pt x="1326" y="4897"/>
                    </a:lnTo>
                    <a:lnTo>
                      <a:pt x="1326" y="4897"/>
                    </a:lnTo>
                    <a:lnTo>
                      <a:pt x="1213" y="4268"/>
                    </a:lnTo>
                    <a:lnTo>
                      <a:pt x="1146" y="3662"/>
                    </a:lnTo>
                    <a:lnTo>
                      <a:pt x="1101" y="3033"/>
                    </a:lnTo>
                    <a:lnTo>
                      <a:pt x="1079" y="2426"/>
                    </a:lnTo>
                    <a:lnTo>
                      <a:pt x="1079" y="1820"/>
                    </a:lnTo>
                    <a:lnTo>
                      <a:pt x="1124" y="1213"/>
                    </a:lnTo>
                    <a:lnTo>
                      <a:pt x="1191" y="607"/>
                    </a:lnTo>
                    <a:lnTo>
                      <a:pt x="128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6384" name="Google Shape;6384;p28"/>
          <p:cNvSpPr/>
          <p:nvPr/>
        </p:nvSpPr>
        <p:spPr>
          <a:xfrm>
            <a:off x="261663" y="961475"/>
            <a:ext cx="409827" cy="390250"/>
          </a:xfrm>
          <a:custGeom>
            <a:avLst/>
            <a:gdLst/>
            <a:ahLst/>
            <a:cxnLst/>
            <a:rect l="l" t="t" r="r" b="b"/>
            <a:pathLst>
              <a:path w="23970" h="22825" extrusionOk="0">
                <a:moveTo>
                  <a:pt x="11996" y="0"/>
                </a:moveTo>
                <a:lnTo>
                  <a:pt x="7503" y="6425"/>
                </a:lnTo>
                <a:lnTo>
                  <a:pt x="0" y="8716"/>
                </a:lnTo>
                <a:lnTo>
                  <a:pt x="4718" y="14984"/>
                </a:lnTo>
                <a:lnTo>
                  <a:pt x="4560" y="22824"/>
                </a:lnTo>
                <a:lnTo>
                  <a:pt x="11996" y="20286"/>
                </a:lnTo>
                <a:lnTo>
                  <a:pt x="19409" y="22824"/>
                </a:lnTo>
                <a:lnTo>
                  <a:pt x="19252" y="14984"/>
                </a:lnTo>
                <a:lnTo>
                  <a:pt x="23970" y="8716"/>
                </a:lnTo>
                <a:lnTo>
                  <a:pt x="16489" y="6425"/>
                </a:lnTo>
                <a:lnTo>
                  <a:pt x="11996" y="0"/>
                </a:lnTo>
                <a:close/>
              </a:path>
            </a:pathLst>
          </a:custGeom>
          <a:solidFill>
            <a:srgbClr val="424242">
              <a:alpha val="61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385" name="Google Shape;6385;p28"/>
          <p:cNvGrpSpPr/>
          <p:nvPr/>
        </p:nvGrpSpPr>
        <p:grpSpPr>
          <a:xfrm>
            <a:off x="8068398" y="4178788"/>
            <a:ext cx="934500" cy="841275"/>
            <a:chOff x="10313198" y="3707125"/>
            <a:chExt cx="934500" cy="841275"/>
          </a:xfrm>
        </p:grpSpPr>
        <p:sp>
          <p:nvSpPr>
            <p:cNvPr id="6386" name="Google Shape;6386;p28"/>
            <p:cNvSpPr/>
            <p:nvPr/>
          </p:nvSpPr>
          <p:spPr>
            <a:xfrm>
              <a:off x="10313198" y="4472200"/>
              <a:ext cx="934500" cy="762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28"/>
            <p:cNvSpPr/>
            <p:nvPr/>
          </p:nvSpPr>
          <p:spPr>
            <a:xfrm>
              <a:off x="10333500" y="3796875"/>
              <a:ext cx="849850" cy="720475"/>
            </a:xfrm>
            <a:custGeom>
              <a:avLst/>
              <a:gdLst/>
              <a:ahLst/>
              <a:cxnLst/>
              <a:rect l="l" t="t" r="r" b="b"/>
              <a:pathLst>
                <a:path w="33994" h="28819" extrusionOk="0">
                  <a:moveTo>
                    <a:pt x="6017" y="0"/>
                  </a:moveTo>
                  <a:lnTo>
                    <a:pt x="5636" y="20"/>
                  </a:lnTo>
                  <a:lnTo>
                    <a:pt x="5235" y="40"/>
                  </a:lnTo>
                  <a:lnTo>
                    <a:pt x="4854" y="80"/>
                  </a:lnTo>
                  <a:lnTo>
                    <a:pt x="4493" y="140"/>
                  </a:lnTo>
                  <a:lnTo>
                    <a:pt x="4132" y="221"/>
                  </a:lnTo>
                  <a:lnTo>
                    <a:pt x="3771" y="321"/>
                  </a:lnTo>
                  <a:lnTo>
                    <a:pt x="3410" y="421"/>
                  </a:lnTo>
                  <a:lnTo>
                    <a:pt x="3069" y="541"/>
                  </a:lnTo>
                  <a:lnTo>
                    <a:pt x="2748" y="682"/>
                  </a:lnTo>
                  <a:lnTo>
                    <a:pt x="2427" y="862"/>
                  </a:lnTo>
                  <a:lnTo>
                    <a:pt x="2127" y="1043"/>
                  </a:lnTo>
                  <a:lnTo>
                    <a:pt x="1826" y="1243"/>
                  </a:lnTo>
                  <a:lnTo>
                    <a:pt x="1545" y="1464"/>
                  </a:lnTo>
                  <a:lnTo>
                    <a:pt x="1284" y="1705"/>
                  </a:lnTo>
                  <a:lnTo>
                    <a:pt x="1024" y="1985"/>
                  </a:lnTo>
                  <a:lnTo>
                    <a:pt x="783" y="2266"/>
                  </a:lnTo>
                  <a:lnTo>
                    <a:pt x="743" y="2346"/>
                  </a:lnTo>
                  <a:lnTo>
                    <a:pt x="562" y="2607"/>
                  </a:lnTo>
                  <a:lnTo>
                    <a:pt x="422" y="2888"/>
                  </a:lnTo>
                  <a:lnTo>
                    <a:pt x="322" y="3088"/>
                  </a:lnTo>
                  <a:lnTo>
                    <a:pt x="261" y="3289"/>
                  </a:lnTo>
                  <a:lnTo>
                    <a:pt x="141" y="3710"/>
                  </a:lnTo>
                  <a:lnTo>
                    <a:pt x="61" y="4151"/>
                  </a:lnTo>
                  <a:lnTo>
                    <a:pt x="21" y="4593"/>
                  </a:lnTo>
                  <a:lnTo>
                    <a:pt x="1" y="4994"/>
                  </a:lnTo>
                  <a:lnTo>
                    <a:pt x="21" y="5395"/>
                  </a:lnTo>
                  <a:lnTo>
                    <a:pt x="61" y="5796"/>
                  </a:lnTo>
                  <a:lnTo>
                    <a:pt x="121" y="6217"/>
                  </a:lnTo>
                  <a:lnTo>
                    <a:pt x="201" y="6638"/>
                  </a:lnTo>
                  <a:lnTo>
                    <a:pt x="302" y="7079"/>
                  </a:lnTo>
                  <a:lnTo>
                    <a:pt x="422" y="7520"/>
                  </a:lnTo>
                  <a:lnTo>
                    <a:pt x="562" y="7962"/>
                  </a:lnTo>
                  <a:lnTo>
                    <a:pt x="703" y="8403"/>
                  </a:lnTo>
                  <a:lnTo>
                    <a:pt x="883" y="8864"/>
                  </a:lnTo>
                  <a:lnTo>
                    <a:pt x="1244" y="9787"/>
                  </a:lnTo>
                  <a:lnTo>
                    <a:pt x="1665" y="10729"/>
                  </a:lnTo>
                  <a:lnTo>
                    <a:pt x="2147" y="11672"/>
                  </a:lnTo>
                  <a:lnTo>
                    <a:pt x="2467" y="12273"/>
                  </a:lnTo>
                  <a:lnTo>
                    <a:pt x="2808" y="12895"/>
                  </a:lnTo>
                  <a:lnTo>
                    <a:pt x="3490" y="14078"/>
                  </a:lnTo>
                  <a:lnTo>
                    <a:pt x="4212" y="15241"/>
                  </a:lnTo>
                  <a:lnTo>
                    <a:pt x="4954" y="16365"/>
                  </a:lnTo>
                  <a:lnTo>
                    <a:pt x="5014" y="16445"/>
                  </a:lnTo>
                  <a:lnTo>
                    <a:pt x="5576" y="17307"/>
                  </a:lnTo>
                  <a:lnTo>
                    <a:pt x="6137" y="18109"/>
                  </a:lnTo>
                  <a:lnTo>
                    <a:pt x="7180" y="19513"/>
                  </a:lnTo>
                  <a:lnTo>
                    <a:pt x="8023" y="20636"/>
                  </a:lnTo>
                  <a:lnTo>
                    <a:pt x="8624" y="21418"/>
                  </a:lnTo>
                  <a:lnTo>
                    <a:pt x="8644" y="21438"/>
                  </a:lnTo>
                  <a:lnTo>
                    <a:pt x="8704" y="21539"/>
                  </a:lnTo>
                  <a:lnTo>
                    <a:pt x="8865" y="21739"/>
                  </a:lnTo>
                  <a:lnTo>
                    <a:pt x="8985" y="21940"/>
                  </a:lnTo>
                  <a:lnTo>
                    <a:pt x="9045" y="22160"/>
                  </a:lnTo>
                  <a:lnTo>
                    <a:pt x="9085" y="22361"/>
                  </a:lnTo>
                  <a:lnTo>
                    <a:pt x="9065" y="22581"/>
                  </a:lnTo>
                  <a:lnTo>
                    <a:pt x="9045" y="22782"/>
                  </a:lnTo>
                  <a:lnTo>
                    <a:pt x="8985" y="22983"/>
                  </a:lnTo>
                  <a:lnTo>
                    <a:pt x="8905" y="23163"/>
                  </a:lnTo>
                  <a:lnTo>
                    <a:pt x="8805" y="23344"/>
                  </a:lnTo>
                  <a:lnTo>
                    <a:pt x="8704" y="23504"/>
                  </a:lnTo>
                  <a:lnTo>
                    <a:pt x="8584" y="23644"/>
                  </a:lnTo>
                  <a:lnTo>
                    <a:pt x="8384" y="23905"/>
                  </a:lnTo>
                  <a:lnTo>
                    <a:pt x="8223" y="24045"/>
                  </a:lnTo>
                  <a:lnTo>
                    <a:pt x="8163" y="24106"/>
                  </a:lnTo>
                  <a:lnTo>
                    <a:pt x="9065" y="24787"/>
                  </a:lnTo>
                  <a:lnTo>
                    <a:pt x="9587" y="24447"/>
                  </a:lnTo>
                  <a:lnTo>
                    <a:pt x="10850" y="23684"/>
                  </a:lnTo>
                  <a:lnTo>
                    <a:pt x="10930" y="23664"/>
                  </a:lnTo>
                  <a:lnTo>
                    <a:pt x="11051" y="23644"/>
                  </a:lnTo>
                  <a:lnTo>
                    <a:pt x="11191" y="23624"/>
                  </a:lnTo>
                  <a:lnTo>
                    <a:pt x="11352" y="23644"/>
                  </a:lnTo>
                  <a:lnTo>
                    <a:pt x="11572" y="23684"/>
                  </a:lnTo>
                  <a:lnTo>
                    <a:pt x="11913" y="23765"/>
                  </a:lnTo>
                  <a:lnTo>
                    <a:pt x="12314" y="23865"/>
                  </a:lnTo>
                  <a:lnTo>
                    <a:pt x="12775" y="24005"/>
                  </a:lnTo>
                  <a:lnTo>
                    <a:pt x="13277" y="24186"/>
                  </a:lnTo>
                  <a:lnTo>
                    <a:pt x="14380" y="24587"/>
                  </a:lnTo>
                  <a:lnTo>
                    <a:pt x="15643" y="25068"/>
                  </a:lnTo>
                  <a:lnTo>
                    <a:pt x="16646" y="25449"/>
                  </a:lnTo>
                  <a:lnTo>
                    <a:pt x="16867" y="25550"/>
                  </a:lnTo>
                  <a:lnTo>
                    <a:pt x="18451" y="26151"/>
                  </a:lnTo>
                  <a:lnTo>
                    <a:pt x="20135" y="26773"/>
                  </a:lnTo>
                  <a:lnTo>
                    <a:pt x="20978" y="27054"/>
                  </a:lnTo>
                  <a:lnTo>
                    <a:pt x="21840" y="27354"/>
                  </a:lnTo>
                  <a:lnTo>
                    <a:pt x="22702" y="27635"/>
                  </a:lnTo>
                  <a:lnTo>
                    <a:pt x="23545" y="27876"/>
                  </a:lnTo>
                  <a:lnTo>
                    <a:pt x="23565" y="27876"/>
                  </a:lnTo>
                  <a:lnTo>
                    <a:pt x="24748" y="28197"/>
                  </a:lnTo>
                  <a:lnTo>
                    <a:pt x="25330" y="28337"/>
                  </a:lnTo>
                  <a:lnTo>
                    <a:pt x="25911" y="28457"/>
                  </a:lnTo>
                  <a:lnTo>
                    <a:pt x="26473" y="28578"/>
                  </a:lnTo>
                  <a:lnTo>
                    <a:pt x="27014" y="28658"/>
                  </a:lnTo>
                  <a:lnTo>
                    <a:pt x="27556" y="28738"/>
                  </a:lnTo>
                  <a:lnTo>
                    <a:pt x="28077" y="28778"/>
                  </a:lnTo>
                  <a:lnTo>
                    <a:pt x="28578" y="28818"/>
                  </a:lnTo>
                  <a:lnTo>
                    <a:pt x="29060" y="28818"/>
                  </a:lnTo>
                  <a:lnTo>
                    <a:pt x="29541" y="28798"/>
                  </a:lnTo>
                  <a:lnTo>
                    <a:pt x="29982" y="28758"/>
                  </a:lnTo>
                  <a:lnTo>
                    <a:pt x="30403" y="28678"/>
                  </a:lnTo>
                  <a:lnTo>
                    <a:pt x="30804" y="28578"/>
                  </a:lnTo>
                  <a:lnTo>
                    <a:pt x="31165" y="28457"/>
                  </a:lnTo>
                  <a:lnTo>
                    <a:pt x="31506" y="28277"/>
                  </a:lnTo>
                  <a:lnTo>
                    <a:pt x="31767" y="28137"/>
                  </a:lnTo>
                  <a:lnTo>
                    <a:pt x="32008" y="27956"/>
                  </a:lnTo>
                  <a:lnTo>
                    <a:pt x="32228" y="27735"/>
                  </a:lnTo>
                  <a:lnTo>
                    <a:pt x="32429" y="27515"/>
                  </a:lnTo>
                  <a:lnTo>
                    <a:pt x="32629" y="27234"/>
                  </a:lnTo>
                  <a:lnTo>
                    <a:pt x="32810" y="26973"/>
                  </a:lnTo>
                  <a:lnTo>
                    <a:pt x="32970" y="26713"/>
                  </a:lnTo>
                  <a:lnTo>
                    <a:pt x="33151" y="26432"/>
                  </a:lnTo>
                  <a:lnTo>
                    <a:pt x="33311" y="26131"/>
                  </a:lnTo>
                  <a:lnTo>
                    <a:pt x="33452" y="25810"/>
                  </a:lnTo>
                  <a:lnTo>
                    <a:pt x="33572" y="25509"/>
                  </a:lnTo>
                  <a:lnTo>
                    <a:pt x="33692" y="25189"/>
                  </a:lnTo>
                  <a:lnTo>
                    <a:pt x="33793" y="24848"/>
                  </a:lnTo>
                  <a:lnTo>
                    <a:pt x="33873" y="24527"/>
                  </a:lnTo>
                  <a:lnTo>
                    <a:pt x="33933" y="24166"/>
                  </a:lnTo>
                  <a:lnTo>
                    <a:pt x="33973" y="23825"/>
                  </a:lnTo>
                  <a:lnTo>
                    <a:pt x="33993" y="23444"/>
                  </a:lnTo>
                  <a:lnTo>
                    <a:pt x="33993" y="23063"/>
                  </a:lnTo>
                  <a:lnTo>
                    <a:pt x="33973" y="22682"/>
                  </a:lnTo>
                  <a:lnTo>
                    <a:pt x="33933" y="22281"/>
                  </a:lnTo>
                  <a:lnTo>
                    <a:pt x="33893" y="21859"/>
                  </a:lnTo>
                  <a:lnTo>
                    <a:pt x="33813" y="21418"/>
                  </a:lnTo>
                  <a:lnTo>
                    <a:pt x="33712" y="20977"/>
                  </a:lnTo>
                  <a:lnTo>
                    <a:pt x="33552" y="20436"/>
                  </a:lnTo>
                  <a:lnTo>
                    <a:pt x="33391" y="19874"/>
                  </a:lnTo>
                  <a:lnTo>
                    <a:pt x="33211" y="19393"/>
                  </a:lnTo>
                  <a:lnTo>
                    <a:pt x="33010" y="18891"/>
                  </a:lnTo>
                  <a:lnTo>
                    <a:pt x="32790" y="18370"/>
                  </a:lnTo>
                  <a:lnTo>
                    <a:pt x="32549" y="17829"/>
                  </a:lnTo>
                  <a:lnTo>
                    <a:pt x="32288" y="17267"/>
                  </a:lnTo>
                  <a:lnTo>
                    <a:pt x="32008" y="16685"/>
                  </a:lnTo>
                  <a:lnTo>
                    <a:pt x="31687" y="16084"/>
                  </a:lnTo>
                  <a:lnTo>
                    <a:pt x="31346" y="15462"/>
                  </a:lnTo>
                  <a:lnTo>
                    <a:pt x="30925" y="14740"/>
                  </a:lnTo>
                  <a:lnTo>
                    <a:pt x="30464" y="13978"/>
                  </a:lnTo>
                  <a:lnTo>
                    <a:pt x="29982" y="13176"/>
                  </a:lnTo>
                  <a:lnTo>
                    <a:pt x="29461" y="12354"/>
                  </a:lnTo>
                  <a:lnTo>
                    <a:pt x="29100" y="11792"/>
                  </a:lnTo>
                  <a:lnTo>
                    <a:pt x="28759" y="11251"/>
                  </a:lnTo>
                  <a:lnTo>
                    <a:pt x="28418" y="10609"/>
                  </a:lnTo>
                  <a:lnTo>
                    <a:pt x="28097" y="10007"/>
                  </a:lnTo>
                  <a:lnTo>
                    <a:pt x="27836" y="9426"/>
                  </a:lnTo>
                  <a:lnTo>
                    <a:pt x="27616" y="8884"/>
                  </a:lnTo>
                  <a:lnTo>
                    <a:pt x="27355" y="8182"/>
                  </a:lnTo>
                  <a:lnTo>
                    <a:pt x="27155" y="7541"/>
                  </a:lnTo>
                  <a:lnTo>
                    <a:pt x="27014" y="6959"/>
                  </a:lnTo>
                  <a:lnTo>
                    <a:pt x="26934" y="6438"/>
                  </a:lnTo>
                  <a:lnTo>
                    <a:pt x="26934" y="6417"/>
                  </a:lnTo>
                  <a:lnTo>
                    <a:pt x="26874" y="5936"/>
                  </a:lnTo>
                  <a:lnTo>
                    <a:pt x="26854" y="5535"/>
                  </a:lnTo>
                  <a:lnTo>
                    <a:pt x="26874" y="5274"/>
                  </a:lnTo>
                  <a:lnTo>
                    <a:pt x="26874" y="5034"/>
                  </a:lnTo>
                  <a:lnTo>
                    <a:pt x="26934" y="4653"/>
                  </a:lnTo>
                  <a:lnTo>
                    <a:pt x="26974" y="4512"/>
                  </a:lnTo>
                  <a:lnTo>
                    <a:pt x="26974" y="4452"/>
                  </a:lnTo>
                  <a:lnTo>
                    <a:pt x="27034" y="4312"/>
                  </a:lnTo>
                  <a:lnTo>
                    <a:pt x="27054" y="4252"/>
                  </a:lnTo>
                  <a:lnTo>
                    <a:pt x="27054" y="4232"/>
                  </a:lnTo>
                  <a:lnTo>
                    <a:pt x="24688" y="2427"/>
                  </a:lnTo>
                  <a:lnTo>
                    <a:pt x="23946" y="1865"/>
                  </a:lnTo>
                  <a:lnTo>
                    <a:pt x="23685" y="1985"/>
                  </a:lnTo>
                  <a:lnTo>
                    <a:pt x="23364" y="2086"/>
                  </a:lnTo>
                  <a:lnTo>
                    <a:pt x="23023" y="2206"/>
                  </a:lnTo>
                  <a:lnTo>
                    <a:pt x="22622" y="2306"/>
                  </a:lnTo>
                  <a:lnTo>
                    <a:pt x="22201" y="2407"/>
                  </a:lnTo>
                  <a:lnTo>
                    <a:pt x="21720" y="2467"/>
                  </a:lnTo>
                  <a:lnTo>
                    <a:pt x="21720" y="2487"/>
                  </a:lnTo>
                  <a:lnTo>
                    <a:pt x="21178" y="2547"/>
                  </a:lnTo>
                  <a:lnTo>
                    <a:pt x="20597" y="2587"/>
                  </a:lnTo>
                  <a:lnTo>
                    <a:pt x="19955" y="2587"/>
                  </a:lnTo>
                  <a:lnTo>
                    <a:pt x="19273" y="2567"/>
                  </a:lnTo>
                  <a:lnTo>
                    <a:pt x="18511" y="2507"/>
                  </a:lnTo>
                  <a:lnTo>
                    <a:pt x="17709" y="2407"/>
                  </a:lnTo>
                  <a:lnTo>
                    <a:pt x="17288" y="2326"/>
                  </a:lnTo>
                  <a:lnTo>
                    <a:pt x="16786" y="2206"/>
                  </a:lnTo>
                  <a:lnTo>
                    <a:pt x="15784" y="1945"/>
                  </a:lnTo>
                  <a:lnTo>
                    <a:pt x="14661" y="1604"/>
                  </a:lnTo>
                  <a:lnTo>
                    <a:pt x="13397" y="1243"/>
                  </a:lnTo>
                  <a:lnTo>
                    <a:pt x="12054" y="882"/>
                  </a:lnTo>
                  <a:lnTo>
                    <a:pt x="10850" y="602"/>
                  </a:lnTo>
                  <a:lnTo>
                    <a:pt x="10249" y="461"/>
                  </a:lnTo>
                  <a:lnTo>
                    <a:pt x="9627" y="341"/>
                  </a:lnTo>
                  <a:lnTo>
                    <a:pt x="9005" y="221"/>
                  </a:lnTo>
                  <a:lnTo>
                    <a:pt x="8404" y="140"/>
                  </a:lnTo>
                  <a:lnTo>
                    <a:pt x="7782" y="60"/>
                  </a:lnTo>
                  <a:lnTo>
                    <a:pt x="7160" y="20"/>
                  </a:lnTo>
                  <a:lnTo>
                    <a:pt x="657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28"/>
            <p:cNvSpPr/>
            <p:nvPr/>
          </p:nvSpPr>
          <p:spPr>
            <a:xfrm>
              <a:off x="10333500" y="3796875"/>
              <a:ext cx="849850" cy="720475"/>
            </a:xfrm>
            <a:custGeom>
              <a:avLst/>
              <a:gdLst/>
              <a:ahLst/>
              <a:cxnLst/>
              <a:rect l="l" t="t" r="r" b="b"/>
              <a:pathLst>
                <a:path w="33994" h="28819" fill="none" extrusionOk="0">
                  <a:moveTo>
                    <a:pt x="32970" y="26713"/>
                  </a:moveTo>
                  <a:lnTo>
                    <a:pt x="32970" y="26713"/>
                  </a:lnTo>
                  <a:lnTo>
                    <a:pt x="32810" y="26973"/>
                  </a:lnTo>
                  <a:lnTo>
                    <a:pt x="32629" y="27234"/>
                  </a:lnTo>
                  <a:lnTo>
                    <a:pt x="32629" y="27234"/>
                  </a:lnTo>
                  <a:lnTo>
                    <a:pt x="32429" y="27515"/>
                  </a:lnTo>
                  <a:lnTo>
                    <a:pt x="32429" y="27515"/>
                  </a:lnTo>
                  <a:lnTo>
                    <a:pt x="32228" y="27735"/>
                  </a:lnTo>
                  <a:lnTo>
                    <a:pt x="32008" y="27956"/>
                  </a:lnTo>
                  <a:lnTo>
                    <a:pt x="31767" y="28137"/>
                  </a:lnTo>
                  <a:lnTo>
                    <a:pt x="31506" y="28277"/>
                  </a:lnTo>
                  <a:lnTo>
                    <a:pt x="31506" y="28277"/>
                  </a:lnTo>
                  <a:lnTo>
                    <a:pt x="31165" y="28457"/>
                  </a:lnTo>
                  <a:lnTo>
                    <a:pt x="30804" y="28578"/>
                  </a:lnTo>
                  <a:lnTo>
                    <a:pt x="30403" y="28678"/>
                  </a:lnTo>
                  <a:lnTo>
                    <a:pt x="29982" y="28758"/>
                  </a:lnTo>
                  <a:lnTo>
                    <a:pt x="29541" y="28798"/>
                  </a:lnTo>
                  <a:lnTo>
                    <a:pt x="29060" y="28818"/>
                  </a:lnTo>
                  <a:lnTo>
                    <a:pt x="28578" y="28818"/>
                  </a:lnTo>
                  <a:lnTo>
                    <a:pt x="28077" y="28778"/>
                  </a:lnTo>
                  <a:lnTo>
                    <a:pt x="27556" y="28738"/>
                  </a:lnTo>
                  <a:lnTo>
                    <a:pt x="27014" y="28658"/>
                  </a:lnTo>
                  <a:lnTo>
                    <a:pt x="26473" y="28578"/>
                  </a:lnTo>
                  <a:lnTo>
                    <a:pt x="25911" y="28457"/>
                  </a:lnTo>
                  <a:lnTo>
                    <a:pt x="25330" y="28337"/>
                  </a:lnTo>
                  <a:lnTo>
                    <a:pt x="24748" y="28197"/>
                  </a:lnTo>
                  <a:lnTo>
                    <a:pt x="23565" y="27876"/>
                  </a:lnTo>
                  <a:lnTo>
                    <a:pt x="23545" y="27876"/>
                  </a:lnTo>
                  <a:lnTo>
                    <a:pt x="23545" y="27876"/>
                  </a:lnTo>
                  <a:lnTo>
                    <a:pt x="22702" y="27635"/>
                  </a:lnTo>
                  <a:lnTo>
                    <a:pt x="21840" y="27354"/>
                  </a:lnTo>
                  <a:lnTo>
                    <a:pt x="20978" y="27054"/>
                  </a:lnTo>
                  <a:lnTo>
                    <a:pt x="20135" y="26773"/>
                  </a:lnTo>
                  <a:lnTo>
                    <a:pt x="18451" y="26151"/>
                  </a:lnTo>
                  <a:lnTo>
                    <a:pt x="16867" y="25550"/>
                  </a:lnTo>
                  <a:lnTo>
                    <a:pt x="16867" y="25550"/>
                  </a:lnTo>
                  <a:lnTo>
                    <a:pt x="16646" y="25449"/>
                  </a:lnTo>
                  <a:lnTo>
                    <a:pt x="16646" y="25449"/>
                  </a:lnTo>
                  <a:lnTo>
                    <a:pt x="15643" y="25068"/>
                  </a:lnTo>
                  <a:lnTo>
                    <a:pt x="15643" y="25068"/>
                  </a:lnTo>
                  <a:lnTo>
                    <a:pt x="14380" y="24587"/>
                  </a:lnTo>
                  <a:lnTo>
                    <a:pt x="13277" y="24186"/>
                  </a:lnTo>
                  <a:lnTo>
                    <a:pt x="12775" y="24005"/>
                  </a:lnTo>
                  <a:lnTo>
                    <a:pt x="12314" y="23865"/>
                  </a:lnTo>
                  <a:lnTo>
                    <a:pt x="11913" y="23765"/>
                  </a:lnTo>
                  <a:lnTo>
                    <a:pt x="11572" y="23684"/>
                  </a:lnTo>
                  <a:lnTo>
                    <a:pt x="11572" y="23684"/>
                  </a:lnTo>
                  <a:lnTo>
                    <a:pt x="11572" y="23684"/>
                  </a:lnTo>
                  <a:lnTo>
                    <a:pt x="11572" y="23684"/>
                  </a:lnTo>
                  <a:lnTo>
                    <a:pt x="11352" y="23644"/>
                  </a:lnTo>
                  <a:lnTo>
                    <a:pt x="11352" y="23644"/>
                  </a:lnTo>
                  <a:lnTo>
                    <a:pt x="11191" y="23624"/>
                  </a:lnTo>
                  <a:lnTo>
                    <a:pt x="11051" y="23644"/>
                  </a:lnTo>
                  <a:lnTo>
                    <a:pt x="10930" y="23664"/>
                  </a:lnTo>
                  <a:lnTo>
                    <a:pt x="10850" y="23684"/>
                  </a:lnTo>
                  <a:lnTo>
                    <a:pt x="10850" y="23684"/>
                  </a:lnTo>
                  <a:lnTo>
                    <a:pt x="9587" y="24447"/>
                  </a:lnTo>
                  <a:lnTo>
                    <a:pt x="9065" y="24787"/>
                  </a:lnTo>
                  <a:lnTo>
                    <a:pt x="8163" y="24106"/>
                  </a:lnTo>
                  <a:lnTo>
                    <a:pt x="8163" y="24106"/>
                  </a:lnTo>
                  <a:lnTo>
                    <a:pt x="8223" y="24045"/>
                  </a:lnTo>
                  <a:lnTo>
                    <a:pt x="8384" y="23905"/>
                  </a:lnTo>
                  <a:lnTo>
                    <a:pt x="8584" y="23644"/>
                  </a:lnTo>
                  <a:lnTo>
                    <a:pt x="8704" y="23504"/>
                  </a:lnTo>
                  <a:lnTo>
                    <a:pt x="8805" y="23344"/>
                  </a:lnTo>
                  <a:lnTo>
                    <a:pt x="8905" y="23163"/>
                  </a:lnTo>
                  <a:lnTo>
                    <a:pt x="8985" y="22983"/>
                  </a:lnTo>
                  <a:lnTo>
                    <a:pt x="9045" y="22782"/>
                  </a:lnTo>
                  <a:lnTo>
                    <a:pt x="9065" y="22581"/>
                  </a:lnTo>
                  <a:lnTo>
                    <a:pt x="9085" y="22361"/>
                  </a:lnTo>
                  <a:lnTo>
                    <a:pt x="9045" y="22160"/>
                  </a:lnTo>
                  <a:lnTo>
                    <a:pt x="8985" y="21940"/>
                  </a:lnTo>
                  <a:lnTo>
                    <a:pt x="8865" y="21739"/>
                  </a:lnTo>
                  <a:lnTo>
                    <a:pt x="8865" y="21739"/>
                  </a:lnTo>
                  <a:lnTo>
                    <a:pt x="8704" y="21539"/>
                  </a:lnTo>
                  <a:lnTo>
                    <a:pt x="8704" y="21539"/>
                  </a:lnTo>
                  <a:lnTo>
                    <a:pt x="8644" y="21438"/>
                  </a:lnTo>
                  <a:lnTo>
                    <a:pt x="8644" y="21438"/>
                  </a:lnTo>
                  <a:lnTo>
                    <a:pt x="8624" y="21418"/>
                  </a:lnTo>
                  <a:lnTo>
                    <a:pt x="8624" y="21418"/>
                  </a:lnTo>
                  <a:lnTo>
                    <a:pt x="8023" y="20636"/>
                  </a:lnTo>
                  <a:lnTo>
                    <a:pt x="7180" y="19513"/>
                  </a:lnTo>
                  <a:lnTo>
                    <a:pt x="6137" y="18109"/>
                  </a:lnTo>
                  <a:lnTo>
                    <a:pt x="5576" y="17307"/>
                  </a:lnTo>
                  <a:lnTo>
                    <a:pt x="5014" y="16445"/>
                  </a:lnTo>
                  <a:lnTo>
                    <a:pt x="5014" y="16445"/>
                  </a:lnTo>
                  <a:lnTo>
                    <a:pt x="4954" y="16365"/>
                  </a:lnTo>
                  <a:lnTo>
                    <a:pt x="4954" y="16365"/>
                  </a:lnTo>
                  <a:lnTo>
                    <a:pt x="4212" y="15241"/>
                  </a:lnTo>
                  <a:lnTo>
                    <a:pt x="3490" y="14078"/>
                  </a:lnTo>
                  <a:lnTo>
                    <a:pt x="2808" y="12895"/>
                  </a:lnTo>
                  <a:lnTo>
                    <a:pt x="2467" y="12273"/>
                  </a:lnTo>
                  <a:lnTo>
                    <a:pt x="2147" y="11672"/>
                  </a:lnTo>
                  <a:lnTo>
                    <a:pt x="2147" y="11672"/>
                  </a:lnTo>
                  <a:lnTo>
                    <a:pt x="1665" y="10729"/>
                  </a:lnTo>
                  <a:lnTo>
                    <a:pt x="1244" y="9787"/>
                  </a:lnTo>
                  <a:lnTo>
                    <a:pt x="883" y="8864"/>
                  </a:lnTo>
                  <a:lnTo>
                    <a:pt x="703" y="8403"/>
                  </a:lnTo>
                  <a:lnTo>
                    <a:pt x="562" y="7962"/>
                  </a:lnTo>
                  <a:lnTo>
                    <a:pt x="422" y="7520"/>
                  </a:lnTo>
                  <a:lnTo>
                    <a:pt x="302" y="7079"/>
                  </a:lnTo>
                  <a:lnTo>
                    <a:pt x="201" y="6638"/>
                  </a:lnTo>
                  <a:lnTo>
                    <a:pt x="121" y="6217"/>
                  </a:lnTo>
                  <a:lnTo>
                    <a:pt x="61" y="5796"/>
                  </a:lnTo>
                  <a:lnTo>
                    <a:pt x="21" y="5395"/>
                  </a:lnTo>
                  <a:lnTo>
                    <a:pt x="1" y="4994"/>
                  </a:lnTo>
                  <a:lnTo>
                    <a:pt x="21" y="4593"/>
                  </a:lnTo>
                  <a:lnTo>
                    <a:pt x="21" y="4593"/>
                  </a:lnTo>
                  <a:lnTo>
                    <a:pt x="61" y="4151"/>
                  </a:lnTo>
                  <a:lnTo>
                    <a:pt x="141" y="3710"/>
                  </a:lnTo>
                  <a:lnTo>
                    <a:pt x="261" y="3289"/>
                  </a:lnTo>
                  <a:lnTo>
                    <a:pt x="322" y="3088"/>
                  </a:lnTo>
                  <a:lnTo>
                    <a:pt x="422" y="2888"/>
                  </a:lnTo>
                  <a:lnTo>
                    <a:pt x="422" y="2888"/>
                  </a:lnTo>
                  <a:lnTo>
                    <a:pt x="562" y="2607"/>
                  </a:lnTo>
                  <a:lnTo>
                    <a:pt x="743" y="2346"/>
                  </a:lnTo>
                  <a:lnTo>
                    <a:pt x="743" y="2346"/>
                  </a:lnTo>
                  <a:lnTo>
                    <a:pt x="783" y="2266"/>
                  </a:lnTo>
                  <a:lnTo>
                    <a:pt x="783" y="2266"/>
                  </a:lnTo>
                  <a:lnTo>
                    <a:pt x="1024" y="1985"/>
                  </a:lnTo>
                  <a:lnTo>
                    <a:pt x="1284" y="1705"/>
                  </a:lnTo>
                  <a:lnTo>
                    <a:pt x="1545" y="1464"/>
                  </a:lnTo>
                  <a:lnTo>
                    <a:pt x="1826" y="1243"/>
                  </a:lnTo>
                  <a:lnTo>
                    <a:pt x="2127" y="1043"/>
                  </a:lnTo>
                  <a:lnTo>
                    <a:pt x="2427" y="862"/>
                  </a:lnTo>
                  <a:lnTo>
                    <a:pt x="2748" y="682"/>
                  </a:lnTo>
                  <a:lnTo>
                    <a:pt x="3069" y="541"/>
                  </a:lnTo>
                  <a:lnTo>
                    <a:pt x="3410" y="421"/>
                  </a:lnTo>
                  <a:lnTo>
                    <a:pt x="3771" y="321"/>
                  </a:lnTo>
                  <a:lnTo>
                    <a:pt x="4132" y="221"/>
                  </a:lnTo>
                  <a:lnTo>
                    <a:pt x="4493" y="140"/>
                  </a:lnTo>
                  <a:lnTo>
                    <a:pt x="4854" y="80"/>
                  </a:lnTo>
                  <a:lnTo>
                    <a:pt x="5235" y="40"/>
                  </a:lnTo>
                  <a:lnTo>
                    <a:pt x="5636" y="20"/>
                  </a:lnTo>
                  <a:lnTo>
                    <a:pt x="6017" y="0"/>
                  </a:lnTo>
                  <a:lnTo>
                    <a:pt x="6017" y="0"/>
                  </a:lnTo>
                  <a:lnTo>
                    <a:pt x="6579" y="0"/>
                  </a:lnTo>
                  <a:lnTo>
                    <a:pt x="7160" y="20"/>
                  </a:lnTo>
                  <a:lnTo>
                    <a:pt x="7160" y="20"/>
                  </a:lnTo>
                  <a:lnTo>
                    <a:pt x="7782" y="60"/>
                  </a:lnTo>
                  <a:lnTo>
                    <a:pt x="8404" y="140"/>
                  </a:lnTo>
                  <a:lnTo>
                    <a:pt x="9005" y="221"/>
                  </a:lnTo>
                  <a:lnTo>
                    <a:pt x="9627" y="341"/>
                  </a:lnTo>
                  <a:lnTo>
                    <a:pt x="10249" y="461"/>
                  </a:lnTo>
                  <a:lnTo>
                    <a:pt x="10850" y="602"/>
                  </a:lnTo>
                  <a:lnTo>
                    <a:pt x="12054" y="882"/>
                  </a:lnTo>
                  <a:lnTo>
                    <a:pt x="12054" y="882"/>
                  </a:lnTo>
                  <a:lnTo>
                    <a:pt x="13397" y="1243"/>
                  </a:lnTo>
                  <a:lnTo>
                    <a:pt x="14661" y="1604"/>
                  </a:lnTo>
                  <a:lnTo>
                    <a:pt x="15784" y="1945"/>
                  </a:lnTo>
                  <a:lnTo>
                    <a:pt x="16786" y="2206"/>
                  </a:lnTo>
                  <a:lnTo>
                    <a:pt x="16786" y="2206"/>
                  </a:lnTo>
                  <a:lnTo>
                    <a:pt x="17288" y="2326"/>
                  </a:lnTo>
                  <a:lnTo>
                    <a:pt x="17709" y="2407"/>
                  </a:lnTo>
                  <a:lnTo>
                    <a:pt x="17709" y="2407"/>
                  </a:lnTo>
                  <a:lnTo>
                    <a:pt x="18511" y="2507"/>
                  </a:lnTo>
                  <a:lnTo>
                    <a:pt x="19273" y="2567"/>
                  </a:lnTo>
                  <a:lnTo>
                    <a:pt x="19273" y="2567"/>
                  </a:lnTo>
                  <a:lnTo>
                    <a:pt x="19955" y="2587"/>
                  </a:lnTo>
                  <a:lnTo>
                    <a:pt x="20597" y="2587"/>
                  </a:lnTo>
                  <a:lnTo>
                    <a:pt x="21178" y="2547"/>
                  </a:lnTo>
                  <a:lnTo>
                    <a:pt x="21720" y="2487"/>
                  </a:lnTo>
                  <a:lnTo>
                    <a:pt x="21720" y="2487"/>
                  </a:lnTo>
                  <a:lnTo>
                    <a:pt x="21720" y="2467"/>
                  </a:lnTo>
                  <a:lnTo>
                    <a:pt x="21720" y="2467"/>
                  </a:lnTo>
                  <a:lnTo>
                    <a:pt x="22201" y="2407"/>
                  </a:lnTo>
                  <a:lnTo>
                    <a:pt x="22622" y="2306"/>
                  </a:lnTo>
                  <a:lnTo>
                    <a:pt x="22622" y="2306"/>
                  </a:lnTo>
                  <a:lnTo>
                    <a:pt x="23023" y="2206"/>
                  </a:lnTo>
                  <a:lnTo>
                    <a:pt x="23364" y="2086"/>
                  </a:lnTo>
                  <a:lnTo>
                    <a:pt x="23685" y="1985"/>
                  </a:lnTo>
                  <a:lnTo>
                    <a:pt x="23946" y="1865"/>
                  </a:lnTo>
                  <a:lnTo>
                    <a:pt x="24688" y="2427"/>
                  </a:lnTo>
                  <a:lnTo>
                    <a:pt x="27054" y="4232"/>
                  </a:lnTo>
                  <a:lnTo>
                    <a:pt x="27054" y="4252"/>
                  </a:lnTo>
                  <a:lnTo>
                    <a:pt x="27054" y="4252"/>
                  </a:lnTo>
                  <a:lnTo>
                    <a:pt x="27034" y="4312"/>
                  </a:lnTo>
                  <a:lnTo>
                    <a:pt x="27034" y="4312"/>
                  </a:lnTo>
                  <a:lnTo>
                    <a:pt x="26974" y="4452"/>
                  </a:lnTo>
                  <a:lnTo>
                    <a:pt x="26974" y="4452"/>
                  </a:lnTo>
                  <a:lnTo>
                    <a:pt x="26974" y="4512"/>
                  </a:lnTo>
                  <a:lnTo>
                    <a:pt x="26974" y="4512"/>
                  </a:lnTo>
                  <a:lnTo>
                    <a:pt x="26934" y="4653"/>
                  </a:lnTo>
                  <a:lnTo>
                    <a:pt x="26934" y="4653"/>
                  </a:lnTo>
                  <a:lnTo>
                    <a:pt x="26934" y="4653"/>
                  </a:lnTo>
                  <a:lnTo>
                    <a:pt x="26874" y="5034"/>
                  </a:lnTo>
                  <a:lnTo>
                    <a:pt x="26874" y="5274"/>
                  </a:lnTo>
                  <a:lnTo>
                    <a:pt x="26854" y="5535"/>
                  </a:lnTo>
                  <a:lnTo>
                    <a:pt x="26854" y="5535"/>
                  </a:lnTo>
                  <a:lnTo>
                    <a:pt x="26874" y="5936"/>
                  </a:lnTo>
                  <a:lnTo>
                    <a:pt x="26934" y="6417"/>
                  </a:lnTo>
                  <a:lnTo>
                    <a:pt x="26934" y="6417"/>
                  </a:lnTo>
                  <a:lnTo>
                    <a:pt x="26934" y="6438"/>
                  </a:lnTo>
                  <a:lnTo>
                    <a:pt x="26934" y="6438"/>
                  </a:lnTo>
                  <a:lnTo>
                    <a:pt x="26934" y="6438"/>
                  </a:lnTo>
                  <a:lnTo>
                    <a:pt x="27014" y="6959"/>
                  </a:lnTo>
                  <a:lnTo>
                    <a:pt x="27155" y="7541"/>
                  </a:lnTo>
                  <a:lnTo>
                    <a:pt x="27355" y="8182"/>
                  </a:lnTo>
                  <a:lnTo>
                    <a:pt x="27616" y="8884"/>
                  </a:lnTo>
                  <a:lnTo>
                    <a:pt x="27616" y="8884"/>
                  </a:lnTo>
                  <a:lnTo>
                    <a:pt x="27836" y="9426"/>
                  </a:lnTo>
                  <a:lnTo>
                    <a:pt x="28097" y="10007"/>
                  </a:lnTo>
                  <a:lnTo>
                    <a:pt x="28418" y="10609"/>
                  </a:lnTo>
                  <a:lnTo>
                    <a:pt x="28759" y="11251"/>
                  </a:lnTo>
                  <a:lnTo>
                    <a:pt x="28759" y="11251"/>
                  </a:lnTo>
                  <a:lnTo>
                    <a:pt x="29100" y="11792"/>
                  </a:lnTo>
                  <a:lnTo>
                    <a:pt x="29461" y="12354"/>
                  </a:lnTo>
                  <a:lnTo>
                    <a:pt x="29461" y="12354"/>
                  </a:lnTo>
                  <a:lnTo>
                    <a:pt x="29982" y="13176"/>
                  </a:lnTo>
                  <a:lnTo>
                    <a:pt x="30464" y="13978"/>
                  </a:lnTo>
                  <a:lnTo>
                    <a:pt x="30925" y="14740"/>
                  </a:lnTo>
                  <a:lnTo>
                    <a:pt x="31346" y="15462"/>
                  </a:lnTo>
                  <a:lnTo>
                    <a:pt x="31346" y="15462"/>
                  </a:lnTo>
                  <a:lnTo>
                    <a:pt x="31687" y="16084"/>
                  </a:lnTo>
                  <a:lnTo>
                    <a:pt x="32008" y="16685"/>
                  </a:lnTo>
                  <a:lnTo>
                    <a:pt x="32288" y="17267"/>
                  </a:lnTo>
                  <a:lnTo>
                    <a:pt x="32549" y="17829"/>
                  </a:lnTo>
                  <a:lnTo>
                    <a:pt x="32790" y="18370"/>
                  </a:lnTo>
                  <a:lnTo>
                    <a:pt x="33010" y="18891"/>
                  </a:lnTo>
                  <a:lnTo>
                    <a:pt x="33211" y="19393"/>
                  </a:lnTo>
                  <a:lnTo>
                    <a:pt x="33391" y="19874"/>
                  </a:lnTo>
                  <a:lnTo>
                    <a:pt x="33391" y="19874"/>
                  </a:lnTo>
                  <a:lnTo>
                    <a:pt x="33552" y="20436"/>
                  </a:lnTo>
                  <a:lnTo>
                    <a:pt x="33712" y="20977"/>
                  </a:lnTo>
                  <a:lnTo>
                    <a:pt x="33712" y="20977"/>
                  </a:lnTo>
                  <a:lnTo>
                    <a:pt x="33813" y="21418"/>
                  </a:lnTo>
                  <a:lnTo>
                    <a:pt x="33893" y="21859"/>
                  </a:lnTo>
                  <a:lnTo>
                    <a:pt x="33933" y="22281"/>
                  </a:lnTo>
                  <a:lnTo>
                    <a:pt x="33973" y="22682"/>
                  </a:lnTo>
                  <a:lnTo>
                    <a:pt x="33993" y="23063"/>
                  </a:lnTo>
                  <a:lnTo>
                    <a:pt x="33993" y="23444"/>
                  </a:lnTo>
                  <a:lnTo>
                    <a:pt x="33973" y="23825"/>
                  </a:lnTo>
                  <a:lnTo>
                    <a:pt x="33933" y="24166"/>
                  </a:lnTo>
                  <a:lnTo>
                    <a:pt x="33873" y="24527"/>
                  </a:lnTo>
                  <a:lnTo>
                    <a:pt x="33793" y="24848"/>
                  </a:lnTo>
                  <a:lnTo>
                    <a:pt x="33692" y="25189"/>
                  </a:lnTo>
                  <a:lnTo>
                    <a:pt x="33572" y="25509"/>
                  </a:lnTo>
                  <a:lnTo>
                    <a:pt x="33452" y="25810"/>
                  </a:lnTo>
                  <a:lnTo>
                    <a:pt x="33311" y="26131"/>
                  </a:lnTo>
                  <a:lnTo>
                    <a:pt x="33151" y="26432"/>
                  </a:lnTo>
                  <a:lnTo>
                    <a:pt x="32970" y="2671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28"/>
            <p:cNvSpPr/>
            <p:nvPr/>
          </p:nvSpPr>
          <p:spPr>
            <a:xfrm>
              <a:off x="10484425" y="4335325"/>
              <a:ext cx="135375" cy="156950"/>
            </a:xfrm>
            <a:custGeom>
              <a:avLst/>
              <a:gdLst/>
              <a:ahLst/>
              <a:cxnLst/>
              <a:rect l="l" t="t" r="r" b="b"/>
              <a:pathLst>
                <a:path w="5415" h="6278" extrusionOk="0">
                  <a:moveTo>
                    <a:pt x="2667" y="1"/>
                  </a:moveTo>
                  <a:lnTo>
                    <a:pt x="2708" y="61"/>
                  </a:lnTo>
                  <a:lnTo>
                    <a:pt x="2728" y="141"/>
                  </a:lnTo>
                  <a:lnTo>
                    <a:pt x="2748" y="321"/>
                  </a:lnTo>
                  <a:lnTo>
                    <a:pt x="2748" y="562"/>
                  </a:lnTo>
                  <a:lnTo>
                    <a:pt x="2687" y="823"/>
                  </a:lnTo>
                  <a:lnTo>
                    <a:pt x="2607" y="1124"/>
                  </a:lnTo>
                  <a:lnTo>
                    <a:pt x="2487" y="1445"/>
                  </a:lnTo>
                  <a:lnTo>
                    <a:pt x="2306" y="1765"/>
                  </a:lnTo>
                  <a:lnTo>
                    <a:pt x="2126" y="2126"/>
                  </a:lnTo>
                  <a:lnTo>
                    <a:pt x="1484" y="3109"/>
                  </a:lnTo>
                  <a:lnTo>
                    <a:pt x="1103" y="3751"/>
                  </a:lnTo>
                  <a:lnTo>
                    <a:pt x="702" y="4393"/>
                  </a:lnTo>
                  <a:lnTo>
                    <a:pt x="361" y="5034"/>
                  </a:lnTo>
                  <a:lnTo>
                    <a:pt x="221" y="5315"/>
                  </a:lnTo>
                  <a:lnTo>
                    <a:pt x="120" y="5576"/>
                  </a:lnTo>
                  <a:lnTo>
                    <a:pt x="40" y="5816"/>
                  </a:lnTo>
                  <a:lnTo>
                    <a:pt x="0" y="5997"/>
                  </a:lnTo>
                  <a:lnTo>
                    <a:pt x="0" y="6077"/>
                  </a:lnTo>
                  <a:lnTo>
                    <a:pt x="20" y="6137"/>
                  </a:lnTo>
                  <a:lnTo>
                    <a:pt x="40" y="6197"/>
                  </a:lnTo>
                  <a:lnTo>
                    <a:pt x="80" y="6238"/>
                  </a:lnTo>
                  <a:lnTo>
                    <a:pt x="120" y="6258"/>
                  </a:lnTo>
                  <a:lnTo>
                    <a:pt x="181" y="6278"/>
                  </a:lnTo>
                  <a:lnTo>
                    <a:pt x="261" y="6258"/>
                  </a:lnTo>
                  <a:lnTo>
                    <a:pt x="341" y="6238"/>
                  </a:lnTo>
                  <a:lnTo>
                    <a:pt x="542" y="6137"/>
                  </a:lnTo>
                  <a:lnTo>
                    <a:pt x="762" y="5977"/>
                  </a:lnTo>
                  <a:lnTo>
                    <a:pt x="1003" y="5776"/>
                  </a:lnTo>
                  <a:lnTo>
                    <a:pt x="1284" y="5556"/>
                  </a:lnTo>
                  <a:lnTo>
                    <a:pt x="1845" y="5014"/>
                  </a:lnTo>
                  <a:lnTo>
                    <a:pt x="2387" y="4453"/>
                  </a:lnTo>
                  <a:lnTo>
                    <a:pt x="2888" y="3931"/>
                  </a:lnTo>
                  <a:lnTo>
                    <a:pt x="3490" y="3249"/>
                  </a:lnTo>
                  <a:lnTo>
                    <a:pt x="3811" y="2929"/>
                  </a:lnTo>
                  <a:lnTo>
                    <a:pt x="4011" y="2748"/>
                  </a:lnTo>
                  <a:lnTo>
                    <a:pt x="4252" y="2568"/>
                  </a:lnTo>
                  <a:lnTo>
                    <a:pt x="4492" y="2407"/>
                  </a:lnTo>
                  <a:lnTo>
                    <a:pt x="4753" y="2267"/>
                  </a:lnTo>
                  <a:lnTo>
                    <a:pt x="5034" y="2166"/>
                  </a:lnTo>
                  <a:lnTo>
                    <a:pt x="5174" y="2126"/>
                  </a:lnTo>
                  <a:lnTo>
                    <a:pt x="5315" y="2106"/>
                  </a:lnTo>
                  <a:lnTo>
                    <a:pt x="5415" y="2106"/>
                  </a:lnTo>
                  <a:lnTo>
                    <a:pt x="2667" y="1"/>
                  </a:lnTo>
                  <a:close/>
                </a:path>
              </a:pathLst>
            </a:custGeom>
            <a:solidFill>
              <a:srgbClr val="FF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28"/>
            <p:cNvSpPr/>
            <p:nvPr/>
          </p:nvSpPr>
          <p:spPr>
            <a:xfrm>
              <a:off x="10484425" y="4335325"/>
              <a:ext cx="135375" cy="156950"/>
            </a:xfrm>
            <a:custGeom>
              <a:avLst/>
              <a:gdLst/>
              <a:ahLst/>
              <a:cxnLst/>
              <a:rect l="l" t="t" r="r" b="b"/>
              <a:pathLst>
                <a:path w="5415" h="6278" fill="none" extrusionOk="0">
                  <a:moveTo>
                    <a:pt x="5415" y="2106"/>
                  </a:moveTo>
                  <a:lnTo>
                    <a:pt x="5415" y="2106"/>
                  </a:lnTo>
                  <a:lnTo>
                    <a:pt x="5315" y="2106"/>
                  </a:lnTo>
                  <a:lnTo>
                    <a:pt x="5315" y="2106"/>
                  </a:lnTo>
                  <a:lnTo>
                    <a:pt x="5174" y="2126"/>
                  </a:lnTo>
                  <a:lnTo>
                    <a:pt x="5034" y="2166"/>
                  </a:lnTo>
                  <a:lnTo>
                    <a:pt x="4753" y="2267"/>
                  </a:lnTo>
                  <a:lnTo>
                    <a:pt x="4492" y="2407"/>
                  </a:lnTo>
                  <a:lnTo>
                    <a:pt x="4252" y="2568"/>
                  </a:lnTo>
                  <a:lnTo>
                    <a:pt x="4011" y="2748"/>
                  </a:lnTo>
                  <a:lnTo>
                    <a:pt x="3811" y="2929"/>
                  </a:lnTo>
                  <a:lnTo>
                    <a:pt x="3490" y="3249"/>
                  </a:lnTo>
                  <a:lnTo>
                    <a:pt x="3490" y="3249"/>
                  </a:lnTo>
                  <a:lnTo>
                    <a:pt x="2888" y="3931"/>
                  </a:lnTo>
                  <a:lnTo>
                    <a:pt x="2387" y="4453"/>
                  </a:lnTo>
                  <a:lnTo>
                    <a:pt x="1845" y="5014"/>
                  </a:lnTo>
                  <a:lnTo>
                    <a:pt x="1284" y="5556"/>
                  </a:lnTo>
                  <a:lnTo>
                    <a:pt x="1003" y="5776"/>
                  </a:lnTo>
                  <a:lnTo>
                    <a:pt x="762" y="5977"/>
                  </a:lnTo>
                  <a:lnTo>
                    <a:pt x="542" y="6137"/>
                  </a:lnTo>
                  <a:lnTo>
                    <a:pt x="341" y="6238"/>
                  </a:lnTo>
                  <a:lnTo>
                    <a:pt x="261" y="6258"/>
                  </a:lnTo>
                  <a:lnTo>
                    <a:pt x="181" y="6278"/>
                  </a:lnTo>
                  <a:lnTo>
                    <a:pt x="120" y="6258"/>
                  </a:lnTo>
                  <a:lnTo>
                    <a:pt x="80" y="6238"/>
                  </a:lnTo>
                  <a:lnTo>
                    <a:pt x="80" y="6238"/>
                  </a:lnTo>
                  <a:lnTo>
                    <a:pt x="40" y="6197"/>
                  </a:lnTo>
                  <a:lnTo>
                    <a:pt x="20" y="6137"/>
                  </a:lnTo>
                  <a:lnTo>
                    <a:pt x="0" y="6077"/>
                  </a:lnTo>
                  <a:lnTo>
                    <a:pt x="0" y="5997"/>
                  </a:lnTo>
                  <a:lnTo>
                    <a:pt x="40" y="5816"/>
                  </a:lnTo>
                  <a:lnTo>
                    <a:pt x="120" y="5576"/>
                  </a:lnTo>
                  <a:lnTo>
                    <a:pt x="221" y="5315"/>
                  </a:lnTo>
                  <a:lnTo>
                    <a:pt x="361" y="5034"/>
                  </a:lnTo>
                  <a:lnTo>
                    <a:pt x="702" y="4393"/>
                  </a:lnTo>
                  <a:lnTo>
                    <a:pt x="1103" y="3751"/>
                  </a:lnTo>
                  <a:lnTo>
                    <a:pt x="1484" y="3109"/>
                  </a:lnTo>
                  <a:lnTo>
                    <a:pt x="2126" y="2126"/>
                  </a:lnTo>
                  <a:lnTo>
                    <a:pt x="2126" y="2126"/>
                  </a:lnTo>
                  <a:lnTo>
                    <a:pt x="2306" y="1765"/>
                  </a:lnTo>
                  <a:lnTo>
                    <a:pt x="2487" y="1445"/>
                  </a:lnTo>
                  <a:lnTo>
                    <a:pt x="2607" y="1124"/>
                  </a:lnTo>
                  <a:lnTo>
                    <a:pt x="2687" y="823"/>
                  </a:lnTo>
                  <a:lnTo>
                    <a:pt x="2748" y="562"/>
                  </a:lnTo>
                  <a:lnTo>
                    <a:pt x="2748" y="321"/>
                  </a:lnTo>
                  <a:lnTo>
                    <a:pt x="2728" y="141"/>
                  </a:lnTo>
                  <a:lnTo>
                    <a:pt x="2708" y="61"/>
                  </a:lnTo>
                  <a:lnTo>
                    <a:pt x="2667" y="1"/>
                  </a:lnTo>
                  <a:lnTo>
                    <a:pt x="5415" y="210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6391;p28"/>
            <p:cNvSpPr/>
            <p:nvPr/>
          </p:nvSpPr>
          <p:spPr>
            <a:xfrm>
              <a:off x="10876475" y="3707125"/>
              <a:ext cx="228650" cy="250700"/>
            </a:xfrm>
            <a:custGeom>
              <a:avLst/>
              <a:gdLst/>
              <a:ahLst/>
              <a:cxnLst/>
              <a:rect l="l" t="t" r="r" b="b"/>
              <a:pathLst>
                <a:path w="9146" h="10028" extrusionOk="0">
                  <a:moveTo>
                    <a:pt x="7120" y="0"/>
                  </a:moveTo>
                  <a:lnTo>
                    <a:pt x="7020" y="20"/>
                  </a:lnTo>
                  <a:lnTo>
                    <a:pt x="6900" y="60"/>
                  </a:lnTo>
                  <a:lnTo>
                    <a:pt x="6779" y="121"/>
                  </a:lnTo>
                  <a:lnTo>
                    <a:pt x="6639" y="241"/>
                  </a:lnTo>
                  <a:lnTo>
                    <a:pt x="6478" y="401"/>
                  </a:lnTo>
                  <a:lnTo>
                    <a:pt x="6298" y="602"/>
                  </a:lnTo>
                  <a:lnTo>
                    <a:pt x="5897" y="1103"/>
                  </a:lnTo>
                  <a:lnTo>
                    <a:pt x="5415" y="1705"/>
                  </a:lnTo>
                  <a:lnTo>
                    <a:pt x="4393" y="3049"/>
                  </a:lnTo>
                  <a:lnTo>
                    <a:pt x="3871" y="3710"/>
                  </a:lnTo>
                  <a:lnTo>
                    <a:pt x="3390" y="4332"/>
                  </a:lnTo>
                  <a:lnTo>
                    <a:pt x="3029" y="4733"/>
                  </a:lnTo>
                  <a:lnTo>
                    <a:pt x="2708" y="5074"/>
                  </a:lnTo>
                  <a:lnTo>
                    <a:pt x="2447" y="5315"/>
                  </a:lnTo>
                  <a:lnTo>
                    <a:pt x="2327" y="5395"/>
                  </a:lnTo>
                  <a:lnTo>
                    <a:pt x="2227" y="5455"/>
                  </a:lnTo>
                  <a:lnTo>
                    <a:pt x="1886" y="5575"/>
                  </a:lnTo>
                  <a:lnTo>
                    <a:pt x="1525" y="5676"/>
                  </a:lnTo>
                  <a:lnTo>
                    <a:pt x="863" y="5876"/>
                  </a:lnTo>
                  <a:lnTo>
                    <a:pt x="302" y="5997"/>
                  </a:lnTo>
                  <a:lnTo>
                    <a:pt x="1" y="6057"/>
                  </a:lnTo>
                  <a:lnTo>
                    <a:pt x="1" y="6077"/>
                  </a:lnTo>
                  <a:lnTo>
                    <a:pt x="1485" y="7200"/>
                  </a:lnTo>
                  <a:lnTo>
                    <a:pt x="5215" y="10028"/>
                  </a:lnTo>
                  <a:lnTo>
                    <a:pt x="5215" y="10007"/>
                  </a:lnTo>
                  <a:lnTo>
                    <a:pt x="5155" y="9687"/>
                  </a:lnTo>
                  <a:lnTo>
                    <a:pt x="5115" y="9426"/>
                  </a:lnTo>
                  <a:lnTo>
                    <a:pt x="5115" y="9105"/>
                  </a:lnTo>
                  <a:lnTo>
                    <a:pt x="5135" y="8704"/>
                  </a:lnTo>
                  <a:lnTo>
                    <a:pt x="5175" y="8483"/>
                  </a:lnTo>
                  <a:lnTo>
                    <a:pt x="5215" y="8243"/>
                  </a:lnTo>
                  <a:lnTo>
                    <a:pt x="5255" y="8102"/>
                  </a:lnTo>
                  <a:lnTo>
                    <a:pt x="5255" y="8042"/>
                  </a:lnTo>
                  <a:lnTo>
                    <a:pt x="5315" y="7902"/>
                  </a:lnTo>
                  <a:lnTo>
                    <a:pt x="5335" y="7842"/>
                  </a:lnTo>
                  <a:lnTo>
                    <a:pt x="5335" y="7822"/>
                  </a:lnTo>
                  <a:lnTo>
                    <a:pt x="5456" y="7561"/>
                  </a:lnTo>
                  <a:lnTo>
                    <a:pt x="5636" y="7220"/>
                  </a:lnTo>
                  <a:lnTo>
                    <a:pt x="6137" y="6398"/>
                  </a:lnTo>
                  <a:lnTo>
                    <a:pt x="7080" y="4974"/>
                  </a:lnTo>
                  <a:lnTo>
                    <a:pt x="8063" y="3510"/>
                  </a:lnTo>
                  <a:lnTo>
                    <a:pt x="8504" y="2868"/>
                  </a:lnTo>
                  <a:lnTo>
                    <a:pt x="8845" y="2307"/>
                  </a:lnTo>
                  <a:lnTo>
                    <a:pt x="8965" y="2086"/>
                  </a:lnTo>
                  <a:lnTo>
                    <a:pt x="9065" y="1885"/>
                  </a:lnTo>
                  <a:lnTo>
                    <a:pt x="9126" y="1725"/>
                  </a:lnTo>
                  <a:lnTo>
                    <a:pt x="9146" y="1625"/>
                  </a:lnTo>
                  <a:lnTo>
                    <a:pt x="9126" y="1524"/>
                  </a:lnTo>
                  <a:lnTo>
                    <a:pt x="9106" y="1424"/>
                  </a:lnTo>
                  <a:lnTo>
                    <a:pt x="9045" y="1304"/>
                  </a:lnTo>
                  <a:lnTo>
                    <a:pt x="8985" y="1183"/>
                  </a:lnTo>
                  <a:lnTo>
                    <a:pt x="8785" y="923"/>
                  </a:lnTo>
                  <a:lnTo>
                    <a:pt x="8564" y="662"/>
                  </a:lnTo>
                  <a:lnTo>
                    <a:pt x="8283" y="441"/>
                  </a:lnTo>
                  <a:lnTo>
                    <a:pt x="8143" y="321"/>
                  </a:lnTo>
                  <a:lnTo>
                    <a:pt x="8003" y="241"/>
                  </a:lnTo>
                  <a:lnTo>
                    <a:pt x="7842" y="161"/>
                  </a:lnTo>
                  <a:lnTo>
                    <a:pt x="7682" y="80"/>
                  </a:lnTo>
                  <a:lnTo>
                    <a:pt x="7521" y="40"/>
                  </a:lnTo>
                  <a:lnTo>
                    <a:pt x="73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6392;p28"/>
            <p:cNvSpPr/>
            <p:nvPr/>
          </p:nvSpPr>
          <p:spPr>
            <a:xfrm>
              <a:off x="10876475" y="3707125"/>
              <a:ext cx="228650" cy="250700"/>
            </a:xfrm>
            <a:custGeom>
              <a:avLst/>
              <a:gdLst/>
              <a:ahLst/>
              <a:cxnLst/>
              <a:rect l="l" t="t" r="r" b="b"/>
              <a:pathLst>
                <a:path w="9146" h="10028" fill="none" extrusionOk="0">
                  <a:moveTo>
                    <a:pt x="9146" y="1625"/>
                  </a:moveTo>
                  <a:lnTo>
                    <a:pt x="9146" y="1625"/>
                  </a:lnTo>
                  <a:lnTo>
                    <a:pt x="9126" y="1725"/>
                  </a:lnTo>
                  <a:lnTo>
                    <a:pt x="9065" y="1885"/>
                  </a:lnTo>
                  <a:lnTo>
                    <a:pt x="8965" y="2086"/>
                  </a:lnTo>
                  <a:lnTo>
                    <a:pt x="8845" y="2307"/>
                  </a:lnTo>
                  <a:lnTo>
                    <a:pt x="8504" y="2868"/>
                  </a:lnTo>
                  <a:lnTo>
                    <a:pt x="8063" y="3510"/>
                  </a:lnTo>
                  <a:lnTo>
                    <a:pt x="7080" y="4974"/>
                  </a:lnTo>
                  <a:lnTo>
                    <a:pt x="6137" y="6398"/>
                  </a:lnTo>
                  <a:lnTo>
                    <a:pt x="6137" y="6398"/>
                  </a:lnTo>
                  <a:lnTo>
                    <a:pt x="5636" y="7220"/>
                  </a:lnTo>
                  <a:lnTo>
                    <a:pt x="5456" y="7561"/>
                  </a:lnTo>
                  <a:lnTo>
                    <a:pt x="5335" y="7822"/>
                  </a:lnTo>
                  <a:lnTo>
                    <a:pt x="5335" y="7842"/>
                  </a:lnTo>
                  <a:lnTo>
                    <a:pt x="5335" y="7842"/>
                  </a:lnTo>
                  <a:lnTo>
                    <a:pt x="5315" y="7902"/>
                  </a:lnTo>
                  <a:lnTo>
                    <a:pt x="5315" y="7902"/>
                  </a:lnTo>
                  <a:lnTo>
                    <a:pt x="5255" y="8042"/>
                  </a:lnTo>
                  <a:lnTo>
                    <a:pt x="5255" y="8042"/>
                  </a:lnTo>
                  <a:lnTo>
                    <a:pt x="5255" y="8102"/>
                  </a:lnTo>
                  <a:lnTo>
                    <a:pt x="5255" y="8102"/>
                  </a:lnTo>
                  <a:lnTo>
                    <a:pt x="5215" y="8243"/>
                  </a:lnTo>
                  <a:lnTo>
                    <a:pt x="5215" y="8243"/>
                  </a:lnTo>
                  <a:lnTo>
                    <a:pt x="5215" y="8243"/>
                  </a:lnTo>
                  <a:lnTo>
                    <a:pt x="5175" y="8483"/>
                  </a:lnTo>
                  <a:lnTo>
                    <a:pt x="5135" y="8704"/>
                  </a:lnTo>
                  <a:lnTo>
                    <a:pt x="5115" y="9105"/>
                  </a:lnTo>
                  <a:lnTo>
                    <a:pt x="5115" y="9105"/>
                  </a:lnTo>
                  <a:lnTo>
                    <a:pt x="5115" y="9426"/>
                  </a:lnTo>
                  <a:lnTo>
                    <a:pt x="5155" y="9687"/>
                  </a:lnTo>
                  <a:lnTo>
                    <a:pt x="5215" y="10007"/>
                  </a:lnTo>
                  <a:lnTo>
                    <a:pt x="5215" y="10007"/>
                  </a:lnTo>
                  <a:lnTo>
                    <a:pt x="5215" y="10028"/>
                  </a:lnTo>
                  <a:lnTo>
                    <a:pt x="1485" y="7200"/>
                  </a:lnTo>
                  <a:lnTo>
                    <a:pt x="1" y="6077"/>
                  </a:lnTo>
                  <a:lnTo>
                    <a:pt x="1" y="6077"/>
                  </a:lnTo>
                  <a:lnTo>
                    <a:pt x="1" y="6057"/>
                  </a:lnTo>
                  <a:lnTo>
                    <a:pt x="1" y="6057"/>
                  </a:lnTo>
                  <a:lnTo>
                    <a:pt x="302" y="5997"/>
                  </a:lnTo>
                  <a:lnTo>
                    <a:pt x="863" y="5876"/>
                  </a:lnTo>
                  <a:lnTo>
                    <a:pt x="863" y="5876"/>
                  </a:lnTo>
                  <a:lnTo>
                    <a:pt x="1525" y="5676"/>
                  </a:lnTo>
                  <a:lnTo>
                    <a:pt x="1886" y="5575"/>
                  </a:lnTo>
                  <a:lnTo>
                    <a:pt x="2227" y="5455"/>
                  </a:lnTo>
                  <a:lnTo>
                    <a:pt x="2227" y="5455"/>
                  </a:lnTo>
                  <a:lnTo>
                    <a:pt x="2327" y="5395"/>
                  </a:lnTo>
                  <a:lnTo>
                    <a:pt x="2447" y="5315"/>
                  </a:lnTo>
                  <a:lnTo>
                    <a:pt x="2708" y="5074"/>
                  </a:lnTo>
                  <a:lnTo>
                    <a:pt x="3029" y="4733"/>
                  </a:lnTo>
                  <a:lnTo>
                    <a:pt x="3390" y="4332"/>
                  </a:lnTo>
                  <a:lnTo>
                    <a:pt x="3390" y="4332"/>
                  </a:lnTo>
                  <a:lnTo>
                    <a:pt x="3871" y="3710"/>
                  </a:lnTo>
                  <a:lnTo>
                    <a:pt x="4393" y="3049"/>
                  </a:lnTo>
                  <a:lnTo>
                    <a:pt x="5415" y="1705"/>
                  </a:lnTo>
                  <a:lnTo>
                    <a:pt x="5897" y="1103"/>
                  </a:lnTo>
                  <a:lnTo>
                    <a:pt x="6298" y="602"/>
                  </a:lnTo>
                  <a:lnTo>
                    <a:pt x="6478" y="401"/>
                  </a:lnTo>
                  <a:lnTo>
                    <a:pt x="6639" y="241"/>
                  </a:lnTo>
                  <a:lnTo>
                    <a:pt x="6779" y="121"/>
                  </a:lnTo>
                  <a:lnTo>
                    <a:pt x="6900" y="60"/>
                  </a:lnTo>
                  <a:lnTo>
                    <a:pt x="6900" y="60"/>
                  </a:lnTo>
                  <a:lnTo>
                    <a:pt x="7020" y="20"/>
                  </a:lnTo>
                  <a:lnTo>
                    <a:pt x="7120" y="0"/>
                  </a:lnTo>
                  <a:lnTo>
                    <a:pt x="7240" y="0"/>
                  </a:lnTo>
                  <a:lnTo>
                    <a:pt x="7361" y="0"/>
                  </a:lnTo>
                  <a:lnTo>
                    <a:pt x="7361" y="0"/>
                  </a:lnTo>
                  <a:lnTo>
                    <a:pt x="7521" y="40"/>
                  </a:lnTo>
                  <a:lnTo>
                    <a:pt x="7682" y="80"/>
                  </a:lnTo>
                  <a:lnTo>
                    <a:pt x="7842" y="161"/>
                  </a:lnTo>
                  <a:lnTo>
                    <a:pt x="8003" y="241"/>
                  </a:lnTo>
                  <a:lnTo>
                    <a:pt x="8143" y="321"/>
                  </a:lnTo>
                  <a:lnTo>
                    <a:pt x="8283" y="441"/>
                  </a:lnTo>
                  <a:lnTo>
                    <a:pt x="8564" y="662"/>
                  </a:lnTo>
                  <a:lnTo>
                    <a:pt x="8785" y="923"/>
                  </a:lnTo>
                  <a:lnTo>
                    <a:pt x="8985" y="1183"/>
                  </a:lnTo>
                  <a:lnTo>
                    <a:pt x="9045" y="1304"/>
                  </a:lnTo>
                  <a:lnTo>
                    <a:pt x="9106" y="1424"/>
                  </a:lnTo>
                  <a:lnTo>
                    <a:pt x="9126" y="1524"/>
                  </a:lnTo>
                  <a:lnTo>
                    <a:pt x="9146" y="1625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28"/>
            <p:cNvSpPr/>
            <p:nvPr/>
          </p:nvSpPr>
          <p:spPr>
            <a:xfrm>
              <a:off x="10753150" y="3852025"/>
              <a:ext cx="299325" cy="226125"/>
            </a:xfrm>
            <a:custGeom>
              <a:avLst/>
              <a:gdLst/>
              <a:ahLst/>
              <a:cxnLst/>
              <a:rect l="l" t="t" r="r" b="b"/>
              <a:pathLst>
                <a:path w="11973" h="9045" extrusionOk="0">
                  <a:moveTo>
                    <a:pt x="0" y="0"/>
                  </a:moveTo>
                  <a:lnTo>
                    <a:pt x="1184" y="1143"/>
                  </a:lnTo>
                  <a:lnTo>
                    <a:pt x="1805" y="1745"/>
                  </a:lnTo>
                  <a:lnTo>
                    <a:pt x="2467" y="2326"/>
                  </a:lnTo>
                  <a:lnTo>
                    <a:pt x="3209" y="2988"/>
                  </a:lnTo>
                  <a:lnTo>
                    <a:pt x="3971" y="3630"/>
                  </a:lnTo>
                  <a:lnTo>
                    <a:pt x="4753" y="4272"/>
                  </a:lnTo>
                  <a:lnTo>
                    <a:pt x="5555" y="4873"/>
                  </a:lnTo>
                  <a:lnTo>
                    <a:pt x="6338" y="5475"/>
                  </a:lnTo>
                  <a:lnTo>
                    <a:pt x="7140" y="6036"/>
                  </a:lnTo>
                  <a:lnTo>
                    <a:pt x="7962" y="6598"/>
                  </a:lnTo>
                  <a:lnTo>
                    <a:pt x="8784" y="7139"/>
                  </a:lnTo>
                  <a:lnTo>
                    <a:pt x="9606" y="7641"/>
                  </a:lnTo>
                  <a:lnTo>
                    <a:pt x="10409" y="8142"/>
                  </a:lnTo>
                  <a:lnTo>
                    <a:pt x="11211" y="8603"/>
                  </a:lnTo>
                  <a:lnTo>
                    <a:pt x="11973" y="9045"/>
                  </a:lnTo>
                  <a:lnTo>
                    <a:pt x="11632" y="8403"/>
                  </a:lnTo>
                  <a:lnTo>
                    <a:pt x="11311" y="7801"/>
                  </a:lnTo>
                  <a:lnTo>
                    <a:pt x="11050" y="7220"/>
                  </a:lnTo>
                  <a:lnTo>
                    <a:pt x="10830" y="6678"/>
                  </a:lnTo>
                  <a:lnTo>
                    <a:pt x="9707" y="5996"/>
                  </a:lnTo>
                  <a:lnTo>
                    <a:pt x="8584" y="5274"/>
                  </a:lnTo>
                  <a:lnTo>
                    <a:pt x="7481" y="4512"/>
                  </a:lnTo>
                  <a:lnTo>
                    <a:pt x="6939" y="4131"/>
                  </a:lnTo>
                  <a:lnTo>
                    <a:pt x="6418" y="3730"/>
                  </a:lnTo>
                  <a:lnTo>
                    <a:pt x="5435" y="2968"/>
                  </a:lnTo>
                  <a:lnTo>
                    <a:pt x="4473" y="2166"/>
                  </a:lnTo>
                  <a:lnTo>
                    <a:pt x="3450" y="1263"/>
                  </a:lnTo>
                  <a:lnTo>
                    <a:pt x="2487" y="361"/>
                  </a:lnTo>
                  <a:lnTo>
                    <a:pt x="1725" y="301"/>
                  </a:lnTo>
                  <a:lnTo>
                    <a:pt x="923" y="201"/>
                  </a:lnTo>
                  <a:lnTo>
                    <a:pt x="502" y="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28"/>
            <p:cNvSpPr/>
            <p:nvPr/>
          </p:nvSpPr>
          <p:spPr>
            <a:xfrm>
              <a:off x="10753150" y="3852025"/>
              <a:ext cx="299325" cy="226125"/>
            </a:xfrm>
            <a:custGeom>
              <a:avLst/>
              <a:gdLst/>
              <a:ahLst/>
              <a:cxnLst/>
              <a:rect l="l" t="t" r="r" b="b"/>
              <a:pathLst>
                <a:path w="11973" h="9045" fill="none" extrusionOk="0">
                  <a:moveTo>
                    <a:pt x="11973" y="9045"/>
                  </a:moveTo>
                  <a:lnTo>
                    <a:pt x="11973" y="9045"/>
                  </a:lnTo>
                  <a:lnTo>
                    <a:pt x="11211" y="8603"/>
                  </a:lnTo>
                  <a:lnTo>
                    <a:pt x="10409" y="8142"/>
                  </a:lnTo>
                  <a:lnTo>
                    <a:pt x="9606" y="7641"/>
                  </a:lnTo>
                  <a:lnTo>
                    <a:pt x="8784" y="7139"/>
                  </a:lnTo>
                  <a:lnTo>
                    <a:pt x="7962" y="6598"/>
                  </a:lnTo>
                  <a:lnTo>
                    <a:pt x="7140" y="6036"/>
                  </a:lnTo>
                  <a:lnTo>
                    <a:pt x="6338" y="5475"/>
                  </a:lnTo>
                  <a:lnTo>
                    <a:pt x="5555" y="4873"/>
                  </a:lnTo>
                  <a:lnTo>
                    <a:pt x="5555" y="4873"/>
                  </a:lnTo>
                  <a:lnTo>
                    <a:pt x="4753" y="4272"/>
                  </a:lnTo>
                  <a:lnTo>
                    <a:pt x="3971" y="3630"/>
                  </a:lnTo>
                  <a:lnTo>
                    <a:pt x="3209" y="2988"/>
                  </a:lnTo>
                  <a:lnTo>
                    <a:pt x="2467" y="2326"/>
                  </a:lnTo>
                  <a:lnTo>
                    <a:pt x="2467" y="2326"/>
                  </a:lnTo>
                  <a:lnTo>
                    <a:pt x="1805" y="1745"/>
                  </a:lnTo>
                  <a:lnTo>
                    <a:pt x="1184" y="1143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2" y="120"/>
                  </a:lnTo>
                  <a:lnTo>
                    <a:pt x="923" y="201"/>
                  </a:lnTo>
                  <a:lnTo>
                    <a:pt x="923" y="201"/>
                  </a:lnTo>
                  <a:lnTo>
                    <a:pt x="1725" y="301"/>
                  </a:lnTo>
                  <a:lnTo>
                    <a:pt x="2487" y="361"/>
                  </a:lnTo>
                  <a:lnTo>
                    <a:pt x="2487" y="361"/>
                  </a:lnTo>
                  <a:lnTo>
                    <a:pt x="3450" y="1263"/>
                  </a:lnTo>
                  <a:lnTo>
                    <a:pt x="4473" y="2166"/>
                  </a:lnTo>
                  <a:lnTo>
                    <a:pt x="4473" y="2166"/>
                  </a:lnTo>
                  <a:lnTo>
                    <a:pt x="5435" y="2968"/>
                  </a:lnTo>
                  <a:lnTo>
                    <a:pt x="6418" y="3730"/>
                  </a:lnTo>
                  <a:lnTo>
                    <a:pt x="6418" y="3730"/>
                  </a:lnTo>
                  <a:lnTo>
                    <a:pt x="6939" y="4131"/>
                  </a:lnTo>
                  <a:lnTo>
                    <a:pt x="7481" y="4512"/>
                  </a:lnTo>
                  <a:lnTo>
                    <a:pt x="8584" y="5274"/>
                  </a:lnTo>
                  <a:lnTo>
                    <a:pt x="9707" y="5996"/>
                  </a:lnTo>
                  <a:lnTo>
                    <a:pt x="10830" y="6678"/>
                  </a:lnTo>
                  <a:lnTo>
                    <a:pt x="10830" y="6678"/>
                  </a:lnTo>
                  <a:lnTo>
                    <a:pt x="11050" y="7220"/>
                  </a:lnTo>
                  <a:lnTo>
                    <a:pt x="11311" y="7801"/>
                  </a:lnTo>
                  <a:lnTo>
                    <a:pt x="11632" y="8403"/>
                  </a:lnTo>
                  <a:lnTo>
                    <a:pt x="11973" y="904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28"/>
            <p:cNvSpPr/>
            <p:nvPr/>
          </p:nvSpPr>
          <p:spPr>
            <a:xfrm>
              <a:off x="10512500" y="3797375"/>
              <a:ext cx="655800" cy="496375"/>
            </a:xfrm>
            <a:custGeom>
              <a:avLst/>
              <a:gdLst/>
              <a:ahLst/>
              <a:cxnLst/>
              <a:rect l="l" t="t" r="r" b="b"/>
              <a:pathLst>
                <a:path w="26232" h="19855" extrusionOk="0">
                  <a:moveTo>
                    <a:pt x="0" y="0"/>
                  </a:moveTo>
                  <a:lnTo>
                    <a:pt x="1043" y="1083"/>
                  </a:lnTo>
                  <a:lnTo>
                    <a:pt x="2166" y="2186"/>
                  </a:lnTo>
                  <a:lnTo>
                    <a:pt x="3309" y="3309"/>
                  </a:lnTo>
                  <a:lnTo>
                    <a:pt x="4533" y="4452"/>
                  </a:lnTo>
                  <a:lnTo>
                    <a:pt x="5435" y="5274"/>
                  </a:lnTo>
                  <a:lnTo>
                    <a:pt x="6357" y="6117"/>
                  </a:lnTo>
                  <a:lnTo>
                    <a:pt x="7300" y="6939"/>
                  </a:lnTo>
                  <a:lnTo>
                    <a:pt x="8263" y="7761"/>
                  </a:lnTo>
                  <a:lnTo>
                    <a:pt x="9225" y="8583"/>
                  </a:lnTo>
                  <a:lnTo>
                    <a:pt x="10228" y="9386"/>
                  </a:lnTo>
                  <a:lnTo>
                    <a:pt x="11211" y="10188"/>
                  </a:lnTo>
                  <a:lnTo>
                    <a:pt x="12213" y="10950"/>
                  </a:lnTo>
                  <a:lnTo>
                    <a:pt x="13096" y="11612"/>
                  </a:lnTo>
                  <a:lnTo>
                    <a:pt x="13958" y="12253"/>
                  </a:lnTo>
                  <a:lnTo>
                    <a:pt x="14861" y="12875"/>
                  </a:lnTo>
                  <a:lnTo>
                    <a:pt x="15743" y="13497"/>
                  </a:lnTo>
                  <a:lnTo>
                    <a:pt x="17548" y="14700"/>
                  </a:lnTo>
                  <a:lnTo>
                    <a:pt x="19353" y="15863"/>
                  </a:lnTo>
                  <a:lnTo>
                    <a:pt x="21138" y="16966"/>
                  </a:lnTo>
                  <a:lnTo>
                    <a:pt x="22882" y="17989"/>
                  </a:lnTo>
                  <a:lnTo>
                    <a:pt x="24587" y="18972"/>
                  </a:lnTo>
                  <a:lnTo>
                    <a:pt x="26231" y="19854"/>
                  </a:lnTo>
                  <a:lnTo>
                    <a:pt x="26051" y="19373"/>
                  </a:lnTo>
                  <a:lnTo>
                    <a:pt x="25850" y="18871"/>
                  </a:lnTo>
                  <a:lnTo>
                    <a:pt x="25630" y="18350"/>
                  </a:lnTo>
                  <a:lnTo>
                    <a:pt x="25389" y="17809"/>
                  </a:lnTo>
                  <a:lnTo>
                    <a:pt x="25128" y="17247"/>
                  </a:lnTo>
                  <a:lnTo>
                    <a:pt x="24848" y="16665"/>
                  </a:lnTo>
                  <a:lnTo>
                    <a:pt x="24527" y="16064"/>
                  </a:lnTo>
                  <a:lnTo>
                    <a:pt x="24186" y="15442"/>
                  </a:lnTo>
                  <a:lnTo>
                    <a:pt x="22922" y="14700"/>
                  </a:lnTo>
                  <a:lnTo>
                    <a:pt x="21619" y="13938"/>
                  </a:lnTo>
                  <a:lnTo>
                    <a:pt x="20315" y="13136"/>
                  </a:lnTo>
                  <a:lnTo>
                    <a:pt x="19012" y="12294"/>
                  </a:lnTo>
                  <a:lnTo>
                    <a:pt x="17708" y="11431"/>
                  </a:lnTo>
                  <a:lnTo>
                    <a:pt x="16405" y="10569"/>
                  </a:lnTo>
                  <a:lnTo>
                    <a:pt x="15141" y="9666"/>
                  </a:lnTo>
                  <a:lnTo>
                    <a:pt x="13898" y="8744"/>
                  </a:lnTo>
                  <a:lnTo>
                    <a:pt x="12514" y="7661"/>
                  </a:lnTo>
                  <a:lnTo>
                    <a:pt x="11130" y="6518"/>
                  </a:lnTo>
                  <a:lnTo>
                    <a:pt x="9767" y="5375"/>
                  </a:lnTo>
                  <a:lnTo>
                    <a:pt x="8443" y="4191"/>
                  </a:lnTo>
                  <a:lnTo>
                    <a:pt x="7521" y="3349"/>
                  </a:lnTo>
                  <a:lnTo>
                    <a:pt x="6618" y="2527"/>
                  </a:lnTo>
                  <a:lnTo>
                    <a:pt x="4894" y="862"/>
                  </a:lnTo>
                  <a:lnTo>
                    <a:pt x="3690" y="582"/>
                  </a:lnTo>
                  <a:lnTo>
                    <a:pt x="3089" y="441"/>
                  </a:lnTo>
                  <a:lnTo>
                    <a:pt x="2467" y="321"/>
                  </a:lnTo>
                  <a:lnTo>
                    <a:pt x="1845" y="201"/>
                  </a:lnTo>
                  <a:lnTo>
                    <a:pt x="1244" y="120"/>
                  </a:lnTo>
                  <a:lnTo>
                    <a:pt x="622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28"/>
            <p:cNvSpPr/>
            <p:nvPr/>
          </p:nvSpPr>
          <p:spPr>
            <a:xfrm>
              <a:off x="10512500" y="3797375"/>
              <a:ext cx="655800" cy="496375"/>
            </a:xfrm>
            <a:custGeom>
              <a:avLst/>
              <a:gdLst/>
              <a:ahLst/>
              <a:cxnLst/>
              <a:rect l="l" t="t" r="r" b="b"/>
              <a:pathLst>
                <a:path w="26232" h="19855" fill="none" extrusionOk="0">
                  <a:moveTo>
                    <a:pt x="26231" y="19854"/>
                  </a:moveTo>
                  <a:lnTo>
                    <a:pt x="26231" y="19854"/>
                  </a:lnTo>
                  <a:lnTo>
                    <a:pt x="24587" y="18972"/>
                  </a:lnTo>
                  <a:lnTo>
                    <a:pt x="22882" y="17989"/>
                  </a:lnTo>
                  <a:lnTo>
                    <a:pt x="21138" y="16966"/>
                  </a:lnTo>
                  <a:lnTo>
                    <a:pt x="19353" y="15863"/>
                  </a:lnTo>
                  <a:lnTo>
                    <a:pt x="17548" y="14700"/>
                  </a:lnTo>
                  <a:lnTo>
                    <a:pt x="15743" y="13497"/>
                  </a:lnTo>
                  <a:lnTo>
                    <a:pt x="14861" y="12875"/>
                  </a:lnTo>
                  <a:lnTo>
                    <a:pt x="13958" y="12253"/>
                  </a:lnTo>
                  <a:lnTo>
                    <a:pt x="13096" y="11612"/>
                  </a:lnTo>
                  <a:lnTo>
                    <a:pt x="12213" y="10950"/>
                  </a:lnTo>
                  <a:lnTo>
                    <a:pt x="12213" y="10950"/>
                  </a:lnTo>
                  <a:lnTo>
                    <a:pt x="11211" y="10188"/>
                  </a:lnTo>
                  <a:lnTo>
                    <a:pt x="10228" y="9386"/>
                  </a:lnTo>
                  <a:lnTo>
                    <a:pt x="9225" y="8583"/>
                  </a:lnTo>
                  <a:lnTo>
                    <a:pt x="8263" y="7761"/>
                  </a:lnTo>
                  <a:lnTo>
                    <a:pt x="7300" y="6939"/>
                  </a:lnTo>
                  <a:lnTo>
                    <a:pt x="6357" y="6117"/>
                  </a:lnTo>
                  <a:lnTo>
                    <a:pt x="5435" y="5274"/>
                  </a:lnTo>
                  <a:lnTo>
                    <a:pt x="4533" y="4452"/>
                  </a:lnTo>
                  <a:lnTo>
                    <a:pt x="4533" y="4452"/>
                  </a:lnTo>
                  <a:lnTo>
                    <a:pt x="3309" y="3309"/>
                  </a:lnTo>
                  <a:lnTo>
                    <a:pt x="2166" y="2186"/>
                  </a:lnTo>
                  <a:lnTo>
                    <a:pt x="1043" y="1083"/>
                  </a:lnTo>
                  <a:lnTo>
                    <a:pt x="0" y="0"/>
                  </a:lnTo>
                  <a:lnTo>
                    <a:pt x="0" y="0"/>
                  </a:lnTo>
                  <a:lnTo>
                    <a:pt x="622" y="40"/>
                  </a:lnTo>
                  <a:lnTo>
                    <a:pt x="1244" y="120"/>
                  </a:lnTo>
                  <a:lnTo>
                    <a:pt x="1845" y="201"/>
                  </a:lnTo>
                  <a:lnTo>
                    <a:pt x="2467" y="321"/>
                  </a:lnTo>
                  <a:lnTo>
                    <a:pt x="3089" y="441"/>
                  </a:lnTo>
                  <a:lnTo>
                    <a:pt x="3690" y="582"/>
                  </a:lnTo>
                  <a:lnTo>
                    <a:pt x="4894" y="862"/>
                  </a:lnTo>
                  <a:lnTo>
                    <a:pt x="4894" y="862"/>
                  </a:lnTo>
                  <a:lnTo>
                    <a:pt x="6618" y="2527"/>
                  </a:lnTo>
                  <a:lnTo>
                    <a:pt x="7521" y="3349"/>
                  </a:lnTo>
                  <a:lnTo>
                    <a:pt x="8443" y="4191"/>
                  </a:lnTo>
                  <a:lnTo>
                    <a:pt x="8443" y="4191"/>
                  </a:lnTo>
                  <a:lnTo>
                    <a:pt x="9767" y="5375"/>
                  </a:lnTo>
                  <a:lnTo>
                    <a:pt x="11130" y="6518"/>
                  </a:lnTo>
                  <a:lnTo>
                    <a:pt x="12514" y="7661"/>
                  </a:lnTo>
                  <a:lnTo>
                    <a:pt x="13898" y="8744"/>
                  </a:lnTo>
                  <a:lnTo>
                    <a:pt x="13898" y="8744"/>
                  </a:lnTo>
                  <a:lnTo>
                    <a:pt x="15141" y="9666"/>
                  </a:lnTo>
                  <a:lnTo>
                    <a:pt x="16405" y="10569"/>
                  </a:lnTo>
                  <a:lnTo>
                    <a:pt x="17708" y="11431"/>
                  </a:lnTo>
                  <a:lnTo>
                    <a:pt x="19012" y="12294"/>
                  </a:lnTo>
                  <a:lnTo>
                    <a:pt x="20315" y="13136"/>
                  </a:lnTo>
                  <a:lnTo>
                    <a:pt x="21619" y="13938"/>
                  </a:lnTo>
                  <a:lnTo>
                    <a:pt x="22922" y="14700"/>
                  </a:lnTo>
                  <a:lnTo>
                    <a:pt x="24186" y="15442"/>
                  </a:lnTo>
                  <a:lnTo>
                    <a:pt x="24186" y="15442"/>
                  </a:lnTo>
                  <a:lnTo>
                    <a:pt x="24527" y="16064"/>
                  </a:lnTo>
                  <a:lnTo>
                    <a:pt x="24848" y="16665"/>
                  </a:lnTo>
                  <a:lnTo>
                    <a:pt x="25128" y="17247"/>
                  </a:lnTo>
                  <a:lnTo>
                    <a:pt x="25389" y="17809"/>
                  </a:lnTo>
                  <a:lnTo>
                    <a:pt x="25630" y="18350"/>
                  </a:lnTo>
                  <a:lnTo>
                    <a:pt x="25850" y="18871"/>
                  </a:lnTo>
                  <a:lnTo>
                    <a:pt x="26051" y="19373"/>
                  </a:lnTo>
                  <a:lnTo>
                    <a:pt x="26231" y="198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28"/>
            <p:cNvSpPr/>
            <p:nvPr/>
          </p:nvSpPr>
          <p:spPr>
            <a:xfrm>
              <a:off x="10898050" y="3815425"/>
              <a:ext cx="131875" cy="119850"/>
            </a:xfrm>
            <a:custGeom>
              <a:avLst/>
              <a:gdLst/>
              <a:ahLst/>
              <a:cxnLst/>
              <a:rect l="l" t="t" r="r" b="b"/>
              <a:pathLst>
                <a:path w="5275" h="4794" extrusionOk="0">
                  <a:moveTo>
                    <a:pt x="2527" y="0"/>
                  </a:moveTo>
                  <a:lnTo>
                    <a:pt x="2166" y="401"/>
                  </a:lnTo>
                  <a:lnTo>
                    <a:pt x="1845" y="742"/>
                  </a:lnTo>
                  <a:lnTo>
                    <a:pt x="1584" y="983"/>
                  </a:lnTo>
                  <a:lnTo>
                    <a:pt x="1464" y="1063"/>
                  </a:lnTo>
                  <a:lnTo>
                    <a:pt x="1364" y="1123"/>
                  </a:lnTo>
                  <a:lnTo>
                    <a:pt x="1023" y="1243"/>
                  </a:lnTo>
                  <a:lnTo>
                    <a:pt x="662" y="1344"/>
                  </a:lnTo>
                  <a:lnTo>
                    <a:pt x="0" y="1544"/>
                  </a:lnTo>
                  <a:lnTo>
                    <a:pt x="40" y="1564"/>
                  </a:lnTo>
                  <a:lnTo>
                    <a:pt x="1183" y="2487"/>
                  </a:lnTo>
                  <a:lnTo>
                    <a:pt x="2126" y="3209"/>
                  </a:lnTo>
                  <a:lnTo>
                    <a:pt x="3189" y="3991"/>
                  </a:lnTo>
                  <a:lnTo>
                    <a:pt x="4252" y="4773"/>
                  </a:lnTo>
                  <a:lnTo>
                    <a:pt x="4272" y="4793"/>
                  </a:lnTo>
                  <a:lnTo>
                    <a:pt x="4292" y="4532"/>
                  </a:lnTo>
                  <a:lnTo>
                    <a:pt x="4292" y="4292"/>
                  </a:lnTo>
                  <a:lnTo>
                    <a:pt x="4352" y="3911"/>
                  </a:lnTo>
                  <a:lnTo>
                    <a:pt x="4392" y="3770"/>
                  </a:lnTo>
                  <a:lnTo>
                    <a:pt x="4392" y="3710"/>
                  </a:lnTo>
                  <a:lnTo>
                    <a:pt x="4452" y="3570"/>
                  </a:lnTo>
                  <a:lnTo>
                    <a:pt x="4472" y="3510"/>
                  </a:lnTo>
                  <a:lnTo>
                    <a:pt x="4472" y="3490"/>
                  </a:lnTo>
                  <a:lnTo>
                    <a:pt x="4593" y="3229"/>
                  </a:lnTo>
                  <a:lnTo>
                    <a:pt x="4773" y="2888"/>
                  </a:lnTo>
                  <a:lnTo>
                    <a:pt x="5274" y="2066"/>
                  </a:lnTo>
                  <a:lnTo>
                    <a:pt x="4532" y="1544"/>
                  </a:lnTo>
                  <a:lnTo>
                    <a:pt x="3810" y="1003"/>
                  </a:lnTo>
                  <a:lnTo>
                    <a:pt x="3169" y="501"/>
                  </a:lnTo>
                  <a:lnTo>
                    <a:pt x="25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28"/>
            <p:cNvSpPr/>
            <p:nvPr/>
          </p:nvSpPr>
          <p:spPr>
            <a:xfrm>
              <a:off x="10898050" y="3815425"/>
              <a:ext cx="131875" cy="119850"/>
            </a:xfrm>
            <a:custGeom>
              <a:avLst/>
              <a:gdLst/>
              <a:ahLst/>
              <a:cxnLst/>
              <a:rect l="l" t="t" r="r" b="b"/>
              <a:pathLst>
                <a:path w="5275" h="4794" fill="none" extrusionOk="0">
                  <a:moveTo>
                    <a:pt x="5274" y="2066"/>
                  </a:moveTo>
                  <a:lnTo>
                    <a:pt x="5274" y="2066"/>
                  </a:lnTo>
                  <a:lnTo>
                    <a:pt x="4773" y="2888"/>
                  </a:lnTo>
                  <a:lnTo>
                    <a:pt x="4593" y="3229"/>
                  </a:lnTo>
                  <a:lnTo>
                    <a:pt x="4472" y="3490"/>
                  </a:lnTo>
                  <a:lnTo>
                    <a:pt x="4472" y="3510"/>
                  </a:lnTo>
                  <a:lnTo>
                    <a:pt x="4472" y="3510"/>
                  </a:lnTo>
                  <a:lnTo>
                    <a:pt x="4452" y="3570"/>
                  </a:lnTo>
                  <a:lnTo>
                    <a:pt x="4452" y="3570"/>
                  </a:lnTo>
                  <a:lnTo>
                    <a:pt x="4392" y="3710"/>
                  </a:lnTo>
                  <a:lnTo>
                    <a:pt x="4392" y="3710"/>
                  </a:lnTo>
                  <a:lnTo>
                    <a:pt x="4392" y="3770"/>
                  </a:lnTo>
                  <a:lnTo>
                    <a:pt x="4392" y="3770"/>
                  </a:lnTo>
                  <a:lnTo>
                    <a:pt x="4352" y="3911"/>
                  </a:lnTo>
                  <a:lnTo>
                    <a:pt x="4352" y="3911"/>
                  </a:lnTo>
                  <a:lnTo>
                    <a:pt x="4352" y="3911"/>
                  </a:lnTo>
                  <a:lnTo>
                    <a:pt x="4292" y="4292"/>
                  </a:lnTo>
                  <a:lnTo>
                    <a:pt x="4292" y="4532"/>
                  </a:lnTo>
                  <a:lnTo>
                    <a:pt x="4272" y="4793"/>
                  </a:lnTo>
                  <a:lnTo>
                    <a:pt x="4252" y="4773"/>
                  </a:lnTo>
                  <a:lnTo>
                    <a:pt x="4252" y="4773"/>
                  </a:lnTo>
                  <a:lnTo>
                    <a:pt x="3189" y="3991"/>
                  </a:lnTo>
                  <a:lnTo>
                    <a:pt x="2126" y="3209"/>
                  </a:lnTo>
                  <a:lnTo>
                    <a:pt x="2126" y="3209"/>
                  </a:lnTo>
                  <a:lnTo>
                    <a:pt x="1183" y="2487"/>
                  </a:lnTo>
                  <a:lnTo>
                    <a:pt x="1183" y="2487"/>
                  </a:lnTo>
                  <a:lnTo>
                    <a:pt x="40" y="1564"/>
                  </a:lnTo>
                  <a:lnTo>
                    <a:pt x="0" y="1544"/>
                  </a:lnTo>
                  <a:lnTo>
                    <a:pt x="0" y="1544"/>
                  </a:lnTo>
                  <a:lnTo>
                    <a:pt x="662" y="1344"/>
                  </a:lnTo>
                  <a:lnTo>
                    <a:pt x="1023" y="1243"/>
                  </a:lnTo>
                  <a:lnTo>
                    <a:pt x="1364" y="1123"/>
                  </a:lnTo>
                  <a:lnTo>
                    <a:pt x="1364" y="1123"/>
                  </a:lnTo>
                  <a:lnTo>
                    <a:pt x="1464" y="1063"/>
                  </a:lnTo>
                  <a:lnTo>
                    <a:pt x="1584" y="983"/>
                  </a:lnTo>
                  <a:lnTo>
                    <a:pt x="1845" y="742"/>
                  </a:lnTo>
                  <a:lnTo>
                    <a:pt x="2166" y="401"/>
                  </a:lnTo>
                  <a:lnTo>
                    <a:pt x="2527" y="0"/>
                  </a:lnTo>
                  <a:lnTo>
                    <a:pt x="2527" y="0"/>
                  </a:lnTo>
                  <a:lnTo>
                    <a:pt x="3169" y="501"/>
                  </a:lnTo>
                  <a:lnTo>
                    <a:pt x="3169" y="501"/>
                  </a:lnTo>
                  <a:lnTo>
                    <a:pt x="3810" y="1003"/>
                  </a:lnTo>
                  <a:lnTo>
                    <a:pt x="3810" y="1003"/>
                  </a:lnTo>
                  <a:lnTo>
                    <a:pt x="4532" y="1544"/>
                  </a:lnTo>
                  <a:lnTo>
                    <a:pt x="5274" y="20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28"/>
            <p:cNvSpPr/>
            <p:nvPr/>
          </p:nvSpPr>
          <p:spPr>
            <a:xfrm>
              <a:off x="10484425" y="4332325"/>
              <a:ext cx="138400" cy="159950"/>
            </a:xfrm>
            <a:custGeom>
              <a:avLst/>
              <a:gdLst/>
              <a:ahLst/>
              <a:cxnLst/>
              <a:rect l="l" t="t" r="r" b="b"/>
              <a:pathLst>
                <a:path w="5536" h="6398" extrusionOk="0">
                  <a:moveTo>
                    <a:pt x="2587" y="0"/>
                  </a:moveTo>
                  <a:lnTo>
                    <a:pt x="2607" y="20"/>
                  </a:lnTo>
                  <a:lnTo>
                    <a:pt x="2667" y="121"/>
                  </a:lnTo>
                  <a:lnTo>
                    <a:pt x="2708" y="181"/>
                  </a:lnTo>
                  <a:lnTo>
                    <a:pt x="2728" y="261"/>
                  </a:lnTo>
                  <a:lnTo>
                    <a:pt x="2748" y="441"/>
                  </a:lnTo>
                  <a:lnTo>
                    <a:pt x="2748" y="682"/>
                  </a:lnTo>
                  <a:lnTo>
                    <a:pt x="2687" y="943"/>
                  </a:lnTo>
                  <a:lnTo>
                    <a:pt x="2607" y="1244"/>
                  </a:lnTo>
                  <a:lnTo>
                    <a:pt x="2487" y="1565"/>
                  </a:lnTo>
                  <a:lnTo>
                    <a:pt x="2306" y="1885"/>
                  </a:lnTo>
                  <a:lnTo>
                    <a:pt x="2126" y="2246"/>
                  </a:lnTo>
                  <a:lnTo>
                    <a:pt x="1484" y="3229"/>
                  </a:lnTo>
                  <a:lnTo>
                    <a:pt x="1103" y="3871"/>
                  </a:lnTo>
                  <a:lnTo>
                    <a:pt x="702" y="4513"/>
                  </a:lnTo>
                  <a:lnTo>
                    <a:pt x="361" y="5154"/>
                  </a:lnTo>
                  <a:lnTo>
                    <a:pt x="221" y="5435"/>
                  </a:lnTo>
                  <a:lnTo>
                    <a:pt x="120" y="5696"/>
                  </a:lnTo>
                  <a:lnTo>
                    <a:pt x="40" y="5936"/>
                  </a:lnTo>
                  <a:lnTo>
                    <a:pt x="0" y="6117"/>
                  </a:lnTo>
                  <a:lnTo>
                    <a:pt x="0" y="6197"/>
                  </a:lnTo>
                  <a:lnTo>
                    <a:pt x="20" y="6257"/>
                  </a:lnTo>
                  <a:lnTo>
                    <a:pt x="40" y="6317"/>
                  </a:lnTo>
                  <a:lnTo>
                    <a:pt x="80" y="6358"/>
                  </a:lnTo>
                  <a:lnTo>
                    <a:pt x="120" y="6378"/>
                  </a:lnTo>
                  <a:lnTo>
                    <a:pt x="181" y="6398"/>
                  </a:lnTo>
                  <a:lnTo>
                    <a:pt x="261" y="6378"/>
                  </a:lnTo>
                  <a:lnTo>
                    <a:pt x="341" y="6358"/>
                  </a:lnTo>
                  <a:lnTo>
                    <a:pt x="542" y="6257"/>
                  </a:lnTo>
                  <a:lnTo>
                    <a:pt x="762" y="6097"/>
                  </a:lnTo>
                  <a:lnTo>
                    <a:pt x="1003" y="5896"/>
                  </a:lnTo>
                  <a:lnTo>
                    <a:pt x="1284" y="5676"/>
                  </a:lnTo>
                  <a:lnTo>
                    <a:pt x="1845" y="5134"/>
                  </a:lnTo>
                  <a:lnTo>
                    <a:pt x="2387" y="4573"/>
                  </a:lnTo>
                  <a:lnTo>
                    <a:pt x="2888" y="4051"/>
                  </a:lnTo>
                  <a:lnTo>
                    <a:pt x="3490" y="3369"/>
                  </a:lnTo>
                  <a:lnTo>
                    <a:pt x="3811" y="3049"/>
                  </a:lnTo>
                  <a:lnTo>
                    <a:pt x="4011" y="2868"/>
                  </a:lnTo>
                  <a:lnTo>
                    <a:pt x="4252" y="2688"/>
                  </a:lnTo>
                  <a:lnTo>
                    <a:pt x="4492" y="2527"/>
                  </a:lnTo>
                  <a:lnTo>
                    <a:pt x="4753" y="2387"/>
                  </a:lnTo>
                  <a:lnTo>
                    <a:pt x="5034" y="2286"/>
                  </a:lnTo>
                  <a:lnTo>
                    <a:pt x="5174" y="2246"/>
                  </a:lnTo>
                  <a:lnTo>
                    <a:pt x="5315" y="2226"/>
                  </a:lnTo>
                  <a:lnTo>
                    <a:pt x="5535" y="2266"/>
                  </a:lnTo>
                  <a:lnTo>
                    <a:pt x="5154" y="1986"/>
                  </a:lnTo>
                  <a:lnTo>
                    <a:pt x="4372" y="1404"/>
                  </a:lnTo>
                  <a:lnTo>
                    <a:pt x="3470" y="702"/>
                  </a:lnTo>
                  <a:lnTo>
                    <a:pt x="2587" y="0"/>
                  </a:lnTo>
                  <a:close/>
                </a:path>
              </a:pathLst>
            </a:custGeom>
            <a:solidFill>
              <a:srgbClr val="7FC9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28"/>
            <p:cNvSpPr/>
            <p:nvPr/>
          </p:nvSpPr>
          <p:spPr>
            <a:xfrm>
              <a:off x="10484425" y="4332325"/>
              <a:ext cx="138400" cy="159950"/>
            </a:xfrm>
            <a:custGeom>
              <a:avLst/>
              <a:gdLst/>
              <a:ahLst/>
              <a:cxnLst/>
              <a:rect l="l" t="t" r="r" b="b"/>
              <a:pathLst>
                <a:path w="5536" h="6398" fill="none" extrusionOk="0">
                  <a:moveTo>
                    <a:pt x="5535" y="2266"/>
                  </a:moveTo>
                  <a:lnTo>
                    <a:pt x="5535" y="2266"/>
                  </a:lnTo>
                  <a:lnTo>
                    <a:pt x="5535" y="2266"/>
                  </a:lnTo>
                  <a:lnTo>
                    <a:pt x="5315" y="2226"/>
                  </a:lnTo>
                  <a:lnTo>
                    <a:pt x="5315" y="2226"/>
                  </a:lnTo>
                  <a:lnTo>
                    <a:pt x="5174" y="2246"/>
                  </a:lnTo>
                  <a:lnTo>
                    <a:pt x="5034" y="2286"/>
                  </a:lnTo>
                  <a:lnTo>
                    <a:pt x="4753" y="2387"/>
                  </a:lnTo>
                  <a:lnTo>
                    <a:pt x="4492" y="2527"/>
                  </a:lnTo>
                  <a:lnTo>
                    <a:pt x="4252" y="2688"/>
                  </a:lnTo>
                  <a:lnTo>
                    <a:pt x="4011" y="2868"/>
                  </a:lnTo>
                  <a:lnTo>
                    <a:pt x="3811" y="3049"/>
                  </a:lnTo>
                  <a:lnTo>
                    <a:pt x="3490" y="3369"/>
                  </a:lnTo>
                  <a:lnTo>
                    <a:pt x="3490" y="3369"/>
                  </a:lnTo>
                  <a:lnTo>
                    <a:pt x="2888" y="4051"/>
                  </a:lnTo>
                  <a:lnTo>
                    <a:pt x="2387" y="4573"/>
                  </a:lnTo>
                  <a:lnTo>
                    <a:pt x="1845" y="5134"/>
                  </a:lnTo>
                  <a:lnTo>
                    <a:pt x="1284" y="5676"/>
                  </a:lnTo>
                  <a:lnTo>
                    <a:pt x="1003" y="5896"/>
                  </a:lnTo>
                  <a:lnTo>
                    <a:pt x="762" y="6097"/>
                  </a:lnTo>
                  <a:lnTo>
                    <a:pt x="542" y="6257"/>
                  </a:lnTo>
                  <a:lnTo>
                    <a:pt x="341" y="6358"/>
                  </a:lnTo>
                  <a:lnTo>
                    <a:pt x="261" y="6378"/>
                  </a:lnTo>
                  <a:lnTo>
                    <a:pt x="181" y="6398"/>
                  </a:lnTo>
                  <a:lnTo>
                    <a:pt x="120" y="6378"/>
                  </a:lnTo>
                  <a:lnTo>
                    <a:pt x="80" y="6358"/>
                  </a:lnTo>
                  <a:lnTo>
                    <a:pt x="80" y="6358"/>
                  </a:lnTo>
                  <a:lnTo>
                    <a:pt x="40" y="6317"/>
                  </a:lnTo>
                  <a:lnTo>
                    <a:pt x="20" y="6257"/>
                  </a:lnTo>
                  <a:lnTo>
                    <a:pt x="0" y="6197"/>
                  </a:lnTo>
                  <a:lnTo>
                    <a:pt x="0" y="6117"/>
                  </a:lnTo>
                  <a:lnTo>
                    <a:pt x="40" y="5936"/>
                  </a:lnTo>
                  <a:lnTo>
                    <a:pt x="120" y="5696"/>
                  </a:lnTo>
                  <a:lnTo>
                    <a:pt x="221" y="5435"/>
                  </a:lnTo>
                  <a:lnTo>
                    <a:pt x="361" y="5154"/>
                  </a:lnTo>
                  <a:lnTo>
                    <a:pt x="702" y="4513"/>
                  </a:lnTo>
                  <a:lnTo>
                    <a:pt x="1103" y="3871"/>
                  </a:lnTo>
                  <a:lnTo>
                    <a:pt x="1484" y="3229"/>
                  </a:lnTo>
                  <a:lnTo>
                    <a:pt x="2126" y="2246"/>
                  </a:lnTo>
                  <a:lnTo>
                    <a:pt x="2126" y="2246"/>
                  </a:lnTo>
                  <a:lnTo>
                    <a:pt x="2306" y="1885"/>
                  </a:lnTo>
                  <a:lnTo>
                    <a:pt x="2487" y="1565"/>
                  </a:lnTo>
                  <a:lnTo>
                    <a:pt x="2607" y="1244"/>
                  </a:lnTo>
                  <a:lnTo>
                    <a:pt x="2687" y="943"/>
                  </a:lnTo>
                  <a:lnTo>
                    <a:pt x="2748" y="682"/>
                  </a:lnTo>
                  <a:lnTo>
                    <a:pt x="2748" y="441"/>
                  </a:lnTo>
                  <a:lnTo>
                    <a:pt x="2728" y="261"/>
                  </a:lnTo>
                  <a:lnTo>
                    <a:pt x="2708" y="181"/>
                  </a:lnTo>
                  <a:lnTo>
                    <a:pt x="2667" y="121"/>
                  </a:lnTo>
                  <a:lnTo>
                    <a:pt x="2667" y="121"/>
                  </a:lnTo>
                  <a:lnTo>
                    <a:pt x="2607" y="20"/>
                  </a:lnTo>
                  <a:lnTo>
                    <a:pt x="2607" y="20"/>
                  </a:lnTo>
                  <a:lnTo>
                    <a:pt x="2587" y="0"/>
                  </a:lnTo>
                  <a:lnTo>
                    <a:pt x="2587" y="0"/>
                  </a:lnTo>
                  <a:lnTo>
                    <a:pt x="3470" y="702"/>
                  </a:lnTo>
                  <a:lnTo>
                    <a:pt x="3470" y="702"/>
                  </a:lnTo>
                  <a:lnTo>
                    <a:pt x="4372" y="1404"/>
                  </a:lnTo>
                  <a:lnTo>
                    <a:pt x="4372" y="1404"/>
                  </a:lnTo>
                  <a:lnTo>
                    <a:pt x="5154" y="1986"/>
                  </a:lnTo>
                  <a:lnTo>
                    <a:pt x="5154" y="1986"/>
                  </a:lnTo>
                  <a:lnTo>
                    <a:pt x="5535" y="22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28"/>
            <p:cNvSpPr/>
            <p:nvPr/>
          </p:nvSpPr>
          <p:spPr>
            <a:xfrm>
              <a:off x="10387150" y="4012450"/>
              <a:ext cx="534975" cy="405125"/>
            </a:xfrm>
            <a:custGeom>
              <a:avLst/>
              <a:gdLst/>
              <a:ahLst/>
              <a:cxnLst/>
              <a:rect l="l" t="t" r="r" b="b"/>
              <a:pathLst>
                <a:path w="21399" h="16205" extrusionOk="0">
                  <a:moveTo>
                    <a:pt x="1" y="1"/>
                  </a:moveTo>
                  <a:lnTo>
                    <a:pt x="321" y="602"/>
                  </a:lnTo>
                  <a:lnTo>
                    <a:pt x="662" y="1224"/>
                  </a:lnTo>
                  <a:lnTo>
                    <a:pt x="1344" y="2407"/>
                  </a:lnTo>
                  <a:lnTo>
                    <a:pt x="2066" y="3570"/>
                  </a:lnTo>
                  <a:lnTo>
                    <a:pt x="2808" y="4694"/>
                  </a:lnTo>
                  <a:lnTo>
                    <a:pt x="4332" y="6037"/>
                  </a:lnTo>
                  <a:lnTo>
                    <a:pt x="5917" y="7381"/>
                  </a:lnTo>
                  <a:lnTo>
                    <a:pt x="7521" y="8684"/>
                  </a:lnTo>
                  <a:lnTo>
                    <a:pt x="8323" y="9326"/>
                  </a:lnTo>
                  <a:lnTo>
                    <a:pt x="9145" y="9968"/>
                  </a:lnTo>
                  <a:lnTo>
                    <a:pt x="10248" y="10770"/>
                  </a:lnTo>
                  <a:lnTo>
                    <a:pt x="11351" y="11572"/>
                  </a:lnTo>
                  <a:lnTo>
                    <a:pt x="13016" y="12735"/>
                  </a:lnTo>
                  <a:lnTo>
                    <a:pt x="14721" y="13879"/>
                  </a:lnTo>
                  <a:lnTo>
                    <a:pt x="16305" y="14480"/>
                  </a:lnTo>
                  <a:lnTo>
                    <a:pt x="17989" y="15102"/>
                  </a:lnTo>
                  <a:lnTo>
                    <a:pt x="18832" y="15383"/>
                  </a:lnTo>
                  <a:lnTo>
                    <a:pt x="19694" y="15683"/>
                  </a:lnTo>
                  <a:lnTo>
                    <a:pt x="20556" y="15964"/>
                  </a:lnTo>
                  <a:lnTo>
                    <a:pt x="21399" y="16205"/>
                  </a:lnTo>
                  <a:lnTo>
                    <a:pt x="20035" y="15423"/>
                  </a:lnTo>
                  <a:lnTo>
                    <a:pt x="18611" y="14580"/>
                  </a:lnTo>
                  <a:lnTo>
                    <a:pt x="17167" y="13718"/>
                  </a:lnTo>
                  <a:lnTo>
                    <a:pt x="15703" y="12796"/>
                  </a:lnTo>
                  <a:lnTo>
                    <a:pt x="14239" y="11853"/>
                  </a:lnTo>
                  <a:lnTo>
                    <a:pt x="12795" y="10890"/>
                  </a:lnTo>
                  <a:lnTo>
                    <a:pt x="11371" y="9888"/>
                  </a:lnTo>
                  <a:lnTo>
                    <a:pt x="9988" y="8865"/>
                  </a:lnTo>
                  <a:lnTo>
                    <a:pt x="8845" y="7962"/>
                  </a:lnTo>
                  <a:lnTo>
                    <a:pt x="7702" y="7040"/>
                  </a:lnTo>
                  <a:lnTo>
                    <a:pt x="6659" y="6178"/>
                  </a:lnTo>
                  <a:lnTo>
                    <a:pt x="5656" y="5295"/>
                  </a:lnTo>
                  <a:lnTo>
                    <a:pt x="4653" y="4413"/>
                  </a:lnTo>
                  <a:lnTo>
                    <a:pt x="3671" y="3510"/>
                  </a:lnTo>
                  <a:lnTo>
                    <a:pt x="2708" y="2628"/>
                  </a:lnTo>
                  <a:lnTo>
                    <a:pt x="1765" y="174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28"/>
            <p:cNvSpPr/>
            <p:nvPr/>
          </p:nvSpPr>
          <p:spPr>
            <a:xfrm>
              <a:off x="10387150" y="4088650"/>
              <a:ext cx="534975" cy="405125"/>
            </a:xfrm>
            <a:custGeom>
              <a:avLst/>
              <a:gdLst/>
              <a:ahLst/>
              <a:cxnLst/>
              <a:rect l="l" t="t" r="r" b="b"/>
              <a:pathLst>
                <a:path w="21399" h="16205" fill="none" extrusionOk="0">
                  <a:moveTo>
                    <a:pt x="21399" y="16205"/>
                  </a:moveTo>
                  <a:lnTo>
                    <a:pt x="21399" y="16205"/>
                  </a:lnTo>
                  <a:lnTo>
                    <a:pt x="20556" y="15964"/>
                  </a:lnTo>
                  <a:lnTo>
                    <a:pt x="19694" y="15683"/>
                  </a:lnTo>
                  <a:lnTo>
                    <a:pt x="18832" y="15383"/>
                  </a:lnTo>
                  <a:lnTo>
                    <a:pt x="17989" y="15102"/>
                  </a:lnTo>
                  <a:lnTo>
                    <a:pt x="16305" y="14480"/>
                  </a:lnTo>
                  <a:lnTo>
                    <a:pt x="14721" y="13879"/>
                  </a:lnTo>
                  <a:lnTo>
                    <a:pt x="14721" y="13879"/>
                  </a:lnTo>
                  <a:lnTo>
                    <a:pt x="13016" y="12735"/>
                  </a:lnTo>
                  <a:lnTo>
                    <a:pt x="11351" y="11572"/>
                  </a:lnTo>
                  <a:lnTo>
                    <a:pt x="11351" y="11572"/>
                  </a:lnTo>
                  <a:lnTo>
                    <a:pt x="10248" y="10770"/>
                  </a:lnTo>
                  <a:lnTo>
                    <a:pt x="9145" y="9968"/>
                  </a:lnTo>
                  <a:lnTo>
                    <a:pt x="9145" y="9968"/>
                  </a:lnTo>
                  <a:lnTo>
                    <a:pt x="8323" y="9326"/>
                  </a:lnTo>
                  <a:lnTo>
                    <a:pt x="7521" y="8684"/>
                  </a:lnTo>
                  <a:lnTo>
                    <a:pt x="5917" y="7381"/>
                  </a:lnTo>
                  <a:lnTo>
                    <a:pt x="4332" y="6037"/>
                  </a:lnTo>
                  <a:lnTo>
                    <a:pt x="2808" y="4694"/>
                  </a:lnTo>
                  <a:lnTo>
                    <a:pt x="2808" y="4694"/>
                  </a:lnTo>
                  <a:lnTo>
                    <a:pt x="2066" y="3570"/>
                  </a:lnTo>
                  <a:lnTo>
                    <a:pt x="1344" y="2407"/>
                  </a:lnTo>
                  <a:lnTo>
                    <a:pt x="662" y="1224"/>
                  </a:lnTo>
                  <a:lnTo>
                    <a:pt x="321" y="60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765" y="1746"/>
                  </a:lnTo>
                  <a:lnTo>
                    <a:pt x="2708" y="2628"/>
                  </a:lnTo>
                  <a:lnTo>
                    <a:pt x="3671" y="3510"/>
                  </a:lnTo>
                  <a:lnTo>
                    <a:pt x="4653" y="4413"/>
                  </a:lnTo>
                  <a:lnTo>
                    <a:pt x="5656" y="5295"/>
                  </a:lnTo>
                  <a:lnTo>
                    <a:pt x="6659" y="6178"/>
                  </a:lnTo>
                  <a:lnTo>
                    <a:pt x="7702" y="7040"/>
                  </a:lnTo>
                  <a:lnTo>
                    <a:pt x="7702" y="7040"/>
                  </a:lnTo>
                  <a:lnTo>
                    <a:pt x="8845" y="7962"/>
                  </a:lnTo>
                  <a:lnTo>
                    <a:pt x="9988" y="8865"/>
                  </a:lnTo>
                  <a:lnTo>
                    <a:pt x="9988" y="8865"/>
                  </a:lnTo>
                  <a:lnTo>
                    <a:pt x="11371" y="9888"/>
                  </a:lnTo>
                  <a:lnTo>
                    <a:pt x="12795" y="10890"/>
                  </a:lnTo>
                  <a:lnTo>
                    <a:pt x="14239" y="11853"/>
                  </a:lnTo>
                  <a:lnTo>
                    <a:pt x="15703" y="12796"/>
                  </a:lnTo>
                  <a:lnTo>
                    <a:pt x="17167" y="13718"/>
                  </a:lnTo>
                  <a:lnTo>
                    <a:pt x="18611" y="14580"/>
                  </a:lnTo>
                  <a:lnTo>
                    <a:pt x="20035" y="15423"/>
                  </a:lnTo>
                  <a:lnTo>
                    <a:pt x="21399" y="162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28"/>
            <p:cNvSpPr/>
            <p:nvPr/>
          </p:nvSpPr>
          <p:spPr>
            <a:xfrm>
              <a:off x="10334000" y="3869050"/>
              <a:ext cx="815250" cy="634750"/>
            </a:xfrm>
            <a:custGeom>
              <a:avLst/>
              <a:gdLst/>
              <a:ahLst/>
              <a:cxnLst/>
              <a:rect l="l" t="t" r="r" b="b"/>
              <a:pathLst>
                <a:path w="32610" h="25390" extrusionOk="0">
                  <a:moveTo>
                    <a:pt x="402" y="1"/>
                  </a:moveTo>
                  <a:lnTo>
                    <a:pt x="302" y="201"/>
                  </a:lnTo>
                  <a:lnTo>
                    <a:pt x="241" y="402"/>
                  </a:lnTo>
                  <a:lnTo>
                    <a:pt x="121" y="823"/>
                  </a:lnTo>
                  <a:lnTo>
                    <a:pt x="41" y="1264"/>
                  </a:lnTo>
                  <a:lnTo>
                    <a:pt x="1" y="1706"/>
                  </a:lnTo>
                  <a:lnTo>
                    <a:pt x="783" y="2588"/>
                  </a:lnTo>
                  <a:lnTo>
                    <a:pt x="1645" y="3490"/>
                  </a:lnTo>
                  <a:lnTo>
                    <a:pt x="2548" y="4433"/>
                  </a:lnTo>
                  <a:lnTo>
                    <a:pt x="3490" y="5416"/>
                  </a:lnTo>
                  <a:lnTo>
                    <a:pt x="4493" y="6398"/>
                  </a:lnTo>
                  <a:lnTo>
                    <a:pt x="5536" y="7401"/>
                  </a:lnTo>
                  <a:lnTo>
                    <a:pt x="6619" y="8404"/>
                  </a:lnTo>
                  <a:lnTo>
                    <a:pt x="7722" y="9406"/>
                  </a:lnTo>
                  <a:lnTo>
                    <a:pt x="9286" y="10810"/>
                  </a:lnTo>
                  <a:lnTo>
                    <a:pt x="10910" y="12194"/>
                  </a:lnTo>
                  <a:lnTo>
                    <a:pt x="11733" y="12876"/>
                  </a:lnTo>
                  <a:lnTo>
                    <a:pt x="12555" y="13538"/>
                  </a:lnTo>
                  <a:lnTo>
                    <a:pt x="13397" y="14199"/>
                  </a:lnTo>
                  <a:lnTo>
                    <a:pt x="14240" y="14841"/>
                  </a:lnTo>
                  <a:lnTo>
                    <a:pt x="15343" y="15663"/>
                  </a:lnTo>
                  <a:lnTo>
                    <a:pt x="16466" y="16486"/>
                  </a:lnTo>
                  <a:lnTo>
                    <a:pt x="17589" y="17268"/>
                  </a:lnTo>
                  <a:lnTo>
                    <a:pt x="18732" y="18050"/>
                  </a:lnTo>
                  <a:lnTo>
                    <a:pt x="19875" y="18812"/>
                  </a:lnTo>
                  <a:lnTo>
                    <a:pt x="21018" y="19534"/>
                  </a:lnTo>
                  <a:lnTo>
                    <a:pt x="22161" y="20256"/>
                  </a:lnTo>
                  <a:lnTo>
                    <a:pt x="23304" y="20938"/>
                  </a:lnTo>
                  <a:lnTo>
                    <a:pt x="24407" y="21600"/>
                  </a:lnTo>
                  <a:lnTo>
                    <a:pt x="25510" y="22241"/>
                  </a:lnTo>
                  <a:lnTo>
                    <a:pt x="26593" y="22843"/>
                  </a:lnTo>
                  <a:lnTo>
                    <a:pt x="27636" y="23425"/>
                  </a:lnTo>
                  <a:lnTo>
                    <a:pt x="28659" y="23966"/>
                  </a:lnTo>
                  <a:lnTo>
                    <a:pt x="29641" y="24487"/>
                  </a:lnTo>
                  <a:lnTo>
                    <a:pt x="30584" y="24969"/>
                  </a:lnTo>
                  <a:lnTo>
                    <a:pt x="31486" y="25390"/>
                  </a:lnTo>
                  <a:lnTo>
                    <a:pt x="31747" y="25250"/>
                  </a:lnTo>
                  <a:lnTo>
                    <a:pt x="31988" y="25069"/>
                  </a:lnTo>
                  <a:lnTo>
                    <a:pt x="32208" y="24848"/>
                  </a:lnTo>
                  <a:lnTo>
                    <a:pt x="32409" y="24628"/>
                  </a:lnTo>
                  <a:lnTo>
                    <a:pt x="32609" y="24347"/>
                  </a:lnTo>
                  <a:lnTo>
                    <a:pt x="30945" y="23485"/>
                  </a:lnTo>
                  <a:lnTo>
                    <a:pt x="29000" y="22462"/>
                  </a:lnTo>
                  <a:lnTo>
                    <a:pt x="26874" y="21299"/>
                  </a:lnTo>
                  <a:lnTo>
                    <a:pt x="25731" y="20657"/>
                  </a:lnTo>
                  <a:lnTo>
                    <a:pt x="24588" y="19995"/>
                  </a:lnTo>
                  <a:lnTo>
                    <a:pt x="23404" y="19293"/>
                  </a:lnTo>
                  <a:lnTo>
                    <a:pt x="22201" y="18571"/>
                  </a:lnTo>
                  <a:lnTo>
                    <a:pt x="20998" y="17809"/>
                  </a:lnTo>
                  <a:lnTo>
                    <a:pt x="19775" y="17027"/>
                  </a:lnTo>
                  <a:lnTo>
                    <a:pt x="18571" y="16245"/>
                  </a:lnTo>
                  <a:lnTo>
                    <a:pt x="17388" y="15423"/>
                  </a:lnTo>
                  <a:lnTo>
                    <a:pt x="16225" y="14581"/>
                  </a:lnTo>
                  <a:lnTo>
                    <a:pt x="15082" y="13738"/>
                  </a:lnTo>
                  <a:lnTo>
                    <a:pt x="14119" y="12996"/>
                  </a:lnTo>
                  <a:lnTo>
                    <a:pt x="13157" y="12234"/>
                  </a:lnTo>
                  <a:lnTo>
                    <a:pt x="12214" y="11452"/>
                  </a:lnTo>
                  <a:lnTo>
                    <a:pt x="11291" y="10650"/>
                  </a:lnTo>
                  <a:lnTo>
                    <a:pt x="10369" y="9848"/>
                  </a:lnTo>
                  <a:lnTo>
                    <a:pt x="9446" y="9045"/>
                  </a:lnTo>
                  <a:lnTo>
                    <a:pt x="8564" y="8223"/>
                  </a:lnTo>
                  <a:lnTo>
                    <a:pt x="7702" y="7401"/>
                  </a:lnTo>
                  <a:lnTo>
                    <a:pt x="6599" y="6378"/>
                  </a:lnTo>
                  <a:lnTo>
                    <a:pt x="5556" y="5335"/>
                  </a:lnTo>
                  <a:lnTo>
                    <a:pt x="4553" y="4353"/>
                  </a:lnTo>
                  <a:lnTo>
                    <a:pt x="3591" y="3370"/>
                  </a:lnTo>
                  <a:lnTo>
                    <a:pt x="1866" y="1565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28"/>
            <p:cNvSpPr/>
            <p:nvPr/>
          </p:nvSpPr>
          <p:spPr>
            <a:xfrm>
              <a:off x="10334000" y="3869050"/>
              <a:ext cx="815250" cy="634750"/>
            </a:xfrm>
            <a:custGeom>
              <a:avLst/>
              <a:gdLst/>
              <a:ahLst/>
              <a:cxnLst/>
              <a:rect l="l" t="t" r="r" b="b"/>
              <a:pathLst>
                <a:path w="32610" h="25390" fill="none" extrusionOk="0">
                  <a:moveTo>
                    <a:pt x="32609" y="24347"/>
                  </a:moveTo>
                  <a:lnTo>
                    <a:pt x="32609" y="24347"/>
                  </a:lnTo>
                  <a:lnTo>
                    <a:pt x="32409" y="24628"/>
                  </a:lnTo>
                  <a:lnTo>
                    <a:pt x="32409" y="24628"/>
                  </a:lnTo>
                  <a:lnTo>
                    <a:pt x="32208" y="24848"/>
                  </a:lnTo>
                  <a:lnTo>
                    <a:pt x="31988" y="25069"/>
                  </a:lnTo>
                  <a:lnTo>
                    <a:pt x="31747" y="25250"/>
                  </a:lnTo>
                  <a:lnTo>
                    <a:pt x="31486" y="25390"/>
                  </a:lnTo>
                  <a:lnTo>
                    <a:pt x="31486" y="25390"/>
                  </a:lnTo>
                  <a:lnTo>
                    <a:pt x="30584" y="24969"/>
                  </a:lnTo>
                  <a:lnTo>
                    <a:pt x="29641" y="24487"/>
                  </a:lnTo>
                  <a:lnTo>
                    <a:pt x="28659" y="23966"/>
                  </a:lnTo>
                  <a:lnTo>
                    <a:pt x="27636" y="23425"/>
                  </a:lnTo>
                  <a:lnTo>
                    <a:pt x="26593" y="22843"/>
                  </a:lnTo>
                  <a:lnTo>
                    <a:pt x="25510" y="22241"/>
                  </a:lnTo>
                  <a:lnTo>
                    <a:pt x="24407" y="21600"/>
                  </a:lnTo>
                  <a:lnTo>
                    <a:pt x="23304" y="20938"/>
                  </a:lnTo>
                  <a:lnTo>
                    <a:pt x="22161" y="20256"/>
                  </a:lnTo>
                  <a:lnTo>
                    <a:pt x="21018" y="19534"/>
                  </a:lnTo>
                  <a:lnTo>
                    <a:pt x="19875" y="18812"/>
                  </a:lnTo>
                  <a:lnTo>
                    <a:pt x="18732" y="18050"/>
                  </a:lnTo>
                  <a:lnTo>
                    <a:pt x="17589" y="17268"/>
                  </a:lnTo>
                  <a:lnTo>
                    <a:pt x="16466" y="16486"/>
                  </a:lnTo>
                  <a:lnTo>
                    <a:pt x="15343" y="15663"/>
                  </a:lnTo>
                  <a:lnTo>
                    <a:pt x="14240" y="14841"/>
                  </a:lnTo>
                  <a:lnTo>
                    <a:pt x="14240" y="14841"/>
                  </a:lnTo>
                  <a:lnTo>
                    <a:pt x="13397" y="14199"/>
                  </a:lnTo>
                  <a:lnTo>
                    <a:pt x="12555" y="13538"/>
                  </a:lnTo>
                  <a:lnTo>
                    <a:pt x="11733" y="12876"/>
                  </a:lnTo>
                  <a:lnTo>
                    <a:pt x="10910" y="12194"/>
                  </a:lnTo>
                  <a:lnTo>
                    <a:pt x="9286" y="10810"/>
                  </a:lnTo>
                  <a:lnTo>
                    <a:pt x="7722" y="9406"/>
                  </a:lnTo>
                  <a:lnTo>
                    <a:pt x="7722" y="9406"/>
                  </a:lnTo>
                  <a:lnTo>
                    <a:pt x="6619" y="8404"/>
                  </a:lnTo>
                  <a:lnTo>
                    <a:pt x="5536" y="7401"/>
                  </a:lnTo>
                  <a:lnTo>
                    <a:pt x="4493" y="6398"/>
                  </a:lnTo>
                  <a:lnTo>
                    <a:pt x="3490" y="5416"/>
                  </a:lnTo>
                  <a:lnTo>
                    <a:pt x="2548" y="4433"/>
                  </a:lnTo>
                  <a:lnTo>
                    <a:pt x="1645" y="3490"/>
                  </a:lnTo>
                  <a:lnTo>
                    <a:pt x="783" y="2588"/>
                  </a:lnTo>
                  <a:lnTo>
                    <a:pt x="1" y="1706"/>
                  </a:lnTo>
                  <a:lnTo>
                    <a:pt x="1" y="1706"/>
                  </a:lnTo>
                  <a:lnTo>
                    <a:pt x="41" y="1264"/>
                  </a:lnTo>
                  <a:lnTo>
                    <a:pt x="121" y="823"/>
                  </a:lnTo>
                  <a:lnTo>
                    <a:pt x="241" y="402"/>
                  </a:lnTo>
                  <a:lnTo>
                    <a:pt x="302" y="201"/>
                  </a:lnTo>
                  <a:lnTo>
                    <a:pt x="402" y="1"/>
                  </a:lnTo>
                  <a:lnTo>
                    <a:pt x="402" y="1"/>
                  </a:lnTo>
                  <a:lnTo>
                    <a:pt x="1866" y="1565"/>
                  </a:lnTo>
                  <a:lnTo>
                    <a:pt x="3591" y="3370"/>
                  </a:lnTo>
                  <a:lnTo>
                    <a:pt x="4553" y="4353"/>
                  </a:lnTo>
                  <a:lnTo>
                    <a:pt x="5556" y="5335"/>
                  </a:lnTo>
                  <a:lnTo>
                    <a:pt x="6599" y="6378"/>
                  </a:lnTo>
                  <a:lnTo>
                    <a:pt x="7702" y="7401"/>
                  </a:lnTo>
                  <a:lnTo>
                    <a:pt x="7702" y="7401"/>
                  </a:lnTo>
                  <a:lnTo>
                    <a:pt x="8564" y="8223"/>
                  </a:lnTo>
                  <a:lnTo>
                    <a:pt x="9446" y="9045"/>
                  </a:lnTo>
                  <a:lnTo>
                    <a:pt x="10369" y="9848"/>
                  </a:lnTo>
                  <a:lnTo>
                    <a:pt x="11291" y="10650"/>
                  </a:lnTo>
                  <a:lnTo>
                    <a:pt x="12214" y="11452"/>
                  </a:lnTo>
                  <a:lnTo>
                    <a:pt x="13157" y="12234"/>
                  </a:lnTo>
                  <a:lnTo>
                    <a:pt x="14119" y="12996"/>
                  </a:lnTo>
                  <a:lnTo>
                    <a:pt x="15082" y="13738"/>
                  </a:lnTo>
                  <a:lnTo>
                    <a:pt x="15082" y="13738"/>
                  </a:lnTo>
                  <a:lnTo>
                    <a:pt x="16225" y="14581"/>
                  </a:lnTo>
                  <a:lnTo>
                    <a:pt x="17388" y="15423"/>
                  </a:lnTo>
                  <a:lnTo>
                    <a:pt x="18571" y="16245"/>
                  </a:lnTo>
                  <a:lnTo>
                    <a:pt x="19775" y="17027"/>
                  </a:lnTo>
                  <a:lnTo>
                    <a:pt x="20998" y="17809"/>
                  </a:lnTo>
                  <a:lnTo>
                    <a:pt x="22201" y="18571"/>
                  </a:lnTo>
                  <a:lnTo>
                    <a:pt x="23404" y="19293"/>
                  </a:lnTo>
                  <a:lnTo>
                    <a:pt x="24588" y="19995"/>
                  </a:lnTo>
                  <a:lnTo>
                    <a:pt x="25731" y="20657"/>
                  </a:lnTo>
                  <a:lnTo>
                    <a:pt x="26874" y="21299"/>
                  </a:lnTo>
                  <a:lnTo>
                    <a:pt x="29000" y="22462"/>
                  </a:lnTo>
                  <a:lnTo>
                    <a:pt x="30945" y="23485"/>
                  </a:lnTo>
                  <a:lnTo>
                    <a:pt x="32609" y="243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28"/>
            <p:cNvSpPr/>
            <p:nvPr/>
          </p:nvSpPr>
          <p:spPr>
            <a:xfrm>
              <a:off x="10352050" y="3796875"/>
              <a:ext cx="831300" cy="667825"/>
            </a:xfrm>
            <a:custGeom>
              <a:avLst/>
              <a:gdLst/>
              <a:ahLst/>
              <a:cxnLst/>
              <a:rect l="l" t="t" r="r" b="b"/>
              <a:pathLst>
                <a:path w="33252" h="26713" extrusionOk="0">
                  <a:moveTo>
                    <a:pt x="5275" y="0"/>
                  </a:moveTo>
                  <a:lnTo>
                    <a:pt x="4894" y="20"/>
                  </a:lnTo>
                  <a:lnTo>
                    <a:pt x="4493" y="40"/>
                  </a:lnTo>
                  <a:lnTo>
                    <a:pt x="4112" y="80"/>
                  </a:lnTo>
                  <a:lnTo>
                    <a:pt x="3751" y="140"/>
                  </a:lnTo>
                  <a:lnTo>
                    <a:pt x="3390" y="221"/>
                  </a:lnTo>
                  <a:lnTo>
                    <a:pt x="3029" y="321"/>
                  </a:lnTo>
                  <a:lnTo>
                    <a:pt x="2668" y="421"/>
                  </a:lnTo>
                  <a:lnTo>
                    <a:pt x="2327" y="541"/>
                  </a:lnTo>
                  <a:lnTo>
                    <a:pt x="2006" y="682"/>
                  </a:lnTo>
                  <a:lnTo>
                    <a:pt x="1685" y="862"/>
                  </a:lnTo>
                  <a:lnTo>
                    <a:pt x="1385" y="1043"/>
                  </a:lnTo>
                  <a:lnTo>
                    <a:pt x="1084" y="1243"/>
                  </a:lnTo>
                  <a:lnTo>
                    <a:pt x="803" y="1464"/>
                  </a:lnTo>
                  <a:lnTo>
                    <a:pt x="542" y="1705"/>
                  </a:lnTo>
                  <a:lnTo>
                    <a:pt x="282" y="1985"/>
                  </a:lnTo>
                  <a:lnTo>
                    <a:pt x="41" y="2266"/>
                  </a:lnTo>
                  <a:lnTo>
                    <a:pt x="1" y="2346"/>
                  </a:lnTo>
                  <a:lnTo>
                    <a:pt x="723" y="3149"/>
                  </a:lnTo>
                  <a:lnTo>
                    <a:pt x="1485" y="3991"/>
                  </a:lnTo>
                  <a:lnTo>
                    <a:pt x="2307" y="4853"/>
                  </a:lnTo>
                  <a:lnTo>
                    <a:pt x="3189" y="5756"/>
                  </a:lnTo>
                  <a:lnTo>
                    <a:pt x="4092" y="6678"/>
                  </a:lnTo>
                  <a:lnTo>
                    <a:pt x="5034" y="7621"/>
                  </a:lnTo>
                  <a:lnTo>
                    <a:pt x="6037" y="8583"/>
                  </a:lnTo>
                  <a:lnTo>
                    <a:pt x="7060" y="9546"/>
                  </a:lnTo>
                  <a:lnTo>
                    <a:pt x="7962" y="10388"/>
                  </a:lnTo>
                  <a:lnTo>
                    <a:pt x="8885" y="11211"/>
                  </a:lnTo>
                  <a:lnTo>
                    <a:pt x="9848" y="12053"/>
                  </a:lnTo>
                  <a:lnTo>
                    <a:pt x="10810" y="12875"/>
                  </a:lnTo>
                  <a:lnTo>
                    <a:pt x="11773" y="13697"/>
                  </a:lnTo>
                  <a:lnTo>
                    <a:pt x="12775" y="14499"/>
                  </a:lnTo>
                  <a:lnTo>
                    <a:pt x="13778" y="15302"/>
                  </a:lnTo>
                  <a:lnTo>
                    <a:pt x="14781" y="16064"/>
                  </a:lnTo>
                  <a:lnTo>
                    <a:pt x="15904" y="16906"/>
                  </a:lnTo>
                  <a:lnTo>
                    <a:pt x="17027" y="17728"/>
                  </a:lnTo>
                  <a:lnTo>
                    <a:pt x="18190" y="18530"/>
                  </a:lnTo>
                  <a:lnTo>
                    <a:pt x="19333" y="19313"/>
                  </a:lnTo>
                  <a:lnTo>
                    <a:pt x="20496" y="20095"/>
                  </a:lnTo>
                  <a:lnTo>
                    <a:pt x="21660" y="20837"/>
                  </a:lnTo>
                  <a:lnTo>
                    <a:pt x="22823" y="21559"/>
                  </a:lnTo>
                  <a:lnTo>
                    <a:pt x="23966" y="22241"/>
                  </a:lnTo>
                  <a:lnTo>
                    <a:pt x="25089" y="22922"/>
                  </a:lnTo>
                  <a:lnTo>
                    <a:pt x="26212" y="23564"/>
                  </a:lnTo>
                  <a:lnTo>
                    <a:pt x="27295" y="24166"/>
                  </a:lnTo>
                  <a:lnTo>
                    <a:pt x="28358" y="24747"/>
                  </a:lnTo>
                  <a:lnTo>
                    <a:pt x="29381" y="25309"/>
                  </a:lnTo>
                  <a:lnTo>
                    <a:pt x="30383" y="25810"/>
                  </a:lnTo>
                  <a:lnTo>
                    <a:pt x="31326" y="26292"/>
                  </a:lnTo>
                  <a:lnTo>
                    <a:pt x="32228" y="26713"/>
                  </a:lnTo>
                  <a:lnTo>
                    <a:pt x="32409" y="26432"/>
                  </a:lnTo>
                  <a:lnTo>
                    <a:pt x="32569" y="26131"/>
                  </a:lnTo>
                  <a:lnTo>
                    <a:pt x="32710" y="25810"/>
                  </a:lnTo>
                  <a:lnTo>
                    <a:pt x="32830" y="25509"/>
                  </a:lnTo>
                  <a:lnTo>
                    <a:pt x="32950" y="25189"/>
                  </a:lnTo>
                  <a:lnTo>
                    <a:pt x="33051" y="24848"/>
                  </a:lnTo>
                  <a:lnTo>
                    <a:pt x="33131" y="24527"/>
                  </a:lnTo>
                  <a:lnTo>
                    <a:pt x="33191" y="24166"/>
                  </a:lnTo>
                  <a:lnTo>
                    <a:pt x="33231" y="23825"/>
                  </a:lnTo>
                  <a:lnTo>
                    <a:pt x="33251" y="23444"/>
                  </a:lnTo>
                  <a:lnTo>
                    <a:pt x="33251" y="23063"/>
                  </a:lnTo>
                  <a:lnTo>
                    <a:pt x="33231" y="22682"/>
                  </a:lnTo>
                  <a:lnTo>
                    <a:pt x="33191" y="22281"/>
                  </a:lnTo>
                  <a:lnTo>
                    <a:pt x="33151" y="21859"/>
                  </a:lnTo>
                  <a:lnTo>
                    <a:pt x="33071" y="21418"/>
                  </a:lnTo>
                  <a:lnTo>
                    <a:pt x="32970" y="20977"/>
                  </a:lnTo>
                  <a:lnTo>
                    <a:pt x="31326" y="20095"/>
                  </a:lnTo>
                  <a:lnTo>
                    <a:pt x="29561" y="19112"/>
                  </a:lnTo>
                  <a:lnTo>
                    <a:pt x="27696" y="18049"/>
                  </a:lnTo>
                  <a:lnTo>
                    <a:pt x="25771" y="16906"/>
                  </a:lnTo>
                  <a:lnTo>
                    <a:pt x="23826" y="15683"/>
                  </a:lnTo>
                  <a:lnTo>
                    <a:pt x="22843" y="15061"/>
                  </a:lnTo>
                  <a:lnTo>
                    <a:pt x="21860" y="14419"/>
                  </a:lnTo>
                  <a:lnTo>
                    <a:pt x="20898" y="13757"/>
                  </a:lnTo>
                  <a:lnTo>
                    <a:pt x="19935" y="13096"/>
                  </a:lnTo>
                  <a:lnTo>
                    <a:pt x="18992" y="12414"/>
                  </a:lnTo>
                  <a:lnTo>
                    <a:pt x="18070" y="11732"/>
                  </a:lnTo>
                  <a:lnTo>
                    <a:pt x="17027" y="10930"/>
                  </a:lnTo>
                  <a:lnTo>
                    <a:pt x="15984" y="10087"/>
                  </a:lnTo>
                  <a:lnTo>
                    <a:pt x="14961" y="9225"/>
                  </a:lnTo>
                  <a:lnTo>
                    <a:pt x="13959" y="8363"/>
                  </a:lnTo>
                  <a:lnTo>
                    <a:pt x="12956" y="7480"/>
                  </a:lnTo>
                  <a:lnTo>
                    <a:pt x="11973" y="6598"/>
                  </a:lnTo>
                  <a:lnTo>
                    <a:pt x="11011" y="5716"/>
                  </a:lnTo>
                  <a:lnTo>
                    <a:pt x="10088" y="4833"/>
                  </a:lnTo>
                  <a:lnTo>
                    <a:pt x="8765" y="3550"/>
                  </a:lnTo>
                  <a:lnTo>
                    <a:pt x="7521" y="2306"/>
                  </a:lnTo>
                  <a:lnTo>
                    <a:pt x="6358" y="1123"/>
                  </a:lnTo>
                  <a:lnTo>
                    <a:pt x="527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28"/>
            <p:cNvSpPr/>
            <p:nvPr/>
          </p:nvSpPr>
          <p:spPr>
            <a:xfrm>
              <a:off x="10352050" y="3796875"/>
              <a:ext cx="831300" cy="667825"/>
            </a:xfrm>
            <a:custGeom>
              <a:avLst/>
              <a:gdLst/>
              <a:ahLst/>
              <a:cxnLst/>
              <a:rect l="l" t="t" r="r" b="b"/>
              <a:pathLst>
                <a:path w="33252" h="26713" fill="none" extrusionOk="0">
                  <a:moveTo>
                    <a:pt x="32228" y="26713"/>
                  </a:moveTo>
                  <a:lnTo>
                    <a:pt x="32228" y="26713"/>
                  </a:lnTo>
                  <a:lnTo>
                    <a:pt x="31326" y="26292"/>
                  </a:lnTo>
                  <a:lnTo>
                    <a:pt x="30383" y="25810"/>
                  </a:lnTo>
                  <a:lnTo>
                    <a:pt x="29381" y="25309"/>
                  </a:lnTo>
                  <a:lnTo>
                    <a:pt x="28358" y="24747"/>
                  </a:lnTo>
                  <a:lnTo>
                    <a:pt x="27295" y="24166"/>
                  </a:lnTo>
                  <a:lnTo>
                    <a:pt x="26212" y="23564"/>
                  </a:lnTo>
                  <a:lnTo>
                    <a:pt x="25089" y="22922"/>
                  </a:lnTo>
                  <a:lnTo>
                    <a:pt x="23966" y="22241"/>
                  </a:lnTo>
                  <a:lnTo>
                    <a:pt x="22823" y="21559"/>
                  </a:lnTo>
                  <a:lnTo>
                    <a:pt x="21660" y="20837"/>
                  </a:lnTo>
                  <a:lnTo>
                    <a:pt x="20496" y="20095"/>
                  </a:lnTo>
                  <a:lnTo>
                    <a:pt x="19333" y="19313"/>
                  </a:lnTo>
                  <a:lnTo>
                    <a:pt x="18190" y="18530"/>
                  </a:lnTo>
                  <a:lnTo>
                    <a:pt x="17027" y="17728"/>
                  </a:lnTo>
                  <a:lnTo>
                    <a:pt x="15904" y="16906"/>
                  </a:lnTo>
                  <a:lnTo>
                    <a:pt x="14781" y="16064"/>
                  </a:lnTo>
                  <a:lnTo>
                    <a:pt x="14781" y="16064"/>
                  </a:lnTo>
                  <a:lnTo>
                    <a:pt x="13778" y="15302"/>
                  </a:lnTo>
                  <a:lnTo>
                    <a:pt x="12775" y="14499"/>
                  </a:lnTo>
                  <a:lnTo>
                    <a:pt x="11773" y="13697"/>
                  </a:lnTo>
                  <a:lnTo>
                    <a:pt x="10810" y="12875"/>
                  </a:lnTo>
                  <a:lnTo>
                    <a:pt x="9848" y="12053"/>
                  </a:lnTo>
                  <a:lnTo>
                    <a:pt x="8885" y="11211"/>
                  </a:lnTo>
                  <a:lnTo>
                    <a:pt x="7962" y="10388"/>
                  </a:lnTo>
                  <a:lnTo>
                    <a:pt x="7060" y="9546"/>
                  </a:lnTo>
                  <a:lnTo>
                    <a:pt x="7060" y="9546"/>
                  </a:lnTo>
                  <a:lnTo>
                    <a:pt x="6037" y="8583"/>
                  </a:lnTo>
                  <a:lnTo>
                    <a:pt x="5034" y="7621"/>
                  </a:lnTo>
                  <a:lnTo>
                    <a:pt x="4092" y="6678"/>
                  </a:lnTo>
                  <a:lnTo>
                    <a:pt x="3189" y="5756"/>
                  </a:lnTo>
                  <a:lnTo>
                    <a:pt x="2307" y="4853"/>
                  </a:lnTo>
                  <a:lnTo>
                    <a:pt x="1485" y="3991"/>
                  </a:lnTo>
                  <a:lnTo>
                    <a:pt x="723" y="3149"/>
                  </a:lnTo>
                  <a:lnTo>
                    <a:pt x="1" y="2346"/>
                  </a:lnTo>
                  <a:lnTo>
                    <a:pt x="1" y="2346"/>
                  </a:lnTo>
                  <a:lnTo>
                    <a:pt x="41" y="2266"/>
                  </a:lnTo>
                  <a:lnTo>
                    <a:pt x="41" y="2266"/>
                  </a:lnTo>
                  <a:lnTo>
                    <a:pt x="282" y="1985"/>
                  </a:lnTo>
                  <a:lnTo>
                    <a:pt x="542" y="1705"/>
                  </a:lnTo>
                  <a:lnTo>
                    <a:pt x="803" y="1464"/>
                  </a:lnTo>
                  <a:lnTo>
                    <a:pt x="1084" y="1243"/>
                  </a:lnTo>
                  <a:lnTo>
                    <a:pt x="1385" y="1043"/>
                  </a:lnTo>
                  <a:lnTo>
                    <a:pt x="1685" y="862"/>
                  </a:lnTo>
                  <a:lnTo>
                    <a:pt x="2006" y="682"/>
                  </a:lnTo>
                  <a:lnTo>
                    <a:pt x="2327" y="541"/>
                  </a:lnTo>
                  <a:lnTo>
                    <a:pt x="2668" y="421"/>
                  </a:lnTo>
                  <a:lnTo>
                    <a:pt x="3029" y="321"/>
                  </a:lnTo>
                  <a:lnTo>
                    <a:pt x="3390" y="221"/>
                  </a:lnTo>
                  <a:lnTo>
                    <a:pt x="3751" y="140"/>
                  </a:lnTo>
                  <a:lnTo>
                    <a:pt x="4112" y="80"/>
                  </a:lnTo>
                  <a:lnTo>
                    <a:pt x="4493" y="40"/>
                  </a:lnTo>
                  <a:lnTo>
                    <a:pt x="4894" y="20"/>
                  </a:lnTo>
                  <a:lnTo>
                    <a:pt x="5275" y="0"/>
                  </a:lnTo>
                  <a:lnTo>
                    <a:pt x="5275" y="0"/>
                  </a:lnTo>
                  <a:lnTo>
                    <a:pt x="6358" y="1123"/>
                  </a:lnTo>
                  <a:lnTo>
                    <a:pt x="7521" y="2306"/>
                  </a:lnTo>
                  <a:lnTo>
                    <a:pt x="8765" y="3550"/>
                  </a:lnTo>
                  <a:lnTo>
                    <a:pt x="10088" y="4833"/>
                  </a:lnTo>
                  <a:lnTo>
                    <a:pt x="10088" y="4833"/>
                  </a:lnTo>
                  <a:lnTo>
                    <a:pt x="11011" y="5716"/>
                  </a:lnTo>
                  <a:lnTo>
                    <a:pt x="11973" y="6598"/>
                  </a:lnTo>
                  <a:lnTo>
                    <a:pt x="12956" y="7480"/>
                  </a:lnTo>
                  <a:lnTo>
                    <a:pt x="13959" y="8363"/>
                  </a:lnTo>
                  <a:lnTo>
                    <a:pt x="14961" y="9225"/>
                  </a:lnTo>
                  <a:lnTo>
                    <a:pt x="15984" y="10087"/>
                  </a:lnTo>
                  <a:lnTo>
                    <a:pt x="17027" y="10930"/>
                  </a:lnTo>
                  <a:lnTo>
                    <a:pt x="18070" y="11732"/>
                  </a:lnTo>
                  <a:lnTo>
                    <a:pt x="18070" y="11732"/>
                  </a:lnTo>
                  <a:lnTo>
                    <a:pt x="18992" y="12414"/>
                  </a:lnTo>
                  <a:lnTo>
                    <a:pt x="19935" y="13096"/>
                  </a:lnTo>
                  <a:lnTo>
                    <a:pt x="20898" y="13757"/>
                  </a:lnTo>
                  <a:lnTo>
                    <a:pt x="21860" y="14419"/>
                  </a:lnTo>
                  <a:lnTo>
                    <a:pt x="22843" y="15061"/>
                  </a:lnTo>
                  <a:lnTo>
                    <a:pt x="23826" y="15683"/>
                  </a:lnTo>
                  <a:lnTo>
                    <a:pt x="25771" y="16906"/>
                  </a:lnTo>
                  <a:lnTo>
                    <a:pt x="27696" y="18049"/>
                  </a:lnTo>
                  <a:lnTo>
                    <a:pt x="29561" y="19112"/>
                  </a:lnTo>
                  <a:lnTo>
                    <a:pt x="31326" y="20095"/>
                  </a:lnTo>
                  <a:lnTo>
                    <a:pt x="32970" y="20977"/>
                  </a:lnTo>
                  <a:lnTo>
                    <a:pt x="32970" y="20977"/>
                  </a:lnTo>
                  <a:lnTo>
                    <a:pt x="33071" y="21418"/>
                  </a:lnTo>
                  <a:lnTo>
                    <a:pt x="33151" y="21859"/>
                  </a:lnTo>
                  <a:lnTo>
                    <a:pt x="33191" y="22281"/>
                  </a:lnTo>
                  <a:lnTo>
                    <a:pt x="33231" y="22682"/>
                  </a:lnTo>
                  <a:lnTo>
                    <a:pt x="33251" y="23063"/>
                  </a:lnTo>
                  <a:lnTo>
                    <a:pt x="33251" y="23444"/>
                  </a:lnTo>
                  <a:lnTo>
                    <a:pt x="33231" y="23825"/>
                  </a:lnTo>
                  <a:lnTo>
                    <a:pt x="33191" y="24166"/>
                  </a:lnTo>
                  <a:lnTo>
                    <a:pt x="33131" y="24527"/>
                  </a:lnTo>
                  <a:lnTo>
                    <a:pt x="33051" y="24848"/>
                  </a:lnTo>
                  <a:lnTo>
                    <a:pt x="32950" y="25189"/>
                  </a:lnTo>
                  <a:lnTo>
                    <a:pt x="32830" y="25509"/>
                  </a:lnTo>
                  <a:lnTo>
                    <a:pt x="32710" y="25810"/>
                  </a:lnTo>
                  <a:lnTo>
                    <a:pt x="32569" y="26131"/>
                  </a:lnTo>
                  <a:lnTo>
                    <a:pt x="32409" y="26432"/>
                  </a:lnTo>
                  <a:lnTo>
                    <a:pt x="32228" y="2671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28"/>
            <p:cNvSpPr/>
            <p:nvPr/>
          </p:nvSpPr>
          <p:spPr>
            <a:xfrm>
              <a:off x="10458850" y="4207975"/>
              <a:ext cx="290800" cy="225150"/>
            </a:xfrm>
            <a:custGeom>
              <a:avLst/>
              <a:gdLst/>
              <a:ahLst/>
              <a:cxnLst/>
              <a:rect l="l" t="t" r="r" b="b"/>
              <a:pathLst>
                <a:path w="11632" h="9006" extrusionOk="0">
                  <a:moveTo>
                    <a:pt x="0" y="1"/>
                  </a:moveTo>
                  <a:lnTo>
                    <a:pt x="562" y="863"/>
                  </a:lnTo>
                  <a:lnTo>
                    <a:pt x="1123" y="1665"/>
                  </a:lnTo>
                  <a:lnTo>
                    <a:pt x="2166" y="3069"/>
                  </a:lnTo>
                  <a:lnTo>
                    <a:pt x="3009" y="4192"/>
                  </a:lnTo>
                  <a:lnTo>
                    <a:pt x="3610" y="4974"/>
                  </a:lnTo>
                  <a:lnTo>
                    <a:pt x="3630" y="4994"/>
                  </a:lnTo>
                  <a:lnTo>
                    <a:pt x="4493" y="5676"/>
                  </a:lnTo>
                  <a:lnTo>
                    <a:pt x="5395" y="6378"/>
                  </a:lnTo>
                  <a:lnTo>
                    <a:pt x="6177" y="6960"/>
                  </a:lnTo>
                  <a:lnTo>
                    <a:pt x="6558" y="7240"/>
                  </a:lnTo>
                  <a:lnTo>
                    <a:pt x="6899" y="7321"/>
                  </a:lnTo>
                  <a:lnTo>
                    <a:pt x="7300" y="7421"/>
                  </a:lnTo>
                  <a:lnTo>
                    <a:pt x="7761" y="7561"/>
                  </a:lnTo>
                  <a:lnTo>
                    <a:pt x="8263" y="7742"/>
                  </a:lnTo>
                  <a:lnTo>
                    <a:pt x="9366" y="8143"/>
                  </a:lnTo>
                  <a:lnTo>
                    <a:pt x="10629" y="8624"/>
                  </a:lnTo>
                  <a:lnTo>
                    <a:pt x="11632" y="9005"/>
                  </a:lnTo>
                  <a:lnTo>
                    <a:pt x="10288" y="8123"/>
                  </a:lnTo>
                  <a:lnTo>
                    <a:pt x="8945" y="7220"/>
                  </a:lnTo>
                  <a:lnTo>
                    <a:pt x="7561" y="6258"/>
                  </a:lnTo>
                  <a:lnTo>
                    <a:pt x="6217" y="5255"/>
                  </a:lnTo>
                  <a:lnTo>
                    <a:pt x="5415" y="4653"/>
                  </a:lnTo>
                  <a:lnTo>
                    <a:pt x="4633" y="4012"/>
                  </a:lnTo>
                  <a:lnTo>
                    <a:pt x="3831" y="3370"/>
                  </a:lnTo>
                  <a:lnTo>
                    <a:pt x="3049" y="2708"/>
                  </a:lnTo>
                  <a:lnTo>
                    <a:pt x="1504" y="136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28"/>
            <p:cNvSpPr/>
            <p:nvPr/>
          </p:nvSpPr>
          <p:spPr>
            <a:xfrm>
              <a:off x="10458850" y="4207975"/>
              <a:ext cx="290800" cy="225150"/>
            </a:xfrm>
            <a:custGeom>
              <a:avLst/>
              <a:gdLst/>
              <a:ahLst/>
              <a:cxnLst/>
              <a:rect l="l" t="t" r="r" b="b"/>
              <a:pathLst>
                <a:path w="11632" h="9006" fill="none" extrusionOk="0">
                  <a:moveTo>
                    <a:pt x="11632" y="9005"/>
                  </a:moveTo>
                  <a:lnTo>
                    <a:pt x="11632" y="9005"/>
                  </a:lnTo>
                  <a:lnTo>
                    <a:pt x="10629" y="8624"/>
                  </a:lnTo>
                  <a:lnTo>
                    <a:pt x="10629" y="8624"/>
                  </a:lnTo>
                  <a:lnTo>
                    <a:pt x="9366" y="8143"/>
                  </a:lnTo>
                  <a:lnTo>
                    <a:pt x="8263" y="7742"/>
                  </a:lnTo>
                  <a:lnTo>
                    <a:pt x="7761" y="7561"/>
                  </a:lnTo>
                  <a:lnTo>
                    <a:pt x="7300" y="7421"/>
                  </a:lnTo>
                  <a:lnTo>
                    <a:pt x="6899" y="7321"/>
                  </a:lnTo>
                  <a:lnTo>
                    <a:pt x="6558" y="7240"/>
                  </a:lnTo>
                  <a:lnTo>
                    <a:pt x="6558" y="7240"/>
                  </a:lnTo>
                  <a:lnTo>
                    <a:pt x="6558" y="7240"/>
                  </a:lnTo>
                  <a:lnTo>
                    <a:pt x="6558" y="7240"/>
                  </a:lnTo>
                  <a:lnTo>
                    <a:pt x="6177" y="6960"/>
                  </a:lnTo>
                  <a:lnTo>
                    <a:pt x="6177" y="6960"/>
                  </a:lnTo>
                  <a:lnTo>
                    <a:pt x="5395" y="6378"/>
                  </a:lnTo>
                  <a:lnTo>
                    <a:pt x="5395" y="6378"/>
                  </a:lnTo>
                  <a:lnTo>
                    <a:pt x="4493" y="5676"/>
                  </a:lnTo>
                  <a:lnTo>
                    <a:pt x="4493" y="5676"/>
                  </a:lnTo>
                  <a:lnTo>
                    <a:pt x="3630" y="4994"/>
                  </a:lnTo>
                  <a:lnTo>
                    <a:pt x="3630" y="4994"/>
                  </a:lnTo>
                  <a:lnTo>
                    <a:pt x="3610" y="4974"/>
                  </a:lnTo>
                  <a:lnTo>
                    <a:pt x="3610" y="4974"/>
                  </a:lnTo>
                  <a:lnTo>
                    <a:pt x="3009" y="4192"/>
                  </a:lnTo>
                  <a:lnTo>
                    <a:pt x="2166" y="3069"/>
                  </a:lnTo>
                  <a:lnTo>
                    <a:pt x="1123" y="1665"/>
                  </a:lnTo>
                  <a:lnTo>
                    <a:pt x="562" y="86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504" y="1364"/>
                  </a:lnTo>
                  <a:lnTo>
                    <a:pt x="3049" y="2708"/>
                  </a:lnTo>
                  <a:lnTo>
                    <a:pt x="3831" y="3370"/>
                  </a:lnTo>
                  <a:lnTo>
                    <a:pt x="4633" y="4012"/>
                  </a:lnTo>
                  <a:lnTo>
                    <a:pt x="5415" y="4653"/>
                  </a:lnTo>
                  <a:lnTo>
                    <a:pt x="6217" y="5255"/>
                  </a:lnTo>
                  <a:lnTo>
                    <a:pt x="6217" y="5255"/>
                  </a:lnTo>
                  <a:lnTo>
                    <a:pt x="7561" y="6258"/>
                  </a:lnTo>
                  <a:lnTo>
                    <a:pt x="8945" y="7220"/>
                  </a:lnTo>
                  <a:lnTo>
                    <a:pt x="8945" y="7220"/>
                  </a:lnTo>
                  <a:lnTo>
                    <a:pt x="10288" y="8123"/>
                  </a:lnTo>
                  <a:lnTo>
                    <a:pt x="11632" y="90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28"/>
            <p:cNvSpPr/>
            <p:nvPr/>
          </p:nvSpPr>
          <p:spPr>
            <a:xfrm>
              <a:off x="10333500" y="3796875"/>
              <a:ext cx="580100" cy="467775"/>
            </a:xfrm>
            <a:custGeom>
              <a:avLst/>
              <a:gdLst/>
              <a:ahLst/>
              <a:cxnLst/>
              <a:rect l="l" t="t" r="r" b="b"/>
              <a:pathLst>
                <a:path w="23204" h="18711" extrusionOk="0">
                  <a:moveTo>
                    <a:pt x="21720" y="2487"/>
                  </a:moveTo>
                  <a:lnTo>
                    <a:pt x="21359" y="2527"/>
                  </a:lnTo>
                  <a:lnTo>
                    <a:pt x="20958" y="2567"/>
                  </a:lnTo>
                  <a:lnTo>
                    <a:pt x="20557" y="2587"/>
                  </a:lnTo>
                  <a:lnTo>
                    <a:pt x="19694" y="2587"/>
                  </a:lnTo>
                  <a:lnTo>
                    <a:pt x="19273" y="2567"/>
                  </a:lnTo>
                  <a:lnTo>
                    <a:pt x="20236" y="3469"/>
                  </a:lnTo>
                  <a:lnTo>
                    <a:pt x="21259" y="4372"/>
                  </a:lnTo>
                  <a:lnTo>
                    <a:pt x="21579" y="4292"/>
                  </a:lnTo>
                  <a:lnTo>
                    <a:pt x="22021" y="4171"/>
                  </a:lnTo>
                  <a:lnTo>
                    <a:pt x="22422" y="4011"/>
                  </a:lnTo>
                  <a:lnTo>
                    <a:pt x="22823" y="3830"/>
                  </a:lnTo>
                  <a:lnTo>
                    <a:pt x="23204" y="3610"/>
                  </a:lnTo>
                  <a:lnTo>
                    <a:pt x="21720" y="2487"/>
                  </a:lnTo>
                  <a:close/>
                  <a:moveTo>
                    <a:pt x="12054" y="882"/>
                  </a:moveTo>
                  <a:lnTo>
                    <a:pt x="13778" y="2547"/>
                  </a:lnTo>
                  <a:lnTo>
                    <a:pt x="14681" y="3369"/>
                  </a:lnTo>
                  <a:lnTo>
                    <a:pt x="15603" y="4211"/>
                  </a:lnTo>
                  <a:lnTo>
                    <a:pt x="16506" y="4312"/>
                  </a:lnTo>
                  <a:lnTo>
                    <a:pt x="17428" y="4412"/>
                  </a:lnTo>
                  <a:lnTo>
                    <a:pt x="18331" y="4492"/>
                  </a:lnTo>
                  <a:lnTo>
                    <a:pt x="18792" y="4512"/>
                  </a:lnTo>
                  <a:lnTo>
                    <a:pt x="19253" y="4532"/>
                  </a:lnTo>
                  <a:lnTo>
                    <a:pt x="19253" y="4532"/>
                  </a:lnTo>
                  <a:lnTo>
                    <a:pt x="18591" y="3951"/>
                  </a:lnTo>
                  <a:lnTo>
                    <a:pt x="17970" y="3349"/>
                  </a:lnTo>
                  <a:lnTo>
                    <a:pt x="16786" y="2206"/>
                  </a:lnTo>
                  <a:lnTo>
                    <a:pt x="15784" y="1945"/>
                  </a:lnTo>
                  <a:lnTo>
                    <a:pt x="14661" y="1604"/>
                  </a:lnTo>
                  <a:lnTo>
                    <a:pt x="13397" y="1243"/>
                  </a:lnTo>
                  <a:lnTo>
                    <a:pt x="12054" y="882"/>
                  </a:lnTo>
                  <a:close/>
                  <a:moveTo>
                    <a:pt x="6017" y="0"/>
                  </a:moveTo>
                  <a:lnTo>
                    <a:pt x="7100" y="1123"/>
                  </a:lnTo>
                  <a:lnTo>
                    <a:pt x="8263" y="2306"/>
                  </a:lnTo>
                  <a:lnTo>
                    <a:pt x="9507" y="3550"/>
                  </a:lnTo>
                  <a:lnTo>
                    <a:pt x="10830" y="4833"/>
                  </a:lnTo>
                  <a:lnTo>
                    <a:pt x="10870" y="4793"/>
                  </a:lnTo>
                  <a:lnTo>
                    <a:pt x="11271" y="4613"/>
                  </a:lnTo>
                  <a:lnTo>
                    <a:pt x="11693" y="4472"/>
                  </a:lnTo>
                  <a:lnTo>
                    <a:pt x="10469" y="3329"/>
                  </a:lnTo>
                  <a:lnTo>
                    <a:pt x="9326" y="2206"/>
                  </a:lnTo>
                  <a:lnTo>
                    <a:pt x="8203" y="1103"/>
                  </a:lnTo>
                  <a:lnTo>
                    <a:pt x="7160" y="20"/>
                  </a:lnTo>
                  <a:lnTo>
                    <a:pt x="6318" y="0"/>
                  </a:lnTo>
                  <a:close/>
                  <a:moveTo>
                    <a:pt x="743" y="2346"/>
                  </a:moveTo>
                  <a:lnTo>
                    <a:pt x="562" y="2607"/>
                  </a:lnTo>
                  <a:lnTo>
                    <a:pt x="422" y="2888"/>
                  </a:lnTo>
                  <a:lnTo>
                    <a:pt x="1886" y="4452"/>
                  </a:lnTo>
                  <a:lnTo>
                    <a:pt x="3611" y="6257"/>
                  </a:lnTo>
                  <a:lnTo>
                    <a:pt x="4573" y="7240"/>
                  </a:lnTo>
                  <a:lnTo>
                    <a:pt x="5576" y="8222"/>
                  </a:lnTo>
                  <a:lnTo>
                    <a:pt x="6619" y="9265"/>
                  </a:lnTo>
                  <a:lnTo>
                    <a:pt x="7722" y="10288"/>
                  </a:lnTo>
                  <a:lnTo>
                    <a:pt x="7742" y="9927"/>
                  </a:lnTo>
                  <a:lnTo>
                    <a:pt x="7802" y="9546"/>
                  </a:lnTo>
                  <a:lnTo>
                    <a:pt x="6779" y="8583"/>
                  </a:lnTo>
                  <a:lnTo>
                    <a:pt x="5776" y="7621"/>
                  </a:lnTo>
                  <a:lnTo>
                    <a:pt x="4834" y="6678"/>
                  </a:lnTo>
                  <a:lnTo>
                    <a:pt x="3931" y="5756"/>
                  </a:lnTo>
                  <a:lnTo>
                    <a:pt x="3049" y="4853"/>
                  </a:lnTo>
                  <a:lnTo>
                    <a:pt x="2227" y="3991"/>
                  </a:lnTo>
                  <a:lnTo>
                    <a:pt x="1465" y="3149"/>
                  </a:lnTo>
                  <a:lnTo>
                    <a:pt x="743" y="2346"/>
                  </a:lnTo>
                  <a:close/>
                  <a:moveTo>
                    <a:pt x="21" y="4593"/>
                  </a:moveTo>
                  <a:lnTo>
                    <a:pt x="1" y="4893"/>
                  </a:lnTo>
                  <a:lnTo>
                    <a:pt x="21" y="5274"/>
                  </a:lnTo>
                  <a:lnTo>
                    <a:pt x="41" y="5655"/>
                  </a:lnTo>
                  <a:lnTo>
                    <a:pt x="101" y="6056"/>
                  </a:lnTo>
                  <a:lnTo>
                    <a:pt x="161" y="6458"/>
                  </a:lnTo>
                  <a:lnTo>
                    <a:pt x="261" y="6859"/>
                  </a:lnTo>
                  <a:lnTo>
                    <a:pt x="362" y="7280"/>
                  </a:lnTo>
                  <a:lnTo>
                    <a:pt x="482" y="7701"/>
                  </a:lnTo>
                  <a:lnTo>
                    <a:pt x="602" y="8122"/>
                  </a:lnTo>
                  <a:lnTo>
                    <a:pt x="923" y="9005"/>
                  </a:lnTo>
                  <a:lnTo>
                    <a:pt x="1284" y="9887"/>
                  </a:lnTo>
                  <a:lnTo>
                    <a:pt x="1685" y="10769"/>
                  </a:lnTo>
                  <a:lnTo>
                    <a:pt x="2147" y="11672"/>
                  </a:lnTo>
                  <a:lnTo>
                    <a:pt x="3911" y="13417"/>
                  </a:lnTo>
                  <a:lnTo>
                    <a:pt x="4854" y="14299"/>
                  </a:lnTo>
                  <a:lnTo>
                    <a:pt x="5817" y="15181"/>
                  </a:lnTo>
                  <a:lnTo>
                    <a:pt x="6799" y="16084"/>
                  </a:lnTo>
                  <a:lnTo>
                    <a:pt x="7802" y="16966"/>
                  </a:lnTo>
                  <a:lnTo>
                    <a:pt x="8805" y="17849"/>
                  </a:lnTo>
                  <a:lnTo>
                    <a:pt x="9848" y="18711"/>
                  </a:lnTo>
                  <a:lnTo>
                    <a:pt x="9848" y="18711"/>
                  </a:lnTo>
                  <a:lnTo>
                    <a:pt x="9406" y="17929"/>
                  </a:lnTo>
                  <a:lnTo>
                    <a:pt x="9206" y="17508"/>
                  </a:lnTo>
                  <a:lnTo>
                    <a:pt x="9005" y="17107"/>
                  </a:lnTo>
                  <a:lnTo>
                    <a:pt x="8825" y="16685"/>
                  </a:lnTo>
                  <a:lnTo>
                    <a:pt x="8664" y="16244"/>
                  </a:lnTo>
                  <a:lnTo>
                    <a:pt x="8504" y="15823"/>
                  </a:lnTo>
                  <a:lnTo>
                    <a:pt x="8343" y="15382"/>
                  </a:lnTo>
                  <a:lnTo>
                    <a:pt x="8143" y="14660"/>
                  </a:lnTo>
                  <a:lnTo>
                    <a:pt x="7962" y="13898"/>
                  </a:lnTo>
                  <a:lnTo>
                    <a:pt x="7842" y="13116"/>
                  </a:lnTo>
                  <a:lnTo>
                    <a:pt x="7742" y="12293"/>
                  </a:lnTo>
                  <a:lnTo>
                    <a:pt x="6639" y="11291"/>
                  </a:lnTo>
                  <a:lnTo>
                    <a:pt x="5556" y="10288"/>
                  </a:lnTo>
                  <a:lnTo>
                    <a:pt x="4513" y="9285"/>
                  </a:lnTo>
                  <a:lnTo>
                    <a:pt x="3510" y="8303"/>
                  </a:lnTo>
                  <a:lnTo>
                    <a:pt x="2568" y="7320"/>
                  </a:lnTo>
                  <a:lnTo>
                    <a:pt x="1665" y="6377"/>
                  </a:lnTo>
                  <a:lnTo>
                    <a:pt x="803" y="5475"/>
                  </a:lnTo>
                  <a:lnTo>
                    <a:pt x="21" y="4593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28"/>
            <p:cNvSpPr/>
            <p:nvPr/>
          </p:nvSpPr>
          <p:spPr>
            <a:xfrm>
              <a:off x="10333500" y="3911675"/>
              <a:ext cx="246200" cy="352975"/>
            </a:xfrm>
            <a:custGeom>
              <a:avLst/>
              <a:gdLst/>
              <a:ahLst/>
              <a:cxnLst/>
              <a:rect l="l" t="t" r="r" b="b"/>
              <a:pathLst>
                <a:path w="9848" h="14119" fill="none" extrusionOk="0">
                  <a:moveTo>
                    <a:pt x="21" y="1"/>
                  </a:moveTo>
                  <a:lnTo>
                    <a:pt x="21" y="1"/>
                  </a:lnTo>
                  <a:lnTo>
                    <a:pt x="21" y="1"/>
                  </a:lnTo>
                  <a:lnTo>
                    <a:pt x="1" y="301"/>
                  </a:lnTo>
                  <a:lnTo>
                    <a:pt x="1" y="301"/>
                  </a:lnTo>
                  <a:lnTo>
                    <a:pt x="21" y="682"/>
                  </a:lnTo>
                  <a:lnTo>
                    <a:pt x="41" y="1063"/>
                  </a:lnTo>
                  <a:lnTo>
                    <a:pt x="101" y="1464"/>
                  </a:lnTo>
                  <a:lnTo>
                    <a:pt x="161" y="1866"/>
                  </a:lnTo>
                  <a:lnTo>
                    <a:pt x="261" y="2267"/>
                  </a:lnTo>
                  <a:lnTo>
                    <a:pt x="362" y="2688"/>
                  </a:lnTo>
                  <a:lnTo>
                    <a:pt x="482" y="3109"/>
                  </a:lnTo>
                  <a:lnTo>
                    <a:pt x="602" y="3530"/>
                  </a:lnTo>
                  <a:lnTo>
                    <a:pt x="923" y="4413"/>
                  </a:lnTo>
                  <a:lnTo>
                    <a:pt x="1284" y="5295"/>
                  </a:lnTo>
                  <a:lnTo>
                    <a:pt x="1685" y="6177"/>
                  </a:lnTo>
                  <a:lnTo>
                    <a:pt x="2147" y="7080"/>
                  </a:lnTo>
                  <a:lnTo>
                    <a:pt x="2147" y="7080"/>
                  </a:lnTo>
                  <a:lnTo>
                    <a:pt x="2147" y="7080"/>
                  </a:lnTo>
                  <a:lnTo>
                    <a:pt x="3911" y="8825"/>
                  </a:lnTo>
                  <a:lnTo>
                    <a:pt x="4854" y="9707"/>
                  </a:lnTo>
                  <a:lnTo>
                    <a:pt x="5817" y="10589"/>
                  </a:lnTo>
                  <a:lnTo>
                    <a:pt x="6799" y="11492"/>
                  </a:lnTo>
                  <a:lnTo>
                    <a:pt x="7802" y="12374"/>
                  </a:lnTo>
                  <a:lnTo>
                    <a:pt x="8805" y="13257"/>
                  </a:lnTo>
                  <a:lnTo>
                    <a:pt x="9848" y="14119"/>
                  </a:lnTo>
                  <a:lnTo>
                    <a:pt x="9848" y="14119"/>
                  </a:lnTo>
                  <a:lnTo>
                    <a:pt x="9848" y="14119"/>
                  </a:lnTo>
                  <a:lnTo>
                    <a:pt x="9848" y="14119"/>
                  </a:lnTo>
                  <a:lnTo>
                    <a:pt x="9406" y="13337"/>
                  </a:lnTo>
                  <a:lnTo>
                    <a:pt x="9206" y="12916"/>
                  </a:lnTo>
                  <a:lnTo>
                    <a:pt x="9005" y="12515"/>
                  </a:lnTo>
                  <a:lnTo>
                    <a:pt x="8825" y="12093"/>
                  </a:lnTo>
                  <a:lnTo>
                    <a:pt x="8664" y="11652"/>
                  </a:lnTo>
                  <a:lnTo>
                    <a:pt x="8504" y="11231"/>
                  </a:lnTo>
                  <a:lnTo>
                    <a:pt x="8343" y="10790"/>
                  </a:lnTo>
                  <a:lnTo>
                    <a:pt x="8343" y="10790"/>
                  </a:lnTo>
                  <a:lnTo>
                    <a:pt x="8143" y="10068"/>
                  </a:lnTo>
                  <a:lnTo>
                    <a:pt x="7962" y="9306"/>
                  </a:lnTo>
                  <a:lnTo>
                    <a:pt x="7842" y="8524"/>
                  </a:lnTo>
                  <a:lnTo>
                    <a:pt x="7742" y="7701"/>
                  </a:lnTo>
                  <a:lnTo>
                    <a:pt x="7742" y="7701"/>
                  </a:lnTo>
                  <a:lnTo>
                    <a:pt x="7742" y="7701"/>
                  </a:lnTo>
                  <a:lnTo>
                    <a:pt x="6639" y="6699"/>
                  </a:lnTo>
                  <a:lnTo>
                    <a:pt x="5556" y="5696"/>
                  </a:lnTo>
                  <a:lnTo>
                    <a:pt x="4513" y="4693"/>
                  </a:lnTo>
                  <a:lnTo>
                    <a:pt x="3510" y="3711"/>
                  </a:lnTo>
                  <a:lnTo>
                    <a:pt x="2568" y="2728"/>
                  </a:lnTo>
                  <a:lnTo>
                    <a:pt x="1665" y="1785"/>
                  </a:lnTo>
                  <a:lnTo>
                    <a:pt x="803" y="883"/>
                  </a:lnTo>
                  <a:lnTo>
                    <a:pt x="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28"/>
            <p:cNvSpPr/>
            <p:nvPr/>
          </p:nvSpPr>
          <p:spPr>
            <a:xfrm>
              <a:off x="10815325" y="3859025"/>
              <a:ext cx="98275" cy="47150"/>
            </a:xfrm>
            <a:custGeom>
              <a:avLst/>
              <a:gdLst/>
              <a:ahLst/>
              <a:cxnLst/>
              <a:rect l="l" t="t" r="r" b="b"/>
              <a:pathLst>
                <a:path w="3931" h="1886" fill="none" extrusionOk="0">
                  <a:moveTo>
                    <a:pt x="2447" y="1"/>
                  </a:moveTo>
                  <a:lnTo>
                    <a:pt x="2447" y="1"/>
                  </a:lnTo>
                  <a:lnTo>
                    <a:pt x="2447" y="1"/>
                  </a:lnTo>
                  <a:lnTo>
                    <a:pt x="2086" y="41"/>
                  </a:lnTo>
                  <a:lnTo>
                    <a:pt x="1685" y="81"/>
                  </a:lnTo>
                  <a:lnTo>
                    <a:pt x="1284" y="101"/>
                  </a:lnTo>
                  <a:lnTo>
                    <a:pt x="842" y="101"/>
                  </a:lnTo>
                  <a:lnTo>
                    <a:pt x="842" y="101"/>
                  </a:lnTo>
                  <a:lnTo>
                    <a:pt x="421" y="101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963" y="983"/>
                  </a:lnTo>
                  <a:lnTo>
                    <a:pt x="1986" y="1886"/>
                  </a:lnTo>
                  <a:lnTo>
                    <a:pt x="1986" y="1886"/>
                  </a:lnTo>
                  <a:lnTo>
                    <a:pt x="1986" y="1886"/>
                  </a:lnTo>
                  <a:lnTo>
                    <a:pt x="2306" y="1806"/>
                  </a:lnTo>
                  <a:lnTo>
                    <a:pt x="2306" y="1806"/>
                  </a:lnTo>
                  <a:lnTo>
                    <a:pt x="2748" y="1685"/>
                  </a:lnTo>
                  <a:lnTo>
                    <a:pt x="3149" y="1525"/>
                  </a:lnTo>
                  <a:lnTo>
                    <a:pt x="3550" y="1344"/>
                  </a:lnTo>
                  <a:lnTo>
                    <a:pt x="3931" y="1124"/>
                  </a:lnTo>
                  <a:lnTo>
                    <a:pt x="24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28"/>
            <p:cNvSpPr/>
            <p:nvPr/>
          </p:nvSpPr>
          <p:spPr>
            <a:xfrm>
              <a:off x="10344025" y="3855525"/>
              <a:ext cx="184525" cy="198550"/>
            </a:xfrm>
            <a:custGeom>
              <a:avLst/>
              <a:gdLst/>
              <a:ahLst/>
              <a:cxnLst/>
              <a:rect l="l" t="t" r="r" b="b"/>
              <a:pathLst>
                <a:path w="7381" h="7942" fill="none" extrusionOk="0">
                  <a:moveTo>
                    <a:pt x="322" y="0"/>
                  </a:moveTo>
                  <a:lnTo>
                    <a:pt x="322" y="0"/>
                  </a:lnTo>
                  <a:lnTo>
                    <a:pt x="322" y="0"/>
                  </a:lnTo>
                  <a:lnTo>
                    <a:pt x="141" y="261"/>
                  </a:lnTo>
                  <a:lnTo>
                    <a:pt x="1" y="542"/>
                  </a:lnTo>
                  <a:lnTo>
                    <a:pt x="1" y="542"/>
                  </a:lnTo>
                  <a:lnTo>
                    <a:pt x="1465" y="2106"/>
                  </a:lnTo>
                  <a:lnTo>
                    <a:pt x="3190" y="3911"/>
                  </a:lnTo>
                  <a:lnTo>
                    <a:pt x="4152" y="4894"/>
                  </a:lnTo>
                  <a:lnTo>
                    <a:pt x="5155" y="5876"/>
                  </a:lnTo>
                  <a:lnTo>
                    <a:pt x="6198" y="6919"/>
                  </a:lnTo>
                  <a:lnTo>
                    <a:pt x="7301" y="7942"/>
                  </a:lnTo>
                  <a:lnTo>
                    <a:pt x="7301" y="7942"/>
                  </a:lnTo>
                  <a:lnTo>
                    <a:pt x="7301" y="7942"/>
                  </a:lnTo>
                  <a:lnTo>
                    <a:pt x="7321" y="7581"/>
                  </a:lnTo>
                  <a:lnTo>
                    <a:pt x="7381" y="7200"/>
                  </a:lnTo>
                  <a:lnTo>
                    <a:pt x="7381" y="7200"/>
                  </a:lnTo>
                  <a:lnTo>
                    <a:pt x="6358" y="6237"/>
                  </a:lnTo>
                  <a:lnTo>
                    <a:pt x="5355" y="5275"/>
                  </a:lnTo>
                  <a:lnTo>
                    <a:pt x="4413" y="4332"/>
                  </a:lnTo>
                  <a:lnTo>
                    <a:pt x="3510" y="3410"/>
                  </a:lnTo>
                  <a:lnTo>
                    <a:pt x="2628" y="2507"/>
                  </a:lnTo>
                  <a:lnTo>
                    <a:pt x="1806" y="1645"/>
                  </a:lnTo>
                  <a:lnTo>
                    <a:pt x="1044" y="803"/>
                  </a:lnTo>
                  <a:lnTo>
                    <a:pt x="32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28"/>
            <p:cNvSpPr/>
            <p:nvPr/>
          </p:nvSpPr>
          <p:spPr>
            <a:xfrm>
              <a:off x="10634825" y="3818925"/>
              <a:ext cx="180025" cy="91275"/>
            </a:xfrm>
            <a:custGeom>
              <a:avLst/>
              <a:gdLst/>
              <a:ahLst/>
              <a:cxnLst/>
              <a:rect l="l" t="t" r="r" b="b"/>
              <a:pathLst>
                <a:path w="7201" h="365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725" y="1665"/>
                  </a:lnTo>
                  <a:lnTo>
                    <a:pt x="2628" y="2487"/>
                  </a:lnTo>
                  <a:lnTo>
                    <a:pt x="3550" y="3329"/>
                  </a:lnTo>
                  <a:lnTo>
                    <a:pt x="3550" y="3329"/>
                  </a:lnTo>
                  <a:lnTo>
                    <a:pt x="3550" y="3329"/>
                  </a:lnTo>
                  <a:lnTo>
                    <a:pt x="4453" y="3430"/>
                  </a:lnTo>
                  <a:lnTo>
                    <a:pt x="5375" y="3530"/>
                  </a:lnTo>
                  <a:lnTo>
                    <a:pt x="6278" y="3610"/>
                  </a:lnTo>
                  <a:lnTo>
                    <a:pt x="6739" y="3630"/>
                  </a:lnTo>
                  <a:lnTo>
                    <a:pt x="7200" y="3650"/>
                  </a:lnTo>
                  <a:lnTo>
                    <a:pt x="7200" y="3650"/>
                  </a:lnTo>
                  <a:lnTo>
                    <a:pt x="6538" y="3069"/>
                  </a:lnTo>
                  <a:lnTo>
                    <a:pt x="5917" y="2467"/>
                  </a:lnTo>
                  <a:lnTo>
                    <a:pt x="4733" y="1324"/>
                  </a:lnTo>
                  <a:lnTo>
                    <a:pt x="4733" y="1324"/>
                  </a:lnTo>
                  <a:lnTo>
                    <a:pt x="4733" y="1324"/>
                  </a:lnTo>
                  <a:lnTo>
                    <a:pt x="3731" y="1063"/>
                  </a:lnTo>
                  <a:lnTo>
                    <a:pt x="2608" y="722"/>
                  </a:lnTo>
                  <a:lnTo>
                    <a:pt x="1344" y="36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28"/>
            <p:cNvSpPr/>
            <p:nvPr/>
          </p:nvSpPr>
          <p:spPr>
            <a:xfrm>
              <a:off x="10483925" y="3796875"/>
              <a:ext cx="141900" cy="120850"/>
            </a:xfrm>
            <a:custGeom>
              <a:avLst/>
              <a:gdLst/>
              <a:ahLst/>
              <a:cxnLst/>
              <a:rect l="l" t="t" r="r" b="b"/>
              <a:pathLst>
                <a:path w="5676" h="4834" fill="none" extrusionOk="0">
                  <a:moveTo>
                    <a:pt x="301" y="0"/>
                  </a:moveTo>
                  <a:lnTo>
                    <a:pt x="30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83" y="1123"/>
                  </a:lnTo>
                  <a:lnTo>
                    <a:pt x="2246" y="2306"/>
                  </a:lnTo>
                  <a:lnTo>
                    <a:pt x="3490" y="3550"/>
                  </a:lnTo>
                  <a:lnTo>
                    <a:pt x="4813" y="4833"/>
                  </a:lnTo>
                  <a:lnTo>
                    <a:pt x="4813" y="4833"/>
                  </a:lnTo>
                  <a:lnTo>
                    <a:pt x="4813" y="4833"/>
                  </a:lnTo>
                  <a:lnTo>
                    <a:pt x="4853" y="4793"/>
                  </a:lnTo>
                  <a:lnTo>
                    <a:pt x="4853" y="4793"/>
                  </a:lnTo>
                  <a:lnTo>
                    <a:pt x="5254" y="4613"/>
                  </a:lnTo>
                  <a:lnTo>
                    <a:pt x="5676" y="4472"/>
                  </a:lnTo>
                  <a:lnTo>
                    <a:pt x="5676" y="4472"/>
                  </a:lnTo>
                  <a:lnTo>
                    <a:pt x="4452" y="3329"/>
                  </a:lnTo>
                  <a:lnTo>
                    <a:pt x="3309" y="2206"/>
                  </a:lnTo>
                  <a:lnTo>
                    <a:pt x="2186" y="1103"/>
                  </a:lnTo>
                  <a:lnTo>
                    <a:pt x="1143" y="20"/>
                  </a:lnTo>
                  <a:lnTo>
                    <a:pt x="1143" y="20"/>
                  </a:lnTo>
                  <a:lnTo>
                    <a:pt x="1143" y="20"/>
                  </a:lnTo>
                  <a:lnTo>
                    <a:pt x="30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28"/>
            <p:cNvSpPr/>
            <p:nvPr/>
          </p:nvSpPr>
          <p:spPr>
            <a:xfrm>
              <a:off x="10876475" y="3707125"/>
              <a:ext cx="184025" cy="180000"/>
            </a:xfrm>
            <a:custGeom>
              <a:avLst/>
              <a:gdLst/>
              <a:ahLst/>
              <a:cxnLst/>
              <a:rect l="l" t="t" r="r" b="b"/>
              <a:pathLst>
                <a:path w="7361" h="7200" extrusionOk="0">
                  <a:moveTo>
                    <a:pt x="7060" y="0"/>
                  </a:moveTo>
                  <a:lnTo>
                    <a:pt x="6900" y="60"/>
                  </a:lnTo>
                  <a:lnTo>
                    <a:pt x="6779" y="121"/>
                  </a:lnTo>
                  <a:lnTo>
                    <a:pt x="6639" y="241"/>
                  </a:lnTo>
                  <a:lnTo>
                    <a:pt x="6478" y="401"/>
                  </a:lnTo>
                  <a:lnTo>
                    <a:pt x="6298" y="602"/>
                  </a:lnTo>
                  <a:lnTo>
                    <a:pt x="5897" y="1103"/>
                  </a:lnTo>
                  <a:lnTo>
                    <a:pt x="5415" y="1705"/>
                  </a:lnTo>
                  <a:lnTo>
                    <a:pt x="4393" y="3049"/>
                  </a:lnTo>
                  <a:lnTo>
                    <a:pt x="3871" y="3710"/>
                  </a:lnTo>
                  <a:lnTo>
                    <a:pt x="3390" y="4332"/>
                  </a:lnTo>
                  <a:lnTo>
                    <a:pt x="4032" y="4833"/>
                  </a:lnTo>
                  <a:lnTo>
                    <a:pt x="4112" y="4733"/>
                  </a:lnTo>
                  <a:lnTo>
                    <a:pt x="4533" y="4152"/>
                  </a:lnTo>
                  <a:lnTo>
                    <a:pt x="4954" y="3570"/>
                  </a:lnTo>
                  <a:lnTo>
                    <a:pt x="5776" y="2407"/>
                  </a:lnTo>
                  <a:lnTo>
                    <a:pt x="6579" y="1204"/>
                  </a:lnTo>
                  <a:lnTo>
                    <a:pt x="7361" y="0"/>
                  </a:lnTo>
                  <a:close/>
                  <a:moveTo>
                    <a:pt x="863" y="5876"/>
                  </a:moveTo>
                  <a:lnTo>
                    <a:pt x="302" y="5997"/>
                  </a:lnTo>
                  <a:lnTo>
                    <a:pt x="1" y="6057"/>
                  </a:lnTo>
                  <a:lnTo>
                    <a:pt x="1" y="6077"/>
                  </a:lnTo>
                  <a:lnTo>
                    <a:pt x="1485" y="7200"/>
                  </a:lnTo>
                  <a:lnTo>
                    <a:pt x="1766" y="7019"/>
                  </a:lnTo>
                  <a:lnTo>
                    <a:pt x="2046" y="6819"/>
                  </a:lnTo>
                  <a:lnTo>
                    <a:pt x="903" y="5896"/>
                  </a:lnTo>
                  <a:lnTo>
                    <a:pt x="863" y="5876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28"/>
            <p:cNvSpPr/>
            <p:nvPr/>
          </p:nvSpPr>
          <p:spPr>
            <a:xfrm>
              <a:off x="10876475" y="3854025"/>
              <a:ext cx="51175" cy="33100"/>
            </a:xfrm>
            <a:custGeom>
              <a:avLst/>
              <a:gdLst/>
              <a:ahLst/>
              <a:cxnLst/>
              <a:rect l="l" t="t" r="r" b="b"/>
              <a:pathLst>
                <a:path w="2047" h="1324" fill="none" extrusionOk="0">
                  <a:moveTo>
                    <a:pt x="863" y="0"/>
                  </a:moveTo>
                  <a:lnTo>
                    <a:pt x="863" y="0"/>
                  </a:lnTo>
                  <a:lnTo>
                    <a:pt x="863" y="0"/>
                  </a:lnTo>
                  <a:lnTo>
                    <a:pt x="302" y="121"/>
                  </a:lnTo>
                  <a:lnTo>
                    <a:pt x="1" y="181"/>
                  </a:lnTo>
                  <a:lnTo>
                    <a:pt x="1" y="181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485" y="1324"/>
                  </a:lnTo>
                  <a:lnTo>
                    <a:pt x="1485" y="1324"/>
                  </a:lnTo>
                  <a:lnTo>
                    <a:pt x="1485" y="1324"/>
                  </a:lnTo>
                  <a:lnTo>
                    <a:pt x="1766" y="1143"/>
                  </a:lnTo>
                  <a:lnTo>
                    <a:pt x="2046" y="943"/>
                  </a:lnTo>
                  <a:lnTo>
                    <a:pt x="2046" y="943"/>
                  </a:lnTo>
                  <a:lnTo>
                    <a:pt x="903" y="20"/>
                  </a:lnTo>
                  <a:lnTo>
                    <a:pt x="86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28"/>
            <p:cNvSpPr/>
            <p:nvPr/>
          </p:nvSpPr>
          <p:spPr>
            <a:xfrm>
              <a:off x="10961200" y="3707125"/>
              <a:ext cx="99300" cy="120850"/>
            </a:xfrm>
            <a:custGeom>
              <a:avLst/>
              <a:gdLst/>
              <a:ahLst/>
              <a:cxnLst/>
              <a:rect l="l" t="t" r="r" b="b"/>
              <a:pathLst>
                <a:path w="3972" h="4834" fill="none" extrusionOk="0">
                  <a:moveTo>
                    <a:pt x="3831" y="0"/>
                  </a:moveTo>
                  <a:lnTo>
                    <a:pt x="3831" y="0"/>
                  </a:lnTo>
                  <a:lnTo>
                    <a:pt x="3671" y="0"/>
                  </a:lnTo>
                  <a:lnTo>
                    <a:pt x="3511" y="60"/>
                  </a:lnTo>
                  <a:lnTo>
                    <a:pt x="3511" y="60"/>
                  </a:lnTo>
                  <a:lnTo>
                    <a:pt x="3390" y="121"/>
                  </a:lnTo>
                  <a:lnTo>
                    <a:pt x="3250" y="241"/>
                  </a:lnTo>
                  <a:lnTo>
                    <a:pt x="3089" y="401"/>
                  </a:lnTo>
                  <a:lnTo>
                    <a:pt x="2909" y="602"/>
                  </a:lnTo>
                  <a:lnTo>
                    <a:pt x="2508" y="1103"/>
                  </a:lnTo>
                  <a:lnTo>
                    <a:pt x="2026" y="1705"/>
                  </a:lnTo>
                  <a:lnTo>
                    <a:pt x="1004" y="3049"/>
                  </a:lnTo>
                  <a:lnTo>
                    <a:pt x="482" y="3710"/>
                  </a:lnTo>
                  <a:lnTo>
                    <a:pt x="1" y="4332"/>
                  </a:lnTo>
                  <a:lnTo>
                    <a:pt x="1" y="4332"/>
                  </a:lnTo>
                  <a:lnTo>
                    <a:pt x="643" y="4833"/>
                  </a:lnTo>
                  <a:lnTo>
                    <a:pt x="643" y="4833"/>
                  </a:lnTo>
                  <a:lnTo>
                    <a:pt x="643" y="4833"/>
                  </a:lnTo>
                  <a:lnTo>
                    <a:pt x="723" y="4733"/>
                  </a:lnTo>
                  <a:lnTo>
                    <a:pt x="723" y="4733"/>
                  </a:lnTo>
                  <a:lnTo>
                    <a:pt x="1144" y="4152"/>
                  </a:lnTo>
                  <a:lnTo>
                    <a:pt x="1565" y="3570"/>
                  </a:lnTo>
                  <a:lnTo>
                    <a:pt x="2387" y="2407"/>
                  </a:lnTo>
                  <a:lnTo>
                    <a:pt x="3190" y="1204"/>
                  </a:lnTo>
                  <a:lnTo>
                    <a:pt x="3972" y="0"/>
                  </a:lnTo>
                  <a:lnTo>
                    <a:pt x="3972" y="0"/>
                  </a:lnTo>
                  <a:lnTo>
                    <a:pt x="38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28"/>
            <p:cNvSpPr/>
            <p:nvPr/>
          </p:nvSpPr>
          <p:spPr>
            <a:xfrm>
              <a:off x="10753150" y="3852025"/>
              <a:ext cx="111825" cy="58175"/>
            </a:xfrm>
            <a:custGeom>
              <a:avLst/>
              <a:gdLst/>
              <a:ahLst/>
              <a:cxnLst/>
              <a:rect l="l" t="t" r="r" b="b"/>
              <a:pathLst>
                <a:path w="4473" h="2327" extrusionOk="0">
                  <a:moveTo>
                    <a:pt x="0" y="0"/>
                  </a:moveTo>
                  <a:lnTo>
                    <a:pt x="1184" y="1143"/>
                  </a:lnTo>
                  <a:lnTo>
                    <a:pt x="1805" y="1745"/>
                  </a:lnTo>
                  <a:lnTo>
                    <a:pt x="2467" y="2326"/>
                  </a:lnTo>
                  <a:lnTo>
                    <a:pt x="3189" y="2326"/>
                  </a:lnTo>
                  <a:lnTo>
                    <a:pt x="3610" y="2286"/>
                  </a:lnTo>
                  <a:lnTo>
                    <a:pt x="4051" y="2246"/>
                  </a:lnTo>
                  <a:lnTo>
                    <a:pt x="4473" y="2166"/>
                  </a:lnTo>
                  <a:lnTo>
                    <a:pt x="3450" y="1263"/>
                  </a:lnTo>
                  <a:lnTo>
                    <a:pt x="2487" y="361"/>
                  </a:lnTo>
                  <a:lnTo>
                    <a:pt x="1725" y="301"/>
                  </a:lnTo>
                  <a:lnTo>
                    <a:pt x="923" y="201"/>
                  </a:lnTo>
                  <a:lnTo>
                    <a:pt x="502" y="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28"/>
            <p:cNvSpPr/>
            <p:nvPr/>
          </p:nvSpPr>
          <p:spPr>
            <a:xfrm>
              <a:off x="10753150" y="3852025"/>
              <a:ext cx="111825" cy="58175"/>
            </a:xfrm>
            <a:custGeom>
              <a:avLst/>
              <a:gdLst/>
              <a:ahLst/>
              <a:cxnLst/>
              <a:rect l="l" t="t" r="r" b="b"/>
              <a:pathLst>
                <a:path w="4473" h="2327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84" y="1143"/>
                  </a:lnTo>
                  <a:lnTo>
                    <a:pt x="1805" y="1745"/>
                  </a:lnTo>
                  <a:lnTo>
                    <a:pt x="2467" y="2326"/>
                  </a:lnTo>
                  <a:lnTo>
                    <a:pt x="2467" y="2326"/>
                  </a:lnTo>
                  <a:lnTo>
                    <a:pt x="2467" y="2326"/>
                  </a:lnTo>
                  <a:lnTo>
                    <a:pt x="2748" y="2326"/>
                  </a:lnTo>
                  <a:lnTo>
                    <a:pt x="2748" y="2326"/>
                  </a:lnTo>
                  <a:lnTo>
                    <a:pt x="3189" y="2326"/>
                  </a:lnTo>
                  <a:lnTo>
                    <a:pt x="3610" y="2286"/>
                  </a:lnTo>
                  <a:lnTo>
                    <a:pt x="4051" y="2246"/>
                  </a:lnTo>
                  <a:lnTo>
                    <a:pt x="4473" y="2166"/>
                  </a:lnTo>
                  <a:lnTo>
                    <a:pt x="4473" y="2166"/>
                  </a:lnTo>
                  <a:lnTo>
                    <a:pt x="3450" y="1263"/>
                  </a:lnTo>
                  <a:lnTo>
                    <a:pt x="2487" y="361"/>
                  </a:lnTo>
                  <a:lnTo>
                    <a:pt x="2487" y="361"/>
                  </a:lnTo>
                  <a:lnTo>
                    <a:pt x="2487" y="361"/>
                  </a:lnTo>
                  <a:lnTo>
                    <a:pt x="1725" y="301"/>
                  </a:lnTo>
                  <a:lnTo>
                    <a:pt x="923" y="201"/>
                  </a:lnTo>
                  <a:lnTo>
                    <a:pt x="923" y="201"/>
                  </a:lnTo>
                  <a:lnTo>
                    <a:pt x="502" y="12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28"/>
            <p:cNvSpPr/>
            <p:nvPr/>
          </p:nvSpPr>
          <p:spPr>
            <a:xfrm>
              <a:off x="10512500" y="3797375"/>
              <a:ext cx="211100" cy="111325"/>
            </a:xfrm>
            <a:custGeom>
              <a:avLst/>
              <a:gdLst/>
              <a:ahLst/>
              <a:cxnLst/>
              <a:rect l="l" t="t" r="r" b="b"/>
              <a:pathLst>
                <a:path w="8444" h="4453" extrusionOk="0">
                  <a:moveTo>
                    <a:pt x="0" y="0"/>
                  </a:moveTo>
                  <a:lnTo>
                    <a:pt x="1043" y="1083"/>
                  </a:lnTo>
                  <a:lnTo>
                    <a:pt x="2166" y="2186"/>
                  </a:lnTo>
                  <a:lnTo>
                    <a:pt x="3309" y="3309"/>
                  </a:lnTo>
                  <a:lnTo>
                    <a:pt x="4533" y="4452"/>
                  </a:lnTo>
                  <a:lnTo>
                    <a:pt x="4813" y="4352"/>
                  </a:lnTo>
                  <a:lnTo>
                    <a:pt x="5114" y="4292"/>
                  </a:lnTo>
                  <a:lnTo>
                    <a:pt x="5415" y="4232"/>
                  </a:lnTo>
                  <a:lnTo>
                    <a:pt x="5716" y="4191"/>
                  </a:lnTo>
                  <a:lnTo>
                    <a:pt x="6317" y="4131"/>
                  </a:lnTo>
                  <a:lnTo>
                    <a:pt x="6919" y="4111"/>
                  </a:lnTo>
                  <a:lnTo>
                    <a:pt x="7681" y="4131"/>
                  </a:lnTo>
                  <a:lnTo>
                    <a:pt x="8443" y="4191"/>
                  </a:lnTo>
                  <a:lnTo>
                    <a:pt x="8443" y="4191"/>
                  </a:lnTo>
                  <a:lnTo>
                    <a:pt x="7521" y="3349"/>
                  </a:lnTo>
                  <a:lnTo>
                    <a:pt x="6618" y="2527"/>
                  </a:lnTo>
                  <a:lnTo>
                    <a:pt x="4894" y="862"/>
                  </a:lnTo>
                  <a:lnTo>
                    <a:pt x="3690" y="582"/>
                  </a:lnTo>
                  <a:lnTo>
                    <a:pt x="3089" y="441"/>
                  </a:lnTo>
                  <a:lnTo>
                    <a:pt x="2467" y="321"/>
                  </a:lnTo>
                  <a:lnTo>
                    <a:pt x="1845" y="201"/>
                  </a:lnTo>
                  <a:lnTo>
                    <a:pt x="1244" y="120"/>
                  </a:lnTo>
                  <a:lnTo>
                    <a:pt x="622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28"/>
            <p:cNvSpPr/>
            <p:nvPr/>
          </p:nvSpPr>
          <p:spPr>
            <a:xfrm>
              <a:off x="10512500" y="3797375"/>
              <a:ext cx="211100" cy="111325"/>
            </a:xfrm>
            <a:custGeom>
              <a:avLst/>
              <a:gdLst/>
              <a:ahLst/>
              <a:cxnLst/>
              <a:rect l="l" t="t" r="r" b="b"/>
              <a:pathLst>
                <a:path w="8444" h="4453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043" y="1083"/>
                  </a:lnTo>
                  <a:lnTo>
                    <a:pt x="2166" y="2186"/>
                  </a:lnTo>
                  <a:lnTo>
                    <a:pt x="3309" y="3309"/>
                  </a:lnTo>
                  <a:lnTo>
                    <a:pt x="4533" y="4452"/>
                  </a:lnTo>
                  <a:lnTo>
                    <a:pt x="4533" y="4452"/>
                  </a:lnTo>
                  <a:lnTo>
                    <a:pt x="4533" y="4452"/>
                  </a:lnTo>
                  <a:lnTo>
                    <a:pt x="4813" y="4352"/>
                  </a:lnTo>
                  <a:lnTo>
                    <a:pt x="5114" y="4292"/>
                  </a:lnTo>
                  <a:lnTo>
                    <a:pt x="5415" y="4232"/>
                  </a:lnTo>
                  <a:lnTo>
                    <a:pt x="5716" y="4191"/>
                  </a:lnTo>
                  <a:lnTo>
                    <a:pt x="6317" y="4131"/>
                  </a:lnTo>
                  <a:lnTo>
                    <a:pt x="6919" y="4111"/>
                  </a:lnTo>
                  <a:lnTo>
                    <a:pt x="6919" y="4111"/>
                  </a:lnTo>
                  <a:lnTo>
                    <a:pt x="7681" y="4131"/>
                  </a:lnTo>
                  <a:lnTo>
                    <a:pt x="8443" y="4191"/>
                  </a:lnTo>
                  <a:lnTo>
                    <a:pt x="8443" y="4191"/>
                  </a:lnTo>
                  <a:lnTo>
                    <a:pt x="7521" y="3349"/>
                  </a:lnTo>
                  <a:lnTo>
                    <a:pt x="6618" y="2527"/>
                  </a:lnTo>
                  <a:lnTo>
                    <a:pt x="4894" y="862"/>
                  </a:lnTo>
                  <a:lnTo>
                    <a:pt x="4894" y="862"/>
                  </a:lnTo>
                  <a:lnTo>
                    <a:pt x="4894" y="862"/>
                  </a:lnTo>
                  <a:lnTo>
                    <a:pt x="3690" y="582"/>
                  </a:lnTo>
                  <a:lnTo>
                    <a:pt x="3089" y="441"/>
                  </a:lnTo>
                  <a:lnTo>
                    <a:pt x="2467" y="321"/>
                  </a:lnTo>
                  <a:lnTo>
                    <a:pt x="1845" y="201"/>
                  </a:lnTo>
                  <a:lnTo>
                    <a:pt x="1244" y="120"/>
                  </a:lnTo>
                  <a:lnTo>
                    <a:pt x="622" y="4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28"/>
            <p:cNvSpPr/>
            <p:nvPr/>
          </p:nvSpPr>
          <p:spPr>
            <a:xfrm>
              <a:off x="10898050" y="3815425"/>
              <a:ext cx="79225" cy="62175"/>
            </a:xfrm>
            <a:custGeom>
              <a:avLst/>
              <a:gdLst/>
              <a:ahLst/>
              <a:cxnLst/>
              <a:rect l="l" t="t" r="r" b="b"/>
              <a:pathLst>
                <a:path w="3169" h="2487" extrusionOk="0">
                  <a:moveTo>
                    <a:pt x="2527" y="0"/>
                  </a:moveTo>
                  <a:lnTo>
                    <a:pt x="2166" y="401"/>
                  </a:lnTo>
                  <a:lnTo>
                    <a:pt x="1845" y="742"/>
                  </a:lnTo>
                  <a:lnTo>
                    <a:pt x="1584" y="983"/>
                  </a:lnTo>
                  <a:lnTo>
                    <a:pt x="1464" y="1063"/>
                  </a:lnTo>
                  <a:lnTo>
                    <a:pt x="1364" y="1123"/>
                  </a:lnTo>
                  <a:lnTo>
                    <a:pt x="1023" y="1243"/>
                  </a:lnTo>
                  <a:lnTo>
                    <a:pt x="662" y="1344"/>
                  </a:lnTo>
                  <a:lnTo>
                    <a:pt x="0" y="1544"/>
                  </a:lnTo>
                  <a:lnTo>
                    <a:pt x="40" y="1564"/>
                  </a:lnTo>
                  <a:lnTo>
                    <a:pt x="1183" y="2487"/>
                  </a:lnTo>
                  <a:lnTo>
                    <a:pt x="1424" y="2306"/>
                  </a:lnTo>
                  <a:lnTo>
                    <a:pt x="1665" y="2106"/>
                  </a:lnTo>
                  <a:lnTo>
                    <a:pt x="2106" y="1685"/>
                  </a:lnTo>
                  <a:lnTo>
                    <a:pt x="2387" y="1404"/>
                  </a:lnTo>
                  <a:lnTo>
                    <a:pt x="2647" y="1123"/>
                  </a:lnTo>
                  <a:lnTo>
                    <a:pt x="2908" y="802"/>
                  </a:lnTo>
                  <a:lnTo>
                    <a:pt x="3169" y="501"/>
                  </a:lnTo>
                  <a:lnTo>
                    <a:pt x="252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28"/>
            <p:cNvSpPr/>
            <p:nvPr/>
          </p:nvSpPr>
          <p:spPr>
            <a:xfrm>
              <a:off x="10484425" y="4332825"/>
              <a:ext cx="138400" cy="159450"/>
            </a:xfrm>
            <a:custGeom>
              <a:avLst/>
              <a:gdLst/>
              <a:ahLst/>
              <a:cxnLst/>
              <a:rect l="l" t="t" r="r" b="b"/>
              <a:pathLst>
                <a:path w="5536" h="6378" extrusionOk="0">
                  <a:moveTo>
                    <a:pt x="2607" y="0"/>
                  </a:moveTo>
                  <a:lnTo>
                    <a:pt x="2667" y="101"/>
                  </a:lnTo>
                  <a:lnTo>
                    <a:pt x="2708" y="161"/>
                  </a:lnTo>
                  <a:lnTo>
                    <a:pt x="2728" y="241"/>
                  </a:lnTo>
                  <a:lnTo>
                    <a:pt x="2748" y="341"/>
                  </a:lnTo>
                  <a:lnTo>
                    <a:pt x="2748" y="462"/>
                  </a:lnTo>
                  <a:lnTo>
                    <a:pt x="2748" y="622"/>
                  </a:lnTo>
                  <a:lnTo>
                    <a:pt x="2708" y="823"/>
                  </a:lnTo>
                  <a:lnTo>
                    <a:pt x="2667" y="1023"/>
                  </a:lnTo>
                  <a:lnTo>
                    <a:pt x="2587" y="1244"/>
                  </a:lnTo>
                  <a:lnTo>
                    <a:pt x="2507" y="1484"/>
                  </a:lnTo>
                  <a:lnTo>
                    <a:pt x="2387" y="1725"/>
                  </a:lnTo>
                  <a:lnTo>
                    <a:pt x="2266" y="1966"/>
                  </a:lnTo>
                  <a:lnTo>
                    <a:pt x="2126" y="2226"/>
                  </a:lnTo>
                  <a:lnTo>
                    <a:pt x="1564" y="3089"/>
                  </a:lnTo>
                  <a:lnTo>
                    <a:pt x="1223" y="3630"/>
                  </a:lnTo>
                  <a:lnTo>
                    <a:pt x="863" y="4212"/>
                  </a:lnTo>
                  <a:lnTo>
                    <a:pt x="542" y="4793"/>
                  </a:lnTo>
                  <a:lnTo>
                    <a:pt x="261" y="5335"/>
                  </a:lnTo>
                  <a:lnTo>
                    <a:pt x="141" y="5575"/>
                  </a:lnTo>
                  <a:lnTo>
                    <a:pt x="60" y="5796"/>
                  </a:lnTo>
                  <a:lnTo>
                    <a:pt x="20" y="5997"/>
                  </a:lnTo>
                  <a:lnTo>
                    <a:pt x="0" y="6137"/>
                  </a:lnTo>
                  <a:lnTo>
                    <a:pt x="20" y="6257"/>
                  </a:lnTo>
                  <a:lnTo>
                    <a:pt x="40" y="6318"/>
                  </a:lnTo>
                  <a:lnTo>
                    <a:pt x="80" y="6338"/>
                  </a:lnTo>
                  <a:lnTo>
                    <a:pt x="120" y="6358"/>
                  </a:lnTo>
                  <a:lnTo>
                    <a:pt x="181" y="6378"/>
                  </a:lnTo>
                  <a:lnTo>
                    <a:pt x="241" y="6358"/>
                  </a:lnTo>
                  <a:lnTo>
                    <a:pt x="321" y="6338"/>
                  </a:lnTo>
                  <a:lnTo>
                    <a:pt x="502" y="6257"/>
                  </a:lnTo>
                  <a:lnTo>
                    <a:pt x="702" y="6117"/>
                  </a:lnTo>
                  <a:lnTo>
                    <a:pt x="943" y="5957"/>
                  </a:lnTo>
                  <a:lnTo>
                    <a:pt x="1183" y="5736"/>
                  </a:lnTo>
                  <a:lnTo>
                    <a:pt x="1444" y="5515"/>
                  </a:lnTo>
                  <a:lnTo>
                    <a:pt x="1966" y="4994"/>
                  </a:lnTo>
                  <a:lnTo>
                    <a:pt x="2487" y="4452"/>
                  </a:lnTo>
                  <a:lnTo>
                    <a:pt x="2928" y="3971"/>
                  </a:lnTo>
                  <a:lnTo>
                    <a:pt x="3490" y="3349"/>
                  </a:lnTo>
                  <a:lnTo>
                    <a:pt x="3811" y="3029"/>
                  </a:lnTo>
                  <a:lnTo>
                    <a:pt x="4011" y="2848"/>
                  </a:lnTo>
                  <a:lnTo>
                    <a:pt x="4252" y="2668"/>
                  </a:lnTo>
                  <a:lnTo>
                    <a:pt x="4492" y="2507"/>
                  </a:lnTo>
                  <a:lnTo>
                    <a:pt x="4753" y="2367"/>
                  </a:lnTo>
                  <a:lnTo>
                    <a:pt x="5034" y="2266"/>
                  </a:lnTo>
                  <a:lnTo>
                    <a:pt x="5174" y="2226"/>
                  </a:lnTo>
                  <a:lnTo>
                    <a:pt x="5315" y="2206"/>
                  </a:lnTo>
                  <a:lnTo>
                    <a:pt x="5535" y="2246"/>
                  </a:lnTo>
                  <a:lnTo>
                    <a:pt x="5154" y="1966"/>
                  </a:lnTo>
                  <a:lnTo>
                    <a:pt x="4372" y="1384"/>
                  </a:lnTo>
                  <a:lnTo>
                    <a:pt x="3470" y="682"/>
                  </a:lnTo>
                  <a:lnTo>
                    <a:pt x="260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28"/>
            <p:cNvSpPr/>
            <p:nvPr/>
          </p:nvSpPr>
          <p:spPr>
            <a:xfrm>
              <a:off x="10484425" y="4332825"/>
              <a:ext cx="138400" cy="159450"/>
            </a:xfrm>
            <a:custGeom>
              <a:avLst/>
              <a:gdLst/>
              <a:ahLst/>
              <a:cxnLst/>
              <a:rect l="l" t="t" r="r" b="b"/>
              <a:pathLst>
                <a:path w="5536" h="6378" fill="none" extrusionOk="0">
                  <a:moveTo>
                    <a:pt x="2607" y="0"/>
                  </a:moveTo>
                  <a:lnTo>
                    <a:pt x="2607" y="0"/>
                  </a:lnTo>
                  <a:lnTo>
                    <a:pt x="2667" y="101"/>
                  </a:lnTo>
                  <a:lnTo>
                    <a:pt x="2667" y="101"/>
                  </a:lnTo>
                  <a:lnTo>
                    <a:pt x="2708" y="161"/>
                  </a:lnTo>
                  <a:lnTo>
                    <a:pt x="2728" y="241"/>
                  </a:lnTo>
                  <a:lnTo>
                    <a:pt x="2748" y="341"/>
                  </a:lnTo>
                  <a:lnTo>
                    <a:pt x="2748" y="462"/>
                  </a:lnTo>
                  <a:lnTo>
                    <a:pt x="2748" y="462"/>
                  </a:lnTo>
                  <a:lnTo>
                    <a:pt x="2748" y="622"/>
                  </a:lnTo>
                  <a:lnTo>
                    <a:pt x="2708" y="823"/>
                  </a:lnTo>
                  <a:lnTo>
                    <a:pt x="2667" y="1023"/>
                  </a:lnTo>
                  <a:lnTo>
                    <a:pt x="2587" y="1244"/>
                  </a:lnTo>
                  <a:lnTo>
                    <a:pt x="2507" y="1484"/>
                  </a:lnTo>
                  <a:lnTo>
                    <a:pt x="2387" y="1725"/>
                  </a:lnTo>
                  <a:lnTo>
                    <a:pt x="2266" y="1966"/>
                  </a:lnTo>
                  <a:lnTo>
                    <a:pt x="2126" y="2226"/>
                  </a:lnTo>
                  <a:lnTo>
                    <a:pt x="2126" y="2226"/>
                  </a:lnTo>
                  <a:lnTo>
                    <a:pt x="1564" y="3089"/>
                  </a:lnTo>
                  <a:lnTo>
                    <a:pt x="1223" y="3630"/>
                  </a:lnTo>
                  <a:lnTo>
                    <a:pt x="863" y="4212"/>
                  </a:lnTo>
                  <a:lnTo>
                    <a:pt x="542" y="4793"/>
                  </a:lnTo>
                  <a:lnTo>
                    <a:pt x="261" y="5335"/>
                  </a:lnTo>
                  <a:lnTo>
                    <a:pt x="141" y="5575"/>
                  </a:lnTo>
                  <a:lnTo>
                    <a:pt x="60" y="5796"/>
                  </a:lnTo>
                  <a:lnTo>
                    <a:pt x="20" y="5997"/>
                  </a:lnTo>
                  <a:lnTo>
                    <a:pt x="0" y="6137"/>
                  </a:lnTo>
                  <a:lnTo>
                    <a:pt x="0" y="6137"/>
                  </a:lnTo>
                  <a:lnTo>
                    <a:pt x="20" y="6257"/>
                  </a:lnTo>
                  <a:lnTo>
                    <a:pt x="40" y="6318"/>
                  </a:lnTo>
                  <a:lnTo>
                    <a:pt x="80" y="6338"/>
                  </a:lnTo>
                  <a:lnTo>
                    <a:pt x="80" y="6338"/>
                  </a:lnTo>
                  <a:lnTo>
                    <a:pt x="120" y="6358"/>
                  </a:lnTo>
                  <a:lnTo>
                    <a:pt x="181" y="6378"/>
                  </a:lnTo>
                  <a:lnTo>
                    <a:pt x="181" y="6378"/>
                  </a:lnTo>
                  <a:lnTo>
                    <a:pt x="241" y="6358"/>
                  </a:lnTo>
                  <a:lnTo>
                    <a:pt x="321" y="6338"/>
                  </a:lnTo>
                  <a:lnTo>
                    <a:pt x="502" y="6257"/>
                  </a:lnTo>
                  <a:lnTo>
                    <a:pt x="702" y="6117"/>
                  </a:lnTo>
                  <a:lnTo>
                    <a:pt x="943" y="5957"/>
                  </a:lnTo>
                  <a:lnTo>
                    <a:pt x="1183" y="5736"/>
                  </a:lnTo>
                  <a:lnTo>
                    <a:pt x="1444" y="5515"/>
                  </a:lnTo>
                  <a:lnTo>
                    <a:pt x="1966" y="4994"/>
                  </a:lnTo>
                  <a:lnTo>
                    <a:pt x="2487" y="4452"/>
                  </a:lnTo>
                  <a:lnTo>
                    <a:pt x="2928" y="3971"/>
                  </a:lnTo>
                  <a:lnTo>
                    <a:pt x="3490" y="3349"/>
                  </a:lnTo>
                  <a:lnTo>
                    <a:pt x="3490" y="3349"/>
                  </a:lnTo>
                  <a:lnTo>
                    <a:pt x="3811" y="3029"/>
                  </a:lnTo>
                  <a:lnTo>
                    <a:pt x="4011" y="2848"/>
                  </a:lnTo>
                  <a:lnTo>
                    <a:pt x="4252" y="2668"/>
                  </a:lnTo>
                  <a:lnTo>
                    <a:pt x="4492" y="2507"/>
                  </a:lnTo>
                  <a:lnTo>
                    <a:pt x="4753" y="2367"/>
                  </a:lnTo>
                  <a:lnTo>
                    <a:pt x="5034" y="2266"/>
                  </a:lnTo>
                  <a:lnTo>
                    <a:pt x="5174" y="2226"/>
                  </a:lnTo>
                  <a:lnTo>
                    <a:pt x="5315" y="2206"/>
                  </a:lnTo>
                  <a:lnTo>
                    <a:pt x="5315" y="2206"/>
                  </a:lnTo>
                  <a:lnTo>
                    <a:pt x="5535" y="2246"/>
                  </a:lnTo>
                  <a:lnTo>
                    <a:pt x="5535" y="2246"/>
                  </a:lnTo>
                  <a:lnTo>
                    <a:pt x="5154" y="1966"/>
                  </a:lnTo>
                  <a:lnTo>
                    <a:pt x="5154" y="1966"/>
                  </a:lnTo>
                  <a:lnTo>
                    <a:pt x="5154" y="1966"/>
                  </a:lnTo>
                  <a:lnTo>
                    <a:pt x="4372" y="1384"/>
                  </a:lnTo>
                  <a:lnTo>
                    <a:pt x="4372" y="1384"/>
                  </a:lnTo>
                  <a:lnTo>
                    <a:pt x="3470" y="682"/>
                  </a:lnTo>
                  <a:lnTo>
                    <a:pt x="3470" y="682"/>
                  </a:lnTo>
                  <a:lnTo>
                    <a:pt x="3470" y="682"/>
                  </a:lnTo>
                  <a:lnTo>
                    <a:pt x="260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28"/>
            <p:cNvSpPr/>
            <p:nvPr/>
          </p:nvSpPr>
          <p:spPr>
            <a:xfrm>
              <a:off x="10387150" y="4088650"/>
              <a:ext cx="283800" cy="289325"/>
            </a:xfrm>
            <a:custGeom>
              <a:avLst/>
              <a:gdLst/>
              <a:ahLst/>
              <a:cxnLst/>
              <a:rect l="l" t="t" r="r" b="b"/>
              <a:pathLst>
                <a:path w="11352" h="11573" extrusionOk="0">
                  <a:moveTo>
                    <a:pt x="1" y="1"/>
                  </a:moveTo>
                  <a:lnTo>
                    <a:pt x="321" y="602"/>
                  </a:lnTo>
                  <a:lnTo>
                    <a:pt x="662" y="1224"/>
                  </a:lnTo>
                  <a:lnTo>
                    <a:pt x="1344" y="2407"/>
                  </a:lnTo>
                  <a:lnTo>
                    <a:pt x="2066" y="3570"/>
                  </a:lnTo>
                  <a:lnTo>
                    <a:pt x="2808" y="4694"/>
                  </a:lnTo>
                  <a:lnTo>
                    <a:pt x="4332" y="6037"/>
                  </a:lnTo>
                  <a:lnTo>
                    <a:pt x="5917" y="7381"/>
                  </a:lnTo>
                  <a:lnTo>
                    <a:pt x="7521" y="8684"/>
                  </a:lnTo>
                  <a:lnTo>
                    <a:pt x="8323" y="9326"/>
                  </a:lnTo>
                  <a:lnTo>
                    <a:pt x="9145" y="9968"/>
                  </a:lnTo>
                  <a:lnTo>
                    <a:pt x="10248" y="10770"/>
                  </a:lnTo>
                  <a:lnTo>
                    <a:pt x="11351" y="11572"/>
                  </a:lnTo>
                  <a:lnTo>
                    <a:pt x="11351" y="11572"/>
                  </a:lnTo>
                  <a:lnTo>
                    <a:pt x="10830" y="11071"/>
                  </a:lnTo>
                  <a:lnTo>
                    <a:pt x="10329" y="10529"/>
                  </a:lnTo>
                  <a:lnTo>
                    <a:pt x="9827" y="9988"/>
                  </a:lnTo>
                  <a:lnTo>
                    <a:pt x="9366" y="9426"/>
                  </a:lnTo>
                  <a:lnTo>
                    <a:pt x="8905" y="8865"/>
                  </a:lnTo>
                  <a:lnTo>
                    <a:pt x="8484" y="8263"/>
                  </a:lnTo>
                  <a:lnTo>
                    <a:pt x="8083" y="7662"/>
                  </a:lnTo>
                  <a:lnTo>
                    <a:pt x="7702" y="7040"/>
                  </a:lnTo>
                  <a:lnTo>
                    <a:pt x="6659" y="6178"/>
                  </a:lnTo>
                  <a:lnTo>
                    <a:pt x="5656" y="5295"/>
                  </a:lnTo>
                  <a:lnTo>
                    <a:pt x="4653" y="4413"/>
                  </a:lnTo>
                  <a:lnTo>
                    <a:pt x="3671" y="3510"/>
                  </a:lnTo>
                  <a:lnTo>
                    <a:pt x="2708" y="2628"/>
                  </a:lnTo>
                  <a:lnTo>
                    <a:pt x="1765" y="174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28"/>
            <p:cNvSpPr/>
            <p:nvPr/>
          </p:nvSpPr>
          <p:spPr>
            <a:xfrm>
              <a:off x="10334000" y="3869050"/>
              <a:ext cx="193050" cy="235175"/>
            </a:xfrm>
            <a:custGeom>
              <a:avLst/>
              <a:gdLst/>
              <a:ahLst/>
              <a:cxnLst/>
              <a:rect l="l" t="t" r="r" b="b"/>
              <a:pathLst>
                <a:path w="7722" h="9407" extrusionOk="0">
                  <a:moveTo>
                    <a:pt x="402" y="1"/>
                  </a:moveTo>
                  <a:lnTo>
                    <a:pt x="302" y="201"/>
                  </a:lnTo>
                  <a:lnTo>
                    <a:pt x="241" y="402"/>
                  </a:lnTo>
                  <a:lnTo>
                    <a:pt x="121" y="823"/>
                  </a:lnTo>
                  <a:lnTo>
                    <a:pt x="41" y="1264"/>
                  </a:lnTo>
                  <a:lnTo>
                    <a:pt x="1" y="1706"/>
                  </a:lnTo>
                  <a:lnTo>
                    <a:pt x="783" y="2588"/>
                  </a:lnTo>
                  <a:lnTo>
                    <a:pt x="1645" y="3490"/>
                  </a:lnTo>
                  <a:lnTo>
                    <a:pt x="2548" y="4433"/>
                  </a:lnTo>
                  <a:lnTo>
                    <a:pt x="3490" y="5416"/>
                  </a:lnTo>
                  <a:lnTo>
                    <a:pt x="4493" y="6398"/>
                  </a:lnTo>
                  <a:lnTo>
                    <a:pt x="5536" y="7401"/>
                  </a:lnTo>
                  <a:lnTo>
                    <a:pt x="6619" y="8404"/>
                  </a:lnTo>
                  <a:lnTo>
                    <a:pt x="7722" y="9406"/>
                  </a:lnTo>
                  <a:lnTo>
                    <a:pt x="7722" y="9406"/>
                  </a:lnTo>
                  <a:lnTo>
                    <a:pt x="7682" y="8905"/>
                  </a:lnTo>
                  <a:lnTo>
                    <a:pt x="7662" y="8404"/>
                  </a:lnTo>
                  <a:lnTo>
                    <a:pt x="7662" y="7902"/>
                  </a:lnTo>
                  <a:lnTo>
                    <a:pt x="7702" y="7401"/>
                  </a:lnTo>
                  <a:lnTo>
                    <a:pt x="6599" y="6378"/>
                  </a:lnTo>
                  <a:lnTo>
                    <a:pt x="5556" y="5335"/>
                  </a:lnTo>
                  <a:lnTo>
                    <a:pt x="4553" y="4353"/>
                  </a:lnTo>
                  <a:lnTo>
                    <a:pt x="3591" y="3370"/>
                  </a:lnTo>
                  <a:lnTo>
                    <a:pt x="1866" y="1565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28"/>
            <p:cNvSpPr/>
            <p:nvPr/>
          </p:nvSpPr>
          <p:spPr>
            <a:xfrm>
              <a:off x="10334000" y="3869050"/>
              <a:ext cx="193050" cy="235175"/>
            </a:xfrm>
            <a:custGeom>
              <a:avLst/>
              <a:gdLst/>
              <a:ahLst/>
              <a:cxnLst/>
              <a:rect l="l" t="t" r="r" b="b"/>
              <a:pathLst>
                <a:path w="7722" h="9407" fill="none" extrusionOk="0">
                  <a:moveTo>
                    <a:pt x="402" y="1"/>
                  </a:moveTo>
                  <a:lnTo>
                    <a:pt x="402" y="1"/>
                  </a:lnTo>
                  <a:lnTo>
                    <a:pt x="302" y="201"/>
                  </a:lnTo>
                  <a:lnTo>
                    <a:pt x="241" y="402"/>
                  </a:lnTo>
                  <a:lnTo>
                    <a:pt x="121" y="823"/>
                  </a:lnTo>
                  <a:lnTo>
                    <a:pt x="41" y="1264"/>
                  </a:lnTo>
                  <a:lnTo>
                    <a:pt x="1" y="1706"/>
                  </a:lnTo>
                  <a:lnTo>
                    <a:pt x="1" y="1706"/>
                  </a:lnTo>
                  <a:lnTo>
                    <a:pt x="1" y="1706"/>
                  </a:lnTo>
                  <a:lnTo>
                    <a:pt x="783" y="2588"/>
                  </a:lnTo>
                  <a:lnTo>
                    <a:pt x="1645" y="3490"/>
                  </a:lnTo>
                  <a:lnTo>
                    <a:pt x="2548" y="4433"/>
                  </a:lnTo>
                  <a:lnTo>
                    <a:pt x="3490" y="5416"/>
                  </a:lnTo>
                  <a:lnTo>
                    <a:pt x="4493" y="6398"/>
                  </a:lnTo>
                  <a:lnTo>
                    <a:pt x="5536" y="7401"/>
                  </a:lnTo>
                  <a:lnTo>
                    <a:pt x="6619" y="8404"/>
                  </a:lnTo>
                  <a:lnTo>
                    <a:pt x="7722" y="9406"/>
                  </a:lnTo>
                  <a:lnTo>
                    <a:pt x="7722" y="9406"/>
                  </a:lnTo>
                  <a:lnTo>
                    <a:pt x="7722" y="9406"/>
                  </a:lnTo>
                  <a:lnTo>
                    <a:pt x="7722" y="9406"/>
                  </a:lnTo>
                  <a:lnTo>
                    <a:pt x="7682" y="8905"/>
                  </a:lnTo>
                  <a:lnTo>
                    <a:pt x="7662" y="8404"/>
                  </a:lnTo>
                  <a:lnTo>
                    <a:pt x="7662" y="7902"/>
                  </a:lnTo>
                  <a:lnTo>
                    <a:pt x="7702" y="7401"/>
                  </a:lnTo>
                  <a:lnTo>
                    <a:pt x="7702" y="7401"/>
                  </a:lnTo>
                  <a:lnTo>
                    <a:pt x="6599" y="6378"/>
                  </a:lnTo>
                  <a:lnTo>
                    <a:pt x="5556" y="5335"/>
                  </a:lnTo>
                  <a:lnTo>
                    <a:pt x="4553" y="4353"/>
                  </a:lnTo>
                  <a:lnTo>
                    <a:pt x="3591" y="3370"/>
                  </a:lnTo>
                  <a:lnTo>
                    <a:pt x="1866" y="1565"/>
                  </a:lnTo>
                  <a:lnTo>
                    <a:pt x="402" y="1"/>
                  </a:lnTo>
                  <a:lnTo>
                    <a:pt x="40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28"/>
            <p:cNvSpPr/>
            <p:nvPr/>
          </p:nvSpPr>
          <p:spPr>
            <a:xfrm>
              <a:off x="10352050" y="3796875"/>
              <a:ext cx="252225" cy="238650"/>
            </a:xfrm>
            <a:custGeom>
              <a:avLst/>
              <a:gdLst/>
              <a:ahLst/>
              <a:cxnLst/>
              <a:rect l="l" t="t" r="r" b="b"/>
              <a:pathLst>
                <a:path w="10089" h="9546" extrusionOk="0">
                  <a:moveTo>
                    <a:pt x="5275" y="0"/>
                  </a:moveTo>
                  <a:lnTo>
                    <a:pt x="4894" y="20"/>
                  </a:lnTo>
                  <a:lnTo>
                    <a:pt x="4493" y="40"/>
                  </a:lnTo>
                  <a:lnTo>
                    <a:pt x="4112" y="80"/>
                  </a:lnTo>
                  <a:lnTo>
                    <a:pt x="3751" y="140"/>
                  </a:lnTo>
                  <a:lnTo>
                    <a:pt x="3390" y="221"/>
                  </a:lnTo>
                  <a:lnTo>
                    <a:pt x="3029" y="321"/>
                  </a:lnTo>
                  <a:lnTo>
                    <a:pt x="2668" y="421"/>
                  </a:lnTo>
                  <a:lnTo>
                    <a:pt x="2327" y="541"/>
                  </a:lnTo>
                  <a:lnTo>
                    <a:pt x="2006" y="682"/>
                  </a:lnTo>
                  <a:lnTo>
                    <a:pt x="1685" y="862"/>
                  </a:lnTo>
                  <a:lnTo>
                    <a:pt x="1385" y="1043"/>
                  </a:lnTo>
                  <a:lnTo>
                    <a:pt x="1084" y="1243"/>
                  </a:lnTo>
                  <a:lnTo>
                    <a:pt x="803" y="1464"/>
                  </a:lnTo>
                  <a:lnTo>
                    <a:pt x="542" y="1705"/>
                  </a:lnTo>
                  <a:lnTo>
                    <a:pt x="282" y="1985"/>
                  </a:lnTo>
                  <a:lnTo>
                    <a:pt x="41" y="2266"/>
                  </a:lnTo>
                  <a:lnTo>
                    <a:pt x="1" y="2346"/>
                  </a:lnTo>
                  <a:lnTo>
                    <a:pt x="723" y="3149"/>
                  </a:lnTo>
                  <a:lnTo>
                    <a:pt x="1485" y="3991"/>
                  </a:lnTo>
                  <a:lnTo>
                    <a:pt x="2307" y="4853"/>
                  </a:lnTo>
                  <a:lnTo>
                    <a:pt x="3189" y="5756"/>
                  </a:lnTo>
                  <a:lnTo>
                    <a:pt x="4092" y="6678"/>
                  </a:lnTo>
                  <a:lnTo>
                    <a:pt x="5034" y="7621"/>
                  </a:lnTo>
                  <a:lnTo>
                    <a:pt x="6037" y="8583"/>
                  </a:lnTo>
                  <a:lnTo>
                    <a:pt x="7060" y="9546"/>
                  </a:lnTo>
                  <a:lnTo>
                    <a:pt x="7120" y="9185"/>
                  </a:lnTo>
                  <a:lnTo>
                    <a:pt x="7200" y="8804"/>
                  </a:lnTo>
                  <a:lnTo>
                    <a:pt x="7281" y="8463"/>
                  </a:lnTo>
                  <a:lnTo>
                    <a:pt x="7381" y="8102"/>
                  </a:lnTo>
                  <a:lnTo>
                    <a:pt x="7521" y="7761"/>
                  </a:lnTo>
                  <a:lnTo>
                    <a:pt x="7662" y="7420"/>
                  </a:lnTo>
                  <a:lnTo>
                    <a:pt x="7802" y="7099"/>
                  </a:lnTo>
                  <a:lnTo>
                    <a:pt x="7982" y="6799"/>
                  </a:lnTo>
                  <a:lnTo>
                    <a:pt x="8183" y="6498"/>
                  </a:lnTo>
                  <a:lnTo>
                    <a:pt x="8384" y="6217"/>
                  </a:lnTo>
                  <a:lnTo>
                    <a:pt x="8624" y="5936"/>
                  </a:lnTo>
                  <a:lnTo>
                    <a:pt x="8865" y="5675"/>
                  </a:lnTo>
                  <a:lnTo>
                    <a:pt x="9146" y="5435"/>
                  </a:lnTo>
                  <a:lnTo>
                    <a:pt x="9426" y="5214"/>
                  </a:lnTo>
                  <a:lnTo>
                    <a:pt x="9747" y="5014"/>
                  </a:lnTo>
                  <a:lnTo>
                    <a:pt x="10088" y="4833"/>
                  </a:lnTo>
                  <a:lnTo>
                    <a:pt x="8765" y="3550"/>
                  </a:lnTo>
                  <a:lnTo>
                    <a:pt x="7521" y="2306"/>
                  </a:lnTo>
                  <a:lnTo>
                    <a:pt x="6358" y="1123"/>
                  </a:lnTo>
                  <a:lnTo>
                    <a:pt x="527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28"/>
            <p:cNvSpPr/>
            <p:nvPr/>
          </p:nvSpPr>
          <p:spPr>
            <a:xfrm>
              <a:off x="10352050" y="3796875"/>
              <a:ext cx="252225" cy="238650"/>
            </a:xfrm>
            <a:custGeom>
              <a:avLst/>
              <a:gdLst/>
              <a:ahLst/>
              <a:cxnLst/>
              <a:rect l="l" t="t" r="r" b="b"/>
              <a:pathLst>
                <a:path w="10089" h="9546" fill="none" extrusionOk="0">
                  <a:moveTo>
                    <a:pt x="5275" y="0"/>
                  </a:moveTo>
                  <a:lnTo>
                    <a:pt x="5275" y="0"/>
                  </a:lnTo>
                  <a:lnTo>
                    <a:pt x="4894" y="20"/>
                  </a:lnTo>
                  <a:lnTo>
                    <a:pt x="4493" y="40"/>
                  </a:lnTo>
                  <a:lnTo>
                    <a:pt x="4112" y="80"/>
                  </a:lnTo>
                  <a:lnTo>
                    <a:pt x="3751" y="140"/>
                  </a:lnTo>
                  <a:lnTo>
                    <a:pt x="3390" y="221"/>
                  </a:lnTo>
                  <a:lnTo>
                    <a:pt x="3029" y="321"/>
                  </a:lnTo>
                  <a:lnTo>
                    <a:pt x="2668" y="421"/>
                  </a:lnTo>
                  <a:lnTo>
                    <a:pt x="2327" y="541"/>
                  </a:lnTo>
                  <a:lnTo>
                    <a:pt x="2006" y="682"/>
                  </a:lnTo>
                  <a:lnTo>
                    <a:pt x="1685" y="862"/>
                  </a:lnTo>
                  <a:lnTo>
                    <a:pt x="1385" y="1043"/>
                  </a:lnTo>
                  <a:lnTo>
                    <a:pt x="1084" y="1243"/>
                  </a:lnTo>
                  <a:lnTo>
                    <a:pt x="803" y="1464"/>
                  </a:lnTo>
                  <a:lnTo>
                    <a:pt x="542" y="1705"/>
                  </a:lnTo>
                  <a:lnTo>
                    <a:pt x="282" y="1985"/>
                  </a:lnTo>
                  <a:lnTo>
                    <a:pt x="41" y="2266"/>
                  </a:lnTo>
                  <a:lnTo>
                    <a:pt x="41" y="2266"/>
                  </a:lnTo>
                  <a:lnTo>
                    <a:pt x="1" y="2346"/>
                  </a:lnTo>
                  <a:lnTo>
                    <a:pt x="1" y="2346"/>
                  </a:lnTo>
                  <a:lnTo>
                    <a:pt x="1" y="2346"/>
                  </a:lnTo>
                  <a:lnTo>
                    <a:pt x="723" y="3149"/>
                  </a:lnTo>
                  <a:lnTo>
                    <a:pt x="1485" y="3991"/>
                  </a:lnTo>
                  <a:lnTo>
                    <a:pt x="2307" y="4853"/>
                  </a:lnTo>
                  <a:lnTo>
                    <a:pt x="3189" y="5756"/>
                  </a:lnTo>
                  <a:lnTo>
                    <a:pt x="4092" y="6678"/>
                  </a:lnTo>
                  <a:lnTo>
                    <a:pt x="5034" y="7621"/>
                  </a:lnTo>
                  <a:lnTo>
                    <a:pt x="6037" y="8583"/>
                  </a:lnTo>
                  <a:lnTo>
                    <a:pt x="7060" y="9546"/>
                  </a:lnTo>
                  <a:lnTo>
                    <a:pt x="7060" y="9546"/>
                  </a:lnTo>
                  <a:lnTo>
                    <a:pt x="7060" y="9546"/>
                  </a:lnTo>
                  <a:lnTo>
                    <a:pt x="7120" y="9185"/>
                  </a:lnTo>
                  <a:lnTo>
                    <a:pt x="7200" y="8804"/>
                  </a:lnTo>
                  <a:lnTo>
                    <a:pt x="7281" y="8463"/>
                  </a:lnTo>
                  <a:lnTo>
                    <a:pt x="7381" y="8102"/>
                  </a:lnTo>
                  <a:lnTo>
                    <a:pt x="7521" y="7761"/>
                  </a:lnTo>
                  <a:lnTo>
                    <a:pt x="7662" y="7420"/>
                  </a:lnTo>
                  <a:lnTo>
                    <a:pt x="7802" y="7099"/>
                  </a:lnTo>
                  <a:lnTo>
                    <a:pt x="7982" y="6799"/>
                  </a:lnTo>
                  <a:lnTo>
                    <a:pt x="8183" y="6498"/>
                  </a:lnTo>
                  <a:lnTo>
                    <a:pt x="8384" y="6217"/>
                  </a:lnTo>
                  <a:lnTo>
                    <a:pt x="8624" y="5936"/>
                  </a:lnTo>
                  <a:lnTo>
                    <a:pt x="8865" y="5675"/>
                  </a:lnTo>
                  <a:lnTo>
                    <a:pt x="9146" y="5435"/>
                  </a:lnTo>
                  <a:lnTo>
                    <a:pt x="9426" y="5214"/>
                  </a:lnTo>
                  <a:lnTo>
                    <a:pt x="9747" y="5014"/>
                  </a:lnTo>
                  <a:lnTo>
                    <a:pt x="10088" y="4833"/>
                  </a:lnTo>
                  <a:lnTo>
                    <a:pt x="10088" y="4833"/>
                  </a:lnTo>
                  <a:lnTo>
                    <a:pt x="8765" y="3550"/>
                  </a:lnTo>
                  <a:lnTo>
                    <a:pt x="7521" y="2306"/>
                  </a:lnTo>
                  <a:lnTo>
                    <a:pt x="6358" y="1123"/>
                  </a:lnTo>
                  <a:lnTo>
                    <a:pt x="5275" y="0"/>
                  </a:lnTo>
                  <a:lnTo>
                    <a:pt x="527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28"/>
            <p:cNvSpPr/>
            <p:nvPr/>
          </p:nvSpPr>
          <p:spPr>
            <a:xfrm>
              <a:off x="10458850" y="4207975"/>
              <a:ext cx="265750" cy="215625"/>
            </a:xfrm>
            <a:custGeom>
              <a:avLst/>
              <a:gdLst/>
              <a:ahLst/>
              <a:cxnLst/>
              <a:rect l="l" t="t" r="r" b="b"/>
              <a:pathLst>
                <a:path w="10630" h="8625" extrusionOk="0">
                  <a:moveTo>
                    <a:pt x="0" y="1"/>
                  </a:moveTo>
                  <a:lnTo>
                    <a:pt x="562" y="863"/>
                  </a:lnTo>
                  <a:lnTo>
                    <a:pt x="1123" y="1665"/>
                  </a:lnTo>
                  <a:lnTo>
                    <a:pt x="2166" y="3069"/>
                  </a:lnTo>
                  <a:lnTo>
                    <a:pt x="3009" y="4192"/>
                  </a:lnTo>
                  <a:lnTo>
                    <a:pt x="3610" y="4974"/>
                  </a:lnTo>
                  <a:lnTo>
                    <a:pt x="3630" y="4994"/>
                  </a:lnTo>
                  <a:lnTo>
                    <a:pt x="4493" y="5676"/>
                  </a:lnTo>
                  <a:lnTo>
                    <a:pt x="5395" y="6378"/>
                  </a:lnTo>
                  <a:lnTo>
                    <a:pt x="6177" y="6960"/>
                  </a:lnTo>
                  <a:lnTo>
                    <a:pt x="6558" y="7240"/>
                  </a:lnTo>
                  <a:lnTo>
                    <a:pt x="6899" y="7321"/>
                  </a:lnTo>
                  <a:lnTo>
                    <a:pt x="7300" y="7421"/>
                  </a:lnTo>
                  <a:lnTo>
                    <a:pt x="7761" y="7561"/>
                  </a:lnTo>
                  <a:lnTo>
                    <a:pt x="8263" y="7742"/>
                  </a:lnTo>
                  <a:lnTo>
                    <a:pt x="9366" y="8143"/>
                  </a:lnTo>
                  <a:lnTo>
                    <a:pt x="10629" y="8624"/>
                  </a:lnTo>
                  <a:lnTo>
                    <a:pt x="9767" y="7942"/>
                  </a:lnTo>
                  <a:lnTo>
                    <a:pt x="8945" y="7220"/>
                  </a:lnTo>
                  <a:lnTo>
                    <a:pt x="7561" y="6258"/>
                  </a:lnTo>
                  <a:lnTo>
                    <a:pt x="6217" y="5255"/>
                  </a:lnTo>
                  <a:lnTo>
                    <a:pt x="5415" y="4653"/>
                  </a:lnTo>
                  <a:lnTo>
                    <a:pt x="4633" y="4012"/>
                  </a:lnTo>
                  <a:lnTo>
                    <a:pt x="3831" y="3370"/>
                  </a:lnTo>
                  <a:lnTo>
                    <a:pt x="3049" y="2708"/>
                  </a:lnTo>
                  <a:lnTo>
                    <a:pt x="1504" y="136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28"/>
            <p:cNvSpPr/>
            <p:nvPr/>
          </p:nvSpPr>
          <p:spPr>
            <a:xfrm>
              <a:off x="10994300" y="4056075"/>
              <a:ext cx="140400" cy="258225"/>
            </a:xfrm>
            <a:custGeom>
              <a:avLst/>
              <a:gdLst/>
              <a:ahLst/>
              <a:cxnLst/>
              <a:rect l="l" t="t" r="r" b="b"/>
              <a:pathLst>
                <a:path w="5616" h="10329" extrusionOk="0">
                  <a:moveTo>
                    <a:pt x="181" y="0"/>
                  </a:moveTo>
                  <a:lnTo>
                    <a:pt x="121" y="20"/>
                  </a:lnTo>
                  <a:lnTo>
                    <a:pt x="61" y="60"/>
                  </a:lnTo>
                  <a:lnTo>
                    <a:pt x="21" y="121"/>
                  </a:lnTo>
                  <a:lnTo>
                    <a:pt x="1" y="201"/>
                  </a:lnTo>
                  <a:lnTo>
                    <a:pt x="21" y="281"/>
                  </a:lnTo>
                  <a:lnTo>
                    <a:pt x="281" y="883"/>
                  </a:lnTo>
                  <a:lnTo>
                    <a:pt x="562" y="1484"/>
                  </a:lnTo>
                  <a:lnTo>
                    <a:pt x="883" y="2066"/>
                  </a:lnTo>
                  <a:lnTo>
                    <a:pt x="1204" y="2647"/>
                  </a:lnTo>
                  <a:lnTo>
                    <a:pt x="1866" y="3811"/>
                  </a:lnTo>
                  <a:lnTo>
                    <a:pt x="2187" y="4392"/>
                  </a:lnTo>
                  <a:lnTo>
                    <a:pt x="2487" y="4974"/>
                  </a:lnTo>
                  <a:lnTo>
                    <a:pt x="2808" y="5615"/>
                  </a:lnTo>
                  <a:lnTo>
                    <a:pt x="3089" y="6277"/>
                  </a:lnTo>
                  <a:lnTo>
                    <a:pt x="3650" y="7621"/>
                  </a:lnTo>
                  <a:lnTo>
                    <a:pt x="3951" y="8303"/>
                  </a:lnTo>
                  <a:lnTo>
                    <a:pt x="4252" y="8945"/>
                  </a:lnTo>
                  <a:lnTo>
                    <a:pt x="4593" y="9566"/>
                  </a:lnTo>
                  <a:lnTo>
                    <a:pt x="4774" y="9887"/>
                  </a:lnTo>
                  <a:lnTo>
                    <a:pt x="4974" y="10168"/>
                  </a:lnTo>
                  <a:lnTo>
                    <a:pt x="5054" y="10268"/>
                  </a:lnTo>
                  <a:lnTo>
                    <a:pt x="5155" y="10308"/>
                  </a:lnTo>
                  <a:lnTo>
                    <a:pt x="5255" y="10328"/>
                  </a:lnTo>
                  <a:lnTo>
                    <a:pt x="5375" y="10328"/>
                  </a:lnTo>
                  <a:lnTo>
                    <a:pt x="5475" y="10288"/>
                  </a:lnTo>
                  <a:lnTo>
                    <a:pt x="5556" y="10228"/>
                  </a:lnTo>
                  <a:lnTo>
                    <a:pt x="5616" y="10128"/>
                  </a:lnTo>
                  <a:lnTo>
                    <a:pt x="5616" y="10068"/>
                  </a:lnTo>
                  <a:lnTo>
                    <a:pt x="5616" y="9987"/>
                  </a:lnTo>
                  <a:lnTo>
                    <a:pt x="5596" y="9667"/>
                  </a:lnTo>
                  <a:lnTo>
                    <a:pt x="5536" y="9326"/>
                  </a:lnTo>
                  <a:lnTo>
                    <a:pt x="5475" y="9005"/>
                  </a:lnTo>
                  <a:lnTo>
                    <a:pt x="5395" y="8664"/>
                  </a:lnTo>
                  <a:lnTo>
                    <a:pt x="5295" y="8323"/>
                  </a:lnTo>
                  <a:lnTo>
                    <a:pt x="5195" y="8002"/>
                  </a:lnTo>
                  <a:lnTo>
                    <a:pt x="4954" y="7340"/>
                  </a:lnTo>
                  <a:lnTo>
                    <a:pt x="4673" y="6698"/>
                  </a:lnTo>
                  <a:lnTo>
                    <a:pt x="4372" y="6077"/>
                  </a:lnTo>
                  <a:lnTo>
                    <a:pt x="3751" y="4853"/>
                  </a:lnTo>
                  <a:lnTo>
                    <a:pt x="3410" y="4212"/>
                  </a:lnTo>
                  <a:lnTo>
                    <a:pt x="3069" y="3570"/>
                  </a:lnTo>
                  <a:lnTo>
                    <a:pt x="2688" y="2928"/>
                  </a:lnTo>
                  <a:lnTo>
                    <a:pt x="2287" y="2286"/>
                  </a:lnTo>
                  <a:lnTo>
                    <a:pt x="1866" y="1685"/>
                  </a:lnTo>
                  <a:lnTo>
                    <a:pt x="1424" y="1103"/>
                  </a:lnTo>
                  <a:lnTo>
                    <a:pt x="1184" y="822"/>
                  </a:lnTo>
                  <a:lnTo>
                    <a:pt x="943" y="562"/>
                  </a:lnTo>
                  <a:lnTo>
                    <a:pt x="682" y="301"/>
                  </a:lnTo>
                  <a:lnTo>
                    <a:pt x="402" y="60"/>
                  </a:lnTo>
                  <a:lnTo>
                    <a:pt x="342" y="20"/>
                  </a:lnTo>
                  <a:lnTo>
                    <a:pt x="26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28"/>
            <p:cNvSpPr/>
            <p:nvPr/>
          </p:nvSpPr>
          <p:spPr>
            <a:xfrm>
              <a:off x="11130675" y="4355875"/>
              <a:ext cx="28100" cy="29100"/>
            </a:xfrm>
            <a:custGeom>
              <a:avLst/>
              <a:gdLst/>
              <a:ahLst/>
              <a:cxnLst/>
              <a:rect l="l" t="t" r="r" b="b"/>
              <a:pathLst>
                <a:path w="1124" h="1164" extrusionOk="0">
                  <a:moveTo>
                    <a:pt x="562" y="1"/>
                  </a:moveTo>
                  <a:lnTo>
                    <a:pt x="422" y="21"/>
                  </a:lnTo>
                  <a:lnTo>
                    <a:pt x="321" y="61"/>
                  </a:lnTo>
                  <a:lnTo>
                    <a:pt x="221" y="101"/>
                  </a:lnTo>
                  <a:lnTo>
                    <a:pt x="141" y="181"/>
                  </a:lnTo>
                  <a:lnTo>
                    <a:pt x="81" y="262"/>
                  </a:lnTo>
                  <a:lnTo>
                    <a:pt x="41" y="362"/>
                  </a:lnTo>
                  <a:lnTo>
                    <a:pt x="0" y="482"/>
                  </a:lnTo>
                  <a:lnTo>
                    <a:pt x="0" y="582"/>
                  </a:lnTo>
                  <a:lnTo>
                    <a:pt x="0" y="683"/>
                  </a:lnTo>
                  <a:lnTo>
                    <a:pt x="41" y="803"/>
                  </a:lnTo>
                  <a:lnTo>
                    <a:pt x="81" y="883"/>
                  </a:lnTo>
                  <a:lnTo>
                    <a:pt x="141" y="984"/>
                  </a:lnTo>
                  <a:lnTo>
                    <a:pt x="221" y="1064"/>
                  </a:lnTo>
                  <a:lnTo>
                    <a:pt x="321" y="1104"/>
                  </a:lnTo>
                  <a:lnTo>
                    <a:pt x="422" y="1144"/>
                  </a:lnTo>
                  <a:lnTo>
                    <a:pt x="562" y="1164"/>
                  </a:lnTo>
                  <a:lnTo>
                    <a:pt x="682" y="1144"/>
                  </a:lnTo>
                  <a:lnTo>
                    <a:pt x="803" y="1104"/>
                  </a:lnTo>
                  <a:lnTo>
                    <a:pt x="903" y="1064"/>
                  </a:lnTo>
                  <a:lnTo>
                    <a:pt x="983" y="984"/>
                  </a:lnTo>
                  <a:lnTo>
                    <a:pt x="1043" y="883"/>
                  </a:lnTo>
                  <a:lnTo>
                    <a:pt x="1083" y="803"/>
                  </a:lnTo>
                  <a:lnTo>
                    <a:pt x="1103" y="683"/>
                  </a:lnTo>
                  <a:lnTo>
                    <a:pt x="1123" y="582"/>
                  </a:lnTo>
                  <a:lnTo>
                    <a:pt x="1103" y="482"/>
                  </a:lnTo>
                  <a:lnTo>
                    <a:pt x="1083" y="362"/>
                  </a:lnTo>
                  <a:lnTo>
                    <a:pt x="1043" y="262"/>
                  </a:lnTo>
                  <a:lnTo>
                    <a:pt x="983" y="181"/>
                  </a:lnTo>
                  <a:lnTo>
                    <a:pt x="903" y="101"/>
                  </a:lnTo>
                  <a:lnTo>
                    <a:pt x="803" y="61"/>
                  </a:lnTo>
                  <a:lnTo>
                    <a:pt x="682" y="21"/>
                  </a:lnTo>
                  <a:lnTo>
                    <a:pt x="5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327">
          <a:extLst>
            <a:ext uri="{FF2B5EF4-FFF2-40B4-BE49-F238E27FC236}">
              <a16:creationId xmlns:a16="http://schemas.microsoft.com/office/drawing/2014/main" id="{43332D18-E020-529C-E086-EE4024046D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8" name="Google Shape;6328;p28">
            <a:extLst>
              <a:ext uri="{FF2B5EF4-FFF2-40B4-BE49-F238E27FC236}">
                <a16:creationId xmlns:a16="http://schemas.microsoft.com/office/drawing/2014/main" id="{1F79CF9A-22CC-58E7-2E9E-0DA0971D7BB7}"/>
              </a:ext>
            </a:extLst>
          </p:cNvPr>
          <p:cNvSpPr/>
          <p:nvPr/>
        </p:nvSpPr>
        <p:spPr>
          <a:xfrm>
            <a:off x="4641178" y="1495175"/>
            <a:ext cx="850500" cy="8505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30" name="Google Shape;6330;p28">
            <a:extLst>
              <a:ext uri="{FF2B5EF4-FFF2-40B4-BE49-F238E27FC236}">
                <a16:creationId xmlns:a16="http://schemas.microsoft.com/office/drawing/2014/main" id="{99BA228F-707A-046C-03AA-FFCFED591008}"/>
              </a:ext>
            </a:extLst>
          </p:cNvPr>
          <p:cNvSpPr/>
          <p:nvPr/>
        </p:nvSpPr>
        <p:spPr>
          <a:xfrm>
            <a:off x="766203" y="3181300"/>
            <a:ext cx="850500" cy="8505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31" name="Google Shape;6331;p28">
            <a:extLst>
              <a:ext uri="{FF2B5EF4-FFF2-40B4-BE49-F238E27FC236}">
                <a16:creationId xmlns:a16="http://schemas.microsoft.com/office/drawing/2014/main" id="{B4EEC93C-FBF9-67DA-EDA3-F2AA1C98EA5E}"/>
              </a:ext>
            </a:extLst>
          </p:cNvPr>
          <p:cNvSpPr/>
          <p:nvPr/>
        </p:nvSpPr>
        <p:spPr>
          <a:xfrm>
            <a:off x="766203" y="1495175"/>
            <a:ext cx="850500" cy="8505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32" name="Google Shape;6332;p28">
            <a:extLst>
              <a:ext uri="{FF2B5EF4-FFF2-40B4-BE49-F238E27FC236}">
                <a16:creationId xmlns:a16="http://schemas.microsoft.com/office/drawing/2014/main" id="{48871000-A484-B978-537C-CC99FC965C52}"/>
              </a:ext>
            </a:extLst>
          </p:cNvPr>
          <p:cNvSpPr txBox="1">
            <a:spLocks noGrp="1"/>
          </p:cNvSpPr>
          <p:nvPr>
            <p:ph type="title" idx="6"/>
          </p:nvPr>
        </p:nvSpPr>
        <p:spPr>
          <a:xfrm>
            <a:off x="720000" y="539500"/>
            <a:ext cx="77040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Sadržaj</a:t>
            </a:r>
            <a:endParaRPr dirty="0"/>
          </a:p>
        </p:txBody>
      </p:sp>
      <p:sp>
        <p:nvSpPr>
          <p:cNvPr id="6334" name="Google Shape;6334;p28">
            <a:extLst>
              <a:ext uri="{FF2B5EF4-FFF2-40B4-BE49-F238E27FC236}">
                <a16:creationId xmlns:a16="http://schemas.microsoft.com/office/drawing/2014/main" id="{E14973AC-10A4-9B1B-032A-EFC1529ADE9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636933" y="1737575"/>
            <a:ext cx="28671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Arhitektura</a:t>
            </a:r>
            <a:endParaRPr dirty="0"/>
          </a:p>
        </p:txBody>
      </p:sp>
      <p:sp>
        <p:nvSpPr>
          <p:cNvPr id="6336" name="Google Shape;6336;p28">
            <a:extLst>
              <a:ext uri="{FF2B5EF4-FFF2-40B4-BE49-F238E27FC236}">
                <a16:creationId xmlns:a16="http://schemas.microsoft.com/office/drawing/2014/main" id="{DDE8F81A-2AA0-768A-C144-F06B1FF5FC39}"/>
              </a:ext>
            </a:extLst>
          </p:cNvPr>
          <p:cNvSpPr txBox="1">
            <a:spLocks noGrp="1"/>
          </p:cNvSpPr>
          <p:nvPr>
            <p:ph type="title" idx="2"/>
          </p:nvPr>
        </p:nvSpPr>
        <p:spPr>
          <a:xfrm flipH="1">
            <a:off x="5510697" y="1783325"/>
            <a:ext cx="28671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Demonstracija</a:t>
            </a:r>
            <a:endParaRPr dirty="0"/>
          </a:p>
        </p:txBody>
      </p:sp>
      <p:sp>
        <p:nvSpPr>
          <p:cNvPr id="6337" name="Google Shape;6337;p28">
            <a:extLst>
              <a:ext uri="{FF2B5EF4-FFF2-40B4-BE49-F238E27FC236}">
                <a16:creationId xmlns:a16="http://schemas.microsoft.com/office/drawing/2014/main" id="{8AF09765-8EB6-FA6F-1C3C-4E850F898DAD}"/>
              </a:ext>
            </a:extLst>
          </p:cNvPr>
          <p:cNvSpPr txBox="1">
            <a:spLocks noGrp="1"/>
          </p:cNvSpPr>
          <p:nvPr>
            <p:ph type="title" idx="7"/>
          </p:nvPr>
        </p:nvSpPr>
        <p:spPr>
          <a:xfrm>
            <a:off x="1635722" y="3423515"/>
            <a:ext cx="2387638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Ispitivanje</a:t>
            </a:r>
            <a:endParaRPr dirty="0"/>
          </a:p>
        </p:txBody>
      </p:sp>
      <p:sp>
        <p:nvSpPr>
          <p:cNvPr id="6341" name="Google Shape;6341;p28">
            <a:extLst>
              <a:ext uri="{FF2B5EF4-FFF2-40B4-BE49-F238E27FC236}">
                <a16:creationId xmlns:a16="http://schemas.microsoft.com/office/drawing/2014/main" id="{EBFCD2A9-EECE-C4E2-E485-0D7F74460802}"/>
              </a:ext>
            </a:extLst>
          </p:cNvPr>
          <p:cNvSpPr txBox="1">
            <a:spLocks noGrp="1"/>
          </p:cNvSpPr>
          <p:nvPr>
            <p:ph type="title" idx="4"/>
          </p:nvPr>
        </p:nvSpPr>
        <p:spPr>
          <a:xfrm>
            <a:off x="824088" y="1691825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5</a:t>
            </a:r>
            <a:endParaRPr dirty="0"/>
          </a:p>
        </p:txBody>
      </p:sp>
      <p:sp>
        <p:nvSpPr>
          <p:cNvPr id="6342" name="Google Shape;6342;p28">
            <a:extLst>
              <a:ext uri="{FF2B5EF4-FFF2-40B4-BE49-F238E27FC236}">
                <a16:creationId xmlns:a16="http://schemas.microsoft.com/office/drawing/2014/main" id="{A78D97F8-559D-8456-7886-EBB214D95BA8}"/>
              </a:ext>
            </a:extLst>
          </p:cNvPr>
          <p:cNvSpPr txBox="1">
            <a:spLocks noGrp="1"/>
          </p:cNvSpPr>
          <p:nvPr>
            <p:ph type="title" idx="14"/>
          </p:nvPr>
        </p:nvSpPr>
        <p:spPr>
          <a:xfrm>
            <a:off x="824088" y="3377950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7</a:t>
            </a:r>
            <a:endParaRPr dirty="0"/>
          </a:p>
        </p:txBody>
      </p:sp>
      <p:sp>
        <p:nvSpPr>
          <p:cNvPr id="6343" name="Google Shape;6343;p28">
            <a:extLst>
              <a:ext uri="{FF2B5EF4-FFF2-40B4-BE49-F238E27FC236}">
                <a16:creationId xmlns:a16="http://schemas.microsoft.com/office/drawing/2014/main" id="{F48853C3-4D76-C9D1-58C4-64CCF5C82C0E}"/>
              </a:ext>
            </a:extLst>
          </p:cNvPr>
          <p:cNvSpPr txBox="1">
            <a:spLocks noGrp="1"/>
          </p:cNvSpPr>
          <p:nvPr>
            <p:ph type="title" idx="5"/>
          </p:nvPr>
        </p:nvSpPr>
        <p:spPr>
          <a:xfrm flipH="1">
            <a:off x="4699062" y="1691825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6</a:t>
            </a:r>
            <a:endParaRPr dirty="0"/>
          </a:p>
        </p:txBody>
      </p:sp>
      <p:grpSp>
        <p:nvGrpSpPr>
          <p:cNvPr id="6345" name="Google Shape;6345;p28">
            <a:extLst>
              <a:ext uri="{FF2B5EF4-FFF2-40B4-BE49-F238E27FC236}">
                <a16:creationId xmlns:a16="http://schemas.microsoft.com/office/drawing/2014/main" id="{90360B0E-6C96-6F9E-7086-7C944312125D}"/>
              </a:ext>
            </a:extLst>
          </p:cNvPr>
          <p:cNvGrpSpPr/>
          <p:nvPr/>
        </p:nvGrpSpPr>
        <p:grpSpPr>
          <a:xfrm>
            <a:off x="410845" y="4232228"/>
            <a:ext cx="1445260" cy="787836"/>
            <a:chOff x="957401" y="4246670"/>
            <a:chExt cx="1566508" cy="853930"/>
          </a:xfrm>
        </p:grpSpPr>
        <p:sp>
          <p:nvSpPr>
            <p:cNvPr id="6346" name="Google Shape;6346;p28">
              <a:extLst>
                <a:ext uri="{FF2B5EF4-FFF2-40B4-BE49-F238E27FC236}">
                  <a16:creationId xmlns:a16="http://schemas.microsoft.com/office/drawing/2014/main" id="{EDEA3834-4C37-69B9-E7C1-653A347D33E5}"/>
                </a:ext>
              </a:extLst>
            </p:cNvPr>
            <p:cNvSpPr/>
            <p:nvPr/>
          </p:nvSpPr>
          <p:spPr>
            <a:xfrm>
              <a:off x="957401" y="4965900"/>
              <a:ext cx="1331700" cy="1347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347" name="Google Shape;6347;p28">
              <a:extLst>
                <a:ext uri="{FF2B5EF4-FFF2-40B4-BE49-F238E27FC236}">
                  <a16:creationId xmlns:a16="http://schemas.microsoft.com/office/drawing/2014/main" id="{32111A39-5439-0D6B-971C-68B2DF73EB27}"/>
                </a:ext>
              </a:extLst>
            </p:cNvPr>
            <p:cNvGrpSpPr/>
            <p:nvPr/>
          </p:nvGrpSpPr>
          <p:grpSpPr>
            <a:xfrm>
              <a:off x="957412" y="4246670"/>
              <a:ext cx="1566496" cy="796778"/>
              <a:chOff x="10432700" y="3582600"/>
              <a:chExt cx="2147650" cy="1092375"/>
            </a:xfrm>
          </p:grpSpPr>
          <p:sp>
            <p:nvSpPr>
              <p:cNvPr id="6348" name="Google Shape;6348;p28">
                <a:extLst>
                  <a:ext uri="{FF2B5EF4-FFF2-40B4-BE49-F238E27FC236}">
                    <a16:creationId xmlns:a16="http://schemas.microsoft.com/office/drawing/2014/main" id="{0AAA4D1A-3A49-5CF7-ADDF-26556FDB0C4D}"/>
                  </a:ext>
                </a:extLst>
              </p:cNvPr>
              <p:cNvSpPr/>
              <p:nvPr/>
            </p:nvSpPr>
            <p:spPr>
              <a:xfrm>
                <a:off x="11678375" y="4439650"/>
                <a:ext cx="35950" cy="153900"/>
              </a:xfrm>
              <a:custGeom>
                <a:avLst/>
                <a:gdLst/>
                <a:ahLst/>
                <a:cxnLst/>
                <a:rect l="l" t="t" r="r" b="b"/>
                <a:pathLst>
                  <a:path w="1438" h="6156" extrusionOk="0">
                    <a:moveTo>
                      <a:pt x="0" y="0"/>
                    </a:moveTo>
                    <a:lnTo>
                      <a:pt x="0" y="6155"/>
                    </a:lnTo>
                    <a:lnTo>
                      <a:pt x="1438" y="6155"/>
                    </a:lnTo>
                    <a:lnTo>
                      <a:pt x="143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9" name="Google Shape;6349;p28">
                <a:extLst>
                  <a:ext uri="{FF2B5EF4-FFF2-40B4-BE49-F238E27FC236}">
                    <a16:creationId xmlns:a16="http://schemas.microsoft.com/office/drawing/2014/main" id="{6FB402A9-46EF-16E6-DBDF-88AE23C0D11E}"/>
                  </a:ext>
                </a:extLst>
              </p:cNvPr>
              <p:cNvSpPr/>
              <p:nvPr/>
            </p:nvSpPr>
            <p:spPr>
              <a:xfrm>
                <a:off x="11678375" y="4439650"/>
                <a:ext cx="35950" cy="153900"/>
              </a:xfrm>
              <a:custGeom>
                <a:avLst/>
                <a:gdLst/>
                <a:ahLst/>
                <a:cxnLst/>
                <a:rect l="l" t="t" r="r" b="b"/>
                <a:pathLst>
                  <a:path w="1438" h="6156" fill="none" extrusionOk="0">
                    <a:moveTo>
                      <a:pt x="0" y="0"/>
                    </a:moveTo>
                    <a:lnTo>
                      <a:pt x="0" y="6155"/>
                    </a:lnTo>
                    <a:lnTo>
                      <a:pt x="1438" y="6155"/>
                    </a:lnTo>
                    <a:lnTo>
                      <a:pt x="1438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0" name="Google Shape;6350;p28">
                <a:extLst>
                  <a:ext uri="{FF2B5EF4-FFF2-40B4-BE49-F238E27FC236}">
                    <a16:creationId xmlns:a16="http://schemas.microsoft.com/office/drawing/2014/main" id="{5DC38B3C-D972-24B0-AFFB-FA044F8583C5}"/>
                  </a:ext>
                </a:extLst>
              </p:cNvPr>
              <p:cNvSpPr/>
              <p:nvPr/>
            </p:nvSpPr>
            <p:spPr>
              <a:xfrm>
                <a:off x="11352625" y="4439650"/>
                <a:ext cx="35975" cy="153900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6156" extrusionOk="0">
                    <a:moveTo>
                      <a:pt x="1" y="0"/>
                    </a:moveTo>
                    <a:lnTo>
                      <a:pt x="1" y="6155"/>
                    </a:lnTo>
                    <a:lnTo>
                      <a:pt x="1438" y="6155"/>
                    </a:lnTo>
                    <a:lnTo>
                      <a:pt x="143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1" name="Google Shape;6351;p28">
                <a:extLst>
                  <a:ext uri="{FF2B5EF4-FFF2-40B4-BE49-F238E27FC236}">
                    <a16:creationId xmlns:a16="http://schemas.microsoft.com/office/drawing/2014/main" id="{E02E8CA8-E4A7-E4EB-5D2C-16E7065B66E2}"/>
                  </a:ext>
                </a:extLst>
              </p:cNvPr>
              <p:cNvSpPr/>
              <p:nvPr/>
            </p:nvSpPr>
            <p:spPr>
              <a:xfrm>
                <a:off x="11352625" y="4439650"/>
                <a:ext cx="35975" cy="153900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6156" fill="none" extrusionOk="0">
                    <a:moveTo>
                      <a:pt x="1" y="0"/>
                    </a:moveTo>
                    <a:lnTo>
                      <a:pt x="1" y="6155"/>
                    </a:lnTo>
                    <a:lnTo>
                      <a:pt x="1438" y="6155"/>
                    </a:lnTo>
                    <a:lnTo>
                      <a:pt x="1438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2" name="Google Shape;6352;p28">
                <a:extLst>
                  <a:ext uri="{FF2B5EF4-FFF2-40B4-BE49-F238E27FC236}">
                    <a16:creationId xmlns:a16="http://schemas.microsoft.com/office/drawing/2014/main" id="{5D7B8272-8F0F-FB38-857A-E1D690A5DF5F}"/>
                  </a:ext>
                </a:extLst>
              </p:cNvPr>
              <p:cNvSpPr/>
              <p:nvPr/>
            </p:nvSpPr>
            <p:spPr>
              <a:xfrm>
                <a:off x="11017900" y="4583975"/>
                <a:ext cx="1040700" cy="91000"/>
              </a:xfrm>
              <a:custGeom>
                <a:avLst/>
                <a:gdLst/>
                <a:ahLst/>
                <a:cxnLst/>
                <a:rect l="l" t="t" r="r" b="b"/>
                <a:pathLst>
                  <a:path w="41628" h="3640" extrusionOk="0">
                    <a:moveTo>
                      <a:pt x="1798" y="0"/>
                    </a:moveTo>
                    <a:lnTo>
                      <a:pt x="1618" y="23"/>
                    </a:lnTo>
                    <a:lnTo>
                      <a:pt x="1439" y="45"/>
                    </a:lnTo>
                    <a:lnTo>
                      <a:pt x="1259" y="90"/>
                    </a:lnTo>
                    <a:lnTo>
                      <a:pt x="1102" y="158"/>
                    </a:lnTo>
                    <a:lnTo>
                      <a:pt x="944" y="225"/>
                    </a:lnTo>
                    <a:lnTo>
                      <a:pt x="787" y="315"/>
                    </a:lnTo>
                    <a:lnTo>
                      <a:pt x="652" y="427"/>
                    </a:lnTo>
                    <a:lnTo>
                      <a:pt x="517" y="540"/>
                    </a:lnTo>
                    <a:lnTo>
                      <a:pt x="405" y="674"/>
                    </a:lnTo>
                    <a:lnTo>
                      <a:pt x="293" y="809"/>
                    </a:lnTo>
                    <a:lnTo>
                      <a:pt x="203" y="966"/>
                    </a:lnTo>
                    <a:lnTo>
                      <a:pt x="136" y="1124"/>
                    </a:lnTo>
                    <a:lnTo>
                      <a:pt x="68" y="1281"/>
                    </a:lnTo>
                    <a:lnTo>
                      <a:pt x="23" y="1461"/>
                    </a:lnTo>
                    <a:lnTo>
                      <a:pt x="1" y="1640"/>
                    </a:lnTo>
                    <a:lnTo>
                      <a:pt x="1" y="1820"/>
                    </a:lnTo>
                    <a:lnTo>
                      <a:pt x="1" y="2000"/>
                    </a:lnTo>
                    <a:lnTo>
                      <a:pt x="23" y="2179"/>
                    </a:lnTo>
                    <a:lnTo>
                      <a:pt x="68" y="2359"/>
                    </a:lnTo>
                    <a:lnTo>
                      <a:pt x="136" y="2516"/>
                    </a:lnTo>
                    <a:lnTo>
                      <a:pt x="203" y="2674"/>
                    </a:lnTo>
                    <a:lnTo>
                      <a:pt x="293" y="2831"/>
                    </a:lnTo>
                    <a:lnTo>
                      <a:pt x="405" y="2966"/>
                    </a:lnTo>
                    <a:lnTo>
                      <a:pt x="517" y="3101"/>
                    </a:lnTo>
                    <a:lnTo>
                      <a:pt x="652" y="3213"/>
                    </a:lnTo>
                    <a:lnTo>
                      <a:pt x="787" y="3325"/>
                    </a:lnTo>
                    <a:lnTo>
                      <a:pt x="944" y="3415"/>
                    </a:lnTo>
                    <a:lnTo>
                      <a:pt x="1102" y="3482"/>
                    </a:lnTo>
                    <a:lnTo>
                      <a:pt x="1259" y="3550"/>
                    </a:lnTo>
                    <a:lnTo>
                      <a:pt x="1439" y="3595"/>
                    </a:lnTo>
                    <a:lnTo>
                      <a:pt x="1618" y="3617"/>
                    </a:lnTo>
                    <a:lnTo>
                      <a:pt x="1798" y="3640"/>
                    </a:lnTo>
                    <a:lnTo>
                      <a:pt x="39808" y="3640"/>
                    </a:lnTo>
                    <a:lnTo>
                      <a:pt x="39988" y="3617"/>
                    </a:lnTo>
                    <a:lnTo>
                      <a:pt x="40167" y="3595"/>
                    </a:lnTo>
                    <a:lnTo>
                      <a:pt x="40347" y="3550"/>
                    </a:lnTo>
                    <a:lnTo>
                      <a:pt x="40527" y="3482"/>
                    </a:lnTo>
                    <a:lnTo>
                      <a:pt x="40684" y="3415"/>
                    </a:lnTo>
                    <a:lnTo>
                      <a:pt x="40819" y="3325"/>
                    </a:lnTo>
                    <a:lnTo>
                      <a:pt x="40954" y="3213"/>
                    </a:lnTo>
                    <a:lnTo>
                      <a:pt x="41088" y="3101"/>
                    </a:lnTo>
                    <a:lnTo>
                      <a:pt x="41201" y="2966"/>
                    </a:lnTo>
                    <a:lnTo>
                      <a:pt x="41313" y="2831"/>
                    </a:lnTo>
                    <a:lnTo>
                      <a:pt x="41403" y="2674"/>
                    </a:lnTo>
                    <a:lnTo>
                      <a:pt x="41470" y="2516"/>
                    </a:lnTo>
                    <a:lnTo>
                      <a:pt x="41538" y="2359"/>
                    </a:lnTo>
                    <a:lnTo>
                      <a:pt x="41583" y="2179"/>
                    </a:lnTo>
                    <a:lnTo>
                      <a:pt x="41605" y="2000"/>
                    </a:lnTo>
                    <a:lnTo>
                      <a:pt x="41628" y="1820"/>
                    </a:lnTo>
                    <a:lnTo>
                      <a:pt x="41605" y="1640"/>
                    </a:lnTo>
                    <a:lnTo>
                      <a:pt x="41583" y="1461"/>
                    </a:lnTo>
                    <a:lnTo>
                      <a:pt x="41538" y="1281"/>
                    </a:lnTo>
                    <a:lnTo>
                      <a:pt x="41470" y="1124"/>
                    </a:lnTo>
                    <a:lnTo>
                      <a:pt x="41403" y="966"/>
                    </a:lnTo>
                    <a:lnTo>
                      <a:pt x="41313" y="809"/>
                    </a:lnTo>
                    <a:lnTo>
                      <a:pt x="41201" y="674"/>
                    </a:lnTo>
                    <a:lnTo>
                      <a:pt x="41088" y="540"/>
                    </a:lnTo>
                    <a:lnTo>
                      <a:pt x="40954" y="427"/>
                    </a:lnTo>
                    <a:lnTo>
                      <a:pt x="40819" y="315"/>
                    </a:lnTo>
                    <a:lnTo>
                      <a:pt x="40684" y="225"/>
                    </a:lnTo>
                    <a:lnTo>
                      <a:pt x="40527" y="158"/>
                    </a:lnTo>
                    <a:lnTo>
                      <a:pt x="40347" y="90"/>
                    </a:lnTo>
                    <a:lnTo>
                      <a:pt x="40167" y="45"/>
                    </a:lnTo>
                    <a:lnTo>
                      <a:pt x="39988" y="23"/>
                    </a:lnTo>
                    <a:lnTo>
                      <a:pt x="3980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3" name="Google Shape;6353;p28">
                <a:extLst>
                  <a:ext uri="{FF2B5EF4-FFF2-40B4-BE49-F238E27FC236}">
                    <a16:creationId xmlns:a16="http://schemas.microsoft.com/office/drawing/2014/main" id="{6F00EB10-92FB-99A1-9200-350EDB986217}"/>
                  </a:ext>
                </a:extLst>
              </p:cNvPr>
              <p:cNvSpPr/>
              <p:nvPr/>
            </p:nvSpPr>
            <p:spPr>
              <a:xfrm>
                <a:off x="11532350" y="3582600"/>
                <a:ext cx="1048000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41920" h="4000" extrusionOk="0">
                    <a:moveTo>
                      <a:pt x="32192" y="1"/>
                    </a:moveTo>
                    <a:lnTo>
                      <a:pt x="30462" y="23"/>
                    </a:lnTo>
                    <a:lnTo>
                      <a:pt x="28643" y="68"/>
                    </a:lnTo>
                    <a:lnTo>
                      <a:pt x="26778" y="136"/>
                    </a:lnTo>
                    <a:lnTo>
                      <a:pt x="24869" y="226"/>
                    </a:lnTo>
                    <a:lnTo>
                      <a:pt x="22914" y="338"/>
                    </a:lnTo>
                    <a:lnTo>
                      <a:pt x="20960" y="473"/>
                    </a:lnTo>
                    <a:lnTo>
                      <a:pt x="17051" y="765"/>
                    </a:lnTo>
                    <a:lnTo>
                      <a:pt x="13277" y="1079"/>
                    </a:lnTo>
                    <a:lnTo>
                      <a:pt x="9727" y="1394"/>
                    </a:lnTo>
                    <a:lnTo>
                      <a:pt x="6560" y="1708"/>
                    </a:lnTo>
                    <a:lnTo>
                      <a:pt x="3887" y="2000"/>
                    </a:lnTo>
                    <a:lnTo>
                      <a:pt x="1820" y="2225"/>
                    </a:lnTo>
                    <a:lnTo>
                      <a:pt x="0" y="2427"/>
                    </a:lnTo>
                    <a:lnTo>
                      <a:pt x="1820" y="2584"/>
                    </a:lnTo>
                    <a:lnTo>
                      <a:pt x="3887" y="2764"/>
                    </a:lnTo>
                    <a:lnTo>
                      <a:pt x="6560" y="2966"/>
                    </a:lnTo>
                    <a:lnTo>
                      <a:pt x="9727" y="3191"/>
                    </a:lnTo>
                    <a:lnTo>
                      <a:pt x="13277" y="3438"/>
                    </a:lnTo>
                    <a:lnTo>
                      <a:pt x="17051" y="3640"/>
                    </a:lnTo>
                    <a:lnTo>
                      <a:pt x="20960" y="3820"/>
                    </a:lnTo>
                    <a:lnTo>
                      <a:pt x="22914" y="3887"/>
                    </a:lnTo>
                    <a:lnTo>
                      <a:pt x="24869" y="3955"/>
                    </a:lnTo>
                    <a:lnTo>
                      <a:pt x="26778" y="3977"/>
                    </a:lnTo>
                    <a:lnTo>
                      <a:pt x="28643" y="4000"/>
                    </a:lnTo>
                    <a:lnTo>
                      <a:pt x="30462" y="4000"/>
                    </a:lnTo>
                    <a:lnTo>
                      <a:pt x="32192" y="3977"/>
                    </a:lnTo>
                    <a:lnTo>
                      <a:pt x="33832" y="3910"/>
                    </a:lnTo>
                    <a:lnTo>
                      <a:pt x="35359" y="3820"/>
                    </a:lnTo>
                    <a:lnTo>
                      <a:pt x="36775" y="3708"/>
                    </a:lnTo>
                    <a:lnTo>
                      <a:pt x="38055" y="3573"/>
                    </a:lnTo>
                    <a:lnTo>
                      <a:pt x="38617" y="3483"/>
                    </a:lnTo>
                    <a:lnTo>
                      <a:pt x="39156" y="3393"/>
                    </a:lnTo>
                    <a:lnTo>
                      <a:pt x="39650" y="3281"/>
                    </a:lnTo>
                    <a:lnTo>
                      <a:pt x="40122" y="3169"/>
                    </a:lnTo>
                    <a:lnTo>
                      <a:pt x="40526" y="3034"/>
                    </a:lnTo>
                    <a:lnTo>
                      <a:pt x="40886" y="2899"/>
                    </a:lnTo>
                    <a:lnTo>
                      <a:pt x="41178" y="2764"/>
                    </a:lnTo>
                    <a:lnTo>
                      <a:pt x="41447" y="2584"/>
                    </a:lnTo>
                    <a:lnTo>
                      <a:pt x="41650" y="2427"/>
                    </a:lnTo>
                    <a:lnTo>
                      <a:pt x="41784" y="2247"/>
                    </a:lnTo>
                    <a:lnTo>
                      <a:pt x="41852" y="2158"/>
                    </a:lnTo>
                    <a:lnTo>
                      <a:pt x="41874" y="2045"/>
                    </a:lnTo>
                    <a:lnTo>
                      <a:pt x="41897" y="1955"/>
                    </a:lnTo>
                    <a:lnTo>
                      <a:pt x="41919" y="1843"/>
                    </a:lnTo>
                    <a:lnTo>
                      <a:pt x="41897" y="1753"/>
                    </a:lnTo>
                    <a:lnTo>
                      <a:pt x="41874" y="1641"/>
                    </a:lnTo>
                    <a:lnTo>
                      <a:pt x="41852" y="1551"/>
                    </a:lnTo>
                    <a:lnTo>
                      <a:pt x="41784" y="1461"/>
                    </a:lnTo>
                    <a:lnTo>
                      <a:pt x="41650" y="1281"/>
                    </a:lnTo>
                    <a:lnTo>
                      <a:pt x="41447" y="1124"/>
                    </a:lnTo>
                    <a:lnTo>
                      <a:pt x="41178" y="967"/>
                    </a:lnTo>
                    <a:lnTo>
                      <a:pt x="40886" y="832"/>
                    </a:lnTo>
                    <a:lnTo>
                      <a:pt x="40526" y="697"/>
                    </a:lnTo>
                    <a:lnTo>
                      <a:pt x="40122" y="585"/>
                    </a:lnTo>
                    <a:lnTo>
                      <a:pt x="39650" y="495"/>
                    </a:lnTo>
                    <a:lnTo>
                      <a:pt x="39156" y="405"/>
                    </a:lnTo>
                    <a:lnTo>
                      <a:pt x="38617" y="315"/>
                    </a:lnTo>
                    <a:lnTo>
                      <a:pt x="38055" y="248"/>
                    </a:lnTo>
                    <a:lnTo>
                      <a:pt x="36775" y="136"/>
                    </a:lnTo>
                    <a:lnTo>
                      <a:pt x="35359" y="68"/>
                    </a:lnTo>
                    <a:lnTo>
                      <a:pt x="33832" y="23"/>
                    </a:lnTo>
                    <a:lnTo>
                      <a:pt x="32192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4" name="Google Shape;6354;p28">
                <a:extLst>
                  <a:ext uri="{FF2B5EF4-FFF2-40B4-BE49-F238E27FC236}">
                    <a16:creationId xmlns:a16="http://schemas.microsoft.com/office/drawing/2014/main" id="{2124F224-4E48-17E9-18E9-7AA6A293DD4D}"/>
                  </a:ext>
                </a:extLst>
              </p:cNvPr>
              <p:cNvSpPr/>
              <p:nvPr/>
            </p:nvSpPr>
            <p:spPr>
              <a:xfrm>
                <a:off x="10574225" y="3582600"/>
                <a:ext cx="1047450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41898" h="4000" extrusionOk="0">
                    <a:moveTo>
                      <a:pt x="9728" y="1"/>
                    </a:moveTo>
                    <a:lnTo>
                      <a:pt x="8088" y="23"/>
                    </a:lnTo>
                    <a:lnTo>
                      <a:pt x="6538" y="68"/>
                    </a:lnTo>
                    <a:lnTo>
                      <a:pt x="5145" y="136"/>
                    </a:lnTo>
                    <a:lnTo>
                      <a:pt x="3865" y="248"/>
                    </a:lnTo>
                    <a:lnTo>
                      <a:pt x="3281" y="315"/>
                    </a:lnTo>
                    <a:lnTo>
                      <a:pt x="2741" y="405"/>
                    </a:lnTo>
                    <a:lnTo>
                      <a:pt x="2247" y="495"/>
                    </a:lnTo>
                    <a:lnTo>
                      <a:pt x="1798" y="585"/>
                    </a:lnTo>
                    <a:lnTo>
                      <a:pt x="1394" y="697"/>
                    </a:lnTo>
                    <a:lnTo>
                      <a:pt x="1034" y="832"/>
                    </a:lnTo>
                    <a:lnTo>
                      <a:pt x="720" y="967"/>
                    </a:lnTo>
                    <a:lnTo>
                      <a:pt x="473" y="1124"/>
                    </a:lnTo>
                    <a:lnTo>
                      <a:pt x="270" y="1281"/>
                    </a:lnTo>
                    <a:lnTo>
                      <a:pt x="113" y="1461"/>
                    </a:lnTo>
                    <a:lnTo>
                      <a:pt x="68" y="1551"/>
                    </a:lnTo>
                    <a:lnTo>
                      <a:pt x="23" y="1641"/>
                    </a:lnTo>
                    <a:lnTo>
                      <a:pt x="1" y="1753"/>
                    </a:lnTo>
                    <a:lnTo>
                      <a:pt x="1" y="1843"/>
                    </a:lnTo>
                    <a:lnTo>
                      <a:pt x="1" y="1955"/>
                    </a:lnTo>
                    <a:lnTo>
                      <a:pt x="23" y="2045"/>
                    </a:lnTo>
                    <a:lnTo>
                      <a:pt x="68" y="2158"/>
                    </a:lnTo>
                    <a:lnTo>
                      <a:pt x="113" y="2247"/>
                    </a:lnTo>
                    <a:lnTo>
                      <a:pt x="270" y="2427"/>
                    </a:lnTo>
                    <a:lnTo>
                      <a:pt x="473" y="2584"/>
                    </a:lnTo>
                    <a:lnTo>
                      <a:pt x="720" y="2764"/>
                    </a:lnTo>
                    <a:lnTo>
                      <a:pt x="1034" y="2899"/>
                    </a:lnTo>
                    <a:lnTo>
                      <a:pt x="1394" y="3034"/>
                    </a:lnTo>
                    <a:lnTo>
                      <a:pt x="1798" y="3169"/>
                    </a:lnTo>
                    <a:lnTo>
                      <a:pt x="2247" y="3281"/>
                    </a:lnTo>
                    <a:lnTo>
                      <a:pt x="2741" y="3393"/>
                    </a:lnTo>
                    <a:lnTo>
                      <a:pt x="3281" y="3483"/>
                    </a:lnTo>
                    <a:lnTo>
                      <a:pt x="3865" y="3573"/>
                    </a:lnTo>
                    <a:lnTo>
                      <a:pt x="5145" y="3708"/>
                    </a:lnTo>
                    <a:lnTo>
                      <a:pt x="6538" y="3820"/>
                    </a:lnTo>
                    <a:lnTo>
                      <a:pt x="8088" y="3910"/>
                    </a:lnTo>
                    <a:lnTo>
                      <a:pt x="9728" y="3977"/>
                    </a:lnTo>
                    <a:lnTo>
                      <a:pt x="11458" y="4000"/>
                    </a:lnTo>
                    <a:lnTo>
                      <a:pt x="13255" y="4000"/>
                    </a:lnTo>
                    <a:lnTo>
                      <a:pt x="15119" y="3977"/>
                    </a:lnTo>
                    <a:lnTo>
                      <a:pt x="17051" y="3955"/>
                    </a:lnTo>
                    <a:lnTo>
                      <a:pt x="18983" y="3887"/>
                    </a:lnTo>
                    <a:lnTo>
                      <a:pt x="20960" y="3820"/>
                    </a:lnTo>
                    <a:lnTo>
                      <a:pt x="24869" y="3640"/>
                    </a:lnTo>
                    <a:lnTo>
                      <a:pt x="28643" y="3438"/>
                    </a:lnTo>
                    <a:lnTo>
                      <a:pt x="32192" y="3191"/>
                    </a:lnTo>
                    <a:lnTo>
                      <a:pt x="35360" y="2966"/>
                    </a:lnTo>
                    <a:lnTo>
                      <a:pt x="38033" y="2764"/>
                    </a:lnTo>
                    <a:lnTo>
                      <a:pt x="40100" y="2584"/>
                    </a:lnTo>
                    <a:lnTo>
                      <a:pt x="41897" y="2427"/>
                    </a:lnTo>
                    <a:lnTo>
                      <a:pt x="40100" y="2225"/>
                    </a:lnTo>
                    <a:lnTo>
                      <a:pt x="38033" y="2000"/>
                    </a:lnTo>
                    <a:lnTo>
                      <a:pt x="35360" y="1708"/>
                    </a:lnTo>
                    <a:lnTo>
                      <a:pt x="32192" y="1394"/>
                    </a:lnTo>
                    <a:lnTo>
                      <a:pt x="28643" y="1079"/>
                    </a:lnTo>
                    <a:lnTo>
                      <a:pt x="24869" y="765"/>
                    </a:lnTo>
                    <a:lnTo>
                      <a:pt x="20960" y="473"/>
                    </a:lnTo>
                    <a:lnTo>
                      <a:pt x="18983" y="338"/>
                    </a:lnTo>
                    <a:lnTo>
                      <a:pt x="17051" y="226"/>
                    </a:lnTo>
                    <a:lnTo>
                      <a:pt x="15119" y="136"/>
                    </a:lnTo>
                    <a:lnTo>
                      <a:pt x="13255" y="68"/>
                    </a:lnTo>
                    <a:lnTo>
                      <a:pt x="11458" y="23"/>
                    </a:lnTo>
                    <a:lnTo>
                      <a:pt x="9728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5" name="Google Shape;6355;p28">
                <a:extLst>
                  <a:ext uri="{FF2B5EF4-FFF2-40B4-BE49-F238E27FC236}">
                    <a16:creationId xmlns:a16="http://schemas.microsoft.com/office/drawing/2014/main" id="{5632B706-C96E-1324-98A8-713AEB6D041C}"/>
                  </a:ext>
                </a:extLst>
              </p:cNvPr>
              <p:cNvSpPr/>
              <p:nvPr/>
            </p:nvSpPr>
            <p:spPr>
              <a:xfrm>
                <a:off x="11511000" y="3582600"/>
                <a:ext cx="97175" cy="159525"/>
              </a:xfrm>
              <a:custGeom>
                <a:avLst/>
                <a:gdLst/>
                <a:ahLst/>
                <a:cxnLst/>
                <a:rect l="l" t="t" r="r" b="b"/>
                <a:pathLst>
                  <a:path w="3887" h="6381" extrusionOk="0">
                    <a:moveTo>
                      <a:pt x="1933" y="1"/>
                    </a:moveTo>
                    <a:lnTo>
                      <a:pt x="1573" y="23"/>
                    </a:lnTo>
                    <a:lnTo>
                      <a:pt x="1236" y="68"/>
                    </a:lnTo>
                    <a:lnTo>
                      <a:pt x="967" y="158"/>
                    </a:lnTo>
                    <a:lnTo>
                      <a:pt x="742" y="271"/>
                    </a:lnTo>
                    <a:lnTo>
                      <a:pt x="540" y="428"/>
                    </a:lnTo>
                    <a:lnTo>
                      <a:pt x="360" y="585"/>
                    </a:lnTo>
                    <a:lnTo>
                      <a:pt x="248" y="787"/>
                    </a:lnTo>
                    <a:lnTo>
                      <a:pt x="135" y="989"/>
                    </a:lnTo>
                    <a:lnTo>
                      <a:pt x="68" y="1237"/>
                    </a:lnTo>
                    <a:lnTo>
                      <a:pt x="23" y="1484"/>
                    </a:lnTo>
                    <a:lnTo>
                      <a:pt x="1" y="1753"/>
                    </a:lnTo>
                    <a:lnTo>
                      <a:pt x="23" y="2023"/>
                    </a:lnTo>
                    <a:lnTo>
                      <a:pt x="46" y="2315"/>
                    </a:lnTo>
                    <a:lnTo>
                      <a:pt x="90" y="2584"/>
                    </a:lnTo>
                    <a:lnTo>
                      <a:pt x="135" y="2899"/>
                    </a:lnTo>
                    <a:lnTo>
                      <a:pt x="225" y="3191"/>
                    </a:lnTo>
                    <a:lnTo>
                      <a:pt x="405" y="3775"/>
                    </a:lnTo>
                    <a:lnTo>
                      <a:pt x="607" y="4359"/>
                    </a:lnTo>
                    <a:lnTo>
                      <a:pt x="854" y="4898"/>
                    </a:lnTo>
                    <a:lnTo>
                      <a:pt x="1056" y="5370"/>
                    </a:lnTo>
                    <a:lnTo>
                      <a:pt x="1438" y="6089"/>
                    </a:lnTo>
                    <a:lnTo>
                      <a:pt x="1596" y="6381"/>
                    </a:lnTo>
                    <a:lnTo>
                      <a:pt x="1685" y="6358"/>
                    </a:lnTo>
                    <a:lnTo>
                      <a:pt x="1798" y="6291"/>
                    </a:lnTo>
                    <a:lnTo>
                      <a:pt x="1933" y="6224"/>
                    </a:lnTo>
                    <a:lnTo>
                      <a:pt x="2067" y="6089"/>
                    </a:lnTo>
                    <a:lnTo>
                      <a:pt x="2337" y="5774"/>
                    </a:lnTo>
                    <a:lnTo>
                      <a:pt x="2651" y="5370"/>
                    </a:lnTo>
                    <a:lnTo>
                      <a:pt x="2943" y="4898"/>
                    </a:lnTo>
                    <a:lnTo>
                      <a:pt x="3213" y="4359"/>
                    </a:lnTo>
                    <a:lnTo>
                      <a:pt x="3460" y="3775"/>
                    </a:lnTo>
                    <a:lnTo>
                      <a:pt x="3573" y="3483"/>
                    </a:lnTo>
                    <a:lnTo>
                      <a:pt x="3662" y="3191"/>
                    </a:lnTo>
                    <a:lnTo>
                      <a:pt x="3752" y="2899"/>
                    </a:lnTo>
                    <a:lnTo>
                      <a:pt x="3820" y="2584"/>
                    </a:lnTo>
                    <a:lnTo>
                      <a:pt x="3865" y="2315"/>
                    </a:lnTo>
                    <a:lnTo>
                      <a:pt x="3887" y="2023"/>
                    </a:lnTo>
                    <a:lnTo>
                      <a:pt x="3887" y="1753"/>
                    </a:lnTo>
                    <a:lnTo>
                      <a:pt x="3865" y="1484"/>
                    </a:lnTo>
                    <a:lnTo>
                      <a:pt x="3820" y="1237"/>
                    </a:lnTo>
                    <a:lnTo>
                      <a:pt x="3752" y="989"/>
                    </a:lnTo>
                    <a:lnTo>
                      <a:pt x="3640" y="787"/>
                    </a:lnTo>
                    <a:lnTo>
                      <a:pt x="3505" y="585"/>
                    </a:lnTo>
                    <a:lnTo>
                      <a:pt x="3325" y="428"/>
                    </a:lnTo>
                    <a:lnTo>
                      <a:pt x="3123" y="271"/>
                    </a:lnTo>
                    <a:lnTo>
                      <a:pt x="2876" y="158"/>
                    </a:lnTo>
                    <a:lnTo>
                      <a:pt x="2607" y="68"/>
                    </a:lnTo>
                    <a:lnTo>
                      <a:pt x="2292" y="23"/>
                    </a:lnTo>
                    <a:lnTo>
                      <a:pt x="193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6" name="Google Shape;6356;p28">
                <a:extLst>
                  <a:ext uri="{FF2B5EF4-FFF2-40B4-BE49-F238E27FC236}">
                    <a16:creationId xmlns:a16="http://schemas.microsoft.com/office/drawing/2014/main" id="{ED1A4994-591A-779F-8702-7752192E93F1}"/>
                  </a:ext>
                </a:extLst>
              </p:cNvPr>
              <p:cNvSpPr/>
              <p:nvPr/>
            </p:nvSpPr>
            <p:spPr>
              <a:xfrm>
                <a:off x="10432700" y="3726375"/>
                <a:ext cx="1548400" cy="780125"/>
              </a:xfrm>
              <a:custGeom>
                <a:avLst/>
                <a:gdLst/>
                <a:ahLst/>
                <a:cxnLst/>
                <a:rect l="l" t="t" r="r" b="b"/>
                <a:pathLst>
                  <a:path w="61936" h="31205" extrusionOk="0">
                    <a:moveTo>
                      <a:pt x="42796" y="1"/>
                    </a:moveTo>
                    <a:lnTo>
                      <a:pt x="42167" y="46"/>
                    </a:lnTo>
                    <a:lnTo>
                      <a:pt x="41538" y="113"/>
                    </a:lnTo>
                    <a:lnTo>
                      <a:pt x="40909" y="203"/>
                    </a:lnTo>
                    <a:lnTo>
                      <a:pt x="40280" y="315"/>
                    </a:lnTo>
                    <a:lnTo>
                      <a:pt x="39651" y="428"/>
                    </a:lnTo>
                    <a:lnTo>
                      <a:pt x="39044" y="563"/>
                    </a:lnTo>
                    <a:lnTo>
                      <a:pt x="38438" y="720"/>
                    </a:lnTo>
                    <a:lnTo>
                      <a:pt x="37831" y="900"/>
                    </a:lnTo>
                    <a:lnTo>
                      <a:pt x="37224" y="1079"/>
                    </a:lnTo>
                    <a:lnTo>
                      <a:pt x="36640" y="1304"/>
                    </a:lnTo>
                    <a:lnTo>
                      <a:pt x="36034" y="1506"/>
                    </a:lnTo>
                    <a:lnTo>
                      <a:pt x="35450" y="1753"/>
                    </a:lnTo>
                    <a:lnTo>
                      <a:pt x="34282" y="2247"/>
                    </a:lnTo>
                    <a:lnTo>
                      <a:pt x="33136" y="2809"/>
                    </a:lnTo>
                    <a:lnTo>
                      <a:pt x="31990" y="3393"/>
                    </a:lnTo>
                    <a:lnTo>
                      <a:pt x="30867" y="4022"/>
                    </a:lnTo>
                    <a:lnTo>
                      <a:pt x="29744" y="4674"/>
                    </a:lnTo>
                    <a:lnTo>
                      <a:pt x="28643" y="5370"/>
                    </a:lnTo>
                    <a:lnTo>
                      <a:pt x="27542" y="6066"/>
                    </a:lnTo>
                    <a:lnTo>
                      <a:pt x="25386" y="7504"/>
                    </a:lnTo>
                    <a:lnTo>
                      <a:pt x="23274" y="8942"/>
                    </a:lnTo>
                    <a:lnTo>
                      <a:pt x="21185" y="10335"/>
                    </a:lnTo>
                    <a:lnTo>
                      <a:pt x="20151" y="11009"/>
                    </a:lnTo>
                    <a:lnTo>
                      <a:pt x="19141" y="11660"/>
                    </a:lnTo>
                    <a:lnTo>
                      <a:pt x="18107" y="12289"/>
                    </a:lnTo>
                    <a:lnTo>
                      <a:pt x="17096" y="12873"/>
                    </a:lnTo>
                    <a:lnTo>
                      <a:pt x="16085" y="13390"/>
                    </a:lnTo>
                    <a:lnTo>
                      <a:pt x="15074" y="13884"/>
                    </a:lnTo>
                    <a:lnTo>
                      <a:pt x="14086" y="14311"/>
                    </a:lnTo>
                    <a:lnTo>
                      <a:pt x="13569" y="14513"/>
                    </a:lnTo>
                    <a:lnTo>
                      <a:pt x="13075" y="14693"/>
                    </a:lnTo>
                    <a:lnTo>
                      <a:pt x="12581" y="14850"/>
                    </a:lnTo>
                    <a:lnTo>
                      <a:pt x="12087" y="15007"/>
                    </a:lnTo>
                    <a:lnTo>
                      <a:pt x="11570" y="15120"/>
                    </a:lnTo>
                    <a:lnTo>
                      <a:pt x="11076" y="15232"/>
                    </a:lnTo>
                    <a:lnTo>
                      <a:pt x="11076" y="14693"/>
                    </a:lnTo>
                    <a:lnTo>
                      <a:pt x="11053" y="14064"/>
                    </a:lnTo>
                    <a:lnTo>
                      <a:pt x="11031" y="13255"/>
                    </a:lnTo>
                    <a:lnTo>
                      <a:pt x="10963" y="12312"/>
                    </a:lnTo>
                    <a:lnTo>
                      <a:pt x="10874" y="11278"/>
                    </a:lnTo>
                    <a:lnTo>
                      <a:pt x="10739" y="10155"/>
                    </a:lnTo>
                    <a:lnTo>
                      <a:pt x="10582" y="9032"/>
                    </a:lnTo>
                    <a:lnTo>
                      <a:pt x="10469" y="8470"/>
                    </a:lnTo>
                    <a:lnTo>
                      <a:pt x="10334" y="7931"/>
                    </a:lnTo>
                    <a:lnTo>
                      <a:pt x="10200" y="7392"/>
                    </a:lnTo>
                    <a:lnTo>
                      <a:pt x="10042" y="6875"/>
                    </a:lnTo>
                    <a:lnTo>
                      <a:pt x="9885" y="6381"/>
                    </a:lnTo>
                    <a:lnTo>
                      <a:pt x="9683" y="5932"/>
                    </a:lnTo>
                    <a:lnTo>
                      <a:pt x="9481" y="5505"/>
                    </a:lnTo>
                    <a:lnTo>
                      <a:pt x="9256" y="5123"/>
                    </a:lnTo>
                    <a:lnTo>
                      <a:pt x="9009" y="4786"/>
                    </a:lnTo>
                    <a:lnTo>
                      <a:pt x="8739" y="4494"/>
                    </a:lnTo>
                    <a:lnTo>
                      <a:pt x="8605" y="4359"/>
                    </a:lnTo>
                    <a:lnTo>
                      <a:pt x="8447" y="4247"/>
                    </a:lnTo>
                    <a:lnTo>
                      <a:pt x="8290" y="4157"/>
                    </a:lnTo>
                    <a:lnTo>
                      <a:pt x="8133" y="4067"/>
                    </a:lnTo>
                    <a:lnTo>
                      <a:pt x="7976" y="4000"/>
                    </a:lnTo>
                    <a:lnTo>
                      <a:pt x="7796" y="3955"/>
                    </a:lnTo>
                    <a:lnTo>
                      <a:pt x="7616" y="3932"/>
                    </a:lnTo>
                    <a:lnTo>
                      <a:pt x="7234" y="3932"/>
                    </a:lnTo>
                    <a:lnTo>
                      <a:pt x="7032" y="3955"/>
                    </a:lnTo>
                    <a:lnTo>
                      <a:pt x="6830" y="4000"/>
                    </a:lnTo>
                    <a:lnTo>
                      <a:pt x="6628" y="4067"/>
                    </a:lnTo>
                    <a:lnTo>
                      <a:pt x="6426" y="4157"/>
                    </a:lnTo>
                    <a:lnTo>
                      <a:pt x="6223" y="4247"/>
                    </a:lnTo>
                    <a:lnTo>
                      <a:pt x="6044" y="4359"/>
                    </a:lnTo>
                    <a:lnTo>
                      <a:pt x="5864" y="4494"/>
                    </a:lnTo>
                    <a:lnTo>
                      <a:pt x="5707" y="4606"/>
                    </a:lnTo>
                    <a:lnTo>
                      <a:pt x="5549" y="4763"/>
                    </a:lnTo>
                    <a:lnTo>
                      <a:pt x="5415" y="4921"/>
                    </a:lnTo>
                    <a:lnTo>
                      <a:pt x="5280" y="5078"/>
                    </a:lnTo>
                    <a:lnTo>
                      <a:pt x="5168" y="5258"/>
                    </a:lnTo>
                    <a:lnTo>
                      <a:pt x="5055" y="5437"/>
                    </a:lnTo>
                    <a:lnTo>
                      <a:pt x="4853" y="5842"/>
                    </a:lnTo>
                    <a:lnTo>
                      <a:pt x="4696" y="6269"/>
                    </a:lnTo>
                    <a:lnTo>
                      <a:pt x="4583" y="6718"/>
                    </a:lnTo>
                    <a:lnTo>
                      <a:pt x="4494" y="7190"/>
                    </a:lnTo>
                    <a:lnTo>
                      <a:pt x="4426" y="7684"/>
                    </a:lnTo>
                    <a:lnTo>
                      <a:pt x="4404" y="8201"/>
                    </a:lnTo>
                    <a:lnTo>
                      <a:pt x="4381" y="8740"/>
                    </a:lnTo>
                    <a:lnTo>
                      <a:pt x="4404" y="9279"/>
                    </a:lnTo>
                    <a:lnTo>
                      <a:pt x="4426" y="9818"/>
                    </a:lnTo>
                    <a:lnTo>
                      <a:pt x="4494" y="10380"/>
                    </a:lnTo>
                    <a:lnTo>
                      <a:pt x="4561" y="10919"/>
                    </a:lnTo>
                    <a:lnTo>
                      <a:pt x="4718" y="11997"/>
                    </a:lnTo>
                    <a:lnTo>
                      <a:pt x="4943" y="13008"/>
                    </a:lnTo>
                    <a:lnTo>
                      <a:pt x="5168" y="13974"/>
                    </a:lnTo>
                    <a:lnTo>
                      <a:pt x="5392" y="14805"/>
                    </a:lnTo>
                    <a:lnTo>
                      <a:pt x="5594" y="15502"/>
                    </a:lnTo>
                    <a:lnTo>
                      <a:pt x="5752" y="16041"/>
                    </a:lnTo>
                    <a:lnTo>
                      <a:pt x="5909" y="16512"/>
                    </a:lnTo>
                    <a:lnTo>
                      <a:pt x="5549" y="16602"/>
                    </a:lnTo>
                    <a:lnTo>
                      <a:pt x="5145" y="16737"/>
                    </a:lnTo>
                    <a:lnTo>
                      <a:pt x="4606" y="16894"/>
                    </a:lnTo>
                    <a:lnTo>
                      <a:pt x="4022" y="17097"/>
                    </a:lnTo>
                    <a:lnTo>
                      <a:pt x="3348" y="17344"/>
                    </a:lnTo>
                    <a:lnTo>
                      <a:pt x="2696" y="17636"/>
                    </a:lnTo>
                    <a:lnTo>
                      <a:pt x="2023" y="17973"/>
                    </a:lnTo>
                    <a:lnTo>
                      <a:pt x="1708" y="18152"/>
                    </a:lnTo>
                    <a:lnTo>
                      <a:pt x="1416" y="18355"/>
                    </a:lnTo>
                    <a:lnTo>
                      <a:pt x="1124" y="18557"/>
                    </a:lnTo>
                    <a:lnTo>
                      <a:pt x="877" y="18781"/>
                    </a:lnTo>
                    <a:lnTo>
                      <a:pt x="630" y="19006"/>
                    </a:lnTo>
                    <a:lnTo>
                      <a:pt x="428" y="19253"/>
                    </a:lnTo>
                    <a:lnTo>
                      <a:pt x="270" y="19500"/>
                    </a:lnTo>
                    <a:lnTo>
                      <a:pt x="136" y="19747"/>
                    </a:lnTo>
                    <a:lnTo>
                      <a:pt x="46" y="20017"/>
                    </a:lnTo>
                    <a:lnTo>
                      <a:pt x="1" y="20309"/>
                    </a:lnTo>
                    <a:lnTo>
                      <a:pt x="1" y="20601"/>
                    </a:lnTo>
                    <a:lnTo>
                      <a:pt x="68" y="20893"/>
                    </a:lnTo>
                    <a:lnTo>
                      <a:pt x="180" y="21208"/>
                    </a:lnTo>
                    <a:lnTo>
                      <a:pt x="360" y="21522"/>
                    </a:lnTo>
                    <a:lnTo>
                      <a:pt x="585" y="21859"/>
                    </a:lnTo>
                    <a:lnTo>
                      <a:pt x="899" y="22196"/>
                    </a:lnTo>
                    <a:lnTo>
                      <a:pt x="1259" y="22510"/>
                    </a:lnTo>
                    <a:lnTo>
                      <a:pt x="1618" y="22780"/>
                    </a:lnTo>
                    <a:lnTo>
                      <a:pt x="2000" y="23005"/>
                    </a:lnTo>
                    <a:lnTo>
                      <a:pt x="2404" y="23162"/>
                    </a:lnTo>
                    <a:lnTo>
                      <a:pt x="2809" y="23297"/>
                    </a:lnTo>
                    <a:lnTo>
                      <a:pt x="3213" y="23387"/>
                    </a:lnTo>
                    <a:lnTo>
                      <a:pt x="3640" y="23432"/>
                    </a:lnTo>
                    <a:lnTo>
                      <a:pt x="4044" y="23432"/>
                    </a:lnTo>
                    <a:lnTo>
                      <a:pt x="4471" y="23409"/>
                    </a:lnTo>
                    <a:lnTo>
                      <a:pt x="4898" y="23364"/>
                    </a:lnTo>
                    <a:lnTo>
                      <a:pt x="5325" y="23274"/>
                    </a:lnTo>
                    <a:lnTo>
                      <a:pt x="5752" y="23184"/>
                    </a:lnTo>
                    <a:lnTo>
                      <a:pt x="6156" y="23050"/>
                    </a:lnTo>
                    <a:lnTo>
                      <a:pt x="6583" y="22892"/>
                    </a:lnTo>
                    <a:lnTo>
                      <a:pt x="6987" y="22735"/>
                    </a:lnTo>
                    <a:lnTo>
                      <a:pt x="7369" y="22555"/>
                    </a:lnTo>
                    <a:lnTo>
                      <a:pt x="8133" y="22174"/>
                    </a:lnTo>
                    <a:lnTo>
                      <a:pt x="8829" y="21769"/>
                    </a:lnTo>
                    <a:lnTo>
                      <a:pt x="9458" y="21387"/>
                    </a:lnTo>
                    <a:lnTo>
                      <a:pt x="9997" y="21005"/>
                    </a:lnTo>
                    <a:lnTo>
                      <a:pt x="10447" y="20668"/>
                    </a:lnTo>
                    <a:lnTo>
                      <a:pt x="10784" y="20399"/>
                    </a:lnTo>
                    <a:lnTo>
                      <a:pt x="11076" y="20152"/>
                    </a:lnTo>
                    <a:lnTo>
                      <a:pt x="11750" y="20062"/>
                    </a:lnTo>
                    <a:lnTo>
                      <a:pt x="12469" y="19994"/>
                    </a:lnTo>
                    <a:lnTo>
                      <a:pt x="13232" y="19972"/>
                    </a:lnTo>
                    <a:lnTo>
                      <a:pt x="14041" y="19994"/>
                    </a:lnTo>
                    <a:lnTo>
                      <a:pt x="14895" y="20062"/>
                    </a:lnTo>
                    <a:lnTo>
                      <a:pt x="15771" y="20174"/>
                    </a:lnTo>
                    <a:lnTo>
                      <a:pt x="16692" y="20331"/>
                    </a:lnTo>
                    <a:lnTo>
                      <a:pt x="17613" y="20534"/>
                    </a:lnTo>
                    <a:lnTo>
                      <a:pt x="18579" y="20803"/>
                    </a:lnTo>
                    <a:lnTo>
                      <a:pt x="19545" y="21095"/>
                    </a:lnTo>
                    <a:lnTo>
                      <a:pt x="20556" y="21432"/>
                    </a:lnTo>
                    <a:lnTo>
                      <a:pt x="21544" y="21814"/>
                    </a:lnTo>
                    <a:lnTo>
                      <a:pt x="22578" y="22263"/>
                    </a:lnTo>
                    <a:lnTo>
                      <a:pt x="23588" y="22735"/>
                    </a:lnTo>
                    <a:lnTo>
                      <a:pt x="24599" y="23274"/>
                    </a:lnTo>
                    <a:lnTo>
                      <a:pt x="25633" y="23858"/>
                    </a:lnTo>
                    <a:lnTo>
                      <a:pt x="27497" y="24937"/>
                    </a:lnTo>
                    <a:lnTo>
                      <a:pt x="29317" y="26015"/>
                    </a:lnTo>
                    <a:lnTo>
                      <a:pt x="31114" y="27026"/>
                    </a:lnTo>
                    <a:lnTo>
                      <a:pt x="31990" y="27498"/>
                    </a:lnTo>
                    <a:lnTo>
                      <a:pt x="32889" y="27969"/>
                    </a:lnTo>
                    <a:lnTo>
                      <a:pt x="33765" y="28419"/>
                    </a:lnTo>
                    <a:lnTo>
                      <a:pt x="34641" y="28823"/>
                    </a:lnTo>
                    <a:lnTo>
                      <a:pt x="35517" y="29227"/>
                    </a:lnTo>
                    <a:lnTo>
                      <a:pt x="36416" y="29587"/>
                    </a:lnTo>
                    <a:lnTo>
                      <a:pt x="37292" y="29924"/>
                    </a:lnTo>
                    <a:lnTo>
                      <a:pt x="38168" y="30216"/>
                    </a:lnTo>
                    <a:lnTo>
                      <a:pt x="39067" y="30485"/>
                    </a:lnTo>
                    <a:lnTo>
                      <a:pt x="39943" y="30710"/>
                    </a:lnTo>
                    <a:lnTo>
                      <a:pt x="40841" y="30890"/>
                    </a:lnTo>
                    <a:lnTo>
                      <a:pt x="41740" y="31047"/>
                    </a:lnTo>
                    <a:lnTo>
                      <a:pt x="42661" y="31159"/>
                    </a:lnTo>
                    <a:lnTo>
                      <a:pt x="43582" y="31204"/>
                    </a:lnTo>
                    <a:lnTo>
                      <a:pt x="44503" y="31204"/>
                    </a:lnTo>
                    <a:lnTo>
                      <a:pt x="45424" y="31182"/>
                    </a:lnTo>
                    <a:lnTo>
                      <a:pt x="46390" y="31070"/>
                    </a:lnTo>
                    <a:lnTo>
                      <a:pt x="47334" y="30935"/>
                    </a:lnTo>
                    <a:lnTo>
                      <a:pt x="47828" y="30845"/>
                    </a:lnTo>
                    <a:lnTo>
                      <a:pt x="48299" y="30733"/>
                    </a:lnTo>
                    <a:lnTo>
                      <a:pt x="48794" y="30598"/>
                    </a:lnTo>
                    <a:lnTo>
                      <a:pt x="49288" y="30463"/>
                    </a:lnTo>
                    <a:lnTo>
                      <a:pt x="49782" y="30306"/>
                    </a:lnTo>
                    <a:lnTo>
                      <a:pt x="50299" y="30126"/>
                    </a:lnTo>
                    <a:lnTo>
                      <a:pt x="50793" y="29946"/>
                    </a:lnTo>
                    <a:lnTo>
                      <a:pt x="51310" y="29744"/>
                    </a:lnTo>
                    <a:lnTo>
                      <a:pt x="51826" y="29519"/>
                    </a:lnTo>
                    <a:lnTo>
                      <a:pt x="52343" y="29295"/>
                    </a:lnTo>
                    <a:lnTo>
                      <a:pt x="52860" y="29025"/>
                    </a:lnTo>
                    <a:lnTo>
                      <a:pt x="53376" y="28756"/>
                    </a:lnTo>
                    <a:lnTo>
                      <a:pt x="54455" y="28172"/>
                    </a:lnTo>
                    <a:lnTo>
                      <a:pt x="55533" y="27498"/>
                    </a:lnTo>
                    <a:lnTo>
                      <a:pt x="56027" y="27183"/>
                    </a:lnTo>
                    <a:lnTo>
                      <a:pt x="56499" y="26824"/>
                    </a:lnTo>
                    <a:lnTo>
                      <a:pt x="56948" y="26464"/>
                    </a:lnTo>
                    <a:lnTo>
                      <a:pt x="57375" y="26082"/>
                    </a:lnTo>
                    <a:lnTo>
                      <a:pt x="57802" y="25700"/>
                    </a:lnTo>
                    <a:lnTo>
                      <a:pt x="58184" y="25296"/>
                    </a:lnTo>
                    <a:lnTo>
                      <a:pt x="58566" y="24869"/>
                    </a:lnTo>
                    <a:lnTo>
                      <a:pt x="58925" y="24420"/>
                    </a:lnTo>
                    <a:lnTo>
                      <a:pt x="59262" y="23971"/>
                    </a:lnTo>
                    <a:lnTo>
                      <a:pt x="59577" y="23521"/>
                    </a:lnTo>
                    <a:lnTo>
                      <a:pt x="59869" y="23050"/>
                    </a:lnTo>
                    <a:lnTo>
                      <a:pt x="60161" y="22578"/>
                    </a:lnTo>
                    <a:lnTo>
                      <a:pt x="60408" y="22084"/>
                    </a:lnTo>
                    <a:lnTo>
                      <a:pt x="60655" y="21567"/>
                    </a:lnTo>
                    <a:lnTo>
                      <a:pt x="60880" y="21073"/>
                    </a:lnTo>
                    <a:lnTo>
                      <a:pt x="61059" y="20556"/>
                    </a:lnTo>
                    <a:lnTo>
                      <a:pt x="61239" y="20017"/>
                    </a:lnTo>
                    <a:lnTo>
                      <a:pt x="61419" y="19500"/>
                    </a:lnTo>
                    <a:lnTo>
                      <a:pt x="61554" y="18961"/>
                    </a:lnTo>
                    <a:lnTo>
                      <a:pt x="61666" y="18422"/>
                    </a:lnTo>
                    <a:lnTo>
                      <a:pt x="61756" y="17883"/>
                    </a:lnTo>
                    <a:lnTo>
                      <a:pt x="61846" y="17321"/>
                    </a:lnTo>
                    <a:lnTo>
                      <a:pt x="61891" y="16782"/>
                    </a:lnTo>
                    <a:lnTo>
                      <a:pt x="61935" y="16220"/>
                    </a:lnTo>
                    <a:lnTo>
                      <a:pt x="61935" y="15659"/>
                    </a:lnTo>
                    <a:lnTo>
                      <a:pt x="61935" y="15120"/>
                    </a:lnTo>
                    <a:lnTo>
                      <a:pt x="61891" y="14558"/>
                    </a:lnTo>
                    <a:lnTo>
                      <a:pt x="61846" y="13996"/>
                    </a:lnTo>
                    <a:lnTo>
                      <a:pt x="61778" y="13457"/>
                    </a:lnTo>
                    <a:lnTo>
                      <a:pt x="61666" y="12896"/>
                    </a:lnTo>
                    <a:lnTo>
                      <a:pt x="61554" y="12356"/>
                    </a:lnTo>
                    <a:lnTo>
                      <a:pt x="61419" y="11795"/>
                    </a:lnTo>
                    <a:lnTo>
                      <a:pt x="61262" y="11233"/>
                    </a:lnTo>
                    <a:lnTo>
                      <a:pt x="61059" y="10672"/>
                    </a:lnTo>
                    <a:lnTo>
                      <a:pt x="60880" y="10132"/>
                    </a:lnTo>
                    <a:lnTo>
                      <a:pt x="60655" y="9616"/>
                    </a:lnTo>
                    <a:lnTo>
                      <a:pt x="60430" y="9099"/>
                    </a:lnTo>
                    <a:lnTo>
                      <a:pt x="60161" y="8582"/>
                    </a:lnTo>
                    <a:lnTo>
                      <a:pt x="59914" y="8088"/>
                    </a:lnTo>
                    <a:lnTo>
                      <a:pt x="59622" y="7616"/>
                    </a:lnTo>
                    <a:lnTo>
                      <a:pt x="59307" y="7145"/>
                    </a:lnTo>
                    <a:lnTo>
                      <a:pt x="58993" y="6695"/>
                    </a:lnTo>
                    <a:lnTo>
                      <a:pt x="58656" y="6246"/>
                    </a:lnTo>
                    <a:lnTo>
                      <a:pt x="58296" y="5819"/>
                    </a:lnTo>
                    <a:lnTo>
                      <a:pt x="57914" y="5415"/>
                    </a:lnTo>
                    <a:lnTo>
                      <a:pt x="57532" y="5011"/>
                    </a:lnTo>
                    <a:lnTo>
                      <a:pt x="57106" y="4629"/>
                    </a:lnTo>
                    <a:lnTo>
                      <a:pt x="56679" y="4247"/>
                    </a:lnTo>
                    <a:lnTo>
                      <a:pt x="56207" y="3887"/>
                    </a:lnTo>
                    <a:lnTo>
                      <a:pt x="55735" y="3550"/>
                    </a:lnTo>
                    <a:lnTo>
                      <a:pt x="55241" y="3213"/>
                    </a:lnTo>
                    <a:lnTo>
                      <a:pt x="54724" y="2899"/>
                    </a:lnTo>
                    <a:lnTo>
                      <a:pt x="54163" y="2584"/>
                    </a:lnTo>
                    <a:lnTo>
                      <a:pt x="53601" y="2292"/>
                    </a:lnTo>
                    <a:lnTo>
                      <a:pt x="53017" y="2023"/>
                    </a:lnTo>
                    <a:lnTo>
                      <a:pt x="52410" y="1776"/>
                    </a:lnTo>
                    <a:lnTo>
                      <a:pt x="51781" y="1529"/>
                    </a:lnTo>
                    <a:lnTo>
                      <a:pt x="51130" y="1281"/>
                    </a:lnTo>
                    <a:lnTo>
                      <a:pt x="50456" y="1079"/>
                    </a:lnTo>
                    <a:lnTo>
                      <a:pt x="49760" y="877"/>
                    </a:lnTo>
                    <a:lnTo>
                      <a:pt x="49041" y="697"/>
                    </a:lnTo>
                    <a:lnTo>
                      <a:pt x="48277" y="518"/>
                    </a:lnTo>
                    <a:lnTo>
                      <a:pt x="47513" y="360"/>
                    </a:lnTo>
                    <a:lnTo>
                      <a:pt x="46705" y="226"/>
                    </a:lnTo>
                    <a:lnTo>
                      <a:pt x="46053" y="136"/>
                    </a:lnTo>
                    <a:lnTo>
                      <a:pt x="45379" y="68"/>
                    </a:lnTo>
                    <a:lnTo>
                      <a:pt x="44728" y="23"/>
                    </a:lnTo>
                    <a:lnTo>
                      <a:pt x="4407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7" name="Google Shape;6357;p28">
                <a:extLst>
                  <a:ext uri="{FF2B5EF4-FFF2-40B4-BE49-F238E27FC236}">
                    <a16:creationId xmlns:a16="http://schemas.microsoft.com/office/drawing/2014/main" id="{47B80802-D16E-A99C-6864-17A6F0E64363}"/>
                  </a:ext>
                </a:extLst>
              </p:cNvPr>
              <p:cNvSpPr/>
              <p:nvPr/>
            </p:nvSpPr>
            <p:spPr>
              <a:xfrm>
                <a:off x="10432700" y="3726375"/>
                <a:ext cx="1548400" cy="780125"/>
              </a:xfrm>
              <a:custGeom>
                <a:avLst/>
                <a:gdLst/>
                <a:ahLst/>
                <a:cxnLst/>
                <a:rect l="l" t="t" r="r" b="b"/>
                <a:pathLst>
                  <a:path w="61936" h="31205" fill="none" extrusionOk="0">
                    <a:moveTo>
                      <a:pt x="11076" y="15232"/>
                    </a:moveTo>
                    <a:lnTo>
                      <a:pt x="11076" y="15232"/>
                    </a:lnTo>
                    <a:lnTo>
                      <a:pt x="11570" y="15120"/>
                    </a:lnTo>
                    <a:lnTo>
                      <a:pt x="12087" y="15007"/>
                    </a:lnTo>
                    <a:lnTo>
                      <a:pt x="12581" y="14850"/>
                    </a:lnTo>
                    <a:lnTo>
                      <a:pt x="13075" y="14693"/>
                    </a:lnTo>
                    <a:lnTo>
                      <a:pt x="13569" y="14513"/>
                    </a:lnTo>
                    <a:lnTo>
                      <a:pt x="14086" y="14311"/>
                    </a:lnTo>
                    <a:lnTo>
                      <a:pt x="15074" y="13884"/>
                    </a:lnTo>
                    <a:lnTo>
                      <a:pt x="16085" y="13390"/>
                    </a:lnTo>
                    <a:lnTo>
                      <a:pt x="17096" y="12873"/>
                    </a:lnTo>
                    <a:lnTo>
                      <a:pt x="18107" y="12289"/>
                    </a:lnTo>
                    <a:lnTo>
                      <a:pt x="19141" y="11660"/>
                    </a:lnTo>
                    <a:lnTo>
                      <a:pt x="20151" y="11009"/>
                    </a:lnTo>
                    <a:lnTo>
                      <a:pt x="21185" y="10335"/>
                    </a:lnTo>
                    <a:lnTo>
                      <a:pt x="23274" y="8942"/>
                    </a:lnTo>
                    <a:lnTo>
                      <a:pt x="25386" y="7504"/>
                    </a:lnTo>
                    <a:lnTo>
                      <a:pt x="27542" y="6066"/>
                    </a:lnTo>
                    <a:lnTo>
                      <a:pt x="28643" y="5370"/>
                    </a:lnTo>
                    <a:lnTo>
                      <a:pt x="29744" y="4674"/>
                    </a:lnTo>
                    <a:lnTo>
                      <a:pt x="30867" y="4022"/>
                    </a:lnTo>
                    <a:lnTo>
                      <a:pt x="31990" y="3393"/>
                    </a:lnTo>
                    <a:lnTo>
                      <a:pt x="33136" y="2809"/>
                    </a:lnTo>
                    <a:lnTo>
                      <a:pt x="34282" y="2247"/>
                    </a:lnTo>
                    <a:lnTo>
                      <a:pt x="35450" y="1753"/>
                    </a:lnTo>
                    <a:lnTo>
                      <a:pt x="36034" y="1506"/>
                    </a:lnTo>
                    <a:lnTo>
                      <a:pt x="36640" y="1304"/>
                    </a:lnTo>
                    <a:lnTo>
                      <a:pt x="37224" y="1079"/>
                    </a:lnTo>
                    <a:lnTo>
                      <a:pt x="37831" y="900"/>
                    </a:lnTo>
                    <a:lnTo>
                      <a:pt x="38438" y="720"/>
                    </a:lnTo>
                    <a:lnTo>
                      <a:pt x="39044" y="563"/>
                    </a:lnTo>
                    <a:lnTo>
                      <a:pt x="39651" y="428"/>
                    </a:lnTo>
                    <a:lnTo>
                      <a:pt x="40280" y="315"/>
                    </a:lnTo>
                    <a:lnTo>
                      <a:pt x="40909" y="203"/>
                    </a:lnTo>
                    <a:lnTo>
                      <a:pt x="41538" y="113"/>
                    </a:lnTo>
                    <a:lnTo>
                      <a:pt x="42167" y="46"/>
                    </a:lnTo>
                    <a:lnTo>
                      <a:pt x="42796" y="1"/>
                    </a:lnTo>
                    <a:lnTo>
                      <a:pt x="43425" y="1"/>
                    </a:lnTo>
                    <a:lnTo>
                      <a:pt x="44076" y="1"/>
                    </a:lnTo>
                    <a:lnTo>
                      <a:pt x="44728" y="23"/>
                    </a:lnTo>
                    <a:lnTo>
                      <a:pt x="45379" y="68"/>
                    </a:lnTo>
                    <a:lnTo>
                      <a:pt x="46053" y="136"/>
                    </a:lnTo>
                    <a:lnTo>
                      <a:pt x="46705" y="226"/>
                    </a:lnTo>
                    <a:lnTo>
                      <a:pt x="46705" y="226"/>
                    </a:lnTo>
                    <a:lnTo>
                      <a:pt x="47513" y="360"/>
                    </a:lnTo>
                    <a:lnTo>
                      <a:pt x="48277" y="518"/>
                    </a:lnTo>
                    <a:lnTo>
                      <a:pt x="49041" y="697"/>
                    </a:lnTo>
                    <a:lnTo>
                      <a:pt x="49760" y="877"/>
                    </a:lnTo>
                    <a:lnTo>
                      <a:pt x="50456" y="1079"/>
                    </a:lnTo>
                    <a:lnTo>
                      <a:pt x="51130" y="1281"/>
                    </a:lnTo>
                    <a:lnTo>
                      <a:pt x="51781" y="1529"/>
                    </a:lnTo>
                    <a:lnTo>
                      <a:pt x="52410" y="1776"/>
                    </a:lnTo>
                    <a:lnTo>
                      <a:pt x="53017" y="2023"/>
                    </a:lnTo>
                    <a:lnTo>
                      <a:pt x="53601" y="2292"/>
                    </a:lnTo>
                    <a:lnTo>
                      <a:pt x="54163" y="2584"/>
                    </a:lnTo>
                    <a:lnTo>
                      <a:pt x="54724" y="2899"/>
                    </a:lnTo>
                    <a:lnTo>
                      <a:pt x="55241" y="3213"/>
                    </a:lnTo>
                    <a:lnTo>
                      <a:pt x="55735" y="3550"/>
                    </a:lnTo>
                    <a:lnTo>
                      <a:pt x="56207" y="3887"/>
                    </a:lnTo>
                    <a:lnTo>
                      <a:pt x="56679" y="4247"/>
                    </a:lnTo>
                    <a:lnTo>
                      <a:pt x="57106" y="4629"/>
                    </a:lnTo>
                    <a:lnTo>
                      <a:pt x="57532" y="5011"/>
                    </a:lnTo>
                    <a:lnTo>
                      <a:pt x="57914" y="5415"/>
                    </a:lnTo>
                    <a:lnTo>
                      <a:pt x="58296" y="5819"/>
                    </a:lnTo>
                    <a:lnTo>
                      <a:pt x="58656" y="6246"/>
                    </a:lnTo>
                    <a:lnTo>
                      <a:pt x="58993" y="6695"/>
                    </a:lnTo>
                    <a:lnTo>
                      <a:pt x="59307" y="7145"/>
                    </a:lnTo>
                    <a:lnTo>
                      <a:pt x="59622" y="7616"/>
                    </a:lnTo>
                    <a:lnTo>
                      <a:pt x="59914" y="8088"/>
                    </a:lnTo>
                    <a:lnTo>
                      <a:pt x="60161" y="8582"/>
                    </a:lnTo>
                    <a:lnTo>
                      <a:pt x="60430" y="9099"/>
                    </a:lnTo>
                    <a:lnTo>
                      <a:pt x="60655" y="9616"/>
                    </a:lnTo>
                    <a:lnTo>
                      <a:pt x="60880" y="10132"/>
                    </a:lnTo>
                    <a:lnTo>
                      <a:pt x="61059" y="10672"/>
                    </a:lnTo>
                    <a:lnTo>
                      <a:pt x="61262" y="11233"/>
                    </a:lnTo>
                    <a:lnTo>
                      <a:pt x="61419" y="11795"/>
                    </a:lnTo>
                    <a:lnTo>
                      <a:pt x="61419" y="11795"/>
                    </a:lnTo>
                    <a:lnTo>
                      <a:pt x="61554" y="12356"/>
                    </a:lnTo>
                    <a:lnTo>
                      <a:pt x="61666" y="12896"/>
                    </a:lnTo>
                    <a:lnTo>
                      <a:pt x="61778" y="13457"/>
                    </a:lnTo>
                    <a:lnTo>
                      <a:pt x="61846" y="13996"/>
                    </a:lnTo>
                    <a:lnTo>
                      <a:pt x="61891" y="14558"/>
                    </a:lnTo>
                    <a:lnTo>
                      <a:pt x="61935" y="15120"/>
                    </a:lnTo>
                    <a:lnTo>
                      <a:pt x="61935" y="15659"/>
                    </a:lnTo>
                    <a:lnTo>
                      <a:pt x="61935" y="16220"/>
                    </a:lnTo>
                    <a:lnTo>
                      <a:pt x="61891" y="16782"/>
                    </a:lnTo>
                    <a:lnTo>
                      <a:pt x="61846" y="17321"/>
                    </a:lnTo>
                    <a:lnTo>
                      <a:pt x="61756" y="17883"/>
                    </a:lnTo>
                    <a:lnTo>
                      <a:pt x="61666" y="18422"/>
                    </a:lnTo>
                    <a:lnTo>
                      <a:pt x="61554" y="18961"/>
                    </a:lnTo>
                    <a:lnTo>
                      <a:pt x="61419" y="19500"/>
                    </a:lnTo>
                    <a:lnTo>
                      <a:pt x="61239" y="20017"/>
                    </a:lnTo>
                    <a:lnTo>
                      <a:pt x="61059" y="20556"/>
                    </a:lnTo>
                    <a:lnTo>
                      <a:pt x="60880" y="21073"/>
                    </a:lnTo>
                    <a:lnTo>
                      <a:pt x="60655" y="21567"/>
                    </a:lnTo>
                    <a:lnTo>
                      <a:pt x="60408" y="22084"/>
                    </a:lnTo>
                    <a:lnTo>
                      <a:pt x="60161" y="22578"/>
                    </a:lnTo>
                    <a:lnTo>
                      <a:pt x="59869" y="23050"/>
                    </a:lnTo>
                    <a:lnTo>
                      <a:pt x="59577" y="23521"/>
                    </a:lnTo>
                    <a:lnTo>
                      <a:pt x="59262" y="23971"/>
                    </a:lnTo>
                    <a:lnTo>
                      <a:pt x="58925" y="24420"/>
                    </a:lnTo>
                    <a:lnTo>
                      <a:pt x="58566" y="24869"/>
                    </a:lnTo>
                    <a:lnTo>
                      <a:pt x="58184" y="25296"/>
                    </a:lnTo>
                    <a:lnTo>
                      <a:pt x="57802" y="25700"/>
                    </a:lnTo>
                    <a:lnTo>
                      <a:pt x="57375" y="26082"/>
                    </a:lnTo>
                    <a:lnTo>
                      <a:pt x="56948" y="26464"/>
                    </a:lnTo>
                    <a:lnTo>
                      <a:pt x="56499" y="26824"/>
                    </a:lnTo>
                    <a:lnTo>
                      <a:pt x="56027" y="27183"/>
                    </a:lnTo>
                    <a:lnTo>
                      <a:pt x="55533" y="27498"/>
                    </a:lnTo>
                    <a:lnTo>
                      <a:pt x="55533" y="27498"/>
                    </a:lnTo>
                    <a:lnTo>
                      <a:pt x="54455" y="28172"/>
                    </a:lnTo>
                    <a:lnTo>
                      <a:pt x="53376" y="28756"/>
                    </a:lnTo>
                    <a:lnTo>
                      <a:pt x="52860" y="29025"/>
                    </a:lnTo>
                    <a:lnTo>
                      <a:pt x="52343" y="29295"/>
                    </a:lnTo>
                    <a:lnTo>
                      <a:pt x="51826" y="29519"/>
                    </a:lnTo>
                    <a:lnTo>
                      <a:pt x="51310" y="29744"/>
                    </a:lnTo>
                    <a:lnTo>
                      <a:pt x="50793" y="29946"/>
                    </a:lnTo>
                    <a:lnTo>
                      <a:pt x="50299" y="30126"/>
                    </a:lnTo>
                    <a:lnTo>
                      <a:pt x="49782" y="30306"/>
                    </a:lnTo>
                    <a:lnTo>
                      <a:pt x="49288" y="30463"/>
                    </a:lnTo>
                    <a:lnTo>
                      <a:pt x="48794" y="30598"/>
                    </a:lnTo>
                    <a:lnTo>
                      <a:pt x="48299" y="30733"/>
                    </a:lnTo>
                    <a:lnTo>
                      <a:pt x="47828" y="30845"/>
                    </a:lnTo>
                    <a:lnTo>
                      <a:pt x="47334" y="30935"/>
                    </a:lnTo>
                    <a:lnTo>
                      <a:pt x="46390" y="31070"/>
                    </a:lnTo>
                    <a:lnTo>
                      <a:pt x="45424" y="31182"/>
                    </a:lnTo>
                    <a:lnTo>
                      <a:pt x="44503" y="31204"/>
                    </a:lnTo>
                    <a:lnTo>
                      <a:pt x="43582" y="31204"/>
                    </a:lnTo>
                    <a:lnTo>
                      <a:pt x="42661" y="31159"/>
                    </a:lnTo>
                    <a:lnTo>
                      <a:pt x="41740" y="31047"/>
                    </a:lnTo>
                    <a:lnTo>
                      <a:pt x="40841" y="30890"/>
                    </a:lnTo>
                    <a:lnTo>
                      <a:pt x="39943" y="30710"/>
                    </a:lnTo>
                    <a:lnTo>
                      <a:pt x="39067" y="30485"/>
                    </a:lnTo>
                    <a:lnTo>
                      <a:pt x="38168" y="30216"/>
                    </a:lnTo>
                    <a:lnTo>
                      <a:pt x="37292" y="29924"/>
                    </a:lnTo>
                    <a:lnTo>
                      <a:pt x="36416" y="29587"/>
                    </a:lnTo>
                    <a:lnTo>
                      <a:pt x="35517" y="29227"/>
                    </a:lnTo>
                    <a:lnTo>
                      <a:pt x="34641" y="28823"/>
                    </a:lnTo>
                    <a:lnTo>
                      <a:pt x="33765" y="28419"/>
                    </a:lnTo>
                    <a:lnTo>
                      <a:pt x="32889" y="27969"/>
                    </a:lnTo>
                    <a:lnTo>
                      <a:pt x="31990" y="27498"/>
                    </a:lnTo>
                    <a:lnTo>
                      <a:pt x="31114" y="27026"/>
                    </a:lnTo>
                    <a:lnTo>
                      <a:pt x="29317" y="26015"/>
                    </a:lnTo>
                    <a:lnTo>
                      <a:pt x="27497" y="24937"/>
                    </a:lnTo>
                    <a:lnTo>
                      <a:pt x="25633" y="23858"/>
                    </a:lnTo>
                    <a:lnTo>
                      <a:pt x="25633" y="23858"/>
                    </a:lnTo>
                    <a:lnTo>
                      <a:pt x="24599" y="23274"/>
                    </a:lnTo>
                    <a:lnTo>
                      <a:pt x="23588" y="22735"/>
                    </a:lnTo>
                    <a:lnTo>
                      <a:pt x="22578" y="22263"/>
                    </a:lnTo>
                    <a:lnTo>
                      <a:pt x="21544" y="21814"/>
                    </a:lnTo>
                    <a:lnTo>
                      <a:pt x="20556" y="21432"/>
                    </a:lnTo>
                    <a:lnTo>
                      <a:pt x="19545" y="21095"/>
                    </a:lnTo>
                    <a:lnTo>
                      <a:pt x="18579" y="20803"/>
                    </a:lnTo>
                    <a:lnTo>
                      <a:pt x="17613" y="20534"/>
                    </a:lnTo>
                    <a:lnTo>
                      <a:pt x="16692" y="20331"/>
                    </a:lnTo>
                    <a:lnTo>
                      <a:pt x="15771" y="20174"/>
                    </a:lnTo>
                    <a:lnTo>
                      <a:pt x="14895" y="20062"/>
                    </a:lnTo>
                    <a:lnTo>
                      <a:pt x="14041" y="19994"/>
                    </a:lnTo>
                    <a:lnTo>
                      <a:pt x="13232" y="19972"/>
                    </a:lnTo>
                    <a:lnTo>
                      <a:pt x="12469" y="19994"/>
                    </a:lnTo>
                    <a:lnTo>
                      <a:pt x="11750" y="20062"/>
                    </a:lnTo>
                    <a:lnTo>
                      <a:pt x="11076" y="20152"/>
                    </a:lnTo>
                    <a:lnTo>
                      <a:pt x="11076" y="20152"/>
                    </a:lnTo>
                    <a:lnTo>
                      <a:pt x="10784" y="20399"/>
                    </a:lnTo>
                    <a:lnTo>
                      <a:pt x="10447" y="20668"/>
                    </a:lnTo>
                    <a:lnTo>
                      <a:pt x="9997" y="21005"/>
                    </a:lnTo>
                    <a:lnTo>
                      <a:pt x="9458" y="21387"/>
                    </a:lnTo>
                    <a:lnTo>
                      <a:pt x="8829" y="21769"/>
                    </a:lnTo>
                    <a:lnTo>
                      <a:pt x="8133" y="22174"/>
                    </a:lnTo>
                    <a:lnTo>
                      <a:pt x="7369" y="22555"/>
                    </a:lnTo>
                    <a:lnTo>
                      <a:pt x="6987" y="22735"/>
                    </a:lnTo>
                    <a:lnTo>
                      <a:pt x="6583" y="22892"/>
                    </a:lnTo>
                    <a:lnTo>
                      <a:pt x="6156" y="23050"/>
                    </a:lnTo>
                    <a:lnTo>
                      <a:pt x="5752" y="23184"/>
                    </a:lnTo>
                    <a:lnTo>
                      <a:pt x="5325" y="23274"/>
                    </a:lnTo>
                    <a:lnTo>
                      <a:pt x="4898" y="23364"/>
                    </a:lnTo>
                    <a:lnTo>
                      <a:pt x="4471" y="23409"/>
                    </a:lnTo>
                    <a:lnTo>
                      <a:pt x="4044" y="23432"/>
                    </a:lnTo>
                    <a:lnTo>
                      <a:pt x="3640" y="23432"/>
                    </a:lnTo>
                    <a:lnTo>
                      <a:pt x="3213" y="23387"/>
                    </a:lnTo>
                    <a:lnTo>
                      <a:pt x="2809" y="23297"/>
                    </a:lnTo>
                    <a:lnTo>
                      <a:pt x="2404" y="23162"/>
                    </a:lnTo>
                    <a:lnTo>
                      <a:pt x="2000" y="23005"/>
                    </a:lnTo>
                    <a:lnTo>
                      <a:pt x="1618" y="22780"/>
                    </a:lnTo>
                    <a:lnTo>
                      <a:pt x="1259" y="22510"/>
                    </a:lnTo>
                    <a:lnTo>
                      <a:pt x="899" y="22196"/>
                    </a:lnTo>
                    <a:lnTo>
                      <a:pt x="899" y="22196"/>
                    </a:lnTo>
                    <a:lnTo>
                      <a:pt x="585" y="21859"/>
                    </a:lnTo>
                    <a:lnTo>
                      <a:pt x="360" y="21522"/>
                    </a:lnTo>
                    <a:lnTo>
                      <a:pt x="180" y="21208"/>
                    </a:lnTo>
                    <a:lnTo>
                      <a:pt x="68" y="20893"/>
                    </a:lnTo>
                    <a:lnTo>
                      <a:pt x="1" y="20601"/>
                    </a:lnTo>
                    <a:lnTo>
                      <a:pt x="1" y="20309"/>
                    </a:lnTo>
                    <a:lnTo>
                      <a:pt x="46" y="20017"/>
                    </a:lnTo>
                    <a:lnTo>
                      <a:pt x="136" y="19747"/>
                    </a:lnTo>
                    <a:lnTo>
                      <a:pt x="270" y="19500"/>
                    </a:lnTo>
                    <a:lnTo>
                      <a:pt x="428" y="19253"/>
                    </a:lnTo>
                    <a:lnTo>
                      <a:pt x="630" y="19006"/>
                    </a:lnTo>
                    <a:lnTo>
                      <a:pt x="877" y="18781"/>
                    </a:lnTo>
                    <a:lnTo>
                      <a:pt x="1124" y="18557"/>
                    </a:lnTo>
                    <a:lnTo>
                      <a:pt x="1416" y="18355"/>
                    </a:lnTo>
                    <a:lnTo>
                      <a:pt x="1708" y="18152"/>
                    </a:lnTo>
                    <a:lnTo>
                      <a:pt x="2023" y="17973"/>
                    </a:lnTo>
                    <a:lnTo>
                      <a:pt x="2696" y="17636"/>
                    </a:lnTo>
                    <a:lnTo>
                      <a:pt x="3348" y="17344"/>
                    </a:lnTo>
                    <a:lnTo>
                      <a:pt x="4022" y="17097"/>
                    </a:lnTo>
                    <a:lnTo>
                      <a:pt x="4606" y="16894"/>
                    </a:lnTo>
                    <a:lnTo>
                      <a:pt x="5145" y="16737"/>
                    </a:lnTo>
                    <a:lnTo>
                      <a:pt x="5549" y="16602"/>
                    </a:lnTo>
                    <a:lnTo>
                      <a:pt x="5909" y="16512"/>
                    </a:lnTo>
                    <a:lnTo>
                      <a:pt x="5909" y="16512"/>
                    </a:lnTo>
                    <a:lnTo>
                      <a:pt x="5752" y="16041"/>
                    </a:lnTo>
                    <a:lnTo>
                      <a:pt x="5594" y="15502"/>
                    </a:lnTo>
                    <a:lnTo>
                      <a:pt x="5392" y="14805"/>
                    </a:lnTo>
                    <a:lnTo>
                      <a:pt x="5168" y="13974"/>
                    </a:lnTo>
                    <a:lnTo>
                      <a:pt x="4943" y="13008"/>
                    </a:lnTo>
                    <a:lnTo>
                      <a:pt x="4718" y="11997"/>
                    </a:lnTo>
                    <a:lnTo>
                      <a:pt x="4561" y="10919"/>
                    </a:lnTo>
                    <a:lnTo>
                      <a:pt x="4494" y="10380"/>
                    </a:lnTo>
                    <a:lnTo>
                      <a:pt x="4426" y="9818"/>
                    </a:lnTo>
                    <a:lnTo>
                      <a:pt x="4404" y="9279"/>
                    </a:lnTo>
                    <a:lnTo>
                      <a:pt x="4381" y="8740"/>
                    </a:lnTo>
                    <a:lnTo>
                      <a:pt x="4404" y="8201"/>
                    </a:lnTo>
                    <a:lnTo>
                      <a:pt x="4426" y="7684"/>
                    </a:lnTo>
                    <a:lnTo>
                      <a:pt x="4494" y="7190"/>
                    </a:lnTo>
                    <a:lnTo>
                      <a:pt x="4583" y="6718"/>
                    </a:lnTo>
                    <a:lnTo>
                      <a:pt x="4696" y="6269"/>
                    </a:lnTo>
                    <a:lnTo>
                      <a:pt x="4853" y="5842"/>
                    </a:lnTo>
                    <a:lnTo>
                      <a:pt x="5055" y="5437"/>
                    </a:lnTo>
                    <a:lnTo>
                      <a:pt x="5168" y="5258"/>
                    </a:lnTo>
                    <a:lnTo>
                      <a:pt x="5280" y="5078"/>
                    </a:lnTo>
                    <a:lnTo>
                      <a:pt x="5415" y="4921"/>
                    </a:lnTo>
                    <a:lnTo>
                      <a:pt x="5549" y="4763"/>
                    </a:lnTo>
                    <a:lnTo>
                      <a:pt x="5707" y="4606"/>
                    </a:lnTo>
                    <a:lnTo>
                      <a:pt x="5864" y="4494"/>
                    </a:lnTo>
                    <a:lnTo>
                      <a:pt x="6044" y="4359"/>
                    </a:lnTo>
                    <a:lnTo>
                      <a:pt x="6223" y="4247"/>
                    </a:lnTo>
                    <a:lnTo>
                      <a:pt x="6426" y="4157"/>
                    </a:lnTo>
                    <a:lnTo>
                      <a:pt x="6628" y="4067"/>
                    </a:lnTo>
                    <a:lnTo>
                      <a:pt x="6628" y="4067"/>
                    </a:lnTo>
                    <a:lnTo>
                      <a:pt x="6830" y="4000"/>
                    </a:lnTo>
                    <a:lnTo>
                      <a:pt x="7032" y="3955"/>
                    </a:lnTo>
                    <a:lnTo>
                      <a:pt x="7234" y="3932"/>
                    </a:lnTo>
                    <a:lnTo>
                      <a:pt x="7436" y="3932"/>
                    </a:lnTo>
                    <a:lnTo>
                      <a:pt x="7616" y="3932"/>
                    </a:lnTo>
                    <a:lnTo>
                      <a:pt x="7796" y="3955"/>
                    </a:lnTo>
                    <a:lnTo>
                      <a:pt x="7976" y="4000"/>
                    </a:lnTo>
                    <a:lnTo>
                      <a:pt x="8133" y="4067"/>
                    </a:lnTo>
                    <a:lnTo>
                      <a:pt x="8290" y="4157"/>
                    </a:lnTo>
                    <a:lnTo>
                      <a:pt x="8447" y="4247"/>
                    </a:lnTo>
                    <a:lnTo>
                      <a:pt x="8605" y="4359"/>
                    </a:lnTo>
                    <a:lnTo>
                      <a:pt x="8739" y="4494"/>
                    </a:lnTo>
                    <a:lnTo>
                      <a:pt x="9009" y="4786"/>
                    </a:lnTo>
                    <a:lnTo>
                      <a:pt x="9256" y="5123"/>
                    </a:lnTo>
                    <a:lnTo>
                      <a:pt x="9481" y="5505"/>
                    </a:lnTo>
                    <a:lnTo>
                      <a:pt x="9683" y="5932"/>
                    </a:lnTo>
                    <a:lnTo>
                      <a:pt x="9885" y="6381"/>
                    </a:lnTo>
                    <a:lnTo>
                      <a:pt x="10042" y="6875"/>
                    </a:lnTo>
                    <a:lnTo>
                      <a:pt x="10200" y="7392"/>
                    </a:lnTo>
                    <a:lnTo>
                      <a:pt x="10334" y="7931"/>
                    </a:lnTo>
                    <a:lnTo>
                      <a:pt x="10469" y="8470"/>
                    </a:lnTo>
                    <a:lnTo>
                      <a:pt x="10582" y="9032"/>
                    </a:lnTo>
                    <a:lnTo>
                      <a:pt x="10739" y="10155"/>
                    </a:lnTo>
                    <a:lnTo>
                      <a:pt x="10874" y="11278"/>
                    </a:lnTo>
                    <a:lnTo>
                      <a:pt x="10963" y="12312"/>
                    </a:lnTo>
                    <a:lnTo>
                      <a:pt x="11031" y="13255"/>
                    </a:lnTo>
                    <a:lnTo>
                      <a:pt x="11053" y="14064"/>
                    </a:lnTo>
                    <a:lnTo>
                      <a:pt x="11076" y="14693"/>
                    </a:lnTo>
                    <a:lnTo>
                      <a:pt x="11076" y="15232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8" name="Google Shape;6358;p28">
                <a:extLst>
                  <a:ext uri="{FF2B5EF4-FFF2-40B4-BE49-F238E27FC236}">
                    <a16:creationId xmlns:a16="http://schemas.microsoft.com/office/drawing/2014/main" id="{25B0BD97-14E2-E046-67E4-388C20057F6B}"/>
                  </a:ext>
                </a:extLst>
              </p:cNvPr>
              <p:cNvSpPr/>
              <p:nvPr/>
            </p:nvSpPr>
            <p:spPr>
              <a:xfrm>
                <a:off x="10432700" y="3824675"/>
                <a:ext cx="531875" cy="487500"/>
              </a:xfrm>
              <a:custGeom>
                <a:avLst/>
                <a:gdLst/>
                <a:ahLst/>
                <a:cxnLst/>
                <a:rect l="l" t="t" r="r" b="b"/>
                <a:pathLst>
                  <a:path w="21275" h="19500" extrusionOk="0">
                    <a:moveTo>
                      <a:pt x="7234" y="0"/>
                    </a:moveTo>
                    <a:lnTo>
                      <a:pt x="7032" y="23"/>
                    </a:lnTo>
                    <a:lnTo>
                      <a:pt x="6830" y="68"/>
                    </a:lnTo>
                    <a:lnTo>
                      <a:pt x="6628" y="135"/>
                    </a:lnTo>
                    <a:lnTo>
                      <a:pt x="6426" y="225"/>
                    </a:lnTo>
                    <a:lnTo>
                      <a:pt x="6223" y="315"/>
                    </a:lnTo>
                    <a:lnTo>
                      <a:pt x="6044" y="427"/>
                    </a:lnTo>
                    <a:lnTo>
                      <a:pt x="5864" y="562"/>
                    </a:lnTo>
                    <a:lnTo>
                      <a:pt x="5707" y="674"/>
                    </a:lnTo>
                    <a:lnTo>
                      <a:pt x="5549" y="831"/>
                    </a:lnTo>
                    <a:lnTo>
                      <a:pt x="5415" y="989"/>
                    </a:lnTo>
                    <a:lnTo>
                      <a:pt x="5280" y="1146"/>
                    </a:lnTo>
                    <a:lnTo>
                      <a:pt x="5055" y="1505"/>
                    </a:lnTo>
                    <a:lnTo>
                      <a:pt x="4853" y="1910"/>
                    </a:lnTo>
                    <a:lnTo>
                      <a:pt x="4696" y="2337"/>
                    </a:lnTo>
                    <a:lnTo>
                      <a:pt x="4583" y="2786"/>
                    </a:lnTo>
                    <a:lnTo>
                      <a:pt x="4494" y="3258"/>
                    </a:lnTo>
                    <a:lnTo>
                      <a:pt x="4426" y="3752"/>
                    </a:lnTo>
                    <a:lnTo>
                      <a:pt x="4404" y="4269"/>
                    </a:lnTo>
                    <a:lnTo>
                      <a:pt x="4381" y="4808"/>
                    </a:lnTo>
                    <a:lnTo>
                      <a:pt x="4404" y="5347"/>
                    </a:lnTo>
                    <a:lnTo>
                      <a:pt x="4426" y="5886"/>
                    </a:lnTo>
                    <a:lnTo>
                      <a:pt x="4494" y="6448"/>
                    </a:lnTo>
                    <a:lnTo>
                      <a:pt x="4561" y="6987"/>
                    </a:lnTo>
                    <a:lnTo>
                      <a:pt x="4718" y="8065"/>
                    </a:lnTo>
                    <a:lnTo>
                      <a:pt x="4943" y="9076"/>
                    </a:lnTo>
                    <a:lnTo>
                      <a:pt x="5168" y="10042"/>
                    </a:lnTo>
                    <a:lnTo>
                      <a:pt x="5392" y="10873"/>
                    </a:lnTo>
                    <a:lnTo>
                      <a:pt x="5594" y="11570"/>
                    </a:lnTo>
                    <a:lnTo>
                      <a:pt x="5752" y="12109"/>
                    </a:lnTo>
                    <a:lnTo>
                      <a:pt x="5909" y="12580"/>
                    </a:lnTo>
                    <a:lnTo>
                      <a:pt x="5549" y="12670"/>
                    </a:lnTo>
                    <a:lnTo>
                      <a:pt x="5145" y="12805"/>
                    </a:lnTo>
                    <a:lnTo>
                      <a:pt x="4606" y="12962"/>
                    </a:lnTo>
                    <a:lnTo>
                      <a:pt x="4022" y="13165"/>
                    </a:lnTo>
                    <a:lnTo>
                      <a:pt x="3348" y="13412"/>
                    </a:lnTo>
                    <a:lnTo>
                      <a:pt x="2696" y="13704"/>
                    </a:lnTo>
                    <a:lnTo>
                      <a:pt x="2023" y="14041"/>
                    </a:lnTo>
                    <a:lnTo>
                      <a:pt x="1708" y="14220"/>
                    </a:lnTo>
                    <a:lnTo>
                      <a:pt x="1416" y="14423"/>
                    </a:lnTo>
                    <a:lnTo>
                      <a:pt x="1124" y="14625"/>
                    </a:lnTo>
                    <a:lnTo>
                      <a:pt x="877" y="14849"/>
                    </a:lnTo>
                    <a:lnTo>
                      <a:pt x="630" y="15074"/>
                    </a:lnTo>
                    <a:lnTo>
                      <a:pt x="428" y="15321"/>
                    </a:lnTo>
                    <a:lnTo>
                      <a:pt x="270" y="15568"/>
                    </a:lnTo>
                    <a:lnTo>
                      <a:pt x="136" y="15815"/>
                    </a:lnTo>
                    <a:lnTo>
                      <a:pt x="46" y="16085"/>
                    </a:lnTo>
                    <a:lnTo>
                      <a:pt x="1" y="16377"/>
                    </a:lnTo>
                    <a:lnTo>
                      <a:pt x="1" y="16669"/>
                    </a:lnTo>
                    <a:lnTo>
                      <a:pt x="68" y="16961"/>
                    </a:lnTo>
                    <a:lnTo>
                      <a:pt x="180" y="17276"/>
                    </a:lnTo>
                    <a:lnTo>
                      <a:pt x="360" y="17590"/>
                    </a:lnTo>
                    <a:lnTo>
                      <a:pt x="585" y="17927"/>
                    </a:lnTo>
                    <a:lnTo>
                      <a:pt x="899" y="18264"/>
                    </a:lnTo>
                    <a:lnTo>
                      <a:pt x="1259" y="18578"/>
                    </a:lnTo>
                    <a:lnTo>
                      <a:pt x="1618" y="18848"/>
                    </a:lnTo>
                    <a:lnTo>
                      <a:pt x="2000" y="19073"/>
                    </a:lnTo>
                    <a:lnTo>
                      <a:pt x="2404" y="19230"/>
                    </a:lnTo>
                    <a:lnTo>
                      <a:pt x="2809" y="19365"/>
                    </a:lnTo>
                    <a:lnTo>
                      <a:pt x="3213" y="19455"/>
                    </a:lnTo>
                    <a:lnTo>
                      <a:pt x="3640" y="19500"/>
                    </a:lnTo>
                    <a:lnTo>
                      <a:pt x="4044" y="19500"/>
                    </a:lnTo>
                    <a:lnTo>
                      <a:pt x="4471" y="19477"/>
                    </a:lnTo>
                    <a:lnTo>
                      <a:pt x="4898" y="19432"/>
                    </a:lnTo>
                    <a:lnTo>
                      <a:pt x="5325" y="19342"/>
                    </a:lnTo>
                    <a:lnTo>
                      <a:pt x="5752" y="19252"/>
                    </a:lnTo>
                    <a:lnTo>
                      <a:pt x="6156" y="19118"/>
                    </a:lnTo>
                    <a:lnTo>
                      <a:pt x="6583" y="18960"/>
                    </a:lnTo>
                    <a:lnTo>
                      <a:pt x="6987" y="18803"/>
                    </a:lnTo>
                    <a:lnTo>
                      <a:pt x="7369" y="18623"/>
                    </a:lnTo>
                    <a:lnTo>
                      <a:pt x="8133" y="18242"/>
                    </a:lnTo>
                    <a:lnTo>
                      <a:pt x="8829" y="17837"/>
                    </a:lnTo>
                    <a:lnTo>
                      <a:pt x="9458" y="17455"/>
                    </a:lnTo>
                    <a:lnTo>
                      <a:pt x="9997" y="17073"/>
                    </a:lnTo>
                    <a:lnTo>
                      <a:pt x="10447" y="16736"/>
                    </a:lnTo>
                    <a:lnTo>
                      <a:pt x="10784" y="16467"/>
                    </a:lnTo>
                    <a:lnTo>
                      <a:pt x="11076" y="16220"/>
                    </a:lnTo>
                    <a:lnTo>
                      <a:pt x="11570" y="16152"/>
                    </a:lnTo>
                    <a:lnTo>
                      <a:pt x="12087" y="16085"/>
                    </a:lnTo>
                    <a:lnTo>
                      <a:pt x="12626" y="16040"/>
                    </a:lnTo>
                    <a:lnTo>
                      <a:pt x="13771" y="16040"/>
                    </a:lnTo>
                    <a:lnTo>
                      <a:pt x="14378" y="16085"/>
                    </a:lnTo>
                    <a:lnTo>
                      <a:pt x="15007" y="16152"/>
                    </a:lnTo>
                    <a:lnTo>
                      <a:pt x="15636" y="16220"/>
                    </a:lnTo>
                    <a:lnTo>
                      <a:pt x="16310" y="16332"/>
                    </a:lnTo>
                    <a:lnTo>
                      <a:pt x="16984" y="16467"/>
                    </a:lnTo>
                    <a:lnTo>
                      <a:pt x="17680" y="16624"/>
                    </a:lnTo>
                    <a:lnTo>
                      <a:pt x="18377" y="16804"/>
                    </a:lnTo>
                    <a:lnTo>
                      <a:pt x="19073" y="17006"/>
                    </a:lnTo>
                    <a:lnTo>
                      <a:pt x="19814" y="17253"/>
                    </a:lnTo>
                    <a:lnTo>
                      <a:pt x="20533" y="17500"/>
                    </a:lnTo>
                    <a:lnTo>
                      <a:pt x="21275" y="17770"/>
                    </a:lnTo>
                    <a:lnTo>
                      <a:pt x="18961" y="13479"/>
                    </a:lnTo>
                    <a:lnTo>
                      <a:pt x="17793" y="11345"/>
                    </a:lnTo>
                    <a:lnTo>
                      <a:pt x="16602" y="9211"/>
                    </a:lnTo>
                    <a:lnTo>
                      <a:pt x="15906" y="9570"/>
                    </a:lnTo>
                    <a:lnTo>
                      <a:pt x="15209" y="9885"/>
                    </a:lnTo>
                    <a:lnTo>
                      <a:pt x="14513" y="10199"/>
                    </a:lnTo>
                    <a:lnTo>
                      <a:pt x="13839" y="10491"/>
                    </a:lnTo>
                    <a:lnTo>
                      <a:pt x="13142" y="10738"/>
                    </a:lnTo>
                    <a:lnTo>
                      <a:pt x="12446" y="10963"/>
                    </a:lnTo>
                    <a:lnTo>
                      <a:pt x="11772" y="11143"/>
                    </a:lnTo>
                    <a:lnTo>
                      <a:pt x="11076" y="11300"/>
                    </a:lnTo>
                    <a:lnTo>
                      <a:pt x="11076" y="10761"/>
                    </a:lnTo>
                    <a:lnTo>
                      <a:pt x="11053" y="10132"/>
                    </a:lnTo>
                    <a:lnTo>
                      <a:pt x="11031" y="9323"/>
                    </a:lnTo>
                    <a:lnTo>
                      <a:pt x="10963" y="8380"/>
                    </a:lnTo>
                    <a:lnTo>
                      <a:pt x="10874" y="7346"/>
                    </a:lnTo>
                    <a:lnTo>
                      <a:pt x="10739" y="6223"/>
                    </a:lnTo>
                    <a:lnTo>
                      <a:pt x="10582" y="5100"/>
                    </a:lnTo>
                    <a:lnTo>
                      <a:pt x="10469" y="4538"/>
                    </a:lnTo>
                    <a:lnTo>
                      <a:pt x="10334" y="3999"/>
                    </a:lnTo>
                    <a:lnTo>
                      <a:pt x="10200" y="3460"/>
                    </a:lnTo>
                    <a:lnTo>
                      <a:pt x="10042" y="2943"/>
                    </a:lnTo>
                    <a:lnTo>
                      <a:pt x="9885" y="2449"/>
                    </a:lnTo>
                    <a:lnTo>
                      <a:pt x="9683" y="2000"/>
                    </a:lnTo>
                    <a:lnTo>
                      <a:pt x="9481" y="1573"/>
                    </a:lnTo>
                    <a:lnTo>
                      <a:pt x="9256" y="1191"/>
                    </a:lnTo>
                    <a:lnTo>
                      <a:pt x="9009" y="854"/>
                    </a:lnTo>
                    <a:lnTo>
                      <a:pt x="8739" y="562"/>
                    </a:lnTo>
                    <a:lnTo>
                      <a:pt x="8605" y="427"/>
                    </a:lnTo>
                    <a:lnTo>
                      <a:pt x="8447" y="315"/>
                    </a:lnTo>
                    <a:lnTo>
                      <a:pt x="8290" y="225"/>
                    </a:lnTo>
                    <a:lnTo>
                      <a:pt x="8133" y="135"/>
                    </a:lnTo>
                    <a:lnTo>
                      <a:pt x="7976" y="68"/>
                    </a:lnTo>
                    <a:lnTo>
                      <a:pt x="7796" y="23"/>
                    </a:lnTo>
                    <a:lnTo>
                      <a:pt x="76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9" name="Google Shape;6359;p28">
                <a:extLst>
                  <a:ext uri="{FF2B5EF4-FFF2-40B4-BE49-F238E27FC236}">
                    <a16:creationId xmlns:a16="http://schemas.microsoft.com/office/drawing/2014/main" id="{D9E8466E-E7BF-0B3A-2DC6-FCD8C892BB29}"/>
                  </a:ext>
                </a:extLst>
              </p:cNvPr>
              <p:cNvSpPr/>
              <p:nvPr/>
            </p:nvSpPr>
            <p:spPr>
              <a:xfrm>
                <a:off x="11492475" y="3720200"/>
                <a:ext cx="497600" cy="482450"/>
              </a:xfrm>
              <a:custGeom>
                <a:avLst/>
                <a:gdLst/>
                <a:ahLst/>
                <a:cxnLst/>
                <a:rect l="l" t="t" r="r" b="b"/>
                <a:pathLst>
                  <a:path w="19904" h="19298" extrusionOk="0">
                    <a:moveTo>
                      <a:pt x="3819" y="1"/>
                    </a:moveTo>
                    <a:lnTo>
                      <a:pt x="3123" y="1236"/>
                    </a:lnTo>
                    <a:lnTo>
                      <a:pt x="2471" y="2517"/>
                    </a:lnTo>
                    <a:lnTo>
                      <a:pt x="2157" y="3168"/>
                    </a:lnTo>
                    <a:lnTo>
                      <a:pt x="1865" y="3797"/>
                    </a:lnTo>
                    <a:lnTo>
                      <a:pt x="1573" y="4471"/>
                    </a:lnTo>
                    <a:lnTo>
                      <a:pt x="1303" y="5123"/>
                    </a:lnTo>
                    <a:lnTo>
                      <a:pt x="1056" y="5774"/>
                    </a:lnTo>
                    <a:lnTo>
                      <a:pt x="831" y="6448"/>
                    </a:lnTo>
                    <a:lnTo>
                      <a:pt x="629" y="7122"/>
                    </a:lnTo>
                    <a:lnTo>
                      <a:pt x="450" y="7819"/>
                    </a:lnTo>
                    <a:lnTo>
                      <a:pt x="292" y="8492"/>
                    </a:lnTo>
                    <a:lnTo>
                      <a:pt x="180" y="9211"/>
                    </a:lnTo>
                    <a:lnTo>
                      <a:pt x="90" y="9908"/>
                    </a:lnTo>
                    <a:lnTo>
                      <a:pt x="23" y="10627"/>
                    </a:lnTo>
                    <a:lnTo>
                      <a:pt x="0" y="11503"/>
                    </a:lnTo>
                    <a:lnTo>
                      <a:pt x="0" y="12401"/>
                    </a:lnTo>
                    <a:lnTo>
                      <a:pt x="23" y="13277"/>
                    </a:lnTo>
                    <a:lnTo>
                      <a:pt x="90" y="14176"/>
                    </a:lnTo>
                    <a:lnTo>
                      <a:pt x="180" y="15052"/>
                    </a:lnTo>
                    <a:lnTo>
                      <a:pt x="270" y="15951"/>
                    </a:lnTo>
                    <a:lnTo>
                      <a:pt x="405" y="16827"/>
                    </a:lnTo>
                    <a:lnTo>
                      <a:pt x="539" y="17703"/>
                    </a:lnTo>
                    <a:lnTo>
                      <a:pt x="1550" y="17973"/>
                    </a:lnTo>
                    <a:lnTo>
                      <a:pt x="2584" y="18197"/>
                    </a:lnTo>
                    <a:lnTo>
                      <a:pt x="3617" y="18377"/>
                    </a:lnTo>
                    <a:lnTo>
                      <a:pt x="4673" y="18534"/>
                    </a:lnTo>
                    <a:lnTo>
                      <a:pt x="5729" y="18646"/>
                    </a:lnTo>
                    <a:lnTo>
                      <a:pt x="6785" y="18736"/>
                    </a:lnTo>
                    <a:lnTo>
                      <a:pt x="7840" y="18804"/>
                    </a:lnTo>
                    <a:lnTo>
                      <a:pt x="8896" y="18849"/>
                    </a:lnTo>
                    <a:lnTo>
                      <a:pt x="12154" y="18939"/>
                    </a:lnTo>
                    <a:lnTo>
                      <a:pt x="13771" y="19028"/>
                    </a:lnTo>
                    <a:lnTo>
                      <a:pt x="14580" y="19073"/>
                    </a:lnTo>
                    <a:lnTo>
                      <a:pt x="15389" y="19141"/>
                    </a:lnTo>
                    <a:lnTo>
                      <a:pt x="16399" y="19208"/>
                    </a:lnTo>
                    <a:lnTo>
                      <a:pt x="17410" y="19275"/>
                    </a:lnTo>
                    <a:lnTo>
                      <a:pt x="18421" y="19298"/>
                    </a:lnTo>
                    <a:lnTo>
                      <a:pt x="18915" y="19298"/>
                    </a:lnTo>
                    <a:lnTo>
                      <a:pt x="19410" y="19275"/>
                    </a:lnTo>
                    <a:lnTo>
                      <a:pt x="19522" y="18804"/>
                    </a:lnTo>
                    <a:lnTo>
                      <a:pt x="19634" y="18332"/>
                    </a:lnTo>
                    <a:lnTo>
                      <a:pt x="19702" y="17883"/>
                    </a:lnTo>
                    <a:lnTo>
                      <a:pt x="19792" y="17411"/>
                    </a:lnTo>
                    <a:lnTo>
                      <a:pt x="19836" y="16917"/>
                    </a:lnTo>
                    <a:lnTo>
                      <a:pt x="19881" y="16445"/>
                    </a:lnTo>
                    <a:lnTo>
                      <a:pt x="19904" y="15973"/>
                    </a:lnTo>
                    <a:lnTo>
                      <a:pt x="19904" y="15501"/>
                    </a:lnTo>
                    <a:lnTo>
                      <a:pt x="19904" y="15007"/>
                    </a:lnTo>
                    <a:lnTo>
                      <a:pt x="19881" y="14535"/>
                    </a:lnTo>
                    <a:lnTo>
                      <a:pt x="19836" y="14064"/>
                    </a:lnTo>
                    <a:lnTo>
                      <a:pt x="19769" y="13569"/>
                    </a:lnTo>
                    <a:lnTo>
                      <a:pt x="19702" y="13098"/>
                    </a:lnTo>
                    <a:lnTo>
                      <a:pt x="19612" y="12626"/>
                    </a:lnTo>
                    <a:lnTo>
                      <a:pt x="19522" y="12154"/>
                    </a:lnTo>
                    <a:lnTo>
                      <a:pt x="19387" y="11682"/>
                    </a:lnTo>
                    <a:lnTo>
                      <a:pt x="19230" y="11121"/>
                    </a:lnTo>
                    <a:lnTo>
                      <a:pt x="19050" y="10559"/>
                    </a:lnTo>
                    <a:lnTo>
                      <a:pt x="18848" y="10020"/>
                    </a:lnTo>
                    <a:lnTo>
                      <a:pt x="18623" y="9503"/>
                    </a:lnTo>
                    <a:lnTo>
                      <a:pt x="18399" y="8964"/>
                    </a:lnTo>
                    <a:lnTo>
                      <a:pt x="18152" y="8470"/>
                    </a:lnTo>
                    <a:lnTo>
                      <a:pt x="17882" y="7976"/>
                    </a:lnTo>
                    <a:lnTo>
                      <a:pt x="17590" y="7504"/>
                    </a:lnTo>
                    <a:lnTo>
                      <a:pt x="17298" y="7032"/>
                    </a:lnTo>
                    <a:lnTo>
                      <a:pt x="16961" y="6583"/>
                    </a:lnTo>
                    <a:lnTo>
                      <a:pt x="16624" y="6134"/>
                    </a:lnTo>
                    <a:lnTo>
                      <a:pt x="16265" y="5707"/>
                    </a:lnTo>
                    <a:lnTo>
                      <a:pt x="15883" y="5302"/>
                    </a:lnTo>
                    <a:lnTo>
                      <a:pt x="15501" y="4898"/>
                    </a:lnTo>
                    <a:lnTo>
                      <a:pt x="15074" y="4516"/>
                    </a:lnTo>
                    <a:lnTo>
                      <a:pt x="14647" y="4134"/>
                    </a:lnTo>
                    <a:lnTo>
                      <a:pt x="14175" y="3775"/>
                    </a:lnTo>
                    <a:lnTo>
                      <a:pt x="13704" y="3438"/>
                    </a:lnTo>
                    <a:lnTo>
                      <a:pt x="13209" y="3101"/>
                    </a:lnTo>
                    <a:lnTo>
                      <a:pt x="12693" y="2786"/>
                    </a:lnTo>
                    <a:lnTo>
                      <a:pt x="12154" y="2472"/>
                    </a:lnTo>
                    <a:lnTo>
                      <a:pt x="11592" y="2180"/>
                    </a:lnTo>
                    <a:lnTo>
                      <a:pt x="10985" y="1910"/>
                    </a:lnTo>
                    <a:lnTo>
                      <a:pt x="10379" y="1663"/>
                    </a:lnTo>
                    <a:lnTo>
                      <a:pt x="9750" y="1416"/>
                    </a:lnTo>
                    <a:lnTo>
                      <a:pt x="9098" y="1169"/>
                    </a:lnTo>
                    <a:lnTo>
                      <a:pt x="8425" y="967"/>
                    </a:lnTo>
                    <a:lnTo>
                      <a:pt x="7728" y="765"/>
                    </a:lnTo>
                    <a:lnTo>
                      <a:pt x="7009" y="585"/>
                    </a:lnTo>
                    <a:lnTo>
                      <a:pt x="6245" y="405"/>
                    </a:lnTo>
                    <a:lnTo>
                      <a:pt x="5482" y="248"/>
                    </a:lnTo>
                    <a:lnTo>
                      <a:pt x="4673" y="113"/>
                    </a:lnTo>
                    <a:lnTo>
                      <a:pt x="3819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0" name="Google Shape;6360;p28">
                <a:extLst>
                  <a:ext uri="{FF2B5EF4-FFF2-40B4-BE49-F238E27FC236}">
                    <a16:creationId xmlns:a16="http://schemas.microsoft.com/office/drawing/2014/main" id="{10487F58-B6E8-F838-1D38-CDE0D2BF4A27}"/>
                  </a:ext>
                </a:extLst>
              </p:cNvPr>
              <p:cNvSpPr/>
              <p:nvPr/>
            </p:nvSpPr>
            <p:spPr>
              <a:xfrm>
                <a:off x="11492475" y="3720200"/>
                <a:ext cx="497600" cy="482450"/>
              </a:xfrm>
              <a:custGeom>
                <a:avLst/>
                <a:gdLst/>
                <a:ahLst/>
                <a:cxnLst/>
                <a:rect l="l" t="t" r="r" b="b"/>
                <a:pathLst>
                  <a:path w="19904" h="19298" fill="none" extrusionOk="0">
                    <a:moveTo>
                      <a:pt x="539" y="17703"/>
                    </a:moveTo>
                    <a:lnTo>
                      <a:pt x="539" y="17703"/>
                    </a:lnTo>
                    <a:lnTo>
                      <a:pt x="405" y="16827"/>
                    </a:lnTo>
                    <a:lnTo>
                      <a:pt x="270" y="15951"/>
                    </a:lnTo>
                    <a:lnTo>
                      <a:pt x="180" y="15052"/>
                    </a:lnTo>
                    <a:lnTo>
                      <a:pt x="90" y="14176"/>
                    </a:lnTo>
                    <a:lnTo>
                      <a:pt x="23" y="13277"/>
                    </a:lnTo>
                    <a:lnTo>
                      <a:pt x="0" y="12401"/>
                    </a:lnTo>
                    <a:lnTo>
                      <a:pt x="0" y="11503"/>
                    </a:lnTo>
                    <a:lnTo>
                      <a:pt x="23" y="10627"/>
                    </a:lnTo>
                    <a:lnTo>
                      <a:pt x="23" y="10627"/>
                    </a:lnTo>
                    <a:lnTo>
                      <a:pt x="90" y="9908"/>
                    </a:lnTo>
                    <a:lnTo>
                      <a:pt x="180" y="9211"/>
                    </a:lnTo>
                    <a:lnTo>
                      <a:pt x="292" y="8492"/>
                    </a:lnTo>
                    <a:lnTo>
                      <a:pt x="450" y="7819"/>
                    </a:lnTo>
                    <a:lnTo>
                      <a:pt x="629" y="7122"/>
                    </a:lnTo>
                    <a:lnTo>
                      <a:pt x="831" y="6448"/>
                    </a:lnTo>
                    <a:lnTo>
                      <a:pt x="1056" y="5774"/>
                    </a:lnTo>
                    <a:lnTo>
                      <a:pt x="1303" y="5123"/>
                    </a:lnTo>
                    <a:lnTo>
                      <a:pt x="1573" y="4471"/>
                    </a:lnTo>
                    <a:lnTo>
                      <a:pt x="1865" y="3797"/>
                    </a:lnTo>
                    <a:lnTo>
                      <a:pt x="2157" y="3168"/>
                    </a:lnTo>
                    <a:lnTo>
                      <a:pt x="2471" y="2517"/>
                    </a:lnTo>
                    <a:lnTo>
                      <a:pt x="3123" y="1236"/>
                    </a:lnTo>
                    <a:lnTo>
                      <a:pt x="3819" y="1"/>
                    </a:lnTo>
                    <a:lnTo>
                      <a:pt x="3819" y="1"/>
                    </a:lnTo>
                    <a:lnTo>
                      <a:pt x="4673" y="113"/>
                    </a:lnTo>
                    <a:lnTo>
                      <a:pt x="4673" y="113"/>
                    </a:lnTo>
                    <a:lnTo>
                      <a:pt x="5482" y="248"/>
                    </a:lnTo>
                    <a:lnTo>
                      <a:pt x="6245" y="405"/>
                    </a:lnTo>
                    <a:lnTo>
                      <a:pt x="7009" y="585"/>
                    </a:lnTo>
                    <a:lnTo>
                      <a:pt x="7728" y="765"/>
                    </a:lnTo>
                    <a:lnTo>
                      <a:pt x="8425" y="967"/>
                    </a:lnTo>
                    <a:lnTo>
                      <a:pt x="9098" y="1169"/>
                    </a:lnTo>
                    <a:lnTo>
                      <a:pt x="9750" y="1416"/>
                    </a:lnTo>
                    <a:lnTo>
                      <a:pt x="10379" y="1663"/>
                    </a:lnTo>
                    <a:lnTo>
                      <a:pt x="10985" y="1910"/>
                    </a:lnTo>
                    <a:lnTo>
                      <a:pt x="11592" y="2180"/>
                    </a:lnTo>
                    <a:lnTo>
                      <a:pt x="12154" y="2472"/>
                    </a:lnTo>
                    <a:lnTo>
                      <a:pt x="12693" y="2786"/>
                    </a:lnTo>
                    <a:lnTo>
                      <a:pt x="13209" y="3101"/>
                    </a:lnTo>
                    <a:lnTo>
                      <a:pt x="13704" y="3438"/>
                    </a:lnTo>
                    <a:lnTo>
                      <a:pt x="14175" y="3775"/>
                    </a:lnTo>
                    <a:lnTo>
                      <a:pt x="14647" y="4134"/>
                    </a:lnTo>
                    <a:lnTo>
                      <a:pt x="15074" y="4516"/>
                    </a:lnTo>
                    <a:lnTo>
                      <a:pt x="15501" y="4898"/>
                    </a:lnTo>
                    <a:lnTo>
                      <a:pt x="15883" y="5302"/>
                    </a:lnTo>
                    <a:lnTo>
                      <a:pt x="16265" y="5707"/>
                    </a:lnTo>
                    <a:lnTo>
                      <a:pt x="16624" y="6134"/>
                    </a:lnTo>
                    <a:lnTo>
                      <a:pt x="16961" y="6583"/>
                    </a:lnTo>
                    <a:lnTo>
                      <a:pt x="17298" y="7032"/>
                    </a:lnTo>
                    <a:lnTo>
                      <a:pt x="17590" y="7504"/>
                    </a:lnTo>
                    <a:lnTo>
                      <a:pt x="17882" y="7976"/>
                    </a:lnTo>
                    <a:lnTo>
                      <a:pt x="18152" y="8470"/>
                    </a:lnTo>
                    <a:lnTo>
                      <a:pt x="18399" y="8964"/>
                    </a:lnTo>
                    <a:lnTo>
                      <a:pt x="18623" y="9503"/>
                    </a:lnTo>
                    <a:lnTo>
                      <a:pt x="18848" y="10020"/>
                    </a:lnTo>
                    <a:lnTo>
                      <a:pt x="19050" y="10559"/>
                    </a:lnTo>
                    <a:lnTo>
                      <a:pt x="19230" y="11121"/>
                    </a:lnTo>
                    <a:lnTo>
                      <a:pt x="19387" y="11682"/>
                    </a:lnTo>
                    <a:lnTo>
                      <a:pt x="19387" y="11682"/>
                    </a:lnTo>
                    <a:lnTo>
                      <a:pt x="19522" y="12154"/>
                    </a:lnTo>
                    <a:lnTo>
                      <a:pt x="19612" y="12626"/>
                    </a:lnTo>
                    <a:lnTo>
                      <a:pt x="19702" y="13098"/>
                    </a:lnTo>
                    <a:lnTo>
                      <a:pt x="19769" y="13569"/>
                    </a:lnTo>
                    <a:lnTo>
                      <a:pt x="19836" y="14064"/>
                    </a:lnTo>
                    <a:lnTo>
                      <a:pt x="19881" y="14535"/>
                    </a:lnTo>
                    <a:lnTo>
                      <a:pt x="19904" y="15007"/>
                    </a:lnTo>
                    <a:lnTo>
                      <a:pt x="19904" y="15501"/>
                    </a:lnTo>
                    <a:lnTo>
                      <a:pt x="19904" y="15973"/>
                    </a:lnTo>
                    <a:lnTo>
                      <a:pt x="19881" y="16445"/>
                    </a:lnTo>
                    <a:lnTo>
                      <a:pt x="19836" y="16917"/>
                    </a:lnTo>
                    <a:lnTo>
                      <a:pt x="19792" y="17411"/>
                    </a:lnTo>
                    <a:lnTo>
                      <a:pt x="19702" y="17883"/>
                    </a:lnTo>
                    <a:lnTo>
                      <a:pt x="19634" y="18332"/>
                    </a:lnTo>
                    <a:lnTo>
                      <a:pt x="19522" y="18804"/>
                    </a:lnTo>
                    <a:lnTo>
                      <a:pt x="19410" y="19275"/>
                    </a:lnTo>
                    <a:lnTo>
                      <a:pt x="19410" y="19275"/>
                    </a:lnTo>
                    <a:lnTo>
                      <a:pt x="18915" y="19298"/>
                    </a:lnTo>
                    <a:lnTo>
                      <a:pt x="18421" y="19298"/>
                    </a:lnTo>
                    <a:lnTo>
                      <a:pt x="17410" y="19275"/>
                    </a:lnTo>
                    <a:lnTo>
                      <a:pt x="16399" y="19208"/>
                    </a:lnTo>
                    <a:lnTo>
                      <a:pt x="15389" y="19141"/>
                    </a:lnTo>
                    <a:lnTo>
                      <a:pt x="15389" y="19141"/>
                    </a:lnTo>
                    <a:lnTo>
                      <a:pt x="14580" y="19073"/>
                    </a:lnTo>
                    <a:lnTo>
                      <a:pt x="13771" y="19028"/>
                    </a:lnTo>
                    <a:lnTo>
                      <a:pt x="12154" y="18939"/>
                    </a:lnTo>
                    <a:lnTo>
                      <a:pt x="8896" y="18849"/>
                    </a:lnTo>
                    <a:lnTo>
                      <a:pt x="8896" y="18849"/>
                    </a:lnTo>
                    <a:lnTo>
                      <a:pt x="7840" y="18804"/>
                    </a:lnTo>
                    <a:lnTo>
                      <a:pt x="6785" y="18736"/>
                    </a:lnTo>
                    <a:lnTo>
                      <a:pt x="5729" y="18646"/>
                    </a:lnTo>
                    <a:lnTo>
                      <a:pt x="4673" y="18534"/>
                    </a:lnTo>
                    <a:lnTo>
                      <a:pt x="3617" y="18377"/>
                    </a:lnTo>
                    <a:lnTo>
                      <a:pt x="2584" y="18197"/>
                    </a:lnTo>
                    <a:lnTo>
                      <a:pt x="1550" y="17973"/>
                    </a:lnTo>
                    <a:lnTo>
                      <a:pt x="539" y="1770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1" name="Google Shape;6361;p28">
                <a:extLst>
                  <a:ext uri="{FF2B5EF4-FFF2-40B4-BE49-F238E27FC236}">
                    <a16:creationId xmlns:a16="http://schemas.microsoft.com/office/drawing/2014/main" id="{102DAE91-DEA2-1BF6-307F-81D92F0E7385}"/>
                  </a:ext>
                </a:extLst>
              </p:cNvPr>
              <p:cNvSpPr/>
              <p:nvPr/>
            </p:nvSpPr>
            <p:spPr>
              <a:xfrm>
                <a:off x="11977700" y="42020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2" name="Google Shape;6362;p28">
                <a:extLst>
                  <a:ext uri="{FF2B5EF4-FFF2-40B4-BE49-F238E27FC236}">
                    <a16:creationId xmlns:a16="http://schemas.microsoft.com/office/drawing/2014/main" id="{69AEE13F-6B62-3082-2218-D35AC5799822}"/>
                  </a:ext>
                </a:extLst>
              </p:cNvPr>
              <p:cNvSpPr/>
              <p:nvPr/>
            </p:nvSpPr>
            <p:spPr>
              <a:xfrm>
                <a:off x="11977700" y="42020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3" name="Google Shape;6363;p28">
                <a:extLst>
                  <a:ext uri="{FF2B5EF4-FFF2-40B4-BE49-F238E27FC236}">
                    <a16:creationId xmlns:a16="http://schemas.microsoft.com/office/drawing/2014/main" id="{740F14A3-98CD-C254-51C3-2CDAE69A609B}"/>
                  </a:ext>
                </a:extLst>
              </p:cNvPr>
              <p:cNvSpPr/>
              <p:nvPr/>
            </p:nvSpPr>
            <p:spPr>
              <a:xfrm>
                <a:off x="11570525" y="3720200"/>
                <a:ext cx="419550" cy="481900"/>
              </a:xfrm>
              <a:custGeom>
                <a:avLst/>
                <a:gdLst/>
                <a:ahLst/>
                <a:cxnLst/>
                <a:rect l="l" t="t" r="r" b="b"/>
                <a:pathLst>
                  <a:path w="16782" h="19276" extrusionOk="0">
                    <a:moveTo>
                      <a:pt x="203" y="877"/>
                    </a:moveTo>
                    <a:lnTo>
                      <a:pt x="1" y="1236"/>
                    </a:lnTo>
                    <a:lnTo>
                      <a:pt x="203" y="878"/>
                    </a:lnTo>
                    <a:lnTo>
                      <a:pt x="203" y="877"/>
                    </a:lnTo>
                    <a:close/>
                    <a:moveTo>
                      <a:pt x="697" y="1"/>
                    </a:moveTo>
                    <a:lnTo>
                      <a:pt x="203" y="878"/>
                    </a:lnTo>
                    <a:lnTo>
                      <a:pt x="270" y="1708"/>
                    </a:lnTo>
                    <a:lnTo>
                      <a:pt x="383" y="2539"/>
                    </a:lnTo>
                    <a:lnTo>
                      <a:pt x="944" y="2449"/>
                    </a:lnTo>
                    <a:lnTo>
                      <a:pt x="1528" y="2405"/>
                    </a:lnTo>
                    <a:lnTo>
                      <a:pt x="2113" y="2360"/>
                    </a:lnTo>
                    <a:lnTo>
                      <a:pt x="2674" y="2337"/>
                    </a:lnTo>
                    <a:lnTo>
                      <a:pt x="3281" y="2360"/>
                    </a:lnTo>
                    <a:lnTo>
                      <a:pt x="3865" y="2405"/>
                    </a:lnTo>
                    <a:lnTo>
                      <a:pt x="4426" y="2449"/>
                    </a:lnTo>
                    <a:lnTo>
                      <a:pt x="5010" y="2539"/>
                    </a:lnTo>
                    <a:lnTo>
                      <a:pt x="5572" y="2674"/>
                    </a:lnTo>
                    <a:lnTo>
                      <a:pt x="6134" y="2809"/>
                    </a:lnTo>
                    <a:lnTo>
                      <a:pt x="6695" y="2966"/>
                    </a:lnTo>
                    <a:lnTo>
                      <a:pt x="7234" y="3146"/>
                    </a:lnTo>
                    <a:lnTo>
                      <a:pt x="7774" y="3348"/>
                    </a:lnTo>
                    <a:lnTo>
                      <a:pt x="8313" y="3573"/>
                    </a:lnTo>
                    <a:lnTo>
                      <a:pt x="8829" y="3842"/>
                    </a:lnTo>
                    <a:lnTo>
                      <a:pt x="9324" y="4112"/>
                    </a:lnTo>
                    <a:lnTo>
                      <a:pt x="9818" y="4404"/>
                    </a:lnTo>
                    <a:lnTo>
                      <a:pt x="10312" y="4718"/>
                    </a:lnTo>
                    <a:lnTo>
                      <a:pt x="10784" y="5033"/>
                    </a:lnTo>
                    <a:lnTo>
                      <a:pt x="11233" y="5392"/>
                    </a:lnTo>
                    <a:lnTo>
                      <a:pt x="11682" y="5752"/>
                    </a:lnTo>
                    <a:lnTo>
                      <a:pt x="12109" y="6156"/>
                    </a:lnTo>
                    <a:lnTo>
                      <a:pt x="12514" y="6560"/>
                    </a:lnTo>
                    <a:lnTo>
                      <a:pt x="12896" y="6987"/>
                    </a:lnTo>
                    <a:lnTo>
                      <a:pt x="13277" y="7414"/>
                    </a:lnTo>
                    <a:lnTo>
                      <a:pt x="13637" y="7863"/>
                    </a:lnTo>
                    <a:lnTo>
                      <a:pt x="13974" y="8335"/>
                    </a:lnTo>
                    <a:lnTo>
                      <a:pt x="14288" y="8829"/>
                    </a:lnTo>
                    <a:lnTo>
                      <a:pt x="14580" y="9324"/>
                    </a:lnTo>
                    <a:lnTo>
                      <a:pt x="14850" y="9840"/>
                    </a:lnTo>
                    <a:lnTo>
                      <a:pt x="15120" y="10379"/>
                    </a:lnTo>
                    <a:lnTo>
                      <a:pt x="15344" y="10919"/>
                    </a:lnTo>
                    <a:lnTo>
                      <a:pt x="15546" y="11480"/>
                    </a:lnTo>
                    <a:lnTo>
                      <a:pt x="15726" y="12042"/>
                    </a:lnTo>
                    <a:lnTo>
                      <a:pt x="15883" y="12626"/>
                    </a:lnTo>
                    <a:lnTo>
                      <a:pt x="16018" y="13210"/>
                    </a:lnTo>
                    <a:lnTo>
                      <a:pt x="16153" y="13996"/>
                    </a:lnTo>
                    <a:lnTo>
                      <a:pt x="16243" y="14760"/>
                    </a:lnTo>
                    <a:lnTo>
                      <a:pt x="16265" y="15524"/>
                    </a:lnTo>
                    <a:lnTo>
                      <a:pt x="16265" y="16310"/>
                    </a:lnTo>
                    <a:lnTo>
                      <a:pt x="16220" y="17051"/>
                    </a:lnTo>
                    <a:lnTo>
                      <a:pt x="16130" y="17815"/>
                    </a:lnTo>
                    <a:lnTo>
                      <a:pt x="15996" y="18557"/>
                    </a:lnTo>
                    <a:lnTo>
                      <a:pt x="15816" y="19275"/>
                    </a:lnTo>
                    <a:lnTo>
                      <a:pt x="16288" y="19275"/>
                    </a:lnTo>
                    <a:lnTo>
                      <a:pt x="16400" y="18804"/>
                    </a:lnTo>
                    <a:lnTo>
                      <a:pt x="16512" y="18332"/>
                    </a:lnTo>
                    <a:lnTo>
                      <a:pt x="16580" y="17883"/>
                    </a:lnTo>
                    <a:lnTo>
                      <a:pt x="16670" y="17411"/>
                    </a:lnTo>
                    <a:lnTo>
                      <a:pt x="16714" y="16917"/>
                    </a:lnTo>
                    <a:lnTo>
                      <a:pt x="16759" y="16445"/>
                    </a:lnTo>
                    <a:lnTo>
                      <a:pt x="16782" y="15973"/>
                    </a:lnTo>
                    <a:lnTo>
                      <a:pt x="16782" y="15501"/>
                    </a:lnTo>
                    <a:lnTo>
                      <a:pt x="16782" y="15007"/>
                    </a:lnTo>
                    <a:lnTo>
                      <a:pt x="16759" y="14535"/>
                    </a:lnTo>
                    <a:lnTo>
                      <a:pt x="16714" y="14064"/>
                    </a:lnTo>
                    <a:lnTo>
                      <a:pt x="16647" y="13569"/>
                    </a:lnTo>
                    <a:lnTo>
                      <a:pt x="16580" y="13098"/>
                    </a:lnTo>
                    <a:lnTo>
                      <a:pt x="16490" y="12626"/>
                    </a:lnTo>
                    <a:lnTo>
                      <a:pt x="16400" y="12154"/>
                    </a:lnTo>
                    <a:lnTo>
                      <a:pt x="16265" y="11682"/>
                    </a:lnTo>
                    <a:lnTo>
                      <a:pt x="16108" y="11121"/>
                    </a:lnTo>
                    <a:lnTo>
                      <a:pt x="15928" y="10559"/>
                    </a:lnTo>
                    <a:lnTo>
                      <a:pt x="15726" y="10020"/>
                    </a:lnTo>
                    <a:lnTo>
                      <a:pt x="15501" y="9503"/>
                    </a:lnTo>
                    <a:lnTo>
                      <a:pt x="15277" y="8964"/>
                    </a:lnTo>
                    <a:lnTo>
                      <a:pt x="15030" y="8470"/>
                    </a:lnTo>
                    <a:lnTo>
                      <a:pt x="14760" y="7976"/>
                    </a:lnTo>
                    <a:lnTo>
                      <a:pt x="14468" y="7504"/>
                    </a:lnTo>
                    <a:lnTo>
                      <a:pt x="14176" y="7032"/>
                    </a:lnTo>
                    <a:lnTo>
                      <a:pt x="13839" y="6583"/>
                    </a:lnTo>
                    <a:lnTo>
                      <a:pt x="13502" y="6134"/>
                    </a:lnTo>
                    <a:lnTo>
                      <a:pt x="13143" y="5707"/>
                    </a:lnTo>
                    <a:lnTo>
                      <a:pt x="12761" y="5302"/>
                    </a:lnTo>
                    <a:lnTo>
                      <a:pt x="12379" y="4898"/>
                    </a:lnTo>
                    <a:lnTo>
                      <a:pt x="11952" y="4516"/>
                    </a:lnTo>
                    <a:lnTo>
                      <a:pt x="11525" y="4134"/>
                    </a:lnTo>
                    <a:lnTo>
                      <a:pt x="11053" y="3775"/>
                    </a:lnTo>
                    <a:lnTo>
                      <a:pt x="10582" y="3438"/>
                    </a:lnTo>
                    <a:lnTo>
                      <a:pt x="10087" y="3101"/>
                    </a:lnTo>
                    <a:lnTo>
                      <a:pt x="9571" y="2786"/>
                    </a:lnTo>
                    <a:lnTo>
                      <a:pt x="9032" y="2472"/>
                    </a:lnTo>
                    <a:lnTo>
                      <a:pt x="8470" y="2180"/>
                    </a:lnTo>
                    <a:lnTo>
                      <a:pt x="7863" y="1910"/>
                    </a:lnTo>
                    <a:lnTo>
                      <a:pt x="7257" y="1663"/>
                    </a:lnTo>
                    <a:lnTo>
                      <a:pt x="6628" y="1416"/>
                    </a:lnTo>
                    <a:lnTo>
                      <a:pt x="5976" y="1169"/>
                    </a:lnTo>
                    <a:lnTo>
                      <a:pt x="5303" y="967"/>
                    </a:lnTo>
                    <a:lnTo>
                      <a:pt x="4606" y="765"/>
                    </a:lnTo>
                    <a:lnTo>
                      <a:pt x="3887" y="585"/>
                    </a:lnTo>
                    <a:lnTo>
                      <a:pt x="3123" y="405"/>
                    </a:lnTo>
                    <a:lnTo>
                      <a:pt x="2360" y="248"/>
                    </a:lnTo>
                    <a:lnTo>
                      <a:pt x="1551" y="113"/>
                    </a:lnTo>
                    <a:lnTo>
                      <a:pt x="69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4" name="Google Shape;6364;p28">
                <a:extLst>
                  <a:ext uri="{FF2B5EF4-FFF2-40B4-BE49-F238E27FC236}">
                    <a16:creationId xmlns:a16="http://schemas.microsoft.com/office/drawing/2014/main" id="{706C9001-462E-7C63-3497-E0E2FDBE8AE3}"/>
                  </a:ext>
                </a:extLst>
              </p:cNvPr>
              <p:cNvSpPr/>
              <p:nvPr/>
            </p:nvSpPr>
            <p:spPr>
              <a:xfrm>
                <a:off x="11570525" y="3720200"/>
                <a:ext cx="419550" cy="481900"/>
              </a:xfrm>
              <a:custGeom>
                <a:avLst/>
                <a:gdLst/>
                <a:ahLst/>
                <a:cxnLst/>
                <a:rect l="l" t="t" r="r" b="b"/>
                <a:pathLst>
                  <a:path w="16782" h="19276" fill="none" extrusionOk="0">
                    <a:moveTo>
                      <a:pt x="697" y="1"/>
                    </a:moveTo>
                    <a:lnTo>
                      <a:pt x="697" y="1"/>
                    </a:lnTo>
                    <a:lnTo>
                      <a:pt x="697" y="1"/>
                    </a:lnTo>
                    <a:lnTo>
                      <a:pt x="1" y="1236"/>
                    </a:lnTo>
                    <a:lnTo>
                      <a:pt x="1" y="1236"/>
                    </a:lnTo>
                    <a:lnTo>
                      <a:pt x="203" y="877"/>
                    </a:lnTo>
                    <a:lnTo>
                      <a:pt x="203" y="877"/>
                    </a:lnTo>
                    <a:lnTo>
                      <a:pt x="270" y="1708"/>
                    </a:lnTo>
                    <a:lnTo>
                      <a:pt x="383" y="2539"/>
                    </a:lnTo>
                    <a:lnTo>
                      <a:pt x="383" y="2539"/>
                    </a:lnTo>
                    <a:lnTo>
                      <a:pt x="944" y="2449"/>
                    </a:lnTo>
                    <a:lnTo>
                      <a:pt x="1528" y="2405"/>
                    </a:lnTo>
                    <a:lnTo>
                      <a:pt x="2113" y="2360"/>
                    </a:lnTo>
                    <a:lnTo>
                      <a:pt x="2674" y="2337"/>
                    </a:lnTo>
                    <a:lnTo>
                      <a:pt x="2674" y="2337"/>
                    </a:lnTo>
                    <a:lnTo>
                      <a:pt x="3281" y="2360"/>
                    </a:lnTo>
                    <a:lnTo>
                      <a:pt x="3865" y="2405"/>
                    </a:lnTo>
                    <a:lnTo>
                      <a:pt x="4426" y="2449"/>
                    </a:lnTo>
                    <a:lnTo>
                      <a:pt x="5010" y="2539"/>
                    </a:lnTo>
                    <a:lnTo>
                      <a:pt x="5572" y="2674"/>
                    </a:lnTo>
                    <a:lnTo>
                      <a:pt x="6134" y="2809"/>
                    </a:lnTo>
                    <a:lnTo>
                      <a:pt x="6695" y="2966"/>
                    </a:lnTo>
                    <a:lnTo>
                      <a:pt x="7234" y="3146"/>
                    </a:lnTo>
                    <a:lnTo>
                      <a:pt x="7774" y="3348"/>
                    </a:lnTo>
                    <a:lnTo>
                      <a:pt x="8313" y="3573"/>
                    </a:lnTo>
                    <a:lnTo>
                      <a:pt x="8829" y="3842"/>
                    </a:lnTo>
                    <a:lnTo>
                      <a:pt x="9324" y="4112"/>
                    </a:lnTo>
                    <a:lnTo>
                      <a:pt x="9818" y="4404"/>
                    </a:lnTo>
                    <a:lnTo>
                      <a:pt x="10312" y="4718"/>
                    </a:lnTo>
                    <a:lnTo>
                      <a:pt x="10784" y="5033"/>
                    </a:lnTo>
                    <a:lnTo>
                      <a:pt x="11233" y="5392"/>
                    </a:lnTo>
                    <a:lnTo>
                      <a:pt x="11682" y="5752"/>
                    </a:lnTo>
                    <a:lnTo>
                      <a:pt x="12109" y="6156"/>
                    </a:lnTo>
                    <a:lnTo>
                      <a:pt x="12514" y="6560"/>
                    </a:lnTo>
                    <a:lnTo>
                      <a:pt x="12896" y="6987"/>
                    </a:lnTo>
                    <a:lnTo>
                      <a:pt x="13277" y="7414"/>
                    </a:lnTo>
                    <a:lnTo>
                      <a:pt x="13637" y="7863"/>
                    </a:lnTo>
                    <a:lnTo>
                      <a:pt x="13974" y="8335"/>
                    </a:lnTo>
                    <a:lnTo>
                      <a:pt x="14288" y="8829"/>
                    </a:lnTo>
                    <a:lnTo>
                      <a:pt x="14580" y="9324"/>
                    </a:lnTo>
                    <a:lnTo>
                      <a:pt x="14850" y="9840"/>
                    </a:lnTo>
                    <a:lnTo>
                      <a:pt x="15120" y="10379"/>
                    </a:lnTo>
                    <a:lnTo>
                      <a:pt x="15344" y="10919"/>
                    </a:lnTo>
                    <a:lnTo>
                      <a:pt x="15546" y="11480"/>
                    </a:lnTo>
                    <a:lnTo>
                      <a:pt x="15726" y="12042"/>
                    </a:lnTo>
                    <a:lnTo>
                      <a:pt x="15883" y="12626"/>
                    </a:lnTo>
                    <a:lnTo>
                      <a:pt x="16018" y="13210"/>
                    </a:lnTo>
                    <a:lnTo>
                      <a:pt x="16018" y="13210"/>
                    </a:lnTo>
                    <a:lnTo>
                      <a:pt x="16153" y="13996"/>
                    </a:lnTo>
                    <a:lnTo>
                      <a:pt x="16243" y="14760"/>
                    </a:lnTo>
                    <a:lnTo>
                      <a:pt x="16265" y="15524"/>
                    </a:lnTo>
                    <a:lnTo>
                      <a:pt x="16265" y="16310"/>
                    </a:lnTo>
                    <a:lnTo>
                      <a:pt x="16220" y="17051"/>
                    </a:lnTo>
                    <a:lnTo>
                      <a:pt x="16130" y="17815"/>
                    </a:lnTo>
                    <a:lnTo>
                      <a:pt x="15996" y="18557"/>
                    </a:lnTo>
                    <a:lnTo>
                      <a:pt x="15816" y="19275"/>
                    </a:lnTo>
                    <a:lnTo>
                      <a:pt x="15816" y="19275"/>
                    </a:lnTo>
                    <a:lnTo>
                      <a:pt x="16288" y="19275"/>
                    </a:lnTo>
                    <a:lnTo>
                      <a:pt x="16288" y="19275"/>
                    </a:lnTo>
                    <a:lnTo>
                      <a:pt x="16288" y="19275"/>
                    </a:lnTo>
                    <a:lnTo>
                      <a:pt x="16288" y="19275"/>
                    </a:lnTo>
                    <a:lnTo>
                      <a:pt x="16288" y="19275"/>
                    </a:lnTo>
                    <a:lnTo>
                      <a:pt x="16400" y="18804"/>
                    </a:lnTo>
                    <a:lnTo>
                      <a:pt x="16512" y="18332"/>
                    </a:lnTo>
                    <a:lnTo>
                      <a:pt x="16580" y="17883"/>
                    </a:lnTo>
                    <a:lnTo>
                      <a:pt x="16670" y="17411"/>
                    </a:lnTo>
                    <a:lnTo>
                      <a:pt x="16714" y="16917"/>
                    </a:lnTo>
                    <a:lnTo>
                      <a:pt x="16759" y="16445"/>
                    </a:lnTo>
                    <a:lnTo>
                      <a:pt x="16782" y="15973"/>
                    </a:lnTo>
                    <a:lnTo>
                      <a:pt x="16782" y="15501"/>
                    </a:lnTo>
                    <a:lnTo>
                      <a:pt x="16782" y="15501"/>
                    </a:lnTo>
                    <a:lnTo>
                      <a:pt x="16782" y="15007"/>
                    </a:lnTo>
                    <a:lnTo>
                      <a:pt x="16759" y="14535"/>
                    </a:lnTo>
                    <a:lnTo>
                      <a:pt x="16714" y="14064"/>
                    </a:lnTo>
                    <a:lnTo>
                      <a:pt x="16647" y="13569"/>
                    </a:lnTo>
                    <a:lnTo>
                      <a:pt x="16580" y="13098"/>
                    </a:lnTo>
                    <a:lnTo>
                      <a:pt x="16490" y="12626"/>
                    </a:lnTo>
                    <a:lnTo>
                      <a:pt x="16400" y="12154"/>
                    </a:lnTo>
                    <a:lnTo>
                      <a:pt x="16265" y="11682"/>
                    </a:lnTo>
                    <a:lnTo>
                      <a:pt x="16265" y="11682"/>
                    </a:lnTo>
                    <a:lnTo>
                      <a:pt x="16108" y="11121"/>
                    </a:lnTo>
                    <a:lnTo>
                      <a:pt x="15928" y="10559"/>
                    </a:lnTo>
                    <a:lnTo>
                      <a:pt x="15726" y="10020"/>
                    </a:lnTo>
                    <a:lnTo>
                      <a:pt x="15501" y="9503"/>
                    </a:lnTo>
                    <a:lnTo>
                      <a:pt x="15277" y="8964"/>
                    </a:lnTo>
                    <a:lnTo>
                      <a:pt x="15030" y="8470"/>
                    </a:lnTo>
                    <a:lnTo>
                      <a:pt x="14760" y="7976"/>
                    </a:lnTo>
                    <a:lnTo>
                      <a:pt x="14468" y="7504"/>
                    </a:lnTo>
                    <a:lnTo>
                      <a:pt x="14176" y="7032"/>
                    </a:lnTo>
                    <a:lnTo>
                      <a:pt x="13839" y="6583"/>
                    </a:lnTo>
                    <a:lnTo>
                      <a:pt x="13502" y="6134"/>
                    </a:lnTo>
                    <a:lnTo>
                      <a:pt x="13143" y="5707"/>
                    </a:lnTo>
                    <a:lnTo>
                      <a:pt x="12761" y="5302"/>
                    </a:lnTo>
                    <a:lnTo>
                      <a:pt x="12379" y="4898"/>
                    </a:lnTo>
                    <a:lnTo>
                      <a:pt x="11952" y="4516"/>
                    </a:lnTo>
                    <a:lnTo>
                      <a:pt x="11525" y="4134"/>
                    </a:lnTo>
                    <a:lnTo>
                      <a:pt x="11053" y="3775"/>
                    </a:lnTo>
                    <a:lnTo>
                      <a:pt x="10582" y="3438"/>
                    </a:lnTo>
                    <a:lnTo>
                      <a:pt x="10087" y="3101"/>
                    </a:lnTo>
                    <a:lnTo>
                      <a:pt x="9571" y="2786"/>
                    </a:lnTo>
                    <a:lnTo>
                      <a:pt x="9032" y="2472"/>
                    </a:lnTo>
                    <a:lnTo>
                      <a:pt x="8470" y="2180"/>
                    </a:lnTo>
                    <a:lnTo>
                      <a:pt x="7863" y="1910"/>
                    </a:lnTo>
                    <a:lnTo>
                      <a:pt x="7257" y="1663"/>
                    </a:lnTo>
                    <a:lnTo>
                      <a:pt x="6628" y="1416"/>
                    </a:lnTo>
                    <a:lnTo>
                      <a:pt x="5976" y="1169"/>
                    </a:lnTo>
                    <a:lnTo>
                      <a:pt x="5303" y="967"/>
                    </a:lnTo>
                    <a:lnTo>
                      <a:pt x="4606" y="765"/>
                    </a:lnTo>
                    <a:lnTo>
                      <a:pt x="3887" y="585"/>
                    </a:lnTo>
                    <a:lnTo>
                      <a:pt x="3123" y="405"/>
                    </a:lnTo>
                    <a:lnTo>
                      <a:pt x="2360" y="248"/>
                    </a:lnTo>
                    <a:lnTo>
                      <a:pt x="1551" y="113"/>
                    </a:lnTo>
                    <a:lnTo>
                      <a:pt x="1551" y="113"/>
                    </a:lnTo>
                    <a:lnTo>
                      <a:pt x="697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5" name="Google Shape;6365;p28">
                <a:extLst>
                  <a:ext uri="{FF2B5EF4-FFF2-40B4-BE49-F238E27FC236}">
                    <a16:creationId xmlns:a16="http://schemas.microsoft.com/office/drawing/2014/main" id="{B554A621-9AE7-D277-6F32-BAF03A0F460A}"/>
                  </a:ext>
                </a:extLst>
              </p:cNvPr>
              <p:cNvSpPr/>
              <p:nvPr/>
            </p:nvSpPr>
            <p:spPr>
              <a:xfrm>
                <a:off x="11723300" y="4191400"/>
                <a:ext cx="147150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5886" h="271" extrusionOk="0">
                    <a:moveTo>
                      <a:pt x="0" y="1"/>
                    </a:moveTo>
                    <a:lnTo>
                      <a:pt x="2943" y="113"/>
                    </a:lnTo>
                    <a:lnTo>
                      <a:pt x="4403" y="158"/>
                    </a:lnTo>
                    <a:lnTo>
                      <a:pt x="4403" y="158"/>
                    </a:lnTo>
                    <a:lnTo>
                      <a:pt x="2943" y="91"/>
                    </a:lnTo>
                    <a:lnTo>
                      <a:pt x="0" y="1"/>
                    </a:lnTo>
                    <a:close/>
                    <a:moveTo>
                      <a:pt x="4403" y="158"/>
                    </a:moveTo>
                    <a:lnTo>
                      <a:pt x="5863" y="270"/>
                    </a:lnTo>
                    <a:lnTo>
                      <a:pt x="5886" y="270"/>
                    </a:lnTo>
                    <a:lnTo>
                      <a:pt x="4403" y="158"/>
                    </a:lnTo>
                    <a:close/>
                  </a:path>
                </a:pathLst>
              </a:custGeom>
              <a:solidFill>
                <a:srgbClr val="0E4C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6" name="Google Shape;6366;p28">
                <a:extLst>
                  <a:ext uri="{FF2B5EF4-FFF2-40B4-BE49-F238E27FC236}">
                    <a16:creationId xmlns:a16="http://schemas.microsoft.com/office/drawing/2014/main" id="{BEFCFF66-A0BE-60E5-798A-BD1972290198}"/>
                  </a:ext>
                </a:extLst>
              </p:cNvPr>
              <p:cNvSpPr/>
              <p:nvPr/>
            </p:nvSpPr>
            <p:spPr>
              <a:xfrm>
                <a:off x="11723300" y="4191400"/>
                <a:ext cx="147150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5886" h="27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943" y="113"/>
                    </a:lnTo>
                    <a:lnTo>
                      <a:pt x="4403" y="158"/>
                    </a:lnTo>
                    <a:lnTo>
                      <a:pt x="5886" y="270"/>
                    </a:lnTo>
                    <a:lnTo>
                      <a:pt x="5886" y="270"/>
                    </a:lnTo>
                    <a:lnTo>
                      <a:pt x="5863" y="270"/>
                    </a:lnTo>
                    <a:lnTo>
                      <a:pt x="5863" y="270"/>
                    </a:lnTo>
                    <a:lnTo>
                      <a:pt x="4403" y="158"/>
                    </a:lnTo>
                    <a:lnTo>
                      <a:pt x="2943" y="9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7" name="Google Shape;6367;p28">
                <a:extLst>
                  <a:ext uri="{FF2B5EF4-FFF2-40B4-BE49-F238E27FC236}">
                    <a16:creationId xmlns:a16="http://schemas.microsoft.com/office/drawing/2014/main" id="{CF6D1E4D-3CAA-4538-F545-BA58998162E7}"/>
                  </a:ext>
                </a:extLst>
              </p:cNvPr>
              <p:cNvSpPr/>
              <p:nvPr/>
            </p:nvSpPr>
            <p:spPr>
              <a:xfrm>
                <a:off x="11493025" y="3985300"/>
                <a:ext cx="25" cy="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3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8" name="Google Shape;6368;p28">
                <a:extLst>
                  <a:ext uri="{FF2B5EF4-FFF2-40B4-BE49-F238E27FC236}">
                    <a16:creationId xmlns:a16="http://schemas.microsoft.com/office/drawing/2014/main" id="{D41EDB75-95F7-61AD-80C3-A794A4D2C0BA}"/>
                  </a:ext>
                </a:extLst>
              </p:cNvPr>
              <p:cNvSpPr/>
              <p:nvPr/>
            </p:nvSpPr>
            <p:spPr>
              <a:xfrm>
                <a:off x="11493025" y="39847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9" name="Google Shape;6369;p28">
                <a:extLst>
                  <a:ext uri="{FF2B5EF4-FFF2-40B4-BE49-F238E27FC236}">
                    <a16:creationId xmlns:a16="http://schemas.microsoft.com/office/drawing/2014/main" id="{53910635-2376-4C24-EF3D-BA0B9808EEDA}"/>
                  </a:ext>
                </a:extLst>
              </p:cNvPr>
              <p:cNvSpPr/>
              <p:nvPr/>
            </p:nvSpPr>
            <p:spPr>
              <a:xfrm>
                <a:off x="11493025" y="39841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0" name="Google Shape;6370;p28">
                <a:extLst>
                  <a:ext uri="{FF2B5EF4-FFF2-40B4-BE49-F238E27FC236}">
                    <a16:creationId xmlns:a16="http://schemas.microsoft.com/office/drawing/2014/main" id="{34EB275D-7797-F28F-1B87-EA6DC0294106}"/>
                  </a:ext>
                </a:extLst>
              </p:cNvPr>
              <p:cNvSpPr/>
              <p:nvPr/>
            </p:nvSpPr>
            <p:spPr>
              <a:xfrm>
                <a:off x="11493025" y="3751100"/>
                <a:ext cx="376875" cy="447075"/>
              </a:xfrm>
              <a:custGeom>
                <a:avLst/>
                <a:gdLst/>
                <a:ahLst/>
                <a:cxnLst/>
                <a:rect l="l" t="t" r="r" b="b"/>
                <a:pathLst>
                  <a:path w="15075" h="17883" extrusionOk="0">
                    <a:moveTo>
                      <a:pt x="3101" y="0"/>
                    </a:moveTo>
                    <a:lnTo>
                      <a:pt x="2697" y="787"/>
                    </a:lnTo>
                    <a:lnTo>
                      <a:pt x="2633" y="918"/>
                    </a:lnTo>
                    <a:lnTo>
                      <a:pt x="2633" y="918"/>
                    </a:lnTo>
                    <a:lnTo>
                      <a:pt x="3101" y="0"/>
                    </a:lnTo>
                    <a:close/>
                    <a:moveTo>
                      <a:pt x="835" y="5162"/>
                    </a:moveTo>
                    <a:lnTo>
                      <a:pt x="787" y="5302"/>
                    </a:lnTo>
                    <a:lnTo>
                      <a:pt x="585" y="5976"/>
                    </a:lnTo>
                    <a:lnTo>
                      <a:pt x="675" y="5684"/>
                    </a:lnTo>
                    <a:lnTo>
                      <a:pt x="835" y="5162"/>
                    </a:lnTo>
                    <a:close/>
                    <a:moveTo>
                      <a:pt x="585" y="5976"/>
                    </a:moveTo>
                    <a:lnTo>
                      <a:pt x="495" y="6268"/>
                    </a:lnTo>
                    <a:lnTo>
                      <a:pt x="456" y="6441"/>
                    </a:lnTo>
                    <a:lnTo>
                      <a:pt x="585" y="5976"/>
                    </a:lnTo>
                    <a:close/>
                    <a:moveTo>
                      <a:pt x="456" y="6441"/>
                    </a:moveTo>
                    <a:lnTo>
                      <a:pt x="405" y="6627"/>
                    </a:lnTo>
                    <a:lnTo>
                      <a:pt x="270" y="7324"/>
                    </a:lnTo>
                    <a:lnTo>
                      <a:pt x="210" y="7683"/>
                    </a:lnTo>
                    <a:lnTo>
                      <a:pt x="248" y="7481"/>
                    </a:lnTo>
                    <a:lnTo>
                      <a:pt x="360" y="6875"/>
                    </a:lnTo>
                    <a:lnTo>
                      <a:pt x="456" y="6441"/>
                    </a:lnTo>
                    <a:close/>
                    <a:moveTo>
                      <a:pt x="210" y="7683"/>
                    </a:moveTo>
                    <a:lnTo>
                      <a:pt x="136" y="8088"/>
                    </a:lnTo>
                    <a:lnTo>
                      <a:pt x="68" y="8694"/>
                    </a:lnTo>
                    <a:lnTo>
                      <a:pt x="158" y="7998"/>
                    </a:lnTo>
                    <a:lnTo>
                      <a:pt x="210" y="7683"/>
                    </a:lnTo>
                    <a:close/>
                    <a:moveTo>
                      <a:pt x="68" y="8694"/>
                    </a:moveTo>
                    <a:lnTo>
                      <a:pt x="1" y="9323"/>
                    </a:lnTo>
                    <a:lnTo>
                      <a:pt x="1" y="9346"/>
                    </a:lnTo>
                    <a:lnTo>
                      <a:pt x="1" y="9368"/>
                    </a:lnTo>
                    <a:lnTo>
                      <a:pt x="1" y="9391"/>
                    </a:lnTo>
                    <a:lnTo>
                      <a:pt x="68" y="8694"/>
                    </a:lnTo>
                    <a:close/>
                    <a:moveTo>
                      <a:pt x="607" y="16489"/>
                    </a:moveTo>
                    <a:lnTo>
                      <a:pt x="1394" y="16714"/>
                    </a:lnTo>
                    <a:lnTo>
                      <a:pt x="1596" y="16759"/>
                    </a:lnTo>
                    <a:lnTo>
                      <a:pt x="1596" y="16759"/>
                    </a:lnTo>
                    <a:lnTo>
                      <a:pt x="607" y="16489"/>
                    </a:lnTo>
                    <a:close/>
                    <a:moveTo>
                      <a:pt x="1596" y="16759"/>
                    </a:moveTo>
                    <a:lnTo>
                      <a:pt x="1596" y="16759"/>
                    </a:lnTo>
                    <a:lnTo>
                      <a:pt x="1596" y="16759"/>
                    </a:lnTo>
                    <a:lnTo>
                      <a:pt x="1596" y="16759"/>
                    </a:lnTo>
                    <a:lnTo>
                      <a:pt x="1596" y="16759"/>
                    </a:lnTo>
                    <a:close/>
                    <a:moveTo>
                      <a:pt x="1596" y="16759"/>
                    </a:moveTo>
                    <a:lnTo>
                      <a:pt x="2202" y="16894"/>
                    </a:lnTo>
                    <a:lnTo>
                      <a:pt x="2330" y="16919"/>
                    </a:lnTo>
                    <a:lnTo>
                      <a:pt x="2330" y="16919"/>
                    </a:lnTo>
                    <a:lnTo>
                      <a:pt x="1596" y="16759"/>
                    </a:lnTo>
                    <a:close/>
                    <a:moveTo>
                      <a:pt x="2330" y="16919"/>
                    </a:moveTo>
                    <a:lnTo>
                      <a:pt x="2629" y="16984"/>
                    </a:lnTo>
                    <a:lnTo>
                      <a:pt x="2963" y="17042"/>
                    </a:lnTo>
                    <a:lnTo>
                      <a:pt x="2963" y="17042"/>
                    </a:lnTo>
                    <a:lnTo>
                      <a:pt x="2330" y="16919"/>
                    </a:lnTo>
                    <a:close/>
                    <a:moveTo>
                      <a:pt x="2963" y="17042"/>
                    </a:moveTo>
                    <a:lnTo>
                      <a:pt x="3011" y="17051"/>
                    </a:lnTo>
                    <a:lnTo>
                      <a:pt x="3146" y="17073"/>
                    </a:lnTo>
                    <a:lnTo>
                      <a:pt x="3146" y="17073"/>
                    </a:lnTo>
                    <a:lnTo>
                      <a:pt x="2963" y="17042"/>
                    </a:lnTo>
                    <a:close/>
                    <a:moveTo>
                      <a:pt x="3146" y="17073"/>
                    </a:moveTo>
                    <a:lnTo>
                      <a:pt x="3662" y="17163"/>
                    </a:lnTo>
                    <a:lnTo>
                      <a:pt x="3766" y="17177"/>
                    </a:lnTo>
                    <a:lnTo>
                      <a:pt x="3766" y="17177"/>
                    </a:lnTo>
                    <a:lnTo>
                      <a:pt x="3146" y="17073"/>
                    </a:lnTo>
                    <a:close/>
                    <a:moveTo>
                      <a:pt x="3766" y="17177"/>
                    </a:moveTo>
                    <a:lnTo>
                      <a:pt x="3820" y="17186"/>
                    </a:lnTo>
                    <a:lnTo>
                      <a:pt x="4628" y="17298"/>
                    </a:lnTo>
                    <a:lnTo>
                      <a:pt x="5460" y="17388"/>
                    </a:lnTo>
                    <a:lnTo>
                      <a:pt x="5707" y="17408"/>
                    </a:lnTo>
                    <a:lnTo>
                      <a:pt x="5707" y="17408"/>
                    </a:lnTo>
                    <a:lnTo>
                      <a:pt x="4696" y="17298"/>
                    </a:lnTo>
                    <a:lnTo>
                      <a:pt x="3766" y="17177"/>
                    </a:lnTo>
                    <a:close/>
                    <a:moveTo>
                      <a:pt x="5707" y="17408"/>
                    </a:moveTo>
                    <a:lnTo>
                      <a:pt x="5729" y="17410"/>
                    </a:lnTo>
                    <a:lnTo>
                      <a:pt x="6785" y="17500"/>
                    </a:lnTo>
                    <a:lnTo>
                      <a:pt x="6992" y="17514"/>
                    </a:lnTo>
                    <a:lnTo>
                      <a:pt x="6992" y="17514"/>
                    </a:lnTo>
                    <a:lnTo>
                      <a:pt x="6291" y="17455"/>
                    </a:lnTo>
                    <a:lnTo>
                      <a:pt x="5707" y="17408"/>
                    </a:lnTo>
                    <a:close/>
                    <a:moveTo>
                      <a:pt x="6992" y="17514"/>
                    </a:moveTo>
                    <a:lnTo>
                      <a:pt x="7100" y="17523"/>
                    </a:lnTo>
                    <a:lnTo>
                      <a:pt x="7097" y="17521"/>
                    </a:lnTo>
                    <a:lnTo>
                      <a:pt x="7097" y="17521"/>
                    </a:lnTo>
                    <a:lnTo>
                      <a:pt x="6992" y="17514"/>
                    </a:lnTo>
                    <a:close/>
                    <a:moveTo>
                      <a:pt x="2633" y="918"/>
                    </a:moveTo>
                    <a:lnTo>
                      <a:pt x="2539" y="1101"/>
                    </a:lnTo>
                    <a:lnTo>
                      <a:pt x="2000" y="2224"/>
                    </a:lnTo>
                    <a:lnTo>
                      <a:pt x="1506" y="3370"/>
                    </a:lnTo>
                    <a:lnTo>
                      <a:pt x="1259" y="3932"/>
                    </a:lnTo>
                    <a:lnTo>
                      <a:pt x="1057" y="4516"/>
                    </a:lnTo>
                    <a:lnTo>
                      <a:pt x="854" y="5100"/>
                    </a:lnTo>
                    <a:lnTo>
                      <a:pt x="835" y="5162"/>
                    </a:lnTo>
                    <a:lnTo>
                      <a:pt x="1012" y="4651"/>
                    </a:lnTo>
                    <a:lnTo>
                      <a:pt x="1259" y="3999"/>
                    </a:lnTo>
                    <a:lnTo>
                      <a:pt x="1169" y="4606"/>
                    </a:lnTo>
                    <a:lnTo>
                      <a:pt x="1102" y="5212"/>
                    </a:lnTo>
                    <a:lnTo>
                      <a:pt x="1057" y="5819"/>
                    </a:lnTo>
                    <a:lnTo>
                      <a:pt x="1057" y="6425"/>
                    </a:lnTo>
                    <a:lnTo>
                      <a:pt x="1079" y="7032"/>
                    </a:lnTo>
                    <a:lnTo>
                      <a:pt x="1124" y="7661"/>
                    </a:lnTo>
                    <a:lnTo>
                      <a:pt x="1191" y="8267"/>
                    </a:lnTo>
                    <a:lnTo>
                      <a:pt x="1304" y="8896"/>
                    </a:lnTo>
                    <a:lnTo>
                      <a:pt x="1461" y="9570"/>
                    </a:lnTo>
                    <a:lnTo>
                      <a:pt x="1641" y="10222"/>
                    </a:lnTo>
                    <a:lnTo>
                      <a:pt x="1865" y="10873"/>
                    </a:lnTo>
                    <a:lnTo>
                      <a:pt x="2112" y="11502"/>
                    </a:lnTo>
                    <a:lnTo>
                      <a:pt x="2404" y="12109"/>
                    </a:lnTo>
                    <a:lnTo>
                      <a:pt x="2697" y="12715"/>
                    </a:lnTo>
                    <a:lnTo>
                      <a:pt x="3033" y="13277"/>
                    </a:lnTo>
                    <a:lnTo>
                      <a:pt x="3393" y="13839"/>
                    </a:lnTo>
                    <a:lnTo>
                      <a:pt x="3775" y="14378"/>
                    </a:lnTo>
                    <a:lnTo>
                      <a:pt x="4202" y="14894"/>
                    </a:lnTo>
                    <a:lnTo>
                      <a:pt x="4628" y="15389"/>
                    </a:lnTo>
                    <a:lnTo>
                      <a:pt x="5078" y="15860"/>
                    </a:lnTo>
                    <a:lnTo>
                      <a:pt x="5550" y="16310"/>
                    </a:lnTo>
                    <a:lnTo>
                      <a:pt x="6066" y="16737"/>
                    </a:lnTo>
                    <a:lnTo>
                      <a:pt x="6583" y="17141"/>
                    </a:lnTo>
                    <a:lnTo>
                      <a:pt x="7097" y="17521"/>
                    </a:lnTo>
                    <a:lnTo>
                      <a:pt x="7097" y="17521"/>
                    </a:lnTo>
                    <a:lnTo>
                      <a:pt x="7818" y="17568"/>
                    </a:lnTo>
                    <a:lnTo>
                      <a:pt x="8874" y="17613"/>
                    </a:lnTo>
                    <a:lnTo>
                      <a:pt x="9211" y="17613"/>
                    </a:lnTo>
                    <a:lnTo>
                      <a:pt x="12154" y="17703"/>
                    </a:lnTo>
                    <a:lnTo>
                      <a:pt x="13614" y="17770"/>
                    </a:lnTo>
                    <a:lnTo>
                      <a:pt x="15074" y="17882"/>
                    </a:lnTo>
                    <a:lnTo>
                      <a:pt x="14198" y="17253"/>
                    </a:lnTo>
                    <a:lnTo>
                      <a:pt x="13345" y="16624"/>
                    </a:lnTo>
                    <a:lnTo>
                      <a:pt x="12536" y="15995"/>
                    </a:lnTo>
                    <a:lnTo>
                      <a:pt x="11727" y="15321"/>
                    </a:lnTo>
                    <a:lnTo>
                      <a:pt x="10919" y="14602"/>
                    </a:lnTo>
                    <a:lnTo>
                      <a:pt x="10132" y="13839"/>
                    </a:lnTo>
                    <a:lnTo>
                      <a:pt x="9391" y="13097"/>
                    </a:lnTo>
                    <a:lnTo>
                      <a:pt x="8672" y="12311"/>
                    </a:lnTo>
                    <a:lnTo>
                      <a:pt x="7998" y="11525"/>
                    </a:lnTo>
                    <a:lnTo>
                      <a:pt x="7369" y="10716"/>
                    </a:lnTo>
                    <a:lnTo>
                      <a:pt x="6785" y="9862"/>
                    </a:lnTo>
                    <a:lnTo>
                      <a:pt x="6223" y="9009"/>
                    </a:lnTo>
                    <a:lnTo>
                      <a:pt x="5707" y="8133"/>
                    </a:lnTo>
                    <a:lnTo>
                      <a:pt x="5257" y="7234"/>
                    </a:lnTo>
                    <a:lnTo>
                      <a:pt x="4831" y="6313"/>
                    </a:lnTo>
                    <a:lnTo>
                      <a:pt x="4471" y="5369"/>
                    </a:lnTo>
                    <a:lnTo>
                      <a:pt x="4292" y="4875"/>
                    </a:lnTo>
                    <a:lnTo>
                      <a:pt x="4134" y="4403"/>
                    </a:lnTo>
                    <a:lnTo>
                      <a:pt x="3999" y="3887"/>
                    </a:lnTo>
                    <a:lnTo>
                      <a:pt x="3865" y="3393"/>
                    </a:lnTo>
                    <a:lnTo>
                      <a:pt x="3752" y="2876"/>
                    </a:lnTo>
                    <a:lnTo>
                      <a:pt x="3640" y="2359"/>
                    </a:lnTo>
                    <a:lnTo>
                      <a:pt x="3550" y="1842"/>
                    </a:lnTo>
                    <a:lnTo>
                      <a:pt x="3483" y="1303"/>
                    </a:lnTo>
                    <a:lnTo>
                      <a:pt x="3191" y="1371"/>
                    </a:lnTo>
                    <a:lnTo>
                      <a:pt x="2741" y="1461"/>
                    </a:lnTo>
                    <a:lnTo>
                      <a:pt x="2315" y="1573"/>
                    </a:lnTo>
                    <a:lnTo>
                      <a:pt x="2315" y="1573"/>
                    </a:lnTo>
                    <a:lnTo>
                      <a:pt x="2633" y="918"/>
                    </a:lnTo>
                    <a:close/>
                  </a:path>
                </a:pathLst>
              </a:custGeom>
              <a:solidFill>
                <a:srgbClr val="424242">
                  <a:alpha val="162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1" name="Google Shape;6371;p28">
                <a:extLst>
                  <a:ext uri="{FF2B5EF4-FFF2-40B4-BE49-F238E27FC236}">
                    <a16:creationId xmlns:a16="http://schemas.microsoft.com/office/drawing/2014/main" id="{BE62E09D-3F3F-3412-51C2-FBC194740679}"/>
                  </a:ext>
                </a:extLst>
              </p:cNvPr>
              <p:cNvSpPr/>
              <p:nvPr/>
            </p:nvSpPr>
            <p:spPr>
              <a:xfrm>
                <a:off x="11493025" y="3751100"/>
                <a:ext cx="376875" cy="447075"/>
              </a:xfrm>
              <a:custGeom>
                <a:avLst/>
                <a:gdLst/>
                <a:ahLst/>
                <a:cxnLst/>
                <a:rect l="l" t="t" r="r" b="b"/>
                <a:pathLst>
                  <a:path w="15075" h="17883" fill="none" extrusionOk="0">
                    <a:moveTo>
                      <a:pt x="3101" y="0"/>
                    </a:moveTo>
                    <a:lnTo>
                      <a:pt x="3101" y="0"/>
                    </a:lnTo>
                    <a:lnTo>
                      <a:pt x="2539" y="1101"/>
                    </a:lnTo>
                    <a:lnTo>
                      <a:pt x="2000" y="2224"/>
                    </a:lnTo>
                    <a:lnTo>
                      <a:pt x="1506" y="3370"/>
                    </a:lnTo>
                    <a:lnTo>
                      <a:pt x="1259" y="3932"/>
                    </a:lnTo>
                    <a:lnTo>
                      <a:pt x="1057" y="4516"/>
                    </a:lnTo>
                    <a:lnTo>
                      <a:pt x="854" y="5100"/>
                    </a:lnTo>
                    <a:lnTo>
                      <a:pt x="675" y="5684"/>
                    </a:lnTo>
                    <a:lnTo>
                      <a:pt x="495" y="6268"/>
                    </a:lnTo>
                    <a:lnTo>
                      <a:pt x="360" y="6875"/>
                    </a:lnTo>
                    <a:lnTo>
                      <a:pt x="248" y="7481"/>
                    </a:lnTo>
                    <a:lnTo>
                      <a:pt x="136" y="8088"/>
                    </a:lnTo>
                    <a:lnTo>
                      <a:pt x="68" y="8694"/>
                    </a:lnTo>
                    <a:lnTo>
                      <a:pt x="1" y="9323"/>
                    </a:lnTo>
                    <a:lnTo>
                      <a:pt x="1" y="9323"/>
                    </a:lnTo>
                    <a:lnTo>
                      <a:pt x="1" y="9323"/>
                    </a:lnTo>
                    <a:lnTo>
                      <a:pt x="1" y="9346"/>
                    </a:lnTo>
                    <a:lnTo>
                      <a:pt x="1" y="9346"/>
                    </a:lnTo>
                    <a:lnTo>
                      <a:pt x="1" y="9346"/>
                    </a:lnTo>
                    <a:lnTo>
                      <a:pt x="1" y="9346"/>
                    </a:lnTo>
                    <a:lnTo>
                      <a:pt x="1" y="9368"/>
                    </a:lnTo>
                    <a:lnTo>
                      <a:pt x="1" y="9368"/>
                    </a:lnTo>
                    <a:lnTo>
                      <a:pt x="1" y="9391"/>
                    </a:lnTo>
                    <a:lnTo>
                      <a:pt x="1" y="9391"/>
                    </a:lnTo>
                    <a:lnTo>
                      <a:pt x="68" y="8694"/>
                    </a:lnTo>
                    <a:lnTo>
                      <a:pt x="158" y="7998"/>
                    </a:lnTo>
                    <a:lnTo>
                      <a:pt x="270" y="7324"/>
                    </a:lnTo>
                    <a:lnTo>
                      <a:pt x="405" y="6627"/>
                    </a:lnTo>
                    <a:lnTo>
                      <a:pt x="585" y="5976"/>
                    </a:lnTo>
                    <a:lnTo>
                      <a:pt x="787" y="5302"/>
                    </a:lnTo>
                    <a:lnTo>
                      <a:pt x="1012" y="4651"/>
                    </a:lnTo>
                    <a:lnTo>
                      <a:pt x="1259" y="3999"/>
                    </a:lnTo>
                    <a:lnTo>
                      <a:pt x="1259" y="3999"/>
                    </a:lnTo>
                    <a:lnTo>
                      <a:pt x="1169" y="4606"/>
                    </a:lnTo>
                    <a:lnTo>
                      <a:pt x="1102" y="5212"/>
                    </a:lnTo>
                    <a:lnTo>
                      <a:pt x="1057" y="5819"/>
                    </a:lnTo>
                    <a:lnTo>
                      <a:pt x="1057" y="6425"/>
                    </a:lnTo>
                    <a:lnTo>
                      <a:pt x="1079" y="7032"/>
                    </a:lnTo>
                    <a:lnTo>
                      <a:pt x="1124" y="7661"/>
                    </a:lnTo>
                    <a:lnTo>
                      <a:pt x="1191" y="8267"/>
                    </a:lnTo>
                    <a:lnTo>
                      <a:pt x="1304" y="8896"/>
                    </a:lnTo>
                    <a:lnTo>
                      <a:pt x="1304" y="8896"/>
                    </a:lnTo>
                    <a:lnTo>
                      <a:pt x="1461" y="9570"/>
                    </a:lnTo>
                    <a:lnTo>
                      <a:pt x="1641" y="10222"/>
                    </a:lnTo>
                    <a:lnTo>
                      <a:pt x="1865" y="10873"/>
                    </a:lnTo>
                    <a:lnTo>
                      <a:pt x="2112" y="11502"/>
                    </a:lnTo>
                    <a:lnTo>
                      <a:pt x="2404" y="12109"/>
                    </a:lnTo>
                    <a:lnTo>
                      <a:pt x="2697" y="12715"/>
                    </a:lnTo>
                    <a:lnTo>
                      <a:pt x="3033" y="13277"/>
                    </a:lnTo>
                    <a:lnTo>
                      <a:pt x="3393" y="13839"/>
                    </a:lnTo>
                    <a:lnTo>
                      <a:pt x="3775" y="14378"/>
                    </a:lnTo>
                    <a:lnTo>
                      <a:pt x="4202" y="14894"/>
                    </a:lnTo>
                    <a:lnTo>
                      <a:pt x="4628" y="15389"/>
                    </a:lnTo>
                    <a:lnTo>
                      <a:pt x="5078" y="15860"/>
                    </a:lnTo>
                    <a:lnTo>
                      <a:pt x="5550" y="16310"/>
                    </a:lnTo>
                    <a:lnTo>
                      <a:pt x="6066" y="16737"/>
                    </a:lnTo>
                    <a:lnTo>
                      <a:pt x="6583" y="17141"/>
                    </a:lnTo>
                    <a:lnTo>
                      <a:pt x="7100" y="17523"/>
                    </a:lnTo>
                    <a:lnTo>
                      <a:pt x="7100" y="17523"/>
                    </a:lnTo>
                    <a:lnTo>
                      <a:pt x="6291" y="17455"/>
                    </a:lnTo>
                    <a:lnTo>
                      <a:pt x="5460" y="17388"/>
                    </a:lnTo>
                    <a:lnTo>
                      <a:pt x="4628" y="17298"/>
                    </a:lnTo>
                    <a:lnTo>
                      <a:pt x="3820" y="17186"/>
                    </a:lnTo>
                    <a:lnTo>
                      <a:pt x="3011" y="17051"/>
                    </a:lnTo>
                    <a:lnTo>
                      <a:pt x="2202" y="16894"/>
                    </a:lnTo>
                    <a:lnTo>
                      <a:pt x="1394" y="16714"/>
                    </a:lnTo>
                    <a:lnTo>
                      <a:pt x="607" y="16489"/>
                    </a:lnTo>
                    <a:lnTo>
                      <a:pt x="607" y="16489"/>
                    </a:lnTo>
                    <a:lnTo>
                      <a:pt x="1596" y="16759"/>
                    </a:lnTo>
                    <a:lnTo>
                      <a:pt x="2629" y="16984"/>
                    </a:lnTo>
                    <a:lnTo>
                      <a:pt x="3662" y="17163"/>
                    </a:lnTo>
                    <a:lnTo>
                      <a:pt x="4696" y="17298"/>
                    </a:lnTo>
                    <a:lnTo>
                      <a:pt x="5729" y="17410"/>
                    </a:lnTo>
                    <a:lnTo>
                      <a:pt x="6785" y="17500"/>
                    </a:lnTo>
                    <a:lnTo>
                      <a:pt x="7818" y="17568"/>
                    </a:lnTo>
                    <a:lnTo>
                      <a:pt x="8874" y="17613"/>
                    </a:lnTo>
                    <a:lnTo>
                      <a:pt x="8874" y="17613"/>
                    </a:lnTo>
                    <a:lnTo>
                      <a:pt x="9211" y="17613"/>
                    </a:lnTo>
                    <a:lnTo>
                      <a:pt x="9211" y="17613"/>
                    </a:lnTo>
                    <a:lnTo>
                      <a:pt x="12154" y="17703"/>
                    </a:lnTo>
                    <a:lnTo>
                      <a:pt x="13614" y="17770"/>
                    </a:lnTo>
                    <a:lnTo>
                      <a:pt x="15074" y="17882"/>
                    </a:lnTo>
                    <a:lnTo>
                      <a:pt x="15074" y="17882"/>
                    </a:lnTo>
                    <a:lnTo>
                      <a:pt x="14198" y="17253"/>
                    </a:lnTo>
                    <a:lnTo>
                      <a:pt x="13345" y="16624"/>
                    </a:lnTo>
                    <a:lnTo>
                      <a:pt x="12536" y="15995"/>
                    </a:lnTo>
                    <a:lnTo>
                      <a:pt x="11727" y="15321"/>
                    </a:lnTo>
                    <a:lnTo>
                      <a:pt x="11727" y="15321"/>
                    </a:lnTo>
                    <a:lnTo>
                      <a:pt x="10919" y="14602"/>
                    </a:lnTo>
                    <a:lnTo>
                      <a:pt x="10132" y="13839"/>
                    </a:lnTo>
                    <a:lnTo>
                      <a:pt x="9391" y="13097"/>
                    </a:lnTo>
                    <a:lnTo>
                      <a:pt x="8672" y="12311"/>
                    </a:lnTo>
                    <a:lnTo>
                      <a:pt x="7998" y="11525"/>
                    </a:lnTo>
                    <a:lnTo>
                      <a:pt x="7369" y="10716"/>
                    </a:lnTo>
                    <a:lnTo>
                      <a:pt x="6785" y="9862"/>
                    </a:lnTo>
                    <a:lnTo>
                      <a:pt x="6223" y="9009"/>
                    </a:lnTo>
                    <a:lnTo>
                      <a:pt x="5707" y="8133"/>
                    </a:lnTo>
                    <a:lnTo>
                      <a:pt x="5257" y="7234"/>
                    </a:lnTo>
                    <a:lnTo>
                      <a:pt x="4831" y="6313"/>
                    </a:lnTo>
                    <a:lnTo>
                      <a:pt x="4471" y="5369"/>
                    </a:lnTo>
                    <a:lnTo>
                      <a:pt x="4292" y="4875"/>
                    </a:lnTo>
                    <a:lnTo>
                      <a:pt x="4134" y="4403"/>
                    </a:lnTo>
                    <a:lnTo>
                      <a:pt x="3999" y="3887"/>
                    </a:lnTo>
                    <a:lnTo>
                      <a:pt x="3865" y="3393"/>
                    </a:lnTo>
                    <a:lnTo>
                      <a:pt x="3752" y="2876"/>
                    </a:lnTo>
                    <a:lnTo>
                      <a:pt x="3640" y="2359"/>
                    </a:lnTo>
                    <a:lnTo>
                      <a:pt x="3550" y="1842"/>
                    </a:lnTo>
                    <a:lnTo>
                      <a:pt x="3483" y="1303"/>
                    </a:lnTo>
                    <a:lnTo>
                      <a:pt x="3483" y="1303"/>
                    </a:lnTo>
                    <a:lnTo>
                      <a:pt x="3191" y="1371"/>
                    </a:lnTo>
                    <a:lnTo>
                      <a:pt x="3191" y="1371"/>
                    </a:lnTo>
                    <a:lnTo>
                      <a:pt x="2741" y="1461"/>
                    </a:lnTo>
                    <a:lnTo>
                      <a:pt x="2315" y="1573"/>
                    </a:lnTo>
                    <a:lnTo>
                      <a:pt x="2315" y="1573"/>
                    </a:lnTo>
                    <a:lnTo>
                      <a:pt x="2697" y="787"/>
                    </a:lnTo>
                    <a:lnTo>
                      <a:pt x="310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2" name="Google Shape;6372;p28">
                <a:extLst>
                  <a:ext uri="{FF2B5EF4-FFF2-40B4-BE49-F238E27FC236}">
                    <a16:creationId xmlns:a16="http://schemas.microsoft.com/office/drawing/2014/main" id="{AC6AFA80-FA43-A103-8C7E-8F969AFFB33C}"/>
                  </a:ext>
                </a:extLst>
              </p:cNvPr>
              <p:cNvSpPr/>
              <p:nvPr/>
            </p:nvSpPr>
            <p:spPr>
              <a:xfrm>
                <a:off x="11550875" y="3742100"/>
                <a:ext cx="29225" cy="483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1933" extrusionOk="0">
                    <a:moveTo>
                      <a:pt x="989" y="1"/>
                    </a:moveTo>
                    <a:lnTo>
                      <a:pt x="787" y="360"/>
                    </a:lnTo>
                    <a:lnTo>
                      <a:pt x="383" y="1147"/>
                    </a:lnTo>
                    <a:lnTo>
                      <a:pt x="1" y="1933"/>
                    </a:lnTo>
                    <a:lnTo>
                      <a:pt x="1" y="1933"/>
                    </a:lnTo>
                    <a:lnTo>
                      <a:pt x="427" y="1821"/>
                    </a:lnTo>
                    <a:lnTo>
                      <a:pt x="877" y="1731"/>
                    </a:lnTo>
                    <a:lnTo>
                      <a:pt x="1169" y="1663"/>
                    </a:lnTo>
                    <a:lnTo>
                      <a:pt x="1056" y="832"/>
                    </a:lnTo>
                    <a:lnTo>
                      <a:pt x="989" y="1"/>
                    </a:lnTo>
                    <a:close/>
                  </a:path>
                </a:pathLst>
              </a:custGeom>
              <a:solidFill>
                <a:srgbClr val="424242">
                  <a:alpha val="162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3" name="Google Shape;6373;p28">
                <a:extLst>
                  <a:ext uri="{FF2B5EF4-FFF2-40B4-BE49-F238E27FC236}">
                    <a16:creationId xmlns:a16="http://schemas.microsoft.com/office/drawing/2014/main" id="{5EE178E3-024D-D1E2-6DE9-7C5D35CF6A74}"/>
                  </a:ext>
                </a:extLst>
              </p:cNvPr>
              <p:cNvSpPr/>
              <p:nvPr/>
            </p:nvSpPr>
            <p:spPr>
              <a:xfrm>
                <a:off x="11506500" y="4162750"/>
                <a:ext cx="1725" cy="600"/>
              </a:xfrm>
              <a:custGeom>
                <a:avLst/>
                <a:gdLst/>
                <a:ahLst/>
                <a:cxnLst/>
                <a:rect l="l" t="t" r="r" b="b"/>
                <a:pathLst>
                  <a:path w="69" h="24" extrusionOk="0">
                    <a:moveTo>
                      <a:pt x="46" y="23"/>
                    </a:moveTo>
                    <a:lnTo>
                      <a:pt x="46" y="23"/>
                    </a:lnTo>
                    <a:lnTo>
                      <a:pt x="68" y="23"/>
                    </a:lnTo>
                    <a:lnTo>
                      <a:pt x="68" y="23"/>
                    </a:lnTo>
                    <a:lnTo>
                      <a:pt x="46" y="23"/>
                    </a:lnTo>
                    <a:close/>
                    <a:moveTo>
                      <a:pt x="1" y="1"/>
                    </a:moveTo>
                    <a:lnTo>
                      <a:pt x="1" y="1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CD4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4" name="Google Shape;6374;p28">
                <a:extLst>
                  <a:ext uri="{FF2B5EF4-FFF2-40B4-BE49-F238E27FC236}">
                    <a16:creationId xmlns:a16="http://schemas.microsoft.com/office/drawing/2014/main" id="{7518840D-216B-3014-296E-C9E9B824318C}"/>
                  </a:ext>
                </a:extLst>
              </p:cNvPr>
              <p:cNvSpPr/>
              <p:nvPr/>
            </p:nvSpPr>
            <p:spPr>
              <a:xfrm>
                <a:off x="11507625" y="4163325"/>
                <a:ext cx="6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5" name="Google Shape;6375;p28">
                <a:extLst>
                  <a:ext uri="{FF2B5EF4-FFF2-40B4-BE49-F238E27FC236}">
                    <a16:creationId xmlns:a16="http://schemas.microsoft.com/office/drawing/2014/main" id="{9BA3C33F-4763-A62E-4635-F0FDFC107E0F}"/>
                  </a:ext>
                </a:extLst>
              </p:cNvPr>
              <p:cNvSpPr/>
              <p:nvPr/>
            </p:nvSpPr>
            <p:spPr>
              <a:xfrm>
                <a:off x="11506500" y="4162750"/>
                <a:ext cx="600" cy="60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6" name="Google Shape;6376;p28">
                <a:extLst>
                  <a:ext uri="{FF2B5EF4-FFF2-40B4-BE49-F238E27FC236}">
                    <a16:creationId xmlns:a16="http://schemas.microsoft.com/office/drawing/2014/main" id="{343BE47D-31AB-866A-CBB3-7C56C381BD35}"/>
                  </a:ext>
                </a:extLst>
              </p:cNvPr>
              <p:cNvSpPr/>
              <p:nvPr/>
            </p:nvSpPr>
            <p:spPr>
              <a:xfrm>
                <a:off x="11505950" y="4162750"/>
                <a:ext cx="5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E4C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7" name="Google Shape;6377;p28">
                <a:extLst>
                  <a:ext uri="{FF2B5EF4-FFF2-40B4-BE49-F238E27FC236}">
                    <a16:creationId xmlns:a16="http://schemas.microsoft.com/office/drawing/2014/main" id="{6E2A1A95-B443-03C6-4089-4AF96A3302C0}"/>
                  </a:ext>
                </a:extLst>
              </p:cNvPr>
              <p:cNvSpPr/>
              <p:nvPr/>
            </p:nvSpPr>
            <p:spPr>
              <a:xfrm>
                <a:off x="11505950" y="4162750"/>
                <a:ext cx="5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8" name="Google Shape;6378;p28">
                <a:extLst>
                  <a:ext uri="{FF2B5EF4-FFF2-40B4-BE49-F238E27FC236}">
                    <a16:creationId xmlns:a16="http://schemas.microsoft.com/office/drawing/2014/main" id="{0B282C48-C283-F161-4012-32D00AE0C9C6}"/>
                  </a:ext>
                </a:extLst>
              </p:cNvPr>
              <p:cNvSpPr/>
              <p:nvPr/>
            </p:nvSpPr>
            <p:spPr>
              <a:xfrm>
                <a:off x="11507075" y="4163325"/>
                <a:ext cx="5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E4C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9" name="Google Shape;6379;p28">
                <a:extLst>
                  <a:ext uri="{FF2B5EF4-FFF2-40B4-BE49-F238E27FC236}">
                    <a16:creationId xmlns:a16="http://schemas.microsoft.com/office/drawing/2014/main" id="{04B31B3D-07A1-5A94-5BC0-5DCD4F851A86}"/>
                  </a:ext>
                </a:extLst>
              </p:cNvPr>
              <p:cNvSpPr/>
              <p:nvPr/>
            </p:nvSpPr>
            <p:spPr>
              <a:xfrm>
                <a:off x="11507075" y="4163325"/>
                <a:ext cx="5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0" name="Google Shape;6380;p28">
                <a:extLst>
                  <a:ext uri="{FF2B5EF4-FFF2-40B4-BE49-F238E27FC236}">
                    <a16:creationId xmlns:a16="http://schemas.microsoft.com/office/drawing/2014/main" id="{B9DF4ADE-C2A7-2C38-6D6E-36723C9AAD7A}"/>
                  </a:ext>
                </a:extLst>
              </p:cNvPr>
              <p:cNvSpPr/>
              <p:nvPr/>
            </p:nvSpPr>
            <p:spPr>
              <a:xfrm>
                <a:off x="11508200" y="41633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E4C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1" name="Google Shape;6381;p28">
                <a:extLst>
                  <a:ext uri="{FF2B5EF4-FFF2-40B4-BE49-F238E27FC236}">
                    <a16:creationId xmlns:a16="http://schemas.microsoft.com/office/drawing/2014/main" id="{D0689367-60B7-1069-70ED-C176983EB262}"/>
                  </a:ext>
                </a:extLst>
              </p:cNvPr>
              <p:cNvSpPr/>
              <p:nvPr/>
            </p:nvSpPr>
            <p:spPr>
              <a:xfrm>
                <a:off x="11508200" y="41633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2" name="Google Shape;6382;p28">
                <a:extLst>
                  <a:ext uri="{FF2B5EF4-FFF2-40B4-BE49-F238E27FC236}">
                    <a16:creationId xmlns:a16="http://schemas.microsoft.com/office/drawing/2014/main" id="{8A9F3506-9EC5-0E44-A22B-C8BBFAD151B4}"/>
                  </a:ext>
                </a:extLst>
              </p:cNvPr>
              <p:cNvSpPr/>
              <p:nvPr/>
            </p:nvSpPr>
            <p:spPr>
              <a:xfrm>
                <a:off x="11492475" y="3851075"/>
                <a:ext cx="178050" cy="338100"/>
              </a:xfrm>
              <a:custGeom>
                <a:avLst/>
                <a:gdLst/>
                <a:ahLst/>
                <a:cxnLst/>
                <a:rect l="l" t="t" r="r" b="b"/>
                <a:pathLst>
                  <a:path w="7122" h="13524" extrusionOk="0">
                    <a:moveTo>
                      <a:pt x="1281" y="0"/>
                    </a:moveTo>
                    <a:lnTo>
                      <a:pt x="1034" y="652"/>
                    </a:lnTo>
                    <a:lnTo>
                      <a:pt x="809" y="1303"/>
                    </a:lnTo>
                    <a:lnTo>
                      <a:pt x="607" y="1977"/>
                    </a:lnTo>
                    <a:lnTo>
                      <a:pt x="427" y="2628"/>
                    </a:lnTo>
                    <a:lnTo>
                      <a:pt x="292" y="3325"/>
                    </a:lnTo>
                    <a:lnTo>
                      <a:pt x="180" y="3999"/>
                    </a:lnTo>
                    <a:lnTo>
                      <a:pt x="90" y="4695"/>
                    </a:lnTo>
                    <a:lnTo>
                      <a:pt x="23" y="5392"/>
                    </a:lnTo>
                    <a:lnTo>
                      <a:pt x="0" y="6043"/>
                    </a:lnTo>
                    <a:lnTo>
                      <a:pt x="0" y="6695"/>
                    </a:lnTo>
                    <a:lnTo>
                      <a:pt x="0" y="7413"/>
                    </a:lnTo>
                    <a:lnTo>
                      <a:pt x="23" y="8132"/>
                    </a:lnTo>
                    <a:lnTo>
                      <a:pt x="90" y="8874"/>
                    </a:lnTo>
                    <a:lnTo>
                      <a:pt x="135" y="9592"/>
                    </a:lnTo>
                    <a:lnTo>
                      <a:pt x="225" y="10311"/>
                    </a:lnTo>
                    <a:lnTo>
                      <a:pt x="315" y="11030"/>
                    </a:lnTo>
                    <a:lnTo>
                      <a:pt x="539" y="12468"/>
                    </a:lnTo>
                    <a:lnTo>
                      <a:pt x="562" y="12468"/>
                    </a:lnTo>
                    <a:lnTo>
                      <a:pt x="584" y="12490"/>
                    </a:lnTo>
                    <a:lnTo>
                      <a:pt x="629" y="12490"/>
                    </a:lnTo>
                    <a:lnTo>
                      <a:pt x="1416" y="12715"/>
                    </a:lnTo>
                    <a:lnTo>
                      <a:pt x="2224" y="12895"/>
                    </a:lnTo>
                    <a:lnTo>
                      <a:pt x="3033" y="13052"/>
                    </a:lnTo>
                    <a:lnTo>
                      <a:pt x="3842" y="13187"/>
                    </a:lnTo>
                    <a:lnTo>
                      <a:pt x="4650" y="13299"/>
                    </a:lnTo>
                    <a:lnTo>
                      <a:pt x="5482" y="13389"/>
                    </a:lnTo>
                    <a:lnTo>
                      <a:pt x="6313" y="13456"/>
                    </a:lnTo>
                    <a:lnTo>
                      <a:pt x="7122" y="13524"/>
                    </a:lnTo>
                    <a:lnTo>
                      <a:pt x="6605" y="13142"/>
                    </a:lnTo>
                    <a:lnTo>
                      <a:pt x="6088" y="12738"/>
                    </a:lnTo>
                    <a:lnTo>
                      <a:pt x="5572" y="12311"/>
                    </a:lnTo>
                    <a:lnTo>
                      <a:pt x="5100" y="11861"/>
                    </a:lnTo>
                    <a:lnTo>
                      <a:pt x="4650" y="11390"/>
                    </a:lnTo>
                    <a:lnTo>
                      <a:pt x="4224" y="10895"/>
                    </a:lnTo>
                    <a:lnTo>
                      <a:pt x="3797" y="10379"/>
                    </a:lnTo>
                    <a:lnTo>
                      <a:pt x="3415" y="9840"/>
                    </a:lnTo>
                    <a:lnTo>
                      <a:pt x="3055" y="9278"/>
                    </a:lnTo>
                    <a:lnTo>
                      <a:pt x="2719" y="8716"/>
                    </a:lnTo>
                    <a:lnTo>
                      <a:pt x="2426" y="8110"/>
                    </a:lnTo>
                    <a:lnTo>
                      <a:pt x="2134" y="7503"/>
                    </a:lnTo>
                    <a:lnTo>
                      <a:pt x="1887" y="6874"/>
                    </a:lnTo>
                    <a:lnTo>
                      <a:pt x="1663" y="6223"/>
                    </a:lnTo>
                    <a:lnTo>
                      <a:pt x="1483" y="5571"/>
                    </a:lnTo>
                    <a:lnTo>
                      <a:pt x="1326" y="4897"/>
                    </a:lnTo>
                    <a:lnTo>
                      <a:pt x="1213" y="4268"/>
                    </a:lnTo>
                    <a:lnTo>
                      <a:pt x="1146" y="3662"/>
                    </a:lnTo>
                    <a:lnTo>
                      <a:pt x="1101" y="3033"/>
                    </a:lnTo>
                    <a:lnTo>
                      <a:pt x="1079" y="2426"/>
                    </a:lnTo>
                    <a:lnTo>
                      <a:pt x="1079" y="1820"/>
                    </a:lnTo>
                    <a:lnTo>
                      <a:pt x="1124" y="1213"/>
                    </a:lnTo>
                    <a:lnTo>
                      <a:pt x="1191" y="607"/>
                    </a:lnTo>
                    <a:lnTo>
                      <a:pt x="1281" y="0"/>
                    </a:lnTo>
                    <a:close/>
                  </a:path>
                </a:pathLst>
              </a:custGeom>
              <a:solidFill>
                <a:srgbClr val="424242">
                  <a:alpha val="162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3" name="Google Shape;6383;p28">
                <a:extLst>
                  <a:ext uri="{FF2B5EF4-FFF2-40B4-BE49-F238E27FC236}">
                    <a16:creationId xmlns:a16="http://schemas.microsoft.com/office/drawing/2014/main" id="{35E12048-8C88-98D7-6815-0A9419A5B226}"/>
                  </a:ext>
                </a:extLst>
              </p:cNvPr>
              <p:cNvSpPr/>
              <p:nvPr/>
            </p:nvSpPr>
            <p:spPr>
              <a:xfrm>
                <a:off x="11492475" y="3851075"/>
                <a:ext cx="178050" cy="338100"/>
              </a:xfrm>
              <a:custGeom>
                <a:avLst/>
                <a:gdLst/>
                <a:ahLst/>
                <a:cxnLst/>
                <a:rect l="l" t="t" r="r" b="b"/>
                <a:pathLst>
                  <a:path w="7122" h="13524" fill="none" extrusionOk="0">
                    <a:moveTo>
                      <a:pt x="1281" y="0"/>
                    </a:moveTo>
                    <a:lnTo>
                      <a:pt x="1281" y="0"/>
                    </a:lnTo>
                    <a:lnTo>
                      <a:pt x="1034" y="652"/>
                    </a:lnTo>
                    <a:lnTo>
                      <a:pt x="809" y="1303"/>
                    </a:lnTo>
                    <a:lnTo>
                      <a:pt x="607" y="1977"/>
                    </a:lnTo>
                    <a:lnTo>
                      <a:pt x="427" y="2628"/>
                    </a:lnTo>
                    <a:lnTo>
                      <a:pt x="292" y="3325"/>
                    </a:lnTo>
                    <a:lnTo>
                      <a:pt x="180" y="3999"/>
                    </a:lnTo>
                    <a:lnTo>
                      <a:pt x="90" y="4695"/>
                    </a:lnTo>
                    <a:lnTo>
                      <a:pt x="23" y="5392"/>
                    </a:lnTo>
                    <a:lnTo>
                      <a:pt x="23" y="5392"/>
                    </a:lnTo>
                    <a:lnTo>
                      <a:pt x="23" y="5392"/>
                    </a:lnTo>
                    <a:lnTo>
                      <a:pt x="0" y="6043"/>
                    </a:lnTo>
                    <a:lnTo>
                      <a:pt x="0" y="6695"/>
                    </a:lnTo>
                    <a:lnTo>
                      <a:pt x="0" y="6695"/>
                    </a:lnTo>
                    <a:lnTo>
                      <a:pt x="0" y="7413"/>
                    </a:lnTo>
                    <a:lnTo>
                      <a:pt x="23" y="8132"/>
                    </a:lnTo>
                    <a:lnTo>
                      <a:pt x="90" y="8874"/>
                    </a:lnTo>
                    <a:lnTo>
                      <a:pt x="135" y="9592"/>
                    </a:lnTo>
                    <a:lnTo>
                      <a:pt x="225" y="10311"/>
                    </a:lnTo>
                    <a:lnTo>
                      <a:pt x="315" y="11030"/>
                    </a:lnTo>
                    <a:lnTo>
                      <a:pt x="539" y="12468"/>
                    </a:lnTo>
                    <a:lnTo>
                      <a:pt x="539" y="12468"/>
                    </a:lnTo>
                    <a:lnTo>
                      <a:pt x="539" y="12468"/>
                    </a:lnTo>
                    <a:lnTo>
                      <a:pt x="562" y="12468"/>
                    </a:lnTo>
                    <a:lnTo>
                      <a:pt x="562" y="12468"/>
                    </a:lnTo>
                    <a:lnTo>
                      <a:pt x="584" y="12490"/>
                    </a:lnTo>
                    <a:lnTo>
                      <a:pt x="584" y="12490"/>
                    </a:lnTo>
                    <a:lnTo>
                      <a:pt x="607" y="12490"/>
                    </a:lnTo>
                    <a:lnTo>
                      <a:pt x="607" y="12490"/>
                    </a:lnTo>
                    <a:lnTo>
                      <a:pt x="629" y="12490"/>
                    </a:lnTo>
                    <a:lnTo>
                      <a:pt x="629" y="12490"/>
                    </a:lnTo>
                    <a:lnTo>
                      <a:pt x="629" y="12490"/>
                    </a:lnTo>
                    <a:lnTo>
                      <a:pt x="629" y="12490"/>
                    </a:lnTo>
                    <a:lnTo>
                      <a:pt x="1416" y="12715"/>
                    </a:lnTo>
                    <a:lnTo>
                      <a:pt x="2224" y="12895"/>
                    </a:lnTo>
                    <a:lnTo>
                      <a:pt x="3033" y="13052"/>
                    </a:lnTo>
                    <a:lnTo>
                      <a:pt x="3842" y="13187"/>
                    </a:lnTo>
                    <a:lnTo>
                      <a:pt x="4650" y="13299"/>
                    </a:lnTo>
                    <a:lnTo>
                      <a:pt x="5482" y="13389"/>
                    </a:lnTo>
                    <a:lnTo>
                      <a:pt x="6313" y="13456"/>
                    </a:lnTo>
                    <a:lnTo>
                      <a:pt x="7122" y="13524"/>
                    </a:lnTo>
                    <a:lnTo>
                      <a:pt x="7122" y="13524"/>
                    </a:lnTo>
                    <a:lnTo>
                      <a:pt x="6605" y="13142"/>
                    </a:lnTo>
                    <a:lnTo>
                      <a:pt x="6088" y="12738"/>
                    </a:lnTo>
                    <a:lnTo>
                      <a:pt x="5572" y="12311"/>
                    </a:lnTo>
                    <a:lnTo>
                      <a:pt x="5100" y="11861"/>
                    </a:lnTo>
                    <a:lnTo>
                      <a:pt x="4650" y="11390"/>
                    </a:lnTo>
                    <a:lnTo>
                      <a:pt x="4224" y="10895"/>
                    </a:lnTo>
                    <a:lnTo>
                      <a:pt x="3797" y="10379"/>
                    </a:lnTo>
                    <a:lnTo>
                      <a:pt x="3415" y="9840"/>
                    </a:lnTo>
                    <a:lnTo>
                      <a:pt x="3055" y="9278"/>
                    </a:lnTo>
                    <a:lnTo>
                      <a:pt x="2719" y="8716"/>
                    </a:lnTo>
                    <a:lnTo>
                      <a:pt x="2426" y="8110"/>
                    </a:lnTo>
                    <a:lnTo>
                      <a:pt x="2134" y="7503"/>
                    </a:lnTo>
                    <a:lnTo>
                      <a:pt x="1887" y="6874"/>
                    </a:lnTo>
                    <a:lnTo>
                      <a:pt x="1663" y="6223"/>
                    </a:lnTo>
                    <a:lnTo>
                      <a:pt x="1483" y="5571"/>
                    </a:lnTo>
                    <a:lnTo>
                      <a:pt x="1326" y="4897"/>
                    </a:lnTo>
                    <a:lnTo>
                      <a:pt x="1326" y="4897"/>
                    </a:lnTo>
                    <a:lnTo>
                      <a:pt x="1213" y="4268"/>
                    </a:lnTo>
                    <a:lnTo>
                      <a:pt x="1146" y="3662"/>
                    </a:lnTo>
                    <a:lnTo>
                      <a:pt x="1101" y="3033"/>
                    </a:lnTo>
                    <a:lnTo>
                      <a:pt x="1079" y="2426"/>
                    </a:lnTo>
                    <a:lnTo>
                      <a:pt x="1079" y="1820"/>
                    </a:lnTo>
                    <a:lnTo>
                      <a:pt x="1124" y="1213"/>
                    </a:lnTo>
                    <a:lnTo>
                      <a:pt x="1191" y="607"/>
                    </a:lnTo>
                    <a:lnTo>
                      <a:pt x="128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6384" name="Google Shape;6384;p28">
            <a:extLst>
              <a:ext uri="{FF2B5EF4-FFF2-40B4-BE49-F238E27FC236}">
                <a16:creationId xmlns:a16="http://schemas.microsoft.com/office/drawing/2014/main" id="{240453D9-50F7-ACD9-3B51-8D0B2AB6C032}"/>
              </a:ext>
            </a:extLst>
          </p:cNvPr>
          <p:cNvSpPr/>
          <p:nvPr/>
        </p:nvSpPr>
        <p:spPr>
          <a:xfrm>
            <a:off x="261663" y="961475"/>
            <a:ext cx="409827" cy="390250"/>
          </a:xfrm>
          <a:custGeom>
            <a:avLst/>
            <a:gdLst/>
            <a:ahLst/>
            <a:cxnLst/>
            <a:rect l="l" t="t" r="r" b="b"/>
            <a:pathLst>
              <a:path w="23970" h="22825" extrusionOk="0">
                <a:moveTo>
                  <a:pt x="11996" y="0"/>
                </a:moveTo>
                <a:lnTo>
                  <a:pt x="7503" y="6425"/>
                </a:lnTo>
                <a:lnTo>
                  <a:pt x="0" y="8716"/>
                </a:lnTo>
                <a:lnTo>
                  <a:pt x="4718" y="14984"/>
                </a:lnTo>
                <a:lnTo>
                  <a:pt x="4560" y="22824"/>
                </a:lnTo>
                <a:lnTo>
                  <a:pt x="11996" y="20286"/>
                </a:lnTo>
                <a:lnTo>
                  <a:pt x="19409" y="22824"/>
                </a:lnTo>
                <a:lnTo>
                  <a:pt x="19252" y="14984"/>
                </a:lnTo>
                <a:lnTo>
                  <a:pt x="23970" y="8716"/>
                </a:lnTo>
                <a:lnTo>
                  <a:pt x="16489" y="6425"/>
                </a:lnTo>
                <a:lnTo>
                  <a:pt x="11996" y="0"/>
                </a:lnTo>
                <a:close/>
              </a:path>
            </a:pathLst>
          </a:custGeom>
          <a:solidFill>
            <a:srgbClr val="424242">
              <a:alpha val="61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385" name="Google Shape;6385;p28">
            <a:extLst>
              <a:ext uri="{FF2B5EF4-FFF2-40B4-BE49-F238E27FC236}">
                <a16:creationId xmlns:a16="http://schemas.microsoft.com/office/drawing/2014/main" id="{22AAE219-03A0-0AC2-CBBF-634FD48BB757}"/>
              </a:ext>
            </a:extLst>
          </p:cNvPr>
          <p:cNvGrpSpPr/>
          <p:nvPr/>
        </p:nvGrpSpPr>
        <p:grpSpPr>
          <a:xfrm>
            <a:off x="8068398" y="4178788"/>
            <a:ext cx="934500" cy="841275"/>
            <a:chOff x="10313198" y="3707125"/>
            <a:chExt cx="934500" cy="841275"/>
          </a:xfrm>
        </p:grpSpPr>
        <p:sp>
          <p:nvSpPr>
            <p:cNvPr id="6386" name="Google Shape;6386;p28">
              <a:extLst>
                <a:ext uri="{FF2B5EF4-FFF2-40B4-BE49-F238E27FC236}">
                  <a16:creationId xmlns:a16="http://schemas.microsoft.com/office/drawing/2014/main" id="{DBCC8B3F-957D-B132-4FD6-EFEF0B71BE46}"/>
                </a:ext>
              </a:extLst>
            </p:cNvPr>
            <p:cNvSpPr/>
            <p:nvPr/>
          </p:nvSpPr>
          <p:spPr>
            <a:xfrm>
              <a:off x="10313198" y="4472200"/>
              <a:ext cx="934500" cy="762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28">
              <a:extLst>
                <a:ext uri="{FF2B5EF4-FFF2-40B4-BE49-F238E27FC236}">
                  <a16:creationId xmlns:a16="http://schemas.microsoft.com/office/drawing/2014/main" id="{A366E546-844D-926B-E20E-8458C71F6A2D}"/>
                </a:ext>
              </a:extLst>
            </p:cNvPr>
            <p:cNvSpPr/>
            <p:nvPr/>
          </p:nvSpPr>
          <p:spPr>
            <a:xfrm>
              <a:off x="10333500" y="3796875"/>
              <a:ext cx="849850" cy="720475"/>
            </a:xfrm>
            <a:custGeom>
              <a:avLst/>
              <a:gdLst/>
              <a:ahLst/>
              <a:cxnLst/>
              <a:rect l="l" t="t" r="r" b="b"/>
              <a:pathLst>
                <a:path w="33994" h="28819" extrusionOk="0">
                  <a:moveTo>
                    <a:pt x="6017" y="0"/>
                  </a:moveTo>
                  <a:lnTo>
                    <a:pt x="5636" y="20"/>
                  </a:lnTo>
                  <a:lnTo>
                    <a:pt x="5235" y="40"/>
                  </a:lnTo>
                  <a:lnTo>
                    <a:pt x="4854" y="80"/>
                  </a:lnTo>
                  <a:lnTo>
                    <a:pt x="4493" y="140"/>
                  </a:lnTo>
                  <a:lnTo>
                    <a:pt x="4132" y="221"/>
                  </a:lnTo>
                  <a:lnTo>
                    <a:pt x="3771" y="321"/>
                  </a:lnTo>
                  <a:lnTo>
                    <a:pt x="3410" y="421"/>
                  </a:lnTo>
                  <a:lnTo>
                    <a:pt x="3069" y="541"/>
                  </a:lnTo>
                  <a:lnTo>
                    <a:pt x="2748" y="682"/>
                  </a:lnTo>
                  <a:lnTo>
                    <a:pt x="2427" y="862"/>
                  </a:lnTo>
                  <a:lnTo>
                    <a:pt x="2127" y="1043"/>
                  </a:lnTo>
                  <a:lnTo>
                    <a:pt x="1826" y="1243"/>
                  </a:lnTo>
                  <a:lnTo>
                    <a:pt x="1545" y="1464"/>
                  </a:lnTo>
                  <a:lnTo>
                    <a:pt x="1284" y="1705"/>
                  </a:lnTo>
                  <a:lnTo>
                    <a:pt x="1024" y="1985"/>
                  </a:lnTo>
                  <a:lnTo>
                    <a:pt x="783" y="2266"/>
                  </a:lnTo>
                  <a:lnTo>
                    <a:pt x="743" y="2346"/>
                  </a:lnTo>
                  <a:lnTo>
                    <a:pt x="562" y="2607"/>
                  </a:lnTo>
                  <a:lnTo>
                    <a:pt x="422" y="2888"/>
                  </a:lnTo>
                  <a:lnTo>
                    <a:pt x="322" y="3088"/>
                  </a:lnTo>
                  <a:lnTo>
                    <a:pt x="261" y="3289"/>
                  </a:lnTo>
                  <a:lnTo>
                    <a:pt x="141" y="3710"/>
                  </a:lnTo>
                  <a:lnTo>
                    <a:pt x="61" y="4151"/>
                  </a:lnTo>
                  <a:lnTo>
                    <a:pt x="21" y="4593"/>
                  </a:lnTo>
                  <a:lnTo>
                    <a:pt x="1" y="4994"/>
                  </a:lnTo>
                  <a:lnTo>
                    <a:pt x="21" y="5395"/>
                  </a:lnTo>
                  <a:lnTo>
                    <a:pt x="61" y="5796"/>
                  </a:lnTo>
                  <a:lnTo>
                    <a:pt x="121" y="6217"/>
                  </a:lnTo>
                  <a:lnTo>
                    <a:pt x="201" y="6638"/>
                  </a:lnTo>
                  <a:lnTo>
                    <a:pt x="302" y="7079"/>
                  </a:lnTo>
                  <a:lnTo>
                    <a:pt x="422" y="7520"/>
                  </a:lnTo>
                  <a:lnTo>
                    <a:pt x="562" y="7962"/>
                  </a:lnTo>
                  <a:lnTo>
                    <a:pt x="703" y="8403"/>
                  </a:lnTo>
                  <a:lnTo>
                    <a:pt x="883" y="8864"/>
                  </a:lnTo>
                  <a:lnTo>
                    <a:pt x="1244" y="9787"/>
                  </a:lnTo>
                  <a:lnTo>
                    <a:pt x="1665" y="10729"/>
                  </a:lnTo>
                  <a:lnTo>
                    <a:pt x="2147" y="11672"/>
                  </a:lnTo>
                  <a:lnTo>
                    <a:pt x="2467" y="12273"/>
                  </a:lnTo>
                  <a:lnTo>
                    <a:pt x="2808" y="12895"/>
                  </a:lnTo>
                  <a:lnTo>
                    <a:pt x="3490" y="14078"/>
                  </a:lnTo>
                  <a:lnTo>
                    <a:pt x="4212" y="15241"/>
                  </a:lnTo>
                  <a:lnTo>
                    <a:pt x="4954" y="16365"/>
                  </a:lnTo>
                  <a:lnTo>
                    <a:pt x="5014" y="16445"/>
                  </a:lnTo>
                  <a:lnTo>
                    <a:pt x="5576" y="17307"/>
                  </a:lnTo>
                  <a:lnTo>
                    <a:pt x="6137" y="18109"/>
                  </a:lnTo>
                  <a:lnTo>
                    <a:pt x="7180" y="19513"/>
                  </a:lnTo>
                  <a:lnTo>
                    <a:pt x="8023" y="20636"/>
                  </a:lnTo>
                  <a:lnTo>
                    <a:pt x="8624" y="21418"/>
                  </a:lnTo>
                  <a:lnTo>
                    <a:pt x="8644" y="21438"/>
                  </a:lnTo>
                  <a:lnTo>
                    <a:pt x="8704" y="21539"/>
                  </a:lnTo>
                  <a:lnTo>
                    <a:pt x="8865" y="21739"/>
                  </a:lnTo>
                  <a:lnTo>
                    <a:pt x="8985" y="21940"/>
                  </a:lnTo>
                  <a:lnTo>
                    <a:pt x="9045" y="22160"/>
                  </a:lnTo>
                  <a:lnTo>
                    <a:pt x="9085" y="22361"/>
                  </a:lnTo>
                  <a:lnTo>
                    <a:pt x="9065" y="22581"/>
                  </a:lnTo>
                  <a:lnTo>
                    <a:pt x="9045" y="22782"/>
                  </a:lnTo>
                  <a:lnTo>
                    <a:pt x="8985" y="22983"/>
                  </a:lnTo>
                  <a:lnTo>
                    <a:pt x="8905" y="23163"/>
                  </a:lnTo>
                  <a:lnTo>
                    <a:pt x="8805" y="23344"/>
                  </a:lnTo>
                  <a:lnTo>
                    <a:pt x="8704" y="23504"/>
                  </a:lnTo>
                  <a:lnTo>
                    <a:pt x="8584" y="23644"/>
                  </a:lnTo>
                  <a:lnTo>
                    <a:pt x="8384" y="23905"/>
                  </a:lnTo>
                  <a:lnTo>
                    <a:pt x="8223" y="24045"/>
                  </a:lnTo>
                  <a:lnTo>
                    <a:pt x="8163" y="24106"/>
                  </a:lnTo>
                  <a:lnTo>
                    <a:pt x="9065" y="24787"/>
                  </a:lnTo>
                  <a:lnTo>
                    <a:pt x="9587" y="24447"/>
                  </a:lnTo>
                  <a:lnTo>
                    <a:pt x="10850" y="23684"/>
                  </a:lnTo>
                  <a:lnTo>
                    <a:pt x="10930" y="23664"/>
                  </a:lnTo>
                  <a:lnTo>
                    <a:pt x="11051" y="23644"/>
                  </a:lnTo>
                  <a:lnTo>
                    <a:pt x="11191" y="23624"/>
                  </a:lnTo>
                  <a:lnTo>
                    <a:pt x="11352" y="23644"/>
                  </a:lnTo>
                  <a:lnTo>
                    <a:pt x="11572" y="23684"/>
                  </a:lnTo>
                  <a:lnTo>
                    <a:pt x="11913" y="23765"/>
                  </a:lnTo>
                  <a:lnTo>
                    <a:pt x="12314" y="23865"/>
                  </a:lnTo>
                  <a:lnTo>
                    <a:pt x="12775" y="24005"/>
                  </a:lnTo>
                  <a:lnTo>
                    <a:pt x="13277" y="24186"/>
                  </a:lnTo>
                  <a:lnTo>
                    <a:pt x="14380" y="24587"/>
                  </a:lnTo>
                  <a:lnTo>
                    <a:pt x="15643" y="25068"/>
                  </a:lnTo>
                  <a:lnTo>
                    <a:pt x="16646" y="25449"/>
                  </a:lnTo>
                  <a:lnTo>
                    <a:pt x="16867" y="25550"/>
                  </a:lnTo>
                  <a:lnTo>
                    <a:pt x="18451" y="26151"/>
                  </a:lnTo>
                  <a:lnTo>
                    <a:pt x="20135" y="26773"/>
                  </a:lnTo>
                  <a:lnTo>
                    <a:pt x="20978" y="27054"/>
                  </a:lnTo>
                  <a:lnTo>
                    <a:pt x="21840" y="27354"/>
                  </a:lnTo>
                  <a:lnTo>
                    <a:pt x="22702" y="27635"/>
                  </a:lnTo>
                  <a:lnTo>
                    <a:pt x="23545" y="27876"/>
                  </a:lnTo>
                  <a:lnTo>
                    <a:pt x="23565" y="27876"/>
                  </a:lnTo>
                  <a:lnTo>
                    <a:pt x="24748" y="28197"/>
                  </a:lnTo>
                  <a:lnTo>
                    <a:pt x="25330" y="28337"/>
                  </a:lnTo>
                  <a:lnTo>
                    <a:pt x="25911" y="28457"/>
                  </a:lnTo>
                  <a:lnTo>
                    <a:pt x="26473" y="28578"/>
                  </a:lnTo>
                  <a:lnTo>
                    <a:pt x="27014" y="28658"/>
                  </a:lnTo>
                  <a:lnTo>
                    <a:pt x="27556" y="28738"/>
                  </a:lnTo>
                  <a:lnTo>
                    <a:pt x="28077" y="28778"/>
                  </a:lnTo>
                  <a:lnTo>
                    <a:pt x="28578" y="28818"/>
                  </a:lnTo>
                  <a:lnTo>
                    <a:pt x="29060" y="28818"/>
                  </a:lnTo>
                  <a:lnTo>
                    <a:pt x="29541" y="28798"/>
                  </a:lnTo>
                  <a:lnTo>
                    <a:pt x="29982" y="28758"/>
                  </a:lnTo>
                  <a:lnTo>
                    <a:pt x="30403" y="28678"/>
                  </a:lnTo>
                  <a:lnTo>
                    <a:pt x="30804" y="28578"/>
                  </a:lnTo>
                  <a:lnTo>
                    <a:pt x="31165" y="28457"/>
                  </a:lnTo>
                  <a:lnTo>
                    <a:pt x="31506" y="28277"/>
                  </a:lnTo>
                  <a:lnTo>
                    <a:pt x="31767" y="28137"/>
                  </a:lnTo>
                  <a:lnTo>
                    <a:pt x="32008" y="27956"/>
                  </a:lnTo>
                  <a:lnTo>
                    <a:pt x="32228" y="27735"/>
                  </a:lnTo>
                  <a:lnTo>
                    <a:pt x="32429" y="27515"/>
                  </a:lnTo>
                  <a:lnTo>
                    <a:pt x="32629" y="27234"/>
                  </a:lnTo>
                  <a:lnTo>
                    <a:pt x="32810" y="26973"/>
                  </a:lnTo>
                  <a:lnTo>
                    <a:pt x="32970" y="26713"/>
                  </a:lnTo>
                  <a:lnTo>
                    <a:pt x="33151" y="26432"/>
                  </a:lnTo>
                  <a:lnTo>
                    <a:pt x="33311" y="26131"/>
                  </a:lnTo>
                  <a:lnTo>
                    <a:pt x="33452" y="25810"/>
                  </a:lnTo>
                  <a:lnTo>
                    <a:pt x="33572" y="25509"/>
                  </a:lnTo>
                  <a:lnTo>
                    <a:pt x="33692" y="25189"/>
                  </a:lnTo>
                  <a:lnTo>
                    <a:pt x="33793" y="24848"/>
                  </a:lnTo>
                  <a:lnTo>
                    <a:pt x="33873" y="24527"/>
                  </a:lnTo>
                  <a:lnTo>
                    <a:pt x="33933" y="24166"/>
                  </a:lnTo>
                  <a:lnTo>
                    <a:pt x="33973" y="23825"/>
                  </a:lnTo>
                  <a:lnTo>
                    <a:pt x="33993" y="23444"/>
                  </a:lnTo>
                  <a:lnTo>
                    <a:pt x="33993" y="23063"/>
                  </a:lnTo>
                  <a:lnTo>
                    <a:pt x="33973" y="22682"/>
                  </a:lnTo>
                  <a:lnTo>
                    <a:pt x="33933" y="22281"/>
                  </a:lnTo>
                  <a:lnTo>
                    <a:pt x="33893" y="21859"/>
                  </a:lnTo>
                  <a:lnTo>
                    <a:pt x="33813" y="21418"/>
                  </a:lnTo>
                  <a:lnTo>
                    <a:pt x="33712" y="20977"/>
                  </a:lnTo>
                  <a:lnTo>
                    <a:pt x="33552" y="20436"/>
                  </a:lnTo>
                  <a:lnTo>
                    <a:pt x="33391" y="19874"/>
                  </a:lnTo>
                  <a:lnTo>
                    <a:pt x="33211" y="19393"/>
                  </a:lnTo>
                  <a:lnTo>
                    <a:pt x="33010" y="18891"/>
                  </a:lnTo>
                  <a:lnTo>
                    <a:pt x="32790" y="18370"/>
                  </a:lnTo>
                  <a:lnTo>
                    <a:pt x="32549" y="17829"/>
                  </a:lnTo>
                  <a:lnTo>
                    <a:pt x="32288" y="17267"/>
                  </a:lnTo>
                  <a:lnTo>
                    <a:pt x="32008" y="16685"/>
                  </a:lnTo>
                  <a:lnTo>
                    <a:pt x="31687" y="16084"/>
                  </a:lnTo>
                  <a:lnTo>
                    <a:pt x="31346" y="15462"/>
                  </a:lnTo>
                  <a:lnTo>
                    <a:pt x="30925" y="14740"/>
                  </a:lnTo>
                  <a:lnTo>
                    <a:pt x="30464" y="13978"/>
                  </a:lnTo>
                  <a:lnTo>
                    <a:pt x="29982" y="13176"/>
                  </a:lnTo>
                  <a:lnTo>
                    <a:pt x="29461" y="12354"/>
                  </a:lnTo>
                  <a:lnTo>
                    <a:pt x="29100" y="11792"/>
                  </a:lnTo>
                  <a:lnTo>
                    <a:pt x="28759" y="11251"/>
                  </a:lnTo>
                  <a:lnTo>
                    <a:pt x="28418" y="10609"/>
                  </a:lnTo>
                  <a:lnTo>
                    <a:pt x="28097" y="10007"/>
                  </a:lnTo>
                  <a:lnTo>
                    <a:pt x="27836" y="9426"/>
                  </a:lnTo>
                  <a:lnTo>
                    <a:pt x="27616" y="8884"/>
                  </a:lnTo>
                  <a:lnTo>
                    <a:pt x="27355" y="8182"/>
                  </a:lnTo>
                  <a:lnTo>
                    <a:pt x="27155" y="7541"/>
                  </a:lnTo>
                  <a:lnTo>
                    <a:pt x="27014" y="6959"/>
                  </a:lnTo>
                  <a:lnTo>
                    <a:pt x="26934" y="6438"/>
                  </a:lnTo>
                  <a:lnTo>
                    <a:pt x="26934" y="6417"/>
                  </a:lnTo>
                  <a:lnTo>
                    <a:pt x="26874" y="5936"/>
                  </a:lnTo>
                  <a:lnTo>
                    <a:pt x="26854" y="5535"/>
                  </a:lnTo>
                  <a:lnTo>
                    <a:pt x="26874" y="5274"/>
                  </a:lnTo>
                  <a:lnTo>
                    <a:pt x="26874" y="5034"/>
                  </a:lnTo>
                  <a:lnTo>
                    <a:pt x="26934" y="4653"/>
                  </a:lnTo>
                  <a:lnTo>
                    <a:pt x="26974" y="4512"/>
                  </a:lnTo>
                  <a:lnTo>
                    <a:pt x="26974" y="4452"/>
                  </a:lnTo>
                  <a:lnTo>
                    <a:pt x="27034" y="4312"/>
                  </a:lnTo>
                  <a:lnTo>
                    <a:pt x="27054" y="4252"/>
                  </a:lnTo>
                  <a:lnTo>
                    <a:pt x="27054" y="4232"/>
                  </a:lnTo>
                  <a:lnTo>
                    <a:pt x="24688" y="2427"/>
                  </a:lnTo>
                  <a:lnTo>
                    <a:pt x="23946" y="1865"/>
                  </a:lnTo>
                  <a:lnTo>
                    <a:pt x="23685" y="1985"/>
                  </a:lnTo>
                  <a:lnTo>
                    <a:pt x="23364" y="2086"/>
                  </a:lnTo>
                  <a:lnTo>
                    <a:pt x="23023" y="2206"/>
                  </a:lnTo>
                  <a:lnTo>
                    <a:pt x="22622" y="2306"/>
                  </a:lnTo>
                  <a:lnTo>
                    <a:pt x="22201" y="2407"/>
                  </a:lnTo>
                  <a:lnTo>
                    <a:pt x="21720" y="2467"/>
                  </a:lnTo>
                  <a:lnTo>
                    <a:pt x="21720" y="2487"/>
                  </a:lnTo>
                  <a:lnTo>
                    <a:pt x="21178" y="2547"/>
                  </a:lnTo>
                  <a:lnTo>
                    <a:pt x="20597" y="2587"/>
                  </a:lnTo>
                  <a:lnTo>
                    <a:pt x="19955" y="2587"/>
                  </a:lnTo>
                  <a:lnTo>
                    <a:pt x="19273" y="2567"/>
                  </a:lnTo>
                  <a:lnTo>
                    <a:pt x="18511" y="2507"/>
                  </a:lnTo>
                  <a:lnTo>
                    <a:pt x="17709" y="2407"/>
                  </a:lnTo>
                  <a:lnTo>
                    <a:pt x="17288" y="2326"/>
                  </a:lnTo>
                  <a:lnTo>
                    <a:pt x="16786" y="2206"/>
                  </a:lnTo>
                  <a:lnTo>
                    <a:pt x="15784" y="1945"/>
                  </a:lnTo>
                  <a:lnTo>
                    <a:pt x="14661" y="1604"/>
                  </a:lnTo>
                  <a:lnTo>
                    <a:pt x="13397" y="1243"/>
                  </a:lnTo>
                  <a:lnTo>
                    <a:pt x="12054" y="882"/>
                  </a:lnTo>
                  <a:lnTo>
                    <a:pt x="10850" y="602"/>
                  </a:lnTo>
                  <a:lnTo>
                    <a:pt x="10249" y="461"/>
                  </a:lnTo>
                  <a:lnTo>
                    <a:pt x="9627" y="341"/>
                  </a:lnTo>
                  <a:lnTo>
                    <a:pt x="9005" y="221"/>
                  </a:lnTo>
                  <a:lnTo>
                    <a:pt x="8404" y="140"/>
                  </a:lnTo>
                  <a:lnTo>
                    <a:pt x="7782" y="60"/>
                  </a:lnTo>
                  <a:lnTo>
                    <a:pt x="7160" y="20"/>
                  </a:lnTo>
                  <a:lnTo>
                    <a:pt x="657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28">
              <a:extLst>
                <a:ext uri="{FF2B5EF4-FFF2-40B4-BE49-F238E27FC236}">
                  <a16:creationId xmlns:a16="http://schemas.microsoft.com/office/drawing/2014/main" id="{81A2BC53-4C82-54A1-E6E5-AA9448A41DC4}"/>
                </a:ext>
              </a:extLst>
            </p:cNvPr>
            <p:cNvSpPr/>
            <p:nvPr/>
          </p:nvSpPr>
          <p:spPr>
            <a:xfrm>
              <a:off x="10333500" y="3796875"/>
              <a:ext cx="849850" cy="720475"/>
            </a:xfrm>
            <a:custGeom>
              <a:avLst/>
              <a:gdLst/>
              <a:ahLst/>
              <a:cxnLst/>
              <a:rect l="l" t="t" r="r" b="b"/>
              <a:pathLst>
                <a:path w="33994" h="28819" fill="none" extrusionOk="0">
                  <a:moveTo>
                    <a:pt x="32970" y="26713"/>
                  </a:moveTo>
                  <a:lnTo>
                    <a:pt x="32970" y="26713"/>
                  </a:lnTo>
                  <a:lnTo>
                    <a:pt x="32810" y="26973"/>
                  </a:lnTo>
                  <a:lnTo>
                    <a:pt x="32629" y="27234"/>
                  </a:lnTo>
                  <a:lnTo>
                    <a:pt x="32629" y="27234"/>
                  </a:lnTo>
                  <a:lnTo>
                    <a:pt x="32429" y="27515"/>
                  </a:lnTo>
                  <a:lnTo>
                    <a:pt x="32429" y="27515"/>
                  </a:lnTo>
                  <a:lnTo>
                    <a:pt x="32228" y="27735"/>
                  </a:lnTo>
                  <a:lnTo>
                    <a:pt x="32008" y="27956"/>
                  </a:lnTo>
                  <a:lnTo>
                    <a:pt x="31767" y="28137"/>
                  </a:lnTo>
                  <a:lnTo>
                    <a:pt x="31506" y="28277"/>
                  </a:lnTo>
                  <a:lnTo>
                    <a:pt x="31506" y="28277"/>
                  </a:lnTo>
                  <a:lnTo>
                    <a:pt x="31165" y="28457"/>
                  </a:lnTo>
                  <a:lnTo>
                    <a:pt x="30804" y="28578"/>
                  </a:lnTo>
                  <a:lnTo>
                    <a:pt x="30403" y="28678"/>
                  </a:lnTo>
                  <a:lnTo>
                    <a:pt x="29982" y="28758"/>
                  </a:lnTo>
                  <a:lnTo>
                    <a:pt x="29541" y="28798"/>
                  </a:lnTo>
                  <a:lnTo>
                    <a:pt x="29060" y="28818"/>
                  </a:lnTo>
                  <a:lnTo>
                    <a:pt x="28578" y="28818"/>
                  </a:lnTo>
                  <a:lnTo>
                    <a:pt x="28077" y="28778"/>
                  </a:lnTo>
                  <a:lnTo>
                    <a:pt x="27556" y="28738"/>
                  </a:lnTo>
                  <a:lnTo>
                    <a:pt x="27014" y="28658"/>
                  </a:lnTo>
                  <a:lnTo>
                    <a:pt x="26473" y="28578"/>
                  </a:lnTo>
                  <a:lnTo>
                    <a:pt x="25911" y="28457"/>
                  </a:lnTo>
                  <a:lnTo>
                    <a:pt x="25330" y="28337"/>
                  </a:lnTo>
                  <a:lnTo>
                    <a:pt x="24748" y="28197"/>
                  </a:lnTo>
                  <a:lnTo>
                    <a:pt x="23565" y="27876"/>
                  </a:lnTo>
                  <a:lnTo>
                    <a:pt x="23545" y="27876"/>
                  </a:lnTo>
                  <a:lnTo>
                    <a:pt x="23545" y="27876"/>
                  </a:lnTo>
                  <a:lnTo>
                    <a:pt x="22702" y="27635"/>
                  </a:lnTo>
                  <a:lnTo>
                    <a:pt x="21840" y="27354"/>
                  </a:lnTo>
                  <a:lnTo>
                    <a:pt x="20978" y="27054"/>
                  </a:lnTo>
                  <a:lnTo>
                    <a:pt x="20135" y="26773"/>
                  </a:lnTo>
                  <a:lnTo>
                    <a:pt x="18451" y="26151"/>
                  </a:lnTo>
                  <a:lnTo>
                    <a:pt x="16867" y="25550"/>
                  </a:lnTo>
                  <a:lnTo>
                    <a:pt x="16867" y="25550"/>
                  </a:lnTo>
                  <a:lnTo>
                    <a:pt x="16646" y="25449"/>
                  </a:lnTo>
                  <a:lnTo>
                    <a:pt x="16646" y="25449"/>
                  </a:lnTo>
                  <a:lnTo>
                    <a:pt x="15643" y="25068"/>
                  </a:lnTo>
                  <a:lnTo>
                    <a:pt x="15643" y="25068"/>
                  </a:lnTo>
                  <a:lnTo>
                    <a:pt x="14380" y="24587"/>
                  </a:lnTo>
                  <a:lnTo>
                    <a:pt x="13277" y="24186"/>
                  </a:lnTo>
                  <a:lnTo>
                    <a:pt x="12775" y="24005"/>
                  </a:lnTo>
                  <a:lnTo>
                    <a:pt x="12314" y="23865"/>
                  </a:lnTo>
                  <a:lnTo>
                    <a:pt x="11913" y="23765"/>
                  </a:lnTo>
                  <a:lnTo>
                    <a:pt x="11572" y="23684"/>
                  </a:lnTo>
                  <a:lnTo>
                    <a:pt x="11572" y="23684"/>
                  </a:lnTo>
                  <a:lnTo>
                    <a:pt x="11572" y="23684"/>
                  </a:lnTo>
                  <a:lnTo>
                    <a:pt x="11572" y="23684"/>
                  </a:lnTo>
                  <a:lnTo>
                    <a:pt x="11352" y="23644"/>
                  </a:lnTo>
                  <a:lnTo>
                    <a:pt x="11352" y="23644"/>
                  </a:lnTo>
                  <a:lnTo>
                    <a:pt x="11191" y="23624"/>
                  </a:lnTo>
                  <a:lnTo>
                    <a:pt x="11051" y="23644"/>
                  </a:lnTo>
                  <a:lnTo>
                    <a:pt x="10930" y="23664"/>
                  </a:lnTo>
                  <a:lnTo>
                    <a:pt x="10850" y="23684"/>
                  </a:lnTo>
                  <a:lnTo>
                    <a:pt x="10850" y="23684"/>
                  </a:lnTo>
                  <a:lnTo>
                    <a:pt x="9587" y="24447"/>
                  </a:lnTo>
                  <a:lnTo>
                    <a:pt x="9065" y="24787"/>
                  </a:lnTo>
                  <a:lnTo>
                    <a:pt x="8163" y="24106"/>
                  </a:lnTo>
                  <a:lnTo>
                    <a:pt x="8163" y="24106"/>
                  </a:lnTo>
                  <a:lnTo>
                    <a:pt x="8223" y="24045"/>
                  </a:lnTo>
                  <a:lnTo>
                    <a:pt x="8384" y="23905"/>
                  </a:lnTo>
                  <a:lnTo>
                    <a:pt x="8584" y="23644"/>
                  </a:lnTo>
                  <a:lnTo>
                    <a:pt x="8704" y="23504"/>
                  </a:lnTo>
                  <a:lnTo>
                    <a:pt x="8805" y="23344"/>
                  </a:lnTo>
                  <a:lnTo>
                    <a:pt x="8905" y="23163"/>
                  </a:lnTo>
                  <a:lnTo>
                    <a:pt x="8985" y="22983"/>
                  </a:lnTo>
                  <a:lnTo>
                    <a:pt x="9045" y="22782"/>
                  </a:lnTo>
                  <a:lnTo>
                    <a:pt x="9065" y="22581"/>
                  </a:lnTo>
                  <a:lnTo>
                    <a:pt x="9085" y="22361"/>
                  </a:lnTo>
                  <a:lnTo>
                    <a:pt x="9045" y="22160"/>
                  </a:lnTo>
                  <a:lnTo>
                    <a:pt x="8985" y="21940"/>
                  </a:lnTo>
                  <a:lnTo>
                    <a:pt x="8865" y="21739"/>
                  </a:lnTo>
                  <a:lnTo>
                    <a:pt x="8865" y="21739"/>
                  </a:lnTo>
                  <a:lnTo>
                    <a:pt x="8704" y="21539"/>
                  </a:lnTo>
                  <a:lnTo>
                    <a:pt x="8704" y="21539"/>
                  </a:lnTo>
                  <a:lnTo>
                    <a:pt x="8644" y="21438"/>
                  </a:lnTo>
                  <a:lnTo>
                    <a:pt x="8644" y="21438"/>
                  </a:lnTo>
                  <a:lnTo>
                    <a:pt x="8624" y="21418"/>
                  </a:lnTo>
                  <a:lnTo>
                    <a:pt x="8624" y="21418"/>
                  </a:lnTo>
                  <a:lnTo>
                    <a:pt x="8023" y="20636"/>
                  </a:lnTo>
                  <a:lnTo>
                    <a:pt x="7180" y="19513"/>
                  </a:lnTo>
                  <a:lnTo>
                    <a:pt x="6137" y="18109"/>
                  </a:lnTo>
                  <a:lnTo>
                    <a:pt x="5576" y="17307"/>
                  </a:lnTo>
                  <a:lnTo>
                    <a:pt x="5014" y="16445"/>
                  </a:lnTo>
                  <a:lnTo>
                    <a:pt x="5014" y="16445"/>
                  </a:lnTo>
                  <a:lnTo>
                    <a:pt x="4954" y="16365"/>
                  </a:lnTo>
                  <a:lnTo>
                    <a:pt x="4954" y="16365"/>
                  </a:lnTo>
                  <a:lnTo>
                    <a:pt x="4212" y="15241"/>
                  </a:lnTo>
                  <a:lnTo>
                    <a:pt x="3490" y="14078"/>
                  </a:lnTo>
                  <a:lnTo>
                    <a:pt x="2808" y="12895"/>
                  </a:lnTo>
                  <a:lnTo>
                    <a:pt x="2467" y="12273"/>
                  </a:lnTo>
                  <a:lnTo>
                    <a:pt x="2147" y="11672"/>
                  </a:lnTo>
                  <a:lnTo>
                    <a:pt x="2147" y="11672"/>
                  </a:lnTo>
                  <a:lnTo>
                    <a:pt x="1665" y="10729"/>
                  </a:lnTo>
                  <a:lnTo>
                    <a:pt x="1244" y="9787"/>
                  </a:lnTo>
                  <a:lnTo>
                    <a:pt x="883" y="8864"/>
                  </a:lnTo>
                  <a:lnTo>
                    <a:pt x="703" y="8403"/>
                  </a:lnTo>
                  <a:lnTo>
                    <a:pt x="562" y="7962"/>
                  </a:lnTo>
                  <a:lnTo>
                    <a:pt x="422" y="7520"/>
                  </a:lnTo>
                  <a:lnTo>
                    <a:pt x="302" y="7079"/>
                  </a:lnTo>
                  <a:lnTo>
                    <a:pt x="201" y="6638"/>
                  </a:lnTo>
                  <a:lnTo>
                    <a:pt x="121" y="6217"/>
                  </a:lnTo>
                  <a:lnTo>
                    <a:pt x="61" y="5796"/>
                  </a:lnTo>
                  <a:lnTo>
                    <a:pt x="21" y="5395"/>
                  </a:lnTo>
                  <a:lnTo>
                    <a:pt x="1" y="4994"/>
                  </a:lnTo>
                  <a:lnTo>
                    <a:pt x="21" y="4593"/>
                  </a:lnTo>
                  <a:lnTo>
                    <a:pt x="21" y="4593"/>
                  </a:lnTo>
                  <a:lnTo>
                    <a:pt x="61" y="4151"/>
                  </a:lnTo>
                  <a:lnTo>
                    <a:pt x="141" y="3710"/>
                  </a:lnTo>
                  <a:lnTo>
                    <a:pt x="261" y="3289"/>
                  </a:lnTo>
                  <a:lnTo>
                    <a:pt x="322" y="3088"/>
                  </a:lnTo>
                  <a:lnTo>
                    <a:pt x="422" y="2888"/>
                  </a:lnTo>
                  <a:lnTo>
                    <a:pt x="422" y="2888"/>
                  </a:lnTo>
                  <a:lnTo>
                    <a:pt x="562" y="2607"/>
                  </a:lnTo>
                  <a:lnTo>
                    <a:pt x="743" y="2346"/>
                  </a:lnTo>
                  <a:lnTo>
                    <a:pt x="743" y="2346"/>
                  </a:lnTo>
                  <a:lnTo>
                    <a:pt x="783" y="2266"/>
                  </a:lnTo>
                  <a:lnTo>
                    <a:pt x="783" y="2266"/>
                  </a:lnTo>
                  <a:lnTo>
                    <a:pt x="1024" y="1985"/>
                  </a:lnTo>
                  <a:lnTo>
                    <a:pt x="1284" y="1705"/>
                  </a:lnTo>
                  <a:lnTo>
                    <a:pt x="1545" y="1464"/>
                  </a:lnTo>
                  <a:lnTo>
                    <a:pt x="1826" y="1243"/>
                  </a:lnTo>
                  <a:lnTo>
                    <a:pt x="2127" y="1043"/>
                  </a:lnTo>
                  <a:lnTo>
                    <a:pt x="2427" y="862"/>
                  </a:lnTo>
                  <a:lnTo>
                    <a:pt x="2748" y="682"/>
                  </a:lnTo>
                  <a:lnTo>
                    <a:pt x="3069" y="541"/>
                  </a:lnTo>
                  <a:lnTo>
                    <a:pt x="3410" y="421"/>
                  </a:lnTo>
                  <a:lnTo>
                    <a:pt x="3771" y="321"/>
                  </a:lnTo>
                  <a:lnTo>
                    <a:pt x="4132" y="221"/>
                  </a:lnTo>
                  <a:lnTo>
                    <a:pt x="4493" y="140"/>
                  </a:lnTo>
                  <a:lnTo>
                    <a:pt x="4854" y="80"/>
                  </a:lnTo>
                  <a:lnTo>
                    <a:pt x="5235" y="40"/>
                  </a:lnTo>
                  <a:lnTo>
                    <a:pt x="5636" y="20"/>
                  </a:lnTo>
                  <a:lnTo>
                    <a:pt x="6017" y="0"/>
                  </a:lnTo>
                  <a:lnTo>
                    <a:pt x="6017" y="0"/>
                  </a:lnTo>
                  <a:lnTo>
                    <a:pt x="6579" y="0"/>
                  </a:lnTo>
                  <a:lnTo>
                    <a:pt x="7160" y="20"/>
                  </a:lnTo>
                  <a:lnTo>
                    <a:pt x="7160" y="20"/>
                  </a:lnTo>
                  <a:lnTo>
                    <a:pt x="7782" y="60"/>
                  </a:lnTo>
                  <a:lnTo>
                    <a:pt x="8404" y="140"/>
                  </a:lnTo>
                  <a:lnTo>
                    <a:pt x="9005" y="221"/>
                  </a:lnTo>
                  <a:lnTo>
                    <a:pt x="9627" y="341"/>
                  </a:lnTo>
                  <a:lnTo>
                    <a:pt x="10249" y="461"/>
                  </a:lnTo>
                  <a:lnTo>
                    <a:pt x="10850" y="602"/>
                  </a:lnTo>
                  <a:lnTo>
                    <a:pt x="12054" y="882"/>
                  </a:lnTo>
                  <a:lnTo>
                    <a:pt x="12054" y="882"/>
                  </a:lnTo>
                  <a:lnTo>
                    <a:pt x="13397" y="1243"/>
                  </a:lnTo>
                  <a:lnTo>
                    <a:pt x="14661" y="1604"/>
                  </a:lnTo>
                  <a:lnTo>
                    <a:pt x="15784" y="1945"/>
                  </a:lnTo>
                  <a:lnTo>
                    <a:pt x="16786" y="2206"/>
                  </a:lnTo>
                  <a:lnTo>
                    <a:pt x="16786" y="2206"/>
                  </a:lnTo>
                  <a:lnTo>
                    <a:pt x="17288" y="2326"/>
                  </a:lnTo>
                  <a:lnTo>
                    <a:pt x="17709" y="2407"/>
                  </a:lnTo>
                  <a:lnTo>
                    <a:pt x="17709" y="2407"/>
                  </a:lnTo>
                  <a:lnTo>
                    <a:pt x="18511" y="2507"/>
                  </a:lnTo>
                  <a:lnTo>
                    <a:pt x="19273" y="2567"/>
                  </a:lnTo>
                  <a:lnTo>
                    <a:pt x="19273" y="2567"/>
                  </a:lnTo>
                  <a:lnTo>
                    <a:pt x="19955" y="2587"/>
                  </a:lnTo>
                  <a:lnTo>
                    <a:pt x="20597" y="2587"/>
                  </a:lnTo>
                  <a:lnTo>
                    <a:pt x="21178" y="2547"/>
                  </a:lnTo>
                  <a:lnTo>
                    <a:pt x="21720" y="2487"/>
                  </a:lnTo>
                  <a:lnTo>
                    <a:pt x="21720" y="2487"/>
                  </a:lnTo>
                  <a:lnTo>
                    <a:pt x="21720" y="2467"/>
                  </a:lnTo>
                  <a:lnTo>
                    <a:pt x="21720" y="2467"/>
                  </a:lnTo>
                  <a:lnTo>
                    <a:pt x="22201" y="2407"/>
                  </a:lnTo>
                  <a:lnTo>
                    <a:pt x="22622" y="2306"/>
                  </a:lnTo>
                  <a:lnTo>
                    <a:pt x="22622" y="2306"/>
                  </a:lnTo>
                  <a:lnTo>
                    <a:pt x="23023" y="2206"/>
                  </a:lnTo>
                  <a:lnTo>
                    <a:pt x="23364" y="2086"/>
                  </a:lnTo>
                  <a:lnTo>
                    <a:pt x="23685" y="1985"/>
                  </a:lnTo>
                  <a:lnTo>
                    <a:pt x="23946" y="1865"/>
                  </a:lnTo>
                  <a:lnTo>
                    <a:pt x="24688" y="2427"/>
                  </a:lnTo>
                  <a:lnTo>
                    <a:pt x="27054" y="4232"/>
                  </a:lnTo>
                  <a:lnTo>
                    <a:pt x="27054" y="4252"/>
                  </a:lnTo>
                  <a:lnTo>
                    <a:pt x="27054" y="4252"/>
                  </a:lnTo>
                  <a:lnTo>
                    <a:pt x="27034" y="4312"/>
                  </a:lnTo>
                  <a:lnTo>
                    <a:pt x="27034" y="4312"/>
                  </a:lnTo>
                  <a:lnTo>
                    <a:pt x="26974" y="4452"/>
                  </a:lnTo>
                  <a:lnTo>
                    <a:pt x="26974" y="4452"/>
                  </a:lnTo>
                  <a:lnTo>
                    <a:pt x="26974" y="4512"/>
                  </a:lnTo>
                  <a:lnTo>
                    <a:pt x="26974" y="4512"/>
                  </a:lnTo>
                  <a:lnTo>
                    <a:pt x="26934" y="4653"/>
                  </a:lnTo>
                  <a:lnTo>
                    <a:pt x="26934" y="4653"/>
                  </a:lnTo>
                  <a:lnTo>
                    <a:pt x="26934" y="4653"/>
                  </a:lnTo>
                  <a:lnTo>
                    <a:pt x="26874" y="5034"/>
                  </a:lnTo>
                  <a:lnTo>
                    <a:pt x="26874" y="5274"/>
                  </a:lnTo>
                  <a:lnTo>
                    <a:pt x="26854" y="5535"/>
                  </a:lnTo>
                  <a:lnTo>
                    <a:pt x="26854" y="5535"/>
                  </a:lnTo>
                  <a:lnTo>
                    <a:pt x="26874" y="5936"/>
                  </a:lnTo>
                  <a:lnTo>
                    <a:pt x="26934" y="6417"/>
                  </a:lnTo>
                  <a:lnTo>
                    <a:pt x="26934" y="6417"/>
                  </a:lnTo>
                  <a:lnTo>
                    <a:pt x="26934" y="6438"/>
                  </a:lnTo>
                  <a:lnTo>
                    <a:pt x="26934" y="6438"/>
                  </a:lnTo>
                  <a:lnTo>
                    <a:pt x="26934" y="6438"/>
                  </a:lnTo>
                  <a:lnTo>
                    <a:pt x="27014" y="6959"/>
                  </a:lnTo>
                  <a:lnTo>
                    <a:pt x="27155" y="7541"/>
                  </a:lnTo>
                  <a:lnTo>
                    <a:pt x="27355" y="8182"/>
                  </a:lnTo>
                  <a:lnTo>
                    <a:pt x="27616" y="8884"/>
                  </a:lnTo>
                  <a:lnTo>
                    <a:pt x="27616" y="8884"/>
                  </a:lnTo>
                  <a:lnTo>
                    <a:pt x="27836" y="9426"/>
                  </a:lnTo>
                  <a:lnTo>
                    <a:pt x="28097" y="10007"/>
                  </a:lnTo>
                  <a:lnTo>
                    <a:pt x="28418" y="10609"/>
                  </a:lnTo>
                  <a:lnTo>
                    <a:pt x="28759" y="11251"/>
                  </a:lnTo>
                  <a:lnTo>
                    <a:pt x="28759" y="11251"/>
                  </a:lnTo>
                  <a:lnTo>
                    <a:pt x="29100" y="11792"/>
                  </a:lnTo>
                  <a:lnTo>
                    <a:pt x="29461" y="12354"/>
                  </a:lnTo>
                  <a:lnTo>
                    <a:pt x="29461" y="12354"/>
                  </a:lnTo>
                  <a:lnTo>
                    <a:pt x="29982" y="13176"/>
                  </a:lnTo>
                  <a:lnTo>
                    <a:pt x="30464" y="13978"/>
                  </a:lnTo>
                  <a:lnTo>
                    <a:pt x="30925" y="14740"/>
                  </a:lnTo>
                  <a:lnTo>
                    <a:pt x="31346" y="15462"/>
                  </a:lnTo>
                  <a:lnTo>
                    <a:pt x="31346" y="15462"/>
                  </a:lnTo>
                  <a:lnTo>
                    <a:pt x="31687" y="16084"/>
                  </a:lnTo>
                  <a:lnTo>
                    <a:pt x="32008" y="16685"/>
                  </a:lnTo>
                  <a:lnTo>
                    <a:pt x="32288" y="17267"/>
                  </a:lnTo>
                  <a:lnTo>
                    <a:pt x="32549" y="17829"/>
                  </a:lnTo>
                  <a:lnTo>
                    <a:pt x="32790" y="18370"/>
                  </a:lnTo>
                  <a:lnTo>
                    <a:pt x="33010" y="18891"/>
                  </a:lnTo>
                  <a:lnTo>
                    <a:pt x="33211" y="19393"/>
                  </a:lnTo>
                  <a:lnTo>
                    <a:pt x="33391" y="19874"/>
                  </a:lnTo>
                  <a:lnTo>
                    <a:pt x="33391" y="19874"/>
                  </a:lnTo>
                  <a:lnTo>
                    <a:pt x="33552" y="20436"/>
                  </a:lnTo>
                  <a:lnTo>
                    <a:pt x="33712" y="20977"/>
                  </a:lnTo>
                  <a:lnTo>
                    <a:pt x="33712" y="20977"/>
                  </a:lnTo>
                  <a:lnTo>
                    <a:pt x="33813" y="21418"/>
                  </a:lnTo>
                  <a:lnTo>
                    <a:pt x="33893" y="21859"/>
                  </a:lnTo>
                  <a:lnTo>
                    <a:pt x="33933" y="22281"/>
                  </a:lnTo>
                  <a:lnTo>
                    <a:pt x="33973" y="22682"/>
                  </a:lnTo>
                  <a:lnTo>
                    <a:pt x="33993" y="23063"/>
                  </a:lnTo>
                  <a:lnTo>
                    <a:pt x="33993" y="23444"/>
                  </a:lnTo>
                  <a:lnTo>
                    <a:pt x="33973" y="23825"/>
                  </a:lnTo>
                  <a:lnTo>
                    <a:pt x="33933" y="24166"/>
                  </a:lnTo>
                  <a:lnTo>
                    <a:pt x="33873" y="24527"/>
                  </a:lnTo>
                  <a:lnTo>
                    <a:pt x="33793" y="24848"/>
                  </a:lnTo>
                  <a:lnTo>
                    <a:pt x="33692" y="25189"/>
                  </a:lnTo>
                  <a:lnTo>
                    <a:pt x="33572" y="25509"/>
                  </a:lnTo>
                  <a:lnTo>
                    <a:pt x="33452" y="25810"/>
                  </a:lnTo>
                  <a:lnTo>
                    <a:pt x="33311" y="26131"/>
                  </a:lnTo>
                  <a:lnTo>
                    <a:pt x="33151" y="26432"/>
                  </a:lnTo>
                  <a:lnTo>
                    <a:pt x="32970" y="2671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28">
              <a:extLst>
                <a:ext uri="{FF2B5EF4-FFF2-40B4-BE49-F238E27FC236}">
                  <a16:creationId xmlns:a16="http://schemas.microsoft.com/office/drawing/2014/main" id="{01899941-BC62-3341-B531-BCA0BCFC07EC}"/>
                </a:ext>
              </a:extLst>
            </p:cNvPr>
            <p:cNvSpPr/>
            <p:nvPr/>
          </p:nvSpPr>
          <p:spPr>
            <a:xfrm>
              <a:off x="10484425" y="4335325"/>
              <a:ext cx="135375" cy="156950"/>
            </a:xfrm>
            <a:custGeom>
              <a:avLst/>
              <a:gdLst/>
              <a:ahLst/>
              <a:cxnLst/>
              <a:rect l="l" t="t" r="r" b="b"/>
              <a:pathLst>
                <a:path w="5415" h="6278" extrusionOk="0">
                  <a:moveTo>
                    <a:pt x="2667" y="1"/>
                  </a:moveTo>
                  <a:lnTo>
                    <a:pt x="2708" y="61"/>
                  </a:lnTo>
                  <a:lnTo>
                    <a:pt x="2728" y="141"/>
                  </a:lnTo>
                  <a:lnTo>
                    <a:pt x="2748" y="321"/>
                  </a:lnTo>
                  <a:lnTo>
                    <a:pt x="2748" y="562"/>
                  </a:lnTo>
                  <a:lnTo>
                    <a:pt x="2687" y="823"/>
                  </a:lnTo>
                  <a:lnTo>
                    <a:pt x="2607" y="1124"/>
                  </a:lnTo>
                  <a:lnTo>
                    <a:pt x="2487" y="1445"/>
                  </a:lnTo>
                  <a:lnTo>
                    <a:pt x="2306" y="1765"/>
                  </a:lnTo>
                  <a:lnTo>
                    <a:pt x="2126" y="2126"/>
                  </a:lnTo>
                  <a:lnTo>
                    <a:pt x="1484" y="3109"/>
                  </a:lnTo>
                  <a:lnTo>
                    <a:pt x="1103" y="3751"/>
                  </a:lnTo>
                  <a:lnTo>
                    <a:pt x="702" y="4393"/>
                  </a:lnTo>
                  <a:lnTo>
                    <a:pt x="361" y="5034"/>
                  </a:lnTo>
                  <a:lnTo>
                    <a:pt x="221" y="5315"/>
                  </a:lnTo>
                  <a:lnTo>
                    <a:pt x="120" y="5576"/>
                  </a:lnTo>
                  <a:lnTo>
                    <a:pt x="40" y="5816"/>
                  </a:lnTo>
                  <a:lnTo>
                    <a:pt x="0" y="5997"/>
                  </a:lnTo>
                  <a:lnTo>
                    <a:pt x="0" y="6077"/>
                  </a:lnTo>
                  <a:lnTo>
                    <a:pt x="20" y="6137"/>
                  </a:lnTo>
                  <a:lnTo>
                    <a:pt x="40" y="6197"/>
                  </a:lnTo>
                  <a:lnTo>
                    <a:pt x="80" y="6238"/>
                  </a:lnTo>
                  <a:lnTo>
                    <a:pt x="120" y="6258"/>
                  </a:lnTo>
                  <a:lnTo>
                    <a:pt x="181" y="6278"/>
                  </a:lnTo>
                  <a:lnTo>
                    <a:pt x="261" y="6258"/>
                  </a:lnTo>
                  <a:lnTo>
                    <a:pt x="341" y="6238"/>
                  </a:lnTo>
                  <a:lnTo>
                    <a:pt x="542" y="6137"/>
                  </a:lnTo>
                  <a:lnTo>
                    <a:pt x="762" y="5977"/>
                  </a:lnTo>
                  <a:lnTo>
                    <a:pt x="1003" y="5776"/>
                  </a:lnTo>
                  <a:lnTo>
                    <a:pt x="1284" y="5556"/>
                  </a:lnTo>
                  <a:lnTo>
                    <a:pt x="1845" y="5014"/>
                  </a:lnTo>
                  <a:lnTo>
                    <a:pt x="2387" y="4453"/>
                  </a:lnTo>
                  <a:lnTo>
                    <a:pt x="2888" y="3931"/>
                  </a:lnTo>
                  <a:lnTo>
                    <a:pt x="3490" y="3249"/>
                  </a:lnTo>
                  <a:lnTo>
                    <a:pt x="3811" y="2929"/>
                  </a:lnTo>
                  <a:lnTo>
                    <a:pt x="4011" y="2748"/>
                  </a:lnTo>
                  <a:lnTo>
                    <a:pt x="4252" y="2568"/>
                  </a:lnTo>
                  <a:lnTo>
                    <a:pt x="4492" y="2407"/>
                  </a:lnTo>
                  <a:lnTo>
                    <a:pt x="4753" y="2267"/>
                  </a:lnTo>
                  <a:lnTo>
                    <a:pt x="5034" y="2166"/>
                  </a:lnTo>
                  <a:lnTo>
                    <a:pt x="5174" y="2126"/>
                  </a:lnTo>
                  <a:lnTo>
                    <a:pt x="5315" y="2106"/>
                  </a:lnTo>
                  <a:lnTo>
                    <a:pt x="5415" y="2106"/>
                  </a:lnTo>
                  <a:lnTo>
                    <a:pt x="2667" y="1"/>
                  </a:lnTo>
                  <a:close/>
                </a:path>
              </a:pathLst>
            </a:custGeom>
            <a:solidFill>
              <a:srgbClr val="FF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28">
              <a:extLst>
                <a:ext uri="{FF2B5EF4-FFF2-40B4-BE49-F238E27FC236}">
                  <a16:creationId xmlns:a16="http://schemas.microsoft.com/office/drawing/2014/main" id="{9F421DD0-648F-B494-709C-3B1D063B4F6D}"/>
                </a:ext>
              </a:extLst>
            </p:cNvPr>
            <p:cNvSpPr/>
            <p:nvPr/>
          </p:nvSpPr>
          <p:spPr>
            <a:xfrm>
              <a:off x="10484425" y="4335325"/>
              <a:ext cx="135375" cy="156950"/>
            </a:xfrm>
            <a:custGeom>
              <a:avLst/>
              <a:gdLst/>
              <a:ahLst/>
              <a:cxnLst/>
              <a:rect l="l" t="t" r="r" b="b"/>
              <a:pathLst>
                <a:path w="5415" h="6278" fill="none" extrusionOk="0">
                  <a:moveTo>
                    <a:pt x="5415" y="2106"/>
                  </a:moveTo>
                  <a:lnTo>
                    <a:pt x="5415" y="2106"/>
                  </a:lnTo>
                  <a:lnTo>
                    <a:pt x="5315" y="2106"/>
                  </a:lnTo>
                  <a:lnTo>
                    <a:pt x="5315" y="2106"/>
                  </a:lnTo>
                  <a:lnTo>
                    <a:pt x="5174" y="2126"/>
                  </a:lnTo>
                  <a:lnTo>
                    <a:pt x="5034" y="2166"/>
                  </a:lnTo>
                  <a:lnTo>
                    <a:pt x="4753" y="2267"/>
                  </a:lnTo>
                  <a:lnTo>
                    <a:pt x="4492" y="2407"/>
                  </a:lnTo>
                  <a:lnTo>
                    <a:pt x="4252" y="2568"/>
                  </a:lnTo>
                  <a:lnTo>
                    <a:pt x="4011" y="2748"/>
                  </a:lnTo>
                  <a:lnTo>
                    <a:pt x="3811" y="2929"/>
                  </a:lnTo>
                  <a:lnTo>
                    <a:pt x="3490" y="3249"/>
                  </a:lnTo>
                  <a:lnTo>
                    <a:pt x="3490" y="3249"/>
                  </a:lnTo>
                  <a:lnTo>
                    <a:pt x="2888" y="3931"/>
                  </a:lnTo>
                  <a:lnTo>
                    <a:pt x="2387" y="4453"/>
                  </a:lnTo>
                  <a:lnTo>
                    <a:pt x="1845" y="5014"/>
                  </a:lnTo>
                  <a:lnTo>
                    <a:pt x="1284" y="5556"/>
                  </a:lnTo>
                  <a:lnTo>
                    <a:pt x="1003" y="5776"/>
                  </a:lnTo>
                  <a:lnTo>
                    <a:pt x="762" y="5977"/>
                  </a:lnTo>
                  <a:lnTo>
                    <a:pt x="542" y="6137"/>
                  </a:lnTo>
                  <a:lnTo>
                    <a:pt x="341" y="6238"/>
                  </a:lnTo>
                  <a:lnTo>
                    <a:pt x="261" y="6258"/>
                  </a:lnTo>
                  <a:lnTo>
                    <a:pt x="181" y="6278"/>
                  </a:lnTo>
                  <a:lnTo>
                    <a:pt x="120" y="6258"/>
                  </a:lnTo>
                  <a:lnTo>
                    <a:pt x="80" y="6238"/>
                  </a:lnTo>
                  <a:lnTo>
                    <a:pt x="80" y="6238"/>
                  </a:lnTo>
                  <a:lnTo>
                    <a:pt x="40" y="6197"/>
                  </a:lnTo>
                  <a:lnTo>
                    <a:pt x="20" y="6137"/>
                  </a:lnTo>
                  <a:lnTo>
                    <a:pt x="0" y="6077"/>
                  </a:lnTo>
                  <a:lnTo>
                    <a:pt x="0" y="5997"/>
                  </a:lnTo>
                  <a:lnTo>
                    <a:pt x="40" y="5816"/>
                  </a:lnTo>
                  <a:lnTo>
                    <a:pt x="120" y="5576"/>
                  </a:lnTo>
                  <a:lnTo>
                    <a:pt x="221" y="5315"/>
                  </a:lnTo>
                  <a:lnTo>
                    <a:pt x="361" y="5034"/>
                  </a:lnTo>
                  <a:lnTo>
                    <a:pt x="702" y="4393"/>
                  </a:lnTo>
                  <a:lnTo>
                    <a:pt x="1103" y="3751"/>
                  </a:lnTo>
                  <a:lnTo>
                    <a:pt x="1484" y="3109"/>
                  </a:lnTo>
                  <a:lnTo>
                    <a:pt x="2126" y="2126"/>
                  </a:lnTo>
                  <a:lnTo>
                    <a:pt x="2126" y="2126"/>
                  </a:lnTo>
                  <a:lnTo>
                    <a:pt x="2306" y="1765"/>
                  </a:lnTo>
                  <a:lnTo>
                    <a:pt x="2487" y="1445"/>
                  </a:lnTo>
                  <a:lnTo>
                    <a:pt x="2607" y="1124"/>
                  </a:lnTo>
                  <a:lnTo>
                    <a:pt x="2687" y="823"/>
                  </a:lnTo>
                  <a:lnTo>
                    <a:pt x="2748" y="562"/>
                  </a:lnTo>
                  <a:lnTo>
                    <a:pt x="2748" y="321"/>
                  </a:lnTo>
                  <a:lnTo>
                    <a:pt x="2728" y="141"/>
                  </a:lnTo>
                  <a:lnTo>
                    <a:pt x="2708" y="61"/>
                  </a:lnTo>
                  <a:lnTo>
                    <a:pt x="2667" y="1"/>
                  </a:lnTo>
                  <a:lnTo>
                    <a:pt x="5415" y="210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6391;p28">
              <a:extLst>
                <a:ext uri="{FF2B5EF4-FFF2-40B4-BE49-F238E27FC236}">
                  <a16:creationId xmlns:a16="http://schemas.microsoft.com/office/drawing/2014/main" id="{C946ED4D-4D9F-7FB4-861C-675545F99401}"/>
                </a:ext>
              </a:extLst>
            </p:cNvPr>
            <p:cNvSpPr/>
            <p:nvPr/>
          </p:nvSpPr>
          <p:spPr>
            <a:xfrm>
              <a:off x="10876475" y="3707125"/>
              <a:ext cx="228650" cy="250700"/>
            </a:xfrm>
            <a:custGeom>
              <a:avLst/>
              <a:gdLst/>
              <a:ahLst/>
              <a:cxnLst/>
              <a:rect l="l" t="t" r="r" b="b"/>
              <a:pathLst>
                <a:path w="9146" h="10028" extrusionOk="0">
                  <a:moveTo>
                    <a:pt x="7120" y="0"/>
                  </a:moveTo>
                  <a:lnTo>
                    <a:pt x="7020" y="20"/>
                  </a:lnTo>
                  <a:lnTo>
                    <a:pt x="6900" y="60"/>
                  </a:lnTo>
                  <a:lnTo>
                    <a:pt x="6779" y="121"/>
                  </a:lnTo>
                  <a:lnTo>
                    <a:pt x="6639" y="241"/>
                  </a:lnTo>
                  <a:lnTo>
                    <a:pt x="6478" y="401"/>
                  </a:lnTo>
                  <a:lnTo>
                    <a:pt x="6298" y="602"/>
                  </a:lnTo>
                  <a:lnTo>
                    <a:pt x="5897" y="1103"/>
                  </a:lnTo>
                  <a:lnTo>
                    <a:pt x="5415" y="1705"/>
                  </a:lnTo>
                  <a:lnTo>
                    <a:pt x="4393" y="3049"/>
                  </a:lnTo>
                  <a:lnTo>
                    <a:pt x="3871" y="3710"/>
                  </a:lnTo>
                  <a:lnTo>
                    <a:pt x="3390" y="4332"/>
                  </a:lnTo>
                  <a:lnTo>
                    <a:pt x="3029" y="4733"/>
                  </a:lnTo>
                  <a:lnTo>
                    <a:pt x="2708" y="5074"/>
                  </a:lnTo>
                  <a:lnTo>
                    <a:pt x="2447" y="5315"/>
                  </a:lnTo>
                  <a:lnTo>
                    <a:pt x="2327" y="5395"/>
                  </a:lnTo>
                  <a:lnTo>
                    <a:pt x="2227" y="5455"/>
                  </a:lnTo>
                  <a:lnTo>
                    <a:pt x="1886" y="5575"/>
                  </a:lnTo>
                  <a:lnTo>
                    <a:pt x="1525" y="5676"/>
                  </a:lnTo>
                  <a:lnTo>
                    <a:pt x="863" y="5876"/>
                  </a:lnTo>
                  <a:lnTo>
                    <a:pt x="302" y="5997"/>
                  </a:lnTo>
                  <a:lnTo>
                    <a:pt x="1" y="6057"/>
                  </a:lnTo>
                  <a:lnTo>
                    <a:pt x="1" y="6077"/>
                  </a:lnTo>
                  <a:lnTo>
                    <a:pt x="1485" y="7200"/>
                  </a:lnTo>
                  <a:lnTo>
                    <a:pt x="5215" y="10028"/>
                  </a:lnTo>
                  <a:lnTo>
                    <a:pt x="5215" y="10007"/>
                  </a:lnTo>
                  <a:lnTo>
                    <a:pt x="5155" y="9687"/>
                  </a:lnTo>
                  <a:lnTo>
                    <a:pt x="5115" y="9426"/>
                  </a:lnTo>
                  <a:lnTo>
                    <a:pt x="5115" y="9105"/>
                  </a:lnTo>
                  <a:lnTo>
                    <a:pt x="5135" y="8704"/>
                  </a:lnTo>
                  <a:lnTo>
                    <a:pt x="5175" y="8483"/>
                  </a:lnTo>
                  <a:lnTo>
                    <a:pt x="5215" y="8243"/>
                  </a:lnTo>
                  <a:lnTo>
                    <a:pt x="5255" y="8102"/>
                  </a:lnTo>
                  <a:lnTo>
                    <a:pt x="5255" y="8042"/>
                  </a:lnTo>
                  <a:lnTo>
                    <a:pt x="5315" y="7902"/>
                  </a:lnTo>
                  <a:lnTo>
                    <a:pt x="5335" y="7842"/>
                  </a:lnTo>
                  <a:lnTo>
                    <a:pt x="5335" y="7822"/>
                  </a:lnTo>
                  <a:lnTo>
                    <a:pt x="5456" y="7561"/>
                  </a:lnTo>
                  <a:lnTo>
                    <a:pt x="5636" y="7220"/>
                  </a:lnTo>
                  <a:lnTo>
                    <a:pt x="6137" y="6398"/>
                  </a:lnTo>
                  <a:lnTo>
                    <a:pt x="7080" y="4974"/>
                  </a:lnTo>
                  <a:lnTo>
                    <a:pt x="8063" y="3510"/>
                  </a:lnTo>
                  <a:lnTo>
                    <a:pt x="8504" y="2868"/>
                  </a:lnTo>
                  <a:lnTo>
                    <a:pt x="8845" y="2307"/>
                  </a:lnTo>
                  <a:lnTo>
                    <a:pt x="8965" y="2086"/>
                  </a:lnTo>
                  <a:lnTo>
                    <a:pt x="9065" y="1885"/>
                  </a:lnTo>
                  <a:lnTo>
                    <a:pt x="9126" y="1725"/>
                  </a:lnTo>
                  <a:lnTo>
                    <a:pt x="9146" y="1625"/>
                  </a:lnTo>
                  <a:lnTo>
                    <a:pt x="9126" y="1524"/>
                  </a:lnTo>
                  <a:lnTo>
                    <a:pt x="9106" y="1424"/>
                  </a:lnTo>
                  <a:lnTo>
                    <a:pt x="9045" y="1304"/>
                  </a:lnTo>
                  <a:lnTo>
                    <a:pt x="8985" y="1183"/>
                  </a:lnTo>
                  <a:lnTo>
                    <a:pt x="8785" y="923"/>
                  </a:lnTo>
                  <a:lnTo>
                    <a:pt x="8564" y="662"/>
                  </a:lnTo>
                  <a:lnTo>
                    <a:pt x="8283" y="441"/>
                  </a:lnTo>
                  <a:lnTo>
                    <a:pt x="8143" y="321"/>
                  </a:lnTo>
                  <a:lnTo>
                    <a:pt x="8003" y="241"/>
                  </a:lnTo>
                  <a:lnTo>
                    <a:pt x="7842" y="161"/>
                  </a:lnTo>
                  <a:lnTo>
                    <a:pt x="7682" y="80"/>
                  </a:lnTo>
                  <a:lnTo>
                    <a:pt x="7521" y="40"/>
                  </a:lnTo>
                  <a:lnTo>
                    <a:pt x="73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6392;p28">
              <a:extLst>
                <a:ext uri="{FF2B5EF4-FFF2-40B4-BE49-F238E27FC236}">
                  <a16:creationId xmlns:a16="http://schemas.microsoft.com/office/drawing/2014/main" id="{5E0AC15A-52EF-B221-7CCF-0A7C123928BC}"/>
                </a:ext>
              </a:extLst>
            </p:cNvPr>
            <p:cNvSpPr/>
            <p:nvPr/>
          </p:nvSpPr>
          <p:spPr>
            <a:xfrm>
              <a:off x="10876475" y="3707125"/>
              <a:ext cx="228650" cy="250700"/>
            </a:xfrm>
            <a:custGeom>
              <a:avLst/>
              <a:gdLst/>
              <a:ahLst/>
              <a:cxnLst/>
              <a:rect l="l" t="t" r="r" b="b"/>
              <a:pathLst>
                <a:path w="9146" h="10028" fill="none" extrusionOk="0">
                  <a:moveTo>
                    <a:pt x="9146" y="1625"/>
                  </a:moveTo>
                  <a:lnTo>
                    <a:pt x="9146" y="1625"/>
                  </a:lnTo>
                  <a:lnTo>
                    <a:pt x="9126" y="1725"/>
                  </a:lnTo>
                  <a:lnTo>
                    <a:pt x="9065" y="1885"/>
                  </a:lnTo>
                  <a:lnTo>
                    <a:pt x="8965" y="2086"/>
                  </a:lnTo>
                  <a:lnTo>
                    <a:pt x="8845" y="2307"/>
                  </a:lnTo>
                  <a:lnTo>
                    <a:pt x="8504" y="2868"/>
                  </a:lnTo>
                  <a:lnTo>
                    <a:pt x="8063" y="3510"/>
                  </a:lnTo>
                  <a:lnTo>
                    <a:pt x="7080" y="4974"/>
                  </a:lnTo>
                  <a:lnTo>
                    <a:pt x="6137" y="6398"/>
                  </a:lnTo>
                  <a:lnTo>
                    <a:pt x="6137" y="6398"/>
                  </a:lnTo>
                  <a:lnTo>
                    <a:pt x="5636" y="7220"/>
                  </a:lnTo>
                  <a:lnTo>
                    <a:pt x="5456" y="7561"/>
                  </a:lnTo>
                  <a:lnTo>
                    <a:pt x="5335" y="7822"/>
                  </a:lnTo>
                  <a:lnTo>
                    <a:pt x="5335" y="7842"/>
                  </a:lnTo>
                  <a:lnTo>
                    <a:pt x="5335" y="7842"/>
                  </a:lnTo>
                  <a:lnTo>
                    <a:pt x="5315" y="7902"/>
                  </a:lnTo>
                  <a:lnTo>
                    <a:pt x="5315" y="7902"/>
                  </a:lnTo>
                  <a:lnTo>
                    <a:pt x="5255" y="8042"/>
                  </a:lnTo>
                  <a:lnTo>
                    <a:pt x="5255" y="8042"/>
                  </a:lnTo>
                  <a:lnTo>
                    <a:pt x="5255" y="8102"/>
                  </a:lnTo>
                  <a:lnTo>
                    <a:pt x="5255" y="8102"/>
                  </a:lnTo>
                  <a:lnTo>
                    <a:pt x="5215" y="8243"/>
                  </a:lnTo>
                  <a:lnTo>
                    <a:pt x="5215" y="8243"/>
                  </a:lnTo>
                  <a:lnTo>
                    <a:pt x="5215" y="8243"/>
                  </a:lnTo>
                  <a:lnTo>
                    <a:pt x="5175" y="8483"/>
                  </a:lnTo>
                  <a:lnTo>
                    <a:pt x="5135" y="8704"/>
                  </a:lnTo>
                  <a:lnTo>
                    <a:pt x="5115" y="9105"/>
                  </a:lnTo>
                  <a:lnTo>
                    <a:pt x="5115" y="9105"/>
                  </a:lnTo>
                  <a:lnTo>
                    <a:pt x="5115" y="9426"/>
                  </a:lnTo>
                  <a:lnTo>
                    <a:pt x="5155" y="9687"/>
                  </a:lnTo>
                  <a:lnTo>
                    <a:pt x="5215" y="10007"/>
                  </a:lnTo>
                  <a:lnTo>
                    <a:pt x="5215" y="10007"/>
                  </a:lnTo>
                  <a:lnTo>
                    <a:pt x="5215" y="10028"/>
                  </a:lnTo>
                  <a:lnTo>
                    <a:pt x="1485" y="7200"/>
                  </a:lnTo>
                  <a:lnTo>
                    <a:pt x="1" y="6077"/>
                  </a:lnTo>
                  <a:lnTo>
                    <a:pt x="1" y="6077"/>
                  </a:lnTo>
                  <a:lnTo>
                    <a:pt x="1" y="6057"/>
                  </a:lnTo>
                  <a:lnTo>
                    <a:pt x="1" y="6057"/>
                  </a:lnTo>
                  <a:lnTo>
                    <a:pt x="302" y="5997"/>
                  </a:lnTo>
                  <a:lnTo>
                    <a:pt x="863" y="5876"/>
                  </a:lnTo>
                  <a:lnTo>
                    <a:pt x="863" y="5876"/>
                  </a:lnTo>
                  <a:lnTo>
                    <a:pt x="1525" y="5676"/>
                  </a:lnTo>
                  <a:lnTo>
                    <a:pt x="1886" y="5575"/>
                  </a:lnTo>
                  <a:lnTo>
                    <a:pt x="2227" y="5455"/>
                  </a:lnTo>
                  <a:lnTo>
                    <a:pt x="2227" y="5455"/>
                  </a:lnTo>
                  <a:lnTo>
                    <a:pt x="2327" y="5395"/>
                  </a:lnTo>
                  <a:lnTo>
                    <a:pt x="2447" y="5315"/>
                  </a:lnTo>
                  <a:lnTo>
                    <a:pt x="2708" y="5074"/>
                  </a:lnTo>
                  <a:lnTo>
                    <a:pt x="3029" y="4733"/>
                  </a:lnTo>
                  <a:lnTo>
                    <a:pt x="3390" y="4332"/>
                  </a:lnTo>
                  <a:lnTo>
                    <a:pt x="3390" y="4332"/>
                  </a:lnTo>
                  <a:lnTo>
                    <a:pt x="3871" y="3710"/>
                  </a:lnTo>
                  <a:lnTo>
                    <a:pt x="4393" y="3049"/>
                  </a:lnTo>
                  <a:lnTo>
                    <a:pt x="5415" y="1705"/>
                  </a:lnTo>
                  <a:lnTo>
                    <a:pt x="5897" y="1103"/>
                  </a:lnTo>
                  <a:lnTo>
                    <a:pt x="6298" y="602"/>
                  </a:lnTo>
                  <a:lnTo>
                    <a:pt x="6478" y="401"/>
                  </a:lnTo>
                  <a:lnTo>
                    <a:pt x="6639" y="241"/>
                  </a:lnTo>
                  <a:lnTo>
                    <a:pt x="6779" y="121"/>
                  </a:lnTo>
                  <a:lnTo>
                    <a:pt x="6900" y="60"/>
                  </a:lnTo>
                  <a:lnTo>
                    <a:pt x="6900" y="60"/>
                  </a:lnTo>
                  <a:lnTo>
                    <a:pt x="7020" y="20"/>
                  </a:lnTo>
                  <a:lnTo>
                    <a:pt x="7120" y="0"/>
                  </a:lnTo>
                  <a:lnTo>
                    <a:pt x="7240" y="0"/>
                  </a:lnTo>
                  <a:lnTo>
                    <a:pt x="7361" y="0"/>
                  </a:lnTo>
                  <a:lnTo>
                    <a:pt x="7361" y="0"/>
                  </a:lnTo>
                  <a:lnTo>
                    <a:pt x="7521" y="40"/>
                  </a:lnTo>
                  <a:lnTo>
                    <a:pt x="7682" y="80"/>
                  </a:lnTo>
                  <a:lnTo>
                    <a:pt x="7842" y="161"/>
                  </a:lnTo>
                  <a:lnTo>
                    <a:pt x="8003" y="241"/>
                  </a:lnTo>
                  <a:lnTo>
                    <a:pt x="8143" y="321"/>
                  </a:lnTo>
                  <a:lnTo>
                    <a:pt x="8283" y="441"/>
                  </a:lnTo>
                  <a:lnTo>
                    <a:pt x="8564" y="662"/>
                  </a:lnTo>
                  <a:lnTo>
                    <a:pt x="8785" y="923"/>
                  </a:lnTo>
                  <a:lnTo>
                    <a:pt x="8985" y="1183"/>
                  </a:lnTo>
                  <a:lnTo>
                    <a:pt x="9045" y="1304"/>
                  </a:lnTo>
                  <a:lnTo>
                    <a:pt x="9106" y="1424"/>
                  </a:lnTo>
                  <a:lnTo>
                    <a:pt x="9126" y="1524"/>
                  </a:lnTo>
                  <a:lnTo>
                    <a:pt x="9146" y="1625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28">
              <a:extLst>
                <a:ext uri="{FF2B5EF4-FFF2-40B4-BE49-F238E27FC236}">
                  <a16:creationId xmlns:a16="http://schemas.microsoft.com/office/drawing/2014/main" id="{14C8C88B-9852-32AC-0DB1-9D3D6EBAE3AE}"/>
                </a:ext>
              </a:extLst>
            </p:cNvPr>
            <p:cNvSpPr/>
            <p:nvPr/>
          </p:nvSpPr>
          <p:spPr>
            <a:xfrm>
              <a:off x="10753150" y="3852025"/>
              <a:ext cx="299325" cy="226125"/>
            </a:xfrm>
            <a:custGeom>
              <a:avLst/>
              <a:gdLst/>
              <a:ahLst/>
              <a:cxnLst/>
              <a:rect l="l" t="t" r="r" b="b"/>
              <a:pathLst>
                <a:path w="11973" h="9045" extrusionOk="0">
                  <a:moveTo>
                    <a:pt x="0" y="0"/>
                  </a:moveTo>
                  <a:lnTo>
                    <a:pt x="1184" y="1143"/>
                  </a:lnTo>
                  <a:lnTo>
                    <a:pt x="1805" y="1745"/>
                  </a:lnTo>
                  <a:lnTo>
                    <a:pt x="2467" y="2326"/>
                  </a:lnTo>
                  <a:lnTo>
                    <a:pt x="3209" y="2988"/>
                  </a:lnTo>
                  <a:lnTo>
                    <a:pt x="3971" y="3630"/>
                  </a:lnTo>
                  <a:lnTo>
                    <a:pt x="4753" y="4272"/>
                  </a:lnTo>
                  <a:lnTo>
                    <a:pt x="5555" y="4873"/>
                  </a:lnTo>
                  <a:lnTo>
                    <a:pt x="6338" y="5475"/>
                  </a:lnTo>
                  <a:lnTo>
                    <a:pt x="7140" y="6036"/>
                  </a:lnTo>
                  <a:lnTo>
                    <a:pt x="7962" y="6598"/>
                  </a:lnTo>
                  <a:lnTo>
                    <a:pt x="8784" y="7139"/>
                  </a:lnTo>
                  <a:lnTo>
                    <a:pt x="9606" y="7641"/>
                  </a:lnTo>
                  <a:lnTo>
                    <a:pt x="10409" y="8142"/>
                  </a:lnTo>
                  <a:lnTo>
                    <a:pt x="11211" y="8603"/>
                  </a:lnTo>
                  <a:lnTo>
                    <a:pt x="11973" y="9045"/>
                  </a:lnTo>
                  <a:lnTo>
                    <a:pt x="11632" y="8403"/>
                  </a:lnTo>
                  <a:lnTo>
                    <a:pt x="11311" y="7801"/>
                  </a:lnTo>
                  <a:lnTo>
                    <a:pt x="11050" y="7220"/>
                  </a:lnTo>
                  <a:lnTo>
                    <a:pt x="10830" y="6678"/>
                  </a:lnTo>
                  <a:lnTo>
                    <a:pt x="9707" y="5996"/>
                  </a:lnTo>
                  <a:lnTo>
                    <a:pt x="8584" y="5274"/>
                  </a:lnTo>
                  <a:lnTo>
                    <a:pt x="7481" y="4512"/>
                  </a:lnTo>
                  <a:lnTo>
                    <a:pt x="6939" y="4131"/>
                  </a:lnTo>
                  <a:lnTo>
                    <a:pt x="6418" y="3730"/>
                  </a:lnTo>
                  <a:lnTo>
                    <a:pt x="5435" y="2968"/>
                  </a:lnTo>
                  <a:lnTo>
                    <a:pt x="4473" y="2166"/>
                  </a:lnTo>
                  <a:lnTo>
                    <a:pt x="3450" y="1263"/>
                  </a:lnTo>
                  <a:lnTo>
                    <a:pt x="2487" y="361"/>
                  </a:lnTo>
                  <a:lnTo>
                    <a:pt x="1725" y="301"/>
                  </a:lnTo>
                  <a:lnTo>
                    <a:pt x="923" y="201"/>
                  </a:lnTo>
                  <a:lnTo>
                    <a:pt x="502" y="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28">
              <a:extLst>
                <a:ext uri="{FF2B5EF4-FFF2-40B4-BE49-F238E27FC236}">
                  <a16:creationId xmlns:a16="http://schemas.microsoft.com/office/drawing/2014/main" id="{1FF60735-6E11-EBD6-CAF5-B7BACEBD5C4D}"/>
                </a:ext>
              </a:extLst>
            </p:cNvPr>
            <p:cNvSpPr/>
            <p:nvPr/>
          </p:nvSpPr>
          <p:spPr>
            <a:xfrm>
              <a:off x="10753150" y="3852025"/>
              <a:ext cx="299325" cy="226125"/>
            </a:xfrm>
            <a:custGeom>
              <a:avLst/>
              <a:gdLst/>
              <a:ahLst/>
              <a:cxnLst/>
              <a:rect l="l" t="t" r="r" b="b"/>
              <a:pathLst>
                <a:path w="11973" h="9045" fill="none" extrusionOk="0">
                  <a:moveTo>
                    <a:pt x="11973" y="9045"/>
                  </a:moveTo>
                  <a:lnTo>
                    <a:pt x="11973" y="9045"/>
                  </a:lnTo>
                  <a:lnTo>
                    <a:pt x="11211" y="8603"/>
                  </a:lnTo>
                  <a:lnTo>
                    <a:pt x="10409" y="8142"/>
                  </a:lnTo>
                  <a:lnTo>
                    <a:pt x="9606" y="7641"/>
                  </a:lnTo>
                  <a:lnTo>
                    <a:pt x="8784" y="7139"/>
                  </a:lnTo>
                  <a:lnTo>
                    <a:pt x="7962" y="6598"/>
                  </a:lnTo>
                  <a:lnTo>
                    <a:pt x="7140" y="6036"/>
                  </a:lnTo>
                  <a:lnTo>
                    <a:pt x="6338" y="5475"/>
                  </a:lnTo>
                  <a:lnTo>
                    <a:pt x="5555" y="4873"/>
                  </a:lnTo>
                  <a:lnTo>
                    <a:pt x="5555" y="4873"/>
                  </a:lnTo>
                  <a:lnTo>
                    <a:pt x="4753" y="4272"/>
                  </a:lnTo>
                  <a:lnTo>
                    <a:pt x="3971" y="3630"/>
                  </a:lnTo>
                  <a:lnTo>
                    <a:pt x="3209" y="2988"/>
                  </a:lnTo>
                  <a:lnTo>
                    <a:pt x="2467" y="2326"/>
                  </a:lnTo>
                  <a:lnTo>
                    <a:pt x="2467" y="2326"/>
                  </a:lnTo>
                  <a:lnTo>
                    <a:pt x="1805" y="1745"/>
                  </a:lnTo>
                  <a:lnTo>
                    <a:pt x="1184" y="1143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2" y="120"/>
                  </a:lnTo>
                  <a:lnTo>
                    <a:pt x="923" y="201"/>
                  </a:lnTo>
                  <a:lnTo>
                    <a:pt x="923" y="201"/>
                  </a:lnTo>
                  <a:lnTo>
                    <a:pt x="1725" y="301"/>
                  </a:lnTo>
                  <a:lnTo>
                    <a:pt x="2487" y="361"/>
                  </a:lnTo>
                  <a:lnTo>
                    <a:pt x="2487" y="361"/>
                  </a:lnTo>
                  <a:lnTo>
                    <a:pt x="3450" y="1263"/>
                  </a:lnTo>
                  <a:lnTo>
                    <a:pt x="4473" y="2166"/>
                  </a:lnTo>
                  <a:lnTo>
                    <a:pt x="4473" y="2166"/>
                  </a:lnTo>
                  <a:lnTo>
                    <a:pt x="5435" y="2968"/>
                  </a:lnTo>
                  <a:lnTo>
                    <a:pt x="6418" y="3730"/>
                  </a:lnTo>
                  <a:lnTo>
                    <a:pt x="6418" y="3730"/>
                  </a:lnTo>
                  <a:lnTo>
                    <a:pt x="6939" y="4131"/>
                  </a:lnTo>
                  <a:lnTo>
                    <a:pt x="7481" y="4512"/>
                  </a:lnTo>
                  <a:lnTo>
                    <a:pt x="8584" y="5274"/>
                  </a:lnTo>
                  <a:lnTo>
                    <a:pt x="9707" y="5996"/>
                  </a:lnTo>
                  <a:lnTo>
                    <a:pt x="10830" y="6678"/>
                  </a:lnTo>
                  <a:lnTo>
                    <a:pt x="10830" y="6678"/>
                  </a:lnTo>
                  <a:lnTo>
                    <a:pt x="11050" y="7220"/>
                  </a:lnTo>
                  <a:lnTo>
                    <a:pt x="11311" y="7801"/>
                  </a:lnTo>
                  <a:lnTo>
                    <a:pt x="11632" y="8403"/>
                  </a:lnTo>
                  <a:lnTo>
                    <a:pt x="11973" y="904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28">
              <a:extLst>
                <a:ext uri="{FF2B5EF4-FFF2-40B4-BE49-F238E27FC236}">
                  <a16:creationId xmlns:a16="http://schemas.microsoft.com/office/drawing/2014/main" id="{26AF6A7F-FA3A-276C-6B18-532C84961F52}"/>
                </a:ext>
              </a:extLst>
            </p:cNvPr>
            <p:cNvSpPr/>
            <p:nvPr/>
          </p:nvSpPr>
          <p:spPr>
            <a:xfrm>
              <a:off x="10512500" y="3797375"/>
              <a:ext cx="655800" cy="496375"/>
            </a:xfrm>
            <a:custGeom>
              <a:avLst/>
              <a:gdLst/>
              <a:ahLst/>
              <a:cxnLst/>
              <a:rect l="l" t="t" r="r" b="b"/>
              <a:pathLst>
                <a:path w="26232" h="19855" extrusionOk="0">
                  <a:moveTo>
                    <a:pt x="0" y="0"/>
                  </a:moveTo>
                  <a:lnTo>
                    <a:pt x="1043" y="1083"/>
                  </a:lnTo>
                  <a:lnTo>
                    <a:pt x="2166" y="2186"/>
                  </a:lnTo>
                  <a:lnTo>
                    <a:pt x="3309" y="3309"/>
                  </a:lnTo>
                  <a:lnTo>
                    <a:pt x="4533" y="4452"/>
                  </a:lnTo>
                  <a:lnTo>
                    <a:pt x="5435" y="5274"/>
                  </a:lnTo>
                  <a:lnTo>
                    <a:pt x="6357" y="6117"/>
                  </a:lnTo>
                  <a:lnTo>
                    <a:pt x="7300" y="6939"/>
                  </a:lnTo>
                  <a:lnTo>
                    <a:pt x="8263" y="7761"/>
                  </a:lnTo>
                  <a:lnTo>
                    <a:pt x="9225" y="8583"/>
                  </a:lnTo>
                  <a:lnTo>
                    <a:pt x="10228" y="9386"/>
                  </a:lnTo>
                  <a:lnTo>
                    <a:pt x="11211" y="10188"/>
                  </a:lnTo>
                  <a:lnTo>
                    <a:pt x="12213" y="10950"/>
                  </a:lnTo>
                  <a:lnTo>
                    <a:pt x="13096" y="11612"/>
                  </a:lnTo>
                  <a:lnTo>
                    <a:pt x="13958" y="12253"/>
                  </a:lnTo>
                  <a:lnTo>
                    <a:pt x="14861" y="12875"/>
                  </a:lnTo>
                  <a:lnTo>
                    <a:pt x="15743" y="13497"/>
                  </a:lnTo>
                  <a:lnTo>
                    <a:pt x="17548" y="14700"/>
                  </a:lnTo>
                  <a:lnTo>
                    <a:pt x="19353" y="15863"/>
                  </a:lnTo>
                  <a:lnTo>
                    <a:pt x="21138" y="16966"/>
                  </a:lnTo>
                  <a:lnTo>
                    <a:pt x="22882" y="17989"/>
                  </a:lnTo>
                  <a:lnTo>
                    <a:pt x="24587" y="18972"/>
                  </a:lnTo>
                  <a:lnTo>
                    <a:pt x="26231" y="19854"/>
                  </a:lnTo>
                  <a:lnTo>
                    <a:pt x="26051" y="19373"/>
                  </a:lnTo>
                  <a:lnTo>
                    <a:pt x="25850" y="18871"/>
                  </a:lnTo>
                  <a:lnTo>
                    <a:pt x="25630" y="18350"/>
                  </a:lnTo>
                  <a:lnTo>
                    <a:pt x="25389" y="17809"/>
                  </a:lnTo>
                  <a:lnTo>
                    <a:pt x="25128" y="17247"/>
                  </a:lnTo>
                  <a:lnTo>
                    <a:pt x="24848" y="16665"/>
                  </a:lnTo>
                  <a:lnTo>
                    <a:pt x="24527" y="16064"/>
                  </a:lnTo>
                  <a:lnTo>
                    <a:pt x="24186" y="15442"/>
                  </a:lnTo>
                  <a:lnTo>
                    <a:pt x="22922" y="14700"/>
                  </a:lnTo>
                  <a:lnTo>
                    <a:pt x="21619" y="13938"/>
                  </a:lnTo>
                  <a:lnTo>
                    <a:pt x="20315" y="13136"/>
                  </a:lnTo>
                  <a:lnTo>
                    <a:pt x="19012" y="12294"/>
                  </a:lnTo>
                  <a:lnTo>
                    <a:pt x="17708" y="11431"/>
                  </a:lnTo>
                  <a:lnTo>
                    <a:pt x="16405" y="10569"/>
                  </a:lnTo>
                  <a:lnTo>
                    <a:pt x="15141" y="9666"/>
                  </a:lnTo>
                  <a:lnTo>
                    <a:pt x="13898" y="8744"/>
                  </a:lnTo>
                  <a:lnTo>
                    <a:pt x="12514" y="7661"/>
                  </a:lnTo>
                  <a:lnTo>
                    <a:pt x="11130" y="6518"/>
                  </a:lnTo>
                  <a:lnTo>
                    <a:pt x="9767" y="5375"/>
                  </a:lnTo>
                  <a:lnTo>
                    <a:pt x="8443" y="4191"/>
                  </a:lnTo>
                  <a:lnTo>
                    <a:pt x="7521" y="3349"/>
                  </a:lnTo>
                  <a:lnTo>
                    <a:pt x="6618" y="2527"/>
                  </a:lnTo>
                  <a:lnTo>
                    <a:pt x="4894" y="862"/>
                  </a:lnTo>
                  <a:lnTo>
                    <a:pt x="3690" y="582"/>
                  </a:lnTo>
                  <a:lnTo>
                    <a:pt x="3089" y="441"/>
                  </a:lnTo>
                  <a:lnTo>
                    <a:pt x="2467" y="321"/>
                  </a:lnTo>
                  <a:lnTo>
                    <a:pt x="1845" y="201"/>
                  </a:lnTo>
                  <a:lnTo>
                    <a:pt x="1244" y="120"/>
                  </a:lnTo>
                  <a:lnTo>
                    <a:pt x="622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28">
              <a:extLst>
                <a:ext uri="{FF2B5EF4-FFF2-40B4-BE49-F238E27FC236}">
                  <a16:creationId xmlns:a16="http://schemas.microsoft.com/office/drawing/2014/main" id="{4CB9EC1F-E3FD-0E6B-E4C9-157BAA834FDC}"/>
                </a:ext>
              </a:extLst>
            </p:cNvPr>
            <p:cNvSpPr/>
            <p:nvPr/>
          </p:nvSpPr>
          <p:spPr>
            <a:xfrm>
              <a:off x="10512500" y="3797375"/>
              <a:ext cx="655800" cy="496375"/>
            </a:xfrm>
            <a:custGeom>
              <a:avLst/>
              <a:gdLst/>
              <a:ahLst/>
              <a:cxnLst/>
              <a:rect l="l" t="t" r="r" b="b"/>
              <a:pathLst>
                <a:path w="26232" h="19855" fill="none" extrusionOk="0">
                  <a:moveTo>
                    <a:pt x="26231" y="19854"/>
                  </a:moveTo>
                  <a:lnTo>
                    <a:pt x="26231" y="19854"/>
                  </a:lnTo>
                  <a:lnTo>
                    <a:pt x="24587" y="18972"/>
                  </a:lnTo>
                  <a:lnTo>
                    <a:pt x="22882" y="17989"/>
                  </a:lnTo>
                  <a:lnTo>
                    <a:pt x="21138" y="16966"/>
                  </a:lnTo>
                  <a:lnTo>
                    <a:pt x="19353" y="15863"/>
                  </a:lnTo>
                  <a:lnTo>
                    <a:pt x="17548" y="14700"/>
                  </a:lnTo>
                  <a:lnTo>
                    <a:pt x="15743" y="13497"/>
                  </a:lnTo>
                  <a:lnTo>
                    <a:pt x="14861" y="12875"/>
                  </a:lnTo>
                  <a:lnTo>
                    <a:pt x="13958" y="12253"/>
                  </a:lnTo>
                  <a:lnTo>
                    <a:pt x="13096" y="11612"/>
                  </a:lnTo>
                  <a:lnTo>
                    <a:pt x="12213" y="10950"/>
                  </a:lnTo>
                  <a:lnTo>
                    <a:pt x="12213" y="10950"/>
                  </a:lnTo>
                  <a:lnTo>
                    <a:pt x="11211" y="10188"/>
                  </a:lnTo>
                  <a:lnTo>
                    <a:pt x="10228" y="9386"/>
                  </a:lnTo>
                  <a:lnTo>
                    <a:pt x="9225" y="8583"/>
                  </a:lnTo>
                  <a:lnTo>
                    <a:pt x="8263" y="7761"/>
                  </a:lnTo>
                  <a:lnTo>
                    <a:pt x="7300" y="6939"/>
                  </a:lnTo>
                  <a:lnTo>
                    <a:pt x="6357" y="6117"/>
                  </a:lnTo>
                  <a:lnTo>
                    <a:pt x="5435" y="5274"/>
                  </a:lnTo>
                  <a:lnTo>
                    <a:pt x="4533" y="4452"/>
                  </a:lnTo>
                  <a:lnTo>
                    <a:pt x="4533" y="4452"/>
                  </a:lnTo>
                  <a:lnTo>
                    <a:pt x="3309" y="3309"/>
                  </a:lnTo>
                  <a:lnTo>
                    <a:pt x="2166" y="2186"/>
                  </a:lnTo>
                  <a:lnTo>
                    <a:pt x="1043" y="1083"/>
                  </a:lnTo>
                  <a:lnTo>
                    <a:pt x="0" y="0"/>
                  </a:lnTo>
                  <a:lnTo>
                    <a:pt x="0" y="0"/>
                  </a:lnTo>
                  <a:lnTo>
                    <a:pt x="622" y="40"/>
                  </a:lnTo>
                  <a:lnTo>
                    <a:pt x="1244" y="120"/>
                  </a:lnTo>
                  <a:lnTo>
                    <a:pt x="1845" y="201"/>
                  </a:lnTo>
                  <a:lnTo>
                    <a:pt x="2467" y="321"/>
                  </a:lnTo>
                  <a:lnTo>
                    <a:pt x="3089" y="441"/>
                  </a:lnTo>
                  <a:lnTo>
                    <a:pt x="3690" y="582"/>
                  </a:lnTo>
                  <a:lnTo>
                    <a:pt x="4894" y="862"/>
                  </a:lnTo>
                  <a:lnTo>
                    <a:pt x="4894" y="862"/>
                  </a:lnTo>
                  <a:lnTo>
                    <a:pt x="6618" y="2527"/>
                  </a:lnTo>
                  <a:lnTo>
                    <a:pt x="7521" y="3349"/>
                  </a:lnTo>
                  <a:lnTo>
                    <a:pt x="8443" y="4191"/>
                  </a:lnTo>
                  <a:lnTo>
                    <a:pt x="8443" y="4191"/>
                  </a:lnTo>
                  <a:lnTo>
                    <a:pt x="9767" y="5375"/>
                  </a:lnTo>
                  <a:lnTo>
                    <a:pt x="11130" y="6518"/>
                  </a:lnTo>
                  <a:lnTo>
                    <a:pt x="12514" y="7661"/>
                  </a:lnTo>
                  <a:lnTo>
                    <a:pt x="13898" y="8744"/>
                  </a:lnTo>
                  <a:lnTo>
                    <a:pt x="13898" y="8744"/>
                  </a:lnTo>
                  <a:lnTo>
                    <a:pt x="15141" y="9666"/>
                  </a:lnTo>
                  <a:lnTo>
                    <a:pt x="16405" y="10569"/>
                  </a:lnTo>
                  <a:lnTo>
                    <a:pt x="17708" y="11431"/>
                  </a:lnTo>
                  <a:lnTo>
                    <a:pt x="19012" y="12294"/>
                  </a:lnTo>
                  <a:lnTo>
                    <a:pt x="20315" y="13136"/>
                  </a:lnTo>
                  <a:lnTo>
                    <a:pt x="21619" y="13938"/>
                  </a:lnTo>
                  <a:lnTo>
                    <a:pt x="22922" y="14700"/>
                  </a:lnTo>
                  <a:lnTo>
                    <a:pt x="24186" y="15442"/>
                  </a:lnTo>
                  <a:lnTo>
                    <a:pt x="24186" y="15442"/>
                  </a:lnTo>
                  <a:lnTo>
                    <a:pt x="24527" y="16064"/>
                  </a:lnTo>
                  <a:lnTo>
                    <a:pt x="24848" y="16665"/>
                  </a:lnTo>
                  <a:lnTo>
                    <a:pt x="25128" y="17247"/>
                  </a:lnTo>
                  <a:lnTo>
                    <a:pt x="25389" y="17809"/>
                  </a:lnTo>
                  <a:lnTo>
                    <a:pt x="25630" y="18350"/>
                  </a:lnTo>
                  <a:lnTo>
                    <a:pt x="25850" y="18871"/>
                  </a:lnTo>
                  <a:lnTo>
                    <a:pt x="26051" y="19373"/>
                  </a:lnTo>
                  <a:lnTo>
                    <a:pt x="26231" y="198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28">
              <a:extLst>
                <a:ext uri="{FF2B5EF4-FFF2-40B4-BE49-F238E27FC236}">
                  <a16:creationId xmlns:a16="http://schemas.microsoft.com/office/drawing/2014/main" id="{00588F42-B5C0-54E2-4991-BD15D8FE6BA9}"/>
                </a:ext>
              </a:extLst>
            </p:cNvPr>
            <p:cNvSpPr/>
            <p:nvPr/>
          </p:nvSpPr>
          <p:spPr>
            <a:xfrm>
              <a:off x="10898050" y="3815425"/>
              <a:ext cx="131875" cy="119850"/>
            </a:xfrm>
            <a:custGeom>
              <a:avLst/>
              <a:gdLst/>
              <a:ahLst/>
              <a:cxnLst/>
              <a:rect l="l" t="t" r="r" b="b"/>
              <a:pathLst>
                <a:path w="5275" h="4794" extrusionOk="0">
                  <a:moveTo>
                    <a:pt x="2527" y="0"/>
                  </a:moveTo>
                  <a:lnTo>
                    <a:pt x="2166" y="401"/>
                  </a:lnTo>
                  <a:lnTo>
                    <a:pt x="1845" y="742"/>
                  </a:lnTo>
                  <a:lnTo>
                    <a:pt x="1584" y="983"/>
                  </a:lnTo>
                  <a:lnTo>
                    <a:pt x="1464" y="1063"/>
                  </a:lnTo>
                  <a:lnTo>
                    <a:pt x="1364" y="1123"/>
                  </a:lnTo>
                  <a:lnTo>
                    <a:pt x="1023" y="1243"/>
                  </a:lnTo>
                  <a:lnTo>
                    <a:pt x="662" y="1344"/>
                  </a:lnTo>
                  <a:lnTo>
                    <a:pt x="0" y="1544"/>
                  </a:lnTo>
                  <a:lnTo>
                    <a:pt x="40" y="1564"/>
                  </a:lnTo>
                  <a:lnTo>
                    <a:pt x="1183" y="2487"/>
                  </a:lnTo>
                  <a:lnTo>
                    <a:pt x="2126" y="3209"/>
                  </a:lnTo>
                  <a:lnTo>
                    <a:pt x="3189" y="3991"/>
                  </a:lnTo>
                  <a:lnTo>
                    <a:pt x="4252" y="4773"/>
                  </a:lnTo>
                  <a:lnTo>
                    <a:pt x="4272" y="4793"/>
                  </a:lnTo>
                  <a:lnTo>
                    <a:pt x="4292" y="4532"/>
                  </a:lnTo>
                  <a:lnTo>
                    <a:pt x="4292" y="4292"/>
                  </a:lnTo>
                  <a:lnTo>
                    <a:pt x="4352" y="3911"/>
                  </a:lnTo>
                  <a:lnTo>
                    <a:pt x="4392" y="3770"/>
                  </a:lnTo>
                  <a:lnTo>
                    <a:pt x="4392" y="3710"/>
                  </a:lnTo>
                  <a:lnTo>
                    <a:pt x="4452" y="3570"/>
                  </a:lnTo>
                  <a:lnTo>
                    <a:pt x="4472" y="3510"/>
                  </a:lnTo>
                  <a:lnTo>
                    <a:pt x="4472" y="3490"/>
                  </a:lnTo>
                  <a:lnTo>
                    <a:pt x="4593" y="3229"/>
                  </a:lnTo>
                  <a:lnTo>
                    <a:pt x="4773" y="2888"/>
                  </a:lnTo>
                  <a:lnTo>
                    <a:pt x="5274" y="2066"/>
                  </a:lnTo>
                  <a:lnTo>
                    <a:pt x="4532" y="1544"/>
                  </a:lnTo>
                  <a:lnTo>
                    <a:pt x="3810" y="1003"/>
                  </a:lnTo>
                  <a:lnTo>
                    <a:pt x="3169" y="501"/>
                  </a:lnTo>
                  <a:lnTo>
                    <a:pt x="25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28">
              <a:extLst>
                <a:ext uri="{FF2B5EF4-FFF2-40B4-BE49-F238E27FC236}">
                  <a16:creationId xmlns:a16="http://schemas.microsoft.com/office/drawing/2014/main" id="{E4B99244-7EDD-9168-BB55-8A62F38606A3}"/>
                </a:ext>
              </a:extLst>
            </p:cNvPr>
            <p:cNvSpPr/>
            <p:nvPr/>
          </p:nvSpPr>
          <p:spPr>
            <a:xfrm>
              <a:off x="10898050" y="3815425"/>
              <a:ext cx="131875" cy="119850"/>
            </a:xfrm>
            <a:custGeom>
              <a:avLst/>
              <a:gdLst/>
              <a:ahLst/>
              <a:cxnLst/>
              <a:rect l="l" t="t" r="r" b="b"/>
              <a:pathLst>
                <a:path w="5275" h="4794" fill="none" extrusionOk="0">
                  <a:moveTo>
                    <a:pt x="5274" y="2066"/>
                  </a:moveTo>
                  <a:lnTo>
                    <a:pt x="5274" y="2066"/>
                  </a:lnTo>
                  <a:lnTo>
                    <a:pt x="4773" y="2888"/>
                  </a:lnTo>
                  <a:lnTo>
                    <a:pt x="4593" y="3229"/>
                  </a:lnTo>
                  <a:lnTo>
                    <a:pt x="4472" y="3490"/>
                  </a:lnTo>
                  <a:lnTo>
                    <a:pt x="4472" y="3510"/>
                  </a:lnTo>
                  <a:lnTo>
                    <a:pt x="4472" y="3510"/>
                  </a:lnTo>
                  <a:lnTo>
                    <a:pt x="4452" y="3570"/>
                  </a:lnTo>
                  <a:lnTo>
                    <a:pt x="4452" y="3570"/>
                  </a:lnTo>
                  <a:lnTo>
                    <a:pt x="4392" y="3710"/>
                  </a:lnTo>
                  <a:lnTo>
                    <a:pt x="4392" y="3710"/>
                  </a:lnTo>
                  <a:lnTo>
                    <a:pt x="4392" y="3770"/>
                  </a:lnTo>
                  <a:lnTo>
                    <a:pt x="4392" y="3770"/>
                  </a:lnTo>
                  <a:lnTo>
                    <a:pt x="4352" y="3911"/>
                  </a:lnTo>
                  <a:lnTo>
                    <a:pt x="4352" y="3911"/>
                  </a:lnTo>
                  <a:lnTo>
                    <a:pt x="4352" y="3911"/>
                  </a:lnTo>
                  <a:lnTo>
                    <a:pt x="4292" y="4292"/>
                  </a:lnTo>
                  <a:lnTo>
                    <a:pt x="4292" y="4532"/>
                  </a:lnTo>
                  <a:lnTo>
                    <a:pt x="4272" y="4793"/>
                  </a:lnTo>
                  <a:lnTo>
                    <a:pt x="4252" y="4773"/>
                  </a:lnTo>
                  <a:lnTo>
                    <a:pt x="4252" y="4773"/>
                  </a:lnTo>
                  <a:lnTo>
                    <a:pt x="3189" y="3991"/>
                  </a:lnTo>
                  <a:lnTo>
                    <a:pt x="2126" y="3209"/>
                  </a:lnTo>
                  <a:lnTo>
                    <a:pt x="2126" y="3209"/>
                  </a:lnTo>
                  <a:lnTo>
                    <a:pt x="1183" y="2487"/>
                  </a:lnTo>
                  <a:lnTo>
                    <a:pt x="1183" y="2487"/>
                  </a:lnTo>
                  <a:lnTo>
                    <a:pt x="40" y="1564"/>
                  </a:lnTo>
                  <a:lnTo>
                    <a:pt x="0" y="1544"/>
                  </a:lnTo>
                  <a:lnTo>
                    <a:pt x="0" y="1544"/>
                  </a:lnTo>
                  <a:lnTo>
                    <a:pt x="662" y="1344"/>
                  </a:lnTo>
                  <a:lnTo>
                    <a:pt x="1023" y="1243"/>
                  </a:lnTo>
                  <a:lnTo>
                    <a:pt x="1364" y="1123"/>
                  </a:lnTo>
                  <a:lnTo>
                    <a:pt x="1364" y="1123"/>
                  </a:lnTo>
                  <a:lnTo>
                    <a:pt x="1464" y="1063"/>
                  </a:lnTo>
                  <a:lnTo>
                    <a:pt x="1584" y="983"/>
                  </a:lnTo>
                  <a:lnTo>
                    <a:pt x="1845" y="742"/>
                  </a:lnTo>
                  <a:lnTo>
                    <a:pt x="2166" y="401"/>
                  </a:lnTo>
                  <a:lnTo>
                    <a:pt x="2527" y="0"/>
                  </a:lnTo>
                  <a:lnTo>
                    <a:pt x="2527" y="0"/>
                  </a:lnTo>
                  <a:lnTo>
                    <a:pt x="3169" y="501"/>
                  </a:lnTo>
                  <a:lnTo>
                    <a:pt x="3169" y="501"/>
                  </a:lnTo>
                  <a:lnTo>
                    <a:pt x="3810" y="1003"/>
                  </a:lnTo>
                  <a:lnTo>
                    <a:pt x="3810" y="1003"/>
                  </a:lnTo>
                  <a:lnTo>
                    <a:pt x="4532" y="1544"/>
                  </a:lnTo>
                  <a:lnTo>
                    <a:pt x="5274" y="20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28">
              <a:extLst>
                <a:ext uri="{FF2B5EF4-FFF2-40B4-BE49-F238E27FC236}">
                  <a16:creationId xmlns:a16="http://schemas.microsoft.com/office/drawing/2014/main" id="{64F11299-588A-9A39-B2F9-6705B008C710}"/>
                </a:ext>
              </a:extLst>
            </p:cNvPr>
            <p:cNvSpPr/>
            <p:nvPr/>
          </p:nvSpPr>
          <p:spPr>
            <a:xfrm>
              <a:off x="10484425" y="4332325"/>
              <a:ext cx="138400" cy="159950"/>
            </a:xfrm>
            <a:custGeom>
              <a:avLst/>
              <a:gdLst/>
              <a:ahLst/>
              <a:cxnLst/>
              <a:rect l="l" t="t" r="r" b="b"/>
              <a:pathLst>
                <a:path w="5536" h="6398" extrusionOk="0">
                  <a:moveTo>
                    <a:pt x="2587" y="0"/>
                  </a:moveTo>
                  <a:lnTo>
                    <a:pt x="2607" y="20"/>
                  </a:lnTo>
                  <a:lnTo>
                    <a:pt x="2667" y="121"/>
                  </a:lnTo>
                  <a:lnTo>
                    <a:pt x="2708" y="181"/>
                  </a:lnTo>
                  <a:lnTo>
                    <a:pt x="2728" y="261"/>
                  </a:lnTo>
                  <a:lnTo>
                    <a:pt x="2748" y="441"/>
                  </a:lnTo>
                  <a:lnTo>
                    <a:pt x="2748" y="682"/>
                  </a:lnTo>
                  <a:lnTo>
                    <a:pt x="2687" y="943"/>
                  </a:lnTo>
                  <a:lnTo>
                    <a:pt x="2607" y="1244"/>
                  </a:lnTo>
                  <a:lnTo>
                    <a:pt x="2487" y="1565"/>
                  </a:lnTo>
                  <a:lnTo>
                    <a:pt x="2306" y="1885"/>
                  </a:lnTo>
                  <a:lnTo>
                    <a:pt x="2126" y="2246"/>
                  </a:lnTo>
                  <a:lnTo>
                    <a:pt x="1484" y="3229"/>
                  </a:lnTo>
                  <a:lnTo>
                    <a:pt x="1103" y="3871"/>
                  </a:lnTo>
                  <a:lnTo>
                    <a:pt x="702" y="4513"/>
                  </a:lnTo>
                  <a:lnTo>
                    <a:pt x="361" y="5154"/>
                  </a:lnTo>
                  <a:lnTo>
                    <a:pt x="221" y="5435"/>
                  </a:lnTo>
                  <a:lnTo>
                    <a:pt x="120" y="5696"/>
                  </a:lnTo>
                  <a:lnTo>
                    <a:pt x="40" y="5936"/>
                  </a:lnTo>
                  <a:lnTo>
                    <a:pt x="0" y="6117"/>
                  </a:lnTo>
                  <a:lnTo>
                    <a:pt x="0" y="6197"/>
                  </a:lnTo>
                  <a:lnTo>
                    <a:pt x="20" y="6257"/>
                  </a:lnTo>
                  <a:lnTo>
                    <a:pt x="40" y="6317"/>
                  </a:lnTo>
                  <a:lnTo>
                    <a:pt x="80" y="6358"/>
                  </a:lnTo>
                  <a:lnTo>
                    <a:pt x="120" y="6378"/>
                  </a:lnTo>
                  <a:lnTo>
                    <a:pt x="181" y="6398"/>
                  </a:lnTo>
                  <a:lnTo>
                    <a:pt x="261" y="6378"/>
                  </a:lnTo>
                  <a:lnTo>
                    <a:pt x="341" y="6358"/>
                  </a:lnTo>
                  <a:lnTo>
                    <a:pt x="542" y="6257"/>
                  </a:lnTo>
                  <a:lnTo>
                    <a:pt x="762" y="6097"/>
                  </a:lnTo>
                  <a:lnTo>
                    <a:pt x="1003" y="5896"/>
                  </a:lnTo>
                  <a:lnTo>
                    <a:pt x="1284" y="5676"/>
                  </a:lnTo>
                  <a:lnTo>
                    <a:pt x="1845" y="5134"/>
                  </a:lnTo>
                  <a:lnTo>
                    <a:pt x="2387" y="4573"/>
                  </a:lnTo>
                  <a:lnTo>
                    <a:pt x="2888" y="4051"/>
                  </a:lnTo>
                  <a:lnTo>
                    <a:pt x="3490" y="3369"/>
                  </a:lnTo>
                  <a:lnTo>
                    <a:pt x="3811" y="3049"/>
                  </a:lnTo>
                  <a:lnTo>
                    <a:pt x="4011" y="2868"/>
                  </a:lnTo>
                  <a:lnTo>
                    <a:pt x="4252" y="2688"/>
                  </a:lnTo>
                  <a:lnTo>
                    <a:pt x="4492" y="2527"/>
                  </a:lnTo>
                  <a:lnTo>
                    <a:pt x="4753" y="2387"/>
                  </a:lnTo>
                  <a:lnTo>
                    <a:pt x="5034" y="2286"/>
                  </a:lnTo>
                  <a:lnTo>
                    <a:pt x="5174" y="2246"/>
                  </a:lnTo>
                  <a:lnTo>
                    <a:pt x="5315" y="2226"/>
                  </a:lnTo>
                  <a:lnTo>
                    <a:pt x="5535" y="2266"/>
                  </a:lnTo>
                  <a:lnTo>
                    <a:pt x="5154" y="1986"/>
                  </a:lnTo>
                  <a:lnTo>
                    <a:pt x="4372" y="1404"/>
                  </a:lnTo>
                  <a:lnTo>
                    <a:pt x="3470" y="702"/>
                  </a:lnTo>
                  <a:lnTo>
                    <a:pt x="2587" y="0"/>
                  </a:lnTo>
                  <a:close/>
                </a:path>
              </a:pathLst>
            </a:custGeom>
            <a:solidFill>
              <a:srgbClr val="7FC9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28">
              <a:extLst>
                <a:ext uri="{FF2B5EF4-FFF2-40B4-BE49-F238E27FC236}">
                  <a16:creationId xmlns:a16="http://schemas.microsoft.com/office/drawing/2014/main" id="{6627580B-B639-40D7-5EC1-D5B1EC01042F}"/>
                </a:ext>
              </a:extLst>
            </p:cNvPr>
            <p:cNvSpPr/>
            <p:nvPr/>
          </p:nvSpPr>
          <p:spPr>
            <a:xfrm>
              <a:off x="10484425" y="4332325"/>
              <a:ext cx="138400" cy="159950"/>
            </a:xfrm>
            <a:custGeom>
              <a:avLst/>
              <a:gdLst/>
              <a:ahLst/>
              <a:cxnLst/>
              <a:rect l="l" t="t" r="r" b="b"/>
              <a:pathLst>
                <a:path w="5536" h="6398" fill="none" extrusionOk="0">
                  <a:moveTo>
                    <a:pt x="5535" y="2266"/>
                  </a:moveTo>
                  <a:lnTo>
                    <a:pt x="5535" y="2266"/>
                  </a:lnTo>
                  <a:lnTo>
                    <a:pt x="5535" y="2266"/>
                  </a:lnTo>
                  <a:lnTo>
                    <a:pt x="5315" y="2226"/>
                  </a:lnTo>
                  <a:lnTo>
                    <a:pt x="5315" y="2226"/>
                  </a:lnTo>
                  <a:lnTo>
                    <a:pt x="5174" y="2246"/>
                  </a:lnTo>
                  <a:lnTo>
                    <a:pt x="5034" y="2286"/>
                  </a:lnTo>
                  <a:lnTo>
                    <a:pt x="4753" y="2387"/>
                  </a:lnTo>
                  <a:lnTo>
                    <a:pt x="4492" y="2527"/>
                  </a:lnTo>
                  <a:lnTo>
                    <a:pt x="4252" y="2688"/>
                  </a:lnTo>
                  <a:lnTo>
                    <a:pt x="4011" y="2868"/>
                  </a:lnTo>
                  <a:lnTo>
                    <a:pt x="3811" y="3049"/>
                  </a:lnTo>
                  <a:lnTo>
                    <a:pt x="3490" y="3369"/>
                  </a:lnTo>
                  <a:lnTo>
                    <a:pt x="3490" y="3369"/>
                  </a:lnTo>
                  <a:lnTo>
                    <a:pt x="2888" y="4051"/>
                  </a:lnTo>
                  <a:lnTo>
                    <a:pt x="2387" y="4573"/>
                  </a:lnTo>
                  <a:lnTo>
                    <a:pt x="1845" y="5134"/>
                  </a:lnTo>
                  <a:lnTo>
                    <a:pt x="1284" y="5676"/>
                  </a:lnTo>
                  <a:lnTo>
                    <a:pt x="1003" y="5896"/>
                  </a:lnTo>
                  <a:lnTo>
                    <a:pt x="762" y="6097"/>
                  </a:lnTo>
                  <a:lnTo>
                    <a:pt x="542" y="6257"/>
                  </a:lnTo>
                  <a:lnTo>
                    <a:pt x="341" y="6358"/>
                  </a:lnTo>
                  <a:lnTo>
                    <a:pt x="261" y="6378"/>
                  </a:lnTo>
                  <a:lnTo>
                    <a:pt x="181" y="6398"/>
                  </a:lnTo>
                  <a:lnTo>
                    <a:pt x="120" y="6378"/>
                  </a:lnTo>
                  <a:lnTo>
                    <a:pt x="80" y="6358"/>
                  </a:lnTo>
                  <a:lnTo>
                    <a:pt x="80" y="6358"/>
                  </a:lnTo>
                  <a:lnTo>
                    <a:pt x="40" y="6317"/>
                  </a:lnTo>
                  <a:lnTo>
                    <a:pt x="20" y="6257"/>
                  </a:lnTo>
                  <a:lnTo>
                    <a:pt x="0" y="6197"/>
                  </a:lnTo>
                  <a:lnTo>
                    <a:pt x="0" y="6117"/>
                  </a:lnTo>
                  <a:lnTo>
                    <a:pt x="40" y="5936"/>
                  </a:lnTo>
                  <a:lnTo>
                    <a:pt x="120" y="5696"/>
                  </a:lnTo>
                  <a:lnTo>
                    <a:pt x="221" y="5435"/>
                  </a:lnTo>
                  <a:lnTo>
                    <a:pt x="361" y="5154"/>
                  </a:lnTo>
                  <a:lnTo>
                    <a:pt x="702" y="4513"/>
                  </a:lnTo>
                  <a:lnTo>
                    <a:pt x="1103" y="3871"/>
                  </a:lnTo>
                  <a:lnTo>
                    <a:pt x="1484" y="3229"/>
                  </a:lnTo>
                  <a:lnTo>
                    <a:pt x="2126" y="2246"/>
                  </a:lnTo>
                  <a:lnTo>
                    <a:pt x="2126" y="2246"/>
                  </a:lnTo>
                  <a:lnTo>
                    <a:pt x="2306" y="1885"/>
                  </a:lnTo>
                  <a:lnTo>
                    <a:pt x="2487" y="1565"/>
                  </a:lnTo>
                  <a:lnTo>
                    <a:pt x="2607" y="1244"/>
                  </a:lnTo>
                  <a:lnTo>
                    <a:pt x="2687" y="943"/>
                  </a:lnTo>
                  <a:lnTo>
                    <a:pt x="2748" y="682"/>
                  </a:lnTo>
                  <a:lnTo>
                    <a:pt x="2748" y="441"/>
                  </a:lnTo>
                  <a:lnTo>
                    <a:pt x="2728" y="261"/>
                  </a:lnTo>
                  <a:lnTo>
                    <a:pt x="2708" y="181"/>
                  </a:lnTo>
                  <a:lnTo>
                    <a:pt x="2667" y="121"/>
                  </a:lnTo>
                  <a:lnTo>
                    <a:pt x="2667" y="121"/>
                  </a:lnTo>
                  <a:lnTo>
                    <a:pt x="2607" y="20"/>
                  </a:lnTo>
                  <a:lnTo>
                    <a:pt x="2607" y="20"/>
                  </a:lnTo>
                  <a:lnTo>
                    <a:pt x="2587" y="0"/>
                  </a:lnTo>
                  <a:lnTo>
                    <a:pt x="2587" y="0"/>
                  </a:lnTo>
                  <a:lnTo>
                    <a:pt x="3470" y="702"/>
                  </a:lnTo>
                  <a:lnTo>
                    <a:pt x="3470" y="702"/>
                  </a:lnTo>
                  <a:lnTo>
                    <a:pt x="4372" y="1404"/>
                  </a:lnTo>
                  <a:lnTo>
                    <a:pt x="4372" y="1404"/>
                  </a:lnTo>
                  <a:lnTo>
                    <a:pt x="5154" y="1986"/>
                  </a:lnTo>
                  <a:lnTo>
                    <a:pt x="5154" y="1986"/>
                  </a:lnTo>
                  <a:lnTo>
                    <a:pt x="5535" y="22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28">
              <a:extLst>
                <a:ext uri="{FF2B5EF4-FFF2-40B4-BE49-F238E27FC236}">
                  <a16:creationId xmlns:a16="http://schemas.microsoft.com/office/drawing/2014/main" id="{D0204392-F321-C34F-DC6A-5D65DA45482C}"/>
                </a:ext>
              </a:extLst>
            </p:cNvPr>
            <p:cNvSpPr/>
            <p:nvPr/>
          </p:nvSpPr>
          <p:spPr>
            <a:xfrm>
              <a:off x="10387150" y="4012450"/>
              <a:ext cx="534975" cy="405125"/>
            </a:xfrm>
            <a:custGeom>
              <a:avLst/>
              <a:gdLst/>
              <a:ahLst/>
              <a:cxnLst/>
              <a:rect l="l" t="t" r="r" b="b"/>
              <a:pathLst>
                <a:path w="21399" h="16205" extrusionOk="0">
                  <a:moveTo>
                    <a:pt x="1" y="1"/>
                  </a:moveTo>
                  <a:lnTo>
                    <a:pt x="321" y="602"/>
                  </a:lnTo>
                  <a:lnTo>
                    <a:pt x="662" y="1224"/>
                  </a:lnTo>
                  <a:lnTo>
                    <a:pt x="1344" y="2407"/>
                  </a:lnTo>
                  <a:lnTo>
                    <a:pt x="2066" y="3570"/>
                  </a:lnTo>
                  <a:lnTo>
                    <a:pt x="2808" y="4694"/>
                  </a:lnTo>
                  <a:lnTo>
                    <a:pt x="4332" y="6037"/>
                  </a:lnTo>
                  <a:lnTo>
                    <a:pt x="5917" y="7381"/>
                  </a:lnTo>
                  <a:lnTo>
                    <a:pt x="7521" y="8684"/>
                  </a:lnTo>
                  <a:lnTo>
                    <a:pt x="8323" y="9326"/>
                  </a:lnTo>
                  <a:lnTo>
                    <a:pt x="9145" y="9968"/>
                  </a:lnTo>
                  <a:lnTo>
                    <a:pt x="10248" y="10770"/>
                  </a:lnTo>
                  <a:lnTo>
                    <a:pt x="11351" y="11572"/>
                  </a:lnTo>
                  <a:lnTo>
                    <a:pt x="13016" y="12735"/>
                  </a:lnTo>
                  <a:lnTo>
                    <a:pt x="14721" y="13879"/>
                  </a:lnTo>
                  <a:lnTo>
                    <a:pt x="16305" y="14480"/>
                  </a:lnTo>
                  <a:lnTo>
                    <a:pt x="17989" y="15102"/>
                  </a:lnTo>
                  <a:lnTo>
                    <a:pt x="18832" y="15383"/>
                  </a:lnTo>
                  <a:lnTo>
                    <a:pt x="19694" y="15683"/>
                  </a:lnTo>
                  <a:lnTo>
                    <a:pt x="20556" y="15964"/>
                  </a:lnTo>
                  <a:lnTo>
                    <a:pt x="21399" y="16205"/>
                  </a:lnTo>
                  <a:lnTo>
                    <a:pt x="20035" y="15423"/>
                  </a:lnTo>
                  <a:lnTo>
                    <a:pt x="18611" y="14580"/>
                  </a:lnTo>
                  <a:lnTo>
                    <a:pt x="17167" y="13718"/>
                  </a:lnTo>
                  <a:lnTo>
                    <a:pt x="15703" y="12796"/>
                  </a:lnTo>
                  <a:lnTo>
                    <a:pt x="14239" y="11853"/>
                  </a:lnTo>
                  <a:lnTo>
                    <a:pt x="12795" y="10890"/>
                  </a:lnTo>
                  <a:lnTo>
                    <a:pt x="11371" y="9888"/>
                  </a:lnTo>
                  <a:lnTo>
                    <a:pt x="9988" y="8865"/>
                  </a:lnTo>
                  <a:lnTo>
                    <a:pt x="8845" y="7962"/>
                  </a:lnTo>
                  <a:lnTo>
                    <a:pt x="7702" y="7040"/>
                  </a:lnTo>
                  <a:lnTo>
                    <a:pt x="6659" y="6178"/>
                  </a:lnTo>
                  <a:lnTo>
                    <a:pt x="5656" y="5295"/>
                  </a:lnTo>
                  <a:lnTo>
                    <a:pt x="4653" y="4413"/>
                  </a:lnTo>
                  <a:lnTo>
                    <a:pt x="3671" y="3510"/>
                  </a:lnTo>
                  <a:lnTo>
                    <a:pt x="2708" y="2628"/>
                  </a:lnTo>
                  <a:lnTo>
                    <a:pt x="1765" y="174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28">
              <a:extLst>
                <a:ext uri="{FF2B5EF4-FFF2-40B4-BE49-F238E27FC236}">
                  <a16:creationId xmlns:a16="http://schemas.microsoft.com/office/drawing/2014/main" id="{285A6AE0-6B02-94C0-A89A-82993FDD1BE7}"/>
                </a:ext>
              </a:extLst>
            </p:cNvPr>
            <p:cNvSpPr/>
            <p:nvPr/>
          </p:nvSpPr>
          <p:spPr>
            <a:xfrm>
              <a:off x="10387150" y="4088650"/>
              <a:ext cx="534975" cy="405125"/>
            </a:xfrm>
            <a:custGeom>
              <a:avLst/>
              <a:gdLst/>
              <a:ahLst/>
              <a:cxnLst/>
              <a:rect l="l" t="t" r="r" b="b"/>
              <a:pathLst>
                <a:path w="21399" h="16205" fill="none" extrusionOk="0">
                  <a:moveTo>
                    <a:pt x="21399" y="16205"/>
                  </a:moveTo>
                  <a:lnTo>
                    <a:pt x="21399" y="16205"/>
                  </a:lnTo>
                  <a:lnTo>
                    <a:pt x="20556" y="15964"/>
                  </a:lnTo>
                  <a:lnTo>
                    <a:pt x="19694" y="15683"/>
                  </a:lnTo>
                  <a:lnTo>
                    <a:pt x="18832" y="15383"/>
                  </a:lnTo>
                  <a:lnTo>
                    <a:pt x="17989" y="15102"/>
                  </a:lnTo>
                  <a:lnTo>
                    <a:pt x="16305" y="14480"/>
                  </a:lnTo>
                  <a:lnTo>
                    <a:pt x="14721" y="13879"/>
                  </a:lnTo>
                  <a:lnTo>
                    <a:pt x="14721" y="13879"/>
                  </a:lnTo>
                  <a:lnTo>
                    <a:pt x="13016" y="12735"/>
                  </a:lnTo>
                  <a:lnTo>
                    <a:pt x="11351" y="11572"/>
                  </a:lnTo>
                  <a:lnTo>
                    <a:pt x="11351" y="11572"/>
                  </a:lnTo>
                  <a:lnTo>
                    <a:pt x="10248" y="10770"/>
                  </a:lnTo>
                  <a:lnTo>
                    <a:pt x="9145" y="9968"/>
                  </a:lnTo>
                  <a:lnTo>
                    <a:pt x="9145" y="9968"/>
                  </a:lnTo>
                  <a:lnTo>
                    <a:pt x="8323" y="9326"/>
                  </a:lnTo>
                  <a:lnTo>
                    <a:pt x="7521" y="8684"/>
                  </a:lnTo>
                  <a:lnTo>
                    <a:pt x="5917" y="7381"/>
                  </a:lnTo>
                  <a:lnTo>
                    <a:pt x="4332" y="6037"/>
                  </a:lnTo>
                  <a:lnTo>
                    <a:pt x="2808" y="4694"/>
                  </a:lnTo>
                  <a:lnTo>
                    <a:pt x="2808" y="4694"/>
                  </a:lnTo>
                  <a:lnTo>
                    <a:pt x="2066" y="3570"/>
                  </a:lnTo>
                  <a:lnTo>
                    <a:pt x="1344" y="2407"/>
                  </a:lnTo>
                  <a:lnTo>
                    <a:pt x="662" y="1224"/>
                  </a:lnTo>
                  <a:lnTo>
                    <a:pt x="321" y="60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765" y="1746"/>
                  </a:lnTo>
                  <a:lnTo>
                    <a:pt x="2708" y="2628"/>
                  </a:lnTo>
                  <a:lnTo>
                    <a:pt x="3671" y="3510"/>
                  </a:lnTo>
                  <a:lnTo>
                    <a:pt x="4653" y="4413"/>
                  </a:lnTo>
                  <a:lnTo>
                    <a:pt x="5656" y="5295"/>
                  </a:lnTo>
                  <a:lnTo>
                    <a:pt x="6659" y="6178"/>
                  </a:lnTo>
                  <a:lnTo>
                    <a:pt x="7702" y="7040"/>
                  </a:lnTo>
                  <a:lnTo>
                    <a:pt x="7702" y="7040"/>
                  </a:lnTo>
                  <a:lnTo>
                    <a:pt x="8845" y="7962"/>
                  </a:lnTo>
                  <a:lnTo>
                    <a:pt x="9988" y="8865"/>
                  </a:lnTo>
                  <a:lnTo>
                    <a:pt x="9988" y="8865"/>
                  </a:lnTo>
                  <a:lnTo>
                    <a:pt x="11371" y="9888"/>
                  </a:lnTo>
                  <a:lnTo>
                    <a:pt x="12795" y="10890"/>
                  </a:lnTo>
                  <a:lnTo>
                    <a:pt x="14239" y="11853"/>
                  </a:lnTo>
                  <a:lnTo>
                    <a:pt x="15703" y="12796"/>
                  </a:lnTo>
                  <a:lnTo>
                    <a:pt x="17167" y="13718"/>
                  </a:lnTo>
                  <a:lnTo>
                    <a:pt x="18611" y="14580"/>
                  </a:lnTo>
                  <a:lnTo>
                    <a:pt x="20035" y="15423"/>
                  </a:lnTo>
                  <a:lnTo>
                    <a:pt x="21399" y="162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28">
              <a:extLst>
                <a:ext uri="{FF2B5EF4-FFF2-40B4-BE49-F238E27FC236}">
                  <a16:creationId xmlns:a16="http://schemas.microsoft.com/office/drawing/2014/main" id="{A95C6EE0-F400-6D4D-0B2C-B4E6526AE240}"/>
                </a:ext>
              </a:extLst>
            </p:cNvPr>
            <p:cNvSpPr/>
            <p:nvPr/>
          </p:nvSpPr>
          <p:spPr>
            <a:xfrm>
              <a:off x="10334000" y="3869050"/>
              <a:ext cx="815250" cy="634750"/>
            </a:xfrm>
            <a:custGeom>
              <a:avLst/>
              <a:gdLst/>
              <a:ahLst/>
              <a:cxnLst/>
              <a:rect l="l" t="t" r="r" b="b"/>
              <a:pathLst>
                <a:path w="32610" h="25390" extrusionOk="0">
                  <a:moveTo>
                    <a:pt x="402" y="1"/>
                  </a:moveTo>
                  <a:lnTo>
                    <a:pt x="302" y="201"/>
                  </a:lnTo>
                  <a:lnTo>
                    <a:pt x="241" y="402"/>
                  </a:lnTo>
                  <a:lnTo>
                    <a:pt x="121" y="823"/>
                  </a:lnTo>
                  <a:lnTo>
                    <a:pt x="41" y="1264"/>
                  </a:lnTo>
                  <a:lnTo>
                    <a:pt x="1" y="1706"/>
                  </a:lnTo>
                  <a:lnTo>
                    <a:pt x="783" y="2588"/>
                  </a:lnTo>
                  <a:lnTo>
                    <a:pt x="1645" y="3490"/>
                  </a:lnTo>
                  <a:lnTo>
                    <a:pt x="2548" y="4433"/>
                  </a:lnTo>
                  <a:lnTo>
                    <a:pt x="3490" y="5416"/>
                  </a:lnTo>
                  <a:lnTo>
                    <a:pt x="4493" y="6398"/>
                  </a:lnTo>
                  <a:lnTo>
                    <a:pt x="5536" y="7401"/>
                  </a:lnTo>
                  <a:lnTo>
                    <a:pt x="6619" y="8404"/>
                  </a:lnTo>
                  <a:lnTo>
                    <a:pt x="7722" y="9406"/>
                  </a:lnTo>
                  <a:lnTo>
                    <a:pt x="9286" y="10810"/>
                  </a:lnTo>
                  <a:lnTo>
                    <a:pt x="10910" y="12194"/>
                  </a:lnTo>
                  <a:lnTo>
                    <a:pt x="11733" y="12876"/>
                  </a:lnTo>
                  <a:lnTo>
                    <a:pt x="12555" y="13538"/>
                  </a:lnTo>
                  <a:lnTo>
                    <a:pt x="13397" y="14199"/>
                  </a:lnTo>
                  <a:lnTo>
                    <a:pt x="14240" y="14841"/>
                  </a:lnTo>
                  <a:lnTo>
                    <a:pt x="15343" y="15663"/>
                  </a:lnTo>
                  <a:lnTo>
                    <a:pt x="16466" y="16486"/>
                  </a:lnTo>
                  <a:lnTo>
                    <a:pt x="17589" y="17268"/>
                  </a:lnTo>
                  <a:lnTo>
                    <a:pt x="18732" y="18050"/>
                  </a:lnTo>
                  <a:lnTo>
                    <a:pt x="19875" y="18812"/>
                  </a:lnTo>
                  <a:lnTo>
                    <a:pt x="21018" y="19534"/>
                  </a:lnTo>
                  <a:lnTo>
                    <a:pt x="22161" y="20256"/>
                  </a:lnTo>
                  <a:lnTo>
                    <a:pt x="23304" y="20938"/>
                  </a:lnTo>
                  <a:lnTo>
                    <a:pt x="24407" y="21600"/>
                  </a:lnTo>
                  <a:lnTo>
                    <a:pt x="25510" y="22241"/>
                  </a:lnTo>
                  <a:lnTo>
                    <a:pt x="26593" y="22843"/>
                  </a:lnTo>
                  <a:lnTo>
                    <a:pt x="27636" y="23425"/>
                  </a:lnTo>
                  <a:lnTo>
                    <a:pt x="28659" y="23966"/>
                  </a:lnTo>
                  <a:lnTo>
                    <a:pt x="29641" y="24487"/>
                  </a:lnTo>
                  <a:lnTo>
                    <a:pt x="30584" y="24969"/>
                  </a:lnTo>
                  <a:lnTo>
                    <a:pt x="31486" y="25390"/>
                  </a:lnTo>
                  <a:lnTo>
                    <a:pt x="31747" y="25250"/>
                  </a:lnTo>
                  <a:lnTo>
                    <a:pt x="31988" y="25069"/>
                  </a:lnTo>
                  <a:lnTo>
                    <a:pt x="32208" y="24848"/>
                  </a:lnTo>
                  <a:lnTo>
                    <a:pt x="32409" y="24628"/>
                  </a:lnTo>
                  <a:lnTo>
                    <a:pt x="32609" y="24347"/>
                  </a:lnTo>
                  <a:lnTo>
                    <a:pt x="30945" y="23485"/>
                  </a:lnTo>
                  <a:lnTo>
                    <a:pt x="29000" y="22462"/>
                  </a:lnTo>
                  <a:lnTo>
                    <a:pt x="26874" y="21299"/>
                  </a:lnTo>
                  <a:lnTo>
                    <a:pt x="25731" y="20657"/>
                  </a:lnTo>
                  <a:lnTo>
                    <a:pt x="24588" y="19995"/>
                  </a:lnTo>
                  <a:lnTo>
                    <a:pt x="23404" y="19293"/>
                  </a:lnTo>
                  <a:lnTo>
                    <a:pt x="22201" y="18571"/>
                  </a:lnTo>
                  <a:lnTo>
                    <a:pt x="20998" y="17809"/>
                  </a:lnTo>
                  <a:lnTo>
                    <a:pt x="19775" y="17027"/>
                  </a:lnTo>
                  <a:lnTo>
                    <a:pt x="18571" y="16245"/>
                  </a:lnTo>
                  <a:lnTo>
                    <a:pt x="17388" y="15423"/>
                  </a:lnTo>
                  <a:lnTo>
                    <a:pt x="16225" y="14581"/>
                  </a:lnTo>
                  <a:lnTo>
                    <a:pt x="15082" y="13738"/>
                  </a:lnTo>
                  <a:lnTo>
                    <a:pt x="14119" y="12996"/>
                  </a:lnTo>
                  <a:lnTo>
                    <a:pt x="13157" y="12234"/>
                  </a:lnTo>
                  <a:lnTo>
                    <a:pt x="12214" y="11452"/>
                  </a:lnTo>
                  <a:lnTo>
                    <a:pt x="11291" y="10650"/>
                  </a:lnTo>
                  <a:lnTo>
                    <a:pt x="10369" y="9848"/>
                  </a:lnTo>
                  <a:lnTo>
                    <a:pt x="9446" y="9045"/>
                  </a:lnTo>
                  <a:lnTo>
                    <a:pt x="8564" y="8223"/>
                  </a:lnTo>
                  <a:lnTo>
                    <a:pt x="7702" y="7401"/>
                  </a:lnTo>
                  <a:lnTo>
                    <a:pt x="6599" y="6378"/>
                  </a:lnTo>
                  <a:lnTo>
                    <a:pt x="5556" y="5335"/>
                  </a:lnTo>
                  <a:lnTo>
                    <a:pt x="4553" y="4353"/>
                  </a:lnTo>
                  <a:lnTo>
                    <a:pt x="3591" y="3370"/>
                  </a:lnTo>
                  <a:lnTo>
                    <a:pt x="1866" y="1565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28">
              <a:extLst>
                <a:ext uri="{FF2B5EF4-FFF2-40B4-BE49-F238E27FC236}">
                  <a16:creationId xmlns:a16="http://schemas.microsoft.com/office/drawing/2014/main" id="{84D530F7-FA00-BEC5-3372-940B5E7DC04C}"/>
                </a:ext>
              </a:extLst>
            </p:cNvPr>
            <p:cNvSpPr/>
            <p:nvPr/>
          </p:nvSpPr>
          <p:spPr>
            <a:xfrm>
              <a:off x="10334000" y="3869050"/>
              <a:ext cx="815250" cy="634750"/>
            </a:xfrm>
            <a:custGeom>
              <a:avLst/>
              <a:gdLst/>
              <a:ahLst/>
              <a:cxnLst/>
              <a:rect l="l" t="t" r="r" b="b"/>
              <a:pathLst>
                <a:path w="32610" h="25390" fill="none" extrusionOk="0">
                  <a:moveTo>
                    <a:pt x="32609" y="24347"/>
                  </a:moveTo>
                  <a:lnTo>
                    <a:pt x="32609" y="24347"/>
                  </a:lnTo>
                  <a:lnTo>
                    <a:pt x="32409" y="24628"/>
                  </a:lnTo>
                  <a:lnTo>
                    <a:pt x="32409" y="24628"/>
                  </a:lnTo>
                  <a:lnTo>
                    <a:pt x="32208" y="24848"/>
                  </a:lnTo>
                  <a:lnTo>
                    <a:pt x="31988" y="25069"/>
                  </a:lnTo>
                  <a:lnTo>
                    <a:pt x="31747" y="25250"/>
                  </a:lnTo>
                  <a:lnTo>
                    <a:pt x="31486" y="25390"/>
                  </a:lnTo>
                  <a:lnTo>
                    <a:pt x="31486" y="25390"/>
                  </a:lnTo>
                  <a:lnTo>
                    <a:pt x="30584" y="24969"/>
                  </a:lnTo>
                  <a:lnTo>
                    <a:pt x="29641" y="24487"/>
                  </a:lnTo>
                  <a:lnTo>
                    <a:pt x="28659" y="23966"/>
                  </a:lnTo>
                  <a:lnTo>
                    <a:pt x="27636" y="23425"/>
                  </a:lnTo>
                  <a:lnTo>
                    <a:pt x="26593" y="22843"/>
                  </a:lnTo>
                  <a:lnTo>
                    <a:pt x="25510" y="22241"/>
                  </a:lnTo>
                  <a:lnTo>
                    <a:pt x="24407" y="21600"/>
                  </a:lnTo>
                  <a:lnTo>
                    <a:pt x="23304" y="20938"/>
                  </a:lnTo>
                  <a:lnTo>
                    <a:pt x="22161" y="20256"/>
                  </a:lnTo>
                  <a:lnTo>
                    <a:pt x="21018" y="19534"/>
                  </a:lnTo>
                  <a:lnTo>
                    <a:pt x="19875" y="18812"/>
                  </a:lnTo>
                  <a:lnTo>
                    <a:pt x="18732" y="18050"/>
                  </a:lnTo>
                  <a:lnTo>
                    <a:pt x="17589" y="17268"/>
                  </a:lnTo>
                  <a:lnTo>
                    <a:pt x="16466" y="16486"/>
                  </a:lnTo>
                  <a:lnTo>
                    <a:pt x="15343" y="15663"/>
                  </a:lnTo>
                  <a:lnTo>
                    <a:pt x="14240" y="14841"/>
                  </a:lnTo>
                  <a:lnTo>
                    <a:pt x="14240" y="14841"/>
                  </a:lnTo>
                  <a:lnTo>
                    <a:pt x="13397" y="14199"/>
                  </a:lnTo>
                  <a:lnTo>
                    <a:pt x="12555" y="13538"/>
                  </a:lnTo>
                  <a:lnTo>
                    <a:pt x="11733" y="12876"/>
                  </a:lnTo>
                  <a:lnTo>
                    <a:pt x="10910" y="12194"/>
                  </a:lnTo>
                  <a:lnTo>
                    <a:pt x="9286" y="10810"/>
                  </a:lnTo>
                  <a:lnTo>
                    <a:pt x="7722" y="9406"/>
                  </a:lnTo>
                  <a:lnTo>
                    <a:pt x="7722" y="9406"/>
                  </a:lnTo>
                  <a:lnTo>
                    <a:pt x="6619" y="8404"/>
                  </a:lnTo>
                  <a:lnTo>
                    <a:pt x="5536" y="7401"/>
                  </a:lnTo>
                  <a:lnTo>
                    <a:pt x="4493" y="6398"/>
                  </a:lnTo>
                  <a:lnTo>
                    <a:pt x="3490" y="5416"/>
                  </a:lnTo>
                  <a:lnTo>
                    <a:pt x="2548" y="4433"/>
                  </a:lnTo>
                  <a:lnTo>
                    <a:pt x="1645" y="3490"/>
                  </a:lnTo>
                  <a:lnTo>
                    <a:pt x="783" y="2588"/>
                  </a:lnTo>
                  <a:lnTo>
                    <a:pt x="1" y="1706"/>
                  </a:lnTo>
                  <a:lnTo>
                    <a:pt x="1" y="1706"/>
                  </a:lnTo>
                  <a:lnTo>
                    <a:pt x="41" y="1264"/>
                  </a:lnTo>
                  <a:lnTo>
                    <a:pt x="121" y="823"/>
                  </a:lnTo>
                  <a:lnTo>
                    <a:pt x="241" y="402"/>
                  </a:lnTo>
                  <a:lnTo>
                    <a:pt x="302" y="201"/>
                  </a:lnTo>
                  <a:lnTo>
                    <a:pt x="402" y="1"/>
                  </a:lnTo>
                  <a:lnTo>
                    <a:pt x="402" y="1"/>
                  </a:lnTo>
                  <a:lnTo>
                    <a:pt x="1866" y="1565"/>
                  </a:lnTo>
                  <a:lnTo>
                    <a:pt x="3591" y="3370"/>
                  </a:lnTo>
                  <a:lnTo>
                    <a:pt x="4553" y="4353"/>
                  </a:lnTo>
                  <a:lnTo>
                    <a:pt x="5556" y="5335"/>
                  </a:lnTo>
                  <a:lnTo>
                    <a:pt x="6599" y="6378"/>
                  </a:lnTo>
                  <a:lnTo>
                    <a:pt x="7702" y="7401"/>
                  </a:lnTo>
                  <a:lnTo>
                    <a:pt x="7702" y="7401"/>
                  </a:lnTo>
                  <a:lnTo>
                    <a:pt x="8564" y="8223"/>
                  </a:lnTo>
                  <a:lnTo>
                    <a:pt x="9446" y="9045"/>
                  </a:lnTo>
                  <a:lnTo>
                    <a:pt x="10369" y="9848"/>
                  </a:lnTo>
                  <a:lnTo>
                    <a:pt x="11291" y="10650"/>
                  </a:lnTo>
                  <a:lnTo>
                    <a:pt x="12214" y="11452"/>
                  </a:lnTo>
                  <a:lnTo>
                    <a:pt x="13157" y="12234"/>
                  </a:lnTo>
                  <a:lnTo>
                    <a:pt x="14119" y="12996"/>
                  </a:lnTo>
                  <a:lnTo>
                    <a:pt x="15082" y="13738"/>
                  </a:lnTo>
                  <a:lnTo>
                    <a:pt x="15082" y="13738"/>
                  </a:lnTo>
                  <a:lnTo>
                    <a:pt x="16225" y="14581"/>
                  </a:lnTo>
                  <a:lnTo>
                    <a:pt x="17388" y="15423"/>
                  </a:lnTo>
                  <a:lnTo>
                    <a:pt x="18571" y="16245"/>
                  </a:lnTo>
                  <a:lnTo>
                    <a:pt x="19775" y="17027"/>
                  </a:lnTo>
                  <a:lnTo>
                    <a:pt x="20998" y="17809"/>
                  </a:lnTo>
                  <a:lnTo>
                    <a:pt x="22201" y="18571"/>
                  </a:lnTo>
                  <a:lnTo>
                    <a:pt x="23404" y="19293"/>
                  </a:lnTo>
                  <a:lnTo>
                    <a:pt x="24588" y="19995"/>
                  </a:lnTo>
                  <a:lnTo>
                    <a:pt x="25731" y="20657"/>
                  </a:lnTo>
                  <a:lnTo>
                    <a:pt x="26874" y="21299"/>
                  </a:lnTo>
                  <a:lnTo>
                    <a:pt x="29000" y="22462"/>
                  </a:lnTo>
                  <a:lnTo>
                    <a:pt x="30945" y="23485"/>
                  </a:lnTo>
                  <a:lnTo>
                    <a:pt x="32609" y="243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28">
              <a:extLst>
                <a:ext uri="{FF2B5EF4-FFF2-40B4-BE49-F238E27FC236}">
                  <a16:creationId xmlns:a16="http://schemas.microsoft.com/office/drawing/2014/main" id="{8218227F-46F9-30D1-5FF3-1A0F59B4BD2F}"/>
                </a:ext>
              </a:extLst>
            </p:cNvPr>
            <p:cNvSpPr/>
            <p:nvPr/>
          </p:nvSpPr>
          <p:spPr>
            <a:xfrm>
              <a:off x="10352050" y="3796875"/>
              <a:ext cx="831300" cy="667825"/>
            </a:xfrm>
            <a:custGeom>
              <a:avLst/>
              <a:gdLst/>
              <a:ahLst/>
              <a:cxnLst/>
              <a:rect l="l" t="t" r="r" b="b"/>
              <a:pathLst>
                <a:path w="33252" h="26713" extrusionOk="0">
                  <a:moveTo>
                    <a:pt x="5275" y="0"/>
                  </a:moveTo>
                  <a:lnTo>
                    <a:pt x="4894" y="20"/>
                  </a:lnTo>
                  <a:lnTo>
                    <a:pt x="4493" y="40"/>
                  </a:lnTo>
                  <a:lnTo>
                    <a:pt x="4112" y="80"/>
                  </a:lnTo>
                  <a:lnTo>
                    <a:pt x="3751" y="140"/>
                  </a:lnTo>
                  <a:lnTo>
                    <a:pt x="3390" y="221"/>
                  </a:lnTo>
                  <a:lnTo>
                    <a:pt x="3029" y="321"/>
                  </a:lnTo>
                  <a:lnTo>
                    <a:pt x="2668" y="421"/>
                  </a:lnTo>
                  <a:lnTo>
                    <a:pt x="2327" y="541"/>
                  </a:lnTo>
                  <a:lnTo>
                    <a:pt x="2006" y="682"/>
                  </a:lnTo>
                  <a:lnTo>
                    <a:pt x="1685" y="862"/>
                  </a:lnTo>
                  <a:lnTo>
                    <a:pt x="1385" y="1043"/>
                  </a:lnTo>
                  <a:lnTo>
                    <a:pt x="1084" y="1243"/>
                  </a:lnTo>
                  <a:lnTo>
                    <a:pt x="803" y="1464"/>
                  </a:lnTo>
                  <a:lnTo>
                    <a:pt x="542" y="1705"/>
                  </a:lnTo>
                  <a:lnTo>
                    <a:pt x="282" y="1985"/>
                  </a:lnTo>
                  <a:lnTo>
                    <a:pt x="41" y="2266"/>
                  </a:lnTo>
                  <a:lnTo>
                    <a:pt x="1" y="2346"/>
                  </a:lnTo>
                  <a:lnTo>
                    <a:pt x="723" y="3149"/>
                  </a:lnTo>
                  <a:lnTo>
                    <a:pt x="1485" y="3991"/>
                  </a:lnTo>
                  <a:lnTo>
                    <a:pt x="2307" y="4853"/>
                  </a:lnTo>
                  <a:lnTo>
                    <a:pt x="3189" y="5756"/>
                  </a:lnTo>
                  <a:lnTo>
                    <a:pt x="4092" y="6678"/>
                  </a:lnTo>
                  <a:lnTo>
                    <a:pt x="5034" y="7621"/>
                  </a:lnTo>
                  <a:lnTo>
                    <a:pt x="6037" y="8583"/>
                  </a:lnTo>
                  <a:lnTo>
                    <a:pt x="7060" y="9546"/>
                  </a:lnTo>
                  <a:lnTo>
                    <a:pt x="7962" y="10388"/>
                  </a:lnTo>
                  <a:lnTo>
                    <a:pt x="8885" y="11211"/>
                  </a:lnTo>
                  <a:lnTo>
                    <a:pt x="9848" y="12053"/>
                  </a:lnTo>
                  <a:lnTo>
                    <a:pt x="10810" y="12875"/>
                  </a:lnTo>
                  <a:lnTo>
                    <a:pt x="11773" y="13697"/>
                  </a:lnTo>
                  <a:lnTo>
                    <a:pt x="12775" y="14499"/>
                  </a:lnTo>
                  <a:lnTo>
                    <a:pt x="13778" y="15302"/>
                  </a:lnTo>
                  <a:lnTo>
                    <a:pt x="14781" y="16064"/>
                  </a:lnTo>
                  <a:lnTo>
                    <a:pt x="15904" y="16906"/>
                  </a:lnTo>
                  <a:lnTo>
                    <a:pt x="17027" y="17728"/>
                  </a:lnTo>
                  <a:lnTo>
                    <a:pt x="18190" y="18530"/>
                  </a:lnTo>
                  <a:lnTo>
                    <a:pt x="19333" y="19313"/>
                  </a:lnTo>
                  <a:lnTo>
                    <a:pt x="20496" y="20095"/>
                  </a:lnTo>
                  <a:lnTo>
                    <a:pt x="21660" y="20837"/>
                  </a:lnTo>
                  <a:lnTo>
                    <a:pt x="22823" y="21559"/>
                  </a:lnTo>
                  <a:lnTo>
                    <a:pt x="23966" y="22241"/>
                  </a:lnTo>
                  <a:lnTo>
                    <a:pt x="25089" y="22922"/>
                  </a:lnTo>
                  <a:lnTo>
                    <a:pt x="26212" y="23564"/>
                  </a:lnTo>
                  <a:lnTo>
                    <a:pt x="27295" y="24166"/>
                  </a:lnTo>
                  <a:lnTo>
                    <a:pt x="28358" y="24747"/>
                  </a:lnTo>
                  <a:lnTo>
                    <a:pt x="29381" y="25309"/>
                  </a:lnTo>
                  <a:lnTo>
                    <a:pt x="30383" y="25810"/>
                  </a:lnTo>
                  <a:lnTo>
                    <a:pt x="31326" y="26292"/>
                  </a:lnTo>
                  <a:lnTo>
                    <a:pt x="32228" y="26713"/>
                  </a:lnTo>
                  <a:lnTo>
                    <a:pt x="32409" y="26432"/>
                  </a:lnTo>
                  <a:lnTo>
                    <a:pt x="32569" y="26131"/>
                  </a:lnTo>
                  <a:lnTo>
                    <a:pt x="32710" y="25810"/>
                  </a:lnTo>
                  <a:lnTo>
                    <a:pt x="32830" y="25509"/>
                  </a:lnTo>
                  <a:lnTo>
                    <a:pt x="32950" y="25189"/>
                  </a:lnTo>
                  <a:lnTo>
                    <a:pt x="33051" y="24848"/>
                  </a:lnTo>
                  <a:lnTo>
                    <a:pt x="33131" y="24527"/>
                  </a:lnTo>
                  <a:lnTo>
                    <a:pt x="33191" y="24166"/>
                  </a:lnTo>
                  <a:lnTo>
                    <a:pt x="33231" y="23825"/>
                  </a:lnTo>
                  <a:lnTo>
                    <a:pt x="33251" y="23444"/>
                  </a:lnTo>
                  <a:lnTo>
                    <a:pt x="33251" y="23063"/>
                  </a:lnTo>
                  <a:lnTo>
                    <a:pt x="33231" y="22682"/>
                  </a:lnTo>
                  <a:lnTo>
                    <a:pt x="33191" y="22281"/>
                  </a:lnTo>
                  <a:lnTo>
                    <a:pt x="33151" y="21859"/>
                  </a:lnTo>
                  <a:lnTo>
                    <a:pt x="33071" y="21418"/>
                  </a:lnTo>
                  <a:lnTo>
                    <a:pt x="32970" y="20977"/>
                  </a:lnTo>
                  <a:lnTo>
                    <a:pt x="31326" y="20095"/>
                  </a:lnTo>
                  <a:lnTo>
                    <a:pt x="29561" y="19112"/>
                  </a:lnTo>
                  <a:lnTo>
                    <a:pt x="27696" y="18049"/>
                  </a:lnTo>
                  <a:lnTo>
                    <a:pt x="25771" y="16906"/>
                  </a:lnTo>
                  <a:lnTo>
                    <a:pt x="23826" y="15683"/>
                  </a:lnTo>
                  <a:lnTo>
                    <a:pt x="22843" y="15061"/>
                  </a:lnTo>
                  <a:lnTo>
                    <a:pt x="21860" y="14419"/>
                  </a:lnTo>
                  <a:lnTo>
                    <a:pt x="20898" y="13757"/>
                  </a:lnTo>
                  <a:lnTo>
                    <a:pt x="19935" y="13096"/>
                  </a:lnTo>
                  <a:lnTo>
                    <a:pt x="18992" y="12414"/>
                  </a:lnTo>
                  <a:lnTo>
                    <a:pt x="18070" y="11732"/>
                  </a:lnTo>
                  <a:lnTo>
                    <a:pt x="17027" y="10930"/>
                  </a:lnTo>
                  <a:lnTo>
                    <a:pt x="15984" y="10087"/>
                  </a:lnTo>
                  <a:lnTo>
                    <a:pt x="14961" y="9225"/>
                  </a:lnTo>
                  <a:lnTo>
                    <a:pt x="13959" y="8363"/>
                  </a:lnTo>
                  <a:lnTo>
                    <a:pt x="12956" y="7480"/>
                  </a:lnTo>
                  <a:lnTo>
                    <a:pt x="11973" y="6598"/>
                  </a:lnTo>
                  <a:lnTo>
                    <a:pt x="11011" y="5716"/>
                  </a:lnTo>
                  <a:lnTo>
                    <a:pt x="10088" y="4833"/>
                  </a:lnTo>
                  <a:lnTo>
                    <a:pt x="8765" y="3550"/>
                  </a:lnTo>
                  <a:lnTo>
                    <a:pt x="7521" y="2306"/>
                  </a:lnTo>
                  <a:lnTo>
                    <a:pt x="6358" y="1123"/>
                  </a:lnTo>
                  <a:lnTo>
                    <a:pt x="527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28">
              <a:extLst>
                <a:ext uri="{FF2B5EF4-FFF2-40B4-BE49-F238E27FC236}">
                  <a16:creationId xmlns:a16="http://schemas.microsoft.com/office/drawing/2014/main" id="{F2A6B0C4-E102-5CDF-7B4D-313763D7709C}"/>
                </a:ext>
              </a:extLst>
            </p:cNvPr>
            <p:cNvSpPr/>
            <p:nvPr/>
          </p:nvSpPr>
          <p:spPr>
            <a:xfrm>
              <a:off x="10352050" y="3796875"/>
              <a:ext cx="831300" cy="667825"/>
            </a:xfrm>
            <a:custGeom>
              <a:avLst/>
              <a:gdLst/>
              <a:ahLst/>
              <a:cxnLst/>
              <a:rect l="l" t="t" r="r" b="b"/>
              <a:pathLst>
                <a:path w="33252" h="26713" fill="none" extrusionOk="0">
                  <a:moveTo>
                    <a:pt x="32228" y="26713"/>
                  </a:moveTo>
                  <a:lnTo>
                    <a:pt x="32228" y="26713"/>
                  </a:lnTo>
                  <a:lnTo>
                    <a:pt x="31326" y="26292"/>
                  </a:lnTo>
                  <a:lnTo>
                    <a:pt x="30383" y="25810"/>
                  </a:lnTo>
                  <a:lnTo>
                    <a:pt x="29381" y="25309"/>
                  </a:lnTo>
                  <a:lnTo>
                    <a:pt x="28358" y="24747"/>
                  </a:lnTo>
                  <a:lnTo>
                    <a:pt x="27295" y="24166"/>
                  </a:lnTo>
                  <a:lnTo>
                    <a:pt x="26212" y="23564"/>
                  </a:lnTo>
                  <a:lnTo>
                    <a:pt x="25089" y="22922"/>
                  </a:lnTo>
                  <a:lnTo>
                    <a:pt x="23966" y="22241"/>
                  </a:lnTo>
                  <a:lnTo>
                    <a:pt x="22823" y="21559"/>
                  </a:lnTo>
                  <a:lnTo>
                    <a:pt x="21660" y="20837"/>
                  </a:lnTo>
                  <a:lnTo>
                    <a:pt x="20496" y="20095"/>
                  </a:lnTo>
                  <a:lnTo>
                    <a:pt x="19333" y="19313"/>
                  </a:lnTo>
                  <a:lnTo>
                    <a:pt x="18190" y="18530"/>
                  </a:lnTo>
                  <a:lnTo>
                    <a:pt x="17027" y="17728"/>
                  </a:lnTo>
                  <a:lnTo>
                    <a:pt x="15904" y="16906"/>
                  </a:lnTo>
                  <a:lnTo>
                    <a:pt x="14781" y="16064"/>
                  </a:lnTo>
                  <a:lnTo>
                    <a:pt x="14781" y="16064"/>
                  </a:lnTo>
                  <a:lnTo>
                    <a:pt x="13778" y="15302"/>
                  </a:lnTo>
                  <a:lnTo>
                    <a:pt x="12775" y="14499"/>
                  </a:lnTo>
                  <a:lnTo>
                    <a:pt x="11773" y="13697"/>
                  </a:lnTo>
                  <a:lnTo>
                    <a:pt x="10810" y="12875"/>
                  </a:lnTo>
                  <a:lnTo>
                    <a:pt x="9848" y="12053"/>
                  </a:lnTo>
                  <a:lnTo>
                    <a:pt x="8885" y="11211"/>
                  </a:lnTo>
                  <a:lnTo>
                    <a:pt x="7962" y="10388"/>
                  </a:lnTo>
                  <a:lnTo>
                    <a:pt x="7060" y="9546"/>
                  </a:lnTo>
                  <a:lnTo>
                    <a:pt x="7060" y="9546"/>
                  </a:lnTo>
                  <a:lnTo>
                    <a:pt x="6037" y="8583"/>
                  </a:lnTo>
                  <a:lnTo>
                    <a:pt x="5034" y="7621"/>
                  </a:lnTo>
                  <a:lnTo>
                    <a:pt x="4092" y="6678"/>
                  </a:lnTo>
                  <a:lnTo>
                    <a:pt x="3189" y="5756"/>
                  </a:lnTo>
                  <a:lnTo>
                    <a:pt x="2307" y="4853"/>
                  </a:lnTo>
                  <a:lnTo>
                    <a:pt x="1485" y="3991"/>
                  </a:lnTo>
                  <a:lnTo>
                    <a:pt x="723" y="3149"/>
                  </a:lnTo>
                  <a:lnTo>
                    <a:pt x="1" y="2346"/>
                  </a:lnTo>
                  <a:lnTo>
                    <a:pt x="1" y="2346"/>
                  </a:lnTo>
                  <a:lnTo>
                    <a:pt x="41" y="2266"/>
                  </a:lnTo>
                  <a:lnTo>
                    <a:pt x="41" y="2266"/>
                  </a:lnTo>
                  <a:lnTo>
                    <a:pt x="282" y="1985"/>
                  </a:lnTo>
                  <a:lnTo>
                    <a:pt x="542" y="1705"/>
                  </a:lnTo>
                  <a:lnTo>
                    <a:pt x="803" y="1464"/>
                  </a:lnTo>
                  <a:lnTo>
                    <a:pt x="1084" y="1243"/>
                  </a:lnTo>
                  <a:lnTo>
                    <a:pt x="1385" y="1043"/>
                  </a:lnTo>
                  <a:lnTo>
                    <a:pt x="1685" y="862"/>
                  </a:lnTo>
                  <a:lnTo>
                    <a:pt x="2006" y="682"/>
                  </a:lnTo>
                  <a:lnTo>
                    <a:pt x="2327" y="541"/>
                  </a:lnTo>
                  <a:lnTo>
                    <a:pt x="2668" y="421"/>
                  </a:lnTo>
                  <a:lnTo>
                    <a:pt x="3029" y="321"/>
                  </a:lnTo>
                  <a:lnTo>
                    <a:pt x="3390" y="221"/>
                  </a:lnTo>
                  <a:lnTo>
                    <a:pt x="3751" y="140"/>
                  </a:lnTo>
                  <a:lnTo>
                    <a:pt x="4112" y="80"/>
                  </a:lnTo>
                  <a:lnTo>
                    <a:pt x="4493" y="40"/>
                  </a:lnTo>
                  <a:lnTo>
                    <a:pt x="4894" y="20"/>
                  </a:lnTo>
                  <a:lnTo>
                    <a:pt x="5275" y="0"/>
                  </a:lnTo>
                  <a:lnTo>
                    <a:pt x="5275" y="0"/>
                  </a:lnTo>
                  <a:lnTo>
                    <a:pt x="6358" y="1123"/>
                  </a:lnTo>
                  <a:lnTo>
                    <a:pt x="7521" y="2306"/>
                  </a:lnTo>
                  <a:lnTo>
                    <a:pt x="8765" y="3550"/>
                  </a:lnTo>
                  <a:lnTo>
                    <a:pt x="10088" y="4833"/>
                  </a:lnTo>
                  <a:lnTo>
                    <a:pt x="10088" y="4833"/>
                  </a:lnTo>
                  <a:lnTo>
                    <a:pt x="11011" y="5716"/>
                  </a:lnTo>
                  <a:lnTo>
                    <a:pt x="11973" y="6598"/>
                  </a:lnTo>
                  <a:lnTo>
                    <a:pt x="12956" y="7480"/>
                  </a:lnTo>
                  <a:lnTo>
                    <a:pt x="13959" y="8363"/>
                  </a:lnTo>
                  <a:lnTo>
                    <a:pt x="14961" y="9225"/>
                  </a:lnTo>
                  <a:lnTo>
                    <a:pt x="15984" y="10087"/>
                  </a:lnTo>
                  <a:lnTo>
                    <a:pt x="17027" y="10930"/>
                  </a:lnTo>
                  <a:lnTo>
                    <a:pt x="18070" y="11732"/>
                  </a:lnTo>
                  <a:lnTo>
                    <a:pt x="18070" y="11732"/>
                  </a:lnTo>
                  <a:lnTo>
                    <a:pt x="18992" y="12414"/>
                  </a:lnTo>
                  <a:lnTo>
                    <a:pt x="19935" y="13096"/>
                  </a:lnTo>
                  <a:lnTo>
                    <a:pt x="20898" y="13757"/>
                  </a:lnTo>
                  <a:lnTo>
                    <a:pt x="21860" y="14419"/>
                  </a:lnTo>
                  <a:lnTo>
                    <a:pt x="22843" y="15061"/>
                  </a:lnTo>
                  <a:lnTo>
                    <a:pt x="23826" y="15683"/>
                  </a:lnTo>
                  <a:lnTo>
                    <a:pt x="25771" y="16906"/>
                  </a:lnTo>
                  <a:lnTo>
                    <a:pt x="27696" y="18049"/>
                  </a:lnTo>
                  <a:lnTo>
                    <a:pt x="29561" y="19112"/>
                  </a:lnTo>
                  <a:lnTo>
                    <a:pt x="31326" y="20095"/>
                  </a:lnTo>
                  <a:lnTo>
                    <a:pt x="32970" y="20977"/>
                  </a:lnTo>
                  <a:lnTo>
                    <a:pt x="32970" y="20977"/>
                  </a:lnTo>
                  <a:lnTo>
                    <a:pt x="33071" y="21418"/>
                  </a:lnTo>
                  <a:lnTo>
                    <a:pt x="33151" y="21859"/>
                  </a:lnTo>
                  <a:lnTo>
                    <a:pt x="33191" y="22281"/>
                  </a:lnTo>
                  <a:lnTo>
                    <a:pt x="33231" y="22682"/>
                  </a:lnTo>
                  <a:lnTo>
                    <a:pt x="33251" y="23063"/>
                  </a:lnTo>
                  <a:lnTo>
                    <a:pt x="33251" y="23444"/>
                  </a:lnTo>
                  <a:lnTo>
                    <a:pt x="33231" y="23825"/>
                  </a:lnTo>
                  <a:lnTo>
                    <a:pt x="33191" y="24166"/>
                  </a:lnTo>
                  <a:lnTo>
                    <a:pt x="33131" y="24527"/>
                  </a:lnTo>
                  <a:lnTo>
                    <a:pt x="33051" y="24848"/>
                  </a:lnTo>
                  <a:lnTo>
                    <a:pt x="32950" y="25189"/>
                  </a:lnTo>
                  <a:lnTo>
                    <a:pt x="32830" y="25509"/>
                  </a:lnTo>
                  <a:lnTo>
                    <a:pt x="32710" y="25810"/>
                  </a:lnTo>
                  <a:lnTo>
                    <a:pt x="32569" y="26131"/>
                  </a:lnTo>
                  <a:lnTo>
                    <a:pt x="32409" y="26432"/>
                  </a:lnTo>
                  <a:lnTo>
                    <a:pt x="32228" y="2671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28">
              <a:extLst>
                <a:ext uri="{FF2B5EF4-FFF2-40B4-BE49-F238E27FC236}">
                  <a16:creationId xmlns:a16="http://schemas.microsoft.com/office/drawing/2014/main" id="{73766375-6627-824A-2A23-952B54A81BC2}"/>
                </a:ext>
              </a:extLst>
            </p:cNvPr>
            <p:cNvSpPr/>
            <p:nvPr/>
          </p:nvSpPr>
          <p:spPr>
            <a:xfrm>
              <a:off x="10458850" y="4207975"/>
              <a:ext cx="290800" cy="225150"/>
            </a:xfrm>
            <a:custGeom>
              <a:avLst/>
              <a:gdLst/>
              <a:ahLst/>
              <a:cxnLst/>
              <a:rect l="l" t="t" r="r" b="b"/>
              <a:pathLst>
                <a:path w="11632" h="9006" extrusionOk="0">
                  <a:moveTo>
                    <a:pt x="0" y="1"/>
                  </a:moveTo>
                  <a:lnTo>
                    <a:pt x="562" y="863"/>
                  </a:lnTo>
                  <a:lnTo>
                    <a:pt x="1123" y="1665"/>
                  </a:lnTo>
                  <a:lnTo>
                    <a:pt x="2166" y="3069"/>
                  </a:lnTo>
                  <a:lnTo>
                    <a:pt x="3009" y="4192"/>
                  </a:lnTo>
                  <a:lnTo>
                    <a:pt x="3610" y="4974"/>
                  </a:lnTo>
                  <a:lnTo>
                    <a:pt x="3630" y="4994"/>
                  </a:lnTo>
                  <a:lnTo>
                    <a:pt x="4493" y="5676"/>
                  </a:lnTo>
                  <a:lnTo>
                    <a:pt x="5395" y="6378"/>
                  </a:lnTo>
                  <a:lnTo>
                    <a:pt x="6177" y="6960"/>
                  </a:lnTo>
                  <a:lnTo>
                    <a:pt x="6558" y="7240"/>
                  </a:lnTo>
                  <a:lnTo>
                    <a:pt x="6899" y="7321"/>
                  </a:lnTo>
                  <a:lnTo>
                    <a:pt x="7300" y="7421"/>
                  </a:lnTo>
                  <a:lnTo>
                    <a:pt x="7761" y="7561"/>
                  </a:lnTo>
                  <a:lnTo>
                    <a:pt x="8263" y="7742"/>
                  </a:lnTo>
                  <a:lnTo>
                    <a:pt x="9366" y="8143"/>
                  </a:lnTo>
                  <a:lnTo>
                    <a:pt x="10629" y="8624"/>
                  </a:lnTo>
                  <a:lnTo>
                    <a:pt x="11632" y="9005"/>
                  </a:lnTo>
                  <a:lnTo>
                    <a:pt x="10288" y="8123"/>
                  </a:lnTo>
                  <a:lnTo>
                    <a:pt x="8945" y="7220"/>
                  </a:lnTo>
                  <a:lnTo>
                    <a:pt x="7561" y="6258"/>
                  </a:lnTo>
                  <a:lnTo>
                    <a:pt x="6217" y="5255"/>
                  </a:lnTo>
                  <a:lnTo>
                    <a:pt x="5415" y="4653"/>
                  </a:lnTo>
                  <a:lnTo>
                    <a:pt x="4633" y="4012"/>
                  </a:lnTo>
                  <a:lnTo>
                    <a:pt x="3831" y="3370"/>
                  </a:lnTo>
                  <a:lnTo>
                    <a:pt x="3049" y="2708"/>
                  </a:lnTo>
                  <a:lnTo>
                    <a:pt x="1504" y="136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28">
              <a:extLst>
                <a:ext uri="{FF2B5EF4-FFF2-40B4-BE49-F238E27FC236}">
                  <a16:creationId xmlns:a16="http://schemas.microsoft.com/office/drawing/2014/main" id="{3D7E64CD-0D4D-E90D-10A2-86D9E4CF54CA}"/>
                </a:ext>
              </a:extLst>
            </p:cNvPr>
            <p:cNvSpPr/>
            <p:nvPr/>
          </p:nvSpPr>
          <p:spPr>
            <a:xfrm>
              <a:off x="10458850" y="4207975"/>
              <a:ext cx="290800" cy="225150"/>
            </a:xfrm>
            <a:custGeom>
              <a:avLst/>
              <a:gdLst/>
              <a:ahLst/>
              <a:cxnLst/>
              <a:rect l="l" t="t" r="r" b="b"/>
              <a:pathLst>
                <a:path w="11632" h="9006" fill="none" extrusionOk="0">
                  <a:moveTo>
                    <a:pt x="11632" y="9005"/>
                  </a:moveTo>
                  <a:lnTo>
                    <a:pt x="11632" y="9005"/>
                  </a:lnTo>
                  <a:lnTo>
                    <a:pt x="10629" y="8624"/>
                  </a:lnTo>
                  <a:lnTo>
                    <a:pt x="10629" y="8624"/>
                  </a:lnTo>
                  <a:lnTo>
                    <a:pt x="9366" y="8143"/>
                  </a:lnTo>
                  <a:lnTo>
                    <a:pt x="8263" y="7742"/>
                  </a:lnTo>
                  <a:lnTo>
                    <a:pt x="7761" y="7561"/>
                  </a:lnTo>
                  <a:lnTo>
                    <a:pt x="7300" y="7421"/>
                  </a:lnTo>
                  <a:lnTo>
                    <a:pt x="6899" y="7321"/>
                  </a:lnTo>
                  <a:lnTo>
                    <a:pt x="6558" y="7240"/>
                  </a:lnTo>
                  <a:lnTo>
                    <a:pt x="6558" y="7240"/>
                  </a:lnTo>
                  <a:lnTo>
                    <a:pt x="6558" y="7240"/>
                  </a:lnTo>
                  <a:lnTo>
                    <a:pt x="6558" y="7240"/>
                  </a:lnTo>
                  <a:lnTo>
                    <a:pt x="6177" y="6960"/>
                  </a:lnTo>
                  <a:lnTo>
                    <a:pt x="6177" y="6960"/>
                  </a:lnTo>
                  <a:lnTo>
                    <a:pt x="5395" y="6378"/>
                  </a:lnTo>
                  <a:lnTo>
                    <a:pt x="5395" y="6378"/>
                  </a:lnTo>
                  <a:lnTo>
                    <a:pt x="4493" y="5676"/>
                  </a:lnTo>
                  <a:lnTo>
                    <a:pt x="4493" y="5676"/>
                  </a:lnTo>
                  <a:lnTo>
                    <a:pt x="3630" y="4994"/>
                  </a:lnTo>
                  <a:lnTo>
                    <a:pt x="3630" y="4994"/>
                  </a:lnTo>
                  <a:lnTo>
                    <a:pt x="3610" y="4974"/>
                  </a:lnTo>
                  <a:lnTo>
                    <a:pt x="3610" y="4974"/>
                  </a:lnTo>
                  <a:lnTo>
                    <a:pt x="3009" y="4192"/>
                  </a:lnTo>
                  <a:lnTo>
                    <a:pt x="2166" y="3069"/>
                  </a:lnTo>
                  <a:lnTo>
                    <a:pt x="1123" y="1665"/>
                  </a:lnTo>
                  <a:lnTo>
                    <a:pt x="562" y="86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504" y="1364"/>
                  </a:lnTo>
                  <a:lnTo>
                    <a:pt x="3049" y="2708"/>
                  </a:lnTo>
                  <a:lnTo>
                    <a:pt x="3831" y="3370"/>
                  </a:lnTo>
                  <a:lnTo>
                    <a:pt x="4633" y="4012"/>
                  </a:lnTo>
                  <a:lnTo>
                    <a:pt x="5415" y="4653"/>
                  </a:lnTo>
                  <a:lnTo>
                    <a:pt x="6217" y="5255"/>
                  </a:lnTo>
                  <a:lnTo>
                    <a:pt x="6217" y="5255"/>
                  </a:lnTo>
                  <a:lnTo>
                    <a:pt x="7561" y="6258"/>
                  </a:lnTo>
                  <a:lnTo>
                    <a:pt x="8945" y="7220"/>
                  </a:lnTo>
                  <a:lnTo>
                    <a:pt x="8945" y="7220"/>
                  </a:lnTo>
                  <a:lnTo>
                    <a:pt x="10288" y="8123"/>
                  </a:lnTo>
                  <a:lnTo>
                    <a:pt x="11632" y="90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28">
              <a:extLst>
                <a:ext uri="{FF2B5EF4-FFF2-40B4-BE49-F238E27FC236}">
                  <a16:creationId xmlns:a16="http://schemas.microsoft.com/office/drawing/2014/main" id="{0FF25E34-918C-1E09-E5BD-5CF76F9753A6}"/>
                </a:ext>
              </a:extLst>
            </p:cNvPr>
            <p:cNvSpPr/>
            <p:nvPr/>
          </p:nvSpPr>
          <p:spPr>
            <a:xfrm>
              <a:off x="10333500" y="3796875"/>
              <a:ext cx="580100" cy="467775"/>
            </a:xfrm>
            <a:custGeom>
              <a:avLst/>
              <a:gdLst/>
              <a:ahLst/>
              <a:cxnLst/>
              <a:rect l="l" t="t" r="r" b="b"/>
              <a:pathLst>
                <a:path w="23204" h="18711" extrusionOk="0">
                  <a:moveTo>
                    <a:pt x="21720" y="2487"/>
                  </a:moveTo>
                  <a:lnTo>
                    <a:pt x="21359" y="2527"/>
                  </a:lnTo>
                  <a:lnTo>
                    <a:pt x="20958" y="2567"/>
                  </a:lnTo>
                  <a:lnTo>
                    <a:pt x="20557" y="2587"/>
                  </a:lnTo>
                  <a:lnTo>
                    <a:pt x="19694" y="2587"/>
                  </a:lnTo>
                  <a:lnTo>
                    <a:pt x="19273" y="2567"/>
                  </a:lnTo>
                  <a:lnTo>
                    <a:pt x="20236" y="3469"/>
                  </a:lnTo>
                  <a:lnTo>
                    <a:pt x="21259" y="4372"/>
                  </a:lnTo>
                  <a:lnTo>
                    <a:pt x="21579" y="4292"/>
                  </a:lnTo>
                  <a:lnTo>
                    <a:pt x="22021" y="4171"/>
                  </a:lnTo>
                  <a:lnTo>
                    <a:pt x="22422" y="4011"/>
                  </a:lnTo>
                  <a:lnTo>
                    <a:pt x="22823" y="3830"/>
                  </a:lnTo>
                  <a:lnTo>
                    <a:pt x="23204" y="3610"/>
                  </a:lnTo>
                  <a:lnTo>
                    <a:pt x="21720" y="2487"/>
                  </a:lnTo>
                  <a:close/>
                  <a:moveTo>
                    <a:pt x="12054" y="882"/>
                  </a:moveTo>
                  <a:lnTo>
                    <a:pt x="13778" y="2547"/>
                  </a:lnTo>
                  <a:lnTo>
                    <a:pt x="14681" y="3369"/>
                  </a:lnTo>
                  <a:lnTo>
                    <a:pt x="15603" y="4211"/>
                  </a:lnTo>
                  <a:lnTo>
                    <a:pt x="16506" y="4312"/>
                  </a:lnTo>
                  <a:lnTo>
                    <a:pt x="17428" y="4412"/>
                  </a:lnTo>
                  <a:lnTo>
                    <a:pt x="18331" y="4492"/>
                  </a:lnTo>
                  <a:lnTo>
                    <a:pt x="18792" y="4512"/>
                  </a:lnTo>
                  <a:lnTo>
                    <a:pt x="19253" y="4532"/>
                  </a:lnTo>
                  <a:lnTo>
                    <a:pt x="19253" y="4532"/>
                  </a:lnTo>
                  <a:lnTo>
                    <a:pt x="18591" y="3951"/>
                  </a:lnTo>
                  <a:lnTo>
                    <a:pt x="17970" y="3349"/>
                  </a:lnTo>
                  <a:lnTo>
                    <a:pt x="16786" y="2206"/>
                  </a:lnTo>
                  <a:lnTo>
                    <a:pt x="15784" y="1945"/>
                  </a:lnTo>
                  <a:lnTo>
                    <a:pt x="14661" y="1604"/>
                  </a:lnTo>
                  <a:lnTo>
                    <a:pt x="13397" y="1243"/>
                  </a:lnTo>
                  <a:lnTo>
                    <a:pt x="12054" y="882"/>
                  </a:lnTo>
                  <a:close/>
                  <a:moveTo>
                    <a:pt x="6017" y="0"/>
                  </a:moveTo>
                  <a:lnTo>
                    <a:pt x="7100" y="1123"/>
                  </a:lnTo>
                  <a:lnTo>
                    <a:pt x="8263" y="2306"/>
                  </a:lnTo>
                  <a:lnTo>
                    <a:pt x="9507" y="3550"/>
                  </a:lnTo>
                  <a:lnTo>
                    <a:pt x="10830" y="4833"/>
                  </a:lnTo>
                  <a:lnTo>
                    <a:pt x="10870" y="4793"/>
                  </a:lnTo>
                  <a:lnTo>
                    <a:pt x="11271" y="4613"/>
                  </a:lnTo>
                  <a:lnTo>
                    <a:pt x="11693" y="4472"/>
                  </a:lnTo>
                  <a:lnTo>
                    <a:pt x="10469" y="3329"/>
                  </a:lnTo>
                  <a:lnTo>
                    <a:pt x="9326" y="2206"/>
                  </a:lnTo>
                  <a:lnTo>
                    <a:pt x="8203" y="1103"/>
                  </a:lnTo>
                  <a:lnTo>
                    <a:pt x="7160" y="20"/>
                  </a:lnTo>
                  <a:lnTo>
                    <a:pt x="6318" y="0"/>
                  </a:lnTo>
                  <a:close/>
                  <a:moveTo>
                    <a:pt x="743" y="2346"/>
                  </a:moveTo>
                  <a:lnTo>
                    <a:pt x="562" y="2607"/>
                  </a:lnTo>
                  <a:lnTo>
                    <a:pt x="422" y="2888"/>
                  </a:lnTo>
                  <a:lnTo>
                    <a:pt x="1886" y="4452"/>
                  </a:lnTo>
                  <a:lnTo>
                    <a:pt x="3611" y="6257"/>
                  </a:lnTo>
                  <a:lnTo>
                    <a:pt x="4573" y="7240"/>
                  </a:lnTo>
                  <a:lnTo>
                    <a:pt x="5576" y="8222"/>
                  </a:lnTo>
                  <a:lnTo>
                    <a:pt x="6619" y="9265"/>
                  </a:lnTo>
                  <a:lnTo>
                    <a:pt x="7722" y="10288"/>
                  </a:lnTo>
                  <a:lnTo>
                    <a:pt x="7742" y="9927"/>
                  </a:lnTo>
                  <a:lnTo>
                    <a:pt x="7802" y="9546"/>
                  </a:lnTo>
                  <a:lnTo>
                    <a:pt x="6779" y="8583"/>
                  </a:lnTo>
                  <a:lnTo>
                    <a:pt x="5776" y="7621"/>
                  </a:lnTo>
                  <a:lnTo>
                    <a:pt x="4834" y="6678"/>
                  </a:lnTo>
                  <a:lnTo>
                    <a:pt x="3931" y="5756"/>
                  </a:lnTo>
                  <a:lnTo>
                    <a:pt x="3049" y="4853"/>
                  </a:lnTo>
                  <a:lnTo>
                    <a:pt x="2227" y="3991"/>
                  </a:lnTo>
                  <a:lnTo>
                    <a:pt x="1465" y="3149"/>
                  </a:lnTo>
                  <a:lnTo>
                    <a:pt x="743" y="2346"/>
                  </a:lnTo>
                  <a:close/>
                  <a:moveTo>
                    <a:pt x="21" y="4593"/>
                  </a:moveTo>
                  <a:lnTo>
                    <a:pt x="1" y="4893"/>
                  </a:lnTo>
                  <a:lnTo>
                    <a:pt x="21" y="5274"/>
                  </a:lnTo>
                  <a:lnTo>
                    <a:pt x="41" y="5655"/>
                  </a:lnTo>
                  <a:lnTo>
                    <a:pt x="101" y="6056"/>
                  </a:lnTo>
                  <a:lnTo>
                    <a:pt x="161" y="6458"/>
                  </a:lnTo>
                  <a:lnTo>
                    <a:pt x="261" y="6859"/>
                  </a:lnTo>
                  <a:lnTo>
                    <a:pt x="362" y="7280"/>
                  </a:lnTo>
                  <a:lnTo>
                    <a:pt x="482" y="7701"/>
                  </a:lnTo>
                  <a:lnTo>
                    <a:pt x="602" y="8122"/>
                  </a:lnTo>
                  <a:lnTo>
                    <a:pt x="923" y="9005"/>
                  </a:lnTo>
                  <a:lnTo>
                    <a:pt x="1284" y="9887"/>
                  </a:lnTo>
                  <a:lnTo>
                    <a:pt x="1685" y="10769"/>
                  </a:lnTo>
                  <a:lnTo>
                    <a:pt x="2147" y="11672"/>
                  </a:lnTo>
                  <a:lnTo>
                    <a:pt x="3911" y="13417"/>
                  </a:lnTo>
                  <a:lnTo>
                    <a:pt x="4854" y="14299"/>
                  </a:lnTo>
                  <a:lnTo>
                    <a:pt x="5817" y="15181"/>
                  </a:lnTo>
                  <a:lnTo>
                    <a:pt x="6799" y="16084"/>
                  </a:lnTo>
                  <a:lnTo>
                    <a:pt x="7802" y="16966"/>
                  </a:lnTo>
                  <a:lnTo>
                    <a:pt x="8805" y="17849"/>
                  </a:lnTo>
                  <a:lnTo>
                    <a:pt x="9848" y="18711"/>
                  </a:lnTo>
                  <a:lnTo>
                    <a:pt x="9848" y="18711"/>
                  </a:lnTo>
                  <a:lnTo>
                    <a:pt x="9406" y="17929"/>
                  </a:lnTo>
                  <a:lnTo>
                    <a:pt x="9206" y="17508"/>
                  </a:lnTo>
                  <a:lnTo>
                    <a:pt x="9005" y="17107"/>
                  </a:lnTo>
                  <a:lnTo>
                    <a:pt x="8825" y="16685"/>
                  </a:lnTo>
                  <a:lnTo>
                    <a:pt x="8664" y="16244"/>
                  </a:lnTo>
                  <a:lnTo>
                    <a:pt x="8504" y="15823"/>
                  </a:lnTo>
                  <a:lnTo>
                    <a:pt x="8343" y="15382"/>
                  </a:lnTo>
                  <a:lnTo>
                    <a:pt x="8143" y="14660"/>
                  </a:lnTo>
                  <a:lnTo>
                    <a:pt x="7962" y="13898"/>
                  </a:lnTo>
                  <a:lnTo>
                    <a:pt x="7842" y="13116"/>
                  </a:lnTo>
                  <a:lnTo>
                    <a:pt x="7742" y="12293"/>
                  </a:lnTo>
                  <a:lnTo>
                    <a:pt x="6639" y="11291"/>
                  </a:lnTo>
                  <a:lnTo>
                    <a:pt x="5556" y="10288"/>
                  </a:lnTo>
                  <a:lnTo>
                    <a:pt x="4513" y="9285"/>
                  </a:lnTo>
                  <a:lnTo>
                    <a:pt x="3510" y="8303"/>
                  </a:lnTo>
                  <a:lnTo>
                    <a:pt x="2568" y="7320"/>
                  </a:lnTo>
                  <a:lnTo>
                    <a:pt x="1665" y="6377"/>
                  </a:lnTo>
                  <a:lnTo>
                    <a:pt x="803" y="5475"/>
                  </a:lnTo>
                  <a:lnTo>
                    <a:pt x="21" y="4593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28">
              <a:extLst>
                <a:ext uri="{FF2B5EF4-FFF2-40B4-BE49-F238E27FC236}">
                  <a16:creationId xmlns:a16="http://schemas.microsoft.com/office/drawing/2014/main" id="{3A4ED4CB-7525-778C-A5BF-89AB6A835246}"/>
                </a:ext>
              </a:extLst>
            </p:cNvPr>
            <p:cNvSpPr/>
            <p:nvPr/>
          </p:nvSpPr>
          <p:spPr>
            <a:xfrm>
              <a:off x="10333500" y="3911675"/>
              <a:ext cx="246200" cy="352975"/>
            </a:xfrm>
            <a:custGeom>
              <a:avLst/>
              <a:gdLst/>
              <a:ahLst/>
              <a:cxnLst/>
              <a:rect l="l" t="t" r="r" b="b"/>
              <a:pathLst>
                <a:path w="9848" h="14119" fill="none" extrusionOk="0">
                  <a:moveTo>
                    <a:pt x="21" y="1"/>
                  </a:moveTo>
                  <a:lnTo>
                    <a:pt x="21" y="1"/>
                  </a:lnTo>
                  <a:lnTo>
                    <a:pt x="21" y="1"/>
                  </a:lnTo>
                  <a:lnTo>
                    <a:pt x="1" y="301"/>
                  </a:lnTo>
                  <a:lnTo>
                    <a:pt x="1" y="301"/>
                  </a:lnTo>
                  <a:lnTo>
                    <a:pt x="21" y="682"/>
                  </a:lnTo>
                  <a:lnTo>
                    <a:pt x="41" y="1063"/>
                  </a:lnTo>
                  <a:lnTo>
                    <a:pt x="101" y="1464"/>
                  </a:lnTo>
                  <a:lnTo>
                    <a:pt x="161" y="1866"/>
                  </a:lnTo>
                  <a:lnTo>
                    <a:pt x="261" y="2267"/>
                  </a:lnTo>
                  <a:lnTo>
                    <a:pt x="362" y="2688"/>
                  </a:lnTo>
                  <a:lnTo>
                    <a:pt x="482" y="3109"/>
                  </a:lnTo>
                  <a:lnTo>
                    <a:pt x="602" y="3530"/>
                  </a:lnTo>
                  <a:lnTo>
                    <a:pt x="923" y="4413"/>
                  </a:lnTo>
                  <a:lnTo>
                    <a:pt x="1284" y="5295"/>
                  </a:lnTo>
                  <a:lnTo>
                    <a:pt x="1685" y="6177"/>
                  </a:lnTo>
                  <a:lnTo>
                    <a:pt x="2147" y="7080"/>
                  </a:lnTo>
                  <a:lnTo>
                    <a:pt x="2147" y="7080"/>
                  </a:lnTo>
                  <a:lnTo>
                    <a:pt x="2147" y="7080"/>
                  </a:lnTo>
                  <a:lnTo>
                    <a:pt x="3911" y="8825"/>
                  </a:lnTo>
                  <a:lnTo>
                    <a:pt x="4854" y="9707"/>
                  </a:lnTo>
                  <a:lnTo>
                    <a:pt x="5817" y="10589"/>
                  </a:lnTo>
                  <a:lnTo>
                    <a:pt x="6799" y="11492"/>
                  </a:lnTo>
                  <a:lnTo>
                    <a:pt x="7802" y="12374"/>
                  </a:lnTo>
                  <a:lnTo>
                    <a:pt x="8805" y="13257"/>
                  </a:lnTo>
                  <a:lnTo>
                    <a:pt x="9848" y="14119"/>
                  </a:lnTo>
                  <a:lnTo>
                    <a:pt x="9848" y="14119"/>
                  </a:lnTo>
                  <a:lnTo>
                    <a:pt x="9848" y="14119"/>
                  </a:lnTo>
                  <a:lnTo>
                    <a:pt x="9848" y="14119"/>
                  </a:lnTo>
                  <a:lnTo>
                    <a:pt x="9406" y="13337"/>
                  </a:lnTo>
                  <a:lnTo>
                    <a:pt x="9206" y="12916"/>
                  </a:lnTo>
                  <a:lnTo>
                    <a:pt x="9005" y="12515"/>
                  </a:lnTo>
                  <a:lnTo>
                    <a:pt x="8825" y="12093"/>
                  </a:lnTo>
                  <a:lnTo>
                    <a:pt x="8664" y="11652"/>
                  </a:lnTo>
                  <a:lnTo>
                    <a:pt x="8504" y="11231"/>
                  </a:lnTo>
                  <a:lnTo>
                    <a:pt x="8343" y="10790"/>
                  </a:lnTo>
                  <a:lnTo>
                    <a:pt x="8343" y="10790"/>
                  </a:lnTo>
                  <a:lnTo>
                    <a:pt x="8143" y="10068"/>
                  </a:lnTo>
                  <a:lnTo>
                    <a:pt x="7962" y="9306"/>
                  </a:lnTo>
                  <a:lnTo>
                    <a:pt x="7842" y="8524"/>
                  </a:lnTo>
                  <a:lnTo>
                    <a:pt x="7742" y="7701"/>
                  </a:lnTo>
                  <a:lnTo>
                    <a:pt x="7742" y="7701"/>
                  </a:lnTo>
                  <a:lnTo>
                    <a:pt x="7742" y="7701"/>
                  </a:lnTo>
                  <a:lnTo>
                    <a:pt x="6639" y="6699"/>
                  </a:lnTo>
                  <a:lnTo>
                    <a:pt x="5556" y="5696"/>
                  </a:lnTo>
                  <a:lnTo>
                    <a:pt x="4513" y="4693"/>
                  </a:lnTo>
                  <a:lnTo>
                    <a:pt x="3510" y="3711"/>
                  </a:lnTo>
                  <a:lnTo>
                    <a:pt x="2568" y="2728"/>
                  </a:lnTo>
                  <a:lnTo>
                    <a:pt x="1665" y="1785"/>
                  </a:lnTo>
                  <a:lnTo>
                    <a:pt x="803" y="883"/>
                  </a:lnTo>
                  <a:lnTo>
                    <a:pt x="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28">
              <a:extLst>
                <a:ext uri="{FF2B5EF4-FFF2-40B4-BE49-F238E27FC236}">
                  <a16:creationId xmlns:a16="http://schemas.microsoft.com/office/drawing/2014/main" id="{1C8E0080-8C85-65A5-B7F6-72473C42CE63}"/>
                </a:ext>
              </a:extLst>
            </p:cNvPr>
            <p:cNvSpPr/>
            <p:nvPr/>
          </p:nvSpPr>
          <p:spPr>
            <a:xfrm>
              <a:off x="10815325" y="3859025"/>
              <a:ext cx="98275" cy="47150"/>
            </a:xfrm>
            <a:custGeom>
              <a:avLst/>
              <a:gdLst/>
              <a:ahLst/>
              <a:cxnLst/>
              <a:rect l="l" t="t" r="r" b="b"/>
              <a:pathLst>
                <a:path w="3931" h="1886" fill="none" extrusionOk="0">
                  <a:moveTo>
                    <a:pt x="2447" y="1"/>
                  </a:moveTo>
                  <a:lnTo>
                    <a:pt x="2447" y="1"/>
                  </a:lnTo>
                  <a:lnTo>
                    <a:pt x="2447" y="1"/>
                  </a:lnTo>
                  <a:lnTo>
                    <a:pt x="2086" y="41"/>
                  </a:lnTo>
                  <a:lnTo>
                    <a:pt x="1685" y="81"/>
                  </a:lnTo>
                  <a:lnTo>
                    <a:pt x="1284" y="101"/>
                  </a:lnTo>
                  <a:lnTo>
                    <a:pt x="842" y="101"/>
                  </a:lnTo>
                  <a:lnTo>
                    <a:pt x="842" y="101"/>
                  </a:lnTo>
                  <a:lnTo>
                    <a:pt x="421" y="101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963" y="983"/>
                  </a:lnTo>
                  <a:lnTo>
                    <a:pt x="1986" y="1886"/>
                  </a:lnTo>
                  <a:lnTo>
                    <a:pt x="1986" y="1886"/>
                  </a:lnTo>
                  <a:lnTo>
                    <a:pt x="1986" y="1886"/>
                  </a:lnTo>
                  <a:lnTo>
                    <a:pt x="2306" y="1806"/>
                  </a:lnTo>
                  <a:lnTo>
                    <a:pt x="2306" y="1806"/>
                  </a:lnTo>
                  <a:lnTo>
                    <a:pt x="2748" y="1685"/>
                  </a:lnTo>
                  <a:lnTo>
                    <a:pt x="3149" y="1525"/>
                  </a:lnTo>
                  <a:lnTo>
                    <a:pt x="3550" y="1344"/>
                  </a:lnTo>
                  <a:lnTo>
                    <a:pt x="3931" y="1124"/>
                  </a:lnTo>
                  <a:lnTo>
                    <a:pt x="24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28">
              <a:extLst>
                <a:ext uri="{FF2B5EF4-FFF2-40B4-BE49-F238E27FC236}">
                  <a16:creationId xmlns:a16="http://schemas.microsoft.com/office/drawing/2014/main" id="{0A36CDA6-F1F8-3EDC-9D70-3CE70280155E}"/>
                </a:ext>
              </a:extLst>
            </p:cNvPr>
            <p:cNvSpPr/>
            <p:nvPr/>
          </p:nvSpPr>
          <p:spPr>
            <a:xfrm>
              <a:off x="10344025" y="3855525"/>
              <a:ext cx="184525" cy="198550"/>
            </a:xfrm>
            <a:custGeom>
              <a:avLst/>
              <a:gdLst/>
              <a:ahLst/>
              <a:cxnLst/>
              <a:rect l="l" t="t" r="r" b="b"/>
              <a:pathLst>
                <a:path w="7381" h="7942" fill="none" extrusionOk="0">
                  <a:moveTo>
                    <a:pt x="322" y="0"/>
                  </a:moveTo>
                  <a:lnTo>
                    <a:pt x="322" y="0"/>
                  </a:lnTo>
                  <a:lnTo>
                    <a:pt x="322" y="0"/>
                  </a:lnTo>
                  <a:lnTo>
                    <a:pt x="141" y="261"/>
                  </a:lnTo>
                  <a:lnTo>
                    <a:pt x="1" y="542"/>
                  </a:lnTo>
                  <a:lnTo>
                    <a:pt x="1" y="542"/>
                  </a:lnTo>
                  <a:lnTo>
                    <a:pt x="1465" y="2106"/>
                  </a:lnTo>
                  <a:lnTo>
                    <a:pt x="3190" y="3911"/>
                  </a:lnTo>
                  <a:lnTo>
                    <a:pt x="4152" y="4894"/>
                  </a:lnTo>
                  <a:lnTo>
                    <a:pt x="5155" y="5876"/>
                  </a:lnTo>
                  <a:lnTo>
                    <a:pt x="6198" y="6919"/>
                  </a:lnTo>
                  <a:lnTo>
                    <a:pt x="7301" y="7942"/>
                  </a:lnTo>
                  <a:lnTo>
                    <a:pt x="7301" y="7942"/>
                  </a:lnTo>
                  <a:lnTo>
                    <a:pt x="7301" y="7942"/>
                  </a:lnTo>
                  <a:lnTo>
                    <a:pt x="7321" y="7581"/>
                  </a:lnTo>
                  <a:lnTo>
                    <a:pt x="7381" y="7200"/>
                  </a:lnTo>
                  <a:lnTo>
                    <a:pt x="7381" y="7200"/>
                  </a:lnTo>
                  <a:lnTo>
                    <a:pt x="6358" y="6237"/>
                  </a:lnTo>
                  <a:lnTo>
                    <a:pt x="5355" y="5275"/>
                  </a:lnTo>
                  <a:lnTo>
                    <a:pt x="4413" y="4332"/>
                  </a:lnTo>
                  <a:lnTo>
                    <a:pt x="3510" y="3410"/>
                  </a:lnTo>
                  <a:lnTo>
                    <a:pt x="2628" y="2507"/>
                  </a:lnTo>
                  <a:lnTo>
                    <a:pt x="1806" y="1645"/>
                  </a:lnTo>
                  <a:lnTo>
                    <a:pt x="1044" y="803"/>
                  </a:lnTo>
                  <a:lnTo>
                    <a:pt x="32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28">
              <a:extLst>
                <a:ext uri="{FF2B5EF4-FFF2-40B4-BE49-F238E27FC236}">
                  <a16:creationId xmlns:a16="http://schemas.microsoft.com/office/drawing/2014/main" id="{7F8C972A-ADB0-4340-267B-CD7891D0333C}"/>
                </a:ext>
              </a:extLst>
            </p:cNvPr>
            <p:cNvSpPr/>
            <p:nvPr/>
          </p:nvSpPr>
          <p:spPr>
            <a:xfrm>
              <a:off x="10634825" y="3818925"/>
              <a:ext cx="180025" cy="91275"/>
            </a:xfrm>
            <a:custGeom>
              <a:avLst/>
              <a:gdLst/>
              <a:ahLst/>
              <a:cxnLst/>
              <a:rect l="l" t="t" r="r" b="b"/>
              <a:pathLst>
                <a:path w="7201" h="365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725" y="1665"/>
                  </a:lnTo>
                  <a:lnTo>
                    <a:pt x="2628" y="2487"/>
                  </a:lnTo>
                  <a:lnTo>
                    <a:pt x="3550" y="3329"/>
                  </a:lnTo>
                  <a:lnTo>
                    <a:pt x="3550" y="3329"/>
                  </a:lnTo>
                  <a:lnTo>
                    <a:pt x="3550" y="3329"/>
                  </a:lnTo>
                  <a:lnTo>
                    <a:pt x="4453" y="3430"/>
                  </a:lnTo>
                  <a:lnTo>
                    <a:pt x="5375" y="3530"/>
                  </a:lnTo>
                  <a:lnTo>
                    <a:pt x="6278" y="3610"/>
                  </a:lnTo>
                  <a:lnTo>
                    <a:pt x="6739" y="3630"/>
                  </a:lnTo>
                  <a:lnTo>
                    <a:pt x="7200" y="3650"/>
                  </a:lnTo>
                  <a:lnTo>
                    <a:pt x="7200" y="3650"/>
                  </a:lnTo>
                  <a:lnTo>
                    <a:pt x="6538" y="3069"/>
                  </a:lnTo>
                  <a:lnTo>
                    <a:pt x="5917" y="2467"/>
                  </a:lnTo>
                  <a:lnTo>
                    <a:pt x="4733" y="1324"/>
                  </a:lnTo>
                  <a:lnTo>
                    <a:pt x="4733" y="1324"/>
                  </a:lnTo>
                  <a:lnTo>
                    <a:pt x="4733" y="1324"/>
                  </a:lnTo>
                  <a:lnTo>
                    <a:pt x="3731" y="1063"/>
                  </a:lnTo>
                  <a:lnTo>
                    <a:pt x="2608" y="722"/>
                  </a:lnTo>
                  <a:lnTo>
                    <a:pt x="1344" y="36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28">
              <a:extLst>
                <a:ext uri="{FF2B5EF4-FFF2-40B4-BE49-F238E27FC236}">
                  <a16:creationId xmlns:a16="http://schemas.microsoft.com/office/drawing/2014/main" id="{1609D46B-4974-ABFF-1C12-3C9B2BB076C7}"/>
                </a:ext>
              </a:extLst>
            </p:cNvPr>
            <p:cNvSpPr/>
            <p:nvPr/>
          </p:nvSpPr>
          <p:spPr>
            <a:xfrm>
              <a:off x="10483925" y="3796875"/>
              <a:ext cx="141900" cy="120850"/>
            </a:xfrm>
            <a:custGeom>
              <a:avLst/>
              <a:gdLst/>
              <a:ahLst/>
              <a:cxnLst/>
              <a:rect l="l" t="t" r="r" b="b"/>
              <a:pathLst>
                <a:path w="5676" h="4834" fill="none" extrusionOk="0">
                  <a:moveTo>
                    <a:pt x="301" y="0"/>
                  </a:moveTo>
                  <a:lnTo>
                    <a:pt x="30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83" y="1123"/>
                  </a:lnTo>
                  <a:lnTo>
                    <a:pt x="2246" y="2306"/>
                  </a:lnTo>
                  <a:lnTo>
                    <a:pt x="3490" y="3550"/>
                  </a:lnTo>
                  <a:lnTo>
                    <a:pt x="4813" y="4833"/>
                  </a:lnTo>
                  <a:lnTo>
                    <a:pt x="4813" y="4833"/>
                  </a:lnTo>
                  <a:lnTo>
                    <a:pt x="4813" y="4833"/>
                  </a:lnTo>
                  <a:lnTo>
                    <a:pt x="4853" y="4793"/>
                  </a:lnTo>
                  <a:lnTo>
                    <a:pt x="4853" y="4793"/>
                  </a:lnTo>
                  <a:lnTo>
                    <a:pt x="5254" y="4613"/>
                  </a:lnTo>
                  <a:lnTo>
                    <a:pt x="5676" y="4472"/>
                  </a:lnTo>
                  <a:lnTo>
                    <a:pt x="5676" y="4472"/>
                  </a:lnTo>
                  <a:lnTo>
                    <a:pt x="4452" y="3329"/>
                  </a:lnTo>
                  <a:lnTo>
                    <a:pt x="3309" y="2206"/>
                  </a:lnTo>
                  <a:lnTo>
                    <a:pt x="2186" y="1103"/>
                  </a:lnTo>
                  <a:lnTo>
                    <a:pt x="1143" y="20"/>
                  </a:lnTo>
                  <a:lnTo>
                    <a:pt x="1143" y="20"/>
                  </a:lnTo>
                  <a:lnTo>
                    <a:pt x="1143" y="20"/>
                  </a:lnTo>
                  <a:lnTo>
                    <a:pt x="30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28">
              <a:extLst>
                <a:ext uri="{FF2B5EF4-FFF2-40B4-BE49-F238E27FC236}">
                  <a16:creationId xmlns:a16="http://schemas.microsoft.com/office/drawing/2014/main" id="{3B2239E0-867F-B7E5-8F48-D8854D35462E}"/>
                </a:ext>
              </a:extLst>
            </p:cNvPr>
            <p:cNvSpPr/>
            <p:nvPr/>
          </p:nvSpPr>
          <p:spPr>
            <a:xfrm>
              <a:off x="10876475" y="3707125"/>
              <a:ext cx="184025" cy="180000"/>
            </a:xfrm>
            <a:custGeom>
              <a:avLst/>
              <a:gdLst/>
              <a:ahLst/>
              <a:cxnLst/>
              <a:rect l="l" t="t" r="r" b="b"/>
              <a:pathLst>
                <a:path w="7361" h="7200" extrusionOk="0">
                  <a:moveTo>
                    <a:pt x="7060" y="0"/>
                  </a:moveTo>
                  <a:lnTo>
                    <a:pt x="6900" y="60"/>
                  </a:lnTo>
                  <a:lnTo>
                    <a:pt x="6779" y="121"/>
                  </a:lnTo>
                  <a:lnTo>
                    <a:pt x="6639" y="241"/>
                  </a:lnTo>
                  <a:lnTo>
                    <a:pt x="6478" y="401"/>
                  </a:lnTo>
                  <a:lnTo>
                    <a:pt x="6298" y="602"/>
                  </a:lnTo>
                  <a:lnTo>
                    <a:pt x="5897" y="1103"/>
                  </a:lnTo>
                  <a:lnTo>
                    <a:pt x="5415" y="1705"/>
                  </a:lnTo>
                  <a:lnTo>
                    <a:pt x="4393" y="3049"/>
                  </a:lnTo>
                  <a:lnTo>
                    <a:pt x="3871" y="3710"/>
                  </a:lnTo>
                  <a:lnTo>
                    <a:pt x="3390" y="4332"/>
                  </a:lnTo>
                  <a:lnTo>
                    <a:pt x="4032" y="4833"/>
                  </a:lnTo>
                  <a:lnTo>
                    <a:pt x="4112" y="4733"/>
                  </a:lnTo>
                  <a:lnTo>
                    <a:pt x="4533" y="4152"/>
                  </a:lnTo>
                  <a:lnTo>
                    <a:pt x="4954" y="3570"/>
                  </a:lnTo>
                  <a:lnTo>
                    <a:pt x="5776" y="2407"/>
                  </a:lnTo>
                  <a:lnTo>
                    <a:pt x="6579" y="1204"/>
                  </a:lnTo>
                  <a:lnTo>
                    <a:pt x="7361" y="0"/>
                  </a:lnTo>
                  <a:close/>
                  <a:moveTo>
                    <a:pt x="863" y="5876"/>
                  </a:moveTo>
                  <a:lnTo>
                    <a:pt x="302" y="5997"/>
                  </a:lnTo>
                  <a:lnTo>
                    <a:pt x="1" y="6057"/>
                  </a:lnTo>
                  <a:lnTo>
                    <a:pt x="1" y="6077"/>
                  </a:lnTo>
                  <a:lnTo>
                    <a:pt x="1485" y="7200"/>
                  </a:lnTo>
                  <a:lnTo>
                    <a:pt x="1766" y="7019"/>
                  </a:lnTo>
                  <a:lnTo>
                    <a:pt x="2046" y="6819"/>
                  </a:lnTo>
                  <a:lnTo>
                    <a:pt x="903" y="5896"/>
                  </a:lnTo>
                  <a:lnTo>
                    <a:pt x="863" y="5876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28">
              <a:extLst>
                <a:ext uri="{FF2B5EF4-FFF2-40B4-BE49-F238E27FC236}">
                  <a16:creationId xmlns:a16="http://schemas.microsoft.com/office/drawing/2014/main" id="{97088AC3-1B81-6AA0-F3E0-EEB24FC62DDE}"/>
                </a:ext>
              </a:extLst>
            </p:cNvPr>
            <p:cNvSpPr/>
            <p:nvPr/>
          </p:nvSpPr>
          <p:spPr>
            <a:xfrm>
              <a:off x="10876475" y="3854025"/>
              <a:ext cx="51175" cy="33100"/>
            </a:xfrm>
            <a:custGeom>
              <a:avLst/>
              <a:gdLst/>
              <a:ahLst/>
              <a:cxnLst/>
              <a:rect l="l" t="t" r="r" b="b"/>
              <a:pathLst>
                <a:path w="2047" h="1324" fill="none" extrusionOk="0">
                  <a:moveTo>
                    <a:pt x="863" y="0"/>
                  </a:moveTo>
                  <a:lnTo>
                    <a:pt x="863" y="0"/>
                  </a:lnTo>
                  <a:lnTo>
                    <a:pt x="863" y="0"/>
                  </a:lnTo>
                  <a:lnTo>
                    <a:pt x="302" y="121"/>
                  </a:lnTo>
                  <a:lnTo>
                    <a:pt x="1" y="181"/>
                  </a:lnTo>
                  <a:lnTo>
                    <a:pt x="1" y="181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485" y="1324"/>
                  </a:lnTo>
                  <a:lnTo>
                    <a:pt x="1485" y="1324"/>
                  </a:lnTo>
                  <a:lnTo>
                    <a:pt x="1485" y="1324"/>
                  </a:lnTo>
                  <a:lnTo>
                    <a:pt x="1766" y="1143"/>
                  </a:lnTo>
                  <a:lnTo>
                    <a:pt x="2046" y="943"/>
                  </a:lnTo>
                  <a:lnTo>
                    <a:pt x="2046" y="943"/>
                  </a:lnTo>
                  <a:lnTo>
                    <a:pt x="903" y="20"/>
                  </a:lnTo>
                  <a:lnTo>
                    <a:pt x="86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28">
              <a:extLst>
                <a:ext uri="{FF2B5EF4-FFF2-40B4-BE49-F238E27FC236}">
                  <a16:creationId xmlns:a16="http://schemas.microsoft.com/office/drawing/2014/main" id="{60166EFE-24CF-FFE5-E6FC-6A22C6B01CD4}"/>
                </a:ext>
              </a:extLst>
            </p:cNvPr>
            <p:cNvSpPr/>
            <p:nvPr/>
          </p:nvSpPr>
          <p:spPr>
            <a:xfrm>
              <a:off x="10961200" y="3707125"/>
              <a:ext cx="99300" cy="120850"/>
            </a:xfrm>
            <a:custGeom>
              <a:avLst/>
              <a:gdLst/>
              <a:ahLst/>
              <a:cxnLst/>
              <a:rect l="l" t="t" r="r" b="b"/>
              <a:pathLst>
                <a:path w="3972" h="4834" fill="none" extrusionOk="0">
                  <a:moveTo>
                    <a:pt x="3831" y="0"/>
                  </a:moveTo>
                  <a:lnTo>
                    <a:pt x="3831" y="0"/>
                  </a:lnTo>
                  <a:lnTo>
                    <a:pt x="3671" y="0"/>
                  </a:lnTo>
                  <a:lnTo>
                    <a:pt x="3511" y="60"/>
                  </a:lnTo>
                  <a:lnTo>
                    <a:pt x="3511" y="60"/>
                  </a:lnTo>
                  <a:lnTo>
                    <a:pt x="3390" y="121"/>
                  </a:lnTo>
                  <a:lnTo>
                    <a:pt x="3250" y="241"/>
                  </a:lnTo>
                  <a:lnTo>
                    <a:pt x="3089" y="401"/>
                  </a:lnTo>
                  <a:lnTo>
                    <a:pt x="2909" y="602"/>
                  </a:lnTo>
                  <a:lnTo>
                    <a:pt x="2508" y="1103"/>
                  </a:lnTo>
                  <a:lnTo>
                    <a:pt x="2026" y="1705"/>
                  </a:lnTo>
                  <a:lnTo>
                    <a:pt x="1004" y="3049"/>
                  </a:lnTo>
                  <a:lnTo>
                    <a:pt x="482" y="3710"/>
                  </a:lnTo>
                  <a:lnTo>
                    <a:pt x="1" y="4332"/>
                  </a:lnTo>
                  <a:lnTo>
                    <a:pt x="1" y="4332"/>
                  </a:lnTo>
                  <a:lnTo>
                    <a:pt x="643" y="4833"/>
                  </a:lnTo>
                  <a:lnTo>
                    <a:pt x="643" y="4833"/>
                  </a:lnTo>
                  <a:lnTo>
                    <a:pt x="643" y="4833"/>
                  </a:lnTo>
                  <a:lnTo>
                    <a:pt x="723" y="4733"/>
                  </a:lnTo>
                  <a:lnTo>
                    <a:pt x="723" y="4733"/>
                  </a:lnTo>
                  <a:lnTo>
                    <a:pt x="1144" y="4152"/>
                  </a:lnTo>
                  <a:lnTo>
                    <a:pt x="1565" y="3570"/>
                  </a:lnTo>
                  <a:lnTo>
                    <a:pt x="2387" y="2407"/>
                  </a:lnTo>
                  <a:lnTo>
                    <a:pt x="3190" y="1204"/>
                  </a:lnTo>
                  <a:lnTo>
                    <a:pt x="3972" y="0"/>
                  </a:lnTo>
                  <a:lnTo>
                    <a:pt x="3972" y="0"/>
                  </a:lnTo>
                  <a:lnTo>
                    <a:pt x="38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28">
              <a:extLst>
                <a:ext uri="{FF2B5EF4-FFF2-40B4-BE49-F238E27FC236}">
                  <a16:creationId xmlns:a16="http://schemas.microsoft.com/office/drawing/2014/main" id="{F5AECC33-AFC6-BE16-51CC-0F5EA3729689}"/>
                </a:ext>
              </a:extLst>
            </p:cNvPr>
            <p:cNvSpPr/>
            <p:nvPr/>
          </p:nvSpPr>
          <p:spPr>
            <a:xfrm>
              <a:off x="10753150" y="3852025"/>
              <a:ext cx="111825" cy="58175"/>
            </a:xfrm>
            <a:custGeom>
              <a:avLst/>
              <a:gdLst/>
              <a:ahLst/>
              <a:cxnLst/>
              <a:rect l="l" t="t" r="r" b="b"/>
              <a:pathLst>
                <a:path w="4473" h="2327" extrusionOk="0">
                  <a:moveTo>
                    <a:pt x="0" y="0"/>
                  </a:moveTo>
                  <a:lnTo>
                    <a:pt x="1184" y="1143"/>
                  </a:lnTo>
                  <a:lnTo>
                    <a:pt x="1805" y="1745"/>
                  </a:lnTo>
                  <a:lnTo>
                    <a:pt x="2467" y="2326"/>
                  </a:lnTo>
                  <a:lnTo>
                    <a:pt x="3189" y="2326"/>
                  </a:lnTo>
                  <a:lnTo>
                    <a:pt x="3610" y="2286"/>
                  </a:lnTo>
                  <a:lnTo>
                    <a:pt x="4051" y="2246"/>
                  </a:lnTo>
                  <a:lnTo>
                    <a:pt x="4473" y="2166"/>
                  </a:lnTo>
                  <a:lnTo>
                    <a:pt x="3450" y="1263"/>
                  </a:lnTo>
                  <a:lnTo>
                    <a:pt x="2487" y="361"/>
                  </a:lnTo>
                  <a:lnTo>
                    <a:pt x="1725" y="301"/>
                  </a:lnTo>
                  <a:lnTo>
                    <a:pt x="923" y="201"/>
                  </a:lnTo>
                  <a:lnTo>
                    <a:pt x="502" y="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28">
              <a:extLst>
                <a:ext uri="{FF2B5EF4-FFF2-40B4-BE49-F238E27FC236}">
                  <a16:creationId xmlns:a16="http://schemas.microsoft.com/office/drawing/2014/main" id="{88D4D780-13B3-755A-DA79-B4B499DC42EE}"/>
                </a:ext>
              </a:extLst>
            </p:cNvPr>
            <p:cNvSpPr/>
            <p:nvPr/>
          </p:nvSpPr>
          <p:spPr>
            <a:xfrm>
              <a:off x="10753150" y="3852025"/>
              <a:ext cx="111825" cy="58175"/>
            </a:xfrm>
            <a:custGeom>
              <a:avLst/>
              <a:gdLst/>
              <a:ahLst/>
              <a:cxnLst/>
              <a:rect l="l" t="t" r="r" b="b"/>
              <a:pathLst>
                <a:path w="4473" h="2327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84" y="1143"/>
                  </a:lnTo>
                  <a:lnTo>
                    <a:pt x="1805" y="1745"/>
                  </a:lnTo>
                  <a:lnTo>
                    <a:pt x="2467" y="2326"/>
                  </a:lnTo>
                  <a:lnTo>
                    <a:pt x="2467" y="2326"/>
                  </a:lnTo>
                  <a:lnTo>
                    <a:pt x="2467" y="2326"/>
                  </a:lnTo>
                  <a:lnTo>
                    <a:pt x="2748" y="2326"/>
                  </a:lnTo>
                  <a:lnTo>
                    <a:pt x="2748" y="2326"/>
                  </a:lnTo>
                  <a:lnTo>
                    <a:pt x="3189" y="2326"/>
                  </a:lnTo>
                  <a:lnTo>
                    <a:pt x="3610" y="2286"/>
                  </a:lnTo>
                  <a:lnTo>
                    <a:pt x="4051" y="2246"/>
                  </a:lnTo>
                  <a:lnTo>
                    <a:pt x="4473" y="2166"/>
                  </a:lnTo>
                  <a:lnTo>
                    <a:pt x="4473" y="2166"/>
                  </a:lnTo>
                  <a:lnTo>
                    <a:pt x="3450" y="1263"/>
                  </a:lnTo>
                  <a:lnTo>
                    <a:pt x="2487" y="361"/>
                  </a:lnTo>
                  <a:lnTo>
                    <a:pt x="2487" y="361"/>
                  </a:lnTo>
                  <a:lnTo>
                    <a:pt x="2487" y="361"/>
                  </a:lnTo>
                  <a:lnTo>
                    <a:pt x="1725" y="301"/>
                  </a:lnTo>
                  <a:lnTo>
                    <a:pt x="923" y="201"/>
                  </a:lnTo>
                  <a:lnTo>
                    <a:pt x="923" y="201"/>
                  </a:lnTo>
                  <a:lnTo>
                    <a:pt x="502" y="12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28">
              <a:extLst>
                <a:ext uri="{FF2B5EF4-FFF2-40B4-BE49-F238E27FC236}">
                  <a16:creationId xmlns:a16="http://schemas.microsoft.com/office/drawing/2014/main" id="{2E82356C-CD67-9223-D6BA-D00CF928E5DA}"/>
                </a:ext>
              </a:extLst>
            </p:cNvPr>
            <p:cNvSpPr/>
            <p:nvPr/>
          </p:nvSpPr>
          <p:spPr>
            <a:xfrm>
              <a:off x="10512500" y="3797375"/>
              <a:ext cx="211100" cy="111325"/>
            </a:xfrm>
            <a:custGeom>
              <a:avLst/>
              <a:gdLst/>
              <a:ahLst/>
              <a:cxnLst/>
              <a:rect l="l" t="t" r="r" b="b"/>
              <a:pathLst>
                <a:path w="8444" h="4453" extrusionOk="0">
                  <a:moveTo>
                    <a:pt x="0" y="0"/>
                  </a:moveTo>
                  <a:lnTo>
                    <a:pt x="1043" y="1083"/>
                  </a:lnTo>
                  <a:lnTo>
                    <a:pt x="2166" y="2186"/>
                  </a:lnTo>
                  <a:lnTo>
                    <a:pt x="3309" y="3309"/>
                  </a:lnTo>
                  <a:lnTo>
                    <a:pt x="4533" y="4452"/>
                  </a:lnTo>
                  <a:lnTo>
                    <a:pt x="4813" y="4352"/>
                  </a:lnTo>
                  <a:lnTo>
                    <a:pt x="5114" y="4292"/>
                  </a:lnTo>
                  <a:lnTo>
                    <a:pt x="5415" y="4232"/>
                  </a:lnTo>
                  <a:lnTo>
                    <a:pt x="5716" y="4191"/>
                  </a:lnTo>
                  <a:lnTo>
                    <a:pt x="6317" y="4131"/>
                  </a:lnTo>
                  <a:lnTo>
                    <a:pt x="6919" y="4111"/>
                  </a:lnTo>
                  <a:lnTo>
                    <a:pt x="7681" y="4131"/>
                  </a:lnTo>
                  <a:lnTo>
                    <a:pt x="8443" y="4191"/>
                  </a:lnTo>
                  <a:lnTo>
                    <a:pt x="8443" y="4191"/>
                  </a:lnTo>
                  <a:lnTo>
                    <a:pt x="7521" y="3349"/>
                  </a:lnTo>
                  <a:lnTo>
                    <a:pt x="6618" y="2527"/>
                  </a:lnTo>
                  <a:lnTo>
                    <a:pt x="4894" y="862"/>
                  </a:lnTo>
                  <a:lnTo>
                    <a:pt x="3690" y="582"/>
                  </a:lnTo>
                  <a:lnTo>
                    <a:pt x="3089" y="441"/>
                  </a:lnTo>
                  <a:lnTo>
                    <a:pt x="2467" y="321"/>
                  </a:lnTo>
                  <a:lnTo>
                    <a:pt x="1845" y="201"/>
                  </a:lnTo>
                  <a:lnTo>
                    <a:pt x="1244" y="120"/>
                  </a:lnTo>
                  <a:lnTo>
                    <a:pt x="622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28">
              <a:extLst>
                <a:ext uri="{FF2B5EF4-FFF2-40B4-BE49-F238E27FC236}">
                  <a16:creationId xmlns:a16="http://schemas.microsoft.com/office/drawing/2014/main" id="{8FF30D08-9270-6608-DAD6-E9127BB35F13}"/>
                </a:ext>
              </a:extLst>
            </p:cNvPr>
            <p:cNvSpPr/>
            <p:nvPr/>
          </p:nvSpPr>
          <p:spPr>
            <a:xfrm>
              <a:off x="10512500" y="3797375"/>
              <a:ext cx="211100" cy="111325"/>
            </a:xfrm>
            <a:custGeom>
              <a:avLst/>
              <a:gdLst/>
              <a:ahLst/>
              <a:cxnLst/>
              <a:rect l="l" t="t" r="r" b="b"/>
              <a:pathLst>
                <a:path w="8444" h="4453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043" y="1083"/>
                  </a:lnTo>
                  <a:lnTo>
                    <a:pt x="2166" y="2186"/>
                  </a:lnTo>
                  <a:lnTo>
                    <a:pt x="3309" y="3309"/>
                  </a:lnTo>
                  <a:lnTo>
                    <a:pt x="4533" y="4452"/>
                  </a:lnTo>
                  <a:lnTo>
                    <a:pt x="4533" y="4452"/>
                  </a:lnTo>
                  <a:lnTo>
                    <a:pt x="4533" y="4452"/>
                  </a:lnTo>
                  <a:lnTo>
                    <a:pt x="4813" y="4352"/>
                  </a:lnTo>
                  <a:lnTo>
                    <a:pt x="5114" y="4292"/>
                  </a:lnTo>
                  <a:lnTo>
                    <a:pt x="5415" y="4232"/>
                  </a:lnTo>
                  <a:lnTo>
                    <a:pt x="5716" y="4191"/>
                  </a:lnTo>
                  <a:lnTo>
                    <a:pt x="6317" y="4131"/>
                  </a:lnTo>
                  <a:lnTo>
                    <a:pt x="6919" y="4111"/>
                  </a:lnTo>
                  <a:lnTo>
                    <a:pt x="6919" y="4111"/>
                  </a:lnTo>
                  <a:lnTo>
                    <a:pt x="7681" y="4131"/>
                  </a:lnTo>
                  <a:lnTo>
                    <a:pt x="8443" y="4191"/>
                  </a:lnTo>
                  <a:lnTo>
                    <a:pt x="8443" y="4191"/>
                  </a:lnTo>
                  <a:lnTo>
                    <a:pt x="7521" y="3349"/>
                  </a:lnTo>
                  <a:lnTo>
                    <a:pt x="6618" y="2527"/>
                  </a:lnTo>
                  <a:lnTo>
                    <a:pt x="4894" y="862"/>
                  </a:lnTo>
                  <a:lnTo>
                    <a:pt x="4894" y="862"/>
                  </a:lnTo>
                  <a:lnTo>
                    <a:pt x="4894" y="862"/>
                  </a:lnTo>
                  <a:lnTo>
                    <a:pt x="3690" y="582"/>
                  </a:lnTo>
                  <a:lnTo>
                    <a:pt x="3089" y="441"/>
                  </a:lnTo>
                  <a:lnTo>
                    <a:pt x="2467" y="321"/>
                  </a:lnTo>
                  <a:lnTo>
                    <a:pt x="1845" y="201"/>
                  </a:lnTo>
                  <a:lnTo>
                    <a:pt x="1244" y="120"/>
                  </a:lnTo>
                  <a:lnTo>
                    <a:pt x="622" y="4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28">
              <a:extLst>
                <a:ext uri="{FF2B5EF4-FFF2-40B4-BE49-F238E27FC236}">
                  <a16:creationId xmlns:a16="http://schemas.microsoft.com/office/drawing/2014/main" id="{E14D43DC-9B94-EBC2-2DD1-37AA2242473F}"/>
                </a:ext>
              </a:extLst>
            </p:cNvPr>
            <p:cNvSpPr/>
            <p:nvPr/>
          </p:nvSpPr>
          <p:spPr>
            <a:xfrm>
              <a:off x="10898050" y="3815425"/>
              <a:ext cx="79225" cy="62175"/>
            </a:xfrm>
            <a:custGeom>
              <a:avLst/>
              <a:gdLst/>
              <a:ahLst/>
              <a:cxnLst/>
              <a:rect l="l" t="t" r="r" b="b"/>
              <a:pathLst>
                <a:path w="3169" h="2487" extrusionOk="0">
                  <a:moveTo>
                    <a:pt x="2527" y="0"/>
                  </a:moveTo>
                  <a:lnTo>
                    <a:pt x="2166" y="401"/>
                  </a:lnTo>
                  <a:lnTo>
                    <a:pt x="1845" y="742"/>
                  </a:lnTo>
                  <a:lnTo>
                    <a:pt x="1584" y="983"/>
                  </a:lnTo>
                  <a:lnTo>
                    <a:pt x="1464" y="1063"/>
                  </a:lnTo>
                  <a:lnTo>
                    <a:pt x="1364" y="1123"/>
                  </a:lnTo>
                  <a:lnTo>
                    <a:pt x="1023" y="1243"/>
                  </a:lnTo>
                  <a:lnTo>
                    <a:pt x="662" y="1344"/>
                  </a:lnTo>
                  <a:lnTo>
                    <a:pt x="0" y="1544"/>
                  </a:lnTo>
                  <a:lnTo>
                    <a:pt x="40" y="1564"/>
                  </a:lnTo>
                  <a:lnTo>
                    <a:pt x="1183" y="2487"/>
                  </a:lnTo>
                  <a:lnTo>
                    <a:pt x="1424" y="2306"/>
                  </a:lnTo>
                  <a:lnTo>
                    <a:pt x="1665" y="2106"/>
                  </a:lnTo>
                  <a:lnTo>
                    <a:pt x="2106" y="1685"/>
                  </a:lnTo>
                  <a:lnTo>
                    <a:pt x="2387" y="1404"/>
                  </a:lnTo>
                  <a:lnTo>
                    <a:pt x="2647" y="1123"/>
                  </a:lnTo>
                  <a:lnTo>
                    <a:pt x="2908" y="802"/>
                  </a:lnTo>
                  <a:lnTo>
                    <a:pt x="3169" y="501"/>
                  </a:lnTo>
                  <a:lnTo>
                    <a:pt x="252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28">
              <a:extLst>
                <a:ext uri="{FF2B5EF4-FFF2-40B4-BE49-F238E27FC236}">
                  <a16:creationId xmlns:a16="http://schemas.microsoft.com/office/drawing/2014/main" id="{1F335788-BAB9-162E-695F-2C0D1D35BBAB}"/>
                </a:ext>
              </a:extLst>
            </p:cNvPr>
            <p:cNvSpPr/>
            <p:nvPr/>
          </p:nvSpPr>
          <p:spPr>
            <a:xfrm>
              <a:off x="10484425" y="4332825"/>
              <a:ext cx="138400" cy="159450"/>
            </a:xfrm>
            <a:custGeom>
              <a:avLst/>
              <a:gdLst/>
              <a:ahLst/>
              <a:cxnLst/>
              <a:rect l="l" t="t" r="r" b="b"/>
              <a:pathLst>
                <a:path w="5536" h="6378" extrusionOk="0">
                  <a:moveTo>
                    <a:pt x="2607" y="0"/>
                  </a:moveTo>
                  <a:lnTo>
                    <a:pt x="2667" y="101"/>
                  </a:lnTo>
                  <a:lnTo>
                    <a:pt x="2708" y="161"/>
                  </a:lnTo>
                  <a:lnTo>
                    <a:pt x="2728" y="241"/>
                  </a:lnTo>
                  <a:lnTo>
                    <a:pt x="2748" y="341"/>
                  </a:lnTo>
                  <a:lnTo>
                    <a:pt x="2748" y="462"/>
                  </a:lnTo>
                  <a:lnTo>
                    <a:pt x="2748" y="622"/>
                  </a:lnTo>
                  <a:lnTo>
                    <a:pt x="2708" y="823"/>
                  </a:lnTo>
                  <a:lnTo>
                    <a:pt x="2667" y="1023"/>
                  </a:lnTo>
                  <a:lnTo>
                    <a:pt x="2587" y="1244"/>
                  </a:lnTo>
                  <a:lnTo>
                    <a:pt x="2507" y="1484"/>
                  </a:lnTo>
                  <a:lnTo>
                    <a:pt x="2387" y="1725"/>
                  </a:lnTo>
                  <a:lnTo>
                    <a:pt x="2266" y="1966"/>
                  </a:lnTo>
                  <a:lnTo>
                    <a:pt x="2126" y="2226"/>
                  </a:lnTo>
                  <a:lnTo>
                    <a:pt x="1564" y="3089"/>
                  </a:lnTo>
                  <a:lnTo>
                    <a:pt x="1223" y="3630"/>
                  </a:lnTo>
                  <a:lnTo>
                    <a:pt x="863" y="4212"/>
                  </a:lnTo>
                  <a:lnTo>
                    <a:pt x="542" y="4793"/>
                  </a:lnTo>
                  <a:lnTo>
                    <a:pt x="261" y="5335"/>
                  </a:lnTo>
                  <a:lnTo>
                    <a:pt x="141" y="5575"/>
                  </a:lnTo>
                  <a:lnTo>
                    <a:pt x="60" y="5796"/>
                  </a:lnTo>
                  <a:lnTo>
                    <a:pt x="20" y="5997"/>
                  </a:lnTo>
                  <a:lnTo>
                    <a:pt x="0" y="6137"/>
                  </a:lnTo>
                  <a:lnTo>
                    <a:pt x="20" y="6257"/>
                  </a:lnTo>
                  <a:lnTo>
                    <a:pt x="40" y="6318"/>
                  </a:lnTo>
                  <a:lnTo>
                    <a:pt x="80" y="6338"/>
                  </a:lnTo>
                  <a:lnTo>
                    <a:pt x="120" y="6358"/>
                  </a:lnTo>
                  <a:lnTo>
                    <a:pt x="181" y="6378"/>
                  </a:lnTo>
                  <a:lnTo>
                    <a:pt x="241" y="6358"/>
                  </a:lnTo>
                  <a:lnTo>
                    <a:pt x="321" y="6338"/>
                  </a:lnTo>
                  <a:lnTo>
                    <a:pt x="502" y="6257"/>
                  </a:lnTo>
                  <a:lnTo>
                    <a:pt x="702" y="6117"/>
                  </a:lnTo>
                  <a:lnTo>
                    <a:pt x="943" y="5957"/>
                  </a:lnTo>
                  <a:lnTo>
                    <a:pt x="1183" y="5736"/>
                  </a:lnTo>
                  <a:lnTo>
                    <a:pt x="1444" y="5515"/>
                  </a:lnTo>
                  <a:lnTo>
                    <a:pt x="1966" y="4994"/>
                  </a:lnTo>
                  <a:lnTo>
                    <a:pt x="2487" y="4452"/>
                  </a:lnTo>
                  <a:lnTo>
                    <a:pt x="2928" y="3971"/>
                  </a:lnTo>
                  <a:lnTo>
                    <a:pt x="3490" y="3349"/>
                  </a:lnTo>
                  <a:lnTo>
                    <a:pt x="3811" y="3029"/>
                  </a:lnTo>
                  <a:lnTo>
                    <a:pt x="4011" y="2848"/>
                  </a:lnTo>
                  <a:lnTo>
                    <a:pt x="4252" y="2668"/>
                  </a:lnTo>
                  <a:lnTo>
                    <a:pt x="4492" y="2507"/>
                  </a:lnTo>
                  <a:lnTo>
                    <a:pt x="4753" y="2367"/>
                  </a:lnTo>
                  <a:lnTo>
                    <a:pt x="5034" y="2266"/>
                  </a:lnTo>
                  <a:lnTo>
                    <a:pt x="5174" y="2226"/>
                  </a:lnTo>
                  <a:lnTo>
                    <a:pt x="5315" y="2206"/>
                  </a:lnTo>
                  <a:lnTo>
                    <a:pt x="5535" y="2246"/>
                  </a:lnTo>
                  <a:lnTo>
                    <a:pt x="5154" y="1966"/>
                  </a:lnTo>
                  <a:lnTo>
                    <a:pt x="4372" y="1384"/>
                  </a:lnTo>
                  <a:lnTo>
                    <a:pt x="3470" y="682"/>
                  </a:lnTo>
                  <a:lnTo>
                    <a:pt x="260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28">
              <a:extLst>
                <a:ext uri="{FF2B5EF4-FFF2-40B4-BE49-F238E27FC236}">
                  <a16:creationId xmlns:a16="http://schemas.microsoft.com/office/drawing/2014/main" id="{1C7BA5BB-99DD-C9F5-D270-044ED42C07F9}"/>
                </a:ext>
              </a:extLst>
            </p:cNvPr>
            <p:cNvSpPr/>
            <p:nvPr/>
          </p:nvSpPr>
          <p:spPr>
            <a:xfrm>
              <a:off x="10484425" y="4332825"/>
              <a:ext cx="138400" cy="159450"/>
            </a:xfrm>
            <a:custGeom>
              <a:avLst/>
              <a:gdLst/>
              <a:ahLst/>
              <a:cxnLst/>
              <a:rect l="l" t="t" r="r" b="b"/>
              <a:pathLst>
                <a:path w="5536" h="6378" fill="none" extrusionOk="0">
                  <a:moveTo>
                    <a:pt x="2607" y="0"/>
                  </a:moveTo>
                  <a:lnTo>
                    <a:pt x="2607" y="0"/>
                  </a:lnTo>
                  <a:lnTo>
                    <a:pt x="2667" y="101"/>
                  </a:lnTo>
                  <a:lnTo>
                    <a:pt x="2667" y="101"/>
                  </a:lnTo>
                  <a:lnTo>
                    <a:pt x="2708" y="161"/>
                  </a:lnTo>
                  <a:lnTo>
                    <a:pt x="2728" y="241"/>
                  </a:lnTo>
                  <a:lnTo>
                    <a:pt x="2748" y="341"/>
                  </a:lnTo>
                  <a:lnTo>
                    <a:pt x="2748" y="462"/>
                  </a:lnTo>
                  <a:lnTo>
                    <a:pt x="2748" y="462"/>
                  </a:lnTo>
                  <a:lnTo>
                    <a:pt x="2748" y="622"/>
                  </a:lnTo>
                  <a:lnTo>
                    <a:pt x="2708" y="823"/>
                  </a:lnTo>
                  <a:lnTo>
                    <a:pt x="2667" y="1023"/>
                  </a:lnTo>
                  <a:lnTo>
                    <a:pt x="2587" y="1244"/>
                  </a:lnTo>
                  <a:lnTo>
                    <a:pt x="2507" y="1484"/>
                  </a:lnTo>
                  <a:lnTo>
                    <a:pt x="2387" y="1725"/>
                  </a:lnTo>
                  <a:lnTo>
                    <a:pt x="2266" y="1966"/>
                  </a:lnTo>
                  <a:lnTo>
                    <a:pt x="2126" y="2226"/>
                  </a:lnTo>
                  <a:lnTo>
                    <a:pt x="2126" y="2226"/>
                  </a:lnTo>
                  <a:lnTo>
                    <a:pt x="1564" y="3089"/>
                  </a:lnTo>
                  <a:lnTo>
                    <a:pt x="1223" y="3630"/>
                  </a:lnTo>
                  <a:lnTo>
                    <a:pt x="863" y="4212"/>
                  </a:lnTo>
                  <a:lnTo>
                    <a:pt x="542" y="4793"/>
                  </a:lnTo>
                  <a:lnTo>
                    <a:pt x="261" y="5335"/>
                  </a:lnTo>
                  <a:lnTo>
                    <a:pt x="141" y="5575"/>
                  </a:lnTo>
                  <a:lnTo>
                    <a:pt x="60" y="5796"/>
                  </a:lnTo>
                  <a:lnTo>
                    <a:pt x="20" y="5997"/>
                  </a:lnTo>
                  <a:lnTo>
                    <a:pt x="0" y="6137"/>
                  </a:lnTo>
                  <a:lnTo>
                    <a:pt x="0" y="6137"/>
                  </a:lnTo>
                  <a:lnTo>
                    <a:pt x="20" y="6257"/>
                  </a:lnTo>
                  <a:lnTo>
                    <a:pt x="40" y="6318"/>
                  </a:lnTo>
                  <a:lnTo>
                    <a:pt x="80" y="6338"/>
                  </a:lnTo>
                  <a:lnTo>
                    <a:pt x="80" y="6338"/>
                  </a:lnTo>
                  <a:lnTo>
                    <a:pt x="120" y="6358"/>
                  </a:lnTo>
                  <a:lnTo>
                    <a:pt x="181" y="6378"/>
                  </a:lnTo>
                  <a:lnTo>
                    <a:pt x="181" y="6378"/>
                  </a:lnTo>
                  <a:lnTo>
                    <a:pt x="241" y="6358"/>
                  </a:lnTo>
                  <a:lnTo>
                    <a:pt x="321" y="6338"/>
                  </a:lnTo>
                  <a:lnTo>
                    <a:pt x="502" y="6257"/>
                  </a:lnTo>
                  <a:lnTo>
                    <a:pt x="702" y="6117"/>
                  </a:lnTo>
                  <a:lnTo>
                    <a:pt x="943" y="5957"/>
                  </a:lnTo>
                  <a:lnTo>
                    <a:pt x="1183" y="5736"/>
                  </a:lnTo>
                  <a:lnTo>
                    <a:pt x="1444" y="5515"/>
                  </a:lnTo>
                  <a:lnTo>
                    <a:pt x="1966" y="4994"/>
                  </a:lnTo>
                  <a:lnTo>
                    <a:pt x="2487" y="4452"/>
                  </a:lnTo>
                  <a:lnTo>
                    <a:pt x="2928" y="3971"/>
                  </a:lnTo>
                  <a:lnTo>
                    <a:pt x="3490" y="3349"/>
                  </a:lnTo>
                  <a:lnTo>
                    <a:pt x="3490" y="3349"/>
                  </a:lnTo>
                  <a:lnTo>
                    <a:pt x="3811" y="3029"/>
                  </a:lnTo>
                  <a:lnTo>
                    <a:pt x="4011" y="2848"/>
                  </a:lnTo>
                  <a:lnTo>
                    <a:pt x="4252" y="2668"/>
                  </a:lnTo>
                  <a:lnTo>
                    <a:pt x="4492" y="2507"/>
                  </a:lnTo>
                  <a:lnTo>
                    <a:pt x="4753" y="2367"/>
                  </a:lnTo>
                  <a:lnTo>
                    <a:pt x="5034" y="2266"/>
                  </a:lnTo>
                  <a:lnTo>
                    <a:pt x="5174" y="2226"/>
                  </a:lnTo>
                  <a:lnTo>
                    <a:pt x="5315" y="2206"/>
                  </a:lnTo>
                  <a:lnTo>
                    <a:pt x="5315" y="2206"/>
                  </a:lnTo>
                  <a:lnTo>
                    <a:pt x="5535" y="2246"/>
                  </a:lnTo>
                  <a:lnTo>
                    <a:pt x="5535" y="2246"/>
                  </a:lnTo>
                  <a:lnTo>
                    <a:pt x="5154" y="1966"/>
                  </a:lnTo>
                  <a:lnTo>
                    <a:pt x="5154" y="1966"/>
                  </a:lnTo>
                  <a:lnTo>
                    <a:pt x="5154" y="1966"/>
                  </a:lnTo>
                  <a:lnTo>
                    <a:pt x="4372" y="1384"/>
                  </a:lnTo>
                  <a:lnTo>
                    <a:pt x="4372" y="1384"/>
                  </a:lnTo>
                  <a:lnTo>
                    <a:pt x="3470" y="682"/>
                  </a:lnTo>
                  <a:lnTo>
                    <a:pt x="3470" y="682"/>
                  </a:lnTo>
                  <a:lnTo>
                    <a:pt x="3470" y="682"/>
                  </a:lnTo>
                  <a:lnTo>
                    <a:pt x="260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28">
              <a:extLst>
                <a:ext uri="{FF2B5EF4-FFF2-40B4-BE49-F238E27FC236}">
                  <a16:creationId xmlns:a16="http://schemas.microsoft.com/office/drawing/2014/main" id="{D61F3ABE-2522-F4E9-0A9F-68707F289D5D}"/>
                </a:ext>
              </a:extLst>
            </p:cNvPr>
            <p:cNvSpPr/>
            <p:nvPr/>
          </p:nvSpPr>
          <p:spPr>
            <a:xfrm>
              <a:off x="10387150" y="4088650"/>
              <a:ext cx="283800" cy="289325"/>
            </a:xfrm>
            <a:custGeom>
              <a:avLst/>
              <a:gdLst/>
              <a:ahLst/>
              <a:cxnLst/>
              <a:rect l="l" t="t" r="r" b="b"/>
              <a:pathLst>
                <a:path w="11352" h="11573" extrusionOk="0">
                  <a:moveTo>
                    <a:pt x="1" y="1"/>
                  </a:moveTo>
                  <a:lnTo>
                    <a:pt x="321" y="602"/>
                  </a:lnTo>
                  <a:lnTo>
                    <a:pt x="662" y="1224"/>
                  </a:lnTo>
                  <a:lnTo>
                    <a:pt x="1344" y="2407"/>
                  </a:lnTo>
                  <a:lnTo>
                    <a:pt x="2066" y="3570"/>
                  </a:lnTo>
                  <a:lnTo>
                    <a:pt x="2808" y="4694"/>
                  </a:lnTo>
                  <a:lnTo>
                    <a:pt x="4332" y="6037"/>
                  </a:lnTo>
                  <a:lnTo>
                    <a:pt x="5917" y="7381"/>
                  </a:lnTo>
                  <a:lnTo>
                    <a:pt x="7521" y="8684"/>
                  </a:lnTo>
                  <a:lnTo>
                    <a:pt x="8323" y="9326"/>
                  </a:lnTo>
                  <a:lnTo>
                    <a:pt x="9145" y="9968"/>
                  </a:lnTo>
                  <a:lnTo>
                    <a:pt x="10248" y="10770"/>
                  </a:lnTo>
                  <a:lnTo>
                    <a:pt x="11351" y="11572"/>
                  </a:lnTo>
                  <a:lnTo>
                    <a:pt x="11351" y="11572"/>
                  </a:lnTo>
                  <a:lnTo>
                    <a:pt x="10830" y="11071"/>
                  </a:lnTo>
                  <a:lnTo>
                    <a:pt x="10329" y="10529"/>
                  </a:lnTo>
                  <a:lnTo>
                    <a:pt x="9827" y="9988"/>
                  </a:lnTo>
                  <a:lnTo>
                    <a:pt x="9366" y="9426"/>
                  </a:lnTo>
                  <a:lnTo>
                    <a:pt x="8905" y="8865"/>
                  </a:lnTo>
                  <a:lnTo>
                    <a:pt x="8484" y="8263"/>
                  </a:lnTo>
                  <a:lnTo>
                    <a:pt x="8083" y="7662"/>
                  </a:lnTo>
                  <a:lnTo>
                    <a:pt x="7702" y="7040"/>
                  </a:lnTo>
                  <a:lnTo>
                    <a:pt x="6659" y="6178"/>
                  </a:lnTo>
                  <a:lnTo>
                    <a:pt x="5656" y="5295"/>
                  </a:lnTo>
                  <a:lnTo>
                    <a:pt x="4653" y="4413"/>
                  </a:lnTo>
                  <a:lnTo>
                    <a:pt x="3671" y="3510"/>
                  </a:lnTo>
                  <a:lnTo>
                    <a:pt x="2708" y="2628"/>
                  </a:lnTo>
                  <a:lnTo>
                    <a:pt x="1765" y="174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28">
              <a:extLst>
                <a:ext uri="{FF2B5EF4-FFF2-40B4-BE49-F238E27FC236}">
                  <a16:creationId xmlns:a16="http://schemas.microsoft.com/office/drawing/2014/main" id="{A1302746-865E-C38A-D990-F06D574F6CB8}"/>
                </a:ext>
              </a:extLst>
            </p:cNvPr>
            <p:cNvSpPr/>
            <p:nvPr/>
          </p:nvSpPr>
          <p:spPr>
            <a:xfrm>
              <a:off x="10334000" y="3869050"/>
              <a:ext cx="193050" cy="235175"/>
            </a:xfrm>
            <a:custGeom>
              <a:avLst/>
              <a:gdLst/>
              <a:ahLst/>
              <a:cxnLst/>
              <a:rect l="l" t="t" r="r" b="b"/>
              <a:pathLst>
                <a:path w="7722" h="9407" extrusionOk="0">
                  <a:moveTo>
                    <a:pt x="402" y="1"/>
                  </a:moveTo>
                  <a:lnTo>
                    <a:pt x="302" y="201"/>
                  </a:lnTo>
                  <a:lnTo>
                    <a:pt x="241" y="402"/>
                  </a:lnTo>
                  <a:lnTo>
                    <a:pt x="121" y="823"/>
                  </a:lnTo>
                  <a:lnTo>
                    <a:pt x="41" y="1264"/>
                  </a:lnTo>
                  <a:lnTo>
                    <a:pt x="1" y="1706"/>
                  </a:lnTo>
                  <a:lnTo>
                    <a:pt x="783" y="2588"/>
                  </a:lnTo>
                  <a:lnTo>
                    <a:pt x="1645" y="3490"/>
                  </a:lnTo>
                  <a:lnTo>
                    <a:pt x="2548" y="4433"/>
                  </a:lnTo>
                  <a:lnTo>
                    <a:pt x="3490" y="5416"/>
                  </a:lnTo>
                  <a:lnTo>
                    <a:pt x="4493" y="6398"/>
                  </a:lnTo>
                  <a:lnTo>
                    <a:pt x="5536" y="7401"/>
                  </a:lnTo>
                  <a:lnTo>
                    <a:pt x="6619" y="8404"/>
                  </a:lnTo>
                  <a:lnTo>
                    <a:pt x="7722" y="9406"/>
                  </a:lnTo>
                  <a:lnTo>
                    <a:pt x="7722" y="9406"/>
                  </a:lnTo>
                  <a:lnTo>
                    <a:pt x="7682" y="8905"/>
                  </a:lnTo>
                  <a:lnTo>
                    <a:pt x="7662" y="8404"/>
                  </a:lnTo>
                  <a:lnTo>
                    <a:pt x="7662" y="7902"/>
                  </a:lnTo>
                  <a:lnTo>
                    <a:pt x="7702" y="7401"/>
                  </a:lnTo>
                  <a:lnTo>
                    <a:pt x="6599" y="6378"/>
                  </a:lnTo>
                  <a:lnTo>
                    <a:pt x="5556" y="5335"/>
                  </a:lnTo>
                  <a:lnTo>
                    <a:pt x="4553" y="4353"/>
                  </a:lnTo>
                  <a:lnTo>
                    <a:pt x="3591" y="3370"/>
                  </a:lnTo>
                  <a:lnTo>
                    <a:pt x="1866" y="1565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28">
              <a:extLst>
                <a:ext uri="{FF2B5EF4-FFF2-40B4-BE49-F238E27FC236}">
                  <a16:creationId xmlns:a16="http://schemas.microsoft.com/office/drawing/2014/main" id="{7ECB964F-301E-70A2-3696-25661025E1CA}"/>
                </a:ext>
              </a:extLst>
            </p:cNvPr>
            <p:cNvSpPr/>
            <p:nvPr/>
          </p:nvSpPr>
          <p:spPr>
            <a:xfrm>
              <a:off x="10334000" y="3869050"/>
              <a:ext cx="193050" cy="235175"/>
            </a:xfrm>
            <a:custGeom>
              <a:avLst/>
              <a:gdLst/>
              <a:ahLst/>
              <a:cxnLst/>
              <a:rect l="l" t="t" r="r" b="b"/>
              <a:pathLst>
                <a:path w="7722" h="9407" fill="none" extrusionOk="0">
                  <a:moveTo>
                    <a:pt x="402" y="1"/>
                  </a:moveTo>
                  <a:lnTo>
                    <a:pt x="402" y="1"/>
                  </a:lnTo>
                  <a:lnTo>
                    <a:pt x="302" y="201"/>
                  </a:lnTo>
                  <a:lnTo>
                    <a:pt x="241" y="402"/>
                  </a:lnTo>
                  <a:lnTo>
                    <a:pt x="121" y="823"/>
                  </a:lnTo>
                  <a:lnTo>
                    <a:pt x="41" y="1264"/>
                  </a:lnTo>
                  <a:lnTo>
                    <a:pt x="1" y="1706"/>
                  </a:lnTo>
                  <a:lnTo>
                    <a:pt x="1" y="1706"/>
                  </a:lnTo>
                  <a:lnTo>
                    <a:pt x="1" y="1706"/>
                  </a:lnTo>
                  <a:lnTo>
                    <a:pt x="783" y="2588"/>
                  </a:lnTo>
                  <a:lnTo>
                    <a:pt x="1645" y="3490"/>
                  </a:lnTo>
                  <a:lnTo>
                    <a:pt x="2548" y="4433"/>
                  </a:lnTo>
                  <a:lnTo>
                    <a:pt x="3490" y="5416"/>
                  </a:lnTo>
                  <a:lnTo>
                    <a:pt x="4493" y="6398"/>
                  </a:lnTo>
                  <a:lnTo>
                    <a:pt x="5536" y="7401"/>
                  </a:lnTo>
                  <a:lnTo>
                    <a:pt x="6619" y="8404"/>
                  </a:lnTo>
                  <a:lnTo>
                    <a:pt x="7722" y="9406"/>
                  </a:lnTo>
                  <a:lnTo>
                    <a:pt x="7722" y="9406"/>
                  </a:lnTo>
                  <a:lnTo>
                    <a:pt x="7722" y="9406"/>
                  </a:lnTo>
                  <a:lnTo>
                    <a:pt x="7722" y="9406"/>
                  </a:lnTo>
                  <a:lnTo>
                    <a:pt x="7682" y="8905"/>
                  </a:lnTo>
                  <a:lnTo>
                    <a:pt x="7662" y="8404"/>
                  </a:lnTo>
                  <a:lnTo>
                    <a:pt x="7662" y="7902"/>
                  </a:lnTo>
                  <a:lnTo>
                    <a:pt x="7702" y="7401"/>
                  </a:lnTo>
                  <a:lnTo>
                    <a:pt x="7702" y="7401"/>
                  </a:lnTo>
                  <a:lnTo>
                    <a:pt x="6599" y="6378"/>
                  </a:lnTo>
                  <a:lnTo>
                    <a:pt x="5556" y="5335"/>
                  </a:lnTo>
                  <a:lnTo>
                    <a:pt x="4553" y="4353"/>
                  </a:lnTo>
                  <a:lnTo>
                    <a:pt x="3591" y="3370"/>
                  </a:lnTo>
                  <a:lnTo>
                    <a:pt x="1866" y="1565"/>
                  </a:lnTo>
                  <a:lnTo>
                    <a:pt x="402" y="1"/>
                  </a:lnTo>
                  <a:lnTo>
                    <a:pt x="40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28">
              <a:extLst>
                <a:ext uri="{FF2B5EF4-FFF2-40B4-BE49-F238E27FC236}">
                  <a16:creationId xmlns:a16="http://schemas.microsoft.com/office/drawing/2014/main" id="{E34D7AB7-7020-C1CF-380B-7218119FE0FE}"/>
                </a:ext>
              </a:extLst>
            </p:cNvPr>
            <p:cNvSpPr/>
            <p:nvPr/>
          </p:nvSpPr>
          <p:spPr>
            <a:xfrm>
              <a:off x="10352050" y="3796875"/>
              <a:ext cx="252225" cy="238650"/>
            </a:xfrm>
            <a:custGeom>
              <a:avLst/>
              <a:gdLst/>
              <a:ahLst/>
              <a:cxnLst/>
              <a:rect l="l" t="t" r="r" b="b"/>
              <a:pathLst>
                <a:path w="10089" h="9546" extrusionOk="0">
                  <a:moveTo>
                    <a:pt x="5275" y="0"/>
                  </a:moveTo>
                  <a:lnTo>
                    <a:pt x="4894" y="20"/>
                  </a:lnTo>
                  <a:lnTo>
                    <a:pt x="4493" y="40"/>
                  </a:lnTo>
                  <a:lnTo>
                    <a:pt x="4112" y="80"/>
                  </a:lnTo>
                  <a:lnTo>
                    <a:pt x="3751" y="140"/>
                  </a:lnTo>
                  <a:lnTo>
                    <a:pt x="3390" y="221"/>
                  </a:lnTo>
                  <a:lnTo>
                    <a:pt x="3029" y="321"/>
                  </a:lnTo>
                  <a:lnTo>
                    <a:pt x="2668" y="421"/>
                  </a:lnTo>
                  <a:lnTo>
                    <a:pt x="2327" y="541"/>
                  </a:lnTo>
                  <a:lnTo>
                    <a:pt x="2006" y="682"/>
                  </a:lnTo>
                  <a:lnTo>
                    <a:pt x="1685" y="862"/>
                  </a:lnTo>
                  <a:lnTo>
                    <a:pt x="1385" y="1043"/>
                  </a:lnTo>
                  <a:lnTo>
                    <a:pt x="1084" y="1243"/>
                  </a:lnTo>
                  <a:lnTo>
                    <a:pt x="803" y="1464"/>
                  </a:lnTo>
                  <a:lnTo>
                    <a:pt x="542" y="1705"/>
                  </a:lnTo>
                  <a:lnTo>
                    <a:pt x="282" y="1985"/>
                  </a:lnTo>
                  <a:lnTo>
                    <a:pt x="41" y="2266"/>
                  </a:lnTo>
                  <a:lnTo>
                    <a:pt x="1" y="2346"/>
                  </a:lnTo>
                  <a:lnTo>
                    <a:pt x="723" y="3149"/>
                  </a:lnTo>
                  <a:lnTo>
                    <a:pt x="1485" y="3991"/>
                  </a:lnTo>
                  <a:lnTo>
                    <a:pt x="2307" y="4853"/>
                  </a:lnTo>
                  <a:lnTo>
                    <a:pt x="3189" y="5756"/>
                  </a:lnTo>
                  <a:lnTo>
                    <a:pt x="4092" y="6678"/>
                  </a:lnTo>
                  <a:lnTo>
                    <a:pt x="5034" y="7621"/>
                  </a:lnTo>
                  <a:lnTo>
                    <a:pt x="6037" y="8583"/>
                  </a:lnTo>
                  <a:lnTo>
                    <a:pt x="7060" y="9546"/>
                  </a:lnTo>
                  <a:lnTo>
                    <a:pt x="7120" y="9185"/>
                  </a:lnTo>
                  <a:lnTo>
                    <a:pt x="7200" y="8804"/>
                  </a:lnTo>
                  <a:lnTo>
                    <a:pt x="7281" y="8463"/>
                  </a:lnTo>
                  <a:lnTo>
                    <a:pt x="7381" y="8102"/>
                  </a:lnTo>
                  <a:lnTo>
                    <a:pt x="7521" y="7761"/>
                  </a:lnTo>
                  <a:lnTo>
                    <a:pt x="7662" y="7420"/>
                  </a:lnTo>
                  <a:lnTo>
                    <a:pt x="7802" y="7099"/>
                  </a:lnTo>
                  <a:lnTo>
                    <a:pt x="7982" y="6799"/>
                  </a:lnTo>
                  <a:lnTo>
                    <a:pt x="8183" y="6498"/>
                  </a:lnTo>
                  <a:lnTo>
                    <a:pt x="8384" y="6217"/>
                  </a:lnTo>
                  <a:lnTo>
                    <a:pt x="8624" y="5936"/>
                  </a:lnTo>
                  <a:lnTo>
                    <a:pt x="8865" y="5675"/>
                  </a:lnTo>
                  <a:lnTo>
                    <a:pt x="9146" y="5435"/>
                  </a:lnTo>
                  <a:lnTo>
                    <a:pt x="9426" y="5214"/>
                  </a:lnTo>
                  <a:lnTo>
                    <a:pt x="9747" y="5014"/>
                  </a:lnTo>
                  <a:lnTo>
                    <a:pt x="10088" y="4833"/>
                  </a:lnTo>
                  <a:lnTo>
                    <a:pt x="8765" y="3550"/>
                  </a:lnTo>
                  <a:lnTo>
                    <a:pt x="7521" y="2306"/>
                  </a:lnTo>
                  <a:lnTo>
                    <a:pt x="6358" y="1123"/>
                  </a:lnTo>
                  <a:lnTo>
                    <a:pt x="527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28">
              <a:extLst>
                <a:ext uri="{FF2B5EF4-FFF2-40B4-BE49-F238E27FC236}">
                  <a16:creationId xmlns:a16="http://schemas.microsoft.com/office/drawing/2014/main" id="{A3EE886E-2306-54B2-85D5-14A43DC94720}"/>
                </a:ext>
              </a:extLst>
            </p:cNvPr>
            <p:cNvSpPr/>
            <p:nvPr/>
          </p:nvSpPr>
          <p:spPr>
            <a:xfrm>
              <a:off x="10352050" y="3796875"/>
              <a:ext cx="252225" cy="238650"/>
            </a:xfrm>
            <a:custGeom>
              <a:avLst/>
              <a:gdLst/>
              <a:ahLst/>
              <a:cxnLst/>
              <a:rect l="l" t="t" r="r" b="b"/>
              <a:pathLst>
                <a:path w="10089" h="9546" fill="none" extrusionOk="0">
                  <a:moveTo>
                    <a:pt x="5275" y="0"/>
                  </a:moveTo>
                  <a:lnTo>
                    <a:pt x="5275" y="0"/>
                  </a:lnTo>
                  <a:lnTo>
                    <a:pt x="4894" y="20"/>
                  </a:lnTo>
                  <a:lnTo>
                    <a:pt x="4493" y="40"/>
                  </a:lnTo>
                  <a:lnTo>
                    <a:pt x="4112" y="80"/>
                  </a:lnTo>
                  <a:lnTo>
                    <a:pt x="3751" y="140"/>
                  </a:lnTo>
                  <a:lnTo>
                    <a:pt x="3390" y="221"/>
                  </a:lnTo>
                  <a:lnTo>
                    <a:pt x="3029" y="321"/>
                  </a:lnTo>
                  <a:lnTo>
                    <a:pt x="2668" y="421"/>
                  </a:lnTo>
                  <a:lnTo>
                    <a:pt x="2327" y="541"/>
                  </a:lnTo>
                  <a:lnTo>
                    <a:pt x="2006" y="682"/>
                  </a:lnTo>
                  <a:lnTo>
                    <a:pt x="1685" y="862"/>
                  </a:lnTo>
                  <a:lnTo>
                    <a:pt x="1385" y="1043"/>
                  </a:lnTo>
                  <a:lnTo>
                    <a:pt x="1084" y="1243"/>
                  </a:lnTo>
                  <a:lnTo>
                    <a:pt x="803" y="1464"/>
                  </a:lnTo>
                  <a:lnTo>
                    <a:pt x="542" y="1705"/>
                  </a:lnTo>
                  <a:lnTo>
                    <a:pt x="282" y="1985"/>
                  </a:lnTo>
                  <a:lnTo>
                    <a:pt x="41" y="2266"/>
                  </a:lnTo>
                  <a:lnTo>
                    <a:pt x="41" y="2266"/>
                  </a:lnTo>
                  <a:lnTo>
                    <a:pt x="1" y="2346"/>
                  </a:lnTo>
                  <a:lnTo>
                    <a:pt x="1" y="2346"/>
                  </a:lnTo>
                  <a:lnTo>
                    <a:pt x="1" y="2346"/>
                  </a:lnTo>
                  <a:lnTo>
                    <a:pt x="723" y="3149"/>
                  </a:lnTo>
                  <a:lnTo>
                    <a:pt x="1485" y="3991"/>
                  </a:lnTo>
                  <a:lnTo>
                    <a:pt x="2307" y="4853"/>
                  </a:lnTo>
                  <a:lnTo>
                    <a:pt x="3189" y="5756"/>
                  </a:lnTo>
                  <a:lnTo>
                    <a:pt x="4092" y="6678"/>
                  </a:lnTo>
                  <a:lnTo>
                    <a:pt x="5034" y="7621"/>
                  </a:lnTo>
                  <a:lnTo>
                    <a:pt x="6037" y="8583"/>
                  </a:lnTo>
                  <a:lnTo>
                    <a:pt x="7060" y="9546"/>
                  </a:lnTo>
                  <a:lnTo>
                    <a:pt x="7060" y="9546"/>
                  </a:lnTo>
                  <a:lnTo>
                    <a:pt x="7060" y="9546"/>
                  </a:lnTo>
                  <a:lnTo>
                    <a:pt x="7120" y="9185"/>
                  </a:lnTo>
                  <a:lnTo>
                    <a:pt x="7200" y="8804"/>
                  </a:lnTo>
                  <a:lnTo>
                    <a:pt x="7281" y="8463"/>
                  </a:lnTo>
                  <a:lnTo>
                    <a:pt x="7381" y="8102"/>
                  </a:lnTo>
                  <a:lnTo>
                    <a:pt x="7521" y="7761"/>
                  </a:lnTo>
                  <a:lnTo>
                    <a:pt x="7662" y="7420"/>
                  </a:lnTo>
                  <a:lnTo>
                    <a:pt x="7802" y="7099"/>
                  </a:lnTo>
                  <a:lnTo>
                    <a:pt x="7982" y="6799"/>
                  </a:lnTo>
                  <a:lnTo>
                    <a:pt x="8183" y="6498"/>
                  </a:lnTo>
                  <a:lnTo>
                    <a:pt x="8384" y="6217"/>
                  </a:lnTo>
                  <a:lnTo>
                    <a:pt x="8624" y="5936"/>
                  </a:lnTo>
                  <a:lnTo>
                    <a:pt x="8865" y="5675"/>
                  </a:lnTo>
                  <a:lnTo>
                    <a:pt x="9146" y="5435"/>
                  </a:lnTo>
                  <a:lnTo>
                    <a:pt x="9426" y="5214"/>
                  </a:lnTo>
                  <a:lnTo>
                    <a:pt x="9747" y="5014"/>
                  </a:lnTo>
                  <a:lnTo>
                    <a:pt x="10088" y="4833"/>
                  </a:lnTo>
                  <a:lnTo>
                    <a:pt x="10088" y="4833"/>
                  </a:lnTo>
                  <a:lnTo>
                    <a:pt x="8765" y="3550"/>
                  </a:lnTo>
                  <a:lnTo>
                    <a:pt x="7521" y="2306"/>
                  </a:lnTo>
                  <a:lnTo>
                    <a:pt x="6358" y="1123"/>
                  </a:lnTo>
                  <a:lnTo>
                    <a:pt x="5275" y="0"/>
                  </a:lnTo>
                  <a:lnTo>
                    <a:pt x="527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28">
              <a:extLst>
                <a:ext uri="{FF2B5EF4-FFF2-40B4-BE49-F238E27FC236}">
                  <a16:creationId xmlns:a16="http://schemas.microsoft.com/office/drawing/2014/main" id="{BD33EA91-13C8-05C0-6919-B9EA88C04F82}"/>
                </a:ext>
              </a:extLst>
            </p:cNvPr>
            <p:cNvSpPr/>
            <p:nvPr/>
          </p:nvSpPr>
          <p:spPr>
            <a:xfrm>
              <a:off x="10458850" y="4207975"/>
              <a:ext cx="265750" cy="215625"/>
            </a:xfrm>
            <a:custGeom>
              <a:avLst/>
              <a:gdLst/>
              <a:ahLst/>
              <a:cxnLst/>
              <a:rect l="l" t="t" r="r" b="b"/>
              <a:pathLst>
                <a:path w="10630" h="8625" extrusionOk="0">
                  <a:moveTo>
                    <a:pt x="0" y="1"/>
                  </a:moveTo>
                  <a:lnTo>
                    <a:pt x="562" y="863"/>
                  </a:lnTo>
                  <a:lnTo>
                    <a:pt x="1123" y="1665"/>
                  </a:lnTo>
                  <a:lnTo>
                    <a:pt x="2166" y="3069"/>
                  </a:lnTo>
                  <a:lnTo>
                    <a:pt x="3009" y="4192"/>
                  </a:lnTo>
                  <a:lnTo>
                    <a:pt x="3610" y="4974"/>
                  </a:lnTo>
                  <a:lnTo>
                    <a:pt x="3630" y="4994"/>
                  </a:lnTo>
                  <a:lnTo>
                    <a:pt x="4493" y="5676"/>
                  </a:lnTo>
                  <a:lnTo>
                    <a:pt x="5395" y="6378"/>
                  </a:lnTo>
                  <a:lnTo>
                    <a:pt x="6177" y="6960"/>
                  </a:lnTo>
                  <a:lnTo>
                    <a:pt x="6558" y="7240"/>
                  </a:lnTo>
                  <a:lnTo>
                    <a:pt x="6899" y="7321"/>
                  </a:lnTo>
                  <a:lnTo>
                    <a:pt x="7300" y="7421"/>
                  </a:lnTo>
                  <a:lnTo>
                    <a:pt x="7761" y="7561"/>
                  </a:lnTo>
                  <a:lnTo>
                    <a:pt x="8263" y="7742"/>
                  </a:lnTo>
                  <a:lnTo>
                    <a:pt x="9366" y="8143"/>
                  </a:lnTo>
                  <a:lnTo>
                    <a:pt x="10629" y="8624"/>
                  </a:lnTo>
                  <a:lnTo>
                    <a:pt x="9767" y="7942"/>
                  </a:lnTo>
                  <a:lnTo>
                    <a:pt x="8945" y="7220"/>
                  </a:lnTo>
                  <a:lnTo>
                    <a:pt x="7561" y="6258"/>
                  </a:lnTo>
                  <a:lnTo>
                    <a:pt x="6217" y="5255"/>
                  </a:lnTo>
                  <a:lnTo>
                    <a:pt x="5415" y="4653"/>
                  </a:lnTo>
                  <a:lnTo>
                    <a:pt x="4633" y="4012"/>
                  </a:lnTo>
                  <a:lnTo>
                    <a:pt x="3831" y="3370"/>
                  </a:lnTo>
                  <a:lnTo>
                    <a:pt x="3049" y="2708"/>
                  </a:lnTo>
                  <a:lnTo>
                    <a:pt x="1504" y="136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28">
              <a:extLst>
                <a:ext uri="{FF2B5EF4-FFF2-40B4-BE49-F238E27FC236}">
                  <a16:creationId xmlns:a16="http://schemas.microsoft.com/office/drawing/2014/main" id="{EB7FAA7D-BDBE-EB0F-6BA3-5F4FE39471F9}"/>
                </a:ext>
              </a:extLst>
            </p:cNvPr>
            <p:cNvSpPr/>
            <p:nvPr/>
          </p:nvSpPr>
          <p:spPr>
            <a:xfrm>
              <a:off x="10994300" y="4056075"/>
              <a:ext cx="140400" cy="258225"/>
            </a:xfrm>
            <a:custGeom>
              <a:avLst/>
              <a:gdLst/>
              <a:ahLst/>
              <a:cxnLst/>
              <a:rect l="l" t="t" r="r" b="b"/>
              <a:pathLst>
                <a:path w="5616" h="10329" extrusionOk="0">
                  <a:moveTo>
                    <a:pt x="181" y="0"/>
                  </a:moveTo>
                  <a:lnTo>
                    <a:pt x="121" y="20"/>
                  </a:lnTo>
                  <a:lnTo>
                    <a:pt x="61" y="60"/>
                  </a:lnTo>
                  <a:lnTo>
                    <a:pt x="21" y="121"/>
                  </a:lnTo>
                  <a:lnTo>
                    <a:pt x="1" y="201"/>
                  </a:lnTo>
                  <a:lnTo>
                    <a:pt x="21" y="281"/>
                  </a:lnTo>
                  <a:lnTo>
                    <a:pt x="281" y="883"/>
                  </a:lnTo>
                  <a:lnTo>
                    <a:pt x="562" y="1484"/>
                  </a:lnTo>
                  <a:lnTo>
                    <a:pt x="883" y="2066"/>
                  </a:lnTo>
                  <a:lnTo>
                    <a:pt x="1204" y="2647"/>
                  </a:lnTo>
                  <a:lnTo>
                    <a:pt x="1866" y="3811"/>
                  </a:lnTo>
                  <a:lnTo>
                    <a:pt x="2187" y="4392"/>
                  </a:lnTo>
                  <a:lnTo>
                    <a:pt x="2487" y="4974"/>
                  </a:lnTo>
                  <a:lnTo>
                    <a:pt x="2808" y="5615"/>
                  </a:lnTo>
                  <a:lnTo>
                    <a:pt x="3089" y="6277"/>
                  </a:lnTo>
                  <a:lnTo>
                    <a:pt x="3650" y="7621"/>
                  </a:lnTo>
                  <a:lnTo>
                    <a:pt x="3951" y="8303"/>
                  </a:lnTo>
                  <a:lnTo>
                    <a:pt x="4252" y="8945"/>
                  </a:lnTo>
                  <a:lnTo>
                    <a:pt x="4593" y="9566"/>
                  </a:lnTo>
                  <a:lnTo>
                    <a:pt x="4774" y="9887"/>
                  </a:lnTo>
                  <a:lnTo>
                    <a:pt x="4974" y="10168"/>
                  </a:lnTo>
                  <a:lnTo>
                    <a:pt x="5054" y="10268"/>
                  </a:lnTo>
                  <a:lnTo>
                    <a:pt x="5155" y="10308"/>
                  </a:lnTo>
                  <a:lnTo>
                    <a:pt x="5255" y="10328"/>
                  </a:lnTo>
                  <a:lnTo>
                    <a:pt x="5375" y="10328"/>
                  </a:lnTo>
                  <a:lnTo>
                    <a:pt x="5475" y="10288"/>
                  </a:lnTo>
                  <a:lnTo>
                    <a:pt x="5556" y="10228"/>
                  </a:lnTo>
                  <a:lnTo>
                    <a:pt x="5616" y="10128"/>
                  </a:lnTo>
                  <a:lnTo>
                    <a:pt x="5616" y="10068"/>
                  </a:lnTo>
                  <a:lnTo>
                    <a:pt x="5616" y="9987"/>
                  </a:lnTo>
                  <a:lnTo>
                    <a:pt x="5596" y="9667"/>
                  </a:lnTo>
                  <a:lnTo>
                    <a:pt x="5536" y="9326"/>
                  </a:lnTo>
                  <a:lnTo>
                    <a:pt x="5475" y="9005"/>
                  </a:lnTo>
                  <a:lnTo>
                    <a:pt x="5395" y="8664"/>
                  </a:lnTo>
                  <a:lnTo>
                    <a:pt x="5295" y="8323"/>
                  </a:lnTo>
                  <a:lnTo>
                    <a:pt x="5195" y="8002"/>
                  </a:lnTo>
                  <a:lnTo>
                    <a:pt x="4954" y="7340"/>
                  </a:lnTo>
                  <a:lnTo>
                    <a:pt x="4673" y="6698"/>
                  </a:lnTo>
                  <a:lnTo>
                    <a:pt x="4372" y="6077"/>
                  </a:lnTo>
                  <a:lnTo>
                    <a:pt x="3751" y="4853"/>
                  </a:lnTo>
                  <a:lnTo>
                    <a:pt x="3410" y="4212"/>
                  </a:lnTo>
                  <a:lnTo>
                    <a:pt x="3069" y="3570"/>
                  </a:lnTo>
                  <a:lnTo>
                    <a:pt x="2688" y="2928"/>
                  </a:lnTo>
                  <a:lnTo>
                    <a:pt x="2287" y="2286"/>
                  </a:lnTo>
                  <a:lnTo>
                    <a:pt x="1866" y="1685"/>
                  </a:lnTo>
                  <a:lnTo>
                    <a:pt x="1424" y="1103"/>
                  </a:lnTo>
                  <a:lnTo>
                    <a:pt x="1184" y="822"/>
                  </a:lnTo>
                  <a:lnTo>
                    <a:pt x="943" y="562"/>
                  </a:lnTo>
                  <a:lnTo>
                    <a:pt x="682" y="301"/>
                  </a:lnTo>
                  <a:lnTo>
                    <a:pt x="402" y="60"/>
                  </a:lnTo>
                  <a:lnTo>
                    <a:pt x="342" y="20"/>
                  </a:lnTo>
                  <a:lnTo>
                    <a:pt x="26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28">
              <a:extLst>
                <a:ext uri="{FF2B5EF4-FFF2-40B4-BE49-F238E27FC236}">
                  <a16:creationId xmlns:a16="http://schemas.microsoft.com/office/drawing/2014/main" id="{02B45711-9635-E825-2D10-2491AACA5E1F}"/>
                </a:ext>
              </a:extLst>
            </p:cNvPr>
            <p:cNvSpPr/>
            <p:nvPr/>
          </p:nvSpPr>
          <p:spPr>
            <a:xfrm>
              <a:off x="11130675" y="4355875"/>
              <a:ext cx="28100" cy="29100"/>
            </a:xfrm>
            <a:custGeom>
              <a:avLst/>
              <a:gdLst/>
              <a:ahLst/>
              <a:cxnLst/>
              <a:rect l="l" t="t" r="r" b="b"/>
              <a:pathLst>
                <a:path w="1124" h="1164" extrusionOk="0">
                  <a:moveTo>
                    <a:pt x="562" y="1"/>
                  </a:moveTo>
                  <a:lnTo>
                    <a:pt x="422" y="21"/>
                  </a:lnTo>
                  <a:lnTo>
                    <a:pt x="321" y="61"/>
                  </a:lnTo>
                  <a:lnTo>
                    <a:pt x="221" y="101"/>
                  </a:lnTo>
                  <a:lnTo>
                    <a:pt x="141" y="181"/>
                  </a:lnTo>
                  <a:lnTo>
                    <a:pt x="81" y="262"/>
                  </a:lnTo>
                  <a:lnTo>
                    <a:pt x="41" y="362"/>
                  </a:lnTo>
                  <a:lnTo>
                    <a:pt x="0" y="482"/>
                  </a:lnTo>
                  <a:lnTo>
                    <a:pt x="0" y="582"/>
                  </a:lnTo>
                  <a:lnTo>
                    <a:pt x="0" y="683"/>
                  </a:lnTo>
                  <a:lnTo>
                    <a:pt x="41" y="803"/>
                  </a:lnTo>
                  <a:lnTo>
                    <a:pt x="81" y="883"/>
                  </a:lnTo>
                  <a:lnTo>
                    <a:pt x="141" y="984"/>
                  </a:lnTo>
                  <a:lnTo>
                    <a:pt x="221" y="1064"/>
                  </a:lnTo>
                  <a:lnTo>
                    <a:pt x="321" y="1104"/>
                  </a:lnTo>
                  <a:lnTo>
                    <a:pt x="422" y="1144"/>
                  </a:lnTo>
                  <a:lnTo>
                    <a:pt x="562" y="1164"/>
                  </a:lnTo>
                  <a:lnTo>
                    <a:pt x="682" y="1144"/>
                  </a:lnTo>
                  <a:lnTo>
                    <a:pt x="803" y="1104"/>
                  </a:lnTo>
                  <a:lnTo>
                    <a:pt x="903" y="1064"/>
                  </a:lnTo>
                  <a:lnTo>
                    <a:pt x="983" y="984"/>
                  </a:lnTo>
                  <a:lnTo>
                    <a:pt x="1043" y="883"/>
                  </a:lnTo>
                  <a:lnTo>
                    <a:pt x="1083" y="803"/>
                  </a:lnTo>
                  <a:lnTo>
                    <a:pt x="1103" y="683"/>
                  </a:lnTo>
                  <a:lnTo>
                    <a:pt x="1123" y="582"/>
                  </a:lnTo>
                  <a:lnTo>
                    <a:pt x="1103" y="482"/>
                  </a:lnTo>
                  <a:lnTo>
                    <a:pt x="1083" y="362"/>
                  </a:lnTo>
                  <a:lnTo>
                    <a:pt x="1043" y="262"/>
                  </a:lnTo>
                  <a:lnTo>
                    <a:pt x="983" y="181"/>
                  </a:lnTo>
                  <a:lnTo>
                    <a:pt x="903" y="101"/>
                  </a:lnTo>
                  <a:lnTo>
                    <a:pt x="803" y="61"/>
                  </a:lnTo>
                  <a:lnTo>
                    <a:pt x="682" y="21"/>
                  </a:lnTo>
                  <a:lnTo>
                    <a:pt x="5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" name="Google Shape;6330;p28">
            <a:extLst>
              <a:ext uri="{FF2B5EF4-FFF2-40B4-BE49-F238E27FC236}">
                <a16:creationId xmlns:a16="http://schemas.microsoft.com/office/drawing/2014/main" id="{1F6244EB-20C7-7245-4AB8-EBDFB5E5FD80}"/>
              </a:ext>
            </a:extLst>
          </p:cNvPr>
          <p:cNvSpPr/>
          <p:nvPr/>
        </p:nvSpPr>
        <p:spPr>
          <a:xfrm>
            <a:off x="4641177" y="3121194"/>
            <a:ext cx="850500" cy="8505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" name="Google Shape;6337;p28">
            <a:extLst>
              <a:ext uri="{FF2B5EF4-FFF2-40B4-BE49-F238E27FC236}">
                <a16:creationId xmlns:a16="http://schemas.microsoft.com/office/drawing/2014/main" id="{25E324C0-0AC2-86E5-AF1D-A3B6868886F0}"/>
              </a:ext>
            </a:extLst>
          </p:cNvPr>
          <p:cNvSpPr txBox="1">
            <a:spLocks/>
          </p:cNvSpPr>
          <p:nvPr/>
        </p:nvSpPr>
        <p:spPr>
          <a:xfrm>
            <a:off x="5510696" y="3363409"/>
            <a:ext cx="2387638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500"/>
              <a:buFont typeface="BioRhyme"/>
              <a:buNone/>
              <a:defRPr sz="2500" b="0" i="0" u="none" strike="noStrike" cap="none">
                <a:solidFill>
                  <a:schemeClr val="dk1"/>
                </a:solidFill>
                <a:latin typeface="BioRhyme"/>
                <a:ea typeface="BioRhyme"/>
                <a:cs typeface="BioRhyme"/>
                <a:sym typeface="BioRhym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dirty="0" err="1"/>
              <a:t>Podjela</a:t>
            </a:r>
            <a:r>
              <a:rPr lang="en-US" dirty="0"/>
              <a:t> rada</a:t>
            </a:r>
          </a:p>
        </p:txBody>
      </p:sp>
      <p:sp>
        <p:nvSpPr>
          <p:cNvPr id="8" name="Google Shape;6342;p28">
            <a:extLst>
              <a:ext uri="{FF2B5EF4-FFF2-40B4-BE49-F238E27FC236}">
                <a16:creationId xmlns:a16="http://schemas.microsoft.com/office/drawing/2014/main" id="{F0E6D303-95B0-57E5-14EB-8AB57196139B}"/>
              </a:ext>
            </a:extLst>
          </p:cNvPr>
          <p:cNvSpPr txBox="1">
            <a:spLocks/>
          </p:cNvSpPr>
          <p:nvPr/>
        </p:nvSpPr>
        <p:spPr>
          <a:xfrm>
            <a:off x="4699062" y="3317844"/>
            <a:ext cx="7347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BioRhyme"/>
              <a:buNone/>
              <a:defRPr sz="2500" b="1" i="0" u="none" strike="noStrike" cap="none">
                <a:solidFill>
                  <a:schemeClr val="lt2"/>
                </a:solidFill>
                <a:latin typeface="BioRhyme"/>
                <a:ea typeface="BioRhyme"/>
                <a:cs typeface="BioRhyme"/>
                <a:sym typeface="BioRhyme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" dirty="0"/>
              <a:t>8</a:t>
            </a:r>
          </a:p>
        </p:txBody>
      </p:sp>
    </p:spTree>
    <p:extLst>
      <p:ext uri="{BB962C8B-B14F-4D97-AF65-F5344CB8AC3E}">
        <p14:creationId xmlns:p14="http://schemas.microsoft.com/office/powerpoint/2010/main" val="147329054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7" name="Google Shape;6437;p29"/>
          <p:cNvSpPr/>
          <p:nvPr/>
        </p:nvSpPr>
        <p:spPr>
          <a:xfrm>
            <a:off x="3947250" y="1236250"/>
            <a:ext cx="1249500" cy="12495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38" name="Google Shape;6438;p29"/>
          <p:cNvSpPr txBox="1">
            <a:spLocks noGrp="1"/>
          </p:cNvSpPr>
          <p:nvPr>
            <p:ph type="title"/>
          </p:nvPr>
        </p:nvSpPr>
        <p:spPr>
          <a:xfrm>
            <a:off x="1929450" y="2733933"/>
            <a:ext cx="5285100" cy="731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Opis projekta</a:t>
            </a:r>
            <a:endParaRPr dirty="0"/>
          </a:p>
        </p:txBody>
      </p:sp>
      <p:sp>
        <p:nvSpPr>
          <p:cNvPr id="6439" name="Google Shape;6439;p29"/>
          <p:cNvSpPr txBox="1">
            <a:spLocks noGrp="1"/>
          </p:cNvSpPr>
          <p:nvPr>
            <p:ph type="title" idx="2"/>
          </p:nvPr>
        </p:nvSpPr>
        <p:spPr>
          <a:xfrm>
            <a:off x="4114800" y="1515548"/>
            <a:ext cx="914400" cy="69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tx2"/>
                </a:solidFill>
              </a:rPr>
              <a:t>1</a:t>
            </a:r>
            <a:endParaRPr dirty="0">
              <a:solidFill>
                <a:schemeClr val="tx2"/>
              </a:solidFill>
            </a:endParaRPr>
          </a:p>
        </p:txBody>
      </p:sp>
      <p:grpSp>
        <p:nvGrpSpPr>
          <p:cNvPr id="6441" name="Google Shape;6441;p29"/>
          <p:cNvGrpSpPr/>
          <p:nvPr/>
        </p:nvGrpSpPr>
        <p:grpSpPr>
          <a:xfrm>
            <a:off x="91091" y="1874876"/>
            <a:ext cx="2080599" cy="3087774"/>
            <a:chOff x="10840075" y="2678300"/>
            <a:chExt cx="1616250" cy="2398644"/>
          </a:xfrm>
        </p:grpSpPr>
        <p:sp>
          <p:nvSpPr>
            <p:cNvPr id="6442" name="Google Shape;6442;p29"/>
            <p:cNvSpPr/>
            <p:nvPr/>
          </p:nvSpPr>
          <p:spPr>
            <a:xfrm>
              <a:off x="11029175" y="4899944"/>
              <a:ext cx="1417500" cy="1770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443" name="Google Shape;6443;p29"/>
            <p:cNvGrpSpPr/>
            <p:nvPr/>
          </p:nvGrpSpPr>
          <p:grpSpPr>
            <a:xfrm>
              <a:off x="10840075" y="2678300"/>
              <a:ext cx="1616250" cy="2366600"/>
              <a:chOff x="10840075" y="2678300"/>
              <a:chExt cx="1616250" cy="2366600"/>
            </a:xfrm>
          </p:grpSpPr>
          <p:sp>
            <p:nvSpPr>
              <p:cNvPr id="6444" name="Google Shape;6444;p29"/>
              <p:cNvSpPr/>
              <p:nvPr/>
            </p:nvSpPr>
            <p:spPr>
              <a:xfrm>
                <a:off x="11083150" y="4162750"/>
                <a:ext cx="381925" cy="528325"/>
              </a:xfrm>
              <a:custGeom>
                <a:avLst/>
                <a:gdLst/>
                <a:ahLst/>
                <a:cxnLst/>
                <a:rect l="l" t="t" r="r" b="b"/>
                <a:pathLst>
                  <a:path w="15277" h="21133" extrusionOk="0">
                    <a:moveTo>
                      <a:pt x="14045" y="0"/>
                    </a:moveTo>
                    <a:lnTo>
                      <a:pt x="13894" y="22"/>
                    </a:lnTo>
                    <a:lnTo>
                      <a:pt x="13591" y="65"/>
                    </a:lnTo>
                    <a:lnTo>
                      <a:pt x="13289" y="151"/>
                    </a:lnTo>
                    <a:lnTo>
                      <a:pt x="12943" y="303"/>
                    </a:lnTo>
                    <a:lnTo>
                      <a:pt x="12598" y="497"/>
                    </a:lnTo>
                    <a:lnTo>
                      <a:pt x="12230" y="735"/>
                    </a:lnTo>
                    <a:lnTo>
                      <a:pt x="11841" y="994"/>
                    </a:lnTo>
                    <a:lnTo>
                      <a:pt x="11452" y="1297"/>
                    </a:lnTo>
                    <a:lnTo>
                      <a:pt x="11042" y="1621"/>
                    </a:lnTo>
                    <a:lnTo>
                      <a:pt x="10653" y="1988"/>
                    </a:lnTo>
                    <a:lnTo>
                      <a:pt x="10242" y="2377"/>
                    </a:lnTo>
                    <a:lnTo>
                      <a:pt x="9832" y="2766"/>
                    </a:lnTo>
                    <a:lnTo>
                      <a:pt x="9011" y="3609"/>
                    </a:lnTo>
                    <a:lnTo>
                      <a:pt x="8211" y="4495"/>
                    </a:lnTo>
                    <a:lnTo>
                      <a:pt x="7433" y="5380"/>
                    </a:lnTo>
                    <a:lnTo>
                      <a:pt x="6720" y="6245"/>
                    </a:lnTo>
                    <a:lnTo>
                      <a:pt x="6072" y="7044"/>
                    </a:lnTo>
                    <a:lnTo>
                      <a:pt x="5510" y="7779"/>
                    </a:lnTo>
                    <a:lnTo>
                      <a:pt x="5035" y="8427"/>
                    </a:lnTo>
                    <a:lnTo>
                      <a:pt x="4689" y="8924"/>
                    </a:lnTo>
                    <a:lnTo>
                      <a:pt x="3868" y="10156"/>
                    </a:lnTo>
                    <a:lnTo>
                      <a:pt x="3328" y="10998"/>
                    </a:lnTo>
                    <a:lnTo>
                      <a:pt x="2766" y="11949"/>
                    </a:lnTo>
                    <a:lnTo>
                      <a:pt x="2183" y="12965"/>
                    </a:lnTo>
                    <a:lnTo>
                      <a:pt x="1599" y="14045"/>
                    </a:lnTo>
                    <a:lnTo>
                      <a:pt x="1340" y="14585"/>
                    </a:lnTo>
                    <a:lnTo>
                      <a:pt x="1081" y="15147"/>
                    </a:lnTo>
                    <a:lnTo>
                      <a:pt x="843" y="15687"/>
                    </a:lnTo>
                    <a:lnTo>
                      <a:pt x="627" y="16227"/>
                    </a:lnTo>
                    <a:lnTo>
                      <a:pt x="454" y="16746"/>
                    </a:lnTo>
                    <a:lnTo>
                      <a:pt x="281" y="17265"/>
                    </a:lnTo>
                    <a:lnTo>
                      <a:pt x="152" y="17783"/>
                    </a:lnTo>
                    <a:lnTo>
                      <a:pt x="65" y="18259"/>
                    </a:lnTo>
                    <a:lnTo>
                      <a:pt x="22" y="18712"/>
                    </a:lnTo>
                    <a:lnTo>
                      <a:pt x="0" y="19144"/>
                    </a:lnTo>
                    <a:lnTo>
                      <a:pt x="22" y="19339"/>
                    </a:lnTo>
                    <a:lnTo>
                      <a:pt x="44" y="19533"/>
                    </a:lnTo>
                    <a:lnTo>
                      <a:pt x="87" y="19728"/>
                    </a:lnTo>
                    <a:lnTo>
                      <a:pt x="130" y="19901"/>
                    </a:lnTo>
                    <a:lnTo>
                      <a:pt x="195" y="20074"/>
                    </a:lnTo>
                    <a:lnTo>
                      <a:pt x="281" y="20225"/>
                    </a:lnTo>
                    <a:lnTo>
                      <a:pt x="368" y="20376"/>
                    </a:lnTo>
                    <a:lnTo>
                      <a:pt x="476" y="20506"/>
                    </a:lnTo>
                    <a:lnTo>
                      <a:pt x="605" y="20614"/>
                    </a:lnTo>
                    <a:lnTo>
                      <a:pt x="735" y="20743"/>
                    </a:lnTo>
                    <a:lnTo>
                      <a:pt x="908" y="20830"/>
                    </a:lnTo>
                    <a:lnTo>
                      <a:pt x="1081" y="20916"/>
                    </a:lnTo>
                    <a:lnTo>
                      <a:pt x="1254" y="20981"/>
                    </a:lnTo>
                    <a:lnTo>
                      <a:pt x="1470" y="21046"/>
                    </a:lnTo>
                    <a:lnTo>
                      <a:pt x="1686" y="21089"/>
                    </a:lnTo>
                    <a:lnTo>
                      <a:pt x="1945" y="21111"/>
                    </a:lnTo>
                    <a:lnTo>
                      <a:pt x="2204" y="21132"/>
                    </a:lnTo>
                    <a:lnTo>
                      <a:pt x="2485" y="21132"/>
                    </a:lnTo>
                    <a:lnTo>
                      <a:pt x="2788" y="21111"/>
                    </a:lnTo>
                    <a:lnTo>
                      <a:pt x="3112" y="21089"/>
                    </a:lnTo>
                    <a:lnTo>
                      <a:pt x="3587" y="21003"/>
                    </a:lnTo>
                    <a:lnTo>
                      <a:pt x="4041" y="20895"/>
                    </a:lnTo>
                    <a:lnTo>
                      <a:pt x="4473" y="20765"/>
                    </a:lnTo>
                    <a:lnTo>
                      <a:pt x="4884" y="20592"/>
                    </a:lnTo>
                    <a:lnTo>
                      <a:pt x="5273" y="20419"/>
                    </a:lnTo>
                    <a:lnTo>
                      <a:pt x="5618" y="20203"/>
                    </a:lnTo>
                    <a:lnTo>
                      <a:pt x="5964" y="19987"/>
                    </a:lnTo>
                    <a:lnTo>
                      <a:pt x="6288" y="19728"/>
                    </a:lnTo>
                    <a:lnTo>
                      <a:pt x="6591" y="19469"/>
                    </a:lnTo>
                    <a:lnTo>
                      <a:pt x="6872" y="19188"/>
                    </a:lnTo>
                    <a:lnTo>
                      <a:pt x="7152" y="18885"/>
                    </a:lnTo>
                    <a:lnTo>
                      <a:pt x="7412" y="18583"/>
                    </a:lnTo>
                    <a:lnTo>
                      <a:pt x="7649" y="18259"/>
                    </a:lnTo>
                    <a:lnTo>
                      <a:pt x="7866" y="17934"/>
                    </a:lnTo>
                    <a:lnTo>
                      <a:pt x="8082" y="17589"/>
                    </a:lnTo>
                    <a:lnTo>
                      <a:pt x="8276" y="17243"/>
                    </a:lnTo>
                    <a:lnTo>
                      <a:pt x="8643" y="16530"/>
                    </a:lnTo>
                    <a:lnTo>
                      <a:pt x="8967" y="15795"/>
                    </a:lnTo>
                    <a:lnTo>
                      <a:pt x="9248" y="15061"/>
                    </a:lnTo>
                    <a:lnTo>
                      <a:pt x="9529" y="14348"/>
                    </a:lnTo>
                    <a:lnTo>
                      <a:pt x="10026" y="12986"/>
                    </a:lnTo>
                    <a:lnTo>
                      <a:pt x="10286" y="12381"/>
                    </a:lnTo>
                    <a:lnTo>
                      <a:pt x="10545" y="11819"/>
                    </a:lnTo>
                    <a:lnTo>
                      <a:pt x="10826" y="11279"/>
                    </a:lnTo>
                    <a:lnTo>
                      <a:pt x="11171" y="10674"/>
                    </a:lnTo>
                    <a:lnTo>
                      <a:pt x="11993" y="9313"/>
                    </a:lnTo>
                    <a:lnTo>
                      <a:pt x="12900" y="7779"/>
                    </a:lnTo>
                    <a:lnTo>
                      <a:pt x="13354" y="7001"/>
                    </a:lnTo>
                    <a:lnTo>
                      <a:pt x="13786" y="6180"/>
                    </a:lnTo>
                    <a:lnTo>
                      <a:pt x="14196" y="5380"/>
                    </a:lnTo>
                    <a:lnTo>
                      <a:pt x="14542" y="4603"/>
                    </a:lnTo>
                    <a:lnTo>
                      <a:pt x="14845" y="3825"/>
                    </a:lnTo>
                    <a:lnTo>
                      <a:pt x="14974" y="3457"/>
                    </a:lnTo>
                    <a:lnTo>
                      <a:pt x="15061" y="3090"/>
                    </a:lnTo>
                    <a:lnTo>
                      <a:pt x="15147" y="2744"/>
                    </a:lnTo>
                    <a:lnTo>
                      <a:pt x="15212" y="2399"/>
                    </a:lnTo>
                    <a:lnTo>
                      <a:pt x="15255" y="2074"/>
                    </a:lnTo>
                    <a:lnTo>
                      <a:pt x="15277" y="1750"/>
                    </a:lnTo>
                    <a:lnTo>
                      <a:pt x="15255" y="1448"/>
                    </a:lnTo>
                    <a:lnTo>
                      <a:pt x="15212" y="1167"/>
                    </a:lnTo>
                    <a:lnTo>
                      <a:pt x="15126" y="908"/>
                    </a:lnTo>
                    <a:lnTo>
                      <a:pt x="15018" y="648"/>
                    </a:lnTo>
                    <a:lnTo>
                      <a:pt x="14953" y="519"/>
                    </a:lnTo>
                    <a:lnTo>
                      <a:pt x="14866" y="389"/>
                    </a:lnTo>
                    <a:lnTo>
                      <a:pt x="14758" y="303"/>
                    </a:lnTo>
                    <a:lnTo>
                      <a:pt x="14650" y="216"/>
                    </a:lnTo>
                    <a:lnTo>
                      <a:pt x="14542" y="130"/>
                    </a:lnTo>
                    <a:lnTo>
                      <a:pt x="14434" y="87"/>
                    </a:lnTo>
                    <a:lnTo>
                      <a:pt x="14305" y="43"/>
                    </a:lnTo>
                    <a:lnTo>
                      <a:pt x="14175" y="22"/>
                    </a:lnTo>
                    <a:lnTo>
                      <a:pt x="14045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5" name="Google Shape;6445;p29"/>
              <p:cNvSpPr/>
              <p:nvPr/>
            </p:nvSpPr>
            <p:spPr>
              <a:xfrm>
                <a:off x="11200375" y="4162750"/>
                <a:ext cx="264175" cy="286850"/>
              </a:xfrm>
              <a:custGeom>
                <a:avLst/>
                <a:gdLst/>
                <a:ahLst/>
                <a:cxnLst/>
                <a:rect l="l" t="t" r="r" b="b"/>
                <a:pathLst>
                  <a:path w="10567" h="11474" extrusionOk="0">
                    <a:moveTo>
                      <a:pt x="9356" y="0"/>
                    </a:moveTo>
                    <a:lnTo>
                      <a:pt x="9205" y="22"/>
                    </a:lnTo>
                    <a:lnTo>
                      <a:pt x="8902" y="65"/>
                    </a:lnTo>
                    <a:lnTo>
                      <a:pt x="8600" y="151"/>
                    </a:lnTo>
                    <a:lnTo>
                      <a:pt x="8254" y="303"/>
                    </a:lnTo>
                    <a:lnTo>
                      <a:pt x="7909" y="497"/>
                    </a:lnTo>
                    <a:lnTo>
                      <a:pt x="7541" y="735"/>
                    </a:lnTo>
                    <a:lnTo>
                      <a:pt x="7152" y="994"/>
                    </a:lnTo>
                    <a:lnTo>
                      <a:pt x="6763" y="1297"/>
                    </a:lnTo>
                    <a:lnTo>
                      <a:pt x="6374" y="1621"/>
                    </a:lnTo>
                    <a:lnTo>
                      <a:pt x="5964" y="1988"/>
                    </a:lnTo>
                    <a:lnTo>
                      <a:pt x="5553" y="2355"/>
                    </a:lnTo>
                    <a:lnTo>
                      <a:pt x="5143" y="2766"/>
                    </a:lnTo>
                    <a:lnTo>
                      <a:pt x="4322" y="3609"/>
                    </a:lnTo>
                    <a:lnTo>
                      <a:pt x="3522" y="4473"/>
                    </a:lnTo>
                    <a:lnTo>
                      <a:pt x="2766" y="5359"/>
                    </a:lnTo>
                    <a:lnTo>
                      <a:pt x="2031" y="6223"/>
                    </a:lnTo>
                    <a:lnTo>
                      <a:pt x="1383" y="7044"/>
                    </a:lnTo>
                    <a:lnTo>
                      <a:pt x="821" y="7779"/>
                    </a:lnTo>
                    <a:lnTo>
                      <a:pt x="346" y="8405"/>
                    </a:lnTo>
                    <a:lnTo>
                      <a:pt x="0" y="8924"/>
                    </a:lnTo>
                    <a:lnTo>
                      <a:pt x="346" y="9162"/>
                    </a:lnTo>
                    <a:lnTo>
                      <a:pt x="713" y="9399"/>
                    </a:lnTo>
                    <a:lnTo>
                      <a:pt x="1081" y="9637"/>
                    </a:lnTo>
                    <a:lnTo>
                      <a:pt x="1448" y="9832"/>
                    </a:lnTo>
                    <a:lnTo>
                      <a:pt x="1837" y="10048"/>
                    </a:lnTo>
                    <a:lnTo>
                      <a:pt x="2204" y="10221"/>
                    </a:lnTo>
                    <a:lnTo>
                      <a:pt x="2982" y="10545"/>
                    </a:lnTo>
                    <a:lnTo>
                      <a:pt x="3760" y="10826"/>
                    </a:lnTo>
                    <a:lnTo>
                      <a:pt x="4538" y="11085"/>
                    </a:lnTo>
                    <a:lnTo>
                      <a:pt x="5294" y="11279"/>
                    </a:lnTo>
                    <a:lnTo>
                      <a:pt x="6029" y="11474"/>
                    </a:lnTo>
                    <a:lnTo>
                      <a:pt x="6353" y="10912"/>
                    </a:lnTo>
                    <a:lnTo>
                      <a:pt x="6720" y="10285"/>
                    </a:lnTo>
                    <a:lnTo>
                      <a:pt x="7541" y="8924"/>
                    </a:lnTo>
                    <a:lnTo>
                      <a:pt x="8406" y="7455"/>
                    </a:lnTo>
                    <a:lnTo>
                      <a:pt x="8838" y="6677"/>
                    </a:lnTo>
                    <a:lnTo>
                      <a:pt x="9227" y="5921"/>
                    </a:lnTo>
                    <a:lnTo>
                      <a:pt x="9616" y="5143"/>
                    </a:lnTo>
                    <a:lnTo>
                      <a:pt x="9940" y="4408"/>
                    </a:lnTo>
                    <a:lnTo>
                      <a:pt x="10199" y="3673"/>
                    </a:lnTo>
                    <a:lnTo>
                      <a:pt x="10329" y="3328"/>
                    </a:lnTo>
                    <a:lnTo>
                      <a:pt x="10415" y="2982"/>
                    </a:lnTo>
                    <a:lnTo>
                      <a:pt x="10480" y="2636"/>
                    </a:lnTo>
                    <a:lnTo>
                      <a:pt x="10545" y="2312"/>
                    </a:lnTo>
                    <a:lnTo>
                      <a:pt x="10566" y="2010"/>
                    </a:lnTo>
                    <a:lnTo>
                      <a:pt x="10566" y="1707"/>
                    </a:lnTo>
                    <a:lnTo>
                      <a:pt x="10566" y="1426"/>
                    </a:lnTo>
                    <a:lnTo>
                      <a:pt x="10523" y="1145"/>
                    </a:lnTo>
                    <a:lnTo>
                      <a:pt x="10437" y="886"/>
                    </a:lnTo>
                    <a:lnTo>
                      <a:pt x="10329" y="648"/>
                    </a:lnTo>
                    <a:lnTo>
                      <a:pt x="10264" y="519"/>
                    </a:lnTo>
                    <a:lnTo>
                      <a:pt x="10177" y="389"/>
                    </a:lnTo>
                    <a:lnTo>
                      <a:pt x="10069" y="303"/>
                    </a:lnTo>
                    <a:lnTo>
                      <a:pt x="9961" y="216"/>
                    </a:lnTo>
                    <a:lnTo>
                      <a:pt x="9853" y="130"/>
                    </a:lnTo>
                    <a:lnTo>
                      <a:pt x="9745" y="87"/>
                    </a:lnTo>
                    <a:lnTo>
                      <a:pt x="9616" y="43"/>
                    </a:lnTo>
                    <a:lnTo>
                      <a:pt x="9486" y="22"/>
                    </a:lnTo>
                    <a:lnTo>
                      <a:pt x="935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6" name="Google Shape;6446;p29"/>
              <p:cNvSpPr/>
              <p:nvPr/>
            </p:nvSpPr>
            <p:spPr>
              <a:xfrm>
                <a:off x="11200375" y="4162750"/>
                <a:ext cx="264175" cy="286850"/>
              </a:xfrm>
              <a:custGeom>
                <a:avLst/>
                <a:gdLst/>
                <a:ahLst/>
                <a:cxnLst/>
                <a:rect l="l" t="t" r="r" b="b"/>
                <a:pathLst>
                  <a:path w="10567" h="11474" extrusionOk="0">
                    <a:moveTo>
                      <a:pt x="9356" y="0"/>
                    </a:moveTo>
                    <a:lnTo>
                      <a:pt x="9205" y="22"/>
                    </a:lnTo>
                    <a:lnTo>
                      <a:pt x="8902" y="65"/>
                    </a:lnTo>
                    <a:lnTo>
                      <a:pt x="8600" y="151"/>
                    </a:lnTo>
                    <a:lnTo>
                      <a:pt x="8254" y="303"/>
                    </a:lnTo>
                    <a:lnTo>
                      <a:pt x="7909" y="497"/>
                    </a:lnTo>
                    <a:lnTo>
                      <a:pt x="7541" y="735"/>
                    </a:lnTo>
                    <a:lnTo>
                      <a:pt x="7152" y="994"/>
                    </a:lnTo>
                    <a:lnTo>
                      <a:pt x="6763" y="1297"/>
                    </a:lnTo>
                    <a:lnTo>
                      <a:pt x="6374" y="1621"/>
                    </a:lnTo>
                    <a:lnTo>
                      <a:pt x="5964" y="1988"/>
                    </a:lnTo>
                    <a:lnTo>
                      <a:pt x="5553" y="2355"/>
                    </a:lnTo>
                    <a:lnTo>
                      <a:pt x="5143" y="2766"/>
                    </a:lnTo>
                    <a:lnTo>
                      <a:pt x="4322" y="3609"/>
                    </a:lnTo>
                    <a:lnTo>
                      <a:pt x="3522" y="4473"/>
                    </a:lnTo>
                    <a:lnTo>
                      <a:pt x="2766" y="5359"/>
                    </a:lnTo>
                    <a:lnTo>
                      <a:pt x="2031" y="6223"/>
                    </a:lnTo>
                    <a:lnTo>
                      <a:pt x="1383" y="7044"/>
                    </a:lnTo>
                    <a:lnTo>
                      <a:pt x="821" y="7779"/>
                    </a:lnTo>
                    <a:lnTo>
                      <a:pt x="346" y="8405"/>
                    </a:lnTo>
                    <a:lnTo>
                      <a:pt x="0" y="8924"/>
                    </a:lnTo>
                    <a:lnTo>
                      <a:pt x="346" y="9162"/>
                    </a:lnTo>
                    <a:lnTo>
                      <a:pt x="713" y="9399"/>
                    </a:lnTo>
                    <a:lnTo>
                      <a:pt x="1081" y="9637"/>
                    </a:lnTo>
                    <a:lnTo>
                      <a:pt x="1448" y="9832"/>
                    </a:lnTo>
                    <a:lnTo>
                      <a:pt x="1837" y="10048"/>
                    </a:lnTo>
                    <a:lnTo>
                      <a:pt x="2204" y="10221"/>
                    </a:lnTo>
                    <a:lnTo>
                      <a:pt x="2982" y="10545"/>
                    </a:lnTo>
                    <a:lnTo>
                      <a:pt x="3760" y="10826"/>
                    </a:lnTo>
                    <a:lnTo>
                      <a:pt x="4538" y="11085"/>
                    </a:lnTo>
                    <a:lnTo>
                      <a:pt x="5294" y="11279"/>
                    </a:lnTo>
                    <a:lnTo>
                      <a:pt x="6029" y="11474"/>
                    </a:lnTo>
                    <a:lnTo>
                      <a:pt x="6353" y="10912"/>
                    </a:lnTo>
                    <a:lnTo>
                      <a:pt x="6720" y="10285"/>
                    </a:lnTo>
                    <a:lnTo>
                      <a:pt x="7541" y="8924"/>
                    </a:lnTo>
                    <a:lnTo>
                      <a:pt x="8406" y="7455"/>
                    </a:lnTo>
                    <a:lnTo>
                      <a:pt x="8838" y="6677"/>
                    </a:lnTo>
                    <a:lnTo>
                      <a:pt x="9227" y="5921"/>
                    </a:lnTo>
                    <a:lnTo>
                      <a:pt x="9616" y="5143"/>
                    </a:lnTo>
                    <a:lnTo>
                      <a:pt x="9940" y="4408"/>
                    </a:lnTo>
                    <a:lnTo>
                      <a:pt x="10199" y="3673"/>
                    </a:lnTo>
                    <a:lnTo>
                      <a:pt x="10329" y="3328"/>
                    </a:lnTo>
                    <a:lnTo>
                      <a:pt x="10415" y="2982"/>
                    </a:lnTo>
                    <a:lnTo>
                      <a:pt x="10480" y="2636"/>
                    </a:lnTo>
                    <a:lnTo>
                      <a:pt x="10545" y="2312"/>
                    </a:lnTo>
                    <a:lnTo>
                      <a:pt x="10566" y="2010"/>
                    </a:lnTo>
                    <a:lnTo>
                      <a:pt x="10566" y="1707"/>
                    </a:lnTo>
                    <a:lnTo>
                      <a:pt x="10566" y="1426"/>
                    </a:lnTo>
                    <a:lnTo>
                      <a:pt x="10523" y="1145"/>
                    </a:lnTo>
                    <a:lnTo>
                      <a:pt x="10437" y="886"/>
                    </a:lnTo>
                    <a:lnTo>
                      <a:pt x="10329" y="648"/>
                    </a:lnTo>
                    <a:lnTo>
                      <a:pt x="10264" y="519"/>
                    </a:lnTo>
                    <a:lnTo>
                      <a:pt x="10177" y="389"/>
                    </a:lnTo>
                    <a:lnTo>
                      <a:pt x="10069" y="303"/>
                    </a:lnTo>
                    <a:lnTo>
                      <a:pt x="9961" y="216"/>
                    </a:lnTo>
                    <a:lnTo>
                      <a:pt x="9853" y="130"/>
                    </a:lnTo>
                    <a:lnTo>
                      <a:pt x="9745" y="87"/>
                    </a:lnTo>
                    <a:lnTo>
                      <a:pt x="9616" y="43"/>
                    </a:lnTo>
                    <a:lnTo>
                      <a:pt x="9486" y="22"/>
                    </a:lnTo>
                    <a:lnTo>
                      <a:pt x="9356" y="0"/>
                    </a:lnTo>
                    <a:close/>
                  </a:path>
                </a:pathLst>
              </a:custGeom>
              <a:solidFill>
                <a:srgbClr val="424242">
                  <a:alpha val="162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7" name="Google Shape;6447;p29"/>
              <p:cNvSpPr/>
              <p:nvPr/>
            </p:nvSpPr>
            <p:spPr>
              <a:xfrm>
                <a:off x="12044150" y="4138975"/>
                <a:ext cx="412175" cy="50617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20247" extrusionOk="0">
                    <a:moveTo>
                      <a:pt x="1080" y="0"/>
                    </a:moveTo>
                    <a:lnTo>
                      <a:pt x="951" y="22"/>
                    </a:lnTo>
                    <a:lnTo>
                      <a:pt x="821" y="65"/>
                    </a:lnTo>
                    <a:lnTo>
                      <a:pt x="713" y="108"/>
                    </a:lnTo>
                    <a:lnTo>
                      <a:pt x="605" y="173"/>
                    </a:lnTo>
                    <a:lnTo>
                      <a:pt x="497" y="260"/>
                    </a:lnTo>
                    <a:lnTo>
                      <a:pt x="389" y="346"/>
                    </a:lnTo>
                    <a:lnTo>
                      <a:pt x="303" y="454"/>
                    </a:lnTo>
                    <a:lnTo>
                      <a:pt x="238" y="584"/>
                    </a:lnTo>
                    <a:lnTo>
                      <a:pt x="151" y="735"/>
                    </a:lnTo>
                    <a:lnTo>
                      <a:pt x="65" y="973"/>
                    </a:lnTo>
                    <a:lnTo>
                      <a:pt x="22" y="1254"/>
                    </a:lnTo>
                    <a:lnTo>
                      <a:pt x="0" y="1535"/>
                    </a:lnTo>
                    <a:lnTo>
                      <a:pt x="0" y="1837"/>
                    </a:lnTo>
                    <a:lnTo>
                      <a:pt x="22" y="2161"/>
                    </a:lnTo>
                    <a:lnTo>
                      <a:pt x="87" y="2485"/>
                    </a:lnTo>
                    <a:lnTo>
                      <a:pt x="173" y="2809"/>
                    </a:lnTo>
                    <a:lnTo>
                      <a:pt x="281" y="3155"/>
                    </a:lnTo>
                    <a:lnTo>
                      <a:pt x="411" y="3522"/>
                    </a:lnTo>
                    <a:lnTo>
                      <a:pt x="562" y="3890"/>
                    </a:lnTo>
                    <a:lnTo>
                      <a:pt x="929" y="4624"/>
                    </a:lnTo>
                    <a:lnTo>
                      <a:pt x="1340" y="5381"/>
                    </a:lnTo>
                    <a:lnTo>
                      <a:pt x="1794" y="6159"/>
                    </a:lnTo>
                    <a:lnTo>
                      <a:pt x="2290" y="6915"/>
                    </a:lnTo>
                    <a:lnTo>
                      <a:pt x="2787" y="7693"/>
                    </a:lnTo>
                    <a:lnTo>
                      <a:pt x="3803" y="9140"/>
                    </a:lnTo>
                    <a:lnTo>
                      <a:pt x="4732" y="10437"/>
                    </a:lnTo>
                    <a:lnTo>
                      <a:pt x="5121" y="11020"/>
                    </a:lnTo>
                    <a:lnTo>
                      <a:pt x="5445" y="11539"/>
                    </a:lnTo>
                    <a:lnTo>
                      <a:pt x="5748" y="12079"/>
                    </a:lnTo>
                    <a:lnTo>
                      <a:pt x="6050" y="12662"/>
                    </a:lnTo>
                    <a:lnTo>
                      <a:pt x="6634" y="13981"/>
                    </a:lnTo>
                    <a:lnTo>
                      <a:pt x="6958" y="14672"/>
                    </a:lnTo>
                    <a:lnTo>
                      <a:pt x="7303" y="15385"/>
                    </a:lnTo>
                    <a:lnTo>
                      <a:pt x="7692" y="16076"/>
                    </a:lnTo>
                    <a:lnTo>
                      <a:pt x="8103" y="16768"/>
                    </a:lnTo>
                    <a:lnTo>
                      <a:pt x="8319" y="17114"/>
                    </a:lnTo>
                    <a:lnTo>
                      <a:pt x="8557" y="17438"/>
                    </a:lnTo>
                    <a:lnTo>
                      <a:pt x="8816" y="17740"/>
                    </a:lnTo>
                    <a:lnTo>
                      <a:pt x="9075" y="18043"/>
                    </a:lnTo>
                    <a:lnTo>
                      <a:pt x="9335" y="18345"/>
                    </a:lnTo>
                    <a:lnTo>
                      <a:pt x="9637" y="18626"/>
                    </a:lnTo>
                    <a:lnTo>
                      <a:pt x="9940" y="18885"/>
                    </a:lnTo>
                    <a:lnTo>
                      <a:pt x="10264" y="19123"/>
                    </a:lnTo>
                    <a:lnTo>
                      <a:pt x="10588" y="19339"/>
                    </a:lnTo>
                    <a:lnTo>
                      <a:pt x="10955" y="19555"/>
                    </a:lnTo>
                    <a:lnTo>
                      <a:pt x="11344" y="19728"/>
                    </a:lnTo>
                    <a:lnTo>
                      <a:pt x="11733" y="19879"/>
                    </a:lnTo>
                    <a:lnTo>
                      <a:pt x="12144" y="20009"/>
                    </a:lnTo>
                    <a:lnTo>
                      <a:pt x="12597" y="20117"/>
                    </a:lnTo>
                    <a:lnTo>
                      <a:pt x="13051" y="20182"/>
                    </a:lnTo>
                    <a:lnTo>
                      <a:pt x="13548" y="20225"/>
                    </a:lnTo>
                    <a:lnTo>
                      <a:pt x="13872" y="20247"/>
                    </a:lnTo>
                    <a:lnTo>
                      <a:pt x="14175" y="20247"/>
                    </a:lnTo>
                    <a:lnTo>
                      <a:pt x="14434" y="20225"/>
                    </a:lnTo>
                    <a:lnTo>
                      <a:pt x="14715" y="20182"/>
                    </a:lnTo>
                    <a:lnTo>
                      <a:pt x="14952" y="20139"/>
                    </a:lnTo>
                    <a:lnTo>
                      <a:pt x="15169" y="20074"/>
                    </a:lnTo>
                    <a:lnTo>
                      <a:pt x="15363" y="20009"/>
                    </a:lnTo>
                    <a:lnTo>
                      <a:pt x="15557" y="19923"/>
                    </a:lnTo>
                    <a:lnTo>
                      <a:pt x="15709" y="19815"/>
                    </a:lnTo>
                    <a:lnTo>
                      <a:pt x="15860" y="19707"/>
                    </a:lnTo>
                    <a:lnTo>
                      <a:pt x="15990" y="19598"/>
                    </a:lnTo>
                    <a:lnTo>
                      <a:pt x="16119" y="19469"/>
                    </a:lnTo>
                    <a:lnTo>
                      <a:pt x="16206" y="19318"/>
                    </a:lnTo>
                    <a:lnTo>
                      <a:pt x="16292" y="19166"/>
                    </a:lnTo>
                    <a:lnTo>
                      <a:pt x="16357" y="18993"/>
                    </a:lnTo>
                    <a:lnTo>
                      <a:pt x="16400" y="18842"/>
                    </a:lnTo>
                    <a:lnTo>
                      <a:pt x="16443" y="18648"/>
                    </a:lnTo>
                    <a:lnTo>
                      <a:pt x="16465" y="18475"/>
                    </a:lnTo>
                    <a:lnTo>
                      <a:pt x="16487" y="18259"/>
                    </a:lnTo>
                    <a:lnTo>
                      <a:pt x="16487" y="18064"/>
                    </a:lnTo>
                    <a:lnTo>
                      <a:pt x="16443" y="17632"/>
                    </a:lnTo>
                    <a:lnTo>
                      <a:pt x="16357" y="17178"/>
                    </a:lnTo>
                    <a:lnTo>
                      <a:pt x="16227" y="16725"/>
                    </a:lnTo>
                    <a:lnTo>
                      <a:pt x="16076" y="16228"/>
                    </a:lnTo>
                    <a:lnTo>
                      <a:pt x="15882" y="15731"/>
                    </a:lnTo>
                    <a:lnTo>
                      <a:pt x="15644" y="15212"/>
                    </a:lnTo>
                    <a:lnTo>
                      <a:pt x="15385" y="14672"/>
                    </a:lnTo>
                    <a:lnTo>
                      <a:pt x="15125" y="14153"/>
                    </a:lnTo>
                    <a:lnTo>
                      <a:pt x="14823" y="13635"/>
                    </a:lnTo>
                    <a:lnTo>
                      <a:pt x="14520" y="13095"/>
                    </a:lnTo>
                    <a:lnTo>
                      <a:pt x="13872" y="12079"/>
                    </a:lnTo>
                    <a:lnTo>
                      <a:pt x="13224" y="11085"/>
                    </a:lnTo>
                    <a:lnTo>
                      <a:pt x="12576" y="10178"/>
                    </a:lnTo>
                    <a:lnTo>
                      <a:pt x="11992" y="9400"/>
                    </a:lnTo>
                    <a:lnTo>
                      <a:pt x="11085" y="8211"/>
                    </a:lnTo>
                    <a:lnTo>
                      <a:pt x="10696" y="7736"/>
                    </a:lnTo>
                    <a:lnTo>
                      <a:pt x="10177" y="7153"/>
                    </a:lnTo>
                    <a:lnTo>
                      <a:pt x="9551" y="6461"/>
                    </a:lnTo>
                    <a:lnTo>
                      <a:pt x="8838" y="5683"/>
                    </a:lnTo>
                    <a:lnTo>
                      <a:pt x="8060" y="4884"/>
                    </a:lnTo>
                    <a:lnTo>
                      <a:pt x="7239" y="4041"/>
                    </a:lnTo>
                    <a:lnTo>
                      <a:pt x="6374" y="3242"/>
                    </a:lnTo>
                    <a:lnTo>
                      <a:pt x="5488" y="2464"/>
                    </a:lnTo>
                    <a:lnTo>
                      <a:pt x="5056" y="2075"/>
                    </a:lnTo>
                    <a:lnTo>
                      <a:pt x="4624" y="1729"/>
                    </a:lnTo>
                    <a:lnTo>
                      <a:pt x="4192" y="1405"/>
                    </a:lnTo>
                    <a:lnTo>
                      <a:pt x="3760" y="1102"/>
                    </a:lnTo>
                    <a:lnTo>
                      <a:pt x="3349" y="843"/>
                    </a:lnTo>
                    <a:lnTo>
                      <a:pt x="2960" y="605"/>
                    </a:lnTo>
                    <a:lnTo>
                      <a:pt x="2571" y="389"/>
                    </a:lnTo>
                    <a:lnTo>
                      <a:pt x="2204" y="238"/>
                    </a:lnTo>
                    <a:lnTo>
                      <a:pt x="1858" y="108"/>
                    </a:lnTo>
                    <a:lnTo>
                      <a:pt x="1534" y="22"/>
                    </a:lnTo>
                    <a:lnTo>
                      <a:pt x="1232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8" name="Google Shape;6448;p29"/>
              <p:cNvSpPr/>
              <p:nvPr/>
            </p:nvSpPr>
            <p:spPr>
              <a:xfrm>
                <a:off x="12044150" y="4138975"/>
                <a:ext cx="277125" cy="279850"/>
              </a:xfrm>
              <a:custGeom>
                <a:avLst/>
                <a:gdLst/>
                <a:ahLst/>
                <a:cxnLst/>
                <a:rect l="l" t="t" r="r" b="b"/>
                <a:pathLst>
                  <a:path w="11085" h="11194" extrusionOk="0">
                    <a:moveTo>
                      <a:pt x="1080" y="0"/>
                    </a:moveTo>
                    <a:lnTo>
                      <a:pt x="951" y="22"/>
                    </a:lnTo>
                    <a:lnTo>
                      <a:pt x="821" y="65"/>
                    </a:lnTo>
                    <a:lnTo>
                      <a:pt x="713" y="108"/>
                    </a:lnTo>
                    <a:lnTo>
                      <a:pt x="605" y="173"/>
                    </a:lnTo>
                    <a:lnTo>
                      <a:pt x="497" y="260"/>
                    </a:lnTo>
                    <a:lnTo>
                      <a:pt x="389" y="346"/>
                    </a:lnTo>
                    <a:lnTo>
                      <a:pt x="303" y="454"/>
                    </a:lnTo>
                    <a:lnTo>
                      <a:pt x="238" y="584"/>
                    </a:lnTo>
                    <a:lnTo>
                      <a:pt x="151" y="735"/>
                    </a:lnTo>
                    <a:lnTo>
                      <a:pt x="65" y="973"/>
                    </a:lnTo>
                    <a:lnTo>
                      <a:pt x="22" y="1232"/>
                    </a:lnTo>
                    <a:lnTo>
                      <a:pt x="0" y="1513"/>
                    </a:lnTo>
                    <a:lnTo>
                      <a:pt x="0" y="1794"/>
                    </a:lnTo>
                    <a:lnTo>
                      <a:pt x="22" y="2096"/>
                    </a:lnTo>
                    <a:lnTo>
                      <a:pt x="87" y="2399"/>
                    </a:lnTo>
                    <a:lnTo>
                      <a:pt x="151" y="2723"/>
                    </a:lnTo>
                    <a:lnTo>
                      <a:pt x="259" y="3047"/>
                    </a:lnTo>
                    <a:lnTo>
                      <a:pt x="367" y="3393"/>
                    </a:lnTo>
                    <a:lnTo>
                      <a:pt x="497" y="3739"/>
                    </a:lnTo>
                    <a:lnTo>
                      <a:pt x="821" y="4430"/>
                    </a:lnTo>
                    <a:lnTo>
                      <a:pt x="1210" y="5165"/>
                    </a:lnTo>
                    <a:lnTo>
                      <a:pt x="1642" y="5899"/>
                    </a:lnTo>
                    <a:lnTo>
                      <a:pt x="2096" y="6634"/>
                    </a:lnTo>
                    <a:lnTo>
                      <a:pt x="2571" y="7369"/>
                    </a:lnTo>
                    <a:lnTo>
                      <a:pt x="3565" y="8773"/>
                    </a:lnTo>
                    <a:lnTo>
                      <a:pt x="4473" y="10070"/>
                    </a:lnTo>
                    <a:lnTo>
                      <a:pt x="4883" y="10653"/>
                    </a:lnTo>
                    <a:lnTo>
                      <a:pt x="5229" y="11193"/>
                    </a:lnTo>
                    <a:lnTo>
                      <a:pt x="5964" y="10955"/>
                    </a:lnTo>
                    <a:lnTo>
                      <a:pt x="6698" y="10696"/>
                    </a:lnTo>
                    <a:lnTo>
                      <a:pt x="7455" y="10394"/>
                    </a:lnTo>
                    <a:lnTo>
                      <a:pt x="8211" y="10048"/>
                    </a:lnTo>
                    <a:lnTo>
                      <a:pt x="8967" y="9681"/>
                    </a:lnTo>
                    <a:lnTo>
                      <a:pt x="9335" y="9465"/>
                    </a:lnTo>
                    <a:lnTo>
                      <a:pt x="9680" y="9248"/>
                    </a:lnTo>
                    <a:lnTo>
                      <a:pt x="10048" y="9011"/>
                    </a:lnTo>
                    <a:lnTo>
                      <a:pt x="10393" y="8751"/>
                    </a:lnTo>
                    <a:lnTo>
                      <a:pt x="10739" y="8492"/>
                    </a:lnTo>
                    <a:lnTo>
                      <a:pt x="11085" y="8211"/>
                    </a:lnTo>
                    <a:lnTo>
                      <a:pt x="10674" y="7736"/>
                    </a:lnTo>
                    <a:lnTo>
                      <a:pt x="10177" y="7131"/>
                    </a:lnTo>
                    <a:lnTo>
                      <a:pt x="9551" y="6439"/>
                    </a:lnTo>
                    <a:lnTo>
                      <a:pt x="8838" y="5683"/>
                    </a:lnTo>
                    <a:lnTo>
                      <a:pt x="8060" y="4862"/>
                    </a:lnTo>
                    <a:lnTo>
                      <a:pt x="7239" y="4041"/>
                    </a:lnTo>
                    <a:lnTo>
                      <a:pt x="6374" y="3220"/>
                    </a:lnTo>
                    <a:lnTo>
                      <a:pt x="5488" y="2442"/>
                    </a:lnTo>
                    <a:lnTo>
                      <a:pt x="5056" y="2075"/>
                    </a:lnTo>
                    <a:lnTo>
                      <a:pt x="4624" y="1729"/>
                    </a:lnTo>
                    <a:lnTo>
                      <a:pt x="4192" y="1405"/>
                    </a:lnTo>
                    <a:lnTo>
                      <a:pt x="3760" y="1102"/>
                    </a:lnTo>
                    <a:lnTo>
                      <a:pt x="3349" y="843"/>
                    </a:lnTo>
                    <a:lnTo>
                      <a:pt x="2960" y="584"/>
                    </a:lnTo>
                    <a:lnTo>
                      <a:pt x="2571" y="389"/>
                    </a:lnTo>
                    <a:lnTo>
                      <a:pt x="2204" y="216"/>
                    </a:lnTo>
                    <a:lnTo>
                      <a:pt x="1858" y="108"/>
                    </a:lnTo>
                    <a:lnTo>
                      <a:pt x="1534" y="22"/>
                    </a:lnTo>
                    <a:lnTo>
                      <a:pt x="1232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9" name="Google Shape;6449;p29"/>
              <p:cNvSpPr/>
              <p:nvPr/>
            </p:nvSpPr>
            <p:spPr>
              <a:xfrm>
                <a:off x="11734625" y="2678300"/>
                <a:ext cx="387325" cy="748200"/>
              </a:xfrm>
              <a:custGeom>
                <a:avLst/>
                <a:gdLst/>
                <a:ahLst/>
                <a:cxnLst/>
                <a:rect l="l" t="t" r="r" b="b"/>
                <a:pathLst>
                  <a:path w="15493" h="29928" extrusionOk="0">
                    <a:moveTo>
                      <a:pt x="10199" y="1"/>
                    </a:moveTo>
                    <a:lnTo>
                      <a:pt x="9680" y="44"/>
                    </a:lnTo>
                    <a:lnTo>
                      <a:pt x="9162" y="152"/>
                    </a:lnTo>
                    <a:lnTo>
                      <a:pt x="8643" y="303"/>
                    </a:lnTo>
                    <a:lnTo>
                      <a:pt x="8103" y="498"/>
                    </a:lnTo>
                    <a:lnTo>
                      <a:pt x="7563" y="735"/>
                    </a:lnTo>
                    <a:lnTo>
                      <a:pt x="7022" y="1059"/>
                    </a:lnTo>
                    <a:lnTo>
                      <a:pt x="6482" y="1405"/>
                    </a:lnTo>
                    <a:lnTo>
                      <a:pt x="5964" y="1837"/>
                    </a:lnTo>
                    <a:lnTo>
                      <a:pt x="5423" y="2313"/>
                    </a:lnTo>
                    <a:lnTo>
                      <a:pt x="4883" y="2874"/>
                    </a:lnTo>
                    <a:lnTo>
                      <a:pt x="4365" y="3458"/>
                    </a:lnTo>
                    <a:lnTo>
                      <a:pt x="3868" y="4084"/>
                    </a:lnTo>
                    <a:lnTo>
                      <a:pt x="3414" y="4754"/>
                    </a:lnTo>
                    <a:lnTo>
                      <a:pt x="3003" y="5424"/>
                    </a:lnTo>
                    <a:lnTo>
                      <a:pt x="2615" y="6116"/>
                    </a:lnTo>
                    <a:lnTo>
                      <a:pt x="2269" y="6850"/>
                    </a:lnTo>
                    <a:lnTo>
                      <a:pt x="1945" y="7585"/>
                    </a:lnTo>
                    <a:lnTo>
                      <a:pt x="1642" y="8341"/>
                    </a:lnTo>
                    <a:lnTo>
                      <a:pt x="1383" y="9119"/>
                    </a:lnTo>
                    <a:lnTo>
                      <a:pt x="1145" y="9918"/>
                    </a:lnTo>
                    <a:lnTo>
                      <a:pt x="929" y="10740"/>
                    </a:lnTo>
                    <a:lnTo>
                      <a:pt x="735" y="11561"/>
                    </a:lnTo>
                    <a:lnTo>
                      <a:pt x="562" y="12382"/>
                    </a:lnTo>
                    <a:lnTo>
                      <a:pt x="432" y="13224"/>
                    </a:lnTo>
                    <a:lnTo>
                      <a:pt x="303" y="14089"/>
                    </a:lnTo>
                    <a:lnTo>
                      <a:pt x="216" y="14931"/>
                    </a:lnTo>
                    <a:lnTo>
                      <a:pt x="130" y="15796"/>
                    </a:lnTo>
                    <a:lnTo>
                      <a:pt x="65" y="16660"/>
                    </a:lnTo>
                    <a:lnTo>
                      <a:pt x="22" y="17524"/>
                    </a:lnTo>
                    <a:lnTo>
                      <a:pt x="0" y="18389"/>
                    </a:lnTo>
                    <a:lnTo>
                      <a:pt x="0" y="19253"/>
                    </a:lnTo>
                    <a:lnTo>
                      <a:pt x="0" y="20096"/>
                    </a:lnTo>
                    <a:lnTo>
                      <a:pt x="22" y="20960"/>
                    </a:lnTo>
                    <a:lnTo>
                      <a:pt x="86" y="22645"/>
                    </a:lnTo>
                    <a:lnTo>
                      <a:pt x="216" y="24287"/>
                    </a:lnTo>
                    <a:lnTo>
                      <a:pt x="389" y="25886"/>
                    </a:lnTo>
                    <a:lnTo>
                      <a:pt x="562" y="27421"/>
                    </a:lnTo>
                    <a:lnTo>
                      <a:pt x="691" y="27550"/>
                    </a:lnTo>
                    <a:lnTo>
                      <a:pt x="864" y="27745"/>
                    </a:lnTo>
                    <a:lnTo>
                      <a:pt x="1210" y="28220"/>
                    </a:lnTo>
                    <a:lnTo>
                      <a:pt x="1642" y="28739"/>
                    </a:lnTo>
                    <a:lnTo>
                      <a:pt x="1880" y="28998"/>
                    </a:lnTo>
                    <a:lnTo>
                      <a:pt x="2118" y="29257"/>
                    </a:lnTo>
                    <a:lnTo>
                      <a:pt x="2398" y="29473"/>
                    </a:lnTo>
                    <a:lnTo>
                      <a:pt x="2679" y="29668"/>
                    </a:lnTo>
                    <a:lnTo>
                      <a:pt x="2809" y="29754"/>
                    </a:lnTo>
                    <a:lnTo>
                      <a:pt x="2960" y="29819"/>
                    </a:lnTo>
                    <a:lnTo>
                      <a:pt x="3111" y="29862"/>
                    </a:lnTo>
                    <a:lnTo>
                      <a:pt x="3284" y="29905"/>
                    </a:lnTo>
                    <a:lnTo>
                      <a:pt x="3436" y="29927"/>
                    </a:lnTo>
                    <a:lnTo>
                      <a:pt x="3608" y="29927"/>
                    </a:lnTo>
                    <a:lnTo>
                      <a:pt x="3760" y="29905"/>
                    </a:lnTo>
                    <a:lnTo>
                      <a:pt x="3933" y="29862"/>
                    </a:lnTo>
                    <a:lnTo>
                      <a:pt x="4105" y="29797"/>
                    </a:lnTo>
                    <a:lnTo>
                      <a:pt x="4278" y="29711"/>
                    </a:lnTo>
                    <a:lnTo>
                      <a:pt x="4451" y="29603"/>
                    </a:lnTo>
                    <a:lnTo>
                      <a:pt x="4646" y="29473"/>
                    </a:lnTo>
                    <a:lnTo>
                      <a:pt x="5186" y="28155"/>
                    </a:lnTo>
                    <a:lnTo>
                      <a:pt x="5748" y="26859"/>
                    </a:lnTo>
                    <a:lnTo>
                      <a:pt x="6353" y="25562"/>
                    </a:lnTo>
                    <a:lnTo>
                      <a:pt x="6979" y="24287"/>
                    </a:lnTo>
                    <a:lnTo>
                      <a:pt x="7606" y="23013"/>
                    </a:lnTo>
                    <a:lnTo>
                      <a:pt x="8254" y="21738"/>
                    </a:lnTo>
                    <a:lnTo>
                      <a:pt x="9572" y="19188"/>
                    </a:lnTo>
                    <a:lnTo>
                      <a:pt x="10890" y="16660"/>
                    </a:lnTo>
                    <a:lnTo>
                      <a:pt x="12208" y="14132"/>
                    </a:lnTo>
                    <a:lnTo>
                      <a:pt x="12835" y="12879"/>
                    </a:lnTo>
                    <a:lnTo>
                      <a:pt x="13461" y="11604"/>
                    </a:lnTo>
                    <a:lnTo>
                      <a:pt x="14066" y="10351"/>
                    </a:lnTo>
                    <a:lnTo>
                      <a:pt x="14650" y="9076"/>
                    </a:lnTo>
                    <a:lnTo>
                      <a:pt x="14931" y="8384"/>
                    </a:lnTo>
                    <a:lnTo>
                      <a:pt x="15147" y="7715"/>
                    </a:lnTo>
                    <a:lnTo>
                      <a:pt x="15320" y="7045"/>
                    </a:lnTo>
                    <a:lnTo>
                      <a:pt x="15428" y="6418"/>
                    </a:lnTo>
                    <a:lnTo>
                      <a:pt x="15493" y="5813"/>
                    </a:lnTo>
                    <a:lnTo>
                      <a:pt x="15493" y="5230"/>
                    </a:lnTo>
                    <a:lnTo>
                      <a:pt x="15471" y="4646"/>
                    </a:lnTo>
                    <a:lnTo>
                      <a:pt x="15385" y="4106"/>
                    </a:lnTo>
                    <a:lnTo>
                      <a:pt x="15255" y="3609"/>
                    </a:lnTo>
                    <a:lnTo>
                      <a:pt x="15104" y="3112"/>
                    </a:lnTo>
                    <a:lnTo>
                      <a:pt x="14888" y="2658"/>
                    </a:lnTo>
                    <a:lnTo>
                      <a:pt x="14650" y="2248"/>
                    </a:lnTo>
                    <a:lnTo>
                      <a:pt x="14391" y="1859"/>
                    </a:lnTo>
                    <a:lnTo>
                      <a:pt x="14066" y="1492"/>
                    </a:lnTo>
                    <a:lnTo>
                      <a:pt x="13742" y="1167"/>
                    </a:lnTo>
                    <a:lnTo>
                      <a:pt x="13375" y="887"/>
                    </a:lnTo>
                    <a:lnTo>
                      <a:pt x="12986" y="627"/>
                    </a:lnTo>
                    <a:lnTo>
                      <a:pt x="12554" y="411"/>
                    </a:lnTo>
                    <a:lnTo>
                      <a:pt x="12122" y="238"/>
                    </a:lnTo>
                    <a:lnTo>
                      <a:pt x="11668" y="109"/>
                    </a:lnTo>
                    <a:lnTo>
                      <a:pt x="11193" y="22"/>
                    </a:lnTo>
                    <a:lnTo>
                      <a:pt x="10696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0" name="Google Shape;6450;p29"/>
              <p:cNvSpPr/>
              <p:nvPr/>
            </p:nvSpPr>
            <p:spPr>
              <a:xfrm>
                <a:off x="10840075" y="2932725"/>
                <a:ext cx="599625" cy="608825"/>
              </a:xfrm>
              <a:custGeom>
                <a:avLst/>
                <a:gdLst/>
                <a:ahLst/>
                <a:cxnLst/>
                <a:rect l="l" t="t" r="r" b="b"/>
                <a:pathLst>
                  <a:path w="23985" h="24353" extrusionOk="0">
                    <a:moveTo>
                      <a:pt x="5661" y="1"/>
                    </a:moveTo>
                    <a:lnTo>
                      <a:pt x="5078" y="22"/>
                    </a:lnTo>
                    <a:lnTo>
                      <a:pt x="4494" y="87"/>
                    </a:lnTo>
                    <a:lnTo>
                      <a:pt x="3954" y="195"/>
                    </a:lnTo>
                    <a:lnTo>
                      <a:pt x="3457" y="346"/>
                    </a:lnTo>
                    <a:lnTo>
                      <a:pt x="2982" y="541"/>
                    </a:lnTo>
                    <a:lnTo>
                      <a:pt x="2528" y="757"/>
                    </a:lnTo>
                    <a:lnTo>
                      <a:pt x="2096" y="1016"/>
                    </a:lnTo>
                    <a:lnTo>
                      <a:pt x="1729" y="1319"/>
                    </a:lnTo>
                    <a:lnTo>
                      <a:pt x="1361" y="1643"/>
                    </a:lnTo>
                    <a:lnTo>
                      <a:pt x="1059" y="1989"/>
                    </a:lnTo>
                    <a:lnTo>
                      <a:pt x="778" y="2356"/>
                    </a:lnTo>
                    <a:lnTo>
                      <a:pt x="540" y="2767"/>
                    </a:lnTo>
                    <a:lnTo>
                      <a:pt x="346" y="3177"/>
                    </a:lnTo>
                    <a:lnTo>
                      <a:pt x="194" y="3631"/>
                    </a:lnTo>
                    <a:lnTo>
                      <a:pt x="86" y="4085"/>
                    </a:lnTo>
                    <a:lnTo>
                      <a:pt x="22" y="4560"/>
                    </a:lnTo>
                    <a:lnTo>
                      <a:pt x="0" y="5035"/>
                    </a:lnTo>
                    <a:lnTo>
                      <a:pt x="22" y="5532"/>
                    </a:lnTo>
                    <a:lnTo>
                      <a:pt x="86" y="6051"/>
                    </a:lnTo>
                    <a:lnTo>
                      <a:pt x="216" y="6569"/>
                    </a:lnTo>
                    <a:lnTo>
                      <a:pt x="389" y="7066"/>
                    </a:lnTo>
                    <a:lnTo>
                      <a:pt x="605" y="7585"/>
                    </a:lnTo>
                    <a:lnTo>
                      <a:pt x="886" y="8125"/>
                    </a:lnTo>
                    <a:lnTo>
                      <a:pt x="1210" y="8622"/>
                    </a:lnTo>
                    <a:lnTo>
                      <a:pt x="1599" y="9141"/>
                    </a:lnTo>
                    <a:lnTo>
                      <a:pt x="2053" y="9659"/>
                    </a:lnTo>
                    <a:lnTo>
                      <a:pt x="2550" y="10156"/>
                    </a:lnTo>
                    <a:lnTo>
                      <a:pt x="3111" y="10632"/>
                    </a:lnTo>
                    <a:lnTo>
                      <a:pt x="4213" y="11518"/>
                    </a:lnTo>
                    <a:lnTo>
                      <a:pt x="5315" y="12360"/>
                    </a:lnTo>
                    <a:lnTo>
                      <a:pt x="6461" y="13225"/>
                    </a:lnTo>
                    <a:lnTo>
                      <a:pt x="7584" y="14067"/>
                    </a:lnTo>
                    <a:lnTo>
                      <a:pt x="9896" y="15709"/>
                    </a:lnTo>
                    <a:lnTo>
                      <a:pt x="12230" y="17373"/>
                    </a:lnTo>
                    <a:lnTo>
                      <a:pt x="14542" y="19037"/>
                    </a:lnTo>
                    <a:lnTo>
                      <a:pt x="15709" y="19880"/>
                    </a:lnTo>
                    <a:lnTo>
                      <a:pt x="16854" y="20722"/>
                    </a:lnTo>
                    <a:lnTo>
                      <a:pt x="17977" y="21608"/>
                    </a:lnTo>
                    <a:lnTo>
                      <a:pt x="19101" y="22473"/>
                    </a:lnTo>
                    <a:lnTo>
                      <a:pt x="20203" y="23380"/>
                    </a:lnTo>
                    <a:lnTo>
                      <a:pt x="21283" y="24309"/>
                    </a:lnTo>
                    <a:lnTo>
                      <a:pt x="21499" y="24331"/>
                    </a:lnTo>
                    <a:lnTo>
                      <a:pt x="21716" y="24352"/>
                    </a:lnTo>
                    <a:lnTo>
                      <a:pt x="21910" y="24352"/>
                    </a:lnTo>
                    <a:lnTo>
                      <a:pt x="22083" y="24331"/>
                    </a:lnTo>
                    <a:lnTo>
                      <a:pt x="22256" y="24288"/>
                    </a:lnTo>
                    <a:lnTo>
                      <a:pt x="22407" y="24223"/>
                    </a:lnTo>
                    <a:lnTo>
                      <a:pt x="22558" y="24158"/>
                    </a:lnTo>
                    <a:lnTo>
                      <a:pt x="22688" y="24072"/>
                    </a:lnTo>
                    <a:lnTo>
                      <a:pt x="22818" y="23964"/>
                    </a:lnTo>
                    <a:lnTo>
                      <a:pt x="22926" y="23855"/>
                    </a:lnTo>
                    <a:lnTo>
                      <a:pt x="23034" y="23726"/>
                    </a:lnTo>
                    <a:lnTo>
                      <a:pt x="23120" y="23596"/>
                    </a:lnTo>
                    <a:lnTo>
                      <a:pt x="23293" y="23294"/>
                    </a:lnTo>
                    <a:lnTo>
                      <a:pt x="23423" y="22970"/>
                    </a:lnTo>
                    <a:lnTo>
                      <a:pt x="23531" y="22624"/>
                    </a:lnTo>
                    <a:lnTo>
                      <a:pt x="23617" y="22300"/>
                    </a:lnTo>
                    <a:lnTo>
                      <a:pt x="23768" y="21630"/>
                    </a:lnTo>
                    <a:lnTo>
                      <a:pt x="23876" y="21047"/>
                    </a:lnTo>
                    <a:lnTo>
                      <a:pt x="23919" y="20809"/>
                    </a:lnTo>
                    <a:lnTo>
                      <a:pt x="23984" y="20614"/>
                    </a:lnTo>
                    <a:lnTo>
                      <a:pt x="23444" y="19167"/>
                    </a:lnTo>
                    <a:lnTo>
                      <a:pt x="22882" y="17676"/>
                    </a:lnTo>
                    <a:lnTo>
                      <a:pt x="22234" y="16163"/>
                    </a:lnTo>
                    <a:lnTo>
                      <a:pt x="21543" y="14607"/>
                    </a:lnTo>
                    <a:lnTo>
                      <a:pt x="21175" y="13851"/>
                    </a:lnTo>
                    <a:lnTo>
                      <a:pt x="20786" y="13073"/>
                    </a:lnTo>
                    <a:lnTo>
                      <a:pt x="20397" y="12317"/>
                    </a:lnTo>
                    <a:lnTo>
                      <a:pt x="19987" y="11561"/>
                    </a:lnTo>
                    <a:lnTo>
                      <a:pt x="19555" y="10805"/>
                    </a:lnTo>
                    <a:lnTo>
                      <a:pt x="19101" y="10070"/>
                    </a:lnTo>
                    <a:lnTo>
                      <a:pt x="18647" y="9335"/>
                    </a:lnTo>
                    <a:lnTo>
                      <a:pt x="18172" y="8622"/>
                    </a:lnTo>
                    <a:lnTo>
                      <a:pt x="17675" y="7909"/>
                    </a:lnTo>
                    <a:lnTo>
                      <a:pt x="17178" y="7218"/>
                    </a:lnTo>
                    <a:lnTo>
                      <a:pt x="16638" y="6569"/>
                    </a:lnTo>
                    <a:lnTo>
                      <a:pt x="16098" y="5921"/>
                    </a:lnTo>
                    <a:lnTo>
                      <a:pt x="15536" y="5295"/>
                    </a:lnTo>
                    <a:lnTo>
                      <a:pt x="14974" y="4690"/>
                    </a:lnTo>
                    <a:lnTo>
                      <a:pt x="14391" y="4106"/>
                    </a:lnTo>
                    <a:lnTo>
                      <a:pt x="13764" y="3566"/>
                    </a:lnTo>
                    <a:lnTo>
                      <a:pt x="13137" y="3047"/>
                    </a:lnTo>
                    <a:lnTo>
                      <a:pt x="12511" y="2572"/>
                    </a:lnTo>
                    <a:lnTo>
                      <a:pt x="11841" y="2118"/>
                    </a:lnTo>
                    <a:lnTo>
                      <a:pt x="11171" y="1708"/>
                    </a:lnTo>
                    <a:lnTo>
                      <a:pt x="10480" y="1319"/>
                    </a:lnTo>
                    <a:lnTo>
                      <a:pt x="9767" y="995"/>
                    </a:lnTo>
                    <a:lnTo>
                      <a:pt x="9032" y="692"/>
                    </a:lnTo>
                    <a:lnTo>
                      <a:pt x="8276" y="433"/>
                    </a:lnTo>
                    <a:lnTo>
                      <a:pt x="7584" y="260"/>
                    </a:lnTo>
                    <a:lnTo>
                      <a:pt x="6936" y="109"/>
                    </a:lnTo>
                    <a:lnTo>
                      <a:pt x="6288" y="44"/>
                    </a:lnTo>
                    <a:lnTo>
                      <a:pt x="5661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1" name="Google Shape;6451;p29"/>
              <p:cNvSpPr/>
              <p:nvPr/>
            </p:nvSpPr>
            <p:spPr>
              <a:xfrm>
                <a:off x="12044150" y="4138975"/>
                <a:ext cx="277125" cy="279850"/>
              </a:xfrm>
              <a:custGeom>
                <a:avLst/>
                <a:gdLst/>
                <a:ahLst/>
                <a:cxnLst/>
                <a:rect l="l" t="t" r="r" b="b"/>
                <a:pathLst>
                  <a:path w="11085" h="11194" extrusionOk="0">
                    <a:moveTo>
                      <a:pt x="1080" y="0"/>
                    </a:moveTo>
                    <a:lnTo>
                      <a:pt x="951" y="22"/>
                    </a:lnTo>
                    <a:lnTo>
                      <a:pt x="821" y="65"/>
                    </a:lnTo>
                    <a:lnTo>
                      <a:pt x="713" y="108"/>
                    </a:lnTo>
                    <a:lnTo>
                      <a:pt x="605" y="173"/>
                    </a:lnTo>
                    <a:lnTo>
                      <a:pt x="497" y="260"/>
                    </a:lnTo>
                    <a:lnTo>
                      <a:pt x="389" y="346"/>
                    </a:lnTo>
                    <a:lnTo>
                      <a:pt x="303" y="454"/>
                    </a:lnTo>
                    <a:lnTo>
                      <a:pt x="238" y="584"/>
                    </a:lnTo>
                    <a:lnTo>
                      <a:pt x="151" y="735"/>
                    </a:lnTo>
                    <a:lnTo>
                      <a:pt x="65" y="973"/>
                    </a:lnTo>
                    <a:lnTo>
                      <a:pt x="22" y="1232"/>
                    </a:lnTo>
                    <a:lnTo>
                      <a:pt x="0" y="1513"/>
                    </a:lnTo>
                    <a:lnTo>
                      <a:pt x="0" y="1794"/>
                    </a:lnTo>
                    <a:lnTo>
                      <a:pt x="22" y="2096"/>
                    </a:lnTo>
                    <a:lnTo>
                      <a:pt x="87" y="2399"/>
                    </a:lnTo>
                    <a:lnTo>
                      <a:pt x="151" y="2723"/>
                    </a:lnTo>
                    <a:lnTo>
                      <a:pt x="259" y="3047"/>
                    </a:lnTo>
                    <a:lnTo>
                      <a:pt x="367" y="3393"/>
                    </a:lnTo>
                    <a:lnTo>
                      <a:pt x="497" y="3739"/>
                    </a:lnTo>
                    <a:lnTo>
                      <a:pt x="821" y="4430"/>
                    </a:lnTo>
                    <a:lnTo>
                      <a:pt x="1210" y="5165"/>
                    </a:lnTo>
                    <a:lnTo>
                      <a:pt x="1642" y="5899"/>
                    </a:lnTo>
                    <a:lnTo>
                      <a:pt x="2096" y="6634"/>
                    </a:lnTo>
                    <a:lnTo>
                      <a:pt x="2571" y="7369"/>
                    </a:lnTo>
                    <a:lnTo>
                      <a:pt x="3565" y="8773"/>
                    </a:lnTo>
                    <a:lnTo>
                      <a:pt x="4473" y="10070"/>
                    </a:lnTo>
                    <a:lnTo>
                      <a:pt x="4883" y="10653"/>
                    </a:lnTo>
                    <a:lnTo>
                      <a:pt x="5229" y="11193"/>
                    </a:lnTo>
                    <a:lnTo>
                      <a:pt x="5964" y="10955"/>
                    </a:lnTo>
                    <a:lnTo>
                      <a:pt x="6698" y="10696"/>
                    </a:lnTo>
                    <a:lnTo>
                      <a:pt x="7455" y="10394"/>
                    </a:lnTo>
                    <a:lnTo>
                      <a:pt x="8211" y="10048"/>
                    </a:lnTo>
                    <a:lnTo>
                      <a:pt x="8967" y="9681"/>
                    </a:lnTo>
                    <a:lnTo>
                      <a:pt x="9335" y="9465"/>
                    </a:lnTo>
                    <a:lnTo>
                      <a:pt x="9680" y="9248"/>
                    </a:lnTo>
                    <a:lnTo>
                      <a:pt x="10048" y="9011"/>
                    </a:lnTo>
                    <a:lnTo>
                      <a:pt x="10393" y="8751"/>
                    </a:lnTo>
                    <a:lnTo>
                      <a:pt x="10739" y="8492"/>
                    </a:lnTo>
                    <a:lnTo>
                      <a:pt x="11085" y="8211"/>
                    </a:lnTo>
                    <a:lnTo>
                      <a:pt x="10674" y="7736"/>
                    </a:lnTo>
                    <a:lnTo>
                      <a:pt x="10177" y="7131"/>
                    </a:lnTo>
                    <a:lnTo>
                      <a:pt x="9551" y="6439"/>
                    </a:lnTo>
                    <a:lnTo>
                      <a:pt x="8838" y="5683"/>
                    </a:lnTo>
                    <a:lnTo>
                      <a:pt x="8060" y="4862"/>
                    </a:lnTo>
                    <a:lnTo>
                      <a:pt x="7239" y="4041"/>
                    </a:lnTo>
                    <a:lnTo>
                      <a:pt x="6374" y="3220"/>
                    </a:lnTo>
                    <a:lnTo>
                      <a:pt x="5488" y="2442"/>
                    </a:lnTo>
                    <a:lnTo>
                      <a:pt x="5056" y="2075"/>
                    </a:lnTo>
                    <a:lnTo>
                      <a:pt x="4624" y="1729"/>
                    </a:lnTo>
                    <a:lnTo>
                      <a:pt x="4192" y="1405"/>
                    </a:lnTo>
                    <a:lnTo>
                      <a:pt x="3760" y="1102"/>
                    </a:lnTo>
                    <a:lnTo>
                      <a:pt x="3349" y="843"/>
                    </a:lnTo>
                    <a:lnTo>
                      <a:pt x="2960" y="584"/>
                    </a:lnTo>
                    <a:lnTo>
                      <a:pt x="2571" y="389"/>
                    </a:lnTo>
                    <a:lnTo>
                      <a:pt x="2204" y="216"/>
                    </a:lnTo>
                    <a:lnTo>
                      <a:pt x="1858" y="108"/>
                    </a:lnTo>
                    <a:lnTo>
                      <a:pt x="1534" y="22"/>
                    </a:lnTo>
                    <a:lnTo>
                      <a:pt x="1232" y="0"/>
                    </a:lnTo>
                    <a:close/>
                  </a:path>
                </a:pathLst>
              </a:custGeom>
              <a:solidFill>
                <a:srgbClr val="424242">
                  <a:alpha val="162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2" name="Google Shape;6452;p29"/>
              <p:cNvSpPr/>
              <p:nvPr/>
            </p:nvSpPr>
            <p:spPr>
              <a:xfrm>
                <a:off x="11304625" y="4043350"/>
                <a:ext cx="896725" cy="910250"/>
              </a:xfrm>
              <a:custGeom>
                <a:avLst/>
                <a:gdLst/>
                <a:ahLst/>
                <a:cxnLst/>
                <a:rect l="l" t="t" r="r" b="b"/>
                <a:pathLst>
                  <a:path w="35869" h="36410" extrusionOk="0">
                    <a:moveTo>
                      <a:pt x="18324" y="1"/>
                    </a:moveTo>
                    <a:lnTo>
                      <a:pt x="17827" y="22"/>
                    </a:lnTo>
                    <a:lnTo>
                      <a:pt x="16941" y="87"/>
                    </a:lnTo>
                    <a:lnTo>
                      <a:pt x="16055" y="217"/>
                    </a:lnTo>
                    <a:lnTo>
                      <a:pt x="15169" y="368"/>
                    </a:lnTo>
                    <a:lnTo>
                      <a:pt x="14326" y="563"/>
                    </a:lnTo>
                    <a:lnTo>
                      <a:pt x="13484" y="800"/>
                    </a:lnTo>
                    <a:lnTo>
                      <a:pt x="12641" y="1060"/>
                    </a:lnTo>
                    <a:lnTo>
                      <a:pt x="11841" y="1384"/>
                    </a:lnTo>
                    <a:lnTo>
                      <a:pt x="11042" y="1729"/>
                    </a:lnTo>
                    <a:lnTo>
                      <a:pt x="10286" y="2118"/>
                    </a:lnTo>
                    <a:lnTo>
                      <a:pt x="9529" y="2529"/>
                    </a:lnTo>
                    <a:lnTo>
                      <a:pt x="8795" y="2983"/>
                    </a:lnTo>
                    <a:lnTo>
                      <a:pt x="8082" y="3458"/>
                    </a:lnTo>
                    <a:lnTo>
                      <a:pt x="7412" y="3955"/>
                    </a:lnTo>
                    <a:lnTo>
                      <a:pt x="6742" y="4517"/>
                    </a:lnTo>
                    <a:lnTo>
                      <a:pt x="6115" y="5079"/>
                    </a:lnTo>
                    <a:lnTo>
                      <a:pt x="5510" y="5662"/>
                    </a:lnTo>
                    <a:lnTo>
                      <a:pt x="4927" y="6289"/>
                    </a:lnTo>
                    <a:lnTo>
                      <a:pt x="4365" y="6937"/>
                    </a:lnTo>
                    <a:lnTo>
                      <a:pt x="3847" y="7607"/>
                    </a:lnTo>
                    <a:lnTo>
                      <a:pt x="3350" y="8298"/>
                    </a:lnTo>
                    <a:lnTo>
                      <a:pt x="2874" y="9033"/>
                    </a:lnTo>
                    <a:lnTo>
                      <a:pt x="2442" y="9767"/>
                    </a:lnTo>
                    <a:lnTo>
                      <a:pt x="2032" y="10524"/>
                    </a:lnTo>
                    <a:lnTo>
                      <a:pt x="1664" y="11280"/>
                    </a:lnTo>
                    <a:lnTo>
                      <a:pt x="1340" y="12080"/>
                    </a:lnTo>
                    <a:lnTo>
                      <a:pt x="1038" y="12879"/>
                    </a:lnTo>
                    <a:lnTo>
                      <a:pt x="778" y="13722"/>
                    </a:lnTo>
                    <a:lnTo>
                      <a:pt x="541" y="14543"/>
                    </a:lnTo>
                    <a:lnTo>
                      <a:pt x="346" y="15407"/>
                    </a:lnTo>
                    <a:lnTo>
                      <a:pt x="195" y="16250"/>
                    </a:lnTo>
                    <a:lnTo>
                      <a:pt x="87" y="17136"/>
                    </a:lnTo>
                    <a:lnTo>
                      <a:pt x="22" y="18000"/>
                    </a:lnTo>
                    <a:lnTo>
                      <a:pt x="0" y="18929"/>
                    </a:lnTo>
                    <a:lnTo>
                      <a:pt x="22" y="19858"/>
                    </a:lnTo>
                    <a:lnTo>
                      <a:pt x="87" y="20766"/>
                    </a:lnTo>
                    <a:lnTo>
                      <a:pt x="217" y="21652"/>
                    </a:lnTo>
                    <a:lnTo>
                      <a:pt x="368" y="22516"/>
                    </a:lnTo>
                    <a:lnTo>
                      <a:pt x="584" y="23359"/>
                    </a:lnTo>
                    <a:lnTo>
                      <a:pt x="843" y="24180"/>
                    </a:lnTo>
                    <a:lnTo>
                      <a:pt x="1146" y="25001"/>
                    </a:lnTo>
                    <a:lnTo>
                      <a:pt x="1470" y="25800"/>
                    </a:lnTo>
                    <a:lnTo>
                      <a:pt x="1859" y="26557"/>
                    </a:lnTo>
                    <a:lnTo>
                      <a:pt x="2269" y="27313"/>
                    </a:lnTo>
                    <a:lnTo>
                      <a:pt x="2723" y="28026"/>
                    </a:lnTo>
                    <a:lnTo>
                      <a:pt x="3220" y="28739"/>
                    </a:lnTo>
                    <a:lnTo>
                      <a:pt x="3739" y="29409"/>
                    </a:lnTo>
                    <a:lnTo>
                      <a:pt x="4300" y="30057"/>
                    </a:lnTo>
                    <a:lnTo>
                      <a:pt x="4884" y="30684"/>
                    </a:lnTo>
                    <a:lnTo>
                      <a:pt x="5489" y="31267"/>
                    </a:lnTo>
                    <a:lnTo>
                      <a:pt x="6137" y="31850"/>
                    </a:lnTo>
                    <a:lnTo>
                      <a:pt x="6828" y="32391"/>
                    </a:lnTo>
                    <a:lnTo>
                      <a:pt x="7520" y="32888"/>
                    </a:lnTo>
                    <a:lnTo>
                      <a:pt x="8255" y="33363"/>
                    </a:lnTo>
                    <a:lnTo>
                      <a:pt x="8989" y="33817"/>
                    </a:lnTo>
                    <a:lnTo>
                      <a:pt x="9767" y="34227"/>
                    </a:lnTo>
                    <a:lnTo>
                      <a:pt x="10567" y="34616"/>
                    </a:lnTo>
                    <a:lnTo>
                      <a:pt x="11388" y="34962"/>
                    </a:lnTo>
                    <a:lnTo>
                      <a:pt x="12209" y="35264"/>
                    </a:lnTo>
                    <a:lnTo>
                      <a:pt x="13051" y="35545"/>
                    </a:lnTo>
                    <a:lnTo>
                      <a:pt x="13937" y="35783"/>
                    </a:lnTo>
                    <a:lnTo>
                      <a:pt x="14802" y="35999"/>
                    </a:lnTo>
                    <a:lnTo>
                      <a:pt x="15709" y="36150"/>
                    </a:lnTo>
                    <a:lnTo>
                      <a:pt x="16617" y="36280"/>
                    </a:lnTo>
                    <a:lnTo>
                      <a:pt x="17524" y="36366"/>
                    </a:lnTo>
                    <a:lnTo>
                      <a:pt x="18021" y="36388"/>
                    </a:lnTo>
                    <a:lnTo>
                      <a:pt x="18540" y="36410"/>
                    </a:lnTo>
                    <a:lnTo>
                      <a:pt x="19512" y="36410"/>
                    </a:lnTo>
                    <a:lnTo>
                      <a:pt x="20009" y="36388"/>
                    </a:lnTo>
                    <a:lnTo>
                      <a:pt x="20484" y="36345"/>
                    </a:lnTo>
                    <a:lnTo>
                      <a:pt x="20960" y="36280"/>
                    </a:lnTo>
                    <a:lnTo>
                      <a:pt x="21435" y="36237"/>
                    </a:lnTo>
                    <a:lnTo>
                      <a:pt x="21910" y="36150"/>
                    </a:lnTo>
                    <a:lnTo>
                      <a:pt x="22364" y="36064"/>
                    </a:lnTo>
                    <a:lnTo>
                      <a:pt x="23272" y="35848"/>
                    </a:lnTo>
                    <a:lnTo>
                      <a:pt x="24158" y="35589"/>
                    </a:lnTo>
                    <a:lnTo>
                      <a:pt x="25000" y="35286"/>
                    </a:lnTo>
                    <a:lnTo>
                      <a:pt x="25843" y="34940"/>
                    </a:lnTo>
                    <a:lnTo>
                      <a:pt x="26642" y="34551"/>
                    </a:lnTo>
                    <a:lnTo>
                      <a:pt x="27420" y="34119"/>
                    </a:lnTo>
                    <a:lnTo>
                      <a:pt x="28177" y="33665"/>
                    </a:lnTo>
                    <a:lnTo>
                      <a:pt x="28911" y="33147"/>
                    </a:lnTo>
                    <a:lnTo>
                      <a:pt x="29603" y="32607"/>
                    </a:lnTo>
                    <a:lnTo>
                      <a:pt x="30251" y="32045"/>
                    </a:lnTo>
                    <a:lnTo>
                      <a:pt x="30878" y="31418"/>
                    </a:lnTo>
                    <a:lnTo>
                      <a:pt x="31483" y="30792"/>
                    </a:lnTo>
                    <a:lnTo>
                      <a:pt x="32044" y="30100"/>
                    </a:lnTo>
                    <a:lnTo>
                      <a:pt x="32585" y="29409"/>
                    </a:lnTo>
                    <a:lnTo>
                      <a:pt x="33060" y="28674"/>
                    </a:lnTo>
                    <a:lnTo>
                      <a:pt x="33514" y="27918"/>
                    </a:lnTo>
                    <a:lnTo>
                      <a:pt x="33946" y="27140"/>
                    </a:lnTo>
                    <a:lnTo>
                      <a:pt x="34313" y="26340"/>
                    </a:lnTo>
                    <a:lnTo>
                      <a:pt x="34659" y="25519"/>
                    </a:lnTo>
                    <a:lnTo>
                      <a:pt x="34961" y="24677"/>
                    </a:lnTo>
                    <a:lnTo>
                      <a:pt x="35221" y="23812"/>
                    </a:lnTo>
                    <a:lnTo>
                      <a:pt x="35437" y="22948"/>
                    </a:lnTo>
                    <a:lnTo>
                      <a:pt x="35610" y="22041"/>
                    </a:lnTo>
                    <a:lnTo>
                      <a:pt x="35739" y="21133"/>
                    </a:lnTo>
                    <a:lnTo>
                      <a:pt x="35826" y="20226"/>
                    </a:lnTo>
                    <a:lnTo>
                      <a:pt x="35869" y="19296"/>
                    </a:lnTo>
                    <a:lnTo>
                      <a:pt x="35869" y="18346"/>
                    </a:lnTo>
                    <a:lnTo>
                      <a:pt x="35804" y="17460"/>
                    </a:lnTo>
                    <a:lnTo>
                      <a:pt x="35718" y="16574"/>
                    </a:lnTo>
                    <a:lnTo>
                      <a:pt x="35588" y="15710"/>
                    </a:lnTo>
                    <a:lnTo>
                      <a:pt x="35415" y="14824"/>
                    </a:lnTo>
                    <a:lnTo>
                      <a:pt x="35221" y="13959"/>
                    </a:lnTo>
                    <a:lnTo>
                      <a:pt x="34983" y="13095"/>
                    </a:lnTo>
                    <a:lnTo>
                      <a:pt x="34702" y="12252"/>
                    </a:lnTo>
                    <a:lnTo>
                      <a:pt x="34378" y="11431"/>
                    </a:lnTo>
                    <a:lnTo>
                      <a:pt x="34032" y="10610"/>
                    </a:lnTo>
                    <a:lnTo>
                      <a:pt x="33665" y="9811"/>
                    </a:lnTo>
                    <a:lnTo>
                      <a:pt x="33233" y="9011"/>
                    </a:lnTo>
                    <a:lnTo>
                      <a:pt x="32779" y="8255"/>
                    </a:lnTo>
                    <a:lnTo>
                      <a:pt x="32304" y="7520"/>
                    </a:lnTo>
                    <a:lnTo>
                      <a:pt x="31785" y="6786"/>
                    </a:lnTo>
                    <a:lnTo>
                      <a:pt x="31245" y="6094"/>
                    </a:lnTo>
                    <a:lnTo>
                      <a:pt x="30661" y="5446"/>
                    </a:lnTo>
                    <a:lnTo>
                      <a:pt x="30056" y="4798"/>
                    </a:lnTo>
                    <a:lnTo>
                      <a:pt x="29430" y="4193"/>
                    </a:lnTo>
                    <a:lnTo>
                      <a:pt x="28760" y="3631"/>
                    </a:lnTo>
                    <a:lnTo>
                      <a:pt x="28069" y="3091"/>
                    </a:lnTo>
                    <a:lnTo>
                      <a:pt x="27356" y="2594"/>
                    </a:lnTo>
                    <a:lnTo>
                      <a:pt x="26621" y="2118"/>
                    </a:lnTo>
                    <a:lnTo>
                      <a:pt x="25843" y="1708"/>
                    </a:lnTo>
                    <a:lnTo>
                      <a:pt x="25044" y="1319"/>
                    </a:lnTo>
                    <a:lnTo>
                      <a:pt x="24222" y="995"/>
                    </a:lnTo>
                    <a:lnTo>
                      <a:pt x="23812" y="844"/>
                    </a:lnTo>
                    <a:lnTo>
                      <a:pt x="23380" y="692"/>
                    </a:lnTo>
                    <a:lnTo>
                      <a:pt x="22948" y="563"/>
                    </a:lnTo>
                    <a:lnTo>
                      <a:pt x="22515" y="455"/>
                    </a:lnTo>
                    <a:lnTo>
                      <a:pt x="22062" y="347"/>
                    </a:lnTo>
                    <a:lnTo>
                      <a:pt x="21608" y="260"/>
                    </a:lnTo>
                    <a:lnTo>
                      <a:pt x="21154" y="174"/>
                    </a:lnTo>
                    <a:lnTo>
                      <a:pt x="20700" y="131"/>
                    </a:lnTo>
                    <a:lnTo>
                      <a:pt x="20247" y="66"/>
                    </a:lnTo>
                    <a:lnTo>
                      <a:pt x="19771" y="22"/>
                    </a:lnTo>
                    <a:lnTo>
                      <a:pt x="19296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3" name="Google Shape;6453;p29"/>
              <p:cNvSpPr/>
              <p:nvPr/>
            </p:nvSpPr>
            <p:spPr>
              <a:xfrm>
                <a:off x="11097200" y="4756950"/>
                <a:ext cx="554800" cy="287950"/>
              </a:xfrm>
              <a:custGeom>
                <a:avLst/>
                <a:gdLst/>
                <a:ahLst/>
                <a:cxnLst/>
                <a:rect l="l" t="t" r="r" b="b"/>
                <a:pathLst>
                  <a:path w="22192" h="11518" extrusionOk="0">
                    <a:moveTo>
                      <a:pt x="14023" y="0"/>
                    </a:moveTo>
                    <a:lnTo>
                      <a:pt x="13548" y="22"/>
                    </a:lnTo>
                    <a:lnTo>
                      <a:pt x="13029" y="65"/>
                    </a:lnTo>
                    <a:lnTo>
                      <a:pt x="11949" y="195"/>
                    </a:lnTo>
                    <a:lnTo>
                      <a:pt x="10804" y="368"/>
                    </a:lnTo>
                    <a:lnTo>
                      <a:pt x="9594" y="605"/>
                    </a:lnTo>
                    <a:lnTo>
                      <a:pt x="8384" y="886"/>
                    </a:lnTo>
                    <a:lnTo>
                      <a:pt x="7174" y="1210"/>
                    </a:lnTo>
                    <a:lnTo>
                      <a:pt x="5985" y="1578"/>
                    </a:lnTo>
                    <a:lnTo>
                      <a:pt x="4840" y="1945"/>
                    </a:lnTo>
                    <a:lnTo>
                      <a:pt x="3760" y="2377"/>
                    </a:lnTo>
                    <a:lnTo>
                      <a:pt x="3263" y="2593"/>
                    </a:lnTo>
                    <a:lnTo>
                      <a:pt x="2788" y="2809"/>
                    </a:lnTo>
                    <a:lnTo>
                      <a:pt x="2334" y="3026"/>
                    </a:lnTo>
                    <a:lnTo>
                      <a:pt x="1902" y="3263"/>
                    </a:lnTo>
                    <a:lnTo>
                      <a:pt x="1534" y="3479"/>
                    </a:lnTo>
                    <a:lnTo>
                      <a:pt x="1167" y="3717"/>
                    </a:lnTo>
                    <a:lnTo>
                      <a:pt x="864" y="3955"/>
                    </a:lnTo>
                    <a:lnTo>
                      <a:pt x="605" y="4192"/>
                    </a:lnTo>
                    <a:lnTo>
                      <a:pt x="389" y="4430"/>
                    </a:lnTo>
                    <a:lnTo>
                      <a:pt x="216" y="4646"/>
                    </a:lnTo>
                    <a:lnTo>
                      <a:pt x="108" y="4884"/>
                    </a:lnTo>
                    <a:lnTo>
                      <a:pt x="65" y="5013"/>
                    </a:lnTo>
                    <a:lnTo>
                      <a:pt x="43" y="5121"/>
                    </a:lnTo>
                    <a:lnTo>
                      <a:pt x="22" y="5359"/>
                    </a:lnTo>
                    <a:lnTo>
                      <a:pt x="0" y="5597"/>
                    </a:lnTo>
                    <a:lnTo>
                      <a:pt x="22" y="5834"/>
                    </a:lnTo>
                    <a:lnTo>
                      <a:pt x="43" y="6072"/>
                    </a:lnTo>
                    <a:lnTo>
                      <a:pt x="108" y="6331"/>
                    </a:lnTo>
                    <a:lnTo>
                      <a:pt x="173" y="6569"/>
                    </a:lnTo>
                    <a:lnTo>
                      <a:pt x="259" y="6828"/>
                    </a:lnTo>
                    <a:lnTo>
                      <a:pt x="367" y="7066"/>
                    </a:lnTo>
                    <a:lnTo>
                      <a:pt x="497" y="7325"/>
                    </a:lnTo>
                    <a:lnTo>
                      <a:pt x="627" y="7563"/>
                    </a:lnTo>
                    <a:lnTo>
                      <a:pt x="778" y="7822"/>
                    </a:lnTo>
                    <a:lnTo>
                      <a:pt x="951" y="8060"/>
                    </a:lnTo>
                    <a:lnTo>
                      <a:pt x="1145" y="8298"/>
                    </a:lnTo>
                    <a:lnTo>
                      <a:pt x="1340" y="8535"/>
                    </a:lnTo>
                    <a:lnTo>
                      <a:pt x="1578" y="8773"/>
                    </a:lnTo>
                    <a:lnTo>
                      <a:pt x="1794" y="9011"/>
                    </a:lnTo>
                    <a:lnTo>
                      <a:pt x="2053" y="9227"/>
                    </a:lnTo>
                    <a:lnTo>
                      <a:pt x="2312" y="9443"/>
                    </a:lnTo>
                    <a:lnTo>
                      <a:pt x="2593" y="9659"/>
                    </a:lnTo>
                    <a:lnTo>
                      <a:pt x="2874" y="9853"/>
                    </a:lnTo>
                    <a:lnTo>
                      <a:pt x="3198" y="10048"/>
                    </a:lnTo>
                    <a:lnTo>
                      <a:pt x="3501" y="10242"/>
                    </a:lnTo>
                    <a:lnTo>
                      <a:pt x="3846" y="10415"/>
                    </a:lnTo>
                    <a:lnTo>
                      <a:pt x="4170" y="10588"/>
                    </a:lnTo>
                    <a:lnTo>
                      <a:pt x="4538" y="10739"/>
                    </a:lnTo>
                    <a:lnTo>
                      <a:pt x="4905" y="10869"/>
                    </a:lnTo>
                    <a:lnTo>
                      <a:pt x="5272" y="11020"/>
                    </a:lnTo>
                    <a:lnTo>
                      <a:pt x="5661" y="11128"/>
                    </a:lnTo>
                    <a:lnTo>
                      <a:pt x="6072" y="11236"/>
                    </a:lnTo>
                    <a:lnTo>
                      <a:pt x="6482" y="11323"/>
                    </a:lnTo>
                    <a:lnTo>
                      <a:pt x="6893" y="11409"/>
                    </a:lnTo>
                    <a:lnTo>
                      <a:pt x="7325" y="11474"/>
                    </a:lnTo>
                    <a:lnTo>
                      <a:pt x="7779" y="11496"/>
                    </a:lnTo>
                    <a:lnTo>
                      <a:pt x="8233" y="11517"/>
                    </a:lnTo>
                    <a:lnTo>
                      <a:pt x="8686" y="11517"/>
                    </a:lnTo>
                    <a:lnTo>
                      <a:pt x="9162" y="11496"/>
                    </a:lnTo>
                    <a:lnTo>
                      <a:pt x="9659" y="11431"/>
                    </a:lnTo>
                    <a:lnTo>
                      <a:pt x="10134" y="11366"/>
                    </a:lnTo>
                    <a:lnTo>
                      <a:pt x="10631" y="11280"/>
                    </a:lnTo>
                    <a:lnTo>
                      <a:pt x="11150" y="11172"/>
                    </a:lnTo>
                    <a:lnTo>
                      <a:pt x="11647" y="11064"/>
                    </a:lnTo>
                    <a:lnTo>
                      <a:pt x="12165" y="10912"/>
                    </a:lnTo>
                    <a:lnTo>
                      <a:pt x="12684" y="10761"/>
                    </a:lnTo>
                    <a:lnTo>
                      <a:pt x="13202" y="10588"/>
                    </a:lnTo>
                    <a:lnTo>
                      <a:pt x="14240" y="10221"/>
                    </a:lnTo>
                    <a:lnTo>
                      <a:pt x="15255" y="9810"/>
                    </a:lnTo>
                    <a:lnTo>
                      <a:pt x="16271" y="9357"/>
                    </a:lnTo>
                    <a:lnTo>
                      <a:pt x="17265" y="8881"/>
                    </a:lnTo>
                    <a:lnTo>
                      <a:pt x="18215" y="8384"/>
                    </a:lnTo>
                    <a:lnTo>
                      <a:pt x="19123" y="7866"/>
                    </a:lnTo>
                    <a:lnTo>
                      <a:pt x="19987" y="7347"/>
                    </a:lnTo>
                    <a:lnTo>
                      <a:pt x="20808" y="6850"/>
                    </a:lnTo>
                    <a:lnTo>
                      <a:pt x="21543" y="6353"/>
                    </a:lnTo>
                    <a:lnTo>
                      <a:pt x="22191" y="5878"/>
                    </a:lnTo>
                    <a:lnTo>
                      <a:pt x="1490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4" name="Google Shape;6454;p29"/>
              <p:cNvSpPr/>
              <p:nvPr/>
            </p:nvSpPr>
            <p:spPr>
              <a:xfrm>
                <a:off x="11877225" y="4710500"/>
                <a:ext cx="539675" cy="307925"/>
              </a:xfrm>
              <a:custGeom>
                <a:avLst/>
                <a:gdLst/>
                <a:ahLst/>
                <a:cxnLst/>
                <a:rect l="l" t="t" r="r" b="b"/>
                <a:pathLst>
                  <a:path w="21587" h="12317" extrusionOk="0">
                    <a:moveTo>
                      <a:pt x="15385" y="0"/>
                    </a:moveTo>
                    <a:lnTo>
                      <a:pt x="14953" y="22"/>
                    </a:lnTo>
                    <a:lnTo>
                      <a:pt x="14521" y="43"/>
                    </a:lnTo>
                    <a:lnTo>
                      <a:pt x="14088" y="108"/>
                    </a:lnTo>
                    <a:lnTo>
                      <a:pt x="13203" y="238"/>
                    </a:lnTo>
                    <a:lnTo>
                      <a:pt x="12295" y="389"/>
                    </a:lnTo>
                    <a:lnTo>
                      <a:pt x="11388" y="584"/>
                    </a:lnTo>
                    <a:lnTo>
                      <a:pt x="9529" y="1016"/>
                    </a:lnTo>
                    <a:lnTo>
                      <a:pt x="8600" y="1232"/>
                    </a:lnTo>
                    <a:lnTo>
                      <a:pt x="7649" y="1448"/>
                    </a:lnTo>
                    <a:lnTo>
                      <a:pt x="6720" y="1621"/>
                    </a:lnTo>
                    <a:lnTo>
                      <a:pt x="5770" y="1772"/>
                    </a:lnTo>
                    <a:lnTo>
                      <a:pt x="0" y="7455"/>
                    </a:lnTo>
                    <a:lnTo>
                      <a:pt x="368" y="7865"/>
                    </a:lnTo>
                    <a:lnTo>
                      <a:pt x="778" y="8254"/>
                    </a:lnTo>
                    <a:lnTo>
                      <a:pt x="1210" y="8622"/>
                    </a:lnTo>
                    <a:lnTo>
                      <a:pt x="1643" y="8967"/>
                    </a:lnTo>
                    <a:lnTo>
                      <a:pt x="2096" y="9313"/>
                    </a:lnTo>
                    <a:lnTo>
                      <a:pt x="2572" y="9637"/>
                    </a:lnTo>
                    <a:lnTo>
                      <a:pt x="3047" y="9918"/>
                    </a:lnTo>
                    <a:lnTo>
                      <a:pt x="3544" y="10199"/>
                    </a:lnTo>
                    <a:lnTo>
                      <a:pt x="4063" y="10480"/>
                    </a:lnTo>
                    <a:lnTo>
                      <a:pt x="4581" y="10718"/>
                    </a:lnTo>
                    <a:lnTo>
                      <a:pt x="5121" y="10955"/>
                    </a:lnTo>
                    <a:lnTo>
                      <a:pt x="5662" y="11150"/>
                    </a:lnTo>
                    <a:lnTo>
                      <a:pt x="6202" y="11344"/>
                    </a:lnTo>
                    <a:lnTo>
                      <a:pt x="6742" y="11517"/>
                    </a:lnTo>
                    <a:lnTo>
                      <a:pt x="7304" y="11690"/>
                    </a:lnTo>
                    <a:lnTo>
                      <a:pt x="7866" y="11820"/>
                    </a:lnTo>
                    <a:lnTo>
                      <a:pt x="8427" y="11949"/>
                    </a:lnTo>
                    <a:lnTo>
                      <a:pt x="8989" y="12036"/>
                    </a:lnTo>
                    <a:lnTo>
                      <a:pt x="9551" y="12144"/>
                    </a:lnTo>
                    <a:lnTo>
                      <a:pt x="10113" y="12208"/>
                    </a:lnTo>
                    <a:lnTo>
                      <a:pt x="10674" y="12252"/>
                    </a:lnTo>
                    <a:lnTo>
                      <a:pt x="11236" y="12295"/>
                    </a:lnTo>
                    <a:lnTo>
                      <a:pt x="11798" y="12317"/>
                    </a:lnTo>
                    <a:lnTo>
                      <a:pt x="12338" y="12317"/>
                    </a:lnTo>
                    <a:lnTo>
                      <a:pt x="12878" y="12295"/>
                    </a:lnTo>
                    <a:lnTo>
                      <a:pt x="13419" y="12273"/>
                    </a:lnTo>
                    <a:lnTo>
                      <a:pt x="13937" y="12208"/>
                    </a:lnTo>
                    <a:lnTo>
                      <a:pt x="14456" y="12144"/>
                    </a:lnTo>
                    <a:lnTo>
                      <a:pt x="14953" y="12057"/>
                    </a:lnTo>
                    <a:lnTo>
                      <a:pt x="15450" y="11971"/>
                    </a:lnTo>
                    <a:lnTo>
                      <a:pt x="15925" y="11841"/>
                    </a:lnTo>
                    <a:lnTo>
                      <a:pt x="16379" y="11711"/>
                    </a:lnTo>
                    <a:lnTo>
                      <a:pt x="16833" y="11560"/>
                    </a:lnTo>
                    <a:lnTo>
                      <a:pt x="17243" y="11366"/>
                    </a:lnTo>
                    <a:lnTo>
                      <a:pt x="17675" y="11171"/>
                    </a:lnTo>
                    <a:lnTo>
                      <a:pt x="18064" y="10934"/>
                    </a:lnTo>
                    <a:lnTo>
                      <a:pt x="18432" y="10674"/>
                    </a:lnTo>
                    <a:lnTo>
                      <a:pt x="18799" y="10393"/>
                    </a:lnTo>
                    <a:lnTo>
                      <a:pt x="19145" y="10091"/>
                    </a:lnTo>
                    <a:lnTo>
                      <a:pt x="19469" y="9767"/>
                    </a:lnTo>
                    <a:lnTo>
                      <a:pt x="19771" y="9443"/>
                    </a:lnTo>
                    <a:lnTo>
                      <a:pt x="20052" y="9097"/>
                    </a:lnTo>
                    <a:lnTo>
                      <a:pt x="20311" y="8730"/>
                    </a:lnTo>
                    <a:lnTo>
                      <a:pt x="20549" y="8362"/>
                    </a:lnTo>
                    <a:lnTo>
                      <a:pt x="20765" y="7973"/>
                    </a:lnTo>
                    <a:lnTo>
                      <a:pt x="20960" y="7584"/>
                    </a:lnTo>
                    <a:lnTo>
                      <a:pt x="21133" y="7196"/>
                    </a:lnTo>
                    <a:lnTo>
                      <a:pt x="21262" y="6807"/>
                    </a:lnTo>
                    <a:lnTo>
                      <a:pt x="21392" y="6396"/>
                    </a:lnTo>
                    <a:lnTo>
                      <a:pt x="21478" y="5985"/>
                    </a:lnTo>
                    <a:lnTo>
                      <a:pt x="21543" y="5597"/>
                    </a:lnTo>
                    <a:lnTo>
                      <a:pt x="21586" y="5186"/>
                    </a:lnTo>
                    <a:lnTo>
                      <a:pt x="21586" y="4797"/>
                    </a:lnTo>
                    <a:lnTo>
                      <a:pt x="21586" y="4387"/>
                    </a:lnTo>
                    <a:lnTo>
                      <a:pt x="21521" y="3998"/>
                    </a:lnTo>
                    <a:lnTo>
                      <a:pt x="21457" y="3630"/>
                    </a:lnTo>
                    <a:lnTo>
                      <a:pt x="21349" y="3263"/>
                    </a:lnTo>
                    <a:lnTo>
                      <a:pt x="21219" y="2896"/>
                    </a:lnTo>
                    <a:lnTo>
                      <a:pt x="21046" y="2572"/>
                    </a:lnTo>
                    <a:lnTo>
                      <a:pt x="20830" y="2226"/>
                    </a:lnTo>
                    <a:lnTo>
                      <a:pt x="20592" y="1923"/>
                    </a:lnTo>
                    <a:lnTo>
                      <a:pt x="20333" y="1621"/>
                    </a:lnTo>
                    <a:lnTo>
                      <a:pt x="20031" y="1361"/>
                    </a:lnTo>
                    <a:lnTo>
                      <a:pt x="19685" y="1102"/>
                    </a:lnTo>
                    <a:lnTo>
                      <a:pt x="19339" y="886"/>
                    </a:lnTo>
                    <a:lnTo>
                      <a:pt x="18972" y="692"/>
                    </a:lnTo>
                    <a:lnTo>
                      <a:pt x="18604" y="519"/>
                    </a:lnTo>
                    <a:lnTo>
                      <a:pt x="18216" y="368"/>
                    </a:lnTo>
                    <a:lnTo>
                      <a:pt x="17827" y="259"/>
                    </a:lnTo>
                    <a:lnTo>
                      <a:pt x="17438" y="151"/>
                    </a:lnTo>
                    <a:lnTo>
                      <a:pt x="17027" y="87"/>
                    </a:lnTo>
                    <a:lnTo>
                      <a:pt x="16617" y="43"/>
                    </a:lnTo>
                    <a:lnTo>
                      <a:pt x="1620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5" name="Google Shape;6455;p29"/>
              <p:cNvSpPr/>
              <p:nvPr/>
            </p:nvSpPr>
            <p:spPr>
              <a:xfrm>
                <a:off x="11304625" y="4043350"/>
                <a:ext cx="896725" cy="595875"/>
              </a:xfrm>
              <a:custGeom>
                <a:avLst/>
                <a:gdLst/>
                <a:ahLst/>
                <a:cxnLst/>
                <a:rect l="l" t="t" r="r" b="b"/>
                <a:pathLst>
                  <a:path w="35869" h="23835" extrusionOk="0">
                    <a:moveTo>
                      <a:pt x="18324" y="1"/>
                    </a:moveTo>
                    <a:lnTo>
                      <a:pt x="17827" y="22"/>
                    </a:lnTo>
                    <a:lnTo>
                      <a:pt x="16941" y="87"/>
                    </a:lnTo>
                    <a:lnTo>
                      <a:pt x="16055" y="217"/>
                    </a:lnTo>
                    <a:lnTo>
                      <a:pt x="15169" y="368"/>
                    </a:lnTo>
                    <a:lnTo>
                      <a:pt x="14326" y="563"/>
                    </a:lnTo>
                    <a:lnTo>
                      <a:pt x="13484" y="800"/>
                    </a:lnTo>
                    <a:lnTo>
                      <a:pt x="12641" y="1060"/>
                    </a:lnTo>
                    <a:lnTo>
                      <a:pt x="11841" y="1384"/>
                    </a:lnTo>
                    <a:lnTo>
                      <a:pt x="11042" y="1729"/>
                    </a:lnTo>
                    <a:lnTo>
                      <a:pt x="10286" y="2118"/>
                    </a:lnTo>
                    <a:lnTo>
                      <a:pt x="9529" y="2529"/>
                    </a:lnTo>
                    <a:lnTo>
                      <a:pt x="8795" y="2983"/>
                    </a:lnTo>
                    <a:lnTo>
                      <a:pt x="8082" y="3458"/>
                    </a:lnTo>
                    <a:lnTo>
                      <a:pt x="7412" y="3977"/>
                    </a:lnTo>
                    <a:lnTo>
                      <a:pt x="6742" y="4517"/>
                    </a:lnTo>
                    <a:lnTo>
                      <a:pt x="6115" y="5079"/>
                    </a:lnTo>
                    <a:lnTo>
                      <a:pt x="5510" y="5684"/>
                    </a:lnTo>
                    <a:lnTo>
                      <a:pt x="4927" y="6289"/>
                    </a:lnTo>
                    <a:lnTo>
                      <a:pt x="4365" y="6937"/>
                    </a:lnTo>
                    <a:lnTo>
                      <a:pt x="3847" y="7607"/>
                    </a:lnTo>
                    <a:lnTo>
                      <a:pt x="3350" y="8298"/>
                    </a:lnTo>
                    <a:lnTo>
                      <a:pt x="2874" y="9033"/>
                    </a:lnTo>
                    <a:lnTo>
                      <a:pt x="2442" y="9767"/>
                    </a:lnTo>
                    <a:lnTo>
                      <a:pt x="2032" y="10524"/>
                    </a:lnTo>
                    <a:lnTo>
                      <a:pt x="1664" y="11280"/>
                    </a:lnTo>
                    <a:lnTo>
                      <a:pt x="1340" y="12080"/>
                    </a:lnTo>
                    <a:lnTo>
                      <a:pt x="1038" y="12879"/>
                    </a:lnTo>
                    <a:lnTo>
                      <a:pt x="778" y="13722"/>
                    </a:lnTo>
                    <a:lnTo>
                      <a:pt x="541" y="14543"/>
                    </a:lnTo>
                    <a:lnTo>
                      <a:pt x="346" y="15407"/>
                    </a:lnTo>
                    <a:lnTo>
                      <a:pt x="195" y="16250"/>
                    </a:lnTo>
                    <a:lnTo>
                      <a:pt x="87" y="17136"/>
                    </a:lnTo>
                    <a:lnTo>
                      <a:pt x="22" y="18000"/>
                    </a:lnTo>
                    <a:lnTo>
                      <a:pt x="0" y="18540"/>
                    </a:lnTo>
                    <a:lnTo>
                      <a:pt x="0" y="19059"/>
                    </a:lnTo>
                    <a:lnTo>
                      <a:pt x="0" y="19577"/>
                    </a:lnTo>
                    <a:lnTo>
                      <a:pt x="44" y="20096"/>
                    </a:lnTo>
                    <a:lnTo>
                      <a:pt x="87" y="20614"/>
                    </a:lnTo>
                    <a:lnTo>
                      <a:pt x="130" y="21111"/>
                    </a:lnTo>
                    <a:lnTo>
                      <a:pt x="217" y="21630"/>
                    </a:lnTo>
                    <a:lnTo>
                      <a:pt x="303" y="22105"/>
                    </a:lnTo>
                    <a:lnTo>
                      <a:pt x="1621" y="22430"/>
                    </a:lnTo>
                    <a:lnTo>
                      <a:pt x="2961" y="22732"/>
                    </a:lnTo>
                    <a:lnTo>
                      <a:pt x="4300" y="22970"/>
                    </a:lnTo>
                    <a:lnTo>
                      <a:pt x="5618" y="23186"/>
                    </a:lnTo>
                    <a:lnTo>
                      <a:pt x="6958" y="23380"/>
                    </a:lnTo>
                    <a:lnTo>
                      <a:pt x="8276" y="23532"/>
                    </a:lnTo>
                    <a:lnTo>
                      <a:pt x="9573" y="23640"/>
                    </a:lnTo>
                    <a:lnTo>
                      <a:pt x="10869" y="23748"/>
                    </a:lnTo>
                    <a:lnTo>
                      <a:pt x="12165" y="23791"/>
                    </a:lnTo>
                    <a:lnTo>
                      <a:pt x="13440" y="23834"/>
                    </a:lnTo>
                    <a:lnTo>
                      <a:pt x="15947" y="23834"/>
                    </a:lnTo>
                    <a:lnTo>
                      <a:pt x="17178" y="23791"/>
                    </a:lnTo>
                    <a:lnTo>
                      <a:pt x="18410" y="23726"/>
                    </a:lnTo>
                    <a:lnTo>
                      <a:pt x="19598" y="23640"/>
                    </a:lnTo>
                    <a:lnTo>
                      <a:pt x="20787" y="23553"/>
                    </a:lnTo>
                    <a:lnTo>
                      <a:pt x="21932" y="23423"/>
                    </a:lnTo>
                    <a:lnTo>
                      <a:pt x="23077" y="23294"/>
                    </a:lnTo>
                    <a:lnTo>
                      <a:pt x="24179" y="23143"/>
                    </a:lnTo>
                    <a:lnTo>
                      <a:pt x="25260" y="22991"/>
                    </a:lnTo>
                    <a:lnTo>
                      <a:pt x="26318" y="22818"/>
                    </a:lnTo>
                    <a:lnTo>
                      <a:pt x="27356" y="22624"/>
                    </a:lnTo>
                    <a:lnTo>
                      <a:pt x="28349" y="22430"/>
                    </a:lnTo>
                    <a:lnTo>
                      <a:pt x="29322" y="22235"/>
                    </a:lnTo>
                    <a:lnTo>
                      <a:pt x="30251" y="22019"/>
                    </a:lnTo>
                    <a:lnTo>
                      <a:pt x="31158" y="21803"/>
                    </a:lnTo>
                    <a:lnTo>
                      <a:pt x="32865" y="21349"/>
                    </a:lnTo>
                    <a:lnTo>
                      <a:pt x="34421" y="20917"/>
                    </a:lnTo>
                    <a:lnTo>
                      <a:pt x="35804" y="20463"/>
                    </a:lnTo>
                    <a:lnTo>
                      <a:pt x="35847" y="19945"/>
                    </a:lnTo>
                    <a:lnTo>
                      <a:pt x="35869" y="19404"/>
                    </a:lnTo>
                    <a:lnTo>
                      <a:pt x="35869" y="18886"/>
                    </a:lnTo>
                    <a:lnTo>
                      <a:pt x="35869" y="18346"/>
                    </a:lnTo>
                    <a:lnTo>
                      <a:pt x="35804" y="17460"/>
                    </a:lnTo>
                    <a:lnTo>
                      <a:pt x="35718" y="16574"/>
                    </a:lnTo>
                    <a:lnTo>
                      <a:pt x="35588" y="15710"/>
                    </a:lnTo>
                    <a:lnTo>
                      <a:pt x="35415" y="14824"/>
                    </a:lnTo>
                    <a:lnTo>
                      <a:pt x="35221" y="13959"/>
                    </a:lnTo>
                    <a:lnTo>
                      <a:pt x="34983" y="13095"/>
                    </a:lnTo>
                    <a:lnTo>
                      <a:pt x="34702" y="12252"/>
                    </a:lnTo>
                    <a:lnTo>
                      <a:pt x="34378" y="11431"/>
                    </a:lnTo>
                    <a:lnTo>
                      <a:pt x="34032" y="10610"/>
                    </a:lnTo>
                    <a:lnTo>
                      <a:pt x="33665" y="9811"/>
                    </a:lnTo>
                    <a:lnTo>
                      <a:pt x="33233" y="9011"/>
                    </a:lnTo>
                    <a:lnTo>
                      <a:pt x="32779" y="8255"/>
                    </a:lnTo>
                    <a:lnTo>
                      <a:pt x="32304" y="7520"/>
                    </a:lnTo>
                    <a:lnTo>
                      <a:pt x="31785" y="6786"/>
                    </a:lnTo>
                    <a:lnTo>
                      <a:pt x="31245" y="6094"/>
                    </a:lnTo>
                    <a:lnTo>
                      <a:pt x="30683" y="5446"/>
                    </a:lnTo>
                    <a:lnTo>
                      <a:pt x="30078" y="4798"/>
                    </a:lnTo>
                    <a:lnTo>
                      <a:pt x="29430" y="4193"/>
                    </a:lnTo>
                    <a:lnTo>
                      <a:pt x="28760" y="3631"/>
                    </a:lnTo>
                    <a:lnTo>
                      <a:pt x="28069" y="3091"/>
                    </a:lnTo>
                    <a:lnTo>
                      <a:pt x="27356" y="2594"/>
                    </a:lnTo>
                    <a:lnTo>
                      <a:pt x="26621" y="2118"/>
                    </a:lnTo>
                    <a:lnTo>
                      <a:pt x="25843" y="1708"/>
                    </a:lnTo>
                    <a:lnTo>
                      <a:pt x="25044" y="1319"/>
                    </a:lnTo>
                    <a:lnTo>
                      <a:pt x="24222" y="995"/>
                    </a:lnTo>
                    <a:lnTo>
                      <a:pt x="23812" y="844"/>
                    </a:lnTo>
                    <a:lnTo>
                      <a:pt x="23380" y="692"/>
                    </a:lnTo>
                    <a:lnTo>
                      <a:pt x="22948" y="563"/>
                    </a:lnTo>
                    <a:lnTo>
                      <a:pt x="22515" y="455"/>
                    </a:lnTo>
                    <a:lnTo>
                      <a:pt x="22062" y="347"/>
                    </a:lnTo>
                    <a:lnTo>
                      <a:pt x="21608" y="260"/>
                    </a:lnTo>
                    <a:lnTo>
                      <a:pt x="21154" y="195"/>
                    </a:lnTo>
                    <a:lnTo>
                      <a:pt x="20700" y="131"/>
                    </a:lnTo>
                    <a:lnTo>
                      <a:pt x="20247" y="66"/>
                    </a:lnTo>
                    <a:lnTo>
                      <a:pt x="19771" y="22"/>
                    </a:lnTo>
                    <a:lnTo>
                      <a:pt x="19296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6" name="Google Shape;6456;p29"/>
              <p:cNvSpPr/>
              <p:nvPr/>
            </p:nvSpPr>
            <p:spPr>
              <a:xfrm>
                <a:off x="11710850" y="4225400"/>
                <a:ext cx="53500" cy="135075"/>
              </a:xfrm>
              <a:custGeom>
                <a:avLst/>
                <a:gdLst/>
                <a:ahLst/>
                <a:cxnLst/>
                <a:rect l="l" t="t" r="r" b="b"/>
                <a:pathLst>
                  <a:path w="2140" h="5403" extrusionOk="0">
                    <a:moveTo>
                      <a:pt x="757" y="1"/>
                    </a:moveTo>
                    <a:lnTo>
                      <a:pt x="0" y="2896"/>
                    </a:lnTo>
                    <a:lnTo>
                      <a:pt x="1642" y="5403"/>
                    </a:lnTo>
                    <a:lnTo>
                      <a:pt x="1707" y="5186"/>
                    </a:lnTo>
                    <a:lnTo>
                      <a:pt x="2139" y="2507"/>
                    </a:lnTo>
                    <a:lnTo>
                      <a:pt x="75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7" name="Google Shape;6457;p29"/>
              <p:cNvSpPr/>
              <p:nvPr/>
            </p:nvSpPr>
            <p:spPr>
              <a:xfrm>
                <a:off x="11617400" y="4304800"/>
                <a:ext cx="116700" cy="66475"/>
              </a:xfrm>
              <a:custGeom>
                <a:avLst/>
                <a:gdLst/>
                <a:ahLst/>
                <a:cxnLst/>
                <a:rect l="l" t="t" r="r" b="b"/>
                <a:pathLst>
                  <a:path w="4668" h="2659" extrusionOk="0">
                    <a:moveTo>
                      <a:pt x="0" y="1"/>
                    </a:moveTo>
                    <a:lnTo>
                      <a:pt x="1491" y="2140"/>
                    </a:lnTo>
                    <a:lnTo>
                      <a:pt x="4667" y="2659"/>
                    </a:lnTo>
                    <a:lnTo>
                      <a:pt x="3198" y="52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8" name="Google Shape;6458;p29"/>
              <p:cNvSpPr/>
              <p:nvPr/>
            </p:nvSpPr>
            <p:spPr>
              <a:xfrm>
                <a:off x="11774575" y="4242700"/>
                <a:ext cx="60525" cy="117775"/>
              </a:xfrm>
              <a:custGeom>
                <a:avLst/>
                <a:gdLst/>
                <a:ahLst/>
                <a:cxnLst/>
                <a:rect l="l" t="t" r="r" b="b"/>
                <a:pathLst>
                  <a:path w="2421" h="4711" extrusionOk="0">
                    <a:moveTo>
                      <a:pt x="2421" y="0"/>
                    </a:moveTo>
                    <a:lnTo>
                      <a:pt x="476" y="1772"/>
                    </a:lnTo>
                    <a:lnTo>
                      <a:pt x="1" y="4711"/>
                    </a:lnTo>
                    <a:lnTo>
                      <a:pt x="2227" y="2982"/>
                    </a:lnTo>
                    <a:lnTo>
                      <a:pt x="242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9" name="Google Shape;6459;p29"/>
              <p:cNvSpPr/>
              <p:nvPr/>
            </p:nvSpPr>
            <p:spPr>
              <a:xfrm>
                <a:off x="11784300" y="4340475"/>
                <a:ext cx="131850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5274" h="2075" extrusionOk="0">
                    <a:moveTo>
                      <a:pt x="2097" y="0"/>
                    </a:moveTo>
                    <a:lnTo>
                      <a:pt x="1" y="1556"/>
                    </a:lnTo>
                    <a:lnTo>
                      <a:pt x="3199" y="2074"/>
                    </a:lnTo>
                    <a:lnTo>
                      <a:pt x="5273" y="519"/>
                    </a:lnTo>
                    <a:lnTo>
                      <a:pt x="20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0" name="Google Shape;6460;p29"/>
              <p:cNvSpPr/>
              <p:nvPr/>
            </p:nvSpPr>
            <p:spPr>
              <a:xfrm>
                <a:off x="11751350" y="4406900"/>
                <a:ext cx="54050" cy="135075"/>
              </a:xfrm>
              <a:custGeom>
                <a:avLst/>
                <a:gdLst/>
                <a:ahLst/>
                <a:cxnLst/>
                <a:rect l="l" t="t" r="r" b="b"/>
                <a:pathLst>
                  <a:path w="2162" h="5403" extrusionOk="0">
                    <a:moveTo>
                      <a:pt x="498" y="1"/>
                    </a:moveTo>
                    <a:lnTo>
                      <a:pt x="455" y="217"/>
                    </a:lnTo>
                    <a:lnTo>
                      <a:pt x="1" y="2896"/>
                    </a:lnTo>
                    <a:lnTo>
                      <a:pt x="1405" y="5403"/>
                    </a:lnTo>
                    <a:lnTo>
                      <a:pt x="2162" y="2507"/>
                    </a:lnTo>
                    <a:lnTo>
                      <a:pt x="49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1" name="Google Shape;6461;p29"/>
              <p:cNvSpPr/>
              <p:nvPr/>
            </p:nvSpPr>
            <p:spPr>
              <a:xfrm>
                <a:off x="11782150" y="4395575"/>
                <a:ext cx="116700" cy="67000"/>
              </a:xfrm>
              <a:custGeom>
                <a:avLst/>
                <a:gdLst/>
                <a:ahLst/>
                <a:cxnLst/>
                <a:rect l="l" t="t" r="r" b="b"/>
                <a:pathLst>
                  <a:path w="4668" h="2680" extrusionOk="0">
                    <a:moveTo>
                      <a:pt x="0" y="0"/>
                    </a:moveTo>
                    <a:lnTo>
                      <a:pt x="1470" y="2161"/>
                    </a:lnTo>
                    <a:lnTo>
                      <a:pt x="4668" y="2679"/>
                    </a:lnTo>
                    <a:lnTo>
                      <a:pt x="3177" y="5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2" name="Google Shape;6462;p29"/>
              <p:cNvSpPr/>
              <p:nvPr/>
            </p:nvSpPr>
            <p:spPr>
              <a:xfrm>
                <a:off x="11681125" y="4406375"/>
                <a:ext cx="60525" cy="118325"/>
              </a:xfrm>
              <a:custGeom>
                <a:avLst/>
                <a:gdLst/>
                <a:ahLst/>
                <a:cxnLst/>
                <a:rect l="l" t="t" r="r" b="b"/>
                <a:pathLst>
                  <a:path w="2421" h="4733" extrusionOk="0">
                    <a:moveTo>
                      <a:pt x="2421" y="0"/>
                    </a:moveTo>
                    <a:lnTo>
                      <a:pt x="195" y="1750"/>
                    </a:lnTo>
                    <a:lnTo>
                      <a:pt x="1" y="4732"/>
                    </a:lnTo>
                    <a:lnTo>
                      <a:pt x="1946" y="2960"/>
                    </a:lnTo>
                    <a:lnTo>
                      <a:pt x="242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3" name="Google Shape;6463;p29"/>
              <p:cNvSpPr/>
              <p:nvPr/>
            </p:nvSpPr>
            <p:spPr>
              <a:xfrm>
                <a:off x="11599575" y="4374500"/>
                <a:ext cx="131825" cy="52425"/>
              </a:xfrm>
              <a:custGeom>
                <a:avLst/>
                <a:gdLst/>
                <a:ahLst/>
                <a:cxnLst/>
                <a:rect l="l" t="t" r="r" b="b"/>
                <a:pathLst>
                  <a:path w="5273" h="2097" extrusionOk="0">
                    <a:moveTo>
                      <a:pt x="2096" y="0"/>
                    </a:moveTo>
                    <a:lnTo>
                      <a:pt x="0" y="1578"/>
                    </a:lnTo>
                    <a:lnTo>
                      <a:pt x="3198" y="2096"/>
                    </a:lnTo>
                    <a:lnTo>
                      <a:pt x="5272" y="519"/>
                    </a:lnTo>
                    <a:lnTo>
                      <a:pt x="2096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4" name="Google Shape;6464;p29"/>
              <p:cNvSpPr/>
              <p:nvPr/>
            </p:nvSpPr>
            <p:spPr>
              <a:xfrm>
                <a:off x="11749200" y="4369625"/>
                <a:ext cx="22175" cy="21650"/>
              </a:xfrm>
              <a:custGeom>
                <a:avLst/>
                <a:gdLst/>
                <a:ahLst/>
                <a:cxnLst/>
                <a:rect l="l" t="t" r="r" b="b"/>
                <a:pathLst>
                  <a:path w="887" h="866" extrusionOk="0">
                    <a:moveTo>
                      <a:pt x="346" y="1"/>
                    </a:moveTo>
                    <a:lnTo>
                      <a:pt x="260" y="22"/>
                    </a:lnTo>
                    <a:lnTo>
                      <a:pt x="195" y="66"/>
                    </a:lnTo>
                    <a:lnTo>
                      <a:pt x="130" y="130"/>
                    </a:lnTo>
                    <a:lnTo>
                      <a:pt x="65" y="195"/>
                    </a:lnTo>
                    <a:lnTo>
                      <a:pt x="44" y="282"/>
                    </a:lnTo>
                    <a:lnTo>
                      <a:pt x="22" y="368"/>
                    </a:lnTo>
                    <a:lnTo>
                      <a:pt x="0" y="455"/>
                    </a:lnTo>
                    <a:lnTo>
                      <a:pt x="22" y="541"/>
                    </a:lnTo>
                    <a:lnTo>
                      <a:pt x="44" y="606"/>
                    </a:lnTo>
                    <a:lnTo>
                      <a:pt x="87" y="692"/>
                    </a:lnTo>
                    <a:lnTo>
                      <a:pt x="152" y="736"/>
                    </a:lnTo>
                    <a:lnTo>
                      <a:pt x="216" y="800"/>
                    </a:lnTo>
                    <a:lnTo>
                      <a:pt x="281" y="844"/>
                    </a:lnTo>
                    <a:lnTo>
                      <a:pt x="368" y="865"/>
                    </a:lnTo>
                    <a:lnTo>
                      <a:pt x="454" y="865"/>
                    </a:lnTo>
                    <a:lnTo>
                      <a:pt x="541" y="844"/>
                    </a:lnTo>
                    <a:lnTo>
                      <a:pt x="627" y="822"/>
                    </a:lnTo>
                    <a:lnTo>
                      <a:pt x="692" y="779"/>
                    </a:lnTo>
                    <a:lnTo>
                      <a:pt x="757" y="736"/>
                    </a:lnTo>
                    <a:lnTo>
                      <a:pt x="821" y="649"/>
                    </a:lnTo>
                    <a:lnTo>
                      <a:pt x="843" y="584"/>
                    </a:lnTo>
                    <a:lnTo>
                      <a:pt x="865" y="498"/>
                    </a:lnTo>
                    <a:lnTo>
                      <a:pt x="886" y="411"/>
                    </a:lnTo>
                    <a:lnTo>
                      <a:pt x="865" y="325"/>
                    </a:lnTo>
                    <a:lnTo>
                      <a:pt x="843" y="239"/>
                    </a:lnTo>
                    <a:lnTo>
                      <a:pt x="800" y="174"/>
                    </a:lnTo>
                    <a:lnTo>
                      <a:pt x="735" y="109"/>
                    </a:lnTo>
                    <a:lnTo>
                      <a:pt x="670" y="66"/>
                    </a:lnTo>
                    <a:lnTo>
                      <a:pt x="605" y="22"/>
                    </a:lnTo>
                    <a:lnTo>
                      <a:pt x="519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5" name="Google Shape;6465;p29"/>
              <p:cNvSpPr/>
              <p:nvPr/>
            </p:nvSpPr>
            <p:spPr>
              <a:xfrm>
                <a:off x="11734625" y="2678300"/>
                <a:ext cx="387325" cy="748200"/>
              </a:xfrm>
              <a:custGeom>
                <a:avLst/>
                <a:gdLst/>
                <a:ahLst/>
                <a:cxnLst/>
                <a:rect l="l" t="t" r="r" b="b"/>
                <a:pathLst>
                  <a:path w="15493" h="29928" extrusionOk="0">
                    <a:moveTo>
                      <a:pt x="10199" y="1"/>
                    </a:moveTo>
                    <a:lnTo>
                      <a:pt x="9680" y="44"/>
                    </a:lnTo>
                    <a:lnTo>
                      <a:pt x="9162" y="152"/>
                    </a:lnTo>
                    <a:lnTo>
                      <a:pt x="8643" y="303"/>
                    </a:lnTo>
                    <a:lnTo>
                      <a:pt x="8103" y="498"/>
                    </a:lnTo>
                    <a:lnTo>
                      <a:pt x="7563" y="735"/>
                    </a:lnTo>
                    <a:lnTo>
                      <a:pt x="7022" y="1059"/>
                    </a:lnTo>
                    <a:lnTo>
                      <a:pt x="6482" y="1405"/>
                    </a:lnTo>
                    <a:lnTo>
                      <a:pt x="5964" y="1837"/>
                    </a:lnTo>
                    <a:lnTo>
                      <a:pt x="5423" y="2313"/>
                    </a:lnTo>
                    <a:lnTo>
                      <a:pt x="4883" y="2874"/>
                    </a:lnTo>
                    <a:lnTo>
                      <a:pt x="4365" y="3458"/>
                    </a:lnTo>
                    <a:lnTo>
                      <a:pt x="3868" y="4084"/>
                    </a:lnTo>
                    <a:lnTo>
                      <a:pt x="3414" y="4754"/>
                    </a:lnTo>
                    <a:lnTo>
                      <a:pt x="3003" y="5424"/>
                    </a:lnTo>
                    <a:lnTo>
                      <a:pt x="2615" y="6116"/>
                    </a:lnTo>
                    <a:lnTo>
                      <a:pt x="2269" y="6850"/>
                    </a:lnTo>
                    <a:lnTo>
                      <a:pt x="1945" y="7585"/>
                    </a:lnTo>
                    <a:lnTo>
                      <a:pt x="1642" y="8341"/>
                    </a:lnTo>
                    <a:lnTo>
                      <a:pt x="1383" y="9119"/>
                    </a:lnTo>
                    <a:lnTo>
                      <a:pt x="1145" y="9918"/>
                    </a:lnTo>
                    <a:lnTo>
                      <a:pt x="929" y="10740"/>
                    </a:lnTo>
                    <a:lnTo>
                      <a:pt x="735" y="11561"/>
                    </a:lnTo>
                    <a:lnTo>
                      <a:pt x="562" y="12382"/>
                    </a:lnTo>
                    <a:lnTo>
                      <a:pt x="432" y="13224"/>
                    </a:lnTo>
                    <a:lnTo>
                      <a:pt x="303" y="14089"/>
                    </a:lnTo>
                    <a:lnTo>
                      <a:pt x="216" y="14931"/>
                    </a:lnTo>
                    <a:lnTo>
                      <a:pt x="130" y="15796"/>
                    </a:lnTo>
                    <a:lnTo>
                      <a:pt x="65" y="16660"/>
                    </a:lnTo>
                    <a:lnTo>
                      <a:pt x="22" y="17524"/>
                    </a:lnTo>
                    <a:lnTo>
                      <a:pt x="0" y="18389"/>
                    </a:lnTo>
                    <a:lnTo>
                      <a:pt x="0" y="19253"/>
                    </a:lnTo>
                    <a:lnTo>
                      <a:pt x="0" y="20096"/>
                    </a:lnTo>
                    <a:lnTo>
                      <a:pt x="22" y="20960"/>
                    </a:lnTo>
                    <a:lnTo>
                      <a:pt x="86" y="22645"/>
                    </a:lnTo>
                    <a:lnTo>
                      <a:pt x="216" y="24287"/>
                    </a:lnTo>
                    <a:lnTo>
                      <a:pt x="389" y="25886"/>
                    </a:lnTo>
                    <a:lnTo>
                      <a:pt x="562" y="27421"/>
                    </a:lnTo>
                    <a:lnTo>
                      <a:pt x="691" y="27550"/>
                    </a:lnTo>
                    <a:lnTo>
                      <a:pt x="864" y="27745"/>
                    </a:lnTo>
                    <a:lnTo>
                      <a:pt x="1210" y="28220"/>
                    </a:lnTo>
                    <a:lnTo>
                      <a:pt x="1642" y="28739"/>
                    </a:lnTo>
                    <a:lnTo>
                      <a:pt x="1880" y="28998"/>
                    </a:lnTo>
                    <a:lnTo>
                      <a:pt x="2118" y="29257"/>
                    </a:lnTo>
                    <a:lnTo>
                      <a:pt x="2398" y="29473"/>
                    </a:lnTo>
                    <a:lnTo>
                      <a:pt x="2679" y="29668"/>
                    </a:lnTo>
                    <a:lnTo>
                      <a:pt x="2809" y="29754"/>
                    </a:lnTo>
                    <a:lnTo>
                      <a:pt x="2960" y="29819"/>
                    </a:lnTo>
                    <a:lnTo>
                      <a:pt x="3111" y="29862"/>
                    </a:lnTo>
                    <a:lnTo>
                      <a:pt x="3284" y="29905"/>
                    </a:lnTo>
                    <a:lnTo>
                      <a:pt x="3436" y="29927"/>
                    </a:lnTo>
                    <a:lnTo>
                      <a:pt x="3608" y="29927"/>
                    </a:lnTo>
                    <a:lnTo>
                      <a:pt x="3760" y="29905"/>
                    </a:lnTo>
                    <a:lnTo>
                      <a:pt x="3933" y="29862"/>
                    </a:lnTo>
                    <a:lnTo>
                      <a:pt x="4105" y="29797"/>
                    </a:lnTo>
                    <a:lnTo>
                      <a:pt x="4278" y="29711"/>
                    </a:lnTo>
                    <a:lnTo>
                      <a:pt x="4451" y="29603"/>
                    </a:lnTo>
                    <a:lnTo>
                      <a:pt x="4646" y="29473"/>
                    </a:lnTo>
                    <a:lnTo>
                      <a:pt x="5186" y="28155"/>
                    </a:lnTo>
                    <a:lnTo>
                      <a:pt x="5748" y="26859"/>
                    </a:lnTo>
                    <a:lnTo>
                      <a:pt x="6353" y="25562"/>
                    </a:lnTo>
                    <a:lnTo>
                      <a:pt x="6979" y="24287"/>
                    </a:lnTo>
                    <a:lnTo>
                      <a:pt x="7606" y="23013"/>
                    </a:lnTo>
                    <a:lnTo>
                      <a:pt x="8254" y="21738"/>
                    </a:lnTo>
                    <a:lnTo>
                      <a:pt x="9572" y="19188"/>
                    </a:lnTo>
                    <a:lnTo>
                      <a:pt x="10890" y="16660"/>
                    </a:lnTo>
                    <a:lnTo>
                      <a:pt x="12208" y="14132"/>
                    </a:lnTo>
                    <a:lnTo>
                      <a:pt x="12835" y="12879"/>
                    </a:lnTo>
                    <a:lnTo>
                      <a:pt x="13461" y="11604"/>
                    </a:lnTo>
                    <a:lnTo>
                      <a:pt x="14066" y="10351"/>
                    </a:lnTo>
                    <a:lnTo>
                      <a:pt x="14650" y="9076"/>
                    </a:lnTo>
                    <a:lnTo>
                      <a:pt x="14931" y="8384"/>
                    </a:lnTo>
                    <a:lnTo>
                      <a:pt x="15147" y="7715"/>
                    </a:lnTo>
                    <a:lnTo>
                      <a:pt x="15320" y="7045"/>
                    </a:lnTo>
                    <a:lnTo>
                      <a:pt x="15428" y="6418"/>
                    </a:lnTo>
                    <a:lnTo>
                      <a:pt x="15493" y="5813"/>
                    </a:lnTo>
                    <a:lnTo>
                      <a:pt x="15493" y="5230"/>
                    </a:lnTo>
                    <a:lnTo>
                      <a:pt x="15471" y="4646"/>
                    </a:lnTo>
                    <a:lnTo>
                      <a:pt x="15385" y="4106"/>
                    </a:lnTo>
                    <a:lnTo>
                      <a:pt x="15255" y="3609"/>
                    </a:lnTo>
                    <a:lnTo>
                      <a:pt x="15104" y="3112"/>
                    </a:lnTo>
                    <a:lnTo>
                      <a:pt x="14888" y="2658"/>
                    </a:lnTo>
                    <a:lnTo>
                      <a:pt x="14650" y="2248"/>
                    </a:lnTo>
                    <a:lnTo>
                      <a:pt x="14391" y="1859"/>
                    </a:lnTo>
                    <a:lnTo>
                      <a:pt x="14066" y="1492"/>
                    </a:lnTo>
                    <a:lnTo>
                      <a:pt x="13742" y="1167"/>
                    </a:lnTo>
                    <a:lnTo>
                      <a:pt x="13375" y="887"/>
                    </a:lnTo>
                    <a:lnTo>
                      <a:pt x="12986" y="627"/>
                    </a:lnTo>
                    <a:lnTo>
                      <a:pt x="12554" y="411"/>
                    </a:lnTo>
                    <a:lnTo>
                      <a:pt x="12122" y="238"/>
                    </a:lnTo>
                    <a:lnTo>
                      <a:pt x="11668" y="109"/>
                    </a:lnTo>
                    <a:lnTo>
                      <a:pt x="11193" y="22"/>
                    </a:lnTo>
                    <a:lnTo>
                      <a:pt x="10696" y="1"/>
                    </a:lnTo>
                    <a:close/>
                  </a:path>
                </a:pathLst>
              </a:custGeom>
              <a:solidFill>
                <a:srgbClr val="424242">
                  <a:alpha val="55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6" name="Google Shape;6466;p29"/>
              <p:cNvSpPr/>
              <p:nvPr/>
            </p:nvSpPr>
            <p:spPr>
              <a:xfrm>
                <a:off x="10840075" y="2932725"/>
                <a:ext cx="599625" cy="608825"/>
              </a:xfrm>
              <a:custGeom>
                <a:avLst/>
                <a:gdLst/>
                <a:ahLst/>
                <a:cxnLst/>
                <a:rect l="l" t="t" r="r" b="b"/>
                <a:pathLst>
                  <a:path w="23985" h="24353" extrusionOk="0">
                    <a:moveTo>
                      <a:pt x="5661" y="1"/>
                    </a:moveTo>
                    <a:lnTo>
                      <a:pt x="5078" y="22"/>
                    </a:lnTo>
                    <a:lnTo>
                      <a:pt x="4494" y="87"/>
                    </a:lnTo>
                    <a:lnTo>
                      <a:pt x="3954" y="195"/>
                    </a:lnTo>
                    <a:lnTo>
                      <a:pt x="3457" y="346"/>
                    </a:lnTo>
                    <a:lnTo>
                      <a:pt x="2982" y="541"/>
                    </a:lnTo>
                    <a:lnTo>
                      <a:pt x="2528" y="757"/>
                    </a:lnTo>
                    <a:lnTo>
                      <a:pt x="2096" y="1016"/>
                    </a:lnTo>
                    <a:lnTo>
                      <a:pt x="1729" y="1319"/>
                    </a:lnTo>
                    <a:lnTo>
                      <a:pt x="1361" y="1643"/>
                    </a:lnTo>
                    <a:lnTo>
                      <a:pt x="1059" y="1989"/>
                    </a:lnTo>
                    <a:lnTo>
                      <a:pt x="778" y="2356"/>
                    </a:lnTo>
                    <a:lnTo>
                      <a:pt x="540" y="2767"/>
                    </a:lnTo>
                    <a:lnTo>
                      <a:pt x="346" y="3177"/>
                    </a:lnTo>
                    <a:lnTo>
                      <a:pt x="194" y="3631"/>
                    </a:lnTo>
                    <a:lnTo>
                      <a:pt x="86" y="4085"/>
                    </a:lnTo>
                    <a:lnTo>
                      <a:pt x="22" y="4560"/>
                    </a:lnTo>
                    <a:lnTo>
                      <a:pt x="0" y="5035"/>
                    </a:lnTo>
                    <a:lnTo>
                      <a:pt x="22" y="5532"/>
                    </a:lnTo>
                    <a:lnTo>
                      <a:pt x="86" y="6051"/>
                    </a:lnTo>
                    <a:lnTo>
                      <a:pt x="216" y="6569"/>
                    </a:lnTo>
                    <a:lnTo>
                      <a:pt x="389" y="7066"/>
                    </a:lnTo>
                    <a:lnTo>
                      <a:pt x="605" y="7585"/>
                    </a:lnTo>
                    <a:lnTo>
                      <a:pt x="886" y="8125"/>
                    </a:lnTo>
                    <a:lnTo>
                      <a:pt x="1210" y="8622"/>
                    </a:lnTo>
                    <a:lnTo>
                      <a:pt x="1599" y="9141"/>
                    </a:lnTo>
                    <a:lnTo>
                      <a:pt x="2053" y="9659"/>
                    </a:lnTo>
                    <a:lnTo>
                      <a:pt x="2550" y="10156"/>
                    </a:lnTo>
                    <a:lnTo>
                      <a:pt x="3111" y="10632"/>
                    </a:lnTo>
                    <a:lnTo>
                      <a:pt x="4213" y="11518"/>
                    </a:lnTo>
                    <a:lnTo>
                      <a:pt x="5315" y="12360"/>
                    </a:lnTo>
                    <a:lnTo>
                      <a:pt x="6461" y="13225"/>
                    </a:lnTo>
                    <a:lnTo>
                      <a:pt x="7584" y="14067"/>
                    </a:lnTo>
                    <a:lnTo>
                      <a:pt x="9896" y="15709"/>
                    </a:lnTo>
                    <a:lnTo>
                      <a:pt x="12230" y="17373"/>
                    </a:lnTo>
                    <a:lnTo>
                      <a:pt x="14542" y="19037"/>
                    </a:lnTo>
                    <a:lnTo>
                      <a:pt x="15709" y="19880"/>
                    </a:lnTo>
                    <a:lnTo>
                      <a:pt x="16854" y="20722"/>
                    </a:lnTo>
                    <a:lnTo>
                      <a:pt x="17977" y="21608"/>
                    </a:lnTo>
                    <a:lnTo>
                      <a:pt x="19101" y="22473"/>
                    </a:lnTo>
                    <a:lnTo>
                      <a:pt x="20203" y="23380"/>
                    </a:lnTo>
                    <a:lnTo>
                      <a:pt x="21283" y="24309"/>
                    </a:lnTo>
                    <a:lnTo>
                      <a:pt x="21499" y="24331"/>
                    </a:lnTo>
                    <a:lnTo>
                      <a:pt x="21716" y="24352"/>
                    </a:lnTo>
                    <a:lnTo>
                      <a:pt x="21910" y="24352"/>
                    </a:lnTo>
                    <a:lnTo>
                      <a:pt x="22083" y="24331"/>
                    </a:lnTo>
                    <a:lnTo>
                      <a:pt x="22256" y="24288"/>
                    </a:lnTo>
                    <a:lnTo>
                      <a:pt x="22407" y="24223"/>
                    </a:lnTo>
                    <a:lnTo>
                      <a:pt x="22558" y="24158"/>
                    </a:lnTo>
                    <a:lnTo>
                      <a:pt x="22688" y="24072"/>
                    </a:lnTo>
                    <a:lnTo>
                      <a:pt x="22818" y="23964"/>
                    </a:lnTo>
                    <a:lnTo>
                      <a:pt x="22926" y="23855"/>
                    </a:lnTo>
                    <a:lnTo>
                      <a:pt x="23034" y="23726"/>
                    </a:lnTo>
                    <a:lnTo>
                      <a:pt x="23120" y="23596"/>
                    </a:lnTo>
                    <a:lnTo>
                      <a:pt x="23293" y="23294"/>
                    </a:lnTo>
                    <a:lnTo>
                      <a:pt x="23423" y="22970"/>
                    </a:lnTo>
                    <a:lnTo>
                      <a:pt x="23531" y="22624"/>
                    </a:lnTo>
                    <a:lnTo>
                      <a:pt x="23617" y="22300"/>
                    </a:lnTo>
                    <a:lnTo>
                      <a:pt x="23768" y="21630"/>
                    </a:lnTo>
                    <a:lnTo>
                      <a:pt x="23876" y="21047"/>
                    </a:lnTo>
                    <a:lnTo>
                      <a:pt x="23919" y="20809"/>
                    </a:lnTo>
                    <a:lnTo>
                      <a:pt x="23984" y="20614"/>
                    </a:lnTo>
                    <a:lnTo>
                      <a:pt x="23444" y="19167"/>
                    </a:lnTo>
                    <a:lnTo>
                      <a:pt x="22882" y="17676"/>
                    </a:lnTo>
                    <a:lnTo>
                      <a:pt x="22234" y="16163"/>
                    </a:lnTo>
                    <a:lnTo>
                      <a:pt x="21543" y="14607"/>
                    </a:lnTo>
                    <a:lnTo>
                      <a:pt x="21175" y="13851"/>
                    </a:lnTo>
                    <a:lnTo>
                      <a:pt x="20786" y="13073"/>
                    </a:lnTo>
                    <a:lnTo>
                      <a:pt x="20397" y="12317"/>
                    </a:lnTo>
                    <a:lnTo>
                      <a:pt x="19987" y="11561"/>
                    </a:lnTo>
                    <a:lnTo>
                      <a:pt x="19555" y="10805"/>
                    </a:lnTo>
                    <a:lnTo>
                      <a:pt x="19101" y="10070"/>
                    </a:lnTo>
                    <a:lnTo>
                      <a:pt x="18647" y="9335"/>
                    </a:lnTo>
                    <a:lnTo>
                      <a:pt x="18172" y="8622"/>
                    </a:lnTo>
                    <a:lnTo>
                      <a:pt x="17675" y="7909"/>
                    </a:lnTo>
                    <a:lnTo>
                      <a:pt x="17178" y="7218"/>
                    </a:lnTo>
                    <a:lnTo>
                      <a:pt x="16638" y="6569"/>
                    </a:lnTo>
                    <a:lnTo>
                      <a:pt x="16098" y="5921"/>
                    </a:lnTo>
                    <a:lnTo>
                      <a:pt x="15536" y="5295"/>
                    </a:lnTo>
                    <a:lnTo>
                      <a:pt x="14974" y="4690"/>
                    </a:lnTo>
                    <a:lnTo>
                      <a:pt x="14391" y="4106"/>
                    </a:lnTo>
                    <a:lnTo>
                      <a:pt x="13764" y="3566"/>
                    </a:lnTo>
                    <a:lnTo>
                      <a:pt x="13137" y="3047"/>
                    </a:lnTo>
                    <a:lnTo>
                      <a:pt x="12511" y="2572"/>
                    </a:lnTo>
                    <a:lnTo>
                      <a:pt x="11841" y="2118"/>
                    </a:lnTo>
                    <a:lnTo>
                      <a:pt x="11171" y="1708"/>
                    </a:lnTo>
                    <a:lnTo>
                      <a:pt x="10480" y="1319"/>
                    </a:lnTo>
                    <a:lnTo>
                      <a:pt x="9767" y="995"/>
                    </a:lnTo>
                    <a:lnTo>
                      <a:pt x="9032" y="692"/>
                    </a:lnTo>
                    <a:lnTo>
                      <a:pt x="8276" y="433"/>
                    </a:lnTo>
                    <a:lnTo>
                      <a:pt x="7584" y="260"/>
                    </a:lnTo>
                    <a:lnTo>
                      <a:pt x="6936" y="109"/>
                    </a:lnTo>
                    <a:lnTo>
                      <a:pt x="6288" y="44"/>
                    </a:lnTo>
                    <a:lnTo>
                      <a:pt x="5661" y="1"/>
                    </a:lnTo>
                    <a:close/>
                  </a:path>
                </a:pathLst>
              </a:custGeom>
              <a:solidFill>
                <a:srgbClr val="424242">
                  <a:alpha val="55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7" name="Google Shape;6467;p29"/>
              <p:cNvSpPr/>
              <p:nvPr/>
            </p:nvSpPr>
            <p:spPr>
              <a:xfrm>
                <a:off x="11127450" y="3207700"/>
                <a:ext cx="284700" cy="298200"/>
              </a:xfrm>
              <a:custGeom>
                <a:avLst/>
                <a:gdLst/>
                <a:ahLst/>
                <a:cxnLst/>
                <a:rect l="l" t="t" r="r" b="b"/>
                <a:pathLst>
                  <a:path w="11388" h="11928" extrusionOk="0">
                    <a:moveTo>
                      <a:pt x="2485" y="0"/>
                    </a:moveTo>
                    <a:lnTo>
                      <a:pt x="1923" y="22"/>
                    </a:lnTo>
                    <a:lnTo>
                      <a:pt x="1664" y="43"/>
                    </a:lnTo>
                    <a:lnTo>
                      <a:pt x="1426" y="65"/>
                    </a:lnTo>
                    <a:lnTo>
                      <a:pt x="1210" y="108"/>
                    </a:lnTo>
                    <a:lnTo>
                      <a:pt x="1016" y="173"/>
                    </a:lnTo>
                    <a:lnTo>
                      <a:pt x="843" y="216"/>
                    </a:lnTo>
                    <a:lnTo>
                      <a:pt x="692" y="303"/>
                    </a:lnTo>
                    <a:lnTo>
                      <a:pt x="540" y="367"/>
                    </a:lnTo>
                    <a:lnTo>
                      <a:pt x="432" y="475"/>
                    </a:lnTo>
                    <a:lnTo>
                      <a:pt x="324" y="562"/>
                    </a:lnTo>
                    <a:lnTo>
                      <a:pt x="238" y="670"/>
                    </a:lnTo>
                    <a:lnTo>
                      <a:pt x="151" y="778"/>
                    </a:lnTo>
                    <a:lnTo>
                      <a:pt x="108" y="886"/>
                    </a:lnTo>
                    <a:lnTo>
                      <a:pt x="65" y="1016"/>
                    </a:lnTo>
                    <a:lnTo>
                      <a:pt x="22" y="1124"/>
                    </a:lnTo>
                    <a:lnTo>
                      <a:pt x="0" y="1253"/>
                    </a:lnTo>
                    <a:lnTo>
                      <a:pt x="0" y="1383"/>
                    </a:lnTo>
                    <a:lnTo>
                      <a:pt x="43" y="1664"/>
                    </a:lnTo>
                    <a:lnTo>
                      <a:pt x="108" y="1945"/>
                    </a:lnTo>
                    <a:lnTo>
                      <a:pt x="238" y="2226"/>
                    </a:lnTo>
                    <a:lnTo>
                      <a:pt x="411" y="2528"/>
                    </a:lnTo>
                    <a:lnTo>
                      <a:pt x="605" y="2809"/>
                    </a:lnTo>
                    <a:lnTo>
                      <a:pt x="821" y="3090"/>
                    </a:lnTo>
                    <a:lnTo>
                      <a:pt x="1081" y="3349"/>
                    </a:lnTo>
                    <a:lnTo>
                      <a:pt x="1880" y="4105"/>
                    </a:lnTo>
                    <a:lnTo>
                      <a:pt x="3068" y="5207"/>
                    </a:lnTo>
                    <a:lnTo>
                      <a:pt x="6094" y="7952"/>
                    </a:lnTo>
                    <a:lnTo>
                      <a:pt x="8946" y="10544"/>
                    </a:lnTo>
                    <a:lnTo>
                      <a:pt x="9918" y="11452"/>
                    </a:lnTo>
                    <a:lnTo>
                      <a:pt x="10393" y="11927"/>
                    </a:lnTo>
                    <a:lnTo>
                      <a:pt x="11387" y="11106"/>
                    </a:lnTo>
                    <a:lnTo>
                      <a:pt x="11193" y="10609"/>
                    </a:lnTo>
                    <a:lnTo>
                      <a:pt x="10912" y="9983"/>
                    </a:lnTo>
                    <a:lnTo>
                      <a:pt x="10566" y="9226"/>
                    </a:lnTo>
                    <a:lnTo>
                      <a:pt x="10134" y="8405"/>
                    </a:lnTo>
                    <a:lnTo>
                      <a:pt x="9637" y="7519"/>
                    </a:lnTo>
                    <a:lnTo>
                      <a:pt x="9097" y="6590"/>
                    </a:lnTo>
                    <a:lnTo>
                      <a:pt x="8514" y="5661"/>
                    </a:lnTo>
                    <a:lnTo>
                      <a:pt x="7887" y="4710"/>
                    </a:lnTo>
                    <a:lnTo>
                      <a:pt x="7217" y="3803"/>
                    </a:lnTo>
                    <a:lnTo>
                      <a:pt x="6547" y="2939"/>
                    </a:lnTo>
                    <a:lnTo>
                      <a:pt x="6202" y="2528"/>
                    </a:lnTo>
                    <a:lnTo>
                      <a:pt x="5856" y="2139"/>
                    </a:lnTo>
                    <a:lnTo>
                      <a:pt x="5488" y="1772"/>
                    </a:lnTo>
                    <a:lnTo>
                      <a:pt x="5143" y="1448"/>
                    </a:lnTo>
                    <a:lnTo>
                      <a:pt x="4797" y="1145"/>
                    </a:lnTo>
                    <a:lnTo>
                      <a:pt x="4451" y="864"/>
                    </a:lnTo>
                    <a:lnTo>
                      <a:pt x="4106" y="605"/>
                    </a:lnTo>
                    <a:lnTo>
                      <a:pt x="3781" y="411"/>
                    </a:lnTo>
                    <a:lnTo>
                      <a:pt x="3436" y="238"/>
                    </a:lnTo>
                    <a:lnTo>
                      <a:pt x="3112" y="108"/>
                    </a:lnTo>
                    <a:lnTo>
                      <a:pt x="2809" y="43"/>
                    </a:lnTo>
                    <a:lnTo>
                      <a:pt x="248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8" name="Google Shape;6468;p29"/>
              <p:cNvSpPr/>
              <p:nvPr/>
            </p:nvSpPr>
            <p:spPr>
              <a:xfrm>
                <a:off x="11791325" y="3020250"/>
                <a:ext cx="149125" cy="369500"/>
              </a:xfrm>
              <a:custGeom>
                <a:avLst/>
                <a:gdLst/>
                <a:ahLst/>
                <a:cxnLst/>
                <a:rect l="l" t="t" r="r" b="b"/>
                <a:pathLst>
                  <a:path w="5965" h="14780" extrusionOk="0">
                    <a:moveTo>
                      <a:pt x="4495" y="0"/>
                    </a:moveTo>
                    <a:lnTo>
                      <a:pt x="4322" y="43"/>
                    </a:lnTo>
                    <a:lnTo>
                      <a:pt x="4128" y="87"/>
                    </a:lnTo>
                    <a:lnTo>
                      <a:pt x="3912" y="130"/>
                    </a:lnTo>
                    <a:lnTo>
                      <a:pt x="3696" y="216"/>
                    </a:lnTo>
                    <a:lnTo>
                      <a:pt x="3458" y="303"/>
                    </a:lnTo>
                    <a:lnTo>
                      <a:pt x="2939" y="562"/>
                    </a:lnTo>
                    <a:lnTo>
                      <a:pt x="2680" y="735"/>
                    </a:lnTo>
                    <a:lnTo>
                      <a:pt x="2442" y="951"/>
                    </a:lnTo>
                    <a:lnTo>
                      <a:pt x="2205" y="1210"/>
                    </a:lnTo>
                    <a:lnTo>
                      <a:pt x="1989" y="1513"/>
                    </a:lnTo>
                    <a:lnTo>
                      <a:pt x="1773" y="1858"/>
                    </a:lnTo>
                    <a:lnTo>
                      <a:pt x="1578" y="2226"/>
                    </a:lnTo>
                    <a:lnTo>
                      <a:pt x="1405" y="2636"/>
                    </a:lnTo>
                    <a:lnTo>
                      <a:pt x="1232" y="3068"/>
                    </a:lnTo>
                    <a:lnTo>
                      <a:pt x="1081" y="3522"/>
                    </a:lnTo>
                    <a:lnTo>
                      <a:pt x="952" y="4019"/>
                    </a:lnTo>
                    <a:lnTo>
                      <a:pt x="822" y="4516"/>
                    </a:lnTo>
                    <a:lnTo>
                      <a:pt x="692" y="5035"/>
                    </a:lnTo>
                    <a:lnTo>
                      <a:pt x="476" y="6115"/>
                    </a:lnTo>
                    <a:lnTo>
                      <a:pt x="325" y="7217"/>
                    </a:lnTo>
                    <a:lnTo>
                      <a:pt x="195" y="8341"/>
                    </a:lnTo>
                    <a:lnTo>
                      <a:pt x="87" y="9464"/>
                    </a:lnTo>
                    <a:lnTo>
                      <a:pt x="44" y="10523"/>
                    </a:lnTo>
                    <a:lnTo>
                      <a:pt x="1" y="11539"/>
                    </a:lnTo>
                    <a:lnTo>
                      <a:pt x="1" y="12468"/>
                    </a:lnTo>
                    <a:lnTo>
                      <a:pt x="22" y="13289"/>
                    </a:lnTo>
                    <a:lnTo>
                      <a:pt x="66" y="13980"/>
                    </a:lnTo>
                    <a:lnTo>
                      <a:pt x="130" y="14520"/>
                    </a:lnTo>
                    <a:lnTo>
                      <a:pt x="1384" y="14780"/>
                    </a:lnTo>
                    <a:lnTo>
                      <a:pt x="1600" y="14153"/>
                    </a:lnTo>
                    <a:lnTo>
                      <a:pt x="2054" y="12900"/>
                    </a:lnTo>
                    <a:lnTo>
                      <a:pt x="3393" y="9291"/>
                    </a:lnTo>
                    <a:lnTo>
                      <a:pt x="4819" y="5445"/>
                    </a:lnTo>
                    <a:lnTo>
                      <a:pt x="5381" y="3933"/>
                    </a:lnTo>
                    <a:lnTo>
                      <a:pt x="5727" y="2896"/>
                    </a:lnTo>
                    <a:lnTo>
                      <a:pt x="5835" y="2550"/>
                    </a:lnTo>
                    <a:lnTo>
                      <a:pt x="5921" y="2204"/>
                    </a:lnTo>
                    <a:lnTo>
                      <a:pt x="5964" y="1858"/>
                    </a:lnTo>
                    <a:lnTo>
                      <a:pt x="5964" y="1513"/>
                    </a:lnTo>
                    <a:lnTo>
                      <a:pt x="5943" y="1210"/>
                    </a:lnTo>
                    <a:lnTo>
                      <a:pt x="5878" y="929"/>
                    </a:lnTo>
                    <a:lnTo>
                      <a:pt x="5792" y="670"/>
                    </a:lnTo>
                    <a:lnTo>
                      <a:pt x="5727" y="540"/>
                    </a:lnTo>
                    <a:lnTo>
                      <a:pt x="5640" y="432"/>
                    </a:lnTo>
                    <a:lnTo>
                      <a:pt x="5576" y="346"/>
                    </a:lnTo>
                    <a:lnTo>
                      <a:pt x="5467" y="259"/>
                    </a:lnTo>
                    <a:lnTo>
                      <a:pt x="5359" y="173"/>
                    </a:lnTo>
                    <a:lnTo>
                      <a:pt x="5251" y="108"/>
                    </a:lnTo>
                    <a:lnTo>
                      <a:pt x="5122" y="65"/>
                    </a:lnTo>
                    <a:lnTo>
                      <a:pt x="4992" y="22"/>
                    </a:lnTo>
                    <a:lnTo>
                      <a:pt x="484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9" name="Google Shape;6469;p29"/>
              <p:cNvSpPr/>
              <p:nvPr/>
            </p:nvSpPr>
            <p:spPr>
              <a:xfrm>
                <a:off x="11244675" y="3352450"/>
                <a:ext cx="874575" cy="874600"/>
              </a:xfrm>
              <a:custGeom>
                <a:avLst/>
                <a:gdLst/>
                <a:ahLst/>
                <a:cxnLst/>
                <a:rect l="l" t="t" r="r" b="b"/>
                <a:pathLst>
                  <a:path w="34983" h="34984" extrusionOk="0">
                    <a:moveTo>
                      <a:pt x="17221" y="1"/>
                    </a:moveTo>
                    <a:lnTo>
                      <a:pt x="16314" y="44"/>
                    </a:lnTo>
                    <a:lnTo>
                      <a:pt x="15428" y="109"/>
                    </a:lnTo>
                    <a:lnTo>
                      <a:pt x="14542" y="239"/>
                    </a:lnTo>
                    <a:lnTo>
                      <a:pt x="13678" y="411"/>
                    </a:lnTo>
                    <a:lnTo>
                      <a:pt x="12835" y="627"/>
                    </a:lnTo>
                    <a:lnTo>
                      <a:pt x="11992" y="865"/>
                    </a:lnTo>
                    <a:lnTo>
                      <a:pt x="11171" y="1168"/>
                    </a:lnTo>
                    <a:lnTo>
                      <a:pt x="10393" y="1492"/>
                    </a:lnTo>
                    <a:lnTo>
                      <a:pt x="9615" y="1859"/>
                    </a:lnTo>
                    <a:lnTo>
                      <a:pt x="8859" y="2270"/>
                    </a:lnTo>
                    <a:lnTo>
                      <a:pt x="8146" y="2702"/>
                    </a:lnTo>
                    <a:lnTo>
                      <a:pt x="7433" y="3177"/>
                    </a:lnTo>
                    <a:lnTo>
                      <a:pt x="6763" y="3674"/>
                    </a:lnTo>
                    <a:lnTo>
                      <a:pt x="6115" y="4193"/>
                    </a:lnTo>
                    <a:lnTo>
                      <a:pt x="5488" y="4754"/>
                    </a:lnTo>
                    <a:lnTo>
                      <a:pt x="4883" y="5360"/>
                    </a:lnTo>
                    <a:lnTo>
                      <a:pt x="4322" y="5965"/>
                    </a:lnTo>
                    <a:lnTo>
                      <a:pt x="3781" y="6613"/>
                    </a:lnTo>
                    <a:lnTo>
                      <a:pt x="3284" y="7283"/>
                    </a:lnTo>
                    <a:lnTo>
                      <a:pt x="2809" y="7974"/>
                    </a:lnTo>
                    <a:lnTo>
                      <a:pt x="2355" y="8687"/>
                    </a:lnTo>
                    <a:lnTo>
                      <a:pt x="1945" y="9443"/>
                    </a:lnTo>
                    <a:lnTo>
                      <a:pt x="1577" y="10200"/>
                    </a:lnTo>
                    <a:lnTo>
                      <a:pt x="1253" y="10977"/>
                    </a:lnTo>
                    <a:lnTo>
                      <a:pt x="951" y="11777"/>
                    </a:lnTo>
                    <a:lnTo>
                      <a:pt x="691" y="12576"/>
                    </a:lnTo>
                    <a:lnTo>
                      <a:pt x="475" y="13419"/>
                    </a:lnTo>
                    <a:lnTo>
                      <a:pt x="281" y="14262"/>
                    </a:lnTo>
                    <a:lnTo>
                      <a:pt x="151" y="15105"/>
                    </a:lnTo>
                    <a:lnTo>
                      <a:pt x="65" y="15990"/>
                    </a:lnTo>
                    <a:lnTo>
                      <a:pt x="0" y="16855"/>
                    </a:lnTo>
                    <a:lnTo>
                      <a:pt x="0" y="17762"/>
                    </a:lnTo>
                    <a:lnTo>
                      <a:pt x="22" y="18648"/>
                    </a:lnTo>
                    <a:lnTo>
                      <a:pt x="108" y="19556"/>
                    </a:lnTo>
                    <a:lnTo>
                      <a:pt x="238" y="20442"/>
                    </a:lnTo>
                    <a:lnTo>
                      <a:pt x="411" y="21306"/>
                    </a:lnTo>
                    <a:lnTo>
                      <a:pt x="627" y="22149"/>
                    </a:lnTo>
                    <a:lnTo>
                      <a:pt x="864" y="22991"/>
                    </a:lnTo>
                    <a:lnTo>
                      <a:pt x="1167" y="23791"/>
                    </a:lnTo>
                    <a:lnTo>
                      <a:pt x="1491" y="24590"/>
                    </a:lnTo>
                    <a:lnTo>
                      <a:pt x="1858" y="25368"/>
                    </a:lnTo>
                    <a:lnTo>
                      <a:pt x="2269" y="26103"/>
                    </a:lnTo>
                    <a:lnTo>
                      <a:pt x="2701" y="26837"/>
                    </a:lnTo>
                    <a:lnTo>
                      <a:pt x="3155" y="27529"/>
                    </a:lnTo>
                    <a:lnTo>
                      <a:pt x="3673" y="28220"/>
                    </a:lnTo>
                    <a:lnTo>
                      <a:pt x="4192" y="28869"/>
                    </a:lnTo>
                    <a:lnTo>
                      <a:pt x="4754" y="29495"/>
                    </a:lnTo>
                    <a:lnTo>
                      <a:pt x="5359" y="30079"/>
                    </a:lnTo>
                    <a:lnTo>
                      <a:pt x="5964" y="30662"/>
                    </a:lnTo>
                    <a:lnTo>
                      <a:pt x="6612" y="31202"/>
                    </a:lnTo>
                    <a:lnTo>
                      <a:pt x="7282" y="31699"/>
                    </a:lnTo>
                    <a:lnTo>
                      <a:pt x="7973" y="32174"/>
                    </a:lnTo>
                    <a:lnTo>
                      <a:pt x="8686" y="32607"/>
                    </a:lnTo>
                    <a:lnTo>
                      <a:pt x="9442" y="33017"/>
                    </a:lnTo>
                    <a:lnTo>
                      <a:pt x="10199" y="33384"/>
                    </a:lnTo>
                    <a:lnTo>
                      <a:pt x="10977" y="33730"/>
                    </a:lnTo>
                    <a:lnTo>
                      <a:pt x="11776" y="34033"/>
                    </a:lnTo>
                    <a:lnTo>
                      <a:pt x="12576" y="34292"/>
                    </a:lnTo>
                    <a:lnTo>
                      <a:pt x="13418" y="34508"/>
                    </a:lnTo>
                    <a:lnTo>
                      <a:pt x="14261" y="34681"/>
                    </a:lnTo>
                    <a:lnTo>
                      <a:pt x="15104" y="34832"/>
                    </a:lnTo>
                    <a:lnTo>
                      <a:pt x="15990" y="34919"/>
                    </a:lnTo>
                    <a:lnTo>
                      <a:pt x="16854" y="34962"/>
                    </a:lnTo>
                    <a:lnTo>
                      <a:pt x="17761" y="34983"/>
                    </a:lnTo>
                    <a:lnTo>
                      <a:pt x="18647" y="34940"/>
                    </a:lnTo>
                    <a:lnTo>
                      <a:pt x="19555" y="34854"/>
                    </a:lnTo>
                    <a:lnTo>
                      <a:pt x="20441" y="34724"/>
                    </a:lnTo>
                    <a:lnTo>
                      <a:pt x="21305" y="34573"/>
                    </a:lnTo>
                    <a:lnTo>
                      <a:pt x="22148" y="34357"/>
                    </a:lnTo>
                    <a:lnTo>
                      <a:pt x="22969" y="34098"/>
                    </a:lnTo>
                    <a:lnTo>
                      <a:pt x="23790" y="33817"/>
                    </a:lnTo>
                    <a:lnTo>
                      <a:pt x="24589" y="33471"/>
                    </a:lnTo>
                    <a:lnTo>
                      <a:pt x="25346" y="33125"/>
                    </a:lnTo>
                    <a:lnTo>
                      <a:pt x="26102" y="32715"/>
                    </a:lnTo>
                    <a:lnTo>
                      <a:pt x="26837" y="32283"/>
                    </a:lnTo>
                    <a:lnTo>
                      <a:pt x="27528" y="31807"/>
                    </a:lnTo>
                    <a:lnTo>
                      <a:pt x="28219" y="31310"/>
                    </a:lnTo>
                    <a:lnTo>
                      <a:pt x="28868" y="30770"/>
                    </a:lnTo>
                    <a:lnTo>
                      <a:pt x="29494" y="30208"/>
                    </a:lnTo>
                    <a:lnTo>
                      <a:pt x="30078" y="29625"/>
                    </a:lnTo>
                    <a:lnTo>
                      <a:pt x="30661" y="28998"/>
                    </a:lnTo>
                    <a:lnTo>
                      <a:pt x="31180" y="28350"/>
                    </a:lnTo>
                    <a:lnTo>
                      <a:pt x="31698" y="27680"/>
                    </a:lnTo>
                    <a:lnTo>
                      <a:pt x="32174" y="26989"/>
                    </a:lnTo>
                    <a:lnTo>
                      <a:pt x="32606" y="26276"/>
                    </a:lnTo>
                    <a:lnTo>
                      <a:pt x="33016" y="25541"/>
                    </a:lnTo>
                    <a:lnTo>
                      <a:pt x="33384" y="24785"/>
                    </a:lnTo>
                    <a:lnTo>
                      <a:pt x="33729" y="24007"/>
                    </a:lnTo>
                    <a:lnTo>
                      <a:pt x="34032" y="23207"/>
                    </a:lnTo>
                    <a:lnTo>
                      <a:pt x="34291" y="22386"/>
                    </a:lnTo>
                    <a:lnTo>
                      <a:pt x="34507" y="21565"/>
                    </a:lnTo>
                    <a:lnTo>
                      <a:pt x="34680" y="20722"/>
                    </a:lnTo>
                    <a:lnTo>
                      <a:pt x="34810" y="19858"/>
                    </a:lnTo>
                    <a:lnTo>
                      <a:pt x="34918" y="18994"/>
                    </a:lnTo>
                    <a:lnTo>
                      <a:pt x="34961" y="18108"/>
                    </a:lnTo>
                    <a:lnTo>
                      <a:pt x="34983" y="17222"/>
                    </a:lnTo>
                    <a:lnTo>
                      <a:pt x="34939" y="16315"/>
                    </a:lnTo>
                    <a:lnTo>
                      <a:pt x="34853" y="15429"/>
                    </a:lnTo>
                    <a:lnTo>
                      <a:pt x="34723" y="14543"/>
                    </a:lnTo>
                    <a:lnTo>
                      <a:pt x="34550" y="13678"/>
                    </a:lnTo>
                    <a:lnTo>
                      <a:pt x="34356" y="12836"/>
                    </a:lnTo>
                    <a:lnTo>
                      <a:pt x="34097" y="11993"/>
                    </a:lnTo>
                    <a:lnTo>
                      <a:pt x="33816" y="11172"/>
                    </a:lnTo>
                    <a:lnTo>
                      <a:pt x="33470" y="10394"/>
                    </a:lnTo>
                    <a:lnTo>
                      <a:pt x="33103" y="9616"/>
                    </a:lnTo>
                    <a:lnTo>
                      <a:pt x="32714" y="8860"/>
                    </a:lnTo>
                    <a:lnTo>
                      <a:pt x="32282" y="8147"/>
                    </a:lnTo>
                    <a:lnTo>
                      <a:pt x="31806" y="7434"/>
                    </a:lnTo>
                    <a:lnTo>
                      <a:pt x="31309" y="6764"/>
                    </a:lnTo>
                    <a:lnTo>
                      <a:pt x="30769" y="6116"/>
                    </a:lnTo>
                    <a:lnTo>
                      <a:pt x="30207" y="5489"/>
                    </a:lnTo>
                    <a:lnTo>
                      <a:pt x="29624" y="4884"/>
                    </a:lnTo>
                    <a:lnTo>
                      <a:pt x="28997" y="4322"/>
                    </a:lnTo>
                    <a:lnTo>
                      <a:pt x="28349" y="3782"/>
                    </a:lnTo>
                    <a:lnTo>
                      <a:pt x="27679" y="3285"/>
                    </a:lnTo>
                    <a:lnTo>
                      <a:pt x="26988" y="2810"/>
                    </a:lnTo>
                    <a:lnTo>
                      <a:pt x="26275" y="2356"/>
                    </a:lnTo>
                    <a:lnTo>
                      <a:pt x="25540" y="1946"/>
                    </a:lnTo>
                    <a:lnTo>
                      <a:pt x="24784" y="1578"/>
                    </a:lnTo>
                    <a:lnTo>
                      <a:pt x="24006" y="1254"/>
                    </a:lnTo>
                    <a:lnTo>
                      <a:pt x="23206" y="952"/>
                    </a:lnTo>
                    <a:lnTo>
                      <a:pt x="22385" y="692"/>
                    </a:lnTo>
                    <a:lnTo>
                      <a:pt x="21564" y="476"/>
                    </a:lnTo>
                    <a:lnTo>
                      <a:pt x="20722" y="282"/>
                    </a:lnTo>
                    <a:lnTo>
                      <a:pt x="19857" y="152"/>
                    </a:lnTo>
                    <a:lnTo>
                      <a:pt x="18993" y="66"/>
                    </a:lnTo>
                    <a:lnTo>
                      <a:pt x="18107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0" name="Google Shape;6470;p29"/>
              <p:cNvSpPr/>
              <p:nvPr/>
            </p:nvSpPr>
            <p:spPr>
              <a:xfrm>
                <a:off x="11507725" y="3671175"/>
                <a:ext cx="61075" cy="83200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3328" extrusionOk="0">
                    <a:moveTo>
                      <a:pt x="1103" y="0"/>
                    </a:moveTo>
                    <a:lnTo>
                      <a:pt x="973" y="22"/>
                    </a:lnTo>
                    <a:lnTo>
                      <a:pt x="865" y="65"/>
                    </a:lnTo>
                    <a:lnTo>
                      <a:pt x="736" y="108"/>
                    </a:lnTo>
                    <a:lnTo>
                      <a:pt x="627" y="173"/>
                    </a:lnTo>
                    <a:lnTo>
                      <a:pt x="519" y="238"/>
                    </a:lnTo>
                    <a:lnTo>
                      <a:pt x="433" y="346"/>
                    </a:lnTo>
                    <a:lnTo>
                      <a:pt x="347" y="454"/>
                    </a:lnTo>
                    <a:lnTo>
                      <a:pt x="260" y="584"/>
                    </a:lnTo>
                    <a:lnTo>
                      <a:pt x="131" y="843"/>
                    </a:lnTo>
                    <a:lnTo>
                      <a:pt x="44" y="1124"/>
                    </a:lnTo>
                    <a:lnTo>
                      <a:pt x="1" y="1426"/>
                    </a:lnTo>
                    <a:lnTo>
                      <a:pt x="1" y="1750"/>
                    </a:lnTo>
                    <a:lnTo>
                      <a:pt x="44" y="2075"/>
                    </a:lnTo>
                    <a:lnTo>
                      <a:pt x="131" y="2356"/>
                    </a:lnTo>
                    <a:lnTo>
                      <a:pt x="260" y="2636"/>
                    </a:lnTo>
                    <a:lnTo>
                      <a:pt x="411" y="2874"/>
                    </a:lnTo>
                    <a:lnTo>
                      <a:pt x="606" y="3047"/>
                    </a:lnTo>
                    <a:lnTo>
                      <a:pt x="692" y="3133"/>
                    </a:lnTo>
                    <a:lnTo>
                      <a:pt x="800" y="3198"/>
                    </a:lnTo>
                    <a:lnTo>
                      <a:pt x="908" y="3263"/>
                    </a:lnTo>
                    <a:lnTo>
                      <a:pt x="1038" y="3285"/>
                    </a:lnTo>
                    <a:lnTo>
                      <a:pt x="1146" y="3306"/>
                    </a:lnTo>
                    <a:lnTo>
                      <a:pt x="1276" y="3328"/>
                    </a:lnTo>
                    <a:lnTo>
                      <a:pt x="1341" y="3328"/>
                    </a:lnTo>
                    <a:lnTo>
                      <a:pt x="1449" y="3306"/>
                    </a:lnTo>
                    <a:lnTo>
                      <a:pt x="1578" y="3263"/>
                    </a:lnTo>
                    <a:lnTo>
                      <a:pt x="1686" y="3220"/>
                    </a:lnTo>
                    <a:lnTo>
                      <a:pt x="1794" y="3155"/>
                    </a:lnTo>
                    <a:lnTo>
                      <a:pt x="1902" y="3090"/>
                    </a:lnTo>
                    <a:lnTo>
                      <a:pt x="1989" y="2982"/>
                    </a:lnTo>
                    <a:lnTo>
                      <a:pt x="2075" y="2896"/>
                    </a:lnTo>
                    <a:lnTo>
                      <a:pt x="2162" y="2788"/>
                    </a:lnTo>
                    <a:lnTo>
                      <a:pt x="2291" y="2528"/>
                    </a:lnTo>
                    <a:lnTo>
                      <a:pt x="2378" y="2226"/>
                    </a:lnTo>
                    <a:lnTo>
                      <a:pt x="2443" y="1923"/>
                    </a:lnTo>
                    <a:lnTo>
                      <a:pt x="2443" y="1578"/>
                    </a:lnTo>
                    <a:lnTo>
                      <a:pt x="2399" y="1254"/>
                    </a:lnTo>
                    <a:lnTo>
                      <a:pt x="2291" y="951"/>
                    </a:lnTo>
                    <a:lnTo>
                      <a:pt x="2162" y="670"/>
                    </a:lnTo>
                    <a:lnTo>
                      <a:pt x="2010" y="432"/>
                    </a:lnTo>
                    <a:lnTo>
                      <a:pt x="1902" y="324"/>
                    </a:lnTo>
                    <a:lnTo>
                      <a:pt x="1816" y="238"/>
                    </a:lnTo>
                    <a:lnTo>
                      <a:pt x="1708" y="173"/>
                    </a:lnTo>
                    <a:lnTo>
                      <a:pt x="1600" y="108"/>
                    </a:lnTo>
                    <a:lnTo>
                      <a:pt x="1470" y="43"/>
                    </a:lnTo>
                    <a:lnTo>
                      <a:pt x="1362" y="22"/>
                    </a:lnTo>
                    <a:lnTo>
                      <a:pt x="1232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1" name="Google Shape;6471;p29"/>
              <p:cNvSpPr/>
              <p:nvPr/>
            </p:nvSpPr>
            <p:spPr>
              <a:xfrm>
                <a:off x="11783225" y="3652800"/>
                <a:ext cx="61075" cy="83225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3329" extrusionOk="0">
                    <a:moveTo>
                      <a:pt x="1124" y="1"/>
                    </a:moveTo>
                    <a:lnTo>
                      <a:pt x="995" y="22"/>
                    </a:lnTo>
                    <a:lnTo>
                      <a:pt x="865" y="44"/>
                    </a:lnTo>
                    <a:lnTo>
                      <a:pt x="757" y="109"/>
                    </a:lnTo>
                    <a:lnTo>
                      <a:pt x="649" y="173"/>
                    </a:lnTo>
                    <a:lnTo>
                      <a:pt x="541" y="238"/>
                    </a:lnTo>
                    <a:lnTo>
                      <a:pt x="454" y="325"/>
                    </a:lnTo>
                    <a:lnTo>
                      <a:pt x="368" y="433"/>
                    </a:lnTo>
                    <a:lnTo>
                      <a:pt x="282" y="541"/>
                    </a:lnTo>
                    <a:lnTo>
                      <a:pt x="152" y="800"/>
                    </a:lnTo>
                    <a:lnTo>
                      <a:pt x="66" y="1081"/>
                    </a:lnTo>
                    <a:lnTo>
                      <a:pt x="1" y="1405"/>
                    </a:lnTo>
                    <a:lnTo>
                      <a:pt x="1" y="1751"/>
                    </a:lnTo>
                    <a:lnTo>
                      <a:pt x="44" y="2053"/>
                    </a:lnTo>
                    <a:lnTo>
                      <a:pt x="130" y="2356"/>
                    </a:lnTo>
                    <a:lnTo>
                      <a:pt x="260" y="2637"/>
                    </a:lnTo>
                    <a:lnTo>
                      <a:pt x="411" y="2853"/>
                    </a:lnTo>
                    <a:lnTo>
                      <a:pt x="606" y="3047"/>
                    </a:lnTo>
                    <a:lnTo>
                      <a:pt x="714" y="3134"/>
                    </a:lnTo>
                    <a:lnTo>
                      <a:pt x="822" y="3199"/>
                    </a:lnTo>
                    <a:lnTo>
                      <a:pt x="930" y="3242"/>
                    </a:lnTo>
                    <a:lnTo>
                      <a:pt x="1038" y="3285"/>
                    </a:lnTo>
                    <a:lnTo>
                      <a:pt x="1146" y="3307"/>
                    </a:lnTo>
                    <a:lnTo>
                      <a:pt x="1276" y="3328"/>
                    </a:lnTo>
                    <a:lnTo>
                      <a:pt x="1340" y="3328"/>
                    </a:lnTo>
                    <a:lnTo>
                      <a:pt x="1470" y="3307"/>
                    </a:lnTo>
                    <a:lnTo>
                      <a:pt x="1578" y="3263"/>
                    </a:lnTo>
                    <a:lnTo>
                      <a:pt x="1708" y="3220"/>
                    </a:lnTo>
                    <a:lnTo>
                      <a:pt x="1816" y="3155"/>
                    </a:lnTo>
                    <a:lnTo>
                      <a:pt x="1924" y="3069"/>
                    </a:lnTo>
                    <a:lnTo>
                      <a:pt x="2010" y="2982"/>
                    </a:lnTo>
                    <a:lnTo>
                      <a:pt x="2097" y="2874"/>
                    </a:lnTo>
                    <a:lnTo>
                      <a:pt x="2183" y="2745"/>
                    </a:lnTo>
                    <a:lnTo>
                      <a:pt x="2313" y="2485"/>
                    </a:lnTo>
                    <a:lnTo>
                      <a:pt x="2399" y="2205"/>
                    </a:lnTo>
                    <a:lnTo>
                      <a:pt x="2442" y="1902"/>
                    </a:lnTo>
                    <a:lnTo>
                      <a:pt x="2442" y="1578"/>
                    </a:lnTo>
                    <a:lnTo>
                      <a:pt x="2399" y="1254"/>
                    </a:lnTo>
                    <a:lnTo>
                      <a:pt x="2313" y="951"/>
                    </a:lnTo>
                    <a:lnTo>
                      <a:pt x="2183" y="692"/>
                    </a:lnTo>
                    <a:lnTo>
                      <a:pt x="2032" y="454"/>
                    </a:lnTo>
                    <a:lnTo>
                      <a:pt x="1859" y="260"/>
                    </a:lnTo>
                    <a:lnTo>
                      <a:pt x="1751" y="195"/>
                    </a:lnTo>
                    <a:lnTo>
                      <a:pt x="1643" y="130"/>
                    </a:lnTo>
                    <a:lnTo>
                      <a:pt x="1535" y="65"/>
                    </a:lnTo>
                    <a:lnTo>
                      <a:pt x="1427" y="22"/>
                    </a:lnTo>
                    <a:lnTo>
                      <a:pt x="129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2" name="Google Shape;6472;p29"/>
              <p:cNvSpPr/>
              <p:nvPr/>
            </p:nvSpPr>
            <p:spPr>
              <a:xfrm>
                <a:off x="11587150" y="3786225"/>
                <a:ext cx="195025" cy="121575"/>
              </a:xfrm>
              <a:custGeom>
                <a:avLst/>
                <a:gdLst/>
                <a:ahLst/>
                <a:cxnLst/>
                <a:rect l="l" t="t" r="r" b="b"/>
                <a:pathLst>
                  <a:path w="7801" h="4863" extrusionOk="0">
                    <a:moveTo>
                      <a:pt x="3911" y="1"/>
                    </a:moveTo>
                    <a:lnTo>
                      <a:pt x="3501" y="44"/>
                    </a:lnTo>
                    <a:lnTo>
                      <a:pt x="3198" y="109"/>
                    </a:lnTo>
                    <a:lnTo>
                      <a:pt x="2874" y="174"/>
                    </a:lnTo>
                    <a:lnTo>
                      <a:pt x="2550" y="260"/>
                    </a:lnTo>
                    <a:lnTo>
                      <a:pt x="2226" y="368"/>
                    </a:lnTo>
                    <a:lnTo>
                      <a:pt x="1923" y="476"/>
                    </a:lnTo>
                    <a:lnTo>
                      <a:pt x="1621" y="606"/>
                    </a:lnTo>
                    <a:lnTo>
                      <a:pt x="1340" y="735"/>
                    </a:lnTo>
                    <a:lnTo>
                      <a:pt x="1081" y="865"/>
                    </a:lnTo>
                    <a:lnTo>
                      <a:pt x="843" y="1016"/>
                    </a:lnTo>
                    <a:lnTo>
                      <a:pt x="605" y="1189"/>
                    </a:lnTo>
                    <a:lnTo>
                      <a:pt x="411" y="1340"/>
                    </a:lnTo>
                    <a:lnTo>
                      <a:pt x="259" y="1492"/>
                    </a:lnTo>
                    <a:lnTo>
                      <a:pt x="130" y="1664"/>
                    </a:lnTo>
                    <a:lnTo>
                      <a:pt x="43" y="1816"/>
                    </a:lnTo>
                    <a:lnTo>
                      <a:pt x="0" y="1989"/>
                    </a:lnTo>
                    <a:lnTo>
                      <a:pt x="0" y="2140"/>
                    </a:lnTo>
                    <a:lnTo>
                      <a:pt x="22" y="2334"/>
                    </a:lnTo>
                    <a:lnTo>
                      <a:pt x="108" y="2529"/>
                    </a:lnTo>
                    <a:lnTo>
                      <a:pt x="195" y="2745"/>
                    </a:lnTo>
                    <a:lnTo>
                      <a:pt x="324" y="2961"/>
                    </a:lnTo>
                    <a:lnTo>
                      <a:pt x="476" y="3177"/>
                    </a:lnTo>
                    <a:lnTo>
                      <a:pt x="670" y="3415"/>
                    </a:lnTo>
                    <a:lnTo>
                      <a:pt x="886" y="3631"/>
                    </a:lnTo>
                    <a:lnTo>
                      <a:pt x="1124" y="3847"/>
                    </a:lnTo>
                    <a:lnTo>
                      <a:pt x="1383" y="4063"/>
                    </a:lnTo>
                    <a:lnTo>
                      <a:pt x="1664" y="4236"/>
                    </a:lnTo>
                    <a:lnTo>
                      <a:pt x="1966" y="4409"/>
                    </a:lnTo>
                    <a:lnTo>
                      <a:pt x="2312" y="4560"/>
                    </a:lnTo>
                    <a:lnTo>
                      <a:pt x="2658" y="4690"/>
                    </a:lnTo>
                    <a:lnTo>
                      <a:pt x="3025" y="4776"/>
                    </a:lnTo>
                    <a:lnTo>
                      <a:pt x="3414" y="4841"/>
                    </a:lnTo>
                    <a:lnTo>
                      <a:pt x="3825" y="4862"/>
                    </a:lnTo>
                    <a:lnTo>
                      <a:pt x="4019" y="4862"/>
                    </a:lnTo>
                    <a:lnTo>
                      <a:pt x="4451" y="4819"/>
                    </a:lnTo>
                    <a:lnTo>
                      <a:pt x="4883" y="4733"/>
                    </a:lnTo>
                    <a:lnTo>
                      <a:pt x="5272" y="4603"/>
                    </a:lnTo>
                    <a:lnTo>
                      <a:pt x="5618" y="4430"/>
                    </a:lnTo>
                    <a:lnTo>
                      <a:pt x="5964" y="4236"/>
                    </a:lnTo>
                    <a:lnTo>
                      <a:pt x="6266" y="4020"/>
                    </a:lnTo>
                    <a:lnTo>
                      <a:pt x="6547" y="3782"/>
                    </a:lnTo>
                    <a:lnTo>
                      <a:pt x="6807" y="3523"/>
                    </a:lnTo>
                    <a:lnTo>
                      <a:pt x="7023" y="3263"/>
                    </a:lnTo>
                    <a:lnTo>
                      <a:pt x="7239" y="3004"/>
                    </a:lnTo>
                    <a:lnTo>
                      <a:pt x="7390" y="2723"/>
                    </a:lnTo>
                    <a:lnTo>
                      <a:pt x="7541" y="2464"/>
                    </a:lnTo>
                    <a:lnTo>
                      <a:pt x="7649" y="2205"/>
                    </a:lnTo>
                    <a:lnTo>
                      <a:pt x="7736" y="1967"/>
                    </a:lnTo>
                    <a:lnTo>
                      <a:pt x="7779" y="1751"/>
                    </a:lnTo>
                    <a:lnTo>
                      <a:pt x="7800" y="1578"/>
                    </a:lnTo>
                    <a:lnTo>
                      <a:pt x="7800" y="1405"/>
                    </a:lnTo>
                    <a:lnTo>
                      <a:pt x="7757" y="1232"/>
                    </a:lnTo>
                    <a:lnTo>
                      <a:pt x="7671" y="1081"/>
                    </a:lnTo>
                    <a:lnTo>
                      <a:pt x="7541" y="930"/>
                    </a:lnTo>
                    <a:lnTo>
                      <a:pt x="7433" y="822"/>
                    </a:lnTo>
                    <a:lnTo>
                      <a:pt x="7303" y="735"/>
                    </a:lnTo>
                    <a:lnTo>
                      <a:pt x="7001" y="562"/>
                    </a:lnTo>
                    <a:lnTo>
                      <a:pt x="6655" y="390"/>
                    </a:lnTo>
                    <a:lnTo>
                      <a:pt x="6245" y="260"/>
                    </a:lnTo>
                    <a:lnTo>
                      <a:pt x="5813" y="152"/>
                    </a:lnTo>
                    <a:lnTo>
                      <a:pt x="5337" y="66"/>
                    </a:lnTo>
                    <a:lnTo>
                      <a:pt x="484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3" name="Google Shape;6473;p29"/>
              <p:cNvSpPr/>
              <p:nvPr/>
            </p:nvSpPr>
            <p:spPr>
              <a:xfrm>
                <a:off x="11589850" y="3894275"/>
                <a:ext cx="207450" cy="117775"/>
              </a:xfrm>
              <a:custGeom>
                <a:avLst/>
                <a:gdLst/>
                <a:ahLst/>
                <a:cxnLst/>
                <a:rect l="l" t="t" r="r" b="b"/>
                <a:pathLst>
                  <a:path w="8298" h="4711" extrusionOk="0">
                    <a:moveTo>
                      <a:pt x="3868" y="0"/>
                    </a:moveTo>
                    <a:lnTo>
                      <a:pt x="3803" y="43"/>
                    </a:lnTo>
                    <a:lnTo>
                      <a:pt x="3738" y="87"/>
                    </a:lnTo>
                    <a:lnTo>
                      <a:pt x="3673" y="130"/>
                    </a:lnTo>
                    <a:lnTo>
                      <a:pt x="3630" y="195"/>
                    </a:lnTo>
                    <a:lnTo>
                      <a:pt x="3609" y="259"/>
                    </a:lnTo>
                    <a:lnTo>
                      <a:pt x="3587" y="346"/>
                    </a:lnTo>
                    <a:lnTo>
                      <a:pt x="3587" y="432"/>
                    </a:lnTo>
                    <a:lnTo>
                      <a:pt x="3803" y="3868"/>
                    </a:lnTo>
                    <a:lnTo>
                      <a:pt x="3436" y="3846"/>
                    </a:lnTo>
                    <a:lnTo>
                      <a:pt x="3068" y="3782"/>
                    </a:lnTo>
                    <a:lnTo>
                      <a:pt x="2680" y="3695"/>
                    </a:lnTo>
                    <a:lnTo>
                      <a:pt x="2291" y="3587"/>
                    </a:lnTo>
                    <a:lnTo>
                      <a:pt x="1880" y="3436"/>
                    </a:lnTo>
                    <a:lnTo>
                      <a:pt x="1470" y="3263"/>
                    </a:lnTo>
                    <a:lnTo>
                      <a:pt x="1059" y="3047"/>
                    </a:lnTo>
                    <a:lnTo>
                      <a:pt x="627" y="2809"/>
                    </a:lnTo>
                    <a:lnTo>
                      <a:pt x="540" y="2766"/>
                    </a:lnTo>
                    <a:lnTo>
                      <a:pt x="476" y="2744"/>
                    </a:lnTo>
                    <a:lnTo>
                      <a:pt x="389" y="2744"/>
                    </a:lnTo>
                    <a:lnTo>
                      <a:pt x="303" y="2766"/>
                    </a:lnTo>
                    <a:lnTo>
                      <a:pt x="238" y="2788"/>
                    </a:lnTo>
                    <a:lnTo>
                      <a:pt x="173" y="2831"/>
                    </a:lnTo>
                    <a:lnTo>
                      <a:pt x="108" y="2874"/>
                    </a:lnTo>
                    <a:lnTo>
                      <a:pt x="65" y="2939"/>
                    </a:lnTo>
                    <a:lnTo>
                      <a:pt x="22" y="3025"/>
                    </a:lnTo>
                    <a:lnTo>
                      <a:pt x="0" y="3112"/>
                    </a:lnTo>
                    <a:lnTo>
                      <a:pt x="0" y="3177"/>
                    </a:lnTo>
                    <a:lnTo>
                      <a:pt x="22" y="3263"/>
                    </a:lnTo>
                    <a:lnTo>
                      <a:pt x="43" y="3328"/>
                    </a:lnTo>
                    <a:lnTo>
                      <a:pt x="87" y="3393"/>
                    </a:lnTo>
                    <a:lnTo>
                      <a:pt x="151" y="3457"/>
                    </a:lnTo>
                    <a:lnTo>
                      <a:pt x="216" y="3501"/>
                    </a:lnTo>
                    <a:lnTo>
                      <a:pt x="713" y="3782"/>
                    </a:lnTo>
                    <a:lnTo>
                      <a:pt x="1210" y="4041"/>
                    </a:lnTo>
                    <a:lnTo>
                      <a:pt x="1686" y="4235"/>
                    </a:lnTo>
                    <a:lnTo>
                      <a:pt x="2139" y="4408"/>
                    </a:lnTo>
                    <a:lnTo>
                      <a:pt x="2615" y="4538"/>
                    </a:lnTo>
                    <a:lnTo>
                      <a:pt x="3047" y="4624"/>
                    </a:lnTo>
                    <a:lnTo>
                      <a:pt x="3501" y="4689"/>
                    </a:lnTo>
                    <a:lnTo>
                      <a:pt x="3933" y="4711"/>
                    </a:lnTo>
                    <a:lnTo>
                      <a:pt x="4192" y="4689"/>
                    </a:lnTo>
                    <a:lnTo>
                      <a:pt x="4451" y="4667"/>
                    </a:lnTo>
                    <a:lnTo>
                      <a:pt x="4711" y="4646"/>
                    </a:lnTo>
                    <a:lnTo>
                      <a:pt x="4970" y="4603"/>
                    </a:lnTo>
                    <a:lnTo>
                      <a:pt x="5229" y="4538"/>
                    </a:lnTo>
                    <a:lnTo>
                      <a:pt x="5489" y="4473"/>
                    </a:lnTo>
                    <a:lnTo>
                      <a:pt x="6007" y="4278"/>
                    </a:lnTo>
                    <a:lnTo>
                      <a:pt x="6526" y="4041"/>
                    </a:lnTo>
                    <a:lnTo>
                      <a:pt x="7066" y="3738"/>
                    </a:lnTo>
                    <a:lnTo>
                      <a:pt x="7584" y="3393"/>
                    </a:lnTo>
                    <a:lnTo>
                      <a:pt x="8146" y="2982"/>
                    </a:lnTo>
                    <a:lnTo>
                      <a:pt x="8211" y="2917"/>
                    </a:lnTo>
                    <a:lnTo>
                      <a:pt x="8254" y="2852"/>
                    </a:lnTo>
                    <a:lnTo>
                      <a:pt x="8276" y="2788"/>
                    </a:lnTo>
                    <a:lnTo>
                      <a:pt x="8297" y="2701"/>
                    </a:lnTo>
                    <a:lnTo>
                      <a:pt x="8297" y="2636"/>
                    </a:lnTo>
                    <a:lnTo>
                      <a:pt x="8297" y="2550"/>
                    </a:lnTo>
                    <a:lnTo>
                      <a:pt x="8254" y="2485"/>
                    </a:lnTo>
                    <a:lnTo>
                      <a:pt x="8211" y="2399"/>
                    </a:lnTo>
                    <a:lnTo>
                      <a:pt x="8168" y="2334"/>
                    </a:lnTo>
                    <a:lnTo>
                      <a:pt x="8081" y="2291"/>
                    </a:lnTo>
                    <a:lnTo>
                      <a:pt x="8017" y="2269"/>
                    </a:lnTo>
                    <a:lnTo>
                      <a:pt x="7952" y="2247"/>
                    </a:lnTo>
                    <a:lnTo>
                      <a:pt x="7865" y="2247"/>
                    </a:lnTo>
                    <a:lnTo>
                      <a:pt x="7779" y="2269"/>
                    </a:lnTo>
                    <a:lnTo>
                      <a:pt x="7714" y="2291"/>
                    </a:lnTo>
                    <a:lnTo>
                      <a:pt x="7649" y="2334"/>
                    </a:lnTo>
                    <a:lnTo>
                      <a:pt x="7239" y="2636"/>
                    </a:lnTo>
                    <a:lnTo>
                      <a:pt x="6850" y="2896"/>
                    </a:lnTo>
                    <a:lnTo>
                      <a:pt x="6482" y="3133"/>
                    </a:lnTo>
                    <a:lnTo>
                      <a:pt x="6094" y="3328"/>
                    </a:lnTo>
                    <a:lnTo>
                      <a:pt x="5726" y="3501"/>
                    </a:lnTo>
                    <a:lnTo>
                      <a:pt x="5359" y="3630"/>
                    </a:lnTo>
                    <a:lnTo>
                      <a:pt x="4992" y="3738"/>
                    </a:lnTo>
                    <a:lnTo>
                      <a:pt x="4624" y="3825"/>
                    </a:lnTo>
                    <a:lnTo>
                      <a:pt x="4387" y="368"/>
                    </a:lnTo>
                    <a:lnTo>
                      <a:pt x="4387" y="303"/>
                    </a:lnTo>
                    <a:lnTo>
                      <a:pt x="4343" y="216"/>
                    </a:lnTo>
                    <a:lnTo>
                      <a:pt x="4300" y="151"/>
                    </a:lnTo>
                    <a:lnTo>
                      <a:pt x="4257" y="87"/>
                    </a:lnTo>
                    <a:lnTo>
                      <a:pt x="4192" y="43"/>
                    </a:lnTo>
                    <a:lnTo>
                      <a:pt x="4127" y="22"/>
                    </a:lnTo>
                    <a:lnTo>
                      <a:pt x="404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4" name="Google Shape;6474;p29"/>
              <p:cNvSpPr/>
              <p:nvPr/>
            </p:nvSpPr>
            <p:spPr>
              <a:xfrm>
                <a:off x="11613600" y="3813775"/>
                <a:ext cx="54600" cy="37300"/>
              </a:xfrm>
              <a:custGeom>
                <a:avLst/>
                <a:gdLst/>
                <a:ahLst/>
                <a:cxnLst/>
                <a:rect l="l" t="t" r="r" b="b"/>
                <a:pathLst>
                  <a:path w="2184" h="1492" extrusionOk="0">
                    <a:moveTo>
                      <a:pt x="1773" y="1"/>
                    </a:moveTo>
                    <a:lnTo>
                      <a:pt x="1513" y="44"/>
                    </a:lnTo>
                    <a:lnTo>
                      <a:pt x="1276" y="87"/>
                    </a:lnTo>
                    <a:lnTo>
                      <a:pt x="1038" y="152"/>
                    </a:lnTo>
                    <a:lnTo>
                      <a:pt x="822" y="260"/>
                    </a:lnTo>
                    <a:lnTo>
                      <a:pt x="606" y="368"/>
                    </a:lnTo>
                    <a:lnTo>
                      <a:pt x="390" y="498"/>
                    </a:lnTo>
                    <a:lnTo>
                      <a:pt x="217" y="671"/>
                    </a:lnTo>
                    <a:lnTo>
                      <a:pt x="66" y="865"/>
                    </a:lnTo>
                    <a:lnTo>
                      <a:pt x="1" y="951"/>
                    </a:lnTo>
                    <a:lnTo>
                      <a:pt x="1" y="1059"/>
                    </a:lnTo>
                    <a:lnTo>
                      <a:pt x="1" y="1167"/>
                    </a:lnTo>
                    <a:lnTo>
                      <a:pt x="66" y="1276"/>
                    </a:lnTo>
                    <a:lnTo>
                      <a:pt x="131" y="1362"/>
                    </a:lnTo>
                    <a:lnTo>
                      <a:pt x="217" y="1427"/>
                    </a:lnTo>
                    <a:lnTo>
                      <a:pt x="303" y="1470"/>
                    </a:lnTo>
                    <a:lnTo>
                      <a:pt x="411" y="1492"/>
                    </a:lnTo>
                    <a:lnTo>
                      <a:pt x="628" y="1448"/>
                    </a:lnTo>
                    <a:lnTo>
                      <a:pt x="800" y="1405"/>
                    </a:lnTo>
                    <a:lnTo>
                      <a:pt x="995" y="1340"/>
                    </a:lnTo>
                    <a:lnTo>
                      <a:pt x="1168" y="1254"/>
                    </a:lnTo>
                    <a:lnTo>
                      <a:pt x="1492" y="1059"/>
                    </a:lnTo>
                    <a:lnTo>
                      <a:pt x="1838" y="865"/>
                    </a:lnTo>
                    <a:lnTo>
                      <a:pt x="1924" y="822"/>
                    </a:lnTo>
                    <a:lnTo>
                      <a:pt x="1967" y="757"/>
                    </a:lnTo>
                    <a:lnTo>
                      <a:pt x="2054" y="692"/>
                    </a:lnTo>
                    <a:lnTo>
                      <a:pt x="2118" y="627"/>
                    </a:lnTo>
                    <a:lnTo>
                      <a:pt x="2162" y="519"/>
                    </a:lnTo>
                    <a:lnTo>
                      <a:pt x="2183" y="411"/>
                    </a:lnTo>
                    <a:lnTo>
                      <a:pt x="2162" y="346"/>
                    </a:lnTo>
                    <a:lnTo>
                      <a:pt x="2140" y="260"/>
                    </a:lnTo>
                    <a:lnTo>
                      <a:pt x="2097" y="195"/>
                    </a:lnTo>
                    <a:lnTo>
                      <a:pt x="2054" y="130"/>
                    </a:lnTo>
                    <a:lnTo>
                      <a:pt x="1989" y="65"/>
                    </a:lnTo>
                    <a:lnTo>
                      <a:pt x="1924" y="22"/>
                    </a:lnTo>
                    <a:lnTo>
                      <a:pt x="183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475" name="Google Shape;6475;p29"/>
          <p:cNvGrpSpPr/>
          <p:nvPr/>
        </p:nvGrpSpPr>
        <p:grpSpPr>
          <a:xfrm>
            <a:off x="7337107" y="3675577"/>
            <a:ext cx="1342018" cy="1287084"/>
            <a:chOff x="11127038" y="4083763"/>
            <a:chExt cx="1128600" cy="1082402"/>
          </a:xfrm>
        </p:grpSpPr>
        <p:sp>
          <p:nvSpPr>
            <p:cNvPr id="6476" name="Google Shape;6476;p29"/>
            <p:cNvSpPr/>
            <p:nvPr/>
          </p:nvSpPr>
          <p:spPr>
            <a:xfrm>
              <a:off x="11127038" y="4901864"/>
              <a:ext cx="1128600" cy="2643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29"/>
            <p:cNvSpPr/>
            <p:nvPr/>
          </p:nvSpPr>
          <p:spPr>
            <a:xfrm>
              <a:off x="12170550" y="4449763"/>
              <a:ext cx="4525" cy="7525"/>
            </a:xfrm>
            <a:custGeom>
              <a:avLst/>
              <a:gdLst/>
              <a:ahLst/>
              <a:cxnLst/>
              <a:rect l="l" t="t" r="r" b="b"/>
              <a:pathLst>
                <a:path w="181" h="301" extrusionOk="0">
                  <a:moveTo>
                    <a:pt x="140" y="0"/>
                  </a:moveTo>
                  <a:lnTo>
                    <a:pt x="0" y="281"/>
                  </a:lnTo>
                  <a:lnTo>
                    <a:pt x="0" y="301"/>
                  </a:lnTo>
                  <a:lnTo>
                    <a:pt x="40" y="301"/>
                  </a:lnTo>
                  <a:lnTo>
                    <a:pt x="181" y="40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DEDA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29"/>
            <p:cNvSpPr/>
            <p:nvPr/>
          </p:nvSpPr>
          <p:spPr>
            <a:xfrm>
              <a:off x="12170550" y="4449763"/>
              <a:ext cx="4525" cy="7525"/>
            </a:xfrm>
            <a:custGeom>
              <a:avLst/>
              <a:gdLst/>
              <a:ahLst/>
              <a:cxnLst/>
              <a:rect l="l" t="t" r="r" b="b"/>
              <a:pathLst>
                <a:path w="181" h="301" fill="none" extrusionOk="0">
                  <a:moveTo>
                    <a:pt x="140" y="0"/>
                  </a:moveTo>
                  <a:lnTo>
                    <a:pt x="140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0" y="281"/>
                  </a:lnTo>
                  <a:lnTo>
                    <a:pt x="0" y="281"/>
                  </a:lnTo>
                  <a:lnTo>
                    <a:pt x="0" y="301"/>
                  </a:lnTo>
                  <a:lnTo>
                    <a:pt x="20" y="301"/>
                  </a:lnTo>
                  <a:lnTo>
                    <a:pt x="20" y="301"/>
                  </a:lnTo>
                  <a:lnTo>
                    <a:pt x="40" y="301"/>
                  </a:lnTo>
                  <a:lnTo>
                    <a:pt x="40" y="301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60" y="0"/>
                  </a:lnTo>
                  <a:lnTo>
                    <a:pt x="14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29"/>
            <p:cNvSpPr/>
            <p:nvPr/>
          </p:nvSpPr>
          <p:spPr>
            <a:xfrm>
              <a:off x="11250550" y="4336938"/>
              <a:ext cx="896950" cy="640275"/>
            </a:xfrm>
            <a:custGeom>
              <a:avLst/>
              <a:gdLst/>
              <a:ahLst/>
              <a:cxnLst/>
              <a:rect l="l" t="t" r="r" b="b"/>
              <a:pathLst>
                <a:path w="35878" h="25611" extrusionOk="0">
                  <a:moveTo>
                    <a:pt x="0" y="1"/>
                  </a:moveTo>
                  <a:lnTo>
                    <a:pt x="3028" y="25611"/>
                  </a:lnTo>
                  <a:lnTo>
                    <a:pt x="34534" y="25611"/>
                  </a:lnTo>
                  <a:lnTo>
                    <a:pt x="34734" y="21720"/>
                  </a:lnTo>
                  <a:lnTo>
                    <a:pt x="35697" y="3470"/>
                  </a:lnTo>
                  <a:lnTo>
                    <a:pt x="358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29"/>
            <p:cNvSpPr/>
            <p:nvPr/>
          </p:nvSpPr>
          <p:spPr>
            <a:xfrm>
              <a:off x="11250550" y="4336938"/>
              <a:ext cx="896950" cy="640275"/>
            </a:xfrm>
            <a:custGeom>
              <a:avLst/>
              <a:gdLst/>
              <a:ahLst/>
              <a:cxnLst/>
              <a:rect l="l" t="t" r="r" b="b"/>
              <a:pathLst>
                <a:path w="35878" h="25611" fill="none" extrusionOk="0">
                  <a:moveTo>
                    <a:pt x="35878" y="1"/>
                  </a:moveTo>
                  <a:lnTo>
                    <a:pt x="35697" y="3470"/>
                  </a:lnTo>
                  <a:lnTo>
                    <a:pt x="34734" y="21720"/>
                  </a:lnTo>
                  <a:lnTo>
                    <a:pt x="34534" y="25611"/>
                  </a:lnTo>
                  <a:lnTo>
                    <a:pt x="3028" y="25611"/>
                  </a:lnTo>
                  <a:lnTo>
                    <a:pt x="0" y="1"/>
                  </a:lnTo>
                  <a:lnTo>
                    <a:pt x="3587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29"/>
            <p:cNvSpPr/>
            <p:nvPr/>
          </p:nvSpPr>
          <p:spPr>
            <a:xfrm>
              <a:off x="11268075" y="4484338"/>
              <a:ext cx="842825" cy="492875"/>
            </a:xfrm>
            <a:custGeom>
              <a:avLst/>
              <a:gdLst/>
              <a:ahLst/>
              <a:cxnLst/>
              <a:rect l="l" t="t" r="r" b="b"/>
              <a:pathLst>
                <a:path w="33713" h="19715" extrusionOk="0">
                  <a:moveTo>
                    <a:pt x="1" y="1"/>
                  </a:moveTo>
                  <a:lnTo>
                    <a:pt x="1585" y="13337"/>
                  </a:lnTo>
                  <a:lnTo>
                    <a:pt x="1706" y="13899"/>
                  </a:lnTo>
                  <a:lnTo>
                    <a:pt x="1806" y="14440"/>
                  </a:lnTo>
                  <a:lnTo>
                    <a:pt x="1946" y="15463"/>
                  </a:lnTo>
                  <a:lnTo>
                    <a:pt x="2026" y="15884"/>
                  </a:lnTo>
                  <a:lnTo>
                    <a:pt x="2107" y="16245"/>
                  </a:lnTo>
                  <a:lnTo>
                    <a:pt x="2147" y="16385"/>
                  </a:lnTo>
                  <a:lnTo>
                    <a:pt x="2187" y="16506"/>
                  </a:lnTo>
                  <a:lnTo>
                    <a:pt x="2227" y="16606"/>
                  </a:lnTo>
                  <a:lnTo>
                    <a:pt x="2287" y="16666"/>
                  </a:lnTo>
                  <a:lnTo>
                    <a:pt x="2468" y="16766"/>
                  </a:lnTo>
                  <a:lnTo>
                    <a:pt x="2728" y="16887"/>
                  </a:lnTo>
                  <a:lnTo>
                    <a:pt x="3129" y="17067"/>
                  </a:lnTo>
                  <a:lnTo>
                    <a:pt x="3631" y="17248"/>
                  </a:lnTo>
                  <a:lnTo>
                    <a:pt x="4212" y="17448"/>
                  </a:lnTo>
                  <a:lnTo>
                    <a:pt x="4894" y="17669"/>
                  </a:lnTo>
                  <a:lnTo>
                    <a:pt x="5676" y="17910"/>
                  </a:lnTo>
                  <a:lnTo>
                    <a:pt x="6539" y="18150"/>
                  </a:lnTo>
                  <a:lnTo>
                    <a:pt x="7461" y="18391"/>
                  </a:lnTo>
                  <a:lnTo>
                    <a:pt x="8464" y="18632"/>
                  </a:lnTo>
                  <a:lnTo>
                    <a:pt x="9547" y="18852"/>
                  </a:lnTo>
                  <a:lnTo>
                    <a:pt x="10690" y="19073"/>
                  </a:lnTo>
                  <a:lnTo>
                    <a:pt x="11873" y="19253"/>
                  </a:lnTo>
                  <a:lnTo>
                    <a:pt x="13117" y="19434"/>
                  </a:lnTo>
                  <a:lnTo>
                    <a:pt x="14400" y="19554"/>
                  </a:lnTo>
                  <a:lnTo>
                    <a:pt x="15724" y="19674"/>
                  </a:lnTo>
                  <a:lnTo>
                    <a:pt x="16566" y="19715"/>
                  </a:lnTo>
                  <a:lnTo>
                    <a:pt x="18030" y="19715"/>
                  </a:lnTo>
                  <a:lnTo>
                    <a:pt x="18632" y="19694"/>
                  </a:lnTo>
                  <a:lnTo>
                    <a:pt x="19313" y="19674"/>
                  </a:lnTo>
                  <a:lnTo>
                    <a:pt x="19995" y="19614"/>
                  </a:lnTo>
                  <a:lnTo>
                    <a:pt x="20657" y="19554"/>
                  </a:lnTo>
                  <a:lnTo>
                    <a:pt x="21339" y="19494"/>
                  </a:lnTo>
                  <a:lnTo>
                    <a:pt x="22642" y="19313"/>
                  </a:lnTo>
                  <a:lnTo>
                    <a:pt x="23926" y="19113"/>
                  </a:lnTo>
                  <a:lnTo>
                    <a:pt x="25149" y="18872"/>
                  </a:lnTo>
                  <a:lnTo>
                    <a:pt x="26333" y="18612"/>
                  </a:lnTo>
                  <a:lnTo>
                    <a:pt x="27456" y="18331"/>
                  </a:lnTo>
                  <a:lnTo>
                    <a:pt x="28498" y="18050"/>
                  </a:lnTo>
                  <a:lnTo>
                    <a:pt x="29481" y="17769"/>
                  </a:lnTo>
                  <a:lnTo>
                    <a:pt x="30363" y="17488"/>
                  </a:lnTo>
                  <a:lnTo>
                    <a:pt x="31146" y="17228"/>
                  </a:lnTo>
                  <a:lnTo>
                    <a:pt x="31847" y="16987"/>
                  </a:lnTo>
                  <a:lnTo>
                    <a:pt x="32870" y="16606"/>
                  </a:lnTo>
                  <a:lnTo>
                    <a:pt x="33412" y="16406"/>
                  </a:lnTo>
                  <a:lnTo>
                    <a:pt x="33492" y="16345"/>
                  </a:lnTo>
                  <a:lnTo>
                    <a:pt x="33572" y="16245"/>
                  </a:lnTo>
                  <a:lnTo>
                    <a:pt x="33652" y="16085"/>
                  </a:lnTo>
                  <a:lnTo>
                    <a:pt x="33713" y="15904"/>
                  </a:lnTo>
                  <a:lnTo>
                    <a:pt x="33713" y="15904"/>
                  </a:lnTo>
                  <a:lnTo>
                    <a:pt x="33031" y="16065"/>
                  </a:lnTo>
                  <a:lnTo>
                    <a:pt x="32128" y="16245"/>
                  </a:lnTo>
                  <a:lnTo>
                    <a:pt x="31065" y="16446"/>
                  </a:lnTo>
                  <a:lnTo>
                    <a:pt x="29842" y="16646"/>
                  </a:lnTo>
                  <a:lnTo>
                    <a:pt x="28458" y="16847"/>
                  </a:lnTo>
                  <a:lnTo>
                    <a:pt x="27736" y="16927"/>
                  </a:lnTo>
                  <a:lnTo>
                    <a:pt x="26974" y="16987"/>
                  </a:lnTo>
                  <a:lnTo>
                    <a:pt x="26172" y="17047"/>
                  </a:lnTo>
                  <a:lnTo>
                    <a:pt x="25370" y="17087"/>
                  </a:lnTo>
                  <a:lnTo>
                    <a:pt x="24528" y="17107"/>
                  </a:lnTo>
                  <a:lnTo>
                    <a:pt x="23685" y="17127"/>
                  </a:lnTo>
                  <a:lnTo>
                    <a:pt x="22462" y="17107"/>
                  </a:lnTo>
                  <a:lnTo>
                    <a:pt x="21239" y="17047"/>
                  </a:lnTo>
                  <a:lnTo>
                    <a:pt x="20617" y="16987"/>
                  </a:lnTo>
                  <a:lnTo>
                    <a:pt x="19975" y="16927"/>
                  </a:lnTo>
                  <a:lnTo>
                    <a:pt x="19354" y="16867"/>
                  </a:lnTo>
                  <a:lnTo>
                    <a:pt x="18712" y="16766"/>
                  </a:lnTo>
                  <a:lnTo>
                    <a:pt x="18070" y="16666"/>
                  </a:lnTo>
                  <a:lnTo>
                    <a:pt x="17428" y="16546"/>
                  </a:lnTo>
                  <a:lnTo>
                    <a:pt x="16787" y="16426"/>
                  </a:lnTo>
                  <a:lnTo>
                    <a:pt x="16145" y="16265"/>
                  </a:lnTo>
                  <a:lnTo>
                    <a:pt x="15503" y="16105"/>
                  </a:lnTo>
                  <a:lnTo>
                    <a:pt x="14861" y="15924"/>
                  </a:lnTo>
                  <a:lnTo>
                    <a:pt x="14220" y="15724"/>
                  </a:lnTo>
                  <a:lnTo>
                    <a:pt x="13578" y="15503"/>
                  </a:lnTo>
                  <a:lnTo>
                    <a:pt x="13197" y="15343"/>
                  </a:lnTo>
                  <a:lnTo>
                    <a:pt x="12836" y="15162"/>
                  </a:lnTo>
                  <a:lnTo>
                    <a:pt x="12475" y="14942"/>
                  </a:lnTo>
                  <a:lnTo>
                    <a:pt x="12134" y="14721"/>
                  </a:lnTo>
                  <a:lnTo>
                    <a:pt x="11833" y="14460"/>
                  </a:lnTo>
                  <a:lnTo>
                    <a:pt x="11532" y="14200"/>
                  </a:lnTo>
                  <a:lnTo>
                    <a:pt x="11272" y="13899"/>
                  </a:lnTo>
                  <a:lnTo>
                    <a:pt x="11031" y="13578"/>
                  </a:lnTo>
                  <a:lnTo>
                    <a:pt x="10810" y="13257"/>
                  </a:lnTo>
                  <a:lnTo>
                    <a:pt x="10630" y="12916"/>
                  </a:lnTo>
                  <a:lnTo>
                    <a:pt x="10469" y="12535"/>
                  </a:lnTo>
                  <a:lnTo>
                    <a:pt x="10349" y="12174"/>
                  </a:lnTo>
                  <a:lnTo>
                    <a:pt x="10249" y="11773"/>
                  </a:lnTo>
                  <a:lnTo>
                    <a:pt x="10189" y="11372"/>
                  </a:lnTo>
                  <a:lnTo>
                    <a:pt x="10149" y="10951"/>
                  </a:lnTo>
                  <a:lnTo>
                    <a:pt x="10149" y="10530"/>
                  </a:lnTo>
                  <a:lnTo>
                    <a:pt x="10189" y="10108"/>
                  </a:lnTo>
                  <a:lnTo>
                    <a:pt x="10269" y="9727"/>
                  </a:lnTo>
                  <a:lnTo>
                    <a:pt x="10369" y="9346"/>
                  </a:lnTo>
                  <a:lnTo>
                    <a:pt x="10510" y="8985"/>
                  </a:lnTo>
                  <a:lnTo>
                    <a:pt x="10670" y="8644"/>
                  </a:lnTo>
                  <a:lnTo>
                    <a:pt x="10850" y="8303"/>
                  </a:lnTo>
                  <a:lnTo>
                    <a:pt x="11071" y="7983"/>
                  </a:lnTo>
                  <a:lnTo>
                    <a:pt x="11312" y="7702"/>
                  </a:lnTo>
                  <a:lnTo>
                    <a:pt x="11572" y="7421"/>
                  </a:lnTo>
                  <a:lnTo>
                    <a:pt x="11853" y="7140"/>
                  </a:lnTo>
                  <a:lnTo>
                    <a:pt x="12134" y="6900"/>
                  </a:lnTo>
                  <a:lnTo>
                    <a:pt x="12455" y="6659"/>
                  </a:lnTo>
                  <a:lnTo>
                    <a:pt x="12776" y="6438"/>
                  </a:lnTo>
                  <a:lnTo>
                    <a:pt x="13117" y="6238"/>
                  </a:lnTo>
                  <a:lnTo>
                    <a:pt x="13458" y="6037"/>
                  </a:lnTo>
                  <a:lnTo>
                    <a:pt x="13819" y="5877"/>
                  </a:lnTo>
                  <a:lnTo>
                    <a:pt x="14540" y="5576"/>
                  </a:lnTo>
                  <a:lnTo>
                    <a:pt x="15282" y="5295"/>
                  </a:lnTo>
                  <a:lnTo>
                    <a:pt x="16045" y="5055"/>
                  </a:lnTo>
                  <a:lnTo>
                    <a:pt x="16807" y="4854"/>
                  </a:lnTo>
                  <a:lnTo>
                    <a:pt x="18351" y="4473"/>
                  </a:lnTo>
                  <a:lnTo>
                    <a:pt x="19895" y="4092"/>
                  </a:lnTo>
                  <a:lnTo>
                    <a:pt x="21580" y="3651"/>
                  </a:lnTo>
                  <a:lnTo>
                    <a:pt x="23244" y="3190"/>
                  </a:lnTo>
                  <a:lnTo>
                    <a:pt x="24086" y="2929"/>
                  </a:lnTo>
                  <a:lnTo>
                    <a:pt x="24929" y="2688"/>
                  </a:lnTo>
                  <a:lnTo>
                    <a:pt x="25751" y="2407"/>
                  </a:lnTo>
                  <a:lnTo>
                    <a:pt x="26573" y="2127"/>
                  </a:lnTo>
                  <a:lnTo>
                    <a:pt x="27335" y="1846"/>
                  </a:lnTo>
                  <a:lnTo>
                    <a:pt x="28097" y="1545"/>
                  </a:lnTo>
                  <a:lnTo>
                    <a:pt x="28097" y="1545"/>
                  </a:lnTo>
                  <a:lnTo>
                    <a:pt x="26834" y="1846"/>
                  </a:lnTo>
                  <a:lnTo>
                    <a:pt x="25510" y="2127"/>
                  </a:lnTo>
                  <a:lnTo>
                    <a:pt x="24147" y="2387"/>
                  </a:lnTo>
                  <a:lnTo>
                    <a:pt x="22723" y="2608"/>
                  </a:lnTo>
                  <a:lnTo>
                    <a:pt x="21279" y="2788"/>
                  </a:lnTo>
                  <a:lnTo>
                    <a:pt x="20537" y="2869"/>
                  </a:lnTo>
                  <a:lnTo>
                    <a:pt x="19795" y="2929"/>
                  </a:lnTo>
                  <a:lnTo>
                    <a:pt x="19033" y="2989"/>
                  </a:lnTo>
                  <a:lnTo>
                    <a:pt x="18291" y="3029"/>
                  </a:lnTo>
                  <a:lnTo>
                    <a:pt x="17529" y="3049"/>
                  </a:lnTo>
                  <a:lnTo>
                    <a:pt x="16767" y="3069"/>
                  </a:lnTo>
                  <a:lnTo>
                    <a:pt x="15724" y="3049"/>
                  </a:lnTo>
                  <a:lnTo>
                    <a:pt x="14701" y="2989"/>
                  </a:lnTo>
                  <a:lnTo>
                    <a:pt x="13458" y="2909"/>
                  </a:lnTo>
                  <a:lnTo>
                    <a:pt x="12254" y="2788"/>
                  </a:lnTo>
                  <a:lnTo>
                    <a:pt x="11071" y="2648"/>
                  </a:lnTo>
                  <a:lnTo>
                    <a:pt x="9928" y="2488"/>
                  </a:lnTo>
                  <a:lnTo>
                    <a:pt x="8825" y="2307"/>
                  </a:lnTo>
                  <a:lnTo>
                    <a:pt x="7742" y="2107"/>
                  </a:lnTo>
                  <a:lnTo>
                    <a:pt x="6719" y="1906"/>
                  </a:lnTo>
                  <a:lnTo>
                    <a:pt x="5757" y="1685"/>
                  </a:lnTo>
                  <a:lnTo>
                    <a:pt x="4834" y="1465"/>
                  </a:lnTo>
                  <a:lnTo>
                    <a:pt x="3952" y="1244"/>
                  </a:lnTo>
                  <a:lnTo>
                    <a:pt x="3129" y="1024"/>
                  </a:lnTo>
                  <a:lnTo>
                    <a:pt x="2367" y="803"/>
                  </a:lnTo>
                  <a:lnTo>
                    <a:pt x="1686" y="582"/>
                  </a:lnTo>
                  <a:lnTo>
                    <a:pt x="1044" y="38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30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29"/>
            <p:cNvSpPr/>
            <p:nvPr/>
          </p:nvSpPr>
          <p:spPr>
            <a:xfrm>
              <a:off x="11268075" y="4484338"/>
              <a:ext cx="842825" cy="492875"/>
            </a:xfrm>
            <a:custGeom>
              <a:avLst/>
              <a:gdLst/>
              <a:ahLst/>
              <a:cxnLst/>
              <a:rect l="l" t="t" r="r" b="b"/>
              <a:pathLst>
                <a:path w="33713" h="19715" fill="none" extrusionOk="0">
                  <a:moveTo>
                    <a:pt x="1" y="1"/>
                  </a:moveTo>
                  <a:lnTo>
                    <a:pt x="1585" y="13337"/>
                  </a:lnTo>
                  <a:lnTo>
                    <a:pt x="1585" y="13337"/>
                  </a:lnTo>
                  <a:lnTo>
                    <a:pt x="1706" y="13899"/>
                  </a:lnTo>
                  <a:lnTo>
                    <a:pt x="1806" y="14440"/>
                  </a:lnTo>
                  <a:lnTo>
                    <a:pt x="1946" y="15463"/>
                  </a:lnTo>
                  <a:lnTo>
                    <a:pt x="2026" y="15884"/>
                  </a:lnTo>
                  <a:lnTo>
                    <a:pt x="2107" y="16245"/>
                  </a:lnTo>
                  <a:lnTo>
                    <a:pt x="2147" y="16385"/>
                  </a:lnTo>
                  <a:lnTo>
                    <a:pt x="2187" y="16506"/>
                  </a:lnTo>
                  <a:lnTo>
                    <a:pt x="2227" y="16606"/>
                  </a:lnTo>
                  <a:lnTo>
                    <a:pt x="2287" y="16666"/>
                  </a:lnTo>
                  <a:lnTo>
                    <a:pt x="2287" y="16666"/>
                  </a:lnTo>
                  <a:lnTo>
                    <a:pt x="2468" y="16766"/>
                  </a:lnTo>
                  <a:lnTo>
                    <a:pt x="2728" y="16887"/>
                  </a:lnTo>
                  <a:lnTo>
                    <a:pt x="3129" y="17067"/>
                  </a:lnTo>
                  <a:lnTo>
                    <a:pt x="3631" y="17248"/>
                  </a:lnTo>
                  <a:lnTo>
                    <a:pt x="4212" y="17448"/>
                  </a:lnTo>
                  <a:lnTo>
                    <a:pt x="4894" y="17669"/>
                  </a:lnTo>
                  <a:lnTo>
                    <a:pt x="5676" y="17910"/>
                  </a:lnTo>
                  <a:lnTo>
                    <a:pt x="6539" y="18150"/>
                  </a:lnTo>
                  <a:lnTo>
                    <a:pt x="7461" y="18391"/>
                  </a:lnTo>
                  <a:lnTo>
                    <a:pt x="8464" y="18632"/>
                  </a:lnTo>
                  <a:lnTo>
                    <a:pt x="9547" y="18852"/>
                  </a:lnTo>
                  <a:lnTo>
                    <a:pt x="10690" y="19073"/>
                  </a:lnTo>
                  <a:lnTo>
                    <a:pt x="11873" y="19253"/>
                  </a:lnTo>
                  <a:lnTo>
                    <a:pt x="13117" y="19434"/>
                  </a:lnTo>
                  <a:lnTo>
                    <a:pt x="14400" y="19554"/>
                  </a:lnTo>
                  <a:lnTo>
                    <a:pt x="15724" y="19674"/>
                  </a:lnTo>
                  <a:lnTo>
                    <a:pt x="15724" y="19674"/>
                  </a:lnTo>
                  <a:lnTo>
                    <a:pt x="16566" y="19715"/>
                  </a:lnTo>
                  <a:lnTo>
                    <a:pt x="17428" y="19715"/>
                  </a:lnTo>
                  <a:lnTo>
                    <a:pt x="17428" y="19715"/>
                  </a:lnTo>
                  <a:lnTo>
                    <a:pt x="18030" y="19715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9313" y="19674"/>
                  </a:lnTo>
                  <a:lnTo>
                    <a:pt x="19995" y="19614"/>
                  </a:lnTo>
                  <a:lnTo>
                    <a:pt x="20657" y="19554"/>
                  </a:lnTo>
                  <a:lnTo>
                    <a:pt x="21339" y="19494"/>
                  </a:lnTo>
                  <a:lnTo>
                    <a:pt x="22642" y="19313"/>
                  </a:lnTo>
                  <a:lnTo>
                    <a:pt x="23926" y="19113"/>
                  </a:lnTo>
                  <a:lnTo>
                    <a:pt x="25149" y="18872"/>
                  </a:lnTo>
                  <a:lnTo>
                    <a:pt x="26333" y="18612"/>
                  </a:lnTo>
                  <a:lnTo>
                    <a:pt x="27456" y="18331"/>
                  </a:lnTo>
                  <a:lnTo>
                    <a:pt x="28498" y="18050"/>
                  </a:lnTo>
                  <a:lnTo>
                    <a:pt x="29481" y="17769"/>
                  </a:lnTo>
                  <a:lnTo>
                    <a:pt x="30363" y="17488"/>
                  </a:lnTo>
                  <a:lnTo>
                    <a:pt x="31146" y="17228"/>
                  </a:lnTo>
                  <a:lnTo>
                    <a:pt x="31847" y="16987"/>
                  </a:lnTo>
                  <a:lnTo>
                    <a:pt x="32870" y="16606"/>
                  </a:lnTo>
                  <a:lnTo>
                    <a:pt x="33412" y="16406"/>
                  </a:lnTo>
                  <a:lnTo>
                    <a:pt x="33412" y="16406"/>
                  </a:lnTo>
                  <a:lnTo>
                    <a:pt x="33492" y="16345"/>
                  </a:lnTo>
                  <a:lnTo>
                    <a:pt x="33572" y="16245"/>
                  </a:lnTo>
                  <a:lnTo>
                    <a:pt x="33652" y="16085"/>
                  </a:lnTo>
                  <a:lnTo>
                    <a:pt x="33713" y="15904"/>
                  </a:lnTo>
                  <a:lnTo>
                    <a:pt x="33713" y="15904"/>
                  </a:lnTo>
                  <a:lnTo>
                    <a:pt x="33031" y="16065"/>
                  </a:lnTo>
                  <a:lnTo>
                    <a:pt x="32128" y="16245"/>
                  </a:lnTo>
                  <a:lnTo>
                    <a:pt x="31065" y="16446"/>
                  </a:lnTo>
                  <a:lnTo>
                    <a:pt x="29842" y="16646"/>
                  </a:lnTo>
                  <a:lnTo>
                    <a:pt x="28458" y="16847"/>
                  </a:lnTo>
                  <a:lnTo>
                    <a:pt x="27736" y="16927"/>
                  </a:lnTo>
                  <a:lnTo>
                    <a:pt x="26974" y="16987"/>
                  </a:lnTo>
                  <a:lnTo>
                    <a:pt x="26172" y="17047"/>
                  </a:lnTo>
                  <a:lnTo>
                    <a:pt x="25370" y="17087"/>
                  </a:lnTo>
                  <a:lnTo>
                    <a:pt x="24528" y="17107"/>
                  </a:lnTo>
                  <a:lnTo>
                    <a:pt x="23685" y="17127"/>
                  </a:lnTo>
                  <a:lnTo>
                    <a:pt x="23685" y="17127"/>
                  </a:lnTo>
                  <a:lnTo>
                    <a:pt x="22462" y="17107"/>
                  </a:lnTo>
                  <a:lnTo>
                    <a:pt x="21239" y="17047"/>
                  </a:lnTo>
                  <a:lnTo>
                    <a:pt x="20617" y="16987"/>
                  </a:lnTo>
                  <a:lnTo>
                    <a:pt x="19975" y="16927"/>
                  </a:lnTo>
                  <a:lnTo>
                    <a:pt x="19354" y="16867"/>
                  </a:lnTo>
                  <a:lnTo>
                    <a:pt x="18712" y="16766"/>
                  </a:lnTo>
                  <a:lnTo>
                    <a:pt x="18070" y="16666"/>
                  </a:lnTo>
                  <a:lnTo>
                    <a:pt x="17428" y="16546"/>
                  </a:lnTo>
                  <a:lnTo>
                    <a:pt x="16787" y="16426"/>
                  </a:lnTo>
                  <a:lnTo>
                    <a:pt x="16145" y="16265"/>
                  </a:lnTo>
                  <a:lnTo>
                    <a:pt x="15503" y="16105"/>
                  </a:lnTo>
                  <a:lnTo>
                    <a:pt x="14861" y="15924"/>
                  </a:lnTo>
                  <a:lnTo>
                    <a:pt x="14220" y="15724"/>
                  </a:lnTo>
                  <a:lnTo>
                    <a:pt x="13578" y="15503"/>
                  </a:lnTo>
                  <a:lnTo>
                    <a:pt x="13578" y="15503"/>
                  </a:lnTo>
                  <a:lnTo>
                    <a:pt x="13197" y="15343"/>
                  </a:lnTo>
                  <a:lnTo>
                    <a:pt x="12836" y="15162"/>
                  </a:lnTo>
                  <a:lnTo>
                    <a:pt x="12475" y="14942"/>
                  </a:lnTo>
                  <a:lnTo>
                    <a:pt x="12134" y="14721"/>
                  </a:lnTo>
                  <a:lnTo>
                    <a:pt x="11833" y="14460"/>
                  </a:lnTo>
                  <a:lnTo>
                    <a:pt x="11532" y="14200"/>
                  </a:lnTo>
                  <a:lnTo>
                    <a:pt x="11272" y="13899"/>
                  </a:lnTo>
                  <a:lnTo>
                    <a:pt x="11031" y="13578"/>
                  </a:lnTo>
                  <a:lnTo>
                    <a:pt x="10810" y="13257"/>
                  </a:lnTo>
                  <a:lnTo>
                    <a:pt x="10630" y="12916"/>
                  </a:lnTo>
                  <a:lnTo>
                    <a:pt x="10469" y="12535"/>
                  </a:lnTo>
                  <a:lnTo>
                    <a:pt x="10349" y="12174"/>
                  </a:lnTo>
                  <a:lnTo>
                    <a:pt x="10249" y="11773"/>
                  </a:lnTo>
                  <a:lnTo>
                    <a:pt x="10189" y="11372"/>
                  </a:lnTo>
                  <a:lnTo>
                    <a:pt x="10149" y="10951"/>
                  </a:lnTo>
                  <a:lnTo>
                    <a:pt x="10149" y="10530"/>
                  </a:lnTo>
                  <a:lnTo>
                    <a:pt x="10149" y="10530"/>
                  </a:lnTo>
                  <a:lnTo>
                    <a:pt x="10189" y="10108"/>
                  </a:lnTo>
                  <a:lnTo>
                    <a:pt x="10269" y="9727"/>
                  </a:lnTo>
                  <a:lnTo>
                    <a:pt x="10369" y="9346"/>
                  </a:lnTo>
                  <a:lnTo>
                    <a:pt x="10510" y="8985"/>
                  </a:lnTo>
                  <a:lnTo>
                    <a:pt x="10670" y="8644"/>
                  </a:lnTo>
                  <a:lnTo>
                    <a:pt x="10850" y="8303"/>
                  </a:lnTo>
                  <a:lnTo>
                    <a:pt x="11071" y="7983"/>
                  </a:lnTo>
                  <a:lnTo>
                    <a:pt x="11312" y="7702"/>
                  </a:lnTo>
                  <a:lnTo>
                    <a:pt x="11572" y="7421"/>
                  </a:lnTo>
                  <a:lnTo>
                    <a:pt x="11853" y="7140"/>
                  </a:lnTo>
                  <a:lnTo>
                    <a:pt x="12134" y="6900"/>
                  </a:lnTo>
                  <a:lnTo>
                    <a:pt x="12455" y="6659"/>
                  </a:lnTo>
                  <a:lnTo>
                    <a:pt x="12776" y="6438"/>
                  </a:lnTo>
                  <a:lnTo>
                    <a:pt x="13117" y="6238"/>
                  </a:lnTo>
                  <a:lnTo>
                    <a:pt x="13458" y="6037"/>
                  </a:lnTo>
                  <a:lnTo>
                    <a:pt x="13819" y="5877"/>
                  </a:lnTo>
                  <a:lnTo>
                    <a:pt x="13819" y="5877"/>
                  </a:lnTo>
                  <a:lnTo>
                    <a:pt x="14540" y="5576"/>
                  </a:lnTo>
                  <a:lnTo>
                    <a:pt x="15282" y="5295"/>
                  </a:lnTo>
                  <a:lnTo>
                    <a:pt x="16045" y="5055"/>
                  </a:lnTo>
                  <a:lnTo>
                    <a:pt x="16807" y="4854"/>
                  </a:lnTo>
                  <a:lnTo>
                    <a:pt x="18351" y="4473"/>
                  </a:lnTo>
                  <a:lnTo>
                    <a:pt x="19895" y="4092"/>
                  </a:lnTo>
                  <a:lnTo>
                    <a:pt x="19895" y="4092"/>
                  </a:lnTo>
                  <a:lnTo>
                    <a:pt x="21580" y="3651"/>
                  </a:lnTo>
                  <a:lnTo>
                    <a:pt x="23244" y="3190"/>
                  </a:lnTo>
                  <a:lnTo>
                    <a:pt x="24086" y="2929"/>
                  </a:lnTo>
                  <a:lnTo>
                    <a:pt x="24929" y="2688"/>
                  </a:lnTo>
                  <a:lnTo>
                    <a:pt x="25751" y="2407"/>
                  </a:lnTo>
                  <a:lnTo>
                    <a:pt x="26573" y="2127"/>
                  </a:lnTo>
                  <a:lnTo>
                    <a:pt x="26573" y="2127"/>
                  </a:lnTo>
                  <a:lnTo>
                    <a:pt x="27335" y="1846"/>
                  </a:lnTo>
                  <a:lnTo>
                    <a:pt x="28097" y="1545"/>
                  </a:lnTo>
                  <a:lnTo>
                    <a:pt x="28097" y="1545"/>
                  </a:lnTo>
                  <a:lnTo>
                    <a:pt x="26834" y="1846"/>
                  </a:lnTo>
                  <a:lnTo>
                    <a:pt x="25510" y="2127"/>
                  </a:lnTo>
                  <a:lnTo>
                    <a:pt x="24147" y="2387"/>
                  </a:lnTo>
                  <a:lnTo>
                    <a:pt x="22723" y="2608"/>
                  </a:lnTo>
                  <a:lnTo>
                    <a:pt x="21279" y="2788"/>
                  </a:lnTo>
                  <a:lnTo>
                    <a:pt x="20537" y="2869"/>
                  </a:lnTo>
                  <a:lnTo>
                    <a:pt x="19795" y="2929"/>
                  </a:lnTo>
                  <a:lnTo>
                    <a:pt x="19033" y="2989"/>
                  </a:lnTo>
                  <a:lnTo>
                    <a:pt x="18291" y="3029"/>
                  </a:lnTo>
                  <a:lnTo>
                    <a:pt x="17529" y="3049"/>
                  </a:lnTo>
                  <a:lnTo>
                    <a:pt x="16767" y="3069"/>
                  </a:lnTo>
                  <a:lnTo>
                    <a:pt x="16767" y="3069"/>
                  </a:lnTo>
                  <a:lnTo>
                    <a:pt x="15724" y="3049"/>
                  </a:lnTo>
                  <a:lnTo>
                    <a:pt x="14701" y="2989"/>
                  </a:lnTo>
                  <a:lnTo>
                    <a:pt x="14701" y="2989"/>
                  </a:lnTo>
                  <a:lnTo>
                    <a:pt x="13458" y="2909"/>
                  </a:lnTo>
                  <a:lnTo>
                    <a:pt x="12254" y="2788"/>
                  </a:lnTo>
                  <a:lnTo>
                    <a:pt x="11071" y="2648"/>
                  </a:lnTo>
                  <a:lnTo>
                    <a:pt x="9928" y="2488"/>
                  </a:lnTo>
                  <a:lnTo>
                    <a:pt x="8825" y="2307"/>
                  </a:lnTo>
                  <a:lnTo>
                    <a:pt x="7742" y="2107"/>
                  </a:lnTo>
                  <a:lnTo>
                    <a:pt x="6719" y="1906"/>
                  </a:lnTo>
                  <a:lnTo>
                    <a:pt x="5757" y="1685"/>
                  </a:lnTo>
                  <a:lnTo>
                    <a:pt x="4834" y="1465"/>
                  </a:lnTo>
                  <a:lnTo>
                    <a:pt x="3952" y="1244"/>
                  </a:lnTo>
                  <a:lnTo>
                    <a:pt x="3129" y="1024"/>
                  </a:lnTo>
                  <a:lnTo>
                    <a:pt x="2367" y="803"/>
                  </a:lnTo>
                  <a:lnTo>
                    <a:pt x="1686" y="582"/>
                  </a:lnTo>
                  <a:lnTo>
                    <a:pt x="1044" y="382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29"/>
            <p:cNvSpPr/>
            <p:nvPr/>
          </p:nvSpPr>
          <p:spPr>
            <a:xfrm>
              <a:off x="11186375" y="4148438"/>
              <a:ext cx="1004750" cy="412650"/>
            </a:xfrm>
            <a:custGeom>
              <a:avLst/>
              <a:gdLst/>
              <a:ahLst/>
              <a:cxnLst/>
              <a:rect l="l" t="t" r="r" b="b"/>
              <a:pathLst>
                <a:path w="40190" h="16506" extrusionOk="0">
                  <a:moveTo>
                    <a:pt x="19212" y="0"/>
                  </a:moveTo>
                  <a:lnTo>
                    <a:pt x="17889" y="20"/>
                  </a:lnTo>
                  <a:lnTo>
                    <a:pt x="16565" y="61"/>
                  </a:lnTo>
                  <a:lnTo>
                    <a:pt x="15262" y="141"/>
                  </a:lnTo>
                  <a:lnTo>
                    <a:pt x="13998" y="221"/>
                  </a:lnTo>
                  <a:lnTo>
                    <a:pt x="12775" y="321"/>
                  </a:lnTo>
                  <a:lnTo>
                    <a:pt x="11592" y="462"/>
                  </a:lnTo>
                  <a:lnTo>
                    <a:pt x="10469" y="602"/>
                  </a:lnTo>
                  <a:lnTo>
                    <a:pt x="9406" y="782"/>
                  </a:lnTo>
                  <a:lnTo>
                    <a:pt x="8423" y="983"/>
                  </a:lnTo>
                  <a:lnTo>
                    <a:pt x="7541" y="1204"/>
                  </a:lnTo>
                  <a:lnTo>
                    <a:pt x="7119" y="1324"/>
                  </a:lnTo>
                  <a:lnTo>
                    <a:pt x="6738" y="1444"/>
                  </a:lnTo>
                  <a:lnTo>
                    <a:pt x="5776" y="1785"/>
                  </a:lnTo>
                  <a:lnTo>
                    <a:pt x="4893" y="2126"/>
                  </a:lnTo>
                  <a:lnTo>
                    <a:pt x="4111" y="2467"/>
                  </a:lnTo>
                  <a:lnTo>
                    <a:pt x="3389" y="2828"/>
                  </a:lnTo>
                  <a:lnTo>
                    <a:pt x="2768" y="3169"/>
                  </a:lnTo>
                  <a:lnTo>
                    <a:pt x="2206" y="3510"/>
                  </a:lnTo>
                  <a:lnTo>
                    <a:pt x="1705" y="3851"/>
                  </a:lnTo>
                  <a:lnTo>
                    <a:pt x="1284" y="4172"/>
                  </a:lnTo>
                  <a:lnTo>
                    <a:pt x="943" y="4493"/>
                  </a:lnTo>
                  <a:lnTo>
                    <a:pt x="642" y="4793"/>
                  </a:lnTo>
                  <a:lnTo>
                    <a:pt x="401" y="5074"/>
                  </a:lnTo>
                  <a:lnTo>
                    <a:pt x="221" y="5355"/>
                  </a:lnTo>
                  <a:lnTo>
                    <a:pt x="100" y="5596"/>
                  </a:lnTo>
                  <a:lnTo>
                    <a:pt x="20" y="5816"/>
                  </a:lnTo>
                  <a:lnTo>
                    <a:pt x="0" y="603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8891" y="16485"/>
                  </a:lnTo>
                  <a:lnTo>
                    <a:pt x="19814" y="16505"/>
                  </a:lnTo>
                  <a:lnTo>
                    <a:pt x="20736" y="16485"/>
                  </a:lnTo>
                  <a:lnTo>
                    <a:pt x="21639" y="16465"/>
                  </a:lnTo>
                  <a:lnTo>
                    <a:pt x="22561" y="16405"/>
                  </a:lnTo>
                  <a:lnTo>
                    <a:pt x="23464" y="16345"/>
                  </a:lnTo>
                  <a:lnTo>
                    <a:pt x="24366" y="16245"/>
                  </a:lnTo>
                  <a:lnTo>
                    <a:pt x="25249" y="16144"/>
                  </a:lnTo>
                  <a:lnTo>
                    <a:pt x="26131" y="16024"/>
                  </a:lnTo>
                  <a:lnTo>
                    <a:pt x="26993" y="15884"/>
                  </a:lnTo>
                  <a:lnTo>
                    <a:pt x="27836" y="15743"/>
                  </a:lnTo>
                  <a:lnTo>
                    <a:pt x="28678" y="15583"/>
                  </a:lnTo>
                  <a:lnTo>
                    <a:pt x="29480" y="15402"/>
                  </a:lnTo>
                  <a:lnTo>
                    <a:pt x="30282" y="15242"/>
                  </a:lnTo>
                  <a:lnTo>
                    <a:pt x="31786" y="14861"/>
                  </a:lnTo>
                  <a:lnTo>
                    <a:pt x="33190" y="14480"/>
                  </a:lnTo>
                  <a:lnTo>
                    <a:pt x="34474" y="14119"/>
                  </a:lnTo>
                  <a:lnTo>
                    <a:pt x="35637" y="13758"/>
                  </a:lnTo>
                  <a:lnTo>
                    <a:pt x="36640" y="13417"/>
                  </a:lnTo>
                  <a:lnTo>
                    <a:pt x="37482" y="13116"/>
                  </a:lnTo>
                  <a:lnTo>
                    <a:pt x="38164" y="1285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608" y="10990"/>
                  </a:lnTo>
                  <a:lnTo>
                    <a:pt x="39708" y="10549"/>
                  </a:lnTo>
                  <a:lnTo>
                    <a:pt x="39868" y="9627"/>
                  </a:lnTo>
                  <a:lnTo>
                    <a:pt x="40009" y="8644"/>
                  </a:lnTo>
                  <a:lnTo>
                    <a:pt x="40109" y="7681"/>
                  </a:lnTo>
                  <a:lnTo>
                    <a:pt x="40169" y="6799"/>
                  </a:lnTo>
                  <a:lnTo>
                    <a:pt x="40189" y="6037"/>
                  </a:lnTo>
                  <a:lnTo>
                    <a:pt x="40189" y="5736"/>
                  </a:lnTo>
                  <a:lnTo>
                    <a:pt x="40169" y="5495"/>
                  </a:lnTo>
                  <a:lnTo>
                    <a:pt x="40129" y="5315"/>
                  </a:lnTo>
                  <a:lnTo>
                    <a:pt x="40089" y="5194"/>
                  </a:lnTo>
                  <a:lnTo>
                    <a:pt x="40009" y="5094"/>
                  </a:lnTo>
                  <a:lnTo>
                    <a:pt x="39868" y="4934"/>
                  </a:lnTo>
                  <a:lnTo>
                    <a:pt x="39708" y="4753"/>
                  </a:lnTo>
                  <a:lnTo>
                    <a:pt x="39467" y="4533"/>
                  </a:lnTo>
                  <a:lnTo>
                    <a:pt x="39187" y="4312"/>
                  </a:lnTo>
                  <a:lnTo>
                    <a:pt x="38866" y="4031"/>
                  </a:lnTo>
                  <a:lnTo>
                    <a:pt x="38505" y="3771"/>
                  </a:lnTo>
                  <a:lnTo>
                    <a:pt x="38084" y="3470"/>
                  </a:lnTo>
                  <a:lnTo>
                    <a:pt x="37602" y="3169"/>
                  </a:lnTo>
                  <a:lnTo>
                    <a:pt x="37081" y="2868"/>
                  </a:lnTo>
                  <a:lnTo>
                    <a:pt x="36519" y="2567"/>
                  </a:lnTo>
                  <a:lnTo>
                    <a:pt x="35898" y="2267"/>
                  </a:lnTo>
                  <a:lnTo>
                    <a:pt x="35236" y="1966"/>
                  </a:lnTo>
                  <a:lnTo>
                    <a:pt x="34514" y="1705"/>
                  </a:lnTo>
                  <a:lnTo>
                    <a:pt x="33732" y="1424"/>
                  </a:lnTo>
                  <a:lnTo>
                    <a:pt x="32910" y="1184"/>
                  </a:lnTo>
                  <a:lnTo>
                    <a:pt x="32228" y="1023"/>
                  </a:lnTo>
                  <a:lnTo>
                    <a:pt x="31466" y="863"/>
                  </a:lnTo>
                  <a:lnTo>
                    <a:pt x="30623" y="722"/>
                  </a:lnTo>
                  <a:lnTo>
                    <a:pt x="29761" y="582"/>
                  </a:lnTo>
                  <a:lnTo>
                    <a:pt x="28818" y="462"/>
                  </a:lnTo>
                  <a:lnTo>
                    <a:pt x="27856" y="361"/>
                  </a:lnTo>
                  <a:lnTo>
                    <a:pt x="26833" y="261"/>
                  </a:lnTo>
                  <a:lnTo>
                    <a:pt x="25790" y="181"/>
                  </a:lnTo>
                  <a:lnTo>
                    <a:pt x="24527" y="101"/>
                  </a:lnTo>
                  <a:lnTo>
                    <a:pt x="23223" y="40"/>
                  </a:lnTo>
                  <a:lnTo>
                    <a:pt x="21900" y="20"/>
                  </a:lnTo>
                  <a:lnTo>
                    <a:pt x="205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29"/>
            <p:cNvSpPr/>
            <p:nvPr/>
          </p:nvSpPr>
          <p:spPr>
            <a:xfrm>
              <a:off x="11186375" y="4148438"/>
              <a:ext cx="1004750" cy="412650"/>
            </a:xfrm>
            <a:custGeom>
              <a:avLst/>
              <a:gdLst/>
              <a:ahLst/>
              <a:cxnLst/>
              <a:rect l="l" t="t" r="r" b="b"/>
              <a:pathLst>
                <a:path w="40190" h="16506" fill="none" extrusionOk="0">
                  <a:moveTo>
                    <a:pt x="39507" y="11391"/>
                  </a:moveTo>
                  <a:lnTo>
                    <a:pt x="39507" y="11391"/>
                  </a:lnTo>
                  <a:lnTo>
                    <a:pt x="39367" y="11833"/>
                  </a:lnTo>
                  <a:lnTo>
                    <a:pt x="39227" y="12194"/>
                  </a:lnTo>
                  <a:lnTo>
                    <a:pt x="39146" y="12334"/>
                  </a:lnTo>
                  <a:lnTo>
                    <a:pt x="39066" y="12434"/>
                  </a:lnTo>
                  <a:lnTo>
                    <a:pt x="38986" y="12514"/>
                  </a:lnTo>
                  <a:lnTo>
                    <a:pt x="38906" y="12575"/>
                  </a:lnTo>
                  <a:lnTo>
                    <a:pt x="38906" y="12575"/>
                  </a:lnTo>
                  <a:lnTo>
                    <a:pt x="38164" y="12855"/>
                  </a:lnTo>
                  <a:lnTo>
                    <a:pt x="37482" y="13116"/>
                  </a:lnTo>
                  <a:lnTo>
                    <a:pt x="36640" y="13417"/>
                  </a:lnTo>
                  <a:lnTo>
                    <a:pt x="35637" y="13758"/>
                  </a:lnTo>
                  <a:lnTo>
                    <a:pt x="34474" y="14119"/>
                  </a:lnTo>
                  <a:lnTo>
                    <a:pt x="33190" y="14480"/>
                  </a:lnTo>
                  <a:lnTo>
                    <a:pt x="31786" y="14861"/>
                  </a:lnTo>
                  <a:lnTo>
                    <a:pt x="30282" y="15242"/>
                  </a:lnTo>
                  <a:lnTo>
                    <a:pt x="29480" y="15402"/>
                  </a:lnTo>
                  <a:lnTo>
                    <a:pt x="28678" y="15583"/>
                  </a:lnTo>
                  <a:lnTo>
                    <a:pt x="27836" y="15743"/>
                  </a:lnTo>
                  <a:lnTo>
                    <a:pt x="26993" y="15884"/>
                  </a:lnTo>
                  <a:lnTo>
                    <a:pt x="26131" y="16024"/>
                  </a:lnTo>
                  <a:lnTo>
                    <a:pt x="25249" y="16144"/>
                  </a:lnTo>
                  <a:lnTo>
                    <a:pt x="24366" y="16245"/>
                  </a:lnTo>
                  <a:lnTo>
                    <a:pt x="23464" y="16345"/>
                  </a:lnTo>
                  <a:lnTo>
                    <a:pt x="22561" y="16405"/>
                  </a:lnTo>
                  <a:lnTo>
                    <a:pt x="21639" y="16465"/>
                  </a:lnTo>
                  <a:lnTo>
                    <a:pt x="20736" y="16485"/>
                  </a:lnTo>
                  <a:lnTo>
                    <a:pt x="19814" y="16505"/>
                  </a:lnTo>
                  <a:lnTo>
                    <a:pt x="18891" y="16485"/>
                  </a:lnTo>
                  <a:lnTo>
                    <a:pt x="17969" y="16425"/>
                  </a:lnTo>
                  <a:lnTo>
                    <a:pt x="17969" y="16425"/>
                  </a:lnTo>
                  <a:lnTo>
                    <a:pt x="16385" y="16305"/>
                  </a:lnTo>
                  <a:lnTo>
                    <a:pt x="14860" y="16144"/>
                  </a:lnTo>
                  <a:lnTo>
                    <a:pt x="13396" y="15944"/>
                  </a:lnTo>
                  <a:lnTo>
                    <a:pt x="11993" y="15723"/>
                  </a:lnTo>
                  <a:lnTo>
                    <a:pt x="10649" y="15462"/>
                  </a:lnTo>
                  <a:lnTo>
                    <a:pt x="9366" y="15202"/>
                  </a:lnTo>
                  <a:lnTo>
                    <a:pt x="8182" y="14921"/>
                  </a:lnTo>
                  <a:lnTo>
                    <a:pt x="7059" y="14640"/>
                  </a:lnTo>
                  <a:lnTo>
                    <a:pt x="6057" y="14359"/>
                  </a:lnTo>
                  <a:lnTo>
                    <a:pt x="5134" y="14079"/>
                  </a:lnTo>
                  <a:lnTo>
                    <a:pt x="4312" y="13818"/>
                  </a:lnTo>
                  <a:lnTo>
                    <a:pt x="3610" y="13557"/>
                  </a:lnTo>
                  <a:lnTo>
                    <a:pt x="3028" y="13337"/>
                  </a:lnTo>
                  <a:lnTo>
                    <a:pt x="2567" y="13156"/>
                  </a:lnTo>
                  <a:lnTo>
                    <a:pt x="2246" y="12996"/>
                  </a:lnTo>
                  <a:lnTo>
                    <a:pt x="2046" y="12875"/>
                  </a:lnTo>
                  <a:lnTo>
                    <a:pt x="2046" y="12875"/>
                  </a:lnTo>
                  <a:lnTo>
                    <a:pt x="1985" y="12815"/>
                  </a:lnTo>
                  <a:lnTo>
                    <a:pt x="1905" y="12735"/>
                  </a:lnTo>
                  <a:lnTo>
                    <a:pt x="1765" y="12494"/>
                  </a:lnTo>
                  <a:lnTo>
                    <a:pt x="1625" y="12153"/>
                  </a:lnTo>
                  <a:lnTo>
                    <a:pt x="1464" y="11752"/>
                  </a:lnTo>
                  <a:lnTo>
                    <a:pt x="1324" y="11291"/>
                  </a:lnTo>
                  <a:lnTo>
                    <a:pt x="1163" y="10790"/>
                  </a:lnTo>
                  <a:lnTo>
                    <a:pt x="862" y="9687"/>
                  </a:lnTo>
                  <a:lnTo>
                    <a:pt x="562" y="8584"/>
                  </a:lnTo>
                  <a:lnTo>
                    <a:pt x="321" y="7561"/>
                  </a:lnTo>
                  <a:lnTo>
                    <a:pt x="20" y="6217"/>
                  </a:lnTo>
                  <a:lnTo>
                    <a:pt x="20" y="6217"/>
                  </a:lnTo>
                  <a:lnTo>
                    <a:pt x="0" y="6037"/>
                  </a:lnTo>
                  <a:lnTo>
                    <a:pt x="20" y="5816"/>
                  </a:lnTo>
                  <a:lnTo>
                    <a:pt x="100" y="5596"/>
                  </a:lnTo>
                  <a:lnTo>
                    <a:pt x="221" y="5355"/>
                  </a:lnTo>
                  <a:lnTo>
                    <a:pt x="401" y="5074"/>
                  </a:lnTo>
                  <a:lnTo>
                    <a:pt x="642" y="4793"/>
                  </a:lnTo>
                  <a:lnTo>
                    <a:pt x="943" y="4493"/>
                  </a:lnTo>
                  <a:lnTo>
                    <a:pt x="1284" y="4172"/>
                  </a:lnTo>
                  <a:lnTo>
                    <a:pt x="1705" y="3851"/>
                  </a:lnTo>
                  <a:lnTo>
                    <a:pt x="2206" y="3510"/>
                  </a:lnTo>
                  <a:lnTo>
                    <a:pt x="2768" y="3169"/>
                  </a:lnTo>
                  <a:lnTo>
                    <a:pt x="3389" y="2828"/>
                  </a:lnTo>
                  <a:lnTo>
                    <a:pt x="4111" y="2467"/>
                  </a:lnTo>
                  <a:lnTo>
                    <a:pt x="4893" y="2126"/>
                  </a:lnTo>
                  <a:lnTo>
                    <a:pt x="5776" y="1785"/>
                  </a:lnTo>
                  <a:lnTo>
                    <a:pt x="6738" y="1444"/>
                  </a:lnTo>
                  <a:lnTo>
                    <a:pt x="6738" y="1444"/>
                  </a:lnTo>
                  <a:lnTo>
                    <a:pt x="7119" y="1324"/>
                  </a:lnTo>
                  <a:lnTo>
                    <a:pt x="7541" y="1204"/>
                  </a:lnTo>
                  <a:lnTo>
                    <a:pt x="8423" y="983"/>
                  </a:lnTo>
                  <a:lnTo>
                    <a:pt x="9406" y="782"/>
                  </a:lnTo>
                  <a:lnTo>
                    <a:pt x="10469" y="602"/>
                  </a:lnTo>
                  <a:lnTo>
                    <a:pt x="11592" y="462"/>
                  </a:lnTo>
                  <a:lnTo>
                    <a:pt x="12775" y="321"/>
                  </a:lnTo>
                  <a:lnTo>
                    <a:pt x="13998" y="221"/>
                  </a:lnTo>
                  <a:lnTo>
                    <a:pt x="15262" y="141"/>
                  </a:lnTo>
                  <a:lnTo>
                    <a:pt x="16565" y="61"/>
                  </a:lnTo>
                  <a:lnTo>
                    <a:pt x="17889" y="20"/>
                  </a:lnTo>
                  <a:lnTo>
                    <a:pt x="19212" y="0"/>
                  </a:lnTo>
                  <a:lnTo>
                    <a:pt x="20556" y="0"/>
                  </a:lnTo>
                  <a:lnTo>
                    <a:pt x="21900" y="20"/>
                  </a:lnTo>
                  <a:lnTo>
                    <a:pt x="23223" y="40"/>
                  </a:lnTo>
                  <a:lnTo>
                    <a:pt x="24527" y="101"/>
                  </a:lnTo>
                  <a:lnTo>
                    <a:pt x="25790" y="181"/>
                  </a:lnTo>
                  <a:lnTo>
                    <a:pt x="25790" y="181"/>
                  </a:lnTo>
                  <a:lnTo>
                    <a:pt x="26833" y="261"/>
                  </a:lnTo>
                  <a:lnTo>
                    <a:pt x="27856" y="361"/>
                  </a:lnTo>
                  <a:lnTo>
                    <a:pt x="28818" y="462"/>
                  </a:lnTo>
                  <a:lnTo>
                    <a:pt x="29761" y="582"/>
                  </a:lnTo>
                  <a:lnTo>
                    <a:pt x="30623" y="722"/>
                  </a:lnTo>
                  <a:lnTo>
                    <a:pt x="31466" y="863"/>
                  </a:lnTo>
                  <a:lnTo>
                    <a:pt x="32228" y="1023"/>
                  </a:lnTo>
                  <a:lnTo>
                    <a:pt x="32910" y="1184"/>
                  </a:lnTo>
                  <a:lnTo>
                    <a:pt x="32910" y="1184"/>
                  </a:lnTo>
                  <a:lnTo>
                    <a:pt x="33732" y="1424"/>
                  </a:lnTo>
                  <a:lnTo>
                    <a:pt x="34514" y="1705"/>
                  </a:lnTo>
                  <a:lnTo>
                    <a:pt x="35236" y="1966"/>
                  </a:lnTo>
                  <a:lnTo>
                    <a:pt x="35898" y="2267"/>
                  </a:lnTo>
                  <a:lnTo>
                    <a:pt x="36519" y="2567"/>
                  </a:lnTo>
                  <a:lnTo>
                    <a:pt x="37081" y="2868"/>
                  </a:lnTo>
                  <a:lnTo>
                    <a:pt x="37602" y="3169"/>
                  </a:lnTo>
                  <a:lnTo>
                    <a:pt x="38084" y="3470"/>
                  </a:lnTo>
                  <a:lnTo>
                    <a:pt x="38505" y="3771"/>
                  </a:lnTo>
                  <a:lnTo>
                    <a:pt x="38866" y="4031"/>
                  </a:lnTo>
                  <a:lnTo>
                    <a:pt x="39187" y="4312"/>
                  </a:lnTo>
                  <a:lnTo>
                    <a:pt x="39467" y="4533"/>
                  </a:lnTo>
                  <a:lnTo>
                    <a:pt x="39708" y="4753"/>
                  </a:lnTo>
                  <a:lnTo>
                    <a:pt x="39868" y="4934"/>
                  </a:lnTo>
                  <a:lnTo>
                    <a:pt x="40009" y="5094"/>
                  </a:lnTo>
                  <a:lnTo>
                    <a:pt x="40089" y="5194"/>
                  </a:lnTo>
                  <a:lnTo>
                    <a:pt x="40089" y="5194"/>
                  </a:lnTo>
                  <a:lnTo>
                    <a:pt x="40129" y="5315"/>
                  </a:lnTo>
                  <a:lnTo>
                    <a:pt x="40169" y="5495"/>
                  </a:lnTo>
                  <a:lnTo>
                    <a:pt x="40189" y="5736"/>
                  </a:lnTo>
                  <a:lnTo>
                    <a:pt x="40189" y="6037"/>
                  </a:lnTo>
                  <a:lnTo>
                    <a:pt x="40169" y="6799"/>
                  </a:lnTo>
                  <a:lnTo>
                    <a:pt x="40109" y="7681"/>
                  </a:lnTo>
                  <a:lnTo>
                    <a:pt x="40009" y="8644"/>
                  </a:lnTo>
                  <a:lnTo>
                    <a:pt x="39868" y="9627"/>
                  </a:lnTo>
                  <a:lnTo>
                    <a:pt x="39708" y="10549"/>
                  </a:lnTo>
                  <a:lnTo>
                    <a:pt x="39608" y="10990"/>
                  </a:lnTo>
                  <a:lnTo>
                    <a:pt x="39507" y="1139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29"/>
            <p:cNvSpPr/>
            <p:nvPr/>
          </p:nvSpPr>
          <p:spPr>
            <a:xfrm>
              <a:off x="11186375" y="4148438"/>
              <a:ext cx="987700" cy="412650"/>
            </a:xfrm>
            <a:custGeom>
              <a:avLst/>
              <a:gdLst/>
              <a:ahLst/>
              <a:cxnLst/>
              <a:rect l="l" t="t" r="r" b="b"/>
              <a:pathLst>
                <a:path w="39508" h="16506" extrusionOk="0">
                  <a:moveTo>
                    <a:pt x="20115" y="0"/>
                  </a:moveTo>
                  <a:lnTo>
                    <a:pt x="18149" y="20"/>
                  </a:lnTo>
                  <a:lnTo>
                    <a:pt x="16224" y="81"/>
                  </a:lnTo>
                  <a:lnTo>
                    <a:pt x="15282" y="141"/>
                  </a:lnTo>
                  <a:lnTo>
                    <a:pt x="14359" y="201"/>
                  </a:lnTo>
                  <a:lnTo>
                    <a:pt x="13457" y="261"/>
                  </a:lnTo>
                  <a:lnTo>
                    <a:pt x="12554" y="341"/>
                  </a:lnTo>
                  <a:lnTo>
                    <a:pt x="11712" y="442"/>
                  </a:lnTo>
                  <a:lnTo>
                    <a:pt x="10870" y="542"/>
                  </a:lnTo>
                  <a:lnTo>
                    <a:pt x="10087" y="662"/>
                  </a:lnTo>
                  <a:lnTo>
                    <a:pt x="9325" y="803"/>
                  </a:lnTo>
                  <a:lnTo>
                    <a:pt x="8603" y="943"/>
                  </a:lnTo>
                  <a:lnTo>
                    <a:pt x="7922" y="1103"/>
                  </a:lnTo>
                  <a:lnTo>
                    <a:pt x="7300" y="1264"/>
                  </a:lnTo>
                  <a:lnTo>
                    <a:pt x="6738" y="1444"/>
                  </a:lnTo>
                  <a:lnTo>
                    <a:pt x="5816" y="1765"/>
                  </a:lnTo>
                  <a:lnTo>
                    <a:pt x="4994" y="2086"/>
                  </a:lnTo>
                  <a:lnTo>
                    <a:pt x="4232" y="2407"/>
                  </a:lnTo>
                  <a:lnTo>
                    <a:pt x="3550" y="2748"/>
                  </a:lnTo>
                  <a:lnTo>
                    <a:pt x="2928" y="3069"/>
                  </a:lnTo>
                  <a:lnTo>
                    <a:pt x="2367" y="3390"/>
                  </a:lnTo>
                  <a:lnTo>
                    <a:pt x="1885" y="3710"/>
                  </a:lnTo>
                  <a:lnTo>
                    <a:pt x="1464" y="4031"/>
                  </a:lnTo>
                  <a:lnTo>
                    <a:pt x="1103" y="4332"/>
                  </a:lnTo>
                  <a:lnTo>
                    <a:pt x="802" y="4633"/>
                  </a:lnTo>
                  <a:lnTo>
                    <a:pt x="542" y="4914"/>
                  </a:lnTo>
                  <a:lnTo>
                    <a:pt x="341" y="5174"/>
                  </a:lnTo>
                  <a:lnTo>
                    <a:pt x="181" y="5415"/>
                  </a:lnTo>
                  <a:lnTo>
                    <a:pt x="80" y="5656"/>
                  </a:lnTo>
                  <a:lnTo>
                    <a:pt x="20" y="5856"/>
                  </a:lnTo>
                  <a:lnTo>
                    <a:pt x="0" y="605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8992" y="16485"/>
                  </a:lnTo>
                  <a:lnTo>
                    <a:pt x="20035" y="16505"/>
                  </a:lnTo>
                  <a:lnTo>
                    <a:pt x="20897" y="16485"/>
                  </a:lnTo>
                  <a:lnTo>
                    <a:pt x="21739" y="16465"/>
                  </a:lnTo>
                  <a:lnTo>
                    <a:pt x="22602" y="16405"/>
                  </a:lnTo>
                  <a:lnTo>
                    <a:pt x="23444" y="16345"/>
                  </a:lnTo>
                  <a:lnTo>
                    <a:pt x="24286" y="16265"/>
                  </a:lnTo>
                  <a:lnTo>
                    <a:pt x="25108" y="16164"/>
                  </a:lnTo>
                  <a:lnTo>
                    <a:pt x="25931" y="16044"/>
                  </a:lnTo>
                  <a:lnTo>
                    <a:pt x="26733" y="15924"/>
                  </a:lnTo>
                  <a:lnTo>
                    <a:pt x="27515" y="15803"/>
                  </a:lnTo>
                  <a:lnTo>
                    <a:pt x="28297" y="15643"/>
                  </a:lnTo>
                  <a:lnTo>
                    <a:pt x="29801" y="15342"/>
                  </a:lnTo>
                  <a:lnTo>
                    <a:pt x="31245" y="15001"/>
                  </a:lnTo>
                  <a:lnTo>
                    <a:pt x="32589" y="14660"/>
                  </a:lnTo>
                  <a:lnTo>
                    <a:pt x="33832" y="14299"/>
                  </a:lnTo>
                  <a:lnTo>
                    <a:pt x="34975" y="13958"/>
                  </a:lnTo>
                  <a:lnTo>
                    <a:pt x="35998" y="13617"/>
                  </a:lnTo>
                  <a:lnTo>
                    <a:pt x="36900" y="13317"/>
                  </a:lnTo>
                  <a:lnTo>
                    <a:pt x="38224" y="1283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507" y="11391"/>
                  </a:lnTo>
                  <a:lnTo>
                    <a:pt x="38645" y="11632"/>
                  </a:lnTo>
                  <a:lnTo>
                    <a:pt x="37783" y="11873"/>
                  </a:lnTo>
                  <a:lnTo>
                    <a:pt x="36920" y="12073"/>
                  </a:lnTo>
                  <a:lnTo>
                    <a:pt x="36038" y="12274"/>
                  </a:lnTo>
                  <a:lnTo>
                    <a:pt x="35176" y="12474"/>
                  </a:lnTo>
                  <a:lnTo>
                    <a:pt x="34293" y="12635"/>
                  </a:lnTo>
                  <a:lnTo>
                    <a:pt x="33411" y="12795"/>
                  </a:lnTo>
                  <a:lnTo>
                    <a:pt x="32528" y="12936"/>
                  </a:lnTo>
                  <a:lnTo>
                    <a:pt x="31626" y="13056"/>
                  </a:lnTo>
                  <a:lnTo>
                    <a:pt x="30744" y="13156"/>
                  </a:lnTo>
                  <a:lnTo>
                    <a:pt x="29841" y="13256"/>
                  </a:lnTo>
                  <a:lnTo>
                    <a:pt x="28959" y="13317"/>
                  </a:lnTo>
                  <a:lnTo>
                    <a:pt x="28056" y="13377"/>
                  </a:lnTo>
                  <a:lnTo>
                    <a:pt x="27154" y="13417"/>
                  </a:lnTo>
                  <a:lnTo>
                    <a:pt x="26251" y="13437"/>
                  </a:lnTo>
                  <a:lnTo>
                    <a:pt x="25369" y="13457"/>
                  </a:lnTo>
                  <a:lnTo>
                    <a:pt x="24587" y="13437"/>
                  </a:lnTo>
                  <a:lnTo>
                    <a:pt x="23825" y="13437"/>
                  </a:lnTo>
                  <a:lnTo>
                    <a:pt x="23063" y="13397"/>
                  </a:lnTo>
                  <a:lnTo>
                    <a:pt x="22281" y="13357"/>
                  </a:lnTo>
                  <a:lnTo>
                    <a:pt x="21519" y="13297"/>
                  </a:lnTo>
                  <a:lnTo>
                    <a:pt x="20756" y="13236"/>
                  </a:lnTo>
                  <a:lnTo>
                    <a:pt x="19974" y="13156"/>
                  </a:lnTo>
                  <a:lnTo>
                    <a:pt x="19212" y="13056"/>
                  </a:lnTo>
                  <a:lnTo>
                    <a:pt x="18410" y="12956"/>
                  </a:lnTo>
                  <a:lnTo>
                    <a:pt x="17608" y="12835"/>
                  </a:lnTo>
                  <a:lnTo>
                    <a:pt x="16806" y="12695"/>
                  </a:lnTo>
                  <a:lnTo>
                    <a:pt x="16004" y="12554"/>
                  </a:lnTo>
                  <a:lnTo>
                    <a:pt x="15201" y="12374"/>
                  </a:lnTo>
                  <a:lnTo>
                    <a:pt x="14399" y="12214"/>
                  </a:lnTo>
                  <a:lnTo>
                    <a:pt x="13617" y="12013"/>
                  </a:lnTo>
                  <a:lnTo>
                    <a:pt x="12835" y="11792"/>
                  </a:lnTo>
                  <a:lnTo>
                    <a:pt x="12233" y="11612"/>
                  </a:lnTo>
                  <a:lnTo>
                    <a:pt x="11592" y="11391"/>
                  </a:lnTo>
                  <a:lnTo>
                    <a:pt x="11291" y="11271"/>
                  </a:lnTo>
                  <a:lnTo>
                    <a:pt x="10970" y="11131"/>
                  </a:lnTo>
                  <a:lnTo>
                    <a:pt x="10669" y="10970"/>
                  </a:lnTo>
                  <a:lnTo>
                    <a:pt x="10388" y="10810"/>
                  </a:lnTo>
                  <a:lnTo>
                    <a:pt x="9566" y="10629"/>
                  </a:lnTo>
                  <a:lnTo>
                    <a:pt x="8784" y="10429"/>
                  </a:lnTo>
                  <a:lnTo>
                    <a:pt x="7922" y="10188"/>
                  </a:lnTo>
                  <a:lnTo>
                    <a:pt x="7119" y="9907"/>
                  </a:lnTo>
                  <a:lnTo>
                    <a:pt x="6357" y="9627"/>
                  </a:lnTo>
                  <a:lnTo>
                    <a:pt x="5635" y="9346"/>
                  </a:lnTo>
                  <a:lnTo>
                    <a:pt x="4974" y="9045"/>
                  </a:lnTo>
                  <a:lnTo>
                    <a:pt x="4372" y="8724"/>
                  </a:lnTo>
                  <a:lnTo>
                    <a:pt x="3831" y="8423"/>
                  </a:lnTo>
                  <a:lnTo>
                    <a:pt x="3329" y="8122"/>
                  </a:lnTo>
                  <a:lnTo>
                    <a:pt x="2888" y="7802"/>
                  </a:lnTo>
                  <a:lnTo>
                    <a:pt x="2507" y="7501"/>
                  </a:lnTo>
                  <a:lnTo>
                    <a:pt x="2186" y="7220"/>
                  </a:lnTo>
                  <a:lnTo>
                    <a:pt x="1925" y="6939"/>
                  </a:lnTo>
                  <a:lnTo>
                    <a:pt x="1725" y="6679"/>
                  </a:lnTo>
                  <a:lnTo>
                    <a:pt x="1584" y="6438"/>
                  </a:lnTo>
                  <a:lnTo>
                    <a:pt x="1544" y="6318"/>
                  </a:lnTo>
                  <a:lnTo>
                    <a:pt x="1504" y="6197"/>
                  </a:lnTo>
                  <a:lnTo>
                    <a:pt x="1484" y="6097"/>
                  </a:lnTo>
                  <a:lnTo>
                    <a:pt x="1504" y="5997"/>
                  </a:lnTo>
                  <a:lnTo>
                    <a:pt x="1524" y="5856"/>
                  </a:lnTo>
                  <a:lnTo>
                    <a:pt x="1564" y="5736"/>
                  </a:lnTo>
                  <a:lnTo>
                    <a:pt x="1604" y="5596"/>
                  </a:lnTo>
                  <a:lnTo>
                    <a:pt x="1685" y="5455"/>
                  </a:lnTo>
                  <a:lnTo>
                    <a:pt x="1785" y="5315"/>
                  </a:lnTo>
                  <a:lnTo>
                    <a:pt x="1885" y="5174"/>
                  </a:lnTo>
                  <a:lnTo>
                    <a:pt x="2146" y="4874"/>
                  </a:lnTo>
                  <a:lnTo>
                    <a:pt x="2467" y="4593"/>
                  </a:lnTo>
                  <a:lnTo>
                    <a:pt x="2828" y="4312"/>
                  </a:lnTo>
                  <a:lnTo>
                    <a:pt x="3249" y="4011"/>
                  </a:lnTo>
                  <a:lnTo>
                    <a:pt x="3710" y="3730"/>
                  </a:lnTo>
                  <a:lnTo>
                    <a:pt x="4212" y="3470"/>
                  </a:lnTo>
                  <a:lnTo>
                    <a:pt x="4733" y="3209"/>
                  </a:lnTo>
                  <a:lnTo>
                    <a:pt x="5294" y="2948"/>
                  </a:lnTo>
                  <a:lnTo>
                    <a:pt x="5856" y="2728"/>
                  </a:lnTo>
                  <a:lnTo>
                    <a:pt x="6458" y="2507"/>
                  </a:lnTo>
                  <a:lnTo>
                    <a:pt x="7059" y="2307"/>
                  </a:lnTo>
                  <a:lnTo>
                    <a:pt x="7681" y="2126"/>
                  </a:lnTo>
                  <a:lnTo>
                    <a:pt x="8283" y="1966"/>
                  </a:lnTo>
                  <a:lnTo>
                    <a:pt x="8864" y="1845"/>
                  </a:lnTo>
                  <a:lnTo>
                    <a:pt x="9466" y="1725"/>
                  </a:lnTo>
                  <a:lnTo>
                    <a:pt x="10128" y="1605"/>
                  </a:lnTo>
                  <a:lnTo>
                    <a:pt x="10809" y="1504"/>
                  </a:lnTo>
                  <a:lnTo>
                    <a:pt x="12273" y="1324"/>
                  </a:lnTo>
                  <a:lnTo>
                    <a:pt x="13858" y="1164"/>
                  </a:lnTo>
                  <a:lnTo>
                    <a:pt x="15542" y="1063"/>
                  </a:lnTo>
                  <a:lnTo>
                    <a:pt x="17267" y="963"/>
                  </a:lnTo>
                  <a:lnTo>
                    <a:pt x="19032" y="923"/>
                  </a:lnTo>
                  <a:lnTo>
                    <a:pt x="20837" y="903"/>
                  </a:lnTo>
                  <a:lnTo>
                    <a:pt x="21017" y="903"/>
                  </a:lnTo>
                  <a:lnTo>
                    <a:pt x="22200" y="682"/>
                  </a:lnTo>
                  <a:lnTo>
                    <a:pt x="23404" y="482"/>
                  </a:lnTo>
                  <a:lnTo>
                    <a:pt x="24587" y="321"/>
                  </a:lnTo>
                  <a:lnTo>
                    <a:pt x="25790" y="181"/>
                  </a:lnTo>
                  <a:lnTo>
                    <a:pt x="24406" y="101"/>
                  </a:lnTo>
                  <a:lnTo>
                    <a:pt x="23003" y="40"/>
                  </a:lnTo>
                  <a:lnTo>
                    <a:pt x="2155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29"/>
            <p:cNvSpPr/>
            <p:nvPr/>
          </p:nvSpPr>
          <p:spPr>
            <a:xfrm>
              <a:off x="11186375" y="4148438"/>
              <a:ext cx="987700" cy="412650"/>
            </a:xfrm>
            <a:custGeom>
              <a:avLst/>
              <a:gdLst/>
              <a:ahLst/>
              <a:cxnLst/>
              <a:rect l="l" t="t" r="r" b="b"/>
              <a:pathLst>
                <a:path w="39508" h="16506" fill="none" extrusionOk="0">
                  <a:moveTo>
                    <a:pt x="20115" y="0"/>
                  </a:moveTo>
                  <a:lnTo>
                    <a:pt x="20115" y="0"/>
                  </a:lnTo>
                  <a:lnTo>
                    <a:pt x="18149" y="20"/>
                  </a:lnTo>
                  <a:lnTo>
                    <a:pt x="16224" y="81"/>
                  </a:lnTo>
                  <a:lnTo>
                    <a:pt x="15282" y="141"/>
                  </a:lnTo>
                  <a:lnTo>
                    <a:pt x="14359" y="201"/>
                  </a:lnTo>
                  <a:lnTo>
                    <a:pt x="13457" y="261"/>
                  </a:lnTo>
                  <a:lnTo>
                    <a:pt x="12554" y="341"/>
                  </a:lnTo>
                  <a:lnTo>
                    <a:pt x="11712" y="442"/>
                  </a:lnTo>
                  <a:lnTo>
                    <a:pt x="10870" y="542"/>
                  </a:lnTo>
                  <a:lnTo>
                    <a:pt x="10087" y="662"/>
                  </a:lnTo>
                  <a:lnTo>
                    <a:pt x="9325" y="803"/>
                  </a:lnTo>
                  <a:lnTo>
                    <a:pt x="8603" y="943"/>
                  </a:lnTo>
                  <a:lnTo>
                    <a:pt x="7922" y="1103"/>
                  </a:lnTo>
                  <a:lnTo>
                    <a:pt x="7300" y="1264"/>
                  </a:lnTo>
                  <a:lnTo>
                    <a:pt x="6738" y="1444"/>
                  </a:lnTo>
                  <a:lnTo>
                    <a:pt x="6738" y="1444"/>
                  </a:lnTo>
                  <a:lnTo>
                    <a:pt x="5816" y="1765"/>
                  </a:lnTo>
                  <a:lnTo>
                    <a:pt x="4994" y="2086"/>
                  </a:lnTo>
                  <a:lnTo>
                    <a:pt x="4232" y="2407"/>
                  </a:lnTo>
                  <a:lnTo>
                    <a:pt x="3550" y="2748"/>
                  </a:lnTo>
                  <a:lnTo>
                    <a:pt x="2928" y="3069"/>
                  </a:lnTo>
                  <a:lnTo>
                    <a:pt x="2367" y="3390"/>
                  </a:lnTo>
                  <a:lnTo>
                    <a:pt x="1885" y="3710"/>
                  </a:lnTo>
                  <a:lnTo>
                    <a:pt x="1464" y="4031"/>
                  </a:lnTo>
                  <a:lnTo>
                    <a:pt x="1103" y="4332"/>
                  </a:lnTo>
                  <a:lnTo>
                    <a:pt x="802" y="4633"/>
                  </a:lnTo>
                  <a:lnTo>
                    <a:pt x="542" y="4914"/>
                  </a:lnTo>
                  <a:lnTo>
                    <a:pt x="341" y="5174"/>
                  </a:lnTo>
                  <a:lnTo>
                    <a:pt x="181" y="5415"/>
                  </a:lnTo>
                  <a:lnTo>
                    <a:pt x="80" y="5656"/>
                  </a:lnTo>
                  <a:lnTo>
                    <a:pt x="20" y="5856"/>
                  </a:lnTo>
                  <a:lnTo>
                    <a:pt x="0" y="6057"/>
                  </a:lnTo>
                  <a:lnTo>
                    <a:pt x="0" y="6057"/>
                  </a:lnTo>
                  <a:lnTo>
                    <a:pt x="20" y="621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7969" y="16425"/>
                  </a:lnTo>
                  <a:lnTo>
                    <a:pt x="18992" y="16485"/>
                  </a:lnTo>
                  <a:lnTo>
                    <a:pt x="20035" y="16505"/>
                  </a:lnTo>
                  <a:lnTo>
                    <a:pt x="20035" y="16505"/>
                  </a:lnTo>
                  <a:lnTo>
                    <a:pt x="20897" y="16485"/>
                  </a:lnTo>
                  <a:lnTo>
                    <a:pt x="21739" y="16465"/>
                  </a:lnTo>
                  <a:lnTo>
                    <a:pt x="22602" y="16405"/>
                  </a:lnTo>
                  <a:lnTo>
                    <a:pt x="23444" y="16345"/>
                  </a:lnTo>
                  <a:lnTo>
                    <a:pt x="24286" y="16265"/>
                  </a:lnTo>
                  <a:lnTo>
                    <a:pt x="25108" y="16164"/>
                  </a:lnTo>
                  <a:lnTo>
                    <a:pt x="25931" y="16044"/>
                  </a:lnTo>
                  <a:lnTo>
                    <a:pt x="26733" y="15924"/>
                  </a:lnTo>
                  <a:lnTo>
                    <a:pt x="27515" y="15803"/>
                  </a:lnTo>
                  <a:lnTo>
                    <a:pt x="28297" y="15643"/>
                  </a:lnTo>
                  <a:lnTo>
                    <a:pt x="29801" y="15342"/>
                  </a:lnTo>
                  <a:lnTo>
                    <a:pt x="31245" y="15001"/>
                  </a:lnTo>
                  <a:lnTo>
                    <a:pt x="32589" y="14660"/>
                  </a:lnTo>
                  <a:lnTo>
                    <a:pt x="33832" y="14299"/>
                  </a:lnTo>
                  <a:lnTo>
                    <a:pt x="34975" y="13958"/>
                  </a:lnTo>
                  <a:lnTo>
                    <a:pt x="35998" y="13617"/>
                  </a:lnTo>
                  <a:lnTo>
                    <a:pt x="36900" y="13317"/>
                  </a:lnTo>
                  <a:lnTo>
                    <a:pt x="38224" y="12835"/>
                  </a:lnTo>
                  <a:lnTo>
                    <a:pt x="38906" y="1257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507" y="11391"/>
                  </a:lnTo>
                  <a:lnTo>
                    <a:pt x="38645" y="11632"/>
                  </a:lnTo>
                  <a:lnTo>
                    <a:pt x="37783" y="11873"/>
                  </a:lnTo>
                  <a:lnTo>
                    <a:pt x="36920" y="12073"/>
                  </a:lnTo>
                  <a:lnTo>
                    <a:pt x="36038" y="12274"/>
                  </a:lnTo>
                  <a:lnTo>
                    <a:pt x="35176" y="12474"/>
                  </a:lnTo>
                  <a:lnTo>
                    <a:pt x="34293" y="12635"/>
                  </a:lnTo>
                  <a:lnTo>
                    <a:pt x="33411" y="12795"/>
                  </a:lnTo>
                  <a:lnTo>
                    <a:pt x="32528" y="12936"/>
                  </a:lnTo>
                  <a:lnTo>
                    <a:pt x="31626" y="13056"/>
                  </a:lnTo>
                  <a:lnTo>
                    <a:pt x="30744" y="13156"/>
                  </a:lnTo>
                  <a:lnTo>
                    <a:pt x="29841" y="13256"/>
                  </a:lnTo>
                  <a:lnTo>
                    <a:pt x="28959" y="13317"/>
                  </a:lnTo>
                  <a:lnTo>
                    <a:pt x="28056" y="13377"/>
                  </a:lnTo>
                  <a:lnTo>
                    <a:pt x="27154" y="13417"/>
                  </a:lnTo>
                  <a:lnTo>
                    <a:pt x="26251" y="13437"/>
                  </a:lnTo>
                  <a:lnTo>
                    <a:pt x="25369" y="13457"/>
                  </a:lnTo>
                  <a:lnTo>
                    <a:pt x="25369" y="13457"/>
                  </a:lnTo>
                  <a:lnTo>
                    <a:pt x="24587" y="13437"/>
                  </a:lnTo>
                  <a:lnTo>
                    <a:pt x="23825" y="13437"/>
                  </a:lnTo>
                  <a:lnTo>
                    <a:pt x="23063" y="13397"/>
                  </a:lnTo>
                  <a:lnTo>
                    <a:pt x="22281" y="13357"/>
                  </a:lnTo>
                  <a:lnTo>
                    <a:pt x="21519" y="13297"/>
                  </a:lnTo>
                  <a:lnTo>
                    <a:pt x="20756" y="13236"/>
                  </a:lnTo>
                  <a:lnTo>
                    <a:pt x="19974" y="13156"/>
                  </a:lnTo>
                  <a:lnTo>
                    <a:pt x="19212" y="13056"/>
                  </a:lnTo>
                  <a:lnTo>
                    <a:pt x="19212" y="13056"/>
                  </a:lnTo>
                  <a:lnTo>
                    <a:pt x="18410" y="12956"/>
                  </a:lnTo>
                  <a:lnTo>
                    <a:pt x="17608" y="12835"/>
                  </a:lnTo>
                  <a:lnTo>
                    <a:pt x="16806" y="12695"/>
                  </a:lnTo>
                  <a:lnTo>
                    <a:pt x="16004" y="12554"/>
                  </a:lnTo>
                  <a:lnTo>
                    <a:pt x="15201" y="12374"/>
                  </a:lnTo>
                  <a:lnTo>
                    <a:pt x="14399" y="12214"/>
                  </a:lnTo>
                  <a:lnTo>
                    <a:pt x="13617" y="12013"/>
                  </a:lnTo>
                  <a:lnTo>
                    <a:pt x="12835" y="11792"/>
                  </a:lnTo>
                  <a:lnTo>
                    <a:pt x="12835" y="11792"/>
                  </a:lnTo>
                  <a:lnTo>
                    <a:pt x="12233" y="11612"/>
                  </a:lnTo>
                  <a:lnTo>
                    <a:pt x="11592" y="11391"/>
                  </a:lnTo>
                  <a:lnTo>
                    <a:pt x="11291" y="11271"/>
                  </a:lnTo>
                  <a:lnTo>
                    <a:pt x="10970" y="11131"/>
                  </a:lnTo>
                  <a:lnTo>
                    <a:pt x="10669" y="10970"/>
                  </a:lnTo>
                  <a:lnTo>
                    <a:pt x="10388" y="10810"/>
                  </a:lnTo>
                  <a:lnTo>
                    <a:pt x="10388" y="10810"/>
                  </a:lnTo>
                  <a:lnTo>
                    <a:pt x="9566" y="10629"/>
                  </a:lnTo>
                  <a:lnTo>
                    <a:pt x="8784" y="10429"/>
                  </a:lnTo>
                  <a:lnTo>
                    <a:pt x="8784" y="10429"/>
                  </a:lnTo>
                  <a:lnTo>
                    <a:pt x="7922" y="10188"/>
                  </a:lnTo>
                  <a:lnTo>
                    <a:pt x="7119" y="9907"/>
                  </a:lnTo>
                  <a:lnTo>
                    <a:pt x="6357" y="9627"/>
                  </a:lnTo>
                  <a:lnTo>
                    <a:pt x="5635" y="9346"/>
                  </a:lnTo>
                  <a:lnTo>
                    <a:pt x="4974" y="9045"/>
                  </a:lnTo>
                  <a:lnTo>
                    <a:pt x="4372" y="8724"/>
                  </a:lnTo>
                  <a:lnTo>
                    <a:pt x="3831" y="8423"/>
                  </a:lnTo>
                  <a:lnTo>
                    <a:pt x="3329" y="8122"/>
                  </a:lnTo>
                  <a:lnTo>
                    <a:pt x="2888" y="7802"/>
                  </a:lnTo>
                  <a:lnTo>
                    <a:pt x="2507" y="7501"/>
                  </a:lnTo>
                  <a:lnTo>
                    <a:pt x="2186" y="7220"/>
                  </a:lnTo>
                  <a:lnTo>
                    <a:pt x="1925" y="6939"/>
                  </a:lnTo>
                  <a:lnTo>
                    <a:pt x="1725" y="6679"/>
                  </a:lnTo>
                  <a:lnTo>
                    <a:pt x="1584" y="6438"/>
                  </a:lnTo>
                  <a:lnTo>
                    <a:pt x="1544" y="6318"/>
                  </a:lnTo>
                  <a:lnTo>
                    <a:pt x="1504" y="6197"/>
                  </a:lnTo>
                  <a:lnTo>
                    <a:pt x="1484" y="6097"/>
                  </a:lnTo>
                  <a:lnTo>
                    <a:pt x="1504" y="5997"/>
                  </a:lnTo>
                  <a:lnTo>
                    <a:pt x="1504" y="5997"/>
                  </a:lnTo>
                  <a:lnTo>
                    <a:pt x="1524" y="5856"/>
                  </a:lnTo>
                  <a:lnTo>
                    <a:pt x="1564" y="5736"/>
                  </a:lnTo>
                  <a:lnTo>
                    <a:pt x="1604" y="5596"/>
                  </a:lnTo>
                  <a:lnTo>
                    <a:pt x="1685" y="5455"/>
                  </a:lnTo>
                  <a:lnTo>
                    <a:pt x="1785" y="5315"/>
                  </a:lnTo>
                  <a:lnTo>
                    <a:pt x="1885" y="5174"/>
                  </a:lnTo>
                  <a:lnTo>
                    <a:pt x="2146" y="4874"/>
                  </a:lnTo>
                  <a:lnTo>
                    <a:pt x="2467" y="4593"/>
                  </a:lnTo>
                  <a:lnTo>
                    <a:pt x="2828" y="4312"/>
                  </a:lnTo>
                  <a:lnTo>
                    <a:pt x="3249" y="4011"/>
                  </a:lnTo>
                  <a:lnTo>
                    <a:pt x="3710" y="3730"/>
                  </a:lnTo>
                  <a:lnTo>
                    <a:pt x="4212" y="3470"/>
                  </a:lnTo>
                  <a:lnTo>
                    <a:pt x="4733" y="3209"/>
                  </a:lnTo>
                  <a:lnTo>
                    <a:pt x="5294" y="2948"/>
                  </a:lnTo>
                  <a:lnTo>
                    <a:pt x="5856" y="2728"/>
                  </a:lnTo>
                  <a:lnTo>
                    <a:pt x="6458" y="2507"/>
                  </a:lnTo>
                  <a:lnTo>
                    <a:pt x="7059" y="2307"/>
                  </a:lnTo>
                  <a:lnTo>
                    <a:pt x="7681" y="2126"/>
                  </a:lnTo>
                  <a:lnTo>
                    <a:pt x="8283" y="1966"/>
                  </a:lnTo>
                  <a:lnTo>
                    <a:pt x="8283" y="1966"/>
                  </a:lnTo>
                  <a:lnTo>
                    <a:pt x="8864" y="1845"/>
                  </a:lnTo>
                  <a:lnTo>
                    <a:pt x="9466" y="1725"/>
                  </a:lnTo>
                  <a:lnTo>
                    <a:pt x="10128" y="1605"/>
                  </a:lnTo>
                  <a:lnTo>
                    <a:pt x="10809" y="1504"/>
                  </a:lnTo>
                  <a:lnTo>
                    <a:pt x="12273" y="1324"/>
                  </a:lnTo>
                  <a:lnTo>
                    <a:pt x="13858" y="1164"/>
                  </a:lnTo>
                  <a:lnTo>
                    <a:pt x="15542" y="1063"/>
                  </a:lnTo>
                  <a:lnTo>
                    <a:pt x="17267" y="963"/>
                  </a:lnTo>
                  <a:lnTo>
                    <a:pt x="19032" y="923"/>
                  </a:lnTo>
                  <a:lnTo>
                    <a:pt x="20837" y="903"/>
                  </a:lnTo>
                  <a:lnTo>
                    <a:pt x="20837" y="903"/>
                  </a:lnTo>
                  <a:lnTo>
                    <a:pt x="21017" y="903"/>
                  </a:lnTo>
                  <a:lnTo>
                    <a:pt x="21017" y="903"/>
                  </a:lnTo>
                  <a:lnTo>
                    <a:pt x="22200" y="682"/>
                  </a:lnTo>
                  <a:lnTo>
                    <a:pt x="23404" y="482"/>
                  </a:lnTo>
                  <a:lnTo>
                    <a:pt x="24587" y="321"/>
                  </a:lnTo>
                  <a:lnTo>
                    <a:pt x="25790" y="181"/>
                  </a:lnTo>
                  <a:lnTo>
                    <a:pt x="25790" y="181"/>
                  </a:lnTo>
                  <a:lnTo>
                    <a:pt x="24406" y="101"/>
                  </a:lnTo>
                  <a:lnTo>
                    <a:pt x="23003" y="40"/>
                  </a:lnTo>
                  <a:lnTo>
                    <a:pt x="21559" y="0"/>
                  </a:lnTo>
                  <a:lnTo>
                    <a:pt x="2011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29"/>
            <p:cNvSpPr/>
            <p:nvPr/>
          </p:nvSpPr>
          <p:spPr>
            <a:xfrm>
              <a:off x="11223475" y="4170988"/>
              <a:ext cx="943075" cy="265250"/>
            </a:xfrm>
            <a:custGeom>
              <a:avLst/>
              <a:gdLst/>
              <a:ahLst/>
              <a:cxnLst/>
              <a:rect l="l" t="t" r="r" b="b"/>
              <a:pathLst>
                <a:path w="37723" h="10610" extrusionOk="0">
                  <a:moveTo>
                    <a:pt x="18771" y="1"/>
                  </a:moveTo>
                  <a:lnTo>
                    <a:pt x="17708" y="21"/>
                  </a:lnTo>
                  <a:lnTo>
                    <a:pt x="16665" y="41"/>
                  </a:lnTo>
                  <a:lnTo>
                    <a:pt x="15623" y="81"/>
                  </a:lnTo>
                  <a:lnTo>
                    <a:pt x="14600" y="121"/>
                  </a:lnTo>
                  <a:lnTo>
                    <a:pt x="13577" y="181"/>
                  </a:lnTo>
                  <a:lnTo>
                    <a:pt x="12594" y="262"/>
                  </a:lnTo>
                  <a:lnTo>
                    <a:pt x="11652" y="342"/>
                  </a:lnTo>
                  <a:lnTo>
                    <a:pt x="10729" y="422"/>
                  </a:lnTo>
                  <a:lnTo>
                    <a:pt x="9847" y="542"/>
                  </a:lnTo>
                  <a:lnTo>
                    <a:pt x="9005" y="643"/>
                  </a:lnTo>
                  <a:lnTo>
                    <a:pt x="8222" y="783"/>
                  </a:lnTo>
                  <a:lnTo>
                    <a:pt x="7480" y="903"/>
                  </a:lnTo>
                  <a:lnTo>
                    <a:pt x="6799" y="1064"/>
                  </a:lnTo>
                  <a:lnTo>
                    <a:pt x="6197" y="1224"/>
                  </a:lnTo>
                  <a:lnTo>
                    <a:pt x="5575" y="1405"/>
                  </a:lnTo>
                  <a:lnTo>
                    <a:pt x="4974" y="1605"/>
                  </a:lnTo>
                  <a:lnTo>
                    <a:pt x="4372" y="1826"/>
                  </a:lnTo>
                  <a:lnTo>
                    <a:pt x="3810" y="2046"/>
                  </a:lnTo>
                  <a:lnTo>
                    <a:pt x="3249" y="2307"/>
                  </a:lnTo>
                  <a:lnTo>
                    <a:pt x="2728" y="2568"/>
                  </a:lnTo>
                  <a:lnTo>
                    <a:pt x="2226" y="2828"/>
                  </a:lnTo>
                  <a:lnTo>
                    <a:pt x="1765" y="3109"/>
                  </a:lnTo>
                  <a:lnTo>
                    <a:pt x="1344" y="3410"/>
                  </a:lnTo>
                  <a:lnTo>
                    <a:pt x="983" y="3691"/>
                  </a:lnTo>
                  <a:lnTo>
                    <a:pt x="662" y="3972"/>
                  </a:lnTo>
                  <a:lnTo>
                    <a:pt x="401" y="4272"/>
                  </a:lnTo>
                  <a:lnTo>
                    <a:pt x="301" y="4413"/>
                  </a:lnTo>
                  <a:lnTo>
                    <a:pt x="201" y="4553"/>
                  </a:lnTo>
                  <a:lnTo>
                    <a:pt x="120" y="4694"/>
                  </a:lnTo>
                  <a:lnTo>
                    <a:pt x="80" y="4834"/>
                  </a:lnTo>
                  <a:lnTo>
                    <a:pt x="40" y="4954"/>
                  </a:lnTo>
                  <a:lnTo>
                    <a:pt x="20" y="5095"/>
                  </a:lnTo>
                  <a:lnTo>
                    <a:pt x="0" y="5195"/>
                  </a:lnTo>
                  <a:lnTo>
                    <a:pt x="20" y="5295"/>
                  </a:lnTo>
                  <a:lnTo>
                    <a:pt x="60" y="5416"/>
                  </a:lnTo>
                  <a:lnTo>
                    <a:pt x="100" y="5536"/>
                  </a:lnTo>
                  <a:lnTo>
                    <a:pt x="241" y="5777"/>
                  </a:lnTo>
                  <a:lnTo>
                    <a:pt x="441" y="6037"/>
                  </a:lnTo>
                  <a:lnTo>
                    <a:pt x="702" y="6318"/>
                  </a:lnTo>
                  <a:lnTo>
                    <a:pt x="1023" y="6599"/>
                  </a:lnTo>
                  <a:lnTo>
                    <a:pt x="1404" y="6900"/>
                  </a:lnTo>
                  <a:lnTo>
                    <a:pt x="1845" y="7220"/>
                  </a:lnTo>
                  <a:lnTo>
                    <a:pt x="2347" y="7521"/>
                  </a:lnTo>
                  <a:lnTo>
                    <a:pt x="2888" y="7822"/>
                  </a:lnTo>
                  <a:lnTo>
                    <a:pt x="3490" y="8143"/>
                  </a:lnTo>
                  <a:lnTo>
                    <a:pt x="4151" y="8444"/>
                  </a:lnTo>
                  <a:lnTo>
                    <a:pt x="4873" y="8725"/>
                  </a:lnTo>
                  <a:lnTo>
                    <a:pt x="5635" y="9005"/>
                  </a:lnTo>
                  <a:lnTo>
                    <a:pt x="6438" y="9286"/>
                  </a:lnTo>
                  <a:lnTo>
                    <a:pt x="7300" y="9527"/>
                  </a:lnTo>
                  <a:lnTo>
                    <a:pt x="7962" y="9707"/>
                  </a:lnTo>
                  <a:lnTo>
                    <a:pt x="8664" y="9868"/>
                  </a:lnTo>
                  <a:lnTo>
                    <a:pt x="9386" y="10008"/>
                  </a:lnTo>
                  <a:lnTo>
                    <a:pt x="10128" y="10148"/>
                  </a:lnTo>
                  <a:lnTo>
                    <a:pt x="10890" y="10269"/>
                  </a:lnTo>
                  <a:lnTo>
                    <a:pt x="11672" y="10369"/>
                  </a:lnTo>
                  <a:lnTo>
                    <a:pt x="12494" y="10469"/>
                  </a:lnTo>
                  <a:lnTo>
                    <a:pt x="13336" y="10529"/>
                  </a:lnTo>
                  <a:lnTo>
                    <a:pt x="14139" y="10590"/>
                  </a:lnTo>
                  <a:lnTo>
                    <a:pt x="14981" y="10610"/>
                  </a:lnTo>
                  <a:lnTo>
                    <a:pt x="16706" y="10610"/>
                  </a:lnTo>
                  <a:lnTo>
                    <a:pt x="17608" y="10590"/>
                  </a:lnTo>
                  <a:lnTo>
                    <a:pt x="18510" y="10549"/>
                  </a:lnTo>
                  <a:lnTo>
                    <a:pt x="19433" y="10489"/>
                  </a:lnTo>
                  <a:lnTo>
                    <a:pt x="20355" y="10409"/>
                  </a:lnTo>
                  <a:lnTo>
                    <a:pt x="21278" y="10329"/>
                  </a:lnTo>
                  <a:lnTo>
                    <a:pt x="22220" y="10229"/>
                  </a:lnTo>
                  <a:lnTo>
                    <a:pt x="24086" y="9988"/>
                  </a:lnTo>
                  <a:lnTo>
                    <a:pt x="25911" y="9727"/>
                  </a:lnTo>
                  <a:lnTo>
                    <a:pt x="27695" y="9426"/>
                  </a:lnTo>
                  <a:lnTo>
                    <a:pt x="29420" y="9086"/>
                  </a:lnTo>
                  <a:lnTo>
                    <a:pt x="31024" y="8725"/>
                  </a:lnTo>
                  <a:lnTo>
                    <a:pt x="32508" y="8364"/>
                  </a:lnTo>
                  <a:lnTo>
                    <a:pt x="33852" y="8003"/>
                  </a:lnTo>
                  <a:lnTo>
                    <a:pt x="34454" y="7802"/>
                  </a:lnTo>
                  <a:lnTo>
                    <a:pt x="35015" y="7622"/>
                  </a:lnTo>
                  <a:lnTo>
                    <a:pt x="35517" y="7441"/>
                  </a:lnTo>
                  <a:lnTo>
                    <a:pt x="35978" y="7261"/>
                  </a:lnTo>
                  <a:lnTo>
                    <a:pt x="36379" y="7080"/>
                  </a:lnTo>
                  <a:lnTo>
                    <a:pt x="36720" y="6900"/>
                  </a:lnTo>
                  <a:lnTo>
                    <a:pt x="37021" y="6739"/>
                  </a:lnTo>
                  <a:lnTo>
                    <a:pt x="37241" y="6579"/>
                  </a:lnTo>
                  <a:lnTo>
                    <a:pt x="37402" y="6418"/>
                  </a:lnTo>
                  <a:lnTo>
                    <a:pt x="37522" y="6238"/>
                  </a:lnTo>
                  <a:lnTo>
                    <a:pt x="37622" y="6057"/>
                  </a:lnTo>
                  <a:lnTo>
                    <a:pt x="37683" y="5877"/>
                  </a:lnTo>
                  <a:lnTo>
                    <a:pt x="37723" y="5696"/>
                  </a:lnTo>
                  <a:lnTo>
                    <a:pt x="37703" y="5496"/>
                  </a:lnTo>
                  <a:lnTo>
                    <a:pt x="37662" y="5295"/>
                  </a:lnTo>
                  <a:lnTo>
                    <a:pt x="37602" y="5095"/>
                  </a:lnTo>
                  <a:lnTo>
                    <a:pt x="37502" y="4894"/>
                  </a:lnTo>
                  <a:lnTo>
                    <a:pt x="37382" y="4694"/>
                  </a:lnTo>
                  <a:lnTo>
                    <a:pt x="37241" y="4473"/>
                  </a:lnTo>
                  <a:lnTo>
                    <a:pt x="37061" y="4272"/>
                  </a:lnTo>
                  <a:lnTo>
                    <a:pt x="36860" y="4072"/>
                  </a:lnTo>
                  <a:lnTo>
                    <a:pt x="36640" y="3851"/>
                  </a:lnTo>
                  <a:lnTo>
                    <a:pt x="36399" y="3651"/>
                  </a:lnTo>
                  <a:lnTo>
                    <a:pt x="36138" y="3430"/>
                  </a:lnTo>
                  <a:lnTo>
                    <a:pt x="35858" y="3230"/>
                  </a:lnTo>
                  <a:lnTo>
                    <a:pt x="35577" y="3029"/>
                  </a:lnTo>
                  <a:lnTo>
                    <a:pt x="34935" y="2628"/>
                  </a:lnTo>
                  <a:lnTo>
                    <a:pt x="34233" y="2267"/>
                  </a:lnTo>
                  <a:lnTo>
                    <a:pt x="33491" y="1906"/>
                  </a:lnTo>
                  <a:lnTo>
                    <a:pt x="32709" y="1585"/>
                  </a:lnTo>
                  <a:lnTo>
                    <a:pt x="31907" y="1304"/>
                  </a:lnTo>
                  <a:lnTo>
                    <a:pt x="31085" y="1064"/>
                  </a:lnTo>
                  <a:lnTo>
                    <a:pt x="30242" y="863"/>
                  </a:lnTo>
                  <a:lnTo>
                    <a:pt x="29400" y="703"/>
                  </a:lnTo>
                  <a:lnTo>
                    <a:pt x="28477" y="542"/>
                  </a:lnTo>
                  <a:lnTo>
                    <a:pt x="27495" y="422"/>
                  </a:lnTo>
                  <a:lnTo>
                    <a:pt x="26472" y="302"/>
                  </a:lnTo>
                  <a:lnTo>
                    <a:pt x="25389" y="221"/>
                  </a:lnTo>
                  <a:lnTo>
                    <a:pt x="24266" y="141"/>
                  </a:lnTo>
                  <a:lnTo>
                    <a:pt x="23103" y="81"/>
                  </a:lnTo>
                  <a:lnTo>
                    <a:pt x="21920" y="41"/>
                  </a:lnTo>
                  <a:lnTo>
                    <a:pt x="2087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29"/>
            <p:cNvSpPr/>
            <p:nvPr/>
          </p:nvSpPr>
          <p:spPr>
            <a:xfrm>
              <a:off x="11223475" y="4170988"/>
              <a:ext cx="943075" cy="265250"/>
            </a:xfrm>
            <a:custGeom>
              <a:avLst/>
              <a:gdLst/>
              <a:ahLst/>
              <a:cxnLst/>
              <a:rect l="l" t="t" r="r" b="b"/>
              <a:pathLst>
                <a:path w="37723" h="10610" fill="none" extrusionOk="0">
                  <a:moveTo>
                    <a:pt x="37241" y="6579"/>
                  </a:moveTo>
                  <a:lnTo>
                    <a:pt x="37241" y="6579"/>
                  </a:lnTo>
                  <a:lnTo>
                    <a:pt x="37021" y="6739"/>
                  </a:lnTo>
                  <a:lnTo>
                    <a:pt x="36720" y="6900"/>
                  </a:lnTo>
                  <a:lnTo>
                    <a:pt x="36379" y="7080"/>
                  </a:lnTo>
                  <a:lnTo>
                    <a:pt x="35978" y="7261"/>
                  </a:lnTo>
                  <a:lnTo>
                    <a:pt x="35517" y="7441"/>
                  </a:lnTo>
                  <a:lnTo>
                    <a:pt x="35015" y="7622"/>
                  </a:lnTo>
                  <a:lnTo>
                    <a:pt x="34454" y="7802"/>
                  </a:lnTo>
                  <a:lnTo>
                    <a:pt x="33852" y="8003"/>
                  </a:lnTo>
                  <a:lnTo>
                    <a:pt x="32508" y="8364"/>
                  </a:lnTo>
                  <a:lnTo>
                    <a:pt x="31024" y="8725"/>
                  </a:lnTo>
                  <a:lnTo>
                    <a:pt x="29420" y="9086"/>
                  </a:lnTo>
                  <a:lnTo>
                    <a:pt x="27695" y="9426"/>
                  </a:lnTo>
                  <a:lnTo>
                    <a:pt x="25911" y="9727"/>
                  </a:lnTo>
                  <a:lnTo>
                    <a:pt x="24086" y="9988"/>
                  </a:lnTo>
                  <a:lnTo>
                    <a:pt x="22220" y="10229"/>
                  </a:lnTo>
                  <a:lnTo>
                    <a:pt x="21278" y="10329"/>
                  </a:lnTo>
                  <a:lnTo>
                    <a:pt x="20355" y="10409"/>
                  </a:lnTo>
                  <a:lnTo>
                    <a:pt x="19433" y="10489"/>
                  </a:lnTo>
                  <a:lnTo>
                    <a:pt x="18510" y="10549"/>
                  </a:lnTo>
                  <a:lnTo>
                    <a:pt x="17608" y="10590"/>
                  </a:lnTo>
                  <a:lnTo>
                    <a:pt x="16706" y="10610"/>
                  </a:lnTo>
                  <a:lnTo>
                    <a:pt x="15823" y="10610"/>
                  </a:lnTo>
                  <a:lnTo>
                    <a:pt x="14981" y="10610"/>
                  </a:lnTo>
                  <a:lnTo>
                    <a:pt x="14139" y="10590"/>
                  </a:lnTo>
                  <a:lnTo>
                    <a:pt x="13336" y="10529"/>
                  </a:lnTo>
                  <a:lnTo>
                    <a:pt x="13336" y="10529"/>
                  </a:lnTo>
                  <a:lnTo>
                    <a:pt x="12494" y="10469"/>
                  </a:lnTo>
                  <a:lnTo>
                    <a:pt x="11672" y="10369"/>
                  </a:lnTo>
                  <a:lnTo>
                    <a:pt x="10890" y="10269"/>
                  </a:lnTo>
                  <a:lnTo>
                    <a:pt x="10128" y="10148"/>
                  </a:lnTo>
                  <a:lnTo>
                    <a:pt x="9386" y="10008"/>
                  </a:lnTo>
                  <a:lnTo>
                    <a:pt x="8664" y="9868"/>
                  </a:lnTo>
                  <a:lnTo>
                    <a:pt x="7962" y="9707"/>
                  </a:lnTo>
                  <a:lnTo>
                    <a:pt x="7300" y="9527"/>
                  </a:lnTo>
                  <a:lnTo>
                    <a:pt x="7300" y="9527"/>
                  </a:lnTo>
                  <a:lnTo>
                    <a:pt x="6438" y="9286"/>
                  </a:lnTo>
                  <a:lnTo>
                    <a:pt x="5635" y="9005"/>
                  </a:lnTo>
                  <a:lnTo>
                    <a:pt x="4873" y="8725"/>
                  </a:lnTo>
                  <a:lnTo>
                    <a:pt x="4151" y="8444"/>
                  </a:lnTo>
                  <a:lnTo>
                    <a:pt x="3490" y="8143"/>
                  </a:lnTo>
                  <a:lnTo>
                    <a:pt x="2888" y="7822"/>
                  </a:lnTo>
                  <a:lnTo>
                    <a:pt x="2347" y="7521"/>
                  </a:lnTo>
                  <a:lnTo>
                    <a:pt x="1845" y="7220"/>
                  </a:lnTo>
                  <a:lnTo>
                    <a:pt x="1404" y="6900"/>
                  </a:lnTo>
                  <a:lnTo>
                    <a:pt x="1023" y="6599"/>
                  </a:lnTo>
                  <a:lnTo>
                    <a:pt x="702" y="6318"/>
                  </a:lnTo>
                  <a:lnTo>
                    <a:pt x="441" y="6037"/>
                  </a:lnTo>
                  <a:lnTo>
                    <a:pt x="241" y="5777"/>
                  </a:lnTo>
                  <a:lnTo>
                    <a:pt x="100" y="5536"/>
                  </a:lnTo>
                  <a:lnTo>
                    <a:pt x="60" y="5416"/>
                  </a:lnTo>
                  <a:lnTo>
                    <a:pt x="20" y="5295"/>
                  </a:lnTo>
                  <a:lnTo>
                    <a:pt x="0" y="5195"/>
                  </a:lnTo>
                  <a:lnTo>
                    <a:pt x="20" y="5095"/>
                  </a:lnTo>
                  <a:lnTo>
                    <a:pt x="20" y="5095"/>
                  </a:lnTo>
                  <a:lnTo>
                    <a:pt x="40" y="4954"/>
                  </a:lnTo>
                  <a:lnTo>
                    <a:pt x="80" y="4834"/>
                  </a:lnTo>
                  <a:lnTo>
                    <a:pt x="120" y="4694"/>
                  </a:lnTo>
                  <a:lnTo>
                    <a:pt x="201" y="4553"/>
                  </a:lnTo>
                  <a:lnTo>
                    <a:pt x="301" y="4413"/>
                  </a:lnTo>
                  <a:lnTo>
                    <a:pt x="401" y="4272"/>
                  </a:lnTo>
                  <a:lnTo>
                    <a:pt x="662" y="3972"/>
                  </a:lnTo>
                  <a:lnTo>
                    <a:pt x="983" y="3691"/>
                  </a:lnTo>
                  <a:lnTo>
                    <a:pt x="1344" y="3410"/>
                  </a:lnTo>
                  <a:lnTo>
                    <a:pt x="1765" y="3109"/>
                  </a:lnTo>
                  <a:lnTo>
                    <a:pt x="2226" y="2828"/>
                  </a:lnTo>
                  <a:lnTo>
                    <a:pt x="2728" y="2568"/>
                  </a:lnTo>
                  <a:lnTo>
                    <a:pt x="3249" y="2307"/>
                  </a:lnTo>
                  <a:lnTo>
                    <a:pt x="3810" y="2046"/>
                  </a:lnTo>
                  <a:lnTo>
                    <a:pt x="4372" y="1826"/>
                  </a:lnTo>
                  <a:lnTo>
                    <a:pt x="4974" y="1605"/>
                  </a:lnTo>
                  <a:lnTo>
                    <a:pt x="5575" y="1405"/>
                  </a:lnTo>
                  <a:lnTo>
                    <a:pt x="6197" y="1224"/>
                  </a:lnTo>
                  <a:lnTo>
                    <a:pt x="6799" y="1064"/>
                  </a:lnTo>
                  <a:lnTo>
                    <a:pt x="6799" y="1064"/>
                  </a:lnTo>
                  <a:lnTo>
                    <a:pt x="7480" y="903"/>
                  </a:lnTo>
                  <a:lnTo>
                    <a:pt x="8222" y="783"/>
                  </a:lnTo>
                  <a:lnTo>
                    <a:pt x="9005" y="643"/>
                  </a:lnTo>
                  <a:lnTo>
                    <a:pt x="9847" y="542"/>
                  </a:lnTo>
                  <a:lnTo>
                    <a:pt x="10729" y="422"/>
                  </a:lnTo>
                  <a:lnTo>
                    <a:pt x="11652" y="342"/>
                  </a:lnTo>
                  <a:lnTo>
                    <a:pt x="12594" y="262"/>
                  </a:lnTo>
                  <a:lnTo>
                    <a:pt x="13577" y="181"/>
                  </a:lnTo>
                  <a:lnTo>
                    <a:pt x="14600" y="121"/>
                  </a:lnTo>
                  <a:lnTo>
                    <a:pt x="15623" y="81"/>
                  </a:lnTo>
                  <a:lnTo>
                    <a:pt x="16665" y="41"/>
                  </a:lnTo>
                  <a:lnTo>
                    <a:pt x="17708" y="21"/>
                  </a:lnTo>
                  <a:lnTo>
                    <a:pt x="18771" y="1"/>
                  </a:lnTo>
                  <a:lnTo>
                    <a:pt x="19814" y="1"/>
                  </a:lnTo>
                  <a:lnTo>
                    <a:pt x="20877" y="1"/>
                  </a:lnTo>
                  <a:lnTo>
                    <a:pt x="21920" y="41"/>
                  </a:lnTo>
                  <a:lnTo>
                    <a:pt x="21920" y="41"/>
                  </a:lnTo>
                  <a:lnTo>
                    <a:pt x="21920" y="41"/>
                  </a:lnTo>
                  <a:lnTo>
                    <a:pt x="23103" y="81"/>
                  </a:lnTo>
                  <a:lnTo>
                    <a:pt x="24266" y="141"/>
                  </a:lnTo>
                  <a:lnTo>
                    <a:pt x="25389" y="221"/>
                  </a:lnTo>
                  <a:lnTo>
                    <a:pt x="26472" y="302"/>
                  </a:lnTo>
                  <a:lnTo>
                    <a:pt x="27495" y="422"/>
                  </a:lnTo>
                  <a:lnTo>
                    <a:pt x="28477" y="542"/>
                  </a:lnTo>
                  <a:lnTo>
                    <a:pt x="29400" y="703"/>
                  </a:lnTo>
                  <a:lnTo>
                    <a:pt x="30242" y="863"/>
                  </a:lnTo>
                  <a:lnTo>
                    <a:pt x="30242" y="863"/>
                  </a:lnTo>
                  <a:lnTo>
                    <a:pt x="31085" y="1064"/>
                  </a:lnTo>
                  <a:lnTo>
                    <a:pt x="31907" y="1304"/>
                  </a:lnTo>
                  <a:lnTo>
                    <a:pt x="32709" y="1585"/>
                  </a:lnTo>
                  <a:lnTo>
                    <a:pt x="33491" y="1906"/>
                  </a:lnTo>
                  <a:lnTo>
                    <a:pt x="34233" y="2267"/>
                  </a:lnTo>
                  <a:lnTo>
                    <a:pt x="34935" y="2628"/>
                  </a:lnTo>
                  <a:lnTo>
                    <a:pt x="35577" y="3029"/>
                  </a:lnTo>
                  <a:lnTo>
                    <a:pt x="35858" y="3230"/>
                  </a:lnTo>
                  <a:lnTo>
                    <a:pt x="36138" y="3430"/>
                  </a:lnTo>
                  <a:lnTo>
                    <a:pt x="36399" y="3651"/>
                  </a:lnTo>
                  <a:lnTo>
                    <a:pt x="36640" y="3851"/>
                  </a:lnTo>
                  <a:lnTo>
                    <a:pt x="36860" y="4072"/>
                  </a:lnTo>
                  <a:lnTo>
                    <a:pt x="37061" y="4272"/>
                  </a:lnTo>
                  <a:lnTo>
                    <a:pt x="37241" y="4473"/>
                  </a:lnTo>
                  <a:lnTo>
                    <a:pt x="37382" y="4694"/>
                  </a:lnTo>
                  <a:lnTo>
                    <a:pt x="37502" y="4894"/>
                  </a:lnTo>
                  <a:lnTo>
                    <a:pt x="37602" y="5095"/>
                  </a:lnTo>
                  <a:lnTo>
                    <a:pt x="37662" y="5295"/>
                  </a:lnTo>
                  <a:lnTo>
                    <a:pt x="37703" y="5496"/>
                  </a:lnTo>
                  <a:lnTo>
                    <a:pt x="37723" y="5696"/>
                  </a:lnTo>
                  <a:lnTo>
                    <a:pt x="37683" y="5877"/>
                  </a:lnTo>
                  <a:lnTo>
                    <a:pt x="37622" y="6057"/>
                  </a:lnTo>
                  <a:lnTo>
                    <a:pt x="37522" y="6238"/>
                  </a:lnTo>
                  <a:lnTo>
                    <a:pt x="37402" y="6418"/>
                  </a:lnTo>
                  <a:lnTo>
                    <a:pt x="37241" y="657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29"/>
            <p:cNvSpPr/>
            <p:nvPr/>
          </p:nvSpPr>
          <p:spPr>
            <a:xfrm>
              <a:off x="11405950" y="4171988"/>
              <a:ext cx="759600" cy="264250"/>
            </a:xfrm>
            <a:custGeom>
              <a:avLst/>
              <a:gdLst/>
              <a:ahLst/>
              <a:cxnLst/>
              <a:rect l="l" t="t" r="r" b="b"/>
              <a:pathLst>
                <a:path w="30384" h="10570" extrusionOk="0">
                  <a:moveTo>
                    <a:pt x="14621" y="1"/>
                  </a:moveTo>
                  <a:lnTo>
                    <a:pt x="15423" y="121"/>
                  </a:lnTo>
                  <a:lnTo>
                    <a:pt x="16225" y="282"/>
                  </a:lnTo>
                  <a:lnTo>
                    <a:pt x="17067" y="442"/>
                  </a:lnTo>
                  <a:lnTo>
                    <a:pt x="17569" y="242"/>
                  </a:lnTo>
                  <a:lnTo>
                    <a:pt x="17789" y="161"/>
                  </a:lnTo>
                  <a:lnTo>
                    <a:pt x="16245" y="61"/>
                  </a:lnTo>
                  <a:lnTo>
                    <a:pt x="14621" y="1"/>
                  </a:lnTo>
                  <a:close/>
                  <a:moveTo>
                    <a:pt x="20396" y="402"/>
                  </a:moveTo>
                  <a:lnTo>
                    <a:pt x="19033" y="923"/>
                  </a:lnTo>
                  <a:lnTo>
                    <a:pt x="19434" y="1044"/>
                  </a:lnTo>
                  <a:lnTo>
                    <a:pt x="19795" y="1184"/>
                  </a:lnTo>
                  <a:lnTo>
                    <a:pt x="20176" y="1345"/>
                  </a:lnTo>
                  <a:lnTo>
                    <a:pt x="20517" y="1545"/>
                  </a:lnTo>
                  <a:lnTo>
                    <a:pt x="20858" y="1746"/>
                  </a:lnTo>
                  <a:lnTo>
                    <a:pt x="21178" y="1966"/>
                  </a:lnTo>
                  <a:lnTo>
                    <a:pt x="21479" y="2227"/>
                  </a:lnTo>
                  <a:lnTo>
                    <a:pt x="21740" y="2508"/>
                  </a:lnTo>
                  <a:lnTo>
                    <a:pt x="21900" y="2668"/>
                  </a:lnTo>
                  <a:lnTo>
                    <a:pt x="22021" y="2849"/>
                  </a:lnTo>
                  <a:lnTo>
                    <a:pt x="22141" y="3049"/>
                  </a:lnTo>
                  <a:lnTo>
                    <a:pt x="22241" y="3230"/>
                  </a:lnTo>
                  <a:lnTo>
                    <a:pt x="22342" y="3430"/>
                  </a:lnTo>
                  <a:lnTo>
                    <a:pt x="22402" y="3631"/>
                  </a:lnTo>
                  <a:lnTo>
                    <a:pt x="22462" y="3851"/>
                  </a:lnTo>
                  <a:lnTo>
                    <a:pt x="22522" y="4052"/>
                  </a:lnTo>
                  <a:lnTo>
                    <a:pt x="22542" y="4273"/>
                  </a:lnTo>
                  <a:lnTo>
                    <a:pt x="22562" y="4473"/>
                  </a:lnTo>
                  <a:lnTo>
                    <a:pt x="22542" y="4694"/>
                  </a:lnTo>
                  <a:lnTo>
                    <a:pt x="22522" y="4914"/>
                  </a:lnTo>
                  <a:lnTo>
                    <a:pt x="22462" y="5115"/>
                  </a:lnTo>
                  <a:lnTo>
                    <a:pt x="22402" y="5335"/>
                  </a:lnTo>
                  <a:lnTo>
                    <a:pt x="22302" y="5536"/>
                  </a:lnTo>
                  <a:lnTo>
                    <a:pt x="22201" y="5737"/>
                  </a:lnTo>
                  <a:lnTo>
                    <a:pt x="22201" y="5737"/>
                  </a:lnTo>
                  <a:lnTo>
                    <a:pt x="22342" y="5716"/>
                  </a:lnTo>
                  <a:lnTo>
                    <a:pt x="24608" y="5576"/>
                  </a:lnTo>
                  <a:lnTo>
                    <a:pt x="26734" y="5436"/>
                  </a:lnTo>
                  <a:lnTo>
                    <a:pt x="28679" y="5335"/>
                  </a:lnTo>
                  <a:lnTo>
                    <a:pt x="30384" y="5275"/>
                  </a:lnTo>
                  <a:lnTo>
                    <a:pt x="30323" y="5115"/>
                  </a:lnTo>
                  <a:lnTo>
                    <a:pt x="30263" y="4954"/>
                  </a:lnTo>
                  <a:lnTo>
                    <a:pt x="30183" y="4794"/>
                  </a:lnTo>
                  <a:lnTo>
                    <a:pt x="30083" y="4634"/>
                  </a:lnTo>
                  <a:lnTo>
                    <a:pt x="29822" y="4313"/>
                  </a:lnTo>
                  <a:lnTo>
                    <a:pt x="29521" y="3972"/>
                  </a:lnTo>
                  <a:lnTo>
                    <a:pt x="29160" y="3651"/>
                  </a:lnTo>
                  <a:lnTo>
                    <a:pt x="28759" y="3330"/>
                  </a:lnTo>
                  <a:lnTo>
                    <a:pt x="28298" y="3009"/>
                  </a:lnTo>
                  <a:lnTo>
                    <a:pt x="27796" y="2688"/>
                  </a:lnTo>
                  <a:lnTo>
                    <a:pt x="27275" y="2407"/>
                  </a:lnTo>
                  <a:lnTo>
                    <a:pt x="26714" y="2107"/>
                  </a:lnTo>
                  <a:lnTo>
                    <a:pt x="26112" y="1846"/>
                  </a:lnTo>
                  <a:lnTo>
                    <a:pt x="25510" y="1585"/>
                  </a:lnTo>
                  <a:lnTo>
                    <a:pt x="24889" y="1365"/>
                  </a:lnTo>
                  <a:lnTo>
                    <a:pt x="24247" y="1164"/>
                  </a:lnTo>
                  <a:lnTo>
                    <a:pt x="23605" y="964"/>
                  </a:lnTo>
                  <a:lnTo>
                    <a:pt x="22943" y="823"/>
                  </a:lnTo>
                  <a:lnTo>
                    <a:pt x="22362" y="703"/>
                  </a:lnTo>
                  <a:lnTo>
                    <a:pt x="21740" y="603"/>
                  </a:lnTo>
                  <a:lnTo>
                    <a:pt x="21078" y="502"/>
                  </a:lnTo>
                  <a:lnTo>
                    <a:pt x="20396" y="402"/>
                  </a:lnTo>
                  <a:close/>
                  <a:moveTo>
                    <a:pt x="29962" y="6499"/>
                  </a:moveTo>
                  <a:lnTo>
                    <a:pt x="26373" y="6679"/>
                  </a:lnTo>
                  <a:lnTo>
                    <a:pt x="22502" y="6880"/>
                  </a:lnTo>
                  <a:lnTo>
                    <a:pt x="22302" y="6880"/>
                  </a:lnTo>
                  <a:lnTo>
                    <a:pt x="21860" y="6920"/>
                  </a:lnTo>
                  <a:lnTo>
                    <a:pt x="20878" y="6960"/>
                  </a:lnTo>
                  <a:lnTo>
                    <a:pt x="20838" y="6960"/>
                  </a:lnTo>
                  <a:lnTo>
                    <a:pt x="20497" y="7160"/>
                  </a:lnTo>
                  <a:lnTo>
                    <a:pt x="20136" y="7321"/>
                  </a:lnTo>
                  <a:lnTo>
                    <a:pt x="19775" y="7481"/>
                  </a:lnTo>
                  <a:lnTo>
                    <a:pt x="19434" y="7622"/>
                  </a:lnTo>
                  <a:lnTo>
                    <a:pt x="18692" y="7882"/>
                  </a:lnTo>
                  <a:lnTo>
                    <a:pt x="17950" y="8123"/>
                  </a:lnTo>
                  <a:lnTo>
                    <a:pt x="17188" y="8324"/>
                  </a:lnTo>
                  <a:lnTo>
                    <a:pt x="16426" y="8504"/>
                  </a:lnTo>
                  <a:lnTo>
                    <a:pt x="15664" y="8644"/>
                  </a:lnTo>
                  <a:lnTo>
                    <a:pt x="14901" y="8785"/>
                  </a:lnTo>
                  <a:lnTo>
                    <a:pt x="13357" y="9025"/>
                  </a:lnTo>
                  <a:lnTo>
                    <a:pt x="12375" y="9166"/>
                  </a:lnTo>
                  <a:lnTo>
                    <a:pt x="11392" y="9286"/>
                  </a:lnTo>
                  <a:lnTo>
                    <a:pt x="10409" y="9366"/>
                  </a:lnTo>
                  <a:lnTo>
                    <a:pt x="9427" y="9447"/>
                  </a:lnTo>
                  <a:lnTo>
                    <a:pt x="8444" y="9507"/>
                  </a:lnTo>
                  <a:lnTo>
                    <a:pt x="7461" y="9567"/>
                  </a:lnTo>
                  <a:lnTo>
                    <a:pt x="6479" y="9587"/>
                  </a:lnTo>
                  <a:lnTo>
                    <a:pt x="4172" y="9587"/>
                  </a:lnTo>
                  <a:lnTo>
                    <a:pt x="2869" y="9527"/>
                  </a:lnTo>
                  <a:lnTo>
                    <a:pt x="1545" y="9467"/>
                  </a:lnTo>
                  <a:lnTo>
                    <a:pt x="242" y="9346"/>
                  </a:lnTo>
                  <a:lnTo>
                    <a:pt x="222" y="9346"/>
                  </a:lnTo>
                  <a:lnTo>
                    <a:pt x="141" y="9366"/>
                  </a:lnTo>
                  <a:lnTo>
                    <a:pt x="81" y="9386"/>
                  </a:lnTo>
                  <a:lnTo>
                    <a:pt x="41" y="9427"/>
                  </a:lnTo>
                  <a:lnTo>
                    <a:pt x="1" y="9487"/>
                  </a:lnTo>
                  <a:lnTo>
                    <a:pt x="663" y="9667"/>
                  </a:lnTo>
                  <a:lnTo>
                    <a:pt x="1365" y="9828"/>
                  </a:lnTo>
                  <a:lnTo>
                    <a:pt x="2087" y="9968"/>
                  </a:lnTo>
                  <a:lnTo>
                    <a:pt x="2829" y="10108"/>
                  </a:lnTo>
                  <a:lnTo>
                    <a:pt x="3591" y="10229"/>
                  </a:lnTo>
                  <a:lnTo>
                    <a:pt x="4373" y="10329"/>
                  </a:lnTo>
                  <a:lnTo>
                    <a:pt x="5195" y="10429"/>
                  </a:lnTo>
                  <a:lnTo>
                    <a:pt x="6037" y="10489"/>
                  </a:lnTo>
                  <a:lnTo>
                    <a:pt x="7261" y="10550"/>
                  </a:lnTo>
                  <a:lnTo>
                    <a:pt x="8524" y="10570"/>
                  </a:lnTo>
                  <a:lnTo>
                    <a:pt x="9326" y="10570"/>
                  </a:lnTo>
                  <a:lnTo>
                    <a:pt x="10128" y="10550"/>
                  </a:lnTo>
                  <a:lnTo>
                    <a:pt x="10951" y="10509"/>
                  </a:lnTo>
                  <a:lnTo>
                    <a:pt x="11773" y="10469"/>
                  </a:lnTo>
                  <a:lnTo>
                    <a:pt x="13458" y="10329"/>
                  </a:lnTo>
                  <a:lnTo>
                    <a:pt x="15142" y="10169"/>
                  </a:lnTo>
                  <a:lnTo>
                    <a:pt x="16847" y="9948"/>
                  </a:lnTo>
                  <a:lnTo>
                    <a:pt x="18511" y="9707"/>
                  </a:lnTo>
                  <a:lnTo>
                    <a:pt x="20136" y="9427"/>
                  </a:lnTo>
                  <a:lnTo>
                    <a:pt x="21700" y="9126"/>
                  </a:lnTo>
                  <a:lnTo>
                    <a:pt x="23184" y="8825"/>
                  </a:lnTo>
                  <a:lnTo>
                    <a:pt x="24568" y="8484"/>
                  </a:lnTo>
                  <a:lnTo>
                    <a:pt x="25851" y="8163"/>
                  </a:lnTo>
                  <a:lnTo>
                    <a:pt x="26994" y="7822"/>
                  </a:lnTo>
                  <a:lnTo>
                    <a:pt x="27997" y="7481"/>
                  </a:lnTo>
                  <a:lnTo>
                    <a:pt x="28438" y="7321"/>
                  </a:lnTo>
                  <a:lnTo>
                    <a:pt x="28839" y="7140"/>
                  </a:lnTo>
                  <a:lnTo>
                    <a:pt x="29180" y="7000"/>
                  </a:lnTo>
                  <a:lnTo>
                    <a:pt x="29481" y="6840"/>
                  </a:lnTo>
                  <a:lnTo>
                    <a:pt x="29742" y="6679"/>
                  </a:lnTo>
                  <a:lnTo>
                    <a:pt x="29942" y="6539"/>
                  </a:lnTo>
                  <a:lnTo>
                    <a:pt x="29962" y="6499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29"/>
            <p:cNvSpPr/>
            <p:nvPr/>
          </p:nvSpPr>
          <p:spPr>
            <a:xfrm>
              <a:off x="11405950" y="4334438"/>
              <a:ext cx="749075" cy="101800"/>
            </a:xfrm>
            <a:custGeom>
              <a:avLst/>
              <a:gdLst/>
              <a:ahLst/>
              <a:cxnLst/>
              <a:rect l="l" t="t" r="r" b="b"/>
              <a:pathLst>
                <a:path w="29963" h="4072" fill="none" extrusionOk="0">
                  <a:moveTo>
                    <a:pt x="29962" y="1"/>
                  </a:moveTo>
                  <a:lnTo>
                    <a:pt x="29962" y="1"/>
                  </a:lnTo>
                  <a:lnTo>
                    <a:pt x="26373" y="181"/>
                  </a:lnTo>
                  <a:lnTo>
                    <a:pt x="26373" y="181"/>
                  </a:lnTo>
                  <a:lnTo>
                    <a:pt x="22502" y="382"/>
                  </a:lnTo>
                  <a:lnTo>
                    <a:pt x="22502" y="382"/>
                  </a:lnTo>
                  <a:lnTo>
                    <a:pt x="22342" y="382"/>
                  </a:lnTo>
                  <a:lnTo>
                    <a:pt x="22342" y="382"/>
                  </a:lnTo>
                  <a:lnTo>
                    <a:pt x="22302" y="382"/>
                  </a:lnTo>
                  <a:lnTo>
                    <a:pt x="22302" y="382"/>
                  </a:lnTo>
                  <a:lnTo>
                    <a:pt x="21860" y="422"/>
                  </a:lnTo>
                  <a:lnTo>
                    <a:pt x="21860" y="422"/>
                  </a:lnTo>
                  <a:lnTo>
                    <a:pt x="20878" y="462"/>
                  </a:lnTo>
                  <a:lnTo>
                    <a:pt x="20878" y="462"/>
                  </a:lnTo>
                  <a:lnTo>
                    <a:pt x="20838" y="462"/>
                  </a:lnTo>
                  <a:lnTo>
                    <a:pt x="20838" y="462"/>
                  </a:lnTo>
                  <a:lnTo>
                    <a:pt x="20497" y="662"/>
                  </a:lnTo>
                  <a:lnTo>
                    <a:pt x="20136" y="823"/>
                  </a:lnTo>
                  <a:lnTo>
                    <a:pt x="19775" y="983"/>
                  </a:lnTo>
                  <a:lnTo>
                    <a:pt x="19434" y="1124"/>
                  </a:lnTo>
                  <a:lnTo>
                    <a:pt x="19434" y="1124"/>
                  </a:lnTo>
                  <a:lnTo>
                    <a:pt x="18692" y="1384"/>
                  </a:lnTo>
                  <a:lnTo>
                    <a:pt x="17950" y="1625"/>
                  </a:lnTo>
                  <a:lnTo>
                    <a:pt x="17188" y="1826"/>
                  </a:lnTo>
                  <a:lnTo>
                    <a:pt x="16426" y="2006"/>
                  </a:lnTo>
                  <a:lnTo>
                    <a:pt x="15664" y="2146"/>
                  </a:lnTo>
                  <a:lnTo>
                    <a:pt x="14901" y="2287"/>
                  </a:lnTo>
                  <a:lnTo>
                    <a:pt x="13357" y="2527"/>
                  </a:lnTo>
                  <a:lnTo>
                    <a:pt x="13357" y="2527"/>
                  </a:lnTo>
                  <a:lnTo>
                    <a:pt x="12375" y="2668"/>
                  </a:lnTo>
                  <a:lnTo>
                    <a:pt x="11392" y="2788"/>
                  </a:lnTo>
                  <a:lnTo>
                    <a:pt x="10409" y="2868"/>
                  </a:lnTo>
                  <a:lnTo>
                    <a:pt x="9427" y="2949"/>
                  </a:lnTo>
                  <a:lnTo>
                    <a:pt x="8444" y="3009"/>
                  </a:lnTo>
                  <a:lnTo>
                    <a:pt x="7461" y="3069"/>
                  </a:lnTo>
                  <a:lnTo>
                    <a:pt x="6479" y="3089"/>
                  </a:lnTo>
                  <a:lnTo>
                    <a:pt x="5496" y="3089"/>
                  </a:lnTo>
                  <a:lnTo>
                    <a:pt x="5496" y="3089"/>
                  </a:lnTo>
                  <a:lnTo>
                    <a:pt x="4172" y="3089"/>
                  </a:lnTo>
                  <a:lnTo>
                    <a:pt x="2869" y="3029"/>
                  </a:lnTo>
                  <a:lnTo>
                    <a:pt x="1545" y="2969"/>
                  </a:lnTo>
                  <a:lnTo>
                    <a:pt x="242" y="2848"/>
                  </a:lnTo>
                  <a:lnTo>
                    <a:pt x="242" y="2848"/>
                  </a:lnTo>
                  <a:lnTo>
                    <a:pt x="222" y="2848"/>
                  </a:lnTo>
                  <a:lnTo>
                    <a:pt x="222" y="2848"/>
                  </a:lnTo>
                  <a:lnTo>
                    <a:pt x="141" y="2868"/>
                  </a:lnTo>
                  <a:lnTo>
                    <a:pt x="81" y="2888"/>
                  </a:lnTo>
                  <a:lnTo>
                    <a:pt x="41" y="2929"/>
                  </a:lnTo>
                  <a:lnTo>
                    <a:pt x="1" y="2989"/>
                  </a:lnTo>
                  <a:lnTo>
                    <a:pt x="1" y="2989"/>
                  </a:lnTo>
                  <a:lnTo>
                    <a:pt x="663" y="3169"/>
                  </a:lnTo>
                  <a:lnTo>
                    <a:pt x="1365" y="3330"/>
                  </a:lnTo>
                  <a:lnTo>
                    <a:pt x="2087" y="3470"/>
                  </a:lnTo>
                  <a:lnTo>
                    <a:pt x="2829" y="3610"/>
                  </a:lnTo>
                  <a:lnTo>
                    <a:pt x="3591" y="3731"/>
                  </a:lnTo>
                  <a:lnTo>
                    <a:pt x="4373" y="3831"/>
                  </a:lnTo>
                  <a:lnTo>
                    <a:pt x="5195" y="3931"/>
                  </a:lnTo>
                  <a:lnTo>
                    <a:pt x="6037" y="3991"/>
                  </a:lnTo>
                  <a:lnTo>
                    <a:pt x="6037" y="3991"/>
                  </a:lnTo>
                  <a:lnTo>
                    <a:pt x="7261" y="4052"/>
                  </a:lnTo>
                  <a:lnTo>
                    <a:pt x="8524" y="4072"/>
                  </a:lnTo>
                  <a:lnTo>
                    <a:pt x="8524" y="4072"/>
                  </a:lnTo>
                  <a:lnTo>
                    <a:pt x="9326" y="4072"/>
                  </a:lnTo>
                  <a:lnTo>
                    <a:pt x="10128" y="4052"/>
                  </a:lnTo>
                  <a:lnTo>
                    <a:pt x="10951" y="4011"/>
                  </a:lnTo>
                  <a:lnTo>
                    <a:pt x="11773" y="3971"/>
                  </a:lnTo>
                  <a:lnTo>
                    <a:pt x="13458" y="3831"/>
                  </a:lnTo>
                  <a:lnTo>
                    <a:pt x="15142" y="3671"/>
                  </a:lnTo>
                  <a:lnTo>
                    <a:pt x="16847" y="3450"/>
                  </a:lnTo>
                  <a:lnTo>
                    <a:pt x="18511" y="3209"/>
                  </a:lnTo>
                  <a:lnTo>
                    <a:pt x="20136" y="2929"/>
                  </a:lnTo>
                  <a:lnTo>
                    <a:pt x="21700" y="2628"/>
                  </a:lnTo>
                  <a:lnTo>
                    <a:pt x="23184" y="2327"/>
                  </a:lnTo>
                  <a:lnTo>
                    <a:pt x="24568" y="1986"/>
                  </a:lnTo>
                  <a:lnTo>
                    <a:pt x="25851" y="1665"/>
                  </a:lnTo>
                  <a:lnTo>
                    <a:pt x="26994" y="1324"/>
                  </a:lnTo>
                  <a:lnTo>
                    <a:pt x="27997" y="983"/>
                  </a:lnTo>
                  <a:lnTo>
                    <a:pt x="28438" y="823"/>
                  </a:lnTo>
                  <a:lnTo>
                    <a:pt x="28839" y="642"/>
                  </a:lnTo>
                  <a:lnTo>
                    <a:pt x="29180" y="502"/>
                  </a:lnTo>
                  <a:lnTo>
                    <a:pt x="29481" y="342"/>
                  </a:lnTo>
                  <a:lnTo>
                    <a:pt x="29742" y="181"/>
                  </a:lnTo>
                  <a:lnTo>
                    <a:pt x="29942" y="41"/>
                  </a:lnTo>
                  <a:lnTo>
                    <a:pt x="29942" y="41"/>
                  </a:lnTo>
                  <a:lnTo>
                    <a:pt x="299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29"/>
            <p:cNvSpPr/>
            <p:nvPr/>
          </p:nvSpPr>
          <p:spPr>
            <a:xfrm>
              <a:off x="11881750" y="4182013"/>
              <a:ext cx="283800" cy="133400"/>
            </a:xfrm>
            <a:custGeom>
              <a:avLst/>
              <a:gdLst/>
              <a:ahLst/>
              <a:cxnLst/>
              <a:rect l="l" t="t" r="r" b="b"/>
              <a:pathLst>
                <a:path w="11352" h="5336" fill="none" extrusionOk="0">
                  <a:moveTo>
                    <a:pt x="1364" y="1"/>
                  </a:moveTo>
                  <a:lnTo>
                    <a:pt x="1364" y="1"/>
                  </a:lnTo>
                  <a:lnTo>
                    <a:pt x="1" y="522"/>
                  </a:lnTo>
                  <a:lnTo>
                    <a:pt x="1" y="522"/>
                  </a:lnTo>
                  <a:lnTo>
                    <a:pt x="402" y="643"/>
                  </a:lnTo>
                  <a:lnTo>
                    <a:pt x="763" y="783"/>
                  </a:lnTo>
                  <a:lnTo>
                    <a:pt x="1144" y="944"/>
                  </a:lnTo>
                  <a:lnTo>
                    <a:pt x="1485" y="1144"/>
                  </a:lnTo>
                  <a:lnTo>
                    <a:pt x="1826" y="1345"/>
                  </a:lnTo>
                  <a:lnTo>
                    <a:pt x="2146" y="1565"/>
                  </a:lnTo>
                  <a:lnTo>
                    <a:pt x="2447" y="1826"/>
                  </a:lnTo>
                  <a:lnTo>
                    <a:pt x="2708" y="2107"/>
                  </a:lnTo>
                  <a:lnTo>
                    <a:pt x="2708" y="2107"/>
                  </a:lnTo>
                  <a:lnTo>
                    <a:pt x="2868" y="2267"/>
                  </a:lnTo>
                  <a:lnTo>
                    <a:pt x="2989" y="2448"/>
                  </a:lnTo>
                  <a:lnTo>
                    <a:pt x="3109" y="2648"/>
                  </a:lnTo>
                  <a:lnTo>
                    <a:pt x="3209" y="2829"/>
                  </a:lnTo>
                  <a:lnTo>
                    <a:pt x="3310" y="3029"/>
                  </a:lnTo>
                  <a:lnTo>
                    <a:pt x="3370" y="3230"/>
                  </a:lnTo>
                  <a:lnTo>
                    <a:pt x="3430" y="3450"/>
                  </a:lnTo>
                  <a:lnTo>
                    <a:pt x="3490" y="3651"/>
                  </a:lnTo>
                  <a:lnTo>
                    <a:pt x="3510" y="3872"/>
                  </a:lnTo>
                  <a:lnTo>
                    <a:pt x="3530" y="4072"/>
                  </a:lnTo>
                  <a:lnTo>
                    <a:pt x="3510" y="4293"/>
                  </a:lnTo>
                  <a:lnTo>
                    <a:pt x="3490" y="4513"/>
                  </a:lnTo>
                  <a:lnTo>
                    <a:pt x="3430" y="4714"/>
                  </a:lnTo>
                  <a:lnTo>
                    <a:pt x="3370" y="4934"/>
                  </a:lnTo>
                  <a:lnTo>
                    <a:pt x="3270" y="5135"/>
                  </a:lnTo>
                  <a:lnTo>
                    <a:pt x="3169" y="5336"/>
                  </a:lnTo>
                  <a:lnTo>
                    <a:pt x="3169" y="5336"/>
                  </a:lnTo>
                  <a:lnTo>
                    <a:pt x="3310" y="5315"/>
                  </a:lnTo>
                  <a:lnTo>
                    <a:pt x="3310" y="5315"/>
                  </a:lnTo>
                  <a:lnTo>
                    <a:pt x="5576" y="5175"/>
                  </a:lnTo>
                  <a:lnTo>
                    <a:pt x="7702" y="5035"/>
                  </a:lnTo>
                  <a:lnTo>
                    <a:pt x="9647" y="4934"/>
                  </a:lnTo>
                  <a:lnTo>
                    <a:pt x="11352" y="4874"/>
                  </a:lnTo>
                  <a:lnTo>
                    <a:pt x="11352" y="4874"/>
                  </a:lnTo>
                  <a:lnTo>
                    <a:pt x="11291" y="4714"/>
                  </a:lnTo>
                  <a:lnTo>
                    <a:pt x="11231" y="4553"/>
                  </a:lnTo>
                  <a:lnTo>
                    <a:pt x="11151" y="4393"/>
                  </a:lnTo>
                  <a:lnTo>
                    <a:pt x="11051" y="4233"/>
                  </a:lnTo>
                  <a:lnTo>
                    <a:pt x="10790" y="3912"/>
                  </a:lnTo>
                  <a:lnTo>
                    <a:pt x="10489" y="3571"/>
                  </a:lnTo>
                  <a:lnTo>
                    <a:pt x="10128" y="3250"/>
                  </a:lnTo>
                  <a:lnTo>
                    <a:pt x="9727" y="2929"/>
                  </a:lnTo>
                  <a:lnTo>
                    <a:pt x="9266" y="2608"/>
                  </a:lnTo>
                  <a:lnTo>
                    <a:pt x="8764" y="2287"/>
                  </a:lnTo>
                  <a:lnTo>
                    <a:pt x="8243" y="2006"/>
                  </a:lnTo>
                  <a:lnTo>
                    <a:pt x="7682" y="1706"/>
                  </a:lnTo>
                  <a:lnTo>
                    <a:pt x="7080" y="1445"/>
                  </a:lnTo>
                  <a:lnTo>
                    <a:pt x="6478" y="1184"/>
                  </a:lnTo>
                  <a:lnTo>
                    <a:pt x="5857" y="964"/>
                  </a:lnTo>
                  <a:lnTo>
                    <a:pt x="5215" y="763"/>
                  </a:lnTo>
                  <a:lnTo>
                    <a:pt x="4573" y="563"/>
                  </a:lnTo>
                  <a:lnTo>
                    <a:pt x="3911" y="422"/>
                  </a:lnTo>
                  <a:lnTo>
                    <a:pt x="3911" y="422"/>
                  </a:lnTo>
                  <a:lnTo>
                    <a:pt x="3330" y="302"/>
                  </a:lnTo>
                  <a:lnTo>
                    <a:pt x="2708" y="202"/>
                  </a:lnTo>
                  <a:lnTo>
                    <a:pt x="2046" y="101"/>
                  </a:lnTo>
                  <a:lnTo>
                    <a:pt x="13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29"/>
            <p:cNvSpPr/>
            <p:nvPr/>
          </p:nvSpPr>
          <p:spPr>
            <a:xfrm>
              <a:off x="11771450" y="4171988"/>
              <a:ext cx="79250" cy="11075"/>
            </a:xfrm>
            <a:custGeom>
              <a:avLst/>
              <a:gdLst/>
              <a:ahLst/>
              <a:cxnLst/>
              <a:rect l="l" t="t" r="r" b="b"/>
              <a:pathLst>
                <a:path w="3170" h="443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803" y="121"/>
                  </a:lnTo>
                  <a:lnTo>
                    <a:pt x="1605" y="282"/>
                  </a:lnTo>
                  <a:lnTo>
                    <a:pt x="1605" y="282"/>
                  </a:lnTo>
                  <a:lnTo>
                    <a:pt x="2447" y="442"/>
                  </a:lnTo>
                  <a:lnTo>
                    <a:pt x="2447" y="442"/>
                  </a:lnTo>
                  <a:lnTo>
                    <a:pt x="2949" y="242"/>
                  </a:lnTo>
                  <a:lnTo>
                    <a:pt x="2949" y="242"/>
                  </a:lnTo>
                  <a:lnTo>
                    <a:pt x="3169" y="161"/>
                  </a:lnTo>
                  <a:lnTo>
                    <a:pt x="3169" y="161"/>
                  </a:lnTo>
                  <a:lnTo>
                    <a:pt x="1625" y="6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29"/>
            <p:cNvSpPr/>
            <p:nvPr/>
          </p:nvSpPr>
          <p:spPr>
            <a:xfrm>
              <a:off x="11246025" y="4817763"/>
              <a:ext cx="920525" cy="297325"/>
            </a:xfrm>
            <a:custGeom>
              <a:avLst/>
              <a:gdLst/>
              <a:ahLst/>
              <a:cxnLst/>
              <a:rect l="l" t="t" r="r" b="b"/>
              <a:pathLst>
                <a:path w="36821" h="11893" extrusionOk="0">
                  <a:moveTo>
                    <a:pt x="2467" y="0"/>
                  </a:moveTo>
                  <a:lnTo>
                    <a:pt x="1886" y="381"/>
                  </a:lnTo>
                  <a:lnTo>
                    <a:pt x="1384" y="742"/>
                  </a:lnTo>
                  <a:lnTo>
                    <a:pt x="963" y="1103"/>
                  </a:lnTo>
                  <a:lnTo>
                    <a:pt x="602" y="1444"/>
                  </a:lnTo>
                  <a:lnTo>
                    <a:pt x="321" y="1745"/>
                  </a:lnTo>
                  <a:lnTo>
                    <a:pt x="201" y="1885"/>
                  </a:lnTo>
                  <a:lnTo>
                    <a:pt x="121" y="2026"/>
                  </a:lnTo>
                  <a:lnTo>
                    <a:pt x="61" y="2146"/>
                  </a:lnTo>
                  <a:lnTo>
                    <a:pt x="21" y="2266"/>
                  </a:lnTo>
                  <a:lnTo>
                    <a:pt x="1" y="236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7308" y="11872"/>
                  </a:lnTo>
                  <a:lnTo>
                    <a:pt x="18150" y="11893"/>
                  </a:lnTo>
                  <a:lnTo>
                    <a:pt x="18992" y="11893"/>
                  </a:lnTo>
                  <a:lnTo>
                    <a:pt x="19834" y="11872"/>
                  </a:lnTo>
                  <a:lnTo>
                    <a:pt x="20677" y="11812"/>
                  </a:lnTo>
                  <a:lnTo>
                    <a:pt x="21499" y="11752"/>
                  </a:lnTo>
                  <a:lnTo>
                    <a:pt x="22321" y="11672"/>
                  </a:lnTo>
                  <a:lnTo>
                    <a:pt x="23143" y="11572"/>
                  </a:lnTo>
                  <a:lnTo>
                    <a:pt x="23946" y="11451"/>
                  </a:lnTo>
                  <a:lnTo>
                    <a:pt x="24728" y="11331"/>
                  </a:lnTo>
                  <a:lnTo>
                    <a:pt x="25510" y="11191"/>
                  </a:lnTo>
                  <a:lnTo>
                    <a:pt x="26272" y="11050"/>
                  </a:lnTo>
                  <a:lnTo>
                    <a:pt x="27736" y="10749"/>
                  </a:lnTo>
                  <a:lnTo>
                    <a:pt x="29120" y="10408"/>
                  </a:lnTo>
                  <a:lnTo>
                    <a:pt x="30403" y="10047"/>
                  </a:lnTo>
                  <a:lnTo>
                    <a:pt x="31586" y="9707"/>
                  </a:lnTo>
                  <a:lnTo>
                    <a:pt x="32649" y="9386"/>
                  </a:lnTo>
                  <a:lnTo>
                    <a:pt x="33572" y="9065"/>
                  </a:lnTo>
                  <a:lnTo>
                    <a:pt x="34334" y="8784"/>
                  </a:lnTo>
                  <a:lnTo>
                    <a:pt x="34956" y="856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6420" y="6137"/>
                  </a:lnTo>
                  <a:lnTo>
                    <a:pt x="36560" y="5315"/>
                  </a:lnTo>
                  <a:lnTo>
                    <a:pt x="36680" y="4472"/>
                  </a:lnTo>
                  <a:lnTo>
                    <a:pt x="36760" y="3630"/>
                  </a:lnTo>
                  <a:lnTo>
                    <a:pt x="36801" y="2888"/>
                  </a:lnTo>
                  <a:lnTo>
                    <a:pt x="36821" y="2246"/>
                  </a:lnTo>
                  <a:lnTo>
                    <a:pt x="36801" y="1785"/>
                  </a:lnTo>
                  <a:lnTo>
                    <a:pt x="36760" y="1645"/>
                  </a:lnTo>
                  <a:lnTo>
                    <a:pt x="36740" y="1544"/>
                  </a:lnTo>
                  <a:lnTo>
                    <a:pt x="36660" y="1464"/>
                  </a:lnTo>
                  <a:lnTo>
                    <a:pt x="36540" y="1344"/>
                  </a:lnTo>
                  <a:lnTo>
                    <a:pt x="36179" y="1023"/>
                  </a:lnTo>
                  <a:lnTo>
                    <a:pt x="35678" y="622"/>
                  </a:lnTo>
                  <a:lnTo>
                    <a:pt x="35036" y="161"/>
                  </a:lnTo>
                  <a:lnTo>
                    <a:pt x="34895" y="1183"/>
                  </a:lnTo>
                  <a:lnTo>
                    <a:pt x="34815" y="1665"/>
                  </a:lnTo>
                  <a:lnTo>
                    <a:pt x="34735" y="2086"/>
                  </a:lnTo>
                  <a:lnTo>
                    <a:pt x="34635" y="2467"/>
                  </a:lnTo>
                  <a:lnTo>
                    <a:pt x="34534" y="2748"/>
                  </a:lnTo>
                  <a:lnTo>
                    <a:pt x="34474" y="2868"/>
                  </a:lnTo>
                  <a:lnTo>
                    <a:pt x="34414" y="2968"/>
                  </a:lnTo>
                  <a:lnTo>
                    <a:pt x="34354" y="3028"/>
                  </a:lnTo>
                  <a:lnTo>
                    <a:pt x="34294" y="3069"/>
                  </a:lnTo>
                  <a:lnTo>
                    <a:pt x="33752" y="3269"/>
                  </a:lnTo>
                  <a:lnTo>
                    <a:pt x="32729" y="3650"/>
                  </a:lnTo>
                  <a:lnTo>
                    <a:pt x="32028" y="3891"/>
                  </a:lnTo>
                  <a:lnTo>
                    <a:pt x="31245" y="4151"/>
                  </a:lnTo>
                  <a:lnTo>
                    <a:pt x="30363" y="4432"/>
                  </a:lnTo>
                  <a:lnTo>
                    <a:pt x="29380" y="4713"/>
                  </a:lnTo>
                  <a:lnTo>
                    <a:pt x="28338" y="4994"/>
                  </a:lnTo>
                  <a:lnTo>
                    <a:pt x="27215" y="5275"/>
                  </a:lnTo>
                  <a:lnTo>
                    <a:pt x="26031" y="5535"/>
                  </a:lnTo>
                  <a:lnTo>
                    <a:pt x="24808" y="5776"/>
                  </a:lnTo>
                  <a:lnTo>
                    <a:pt x="23524" y="5976"/>
                  </a:lnTo>
                  <a:lnTo>
                    <a:pt x="22221" y="6157"/>
                  </a:lnTo>
                  <a:lnTo>
                    <a:pt x="21539" y="6217"/>
                  </a:lnTo>
                  <a:lnTo>
                    <a:pt x="20877" y="6277"/>
                  </a:lnTo>
                  <a:lnTo>
                    <a:pt x="20195" y="6337"/>
                  </a:lnTo>
                  <a:lnTo>
                    <a:pt x="19514" y="6357"/>
                  </a:lnTo>
                  <a:lnTo>
                    <a:pt x="18792" y="6378"/>
                  </a:lnTo>
                  <a:lnTo>
                    <a:pt x="18070" y="6378"/>
                  </a:lnTo>
                  <a:lnTo>
                    <a:pt x="17328" y="6357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42"/>
                  </a:lnTo>
                  <a:lnTo>
                    <a:pt x="24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29"/>
            <p:cNvSpPr/>
            <p:nvPr/>
          </p:nvSpPr>
          <p:spPr>
            <a:xfrm>
              <a:off x="11246025" y="4817763"/>
              <a:ext cx="920525" cy="297325"/>
            </a:xfrm>
            <a:custGeom>
              <a:avLst/>
              <a:gdLst/>
              <a:ahLst/>
              <a:cxnLst/>
              <a:rect l="l" t="t" r="r" b="b"/>
              <a:pathLst>
                <a:path w="36821" h="11893" fill="none" extrusionOk="0">
                  <a:moveTo>
                    <a:pt x="36259" y="6899"/>
                  </a:moveTo>
                  <a:lnTo>
                    <a:pt x="36259" y="6899"/>
                  </a:lnTo>
                  <a:lnTo>
                    <a:pt x="36139" y="7420"/>
                  </a:lnTo>
                  <a:lnTo>
                    <a:pt x="36059" y="7661"/>
                  </a:lnTo>
                  <a:lnTo>
                    <a:pt x="35978" y="7841"/>
                  </a:lnTo>
                  <a:lnTo>
                    <a:pt x="35898" y="8022"/>
                  </a:lnTo>
                  <a:lnTo>
                    <a:pt x="35818" y="8142"/>
                  </a:lnTo>
                  <a:lnTo>
                    <a:pt x="35738" y="8243"/>
                  </a:lnTo>
                  <a:lnTo>
                    <a:pt x="35637" y="8303"/>
                  </a:lnTo>
                  <a:lnTo>
                    <a:pt x="35637" y="8303"/>
                  </a:lnTo>
                  <a:lnTo>
                    <a:pt x="34956" y="8563"/>
                  </a:lnTo>
                  <a:lnTo>
                    <a:pt x="34334" y="8784"/>
                  </a:lnTo>
                  <a:lnTo>
                    <a:pt x="33572" y="9065"/>
                  </a:lnTo>
                  <a:lnTo>
                    <a:pt x="32649" y="9386"/>
                  </a:lnTo>
                  <a:lnTo>
                    <a:pt x="31586" y="9707"/>
                  </a:lnTo>
                  <a:lnTo>
                    <a:pt x="30403" y="10047"/>
                  </a:lnTo>
                  <a:lnTo>
                    <a:pt x="29120" y="10408"/>
                  </a:lnTo>
                  <a:lnTo>
                    <a:pt x="27736" y="10749"/>
                  </a:lnTo>
                  <a:lnTo>
                    <a:pt x="26272" y="11050"/>
                  </a:lnTo>
                  <a:lnTo>
                    <a:pt x="25510" y="11191"/>
                  </a:lnTo>
                  <a:lnTo>
                    <a:pt x="24728" y="11331"/>
                  </a:lnTo>
                  <a:lnTo>
                    <a:pt x="23946" y="11451"/>
                  </a:lnTo>
                  <a:lnTo>
                    <a:pt x="23143" y="11572"/>
                  </a:lnTo>
                  <a:lnTo>
                    <a:pt x="22321" y="11672"/>
                  </a:lnTo>
                  <a:lnTo>
                    <a:pt x="21499" y="11752"/>
                  </a:lnTo>
                  <a:lnTo>
                    <a:pt x="20677" y="11812"/>
                  </a:lnTo>
                  <a:lnTo>
                    <a:pt x="19834" y="11872"/>
                  </a:lnTo>
                  <a:lnTo>
                    <a:pt x="18992" y="11893"/>
                  </a:lnTo>
                  <a:lnTo>
                    <a:pt x="18150" y="11893"/>
                  </a:lnTo>
                  <a:lnTo>
                    <a:pt x="17308" y="11872"/>
                  </a:lnTo>
                  <a:lnTo>
                    <a:pt x="16445" y="11832"/>
                  </a:lnTo>
                  <a:lnTo>
                    <a:pt x="16445" y="11832"/>
                  </a:lnTo>
                  <a:lnTo>
                    <a:pt x="15021" y="11732"/>
                  </a:lnTo>
                  <a:lnTo>
                    <a:pt x="13618" y="11572"/>
                  </a:lnTo>
                  <a:lnTo>
                    <a:pt x="12274" y="11391"/>
                  </a:lnTo>
                  <a:lnTo>
                    <a:pt x="10970" y="11191"/>
                  </a:lnTo>
                  <a:lnTo>
                    <a:pt x="9747" y="10950"/>
                  </a:lnTo>
                  <a:lnTo>
                    <a:pt x="8584" y="10709"/>
                  </a:lnTo>
                  <a:lnTo>
                    <a:pt x="7481" y="10449"/>
                  </a:lnTo>
                  <a:lnTo>
                    <a:pt x="6478" y="10188"/>
                  </a:lnTo>
                  <a:lnTo>
                    <a:pt x="5536" y="9927"/>
                  </a:lnTo>
                  <a:lnTo>
                    <a:pt x="4693" y="9666"/>
                  </a:lnTo>
                  <a:lnTo>
                    <a:pt x="3951" y="9426"/>
                  </a:lnTo>
                  <a:lnTo>
                    <a:pt x="3310" y="9205"/>
                  </a:lnTo>
                  <a:lnTo>
                    <a:pt x="2768" y="9005"/>
                  </a:lnTo>
                  <a:lnTo>
                    <a:pt x="2347" y="8824"/>
                  </a:lnTo>
                  <a:lnTo>
                    <a:pt x="2046" y="8684"/>
                  </a:lnTo>
                  <a:lnTo>
                    <a:pt x="1866" y="8584"/>
                  </a:lnTo>
                  <a:lnTo>
                    <a:pt x="1866" y="8584"/>
                  </a:lnTo>
                  <a:lnTo>
                    <a:pt x="1805" y="8523"/>
                  </a:lnTo>
                  <a:lnTo>
                    <a:pt x="1745" y="8443"/>
                  </a:lnTo>
                  <a:lnTo>
                    <a:pt x="1625" y="8223"/>
                  </a:lnTo>
                  <a:lnTo>
                    <a:pt x="1485" y="7922"/>
                  </a:lnTo>
                  <a:lnTo>
                    <a:pt x="1344" y="7541"/>
                  </a:lnTo>
                  <a:lnTo>
                    <a:pt x="1204" y="7120"/>
                  </a:lnTo>
                  <a:lnTo>
                    <a:pt x="1063" y="6658"/>
                  </a:lnTo>
                  <a:lnTo>
                    <a:pt x="783" y="5656"/>
                  </a:lnTo>
                  <a:lnTo>
                    <a:pt x="522" y="4633"/>
                  </a:lnTo>
                  <a:lnTo>
                    <a:pt x="301" y="3710"/>
                  </a:lnTo>
                  <a:lnTo>
                    <a:pt x="21" y="2467"/>
                  </a:lnTo>
                  <a:lnTo>
                    <a:pt x="21" y="2467"/>
                  </a:lnTo>
                  <a:lnTo>
                    <a:pt x="1" y="2367"/>
                  </a:lnTo>
                  <a:lnTo>
                    <a:pt x="21" y="2266"/>
                  </a:lnTo>
                  <a:lnTo>
                    <a:pt x="61" y="2146"/>
                  </a:lnTo>
                  <a:lnTo>
                    <a:pt x="121" y="2026"/>
                  </a:lnTo>
                  <a:lnTo>
                    <a:pt x="201" y="1885"/>
                  </a:lnTo>
                  <a:lnTo>
                    <a:pt x="321" y="1745"/>
                  </a:lnTo>
                  <a:lnTo>
                    <a:pt x="602" y="1444"/>
                  </a:lnTo>
                  <a:lnTo>
                    <a:pt x="963" y="1103"/>
                  </a:lnTo>
                  <a:lnTo>
                    <a:pt x="1384" y="742"/>
                  </a:lnTo>
                  <a:lnTo>
                    <a:pt x="1886" y="381"/>
                  </a:lnTo>
                  <a:lnTo>
                    <a:pt x="2467" y="0"/>
                  </a:lnTo>
                  <a:lnTo>
                    <a:pt x="2467" y="0"/>
                  </a:lnTo>
                  <a:lnTo>
                    <a:pt x="2588" y="542"/>
                  </a:lnTo>
                  <a:lnTo>
                    <a:pt x="2688" y="1103"/>
                  </a:lnTo>
                  <a:lnTo>
                    <a:pt x="2828" y="2126"/>
                  </a:lnTo>
                  <a:lnTo>
                    <a:pt x="2908" y="2547"/>
                  </a:lnTo>
                  <a:lnTo>
                    <a:pt x="2989" y="2908"/>
                  </a:lnTo>
                  <a:lnTo>
                    <a:pt x="3029" y="3048"/>
                  </a:lnTo>
                  <a:lnTo>
                    <a:pt x="3069" y="3169"/>
                  </a:lnTo>
                  <a:lnTo>
                    <a:pt x="3109" y="3269"/>
                  </a:lnTo>
                  <a:lnTo>
                    <a:pt x="3169" y="3329"/>
                  </a:lnTo>
                  <a:lnTo>
                    <a:pt x="3169" y="3329"/>
                  </a:lnTo>
                  <a:lnTo>
                    <a:pt x="3350" y="3429"/>
                  </a:lnTo>
                  <a:lnTo>
                    <a:pt x="3610" y="3550"/>
                  </a:lnTo>
                  <a:lnTo>
                    <a:pt x="4011" y="3730"/>
                  </a:lnTo>
                  <a:lnTo>
                    <a:pt x="4513" y="3911"/>
                  </a:lnTo>
                  <a:lnTo>
                    <a:pt x="5094" y="4111"/>
                  </a:lnTo>
                  <a:lnTo>
                    <a:pt x="5776" y="4332"/>
                  </a:lnTo>
                  <a:lnTo>
                    <a:pt x="6558" y="4573"/>
                  </a:lnTo>
                  <a:lnTo>
                    <a:pt x="7421" y="4813"/>
                  </a:lnTo>
                  <a:lnTo>
                    <a:pt x="8343" y="5054"/>
                  </a:lnTo>
                  <a:lnTo>
                    <a:pt x="9346" y="5295"/>
                  </a:lnTo>
                  <a:lnTo>
                    <a:pt x="10429" y="5515"/>
                  </a:lnTo>
                  <a:lnTo>
                    <a:pt x="11572" y="5736"/>
                  </a:lnTo>
                  <a:lnTo>
                    <a:pt x="12755" y="5916"/>
                  </a:lnTo>
                  <a:lnTo>
                    <a:pt x="13999" y="6097"/>
                  </a:lnTo>
                  <a:lnTo>
                    <a:pt x="15282" y="6217"/>
                  </a:lnTo>
                  <a:lnTo>
                    <a:pt x="16606" y="6337"/>
                  </a:lnTo>
                  <a:lnTo>
                    <a:pt x="16606" y="6337"/>
                  </a:lnTo>
                  <a:lnTo>
                    <a:pt x="17328" y="6357"/>
                  </a:lnTo>
                  <a:lnTo>
                    <a:pt x="18070" y="6378"/>
                  </a:lnTo>
                  <a:lnTo>
                    <a:pt x="18792" y="6378"/>
                  </a:lnTo>
                  <a:lnTo>
                    <a:pt x="19514" y="6357"/>
                  </a:lnTo>
                  <a:lnTo>
                    <a:pt x="19514" y="6357"/>
                  </a:lnTo>
                  <a:lnTo>
                    <a:pt x="20195" y="6337"/>
                  </a:lnTo>
                  <a:lnTo>
                    <a:pt x="20877" y="6277"/>
                  </a:lnTo>
                  <a:lnTo>
                    <a:pt x="21539" y="6217"/>
                  </a:lnTo>
                  <a:lnTo>
                    <a:pt x="22221" y="6157"/>
                  </a:lnTo>
                  <a:lnTo>
                    <a:pt x="23524" y="5976"/>
                  </a:lnTo>
                  <a:lnTo>
                    <a:pt x="24808" y="5776"/>
                  </a:lnTo>
                  <a:lnTo>
                    <a:pt x="26031" y="5535"/>
                  </a:lnTo>
                  <a:lnTo>
                    <a:pt x="27215" y="5275"/>
                  </a:lnTo>
                  <a:lnTo>
                    <a:pt x="28338" y="4994"/>
                  </a:lnTo>
                  <a:lnTo>
                    <a:pt x="29380" y="4713"/>
                  </a:lnTo>
                  <a:lnTo>
                    <a:pt x="30363" y="4432"/>
                  </a:lnTo>
                  <a:lnTo>
                    <a:pt x="31245" y="4151"/>
                  </a:lnTo>
                  <a:lnTo>
                    <a:pt x="32028" y="3891"/>
                  </a:lnTo>
                  <a:lnTo>
                    <a:pt x="32729" y="3650"/>
                  </a:lnTo>
                  <a:lnTo>
                    <a:pt x="33752" y="3269"/>
                  </a:lnTo>
                  <a:lnTo>
                    <a:pt x="34294" y="3069"/>
                  </a:lnTo>
                  <a:lnTo>
                    <a:pt x="34294" y="3069"/>
                  </a:lnTo>
                  <a:lnTo>
                    <a:pt x="34354" y="3028"/>
                  </a:lnTo>
                  <a:lnTo>
                    <a:pt x="34414" y="2968"/>
                  </a:lnTo>
                  <a:lnTo>
                    <a:pt x="34474" y="2868"/>
                  </a:lnTo>
                  <a:lnTo>
                    <a:pt x="34534" y="2748"/>
                  </a:lnTo>
                  <a:lnTo>
                    <a:pt x="34635" y="2467"/>
                  </a:lnTo>
                  <a:lnTo>
                    <a:pt x="34735" y="2086"/>
                  </a:lnTo>
                  <a:lnTo>
                    <a:pt x="34815" y="1665"/>
                  </a:lnTo>
                  <a:lnTo>
                    <a:pt x="34895" y="1183"/>
                  </a:lnTo>
                  <a:lnTo>
                    <a:pt x="35036" y="161"/>
                  </a:lnTo>
                  <a:lnTo>
                    <a:pt x="35036" y="161"/>
                  </a:lnTo>
                  <a:lnTo>
                    <a:pt x="35678" y="622"/>
                  </a:lnTo>
                  <a:lnTo>
                    <a:pt x="36179" y="1023"/>
                  </a:lnTo>
                  <a:lnTo>
                    <a:pt x="36540" y="1344"/>
                  </a:lnTo>
                  <a:lnTo>
                    <a:pt x="36660" y="1464"/>
                  </a:lnTo>
                  <a:lnTo>
                    <a:pt x="36740" y="1544"/>
                  </a:lnTo>
                  <a:lnTo>
                    <a:pt x="36740" y="1544"/>
                  </a:lnTo>
                  <a:lnTo>
                    <a:pt x="36760" y="1645"/>
                  </a:lnTo>
                  <a:lnTo>
                    <a:pt x="36801" y="1785"/>
                  </a:lnTo>
                  <a:lnTo>
                    <a:pt x="36821" y="2246"/>
                  </a:lnTo>
                  <a:lnTo>
                    <a:pt x="36801" y="2888"/>
                  </a:lnTo>
                  <a:lnTo>
                    <a:pt x="36760" y="3630"/>
                  </a:lnTo>
                  <a:lnTo>
                    <a:pt x="36680" y="4472"/>
                  </a:lnTo>
                  <a:lnTo>
                    <a:pt x="36560" y="5315"/>
                  </a:lnTo>
                  <a:lnTo>
                    <a:pt x="36420" y="6137"/>
                  </a:lnTo>
                  <a:lnTo>
                    <a:pt x="36259" y="689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29"/>
            <p:cNvSpPr/>
            <p:nvPr/>
          </p:nvSpPr>
          <p:spPr>
            <a:xfrm>
              <a:off x="11246025" y="4817763"/>
              <a:ext cx="906500" cy="297325"/>
            </a:xfrm>
            <a:custGeom>
              <a:avLst/>
              <a:gdLst/>
              <a:ahLst/>
              <a:cxnLst/>
              <a:rect l="l" t="t" r="r" b="b"/>
              <a:pathLst>
                <a:path w="36260" h="11893" extrusionOk="0">
                  <a:moveTo>
                    <a:pt x="2467" y="0"/>
                  </a:moveTo>
                  <a:lnTo>
                    <a:pt x="1926" y="361"/>
                  </a:lnTo>
                  <a:lnTo>
                    <a:pt x="1445" y="722"/>
                  </a:lnTo>
                  <a:lnTo>
                    <a:pt x="1023" y="1043"/>
                  </a:lnTo>
                  <a:lnTo>
                    <a:pt x="662" y="1364"/>
                  </a:lnTo>
                  <a:lnTo>
                    <a:pt x="382" y="1665"/>
                  </a:lnTo>
                  <a:lnTo>
                    <a:pt x="181" y="1925"/>
                  </a:lnTo>
                  <a:lnTo>
                    <a:pt x="101" y="2066"/>
                  </a:lnTo>
                  <a:lnTo>
                    <a:pt x="41" y="2186"/>
                  </a:lnTo>
                  <a:lnTo>
                    <a:pt x="21" y="2286"/>
                  </a:lnTo>
                  <a:lnTo>
                    <a:pt x="1" y="238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7408" y="11872"/>
                  </a:lnTo>
                  <a:lnTo>
                    <a:pt x="18350" y="11893"/>
                  </a:lnTo>
                  <a:lnTo>
                    <a:pt x="19133" y="11893"/>
                  </a:lnTo>
                  <a:lnTo>
                    <a:pt x="19915" y="11852"/>
                  </a:lnTo>
                  <a:lnTo>
                    <a:pt x="20697" y="11812"/>
                  </a:lnTo>
                  <a:lnTo>
                    <a:pt x="21479" y="11752"/>
                  </a:lnTo>
                  <a:lnTo>
                    <a:pt x="22241" y="11672"/>
                  </a:lnTo>
                  <a:lnTo>
                    <a:pt x="23003" y="11592"/>
                  </a:lnTo>
                  <a:lnTo>
                    <a:pt x="23745" y="11491"/>
                  </a:lnTo>
                  <a:lnTo>
                    <a:pt x="24487" y="11371"/>
                  </a:lnTo>
                  <a:lnTo>
                    <a:pt x="25931" y="11130"/>
                  </a:lnTo>
                  <a:lnTo>
                    <a:pt x="27315" y="10830"/>
                  </a:lnTo>
                  <a:lnTo>
                    <a:pt x="28618" y="10529"/>
                  </a:lnTo>
                  <a:lnTo>
                    <a:pt x="29862" y="10208"/>
                  </a:lnTo>
                  <a:lnTo>
                    <a:pt x="31005" y="9887"/>
                  </a:lnTo>
                  <a:lnTo>
                    <a:pt x="32048" y="9566"/>
                  </a:lnTo>
                  <a:lnTo>
                    <a:pt x="32990" y="9265"/>
                  </a:lnTo>
                  <a:lnTo>
                    <a:pt x="33792" y="8985"/>
                  </a:lnTo>
                  <a:lnTo>
                    <a:pt x="35016" y="854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5016" y="7340"/>
                  </a:lnTo>
                  <a:lnTo>
                    <a:pt x="33752" y="7741"/>
                  </a:lnTo>
                  <a:lnTo>
                    <a:pt x="32469" y="8142"/>
                  </a:lnTo>
                  <a:lnTo>
                    <a:pt x="31205" y="8503"/>
                  </a:lnTo>
                  <a:lnTo>
                    <a:pt x="29922" y="8844"/>
                  </a:lnTo>
                  <a:lnTo>
                    <a:pt x="28618" y="9145"/>
                  </a:lnTo>
                  <a:lnTo>
                    <a:pt x="27335" y="9406"/>
                  </a:lnTo>
                  <a:lnTo>
                    <a:pt x="26031" y="9646"/>
                  </a:lnTo>
                  <a:lnTo>
                    <a:pt x="24728" y="9847"/>
                  </a:lnTo>
                  <a:lnTo>
                    <a:pt x="23404" y="10007"/>
                  </a:lnTo>
                  <a:lnTo>
                    <a:pt x="22742" y="10088"/>
                  </a:lnTo>
                  <a:lnTo>
                    <a:pt x="22081" y="10128"/>
                  </a:lnTo>
                  <a:lnTo>
                    <a:pt x="21419" y="10168"/>
                  </a:lnTo>
                  <a:lnTo>
                    <a:pt x="20737" y="10188"/>
                  </a:lnTo>
                  <a:lnTo>
                    <a:pt x="20035" y="10168"/>
                  </a:lnTo>
                  <a:lnTo>
                    <a:pt x="19333" y="10128"/>
                  </a:lnTo>
                  <a:lnTo>
                    <a:pt x="18631" y="10027"/>
                  </a:lnTo>
                  <a:lnTo>
                    <a:pt x="17929" y="9907"/>
                  </a:lnTo>
                  <a:lnTo>
                    <a:pt x="17649" y="9847"/>
                  </a:lnTo>
                  <a:lnTo>
                    <a:pt x="17348" y="9747"/>
                  </a:lnTo>
                  <a:lnTo>
                    <a:pt x="17047" y="9606"/>
                  </a:lnTo>
                  <a:lnTo>
                    <a:pt x="16786" y="9466"/>
                  </a:lnTo>
                  <a:lnTo>
                    <a:pt x="16525" y="9305"/>
                  </a:lnTo>
                  <a:lnTo>
                    <a:pt x="16305" y="9105"/>
                  </a:lnTo>
                  <a:lnTo>
                    <a:pt x="16225" y="9005"/>
                  </a:lnTo>
                  <a:lnTo>
                    <a:pt x="16144" y="8904"/>
                  </a:lnTo>
                  <a:lnTo>
                    <a:pt x="16084" y="8784"/>
                  </a:lnTo>
                  <a:lnTo>
                    <a:pt x="16044" y="8684"/>
                  </a:lnTo>
                  <a:lnTo>
                    <a:pt x="16024" y="8563"/>
                  </a:lnTo>
                  <a:lnTo>
                    <a:pt x="16004" y="8443"/>
                  </a:lnTo>
                  <a:lnTo>
                    <a:pt x="16024" y="8323"/>
                  </a:lnTo>
                  <a:lnTo>
                    <a:pt x="16064" y="8202"/>
                  </a:lnTo>
                  <a:lnTo>
                    <a:pt x="16124" y="8062"/>
                  </a:lnTo>
                  <a:lnTo>
                    <a:pt x="16205" y="7942"/>
                  </a:lnTo>
                  <a:lnTo>
                    <a:pt x="16325" y="7801"/>
                  </a:lnTo>
                  <a:lnTo>
                    <a:pt x="16465" y="7681"/>
                  </a:lnTo>
                  <a:lnTo>
                    <a:pt x="16646" y="7541"/>
                  </a:lnTo>
                  <a:lnTo>
                    <a:pt x="16846" y="7400"/>
                  </a:lnTo>
                  <a:lnTo>
                    <a:pt x="17067" y="7260"/>
                  </a:lnTo>
                  <a:lnTo>
                    <a:pt x="17348" y="7140"/>
                  </a:lnTo>
                  <a:lnTo>
                    <a:pt x="17649" y="6999"/>
                  </a:lnTo>
                  <a:lnTo>
                    <a:pt x="17989" y="6859"/>
                  </a:lnTo>
                  <a:lnTo>
                    <a:pt x="18350" y="6718"/>
                  </a:lnTo>
                  <a:lnTo>
                    <a:pt x="18772" y="6578"/>
                  </a:lnTo>
                  <a:lnTo>
                    <a:pt x="19514" y="6357"/>
                  </a:lnTo>
                  <a:lnTo>
                    <a:pt x="18912" y="6378"/>
                  </a:lnTo>
                  <a:lnTo>
                    <a:pt x="17448" y="6378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62"/>
                  </a:lnTo>
                  <a:lnTo>
                    <a:pt x="246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29"/>
            <p:cNvSpPr/>
            <p:nvPr/>
          </p:nvSpPr>
          <p:spPr>
            <a:xfrm>
              <a:off x="11246025" y="4817763"/>
              <a:ext cx="906500" cy="297325"/>
            </a:xfrm>
            <a:custGeom>
              <a:avLst/>
              <a:gdLst/>
              <a:ahLst/>
              <a:cxnLst/>
              <a:rect l="l" t="t" r="r" b="b"/>
              <a:pathLst>
                <a:path w="36260" h="11893" fill="none" extrusionOk="0">
                  <a:moveTo>
                    <a:pt x="2467" y="0"/>
                  </a:moveTo>
                  <a:lnTo>
                    <a:pt x="2467" y="0"/>
                  </a:lnTo>
                  <a:lnTo>
                    <a:pt x="1926" y="361"/>
                  </a:lnTo>
                  <a:lnTo>
                    <a:pt x="1445" y="722"/>
                  </a:lnTo>
                  <a:lnTo>
                    <a:pt x="1023" y="1043"/>
                  </a:lnTo>
                  <a:lnTo>
                    <a:pt x="662" y="1364"/>
                  </a:lnTo>
                  <a:lnTo>
                    <a:pt x="382" y="1665"/>
                  </a:lnTo>
                  <a:lnTo>
                    <a:pt x="181" y="1925"/>
                  </a:lnTo>
                  <a:lnTo>
                    <a:pt x="101" y="2066"/>
                  </a:lnTo>
                  <a:lnTo>
                    <a:pt x="41" y="2186"/>
                  </a:lnTo>
                  <a:lnTo>
                    <a:pt x="21" y="2286"/>
                  </a:lnTo>
                  <a:lnTo>
                    <a:pt x="1" y="2387"/>
                  </a:lnTo>
                  <a:lnTo>
                    <a:pt x="1" y="2387"/>
                  </a:lnTo>
                  <a:lnTo>
                    <a:pt x="21" y="246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6445" y="11832"/>
                  </a:lnTo>
                  <a:lnTo>
                    <a:pt x="17408" y="11872"/>
                  </a:lnTo>
                  <a:lnTo>
                    <a:pt x="18350" y="11893"/>
                  </a:lnTo>
                  <a:lnTo>
                    <a:pt x="18350" y="11893"/>
                  </a:lnTo>
                  <a:lnTo>
                    <a:pt x="19133" y="11893"/>
                  </a:lnTo>
                  <a:lnTo>
                    <a:pt x="19915" y="11852"/>
                  </a:lnTo>
                  <a:lnTo>
                    <a:pt x="20697" y="11812"/>
                  </a:lnTo>
                  <a:lnTo>
                    <a:pt x="21479" y="11752"/>
                  </a:lnTo>
                  <a:lnTo>
                    <a:pt x="22241" y="11672"/>
                  </a:lnTo>
                  <a:lnTo>
                    <a:pt x="23003" y="11592"/>
                  </a:lnTo>
                  <a:lnTo>
                    <a:pt x="23745" y="11491"/>
                  </a:lnTo>
                  <a:lnTo>
                    <a:pt x="24487" y="11371"/>
                  </a:lnTo>
                  <a:lnTo>
                    <a:pt x="25931" y="11130"/>
                  </a:lnTo>
                  <a:lnTo>
                    <a:pt x="27315" y="10830"/>
                  </a:lnTo>
                  <a:lnTo>
                    <a:pt x="28618" y="10529"/>
                  </a:lnTo>
                  <a:lnTo>
                    <a:pt x="29862" y="10208"/>
                  </a:lnTo>
                  <a:lnTo>
                    <a:pt x="31005" y="9887"/>
                  </a:lnTo>
                  <a:lnTo>
                    <a:pt x="32048" y="9566"/>
                  </a:lnTo>
                  <a:lnTo>
                    <a:pt x="32990" y="9265"/>
                  </a:lnTo>
                  <a:lnTo>
                    <a:pt x="33792" y="8985"/>
                  </a:lnTo>
                  <a:lnTo>
                    <a:pt x="35016" y="8543"/>
                  </a:lnTo>
                  <a:lnTo>
                    <a:pt x="35637" y="830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6259" y="6899"/>
                  </a:lnTo>
                  <a:lnTo>
                    <a:pt x="35016" y="7340"/>
                  </a:lnTo>
                  <a:lnTo>
                    <a:pt x="33752" y="7741"/>
                  </a:lnTo>
                  <a:lnTo>
                    <a:pt x="32469" y="8142"/>
                  </a:lnTo>
                  <a:lnTo>
                    <a:pt x="31205" y="8503"/>
                  </a:lnTo>
                  <a:lnTo>
                    <a:pt x="29922" y="8844"/>
                  </a:lnTo>
                  <a:lnTo>
                    <a:pt x="28618" y="9145"/>
                  </a:lnTo>
                  <a:lnTo>
                    <a:pt x="27335" y="9406"/>
                  </a:lnTo>
                  <a:lnTo>
                    <a:pt x="26031" y="9646"/>
                  </a:lnTo>
                  <a:lnTo>
                    <a:pt x="26031" y="9646"/>
                  </a:lnTo>
                  <a:lnTo>
                    <a:pt x="24728" y="9847"/>
                  </a:lnTo>
                  <a:lnTo>
                    <a:pt x="23404" y="10007"/>
                  </a:lnTo>
                  <a:lnTo>
                    <a:pt x="22742" y="10088"/>
                  </a:lnTo>
                  <a:lnTo>
                    <a:pt x="22081" y="10128"/>
                  </a:lnTo>
                  <a:lnTo>
                    <a:pt x="21419" y="10168"/>
                  </a:lnTo>
                  <a:lnTo>
                    <a:pt x="20737" y="10188"/>
                  </a:lnTo>
                  <a:lnTo>
                    <a:pt x="20737" y="10188"/>
                  </a:lnTo>
                  <a:lnTo>
                    <a:pt x="20035" y="10168"/>
                  </a:lnTo>
                  <a:lnTo>
                    <a:pt x="19333" y="10128"/>
                  </a:lnTo>
                  <a:lnTo>
                    <a:pt x="18631" y="10027"/>
                  </a:lnTo>
                  <a:lnTo>
                    <a:pt x="17929" y="9907"/>
                  </a:lnTo>
                  <a:lnTo>
                    <a:pt x="17929" y="9907"/>
                  </a:lnTo>
                  <a:lnTo>
                    <a:pt x="17649" y="9847"/>
                  </a:lnTo>
                  <a:lnTo>
                    <a:pt x="17348" y="9747"/>
                  </a:lnTo>
                  <a:lnTo>
                    <a:pt x="17047" y="9606"/>
                  </a:lnTo>
                  <a:lnTo>
                    <a:pt x="16786" y="9466"/>
                  </a:lnTo>
                  <a:lnTo>
                    <a:pt x="16525" y="9305"/>
                  </a:lnTo>
                  <a:lnTo>
                    <a:pt x="16305" y="9105"/>
                  </a:lnTo>
                  <a:lnTo>
                    <a:pt x="16225" y="9005"/>
                  </a:lnTo>
                  <a:lnTo>
                    <a:pt x="16144" y="8904"/>
                  </a:lnTo>
                  <a:lnTo>
                    <a:pt x="16084" y="8784"/>
                  </a:lnTo>
                  <a:lnTo>
                    <a:pt x="16044" y="8684"/>
                  </a:lnTo>
                  <a:lnTo>
                    <a:pt x="16024" y="8563"/>
                  </a:lnTo>
                  <a:lnTo>
                    <a:pt x="16004" y="8443"/>
                  </a:lnTo>
                  <a:lnTo>
                    <a:pt x="16024" y="8323"/>
                  </a:lnTo>
                  <a:lnTo>
                    <a:pt x="16064" y="8202"/>
                  </a:lnTo>
                  <a:lnTo>
                    <a:pt x="16124" y="8062"/>
                  </a:lnTo>
                  <a:lnTo>
                    <a:pt x="16205" y="7942"/>
                  </a:lnTo>
                  <a:lnTo>
                    <a:pt x="16325" y="7801"/>
                  </a:lnTo>
                  <a:lnTo>
                    <a:pt x="16465" y="7681"/>
                  </a:lnTo>
                  <a:lnTo>
                    <a:pt x="16646" y="7541"/>
                  </a:lnTo>
                  <a:lnTo>
                    <a:pt x="16846" y="7400"/>
                  </a:lnTo>
                  <a:lnTo>
                    <a:pt x="17067" y="7260"/>
                  </a:lnTo>
                  <a:lnTo>
                    <a:pt x="17348" y="7140"/>
                  </a:lnTo>
                  <a:lnTo>
                    <a:pt x="17649" y="6999"/>
                  </a:lnTo>
                  <a:lnTo>
                    <a:pt x="17989" y="6859"/>
                  </a:lnTo>
                  <a:lnTo>
                    <a:pt x="18350" y="6718"/>
                  </a:lnTo>
                  <a:lnTo>
                    <a:pt x="18772" y="6578"/>
                  </a:lnTo>
                  <a:lnTo>
                    <a:pt x="18772" y="6578"/>
                  </a:lnTo>
                  <a:lnTo>
                    <a:pt x="19514" y="6357"/>
                  </a:lnTo>
                  <a:lnTo>
                    <a:pt x="19514" y="6357"/>
                  </a:lnTo>
                  <a:lnTo>
                    <a:pt x="18912" y="6378"/>
                  </a:lnTo>
                  <a:lnTo>
                    <a:pt x="18310" y="6378"/>
                  </a:lnTo>
                  <a:lnTo>
                    <a:pt x="18310" y="6378"/>
                  </a:lnTo>
                  <a:lnTo>
                    <a:pt x="17448" y="6378"/>
                  </a:lnTo>
                  <a:lnTo>
                    <a:pt x="16606" y="6337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62"/>
                  </a:lnTo>
                  <a:lnTo>
                    <a:pt x="2467" y="0"/>
                  </a:lnTo>
                  <a:lnTo>
                    <a:pt x="2467" y="0"/>
                  </a:lnTo>
                  <a:lnTo>
                    <a:pt x="246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29"/>
            <p:cNvSpPr/>
            <p:nvPr/>
          </p:nvSpPr>
          <p:spPr>
            <a:xfrm>
              <a:off x="11258050" y="4416663"/>
              <a:ext cx="873900" cy="619200"/>
            </a:xfrm>
            <a:custGeom>
              <a:avLst/>
              <a:gdLst/>
              <a:ahLst/>
              <a:cxnLst/>
              <a:rect l="l" t="t" r="r" b="b"/>
              <a:pathLst>
                <a:path w="34956" h="24768" extrusionOk="0">
                  <a:moveTo>
                    <a:pt x="61" y="1"/>
                  </a:moveTo>
                  <a:lnTo>
                    <a:pt x="21" y="41"/>
                  </a:lnTo>
                  <a:lnTo>
                    <a:pt x="1" y="61"/>
                  </a:lnTo>
                  <a:lnTo>
                    <a:pt x="1" y="101"/>
                  </a:lnTo>
                  <a:lnTo>
                    <a:pt x="1" y="141"/>
                  </a:lnTo>
                  <a:lnTo>
                    <a:pt x="282" y="823"/>
                  </a:lnTo>
                  <a:lnTo>
                    <a:pt x="542" y="1505"/>
                  </a:lnTo>
                  <a:lnTo>
                    <a:pt x="783" y="2186"/>
                  </a:lnTo>
                  <a:lnTo>
                    <a:pt x="1024" y="2888"/>
                  </a:lnTo>
                  <a:lnTo>
                    <a:pt x="1224" y="3590"/>
                  </a:lnTo>
                  <a:lnTo>
                    <a:pt x="1425" y="4292"/>
                  </a:lnTo>
                  <a:lnTo>
                    <a:pt x="1806" y="5696"/>
                  </a:lnTo>
                  <a:lnTo>
                    <a:pt x="2528" y="8524"/>
                  </a:lnTo>
                  <a:lnTo>
                    <a:pt x="2909" y="9948"/>
                  </a:lnTo>
                  <a:lnTo>
                    <a:pt x="3310" y="11351"/>
                  </a:lnTo>
                  <a:lnTo>
                    <a:pt x="3831" y="12936"/>
                  </a:lnTo>
                  <a:lnTo>
                    <a:pt x="4453" y="14741"/>
                  </a:lnTo>
                  <a:lnTo>
                    <a:pt x="5135" y="16646"/>
                  </a:lnTo>
                  <a:lnTo>
                    <a:pt x="5817" y="18491"/>
                  </a:lnTo>
                  <a:lnTo>
                    <a:pt x="6960" y="21539"/>
                  </a:lnTo>
                  <a:lnTo>
                    <a:pt x="7441" y="22823"/>
                  </a:lnTo>
                  <a:lnTo>
                    <a:pt x="7461" y="22903"/>
                  </a:lnTo>
                  <a:lnTo>
                    <a:pt x="7501" y="22983"/>
                  </a:lnTo>
                  <a:lnTo>
                    <a:pt x="7561" y="23023"/>
                  </a:lnTo>
                  <a:lnTo>
                    <a:pt x="7722" y="23023"/>
                  </a:lnTo>
                  <a:lnTo>
                    <a:pt x="7802" y="22983"/>
                  </a:lnTo>
                  <a:lnTo>
                    <a:pt x="7862" y="22923"/>
                  </a:lnTo>
                  <a:lnTo>
                    <a:pt x="7882" y="22823"/>
                  </a:lnTo>
                  <a:lnTo>
                    <a:pt x="8584" y="17929"/>
                  </a:lnTo>
                  <a:lnTo>
                    <a:pt x="9286" y="13036"/>
                  </a:lnTo>
                  <a:lnTo>
                    <a:pt x="10028" y="8143"/>
                  </a:lnTo>
                  <a:lnTo>
                    <a:pt x="10409" y="5696"/>
                  </a:lnTo>
                  <a:lnTo>
                    <a:pt x="10810" y="3249"/>
                  </a:lnTo>
                  <a:lnTo>
                    <a:pt x="10951" y="3891"/>
                  </a:lnTo>
                  <a:lnTo>
                    <a:pt x="11131" y="4513"/>
                  </a:lnTo>
                  <a:lnTo>
                    <a:pt x="11332" y="5134"/>
                  </a:lnTo>
                  <a:lnTo>
                    <a:pt x="11532" y="5776"/>
                  </a:lnTo>
                  <a:lnTo>
                    <a:pt x="11973" y="7020"/>
                  </a:lnTo>
                  <a:lnTo>
                    <a:pt x="12395" y="8243"/>
                  </a:lnTo>
                  <a:lnTo>
                    <a:pt x="13337" y="11031"/>
                  </a:lnTo>
                  <a:lnTo>
                    <a:pt x="14280" y="13818"/>
                  </a:lnTo>
                  <a:lnTo>
                    <a:pt x="15202" y="16485"/>
                  </a:lnTo>
                  <a:lnTo>
                    <a:pt x="16125" y="19133"/>
                  </a:lnTo>
                  <a:lnTo>
                    <a:pt x="17107" y="21780"/>
                  </a:lnTo>
                  <a:lnTo>
                    <a:pt x="18110" y="24427"/>
                  </a:lnTo>
                  <a:lnTo>
                    <a:pt x="18190" y="24527"/>
                  </a:lnTo>
                  <a:lnTo>
                    <a:pt x="18331" y="24688"/>
                  </a:lnTo>
                  <a:lnTo>
                    <a:pt x="18411" y="24748"/>
                  </a:lnTo>
                  <a:lnTo>
                    <a:pt x="18491" y="24768"/>
                  </a:lnTo>
                  <a:lnTo>
                    <a:pt x="18551" y="24768"/>
                  </a:lnTo>
                  <a:lnTo>
                    <a:pt x="18571" y="24748"/>
                  </a:lnTo>
                  <a:lnTo>
                    <a:pt x="18591" y="24728"/>
                  </a:lnTo>
                  <a:lnTo>
                    <a:pt x="19875" y="19173"/>
                  </a:lnTo>
                  <a:lnTo>
                    <a:pt x="20497" y="16405"/>
                  </a:lnTo>
                  <a:lnTo>
                    <a:pt x="21098" y="13618"/>
                  </a:lnTo>
                  <a:lnTo>
                    <a:pt x="21640" y="11111"/>
                  </a:lnTo>
                  <a:lnTo>
                    <a:pt x="22161" y="8604"/>
                  </a:lnTo>
                  <a:lnTo>
                    <a:pt x="22402" y="7340"/>
                  </a:lnTo>
                  <a:lnTo>
                    <a:pt x="22622" y="6077"/>
                  </a:lnTo>
                  <a:lnTo>
                    <a:pt x="22843" y="4814"/>
                  </a:lnTo>
                  <a:lnTo>
                    <a:pt x="23023" y="3530"/>
                  </a:lnTo>
                  <a:lnTo>
                    <a:pt x="23344" y="4774"/>
                  </a:lnTo>
                  <a:lnTo>
                    <a:pt x="23705" y="5997"/>
                  </a:lnTo>
                  <a:lnTo>
                    <a:pt x="24066" y="7240"/>
                  </a:lnTo>
                  <a:lnTo>
                    <a:pt x="24447" y="8464"/>
                  </a:lnTo>
                  <a:lnTo>
                    <a:pt x="25249" y="10890"/>
                  </a:lnTo>
                  <a:lnTo>
                    <a:pt x="26052" y="13317"/>
                  </a:lnTo>
                  <a:lnTo>
                    <a:pt x="26914" y="15924"/>
                  </a:lnTo>
                  <a:lnTo>
                    <a:pt x="27796" y="18491"/>
                  </a:lnTo>
                  <a:lnTo>
                    <a:pt x="28719" y="21078"/>
                  </a:lnTo>
                  <a:lnTo>
                    <a:pt x="29661" y="23645"/>
                  </a:lnTo>
                  <a:lnTo>
                    <a:pt x="29702" y="23685"/>
                  </a:lnTo>
                  <a:lnTo>
                    <a:pt x="29762" y="23745"/>
                  </a:lnTo>
                  <a:lnTo>
                    <a:pt x="29942" y="23885"/>
                  </a:lnTo>
                  <a:lnTo>
                    <a:pt x="30043" y="23926"/>
                  </a:lnTo>
                  <a:lnTo>
                    <a:pt x="30123" y="23946"/>
                  </a:lnTo>
                  <a:lnTo>
                    <a:pt x="30203" y="23926"/>
                  </a:lnTo>
                  <a:lnTo>
                    <a:pt x="30223" y="23906"/>
                  </a:lnTo>
                  <a:lnTo>
                    <a:pt x="30243" y="23865"/>
                  </a:lnTo>
                  <a:lnTo>
                    <a:pt x="30604" y="22401"/>
                  </a:lnTo>
                  <a:lnTo>
                    <a:pt x="30945" y="20917"/>
                  </a:lnTo>
                  <a:lnTo>
                    <a:pt x="31286" y="19433"/>
                  </a:lnTo>
                  <a:lnTo>
                    <a:pt x="31607" y="17949"/>
                  </a:lnTo>
                  <a:lnTo>
                    <a:pt x="32228" y="14981"/>
                  </a:lnTo>
                  <a:lnTo>
                    <a:pt x="32830" y="11993"/>
                  </a:lnTo>
                  <a:lnTo>
                    <a:pt x="33432" y="9125"/>
                  </a:lnTo>
                  <a:lnTo>
                    <a:pt x="34013" y="6217"/>
                  </a:lnTo>
                  <a:lnTo>
                    <a:pt x="34274" y="4774"/>
                  </a:lnTo>
                  <a:lnTo>
                    <a:pt x="34535" y="3330"/>
                  </a:lnTo>
                  <a:lnTo>
                    <a:pt x="34755" y="1866"/>
                  </a:lnTo>
                  <a:lnTo>
                    <a:pt x="34956" y="422"/>
                  </a:lnTo>
                  <a:lnTo>
                    <a:pt x="34956" y="382"/>
                  </a:lnTo>
                  <a:lnTo>
                    <a:pt x="34936" y="362"/>
                  </a:lnTo>
                  <a:lnTo>
                    <a:pt x="34896" y="341"/>
                  </a:lnTo>
                  <a:lnTo>
                    <a:pt x="34836" y="341"/>
                  </a:lnTo>
                  <a:lnTo>
                    <a:pt x="34815" y="362"/>
                  </a:lnTo>
                  <a:lnTo>
                    <a:pt x="34815" y="382"/>
                  </a:lnTo>
                  <a:lnTo>
                    <a:pt x="34475" y="1846"/>
                  </a:lnTo>
                  <a:lnTo>
                    <a:pt x="34174" y="3310"/>
                  </a:lnTo>
                  <a:lnTo>
                    <a:pt x="33893" y="4774"/>
                  </a:lnTo>
                  <a:lnTo>
                    <a:pt x="33612" y="6237"/>
                  </a:lnTo>
                  <a:lnTo>
                    <a:pt x="33051" y="9165"/>
                  </a:lnTo>
                  <a:lnTo>
                    <a:pt x="32770" y="10649"/>
                  </a:lnTo>
                  <a:lnTo>
                    <a:pt x="32489" y="12093"/>
                  </a:lnTo>
                  <a:lnTo>
                    <a:pt x="31867" y="14921"/>
                  </a:lnTo>
                  <a:lnTo>
                    <a:pt x="31246" y="17749"/>
                  </a:lnTo>
                  <a:lnTo>
                    <a:pt x="30624" y="20576"/>
                  </a:lnTo>
                  <a:lnTo>
                    <a:pt x="30002" y="23404"/>
                  </a:lnTo>
                  <a:lnTo>
                    <a:pt x="29080" y="20877"/>
                  </a:lnTo>
                  <a:lnTo>
                    <a:pt x="28177" y="18330"/>
                  </a:lnTo>
                  <a:lnTo>
                    <a:pt x="27295" y="15783"/>
                  </a:lnTo>
                  <a:lnTo>
                    <a:pt x="26433" y="13237"/>
                  </a:lnTo>
                  <a:lnTo>
                    <a:pt x="25410" y="10148"/>
                  </a:lnTo>
                  <a:lnTo>
                    <a:pt x="24327" y="6739"/>
                  </a:lnTo>
                  <a:lnTo>
                    <a:pt x="23124" y="2808"/>
                  </a:lnTo>
                  <a:lnTo>
                    <a:pt x="23104" y="2768"/>
                  </a:lnTo>
                  <a:lnTo>
                    <a:pt x="22983" y="2768"/>
                  </a:lnTo>
                  <a:lnTo>
                    <a:pt x="22883" y="2808"/>
                  </a:lnTo>
                  <a:lnTo>
                    <a:pt x="22863" y="2848"/>
                  </a:lnTo>
                  <a:lnTo>
                    <a:pt x="22843" y="2868"/>
                  </a:lnTo>
                  <a:lnTo>
                    <a:pt x="22622" y="4092"/>
                  </a:lnTo>
                  <a:lnTo>
                    <a:pt x="22041" y="6980"/>
                  </a:lnTo>
                  <a:lnTo>
                    <a:pt x="21319" y="10509"/>
                  </a:lnTo>
                  <a:lnTo>
                    <a:pt x="20637" y="13698"/>
                  </a:lnTo>
                  <a:lnTo>
                    <a:pt x="19554" y="18852"/>
                  </a:lnTo>
                  <a:lnTo>
                    <a:pt x="18992" y="21439"/>
                  </a:lnTo>
                  <a:lnTo>
                    <a:pt x="18411" y="24006"/>
                  </a:lnTo>
                  <a:lnTo>
                    <a:pt x="17428" y="21339"/>
                  </a:lnTo>
                  <a:lnTo>
                    <a:pt x="16446" y="18671"/>
                  </a:lnTo>
                  <a:lnTo>
                    <a:pt x="15503" y="16004"/>
                  </a:lnTo>
                  <a:lnTo>
                    <a:pt x="14580" y="13317"/>
                  </a:lnTo>
                  <a:lnTo>
                    <a:pt x="12756" y="7942"/>
                  </a:lnTo>
                  <a:lnTo>
                    <a:pt x="12334" y="6659"/>
                  </a:lnTo>
                  <a:lnTo>
                    <a:pt x="11893" y="5375"/>
                  </a:lnTo>
                  <a:lnTo>
                    <a:pt x="11673" y="4713"/>
                  </a:lnTo>
                  <a:lnTo>
                    <a:pt x="11432" y="4092"/>
                  </a:lnTo>
                  <a:lnTo>
                    <a:pt x="11171" y="3450"/>
                  </a:lnTo>
                  <a:lnTo>
                    <a:pt x="10890" y="2848"/>
                  </a:lnTo>
                  <a:lnTo>
                    <a:pt x="10850" y="2828"/>
                  </a:lnTo>
                  <a:lnTo>
                    <a:pt x="10770" y="2808"/>
                  </a:lnTo>
                  <a:lnTo>
                    <a:pt x="10690" y="2788"/>
                  </a:lnTo>
                  <a:lnTo>
                    <a:pt x="10670" y="2808"/>
                  </a:lnTo>
                  <a:lnTo>
                    <a:pt x="10650" y="2848"/>
                  </a:lnTo>
                  <a:lnTo>
                    <a:pt x="9808" y="7561"/>
                  </a:lnTo>
                  <a:lnTo>
                    <a:pt x="9386" y="9928"/>
                  </a:lnTo>
                  <a:lnTo>
                    <a:pt x="9005" y="12294"/>
                  </a:lnTo>
                  <a:lnTo>
                    <a:pt x="8624" y="14660"/>
                  </a:lnTo>
                  <a:lnTo>
                    <a:pt x="8263" y="17027"/>
                  </a:lnTo>
                  <a:lnTo>
                    <a:pt x="7902" y="19393"/>
                  </a:lnTo>
                  <a:lnTo>
                    <a:pt x="7581" y="21780"/>
                  </a:lnTo>
                  <a:lnTo>
                    <a:pt x="7100" y="20416"/>
                  </a:lnTo>
                  <a:lnTo>
                    <a:pt x="6599" y="19052"/>
                  </a:lnTo>
                  <a:lnTo>
                    <a:pt x="5596" y="16345"/>
                  </a:lnTo>
                  <a:lnTo>
                    <a:pt x="5095" y="14981"/>
                  </a:lnTo>
                  <a:lnTo>
                    <a:pt x="4613" y="13618"/>
                  </a:lnTo>
                  <a:lnTo>
                    <a:pt x="4152" y="12234"/>
                  </a:lnTo>
                  <a:lnTo>
                    <a:pt x="3711" y="10850"/>
                  </a:lnTo>
                  <a:lnTo>
                    <a:pt x="3310" y="9486"/>
                  </a:lnTo>
                  <a:lnTo>
                    <a:pt x="2929" y="8123"/>
                  </a:lnTo>
                  <a:lnTo>
                    <a:pt x="2528" y="6759"/>
                  </a:lnTo>
                  <a:lnTo>
                    <a:pt x="2127" y="5395"/>
                  </a:lnTo>
                  <a:lnTo>
                    <a:pt x="1706" y="4052"/>
                  </a:lnTo>
                  <a:lnTo>
                    <a:pt x="1244" y="2708"/>
                  </a:lnTo>
                  <a:lnTo>
                    <a:pt x="1004" y="2026"/>
                  </a:lnTo>
                  <a:lnTo>
                    <a:pt x="743" y="1364"/>
                  </a:lnTo>
                  <a:lnTo>
                    <a:pt x="482" y="702"/>
                  </a:lnTo>
                  <a:lnTo>
                    <a:pt x="201" y="61"/>
                  </a:lnTo>
                  <a:lnTo>
                    <a:pt x="161" y="21"/>
                  </a:lnTo>
                  <a:lnTo>
                    <a:pt x="14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29"/>
            <p:cNvSpPr/>
            <p:nvPr/>
          </p:nvSpPr>
          <p:spPr>
            <a:xfrm>
              <a:off x="11241025" y="4391588"/>
              <a:ext cx="49150" cy="49175"/>
            </a:xfrm>
            <a:custGeom>
              <a:avLst/>
              <a:gdLst/>
              <a:ahLst/>
              <a:cxnLst/>
              <a:rect l="l" t="t" r="r" b="b"/>
              <a:pathLst>
                <a:path w="1966" h="1967" extrusionOk="0">
                  <a:moveTo>
                    <a:pt x="822" y="1"/>
                  </a:moveTo>
                  <a:lnTo>
                    <a:pt x="722" y="21"/>
                  </a:lnTo>
                  <a:lnTo>
                    <a:pt x="622" y="61"/>
                  </a:lnTo>
                  <a:lnTo>
                    <a:pt x="521" y="101"/>
                  </a:lnTo>
                  <a:lnTo>
                    <a:pt x="421" y="161"/>
                  </a:lnTo>
                  <a:lnTo>
                    <a:pt x="261" y="302"/>
                  </a:lnTo>
                  <a:lnTo>
                    <a:pt x="140" y="482"/>
                  </a:lnTo>
                  <a:lnTo>
                    <a:pt x="40" y="683"/>
                  </a:lnTo>
                  <a:lnTo>
                    <a:pt x="0" y="883"/>
                  </a:lnTo>
                  <a:lnTo>
                    <a:pt x="0" y="1004"/>
                  </a:lnTo>
                  <a:lnTo>
                    <a:pt x="0" y="1124"/>
                  </a:lnTo>
                  <a:lnTo>
                    <a:pt x="40" y="1284"/>
                  </a:lnTo>
                  <a:lnTo>
                    <a:pt x="100" y="1445"/>
                  </a:lnTo>
                  <a:lnTo>
                    <a:pt x="201" y="1605"/>
                  </a:lnTo>
                  <a:lnTo>
                    <a:pt x="341" y="1725"/>
                  </a:lnTo>
                  <a:lnTo>
                    <a:pt x="501" y="1846"/>
                  </a:lnTo>
                  <a:lnTo>
                    <a:pt x="682" y="1926"/>
                  </a:lnTo>
                  <a:lnTo>
                    <a:pt x="882" y="1966"/>
                  </a:lnTo>
                  <a:lnTo>
                    <a:pt x="1103" y="1966"/>
                  </a:lnTo>
                  <a:lnTo>
                    <a:pt x="1243" y="1946"/>
                  </a:lnTo>
                  <a:lnTo>
                    <a:pt x="1384" y="1906"/>
                  </a:lnTo>
                  <a:lnTo>
                    <a:pt x="1504" y="1846"/>
                  </a:lnTo>
                  <a:lnTo>
                    <a:pt x="1604" y="1766"/>
                  </a:lnTo>
                  <a:lnTo>
                    <a:pt x="1705" y="1665"/>
                  </a:lnTo>
                  <a:lnTo>
                    <a:pt x="1785" y="1565"/>
                  </a:lnTo>
                  <a:lnTo>
                    <a:pt x="1865" y="1445"/>
                  </a:lnTo>
                  <a:lnTo>
                    <a:pt x="1905" y="1304"/>
                  </a:lnTo>
                  <a:lnTo>
                    <a:pt x="1945" y="1204"/>
                  </a:lnTo>
                  <a:lnTo>
                    <a:pt x="1965" y="1084"/>
                  </a:lnTo>
                  <a:lnTo>
                    <a:pt x="1965" y="963"/>
                  </a:lnTo>
                  <a:lnTo>
                    <a:pt x="1965" y="863"/>
                  </a:lnTo>
                  <a:lnTo>
                    <a:pt x="1945" y="743"/>
                  </a:lnTo>
                  <a:lnTo>
                    <a:pt x="1905" y="643"/>
                  </a:lnTo>
                  <a:lnTo>
                    <a:pt x="1865" y="542"/>
                  </a:lnTo>
                  <a:lnTo>
                    <a:pt x="1805" y="442"/>
                  </a:lnTo>
                  <a:lnTo>
                    <a:pt x="1745" y="362"/>
                  </a:lnTo>
                  <a:lnTo>
                    <a:pt x="1665" y="282"/>
                  </a:lnTo>
                  <a:lnTo>
                    <a:pt x="1584" y="201"/>
                  </a:lnTo>
                  <a:lnTo>
                    <a:pt x="1504" y="141"/>
                  </a:lnTo>
                  <a:lnTo>
                    <a:pt x="1404" y="81"/>
                  </a:lnTo>
                  <a:lnTo>
                    <a:pt x="1284" y="41"/>
                  </a:lnTo>
                  <a:lnTo>
                    <a:pt x="1183" y="2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29"/>
            <p:cNvSpPr/>
            <p:nvPr/>
          </p:nvSpPr>
          <p:spPr>
            <a:xfrm>
              <a:off x="11700750" y="5008263"/>
              <a:ext cx="49175" cy="49175"/>
            </a:xfrm>
            <a:custGeom>
              <a:avLst/>
              <a:gdLst/>
              <a:ahLst/>
              <a:cxnLst/>
              <a:rect l="l" t="t" r="r" b="b"/>
              <a:pathLst>
                <a:path w="1967" h="1967" extrusionOk="0">
                  <a:moveTo>
                    <a:pt x="823" y="1"/>
                  </a:moveTo>
                  <a:lnTo>
                    <a:pt x="723" y="21"/>
                  </a:lnTo>
                  <a:lnTo>
                    <a:pt x="623" y="61"/>
                  </a:lnTo>
                  <a:lnTo>
                    <a:pt x="522" y="121"/>
                  </a:lnTo>
                  <a:lnTo>
                    <a:pt x="442" y="161"/>
                  </a:lnTo>
                  <a:lnTo>
                    <a:pt x="282" y="302"/>
                  </a:lnTo>
                  <a:lnTo>
                    <a:pt x="141" y="482"/>
                  </a:lnTo>
                  <a:lnTo>
                    <a:pt x="61" y="683"/>
                  </a:lnTo>
                  <a:lnTo>
                    <a:pt x="1" y="903"/>
                  </a:lnTo>
                  <a:lnTo>
                    <a:pt x="1" y="1004"/>
                  </a:lnTo>
                  <a:lnTo>
                    <a:pt x="1" y="1124"/>
                  </a:lnTo>
                  <a:lnTo>
                    <a:pt x="41" y="1284"/>
                  </a:lnTo>
                  <a:lnTo>
                    <a:pt x="101" y="1445"/>
                  </a:lnTo>
                  <a:lnTo>
                    <a:pt x="222" y="1605"/>
                  </a:lnTo>
                  <a:lnTo>
                    <a:pt x="342" y="1746"/>
                  </a:lnTo>
                  <a:lnTo>
                    <a:pt x="502" y="1846"/>
                  </a:lnTo>
                  <a:lnTo>
                    <a:pt x="683" y="1926"/>
                  </a:lnTo>
                  <a:lnTo>
                    <a:pt x="883" y="1966"/>
                  </a:lnTo>
                  <a:lnTo>
                    <a:pt x="1124" y="1966"/>
                  </a:lnTo>
                  <a:lnTo>
                    <a:pt x="1244" y="1946"/>
                  </a:lnTo>
                  <a:lnTo>
                    <a:pt x="1385" y="1906"/>
                  </a:lnTo>
                  <a:lnTo>
                    <a:pt x="1505" y="1846"/>
                  </a:lnTo>
                  <a:lnTo>
                    <a:pt x="1605" y="1766"/>
                  </a:lnTo>
                  <a:lnTo>
                    <a:pt x="1706" y="1665"/>
                  </a:lnTo>
                  <a:lnTo>
                    <a:pt x="1786" y="1565"/>
                  </a:lnTo>
                  <a:lnTo>
                    <a:pt x="1866" y="1445"/>
                  </a:lnTo>
                  <a:lnTo>
                    <a:pt x="1906" y="1324"/>
                  </a:lnTo>
                  <a:lnTo>
                    <a:pt x="1946" y="1204"/>
                  </a:lnTo>
                  <a:lnTo>
                    <a:pt x="1966" y="1084"/>
                  </a:lnTo>
                  <a:lnTo>
                    <a:pt x="1966" y="964"/>
                  </a:lnTo>
                  <a:lnTo>
                    <a:pt x="1966" y="863"/>
                  </a:lnTo>
                  <a:lnTo>
                    <a:pt x="1946" y="743"/>
                  </a:lnTo>
                  <a:lnTo>
                    <a:pt x="1906" y="643"/>
                  </a:lnTo>
                  <a:lnTo>
                    <a:pt x="1866" y="542"/>
                  </a:lnTo>
                  <a:lnTo>
                    <a:pt x="1806" y="442"/>
                  </a:lnTo>
                  <a:lnTo>
                    <a:pt x="1746" y="362"/>
                  </a:lnTo>
                  <a:lnTo>
                    <a:pt x="1666" y="282"/>
                  </a:lnTo>
                  <a:lnTo>
                    <a:pt x="1585" y="201"/>
                  </a:lnTo>
                  <a:lnTo>
                    <a:pt x="1505" y="141"/>
                  </a:lnTo>
                  <a:lnTo>
                    <a:pt x="1405" y="81"/>
                  </a:lnTo>
                  <a:lnTo>
                    <a:pt x="1284" y="41"/>
                  </a:lnTo>
                  <a:lnTo>
                    <a:pt x="1184" y="21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29"/>
            <p:cNvSpPr/>
            <p:nvPr/>
          </p:nvSpPr>
          <p:spPr>
            <a:xfrm>
              <a:off x="11503725" y="4464788"/>
              <a:ext cx="49650" cy="49175"/>
            </a:xfrm>
            <a:custGeom>
              <a:avLst/>
              <a:gdLst/>
              <a:ahLst/>
              <a:cxnLst/>
              <a:rect l="l" t="t" r="r" b="b"/>
              <a:pathLst>
                <a:path w="1986" h="1967" extrusionOk="0">
                  <a:moveTo>
                    <a:pt x="843" y="1"/>
                  </a:moveTo>
                  <a:lnTo>
                    <a:pt x="723" y="21"/>
                  </a:lnTo>
                  <a:lnTo>
                    <a:pt x="622" y="61"/>
                  </a:lnTo>
                  <a:lnTo>
                    <a:pt x="522" y="101"/>
                  </a:lnTo>
                  <a:lnTo>
                    <a:pt x="442" y="161"/>
                  </a:lnTo>
                  <a:lnTo>
                    <a:pt x="281" y="302"/>
                  </a:lnTo>
                  <a:lnTo>
                    <a:pt x="141" y="482"/>
                  </a:lnTo>
                  <a:lnTo>
                    <a:pt x="61" y="683"/>
                  </a:lnTo>
                  <a:lnTo>
                    <a:pt x="1" y="883"/>
                  </a:lnTo>
                  <a:lnTo>
                    <a:pt x="1" y="1003"/>
                  </a:lnTo>
                  <a:lnTo>
                    <a:pt x="1" y="1124"/>
                  </a:lnTo>
                  <a:lnTo>
                    <a:pt x="41" y="1284"/>
                  </a:lnTo>
                  <a:lnTo>
                    <a:pt x="121" y="1445"/>
                  </a:lnTo>
                  <a:lnTo>
                    <a:pt x="221" y="1605"/>
                  </a:lnTo>
                  <a:lnTo>
                    <a:pt x="342" y="1725"/>
                  </a:lnTo>
                  <a:lnTo>
                    <a:pt x="502" y="1846"/>
                  </a:lnTo>
                  <a:lnTo>
                    <a:pt x="682" y="1926"/>
                  </a:lnTo>
                  <a:lnTo>
                    <a:pt x="903" y="1966"/>
                  </a:lnTo>
                  <a:lnTo>
                    <a:pt x="1124" y="1966"/>
                  </a:lnTo>
                  <a:lnTo>
                    <a:pt x="1264" y="1946"/>
                  </a:lnTo>
                  <a:lnTo>
                    <a:pt x="1384" y="1906"/>
                  </a:lnTo>
                  <a:lnTo>
                    <a:pt x="1505" y="1846"/>
                  </a:lnTo>
                  <a:lnTo>
                    <a:pt x="1605" y="1766"/>
                  </a:lnTo>
                  <a:lnTo>
                    <a:pt x="1705" y="1665"/>
                  </a:lnTo>
                  <a:lnTo>
                    <a:pt x="1785" y="1565"/>
                  </a:lnTo>
                  <a:lnTo>
                    <a:pt x="1866" y="1445"/>
                  </a:lnTo>
                  <a:lnTo>
                    <a:pt x="1926" y="1324"/>
                  </a:lnTo>
                  <a:lnTo>
                    <a:pt x="1946" y="1204"/>
                  </a:lnTo>
                  <a:lnTo>
                    <a:pt x="1966" y="1084"/>
                  </a:lnTo>
                  <a:lnTo>
                    <a:pt x="1986" y="963"/>
                  </a:lnTo>
                  <a:lnTo>
                    <a:pt x="1966" y="863"/>
                  </a:lnTo>
                  <a:lnTo>
                    <a:pt x="1946" y="743"/>
                  </a:lnTo>
                  <a:lnTo>
                    <a:pt x="1906" y="643"/>
                  </a:lnTo>
                  <a:lnTo>
                    <a:pt x="1866" y="542"/>
                  </a:lnTo>
                  <a:lnTo>
                    <a:pt x="1826" y="442"/>
                  </a:lnTo>
                  <a:lnTo>
                    <a:pt x="1745" y="362"/>
                  </a:lnTo>
                  <a:lnTo>
                    <a:pt x="1685" y="282"/>
                  </a:lnTo>
                  <a:lnTo>
                    <a:pt x="1585" y="201"/>
                  </a:lnTo>
                  <a:lnTo>
                    <a:pt x="1505" y="141"/>
                  </a:lnTo>
                  <a:lnTo>
                    <a:pt x="1404" y="81"/>
                  </a:lnTo>
                  <a:lnTo>
                    <a:pt x="1284" y="41"/>
                  </a:lnTo>
                  <a:lnTo>
                    <a:pt x="1184" y="2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29"/>
            <p:cNvSpPr/>
            <p:nvPr/>
          </p:nvSpPr>
          <p:spPr>
            <a:xfrm>
              <a:off x="11419000" y="4969163"/>
              <a:ext cx="49150" cy="49675"/>
            </a:xfrm>
            <a:custGeom>
              <a:avLst/>
              <a:gdLst/>
              <a:ahLst/>
              <a:cxnLst/>
              <a:rect l="l" t="t" r="r" b="b"/>
              <a:pathLst>
                <a:path w="1966" h="1987" extrusionOk="0">
                  <a:moveTo>
                    <a:pt x="943" y="1"/>
                  </a:moveTo>
                  <a:lnTo>
                    <a:pt x="823" y="21"/>
                  </a:lnTo>
                  <a:lnTo>
                    <a:pt x="722" y="41"/>
                  </a:lnTo>
                  <a:lnTo>
                    <a:pt x="622" y="81"/>
                  </a:lnTo>
                  <a:lnTo>
                    <a:pt x="522" y="121"/>
                  </a:lnTo>
                  <a:lnTo>
                    <a:pt x="422" y="181"/>
                  </a:lnTo>
                  <a:lnTo>
                    <a:pt x="261" y="322"/>
                  </a:lnTo>
                  <a:lnTo>
                    <a:pt x="141" y="502"/>
                  </a:lnTo>
                  <a:lnTo>
                    <a:pt x="61" y="682"/>
                  </a:lnTo>
                  <a:lnTo>
                    <a:pt x="0" y="903"/>
                  </a:lnTo>
                  <a:lnTo>
                    <a:pt x="0" y="1023"/>
                  </a:lnTo>
                  <a:lnTo>
                    <a:pt x="0" y="1124"/>
                  </a:lnTo>
                  <a:lnTo>
                    <a:pt x="40" y="1304"/>
                  </a:lnTo>
                  <a:lnTo>
                    <a:pt x="101" y="1465"/>
                  </a:lnTo>
                  <a:lnTo>
                    <a:pt x="201" y="1625"/>
                  </a:lnTo>
                  <a:lnTo>
                    <a:pt x="341" y="1745"/>
                  </a:lnTo>
                  <a:lnTo>
                    <a:pt x="502" y="1866"/>
                  </a:lnTo>
                  <a:lnTo>
                    <a:pt x="682" y="1946"/>
                  </a:lnTo>
                  <a:lnTo>
                    <a:pt x="883" y="1986"/>
                  </a:lnTo>
                  <a:lnTo>
                    <a:pt x="1123" y="1986"/>
                  </a:lnTo>
                  <a:lnTo>
                    <a:pt x="1244" y="1966"/>
                  </a:lnTo>
                  <a:lnTo>
                    <a:pt x="1384" y="1926"/>
                  </a:lnTo>
                  <a:lnTo>
                    <a:pt x="1504" y="1846"/>
                  </a:lnTo>
                  <a:lnTo>
                    <a:pt x="1605" y="1785"/>
                  </a:lnTo>
                  <a:lnTo>
                    <a:pt x="1705" y="1685"/>
                  </a:lnTo>
                  <a:lnTo>
                    <a:pt x="1785" y="1585"/>
                  </a:lnTo>
                  <a:lnTo>
                    <a:pt x="1865" y="1465"/>
                  </a:lnTo>
                  <a:lnTo>
                    <a:pt x="1906" y="1324"/>
                  </a:lnTo>
                  <a:lnTo>
                    <a:pt x="1946" y="1224"/>
                  </a:lnTo>
                  <a:lnTo>
                    <a:pt x="1966" y="1104"/>
                  </a:lnTo>
                  <a:lnTo>
                    <a:pt x="1966" y="983"/>
                  </a:lnTo>
                  <a:lnTo>
                    <a:pt x="1966" y="863"/>
                  </a:lnTo>
                  <a:lnTo>
                    <a:pt x="1946" y="763"/>
                  </a:lnTo>
                  <a:lnTo>
                    <a:pt x="1906" y="662"/>
                  </a:lnTo>
                  <a:lnTo>
                    <a:pt x="1865" y="562"/>
                  </a:lnTo>
                  <a:lnTo>
                    <a:pt x="1805" y="462"/>
                  </a:lnTo>
                  <a:lnTo>
                    <a:pt x="1745" y="382"/>
                  </a:lnTo>
                  <a:lnTo>
                    <a:pt x="1665" y="281"/>
                  </a:lnTo>
                  <a:lnTo>
                    <a:pt x="1585" y="221"/>
                  </a:lnTo>
                  <a:lnTo>
                    <a:pt x="1504" y="161"/>
                  </a:lnTo>
                  <a:lnTo>
                    <a:pt x="1404" y="101"/>
                  </a:lnTo>
                  <a:lnTo>
                    <a:pt x="1284" y="61"/>
                  </a:lnTo>
                  <a:lnTo>
                    <a:pt x="1184" y="21"/>
                  </a:lnTo>
                  <a:lnTo>
                    <a:pt x="1063" y="21"/>
                  </a:lnTo>
                  <a:lnTo>
                    <a:pt x="9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29"/>
            <p:cNvSpPr/>
            <p:nvPr/>
          </p:nvSpPr>
          <p:spPr>
            <a:xfrm>
              <a:off x="12105350" y="4403638"/>
              <a:ext cx="49675" cy="49650"/>
            </a:xfrm>
            <a:custGeom>
              <a:avLst/>
              <a:gdLst/>
              <a:ahLst/>
              <a:cxnLst/>
              <a:rect l="l" t="t" r="r" b="b"/>
              <a:pathLst>
                <a:path w="1987" h="1986" extrusionOk="0">
                  <a:moveTo>
                    <a:pt x="944" y="0"/>
                  </a:moveTo>
                  <a:lnTo>
                    <a:pt x="843" y="20"/>
                  </a:lnTo>
                  <a:lnTo>
                    <a:pt x="743" y="40"/>
                  </a:lnTo>
                  <a:lnTo>
                    <a:pt x="623" y="80"/>
                  </a:lnTo>
                  <a:lnTo>
                    <a:pt x="542" y="120"/>
                  </a:lnTo>
                  <a:lnTo>
                    <a:pt x="442" y="181"/>
                  </a:lnTo>
                  <a:lnTo>
                    <a:pt x="282" y="321"/>
                  </a:lnTo>
                  <a:lnTo>
                    <a:pt x="161" y="481"/>
                  </a:lnTo>
                  <a:lnTo>
                    <a:pt x="61" y="682"/>
                  </a:lnTo>
                  <a:lnTo>
                    <a:pt x="21" y="903"/>
                  </a:lnTo>
                  <a:lnTo>
                    <a:pt x="1" y="1023"/>
                  </a:lnTo>
                  <a:lnTo>
                    <a:pt x="21" y="1123"/>
                  </a:lnTo>
                  <a:lnTo>
                    <a:pt x="41" y="1304"/>
                  </a:lnTo>
                  <a:lnTo>
                    <a:pt x="121" y="1464"/>
                  </a:lnTo>
                  <a:lnTo>
                    <a:pt x="222" y="1604"/>
                  </a:lnTo>
                  <a:lnTo>
                    <a:pt x="362" y="1745"/>
                  </a:lnTo>
                  <a:lnTo>
                    <a:pt x="522" y="1865"/>
                  </a:lnTo>
                  <a:lnTo>
                    <a:pt x="703" y="1925"/>
                  </a:lnTo>
                  <a:lnTo>
                    <a:pt x="903" y="1986"/>
                  </a:lnTo>
                  <a:lnTo>
                    <a:pt x="1124" y="1986"/>
                  </a:lnTo>
                  <a:lnTo>
                    <a:pt x="1264" y="1965"/>
                  </a:lnTo>
                  <a:lnTo>
                    <a:pt x="1385" y="1905"/>
                  </a:lnTo>
                  <a:lnTo>
                    <a:pt x="1505" y="1845"/>
                  </a:lnTo>
                  <a:lnTo>
                    <a:pt x="1625" y="1765"/>
                  </a:lnTo>
                  <a:lnTo>
                    <a:pt x="1706" y="1685"/>
                  </a:lnTo>
                  <a:lnTo>
                    <a:pt x="1806" y="1564"/>
                  </a:lnTo>
                  <a:lnTo>
                    <a:pt x="1866" y="1444"/>
                  </a:lnTo>
                  <a:lnTo>
                    <a:pt x="1926" y="1324"/>
                  </a:lnTo>
                  <a:lnTo>
                    <a:pt x="1966" y="1203"/>
                  </a:lnTo>
                  <a:lnTo>
                    <a:pt x="1986" y="1103"/>
                  </a:lnTo>
                  <a:lnTo>
                    <a:pt x="1986" y="983"/>
                  </a:lnTo>
                  <a:lnTo>
                    <a:pt x="1986" y="862"/>
                  </a:lnTo>
                  <a:lnTo>
                    <a:pt x="1946" y="762"/>
                  </a:lnTo>
                  <a:lnTo>
                    <a:pt x="1926" y="662"/>
                  </a:lnTo>
                  <a:lnTo>
                    <a:pt x="1886" y="542"/>
                  </a:lnTo>
                  <a:lnTo>
                    <a:pt x="1826" y="461"/>
                  </a:lnTo>
                  <a:lnTo>
                    <a:pt x="1766" y="361"/>
                  </a:lnTo>
                  <a:lnTo>
                    <a:pt x="1686" y="281"/>
                  </a:lnTo>
                  <a:lnTo>
                    <a:pt x="1605" y="221"/>
                  </a:lnTo>
                  <a:lnTo>
                    <a:pt x="1505" y="161"/>
                  </a:lnTo>
                  <a:lnTo>
                    <a:pt x="1405" y="100"/>
                  </a:lnTo>
                  <a:lnTo>
                    <a:pt x="1305" y="60"/>
                  </a:lnTo>
                  <a:lnTo>
                    <a:pt x="1184" y="20"/>
                  </a:lnTo>
                  <a:lnTo>
                    <a:pt x="10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29"/>
            <p:cNvSpPr/>
            <p:nvPr/>
          </p:nvSpPr>
          <p:spPr>
            <a:xfrm>
              <a:off x="11812575" y="4458288"/>
              <a:ext cx="49150" cy="49650"/>
            </a:xfrm>
            <a:custGeom>
              <a:avLst/>
              <a:gdLst/>
              <a:ahLst/>
              <a:cxnLst/>
              <a:rect l="l" t="t" r="r" b="b"/>
              <a:pathLst>
                <a:path w="1966" h="1986" extrusionOk="0">
                  <a:moveTo>
                    <a:pt x="943" y="0"/>
                  </a:moveTo>
                  <a:lnTo>
                    <a:pt x="822" y="20"/>
                  </a:lnTo>
                  <a:lnTo>
                    <a:pt x="722" y="40"/>
                  </a:lnTo>
                  <a:lnTo>
                    <a:pt x="622" y="80"/>
                  </a:lnTo>
                  <a:lnTo>
                    <a:pt x="522" y="120"/>
                  </a:lnTo>
                  <a:lnTo>
                    <a:pt x="441" y="181"/>
                  </a:lnTo>
                  <a:lnTo>
                    <a:pt x="281" y="321"/>
                  </a:lnTo>
                  <a:lnTo>
                    <a:pt x="141" y="481"/>
                  </a:lnTo>
                  <a:lnTo>
                    <a:pt x="60" y="682"/>
                  </a:lnTo>
                  <a:lnTo>
                    <a:pt x="0" y="903"/>
                  </a:lnTo>
                  <a:lnTo>
                    <a:pt x="0" y="1023"/>
                  </a:lnTo>
                  <a:lnTo>
                    <a:pt x="0" y="1123"/>
                  </a:lnTo>
                  <a:lnTo>
                    <a:pt x="40" y="1304"/>
                  </a:lnTo>
                  <a:lnTo>
                    <a:pt x="100" y="1464"/>
                  </a:lnTo>
                  <a:lnTo>
                    <a:pt x="221" y="1604"/>
                  </a:lnTo>
                  <a:lnTo>
                    <a:pt x="341" y="1745"/>
                  </a:lnTo>
                  <a:lnTo>
                    <a:pt x="502" y="1865"/>
                  </a:lnTo>
                  <a:lnTo>
                    <a:pt x="682" y="1945"/>
                  </a:lnTo>
                  <a:lnTo>
                    <a:pt x="883" y="1985"/>
                  </a:lnTo>
                  <a:lnTo>
                    <a:pt x="1123" y="1985"/>
                  </a:lnTo>
                  <a:lnTo>
                    <a:pt x="1244" y="1965"/>
                  </a:lnTo>
                  <a:lnTo>
                    <a:pt x="1384" y="1905"/>
                  </a:lnTo>
                  <a:lnTo>
                    <a:pt x="1504" y="1845"/>
                  </a:lnTo>
                  <a:lnTo>
                    <a:pt x="1605" y="1765"/>
                  </a:lnTo>
                  <a:lnTo>
                    <a:pt x="1705" y="1685"/>
                  </a:lnTo>
                  <a:lnTo>
                    <a:pt x="1785" y="1564"/>
                  </a:lnTo>
                  <a:lnTo>
                    <a:pt x="1865" y="1444"/>
                  </a:lnTo>
                  <a:lnTo>
                    <a:pt x="1905" y="1324"/>
                  </a:lnTo>
                  <a:lnTo>
                    <a:pt x="1945" y="1203"/>
                  </a:lnTo>
                  <a:lnTo>
                    <a:pt x="1965" y="1103"/>
                  </a:lnTo>
                  <a:lnTo>
                    <a:pt x="1965" y="983"/>
                  </a:lnTo>
                  <a:lnTo>
                    <a:pt x="1965" y="862"/>
                  </a:lnTo>
                  <a:lnTo>
                    <a:pt x="1945" y="762"/>
                  </a:lnTo>
                  <a:lnTo>
                    <a:pt x="1905" y="662"/>
                  </a:lnTo>
                  <a:lnTo>
                    <a:pt x="1865" y="542"/>
                  </a:lnTo>
                  <a:lnTo>
                    <a:pt x="1805" y="461"/>
                  </a:lnTo>
                  <a:lnTo>
                    <a:pt x="1745" y="361"/>
                  </a:lnTo>
                  <a:lnTo>
                    <a:pt x="1665" y="281"/>
                  </a:lnTo>
                  <a:lnTo>
                    <a:pt x="1584" y="221"/>
                  </a:lnTo>
                  <a:lnTo>
                    <a:pt x="1504" y="160"/>
                  </a:lnTo>
                  <a:lnTo>
                    <a:pt x="1404" y="100"/>
                  </a:lnTo>
                  <a:lnTo>
                    <a:pt x="1284" y="60"/>
                  </a:lnTo>
                  <a:lnTo>
                    <a:pt x="1183" y="20"/>
                  </a:lnTo>
                  <a:lnTo>
                    <a:pt x="10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29"/>
            <p:cNvSpPr/>
            <p:nvPr/>
          </p:nvSpPr>
          <p:spPr>
            <a:xfrm>
              <a:off x="11982525" y="4983213"/>
              <a:ext cx="49650" cy="49650"/>
            </a:xfrm>
            <a:custGeom>
              <a:avLst/>
              <a:gdLst/>
              <a:ahLst/>
              <a:cxnLst/>
              <a:rect l="l" t="t" r="r" b="b"/>
              <a:pathLst>
                <a:path w="1986" h="1986" extrusionOk="0">
                  <a:moveTo>
                    <a:pt x="943" y="0"/>
                  </a:moveTo>
                  <a:lnTo>
                    <a:pt x="843" y="20"/>
                  </a:lnTo>
                  <a:lnTo>
                    <a:pt x="723" y="40"/>
                  </a:lnTo>
                  <a:lnTo>
                    <a:pt x="622" y="80"/>
                  </a:lnTo>
                  <a:lnTo>
                    <a:pt x="522" y="120"/>
                  </a:lnTo>
                  <a:lnTo>
                    <a:pt x="442" y="181"/>
                  </a:lnTo>
                  <a:lnTo>
                    <a:pt x="281" y="321"/>
                  </a:lnTo>
                  <a:lnTo>
                    <a:pt x="141" y="502"/>
                  </a:lnTo>
                  <a:lnTo>
                    <a:pt x="61" y="682"/>
                  </a:lnTo>
                  <a:lnTo>
                    <a:pt x="1" y="903"/>
                  </a:lnTo>
                  <a:lnTo>
                    <a:pt x="1" y="1023"/>
                  </a:lnTo>
                  <a:lnTo>
                    <a:pt x="1" y="1123"/>
                  </a:lnTo>
                  <a:lnTo>
                    <a:pt x="41" y="1304"/>
                  </a:lnTo>
                  <a:lnTo>
                    <a:pt x="121" y="1464"/>
                  </a:lnTo>
                  <a:lnTo>
                    <a:pt x="221" y="1625"/>
                  </a:lnTo>
                  <a:lnTo>
                    <a:pt x="342" y="1745"/>
                  </a:lnTo>
                  <a:lnTo>
                    <a:pt x="502" y="1865"/>
                  </a:lnTo>
                  <a:lnTo>
                    <a:pt x="682" y="1945"/>
                  </a:lnTo>
                  <a:lnTo>
                    <a:pt x="903" y="1986"/>
                  </a:lnTo>
                  <a:lnTo>
                    <a:pt x="1124" y="1986"/>
                  </a:lnTo>
                  <a:lnTo>
                    <a:pt x="1264" y="1966"/>
                  </a:lnTo>
                  <a:lnTo>
                    <a:pt x="1384" y="1925"/>
                  </a:lnTo>
                  <a:lnTo>
                    <a:pt x="1505" y="1845"/>
                  </a:lnTo>
                  <a:lnTo>
                    <a:pt x="1605" y="1785"/>
                  </a:lnTo>
                  <a:lnTo>
                    <a:pt x="1705" y="1685"/>
                  </a:lnTo>
                  <a:lnTo>
                    <a:pt x="1785" y="1584"/>
                  </a:lnTo>
                  <a:lnTo>
                    <a:pt x="1866" y="1464"/>
                  </a:lnTo>
                  <a:lnTo>
                    <a:pt x="1926" y="1324"/>
                  </a:lnTo>
                  <a:lnTo>
                    <a:pt x="1946" y="1223"/>
                  </a:lnTo>
                  <a:lnTo>
                    <a:pt x="1966" y="1103"/>
                  </a:lnTo>
                  <a:lnTo>
                    <a:pt x="1986" y="983"/>
                  </a:lnTo>
                  <a:lnTo>
                    <a:pt x="1966" y="863"/>
                  </a:lnTo>
                  <a:lnTo>
                    <a:pt x="1946" y="762"/>
                  </a:lnTo>
                  <a:lnTo>
                    <a:pt x="1926" y="662"/>
                  </a:lnTo>
                  <a:lnTo>
                    <a:pt x="1866" y="562"/>
                  </a:lnTo>
                  <a:lnTo>
                    <a:pt x="1826" y="461"/>
                  </a:lnTo>
                  <a:lnTo>
                    <a:pt x="1745" y="381"/>
                  </a:lnTo>
                  <a:lnTo>
                    <a:pt x="1685" y="281"/>
                  </a:lnTo>
                  <a:lnTo>
                    <a:pt x="1585" y="221"/>
                  </a:lnTo>
                  <a:lnTo>
                    <a:pt x="1505" y="161"/>
                  </a:lnTo>
                  <a:lnTo>
                    <a:pt x="1404" y="100"/>
                  </a:lnTo>
                  <a:lnTo>
                    <a:pt x="1304" y="60"/>
                  </a:lnTo>
                  <a:lnTo>
                    <a:pt x="1184" y="20"/>
                  </a:lnTo>
                  <a:lnTo>
                    <a:pt x="1064" y="20"/>
                  </a:lnTo>
                  <a:lnTo>
                    <a:pt x="9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29"/>
            <p:cNvSpPr/>
            <p:nvPr/>
          </p:nvSpPr>
          <p:spPr>
            <a:xfrm>
              <a:off x="11386900" y="4083763"/>
              <a:ext cx="726000" cy="320400"/>
            </a:xfrm>
            <a:custGeom>
              <a:avLst/>
              <a:gdLst/>
              <a:ahLst/>
              <a:cxnLst/>
              <a:rect l="l" t="t" r="r" b="b"/>
              <a:pathLst>
                <a:path w="29040" h="12816" extrusionOk="0">
                  <a:moveTo>
                    <a:pt x="28699" y="0"/>
                  </a:moveTo>
                  <a:lnTo>
                    <a:pt x="28518" y="20"/>
                  </a:lnTo>
                  <a:lnTo>
                    <a:pt x="28258" y="81"/>
                  </a:lnTo>
                  <a:lnTo>
                    <a:pt x="27897" y="181"/>
                  </a:lnTo>
                  <a:lnTo>
                    <a:pt x="27476" y="301"/>
                  </a:lnTo>
                  <a:lnTo>
                    <a:pt x="26433" y="662"/>
                  </a:lnTo>
                  <a:lnTo>
                    <a:pt x="25149" y="1123"/>
                  </a:lnTo>
                  <a:lnTo>
                    <a:pt x="23645" y="1685"/>
                  </a:lnTo>
                  <a:lnTo>
                    <a:pt x="21981" y="2327"/>
                  </a:lnTo>
                  <a:lnTo>
                    <a:pt x="18331" y="3771"/>
                  </a:lnTo>
                  <a:lnTo>
                    <a:pt x="17749" y="3991"/>
                  </a:lnTo>
                  <a:lnTo>
                    <a:pt x="16786" y="4392"/>
                  </a:lnTo>
                  <a:lnTo>
                    <a:pt x="12876" y="5957"/>
                  </a:lnTo>
                  <a:lnTo>
                    <a:pt x="6418" y="8564"/>
                  </a:lnTo>
                  <a:lnTo>
                    <a:pt x="6077" y="8644"/>
                  </a:lnTo>
                  <a:lnTo>
                    <a:pt x="5757" y="8724"/>
                  </a:lnTo>
                  <a:lnTo>
                    <a:pt x="5095" y="8844"/>
                  </a:lnTo>
                  <a:lnTo>
                    <a:pt x="4473" y="8925"/>
                  </a:lnTo>
                  <a:lnTo>
                    <a:pt x="3871" y="9005"/>
                  </a:lnTo>
                  <a:lnTo>
                    <a:pt x="3270" y="9085"/>
                  </a:lnTo>
                  <a:lnTo>
                    <a:pt x="2688" y="9185"/>
                  </a:lnTo>
                  <a:lnTo>
                    <a:pt x="2407" y="9266"/>
                  </a:lnTo>
                  <a:lnTo>
                    <a:pt x="2107" y="9346"/>
                  </a:lnTo>
                  <a:lnTo>
                    <a:pt x="1826" y="9466"/>
                  </a:lnTo>
                  <a:lnTo>
                    <a:pt x="1525" y="9586"/>
                  </a:lnTo>
                  <a:lnTo>
                    <a:pt x="1324" y="9687"/>
                  </a:lnTo>
                  <a:lnTo>
                    <a:pt x="984" y="9907"/>
                  </a:lnTo>
                  <a:lnTo>
                    <a:pt x="643" y="10148"/>
                  </a:lnTo>
                  <a:lnTo>
                    <a:pt x="482" y="10288"/>
                  </a:lnTo>
                  <a:lnTo>
                    <a:pt x="342" y="10429"/>
                  </a:lnTo>
                  <a:lnTo>
                    <a:pt x="221" y="10569"/>
                  </a:lnTo>
                  <a:lnTo>
                    <a:pt x="141" y="10729"/>
                  </a:lnTo>
                  <a:lnTo>
                    <a:pt x="61" y="10890"/>
                  </a:lnTo>
                  <a:lnTo>
                    <a:pt x="21" y="11050"/>
                  </a:lnTo>
                  <a:lnTo>
                    <a:pt x="1" y="11231"/>
                  </a:lnTo>
                  <a:lnTo>
                    <a:pt x="1" y="11391"/>
                  </a:lnTo>
                  <a:lnTo>
                    <a:pt x="41" y="11552"/>
                  </a:lnTo>
                  <a:lnTo>
                    <a:pt x="81" y="11712"/>
                  </a:lnTo>
                  <a:lnTo>
                    <a:pt x="141" y="11853"/>
                  </a:lnTo>
                  <a:lnTo>
                    <a:pt x="221" y="12013"/>
                  </a:lnTo>
                  <a:lnTo>
                    <a:pt x="322" y="12153"/>
                  </a:lnTo>
                  <a:lnTo>
                    <a:pt x="422" y="12274"/>
                  </a:lnTo>
                  <a:lnTo>
                    <a:pt x="562" y="12394"/>
                  </a:lnTo>
                  <a:lnTo>
                    <a:pt x="683" y="12494"/>
                  </a:lnTo>
                  <a:lnTo>
                    <a:pt x="823" y="12575"/>
                  </a:lnTo>
                  <a:lnTo>
                    <a:pt x="984" y="12655"/>
                  </a:lnTo>
                  <a:lnTo>
                    <a:pt x="1144" y="12715"/>
                  </a:lnTo>
                  <a:lnTo>
                    <a:pt x="1304" y="12755"/>
                  </a:lnTo>
                  <a:lnTo>
                    <a:pt x="1485" y="12795"/>
                  </a:lnTo>
                  <a:lnTo>
                    <a:pt x="1645" y="12815"/>
                  </a:lnTo>
                  <a:lnTo>
                    <a:pt x="1826" y="12815"/>
                  </a:lnTo>
                  <a:lnTo>
                    <a:pt x="1986" y="12795"/>
                  </a:lnTo>
                  <a:lnTo>
                    <a:pt x="2327" y="12735"/>
                  </a:lnTo>
                  <a:lnTo>
                    <a:pt x="2648" y="12655"/>
                  </a:lnTo>
                  <a:lnTo>
                    <a:pt x="2969" y="12514"/>
                  </a:lnTo>
                  <a:lnTo>
                    <a:pt x="3310" y="12354"/>
                  </a:lnTo>
                  <a:lnTo>
                    <a:pt x="3611" y="12153"/>
                  </a:lnTo>
                  <a:lnTo>
                    <a:pt x="3932" y="11933"/>
                  </a:lnTo>
                  <a:lnTo>
                    <a:pt x="4533" y="11472"/>
                  </a:lnTo>
                  <a:lnTo>
                    <a:pt x="5135" y="11010"/>
                  </a:lnTo>
                  <a:lnTo>
                    <a:pt x="5696" y="10569"/>
                  </a:lnTo>
                  <a:lnTo>
                    <a:pt x="5957" y="10369"/>
                  </a:lnTo>
                  <a:lnTo>
                    <a:pt x="6218" y="10208"/>
                  </a:lnTo>
                  <a:lnTo>
                    <a:pt x="6779" y="9887"/>
                  </a:lnTo>
                  <a:lnTo>
                    <a:pt x="7461" y="9526"/>
                  </a:lnTo>
                  <a:lnTo>
                    <a:pt x="8263" y="9145"/>
                  </a:lnTo>
                  <a:lnTo>
                    <a:pt x="9166" y="8724"/>
                  </a:lnTo>
                  <a:lnTo>
                    <a:pt x="10169" y="8283"/>
                  </a:lnTo>
                  <a:lnTo>
                    <a:pt x="11231" y="7842"/>
                  </a:lnTo>
                  <a:lnTo>
                    <a:pt x="13538" y="6879"/>
                  </a:lnTo>
                  <a:lnTo>
                    <a:pt x="15423" y="6137"/>
                  </a:lnTo>
                  <a:lnTo>
                    <a:pt x="17328" y="5395"/>
                  </a:lnTo>
                  <a:lnTo>
                    <a:pt x="17348" y="5395"/>
                  </a:lnTo>
                  <a:lnTo>
                    <a:pt x="18230" y="5054"/>
                  </a:lnTo>
                  <a:lnTo>
                    <a:pt x="18832" y="4813"/>
                  </a:lnTo>
                  <a:lnTo>
                    <a:pt x="22322" y="3490"/>
                  </a:lnTo>
                  <a:lnTo>
                    <a:pt x="25310" y="2367"/>
                  </a:lnTo>
                  <a:lnTo>
                    <a:pt x="27455" y="1565"/>
                  </a:lnTo>
                  <a:lnTo>
                    <a:pt x="28117" y="1284"/>
                  </a:lnTo>
                  <a:lnTo>
                    <a:pt x="28458" y="1143"/>
                  </a:lnTo>
                  <a:lnTo>
                    <a:pt x="28558" y="1083"/>
                  </a:lnTo>
                  <a:lnTo>
                    <a:pt x="28659" y="1003"/>
                  </a:lnTo>
                  <a:lnTo>
                    <a:pt x="28819" y="843"/>
                  </a:lnTo>
                  <a:lnTo>
                    <a:pt x="28940" y="642"/>
                  </a:lnTo>
                  <a:lnTo>
                    <a:pt x="29020" y="462"/>
                  </a:lnTo>
                  <a:lnTo>
                    <a:pt x="29040" y="361"/>
                  </a:lnTo>
                  <a:lnTo>
                    <a:pt x="29040" y="281"/>
                  </a:lnTo>
                  <a:lnTo>
                    <a:pt x="29040" y="201"/>
                  </a:lnTo>
                  <a:lnTo>
                    <a:pt x="29000" y="141"/>
                  </a:lnTo>
                  <a:lnTo>
                    <a:pt x="28960" y="81"/>
                  </a:lnTo>
                  <a:lnTo>
                    <a:pt x="28899" y="40"/>
                  </a:lnTo>
                  <a:lnTo>
                    <a:pt x="28799" y="20"/>
                  </a:lnTo>
                  <a:lnTo>
                    <a:pt x="286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29"/>
            <p:cNvSpPr/>
            <p:nvPr/>
          </p:nvSpPr>
          <p:spPr>
            <a:xfrm>
              <a:off x="11386900" y="4083763"/>
              <a:ext cx="726000" cy="320400"/>
            </a:xfrm>
            <a:custGeom>
              <a:avLst/>
              <a:gdLst/>
              <a:ahLst/>
              <a:cxnLst/>
              <a:rect l="l" t="t" r="r" b="b"/>
              <a:pathLst>
                <a:path w="29040" h="12816" fill="none" extrusionOk="0">
                  <a:moveTo>
                    <a:pt x="28458" y="1143"/>
                  </a:moveTo>
                  <a:lnTo>
                    <a:pt x="28458" y="1143"/>
                  </a:lnTo>
                  <a:lnTo>
                    <a:pt x="28117" y="1284"/>
                  </a:lnTo>
                  <a:lnTo>
                    <a:pt x="27455" y="1565"/>
                  </a:lnTo>
                  <a:lnTo>
                    <a:pt x="25310" y="2367"/>
                  </a:lnTo>
                  <a:lnTo>
                    <a:pt x="22322" y="3490"/>
                  </a:lnTo>
                  <a:lnTo>
                    <a:pt x="18832" y="4813"/>
                  </a:lnTo>
                  <a:lnTo>
                    <a:pt x="18832" y="4813"/>
                  </a:lnTo>
                  <a:lnTo>
                    <a:pt x="18230" y="5054"/>
                  </a:lnTo>
                  <a:lnTo>
                    <a:pt x="18230" y="5054"/>
                  </a:lnTo>
                  <a:lnTo>
                    <a:pt x="17348" y="5395"/>
                  </a:lnTo>
                  <a:lnTo>
                    <a:pt x="17348" y="5395"/>
                  </a:lnTo>
                  <a:lnTo>
                    <a:pt x="17328" y="5395"/>
                  </a:lnTo>
                  <a:lnTo>
                    <a:pt x="17328" y="5395"/>
                  </a:lnTo>
                  <a:lnTo>
                    <a:pt x="15423" y="6137"/>
                  </a:lnTo>
                  <a:lnTo>
                    <a:pt x="13538" y="6879"/>
                  </a:lnTo>
                  <a:lnTo>
                    <a:pt x="13538" y="6879"/>
                  </a:lnTo>
                  <a:lnTo>
                    <a:pt x="11231" y="7842"/>
                  </a:lnTo>
                  <a:lnTo>
                    <a:pt x="10169" y="8283"/>
                  </a:lnTo>
                  <a:lnTo>
                    <a:pt x="9166" y="8724"/>
                  </a:lnTo>
                  <a:lnTo>
                    <a:pt x="8263" y="9145"/>
                  </a:lnTo>
                  <a:lnTo>
                    <a:pt x="7461" y="9526"/>
                  </a:lnTo>
                  <a:lnTo>
                    <a:pt x="6779" y="9887"/>
                  </a:lnTo>
                  <a:lnTo>
                    <a:pt x="6218" y="10208"/>
                  </a:lnTo>
                  <a:lnTo>
                    <a:pt x="6218" y="10208"/>
                  </a:lnTo>
                  <a:lnTo>
                    <a:pt x="5957" y="10369"/>
                  </a:lnTo>
                  <a:lnTo>
                    <a:pt x="5696" y="10569"/>
                  </a:lnTo>
                  <a:lnTo>
                    <a:pt x="5135" y="11010"/>
                  </a:lnTo>
                  <a:lnTo>
                    <a:pt x="4533" y="11472"/>
                  </a:lnTo>
                  <a:lnTo>
                    <a:pt x="3932" y="11933"/>
                  </a:lnTo>
                  <a:lnTo>
                    <a:pt x="3611" y="12153"/>
                  </a:lnTo>
                  <a:lnTo>
                    <a:pt x="3310" y="12354"/>
                  </a:lnTo>
                  <a:lnTo>
                    <a:pt x="2969" y="12514"/>
                  </a:lnTo>
                  <a:lnTo>
                    <a:pt x="2648" y="12655"/>
                  </a:lnTo>
                  <a:lnTo>
                    <a:pt x="2327" y="12735"/>
                  </a:lnTo>
                  <a:lnTo>
                    <a:pt x="1986" y="12795"/>
                  </a:lnTo>
                  <a:lnTo>
                    <a:pt x="1826" y="12815"/>
                  </a:lnTo>
                  <a:lnTo>
                    <a:pt x="1645" y="12815"/>
                  </a:lnTo>
                  <a:lnTo>
                    <a:pt x="1485" y="12795"/>
                  </a:lnTo>
                  <a:lnTo>
                    <a:pt x="1304" y="12755"/>
                  </a:lnTo>
                  <a:lnTo>
                    <a:pt x="1304" y="12755"/>
                  </a:lnTo>
                  <a:lnTo>
                    <a:pt x="1144" y="12715"/>
                  </a:lnTo>
                  <a:lnTo>
                    <a:pt x="984" y="12655"/>
                  </a:lnTo>
                  <a:lnTo>
                    <a:pt x="823" y="12575"/>
                  </a:lnTo>
                  <a:lnTo>
                    <a:pt x="683" y="12494"/>
                  </a:lnTo>
                  <a:lnTo>
                    <a:pt x="562" y="12394"/>
                  </a:lnTo>
                  <a:lnTo>
                    <a:pt x="422" y="12274"/>
                  </a:lnTo>
                  <a:lnTo>
                    <a:pt x="322" y="12153"/>
                  </a:lnTo>
                  <a:lnTo>
                    <a:pt x="221" y="12013"/>
                  </a:lnTo>
                  <a:lnTo>
                    <a:pt x="141" y="11853"/>
                  </a:lnTo>
                  <a:lnTo>
                    <a:pt x="81" y="11712"/>
                  </a:lnTo>
                  <a:lnTo>
                    <a:pt x="41" y="11552"/>
                  </a:lnTo>
                  <a:lnTo>
                    <a:pt x="1" y="11391"/>
                  </a:lnTo>
                  <a:lnTo>
                    <a:pt x="1" y="11231"/>
                  </a:lnTo>
                  <a:lnTo>
                    <a:pt x="21" y="11050"/>
                  </a:lnTo>
                  <a:lnTo>
                    <a:pt x="61" y="10890"/>
                  </a:lnTo>
                  <a:lnTo>
                    <a:pt x="141" y="10729"/>
                  </a:lnTo>
                  <a:lnTo>
                    <a:pt x="141" y="10729"/>
                  </a:lnTo>
                  <a:lnTo>
                    <a:pt x="221" y="10569"/>
                  </a:lnTo>
                  <a:lnTo>
                    <a:pt x="342" y="10429"/>
                  </a:lnTo>
                  <a:lnTo>
                    <a:pt x="482" y="10288"/>
                  </a:lnTo>
                  <a:lnTo>
                    <a:pt x="643" y="10148"/>
                  </a:lnTo>
                  <a:lnTo>
                    <a:pt x="984" y="9907"/>
                  </a:lnTo>
                  <a:lnTo>
                    <a:pt x="1324" y="9687"/>
                  </a:lnTo>
                  <a:lnTo>
                    <a:pt x="1324" y="9687"/>
                  </a:lnTo>
                  <a:lnTo>
                    <a:pt x="1525" y="9586"/>
                  </a:lnTo>
                  <a:lnTo>
                    <a:pt x="1525" y="9586"/>
                  </a:lnTo>
                  <a:lnTo>
                    <a:pt x="1826" y="9466"/>
                  </a:lnTo>
                  <a:lnTo>
                    <a:pt x="2107" y="9346"/>
                  </a:lnTo>
                  <a:lnTo>
                    <a:pt x="2407" y="9266"/>
                  </a:lnTo>
                  <a:lnTo>
                    <a:pt x="2688" y="9185"/>
                  </a:lnTo>
                  <a:lnTo>
                    <a:pt x="3270" y="9085"/>
                  </a:lnTo>
                  <a:lnTo>
                    <a:pt x="3871" y="9005"/>
                  </a:lnTo>
                  <a:lnTo>
                    <a:pt x="4473" y="8925"/>
                  </a:lnTo>
                  <a:lnTo>
                    <a:pt x="5095" y="8844"/>
                  </a:lnTo>
                  <a:lnTo>
                    <a:pt x="5757" y="8724"/>
                  </a:lnTo>
                  <a:lnTo>
                    <a:pt x="6077" y="8644"/>
                  </a:lnTo>
                  <a:lnTo>
                    <a:pt x="6418" y="8564"/>
                  </a:lnTo>
                  <a:lnTo>
                    <a:pt x="6418" y="8564"/>
                  </a:lnTo>
                  <a:lnTo>
                    <a:pt x="12876" y="5957"/>
                  </a:lnTo>
                  <a:lnTo>
                    <a:pt x="12876" y="5957"/>
                  </a:lnTo>
                  <a:lnTo>
                    <a:pt x="16786" y="4392"/>
                  </a:lnTo>
                  <a:lnTo>
                    <a:pt x="16786" y="4392"/>
                  </a:lnTo>
                  <a:lnTo>
                    <a:pt x="17749" y="3991"/>
                  </a:lnTo>
                  <a:lnTo>
                    <a:pt x="17749" y="3991"/>
                  </a:lnTo>
                  <a:lnTo>
                    <a:pt x="18331" y="3771"/>
                  </a:lnTo>
                  <a:lnTo>
                    <a:pt x="18331" y="3771"/>
                  </a:lnTo>
                  <a:lnTo>
                    <a:pt x="21981" y="2327"/>
                  </a:lnTo>
                  <a:lnTo>
                    <a:pt x="23645" y="1685"/>
                  </a:lnTo>
                  <a:lnTo>
                    <a:pt x="25149" y="1123"/>
                  </a:lnTo>
                  <a:lnTo>
                    <a:pt x="26433" y="662"/>
                  </a:lnTo>
                  <a:lnTo>
                    <a:pt x="27476" y="301"/>
                  </a:lnTo>
                  <a:lnTo>
                    <a:pt x="27897" y="181"/>
                  </a:lnTo>
                  <a:lnTo>
                    <a:pt x="28258" y="81"/>
                  </a:lnTo>
                  <a:lnTo>
                    <a:pt x="28518" y="20"/>
                  </a:lnTo>
                  <a:lnTo>
                    <a:pt x="28699" y="0"/>
                  </a:lnTo>
                  <a:lnTo>
                    <a:pt x="28699" y="0"/>
                  </a:lnTo>
                  <a:lnTo>
                    <a:pt x="28799" y="20"/>
                  </a:lnTo>
                  <a:lnTo>
                    <a:pt x="28899" y="40"/>
                  </a:lnTo>
                  <a:lnTo>
                    <a:pt x="28960" y="81"/>
                  </a:lnTo>
                  <a:lnTo>
                    <a:pt x="29000" y="141"/>
                  </a:lnTo>
                  <a:lnTo>
                    <a:pt x="29040" y="201"/>
                  </a:lnTo>
                  <a:lnTo>
                    <a:pt x="29040" y="281"/>
                  </a:lnTo>
                  <a:lnTo>
                    <a:pt x="29040" y="361"/>
                  </a:lnTo>
                  <a:lnTo>
                    <a:pt x="29020" y="462"/>
                  </a:lnTo>
                  <a:lnTo>
                    <a:pt x="28940" y="642"/>
                  </a:lnTo>
                  <a:lnTo>
                    <a:pt x="28819" y="843"/>
                  </a:lnTo>
                  <a:lnTo>
                    <a:pt x="28659" y="1003"/>
                  </a:lnTo>
                  <a:lnTo>
                    <a:pt x="28558" y="1083"/>
                  </a:lnTo>
                  <a:lnTo>
                    <a:pt x="28458" y="11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29"/>
            <p:cNvSpPr/>
            <p:nvPr/>
          </p:nvSpPr>
          <p:spPr>
            <a:xfrm>
              <a:off x="11708775" y="4193563"/>
              <a:ext cx="111325" cy="62200"/>
            </a:xfrm>
            <a:custGeom>
              <a:avLst/>
              <a:gdLst/>
              <a:ahLst/>
              <a:cxnLst/>
              <a:rect l="l" t="t" r="r" b="b"/>
              <a:pathLst>
                <a:path w="4453" h="2488" extrusionOk="0">
                  <a:moveTo>
                    <a:pt x="3911" y="0"/>
                  </a:moveTo>
                  <a:lnTo>
                    <a:pt x="1" y="1565"/>
                  </a:lnTo>
                  <a:lnTo>
                    <a:pt x="161" y="1705"/>
                  </a:lnTo>
                  <a:lnTo>
                    <a:pt x="302" y="1845"/>
                  </a:lnTo>
                  <a:lnTo>
                    <a:pt x="442" y="2026"/>
                  </a:lnTo>
                  <a:lnTo>
                    <a:pt x="542" y="2206"/>
                  </a:lnTo>
                  <a:lnTo>
                    <a:pt x="623" y="2347"/>
                  </a:lnTo>
                  <a:lnTo>
                    <a:pt x="663" y="2487"/>
                  </a:lnTo>
                  <a:lnTo>
                    <a:pt x="2548" y="1745"/>
                  </a:lnTo>
                  <a:lnTo>
                    <a:pt x="4453" y="1003"/>
                  </a:lnTo>
                  <a:lnTo>
                    <a:pt x="4353" y="722"/>
                  </a:lnTo>
                  <a:lnTo>
                    <a:pt x="4232" y="462"/>
                  </a:lnTo>
                  <a:lnTo>
                    <a:pt x="4072" y="221"/>
                  </a:lnTo>
                  <a:lnTo>
                    <a:pt x="39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29"/>
            <p:cNvSpPr/>
            <p:nvPr/>
          </p:nvSpPr>
          <p:spPr>
            <a:xfrm>
              <a:off x="11708775" y="4193563"/>
              <a:ext cx="111325" cy="62200"/>
            </a:xfrm>
            <a:custGeom>
              <a:avLst/>
              <a:gdLst/>
              <a:ahLst/>
              <a:cxnLst/>
              <a:rect l="l" t="t" r="r" b="b"/>
              <a:pathLst>
                <a:path w="4453" h="2488" fill="none" extrusionOk="0">
                  <a:moveTo>
                    <a:pt x="4453" y="1003"/>
                  </a:moveTo>
                  <a:lnTo>
                    <a:pt x="4453" y="1003"/>
                  </a:lnTo>
                  <a:lnTo>
                    <a:pt x="2548" y="1745"/>
                  </a:lnTo>
                  <a:lnTo>
                    <a:pt x="663" y="2487"/>
                  </a:lnTo>
                  <a:lnTo>
                    <a:pt x="663" y="2487"/>
                  </a:lnTo>
                  <a:lnTo>
                    <a:pt x="623" y="2347"/>
                  </a:lnTo>
                  <a:lnTo>
                    <a:pt x="542" y="2206"/>
                  </a:lnTo>
                  <a:lnTo>
                    <a:pt x="542" y="2206"/>
                  </a:lnTo>
                  <a:lnTo>
                    <a:pt x="442" y="2026"/>
                  </a:lnTo>
                  <a:lnTo>
                    <a:pt x="302" y="1845"/>
                  </a:lnTo>
                  <a:lnTo>
                    <a:pt x="161" y="1705"/>
                  </a:lnTo>
                  <a:lnTo>
                    <a:pt x="1" y="1565"/>
                  </a:lnTo>
                  <a:lnTo>
                    <a:pt x="1" y="1565"/>
                  </a:lnTo>
                  <a:lnTo>
                    <a:pt x="3911" y="0"/>
                  </a:lnTo>
                  <a:lnTo>
                    <a:pt x="3911" y="0"/>
                  </a:lnTo>
                  <a:lnTo>
                    <a:pt x="4072" y="221"/>
                  </a:lnTo>
                  <a:lnTo>
                    <a:pt x="4232" y="462"/>
                  </a:lnTo>
                  <a:lnTo>
                    <a:pt x="4353" y="722"/>
                  </a:lnTo>
                  <a:lnTo>
                    <a:pt x="4453" y="10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29"/>
            <p:cNvSpPr/>
            <p:nvPr/>
          </p:nvSpPr>
          <p:spPr>
            <a:xfrm>
              <a:off x="11830625" y="4178013"/>
              <a:ext cx="27100" cy="32125"/>
            </a:xfrm>
            <a:custGeom>
              <a:avLst/>
              <a:gdLst/>
              <a:ahLst/>
              <a:cxnLst/>
              <a:rect l="l" t="t" r="r" b="b"/>
              <a:pathLst>
                <a:path w="1084" h="1285" extrusionOk="0">
                  <a:moveTo>
                    <a:pt x="582" y="1"/>
                  </a:moveTo>
                  <a:lnTo>
                    <a:pt x="0" y="221"/>
                  </a:lnTo>
                  <a:lnTo>
                    <a:pt x="161" y="462"/>
                  </a:lnTo>
                  <a:lnTo>
                    <a:pt x="281" y="723"/>
                  </a:lnTo>
                  <a:lnTo>
                    <a:pt x="401" y="983"/>
                  </a:lnTo>
                  <a:lnTo>
                    <a:pt x="481" y="1284"/>
                  </a:lnTo>
                  <a:lnTo>
                    <a:pt x="1083" y="1043"/>
                  </a:lnTo>
                  <a:lnTo>
                    <a:pt x="1003" y="763"/>
                  </a:lnTo>
                  <a:lnTo>
                    <a:pt x="883" y="502"/>
                  </a:lnTo>
                  <a:lnTo>
                    <a:pt x="742" y="241"/>
                  </a:lnTo>
                  <a:lnTo>
                    <a:pt x="5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29"/>
            <p:cNvSpPr/>
            <p:nvPr/>
          </p:nvSpPr>
          <p:spPr>
            <a:xfrm>
              <a:off x="11386900" y="4250713"/>
              <a:ext cx="338450" cy="153450"/>
            </a:xfrm>
            <a:custGeom>
              <a:avLst/>
              <a:gdLst/>
              <a:ahLst/>
              <a:cxnLst/>
              <a:rect l="l" t="t" r="r" b="b"/>
              <a:pathLst>
                <a:path w="13538" h="6138" extrusionOk="0">
                  <a:moveTo>
                    <a:pt x="13457" y="0"/>
                  </a:moveTo>
                  <a:lnTo>
                    <a:pt x="11853" y="542"/>
                  </a:lnTo>
                  <a:lnTo>
                    <a:pt x="10529" y="1003"/>
                  </a:lnTo>
                  <a:lnTo>
                    <a:pt x="9206" y="1485"/>
                  </a:lnTo>
                  <a:lnTo>
                    <a:pt x="8544" y="1745"/>
                  </a:lnTo>
                  <a:lnTo>
                    <a:pt x="7902" y="2006"/>
                  </a:lnTo>
                  <a:lnTo>
                    <a:pt x="7261" y="2287"/>
                  </a:lnTo>
                  <a:lnTo>
                    <a:pt x="6619" y="2588"/>
                  </a:lnTo>
                  <a:lnTo>
                    <a:pt x="5977" y="2928"/>
                  </a:lnTo>
                  <a:lnTo>
                    <a:pt x="6278" y="2928"/>
                  </a:lnTo>
                  <a:lnTo>
                    <a:pt x="6579" y="2948"/>
                  </a:lnTo>
                  <a:lnTo>
                    <a:pt x="7120" y="3009"/>
                  </a:lnTo>
                  <a:lnTo>
                    <a:pt x="7722" y="2728"/>
                  </a:lnTo>
                  <a:lnTo>
                    <a:pt x="8404" y="2407"/>
                  </a:lnTo>
                  <a:lnTo>
                    <a:pt x="9928" y="1725"/>
                  </a:lnTo>
                  <a:lnTo>
                    <a:pt x="11653" y="983"/>
                  </a:lnTo>
                  <a:lnTo>
                    <a:pt x="13538" y="201"/>
                  </a:lnTo>
                  <a:lnTo>
                    <a:pt x="13457" y="0"/>
                  </a:lnTo>
                  <a:close/>
                  <a:moveTo>
                    <a:pt x="1324" y="3009"/>
                  </a:moveTo>
                  <a:lnTo>
                    <a:pt x="984" y="3229"/>
                  </a:lnTo>
                  <a:lnTo>
                    <a:pt x="643" y="3470"/>
                  </a:lnTo>
                  <a:lnTo>
                    <a:pt x="482" y="3610"/>
                  </a:lnTo>
                  <a:lnTo>
                    <a:pt x="342" y="3751"/>
                  </a:lnTo>
                  <a:lnTo>
                    <a:pt x="221" y="3891"/>
                  </a:lnTo>
                  <a:lnTo>
                    <a:pt x="141" y="4051"/>
                  </a:lnTo>
                  <a:lnTo>
                    <a:pt x="81" y="4192"/>
                  </a:lnTo>
                  <a:lnTo>
                    <a:pt x="41" y="4332"/>
                  </a:lnTo>
                  <a:lnTo>
                    <a:pt x="21" y="4473"/>
                  </a:lnTo>
                  <a:lnTo>
                    <a:pt x="1" y="4613"/>
                  </a:lnTo>
                  <a:lnTo>
                    <a:pt x="21" y="4733"/>
                  </a:lnTo>
                  <a:lnTo>
                    <a:pt x="41" y="4854"/>
                  </a:lnTo>
                  <a:lnTo>
                    <a:pt x="61" y="4994"/>
                  </a:lnTo>
                  <a:lnTo>
                    <a:pt x="101" y="5114"/>
                  </a:lnTo>
                  <a:lnTo>
                    <a:pt x="242" y="5335"/>
                  </a:lnTo>
                  <a:lnTo>
                    <a:pt x="402" y="5556"/>
                  </a:lnTo>
                  <a:lnTo>
                    <a:pt x="582" y="5736"/>
                  </a:lnTo>
                  <a:lnTo>
                    <a:pt x="803" y="5897"/>
                  </a:lnTo>
                  <a:lnTo>
                    <a:pt x="1044" y="6017"/>
                  </a:lnTo>
                  <a:lnTo>
                    <a:pt x="1304" y="6077"/>
                  </a:lnTo>
                  <a:lnTo>
                    <a:pt x="1525" y="6117"/>
                  </a:lnTo>
                  <a:lnTo>
                    <a:pt x="1766" y="6137"/>
                  </a:lnTo>
                  <a:lnTo>
                    <a:pt x="2006" y="6117"/>
                  </a:lnTo>
                  <a:lnTo>
                    <a:pt x="2247" y="6077"/>
                  </a:lnTo>
                  <a:lnTo>
                    <a:pt x="2468" y="6017"/>
                  </a:lnTo>
                  <a:lnTo>
                    <a:pt x="2708" y="5937"/>
                  </a:lnTo>
                  <a:lnTo>
                    <a:pt x="2949" y="5856"/>
                  </a:lnTo>
                  <a:lnTo>
                    <a:pt x="3169" y="5736"/>
                  </a:lnTo>
                  <a:lnTo>
                    <a:pt x="3410" y="5616"/>
                  </a:lnTo>
                  <a:lnTo>
                    <a:pt x="3631" y="5475"/>
                  </a:lnTo>
                  <a:lnTo>
                    <a:pt x="3490" y="5255"/>
                  </a:lnTo>
                  <a:lnTo>
                    <a:pt x="3390" y="5014"/>
                  </a:lnTo>
                  <a:lnTo>
                    <a:pt x="3310" y="4753"/>
                  </a:lnTo>
                  <a:lnTo>
                    <a:pt x="3290" y="4513"/>
                  </a:lnTo>
                  <a:lnTo>
                    <a:pt x="3290" y="4433"/>
                  </a:lnTo>
                  <a:lnTo>
                    <a:pt x="2989" y="4553"/>
                  </a:lnTo>
                  <a:lnTo>
                    <a:pt x="2648" y="4653"/>
                  </a:lnTo>
                  <a:lnTo>
                    <a:pt x="2327" y="4733"/>
                  </a:lnTo>
                  <a:lnTo>
                    <a:pt x="2167" y="4753"/>
                  </a:lnTo>
                  <a:lnTo>
                    <a:pt x="1866" y="4753"/>
                  </a:lnTo>
                  <a:lnTo>
                    <a:pt x="1746" y="4733"/>
                  </a:lnTo>
                  <a:lnTo>
                    <a:pt x="1625" y="4693"/>
                  </a:lnTo>
                  <a:lnTo>
                    <a:pt x="1505" y="4653"/>
                  </a:lnTo>
                  <a:lnTo>
                    <a:pt x="1405" y="4593"/>
                  </a:lnTo>
                  <a:lnTo>
                    <a:pt x="1304" y="4513"/>
                  </a:lnTo>
                  <a:lnTo>
                    <a:pt x="1204" y="4433"/>
                  </a:lnTo>
                  <a:lnTo>
                    <a:pt x="1124" y="4312"/>
                  </a:lnTo>
                  <a:lnTo>
                    <a:pt x="1044" y="4112"/>
                  </a:lnTo>
                  <a:lnTo>
                    <a:pt x="984" y="3931"/>
                  </a:lnTo>
                  <a:lnTo>
                    <a:pt x="984" y="3771"/>
                  </a:lnTo>
                  <a:lnTo>
                    <a:pt x="1004" y="3610"/>
                  </a:lnTo>
                  <a:lnTo>
                    <a:pt x="1044" y="3470"/>
                  </a:lnTo>
                  <a:lnTo>
                    <a:pt x="1124" y="3309"/>
                  </a:lnTo>
                  <a:lnTo>
                    <a:pt x="1324" y="3009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29"/>
            <p:cNvSpPr/>
            <p:nvPr/>
          </p:nvSpPr>
          <p:spPr>
            <a:xfrm>
              <a:off x="11386900" y="4325913"/>
              <a:ext cx="90775" cy="78250"/>
            </a:xfrm>
            <a:custGeom>
              <a:avLst/>
              <a:gdLst/>
              <a:ahLst/>
              <a:cxnLst/>
              <a:rect l="l" t="t" r="r" b="b"/>
              <a:pathLst>
                <a:path w="3631" h="3130" fill="none" extrusionOk="0">
                  <a:moveTo>
                    <a:pt x="1324" y="1"/>
                  </a:moveTo>
                  <a:lnTo>
                    <a:pt x="1324" y="1"/>
                  </a:lnTo>
                  <a:lnTo>
                    <a:pt x="984" y="221"/>
                  </a:lnTo>
                  <a:lnTo>
                    <a:pt x="643" y="462"/>
                  </a:lnTo>
                  <a:lnTo>
                    <a:pt x="482" y="602"/>
                  </a:lnTo>
                  <a:lnTo>
                    <a:pt x="342" y="743"/>
                  </a:lnTo>
                  <a:lnTo>
                    <a:pt x="221" y="883"/>
                  </a:lnTo>
                  <a:lnTo>
                    <a:pt x="141" y="1043"/>
                  </a:lnTo>
                  <a:lnTo>
                    <a:pt x="141" y="1043"/>
                  </a:lnTo>
                  <a:lnTo>
                    <a:pt x="81" y="1184"/>
                  </a:lnTo>
                  <a:lnTo>
                    <a:pt x="41" y="1324"/>
                  </a:lnTo>
                  <a:lnTo>
                    <a:pt x="21" y="1465"/>
                  </a:lnTo>
                  <a:lnTo>
                    <a:pt x="1" y="1605"/>
                  </a:lnTo>
                  <a:lnTo>
                    <a:pt x="1" y="1605"/>
                  </a:lnTo>
                  <a:lnTo>
                    <a:pt x="21" y="1725"/>
                  </a:lnTo>
                  <a:lnTo>
                    <a:pt x="41" y="1846"/>
                  </a:lnTo>
                  <a:lnTo>
                    <a:pt x="61" y="1986"/>
                  </a:lnTo>
                  <a:lnTo>
                    <a:pt x="101" y="2106"/>
                  </a:lnTo>
                  <a:lnTo>
                    <a:pt x="242" y="2327"/>
                  </a:lnTo>
                  <a:lnTo>
                    <a:pt x="402" y="2548"/>
                  </a:lnTo>
                  <a:lnTo>
                    <a:pt x="582" y="2728"/>
                  </a:lnTo>
                  <a:lnTo>
                    <a:pt x="803" y="2889"/>
                  </a:lnTo>
                  <a:lnTo>
                    <a:pt x="1044" y="3009"/>
                  </a:lnTo>
                  <a:lnTo>
                    <a:pt x="1304" y="3069"/>
                  </a:lnTo>
                  <a:lnTo>
                    <a:pt x="1304" y="3069"/>
                  </a:lnTo>
                  <a:lnTo>
                    <a:pt x="1525" y="3109"/>
                  </a:lnTo>
                  <a:lnTo>
                    <a:pt x="1766" y="3129"/>
                  </a:lnTo>
                  <a:lnTo>
                    <a:pt x="1766" y="3129"/>
                  </a:lnTo>
                  <a:lnTo>
                    <a:pt x="2006" y="3109"/>
                  </a:lnTo>
                  <a:lnTo>
                    <a:pt x="2247" y="3069"/>
                  </a:lnTo>
                  <a:lnTo>
                    <a:pt x="2468" y="3009"/>
                  </a:lnTo>
                  <a:lnTo>
                    <a:pt x="2708" y="2929"/>
                  </a:lnTo>
                  <a:lnTo>
                    <a:pt x="2949" y="2848"/>
                  </a:lnTo>
                  <a:lnTo>
                    <a:pt x="3169" y="2728"/>
                  </a:lnTo>
                  <a:lnTo>
                    <a:pt x="3410" y="2608"/>
                  </a:lnTo>
                  <a:lnTo>
                    <a:pt x="3631" y="2467"/>
                  </a:lnTo>
                  <a:lnTo>
                    <a:pt x="3631" y="2467"/>
                  </a:lnTo>
                  <a:lnTo>
                    <a:pt x="3490" y="2247"/>
                  </a:lnTo>
                  <a:lnTo>
                    <a:pt x="3390" y="2006"/>
                  </a:lnTo>
                  <a:lnTo>
                    <a:pt x="3310" y="1745"/>
                  </a:lnTo>
                  <a:lnTo>
                    <a:pt x="3290" y="1505"/>
                  </a:lnTo>
                  <a:lnTo>
                    <a:pt x="3290" y="1505"/>
                  </a:lnTo>
                  <a:lnTo>
                    <a:pt x="3290" y="1425"/>
                  </a:lnTo>
                  <a:lnTo>
                    <a:pt x="3290" y="1425"/>
                  </a:lnTo>
                  <a:lnTo>
                    <a:pt x="2989" y="1545"/>
                  </a:lnTo>
                  <a:lnTo>
                    <a:pt x="2648" y="1645"/>
                  </a:lnTo>
                  <a:lnTo>
                    <a:pt x="2327" y="1725"/>
                  </a:lnTo>
                  <a:lnTo>
                    <a:pt x="2167" y="1745"/>
                  </a:lnTo>
                  <a:lnTo>
                    <a:pt x="2006" y="1745"/>
                  </a:lnTo>
                  <a:lnTo>
                    <a:pt x="2006" y="1745"/>
                  </a:lnTo>
                  <a:lnTo>
                    <a:pt x="1866" y="1745"/>
                  </a:lnTo>
                  <a:lnTo>
                    <a:pt x="1746" y="1725"/>
                  </a:lnTo>
                  <a:lnTo>
                    <a:pt x="1625" y="1685"/>
                  </a:lnTo>
                  <a:lnTo>
                    <a:pt x="1505" y="1645"/>
                  </a:lnTo>
                  <a:lnTo>
                    <a:pt x="1405" y="1585"/>
                  </a:lnTo>
                  <a:lnTo>
                    <a:pt x="1304" y="1505"/>
                  </a:lnTo>
                  <a:lnTo>
                    <a:pt x="1204" y="1425"/>
                  </a:lnTo>
                  <a:lnTo>
                    <a:pt x="1124" y="1304"/>
                  </a:lnTo>
                  <a:lnTo>
                    <a:pt x="1124" y="1304"/>
                  </a:lnTo>
                  <a:lnTo>
                    <a:pt x="1044" y="1104"/>
                  </a:lnTo>
                  <a:lnTo>
                    <a:pt x="984" y="923"/>
                  </a:lnTo>
                  <a:lnTo>
                    <a:pt x="984" y="763"/>
                  </a:lnTo>
                  <a:lnTo>
                    <a:pt x="1004" y="602"/>
                  </a:lnTo>
                  <a:lnTo>
                    <a:pt x="1044" y="462"/>
                  </a:lnTo>
                  <a:lnTo>
                    <a:pt x="1124" y="301"/>
                  </a:lnTo>
                  <a:lnTo>
                    <a:pt x="132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29"/>
            <p:cNvSpPr/>
            <p:nvPr/>
          </p:nvSpPr>
          <p:spPr>
            <a:xfrm>
              <a:off x="11723325" y="4218613"/>
              <a:ext cx="96775" cy="37150"/>
            </a:xfrm>
            <a:custGeom>
              <a:avLst/>
              <a:gdLst/>
              <a:ahLst/>
              <a:cxnLst/>
              <a:rect l="l" t="t" r="r" b="b"/>
              <a:pathLst>
                <a:path w="3871" h="1486" extrusionOk="0">
                  <a:moveTo>
                    <a:pt x="3871" y="1"/>
                  </a:moveTo>
                  <a:lnTo>
                    <a:pt x="1926" y="643"/>
                  </a:lnTo>
                  <a:lnTo>
                    <a:pt x="0" y="1284"/>
                  </a:lnTo>
                  <a:lnTo>
                    <a:pt x="81" y="1485"/>
                  </a:lnTo>
                  <a:lnTo>
                    <a:pt x="1966" y="743"/>
                  </a:lnTo>
                  <a:lnTo>
                    <a:pt x="387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29"/>
            <p:cNvSpPr/>
            <p:nvPr/>
          </p:nvSpPr>
          <p:spPr>
            <a:xfrm>
              <a:off x="11948925" y="4314888"/>
              <a:ext cx="19600" cy="30100"/>
            </a:xfrm>
            <a:custGeom>
              <a:avLst/>
              <a:gdLst/>
              <a:ahLst/>
              <a:cxnLst/>
              <a:rect l="l" t="t" r="r" b="b"/>
              <a:pathLst>
                <a:path w="784" h="1204" extrusionOk="0">
                  <a:moveTo>
                    <a:pt x="623" y="0"/>
                  </a:moveTo>
                  <a:lnTo>
                    <a:pt x="1" y="61"/>
                  </a:lnTo>
                  <a:lnTo>
                    <a:pt x="81" y="321"/>
                  </a:lnTo>
                  <a:lnTo>
                    <a:pt x="121" y="602"/>
                  </a:lnTo>
                  <a:lnTo>
                    <a:pt x="141" y="903"/>
                  </a:lnTo>
                  <a:lnTo>
                    <a:pt x="141" y="1204"/>
                  </a:lnTo>
                  <a:lnTo>
                    <a:pt x="783" y="1164"/>
                  </a:lnTo>
                  <a:lnTo>
                    <a:pt x="783" y="863"/>
                  </a:lnTo>
                  <a:lnTo>
                    <a:pt x="743" y="562"/>
                  </a:lnTo>
                  <a:lnTo>
                    <a:pt x="703" y="281"/>
                  </a:lnTo>
                  <a:lnTo>
                    <a:pt x="623" y="0"/>
                  </a:lnTo>
                  <a:close/>
                </a:path>
              </a:pathLst>
            </a:custGeom>
            <a:solidFill>
              <a:srgbClr val="CC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29"/>
            <p:cNvSpPr/>
            <p:nvPr/>
          </p:nvSpPr>
          <p:spPr>
            <a:xfrm>
              <a:off x="11948925" y="4314888"/>
              <a:ext cx="19600" cy="30100"/>
            </a:xfrm>
            <a:custGeom>
              <a:avLst/>
              <a:gdLst/>
              <a:ahLst/>
              <a:cxnLst/>
              <a:rect l="l" t="t" r="r" b="b"/>
              <a:pathLst>
                <a:path w="784" h="1204" fill="none" extrusionOk="0">
                  <a:moveTo>
                    <a:pt x="783" y="1164"/>
                  </a:moveTo>
                  <a:lnTo>
                    <a:pt x="783" y="1164"/>
                  </a:lnTo>
                  <a:lnTo>
                    <a:pt x="141" y="1204"/>
                  </a:lnTo>
                  <a:lnTo>
                    <a:pt x="141" y="1204"/>
                  </a:lnTo>
                  <a:lnTo>
                    <a:pt x="141" y="903"/>
                  </a:lnTo>
                  <a:lnTo>
                    <a:pt x="121" y="602"/>
                  </a:lnTo>
                  <a:lnTo>
                    <a:pt x="81" y="321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623" y="0"/>
                  </a:lnTo>
                  <a:lnTo>
                    <a:pt x="623" y="0"/>
                  </a:lnTo>
                  <a:lnTo>
                    <a:pt x="703" y="281"/>
                  </a:lnTo>
                  <a:lnTo>
                    <a:pt x="743" y="562"/>
                  </a:lnTo>
                  <a:lnTo>
                    <a:pt x="783" y="863"/>
                  </a:lnTo>
                  <a:lnTo>
                    <a:pt x="783" y="11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29"/>
            <p:cNvSpPr/>
            <p:nvPr/>
          </p:nvSpPr>
          <p:spPr>
            <a:xfrm>
              <a:off x="11469125" y="4302863"/>
              <a:ext cx="777150" cy="103300"/>
            </a:xfrm>
            <a:custGeom>
              <a:avLst/>
              <a:gdLst/>
              <a:ahLst/>
              <a:cxnLst/>
              <a:rect l="l" t="t" r="r" b="b"/>
              <a:pathLst>
                <a:path w="31086" h="4132" extrusionOk="0">
                  <a:moveTo>
                    <a:pt x="29581" y="0"/>
                  </a:moveTo>
                  <a:lnTo>
                    <a:pt x="28478" y="20"/>
                  </a:lnTo>
                  <a:lnTo>
                    <a:pt x="27094" y="60"/>
                  </a:lnTo>
                  <a:lnTo>
                    <a:pt x="25510" y="141"/>
                  </a:lnTo>
                  <a:lnTo>
                    <a:pt x="23725" y="241"/>
                  </a:lnTo>
                  <a:lnTo>
                    <a:pt x="19815" y="481"/>
                  </a:lnTo>
                  <a:lnTo>
                    <a:pt x="19193" y="542"/>
                  </a:lnTo>
                  <a:lnTo>
                    <a:pt x="18150" y="602"/>
                  </a:lnTo>
                  <a:lnTo>
                    <a:pt x="13939" y="903"/>
                  </a:lnTo>
                  <a:lnTo>
                    <a:pt x="7000" y="1404"/>
                  </a:lnTo>
                  <a:lnTo>
                    <a:pt x="6659" y="1384"/>
                  </a:lnTo>
                  <a:lnTo>
                    <a:pt x="6318" y="1344"/>
                  </a:lnTo>
                  <a:lnTo>
                    <a:pt x="5676" y="1264"/>
                  </a:lnTo>
                  <a:lnTo>
                    <a:pt x="5055" y="1143"/>
                  </a:lnTo>
                  <a:lnTo>
                    <a:pt x="4453" y="1043"/>
                  </a:lnTo>
                  <a:lnTo>
                    <a:pt x="3851" y="943"/>
                  </a:lnTo>
                  <a:lnTo>
                    <a:pt x="3270" y="862"/>
                  </a:lnTo>
                  <a:lnTo>
                    <a:pt x="2969" y="842"/>
                  </a:lnTo>
                  <a:lnTo>
                    <a:pt x="2367" y="842"/>
                  </a:lnTo>
                  <a:lnTo>
                    <a:pt x="2046" y="883"/>
                  </a:lnTo>
                  <a:lnTo>
                    <a:pt x="1625" y="963"/>
                  </a:lnTo>
                  <a:lnTo>
                    <a:pt x="1405" y="1023"/>
                  </a:lnTo>
                  <a:lnTo>
                    <a:pt x="1164" y="1103"/>
                  </a:lnTo>
                  <a:lnTo>
                    <a:pt x="923" y="1183"/>
                  </a:lnTo>
                  <a:lnTo>
                    <a:pt x="703" y="1284"/>
                  </a:lnTo>
                  <a:lnTo>
                    <a:pt x="522" y="1404"/>
                  </a:lnTo>
                  <a:lnTo>
                    <a:pt x="362" y="1544"/>
                  </a:lnTo>
                  <a:lnTo>
                    <a:pt x="241" y="1665"/>
                  </a:lnTo>
                  <a:lnTo>
                    <a:pt x="161" y="1825"/>
                  </a:lnTo>
                  <a:lnTo>
                    <a:pt x="81" y="1965"/>
                  </a:lnTo>
                  <a:lnTo>
                    <a:pt x="41" y="2126"/>
                  </a:lnTo>
                  <a:lnTo>
                    <a:pt x="21" y="2286"/>
                  </a:lnTo>
                  <a:lnTo>
                    <a:pt x="1" y="2467"/>
                  </a:lnTo>
                  <a:lnTo>
                    <a:pt x="21" y="2627"/>
                  </a:lnTo>
                  <a:lnTo>
                    <a:pt x="61" y="2788"/>
                  </a:lnTo>
                  <a:lnTo>
                    <a:pt x="101" y="2948"/>
                  </a:lnTo>
                  <a:lnTo>
                    <a:pt x="161" y="3109"/>
                  </a:lnTo>
                  <a:lnTo>
                    <a:pt x="241" y="3249"/>
                  </a:lnTo>
                  <a:lnTo>
                    <a:pt x="342" y="3389"/>
                  </a:lnTo>
                  <a:lnTo>
                    <a:pt x="462" y="3530"/>
                  </a:lnTo>
                  <a:lnTo>
                    <a:pt x="582" y="3630"/>
                  </a:lnTo>
                  <a:lnTo>
                    <a:pt x="703" y="3750"/>
                  </a:lnTo>
                  <a:lnTo>
                    <a:pt x="843" y="3831"/>
                  </a:lnTo>
                  <a:lnTo>
                    <a:pt x="1004" y="3911"/>
                  </a:lnTo>
                  <a:lnTo>
                    <a:pt x="1164" y="3991"/>
                  </a:lnTo>
                  <a:lnTo>
                    <a:pt x="1324" y="4031"/>
                  </a:lnTo>
                  <a:lnTo>
                    <a:pt x="1485" y="4071"/>
                  </a:lnTo>
                  <a:lnTo>
                    <a:pt x="1826" y="4131"/>
                  </a:lnTo>
                  <a:lnTo>
                    <a:pt x="2167" y="4131"/>
                  </a:lnTo>
                  <a:lnTo>
                    <a:pt x="2528" y="4111"/>
                  </a:lnTo>
                  <a:lnTo>
                    <a:pt x="2869" y="4051"/>
                  </a:lnTo>
                  <a:lnTo>
                    <a:pt x="3230" y="3971"/>
                  </a:lnTo>
                  <a:lnTo>
                    <a:pt x="3591" y="3851"/>
                  </a:lnTo>
                  <a:lnTo>
                    <a:pt x="4313" y="3610"/>
                  </a:lnTo>
                  <a:lnTo>
                    <a:pt x="5034" y="3329"/>
                  </a:lnTo>
                  <a:lnTo>
                    <a:pt x="5696" y="3089"/>
                  </a:lnTo>
                  <a:lnTo>
                    <a:pt x="6017" y="2988"/>
                  </a:lnTo>
                  <a:lnTo>
                    <a:pt x="6318" y="2908"/>
                  </a:lnTo>
                  <a:lnTo>
                    <a:pt x="6940" y="2768"/>
                  </a:lnTo>
                  <a:lnTo>
                    <a:pt x="7702" y="2647"/>
                  </a:lnTo>
                  <a:lnTo>
                    <a:pt x="8584" y="2527"/>
                  </a:lnTo>
                  <a:lnTo>
                    <a:pt x="9567" y="2407"/>
                  </a:lnTo>
                  <a:lnTo>
                    <a:pt x="10650" y="2286"/>
                  </a:lnTo>
                  <a:lnTo>
                    <a:pt x="11813" y="2186"/>
                  </a:lnTo>
                  <a:lnTo>
                    <a:pt x="14300" y="1986"/>
                  </a:lnTo>
                  <a:lnTo>
                    <a:pt x="16305" y="1845"/>
                  </a:lnTo>
                  <a:lnTo>
                    <a:pt x="18351" y="1725"/>
                  </a:lnTo>
                  <a:lnTo>
                    <a:pt x="19333" y="1685"/>
                  </a:lnTo>
                  <a:lnTo>
                    <a:pt x="19975" y="1645"/>
                  </a:lnTo>
                  <a:lnTo>
                    <a:pt x="23846" y="1444"/>
                  </a:lnTo>
                  <a:lnTo>
                    <a:pt x="28217" y="1223"/>
                  </a:lnTo>
                  <a:lnTo>
                    <a:pt x="29581" y="1163"/>
                  </a:lnTo>
                  <a:lnTo>
                    <a:pt x="30022" y="1123"/>
                  </a:lnTo>
                  <a:lnTo>
                    <a:pt x="30263" y="1103"/>
                  </a:lnTo>
                  <a:lnTo>
                    <a:pt x="30363" y="1063"/>
                  </a:lnTo>
                  <a:lnTo>
                    <a:pt x="30484" y="1023"/>
                  </a:lnTo>
                  <a:lnTo>
                    <a:pt x="30684" y="903"/>
                  </a:lnTo>
                  <a:lnTo>
                    <a:pt x="30865" y="762"/>
                  </a:lnTo>
                  <a:lnTo>
                    <a:pt x="31005" y="622"/>
                  </a:lnTo>
                  <a:lnTo>
                    <a:pt x="31045" y="542"/>
                  </a:lnTo>
                  <a:lnTo>
                    <a:pt x="31085" y="461"/>
                  </a:lnTo>
                  <a:lnTo>
                    <a:pt x="31085" y="381"/>
                  </a:lnTo>
                  <a:lnTo>
                    <a:pt x="31085" y="301"/>
                  </a:lnTo>
                  <a:lnTo>
                    <a:pt x="31065" y="241"/>
                  </a:lnTo>
                  <a:lnTo>
                    <a:pt x="31005" y="181"/>
                  </a:lnTo>
                  <a:lnTo>
                    <a:pt x="30925" y="120"/>
                  </a:lnTo>
                  <a:lnTo>
                    <a:pt x="30825" y="80"/>
                  </a:lnTo>
                  <a:lnTo>
                    <a:pt x="30644" y="40"/>
                  </a:lnTo>
                  <a:lnTo>
                    <a:pt x="30383" y="20"/>
                  </a:lnTo>
                  <a:lnTo>
                    <a:pt x="295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29"/>
            <p:cNvSpPr/>
            <p:nvPr/>
          </p:nvSpPr>
          <p:spPr>
            <a:xfrm>
              <a:off x="11469125" y="4302863"/>
              <a:ext cx="777150" cy="103300"/>
            </a:xfrm>
            <a:custGeom>
              <a:avLst/>
              <a:gdLst/>
              <a:ahLst/>
              <a:cxnLst/>
              <a:rect l="l" t="t" r="r" b="b"/>
              <a:pathLst>
                <a:path w="31086" h="4132" fill="none" extrusionOk="0">
                  <a:moveTo>
                    <a:pt x="30263" y="1103"/>
                  </a:moveTo>
                  <a:lnTo>
                    <a:pt x="30263" y="1103"/>
                  </a:lnTo>
                  <a:lnTo>
                    <a:pt x="30022" y="1123"/>
                  </a:lnTo>
                  <a:lnTo>
                    <a:pt x="29581" y="1163"/>
                  </a:lnTo>
                  <a:lnTo>
                    <a:pt x="28217" y="1223"/>
                  </a:lnTo>
                  <a:lnTo>
                    <a:pt x="23846" y="1444"/>
                  </a:lnTo>
                  <a:lnTo>
                    <a:pt x="23846" y="1444"/>
                  </a:lnTo>
                  <a:lnTo>
                    <a:pt x="19975" y="1645"/>
                  </a:lnTo>
                  <a:lnTo>
                    <a:pt x="19975" y="1645"/>
                  </a:lnTo>
                  <a:lnTo>
                    <a:pt x="19333" y="1685"/>
                  </a:lnTo>
                  <a:lnTo>
                    <a:pt x="19333" y="1685"/>
                  </a:lnTo>
                  <a:lnTo>
                    <a:pt x="18351" y="1725"/>
                  </a:lnTo>
                  <a:lnTo>
                    <a:pt x="18351" y="1725"/>
                  </a:lnTo>
                  <a:lnTo>
                    <a:pt x="16305" y="1845"/>
                  </a:lnTo>
                  <a:lnTo>
                    <a:pt x="14300" y="1986"/>
                  </a:lnTo>
                  <a:lnTo>
                    <a:pt x="14300" y="1986"/>
                  </a:lnTo>
                  <a:lnTo>
                    <a:pt x="11813" y="2186"/>
                  </a:lnTo>
                  <a:lnTo>
                    <a:pt x="10650" y="2286"/>
                  </a:lnTo>
                  <a:lnTo>
                    <a:pt x="9567" y="2407"/>
                  </a:lnTo>
                  <a:lnTo>
                    <a:pt x="8584" y="2527"/>
                  </a:lnTo>
                  <a:lnTo>
                    <a:pt x="7702" y="2647"/>
                  </a:lnTo>
                  <a:lnTo>
                    <a:pt x="6940" y="2768"/>
                  </a:lnTo>
                  <a:lnTo>
                    <a:pt x="6318" y="2908"/>
                  </a:lnTo>
                  <a:lnTo>
                    <a:pt x="6318" y="2908"/>
                  </a:lnTo>
                  <a:lnTo>
                    <a:pt x="6017" y="2988"/>
                  </a:lnTo>
                  <a:lnTo>
                    <a:pt x="5696" y="3089"/>
                  </a:lnTo>
                  <a:lnTo>
                    <a:pt x="5034" y="3329"/>
                  </a:lnTo>
                  <a:lnTo>
                    <a:pt x="4313" y="3610"/>
                  </a:lnTo>
                  <a:lnTo>
                    <a:pt x="3591" y="3851"/>
                  </a:lnTo>
                  <a:lnTo>
                    <a:pt x="3230" y="3971"/>
                  </a:lnTo>
                  <a:lnTo>
                    <a:pt x="2869" y="4051"/>
                  </a:lnTo>
                  <a:lnTo>
                    <a:pt x="2528" y="4111"/>
                  </a:lnTo>
                  <a:lnTo>
                    <a:pt x="2167" y="4131"/>
                  </a:lnTo>
                  <a:lnTo>
                    <a:pt x="1826" y="4131"/>
                  </a:lnTo>
                  <a:lnTo>
                    <a:pt x="1485" y="4071"/>
                  </a:lnTo>
                  <a:lnTo>
                    <a:pt x="1324" y="4031"/>
                  </a:lnTo>
                  <a:lnTo>
                    <a:pt x="1164" y="3991"/>
                  </a:lnTo>
                  <a:lnTo>
                    <a:pt x="1004" y="3911"/>
                  </a:lnTo>
                  <a:lnTo>
                    <a:pt x="843" y="3831"/>
                  </a:lnTo>
                  <a:lnTo>
                    <a:pt x="843" y="3831"/>
                  </a:lnTo>
                  <a:lnTo>
                    <a:pt x="703" y="3750"/>
                  </a:lnTo>
                  <a:lnTo>
                    <a:pt x="582" y="3630"/>
                  </a:lnTo>
                  <a:lnTo>
                    <a:pt x="462" y="3530"/>
                  </a:lnTo>
                  <a:lnTo>
                    <a:pt x="342" y="3389"/>
                  </a:lnTo>
                  <a:lnTo>
                    <a:pt x="241" y="3249"/>
                  </a:lnTo>
                  <a:lnTo>
                    <a:pt x="161" y="3109"/>
                  </a:lnTo>
                  <a:lnTo>
                    <a:pt x="101" y="2948"/>
                  </a:lnTo>
                  <a:lnTo>
                    <a:pt x="61" y="2788"/>
                  </a:lnTo>
                  <a:lnTo>
                    <a:pt x="21" y="2627"/>
                  </a:lnTo>
                  <a:lnTo>
                    <a:pt x="1" y="2467"/>
                  </a:lnTo>
                  <a:lnTo>
                    <a:pt x="21" y="2286"/>
                  </a:lnTo>
                  <a:lnTo>
                    <a:pt x="41" y="2126"/>
                  </a:lnTo>
                  <a:lnTo>
                    <a:pt x="81" y="1965"/>
                  </a:lnTo>
                  <a:lnTo>
                    <a:pt x="161" y="1825"/>
                  </a:lnTo>
                  <a:lnTo>
                    <a:pt x="241" y="1665"/>
                  </a:lnTo>
                  <a:lnTo>
                    <a:pt x="362" y="1544"/>
                  </a:lnTo>
                  <a:lnTo>
                    <a:pt x="362" y="1544"/>
                  </a:lnTo>
                  <a:lnTo>
                    <a:pt x="522" y="1404"/>
                  </a:lnTo>
                  <a:lnTo>
                    <a:pt x="703" y="1284"/>
                  </a:lnTo>
                  <a:lnTo>
                    <a:pt x="923" y="1183"/>
                  </a:lnTo>
                  <a:lnTo>
                    <a:pt x="1164" y="1103"/>
                  </a:lnTo>
                  <a:lnTo>
                    <a:pt x="1405" y="1023"/>
                  </a:lnTo>
                  <a:lnTo>
                    <a:pt x="1625" y="963"/>
                  </a:lnTo>
                  <a:lnTo>
                    <a:pt x="2046" y="883"/>
                  </a:lnTo>
                  <a:lnTo>
                    <a:pt x="2046" y="883"/>
                  </a:lnTo>
                  <a:lnTo>
                    <a:pt x="2046" y="883"/>
                  </a:lnTo>
                  <a:lnTo>
                    <a:pt x="2367" y="842"/>
                  </a:lnTo>
                  <a:lnTo>
                    <a:pt x="2668" y="842"/>
                  </a:lnTo>
                  <a:lnTo>
                    <a:pt x="2969" y="842"/>
                  </a:lnTo>
                  <a:lnTo>
                    <a:pt x="3270" y="862"/>
                  </a:lnTo>
                  <a:lnTo>
                    <a:pt x="3851" y="943"/>
                  </a:lnTo>
                  <a:lnTo>
                    <a:pt x="4453" y="1043"/>
                  </a:lnTo>
                  <a:lnTo>
                    <a:pt x="5055" y="1143"/>
                  </a:lnTo>
                  <a:lnTo>
                    <a:pt x="5676" y="1264"/>
                  </a:lnTo>
                  <a:lnTo>
                    <a:pt x="6318" y="1344"/>
                  </a:lnTo>
                  <a:lnTo>
                    <a:pt x="6659" y="1384"/>
                  </a:lnTo>
                  <a:lnTo>
                    <a:pt x="7000" y="1404"/>
                  </a:lnTo>
                  <a:lnTo>
                    <a:pt x="7000" y="1404"/>
                  </a:lnTo>
                  <a:lnTo>
                    <a:pt x="13939" y="903"/>
                  </a:lnTo>
                  <a:lnTo>
                    <a:pt x="13939" y="903"/>
                  </a:lnTo>
                  <a:lnTo>
                    <a:pt x="18150" y="602"/>
                  </a:lnTo>
                  <a:lnTo>
                    <a:pt x="18150" y="602"/>
                  </a:lnTo>
                  <a:lnTo>
                    <a:pt x="19193" y="542"/>
                  </a:lnTo>
                  <a:lnTo>
                    <a:pt x="19193" y="542"/>
                  </a:lnTo>
                  <a:lnTo>
                    <a:pt x="19815" y="481"/>
                  </a:lnTo>
                  <a:lnTo>
                    <a:pt x="19815" y="481"/>
                  </a:lnTo>
                  <a:lnTo>
                    <a:pt x="23725" y="241"/>
                  </a:lnTo>
                  <a:lnTo>
                    <a:pt x="25510" y="141"/>
                  </a:lnTo>
                  <a:lnTo>
                    <a:pt x="27094" y="60"/>
                  </a:lnTo>
                  <a:lnTo>
                    <a:pt x="28478" y="20"/>
                  </a:lnTo>
                  <a:lnTo>
                    <a:pt x="29581" y="0"/>
                  </a:lnTo>
                  <a:lnTo>
                    <a:pt x="30383" y="20"/>
                  </a:lnTo>
                  <a:lnTo>
                    <a:pt x="30644" y="40"/>
                  </a:lnTo>
                  <a:lnTo>
                    <a:pt x="30825" y="80"/>
                  </a:lnTo>
                  <a:lnTo>
                    <a:pt x="30825" y="80"/>
                  </a:lnTo>
                  <a:lnTo>
                    <a:pt x="30925" y="120"/>
                  </a:lnTo>
                  <a:lnTo>
                    <a:pt x="31005" y="181"/>
                  </a:lnTo>
                  <a:lnTo>
                    <a:pt x="31065" y="241"/>
                  </a:lnTo>
                  <a:lnTo>
                    <a:pt x="31085" y="301"/>
                  </a:lnTo>
                  <a:lnTo>
                    <a:pt x="31085" y="381"/>
                  </a:lnTo>
                  <a:lnTo>
                    <a:pt x="31085" y="461"/>
                  </a:lnTo>
                  <a:lnTo>
                    <a:pt x="31045" y="542"/>
                  </a:lnTo>
                  <a:lnTo>
                    <a:pt x="31005" y="622"/>
                  </a:lnTo>
                  <a:lnTo>
                    <a:pt x="30865" y="762"/>
                  </a:lnTo>
                  <a:lnTo>
                    <a:pt x="30684" y="903"/>
                  </a:lnTo>
                  <a:lnTo>
                    <a:pt x="30484" y="1023"/>
                  </a:lnTo>
                  <a:lnTo>
                    <a:pt x="30363" y="1063"/>
                  </a:lnTo>
                  <a:lnTo>
                    <a:pt x="30263" y="11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29"/>
            <p:cNvSpPr/>
            <p:nvPr/>
          </p:nvSpPr>
          <p:spPr>
            <a:xfrm>
              <a:off x="11817575" y="4317888"/>
              <a:ext cx="110325" cy="34625"/>
            </a:xfrm>
            <a:custGeom>
              <a:avLst/>
              <a:gdLst/>
              <a:ahLst/>
              <a:cxnLst/>
              <a:rect l="l" t="t" r="r" b="b"/>
              <a:pathLst>
                <a:path w="4413" h="1385" extrusionOk="0">
                  <a:moveTo>
                    <a:pt x="4212" y="1"/>
                  </a:moveTo>
                  <a:lnTo>
                    <a:pt x="1" y="302"/>
                  </a:lnTo>
                  <a:lnTo>
                    <a:pt x="121" y="482"/>
                  </a:lnTo>
                  <a:lnTo>
                    <a:pt x="201" y="663"/>
                  </a:lnTo>
                  <a:lnTo>
                    <a:pt x="281" y="863"/>
                  </a:lnTo>
                  <a:lnTo>
                    <a:pt x="342" y="1084"/>
                  </a:lnTo>
                  <a:lnTo>
                    <a:pt x="362" y="1224"/>
                  </a:lnTo>
                  <a:lnTo>
                    <a:pt x="362" y="1385"/>
                  </a:lnTo>
                  <a:lnTo>
                    <a:pt x="2367" y="1244"/>
                  </a:lnTo>
                  <a:lnTo>
                    <a:pt x="4413" y="1124"/>
                  </a:lnTo>
                  <a:lnTo>
                    <a:pt x="4413" y="843"/>
                  </a:lnTo>
                  <a:lnTo>
                    <a:pt x="4373" y="542"/>
                  </a:lnTo>
                  <a:lnTo>
                    <a:pt x="4292" y="261"/>
                  </a:lnTo>
                  <a:lnTo>
                    <a:pt x="42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29"/>
            <p:cNvSpPr/>
            <p:nvPr/>
          </p:nvSpPr>
          <p:spPr>
            <a:xfrm>
              <a:off x="11817575" y="4317888"/>
              <a:ext cx="110325" cy="34625"/>
            </a:xfrm>
            <a:custGeom>
              <a:avLst/>
              <a:gdLst/>
              <a:ahLst/>
              <a:cxnLst/>
              <a:rect l="l" t="t" r="r" b="b"/>
              <a:pathLst>
                <a:path w="4413" h="1385" fill="none" extrusionOk="0">
                  <a:moveTo>
                    <a:pt x="4413" y="1124"/>
                  </a:moveTo>
                  <a:lnTo>
                    <a:pt x="4413" y="1124"/>
                  </a:lnTo>
                  <a:lnTo>
                    <a:pt x="2367" y="1244"/>
                  </a:lnTo>
                  <a:lnTo>
                    <a:pt x="362" y="1385"/>
                  </a:lnTo>
                  <a:lnTo>
                    <a:pt x="362" y="1385"/>
                  </a:lnTo>
                  <a:lnTo>
                    <a:pt x="362" y="1224"/>
                  </a:lnTo>
                  <a:lnTo>
                    <a:pt x="342" y="1084"/>
                  </a:lnTo>
                  <a:lnTo>
                    <a:pt x="342" y="1084"/>
                  </a:lnTo>
                  <a:lnTo>
                    <a:pt x="281" y="863"/>
                  </a:lnTo>
                  <a:lnTo>
                    <a:pt x="201" y="663"/>
                  </a:lnTo>
                  <a:lnTo>
                    <a:pt x="121" y="482"/>
                  </a:lnTo>
                  <a:lnTo>
                    <a:pt x="1" y="302"/>
                  </a:lnTo>
                  <a:lnTo>
                    <a:pt x="1" y="302"/>
                  </a:lnTo>
                  <a:lnTo>
                    <a:pt x="4212" y="1"/>
                  </a:lnTo>
                  <a:lnTo>
                    <a:pt x="4212" y="1"/>
                  </a:lnTo>
                  <a:lnTo>
                    <a:pt x="4292" y="261"/>
                  </a:lnTo>
                  <a:lnTo>
                    <a:pt x="4373" y="542"/>
                  </a:lnTo>
                  <a:lnTo>
                    <a:pt x="4413" y="843"/>
                  </a:lnTo>
                  <a:lnTo>
                    <a:pt x="4413" y="112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29"/>
            <p:cNvSpPr/>
            <p:nvPr/>
          </p:nvSpPr>
          <p:spPr>
            <a:xfrm>
              <a:off x="11469125" y="4324913"/>
              <a:ext cx="596150" cy="81250"/>
            </a:xfrm>
            <a:custGeom>
              <a:avLst/>
              <a:gdLst/>
              <a:ahLst/>
              <a:cxnLst/>
              <a:rect l="l" t="t" r="r" b="b"/>
              <a:pathLst>
                <a:path w="23846" h="3250" extrusionOk="0">
                  <a:moveTo>
                    <a:pt x="2026" y="1"/>
                  </a:moveTo>
                  <a:lnTo>
                    <a:pt x="2018" y="6"/>
                  </a:lnTo>
                  <a:lnTo>
                    <a:pt x="2018" y="6"/>
                  </a:lnTo>
                  <a:lnTo>
                    <a:pt x="2046" y="1"/>
                  </a:lnTo>
                  <a:close/>
                  <a:moveTo>
                    <a:pt x="21259" y="482"/>
                  </a:moveTo>
                  <a:lnTo>
                    <a:pt x="19795" y="502"/>
                  </a:lnTo>
                  <a:lnTo>
                    <a:pt x="18351" y="542"/>
                  </a:lnTo>
                  <a:lnTo>
                    <a:pt x="18351" y="843"/>
                  </a:lnTo>
                  <a:lnTo>
                    <a:pt x="19333" y="803"/>
                  </a:lnTo>
                  <a:lnTo>
                    <a:pt x="19975" y="763"/>
                  </a:lnTo>
                  <a:lnTo>
                    <a:pt x="23846" y="562"/>
                  </a:lnTo>
                  <a:lnTo>
                    <a:pt x="23204" y="522"/>
                  </a:lnTo>
                  <a:lnTo>
                    <a:pt x="22562" y="502"/>
                  </a:lnTo>
                  <a:lnTo>
                    <a:pt x="21259" y="482"/>
                  </a:lnTo>
                  <a:close/>
                  <a:moveTo>
                    <a:pt x="2018" y="6"/>
                  </a:moveTo>
                  <a:lnTo>
                    <a:pt x="1625" y="81"/>
                  </a:lnTo>
                  <a:lnTo>
                    <a:pt x="1405" y="141"/>
                  </a:lnTo>
                  <a:lnTo>
                    <a:pt x="1164" y="221"/>
                  </a:lnTo>
                  <a:lnTo>
                    <a:pt x="923" y="301"/>
                  </a:lnTo>
                  <a:lnTo>
                    <a:pt x="703" y="402"/>
                  </a:lnTo>
                  <a:lnTo>
                    <a:pt x="522" y="522"/>
                  </a:lnTo>
                  <a:lnTo>
                    <a:pt x="362" y="662"/>
                  </a:lnTo>
                  <a:lnTo>
                    <a:pt x="282" y="743"/>
                  </a:lnTo>
                  <a:lnTo>
                    <a:pt x="201" y="863"/>
                  </a:lnTo>
                  <a:lnTo>
                    <a:pt x="141" y="963"/>
                  </a:lnTo>
                  <a:lnTo>
                    <a:pt x="101" y="1063"/>
                  </a:lnTo>
                  <a:lnTo>
                    <a:pt x="21" y="1304"/>
                  </a:lnTo>
                  <a:lnTo>
                    <a:pt x="1" y="1545"/>
                  </a:lnTo>
                  <a:lnTo>
                    <a:pt x="21" y="1745"/>
                  </a:lnTo>
                  <a:lnTo>
                    <a:pt x="61" y="1946"/>
                  </a:lnTo>
                  <a:lnTo>
                    <a:pt x="141" y="2146"/>
                  </a:lnTo>
                  <a:lnTo>
                    <a:pt x="241" y="2347"/>
                  </a:lnTo>
                  <a:lnTo>
                    <a:pt x="362" y="2527"/>
                  </a:lnTo>
                  <a:lnTo>
                    <a:pt x="502" y="2688"/>
                  </a:lnTo>
                  <a:lnTo>
                    <a:pt x="663" y="2828"/>
                  </a:lnTo>
                  <a:lnTo>
                    <a:pt x="843" y="2949"/>
                  </a:lnTo>
                  <a:lnTo>
                    <a:pt x="1144" y="3089"/>
                  </a:lnTo>
                  <a:lnTo>
                    <a:pt x="1445" y="3189"/>
                  </a:lnTo>
                  <a:lnTo>
                    <a:pt x="1746" y="3229"/>
                  </a:lnTo>
                  <a:lnTo>
                    <a:pt x="2066" y="3249"/>
                  </a:lnTo>
                  <a:lnTo>
                    <a:pt x="2327" y="3249"/>
                  </a:lnTo>
                  <a:lnTo>
                    <a:pt x="2608" y="3209"/>
                  </a:lnTo>
                  <a:lnTo>
                    <a:pt x="2869" y="3169"/>
                  </a:lnTo>
                  <a:lnTo>
                    <a:pt x="3149" y="3109"/>
                  </a:lnTo>
                  <a:lnTo>
                    <a:pt x="3711" y="2949"/>
                  </a:lnTo>
                  <a:lnTo>
                    <a:pt x="4272" y="2748"/>
                  </a:lnTo>
                  <a:lnTo>
                    <a:pt x="5335" y="2327"/>
                  </a:lnTo>
                  <a:lnTo>
                    <a:pt x="5837" y="2146"/>
                  </a:lnTo>
                  <a:lnTo>
                    <a:pt x="6318" y="2026"/>
                  </a:lnTo>
                  <a:lnTo>
                    <a:pt x="6940" y="1886"/>
                  </a:lnTo>
                  <a:lnTo>
                    <a:pt x="7702" y="1765"/>
                  </a:lnTo>
                  <a:lnTo>
                    <a:pt x="8584" y="1645"/>
                  </a:lnTo>
                  <a:lnTo>
                    <a:pt x="9567" y="1525"/>
                  </a:lnTo>
                  <a:lnTo>
                    <a:pt x="10650" y="1404"/>
                  </a:lnTo>
                  <a:lnTo>
                    <a:pt x="11813" y="1304"/>
                  </a:lnTo>
                  <a:lnTo>
                    <a:pt x="14300" y="1104"/>
                  </a:lnTo>
                  <a:lnTo>
                    <a:pt x="14300" y="943"/>
                  </a:lnTo>
                  <a:lnTo>
                    <a:pt x="14280" y="803"/>
                  </a:lnTo>
                  <a:lnTo>
                    <a:pt x="14260" y="763"/>
                  </a:lnTo>
                  <a:lnTo>
                    <a:pt x="12876" y="823"/>
                  </a:lnTo>
                  <a:lnTo>
                    <a:pt x="11472" y="863"/>
                  </a:lnTo>
                  <a:lnTo>
                    <a:pt x="10068" y="923"/>
                  </a:lnTo>
                  <a:lnTo>
                    <a:pt x="9366" y="983"/>
                  </a:lnTo>
                  <a:lnTo>
                    <a:pt x="8664" y="1043"/>
                  </a:lnTo>
                  <a:lnTo>
                    <a:pt x="7962" y="1124"/>
                  </a:lnTo>
                  <a:lnTo>
                    <a:pt x="7261" y="1224"/>
                  </a:lnTo>
                  <a:lnTo>
                    <a:pt x="6519" y="1364"/>
                  </a:lnTo>
                  <a:lnTo>
                    <a:pt x="5777" y="1505"/>
                  </a:lnTo>
                  <a:lnTo>
                    <a:pt x="5034" y="1665"/>
                  </a:lnTo>
                  <a:lnTo>
                    <a:pt x="4292" y="1805"/>
                  </a:lnTo>
                  <a:lnTo>
                    <a:pt x="3591" y="1926"/>
                  </a:lnTo>
                  <a:lnTo>
                    <a:pt x="3210" y="1986"/>
                  </a:lnTo>
                  <a:lnTo>
                    <a:pt x="2849" y="2006"/>
                  </a:lnTo>
                  <a:lnTo>
                    <a:pt x="2668" y="1986"/>
                  </a:lnTo>
                  <a:lnTo>
                    <a:pt x="2508" y="1966"/>
                  </a:lnTo>
                  <a:lnTo>
                    <a:pt x="2267" y="1926"/>
                  </a:lnTo>
                  <a:lnTo>
                    <a:pt x="2066" y="1846"/>
                  </a:lnTo>
                  <a:lnTo>
                    <a:pt x="1886" y="1765"/>
                  </a:lnTo>
                  <a:lnTo>
                    <a:pt x="1726" y="1665"/>
                  </a:lnTo>
                  <a:lnTo>
                    <a:pt x="1605" y="1545"/>
                  </a:lnTo>
                  <a:lnTo>
                    <a:pt x="1505" y="1404"/>
                  </a:lnTo>
                  <a:lnTo>
                    <a:pt x="1445" y="1284"/>
                  </a:lnTo>
                  <a:lnTo>
                    <a:pt x="1385" y="1124"/>
                  </a:lnTo>
                  <a:lnTo>
                    <a:pt x="1365" y="983"/>
                  </a:lnTo>
                  <a:lnTo>
                    <a:pt x="1385" y="823"/>
                  </a:lnTo>
                  <a:lnTo>
                    <a:pt x="1425" y="682"/>
                  </a:lnTo>
                  <a:lnTo>
                    <a:pt x="1485" y="542"/>
                  </a:lnTo>
                  <a:lnTo>
                    <a:pt x="1585" y="382"/>
                  </a:lnTo>
                  <a:lnTo>
                    <a:pt x="1705" y="261"/>
                  </a:lnTo>
                  <a:lnTo>
                    <a:pt x="1846" y="121"/>
                  </a:lnTo>
                  <a:lnTo>
                    <a:pt x="2018" y="6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29"/>
            <p:cNvSpPr/>
            <p:nvPr/>
          </p:nvSpPr>
          <p:spPr>
            <a:xfrm>
              <a:off x="11825600" y="4338463"/>
              <a:ext cx="102300" cy="14050"/>
            </a:xfrm>
            <a:custGeom>
              <a:avLst/>
              <a:gdLst/>
              <a:ahLst/>
              <a:cxnLst/>
              <a:rect l="l" t="t" r="r" b="b"/>
              <a:pathLst>
                <a:path w="4092" h="562" extrusionOk="0">
                  <a:moveTo>
                    <a:pt x="4092" y="0"/>
                  </a:moveTo>
                  <a:lnTo>
                    <a:pt x="2046" y="100"/>
                  </a:lnTo>
                  <a:lnTo>
                    <a:pt x="1" y="221"/>
                  </a:lnTo>
                  <a:lnTo>
                    <a:pt x="21" y="261"/>
                  </a:lnTo>
                  <a:lnTo>
                    <a:pt x="41" y="401"/>
                  </a:lnTo>
                  <a:lnTo>
                    <a:pt x="41" y="562"/>
                  </a:lnTo>
                  <a:lnTo>
                    <a:pt x="3209" y="361"/>
                  </a:lnTo>
                  <a:lnTo>
                    <a:pt x="4092" y="301"/>
                  </a:lnTo>
                  <a:lnTo>
                    <a:pt x="409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2" name="Google Shape;6642;p31"/>
          <p:cNvSpPr txBox="1">
            <a:spLocks noGrp="1"/>
          </p:cNvSpPr>
          <p:nvPr>
            <p:ph type="title"/>
          </p:nvPr>
        </p:nvSpPr>
        <p:spPr>
          <a:xfrm>
            <a:off x="720000" y="539500"/>
            <a:ext cx="77040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Opis projekta</a:t>
            </a:r>
            <a:endParaRPr dirty="0"/>
          </a:p>
        </p:txBody>
      </p:sp>
      <p:sp>
        <p:nvSpPr>
          <p:cNvPr id="6643" name="Google Shape;6643;p31"/>
          <p:cNvSpPr txBox="1">
            <a:spLocks noGrp="1"/>
          </p:cNvSpPr>
          <p:nvPr>
            <p:ph type="body" idx="1"/>
          </p:nvPr>
        </p:nvSpPr>
        <p:spPr>
          <a:xfrm>
            <a:off x="720000" y="1642300"/>
            <a:ext cx="6169531" cy="219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285750" indent="-285750"/>
            <a:r>
              <a:rPr lang="en-US" sz="2000" dirty="0" err="1"/>
              <a:t>izraditi</a:t>
            </a:r>
            <a:r>
              <a:rPr lang="en-US" sz="2000" dirty="0"/>
              <a:t> web </a:t>
            </a:r>
            <a:r>
              <a:rPr lang="en-US" sz="2000" dirty="0" err="1"/>
              <a:t>aplikaciju</a:t>
            </a:r>
            <a:r>
              <a:rPr lang="en-US" sz="2000" dirty="0"/>
              <a:t> za </a:t>
            </a:r>
            <a:r>
              <a:rPr lang="en-US" sz="2000" dirty="0" err="1"/>
              <a:t>donaciju</a:t>
            </a:r>
            <a:r>
              <a:rPr lang="en-US" sz="2000" dirty="0"/>
              <a:t> </a:t>
            </a:r>
            <a:r>
              <a:rPr lang="en-US" sz="2000" dirty="0" err="1"/>
              <a:t>igračaka</a:t>
            </a:r>
            <a:endParaRPr lang="en-US" sz="2000" dirty="0"/>
          </a:p>
          <a:p>
            <a:pPr marL="285750" indent="-285750"/>
            <a:r>
              <a:rPr lang="en-US" sz="2000" dirty="0" err="1"/>
              <a:t>korisnici</a:t>
            </a:r>
            <a:r>
              <a:rPr lang="en-US" sz="2000" dirty="0"/>
              <a:t> </a:t>
            </a:r>
            <a:r>
              <a:rPr lang="en-US" sz="2000" dirty="0" err="1"/>
              <a:t>izrađuju</a:t>
            </a:r>
            <a:r>
              <a:rPr lang="en-US" sz="2000" dirty="0"/>
              <a:t> </a:t>
            </a:r>
            <a:r>
              <a:rPr lang="en-US" sz="2000" dirty="0" err="1"/>
              <a:t>račun</a:t>
            </a:r>
            <a:r>
              <a:rPr lang="en-US" sz="2000" dirty="0"/>
              <a:t>, </a:t>
            </a:r>
            <a:r>
              <a:rPr lang="en-US" sz="2000" dirty="0" err="1"/>
              <a:t>odabiru</a:t>
            </a:r>
            <a:r>
              <a:rPr lang="en-US" sz="2000" dirty="0"/>
              <a:t> </a:t>
            </a:r>
            <a:r>
              <a:rPr lang="en-US" sz="2000" dirty="0" err="1"/>
              <a:t>svoju</a:t>
            </a:r>
            <a:r>
              <a:rPr lang="en-US" sz="2000" dirty="0"/>
              <a:t> </a:t>
            </a:r>
            <a:r>
              <a:rPr lang="en-US" sz="2000" dirty="0" err="1"/>
              <a:t>ulogu</a:t>
            </a:r>
            <a:endParaRPr lang="en-US" sz="2000" dirty="0"/>
          </a:p>
          <a:p>
            <a:pPr marL="285750" indent="-285750"/>
            <a:r>
              <a:rPr lang="en-US" sz="2000" dirty="0" err="1"/>
              <a:t>darovatelji</a:t>
            </a:r>
            <a:r>
              <a:rPr lang="en-US" sz="2000" dirty="0"/>
              <a:t> </a:t>
            </a:r>
            <a:r>
              <a:rPr lang="en-US" sz="2000" dirty="0" err="1"/>
              <a:t>objavljuju</a:t>
            </a:r>
            <a:r>
              <a:rPr lang="en-US" sz="2000" dirty="0"/>
              <a:t>, </a:t>
            </a:r>
            <a:r>
              <a:rPr lang="en-US" sz="2000" dirty="0" err="1"/>
              <a:t>primatelji</a:t>
            </a:r>
            <a:r>
              <a:rPr lang="en-US" sz="2000" dirty="0"/>
              <a:t> </a:t>
            </a:r>
            <a:r>
              <a:rPr lang="en-US" sz="2000" dirty="0" err="1"/>
              <a:t>primaju</a:t>
            </a:r>
            <a:r>
              <a:rPr lang="en-US" sz="2000" dirty="0"/>
              <a:t> </a:t>
            </a:r>
            <a:r>
              <a:rPr lang="en-US" sz="2000" dirty="0" err="1"/>
              <a:t>igračke</a:t>
            </a:r>
            <a:endParaRPr lang="en-US" sz="2000" dirty="0"/>
          </a:p>
          <a:p>
            <a:pPr marL="285750" indent="-285750"/>
            <a:r>
              <a:rPr lang="en-US" sz="2000" dirty="0" err="1"/>
              <a:t>primopredaja</a:t>
            </a:r>
            <a:r>
              <a:rPr lang="en-US" sz="2000" dirty="0"/>
              <a:t> – </a:t>
            </a:r>
            <a:r>
              <a:rPr lang="en-US" sz="2000" dirty="0" err="1"/>
              <a:t>osobno</a:t>
            </a:r>
            <a:r>
              <a:rPr lang="en-US" sz="2000" dirty="0"/>
              <a:t> </a:t>
            </a:r>
            <a:r>
              <a:rPr lang="en-US" sz="2000" dirty="0" err="1"/>
              <a:t>ili</a:t>
            </a:r>
            <a:r>
              <a:rPr lang="en-US" sz="2000" dirty="0"/>
              <a:t> </a:t>
            </a:r>
            <a:r>
              <a:rPr lang="en-US" sz="2000" dirty="0" err="1"/>
              <a:t>poštom</a:t>
            </a:r>
            <a:endParaRPr lang="en-US" sz="2000" dirty="0"/>
          </a:p>
          <a:p>
            <a:pPr marL="285750" indent="-285750"/>
            <a:r>
              <a:rPr lang="en-US" sz="2000" dirty="0" err="1"/>
              <a:t>udruge</a:t>
            </a:r>
            <a:r>
              <a:rPr lang="en-US" sz="2000" dirty="0"/>
              <a:t> – </a:t>
            </a:r>
            <a:r>
              <a:rPr lang="en-US" sz="2000" dirty="0" err="1"/>
              <a:t>primatelji</a:t>
            </a:r>
            <a:r>
              <a:rPr lang="en-US" sz="2000" dirty="0"/>
              <a:t> s </a:t>
            </a:r>
            <a:r>
              <a:rPr lang="en-US" sz="2000" dirty="0" err="1"/>
              <a:t>kampanjama</a:t>
            </a:r>
            <a:endParaRPr sz="2000" dirty="0"/>
          </a:p>
        </p:txBody>
      </p:sp>
      <p:grpSp>
        <p:nvGrpSpPr>
          <p:cNvPr id="6645" name="Google Shape;6645;p31"/>
          <p:cNvGrpSpPr/>
          <p:nvPr/>
        </p:nvGrpSpPr>
        <p:grpSpPr>
          <a:xfrm>
            <a:off x="7193375" y="3101125"/>
            <a:ext cx="1765300" cy="1903938"/>
            <a:chOff x="9755600" y="2300713"/>
            <a:chExt cx="1765300" cy="1903938"/>
          </a:xfrm>
        </p:grpSpPr>
        <p:sp>
          <p:nvSpPr>
            <p:cNvPr id="6646" name="Google Shape;6646;p31"/>
            <p:cNvSpPr/>
            <p:nvPr/>
          </p:nvSpPr>
          <p:spPr>
            <a:xfrm>
              <a:off x="10095063" y="4128450"/>
              <a:ext cx="1092900" cy="762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31"/>
            <p:cNvSpPr/>
            <p:nvPr/>
          </p:nvSpPr>
          <p:spPr>
            <a:xfrm>
              <a:off x="10628450" y="2356363"/>
              <a:ext cx="26600" cy="257225"/>
            </a:xfrm>
            <a:custGeom>
              <a:avLst/>
              <a:gdLst/>
              <a:ahLst/>
              <a:cxnLst/>
              <a:rect l="l" t="t" r="r" b="b"/>
              <a:pathLst>
                <a:path w="1064" h="10289" extrusionOk="0">
                  <a:moveTo>
                    <a:pt x="322" y="0"/>
                  </a:moveTo>
                  <a:lnTo>
                    <a:pt x="1" y="10288"/>
                  </a:lnTo>
                  <a:lnTo>
                    <a:pt x="1064" y="10288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31"/>
            <p:cNvSpPr/>
            <p:nvPr/>
          </p:nvSpPr>
          <p:spPr>
            <a:xfrm>
              <a:off x="9851350" y="3122938"/>
              <a:ext cx="299325" cy="309375"/>
            </a:xfrm>
            <a:custGeom>
              <a:avLst/>
              <a:gdLst/>
              <a:ahLst/>
              <a:cxnLst/>
              <a:rect l="l" t="t" r="r" b="b"/>
              <a:pathLst>
                <a:path w="11973" h="12375" extrusionOk="0">
                  <a:moveTo>
                    <a:pt x="1144" y="0"/>
                  </a:moveTo>
                  <a:lnTo>
                    <a:pt x="923" y="21"/>
                  </a:lnTo>
                  <a:lnTo>
                    <a:pt x="722" y="81"/>
                  </a:lnTo>
                  <a:lnTo>
                    <a:pt x="522" y="161"/>
                  </a:lnTo>
                  <a:lnTo>
                    <a:pt x="422" y="221"/>
                  </a:lnTo>
                  <a:lnTo>
                    <a:pt x="341" y="301"/>
                  </a:lnTo>
                  <a:lnTo>
                    <a:pt x="261" y="382"/>
                  </a:lnTo>
                  <a:lnTo>
                    <a:pt x="201" y="482"/>
                  </a:lnTo>
                  <a:lnTo>
                    <a:pt x="141" y="582"/>
                  </a:lnTo>
                  <a:lnTo>
                    <a:pt x="101" y="702"/>
                  </a:lnTo>
                  <a:lnTo>
                    <a:pt x="81" y="823"/>
                  </a:lnTo>
                  <a:lnTo>
                    <a:pt x="61" y="963"/>
                  </a:lnTo>
                  <a:lnTo>
                    <a:pt x="21" y="2086"/>
                  </a:lnTo>
                  <a:lnTo>
                    <a:pt x="0" y="3309"/>
                  </a:lnTo>
                  <a:lnTo>
                    <a:pt x="0" y="3951"/>
                  </a:lnTo>
                  <a:lnTo>
                    <a:pt x="21" y="4613"/>
                  </a:lnTo>
                  <a:lnTo>
                    <a:pt x="61" y="5255"/>
                  </a:lnTo>
                  <a:lnTo>
                    <a:pt x="121" y="5917"/>
                  </a:lnTo>
                  <a:lnTo>
                    <a:pt x="201" y="6558"/>
                  </a:lnTo>
                  <a:lnTo>
                    <a:pt x="301" y="7200"/>
                  </a:lnTo>
                  <a:lnTo>
                    <a:pt x="462" y="7822"/>
                  </a:lnTo>
                  <a:lnTo>
                    <a:pt x="642" y="8403"/>
                  </a:lnTo>
                  <a:lnTo>
                    <a:pt x="742" y="8704"/>
                  </a:lnTo>
                  <a:lnTo>
                    <a:pt x="843" y="8965"/>
                  </a:lnTo>
                  <a:lnTo>
                    <a:pt x="983" y="9246"/>
                  </a:lnTo>
                  <a:lnTo>
                    <a:pt x="1103" y="9506"/>
                  </a:lnTo>
                  <a:lnTo>
                    <a:pt x="1264" y="9747"/>
                  </a:lnTo>
                  <a:lnTo>
                    <a:pt x="1424" y="9988"/>
                  </a:lnTo>
                  <a:lnTo>
                    <a:pt x="1585" y="10228"/>
                  </a:lnTo>
                  <a:lnTo>
                    <a:pt x="1765" y="10449"/>
                  </a:lnTo>
                  <a:lnTo>
                    <a:pt x="1966" y="10649"/>
                  </a:lnTo>
                  <a:lnTo>
                    <a:pt x="2166" y="10850"/>
                  </a:lnTo>
                  <a:lnTo>
                    <a:pt x="2407" y="11010"/>
                  </a:lnTo>
                  <a:lnTo>
                    <a:pt x="2628" y="11191"/>
                  </a:lnTo>
                  <a:lnTo>
                    <a:pt x="2888" y="11331"/>
                  </a:lnTo>
                  <a:lnTo>
                    <a:pt x="3129" y="11472"/>
                  </a:lnTo>
                  <a:lnTo>
                    <a:pt x="3410" y="11592"/>
                  </a:lnTo>
                  <a:lnTo>
                    <a:pt x="3690" y="11712"/>
                  </a:lnTo>
                  <a:lnTo>
                    <a:pt x="3971" y="11813"/>
                  </a:lnTo>
                  <a:lnTo>
                    <a:pt x="4252" y="11913"/>
                  </a:lnTo>
                  <a:lnTo>
                    <a:pt x="4854" y="12073"/>
                  </a:lnTo>
                  <a:lnTo>
                    <a:pt x="5475" y="12194"/>
                  </a:lnTo>
                  <a:lnTo>
                    <a:pt x="6117" y="12274"/>
                  </a:lnTo>
                  <a:lnTo>
                    <a:pt x="6779" y="12334"/>
                  </a:lnTo>
                  <a:lnTo>
                    <a:pt x="7421" y="12374"/>
                  </a:lnTo>
                  <a:lnTo>
                    <a:pt x="8704" y="12374"/>
                  </a:lnTo>
                  <a:lnTo>
                    <a:pt x="9326" y="12354"/>
                  </a:lnTo>
                  <a:lnTo>
                    <a:pt x="9927" y="12314"/>
                  </a:lnTo>
                  <a:lnTo>
                    <a:pt x="11030" y="12234"/>
                  </a:lnTo>
                  <a:lnTo>
                    <a:pt x="11211" y="12194"/>
                  </a:lnTo>
                  <a:lnTo>
                    <a:pt x="11351" y="12154"/>
                  </a:lnTo>
                  <a:lnTo>
                    <a:pt x="11512" y="12053"/>
                  </a:lnTo>
                  <a:lnTo>
                    <a:pt x="11652" y="11953"/>
                  </a:lnTo>
                  <a:lnTo>
                    <a:pt x="11752" y="11813"/>
                  </a:lnTo>
                  <a:lnTo>
                    <a:pt x="11853" y="11672"/>
                  </a:lnTo>
                  <a:lnTo>
                    <a:pt x="11913" y="11512"/>
                  </a:lnTo>
                  <a:lnTo>
                    <a:pt x="11953" y="11351"/>
                  </a:lnTo>
                  <a:lnTo>
                    <a:pt x="11973" y="11191"/>
                  </a:lnTo>
                  <a:lnTo>
                    <a:pt x="11953" y="11030"/>
                  </a:lnTo>
                  <a:lnTo>
                    <a:pt x="11913" y="10870"/>
                  </a:lnTo>
                  <a:lnTo>
                    <a:pt x="11873" y="10710"/>
                  </a:lnTo>
                  <a:lnTo>
                    <a:pt x="11792" y="10589"/>
                  </a:lnTo>
                  <a:lnTo>
                    <a:pt x="11672" y="10469"/>
                  </a:lnTo>
                  <a:lnTo>
                    <a:pt x="11552" y="10369"/>
                  </a:lnTo>
                  <a:lnTo>
                    <a:pt x="11391" y="10309"/>
                  </a:lnTo>
                  <a:lnTo>
                    <a:pt x="11231" y="10268"/>
                  </a:lnTo>
                  <a:lnTo>
                    <a:pt x="11030" y="10268"/>
                  </a:lnTo>
                  <a:lnTo>
                    <a:pt x="10128" y="10349"/>
                  </a:lnTo>
                  <a:lnTo>
                    <a:pt x="9085" y="10409"/>
                  </a:lnTo>
                  <a:lnTo>
                    <a:pt x="8544" y="10429"/>
                  </a:lnTo>
                  <a:lnTo>
                    <a:pt x="7982" y="10449"/>
                  </a:lnTo>
                  <a:lnTo>
                    <a:pt x="7421" y="10429"/>
                  </a:lnTo>
                  <a:lnTo>
                    <a:pt x="6839" y="10409"/>
                  </a:lnTo>
                  <a:lnTo>
                    <a:pt x="6278" y="10349"/>
                  </a:lnTo>
                  <a:lnTo>
                    <a:pt x="5736" y="10288"/>
                  </a:lnTo>
                  <a:lnTo>
                    <a:pt x="5215" y="10168"/>
                  </a:lnTo>
                  <a:lnTo>
                    <a:pt x="4713" y="10028"/>
                  </a:lnTo>
                  <a:lnTo>
                    <a:pt x="4473" y="9948"/>
                  </a:lnTo>
                  <a:lnTo>
                    <a:pt x="4252" y="9847"/>
                  </a:lnTo>
                  <a:lnTo>
                    <a:pt x="4031" y="9727"/>
                  </a:lnTo>
                  <a:lnTo>
                    <a:pt x="3831" y="9627"/>
                  </a:lnTo>
                  <a:lnTo>
                    <a:pt x="3630" y="9486"/>
                  </a:lnTo>
                  <a:lnTo>
                    <a:pt x="3470" y="9346"/>
                  </a:lnTo>
                  <a:lnTo>
                    <a:pt x="3289" y="9185"/>
                  </a:lnTo>
                  <a:lnTo>
                    <a:pt x="3149" y="9025"/>
                  </a:lnTo>
                  <a:lnTo>
                    <a:pt x="3009" y="8845"/>
                  </a:lnTo>
                  <a:lnTo>
                    <a:pt x="2888" y="8644"/>
                  </a:lnTo>
                  <a:lnTo>
                    <a:pt x="2768" y="8443"/>
                  </a:lnTo>
                  <a:lnTo>
                    <a:pt x="2648" y="8243"/>
                  </a:lnTo>
                  <a:lnTo>
                    <a:pt x="2467" y="7782"/>
                  </a:lnTo>
                  <a:lnTo>
                    <a:pt x="2307" y="7300"/>
                  </a:lnTo>
                  <a:lnTo>
                    <a:pt x="2186" y="6779"/>
                  </a:lnTo>
                  <a:lnTo>
                    <a:pt x="2086" y="6257"/>
                  </a:lnTo>
                  <a:lnTo>
                    <a:pt x="2026" y="5696"/>
                  </a:lnTo>
                  <a:lnTo>
                    <a:pt x="1966" y="5154"/>
                  </a:lnTo>
                  <a:lnTo>
                    <a:pt x="1946" y="4593"/>
                  </a:lnTo>
                  <a:lnTo>
                    <a:pt x="1926" y="4031"/>
                  </a:lnTo>
                  <a:lnTo>
                    <a:pt x="1946" y="2928"/>
                  </a:lnTo>
                  <a:lnTo>
                    <a:pt x="1986" y="1886"/>
                  </a:lnTo>
                  <a:lnTo>
                    <a:pt x="2026" y="963"/>
                  </a:lnTo>
                  <a:lnTo>
                    <a:pt x="2026" y="763"/>
                  </a:lnTo>
                  <a:lnTo>
                    <a:pt x="1986" y="602"/>
                  </a:lnTo>
                  <a:lnTo>
                    <a:pt x="1926" y="462"/>
                  </a:lnTo>
                  <a:lnTo>
                    <a:pt x="1845" y="341"/>
                  </a:lnTo>
                  <a:lnTo>
                    <a:pt x="1745" y="241"/>
                  </a:lnTo>
                  <a:lnTo>
                    <a:pt x="1625" y="141"/>
                  </a:lnTo>
                  <a:lnTo>
                    <a:pt x="1505" y="81"/>
                  </a:lnTo>
                  <a:lnTo>
                    <a:pt x="1364" y="41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31"/>
            <p:cNvSpPr/>
            <p:nvPr/>
          </p:nvSpPr>
          <p:spPr>
            <a:xfrm>
              <a:off x="9851350" y="3122938"/>
              <a:ext cx="299325" cy="309375"/>
            </a:xfrm>
            <a:custGeom>
              <a:avLst/>
              <a:gdLst/>
              <a:ahLst/>
              <a:cxnLst/>
              <a:rect l="l" t="t" r="r" b="b"/>
              <a:pathLst>
                <a:path w="11973" h="12375" fill="none" extrusionOk="0">
                  <a:moveTo>
                    <a:pt x="11351" y="12154"/>
                  </a:moveTo>
                  <a:lnTo>
                    <a:pt x="11351" y="12154"/>
                  </a:lnTo>
                  <a:lnTo>
                    <a:pt x="11211" y="12194"/>
                  </a:lnTo>
                  <a:lnTo>
                    <a:pt x="11030" y="12234"/>
                  </a:lnTo>
                  <a:lnTo>
                    <a:pt x="11030" y="12234"/>
                  </a:lnTo>
                  <a:lnTo>
                    <a:pt x="9927" y="12314"/>
                  </a:lnTo>
                  <a:lnTo>
                    <a:pt x="9326" y="12354"/>
                  </a:lnTo>
                  <a:lnTo>
                    <a:pt x="8704" y="12374"/>
                  </a:lnTo>
                  <a:lnTo>
                    <a:pt x="8062" y="12374"/>
                  </a:lnTo>
                  <a:lnTo>
                    <a:pt x="7421" y="12374"/>
                  </a:lnTo>
                  <a:lnTo>
                    <a:pt x="6779" y="12334"/>
                  </a:lnTo>
                  <a:lnTo>
                    <a:pt x="6117" y="12274"/>
                  </a:lnTo>
                  <a:lnTo>
                    <a:pt x="5475" y="12194"/>
                  </a:lnTo>
                  <a:lnTo>
                    <a:pt x="4854" y="12073"/>
                  </a:lnTo>
                  <a:lnTo>
                    <a:pt x="4252" y="11913"/>
                  </a:lnTo>
                  <a:lnTo>
                    <a:pt x="3971" y="11813"/>
                  </a:lnTo>
                  <a:lnTo>
                    <a:pt x="3690" y="11712"/>
                  </a:lnTo>
                  <a:lnTo>
                    <a:pt x="3410" y="11592"/>
                  </a:lnTo>
                  <a:lnTo>
                    <a:pt x="3129" y="11472"/>
                  </a:lnTo>
                  <a:lnTo>
                    <a:pt x="2888" y="11331"/>
                  </a:lnTo>
                  <a:lnTo>
                    <a:pt x="2628" y="11191"/>
                  </a:lnTo>
                  <a:lnTo>
                    <a:pt x="2407" y="11010"/>
                  </a:lnTo>
                  <a:lnTo>
                    <a:pt x="2166" y="10850"/>
                  </a:lnTo>
                  <a:lnTo>
                    <a:pt x="1966" y="10649"/>
                  </a:lnTo>
                  <a:lnTo>
                    <a:pt x="1765" y="10449"/>
                  </a:lnTo>
                  <a:lnTo>
                    <a:pt x="1765" y="10449"/>
                  </a:lnTo>
                  <a:lnTo>
                    <a:pt x="1585" y="10228"/>
                  </a:lnTo>
                  <a:lnTo>
                    <a:pt x="1424" y="9988"/>
                  </a:lnTo>
                  <a:lnTo>
                    <a:pt x="1264" y="9747"/>
                  </a:lnTo>
                  <a:lnTo>
                    <a:pt x="1103" y="9506"/>
                  </a:lnTo>
                  <a:lnTo>
                    <a:pt x="983" y="9246"/>
                  </a:lnTo>
                  <a:lnTo>
                    <a:pt x="843" y="8965"/>
                  </a:lnTo>
                  <a:lnTo>
                    <a:pt x="742" y="8704"/>
                  </a:lnTo>
                  <a:lnTo>
                    <a:pt x="642" y="8403"/>
                  </a:lnTo>
                  <a:lnTo>
                    <a:pt x="462" y="7822"/>
                  </a:lnTo>
                  <a:lnTo>
                    <a:pt x="301" y="7200"/>
                  </a:lnTo>
                  <a:lnTo>
                    <a:pt x="201" y="6558"/>
                  </a:lnTo>
                  <a:lnTo>
                    <a:pt x="121" y="5917"/>
                  </a:lnTo>
                  <a:lnTo>
                    <a:pt x="61" y="5255"/>
                  </a:lnTo>
                  <a:lnTo>
                    <a:pt x="21" y="4613"/>
                  </a:lnTo>
                  <a:lnTo>
                    <a:pt x="0" y="3951"/>
                  </a:lnTo>
                  <a:lnTo>
                    <a:pt x="0" y="3309"/>
                  </a:lnTo>
                  <a:lnTo>
                    <a:pt x="21" y="2086"/>
                  </a:lnTo>
                  <a:lnTo>
                    <a:pt x="61" y="963"/>
                  </a:lnTo>
                  <a:lnTo>
                    <a:pt x="61" y="963"/>
                  </a:lnTo>
                  <a:lnTo>
                    <a:pt x="81" y="823"/>
                  </a:lnTo>
                  <a:lnTo>
                    <a:pt x="101" y="702"/>
                  </a:lnTo>
                  <a:lnTo>
                    <a:pt x="141" y="582"/>
                  </a:lnTo>
                  <a:lnTo>
                    <a:pt x="201" y="482"/>
                  </a:lnTo>
                  <a:lnTo>
                    <a:pt x="261" y="382"/>
                  </a:lnTo>
                  <a:lnTo>
                    <a:pt x="341" y="301"/>
                  </a:lnTo>
                  <a:lnTo>
                    <a:pt x="422" y="221"/>
                  </a:lnTo>
                  <a:lnTo>
                    <a:pt x="522" y="161"/>
                  </a:lnTo>
                  <a:lnTo>
                    <a:pt x="722" y="81"/>
                  </a:lnTo>
                  <a:lnTo>
                    <a:pt x="923" y="21"/>
                  </a:lnTo>
                  <a:lnTo>
                    <a:pt x="1144" y="0"/>
                  </a:lnTo>
                  <a:lnTo>
                    <a:pt x="1364" y="41"/>
                  </a:lnTo>
                  <a:lnTo>
                    <a:pt x="1364" y="41"/>
                  </a:lnTo>
                  <a:lnTo>
                    <a:pt x="1505" y="81"/>
                  </a:lnTo>
                  <a:lnTo>
                    <a:pt x="1625" y="141"/>
                  </a:lnTo>
                  <a:lnTo>
                    <a:pt x="1745" y="241"/>
                  </a:lnTo>
                  <a:lnTo>
                    <a:pt x="1845" y="341"/>
                  </a:lnTo>
                  <a:lnTo>
                    <a:pt x="1926" y="462"/>
                  </a:lnTo>
                  <a:lnTo>
                    <a:pt x="1986" y="602"/>
                  </a:lnTo>
                  <a:lnTo>
                    <a:pt x="2026" y="763"/>
                  </a:lnTo>
                  <a:lnTo>
                    <a:pt x="2026" y="963"/>
                  </a:lnTo>
                  <a:lnTo>
                    <a:pt x="2026" y="963"/>
                  </a:lnTo>
                  <a:lnTo>
                    <a:pt x="1986" y="1886"/>
                  </a:lnTo>
                  <a:lnTo>
                    <a:pt x="1946" y="2928"/>
                  </a:lnTo>
                  <a:lnTo>
                    <a:pt x="1926" y="4031"/>
                  </a:lnTo>
                  <a:lnTo>
                    <a:pt x="1946" y="4593"/>
                  </a:lnTo>
                  <a:lnTo>
                    <a:pt x="1966" y="5154"/>
                  </a:lnTo>
                  <a:lnTo>
                    <a:pt x="2026" y="5696"/>
                  </a:lnTo>
                  <a:lnTo>
                    <a:pt x="2086" y="6257"/>
                  </a:lnTo>
                  <a:lnTo>
                    <a:pt x="2186" y="6779"/>
                  </a:lnTo>
                  <a:lnTo>
                    <a:pt x="2307" y="7300"/>
                  </a:lnTo>
                  <a:lnTo>
                    <a:pt x="2467" y="7782"/>
                  </a:lnTo>
                  <a:lnTo>
                    <a:pt x="2648" y="8243"/>
                  </a:lnTo>
                  <a:lnTo>
                    <a:pt x="2768" y="8443"/>
                  </a:lnTo>
                  <a:lnTo>
                    <a:pt x="2888" y="8644"/>
                  </a:lnTo>
                  <a:lnTo>
                    <a:pt x="3009" y="8845"/>
                  </a:lnTo>
                  <a:lnTo>
                    <a:pt x="3149" y="9025"/>
                  </a:lnTo>
                  <a:lnTo>
                    <a:pt x="3149" y="9025"/>
                  </a:lnTo>
                  <a:lnTo>
                    <a:pt x="3289" y="9185"/>
                  </a:lnTo>
                  <a:lnTo>
                    <a:pt x="3470" y="9346"/>
                  </a:lnTo>
                  <a:lnTo>
                    <a:pt x="3630" y="9486"/>
                  </a:lnTo>
                  <a:lnTo>
                    <a:pt x="3831" y="9627"/>
                  </a:lnTo>
                  <a:lnTo>
                    <a:pt x="4031" y="9727"/>
                  </a:lnTo>
                  <a:lnTo>
                    <a:pt x="4252" y="9847"/>
                  </a:lnTo>
                  <a:lnTo>
                    <a:pt x="4473" y="9948"/>
                  </a:lnTo>
                  <a:lnTo>
                    <a:pt x="4713" y="10028"/>
                  </a:lnTo>
                  <a:lnTo>
                    <a:pt x="5215" y="10168"/>
                  </a:lnTo>
                  <a:lnTo>
                    <a:pt x="5736" y="10288"/>
                  </a:lnTo>
                  <a:lnTo>
                    <a:pt x="6278" y="10349"/>
                  </a:lnTo>
                  <a:lnTo>
                    <a:pt x="6839" y="10409"/>
                  </a:lnTo>
                  <a:lnTo>
                    <a:pt x="7421" y="10429"/>
                  </a:lnTo>
                  <a:lnTo>
                    <a:pt x="7982" y="10449"/>
                  </a:lnTo>
                  <a:lnTo>
                    <a:pt x="8544" y="10429"/>
                  </a:lnTo>
                  <a:lnTo>
                    <a:pt x="9085" y="10409"/>
                  </a:lnTo>
                  <a:lnTo>
                    <a:pt x="10128" y="10349"/>
                  </a:lnTo>
                  <a:lnTo>
                    <a:pt x="11030" y="10268"/>
                  </a:lnTo>
                  <a:lnTo>
                    <a:pt x="11030" y="10268"/>
                  </a:lnTo>
                  <a:lnTo>
                    <a:pt x="11231" y="10268"/>
                  </a:lnTo>
                  <a:lnTo>
                    <a:pt x="11391" y="10309"/>
                  </a:lnTo>
                  <a:lnTo>
                    <a:pt x="11552" y="10369"/>
                  </a:lnTo>
                  <a:lnTo>
                    <a:pt x="11672" y="10469"/>
                  </a:lnTo>
                  <a:lnTo>
                    <a:pt x="11792" y="10589"/>
                  </a:lnTo>
                  <a:lnTo>
                    <a:pt x="11873" y="10710"/>
                  </a:lnTo>
                  <a:lnTo>
                    <a:pt x="11913" y="10870"/>
                  </a:lnTo>
                  <a:lnTo>
                    <a:pt x="11953" y="11030"/>
                  </a:lnTo>
                  <a:lnTo>
                    <a:pt x="11973" y="11191"/>
                  </a:lnTo>
                  <a:lnTo>
                    <a:pt x="11953" y="11351"/>
                  </a:lnTo>
                  <a:lnTo>
                    <a:pt x="11913" y="11512"/>
                  </a:lnTo>
                  <a:lnTo>
                    <a:pt x="11853" y="11672"/>
                  </a:lnTo>
                  <a:lnTo>
                    <a:pt x="11752" y="11813"/>
                  </a:lnTo>
                  <a:lnTo>
                    <a:pt x="11652" y="11953"/>
                  </a:lnTo>
                  <a:lnTo>
                    <a:pt x="11512" y="12053"/>
                  </a:lnTo>
                  <a:lnTo>
                    <a:pt x="11351" y="121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31"/>
            <p:cNvSpPr/>
            <p:nvPr/>
          </p:nvSpPr>
          <p:spPr>
            <a:xfrm>
              <a:off x="9851350" y="3162038"/>
              <a:ext cx="200575" cy="270275"/>
            </a:xfrm>
            <a:custGeom>
              <a:avLst/>
              <a:gdLst/>
              <a:ahLst/>
              <a:cxnLst/>
              <a:rect l="l" t="t" r="r" b="b"/>
              <a:pathLst>
                <a:path w="8023" h="10811" extrusionOk="0">
                  <a:moveTo>
                    <a:pt x="41" y="1"/>
                  </a:moveTo>
                  <a:lnTo>
                    <a:pt x="0" y="923"/>
                  </a:lnTo>
                  <a:lnTo>
                    <a:pt x="0" y="1906"/>
                  </a:lnTo>
                  <a:lnTo>
                    <a:pt x="0" y="2869"/>
                  </a:lnTo>
                  <a:lnTo>
                    <a:pt x="61" y="3831"/>
                  </a:lnTo>
                  <a:lnTo>
                    <a:pt x="101" y="4292"/>
                  </a:lnTo>
                  <a:lnTo>
                    <a:pt x="161" y="4774"/>
                  </a:lnTo>
                  <a:lnTo>
                    <a:pt x="241" y="5255"/>
                  </a:lnTo>
                  <a:lnTo>
                    <a:pt x="321" y="5716"/>
                  </a:lnTo>
                  <a:lnTo>
                    <a:pt x="422" y="6157"/>
                  </a:lnTo>
                  <a:lnTo>
                    <a:pt x="562" y="6599"/>
                  </a:lnTo>
                  <a:lnTo>
                    <a:pt x="702" y="7040"/>
                  </a:lnTo>
                  <a:lnTo>
                    <a:pt x="863" y="7441"/>
                  </a:lnTo>
                  <a:lnTo>
                    <a:pt x="1063" y="7842"/>
                  </a:lnTo>
                  <a:lnTo>
                    <a:pt x="1264" y="8203"/>
                  </a:lnTo>
                  <a:lnTo>
                    <a:pt x="1505" y="8564"/>
                  </a:lnTo>
                  <a:lnTo>
                    <a:pt x="1765" y="8885"/>
                  </a:lnTo>
                  <a:lnTo>
                    <a:pt x="2046" y="9166"/>
                  </a:lnTo>
                  <a:lnTo>
                    <a:pt x="2327" y="9406"/>
                  </a:lnTo>
                  <a:lnTo>
                    <a:pt x="2648" y="9627"/>
                  </a:lnTo>
                  <a:lnTo>
                    <a:pt x="2989" y="9827"/>
                  </a:lnTo>
                  <a:lnTo>
                    <a:pt x="3350" y="10008"/>
                  </a:lnTo>
                  <a:lnTo>
                    <a:pt x="3731" y="10168"/>
                  </a:lnTo>
                  <a:lnTo>
                    <a:pt x="4132" y="10309"/>
                  </a:lnTo>
                  <a:lnTo>
                    <a:pt x="4533" y="10429"/>
                  </a:lnTo>
                  <a:lnTo>
                    <a:pt x="4954" y="10529"/>
                  </a:lnTo>
                  <a:lnTo>
                    <a:pt x="5375" y="10610"/>
                  </a:lnTo>
                  <a:lnTo>
                    <a:pt x="5816" y="10670"/>
                  </a:lnTo>
                  <a:lnTo>
                    <a:pt x="6257" y="10730"/>
                  </a:lnTo>
                  <a:lnTo>
                    <a:pt x="6699" y="10770"/>
                  </a:lnTo>
                  <a:lnTo>
                    <a:pt x="7140" y="10790"/>
                  </a:lnTo>
                  <a:lnTo>
                    <a:pt x="8022" y="10810"/>
                  </a:lnTo>
                  <a:lnTo>
                    <a:pt x="8022" y="10810"/>
                  </a:lnTo>
                  <a:lnTo>
                    <a:pt x="8002" y="10549"/>
                  </a:lnTo>
                  <a:lnTo>
                    <a:pt x="8002" y="10409"/>
                  </a:lnTo>
                  <a:lnTo>
                    <a:pt x="7240" y="10329"/>
                  </a:lnTo>
                  <a:lnTo>
                    <a:pt x="6458" y="10208"/>
                  </a:lnTo>
                  <a:lnTo>
                    <a:pt x="6097" y="10128"/>
                  </a:lnTo>
                  <a:lnTo>
                    <a:pt x="5716" y="10028"/>
                  </a:lnTo>
                  <a:lnTo>
                    <a:pt x="5355" y="9928"/>
                  </a:lnTo>
                  <a:lnTo>
                    <a:pt x="4994" y="9807"/>
                  </a:lnTo>
                  <a:lnTo>
                    <a:pt x="4653" y="9687"/>
                  </a:lnTo>
                  <a:lnTo>
                    <a:pt x="4312" y="9527"/>
                  </a:lnTo>
                  <a:lnTo>
                    <a:pt x="3971" y="9366"/>
                  </a:lnTo>
                  <a:lnTo>
                    <a:pt x="3650" y="9166"/>
                  </a:lnTo>
                  <a:lnTo>
                    <a:pt x="3350" y="8965"/>
                  </a:lnTo>
                  <a:lnTo>
                    <a:pt x="3049" y="8745"/>
                  </a:lnTo>
                  <a:lnTo>
                    <a:pt x="2768" y="8484"/>
                  </a:lnTo>
                  <a:lnTo>
                    <a:pt x="2507" y="8203"/>
                  </a:lnTo>
                  <a:lnTo>
                    <a:pt x="2287" y="7942"/>
                  </a:lnTo>
                  <a:lnTo>
                    <a:pt x="2106" y="7682"/>
                  </a:lnTo>
                  <a:lnTo>
                    <a:pt x="1946" y="7401"/>
                  </a:lnTo>
                  <a:lnTo>
                    <a:pt x="1805" y="7120"/>
                  </a:lnTo>
                  <a:lnTo>
                    <a:pt x="1685" y="6819"/>
                  </a:lnTo>
                  <a:lnTo>
                    <a:pt x="1585" y="6518"/>
                  </a:lnTo>
                  <a:lnTo>
                    <a:pt x="1505" y="6218"/>
                  </a:lnTo>
                  <a:lnTo>
                    <a:pt x="1444" y="5917"/>
                  </a:lnTo>
                  <a:lnTo>
                    <a:pt x="1384" y="5596"/>
                  </a:lnTo>
                  <a:lnTo>
                    <a:pt x="1344" y="5275"/>
                  </a:lnTo>
                  <a:lnTo>
                    <a:pt x="1304" y="4633"/>
                  </a:lnTo>
                  <a:lnTo>
                    <a:pt x="1284" y="3992"/>
                  </a:lnTo>
                  <a:lnTo>
                    <a:pt x="1284" y="3330"/>
                  </a:lnTo>
                  <a:lnTo>
                    <a:pt x="1264" y="1685"/>
                  </a:lnTo>
                  <a:lnTo>
                    <a:pt x="1304" y="41"/>
                  </a:lnTo>
                  <a:lnTo>
                    <a:pt x="522" y="41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31"/>
            <p:cNvSpPr/>
            <p:nvPr/>
          </p:nvSpPr>
          <p:spPr>
            <a:xfrm>
              <a:off x="9851350" y="3162038"/>
              <a:ext cx="200575" cy="270275"/>
            </a:xfrm>
            <a:custGeom>
              <a:avLst/>
              <a:gdLst/>
              <a:ahLst/>
              <a:cxnLst/>
              <a:rect l="l" t="t" r="r" b="b"/>
              <a:pathLst>
                <a:path w="8023" h="10811" fill="none" extrusionOk="0">
                  <a:moveTo>
                    <a:pt x="41" y="1"/>
                  </a:moveTo>
                  <a:lnTo>
                    <a:pt x="41" y="1"/>
                  </a:lnTo>
                  <a:lnTo>
                    <a:pt x="0" y="923"/>
                  </a:lnTo>
                  <a:lnTo>
                    <a:pt x="0" y="1906"/>
                  </a:lnTo>
                  <a:lnTo>
                    <a:pt x="0" y="1906"/>
                  </a:lnTo>
                  <a:lnTo>
                    <a:pt x="0" y="2869"/>
                  </a:lnTo>
                  <a:lnTo>
                    <a:pt x="61" y="3831"/>
                  </a:lnTo>
                  <a:lnTo>
                    <a:pt x="101" y="4292"/>
                  </a:lnTo>
                  <a:lnTo>
                    <a:pt x="161" y="4774"/>
                  </a:lnTo>
                  <a:lnTo>
                    <a:pt x="241" y="5255"/>
                  </a:lnTo>
                  <a:lnTo>
                    <a:pt x="321" y="5716"/>
                  </a:lnTo>
                  <a:lnTo>
                    <a:pt x="422" y="6157"/>
                  </a:lnTo>
                  <a:lnTo>
                    <a:pt x="562" y="6599"/>
                  </a:lnTo>
                  <a:lnTo>
                    <a:pt x="702" y="7040"/>
                  </a:lnTo>
                  <a:lnTo>
                    <a:pt x="863" y="7441"/>
                  </a:lnTo>
                  <a:lnTo>
                    <a:pt x="1063" y="7842"/>
                  </a:lnTo>
                  <a:lnTo>
                    <a:pt x="1264" y="8203"/>
                  </a:lnTo>
                  <a:lnTo>
                    <a:pt x="1505" y="8564"/>
                  </a:lnTo>
                  <a:lnTo>
                    <a:pt x="1765" y="8885"/>
                  </a:lnTo>
                  <a:lnTo>
                    <a:pt x="1765" y="8885"/>
                  </a:lnTo>
                  <a:lnTo>
                    <a:pt x="2046" y="9166"/>
                  </a:lnTo>
                  <a:lnTo>
                    <a:pt x="2327" y="9406"/>
                  </a:lnTo>
                  <a:lnTo>
                    <a:pt x="2648" y="9627"/>
                  </a:lnTo>
                  <a:lnTo>
                    <a:pt x="2989" y="9827"/>
                  </a:lnTo>
                  <a:lnTo>
                    <a:pt x="3350" y="10008"/>
                  </a:lnTo>
                  <a:lnTo>
                    <a:pt x="3731" y="10168"/>
                  </a:lnTo>
                  <a:lnTo>
                    <a:pt x="4132" y="10309"/>
                  </a:lnTo>
                  <a:lnTo>
                    <a:pt x="4533" y="10429"/>
                  </a:lnTo>
                  <a:lnTo>
                    <a:pt x="4954" y="10529"/>
                  </a:lnTo>
                  <a:lnTo>
                    <a:pt x="5375" y="10610"/>
                  </a:lnTo>
                  <a:lnTo>
                    <a:pt x="5816" y="10670"/>
                  </a:lnTo>
                  <a:lnTo>
                    <a:pt x="6257" y="10730"/>
                  </a:lnTo>
                  <a:lnTo>
                    <a:pt x="6699" y="10770"/>
                  </a:lnTo>
                  <a:lnTo>
                    <a:pt x="7140" y="10790"/>
                  </a:lnTo>
                  <a:lnTo>
                    <a:pt x="8022" y="10810"/>
                  </a:lnTo>
                  <a:lnTo>
                    <a:pt x="8022" y="10810"/>
                  </a:lnTo>
                  <a:lnTo>
                    <a:pt x="8002" y="10549"/>
                  </a:lnTo>
                  <a:lnTo>
                    <a:pt x="8002" y="10409"/>
                  </a:lnTo>
                  <a:lnTo>
                    <a:pt x="8002" y="10409"/>
                  </a:lnTo>
                  <a:lnTo>
                    <a:pt x="7240" y="10329"/>
                  </a:lnTo>
                  <a:lnTo>
                    <a:pt x="6458" y="10208"/>
                  </a:lnTo>
                  <a:lnTo>
                    <a:pt x="6097" y="10128"/>
                  </a:lnTo>
                  <a:lnTo>
                    <a:pt x="5716" y="10028"/>
                  </a:lnTo>
                  <a:lnTo>
                    <a:pt x="5355" y="9928"/>
                  </a:lnTo>
                  <a:lnTo>
                    <a:pt x="4994" y="9807"/>
                  </a:lnTo>
                  <a:lnTo>
                    <a:pt x="4653" y="9687"/>
                  </a:lnTo>
                  <a:lnTo>
                    <a:pt x="4312" y="9527"/>
                  </a:lnTo>
                  <a:lnTo>
                    <a:pt x="3971" y="9366"/>
                  </a:lnTo>
                  <a:lnTo>
                    <a:pt x="3650" y="9166"/>
                  </a:lnTo>
                  <a:lnTo>
                    <a:pt x="3350" y="8965"/>
                  </a:lnTo>
                  <a:lnTo>
                    <a:pt x="3049" y="8745"/>
                  </a:lnTo>
                  <a:lnTo>
                    <a:pt x="2768" y="8484"/>
                  </a:lnTo>
                  <a:lnTo>
                    <a:pt x="2507" y="8203"/>
                  </a:lnTo>
                  <a:lnTo>
                    <a:pt x="2507" y="8203"/>
                  </a:lnTo>
                  <a:lnTo>
                    <a:pt x="2287" y="7942"/>
                  </a:lnTo>
                  <a:lnTo>
                    <a:pt x="2106" y="7682"/>
                  </a:lnTo>
                  <a:lnTo>
                    <a:pt x="1946" y="7401"/>
                  </a:lnTo>
                  <a:lnTo>
                    <a:pt x="1805" y="7120"/>
                  </a:lnTo>
                  <a:lnTo>
                    <a:pt x="1685" y="6819"/>
                  </a:lnTo>
                  <a:lnTo>
                    <a:pt x="1585" y="6518"/>
                  </a:lnTo>
                  <a:lnTo>
                    <a:pt x="1505" y="6218"/>
                  </a:lnTo>
                  <a:lnTo>
                    <a:pt x="1444" y="5917"/>
                  </a:lnTo>
                  <a:lnTo>
                    <a:pt x="1384" y="5596"/>
                  </a:lnTo>
                  <a:lnTo>
                    <a:pt x="1344" y="5275"/>
                  </a:lnTo>
                  <a:lnTo>
                    <a:pt x="1304" y="4633"/>
                  </a:lnTo>
                  <a:lnTo>
                    <a:pt x="1284" y="3992"/>
                  </a:lnTo>
                  <a:lnTo>
                    <a:pt x="1284" y="3330"/>
                  </a:lnTo>
                  <a:lnTo>
                    <a:pt x="1284" y="3330"/>
                  </a:lnTo>
                  <a:lnTo>
                    <a:pt x="1264" y="1685"/>
                  </a:lnTo>
                  <a:lnTo>
                    <a:pt x="1304" y="41"/>
                  </a:lnTo>
                  <a:lnTo>
                    <a:pt x="1304" y="41"/>
                  </a:lnTo>
                  <a:lnTo>
                    <a:pt x="1144" y="41"/>
                  </a:lnTo>
                  <a:lnTo>
                    <a:pt x="1144" y="41"/>
                  </a:lnTo>
                  <a:lnTo>
                    <a:pt x="1023" y="41"/>
                  </a:lnTo>
                  <a:lnTo>
                    <a:pt x="1023" y="41"/>
                  </a:lnTo>
                  <a:lnTo>
                    <a:pt x="903" y="41"/>
                  </a:lnTo>
                  <a:lnTo>
                    <a:pt x="903" y="41"/>
                  </a:lnTo>
                  <a:lnTo>
                    <a:pt x="522" y="41"/>
                  </a:lnTo>
                  <a:lnTo>
                    <a:pt x="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31"/>
            <p:cNvSpPr/>
            <p:nvPr/>
          </p:nvSpPr>
          <p:spPr>
            <a:xfrm>
              <a:off x="9755600" y="3008638"/>
              <a:ext cx="242675" cy="154425"/>
            </a:xfrm>
            <a:custGeom>
              <a:avLst/>
              <a:gdLst/>
              <a:ahLst/>
              <a:cxnLst/>
              <a:rect l="l" t="t" r="r" b="b"/>
              <a:pathLst>
                <a:path w="9707" h="6177" extrusionOk="0">
                  <a:moveTo>
                    <a:pt x="140" y="0"/>
                  </a:moveTo>
                  <a:lnTo>
                    <a:pt x="120" y="120"/>
                  </a:lnTo>
                  <a:lnTo>
                    <a:pt x="60" y="461"/>
                  </a:lnTo>
                  <a:lnTo>
                    <a:pt x="0" y="963"/>
                  </a:lnTo>
                  <a:lnTo>
                    <a:pt x="0" y="1284"/>
                  </a:lnTo>
                  <a:lnTo>
                    <a:pt x="0" y="1604"/>
                  </a:lnTo>
                  <a:lnTo>
                    <a:pt x="0" y="1965"/>
                  </a:lnTo>
                  <a:lnTo>
                    <a:pt x="40" y="2326"/>
                  </a:lnTo>
                  <a:lnTo>
                    <a:pt x="100" y="2707"/>
                  </a:lnTo>
                  <a:lnTo>
                    <a:pt x="201" y="3088"/>
                  </a:lnTo>
                  <a:lnTo>
                    <a:pt x="321" y="3449"/>
                  </a:lnTo>
                  <a:lnTo>
                    <a:pt x="481" y="3830"/>
                  </a:lnTo>
                  <a:lnTo>
                    <a:pt x="682" y="4171"/>
                  </a:lnTo>
                  <a:lnTo>
                    <a:pt x="802" y="4352"/>
                  </a:lnTo>
                  <a:lnTo>
                    <a:pt x="923" y="4512"/>
                  </a:lnTo>
                  <a:lnTo>
                    <a:pt x="1203" y="4813"/>
                  </a:lnTo>
                  <a:lnTo>
                    <a:pt x="1484" y="5074"/>
                  </a:lnTo>
                  <a:lnTo>
                    <a:pt x="1765" y="5294"/>
                  </a:lnTo>
                  <a:lnTo>
                    <a:pt x="2046" y="5495"/>
                  </a:lnTo>
                  <a:lnTo>
                    <a:pt x="2346" y="5655"/>
                  </a:lnTo>
                  <a:lnTo>
                    <a:pt x="2627" y="5796"/>
                  </a:lnTo>
                  <a:lnTo>
                    <a:pt x="2908" y="5896"/>
                  </a:lnTo>
                  <a:lnTo>
                    <a:pt x="3169" y="5996"/>
                  </a:lnTo>
                  <a:lnTo>
                    <a:pt x="3429" y="6057"/>
                  </a:lnTo>
                  <a:lnTo>
                    <a:pt x="3690" y="6097"/>
                  </a:lnTo>
                  <a:lnTo>
                    <a:pt x="4151" y="6157"/>
                  </a:lnTo>
                  <a:lnTo>
                    <a:pt x="4552" y="6177"/>
                  </a:lnTo>
                  <a:lnTo>
                    <a:pt x="5154" y="6177"/>
                  </a:lnTo>
                  <a:lnTo>
                    <a:pt x="5555" y="6157"/>
                  </a:lnTo>
                  <a:lnTo>
                    <a:pt x="6016" y="6097"/>
                  </a:lnTo>
                  <a:lnTo>
                    <a:pt x="6277" y="6057"/>
                  </a:lnTo>
                  <a:lnTo>
                    <a:pt x="6538" y="5996"/>
                  </a:lnTo>
                  <a:lnTo>
                    <a:pt x="6799" y="5896"/>
                  </a:lnTo>
                  <a:lnTo>
                    <a:pt x="7079" y="5796"/>
                  </a:lnTo>
                  <a:lnTo>
                    <a:pt x="7360" y="5655"/>
                  </a:lnTo>
                  <a:lnTo>
                    <a:pt x="7661" y="5495"/>
                  </a:lnTo>
                  <a:lnTo>
                    <a:pt x="7942" y="5294"/>
                  </a:lnTo>
                  <a:lnTo>
                    <a:pt x="8222" y="5074"/>
                  </a:lnTo>
                  <a:lnTo>
                    <a:pt x="8503" y="4813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345" y="3550"/>
                  </a:lnTo>
                  <a:lnTo>
                    <a:pt x="9466" y="3209"/>
                  </a:lnTo>
                  <a:lnTo>
                    <a:pt x="9566" y="2868"/>
                  </a:lnTo>
                  <a:lnTo>
                    <a:pt x="9626" y="2547"/>
                  </a:lnTo>
                  <a:lnTo>
                    <a:pt x="9666" y="2206"/>
                  </a:lnTo>
                  <a:lnTo>
                    <a:pt x="9706" y="1905"/>
                  </a:lnTo>
                  <a:lnTo>
                    <a:pt x="9706" y="1584"/>
                  </a:lnTo>
                  <a:lnTo>
                    <a:pt x="9706" y="1304"/>
                  </a:lnTo>
                  <a:lnTo>
                    <a:pt x="9686" y="762"/>
                  </a:lnTo>
                  <a:lnTo>
                    <a:pt x="9626" y="361"/>
                  </a:lnTo>
                  <a:lnTo>
                    <a:pt x="9566" y="0"/>
                  </a:lnTo>
                  <a:lnTo>
                    <a:pt x="6879" y="0"/>
                  </a:lnTo>
                  <a:lnTo>
                    <a:pt x="6899" y="140"/>
                  </a:lnTo>
                  <a:lnTo>
                    <a:pt x="6939" y="501"/>
                  </a:lnTo>
                  <a:lnTo>
                    <a:pt x="6959" y="762"/>
                  </a:lnTo>
                  <a:lnTo>
                    <a:pt x="6959" y="1043"/>
                  </a:lnTo>
                  <a:lnTo>
                    <a:pt x="6919" y="1344"/>
                  </a:lnTo>
                  <a:lnTo>
                    <a:pt x="6879" y="1645"/>
                  </a:lnTo>
                  <a:lnTo>
                    <a:pt x="6799" y="1945"/>
                  </a:lnTo>
                  <a:lnTo>
                    <a:pt x="6678" y="2246"/>
                  </a:lnTo>
                  <a:lnTo>
                    <a:pt x="6598" y="2387"/>
                  </a:lnTo>
                  <a:lnTo>
                    <a:pt x="6518" y="2527"/>
                  </a:lnTo>
                  <a:lnTo>
                    <a:pt x="6417" y="2647"/>
                  </a:lnTo>
                  <a:lnTo>
                    <a:pt x="6297" y="2768"/>
                  </a:lnTo>
                  <a:lnTo>
                    <a:pt x="6177" y="2888"/>
                  </a:lnTo>
                  <a:lnTo>
                    <a:pt x="6036" y="2988"/>
                  </a:lnTo>
                  <a:lnTo>
                    <a:pt x="5876" y="3068"/>
                  </a:lnTo>
                  <a:lnTo>
                    <a:pt x="5716" y="3149"/>
                  </a:lnTo>
                  <a:lnTo>
                    <a:pt x="5515" y="3209"/>
                  </a:lnTo>
                  <a:lnTo>
                    <a:pt x="5314" y="3249"/>
                  </a:lnTo>
                  <a:lnTo>
                    <a:pt x="5094" y="3289"/>
                  </a:lnTo>
                  <a:lnTo>
                    <a:pt x="4613" y="3289"/>
                  </a:lnTo>
                  <a:lnTo>
                    <a:pt x="4392" y="3249"/>
                  </a:lnTo>
                  <a:lnTo>
                    <a:pt x="4191" y="3209"/>
                  </a:lnTo>
                  <a:lnTo>
                    <a:pt x="3991" y="3149"/>
                  </a:lnTo>
                  <a:lnTo>
                    <a:pt x="3830" y="3068"/>
                  </a:lnTo>
                  <a:lnTo>
                    <a:pt x="3670" y="2988"/>
                  </a:lnTo>
                  <a:lnTo>
                    <a:pt x="3530" y="2888"/>
                  </a:lnTo>
                  <a:lnTo>
                    <a:pt x="3409" y="2768"/>
                  </a:lnTo>
                  <a:lnTo>
                    <a:pt x="3289" y="2647"/>
                  </a:lnTo>
                  <a:lnTo>
                    <a:pt x="3189" y="2527"/>
                  </a:lnTo>
                  <a:lnTo>
                    <a:pt x="3108" y="2387"/>
                  </a:lnTo>
                  <a:lnTo>
                    <a:pt x="3028" y="2246"/>
                  </a:lnTo>
                  <a:lnTo>
                    <a:pt x="2908" y="1945"/>
                  </a:lnTo>
                  <a:lnTo>
                    <a:pt x="2828" y="1645"/>
                  </a:lnTo>
                  <a:lnTo>
                    <a:pt x="2788" y="1344"/>
                  </a:lnTo>
                  <a:lnTo>
                    <a:pt x="2748" y="1043"/>
                  </a:lnTo>
                  <a:lnTo>
                    <a:pt x="2748" y="762"/>
                  </a:lnTo>
                  <a:lnTo>
                    <a:pt x="2768" y="501"/>
                  </a:lnTo>
                  <a:lnTo>
                    <a:pt x="2788" y="140"/>
                  </a:lnTo>
                  <a:lnTo>
                    <a:pt x="2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31"/>
            <p:cNvSpPr/>
            <p:nvPr/>
          </p:nvSpPr>
          <p:spPr>
            <a:xfrm>
              <a:off x="9755600" y="3008638"/>
              <a:ext cx="242675" cy="154425"/>
            </a:xfrm>
            <a:custGeom>
              <a:avLst/>
              <a:gdLst/>
              <a:ahLst/>
              <a:cxnLst/>
              <a:rect l="l" t="t" r="r" b="b"/>
              <a:pathLst>
                <a:path w="9707" h="6177" fill="none" extrusionOk="0">
                  <a:moveTo>
                    <a:pt x="9205" y="3871"/>
                  </a:moveTo>
                  <a:lnTo>
                    <a:pt x="9205" y="3871"/>
                  </a:lnTo>
                  <a:lnTo>
                    <a:pt x="9005" y="4191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503" y="4813"/>
                  </a:lnTo>
                  <a:lnTo>
                    <a:pt x="8222" y="5074"/>
                  </a:lnTo>
                  <a:lnTo>
                    <a:pt x="7942" y="5294"/>
                  </a:lnTo>
                  <a:lnTo>
                    <a:pt x="7661" y="5495"/>
                  </a:lnTo>
                  <a:lnTo>
                    <a:pt x="7360" y="5655"/>
                  </a:lnTo>
                  <a:lnTo>
                    <a:pt x="7079" y="5796"/>
                  </a:lnTo>
                  <a:lnTo>
                    <a:pt x="6799" y="5896"/>
                  </a:lnTo>
                  <a:lnTo>
                    <a:pt x="6538" y="5996"/>
                  </a:lnTo>
                  <a:lnTo>
                    <a:pt x="6277" y="6057"/>
                  </a:lnTo>
                  <a:lnTo>
                    <a:pt x="6016" y="6097"/>
                  </a:lnTo>
                  <a:lnTo>
                    <a:pt x="5555" y="6157"/>
                  </a:lnTo>
                  <a:lnTo>
                    <a:pt x="5154" y="6177"/>
                  </a:lnTo>
                  <a:lnTo>
                    <a:pt x="4853" y="6177"/>
                  </a:lnTo>
                  <a:lnTo>
                    <a:pt x="4853" y="6177"/>
                  </a:lnTo>
                  <a:lnTo>
                    <a:pt x="4552" y="6177"/>
                  </a:lnTo>
                  <a:lnTo>
                    <a:pt x="4151" y="6157"/>
                  </a:lnTo>
                  <a:lnTo>
                    <a:pt x="3690" y="6097"/>
                  </a:lnTo>
                  <a:lnTo>
                    <a:pt x="3429" y="6057"/>
                  </a:lnTo>
                  <a:lnTo>
                    <a:pt x="3169" y="5996"/>
                  </a:lnTo>
                  <a:lnTo>
                    <a:pt x="2908" y="5896"/>
                  </a:lnTo>
                  <a:lnTo>
                    <a:pt x="2627" y="5796"/>
                  </a:lnTo>
                  <a:lnTo>
                    <a:pt x="2346" y="5655"/>
                  </a:lnTo>
                  <a:lnTo>
                    <a:pt x="2046" y="5495"/>
                  </a:lnTo>
                  <a:lnTo>
                    <a:pt x="1765" y="5294"/>
                  </a:lnTo>
                  <a:lnTo>
                    <a:pt x="1484" y="5074"/>
                  </a:lnTo>
                  <a:lnTo>
                    <a:pt x="1203" y="4813"/>
                  </a:lnTo>
                  <a:lnTo>
                    <a:pt x="923" y="4512"/>
                  </a:lnTo>
                  <a:lnTo>
                    <a:pt x="923" y="4512"/>
                  </a:lnTo>
                  <a:lnTo>
                    <a:pt x="802" y="4352"/>
                  </a:lnTo>
                  <a:lnTo>
                    <a:pt x="682" y="4171"/>
                  </a:lnTo>
                  <a:lnTo>
                    <a:pt x="481" y="3830"/>
                  </a:lnTo>
                  <a:lnTo>
                    <a:pt x="321" y="3449"/>
                  </a:lnTo>
                  <a:lnTo>
                    <a:pt x="201" y="3088"/>
                  </a:lnTo>
                  <a:lnTo>
                    <a:pt x="100" y="2707"/>
                  </a:lnTo>
                  <a:lnTo>
                    <a:pt x="40" y="2326"/>
                  </a:lnTo>
                  <a:lnTo>
                    <a:pt x="0" y="1965"/>
                  </a:lnTo>
                  <a:lnTo>
                    <a:pt x="0" y="1604"/>
                  </a:lnTo>
                  <a:lnTo>
                    <a:pt x="0" y="1284"/>
                  </a:lnTo>
                  <a:lnTo>
                    <a:pt x="0" y="963"/>
                  </a:lnTo>
                  <a:lnTo>
                    <a:pt x="60" y="461"/>
                  </a:lnTo>
                  <a:lnTo>
                    <a:pt x="120" y="120"/>
                  </a:lnTo>
                  <a:lnTo>
                    <a:pt x="140" y="0"/>
                  </a:lnTo>
                  <a:lnTo>
                    <a:pt x="2828" y="0"/>
                  </a:lnTo>
                  <a:lnTo>
                    <a:pt x="2828" y="0"/>
                  </a:lnTo>
                  <a:lnTo>
                    <a:pt x="2788" y="140"/>
                  </a:lnTo>
                  <a:lnTo>
                    <a:pt x="2768" y="501"/>
                  </a:lnTo>
                  <a:lnTo>
                    <a:pt x="2748" y="762"/>
                  </a:lnTo>
                  <a:lnTo>
                    <a:pt x="2748" y="1043"/>
                  </a:lnTo>
                  <a:lnTo>
                    <a:pt x="2788" y="1344"/>
                  </a:lnTo>
                  <a:lnTo>
                    <a:pt x="2828" y="1645"/>
                  </a:lnTo>
                  <a:lnTo>
                    <a:pt x="2908" y="1945"/>
                  </a:lnTo>
                  <a:lnTo>
                    <a:pt x="3028" y="2246"/>
                  </a:lnTo>
                  <a:lnTo>
                    <a:pt x="3108" y="2387"/>
                  </a:lnTo>
                  <a:lnTo>
                    <a:pt x="3189" y="2527"/>
                  </a:lnTo>
                  <a:lnTo>
                    <a:pt x="3289" y="2647"/>
                  </a:lnTo>
                  <a:lnTo>
                    <a:pt x="3409" y="2768"/>
                  </a:lnTo>
                  <a:lnTo>
                    <a:pt x="3530" y="2888"/>
                  </a:lnTo>
                  <a:lnTo>
                    <a:pt x="3670" y="2988"/>
                  </a:lnTo>
                  <a:lnTo>
                    <a:pt x="3830" y="3068"/>
                  </a:lnTo>
                  <a:lnTo>
                    <a:pt x="3991" y="3149"/>
                  </a:lnTo>
                  <a:lnTo>
                    <a:pt x="4191" y="3209"/>
                  </a:lnTo>
                  <a:lnTo>
                    <a:pt x="4392" y="3249"/>
                  </a:lnTo>
                  <a:lnTo>
                    <a:pt x="4613" y="3289"/>
                  </a:lnTo>
                  <a:lnTo>
                    <a:pt x="4853" y="3289"/>
                  </a:lnTo>
                  <a:lnTo>
                    <a:pt x="4853" y="3289"/>
                  </a:lnTo>
                  <a:lnTo>
                    <a:pt x="5094" y="3289"/>
                  </a:lnTo>
                  <a:lnTo>
                    <a:pt x="5314" y="3249"/>
                  </a:lnTo>
                  <a:lnTo>
                    <a:pt x="5515" y="3209"/>
                  </a:lnTo>
                  <a:lnTo>
                    <a:pt x="5716" y="3149"/>
                  </a:lnTo>
                  <a:lnTo>
                    <a:pt x="5876" y="3068"/>
                  </a:lnTo>
                  <a:lnTo>
                    <a:pt x="6036" y="2988"/>
                  </a:lnTo>
                  <a:lnTo>
                    <a:pt x="6177" y="2888"/>
                  </a:lnTo>
                  <a:lnTo>
                    <a:pt x="6297" y="2768"/>
                  </a:lnTo>
                  <a:lnTo>
                    <a:pt x="6417" y="2647"/>
                  </a:lnTo>
                  <a:lnTo>
                    <a:pt x="6518" y="2527"/>
                  </a:lnTo>
                  <a:lnTo>
                    <a:pt x="6598" y="2387"/>
                  </a:lnTo>
                  <a:lnTo>
                    <a:pt x="6678" y="2246"/>
                  </a:lnTo>
                  <a:lnTo>
                    <a:pt x="6799" y="1945"/>
                  </a:lnTo>
                  <a:lnTo>
                    <a:pt x="6879" y="1645"/>
                  </a:lnTo>
                  <a:lnTo>
                    <a:pt x="6919" y="1344"/>
                  </a:lnTo>
                  <a:lnTo>
                    <a:pt x="6959" y="1043"/>
                  </a:lnTo>
                  <a:lnTo>
                    <a:pt x="6959" y="762"/>
                  </a:lnTo>
                  <a:lnTo>
                    <a:pt x="6939" y="501"/>
                  </a:lnTo>
                  <a:lnTo>
                    <a:pt x="6899" y="140"/>
                  </a:lnTo>
                  <a:lnTo>
                    <a:pt x="6879" y="0"/>
                  </a:lnTo>
                  <a:lnTo>
                    <a:pt x="9566" y="0"/>
                  </a:lnTo>
                  <a:lnTo>
                    <a:pt x="9566" y="0"/>
                  </a:lnTo>
                  <a:lnTo>
                    <a:pt x="9626" y="361"/>
                  </a:lnTo>
                  <a:lnTo>
                    <a:pt x="9686" y="762"/>
                  </a:lnTo>
                  <a:lnTo>
                    <a:pt x="9706" y="1304"/>
                  </a:lnTo>
                  <a:lnTo>
                    <a:pt x="9706" y="1584"/>
                  </a:lnTo>
                  <a:lnTo>
                    <a:pt x="9706" y="1905"/>
                  </a:lnTo>
                  <a:lnTo>
                    <a:pt x="9666" y="2206"/>
                  </a:lnTo>
                  <a:lnTo>
                    <a:pt x="9626" y="2547"/>
                  </a:lnTo>
                  <a:lnTo>
                    <a:pt x="9566" y="2868"/>
                  </a:lnTo>
                  <a:lnTo>
                    <a:pt x="9466" y="3209"/>
                  </a:lnTo>
                  <a:lnTo>
                    <a:pt x="9345" y="3550"/>
                  </a:lnTo>
                  <a:lnTo>
                    <a:pt x="9205" y="387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31"/>
            <p:cNvSpPr/>
            <p:nvPr/>
          </p:nvSpPr>
          <p:spPr>
            <a:xfrm>
              <a:off x="9755600" y="3008638"/>
              <a:ext cx="230150" cy="154425"/>
            </a:xfrm>
            <a:custGeom>
              <a:avLst/>
              <a:gdLst/>
              <a:ahLst/>
              <a:cxnLst/>
              <a:rect l="l" t="t" r="r" b="b"/>
              <a:pathLst>
                <a:path w="9206" h="6177" extrusionOk="0">
                  <a:moveTo>
                    <a:pt x="140" y="0"/>
                  </a:moveTo>
                  <a:lnTo>
                    <a:pt x="120" y="100"/>
                  </a:lnTo>
                  <a:lnTo>
                    <a:pt x="60" y="421"/>
                  </a:lnTo>
                  <a:lnTo>
                    <a:pt x="20" y="882"/>
                  </a:lnTo>
                  <a:lnTo>
                    <a:pt x="0" y="1163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0" y="2226"/>
                  </a:lnTo>
                  <a:lnTo>
                    <a:pt x="80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1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2" y="4332"/>
                  </a:lnTo>
                  <a:lnTo>
                    <a:pt x="923" y="4512"/>
                  </a:lnTo>
                  <a:lnTo>
                    <a:pt x="1183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1985" y="5455"/>
                  </a:lnTo>
                  <a:lnTo>
                    <a:pt x="2266" y="5615"/>
                  </a:lnTo>
                  <a:lnTo>
                    <a:pt x="2527" y="5756"/>
                  </a:lnTo>
                  <a:lnTo>
                    <a:pt x="2808" y="5876"/>
                  </a:lnTo>
                  <a:lnTo>
                    <a:pt x="3068" y="5956"/>
                  </a:lnTo>
                  <a:lnTo>
                    <a:pt x="3309" y="6036"/>
                  </a:lnTo>
                  <a:lnTo>
                    <a:pt x="355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5294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7" y="6036"/>
                  </a:lnTo>
                  <a:lnTo>
                    <a:pt x="6638" y="5956"/>
                  </a:lnTo>
                  <a:lnTo>
                    <a:pt x="6899" y="5876"/>
                  </a:lnTo>
                  <a:lnTo>
                    <a:pt x="7180" y="5756"/>
                  </a:lnTo>
                  <a:lnTo>
                    <a:pt x="7440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42" y="5054"/>
                  </a:lnTo>
                  <a:lnTo>
                    <a:pt x="8523" y="4793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205" y="3871"/>
                  </a:lnTo>
                  <a:lnTo>
                    <a:pt x="8824" y="4131"/>
                  </a:lnTo>
                  <a:lnTo>
                    <a:pt x="8403" y="4352"/>
                  </a:lnTo>
                  <a:lnTo>
                    <a:pt x="7982" y="4552"/>
                  </a:lnTo>
                  <a:lnTo>
                    <a:pt x="7541" y="4693"/>
                  </a:lnTo>
                  <a:lnTo>
                    <a:pt x="7099" y="4813"/>
                  </a:lnTo>
                  <a:lnTo>
                    <a:pt x="6638" y="4913"/>
                  </a:lnTo>
                  <a:lnTo>
                    <a:pt x="6157" y="4954"/>
                  </a:lnTo>
                  <a:lnTo>
                    <a:pt x="5675" y="4974"/>
                  </a:lnTo>
                  <a:lnTo>
                    <a:pt x="5375" y="4974"/>
                  </a:lnTo>
                  <a:lnTo>
                    <a:pt x="5094" y="4954"/>
                  </a:lnTo>
                  <a:lnTo>
                    <a:pt x="4793" y="4913"/>
                  </a:lnTo>
                  <a:lnTo>
                    <a:pt x="4492" y="4873"/>
                  </a:lnTo>
                  <a:lnTo>
                    <a:pt x="4071" y="4773"/>
                  </a:lnTo>
                  <a:lnTo>
                    <a:pt x="3650" y="4653"/>
                  </a:lnTo>
                  <a:lnTo>
                    <a:pt x="3249" y="4472"/>
                  </a:lnTo>
                  <a:lnTo>
                    <a:pt x="3048" y="4372"/>
                  </a:lnTo>
                  <a:lnTo>
                    <a:pt x="2868" y="4272"/>
                  </a:lnTo>
                  <a:lnTo>
                    <a:pt x="2687" y="4151"/>
                  </a:lnTo>
                  <a:lnTo>
                    <a:pt x="2507" y="4011"/>
                  </a:lnTo>
                  <a:lnTo>
                    <a:pt x="2366" y="3851"/>
                  </a:lnTo>
                  <a:lnTo>
                    <a:pt x="2226" y="3690"/>
                  </a:lnTo>
                  <a:lnTo>
                    <a:pt x="2086" y="3510"/>
                  </a:lnTo>
                  <a:lnTo>
                    <a:pt x="1985" y="3329"/>
                  </a:lnTo>
                  <a:lnTo>
                    <a:pt x="1885" y="3129"/>
                  </a:lnTo>
                  <a:lnTo>
                    <a:pt x="1805" y="2908"/>
                  </a:lnTo>
                  <a:lnTo>
                    <a:pt x="1725" y="2547"/>
                  </a:lnTo>
                  <a:lnTo>
                    <a:pt x="1705" y="2166"/>
                  </a:lnTo>
                  <a:lnTo>
                    <a:pt x="1685" y="1805"/>
                  </a:lnTo>
                  <a:lnTo>
                    <a:pt x="1725" y="1444"/>
                  </a:lnTo>
                  <a:lnTo>
                    <a:pt x="1785" y="1083"/>
                  </a:lnTo>
                  <a:lnTo>
                    <a:pt x="1845" y="702"/>
                  </a:lnTo>
                  <a:lnTo>
                    <a:pt x="1945" y="361"/>
                  </a:lnTo>
                  <a:lnTo>
                    <a:pt x="204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31"/>
            <p:cNvSpPr/>
            <p:nvPr/>
          </p:nvSpPr>
          <p:spPr>
            <a:xfrm>
              <a:off x="9755600" y="3008638"/>
              <a:ext cx="230150" cy="154425"/>
            </a:xfrm>
            <a:custGeom>
              <a:avLst/>
              <a:gdLst/>
              <a:ahLst/>
              <a:cxnLst/>
              <a:rect l="l" t="t" r="r" b="b"/>
              <a:pathLst>
                <a:path w="9206" h="6177" fill="none" extrusionOk="0">
                  <a:moveTo>
                    <a:pt x="2046" y="0"/>
                  </a:moveTo>
                  <a:lnTo>
                    <a:pt x="140" y="0"/>
                  </a:lnTo>
                  <a:lnTo>
                    <a:pt x="140" y="0"/>
                  </a:lnTo>
                  <a:lnTo>
                    <a:pt x="120" y="100"/>
                  </a:lnTo>
                  <a:lnTo>
                    <a:pt x="60" y="421"/>
                  </a:lnTo>
                  <a:lnTo>
                    <a:pt x="20" y="882"/>
                  </a:lnTo>
                  <a:lnTo>
                    <a:pt x="0" y="1163"/>
                  </a:lnTo>
                  <a:lnTo>
                    <a:pt x="0" y="1484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0" y="2226"/>
                  </a:lnTo>
                  <a:lnTo>
                    <a:pt x="80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1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2" y="4332"/>
                  </a:lnTo>
                  <a:lnTo>
                    <a:pt x="923" y="4512"/>
                  </a:lnTo>
                  <a:lnTo>
                    <a:pt x="923" y="4512"/>
                  </a:lnTo>
                  <a:lnTo>
                    <a:pt x="1183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1985" y="5455"/>
                  </a:lnTo>
                  <a:lnTo>
                    <a:pt x="2266" y="5615"/>
                  </a:lnTo>
                  <a:lnTo>
                    <a:pt x="2527" y="5756"/>
                  </a:lnTo>
                  <a:lnTo>
                    <a:pt x="2808" y="5876"/>
                  </a:lnTo>
                  <a:lnTo>
                    <a:pt x="3068" y="5956"/>
                  </a:lnTo>
                  <a:lnTo>
                    <a:pt x="3309" y="6036"/>
                  </a:lnTo>
                  <a:lnTo>
                    <a:pt x="355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4733" y="6177"/>
                  </a:lnTo>
                  <a:lnTo>
                    <a:pt x="4733" y="6177"/>
                  </a:lnTo>
                  <a:lnTo>
                    <a:pt x="4853" y="6177"/>
                  </a:lnTo>
                  <a:lnTo>
                    <a:pt x="4853" y="6177"/>
                  </a:lnTo>
                  <a:lnTo>
                    <a:pt x="4974" y="6177"/>
                  </a:lnTo>
                  <a:lnTo>
                    <a:pt x="4974" y="6177"/>
                  </a:lnTo>
                  <a:lnTo>
                    <a:pt x="5294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7" y="6036"/>
                  </a:lnTo>
                  <a:lnTo>
                    <a:pt x="6638" y="5956"/>
                  </a:lnTo>
                  <a:lnTo>
                    <a:pt x="6899" y="5876"/>
                  </a:lnTo>
                  <a:lnTo>
                    <a:pt x="7180" y="5756"/>
                  </a:lnTo>
                  <a:lnTo>
                    <a:pt x="7440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42" y="5054"/>
                  </a:lnTo>
                  <a:lnTo>
                    <a:pt x="8523" y="4793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205" y="3871"/>
                  </a:lnTo>
                  <a:lnTo>
                    <a:pt x="8824" y="4131"/>
                  </a:lnTo>
                  <a:lnTo>
                    <a:pt x="8403" y="4352"/>
                  </a:lnTo>
                  <a:lnTo>
                    <a:pt x="7982" y="4552"/>
                  </a:lnTo>
                  <a:lnTo>
                    <a:pt x="7541" y="4693"/>
                  </a:lnTo>
                  <a:lnTo>
                    <a:pt x="7099" y="4813"/>
                  </a:lnTo>
                  <a:lnTo>
                    <a:pt x="6638" y="4913"/>
                  </a:lnTo>
                  <a:lnTo>
                    <a:pt x="6157" y="4954"/>
                  </a:lnTo>
                  <a:lnTo>
                    <a:pt x="5675" y="4974"/>
                  </a:lnTo>
                  <a:lnTo>
                    <a:pt x="5675" y="4974"/>
                  </a:lnTo>
                  <a:lnTo>
                    <a:pt x="5375" y="4974"/>
                  </a:lnTo>
                  <a:lnTo>
                    <a:pt x="5094" y="4954"/>
                  </a:lnTo>
                  <a:lnTo>
                    <a:pt x="4793" y="4913"/>
                  </a:lnTo>
                  <a:lnTo>
                    <a:pt x="4492" y="4873"/>
                  </a:lnTo>
                  <a:lnTo>
                    <a:pt x="4492" y="4873"/>
                  </a:lnTo>
                  <a:lnTo>
                    <a:pt x="4071" y="4773"/>
                  </a:lnTo>
                  <a:lnTo>
                    <a:pt x="3650" y="4653"/>
                  </a:lnTo>
                  <a:lnTo>
                    <a:pt x="3249" y="4472"/>
                  </a:lnTo>
                  <a:lnTo>
                    <a:pt x="3048" y="4372"/>
                  </a:lnTo>
                  <a:lnTo>
                    <a:pt x="2868" y="4272"/>
                  </a:lnTo>
                  <a:lnTo>
                    <a:pt x="2687" y="4151"/>
                  </a:lnTo>
                  <a:lnTo>
                    <a:pt x="2507" y="4011"/>
                  </a:lnTo>
                  <a:lnTo>
                    <a:pt x="2366" y="3851"/>
                  </a:lnTo>
                  <a:lnTo>
                    <a:pt x="2226" y="3690"/>
                  </a:lnTo>
                  <a:lnTo>
                    <a:pt x="2086" y="3510"/>
                  </a:lnTo>
                  <a:lnTo>
                    <a:pt x="1985" y="3329"/>
                  </a:lnTo>
                  <a:lnTo>
                    <a:pt x="1885" y="3129"/>
                  </a:lnTo>
                  <a:lnTo>
                    <a:pt x="1805" y="2908"/>
                  </a:lnTo>
                  <a:lnTo>
                    <a:pt x="1805" y="2908"/>
                  </a:lnTo>
                  <a:lnTo>
                    <a:pt x="1725" y="2547"/>
                  </a:lnTo>
                  <a:lnTo>
                    <a:pt x="1705" y="2166"/>
                  </a:lnTo>
                  <a:lnTo>
                    <a:pt x="1685" y="1805"/>
                  </a:lnTo>
                  <a:lnTo>
                    <a:pt x="1725" y="1444"/>
                  </a:lnTo>
                  <a:lnTo>
                    <a:pt x="1785" y="1083"/>
                  </a:lnTo>
                  <a:lnTo>
                    <a:pt x="1845" y="702"/>
                  </a:lnTo>
                  <a:lnTo>
                    <a:pt x="1945" y="361"/>
                  </a:lnTo>
                  <a:lnTo>
                    <a:pt x="204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31"/>
            <p:cNvSpPr/>
            <p:nvPr/>
          </p:nvSpPr>
          <p:spPr>
            <a:xfrm>
              <a:off x="10051400" y="3285888"/>
              <a:ext cx="142900" cy="211600"/>
            </a:xfrm>
            <a:custGeom>
              <a:avLst/>
              <a:gdLst/>
              <a:ahLst/>
              <a:cxnLst/>
              <a:rect l="l" t="t" r="r" b="b"/>
              <a:pathLst>
                <a:path w="5716" h="8464" extrusionOk="0">
                  <a:moveTo>
                    <a:pt x="2607" y="0"/>
                  </a:moveTo>
                  <a:lnTo>
                    <a:pt x="2347" y="40"/>
                  </a:lnTo>
                  <a:lnTo>
                    <a:pt x="2106" y="100"/>
                  </a:lnTo>
                  <a:lnTo>
                    <a:pt x="1865" y="181"/>
                  </a:lnTo>
                  <a:lnTo>
                    <a:pt x="1625" y="281"/>
                  </a:lnTo>
                  <a:lnTo>
                    <a:pt x="1404" y="401"/>
                  </a:lnTo>
                  <a:lnTo>
                    <a:pt x="1203" y="522"/>
                  </a:lnTo>
                  <a:lnTo>
                    <a:pt x="1003" y="682"/>
                  </a:lnTo>
                  <a:lnTo>
                    <a:pt x="822" y="842"/>
                  </a:lnTo>
                  <a:lnTo>
                    <a:pt x="662" y="1023"/>
                  </a:lnTo>
                  <a:lnTo>
                    <a:pt x="522" y="1224"/>
                  </a:lnTo>
                  <a:lnTo>
                    <a:pt x="381" y="1424"/>
                  </a:lnTo>
                  <a:lnTo>
                    <a:pt x="281" y="1645"/>
                  </a:lnTo>
                  <a:lnTo>
                    <a:pt x="181" y="1885"/>
                  </a:lnTo>
                  <a:lnTo>
                    <a:pt x="100" y="2126"/>
                  </a:lnTo>
                  <a:lnTo>
                    <a:pt x="60" y="2367"/>
                  </a:lnTo>
                  <a:lnTo>
                    <a:pt x="20" y="2607"/>
                  </a:lnTo>
                  <a:lnTo>
                    <a:pt x="0" y="2848"/>
                  </a:lnTo>
                  <a:lnTo>
                    <a:pt x="0" y="5595"/>
                  </a:lnTo>
                  <a:lnTo>
                    <a:pt x="20" y="5896"/>
                  </a:lnTo>
                  <a:lnTo>
                    <a:pt x="60" y="6177"/>
                  </a:lnTo>
                  <a:lnTo>
                    <a:pt x="141" y="6458"/>
                  </a:lnTo>
                  <a:lnTo>
                    <a:pt x="241" y="6718"/>
                  </a:lnTo>
                  <a:lnTo>
                    <a:pt x="361" y="6959"/>
                  </a:lnTo>
                  <a:lnTo>
                    <a:pt x="502" y="7200"/>
                  </a:lnTo>
                  <a:lnTo>
                    <a:pt x="662" y="7420"/>
                  </a:lnTo>
                  <a:lnTo>
                    <a:pt x="842" y="7621"/>
                  </a:lnTo>
                  <a:lnTo>
                    <a:pt x="1103" y="7862"/>
                  </a:lnTo>
                  <a:lnTo>
                    <a:pt x="1404" y="8062"/>
                  </a:lnTo>
                  <a:lnTo>
                    <a:pt x="1705" y="8223"/>
                  </a:lnTo>
                  <a:lnTo>
                    <a:pt x="2046" y="8343"/>
                  </a:lnTo>
                  <a:lnTo>
                    <a:pt x="2246" y="8383"/>
                  </a:lnTo>
                  <a:lnTo>
                    <a:pt x="2447" y="8423"/>
                  </a:lnTo>
                  <a:lnTo>
                    <a:pt x="2647" y="8443"/>
                  </a:lnTo>
                  <a:lnTo>
                    <a:pt x="2868" y="8463"/>
                  </a:lnTo>
                  <a:lnTo>
                    <a:pt x="3149" y="8443"/>
                  </a:lnTo>
                  <a:lnTo>
                    <a:pt x="3430" y="8403"/>
                  </a:lnTo>
                  <a:lnTo>
                    <a:pt x="3710" y="8323"/>
                  </a:lnTo>
                  <a:lnTo>
                    <a:pt x="3971" y="8243"/>
                  </a:lnTo>
                  <a:lnTo>
                    <a:pt x="4212" y="8122"/>
                  </a:lnTo>
                  <a:lnTo>
                    <a:pt x="4452" y="7962"/>
                  </a:lnTo>
                  <a:lnTo>
                    <a:pt x="4673" y="7801"/>
                  </a:lnTo>
                  <a:lnTo>
                    <a:pt x="4873" y="7621"/>
                  </a:lnTo>
                  <a:lnTo>
                    <a:pt x="5054" y="7420"/>
                  </a:lnTo>
                  <a:lnTo>
                    <a:pt x="5234" y="7200"/>
                  </a:lnTo>
                  <a:lnTo>
                    <a:pt x="5375" y="6959"/>
                  </a:lnTo>
                  <a:lnTo>
                    <a:pt x="5495" y="6718"/>
                  </a:lnTo>
                  <a:lnTo>
                    <a:pt x="5595" y="6458"/>
                  </a:lnTo>
                  <a:lnTo>
                    <a:pt x="5656" y="6177"/>
                  </a:lnTo>
                  <a:lnTo>
                    <a:pt x="5696" y="5896"/>
                  </a:lnTo>
                  <a:lnTo>
                    <a:pt x="5716" y="5595"/>
                  </a:lnTo>
                  <a:lnTo>
                    <a:pt x="5716" y="2848"/>
                  </a:lnTo>
                  <a:lnTo>
                    <a:pt x="5696" y="2567"/>
                  </a:lnTo>
                  <a:lnTo>
                    <a:pt x="5656" y="2286"/>
                  </a:lnTo>
                  <a:lnTo>
                    <a:pt x="5595" y="2006"/>
                  </a:lnTo>
                  <a:lnTo>
                    <a:pt x="5495" y="1745"/>
                  </a:lnTo>
                  <a:lnTo>
                    <a:pt x="5375" y="1484"/>
                  </a:lnTo>
                  <a:lnTo>
                    <a:pt x="5234" y="1264"/>
                  </a:lnTo>
                  <a:lnTo>
                    <a:pt x="5054" y="1043"/>
                  </a:lnTo>
                  <a:lnTo>
                    <a:pt x="4873" y="842"/>
                  </a:lnTo>
                  <a:lnTo>
                    <a:pt x="4673" y="642"/>
                  </a:lnTo>
                  <a:lnTo>
                    <a:pt x="4452" y="482"/>
                  </a:lnTo>
                  <a:lnTo>
                    <a:pt x="4232" y="341"/>
                  </a:lnTo>
                  <a:lnTo>
                    <a:pt x="3971" y="221"/>
                  </a:lnTo>
                  <a:lnTo>
                    <a:pt x="3710" y="121"/>
                  </a:lnTo>
                  <a:lnTo>
                    <a:pt x="3430" y="60"/>
                  </a:lnTo>
                  <a:lnTo>
                    <a:pt x="3149" y="20"/>
                  </a:lnTo>
                  <a:lnTo>
                    <a:pt x="286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31"/>
            <p:cNvSpPr/>
            <p:nvPr/>
          </p:nvSpPr>
          <p:spPr>
            <a:xfrm>
              <a:off x="10051400" y="3285888"/>
              <a:ext cx="142900" cy="211600"/>
            </a:xfrm>
            <a:custGeom>
              <a:avLst/>
              <a:gdLst/>
              <a:ahLst/>
              <a:cxnLst/>
              <a:rect l="l" t="t" r="r" b="b"/>
              <a:pathLst>
                <a:path w="5716" h="8464" fill="none" extrusionOk="0">
                  <a:moveTo>
                    <a:pt x="5716" y="2848"/>
                  </a:moveTo>
                  <a:lnTo>
                    <a:pt x="5716" y="5595"/>
                  </a:lnTo>
                  <a:lnTo>
                    <a:pt x="5716" y="5595"/>
                  </a:lnTo>
                  <a:lnTo>
                    <a:pt x="5696" y="5896"/>
                  </a:lnTo>
                  <a:lnTo>
                    <a:pt x="5656" y="6177"/>
                  </a:lnTo>
                  <a:lnTo>
                    <a:pt x="5595" y="6458"/>
                  </a:lnTo>
                  <a:lnTo>
                    <a:pt x="5495" y="6718"/>
                  </a:lnTo>
                  <a:lnTo>
                    <a:pt x="5375" y="6959"/>
                  </a:lnTo>
                  <a:lnTo>
                    <a:pt x="5234" y="7200"/>
                  </a:lnTo>
                  <a:lnTo>
                    <a:pt x="5054" y="7420"/>
                  </a:lnTo>
                  <a:lnTo>
                    <a:pt x="4873" y="7621"/>
                  </a:lnTo>
                  <a:lnTo>
                    <a:pt x="4673" y="7801"/>
                  </a:lnTo>
                  <a:lnTo>
                    <a:pt x="4452" y="7962"/>
                  </a:lnTo>
                  <a:lnTo>
                    <a:pt x="4212" y="8122"/>
                  </a:lnTo>
                  <a:lnTo>
                    <a:pt x="3971" y="8243"/>
                  </a:lnTo>
                  <a:lnTo>
                    <a:pt x="3710" y="8323"/>
                  </a:lnTo>
                  <a:lnTo>
                    <a:pt x="3430" y="8403"/>
                  </a:lnTo>
                  <a:lnTo>
                    <a:pt x="3149" y="8443"/>
                  </a:lnTo>
                  <a:lnTo>
                    <a:pt x="2868" y="8463"/>
                  </a:lnTo>
                  <a:lnTo>
                    <a:pt x="2868" y="8463"/>
                  </a:lnTo>
                  <a:lnTo>
                    <a:pt x="2647" y="8443"/>
                  </a:lnTo>
                  <a:lnTo>
                    <a:pt x="2447" y="8423"/>
                  </a:lnTo>
                  <a:lnTo>
                    <a:pt x="2246" y="8383"/>
                  </a:lnTo>
                  <a:lnTo>
                    <a:pt x="2046" y="8343"/>
                  </a:lnTo>
                  <a:lnTo>
                    <a:pt x="2046" y="8343"/>
                  </a:lnTo>
                  <a:lnTo>
                    <a:pt x="1705" y="8223"/>
                  </a:lnTo>
                  <a:lnTo>
                    <a:pt x="1404" y="8062"/>
                  </a:lnTo>
                  <a:lnTo>
                    <a:pt x="1103" y="7862"/>
                  </a:lnTo>
                  <a:lnTo>
                    <a:pt x="842" y="7621"/>
                  </a:lnTo>
                  <a:lnTo>
                    <a:pt x="842" y="7621"/>
                  </a:lnTo>
                  <a:lnTo>
                    <a:pt x="662" y="7420"/>
                  </a:lnTo>
                  <a:lnTo>
                    <a:pt x="502" y="7200"/>
                  </a:lnTo>
                  <a:lnTo>
                    <a:pt x="361" y="6959"/>
                  </a:lnTo>
                  <a:lnTo>
                    <a:pt x="241" y="6718"/>
                  </a:lnTo>
                  <a:lnTo>
                    <a:pt x="141" y="6458"/>
                  </a:lnTo>
                  <a:lnTo>
                    <a:pt x="60" y="6177"/>
                  </a:lnTo>
                  <a:lnTo>
                    <a:pt x="20" y="5896"/>
                  </a:lnTo>
                  <a:lnTo>
                    <a:pt x="0" y="5595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607"/>
                  </a:lnTo>
                  <a:lnTo>
                    <a:pt x="60" y="2367"/>
                  </a:lnTo>
                  <a:lnTo>
                    <a:pt x="60" y="2367"/>
                  </a:lnTo>
                  <a:lnTo>
                    <a:pt x="100" y="2126"/>
                  </a:lnTo>
                  <a:lnTo>
                    <a:pt x="181" y="1885"/>
                  </a:lnTo>
                  <a:lnTo>
                    <a:pt x="281" y="1645"/>
                  </a:lnTo>
                  <a:lnTo>
                    <a:pt x="381" y="1424"/>
                  </a:lnTo>
                  <a:lnTo>
                    <a:pt x="522" y="1224"/>
                  </a:lnTo>
                  <a:lnTo>
                    <a:pt x="662" y="1023"/>
                  </a:lnTo>
                  <a:lnTo>
                    <a:pt x="822" y="842"/>
                  </a:lnTo>
                  <a:lnTo>
                    <a:pt x="1003" y="682"/>
                  </a:lnTo>
                  <a:lnTo>
                    <a:pt x="1203" y="522"/>
                  </a:lnTo>
                  <a:lnTo>
                    <a:pt x="1404" y="401"/>
                  </a:lnTo>
                  <a:lnTo>
                    <a:pt x="1625" y="281"/>
                  </a:lnTo>
                  <a:lnTo>
                    <a:pt x="1865" y="181"/>
                  </a:lnTo>
                  <a:lnTo>
                    <a:pt x="2106" y="100"/>
                  </a:lnTo>
                  <a:lnTo>
                    <a:pt x="2347" y="40"/>
                  </a:lnTo>
                  <a:lnTo>
                    <a:pt x="2607" y="0"/>
                  </a:lnTo>
                  <a:lnTo>
                    <a:pt x="2868" y="0"/>
                  </a:lnTo>
                  <a:lnTo>
                    <a:pt x="2868" y="0"/>
                  </a:lnTo>
                  <a:lnTo>
                    <a:pt x="3149" y="20"/>
                  </a:lnTo>
                  <a:lnTo>
                    <a:pt x="3430" y="60"/>
                  </a:lnTo>
                  <a:lnTo>
                    <a:pt x="3710" y="121"/>
                  </a:lnTo>
                  <a:lnTo>
                    <a:pt x="3971" y="221"/>
                  </a:lnTo>
                  <a:lnTo>
                    <a:pt x="4232" y="341"/>
                  </a:lnTo>
                  <a:lnTo>
                    <a:pt x="4452" y="482"/>
                  </a:lnTo>
                  <a:lnTo>
                    <a:pt x="4673" y="642"/>
                  </a:lnTo>
                  <a:lnTo>
                    <a:pt x="4873" y="842"/>
                  </a:lnTo>
                  <a:lnTo>
                    <a:pt x="4873" y="842"/>
                  </a:lnTo>
                  <a:lnTo>
                    <a:pt x="5054" y="1043"/>
                  </a:lnTo>
                  <a:lnTo>
                    <a:pt x="5234" y="1264"/>
                  </a:lnTo>
                  <a:lnTo>
                    <a:pt x="5375" y="1484"/>
                  </a:lnTo>
                  <a:lnTo>
                    <a:pt x="5495" y="1745"/>
                  </a:lnTo>
                  <a:lnTo>
                    <a:pt x="5595" y="2006"/>
                  </a:lnTo>
                  <a:lnTo>
                    <a:pt x="5656" y="2286"/>
                  </a:lnTo>
                  <a:lnTo>
                    <a:pt x="5696" y="2567"/>
                  </a:lnTo>
                  <a:lnTo>
                    <a:pt x="5716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31"/>
            <p:cNvSpPr/>
            <p:nvPr/>
          </p:nvSpPr>
          <p:spPr>
            <a:xfrm>
              <a:off x="10052900" y="3285888"/>
              <a:ext cx="90275" cy="211600"/>
            </a:xfrm>
            <a:custGeom>
              <a:avLst/>
              <a:gdLst/>
              <a:ahLst/>
              <a:cxnLst/>
              <a:rect l="l" t="t" r="r" b="b"/>
              <a:pathLst>
                <a:path w="3611" h="8464" extrusionOk="0">
                  <a:moveTo>
                    <a:pt x="2547" y="0"/>
                  </a:moveTo>
                  <a:lnTo>
                    <a:pt x="2287" y="40"/>
                  </a:lnTo>
                  <a:lnTo>
                    <a:pt x="2046" y="100"/>
                  </a:lnTo>
                  <a:lnTo>
                    <a:pt x="1805" y="181"/>
                  </a:lnTo>
                  <a:lnTo>
                    <a:pt x="1565" y="281"/>
                  </a:lnTo>
                  <a:lnTo>
                    <a:pt x="1344" y="401"/>
                  </a:lnTo>
                  <a:lnTo>
                    <a:pt x="1143" y="522"/>
                  </a:lnTo>
                  <a:lnTo>
                    <a:pt x="943" y="682"/>
                  </a:lnTo>
                  <a:lnTo>
                    <a:pt x="762" y="842"/>
                  </a:lnTo>
                  <a:lnTo>
                    <a:pt x="602" y="1023"/>
                  </a:lnTo>
                  <a:lnTo>
                    <a:pt x="462" y="1224"/>
                  </a:lnTo>
                  <a:lnTo>
                    <a:pt x="321" y="1424"/>
                  </a:lnTo>
                  <a:lnTo>
                    <a:pt x="221" y="1645"/>
                  </a:lnTo>
                  <a:lnTo>
                    <a:pt x="121" y="1885"/>
                  </a:lnTo>
                  <a:lnTo>
                    <a:pt x="40" y="2126"/>
                  </a:lnTo>
                  <a:lnTo>
                    <a:pt x="0" y="2367"/>
                  </a:lnTo>
                  <a:lnTo>
                    <a:pt x="241" y="2347"/>
                  </a:lnTo>
                  <a:lnTo>
                    <a:pt x="421" y="2367"/>
                  </a:lnTo>
                  <a:lnTo>
                    <a:pt x="582" y="2387"/>
                  </a:lnTo>
                  <a:lnTo>
                    <a:pt x="722" y="2447"/>
                  </a:lnTo>
                  <a:lnTo>
                    <a:pt x="863" y="2507"/>
                  </a:lnTo>
                  <a:lnTo>
                    <a:pt x="1003" y="2607"/>
                  </a:lnTo>
                  <a:lnTo>
                    <a:pt x="1123" y="2708"/>
                  </a:lnTo>
                  <a:lnTo>
                    <a:pt x="1224" y="2828"/>
                  </a:lnTo>
                  <a:lnTo>
                    <a:pt x="1324" y="2968"/>
                  </a:lnTo>
                  <a:lnTo>
                    <a:pt x="1404" y="3129"/>
                  </a:lnTo>
                  <a:lnTo>
                    <a:pt x="1504" y="3289"/>
                  </a:lnTo>
                  <a:lnTo>
                    <a:pt x="1625" y="3630"/>
                  </a:lnTo>
                  <a:lnTo>
                    <a:pt x="1745" y="4031"/>
                  </a:lnTo>
                  <a:lnTo>
                    <a:pt x="1825" y="4452"/>
                  </a:lnTo>
                  <a:lnTo>
                    <a:pt x="1885" y="4894"/>
                  </a:lnTo>
                  <a:lnTo>
                    <a:pt x="1946" y="5335"/>
                  </a:lnTo>
                  <a:lnTo>
                    <a:pt x="1966" y="5776"/>
                  </a:lnTo>
                  <a:lnTo>
                    <a:pt x="1986" y="6197"/>
                  </a:lnTo>
                  <a:lnTo>
                    <a:pt x="2006" y="6979"/>
                  </a:lnTo>
                  <a:lnTo>
                    <a:pt x="2006" y="7621"/>
                  </a:lnTo>
                  <a:lnTo>
                    <a:pt x="2006" y="7942"/>
                  </a:lnTo>
                  <a:lnTo>
                    <a:pt x="1986" y="8343"/>
                  </a:lnTo>
                  <a:lnTo>
                    <a:pt x="2186" y="8383"/>
                  </a:lnTo>
                  <a:lnTo>
                    <a:pt x="2387" y="8423"/>
                  </a:lnTo>
                  <a:lnTo>
                    <a:pt x="2587" y="8443"/>
                  </a:lnTo>
                  <a:lnTo>
                    <a:pt x="2808" y="8463"/>
                  </a:lnTo>
                  <a:lnTo>
                    <a:pt x="3109" y="8443"/>
                  </a:lnTo>
                  <a:lnTo>
                    <a:pt x="3390" y="8403"/>
                  </a:lnTo>
                  <a:lnTo>
                    <a:pt x="3390" y="2006"/>
                  </a:lnTo>
                  <a:lnTo>
                    <a:pt x="3410" y="1524"/>
                  </a:lnTo>
                  <a:lnTo>
                    <a:pt x="3450" y="1043"/>
                  </a:lnTo>
                  <a:lnTo>
                    <a:pt x="3510" y="582"/>
                  </a:lnTo>
                  <a:lnTo>
                    <a:pt x="3610" y="121"/>
                  </a:lnTo>
                  <a:lnTo>
                    <a:pt x="3410" y="60"/>
                  </a:lnTo>
                  <a:lnTo>
                    <a:pt x="3209" y="20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31"/>
            <p:cNvSpPr/>
            <p:nvPr/>
          </p:nvSpPr>
          <p:spPr>
            <a:xfrm>
              <a:off x="10052900" y="3285888"/>
              <a:ext cx="90275" cy="211600"/>
            </a:xfrm>
            <a:custGeom>
              <a:avLst/>
              <a:gdLst/>
              <a:ahLst/>
              <a:cxnLst/>
              <a:rect l="l" t="t" r="r" b="b"/>
              <a:pathLst>
                <a:path w="3611" h="8464" fill="none" extrusionOk="0">
                  <a:moveTo>
                    <a:pt x="2808" y="0"/>
                  </a:moveTo>
                  <a:lnTo>
                    <a:pt x="2808" y="0"/>
                  </a:lnTo>
                  <a:lnTo>
                    <a:pt x="2547" y="0"/>
                  </a:lnTo>
                  <a:lnTo>
                    <a:pt x="2287" y="40"/>
                  </a:lnTo>
                  <a:lnTo>
                    <a:pt x="2046" y="100"/>
                  </a:lnTo>
                  <a:lnTo>
                    <a:pt x="1805" y="181"/>
                  </a:lnTo>
                  <a:lnTo>
                    <a:pt x="1565" y="281"/>
                  </a:lnTo>
                  <a:lnTo>
                    <a:pt x="1344" y="401"/>
                  </a:lnTo>
                  <a:lnTo>
                    <a:pt x="1143" y="522"/>
                  </a:lnTo>
                  <a:lnTo>
                    <a:pt x="943" y="682"/>
                  </a:lnTo>
                  <a:lnTo>
                    <a:pt x="762" y="842"/>
                  </a:lnTo>
                  <a:lnTo>
                    <a:pt x="602" y="1023"/>
                  </a:lnTo>
                  <a:lnTo>
                    <a:pt x="462" y="1224"/>
                  </a:lnTo>
                  <a:lnTo>
                    <a:pt x="321" y="1424"/>
                  </a:lnTo>
                  <a:lnTo>
                    <a:pt x="221" y="1645"/>
                  </a:lnTo>
                  <a:lnTo>
                    <a:pt x="121" y="1885"/>
                  </a:lnTo>
                  <a:lnTo>
                    <a:pt x="40" y="2126"/>
                  </a:lnTo>
                  <a:lnTo>
                    <a:pt x="0" y="2367"/>
                  </a:lnTo>
                  <a:lnTo>
                    <a:pt x="0" y="2367"/>
                  </a:lnTo>
                  <a:lnTo>
                    <a:pt x="241" y="2347"/>
                  </a:lnTo>
                  <a:lnTo>
                    <a:pt x="241" y="2347"/>
                  </a:lnTo>
                  <a:lnTo>
                    <a:pt x="421" y="2367"/>
                  </a:lnTo>
                  <a:lnTo>
                    <a:pt x="582" y="2387"/>
                  </a:lnTo>
                  <a:lnTo>
                    <a:pt x="722" y="2447"/>
                  </a:lnTo>
                  <a:lnTo>
                    <a:pt x="863" y="2507"/>
                  </a:lnTo>
                  <a:lnTo>
                    <a:pt x="1003" y="2607"/>
                  </a:lnTo>
                  <a:lnTo>
                    <a:pt x="1123" y="2708"/>
                  </a:lnTo>
                  <a:lnTo>
                    <a:pt x="1224" y="2828"/>
                  </a:lnTo>
                  <a:lnTo>
                    <a:pt x="1324" y="2968"/>
                  </a:lnTo>
                  <a:lnTo>
                    <a:pt x="1404" y="3129"/>
                  </a:lnTo>
                  <a:lnTo>
                    <a:pt x="1504" y="3289"/>
                  </a:lnTo>
                  <a:lnTo>
                    <a:pt x="1625" y="3630"/>
                  </a:lnTo>
                  <a:lnTo>
                    <a:pt x="1745" y="4031"/>
                  </a:lnTo>
                  <a:lnTo>
                    <a:pt x="1825" y="4452"/>
                  </a:lnTo>
                  <a:lnTo>
                    <a:pt x="1885" y="4894"/>
                  </a:lnTo>
                  <a:lnTo>
                    <a:pt x="1946" y="5335"/>
                  </a:lnTo>
                  <a:lnTo>
                    <a:pt x="1966" y="5776"/>
                  </a:lnTo>
                  <a:lnTo>
                    <a:pt x="1986" y="6197"/>
                  </a:lnTo>
                  <a:lnTo>
                    <a:pt x="2006" y="6979"/>
                  </a:lnTo>
                  <a:lnTo>
                    <a:pt x="2006" y="7621"/>
                  </a:lnTo>
                  <a:lnTo>
                    <a:pt x="2006" y="7621"/>
                  </a:lnTo>
                  <a:lnTo>
                    <a:pt x="2006" y="7942"/>
                  </a:lnTo>
                  <a:lnTo>
                    <a:pt x="1986" y="8343"/>
                  </a:lnTo>
                  <a:lnTo>
                    <a:pt x="1986" y="8343"/>
                  </a:lnTo>
                  <a:lnTo>
                    <a:pt x="2186" y="8383"/>
                  </a:lnTo>
                  <a:lnTo>
                    <a:pt x="2387" y="8423"/>
                  </a:lnTo>
                  <a:lnTo>
                    <a:pt x="2587" y="8443"/>
                  </a:lnTo>
                  <a:lnTo>
                    <a:pt x="2808" y="8463"/>
                  </a:lnTo>
                  <a:lnTo>
                    <a:pt x="2808" y="8463"/>
                  </a:lnTo>
                  <a:lnTo>
                    <a:pt x="3109" y="8443"/>
                  </a:lnTo>
                  <a:lnTo>
                    <a:pt x="3390" y="8403"/>
                  </a:lnTo>
                  <a:lnTo>
                    <a:pt x="3390" y="2006"/>
                  </a:lnTo>
                  <a:lnTo>
                    <a:pt x="3390" y="2006"/>
                  </a:lnTo>
                  <a:lnTo>
                    <a:pt x="3390" y="2006"/>
                  </a:lnTo>
                  <a:lnTo>
                    <a:pt x="3410" y="1524"/>
                  </a:lnTo>
                  <a:lnTo>
                    <a:pt x="3450" y="1043"/>
                  </a:lnTo>
                  <a:lnTo>
                    <a:pt x="3510" y="582"/>
                  </a:lnTo>
                  <a:lnTo>
                    <a:pt x="3610" y="121"/>
                  </a:lnTo>
                  <a:lnTo>
                    <a:pt x="3610" y="121"/>
                  </a:lnTo>
                  <a:lnTo>
                    <a:pt x="3410" y="60"/>
                  </a:lnTo>
                  <a:lnTo>
                    <a:pt x="3209" y="20"/>
                  </a:lnTo>
                  <a:lnTo>
                    <a:pt x="3009" y="0"/>
                  </a:lnTo>
                  <a:lnTo>
                    <a:pt x="280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31"/>
            <p:cNvSpPr/>
            <p:nvPr/>
          </p:nvSpPr>
          <p:spPr>
            <a:xfrm>
              <a:off x="10509125" y="2553388"/>
              <a:ext cx="265250" cy="142925"/>
            </a:xfrm>
            <a:custGeom>
              <a:avLst/>
              <a:gdLst/>
              <a:ahLst/>
              <a:cxnLst/>
              <a:rect l="l" t="t" r="r" b="b"/>
              <a:pathLst>
                <a:path w="10610" h="5717" extrusionOk="0">
                  <a:moveTo>
                    <a:pt x="2849" y="0"/>
                  </a:move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3149"/>
                  </a:lnTo>
                  <a:lnTo>
                    <a:pt x="61" y="3430"/>
                  </a:lnTo>
                  <a:lnTo>
                    <a:pt x="121" y="3711"/>
                  </a:lnTo>
                  <a:lnTo>
                    <a:pt x="222" y="3971"/>
                  </a:lnTo>
                  <a:lnTo>
                    <a:pt x="342" y="4212"/>
                  </a:lnTo>
                  <a:lnTo>
                    <a:pt x="482" y="4453"/>
                  </a:lnTo>
                  <a:lnTo>
                    <a:pt x="643" y="4673"/>
                  </a:lnTo>
                  <a:lnTo>
                    <a:pt x="823" y="4874"/>
                  </a:lnTo>
                  <a:lnTo>
                    <a:pt x="1024" y="5054"/>
                  </a:lnTo>
                  <a:lnTo>
                    <a:pt x="1244" y="5215"/>
                  </a:lnTo>
                  <a:lnTo>
                    <a:pt x="1485" y="5375"/>
                  </a:lnTo>
                  <a:lnTo>
                    <a:pt x="1746" y="5495"/>
                  </a:lnTo>
                  <a:lnTo>
                    <a:pt x="2006" y="5576"/>
                  </a:lnTo>
                  <a:lnTo>
                    <a:pt x="2267" y="5656"/>
                  </a:lnTo>
                  <a:lnTo>
                    <a:pt x="2548" y="5696"/>
                  </a:lnTo>
                  <a:lnTo>
                    <a:pt x="2849" y="5716"/>
                  </a:lnTo>
                  <a:lnTo>
                    <a:pt x="7742" y="5716"/>
                  </a:lnTo>
                  <a:lnTo>
                    <a:pt x="8043" y="5696"/>
                  </a:lnTo>
                  <a:lnTo>
                    <a:pt x="8324" y="5656"/>
                  </a:lnTo>
                  <a:lnTo>
                    <a:pt x="8604" y="5576"/>
                  </a:lnTo>
                  <a:lnTo>
                    <a:pt x="8865" y="5495"/>
                  </a:lnTo>
                  <a:lnTo>
                    <a:pt x="9106" y="5375"/>
                  </a:lnTo>
                  <a:lnTo>
                    <a:pt x="9346" y="5215"/>
                  </a:lnTo>
                  <a:lnTo>
                    <a:pt x="9567" y="5054"/>
                  </a:lnTo>
                  <a:lnTo>
                    <a:pt x="9767" y="4874"/>
                  </a:lnTo>
                  <a:lnTo>
                    <a:pt x="9888" y="4733"/>
                  </a:lnTo>
                  <a:lnTo>
                    <a:pt x="10048" y="4553"/>
                  </a:lnTo>
                  <a:lnTo>
                    <a:pt x="10189" y="4332"/>
                  </a:lnTo>
                  <a:lnTo>
                    <a:pt x="10309" y="4112"/>
                  </a:lnTo>
                  <a:lnTo>
                    <a:pt x="10409" y="3871"/>
                  </a:lnTo>
                  <a:lnTo>
                    <a:pt x="10489" y="3630"/>
                  </a:lnTo>
                  <a:lnTo>
                    <a:pt x="10550" y="3390"/>
                  </a:lnTo>
                  <a:lnTo>
                    <a:pt x="10590" y="3129"/>
                  </a:lnTo>
                  <a:lnTo>
                    <a:pt x="10610" y="2848"/>
                  </a:lnTo>
                  <a:lnTo>
                    <a:pt x="10590" y="2567"/>
                  </a:lnTo>
                  <a:lnTo>
                    <a:pt x="10550" y="2287"/>
                  </a:lnTo>
                  <a:lnTo>
                    <a:pt x="10469" y="2006"/>
                  </a:lnTo>
                  <a:lnTo>
                    <a:pt x="10369" y="1745"/>
                  </a:lnTo>
                  <a:lnTo>
                    <a:pt x="10249" y="1505"/>
                  </a:lnTo>
                  <a:lnTo>
                    <a:pt x="10108" y="1264"/>
                  </a:lnTo>
                  <a:lnTo>
                    <a:pt x="9948" y="1043"/>
                  </a:lnTo>
                  <a:lnTo>
                    <a:pt x="9767" y="843"/>
                  </a:lnTo>
                  <a:lnTo>
                    <a:pt x="9567" y="662"/>
                  </a:lnTo>
                  <a:lnTo>
                    <a:pt x="9346" y="482"/>
                  </a:lnTo>
                  <a:lnTo>
                    <a:pt x="9106" y="341"/>
                  </a:lnTo>
                  <a:lnTo>
                    <a:pt x="8865" y="221"/>
                  </a:lnTo>
                  <a:lnTo>
                    <a:pt x="8604" y="121"/>
                  </a:lnTo>
                  <a:lnTo>
                    <a:pt x="8324" y="61"/>
                  </a:lnTo>
                  <a:lnTo>
                    <a:pt x="8043" y="21"/>
                  </a:lnTo>
                  <a:lnTo>
                    <a:pt x="77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31"/>
            <p:cNvSpPr/>
            <p:nvPr/>
          </p:nvSpPr>
          <p:spPr>
            <a:xfrm>
              <a:off x="10509125" y="2553388"/>
              <a:ext cx="265250" cy="142925"/>
            </a:xfrm>
            <a:custGeom>
              <a:avLst/>
              <a:gdLst/>
              <a:ahLst/>
              <a:cxnLst/>
              <a:rect l="l" t="t" r="r" b="b"/>
              <a:pathLst>
                <a:path w="10610" h="5717" fill="none" extrusionOk="0">
                  <a:moveTo>
                    <a:pt x="10610" y="2848"/>
                  </a:moveTo>
                  <a:lnTo>
                    <a:pt x="10610" y="2848"/>
                  </a:lnTo>
                  <a:lnTo>
                    <a:pt x="10590" y="3129"/>
                  </a:lnTo>
                  <a:lnTo>
                    <a:pt x="10550" y="3390"/>
                  </a:lnTo>
                  <a:lnTo>
                    <a:pt x="10489" y="3630"/>
                  </a:lnTo>
                  <a:lnTo>
                    <a:pt x="10409" y="3871"/>
                  </a:lnTo>
                  <a:lnTo>
                    <a:pt x="10309" y="4112"/>
                  </a:lnTo>
                  <a:lnTo>
                    <a:pt x="10189" y="4332"/>
                  </a:lnTo>
                  <a:lnTo>
                    <a:pt x="10048" y="4553"/>
                  </a:lnTo>
                  <a:lnTo>
                    <a:pt x="9888" y="4733"/>
                  </a:lnTo>
                  <a:lnTo>
                    <a:pt x="9888" y="4733"/>
                  </a:lnTo>
                  <a:lnTo>
                    <a:pt x="9767" y="4874"/>
                  </a:lnTo>
                  <a:lnTo>
                    <a:pt x="9767" y="4874"/>
                  </a:lnTo>
                  <a:lnTo>
                    <a:pt x="9567" y="5054"/>
                  </a:lnTo>
                  <a:lnTo>
                    <a:pt x="9346" y="5215"/>
                  </a:lnTo>
                  <a:lnTo>
                    <a:pt x="9106" y="5375"/>
                  </a:lnTo>
                  <a:lnTo>
                    <a:pt x="8865" y="5495"/>
                  </a:lnTo>
                  <a:lnTo>
                    <a:pt x="8604" y="5576"/>
                  </a:lnTo>
                  <a:lnTo>
                    <a:pt x="8324" y="5656"/>
                  </a:lnTo>
                  <a:lnTo>
                    <a:pt x="8043" y="5696"/>
                  </a:lnTo>
                  <a:lnTo>
                    <a:pt x="7742" y="5716"/>
                  </a:lnTo>
                  <a:lnTo>
                    <a:pt x="2849" y="5716"/>
                  </a:lnTo>
                  <a:lnTo>
                    <a:pt x="2849" y="5716"/>
                  </a:lnTo>
                  <a:lnTo>
                    <a:pt x="2548" y="5696"/>
                  </a:lnTo>
                  <a:lnTo>
                    <a:pt x="2267" y="5656"/>
                  </a:lnTo>
                  <a:lnTo>
                    <a:pt x="2006" y="5576"/>
                  </a:lnTo>
                  <a:lnTo>
                    <a:pt x="1746" y="5495"/>
                  </a:lnTo>
                  <a:lnTo>
                    <a:pt x="1485" y="5375"/>
                  </a:lnTo>
                  <a:lnTo>
                    <a:pt x="1244" y="5215"/>
                  </a:lnTo>
                  <a:lnTo>
                    <a:pt x="1024" y="5054"/>
                  </a:lnTo>
                  <a:lnTo>
                    <a:pt x="823" y="4874"/>
                  </a:lnTo>
                  <a:lnTo>
                    <a:pt x="643" y="4673"/>
                  </a:lnTo>
                  <a:lnTo>
                    <a:pt x="482" y="4453"/>
                  </a:lnTo>
                  <a:lnTo>
                    <a:pt x="342" y="4212"/>
                  </a:lnTo>
                  <a:lnTo>
                    <a:pt x="222" y="3971"/>
                  </a:lnTo>
                  <a:lnTo>
                    <a:pt x="121" y="3711"/>
                  </a:lnTo>
                  <a:lnTo>
                    <a:pt x="61" y="3430"/>
                  </a:lnTo>
                  <a:lnTo>
                    <a:pt x="1" y="3149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1" y="2567"/>
                  </a:lnTo>
                  <a:lnTo>
                    <a:pt x="41" y="2287"/>
                  </a:lnTo>
                  <a:lnTo>
                    <a:pt x="121" y="2006"/>
                  </a:lnTo>
                  <a:lnTo>
                    <a:pt x="222" y="1745"/>
                  </a:lnTo>
                  <a:lnTo>
                    <a:pt x="342" y="1505"/>
                  </a:lnTo>
                  <a:lnTo>
                    <a:pt x="482" y="1264"/>
                  </a:lnTo>
                  <a:lnTo>
                    <a:pt x="643" y="1043"/>
                  </a:lnTo>
                  <a:lnTo>
                    <a:pt x="823" y="843"/>
                  </a:lnTo>
                  <a:lnTo>
                    <a:pt x="823" y="843"/>
                  </a:lnTo>
                  <a:lnTo>
                    <a:pt x="1024" y="642"/>
                  </a:lnTo>
                  <a:lnTo>
                    <a:pt x="1244" y="482"/>
                  </a:lnTo>
                  <a:lnTo>
                    <a:pt x="1485" y="341"/>
                  </a:lnTo>
                  <a:lnTo>
                    <a:pt x="1746" y="221"/>
                  </a:lnTo>
                  <a:lnTo>
                    <a:pt x="2006" y="121"/>
                  </a:lnTo>
                  <a:lnTo>
                    <a:pt x="2267" y="61"/>
                  </a:lnTo>
                  <a:lnTo>
                    <a:pt x="2568" y="21"/>
                  </a:lnTo>
                  <a:lnTo>
                    <a:pt x="2849" y="0"/>
                  </a:lnTo>
                  <a:lnTo>
                    <a:pt x="7742" y="0"/>
                  </a:lnTo>
                  <a:lnTo>
                    <a:pt x="7742" y="0"/>
                  </a:lnTo>
                  <a:lnTo>
                    <a:pt x="8043" y="21"/>
                  </a:lnTo>
                  <a:lnTo>
                    <a:pt x="8324" y="61"/>
                  </a:lnTo>
                  <a:lnTo>
                    <a:pt x="8604" y="121"/>
                  </a:lnTo>
                  <a:lnTo>
                    <a:pt x="8865" y="221"/>
                  </a:lnTo>
                  <a:lnTo>
                    <a:pt x="9106" y="341"/>
                  </a:lnTo>
                  <a:lnTo>
                    <a:pt x="9346" y="482"/>
                  </a:lnTo>
                  <a:lnTo>
                    <a:pt x="9567" y="662"/>
                  </a:lnTo>
                  <a:lnTo>
                    <a:pt x="9767" y="843"/>
                  </a:lnTo>
                  <a:lnTo>
                    <a:pt x="9948" y="1043"/>
                  </a:lnTo>
                  <a:lnTo>
                    <a:pt x="10108" y="1264"/>
                  </a:lnTo>
                  <a:lnTo>
                    <a:pt x="10249" y="1505"/>
                  </a:lnTo>
                  <a:lnTo>
                    <a:pt x="10369" y="1745"/>
                  </a:lnTo>
                  <a:lnTo>
                    <a:pt x="10469" y="2006"/>
                  </a:lnTo>
                  <a:lnTo>
                    <a:pt x="10550" y="2287"/>
                  </a:lnTo>
                  <a:lnTo>
                    <a:pt x="10590" y="2567"/>
                  </a:lnTo>
                  <a:lnTo>
                    <a:pt x="10610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31"/>
            <p:cNvSpPr/>
            <p:nvPr/>
          </p:nvSpPr>
          <p:spPr>
            <a:xfrm>
              <a:off x="10509125" y="2553388"/>
              <a:ext cx="97300" cy="97800"/>
            </a:xfrm>
            <a:custGeom>
              <a:avLst/>
              <a:gdLst/>
              <a:ahLst/>
              <a:cxnLst/>
              <a:rect l="l" t="t" r="r" b="b"/>
              <a:pathLst>
                <a:path w="3892" h="3912" extrusionOk="0">
                  <a:moveTo>
                    <a:pt x="2849" y="0"/>
                  </a:move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3129"/>
                  </a:lnTo>
                  <a:lnTo>
                    <a:pt x="41" y="3390"/>
                  </a:lnTo>
                  <a:lnTo>
                    <a:pt x="101" y="3650"/>
                  </a:lnTo>
                  <a:lnTo>
                    <a:pt x="201" y="3911"/>
                  </a:lnTo>
                  <a:lnTo>
                    <a:pt x="2889" y="3911"/>
                  </a:lnTo>
                  <a:lnTo>
                    <a:pt x="2768" y="3670"/>
                  </a:lnTo>
                  <a:lnTo>
                    <a:pt x="2688" y="3430"/>
                  </a:lnTo>
                  <a:lnTo>
                    <a:pt x="2628" y="3169"/>
                  </a:lnTo>
                  <a:lnTo>
                    <a:pt x="2608" y="2908"/>
                  </a:lnTo>
                  <a:lnTo>
                    <a:pt x="2608" y="2648"/>
                  </a:lnTo>
                  <a:lnTo>
                    <a:pt x="2648" y="2367"/>
                  </a:lnTo>
                  <a:lnTo>
                    <a:pt x="2688" y="2106"/>
                  </a:lnTo>
                  <a:lnTo>
                    <a:pt x="2748" y="1866"/>
                  </a:lnTo>
                  <a:lnTo>
                    <a:pt x="2829" y="1605"/>
                  </a:lnTo>
                  <a:lnTo>
                    <a:pt x="2929" y="1344"/>
                  </a:lnTo>
                  <a:lnTo>
                    <a:pt x="3049" y="1083"/>
                  </a:lnTo>
                  <a:lnTo>
                    <a:pt x="3190" y="843"/>
                  </a:lnTo>
                  <a:lnTo>
                    <a:pt x="3350" y="622"/>
                  </a:lnTo>
                  <a:lnTo>
                    <a:pt x="3510" y="402"/>
                  </a:lnTo>
                  <a:lnTo>
                    <a:pt x="3711" y="201"/>
                  </a:lnTo>
                  <a:lnTo>
                    <a:pt x="389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31"/>
            <p:cNvSpPr/>
            <p:nvPr/>
          </p:nvSpPr>
          <p:spPr>
            <a:xfrm>
              <a:off x="10509125" y="2553388"/>
              <a:ext cx="97300" cy="97800"/>
            </a:xfrm>
            <a:custGeom>
              <a:avLst/>
              <a:gdLst/>
              <a:ahLst/>
              <a:cxnLst/>
              <a:rect l="l" t="t" r="r" b="b"/>
              <a:pathLst>
                <a:path w="3892" h="3912" fill="none" extrusionOk="0">
                  <a:moveTo>
                    <a:pt x="3892" y="0"/>
                  </a:moveTo>
                  <a:lnTo>
                    <a:pt x="2849" y="0"/>
                  </a:lnTo>
                  <a:lnTo>
                    <a:pt x="2849" y="0"/>
                  </a:ln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1" y="3129"/>
                  </a:lnTo>
                  <a:lnTo>
                    <a:pt x="41" y="3390"/>
                  </a:lnTo>
                  <a:lnTo>
                    <a:pt x="101" y="3650"/>
                  </a:lnTo>
                  <a:lnTo>
                    <a:pt x="201" y="3911"/>
                  </a:lnTo>
                  <a:lnTo>
                    <a:pt x="2889" y="3911"/>
                  </a:lnTo>
                  <a:lnTo>
                    <a:pt x="2889" y="3911"/>
                  </a:lnTo>
                  <a:lnTo>
                    <a:pt x="2768" y="3670"/>
                  </a:lnTo>
                  <a:lnTo>
                    <a:pt x="2688" y="3430"/>
                  </a:lnTo>
                  <a:lnTo>
                    <a:pt x="2628" y="3169"/>
                  </a:lnTo>
                  <a:lnTo>
                    <a:pt x="2608" y="2908"/>
                  </a:lnTo>
                  <a:lnTo>
                    <a:pt x="2608" y="2648"/>
                  </a:lnTo>
                  <a:lnTo>
                    <a:pt x="2648" y="2367"/>
                  </a:lnTo>
                  <a:lnTo>
                    <a:pt x="2688" y="2106"/>
                  </a:lnTo>
                  <a:lnTo>
                    <a:pt x="2748" y="1866"/>
                  </a:lnTo>
                  <a:lnTo>
                    <a:pt x="2748" y="1866"/>
                  </a:lnTo>
                  <a:lnTo>
                    <a:pt x="2829" y="1605"/>
                  </a:lnTo>
                  <a:lnTo>
                    <a:pt x="2929" y="1344"/>
                  </a:lnTo>
                  <a:lnTo>
                    <a:pt x="3049" y="1083"/>
                  </a:lnTo>
                  <a:lnTo>
                    <a:pt x="3190" y="843"/>
                  </a:lnTo>
                  <a:lnTo>
                    <a:pt x="3350" y="622"/>
                  </a:lnTo>
                  <a:lnTo>
                    <a:pt x="3510" y="402"/>
                  </a:lnTo>
                  <a:lnTo>
                    <a:pt x="3711" y="201"/>
                  </a:lnTo>
                  <a:lnTo>
                    <a:pt x="389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31"/>
            <p:cNvSpPr/>
            <p:nvPr/>
          </p:nvSpPr>
          <p:spPr>
            <a:xfrm>
              <a:off x="10710175" y="2566413"/>
              <a:ext cx="43150" cy="46650"/>
            </a:xfrm>
            <a:custGeom>
              <a:avLst/>
              <a:gdLst/>
              <a:ahLst/>
              <a:cxnLst/>
              <a:rect l="l" t="t" r="r" b="b"/>
              <a:pathLst>
                <a:path w="1726" h="1866" extrusionOk="0">
                  <a:moveTo>
                    <a:pt x="261" y="1"/>
                  </a:moveTo>
                  <a:lnTo>
                    <a:pt x="181" y="21"/>
                  </a:lnTo>
                  <a:lnTo>
                    <a:pt x="101" y="61"/>
                  </a:lnTo>
                  <a:lnTo>
                    <a:pt x="61" y="121"/>
                  </a:lnTo>
                  <a:lnTo>
                    <a:pt x="21" y="181"/>
                  </a:lnTo>
                  <a:lnTo>
                    <a:pt x="1" y="262"/>
                  </a:lnTo>
                  <a:lnTo>
                    <a:pt x="1" y="342"/>
                  </a:lnTo>
                  <a:lnTo>
                    <a:pt x="41" y="422"/>
                  </a:lnTo>
                  <a:lnTo>
                    <a:pt x="101" y="502"/>
                  </a:lnTo>
                  <a:lnTo>
                    <a:pt x="181" y="582"/>
                  </a:lnTo>
                  <a:lnTo>
                    <a:pt x="362" y="723"/>
                  </a:lnTo>
                  <a:lnTo>
                    <a:pt x="542" y="863"/>
                  </a:lnTo>
                  <a:lnTo>
                    <a:pt x="643" y="943"/>
                  </a:lnTo>
                  <a:lnTo>
                    <a:pt x="723" y="1024"/>
                  </a:lnTo>
                  <a:lnTo>
                    <a:pt x="843" y="1204"/>
                  </a:lnTo>
                  <a:lnTo>
                    <a:pt x="943" y="1385"/>
                  </a:lnTo>
                  <a:lnTo>
                    <a:pt x="1044" y="1645"/>
                  </a:lnTo>
                  <a:lnTo>
                    <a:pt x="1124" y="1746"/>
                  </a:lnTo>
                  <a:lnTo>
                    <a:pt x="1184" y="1786"/>
                  </a:lnTo>
                  <a:lnTo>
                    <a:pt x="1244" y="1826"/>
                  </a:lnTo>
                  <a:lnTo>
                    <a:pt x="1324" y="1866"/>
                  </a:lnTo>
                  <a:lnTo>
                    <a:pt x="1425" y="1866"/>
                  </a:lnTo>
                  <a:lnTo>
                    <a:pt x="1525" y="1846"/>
                  </a:lnTo>
                  <a:lnTo>
                    <a:pt x="1565" y="1826"/>
                  </a:lnTo>
                  <a:lnTo>
                    <a:pt x="1605" y="1786"/>
                  </a:lnTo>
                  <a:lnTo>
                    <a:pt x="1645" y="1706"/>
                  </a:lnTo>
                  <a:lnTo>
                    <a:pt x="1685" y="1645"/>
                  </a:lnTo>
                  <a:lnTo>
                    <a:pt x="1725" y="1485"/>
                  </a:lnTo>
                  <a:lnTo>
                    <a:pt x="1705" y="1345"/>
                  </a:lnTo>
                  <a:lnTo>
                    <a:pt x="1665" y="1184"/>
                  </a:lnTo>
                  <a:lnTo>
                    <a:pt x="1605" y="1024"/>
                  </a:lnTo>
                  <a:lnTo>
                    <a:pt x="1525" y="883"/>
                  </a:lnTo>
                  <a:lnTo>
                    <a:pt x="1324" y="623"/>
                  </a:lnTo>
                  <a:lnTo>
                    <a:pt x="1224" y="502"/>
                  </a:lnTo>
                  <a:lnTo>
                    <a:pt x="1104" y="402"/>
                  </a:lnTo>
                  <a:lnTo>
                    <a:pt x="1004" y="322"/>
                  </a:lnTo>
                  <a:lnTo>
                    <a:pt x="883" y="242"/>
                  </a:lnTo>
                  <a:lnTo>
                    <a:pt x="622" y="121"/>
                  </a:lnTo>
                  <a:lnTo>
                    <a:pt x="342" y="21"/>
                  </a:lnTo>
                  <a:lnTo>
                    <a:pt x="26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31"/>
            <p:cNvSpPr/>
            <p:nvPr/>
          </p:nvSpPr>
          <p:spPr>
            <a:xfrm>
              <a:off x="10742775" y="2621563"/>
              <a:ext cx="12050" cy="12575"/>
            </a:xfrm>
            <a:custGeom>
              <a:avLst/>
              <a:gdLst/>
              <a:ahLst/>
              <a:cxnLst/>
              <a:rect l="l" t="t" r="r" b="b"/>
              <a:pathLst>
                <a:path w="482" h="503" extrusionOk="0">
                  <a:moveTo>
                    <a:pt x="241" y="1"/>
                  </a:moveTo>
                  <a:lnTo>
                    <a:pt x="181" y="21"/>
                  </a:lnTo>
                  <a:lnTo>
                    <a:pt x="121" y="41"/>
                  </a:lnTo>
                  <a:lnTo>
                    <a:pt x="40" y="101"/>
                  </a:lnTo>
                  <a:lnTo>
                    <a:pt x="20" y="181"/>
                  </a:lnTo>
                  <a:lnTo>
                    <a:pt x="0" y="242"/>
                  </a:lnTo>
                  <a:lnTo>
                    <a:pt x="0" y="322"/>
                  </a:lnTo>
                  <a:lnTo>
                    <a:pt x="40" y="402"/>
                  </a:lnTo>
                  <a:lnTo>
                    <a:pt x="81" y="462"/>
                  </a:lnTo>
                  <a:lnTo>
                    <a:pt x="161" y="502"/>
                  </a:lnTo>
                  <a:lnTo>
                    <a:pt x="321" y="502"/>
                  </a:lnTo>
                  <a:lnTo>
                    <a:pt x="381" y="462"/>
                  </a:lnTo>
                  <a:lnTo>
                    <a:pt x="442" y="402"/>
                  </a:lnTo>
                  <a:lnTo>
                    <a:pt x="462" y="322"/>
                  </a:lnTo>
                  <a:lnTo>
                    <a:pt x="482" y="242"/>
                  </a:lnTo>
                  <a:lnTo>
                    <a:pt x="462" y="181"/>
                  </a:lnTo>
                  <a:lnTo>
                    <a:pt x="421" y="101"/>
                  </a:lnTo>
                  <a:lnTo>
                    <a:pt x="361" y="41"/>
                  </a:lnTo>
                  <a:lnTo>
                    <a:pt x="301" y="21"/>
                  </a:lnTo>
                  <a:lnTo>
                    <a:pt x="24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31"/>
            <p:cNvSpPr/>
            <p:nvPr/>
          </p:nvSpPr>
          <p:spPr>
            <a:xfrm>
              <a:off x="10391825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extrusionOk="0">
                  <a:moveTo>
                    <a:pt x="943" y="0"/>
                  </a:moveTo>
                  <a:lnTo>
                    <a:pt x="822" y="20"/>
                  </a:lnTo>
                  <a:lnTo>
                    <a:pt x="682" y="40"/>
                  </a:lnTo>
                  <a:lnTo>
                    <a:pt x="562" y="81"/>
                  </a:lnTo>
                  <a:lnTo>
                    <a:pt x="441" y="141"/>
                  </a:lnTo>
                  <a:lnTo>
                    <a:pt x="341" y="221"/>
                  </a:lnTo>
                  <a:lnTo>
                    <a:pt x="241" y="301"/>
                  </a:lnTo>
                  <a:lnTo>
                    <a:pt x="161" y="401"/>
                  </a:lnTo>
                  <a:lnTo>
                    <a:pt x="100" y="522"/>
                  </a:lnTo>
                  <a:lnTo>
                    <a:pt x="40" y="642"/>
                  </a:lnTo>
                  <a:lnTo>
                    <a:pt x="0" y="802"/>
                  </a:lnTo>
                  <a:lnTo>
                    <a:pt x="0" y="963"/>
                  </a:lnTo>
                  <a:lnTo>
                    <a:pt x="0" y="11572"/>
                  </a:lnTo>
                  <a:lnTo>
                    <a:pt x="0" y="11692"/>
                  </a:lnTo>
                  <a:lnTo>
                    <a:pt x="20" y="11812"/>
                  </a:lnTo>
                  <a:lnTo>
                    <a:pt x="60" y="11933"/>
                  </a:lnTo>
                  <a:lnTo>
                    <a:pt x="100" y="12013"/>
                  </a:lnTo>
                  <a:lnTo>
                    <a:pt x="161" y="12113"/>
                  </a:lnTo>
                  <a:lnTo>
                    <a:pt x="221" y="12193"/>
                  </a:lnTo>
                  <a:lnTo>
                    <a:pt x="361" y="12334"/>
                  </a:lnTo>
                  <a:lnTo>
                    <a:pt x="542" y="12434"/>
                  </a:lnTo>
                  <a:lnTo>
                    <a:pt x="742" y="12494"/>
                  </a:lnTo>
                  <a:lnTo>
                    <a:pt x="943" y="12514"/>
                  </a:lnTo>
                  <a:lnTo>
                    <a:pt x="1143" y="12494"/>
                  </a:lnTo>
                  <a:lnTo>
                    <a:pt x="1304" y="12474"/>
                  </a:lnTo>
                  <a:lnTo>
                    <a:pt x="1444" y="12414"/>
                  </a:lnTo>
                  <a:lnTo>
                    <a:pt x="1584" y="12334"/>
                  </a:lnTo>
                  <a:lnTo>
                    <a:pt x="1705" y="12214"/>
                  </a:lnTo>
                  <a:lnTo>
                    <a:pt x="1825" y="12093"/>
                  </a:lnTo>
                  <a:lnTo>
                    <a:pt x="1885" y="11953"/>
                  </a:lnTo>
                  <a:lnTo>
                    <a:pt x="1945" y="11772"/>
                  </a:lnTo>
                  <a:lnTo>
                    <a:pt x="1966" y="11572"/>
                  </a:lnTo>
                  <a:lnTo>
                    <a:pt x="1966" y="963"/>
                  </a:lnTo>
                  <a:lnTo>
                    <a:pt x="1945" y="823"/>
                  </a:lnTo>
                  <a:lnTo>
                    <a:pt x="1925" y="702"/>
                  </a:lnTo>
                  <a:lnTo>
                    <a:pt x="1905" y="582"/>
                  </a:lnTo>
                  <a:lnTo>
                    <a:pt x="1845" y="482"/>
                  </a:lnTo>
                  <a:lnTo>
                    <a:pt x="1785" y="381"/>
                  </a:lnTo>
                  <a:lnTo>
                    <a:pt x="1725" y="301"/>
                  </a:lnTo>
                  <a:lnTo>
                    <a:pt x="1645" y="241"/>
                  </a:lnTo>
                  <a:lnTo>
                    <a:pt x="1564" y="181"/>
                  </a:lnTo>
                  <a:lnTo>
                    <a:pt x="1444" y="101"/>
                  </a:lnTo>
                  <a:lnTo>
                    <a:pt x="1324" y="60"/>
                  </a:lnTo>
                  <a:lnTo>
                    <a:pt x="1203" y="20"/>
                  </a:lnTo>
                  <a:lnTo>
                    <a:pt x="108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31"/>
            <p:cNvSpPr/>
            <p:nvPr/>
          </p:nvSpPr>
          <p:spPr>
            <a:xfrm>
              <a:off x="10287025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7" y="281"/>
                  </a:lnTo>
                  <a:lnTo>
                    <a:pt x="1826" y="421"/>
                  </a:lnTo>
                  <a:lnTo>
                    <a:pt x="1545" y="602"/>
                  </a:lnTo>
                  <a:lnTo>
                    <a:pt x="1264" y="802"/>
                  </a:lnTo>
                  <a:lnTo>
                    <a:pt x="1024" y="1023"/>
                  </a:lnTo>
                  <a:lnTo>
                    <a:pt x="803" y="1284"/>
                  </a:lnTo>
                  <a:lnTo>
                    <a:pt x="602" y="1544"/>
                  </a:lnTo>
                  <a:lnTo>
                    <a:pt x="422" y="1825"/>
                  </a:lnTo>
                  <a:lnTo>
                    <a:pt x="282" y="2146"/>
                  </a:lnTo>
                  <a:lnTo>
                    <a:pt x="161" y="2467"/>
                  </a:lnTo>
                  <a:lnTo>
                    <a:pt x="61" y="2788"/>
                  </a:lnTo>
                  <a:lnTo>
                    <a:pt x="21" y="3149"/>
                  </a:lnTo>
                  <a:lnTo>
                    <a:pt x="1" y="3490"/>
                  </a:lnTo>
                  <a:lnTo>
                    <a:pt x="21" y="3790"/>
                  </a:lnTo>
                  <a:lnTo>
                    <a:pt x="10329" y="3790"/>
                  </a:lnTo>
                  <a:lnTo>
                    <a:pt x="10349" y="3490"/>
                  </a:lnTo>
                  <a:lnTo>
                    <a:pt x="10329" y="3149"/>
                  </a:lnTo>
                  <a:lnTo>
                    <a:pt x="10269" y="2788"/>
                  </a:lnTo>
                  <a:lnTo>
                    <a:pt x="10188" y="2467"/>
                  </a:lnTo>
                  <a:lnTo>
                    <a:pt x="10068" y="2146"/>
                  </a:lnTo>
                  <a:lnTo>
                    <a:pt x="9928" y="1825"/>
                  </a:lnTo>
                  <a:lnTo>
                    <a:pt x="9747" y="1544"/>
                  </a:lnTo>
                  <a:lnTo>
                    <a:pt x="9547" y="1284"/>
                  </a:lnTo>
                  <a:lnTo>
                    <a:pt x="9326" y="1023"/>
                  </a:lnTo>
                  <a:lnTo>
                    <a:pt x="9065" y="802"/>
                  </a:lnTo>
                  <a:lnTo>
                    <a:pt x="8805" y="602"/>
                  </a:lnTo>
                  <a:lnTo>
                    <a:pt x="8524" y="421"/>
                  </a:lnTo>
                  <a:lnTo>
                    <a:pt x="8223" y="281"/>
                  </a:lnTo>
                  <a:lnTo>
                    <a:pt x="7902" y="160"/>
                  </a:lnTo>
                  <a:lnTo>
                    <a:pt x="7561" y="80"/>
                  </a:lnTo>
                  <a:lnTo>
                    <a:pt x="7220" y="20"/>
                  </a:lnTo>
                  <a:lnTo>
                    <a:pt x="685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31"/>
            <p:cNvSpPr/>
            <p:nvPr/>
          </p:nvSpPr>
          <p:spPr>
            <a:xfrm>
              <a:off x="10287025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fill="none" extrusionOk="0">
                  <a:moveTo>
                    <a:pt x="10349" y="3490"/>
                  </a:moveTo>
                  <a:lnTo>
                    <a:pt x="10349" y="3490"/>
                  </a:lnTo>
                  <a:lnTo>
                    <a:pt x="10329" y="3790"/>
                  </a:lnTo>
                  <a:lnTo>
                    <a:pt x="21" y="3790"/>
                  </a:lnTo>
                  <a:lnTo>
                    <a:pt x="21" y="3790"/>
                  </a:lnTo>
                  <a:lnTo>
                    <a:pt x="1" y="3490"/>
                  </a:lnTo>
                  <a:lnTo>
                    <a:pt x="1" y="3490"/>
                  </a:lnTo>
                  <a:lnTo>
                    <a:pt x="21" y="3149"/>
                  </a:lnTo>
                  <a:lnTo>
                    <a:pt x="61" y="2788"/>
                  </a:lnTo>
                  <a:lnTo>
                    <a:pt x="161" y="2467"/>
                  </a:lnTo>
                  <a:lnTo>
                    <a:pt x="282" y="2146"/>
                  </a:lnTo>
                  <a:lnTo>
                    <a:pt x="422" y="1825"/>
                  </a:lnTo>
                  <a:lnTo>
                    <a:pt x="602" y="1544"/>
                  </a:lnTo>
                  <a:lnTo>
                    <a:pt x="803" y="1284"/>
                  </a:lnTo>
                  <a:lnTo>
                    <a:pt x="1024" y="1023"/>
                  </a:lnTo>
                  <a:lnTo>
                    <a:pt x="1024" y="1023"/>
                  </a:lnTo>
                  <a:lnTo>
                    <a:pt x="1264" y="802"/>
                  </a:lnTo>
                  <a:lnTo>
                    <a:pt x="1545" y="602"/>
                  </a:lnTo>
                  <a:lnTo>
                    <a:pt x="1826" y="421"/>
                  </a:lnTo>
                  <a:lnTo>
                    <a:pt x="2127" y="281"/>
                  </a:lnTo>
                  <a:lnTo>
                    <a:pt x="2447" y="160"/>
                  </a:lnTo>
                  <a:lnTo>
                    <a:pt x="2788" y="80"/>
                  </a:lnTo>
                  <a:lnTo>
                    <a:pt x="3129" y="20"/>
                  </a:lnTo>
                  <a:lnTo>
                    <a:pt x="3490" y="0"/>
                  </a:lnTo>
                  <a:lnTo>
                    <a:pt x="6859" y="0"/>
                  </a:lnTo>
                  <a:lnTo>
                    <a:pt x="6859" y="0"/>
                  </a:lnTo>
                  <a:lnTo>
                    <a:pt x="7220" y="20"/>
                  </a:lnTo>
                  <a:lnTo>
                    <a:pt x="7561" y="80"/>
                  </a:lnTo>
                  <a:lnTo>
                    <a:pt x="7902" y="160"/>
                  </a:lnTo>
                  <a:lnTo>
                    <a:pt x="8223" y="281"/>
                  </a:lnTo>
                  <a:lnTo>
                    <a:pt x="8524" y="421"/>
                  </a:lnTo>
                  <a:lnTo>
                    <a:pt x="8805" y="602"/>
                  </a:lnTo>
                  <a:lnTo>
                    <a:pt x="9065" y="802"/>
                  </a:lnTo>
                  <a:lnTo>
                    <a:pt x="9326" y="1023"/>
                  </a:lnTo>
                  <a:lnTo>
                    <a:pt x="9547" y="1284"/>
                  </a:lnTo>
                  <a:lnTo>
                    <a:pt x="9747" y="1544"/>
                  </a:lnTo>
                  <a:lnTo>
                    <a:pt x="9928" y="1825"/>
                  </a:lnTo>
                  <a:lnTo>
                    <a:pt x="10068" y="2146"/>
                  </a:lnTo>
                  <a:lnTo>
                    <a:pt x="10188" y="2467"/>
                  </a:lnTo>
                  <a:lnTo>
                    <a:pt x="10269" y="2788"/>
                  </a:lnTo>
                  <a:lnTo>
                    <a:pt x="10329" y="3149"/>
                  </a:lnTo>
                  <a:lnTo>
                    <a:pt x="10349" y="34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31"/>
            <p:cNvSpPr/>
            <p:nvPr/>
          </p:nvSpPr>
          <p:spPr>
            <a:xfrm>
              <a:off x="10402850" y="4163263"/>
              <a:ext cx="18075" cy="6550"/>
            </a:xfrm>
            <a:custGeom>
              <a:avLst/>
              <a:gdLst/>
              <a:ahLst/>
              <a:cxnLst/>
              <a:rect l="l" t="t" r="r" b="b"/>
              <a:pathLst>
                <a:path w="723" h="262" fill="none" extrusionOk="0">
                  <a:moveTo>
                    <a:pt x="0" y="1"/>
                  </a:moveTo>
                  <a:lnTo>
                    <a:pt x="0" y="261"/>
                  </a:lnTo>
                  <a:lnTo>
                    <a:pt x="722" y="261"/>
                  </a:lnTo>
                  <a:lnTo>
                    <a:pt x="722" y="26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261" y="12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31"/>
            <p:cNvSpPr/>
            <p:nvPr/>
          </p:nvSpPr>
          <p:spPr>
            <a:xfrm>
              <a:off x="10478550" y="4103613"/>
              <a:ext cx="17075" cy="17575"/>
            </a:xfrm>
            <a:custGeom>
              <a:avLst/>
              <a:gdLst/>
              <a:ahLst/>
              <a:cxnLst/>
              <a:rect l="l" t="t" r="r" b="b"/>
              <a:pathLst>
                <a:path w="683" h="703" extrusionOk="0">
                  <a:moveTo>
                    <a:pt x="261" y="0"/>
                  </a:moveTo>
                  <a:lnTo>
                    <a:pt x="201" y="20"/>
                  </a:lnTo>
                  <a:lnTo>
                    <a:pt x="141" y="60"/>
                  </a:lnTo>
                  <a:lnTo>
                    <a:pt x="81" y="100"/>
                  </a:lnTo>
                  <a:lnTo>
                    <a:pt x="41" y="161"/>
                  </a:lnTo>
                  <a:lnTo>
                    <a:pt x="21" y="221"/>
                  </a:lnTo>
                  <a:lnTo>
                    <a:pt x="1" y="341"/>
                  </a:lnTo>
                  <a:lnTo>
                    <a:pt x="21" y="481"/>
                  </a:lnTo>
                  <a:lnTo>
                    <a:pt x="41" y="542"/>
                  </a:lnTo>
                  <a:lnTo>
                    <a:pt x="81" y="602"/>
                  </a:lnTo>
                  <a:lnTo>
                    <a:pt x="141" y="642"/>
                  </a:lnTo>
                  <a:lnTo>
                    <a:pt x="201" y="662"/>
                  </a:lnTo>
                  <a:lnTo>
                    <a:pt x="261" y="702"/>
                  </a:lnTo>
                  <a:lnTo>
                    <a:pt x="422" y="702"/>
                  </a:lnTo>
                  <a:lnTo>
                    <a:pt x="502" y="662"/>
                  </a:lnTo>
                  <a:lnTo>
                    <a:pt x="542" y="642"/>
                  </a:lnTo>
                  <a:lnTo>
                    <a:pt x="602" y="602"/>
                  </a:lnTo>
                  <a:lnTo>
                    <a:pt x="642" y="542"/>
                  </a:lnTo>
                  <a:lnTo>
                    <a:pt x="662" y="481"/>
                  </a:lnTo>
                  <a:lnTo>
                    <a:pt x="682" y="341"/>
                  </a:lnTo>
                  <a:lnTo>
                    <a:pt x="662" y="221"/>
                  </a:lnTo>
                  <a:lnTo>
                    <a:pt x="642" y="161"/>
                  </a:lnTo>
                  <a:lnTo>
                    <a:pt x="602" y="100"/>
                  </a:lnTo>
                  <a:lnTo>
                    <a:pt x="542" y="60"/>
                  </a:lnTo>
                  <a:lnTo>
                    <a:pt x="502" y="20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31"/>
            <p:cNvSpPr/>
            <p:nvPr/>
          </p:nvSpPr>
          <p:spPr>
            <a:xfrm>
              <a:off x="10310600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extrusionOk="0">
                  <a:moveTo>
                    <a:pt x="2567" y="0"/>
                  </a:moveTo>
                  <a:lnTo>
                    <a:pt x="2287" y="60"/>
                  </a:lnTo>
                  <a:lnTo>
                    <a:pt x="2006" y="121"/>
                  </a:lnTo>
                  <a:lnTo>
                    <a:pt x="1745" y="221"/>
                  </a:lnTo>
                  <a:lnTo>
                    <a:pt x="1504" y="341"/>
                  </a:lnTo>
                  <a:lnTo>
                    <a:pt x="1264" y="482"/>
                  </a:lnTo>
                  <a:lnTo>
                    <a:pt x="1043" y="642"/>
                  </a:lnTo>
                  <a:lnTo>
                    <a:pt x="843" y="823"/>
                  </a:lnTo>
                  <a:lnTo>
                    <a:pt x="642" y="1043"/>
                  </a:lnTo>
                  <a:lnTo>
                    <a:pt x="482" y="1244"/>
                  </a:lnTo>
                  <a:lnTo>
                    <a:pt x="341" y="1484"/>
                  </a:lnTo>
                  <a:lnTo>
                    <a:pt x="221" y="1745"/>
                  </a:lnTo>
                  <a:lnTo>
                    <a:pt x="121" y="2006"/>
                  </a:lnTo>
                  <a:lnTo>
                    <a:pt x="61" y="2266"/>
                  </a:lnTo>
                  <a:lnTo>
                    <a:pt x="20" y="2547"/>
                  </a:lnTo>
                  <a:lnTo>
                    <a:pt x="0" y="2848"/>
                  </a:lnTo>
                  <a:lnTo>
                    <a:pt x="20" y="3209"/>
                  </a:lnTo>
                  <a:lnTo>
                    <a:pt x="81" y="3570"/>
                  </a:lnTo>
                  <a:lnTo>
                    <a:pt x="201" y="3891"/>
                  </a:lnTo>
                  <a:lnTo>
                    <a:pt x="341" y="4212"/>
                  </a:lnTo>
                  <a:lnTo>
                    <a:pt x="522" y="4493"/>
                  </a:lnTo>
                  <a:lnTo>
                    <a:pt x="742" y="4773"/>
                  </a:lnTo>
                  <a:lnTo>
                    <a:pt x="983" y="5014"/>
                  </a:lnTo>
                  <a:lnTo>
                    <a:pt x="1244" y="5215"/>
                  </a:lnTo>
                  <a:lnTo>
                    <a:pt x="1424" y="5315"/>
                  </a:lnTo>
                  <a:lnTo>
                    <a:pt x="1605" y="5415"/>
                  </a:lnTo>
                  <a:lnTo>
                    <a:pt x="1805" y="5515"/>
                  </a:lnTo>
                  <a:lnTo>
                    <a:pt x="2006" y="5575"/>
                  </a:lnTo>
                  <a:lnTo>
                    <a:pt x="2206" y="5636"/>
                  </a:lnTo>
                  <a:lnTo>
                    <a:pt x="2427" y="5676"/>
                  </a:lnTo>
                  <a:lnTo>
                    <a:pt x="2627" y="5696"/>
                  </a:lnTo>
                  <a:lnTo>
                    <a:pt x="5896" y="5696"/>
                  </a:lnTo>
                  <a:lnTo>
                    <a:pt x="6177" y="5656"/>
                  </a:lnTo>
                  <a:lnTo>
                    <a:pt x="6458" y="5575"/>
                  </a:lnTo>
                  <a:lnTo>
                    <a:pt x="6719" y="5475"/>
                  </a:lnTo>
                  <a:lnTo>
                    <a:pt x="6959" y="5355"/>
                  </a:lnTo>
                  <a:lnTo>
                    <a:pt x="7200" y="5215"/>
                  </a:lnTo>
                  <a:lnTo>
                    <a:pt x="7421" y="5054"/>
                  </a:lnTo>
                  <a:lnTo>
                    <a:pt x="7621" y="4874"/>
                  </a:lnTo>
                  <a:lnTo>
                    <a:pt x="7781" y="4693"/>
                  </a:lnTo>
                  <a:lnTo>
                    <a:pt x="7942" y="4513"/>
                  </a:lnTo>
                  <a:lnTo>
                    <a:pt x="8062" y="4312"/>
                  </a:lnTo>
                  <a:lnTo>
                    <a:pt x="8183" y="4091"/>
                  </a:lnTo>
                  <a:lnTo>
                    <a:pt x="8283" y="3871"/>
                  </a:lnTo>
                  <a:lnTo>
                    <a:pt x="8343" y="3630"/>
                  </a:lnTo>
                  <a:lnTo>
                    <a:pt x="8403" y="3390"/>
                  </a:lnTo>
                  <a:lnTo>
                    <a:pt x="8443" y="3149"/>
                  </a:lnTo>
                  <a:lnTo>
                    <a:pt x="8463" y="2848"/>
                  </a:lnTo>
                  <a:lnTo>
                    <a:pt x="8443" y="2567"/>
                  </a:lnTo>
                  <a:lnTo>
                    <a:pt x="8403" y="2266"/>
                  </a:lnTo>
                  <a:lnTo>
                    <a:pt x="8323" y="2006"/>
                  </a:lnTo>
                  <a:lnTo>
                    <a:pt x="8243" y="1745"/>
                  </a:lnTo>
                  <a:lnTo>
                    <a:pt x="8122" y="1484"/>
                  </a:lnTo>
                  <a:lnTo>
                    <a:pt x="7982" y="1244"/>
                  </a:lnTo>
                  <a:lnTo>
                    <a:pt x="7802" y="1043"/>
                  </a:lnTo>
                  <a:lnTo>
                    <a:pt x="7621" y="823"/>
                  </a:lnTo>
                  <a:lnTo>
                    <a:pt x="7421" y="642"/>
                  </a:lnTo>
                  <a:lnTo>
                    <a:pt x="7200" y="482"/>
                  </a:lnTo>
                  <a:lnTo>
                    <a:pt x="6959" y="341"/>
                  </a:lnTo>
                  <a:lnTo>
                    <a:pt x="6719" y="221"/>
                  </a:lnTo>
                  <a:lnTo>
                    <a:pt x="6458" y="121"/>
                  </a:lnTo>
                  <a:lnTo>
                    <a:pt x="6177" y="60"/>
                  </a:lnTo>
                  <a:lnTo>
                    <a:pt x="58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31"/>
            <p:cNvSpPr/>
            <p:nvPr/>
          </p:nvSpPr>
          <p:spPr>
            <a:xfrm>
              <a:off x="10310600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fill="none" extrusionOk="0">
                  <a:moveTo>
                    <a:pt x="8463" y="2848"/>
                  </a:moveTo>
                  <a:lnTo>
                    <a:pt x="8463" y="2848"/>
                  </a:lnTo>
                  <a:lnTo>
                    <a:pt x="8443" y="3149"/>
                  </a:lnTo>
                  <a:lnTo>
                    <a:pt x="8443" y="3149"/>
                  </a:lnTo>
                  <a:lnTo>
                    <a:pt x="8403" y="3390"/>
                  </a:lnTo>
                  <a:lnTo>
                    <a:pt x="8343" y="3630"/>
                  </a:lnTo>
                  <a:lnTo>
                    <a:pt x="8283" y="3871"/>
                  </a:lnTo>
                  <a:lnTo>
                    <a:pt x="8183" y="4091"/>
                  </a:lnTo>
                  <a:lnTo>
                    <a:pt x="8062" y="4312"/>
                  </a:lnTo>
                  <a:lnTo>
                    <a:pt x="7942" y="4513"/>
                  </a:lnTo>
                  <a:lnTo>
                    <a:pt x="7781" y="4693"/>
                  </a:lnTo>
                  <a:lnTo>
                    <a:pt x="7621" y="4874"/>
                  </a:lnTo>
                  <a:lnTo>
                    <a:pt x="7621" y="4874"/>
                  </a:lnTo>
                  <a:lnTo>
                    <a:pt x="7421" y="5054"/>
                  </a:lnTo>
                  <a:lnTo>
                    <a:pt x="7200" y="5215"/>
                  </a:lnTo>
                  <a:lnTo>
                    <a:pt x="6959" y="5355"/>
                  </a:lnTo>
                  <a:lnTo>
                    <a:pt x="6719" y="5475"/>
                  </a:lnTo>
                  <a:lnTo>
                    <a:pt x="6458" y="5575"/>
                  </a:lnTo>
                  <a:lnTo>
                    <a:pt x="6177" y="5656"/>
                  </a:lnTo>
                  <a:lnTo>
                    <a:pt x="5896" y="5696"/>
                  </a:lnTo>
                  <a:lnTo>
                    <a:pt x="5596" y="5696"/>
                  </a:lnTo>
                  <a:lnTo>
                    <a:pt x="2848" y="5696"/>
                  </a:lnTo>
                  <a:lnTo>
                    <a:pt x="2848" y="5696"/>
                  </a:lnTo>
                  <a:lnTo>
                    <a:pt x="2627" y="5696"/>
                  </a:lnTo>
                  <a:lnTo>
                    <a:pt x="2427" y="5676"/>
                  </a:lnTo>
                  <a:lnTo>
                    <a:pt x="2206" y="5636"/>
                  </a:lnTo>
                  <a:lnTo>
                    <a:pt x="2006" y="5575"/>
                  </a:lnTo>
                  <a:lnTo>
                    <a:pt x="1805" y="5515"/>
                  </a:lnTo>
                  <a:lnTo>
                    <a:pt x="1605" y="5415"/>
                  </a:lnTo>
                  <a:lnTo>
                    <a:pt x="1424" y="5315"/>
                  </a:lnTo>
                  <a:lnTo>
                    <a:pt x="1244" y="5215"/>
                  </a:lnTo>
                  <a:lnTo>
                    <a:pt x="1244" y="5215"/>
                  </a:lnTo>
                  <a:lnTo>
                    <a:pt x="983" y="5014"/>
                  </a:lnTo>
                  <a:lnTo>
                    <a:pt x="742" y="4773"/>
                  </a:lnTo>
                  <a:lnTo>
                    <a:pt x="522" y="4493"/>
                  </a:lnTo>
                  <a:lnTo>
                    <a:pt x="341" y="4212"/>
                  </a:lnTo>
                  <a:lnTo>
                    <a:pt x="201" y="3891"/>
                  </a:lnTo>
                  <a:lnTo>
                    <a:pt x="81" y="3570"/>
                  </a:lnTo>
                  <a:lnTo>
                    <a:pt x="20" y="3209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547"/>
                  </a:lnTo>
                  <a:lnTo>
                    <a:pt x="61" y="2266"/>
                  </a:lnTo>
                  <a:lnTo>
                    <a:pt x="121" y="2006"/>
                  </a:lnTo>
                  <a:lnTo>
                    <a:pt x="221" y="1745"/>
                  </a:lnTo>
                  <a:lnTo>
                    <a:pt x="341" y="1484"/>
                  </a:lnTo>
                  <a:lnTo>
                    <a:pt x="482" y="1244"/>
                  </a:lnTo>
                  <a:lnTo>
                    <a:pt x="642" y="1043"/>
                  </a:lnTo>
                  <a:lnTo>
                    <a:pt x="843" y="823"/>
                  </a:lnTo>
                  <a:lnTo>
                    <a:pt x="843" y="823"/>
                  </a:lnTo>
                  <a:lnTo>
                    <a:pt x="1043" y="642"/>
                  </a:lnTo>
                  <a:lnTo>
                    <a:pt x="1264" y="482"/>
                  </a:lnTo>
                  <a:lnTo>
                    <a:pt x="1504" y="341"/>
                  </a:lnTo>
                  <a:lnTo>
                    <a:pt x="1745" y="221"/>
                  </a:lnTo>
                  <a:lnTo>
                    <a:pt x="2006" y="121"/>
                  </a:lnTo>
                  <a:lnTo>
                    <a:pt x="2287" y="60"/>
                  </a:lnTo>
                  <a:lnTo>
                    <a:pt x="2567" y="0"/>
                  </a:lnTo>
                  <a:lnTo>
                    <a:pt x="2848" y="0"/>
                  </a:lnTo>
                  <a:lnTo>
                    <a:pt x="5596" y="0"/>
                  </a:lnTo>
                  <a:lnTo>
                    <a:pt x="5596" y="0"/>
                  </a:lnTo>
                  <a:lnTo>
                    <a:pt x="5896" y="0"/>
                  </a:lnTo>
                  <a:lnTo>
                    <a:pt x="6177" y="60"/>
                  </a:lnTo>
                  <a:lnTo>
                    <a:pt x="6458" y="121"/>
                  </a:lnTo>
                  <a:lnTo>
                    <a:pt x="6719" y="221"/>
                  </a:lnTo>
                  <a:lnTo>
                    <a:pt x="6959" y="341"/>
                  </a:lnTo>
                  <a:lnTo>
                    <a:pt x="7200" y="482"/>
                  </a:lnTo>
                  <a:lnTo>
                    <a:pt x="7421" y="642"/>
                  </a:lnTo>
                  <a:lnTo>
                    <a:pt x="7621" y="823"/>
                  </a:lnTo>
                  <a:lnTo>
                    <a:pt x="7802" y="1043"/>
                  </a:lnTo>
                  <a:lnTo>
                    <a:pt x="7982" y="1244"/>
                  </a:lnTo>
                  <a:lnTo>
                    <a:pt x="8122" y="1484"/>
                  </a:lnTo>
                  <a:lnTo>
                    <a:pt x="8243" y="1745"/>
                  </a:lnTo>
                  <a:lnTo>
                    <a:pt x="8323" y="2006"/>
                  </a:lnTo>
                  <a:lnTo>
                    <a:pt x="8403" y="2266"/>
                  </a:lnTo>
                  <a:lnTo>
                    <a:pt x="8443" y="2567"/>
                  </a:lnTo>
                  <a:lnTo>
                    <a:pt x="8463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31"/>
            <p:cNvSpPr/>
            <p:nvPr/>
          </p:nvSpPr>
          <p:spPr>
            <a:xfrm>
              <a:off x="10310600" y="3828363"/>
              <a:ext cx="211600" cy="76225"/>
            </a:xfrm>
            <a:custGeom>
              <a:avLst/>
              <a:gdLst/>
              <a:ahLst/>
              <a:cxnLst/>
              <a:rect l="l" t="t" r="r" b="b"/>
              <a:pathLst>
                <a:path w="8464" h="3049" extrusionOk="0">
                  <a:moveTo>
                    <a:pt x="81" y="0"/>
                  </a:moveTo>
                  <a:lnTo>
                    <a:pt x="20" y="341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81" y="1404"/>
                  </a:lnTo>
                  <a:lnTo>
                    <a:pt x="201" y="1725"/>
                  </a:lnTo>
                  <a:lnTo>
                    <a:pt x="341" y="2046"/>
                  </a:lnTo>
                  <a:lnTo>
                    <a:pt x="522" y="2327"/>
                  </a:lnTo>
                  <a:lnTo>
                    <a:pt x="742" y="2607"/>
                  </a:lnTo>
                  <a:lnTo>
                    <a:pt x="983" y="2848"/>
                  </a:lnTo>
                  <a:lnTo>
                    <a:pt x="1244" y="3049"/>
                  </a:lnTo>
                  <a:lnTo>
                    <a:pt x="1364" y="2828"/>
                  </a:lnTo>
                  <a:lnTo>
                    <a:pt x="1524" y="2627"/>
                  </a:lnTo>
                  <a:lnTo>
                    <a:pt x="1705" y="2427"/>
                  </a:lnTo>
                  <a:lnTo>
                    <a:pt x="1926" y="2266"/>
                  </a:lnTo>
                  <a:lnTo>
                    <a:pt x="2146" y="2106"/>
                  </a:lnTo>
                  <a:lnTo>
                    <a:pt x="2407" y="1946"/>
                  </a:lnTo>
                  <a:lnTo>
                    <a:pt x="2668" y="1805"/>
                  </a:lnTo>
                  <a:lnTo>
                    <a:pt x="2948" y="1685"/>
                  </a:lnTo>
                  <a:lnTo>
                    <a:pt x="3229" y="1564"/>
                  </a:lnTo>
                  <a:lnTo>
                    <a:pt x="3510" y="1464"/>
                  </a:lnTo>
                  <a:lnTo>
                    <a:pt x="4071" y="1304"/>
                  </a:lnTo>
                  <a:lnTo>
                    <a:pt x="4573" y="1183"/>
                  </a:lnTo>
                  <a:lnTo>
                    <a:pt x="5034" y="1083"/>
                  </a:lnTo>
                  <a:lnTo>
                    <a:pt x="5535" y="1023"/>
                  </a:lnTo>
                  <a:lnTo>
                    <a:pt x="6057" y="963"/>
                  </a:lnTo>
                  <a:lnTo>
                    <a:pt x="6558" y="943"/>
                  </a:lnTo>
                  <a:lnTo>
                    <a:pt x="7080" y="923"/>
                  </a:lnTo>
                  <a:lnTo>
                    <a:pt x="7761" y="943"/>
                  </a:lnTo>
                  <a:lnTo>
                    <a:pt x="8443" y="983"/>
                  </a:lnTo>
                  <a:lnTo>
                    <a:pt x="8463" y="682"/>
                  </a:lnTo>
                  <a:lnTo>
                    <a:pt x="8443" y="381"/>
                  </a:lnTo>
                  <a:lnTo>
                    <a:pt x="8403" y="80"/>
                  </a:lnTo>
                  <a:lnTo>
                    <a:pt x="1023" y="80"/>
                  </a:lnTo>
                  <a:lnTo>
                    <a:pt x="702" y="6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31"/>
            <p:cNvSpPr/>
            <p:nvPr/>
          </p:nvSpPr>
          <p:spPr>
            <a:xfrm>
              <a:off x="10310600" y="3828363"/>
              <a:ext cx="211600" cy="76225"/>
            </a:xfrm>
            <a:custGeom>
              <a:avLst/>
              <a:gdLst/>
              <a:ahLst/>
              <a:cxnLst/>
              <a:rect l="l" t="t" r="r" b="b"/>
              <a:pathLst>
                <a:path w="8464" h="3049" fill="none" extrusionOk="0">
                  <a:moveTo>
                    <a:pt x="81" y="0"/>
                  </a:moveTo>
                  <a:lnTo>
                    <a:pt x="81" y="0"/>
                  </a:lnTo>
                  <a:lnTo>
                    <a:pt x="20" y="341"/>
                  </a:lnTo>
                  <a:lnTo>
                    <a:pt x="0" y="682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81" y="1404"/>
                  </a:lnTo>
                  <a:lnTo>
                    <a:pt x="201" y="1725"/>
                  </a:lnTo>
                  <a:lnTo>
                    <a:pt x="341" y="2046"/>
                  </a:lnTo>
                  <a:lnTo>
                    <a:pt x="522" y="2327"/>
                  </a:lnTo>
                  <a:lnTo>
                    <a:pt x="742" y="2607"/>
                  </a:lnTo>
                  <a:lnTo>
                    <a:pt x="983" y="2848"/>
                  </a:lnTo>
                  <a:lnTo>
                    <a:pt x="1244" y="3049"/>
                  </a:lnTo>
                  <a:lnTo>
                    <a:pt x="1244" y="3049"/>
                  </a:lnTo>
                  <a:lnTo>
                    <a:pt x="1364" y="2828"/>
                  </a:lnTo>
                  <a:lnTo>
                    <a:pt x="1524" y="2627"/>
                  </a:lnTo>
                  <a:lnTo>
                    <a:pt x="1705" y="2427"/>
                  </a:lnTo>
                  <a:lnTo>
                    <a:pt x="1926" y="2266"/>
                  </a:lnTo>
                  <a:lnTo>
                    <a:pt x="2146" y="2106"/>
                  </a:lnTo>
                  <a:lnTo>
                    <a:pt x="2407" y="1946"/>
                  </a:lnTo>
                  <a:lnTo>
                    <a:pt x="2668" y="1805"/>
                  </a:lnTo>
                  <a:lnTo>
                    <a:pt x="2948" y="1685"/>
                  </a:lnTo>
                  <a:lnTo>
                    <a:pt x="3229" y="1564"/>
                  </a:lnTo>
                  <a:lnTo>
                    <a:pt x="3510" y="1464"/>
                  </a:lnTo>
                  <a:lnTo>
                    <a:pt x="4071" y="1304"/>
                  </a:lnTo>
                  <a:lnTo>
                    <a:pt x="4573" y="1183"/>
                  </a:lnTo>
                  <a:lnTo>
                    <a:pt x="5034" y="1083"/>
                  </a:lnTo>
                  <a:lnTo>
                    <a:pt x="5034" y="1083"/>
                  </a:lnTo>
                  <a:lnTo>
                    <a:pt x="5535" y="1023"/>
                  </a:lnTo>
                  <a:lnTo>
                    <a:pt x="6057" y="963"/>
                  </a:lnTo>
                  <a:lnTo>
                    <a:pt x="6558" y="943"/>
                  </a:lnTo>
                  <a:lnTo>
                    <a:pt x="7080" y="923"/>
                  </a:lnTo>
                  <a:lnTo>
                    <a:pt x="7080" y="923"/>
                  </a:lnTo>
                  <a:lnTo>
                    <a:pt x="7761" y="943"/>
                  </a:lnTo>
                  <a:lnTo>
                    <a:pt x="8443" y="983"/>
                  </a:lnTo>
                  <a:lnTo>
                    <a:pt x="8443" y="983"/>
                  </a:lnTo>
                  <a:lnTo>
                    <a:pt x="8463" y="682"/>
                  </a:lnTo>
                  <a:lnTo>
                    <a:pt x="8463" y="682"/>
                  </a:lnTo>
                  <a:lnTo>
                    <a:pt x="8443" y="381"/>
                  </a:lnTo>
                  <a:lnTo>
                    <a:pt x="8403" y="80"/>
                  </a:lnTo>
                  <a:lnTo>
                    <a:pt x="1344" y="80"/>
                  </a:lnTo>
                  <a:lnTo>
                    <a:pt x="1344" y="80"/>
                  </a:lnTo>
                  <a:lnTo>
                    <a:pt x="1023" y="80"/>
                  </a:lnTo>
                  <a:lnTo>
                    <a:pt x="702" y="60"/>
                  </a:lnTo>
                  <a:lnTo>
                    <a:pt x="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31"/>
            <p:cNvSpPr/>
            <p:nvPr/>
          </p:nvSpPr>
          <p:spPr>
            <a:xfrm>
              <a:off x="10842050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extrusionOk="0">
                  <a:moveTo>
                    <a:pt x="923" y="0"/>
                  </a:moveTo>
                  <a:lnTo>
                    <a:pt x="722" y="40"/>
                  </a:lnTo>
                  <a:lnTo>
                    <a:pt x="542" y="101"/>
                  </a:lnTo>
                  <a:lnTo>
                    <a:pt x="361" y="201"/>
                  </a:lnTo>
                  <a:lnTo>
                    <a:pt x="221" y="341"/>
                  </a:lnTo>
                  <a:lnTo>
                    <a:pt x="161" y="421"/>
                  </a:lnTo>
                  <a:lnTo>
                    <a:pt x="100" y="502"/>
                  </a:lnTo>
                  <a:lnTo>
                    <a:pt x="60" y="602"/>
                  </a:lnTo>
                  <a:lnTo>
                    <a:pt x="40" y="722"/>
                  </a:lnTo>
                  <a:lnTo>
                    <a:pt x="20" y="823"/>
                  </a:lnTo>
                  <a:lnTo>
                    <a:pt x="0" y="963"/>
                  </a:lnTo>
                  <a:lnTo>
                    <a:pt x="0" y="11572"/>
                  </a:lnTo>
                  <a:lnTo>
                    <a:pt x="20" y="11712"/>
                  </a:lnTo>
                  <a:lnTo>
                    <a:pt x="40" y="11832"/>
                  </a:lnTo>
                  <a:lnTo>
                    <a:pt x="80" y="11953"/>
                  </a:lnTo>
                  <a:lnTo>
                    <a:pt x="120" y="12053"/>
                  </a:lnTo>
                  <a:lnTo>
                    <a:pt x="181" y="12153"/>
                  </a:lnTo>
                  <a:lnTo>
                    <a:pt x="261" y="12234"/>
                  </a:lnTo>
                  <a:lnTo>
                    <a:pt x="341" y="12314"/>
                  </a:lnTo>
                  <a:lnTo>
                    <a:pt x="441" y="12374"/>
                  </a:lnTo>
                  <a:lnTo>
                    <a:pt x="522" y="12414"/>
                  </a:lnTo>
                  <a:lnTo>
                    <a:pt x="642" y="12454"/>
                  </a:lnTo>
                  <a:lnTo>
                    <a:pt x="842" y="12514"/>
                  </a:lnTo>
                  <a:lnTo>
                    <a:pt x="1063" y="12514"/>
                  </a:lnTo>
                  <a:lnTo>
                    <a:pt x="1284" y="12474"/>
                  </a:lnTo>
                  <a:lnTo>
                    <a:pt x="1424" y="12434"/>
                  </a:lnTo>
                  <a:lnTo>
                    <a:pt x="1544" y="12354"/>
                  </a:lnTo>
                  <a:lnTo>
                    <a:pt x="1665" y="12274"/>
                  </a:lnTo>
                  <a:lnTo>
                    <a:pt x="1765" y="12173"/>
                  </a:lnTo>
                  <a:lnTo>
                    <a:pt x="1845" y="12053"/>
                  </a:lnTo>
                  <a:lnTo>
                    <a:pt x="1905" y="11913"/>
                  </a:lnTo>
                  <a:lnTo>
                    <a:pt x="1945" y="11752"/>
                  </a:lnTo>
                  <a:lnTo>
                    <a:pt x="1965" y="11572"/>
                  </a:lnTo>
                  <a:lnTo>
                    <a:pt x="1965" y="963"/>
                  </a:lnTo>
                  <a:lnTo>
                    <a:pt x="1945" y="742"/>
                  </a:lnTo>
                  <a:lnTo>
                    <a:pt x="1905" y="582"/>
                  </a:lnTo>
                  <a:lnTo>
                    <a:pt x="1825" y="421"/>
                  </a:lnTo>
                  <a:lnTo>
                    <a:pt x="1705" y="281"/>
                  </a:lnTo>
                  <a:lnTo>
                    <a:pt x="1584" y="181"/>
                  </a:lnTo>
                  <a:lnTo>
                    <a:pt x="1444" y="101"/>
                  </a:lnTo>
                  <a:lnTo>
                    <a:pt x="1284" y="40"/>
                  </a:lnTo>
                  <a:lnTo>
                    <a:pt x="1123" y="20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31"/>
            <p:cNvSpPr/>
            <p:nvPr/>
          </p:nvSpPr>
          <p:spPr>
            <a:xfrm>
              <a:off x="10842050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fill="none" extrusionOk="0">
                  <a:moveTo>
                    <a:pt x="1965" y="963"/>
                  </a:moveTo>
                  <a:lnTo>
                    <a:pt x="1965" y="11572"/>
                  </a:lnTo>
                  <a:lnTo>
                    <a:pt x="1965" y="11572"/>
                  </a:lnTo>
                  <a:lnTo>
                    <a:pt x="1945" y="11752"/>
                  </a:lnTo>
                  <a:lnTo>
                    <a:pt x="1905" y="11913"/>
                  </a:lnTo>
                  <a:lnTo>
                    <a:pt x="1845" y="12053"/>
                  </a:lnTo>
                  <a:lnTo>
                    <a:pt x="1765" y="12173"/>
                  </a:lnTo>
                  <a:lnTo>
                    <a:pt x="1665" y="12274"/>
                  </a:lnTo>
                  <a:lnTo>
                    <a:pt x="1544" y="12354"/>
                  </a:lnTo>
                  <a:lnTo>
                    <a:pt x="1424" y="12434"/>
                  </a:lnTo>
                  <a:lnTo>
                    <a:pt x="1284" y="12474"/>
                  </a:lnTo>
                  <a:lnTo>
                    <a:pt x="1284" y="12474"/>
                  </a:lnTo>
                  <a:lnTo>
                    <a:pt x="1063" y="12514"/>
                  </a:lnTo>
                  <a:lnTo>
                    <a:pt x="842" y="12514"/>
                  </a:lnTo>
                  <a:lnTo>
                    <a:pt x="642" y="12454"/>
                  </a:lnTo>
                  <a:lnTo>
                    <a:pt x="522" y="12414"/>
                  </a:lnTo>
                  <a:lnTo>
                    <a:pt x="441" y="12374"/>
                  </a:lnTo>
                  <a:lnTo>
                    <a:pt x="341" y="12314"/>
                  </a:lnTo>
                  <a:lnTo>
                    <a:pt x="261" y="12234"/>
                  </a:lnTo>
                  <a:lnTo>
                    <a:pt x="181" y="12153"/>
                  </a:lnTo>
                  <a:lnTo>
                    <a:pt x="120" y="12053"/>
                  </a:lnTo>
                  <a:lnTo>
                    <a:pt x="80" y="11953"/>
                  </a:lnTo>
                  <a:lnTo>
                    <a:pt x="40" y="11832"/>
                  </a:lnTo>
                  <a:lnTo>
                    <a:pt x="20" y="11712"/>
                  </a:lnTo>
                  <a:lnTo>
                    <a:pt x="0" y="11572"/>
                  </a:lnTo>
                  <a:lnTo>
                    <a:pt x="0" y="963"/>
                  </a:lnTo>
                  <a:lnTo>
                    <a:pt x="0" y="963"/>
                  </a:lnTo>
                  <a:lnTo>
                    <a:pt x="20" y="823"/>
                  </a:lnTo>
                  <a:lnTo>
                    <a:pt x="40" y="722"/>
                  </a:lnTo>
                  <a:lnTo>
                    <a:pt x="60" y="602"/>
                  </a:lnTo>
                  <a:lnTo>
                    <a:pt x="100" y="502"/>
                  </a:lnTo>
                  <a:lnTo>
                    <a:pt x="161" y="421"/>
                  </a:lnTo>
                  <a:lnTo>
                    <a:pt x="221" y="341"/>
                  </a:lnTo>
                  <a:lnTo>
                    <a:pt x="361" y="201"/>
                  </a:lnTo>
                  <a:lnTo>
                    <a:pt x="542" y="101"/>
                  </a:lnTo>
                  <a:lnTo>
                    <a:pt x="722" y="40"/>
                  </a:lnTo>
                  <a:lnTo>
                    <a:pt x="923" y="0"/>
                  </a:lnTo>
                  <a:lnTo>
                    <a:pt x="1123" y="20"/>
                  </a:lnTo>
                  <a:lnTo>
                    <a:pt x="1123" y="20"/>
                  </a:lnTo>
                  <a:lnTo>
                    <a:pt x="1284" y="40"/>
                  </a:lnTo>
                  <a:lnTo>
                    <a:pt x="1444" y="101"/>
                  </a:lnTo>
                  <a:lnTo>
                    <a:pt x="1584" y="181"/>
                  </a:lnTo>
                  <a:lnTo>
                    <a:pt x="1705" y="281"/>
                  </a:lnTo>
                  <a:lnTo>
                    <a:pt x="1825" y="421"/>
                  </a:lnTo>
                  <a:lnTo>
                    <a:pt x="1905" y="582"/>
                  </a:lnTo>
                  <a:lnTo>
                    <a:pt x="1945" y="742"/>
                  </a:lnTo>
                  <a:lnTo>
                    <a:pt x="1965" y="96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31"/>
            <p:cNvSpPr/>
            <p:nvPr/>
          </p:nvSpPr>
          <p:spPr>
            <a:xfrm>
              <a:off x="10842050" y="3916588"/>
              <a:ext cx="25575" cy="158475"/>
            </a:xfrm>
            <a:custGeom>
              <a:avLst/>
              <a:gdLst/>
              <a:ahLst/>
              <a:cxnLst/>
              <a:rect l="l" t="t" r="r" b="b"/>
              <a:pathLst>
                <a:path w="1023" h="6339" extrusionOk="0">
                  <a:moveTo>
                    <a:pt x="0" y="1"/>
                  </a:moveTo>
                  <a:lnTo>
                    <a:pt x="0" y="6338"/>
                  </a:lnTo>
                  <a:lnTo>
                    <a:pt x="1023" y="6338"/>
                  </a:lnTo>
                  <a:lnTo>
                    <a:pt x="963" y="4754"/>
                  </a:lnTo>
                  <a:lnTo>
                    <a:pt x="943" y="3169"/>
                  </a:lnTo>
                  <a:lnTo>
                    <a:pt x="943" y="1585"/>
                  </a:lnTo>
                  <a:lnTo>
                    <a:pt x="9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31"/>
            <p:cNvSpPr/>
            <p:nvPr/>
          </p:nvSpPr>
          <p:spPr>
            <a:xfrm>
              <a:off x="10732750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10328" y="3790"/>
                  </a:lnTo>
                  <a:lnTo>
                    <a:pt x="10348" y="3490"/>
                  </a:lnTo>
                  <a:lnTo>
                    <a:pt x="10328" y="3149"/>
                  </a:lnTo>
                  <a:lnTo>
                    <a:pt x="10268" y="2788"/>
                  </a:lnTo>
                  <a:lnTo>
                    <a:pt x="10188" y="2467"/>
                  </a:lnTo>
                  <a:lnTo>
                    <a:pt x="10068" y="2146"/>
                  </a:lnTo>
                  <a:lnTo>
                    <a:pt x="9927" y="1825"/>
                  </a:lnTo>
                  <a:lnTo>
                    <a:pt x="9747" y="1544"/>
                  </a:lnTo>
                  <a:lnTo>
                    <a:pt x="9546" y="1284"/>
                  </a:lnTo>
                  <a:lnTo>
                    <a:pt x="9326" y="1023"/>
                  </a:lnTo>
                  <a:lnTo>
                    <a:pt x="9085" y="802"/>
                  </a:lnTo>
                  <a:lnTo>
                    <a:pt x="8804" y="602"/>
                  </a:lnTo>
                  <a:lnTo>
                    <a:pt x="8523" y="421"/>
                  </a:lnTo>
                  <a:lnTo>
                    <a:pt x="8223" y="281"/>
                  </a:lnTo>
                  <a:lnTo>
                    <a:pt x="7902" y="160"/>
                  </a:lnTo>
                  <a:lnTo>
                    <a:pt x="7561" y="80"/>
                  </a:lnTo>
                  <a:lnTo>
                    <a:pt x="7220" y="20"/>
                  </a:lnTo>
                  <a:lnTo>
                    <a:pt x="685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31"/>
            <p:cNvSpPr/>
            <p:nvPr/>
          </p:nvSpPr>
          <p:spPr>
            <a:xfrm>
              <a:off x="10732750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fill="none" extrusionOk="0">
                  <a:moveTo>
                    <a:pt x="10348" y="3490"/>
                  </a:moveTo>
                  <a:lnTo>
                    <a:pt x="10348" y="3490"/>
                  </a:lnTo>
                  <a:lnTo>
                    <a:pt x="10328" y="3790"/>
                  </a:lnTo>
                  <a:lnTo>
                    <a:pt x="20" y="3790"/>
                  </a:lnTo>
                  <a:lnTo>
                    <a:pt x="20" y="3790"/>
                  </a:lnTo>
                  <a:lnTo>
                    <a:pt x="0" y="3490"/>
                  </a:lnTo>
                  <a:lnTo>
                    <a:pt x="0" y="3490"/>
                  </a:lnTo>
                  <a:lnTo>
                    <a:pt x="20" y="3149"/>
                  </a:lnTo>
                  <a:lnTo>
                    <a:pt x="80" y="2788"/>
                  </a:lnTo>
                  <a:lnTo>
                    <a:pt x="161" y="2467"/>
                  </a:lnTo>
                  <a:lnTo>
                    <a:pt x="281" y="2146"/>
                  </a:lnTo>
                  <a:lnTo>
                    <a:pt x="421" y="1825"/>
                  </a:lnTo>
                  <a:lnTo>
                    <a:pt x="602" y="1544"/>
                  </a:lnTo>
                  <a:lnTo>
                    <a:pt x="802" y="1284"/>
                  </a:lnTo>
                  <a:lnTo>
                    <a:pt x="1023" y="1023"/>
                  </a:lnTo>
                  <a:lnTo>
                    <a:pt x="1023" y="1023"/>
                  </a:lnTo>
                  <a:lnTo>
                    <a:pt x="1264" y="802"/>
                  </a:lnTo>
                  <a:lnTo>
                    <a:pt x="1544" y="602"/>
                  </a:lnTo>
                  <a:lnTo>
                    <a:pt x="1825" y="421"/>
                  </a:lnTo>
                  <a:lnTo>
                    <a:pt x="2126" y="281"/>
                  </a:lnTo>
                  <a:lnTo>
                    <a:pt x="2447" y="160"/>
                  </a:lnTo>
                  <a:lnTo>
                    <a:pt x="2788" y="80"/>
                  </a:lnTo>
                  <a:lnTo>
                    <a:pt x="3129" y="20"/>
                  </a:lnTo>
                  <a:lnTo>
                    <a:pt x="3490" y="0"/>
                  </a:lnTo>
                  <a:lnTo>
                    <a:pt x="6859" y="0"/>
                  </a:lnTo>
                  <a:lnTo>
                    <a:pt x="6859" y="0"/>
                  </a:lnTo>
                  <a:lnTo>
                    <a:pt x="7220" y="20"/>
                  </a:lnTo>
                  <a:lnTo>
                    <a:pt x="7561" y="80"/>
                  </a:lnTo>
                  <a:lnTo>
                    <a:pt x="7902" y="160"/>
                  </a:lnTo>
                  <a:lnTo>
                    <a:pt x="8223" y="281"/>
                  </a:lnTo>
                  <a:lnTo>
                    <a:pt x="8523" y="421"/>
                  </a:lnTo>
                  <a:lnTo>
                    <a:pt x="8804" y="602"/>
                  </a:lnTo>
                  <a:lnTo>
                    <a:pt x="9085" y="802"/>
                  </a:lnTo>
                  <a:lnTo>
                    <a:pt x="9326" y="1023"/>
                  </a:lnTo>
                  <a:lnTo>
                    <a:pt x="9546" y="1284"/>
                  </a:lnTo>
                  <a:lnTo>
                    <a:pt x="9747" y="1544"/>
                  </a:lnTo>
                  <a:lnTo>
                    <a:pt x="9927" y="1825"/>
                  </a:lnTo>
                  <a:lnTo>
                    <a:pt x="10068" y="2146"/>
                  </a:lnTo>
                  <a:lnTo>
                    <a:pt x="10188" y="2467"/>
                  </a:lnTo>
                  <a:lnTo>
                    <a:pt x="10268" y="2788"/>
                  </a:lnTo>
                  <a:lnTo>
                    <a:pt x="10328" y="3149"/>
                  </a:lnTo>
                  <a:lnTo>
                    <a:pt x="10348" y="34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31"/>
            <p:cNvSpPr/>
            <p:nvPr/>
          </p:nvSpPr>
          <p:spPr>
            <a:xfrm>
              <a:off x="10732750" y="4075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31"/>
            <p:cNvSpPr/>
            <p:nvPr/>
          </p:nvSpPr>
          <p:spPr>
            <a:xfrm>
              <a:off x="10732750" y="4075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fill="none" extrusionOk="0">
                  <a:moveTo>
                    <a:pt x="5495" y="0"/>
                  </a:moveTo>
                  <a:lnTo>
                    <a:pt x="5395" y="0"/>
                  </a:lnTo>
                  <a:lnTo>
                    <a:pt x="4372" y="0"/>
                  </a:lnTo>
                  <a:lnTo>
                    <a:pt x="3490" y="0"/>
                  </a:lnTo>
                  <a:lnTo>
                    <a:pt x="3490" y="0"/>
                  </a:ln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31"/>
            <p:cNvSpPr/>
            <p:nvPr/>
          </p:nvSpPr>
          <p:spPr>
            <a:xfrm>
              <a:off x="10928275" y="4096088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61" y="0"/>
                  </a:moveTo>
                  <a:lnTo>
                    <a:pt x="261" y="20"/>
                  </a:lnTo>
                  <a:lnTo>
                    <a:pt x="181" y="61"/>
                  </a:lnTo>
                  <a:lnTo>
                    <a:pt x="81" y="141"/>
                  </a:lnTo>
                  <a:lnTo>
                    <a:pt x="21" y="261"/>
                  </a:lnTo>
                  <a:lnTo>
                    <a:pt x="0" y="381"/>
                  </a:lnTo>
                  <a:lnTo>
                    <a:pt x="21" y="502"/>
                  </a:lnTo>
                  <a:lnTo>
                    <a:pt x="61" y="602"/>
                  </a:lnTo>
                  <a:lnTo>
                    <a:pt x="121" y="682"/>
                  </a:lnTo>
                  <a:lnTo>
                    <a:pt x="241" y="742"/>
                  </a:lnTo>
                  <a:lnTo>
                    <a:pt x="301" y="762"/>
                  </a:lnTo>
                  <a:lnTo>
                    <a:pt x="361" y="762"/>
                  </a:lnTo>
                  <a:lnTo>
                    <a:pt x="502" y="742"/>
                  </a:lnTo>
                  <a:lnTo>
                    <a:pt x="602" y="682"/>
                  </a:lnTo>
                  <a:lnTo>
                    <a:pt x="682" y="602"/>
                  </a:lnTo>
                  <a:lnTo>
                    <a:pt x="722" y="502"/>
                  </a:lnTo>
                  <a:lnTo>
                    <a:pt x="742" y="381"/>
                  </a:lnTo>
                  <a:lnTo>
                    <a:pt x="722" y="261"/>
                  </a:lnTo>
                  <a:lnTo>
                    <a:pt x="662" y="141"/>
                  </a:lnTo>
                  <a:lnTo>
                    <a:pt x="562" y="61"/>
                  </a:lnTo>
                  <a:lnTo>
                    <a:pt x="462" y="2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31"/>
            <p:cNvSpPr/>
            <p:nvPr/>
          </p:nvSpPr>
          <p:spPr>
            <a:xfrm>
              <a:off x="10760825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extrusionOk="0">
                  <a:moveTo>
                    <a:pt x="2567" y="0"/>
                  </a:moveTo>
                  <a:lnTo>
                    <a:pt x="2286" y="60"/>
                  </a:lnTo>
                  <a:lnTo>
                    <a:pt x="2006" y="121"/>
                  </a:lnTo>
                  <a:lnTo>
                    <a:pt x="1745" y="221"/>
                  </a:lnTo>
                  <a:lnTo>
                    <a:pt x="1504" y="341"/>
                  </a:lnTo>
                  <a:lnTo>
                    <a:pt x="1264" y="482"/>
                  </a:lnTo>
                  <a:lnTo>
                    <a:pt x="1043" y="642"/>
                  </a:lnTo>
                  <a:lnTo>
                    <a:pt x="843" y="823"/>
                  </a:lnTo>
                  <a:lnTo>
                    <a:pt x="662" y="1043"/>
                  </a:lnTo>
                  <a:lnTo>
                    <a:pt x="502" y="1244"/>
                  </a:lnTo>
                  <a:lnTo>
                    <a:pt x="341" y="1484"/>
                  </a:lnTo>
                  <a:lnTo>
                    <a:pt x="221" y="1745"/>
                  </a:lnTo>
                  <a:lnTo>
                    <a:pt x="141" y="2006"/>
                  </a:lnTo>
                  <a:lnTo>
                    <a:pt x="60" y="2266"/>
                  </a:lnTo>
                  <a:lnTo>
                    <a:pt x="20" y="2547"/>
                  </a:lnTo>
                  <a:lnTo>
                    <a:pt x="0" y="2848"/>
                  </a:lnTo>
                  <a:lnTo>
                    <a:pt x="20" y="3209"/>
                  </a:lnTo>
                  <a:lnTo>
                    <a:pt x="101" y="3550"/>
                  </a:lnTo>
                  <a:lnTo>
                    <a:pt x="201" y="3871"/>
                  </a:lnTo>
                  <a:lnTo>
                    <a:pt x="341" y="4192"/>
                  </a:lnTo>
                  <a:lnTo>
                    <a:pt x="522" y="4472"/>
                  </a:lnTo>
                  <a:lnTo>
                    <a:pt x="722" y="4753"/>
                  </a:lnTo>
                  <a:lnTo>
                    <a:pt x="963" y="4974"/>
                  </a:lnTo>
                  <a:lnTo>
                    <a:pt x="1224" y="5194"/>
                  </a:lnTo>
                  <a:lnTo>
                    <a:pt x="1404" y="5315"/>
                  </a:lnTo>
                  <a:lnTo>
                    <a:pt x="1605" y="5415"/>
                  </a:lnTo>
                  <a:lnTo>
                    <a:pt x="1785" y="5495"/>
                  </a:lnTo>
                  <a:lnTo>
                    <a:pt x="1986" y="5575"/>
                  </a:lnTo>
                  <a:lnTo>
                    <a:pt x="2206" y="5636"/>
                  </a:lnTo>
                  <a:lnTo>
                    <a:pt x="2407" y="5676"/>
                  </a:lnTo>
                  <a:lnTo>
                    <a:pt x="2627" y="5696"/>
                  </a:lnTo>
                  <a:lnTo>
                    <a:pt x="5896" y="5696"/>
                  </a:lnTo>
                  <a:lnTo>
                    <a:pt x="6197" y="5656"/>
                  </a:lnTo>
                  <a:lnTo>
                    <a:pt x="6458" y="5575"/>
                  </a:lnTo>
                  <a:lnTo>
                    <a:pt x="6719" y="5475"/>
                  </a:lnTo>
                  <a:lnTo>
                    <a:pt x="6979" y="5355"/>
                  </a:lnTo>
                  <a:lnTo>
                    <a:pt x="7200" y="5215"/>
                  </a:lnTo>
                  <a:lnTo>
                    <a:pt x="7420" y="5054"/>
                  </a:lnTo>
                  <a:lnTo>
                    <a:pt x="7621" y="4874"/>
                  </a:lnTo>
                  <a:lnTo>
                    <a:pt x="7781" y="4713"/>
                  </a:lnTo>
                  <a:lnTo>
                    <a:pt x="7922" y="4533"/>
                  </a:lnTo>
                  <a:lnTo>
                    <a:pt x="8042" y="4352"/>
                  </a:lnTo>
                  <a:lnTo>
                    <a:pt x="8142" y="4152"/>
                  </a:lnTo>
                  <a:lnTo>
                    <a:pt x="8243" y="3951"/>
                  </a:lnTo>
                  <a:lnTo>
                    <a:pt x="8323" y="3751"/>
                  </a:lnTo>
                  <a:lnTo>
                    <a:pt x="8383" y="3530"/>
                  </a:lnTo>
                  <a:lnTo>
                    <a:pt x="8423" y="3309"/>
                  </a:lnTo>
                  <a:lnTo>
                    <a:pt x="8463" y="3069"/>
                  </a:lnTo>
                  <a:lnTo>
                    <a:pt x="8463" y="2848"/>
                  </a:lnTo>
                  <a:lnTo>
                    <a:pt x="8443" y="2567"/>
                  </a:lnTo>
                  <a:lnTo>
                    <a:pt x="8403" y="2266"/>
                  </a:lnTo>
                  <a:lnTo>
                    <a:pt x="8343" y="2006"/>
                  </a:lnTo>
                  <a:lnTo>
                    <a:pt x="8243" y="1745"/>
                  </a:lnTo>
                  <a:lnTo>
                    <a:pt x="8122" y="1484"/>
                  </a:lnTo>
                  <a:lnTo>
                    <a:pt x="7982" y="1244"/>
                  </a:lnTo>
                  <a:lnTo>
                    <a:pt x="7822" y="1043"/>
                  </a:lnTo>
                  <a:lnTo>
                    <a:pt x="7641" y="823"/>
                  </a:lnTo>
                  <a:lnTo>
                    <a:pt x="7420" y="642"/>
                  </a:lnTo>
                  <a:lnTo>
                    <a:pt x="7200" y="482"/>
                  </a:lnTo>
                  <a:lnTo>
                    <a:pt x="6979" y="341"/>
                  </a:lnTo>
                  <a:lnTo>
                    <a:pt x="6719" y="221"/>
                  </a:lnTo>
                  <a:lnTo>
                    <a:pt x="6458" y="121"/>
                  </a:lnTo>
                  <a:lnTo>
                    <a:pt x="6197" y="60"/>
                  </a:lnTo>
                  <a:lnTo>
                    <a:pt x="58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31"/>
            <p:cNvSpPr/>
            <p:nvPr/>
          </p:nvSpPr>
          <p:spPr>
            <a:xfrm>
              <a:off x="10760825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fill="none" extrusionOk="0">
                  <a:moveTo>
                    <a:pt x="8463" y="2848"/>
                  </a:moveTo>
                  <a:lnTo>
                    <a:pt x="8463" y="2848"/>
                  </a:lnTo>
                  <a:lnTo>
                    <a:pt x="8463" y="3069"/>
                  </a:lnTo>
                  <a:lnTo>
                    <a:pt x="8423" y="3309"/>
                  </a:lnTo>
                  <a:lnTo>
                    <a:pt x="8423" y="3309"/>
                  </a:lnTo>
                  <a:lnTo>
                    <a:pt x="8383" y="3530"/>
                  </a:lnTo>
                  <a:lnTo>
                    <a:pt x="8323" y="3751"/>
                  </a:lnTo>
                  <a:lnTo>
                    <a:pt x="8243" y="3951"/>
                  </a:lnTo>
                  <a:lnTo>
                    <a:pt x="8142" y="4152"/>
                  </a:lnTo>
                  <a:lnTo>
                    <a:pt x="8042" y="4352"/>
                  </a:lnTo>
                  <a:lnTo>
                    <a:pt x="7922" y="4533"/>
                  </a:lnTo>
                  <a:lnTo>
                    <a:pt x="7781" y="4713"/>
                  </a:lnTo>
                  <a:lnTo>
                    <a:pt x="7621" y="4874"/>
                  </a:lnTo>
                  <a:lnTo>
                    <a:pt x="7621" y="4874"/>
                  </a:lnTo>
                  <a:lnTo>
                    <a:pt x="7420" y="5054"/>
                  </a:lnTo>
                  <a:lnTo>
                    <a:pt x="7200" y="5215"/>
                  </a:lnTo>
                  <a:lnTo>
                    <a:pt x="6979" y="5355"/>
                  </a:lnTo>
                  <a:lnTo>
                    <a:pt x="6719" y="5475"/>
                  </a:lnTo>
                  <a:lnTo>
                    <a:pt x="6458" y="5575"/>
                  </a:lnTo>
                  <a:lnTo>
                    <a:pt x="6197" y="5656"/>
                  </a:lnTo>
                  <a:lnTo>
                    <a:pt x="5896" y="5696"/>
                  </a:lnTo>
                  <a:lnTo>
                    <a:pt x="5616" y="5696"/>
                  </a:lnTo>
                  <a:lnTo>
                    <a:pt x="2868" y="5696"/>
                  </a:lnTo>
                  <a:lnTo>
                    <a:pt x="2868" y="5696"/>
                  </a:lnTo>
                  <a:lnTo>
                    <a:pt x="2627" y="5696"/>
                  </a:lnTo>
                  <a:lnTo>
                    <a:pt x="2407" y="5676"/>
                  </a:lnTo>
                  <a:lnTo>
                    <a:pt x="2206" y="5636"/>
                  </a:lnTo>
                  <a:lnTo>
                    <a:pt x="1986" y="5575"/>
                  </a:lnTo>
                  <a:lnTo>
                    <a:pt x="1785" y="5495"/>
                  </a:lnTo>
                  <a:lnTo>
                    <a:pt x="1605" y="5415"/>
                  </a:lnTo>
                  <a:lnTo>
                    <a:pt x="1404" y="5315"/>
                  </a:lnTo>
                  <a:lnTo>
                    <a:pt x="1224" y="5194"/>
                  </a:lnTo>
                  <a:lnTo>
                    <a:pt x="1224" y="5194"/>
                  </a:lnTo>
                  <a:lnTo>
                    <a:pt x="963" y="4974"/>
                  </a:lnTo>
                  <a:lnTo>
                    <a:pt x="722" y="4753"/>
                  </a:lnTo>
                  <a:lnTo>
                    <a:pt x="522" y="4472"/>
                  </a:lnTo>
                  <a:lnTo>
                    <a:pt x="341" y="4192"/>
                  </a:lnTo>
                  <a:lnTo>
                    <a:pt x="201" y="3871"/>
                  </a:lnTo>
                  <a:lnTo>
                    <a:pt x="101" y="3550"/>
                  </a:lnTo>
                  <a:lnTo>
                    <a:pt x="20" y="3209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547"/>
                  </a:lnTo>
                  <a:lnTo>
                    <a:pt x="60" y="2266"/>
                  </a:lnTo>
                  <a:lnTo>
                    <a:pt x="141" y="2006"/>
                  </a:lnTo>
                  <a:lnTo>
                    <a:pt x="221" y="1745"/>
                  </a:lnTo>
                  <a:lnTo>
                    <a:pt x="341" y="1484"/>
                  </a:lnTo>
                  <a:lnTo>
                    <a:pt x="502" y="1244"/>
                  </a:lnTo>
                  <a:lnTo>
                    <a:pt x="662" y="1043"/>
                  </a:lnTo>
                  <a:lnTo>
                    <a:pt x="843" y="823"/>
                  </a:lnTo>
                  <a:lnTo>
                    <a:pt x="843" y="823"/>
                  </a:lnTo>
                  <a:lnTo>
                    <a:pt x="1043" y="642"/>
                  </a:lnTo>
                  <a:lnTo>
                    <a:pt x="1264" y="482"/>
                  </a:lnTo>
                  <a:lnTo>
                    <a:pt x="1504" y="341"/>
                  </a:lnTo>
                  <a:lnTo>
                    <a:pt x="1745" y="221"/>
                  </a:lnTo>
                  <a:lnTo>
                    <a:pt x="2006" y="121"/>
                  </a:lnTo>
                  <a:lnTo>
                    <a:pt x="2286" y="60"/>
                  </a:lnTo>
                  <a:lnTo>
                    <a:pt x="2567" y="0"/>
                  </a:lnTo>
                  <a:lnTo>
                    <a:pt x="2868" y="0"/>
                  </a:lnTo>
                  <a:lnTo>
                    <a:pt x="5616" y="0"/>
                  </a:lnTo>
                  <a:lnTo>
                    <a:pt x="5616" y="0"/>
                  </a:lnTo>
                  <a:lnTo>
                    <a:pt x="5896" y="0"/>
                  </a:lnTo>
                  <a:lnTo>
                    <a:pt x="6197" y="60"/>
                  </a:lnTo>
                  <a:lnTo>
                    <a:pt x="6458" y="121"/>
                  </a:lnTo>
                  <a:lnTo>
                    <a:pt x="6719" y="221"/>
                  </a:lnTo>
                  <a:lnTo>
                    <a:pt x="6979" y="341"/>
                  </a:lnTo>
                  <a:lnTo>
                    <a:pt x="7200" y="482"/>
                  </a:lnTo>
                  <a:lnTo>
                    <a:pt x="7420" y="642"/>
                  </a:lnTo>
                  <a:lnTo>
                    <a:pt x="7641" y="823"/>
                  </a:lnTo>
                  <a:lnTo>
                    <a:pt x="7822" y="1043"/>
                  </a:lnTo>
                  <a:lnTo>
                    <a:pt x="7982" y="1244"/>
                  </a:lnTo>
                  <a:lnTo>
                    <a:pt x="8122" y="1484"/>
                  </a:lnTo>
                  <a:lnTo>
                    <a:pt x="8243" y="1745"/>
                  </a:lnTo>
                  <a:lnTo>
                    <a:pt x="8343" y="2006"/>
                  </a:lnTo>
                  <a:lnTo>
                    <a:pt x="8403" y="2266"/>
                  </a:lnTo>
                  <a:lnTo>
                    <a:pt x="8443" y="2567"/>
                  </a:lnTo>
                  <a:lnTo>
                    <a:pt x="8463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31"/>
            <p:cNvSpPr/>
            <p:nvPr/>
          </p:nvSpPr>
          <p:spPr>
            <a:xfrm>
              <a:off x="10760825" y="3828363"/>
              <a:ext cx="211600" cy="75725"/>
            </a:xfrm>
            <a:custGeom>
              <a:avLst/>
              <a:gdLst/>
              <a:ahLst/>
              <a:cxnLst/>
              <a:rect l="l" t="t" r="r" b="b"/>
              <a:pathLst>
                <a:path w="8464" h="3029" extrusionOk="0">
                  <a:moveTo>
                    <a:pt x="8383" y="0"/>
                  </a:moveTo>
                  <a:lnTo>
                    <a:pt x="7761" y="60"/>
                  </a:lnTo>
                  <a:lnTo>
                    <a:pt x="7140" y="80"/>
                  </a:lnTo>
                  <a:lnTo>
                    <a:pt x="60" y="80"/>
                  </a:lnTo>
                  <a:lnTo>
                    <a:pt x="20" y="381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101" y="1384"/>
                  </a:lnTo>
                  <a:lnTo>
                    <a:pt x="201" y="1705"/>
                  </a:lnTo>
                  <a:lnTo>
                    <a:pt x="341" y="2026"/>
                  </a:lnTo>
                  <a:lnTo>
                    <a:pt x="522" y="2306"/>
                  </a:lnTo>
                  <a:lnTo>
                    <a:pt x="722" y="2587"/>
                  </a:lnTo>
                  <a:lnTo>
                    <a:pt x="963" y="2808"/>
                  </a:lnTo>
                  <a:lnTo>
                    <a:pt x="1224" y="3028"/>
                  </a:lnTo>
                  <a:lnTo>
                    <a:pt x="1304" y="2828"/>
                  </a:lnTo>
                  <a:lnTo>
                    <a:pt x="1404" y="2647"/>
                  </a:lnTo>
                  <a:lnTo>
                    <a:pt x="1504" y="2487"/>
                  </a:lnTo>
                  <a:lnTo>
                    <a:pt x="1625" y="2306"/>
                  </a:lnTo>
                  <a:lnTo>
                    <a:pt x="1765" y="2166"/>
                  </a:lnTo>
                  <a:lnTo>
                    <a:pt x="1926" y="2006"/>
                  </a:lnTo>
                  <a:lnTo>
                    <a:pt x="2086" y="1885"/>
                  </a:lnTo>
                  <a:lnTo>
                    <a:pt x="2246" y="1765"/>
                  </a:lnTo>
                  <a:lnTo>
                    <a:pt x="2547" y="1605"/>
                  </a:lnTo>
                  <a:lnTo>
                    <a:pt x="2848" y="1464"/>
                  </a:lnTo>
                  <a:lnTo>
                    <a:pt x="3169" y="1364"/>
                  </a:lnTo>
                  <a:lnTo>
                    <a:pt x="3490" y="1284"/>
                  </a:lnTo>
                  <a:lnTo>
                    <a:pt x="3811" y="1203"/>
                  </a:lnTo>
                  <a:lnTo>
                    <a:pt x="4152" y="1163"/>
                  </a:lnTo>
                  <a:lnTo>
                    <a:pt x="4793" y="1083"/>
                  </a:lnTo>
                  <a:lnTo>
                    <a:pt x="5575" y="1023"/>
                  </a:lnTo>
                  <a:lnTo>
                    <a:pt x="6859" y="1023"/>
                  </a:lnTo>
                  <a:lnTo>
                    <a:pt x="7380" y="1043"/>
                  </a:lnTo>
                  <a:lnTo>
                    <a:pt x="7902" y="1083"/>
                  </a:lnTo>
                  <a:lnTo>
                    <a:pt x="8423" y="1143"/>
                  </a:lnTo>
                  <a:lnTo>
                    <a:pt x="8463" y="903"/>
                  </a:lnTo>
                  <a:lnTo>
                    <a:pt x="8463" y="682"/>
                  </a:lnTo>
                  <a:lnTo>
                    <a:pt x="8443" y="341"/>
                  </a:lnTo>
                  <a:lnTo>
                    <a:pt x="838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31"/>
            <p:cNvSpPr/>
            <p:nvPr/>
          </p:nvSpPr>
          <p:spPr>
            <a:xfrm>
              <a:off x="10760825" y="3828363"/>
              <a:ext cx="211600" cy="75725"/>
            </a:xfrm>
            <a:custGeom>
              <a:avLst/>
              <a:gdLst/>
              <a:ahLst/>
              <a:cxnLst/>
              <a:rect l="l" t="t" r="r" b="b"/>
              <a:pathLst>
                <a:path w="8464" h="3029" fill="none" extrusionOk="0">
                  <a:moveTo>
                    <a:pt x="8383" y="0"/>
                  </a:moveTo>
                  <a:lnTo>
                    <a:pt x="8383" y="0"/>
                  </a:lnTo>
                  <a:lnTo>
                    <a:pt x="7761" y="60"/>
                  </a:lnTo>
                  <a:lnTo>
                    <a:pt x="714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20" y="381"/>
                  </a:lnTo>
                  <a:lnTo>
                    <a:pt x="0" y="682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101" y="1384"/>
                  </a:lnTo>
                  <a:lnTo>
                    <a:pt x="201" y="1705"/>
                  </a:lnTo>
                  <a:lnTo>
                    <a:pt x="341" y="2026"/>
                  </a:lnTo>
                  <a:lnTo>
                    <a:pt x="522" y="2306"/>
                  </a:lnTo>
                  <a:lnTo>
                    <a:pt x="722" y="2587"/>
                  </a:lnTo>
                  <a:lnTo>
                    <a:pt x="963" y="2808"/>
                  </a:lnTo>
                  <a:lnTo>
                    <a:pt x="1224" y="3028"/>
                  </a:lnTo>
                  <a:lnTo>
                    <a:pt x="1224" y="3028"/>
                  </a:lnTo>
                  <a:lnTo>
                    <a:pt x="1304" y="2828"/>
                  </a:lnTo>
                  <a:lnTo>
                    <a:pt x="1404" y="2647"/>
                  </a:lnTo>
                  <a:lnTo>
                    <a:pt x="1504" y="2487"/>
                  </a:lnTo>
                  <a:lnTo>
                    <a:pt x="1625" y="2306"/>
                  </a:lnTo>
                  <a:lnTo>
                    <a:pt x="1765" y="2166"/>
                  </a:lnTo>
                  <a:lnTo>
                    <a:pt x="1926" y="2006"/>
                  </a:lnTo>
                  <a:lnTo>
                    <a:pt x="2086" y="1885"/>
                  </a:lnTo>
                  <a:lnTo>
                    <a:pt x="2246" y="1765"/>
                  </a:lnTo>
                  <a:lnTo>
                    <a:pt x="2246" y="1765"/>
                  </a:lnTo>
                  <a:lnTo>
                    <a:pt x="2547" y="1605"/>
                  </a:lnTo>
                  <a:lnTo>
                    <a:pt x="2848" y="1464"/>
                  </a:lnTo>
                  <a:lnTo>
                    <a:pt x="3169" y="1364"/>
                  </a:lnTo>
                  <a:lnTo>
                    <a:pt x="3490" y="1284"/>
                  </a:lnTo>
                  <a:lnTo>
                    <a:pt x="3811" y="1203"/>
                  </a:lnTo>
                  <a:lnTo>
                    <a:pt x="4152" y="1163"/>
                  </a:lnTo>
                  <a:lnTo>
                    <a:pt x="4793" y="1083"/>
                  </a:lnTo>
                  <a:lnTo>
                    <a:pt x="4793" y="1083"/>
                  </a:lnTo>
                  <a:lnTo>
                    <a:pt x="5575" y="1023"/>
                  </a:lnTo>
                  <a:lnTo>
                    <a:pt x="6337" y="1023"/>
                  </a:lnTo>
                  <a:lnTo>
                    <a:pt x="6337" y="1023"/>
                  </a:lnTo>
                  <a:lnTo>
                    <a:pt x="6859" y="1023"/>
                  </a:lnTo>
                  <a:lnTo>
                    <a:pt x="7380" y="1043"/>
                  </a:lnTo>
                  <a:lnTo>
                    <a:pt x="7902" y="1083"/>
                  </a:lnTo>
                  <a:lnTo>
                    <a:pt x="8423" y="1143"/>
                  </a:lnTo>
                  <a:lnTo>
                    <a:pt x="8423" y="1143"/>
                  </a:lnTo>
                  <a:lnTo>
                    <a:pt x="8463" y="903"/>
                  </a:lnTo>
                  <a:lnTo>
                    <a:pt x="8463" y="682"/>
                  </a:lnTo>
                  <a:lnTo>
                    <a:pt x="8463" y="682"/>
                  </a:lnTo>
                  <a:lnTo>
                    <a:pt x="8443" y="341"/>
                  </a:lnTo>
                  <a:lnTo>
                    <a:pt x="838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31"/>
            <p:cNvSpPr/>
            <p:nvPr/>
          </p:nvSpPr>
          <p:spPr>
            <a:xfrm>
              <a:off x="11125800" y="3122938"/>
              <a:ext cx="299350" cy="309375"/>
            </a:xfrm>
            <a:custGeom>
              <a:avLst/>
              <a:gdLst/>
              <a:ahLst/>
              <a:cxnLst/>
              <a:rect l="l" t="t" r="r" b="b"/>
              <a:pathLst>
                <a:path w="11974" h="12375" extrusionOk="0">
                  <a:moveTo>
                    <a:pt x="10830" y="0"/>
                  </a:moveTo>
                  <a:lnTo>
                    <a:pt x="10650" y="21"/>
                  </a:lnTo>
                  <a:lnTo>
                    <a:pt x="10489" y="81"/>
                  </a:lnTo>
                  <a:lnTo>
                    <a:pt x="10329" y="141"/>
                  </a:lnTo>
                  <a:lnTo>
                    <a:pt x="10189" y="261"/>
                  </a:lnTo>
                  <a:lnTo>
                    <a:pt x="10088" y="382"/>
                  </a:lnTo>
                  <a:lnTo>
                    <a:pt x="9988" y="542"/>
                  </a:lnTo>
                  <a:lnTo>
                    <a:pt x="9948" y="742"/>
                  </a:lnTo>
                  <a:lnTo>
                    <a:pt x="9928" y="963"/>
                  </a:lnTo>
                  <a:lnTo>
                    <a:pt x="9968" y="1886"/>
                  </a:lnTo>
                  <a:lnTo>
                    <a:pt x="10008" y="2928"/>
                  </a:lnTo>
                  <a:lnTo>
                    <a:pt x="10028" y="4031"/>
                  </a:lnTo>
                  <a:lnTo>
                    <a:pt x="10008" y="4593"/>
                  </a:lnTo>
                  <a:lnTo>
                    <a:pt x="9988" y="5154"/>
                  </a:lnTo>
                  <a:lnTo>
                    <a:pt x="9948" y="5696"/>
                  </a:lnTo>
                  <a:lnTo>
                    <a:pt x="9868" y="6257"/>
                  </a:lnTo>
                  <a:lnTo>
                    <a:pt x="9767" y="6779"/>
                  </a:lnTo>
                  <a:lnTo>
                    <a:pt x="9647" y="7300"/>
                  </a:lnTo>
                  <a:lnTo>
                    <a:pt x="9507" y="7782"/>
                  </a:lnTo>
                  <a:lnTo>
                    <a:pt x="9306" y="8243"/>
                  </a:lnTo>
                  <a:lnTo>
                    <a:pt x="9206" y="8443"/>
                  </a:lnTo>
                  <a:lnTo>
                    <a:pt x="9086" y="8644"/>
                  </a:lnTo>
                  <a:lnTo>
                    <a:pt x="8945" y="8845"/>
                  </a:lnTo>
                  <a:lnTo>
                    <a:pt x="8825" y="9025"/>
                  </a:lnTo>
                  <a:lnTo>
                    <a:pt x="8664" y="9185"/>
                  </a:lnTo>
                  <a:lnTo>
                    <a:pt x="8504" y="9346"/>
                  </a:lnTo>
                  <a:lnTo>
                    <a:pt x="8324" y="9486"/>
                  </a:lnTo>
                  <a:lnTo>
                    <a:pt x="8123" y="9627"/>
                  </a:lnTo>
                  <a:lnTo>
                    <a:pt x="7922" y="9747"/>
                  </a:lnTo>
                  <a:lnTo>
                    <a:pt x="7702" y="9847"/>
                  </a:lnTo>
                  <a:lnTo>
                    <a:pt x="7481" y="9948"/>
                  </a:lnTo>
                  <a:lnTo>
                    <a:pt x="7241" y="10028"/>
                  </a:lnTo>
                  <a:lnTo>
                    <a:pt x="6759" y="10168"/>
                  </a:lnTo>
                  <a:lnTo>
                    <a:pt x="6218" y="10288"/>
                  </a:lnTo>
                  <a:lnTo>
                    <a:pt x="5676" y="10369"/>
                  </a:lnTo>
                  <a:lnTo>
                    <a:pt x="5115" y="10409"/>
                  </a:lnTo>
                  <a:lnTo>
                    <a:pt x="4553" y="10429"/>
                  </a:lnTo>
                  <a:lnTo>
                    <a:pt x="3972" y="10449"/>
                  </a:lnTo>
                  <a:lnTo>
                    <a:pt x="3410" y="10429"/>
                  </a:lnTo>
                  <a:lnTo>
                    <a:pt x="2869" y="10409"/>
                  </a:lnTo>
                  <a:lnTo>
                    <a:pt x="1826" y="10349"/>
                  </a:lnTo>
                  <a:lnTo>
                    <a:pt x="944" y="10268"/>
                  </a:lnTo>
                  <a:lnTo>
                    <a:pt x="723" y="10268"/>
                  </a:lnTo>
                  <a:lnTo>
                    <a:pt x="522" y="10309"/>
                  </a:lnTo>
                  <a:lnTo>
                    <a:pt x="362" y="10409"/>
                  </a:lnTo>
                  <a:lnTo>
                    <a:pt x="222" y="10509"/>
                  </a:lnTo>
                  <a:lnTo>
                    <a:pt x="121" y="10649"/>
                  </a:lnTo>
                  <a:lnTo>
                    <a:pt x="61" y="10810"/>
                  </a:lnTo>
                  <a:lnTo>
                    <a:pt x="1" y="10990"/>
                  </a:lnTo>
                  <a:lnTo>
                    <a:pt x="1" y="11171"/>
                  </a:lnTo>
                  <a:lnTo>
                    <a:pt x="21" y="11351"/>
                  </a:lnTo>
                  <a:lnTo>
                    <a:pt x="61" y="11532"/>
                  </a:lnTo>
                  <a:lnTo>
                    <a:pt x="121" y="11712"/>
                  </a:lnTo>
                  <a:lnTo>
                    <a:pt x="242" y="11873"/>
                  </a:lnTo>
                  <a:lnTo>
                    <a:pt x="362" y="11993"/>
                  </a:lnTo>
                  <a:lnTo>
                    <a:pt x="522" y="12113"/>
                  </a:lnTo>
                  <a:lnTo>
                    <a:pt x="723" y="12194"/>
                  </a:lnTo>
                  <a:lnTo>
                    <a:pt x="944" y="12234"/>
                  </a:lnTo>
                  <a:lnTo>
                    <a:pt x="2247" y="12334"/>
                  </a:lnTo>
                  <a:lnTo>
                    <a:pt x="2949" y="12354"/>
                  </a:lnTo>
                  <a:lnTo>
                    <a:pt x="3691" y="12374"/>
                  </a:lnTo>
                  <a:lnTo>
                    <a:pt x="4613" y="12354"/>
                  </a:lnTo>
                  <a:lnTo>
                    <a:pt x="5055" y="12334"/>
                  </a:lnTo>
                  <a:lnTo>
                    <a:pt x="5516" y="12314"/>
                  </a:lnTo>
                  <a:lnTo>
                    <a:pt x="5977" y="12254"/>
                  </a:lnTo>
                  <a:lnTo>
                    <a:pt x="6438" y="12194"/>
                  </a:lnTo>
                  <a:lnTo>
                    <a:pt x="6880" y="12113"/>
                  </a:lnTo>
                  <a:lnTo>
                    <a:pt x="7301" y="12013"/>
                  </a:lnTo>
                  <a:lnTo>
                    <a:pt x="7742" y="11893"/>
                  </a:lnTo>
                  <a:lnTo>
                    <a:pt x="8143" y="11772"/>
                  </a:lnTo>
                  <a:lnTo>
                    <a:pt x="8544" y="11612"/>
                  </a:lnTo>
                  <a:lnTo>
                    <a:pt x="8905" y="11432"/>
                  </a:lnTo>
                  <a:lnTo>
                    <a:pt x="9266" y="11211"/>
                  </a:lnTo>
                  <a:lnTo>
                    <a:pt x="9607" y="10990"/>
                  </a:lnTo>
                  <a:lnTo>
                    <a:pt x="9908" y="10730"/>
                  </a:lnTo>
                  <a:lnTo>
                    <a:pt x="10189" y="10449"/>
                  </a:lnTo>
                  <a:lnTo>
                    <a:pt x="10369" y="10228"/>
                  </a:lnTo>
                  <a:lnTo>
                    <a:pt x="10550" y="9988"/>
                  </a:lnTo>
                  <a:lnTo>
                    <a:pt x="10710" y="9747"/>
                  </a:lnTo>
                  <a:lnTo>
                    <a:pt x="10850" y="9506"/>
                  </a:lnTo>
                  <a:lnTo>
                    <a:pt x="10991" y="9246"/>
                  </a:lnTo>
                  <a:lnTo>
                    <a:pt x="11111" y="8965"/>
                  </a:lnTo>
                  <a:lnTo>
                    <a:pt x="11231" y="8704"/>
                  </a:lnTo>
                  <a:lnTo>
                    <a:pt x="11332" y="8403"/>
                  </a:lnTo>
                  <a:lnTo>
                    <a:pt x="11512" y="7822"/>
                  </a:lnTo>
                  <a:lnTo>
                    <a:pt x="11653" y="7200"/>
                  </a:lnTo>
                  <a:lnTo>
                    <a:pt x="11773" y="6558"/>
                  </a:lnTo>
                  <a:lnTo>
                    <a:pt x="11853" y="5917"/>
                  </a:lnTo>
                  <a:lnTo>
                    <a:pt x="11913" y="5255"/>
                  </a:lnTo>
                  <a:lnTo>
                    <a:pt x="11953" y="4613"/>
                  </a:lnTo>
                  <a:lnTo>
                    <a:pt x="11973" y="3951"/>
                  </a:lnTo>
                  <a:lnTo>
                    <a:pt x="11973" y="3309"/>
                  </a:lnTo>
                  <a:lnTo>
                    <a:pt x="11933" y="2086"/>
                  </a:lnTo>
                  <a:lnTo>
                    <a:pt x="11893" y="963"/>
                  </a:lnTo>
                  <a:lnTo>
                    <a:pt x="11893" y="843"/>
                  </a:lnTo>
                  <a:lnTo>
                    <a:pt x="11853" y="722"/>
                  </a:lnTo>
                  <a:lnTo>
                    <a:pt x="11793" y="522"/>
                  </a:lnTo>
                  <a:lnTo>
                    <a:pt x="11673" y="361"/>
                  </a:lnTo>
                  <a:lnTo>
                    <a:pt x="11532" y="241"/>
                  </a:lnTo>
                  <a:lnTo>
                    <a:pt x="11372" y="121"/>
                  </a:lnTo>
                  <a:lnTo>
                    <a:pt x="11211" y="61"/>
                  </a:lnTo>
                  <a:lnTo>
                    <a:pt x="11011" y="21"/>
                  </a:lnTo>
                  <a:lnTo>
                    <a:pt x="1083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31"/>
            <p:cNvSpPr/>
            <p:nvPr/>
          </p:nvSpPr>
          <p:spPr>
            <a:xfrm>
              <a:off x="11125800" y="3122938"/>
              <a:ext cx="299350" cy="309375"/>
            </a:xfrm>
            <a:custGeom>
              <a:avLst/>
              <a:gdLst/>
              <a:ahLst/>
              <a:cxnLst/>
              <a:rect l="l" t="t" r="r" b="b"/>
              <a:pathLst>
                <a:path w="11974" h="12375" fill="none" extrusionOk="0">
                  <a:moveTo>
                    <a:pt x="10189" y="10449"/>
                  </a:moveTo>
                  <a:lnTo>
                    <a:pt x="10189" y="10449"/>
                  </a:lnTo>
                  <a:lnTo>
                    <a:pt x="9908" y="10730"/>
                  </a:lnTo>
                  <a:lnTo>
                    <a:pt x="9607" y="10990"/>
                  </a:lnTo>
                  <a:lnTo>
                    <a:pt x="9266" y="11211"/>
                  </a:lnTo>
                  <a:lnTo>
                    <a:pt x="8905" y="11432"/>
                  </a:lnTo>
                  <a:lnTo>
                    <a:pt x="8544" y="11612"/>
                  </a:lnTo>
                  <a:lnTo>
                    <a:pt x="8143" y="11772"/>
                  </a:lnTo>
                  <a:lnTo>
                    <a:pt x="7742" y="11893"/>
                  </a:lnTo>
                  <a:lnTo>
                    <a:pt x="7301" y="12013"/>
                  </a:lnTo>
                  <a:lnTo>
                    <a:pt x="6880" y="12113"/>
                  </a:lnTo>
                  <a:lnTo>
                    <a:pt x="6438" y="12194"/>
                  </a:lnTo>
                  <a:lnTo>
                    <a:pt x="5977" y="12254"/>
                  </a:lnTo>
                  <a:lnTo>
                    <a:pt x="5516" y="12314"/>
                  </a:lnTo>
                  <a:lnTo>
                    <a:pt x="5055" y="12334"/>
                  </a:lnTo>
                  <a:lnTo>
                    <a:pt x="4613" y="12354"/>
                  </a:lnTo>
                  <a:lnTo>
                    <a:pt x="3691" y="12374"/>
                  </a:lnTo>
                  <a:lnTo>
                    <a:pt x="3691" y="12374"/>
                  </a:lnTo>
                  <a:lnTo>
                    <a:pt x="2949" y="12354"/>
                  </a:lnTo>
                  <a:lnTo>
                    <a:pt x="2247" y="12334"/>
                  </a:lnTo>
                  <a:lnTo>
                    <a:pt x="944" y="12234"/>
                  </a:lnTo>
                  <a:lnTo>
                    <a:pt x="944" y="12234"/>
                  </a:lnTo>
                  <a:lnTo>
                    <a:pt x="723" y="12194"/>
                  </a:lnTo>
                  <a:lnTo>
                    <a:pt x="522" y="12113"/>
                  </a:lnTo>
                  <a:lnTo>
                    <a:pt x="362" y="11993"/>
                  </a:lnTo>
                  <a:lnTo>
                    <a:pt x="242" y="11873"/>
                  </a:lnTo>
                  <a:lnTo>
                    <a:pt x="121" y="11712"/>
                  </a:lnTo>
                  <a:lnTo>
                    <a:pt x="61" y="11532"/>
                  </a:lnTo>
                  <a:lnTo>
                    <a:pt x="21" y="11351"/>
                  </a:lnTo>
                  <a:lnTo>
                    <a:pt x="1" y="11171"/>
                  </a:lnTo>
                  <a:lnTo>
                    <a:pt x="1" y="10990"/>
                  </a:lnTo>
                  <a:lnTo>
                    <a:pt x="61" y="10810"/>
                  </a:lnTo>
                  <a:lnTo>
                    <a:pt x="121" y="10649"/>
                  </a:lnTo>
                  <a:lnTo>
                    <a:pt x="222" y="10509"/>
                  </a:lnTo>
                  <a:lnTo>
                    <a:pt x="362" y="10409"/>
                  </a:lnTo>
                  <a:lnTo>
                    <a:pt x="522" y="10309"/>
                  </a:lnTo>
                  <a:lnTo>
                    <a:pt x="723" y="10268"/>
                  </a:lnTo>
                  <a:lnTo>
                    <a:pt x="944" y="10268"/>
                  </a:lnTo>
                  <a:lnTo>
                    <a:pt x="944" y="10268"/>
                  </a:lnTo>
                  <a:lnTo>
                    <a:pt x="1826" y="10349"/>
                  </a:lnTo>
                  <a:lnTo>
                    <a:pt x="2869" y="10409"/>
                  </a:lnTo>
                  <a:lnTo>
                    <a:pt x="3410" y="10429"/>
                  </a:lnTo>
                  <a:lnTo>
                    <a:pt x="3972" y="10449"/>
                  </a:lnTo>
                  <a:lnTo>
                    <a:pt x="4553" y="10429"/>
                  </a:lnTo>
                  <a:lnTo>
                    <a:pt x="5115" y="10409"/>
                  </a:lnTo>
                  <a:lnTo>
                    <a:pt x="5676" y="10369"/>
                  </a:lnTo>
                  <a:lnTo>
                    <a:pt x="6218" y="10288"/>
                  </a:lnTo>
                  <a:lnTo>
                    <a:pt x="6759" y="10168"/>
                  </a:lnTo>
                  <a:lnTo>
                    <a:pt x="7241" y="10028"/>
                  </a:lnTo>
                  <a:lnTo>
                    <a:pt x="7481" y="9948"/>
                  </a:lnTo>
                  <a:lnTo>
                    <a:pt x="7702" y="9847"/>
                  </a:lnTo>
                  <a:lnTo>
                    <a:pt x="7922" y="9747"/>
                  </a:lnTo>
                  <a:lnTo>
                    <a:pt x="8123" y="9627"/>
                  </a:lnTo>
                  <a:lnTo>
                    <a:pt x="8324" y="9486"/>
                  </a:lnTo>
                  <a:lnTo>
                    <a:pt x="8504" y="9346"/>
                  </a:lnTo>
                  <a:lnTo>
                    <a:pt x="8664" y="9185"/>
                  </a:lnTo>
                  <a:lnTo>
                    <a:pt x="8825" y="9025"/>
                  </a:lnTo>
                  <a:lnTo>
                    <a:pt x="8825" y="9025"/>
                  </a:lnTo>
                  <a:lnTo>
                    <a:pt x="8945" y="8845"/>
                  </a:lnTo>
                  <a:lnTo>
                    <a:pt x="9086" y="8644"/>
                  </a:lnTo>
                  <a:lnTo>
                    <a:pt x="9206" y="8443"/>
                  </a:lnTo>
                  <a:lnTo>
                    <a:pt x="9306" y="8243"/>
                  </a:lnTo>
                  <a:lnTo>
                    <a:pt x="9507" y="7782"/>
                  </a:lnTo>
                  <a:lnTo>
                    <a:pt x="9647" y="7300"/>
                  </a:lnTo>
                  <a:lnTo>
                    <a:pt x="9767" y="6779"/>
                  </a:lnTo>
                  <a:lnTo>
                    <a:pt x="9868" y="6257"/>
                  </a:lnTo>
                  <a:lnTo>
                    <a:pt x="9948" y="5696"/>
                  </a:lnTo>
                  <a:lnTo>
                    <a:pt x="9988" y="5154"/>
                  </a:lnTo>
                  <a:lnTo>
                    <a:pt x="10008" y="4593"/>
                  </a:lnTo>
                  <a:lnTo>
                    <a:pt x="10028" y="4031"/>
                  </a:lnTo>
                  <a:lnTo>
                    <a:pt x="10008" y="2928"/>
                  </a:lnTo>
                  <a:lnTo>
                    <a:pt x="9968" y="1886"/>
                  </a:lnTo>
                  <a:lnTo>
                    <a:pt x="9928" y="963"/>
                  </a:lnTo>
                  <a:lnTo>
                    <a:pt x="9928" y="963"/>
                  </a:lnTo>
                  <a:lnTo>
                    <a:pt x="9948" y="742"/>
                  </a:lnTo>
                  <a:lnTo>
                    <a:pt x="9988" y="542"/>
                  </a:lnTo>
                  <a:lnTo>
                    <a:pt x="10088" y="382"/>
                  </a:lnTo>
                  <a:lnTo>
                    <a:pt x="10189" y="261"/>
                  </a:lnTo>
                  <a:lnTo>
                    <a:pt x="10329" y="141"/>
                  </a:lnTo>
                  <a:lnTo>
                    <a:pt x="10489" y="81"/>
                  </a:lnTo>
                  <a:lnTo>
                    <a:pt x="10650" y="21"/>
                  </a:lnTo>
                  <a:lnTo>
                    <a:pt x="10830" y="0"/>
                  </a:lnTo>
                  <a:lnTo>
                    <a:pt x="10830" y="0"/>
                  </a:lnTo>
                  <a:lnTo>
                    <a:pt x="11011" y="21"/>
                  </a:lnTo>
                  <a:lnTo>
                    <a:pt x="11211" y="61"/>
                  </a:lnTo>
                  <a:lnTo>
                    <a:pt x="11372" y="121"/>
                  </a:lnTo>
                  <a:lnTo>
                    <a:pt x="11532" y="241"/>
                  </a:lnTo>
                  <a:lnTo>
                    <a:pt x="11673" y="361"/>
                  </a:lnTo>
                  <a:lnTo>
                    <a:pt x="11793" y="522"/>
                  </a:lnTo>
                  <a:lnTo>
                    <a:pt x="11853" y="722"/>
                  </a:lnTo>
                  <a:lnTo>
                    <a:pt x="11893" y="843"/>
                  </a:lnTo>
                  <a:lnTo>
                    <a:pt x="11893" y="963"/>
                  </a:lnTo>
                  <a:lnTo>
                    <a:pt x="11893" y="963"/>
                  </a:lnTo>
                  <a:lnTo>
                    <a:pt x="11933" y="2086"/>
                  </a:lnTo>
                  <a:lnTo>
                    <a:pt x="11973" y="3309"/>
                  </a:lnTo>
                  <a:lnTo>
                    <a:pt x="11973" y="3951"/>
                  </a:lnTo>
                  <a:lnTo>
                    <a:pt x="11953" y="4613"/>
                  </a:lnTo>
                  <a:lnTo>
                    <a:pt x="11913" y="5255"/>
                  </a:lnTo>
                  <a:lnTo>
                    <a:pt x="11853" y="5917"/>
                  </a:lnTo>
                  <a:lnTo>
                    <a:pt x="11773" y="6558"/>
                  </a:lnTo>
                  <a:lnTo>
                    <a:pt x="11653" y="7200"/>
                  </a:lnTo>
                  <a:lnTo>
                    <a:pt x="11512" y="7822"/>
                  </a:lnTo>
                  <a:lnTo>
                    <a:pt x="11332" y="8403"/>
                  </a:lnTo>
                  <a:lnTo>
                    <a:pt x="11231" y="8704"/>
                  </a:lnTo>
                  <a:lnTo>
                    <a:pt x="11111" y="8965"/>
                  </a:lnTo>
                  <a:lnTo>
                    <a:pt x="10991" y="9246"/>
                  </a:lnTo>
                  <a:lnTo>
                    <a:pt x="10850" y="9506"/>
                  </a:lnTo>
                  <a:lnTo>
                    <a:pt x="10710" y="9747"/>
                  </a:lnTo>
                  <a:lnTo>
                    <a:pt x="10550" y="9988"/>
                  </a:lnTo>
                  <a:lnTo>
                    <a:pt x="10369" y="10228"/>
                  </a:lnTo>
                  <a:lnTo>
                    <a:pt x="10189" y="1044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31"/>
            <p:cNvSpPr/>
            <p:nvPr/>
          </p:nvSpPr>
          <p:spPr>
            <a:xfrm>
              <a:off x="11231600" y="3162038"/>
              <a:ext cx="168475" cy="252725"/>
            </a:xfrm>
            <a:custGeom>
              <a:avLst/>
              <a:gdLst/>
              <a:ahLst/>
              <a:cxnLst/>
              <a:rect l="l" t="t" r="r" b="b"/>
              <a:pathLst>
                <a:path w="6739" h="10109" extrusionOk="0">
                  <a:moveTo>
                    <a:pt x="5736" y="1"/>
                  </a:moveTo>
                  <a:lnTo>
                    <a:pt x="5776" y="1064"/>
                  </a:lnTo>
                  <a:lnTo>
                    <a:pt x="5796" y="2227"/>
                  </a:lnTo>
                  <a:lnTo>
                    <a:pt x="5796" y="2969"/>
                  </a:lnTo>
                  <a:lnTo>
                    <a:pt x="5756" y="3691"/>
                  </a:lnTo>
                  <a:lnTo>
                    <a:pt x="5676" y="4413"/>
                  </a:lnTo>
                  <a:lnTo>
                    <a:pt x="5636" y="4774"/>
                  </a:lnTo>
                  <a:lnTo>
                    <a:pt x="5576" y="5115"/>
                  </a:lnTo>
                  <a:lnTo>
                    <a:pt x="5495" y="5456"/>
                  </a:lnTo>
                  <a:lnTo>
                    <a:pt x="5415" y="5776"/>
                  </a:lnTo>
                  <a:lnTo>
                    <a:pt x="5315" y="6097"/>
                  </a:lnTo>
                  <a:lnTo>
                    <a:pt x="5195" y="6398"/>
                  </a:lnTo>
                  <a:lnTo>
                    <a:pt x="5074" y="6699"/>
                  </a:lnTo>
                  <a:lnTo>
                    <a:pt x="4914" y="6960"/>
                  </a:lnTo>
                  <a:lnTo>
                    <a:pt x="4753" y="7220"/>
                  </a:lnTo>
                  <a:lnTo>
                    <a:pt x="4593" y="7461"/>
                  </a:lnTo>
                  <a:lnTo>
                    <a:pt x="4412" y="7662"/>
                  </a:lnTo>
                  <a:lnTo>
                    <a:pt x="4192" y="7842"/>
                  </a:lnTo>
                  <a:lnTo>
                    <a:pt x="3971" y="8002"/>
                  </a:lnTo>
                  <a:lnTo>
                    <a:pt x="3731" y="8143"/>
                  </a:lnTo>
                  <a:lnTo>
                    <a:pt x="3490" y="8283"/>
                  </a:lnTo>
                  <a:lnTo>
                    <a:pt x="3209" y="8384"/>
                  </a:lnTo>
                  <a:lnTo>
                    <a:pt x="2928" y="8484"/>
                  </a:lnTo>
                  <a:lnTo>
                    <a:pt x="2628" y="8584"/>
                  </a:lnTo>
                  <a:lnTo>
                    <a:pt x="2327" y="8644"/>
                  </a:lnTo>
                  <a:lnTo>
                    <a:pt x="2006" y="8724"/>
                  </a:lnTo>
                  <a:lnTo>
                    <a:pt x="1344" y="8805"/>
                  </a:lnTo>
                  <a:lnTo>
                    <a:pt x="682" y="8865"/>
                  </a:lnTo>
                  <a:lnTo>
                    <a:pt x="0" y="8885"/>
                  </a:lnTo>
                  <a:lnTo>
                    <a:pt x="0" y="10108"/>
                  </a:lnTo>
                  <a:lnTo>
                    <a:pt x="121" y="10048"/>
                  </a:lnTo>
                  <a:lnTo>
                    <a:pt x="301" y="9948"/>
                  </a:lnTo>
                  <a:lnTo>
                    <a:pt x="502" y="9868"/>
                  </a:lnTo>
                  <a:lnTo>
                    <a:pt x="903" y="9727"/>
                  </a:lnTo>
                  <a:lnTo>
                    <a:pt x="1725" y="9507"/>
                  </a:lnTo>
                  <a:lnTo>
                    <a:pt x="2447" y="9286"/>
                  </a:lnTo>
                  <a:lnTo>
                    <a:pt x="2788" y="9166"/>
                  </a:lnTo>
                  <a:lnTo>
                    <a:pt x="3129" y="9025"/>
                  </a:lnTo>
                  <a:lnTo>
                    <a:pt x="3470" y="8865"/>
                  </a:lnTo>
                  <a:lnTo>
                    <a:pt x="3811" y="8704"/>
                  </a:lnTo>
                  <a:lnTo>
                    <a:pt x="4132" y="8524"/>
                  </a:lnTo>
                  <a:lnTo>
                    <a:pt x="4432" y="8323"/>
                  </a:lnTo>
                  <a:lnTo>
                    <a:pt x="4733" y="8103"/>
                  </a:lnTo>
                  <a:lnTo>
                    <a:pt x="5014" y="7882"/>
                  </a:lnTo>
                  <a:lnTo>
                    <a:pt x="5275" y="7621"/>
                  </a:lnTo>
                  <a:lnTo>
                    <a:pt x="5515" y="7361"/>
                  </a:lnTo>
                  <a:lnTo>
                    <a:pt x="5756" y="7060"/>
                  </a:lnTo>
                  <a:lnTo>
                    <a:pt x="5957" y="6759"/>
                  </a:lnTo>
                  <a:lnTo>
                    <a:pt x="6137" y="6438"/>
                  </a:lnTo>
                  <a:lnTo>
                    <a:pt x="6298" y="6077"/>
                  </a:lnTo>
                  <a:lnTo>
                    <a:pt x="6418" y="5716"/>
                  </a:lnTo>
                  <a:lnTo>
                    <a:pt x="6518" y="5355"/>
                  </a:lnTo>
                  <a:lnTo>
                    <a:pt x="6598" y="4974"/>
                  </a:lnTo>
                  <a:lnTo>
                    <a:pt x="6659" y="4593"/>
                  </a:lnTo>
                  <a:lnTo>
                    <a:pt x="6699" y="4232"/>
                  </a:lnTo>
                  <a:lnTo>
                    <a:pt x="6719" y="3851"/>
                  </a:lnTo>
                  <a:lnTo>
                    <a:pt x="6739" y="3470"/>
                  </a:lnTo>
                  <a:lnTo>
                    <a:pt x="6739" y="3089"/>
                  </a:lnTo>
                  <a:lnTo>
                    <a:pt x="6699" y="2327"/>
                  </a:lnTo>
                  <a:lnTo>
                    <a:pt x="6638" y="1565"/>
                  </a:lnTo>
                  <a:lnTo>
                    <a:pt x="6598" y="803"/>
                  </a:lnTo>
                  <a:lnTo>
                    <a:pt x="6558" y="41"/>
                  </a:lnTo>
                  <a:lnTo>
                    <a:pt x="6177" y="41"/>
                  </a:lnTo>
                  <a:lnTo>
                    <a:pt x="5736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31"/>
            <p:cNvSpPr/>
            <p:nvPr/>
          </p:nvSpPr>
          <p:spPr>
            <a:xfrm>
              <a:off x="11277725" y="3008638"/>
              <a:ext cx="243175" cy="154425"/>
            </a:xfrm>
            <a:custGeom>
              <a:avLst/>
              <a:gdLst/>
              <a:ahLst/>
              <a:cxnLst/>
              <a:rect l="l" t="t" r="r" b="b"/>
              <a:pathLst>
                <a:path w="9727" h="6177" extrusionOk="0">
                  <a:moveTo>
                    <a:pt x="141" y="0"/>
                  </a:moveTo>
                  <a:lnTo>
                    <a:pt x="121" y="120"/>
                  </a:lnTo>
                  <a:lnTo>
                    <a:pt x="61" y="461"/>
                  </a:lnTo>
                  <a:lnTo>
                    <a:pt x="21" y="963"/>
                  </a:lnTo>
                  <a:lnTo>
                    <a:pt x="0" y="1284"/>
                  </a:lnTo>
                  <a:lnTo>
                    <a:pt x="0" y="1604"/>
                  </a:lnTo>
                  <a:lnTo>
                    <a:pt x="21" y="1965"/>
                  </a:lnTo>
                  <a:lnTo>
                    <a:pt x="61" y="2326"/>
                  </a:lnTo>
                  <a:lnTo>
                    <a:pt x="121" y="2707"/>
                  </a:lnTo>
                  <a:lnTo>
                    <a:pt x="201" y="3088"/>
                  </a:lnTo>
                  <a:lnTo>
                    <a:pt x="321" y="3449"/>
                  </a:lnTo>
                  <a:lnTo>
                    <a:pt x="482" y="3830"/>
                  </a:lnTo>
                  <a:lnTo>
                    <a:pt x="682" y="4171"/>
                  </a:lnTo>
                  <a:lnTo>
                    <a:pt x="803" y="4352"/>
                  </a:lnTo>
                  <a:lnTo>
                    <a:pt x="943" y="4512"/>
                  </a:lnTo>
                  <a:lnTo>
                    <a:pt x="1204" y="4813"/>
                  </a:lnTo>
                  <a:lnTo>
                    <a:pt x="1484" y="5074"/>
                  </a:lnTo>
                  <a:lnTo>
                    <a:pt x="1785" y="5294"/>
                  </a:lnTo>
                  <a:lnTo>
                    <a:pt x="2066" y="5495"/>
                  </a:lnTo>
                  <a:lnTo>
                    <a:pt x="2347" y="5655"/>
                  </a:lnTo>
                  <a:lnTo>
                    <a:pt x="2628" y="5796"/>
                  </a:lnTo>
                  <a:lnTo>
                    <a:pt x="2908" y="5896"/>
                  </a:lnTo>
                  <a:lnTo>
                    <a:pt x="3189" y="5996"/>
                  </a:lnTo>
                  <a:lnTo>
                    <a:pt x="3450" y="6057"/>
                  </a:lnTo>
                  <a:lnTo>
                    <a:pt x="3690" y="6097"/>
                  </a:lnTo>
                  <a:lnTo>
                    <a:pt x="4152" y="6157"/>
                  </a:lnTo>
                  <a:lnTo>
                    <a:pt x="4553" y="6177"/>
                  </a:lnTo>
                  <a:lnTo>
                    <a:pt x="5175" y="6177"/>
                  </a:lnTo>
                  <a:lnTo>
                    <a:pt x="5556" y="6157"/>
                  </a:lnTo>
                  <a:lnTo>
                    <a:pt x="6017" y="6097"/>
                  </a:lnTo>
                  <a:lnTo>
                    <a:pt x="6278" y="6057"/>
                  </a:lnTo>
                  <a:lnTo>
                    <a:pt x="6538" y="5996"/>
                  </a:lnTo>
                  <a:lnTo>
                    <a:pt x="6819" y="5896"/>
                  </a:lnTo>
                  <a:lnTo>
                    <a:pt x="7100" y="5796"/>
                  </a:lnTo>
                  <a:lnTo>
                    <a:pt x="7381" y="5655"/>
                  </a:lnTo>
                  <a:lnTo>
                    <a:pt x="7661" y="5495"/>
                  </a:lnTo>
                  <a:lnTo>
                    <a:pt x="7942" y="5294"/>
                  </a:lnTo>
                  <a:lnTo>
                    <a:pt x="8223" y="5074"/>
                  </a:lnTo>
                  <a:lnTo>
                    <a:pt x="8504" y="4813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985" y="4252"/>
                  </a:lnTo>
                  <a:lnTo>
                    <a:pt x="9085" y="4071"/>
                  </a:lnTo>
                  <a:lnTo>
                    <a:pt x="9286" y="3730"/>
                  </a:lnTo>
                  <a:lnTo>
                    <a:pt x="9426" y="3369"/>
                  </a:lnTo>
                  <a:lnTo>
                    <a:pt x="9546" y="2988"/>
                  </a:lnTo>
                  <a:lnTo>
                    <a:pt x="9627" y="2627"/>
                  </a:lnTo>
                  <a:lnTo>
                    <a:pt x="9687" y="2246"/>
                  </a:lnTo>
                  <a:lnTo>
                    <a:pt x="9707" y="1905"/>
                  </a:lnTo>
                  <a:lnTo>
                    <a:pt x="9727" y="1564"/>
                  </a:lnTo>
                  <a:lnTo>
                    <a:pt x="9727" y="1223"/>
                  </a:lnTo>
                  <a:lnTo>
                    <a:pt x="9707" y="943"/>
                  </a:lnTo>
                  <a:lnTo>
                    <a:pt x="9647" y="441"/>
                  </a:lnTo>
                  <a:lnTo>
                    <a:pt x="9607" y="120"/>
                  </a:lnTo>
                  <a:lnTo>
                    <a:pt x="9566" y="0"/>
                  </a:lnTo>
                  <a:lnTo>
                    <a:pt x="6899" y="0"/>
                  </a:lnTo>
                  <a:lnTo>
                    <a:pt x="6919" y="140"/>
                  </a:lnTo>
                  <a:lnTo>
                    <a:pt x="6959" y="501"/>
                  </a:lnTo>
                  <a:lnTo>
                    <a:pt x="6959" y="762"/>
                  </a:lnTo>
                  <a:lnTo>
                    <a:pt x="6959" y="1043"/>
                  </a:lnTo>
                  <a:lnTo>
                    <a:pt x="6939" y="1344"/>
                  </a:lnTo>
                  <a:lnTo>
                    <a:pt x="6879" y="1645"/>
                  </a:lnTo>
                  <a:lnTo>
                    <a:pt x="6799" y="1945"/>
                  </a:lnTo>
                  <a:lnTo>
                    <a:pt x="6679" y="2246"/>
                  </a:lnTo>
                  <a:lnTo>
                    <a:pt x="6598" y="2387"/>
                  </a:lnTo>
                  <a:lnTo>
                    <a:pt x="6518" y="2527"/>
                  </a:lnTo>
                  <a:lnTo>
                    <a:pt x="6418" y="2647"/>
                  </a:lnTo>
                  <a:lnTo>
                    <a:pt x="6318" y="2768"/>
                  </a:lnTo>
                  <a:lnTo>
                    <a:pt x="6177" y="2888"/>
                  </a:lnTo>
                  <a:lnTo>
                    <a:pt x="6037" y="2988"/>
                  </a:lnTo>
                  <a:lnTo>
                    <a:pt x="5896" y="3068"/>
                  </a:lnTo>
                  <a:lnTo>
                    <a:pt x="5716" y="3149"/>
                  </a:lnTo>
                  <a:lnTo>
                    <a:pt x="5535" y="3209"/>
                  </a:lnTo>
                  <a:lnTo>
                    <a:pt x="5335" y="3249"/>
                  </a:lnTo>
                  <a:lnTo>
                    <a:pt x="5094" y="3289"/>
                  </a:lnTo>
                  <a:lnTo>
                    <a:pt x="4613" y="3289"/>
                  </a:lnTo>
                  <a:lnTo>
                    <a:pt x="4392" y="3249"/>
                  </a:lnTo>
                  <a:lnTo>
                    <a:pt x="4192" y="3209"/>
                  </a:lnTo>
                  <a:lnTo>
                    <a:pt x="4011" y="3149"/>
                  </a:lnTo>
                  <a:lnTo>
                    <a:pt x="3831" y="3068"/>
                  </a:lnTo>
                  <a:lnTo>
                    <a:pt x="3670" y="2988"/>
                  </a:lnTo>
                  <a:lnTo>
                    <a:pt x="3530" y="2888"/>
                  </a:lnTo>
                  <a:lnTo>
                    <a:pt x="3410" y="2768"/>
                  </a:lnTo>
                  <a:lnTo>
                    <a:pt x="3309" y="2647"/>
                  </a:lnTo>
                  <a:lnTo>
                    <a:pt x="3209" y="2527"/>
                  </a:lnTo>
                  <a:lnTo>
                    <a:pt x="3109" y="2387"/>
                  </a:lnTo>
                  <a:lnTo>
                    <a:pt x="3049" y="2246"/>
                  </a:lnTo>
                  <a:lnTo>
                    <a:pt x="2928" y="1945"/>
                  </a:lnTo>
                  <a:lnTo>
                    <a:pt x="2848" y="1645"/>
                  </a:lnTo>
                  <a:lnTo>
                    <a:pt x="2788" y="1344"/>
                  </a:lnTo>
                  <a:lnTo>
                    <a:pt x="2768" y="1043"/>
                  </a:lnTo>
                  <a:lnTo>
                    <a:pt x="2768" y="762"/>
                  </a:lnTo>
                  <a:lnTo>
                    <a:pt x="2768" y="501"/>
                  </a:lnTo>
                  <a:lnTo>
                    <a:pt x="2808" y="140"/>
                  </a:lnTo>
                  <a:lnTo>
                    <a:pt x="2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31"/>
            <p:cNvSpPr/>
            <p:nvPr/>
          </p:nvSpPr>
          <p:spPr>
            <a:xfrm>
              <a:off x="11277725" y="3008638"/>
              <a:ext cx="243175" cy="154425"/>
            </a:xfrm>
            <a:custGeom>
              <a:avLst/>
              <a:gdLst/>
              <a:ahLst/>
              <a:cxnLst/>
              <a:rect l="l" t="t" r="r" b="b"/>
              <a:pathLst>
                <a:path w="9727" h="6177" fill="none" extrusionOk="0">
                  <a:moveTo>
                    <a:pt x="8865" y="4412"/>
                  </a:moveTo>
                  <a:lnTo>
                    <a:pt x="8865" y="4412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504" y="4813"/>
                  </a:lnTo>
                  <a:lnTo>
                    <a:pt x="8223" y="5074"/>
                  </a:lnTo>
                  <a:lnTo>
                    <a:pt x="7942" y="5294"/>
                  </a:lnTo>
                  <a:lnTo>
                    <a:pt x="7661" y="5495"/>
                  </a:lnTo>
                  <a:lnTo>
                    <a:pt x="7381" y="5655"/>
                  </a:lnTo>
                  <a:lnTo>
                    <a:pt x="7100" y="5796"/>
                  </a:lnTo>
                  <a:lnTo>
                    <a:pt x="6819" y="5896"/>
                  </a:lnTo>
                  <a:lnTo>
                    <a:pt x="6538" y="5996"/>
                  </a:lnTo>
                  <a:lnTo>
                    <a:pt x="6278" y="6057"/>
                  </a:lnTo>
                  <a:lnTo>
                    <a:pt x="6017" y="6097"/>
                  </a:lnTo>
                  <a:lnTo>
                    <a:pt x="5556" y="6157"/>
                  </a:lnTo>
                  <a:lnTo>
                    <a:pt x="5175" y="6177"/>
                  </a:lnTo>
                  <a:lnTo>
                    <a:pt x="4854" y="6177"/>
                  </a:lnTo>
                  <a:lnTo>
                    <a:pt x="4854" y="6177"/>
                  </a:lnTo>
                  <a:lnTo>
                    <a:pt x="4553" y="6177"/>
                  </a:lnTo>
                  <a:lnTo>
                    <a:pt x="4152" y="6157"/>
                  </a:lnTo>
                  <a:lnTo>
                    <a:pt x="3690" y="6097"/>
                  </a:lnTo>
                  <a:lnTo>
                    <a:pt x="3450" y="6057"/>
                  </a:lnTo>
                  <a:lnTo>
                    <a:pt x="3189" y="5996"/>
                  </a:lnTo>
                  <a:lnTo>
                    <a:pt x="2908" y="5896"/>
                  </a:lnTo>
                  <a:lnTo>
                    <a:pt x="2628" y="5796"/>
                  </a:lnTo>
                  <a:lnTo>
                    <a:pt x="2347" y="5655"/>
                  </a:lnTo>
                  <a:lnTo>
                    <a:pt x="2066" y="5495"/>
                  </a:lnTo>
                  <a:lnTo>
                    <a:pt x="1785" y="5294"/>
                  </a:lnTo>
                  <a:lnTo>
                    <a:pt x="1484" y="5074"/>
                  </a:lnTo>
                  <a:lnTo>
                    <a:pt x="1204" y="4813"/>
                  </a:lnTo>
                  <a:lnTo>
                    <a:pt x="943" y="4512"/>
                  </a:lnTo>
                  <a:lnTo>
                    <a:pt x="943" y="4512"/>
                  </a:lnTo>
                  <a:lnTo>
                    <a:pt x="803" y="4352"/>
                  </a:lnTo>
                  <a:lnTo>
                    <a:pt x="682" y="4171"/>
                  </a:lnTo>
                  <a:lnTo>
                    <a:pt x="482" y="3830"/>
                  </a:lnTo>
                  <a:lnTo>
                    <a:pt x="321" y="3449"/>
                  </a:lnTo>
                  <a:lnTo>
                    <a:pt x="201" y="3088"/>
                  </a:lnTo>
                  <a:lnTo>
                    <a:pt x="121" y="2707"/>
                  </a:lnTo>
                  <a:lnTo>
                    <a:pt x="61" y="2326"/>
                  </a:lnTo>
                  <a:lnTo>
                    <a:pt x="21" y="1965"/>
                  </a:lnTo>
                  <a:lnTo>
                    <a:pt x="0" y="1604"/>
                  </a:lnTo>
                  <a:lnTo>
                    <a:pt x="0" y="1284"/>
                  </a:lnTo>
                  <a:lnTo>
                    <a:pt x="21" y="963"/>
                  </a:lnTo>
                  <a:lnTo>
                    <a:pt x="61" y="461"/>
                  </a:lnTo>
                  <a:lnTo>
                    <a:pt x="121" y="120"/>
                  </a:lnTo>
                  <a:lnTo>
                    <a:pt x="141" y="0"/>
                  </a:lnTo>
                  <a:lnTo>
                    <a:pt x="2828" y="0"/>
                  </a:lnTo>
                  <a:lnTo>
                    <a:pt x="2828" y="0"/>
                  </a:lnTo>
                  <a:lnTo>
                    <a:pt x="2808" y="140"/>
                  </a:lnTo>
                  <a:lnTo>
                    <a:pt x="2768" y="501"/>
                  </a:lnTo>
                  <a:lnTo>
                    <a:pt x="2768" y="762"/>
                  </a:lnTo>
                  <a:lnTo>
                    <a:pt x="2768" y="1043"/>
                  </a:lnTo>
                  <a:lnTo>
                    <a:pt x="2788" y="1344"/>
                  </a:lnTo>
                  <a:lnTo>
                    <a:pt x="2848" y="1645"/>
                  </a:lnTo>
                  <a:lnTo>
                    <a:pt x="2928" y="1945"/>
                  </a:lnTo>
                  <a:lnTo>
                    <a:pt x="3049" y="2246"/>
                  </a:lnTo>
                  <a:lnTo>
                    <a:pt x="3109" y="2387"/>
                  </a:lnTo>
                  <a:lnTo>
                    <a:pt x="3209" y="2527"/>
                  </a:lnTo>
                  <a:lnTo>
                    <a:pt x="3309" y="2647"/>
                  </a:lnTo>
                  <a:lnTo>
                    <a:pt x="3410" y="2768"/>
                  </a:lnTo>
                  <a:lnTo>
                    <a:pt x="3530" y="2888"/>
                  </a:lnTo>
                  <a:lnTo>
                    <a:pt x="3670" y="2988"/>
                  </a:lnTo>
                  <a:lnTo>
                    <a:pt x="3831" y="3068"/>
                  </a:lnTo>
                  <a:lnTo>
                    <a:pt x="4011" y="3149"/>
                  </a:lnTo>
                  <a:lnTo>
                    <a:pt x="4192" y="3209"/>
                  </a:lnTo>
                  <a:lnTo>
                    <a:pt x="4392" y="3249"/>
                  </a:lnTo>
                  <a:lnTo>
                    <a:pt x="4613" y="3289"/>
                  </a:lnTo>
                  <a:lnTo>
                    <a:pt x="4854" y="3289"/>
                  </a:lnTo>
                  <a:lnTo>
                    <a:pt x="4854" y="3289"/>
                  </a:lnTo>
                  <a:lnTo>
                    <a:pt x="5094" y="3289"/>
                  </a:lnTo>
                  <a:lnTo>
                    <a:pt x="5335" y="3249"/>
                  </a:lnTo>
                  <a:lnTo>
                    <a:pt x="5535" y="3209"/>
                  </a:lnTo>
                  <a:lnTo>
                    <a:pt x="5716" y="3149"/>
                  </a:lnTo>
                  <a:lnTo>
                    <a:pt x="5896" y="3068"/>
                  </a:lnTo>
                  <a:lnTo>
                    <a:pt x="6037" y="2988"/>
                  </a:lnTo>
                  <a:lnTo>
                    <a:pt x="6177" y="2888"/>
                  </a:lnTo>
                  <a:lnTo>
                    <a:pt x="6318" y="2768"/>
                  </a:lnTo>
                  <a:lnTo>
                    <a:pt x="6418" y="2647"/>
                  </a:lnTo>
                  <a:lnTo>
                    <a:pt x="6518" y="2527"/>
                  </a:lnTo>
                  <a:lnTo>
                    <a:pt x="6598" y="2387"/>
                  </a:lnTo>
                  <a:lnTo>
                    <a:pt x="6679" y="2246"/>
                  </a:lnTo>
                  <a:lnTo>
                    <a:pt x="6799" y="1945"/>
                  </a:lnTo>
                  <a:lnTo>
                    <a:pt x="6879" y="1645"/>
                  </a:lnTo>
                  <a:lnTo>
                    <a:pt x="6939" y="1344"/>
                  </a:lnTo>
                  <a:lnTo>
                    <a:pt x="6959" y="1043"/>
                  </a:lnTo>
                  <a:lnTo>
                    <a:pt x="6959" y="762"/>
                  </a:lnTo>
                  <a:lnTo>
                    <a:pt x="6959" y="501"/>
                  </a:lnTo>
                  <a:lnTo>
                    <a:pt x="6919" y="140"/>
                  </a:lnTo>
                  <a:lnTo>
                    <a:pt x="6899" y="0"/>
                  </a:lnTo>
                  <a:lnTo>
                    <a:pt x="9566" y="0"/>
                  </a:lnTo>
                  <a:lnTo>
                    <a:pt x="9566" y="0"/>
                  </a:lnTo>
                  <a:lnTo>
                    <a:pt x="9607" y="120"/>
                  </a:lnTo>
                  <a:lnTo>
                    <a:pt x="9647" y="441"/>
                  </a:lnTo>
                  <a:lnTo>
                    <a:pt x="9707" y="943"/>
                  </a:lnTo>
                  <a:lnTo>
                    <a:pt x="9727" y="1223"/>
                  </a:lnTo>
                  <a:lnTo>
                    <a:pt x="9727" y="1564"/>
                  </a:lnTo>
                  <a:lnTo>
                    <a:pt x="9707" y="1905"/>
                  </a:lnTo>
                  <a:lnTo>
                    <a:pt x="9687" y="2246"/>
                  </a:lnTo>
                  <a:lnTo>
                    <a:pt x="9627" y="2627"/>
                  </a:lnTo>
                  <a:lnTo>
                    <a:pt x="9546" y="2988"/>
                  </a:lnTo>
                  <a:lnTo>
                    <a:pt x="9426" y="3369"/>
                  </a:lnTo>
                  <a:lnTo>
                    <a:pt x="9286" y="3730"/>
                  </a:lnTo>
                  <a:lnTo>
                    <a:pt x="9085" y="4071"/>
                  </a:lnTo>
                  <a:lnTo>
                    <a:pt x="8985" y="4252"/>
                  </a:lnTo>
                  <a:lnTo>
                    <a:pt x="8865" y="441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31"/>
            <p:cNvSpPr/>
            <p:nvPr/>
          </p:nvSpPr>
          <p:spPr>
            <a:xfrm>
              <a:off x="11277725" y="3008638"/>
              <a:ext cx="221625" cy="154425"/>
            </a:xfrm>
            <a:custGeom>
              <a:avLst/>
              <a:gdLst/>
              <a:ahLst/>
              <a:cxnLst/>
              <a:rect l="l" t="t" r="r" b="b"/>
              <a:pathLst>
                <a:path w="8865" h="6177" extrusionOk="0">
                  <a:moveTo>
                    <a:pt x="141" y="0"/>
                  </a:moveTo>
                  <a:lnTo>
                    <a:pt x="121" y="100"/>
                  </a:lnTo>
                  <a:lnTo>
                    <a:pt x="81" y="421"/>
                  </a:lnTo>
                  <a:lnTo>
                    <a:pt x="21" y="902"/>
                  </a:lnTo>
                  <a:lnTo>
                    <a:pt x="0" y="1183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1" y="2226"/>
                  </a:lnTo>
                  <a:lnTo>
                    <a:pt x="101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2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3" y="4332"/>
                  </a:lnTo>
                  <a:lnTo>
                    <a:pt x="943" y="4512"/>
                  </a:lnTo>
                  <a:lnTo>
                    <a:pt x="1204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2006" y="5455"/>
                  </a:lnTo>
                  <a:lnTo>
                    <a:pt x="2267" y="5615"/>
                  </a:lnTo>
                  <a:lnTo>
                    <a:pt x="2547" y="5756"/>
                  </a:lnTo>
                  <a:lnTo>
                    <a:pt x="2808" y="5876"/>
                  </a:lnTo>
                  <a:lnTo>
                    <a:pt x="3069" y="5956"/>
                  </a:lnTo>
                  <a:lnTo>
                    <a:pt x="3329" y="6036"/>
                  </a:lnTo>
                  <a:lnTo>
                    <a:pt x="357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5295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8" y="6036"/>
                  </a:lnTo>
                  <a:lnTo>
                    <a:pt x="6659" y="5956"/>
                  </a:lnTo>
                  <a:lnTo>
                    <a:pt x="6919" y="5876"/>
                  </a:lnTo>
                  <a:lnTo>
                    <a:pt x="7180" y="5756"/>
                  </a:lnTo>
                  <a:lnTo>
                    <a:pt x="7441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63" y="5054"/>
                  </a:lnTo>
                  <a:lnTo>
                    <a:pt x="8524" y="4793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544" y="4613"/>
                  </a:lnTo>
                  <a:lnTo>
                    <a:pt x="8203" y="4813"/>
                  </a:lnTo>
                  <a:lnTo>
                    <a:pt x="7842" y="4954"/>
                  </a:lnTo>
                  <a:lnTo>
                    <a:pt x="7481" y="5094"/>
                  </a:lnTo>
                  <a:lnTo>
                    <a:pt x="7100" y="5194"/>
                  </a:lnTo>
                  <a:lnTo>
                    <a:pt x="6719" y="5274"/>
                  </a:lnTo>
                  <a:lnTo>
                    <a:pt x="6338" y="5314"/>
                  </a:lnTo>
                  <a:lnTo>
                    <a:pt x="5937" y="5335"/>
                  </a:lnTo>
                  <a:lnTo>
                    <a:pt x="5676" y="5314"/>
                  </a:lnTo>
                  <a:lnTo>
                    <a:pt x="5415" y="5294"/>
                  </a:lnTo>
                  <a:lnTo>
                    <a:pt x="5154" y="5274"/>
                  </a:lnTo>
                  <a:lnTo>
                    <a:pt x="4914" y="5214"/>
                  </a:lnTo>
                  <a:lnTo>
                    <a:pt x="4653" y="5154"/>
                  </a:lnTo>
                  <a:lnTo>
                    <a:pt x="4412" y="5074"/>
                  </a:lnTo>
                  <a:lnTo>
                    <a:pt x="4152" y="4994"/>
                  </a:lnTo>
                  <a:lnTo>
                    <a:pt x="3911" y="4893"/>
                  </a:lnTo>
                  <a:lnTo>
                    <a:pt x="3550" y="4693"/>
                  </a:lnTo>
                  <a:lnTo>
                    <a:pt x="3209" y="4472"/>
                  </a:lnTo>
                  <a:lnTo>
                    <a:pt x="2908" y="4252"/>
                  </a:lnTo>
                  <a:lnTo>
                    <a:pt x="2648" y="3991"/>
                  </a:lnTo>
                  <a:lnTo>
                    <a:pt x="2427" y="3710"/>
                  </a:lnTo>
                  <a:lnTo>
                    <a:pt x="2227" y="3429"/>
                  </a:lnTo>
                  <a:lnTo>
                    <a:pt x="2066" y="3129"/>
                  </a:lnTo>
                  <a:lnTo>
                    <a:pt x="1946" y="2808"/>
                  </a:lnTo>
                  <a:lnTo>
                    <a:pt x="1825" y="2487"/>
                  </a:lnTo>
                  <a:lnTo>
                    <a:pt x="1765" y="2146"/>
                  </a:lnTo>
                  <a:lnTo>
                    <a:pt x="1725" y="1805"/>
                  </a:lnTo>
                  <a:lnTo>
                    <a:pt x="1705" y="1444"/>
                  </a:lnTo>
                  <a:lnTo>
                    <a:pt x="1705" y="1083"/>
                  </a:lnTo>
                  <a:lnTo>
                    <a:pt x="1745" y="722"/>
                  </a:lnTo>
                  <a:lnTo>
                    <a:pt x="1805" y="361"/>
                  </a:lnTo>
                  <a:lnTo>
                    <a:pt x="190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31"/>
            <p:cNvSpPr/>
            <p:nvPr/>
          </p:nvSpPr>
          <p:spPr>
            <a:xfrm>
              <a:off x="11277725" y="3008638"/>
              <a:ext cx="221625" cy="154425"/>
            </a:xfrm>
            <a:custGeom>
              <a:avLst/>
              <a:gdLst/>
              <a:ahLst/>
              <a:cxnLst/>
              <a:rect l="l" t="t" r="r" b="b"/>
              <a:pathLst>
                <a:path w="8865" h="6177" fill="none" extrusionOk="0">
                  <a:moveTo>
                    <a:pt x="1906" y="0"/>
                  </a:moveTo>
                  <a:lnTo>
                    <a:pt x="141" y="0"/>
                  </a:lnTo>
                  <a:lnTo>
                    <a:pt x="141" y="0"/>
                  </a:lnTo>
                  <a:lnTo>
                    <a:pt x="121" y="100"/>
                  </a:lnTo>
                  <a:lnTo>
                    <a:pt x="81" y="421"/>
                  </a:lnTo>
                  <a:lnTo>
                    <a:pt x="21" y="902"/>
                  </a:lnTo>
                  <a:lnTo>
                    <a:pt x="0" y="1183"/>
                  </a:lnTo>
                  <a:lnTo>
                    <a:pt x="0" y="1484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1" y="2226"/>
                  </a:lnTo>
                  <a:lnTo>
                    <a:pt x="101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2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3" y="4332"/>
                  </a:lnTo>
                  <a:lnTo>
                    <a:pt x="943" y="4512"/>
                  </a:lnTo>
                  <a:lnTo>
                    <a:pt x="943" y="4512"/>
                  </a:lnTo>
                  <a:lnTo>
                    <a:pt x="1204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2006" y="5455"/>
                  </a:lnTo>
                  <a:lnTo>
                    <a:pt x="2267" y="5615"/>
                  </a:lnTo>
                  <a:lnTo>
                    <a:pt x="2547" y="5756"/>
                  </a:lnTo>
                  <a:lnTo>
                    <a:pt x="2808" y="5876"/>
                  </a:lnTo>
                  <a:lnTo>
                    <a:pt x="3069" y="5956"/>
                  </a:lnTo>
                  <a:lnTo>
                    <a:pt x="3329" y="6036"/>
                  </a:lnTo>
                  <a:lnTo>
                    <a:pt x="357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4753" y="6177"/>
                  </a:lnTo>
                  <a:lnTo>
                    <a:pt x="4753" y="6177"/>
                  </a:lnTo>
                  <a:lnTo>
                    <a:pt x="4854" y="6177"/>
                  </a:lnTo>
                  <a:lnTo>
                    <a:pt x="4854" y="6177"/>
                  </a:lnTo>
                  <a:lnTo>
                    <a:pt x="4974" y="6177"/>
                  </a:lnTo>
                  <a:lnTo>
                    <a:pt x="4974" y="6177"/>
                  </a:lnTo>
                  <a:lnTo>
                    <a:pt x="5295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8" y="6036"/>
                  </a:lnTo>
                  <a:lnTo>
                    <a:pt x="6659" y="5956"/>
                  </a:lnTo>
                  <a:lnTo>
                    <a:pt x="6919" y="5876"/>
                  </a:lnTo>
                  <a:lnTo>
                    <a:pt x="7180" y="5756"/>
                  </a:lnTo>
                  <a:lnTo>
                    <a:pt x="7441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63" y="5054"/>
                  </a:lnTo>
                  <a:lnTo>
                    <a:pt x="8524" y="4793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865" y="4412"/>
                  </a:lnTo>
                  <a:lnTo>
                    <a:pt x="8544" y="4613"/>
                  </a:lnTo>
                  <a:lnTo>
                    <a:pt x="8203" y="4813"/>
                  </a:lnTo>
                  <a:lnTo>
                    <a:pt x="7842" y="4954"/>
                  </a:lnTo>
                  <a:lnTo>
                    <a:pt x="7481" y="5094"/>
                  </a:lnTo>
                  <a:lnTo>
                    <a:pt x="7100" y="5194"/>
                  </a:lnTo>
                  <a:lnTo>
                    <a:pt x="6719" y="5274"/>
                  </a:lnTo>
                  <a:lnTo>
                    <a:pt x="6338" y="5314"/>
                  </a:lnTo>
                  <a:lnTo>
                    <a:pt x="5937" y="5335"/>
                  </a:lnTo>
                  <a:lnTo>
                    <a:pt x="5937" y="5335"/>
                  </a:lnTo>
                  <a:lnTo>
                    <a:pt x="5676" y="5314"/>
                  </a:lnTo>
                  <a:lnTo>
                    <a:pt x="5415" y="5294"/>
                  </a:lnTo>
                  <a:lnTo>
                    <a:pt x="5154" y="5274"/>
                  </a:lnTo>
                  <a:lnTo>
                    <a:pt x="4914" y="5214"/>
                  </a:lnTo>
                  <a:lnTo>
                    <a:pt x="4653" y="5154"/>
                  </a:lnTo>
                  <a:lnTo>
                    <a:pt x="4412" y="5074"/>
                  </a:lnTo>
                  <a:lnTo>
                    <a:pt x="4152" y="4994"/>
                  </a:lnTo>
                  <a:lnTo>
                    <a:pt x="3911" y="4893"/>
                  </a:lnTo>
                  <a:lnTo>
                    <a:pt x="3911" y="4893"/>
                  </a:lnTo>
                  <a:lnTo>
                    <a:pt x="3550" y="4693"/>
                  </a:lnTo>
                  <a:lnTo>
                    <a:pt x="3209" y="4472"/>
                  </a:lnTo>
                  <a:lnTo>
                    <a:pt x="2908" y="4252"/>
                  </a:lnTo>
                  <a:lnTo>
                    <a:pt x="2648" y="3991"/>
                  </a:lnTo>
                  <a:lnTo>
                    <a:pt x="2427" y="3710"/>
                  </a:lnTo>
                  <a:lnTo>
                    <a:pt x="2227" y="3429"/>
                  </a:lnTo>
                  <a:lnTo>
                    <a:pt x="2066" y="3129"/>
                  </a:lnTo>
                  <a:lnTo>
                    <a:pt x="1946" y="2808"/>
                  </a:lnTo>
                  <a:lnTo>
                    <a:pt x="1825" y="2487"/>
                  </a:lnTo>
                  <a:lnTo>
                    <a:pt x="1765" y="2146"/>
                  </a:lnTo>
                  <a:lnTo>
                    <a:pt x="1725" y="1805"/>
                  </a:lnTo>
                  <a:lnTo>
                    <a:pt x="1705" y="1444"/>
                  </a:lnTo>
                  <a:lnTo>
                    <a:pt x="1705" y="1083"/>
                  </a:lnTo>
                  <a:lnTo>
                    <a:pt x="1745" y="722"/>
                  </a:lnTo>
                  <a:lnTo>
                    <a:pt x="1805" y="361"/>
                  </a:lnTo>
                  <a:lnTo>
                    <a:pt x="190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31"/>
            <p:cNvSpPr/>
            <p:nvPr/>
          </p:nvSpPr>
          <p:spPr>
            <a:xfrm>
              <a:off x="11088700" y="3285888"/>
              <a:ext cx="142925" cy="211600"/>
            </a:xfrm>
            <a:custGeom>
              <a:avLst/>
              <a:gdLst/>
              <a:ahLst/>
              <a:cxnLst/>
              <a:rect l="l" t="t" r="r" b="b"/>
              <a:pathLst>
                <a:path w="5717" h="8464" extrusionOk="0">
                  <a:moveTo>
                    <a:pt x="2869" y="0"/>
                  </a:moveTo>
                  <a:lnTo>
                    <a:pt x="2568" y="20"/>
                  </a:lnTo>
                  <a:lnTo>
                    <a:pt x="2287" y="60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505" y="341"/>
                  </a:lnTo>
                  <a:lnTo>
                    <a:pt x="1264" y="482"/>
                  </a:lnTo>
                  <a:lnTo>
                    <a:pt x="1044" y="642"/>
                  </a:lnTo>
                  <a:lnTo>
                    <a:pt x="843" y="842"/>
                  </a:lnTo>
                  <a:lnTo>
                    <a:pt x="663" y="1043"/>
                  </a:lnTo>
                  <a:lnTo>
                    <a:pt x="482" y="1264"/>
                  </a:lnTo>
                  <a:lnTo>
                    <a:pt x="342" y="1484"/>
                  </a:lnTo>
                  <a:lnTo>
                    <a:pt x="222" y="1745"/>
                  </a:lnTo>
                  <a:lnTo>
                    <a:pt x="141" y="2006"/>
                  </a:lnTo>
                  <a:lnTo>
                    <a:pt x="61" y="2286"/>
                  </a:lnTo>
                  <a:lnTo>
                    <a:pt x="21" y="2567"/>
                  </a:lnTo>
                  <a:lnTo>
                    <a:pt x="1" y="2848"/>
                  </a:lnTo>
                  <a:lnTo>
                    <a:pt x="1" y="5595"/>
                  </a:lnTo>
                  <a:lnTo>
                    <a:pt x="21" y="5896"/>
                  </a:lnTo>
                  <a:lnTo>
                    <a:pt x="61" y="6177"/>
                  </a:lnTo>
                  <a:lnTo>
                    <a:pt x="141" y="6458"/>
                  </a:lnTo>
                  <a:lnTo>
                    <a:pt x="222" y="6718"/>
                  </a:lnTo>
                  <a:lnTo>
                    <a:pt x="342" y="6959"/>
                  </a:lnTo>
                  <a:lnTo>
                    <a:pt x="482" y="7200"/>
                  </a:lnTo>
                  <a:lnTo>
                    <a:pt x="663" y="7420"/>
                  </a:lnTo>
                  <a:lnTo>
                    <a:pt x="843" y="7621"/>
                  </a:lnTo>
                  <a:lnTo>
                    <a:pt x="1044" y="7801"/>
                  </a:lnTo>
                  <a:lnTo>
                    <a:pt x="1264" y="7982"/>
                  </a:lnTo>
                  <a:lnTo>
                    <a:pt x="1505" y="8122"/>
                  </a:lnTo>
                  <a:lnTo>
                    <a:pt x="1746" y="8243"/>
                  </a:lnTo>
                  <a:lnTo>
                    <a:pt x="2006" y="8323"/>
                  </a:lnTo>
                  <a:lnTo>
                    <a:pt x="2287" y="8403"/>
                  </a:lnTo>
                  <a:lnTo>
                    <a:pt x="2568" y="8443"/>
                  </a:lnTo>
                  <a:lnTo>
                    <a:pt x="2869" y="8463"/>
                  </a:lnTo>
                  <a:lnTo>
                    <a:pt x="3170" y="8443"/>
                  </a:lnTo>
                  <a:lnTo>
                    <a:pt x="3470" y="8403"/>
                  </a:lnTo>
                  <a:lnTo>
                    <a:pt x="3751" y="8323"/>
                  </a:lnTo>
                  <a:lnTo>
                    <a:pt x="4032" y="8203"/>
                  </a:lnTo>
                  <a:lnTo>
                    <a:pt x="4293" y="8082"/>
                  </a:lnTo>
                  <a:lnTo>
                    <a:pt x="4533" y="7922"/>
                  </a:lnTo>
                  <a:lnTo>
                    <a:pt x="4754" y="7741"/>
                  </a:lnTo>
                  <a:lnTo>
                    <a:pt x="4954" y="7541"/>
                  </a:lnTo>
                  <a:lnTo>
                    <a:pt x="5135" y="7340"/>
                  </a:lnTo>
                  <a:lnTo>
                    <a:pt x="5275" y="7120"/>
                  </a:lnTo>
                  <a:lnTo>
                    <a:pt x="5416" y="6899"/>
                  </a:lnTo>
                  <a:lnTo>
                    <a:pt x="5516" y="6658"/>
                  </a:lnTo>
                  <a:lnTo>
                    <a:pt x="5596" y="6398"/>
                  </a:lnTo>
                  <a:lnTo>
                    <a:pt x="5656" y="6157"/>
                  </a:lnTo>
                  <a:lnTo>
                    <a:pt x="5696" y="5876"/>
                  </a:lnTo>
                  <a:lnTo>
                    <a:pt x="5716" y="5595"/>
                  </a:lnTo>
                  <a:lnTo>
                    <a:pt x="5716" y="2848"/>
                  </a:lnTo>
                  <a:lnTo>
                    <a:pt x="5696" y="2567"/>
                  </a:lnTo>
                  <a:lnTo>
                    <a:pt x="5656" y="2286"/>
                  </a:lnTo>
                  <a:lnTo>
                    <a:pt x="5596" y="2006"/>
                  </a:lnTo>
                  <a:lnTo>
                    <a:pt x="5496" y="1745"/>
                  </a:lnTo>
                  <a:lnTo>
                    <a:pt x="5376" y="1484"/>
                  </a:lnTo>
                  <a:lnTo>
                    <a:pt x="5235" y="1264"/>
                  </a:lnTo>
                  <a:lnTo>
                    <a:pt x="5055" y="1043"/>
                  </a:lnTo>
                  <a:lnTo>
                    <a:pt x="4874" y="842"/>
                  </a:lnTo>
                  <a:lnTo>
                    <a:pt x="4654" y="642"/>
                  </a:lnTo>
                  <a:lnTo>
                    <a:pt x="4413" y="461"/>
                  </a:lnTo>
                  <a:lnTo>
                    <a:pt x="4152" y="301"/>
                  </a:lnTo>
                  <a:lnTo>
                    <a:pt x="3871" y="181"/>
                  </a:lnTo>
                  <a:lnTo>
                    <a:pt x="3631" y="100"/>
                  </a:lnTo>
                  <a:lnTo>
                    <a:pt x="3390" y="40"/>
                  </a:lnTo>
                  <a:lnTo>
                    <a:pt x="3129" y="20"/>
                  </a:lnTo>
                  <a:lnTo>
                    <a:pt x="28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31"/>
            <p:cNvSpPr/>
            <p:nvPr/>
          </p:nvSpPr>
          <p:spPr>
            <a:xfrm>
              <a:off x="11088700" y="3285888"/>
              <a:ext cx="142925" cy="211600"/>
            </a:xfrm>
            <a:custGeom>
              <a:avLst/>
              <a:gdLst/>
              <a:ahLst/>
              <a:cxnLst/>
              <a:rect l="l" t="t" r="r" b="b"/>
              <a:pathLst>
                <a:path w="5717" h="8464" fill="none" extrusionOk="0">
                  <a:moveTo>
                    <a:pt x="5716" y="2848"/>
                  </a:moveTo>
                  <a:lnTo>
                    <a:pt x="5716" y="5595"/>
                  </a:lnTo>
                  <a:lnTo>
                    <a:pt x="5716" y="5595"/>
                  </a:lnTo>
                  <a:lnTo>
                    <a:pt x="5696" y="5876"/>
                  </a:lnTo>
                  <a:lnTo>
                    <a:pt x="5656" y="6157"/>
                  </a:lnTo>
                  <a:lnTo>
                    <a:pt x="5596" y="6398"/>
                  </a:lnTo>
                  <a:lnTo>
                    <a:pt x="5516" y="6658"/>
                  </a:lnTo>
                  <a:lnTo>
                    <a:pt x="5416" y="6899"/>
                  </a:lnTo>
                  <a:lnTo>
                    <a:pt x="5275" y="7120"/>
                  </a:lnTo>
                  <a:lnTo>
                    <a:pt x="5135" y="7340"/>
                  </a:lnTo>
                  <a:lnTo>
                    <a:pt x="4954" y="7541"/>
                  </a:lnTo>
                  <a:lnTo>
                    <a:pt x="4954" y="7541"/>
                  </a:lnTo>
                  <a:lnTo>
                    <a:pt x="4754" y="7741"/>
                  </a:lnTo>
                  <a:lnTo>
                    <a:pt x="4533" y="7922"/>
                  </a:lnTo>
                  <a:lnTo>
                    <a:pt x="4293" y="8082"/>
                  </a:lnTo>
                  <a:lnTo>
                    <a:pt x="4032" y="8203"/>
                  </a:lnTo>
                  <a:lnTo>
                    <a:pt x="3751" y="8323"/>
                  </a:lnTo>
                  <a:lnTo>
                    <a:pt x="3470" y="8403"/>
                  </a:lnTo>
                  <a:lnTo>
                    <a:pt x="3170" y="8443"/>
                  </a:lnTo>
                  <a:lnTo>
                    <a:pt x="2869" y="8463"/>
                  </a:lnTo>
                  <a:lnTo>
                    <a:pt x="2869" y="8463"/>
                  </a:lnTo>
                  <a:lnTo>
                    <a:pt x="2568" y="8443"/>
                  </a:lnTo>
                  <a:lnTo>
                    <a:pt x="2287" y="8403"/>
                  </a:lnTo>
                  <a:lnTo>
                    <a:pt x="2006" y="8323"/>
                  </a:lnTo>
                  <a:lnTo>
                    <a:pt x="1746" y="8243"/>
                  </a:lnTo>
                  <a:lnTo>
                    <a:pt x="1505" y="8122"/>
                  </a:lnTo>
                  <a:lnTo>
                    <a:pt x="1264" y="7982"/>
                  </a:lnTo>
                  <a:lnTo>
                    <a:pt x="1044" y="7801"/>
                  </a:lnTo>
                  <a:lnTo>
                    <a:pt x="843" y="7621"/>
                  </a:lnTo>
                  <a:lnTo>
                    <a:pt x="843" y="7621"/>
                  </a:lnTo>
                  <a:lnTo>
                    <a:pt x="663" y="7420"/>
                  </a:lnTo>
                  <a:lnTo>
                    <a:pt x="482" y="7200"/>
                  </a:lnTo>
                  <a:lnTo>
                    <a:pt x="342" y="6959"/>
                  </a:lnTo>
                  <a:lnTo>
                    <a:pt x="222" y="6718"/>
                  </a:lnTo>
                  <a:lnTo>
                    <a:pt x="141" y="6458"/>
                  </a:lnTo>
                  <a:lnTo>
                    <a:pt x="61" y="6177"/>
                  </a:lnTo>
                  <a:lnTo>
                    <a:pt x="21" y="5896"/>
                  </a:lnTo>
                  <a:lnTo>
                    <a:pt x="1" y="5595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21" y="2567"/>
                  </a:lnTo>
                  <a:lnTo>
                    <a:pt x="61" y="2286"/>
                  </a:lnTo>
                  <a:lnTo>
                    <a:pt x="141" y="2006"/>
                  </a:lnTo>
                  <a:lnTo>
                    <a:pt x="222" y="1745"/>
                  </a:lnTo>
                  <a:lnTo>
                    <a:pt x="342" y="1484"/>
                  </a:lnTo>
                  <a:lnTo>
                    <a:pt x="482" y="1264"/>
                  </a:lnTo>
                  <a:lnTo>
                    <a:pt x="663" y="1043"/>
                  </a:lnTo>
                  <a:lnTo>
                    <a:pt x="843" y="842"/>
                  </a:lnTo>
                  <a:lnTo>
                    <a:pt x="1044" y="642"/>
                  </a:lnTo>
                  <a:lnTo>
                    <a:pt x="1264" y="482"/>
                  </a:lnTo>
                  <a:lnTo>
                    <a:pt x="1505" y="341"/>
                  </a:lnTo>
                  <a:lnTo>
                    <a:pt x="1746" y="221"/>
                  </a:lnTo>
                  <a:lnTo>
                    <a:pt x="2006" y="121"/>
                  </a:lnTo>
                  <a:lnTo>
                    <a:pt x="2287" y="60"/>
                  </a:lnTo>
                  <a:lnTo>
                    <a:pt x="2568" y="20"/>
                  </a:lnTo>
                  <a:lnTo>
                    <a:pt x="2869" y="0"/>
                  </a:lnTo>
                  <a:lnTo>
                    <a:pt x="2869" y="0"/>
                  </a:lnTo>
                  <a:lnTo>
                    <a:pt x="3129" y="20"/>
                  </a:lnTo>
                  <a:lnTo>
                    <a:pt x="3390" y="40"/>
                  </a:lnTo>
                  <a:lnTo>
                    <a:pt x="3631" y="100"/>
                  </a:lnTo>
                  <a:lnTo>
                    <a:pt x="3871" y="181"/>
                  </a:lnTo>
                  <a:lnTo>
                    <a:pt x="3871" y="181"/>
                  </a:lnTo>
                  <a:lnTo>
                    <a:pt x="4152" y="301"/>
                  </a:lnTo>
                  <a:lnTo>
                    <a:pt x="4413" y="461"/>
                  </a:lnTo>
                  <a:lnTo>
                    <a:pt x="4654" y="642"/>
                  </a:lnTo>
                  <a:lnTo>
                    <a:pt x="4874" y="842"/>
                  </a:lnTo>
                  <a:lnTo>
                    <a:pt x="4874" y="842"/>
                  </a:lnTo>
                  <a:lnTo>
                    <a:pt x="5055" y="1043"/>
                  </a:lnTo>
                  <a:lnTo>
                    <a:pt x="5235" y="1264"/>
                  </a:lnTo>
                  <a:lnTo>
                    <a:pt x="5376" y="1484"/>
                  </a:lnTo>
                  <a:lnTo>
                    <a:pt x="5496" y="1745"/>
                  </a:lnTo>
                  <a:lnTo>
                    <a:pt x="5596" y="2006"/>
                  </a:lnTo>
                  <a:lnTo>
                    <a:pt x="5656" y="2286"/>
                  </a:lnTo>
                  <a:lnTo>
                    <a:pt x="5696" y="2567"/>
                  </a:lnTo>
                  <a:lnTo>
                    <a:pt x="5716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31"/>
            <p:cNvSpPr/>
            <p:nvPr/>
          </p:nvSpPr>
          <p:spPr>
            <a:xfrm>
              <a:off x="11139850" y="3285888"/>
              <a:ext cx="72725" cy="211600"/>
            </a:xfrm>
            <a:custGeom>
              <a:avLst/>
              <a:gdLst/>
              <a:ahLst/>
              <a:cxnLst/>
              <a:rect l="l" t="t" r="r" b="b"/>
              <a:pathLst>
                <a:path w="2909" h="8464" extrusionOk="0">
                  <a:moveTo>
                    <a:pt x="602" y="0"/>
                  </a:moveTo>
                  <a:lnTo>
                    <a:pt x="402" y="20"/>
                  </a:lnTo>
                  <a:lnTo>
                    <a:pt x="201" y="60"/>
                  </a:lnTo>
                  <a:lnTo>
                    <a:pt x="0" y="121"/>
                  </a:lnTo>
                  <a:lnTo>
                    <a:pt x="101" y="582"/>
                  </a:lnTo>
                  <a:lnTo>
                    <a:pt x="161" y="1043"/>
                  </a:lnTo>
                  <a:lnTo>
                    <a:pt x="201" y="1524"/>
                  </a:lnTo>
                  <a:lnTo>
                    <a:pt x="221" y="2006"/>
                  </a:lnTo>
                  <a:lnTo>
                    <a:pt x="221" y="8403"/>
                  </a:lnTo>
                  <a:lnTo>
                    <a:pt x="522" y="8443"/>
                  </a:lnTo>
                  <a:lnTo>
                    <a:pt x="823" y="8463"/>
                  </a:lnTo>
                  <a:lnTo>
                    <a:pt x="1124" y="8443"/>
                  </a:lnTo>
                  <a:lnTo>
                    <a:pt x="1424" y="8403"/>
                  </a:lnTo>
                  <a:lnTo>
                    <a:pt x="1705" y="8323"/>
                  </a:lnTo>
                  <a:lnTo>
                    <a:pt x="1986" y="8203"/>
                  </a:lnTo>
                  <a:lnTo>
                    <a:pt x="2247" y="8082"/>
                  </a:lnTo>
                  <a:lnTo>
                    <a:pt x="2487" y="7922"/>
                  </a:lnTo>
                  <a:lnTo>
                    <a:pt x="2708" y="7741"/>
                  </a:lnTo>
                  <a:lnTo>
                    <a:pt x="2908" y="7541"/>
                  </a:lnTo>
                  <a:lnTo>
                    <a:pt x="2788" y="7460"/>
                  </a:lnTo>
                  <a:lnTo>
                    <a:pt x="2628" y="7360"/>
                  </a:lnTo>
                  <a:lnTo>
                    <a:pt x="2507" y="7240"/>
                  </a:lnTo>
                  <a:lnTo>
                    <a:pt x="2367" y="7100"/>
                  </a:lnTo>
                  <a:lnTo>
                    <a:pt x="2267" y="6959"/>
                  </a:lnTo>
                  <a:lnTo>
                    <a:pt x="2066" y="6658"/>
                  </a:lnTo>
                  <a:lnTo>
                    <a:pt x="1886" y="6337"/>
                  </a:lnTo>
                  <a:lnTo>
                    <a:pt x="1765" y="5997"/>
                  </a:lnTo>
                  <a:lnTo>
                    <a:pt x="1645" y="5656"/>
                  </a:lnTo>
                  <a:lnTo>
                    <a:pt x="1545" y="5295"/>
                  </a:lnTo>
                  <a:lnTo>
                    <a:pt x="1464" y="4954"/>
                  </a:lnTo>
                  <a:lnTo>
                    <a:pt x="1384" y="4533"/>
                  </a:lnTo>
                  <a:lnTo>
                    <a:pt x="1304" y="3971"/>
                  </a:lnTo>
                  <a:lnTo>
                    <a:pt x="1244" y="3309"/>
                  </a:lnTo>
                  <a:lnTo>
                    <a:pt x="1224" y="2968"/>
                  </a:lnTo>
                  <a:lnTo>
                    <a:pt x="1224" y="2607"/>
                  </a:lnTo>
                  <a:lnTo>
                    <a:pt x="1224" y="2266"/>
                  </a:lnTo>
                  <a:lnTo>
                    <a:pt x="1264" y="1905"/>
                  </a:lnTo>
                  <a:lnTo>
                    <a:pt x="1304" y="1564"/>
                  </a:lnTo>
                  <a:lnTo>
                    <a:pt x="1364" y="1244"/>
                  </a:lnTo>
                  <a:lnTo>
                    <a:pt x="1444" y="943"/>
                  </a:lnTo>
                  <a:lnTo>
                    <a:pt x="1545" y="662"/>
                  </a:lnTo>
                  <a:lnTo>
                    <a:pt x="1685" y="401"/>
                  </a:lnTo>
                  <a:lnTo>
                    <a:pt x="1825" y="181"/>
                  </a:lnTo>
                  <a:lnTo>
                    <a:pt x="1585" y="100"/>
                  </a:lnTo>
                  <a:lnTo>
                    <a:pt x="1344" y="40"/>
                  </a:lnTo>
                  <a:lnTo>
                    <a:pt x="1083" y="20"/>
                  </a:lnTo>
                  <a:lnTo>
                    <a:pt x="82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31"/>
            <p:cNvSpPr/>
            <p:nvPr/>
          </p:nvSpPr>
          <p:spPr>
            <a:xfrm>
              <a:off x="11139850" y="3285888"/>
              <a:ext cx="72725" cy="211600"/>
            </a:xfrm>
            <a:custGeom>
              <a:avLst/>
              <a:gdLst/>
              <a:ahLst/>
              <a:cxnLst/>
              <a:rect l="l" t="t" r="r" b="b"/>
              <a:pathLst>
                <a:path w="2909" h="8464" fill="none" extrusionOk="0">
                  <a:moveTo>
                    <a:pt x="823" y="0"/>
                  </a:moveTo>
                  <a:lnTo>
                    <a:pt x="823" y="0"/>
                  </a:lnTo>
                  <a:lnTo>
                    <a:pt x="602" y="0"/>
                  </a:lnTo>
                  <a:lnTo>
                    <a:pt x="402" y="20"/>
                  </a:lnTo>
                  <a:lnTo>
                    <a:pt x="201" y="60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101" y="582"/>
                  </a:lnTo>
                  <a:lnTo>
                    <a:pt x="161" y="1043"/>
                  </a:lnTo>
                  <a:lnTo>
                    <a:pt x="201" y="1524"/>
                  </a:lnTo>
                  <a:lnTo>
                    <a:pt x="221" y="2006"/>
                  </a:lnTo>
                  <a:lnTo>
                    <a:pt x="221" y="8403"/>
                  </a:lnTo>
                  <a:lnTo>
                    <a:pt x="221" y="8403"/>
                  </a:lnTo>
                  <a:lnTo>
                    <a:pt x="522" y="8443"/>
                  </a:lnTo>
                  <a:lnTo>
                    <a:pt x="823" y="8463"/>
                  </a:lnTo>
                  <a:lnTo>
                    <a:pt x="823" y="8463"/>
                  </a:lnTo>
                  <a:lnTo>
                    <a:pt x="1124" y="8443"/>
                  </a:lnTo>
                  <a:lnTo>
                    <a:pt x="1424" y="8403"/>
                  </a:lnTo>
                  <a:lnTo>
                    <a:pt x="1705" y="8323"/>
                  </a:lnTo>
                  <a:lnTo>
                    <a:pt x="1986" y="8203"/>
                  </a:lnTo>
                  <a:lnTo>
                    <a:pt x="2247" y="8082"/>
                  </a:lnTo>
                  <a:lnTo>
                    <a:pt x="2487" y="7922"/>
                  </a:lnTo>
                  <a:lnTo>
                    <a:pt x="2708" y="7741"/>
                  </a:lnTo>
                  <a:lnTo>
                    <a:pt x="2908" y="7541"/>
                  </a:lnTo>
                  <a:lnTo>
                    <a:pt x="2908" y="7541"/>
                  </a:lnTo>
                  <a:lnTo>
                    <a:pt x="2788" y="7460"/>
                  </a:lnTo>
                  <a:lnTo>
                    <a:pt x="2788" y="7460"/>
                  </a:lnTo>
                  <a:lnTo>
                    <a:pt x="2628" y="7360"/>
                  </a:lnTo>
                  <a:lnTo>
                    <a:pt x="2507" y="7240"/>
                  </a:lnTo>
                  <a:lnTo>
                    <a:pt x="2367" y="7100"/>
                  </a:lnTo>
                  <a:lnTo>
                    <a:pt x="2267" y="6959"/>
                  </a:lnTo>
                  <a:lnTo>
                    <a:pt x="2066" y="6658"/>
                  </a:lnTo>
                  <a:lnTo>
                    <a:pt x="1886" y="6337"/>
                  </a:lnTo>
                  <a:lnTo>
                    <a:pt x="1765" y="5997"/>
                  </a:lnTo>
                  <a:lnTo>
                    <a:pt x="1645" y="5656"/>
                  </a:lnTo>
                  <a:lnTo>
                    <a:pt x="1545" y="5295"/>
                  </a:lnTo>
                  <a:lnTo>
                    <a:pt x="1464" y="4954"/>
                  </a:lnTo>
                  <a:lnTo>
                    <a:pt x="1464" y="4954"/>
                  </a:lnTo>
                  <a:lnTo>
                    <a:pt x="1384" y="4533"/>
                  </a:lnTo>
                  <a:lnTo>
                    <a:pt x="1304" y="3971"/>
                  </a:lnTo>
                  <a:lnTo>
                    <a:pt x="1244" y="3309"/>
                  </a:lnTo>
                  <a:lnTo>
                    <a:pt x="1224" y="2968"/>
                  </a:lnTo>
                  <a:lnTo>
                    <a:pt x="1224" y="2607"/>
                  </a:lnTo>
                  <a:lnTo>
                    <a:pt x="1224" y="2266"/>
                  </a:lnTo>
                  <a:lnTo>
                    <a:pt x="1264" y="1905"/>
                  </a:lnTo>
                  <a:lnTo>
                    <a:pt x="1304" y="1564"/>
                  </a:lnTo>
                  <a:lnTo>
                    <a:pt x="1364" y="1244"/>
                  </a:lnTo>
                  <a:lnTo>
                    <a:pt x="1444" y="943"/>
                  </a:lnTo>
                  <a:lnTo>
                    <a:pt x="1545" y="662"/>
                  </a:lnTo>
                  <a:lnTo>
                    <a:pt x="1685" y="401"/>
                  </a:lnTo>
                  <a:lnTo>
                    <a:pt x="1825" y="181"/>
                  </a:lnTo>
                  <a:lnTo>
                    <a:pt x="1825" y="181"/>
                  </a:lnTo>
                  <a:lnTo>
                    <a:pt x="1585" y="100"/>
                  </a:lnTo>
                  <a:lnTo>
                    <a:pt x="1344" y="40"/>
                  </a:lnTo>
                  <a:lnTo>
                    <a:pt x="1083" y="20"/>
                  </a:lnTo>
                  <a:lnTo>
                    <a:pt x="8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31"/>
            <p:cNvSpPr/>
            <p:nvPr/>
          </p:nvSpPr>
          <p:spPr>
            <a:xfrm>
              <a:off x="10603400" y="2300713"/>
              <a:ext cx="76225" cy="76225"/>
            </a:xfrm>
            <a:custGeom>
              <a:avLst/>
              <a:gdLst/>
              <a:ahLst/>
              <a:cxnLst/>
              <a:rect l="l" t="t" r="r" b="b"/>
              <a:pathLst>
                <a:path w="3049" h="3049" extrusionOk="0">
                  <a:moveTo>
                    <a:pt x="1464" y="0"/>
                  </a:moveTo>
                  <a:lnTo>
                    <a:pt x="1284" y="20"/>
                  </a:lnTo>
                  <a:lnTo>
                    <a:pt x="1123" y="60"/>
                  </a:lnTo>
                  <a:lnTo>
                    <a:pt x="963" y="120"/>
                  </a:lnTo>
                  <a:lnTo>
                    <a:pt x="822" y="180"/>
                  </a:lnTo>
                  <a:lnTo>
                    <a:pt x="682" y="261"/>
                  </a:lnTo>
                  <a:lnTo>
                    <a:pt x="542" y="361"/>
                  </a:lnTo>
                  <a:lnTo>
                    <a:pt x="441" y="481"/>
                  </a:lnTo>
                  <a:lnTo>
                    <a:pt x="321" y="622"/>
                  </a:lnTo>
                  <a:lnTo>
                    <a:pt x="241" y="742"/>
                  </a:lnTo>
                  <a:lnTo>
                    <a:pt x="161" y="902"/>
                  </a:lnTo>
                  <a:lnTo>
                    <a:pt x="100" y="1043"/>
                  </a:lnTo>
                  <a:lnTo>
                    <a:pt x="40" y="1223"/>
                  </a:lnTo>
                  <a:lnTo>
                    <a:pt x="20" y="1384"/>
                  </a:lnTo>
                  <a:lnTo>
                    <a:pt x="0" y="1564"/>
                  </a:lnTo>
                  <a:lnTo>
                    <a:pt x="20" y="1725"/>
                  </a:lnTo>
                  <a:lnTo>
                    <a:pt x="40" y="1865"/>
                  </a:lnTo>
                  <a:lnTo>
                    <a:pt x="80" y="1985"/>
                  </a:lnTo>
                  <a:lnTo>
                    <a:pt x="121" y="2126"/>
                  </a:lnTo>
                  <a:lnTo>
                    <a:pt x="181" y="2246"/>
                  </a:lnTo>
                  <a:lnTo>
                    <a:pt x="261" y="2366"/>
                  </a:lnTo>
                  <a:lnTo>
                    <a:pt x="341" y="2467"/>
                  </a:lnTo>
                  <a:lnTo>
                    <a:pt x="441" y="2587"/>
                  </a:lnTo>
                  <a:lnTo>
                    <a:pt x="542" y="2687"/>
                  </a:lnTo>
                  <a:lnTo>
                    <a:pt x="662" y="2768"/>
                  </a:lnTo>
                  <a:lnTo>
                    <a:pt x="782" y="2848"/>
                  </a:lnTo>
                  <a:lnTo>
                    <a:pt x="923" y="2908"/>
                  </a:lnTo>
                  <a:lnTo>
                    <a:pt x="1063" y="2968"/>
                  </a:lnTo>
                  <a:lnTo>
                    <a:pt x="1223" y="3008"/>
                  </a:lnTo>
                  <a:lnTo>
                    <a:pt x="1384" y="3028"/>
                  </a:lnTo>
                  <a:lnTo>
                    <a:pt x="1544" y="3048"/>
                  </a:lnTo>
                  <a:lnTo>
                    <a:pt x="1725" y="3028"/>
                  </a:lnTo>
                  <a:lnTo>
                    <a:pt x="1925" y="3008"/>
                  </a:lnTo>
                  <a:lnTo>
                    <a:pt x="2126" y="2928"/>
                  </a:lnTo>
                  <a:lnTo>
                    <a:pt x="2306" y="2848"/>
                  </a:lnTo>
                  <a:lnTo>
                    <a:pt x="2487" y="2727"/>
                  </a:lnTo>
                  <a:lnTo>
                    <a:pt x="2627" y="2567"/>
                  </a:lnTo>
                  <a:lnTo>
                    <a:pt x="2768" y="2407"/>
                  </a:lnTo>
                  <a:lnTo>
                    <a:pt x="2868" y="2226"/>
                  </a:lnTo>
                  <a:lnTo>
                    <a:pt x="2948" y="2026"/>
                  </a:lnTo>
                  <a:lnTo>
                    <a:pt x="3008" y="1865"/>
                  </a:lnTo>
                  <a:lnTo>
                    <a:pt x="3028" y="1685"/>
                  </a:lnTo>
                  <a:lnTo>
                    <a:pt x="3048" y="1504"/>
                  </a:lnTo>
                  <a:lnTo>
                    <a:pt x="3028" y="1324"/>
                  </a:lnTo>
                  <a:lnTo>
                    <a:pt x="3008" y="1163"/>
                  </a:lnTo>
                  <a:lnTo>
                    <a:pt x="2948" y="1003"/>
                  </a:lnTo>
                  <a:lnTo>
                    <a:pt x="2888" y="842"/>
                  </a:lnTo>
                  <a:lnTo>
                    <a:pt x="2788" y="702"/>
                  </a:lnTo>
                  <a:lnTo>
                    <a:pt x="2687" y="562"/>
                  </a:lnTo>
                  <a:lnTo>
                    <a:pt x="2587" y="441"/>
                  </a:lnTo>
                  <a:lnTo>
                    <a:pt x="2447" y="321"/>
                  </a:lnTo>
                  <a:lnTo>
                    <a:pt x="2306" y="221"/>
                  </a:lnTo>
                  <a:lnTo>
                    <a:pt x="2166" y="140"/>
                  </a:lnTo>
                  <a:lnTo>
                    <a:pt x="1986" y="80"/>
                  </a:lnTo>
                  <a:lnTo>
                    <a:pt x="1825" y="40"/>
                  </a:lnTo>
                  <a:lnTo>
                    <a:pt x="1645" y="20"/>
                  </a:lnTo>
                  <a:lnTo>
                    <a:pt x="14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31"/>
            <p:cNvSpPr/>
            <p:nvPr/>
          </p:nvSpPr>
          <p:spPr>
            <a:xfrm>
              <a:off x="10137625" y="2651163"/>
              <a:ext cx="1007775" cy="478825"/>
            </a:xfrm>
            <a:custGeom>
              <a:avLst/>
              <a:gdLst/>
              <a:ahLst/>
              <a:cxnLst/>
              <a:rect l="l" t="t" r="r" b="b"/>
              <a:pathLst>
                <a:path w="40311" h="19153" extrusionOk="0">
                  <a:moveTo>
                    <a:pt x="5877" y="0"/>
                  </a:move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8184" y="17608"/>
                  </a:lnTo>
                  <a:lnTo>
                    <a:pt x="38445" y="17387"/>
                  </a:lnTo>
                  <a:lnTo>
                    <a:pt x="38686" y="17127"/>
                  </a:lnTo>
                  <a:lnTo>
                    <a:pt x="38906" y="16866"/>
                  </a:lnTo>
                  <a:lnTo>
                    <a:pt x="39127" y="16605"/>
                  </a:lnTo>
                  <a:lnTo>
                    <a:pt x="39307" y="16325"/>
                  </a:lnTo>
                  <a:lnTo>
                    <a:pt x="39488" y="16024"/>
                  </a:lnTo>
                  <a:lnTo>
                    <a:pt x="39668" y="15723"/>
                  </a:lnTo>
                  <a:lnTo>
                    <a:pt x="39809" y="15402"/>
                  </a:lnTo>
                  <a:lnTo>
                    <a:pt x="39929" y="15081"/>
                  </a:lnTo>
                  <a:lnTo>
                    <a:pt x="40049" y="14740"/>
                  </a:lnTo>
                  <a:lnTo>
                    <a:pt x="40150" y="14399"/>
                  </a:lnTo>
                  <a:lnTo>
                    <a:pt x="40210" y="14038"/>
                  </a:lnTo>
                  <a:lnTo>
                    <a:pt x="40270" y="13677"/>
                  </a:lnTo>
                  <a:lnTo>
                    <a:pt x="40290" y="13316"/>
                  </a:lnTo>
                  <a:lnTo>
                    <a:pt x="40310" y="12955"/>
                  </a:lnTo>
                  <a:lnTo>
                    <a:pt x="40310" y="6197"/>
                  </a:lnTo>
                  <a:lnTo>
                    <a:pt x="40310" y="5876"/>
                  </a:lnTo>
                  <a:lnTo>
                    <a:pt x="40270" y="5555"/>
                  </a:lnTo>
                  <a:lnTo>
                    <a:pt x="40230" y="5254"/>
                  </a:lnTo>
                  <a:lnTo>
                    <a:pt x="40190" y="4934"/>
                  </a:lnTo>
                  <a:lnTo>
                    <a:pt x="40110" y="4633"/>
                  </a:lnTo>
                  <a:lnTo>
                    <a:pt x="40029" y="4352"/>
                  </a:lnTo>
                  <a:lnTo>
                    <a:pt x="39929" y="4051"/>
                  </a:lnTo>
                  <a:lnTo>
                    <a:pt x="39829" y="3770"/>
                  </a:lnTo>
                  <a:lnTo>
                    <a:pt x="39688" y="3510"/>
                  </a:lnTo>
                  <a:lnTo>
                    <a:pt x="39568" y="3229"/>
                  </a:lnTo>
                  <a:lnTo>
                    <a:pt x="39408" y="2988"/>
                  </a:lnTo>
                  <a:lnTo>
                    <a:pt x="39247" y="2728"/>
                  </a:lnTo>
                  <a:lnTo>
                    <a:pt x="39087" y="2487"/>
                  </a:lnTo>
                  <a:lnTo>
                    <a:pt x="38886" y="2246"/>
                  </a:lnTo>
                  <a:lnTo>
                    <a:pt x="38706" y="2026"/>
                  </a:lnTo>
                  <a:lnTo>
                    <a:pt x="38485" y="1805"/>
                  </a:lnTo>
                  <a:lnTo>
                    <a:pt x="38285" y="1604"/>
                  </a:lnTo>
                  <a:lnTo>
                    <a:pt x="38064" y="1404"/>
                  </a:lnTo>
                  <a:lnTo>
                    <a:pt x="37823" y="1223"/>
                  </a:lnTo>
                  <a:lnTo>
                    <a:pt x="37583" y="1063"/>
                  </a:lnTo>
                  <a:lnTo>
                    <a:pt x="37322" y="903"/>
                  </a:lnTo>
                  <a:lnTo>
                    <a:pt x="37061" y="742"/>
                  </a:lnTo>
                  <a:lnTo>
                    <a:pt x="36801" y="602"/>
                  </a:lnTo>
                  <a:lnTo>
                    <a:pt x="36520" y="481"/>
                  </a:lnTo>
                  <a:lnTo>
                    <a:pt x="36239" y="381"/>
                  </a:lnTo>
                  <a:lnTo>
                    <a:pt x="35958" y="281"/>
                  </a:lnTo>
                  <a:lnTo>
                    <a:pt x="35657" y="201"/>
                  </a:lnTo>
                  <a:lnTo>
                    <a:pt x="35357" y="120"/>
                  </a:lnTo>
                  <a:lnTo>
                    <a:pt x="35056" y="60"/>
                  </a:lnTo>
                  <a:lnTo>
                    <a:pt x="34755" y="20"/>
                  </a:lnTo>
                  <a:lnTo>
                    <a:pt x="344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31"/>
            <p:cNvSpPr/>
            <p:nvPr/>
          </p:nvSpPr>
          <p:spPr>
            <a:xfrm>
              <a:off x="10137625" y="2651163"/>
              <a:ext cx="1007775" cy="478825"/>
            </a:xfrm>
            <a:custGeom>
              <a:avLst/>
              <a:gdLst/>
              <a:ahLst/>
              <a:cxnLst/>
              <a:rect l="l" t="t" r="r" b="b"/>
              <a:pathLst>
                <a:path w="40311" h="19153" fill="none" extrusionOk="0">
                  <a:moveTo>
                    <a:pt x="40310" y="6197"/>
                  </a:moveTo>
                  <a:lnTo>
                    <a:pt x="40310" y="12955"/>
                  </a:lnTo>
                  <a:lnTo>
                    <a:pt x="40310" y="12955"/>
                  </a:lnTo>
                  <a:lnTo>
                    <a:pt x="40290" y="13316"/>
                  </a:lnTo>
                  <a:lnTo>
                    <a:pt x="40270" y="13677"/>
                  </a:lnTo>
                  <a:lnTo>
                    <a:pt x="40210" y="14038"/>
                  </a:lnTo>
                  <a:lnTo>
                    <a:pt x="40150" y="14399"/>
                  </a:lnTo>
                  <a:lnTo>
                    <a:pt x="40049" y="14740"/>
                  </a:lnTo>
                  <a:lnTo>
                    <a:pt x="39929" y="15081"/>
                  </a:lnTo>
                  <a:lnTo>
                    <a:pt x="39809" y="15402"/>
                  </a:lnTo>
                  <a:lnTo>
                    <a:pt x="39668" y="15723"/>
                  </a:lnTo>
                  <a:lnTo>
                    <a:pt x="39488" y="16024"/>
                  </a:lnTo>
                  <a:lnTo>
                    <a:pt x="39307" y="16325"/>
                  </a:lnTo>
                  <a:lnTo>
                    <a:pt x="39127" y="16605"/>
                  </a:lnTo>
                  <a:lnTo>
                    <a:pt x="38906" y="16866"/>
                  </a:lnTo>
                  <a:lnTo>
                    <a:pt x="38686" y="17127"/>
                  </a:lnTo>
                  <a:lnTo>
                    <a:pt x="38445" y="17387"/>
                  </a:lnTo>
                  <a:lnTo>
                    <a:pt x="38184" y="17608"/>
                  </a:lnTo>
                  <a:lnTo>
                    <a:pt x="37924" y="17829"/>
                  </a:lnTo>
                  <a:lnTo>
                    <a:pt x="37924" y="17829"/>
                  </a:lnTo>
                  <a:lnTo>
                    <a:pt x="37522" y="18129"/>
                  </a:lnTo>
                  <a:lnTo>
                    <a:pt x="37081" y="18390"/>
                  </a:lnTo>
                  <a:lnTo>
                    <a:pt x="36640" y="18611"/>
                  </a:lnTo>
                  <a:lnTo>
                    <a:pt x="36159" y="18791"/>
                  </a:lnTo>
                  <a:lnTo>
                    <a:pt x="35677" y="18952"/>
                  </a:lnTo>
                  <a:lnTo>
                    <a:pt x="35176" y="19052"/>
                  </a:lnTo>
                  <a:lnTo>
                    <a:pt x="34655" y="19132"/>
                  </a:lnTo>
                  <a:lnTo>
                    <a:pt x="34113" y="19152"/>
                  </a:lnTo>
                  <a:lnTo>
                    <a:pt x="6197" y="19152"/>
                  </a:lnTo>
                  <a:lnTo>
                    <a:pt x="6197" y="19152"/>
                  </a:lnTo>
                  <a:lnTo>
                    <a:pt x="5877" y="19132"/>
                  </a:lnTo>
                  <a:lnTo>
                    <a:pt x="5576" y="19112"/>
                  </a:lnTo>
                  <a:lnTo>
                    <a:pt x="5255" y="19072"/>
                  </a:lnTo>
                  <a:lnTo>
                    <a:pt x="4954" y="19012"/>
                  </a:lnTo>
                  <a:lnTo>
                    <a:pt x="4653" y="18952"/>
                  </a:lnTo>
                  <a:lnTo>
                    <a:pt x="4352" y="18871"/>
                  </a:lnTo>
                  <a:lnTo>
                    <a:pt x="4072" y="18771"/>
                  </a:lnTo>
                  <a:lnTo>
                    <a:pt x="3791" y="18651"/>
                  </a:lnTo>
                  <a:lnTo>
                    <a:pt x="3510" y="18531"/>
                  </a:lnTo>
                  <a:lnTo>
                    <a:pt x="3249" y="18390"/>
                  </a:lnTo>
                  <a:lnTo>
                    <a:pt x="2989" y="18250"/>
                  </a:lnTo>
                  <a:lnTo>
                    <a:pt x="2728" y="18089"/>
                  </a:lnTo>
                  <a:lnTo>
                    <a:pt x="2487" y="17909"/>
                  </a:lnTo>
                  <a:lnTo>
                    <a:pt x="2267" y="17728"/>
                  </a:lnTo>
                  <a:lnTo>
                    <a:pt x="2046" y="17528"/>
                  </a:lnTo>
                  <a:lnTo>
                    <a:pt x="1826" y="17327"/>
                  </a:lnTo>
                  <a:lnTo>
                    <a:pt x="1625" y="17107"/>
                  </a:lnTo>
                  <a:lnTo>
                    <a:pt x="1424" y="16886"/>
                  </a:lnTo>
                  <a:lnTo>
                    <a:pt x="1244" y="16665"/>
                  </a:lnTo>
                  <a:lnTo>
                    <a:pt x="1063" y="16405"/>
                  </a:lnTo>
                  <a:lnTo>
                    <a:pt x="903" y="16164"/>
                  </a:lnTo>
                  <a:lnTo>
                    <a:pt x="763" y="15903"/>
                  </a:lnTo>
                  <a:lnTo>
                    <a:pt x="622" y="15643"/>
                  </a:lnTo>
                  <a:lnTo>
                    <a:pt x="502" y="15362"/>
                  </a:lnTo>
                  <a:lnTo>
                    <a:pt x="382" y="15081"/>
                  </a:lnTo>
                  <a:lnTo>
                    <a:pt x="281" y="14800"/>
                  </a:lnTo>
                  <a:lnTo>
                    <a:pt x="201" y="14500"/>
                  </a:lnTo>
                  <a:lnTo>
                    <a:pt x="141" y="14199"/>
                  </a:lnTo>
                  <a:lnTo>
                    <a:pt x="81" y="13898"/>
                  </a:lnTo>
                  <a:lnTo>
                    <a:pt x="41" y="13577"/>
                  </a:lnTo>
                  <a:lnTo>
                    <a:pt x="21" y="13276"/>
                  </a:lnTo>
                  <a:lnTo>
                    <a:pt x="1" y="12955"/>
                  </a:lnTo>
                  <a:lnTo>
                    <a:pt x="1" y="6197"/>
                  </a:lnTo>
                  <a:lnTo>
                    <a:pt x="1" y="6197"/>
                  </a:lnTo>
                  <a:lnTo>
                    <a:pt x="21" y="5876"/>
                  </a:lnTo>
                  <a:lnTo>
                    <a:pt x="41" y="5555"/>
                  </a:lnTo>
                  <a:lnTo>
                    <a:pt x="81" y="5254"/>
                  </a:lnTo>
                  <a:lnTo>
                    <a:pt x="141" y="4934"/>
                  </a:lnTo>
                  <a:lnTo>
                    <a:pt x="201" y="4633"/>
                  </a:lnTo>
                  <a:lnTo>
                    <a:pt x="281" y="4352"/>
                  </a:lnTo>
                  <a:lnTo>
                    <a:pt x="382" y="4051"/>
                  </a:lnTo>
                  <a:lnTo>
                    <a:pt x="502" y="3770"/>
                  </a:lnTo>
                  <a:lnTo>
                    <a:pt x="622" y="3510"/>
                  </a:lnTo>
                  <a:lnTo>
                    <a:pt x="763" y="3229"/>
                  </a:lnTo>
                  <a:lnTo>
                    <a:pt x="903" y="2988"/>
                  </a:lnTo>
                  <a:lnTo>
                    <a:pt x="1063" y="2728"/>
                  </a:lnTo>
                  <a:lnTo>
                    <a:pt x="1244" y="2487"/>
                  </a:lnTo>
                  <a:lnTo>
                    <a:pt x="1424" y="2246"/>
                  </a:lnTo>
                  <a:lnTo>
                    <a:pt x="1625" y="2026"/>
                  </a:lnTo>
                  <a:lnTo>
                    <a:pt x="1826" y="1805"/>
                  </a:lnTo>
                  <a:lnTo>
                    <a:pt x="2046" y="1604"/>
                  </a:lnTo>
                  <a:lnTo>
                    <a:pt x="2267" y="1404"/>
                  </a:lnTo>
                  <a:lnTo>
                    <a:pt x="2487" y="1223"/>
                  </a:lnTo>
                  <a:lnTo>
                    <a:pt x="2728" y="1063"/>
                  </a:lnTo>
                  <a:lnTo>
                    <a:pt x="2989" y="903"/>
                  </a:lnTo>
                  <a:lnTo>
                    <a:pt x="3249" y="742"/>
                  </a:lnTo>
                  <a:lnTo>
                    <a:pt x="3510" y="602"/>
                  </a:lnTo>
                  <a:lnTo>
                    <a:pt x="3791" y="481"/>
                  </a:lnTo>
                  <a:lnTo>
                    <a:pt x="4072" y="381"/>
                  </a:lnTo>
                  <a:lnTo>
                    <a:pt x="4352" y="281"/>
                  </a:lnTo>
                  <a:lnTo>
                    <a:pt x="4653" y="201"/>
                  </a:lnTo>
                  <a:lnTo>
                    <a:pt x="4954" y="120"/>
                  </a:lnTo>
                  <a:lnTo>
                    <a:pt x="5255" y="60"/>
                  </a:lnTo>
                  <a:lnTo>
                    <a:pt x="5576" y="20"/>
                  </a:lnTo>
                  <a:lnTo>
                    <a:pt x="5877" y="0"/>
                  </a:lnTo>
                  <a:lnTo>
                    <a:pt x="6197" y="0"/>
                  </a:lnTo>
                  <a:lnTo>
                    <a:pt x="34113" y="0"/>
                  </a:lnTo>
                  <a:lnTo>
                    <a:pt x="34113" y="0"/>
                  </a:lnTo>
                  <a:lnTo>
                    <a:pt x="34434" y="0"/>
                  </a:lnTo>
                  <a:lnTo>
                    <a:pt x="34755" y="20"/>
                  </a:lnTo>
                  <a:lnTo>
                    <a:pt x="35056" y="60"/>
                  </a:lnTo>
                  <a:lnTo>
                    <a:pt x="35357" y="120"/>
                  </a:lnTo>
                  <a:lnTo>
                    <a:pt x="35657" y="201"/>
                  </a:lnTo>
                  <a:lnTo>
                    <a:pt x="35958" y="281"/>
                  </a:lnTo>
                  <a:lnTo>
                    <a:pt x="36239" y="381"/>
                  </a:lnTo>
                  <a:lnTo>
                    <a:pt x="36520" y="481"/>
                  </a:lnTo>
                  <a:lnTo>
                    <a:pt x="36801" y="602"/>
                  </a:lnTo>
                  <a:lnTo>
                    <a:pt x="37061" y="742"/>
                  </a:lnTo>
                  <a:lnTo>
                    <a:pt x="37322" y="903"/>
                  </a:lnTo>
                  <a:lnTo>
                    <a:pt x="37583" y="1063"/>
                  </a:lnTo>
                  <a:lnTo>
                    <a:pt x="37823" y="1223"/>
                  </a:lnTo>
                  <a:lnTo>
                    <a:pt x="38064" y="1404"/>
                  </a:lnTo>
                  <a:lnTo>
                    <a:pt x="38285" y="1604"/>
                  </a:lnTo>
                  <a:lnTo>
                    <a:pt x="38485" y="1805"/>
                  </a:lnTo>
                  <a:lnTo>
                    <a:pt x="38706" y="2026"/>
                  </a:lnTo>
                  <a:lnTo>
                    <a:pt x="38886" y="2246"/>
                  </a:lnTo>
                  <a:lnTo>
                    <a:pt x="39087" y="2487"/>
                  </a:lnTo>
                  <a:lnTo>
                    <a:pt x="39247" y="2728"/>
                  </a:lnTo>
                  <a:lnTo>
                    <a:pt x="39408" y="2988"/>
                  </a:lnTo>
                  <a:lnTo>
                    <a:pt x="39568" y="3229"/>
                  </a:lnTo>
                  <a:lnTo>
                    <a:pt x="39688" y="3510"/>
                  </a:lnTo>
                  <a:lnTo>
                    <a:pt x="39829" y="3770"/>
                  </a:lnTo>
                  <a:lnTo>
                    <a:pt x="39929" y="4051"/>
                  </a:lnTo>
                  <a:lnTo>
                    <a:pt x="40029" y="4352"/>
                  </a:lnTo>
                  <a:lnTo>
                    <a:pt x="40110" y="4633"/>
                  </a:lnTo>
                  <a:lnTo>
                    <a:pt x="40190" y="4934"/>
                  </a:lnTo>
                  <a:lnTo>
                    <a:pt x="40230" y="5254"/>
                  </a:lnTo>
                  <a:lnTo>
                    <a:pt x="40270" y="5555"/>
                  </a:lnTo>
                  <a:lnTo>
                    <a:pt x="40310" y="5876"/>
                  </a:lnTo>
                  <a:lnTo>
                    <a:pt x="40310" y="619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31"/>
            <p:cNvSpPr/>
            <p:nvPr/>
          </p:nvSpPr>
          <p:spPr>
            <a:xfrm>
              <a:off x="10137625" y="2651163"/>
              <a:ext cx="948100" cy="478825"/>
            </a:xfrm>
            <a:custGeom>
              <a:avLst/>
              <a:gdLst/>
              <a:ahLst/>
              <a:cxnLst/>
              <a:rect l="l" t="t" r="r" b="b"/>
              <a:pathLst>
                <a:path w="37924" h="19153" extrusionOk="0">
                  <a:moveTo>
                    <a:pt x="5877" y="0"/>
                  </a:move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6640" y="18069"/>
                  </a:lnTo>
                  <a:lnTo>
                    <a:pt x="35357" y="18250"/>
                  </a:lnTo>
                  <a:lnTo>
                    <a:pt x="34073" y="18410"/>
                  </a:lnTo>
                  <a:lnTo>
                    <a:pt x="32770" y="18510"/>
                  </a:lnTo>
                  <a:lnTo>
                    <a:pt x="31466" y="18611"/>
                  </a:lnTo>
                  <a:lnTo>
                    <a:pt x="30163" y="18671"/>
                  </a:lnTo>
                  <a:lnTo>
                    <a:pt x="28859" y="18691"/>
                  </a:lnTo>
                  <a:lnTo>
                    <a:pt x="27535" y="18711"/>
                  </a:lnTo>
                  <a:lnTo>
                    <a:pt x="25650" y="18691"/>
                  </a:lnTo>
                  <a:lnTo>
                    <a:pt x="23745" y="18631"/>
                  </a:lnTo>
                  <a:lnTo>
                    <a:pt x="21860" y="18551"/>
                  </a:lnTo>
                  <a:lnTo>
                    <a:pt x="19995" y="18470"/>
                  </a:lnTo>
                  <a:lnTo>
                    <a:pt x="18571" y="18390"/>
                  </a:lnTo>
                  <a:lnTo>
                    <a:pt x="17147" y="18290"/>
                  </a:lnTo>
                  <a:lnTo>
                    <a:pt x="15703" y="18190"/>
                  </a:lnTo>
                  <a:lnTo>
                    <a:pt x="14259" y="18029"/>
                  </a:lnTo>
                  <a:lnTo>
                    <a:pt x="13557" y="17949"/>
                  </a:lnTo>
                  <a:lnTo>
                    <a:pt x="12835" y="17829"/>
                  </a:lnTo>
                  <a:lnTo>
                    <a:pt x="12134" y="17708"/>
                  </a:lnTo>
                  <a:lnTo>
                    <a:pt x="11432" y="17568"/>
                  </a:lnTo>
                  <a:lnTo>
                    <a:pt x="10730" y="17407"/>
                  </a:lnTo>
                  <a:lnTo>
                    <a:pt x="10028" y="17227"/>
                  </a:lnTo>
                  <a:lnTo>
                    <a:pt x="9326" y="17026"/>
                  </a:lnTo>
                  <a:lnTo>
                    <a:pt x="8644" y="16806"/>
                  </a:lnTo>
                  <a:lnTo>
                    <a:pt x="8002" y="16565"/>
                  </a:lnTo>
                  <a:lnTo>
                    <a:pt x="7381" y="16304"/>
                  </a:lnTo>
                  <a:lnTo>
                    <a:pt x="7080" y="16144"/>
                  </a:lnTo>
                  <a:lnTo>
                    <a:pt x="6799" y="15984"/>
                  </a:lnTo>
                  <a:lnTo>
                    <a:pt x="6498" y="15803"/>
                  </a:lnTo>
                  <a:lnTo>
                    <a:pt x="6217" y="15623"/>
                  </a:lnTo>
                  <a:lnTo>
                    <a:pt x="5957" y="15402"/>
                  </a:lnTo>
                  <a:lnTo>
                    <a:pt x="5696" y="15201"/>
                  </a:lnTo>
                  <a:lnTo>
                    <a:pt x="5435" y="14961"/>
                  </a:lnTo>
                  <a:lnTo>
                    <a:pt x="5215" y="14720"/>
                  </a:lnTo>
                  <a:lnTo>
                    <a:pt x="4974" y="14459"/>
                  </a:lnTo>
                  <a:lnTo>
                    <a:pt x="4774" y="14179"/>
                  </a:lnTo>
                  <a:lnTo>
                    <a:pt x="4573" y="13878"/>
                  </a:lnTo>
                  <a:lnTo>
                    <a:pt x="4413" y="13577"/>
                  </a:lnTo>
                  <a:lnTo>
                    <a:pt x="4252" y="13276"/>
                  </a:lnTo>
                  <a:lnTo>
                    <a:pt x="4052" y="12955"/>
                  </a:lnTo>
                  <a:lnTo>
                    <a:pt x="3851" y="12614"/>
                  </a:lnTo>
                  <a:lnTo>
                    <a:pt x="3671" y="12274"/>
                  </a:lnTo>
                  <a:lnTo>
                    <a:pt x="3530" y="11913"/>
                  </a:lnTo>
                  <a:lnTo>
                    <a:pt x="3410" y="11552"/>
                  </a:lnTo>
                  <a:lnTo>
                    <a:pt x="3289" y="11191"/>
                  </a:lnTo>
                  <a:lnTo>
                    <a:pt x="3229" y="10830"/>
                  </a:lnTo>
                  <a:lnTo>
                    <a:pt x="3169" y="10469"/>
                  </a:lnTo>
                  <a:lnTo>
                    <a:pt x="3129" y="9967"/>
                  </a:lnTo>
                  <a:lnTo>
                    <a:pt x="3129" y="9486"/>
                  </a:lnTo>
                  <a:lnTo>
                    <a:pt x="3169" y="9005"/>
                  </a:lnTo>
                  <a:lnTo>
                    <a:pt x="3229" y="8543"/>
                  </a:lnTo>
                  <a:lnTo>
                    <a:pt x="3229" y="7801"/>
                  </a:lnTo>
                  <a:lnTo>
                    <a:pt x="3249" y="7240"/>
                  </a:lnTo>
                  <a:lnTo>
                    <a:pt x="3289" y="6678"/>
                  </a:lnTo>
                  <a:lnTo>
                    <a:pt x="3370" y="6137"/>
                  </a:lnTo>
                  <a:lnTo>
                    <a:pt x="3450" y="5595"/>
                  </a:lnTo>
                  <a:lnTo>
                    <a:pt x="3570" y="5054"/>
                  </a:lnTo>
                  <a:lnTo>
                    <a:pt x="3711" y="4532"/>
                  </a:lnTo>
                  <a:lnTo>
                    <a:pt x="3891" y="4011"/>
                  </a:lnTo>
                  <a:lnTo>
                    <a:pt x="4072" y="3510"/>
                  </a:lnTo>
                  <a:lnTo>
                    <a:pt x="4292" y="3008"/>
                  </a:lnTo>
                  <a:lnTo>
                    <a:pt x="4533" y="2527"/>
                  </a:lnTo>
                  <a:lnTo>
                    <a:pt x="4794" y="2066"/>
                  </a:lnTo>
                  <a:lnTo>
                    <a:pt x="5074" y="1604"/>
                  </a:lnTo>
                  <a:lnTo>
                    <a:pt x="5375" y="1183"/>
                  </a:lnTo>
                  <a:lnTo>
                    <a:pt x="5696" y="762"/>
                  </a:lnTo>
                  <a:lnTo>
                    <a:pt x="6037" y="361"/>
                  </a:lnTo>
                  <a:lnTo>
                    <a:pt x="6418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31"/>
            <p:cNvSpPr/>
            <p:nvPr/>
          </p:nvSpPr>
          <p:spPr>
            <a:xfrm>
              <a:off x="10137625" y="2651163"/>
              <a:ext cx="948100" cy="478825"/>
            </a:xfrm>
            <a:custGeom>
              <a:avLst/>
              <a:gdLst/>
              <a:ahLst/>
              <a:cxnLst/>
              <a:rect l="l" t="t" r="r" b="b"/>
              <a:pathLst>
                <a:path w="37924" h="19153" fill="none" extrusionOk="0">
                  <a:moveTo>
                    <a:pt x="6418" y="0"/>
                  </a:moveTo>
                  <a:lnTo>
                    <a:pt x="6197" y="0"/>
                  </a:lnTo>
                  <a:lnTo>
                    <a:pt x="6197" y="0"/>
                  </a:lnTo>
                  <a:lnTo>
                    <a:pt x="5877" y="0"/>
                  </a:ln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8263" y="19152"/>
                  </a:lnTo>
                  <a:lnTo>
                    <a:pt x="8263" y="19152"/>
                  </a:lnTo>
                  <a:lnTo>
                    <a:pt x="32068" y="19152"/>
                  </a:lnTo>
                  <a:lnTo>
                    <a:pt x="32068" y="19152"/>
                  </a:lnTo>
                  <a:lnTo>
                    <a:pt x="34113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7924" y="17829"/>
                  </a:lnTo>
                  <a:lnTo>
                    <a:pt x="36640" y="18069"/>
                  </a:lnTo>
                  <a:lnTo>
                    <a:pt x="35357" y="18250"/>
                  </a:lnTo>
                  <a:lnTo>
                    <a:pt x="34073" y="18410"/>
                  </a:lnTo>
                  <a:lnTo>
                    <a:pt x="32770" y="18510"/>
                  </a:lnTo>
                  <a:lnTo>
                    <a:pt x="31466" y="18611"/>
                  </a:lnTo>
                  <a:lnTo>
                    <a:pt x="30163" y="18671"/>
                  </a:lnTo>
                  <a:lnTo>
                    <a:pt x="28859" y="18691"/>
                  </a:lnTo>
                  <a:lnTo>
                    <a:pt x="27535" y="18711"/>
                  </a:lnTo>
                  <a:lnTo>
                    <a:pt x="27535" y="18711"/>
                  </a:lnTo>
                  <a:lnTo>
                    <a:pt x="25650" y="18691"/>
                  </a:lnTo>
                  <a:lnTo>
                    <a:pt x="23745" y="18631"/>
                  </a:lnTo>
                  <a:lnTo>
                    <a:pt x="21860" y="18551"/>
                  </a:lnTo>
                  <a:lnTo>
                    <a:pt x="19995" y="18470"/>
                  </a:lnTo>
                  <a:lnTo>
                    <a:pt x="19995" y="18470"/>
                  </a:lnTo>
                  <a:lnTo>
                    <a:pt x="18571" y="18390"/>
                  </a:lnTo>
                  <a:lnTo>
                    <a:pt x="17147" y="18290"/>
                  </a:lnTo>
                  <a:lnTo>
                    <a:pt x="15703" y="18190"/>
                  </a:lnTo>
                  <a:lnTo>
                    <a:pt x="14259" y="18029"/>
                  </a:lnTo>
                  <a:lnTo>
                    <a:pt x="13557" y="17949"/>
                  </a:lnTo>
                  <a:lnTo>
                    <a:pt x="12835" y="17829"/>
                  </a:lnTo>
                  <a:lnTo>
                    <a:pt x="12134" y="17708"/>
                  </a:lnTo>
                  <a:lnTo>
                    <a:pt x="11432" y="17568"/>
                  </a:lnTo>
                  <a:lnTo>
                    <a:pt x="10730" y="17407"/>
                  </a:lnTo>
                  <a:lnTo>
                    <a:pt x="10028" y="17227"/>
                  </a:lnTo>
                  <a:lnTo>
                    <a:pt x="9326" y="17026"/>
                  </a:lnTo>
                  <a:lnTo>
                    <a:pt x="8644" y="16806"/>
                  </a:lnTo>
                  <a:lnTo>
                    <a:pt x="8644" y="16806"/>
                  </a:lnTo>
                  <a:lnTo>
                    <a:pt x="8002" y="16565"/>
                  </a:lnTo>
                  <a:lnTo>
                    <a:pt x="7381" y="16304"/>
                  </a:lnTo>
                  <a:lnTo>
                    <a:pt x="7080" y="16144"/>
                  </a:lnTo>
                  <a:lnTo>
                    <a:pt x="6799" y="15984"/>
                  </a:lnTo>
                  <a:lnTo>
                    <a:pt x="6498" y="15803"/>
                  </a:lnTo>
                  <a:lnTo>
                    <a:pt x="6217" y="15623"/>
                  </a:lnTo>
                  <a:lnTo>
                    <a:pt x="5957" y="15402"/>
                  </a:lnTo>
                  <a:lnTo>
                    <a:pt x="5696" y="15201"/>
                  </a:lnTo>
                  <a:lnTo>
                    <a:pt x="5435" y="14961"/>
                  </a:lnTo>
                  <a:lnTo>
                    <a:pt x="5215" y="14720"/>
                  </a:lnTo>
                  <a:lnTo>
                    <a:pt x="4974" y="14459"/>
                  </a:lnTo>
                  <a:lnTo>
                    <a:pt x="4774" y="14179"/>
                  </a:lnTo>
                  <a:lnTo>
                    <a:pt x="4573" y="13878"/>
                  </a:lnTo>
                  <a:lnTo>
                    <a:pt x="4413" y="13577"/>
                  </a:lnTo>
                  <a:lnTo>
                    <a:pt x="4413" y="13577"/>
                  </a:lnTo>
                  <a:lnTo>
                    <a:pt x="4252" y="13276"/>
                  </a:lnTo>
                  <a:lnTo>
                    <a:pt x="4252" y="13276"/>
                  </a:lnTo>
                  <a:lnTo>
                    <a:pt x="4052" y="12955"/>
                  </a:lnTo>
                  <a:lnTo>
                    <a:pt x="3851" y="12614"/>
                  </a:lnTo>
                  <a:lnTo>
                    <a:pt x="3671" y="12274"/>
                  </a:lnTo>
                  <a:lnTo>
                    <a:pt x="3530" y="11913"/>
                  </a:lnTo>
                  <a:lnTo>
                    <a:pt x="3410" y="11552"/>
                  </a:lnTo>
                  <a:lnTo>
                    <a:pt x="3289" y="11191"/>
                  </a:lnTo>
                  <a:lnTo>
                    <a:pt x="3229" y="10830"/>
                  </a:lnTo>
                  <a:lnTo>
                    <a:pt x="3169" y="10469"/>
                  </a:lnTo>
                  <a:lnTo>
                    <a:pt x="3169" y="10469"/>
                  </a:lnTo>
                  <a:lnTo>
                    <a:pt x="3129" y="9967"/>
                  </a:lnTo>
                  <a:lnTo>
                    <a:pt x="3129" y="9486"/>
                  </a:lnTo>
                  <a:lnTo>
                    <a:pt x="3169" y="9005"/>
                  </a:lnTo>
                  <a:lnTo>
                    <a:pt x="3229" y="8543"/>
                  </a:lnTo>
                  <a:lnTo>
                    <a:pt x="3229" y="8543"/>
                  </a:lnTo>
                  <a:lnTo>
                    <a:pt x="3229" y="7801"/>
                  </a:lnTo>
                  <a:lnTo>
                    <a:pt x="3229" y="7801"/>
                  </a:lnTo>
                  <a:lnTo>
                    <a:pt x="3249" y="7240"/>
                  </a:lnTo>
                  <a:lnTo>
                    <a:pt x="3289" y="6678"/>
                  </a:lnTo>
                  <a:lnTo>
                    <a:pt x="3370" y="6137"/>
                  </a:lnTo>
                  <a:lnTo>
                    <a:pt x="3450" y="5595"/>
                  </a:lnTo>
                  <a:lnTo>
                    <a:pt x="3570" y="5054"/>
                  </a:lnTo>
                  <a:lnTo>
                    <a:pt x="3711" y="4532"/>
                  </a:lnTo>
                  <a:lnTo>
                    <a:pt x="3891" y="4011"/>
                  </a:lnTo>
                  <a:lnTo>
                    <a:pt x="4072" y="3510"/>
                  </a:lnTo>
                  <a:lnTo>
                    <a:pt x="4292" y="3008"/>
                  </a:lnTo>
                  <a:lnTo>
                    <a:pt x="4533" y="2527"/>
                  </a:lnTo>
                  <a:lnTo>
                    <a:pt x="4794" y="2066"/>
                  </a:lnTo>
                  <a:lnTo>
                    <a:pt x="5074" y="1604"/>
                  </a:lnTo>
                  <a:lnTo>
                    <a:pt x="5375" y="1183"/>
                  </a:lnTo>
                  <a:lnTo>
                    <a:pt x="5696" y="762"/>
                  </a:lnTo>
                  <a:lnTo>
                    <a:pt x="6037" y="361"/>
                  </a:lnTo>
                  <a:lnTo>
                    <a:pt x="641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31"/>
            <p:cNvSpPr/>
            <p:nvPr/>
          </p:nvSpPr>
          <p:spPr>
            <a:xfrm>
              <a:off x="11027550" y="2695763"/>
              <a:ext cx="54675" cy="50175"/>
            </a:xfrm>
            <a:custGeom>
              <a:avLst/>
              <a:gdLst/>
              <a:ahLst/>
              <a:cxnLst/>
              <a:rect l="l" t="t" r="r" b="b"/>
              <a:pathLst>
                <a:path w="2187" h="2007" extrusionOk="0">
                  <a:moveTo>
                    <a:pt x="421" y="1"/>
                  </a:moveTo>
                  <a:lnTo>
                    <a:pt x="261" y="21"/>
                  </a:lnTo>
                  <a:lnTo>
                    <a:pt x="121" y="81"/>
                  </a:lnTo>
                  <a:lnTo>
                    <a:pt x="60" y="121"/>
                  </a:lnTo>
                  <a:lnTo>
                    <a:pt x="20" y="202"/>
                  </a:lnTo>
                  <a:lnTo>
                    <a:pt x="0" y="282"/>
                  </a:lnTo>
                  <a:lnTo>
                    <a:pt x="40" y="362"/>
                  </a:lnTo>
                  <a:lnTo>
                    <a:pt x="121" y="442"/>
                  </a:lnTo>
                  <a:lnTo>
                    <a:pt x="201" y="522"/>
                  </a:lnTo>
                  <a:lnTo>
                    <a:pt x="401" y="663"/>
                  </a:lnTo>
                  <a:lnTo>
                    <a:pt x="602" y="803"/>
                  </a:lnTo>
                  <a:lnTo>
                    <a:pt x="802" y="944"/>
                  </a:lnTo>
                  <a:lnTo>
                    <a:pt x="983" y="1104"/>
                  </a:lnTo>
                  <a:lnTo>
                    <a:pt x="1163" y="1305"/>
                  </a:lnTo>
                  <a:lnTo>
                    <a:pt x="1304" y="1525"/>
                  </a:lnTo>
                  <a:lnTo>
                    <a:pt x="1404" y="1746"/>
                  </a:lnTo>
                  <a:lnTo>
                    <a:pt x="1444" y="1826"/>
                  </a:lnTo>
                  <a:lnTo>
                    <a:pt x="1504" y="1906"/>
                  </a:lnTo>
                  <a:lnTo>
                    <a:pt x="1565" y="1946"/>
                  </a:lnTo>
                  <a:lnTo>
                    <a:pt x="1625" y="1986"/>
                  </a:lnTo>
                  <a:lnTo>
                    <a:pt x="1685" y="2006"/>
                  </a:lnTo>
                  <a:lnTo>
                    <a:pt x="1905" y="2006"/>
                  </a:lnTo>
                  <a:lnTo>
                    <a:pt x="1986" y="1966"/>
                  </a:lnTo>
                  <a:lnTo>
                    <a:pt x="2046" y="1946"/>
                  </a:lnTo>
                  <a:lnTo>
                    <a:pt x="2086" y="1886"/>
                  </a:lnTo>
                  <a:lnTo>
                    <a:pt x="2146" y="1846"/>
                  </a:lnTo>
                  <a:lnTo>
                    <a:pt x="2166" y="1786"/>
                  </a:lnTo>
                  <a:lnTo>
                    <a:pt x="2186" y="1706"/>
                  </a:lnTo>
                  <a:lnTo>
                    <a:pt x="2186" y="1625"/>
                  </a:lnTo>
                  <a:lnTo>
                    <a:pt x="2146" y="1545"/>
                  </a:lnTo>
                  <a:lnTo>
                    <a:pt x="2006" y="1224"/>
                  </a:lnTo>
                  <a:lnTo>
                    <a:pt x="1825" y="923"/>
                  </a:lnTo>
                  <a:lnTo>
                    <a:pt x="1725" y="763"/>
                  </a:lnTo>
                  <a:lnTo>
                    <a:pt x="1605" y="643"/>
                  </a:lnTo>
                  <a:lnTo>
                    <a:pt x="1464" y="522"/>
                  </a:lnTo>
                  <a:lnTo>
                    <a:pt x="1344" y="402"/>
                  </a:lnTo>
                  <a:lnTo>
                    <a:pt x="1204" y="302"/>
                  </a:lnTo>
                  <a:lnTo>
                    <a:pt x="1063" y="202"/>
                  </a:lnTo>
                  <a:lnTo>
                    <a:pt x="923" y="141"/>
                  </a:lnTo>
                  <a:lnTo>
                    <a:pt x="762" y="61"/>
                  </a:lnTo>
                  <a:lnTo>
                    <a:pt x="582" y="21"/>
                  </a:lnTo>
                  <a:lnTo>
                    <a:pt x="42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31"/>
            <p:cNvSpPr/>
            <p:nvPr/>
          </p:nvSpPr>
          <p:spPr>
            <a:xfrm>
              <a:off x="11073675" y="2762963"/>
              <a:ext cx="15550" cy="16575"/>
            </a:xfrm>
            <a:custGeom>
              <a:avLst/>
              <a:gdLst/>
              <a:ahLst/>
              <a:cxnLst/>
              <a:rect l="l" t="t" r="r" b="b"/>
              <a:pathLst>
                <a:path w="622" h="663" extrusionOk="0">
                  <a:moveTo>
                    <a:pt x="241" y="0"/>
                  </a:moveTo>
                  <a:lnTo>
                    <a:pt x="161" y="40"/>
                  </a:lnTo>
                  <a:lnTo>
                    <a:pt x="141" y="40"/>
                  </a:lnTo>
                  <a:lnTo>
                    <a:pt x="60" y="121"/>
                  </a:lnTo>
                  <a:lnTo>
                    <a:pt x="20" y="221"/>
                  </a:lnTo>
                  <a:lnTo>
                    <a:pt x="0" y="321"/>
                  </a:lnTo>
                  <a:lnTo>
                    <a:pt x="0" y="421"/>
                  </a:lnTo>
                  <a:lnTo>
                    <a:pt x="40" y="502"/>
                  </a:lnTo>
                  <a:lnTo>
                    <a:pt x="101" y="582"/>
                  </a:lnTo>
                  <a:lnTo>
                    <a:pt x="201" y="642"/>
                  </a:lnTo>
                  <a:lnTo>
                    <a:pt x="321" y="662"/>
                  </a:lnTo>
                  <a:lnTo>
                    <a:pt x="421" y="642"/>
                  </a:lnTo>
                  <a:lnTo>
                    <a:pt x="522" y="582"/>
                  </a:lnTo>
                  <a:lnTo>
                    <a:pt x="582" y="502"/>
                  </a:lnTo>
                  <a:lnTo>
                    <a:pt x="622" y="421"/>
                  </a:lnTo>
                  <a:lnTo>
                    <a:pt x="622" y="321"/>
                  </a:lnTo>
                  <a:lnTo>
                    <a:pt x="602" y="221"/>
                  </a:lnTo>
                  <a:lnTo>
                    <a:pt x="562" y="121"/>
                  </a:lnTo>
                  <a:lnTo>
                    <a:pt x="482" y="40"/>
                  </a:lnTo>
                  <a:lnTo>
                    <a:pt x="462" y="40"/>
                  </a:lnTo>
                  <a:lnTo>
                    <a:pt x="4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31"/>
            <p:cNvSpPr/>
            <p:nvPr/>
          </p:nvSpPr>
          <p:spPr>
            <a:xfrm>
              <a:off x="10215850" y="2725863"/>
              <a:ext cx="327900" cy="328925"/>
            </a:xfrm>
            <a:custGeom>
              <a:avLst/>
              <a:gdLst/>
              <a:ahLst/>
              <a:cxnLst/>
              <a:rect l="l" t="t" r="r" b="b"/>
              <a:pathLst>
                <a:path w="13116" h="13157" extrusionOk="0">
                  <a:moveTo>
                    <a:pt x="6658" y="0"/>
                  </a:moveTo>
                  <a:lnTo>
                    <a:pt x="6277" y="20"/>
                  </a:lnTo>
                  <a:lnTo>
                    <a:pt x="5896" y="40"/>
                  </a:lnTo>
                  <a:lnTo>
                    <a:pt x="5535" y="80"/>
                  </a:lnTo>
                  <a:lnTo>
                    <a:pt x="5174" y="141"/>
                  </a:lnTo>
                  <a:lnTo>
                    <a:pt x="4833" y="241"/>
                  </a:lnTo>
                  <a:lnTo>
                    <a:pt x="4472" y="341"/>
                  </a:lnTo>
                  <a:lnTo>
                    <a:pt x="4151" y="462"/>
                  </a:lnTo>
                  <a:lnTo>
                    <a:pt x="3810" y="622"/>
                  </a:lnTo>
                  <a:lnTo>
                    <a:pt x="3490" y="782"/>
                  </a:lnTo>
                  <a:lnTo>
                    <a:pt x="3189" y="963"/>
                  </a:lnTo>
                  <a:lnTo>
                    <a:pt x="2888" y="1143"/>
                  </a:lnTo>
                  <a:lnTo>
                    <a:pt x="2607" y="1364"/>
                  </a:lnTo>
                  <a:lnTo>
                    <a:pt x="2326" y="1585"/>
                  </a:lnTo>
                  <a:lnTo>
                    <a:pt x="2066" y="1825"/>
                  </a:lnTo>
                  <a:lnTo>
                    <a:pt x="1825" y="2086"/>
                  </a:lnTo>
                  <a:lnTo>
                    <a:pt x="1584" y="2347"/>
                  </a:lnTo>
                  <a:lnTo>
                    <a:pt x="1364" y="2627"/>
                  </a:lnTo>
                  <a:lnTo>
                    <a:pt x="1163" y="2928"/>
                  </a:lnTo>
                  <a:lnTo>
                    <a:pt x="963" y="3229"/>
                  </a:lnTo>
                  <a:lnTo>
                    <a:pt x="802" y="3550"/>
                  </a:lnTo>
                  <a:lnTo>
                    <a:pt x="642" y="3871"/>
                  </a:lnTo>
                  <a:lnTo>
                    <a:pt x="501" y="4192"/>
                  </a:lnTo>
                  <a:lnTo>
                    <a:pt x="361" y="4533"/>
                  </a:lnTo>
                  <a:lnTo>
                    <a:pt x="261" y="4894"/>
                  </a:lnTo>
                  <a:lnTo>
                    <a:pt x="160" y="5234"/>
                  </a:lnTo>
                  <a:lnTo>
                    <a:pt x="100" y="5595"/>
                  </a:lnTo>
                  <a:lnTo>
                    <a:pt x="40" y="5977"/>
                  </a:lnTo>
                  <a:lnTo>
                    <a:pt x="20" y="6337"/>
                  </a:lnTo>
                  <a:lnTo>
                    <a:pt x="0" y="6719"/>
                  </a:lnTo>
                  <a:lnTo>
                    <a:pt x="0" y="7100"/>
                  </a:lnTo>
                  <a:lnTo>
                    <a:pt x="40" y="7481"/>
                  </a:lnTo>
                  <a:lnTo>
                    <a:pt x="80" y="7761"/>
                  </a:lnTo>
                  <a:lnTo>
                    <a:pt x="120" y="8042"/>
                  </a:lnTo>
                  <a:lnTo>
                    <a:pt x="201" y="8323"/>
                  </a:lnTo>
                  <a:lnTo>
                    <a:pt x="281" y="8604"/>
                  </a:lnTo>
                  <a:lnTo>
                    <a:pt x="381" y="8864"/>
                  </a:lnTo>
                  <a:lnTo>
                    <a:pt x="481" y="9145"/>
                  </a:lnTo>
                  <a:lnTo>
                    <a:pt x="602" y="9406"/>
                  </a:lnTo>
                  <a:lnTo>
                    <a:pt x="742" y="9687"/>
                  </a:lnTo>
                  <a:lnTo>
                    <a:pt x="903" y="9947"/>
                  </a:lnTo>
                  <a:lnTo>
                    <a:pt x="1063" y="10188"/>
                  </a:lnTo>
                  <a:lnTo>
                    <a:pt x="1243" y="10449"/>
                  </a:lnTo>
                  <a:lnTo>
                    <a:pt x="1424" y="10689"/>
                  </a:lnTo>
                  <a:lnTo>
                    <a:pt x="1624" y="10930"/>
                  </a:lnTo>
                  <a:lnTo>
                    <a:pt x="1845" y="11151"/>
                  </a:lnTo>
                  <a:lnTo>
                    <a:pt x="2066" y="11371"/>
                  </a:lnTo>
                  <a:lnTo>
                    <a:pt x="2306" y="11572"/>
                  </a:lnTo>
                  <a:lnTo>
                    <a:pt x="2547" y="11772"/>
                  </a:lnTo>
                  <a:lnTo>
                    <a:pt x="2808" y="11953"/>
                  </a:lnTo>
                  <a:lnTo>
                    <a:pt x="3068" y="12133"/>
                  </a:lnTo>
                  <a:lnTo>
                    <a:pt x="3349" y="12294"/>
                  </a:lnTo>
                  <a:lnTo>
                    <a:pt x="3650" y="12454"/>
                  </a:lnTo>
                  <a:lnTo>
                    <a:pt x="3931" y="12595"/>
                  </a:lnTo>
                  <a:lnTo>
                    <a:pt x="4252" y="12715"/>
                  </a:lnTo>
                  <a:lnTo>
                    <a:pt x="4572" y="12835"/>
                  </a:lnTo>
                  <a:lnTo>
                    <a:pt x="4893" y="12935"/>
                  </a:lnTo>
                  <a:lnTo>
                    <a:pt x="5234" y="13016"/>
                  </a:lnTo>
                  <a:lnTo>
                    <a:pt x="5575" y="13076"/>
                  </a:lnTo>
                  <a:lnTo>
                    <a:pt x="5936" y="13116"/>
                  </a:lnTo>
                  <a:lnTo>
                    <a:pt x="6297" y="13156"/>
                  </a:lnTo>
                  <a:lnTo>
                    <a:pt x="7039" y="13156"/>
                  </a:lnTo>
                  <a:lnTo>
                    <a:pt x="7420" y="13116"/>
                  </a:lnTo>
                  <a:lnTo>
                    <a:pt x="7881" y="13056"/>
                  </a:lnTo>
                  <a:lnTo>
                    <a:pt x="8323" y="12976"/>
                  </a:lnTo>
                  <a:lnTo>
                    <a:pt x="8764" y="12835"/>
                  </a:lnTo>
                  <a:lnTo>
                    <a:pt x="9185" y="12675"/>
                  </a:lnTo>
                  <a:lnTo>
                    <a:pt x="9586" y="12494"/>
                  </a:lnTo>
                  <a:lnTo>
                    <a:pt x="9967" y="12274"/>
                  </a:lnTo>
                  <a:lnTo>
                    <a:pt x="10348" y="12013"/>
                  </a:lnTo>
                  <a:lnTo>
                    <a:pt x="10689" y="11752"/>
                  </a:lnTo>
                  <a:lnTo>
                    <a:pt x="11030" y="11451"/>
                  </a:lnTo>
                  <a:lnTo>
                    <a:pt x="11331" y="11131"/>
                  </a:lnTo>
                  <a:lnTo>
                    <a:pt x="11632" y="10790"/>
                  </a:lnTo>
                  <a:lnTo>
                    <a:pt x="11892" y="10409"/>
                  </a:lnTo>
                  <a:lnTo>
                    <a:pt x="12153" y="10028"/>
                  </a:lnTo>
                  <a:lnTo>
                    <a:pt x="12374" y="9626"/>
                  </a:lnTo>
                  <a:lnTo>
                    <a:pt x="12554" y="9225"/>
                  </a:lnTo>
                  <a:lnTo>
                    <a:pt x="12735" y="8784"/>
                  </a:lnTo>
                  <a:lnTo>
                    <a:pt x="12855" y="8403"/>
                  </a:lnTo>
                  <a:lnTo>
                    <a:pt x="12955" y="8022"/>
                  </a:lnTo>
                  <a:lnTo>
                    <a:pt x="13035" y="7641"/>
                  </a:lnTo>
                  <a:lnTo>
                    <a:pt x="13096" y="7240"/>
                  </a:lnTo>
                  <a:lnTo>
                    <a:pt x="13116" y="6859"/>
                  </a:lnTo>
                  <a:lnTo>
                    <a:pt x="13116" y="6478"/>
                  </a:lnTo>
                  <a:lnTo>
                    <a:pt x="13116" y="6117"/>
                  </a:lnTo>
                  <a:lnTo>
                    <a:pt x="13076" y="5736"/>
                  </a:lnTo>
                  <a:lnTo>
                    <a:pt x="13015" y="5375"/>
                  </a:lnTo>
                  <a:lnTo>
                    <a:pt x="12935" y="5014"/>
                  </a:lnTo>
                  <a:lnTo>
                    <a:pt x="12835" y="4653"/>
                  </a:lnTo>
                  <a:lnTo>
                    <a:pt x="12715" y="4312"/>
                  </a:lnTo>
                  <a:lnTo>
                    <a:pt x="12574" y="3971"/>
                  </a:lnTo>
                  <a:lnTo>
                    <a:pt x="12414" y="3650"/>
                  </a:lnTo>
                  <a:lnTo>
                    <a:pt x="12253" y="3329"/>
                  </a:lnTo>
                  <a:lnTo>
                    <a:pt x="12053" y="3008"/>
                  </a:lnTo>
                  <a:lnTo>
                    <a:pt x="11852" y="2708"/>
                  </a:lnTo>
                  <a:lnTo>
                    <a:pt x="11632" y="2427"/>
                  </a:lnTo>
                  <a:lnTo>
                    <a:pt x="11391" y="2146"/>
                  </a:lnTo>
                  <a:lnTo>
                    <a:pt x="11130" y="1885"/>
                  </a:lnTo>
                  <a:lnTo>
                    <a:pt x="10850" y="1645"/>
                  </a:lnTo>
                  <a:lnTo>
                    <a:pt x="10569" y="1404"/>
                  </a:lnTo>
                  <a:lnTo>
                    <a:pt x="10268" y="1183"/>
                  </a:lnTo>
                  <a:lnTo>
                    <a:pt x="9967" y="983"/>
                  </a:lnTo>
                  <a:lnTo>
                    <a:pt x="9626" y="802"/>
                  </a:lnTo>
                  <a:lnTo>
                    <a:pt x="9305" y="622"/>
                  </a:lnTo>
                  <a:lnTo>
                    <a:pt x="8944" y="482"/>
                  </a:lnTo>
                  <a:lnTo>
                    <a:pt x="8583" y="341"/>
                  </a:lnTo>
                  <a:lnTo>
                    <a:pt x="8222" y="241"/>
                  </a:lnTo>
                  <a:lnTo>
                    <a:pt x="7841" y="141"/>
                  </a:lnTo>
                  <a:lnTo>
                    <a:pt x="7440" y="80"/>
                  </a:lnTo>
                  <a:lnTo>
                    <a:pt x="7039" y="40"/>
                  </a:lnTo>
                  <a:lnTo>
                    <a:pt x="66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31"/>
            <p:cNvSpPr/>
            <p:nvPr/>
          </p:nvSpPr>
          <p:spPr>
            <a:xfrm>
              <a:off x="10215850" y="2725863"/>
              <a:ext cx="327900" cy="328925"/>
            </a:xfrm>
            <a:custGeom>
              <a:avLst/>
              <a:gdLst/>
              <a:ahLst/>
              <a:cxnLst/>
              <a:rect l="l" t="t" r="r" b="b"/>
              <a:pathLst>
                <a:path w="13116" h="13157" fill="none" extrusionOk="0">
                  <a:moveTo>
                    <a:pt x="40" y="7481"/>
                  </a:moveTo>
                  <a:lnTo>
                    <a:pt x="40" y="7481"/>
                  </a:lnTo>
                  <a:lnTo>
                    <a:pt x="80" y="7761"/>
                  </a:lnTo>
                  <a:lnTo>
                    <a:pt x="120" y="8042"/>
                  </a:lnTo>
                  <a:lnTo>
                    <a:pt x="201" y="8323"/>
                  </a:lnTo>
                  <a:lnTo>
                    <a:pt x="281" y="8604"/>
                  </a:lnTo>
                  <a:lnTo>
                    <a:pt x="381" y="8864"/>
                  </a:lnTo>
                  <a:lnTo>
                    <a:pt x="481" y="9145"/>
                  </a:lnTo>
                  <a:lnTo>
                    <a:pt x="602" y="9406"/>
                  </a:lnTo>
                  <a:lnTo>
                    <a:pt x="742" y="9687"/>
                  </a:lnTo>
                  <a:lnTo>
                    <a:pt x="903" y="9947"/>
                  </a:lnTo>
                  <a:lnTo>
                    <a:pt x="1063" y="10188"/>
                  </a:lnTo>
                  <a:lnTo>
                    <a:pt x="1243" y="10449"/>
                  </a:lnTo>
                  <a:lnTo>
                    <a:pt x="1424" y="10689"/>
                  </a:lnTo>
                  <a:lnTo>
                    <a:pt x="1624" y="10930"/>
                  </a:lnTo>
                  <a:lnTo>
                    <a:pt x="1845" y="11151"/>
                  </a:lnTo>
                  <a:lnTo>
                    <a:pt x="2066" y="11371"/>
                  </a:lnTo>
                  <a:lnTo>
                    <a:pt x="2306" y="11572"/>
                  </a:lnTo>
                  <a:lnTo>
                    <a:pt x="2547" y="11772"/>
                  </a:lnTo>
                  <a:lnTo>
                    <a:pt x="2808" y="11953"/>
                  </a:lnTo>
                  <a:lnTo>
                    <a:pt x="3068" y="12133"/>
                  </a:lnTo>
                  <a:lnTo>
                    <a:pt x="3349" y="12294"/>
                  </a:lnTo>
                  <a:lnTo>
                    <a:pt x="3650" y="12454"/>
                  </a:lnTo>
                  <a:lnTo>
                    <a:pt x="3931" y="12595"/>
                  </a:lnTo>
                  <a:lnTo>
                    <a:pt x="4252" y="12715"/>
                  </a:lnTo>
                  <a:lnTo>
                    <a:pt x="4572" y="12835"/>
                  </a:lnTo>
                  <a:lnTo>
                    <a:pt x="4893" y="12935"/>
                  </a:lnTo>
                  <a:lnTo>
                    <a:pt x="5234" y="13016"/>
                  </a:lnTo>
                  <a:lnTo>
                    <a:pt x="5575" y="13076"/>
                  </a:lnTo>
                  <a:lnTo>
                    <a:pt x="5936" y="13116"/>
                  </a:lnTo>
                  <a:lnTo>
                    <a:pt x="6297" y="13156"/>
                  </a:lnTo>
                  <a:lnTo>
                    <a:pt x="6658" y="13156"/>
                  </a:lnTo>
                  <a:lnTo>
                    <a:pt x="7039" y="13156"/>
                  </a:lnTo>
                  <a:lnTo>
                    <a:pt x="7420" y="13116"/>
                  </a:lnTo>
                  <a:lnTo>
                    <a:pt x="7420" y="13116"/>
                  </a:lnTo>
                  <a:lnTo>
                    <a:pt x="7881" y="13056"/>
                  </a:lnTo>
                  <a:lnTo>
                    <a:pt x="8323" y="12976"/>
                  </a:lnTo>
                  <a:lnTo>
                    <a:pt x="8764" y="12835"/>
                  </a:lnTo>
                  <a:lnTo>
                    <a:pt x="9185" y="12675"/>
                  </a:lnTo>
                  <a:lnTo>
                    <a:pt x="9586" y="12494"/>
                  </a:lnTo>
                  <a:lnTo>
                    <a:pt x="9967" y="12274"/>
                  </a:lnTo>
                  <a:lnTo>
                    <a:pt x="10348" y="12013"/>
                  </a:lnTo>
                  <a:lnTo>
                    <a:pt x="10689" y="11752"/>
                  </a:lnTo>
                  <a:lnTo>
                    <a:pt x="11030" y="11451"/>
                  </a:lnTo>
                  <a:lnTo>
                    <a:pt x="11331" y="11131"/>
                  </a:lnTo>
                  <a:lnTo>
                    <a:pt x="11632" y="10790"/>
                  </a:lnTo>
                  <a:lnTo>
                    <a:pt x="11892" y="10409"/>
                  </a:lnTo>
                  <a:lnTo>
                    <a:pt x="12153" y="10028"/>
                  </a:lnTo>
                  <a:lnTo>
                    <a:pt x="12374" y="9626"/>
                  </a:lnTo>
                  <a:lnTo>
                    <a:pt x="12554" y="9225"/>
                  </a:lnTo>
                  <a:lnTo>
                    <a:pt x="12735" y="8784"/>
                  </a:lnTo>
                  <a:lnTo>
                    <a:pt x="12735" y="8784"/>
                  </a:lnTo>
                  <a:lnTo>
                    <a:pt x="12855" y="8403"/>
                  </a:lnTo>
                  <a:lnTo>
                    <a:pt x="12955" y="8022"/>
                  </a:lnTo>
                  <a:lnTo>
                    <a:pt x="13035" y="7641"/>
                  </a:lnTo>
                  <a:lnTo>
                    <a:pt x="13096" y="7240"/>
                  </a:lnTo>
                  <a:lnTo>
                    <a:pt x="13116" y="6859"/>
                  </a:lnTo>
                  <a:lnTo>
                    <a:pt x="13116" y="6478"/>
                  </a:lnTo>
                  <a:lnTo>
                    <a:pt x="13116" y="6117"/>
                  </a:lnTo>
                  <a:lnTo>
                    <a:pt x="13076" y="5736"/>
                  </a:lnTo>
                  <a:lnTo>
                    <a:pt x="13015" y="5375"/>
                  </a:lnTo>
                  <a:lnTo>
                    <a:pt x="12935" y="5014"/>
                  </a:lnTo>
                  <a:lnTo>
                    <a:pt x="12835" y="4653"/>
                  </a:lnTo>
                  <a:lnTo>
                    <a:pt x="12715" y="4312"/>
                  </a:lnTo>
                  <a:lnTo>
                    <a:pt x="12574" y="3971"/>
                  </a:lnTo>
                  <a:lnTo>
                    <a:pt x="12414" y="3650"/>
                  </a:lnTo>
                  <a:lnTo>
                    <a:pt x="12253" y="3329"/>
                  </a:lnTo>
                  <a:lnTo>
                    <a:pt x="12053" y="3008"/>
                  </a:lnTo>
                  <a:lnTo>
                    <a:pt x="11852" y="2708"/>
                  </a:lnTo>
                  <a:lnTo>
                    <a:pt x="11632" y="2427"/>
                  </a:lnTo>
                  <a:lnTo>
                    <a:pt x="11391" y="2146"/>
                  </a:lnTo>
                  <a:lnTo>
                    <a:pt x="11130" y="1885"/>
                  </a:lnTo>
                  <a:lnTo>
                    <a:pt x="10850" y="1645"/>
                  </a:lnTo>
                  <a:lnTo>
                    <a:pt x="10569" y="1404"/>
                  </a:lnTo>
                  <a:lnTo>
                    <a:pt x="10268" y="1183"/>
                  </a:lnTo>
                  <a:lnTo>
                    <a:pt x="9967" y="983"/>
                  </a:lnTo>
                  <a:lnTo>
                    <a:pt x="9626" y="802"/>
                  </a:lnTo>
                  <a:lnTo>
                    <a:pt x="9305" y="622"/>
                  </a:lnTo>
                  <a:lnTo>
                    <a:pt x="8944" y="482"/>
                  </a:lnTo>
                  <a:lnTo>
                    <a:pt x="8583" y="341"/>
                  </a:lnTo>
                  <a:lnTo>
                    <a:pt x="8222" y="241"/>
                  </a:lnTo>
                  <a:lnTo>
                    <a:pt x="7841" y="141"/>
                  </a:lnTo>
                  <a:lnTo>
                    <a:pt x="7440" y="80"/>
                  </a:lnTo>
                  <a:lnTo>
                    <a:pt x="7039" y="40"/>
                  </a:lnTo>
                  <a:lnTo>
                    <a:pt x="7039" y="40"/>
                  </a:lnTo>
                  <a:lnTo>
                    <a:pt x="6658" y="0"/>
                  </a:lnTo>
                  <a:lnTo>
                    <a:pt x="6277" y="20"/>
                  </a:lnTo>
                  <a:lnTo>
                    <a:pt x="5896" y="40"/>
                  </a:lnTo>
                  <a:lnTo>
                    <a:pt x="5535" y="80"/>
                  </a:lnTo>
                  <a:lnTo>
                    <a:pt x="5174" y="141"/>
                  </a:lnTo>
                  <a:lnTo>
                    <a:pt x="4833" y="241"/>
                  </a:lnTo>
                  <a:lnTo>
                    <a:pt x="4472" y="341"/>
                  </a:lnTo>
                  <a:lnTo>
                    <a:pt x="4151" y="462"/>
                  </a:lnTo>
                  <a:lnTo>
                    <a:pt x="3810" y="622"/>
                  </a:lnTo>
                  <a:lnTo>
                    <a:pt x="3490" y="782"/>
                  </a:lnTo>
                  <a:lnTo>
                    <a:pt x="3189" y="963"/>
                  </a:lnTo>
                  <a:lnTo>
                    <a:pt x="2888" y="1143"/>
                  </a:lnTo>
                  <a:lnTo>
                    <a:pt x="2607" y="1364"/>
                  </a:lnTo>
                  <a:lnTo>
                    <a:pt x="2326" y="1585"/>
                  </a:lnTo>
                  <a:lnTo>
                    <a:pt x="2066" y="1825"/>
                  </a:lnTo>
                  <a:lnTo>
                    <a:pt x="1825" y="2086"/>
                  </a:lnTo>
                  <a:lnTo>
                    <a:pt x="1584" y="2347"/>
                  </a:lnTo>
                  <a:lnTo>
                    <a:pt x="1364" y="2627"/>
                  </a:lnTo>
                  <a:lnTo>
                    <a:pt x="1163" y="2928"/>
                  </a:lnTo>
                  <a:lnTo>
                    <a:pt x="963" y="3229"/>
                  </a:lnTo>
                  <a:lnTo>
                    <a:pt x="802" y="3550"/>
                  </a:lnTo>
                  <a:lnTo>
                    <a:pt x="642" y="3871"/>
                  </a:lnTo>
                  <a:lnTo>
                    <a:pt x="501" y="4192"/>
                  </a:lnTo>
                  <a:lnTo>
                    <a:pt x="361" y="4533"/>
                  </a:lnTo>
                  <a:lnTo>
                    <a:pt x="261" y="4894"/>
                  </a:lnTo>
                  <a:lnTo>
                    <a:pt x="160" y="5234"/>
                  </a:lnTo>
                  <a:lnTo>
                    <a:pt x="100" y="5595"/>
                  </a:lnTo>
                  <a:lnTo>
                    <a:pt x="40" y="5977"/>
                  </a:lnTo>
                  <a:lnTo>
                    <a:pt x="20" y="6337"/>
                  </a:lnTo>
                  <a:lnTo>
                    <a:pt x="0" y="6719"/>
                  </a:lnTo>
                  <a:lnTo>
                    <a:pt x="0" y="7100"/>
                  </a:lnTo>
                  <a:lnTo>
                    <a:pt x="40" y="74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31"/>
            <p:cNvSpPr/>
            <p:nvPr/>
          </p:nvSpPr>
          <p:spPr>
            <a:xfrm>
              <a:off x="10253450" y="2763463"/>
              <a:ext cx="253200" cy="253700"/>
            </a:xfrm>
            <a:custGeom>
              <a:avLst/>
              <a:gdLst/>
              <a:ahLst/>
              <a:cxnLst/>
              <a:rect l="l" t="t" r="r" b="b"/>
              <a:pathLst>
                <a:path w="10128" h="10148" extrusionOk="0">
                  <a:moveTo>
                    <a:pt x="4853" y="0"/>
                  </a:moveTo>
                  <a:lnTo>
                    <a:pt x="4573" y="20"/>
                  </a:lnTo>
                  <a:lnTo>
                    <a:pt x="4292" y="61"/>
                  </a:lnTo>
                  <a:lnTo>
                    <a:pt x="4011" y="101"/>
                  </a:lnTo>
                  <a:lnTo>
                    <a:pt x="3750" y="181"/>
                  </a:lnTo>
                  <a:lnTo>
                    <a:pt x="3490" y="241"/>
                  </a:lnTo>
                  <a:lnTo>
                    <a:pt x="3229" y="341"/>
                  </a:lnTo>
                  <a:lnTo>
                    <a:pt x="2968" y="442"/>
                  </a:lnTo>
                  <a:lnTo>
                    <a:pt x="2728" y="582"/>
                  </a:lnTo>
                  <a:lnTo>
                    <a:pt x="2507" y="702"/>
                  </a:lnTo>
                  <a:lnTo>
                    <a:pt x="2266" y="843"/>
                  </a:lnTo>
                  <a:lnTo>
                    <a:pt x="2066" y="1003"/>
                  </a:lnTo>
                  <a:lnTo>
                    <a:pt x="1845" y="1184"/>
                  </a:lnTo>
                  <a:lnTo>
                    <a:pt x="1645" y="1364"/>
                  </a:lnTo>
                  <a:lnTo>
                    <a:pt x="1464" y="1545"/>
                  </a:lnTo>
                  <a:lnTo>
                    <a:pt x="1264" y="1765"/>
                  </a:lnTo>
                  <a:lnTo>
                    <a:pt x="1083" y="1986"/>
                  </a:lnTo>
                  <a:lnTo>
                    <a:pt x="923" y="2206"/>
                  </a:lnTo>
                  <a:lnTo>
                    <a:pt x="782" y="2447"/>
                  </a:lnTo>
                  <a:lnTo>
                    <a:pt x="622" y="2688"/>
                  </a:lnTo>
                  <a:lnTo>
                    <a:pt x="502" y="2928"/>
                  </a:lnTo>
                  <a:lnTo>
                    <a:pt x="381" y="3189"/>
                  </a:lnTo>
                  <a:lnTo>
                    <a:pt x="281" y="3470"/>
                  </a:lnTo>
                  <a:lnTo>
                    <a:pt x="201" y="3730"/>
                  </a:lnTo>
                  <a:lnTo>
                    <a:pt x="120" y="4011"/>
                  </a:lnTo>
                  <a:lnTo>
                    <a:pt x="60" y="4292"/>
                  </a:lnTo>
                  <a:lnTo>
                    <a:pt x="20" y="4593"/>
                  </a:lnTo>
                  <a:lnTo>
                    <a:pt x="0" y="4874"/>
                  </a:lnTo>
                  <a:lnTo>
                    <a:pt x="0" y="5174"/>
                  </a:lnTo>
                  <a:lnTo>
                    <a:pt x="0" y="5475"/>
                  </a:lnTo>
                  <a:lnTo>
                    <a:pt x="20" y="5776"/>
                  </a:lnTo>
                  <a:lnTo>
                    <a:pt x="100" y="6197"/>
                  </a:lnTo>
                  <a:lnTo>
                    <a:pt x="201" y="6638"/>
                  </a:lnTo>
                  <a:lnTo>
                    <a:pt x="361" y="7060"/>
                  </a:lnTo>
                  <a:lnTo>
                    <a:pt x="562" y="7461"/>
                  </a:lnTo>
                  <a:lnTo>
                    <a:pt x="802" y="7862"/>
                  </a:lnTo>
                  <a:lnTo>
                    <a:pt x="1103" y="8243"/>
                  </a:lnTo>
                  <a:lnTo>
                    <a:pt x="1404" y="8604"/>
                  </a:lnTo>
                  <a:lnTo>
                    <a:pt x="1765" y="8925"/>
                  </a:lnTo>
                  <a:lnTo>
                    <a:pt x="2166" y="9225"/>
                  </a:lnTo>
                  <a:lnTo>
                    <a:pt x="2367" y="9366"/>
                  </a:lnTo>
                  <a:lnTo>
                    <a:pt x="2587" y="9486"/>
                  </a:lnTo>
                  <a:lnTo>
                    <a:pt x="2808" y="9606"/>
                  </a:lnTo>
                  <a:lnTo>
                    <a:pt x="3028" y="9727"/>
                  </a:lnTo>
                  <a:lnTo>
                    <a:pt x="3269" y="9807"/>
                  </a:lnTo>
                  <a:lnTo>
                    <a:pt x="3510" y="9907"/>
                  </a:lnTo>
                  <a:lnTo>
                    <a:pt x="3770" y="9967"/>
                  </a:lnTo>
                  <a:lnTo>
                    <a:pt x="4031" y="10048"/>
                  </a:lnTo>
                  <a:lnTo>
                    <a:pt x="4292" y="10088"/>
                  </a:lnTo>
                  <a:lnTo>
                    <a:pt x="4573" y="10128"/>
                  </a:lnTo>
                  <a:lnTo>
                    <a:pt x="4853" y="10148"/>
                  </a:lnTo>
                  <a:lnTo>
                    <a:pt x="5435" y="10148"/>
                  </a:lnTo>
                  <a:lnTo>
                    <a:pt x="5716" y="10128"/>
                  </a:lnTo>
                  <a:lnTo>
                    <a:pt x="6077" y="10088"/>
                  </a:lnTo>
                  <a:lnTo>
                    <a:pt x="6418" y="10008"/>
                  </a:lnTo>
                  <a:lnTo>
                    <a:pt x="6759" y="9907"/>
                  </a:lnTo>
                  <a:lnTo>
                    <a:pt x="7079" y="9787"/>
                  </a:lnTo>
                  <a:lnTo>
                    <a:pt x="7400" y="9647"/>
                  </a:lnTo>
                  <a:lnTo>
                    <a:pt x="7681" y="9466"/>
                  </a:lnTo>
                  <a:lnTo>
                    <a:pt x="7982" y="9286"/>
                  </a:lnTo>
                  <a:lnTo>
                    <a:pt x="8243" y="9065"/>
                  </a:lnTo>
                  <a:lnTo>
                    <a:pt x="8503" y="8824"/>
                  </a:lnTo>
                  <a:lnTo>
                    <a:pt x="8744" y="8584"/>
                  </a:lnTo>
                  <a:lnTo>
                    <a:pt x="8964" y="8323"/>
                  </a:lnTo>
                  <a:lnTo>
                    <a:pt x="9185" y="8042"/>
                  </a:lnTo>
                  <a:lnTo>
                    <a:pt x="9366" y="7741"/>
                  </a:lnTo>
                  <a:lnTo>
                    <a:pt x="9546" y="7441"/>
                  </a:lnTo>
                  <a:lnTo>
                    <a:pt x="9686" y="7120"/>
                  </a:lnTo>
                  <a:lnTo>
                    <a:pt x="9827" y="6779"/>
                  </a:lnTo>
                  <a:lnTo>
                    <a:pt x="9887" y="6598"/>
                  </a:lnTo>
                  <a:lnTo>
                    <a:pt x="9967" y="6318"/>
                  </a:lnTo>
                  <a:lnTo>
                    <a:pt x="10027" y="6017"/>
                  </a:lnTo>
                  <a:lnTo>
                    <a:pt x="10067" y="5736"/>
                  </a:lnTo>
                  <a:lnTo>
                    <a:pt x="10108" y="5435"/>
                  </a:lnTo>
                  <a:lnTo>
                    <a:pt x="10128" y="5154"/>
                  </a:lnTo>
                  <a:lnTo>
                    <a:pt x="10128" y="4874"/>
                  </a:lnTo>
                  <a:lnTo>
                    <a:pt x="10108" y="4573"/>
                  </a:lnTo>
                  <a:lnTo>
                    <a:pt x="10067" y="4292"/>
                  </a:lnTo>
                  <a:lnTo>
                    <a:pt x="10007" y="4031"/>
                  </a:lnTo>
                  <a:lnTo>
                    <a:pt x="9947" y="3751"/>
                  </a:lnTo>
                  <a:lnTo>
                    <a:pt x="9867" y="3490"/>
                  </a:lnTo>
                  <a:lnTo>
                    <a:pt x="9767" y="3229"/>
                  </a:lnTo>
                  <a:lnTo>
                    <a:pt x="9666" y="2968"/>
                  </a:lnTo>
                  <a:lnTo>
                    <a:pt x="9546" y="2728"/>
                  </a:lnTo>
                  <a:lnTo>
                    <a:pt x="9406" y="2487"/>
                  </a:lnTo>
                  <a:lnTo>
                    <a:pt x="9245" y="2246"/>
                  </a:lnTo>
                  <a:lnTo>
                    <a:pt x="9085" y="2026"/>
                  </a:lnTo>
                  <a:lnTo>
                    <a:pt x="8924" y="1805"/>
                  </a:lnTo>
                  <a:lnTo>
                    <a:pt x="8724" y="1605"/>
                  </a:lnTo>
                  <a:lnTo>
                    <a:pt x="8543" y="1404"/>
                  </a:lnTo>
                  <a:lnTo>
                    <a:pt x="8323" y="1224"/>
                  </a:lnTo>
                  <a:lnTo>
                    <a:pt x="8102" y="1043"/>
                  </a:lnTo>
                  <a:lnTo>
                    <a:pt x="7882" y="883"/>
                  </a:lnTo>
                  <a:lnTo>
                    <a:pt x="7641" y="742"/>
                  </a:lnTo>
                  <a:lnTo>
                    <a:pt x="7400" y="602"/>
                  </a:lnTo>
                  <a:lnTo>
                    <a:pt x="7140" y="462"/>
                  </a:lnTo>
                  <a:lnTo>
                    <a:pt x="6879" y="361"/>
                  </a:lnTo>
                  <a:lnTo>
                    <a:pt x="6598" y="261"/>
                  </a:lnTo>
                  <a:lnTo>
                    <a:pt x="6317" y="181"/>
                  </a:lnTo>
                  <a:lnTo>
                    <a:pt x="6037" y="121"/>
                  </a:lnTo>
                  <a:lnTo>
                    <a:pt x="5736" y="61"/>
                  </a:lnTo>
                  <a:lnTo>
                    <a:pt x="5435" y="20"/>
                  </a:lnTo>
                  <a:lnTo>
                    <a:pt x="513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31"/>
            <p:cNvSpPr/>
            <p:nvPr/>
          </p:nvSpPr>
          <p:spPr>
            <a:xfrm>
              <a:off x="10253450" y="2763463"/>
              <a:ext cx="253200" cy="253700"/>
            </a:xfrm>
            <a:custGeom>
              <a:avLst/>
              <a:gdLst/>
              <a:ahLst/>
              <a:cxnLst/>
              <a:rect l="l" t="t" r="r" b="b"/>
              <a:pathLst>
                <a:path w="10128" h="10148" fill="none" extrusionOk="0">
                  <a:moveTo>
                    <a:pt x="9887" y="6598"/>
                  </a:moveTo>
                  <a:lnTo>
                    <a:pt x="9887" y="6598"/>
                  </a:lnTo>
                  <a:lnTo>
                    <a:pt x="9827" y="6779"/>
                  </a:lnTo>
                  <a:lnTo>
                    <a:pt x="9827" y="6779"/>
                  </a:lnTo>
                  <a:lnTo>
                    <a:pt x="9686" y="7120"/>
                  </a:lnTo>
                  <a:lnTo>
                    <a:pt x="9546" y="7441"/>
                  </a:lnTo>
                  <a:lnTo>
                    <a:pt x="9366" y="7741"/>
                  </a:lnTo>
                  <a:lnTo>
                    <a:pt x="9185" y="8042"/>
                  </a:lnTo>
                  <a:lnTo>
                    <a:pt x="8964" y="8323"/>
                  </a:lnTo>
                  <a:lnTo>
                    <a:pt x="8744" y="8584"/>
                  </a:lnTo>
                  <a:lnTo>
                    <a:pt x="8503" y="8824"/>
                  </a:lnTo>
                  <a:lnTo>
                    <a:pt x="8243" y="9065"/>
                  </a:lnTo>
                  <a:lnTo>
                    <a:pt x="7982" y="9286"/>
                  </a:lnTo>
                  <a:lnTo>
                    <a:pt x="7681" y="9466"/>
                  </a:lnTo>
                  <a:lnTo>
                    <a:pt x="7400" y="9647"/>
                  </a:lnTo>
                  <a:lnTo>
                    <a:pt x="7079" y="9787"/>
                  </a:lnTo>
                  <a:lnTo>
                    <a:pt x="6759" y="9907"/>
                  </a:lnTo>
                  <a:lnTo>
                    <a:pt x="6418" y="10008"/>
                  </a:lnTo>
                  <a:lnTo>
                    <a:pt x="6077" y="10088"/>
                  </a:lnTo>
                  <a:lnTo>
                    <a:pt x="5716" y="10128"/>
                  </a:lnTo>
                  <a:lnTo>
                    <a:pt x="5716" y="10128"/>
                  </a:lnTo>
                  <a:lnTo>
                    <a:pt x="5435" y="10148"/>
                  </a:lnTo>
                  <a:lnTo>
                    <a:pt x="5134" y="10148"/>
                  </a:lnTo>
                  <a:lnTo>
                    <a:pt x="4853" y="10148"/>
                  </a:lnTo>
                  <a:lnTo>
                    <a:pt x="4573" y="10128"/>
                  </a:lnTo>
                  <a:lnTo>
                    <a:pt x="4292" y="10088"/>
                  </a:lnTo>
                  <a:lnTo>
                    <a:pt x="4031" y="10048"/>
                  </a:lnTo>
                  <a:lnTo>
                    <a:pt x="3770" y="9967"/>
                  </a:lnTo>
                  <a:lnTo>
                    <a:pt x="3510" y="9907"/>
                  </a:lnTo>
                  <a:lnTo>
                    <a:pt x="3269" y="9807"/>
                  </a:lnTo>
                  <a:lnTo>
                    <a:pt x="3028" y="9727"/>
                  </a:lnTo>
                  <a:lnTo>
                    <a:pt x="2808" y="9606"/>
                  </a:lnTo>
                  <a:lnTo>
                    <a:pt x="2587" y="9486"/>
                  </a:lnTo>
                  <a:lnTo>
                    <a:pt x="2367" y="9366"/>
                  </a:lnTo>
                  <a:lnTo>
                    <a:pt x="2166" y="9225"/>
                  </a:lnTo>
                  <a:lnTo>
                    <a:pt x="1765" y="8925"/>
                  </a:lnTo>
                  <a:lnTo>
                    <a:pt x="1404" y="8604"/>
                  </a:lnTo>
                  <a:lnTo>
                    <a:pt x="1103" y="8243"/>
                  </a:lnTo>
                  <a:lnTo>
                    <a:pt x="802" y="7862"/>
                  </a:lnTo>
                  <a:lnTo>
                    <a:pt x="562" y="7461"/>
                  </a:lnTo>
                  <a:lnTo>
                    <a:pt x="361" y="7060"/>
                  </a:lnTo>
                  <a:lnTo>
                    <a:pt x="201" y="6638"/>
                  </a:lnTo>
                  <a:lnTo>
                    <a:pt x="100" y="6197"/>
                  </a:lnTo>
                  <a:lnTo>
                    <a:pt x="20" y="5776"/>
                  </a:lnTo>
                  <a:lnTo>
                    <a:pt x="20" y="5776"/>
                  </a:lnTo>
                  <a:lnTo>
                    <a:pt x="0" y="5475"/>
                  </a:lnTo>
                  <a:lnTo>
                    <a:pt x="0" y="5174"/>
                  </a:lnTo>
                  <a:lnTo>
                    <a:pt x="0" y="4874"/>
                  </a:lnTo>
                  <a:lnTo>
                    <a:pt x="20" y="4593"/>
                  </a:lnTo>
                  <a:lnTo>
                    <a:pt x="60" y="4292"/>
                  </a:lnTo>
                  <a:lnTo>
                    <a:pt x="120" y="4011"/>
                  </a:lnTo>
                  <a:lnTo>
                    <a:pt x="201" y="3730"/>
                  </a:lnTo>
                  <a:lnTo>
                    <a:pt x="281" y="3470"/>
                  </a:lnTo>
                  <a:lnTo>
                    <a:pt x="381" y="3189"/>
                  </a:lnTo>
                  <a:lnTo>
                    <a:pt x="502" y="2928"/>
                  </a:lnTo>
                  <a:lnTo>
                    <a:pt x="622" y="2688"/>
                  </a:lnTo>
                  <a:lnTo>
                    <a:pt x="782" y="2447"/>
                  </a:lnTo>
                  <a:lnTo>
                    <a:pt x="923" y="2206"/>
                  </a:lnTo>
                  <a:lnTo>
                    <a:pt x="1083" y="1986"/>
                  </a:lnTo>
                  <a:lnTo>
                    <a:pt x="1264" y="1765"/>
                  </a:lnTo>
                  <a:lnTo>
                    <a:pt x="1464" y="1545"/>
                  </a:lnTo>
                  <a:lnTo>
                    <a:pt x="1464" y="1545"/>
                  </a:lnTo>
                  <a:lnTo>
                    <a:pt x="1645" y="1364"/>
                  </a:lnTo>
                  <a:lnTo>
                    <a:pt x="1845" y="1184"/>
                  </a:lnTo>
                  <a:lnTo>
                    <a:pt x="2066" y="1003"/>
                  </a:lnTo>
                  <a:lnTo>
                    <a:pt x="2266" y="843"/>
                  </a:lnTo>
                  <a:lnTo>
                    <a:pt x="2507" y="702"/>
                  </a:lnTo>
                  <a:lnTo>
                    <a:pt x="2728" y="582"/>
                  </a:lnTo>
                  <a:lnTo>
                    <a:pt x="2968" y="442"/>
                  </a:lnTo>
                  <a:lnTo>
                    <a:pt x="3229" y="341"/>
                  </a:lnTo>
                  <a:lnTo>
                    <a:pt x="3490" y="241"/>
                  </a:lnTo>
                  <a:lnTo>
                    <a:pt x="3750" y="181"/>
                  </a:lnTo>
                  <a:lnTo>
                    <a:pt x="4011" y="101"/>
                  </a:lnTo>
                  <a:lnTo>
                    <a:pt x="4292" y="61"/>
                  </a:lnTo>
                  <a:lnTo>
                    <a:pt x="4573" y="20"/>
                  </a:lnTo>
                  <a:lnTo>
                    <a:pt x="4853" y="0"/>
                  </a:lnTo>
                  <a:lnTo>
                    <a:pt x="5134" y="0"/>
                  </a:lnTo>
                  <a:lnTo>
                    <a:pt x="5435" y="20"/>
                  </a:lnTo>
                  <a:lnTo>
                    <a:pt x="5435" y="20"/>
                  </a:lnTo>
                  <a:lnTo>
                    <a:pt x="5736" y="61"/>
                  </a:lnTo>
                  <a:lnTo>
                    <a:pt x="6037" y="121"/>
                  </a:lnTo>
                  <a:lnTo>
                    <a:pt x="6317" y="181"/>
                  </a:lnTo>
                  <a:lnTo>
                    <a:pt x="6598" y="261"/>
                  </a:lnTo>
                  <a:lnTo>
                    <a:pt x="6879" y="361"/>
                  </a:lnTo>
                  <a:lnTo>
                    <a:pt x="7140" y="462"/>
                  </a:lnTo>
                  <a:lnTo>
                    <a:pt x="7400" y="602"/>
                  </a:lnTo>
                  <a:lnTo>
                    <a:pt x="7641" y="742"/>
                  </a:lnTo>
                  <a:lnTo>
                    <a:pt x="7882" y="883"/>
                  </a:lnTo>
                  <a:lnTo>
                    <a:pt x="8102" y="1043"/>
                  </a:lnTo>
                  <a:lnTo>
                    <a:pt x="8323" y="1224"/>
                  </a:lnTo>
                  <a:lnTo>
                    <a:pt x="8543" y="1404"/>
                  </a:lnTo>
                  <a:lnTo>
                    <a:pt x="8724" y="1605"/>
                  </a:lnTo>
                  <a:lnTo>
                    <a:pt x="8924" y="1805"/>
                  </a:lnTo>
                  <a:lnTo>
                    <a:pt x="9085" y="2026"/>
                  </a:lnTo>
                  <a:lnTo>
                    <a:pt x="9245" y="2246"/>
                  </a:lnTo>
                  <a:lnTo>
                    <a:pt x="9406" y="2487"/>
                  </a:lnTo>
                  <a:lnTo>
                    <a:pt x="9546" y="2728"/>
                  </a:lnTo>
                  <a:lnTo>
                    <a:pt x="9666" y="2968"/>
                  </a:lnTo>
                  <a:lnTo>
                    <a:pt x="9767" y="3229"/>
                  </a:lnTo>
                  <a:lnTo>
                    <a:pt x="9867" y="3490"/>
                  </a:lnTo>
                  <a:lnTo>
                    <a:pt x="9947" y="3751"/>
                  </a:lnTo>
                  <a:lnTo>
                    <a:pt x="10007" y="4031"/>
                  </a:lnTo>
                  <a:lnTo>
                    <a:pt x="10067" y="4292"/>
                  </a:lnTo>
                  <a:lnTo>
                    <a:pt x="10108" y="4573"/>
                  </a:lnTo>
                  <a:lnTo>
                    <a:pt x="10128" y="4874"/>
                  </a:lnTo>
                  <a:lnTo>
                    <a:pt x="10128" y="5154"/>
                  </a:lnTo>
                  <a:lnTo>
                    <a:pt x="10108" y="5435"/>
                  </a:lnTo>
                  <a:lnTo>
                    <a:pt x="10067" y="5736"/>
                  </a:lnTo>
                  <a:lnTo>
                    <a:pt x="10027" y="6017"/>
                  </a:lnTo>
                  <a:lnTo>
                    <a:pt x="9967" y="6318"/>
                  </a:lnTo>
                  <a:lnTo>
                    <a:pt x="9887" y="65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31"/>
            <p:cNvSpPr/>
            <p:nvPr/>
          </p:nvSpPr>
          <p:spPr>
            <a:xfrm>
              <a:off x="10253450" y="2802063"/>
              <a:ext cx="247175" cy="215100"/>
            </a:xfrm>
            <a:custGeom>
              <a:avLst/>
              <a:gdLst/>
              <a:ahLst/>
              <a:cxnLst/>
              <a:rect l="l" t="t" r="r" b="b"/>
              <a:pathLst>
                <a:path w="9887" h="8604" extrusionOk="0">
                  <a:moveTo>
                    <a:pt x="1464" y="1"/>
                  </a:moveTo>
                  <a:lnTo>
                    <a:pt x="1123" y="382"/>
                  </a:lnTo>
                  <a:lnTo>
                    <a:pt x="842" y="783"/>
                  </a:lnTo>
                  <a:lnTo>
                    <a:pt x="602" y="1224"/>
                  </a:lnTo>
                  <a:lnTo>
                    <a:pt x="381" y="1665"/>
                  </a:lnTo>
                  <a:lnTo>
                    <a:pt x="221" y="2146"/>
                  </a:lnTo>
                  <a:lnTo>
                    <a:pt x="141" y="2387"/>
                  </a:lnTo>
                  <a:lnTo>
                    <a:pt x="100" y="2628"/>
                  </a:lnTo>
                  <a:lnTo>
                    <a:pt x="40" y="2888"/>
                  </a:lnTo>
                  <a:lnTo>
                    <a:pt x="20" y="3149"/>
                  </a:lnTo>
                  <a:lnTo>
                    <a:pt x="0" y="3410"/>
                  </a:lnTo>
                  <a:lnTo>
                    <a:pt x="0" y="3671"/>
                  </a:lnTo>
                  <a:lnTo>
                    <a:pt x="0" y="3951"/>
                  </a:lnTo>
                  <a:lnTo>
                    <a:pt x="20" y="4232"/>
                  </a:lnTo>
                  <a:lnTo>
                    <a:pt x="80" y="4633"/>
                  </a:lnTo>
                  <a:lnTo>
                    <a:pt x="201" y="5034"/>
                  </a:lnTo>
                  <a:lnTo>
                    <a:pt x="341" y="5435"/>
                  </a:lnTo>
                  <a:lnTo>
                    <a:pt x="522" y="5816"/>
                  </a:lnTo>
                  <a:lnTo>
                    <a:pt x="742" y="6197"/>
                  </a:lnTo>
                  <a:lnTo>
                    <a:pt x="983" y="6558"/>
                  </a:lnTo>
                  <a:lnTo>
                    <a:pt x="1284" y="6919"/>
                  </a:lnTo>
                  <a:lnTo>
                    <a:pt x="1584" y="7240"/>
                  </a:lnTo>
                  <a:lnTo>
                    <a:pt x="1945" y="7521"/>
                  </a:lnTo>
                  <a:lnTo>
                    <a:pt x="2326" y="7802"/>
                  </a:lnTo>
                  <a:lnTo>
                    <a:pt x="2728" y="8022"/>
                  </a:lnTo>
                  <a:lnTo>
                    <a:pt x="3169" y="8223"/>
                  </a:lnTo>
                  <a:lnTo>
                    <a:pt x="3630" y="8383"/>
                  </a:lnTo>
                  <a:lnTo>
                    <a:pt x="3871" y="8464"/>
                  </a:lnTo>
                  <a:lnTo>
                    <a:pt x="4111" y="8504"/>
                  </a:lnTo>
                  <a:lnTo>
                    <a:pt x="4372" y="8564"/>
                  </a:lnTo>
                  <a:lnTo>
                    <a:pt x="4633" y="8584"/>
                  </a:lnTo>
                  <a:lnTo>
                    <a:pt x="4893" y="8604"/>
                  </a:lnTo>
                  <a:lnTo>
                    <a:pt x="5435" y="8604"/>
                  </a:lnTo>
                  <a:lnTo>
                    <a:pt x="5716" y="8584"/>
                  </a:lnTo>
                  <a:lnTo>
                    <a:pt x="6077" y="8544"/>
                  </a:lnTo>
                  <a:lnTo>
                    <a:pt x="6418" y="8464"/>
                  </a:lnTo>
                  <a:lnTo>
                    <a:pt x="6759" y="8363"/>
                  </a:lnTo>
                  <a:lnTo>
                    <a:pt x="7079" y="8243"/>
                  </a:lnTo>
                  <a:lnTo>
                    <a:pt x="7400" y="8103"/>
                  </a:lnTo>
                  <a:lnTo>
                    <a:pt x="7681" y="7922"/>
                  </a:lnTo>
                  <a:lnTo>
                    <a:pt x="7982" y="7742"/>
                  </a:lnTo>
                  <a:lnTo>
                    <a:pt x="8243" y="7521"/>
                  </a:lnTo>
                  <a:lnTo>
                    <a:pt x="8503" y="7280"/>
                  </a:lnTo>
                  <a:lnTo>
                    <a:pt x="8744" y="7040"/>
                  </a:lnTo>
                  <a:lnTo>
                    <a:pt x="8964" y="6779"/>
                  </a:lnTo>
                  <a:lnTo>
                    <a:pt x="9185" y="6498"/>
                  </a:lnTo>
                  <a:lnTo>
                    <a:pt x="9366" y="6197"/>
                  </a:lnTo>
                  <a:lnTo>
                    <a:pt x="9546" y="5897"/>
                  </a:lnTo>
                  <a:lnTo>
                    <a:pt x="9686" y="5576"/>
                  </a:lnTo>
                  <a:lnTo>
                    <a:pt x="9827" y="5235"/>
                  </a:lnTo>
                  <a:lnTo>
                    <a:pt x="9887" y="5054"/>
                  </a:lnTo>
                  <a:lnTo>
                    <a:pt x="9666" y="5335"/>
                  </a:lnTo>
                  <a:lnTo>
                    <a:pt x="9446" y="5596"/>
                  </a:lnTo>
                  <a:lnTo>
                    <a:pt x="9205" y="5836"/>
                  </a:lnTo>
                  <a:lnTo>
                    <a:pt x="8944" y="6077"/>
                  </a:lnTo>
                  <a:lnTo>
                    <a:pt x="8684" y="6278"/>
                  </a:lnTo>
                  <a:lnTo>
                    <a:pt x="8403" y="6478"/>
                  </a:lnTo>
                  <a:lnTo>
                    <a:pt x="8082" y="6659"/>
                  </a:lnTo>
                  <a:lnTo>
                    <a:pt x="7781" y="6799"/>
                  </a:lnTo>
                  <a:lnTo>
                    <a:pt x="7380" y="6939"/>
                  </a:lnTo>
                  <a:lnTo>
                    <a:pt x="6999" y="7040"/>
                  </a:lnTo>
                  <a:lnTo>
                    <a:pt x="6598" y="7100"/>
                  </a:lnTo>
                  <a:lnTo>
                    <a:pt x="6197" y="7120"/>
                  </a:lnTo>
                  <a:lnTo>
                    <a:pt x="5776" y="7100"/>
                  </a:lnTo>
                  <a:lnTo>
                    <a:pt x="5355" y="7040"/>
                  </a:lnTo>
                  <a:lnTo>
                    <a:pt x="4954" y="6939"/>
                  </a:lnTo>
                  <a:lnTo>
                    <a:pt x="4553" y="6819"/>
                  </a:lnTo>
                  <a:lnTo>
                    <a:pt x="4171" y="6659"/>
                  </a:lnTo>
                  <a:lnTo>
                    <a:pt x="3790" y="6478"/>
                  </a:lnTo>
                  <a:lnTo>
                    <a:pt x="3429" y="6258"/>
                  </a:lnTo>
                  <a:lnTo>
                    <a:pt x="3089" y="6017"/>
                  </a:lnTo>
                  <a:lnTo>
                    <a:pt x="2748" y="5756"/>
                  </a:lnTo>
                  <a:lnTo>
                    <a:pt x="2447" y="5455"/>
                  </a:lnTo>
                  <a:lnTo>
                    <a:pt x="2186" y="5114"/>
                  </a:lnTo>
                  <a:lnTo>
                    <a:pt x="1925" y="4774"/>
                  </a:lnTo>
                  <a:lnTo>
                    <a:pt x="1705" y="4413"/>
                  </a:lnTo>
                  <a:lnTo>
                    <a:pt x="1524" y="4032"/>
                  </a:lnTo>
                  <a:lnTo>
                    <a:pt x="1364" y="3650"/>
                  </a:lnTo>
                  <a:lnTo>
                    <a:pt x="1244" y="3249"/>
                  </a:lnTo>
                  <a:lnTo>
                    <a:pt x="1143" y="2828"/>
                  </a:lnTo>
                  <a:lnTo>
                    <a:pt x="1083" y="2427"/>
                  </a:lnTo>
                  <a:lnTo>
                    <a:pt x="1063" y="2006"/>
                  </a:lnTo>
                  <a:lnTo>
                    <a:pt x="1063" y="1585"/>
                  </a:lnTo>
                  <a:lnTo>
                    <a:pt x="1123" y="1184"/>
                  </a:lnTo>
                  <a:lnTo>
                    <a:pt x="1183" y="783"/>
                  </a:lnTo>
                  <a:lnTo>
                    <a:pt x="1304" y="382"/>
                  </a:lnTo>
                  <a:lnTo>
                    <a:pt x="146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31"/>
            <p:cNvSpPr/>
            <p:nvPr/>
          </p:nvSpPr>
          <p:spPr>
            <a:xfrm>
              <a:off x="10253450" y="2802063"/>
              <a:ext cx="247175" cy="215100"/>
            </a:xfrm>
            <a:custGeom>
              <a:avLst/>
              <a:gdLst/>
              <a:ahLst/>
              <a:cxnLst/>
              <a:rect l="l" t="t" r="r" b="b"/>
              <a:pathLst>
                <a:path w="9887" h="8604" fill="none" extrusionOk="0">
                  <a:moveTo>
                    <a:pt x="1464" y="1"/>
                  </a:moveTo>
                  <a:lnTo>
                    <a:pt x="1464" y="1"/>
                  </a:lnTo>
                  <a:lnTo>
                    <a:pt x="1123" y="382"/>
                  </a:lnTo>
                  <a:lnTo>
                    <a:pt x="842" y="783"/>
                  </a:lnTo>
                  <a:lnTo>
                    <a:pt x="602" y="1224"/>
                  </a:lnTo>
                  <a:lnTo>
                    <a:pt x="381" y="1665"/>
                  </a:lnTo>
                  <a:lnTo>
                    <a:pt x="221" y="2146"/>
                  </a:lnTo>
                  <a:lnTo>
                    <a:pt x="141" y="2387"/>
                  </a:lnTo>
                  <a:lnTo>
                    <a:pt x="100" y="2628"/>
                  </a:lnTo>
                  <a:lnTo>
                    <a:pt x="40" y="2888"/>
                  </a:lnTo>
                  <a:lnTo>
                    <a:pt x="20" y="3149"/>
                  </a:lnTo>
                  <a:lnTo>
                    <a:pt x="0" y="3410"/>
                  </a:lnTo>
                  <a:lnTo>
                    <a:pt x="0" y="3671"/>
                  </a:lnTo>
                  <a:lnTo>
                    <a:pt x="0" y="3671"/>
                  </a:lnTo>
                  <a:lnTo>
                    <a:pt x="0" y="3951"/>
                  </a:lnTo>
                  <a:lnTo>
                    <a:pt x="20" y="4232"/>
                  </a:lnTo>
                  <a:lnTo>
                    <a:pt x="20" y="4232"/>
                  </a:lnTo>
                  <a:lnTo>
                    <a:pt x="80" y="4633"/>
                  </a:lnTo>
                  <a:lnTo>
                    <a:pt x="201" y="5034"/>
                  </a:lnTo>
                  <a:lnTo>
                    <a:pt x="341" y="5435"/>
                  </a:lnTo>
                  <a:lnTo>
                    <a:pt x="522" y="5816"/>
                  </a:lnTo>
                  <a:lnTo>
                    <a:pt x="742" y="6197"/>
                  </a:lnTo>
                  <a:lnTo>
                    <a:pt x="983" y="6558"/>
                  </a:lnTo>
                  <a:lnTo>
                    <a:pt x="1284" y="6919"/>
                  </a:lnTo>
                  <a:lnTo>
                    <a:pt x="1584" y="7240"/>
                  </a:lnTo>
                  <a:lnTo>
                    <a:pt x="1945" y="7521"/>
                  </a:lnTo>
                  <a:lnTo>
                    <a:pt x="2326" y="7802"/>
                  </a:lnTo>
                  <a:lnTo>
                    <a:pt x="2728" y="8022"/>
                  </a:lnTo>
                  <a:lnTo>
                    <a:pt x="3169" y="8223"/>
                  </a:lnTo>
                  <a:lnTo>
                    <a:pt x="3630" y="8383"/>
                  </a:lnTo>
                  <a:lnTo>
                    <a:pt x="3871" y="8464"/>
                  </a:lnTo>
                  <a:lnTo>
                    <a:pt x="4111" y="8504"/>
                  </a:lnTo>
                  <a:lnTo>
                    <a:pt x="4372" y="8564"/>
                  </a:lnTo>
                  <a:lnTo>
                    <a:pt x="4633" y="8584"/>
                  </a:lnTo>
                  <a:lnTo>
                    <a:pt x="4893" y="8604"/>
                  </a:lnTo>
                  <a:lnTo>
                    <a:pt x="5154" y="8604"/>
                  </a:lnTo>
                  <a:lnTo>
                    <a:pt x="5154" y="8604"/>
                  </a:lnTo>
                  <a:lnTo>
                    <a:pt x="5435" y="8604"/>
                  </a:lnTo>
                  <a:lnTo>
                    <a:pt x="5716" y="8584"/>
                  </a:lnTo>
                  <a:lnTo>
                    <a:pt x="5716" y="8584"/>
                  </a:lnTo>
                  <a:lnTo>
                    <a:pt x="6077" y="8544"/>
                  </a:lnTo>
                  <a:lnTo>
                    <a:pt x="6418" y="8464"/>
                  </a:lnTo>
                  <a:lnTo>
                    <a:pt x="6759" y="8363"/>
                  </a:lnTo>
                  <a:lnTo>
                    <a:pt x="7079" y="8243"/>
                  </a:lnTo>
                  <a:lnTo>
                    <a:pt x="7400" y="8103"/>
                  </a:lnTo>
                  <a:lnTo>
                    <a:pt x="7681" y="7922"/>
                  </a:lnTo>
                  <a:lnTo>
                    <a:pt x="7982" y="7742"/>
                  </a:lnTo>
                  <a:lnTo>
                    <a:pt x="8243" y="7521"/>
                  </a:lnTo>
                  <a:lnTo>
                    <a:pt x="8503" y="7280"/>
                  </a:lnTo>
                  <a:lnTo>
                    <a:pt x="8744" y="7040"/>
                  </a:lnTo>
                  <a:lnTo>
                    <a:pt x="8964" y="6779"/>
                  </a:lnTo>
                  <a:lnTo>
                    <a:pt x="9185" y="6498"/>
                  </a:lnTo>
                  <a:lnTo>
                    <a:pt x="9366" y="6197"/>
                  </a:lnTo>
                  <a:lnTo>
                    <a:pt x="9546" y="5897"/>
                  </a:lnTo>
                  <a:lnTo>
                    <a:pt x="9686" y="5576"/>
                  </a:lnTo>
                  <a:lnTo>
                    <a:pt x="9827" y="5235"/>
                  </a:lnTo>
                  <a:lnTo>
                    <a:pt x="9827" y="5235"/>
                  </a:lnTo>
                  <a:lnTo>
                    <a:pt x="9887" y="5054"/>
                  </a:lnTo>
                  <a:lnTo>
                    <a:pt x="9887" y="5054"/>
                  </a:lnTo>
                  <a:lnTo>
                    <a:pt x="9666" y="5335"/>
                  </a:lnTo>
                  <a:lnTo>
                    <a:pt x="9446" y="5596"/>
                  </a:lnTo>
                  <a:lnTo>
                    <a:pt x="9205" y="5836"/>
                  </a:lnTo>
                  <a:lnTo>
                    <a:pt x="8944" y="6077"/>
                  </a:lnTo>
                  <a:lnTo>
                    <a:pt x="8684" y="6278"/>
                  </a:lnTo>
                  <a:lnTo>
                    <a:pt x="8403" y="6478"/>
                  </a:lnTo>
                  <a:lnTo>
                    <a:pt x="8082" y="6659"/>
                  </a:lnTo>
                  <a:lnTo>
                    <a:pt x="7781" y="6799"/>
                  </a:lnTo>
                  <a:lnTo>
                    <a:pt x="7781" y="6799"/>
                  </a:lnTo>
                  <a:lnTo>
                    <a:pt x="7380" y="6939"/>
                  </a:lnTo>
                  <a:lnTo>
                    <a:pt x="6999" y="7040"/>
                  </a:lnTo>
                  <a:lnTo>
                    <a:pt x="6598" y="7100"/>
                  </a:lnTo>
                  <a:lnTo>
                    <a:pt x="6197" y="7120"/>
                  </a:lnTo>
                  <a:lnTo>
                    <a:pt x="6197" y="7120"/>
                  </a:lnTo>
                  <a:lnTo>
                    <a:pt x="5776" y="7100"/>
                  </a:lnTo>
                  <a:lnTo>
                    <a:pt x="5355" y="7040"/>
                  </a:lnTo>
                  <a:lnTo>
                    <a:pt x="4954" y="6939"/>
                  </a:lnTo>
                  <a:lnTo>
                    <a:pt x="4553" y="6819"/>
                  </a:lnTo>
                  <a:lnTo>
                    <a:pt x="4171" y="6659"/>
                  </a:lnTo>
                  <a:lnTo>
                    <a:pt x="3790" y="6478"/>
                  </a:lnTo>
                  <a:lnTo>
                    <a:pt x="3429" y="6258"/>
                  </a:lnTo>
                  <a:lnTo>
                    <a:pt x="3089" y="6017"/>
                  </a:lnTo>
                  <a:lnTo>
                    <a:pt x="3089" y="6017"/>
                  </a:lnTo>
                  <a:lnTo>
                    <a:pt x="2748" y="5756"/>
                  </a:lnTo>
                  <a:lnTo>
                    <a:pt x="2447" y="5455"/>
                  </a:lnTo>
                  <a:lnTo>
                    <a:pt x="2186" y="5114"/>
                  </a:lnTo>
                  <a:lnTo>
                    <a:pt x="1925" y="4774"/>
                  </a:lnTo>
                  <a:lnTo>
                    <a:pt x="1705" y="4413"/>
                  </a:lnTo>
                  <a:lnTo>
                    <a:pt x="1524" y="4032"/>
                  </a:lnTo>
                  <a:lnTo>
                    <a:pt x="1364" y="3650"/>
                  </a:lnTo>
                  <a:lnTo>
                    <a:pt x="1244" y="3249"/>
                  </a:lnTo>
                  <a:lnTo>
                    <a:pt x="1143" y="2828"/>
                  </a:lnTo>
                  <a:lnTo>
                    <a:pt x="1083" y="2427"/>
                  </a:lnTo>
                  <a:lnTo>
                    <a:pt x="1063" y="2006"/>
                  </a:lnTo>
                  <a:lnTo>
                    <a:pt x="1063" y="1585"/>
                  </a:lnTo>
                  <a:lnTo>
                    <a:pt x="1123" y="1184"/>
                  </a:lnTo>
                  <a:lnTo>
                    <a:pt x="1183" y="783"/>
                  </a:lnTo>
                  <a:lnTo>
                    <a:pt x="1304" y="382"/>
                  </a:lnTo>
                  <a:lnTo>
                    <a:pt x="14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31"/>
            <p:cNvSpPr/>
            <p:nvPr/>
          </p:nvSpPr>
          <p:spPr>
            <a:xfrm>
              <a:off x="10739250" y="2725863"/>
              <a:ext cx="327925" cy="328925"/>
            </a:xfrm>
            <a:custGeom>
              <a:avLst/>
              <a:gdLst/>
              <a:ahLst/>
              <a:cxnLst/>
              <a:rect l="l" t="t" r="r" b="b"/>
              <a:pathLst>
                <a:path w="13117" h="13157" extrusionOk="0">
                  <a:moveTo>
                    <a:pt x="6659" y="0"/>
                  </a:moveTo>
                  <a:lnTo>
                    <a:pt x="6278" y="20"/>
                  </a:lnTo>
                  <a:lnTo>
                    <a:pt x="5897" y="40"/>
                  </a:lnTo>
                  <a:lnTo>
                    <a:pt x="5536" y="80"/>
                  </a:lnTo>
                  <a:lnTo>
                    <a:pt x="5175" y="141"/>
                  </a:lnTo>
                  <a:lnTo>
                    <a:pt x="4814" y="241"/>
                  </a:lnTo>
                  <a:lnTo>
                    <a:pt x="4473" y="341"/>
                  </a:lnTo>
                  <a:lnTo>
                    <a:pt x="4132" y="462"/>
                  </a:lnTo>
                  <a:lnTo>
                    <a:pt x="3811" y="622"/>
                  </a:lnTo>
                  <a:lnTo>
                    <a:pt x="3490" y="782"/>
                  </a:lnTo>
                  <a:lnTo>
                    <a:pt x="3190" y="963"/>
                  </a:lnTo>
                  <a:lnTo>
                    <a:pt x="2889" y="1143"/>
                  </a:lnTo>
                  <a:lnTo>
                    <a:pt x="2608" y="1364"/>
                  </a:lnTo>
                  <a:lnTo>
                    <a:pt x="2327" y="1585"/>
                  </a:lnTo>
                  <a:lnTo>
                    <a:pt x="2067" y="1825"/>
                  </a:lnTo>
                  <a:lnTo>
                    <a:pt x="1826" y="2086"/>
                  </a:lnTo>
                  <a:lnTo>
                    <a:pt x="1585" y="2347"/>
                  </a:lnTo>
                  <a:lnTo>
                    <a:pt x="1365" y="2627"/>
                  </a:lnTo>
                  <a:lnTo>
                    <a:pt x="1164" y="2928"/>
                  </a:lnTo>
                  <a:lnTo>
                    <a:pt x="964" y="3229"/>
                  </a:lnTo>
                  <a:lnTo>
                    <a:pt x="803" y="3550"/>
                  </a:lnTo>
                  <a:lnTo>
                    <a:pt x="643" y="3871"/>
                  </a:lnTo>
                  <a:lnTo>
                    <a:pt x="482" y="4192"/>
                  </a:lnTo>
                  <a:lnTo>
                    <a:pt x="362" y="4533"/>
                  </a:lnTo>
                  <a:lnTo>
                    <a:pt x="262" y="4894"/>
                  </a:lnTo>
                  <a:lnTo>
                    <a:pt x="161" y="5234"/>
                  </a:lnTo>
                  <a:lnTo>
                    <a:pt x="101" y="5595"/>
                  </a:lnTo>
                  <a:lnTo>
                    <a:pt x="41" y="5977"/>
                  </a:lnTo>
                  <a:lnTo>
                    <a:pt x="1" y="6337"/>
                  </a:lnTo>
                  <a:lnTo>
                    <a:pt x="1" y="6719"/>
                  </a:lnTo>
                  <a:lnTo>
                    <a:pt x="1" y="7100"/>
                  </a:lnTo>
                  <a:lnTo>
                    <a:pt x="41" y="7481"/>
                  </a:lnTo>
                  <a:lnTo>
                    <a:pt x="81" y="7761"/>
                  </a:lnTo>
                  <a:lnTo>
                    <a:pt x="121" y="8042"/>
                  </a:lnTo>
                  <a:lnTo>
                    <a:pt x="201" y="8323"/>
                  </a:lnTo>
                  <a:lnTo>
                    <a:pt x="282" y="8604"/>
                  </a:lnTo>
                  <a:lnTo>
                    <a:pt x="382" y="8864"/>
                  </a:lnTo>
                  <a:lnTo>
                    <a:pt x="482" y="9145"/>
                  </a:lnTo>
                  <a:lnTo>
                    <a:pt x="603" y="9406"/>
                  </a:lnTo>
                  <a:lnTo>
                    <a:pt x="743" y="9687"/>
                  </a:lnTo>
                  <a:lnTo>
                    <a:pt x="903" y="9947"/>
                  </a:lnTo>
                  <a:lnTo>
                    <a:pt x="1064" y="10188"/>
                  </a:lnTo>
                  <a:lnTo>
                    <a:pt x="1244" y="10449"/>
                  </a:lnTo>
                  <a:lnTo>
                    <a:pt x="1425" y="10689"/>
                  </a:lnTo>
                  <a:lnTo>
                    <a:pt x="1625" y="10930"/>
                  </a:lnTo>
                  <a:lnTo>
                    <a:pt x="1846" y="11151"/>
                  </a:lnTo>
                  <a:lnTo>
                    <a:pt x="2067" y="11371"/>
                  </a:lnTo>
                  <a:lnTo>
                    <a:pt x="2307" y="11572"/>
                  </a:lnTo>
                  <a:lnTo>
                    <a:pt x="2548" y="11772"/>
                  </a:lnTo>
                  <a:lnTo>
                    <a:pt x="2809" y="11953"/>
                  </a:lnTo>
                  <a:lnTo>
                    <a:pt x="3069" y="12133"/>
                  </a:lnTo>
                  <a:lnTo>
                    <a:pt x="3350" y="12294"/>
                  </a:lnTo>
                  <a:lnTo>
                    <a:pt x="3631" y="12454"/>
                  </a:lnTo>
                  <a:lnTo>
                    <a:pt x="3932" y="12595"/>
                  </a:lnTo>
                  <a:lnTo>
                    <a:pt x="4252" y="12715"/>
                  </a:lnTo>
                  <a:lnTo>
                    <a:pt x="4573" y="12835"/>
                  </a:lnTo>
                  <a:lnTo>
                    <a:pt x="4894" y="12935"/>
                  </a:lnTo>
                  <a:lnTo>
                    <a:pt x="5235" y="13016"/>
                  </a:lnTo>
                  <a:lnTo>
                    <a:pt x="5576" y="13076"/>
                  </a:lnTo>
                  <a:lnTo>
                    <a:pt x="5937" y="13116"/>
                  </a:lnTo>
                  <a:lnTo>
                    <a:pt x="6298" y="13156"/>
                  </a:lnTo>
                  <a:lnTo>
                    <a:pt x="7040" y="13156"/>
                  </a:lnTo>
                  <a:lnTo>
                    <a:pt x="7421" y="13116"/>
                  </a:lnTo>
                  <a:lnTo>
                    <a:pt x="7882" y="13056"/>
                  </a:lnTo>
                  <a:lnTo>
                    <a:pt x="8324" y="12976"/>
                  </a:lnTo>
                  <a:lnTo>
                    <a:pt x="8765" y="12835"/>
                  </a:lnTo>
                  <a:lnTo>
                    <a:pt x="9186" y="12675"/>
                  </a:lnTo>
                  <a:lnTo>
                    <a:pt x="9587" y="12494"/>
                  </a:lnTo>
                  <a:lnTo>
                    <a:pt x="9968" y="12274"/>
                  </a:lnTo>
                  <a:lnTo>
                    <a:pt x="10349" y="12013"/>
                  </a:lnTo>
                  <a:lnTo>
                    <a:pt x="10690" y="11752"/>
                  </a:lnTo>
                  <a:lnTo>
                    <a:pt x="11031" y="11451"/>
                  </a:lnTo>
                  <a:lnTo>
                    <a:pt x="11332" y="11131"/>
                  </a:lnTo>
                  <a:lnTo>
                    <a:pt x="11633" y="10790"/>
                  </a:lnTo>
                  <a:lnTo>
                    <a:pt x="11893" y="10409"/>
                  </a:lnTo>
                  <a:lnTo>
                    <a:pt x="12134" y="10028"/>
                  </a:lnTo>
                  <a:lnTo>
                    <a:pt x="12355" y="9626"/>
                  </a:lnTo>
                  <a:lnTo>
                    <a:pt x="12555" y="9225"/>
                  </a:lnTo>
                  <a:lnTo>
                    <a:pt x="12736" y="8784"/>
                  </a:lnTo>
                  <a:lnTo>
                    <a:pt x="12856" y="8403"/>
                  </a:lnTo>
                  <a:lnTo>
                    <a:pt x="12956" y="8022"/>
                  </a:lnTo>
                  <a:lnTo>
                    <a:pt x="13036" y="7641"/>
                  </a:lnTo>
                  <a:lnTo>
                    <a:pt x="13076" y="7240"/>
                  </a:lnTo>
                  <a:lnTo>
                    <a:pt x="13117" y="6859"/>
                  </a:lnTo>
                  <a:lnTo>
                    <a:pt x="13117" y="6478"/>
                  </a:lnTo>
                  <a:lnTo>
                    <a:pt x="13097" y="6117"/>
                  </a:lnTo>
                  <a:lnTo>
                    <a:pt x="13076" y="5736"/>
                  </a:lnTo>
                  <a:lnTo>
                    <a:pt x="13016" y="5375"/>
                  </a:lnTo>
                  <a:lnTo>
                    <a:pt x="12936" y="5014"/>
                  </a:lnTo>
                  <a:lnTo>
                    <a:pt x="12836" y="4653"/>
                  </a:lnTo>
                  <a:lnTo>
                    <a:pt x="12715" y="4312"/>
                  </a:lnTo>
                  <a:lnTo>
                    <a:pt x="12575" y="3971"/>
                  </a:lnTo>
                  <a:lnTo>
                    <a:pt x="12415" y="3650"/>
                  </a:lnTo>
                  <a:lnTo>
                    <a:pt x="12254" y="3329"/>
                  </a:lnTo>
                  <a:lnTo>
                    <a:pt x="12054" y="3008"/>
                  </a:lnTo>
                  <a:lnTo>
                    <a:pt x="11853" y="2708"/>
                  </a:lnTo>
                  <a:lnTo>
                    <a:pt x="11633" y="2427"/>
                  </a:lnTo>
                  <a:lnTo>
                    <a:pt x="11392" y="2146"/>
                  </a:lnTo>
                  <a:lnTo>
                    <a:pt x="11131" y="1885"/>
                  </a:lnTo>
                  <a:lnTo>
                    <a:pt x="10850" y="1645"/>
                  </a:lnTo>
                  <a:lnTo>
                    <a:pt x="10570" y="1404"/>
                  </a:lnTo>
                  <a:lnTo>
                    <a:pt x="10269" y="1183"/>
                  </a:lnTo>
                  <a:lnTo>
                    <a:pt x="9948" y="983"/>
                  </a:lnTo>
                  <a:lnTo>
                    <a:pt x="9627" y="802"/>
                  </a:lnTo>
                  <a:lnTo>
                    <a:pt x="9286" y="622"/>
                  </a:lnTo>
                  <a:lnTo>
                    <a:pt x="8945" y="482"/>
                  </a:lnTo>
                  <a:lnTo>
                    <a:pt x="8584" y="341"/>
                  </a:lnTo>
                  <a:lnTo>
                    <a:pt x="8203" y="241"/>
                  </a:lnTo>
                  <a:lnTo>
                    <a:pt x="7822" y="141"/>
                  </a:lnTo>
                  <a:lnTo>
                    <a:pt x="7441" y="80"/>
                  </a:lnTo>
                  <a:lnTo>
                    <a:pt x="7040" y="4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31"/>
            <p:cNvSpPr/>
            <p:nvPr/>
          </p:nvSpPr>
          <p:spPr>
            <a:xfrm>
              <a:off x="10739250" y="2725863"/>
              <a:ext cx="327925" cy="328925"/>
            </a:xfrm>
            <a:custGeom>
              <a:avLst/>
              <a:gdLst/>
              <a:ahLst/>
              <a:cxnLst/>
              <a:rect l="l" t="t" r="r" b="b"/>
              <a:pathLst>
                <a:path w="13117" h="13157" fill="none" extrusionOk="0">
                  <a:moveTo>
                    <a:pt x="41" y="7481"/>
                  </a:moveTo>
                  <a:lnTo>
                    <a:pt x="41" y="7481"/>
                  </a:lnTo>
                  <a:lnTo>
                    <a:pt x="81" y="7761"/>
                  </a:lnTo>
                  <a:lnTo>
                    <a:pt x="121" y="8042"/>
                  </a:lnTo>
                  <a:lnTo>
                    <a:pt x="201" y="8323"/>
                  </a:lnTo>
                  <a:lnTo>
                    <a:pt x="282" y="8604"/>
                  </a:lnTo>
                  <a:lnTo>
                    <a:pt x="382" y="8864"/>
                  </a:lnTo>
                  <a:lnTo>
                    <a:pt x="482" y="9145"/>
                  </a:lnTo>
                  <a:lnTo>
                    <a:pt x="603" y="9406"/>
                  </a:lnTo>
                  <a:lnTo>
                    <a:pt x="743" y="9687"/>
                  </a:lnTo>
                  <a:lnTo>
                    <a:pt x="903" y="9947"/>
                  </a:lnTo>
                  <a:lnTo>
                    <a:pt x="1064" y="10188"/>
                  </a:lnTo>
                  <a:lnTo>
                    <a:pt x="1244" y="10449"/>
                  </a:lnTo>
                  <a:lnTo>
                    <a:pt x="1425" y="10689"/>
                  </a:lnTo>
                  <a:lnTo>
                    <a:pt x="1625" y="10930"/>
                  </a:lnTo>
                  <a:lnTo>
                    <a:pt x="1846" y="11151"/>
                  </a:lnTo>
                  <a:lnTo>
                    <a:pt x="2067" y="11371"/>
                  </a:lnTo>
                  <a:lnTo>
                    <a:pt x="2307" y="11572"/>
                  </a:lnTo>
                  <a:lnTo>
                    <a:pt x="2548" y="11772"/>
                  </a:lnTo>
                  <a:lnTo>
                    <a:pt x="2809" y="11953"/>
                  </a:lnTo>
                  <a:lnTo>
                    <a:pt x="3069" y="12133"/>
                  </a:lnTo>
                  <a:lnTo>
                    <a:pt x="3350" y="12294"/>
                  </a:lnTo>
                  <a:lnTo>
                    <a:pt x="3631" y="12454"/>
                  </a:lnTo>
                  <a:lnTo>
                    <a:pt x="3932" y="12595"/>
                  </a:lnTo>
                  <a:lnTo>
                    <a:pt x="4252" y="12715"/>
                  </a:lnTo>
                  <a:lnTo>
                    <a:pt x="4573" y="12835"/>
                  </a:lnTo>
                  <a:lnTo>
                    <a:pt x="4894" y="12935"/>
                  </a:lnTo>
                  <a:lnTo>
                    <a:pt x="5235" y="13016"/>
                  </a:lnTo>
                  <a:lnTo>
                    <a:pt x="5576" y="13076"/>
                  </a:lnTo>
                  <a:lnTo>
                    <a:pt x="5937" y="13116"/>
                  </a:lnTo>
                  <a:lnTo>
                    <a:pt x="6298" y="13156"/>
                  </a:lnTo>
                  <a:lnTo>
                    <a:pt x="6659" y="13156"/>
                  </a:lnTo>
                  <a:lnTo>
                    <a:pt x="7040" y="13156"/>
                  </a:lnTo>
                  <a:lnTo>
                    <a:pt x="7421" y="13116"/>
                  </a:lnTo>
                  <a:lnTo>
                    <a:pt x="7421" y="13116"/>
                  </a:lnTo>
                  <a:lnTo>
                    <a:pt x="7882" y="13056"/>
                  </a:lnTo>
                  <a:lnTo>
                    <a:pt x="8324" y="12976"/>
                  </a:lnTo>
                  <a:lnTo>
                    <a:pt x="8765" y="12835"/>
                  </a:lnTo>
                  <a:lnTo>
                    <a:pt x="9186" y="12675"/>
                  </a:lnTo>
                  <a:lnTo>
                    <a:pt x="9587" y="12494"/>
                  </a:lnTo>
                  <a:lnTo>
                    <a:pt x="9968" y="12274"/>
                  </a:lnTo>
                  <a:lnTo>
                    <a:pt x="10349" y="12013"/>
                  </a:lnTo>
                  <a:lnTo>
                    <a:pt x="10690" y="11752"/>
                  </a:lnTo>
                  <a:lnTo>
                    <a:pt x="11031" y="11451"/>
                  </a:lnTo>
                  <a:lnTo>
                    <a:pt x="11332" y="11131"/>
                  </a:lnTo>
                  <a:lnTo>
                    <a:pt x="11633" y="10790"/>
                  </a:lnTo>
                  <a:lnTo>
                    <a:pt x="11893" y="10409"/>
                  </a:lnTo>
                  <a:lnTo>
                    <a:pt x="12134" y="10028"/>
                  </a:lnTo>
                  <a:lnTo>
                    <a:pt x="12355" y="9626"/>
                  </a:lnTo>
                  <a:lnTo>
                    <a:pt x="12555" y="9225"/>
                  </a:lnTo>
                  <a:lnTo>
                    <a:pt x="12736" y="8784"/>
                  </a:lnTo>
                  <a:lnTo>
                    <a:pt x="12736" y="8784"/>
                  </a:lnTo>
                  <a:lnTo>
                    <a:pt x="12856" y="8403"/>
                  </a:lnTo>
                  <a:lnTo>
                    <a:pt x="12956" y="8022"/>
                  </a:lnTo>
                  <a:lnTo>
                    <a:pt x="13036" y="7641"/>
                  </a:lnTo>
                  <a:lnTo>
                    <a:pt x="13076" y="7240"/>
                  </a:lnTo>
                  <a:lnTo>
                    <a:pt x="13117" y="6859"/>
                  </a:lnTo>
                  <a:lnTo>
                    <a:pt x="13117" y="6478"/>
                  </a:lnTo>
                  <a:lnTo>
                    <a:pt x="13097" y="6117"/>
                  </a:lnTo>
                  <a:lnTo>
                    <a:pt x="13076" y="5736"/>
                  </a:lnTo>
                  <a:lnTo>
                    <a:pt x="13016" y="5375"/>
                  </a:lnTo>
                  <a:lnTo>
                    <a:pt x="12936" y="5014"/>
                  </a:lnTo>
                  <a:lnTo>
                    <a:pt x="12836" y="4653"/>
                  </a:lnTo>
                  <a:lnTo>
                    <a:pt x="12715" y="4312"/>
                  </a:lnTo>
                  <a:lnTo>
                    <a:pt x="12575" y="3971"/>
                  </a:lnTo>
                  <a:lnTo>
                    <a:pt x="12415" y="3650"/>
                  </a:lnTo>
                  <a:lnTo>
                    <a:pt x="12254" y="3329"/>
                  </a:lnTo>
                  <a:lnTo>
                    <a:pt x="12054" y="3008"/>
                  </a:lnTo>
                  <a:lnTo>
                    <a:pt x="11853" y="2708"/>
                  </a:lnTo>
                  <a:lnTo>
                    <a:pt x="11633" y="2427"/>
                  </a:lnTo>
                  <a:lnTo>
                    <a:pt x="11392" y="2146"/>
                  </a:lnTo>
                  <a:lnTo>
                    <a:pt x="11131" y="1885"/>
                  </a:lnTo>
                  <a:lnTo>
                    <a:pt x="10850" y="1645"/>
                  </a:lnTo>
                  <a:lnTo>
                    <a:pt x="10570" y="1404"/>
                  </a:lnTo>
                  <a:lnTo>
                    <a:pt x="10269" y="1183"/>
                  </a:lnTo>
                  <a:lnTo>
                    <a:pt x="9948" y="983"/>
                  </a:lnTo>
                  <a:lnTo>
                    <a:pt x="9627" y="802"/>
                  </a:lnTo>
                  <a:lnTo>
                    <a:pt x="9286" y="622"/>
                  </a:lnTo>
                  <a:lnTo>
                    <a:pt x="8945" y="482"/>
                  </a:lnTo>
                  <a:lnTo>
                    <a:pt x="8584" y="341"/>
                  </a:lnTo>
                  <a:lnTo>
                    <a:pt x="8203" y="241"/>
                  </a:lnTo>
                  <a:lnTo>
                    <a:pt x="7822" y="141"/>
                  </a:lnTo>
                  <a:lnTo>
                    <a:pt x="7441" y="80"/>
                  </a:lnTo>
                  <a:lnTo>
                    <a:pt x="7040" y="40"/>
                  </a:lnTo>
                  <a:lnTo>
                    <a:pt x="7040" y="40"/>
                  </a:lnTo>
                  <a:lnTo>
                    <a:pt x="6659" y="0"/>
                  </a:lnTo>
                  <a:lnTo>
                    <a:pt x="6278" y="20"/>
                  </a:lnTo>
                  <a:lnTo>
                    <a:pt x="5897" y="40"/>
                  </a:lnTo>
                  <a:lnTo>
                    <a:pt x="5536" y="80"/>
                  </a:lnTo>
                  <a:lnTo>
                    <a:pt x="5175" y="141"/>
                  </a:lnTo>
                  <a:lnTo>
                    <a:pt x="4814" y="241"/>
                  </a:lnTo>
                  <a:lnTo>
                    <a:pt x="4473" y="341"/>
                  </a:lnTo>
                  <a:lnTo>
                    <a:pt x="4132" y="462"/>
                  </a:lnTo>
                  <a:lnTo>
                    <a:pt x="3811" y="622"/>
                  </a:lnTo>
                  <a:lnTo>
                    <a:pt x="3490" y="782"/>
                  </a:lnTo>
                  <a:lnTo>
                    <a:pt x="3190" y="963"/>
                  </a:lnTo>
                  <a:lnTo>
                    <a:pt x="2889" y="1143"/>
                  </a:lnTo>
                  <a:lnTo>
                    <a:pt x="2608" y="1364"/>
                  </a:lnTo>
                  <a:lnTo>
                    <a:pt x="2327" y="1585"/>
                  </a:lnTo>
                  <a:lnTo>
                    <a:pt x="2067" y="1825"/>
                  </a:lnTo>
                  <a:lnTo>
                    <a:pt x="1826" y="2086"/>
                  </a:lnTo>
                  <a:lnTo>
                    <a:pt x="1585" y="2347"/>
                  </a:lnTo>
                  <a:lnTo>
                    <a:pt x="1365" y="2627"/>
                  </a:lnTo>
                  <a:lnTo>
                    <a:pt x="1164" y="2928"/>
                  </a:lnTo>
                  <a:lnTo>
                    <a:pt x="964" y="3229"/>
                  </a:lnTo>
                  <a:lnTo>
                    <a:pt x="803" y="3550"/>
                  </a:lnTo>
                  <a:lnTo>
                    <a:pt x="643" y="3871"/>
                  </a:lnTo>
                  <a:lnTo>
                    <a:pt x="482" y="4192"/>
                  </a:lnTo>
                  <a:lnTo>
                    <a:pt x="362" y="4533"/>
                  </a:lnTo>
                  <a:lnTo>
                    <a:pt x="262" y="4894"/>
                  </a:lnTo>
                  <a:lnTo>
                    <a:pt x="161" y="5234"/>
                  </a:lnTo>
                  <a:lnTo>
                    <a:pt x="101" y="5595"/>
                  </a:lnTo>
                  <a:lnTo>
                    <a:pt x="41" y="5977"/>
                  </a:lnTo>
                  <a:lnTo>
                    <a:pt x="1" y="6337"/>
                  </a:lnTo>
                  <a:lnTo>
                    <a:pt x="1" y="6719"/>
                  </a:lnTo>
                  <a:lnTo>
                    <a:pt x="1" y="7100"/>
                  </a:lnTo>
                  <a:lnTo>
                    <a:pt x="41" y="74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31"/>
            <p:cNvSpPr/>
            <p:nvPr/>
          </p:nvSpPr>
          <p:spPr>
            <a:xfrm>
              <a:off x="10776350" y="2763463"/>
              <a:ext cx="253725" cy="253700"/>
            </a:xfrm>
            <a:custGeom>
              <a:avLst/>
              <a:gdLst/>
              <a:ahLst/>
              <a:cxnLst/>
              <a:rect l="l" t="t" r="r" b="b"/>
              <a:pathLst>
                <a:path w="10149" h="10148" extrusionOk="0">
                  <a:moveTo>
                    <a:pt x="4874" y="0"/>
                  </a:moveTo>
                  <a:lnTo>
                    <a:pt x="4573" y="20"/>
                  </a:lnTo>
                  <a:lnTo>
                    <a:pt x="4313" y="61"/>
                  </a:lnTo>
                  <a:lnTo>
                    <a:pt x="4032" y="101"/>
                  </a:lnTo>
                  <a:lnTo>
                    <a:pt x="3771" y="181"/>
                  </a:lnTo>
                  <a:lnTo>
                    <a:pt x="3490" y="241"/>
                  </a:lnTo>
                  <a:lnTo>
                    <a:pt x="3250" y="341"/>
                  </a:lnTo>
                  <a:lnTo>
                    <a:pt x="2989" y="442"/>
                  </a:lnTo>
                  <a:lnTo>
                    <a:pt x="2748" y="582"/>
                  </a:lnTo>
                  <a:lnTo>
                    <a:pt x="2528" y="702"/>
                  </a:lnTo>
                  <a:lnTo>
                    <a:pt x="2287" y="843"/>
                  </a:lnTo>
                  <a:lnTo>
                    <a:pt x="2067" y="1003"/>
                  </a:lnTo>
                  <a:lnTo>
                    <a:pt x="1866" y="1184"/>
                  </a:lnTo>
                  <a:lnTo>
                    <a:pt x="1665" y="1364"/>
                  </a:lnTo>
                  <a:lnTo>
                    <a:pt x="1465" y="1545"/>
                  </a:lnTo>
                  <a:lnTo>
                    <a:pt x="1284" y="1765"/>
                  </a:lnTo>
                  <a:lnTo>
                    <a:pt x="1104" y="1986"/>
                  </a:lnTo>
                  <a:lnTo>
                    <a:pt x="944" y="2206"/>
                  </a:lnTo>
                  <a:lnTo>
                    <a:pt x="783" y="2447"/>
                  </a:lnTo>
                  <a:lnTo>
                    <a:pt x="643" y="2688"/>
                  </a:lnTo>
                  <a:lnTo>
                    <a:pt x="522" y="2928"/>
                  </a:lnTo>
                  <a:lnTo>
                    <a:pt x="402" y="3189"/>
                  </a:lnTo>
                  <a:lnTo>
                    <a:pt x="302" y="3470"/>
                  </a:lnTo>
                  <a:lnTo>
                    <a:pt x="222" y="3730"/>
                  </a:lnTo>
                  <a:lnTo>
                    <a:pt x="141" y="4011"/>
                  </a:lnTo>
                  <a:lnTo>
                    <a:pt x="81" y="4292"/>
                  </a:lnTo>
                  <a:lnTo>
                    <a:pt x="41" y="4593"/>
                  </a:lnTo>
                  <a:lnTo>
                    <a:pt x="21" y="4874"/>
                  </a:lnTo>
                  <a:lnTo>
                    <a:pt x="1" y="5174"/>
                  </a:lnTo>
                  <a:lnTo>
                    <a:pt x="21" y="5475"/>
                  </a:lnTo>
                  <a:lnTo>
                    <a:pt x="41" y="5776"/>
                  </a:lnTo>
                  <a:lnTo>
                    <a:pt x="101" y="6197"/>
                  </a:lnTo>
                  <a:lnTo>
                    <a:pt x="222" y="6638"/>
                  </a:lnTo>
                  <a:lnTo>
                    <a:pt x="382" y="7060"/>
                  </a:lnTo>
                  <a:lnTo>
                    <a:pt x="583" y="7461"/>
                  </a:lnTo>
                  <a:lnTo>
                    <a:pt x="823" y="7862"/>
                  </a:lnTo>
                  <a:lnTo>
                    <a:pt x="1104" y="8243"/>
                  </a:lnTo>
                  <a:lnTo>
                    <a:pt x="1425" y="8604"/>
                  </a:lnTo>
                  <a:lnTo>
                    <a:pt x="1786" y="8925"/>
                  </a:lnTo>
                  <a:lnTo>
                    <a:pt x="2167" y="9225"/>
                  </a:lnTo>
                  <a:lnTo>
                    <a:pt x="2387" y="9366"/>
                  </a:lnTo>
                  <a:lnTo>
                    <a:pt x="2588" y="9486"/>
                  </a:lnTo>
                  <a:lnTo>
                    <a:pt x="2829" y="9606"/>
                  </a:lnTo>
                  <a:lnTo>
                    <a:pt x="3049" y="9727"/>
                  </a:lnTo>
                  <a:lnTo>
                    <a:pt x="3290" y="9807"/>
                  </a:lnTo>
                  <a:lnTo>
                    <a:pt x="3531" y="9907"/>
                  </a:lnTo>
                  <a:lnTo>
                    <a:pt x="3791" y="9967"/>
                  </a:lnTo>
                  <a:lnTo>
                    <a:pt x="4052" y="10048"/>
                  </a:lnTo>
                  <a:lnTo>
                    <a:pt x="4313" y="10088"/>
                  </a:lnTo>
                  <a:lnTo>
                    <a:pt x="4593" y="10128"/>
                  </a:lnTo>
                  <a:lnTo>
                    <a:pt x="4874" y="10148"/>
                  </a:lnTo>
                  <a:lnTo>
                    <a:pt x="5456" y="10148"/>
                  </a:lnTo>
                  <a:lnTo>
                    <a:pt x="5737" y="10128"/>
                  </a:lnTo>
                  <a:lnTo>
                    <a:pt x="6098" y="10088"/>
                  </a:lnTo>
                  <a:lnTo>
                    <a:pt x="6438" y="10008"/>
                  </a:lnTo>
                  <a:lnTo>
                    <a:pt x="6779" y="9907"/>
                  </a:lnTo>
                  <a:lnTo>
                    <a:pt x="7100" y="9787"/>
                  </a:lnTo>
                  <a:lnTo>
                    <a:pt x="7401" y="9647"/>
                  </a:lnTo>
                  <a:lnTo>
                    <a:pt x="7702" y="9466"/>
                  </a:lnTo>
                  <a:lnTo>
                    <a:pt x="8003" y="9286"/>
                  </a:lnTo>
                  <a:lnTo>
                    <a:pt x="8263" y="9065"/>
                  </a:lnTo>
                  <a:lnTo>
                    <a:pt x="8524" y="8824"/>
                  </a:lnTo>
                  <a:lnTo>
                    <a:pt x="8765" y="8584"/>
                  </a:lnTo>
                  <a:lnTo>
                    <a:pt x="8985" y="8323"/>
                  </a:lnTo>
                  <a:lnTo>
                    <a:pt x="9206" y="8042"/>
                  </a:lnTo>
                  <a:lnTo>
                    <a:pt x="9386" y="7741"/>
                  </a:lnTo>
                  <a:lnTo>
                    <a:pt x="9547" y="7441"/>
                  </a:lnTo>
                  <a:lnTo>
                    <a:pt x="9707" y="7120"/>
                  </a:lnTo>
                  <a:lnTo>
                    <a:pt x="9828" y="6779"/>
                  </a:lnTo>
                  <a:lnTo>
                    <a:pt x="9888" y="6598"/>
                  </a:lnTo>
                  <a:lnTo>
                    <a:pt x="9988" y="6318"/>
                  </a:lnTo>
                  <a:lnTo>
                    <a:pt x="10048" y="6017"/>
                  </a:lnTo>
                  <a:lnTo>
                    <a:pt x="10088" y="5736"/>
                  </a:lnTo>
                  <a:lnTo>
                    <a:pt x="10128" y="5435"/>
                  </a:lnTo>
                  <a:lnTo>
                    <a:pt x="10149" y="5154"/>
                  </a:lnTo>
                  <a:lnTo>
                    <a:pt x="10128" y="4874"/>
                  </a:lnTo>
                  <a:lnTo>
                    <a:pt x="10108" y="4573"/>
                  </a:lnTo>
                  <a:lnTo>
                    <a:pt x="10088" y="4292"/>
                  </a:lnTo>
                  <a:lnTo>
                    <a:pt x="10028" y="4031"/>
                  </a:lnTo>
                  <a:lnTo>
                    <a:pt x="9968" y="3751"/>
                  </a:lnTo>
                  <a:lnTo>
                    <a:pt x="9888" y="3490"/>
                  </a:lnTo>
                  <a:lnTo>
                    <a:pt x="9788" y="3229"/>
                  </a:lnTo>
                  <a:lnTo>
                    <a:pt x="9687" y="2968"/>
                  </a:lnTo>
                  <a:lnTo>
                    <a:pt x="9567" y="2728"/>
                  </a:lnTo>
                  <a:lnTo>
                    <a:pt x="9427" y="2487"/>
                  </a:lnTo>
                  <a:lnTo>
                    <a:pt x="9266" y="2246"/>
                  </a:lnTo>
                  <a:lnTo>
                    <a:pt x="9106" y="2026"/>
                  </a:lnTo>
                  <a:lnTo>
                    <a:pt x="8945" y="1805"/>
                  </a:lnTo>
                  <a:lnTo>
                    <a:pt x="8745" y="1605"/>
                  </a:lnTo>
                  <a:lnTo>
                    <a:pt x="8544" y="1404"/>
                  </a:lnTo>
                  <a:lnTo>
                    <a:pt x="8344" y="1224"/>
                  </a:lnTo>
                  <a:lnTo>
                    <a:pt x="8123" y="1043"/>
                  </a:lnTo>
                  <a:lnTo>
                    <a:pt x="7902" y="883"/>
                  </a:lnTo>
                  <a:lnTo>
                    <a:pt x="7662" y="742"/>
                  </a:lnTo>
                  <a:lnTo>
                    <a:pt x="7421" y="602"/>
                  </a:lnTo>
                  <a:lnTo>
                    <a:pt x="7160" y="462"/>
                  </a:lnTo>
                  <a:lnTo>
                    <a:pt x="6900" y="361"/>
                  </a:lnTo>
                  <a:lnTo>
                    <a:pt x="6619" y="261"/>
                  </a:lnTo>
                  <a:lnTo>
                    <a:pt x="6338" y="181"/>
                  </a:lnTo>
                  <a:lnTo>
                    <a:pt x="6037" y="121"/>
                  </a:lnTo>
                  <a:lnTo>
                    <a:pt x="5757" y="61"/>
                  </a:lnTo>
                  <a:lnTo>
                    <a:pt x="5436" y="20"/>
                  </a:lnTo>
                  <a:lnTo>
                    <a:pt x="515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31"/>
            <p:cNvSpPr/>
            <p:nvPr/>
          </p:nvSpPr>
          <p:spPr>
            <a:xfrm>
              <a:off x="10776350" y="2763463"/>
              <a:ext cx="253725" cy="253700"/>
            </a:xfrm>
            <a:custGeom>
              <a:avLst/>
              <a:gdLst/>
              <a:ahLst/>
              <a:cxnLst/>
              <a:rect l="l" t="t" r="r" b="b"/>
              <a:pathLst>
                <a:path w="10149" h="10148" fill="none" extrusionOk="0">
                  <a:moveTo>
                    <a:pt x="9888" y="6598"/>
                  </a:moveTo>
                  <a:lnTo>
                    <a:pt x="9888" y="6598"/>
                  </a:lnTo>
                  <a:lnTo>
                    <a:pt x="9828" y="6779"/>
                  </a:lnTo>
                  <a:lnTo>
                    <a:pt x="9828" y="6779"/>
                  </a:lnTo>
                  <a:lnTo>
                    <a:pt x="9707" y="7120"/>
                  </a:lnTo>
                  <a:lnTo>
                    <a:pt x="9547" y="7441"/>
                  </a:lnTo>
                  <a:lnTo>
                    <a:pt x="9386" y="7741"/>
                  </a:lnTo>
                  <a:lnTo>
                    <a:pt x="9206" y="8042"/>
                  </a:lnTo>
                  <a:lnTo>
                    <a:pt x="8985" y="8323"/>
                  </a:lnTo>
                  <a:lnTo>
                    <a:pt x="8765" y="8584"/>
                  </a:lnTo>
                  <a:lnTo>
                    <a:pt x="8524" y="8824"/>
                  </a:lnTo>
                  <a:lnTo>
                    <a:pt x="8263" y="9065"/>
                  </a:lnTo>
                  <a:lnTo>
                    <a:pt x="8003" y="9286"/>
                  </a:lnTo>
                  <a:lnTo>
                    <a:pt x="7702" y="9466"/>
                  </a:lnTo>
                  <a:lnTo>
                    <a:pt x="7401" y="9647"/>
                  </a:lnTo>
                  <a:lnTo>
                    <a:pt x="7100" y="9787"/>
                  </a:lnTo>
                  <a:lnTo>
                    <a:pt x="6779" y="9907"/>
                  </a:lnTo>
                  <a:lnTo>
                    <a:pt x="6438" y="10008"/>
                  </a:lnTo>
                  <a:lnTo>
                    <a:pt x="6098" y="10088"/>
                  </a:lnTo>
                  <a:lnTo>
                    <a:pt x="5737" y="10128"/>
                  </a:lnTo>
                  <a:lnTo>
                    <a:pt x="5737" y="10128"/>
                  </a:lnTo>
                  <a:lnTo>
                    <a:pt x="5456" y="10148"/>
                  </a:lnTo>
                  <a:lnTo>
                    <a:pt x="5155" y="10148"/>
                  </a:lnTo>
                  <a:lnTo>
                    <a:pt x="4874" y="10148"/>
                  </a:lnTo>
                  <a:lnTo>
                    <a:pt x="4593" y="10128"/>
                  </a:lnTo>
                  <a:lnTo>
                    <a:pt x="4313" y="10088"/>
                  </a:lnTo>
                  <a:lnTo>
                    <a:pt x="4052" y="10048"/>
                  </a:lnTo>
                  <a:lnTo>
                    <a:pt x="3791" y="9967"/>
                  </a:lnTo>
                  <a:lnTo>
                    <a:pt x="3531" y="9907"/>
                  </a:lnTo>
                  <a:lnTo>
                    <a:pt x="3290" y="9807"/>
                  </a:lnTo>
                  <a:lnTo>
                    <a:pt x="3049" y="9727"/>
                  </a:lnTo>
                  <a:lnTo>
                    <a:pt x="2829" y="9606"/>
                  </a:lnTo>
                  <a:lnTo>
                    <a:pt x="2588" y="9486"/>
                  </a:lnTo>
                  <a:lnTo>
                    <a:pt x="2387" y="9366"/>
                  </a:lnTo>
                  <a:lnTo>
                    <a:pt x="2167" y="9225"/>
                  </a:lnTo>
                  <a:lnTo>
                    <a:pt x="1786" y="8925"/>
                  </a:lnTo>
                  <a:lnTo>
                    <a:pt x="1425" y="8604"/>
                  </a:lnTo>
                  <a:lnTo>
                    <a:pt x="1104" y="8243"/>
                  </a:lnTo>
                  <a:lnTo>
                    <a:pt x="823" y="7862"/>
                  </a:lnTo>
                  <a:lnTo>
                    <a:pt x="583" y="7461"/>
                  </a:lnTo>
                  <a:lnTo>
                    <a:pt x="382" y="7060"/>
                  </a:lnTo>
                  <a:lnTo>
                    <a:pt x="222" y="6638"/>
                  </a:lnTo>
                  <a:lnTo>
                    <a:pt x="101" y="6197"/>
                  </a:lnTo>
                  <a:lnTo>
                    <a:pt x="41" y="5776"/>
                  </a:lnTo>
                  <a:lnTo>
                    <a:pt x="41" y="5776"/>
                  </a:lnTo>
                  <a:lnTo>
                    <a:pt x="21" y="5475"/>
                  </a:lnTo>
                  <a:lnTo>
                    <a:pt x="1" y="5174"/>
                  </a:lnTo>
                  <a:lnTo>
                    <a:pt x="21" y="4874"/>
                  </a:lnTo>
                  <a:lnTo>
                    <a:pt x="41" y="4593"/>
                  </a:lnTo>
                  <a:lnTo>
                    <a:pt x="81" y="4292"/>
                  </a:lnTo>
                  <a:lnTo>
                    <a:pt x="141" y="4011"/>
                  </a:lnTo>
                  <a:lnTo>
                    <a:pt x="222" y="3730"/>
                  </a:lnTo>
                  <a:lnTo>
                    <a:pt x="302" y="3470"/>
                  </a:lnTo>
                  <a:lnTo>
                    <a:pt x="402" y="3189"/>
                  </a:lnTo>
                  <a:lnTo>
                    <a:pt x="522" y="2928"/>
                  </a:lnTo>
                  <a:lnTo>
                    <a:pt x="643" y="2688"/>
                  </a:lnTo>
                  <a:lnTo>
                    <a:pt x="783" y="2447"/>
                  </a:lnTo>
                  <a:lnTo>
                    <a:pt x="944" y="2206"/>
                  </a:lnTo>
                  <a:lnTo>
                    <a:pt x="1104" y="1986"/>
                  </a:lnTo>
                  <a:lnTo>
                    <a:pt x="1284" y="1765"/>
                  </a:lnTo>
                  <a:lnTo>
                    <a:pt x="1465" y="1545"/>
                  </a:lnTo>
                  <a:lnTo>
                    <a:pt x="1465" y="1545"/>
                  </a:lnTo>
                  <a:lnTo>
                    <a:pt x="1665" y="1364"/>
                  </a:lnTo>
                  <a:lnTo>
                    <a:pt x="1866" y="1184"/>
                  </a:lnTo>
                  <a:lnTo>
                    <a:pt x="2067" y="1003"/>
                  </a:lnTo>
                  <a:lnTo>
                    <a:pt x="2287" y="843"/>
                  </a:lnTo>
                  <a:lnTo>
                    <a:pt x="2528" y="702"/>
                  </a:lnTo>
                  <a:lnTo>
                    <a:pt x="2748" y="582"/>
                  </a:lnTo>
                  <a:lnTo>
                    <a:pt x="2989" y="442"/>
                  </a:lnTo>
                  <a:lnTo>
                    <a:pt x="3250" y="341"/>
                  </a:lnTo>
                  <a:lnTo>
                    <a:pt x="3490" y="241"/>
                  </a:lnTo>
                  <a:lnTo>
                    <a:pt x="3771" y="181"/>
                  </a:lnTo>
                  <a:lnTo>
                    <a:pt x="4032" y="101"/>
                  </a:lnTo>
                  <a:lnTo>
                    <a:pt x="4313" y="61"/>
                  </a:lnTo>
                  <a:lnTo>
                    <a:pt x="4573" y="20"/>
                  </a:lnTo>
                  <a:lnTo>
                    <a:pt x="4874" y="0"/>
                  </a:lnTo>
                  <a:lnTo>
                    <a:pt x="5155" y="0"/>
                  </a:lnTo>
                  <a:lnTo>
                    <a:pt x="5436" y="20"/>
                  </a:lnTo>
                  <a:lnTo>
                    <a:pt x="5436" y="20"/>
                  </a:lnTo>
                  <a:lnTo>
                    <a:pt x="5757" y="61"/>
                  </a:lnTo>
                  <a:lnTo>
                    <a:pt x="6037" y="121"/>
                  </a:lnTo>
                  <a:lnTo>
                    <a:pt x="6338" y="181"/>
                  </a:lnTo>
                  <a:lnTo>
                    <a:pt x="6619" y="261"/>
                  </a:lnTo>
                  <a:lnTo>
                    <a:pt x="6900" y="361"/>
                  </a:lnTo>
                  <a:lnTo>
                    <a:pt x="7160" y="462"/>
                  </a:lnTo>
                  <a:lnTo>
                    <a:pt x="7421" y="602"/>
                  </a:lnTo>
                  <a:lnTo>
                    <a:pt x="7662" y="742"/>
                  </a:lnTo>
                  <a:lnTo>
                    <a:pt x="7902" y="883"/>
                  </a:lnTo>
                  <a:lnTo>
                    <a:pt x="8123" y="1043"/>
                  </a:lnTo>
                  <a:lnTo>
                    <a:pt x="8344" y="1224"/>
                  </a:lnTo>
                  <a:lnTo>
                    <a:pt x="8544" y="1404"/>
                  </a:lnTo>
                  <a:lnTo>
                    <a:pt x="8745" y="1605"/>
                  </a:lnTo>
                  <a:lnTo>
                    <a:pt x="8945" y="1805"/>
                  </a:lnTo>
                  <a:lnTo>
                    <a:pt x="9106" y="2026"/>
                  </a:lnTo>
                  <a:lnTo>
                    <a:pt x="9266" y="2246"/>
                  </a:lnTo>
                  <a:lnTo>
                    <a:pt x="9427" y="2487"/>
                  </a:lnTo>
                  <a:lnTo>
                    <a:pt x="9567" y="2728"/>
                  </a:lnTo>
                  <a:lnTo>
                    <a:pt x="9687" y="2968"/>
                  </a:lnTo>
                  <a:lnTo>
                    <a:pt x="9788" y="3229"/>
                  </a:lnTo>
                  <a:lnTo>
                    <a:pt x="9888" y="3490"/>
                  </a:lnTo>
                  <a:lnTo>
                    <a:pt x="9968" y="3751"/>
                  </a:lnTo>
                  <a:lnTo>
                    <a:pt x="10028" y="4031"/>
                  </a:lnTo>
                  <a:lnTo>
                    <a:pt x="10088" y="4292"/>
                  </a:lnTo>
                  <a:lnTo>
                    <a:pt x="10108" y="4573"/>
                  </a:lnTo>
                  <a:lnTo>
                    <a:pt x="10128" y="4874"/>
                  </a:lnTo>
                  <a:lnTo>
                    <a:pt x="10149" y="5154"/>
                  </a:lnTo>
                  <a:lnTo>
                    <a:pt x="10128" y="5435"/>
                  </a:lnTo>
                  <a:lnTo>
                    <a:pt x="10088" y="5736"/>
                  </a:lnTo>
                  <a:lnTo>
                    <a:pt x="10048" y="6017"/>
                  </a:lnTo>
                  <a:lnTo>
                    <a:pt x="9988" y="6318"/>
                  </a:lnTo>
                  <a:lnTo>
                    <a:pt x="9888" y="65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31"/>
            <p:cNvSpPr/>
            <p:nvPr/>
          </p:nvSpPr>
          <p:spPr>
            <a:xfrm>
              <a:off x="10776350" y="2802063"/>
              <a:ext cx="247200" cy="215100"/>
            </a:xfrm>
            <a:custGeom>
              <a:avLst/>
              <a:gdLst/>
              <a:ahLst/>
              <a:cxnLst/>
              <a:rect l="l" t="t" r="r" b="b"/>
              <a:pathLst>
                <a:path w="9888" h="8604" extrusionOk="0">
                  <a:moveTo>
                    <a:pt x="1465" y="1"/>
                  </a:moveTo>
                  <a:lnTo>
                    <a:pt x="1144" y="382"/>
                  </a:lnTo>
                  <a:lnTo>
                    <a:pt x="863" y="783"/>
                  </a:lnTo>
                  <a:lnTo>
                    <a:pt x="603" y="1224"/>
                  </a:lnTo>
                  <a:lnTo>
                    <a:pt x="402" y="1665"/>
                  </a:lnTo>
                  <a:lnTo>
                    <a:pt x="242" y="2146"/>
                  </a:lnTo>
                  <a:lnTo>
                    <a:pt x="161" y="2387"/>
                  </a:lnTo>
                  <a:lnTo>
                    <a:pt x="101" y="2628"/>
                  </a:lnTo>
                  <a:lnTo>
                    <a:pt x="61" y="2888"/>
                  </a:lnTo>
                  <a:lnTo>
                    <a:pt x="41" y="3149"/>
                  </a:lnTo>
                  <a:lnTo>
                    <a:pt x="21" y="3410"/>
                  </a:lnTo>
                  <a:lnTo>
                    <a:pt x="1" y="3671"/>
                  </a:lnTo>
                  <a:lnTo>
                    <a:pt x="21" y="3951"/>
                  </a:lnTo>
                  <a:lnTo>
                    <a:pt x="41" y="4232"/>
                  </a:lnTo>
                  <a:lnTo>
                    <a:pt x="101" y="4633"/>
                  </a:lnTo>
                  <a:lnTo>
                    <a:pt x="202" y="5034"/>
                  </a:lnTo>
                  <a:lnTo>
                    <a:pt x="362" y="5435"/>
                  </a:lnTo>
                  <a:lnTo>
                    <a:pt x="542" y="5816"/>
                  </a:lnTo>
                  <a:lnTo>
                    <a:pt x="763" y="6197"/>
                  </a:lnTo>
                  <a:lnTo>
                    <a:pt x="1004" y="6558"/>
                  </a:lnTo>
                  <a:lnTo>
                    <a:pt x="1284" y="6919"/>
                  </a:lnTo>
                  <a:lnTo>
                    <a:pt x="1605" y="7240"/>
                  </a:lnTo>
                  <a:lnTo>
                    <a:pt x="1966" y="7521"/>
                  </a:lnTo>
                  <a:lnTo>
                    <a:pt x="2347" y="7802"/>
                  </a:lnTo>
                  <a:lnTo>
                    <a:pt x="2748" y="8022"/>
                  </a:lnTo>
                  <a:lnTo>
                    <a:pt x="3190" y="8223"/>
                  </a:lnTo>
                  <a:lnTo>
                    <a:pt x="3651" y="8383"/>
                  </a:lnTo>
                  <a:lnTo>
                    <a:pt x="3892" y="8464"/>
                  </a:lnTo>
                  <a:lnTo>
                    <a:pt x="4132" y="8504"/>
                  </a:lnTo>
                  <a:lnTo>
                    <a:pt x="4393" y="8564"/>
                  </a:lnTo>
                  <a:lnTo>
                    <a:pt x="4654" y="8584"/>
                  </a:lnTo>
                  <a:lnTo>
                    <a:pt x="4914" y="8604"/>
                  </a:lnTo>
                  <a:lnTo>
                    <a:pt x="5456" y="8604"/>
                  </a:lnTo>
                  <a:lnTo>
                    <a:pt x="5737" y="8584"/>
                  </a:lnTo>
                  <a:lnTo>
                    <a:pt x="6098" y="8544"/>
                  </a:lnTo>
                  <a:lnTo>
                    <a:pt x="6438" y="8464"/>
                  </a:lnTo>
                  <a:lnTo>
                    <a:pt x="6779" y="8363"/>
                  </a:lnTo>
                  <a:lnTo>
                    <a:pt x="7100" y="8243"/>
                  </a:lnTo>
                  <a:lnTo>
                    <a:pt x="7401" y="8103"/>
                  </a:lnTo>
                  <a:lnTo>
                    <a:pt x="7702" y="7922"/>
                  </a:lnTo>
                  <a:lnTo>
                    <a:pt x="8003" y="7742"/>
                  </a:lnTo>
                  <a:lnTo>
                    <a:pt x="8263" y="7521"/>
                  </a:lnTo>
                  <a:lnTo>
                    <a:pt x="8524" y="7280"/>
                  </a:lnTo>
                  <a:lnTo>
                    <a:pt x="8765" y="7040"/>
                  </a:lnTo>
                  <a:lnTo>
                    <a:pt x="8985" y="6779"/>
                  </a:lnTo>
                  <a:lnTo>
                    <a:pt x="9206" y="6498"/>
                  </a:lnTo>
                  <a:lnTo>
                    <a:pt x="9386" y="6197"/>
                  </a:lnTo>
                  <a:lnTo>
                    <a:pt x="9547" y="5897"/>
                  </a:lnTo>
                  <a:lnTo>
                    <a:pt x="9707" y="5576"/>
                  </a:lnTo>
                  <a:lnTo>
                    <a:pt x="9828" y="5235"/>
                  </a:lnTo>
                  <a:lnTo>
                    <a:pt x="9888" y="5054"/>
                  </a:lnTo>
                  <a:lnTo>
                    <a:pt x="9687" y="5335"/>
                  </a:lnTo>
                  <a:lnTo>
                    <a:pt x="9467" y="5596"/>
                  </a:lnTo>
                  <a:lnTo>
                    <a:pt x="9226" y="5836"/>
                  </a:lnTo>
                  <a:lnTo>
                    <a:pt x="8965" y="6077"/>
                  </a:lnTo>
                  <a:lnTo>
                    <a:pt x="8705" y="6278"/>
                  </a:lnTo>
                  <a:lnTo>
                    <a:pt x="8404" y="6478"/>
                  </a:lnTo>
                  <a:lnTo>
                    <a:pt x="8103" y="6659"/>
                  </a:lnTo>
                  <a:lnTo>
                    <a:pt x="7782" y="6799"/>
                  </a:lnTo>
                  <a:lnTo>
                    <a:pt x="7401" y="6939"/>
                  </a:lnTo>
                  <a:lnTo>
                    <a:pt x="7000" y="7040"/>
                  </a:lnTo>
                  <a:lnTo>
                    <a:pt x="6619" y="7100"/>
                  </a:lnTo>
                  <a:lnTo>
                    <a:pt x="6218" y="7120"/>
                  </a:lnTo>
                  <a:lnTo>
                    <a:pt x="5797" y="7100"/>
                  </a:lnTo>
                  <a:lnTo>
                    <a:pt x="5376" y="7040"/>
                  </a:lnTo>
                  <a:lnTo>
                    <a:pt x="4974" y="6939"/>
                  </a:lnTo>
                  <a:lnTo>
                    <a:pt x="4573" y="6819"/>
                  </a:lnTo>
                  <a:lnTo>
                    <a:pt x="4192" y="6659"/>
                  </a:lnTo>
                  <a:lnTo>
                    <a:pt x="3811" y="6478"/>
                  </a:lnTo>
                  <a:lnTo>
                    <a:pt x="3450" y="6258"/>
                  </a:lnTo>
                  <a:lnTo>
                    <a:pt x="3109" y="6017"/>
                  </a:lnTo>
                  <a:lnTo>
                    <a:pt x="2768" y="5756"/>
                  </a:lnTo>
                  <a:lnTo>
                    <a:pt x="2468" y="5455"/>
                  </a:lnTo>
                  <a:lnTo>
                    <a:pt x="2187" y="5114"/>
                  </a:lnTo>
                  <a:lnTo>
                    <a:pt x="1946" y="4774"/>
                  </a:lnTo>
                  <a:lnTo>
                    <a:pt x="1726" y="4413"/>
                  </a:lnTo>
                  <a:lnTo>
                    <a:pt x="1545" y="4032"/>
                  </a:lnTo>
                  <a:lnTo>
                    <a:pt x="1385" y="3650"/>
                  </a:lnTo>
                  <a:lnTo>
                    <a:pt x="1264" y="3249"/>
                  </a:lnTo>
                  <a:lnTo>
                    <a:pt x="1164" y="2828"/>
                  </a:lnTo>
                  <a:lnTo>
                    <a:pt x="1104" y="2427"/>
                  </a:lnTo>
                  <a:lnTo>
                    <a:pt x="1084" y="2006"/>
                  </a:lnTo>
                  <a:lnTo>
                    <a:pt x="1084" y="1585"/>
                  </a:lnTo>
                  <a:lnTo>
                    <a:pt x="1124" y="1184"/>
                  </a:lnTo>
                  <a:lnTo>
                    <a:pt x="1204" y="783"/>
                  </a:lnTo>
                  <a:lnTo>
                    <a:pt x="1325" y="382"/>
                  </a:lnTo>
                  <a:lnTo>
                    <a:pt x="1465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31"/>
            <p:cNvSpPr/>
            <p:nvPr/>
          </p:nvSpPr>
          <p:spPr>
            <a:xfrm>
              <a:off x="10776350" y="2802063"/>
              <a:ext cx="247200" cy="215100"/>
            </a:xfrm>
            <a:custGeom>
              <a:avLst/>
              <a:gdLst/>
              <a:ahLst/>
              <a:cxnLst/>
              <a:rect l="l" t="t" r="r" b="b"/>
              <a:pathLst>
                <a:path w="9888" h="8604" fill="none" extrusionOk="0">
                  <a:moveTo>
                    <a:pt x="1465" y="1"/>
                  </a:moveTo>
                  <a:lnTo>
                    <a:pt x="1465" y="1"/>
                  </a:lnTo>
                  <a:lnTo>
                    <a:pt x="1144" y="382"/>
                  </a:lnTo>
                  <a:lnTo>
                    <a:pt x="863" y="783"/>
                  </a:lnTo>
                  <a:lnTo>
                    <a:pt x="603" y="1224"/>
                  </a:lnTo>
                  <a:lnTo>
                    <a:pt x="402" y="1665"/>
                  </a:lnTo>
                  <a:lnTo>
                    <a:pt x="242" y="2146"/>
                  </a:lnTo>
                  <a:lnTo>
                    <a:pt x="161" y="2387"/>
                  </a:lnTo>
                  <a:lnTo>
                    <a:pt x="101" y="2628"/>
                  </a:lnTo>
                  <a:lnTo>
                    <a:pt x="61" y="2888"/>
                  </a:lnTo>
                  <a:lnTo>
                    <a:pt x="41" y="3149"/>
                  </a:lnTo>
                  <a:lnTo>
                    <a:pt x="21" y="3410"/>
                  </a:lnTo>
                  <a:lnTo>
                    <a:pt x="1" y="3671"/>
                  </a:lnTo>
                  <a:lnTo>
                    <a:pt x="1" y="3671"/>
                  </a:lnTo>
                  <a:lnTo>
                    <a:pt x="21" y="3951"/>
                  </a:lnTo>
                  <a:lnTo>
                    <a:pt x="41" y="4232"/>
                  </a:lnTo>
                  <a:lnTo>
                    <a:pt x="41" y="4232"/>
                  </a:lnTo>
                  <a:lnTo>
                    <a:pt x="101" y="4633"/>
                  </a:lnTo>
                  <a:lnTo>
                    <a:pt x="202" y="5034"/>
                  </a:lnTo>
                  <a:lnTo>
                    <a:pt x="362" y="5435"/>
                  </a:lnTo>
                  <a:lnTo>
                    <a:pt x="542" y="5816"/>
                  </a:lnTo>
                  <a:lnTo>
                    <a:pt x="763" y="6197"/>
                  </a:lnTo>
                  <a:lnTo>
                    <a:pt x="1004" y="6558"/>
                  </a:lnTo>
                  <a:lnTo>
                    <a:pt x="1284" y="6919"/>
                  </a:lnTo>
                  <a:lnTo>
                    <a:pt x="1605" y="7240"/>
                  </a:lnTo>
                  <a:lnTo>
                    <a:pt x="1966" y="7521"/>
                  </a:lnTo>
                  <a:lnTo>
                    <a:pt x="2347" y="7802"/>
                  </a:lnTo>
                  <a:lnTo>
                    <a:pt x="2748" y="8022"/>
                  </a:lnTo>
                  <a:lnTo>
                    <a:pt x="3190" y="8223"/>
                  </a:lnTo>
                  <a:lnTo>
                    <a:pt x="3651" y="8383"/>
                  </a:lnTo>
                  <a:lnTo>
                    <a:pt x="3892" y="8464"/>
                  </a:lnTo>
                  <a:lnTo>
                    <a:pt x="4132" y="8504"/>
                  </a:lnTo>
                  <a:lnTo>
                    <a:pt x="4393" y="8564"/>
                  </a:lnTo>
                  <a:lnTo>
                    <a:pt x="4654" y="8584"/>
                  </a:lnTo>
                  <a:lnTo>
                    <a:pt x="4914" y="8604"/>
                  </a:lnTo>
                  <a:lnTo>
                    <a:pt x="5175" y="8604"/>
                  </a:lnTo>
                  <a:lnTo>
                    <a:pt x="5175" y="8604"/>
                  </a:lnTo>
                  <a:lnTo>
                    <a:pt x="5456" y="8604"/>
                  </a:lnTo>
                  <a:lnTo>
                    <a:pt x="5737" y="8584"/>
                  </a:lnTo>
                  <a:lnTo>
                    <a:pt x="5737" y="8584"/>
                  </a:lnTo>
                  <a:lnTo>
                    <a:pt x="6098" y="8544"/>
                  </a:lnTo>
                  <a:lnTo>
                    <a:pt x="6438" y="8464"/>
                  </a:lnTo>
                  <a:lnTo>
                    <a:pt x="6779" y="8363"/>
                  </a:lnTo>
                  <a:lnTo>
                    <a:pt x="7100" y="8243"/>
                  </a:lnTo>
                  <a:lnTo>
                    <a:pt x="7401" y="8103"/>
                  </a:lnTo>
                  <a:lnTo>
                    <a:pt x="7702" y="7922"/>
                  </a:lnTo>
                  <a:lnTo>
                    <a:pt x="8003" y="7742"/>
                  </a:lnTo>
                  <a:lnTo>
                    <a:pt x="8263" y="7521"/>
                  </a:lnTo>
                  <a:lnTo>
                    <a:pt x="8524" y="7280"/>
                  </a:lnTo>
                  <a:lnTo>
                    <a:pt x="8765" y="7040"/>
                  </a:lnTo>
                  <a:lnTo>
                    <a:pt x="8985" y="6779"/>
                  </a:lnTo>
                  <a:lnTo>
                    <a:pt x="9206" y="6498"/>
                  </a:lnTo>
                  <a:lnTo>
                    <a:pt x="9386" y="6197"/>
                  </a:lnTo>
                  <a:lnTo>
                    <a:pt x="9547" y="5897"/>
                  </a:lnTo>
                  <a:lnTo>
                    <a:pt x="9707" y="5576"/>
                  </a:lnTo>
                  <a:lnTo>
                    <a:pt x="9828" y="5235"/>
                  </a:lnTo>
                  <a:lnTo>
                    <a:pt x="9828" y="5235"/>
                  </a:lnTo>
                  <a:lnTo>
                    <a:pt x="9888" y="5054"/>
                  </a:lnTo>
                  <a:lnTo>
                    <a:pt x="9888" y="5054"/>
                  </a:lnTo>
                  <a:lnTo>
                    <a:pt x="9687" y="5335"/>
                  </a:lnTo>
                  <a:lnTo>
                    <a:pt x="9467" y="5596"/>
                  </a:lnTo>
                  <a:lnTo>
                    <a:pt x="9226" y="5836"/>
                  </a:lnTo>
                  <a:lnTo>
                    <a:pt x="8965" y="6077"/>
                  </a:lnTo>
                  <a:lnTo>
                    <a:pt x="8705" y="6278"/>
                  </a:lnTo>
                  <a:lnTo>
                    <a:pt x="8404" y="6478"/>
                  </a:lnTo>
                  <a:lnTo>
                    <a:pt x="8103" y="6659"/>
                  </a:lnTo>
                  <a:lnTo>
                    <a:pt x="7782" y="6799"/>
                  </a:lnTo>
                  <a:lnTo>
                    <a:pt x="7782" y="6799"/>
                  </a:lnTo>
                  <a:lnTo>
                    <a:pt x="7401" y="6939"/>
                  </a:lnTo>
                  <a:lnTo>
                    <a:pt x="7000" y="7040"/>
                  </a:lnTo>
                  <a:lnTo>
                    <a:pt x="6619" y="7100"/>
                  </a:lnTo>
                  <a:lnTo>
                    <a:pt x="6218" y="7120"/>
                  </a:lnTo>
                  <a:lnTo>
                    <a:pt x="6218" y="7120"/>
                  </a:lnTo>
                  <a:lnTo>
                    <a:pt x="5797" y="7100"/>
                  </a:lnTo>
                  <a:lnTo>
                    <a:pt x="5376" y="7040"/>
                  </a:lnTo>
                  <a:lnTo>
                    <a:pt x="4974" y="6939"/>
                  </a:lnTo>
                  <a:lnTo>
                    <a:pt x="4573" y="6819"/>
                  </a:lnTo>
                  <a:lnTo>
                    <a:pt x="4192" y="6659"/>
                  </a:lnTo>
                  <a:lnTo>
                    <a:pt x="3811" y="6478"/>
                  </a:lnTo>
                  <a:lnTo>
                    <a:pt x="3450" y="6258"/>
                  </a:lnTo>
                  <a:lnTo>
                    <a:pt x="3109" y="6017"/>
                  </a:lnTo>
                  <a:lnTo>
                    <a:pt x="3109" y="6017"/>
                  </a:lnTo>
                  <a:lnTo>
                    <a:pt x="2768" y="5756"/>
                  </a:lnTo>
                  <a:lnTo>
                    <a:pt x="2468" y="5455"/>
                  </a:lnTo>
                  <a:lnTo>
                    <a:pt x="2187" y="5114"/>
                  </a:lnTo>
                  <a:lnTo>
                    <a:pt x="1946" y="4774"/>
                  </a:lnTo>
                  <a:lnTo>
                    <a:pt x="1726" y="4413"/>
                  </a:lnTo>
                  <a:lnTo>
                    <a:pt x="1545" y="4032"/>
                  </a:lnTo>
                  <a:lnTo>
                    <a:pt x="1385" y="3650"/>
                  </a:lnTo>
                  <a:lnTo>
                    <a:pt x="1264" y="3249"/>
                  </a:lnTo>
                  <a:lnTo>
                    <a:pt x="1164" y="2828"/>
                  </a:lnTo>
                  <a:lnTo>
                    <a:pt x="1104" y="2427"/>
                  </a:lnTo>
                  <a:lnTo>
                    <a:pt x="1084" y="2006"/>
                  </a:lnTo>
                  <a:lnTo>
                    <a:pt x="1084" y="1585"/>
                  </a:lnTo>
                  <a:lnTo>
                    <a:pt x="1124" y="1184"/>
                  </a:lnTo>
                  <a:lnTo>
                    <a:pt x="1204" y="783"/>
                  </a:lnTo>
                  <a:lnTo>
                    <a:pt x="1325" y="382"/>
                  </a:lnTo>
                  <a:lnTo>
                    <a:pt x="146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31"/>
            <p:cNvSpPr/>
            <p:nvPr/>
          </p:nvSpPr>
          <p:spPr>
            <a:xfrm>
              <a:off x="10567800" y="2947463"/>
              <a:ext cx="147425" cy="55675"/>
            </a:xfrm>
            <a:custGeom>
              <a:avLst/>
              <a:gdLst/>
              <a:ahLst/>
              <a:cxnLst/>
              <a:rect l="l" t="t" r="r" b="b"/>
              <a:pathLst>
                <a:path w="5897" h="2227" extrusionOk="0">
                  <a:moveTo>
                    <a:pt x="1123" y="0"/>
                  </a:moveTo>
                  <a:lnTo>
                    <a:pt x="903" y="20"/>
                  </a:lnTo>
                  <a:lnTo>
                    <a:pt x="682" y="81"/>
                  </a:lnTo>
                  <a:lnTo>
                    <a:pt x="502" y="181"/>
                  </a:lnTo>
                  <a:lnTo>
                    <a:pt x="321" y="321"/>
                  </a:lnTo>
                  <a:lnTo>
                    <a:pt x="201" y="482"/>
                  </a:lnTo>
                  <a:lnTo>
                    <a:pt x="101" y="682"/>
                  </a:lnTo>
                  <a:lnTo>
                    <a:pt x="20" y="883"/>
                  </a:lnTo>
                  <a:lnTo>
                    <a:pt x="0" y="1103"/>
                  </a:lnTo>
                  <a:lnTo>
                    <a:pt x="20" y="1324"/>
                  </a:lnTo>
                  <a:lnTo>
                    <a:pt x="101" y="1545"/>
                  </a:lnTo>
                  <a:lnTo>
                    <a:pt x="201" y="1725"/>
                  </a:lnTo>
                  <a:lnTo>
                    <a:pt x="321" y="1886"/>
                  </a:lnTo>
                  <a:lnTo>
                    <a:pt x="502" y="2026"/>
                  </a:lnTo>
                  <a:lnTo>
                    <a:pt x="682" y="2126"/>
                  </a:lnTo>
                  <a:lnTo>
                    <a:pt x="903" y="2206"/>
                  </a:lnTo>
                  <a:lnTo>
                    <a:pt x="1123" y="2226"/>
                  </a:lnTo>
                  <a:lnTo>
                    <a:pt x="4793" y="2226"/>
                  </a:lnTo>
                  <a:lnTo>
                    <a:pt x="5014" y="2206"/>
                  </a:lnTo>
                  <a:lnTo>
                    <a:pt x="5214" y="2126"/>
                  </a:lnTo>
                  <a:lnTo>
                    <a:pt x="5415" y="2026"/>
                  </a:lnTo>
                  <a:lnTo>
                    <a:pt x="5575" y="1886"/>
                  </a:lnTo>
                  <a:lnTo>
                    <a:pt x="5716" y="1725"/>
                  </a:lnTo>
                  <a:lnTo>
                    <a:pt x="5816" y="1545"/>
                  </a:lnTo>
                  <a:lnTo>
                    <a:pt x="5876" y="1324"/>
                  </a:lnTo>
                  <a:lnTo>
                    <a:pt x="5896" y="1103"/>
                  </a:lnTo>
                  <a:lnTo>
                    <a:pt x="5876" y="883"/>
                  </a:lnTo>
                  <a:lnTo>
                    <a:pt x="5816" y="682"/>
                  </a:lnTo>
                  <a:lnTo>
                    <a:pt x="5716" y="482"/>
                  </a:lnTo>
                  <a:lnTo>
                    <a:pt x="5575" y="321"/>
                  </a:lnTo>
                  <a:lnTo>
                    <a:pt x="5415" y="181"/>
                  </a:lnTo>
                  <a:lnTo>
                    <a:pt x="5214" y="81"/>
                  </a:lnTo>
                  <a:lnTo>
                    <a:pt x="5014" y="20"/>
                  </a:lnTo>
                  <a:lnTo>
                    <a:pt x="479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31"/>
            <p:cNvSpPr/>
            <p:nvPr/>
          </p:nvSpPr>
          <p:spPr>
            <a:xfrm>
              <a:off x="10137625" y="3129963"/>
              <a:ext cx="1007775" cy="700425"/>
            </a:xfrm>
            <a:custGeom>
              <a:avLst/>
              <a:gdLst/>
              <a:ahLst/>
              <a:cxnLst/>
              <a:rect l="l" t="t" r="r" b="b"/>
              <a:pathLst>
                <a:path w="40311" h="28017" extrusionOk="0">
                  <a:moveTo>
                    <a:pt x="8263" y="0"/>
                  </a:moveTo>
                  <a:lnTo>
                    <a:pt x="7681" y="20"/>
                  </a:lnTo>
                  <a:lnTo>
                    <a:pt x="7280" y="60"/>
                  </a:lnTo>
                  <a:lnTo>
                    <a:pt x="6879" y="101"/>
                  </a:lnTo>
                  <a:lnTo>
                    <a:pt x="6498" y="181"/>
                  </a:lnTo>
                  <a:lnTo>
                    <a:pt x="6117" y="281"/>
                  </a:lnTo>
                  <a:lnTo>
                    <a:pt x="5736" y="381"/>
                  </a:lnTo>
                  <a:lnTo>
                    <a:pt x="5375" y="502"/>
                  </a:lnTo>
                  <a:lnTo>
                    <a:pt x="5014" y="662"/>
                  </a:lnTo>
                  <a:lnTo>
                    <a:pt x="4673" y="822"/>
                  </a:lnTo>
                  <a:lnTo>
                    <a:pt x="4332" y="983"/>
                  </a:lnTo>
                  <a:lnTo>
                    <a:pt x="3991" y="1183"/>
                  </a:lnTo>
                  <a:lnTo>
                    <a:pt x="3671" y="1384"/>
                  </a:lnTo>
                  <a:lnTo>
                    <a:pt x="3370" y="1605"/>
                  </a:lnTo>
                  <a:lnTo>
                    <a:pt x="3069" y="1825"/>
                  </a:lnTo>
                  <a:lnTo>
                    <a:pt x="2768" y="2066"/>
                  </a:lnTo>
                  <a:lnTo>
                    <a:pt x="2507" y="2327"/>
                  </a:lnTo>
                  <a:lnTo>
                    <a:pt x="2227" y="2607"/>
                  </a:lnTo>
                  <a:lnTo>
                    <a:pt x="1986" y="2888"/>
                  </a:lnTo>
                  <a:lnTo>
                    <a:pt x="1745" y="3189"/>
                  </a:lnTo>
                  <a:lnTo>
                    <a:pt x="1525" y="3490"/>
                  </a:lnTo>
                  <a:lnTo>
                    <a:pt x="1304" y="3791"/>
                  </a:lnTo>
                  <a:lnTo>
                    <a:pt x="1104" y="4131"/>
                  </a:lnTo>
                  <a:lnTo>
                    <a:pt x="923" y="4452"/>
                  </a:lnTo>
                  <a:lnTo>
                    <a:pt x="763" y="4813"/>
                  </a:lnTo>
                  <a:lnTo>
                    <a:pt x="602" y="5154"/>
                  </a:lnTo>
                  <a:lnTo>
                    <a:pt x="462" y="5515"/>
                  </a:lnTo>
                  <a:lnTo>
                    <a:pt x="341" y="5896"/>
                  </a:lnTo>
                  <a:lnTo>
                    <a:pt x="241" y="6257"/>
                  </a:lnTo>
                  <a:lnTo>
                    <a:pt x="161" y="6638"/>
                  </a:lnTo>
                  <a:lnTo>
                    <a:pt x="101" y="7039"/>
                  </a:lnTo>
                  <a:lnTo>
                    <a:pt x="41" y="7440"/>
                  </a:lnTo>
                  <a:lnTo>
                    <a:pt x="21" y="7842"/>
                  </a:lnTo>
                  <a:lnTo>
                    <a:pt x="1" y="8243"/>
                  </a:lnTo>
                  <a:lnTo>
                    <a:pt x="1" y="19774"/>
                  </a:lnTo>
                  <a:lnTo>
                    <a:pt x="21" y="20195"/>
                  </a:lnTo>
                  <a:lnTo>
                    <a:pt x="41" y="20616"/>
                  </a:lnTo>
                  <a:lnTo>
                    <a:pt x="101" y="21037"/>
                  </a:lnTo>
                  <a:lnTo>
                    <a:pt x="181" y="21439"/>
                  </a:lnTo>
                  <a:lnTo>
                    <a:pt x="261" y="21840"/>
                  </a:lnTo>
                  <a:lnTo>
                    <a:pt x="382" y="22241"/>
                  </a:lnTo>
                  <a:lnTo>
                    <a:pt x="502" y="22622"/>
                  </a:lnTo>
                  <a:lnTo>
                    <a:pt x="662" y="22983"/>
                  </a:lnTo>
                  <a:lnTo>
                    <a:pt x="823" y="23364"/>
                  </a:lnTo>
                  <a:lnTo>
                    <a:pt x="1003" y="23705"/>
                  </a:lnTo>
                  <a:lnTo>
                    <a:pt x="1204" y="24046"/>
                  </a:lnTo>
                  <a:lnTo>
                    <a:pt x="1424" y="24387"/>
                  </a:lnTo>
                  <a:lnTo>
                    <a:pt x="1645" y="24707"/>
                  </a:lnTo>
                  <a:lnTo>
                    <a:pt x="1886" y="25028"/>
                  </a:lnTo>
                  <a:lnTo>
                    <a:pt x="2146" y="25329"/>
                  </a:lnTo>
                  <a:lnTo>
                    <a:pt x="2427" y="25610"/>
                  </a:lnTo>
                  <a:lnTo>
                    <a:pt x="2708" y="25891"/>
                  </a:lnTo>
                  <a:lnTo>
                    <a:pt x="3009" y="26151"/>
                  </a:lnTo>
                  <a:lnTo>
                    <a:pt x="3330" y="26392"/>
                  </a:lnTo>
                  <a:lnTo>
                    <a:pt x="3650" y="26613"/>
                  </a:lnTo>
                  <a:lnTo>
                    <a:pt x="3971" y="26833"/>
                  </a:lnTo>
                  <a:lnTo>
                    <a:pt x="4332" y="27034"/>
                  </a:lnTo>
                  <a:lnTo>
                    <a:pt x="4673" y="27214"/>
                  </a:lnTo>
                  <a:lnTo>
                    <a:pt x="5034" y="27375"/>
                  </a:lnTo>
                  <a:lnTo>
                    <a:pt x="5415" y="27535"/>
                  </a:lnTo>
                  <a:lnTo>
                    <a:pt x="5796" y="27655"/>
                  </a:lnTo>
                  <a:lnTo>
                    <a:pt x="6197" y="27776"/>
                  </a:lnTo>
                  <a:lnTo>
                    <a:pt x="6598" y="27856"/>
                  </a:lnTo>
                  <a:lnTo>
                    <a:pt x="7000" y="27936"/>
                  </a:lnTo>
                  <a:lnTo>
                    <a:pt x="7401" y="27976"/>
                  </a:lnTo>
                  <a:lnTo>
                    <a:pt x="7822" y="28016"/>
                  </a:lnTo>
                  <a:lnTo>
                    <a:pt x="32068" y="28016"/>
                  </a:lnTo>
                  <a:lnTo>
                    <a:pt x="32649" y="27996"/>
                  </a:lnTo>
                  <a:lnTo>
                    <a:pt x="33251" y="27936"/>
                  </a:lnTo>
                  <a:lnTo>
                    <a:pt x="33812" y="27836"/>
                  </a:lnTo>
                  <a:lnTo>
                    <a:pt x="34374" y="27696"/>
                  </a:lnTo>
                  <a:lnTo>
                    <a:pt x="34915" y="27515"/>
                  </a:lnTo>
                  <a:lnTo>
                    <a:pt x="35437" y="27315"/>
                  </a:lnTo>
                  <a:lnTo>
                    <a:pt x="35938" y="27054"/>
                  </a:lnTo>
                  <a:lnTo>
                    <a:pt x="36420" y="26773"/>
                  </a:lnTo>
                  <a:lnTo>
                    <a:pt x="36901" y="26472"/>
                  </a:lnTo>
                  <a:lnTo>
                    <a:pt x="37322" y="26131"/>
                  </a:lnTo>
                  <a:lnTo>
                    <a:pt x="37743" y="25750"/>
                  </a:lnTo>
                  <a:lnTo>
                    <a:pt x="38144" y="25349"/>
                  </a:lnTo>
                  <a:lnTo>
                    <a:pt x="38505" y="24928"/>
                  </a:lnTo>
                  <a:lnTo>
                    <a:pt x="38826" y="24487"/>
                  </a:lnTo>
                  <a:lnTo>
                    <a:pt x="39147" y="24006"/>
                  </a:lnTo>
                  <a:lnTo>
                    <a:pt x="39408" y="23524"/>
                  </a:lnTo>
                  <a:lnTo>
                    <a:pt x="39608" y="23103"/>
                  </a:lnTo>
                  <a:lnTo>
                    <a:pt x="39789" y="22662"/>
                  </a:lnTo>
                  <a:lnTo>
                    <a:pt x="39949" y="22201"/>
                  </a:lnTo>
                  <a:lnTo>
                    <a:pt x="40069" y="21739"/>
                  </a:lnTo>
                  <a:lnTo>
                    <a:pt x="40170" y="21258"/>
                  </a:lnTo>
                  <a:lnTo>
                    <a:pt x="40250" y="20777"/>
                  </a:lnTo>
                  <a:lnTo>
                    <a:pt x="40290" y="20275"/>
                  </a:lnTo>
                  <a:lnTo>
                    <a:pt x="40310" y="19774"/>
                  </a:lnTo>
                  <a:lnTo>
                    <a:pt x="40310" y="8243"/>
                  </a:lnTo>
                  <a:lnTo>
                    <a:pt x="40290" y="7822"/>
                  </a:lnTo>
                  <a:lnTo>
                    <a:pt x="40270" y="7400"/>
                  </a:lnTo>
                  <a:lnTo>
                    <a:pt x="40210" y="6979"/>
                  </a:lnTo>
                  <a:lnTo>
                    <a:pt x="40150" y="6578"/>
                  </a:lnTo>
                  <a:lnTo>
                    <a:pt x="40049" y="6177"/>
                  </a:lnTo>
                  <a:lnTo>
                    <a:pt x="39929" y="5796"/>
                  </a:lnTo>
                  <a:lnTo>
                    <a:pt x="39809" y="5395"/>
                  </a:lnTo>
                  <a:lnTo>
                    <a:pt x="39668" y="5034"/>
                  </a:lnTo>
                  <a:lnTo>
                    <a:pt x="39488" y="4673"/>
                  </a:lnTo>
                  <a:lnTo>
                    <a:pt x="39307" y="4312"/>
                  </a:lnTo>
                  <a:lnTo>
                    <a:pt x="39107" y="3971"/>
                  </a:lnTo>
                  <a:lnTo>
                    <a:pt x="38906" y="3630"/>
                  </a:lnTo>
                  <a:lnTo>
                    <a:pt x="38666" y="3309"/>
                  </a:lnTo>
                  <a:lnTo>
                    <a:pt x="38425" y="2988"/>
                  </a:lnTo>
                  <a:lnTo>
                    <a:pt x="38164" y="2688"/>
                  </a:lnTo>
                  <a:lnTo>
                    <a:pt x="37904" y="2407"/>
                  </a:lnTo>
                  <a:lnTo>
                    <a:pt x="37603" y="2126"/>
                  </a:lnTo>
                  <a:lnTo>
                    <a:pt x="37302" y="1885"/>
                  </a:lnTo>
                  <a:lnTo>
                    <a:pt x="37001" y="1625"/>
                  </a:lnTo>
                  <a:lnTo>
                    <a:pt x="36680" y="1404"/>
                  </a:lnTo>
                  <a:lnTo>
                    <a:pt x="36339" y="1183"/>
                  </a:lnTo>
                  <a:lnTo>
                    <a:pt x="35998" y="983"/>
                  </a:lnTo>
                  <a:lnTo>
                    <a:pt x="35637" y="802"/>
                  </a:lnTo>
                  <a:lnTo>
                    <a:pt x="35276" y="642"/>
                  </a:lnTo>
                  <a:lnTo>
                    <a:pt x="34895" y="502"/>
                  </a:lnTo>
                  <a:lnTo>
                    <a:pt x="34514" y="361"/>
                  </a:lnTo>
                  <a:lnTo>
                    <a:pt x="34133" y="261"/>
                  </a:lnTo>
                  <a:lnTo>
                    <a:pt x="33732" y="161"/>
                  </a:lnTo>
                  <a:lnTo>
                    <a:pt x="33311" y="80"/>
                  </a:lnTo>
                  <a:lnTo>
                    <a:pt x="32910" y="40"/>
                  </a:lnTo>
                  <a:lnTo>
                    <a:pt x="324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31"/>
            <p:cNvSpPr/>
            <p:nvPr/>
          </p:nvSpPr>
          <p:spPr>
            <a:xfrm>
              <a:off x="10137625" y="3129963"/>
              <a:ext cx="1007775" cy="700425"/>
            </a:xfrm>
            <a:custGeom>
              <a:avLst/>
              <a:gdLst/>
              <a:ahLst/>
              <a:cxnLst/>
              <a:rect l="l" t="t" r="r" b="b"/>
              <a:pathLst>
                <a:path w="40311" h="28017" fill="none" extrusionOk="0">
                  <a:moveTo>
                    <a:pt x="40310" y="8243"/>
                  </a:moveTo>
                  <a:lnTo>
                    <a:pt x="40310" y="19774"/>
                  </a:lnTo>
                  <a:lnTo>
                    <a:pt x="40310" y="19774"/>
                  </a:lnTo>
                  <a:lnTo>
                    <a:pt x="40290" y="20275"/>
                  </a:lnTo>
                  <a:lnTo>
                    <a:pt x="40250" y="20777"/>
                  </a:lnTo>
                  <a:lnTo>
                    <a:pt x="40170" y="21258"/>
                  </a:lnTo>
                  <a:lnTo>
                    <a:pt x="40069" y="21739"/>
                  </a:lnTo>
                  <a:lnTo>
                    <a:pt x="39949" y="22201"/>
                  </a:lnTo>
                  <a:lnTo>
                    <a:pt x="39789" y="22662"/>
                  </a:lnTo>
                  <a:lnTo>
                    <a:pt x="39608" y="23103"/>
                  </a:lnTo>
                  <a:lnTo>
                    <a:pt x="39408" y="23524"/>
                  </a:lnTo>
                  <a:lnTo>
                    <a:pt x="39408" y="23524"/>
                  </a:lnTo>
                  <a:lnTo>
                    <a:pt x="39147" y="24006"/>
                  </a:lnTo>
                  <a:lnTo>
                    <a:pt x="38826" y="24487"/>
                  </a:lnTo>
                  <a:lnTo>
                    <a:pt x="38505" y="24928"/>
                  </a:lnTo>
                  <a:lnTo>
                    <a:pt x="38144" y="25349"/>
                  </a:lnTo>
                  <a:lnTo>
                    <a:pt x="37743" y="25750"/>
                  </a:lnTo>
                  <a:lnTo>
                    <a:pt x="37322" y="26131"/>
                  </a:lnTo>
                  <a:lnTo>
                    <a:pt x="36901" y="26472"/>
                  </a:lnTo>
                  <a:lnTo>
                    <a:pt x="36420" y="26773"/>
                  </a:lnTo>
                  <a:lnTo>
                    <a:pt x="35938" y="27054"/>
                  </a:lnTo>
                  <a:lnTo>
                    <a:pt x="35437" y="27315"/>
                  </a:lnTo>
                  <a:lnTo>
                    <a:pt x="34915" y="27515"/>
                  </a:lnTo>
                  <a:lnTo>
                    <a:pt x="34374" y="27696"/>
                  </a:lnTo>
                  <a:lnTo>
                    <a:pt x="33812" y="27836"/>
                  </a:lnTo>
                  <a:lnTo>
                    <a:pt x="33251" y="27936"/>
                  </a:lnTo>
                  <a:lnTo>
                    <a:pt x="32649" y="27996"/>
                  </a:lnTo>
                  <a:lnTo>
                    <a:pt x="32068" y="28016"/>
                  </a:lnTo>
                  <a:lnTo>
                    <a:pt x="8263" y="28016"/>
                  </a:lnTo>
                  <a:lnTo>
                    <a:pt x="8263" y="28016"/>
                  </a:lnTo>
                  <a:lnTo>
                    <a:pt x="7822" y="28016"/>
                  </a:lnTo>
                  <a:lnTo>
                    <a:pt x="7401" y="27976"/>
                  </a:lnTo>
                  <a:lnTo>
                    <a:pt x="7000" y="27936"/>
                  </a:lnTo>
                  <a:lnTo>
                    <a:pt x="6598" y="27856"/>
                  </a:lnTo>
                  <a:lnTo>
                    <a:pt x="6197" y="27776"/>
                  </a:lnTo>
                  <a:lnTo>
                    <a:pt x="5796" y="27655"/>
                  </a:lnTo>
                  <a:lnTo>
                    <a:pt x="5415" y="27535"/>
                  </a:lnTo>
                  <a:lnTo>
                    <a:pt x="5034" y="27375"/>
                  </a:lnTo>
                  <a:lnTo>
                    <a:pt x="4673" y="27214"/>
                  </a:lnTo>
                  <a:lnTo>
                    <a:pt x="4332" y="27034"/>
                  </a:lnTo>
                  <a:lnTo>
                    <a:pt x="3971" y="26833"/>
                  </a:lnTo>
                  <a:lnTo>
                    <a:pt x="3650" y="26613"/>
                  </a:lnTo>
                  <a:lnTo>
                    <a:pt x="3330" y="26392"/>
                  </a:lnTo>
                  <a:lnTo>
                    <a:pt x="3009" y="26151"/>
                  </a:lnTo>
                  <a:lnTo>
                    <a:pt x="2708" y="25891"/>
                  </a:lnTo>
                  <a:lnTo>
                    <a:pt x="2427" y="25610"/>
                  </a:lnTo>
                  <a:lnTo>
                    <a:pt x="2146" y="25329"/>
                  </a:lnTo>
                  <a:lnTo>
                    <a:pt x="1886" y="25028"/>
                  </a:lnTo>
                  <a:lnTo>
                    <a:pt x="1645" y="24707"/>
                  </a:lnTo>
                  <a:lnTo>
                    <a:pt x="1424" y="24387"/>
                  </a:lnTo>
                  <a:lnTo>
                    <a:pt x="1204" y="24046"/>
                  </a:lnTo>
                  <a:lnTo>
                    <a:pt x="1003" y="23705"/>
                  </a:lnTo>
                  <a:lnTo>
                    <a:pt x="823" y="23364"/>
                  </a:lnTo>
                  <a:lnTo>
                    <a:pt x="662" y="22983"/>
                  </a:lnTo>
                  <a:lnTo>
                    <a:pt x="502" y="22622"/>
                  </a:lnTo>
                  <a:lnTo>
                    <a:pt x="382" y="22241"/>
                  </a:lnTo>
                  <a:lnTo>
                    <a:pt x="261" y="21840"/>
                  </a:lnTo>
                  <a:lnTo>
                    <a:pt x="181" y="21439"/>
                  </a:lnTo>
                  <a:lnTo>
                    <a:pt x="101" y="21037"/>
                  </a:lnTo>
                  <a:lnTo>
                    <a:pt x="41" y="20616"/>
                  </a:lnTo>
                  <a:lnTo>
                    <a:pt x="21" y="20195"/>
                  </a:lnTo>
                  <a:lnTo>
                    <a:pt x="1" y="19774"/>
                  </a:lnTo>
                  <a:lnTo>
                    <a:pt x="1" y="8243"/>
                  </a:lnTo>
                  <a:lnTo>
                    <a:pt x="1" y="8243"/>
                  </a:lnTo>
                  <a:lnTo>
                    <a:pt x="21" y="7842"/>
                  </a:lnTo>
                  <a:lnTo>
                    <a:pt x="41" y="7440"/>
                  </a:lnTo>
                  <a:lnTo>
                    <a:pt x="101" y="7039"/>
                  </a:lnTo>
                  <a:lnTo>
                    <a:pt x="161" y="6638"/>
                  </a:lnTo>
                  <a:lnTo>
                    <a:pt x="241" y="6257"/>
                  </a:lnTo>
                  <a:lnTo>
                    <a:pt x="341" y="5896"/>
                  </a:lnTo>
                  <a:lnTo>
                    <a:pt x="462" y="5515"/>
                  </a:lnTo>
                  <a:lnTo>
                    <a:pt x="602" y="5154"/>
                  </a:lnTo>
                  <a:lnTo>
                    <a:pt x="763" y="4813"/>
                  </a:lnTo>
                  <a:lnTo>
                    <a:pt x="923" y="4452"/>
                  </a:lnTo>
                  <a:lnTo>
                    <a:pt x="1104" y="4131"/>
                  </a:lnTo>
                  <a:lnTo>
                    <a:pt x="1304" y="3791"/>
                  </a:lnTo>
                  <a:lnTo>
                    <a:pt x="1525" y="3490"/>
                  </a:lnTo>
                  <a:lnTo>
                    <a:pt x="1745" y="3189"/>
                  </a:lnTo>
                  <a:lnTo>
                    <a:pt x="1986" y="2888"/>
                  </a:lnTo>
                  <a:lnTo>
                    <a:pt x="2227" y="2607"/>
                  </a:lnTo>
                  <a:lnTo>
                    <a:pt x="2507" y="2327"/>
                  </a:lnTo>
                  <a:lnTo>
                    <a:pt x="2768" y="2066"/>
                  </a:lnTo>
                  <a:lnTo>
                    <a:pt x="3069" y="1825"/>
                  </a:lnTo>
                  <a:lnTo>
                    <a:pt x="3370" y="1605"/>
                  </a:lnTo>
                  <a:lnTo>
                    <a:pt x="3671" y="1384"/>
                  </a:lnTo>
                  <a:lnTo>
                    <a:pt x="3991" y="1183"/>
                  </a:lnTo>
                  <a:lnTo>
                    <a:pt x="4332" y="983"/>
                  </a:lnTo>
                  <a:lnTo>
                    <a:pt x="4673" y="822"/>
                  </a:lnTo>
                  <a:lnTo>
                    <a:pt x="5014" y="662"/>
                  </a:lnTo>
                  <a:lnTo>
                    <a:pt x="5375" y="502"/>
                  </a:lnTo>
                  <a:lnTo>
                    <a:pt x="5736" y="381"/>
                  </a:lnTo>
                  <a:lnTo>
                    <a:pt x="6117" y="281"/>
                  </a:lnTo>
                  <a:lnTo>
                    <a:pt x="6498" y="181"/>
                  </a:lnTo>
                  <a:lnTo>
                    <a:pt x="6879" y="101"/>
                  </a:lnTo>
                  <a:lnTo>
                    <a:pt x="7280" y="60"/>
                  </a:lnTo>
                  <a:lnTo>
                    <a:pt x="7681" y="20"/>
                  </a:lnTo>
                  <a:lnTo>
                    <a:pt x="7681" y="20"/>
                  </a:lnTo>
                  <a:lnTo>
                    <a:pt x="8263" y="0"/>
                  </a:lnTo>
                  <a:lnTo>
                    <a:pt x="32068" y="0"/>
                  </a:lnTo>
                  <a:lnTo>
                    <a:pt x="32068" y="0"/>
                  </a:lnTo>
                  <a:lnTo>
                    <a:pt x="32489" y="0"/>
                  </a:lnTo>
                  <a:lnTo>
                    <a:pt x="32910" y="40"/>
                  </a:lnTo>
                  <a:lnTo>
                    <a:pt x="33311" y="80"/>
                  </a:lnTo>
                  <a:lnTo>
                    <a:pt x="33732" y="161"/>
                  </a:lnTo>
                  <a:lnTo>
                    <a:pt x="34133" y="261"/>
                  </a:lnTo>
                  <a:lnTo>
                    <a:pt x="34514" y="361"/>
                  </a:lnTo>
                  <a:lnTo>
                    <a:pt x="34895" y="502"/>
                  </a:lnTo>
                  <a:lnTo>
                    <a:pt x="35276" y="642"/>
                  </a:lnTo>
                  <a:lnTo>
                    <a:pt x="35637" y="802"/>
                  </a:lnTo>
                  <a:lnTo>
                    <a:pt x="35998" y="983"/>
                  </a:lnTo>
                  <a:lnTo>
                    <a:pt x="36339" y="1183"/>
                  </a:lnTo>
                  <a:lnTo>
                    <a:pt x="36680" y="1404"/>
                  </a:lnTo>
                  <a:lnTo>
                    <a:pt x="37001" y="1625"/>
                  </a:lnTo>
                  <a:lnTo>
                    <a:pt x="37302" y="1885"/>
                  </a:lnTo>
                  <a:lnTo>
                    <a:pt x="37603" y="2126"/>
                  </a:lnTo>
                  <a:lnTo>
                    <a:pt x="37904" y="2407"/>
                  </a:lnTo>
                  <a:lnTo>
                    <a:pt x="38164" y="2688"/>
                  </a:lnTo>
                  <a:lnTo>
                    <a:pt x="38425" y="2988"/>
                  </a:lnTo>
                  <a:lnTo>
                    <a:pt x="38666" y="3309"/>
                  </a:lnTo>
                  <a:lnTo>
                    <a:pt x="38906" y="3630"/>
                  </a:lnTo>
                  <a:lnTo>
                    <a:pt x="39107" y="3971"/>
                  </a:lnTo>
                  <a:lnTo>
                    <a:pt x="39307" y="4312"/>
                  </a:lnTo>
                  <a:lnTo>
                    <a:pt x="39488" y="4673"/>
                  </a:lnTo>
                  <a:lnTo>
                    <a:pt x="39668" y="5034"/>
                  </a:lnTo>
                  <a:lnTo>
                    <a:pt x="39809" y="5395"/>
                  </a:lnTo>
                  <a:lnTo>
                    <a:pt x="39929" y="5796"/>
                  </a:lnTo>
                  <a:lnTo>
                    <a:pt x="40049" y="6177"/>
                  </a:lnTo>
                  <a:lnTo>
                    <a:pt x="40150" y="6578"/>
                  </a:lnTo>
                  <a:lnTo>
                    <a:pt x="40210" y="6979"/>
                  </a:lnTo>
                  <a:lnTo>
                    <a:pt x="40270" y="7400"/>
                  </a:lnTo>
                  <a:lnTo>
                    <a:pt x="40290" y="7822"/>
                  </a:lnTo>
                  <a:lnTo>
                    <a:pt x="40310" y="82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31"/>
            <p:cNvSpPr/>
            <p:nvPr/>
          </p:nvSpPr>
          <p:spPr>
            <a:xfrm>
              <a:off x="103557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31"/>
            <p:cNvSpPr/>
            <p:nvPr/>
          </p:nvSpPr>
          <p:spPr>
            <a:xfrm>
              <a:off x="103557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31"/>
            <p:cNvSpPr/>
            <p:nvPr/>
          </p:nvSpPr>
          <p:spPr>
            <a:xfrm>
              <a:off x="104319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63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63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31"/>
            <p:cNvSpPr/>
            <p:nvPr/>
          </p:nvSpPr>
          <p:spPr>
            <a:xfrm>
              <a:off x="104319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63" y="1"/>
                  </a:moveTo>
                  <a:lnTo>
                    <a:pt x="763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63" y="4333"/>
                  </a:lnTo>
                  <a:lnTo>
                    <a:pt x="763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31"/>
            <p:cNvSpPr/>
            <p:nvPr/>
          </p:nvSpPr>
          <p:spPr>
            <a:xfrm>
              <a:off x="1050862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3" y="1"/>
                  </a:moveTo>
                  <a:lnTo>
                    <a:pt x="582" y="21"/>
                  </a:lnTo>
                  <a:lnTo>
                    <a:pt x="442" y="61"/>
                  </a:lnTo>
                  <a:lnTo>
                    <a:pt x="322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2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3" y="4333"/>
                  </a:lnTo>
                  <a:lnTo>
                    <a:pt x="883" y="4313"/>
                  </a:lnTo>
                  <a:lnTo>
                    <a:pt x="1024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5" y="3992"/>
                  </a:lnTo>
                  <a:lnTo>
                    <a:pt x="1425" y="3872"/>
                  </a:lnTo>
                  <a:lnTo>
                    <a:pt x="1465" y="3731"/>
                  </a:lnTo>
                  <a:lnTo>
                    <a:pt x="1485" y="3591"/>
                  </a:lnTo>
                  <a:lnTo>
                    <a:pt x="1485" y="763"/>
                  </a:lnTo>
                  <a:lnTo>
                    <a:pt x="1465" y="603"/>
                  </a:lnTo>
                  <a:lnTo>
                    <a:pt x="1425" y="462"/>
                  </a:lnTo>
                  <a:lnTo>
                    <a:pt x="1365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24" y="61"/>
                  </a:lnTo>
                  <a:lnTo>
                    <a:pt x="883" y="21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31"/>
            <p:cNvSpPr/>
            <p:nvPr/>
          </p:nvSpPr>
          <p:spPr>
            <a:xfrm>
              <a:off x="1050862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3" y="1"/>
                  </a:moveTo>
                  <a:lnTo>
                    <a:pt x="743" y="1"/>
                  </a:lnTo>
                  <a:lnTo>
                    <a:pt x="582" y="21"/>
                  </a:lnTo>
                  <a:lnTo>
                    <a:pt x="442" y="61"/>
                  </a:lnTo>
                  <a:lnTo>
                    <a:pt x="322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1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2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3" y="4333"/>
                  </a:lnTo>
                  <a:lnTo>
                    <a:pt x="743" y="4333"/>
                  </a:lnTo>
                  <a:lnTo>
                    <a:pt x="883" y="4313"/>
                  </a:lnTo>
                  <a:lnTo>
                    <a:pt x="1024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5" y="3992"/>
                  </a:lnTo>
                  <a:lnTo>
                    <a:pt x="1425" y="3872"/>
                  </a:lnTo>
                  <a:lnTo>
                    <a:pt x="1465" y="3731"/>
                  </a:lnTo>
                  <a:lnTo>
                    <a:pt x="1485" y="3591"/>
                  </a:lnTo>
                  <a:lnTo>
                    <a:pt x="1485" y="763"/>
                  </a:lnTo>
                  <a:lnTo>
                    <a:pt x="1485" y="763"/>
                  </a:lnTo>
                  <a:lnTo>
                    <a:pt x="1465" y="603"/>
                  </a:lnTo>
                  <a:lnTo>
                    <a:pt x="1425" y="462"/>
                  </a:lnTo>
                  <a:lnTo>
                    <a:pt x="1365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24" y="61"/>
                  </a:lnTo>
                  <a:lnTo>
                    <a:pt x="883" y="21"/>
                  </a:lnTo>
                  <a:lnTo>
                    <a:pt x="7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31"/>
            <p:cNvSpPr/>
            <p:nvPr/>
          </p:nvSpPr>
          <p:spPr>
            <a:xfrm>
              <a:off x="105848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1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20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31"/>
            <p:cNvSpPr/>
            <p:nvPr/>
          </p:nvSpPr>
          <p:spPr>
            <a:xfrm>
              <a:off x="105848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1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20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31"/>
            <p:cNvSpPr/>
            <p:nvPr/>
          </p:nvSpPr>
          <p:spPr>
            <a:xfrm>
              <a:off x="106610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8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31"/>
            <p:cNvSpPr/>
            <p:nvPr/>
          </p:nvSpPr>
          <p:spPr>
            <a:xfrm>
              <a:off x="106610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8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8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31"/>
            <p:cNvSpPr/>
            <p:nvPr/>
          </p:nvSpPr>
          <p:spPr>
            <a:xfrm>
              <a:off x="10737250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43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2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2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3" y="4333"/>
                  </a:lnTo>
                  <a:lnTo>
                    <a:pt x="903" y="4313"/>
                  </a:lnTo>
                  <a:lnTo>
                    <a:pt x="1044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5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5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4" y="61"/>
                  </a:lnTo>
                  <a:lnTo>
                    <a:pt x="903" y="21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31"/>
            <p:cNvSpPr/>
            <p:nvPr/>
          </p:nvSpPr>
          <p:spPr>
            <a:xfrm>
              <a:off x="10737250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43" y="1"/>
                  </a:moveTo>
                  <a:lnTo>
                    <a:pt x="743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2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2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3" y="4333"/>
                  </a:lnTo>
                  <a:lnTo>
                    <a:pt x="743" y="4333"/>
                  </a:lnTo>
                  <a:lnTo>
                    <a:pt x="903" y="4313"/>
                  </a:lnTo>
                  <a:lnTo>
                    <a:pt x="1044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5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5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4" y="61"/>
                  </a:lnTo>
                  <a:lnTo>
                    <a:pt x="903" y="21"/>
                  </a:lnTo>
                  <a:lnTo>
                    <a:pt x="7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31"/>
            <p:cNvSpPr/>
            <p:nvPr/>
          </p:nvSpPr>
          <p:spPr>
            <a:xfrm>
              <a:off x="1081347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62" y="1"/>
                  </a:moveTo>
                  <a:lnTo>
                    <a:pt x="602" y="21"/>
                  </a:lnTo>
                  <a:lnTo>
                    <a:pt x="461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0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62" y="4333"/>
                  </a:lnTo>
                  <a:lnTo>
                    <a:pt x="902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3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3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2" y="21"/>
                  </a:lnTo>
                  <a:lnTo>
                    <a:pt x="76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31"/>
            <p:cNvSpPr/>
            <p:nvPr/>
          </p:nvSpPr>
          <p:spPr>
            <a:xfrm>
              <a:off x="1081347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62" y="1"/>
                  </a:moveTo>
                  <a:lnTo>
                    <a:pt x="762" y="1"/>
                  </a:lnTo>
                  <a:lnTo>
                    <a:pt x="602" y="21"/>
                  </a:lnTo>
                  <a:lnTo>
                    <a:pt x="461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0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62" y="4333"/>
                  </a:lnTo>
                  <a:lnTo>
                    <a:pt x="762" y="4333"/>
                  </a:lnTo>
                  <a:lnTo>
                    <a:pt x="902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3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3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2" y="21"/>
                  </a:lnTo>
                  <a:lnTo>
                    <a:pt x="7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31"/>
            <p:cNvSpPr/>
            <p:nvPr/>
          </p:nvSpPr>
          <p:spPr>
            <a:xfrm>
              <a:off x="1089017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582" y="21"/>
                  </a:lnTo>
                  <a:lnTo>
                    <a:pt x="44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31"/>
            <p:cNvSpPr/>
            <p:nvPr/>
          </p:nvSpPr>
          <p:spPr>
            <a:xfrm>
              <a:off x="1089017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582" y="21"/>
                  </a:lnTo>
                  <a:lnTo>
                    <a:pt x="44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31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extrusionOk="0">
                  <a:moveTo>
                    <a:pt x="2988" y="1"/>
                  </a:moveTo>
                  <a:lnTo>
                    <a:pt x="2668" y="21"/>
                  </a:lnTo>
                  <a:lnTo>
                    <a:pt x="2347" y="81"/>
                  </a:lnTo>
                  <a:lnTo>
                    <a:pt x="2046" y="181"/>
                  </a:lnTo>
                  <a:lnTo>
                    <a:pt x="1745" y="302"/>
                  </a:lnTo>
                  <a:lnTo>
                    <a:pt x="1464" y="462"/>
                  </a:lnTo>
                  <a:lnTo>
                    <a:pt x="1224" y="643"/>
                  </a:lnTo>
                  <a:lnTo>
                    <a:pt x="983" y="843"/>
                  </a:lnTo>
                  <a:lnTo>
                    <a:pt x="762" y="1084"/>
                  </a:lnTo>
                  <a:lnTo>
                    <a:pt x="582" y="1325"/>
                  </a:lnTo>
                  <a:lnTo>
                    <a:pt x="401" y="1605"/>
                  </a:lnTo>
                  <a:lnTo>
                    <a:pt x="261" y="1886"/>
                  </a:lnTo>
                  <a:lnTo>
                    <a:pt x="161" y="2187"/>
                  </a:lnTo>
                  <a:lnTo>
                    <a:pt x="80" y="2488"/>
                  </a:lnTo>
                  <a:lnTo>
                    <a:pt x="20" y="2809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41" y="3992"/>
                  </a:lnTo>
                  <a:lnTo>
                    <a:pt x="241" y="4253"/>
                  </a:lnTo>
                  <a:lnTo>
                    <a:pt x="361" y="4513"/>
                  </a:lnTo>
                  <a:lnTo>
                    <a:pt x="502" y="4754"/>
                  </a:lnTo>
                  <a:lnTo>
                    <a:pt x="662" y="4974"/>
                  </a:lnTo>
                  <a:lnTo>
                    <a:pt x="863" y="5195"/>
                  </a:lnTo>
                  <a:lnTo>
                    <a:pt x="1083" y="5396"/>
                  </a:lnTo>
                  <a:lnTo>
                    <a:pt x="1304" y="5576"/>
                  </a:lnTo>
                  <a:lnTo>
                    <a:pt x="1565" y="5716"/>
                  </a:lnTo>
                  <a:lnTo>
                    <a:pt x="1845" y="5857"/>
                  </a:lnTo>
                  <a:lnTo>
                    <a:pt x="2126" y="5977"/>
                  </a:lnTo>
                  <a:lnTo>
                    <a:pt x="2447" y="6057"/>
                  </a:lnTo>
                  <a:lnTo>
                    <a:pt x="2768" y="609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6037" y="3751"/>
                  </a:lnTo>
                  <a:lnTo>
                    <a:pt x="6097" y="3410"/>
                  </a:lnTo>
                  <a:lnTo>
                    <a:pt x="6117" y="3089"/>
                  </a:lnTo>
                  <a:lnTo>
                    <a:pt x="6097" y="2748"/>
                  </a:lnTo>
                  <a:lnTo>
                    <a:pt x="6057" y="2488"/>
                  </a:lnTo>
                  <a:lnTo>
                    <a:pt x="5997" y="2247"/>
                  </a:lnTo>
                  <a:lnTo>
                    <a:pt x="5916" y="1986"/>
                  </a:lnTo>
                  <a:lnTo>
                    <a:pt x="5816" y="1746"/>
                  </a:lnTo>
                  <a:lnTo>
                    <a:pt x="5696" y="1525"/>
                  </a:lnTo>
                  <a:lnTo>
                    <a:pt x="5555" y="1304"/>
                  </a:lnTo>
                  <a:lnTo>
                    <a:pt x="5395" y="1104"/>
                  </a:lnTo>
                  <a:lnTo>
                    <a:pt x="5214" y="903"/>
                  </a:lnTo>
                  <a:lnTo>
                    <a:pt x="5014" y="743"/>
                  </a:lnTo>
                  <a:lnTo>
                    <a:pt x="4813" y="583"/>
                  </a:lnTo>
                  <a:lnTo>
                    <a:pt x="4593" y="422"/>
                  </a:lnTo>
                  <a:lnTo>
                    <a:pt x="4352" y="302"/>
                  </a:lnTo>
                  <a:lnTo>
                    <a:pt x="4091" y="201"/>
                  </a:lnTo>
                  <a:lnTo>
                    <a:pt x="3831" y="121"/>
                  </a:lnTo>
                  <a:lnTo>
                    <a:pt x="3570" y="61"/>
                  </a:lnTo>
                  <a:lnTo>
                    <a:pt x="3289" y="21"/>
                  </a:lnTo>
                  <a:lnTo>
                    <a:pt x="298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31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fill="none" extrusionOk="0">
                  <a:moveTo>
                    <a:pt x="5936" y="4092"/>
                  </a:moveTo>
                  <a:lnTo>
                    <a:pt x="5936" y="4092"/>
                  </a:lnTo>
                  <a:lnTo>
                    <a:pt x="5856" y="4293"/>
                  </a:lnTo>
                  <a:lnTo>
                    <a:pt x="5756" y="4493"/>
                  </a:lnTo>
                  <a:lnTo>
                    <a:pt x="5656" y="4674"/>
                  </a:lnTo>
                  <a:lnTo>
                    <a:pt x="5535" y="4854"/>
                  </a:lnTo>
                  <a:lnTo>
                    <a:pt x="5415" y="5015"/>
                  </a:lnTo>
                  <a:lnTo>
                    <a:pt x="5275" y="5175"/>
                  </a:lnTo>
                  <a:lnTo>
                    <a:pt x="5134" y="5335"/>
                  </a:lnTo>
                  <a:lnTo>
                    <a:pt x="4974" y="5476"/>
                  </a:lnTo>
                  <a:lnTo>
                    <a:pt x="4813" y="5596"/>
                  </a:lnTo>
                  <a:lnTo>
                    <a:pt x="4653" y="5716"/>
                  </a:lnTo>
                  <a:lnTo>
                    <a:pt x="4472" y="5817"/>
                  </a:lnTo>
                  <a:lnTo>
                    <a:pt x="4272" y="5897"/>
                  </a:lnTo>
                  <a:lnTo>
                    <a:pt x="4091" y="5977"/>
                  </a:lnTo>
                  <a:lnTo>
                    <a:pt x="3891" y="6037"/>
                  </a:lnTo>
                  <a:lnTo>
                    <a:pt x="3670" y="6077"/>
                  </a:lnTo>
                  <a:lnTo>
                    <a:pt x="3470" y="6098"/>
                  </a:lnTo>
                  <a:lnTo>
                    <a:pt x="3470" y="6098"/>
                  </a:lnTo>
                  <a:lnTo>
                    <a:pt x="3109" y="6118"/>
                  </a:lnTo>
                  <a:lnTo>
                    <a:pt x="2768" y="6098"/>
                  </a:lnTo>
                  <a:lnTo>
                    <a:pt x="2447" y="6057"/>
                  </a:lnTo>
                  <a:lnTo>
                    <a:pt x="2126" y="5977"/>
                  </a:lnTo>
                  <a:lnTo>
                    <a:pt x="1845" y="5857"/>
                  </a:lnTo>
                  <a:lnTo>
                    <a:pt x="1565" y="5716"/>
                  </a:lnTo>
                  <a:lnTo>
                    <a:pt x="1304" y="5576"/>
                  </a:lnTo>
                  <a:lnTo>
                    <a:pt x="1083" y="5396"/>
                  </a:lnTo>
                  <a:lnTo>
                    <a:pt x="863" y="5195"/>
                  </a:lnTo>
                  <a:lnTo>
                    <a:pt x="662" y="4974"/>
                  </a:lnTo>
                  <a:lnTo>
                    <a:pt x="502" y="4754"/>
                  </a:lnTo>
                  <a:lnTo>
                    <a:pt x="361" y="4513"/>
                  </a:lnTo>
                  <a:lnTo>
                    <a:pt x="241" y="4253"/>
                  </a:lnTo>
                  <a:lnTo>
                    <a:pt x="141" y="3992"/>
                  </a:lnTo>
                  <a:lnTo>
                    <a:pt x="60" y="3731"/>
                  </a:lnTo>
                  <a:lnTo>
                    <a:pt x="20" y="3470"/>
                  </a:lnTo>
                  <a:lnTo>
                    <a:pt x="20" y="3470"/>
                  </a:lnTo>
                  <a:lnTo>
                    <a:pt x="0" y="3150"/>
                  </a:lnTo>
                  <a:lnTo>
                    <a:pt x="20" y="2809"/>
                  </a:lnTo>
                  <a:lnTo>
                    <a:pt x="80" y="2488"/>
                  </a:lnTo>
                  <a:lnTo>
                    <a:pt x="161" y="2187"/>
                  </a:lnTo>
                  <a:lnTo>
                    <a:pt x="261" y="1886"/>
                  </a:lnTo>
                  <a:lnTo>
                    <a:pt x="401" y="1605"/>
                  </a:lnTo>
                  <a:lnTo>
                    <a:pt x="582" y="1325"/>
                  </a:lnTo>
                  <a:lnTo>
                    <a:pt x="762" y="1084"/>
                  </a:lnTo>
                  <a:lnTo>
                    <a:pt x="983" y="843"/>
                  </a:lnTo>
                  <a:lnTo>
                    <a:pt x="1224" y="643"/>
                  </a:lnTo>
                  <a:lnTo>
                    <a:pt x="1464" y="462"/>
                  </a:lnTo>
                  <a:lnTo>
                    <a:pt x="1745" y="302"/>
                  </a:lnTo>
                  <a:lnTo>
                    <a:pt x="2046" y="181"/>
                  </a:lnTo>
                  <a:lnTo>
                    <a:pt x="2347" y="81"/>
                  </a:lnTo>
                  <a:lnTo>
                    <a:pt x="2668" y="21"/>
                  </a:lnTo>
                  <a:lnTo>
                    <a:pt x="2988" y="1"/>
                  </a:lnTo>
                  <a:lnTo>
                    <a:pt x="2988" y="1"/>
                  </a:lnTo>
                  <a:lnTo>
                    <a:pt x="3289" y="21"/>
                  </a:lnTo>
                  <a:lnTo>
                    <a:pt x="3289" y="21"/>
                  </a:lnTo>
                  <a:lnTo>
                    <a:pt x="3570" y="61"/>
                  </a:lnTo>
                  <a:lnTo>
                    <a:pt x="3831" y="121"/>
                  </a:lnTo>
                  <a:lnTo>
                    <a:pt x="4091" y="201"/>
                  </a:lnTo>
                  <a:lnTo>
                    <a:pt x="4352" y="302"/>
                  </a:lnTo>
                  <a:lnTo>
                    <a:pt x="4593" y="422"/>
                  </a:lnTo>
                  <a:lnTo>
                    <a:pt x="4813" y="583"/>
                  </a:lnTo>
                  <a:lnTo>
                    <a:pt x="5014" y="743"/>
                  </a:lnTo>
                  <a:lnTo>
                    <a:pt x="5214" y="903"/>
                  </a:lnTo>
                  <a:lnTo>
                    <a:pt x="5395" y="1104"/>
                  </a:lnTo>
                  <a:lnTo>
                    <a:pt x="5555" y="1304"/>
                  </a:lnTo>
                  <a:lnTo>
                    <a:pt x="5696" y="1525"/>
                  </a:lnTo>
                  <a:lnTo>
                    <a:pt x="5816" y="1746"/>
                  </a:lnTo>
                  <a:lnTo>
                    <a:pt x="5916" y="1986"/>
                  </a:lnTo>
                  <a:lnTo>
                    <a:pt x="5997" y="2247"/>
                  </a:lnTo>
                  <a:lnTo>
                    <a:pt x="6057" y="2488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117" y="3089"/>
                  </a:lnTo>
                  <a:lnTo>
                    <a:pt x="6097" y="3410"/>
                  </a:lnTo>
                  <a:lnTo>
                    <a:pt x="6037" y="3751"/>
                  </a:lnTo>
                  <a:lnTo>
                    <a:pt x="5936" y="409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31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extrusionOk="0">
                  <a:moveTo>
                    <a:pt x="2988" y="1"/>
                  </a:moveTo>
                  <a:lnTo>
                    <a:pt x="2688" y="21"/>
                  </a:lnTo>
                  <a:lnTo>
                    <a:pt x="2387" y="81"/>
                  </a:lnTo>
                  <a:lnTo>
                    <a:pt x="2086" y="161"/>
                  </a:lnTo>
                  <a:lnTo>
                    <a:pt x="1825" y="262"/>
                  </a:lnTo>
                  <a:lnTo>
                    <a:pt x="1565" y="402"/>
                  </a:lnTo>
                  <a:lnTo>
                    <a:pt x="1304" y="562"/>
                  </a:lnTo>
                  <a:lnTo>
                    <a:pt x="1083" y="763"/>
                  </a:lnTo>
                  <a:lnTo>
                    <a:pt x="863" y="964"/>
                  </a:lnTo>
                  <a:lnTo>
                    <a:pt x="682" y="1184"/>
                  </a:lnTo>
                  <a:lnTo>
                    <a:pt x="502" y="1425"/>
                  </a:lnTo>
                  <a:lnTo>
                    <a:pt x="361" y="1686"/>
                  </a:lnTo>
                  <a:lnTo>
                    <a:pt x="241" y="1946"/>
                  </a:lnTo>
                  <a:lnTo>
                    <a:pt x="141" y="2247"/>
                  </a:lnTo>
                  <a:lnTo>
                    <a:pt x="60" y="2528"/>
                  </a:lnTo>
                  <a:lnTo>
                    <a:pt x="20" y="2829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21" y="3972"/>
                  </a:lnTo>
                  <a:lnTo>
                    <a:pt x="221" y="4212"/>
                  </a:lnTo>
                  <a:lnTo>
                    <a:pt x="321" y="4453"/>
                  </a:lnTo>
                  <a:lnTo>
                    <a:pt x="462" y="4674"/>
                  </a:lnTo>
                  <a:lnTo>
                    <a:pt x="602" y="4894"/>
                  </a:lnTo>
                  <a:lnTo>
                    <a:pt x="782" y="5095"/>
                  </a:lnTo>
                  <a:lnTo>
                    <a:pt x="963" y="5295"/>
                  </a:lnTo>
                  <a:lnTo>
                    <a:pt x="1183" y="5476"/>
                  </a:lnTo>
                  <a:lnTo>
                    <a:pt x="1404" y="5636"/>
                  </a:lnTo>
                  <a:lnTo>
                    <a:pt x="1665" y="5777"/>
                  </a:lnTo>
                  <a:lnTo>
                    <a:pt x="1925" y="5897"/>
                  </a:lnTo>
                  <a:lnTo>
                    <a:pt x="2186" y="5997"/>
                  </a:lnTo>
                  <a:lnTo>
                    <a:pt x="2487" y="6057"/>
                  </a:lnTo>
                  <a:lnTo>
                    <a:pt x="2788" y="611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6017" y="3831"/>
                  </a:lnTo>
                  <a:lnTo>
                    <a:pt x="6077" y="3571"/>
                  </a:lnTo>
                  <a:lnTo>
                    <a:pt x="6097" y="3310"/>
                  </a:lnTo>
                  <a:lnTo>
                    <a:pt x="6117" y="3049"/>
                  </a:lnTo>
                  <a:lnTo>
                    <a:pt x="6097" y="2748"/>
                  </a:lnTo>
                  <a:lnTo>
                    <a:pt x="6017" y="2949"/>
                  </a:lnTo>
                  <a:lnTo>
                    <a:pt x="5936" y="3150"/>
                  </a:lnTo>
                  <a:lnTo>
                    <a:pt x="5836" y="3330"/>
                  </a:lnTo>
                  <a:lnTo>
                    <a:pt x="5716" y="3510"/>
                  </a:lnTo>
                  <a:lnTo>
                    <a:pt x="5595" y="3671"/>
                  </a:lnTo>
                  <a:lnTo>
                    <a:pt x="5455" y="3831"/>
                  </a:lnTo>
                  <a:lnTo>
                    <a:pt x="5315" y="3992"/>
                  </a:lnTo>
                  <a:lnTo>
                    <a:pt x="5154" y="4112"/>
                  </a:lnTo>
                  <a:lnTo>
                    <a:pt x="4994" y="4232"/>
                  </a:lnTo>
                  <a:lnTo>
                    <a:pt x="4833" y="4353"/>
                  </a:lnTo>
                  <a:lnTo>
                    <a:pt x="4653" y="4453"/>
                  </a:lnTo>
                  <a:lnTo>
                    <a:pt x="4452" y="4533"/>
                  </a:lnTo>
                  <a:lnTo>
                    <a:pt x="4272" y="4593"/>
                  </a:lnTo>
                  <a:lnTo>
                    <a:pt x="4071" y="4634"/>
                  </a:lnTo>
                  <a:lnTo>
                    <a:pt x="3871" y="4654"/>
                  </a:lnTo>
                  <a:lnTo>
                    <a:pt x="3670" y="4674"/>
                  </a:lnTo>
                  <a:lnTo>
                    <a:pt x="3510" y="4674"/>
                  </a:lnTo>
                  <a:lnTo>
                    <a:pt x="3349" y="4654"/>
                  </a:lnTo>
                  <a:lnTo>
                    <a:pt x="3189" y="4613"/>
                  </a:lnTo>
                  <a:lnTo>
                    <a:pt x="3028" y="4573"/>
                  </a:lnTo>
                  <a:lnTo>
                    <a:pt x="2868" y="4513"/>
                  </a:lnTo>
                  <a:lnTo>
                    <a:pt x="2708" y="4453"/>
                  </a:lnTo>
                  <a:lnTo>
                    <a:pt x="2527" y="4353"/>
                  </a:lnTo>
                  <a:lnTo>
                    <a:pt x="2367" y="4253"/>
                  </a:lnTo>
                  <a:lnTo>
                    <a:pt x="2226" y="4152"/>
                  </a:lnTo>
                  <a:lnTo>
                    <a:pt x="2086" y="4032"/>
                  </a:lnTo>
                  <a:lnTo>
                    <a:pt x="1946" y="3892"/>
                  </a:lnTo>
                  <a:lnTo>
                    <a:pt x="1825" y="3751"/>
                  </a:lnTo>
                  <a:lnTo>
                    <a:pt x="1725" y="3611"/>
                  </a:lnTo>
                  <a:lnTo>
                    <a:pt x="1625" y="3450"/>
                  </a:lnTo>
                  <a:lnTo>
                    <a:pt x="1524" y="3270"/>
                  </a:lnTo>
                  <a:lnTo>
                    <a:pt x="1464" y="3109"/>
                  </a:lnTo>
                  <a:lnTo>
                    <a:pt x="1404" y="2929"/>
                  </a:lnTo>
                  <a:lnTo>
                    <a:pt x="1344" y="2748"/>
                  </a:lnTo>
                  <a:lnTo>
                    <a:pt x="1324" y="2568"/>
                  </a:lnTo>
                  <a:lnTo>
                    <a:pt x="1304" y="2387"/>
                  </a:lnTo>
                  <a:lnTo>
                    <a:pt x="1304" y="2187"/>
                  </a:lnTo>
                  <a:lnTo>
                    <a:pt x="1304" y="2006"/>
                  </a:lnTo>
                  <a:lnTo>
                    <a:pt x="1344" y="1826"/>
                  </a:lnTo>
                  <a:lnTo>
                    <a:pt x="1384" y="1645"/>
                  </a:lnTo>
                  <a:lnTo>
                    <a:pt x="1484" y="1345"/>
                  </a:lnTo>
                  <a:lnTo>
                    <a:pt x="1625" y="1084"/>
                  </a:lnTo>
                  <a:lnTo>
                    <a:pt x="1805" y="843"/>
                  </a:lnTo>
                  <a:lnTo>
                    <a:pt x="1986" y="643"/>
                  </a:lnTo>
                  <a:lnTo>
                    <a:pt x="2226" y="442"/>
                  </a:lnTo>
                  <a:lnTo>
                    <a:pt x="2467" y="282"/>
                  </a:lnTo>
                  <a:lnTo>
                    <a:pt x="2708" y="141"/>
                  </a:lnTo>
                  <a:lnTo>
                    <a:pt x="298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31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fill="none" extrusionOk="0">
                  <a:moveTo>
                    <a:pt x="2988" y="1"/>
                  </a:moveTo>
                  <a:lnTo>
                    <a:pt x="2988" y="1"/>
                  </a:lnTo>
                  <a:lnTo>
                    <a:pt x="2688" y="21"/>
                  </a:lnTo>
                  <a:lnTo>
                    <a:pt x="2387" y="81"/>
                  </a:lnTo>
                  <a:lnTo>
                    <a:pt x="2086" y="161"/>
                  </a:lnTo>
                  <a:lnTo>
                    <a:pt x="1825" y="262"/>
                  </a:lnTo>
                  <a:lnTo>
                    <a:pt x="1565" y="402"/>
                  </a:lnTo>
                  <a:lnTo>
                    <a:pt x="1304" y="562"/>
                  </a:lnTo>
                  <a:lnTo>
                    <a:pt x="1083" y="763"/>
                  </a:lnTo>
                  <a:lnTo>
                    <a:pt x="863" y="964"/>
                  </a:lnTo>
                  <a:lnTo>
                    <a:pt x="682" y="1184"/>
                  </a:lnTo>
                  <a:lnTo>
                    <a:pt x="502" y="1425"/>
                  </a:lnTo>
                  <a:lnTo>
                    <a:pt x="361" y="1686"/>
                  </a:lnTo>
                  <a:lnTo>
                    <a:pt x="241" y="1946"/>
                  </a:lnTo>
                  <a:lnTo>
                    <a:pt x="141" y="2247"/>
                  </a:lnTo>
                  <a:lnTo>
                    <a:pt x="60" y="2528"/>
                  </a:lnTo>
                  <a:lnTo>
                    <a:pt x="20" y="2829"/>
                  </a:lnTo>
                  <a:lnTo>
                    <a:pt x="0" y="3150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21" y="3972"/>
                  </a:lnTo>
                  <a:lnTo>
                    <a:pt x="221" y="4212"/>
                  </a:lnTo>
                  <a:lnTo>
                    <a:pt x="321" y="4453"/>
                  </a:lnTo>
                  <a:lnTo>
                    <a:pt x="462" y="4674"/>
                  </a:lnTo>
                  <a:lnTo>
                    <a:pt x="602" y="4894"/>
                  </a:lnTo>
                  <a:lnTo>
                    <a:pt x="782" y="5095"/>
                  </a:lnTo>
                  <a:lnTo>
                    <a:pt x="963" y="5295"/>
                  </a:lnTo>
                  <a:lnTo>
                    <a:pt x="1183" y="5476"/>
                  </a:lnTo>
                  <a:lnTo>
                    <a:pt x="1404" y="5636"/>
                  </a:lnTo>
                  <a:lnTo>
                    <a:pt x="1665" y="5777"/>
                  </a:lnTo>
                  <a:lnTo>
                    <a:pt x="1925" y="5897"/>
                  </a:lnTo>
                  <a:lnTo>
                    <a:pt x="2186" y="5997"/>
                  </a:lnTo>
                  <a:lnTo>
                    <a:pt x="2487" y="6057"/>
                  </a:lnTo>
                  <a:lnTo>
                    <a:pt x="2788" y="6118"/>
                  </a:lnTo>
                  <a:lnTo>
                    <a:pt x="3109" y="611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5936" y="4092"/>
                  </a:lnTo>
                  <a:lnTo>
                    <a:pt x="6017" y="3831"/>
                  </a:lnTo>
                  <a:lnTo>
                    <a:pt x="6077" y="3571"/>
                  </a:lnTo>
                  <a:lnTo>
                    <a:pt x="6097" y="3310"/>
                  </a:lnTo>
                  <a:lnTo>
                    <a:pt x="6117" y="3049"/>
                  </a:lnTo>
                  <a:lnTo>
                    <a:pt x="6117" y="3049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017" y="2949"/>
                  </a:lnTo>
                  <a:lnTo>
                    <a:pt x="5936" y="3150"/>
                  </a:lnTo>
                  <a:lnTo>
                    <a:pt x="5836" y="3330"/>
                  </a:lnTo>
                  <a:lnTo>
                    <a:pt x="5716" y="3510"/>
                  </a:lnTo>
                  <a:lnTo>
                    <a:pt x="5595" y="3671"/>
                  </a:lnTo>
                  <a:lnTo>
                    <a:pt x="5455" y="3831"/>
                  </a:lnTo>
                  <a:lnTo>
                    <a:pt x="5315" y="3992"/>
                  </a:lnTo>
                  <a:lnTo>
                    <a:pt x="5154" y="4112"/>
                  </a:lnTo>
                  <a:lnTo>
                    <a:pt x="4994" y="4232"/>
                  </a:lnTo>
                  <a:lnTo>
                    <a:pt x="4833" y="4353"/>
                  </a:lnTo>
                  <a:lnTo>
                    <a:pt x="4653" y="4453"/>
                  </a:lnTo>
                  <a:lnTo>
                    <a:pt x="4452" y="4533"/>
                  </a:lnTo>
                  <a:lnTo>
                    <a:pt x="4272" y="4593"/>
                  </a:lnTo>
                  <a:lnTo>
                    <a:pt x="4071" y="4634"/>
                  </a:lnTo>
                  <a:lnTo>
                    <a:pt x="3871" y="4654"/>
                  </a:lnTo>
                  <a:lnTo>
                    <a:pt x="3670" y="4674"/>
                  </a:lnTo>
                  <a:lnTo>
                    <a:pt x="3670" y="4674"/>
                  </a:lnTo>
                  <a:lnTo>
                    <a:pt x="3510" y="4674"/>
                  </a:lnTo>
                  <a:lnTo>
                    <a:pt x="3349" y="4654"/>
                  </a:lnTo>
                  <a:lnTo>
                    <a:pt x="3189" y="4613"/>
                  </a:lnTo>
                  <a:lnTo>
                    <a:pt x="3028" y="4573"/>
                  </a:lnTo>
                  <a:lnTo>
                    <a:pt x="2868" y="4513"/>
                  </a:lnTo>
                  <a:lnTo>
                    <a:pt x="2708" y="4453"/>
                  </a:lnTo>
                  <a:lnTo>
                    <a:pt x="2527" y="4353"/>
                  </a:lnTo>
                  <a:lnTo>
                    <a:pt x="2367" y="4253"/>
                  </a:lnTo>
                  <a:lnTo>
                    <a:pt x="2367" y="4253"/>
                  </a:lnTo>
                  <a:lnTo>
                    <a:pt x="2226" y="4152"/>
                  </a:lnTo>
                  <a:lnTo>
                    <a:pt x="2086" y="4032"/>
                  </a:lnTo>
                  <a:lnTo>
                    <a:pt x="1946" y="3892"/>
                  </a:lnTo>
                  <a:lnTo>
                    <a:pt x="1825" y="3751"/>
                  </a:lnTo>
                  <a:lnTo>
                    <a:pt x="1725" y="3611"/>
                  </a:lnTo>
                  <a:lnTo>
                    <a:pt x="1625" y="3450"/>
                  </a:lnTo>
                  <a:lnTo>
                    <a:pt x="1524" y="3270"/>
                  </a:lnTo>
                  <a:lnTo>
                    <a:pt x="1464" y="3109"/>
                  </a:lnTo>
                  <a:lnTo>
                    <a:pt x="1404" y="2929"/>
                  </a:lnTo>
                  <a:lnTo>
                    <a:pt x="1344" y="2748"/>
                  </a:lnTo>
                  <a:lnTo>
                    <a:pt x="1324" y="2568"/>
                  </a:lnTo>
                  <a:lnTo>
                    <a:pt x="1304" y="2387"/>
                  </a:lnTo>
                  <a:lnTo>
                    <a:pt x="1304" y="2187"/>
                  </a:lnTo>
                  <a:lnTo>
                    <a:pt x="1304" y="2006"/>
                  </a:lnTo>
                  <a:lnTo>
                    <a:pt x="1344" y="1826"/>
                  </a:lnTo>
                  <a:lnTo>
                    <a:pt x="1384" y="1645"/>
                  </a:lnTo>
                  <a:lnTo>
                    <a:pt x="1384" y="1645"/>
                  </a:lnTo>
                  <a:lnTo>
                    <a:pt x="1484" y="1345"/>
                  </a:lnTo>
                  <a:lnTo>
                    <a:pt x="1625" y="1084"/>
                  </a:lnTo>
                  <a:lnTo>
                    <a:pt x="1805" y="843"/>
                  </a:lnTo>
                  <a:lnTo>
                    <a:pt x="1986" y="643"/>
                  </a:lnTo>
                  <a:lnTo>
                    <a:pt x="2226" y="442"/>
                  </a:lnTo>
                  <a:lnTo>
                    <a:pt x="2467" y="282"/>
                  </a:lnTo>
                  <a:lnTo>
                    <a:pt x="2708" y="141"/>
                  </a:lnTo>
                  <a:lnTo>
                    <a:pt x="298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31"/>
            <p:cNvSpPr/>
            <p:nvPr/>
          </p:nvSpPr>
          <p:spPr>
            <a:xfrm>
              <a:off x="10460000" y="3355563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82" y="1"/>
                  </a:moveTo>
                  <a:lnTo>
                    <a:pt x="281" y="21"/>
                  </a:lnTo>
                  <a:lnTo>
                    <a:pt x="221" y="41"/>
                  </a:lnTo>
                  <a:lnTo>
                    <a:pt x="161" y="81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2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3"/>
                  </a:lnTo>
                  <a:lnTo>
                    <a:pt x="161" y="703"/>
                  </a:lnTo>
                  <a:lnTo>
                    <a:pt x="221" y="743"/>
                  </a:lnTo>
                  <a:lnTo>
                    <a:pt x="281" y="763"/>
                  </a:lnTo>
                  <a:lnTo>
                    <a:pt x="462" y="763"/>
                  </a:lnTo>
                  <a:lnTo>
                    <a:pt x="542" y="743"/>
                  </a:lnTo>
                  <a:lnTo>
                    <a:pt x="602" y="703"/>
                  </a:lnTo>
                  <a:lnTo>
                    <a:pt x="662" y="643"/>
                  </a:lnTo>
                  <a:lnTo>
                    <a:pt x="702" y="582"/>
                  </a:lnTo>
                  <a:lnTo>
                    <a:pt x="723" y="522"/>
                  </a:lnTo>
                  <a:lnTo>
                    <a:pt x="743" y="382"/>
                  </a:lnTo>
                  <a:lnTo>
                    <a:pt x="723" y="241"/>
                  </a:lnTo>
                  <a:lnTo>
                    <a:pt x="702" y="181"/>
                  </a:lnTo>
                  <a:lnTo>
                    <a:pt x="662" y="121"/>
                  </a:lnTo>
                  <a:lnTo>
                    <a:pt x="602" y="81"/>
                  </a:lnTo>
                  <a:lnTo>
                    <a:pt x="542" y="41"/>
                  </a:lnTo>
                  <a:lnTo>
                    <a:pt x="462" y="21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31"/>
            <p:cNvSpPr/>
            <p:nvPr/>
          </p:nvSpPr>
          <p:spPr>
            <a:xfrm>
              <a:off x="106144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extrusionOk="0">
                  <a:moveTo>
                    <a:pt x="1083" y="0"/>
                  </a:move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215" y="1304"/>
                  </a:lnTo>
                  <a:lnTo>
                    <a:pt x="5215" y="1183"/>
                  </a:lnTo>
                  <a:lnTo>
                    <a:pt x="5215" y="1063"/>
                  </a:lnTo>
                  <a:lnTo>
                    <a:pt x="5194" y="943"/>
                  </a:lnTo>
                  <a:lnTo>
                    <a:pt x="5114" y="722"/>
                  </a:lnTo>
                  <a:lnTo>
                    <a:pt x="5014" y="521"/>
                  </a:lnTo>
                  <a:lnTo>
                    <a:pt x="4874" y="341"/>
                  </a:lnTo>
                  <a:lnTo>
                    <a:pt x="4693" y="201"/>
                  </a:lnTo>
                  <a:lnTo>
                    <a:pt x="4493" y="80"/>
                  </a:lnTo>
                  <a:lnTo>
                    <a:pt x="4272" y="20"/>
                  </a:lnTo>
                  <a:lnTo>
                    <a:pt x="41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31"/>
            <p:cNvSpPr/>
            <p:nvPr/>
          </p:nvSpPr>
          <p:spPr>
            <a:xfrm>
              <a:off x="106144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fill="none" extrusionOk="0">
                  <a:moveTo>
                    <a:pt x="5215" y="1183"/>
                  </a:moveTo>
                  <a:lnTo>
                    <a:pt x="5215" y="1183"/>
                  </a:lnTo>
                  <a:lnTo>
                    <a:pt x="5215" y="130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5134" y="1584"/>
                  </a:lnTo>
                  <a:lnTo>
                    <a:pt x="5074" y="1745"/>
                  </a:lnTo>
                  <a:lnTo>
                    <a:pt x="4974" y="1885"/>
                  </a:lnTo>
                  <a:lnTo>
                    <a:pt x="4874" y="2026"/>
                  </a:lnTo>
                  <a:lnTo>
                    <a:pt x="4874" y="2026"/>
                  </a:lnTo>
                  <a:lnTo>
                    <a:pt x="4693" y="2166"/>
                  </a:lnTo>
                  <a:lnTo>
                    <a:pt x="4493" y="2286"/>
                  </a:lnTo>
                  <a:lnTo>
                    <a:pt x="4272" y="2346"/>
                  </a:lnTo>
                  <a:lnTo>
                    <a:pt x="4152" y="2367"/>
                  </a:lnTo>
                  <a:lnTo>
                    <a:pt x="4031" y="2367"/>
                  </a:lnTo>
                  <a:lnTo>
                    <a:pt x="1204" y="2367"/>
                  </a:lnTo>
                  <a:lnTo>
                    <a:pt x="1204" y="2367"/>
                  </a:lnTo>
                  <a:lnTo>
                    <a:pt x="1083" y="2367"/>
                  </a:lnTo>
                  <a:lnTo>
                    <a:pt x="963" y="2346"/>
                  </a:lnTo>
                  <a:lnTo>
                    <a:pt x="742" y="2286"/>
                  </a:lnTo>
                  <a:lnTo>
                    <a:pt x="522" y="2166"/>
                  </a:lnTo>
                  <a:lnTo>
                    <a:pt x="361" y="2026"/>
                  </a:lnTo>
                  <a:lnTo>
                    <a:pt x="201" y="1845"/>
                  </a:lnTo>
                  <a:lnTo>
                    <a:pt x="101" y="1645"/>
                  </a:lnTo>
                  <a:lnTo>
                    <a:pt x="40" y="1424"/>
                  </a:lnTo>
                  <a:lnTo>
                    <a:pt x="20" y="1304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20" y="1063"/>
                  </a:lnTo>
                  <a:lnTo>
                    <a:pt x="40" y="943"/>
                  </a:lnTo>
                  <a:lnTo>
                    <a:pt x="101" y="722"/>
                  </a:lnTo>
                  <a:lnTo>
                    <a:pt x="221" y="52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542" y="201"/>
                  </a:lnTo>
                  <a:lnTo>
                    <a:pt x="742" y="80"/>
                  </a:lnTo>
                  <a:lnTo>
                    <a:pt x="963" y="20"/>
                  </a:lnTo>
                  <a:lnTo>
                    <a:pt x="1083" y="0"/>
                  </a:lnTo>
                  <a:lnTo>
                    <a:pt x="1204" y="0"/>
                  </a:lnTo>
                  <a:lnTo>
                    <a:pt x="4031" y="0"/>
                  </a:lnTo>
                  <a:lnTo>
                    <a:pt x="4031" y="0"/>
                  </a:lnTo>
                  <a:lnTo>
                    <a:pt x="4152" y="0"/>
                  </a:lnTo>
                  <a:lnTo>
                    <a:pt x="4272" y="20"/>
                  </a:lnTo>
                  <a:lnTo>
                    <a:pt x="4493" y="80"/>
                  </a:lnTo>
                  <a:lnTo>
                    <a:pt x="4693" y="201"/>
                  </a:lnTo>
                  <a:lnTo>
                    <a:pt x="4874" y="341"/>
                  </a:lnTo>
                  <a:lnTo>
                    <a:pt x="5014" y="521"/>
                  </a:lnTo>
                  <a:lnTo>
                    <a:pt x="5114" y="722"/>
                  </a:lnTo>
                  <a:lnTo>
                    <a:pt x="5194" y="943"/>
                  </a:lnTo>
                  <a:lnTo>
                    <a:pt x="5215" y="1063"/>
                  </a:lnTo>
                  <a:lnTo>
                    <a:pt x="5215" y="11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31"/>
            <p:cNvSpPr/>
            <p:nvPr/>
          </p:nvSpPr>
          <p:spPr>
            <a:xfrm>
              <a:off x="106144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extrusionOk="0">
                  <a:moveTo>
                    <a:pt x="1083" y="0"/>
                  </a:move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72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8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4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31"/>
            <p:cNvSpPr/>
            <p:nvPr/>
          </p:nvSpPr>
          <p:spPr>
            <a:xfrm>
              <a:off x="106144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fill="none" extrusionOk="0">
                  <a:moveTo>
                    <a:pt x="1525" y="0"/>
                  </a:moveTo>
                  <a:lnTo>
                    <a:pt x="1204" y="0"/>
                  </a:lnTo>
                  <a:lnTo>
                    <a:pt x="1204" y="0"/>
                  </a:lnTo>
                  <a:lnTo>
                    <a:pt x="1083" y="0"/>
                  </a:ln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1204" y="2367"/>
                  </a:lnTo>
                  <a:lnTo>
                    <a:pt x="4031" y="2367"/>
                  </a:lnTo>
                  <a:lnTo>
                    <a:pt x="4031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865" y="1424"/>
                  </a:lnTo>
                  <a:lnTo>
                    <a:pt x="172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8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4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31"/>
            <p:cNvSpPr/>
            <p:nvPr/>
          </p:nvSpPr>
          <p:spPr>
            <a:xfrm>
              <a:off x="10711675" y="3387163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62" y="0"/>
                  </a:moveTo>
                  <a:lnTo>
                    <a:pt x="282" y="20"/>
                  </a:lnTo>
                  <a:lnTo>
                    <a:pt x="222" y="40"/>
                  </a:lnTo>
                  <a:lnTo>
                    <a:pt x="141" y="80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1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2"/>
                  </a:lnTo>
                  <a:lnTo>
                    <a:pt x="141" y="682"/>
                  </a:lnTo>
                  <a:lnTo>
                    <a:pt x="222" y="722"/>
                  </a:lnTo>
                  <a:lnTo>
                    <a:pt x="282" y="742"/>
                  </a:lnTo>
                  <a:lnTo>
                    <a:pt x="362" y="762"/>
                  </a:lnTo>
                  <a:lnTo>
                    <a:pt x="462" y="742"/>
                  </a:lnTo>
                  <a:lnTo>
                    <a:pt x="522" y="722"/>
                  </a:lnTo>
                  <a:lnTo>
                    <a:pt x="583" y="682"/>
                  </a:lnTo>
                  <a:lnTo>
                    <a:pt x="643" y="642"/>
                  </a:lnTo>
                  <a:lnTo>
                    <a:pt x="683" y="582"/>
                  </a:lnTo>
                  <a:lnTo>
                    <a:pt x="703" y="522"/>
                  </a:lnTo>
                  <a:lnTo>
                    <a:pt x="743" y="381"/>
                  </a:lnTo>
                  <a:lnTo>
                    <a:pt x="703" y="241"/>
                  </a:lnTo>
                  <a:lnTo>
                    <a:pt x="683" y="181"/>
                  </a:lnTo>
                  <a:lnTo>
                    <a:pt x="643" y="121"/>
                  </a:lnTo>
                  <a:lnTo>
                    <a:pt x="583" y="80"/>
                  </a:lnTo>
                  <a:lnTo>
                    <a:pt x="522" y="40"/>
                  </a:lnTo>
                  <a:lnTo>
                    <a:pt x="462" y="2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31"/>
            <p:cNvSpPr/>
            <p:nvPr/>
          </p:nvSpPr>
          <p:spPr>
            <a:xfrm>
              <a:off x="107969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extrusionOk="0">
                  <a:moveTo>
                    <a:pt x="1063" y="0"/>
                  </a:move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214" y="1304"/>
                  </a:lnTo>
                  <a:lnTo>
                    <a:pt x="5214" y="1183"/>
                  </a:lnTo>
                  <a:lnTo>
                    <a:pt x="5214" y="1063"/>
                  </a:lnTo>
                  <a:lnTo>
                    <a:pt x="5194" y="943"/>
                  </a:lnTo>
                  <a:lnTo>
                    <a:pt x="5114" y="722"/>
                  </a:lnTo>
                  <a:lnTo>
                    <a:pt x="5014" y="521"/>
                  </a:lnTo>
                  <a:lnTo>
                    <a:pt x="4873" y="341"/>
                  </a:lnTo>
                  <a:lnTo>
                    <a:pt x="4693" y="201"/>
                  </a:lnTo>
                  <a:lnTo>
                    <a:pt x="4492" y="80"/>
                  </a:lnTo>
                  <a:lnTo>
                    <a:pt x="4272" y="20"/>
                  </a:lnTo>
                  <a:lnTo>
                    <a:pt x="41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31"/>
            <p:cNvSpPr/>
            <p:nvPr/>
          </p:nvSpPr>
          <p:spPr>
            <a:xfrm>
              <a:off x="107969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fill="none" extrusionOk="0">
                  <a:moveTo>
                    <a:pt x="5214" y="1183"/>
                  </a:moveTo>
                  <a:lnTo>
                    <a:pt x="5214" y="1183"/>
                  </a:lnTo>
                  <a:lnTo>
                    <a:pt x="5214" y="130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5134" y="1584"/>
                  </a:lnTo>
                  <a:lnTo>
                    <a:pt x="5074" y="1745"/>
                  </a:lnTo>
                  <a:lnTo>
                    <a:pt x="4974" y="1885"/>
                  </a:lnTo>
                  <a:lnTo>
                    <a:pt x="4853" y="2026"/>
                  </a:lnTo>
                  <a:lnTo>
                    <a:pt x="4853" y="2026"/>
                  </a:lnTo>
                  <a:lnTo>
                    <a:pt x="4693" y="2166"/>
                  </a:lnTo>
                  <a:lnTo>
                    <a:pt x="4492" y="2286"/>
                  </a:lnTo>
                  <a:lnTo>
                    <a:pt x="4272" y="2346"/>
                  </a:lnTo>
                  <a:lnTo>
                    <a:pt x="4151" y="2367"/>
                  </a:lnTo>
                  <a:lnTo>
                    <a:pt x="4031" y="2367"/>
                  </a:lnTo>
                  <a:lnTo>
                    <a:pt x="1203" y="2367"/>
                  </a:lnTo>
                  <a:lnTo>
                    <a:pt x="1203" y="2367"/>
                  </a:lnTo>
                  <a:lnTo>
                    <a:pt x="1063" y="2367"/>
                  </a:lnTo>
                  <a:lnTo>
                    <a:pt x="963" y="2346"/>
                  </a:lnTo>
                  <a:lnTo>
                    <a:pt x="722" y="2286"/>
                  </a:lnTo>
                  <a:lnTo>
                    <a:pt x="522" y="2166"/>
                  </a:lnTo>
                  <a:lnTo>
                    <a:pt x="361" y="2026"/>
                  </a:lnTo>
                  <a:lnTo>
                    <a:pt x="201" y="1845"/>
                  </a:lnTo>
                  <a:lnTo>
                    <a:pt x="100" y="1645"/>
                  </a:lnTo>
                  <a:lnTo>
                    <a:pt x="20" y="1424"/>
                  </a:lnTo>
                  <a:lnTo>
                    <a:pt x="0" y="1304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0" y="1063"/>
                  </a:lnTo>
                  <a:lnTo>
                    <a:pt x="20" y="943"/>
                  </a:lnTo>
                  <a:lnTo>
                    <a:pt x="100" y="722"/>
                  </a:lnTo>
                  <a:lnTo>
                    <a:pt x="201" y="52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522" y="201"/>
                  </a:lnTo>
                  <a:lnTo>
                    <a:pt x="722" y="80"/>
                  </a:lnTo>
                  <a:lnTo>
                    <a:pt x="963" y="20"/>
                  </a:lnTo>
                  <a:lnTo>
                    <a:pt x="1063" y="0"/>
                  </a:lnTo>
                  <a:lnTo>
                    <a:pt x="1203" y="0"/>
                  </a:lnTo>
                  <a:lnTo>
                    <a:pt x="4031" y="0"/>
                  </a:lnTo>
                  <a:lnTo>
                    <a:pt x="4031" y="0"/>
                  </a:lnTo>
                  <a:lnTo>
                    <a:pt x="4151" y="0"/>
                  </a:lnTo>
                  <a:lnTo>
                    <a:pt x="4272" y="20"/>
                  </a:lnTo>
                  <a:lnTo>
                    <a:pt x="4492" y="80"/>
                  </a:lnTo>
                  <a:lnTo>
                    <a:pt x="4693" y="201"/>
                  </a:lnTo>
                  <a:lnTo>
                    <a:pt x="4873" y="341"/>
                  </a:lnTo>
                  <a:lnTo>
                    <a:pt x="5014" y="521"/>
                  </a:lnTo>
                  <a:lnTo>
                    <a:pt x="5114" y="722"/>
                  </a:lnTo>
                  <a:lnTo>
                    <a:pt x="5194" y="943"/>
                  </a:lnTo>
                  <a:lnTo>
                    <a:pt x="5214" y="1063"/>
                  </a:lnTo>
                  <a:lnTo>
                    <a:pt x="5214" y="11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31"/>
            <p:cNvSpPr/>
            <p:nvPr/>
          </p:nvSpPr>
          <p:spPr>
            <a:xfrm>
              <a:off x="107969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extrusionOk="0">
                  <a:moveTo>
                    <a:pt x="1063" y="0"/>
                  </a:move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70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6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2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4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31"/>
            <p:cNvSpPr/>
            <p:nvPr/>
          </p:nvSpPr>
          <p:spPr>
            <a:xfrm>
              <a:off x="107969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fill="none" extrusionOk="0">
                  <a:moveTo>
                    <a:pt x="1524" y="0"/>
                  </a:moveTo>
                  <a:lnTo>
                    <a:pt x="1203" y="0"/>
                  </a:lnTo>
                  <a:lnTo>
                    <a:pt x="1203" y="0"/>
                  </a:lnTo>
                  <a:lnTo>
                    <a:pt x="1063" y="0"/>
                  </a:ln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1203" y="2367"/>
                  </a:lnTo>
                  <a:lnTo>
                    <a:pt x="4031" y="2367"/>
                  </a:lnTo>
                  <a:lnTo>
                    <a:pt x="4031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865" y="1424"/>
                  </a:lnTo>
                  <a:lnTo>
                    <a:pt x="170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6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2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31"/>
            <p:cNvSpPr/>
            <p:nvPr/>
          </p:nvSpPr>
          <p:spPr>
            <a:xfrm>
              <a:off x="10894175" y="3387163"/>
              <a:ext cx="18075" cy="19075"/>
            </a:xfrm>
            <a:custGeom>
              <a:avLst/>
              <a:gdLst/>
              <a:ahLst/>
              <a:cxnLst/>
              <a:rect l="l" t="t" r="r" b="b"/>
              <a:pathLst>
                <a:path w="723" h="763" extrusionOk="0">
                  <a:moveTo>
                    <a:pt x="362" y="0"/>
                  </a:moveTo>
                  <a:lnTo>
                    <a:pt x="282" y="20"/>
                  </a:lnTo>
                  <a:lnTo>
                    <a:pt x="201" y="40"/>
                  </a:lnTo>
                  <a:lnTo>
                    <a:pt x="141" y="80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1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2"/>
                  </a:lnTo>
                  <a:lnTo>
                    <a:pt x="141" y="682"/>
                  </a:lnTo>
                  <a:lnTo>
                    <a:pt x="201" y="722"/>
                  </a:lnTo>
                  <a:lnTo>
                    <a:pt x="282" y="742"/>
                  </a:lnTo>
                  <a:lnTo>
                    <a:pt x="362" y="762"/>
                  </a:lnTo>
                  <a:lnTo>
                    <a:pt x="442" y="742"/>
                  </a:lnTo>
                  <a:lnTo>
                    <a:pt x="522" y="722"/>
                  </a:lnTo>
                  <a:lnTo>
                    <a:pt x="582" y="682"/>
                  </a:lnTo>
                  <a:lnTo>
                    <a:pt x="643" y="642"/>
                  </a:lnTo>
                  <a:lnTo>
                    <a:pt x="683" y="582"/>
                  </a:lnTo>
                  <a:lnTo>
                    <a:pt x="703" y="522"/>
                  </a:lnTo>
                  <a:lnTo>
                    <a:pt x="723" y="381"/>
                  </a:lnTo>
                  <a:lnTo>
                    <a:pt x="703" y="241"/>
                  </a:lnTo>
                  <a:lnTo>
                    <a:pt x="683" y="181"/>
                  </a:lnTo>
                  <a:lnTo>
                    <a:pt x="643" y="121"/>
                  </a:lnTo>
                  <a:lnTo>
                    <a:pt x="582" y="80"/>
                  </a:lnTo>
                  <a:lnTo>
                    <a:pt x="522" y="40"/>
                  </a:lnTo>
                  <a:lnTo>
                    <a:pt x="442" y="2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31"/>
            <p:cNvSpPr/>
            <p:nvPr/>
          </p:nvSpPr>
          <p:spPr>
            <a:xfrm>
              <a:off x="10137625" y="3130463"/>
              <a:ext cx="985200" cy="699925"/>
            </a:xfrm>
            <a:custGeom>
              <a:avLst/>
              <a:gdLst/>
              <a:ahLst/>
              <a:cxnLst/>
              <a:rect l="l" t="t" r="r" b="b"/>
              <a:pathLst>
                <a:path w="39408" h="27997" extrusionOk="0">
                  <a:moveTo>
                    <a:pt x="7681" y="0"/>
                  </a:moveTo>
                  <a:lnTo>
                    <a:pt x="7341" y="20"/>
                  </a:lnTo>
                  <a:lnTo>
                    <a:pt x="7000" y="81"/>
                  </a:lnTo>
                  <a:lnTo>
                    <a:pt x="6659" y="121"/>
                  </a:lnTo>
                  <a:lnTo>
                    <a:pt x="6338" y="201"/>
                  </a:lnTo>
                  <a:lnTo>
                    <a:pt x="6017" y="281"/>
                  </a:lnTo>
                  <a:lnTo>
                    <a:pt x="5696" y="381"/>
                  </a:lnTo>
                  <a:lnTo>
                    <a:pt x="5395" y="482"/>
                  </a:lnTo>
                  <a:lnTo>
                    <a:pt x="5094" y="602"/>
                  </a:lnTo>
                  <a:lnTo>
                    <a:pt x="4794" y="742"/>
                  </a:lnTo>
                  <a:lnTo>
                    <a:pt x="4493" y="883"/>
                  </a:lnTo>
                  <a:lnTo>
                    <a:pt x="4212" y="1043"/>
                  </a:lnTo>
                  <a:lnTo>
                    <a:pt x="3931" y="1204"/>
                  </a:lnTo>
                  <a:lnTo>
                    <a:pt x="3650" y="1364"/>
                  </a:lnTo>
                  <a:lnTo>
                    <a:pt x="3390" y="1565"/>
                  </a:lnTo>
                  <a:lnTo>
                    <a:pt x="3129" y="1745"/>
                  </a:lnTo>
                  <a:lnTo>
                    <a:pt x="2888" y="1966"/>
                  </a:lnTo>
                  <a:lnTo>
                    <a:pt x="2648" y="2166"/>
                  </a:lnTo>
                  <a:lnTo>
                    <a:pt x="2407" y="2407"/>
                  </a:lnTo>
                  <a:lnTo>
                    <a:pt x="2186" y="2627"/>
                  </a:lnTo>
                  <a:lnTo>
                    <a:pt x="1986" y="2868"/>
                  </a:lnTo>
                  <a:lnTo>
                    <a:pt x="1765" y="3129"/>
                  </a:lnTo>
                  <a:lnTo>
                    <a:pt x="1585" y="3369"/>
                  </a:lnTo>
                  <a:lnTo>
                    <a:pt x="1384" y="3650"/>
                  </a:lnTo>
                  <a:lnTo>
                    <a:pt x="1224" y="3911"/>
                  </a:lnTo>
                  <a:lnTo>
                    <a:pt x="1063" y="4192"/>
                  </a:lnTo>
                  <a:lnTo>
                    <a:pt x="903" y="4493"/>
                  </a:lnTo>
                  <a:lnTo>
                    <a:pt x="763" y="4773"/>
                  </a:lnTo>
                  <a:lnTo>
                    <a:pt x="622" y="5074"/>
                  </a:lnTo>
                  <a:lnTo>
                    <a:pt x="502" y="5375"/>
                  </a:lnTo>
                  <a:lnTo>
                    <a:pt x="402" y="5696"/>
                  </a:lnTo>
                  <a:lnTo>
                    <a:pt x="301" y="6017"/>
                  </a:lnTo>
                  <a:lnTo>
                    <a:pt x="221" y="6338"/>
                  </a:lnTo>
                  <a:lnTo>
                    <a:pt x="121" y="6799"/>
                  </a:lnTo>
                  <a:lnTo>
                    <a:pt x="61" y="7260"/>
                  </a:lnTo>
                  <a:lnTo>
                    <a:pt x="21" y="7741"/>
                  </a:lnTo>
                  <a:lnTo>
                    <a:pt x="1" y="8223"/>
                  </a:lnTo>
                  <a:lnTo>
                    <a:pt x="1" y="19754"/>
                  </a:lnTo>
                  <a:lnTo>
                    <a:pt x="21" y="20175"/>
                  </a:lnTo>
                  <a:lnTo>
                    <a:pt x="41" y="20596"/>
                  </a:lnTo>
                  <a:lnTo>
                    <a:pt x="101" y="21017"/>
                  </a:lnTo>
                  <a:lnTo>
                    <a:pt x="181" y="21419"/>
                  </a:lnTo>
                  <a:lnTo>
                    <a:pt x="261" y="21820"/>
                  </a:lnTo>
                  <a:lnTo>
                    <a:pt x="382" y="22221"/>
                  </a:lnTo>
                  <a:lnTo>
                    <a:pt x="502" y="22602"/>
                  </a:lnTo>
                  <a:lnTo>
                    <a:pt x="662" y="22963"/>
                  </a:lnTo>
                  <a:lnTo>
                    <a:pt x="823" y="23344"/>
                  </a:lnTo>
                  <a:lnTo>
                    <a:pt x="1003" y="23685"/>
                  </a:lnTo>
                  <a:lnTo>
                    <a:pt x="1204" y="24026"/>
                  </a:lnTo>
                  <a:lnTo>
                    <a:pt x="1424" y="24367"/>
                  </a:lnTo>
                  <a:lnTo>
                    <a:pt x="1645" y="24687"/>
                  </a:lnTo>
                  <a:lnTo>
                    <a:pt x="1886" y="25008"/>
                  </a:lnTo>
                  <a:lnTo>
                    <a:pt x="2146" y="25309"/>
                  </a:lnTo>
                  <a:lnTo>
                    <a:pt x="2427" y="25590"/>
                  </a:lnTo>
                  <a:lnTo>
                    <a:pt x="2708" y="25871"/>
                  </a:lnTo>
                  <a:lnTo>
                    <a:pt x="3009" y="26131"/>
                  </a:lnTo>
                  <a:lnTo>
                    <a:pt x="3330" y="26372"/>
                  </a:lnTo>
                  <a:lnTo>
                    <a:pt x="3650" y="26593"/>
                  </a:lnTo>
                  <a:lnTo>
                    <a:pt x="3971" y="26813"/>
                  </a:lnTo>
                  <a:lnTo>
                    <a:pt x="4332" y="27014"/>
                  </a:lnTo>
                  <a:lnTo>
                    <a:pt x="4673" y="27194"/>
                  </a:lnTo>
                  <a:lnTo>
                    <a:pt x="5034" y="27355"/>
                  </a:lnTo>
                  <a:lnTo>
                    <a:pt x="5415" y="27515"/>
                  </a:lnTo>
                  <a:lnTo>
                    <a:pt x="5796" y="27635"/>
                  </a:lnTo>
                  <a:lnTo>
                    <a:pt x="6197" y="27756"/>
                  </a:lnTo>
                  <a:lnTo>
                    <a:pt x="6598" y="27836"/>
                  </a:lnTo>
                  <a:lnTo>
                    <a:pt x="7000" y="27916"/>
                  </a:lnTo>
                  <a:lnTo>
                    <a:pt x="7401" y="27956"/>
                  </a:lnTo>
                  <a:lnTo>
                    <a:pt x="7822" y="27996"/>
                  </a:lnTo>
                  <a:lnTo>
                    <a:pt x="32068" y="27996"/>
                  </a:lnTo>
                  <a:lnTo>
                    <a:pt x="32649" y="27976"/>
                  </a:lnTo>
                  <a:lnTo>
                    <a:pt x="33251" y="27916"/>
                  </a:lnTo>
                  <a:lnTo>
                    <a:pt x="33812" y="27816"/>
                  </a:lnTo>
                  <a:lnTo>
                    <a:pt x="34374" y="27676"/>
                  </a:lnTo>
                  <a:lnTo>
                    <a:pt x="34915" y="27495"/>
                  </a:lnTo>
                  <a:lnTo>
                    <a:pt x="35437" y="27295"/>
                  </a:lnTo>
                  <a:lnTo>
                    <a:pt x="35938" y="27034"/>
                  </a:lnTo>
                  <a:lnTo>
                    <a:pt x="36420" y="26753"/>
                  </a:lnTo>
                  <a:lnTo>
                    <a:pt x="36901" y="26452"/>
                  </a:lnTo>
                  <a:lnTo>
                    <a:pt x="37322" y="26111"/>
                  </a:lnTo>
                  <a:lnTo>
                    <a:pt x="37743" y="25730"/>
                  </a:lnTo>
                  <a:lnTo>
                    <a:pt x="38144" y="25329"/>
                  </a:lnTo>
                  <a:lnTo>
                    <a:pt x="38505" y="24908"/>
                  </a:lnTo>
                  <a:lnTo>
                    <a:pt x="38826" y="24467"/>
                  </a:lnTo>
                  <a:lnTo>
                    <a:pt x="39147" y="23986"/>
                  </a:lnTo>
                  <a:lnTo>
                    <a:pt x="39408" y="23504"/>
                  </a:lnTo>
                  <a:lnTo>
                    <a:pt x="39408" y="23504"/>
                  </a:lnTo>
                  <a:lnTo>
                    <a:pt x="39007" y="23705"/>
                  </a:lnTo>
                  <a:lnTo>
                    <a:pt x="38605" y="23885"/>
                  </a:lnTo>
                  <a:lnTo>
                    <a:pt x="38204" y="24066"/>
                  </a:lnTo>
                  <a:lnTo>
                    <a:pt x="37803" y="24226"/>
                  </a:lnTo>
                  <a:lnTo>
                    <a:pt x="37382" y="24387"/>
                  </a:lnTo>
                  <a:lnTo>
                    <a:pt x="36961" y="24527"/>
                  </a:lnTo>
                  <a:lnTo>
                    <a:pt x="36099" y="24768"/>
                  </a:lnTo>
                  <a:lnTo>
                    <a:pt x="35216" y="24988"/>
                  </a:lnTo>
                  <a:lnTo>
                    <a:pt x="34334" y="25149"/>
                  </a:lnTo>
                  <a:lnTo>
                    <a:pt x="33451" y="25289"/>
                  </a:lnTo>
                  <a:lnTo>
                    <a:pt x="32569" y="25409"/>
                  </a:lnTo>
                  <a:lnTo>
                    <a:pt x="31085" y="25550"/>
                  </a:lnTo>
                  <a:lnTo>
                    <a:pt x="29581" y="25630"/>
                  </a:lnTo>
                  <a:lnTo>
                    <a:pt x="28077" y="25690"/>
                  </a:lnTo>
                  <a:lnTo>
                    <a:pt x="26573" y="25710"/>
                  </a:lnTo>
                  <a:lnTo>
                    <a:pt x="24788" y="25690"/>
                  </a:lnTo>
                  <a:lnTo>
                    <a:pt x="23003" y="25610"/>
                  </a:lnTo>
                  <a:lnTo>
                    <a:pt x="21218" y="25510"/>
                  </a:lnTo>
                  <a:lnTo>
                    <a:pt x="19433" y="25369"/>
                  </a:lnTo>
                  <a:lnTo>
                    <a:pt x="17709" y="25209"/>
                  </a:lnTo>
                  <a:lnTo>
                    <a:pt x="15984" y="25008"/>
                  </a:lnTo>
                  <a:lnTo>
                    <a:pt x="15122" y="24888"/>
                  </a:lnTo>
                  <a:lnTo>
                    <a:pt x="14259" y="24768"/>
                  </a:lnTo>
                  <a:lnTo>
                    <a:pt x="13397" y="24607"/>
                  </a:lnTo>
                  <a:lnTo>
                    <a:pt x="12555" y="24427"/>
                  </a:lnTo>
                  <a:lnTo>
                    <a:pt x="11813" y="24266"/>
                  </a:lnTo>
                  <a:lnTo>
                    <a:pt x="11071" y="24046"/>
                  </a:lnTo>
                  <a:lnTo>
                    <a:pt x="10329" y="23825"/>
                  </a:lnTo>
                  <a:lnTo>
                    <a:pt x="9948" y="23685"/>
                  </a:lnTo>
                  <a:lnTo>
                    <a:pt x="9587" y="23544"/>
                  </a:lnTo>
                  <a:lnTo>
                    <a:pt x="9246" y="23384"/>
                  </a:lnTo>
                  <a:lnTo>
                    <a:pt x="8885" y="23203"/>
                  </a:lnTo>
                  <a:lnTo>
                    <a:pt x="8564" y="23023"/>
                  </a:lnTo>
                  <a:lnTo>
                    <a:pt x="8223" y="22822"/>
                  </a:lnTo>
                  <a:lnTo>
                    <a:pt x="7902" y="22602"/>
                  </a:lnTo>
                  <a:lnTo>
                    <a:pt x="7601" y="22381"/>
                  </a:lnTo>
                  <a:lnTo>
                    <a:pt x="7300" y="22141"/>
                  </a:lnTo>
                  <a:lnTo>
                    <a:pt x="7020" y="21880"/>
                  </a:lnTo>
                  <a:lnTo>
                    <a:pt x="6759" y="21579"/>
                  </a:lnTo>
                  <a:lnTo>
                    <a:pt x="6518" y="21258"/>
                  </a:lnTo>
                  <a:lnTo>
                    <a:pt x="6298" y="20937"/>
                  </a:lnTo>
                  <a:lnTo>
                    <a:pt x="6097" y="20596"/>
                  </a:lnTo>
                  <a:lnTo>
                    <a:pt x="5917" y="20255"/>
                  </a:lnTo>
                  <a:lnTo>
                    <a:pt x="5756" y="19874"/>
                  </a:lnTo>
                  <a:lnTo>
                    <a:pt x="5616" y="19513"/>
                  </a:lnTo>
                  <a:lnTo>
                    <a:pt x="5495" y="19132"/>
                  </a:lnTo>
                  <a:lnTo>
                    <a:pt x="5375" y="18731"/>
                  </a:lnTo>
                  <a:lnTo>
                    <a:pt x="5275" y="18350"/>
                  </a:lnTo>
                  <a:lnTo>
                    <a:pt x="5094" y="17548"/>
                  </a:lnTo>
                  <a:lnTo>
                    <a:pt x="4954" y="16766"/>
                  </a:lnTo>
                  <a:lnTo>
                    <a:pt x="4834" y="16004"/>
                  </a:lnTo>
                  <a:lnTo>
                    <a:pt x="4713" y="15162"/>
                  </a:lnTo>
                  <a:lnTo>
                    <a:pt x="4633" y="14319"/>
                  </a:lnTo>
                  <a:lnTo>
                    <a:pt x="4553" y="13477"/>
                  </a:lnTo>
                  <a:lnTo>
                    <a:pt x="4513" y="12635"/>
                  </a:lnTo>
                  <a:lnTo>
                    <a:pt x="4513" y="11792"/>
                  </a:lnTo>
                  <a:lnTo>
                    <a:pt x="4513" y="10950"/>
                  </a:lnTo>
                  <a:lnTo>
                    <a:pt x="4533" y="10108"/>
                  </a:lnTo>
                  <a:lnTo>
                    <a:pt x="4593" y="9265"/>
                  </a:lnTo>
                  <a:lnTo>
                    <a:pt x="4633" y="8664"/>
                  </a:lnTo>
                  <a:lnTo>
                    <a:pt x="4693" y="8062"/>
                  </a:lnTo>
                  <a:lnTo>
                    <a:pt x="4774" y="7461"/>
                  </a:lnTo>
                  <a:lnTo>
                    <a:pt x="4874" y="6839"/>
                  </a:lnTo>
                  <a:lnTo>
                    <a:pt x="4974" y="6217"/>
                  </a:lnTo>
                  <a:lnTo>
                    <a:pt x="5094" y="5596"/>
                  </a:lnTo>
                  <a:lnTo>
                    <a:pt x="5255" y="4974"/>
                  </a:lnTo>
                  <a:lnTo>
                    <a:pt x="5415" y="4352"/>
                  </a:lnTo>
                  <a:lnTo>
                    <a:pt x="5616" y="3750"/>
                  </a:lnTo>
                  <a:lnTo>
                    <a:pt x="5816" y="3169"/>
                  </a:lnTo>
                  <a:lnTo>
                    <a:pt x="6057" y="2587"/>
                  </a:lnTo>
                  <a:lnTo>
                    <a:pt x="6318" y="2026"/>
                  </a:lnTo>
                  <a:lnTo>
                    <a:pt x="6619" y="1484"/>
                  </a:lnTo>
                  <a:lnTo>
                    <a:pt x="6939" y="963"/>
                  </a:lnTo>
                  <a:lnTo>
                    <a:pt x="7280" y="462"/>
                  </a:lnTo>
                  <a:lnTo>
                    <a:pt x="768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31"/>
            <p:cNvSpPr/>
            <p:nvPr/>
          </p:nvSpPr>
          <p:spPr>
            <a:xfrm>
              <a:off x="10137625" y="3130463"/>
              <a:ext cx="985200" cy="699925"/>
            </a:xfrm>
            <a:custGeom>
              <a:avLst/>
              <a:gdLst/>
              <a:ahLst/>
              <a:cxnLst/>
              <a:rect l="l" t="t" r="r" b="b"/>
              <a:pathLst>
                <a:path w="39408" h="27997" fill="none" extrusionOk="0">
                  <a:moveTo>
                    <a:pt x="7681" y="0"/>
                  </a:moveTo>
                  <a:lnTo>
                    <a:pt x="7681" y="0"/>
                  </a:lnTo>
                  <a:lnTo>
                    <a:pt x="7341" y="20"/>
                  </a:lnTo>
                  <a:lnTo>
                    <a:pt x="7000" y="81"/>
                  </a:lnTo>
                  <a:lnTo>
                    <a:pt x="6659" y="121"/>
                  </a:lnTo>
                  <a:lnTo>
                    <a:pt x="6338" y="201"/>
                  </a:lnTo>
                  <a:lnTo>
                    <a:pt x="6017" y="281"/>
                  </a:lnTo>
                  <a:lnTo>
                    <a:pt x="5696" y="381"/>
                  </a:lnTo>
                  <a:lnTo>
                    <a:pt x="5395" y="482"/>
                  </a:lnTo>
                  <a:lnTo>
                    <a:pt x="5094" y="602"/>
                  </a:lnTo>
                  <a:lnTo>
                    <a:pt x="4794" y="742"/>
                  </a:lnTo>
                  <a:lnTo>
                    <a:pt x="4493" y="883"/>
                  </a:lnTo>
                  <a:lnTo>
                    <a:pt x="4212" y="1043"/>
                  </a:lnTo>
                  <a:lnTo>
                    <a:pt x="3931" y="1204"/>
                  </a:lnTo>
                  <a:lnTo>
                    <a:pt x="3650" y="1364"/>
                  </a:lnTo>
                  <a:lnTo>
                    <a:pt x="3390" y="1565"/>
                  </a:lnTo>
                  <a:lnTo>
                    <a:pt x="3129" y="1745"/>
                  </a:lnTo>
                  <a:lnTo>
                    <a:pt x="2888" y="1966"/>
                  </a:lnTo>
                  <a:lnTo>
                    <a:pt x="2648" y="2166"/>
                  </a:lnTo>
                  <a:lnTo>
                    <a:pt x="2407" y="2407"/>
                  </a:lnTo>
                  <a:lnTo>
                    <a:pt x="2186" y="2627"/>
                  </a:lnTo>
                  <a:lnTo>
                    <a:pt x="1986" y="2868"/>
                  </a:lnTo>
                  <a:lnTo>
                    <a:pt x="1765" y="3129"/>
                  </a:lnTo>
                  <a:lnTo>
                    <a:pt x="1585" y="3369"/>
                  </a:lnTo>
                  <a:lnTo>
                    <a:pt x="1384" y="3650"/>
                  </a:lnTo>
                  <a:lnTo>
                    <a:pt x="1224" y="3911"/>
                  </a:lnTo>
                  <a:lnTo>
                    <a:pt x="1063" y="4192"/>
                  </a:lnTo>
                  <a:lnTo>
                    <a:pt x="903" y="4493"/>
                  </a:lnTo>
                  <a:lnTo>
                    <a:pt x="763" y="4773"/>
                  </a:lnTo>
                  <a:lnTo>
                    <a:pt x="622" y="5074"/>
                  </a:lnTo>
                  <a:lnTo>
                    <a:pt x="502" y="5375"/>
                  </a:lnTo>
                  <a:lnTo>
                    <a:pt x="402" y="5696"/>
                  </a:lnTo>
                  <a:lnTo>
                    <a:pt x="301" y="6017"/>
                  </a:lnTo>
                  <a:lnTo>
                    <a:pt x="221" y="6338"/>
                  </a:lnTo>
                  <a:lnTo>
                    <a:pt x="221" y="6338"/>
                  </a:lnTo>
                  <a:lnTo>
                    <a:pt x="121" y="6799"/>
                  </a:lnTo>
                  <a:lnTo>
                    <a:pt x="61" y="7260"/>
                  </a:lnTo>
                  <a:lnTo>
                    <a:pt x="21" y="7741"/>
                  </a:lnTo>
                  <a:lnTo>
                    <a:pt x="1" y="8223"/>
                  </a:lnTo>
                  <a:lnTo>
                    <a:pt x="1" y="19754"/>
                  </a:lnTo>
                  <a:lnTo>
                    <a:pt x="1" y="19754"/>
                  </a:lnTo>
                  <a:lnTo>
                    <a:pt x="21" y="20175"/>
                  </a:lnTo>
                  <a:lnTo>
                    <a:pt x="41" y="20596"/>
                  </a:lnTo>
                  <a:lnTo>
                    <a:pt x="101" y="21017"/>
                  </a:lnTo>
                  <a:lnTo>
                    <a:pt x="181" y="21419"/>
                  </a:lnTo>
                  <a:lnTo>
                    <a:pt x="261" y="21820"/>
                  </a:lnTo>
                  <a:lnTo>
                    <a:pt x="382" y="22221"/>
                  </a:lnTo>
                  <a:lnTo>
                    <a:pt x="502" y="22602"/>
                  </a:lnTo>
                  <a:lnTo>
                    <a:pt x="662" y="22963"/>
                  </a:lnTo>
                  <a:lnTo>
                    <a:pt x="823" y="23344"/>
                  </a:lnTo>
                  <a:lnTo>
                    <a:pt x="1003" y="23685"/>
                  </a:lnTo>
                  <a:lnTo>
                    <a:pt x="1204" y="24026"/>
                  </a:lnTo>
                  <a:lnTo>
                    <a:pt x="1424" y="24367"/>
                  </a:lnTo>
                  <a:lnTo>
                    <a:pt x="1645" y="24687"/>
                  </a:lnTo>
                  <a:lnTo>
                    <a:pt x="1886" y="25008"/>
                  </a:lnTo>
                  <a:lnTo>
                    <a:pt x="2146" y="25309"/>
                  </a:lnTo>
                  <a:lnTo>
                    <a:pt x="2427" y="25590"/>
                  </a:lnTo>
                  <a:lnTo>
                    <a:pt x="2708" y="25871"/>
                  </a:lnTo>
                  <a:lnTo>
                    <a:pt x="3009" y="26131"/>
                  </a:lnTo>
                  <a:lnTo>
                    <a:pt x="3330" y="26372"/>
                  </a:lnTo>
                  <a:lnTo>
                    <a:pt x="3650" y="26593"/>
                  </a:lnTo>
                  <a:lnTo>
                    <a:pt x="3971" y="26813"/>
                  </a:lnTo>
                  <a:lnTo>
                    <a:pt x="4332" y="27014"/>
                  </a:lnTo>
                  <a:lnTo>
                    <a:pt x="4673" y="27194"/>
                  </a:lnTo>
                  <a:lnTo>
                    <a:pt x="5034" y="27355"/>
                  </a:lnTo>
                  <a:lnTo>
                    <a:pt x="5415" y="27515"/>
                  </a:lnTo>
                  <a:lnTo>
                    <a:pt x="5796" y="27635"/>
                  </a:lnTo>
                  <a:lnTo>
                    <a:pt x="6197" y="27756"/>
                  </a:lnTo>
                  <a:lnTo>
                    <a:pt x="6598" y="27836"/>
                  </a:lnTo>
                  <a:lnTo>
                    <a:pt x="7000" y="27916"/>
                  </a:lnTo>
                  <a:lnTo>
                    <a:pt x="7401" y="27956"/>
                  </a:lnTo>
                  <a:lnTo>
                    <a:pt x="7822" y="27996"/>
                  </a:lnTo>
                  <a:lnTo>
                    <a:pt x="8263" y="27996"/>
                  </a:lnTo>
                  <a:lnTo>
                    <a:pt x="32068" y="27996"/>
                  </a:lnTo>
                  <a:lnTo>
                    <a:pt x="32068" y="27996"/>
                  </a:lnTo>
                  <a:lnTo>
                    <a:pt x="32649" y="27976"/>
                  </a:lnTo>
                  <a:lnTo>
                    <a:pt x="33251" y="27916"/>
                  </a:lnTo>
                  <a:lnTo>
                    <a:pt x="33812" y="27816"/>
                  </a:lnTo>
                  <a:lnTo>
                    <a:pt x="34374" y="27676"/>
                  </a:lnTo>
                  <a:lnTo>
                    <a:pt x="34915" y="27495"/>
                  </a:lnTo>
                  <a:lnTo>
                    <a:pt x="35437" y="27295"/>
                  </a:lnTo>
                  <a:lnTo>
                    <a:pt x="35938" y="27034"/>
                  </a:lnTo>
                  <a:lnTo>
                    <a:pt x="36420" y="26753"/>
                  </a:lnTo>
                  <a:lnTo>
                    <a:pt x="36901" y="26452"/>
                  </a:lnTo>
                  <a:lnTo>
                    <a:pt x="37322" y="26111"/>
                  </a:lnTo>
                  <a:lnTo>
                    <a:pt x="37743" y="25730"/>
                  </a:lnTo>
                  <a:lnTo>
                    <a:pt x="38144" y="25329"/>
                  </a:lnTo>
                  <a:lnTo>
                    <a:pt x="38505" y="24908"/>
                  </a:lnTo>
                  <a:lnTo>
                    <a:pt x="38826" y="24467"/>
                  </a:lnTo>
                  <a:lnTo>
                    <a:pt x="39147" y="23986"/>
                  </a:lnTo>
                  <a:lnTo>
                    <a:pt x="39408" y="23504"/>
                  </a:lnTo>
                  <a:lnTo>
                    <a:pt x="39408" y="23504"/>
                  </a:lnTo>
                  <a:lnTo>
                    <a:pt x="39007" y="23705"/>
                  </a:lnTo>
                  <a:lnTo>
                    <a:pt x="38605" y="23885"/>
                  </a:lnTo>
                  <a:lnTo>
                    <a:pt x="38204" y="24066"/>
                  </a:lnTo>
                  <a:lnTo>
                    <a:pt x="37803" y="24226"/>
                  </a:lnTo>
                  <a:lnTo>
                    <a:pt x="37382" y="24387"/>
                  </a:lnTo>
                  <a:lnTo>
                    <a:pt x="36961" y="24527"/>
                  </a:lnTo>
                  <a:lnTo>
                    <a:pt x="36099" y="24768"/>
                  </a:lnTo>
                  <a:lnTo>
                    <a:pt x="35216" y="24988"/>
                  </a:lnTo>
                  <a:lnTo>
                    <a:pt x="34334" y="25149"/>
                  </a:lnTo>
                  <a:lnTo>
                    <a:pt x="33451" y="25289"/>
                  </a:lnTo>
                  <a:lnTo>
                    <a:pt x="32569" y="25409"/>
                  </a:lnTo>
                  <a:lnTo>
                    <a:pt x="32569" y="25409"/>
                  </a:lnTo>
                  <a:lnTo>
                    <a:pt x="31085" y="25550"/>
                  </a:lnTo>
                  <a:lnTo>
                    <a:pt x="29581" y="25630"/>
                  </a:lnTo>
                  <a:lnTo>
                    <a:pt x="28077" y="25690"/>
                  </a:lnTo>
                  <a:lnTo>
                    <a:pt x="26573" y="25710"/>
                  </a:lnTo>
                  <a:lnTo>
                    <a:pt x="26573" y="25710"/>
                  </a:lnTo>
                  <a:lnTo>
                    <a:pt x="24788" y="25690"/>
                  </a:lnTo>
                  <a:lnTo>
                    <a:pt x="23003" y="25610"/>
                  </a:lnTo>
                  <a:lnTo>
                    <a:pt x="21218" y="25510"/>
                  </a:lnTo>
                  <a:lnTo>
                    <a:pt x="19433" y="25369"/>
                  </a:lnTo>
                  <a:lnTo>
                    <a:pt x="19433" y="25369"/>
                  </a:lnTo>
                  <a:lnTo>
                    <a:pt x="17709" y="25209"/>
                  </a:lnTo>
                  <a:lnTo>
                    <a:pt x="15984" y="25008"/>
                  </a:lnTo>
                  <a:lnTo>
                    <a:pt x="15122" y="24888"/>
                  </a:lnTo>
                  <a:lnTo>
                    <a:pt x="14259" y="24768"/>
                  </a:lnTo>
                  <a:lnTo>
                    <a:pt x="13397" y="24607"/>
                  </a:lnTo>
                  <a:lnTo>
                    <a:pt x="12555" y="24427"/>
                  </a:lnTo>
                  <a:lnTo>
                    <a:pt x="12555" y="24427"/>
                  </a:lnTo>
                  <a:lnTo>
                    <a:pt x="11813" y="24266"/>
                  </a:lnTo>
                  <a:lnTo>
                    <a:pt x="11071" y="24046"/>
                  </a:lnTo>
                  <a:lnTo>
                    <a:pt x="10329" y="23825"/>
                  </a:lnTo>
                  <a:lnTo>
                    <a:pt x="9948" y="23685"/>
                  </a:lnTo>
                  <a:lnTo>
                    <a:pt x="9587" y="23544"/>
                  </a:lnTo>
                  <a:lnTo>
                    <a:pt x="9246" y="23384"/>
                  </a:lnTo>
                  <a:lnTo>
                    <a:pt x="8885" y="23203"/>
                  </a:lnTo>
                  <a:lnTo>
                    <a:pt x="8564" y="23023"/>
                  </a:lnTo>
                  <a:lnTo>
                    <a:pt x="8223" y="22822"/>
                  </a:lnTo>
                  <a:lnTo>
                    <a:pt x="7902" y="22602"/>
                  </a:lnTo>
                  <a:lnTo>
                    <a:pt x="7601" y="22381"/>
                  </a:lnTo>
                  <a:lnTo>
                    <a:pt x="7300" y="22141"/>
                  </a:lnTo>
                  <a:lnTo>
                    <a:pt x="7020" y="21880"/>
                  </a:lnTo>
                  <a:lnTo>
                    <a:pt x="7020" y="21880"/>
                  </a:lnTo>
                  <a:lnTo>
                    <a:pt x="6759" y="21579"/>
                  </a:lnTo>
                  <a:lnTo>
                    <a:pt x="6518" y="21258"/>
                  </a:lnTo>
                  <a:lnTo>
                    <a:pt x="6298" y="20937"/>
                  </a:lnTo>
                  <a:lnTo>
                    <a:pt x="6097" y="20596"/>
                  </a:lnTo>
                  <a:lnTo>
                    <a:pt x="5917" y="20255"/>
                  </a:lnTo>
                  <a:lnTo>
                    <a:pt x="5756" y="19874"/>
                  </a:lnTo>
                  <a:lnTo>
                    <a:pt x="5616" y="19513"/>
                  </a:lnTo>
                  <a:lnTo>
                    <a:pt x="5495" y="19132"/>
                  </a:lnTo>
                  <a:lnTo>
                    <a:pt x="5375" y="18731"/>
                  </a:lnTo>
                  <a:lnTo>
                    <a:pt x="5275" y="18350"/>
                  </a:lnTo>
                  <a:lnTo>
                    <a:pt x="5094" y="17548"/>
                  </a:lnTo>
                  <a:lnTo>
                    <a:pt x="4954" y="16766"/>
                  </a:lnTo>
                  <a:lnTo>
                    <a:pt x="4834" y="16004"/>
                  </a:lnTo>
                  <a:lnTo>
                    <a:pt x="4834" y="16004"/>
                  </a:lnTo>
                  <a:lnTo>
                    <a:pt x="4713" y="15162"/>
                  </a:lnTo>
                  <a:lnTo>
                    <a:pt x="4633" y="14319"/>
                  </a:lnTo>
                  <a:lnTo>
                    <a:pt x="4553" y="13477"/>
                  </a:lnTo>
                  <a:lnTo>
                    <a:pt x="4513" y="12635"/>
                  </a:lnTo>
                  <a:lnTo>
                    <a:pt x="4513" y="11792"/>
                  </a:lnTo>
                  <a:lnTo>
                    <a:pt x="4513" y="10950"/>
                  </a:lnTo>
                  <a:lnTo>
                    <a:pt x="4533" y="10108"/>
                  </a:lnTo>
                  <a:lnTo>
                    <a:pt x="4593" y="9265"/>
                  </a:lnTo>
                  <a:lnTo>
                    <a:pt x="4593" y="9265"/>
                  </a:lnTo>
                  <a:lnTo>
                    <a:pt x="4633" y="8664"/>
                  </a:lnTo>
                  <a:lnTo>
                    <a:pt x="4693" y="8062"/>
                  </a:lnTo>
                  <a:lnTo>
                    <a:pt x="4774" y="7461"/>
                  </a:lnTo>
                  <a:lnTo>
                    <a:pt x="4874" y="6839"/>
                  </a:lnTo>
                  <a:lnTo>
                    <a:pt x="4974" y="6217"/>
                  </a:lnTo>
                  <a:lnTo>
                    <a:pt x="5094" y="5596"/>
                  </a:lnTo>
                  <a:lnTo>
                    <a:pt x="5255" y="4974"/>
                  </a:lnTo>
                  <a:lnTo>
                    <a:pt x="5415" y="4352"/>
                  </a:lnTo>
                  <a:lnTo>
                    <a:pt x="5616" y="3750"/>
                  </a:lnTo>
                  <a:lnTo>
                    <a:pt x="5816" y="3169"/>
                  </a:lnTo>
                  <a:lnTo>
                    <a:pt x="6057" y="2587"/>
                  </a:lnTo>
                  <a:lnTo>
                    <a:pt x="6318" y="2026"/>
                  </a:lnTo>
                  <a:lnTo>
                    <a:pt x="6619" y="1484"/>
                  </a:lnTo>
                  <a:lnTo>
                    <a:pt x="6939" y="963"/>
                  </a:lnTo>
                  <a:lnTo>
                    <a:pt x="7280" y="462"/>
                  </a:lnTo>
                  <a:lnTo>
                    <a:pt x="76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31"/>
            <p:cNvSpPr/>
            <p:nvPr/>
          </p:nvSpPr>
          <p:spPr>
            <a:xfrm>
              <a:off x="10986425" y="3187613"/>
              <a:ext cx="99800" cy="93775"/>
            </a:xfrm>
            <a:custGeom>
              <a:avLst/>
              <a:gdLst/>
              <a:ahLst/>
              <a:cxnLst/>
              <a:rect l="l" t="t" r="r" b="b"/>
              <a:pathLst>
                <a:path w="3992" h="3751" extrusionOk="0">
                  <a:moveTo>
                    <a:pt x="241" y="1"/>
                  </a:moveTo>
                  <a:lnTo>
                    <a:pt x="161" y="21"/>
                  </a:lnTo>
                  <a:lnTo>
                    <a:pt x="101" y="41"/>
                  </a:lnTo>
                  <a:lnTo>
                    <a:pt x="41" y="101"/>
                  </a:lnTo>
                  <a:lnTo>
                    <a:pt x="21" y="181"/>
                  </a:lnTo>
                  <a:lnTo>
                    <a:pt x="1" y="241"/>
                  </a:lnTo>
                  <a:lnTo>
                    <a:pt x="21" y="321"/>
                  </a:lnTo>
                  <a:lnTo>
                    <a:pt x="61" y="382"/>
                  </a:lnTo>
                  <a:lnTo>
                    <a:pt x="121" y="442"/>
                  </a:lnTo>
                  <a:lnTo>
                    <a:pt x="362" y="582"/>
                  </a:lnTo>
                  <a:lnTo>
                    <a:pt x="622" y="702"/>
                  </a:lnTo>
                  <a:lnTo>
                    <a:pt x="1144" y="943"/>
                  </a:lnTo>
                  <a:lnTo>
                    <a:pt x="1405" y="1063"/>
                  </a:lnTo>
                  <a:lnTo>
                    <a:pt x="1665" y="1204"/>
                  </a:lnTo>
                  <a:lnTo>
                    <a:pt x="1906" y="1364"/>
                  </a:lnTo>
                  <a:lnTo>
                    <a:pt x="2127" y="1545"/>
                  </a:lnTo>
                  <a:lnTo>
                    <a:pt x="2347" y="1765"/>
                  </a:lnTo>
                  <a:lnTo>
                    <a:pt x="2528" y="2006"/>
                  </a:lnTo>
                  <a:lnTo>
                    <a:pt x="2688" y="2247"/>
                  </a:lnTo>
                  <a:lnTo>
                    <a:pt x="2828" y="2507"/>
                  </a:lnTo>
                  <a:lnTo>
                    <a:pt x="3069" y="3049"/>
                  </a:lnTo>
                  <a:lnTo>
                    <a:pt x="3210" y="3330"/>
                  </a:lnTo>
                  <a:lnTo>
                    <a:pt x="3350" y="3590"/>
                  </a:lnTo>
                  <a:lnTo>
                    <a:pt x="3390" y="3650"/>
                  </a:lnTo>
                  <a:lnTo>
                    <a:pt x="3430" y="3691"/>
                  </a:lnTo>
                  <a:lnTo>
                    <a:pt x="3490" y="3731"/>
                  </a:lnTo>
                  <a:lnTo>
                    <a:pt x="3550" y="3751"/>
                  </a:lnTo>
                  <a:lnTo>
                    <a:pt x="3671" y="3751"/>
                  </a:lnTo>
                  <a:lnTo>
                    <a:pt x="3771" y="3731"/>
                  </a:lnTo>
                  <a:lnTo>
                    <a:pt x="3871" y="3670"/>
                  </a:lnTo>
                  <a:lnTo>
                    <a:pt x="3952" y="3570"/>
                  </a:lnTo>
                  <a:lnTo>
                    <a:pt x="3992" y="3450"/>
                  </a:lnTo>
                  <a:lnTo>
                    <a:pt x="3992" y="3390"/>
                  </a:lnTo>
                  <a:lnTo>
                    <a:pt x="3992" y="3310"/>
                  </a:lnTo>
                  <a:lnTo>
                    <a:pt x="3911" y="3009"/>
                  </a:lnTo>
                  <a:lnTo>
                    <a:pt x="3811" y="2688"/>
                  </a:lnTo>
                  <a:lnTo>
                    <a:pt x="3671" y="2367"/>
                  </a:lnTo>
                  <a:lnTo>
                    <a:pt x="3530" y="2066"/>
                  </a:lnTo>
                  <a:lnTo>
                    <a:pt x="3350" y="1785"/>
                  </a:lnTo>
                  <a:lnTo>
                    <a:pt x="3149" y="1505"/>
                  </a:lnTo>
                  <a:lnTo>
                    <a:pt x="2909" y="1244"/>
                  </a:lnTo>
                  <a:lnTo>
                    <a:pt x="2668" y="983"/>
                  </a:lnTo>
                  <a:lnTo>
                    <a:pt x="2407" y="763"/>
                  </a:lnTo>
                  <a:lnTo>
                    <a:pt x="2147" y="562"/>
                  </a:lnTo>
                  <a:lnTo>
                    <a:pt x="1846" y="382"/>
                  </a:lnTo>
                  <a:lnTo>
                    <a:pt x="1545" y="241"/>
                  </a:lnTo>
                  <a:lnTo>
                    <a:pt x="1224" y="121"/>
                  </a:lnTo>
                  <a:lnTo>
                    <a:pt x="903" y="41"/>
                  </a:lnTo>
                  <a:lnTo>
                    <a:pt x="5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31"/>
            <p:cNvSpPr/>
            <p:nvPr/>
          </p:nvSpPr>
          <p:spPr>
            <a:xfrm>
              <a:off x="11080175" y="3306938"/>
              <a:ext cx="17575" cy="18075"/>
            </a:xfrm>
            <a:custGeom>
              <a:avLst/>
              <a:gdLst/>
              <a:ahLst/>
              <a:cxnLst/>
              <a:rect l="l" t="t" r="r" b="b"/>
              <a:pathLst>
                <a:path w="703" h="723" extrusionOk="0">
                  <a:moveTo>
                    <a:pt x="262" y="0"/>
                  </a:moveTo>
                  <a:lnTo>
                    <a:pt x="181" y="21"/>
                  </a:lnTo>
                  <a:lnTo>
                    <a:pt x="121" y="61"/>
                  </a:lnTo>
                  <a:lnTo>
                    <a:pt x="81" y="101"/>
                  </a:lnTo>
                  <a:lnTo>
                    <a:pt x="41" y="161"/>
                  </a:lnTo>
                  <a:lnTo>
                    <a:pt x="21" y="221"/>
                  </a:lnTo>
                  <a:lnTo>
                    <a:pt x="1" y="361"/>
                  </a:lnTo>
                  <a:lnTo>
                    <a:pt x="21" y="502"/>
                  </a:lnTo>
                  <a:lnTo>
                    <a:pt x="41" y="562"/>
                  </a:lnTo>
                  <a:lnTo>
                    <a:pt x="81" y="622"/>
                  </a:lnTo>
                  <a:lnTo>
                    <a:pt x="121" y="662"/>
                  </a:lnTo>
                  <a:lnTo>
                    <a:pt x="181" y="702"/>
                  </a:lnTo>
                  <a:lnTo>
                    <a:pt x="262" y="722"/>
                  </a:lnTo>
                  <a:lnTo>
                    <a:pt x="422" y="722"/>
                  </a:lnTo>
                  <a:lnTo>
                    <a:pt x="502" y="702"/>
                  </a:lnTo>
                  <a:lnTo>
                    <a:pt x="563" y="662"/>
                  </a:lnTo>
                  <a:lnTo>
                    <a:pt x="603" y="622"/>
                  </a:lnTo>
                  <a:lnTo>
                    <a:pt x="643" y="562"/>
                  </a:lnTo>
                  <a:lnTo>
                    <a:pt x="683" y="502"/>
                  </a:lnTo>
                  <a:lnTo>
                    <a:pt x="703" y="361"/>
                  </a:lnTo>
                  <a:lnTo>
                    <a:pt x="683" y="221"/>
                  </a:lnTo>
                  <a:lnTo>
                    <a:pt x="643" y="161"/>
                  </a:lnTo>
                  <a:lnTo>
                    <a:pt x="603" y="101"/>
                  </a:lnTo>
                  <a:lnTo>
                    <a:pt x="563" y="61"/>
                  </a:lnTo>
                  <a:lnTo>
                    <a:pt x="502" y="21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31"/>
            <p:cNvSpPr/>
            <p:nvPr/>
          </p:nvSpPr>
          <p:spPr>
            <a:xfrm>
              <a:off x="10287620" y="4074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31"/>
            <p:cNvSpPr/>
            <p:nvPr/>
          </p:nvSpPr>
          <p:spPr>
            <a:xfrm>
              <a:off x="10393350" y="3917588"/>
              <a:ext cx="25575" cy="158475"/>
            </a:xfrm>
            <a:custGeom>
              <a:avLst/>
              <a:gdLst/>
              <a:ahLst/>
              <a:cxnLst/>
              <a:rect l="l" t="t" r="r" b="b"/>
              <a:pathLst>
                <a:path w="1023" h="6339" extrusionOk="0">
                  <a:moveTo>
                    <a:pt x="0" y="1"/>
                  </a:moveTo>
                  <a:lnTo>
                    <a:pt x="0" y="6338"/>
                  </a:lnTo>
                  <a:lnTo>
                    <a:pt x="1023" y="6338"/>
                  </a:lnTo>
                  <a:lnTo>
                    <a:pt x="963" y="4754"/>
                  </a:lnTo>
                  <a:lnTo>
                    <a:pt x="943" y="3169"/>
                  </a:lnTo>
                  <a:lnTo>
                    <a:pt x="943" y="1585"/>
                  </a:lnTo>
                  <a:lnTo>
                    <a:pt x="9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57" name="Google Shape;6757;p31"/>
          <p:cNvGrpSpPr/>
          <p:nvPr/>
        </p:nvGrpSpPr>
        <p:grpSpPr>
          <a:xfrm>
            <a:off x="-9444" y="3988897"/>
            <a:ext cx="1445336" cy="1115411"/>
            <a:chOff x="12761825" y="3127225"/>
            <a:chExt cx="2554500" cy="1971388"/>
          </a:xfrm>
        </p:grpSpPr>
        <p:sp>
          <p:nvSpPr>
            <p:cNvPr id="6758" name="Google Shape;6758;p31"/>
            <p:cNvSpPr/>
            <p:nvPr/>
          </p:nvSpPr>
          <p:spPr>
            <a:xfrm>
              <a:off x="12761825" y="4921613"/>
              <a:ext cx="2554500" cy="1770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31"/>
            <p:cNvSpPr/>
            <p:nvPr/>
          </p:nvSpPr>
          <p:spPr>
            <a:xfrm>
              <a:off x="13559425" y="3153675"/>
              <a:ext cx="384100" cy="241500"/>
            </a:xfrm>
            <a:custGeom>
              <a:avLst/>
              <a:gdLst/>
              <a:ahLst/>
              <a:cxnLst/>
              <a:rect l="l" t="t" r="r" b="b"/>
              <a:pathLst>
                <a:path w="15364" h="9660" extrusionOk="0">
                  <a:moveTo>
                    <a:pt x="3544" y="1"/>
                  </a:moveTo>
                  <a:lnTo>
                    <a:pt x="2701" y="23"/>
                  </a:lnTo>
                  <a:lnTo>
                    <a:pt x="1837" y="87"/>
                  </a:lnTo>
                  <a:lnTo>
                    <a:pt x="929" y="174"/>
                  </a:lnTo>
                  <a:lnTo>
                    <a:pt x="0" y="325"/>
                  </a:lnTo>
                  <a:lnTo>
                    <a:pt x="454" y="2940"/>
                  </a:lnTo>
                  <a:lnTo>
                    <a:pt x="1275" y="2832"/>
                  </a:lnTo>
                  <a:lnTo>
                    <a:pt x="2075" y="2745"/>
                  </a:lnTo>
                  <a:lnTo>
                    <a:pt x="2831" y="2680"/>
                  </a:lnTo>
                  <a:lnTo>
                    <a:pt x="3544" y="2659"/>
                  </a:lnTo>
                  <a:lnTo>
                    <a:pt x="4322" y="2680"/>
                  </a:lnTo>
                  <a:lnTo>
                    <a:pt x="5056" y="2745"/>
                  </a:lnTo>
                  <a:lnTo>
                    <a:pt x="5726" y="2853"/>
                  </a:lnTo>
                  <a:lnTo>
                    <a:pt x="6374" y="2983"/>
                  </a:lnTo>
                  <a:lnTo>
                    <a:pt x="6893" y="3112"/>
                  </a:lnTo>
                  <a:lnTo>
                    <a:pt x="7390" y="3285"/>
                  </a:lnTo>
                  <a:lnTo>
                    <a:pt x="7844" y="3458"/>
                  </a:lnTo>
                  <a:lnTo>
                    <a:pt x="8276" y="3653"/>
                  </a:lnTo>
                  <a:lnTo>
                    <a:pt x="8622" y="3847"/>
                  </a:lnTo>
                  <a:lnTo>
                    <a:pt x="8967" y="4042"/>
                  </a:lnTo>
                  <a:lnTo>
                    <a:pt x="9270" y="4258"/>
                  </a:lnTo>
                  <a:lnTo>
                    <a:pt x="9572" y="4474"/>
                  </a:lnTo>
                  <a:lnTo>
                    <a:pt x="9853" y="4690"/>
                  </a:lnTo>
                  <a:lnTo>
                    <a:pt x="10113" y="4928"/>
                  </a:lnTo>
                  <a:lnTo>
                    <a:pt x="10372" y="5165"/>
                  </a:lnTo>
                  <a:lnTo>
                    <a:pt x="10588" y="5403"/>
                  </a:lnTo>
                  <a:lnTo>
                    <a:pt x="10912" y="5770"/>
                  </a:lnTo>
                  <a:lnTo>
                    <a:pt x="11193" y="6138"/>
                  </a:lnTo>
                  <a:lnTo>
                    <a:pt x="11452" y="6526"/>
                  </a:lnTo>
                  <a:lnTo>
                    <a:pt x="11690" y="6894"/>
                  </a:lnTo>
                  <a:lnTo>
                    <a:pt x="11971" y="7456"/>
                  </a:lnTo>
                  <a:lnTo>
                    <a:pt x="12208" y="7974"/>
                  </a:lnTo>
                  <a:lnTo>
                    <a:pt x="12381" y="8450"/>
                  </a:lnTo>
                  <a:lnTo>
                    <a:pt x="12533" y="8882"/>
                  </a:lnTo>
                  <a:lnTo>
                    <a:pt x="12619" y="9206"/>
                  </a:lnTo>
                  <a:lnTo>
                    <a:pt x="12684" y="9465"/>
                  </a:lnTo>
                  <a:lnTo>
                    <a:pt x="12705" y="9616"/>
                  </a:lnTo>
                  <a:lnTo>
                    <a:pt x="12705" y="9638"/>
                  </a:lnTo>
                  <a:lnTo>
                    <a:pt x="15363" y="9292"/>
                  </a:lnTo>
                  <a:lnTo>
                    <a:pt x="15277" y="8838"/>
                  </a:lnTo>
                  <a:lnTo>
                    <a:pt x="15147" y="8363"/>
                  </a:lnTo>
                  <a:lnTo>
                    <a:pt x="14974" y="7780"/>
                  </a:lnTo>
                  <a:lnTo>
                    <a:pt x="14801" y="7261"/>
                  </a:lnTo>
                  <a:lnTo>
                    <a:pt x="14564" y="6699"/>
                  </a:lnTo>
                  <a:lnTo>
                    <a:pt x="14283" y="6116"/>
                  </a:lnTo>
                  <a:lnTo>
                    <a:pt x="13937" y="5489"/>
                  </a:lnTo>
                  <a:lnTo>
                    <a:pt x="13656" y="4992"/>
                  </a:lnTo>
                  <a:lnTo>
                    <a:pt x="13310" y="4517"/>
                  </a:lnTo>
                  <a:lnTo>
                    <a:pt x="12943" y="4020"/>
                  </a:lnTo>
                  <a:lnTo>
                    <a:pt x="12511" y="3545"/>
                  </a:lnTo>
                  <a:lnTo>
                    <a:pt x="12165" y="3199"/>
                  </a:lnTo>
                  <a:lnTo>
                    <a:pt x="11798" y="2853"/>
                  </a:lnTo>
                  <a:lnTo>
                    <a:pt x="11387" y="2507"/>
                  </a:lnTo>
                  <a:lnTo>
                    <a:pt x="10977" y="2183"/>
                  </a:lnTo>
                  <a:lnTo>
                    <a:pt x="10523" y="1859"/>
                  </a:lnTo>
                  <a:lnTo>
                    <a:pt x="10026" y="1578"/>
                  </a:lnTo>
                  <a:lnTo>
                    <a:pt x="9508" y="1297"/>
                  </a:lnTo>
                  <a:lnTo>
                    <a:pt x="8967" y="1038"/>
                  </a:lnTo>
                  <a:lnTo>
                    <a:pt x="8406" y="822"/>
                  </a:lnTo>
                  <a:lnTo>
                    <a:pt x="7801" y="606"/>
                  </a:lnTo>
                  <a:lnTo>
                    <a:pt x="7152" y="433"/>
                  </a:lnTo>
                  <a:lnTo>
                    <a:pt x="6504" y="282"/>
                  </a:lnTo>
                  <a:lnTo>
                    <a:pt x="5813" y="152"/>
                  </a:lnTo>
                  <a:lnTo>
                    <a:pt x="5078" y="66"/>
                  </a:lnTo>
                  <a:lnTo>
                    <a:pt x="4322" y="23"/>
                  </a:lnTo>
                  <a:lnTo>
                    <a:pt x="3544" y="1"/>
                  </a:lnTo>
                  <a:close/>
                  <a:moveTo>
                    <a:pt x="13894" y="9487"/>
                  </a:moveTo>
                  <a:lnTo>
                    <a:pt x="12705" y="9638"/>
                  </a:lnTo>
                  <a:lnTo>
                    <a:pt x="12705" y="9660"/>
                  </a:lnTo>
                  <a:lnTo>
                    <a:pt x="13894" y="948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31"/>
            <p:cNvSpPr/>
            <p:nvPr/>
          </p:nvSpPr>
          <p:spPr>
            <a:xfrm>
              <a:off x="12808025" y="4457700"/>
              <a:ext cx="221500" cy="227450"/>
            </a:xfrm>
            <a:custGeom>
              <a:avLst/>
              <a:gdLst/>
              <a:ahLst/>
              <a:cxnLst/>
              <a:rect l="l" t="t" r="r" b="b"/>
              <a:pathLst>
                <a:path w="8860" h="9098" extrusionOk="0">
                  <a:moveTo>
                    <a:pt x="4775" y="1"/>
                  </a:moveTo>
                  <a:lnTo>
                    <a:pt x="4343" y="130"/>
                  </a:lnTo>
                  <a:lnTo>
                    <a:pt x="3868" y="260"/>
                  </a:lnTo>
                  <a:lnTo>
                    <a:pt x="3306" y="476"/>
                  </a:lnTo>
                  <a:lnTo>
                    <a:pt x="2658" y="735"/>
                  </a:lnTo>
                  <a:lnTo>
                    <a:pt x="2334" y="908"/>
                  </a:lnTo>
                  <a:lnTo>
                    <a:pt x="1988" y="1081"/>
                  </a:lnTo>
                  <a:lnTo>
                    <a:pt x="1664" y="1254"/>
                  </a:lnTo>
                  <a:lnTo>
                    <a:pt x="1361" y="1470"/>
                  </a:lnTo>
                  <a:lnTo>
                    <a:pt x="1059" y="1686"/>
                  </a:lnTo>
                  <a:lnTo>
                    <a:pt x="800" y="1924"/>
                  </a:lnTo>
                  <a:lnTo>
                    <a:pt x="562" y="2161"/>
                  </a:lnTo>
                  <a:lnTo>
                    <a:pt x="346" y="2421"/>
                  </a:lnTo>
                  <a:lnTo>
                    <a:pt x="195" y="2702"/>
                  </a:lnTo>
                  <a:lnTo>
                    <a:pt x="130" y="2853"/>
                  </a:lnTo>
                  <a:lnTo>
                    <a:pt x="65" y="3004"/>
                  </a:lnTo>
                  <a:lnTo>
                    <a:pt x="22" y="3155"/>
                  </a:lnTo>
                  <a:lnTo>
                    <a:pt x="0" y="3328"/>
                  </a:lnTo>
                  <a:lnTo>
                    <a:pt x="0" y="3479"/>
                  </a:lnTo>
                  <a:lnTo>
                    <a:pt x="0" y="3652"/>
                  </a:lnTo>
                  <a:lnTo>
                    <a:pt x="22" y="3825"/>
                  </a:lnTo>
                  <a:lnTo>
                    <a:pt x="43" y="3998"/>
                  </a:lnTo>
                  <a:lnTo>
                    <a:pt x="108" y="4171"/>
                  </a:lnTo>
                  <a:lnTo>
                    <a:pt x="173" y="4365"/>
                  </a:lnTo>
                  <a:lnTo>
                    <a:pt x="259" y="4538"/>
                  </a:lnTo>
                  <a:lnTo>
                    <a:pt x="368" y="4733"/>
                  </a:lnTo>
                  <a:lnTo>
                    <a:pt x="497" y="4927"/>
                  </a:lnTo>
                  <a:lnTo>
                    <a:pt x="648" y="5122"/>
                  </a:lnTo>
                  <a:lnTo>
                    <a:pt x="821" y="5338"/>
                  </a:lnTo>
                  <a:lnTo>
                    <a:pt x="1016" y="5532"/>
                  </a:lnTo>
                  <a:lnTo>
                    <a:pt x="1232" y="5748"/>
                  </a:lnTo>
                  <a:lnTo>
                    <a:pt x="1470" y="5964"/>
                  </a:lnTo>
                  <a:lnTo>
                    <a:pt x="2010" y="6396"/>
                  </a:lnTo>
                  <a:lnTo>
                    <a:pt x="2658" y="6872"/>
                  </a:lnTo>
                  <a:lnTo>
                    <a:pt x="3436" y="7347"/>
                  </a:lnTo>
                  <a:lnTo>
                    <a:pt x="4300" y="7823"/>
                  </a:lnTo>
                  <a:lnTo>
                    <a:pt x="5186" y="8276"/>
                  </a:lnTo>
                  <a:lnTo>
                    <a:pt x="5942" y="8622"/>
                  </a:lnTo>
                  <a:lnTo>
                    <a:pt x="6288" y="8752"/>
                  </a:lnTo>
                  <a:lnTo>
                    <a:pt x="6612" y="8860"/>
                  </a:lnTo>
                  <a:lnTo>
                    <a:pt x="6915" y="8968"/>
                  </a:lnTo>
                  <a:lnTo>
                    <a:pt x="7174" y="9033"/>
                  </a:lnTo>
                  <a:lnTo>
                    <a:pt x="7433" y="9076"/>
                  </a:lnTo>
                  <a:lnTo>
                    <a:pt x="7649" y="9097"/>
                  </a:lnTo>
                  <a:lnTo>
                    <a:pt x="8038" y="9097"/>
                  </a:lnTo>
                  <a:lnTo>
                    <a:pt x="8211" y="9054"/>
                  </a:lnTo>
                  <a:lnTo>
                    <a:pt x="8341" y="9011"/>
                  </a:lnTo>
                  <a:lnTo>
                    <a:pt x="8470" y="8946"/>
                  </a:lnTo>
                  <a:lnTo>
                    <a:pt x="8578" y="8860"/>
                  </a:lnTo>
                  <a:lnTo>
                    <a:pt x="8665" y="8752"/>
                  </a:lnTo>
                  <a:lnTo>
                    <a:pt x="8730" y="8644"/>
                  </a:lnTo>
                  <a:lnTo>
                    <a:pt x="8794" y="8514"/>
                  </a:lnTo>
                  <a:lnTo>
                    <a:pt x="8816" y="8384"/>
                  </a:lnTo>
                  <a:lnTo>
                    <a:pt x="8838" y="8233"/>
                  </a:lnTo>
                  <a:lnTo>
                    <a:pt x="8859" y="8060"/>
                  </a:lnTo>
                  <a:lnTo>
                    <a:pt x="8838" y="7693"/>
                  </a:lnTo>
                  <a:lnTo>
                    <a:pt x="8751" y="7304"/>
                  </a:lnTo>
                  <a:lnTo>
                    <a:pt x="8622" y="6872"/>
                  </a:lnTo>
                  <a:lnTo>
                    <a:pt x="8470" y="6396"/>
                  </a:lnTo>
                  <a:lnTo>
                    <a:pt x="8276" y="5921"/>
                  </a:lnTo>
                  <a:lnTo>
                    <a:pt x="8038" y="5424"/>
                  </a:lnTo>
                  <a:lnTo>
                    <a:pt x="7801" y="4906"/>
                  </a:lnTo>
                  <a:lnTo>
                    <a:pt x="7520" y="4409"/>
                  </a:lnTo>
                  <a:lnTo>
                    <a:pt x="7239" y="3890"/>
                  </a:lnTo>
                  <a:lnTo>
                    <a:pt x="6677" y="2896"/>
                  </a:lnTo>
                  <a:lnTo>
                    <a:pt x="6094" y="1967"/>
                  </a:lnTo>
                  <a:lnTo>
                    <a:pt x="5575" y="1189"/>
                  </a:lnTo>
                  <a:lnTo>
                    <a:pt x="5164" y="562"/>
                  </a:lnTo>
                  <a:lnTo>
                    <a:pt x="47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31"/>
            <p:cNvSpPr/>
            <p:nvPr/>
          </p:nvSpPr>
          <p:spPr>
            <a:xfrm>
              <a:off x="12876625" y="3375700"/>
              <a:ext cx="2329850" cy="1362375"/>
            </a:xfrm>
            <a:custGeom>
              <a:avLst/>
              <a:gdLst/>
              <a:ahLst/>
              <a:cxnLst/>
              <a:rect l="l" t="t" r="r" b="b"/>
              <a:pathLst>
                <a:path w="93194" h="54495" extrusionOk="0">
                  <a:moveTo>
                    <a:pt x="40385" y="1"/>
                  </a:moveTo>
                  <a:lnTo>
                    <a:pt x="38915" y="22"/>
                  </a:lnTo>
                  <a:lnTo>
                    <a:pt x="37489" y="109"/>
                  </a:lnTo>
                  <a:lnTo>
                    <a:pt x="36128" y="217"/>
                  </a:lnTo>
                  <a:lnTo>
                    <a:pt x="34832" y="368"/>
                  </a:lnTo>
                  <a:lnTo>
                    <a:pt x="33578" y="584"/>
                  </a:lnTo>
                  <a:lnTo>
                    <a:pt x="32368" y="822"/>
                  </a:lnTo>
                  <a:lnTo>
                    <a:pt x="31202" y="1103"/>
                  </a:lnTo>
                  <a:lnTo>
                    <a:pt x="30100" y="1427"/>
                  </a:lnTo>
                  <a:lnTo>
                    <a:pt x="29041" y="1773"/>
                  </a:lnTo>
                  <a:lnTo>
                    <a:pt x="28047" y="2161"/>
                  </a:lnTo>
                  <a:lnTo>
                    <a:pt x="27075" y="2594"/>
                  </a:lnTo>
                  <a:lnTo>
                    <a:pt x="26167" y="3047"/>
                  </a:lnTo>
                  <a:lnTo>
                    <a:pt x="25281" y="3523"/>
                  </a:lnTo>
                  <a:lnTo>
                    <a:pt x="24460" y="4041"/>
                  </a:lnTo>
                  <a:lnTo>
                    <a:pt x="23682" y="4581"/>
                  </a:lnTo>
                  <a:lnTo>
                    <a:pt x="22926" y="5143"/>
                  </a:lnTo>
                  <a:lnTo>
                    <a:pt x="22213" y="5748"/>
                  </a:lnTo>
                  <a:lnTo>
                    <a:pt x="21565" y="6353"/>
                  </a:lnTo>
                  <a:lnTo>
                    <a:pt x="20916" y="6980"/>
                  </a:lnTo>
                  <a:lnTo>
                    <a:pt x="20333" y="7650"/>
                  </a:lnTo>
                  <a:lnTo>
                    <a:pt x="19771" y="8320"/>
                  </a:lnTo>
                  <a:lnTo>
                    <a:pt x="19253" y="9011"/>
                  </a:lnTo>
                  <a:lnTo>
                    <a:pt x="18777" y="9702"/>
                  </a:lnTo>
                  <a:lnTo>
                    <a:pt x="18324" y="10416"/>
                  </a:lnTo>
                  <a:lnTo>
                    <a:pt x="17891" y="11150"/>
                  </a:lnTo>
                  <a:lnTo>
                    <a:pt x="17502" y="11885"/>
                  </a:lnTo>
                  <a:lnTo>
                    <a:pt x="17135" y="12641"/>
                  </a:lnTo>
                  <a:lnTo>
                    <a:pt x="16811" y="13397"/>
                  </a:lnTo>
                  <a:lnTo>
                    <a:pt x="16508" y="14154"/>
                  </a:lnTo>
                  <a:lnTo>
                    <a:pt x="16228" y="14932"/>
                  </a:lnTo>
                  <a:lnTo>
                    <a:pt x="15968" y="15709"/>
                  </a:lnTo>
                  <a:lnTo>
                    <a:pt x="15731" y="16466"/>
                  </a:lnTo>
                  <a:lnTo>
                    <a:pt x="15536" y="17244"/>
                  </a:lnTo>
                  <a:lnTo>
                    <a:pt x="15342" y="18021"/>
                  </a:lnTo>
                  <a:lnTo>
                    <a:pt x="15190" y="18778"/>
                  </a:lnTo>
                  <a:lnTo>
                    <a:pt x="15039" y="19534"/>
                  </a:lnTo>
                  <a:lnTo>
                    <a:pt x="14931" y="20290"/>
                  </a:lnTo>
                  <a:lnTo>
                    <a:pt x="14823" y="21046"/>
                  </a:lnTo>
                  <a:lnTo>
                    <a:pt x="14737" y="21781"/>
                  </a:lnTo>
                  <a:lnTo>
                    <a:pt x="14650" y="22516"/>
                  </a:lnTo>
                  <a:lnTo>
                    <a:pt x="14607" y="23229"/>
                  </a:lnTo>
                  <a:lnTo>
                    <a:pt x="14564" y="23942"/>
                  </a:lnTo>
                  <a:lnTo>
                    <a:pt x="14521" y="25303"/>
                  </a:lnTo>
                  <a:lnTo>
                    <a:pt x="14521" y="26600"/>
                  </a:lnTo>
                  <a:lnTo>
                    <a:pt x="14542" y="27788"/>
                  </a:lnTo>
                  <a:lnTo>
                    <a:pt x="14607" y="28912"/>
                  </a:lnTo>
                  <a:lnTo>
                    <a:pt x="14693" y="29906"/>
                  </a:lnTo>
                  <a:lnTo>
                    <a:pt x="14780" y="30770"/>
                  </a:lnTo>
                  <a:lnTo>
                    <a:pt x="14866" y="31526"/>
                  </a:lnTo>
                  <a:lnTo>
                    <a:pt x="15039" y="32563"/>
                  </a:lnTo>
                  <a:lnTo>
                    <a:pt x="15104" y="32931"/>
                  </a:lnTo>
                  <a:lnTo>
                    <a:pt x="14910" y="32952"/>
                  </a:lnTo>
                  <a:lnTo>
                    <a:pt x="14391" y="33017"/>
                  </a:lnTo>
                  <a:lnTo>
                    <a:pt x="13570" y="33147"/>
                  </a:lnTo>
                  <a:lnTo>
                    <a:pt x="13073" y="33255"/>
                  </a:lnTo>
                  <a:lnTo>
                    <a:pt x="12511" y="33384"/>
                  </a:lnTo>
                  <a:lnTo>
                    <a:pt x="11906" y="33536"/>
                  </a:lnTo>
                  <a:lnTo>
                    <a:pt x="11279" y="33752"/>
                  </a:lnTo>
                  <a:lnTo>
                    <a:pt x="10588" y="33989"/>
                  </a:lnTo>
                  <a:lnTo>
                    <a:pt x="9897" y="34270"/>
                  </a:lnTo>
                  <a:lnTo>
                    <a:pt x="9184" y="34594"/>
                  </a:lnTo>
                  <a:lnTo>
                    <a:pt x="8449" y="34983"/>
                  </a:lnTo>
                  <a:lnTo>
                    <a:pt x="7693" y="35415"/>
                  </a:lnTo>
                  <a:lnTo>
                    <a:pt x="6958" y="35912"/>
                  </a:lnTo>
                  <a:lnTo>
                    <a:pt x="6591" y="36172"/>
                  </a:lnTo>
                  <a:lnTo>
                    <a:pt x="6202" y="36474"/>
                  </a:lnTo>
                  <a:lnTo>
                    <a:pt x="5856" y="36755"/>
                  </a:lnTo>
                  <a:lnTo>
                    <a:pt x="5489" y="37079"/>
                  </a:lnTo>
                  <a:lnTo>
                    <a:pt x="5121" y="37425"/>
                  </a:lnTo>
                  <a:lnTo>
                    <a:pt x="4776" y="37771"/>
                  </a:lnTo>
                  <a:lnTo>
                    <a:pt x="4430" y="38138"/>
                  </a:lnTo>
                  <a:lnTo>
                    <a:pt x="4084" y="38527"/>
                  </a:lnTo>
                  <a:lnTo>
                    <a:pt x="3760" y="38937"/>
                  </a:lnTo>
                  <a:lnTo>
                    <a:pt x="3436" y="39348"/>
                  </a:lnTo>
                  <a:lnTo>
                    <a:pt x="3112" y="39802"/>
                  </a:lnTo>
                  <a:lnTo>
                    <a:pt x="2809" y="40277"/>
                  </a:lnTo>
                  <a:lnTo>
                    <a:pt x="2528" y="40753"/>
                  </a:lnTo>
                  <a:lnTo>
                    <a:pt x="2248" y="41271"/>
                  </a:lnTo>
                  <a:lnTo>
                    <a:pt x="1967" y="41790"/>
                  </a:lnTo>
                  <a:lnTo>
                    <a:pt x="1729" y="42351"/>
                  </a:lnTo>
                  <a:lnTo>
                    <a:pt x="1491" y="42913"/>
                  </a:lnTo>
                  <a:lnTo>
                    <a:pt x="1254" y="43518"/>
                  </a:lnTo>
                  <a:lnTo>
                    <a:pt x="1038" y="44123"/>
                  </a:lnTo>
                  <a:lnTo>
                    <a:pt x="865" y="44772"/>
                  </a:lnTo>
                  <a:lnTo>
                    <a:pt x="670" y="45441"/>
                  </a:lnTo>
                  <a:lnTo>
                    <a:pt x="519" y="46133"/>
                  </a:lnTo>
                  <a:lnTo>
                    <a:pt x="389" y="46846"/>
                  </a:lnTo>
                  <a:lnTo>
                    <a:pt x="260" y="47581"/>
                  </a:lnTo>
                  <a:lnTo>
                    <a:pt x="173" y="48358"/>
                  </a:lnTo>
                  <a:lnTo>
                    <a:pt x="87" y="49158"/>
                  </a:lnTo>
                  <a:lnTo>
                    <a:pt x="44" y="49979"/>
                  </a:lnTo>
                  <a:lnTo>
                    <a:pt x="0" y="50822"/>
                  </a:lnTo>
                  <a:lnTo>
                    <a:pt x="0" y="51686"/>
                  </a:lnTo>
                  <a:lnTo>
                    <a:pt x="22" y="52593"/>
                  </a:lnTo>
                  <a:lnTo>
                    <a:pt x="65" y="53523"/>
                  </a:lnTo>
                  <a:lnTo>
                    <a:pt x="130" y="54495"/>
                  </a:lnTo>
                  <a:lnTo>
                    <a:pt x="93193" y="54495"/>
                  </a:lnTo>
                  <a:lnTo>
                    <a:pt x="93193" y="54214"/>
                  </a:lnTo>
                  <a:lnTo>
                    <a:pt x="93193" y="53415"/>
                  </a:lnTo>
                  <a:lnTo>
                    <a:pt x="93172" y="52831"/>
                  </a:lnTo>
                  <a:lnTo>
                    <a:pt x="93150" y="52161"/>
                  </a:lnTo>
                  <a:lnTo>
                    <a:pt x="93085" y="51405"/>
                  </a:lnTo>
                  <a:lnTo>
                    <a:pt x="92999" y="50562"/>
                  </a:lnTo>
                  <a:lnTo>
                    <a:pt x="92869" y="49655"/>
                  </a:lnTo>
                  <a:lnTo>
                    <a:pt x="92696" y="48704"/>
                  </a:lnTo>
                  <a:lnTo>
                    <a:pt x="92480" y="47667"/>
                  </a:lnTo>
                  <a:lnTo>
                    <a:pt x="92221" y="46608"/>
                  </a:lnTo>
                  <a:lnTo>
                    <a:pt x="91897" y="45528"/>
                  </a:lnTo>
                  <a:lnTo>
                    <a:pt x="91724" y="44966"/>
                  </a:lnTo>
                  <a:lnTo>
                    <a:pt x="91530" y="44426"/>
                  </a:lnTo>
                  <a:lnTo>
                    <a:pt x="91314" y="43864"/>
                  </a:lnTo>
                  <a:lnTo>
                    <a:pt x="91076" y="43302"/>
                  </a:lnTo>
                  <a:lnTo>
                    <a:pt x="90817" y="42740"/>
                  </a:lnTo>
                  <a:lnTo>
                    <a:pt x="90557" y="42179"/>
                  </a:lnTo>
                  <a:lnTo>
                    <a:pt x="90255" y="41617"/>
                  </a:lnTo>
                  <a:lnTo>
                    <a:pt x="89952" y="41055"/>
                  </a:lnTo>
                  <a:lnTo>
                    <a:pt x="89628" y="40515"/>
                  </a:lnTo>
                  <a:lnTo>
                    <a:pt x="89261" y="39975"/>
                  </a:lnTo>
                  <a:lnTo>
                    <a:pt x="88894" y="39434"/>
                  </a:lnTo>
                  <a:lnTo>
                    <a:pt x="88483" y="38916"/>
                  </a:lnTo>
                  <a:lnTo>
                    <a:pt x="88072" y="38397"/>
                  </a:lnTo>
                  <a:lnTo>
                    <a:pt x="87619" y="37879"/>
                  </a:lnTo>
                  <a:lnTo>
                    <a:pt x="87143" y="37382"/>
                  </a:lnTo>
                  <a:lnTo>
                    <a:pt x="86646" y="36906"/>
                  </a:lnTo>
                  <a:lnTo>
                    <a:pt x="86128" y="36431"/>
                  </a:lnTo>
                  <a:lnTo>
                    <a:pt x="85588" y="35977"/>
                  </a:lnTo>
                  <a:lnTo>
                    <a:pt x="85004" y="35545"/>
                  </a:lnTo>
                  <a:lnTo>
                    <a:pt x="84399" y="35135"/>
                  </a:lnTo>
                  <a:lnTo>
                    <a:pt x="83751" y="34724"/>
                  </a:lnTo>
                  <a:lnTo>
                    <a:pt x="83081" y="34357"/>
                  </a:lnTo>
                  <a:lnTo>
                    <a:pt x="82390" y="34011"/>
                  </a:lnTo>
                  <a:lnTo>
                    <a:pt x="81677" y="33665"/>
                  </a:lnTo>
                  <a:lnTo>
                    <a:pt x="80899" y="33363"/>
                  </a:lnTo>
                  <a:lnTo>
                    <a:pt x="80121" y="33082"/>
                  </a:lnTo>
                  <a:lnTo>
                    <a:pt x="79300" y="32823"/>
                  </a:lnTo>
                  <a:lnTo>
                    <a:pt x="78436" y="32606"/>
                  </a:lnTo>
                  <a:lnTo>
                    <a:pt x="77528" y="32412"/>
                  </a:lnTo>
                  <a:lnTo>
                    <a:pt x="76599" y="32239"/>
                  </a:lnTo>
                  <a:lnTo>
                    <a:pt x="75648" y="32110"/>
                  </a:lnTo>
                  <a:lnTo>
                    <a:pt x="74654" y="32001"/>
                  </a:lnTo>
                  <a:lnTo>
                    <a:pt x="73595" y="31937"/>
                  </a:lnTo>
                  <a:lnTo>
                    <a:pt x="72537" y="31915"/>
                  </a:lnTo>
                  <a:lnTo>
                    <a:pt x="71413" y="31915"/>
                  </a:lnTo>
                  <a:lnTo>
                    <a:pt x="70268" y="31958"/>
                  </a:lnTo>
                  <a:lnTo>
                    <a:pt x="69058" y="32045"/>
                  </a:lnTo>
                  <a:lnTo>
                    <a:pt x="67826" y="32153"/>
                  </a:lnTo>
                  <a:lnTo>
                    <a:pt x="67826" y="32153"/>
                  </a:lnTo>
                  <a:lnTo>
                    <a:pt x="67869" y="31807"/>
                  </a:lnTo>
                  <a:lnTo>
                    <a:pt x="67978" y="30770"/>
                  </a:lnTo>
                  <a:lnTo>
                    <a:pt x="68021" y="30057"/>
                  </a:lnTo>
                  <a:lnTo>
                    <a:pt x="68042" y="29192"/>
                  </a:lnTo>
                  <a:lnTo>
                    <a:pt x="68064" y="28220"/>
                  </a:lnTo>
                  <a:lnTo>
                    <a:pt x="68042" y="27140"/>
                  </a:lnTo>
                  <a:lnTo>
                    <a:pt x="67999" y="25951"/>
                  </a:lnTo>
                  <a:lnTo>
                    <a:pt x="67913" y="24698"/>
                  </a:lnTo>
                  <a:lnTo>
                    <a:pt x="67783" y="23380"/>
                  </a:lnTo>
                  <a:lnTo>
                    <a:pt x="67697" y="22689"/>
                  </a:lnTo>
                  <a:lnTo>
                    <a:pt x="67589" y="21997"/>
                  </a:lnTo>
                  <a:lnTo>
                    <a:pt x="67481" y="21284"/>
                  </a:lnTo>
                  <a:lnTo>
                    <a:pt x="67329" y="20549"/>
                  </a:lnTo>
                  <a:lnTo>
                    <a:pt x="67178" y="19815"/>
                  </a:lnTo>
                  <a:lnTo>
                    <a:pt x="67005" y="19080"/>
                  </a:lnTo>
                  <a:lnTo>
                    <a:pt x="66832" y="18345"/>
                  </a:lnTo>
                  <a:lnTo>
                    <a:pt x="66616" y="17589"/>
                  </a:lnTo>
                  <a:lnTo>
                    <a:pt x="66379" y="16833"/>
                  </a:lnTo>
                  <a:lnTo>
                    <a:pt x="66119" y="16077"/>
                  </a:lnTo>
                  <a:lnTo>
                    <a:pt x="65838" y="15320"/>
                  </a:lnTo>
                  <a:lnTo>
                    <a:pt x="65536" y="14586"/>
                  </a:lnTo>
                  <a:lnTo>
                    <a:pt x="65212" y="13830"/>
                  </a:lnTo>
                  <a:lnTo>
                    <a:pt x="64844" y="13073"/>
                  </a:lnTo>
                  <a:lnTo>
                    <a:pt x="64477" y="12339"/>
                  </a:lnTo>
                  <a:lnTo>
                    <a:pt x="64067" y="11604"/>
                  </a:lnTo>
                  <a:lnTo>
                    <a:pt x="63613" y="10891"/>
                  </a:lnTo>
                  <a:lnTo>
                    <a:pt x="63137" y="10178"/>
                  </a:lnTo>
                  <a:lnTo>
                    <a:pt x="62640" y="9486"/>
                  </a:lnTo>
                  <a:lnTo>
                    <a:pt x="62122" y="8795"/>
                  </a:lnTo>
                  <a:lnTo>
                    <a:pt x="61538" y="8125"/>
                  </a:lnTo>
                  <a:lnTo>
                    <a:pt x="60955" y="7455"/>
                  </a:lnTo>
                  <a:lnTo>
                    <a:pt x="60307" y="6829"/>
                  </a:lnTo>
                  <a:lnTo>
                    <a:pt x="59637" y="6202"/>
                  </a:lnTo>
                  <a:lnTo>
                    <a:pt x="58924" y="5597"/>
                  </a:lnTo>
                  <a:lnTo>
                    <a:pt x="58189" y="5035"/>
                  </a:lnTo>
                  <a:lnTo>
                    <a:pt x="57411" y="4473"/>
                  </a:lnTo>
                  <a:lnTo>
                    <a:pt x="56590" y="3955"/>
                  </a:lnTo>
                  <a:lnTo>
                    <a:pt x="55726" y="3436"/>
                  </a:lnTo>
                  <a:lnTo>
                    <a:pt x="54819" y="2961"/>
                  </a:lnTo>
                  <a:lnTo>
                    <a:pt x="53868" y="2529"/>
                  </a:lnTo>
                  <a:lnTo>
                    <a:pt x="52874" y="2118"/>
                  </a:lnTo>
                  <a:lnTo>
                    <a:pt x="51837" y="1729"/>
                  </a:lnTo>
                  <a:lnTo>
                    <a:pt x="50756" y="1384"/>
                  </a:lnTo>
                  <a:lnTo>
                    <a:pt x="49633" y="1081"/>
                  </a:lnTo>
                  <a:lnTo>
                    <a:pt x="48466" y="800"/>
                  </a:lnTo>
                  <a:lnTo>
                    <a:pt x="47234" y="562"/>
                  </a:lnTo>
                  <a:lnTo>
                    <a:pt x="45981" y="368"/>
                  </a:lnTo>
                  <a:lnTo>
                    <a:pt x="44663" y="217"/>
                  </a:lnTo>
                  <a:lnTo>
                    <a:pt x="43280" y="87"/>
                  </a:lnTo>
                  <a:lnTo>
                    <a:pt x="41854" y="22"/>
                  </a:lnTo>
                  <a:lnTo>
                    <a:pt x="4038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31"/>
            <p:cNvSpPr/>
            <p:nvPr/>
          </p:nvSpPr>
          <p:spPr>
            <a:xfrm>
              <a:off x="12876625" y="3375700"/>
              <a:ext cx="2329850" cy="1362375"/>
            </a:xfrm>
            <a:custGeom>
              <a:avLst/>
              <a:gdLst/>
              <a:ahLst/>
              <a:cxnLst/>
              <a:rect l="l" t="t" r="r" b="b"/>
              <a:pathLst>
                <a:path w="93194" h="54495" fill="none" extrusionOk="0">
                  <a:moveTo>
                    <a:pt x="67826" y="32153"/>
                  </a:moveTo>
                  <a:lnTo>
                    <a:pt x="67826" y="32153"/>
                  </a:lnTo>
                  <a:lnTo>
                    <a:pt x="67869" y="31807"/>
                  </a:lnTo>
                  <a:lnTo>
                    <a:pt x="67978" y="30770"/>
                  </a:lnTo>
                  <a:lnTo>
                    <a:pt x="68021" y="30057"/>
                  </a:lnTo>
                  <a:lnTo>
                    <a:pt x="68042" y="29192"/>
                  </a:lnTo>
                  <a:lnTo>
                    <a:pt x="68064" y="28220"/>
                  </a:lnTo>
                  <a:lnTo>
                    <a:pt x="68042" y="27140"/>
                  </a:lnTo>
                  <a:lnTo>
                    <a:pt x="67999" y="25951"/>
                  </a:lnTo>
                  <a:lnTo>
                    <a:pt x="67913" y="24698"/>
                  </a:lnTo>
                  <a:lnTo>
                    <a:pt x="67783" y="23380"/>
                  </a:lnTo>
                  <a:lnTo>
                    <a:pt x="67697" y="22689"/>
                  </a:lnTo>
                  <a:lnTo>
                    <a:pt x="67589" y="21997"/>
                  </a:lnTo>
                  <a:lnTo>
                    <a:pt x="67481" y="21284"/>
                  </a:lnTo>
                  <a:lnTo>
                    <a:pt x="67329" y="20549"/>
                  </a:lnTo>
                  <a:lnTo>
                    <a:pt x="67178" y="19815"/>
                  </a:lnTo>
                  <a:lnTo>
                    <a:pt x="67005" y="19080"/>
                  </a:lnTo>
                  <a:lnTo>
                    <a:pt x="66832" y="18345"/>
                  </a:lnTo>
                  <a:lnTo>
                    <a:pt x="66616" y="17589"/>
                  </a:lnTo>
                  <a:lnTo>
                    <a:pt x="66379" y="16833"/>
                  </a:lnTo>
                  <a:lnTo>
                    <a:pt x="66119" y="16077"/>
                  </a:lnTo>
                  <a:lnTo>
                    <a:pt x="65838" y="15320"/>
                  </a:lnTo>
                  <a:lnTo>
                    <a:pt x="65536" y="14586"/>
                  </a:lnTo>
                  <a:lnTo>
                    <a:pt x="65212" y="13830"/>
                  </a:lnTo>
                  <a:lnTo>
                    <a:pt x="64844" y="13073"/>
                  </a:lnTo>
                  <a:lnTo>
                    <a:pt x="64477" y="12339"/>
                  </a:lnTo>
                  <a:lnTo>
                    <a:pt x="64067" y="11604"/>
                  </a:lnTo>
                  <a:lnTo>
                    <a:pt x="63613" y="10891"/>
                  </a:lnTo>
                  <a:lnTo>
                    <a:pt x="63137" y="10178"/>
                  </a:lnTo>
                  <a:lnTo>
                    <a:pt x="62640" y="9486"/>
                  </a:lnTo>
                  <a:lnTo>
                    <a:pt x="62122" y="8795"/>
                  </a:lnTo>
                  <a:lnTo>
                    <a:pt x="61538" y="8125"/>
                  </a:lnTo>
                  <a:lnTo>
                    <a:pt x="60955" y="7455"/>
                  </a:lnTo>
                  <a:lnTo>
                    <a:pt x="60307" y="6829"/>
                  </a:lnTo>
                  <a:lnTo>
                    <a:pt x="59637" y="6202"/>
                  </a:lnTo>
                  <a:lnTo>
                    <a:pt x="58924" y="5597"/>
                  </a:lnTo>
                  <a:lnTo>
                    <a:pt x="58189" y="5035"/>
                  </a:lnTo>
                  <a:lnTo>
                    <a:pt x="57411" y="4473"/>
                  </a:lnTo>
                  <a:lnTo>
                    <a:pt x="56590" y="3955"/>
                  </a:lnTo>
                  <a:lnTo>
                    <a:pt x="55726" y="3436"/>
                  </a:lnTo>
                  <a:lnTo>
                    <a:pt x="54819" y="2961"/>
                  </a:lnTo>
                  <a:lnTo>
                    <a:pt x="53868" y="2529"/>
                  </a:lnTo>
                  <a:lnTo>
                    <a:pt x="52874" y="2118"/>
                  </a:lnTo>
                  <a:lnTo>
                    <a:pt x="51837" y="1729"/>
                  </a:lnTo>
                  <a:lnTo>
                    <a:pt x="50756" y="1384"/>
                  </a:lnTo>
                  <a:lnTo>
                    <a:pt x="49633" y="1081"/>
                  </a:lnTo>
                  <a:lnTo>
                    <a:pt x="48466" y="800"/>
                  </a:lnTo>
                  <a:lnTo>
                    <a:pt x="47234" y="562"/>
                  </a:lnTo>
                  <a:lnTo>
                    <a:pt x="45981" y="368"/>
                  </a:lnTo>
                  <a:lnTo>
                    <a:pt x="44663" y="217"/>
                  </a:lnTo>
                  <a:lnTo>
                    <a:pt x="43280" y="87"/>
                  </a:lnTo>
                  <a:lnTo>
                    <a:pt x="41854" y="22"/>
                  </a:lnTo>
                  <a:lnTo>
                    <a:pt x="40385" y="1"/>
                  </a:lnTo>
                  <a:lnTo>
                    <a:pt x="40385" y="1"/>
                  </a:lnTo>
                  <a:lnTo>
                    <a:pt x="38915" y="22"/>
                  </a:lnTo>
                  <a:lnTo>
                    <a:pt x="37489" y="109"/>
                  </a:lnTo>
                  <a:lnTo>
                    <a:pt x="36128" y="217"/>
                  </a:lnTo>
                  <a:lnTo>
                    <a:pt x="34832" y="368"/>
                  </a:lnTo>
                  <a:lnTo>
                    <a:pt x="33578" y="584"/>
                  </a:lnTo>
                  <a:lnTo>
                    <a:pt x="32368" y="822"/>
                  </a:lnTo>
                  <a:lnTo>
                    <a:pt x="31202" y="1103"/>
                  </a:lnTo>
                  <a:lnTo>
                    <a:pt x="30100" y="1427"/>
                  </a:lnTo>
                  <a:lnTo>
                    <a:pt x="29041" y="1773"/>
                  </a:lnTo>
                  <a:lnTo>
                    <a:pt x="28047" y="2161"/>
                  </a:lnTo>
                  <a:lnTo>
                    <a:pt x="27075" y="2594"/>
                  </a:lnTo>
                  <a:lnTo>
                    <a:pt x="26167" y="3047"/>
                  </a:lnTo>
                  <a:lnTo>
                    <a:pt x="25281" y="3523"/>
                  </a:lnTo>
                  <a:lnTo>
                    <a:pt x="24460" y="4041"/>
                  </a:lnTo>
                  <a:lnTo>
                    <a:pt x="23682" y="4581"/>
                  </a:lnTo>
                  <a:lnTo>
                    <a:pt x="22926" y="5143"/>
                  </a:lnTo>
                  <a:lnTo>
                    <a:pt x="22213" y="5748"/>
                  </a:lnTo>
                  <a:lnTo>
                    <a:pt x="21565" y="6353"/>
                  </a:lnTo>
                  <a:lnTo>
                    <a:pt x="20916" y="6980"/>
                  </a:lnTo>
                  <a:lnTo>
                    <a:pt x="20333" y="7650"/>
                  </a:lnTo>
                  <a:lnTo>
                    <a:pt x="19771" y="8320"/>
                  </a:lnTo>
                  <a:lnTo>
                    <a:pt x="19253" y="9011"/>
                  </a:lnTo>
                  <a:lnTo>
                    <a:pt x="18777" y="9702"/>
                  </a:lnTo>
                  <a:lnTo>
                    <a:pt x="18324" y="10416"/>
                  </a:lnTo>
                  <a:lnTo>
                    <a:pt x="17891" y="11150"/>
                  </a:lnTo>
                  <a:lnTo>
                    <a:pt x="17502" y="11885"/>
                  </a:lnTo>
                  <a:lnTo>
                    <a:pt x="17135" y="12641"/>
                  </a:lnTo>
                  <a:lnTo>
                    <a:pt x="16811" y="13397"/>
                  </a:lnTo>
                  <a:lnTo>
                    <a:pt x="16508" y="14154"/>
                  </a:lnTo>
                  <a:lnTo>
                    <a:pt x="16228" y="14932"/>
                  </a:lnTo>
                  <a:lnTo>
                    <a:pt x="15968" y="15709"/>
                  </a:lnTo>
                  <a:lnTo>
                    <a:pt x="15731" y="16466"/>
                  </a:lnTo>
                  <a:lnTo>
                    <a:pt x="15536" y="17244"/>
                  </a:lnTo>
                  <a:lnTo>
                    <a:pt x="15342" y="18021"/>
                  </a:lnTo>
                  <a:lnTo>
                    <a:pt x="15190" y="18778"/>
                  </a:lnTo>
                  <a:lnTo>
                    <a:pt x="15039" y="19534"/>
                  </a:lnTo>
                  <a:lnTo>
                    <a:pt x="14931" y="20290"/>
                  </a:lnTo>
                  <a:lnTo>
                    <a:pt x="14823" y="21046"/>
                  </a:lnTo>
                  <a:lnTo>
                    <a:pt x="14737" y="21781"/>
                  </a:lnTo>
                  <a:lnTo>
                    <a:pt x="14650" y="22516"/>
                  </a:lnTo>
                  <a:lnTo>
                    <a:pt x="14607" y="23229"/>
                  </a:lnTo>
                  <a:lnTo>
                    <a:pt x="14564" y="23942"/>
                  </a:lnTo>
                  <a:lnTo>
                    <a:pt x="14521" y="25303"/>
                  </a:lnTo>
                  <a:lnTo>
                    <a:pt x="14521" y="26600"/>
                  </a:lnTo>
                  <a:lnTo>
                    <a:pt x="14542" y="27788"/>
                  </a:lnTo>
                  <a:lnTo>
                    <a:pt x="14607" y="28912"/>
                  </a:lnTo>
                  <a:lnTo>
                    <a:pt x="14693" y="29906"/>
                  </a:lnTo>
                  <a:lnTo>
                    <a:pt x="14780" y="30770"/>
                  </a:lnTo>
                  <a:lnTo>
                    <a:pt x="14866" y="31526"/>
                  </a:lnTo>
                  <a:lnTo>
                    <a:pt x="15039" y="32563"/>
                  </a:lnTo>
                  <a:lnTo>
                    <a:pt x="15104" y="32931"/>
                  </a:lnTo>
                  <a:lnTo>
                    <a:pt x="15104" y="32931"/>
                  </a:lnTo>
                  <a:lnTo>
                    <a:pt x="14910" y="32952"/>
                  </a:lnTo>
                  <a:lnTo>
                    <a:pt x="14391" y="33017"/>
                  </a:lnTo>
                  <a:lnTo>
                    <a:pt x="13570" y="33147"/>
                  </a:lnTo>
                  <a:lnTo>
                    <a:pt x="13073" y="33255"/>
                  </a:lnTo>
                  <a:lnTo>
                    <a:pt x="12511" y="33384"/>
                  </a:lnTo>
                  <a:lnTo>
                    <a:pt x="11906" y="33536"/>
                  </a:lnTo>
                  <a:lnTo>
                    <a:pt x="11279" y="33752"/>
                  </a:lnTo>
                  <a:lnTo>
                    <a:pt x="10588" y="33989"/>
                  </a:lnTo>
                  <a:lnTo>
                    <a:pt x="9897" y="34270"/>
                  </a:lnTo>
                  <a:lnTo>
                    <a:pt x="9184" y="34594"/>
                  </a:lnTo>
                  <a:lnTo>
                    <a:pt x="8449" y="34983"/>
                  </a:lnTo>
                  <a:lnTo>
                    <a:pt x="7693" y="35415"/>
                  </a:lnTo>
                  <a:lnTo>
                    <a:pt x="6958" y="35912"/>
                  </a:lnTo>
                  <a:lnTo>
                    <a:pt x="6591" y="36172"/>
                  </a:lnTo>
                  <a:lnTo>
                    <a:pt x="6202" y="36474"/>
                  </a:lnTo>
                  <a:lnTo>
                    <a:pt x="5856" y="36755"/>
                  </a:lnTo>
                  <a:lnTo>
                    <a:pt x="5489" y="37079"/>
                  </a:lnTo>
                  <a:lnTo>
                    <a:pt x="5121" y="37425"/>
                  </a:lnTo>
                  <a:lnTo>
                    <a:pt x="4776" y="37771"/>
                  </a:lnTo>
                  <a:lnTo>
                    <a:pt x="4430" y="38138"/>
                  </a:lnTo>
                  <a:lnTo>
                    <a:pt x="4084" y="38527"/>
                  </a:lnTo>
                  <a:lnTo>
                    <a:pt x="3760" y="38937"/>
                  </a:lnTo>
                  <a:lnTo>
                    <a:pt x="3436" y="39348"/>
                  </a:lnTo>
                  <a:lnTo>
                    <a:pt x="3112" y="39802"/>
                  </a:lnTo>
                  <a:lnTo>
                    <a:pt x="2809" y="40277"/>
                  </a:lnTo>
                  <a:lnTo>
                    <a:pt x="2528" y="40753"/>
                  </a:lnTo>
                  <a:lnTo>
                    <a:pt x="2248" y="41271"/>
                  </a:lnTo>
                  <a:lnTo>
                    <a:pt x="1967" y="41790"/>
                  </a:lnTo>
                  <a:lnTo>
                    <a:pt x="1729" y="42351"/>
                  </a:lnTo>
                  <a:lnTo>
                    <a:pt x="1491" y="42913"/>
                  </a:lnTo>
                  <a:lnTo>
                    <a:pt x="1254" y="43518"/>
                  </a:lnTo>
                  <a:lnTo>
                    <a:pt x="1038" y="44123"/>
                  </a:lnTo>
                  <a:lnTo>
                    <a:pt x="865" y="44772"/>
                  </a:lnTo>
                  <a:lnTo>
                    <a:pt x="670" y="45441"/>
                  </a:lnTo>
                  <a:lnTo>
                    <a:pt x="519" y="46133"/>
                  </a:lnTo>
                  <a:lnTo>
                    <a:pt x="389" y="46846"/>
                  </a:lnTo>
                  <a:lnTo>
                    <a:pt x="260" y="47581"/>
                  </a:lnTo>
                  <a:lnTo>
                    <a:pt x="173" y="48358"/>
                  </a:lnTo>
                  <a:lnTo>
                    <a:pt x="87" y="49158"/>
                  </a:lnTo>
                  <a:lnTo>
                    <a:pt x="44" y="49979"/>
                  </a:lnTo>
                  <a:lnTo>
                    <a:pt x="0" y="50822"/>
                  </a:lnTo>
                  <a:lnTo>
                    <a:pt x="0" y="51686"/>
                  </a:lnTo>
                  <a:lnTo>
                    <a:pt x="22" y="52593"/>
                  </a:lnTo>
                  <a:lnTo>
                    <a:pt x="65" y="53523"/>
                  </a:lnTo>
                  <a:lnTo>
                    <a:pt x="130" y="54495"/>
                  </a:lnTo>
                  <a:lnTo>
                    <a:pt x="93193" y="54495"/>
                  </a:lnTo>
                  <a:lnTo>
                    <a:pt x="93193" y="54495"/>
                  </a:lnTo>
                  <a:lnTo>
                    <a:pt x="93193" y="54214"/>
                  </a:lnTo>
                  <a:lnTo>
                    <a:pt x="93193" y="53415"/>
                  </a:lnTo>
                  <a:lnTo>
                    <a:pt x="93172" y="52831"/>
                  </a:lnTo>
                  <a:lnTo>
                    <a:pt x="93150" y="52161"/>
                  </a:lnTo>
                  <a:lnTo>
                    <a:pt x="93085" y="51405"/>
                  </a:lnTo>
                  <a:lnTo>
                    <a:pt x="92999" y="50562"/>
                  </a:lnTo>
                  <a:lnTo>
                    <a:pt x="92869" y="49655"/>
                  </a:lnTo>
                  <a:lnTo>
                    <a:pt x="92696" y="48704"/>
                  </a:lnTo>
                  <a:lnTo>
                    <a:pt x="92480" y="47667"/>
                  </a:lnTo>
                  <a:lnTo>
                    <a:pt x="92221" y="46608"/>
                  </a:lnTo>
                  <a:lnTo>
                    <a:pt x="91897" y="45528"/>
                  </a:lnTo>
                  <a:lnTo>
                    <a:pt x="91724" y="44966"/>
                  </a:lnTo>
                  <a:lnTo>
                    <a:pt x="91530" y="44426"/>
                  </a:lnTo>
                  <a:lnTo>
                    <a:pt x="91314" y="43864"/>
                  </a:lnTo>
                  <a:lnTo>
                    <a:pt x="91076" y="43302"/>
                  </a:lnTo>
                  <a:lnTo>
                    <a:pt x="90817" y="42740"/>
                  </a:lnTo>
                  <a:lnTo>
                    <a:pt x="90557" y="42179"/>
                  </a:lnTo>
                  <a:lnTo>
                    <a:pt x="90255" y="41617"/>
                  </a:lnTo>
                  <a:lnTo>
                    <a:pt x="89952" y="41055"/>
                  </a:lnTo>
                  <a:lnTo>
                    <a:pt x="89628" y="40515"/>
                  </a:lnTo>
                  <a:lnTo>
                    <a:pt x="89261" y="39975"/>
                  </a:lnTo>
                  <a:lnTo>
                    <a:pt x="88894" y="39434"/>
                  </a:lnTo>
                  <a:lnTo>
                    <a:pt x="88483" y="38916"/>
                  </a:lnTo>
                  <a:lnTo>
                    <a:pt x="88072" y="38397"/>
                  </a:lnTo>
                  <a:lnTo>
                    <a:pt x="87619" y="37879"/>
                  </a:lnTo>
                  <a:lnTo>
                    <a:pt x="87143" y="37382"/>
                  </a:lnTo>
                  <a:lnTo>
                    <a:pt x="86646" y="36906"/>
                  </a:lnTo>
                  <a:lnTo>
                    <a:pt x="86128" y="36431"/>
                  </a:lnTo>
                  <a:lnTo>
                    <a:pt x="85588" y="35977"/>
                  </a:lnTo>
                  <a:lnTo>
                    <a:pt x="85004" y="35545"/>
                  </a:lnTo>
                  <a:lnTo>
                    <a:pt x="84399" y="35135"/>
                  </a:lnTo>
                  <a:lnTo>
                    <a:pt x="83751" y="34724"/>
                  </a:lnTo>
                  <a:lnTo>
                    <a:pt x="83081" y="34357"/>
                  </a:lnTo>
                  <a:lnTo>
                    <a:pt x="82390" y="34011"/>
                  </a:lnTo>
                  <a:lnTo>
                    <a:pt x="81677" y="33665"/>
                  </a:lnTo>
                  <a:lnTo>
                    <a:pt x="80899" y="33363"/>
                  </a:lnTo>
                  <a:lnTo>
                    <a:pt x="80121" y="33082"/>
                  </a:lnTo>
                  <a:lnTo>
                    <a:pt x="79300" y="32823"/>
                  </a:lnTo>
                  <a:lnTo>
                    <a:pt x="78436" y="32606"/>
                  </a:lnTo>
                  <a:lnTo>
                    <a:pt x="77528" y="32412"/>
                  </a:lnTo>
                  <a:lnTo>
                    <a:pt x="76599" y="32239"/>
                  </a:lnTo>
                  <a:lnTo>
                    <a:pt x="75648" y="32110"/>
                  </a:lnTo>
                  <a:lnTo>
                    <a:pt x="74654" y="32001"/>
                  </a:lnTo>
                  <a:lnTo>
                    <a:pt x="73595" y="31937"/>
                  </a:lnTo>
                  <a:lnTo>
                    <a:pt x="72537" y="31915"/>
                  </a:lnTo>
                  <a:lnTo>
                    <a:pt x="71413" y="31915"/>
                  </a:lnTo>
                  <a:lnTo>
                    <a:pt x="70268" y="31958"/>
                  </a:lnTo>
                  <a:lnTo>
                    <a:pt x="69058" y="32045"/>
                  </a:lnTo>
                  <a:lnTo>
                    <a:pt x="67826" y="3215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31"/>
            <p:cNvSpPr/>
            <p:nvPr/>
          </p:nvSpPr>
          <p:spPr>
            <a:xfrm>
              <a:off x="13137000" y="4377750"/>
              <a:ext cx="667150" cy="667150"/>
            </a:xfrm>
            <a:custGeom>
              <a:avLst/>
              <a:gdLst/>
              <a:ahLst/>
              <a:cxnLst/>
              <a:rect l="l" t="t" r="r" b="b"/>
              <a:pathLst>
                <a:path w="26686" h="26686" extrusionOk="0">
                  <a:moveTo>
                    <a:pt x="13354" y="1"/>
                  </a:moveTo>
                  <a:lnTo>
                    <a:pt x="12662" y="22"/>
                  </a:lnTo>
                  <a:lnTo>
                    <a:pt x="11992" y="66"/>
                  </a:lnTo>
                  <a:lnTo>
                    <a:pt x="11322" y="152"/>
                  </a:lnTo>
                  <a:lnTo>
                    <a:pt x="10653" y="260"/>
                  </a:lnTo>
                  <a:lnTo>
                    <a:pt x="10004" y="411"/>
                  </a:lnTo>
                  <a:lnTo>
                    <a:pt x="9378" y="606"/>
                  </a:lnTo>
                  <a:lnTo>
                    <a:pt x="8751" y="800"/>
                  </a:lnTo>
                  <a:lnTo>
                    <a:pt x="8146" y="1038"/>
                  </a:lnTo>
                  <a:lnTo>
                    <a:pt x="7563" y="1319"/>
                  </a:lnTo>
                  <a:lnTo>
                    <a:pt x="6979" y="1600"/>
                  </a:lnTo>
                  <a:lnTo>
                    <a:pt x="6418" y="1924"/>
                  </a:lnTo>
                  <a:lnTo>
                    <a:pt x="5877" y="2269"/>
                  </a:lnTo>
                  <a:lnTo>
                    <a:pt x="5359" y="2658"/>
                  </a:lnTo>
                  <a:lnTo>
                    <a:pt x="4862" y="3047"/>
                  </a:lnTo>
                  <a:lnTo>
                    <a:pt x="4365" y="3458"/>
                  </a:lnTo>
                  <a:lnTo>
                    <a:pt x="3911" y="3912"/>
                  </a:lnTo>
                  <a:lnTo>
                    <a:pt x="3479" y="4365"/>
                  </a:lnTo>
                  <a:lnTo>
                    <a:pt x="3047" y="4862"/>
                  </a:lnTo>
                  <a:lnTo>
                    <a:pt x="2658" y="5359"/>
                  </a:lnTo>
                  <a:lnTo>
                    <a:pt x="2291" y="5878"/>
                  </a:lnTo>
                  <a:lnTo>
                    <a:pt x="1945" y="6418"/>
                  </a:lnTo>
                  <a:lnTo>
                    <a:pt x="1621" y="6980"/>
                  </a:lnTo>
                  <a:lnTo>
                    <a:pt x="1318" y="7563"/>
                  </a:lnTo>
                  <a:lnTo>
                    <a:pt x="1059" y="8147"/>
                  </a:lnTo>
                  <a:lnTo>
                    <a:pt x="821" y="8752"/>
                  </a:lnTo>
                  <a:lnTo>
                    <a:pt x="605" y="9378"/>
                  </a:lnTo>
                  <a:lnTo>
                    <a:pt x="432" y="10005"/>
                  </a:lnTo>
                  <a:lnTo>
                    <a:pt x="281" y="10653"/>
                  </a:lnTo>
                  <a:lnTo>
                    <a:pt x="151" y="11301"/>
                  </a:lnTo>
                  <a:lnTo>
                    <a:pt x="65" y="11971"/>
                  </a:lnTo>
                  <a:lnTo>
                    <a:pt x="22" y="12663"/>
                  </a:lnTo>
                  <a:lnTo>
                    <a:pt x="0" y="13333"/>
                  </a:lnTo>
                  <a:lnTo>
                    <a:pt x="22" y="14024"/>
                  </a:lnTo>
                  <a:lnTo>
                    <a:pt x="65" y="14715"/>
                  </a:lnTo>
                  <a:lnTo>
                    <a:pt x="151" y="15364"/>
                  </a:lnTo>
                  <a:lnTo>
                    <a:pt x="281" y="16033"/>
                  </a:lnTo>
                  <a:lnTo>
                    <a:pt x="432" y="16682"/>
                  </a:lnTo>
                  <a:lnTo>
                    <a:pt x="605" y="17308"/>
                  </a:lnTo>
                  <a:lnTo>
                    <a:pt x="821" y="17935"/>
                  </a:lnTo>
                  <a:lnTo>
                    <a:pt x="1059" y="18540"/>
                  </a:lnTo>
                  <a:lnTo>
                    <a:pt x="1318" y="19123"/>
                  </a:lnTo>
                  <a:lnTo>
                    <a:pt x="1621" y="19707"/>
                  </a:lnTo>
                  <a:lnTo>
                    <a:pt x="1945" y="20269"/>
                  </a:lnTo>
                  <a:lnTo>
                    <a:pt x="2291" y="20809"/>
                  </a:lnTo>
                  <a:lnTo>
                    <a:pt x="2658" y="21327"/>
                  </a:lnTo>
                  <a:lnTo>
                    <a:pt x="3047" y="21824"/>
                  </a:lnTo>
                  <a:lnTo>
                    <a:pt x="3479" y="22321"/>
                  </a:lnTo>
                  <a:lnTo>
                    <a:pt x="3911" y="22775"/>
                  </a:lnTo>
                  <a:lnTo>
                    <a:pt x="4365" y="23229"/>
                  </a:lnTo>
                  <a:lnTo>
                    <a:pt x="4862" y="23639"/>
                  </a:lnTo>
                  <a:lnTo>
                    <a:pt x="5359" y="24028"/>
                  </a:lnTo>
                  <a:lnTo>
                    <a:pt x="5877" y="24417"/>
                  </a:lnTo>
                  <a:lnTo>
                    <a:pt x="6418" y="24763"/>
                  </a:lnTo>
                  <a:lnTo>
                    <a:pt x="6979" y="25065"/>
                  </a:lnTo>
                  <a:lnTo>
                    <a:pt x="7563" y="25368"/>
                  </a:lnTo>
                  <a:lnTo>
                    <a:pt x="8146" y="25627"/>
                  </a:lnTo>
                  <a:lnTo>
                    <a:pt x="8751" y="25887"/>
                  </a:lnTo>
                  <a:lnTo>
                    <a:pt x="9378" y="26081"/>
                  </a:lnTo>
                  <a:lnTo>
                    <a:pt x="10004" y="26275"/>
                  </a:lnTo>
                  <a:lnTo>
                    <a:pt x="10653" y="26405"/>
                  </a:lnTo>
                  <a:lnTo>
                    <a:pt x="11322" y="26535"/>
                  </a:lnTo>
                  <a:lnTo>
                    <a:pt x="11992" y="26621"/>
                  </a:lnTo>
                  <a:lnTo>
                    <a:pt x="12662" y="26664"/>
                  </a:lnTo>
                  <a:lnTo>
                    <a:pt x="13354" y="26686"/>
                  </a:lnTo>
                  <a:lnTo>
                    <a:pt x="14023" y="26664"/>
                  </a:lnTo>
                  <a:lnTo>
                    <a:pt x="14715" y="26621"/>
                  </a:lnTo>
                  <a:lnTo>
                    <a:pt x="15385" y="26535"/>
                  </a:lnTo>
                  <a:lnTo>
                    <a:pt x="16033" y="26405"/>
                  </a:lnTo>
                  <a:lnTo>
                    <a:pt x="16681" y="26275"/>
                  </a:lnTo>
                  <a:lnTo>
                    <a:pt x="17308" y="26081"/>
                  </a:lnTo>
                  <a:lnTo>
                    <a:pt x="17934" y="25887"/>
                  </a:lnTo>
                  <a:lnTo>
                    <a:pt x="18539" y="25627"/>
                  </a:lnTo>
                  <a:lnTo>
                    <a:pt x="19123" y="25368"/>
                  </a:lnTo>
                  <a:lnTo>
                    <a:pt x="19706" y="25065"/>
                  </a:lnTo>
                  <a:lnTo>
                    <a:pt x="20268" y="24763"/>
                  </a:lnTo>
                  <a:lnTo>
                    <a:pt x="20808" y="24417"/>
                  </a:lnTo>
                  <a:lnTo>
                    <a:pt x="21327" y="24028"/>
                  </a:lnTo>
                  <a:lnTo>
                    <a:pt x="21845" y="23639"/>
                  </a:lnTo>
                  <a:lnTo>
                    <a:pt x="22321" y="23229"/>
                  </a:lnTo>
                  <a:lnTo>
                    <a:pt x="22774" y="22775"/>
                  </a:lnTo>
                  <a:lnTo>
                    <a:pt x="23228" y="22321"/>
                  </a:lnTo>
                  <a:lnTo>
                    <a:pt x="23639" y="21824"/>
                  </a:lnTo>
                  <a:lnTo>
                    <a:pt x="24049" y="21327"/>
                  </a:lnTo>
                  <a:lnTo>
                    <a:pt x="24417" y="20809"/>
                  </a:lnTo>
                  <a:lnTo>
                    <a:pt x="24762" y="20269"/>
                  </a:lnTo>
                  <a:lnTo>
                    <a:pt x="25086" y="19707"/>
                  </a:lnTo>
                  <a:lnTo>
                    <a:pt x="25367" y="19123"/>
                  </a:lnTo>
                  <a:lnTo>
                    <a:pt x="25648" y="18540"/>
                  </a:lnTo>
                  <a:lnTo>
                    <a:pt x="25886" y="17935"/>
                  </a:lnTo>
                  <a:lnTo>
                    <a:pt x="26080" y="17308"/>
                  </a:lnTo>
                  <a:lnTo>
                    <a:pt x="26275" y="16682"/>
                  </a:lnTo>
                  <a:lnTo>
                    <a:pt x="26426" y="16033"/>
                  </a:lnTo>
                  <a:lnTo>
                    <a:pt x="26534" y="15364"/>
                  </a:lnTo>
                  <a:lnTo>
                    <a:pt x="26621" y="14715"/>
                  </a:lnTo>
                  <a:lnTo>
                    <a:pt x="26664" y="14024"/>
                  </a:lnTo>
                  <a:lnTo>
                    <a:pt x="26685" y="13333"/>
                  </a:lnTo>
                  <a:lnTo>
                    <a:pt x="26664" y="12663"/>
                  </a:lnTo>
                  <a:lnTo>
                    <a:pt x="26621" y="11971"/>
                  </a:lnTo>
                  <a:lnTo>
                    <a:pt x="26534" y="11301"/>
                  </a:lnTo>
                  <a:lnTo>
                    <a:pt x="26426" y="10653"/>
                  </a:lnTo>
                  <a:lnTo>
                    <a:pt x="26275" y="10005"/>
                  </a:lnTo>
                  <a:lnTo>
                    <a:pt x="26080" y="9378"/>
                  </a:lnTo>
                  <a:lnTo>
                    <a:pt x="25886" y="8752"/>
                  </a:lnTo>
                  <a:lnTo>
                    <a:pt x="25648" y="8147"/>
                  </a:lnTo>
                  <a:lnTo>
                    <a:pt x="25367" y="7563"/>
                  </a:lnTo>
                  <a:lnTo>
                    <a:pt x="25086" y="6980"/>
                  </a:lnTo>
                  <a:lnTo>
                    <a:pt x="24762" y="6418"/>
                  </a:lnTo>
                  <a:lnTo>
                    <a:pt x="24417" y="5878"/>
                  </a:lnTo>
                  <a:lnTo>
                    <a:pt x="24049" y="5359"/>
                  </a:lnTo>
                  <a:lnTo>
                    <a:pt x="23639" y="4862"/>
                  </a:lnTo>
                  <a:lnTo>
                    <a:pt x="23228" y="4365"/>
                  </a:lnTo>
                  <a:lnTo>
                    <a:pt x="22774" y="3912"/>
                  </a:lnTo>
                  <a:lnTo>
                    <a:pt x="22321" y="3458"/>
                  </a:lnTo>
                  <a:lnTo>
                    <a:pt x="21845" y="3047"/>
                  </a:lnTo>
                  <a:lnTo>
                    <a:pt x="21327" y="2658"/>
                  </a:lnTo>
                  <a:lnTo>
                    <a:pt x="20808" y="2269"/>
                  </a:lnTo>
                  <a:lnTo>
                    <a:pt x="20268" y="1924"/>
                  </a:lnTo>
                  <a:lnTo>
                    <a:pt x="19706" y="1600"/>
                  </a:lnTo>
                  <a:lnTo>
                    <a:pt x="19123" y="1319"/>
                  </a:lnTo>
                  <a:lnTo>
                    <a:pt x="18539" y="1038"/>
                  </a:lnTo>
                  <a:lnTo>
                    <a:pt x="17934" y="800"/>
                  </a:lnTo>
                  <a:lnTo>
                    <a:pt x="17308" y="606"/>
                  </a:lnTo>
                  <a:lnTo>
                    <a:pt x="16681" y="411"/>
                  </a:lnTo>
                  <a:lnTo>
                    <a:pt x="16033" y="260"/>
                  </a:lnTo>
                  <a:lnTo>
                    <a:pt x="15385" y="152"/>
                  </a:lnTo>
                  <a:lnTo>
                    <a:pt x="14715" y="66"/>
                  </a:lnTo>
                  <a:lnTo>
                    <a:pt x="14023" y="22"/>
                  </a:lnTo>
                  <a:lnTo>
                    <a:pt x="1335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31"/>
            <p:cNvSpPr/>
            <p:nvPr/>
          </p:nvSpPr>
          <p:spPr>
            <a:xfrm>
              <a:off x="13297425" y="4537650"/>
              <a:ext cx="346825" cy="347375"/>
            </a:xfrm>
            <a:custGeom>
              <a:avLst/>
              <a:gdLst/>
              <a:ahLst/>
              <a:cxnLst/>
              <a:rect l="l" t="t" r="r" b="b"/>
              <a:pathLst>
                <a:path w="13873" h="13895" extrusionOk="0">
                  <a:moveTo>
                    <a:pt x="6937" y="1"/>
                  </a:moveTo>
                  <a:lnTo>
                    <a:pt x="6569" y="22"/>
                  </a:lnTo>
                  <a:lnTo>
                    <a:pt x="6224" y="44"/>
                  </a:lnTo>
                  <a:lnTo>
                    <a:pt x="5878" y="87"/>
                  </a:lnTo>
                  <a:lnTo>
                    <a:pt x="5532" y="152"/>
                  </a:lnTo>
                  <a:lnTo>
                    <a:pt x="5186" y="217"/>
                  </a:lnTo>
                  <a:lnTo>
                    <a:pt x="4862" y="325"/>
                  </a:lnTo>
                  <a:lnTo>
                    <a:pt x="4538" y="433"/>
                  </a:lnTo>
                  <a:lnTo>
                    <a:pt x="4236" y="562"/>
                  </a:lnTo>
                  <a:lnTo>
                    <a:pt x="3912" y="692"/>
                  </a:lnTo>
                  <a:lnTo>
                    <a:pt x="3631" y="843"/>
                  </a:lnTo>
                  <a:lnTo>
                    <a:pt x="3328" y="1016"/>
                  </a:lnTo>
                  <a:lnTo>
                    <a:pt x="3047" y="1189"/>
                  </a:lnTo>
                  <a:lnTo>
                    <a:pt x="2788" y="1383"/>
                  </a:lnTo>
                  <a:lnTo>
                    <a:pt x="2507" y="1599"/>
                  </a:lnTo>
                  <a:lnTo>
                    <a:pt x="2269" y="1816"/>
                  </a:lnTo>
                  <a:lnTo>
                    <a:pt x="2032" y="2032"/>
                  </a:lnTo>
                  <a:lnTo>
                    <a:pt x="1794" y="2291"/>
                  </a:lnTo>
                  <a:lnTo>
                    <a:pt x="1578" y="2529"/>
                  </a:lnTo>
                  <a:lnTo>
                    <a:pt x="1362" y="2788"/>
                  </a:lnTo>
                  <a:lnTo>
                    <a:pt x="1167" y="3069"/>
                  </a:lnTo>
                  <a:lnTo>
                    <a:pt x="995" y="3350"/>
                  </a:lnTo>
                  <a:lnTo>
                    <a:pt x="822" y="3631"/>
                  </a:lnTo>
                  <a:lnTo>
                    <a:pt x="670" y="3933"/>
                  </a:lnTo>
                  <a:lnTo>
                    <a:pt x="541" y="4236"/>
                  </a:lnTo>
                  <a:lnTo>
                    <a:pt x="411" y="4560"/>
                  </a:lnTo>
                  <a:lnTo>
                    <a:pt x="303" y="4884"/>
                  </a:lnTo>
                  <a:lnTo>
                    <a:pt x="217" y="5208"/>
                  </a:lnTo>
                  <a:lnTo>
                    <a:pt x="130" y="5554"/>
                  </a:lnTo>
                  <a:lnTo>
                    <a:pt x="65" y="5899"/>
                  </a:lnTo>
                  <a:lnTo>
                    <a:pt x="22" y="6245"/>
                  </a:lnTo>
                  <a:lnTo>
                    <a:pt x="1" y="6591"/>
                  </a:lnTo>
                  <a:lnTo>
                    <a:pt x="1" y="6937"/>
                  </a:lnTo>
                  <a:lnTo>
                    <a:pt x="1" y="7304"/>
                  </a:lnTo>
                  <a:lnTo>
                    <a:pt x="22" y="7650"/>
                  </a:lnTo>
                  <a:lnTo>
                    <a:pt x="65" y="7995"/>
                  </a:lnTo>
                  <a:lnTo>
                    <a:pt x="130" y="8341"/>
                  </a:lnTo>
                  <a:lnTo>
                    <a:pt x="217" y="8687"/>
                  </a:lnTo>
                  <a:lnTo>
                    <a:pt x="303" y="9011"/>
                  </a:lnTo>
                  <a:lnTo>
                    <a:pt x="411" y="9335"/>
                  </a:lnTo>
                  <a:lnTo>
                    <a:pt x="541" y="9637"/>
                  </a:lnTo>
                  <a:lnTo>
                    <a:pt x="670" y="9962"/>
                  </a:lnTo>
                  <a:lnTo>
                    <a:pt x="822" y="10264"/>
                  </a:lnTo>
                  <a:lnTo>
                    <a:pt x="995" y="10545"/>
                  </a:lnTo>
                  <a:lnTo>
                    <a:pt x="1167" y="10826"/>
                  </a:lnTo>
                  <a:lnTo>
                    <a:pt x="1362" y="11107"/>
                  </a:lnTo>
                  <a:lnTo>
                    <a:pt x="1578" y="11366"/>
                  </a:lnTo>
                  <a:lnTo>
                    <a:pt x="1794" y="11604"/>
                  </a:lnTo>
                  <a:lnTo>
                    <a:pt x="2032" y="11863"/>
                  </a:lnTo>
                  <a:lnTo>
                    <a:pt x="2269" y="12079"/>
                  </a:lnTo>
                  <a:lnTo>
                    <a:pt x="2507" y="12295"/>
                  </a:lnTo>
                  <a:lnTo>
                    <a:pt x="2788" y="12511"/>
                  </a:lnTo>
                  <a:lnTo>
                    <a:pt x="3047" y="12706"/>
                  </a:lnTo>
                  <a:lnTo>
                    <a:pt x="3328" y="12879"/>
                  </a:lnTo>
                  <a:lnTo>
                    <a:pt x="3631" y="13051"/>
                  </a:lnTo>
                  <a:lnTo>
                    <a:pt x="3912" y="13203"/>
                  </a:lnTo>
                  <a:lnTo>
                    <a:pt x="4236" y="13332"/>
                  </a:lnTo>
                  <a:lnTo>
                    <a:pt x="4538" y="13462"/>
                  </a:lnTo>
                  <a:lnTo>
                    <a:pt x="4862" y="13570"/>
                  </a:lnTo>
                  <a:lnTo>
                    <a:pt x="5186" y="13656"/>
                  </a:lnTo>
                  <a:lnTo>
                    <a:pt x="5532" y="13743"/>
                  </a:lnTo>
                  <a:lnTo>
                    <a:pt x="5878" y="13808"/>
                  </a:lnTo>
                  <a:lnTo>
                    <a:pt x="6224" y="13851"/>
                  </a:lnTo>
                  <a:lnTo>
                    <a:pt x="6569" y="13873"/>
                  </a:lnTo>
                  <a:lnTo>
                    <a:pt x="6937" y="13894"/>
                  </a:lnTo>
                  <a:lnTo>
                    <a:pt x="7282" y="13873"/>
                  </a:lnTo>
                  <a:lnTo>
                    <a:pt x="7650" y="13851"/>
                  </a:lnTo>
                  <a:lnTo>
                    <a:pt x="7995" y="13808"/>
                  </a:lnTo>
                  <a:lnTo>
                    <a:pt x="8319" y="13743"/>
                  </a:lnTo>
                  <a:lnTo>
                    <a:pt x="8665" y="13656"/>
                  </a:lnTo>
                  <a:lnTo>
                    <a:pt x="8989" y="13570"/>
                  </a:lnTo>
                  <a:lnTo>
                    <a:pt x="9313" y="13462"/>
                  </a:lnTo>
                  <a:lnTo>
                    <a:pt x="9638" y="13332"/>
                  </a:lnTo>
                  <a:lnTo>
                    <a:pt x="9940" y="13203"/>
                  </a:lnTo>
                  <a:lnTo>
                    <a:pt x="10243" y="13051"/>
                  </a:lnTo>
                  <a:lnTo>
                    <a:pt x="10523" y="12879"/>
                  </a:lnTo>
                  <a:lnTo>
                    <a:pt x="10804" y="12706"/>
                  </a:lnTo>
                  <a:lnTo>
                    <a:pt x="11085" y="12511"/>
                  </a:lnTo>
                  <a:lnTo>
                    <a:pt x="11345" y="12295"/>
                  </a:lnTo>
                  <a:lnTo>
                    <a:pt x="11604" y="12079"/>
                  </a:lnTo>
                  <a:lnTo>
                    <a:pt x="11841" y="11863"/>
                  </a:lnTo>
                  <a:lnTo>
                    <a:pt x="12058" y="11604"/>
                  </a:lnTo>
                  <a:lnTo>
                    <a:pt x="12295" y="11366"/>
                  </a:lnTo>
                  <a:lnTo>
                    <a:pt x="12490" y="11107"/>
                  </a:lnTo>
                  <a:lnTo>
                    <a:pt x="12684" y="10826"/>
                  </a:lnTo>
                  <a:lnTo>
                    <a:pt x="12857" y="10545"/>
                  </a:lnTo>
                  <a:lnTo>
                    <a:pt x="13030" y="10264"/>
                  </a:lnTo>
                  <a:lnTo>
                    <a:pt x="13181" y="9962"/>
                  </a:lnTo>
                  <a:lnTo>
                    <a:pt x="13332" y="9637"/>
                  </a:lnTo>
                  <a:lnTo>
                    <a:pt x="13440" y="9335"/>
                  </a:lnTo>
                  <a:lnTo>
                    <a:pt x="13548" y="9011"/>
                  </a:lnTo>
                  <a:lnTo>
                    <a:pt x="13657" y="8687"/>
                  </a:lnTo>
                  <a:lnTo>
                    <a:pt x="13721" y="8341"/>
                  </a:lnTo>
                  <a:lnTo>
                    <a:pt x="13786" y="7995"/>
                  </a:lnTo>
                  <a:lnTo>
                    <a:pt x="13829" y="7650"/>
                  </a:lnTo>
                  <a:lnTo>
                    <a:pt x="13851" y="7304"/>
                  </a:lnTo>
                  <a:lnTo>
                    <a:pt x="13873" y="6937"/>
                  </a:lnTo>
                  <a:lnTo>
                    <a:pt x="13851" y="6591"/>
                  </a:lnTo>
                  <a:lnTo>
                    <a:pt x="13829" y="6245"/>
                  </a:lnTo>
                  <a:lnTo>
                    <a:pt x="13786" y="5899"/>
                  </a:lnTo>
                  <a:lnTo>
                    <a:pt x="13721" y="5554"/>
                  </a:lnTo>
                  <a:lnTo>
                    <a:pt x="13657" y="5208"/>
                  </a:lnTo>
                  <a:lnTo>
                    <a:pt x="13548" y="4884"/>
                  </a:lnTo>
                  <a:lnTo>
                    <a:pt x="13440" y="4560"/>
                  </a:lnTo>
                  <a:lnTo>
                    <a:pt x="13332" y="4236"/>
                  </a:lnTo>
                  <a:lnTo>
                    <a:pt x="13181" y="3933"/>
                  </a:lnTo>
                  <a:lnTo>
                    <a:pt x="13030" y="3631"/>
                  </a:lnTo>
                  <a:lnTo>
                    <a:pt x="12857" y="3350"/>
                  </a:lnTo>
                  <a:lnTo>
                    <a:pt x="12684" y="3069"/>
                  </a:lnTo>
                  <a:lnTo>
                    <a:pt x="12490" y="2788"/>
                  </a:lnTo>
                  <a:lnTo>
                    <a:pt x="12295" y="2529"/>
                  </a:lnTo>
                  <a:lnTo>
                    <a:pt x="12058" y="2291"/>
                  </a:lnTo>
                  <a:lnTo>
                    <a:pt x="11841" y="2032"/>
                  </a:lnTo>
                  <a:lnTo>
                    <a:pt x="11604" y="1816"/>
                  </a:lnTo>
                  <a:lnTo>
                    <a:pt x="11345" y="1599"/>
                  </a:lnTo>
                  <a:lnTo>
                    <a:pt x="11085" y="1383"/>
                  </a:lnTo>
                  <a:lnTo>
                    <a:pt x="10804" y="1189"/>
                  </a:lnTo>
                  <a:lnTo>
                    <a:pt x="10523" y="1016"/>
                  </a:lnTo>
                  <a:lnTo>
                    <a:pt x="10243" y="843"/>
                  </a:lnTo>
                  <a:lnTo>
                    <a:pt x="9940" y="692"/>
                  </a:lnTo>
                  <a:lnTo>
                    <a:pt x="9638" y="562"/>
                  </a:lnTo>
                  <a:lnTo>
                    <a:pt x="9313" y="433"/>
                  </a:lnTo>
                  <a:lnTo>
                    <a:pt x="8989" y="325"/>
                  </a:lnTo>
                  <a:lnTo>
                    <a:pt x="8665" y="217"/>
                  </a:lnTo>
                  <a:lnTo>
                    <a:pt x="8319" y="152"/>
                  </a:lnTo>
                  <a:lnTo>
                    <a:pt x="7995" y="87"/>
                  </a:lnTo>
                  <a:lnTo>
                    <a:pt x="7650" y="44"/>
                  </a:lnTo>
                  <a:lnTo>
                    <a:pt x="7282" y="22"/>
                  </a:lnTo>
                  <a:lnTo>
                    <a:pt x="693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31"/>
            <p:cNvSpPr/>
            <p:nvPr/>
          </p:nvSpPr>
          <p:spPr>
            <a:xfrm>
              <a:off x="14097975" y="4377750"/>
              <a:ext cx="667175" cy="667150"/>
            </a:xfrm>
            <a:custGeom>
              <a:avLst/>
              <a:gdLst/>
              <a:ahLst/>
              <a:cxnLst/>
              <a:rect l="l" t="t" r="r" b="b"/>
              <a:pathLst>
                <a:path w="26687" h="26686" extrusionOk="0">
                  <a:moveTo>
                    <a:pt x="13333" y="1"/>
                  </a:moveTo>
                  <a:lnTo>
                    <a:pt x="12641" y="22"/>
                  </a:lnTo>
                  <a:lnTo>
                    <a:pt x="11971" y="66"/>
                  </a:lnTo>
                  <a:lnTo>
                    <a:pt x="11302" y="152"/>
                  </a:lnTo>
                  <a:lnTo>
                    <a:pt x="10653" y="260"/>
                  </a:lnTo>
                  <a:lnTo>
                    <a:pt x="10005" y="411"/>
                  </a:lnTo>
                  <a:lnTo>
                    <a:pt x="9379" y="606"/>
                  </a:lnTo>
                  <a:lnTo>
                    <a:pt x="8752" y="800"/>
                  </a:lnTo>
                  <a:lnTo>
                    <a:pt x="8147" y="1038"/>
                  </a:lnTo>
                  <a:lnTo>
                    <a:pt x="7564" y="1319"/>
                  </a:lnTo>
                  <a:lnTo>
                    <a:pt x="6980" y="1600"/>
                  </a:lnTo>
                  <a:lnTo>
                    <a:pt x="6418" y="1924"/>
                  </a:lnTo>
                  <a:lnTo>
                    <a:pt x="5878" y="2269"/>
                  </a:lnTo>
                  <a:lnTo>
                    <a:pt x="5360" y="2658"/>
                  </a:lnTo>
                  <a:lnTo>
                    <a:pt x="4841" y="3047"/>
                  </a:lnTo>
                  <a:lnTo>
                    <a:pt x="4366" y="3458"/>
                  </a:lnTo>
                  <a:lnTo>
                    <a:pt x="3912" y="3912"/>
                  </a:lnTo>
                  <a:lnTo>
                    <a:pt x="3458" y="4365"/>
                  </a:lnTo>
                  <a:lnTo>
                    <a:pt x="3048" y="4862"/>
                  </a:lnTo>
                  <a:lnTo>
                    <a:pt x="2637" y="5359"/>
                  </a:lnTo>
                  <a:lnTo>
                    <a:pt x="2270" y="5878"/>
                  </a:lnTo>
                  <a:lnTo>
                    <a:pt x="1924" y="6418"/>
                  </a:lnTo>
                  <a:lnTo>
                    <a:pt x="1600" y="6980"/>
                  </a:lnTo>
                  <a:lnTo>
                    <a:pt x="1319" y="7563"/>
                  </a:lnTo>
                  <a:lnTo>
                    <a:pt x="1038" y="8147"/>
                  </a:lnTo>
                  <a:lnTo>
                    <a:pt x="800" y="8752"/>
                  </a:lnTo>
                  <a:lnTo>
                    <a:pt x="584" y="9378"/>
                  </a:lnTo>
                  <a:lnTo>
                    <a:pt x="411" y="10005"/>
                  </a:lnTo>
                  <a:lnTo>
                    <a:pt x="260" y="10653"/>
                  </a:lnTo>
                  <a:lnTo>
                    <a:pt x="152" y="11301"/>
                  </a:lnTo>
                  <a:lnTo>
                    <a:pt x="66" y="11971"/>
                  </a:lnTo>
                  <a:lnTo>
                    <a:pt x="22" y="12663"/>
                  </a:lnTo>
                  <a:lnTo>
                    <a:pt x="1" y="13333"/>
                  </a:lnTo>
                  <a:lnTo>
                    <a:pt x="22" y="14024"/>
                  </a:lnTo>
                  <a:lnTo>
                    <a:pt x="66" y="14715"/>
                  </a:lnTo>
                  <a:lnTo>
                    <a:pt x="152" y="15364"/>
                  </a:lnTo>
                  <a:lnTo>
                    <a:pt x="260" y="16033"/>
                  </a:lnTo>
                  <a:lnTo>
                    <a:pt x="411" y="16682"/>
                  </a:lnTo>
                  <a:lnTo>
                    <a:pt x="584" y="17308"/>
                  </a:lnTo>
                  <a:lnTo>
                    <a:pt x="800" y="17935"/>
                  </a:lnTo>
                  <a:lnTo>
                    <a:pt x="1038" y="18540"/>
                  </a:lnTo>
                  <a:lnTo>
                    <a:pt x="1319" y="19123"/>
                  </a:lnTo>
                  <a:lnTo>
                    <a:pt x="1600" y="19707"/>
                  </a:lnTo>
                  <a:lnTo>
                    <a:pt x="1924" y="20269"/>
                  </a:lnTo>
                  <a:lnTo>
                    <a:pt x="2270" y="20809"/>
                  </a:lnTo>
                  <a:lnTo>
                    <a:pt x="2637" y="21327"/>
                  </a:lnTo>
                  <a:lnTo>
                    <a:pt x="3048" y="21824"/>
                  </a:lnTo>
                  <a:lnTo>
                    <a:pt x="3458" y="22321"/>
                  </a:lnTo>
                  <a:lnTo>
                    <a:pt x="3912" y="22775"/>
                  </a:lnTo>
                  <a:lnTo>
                    <a:pt x="4366" y="23229"/>
                  </a:lnTo>
                  <a:lnTo>
                    <a:pt x="4841" y="23639"/>
                  </a:lnTo>
                  <a:lnTo>
                    <a:pt x="5360" y="24028"/>
                  </a:lnTo>
                  <a:lnTo>
                    <a:pt x="5878" y="24417"/>
                  </a:lnTo>
                  <a:lnTo>
                    <a:pt x="6418" y="24763"/>
                  </a:lnTo>
                  <a:lnTo>
                    <a:pt x="6980" y="25065"/>
                  </a:lnTo>
                  <a:lnTo>
                    <a:pt x="7564" y="25368"/>
                  </a:lnTo>
                  <a:lnTo>
                    <a:pt x="8147" y="25627"/>
                  </a:lnTo>
                  <a:lnTo>
                    <a:pt x="8752" y="25887"/>
                  </a:lnTo>
                  <a:lnTo>
                    <a:pt x="9379" y="26081"/>
                  </a:lnTo>
                  <a:lnTo>
                    <a:pt x="10005" y="26275"/>
                  </a:lnTo>
                  <a:lnTo>
                    <a:pt x="10653" y="26405"/>
                  </a:lnTo>
                  <a:lnTo>
                    <a:pt x="11302" y="26535"/>
                  </a:lnTo>
                  <a:lnTo>
                    <a:pt x="11971" y="26621"/>
                  </a:lnTo>
                  <a:lnTo>
                    <a:pt x="12641" y="26664"/>
                  </a:lnTo>
                  <a:lnTo>
                    <a:pt x="13333" y="26686"/>
                  </a:lnTo>
                  <a:lnTo>
                    <a:pt x="14024" y="26664"/>
                  </a:lnTo>
                  <a:lnTo>
                    <a:pt x="14694" y="26621"/>
                  </a:lnTo>
                  <a:lnTo>
                    <a:pt x="15364" y="26535"/>
                  </a:lnTo>
                  <a:lnTo>
                    <a:pt x="16034" y="26405"/>
                  </a:lnTo>
                  <a:lnTo>
                    <a:pt x="16682" y="26275"/>
                  </a:lnTo>
                  <a:lnTo>
                    <a:pt x="17308" y="26081"/>
                  </a:lnTo>
                  <a:lnTo>
                    <a:pt x="17935" y="25887"/>
                  </a:lnTo>
                  <a:lnTo>
                    <a:pt x="18540" y="25627"/>
                  </a:lnTo>
                  <a:lnTo>
                    <a:pt x="19124" y="25368"/>
                  </a:lnTo>
                  <a:lnTo>
                    <a:pt x="19707" y="25065"/>
                  </a:lnTo>
                  <a:lnTo>
                    <a:pt x="20269" y="24763"/>
                  </a:lnTo>
                  <a:lnTo>
                    <a:pt x="20809" y="24417"/>
                  </a:lnTo>
                  <a:lnTo>
                    <a:pt x="21327" y="24028"/>
                  </a:lnTo>
                  <a:lnTo>
                    <a:pt x="21824" y="23639"/>
                  </a:lnTo>
                  <a:lnTo>
                    <a:pt x="22321" y="23229"/>
                  </a:lnTo>
                  <a:lnTo>
                    <a:pt x="22775" y="22775"/>
                  </a:lnTo>
                  <a:lnTo>
                    <a:pt x="23207" y="22321"/>
                  </a:lnTo>
                  <a:lnTo>
                    <a:pt x="23639" y="21824"/>
                  </a:lnTo>
                  <a:lnTo>
                    <a:pt x="24028" y="21327"/>
                  </a:lnTo>
                  <a:lnTo>
                    <a:pt x="24396" y="20809"/>
                  </a:lnTo>
                  <a:lnTo>
                    <a:pt x="24741" y="20269"/>
                  </a:lnTo>
                  <a:lnTo>
                    <a:pt x="25066" y="19707"/>
                  </a:lnTo>
                  <a:lnTo>
                    <a:pt x="25368" y="19123"/>
                  </a:lnTo>
                  <a:lnTo>
                    <a:pt x="25627" y="18540"/>
                  </a:lnTo>
                  <a:lnTo>
                    <a:pt x="25865" y="17935"/>
                  </a:lnTo>
                  <a:lnTo>
                    <a:pt x="26081" y="17308"/>
                  </a:lnTo>
                  <a:lnTo>
                    <a:pt x="26254" y="16682"/>
                  </a:lnTo>
                  <a:lnTo>
                    <a:pt x="26405" y="16033"/>
                  </a:lnTo>
                  <a:lnTo>
                    <a:pt x="26535" y="15364"/>
                  </a:lnTo>
                  <a:lnTo>
                    <a:pt x="26621" y="14715"/>
                  </a:lnTo>
                  <a:lnTo>
                    <a:pt x="26665" y="14024"/>
                  </a:lnTo>
                  <a:lnTo>
                    <a:pt x="26686" y="13333"/>
                  </a:lnTo>
                  <a:lnTo>
                    <a:pt x="26665" y="12663"/>
                  </a:lnTo>
                  <a:lnTo>
                    <a:pt x="26621" y="11971"/>
                  </a:lnTo>
                  <a:lnTo>
                    <a:pt x="26535" y="11301"/>
                  </a:lnTo>
                  <a:lnTo>
                    <a:pt x="26405" y="10653"/>
                  </a:lnTo>
                  <a:lnTo>
                    <a:pt x="26254" y="10005"/>
                  </a:lnTo>
                  <a:lnTo>
                    <a:pt x="26081" y="9378"/>
                  </a:lnTo>
                  <a:lnTo>
                    <a:pt x="25865" y="8752"/>
                  </a:lnTo>
                  <a:lnTo>
                    <a:pt x="25627" y="8147"/>
                  </a:lnTo>
                  <a:lnTo>
                    <a:pt x="25368" y="7563"/>
                  </a:lnTo>
                  <a:lnTo>
                    <a:pt x="25066" y="6980"/>
                  </a:lnTo>
                  <a:lnTo>
                    <a:pt x="24741" y="6418"/>
                  </a:lnTo>
                  <a:lnTo>
                    <a:pt x="24396" y="5878"/>
                  </a:lnTo>
                  <a:lnTo>
                    <a:pt x="24028" y="5359"/>
                  </a:lnTo>
                  <a:lnTo>
                    <a:pt x="23639" y="4862"/>
                  </a:lnTo>
                  <a:lnTo>
                    <a:pt x="23207" y="4365"/>
                  </a:lnTo>
                  <a:lnTo>
                    <a:pt x="22775" y="3912"/>
                  </a:lnTo>
                  <a:lnTo>
                    <a:pt x="22321" y="3458"/>
                  </a:lnTo>
                  <a:lnTo>
                    <a:pt x="21824" y="3047"/>
                  </a:lnTo>
                  <a:lnTo>
                    <a:pt x="21327" y="2658"/>
                  </a:lnTo>
                  <a:lnTo>
                    <a:pt x="20809" y="2269"/>
                  </a:lnTo>
                  <a:lnTo>
                    <a:pt x="20269" y="1924"/>
                  </a:lnTo>
                  <a:lnTo>
                    <a:pt x="19707" y="1600"/>
                  </a:lnTo>
                  <a:lnTo>
                    <a:pt x="19124" y="1319"/>
                  </a:lnTo>
                  <a:lnTo>
                    <a:pt x="18540" y="1038"/>
                  </a:lnTo>
                  <a:lnTo>
                    <a:pt x="17935" y="800"/>
                  </a:lnTo>
                  <a:lnTo>
                    <a:pt x="17308" y="606"/>
                  </a:lnTo>
                  <a:lnTo>
                    <a:pt x="16682" y="411"/>
                  </a:lnTo>
                  <a:lnTo>
                    <a:pt x="16034" y="260"/>
                  </a:lnTo>
                  <a:lnTo>
                    <a:pt x="15364" y="152"/>
                  </a:lnTo>
                  <a:lnTo>
                    <a:pt x="14694" y="66"/>
                  </a:lnTo>
                  <a:lnTo>
                    <a:pt x="14024" y="22"/>
                  </a:lnTo>
                  <a:lnTo>
                    <a:pt x="1333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31"/>
            <p:cNvSpPr/>
            <p:nvPr/>
          </p:nvSpPr>
          <p:spPr>
            <a:xfrm>
              <a:off x="14257875" y="4537650"/>
              <a:ext cx="346825" cy="347375"/>
            </a:xfrm>
            <a:custGeom>
              <a:avLst/>
              <a:gdLst/>
              <a:ahLst/>
              <a:cxnLst/>
              <a:rect l="l" t="t" r="r" b="b"/>
              <a:pathLst>
                <a:path w="13873" h="13895" extrusionOk="0">
                  <a:moveTo>
                    <a:pt x="6937" y="1"/>
                  </a:moveTo>
                  <a:lnTo>
                    <a:pt x="6591" y="22"/>
                  </a:lnTo>
                  <a:lnTo>
                    <a:pt x="6224" y="44"/>
                  </a:lnTo>
                  <a:lnTo>
                    <a:pt x="5878" y="87"/>
                  </a:lnTo>
                  <a:lnTo>
                    <a:pt x="5554" y="152"/>
                  </a:lnTo>
                  <a:lnTo>
                    <a:pt x="5208" y="217"/>
                  </a:lnTo>
                  <a:lnTo>
                    <a:pt x="4884" y="325"/>
                  </a:lnTo>
                  <a:lnTo>
                    <a:pt x="4560" y="433"/>
                  </a:lnTo>
                  <a:lnTo>
                    <a:pt x="4236" y="562"/>
                  </a:lnTo>
                  <a:lnTo>
                    <a:pt x="3933" y="692"/>
                  </a:lnTo>
                  <a:lnTo>
                    <a:pt x="3631" y="843"/>
                  </a:lnTo>
                  <a:lnTo>
                    <a:pt x="3350" y="1016"/>
                  </a:lnTo>
                  <a:lnTo>
                    <a:pt x="3069" y="1189"/>
                  </a:lnTo>
                  <a:lnTo>
                    <a:pt x="2788" y="1383"/>
                  </a:lnTo>
                  <a:lnTo>
                    <a:pt x="2529" y="1599"/>
                  </a:lnTo>
                  <a:lnTo>
                    <a:pt x="2269" y="1816"/>
                  </a:lnTo>
                  <a:lnTo>
                    <a:pt x="2032" y="2032"/>
                  </a:lnTo>
                  <a:lnTo>
                    <a:pt x="1816" y="2291"/>
                  </a:lnTo>
                  <a:lnTo>
                    <a:pt x="1578" y="2529"/>
                  </a:lnTo>
                  <a:lnTo>
                    <a:pt x="1384" y="2788"/>
                  </a:lnTo>
                  <a:lnTo>
                    <a:pt x="1189" y="3069"/>
                  </a:lnTo>
                  <a:lnTo>
                    <a:pt x="1016" y="3350"/>
                  </a:lnTo>
                  <a:lnTo>
                    <a:pt x="843" y="3631"/>
                  </a:lnTo>
                  <a:lnTo>
                    <a:pt x="692" y="3933"/>
                  </a:lnTo>
                  <a:lnTo>
                    <a:pt x="541" y="4236"/>
                  </a:lnTo>
                  <a:lnTo>
                    <a:pt x="433" y="4560"/>
                  </a:lnTo>
                  <a:lnTo>
                    <a:pt x="325" y="4884"/>
                  </a:lnTo>
                  <a:lnTo>
                    <a:pt x="217" y="5208"/>
                  </a:lnTo>
                  <a:lnTo>
                    <a:pt x="152" y="5554"/>
                  </a:lnTo>
                  <a:lnTo>
                    <a:pt x="87" y="5899"/>
                  </a:lnTo>
                  <a:lnTo>
                    <a:pt x="44" y="6245"/>
                  </a:lnTo>
                  <a:lnTo>
                    <a:pt x="22" y="6591"/>
                  </a:lnTo>
                  <a:lnTo>
                    <a:pt x="1" y="6937"/>
                  </a:lnTo>
                  <a:lnTo>
                    <a:pt x="22" y="7304"/>
                  </a:lnTo>
                  <a:lnTo>
                    <a:pt x="44" y="7650"/>
                  </a:lnTo>
                  <a:lnTo>
                    <a:pt x="87" y="7995"/>
                  </a:lnTo>
                  <a:lnTo>
                    <a:pt x="152" y="8341"/>
                  </a:lnTo>
                  <a:lnTo>
                    <a:pt x="217" y="8687"/>
                  </a:lnTo>
                  <a:lnTo>
                    <a:pt x="325" y="9011"/>
                  </a:lnTo>
                  <a:lnTo>
                    <a:pt x="433" y="9335"/>
                  </a:lnTo>
                  <a:lnTo>
                    <a:pt x="541" y="9637"/>
                  </a:lnTo>
                  <a:lnTo>
                    <a:pt x="692" y="9962"/>
                  </a:lnTo>
                  <a:lnTo>
                    <a:pt x="843" y="10264"/>
                  </a:lnTo>
                  <a:lnTo>
                    <a:pt x="1016" y="10545"/>
                  </a:lnTo>
                  <a:lnTo>
                    <a:pt x="1189" y="10826"/>
                  </a:lnTo>
                  <a:lnTo>
                    <a:pt x="1384" y="11107"/>
                  </a:lnTo>
                  <a:lnTo>
                    <a:pt x="1578" y="11366"/>
                  </a:lnTo>
                  <a:lnTo>
                    <a:pt x="1816" y="11604"/>
                  </a:lnTo>
                  <a:lnTo>
                    <a:pt x="2032" y="11863"/>
                  </a:lnTo>
                  <a:lnTo>
                    <a:pt x="2269" y="12079"/>
                  </a:lnTo>
                  <a:lnTo>
                    <a:pt x="2529" y="12295"/>
                  </a:lnTo>
                  <a:lnTo>
                    <a:pt x="2788" y="12511"/>
                  </a:lnTo>
                  <a:lnTo>
                    <a:pt x="3069" y="12706"/>
                  </a:lnTo>
                  <a:lnTo>
                    <a:pt x="3350" y="12879"/>
                  </a:lnTo>
                  <a:lnTo>
                    <a:pt x="3631" y="13051"/>
                  </a:lnTo>
                  <a:lnTo>
                    <a:pt x="3933" y="13203"/>
                  </a:lnTo>
                  <a:lnTo>
                    <a:pt x="4236" y="13332"/>
                  </a:lnTo>
                  <a:lnTo>
                    <a:pt x="4560" y="13462"/>
                  </a:lnTo>
                  <a:lnTo>
                    <a:pt x="4884" y="13570"/>
                  </a:lnTo>
                  <a:lnTo>
                    <a:pt x="5208" y="13656"/>
                  </a:lnTo>
                  <a:lnTo>
                    <a:pt x="5554" y="13743"/>
                  </a:lnTo>
                  <a:lnTo>
                    <a:pt x="5878" y="13808"/>
                  </a:lnTo>
                  <a:lnTo>
                    <a:pt x="6224" y="13851"/>
                  </a:lnTo>
                  <a:lnTo>
                    <a:pt x="6591" y="13873"/>
                  </a:lnTo>
                  <a:lnTo>
                    <a:pt x="6937" y="13894"/>
                  </a:lnTo>
                  <a:lnTo>
                    <a:pt x="7304" y="13873"/>
                  </a:lnTo>
                  <a:lnTo>
                    <a:pt x="7650" y="13851"/>
                  </a:lnTo>
                  <a:lnTo>
                    <a:pt x="7995" y="13808"/>
                  </a:lnTo>
                  <a:lnTo>
                    <a:pt x="8341" y="13743"/>
                  </a:lnTo>
                  <a:lnTo>
                    <a:pt x="8687" y="13656"/>
                  </a:lnTo>
                  <a:lnTo>
                    <a:pt x="9011" y="13570"/>
                  </a:lnTo>
                  <a:lnTo>
                    <a:pt x="9335" y="13462"/>
                  </a:lnTo>
                  <a:lnTo>
                    <a:pt x="9638" y="13332"/>
                  </a:lnTo>
                  <a:lnTo>
                    <a:pt x="9940" y="13203"/>
                  </a:lnTo>
                  <a:lnTo>
                    <a:pt x="10243" y="13051"/>
                  </a:lnTo>
                  <a:lnTo>
                    <a:pt x="10545" y="12879"/>
                  </a:lnTo>
                  <a:lnTo>
                    <a:pt x="10826" y="12706"/>
                  </a:lnTo>
                  <a:lnTo>
                    <a:pt x="11085" y="12511"/>
                  </a:lnTo>
                  <a:lnTo>
                    <a:pt x="11366" y="12295"/>
                  </a:lnTo>
                  <a:lnTo>
                    <a:pt x="11604" y="12079"/>
                  </a:lnTo>
                  <a:lnTo>
                    <a:pt x="11842" y="11863"/>
                  </a:lnTo>
                  <a:lnTo>
                    <a:pt x="12079" y="11604"/>
                  </a:lnTo>
                  <a:lnTo>
                    <a:pt x="12295" y="11366"/>
                  </a:lnTo>
                  <a:lnTo>
                    <a:pt x="12511" y="11107"/>
                  </a:lnTo>
                  <a:lnTo>
                    <a:pt x="12706" y="10826"/>
                  </a:lnTo>
                  <a:lnTo>
                    <a:pt x="12879" y="10545"/>
                  </a:lnTo>
                  <a:lnTo>
                    <a:pt x="13052" y="10264"/>
                  </a:lnTo>
                  <a:lnTo>
                    <a:pt x="13203" y="9962"/>
                  </a:lnTo>
                  <a:lnTo>
                    <a:pt x="13333" y="9637"/>
                  </a:lnTo>
                  <a:lnTo>
                    <a:pt x="13462" y="9335"/>
                  </a:lnTo>
                  <a:lnTo>
                    <a:pt x="13570" y="9011"/>
                  </a:lnTo>
                  <a:lnTo>
                    <a:pt x="13657" y="8687"/>
                  </a:lnTo>
                  <a:lnTo>
                    <a:pt x="13743" y="8341"/>
                  </a:lnTo>
                  <a:lnTo>
                    <a:pt x="13808" y="7995"/>
                  </a:lnTo>
                  <a:lnTo>
                    <a:pt x="13851" y="7650"/>
                  </a:lnTo>
                  <a:lnTo>
                    <a:pt x="13873" y="7304"/>
                  </a:lnTo>
                  <a:lnTo>
                    <a:pt x="13873" y="6937"/>
                  </a:lnTo>
                  <a:lnTo>
                    <a:pt x="13873" y="6591"/>
                  </a:lnTo>
                  <a:lnTo>
                    <a:pt x="13851" y="6245"/>
                  </a:lnTo>
                  <a:lnTo>
                    <a:pt x="13808" y="5899"/>
                  </a:lnTo>
                  <a:lnTo>
                    <a:pt x="13743" y="5554"/>
                  </a:lnTo>
                  <a:lnTo>
                    <a:pt x="13657" y="5208"/>
                  </a:lnTo>
                  <a:lnTo>
                    <a:pt x="13570" y="4884"/>
                  </a:lnTo>
                  <a:lnTo>
                    <a:pt x="13462" y="4560"/>
                  </a:lnTo>
                  <a:lnTo>
                    <a:pt x="13333" y="4236"/>
                  </a:lnTo>
                  <a:lnTo>
                    <a:pt x="13203" y="3933"/>
                  </a:lnTo>
                  <a:lnTo>
                    <a:pt x="13052" y="3631"/>
                  </a:lnTo>
                  <a:lnTo>
                    <a:pt x="12879" y="3350"/>
                  </a:lnTo>
                  <a:lnTo>
                    <a:pt x="12706" y="3069"/>
                  </a:lnTo>
                  <a:lnTo>
                    <a:pt x="12511" y="2788"/>
                  </a:lnTo>
                  <a:lnTo>
                    <a:pt x="12295" y="2529"/>
                  </a:lnTo>
                  <a:lnTo>
                    <a:pt x="12079" y="2291"/>
                  </a:lnTo>
                  <a:lnTo>
                    <a:pt x="11842" y="2032"/>
                  </a:lnTo>
                  <a:lnTo>
                    <a:pt x="11604" y="1816"/>
                  </a:lnTo>
                  <a:lnTo>
                    <a:pt x="11366" y="1599"/>
                  </a:lnTo>
                  <a:lnTo>
                    <a:pt x="11085" y="1383"/>
                  </a:lnTo>
                  <a:lnTo>
                    <a:pt x="10826" y="1189"/>
                  </a:lnTo>
                  <a:lnTo>
                    <a:pt x="10545" y="1016"/>
                  </a:lnTo>
                  <a:lnTo>
                    <a:pt x="10243" y="843"/>
                  </a:lnTo>
                  <a:lnTo>
                    <a:pt x="9940" y="692"/>
                  </a:lnTo>
                  <a:lnTo>
                    <a:pt x="9638" y="562"/>
                  </a:lnTo>
                  <a:lnTo>
                    <a:pt x="9335" y="433"/>
                  </a:lnTo>
                  <a:lnTo>
                    <a:pt x="9011" y="325"/>
                  </a:lnTo>
                  <a:lnTo>
                    <a:pt x="8687" y="217"/>
                  </a:lnTo>
                  <a:lnTo>
                    <a:pt x="8341" y="152"/>
                  </a:lnTo>
                  <a:lnTo>
                    <a:pt x="7995" y="87"/>
                  </a:lnTo>
                  <a:lnTo>
                    <a:pt x="7650" y="44"/>
                  </a:lnTo>
                  <a:lnTo>
                    <a:pt x="7304" y="22"/>
                  </a:lnTo>
                  <a:lnTo>
                    <a:pt x="693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31"/>
            <p:cNvSpPr/>
            <p:nvPr/>
          </p:nvSpPr>
          <p:spPr>
            <a:xfrm>
              <a:off x="13389250" y="3497250"/>
              <a:ext cx="435975" cy="693625"/>
            </a:xfrm>
            <a:custGeom>
              <a:avLst/>
              <a:gdLst/>
              <a:ahLst/>
              <a:cxnLst/>
              <a:rect l="l" t="t" r="r" b="b"/>
              <a:pathLst>
                <a:path w="17439" h="27745" extrusionOk="0">
                  <a:moveTo>
                    <a:pt x="17438" y="0"/>
                  </a:moveTo>
                  <a:lnTo>
                    <a:pt x="16423" y="195"/>
                  </a:lnTo>
                  <a:lnTo>
                    <a:pt x="15429" y="454"/>
                  </a:lnTo>
                  <a:lnTo>
                    <a:pt x="14478" y="713"/>
                  </a:lnTo>
                  <a:lnTo>
                    <a:pt x="13570" y="1016"/>
                  </a:lnTo>
                  <a:lnTo>
                    <a:pt x="12684" y="1318"/>
                  </a:lnTo>
                  <a:lnTo>
                    <a:pt x="11842" y="1664"/>
                  </a:lnTo>
                  <a:lnTo>
                    <a:pt x="11042" y="2031"/>
                  </a:lnTo>
                  <a:lnTo>
                    <a:pt x="10286" y="2399"/>
                  </a:lnTo>
                  <a:lnTo>
                    <a:pt x="9551" y="2809"/>
                  </a:lnTo>
                  <a:lnTo>
                    <a:pt x="8860" y="3242"/>
                  </a:lnTo>
                  <a:lnTo>
                    <a:pt x="8190" y="3674"/>
                  </a:lnTo>
                  <a:lnTo>
                    <a:pt x="7563" y="4127"/>
                  </a:lnTo>
                  <a:lnTo>
                    <a:pt x="6958" y="4603"/>
                  </a:lnTo>
                  <a:lnTo>
                    <a:pt x="6397" y="5100"/>
                  </a:lnTo>
                  <a:lnTo>
                    <a:pt x="5856" y="5618"/>
                  </a:lnTo>
                  <a:lnTo>
                    <a:pt x="5360" y="6137"/>
                  </a:lnTo>
                  <a:lnTo>
                    <a:pt x="4884" y="6656"/>
                  </a:lnTo>
                  <a:lnTo>
                    <a:pt x="4430" y="7196"/>
                  </a:lnTo>
                  <a:lnTo>
                    <a:pt x="3998" y="7757"/>
                  </a:lnTo>
                  <a:lnTo>
                    <a:pt x="3609" y="8319"/>
                  </a:lnTo>
                  <a:lnTo>
                    <a:pt x="3242" y="8881"/>
                  </a:lnTo>
                  <a:lnTo>
                    <a:pt x="2896" y="9464"/>
                  </a:lnTo>
                  <a:lnTo>
                    <a:pt x="2572" y="10048"/>
                  </a:lnTo>
                  <a:lnTo>
                    <a:pt x="2270" y="10653"/>
                  </a:lnTo>
                  <a:lnTo>
                    <a:pt x="1989" y="11236"/>
                  </a:lnTo>
                  <a:lnTo>
                    <a:pt x="1729" y="11841"/>
                  </a:lnTo>
                  <a:lnTo>
                    <a:pt x="1513" y="12446"/>
                  </a:lnTo>
                  <a:lnTo>
                    <a:pt x="1297" y="13051"/>
                  </a:lnTo>
                  <a:lnTo>
                    <a:pt x="1103" y="13656"/>
                  </a:lnTo>
                  <a:lnTo>
                    <a:pt x="930" y="14261"/>
                  </a:lnTo>
                  <a:lnTo>
                    <a:pt x="757" y="14866"/>
                  </a:lnTo>
                  <a:lnTo>
                    <a:pt x="627" y="15471"/>
                  </a:lnTo>
                  <a:lnTo>
                    <a:pt x="498" y="16076"/>
                  </a:lnTo>
                  <a:lnTo>
                    <a:pt x="390" y="16660"/>
                  </a:lnTo>
                  <a:lnTo>
                    <a:pt x="303" y="17243"/>
                  </a:lnTo>
                  <a:lnTo>
                    <a:pt x="217" y="17827"/>
                  </a:lnTo>
                  <a:lnTo>
                    <a:pt x="109" y="18972"/>
                  </a:lnTo>
                  <a:lnTo>
                    <a:pt x="44" y="20095"/>
                  </a:lnTo>
                  <a:lnTo>
                    <a:pt x="1" y="21154"/>
                  </a:lnTo>
                  <a:lnTo>
                    <a:pt x="1" y="22170"/>
                  </a:lnTo>
                  <a:lnTo>
                    <a:pt x="44" y="23120"/>
                  </a:lnTo>
                  <a:lnTo>
                    <a:pt x="109" y="24006"/>
                  </a:lnTo>
                  <a:lnTo>
                    <a:pt x="174" y="24827"/>
                  </a:lnTo>
                  <a:lnTo>
                    <a:pt x="260" y="25541"/>
                  </a:lnTo>
                  <a:lnTo>
                    <a:pt x="347" y="26189"/>
                  </a:lnTo>
                  <a:lnTo>
                    <a:pt x="433" y="26729"/>
                  </a:lnTo>
                  <a:lnTo>
                    <a:pt x="563" y="27485"/>
                  </a:lnTo>
                  <a:lnTo>
                    <a:pt x="627" y="27744"/>
                  </a:lnTo>
                  <a:lnTo>
                    <a:pt x="17438" y="27744"/>
                  </a:lnTo>
                  <a:lnTo>
                    <a:pt x="1743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31"/>
            <p:cNvSpPr/>
            <p:nvPr/>
          </p:nvSpPr>
          <p:spPr>
            <a:xfrm>
              <a:off x="13389250" y="3497250"/>
              <a:ext cx="435975" cy="693625"/>
            </a:xfrm>
            <a:custGeom>
              <a:avLst/>
              <a:gdLst/>
              <a:ahLst/>
              <a:cxnLst/>
              <a:rect l="l" t="t" r="r" b="b"/>
              <a:pathLst>
                <a:path w="17439" h="27745" fill="none" extrusionOk="0">
                  <a:moveTo>
                    <a:pt x="627" y="27744"/>
                  </a:moveTo>
                  <a:lnTo>
                    <a:pt x="627" y="27744"/>
                  </a:lnTo>
                  <a:lnTo>
                    <a:pt x="563" y="27485"/>
                  </a:lnTo>
                  <a:lnTo>
                    <a:pt x="433" y="26729"/>
                  </a:lnTo>
                  <a:lnTo>
                    <a:pt x="347" y="26189"/>
                  </a:lnTo>
                  <a:lnTo>
                    <a:pt x="260" y="25541"/>
                  </a:lnTo>
                  <a:lnTo>
                    <a:pt x="174" y="24827"/>
                  </a:lnTo>
                  <a:lnTo>
                    <a:pt x="109" y="24006"/>
                  </a:lnTo>
                  <a:lnTo>
                    <a:pt x="44" y="23120"/>
                  </a:lnTo>
                  <a:lnTo>
                    <a:pt x="1" y="22170"/>
                  </a:lnTo>
                  <a:lnTo>
                    <a:pt x="1" y="21154"/>
                  </a:lnTo>
                  <a:lnTo>
                    <a:pt x="44" y="20095"/>
                  </a:lnTo>
                  <a:lnTo>
                    <a:pt x="109" y="18972"/>
                  </a:lnTo>
                  <a:lnTo>
                    <a:pt x="217" y="17827"/>
                  </a:lnTo>
                  <a:lnTo>
                    <a:pt x="303" y="17243"/>
                  </a:lnTo>
                  <a:lnTo>
                    <a:pt x="390" y="16660"/>
                  </a:lnTo>
                  <a:lnTo>
                    <a:pt x="498" y="16076"/>
                  </a:lnTo>
                  <a:lnTo>
                    <a:pt x="627" y="15471"/>
                  </a:lnTo>
                  <a:lnTo>
                    <a:pt x="757" y="14866"/>
                  </a:lnTo>
                  <a:lnTo>
                    <a:pt x="930" y="14261"/>
                  </a:lnTo>
                  <a:lnTo>
                    <a:pt x="1103" y="13656"/>
                  </a:lnTo>
                  <a:lnTo>
                    <a:pt x="1297" y="13051"/>
                  </a:lnTo>
                  <a:lnTo>
                    <a:pt x="1513" y="12446"/>
                  </a:lnTo>
                  <a:lnTo>
                    <a:pt x="1729" y="11841"/>
                  </a:lnTo>
                  <a:lnTo>
                    <a:pt x="1989" y="11236"/>
                  </a:lnTo>
                  <a:lnTo>
                    <a:pt x="2270" y="10653"/>
                  </a:lnTo>
                  <a:lnTo>
                    <a:pt x="2572" y="10048"/>
                  </a:lnTo>
                  <a:lnTo>
                    <a:pt x="2896" y="9464"/>
                  </a:lnTo>
                  <a:lnTo>
                    <a:pt x="3242" y="8881"/>
                  </a:lnTo>
                  <a:lnTo>
                    <a:pt x="3609" y="8319"/>
                  </a:lnTo>
                  <a:lnTo>
                    <a:pt x="3998" y="7757"/>
                  </a:lnTo>
                  <a:lnTo>
                    <a:pt x="4430" y="7196"/>
                  </a:lnTo>
                  <a:lnTo>
                    <a:pt x="4884" y="6656"/>
                  </a:lnTo>
                  <a:lnTo>
                    <a:pt x="5360" y="6137"/>
                  </a:lnTo>
                  <a:lnTo>
                    <a:pt x="5856" y="5618"/>
                  </a:lnTo>
                  <a:lnTo>
                    <a:pt x="6397" y="5100"/>
                  </a:lnTo>
                  <a:lnTo>
                    <a:pt x="6958" y="4603"/>
                  </a:lnTo>
                  <a:lnTo>
                    <a:pt x="7563" y="4127"/>
                  </a:lnTo>
                  <a:lnTo>
                    <a:pt x="8190" y="3674"/>
                  </a:lnTo>
                  <a:lnTo>
                    <a:pt x="8860" y="3242"/>
                  </a:lnTo>
                  <a:lnTo>
                    <a:pt x="9551" y="2809"/>
                  </a:lnTo>
                  <a:lnTo>
                    <a:pt x="10286" y="2399"/>
                  </a:lnTo>
                  <a:lnTo>
                    <a:pt x="11042" y="2031"/>
                  </a:lnTo>
                  <a:lnTo>
                    <a:pt x="11842" y="1664"/>
                  </a:lnTo>
                  <a:lnTo>
                    <a:pt x="12684" y="1318"/>
                  </a:lnTo>
                  <a:lnTo>
                    <a:pt x="13570" y="1016"/>
                  </a:lnTo>
                  <a:lnTo>
                    <a:pt x="14478" y="713"/>
                  </a:lnTo>
                  <a:lnTo>
                    <a:pt x="15429" y="454"/>
                  </a:lnTo>
                  <a:lnTo>
                    <a:pt x="16423" y="195"/>
                  </a:lnTo>
                  <a:lnTo>
                    <a:pt x="17438" y="0"/>
                  </a:lnTo>
                  <a:lnTo>
                    <a:pt x="17438" y="27744"/>
                  </a:lnTo>
                  <a:lnTo>
                    <a:pt x="627" y="2774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31"/>
            <p:cNvSpPr/>
            <p:nvPr/>
          </p:nvSpPr>
          <p:spPr>
            <a:xfrm>
              <a:off x="13402775" y="3582600"/>
              <a:ext cx="422450" cy="608275"/>
            </a:xfrm>
            <a:custGeom>
              <a:avLst/>
              <a:gdLst/>
              <a:ahLst/>
              <a:cxnLst/>
              <a:rect l="l" t="t" r="r" b="b"/>
              <a:pathLst>
                <a:path w="16898" h="24331" extrusionOk="0">
                  <a:moveTo>
                    <a:pt x="16897" y="0"/>
                  </a:moveTo>
                  <a:lnTo>
                    <a:pt x="16292" y="130"/>
                  </a:lnTo>
                  <a:lnTo>
                    <a:pt x="15687" y="303"/>
                  </a:lnTo>
                  <a:lnTo>
                    <a:pt x="15082" y="476"/>
                  </a:lnTo>
                  <a:lnTo>
                    <a:pt x="14499" y="670"/>
                  </a:lnTo>
                  <a:lnTo>
                    <a:pt x="14585" y="1426"/>
                  </a:lnTo>
                  <a:lnTo>
                    <a:pt x="14650" y="2161"/>
                  </a:lnTo>
                  <a:lnTo>
                    <a:pt x="14693" y="2939"/>
                  </a:lnTo>
                  <a:lnTo>
                    <a:pt x="14715" y="3695"/>
                  </a:lnTo>
                  <a:lnTo>
                    <a:pt x="14693" y="4560"/>
                  </a:lnTo>
                  <a:lnTo>
                    <a:pt x="14628" y="5424"/>
                  </a:lnTo>
                  <a:lnTo>
                    <a:pt x="14542" y="6288"/>
                  </a:lnTo>
                  <a:lnTo>
                    <a:pt x="14434" y="7131"/>
                  </a:lnTo>
                  <a:lnTo>
                    <a:pt x="14261" y="7952"/>
                  </a:lnTo>
                  <a:lnTo>
                    <a:pt x="14088" y="8795"/>
                  </a:lnTo>
                  <a:lnTo>
                    <a:pt x="13850" y="9594"/>
                  </a:lnTo>
                  <a:lnTo>
                    <a:pt x="13613" y="10394"/>
                  </a:lnTo>
                  <a:lnTo>
                    <a:pt x="13310" y="11193"/>
                  </a:lnTo>
                  <a:lnTo>
                    <a:pt x="13008" y="11949"/>
                  </a:lnTo>
                  <a:lnTo>
                    <a:pt x="12662" y="12706"/>
                  </a:lnTo>
                  <a:lnTo>
                    <a:pt x="12295" y="13462"/>
                  </a:lnTo>
                  <a:lnTo>
                    <a:pt x="11884" y="14175"/>
                  </a:lnTo>
                  <a:lnTo>
                    <a:pt x="11474" y="14888"/>
                  </a:lnTo>
                  <a:lnTo>
                    <a:pt x="11020" y="15579"/>
                  </a:lnTo>
                  <a:lnTo>
                    <a:pt x="10545" y="16249"/>
                  </a:lnTo>
                  <a:lnTo>
                    <a:pt x="10026" y="16919"/>
                  </a:lnTo>
                  <a:lnTo>
                    <a:pt x="9507" y="17546"/>
                  </a:lnTo>
                  <a:lnTo>
                    <a:pt x="8946" y="18172"/>
                  </a:lnTo>
                  <a:lnTo>
                    <a:pt x="8384" y="18756"/>
                  </a:lnTo>
                  <a:lnTo>
                    <a:pt x="7779" y="19339"/>
                  </a:lnTo>
                  <a:lnTo>
                    <a:pt x="7174" y="19879"/>
                  </a:lnTo>
                  <a:lnTo>
                    <a:pt x="6526" y="20398"/>
                  </a:lnTo>
                  <a:lnTo>
                    <a:pt x="5877" y="20916"/>
                  </a:lnTo>
                  <a:lnTo>
                    <a:pt x="5207" y="21392"/>
                  </a:lnTo>
                  <a:lnTo>
                    <a:pt x="4516" y="21846"/>
                  </a:lnTo>
                  <a:lnTo>
                    <a:pt x="3803" y="22256"/>
                  </a:lnTo>
                  <a:lnTo>
                    <a:pt x="3068" y="22667"/>
                  </a:lnTo>
                  <a:lnTo>
                    <a:pt x="2334" y="23034"/>
                  </a:lnTo>
                  <a:lnTo>
                    <a:pt x="1577" y="23380"/>
                  </a:lnTo>
                  <a:lnTo>
                    <a:pt x="800" y="23682"/>
                  </a:lnTo>
                  <a:lnTo>
                    <a:pt x="0" y="23963"/>
                  </a:lnTo>
                  <a:lnTo>
                    <a:pt x="86" y="24330"/>
                  </a:lnTo>
                  <a:lnTo>
                    <a:pt x="16897" y="24330"/>
                  </a:lnTo>
                  <a:lnTo>
                    <a:pt x="1689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31"/>
            <p:cNvSpPr/>
            <p:nvPr/>
          </p:nvSpPr>
          <p:spPr>
            <a:xfrm>
              <a:off x="13402775" y="3582600"/>
              <a:ext cx="422450" cy="608275"/>
            </a:xfrm>
            <a:custGeom>
              <a:avLst/>
              <a:gdLst/>
              <a:ahLst/>
              <a:cxnLst/>
              <a:rect l="l" t="t" r="r" b="b"/>
              <a:pathLst>
                <a:path w="16898" h="24331" fill="none" extrusionOk="0">
                  <a:moveTo>
                    <a:pt x="16897" y="0"/>
                  </a:moveTo>
                  <a:lnTo>
                    <a:pt x="16897" y="0"/>
                  </a:lnTo>
                  <a:lnTo>
                    <a:pt x="16292" y="130"/>
                  </a:lnTo>
                  <a:lnTo>
                    <a:pt x="15687" y="303"/>
                  </a:lnTo>
                  <a:lnTo>
                    <a:pt x="15082" y="476"/>
                  </a:lnTo>
                  <a:lnTo>
                    <a:pt x="14499" y="670"/>
                  </a:lnTo>
                  <a:lnTo>
                    <a:pt x="14499" y="670"/>
                  </a:lnTo>
                  <a:lnTo>
                    <a:pt x="14585" y="1426"/>
                  </a:lnTo>
                  <a:lnTo>
                    <a:pt x="14650" y="2161"/>
                  </a:lnTo>
                  <a:lnTo>
                    <a:pt x="14693" y="2939"/>
                  </a:lnTo>
                  <a:lnTo>
                    <a:pt x="14715" y="3695"/>
                  </a:lnTo>
                  <a:lnTo>
                    <a:pt x="14715" y="3695"/>
                  </a:lnTo>
                  <a:lnTo>
                    <a:pt x="14693" y="4560"/>
                  </a:lnTo>
                  <a:lnTo>
                    <a:pt x="14628" y="5424"/>
                  </a:lnTo>
                  <a:lnTo>
                    <a:pt x="14542" y="6288"/>
                  </a:lnTo>
                  <a:lnTo>
                    <a:pt x="14434" y="7131"/>
                  </a:lnTo>
                  <a:lnTo>
                    <a:pt x="14261" y="7952"/>
                  </a:lnTo>
                  <a:lnTo>
                    <a:pt x="14088" y="8795"/>
                  </a:lnTo>
                  <a:lnTo>
                    <a:pt x="13850" y="9594"/>
                  </a:lnTo>
                  <a:lnTo>
                    <a:pt x="13613" y="10394"/>
                  </a:lnTo>
                  <a:lnTo>
                    <a:pt x="13310" y="11193"/>
                  </a:lnTo>
                  <a:lnTo>
                    <a:pt x="13008" y="11949"/>
                  </a:lnTo>
                  <a:lnTo>
                    <a:pt x="12662" y="12706"/>
                  </a:lnTo>
                  <a:lnTo>
                    <a:pt x="12295" y="13462"/>
                  </a:lnTo>
                  <a:lnTo>
                    <a:pt x="11884" y="14175"/>
                  </a:lnTo>
                  <a:lnTo>
                    <a:pt x="11474" y="14888"/>
                  </a:lnTo>
                  <a:lnTo>
                    <a:pt x="11020" y="15579"/>
                  </a:lnTo>
                  <a:lnTo>
                    <a:pt x="10545" y="16249"/>
                  </a:lnTo>
                  <a:lnTo>
                    <a:pt x="10026" y="16919"/>
                  </a:lnTo>
                  <a:lnTo>
                    <a:pt x="9507" y="17546"/>
                  </a:lnTo>
                  <a:lnTo>
                    <a:pt x="8946" y="18172"/>
                  </a:lnTo>
                  <a:lnTo>
                    <a:pt x="8384" y="18756"/>
                  </a:lnTo>
                  <a:lnTo>
                    <a:pt x="7779" y="19339"/>
                  </a:lnTo>
                  <a:lnTo>
                    <a:pt x="7174" y="19879"/>
                  </a:lnTo>
                  <a:lnTo>
                    <a:pt x="6526" y="20398"/>
                  </a:lnTo>
                  <a:lnTo>
                    <a:pt x="5877" y="20916"/>
                  </a:lnTo>
                  <a:lnTo>
                    <a:pt x="5207" y="21392"/>
                  </a:lnTo>
                  <a:lnTo>
                    <a:pt x="4516" y="21846"/>
                  </a:lnTo>
                  <a:lnTo>
                    <a:pt x="3803" y="22256"/>
                  </a:lnTo>
                  <a:lnTo>
                    <a:pt x="3068" y="22667"/>
                  </a:lnTo>
                  <a:lnTo>
                    <a:pt x="2334" y="23034"/>
                  </a:lnTo>
                  <a:lnTo>
                    <a:pt x="1577" y="23380"/>
                  </a:lnTo>
                  <a:lnTo>
                    <a:pt x="800" y="23682"/>
                  </a:lnTo>
                  <a:lnTo>
                    <a:pt x="0" y="23963"/>
                  </a:lnTo>
                  <a:lnTo>
                    <a:pt x="0" y="23963"/>
                  </a:lnTo>
                  <a:lnTo>
                    <a:pt x="86" y="24330"/>
                  </a:lnTo>
                  <a:lnTo>
                    <a:pt x="16897" y="24330"/>
                  </a:lnTo>
                  <a:lnTo>
                    <a:pt x="1689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31"/>
            <p:cNvSpPr/>
            <p:nvPr/>
          </p:nvSpPr>
          <p:spPr>
            <a:xfrm>
              <a:off x="13825200" y="3497250"/>
              <a:ext cx="6500" cy="83750"/>
            </a:xfrm>
            <a:custGeom>
              <a:avLst/>
              <a:gdLst/>
              <a:ahLst/>
              <a:cxnLst/>
              <a:rect l="l" t="t" r="r" b="b"/>
              <a:pathLst>
                <a:path w="260" h="3350" extrusionOk="0">
                  <a:moveTo>
                    <a:pt x="259" y="0"/>
                  </a:moveTo>
                  <a:lnTo>
                    <a:pt x="259" y="0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59" y="0"/>
                  </a:lnTo>
                  <a:lnTo>
                    <a:pt x="259" y="3350"/>
                  </a:lnTo>
                  <a:lnTo>
                    <a:pt x="259" y="335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AB0D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31"/>
            <p:cNvSpPr/>
            <p:nvPr/>
          </p:nvSpPr>
          <p:spPr>
            <a:xfrm>
              <a:off x="13825200" y="3497250"/>
              <a:ext cx="6500" cy="83750"/>
            </a:xfrm>
            <a:custGeom>
              <a:avLst/>
              <a:gdLst/>
              <a:ahLst/>
              <a:cxnLst/>
              <a:rect l="l" t="t" r="r" b="b"/>
              <a:pathLst>
                <a:path w="260" h="3350" fill="none" extrusionOk="0">
                  <a:moveTo>
                    <a:pt x="259" y="0"/>
                  </a:moveTo>
                  <a:lnTo>
                    <a:pt x="259" y="0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59" y="0"/>
                  </a:lnTo>
                  <a:lnTo>
                    <a:pt x="259" y="3350"/>
                  </a:lnTo>
                  <a:lnTo>
                    <a:pt x="259" y="3350"/>
                  </a:lnTo>
                  <a:lnTo>
                    <a:pt x="25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31"/>
            <p:cNvSpPr/>
            <p:nvPr/>
          </p:nvSpPr>
          <p:spPr>
            <a:xfrm>
              <a:off x="13390875" y="3498325"/>
              <a:ext cx="434350" cy="679575"/>
            </a:xfrm>
            <a:custGeom>
              <a:avLst/>
              <a:gdLst/>
              <a:ahLst/>
              <a:cxnLst/>
              <a:rect l="l" t="t" r="r" b="b"/>
              <a:pathLst>
                <a:path w="17374" h="27183" extrusionOk="0">
                  <a:moveTo>
                    <a:pt x="17373" y="1"/>
                  </a:moveTo>
                  <a:lnTo>
                    <a:pt x="16444" y="195"/>
                  </a:lnTo>
                  <a:lnTo>
                    <a:pt x="15558" y="411"/>
                  </a:lnTo>
                  <a:lnTo>
                    <a:pt x="15072" y="557"/>
                  </a:lnTo>
                  <a:lnTo>
                    <a:pt x="15072" y="557"/>
                  </a:lnTo>
                  <a:lnTo>
                    <a:pt x="15753" y="368"/>
                  </a:lnTo>
                  <a:lnTo>
                    <a:pt x="16552" y="173"/>
                  </a:lnTo>
                  <a:lnTo>
                    <a:pt x="17373" y="1"/>
                  </a:lnTo>
                  <a:close/>
                  <a:moveTo>
                    <a:pt x="15072" y="557"/>
                  </a:moveTo>
                  <a:lnTo>
                    <a:pt x="14975" y="584"/>
                  </a:lnTo>
                  <a:lnTo>
                    <a:pt x="14823" y="632"/>
                  </a:lnTo>
                  <a:lnTo>
                    <a:pt x="14823" y="632"/>
                  </a:lnTo>
                  <a:lnTo>
                    <a:pt x="15072" y="557"/>
                  </a:lnTo>
                  <a:close/>
                  <a:moveTo>
                    <a:pt x="14823" y="632"/>
                  </a:moveTo>
                  <a:lnTo>
                    <a:pt x="14694" y="670"/>
                  </a:lnTo>
                  <a:lnTo>
                    <a:pt x="13851" y="930"/>
                  </a:lnTo>
                  <a:lnTo>
                    <a:pt x="13052" y="1211"/>
                  </a:lnTo>
                  <a:lnTo>
                    <a:pt x="12295" y="1513"/>
                  </a:lnTo>
                  <a:lnTo>
                    <a:pt x="11539" y="1837"/>
                  </a:lnTo>
                  <a:lnTo>
                    <a:pt x="10848" y="2183"/>
                  </a:lnTo>
                  <a:lnTo>
                    <a:pt x="10156" y="2529"/>
                  </a:lnTo>
                  <a:lnTo>
                    <a:pt x="9508" y="2918"/>
                  </a:lnTo>
                  <a:lnTo>
                    <a:pt x="8881" y="3307"/>
                  </a:lnTo>
                  <a:lnTo>
                    <a:pt x="8276" y="3695"/>
                  </a:lnTo>
                  <a:lnTo>
                    <a:pt x="7715" y="4128"/>
                  </a:lnTo>
                  <a:lnTo>
                    <a:pt x="7153" y="4560"/>
                  </a:lnTo>
                  <a:lnTo>
                    <a:pt x="6634" y="4992"/>
                  </a:lnTo>
                  <a:lnTo>
                    <a:pt x="6137" y="5446"/>
                  </a:lnTo>
                  <a:lnTo>
                    <a:pt x="5662" y="5921"/>
                  </a:lnTo>
                  <a:lnTo>
                    <a:pt x="5230" y="6396"/>
                  </a:lnTo>
                  <a:lnTo>
                    <a:pt x="4798" y="6893"/>
                  </a:lnTo>
                  <a:lnTo>
                    <a:pt x="4387" y="7390"/>
                  </a:lnTo>
                  <a:lnTo>
                    <a:pt x="4020" y="7887"/>
                  </a:lnTo>
                  <a:lnTo>
                    <a:pt x="3652" y="8406"/>
                  </a:lnTo>
                  <a:lnTo>
                    <a:pt x="3328" y="8925"/>
                  </a:lnTo>
                  <a:lnTo>
                    <a:pt x="3004" y="9443"/>
                  </a:lnTo>
                  <a:lnTo>
                    <a:pt x="2702" y="9983"/>
                  </a:lnTo>
                  <a:lnTo>
                    <a:pt x="2421" y="10523"/>
                  </a:lnTo>
                  <a:lnTo>
                    <a:pt x="2161" y="11064"/>
                  </a:lnTo>
                  <a:lnTo>
                    <a:pt x="1924" y="11604"/>
                  </a:lnTo>
                  <a:lnTo>
                    <a:pt x="1708" y="12144"/>
                  </a:lnTo>
                  <a:lnTo>
                    <a:pt x="1492" y="12706"/>
                  </a:lnTo>
                  <a:lnTo>
                    <a:pt x="1297" y="13246"/>
                  </a:lnTo>
                  <a:lnTo>
                    <a:pt x="1124" y="13808"/>
                  </a:lnTo>
                  <a:lnTo>
                    <a:pt x="973" y="14348"/>
                  </a:lnTo>
                  <a:lnTo>
                    <a:pt x="822" y="14888"/>
                  </a:lnTo>
                  <a:lnTo>
                    <a:pt x="562" y="15990"/>
                  </a:lnTo>
                  <a:lnTo>
                    <a:pt x="368" y="17071"/>
                  </a:lnTo>
                  <a:lnTo>
                    <a:pt x="217" y="18129"/>
                  </a:lnTo>
                  <a:lnTo>
                    <a:pt x="109" y="19145"/>
                  </a:lnTo>
                  <a:lnTo>
                    <a:pt x="44" y="20160"/>
                  </a:lnTo>
                  <a:lnTo>
                    <a:pt x="1" y="21111"/>
                  </a:lnTo>
                  <a:lnTo>
                    <a:pt x="1" y="22040"/>
                  </a:lnTo>
                  <a:lnTo>
                    <a:pt x="22" y="22905"/>
                  </a:lnTo>
                  <a:lnTo>
                    <a:pt x="66" y="23726"/>
                  </a:lnTo>
                  <a:lnTo>
                    <a:pt x="109" y="24504"/>
                  </a:lnTo>
                  <a:lnTo>
                    <a:pt x="174" y="25195"/>
                  </a:lnTo>
                  <a:lnTo>
                    <a:pt x="325" y="26362"/>
                  </a:lnTo>
                  <a:lnTo>
                    <a:pt x="454" y="27183"/>
                  </a:lnTo>
                  <a:lnTo>
                    <a:pt x="390" y="26513"/>
                  </a:lnTo>
                  <a:lnTo>
                    <a:pt x="325" y="25843"/>
                  </a:lnTo>
                  <a:lnTo>
                    <a:pt x="282" y="25173"/>
                  </a:lnTo>
                  <a:lnTo>
                    <a:pt x="282" y="24504"/>
                  </a:lnTo>
                  <a:lnTo>
                    <a:pt x="303" y="23618"/>
                  </a:lnTo>
                  <a:lnTo>
                    <a:pt x="346" y="22753"/>
                  </a:lnTo>
                  <a:lnTo>
                    <a:pt x="433" y="21911"/>
                  </a:lnTo>
                  <a:lnTo>
                    <a:pt x="562" y="21046"/>
                  </a:lnTo>
                  <a:lnTo>
                    <a:pt x="714" y="20204"/>
                  </a:lnTo>
                  <a:lnTo>
                    <a:pt x="908" y="19383"/>
                  </a:lnTo>
                  <a:lnTo>
                    <a:pt x="1124" y="18561"/>
                  </a:lnTo>
                  <a:lnTo>
                    <a:pt x="1384" y="17762"/>
                  </a:lnTo>
                  <a:lnTo>
                    <a:pt x="1664" y="16984"/>
                  </a:lnTo>
                  <a:lnTo>
                    <a:pt x="1989" y="16206"/>
                  </a:lnTo>
                  <a:lnTo>
                    <a:pt x="2313" y="15428"/>
                  </a:lnTo>
                  <a:lnTo>
                    <a:pt x="2702" y="14694"/>
                  </a:lnTo>
                  <a:lnTo>
                    <a:pt x="3091" y="13959"/>
                  </a:lnTo>
                  <a:lnTo>
                    <a:pt x="3523" y="13246"/>
                  </a:lnTo>
                  <a:lnTo>
                    <a:pt x="3976" y="12533"/>
                  </a:lnTo>
                  <a:lnTo>
                    <a:pt x="4452" y="11863"/>
                  </a:lnTo>
                  <a:lnTo>
                    <a:pt x="4949" y="11193"/>
                  </a:lnTo>
                  <a:lnTo>
                    <a:pt x="5467" y="10567"/>
                  </a:lnTo>
                  <a:lnTo>
                    <a:pt x="6029" y="9940"/>
                  </a:lnTo>
                  <a:lnTo>
                    <a:pt x="6591" y="9335"/>
                  </a:lnTo>
                  <a:lnTo>
                    <a:pt x="7196" y="8752"/>
                  </a:lnTo>
                  <a:lnTo>
                    <a:pt x="7801" y="8211"/>
                  </a:lnTo>
                  <a:lnTo>
                    <a:pt x="8449" y="7671"/>
                  </a:lnTo>
                  <a:lnTo>
                    <a:pt x="9097" y="7174"/>
                  </a:lnTo>
                  <a:lnTo>
                    <a:pt x="9767" y="6677"/>
                  </a:lnTo>
                  <a:lnTo>
                    <a:pt x="10459" y="6224"/>
                  </a:lnTo>
                  <a:lnTo>
                    <a:pt x="11172" y="5791"/>
                  </a:lnTo>
                  <a:lnTo>
                    <a:pt x="11906" y="5381"/>
                  </a:lnTo>
                  <a:lnTo>
                    <a:pt x="12641" y="5014"/>
                  </a:lnTo>
                  <a:lnTo>
                    <a:pt x="13397" y="4646"/>
                  </a:lnTo>
                  <a:lnTo>
                    <a:pt x="14175" y="4344"/>
                  </a:lnTo>
                  <a:lnTo>
                    <a:pt x="14975" y="4041"/>
                  </a:lnTo>
                  <a:lnTo>
                    <a:pt x="14823" y="3220"/>
                  </a:lnTo>
                  <a:lnTo>
                    <a:pt x="14651" y="2399"/>
                  </a:lnTo>
                  <a:lnTo>
                    <a:pt x="14456" y="1600"/>
                  </a:lnTo>
                  <a:lnTo>
                    <a:pt x="14218" y="822"/>
                  </a:lnTo>
                  <a:lnTo>
                    <a:pt x="14823" y="632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31"/>
            <p:cNvSpPr/>
            <p:nvPr/>
          </p:nvSpPr>
          <p:spPr>
            <a:xfrm>
              <a:off x="13390875" y="3498325"/>
              <a:ext cx="434350" cy="679575"/>
            </a:xfrm>
            <a:custGeom>
              <a:avLst/>
              <a:gdLst/>
              <a:ahLst/>
              <a:cxnLst/>
              <a:rect l="l" t="t" r="r" b="b"/>
              <a:pathLst>
                <a:path w="17374" h="27183" fill="none" extrusionOk="0">
                  <a:moveTo>
                    <a:pt x="17373" y="1"/>
                  </a:moveTo>
                  <a:lnTo>
                    <a:pt x="17373" y="1"/>
                  </a:lnTo>
                  <a:lnTo>
                    <a:pt x="16444" y="195"/>
                  </a:lnTo>
                  <a:lnTo>
                    <a:pt x="15558" y="411"/>
                  </a:lnTo>
                  <a:lnTo>
                    <a:pt x="14694" y="670"/>
                  </a:lnTo>
                  <a:lnTo>
                    <a:pt x="13851" y="930"/>
                  </a:lnTo>
                  <a:lnTo>
                    <a:pt x="13052" y="1211"/>
                  </a:lnTo>
                  <a:lnTo>
                    <a:pt x="12295" y="1513"/>
                  </a:lnTo>
                  <a:lnTo>
                    <a:pt x="11539" y="1837"/>
                  </a:lnTo>
                  <a:lnTo>
                    <a:pt x="10848" y="2183"/>
                  </a:lnTo>
                  <a:lnTo>
                    <a:pt x="10156" y="2529"/>
                  </a:lnTo>
                  <a:lnTo>
                    <a:pt x="9508" y="2918"/>
                  </a:lnTo>
                  <a:lnTo>
                    <a:pt x="8881" y="3307"/>
                  </a:lnTo>
                  <a:lnTo>
                    <a:pt x="8276" y="3695"/>
                  </a:lnTo>
                  <a:lnTo>
                    <a:pt x="7715" y="4128"/>
                  </a:lnTo>
                  <a:lnTo>
                    <a:pt x="7153" y="4560"/>
                  </a:lnTo>
                  <a:lnTo>
                    <a:pt x="6634" y="4992"/>
                  </a:lnTo>
                  <a:lnTo>
                    <a:pt x="6137" y="5446"/>
                  </a:lnTo>
                  <a:lnTo>
                    <a:pt x="5662" y="5921"/>
                  </a:lnTo>
                  <a:lnTo>
                    <a:pt x="5230" y="6396"/>
                  </a:lnTo>
                  <a:lnTo>
                    <a:pt x="4798" y="6893"/>
                  </a:lnTo>
                  <a:lnTo>
                    <a:pt x="4387" y="7390"/>
                  </a:lnTo>
                  <a:lnTo>
                    <a:pt x="4020" y="7887"/>
                  </a:lnTo>
                  <a:lnTo>
                    <a:pt x="3652" y="8406"/>
                  </a:lnTo>
                  <a:lnTo>
                    <a:pt x="3328" y="8925"/>
                  </a:lnTo>
                  <a:lnTo>
                    <a:pt x="3004" y="9443"/>
                  </a:lnTo>
                  <a:lnTo>
                    <a:pt x="2702" y="9983"/>
                  </a:lnTo>
                  <a:lnTo>
                    <a:pt x="2421" y="10523"/>
                  </a:lnTo>
                  <a:lnTo>
                    <a:pt x="2161" y="11064"/>
                  </a:lnTo>
                  <a:lnTo>
                    <a:pt x="1924" y="11604"/>
                  </a:lnTo>
                  <a:lnTo>
                    <a:pt x="1708" y="12144"/>
                  </a:lnTo>
                  <a:lnTo>
                    <a:pt x="1492" y="12706"/>
                  </a:lnTo>
                  <a:lnTo>
                    <a:pt x="1297" y="13246"/>
                  </a:lnTo>
                  <a:lnTo>
                    <a:pt x="1124" y="13808"/>
                  </a:lnTo>
                  <a:lnTo>
                    <a:pt x="973" y="14348"/>
                  </a:lnTo>
                  <a:lnTo>
                    <a:pt x="822" y="14888"/>
                  </a:lnTo>
                  <a:lnTo>
                    <a:pt x="562" y="15990"/>
                  </a:lnTo>
                  <a:lnTo>
                    <a:pt x="368" y="17071"/>
                  </a:lnTo>
                  <a:lnTo>
                    <a:pt x="217" y="18129"/>
                  </a:lnTo>
                  <a:lnTo>
                    <a:pt x="109" y="19145"/>
                  </a:lnTo>
                  <a:lnTo>
                    <a:pt x="44" y="20160"/>
                  </a:lnTo>
                  <a:lnTo>
                    <a:pt x="1" y="21111"/>
                  </a:lnTo>
                  <a:lnTo>
                    <a:pt x="1" y="22040"/>
                  </a:lnTo>
                  <a:lnTo>
                    <a:pt x="22" y="22905"/>
                  </a:lnTo>
                  <a:lnTo>
                    <a:pt x="66" y="23726"/>
                  </a:lnTo>
                  <a:lnTo>
                    <a:pt x="109" y="24504"/>
                  </a:lnTo>
                  <a:lnTo>
                    <a:pt x="174" y="25195"/>
                  </a:lnTo>
                  <a:lnTo>
                    <a:pt x="325" y="26362"/>
                  </a:lnTo>
                  <a:lnTo>
                    <a:pt x="454" y="27183"/>
                  </a:lnTo>
                  <a:lnTo>
                    <a:pt x="454" y="27183"/>
                  </a:lnTo>
                  <a:lnTo>
                    <a:pt x="390" y="26513"/>
                  </a:lnTo>
                  <a:lnTo>
                    <a:pt x="325" y="25843"/>
                  </a:lnTo>
                  <a:lnTo>
                    <a:pt x="282" y="25173"/>
                  </a:lnTo>
                  <a:lnTo>
                    <a:pt x="282" y="24504"/>
                  </a:lnTo>
                  <a:lnTo>
                    <a:pt x="282" y="24504"/>
                  </a:lnTo>
                  <a:lnTo>
                    <a:pt x="303" y="23618"/>
                  </a:lnTo>
                  <a:lnTo>
                    <a:pt x="346" y="22753"/>
                  </a:lnTo>
                  <a:lnTo>
                    <a:pt x="433" y="21911"/>
                  </a:lnTo>
                  <a:lnTo>
                    <a:pt x="562" y="21046"/>
                  </a:lnTo>
                  <a:lnTo>
                    <a:pt x="714" y="20204"/>
                  </a:lnTo>
                  <a:lnTo>
                    <a:pt x="908" y="19383"/>
                  </a:lnTo>
                  <a:lnTo>
                    <a:pt x="1124" y="18561"/>
                  </a:lnTo>
                  <a:lnTo>
                    <a:pt x="1384" y="17762"/>
                  </a:lnTo>
                  <a:lnTo>
                    <a:pt x="1664" y="16984"/>
                  </a:lnTo>
                  <a:lnTo>
                    <a:pt x="1989" y="16206"/>
                  </a:lnTo>
                  <a:lnTo>
                    <a:pt x="2313" y="15428"/>
                  </a:lnTo>
                  <a:lnTo>
                    <a:pt x="2702" y="14694"/>
                  </a:lnTo>
                  <a:lnTo>
                    <a:pt x="3091" y="13959"/>
                  </a:lnTo>
                  <a:lnTo>
                    <a:pt x="3523" y="13246"/>
                  </a:lnTo>
                  <a:lnTo>
                    <a:pt x="3976" y="12533"/>
                  </a:lnTo>
                  <a:lnTo>
                    <a:pt x="4452" y="11863"/>
                  </a:lnTo>
                  <a:lnTo>
                    <a:pt x="4949" y="11193"/>
                  </a:lnTo>
                  <a:lnTo>
                    <a:pt x="5467" y="10567"/>
                  </a:lnTo>
                  <a:lnTo>
                    <a:pt x="6029" y="9940"/>
                  </a:lnTo>
                  <a:lnTo>
                    <a:pt x="6591" y="9335"/>
                  </a:lnTo>
                  <a:lnTo>
                    <a:pt x="7196" y="8752"/>
                  </a:lnTo>
                  <a:lnTo>
                    <a:pt x="7801" y="8211"/>
                  </a:lnTo>
                  <a:lnTo>
                    <a:pt x="8449" y="7671"/>
                  </a:lnTo>
                  <a:lnTo>
                    <a:pt x="9097" y="7174"/>
                  </a:lnTo>
                  <a:lnTo>
                    <a:pt x="9767" y="6677"/>
                  </a:lnTo>
                  <a:lnTo>
                    <a:pt x="10459" y="6224"/>
                  </a:lnTo>
                  <a:lnTo>
                    <a:pt x="11172" y="5791"/>
                  </a:lnTo>
                  <a:lnTo>
                    <a:pt x="11906" y="5381"/>
                  </a:lnTo>
                  <a:lnTo>
                    <a:pt x="12641" y="5014"/>
                  </a:lnTo>
                  <a:lnTo>
                    <a:pt x="13397" y="4646"/>
                  </a:lnTo>
                  <a:lnTo>
                    <a:pt x="14175" y="4344"/>
                  </a:lnTo>
                  <a:lnTo>
                    <a:pt x="14975" y="4041"/>
                  </a:lnTo>
                  <a:lnTo>
                    <a:pt x="14975" y="4041"/>
                  </a:lnTo>
                  <a:lnTo>
                    <a:pt x="14823" y="3220"/>
                  </a:lnTo>
                  <a:lnTo>
                    <a:pt x="14651" y="2399"/>
                  </a:lnTo>
                  <a:lnTo>
                    <a:pt x="14456" y="1600"/>
                  </a:lnTo>
                  <a:lnTo>
                    <a:pt x="14218" y="822"/>
                  </a:lnTo>
                  <a:lnTo>
                    <a:pt x="14218" y="822"/>
                  </a:lnTo>
                  <a:lnTo>
                    <a:pt x="14975" y="584"/>
                  </a:lnTo>
                  <a:lnTo>
                    <a:pt x="15753" y="368"/>
                  </a:lnTo>
                  <a:lnTo>
                    <a:pt x="16552" y="173"/>
                  </a:lnTo>
                  <a:lnTo>
                    <a:pt x="17373" y="1"/>
                  </a:lnTo>
                  <a:lnTo>
                    <a:pt x="1737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31"/>
            <p:cNvSpPr/>
            <p:nvPr/>
          </p:nvSpPr>
          <p:spPr>
            <a:xfrm>
              <a:off x="13746325" y="3498325"/>
              <a:ext cx="78900" cy="101050"/>
            </a:xfrm>
            <a:custGeom>
              <a:avLst/>
              <a:gdLst/>
              <a:ahLst/>
              <a:cxnLst/>
              <a:rect l="l" t="t" r="r" b="b"/>
              <a:pathLst>
                <a:path w="3156" h="4042" extrusionOk="0">
                  <a:moveTo>
                    <a:pt x="3155" y="1"/>
                  </a:moveTo>
                  <a:lnTo>
                    <a:pt x="2334" y="173"/>
                  </a:lnTo>
                  <a:lnTo>
                    <a:pt x="1535" y="368"/>
                  </a:lnTo>
                  <a:lnTo>
                    <a:pt x="757" y="584"/>
                  </a:lnTo>
                  <a:lnTo>
                    <a:pt x="0" y="822"/>
                  </a:lnTo>
                  <a:lnTo>
                    <a:pt x="238" y="1600"/>
                  </a:lnTo>
                  <a:lnTo>
                    <a:pt x="433" y="2399"/>
                  </a:lnTo>
                  <a:lnTo>
                    <a:pt x="605" y="3220"/>
                  </a:lnTo>
                  <a:lnTo>
                    <a:pt x="757" y="4041"/>
                  </a:lnTo>
                  <a:lnTo>
                    <a:pt x="1340" y="3847"/>
                  </a:lnTo>
                  <a:lnTo>
                    <a:pt x="1945" y="3674"/>
                  </a:lnTo>
                  <a:lnTo>
                    <a:pt x="2550" y="3501"/>
                  </a:lnTo>
                  <a:lnTo>
                    <a:pt x="3155" y="3371"/>
                  </a:lnTo>
                  <a:lnTo>
                    <a:pt x="3155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31"/>
            <p:cNvSpPr/>
            <p:nvPr/>
          </p:nvSpPr>
          <p:spPr>
            <a:xfrm>
              <a:off x="13746325" y="3498325"/>
              <a:ext cx="78900" cy="101050"/>
            </a:xfrm>
            <a:custGeom>
              <a:avLst/>
              <a:gdLst/>
              <a:ahLst/>
              <a:cxnLst/>
              <a:rect l="l" t="t" r="r" b="b"/>
              <a:pathLst>
                <a:path w="3156" h="4042" fill="none" extrusionOk="0">
                  <a:moveTo>
                    <a:pt x="3155" y="1"/>
                  </a:moveTo>
                  <a:lnTo>
                    <a:pt x="3155" y="1"/>
                  </a:lnTo>
                  <a:lnTo>
                    <a:pt x="2334" y="173"/>
                  </a:lnTo>
                  <a:lnTo>
                    <a:pt x="1535" y="368"/>
                  </a:lnTo>
                  <a:lnTo>
                    <a:pt x="757" y="584"/>
                  </a:lnTo>
                  <a:lnTo>
                    <a:pt x="0" y="822"/>
                  </a:lnTo>
                  <a:lnTo>
                    <a:pt x="0" y="822"/>
                  </a:lnTo>
                  <a:lnTo>
                    <a:pt x="238" y="1600"/>
                  </a:lnTo>
                  <a:lnTo>
                    <a:pt x="433" y="2399"/>
                  </a:lnTo>
                  <a:lnTo>
                    <a:pt x="605" y="3220"/>
                  </a:lnTo>
                  <a:lnTo>
                    <a:pt x="757" y="4041"/>
                  </a:lnTo>
                  <a:lnTo>
                    <a:pt x="757" y="4041"/>
                  </a:lnTo>
                  <a:lnTo>
                    <a:pt x="1340" y="3847"/>
                  </a:lnTo>
                  <a:lnTo>
                    <a:pt x="1945" y="3674"/>
                  </a:lnTo>
                  <a:lnTo>
                    <a:pt x="2550" y="3501"/>
                  </a:lnTo>
                  <a:lnTo>
                    <a:pt x="3155" y="3371"/>
                  </a:lnTo>
                  <a:lnTo>
                    <a:pt x="315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31"/>
            <p:cNvSpPr/>
            <p:nvPr/>
          </p:nvSpPr>
          <p:spPr>
            <a:xfrm>
              <a:off x="13985625" y="3497250"/>
              <a:ext cx="448925" cy="693625"/>
            </a:xfrm>
            <a:custGeom>
              <a:avLst/>
              <a:gdLst/>
              <a:ahLst/>
              <a:cxnLst/>
              <a:rect l="l" t="t" r="r" b="b"/>
              <a:pathLst>
                <a:path w="17957" h="27745" extrusionOk="0">
                  <a:moveTo>
                    <a:pt x="1" y="0"/>
                  </a:moveTo>
                  <a:lnTo>
                    <a:pt x="1" y="27744"/>
                  </a:lnTo>
                  <a:lnTo>
                    <a:pt x="17503" y="27744"/>
                  </a:lnTo>
                  <a:lnTo>
                    <a:pt x="17567" y="27485"/>
                  </a:lnTo>
                  <a:lnTo>
                    <a:pt x="17675" y="26729"/>
                  </a:lnTo>
                  <a:lnTo>
                    <a:pt x="17740" y="26189"/>
                  </a:lnTo>
                  <a:lnTo>
                    <a:pt x="17827" y="25541"/>
                  </a:lnTo>
                  <a:lnTo>
                    <a:pt x="17870" y="24827"/>
                  </a:lnTo>
                  <a:lnTo>
                    <a:pt x="17935" y="24006"/>
                  </a:lnTo>
                  <a:lnTo>
                    <a:pt x="17956" y="23120"/>
                  </a:lnTo>
                  <a:lnTo>
                    <a:pt x="17956" y="22170"/>
                  </a:lnTo>
                  <a:lnTo>
                    <a:pt x="17935" y="21154"/>
                  </a:lnTo>
                  <a:lnTo>
                    <a:pt x="17870" y="20095"/>
                  </a:lnTo>
                  <a:lnTo>
                    <a:pt x="17784" y="18972"/>
                  </a:lnTo>
                  <a:lnTo>
                    <a:pt x="17632" y="17827"/>
                  </a:lnTo>
                  <a:lnTo>
                    <a:pt x="17524" y="17243"/>
                  </a:lnTo>
                  <a:lnTo>
                    <a:pt x="17416" y="16660"/>
                  </a:lnTo>
                  <a:lnTo>
                    <a:pt x="17308" y="16076"/>
                  </a:lnTo>
                  <a:lnTo>
                    <a:pt x="17157" y="15471"/>
                  </a:lnTo>
                  <a:lnTo>
                    <a:pt x="17006" y="14866"/>
                  </a:lnTo>
                  <a:lnTo>
                    <a:pt x="16833" y="14261"/>
                  </a:lnTo>
                  <a:lnTo>
                    <a:pt x="16638" y="13656"/>
                  </a:lnTo>
                  <a:lnTo>
                    <a:pt x="16422" y="13051"/>
                  </a:lnTo>
                  <a:lnTo>
                    <a:pt x="16206" y="12446"/>
                  </a:lnTo>
                  <a:lnTo>
                    <a:pt x="15947" y="11841"/>
                  </a:lnTo>
                  <a:lnTo>
                    <a:pt x="15688" y="11236"/>
                  </a:lnTo>
                  <a:lnTo>
                    <a:pt x="15385" y="10653"/>
                  </a:lnTo>
                  <a:lnTo>
                    <a:pt x="15083" y="10048"/>
                  </a:lnTo>
                  <a:lnTo>
                    <a:pt x="14737" y="9464"/>
                  </a:lnTo>
                  <a:lnTo>
                    <a:pt x="14370" y="8881"/>
                  </a:lnTo>
                  <a:lnTo>
                    <a:pt x="13981" y="8319"/>
                  </a:lnTo>
                  <a:lnTo>
                    <a:pt x="13570" y="7757"/>
                  </a:lnTo>
                  <a:lnTo>
                    <a:pt x="13138" y="7196"/>
                  </a:lnTo>
                  <a:lnTo>
                    <a:pt x="12684" y="6656"/>
                  </a:lnTo>
                  <a:lnTo>
                    <a:pt x="12187" y="6137"/>
                  </a:lnTo>
                  <a:lnTo>
                    <a:pt x="11669" y="5618"/>
                  </a:lnTo>
                  <a:lnTo>
                    <a:pt x="11128" y="5100"/>
                  </a:lnTo>
                  <a:lnTo>
                    <a:pt x="10545" y="4603"/>
                  </a:lnTo>
                  <a:lnTo>
                    <a:pt x="9940" y="4127"/>
                  </a:lnTo>
                  <a:lnTo>
                    <a:pt x="9292" y="3674"/>
                  </a:lnTo>
                  <a:lnTo>
                    <a:pt x="8622" y="3242"/>
                  </a:lnTo>
                  <a:lnTo>
                    <a:pt x="7930" y="2809"/>
                  </a:lnTo>
                  <a:lnTo>
                    <a:pt x="7174" y="2399"/>
                  </a:lnTo>
                  <a:lnTo>
                    <a:pt x="6418" y="2031"/>
                  </a:lnTo>
                  <a:lnTo>
                    <a:pt x="5597" y="1664"/>
                  </a:lnTo>
                  <a:lnTo>
                    <a:pt x="4754" y="1318"/>
                  </a:lnTo>
                  <a:lnTo>
                    <a:pt x="3890" y="1016"/>
                  </a:lnTo>
                  <a:lnTo>
                    <a:pt x="2961" y="713"/>
                  </a:lnTo>
                  <a:lnTo>
                    <a:pt x="2010" y="454"/>
                  </a:lnTo>
                  <a:lnTo>
                    <a:pt x="1016" y="19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31"/>
            <p:cNvSpPr/>
            <p:nvPr/>
          </p:nvSpPr>
          <p:spPr>
            <a:xfrm>
              <a:off x="13985625" y="3497250"/>
              <a:ext cx="448925" cy="693625"/>
            </a:xfrm>
            <a:custGeom>
              <a:avLst/>
              <a:gdLst/>
              <a:ahLst/>
              <a:cxnLst/>
              <a:rect l="l" t="t" r="r" b="b"/>
              <a:pathLst>
                <a:path w="17957" h="27745" fill="none" extrusionOk="0">
                  <a:moveTo>
                    <a:pt x="17503" y="27744"/>
                  </a:moveTo>
                  <a:lnTo>
                    <a:pt x="17503" y="27744"/>
                  </a:lnTo>
                  <a:lnTo>
                    <a:pt x="17567" y="27485"/>
                  </a:lnTo>
                  <a:lnTo>
                    <a:pt x="17675" y="26729"/>
                  </a:lnTo>
                  <a:lnTo>
                    <a:pt x="17740" y="26189"/>
                  </a:lnTo>
                  <a:lnTo>
                    <a:pt x="17827" y="25541"/>
                  </a:lnTo>
                  <a:lnTo>
                    <a:pt x="17870" y="24827"/>
                  </a:lnTo>
                  <a:lnTo>
                    <a:pt x="17935" y="24006"/>
                  </a:lnTo>
                  <a:lnTo>
                    <a:pt x="17956" y="23120"/>
                  </a:lnTo>
                  <a:lnTo>
                    <a:pt x="17956" y="22170"/>
                  </a:lnTo>
                  <a:lnTo>
                    <a:pt x="17935" y="21154"/>
                  </a:lnTo>
                  <a:lnTo>
                    <a:pt x="17870" y="20095"/>
                  </a:lnTo>
                  <a:lnTo>
                    <a:pt x="17784" y="18972"/>
                  </a:lnTo>
                  <a:lnTo>
                    <a:pt x="17632" y="17827"/>
                  </a:lnTo>
                  <a:lnTo>
                    <a:pt x="17524" y="17243"/>
                  </a:lnTo>
                  <a:lnTo>
                    <a:pt x="17416" y="16660"/>
                  </a:lnTo>
                  <a:lnTo>
                    <a:pt x="17308" y="16076"/>
                  </a:lnTo>
                  <a:lnTo>
                    <a:pt x="17157" y="15471"/>
                  </a:lnTo>
                  <a:lnTo>
                    <a:pt x="17006" y="14866"/>
                  </a:lnTo>
                  <a:lnTo>
                    <a:pt x="16833" y="14261"/>
                  </a:lnTo>
                  <a:lnTo>
                    <a:pt x="16638" y="13656"/>
                  </a:lnTo>
                  <a:lnTo>
                    <a:pt x="16422" y="13051"/>
                  </a:lnTo>
                  <a:lnTo>
                    <a:pt x="16206" y="12446"/>
                  </a:lnTo>
                  <a:lnTo>
                    <a:pt x="15947" y="11841"/>
                  </a:lnTo>
                  <a:lnTo>
                    <a:pt x="15688" y="11236"/>
                  </a:lnTo>
                  <a:lnTo>
                    <a:pt x="15385" y="10653"/>
                  </a:lnTo>
                  <a:lnTo>
                    <a:pt x="15083" y="10048"/>
                  </a:lnTo>
                  <a:lnTo>
                    <a:pt x="14737" y="9464"/>
                  </a:lnTo>
                  <a:lnTo>
                    <a:pt x="14370" y="8881"/>
                  </a:lnTo>
                  <a:lnTo>
                    <a:pt x="13981" y="8319"/>
                  </a:lnTo>
                  <a:lnTo>
                    <a:pt x="13570" y="7757"/>
                  </a:lnTo>
                  <a:lnTo>
                    <a:pt x="13138" y="7196"/>
                  </a:lnTo>
                  <a:lnTo>
                    <a:pt x="12684" y="6656"/>
                  </a:lnTo>
                  <a:lnTo>
                    <a:pt x="12187" y="6137"/>
                  </a:lnTo>
                  <a:lnTo>
                    <a:pt x="11669" y="5618"/>
                  </a:lnTo>
                  <a:lnTo>
                    <a:pt x="11128" y="5100"/>
                  </a:lnTo>
                  <a:lnTo>
                    <a:pt x="10545" y="4603"/>
                  </a:lnTo>
                  <a:lnTo>
                    <a:pt x="9940" y="4127"/>
                  </a:lnTo>
                  <a:lnTo>
                    <a:pt x="9292" y="3674"/>
                  </a:lnTo>
                  <a:lnTo>
                    <a:pt x="8622" y="3242"/>
                  </a:lnTo>
                  <a:lnTo>
                    <a:pt x="7930" y="2809"/>
                  </a:lnTo>
                  <a:lnTo>
                    <a:pt x="7174" y="2399"/>
                  </a:lnTo>
                  <a:lnTo>
                    <a:pt x="6418" y="2031"/>
                  </a:lnTo>
                  <a:lnTo>
                    <a:pt x="5597" y="1664"/>
                  </a:lnTo>
                  <a:lnTo>
                    <a:pt x="4754" y="1318"/>
                  </a:lnTo>
                  <a:lnTo>
                    <a:pt x="3890" y="1016"/>
                  </a:lnTo>
                  <a:lnTo>
                    <a:pt x="2961" y="713"/>
                  </a:lnTo>
                  <a:lnTo>
                    <a:pt x="2010" y="454"/>
                  </a:lnTo>
                  <a:lnTo>
                    <a:pt x="1016" y="195"/>
                  </a:lnTo>
                  <a:lnTo>
                    <a:pt x="1" y="0"/>
                  </a:lnTo>
                  <a:lnTo>
                    <a:pt x="1" y="27744"/>
                  </a:lnTo>
                  <a:lnTo>
                    <a:pt x="17503" y="2774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31"/>
            <p:cNvSpPr/>
            <p:nvPr/>
          </p:nvSpPr>
          <p:spPr>
            <a:xfrm>
              <a:off x="14423175" y="4181675"/>
              <a:ext cx="2200" cy="9200"/>
            </a:xfrm>
            <a:custGeom>
              <a:avLst/>
              <a:gdLst/>
              <a:ahLst/>
              <a:cxnLst/>
              <a:rect l="l" t="t" r="r" b="b"/>
              <a:pathLst>
                <a:path w="88" h="368" extrusionOk="0">
                  <a:moveTo>
                    <a:pt x="87" y="0"/>
                  </a:moveTo>
                  <a:lnTo>
                    <a:pt x="87" y="0"/>
                  </a:lnTo>
                  <a:lnTo>
                    <a:pt x="1" y="367"/>
                  </a:lnTo>
                  <a:lnTo>
                    <a:pt x="1" y="367"/>
                  </a:lnTo>
                  <a:lnTo>
                    <a:pt x="87" y="0"/>
                  </a:lnTo>
                  <a:lnTo>
                    <a:pt x="87" y="0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AB0D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31"/>
            <p:cNvSpPr/>
            <p:nvPr/>
          </p:nvSpPr>
          <p:spPr>
            <a:xfrm>
              <a:off x="14423175" y="4181675"/>
              <a:ext cx="2200" cy="9200"/>
            </a:xfrm>
            <a:custGeom>
              <a:avLst/>
              <a:gdLst/>
              <a:ahLst/>
              <a:cxnLst/>
              <a:rect l="l" t="t" r="r" b="b"/>
              <a:pathLst>
                <a:path w="88" h="368" fill="none" extrusionOk="0">
                  <a:moveTo>
                    <a:pt x="87" y="0"/>
                  </a:moveTo>
                  <a:lnTo>
                    <a:pt x="87" y="0"/>
                  </a:lnTo>
                  <a:lnTo>
                    <a:pt x="1" y="367"/>
                  </a:lnTo>
                  <a:lnTo>
                    <a:pt x="1" y="367"/>
                  </a:lnTo>
                  <a:lnTo>
                    <a:pt x="87" y="0"/>
                  </a:lnTo>
                  <a:lnTo>
                    <a:pt x="87" y="0"/>
                  </a:lnTo>
                  <a:lnTo>
                    <a:pt x="8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31"/>
            <p:cNvSpPr/>
            <p:nvPr/>
          </p:nvSpPr>
          <p:spPr>
            <a:xfrm>
              <a:off x="13996425" y="3580975"/>
              <a:ext cx="428950" cy="609900"/>
            </a:xfrm>
            <a:custGeom>
              <a:avLst/>
              <a:gdLst/>
              <a:ahLst/>
              <a:cxnLst/>
              <a:rect l="l" t="t" r="r" b="b"/>
              <a:pathLst>
                <a:path w="17158" h="24396" extrusionOk="0">
                  <a:moveTo>
                    <a:pt x="1" y="1"/>
                  </a:moveTo>
                  <a:lnTo>
                    <a:pt x="1" y="24395"/>
                  </a:lnTo>
                  <a:lnTo>
                    <a:pt x="17071" y="24395"/>
                  </a:lnTo>
                  <a:lnTo>
                    <a:pt x="17157" y="24028"/>
                  </a:lnTo>
                  <a:lnTo>
                    <a:pt x="16358" y="23747"/>
                  </a:lnTo>
                  <a:lnTo>
                    <a:pt x="15580" y="23445"/>
                  </a:lnTo>
                  <a:lnTo>
                    <a:pt x="14823" y="23099"/>
                  </a:lnTo>
                  <a:lnTo>
                    <a:pt x="14089" y="22732"/>
                  </a:lnTo>
                  <a:lnTo>
                    <a:pt x="13354" y="22321"/>
                  </a:lnTo>
                  <a:lnTo>
                    <a:pt x="12641" y="21911"/>
                  </a:lnTo>
                  <a:lnTo>
                    <a:pt x="11950" y="21457"/>
                  </a:lnTo>
                  <a:lnTo>
                    <a:pt x="11280" y="20981"/>
                  </a:lnTo>
                  <a:lnTo>
                    <a:pt x="10632" y="20463"/>
                  </a:lnTo>
                  <a:lnTo>
                    <a:pt x="9983" y="19944"/>
                  </a:lnTo>
                  <a:lnTo>
                    <a:pt x="9378" y="19404"/>
                  </a:lnTo>
                  <a:lnTo>
                    <a:pt x="8773" y="18821"/>
                  </a:lnTo>
                  <a:lnTo>
                    <a:pt x="8212" y="18237"/>
                  </a:lnTo>
                  <a:lnTo>
                    <a:pt x="7650" y="17611"/>
                  </a:lnTo>
                  <a:lnTo>
                    <a:pt x="7131" y="16984"/>
                  </a:lnTo>
                  <a:lnTo>
                    <a:pt x="6634" y="16314"/>
                  </a:lnTo>
                  <a:lnTo>
                    <a:pt x="6159" y="15644"/>
                  </a:lnTo>
                  <a:lnTo>
                    <a:pt x="5705" y="14953"/>
                  </a:lnTo>
                  <a:lnTo>
                    <a:pt x="5273" y="14240"/>
                  </a:lnTo>
                  <a:lnTo>
                    <a:pt x="4862" y="13527"/>
                  </a:lnTo>
                  <a:lnTo>
                    <a:pt x="4495" y="12771"/>
                  </a:lnTo>
                  <a:lnTo>
                    <a:pt x="4149" y="12014"/>
                  </a:lnTo>
                  <a:lnTo>
                    <a:pt x="3847" y="11236"/>
                  </a:lnTo>
                  <a:lnTo>
                    <a:pt x="3566" y="10459"/>
                  </a:lnTo>
                  <a:lnTo>
                    <a:pt x="3307" y="9659"/>
                  </a:lnTo>
                  <a:lnTo>
                    <a:pt x="3091" y="8838"/>
                  </a:lnTo>
                  <a:lnTo>
                    <a:pt x="2896" y="8017"/>
                  </a:lnTo>
                  <a:lnTo>
                    <a:pt x="2745" y="7196"/>
                  </a:lnTo>
                  <a:lnTo>
                    <a:pt x="2615" y="6353"/>
                  </a:lnTo>
                  <a:lnTo>
                    <a:pt x="2529" y="5489"/>
                  </a:lnTo>
                  <a:lnTo>
                    <a:pt x="2464" y="4625"/>
                  </a:lnTo>
                  <a:lnTo>
                    <a:pt x="2464" y="3760"/>
                  </a:lnTo>
                  <a:lnTo>
                    <a:pt x="2464" y="3004"/>
                  </a:lnTo>
                  <a:lnTo>
                    <a:pt x="2507" y="2226"/>
                  </a:lnTo>
                  <a:lnTo>
                    <a:pt x="2572" y="1491"/>
                  </a:lnTo>
                  <a:lnTo>
                    <a:pt x="2680" y="735"/>
                  </a:lnTo>
                  <a:lnTo>
                    <a:pt x="2010" y="519"/>
                  </a:lnTo>
                  <a:lnTo>
                    <a:pt x="1362" y="325"/>
                  </a:lnTo>
                  <a:lnTo>
                    <a:pt x="671" y="15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31"/>
            <p:cNvSpPr/>
            <p:nvPr/>
          </p:nvSpPr>
          <p:spPr>
            <a:xfrm>
              <a:off x="13996425" y="3499400"/>
              <a:ext cx="428950" cy="691475"/>
            </a:xfrm>
            <a:custGeom>
              <a:avLst/>
              <a:gdLst/>
              <a:ahLst/>
              <a:cxnLst/>
              <a:rect l="l" t="t" r="r" b="b"/>
              <a:pathLst>
                <a:path w="17158" h="27659" fill="none" extrusionOk="0">
                  <a:moveTo>
                    <a:pt x="1" y="1"/>
                  </a:moveTo>
                  <a:lnTo>
                    <a:pt x="1" y="27658"/>
                  </a:lnTo>
                  <a:lnTo>
                    <a:pt x="17071" y="27658"/>
                  </a:lnTo>
                  <a:lnTo>
                    <a:pt x="17071" y="27658"/>
                  </a:lnTo>
                  <a:lnTo>
                    <a:pt x="17071" y="27658"/>
                  </a:lnTo>
                  <a:lnTo>
                    <a:pt x="17157" y="27291"/>
                  </a:lnTo>
                  <a:lnTo>
                    <a:pt x="17157" y="27291"/>
                  </a:lnTo>
                  <a:lnTo>
                    <a:pt x="16358" y="27010"/>
                  </a:lnTo>
                  <a:lnTo>
                    <a:pt x="15580" y="26708"/>
                  </a:lnTo>
                  <a:lnTo>
                    <a:pt x="14823" y="26362"/>
                  </a:lnTo>
                  <a:lnTo>
                    <a:pt x="14089" y="25995"/>
                  </a:lnTo>
                  <a:lnTo>
                    <a:pt x="13354" y="25584"/>
                  </a:lnTo>
                  <a:lnTo>
                    <a:pt x="12641" y="25174"/>
                  </a:lnTo>
                  <a:lnTo>
                    <a:pt x="11950" y="24720"/>
                  </a:lnTo>
                  <a:lnTo>
                    <a:pt x="11280" y="24244"/>
                  </a:lnTo>
                  <a:lnTo>
                    <a:pt x="10632" y="23726"/>
                  </a:lnTo>
                  <a:lnTo>
                    <a:pt x="9983" y="23207"/>
                  </a:lnTo>
                  <a:lnTo>
                    <a:pt x="9378" y="22667"/>
                  </a:lnTo>
                  <a:lnTo>
                    <a:pt x="8773" y="22084"/>
                  </a:lnTo>
                  <a:lnTo>
                    <a:pt x="8212" y="21500"/>
                  </a:lnTo>
                  <a:lnTo>
                    <a:pt x="7650" y="20874"/>
                  </a:lnTo>
                  <a:lnTo>
                    <a:pt x="7131" y="20247"/>
                  </a:lnTo>
                  <a:lnTo>
                    <a:pt x="6634" y="19577"/>
                  </a:lnTo>
                  <a:lnTo>
                    <a:pt x="6159" y="18907"/>
                  </a:lnTo>
                  <a:lnTo>
                    <a:pt x="5705" y="18216"/>
                  </a:lnTo>
                  <a:lnTo>
                    <a:pt x="5273" y="17503"/>
                  </a:lnTo>
                  <a:lnTo>
                    <a:pt x="4862" y="16790"/>
                  </a:lnTo>
                  <a:lnTo>
                    <a:pt x="4495" y="16034"/>
                  </a:lnTo>
                  <a:lnTo>
                    <a:pt x="4149" y="15277"/>
                  </a:lnTo>
                  <a:lnTo>
                    <a:pt x="3847" y="14499"/>
                  </a:lnTo>
                  <a:lnTo>
                    <a:pt x="3566" y="13722"/>
                  </a:lnTo>
                  <a:lnTo>
                    <a:pt x="3307" y="12922"/>
                  </a:lnTo>
                  <a:lnTo>
                    <a:pt x="3091" y="12101"/>
                  </a:lnTo>
                  <a:lnTo>
                    <a:pt x="2896" y="11280"/>
                  </a:lnTo>
                  <a:lnTo>
                    <a:pt x="2745" y="10459"/>
                  </a:lnTo>
                  <a:lnTo>
                    <a:pt x="2615" y="9616"/>
                  </a:lnTo>
                  <a:lnTo>
                    <a:pt x="2529" y="8752"/>
                  </a:lnTo>
                  <a:lnTo>
                    <a:pt x="2464" y="7888"/>
                  </a:lnTo>
                  <a:lnTo>
                    <a:pt x="2464" y="7023"/>
                  </a:lnTo>
                  <a:lnTo>
                    <a:pt x="2464" y="7023"/>
                  </a:lnTo>
                  <a:lnTo>
                    <a:pt x="2464" y="6267"/>
                  </a:lnTo>
                  <a:lnTo>
                    <a:pt x="2507" y="5489"/>
                  </a:lnTo>
                  <a:lnTo>
                    <a:pt x="2572" y="4754"/>
                  </a:lnTo>
                  <a:lnTo>
                    <a:pt x="2680" y="3998"/>
                  </a:lnTo>
                  <a:lnTo>
                    <a:pt x="2680" y="3998"/>
                  </a:lnTo>
                  <a:lnTo>
                    <a:pt x="2010" y="3782"/>
                  </a:lnTo>
                  <a:lnTo>
                    <a:pt x="1362" y="3588"/>
                  </a:lnTo>
                  <a:lnTo>
                    <a:pt x="671" y="3415"/>
                  </a:lnTo>
                  <a:lnTo>
                    <a:pt x="1" y="3264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31"/>
            <p:cNvSpPr/>
            <p:nvPr/>
          </p:nvSpPr>
          <p:spPr>
            <a:xfrm>
              <a:off x="14063425" y="3521550"/>
              <a:ext cx="371125" cy="648800"/>
            </a:xfrm>
            <a:custGeom>
              <a:avLst/>
              <a:gdLst/>
              <a:ahLst/>
              <a:cxnLst/>
              <a:rect l="l" t="t" r="r" b="b"/>
              <a:pathLst>
                <a:path w="14845" h="25952" extrusionOk="0">
                  <a:moveTo>
                    <a:pt x="691" y="1"/>
                  </a:moveTo>
                  <a:lnTo>
                    <a:pt x="475" y="779"/>
                  </a:lnTo>
                  <a:lnTo>
                    <a:pt x="281" y="1535"/>
                  </a:lnTo>
                  <a:lnTo>
                    <a:pt x="130" y="2334"/>
                  </a:lnTo>
                  <a:lnTo>
                    <a:pt x="0" y="3112"/>
                  </a:lnTo>
                  <a:lnTo>
                    <a:pt x="778" y="3415"/>
                  </a:lnTo>
                  <a:lnTo>
                    <a:pt x="1556" y="3717"/>
                  </a:lnTo>
                  <a:lnTo>
                    <a:pt x="2312" y="4085"/>
                  </a:lnTo>
                  <a:lnTo>
                    <a:pt x="3047" y="4452"/>
                  </a:lnTo>
                  <a:lnTo>
                    <a:pt x="3781" y="4862"/>
                  </a:lnTo>
                  <a:lnTo>
                    <a:pt x="4494" y="5295"/>
                  </a:lnTo>
                  <a:lnTo>
                    <a:pt x="5186" y="5748"/>
                  </a:lnTo>
                  <a:lnTo>
                    <a:pt x="5856" y="6245"/>
                  </a:lnTo>
                  <a:lnTo>
                    <a:pt x="6525" y="6742"/>
                  </a:lnTo>
                  <a:lnTo>
                    <a:pt x="7152" y="7282"/>
                  </a:lnTo>
                  <a:lnTo>
                    <a:pt x="7779" y="7823"/>
                  </a:lnTo>
                  <a:lnTo>
                    <a:pt x="8362" y="8406"/>
                  </a:lnTo>
                  <a:lnTo>
                    <a:pt x="8946" y="9011"/>
                  </a:lnTo>
                  <a:lnTo>
                    <a:pt x="9486" y="9638"/>
                  </a:lnTo>
                  <a:lnTo>
                    <a:pt x="10004" y="10264"/>
                  </a:lnTo>
                  <a:lnTo>
                    <a:pt x="10523" y="10934"/>
                  </a:lnTo>
                  <a:lnTo>
                    <a:pt x="10998" y="11604"/>
                  </a:lnTo>
                  <a:lnTo>
                    <a:pt x="11452" y="12317"/>
                  </a:lnTo>
                  <a:lnTo>
                    <a:pt x="11863" y="13030"/>
                  </a:lnTo>
                  <a:lnTo>
                    <a:pt x="12273" y="13765"/>
                  </a:lnTo>
                  <a:lnTo>
                    <a:pt x="12640" y="14499"/>
                  </a:lnTo>
                  <a:lnTo>
                    <a:pt x="12986" y="15277"/>
                  </a:lnTo>
                  <a:lnTo>
                    <a:pt x="13289" y="16055"/>
                  </a:lnTo>
                  <a:lnTo>
                    <a:pt x="13570" y="16833"/>
                  </a:lnTo>
                  <a:lnTo>
                    <a:pt x="13829" y="17632"/>
                  </a:lnTo>
                  <a:lnTo>
                    <a:pt x="14045" y="18454"/>
                  </a:lnTo>
                  <a:lnTo>
                    <a:pt x="14239" y="19275"/>
                  </a:lnTo>
                  <a:lnTo>
                    <a:pt x="14391" y="20117"/>
                  </a:lnTo>
                  <a:lnTo>
                    <a:pt x="14520" y="20982"/>
                  </a:lnTo>
                  <a:lnTo>
                    <a:pt x="14607" y="21824"/>
                  </a:lnTo>
                  <a:lnTo>
                    <a:pt x="14672" y="22689"/>
                  </a:lnTo>
                  <a:lnTo>
                    <a:pt x="14672" y="23575"/>
                  </a:lnTo>
                  <a:lnTo>
                    <a:pt x="14672" y="24180"/>
                  </a:lnTo>
                  <a:lnTo>
                    <a:pt x="14650" y="24763"/>
                  </a:lnTo>
                  <a:lnTo>
                    <a:pt x="14607" y="25368"/>
                  </a:lnTo>
                  <a:lnTo>
                    <a:pt x="14542" y="25951"/>
                  </a:lnTo>
                  <a:lnTo>
                    <a:pt x="14650" y="25087"/>
                  </a:lnTo>
                  <a:lnTo>
                    <a:pt x="14758" y="23942"/>
                  </a:lnTo>
                  <a:lnTo>
                    <a:pt x="14801" y="23272"/>
                  </a:lnTo>
                  <a:lnTo>
                    <a:pt x="14844" y="22559"/>
                  </a:lnTo>
                  <a:lnTo>
                    <a:pt x="14844" y="21803"/>
                  </a:lnTo>
                  <a:lnTo>
                    <a:pt x="14844" y="21003"/>
                  </a:lnTo>
                  <a:lnTo>
                    <a:pt x="14823" y="20161"/>
                  </a:lnTo>
                  <a:lnTo>
                    <a:pt x="14780" y="19275"/>
                  </a:lnTo>
                  <a:lnTo>
                    <a:pt x="14715" y="18367"/>
                  </a:lnTo>
                  <a:lnTo>
                    <a:pt x="14607" y="17438"/>
                  </a:lnTo>
                  <a:lnTo>
                    <a:pt x="14455" y="16487"/>
                  </a:lnTo>
                  <a:lnTo>
                    <a:pt x="14283" y="15515"/>
                  </a:lnTo>
                  <a:lnTo>
                    <a:pt x="14045" y="14521"/>
                  </a:lnTo>
                  <a:lnTo>
                    <a:pt x="13786" y="13527"/>
                  </a:lnTo>
                  <a:lnTo>
                    <a:pt x="13461" y="12511"/>
                  </a:lnTo>
                  <a:lnTo>
                    <a:pt x="13116" y="11518"/>
                  </a:lnTo>
                  <a:lnTo>
                    <a:pt x="12900" y="11021"/>
                  </a:lnTo>
                  <a:lnTo>
                    <a:pt x="12684" y="10524"/>
                  </a:lnTo>
                  <a:lnTo>
                    <a:pt x="12446" y="10027"/>
                  </a:lnTo>
                  <a:lnTo>
                    <a:pt x="12208" y="9530"/>
                  </a:lnTo>
                  <a:lnTo>
                    <a:pt x="11949" y="9054"/>
                  </a:lnTo>
                  <a:lnTo>
                    <a:pt x="11668" y="8557"/>
                  </a:lnTo>
                  <a:lnTo>
                    <a:pt x="11366" y="8082"/>
                  </a:lnTo>
                  <a:lnTo>
                    <a:pt x="11063" y="7607"/>
                  </a:lnTo>
                  <a:lnTo>
                    <a:pt x="10739" y="7131"/>
                  </a:lnTo>
                  <a:lnTo>
                    <a:pt x="10393" y="6677"/>
                  </a:lnTo>
                  <a:lnTo>
                    <a:pt x="10026" y="6224"/>
                  </a:lnTo>
                  <a:lnTo>
                    <a:pt x="9637" y="5770"/>
                  </a:lnTo>
                  <a:lnTo>
                    <a:pt x="9226" y="5316"/>
                  </a:lnTo>
                  <a:lnTo>
                    <a:pt x="8816" y="4884"/>
                  </a:lnTo>
                  <a:lnTo>
                    <a:pt x="8384" y="4473"/>
                  </a:lnTo>
                  <a:lnTo>
                    <a:pt x="7908" y="4063"/>
                  </a:lnTo>
                  <a:lnTo>
                    <a:pt x="7433" y="3652"/>
                  </a:lnTo>
                  <a:lnTo>
                    <a:pt x="6936" y="3242"/>
                  </a:lnTo>
                  <a:lnTo>
                    <a:pt x="6417" y="2875"/>
                  </a:lnTo>
                  <a:lnTo>
                    <a:pt x="5877" y="2507"/>
                  </a:lnTo>
                  <a:lnTo>
                    <a:pt x="5315" y="2140"/>
                  </a:lnTo>
                  <a:lnTo>
                    <a:pt x="4710" y="1794"/>
                  </a:lnTo>
                  <a:lnTo>
                    <a:pt x="4105" y="1448"/>
                  </a:lnTo>
                  <a:lnTo>
                    <a:pt x="3479" y="1146"/>
                  </a:lnTo>
                  <a:lnTo>
                    <a:pt x="2809" y="822"/>
                  </a:lnTo>
                  <a:lnTo>
                    <a:pt x="2139" y="541"/>
                  </a:lnTo>
                  <a:lnTo>
                    <a:pt x="1426" y="260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31"/>
            <p:cNvSpPr/>
            <p:nvPr/>
          </p:nvSpPr>
          <p:spPr>
            <a:xfrm>
              <a:off x="14063425" y="3521550"/>
              <a:ext cx="371125" cy="648800"/>
            </a:xfrm>
            <a:custGeom>
              <a:avLst/>
              <a:gdLst/>
              <a:ahLst/>
              <a:cxnLst/>
              <a:rect l="l" t="t" r="r" b="b"/>
              <a:pathLst>
                <a:path w="14845" h="25952" fill="none" extrusionOk="0">
                  <a:moveTo>
                    <a:pt x="691" y="1"/>
                  </a:moveTo>
                  <a:lnTo>
                    <a:pt x="691" y="1"/>
                  </a:lnTo>
                  <a:lnTo>
                    <a:pt x="475" y="779"/>
                  </a:lnTo>
                  <a:lnTo>
                    <a:pt x="281" y="1535"/>
                  </a:lnTo>
                  <a:lnTo>
                    <a:pt x="130" y="2334"/>
                  </a:lnTo>
                  <a:lnTo>
                    <a:pt x="0" y="3112"/>
                  </a:lnTo>
                  <a:lnTo>
                    <a:pt x="0" y="3112"/>
                  </a:lnTo>
                  <a:lnTo>
                    <a:pt x="778" y="3415"/>
                  </a:lnTo>
                  <a:lnTo>
                    <a:pt x="1556" y="3717"/>
                  </a:lnTo>
                  <a:lnTo>
                    <a:pt x="2312" y="4085"/>
                  </a:lnTo>
                  <a:lnTo>
                    <a:pt x="3047" y="4452"/>
                  </a:lnTo>
                  <a:lnTo>
                    <a:pt x="3781" y="4862"/>
                  </a:lnTo>
                  <a:lnTo>
                    <a:pt x="4494" y="5295"/>
                  </a:lnTo>
                  <a:lnTo>
                    <a:pt x="5186" y="5748"/>
                  </a:lnTo>
                  <a:lnTo>
                    <a:pt x="5856" y="6245"/>
                  </a:lnTo>
                  <a:lnTo>
                    <a:pt x="6525" y="6742"/>
                  </a:lnTo>
                  <a:lnTo>
                    <a:pt x="7152" y="7282"/>
                  </a:lnTo>
                  <a:lnTo>
                    <a:pt x="7779" y="7823"/>
                  </a:lnTo>
                  <a:lnTo>
                    <a:pt x="8362" y="8406"/>
                  </a:lnTo>
                  <a:lnTo>
                    <a:pt x="8946" y="9011"/>
                  </a:lnTo>
                  <a:lnTo>
                    <a:pt x="9486" y="9638"/>
                  </a:lnTo>
                  <a:lnTo>
                    <a:pt x="10004" y="10264"/>
                  </a:lnTo>
                  <a:lnTo>
                    <a:pt x="10523" y="10934"/>
                  </a:lnTo>
                  <a:lnTo>
                    <a:pt x="10998" y="11604"/>
                  </a:lnTo>
                  <a:lnTo>
                    <a:pt x="11452" y="12317"/>
                  </a:lnTo>
                  <a:lnTo>
                    <a:pt x="11863" y="13030"/>
                  </a:lnTo>
                  <a:lnTo>
                    <a:pt x="12273" y="13765"/>
                  </a:lnTo>
                  <a:lnTo>
                    <a:pt x="12640" y="14499"/>
                  </a:lnTo>
                  <a:lnTo>
                    <a:pt x="12986" y="15277"/>
                  </a:lnTo>
                  <a:lnTo>
                    <a:pt x="13289" y="16055"/>
                  </a:lnTo>
                  <a:lnTo>
                    <a:pt x="13570" y="16833"/>
                  </a:lnTo>
                  <a:lnTo>
                    <a:pt x="13829" y="17632"/>
                  </a:lnTo>
                  <a:lnTo>
                    <a:pt x="14045" y="18454"/>
                  </a:lnTo>
                  <a:lnTo>
                    <a:pt x="14239" y="19275"/>
                  </a:lnTo>
                  <a:lnTo>
                    <a:pt x="14391" y="20117"/>
                  </a:lnTo>
                  <a:lnTo>
                    <a:pt x="14520" y="20982"/>
                  </a:lnTo>
                  <a:lnTo>
                    <a:pt x="14607" y="21824"/>
                  </a:lnTo>
                  <a:lnTo>
                    <a:pt x="14672" y="22689"/>
                  </a:lnTo>
                  <a:lnTo>
                    <a:pt x="14672" y="23575"/>
                  </a:lnTo>
                  <a:lnTo>
                    <a:pt x="14672" y="23575"/>
                  </a:lnTo>
                  <a:lnTo>
                    <a:pt x="14672" y="24180"/>
                  </a:lnTo>
                  <a:lnTo>
                    <a:pt x="14650" y="24763"/>
                  </a:lnTo>
                  <a:lnTo>
                    <a:pt x="14607" y="25368"/>
                  </a:lnTo>
                  <a:lnTo>
                    <a:pt x="14542" y="25951"/>
                  </a:lnTo>
                  <a:lnTo>
                    <a:pt x="14542" y="25951"/>
                  </a:lnTo>
                  <a:lnTo>
                    <a:pt x="14650" y="25087"/>
                  </a:lnTo>
                  <a:lnTo>
                    <a:pt x="14758" y="23942"/>
                  </a:lnTo>
                  <a:lnTo>
                    <a:pt x="14801" y="23272"/>
                  </a:lnTo>
                  <a:lnTo>
                    <a:pt x="14844" y="22559"/>
                  </a:lnTo>
                  <a:lnTo>
                    <a:pt x="14844" y="21803"/>
                  </a:lnTo>
                  <a:lnTo>
                    <a:pt x="14844" y="21003"/>
                  </a:lnTo>
                  <a:lnTo>
                    <a:pt x="14823" y="20161"/>
                  </a:lnTo>
                  <a:lnTo>
                    <a:pt x="14780" y="19275"/>
                  </a:lnTo>
                  <a:lnTo>
                    <a:pt x="14715" y="18367"/>
                  </a:lnTo>
                  <a:lnTo>
                    <a:pt x="14607" y="17438"/>
                  </a:lnTo>
                  <a:lnTo>
                    <a:pt x="14455" y="16487"/>
                  </a:lnTo>
                  <a:lnTo>
                    <a:pt x="14283" y="15515"/>
                  </a:lnTo>
                  <a:lnTo>
                    <a:pt x="14045" y="14521"/>
                  </a:lnTo>
                  <a:lnTo>
                    <a:pt x="13786" y="13527"/>
                  </a:lnTo>
                  <a:lnTo>
                    <a:pt x="13461" y="12511"/>
                  </a:lnTo>
                  <a:lnTo>
                    <a:pt x="13116" y="11518"/>
                  </a:lnTo>
                  <a:lnTo>
                    <a:pt x="12900" y="11021"/>
                  </a:lnTo>
                  <a:lnTo>
                    <a:pt x="12684" y="10524"/>
                  </a:lnTo>
                  <a:lnTo>
                    <a:pt x="12446" y="10027"/>
                  </a:lnTo>
                  <a:lnTo>
                    <a:pt x="12208" y="9530"/>
                  </a:lnTo>
                  <a:lnTo>
                    <a:pt x="11949" y="9054"/>
                  </a:lnTo>
                  <a:lnTo>
                    <a:pt x="11668" y="8557"/>
                  </a:lnTo>
                  <a:lnTo>
                    <a:pt x="11366" y="8082"/>
                  </a:lnTo>
                  <a:lnTo>
                    <a:pt x="11063" y="7607"/>
                  </a:lnTo>
                  <a:lnTo>
                    <a:pt x="10739" y="7131"/>
                  </a:lnTo>
                  <a:lnTo>
                    <a:pt x="10393" y="6677"/>
                  </a:lnTo>
                  <a:lnTo>
                    <a:pt x="10026" y="6224"/>
                  </a:lnTo>
                  <a:lnTo>
                    <a:pt x="9637" y="5770"/>
                  </a:lnTo>
                  <a:lnTo>
                    <a:pt x="9226" y="5316"/>
                  </a:lnTo>
                  <a:lnTo>
                    <a:pt x="8816" y="4884"/>
                  </a:lnTo>
                  <a:lnTo>
                    <a:pt x="8384" y="4473"/>
                  </a:lnTo>
                  <a:lnTo>
                    <a:pt x="7908" y="4063"/>
                  </a:lnTo>
                  <a:lnTo>
                    <a:pt x="7433" y="3652"/>
                  </a:lnTo>
                  <a:lnTo>
                    <a:pt x="6936" y="3242"/>
                  </a:lnTo>
                  <a:lnTo>
                    <a:pt x="6417" y="2875"/>
                  </a:lnTo>
                  <a:lnTo>
                    <a:pt x="5877" y="2507"/>
                  </a:lnTo>
                  <a:lnTo>
                    <a:pt x="5315" y="2140"/>
                  </a:lnTo>
                  <a:lnTo>
                    <a:pt x="4710" y="1794"/>
                  </a:lnTo>
                  <a:lnTo>
                    <a:pt x="4105" y="1448"/>
                  </a:lnTo>
                  <a:lnTo>
                    <a:pt x="3479" y="1146"/>
                  </a:lnTo>
                  <a:lnTo>
                    <a:pt x="2809" y="822"/>
                  </a:lnTo>
                  <a:lnTo>
                    <a:pt x="2139" y="541"/>
                  </a:lnTo>
                  <a:lnTo>
                    <a:pt x="1426" y="260"/>
                  </a:lnTo>
                  <a:lnTo>
                    <a:pt x="69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31"/>
            <p:cNvSpPr/>
            <p:nvPr/>
          </p:nvSpPr>
          <p:spPr>
            <a:xfrm>
              <a:off x="13996425" y="3499400"/>
              <a:ext cx="84300" cy="99975"/>
            </a:xfrm>
            <a:custGeom>
              <a:avLst/>
              <a:gdLst/>
              <a:ahLst/>
              <a:cxnLst/>
              <a:rect l="l" t="t" r="r" b="b"/>
              <a:pathLst>
                <a:path w="3372" h="3999" extrusionOk="0">
                  <a:moveTo>
                    <a:pt x="1" y="1"/>
                  </a:moveTo>
                  <a:lnTo>
                    <a:pt x="1" y="3264"/>
                  </a:lnTo>
                  <a:lnTo>
                    <a:pt x="671" y="3415"/>
                  </a:lnTo>
                  <a:lnTo>
                    <a:pt x="1362" y="3588"/>
                  </a:lnTo>
                  <a:lnTo>
                    <a:pt x="2010" y="3782"/>
                  </a:lnTo>
                  <a:lnTo>
                    <a:pt x="2680" y="3998"/>
                  </a:lnTo>
                  <a:lnTo>
                    <a:pt x="2810" y="3220"/>
                  </a:lnTo>
                  <a:lnTo>
                    <a:pt x="2961" y="2421"/>
                  </a:lnTo>
                  <a:lnTo>
                    <a:pt x="3155" y="1665"/>
                  </a:lnTo>
                  <a:lnTo>
                    <a:pt x="3371" y="887"/>
                  </a:lnTo>
                  <a:lnTo>
                    <a:pt x="2572" y="649"/>
                  </a:lnTo>
                  <a:lnTo>
                    <a:pt x="1751" y="411"/>
                  </a:lnTo>
                  <a:lnTo>
                    <a:pt x="887" y="19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31"/>
            <p:cNvSpPr/>
            <p:nvPr/>
          </p:nvSpPr>
          <p:spPr>
            <a:xfrm>
              <a:off x="13996425" y="3499400"/>
              <a:ext cx="84300" cy="99975"/>
            </a:xfrm>
            <a:custGeom>
              <a:avLst/>
              <a:gdLst/>
              <a:ahLst/>
              <a:cxnLst/>
              <a:rect l="l" t="t" r="r" b="b"/>
              <a:pathLst>
                <a:path w="3372" h="3999" fill="none" extrusionOk="0">
                  <a:moveTo>
                    <a:pt x="1" y="1"/>
                  </a:moveTo>
                  <a:lnTo>
                    <a:pt x="1" y="3264"/>
                  </a:lnTo>
                  <a:lnTo>
                    <a:pt x="1" y="3264"/>
                  </a:lnTo>
                  <a:lnTo>
                    <a:pt x="671" y="3415"/>
                  </a:lnTo>
                  <a:lnTo>
                    <a:pt x="1362" y="3588"/>
                  </a:lnTo>
                  <a:lnTo>
                    <a:pt x="2010" y="3782"/>
                  </a:lnTo>
                  <a:lnTo>
                    <a:pt x="2680" y="3998"/>
                  </a:lnTo>
                  <a:lnTo>
                    <a:pt x="2680" y="3998"/>
                  </a:lnTo>
                  <a:lnTo>
                    <a:pt x="2810" y="3220"/>
                  </a:lnTo>
                  <a:lnTo>
                    <a:pt x="2961" y="2421"/>
                  </a:lnTo>
                  <a:lnTo>
                    <a:pt x="3155" y="1665"/>
                  </a:lnTo>
                  <a:lnTo>
                    <a:pt x="3371" y="887"/>
                  </a:lnTo>
                  <a:lnTo>
                    <a:pt x="3371" y="887"/>
                  </a:lnTo>
                  <a:lnTo>
                    <a:pt x="2572" y="649"/>
                  </a:lnTo>
                  <a:lnTo>
                    <a:pt x="1751" y="411"/>
                  </a:lnTo>
                  <a:lnTo>
                    <a:pt x="887" y="195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31"/>
            <p:cNvSpPr/>
            <p:nvPr/>
          </p:nvSpPr>
          <p:spPr>
            <a:xfrm>
              <a:off x="13972125" y="4297800"/>
              <a:ext cx="240400" cy="66475"/>
            </a:xfrm>
            <a:custGeom>
              <a:avLst/>
              <a:gdLst/>
              <a:ahLst/>
              <a:cxnLst/>
              <a:rect l="l" t="t" r="r" b="b"/>
              <a:pathLst>
                <a:path w="9616" h="2659" extrusionOk="0">
                  <a:moveTo>
                    <a:pt x="1254" y="1"/>
                  </a:moveTo>
                  <a:lnTo>
                    <a:pt x="994" y="22"/>
                  </a:lnTo>
                  <a:lnTo>
                    <a:pt x="757" y="87"/>
                  </a:lnTo>
                  <a:lnTo>
                    <a:pt x="541" y="217"/>
                  </a:lnTo>
                  <a:lnTo>
                    <a:pt x="368" y="368"/>
                  </a:lnTo>
                  <a:lnTo>
                    <a:pt x="216" y="541"/>
                  </a:lnTo>
                  <a:lnTo>
                    <a:pt x="108" y="757"/>
                  </a:lnTo>
                  <a:lnTo>
                    <a:pt x="22" y="995"/>
                  </a:lnTo>
                  <a:lnTo>
                    <a:pt x="0" y="1232"/>
                  </a:lnTo>
                  <a:lnTo>
                    <a:pt x="0" y="1427"/>
                  </a:lnTo>
                  <a:lnTo>
                    <a:pt x="22" y="1665"/>
                  </a:lnTo>
                  <a:lnTo>
                    <a:pt x="108" y="1902"/>
                  </a:lnTo>
                  <a:lnTo>
                    <a:pt x="216" y="2118"/>
                  </a:lnTo>
                  <a:lnTo>
                    <a:pt x="368" y="2291"/>
                  </a:lnTo>
                  <a:lnTo>
                    <a:pt x="541" y="2442"/>
                  </a:lnTo>
                  <a:lnTo>
                    <a:pt x="757" y="2572"/>
                  </a:lnTo>
                  <a:lnTo>
                    <a:pt x="994" y="2637"/>
                  </a:lnTo>
                  <a:lnTo>
                    <a:pt x="1254" y="2658"/>
                  </a:lnTo>
                  <a:lnTo>
                    <a:pt x="8362" y="2658"/>
                  </a:lnTo>
                  <a:lnTo>
                    <a:pt x="8622" y="2637"/>
                  </a:lnTo>
                  <a:lnTo>
                    <a:pt x="8838" y="2572"/>
                  </a:lnTo>
                  <a:lnTo>
                    <a:pt x="9054" y="2442"/>
                  </a:lnTo>
                  <a:lnTo>
                    <a:pt x="9248" y="2291"/>
                  </a:lnTo>
                  <a:lnTo>
                    <a:pt x="9400" y="2118"/>
                  </a:lnTo>
                  <a:lnTo>
                    <a:pt x="9508" y="1902"/>
                  </a:lnTo>
                  <a:lnTo>
                    <a:pt x="9572" y="1665"/>
                  </a:lnTo>
                  <a:lnTo>
                    <a:pt x="9616" y="1427"/>
                  </a:lnTo>
                  <a:lnTo>
                    <a:pt x="9616" y="1232"/>
                  </a:lnTo>
                  <a:lnTo>
                    <a:pt x="9572" y="995"/>
                  </a:lnTo>
                  <a:lnTo>
                    <a:pt x="9508" y="757"/>
                  </a:lnTo>
                  <a:lnTo>
                    <a:pt x="9400" y="541"/>
                  </a:lnTo>
                  <a:lnTo>
                    <a:pt x="9248" y="368"/>
                  </a:lnTo>
                  <a:lnTo>
                    <a:pt x="9054" y="217"/>
                  </a:lnTo>
                  <a:lnTo>
                    <a:pt x="8838" y="87"/>
                  </a:lnTo>
                  <a:lnTo>
                    <a:pt x="8622" y="22"/>
                  </a:lnTo>
                  <a:lnTo>
                    <a:pt x="836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31"/>
            <p:cNvSpPr/>
            <p:nvPr/>
          </p:nvSpPr>
          <p:spPr>
            <a:xfrm>
              <a:off x="13972125" y="4297800"/>
              <a:ext cx="240400" cy="66475"/>
            </a:xfrm>
            <a:custGeom>
              <a:avLst/>
              <a:gdLst/>
              <a:ahLst/>
              <a:cxnLst/>
              <a:rect l="l" t="t" r="r" b="b"/>
              <a:pathLst>
                <a:path w="9616" h="2659" fill="none" extrusionOk="0">
                  <a:moveTo>
                    <a:pt x="8362" y="1"/>
                  </a:moveTo>
                  <a:lnTo>
                    <a:pt x="1254" y="1"/>
                  </a:lnTo>
                  <a:lnTo>
                    <a:pt x="1254" y="1"/>
                  </a:lnTo>
                  <a:lnTo>
                    <a:pt x="994" y="22"/>
                  </a:lnTo>
                  <a:lnTo>
                    <a:pt x="757" y="87"/>
                  </a:lnTo>
                  <a:lnTo>
                    <a:pt x="541" y="217"/>
                  </a:lnTo>
                  <a:lnTo>
                    <a:pt x="368" y="368"/>
                  </a:lnTo>
                  <a:lnTo>
                    <a:pt x="216" y="541"/>
                  </a:lnTo>
                  <a:lnTo>
                    <a:pt x="108" y="757"/>
                  </a:lnTo>
                  <a:lnTo>
                    <a:pt x="22" y="995"/>
                  </a:lnTo>
                  <a:lnTo>
                    <a:pt x="0" y="1232"/>
                  </a:lnTo>
                  <a:lnTo>
                    <a:pt x="0" y="1427"/>
                  </a:lnTo>
                  <a:lnTo>
                    <a:pt x="0" y="1427"/>
                  </a:lnTo>
                  <a:lnTo>
                    <a:pt x="22" y="1665"/>
                  </a:lnTo>
                  <a:lnTo>
                    <a:pt x="108" y="1902"/>
                  </a:lnTo>
                  <a:lnTo>
                    <a:pt x="216" y="2118"/>
                  </a:lnTo>
                  <a:lnTo>
                    <a:pt x="368" y="2291"/>
                  </a:lnTo>
                  <a:lnTo>
                    <a:pt x="541" y="2442"/>
                  </a:lnTo>
                  <a:lnTo>
                    <a:pt x="757" y="2572"/>
                  </a:lnTo>
                  <a:lnTo>
                    <a:pt x="994" y="2637"/>
                  </a:lnTo>
                  <a:lnTo>
                    <a:pt x="1254" y="2658"/>
                  </a:lnTo>
                  <a:lnTo>
                    <a:pt x="8362" y="2658"/>
                  </a:lnTo>
                  <a:lnTo>
                    <a:pt x="8362" y="2658"/>
                  </a:lnTo>
                  <a:lnTo>
                    <a:pt x="8622" y="2637"/>
                  </a:lnTo>
                  <a:lnTo>
                    <a:pt x="8838" y="2572"/>
                  </a:lnTo>
                  <a:lnTo>
                    <a:pt x="9054" y="2442"/>
                  </a:lnTo>
                  <a:lnTo>
                    <a:pt x="9248" y="2291"/>
                  </a:lnTo>
                  <a:lnTo>
                    <a:pt x="9400" y="2118"/>
                  </a:lnTo>
                  <a:lnTo>
                    <a:pt x="9508" y="1902"/>
                  </a:lnTo>
                  <a:lnTo>
                    <a:pt x="9572" y="1665"/>
                  </a:lnTo>
                  <a:lnTo>
                    <a:pt x="9616" y="1427"/>
                  </a:lnTo>
                  <a:lnTo>
                    <a:pt x="9616" y="1232"/>
                  </a:lnTo>
                  <a:lnTo>
                    <a:pt x="9616" y="1232"/>
                  </a:lnTo>
                  <a:lnTo>
                    <a:pt x="9572" y="995"/>
                  </a:lnTo>
                  <a:lnTo>
                    <a:pt x="9508" y="757"/>
                  </a:lnTo>
                  <a:lnTo>
                    <a:pt x="9400" y="541"/>
                  </a:lnTo>
                  <a:lnTo>
                    <a:pt x="9248" y="368"/>
                  </a:lnTo>
                  <a:lnTo>
                    <a:pt x="9054" y="217"/>
                  </a:lnTo>
                  <a:lnTo>
                    <a:pt x="8838" y="87"/>
                  </a:lnTo>
                  <a:lnTo>
                    <a:pt x="8622" y="22"/>
                  </a:lnTo>
                  <a:lnTo>
                    <a:pt x="83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31"/>
            <p:cNvSpPr/>
            <p:nvPr/>
          </p:nvSpPr>
          <p:spPr>
            <a:xfrm>
              <a:off x="13488650" y="3127225"/>
              <a:ext cx="129675" cy="129675"/>
            </a:xfrm>
            <a:custGeom>
              <a:avLst/>
              <a:gdLst/>
              <a:ahLst/>
              <a:cxnLst/>
              <a:rect l="l" t="t" r="r" b="b"/>
              <a:pathLst>
                <a:path w="5187" h="5187" extrusionOk="0">
                  <a:moveTo>
                    <a:pt x="2313" y="0"/>
                  </a:moveTo>
                  <a:lnTo>
                    <a:pt x="2053" y="43"/>
                  </a:lnTo>
                  <a:lnTo>
                    <a:pt x="1816" y="108"/>
                  </a:lnTo>
                  <a:lnTo>
                    <a:pt x="1578" y="195"/>
                  </a:lnTo>
                  <a:lnTo>
                    <a:pt x="1340" y="303"/>
                  </a:lnTo>
                  <a:lnTo>
                    <a:pt x="1146" y="432"/>
                  </a:lnTo>
                  <a:lnTo>
                    <a:pt x="930" y="584"/>
                  </a:lnTo>
                  <a:lnTo>
                    <a:pt x="757" y="756"/>
                  </a:lnTo>
                  <a:lnTo>
                    <a:pt x="584" y="929"/>
                  </a:lnTo>
                  <a:lnTo>
                    <a:pt x="433" y="1145"/>
                  </a:lnTo>
                  <a:lnTo>
                    <a:pt x="303" y="1361"/>
                  </a:lnTo>
                  <a:lnTo>
                    <a:pt x="195" y="1578"/>
                  </a:lnTo>
                  <a:lnTo>
                    <a:pt x="109" y="1815"/>
                  </a:lnTo>
                  <a:lnTo>
                    <a:pt x="44" y="2075"/>
                  </a:lnTo>
                  <a:lnTo>
                    <a:pt x="1" y="2334"/>
                  </a:lnTo>
                  <a:lnTo>
                    <a:pt x="1" y="2593"/>
                  </a:lnTo>
                  <a:lnTo>
                    <a:pt x="1" y="2852"/>
                  </a:lnTo>
                  <a:lnTo>
                    <a:pt x="44" y="3112"/>
                  </a:lnTo>
                  <a:lnTo>
                    <a:pt x="109" y="3371"/>
                  </a:lnTo>
                  <a:lnTo>
                    <a:pt x="195" y="3609"/>
                  </a:lnTo>
                  <a:lnTo>
                    <a:pt x="303" y="3825"/>
                  </a:lnTo>
                  <a:lnTo>
                    <a:pt x="433" y="4041"/>
                  </a:lnTo>
                  <a:lnTo>
                    <a:pt x="584" y="4235"/>
                  </a:lnTo>
                  <a:lnTo>
                    <a:pt x="757" y="4430"/>
                  </a:lnTo>
                  <a:lnTo>
                    <a:pt x="930" y="4581"/>
                  </a:lnTo>
                  <a:lnTo>
                    <a:pt x="1146" y="4732"/>
                  </a:lnTo>
                  <a:lnTo>
                    <a:pt x="1340" y="4862"/>
                  </a:lnTo>
                  <a:lnTo>
                    <a:pt x="1578" y="4970"/>
                  </a:lnTo>
                  <a:lnTo>
                    <a:pt x="1816" y="5056"/>
                  </a:lnTo>
                  <a:lnTo>
                    <a:pt x="2053" y="5121"/>
                  </a:lnTo>
                  <a:lnTo>
                    <a:pt x="2313" y="5164"/>
                  </a:lnTo>
                  <a:lnTo>
                    <a:pt x="2594" y="5186"/>
                  </a:lnTo>
                  <a:lnTo>
                    <a:pt x="2853" y="5164"/>
                  </a:lnTo>
                  <a:lnTo>
                    <a:pt x="3112" y="5121"/>
                  </a:lnTo>
                  <a:lnTo>
                    <a:pt x="3350" y="5056"/>
                  </a:lnTo>
                  <a:lnTo>
                    <a:pt x="3587" y="4970"/>
                  </a:lnTo>
                  <a:lnTo>
                    <a:pt x="3825" y="4862"/>
                  </a:lnTo>
                  <a:lnTo>
                    <a:pt x="4041" y="4732"/>
                  </a:lnTo>
                  <a:lnTo>
                    <a:pt x="4236" y="4581"/>
                  </a:lnTo>
                  <a:lnTo>
                    <a:pt x="4430" y="4430"/>
                  </a:lnTo>
                  <a:lnTo>
                    <a:pt x="4581" y="4235"/>
                  </a:lnTo>
                  <a:lnTo>
                    <a:pt x="4733" y="4041"/>
                  </a:lnTo>
                  <a:lnTo>
                    <a:pt x="4862" y="3825"/>
                  </a:lnTo>
                  <a:lnTo>
                    <a:pt x="4970" y="3609"/>
                  </a:lnTo>
                  <a:lnTo>
                    <a:pt x="5057" y="3371"/>
                  </a:lnTo>
                  <a:lnTo>
                    <a:pt x="5122" y="3112"/>
                  </a:lnTo>
                  <a:lnTo>
                    <a:pt x="5165" y="2852"/>
                  </a:lnTo>
                  <a:lnTo>
                    <a:pt x="5186" y="2593"/>
                  </a:lnTo>
                  <a:lnTo>
                    <a:pt x="5165" y="2334"/>
                  </a:lnTo>
                  <a:lnTo>
                    <a:pt x="5122" y="2075"/>
                  </a:lnTo>
                  <a:lnTo>
                    <a:pt x="5057" y="1815"/>
                  </a:lnTo>
                  <a:lnTo>
                    <a:pt x="4970" y="1578"/>
                  </a:lnTo>
                  <a:lnTo>
                    <a:pt x="4862" y="1361"/>
                  </a:lnTo>
                  <a:lnTo>
                    <a:pt x="4733" y="1145"/>
                  </a:lnTo>
                  <a:lnTo>
                    <a:pt x="4581" y="929"/>
                  </a:lnTo>
                  <a:lnTo>
                    <a:pt x="4430" y="756"/>
                  </a:lnTo>
                  <a:lnTo>
                    <a:pt x="4236" y="584"/>
                  </a:lnTo>
                  <a:lnTo>
                    <a:pt x="4041" y="432"/>
                  </a:lnTo>
                  <a:lnTo>
                    <a:pt x="3825" y="303"/>
                  </a:lnTo>
                  <a:lnTo>
                    <a:pt x="3587" y="195"/>
                  </a:lnTo>
                  <a:lnTo>
                    <a:pt x="3350" y="108"/>
                  </a:lnTo>
                  <a:lnTo>
                    <a:pt x="3112" y="43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31"/>
            <p:cNvSpPr/>
            <p:nvPr/>
          </p:nvSpPr>
          <p:spPr>
            <a:xfrm>
              <a:off x="15015225" y="4337250"/>
              <a:ext cx="177750" cy="240400"/>
            </a:xfrm>
            <a:custGeom>
              <a:avLst/>
              <a:gdLst/>
              <a:ahLst/>
              <a:cxnLst/>
              <a:rect l="l" t="t" r="r" b="b"/>
              <a:pathLst>
                <a:path w="7110" h="9616" extrusionOk="0">
                  <a:moveTo>
                    <a:pt x="2356" y="0"/>
                  </a:moveTo>
                  <a:lnTo>
                    <a:pt x="0" y="9615"/>
                  </a:lnTo>
                  <a:lnTo>
                    <a:pt x="7109" y="9615"/>
                  </a:lnTo>
                  <a:lnTo>
                    <a:pt x="7109" y="9356"/>
                  </a:lnTo>
                  <a:lnTo>
                    <a:pt x="7088" y="9032"/>
                  </a:lnTo>
                  <a:lnTo>
                    <a:pt x="7044" y="8600"/>
                  </a:lnTo>
                  <a:lnTo>
                    <a:pt x="6980" y="8081"/>
                  </a:lnTo>
                  <a:lnTo>
                    <a:pt x="6893" y="7476"/>
                  </a:lnTo>
                  <a:lnTo>
                    <a:pt x="6742" y="6806"/>
                  </a:lnTo>
                  <a:lnTo>
                    <a:pt x="6547" y="6072"/>
                  </a:lnTo>
                  <a:lnTo>
                    <a:pt x="6310" y="5316"/>
                  </a:lnTo>
                  <a:lnTo>
                    <a:pt x="6159" y="4927"/>
                  </a:lnTo>
                  <a:lnTo>
                    <a:pt x="5986" y="4516"/>
                  </a:lnTo>
                  <a:lnTo>
                    <a:pt x="5813" y="4127"/>
                  </a:lnTo>
                  <a:lnTo>
                    <a:pt x="5618" y="3717"/>
                  </a:lnTo>
                  <a:lnTo>
                    <a:pt x="5381" y="3328"/>
                  </a:lnTo>
                  <a:lnTo>
                    <a:pt x="5143" y="2917"/>
                  </a:lnTo>
                  <a:lnTo>
                    <a:pt x="4884" y="2528"/>
                  </a:lnTo>
                  <a:lnTo>
                    <a:pt x="4603" y="2139"/>
                  </a:lnTo>
                  <a:lnTo>
                    <a:pt x="4279" y="1750"/>
                  </a:lnTo>
                  <a:lnTo>
                    <a:pt x="3955" y="1383"/>
                  </a:lnTo>
                  <a:lnTo>
                    <a:pt x="3587" y="1016"/>
                  </a:lnTo>
                  <a:lnTo>
                    <a:pt x="3198" y="670"/>
                  </a:lnTo>
                  <a:lnTo>
                    <a:pt x="2788" y="324"/>
                  </a:lnTo>
                  <a:lnTo>
                    <a:pt x="23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31"/>
            <p:cNvSpPr/>
            <p:nvPr/>
          </p:nvSpPr>
          <p:spPr>
            <a:xfrm>
              <a:off x="15015225" y="4337250"/>
              <a:ext cx="177750" cy="240400"/>
            </a:xfrm>
            <a:custGeom>
              <a:avLst/>
              <a:gdLst/>
              <a:ahLst/>
              <a:cxnLst/>
              <a:rect l="l" t="t" r="r" b="b"/>
              <a:pathLst>
                <a:path w="7110" h="9616" extrusionOk="0">
                  <a:moveTo>
                    <a:pt x="2356" y="0"/>
                  </a:moveTo>
                  <a:lnTo>
                    <a:pt x="0" y="9615"/>
                  </a:lnTo>
                  <a:lnTo>
                    <a:pt x="7109" y="9615"/>
                  </a:lnTo>
                  <a:lnTo>
                    <a:pt x="7109" y="9572"/>
                  </a:lnTo>
                  <a:lnTo>
                    <a:pt x="6677" y="9529"/>
                  </a:lnTo>
                  <a:lnTo>
                    <a:pt x="6288" y="9464"/>
                  </a:lnTo>
                  <a:lnTo>
                    <a:pt x="5899" y="9378"/>
                  </a:lnTo>
                  <a:lnTo>
                    <a:pt x="5554" y="9248"/>
                  </a:lnTo>
                  <a:lnTo>
                    <a:pt x="5208" y="9097"/>
                  </a:lnTo>
                  <a:lnTo>
                    <a:pt x="4884" y="8924"/>
                  </a:lnTo>
                  <a:lnTo>
                    <a:pt x="4581" y="8751"/>
                  </a:lnTo>
                  <a:lnTo>
                    <a:pt x="4300" y="8535"/>
                  </a:lnTo>
                  <a:lnTo>
                    <a:pt x="4041" y="8297"/>
                  </a:lnTo>
                  <a:lnTo>
                    <a:pt x="3803" y="8060"/>
                  </a:lnTo>
                  <a:lnTo>
                    <a:pt x="3587" y="7800"/>
                  </a:lnTo>
                  <a:lnTo>
                    <a:pt x="3393" y="7520"/>
                  </a:lnTo>
                  <a:lnTo>
                    <a:pt x="3220" y="7217"/>
                  </a:lnTo>
                  <a:lnTo>
                    <a:pt x="3047" y="6915"/>
                  </a:lnTo>
                  <a:lnTo>
                    <a:pt x="2917" y="6612"/>
                  </a:lnTo>
                  <a:lnTo>
                    <a:pt x="2809" y="6288"/>
                  </a:lnTo>
                  <a:lnTo>
                    <a:pt x="2701" y="5964"/>
                  </a:lnTo>
                  <a:lnTo>
                    <a:pt x="2615" y="5618"/>
                  </a:lnTo>
                  <a:lnTo>
                    <a:pt x="2572" y="5294"/>
                  </a:lnTo>
                  <a:lnTo>
                    <a:pt x="2528" y="4948"/>
                  </a:lnTo>
                  <a:lnTo>
                    <a:pt x="2507" y="4603"/>
                  </a:lnTo>
                  <a:lnTo>
                    <a:pt x="2507" y="4257"/>
                  </a:lnTo>
                  <a:lnTo>
                    <a:pt x="2528" y="3911"/>
                  </a:lnTo>
                  <a:lnTo>
                    <a:pt x="2572" y="3565"/>
                  </a:lnTo>
                  <a:lnTo>
                    <a:pt x="2637" y="3220"/>
                  </a:lnTo>
                  <a:lnTo>
                    <a:pt x="2723" y="2896"/>
                  </a:lnTo>
                  <a:lnTo>
                    <a:pt x="2831" y="2571"/>
                  </a:lnTo>
                  <a:lnTo>
                    <a:pt x="2961" y="2247"/>
                  </a:lnTo>
                  <a:lnTo>
                    <a:pt x="3090" y="1923"/>
                  </a:lnTo>
                  <a:lnTo>
                    <a:pt x="3263" y="1621"/>
                  </a:lnTo>
                  <a:lnTo>
                    <a:pt x="3436" y="1340"/>
                  </a:lnTo>
                  <a:lnTo>
                    <a:pt x="3652" y="1059"/>
                  </a:lnTo>
                  <a:lnTo>
                    <a:pt x="3350" y="800"/>
                  </a:lnTo>
                  <a:lnTo>
                    <a:pt x="3025" y="519"/>
                  </a:lnTo>
                  <a:lnTo>
                    <a:pt x="2701" y="259"/>
                  </a:lnTo>
                  <a:lnTo>
                    <a:pt x="23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31"/>
            <p:cNvSpPr/>
            <p:nvPr/>
          </p:nvSpPr>
          <p:spPr>
            <a:xfrm>
              <a:off x="15015225" y="4337250"/>
              <a:ext cx="177750" cy="240400"/>
            </a:xfrm>
            <a:custGeom>
              <a:avLst/>
              <a:gdLst/>
              <a:ahLst/>
              <a:cxnLst/>
              <a:rect l="l" t="t" r="r" b="b"/>
              <a:pathLst>
                <a:path w="7110" h="9616" fill="none" extrusionOk="0">
                  <a:moveTo>
                    <a:pt x="2356" y="0"/>
                  </a:moveTo>
                  <a:lnTo>
                    <a:pt x="0" y="9615"/>
                  </a:lnTo>
                  <a:lnTo>
                    <a:pt x="7109" y="9615"/>
                  </a:lnTo>
                  <a:lnTo>
                    <a:pt x="7109" y="9615"/>
                  </a:lnTo>
                  <a:lnTo>
                    <a:pt x="7109" y="9615"/>
                  </a:lnTo>
                  <a:lnTo>
                    <a:pt x="7109" y="9615"/>
                  </a:lnTo>
                  <a:lnTo>
                    <a:pt x="7109" y="9572"/>
                  </a:lnTo>
                  <a:lnTo>
                    <a:pt x="7109" y="9572"/>
                  </a:lnTo>
                  <a:lnTo>
                    <a:pt x="6677" y="9529"/>
                  </a:lnTo>
                  <a:lnTo>
                    <a:pt x="6288" y="9464"/>
                  </a:lnTo>
                  <a:lnTo>
                    <a:pt x="5899" y="9378"/>
                  </a:lnTo>
                  <a:lnTo>
                    <a:pt x="5554" y="9248"/>
                  </a:lnTo>
                  <a:lnTo>
                    <a:pt x="5208" y="9097"/>
                  </a:lnTo>
                  <a:lnTo>
                    <a:pt x="4884" y="8924"/>
                  </a:lnTo>
                  <a:lnTo>
                    <a:pt x="4581" y="8751"/>
                  </a:lnTo>
                  <a:lnTo>
                    <a:pt x="4300" y="8535"/>
                  </a:lnTo>
                  <a:lnTo>
                    <a:pt x="4041" y="8297"/>
                  </a:lnTo>
                  <a:lnTo>
                    <a:pt x="3803" y="8060"/>
                  </a:lnTo>
                  <a:lnTo>
                    <a:pt x="3587" y="7800"/>
                  </a:lnTo>
                  <a:lnTo>
                    <a:pt x="3393" y="7520"/>
                  </a:lnTo>
                  <a:lnTo>
                    <a:pt x="3220" y="7217"/>
                  </a:lnTo>
                  <a:lnTo>
                    <a:pt x="3047" y="6915"/>
                  </a:lnTo>
                  <a:lnTo>
                    <a:pt x="2917" y="6612"/>
                  </a:lnTo>
                  <a:lnTo>
                    <a:pt x="2809" y="6288"/>
                  </a:lnTo>
                  <a:lnTo>
                    <a:pt x="2701" y="5964"/>
                  </a:lnTo>
                  <a:lnTo>
                    <a:pt x="2615" y="5618"/>
                  </a:lnTo>
                  <a:lnTo>
                    <a:pt x="2572" y="5294"/>
                  </a:lnTo>
                  <a:lnTo>
                    <a:pt x="2528" y="4948"/>
                  </a:lnTo>
                  <a:lnTo>
                    <a:pt x="2507" y="4603"/>
                  </a:lnTo>
                  <a:lnTo>
                    <a:pt x="2507" y="4257"/>
                  </a:lnTo>
                  <a:lnTo>
                    <a:pt x="2528" y="3911"/>
                  </a:lnTo>
                  <a:lnTo>
                    <a:pt x="2572" y="3565"/>
                  </a:lnTo>
                  <a:lnTo>
                    <a:pt x="2637" y="3220"/>
                  </a:lnTo>
                  <a:lnTo>
                    <a:pt x="2723" y="2896"/>
                  </a:lnTo>
                  <a:lnTo>
                    <a:pt x="2831" y="2571"/>
                  </a:lnTo>
                  <a:lnTo>
                    <a:pt x="2961" y="2247"/>
                  </a:lnTo>
                  <a:lnTo>
                    <a:pt x="3090" y="1923"/>
                  </a:lnTo>
                  <a:lnTo>
                    <a:pt x="3263" y="1621"/>
                  </a:lnTo>
                  <a:lnTo>
                    <a:pt x="3436" y="1340"/>
                  </a:lnTo>
                  <a:lnTo>
                    <a:pt x="3652" y="1059"/>
                  </a:lnTo>
                  <a:lnTo>
                    <a:pt x="3652" y="1059"/>
                  </a:lnTo>
                  <a:lnTo>
                    <a:pt x="3350" y="800"/>
                  </a:lnTo>
                  <a:lnTo>
                    <a:pt x="3025" y="519"/>
                  </a:lnTo>
                  <a:lnTo>
                    <a:pt x="2701" y="259"/>
                  </a:lnTo>
                  <a:lnTo>
                    <a:pt x="2356" y="0"/>
                  </a:lnTo>
                  <a:lnTo>
                    <a:pt x="235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93" name="Google Shape;6793;p31"/>
          <p:cNvGrpSpPr/>
          <p:nvPr/>
        </p:nvGrpSpPr>
        <p:grpSpPr>
          <a:xfrm>
            <a:off x="7777500" y="-77375"/>
            <a:ext cx="297100" cy="2315550"/>
            <a:chOff x="8234700" y="-1175"/>
            <a:chExt cx="297100" cy="2315550"/>
          </a:xfrm>
        </p:grpSpPr>
        <p:grpSp>
          <p:nvGrpSpPr>
            <p:cNvPr id="6794" name="Google Shape;6794;p31"/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6795" name="Google Shape;6795;p31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6" name="Google Shape;6796;p31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7" name="Google Shape;6797;p31"/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8" name="Google Shape;6798;p31"/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799" name="Google Shape;6799;p31"/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05" name="Google Shape;6805;p32"/>
          <p:cNvGrpSpPr/>
          <p:nvPr/>
        </p:nvGrpSpPr>
        <p:grpSpPr>
          <a:xfrm>
            <a:off x="310050" y="3368275"/>
            <a:ext cx="1609800" cy="1615000"/>
            <a:chOff x="10614475" y="3194400"/>
            <a:chExt cx="1609800" cy="1615000"/>
          </a:xfrm>
        </p:grpSpPr>
        <p:sp>
          <p:nvSpPr>
            <p:cNvPr id="6806" name="Google Shape;6806;p32"/>
            <p:cNvSpPr/>
            <p:nvPr/>
          </p:nvSpPr>
          <p:spPr>
            <a:xfrm>
              <a:off x="10614475" y="4537600"/>
              <a:ext cx="1609800" cy="2718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32"/>
            <p:cNvSpPr/>
            <p:nvPr/>
          </p:nvSpPr>
          <p:spPr>
            <a:xfrm>
              <a:off x="11027200" y="3878275"/>
              <a:ext cx="805725" cy="779150"/>
            </a:xfrm>
            <a:custGeom>
              <a:avLst/>
              <a:gdLst/>
              <a:ahLst/>
              <a:cxnLst/>
              <a:rect l="l" t="t" r="r" b="b"/>
              <a:pathLst>
                <a:path w="32229" h="31166" extrusionOk="0">
                  <a:moveTo>
                    <a:pt x="15664" y="0"/>
                  </a:moveTo>
                  <a:lnTo>
                    <a:pt x="14641" y="60"/>
                  </a:lnTo>
                  <a:lnTo>
                    <a:pt x="13638" y="121"/>
                  </a:lnTo>
                  <a:lnTo>
                    <a:pt x="12635" y="201"/>
                  </a:lnTo>
                  <a:lnTo>
                    <a:pt x="11653" y="321"/>
                  </a:lnTo>
                  <a:lnTo>
                    <a:pt x="10710" y="462"/>
                  </a:lnTo>
                  <a:lnTo>
                    <a:pt x="9848" y="622"/>
                  </a:lnTo>
                  <a:lnTo>
                    <a:pt x="9025" y="802"/>
                  </a:lnTo>
                  <a:lnTo>
                    <a:pt x="8263" y="1003"/>
                  </a:lnTo>
                  <a:lnTo>
                    <a:pt x="7541" y="1244"/>
                  </a:lnTo>
                  <a:lnTo>
                    <a:pt x="6900" y="1484"/>
                  </a:lnTo>
                  <a:lnTo>
                    <a:pt x="6599" y="1625"/>
                  </a:lnTo>
                  <a:lnTo>
                    <a:pt x="6338" y="1765"/>
                  </a:lnTo>
                  <a:lnTo>
                    <a:pt x="6077" y="1905"/>
                  </a:lnTo>
                  <a:lnTo>
                    <a:pt x="5837" y="2066"/>
                  </a:lnTo>
                  <a:lnTo>
                    <a:pt x="5636" y="2226"/>
                  </a:lnTo>
                  <a:lnTo>
                    <a:pt x="5436" y="2387"/>
                  </a:lnTo>
                  <a:lnTo>
                    <a:pt x="5255" y="2587"/>
                  </a:lnTo>
                  <a:lnTo>
                    <a:pt x="5055" y="2788"/>
                  </a:lnTo>
                  <a:lnTo>
                    <a:pt x="4674" y="3269"/>
                  </a:lnTo>
                  <a:lnTo>
                    <a:pt x="4293" y="3791"/>
                  </a:lnTo>
                  <a:lnTo>
                    <a:pt x="3932" y="4372"/>
                  </a:lnTo>
                  <a:lnTo>
                    <a:pt x="3591" y="4994"/>
                  </a:lnTo>
                  <a:lnTo>
                    <a:pt x="3250" y="5656"/>
                  </a:lnTo>
                  <a:lnTo>
                    <a:pt x="2929" y="6378"/>
                  </a:lnTo>
                  <a:lnTo>
                    <a:pt x="2628" y="7120"/>
                  </a:lnTo>
                  <a:lnTo>
                    <a:pt x="2327" y="7902"/>
                  </a:lnTo>
                  <a:lnTo>
                    <a:pt x="2047" y="8704"/>
                  </a:lnTo>
                  <a:lnTo>
                    <a:pt x="1786" y="9526"/>
                  </a:lnTo>
                  <a:lnTo>
                    <a:pt x="1525" y="10389"/>
                  </a:lnTo>
                  <a:lnTo>
                    <a:pt x="1284" y="11251"/>
                  </a:lnTo>
                  <a:lnTo>
                    <a:pt x="1084" y="12133"/>
                  </a:lnTo>
                  <a:lnTo>
                    <a:pt x="883" y="13016"/>
                  </a:lnTo>
                  <a:lnTo>
                    <a:pt x="703" y="13898"/>
                  </a:lnTo>
                  <a:lnTo>
                    <a:pt x="542" y="14801"/>
                  </a:lnTo>
                  <a:lnTo>
                    <a:pt x="402" y="15683"/>
                  </a:lnTo>
                  <a:lnTo>
                    <a:pt x="282" y="16565"/>
                  </a:lnTo>
                  <a:lnTo>
                    <a:pt x="181" y="17428"/>
                  </a:lnTo>
                  <a:lnTo>
                    <a:pt x="101" y="18290"/>
                  </a:lnTo>
                  <a:lnTo>
                    <a:pt x="41" y="19132"/>
                  </a:lnTo>
                  <a:lnTo>
                    <a:pt x="1" y="19935"/>
                  </a:lnTo>
                  <a:lnTo>
                    <a:pt x="1" y="20717"/>
                  </a:lnTo>
                  <a:lnTo>
                    <a:pt x="1" y="21479"/>
                  </a:lnTo>
                  <a:lnTo>
                    <a:pt x="41" y="22181"/>
                  </a:lnTo>
                  <a:lnTo>
                    <a:pt x="101" y="22862"/>
                  </a:lnTo>
                  <a:lnTo>
                    <a:pt x="202" y="23504"/>
                  </a:lnTo>
                  <a:lnTo>
                    <a:pt x="302" y="24086"/>
                  </a:lnTo>
                  <a:lnTo>
                    <a:pt x="442" y="24627"/>
                  </a:lnTo>
                  <a:lnTo>
                    <a:pt x="603" y="25089"/>
                  </a:lnTo>
                  <a:lnTo>
                    <a:pt x="703" y="25309"/>
                  </a:lnTo>
                  <a:lnTo>
                    <a:pt x="803" y="25510"/>
                  </a:lnTo>
                  <a:lnTo>
                    <a:pt x="923" y="25710"/>
                  </a:lnTo>
                  <a:lnTo>
                    <a:pt x="1044" y="25911"/>
                  </a:lnTo>
                  <a:lnTo>
                    <a:pt x="1204" y="26111"/>
                  </a:lnTo>
                  <a:lnTo>
                    <a:pt x="1365" y="26312"/>
                  </a:lnTo>
                  <a:lnTo>
                    <a:pt x="1726" y="26693"/>
                  </a:lnTo>
                  <a:lnTo>
                    <a:pt x="2167" y="27094"/>
                  </a:lnTo>
                  <a:lnTo>
                    <a:pt x="2648" y="27475"/>
                  </a:lnTo>
                  <a:lnTo>
                    <a:pt x="3170" y="27836"/>
                  </a:lnTo>
                  <a:lnTo>
                    <a:pt x="3751" y="28197"/>
                  </a:lnTo>
                  <a:lnTo>
                    <a:pt x="4393" y="28538"/>
                  </a:lnTo>
                  <a:lnTo>
                    <a:pt x="5055" y="28879"/>
                  </a:lnTo>
                  <a:lnTo>
                    <a:pt x="5777" y="29200"/>
                  </a:lnTo>
                  <a:lnTo>
                    <a:pt x="6539" y="29501"/>
                  </a:lnTo>
                  <a:lnTo>
                    <a:pt x="7321" y="29781"/>
                  </a:lnTo>
                  <a:lnTo>
                    <a:pt x="8143" y="30042"/>
                  </a:lnTo>
                  <a:lnTo>
                    <a:pt x="8985" y="30283"/>
                  </a:lnTo>
                  <a:lnTo>
                    <a:pt x="9868" y="30483"/>
                  </a:lnTo>
                  <a:lnTo>
                    <a:pt x="10770" y="30684"/>
                  </a:lnTo>
                  <a:lnTo>
                    <a:pt x="11693" y="30844"/>
                  </a:lnTo>
                  <a:lnTo>
                    <a:pt x="12635" y="30965"/>
                  </a:lnTo>
                  <a:lnTo>
                    <a:pt x="13598" y="31065"/>
                  </a:lnTo>
                  <a:lnTo>
                    <a:pt x="14561" y="31145"/>
                  </a:lnTo>
                  <a:lnTo>
                    <a:pt x="15543" y="31165"/>
                  </a:lnTo>
                  <a:lnTo>
                    <a:pt x="16526" y="31165"/>
                  </a:lnTo>
                  <a:lnTo>
                    <a:pt x="17529" y="31125"/>
                  </a:lnTo>
                  <a:lnTo>
                    <a:pt x="18531" y="31045"/>
                  </a:lnTo>
                  <a:lnTo>
                    <a:pt x="19514" y="30924"/>
                  </a:lnTo>
                  <a:lnTo>
                    <a:pt x="20517" y="30764"/>
                  </a:lnTo>
                  <a:lnTo>
                    <a:pt x="21499" y="30563"/>
                  </a:lnTo>
                  <a:lnTo>
                    <a:pt x="21981" y="30443"/>
                  </a:lnTo>
                  <a:lnTo>
                    <a:pt x="22462" y="30303"/>
                  </a:lnTo>
                  <a:lnTo>
                    <a:pt x="22943" y="30162"/>
                  </a:lnTo>
                  <a:lnTo>
                    <a:pt x="23425" y="30002"/>
                  </a:lnTo>
                  <a:lnTo>
                    <a:pt x="23906" y="29821"/>
                  </a:lnTo>
                  <a:lnTo>
                    <a:pt x="24367" y="29641"/>
                  </a:lnTo>
                  <a:lnTo>
                    <a:pt x="24848" y="29440"/>
                  </a:lnTo>
                  <a:lnTo>
                    <a:pt x="25310" y="29240"/>
                  </a:lnTo>
                  <a:lnTo>
                    <a:pt x="25771" y="29019"/>
                  </a:lnTo>
                  <a:lnTo>
                    <a:pt x="26212" y="28779"/>
                  </a:lnTo>
                  <a:lnTo>
                    <a:pt x="26794" y="28458"/>
                  </a:lnTo>
                  <a:lnTo>
                    <a:pt x="27375" y="28097"/>
                  </a:lnTo>
                  <a:lnTo>
                    <a:pt x="27937" y="27716"/>
                  </a:lnTo>
                  <a:lnTo>
                    <a:pt x="28478" y="27315"/>
                  </a:lnTo>
                  <a:lnTo>
                    <a:pt x="29020" y="26893"/>
                  </a:lnTo>
                  <a:lnTo>
                    <a:pt x="29541" y="26432"/>
                  </a:lnTo>
                  <a:lnTo>
                    <a:pt x="30043" y="25951"/>
                  </a:lnTo>
                  <a:lnTo>
                    <a:pt x="30544" y="25450"/>
                  </a:lnTo>
                  <a:lnTo>
                    <a:pt x="30744" y="25209"/>
                  </a:lnTo>
                  <a:lnTo>
                    <a:pt x="30945" y="24948"/>
                  </a:lnTo>
                  <a:lnTo>
                    <a:pt x="31126" y="24667"/>
                  </a:lnTo>
                  <a:lnTo>
                    <a:pt x="31286" y="24367"/>
                  </a:lnTo>
                  <a:lnTo>
                    <a:pt x="31446" y="24066"/>
                  </a:lnTo>
                  <a:lnTo>
                    <a:pt x="31587" y="23725"/>
                  </a:lnTo>
                  <a:lnTo>
                    <a:pt x="31707" y="23384"/>
                  </a:lnTo>
                  <a:lnTo>
                    <a:pt x="31807" y="23043"/>
                  </a:lnTo>
                  <a:lnTo>
                    <a:pt x="31908" y="22682"/>
                  </a:lnTo>
                  <a:lnTo>
                    <a:pt x="31988" y="22301"/>
                  </a:lnTo>
                  <a:lnTo>
                    <a:pt x="32068" y="21900"/>
                  </a:lnTo>
                  <a:lnTo>
                    <a:pt x="32108" y="21519"/>
                  </a:lnTo>
                  <a:lnTo>
                    <a:pt x="32168" y="21098"/>
                  </a:lnTo>
                  <a:lnTo>
                    <a:pt x="32188" y="20677"/>
                  </a:lnTo>
                  <a:lnTo>
                    <a:pt x="32229" y="19814"/>
                  </a:lnTo>
                  <a:lnTo>
                    <a:pt x="32208" y="18912"/>
                  </a:lnTo>
                  <a:lnTo>
                    <a:pt x="32148" y="17989"/>
                  </a:lnTo>
                  <a:lnTo>
                    <a:pt x="32048" y="17047"/>
                  </a:lnTo>
                  <a:lnTo>
                    <a:pt x="31908" y="16104"/>
                  </a:lnTo>
                  <a:lnTo>
                    <a:pt x="31747" y="15121"/>
                  </a:lnTo>
                  <a:lnTo>
                    <a:pt x="31547" y="14139"/>
                  </a:lnTo>
                  <a:lnTo>
                    <a:pt x="31306" y="13176"/>
                  </a:lnTo>
                  <a:lnTo>
                    <a:pt x="31045" y="12193"/>
                  </a:lnTo>
                  <a:lnTo>
                    <a:pt x="30744" y="11231"/>
                  </a:lnTo>
                  <a:lnTo>
                    <a:pt x="30424" y="10268"/>
                  </a:lnTo>
                  <a:lnTo>
                    <a:pt x="30103" y="9346"/>
                  </a:lnTo>
                  <a:lnTo>
                    <a:pt x="29742" y="8423"/>
                  </a:lnTo>
                  <a:lnTo>
                    <a:pt x="29361" y="7541"/>
                  </a:lnTo>
                  <a:lnTo>
                    <a:pt x="28980" y="6699"/>
                  </a:lnTo>
                  <a:lnTo>
                    <a:pt x="28579" y="5896"/>
                  </a:lnTo>
                  <a:lnTo>
                    <a:pt x="28157" y="5114"/>
                  </a:lnTo>
                  <a:lnTo>
                    <a:pt x="27756" y="4412"/>
                  </a:lnTo>
                  <a:lnTo>
                    <a:pt x="27315" y="3730"/>
                  </a:lnTo>
                  <a:lnTo>
                    <a:pt x="26894" y="3129"/>
                  </a:lnTo>
                  <a:lnTo>
                    <a:pt x="26473" y="2587"/>
                  </a:lnTo>
                  <a:lnTo>
                    <a:pt x="26032" y="2106"/>
                  </a:lnTo>
                  <a:lnTo>
                    <a:pt x="25831" y="1905"/>
                  </a:lnTo>
                  <a:lnTo>
                    <a:pt x="25611" y="1705"/>
                  </a:lnTo>
                  <a:lnTo>
                    <a:pt x="25410" y="1544"/>
                  </a:lnTo>
                  <a:lnTo>
                    <a:pt x="25209" y="1384"/>
                  </a:lnTo>
                  <a:lnTo>
                    <a:pt x="24989" y="1244"/>
                  </a:lnTo>
                  <a:lnTo>
                    <a:pt x="24788" y="1143"/>
                  </a:lnTo>
                  <a:lnTo>
                    <a:pt x="24548" y="1023"/>
                  </a:lnTo>
                  <a:lnTo>
                    <a:pt x="24267" y="923"/>
                  </a:lnTo>
                  <a:lnTo>
                    <a:pt x="23986" y="823"/>
                  </a:lnTo>
                  <a:lnTo>
                    <a:pt x="23665" y="722"/>
                  </a:lnTo>
                  <a:lnTo>
                    <a:pt x="22983" y="542"/>
                  </a:lnTo>
                  <a:lnTo>
                    <a:pt x="22221" y="401"/>
                  </a:lnTo>
                  <a:lnTo>
                    <a:pt x="21399" y="261"/>
                  </a:lnTo>
                  <a:lnTo>
                    <a:pt x="20537" y="161"/>
                  </a:lnTo>
                  <a:lnTo>
                    <a:pt x="19614" y="81"/>
                  </a:lnTo>
                  <a:lnTo>
                    <a:pt x="18652" y="40"/>
                  </a:lnTo>
                  <a:lnTo>
                    <a:pt x="1766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32"/>
            <p:cNvSpPr/>
            <p:nvPr/>
          </p:nvSpPr>
          <p:spPr>
            <a:xfrm>
              <a:off x="11027200" y="3878275"/>
              <a:ext cx="805725" cy="779150"/>
            </a:xfrm>
            <a:custGeom>
              <a:avLst/>
              <a:gdLst/>
              <a:ahLst/>
              <a:cxnLst/>
              <a:rect l="l" t="t" r="r" b="b"/>
              <a:pathLst>
                <a:path w="32229" h="31166" fill="none" extrusionOk="0">
                  <a:moveTo>
                    <a:pt x="30544" y="25450"/>
                  </a:moveTo>
                  <a:lnTo>
                    <a:pt x="30544" y="25450"/>
                  </a:lnTo>
                  <a:lnTo>
                    <a:pt x="30043" y="25951"/>
                  </a:lnTo>
                  <a:lnTo>
                    <a:pt x="29541" y="26432"/>
                  </a:lnTo>
                  <a:lnTo>
                    <a:pt x="29020" y="26893"/>
                  </a:lnTo>
                  <a:lnTo>
                    <a:pt x="28478" y="27315"/>
                  </a:lnTo>
                  <a:lnTo>
                    <a:pt x="27937" y="27716"/>
                  </a:lnTo>
                  <a:lnTo>
                    <a:pt x="27375" y="28097"/>
                  </a:lnTo>
                  <a:lnTo>
                    <a:pt x="26794" y="28458"/>
                  </a:lnTo>
                  <a:lnTo>
                    <a:pt x="26212" y="28779"/>
                  </a:lnTo>
                  <a:lnTo>
                    <a:pt x="26212" y="28779"/>
                  </a:lnTo>
                  <a:lnTo>
                    <a:pt x="25771" y="29019"/>
                  </a:lnTo>
                  <a:lnTo>
                    <a:pt x="25310" y="29240"/>
                  </a:lnTo>
                  <a:lnTo>
                    <a:pt x="24848" y="29440"/>
                  </a:lnTo>
                  <a:lnTo>
                    <a:pt x="24367" y="29641"/>
                  </a:lnTo>
                  <a:lnTo>
                    <a:pt x="23906" y="29821"/>
                  </a:lnTo>
                  <a:lnTo>
                    <a:pt x="23425" y="30002"/>
                  </a:lnTo>
                  <a:lnTo>
                    <a:pt x="22943" y="30162"/>
                  </a:lnTo>
                  <a:lnTo>
                    <a:pt x="22462" y="30303"/>
                  </a:lnTo>
                  <a:lnTo>
                    <a:pt x="21981" y="30443"/>
                  </a:lnTo>
                  <a:lnTo>
                    <a:pt x="21499" y="30563"/>
                  </a:lnTo>
                  <a:lnTo>
                    <a:pt x="20517" y="30764"/>
                  </a:lnTo>
                  <a:lnTo>
                    <a:pt x="19514" y="30924"/>
                  </a:lnTo>
                  <a:lnTo>
                    <a:pt x="18531" y="31045"/>
                  </a:lnTo>
                  <a:lnTo>
                    <a:pt x="17529" y="31125"/>
                  </a:lnTo>
                  <a:lnTo>
                    <a:pt x="16526" y="31165"/>
                  </a:lnTo>
                  <a:lnTo>
                    <a:pt x="15543" y="31165"/>
                  </a:lnTo>
                  <a:lnTo>
                    <a:pt x="14561" y="31145"/>
                  </a:lnTo>
                  <a:lnTo>
                    <a:pt x="13598" y="31065"/>
                  </a:lnTo>
                  <a:lnTo>
                    <a:pt x="12635" y="30965"/>
                  </a:lnTo>
                  <a:lnTo>
                    <a:pt x="11693" y="30844"/>
                  </a:lnTo>
                  <a:lnTo>
                    <a:pt x="10770" y="30684"/>
                  </a:lnTo>
                  <a:lnTo>
                    <a:pt x="9868" y="30483"/>
                  </a:lnTo>
                  <a:lnTo>
                    <a:pt x="8985" y="30283"/>
                  </a:lnTo>
                  <a:lnTo>
                    <a:pt x="8143" y="30042"/>
                  </a:lnTo>
                  <a:lnTo>
                    <a:pt x="7321" y="29781"/>
                  </a:lnTo>
                  <a:lnTo>
                    <a:pt x="6539" y="29501"/>
                  </a:lnTo>
                  <a:lnTo>
                    <a:pt x="5777" y="29200"/>
                  </a:lnTo>
                  <a:lnTo>
                    <a:pt x="5055" y="28879"/>
                  </a:lnTo>
                  <a:lnTo>
                    <a:pt x="4393" y="28538"/>
                  </a:lnTo>
                  <a:lnTo>
                    <a:pt x="3751" y="28197"/>
                  </a:lnTo>
                  <a:lnTo>
                    <a:pt x="3170" y="27836"/>
                  </a:lnTo>
                  <a:lnTo>
                    <a:pt x="2648" y="27475"/>
                  </a:lnTo>
                  <a:lnTo>
                    <a:pt x="2167" y="27094"/>
                  </a:lnTo>
                  <a:lnTo>
                    <a:pt x="1726" y="26693"/>
                  </a:lnTo>
                  <a:lnTo>
                    <a:pt x="1365" y="26312"/>
                  </a:lnTo>
                  <a:lnTo>
                    <a:pt x="1204" y="26111"/>
                  </a:lnTo>
                  <a:lnTo>
                    <a:pt x="1044" y="25911"/>
                  </a:lnTo>
                  <a:lnTo>
                    <a:pt x="923" y="25710"/>
                  </a:lnTo>
                  <a:lnTo>
                    <a:pt x="803" y="25510"/>
                  </a:lnTo>
                  <a:lnTo>
                    <a:pt x="803" y="25510"/>
                  </a:lnTo>
                  <a:lnTo>
                    <a:pt x="703" y="25309"/>
                  </a:lnTo>
                  <a:lnTo>
                    <a:pt x="603" y="25089"/>
                  </a:lnTo>
                  <a:lnTo>
                    <a:pt x="442" y="24627"/>
                  </a:lnTo>
                  <a:lnTo>
                    <a:pt x="302" y="24086"/>
                  </a:lnTo>
                  <a:lnTo>
                    <a:pt x="202" y="23504"/>
                  </a:lnTo>
                  <a:lnTo>
                    <a:pt x="101" y="22862"/>
                  </a:lnTo>
                  <a:lnTo>
                    <a:pt x="41" y="22181"/>
                  </a:lnTo>
                  <a:lnTo>
                    <a:pt x="1" y="21479"/>
                  </a:lnTo>
                  <a:lnTo>
                    <a:pt x="1" y="20717"/>
                  </a:lnTo>
                  <a:lnTo>
                    <a:pt x="1" y="19935"/>
                  </a:lnTo>
                  <a:lnTo>
                    <a:pt x="41" y="19132"/>
                  </a:lnTo>
                  <a:lnTo>
                    <a:pt x="101" y="18290"/>
                  </a:lnTo>
                  <a:lnTo>
                    <a:pt x="181" y="17428"/>
                  </a:lnTo>
                  <a:lnTo>
                    <a:pt x="282" y="16565"/>
                  </a:lnTo>
                  <a:lnTo>
                    <a:pt x="402" y="15683"/>
                  </a:lnTo>
                  <a:lnTo>
                    <a:pt x="542" y="14801"/>
                  </a:lnTo>
                  <a:lnTo>
                    <a:pt x="703" y="13898"/>
                  </a:lnTo>
                  <a:lnTo>
                    <a:pt x="883" y="13016"/>
                  </a:lnTo>
                  <a:lnTo>
                    <a:pt x="1084" y="12133"/>
                  </a:lnTo>
                  <a:lnTo>
                    <a:pt x="1284" y="11251"/>
                  </a:lnTo>
                  <a:lnTo>
                    <a:pt x="1525" y="10389"/>
                  </a:lnTo>
                  <a:lnTo>
                    <a:pt x="1786" y="9526"/>
                  </a:lnTo>
                  <a:lnTo>
                    <a:pt x="2047" y="8704"/>
                  </a:lnTo>
                  <a:lnTo>
                    <a:pt x="2327" y="7902"/>
                  </a:lnTo>
                  <a:lnTo>
                    <a:pt x="2628" y="7120"/>
                  </a:lnTo>
                  <a:lnTo>
                    <a:pt x="2929" y="6378"/>
                  </a:lnTo>
                  <a:lnTo>
                    <a:pt x="3250" y="5656"/>
                  </a:lnTo>
                  <a:lnTo>
                    <a:pt x="3591" y="4994"/>
                  </a:lnTo>
                  <a:lnTo>
                    <a:pt x="3932" y="4372"/>
                  </a:lnTo>
                  <a:lnTo>
                    <a:pt x="4293" y="3791"/>
                  </a:lnTo>
                  <a:lnTo>
                    <a:pt x="4674" y="3269"/>
                  </a:lnTo>
                  <a:lnTo>
                    <a:pt x="5055" y="2788"/>
                  </a:lnTo>
                  <a:lnTo>
                    <a:pt x="5255" y="2587"/>
                  </a:lnTo>
                  <a:lnTo>
                    <a:pt x="5436" y="2387"/>
                  </a:lnTo>
                  <a:lnTo>
                    <a:pt x="5436" y="2387"/>
                  </a:lnTo>
                  <a:lnTo>
                    <a:pt x="5636" y="2226"/>
                  </a:lnTo>
                  <a:lnTo>
                    <a:pt x="5837" y="2066"/>
                  </a:lnTo>
                  <a:lnTo>
                    <a:pt x="6077" y="1905"/>
                  </a:lnTo>
                  <a:lnTo>
                    <a:pt x="6338" y="1765"/>
                  </a:lnTo>
                  <a:lnTo>
                    <a:pt x="6599" y="1625"/>
                  </a:lnTo>
                  <a:lnTo>
                    <a:pt x="6900" y="1484"/>
                  </a:lnTo>
                  <a:lnTo>
                    <a:pt x="7541" y="1244"/>
                  </a:lnTo>
                  <a:lnTo>
                    <a:pt x="8263" y="1003"/>
                  </a:lnTo>
                  <a:lnTo>
                    <a:pt x="9025" y="802"/>
                  </a:lnTo>
                  <a:lnTo>
                    <a:pt x="9848" y="622"/>
                  </a:lnTo>
                  <a:lnTo>
                    <a:pt x="10710" y="462"/>
                  </a:lnTo>
                  <a:lnTo>
                    <a:pt x="10710" y="462"/>
                  </a:lnTo>
                  <a:lnTo>
                    <a:pt x="11653" y="321"/>
                  </a:lnTo>
                  <a:lnTo>
                    <a:pt x="12635" y="201"/>
                  </a:lnTo>
                  <a:lnTo>
                    <a:pt x="13638" y="121"/>
                  </a:lnTo>
                  <a:lnTo>
                    <a:pt x="14641" y="60"/>
                  </a:lnTo>
                  <a:lnTo>
                    <a:pt x="15664" y="0"/>
                  </a:lnTo>
                  <a:lnTo>
                    <a:pt x="16666" y="0"/>
                  </a:lnTo>
                  <a:lnTo>
                    <a:pt x="17669" y="0"/>
                  </a:lnTo>
                  <a:lnTo>
                    <a:pt x="18652" y="40"/>
                  </a:lnTo>
                  <a:lnTo>
                    <a:pt x="19614" y="81"/>
                  </a:lnTo>
                  <a:lnTo>
                    <a:pt x="20537" y="161"/>
                  </a:lnTo>
                  <a:lnTo>
                    <a:pt x="21399" y="261"/>
                  </a:lnTo>
                  <a:lnTo>
                    <a:pt x="22221" y="401"/>
                  </a:lnTo>
                  <a:lnTo>
                    <a:pt x="22983" y="542"/>
                  </a:lnTo>
                  <a:lnTo>
                    <a:pt x="23665" y="722"/>
                  </a:lnTo>
                  <a:lnTo>
                    <a:pt x="23986" y="823"/>
                  </a:lnTo>
                  <a:lnTo>
                    <a:pt x="24267" y="923"/>
                  </a:lnTo>
                  <a:lnTo>
                    <a:pt x="24548" y="1023"/>
                  </a:lnTo>
                  <a:lnTo>
                    <a:pt x="24788" y="1143"/>
                  </a:lnTo>
                  <a:lnTo>
                    <a:pt x="24788" y="1143"/>
                  </a:lnTo>
                  <a:lnTo>
                    <a:pt x="24989" y="1244"/>
                  </a:lnTo>
                  <a:lnTo>
                    <a:pt x="25209" y="1384"/>
                  </a:lnTo>
                  <a:lnTo>
                    <a:pt x="25410" y="1544"/>
                  </a:lnTo>
                  <a:lnTo>
                    <a:pt x="25611" y="1705"/>
                  </a:lnTo>
                  <a:lnTo>
                    <a:pt x="25831" y="1905"/>
                  </a:lnTo>
                  <a:lnTo>
                    <a:pt x="26032" y="2106"/>
                  </a:lnTo>
                  <a:lnTo>
                    <a:pt x="26473" y="2587"/>
                  </a:lnTo>
                  <a:lnTo>
                    <a:pt x="26894" y="3129"/>
                  </a:lnTo>
                  <a:lnTo>
                    <a:pt x="27315" y="3730"/>
                  </a:lnTo>
                  <a:lnTo>
                    <a:pt x="27756" y="4412"/>
                  </a:lnTo>
                  <a:lnTo>
                    <a:pt x="28157" y="5114"/>
                  </a:lnTo>
                  <a:lnTo>
                    <a:pt x="28579" y="5896"/>
                  </a:lnTo>
                  <a:lnTo>
                    <a:pt x="28980" y="6699"/>
                  </a:lnTo>
                  <a:lnTo>
                    <a:pt x="29361" y="7541"/>
                  </a:lnTo>
                  <a:lnTo>
                    <a:pt x="29742" y="8423"/>
                  </a:lnTo>
                  <a:lnTo>
                    <a:pt x="30103" y="9346"/>
                  </a:lnTo>
                  <a:lnTo>
                    <a:pt x="30424" y="10268"/>
                  </a:lnTo>
                  <a:lnTo>
                    <a:pt x="30744" y="11231"/>
                  </a:lnTo>
                  <a:lnTo>
                    <a:pt x="31045" y="12193"/>
                  </a:lnTo>
                  <a:lnTo>
                    <a:pt x="31306" y="13176"/>
                  </a:lnTo>
                  <a:lnTo>
                    <a:pt x="31547" y="14139"/>
                  </a:lnTo>
                  <a:lnTo>
                    <a:pt x="31747" y="15121"/>
                  </a:lnTo>
                  <a:lnTo>
                    <a:pt x="31908" y="16104"/>
                  </a:lnTo>
                  <a:lnTo>
                    <a:pt x="32048" y="17047"/>
                  </a:lnTo>
                  <a:lnTo>
                    <a:pt x="32148" y="17989"/>
                  </a:lnTo>
                  <a:lnTo>
                    <a:pt x="32208" y="18912"/>
                  </a:lnTo>
                  <a:lnTo>
                    <a:pt x="32229" y="19814"/>
                  </a:lnTo>
                  <a:lnTo>
                    <a:pt x="32188" y="20677"/>
                  </a:lnTo>
                  <a:lnTo>
                    <a:pt x="32168" y="21098"/>
                  </a:lnTo>
                  <a:lnTo>
                    <a:pt x="32108" y="21519"/>
                  </a:lnTo>
                  <a:lnTo>
                    <a:pt x="32068" y="21900"/>
                  </a:lnTo>
                  <a:lnTo>
                    <a:pt x="31988" y="22301"/>
                  </a:lnTo>
                  <a:lnTo>
                    <a:pt x="31908" y="22682"/>
                  </a:lnTo>
                  <a:lnTo>
                    <a:pt x="31807" y="23043"/>
                  </a:lnTo>
                  <a:lnTo>
                    <a:pt x="31707" y="23384"/>
                  </a:lnTo>
                  <a:lnTo>
                    <a:pt x="31587" y="23725"/>
                  </a:lnTo>
                  <a:lnTo>
                    <a:pt x="31446" y="24066"/>
                  </a:lnTo>
                  <a:lnTo>
                    <a:pt x="31286" y="24367"/>
                  </a:lnTo>
                  <a:lnTo>
                    <a:pt x="31126" y="24667"/>
                  </a:lnTo>
                  <a:lnTo>
                    <a:pt x="30945" y="24948"/>
                  </a:lnTo>
                  <a:lnTo>
                    <a:pt x="30744" y="25209"/>
                  </a:lnTo>
                  <a:lnTo>
                    <a:pt x="30544" y="2545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32"/>
            <p:cNvSpPr/>
            <p:nvPr/>
          </p:nvSpPr>
          <p:spPr>
            <a:xfrm>
              <a:off x="11410250" y="4044225"/>
              <a:ext cx="69225" cy="547000"/>
            </a:xfrm>
            <a:custGeom>
              <a:avLst/>
              <a:gdLst/>
              <a:ahLst/>
              <a:cxnLst/>
              <a:rect l="l" t="t" r="r" b="b"/>
              <a:pathLst>
                <a:path w="2769" h="21880" extrusionOk="0">
                  <a:moveTo>
                    <a:pt x="843" y="0"/>
                  </a:moveTo>
                  <a:lnTo>
                    <a:pt x="843" y="421"/>
                  </a:lnTo>
                  <a:lnTo>
                    <a:pt x="1063" y="361"/>
                  </a:lnTo>
                  <a:lnTo>
                    <a:pt x="1304" y="341"/>
                  </a:lnTo>
                  <a:lnTo>
                    <a:pt x="1344" y="361"/>
                  </a:lnTo>
                  <a:lnTo>
                    <a:pt x="1344" y="0"/>
                  </a:lnTo>
                  <a:close/>
                  <a:moveTo>
                    <a:pt x="863" y="3690"/>
                  </a:moveTo>
                  <a:lnTo>
                    <a:pt x="923" y="9105"/>
                  </a:lnTo>
                  <a:lnTo>
                    <a:pt x="923" y="9306"/>
                  </a:lnTo>
                  <a:lnTo>
                    <a:pt x="522" y="9145"/>
                  </a:lnTo>
                  <a:lnTo>
                    <a:pt x="101" y="9005"/>
                  </a:lnTo>
                  <a:lnTo>
                    <a:pt x="81" y="9005"/>
                  </a:lnTo>
                  <a:lnTo>
                    <a:pt x="41" y="9025"/>
                  </a:lnTo>
                  <a:lnTo>
                    <a:pt x="21" y="9065"/>
                  </a:lnTo>
                  <a:lnTo>
                    <a:pt x="21" y="9105"/>
                  </a:lnTo>
                  <a:lnTo>
                    <a:pt x="41" y="9145"/>
                  </a:lnTo>
                  <a:lnTo>
                    <a:pt x="743" y="9526"/>
                  </a:lnTo>
                  <a:lnTo>
                    <a:pt x="41" y="9907"/>
                  </a:lnTo>
                  <a:lnTo>
                    <a:pt x="1" y="9947"/>
                  </a:lnTo>
                  <a:lnTo>
                    <a:pt x="1" y="9988"/>
                  </a:lnTo>
                  <a:lnTo>
                    <a:pt x="21" y="10008"/>
                  </a:lnTo>
                  <a:lnTo>
                    <a:pt x="61" y="10028"/>
                  </a:lnTo>
                  <a:lnTo>
                    <a:pt x="101" y="10028"/>
                  </a:lnTo>
                  <a:lnTo>
                    <a:pt x="522" y="9847"/>
                  </a:lnTo>
                  <a:lnTo>
                    <a:pt x="943" y="9707"/>
                  </a:lnTo>
                  <a:lnTo>
                    <a:pt x="1003" y="16946"/>
                  </a:lnTo>
                  <a:lnTo>
                    <a:pt x="1003" y="19313"/>
                  </a:lnTo>
                  <a:lnTo>
                    <a:pt x="161" y="19353"/>
                  </a:lnTo>
                  <a:lnTo>
                    <a:pt x="141" y="19373"/>
                  </a:lnTo>
                  <a:lnTo>
                    <a:pt x="101" y="19373"/>
                  </a:lnTo>
                  <a:lnTo>
                    <a:pt x="81" y="19433"/>
                  </a:lnTo>
                  <a:lnTo>
                    <a:pt x="101" y="19493"/>
                  </a:lnTo>
                  <a:lnTo>
                    <a:pt x="121" y="19513"/>
                  </a:lnTo>
                  <a:lnTo>
                    <a:pt x="161" y="19513"/>
                  </a:lnTo>
                  <a:lnTo>
                    <a:pt x="1003" y="19594"/>
                  </a:lnTo>
                  <a:lnTo>
                    <a:pt x="1003" y="20516"/>
                  </a:lnTo>
                  <a:lnTo>
                    <a:pt x="121" y="20777"/>
                  </a:lnTo>
                  <a:lnTo>
                    <a:pt x="101" y="20797"/>
                  </a:lnTo>
                  <a:lnTo>
                    <a:pt x="81" y="20817"/>
                  </a:lnTo>
                  <a:lnTo>
                    <a:pt x="61" y="20877"/>
                  </a:lnTo>
                  <a:lnTo>
                    <a:pt x="81" y="20917"/>
                  </a:lnTo>
                  <a:lnTo>
                    <a:pt x="121" y="20937"/>
                  </a:lnTo>
                  <a:lnTo>
                    <a:pt x="161" y="20937"/>
                  </a:lnTo>
                  <a:lnTo>
                    <a:pt x="1003" y="20797"/>
                  </a:lnTo>
                  <a:lnTo>
                    <a:pt x="1023" y="21760"/>
                  </a:lnTo>
                  <a:lnTo>
                    <a:pt x="1525" y="21880"/>
                  </a:lnTo>
                  <a:lnTo>
                    <a:pt x="1525" y="20697"/>
                  </a:lnTo>
                  <a:lnTo>
                    <a:pt x="1846" y="20616"/>
                  </a:lnTo>
                  <a:lnTo>
                    <a:pt x="2146" y="20516"/>
                  </a:lnTo>
                  <a:lnTo>
                    <a:pt x="2447" y="20416"/>
                  </a:lnTo>
                  <a:lnTo>
                    <a:pt x="2708" y="20275"/>
                  </a:lnTo>
                  <a:lnTo>
                    <a:pt x="2748" y="20235"/>
                  </a:lnTo>
                  <a:lnTo>
                    <a:pt x="2768" y="20155"/>
                  </a:lnTo>
                  <a:lnTo>
                    <a:pt x="2728" y="20115"/>
                  </a:lnTo>
                  <a:lnTo>
                    <a:pt x="2708" y="20095"/>
                  </a:lnTo>
                  <a:lnTo>
                    <a:pt x="2668" y="20095"/>
                  </a:lnTo>
                  <a:lnTo>
                    <a:pt x="2367" y="20135"/>
                  </a:lnTo>
                  <a:lnTo>
                    <a:pt x="2086" y="20195"/>
                  </a:lnTo>
                  <a:lnTo>
                    <a:pt x="1525" y="20376"/>
                  </a:lnTo>
                  <a:lnTo>
                    <a:pt x="1505" y="19614"/>
                  </a:lnTo>
                  <a:lnTo>
                    <a:pt x="1846" y="19614"/>
                  </a:lnTo>
                  <a:lnTo>
                    <a:pt x="1906" y="19594"/>
                  </a:lnTo>
                  <a:lnTo>
                    <a:pt x="1946" y="19554"/>
                  </a:lnTo>
                  <a:lnTo>
                    <a:pt x="1966" y="19513"/>
                  </a:lnTo>
                  <a:lnTo>
                    <a:pt x="1966" y="19473"/>
                  </a:lnTo>
                  <a:lnTo>
                    <a:pt x="1966" y="19433"/>
                  </a:lnTo>
                  <a:lnTo>
                    <a:pt x="1946" y="19393"/>
                  </a:lnTo>
                  <a:lnTo>
                    <a:pt x="1906" y="19353"/>
                  </a:lnTo>
                  <a:lnTo>
                    <a:pt x="1846" y="19333"/>
                  </a:lnTo>
                  <a:lnTo>
                    <a:pt x="1505" y="19313"/>
                  </a:lnTo>
                  <a:lnTo>
                    <a:pt x="1465" y="17969"/>
                  </a:lnTo>
                  <a:lnTo>
                    <a:pt x="1445" y="16606"/>
                  </a:lnTo>
                  <a:lnTo>
                    <a:pt x="1404" y="9927"/>
                  </a:lnTo>
                  <a:lnTo>
                    <a:pt x="1404" y="9927"/>
                  </a:lnTo>
                  <a:lnTo>
                    <a:pt x="1665" y="10088"/>
                  </a:lnTo>
                  <a:lnTo>
                    <a:pt x="1725" y="10088"/>
                  </a:lnTo>
                  <a:lnTo>
                    <a:pt x="1785" y="10068"/>
                  </a:lnTo>
                  <a:lnTo>
                    <a:pt x="1846" y="10028"/>
                  </a:lnTo>
                  <a:lnTo>
                    <a:pt x="1866" y="9967"/>
                  </a:lnTo>
                  <a:lnTo>
                    <a:pt x="1846" y="9927"/>
                  </a:lnTo>
                  <a:lnTo>
                    <a:pt x="1826" y="9907"/>
                  </a:lnTo>
                  <a:lnTo>
                    <a:pt x="1625" y="9727"/>
                  </a:lnTo>
                  <a:lnTo>
                    <a:pt x="1404" y="9566"/>
                  </a:lnTo>
                  <a:lnTo>
                    <a:pt x="1404" y="9526"/>
                  </a:lnTo>
                  <a:lnTo>
                    <a:pt x="1846" y="9386"/>
                  </a:lnTo>
                  <a:lnTo>
                    <a:pt x="2267" y="9205"/>
                  </a:lnTo>
                  <a:lnTo>
                    <a:pt x="2247" y="8965"/>
                  </a:lnTo>
                  <a:lnTo>
                    <a:pt x="2026" y="9005"/>
                  </a:lnTo>
                  <a:lnTo>
                    <a:pt x="1805" y="9065"/>
                  </a:lnTo>
                  <a:lnTo>
                    <a:pt x="1404" y="9225"/>
                  </a:lnTo>
                  <a:lnTo>
                    <a:pt x="1404" y="8945"/>
                  </a:lnTo>
                  <a:lnTo>
                    <a:pt x="1384" y="4974"/>
                  </a:lnTo>
                  <a:lnTo>
                    <a:pt x="1324" y="4854"/>
                  </a:lnTo>
                  <a:lnTo>
                    <a:pt x="1104" y="4252"/>
                  </a:lnTo>
                  <a:lnTo>
                    <a:pt x="863" y="369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32"/>
            <p:cNvSpPr/>
            <p:nvPr/>
          </p:nvSpPr>
          <p:spPr>
            <a:xfrm>
              <a:off x="11431300" y="4044225"/>
              <a:ext cx="12575" cy="10550"/>
            </a:xfrm>
            <a:custGeom>
              <a:avLst/>
              <a:gdLst/>
              <a:ahLst/>
              <a:cxnLst/>
              <a:rect l="l" t="t" r="r" b="b"/>
              <a:pathLst>
                <a:path w="503" h="422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421"/>
                  </a:lnTo>
                  <a:lnTo>
                    <a:pt x="1" y="421"/>
                  </a:lnTo>
                  <a:lnTo>
                    <a:pt x="221" y="361"/>
                  </a:lnTo>
                  <a:lnTo>
                    <a:pt x="221" y="361"/>
                  </a:lnTo>
                  <a:lnTo>
                    <a:pt x="221" y="361"/>
                  </a:lnTo>
                  <a:lnTo>
                    <a:pt x="462" y="341"/>
                  </a:lnTo>
                  <a:lnTo>
                    <a:pt x="462" y="341"/>
                  </a:lnTo>
                  <a:lnTo>
                    <a:pt x="502" y="361"/>
                  </a:lnTo>
                  <a:lnTo>
                    <a:pt x="502" y="361"/>
                  </a:lnTo>
                  <a:lnTo>
                    <a:pt x="502" y="0"/>
                  </a:lnTo>
                  <a:lnTo>
                    <a:pt x="502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32"/>
            <p:cNvSpPr/>
            <p:nvPr/>
          </p:nvSpPr>
          <p:spPr>
            <a:xfrm>
              <a:off x="11161575" y="3984550"/>
              <a:ext cx="480825" cy="673375"/>
            </a:xfrm>
            <a:custGeom>
              <a:avLst/>
              <a:gdLst/>
              <a:ahLst/>
              <a:cxnLst/>
              <a:rect l="l" t="t" r="r" b="b"/>
              <a:pathLst>
                <a:path w="19233" h="26935" extrusionOk="0">
                  <a:moveTo>
                    <a:pt x="462" y="1"/>
                  </a:moveTo>
                  <a:lnTo>
                    <a:pt x="462" y="362"/>
                  </a:lnTo>
                  <a:lnTo>
                    <a:pt x="442" y="763"/>
                  </a:lnTo>
                  <a:lnTo>
                    <a:pt x="341" y="1625"/>
                  </a:lnTo>
                  <a:lnTo>
                    <a:pt x="121" y="3490"/>
                  </a:lnTo>
                  <a:lnTo>
                    <a:pt x="41" y="4413"/>
                  </a:lnTo>
                  <a:lnTo>
                    <a:pt x="1" y="4834"/>
                  </a:lnTo>
                  <a:lnTo>
                    <a:pt x="1" y="5255"/>
                  </a:lnTo>
                  <a:lnTo>
                    <a:pt x="1" y="5656"/>
                  </a:lnTo>
                  <a:lnTo>
                    <a:pt x="41" y="6017"/>
                  </a:lnTo>
                  <a:lnTo>
                    <a:pt x="81" y="6338"/>
                  </a:lnTo>
                  <a:lnTo>
                    <a:pt x="181" y="6619"/>
                  </a:lnTo>
                  <a:lnTo>
                    <a:pt x="281" y="6880"/>
                  </a:lnTo>
                  <a:lnTo>
                    <a:pt x="422" y="7140"/>
                  </a:lnTo>
                  <a:lnTo>
                    <a:pt x="763" y="7742"/>
                  </a:lnTo>
                  <a:lnTo>
                    <a:pt x="943" y="6639"/>
                  </a:lnTo>
                  <a:lnTo>
                    <a:pt x="1144" y="5576"/>
                  </a:lnTo>
                  <a:lnTo>
                    <a:pt x="1284" y="4974"/>
                  </a:lnTo>
                  <a:lnTo>
                    <a:pt x="1424" y="4373"/>
                  </a:lnTo>
                  <a:lnTo>
                    <a:pt x="1585" y="3771"/>
                  </a:lnTo>
                  <a:lnTo>
                    <a:pt x="1745" y="3190"/>
                  </a:lnTo>
                  <a:lnTo>
                    <a:pt x="1926" y="2608"/>
                  </a:lnTo>
                  <a:lnTo>
                    <a:pt x="2126" y="2026"/>
                  </a:lnTo>
                  <a:lnTo>
                    <a:pt x="2347" y="1445"/>
                  </a:lnTo>
                  <a:lnTo>
                    <a:pt x="2568" y="883"/>
                  </a:lnTo>
                  <a:lnTo>
                    <a:pt x="2026" y="683"/>
                  </a:lnTo>
                  <a:lnTo>
                    <a:pt x="1485" y="462"/>
                  </a:lnTo>
                  <a:lnTo>
                    <a:pt x="963" y="242"/>
                  </a:lnTo>
                  <a:lnTo>
                    <a:pt x="462" y="1"/>
                  </a:lnTo>
                  <a:close/>
                  <a:moveTo>
                    <a:pt x="11472" y="24267"/>
                  </a:moveTo>
                  <a:lnTo>
                    <a:pt x="11452" y="24909"/>
                  </a:lnTo>
                  <a:lnTo>
                    <a:pt x="11432" y="25550"/>
                  </a:lnTo>
                  <a:lnTo>
                    <a:pt x="11392" y="26192"/>
                  </a:lnTo>
                  <a:lnTo>
                    <a:pt x="11331" y="26834"/>
                  </a:lnTo>
                  <a:lnTo>
                    <a:pt x="11311" y="26894"/>
                  </a:lnTo>
                  <a:lnTo>
                    <a:pt x="11271" y="26914"/>
                  </a:lnTo>
                  <a:lnTo>
                    <a:pt x="12274" y="26874"/>
                  </a:lnTo>
                  <a:lnTo>
                    <a:pt x="13277" y="26794"/>
                  </a:lnTo>
                  <a:lnTo>
                    <a:pt x="14299" y="26653"/>
                  </a:lnTo>
                  <a:lnTo>
                    <a:pt x="15302" y="26473"/>
                  </a:lnTo>
                  <a:lnTo>
                    <a:pt x="15803" y="26373"/>
                  </a:lnTo>
                  <a:lnTo>
                    <a:pt x="16305" y="26252"/>
                  </a:lnTo>
                  <a:lnTo>
                    <a:pt x="16806" y="26132"/>
                  </a:lnTo>
                  <a:lnTo>
                    <a:pt x="17288" y="25992"/>
                  </a:lnTo>
                  <a:lnTo>
                    <a:pt x="17789" y="25831"/>
                  </a:lnTo>
                  <a:lnTo>
                    <a:pt x="18270" y="25671"/>
                  </a:lnTo>
                  <a:lnTo>
                    <a:pt x="18752" y="25490"/>
                  </a:lnTo>
                  <a:lnTo>
                    <a:pt x="19233" y="25310"/>
                  </a:lnTo>
                  <a:lnTo>
                    <a:pt x="18812" y="24768"/>
                  </a:lnTo>
                  <a:lnTo>
                    <a:pt x="17809" y="24828"/>
                  </a:lnTo>
                  <a:lnTo>
                    <a:pt x="16786" y="24848"/>
                  </a:lnTo>
                  <a:lnTo>
                    <a:pt x="16124" y="24828"/>
                  </a:lnTo>
                  <a:lnTo>
                    <a:pt x="15443" y="24808"/>
                  </a:lnTo>
                  <a:lnTo>
                    <a:pt x="14781" y="24768"/>
                  </a:lnTo>
                  <a:lnTo>
                    <a:pt x="14099" y="24708"/>
                  </a:lnTo>
                  <a:lnTo>
                    <a:pt x="13437" y="24628"/>
                  </a:lnTo>
                  <a:lnTo>
                    <a:pt x="12775" y="24528"/>
                  </a:lnTo>
                  <a:lnTo>
                    <a:pt x="12113" y="24407"/>
                  </a:lnTo>
                  <a:lnTo>
                    <a:pt x="11472" y="24267"/>
                  </a:lnTo>
                  <a:close/>
                  <a:moveTo>
                    <a:pt x="3570" y="20296"/>
                  </a:moveTo>
                  <a:lnTo>
                    <a:pt x="3650" y="20597"/>
                  </a:lnTo>
                  <a:lnTo>
                    <a:pt x="3731" y="20898"/>
                  </a:lnTo>
                  <a:lnTo>
                    <a:pt x="3771" y="21199"/>
                  </a:lnTo>
                  <a:lnTo>
                    <a:pt x="3811" y="21519"/>
                  </a:lnTo>
                  <a:lnTo>
                    <a:pt x="3811" y="21840"/>
                  </a:lnTo>
                  <a:lnTo>
                    <a:pt x="3811" y="22161"/>
                  </a:lnTo>
                  <a:lnTo>
                    <a:pt x="3771" y="22482"/>
                  </a:lnTo>
                  <a:lnTo>
                    <a:pt x="3711" y="22823"/>
                  </a:lnTo>
                  <a:lnTo>
                    <a:pt x="3630" y="23124"/>
                  </a:lnTo>
                  <a:lnTo>
                    <a:pt x="3510" y="23445"/>
                  </a:lnTo>
                  <a:lnTo>
                    <a:pt x="3350" y="23765"/>
                  </a:lnTo>
                  <a:lnTo>
                    <a:pt x="3169" y="24106"/>
                  </a:lnTo>
                  <a:lnTo>
                    <a:pt x="2929" y="24467"/>
                  </a:lnTo>
                  <a:lnTo>
                    <a:pt x="2688" y="24828"/>
                  </a:lnTo>
                  <a:lnTo>
                    <a:pt x="2407" y="25209"/>
                  </a:lnTo>
                  <a:lnTo>
                    <a:pt x="2106" y="25570"/>
                  </a:lnTo>
                  <a:lnTo>
                    <a:pt x="3049" y="25871"/>
                  </a:lnTo>
                  <a:lnTo>
                    <a:pt x="4052" y="26132"/>
                  </a:lnTo>
                  <a:lnTo>
                    <a:pt x="5074" y="26373"/>
                  </a:lnTo>
                  <a:lnTo>
                    <a:pt x="6137" y="26553"/>
                  </a:lnTo>
                  <a:lnTo>
                    <a:pt x="7220" y="26714"/>
                  </a:lnTo>
                  <a:lnTo>
                    <a:pt x="8343" y="26834"/>
                  </a:lnTo>
                  <a:lnTo>
                    <a:pt x="9466" y="26894"/>
                  </a:lnTo>
                  <a:lnTo>
                    <a:pt x="10028" y="26914"/>
                  </a:lnTo>
                  <a:lnTo>
                    <a:pt x="10589" y="26934"/>
                  </a:lnTo>
                  <a:lnTo>
                    <a:pt x="11191" y="26914"/>
                  </a:lnTo>
                  <a:lnTo>
                    <a:pt x="11151" y="26894"/>
                  </a:lnTo>
                  <a:lnTo>
                    <a:pt x="11131" y="26854"/>
                  </a:lnTo>
                  <a:lnTo>
                    <a:pt x="11071" y="26192"/>
                  </a:lnTo>
                  <a:lnTo>
                    <a:pt x="11031" y="25510"/>
                  </a:lnTo>
                  <a:lnTo>
                    <a:pt x="10990" y="24828"/>
                  </a:lnTo>
                  <a:lnTo>
                    <a:pt x="10970" y="24147"/>
                  </a:lnTo>
                  <a:lnTo>
                    <a:pt x="10268" y="23946"/>
                  </a:lnTo>
                  <a:lnTo>
                    <a:pt x="9567" y="23745"/>
                  </a:lnTo>
                  <a:lnTo>
                    <a:pt x="8865" y="23505"/>
                  </a:lnTo>
                  <a:lnTo>
                    <a:pt x="8183" y="23244"/>
                  </a:lnTo>
                  <a:lnTo>
                    <a:pt x="7541" y="22983"/>
                  </a:lnTo>
                  <a:lnTo>
                    <a:pt x="6919" y="22683"/>
                  </a:lnTo>
                  <a:lnTo>
                    <a:pt x="6298" y="22342"/>
                  </a:lnTo>
                  <a:lnTo>
                    <a:pt x="5716" y="22001"/>
                  </a:lnTo>
                  <a:lnTo>
                    <a:pt x="5135" y="21620"/>
                  </a:lnTo>
                  <a:lnTo>
                    <a:pt x="4593" y="21199"/>
                  </a:lnTo>
                  <a:lnTo>
                    <a:pt x="4072" y="20777"/>
                  </a:lnTo>
                  <a:lnTo>
                    <a:pt x="3570" y="20296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32"/>
            <p:cNvSpPr/>
            <p:nvPr/>
          </p:nvSpPr>
          <p:spPr>
            <a:xfrm>
              <a:off x="11443350" y="4591200"/>
              <a:ext cx="199050" cy="66225"/>
            </a:xfrm>
            <a:custGeom>
              <a:avLst/>
              <a:gdLst/>
              <a:ahLst/>
              <a:cxnLst/>
              <a:rect l="l" t="t" r="r" b="b"/>
              <a:pathLst>
                <a:path w="7962" h="2649" fill="none" extrusionOk="0">
                  <a:moveTo>
                    <a:pt x="201" y="1"/>
                  </a:moveTo>
                  <a:lnTo>
                    <a:pt x="201" y="1"/>
                  </a:lnTo>
                  <a:lnTo>
                    <a:pt x="181" y="643"/>
                  </a:lnTo>
                  <a:lnTo>
                    <a:pt x="161" y="1284"/>
                  </a:lnTo>
                  <a:lnTo>
                    <a:pt x="121" y="1926"/>
                  </a:lnTo>
                  <a:lnTo>
                    <a:pt x="60" y="2568"/>
                  </a:lnTo>
                  <a:lnTo>
                    <a:pt x="60" y="2568"/>
                  </a:lnTo>
                  <a:lnTo>
                    <a:pt x="40" y="2628"/>
                  </a:lnTo>
                  <a:lnTo>
                    <a:pt x="0" y="2648"/>
                  </a:lnTo>
                  <a:lnTo>
                    <a:pt x="0" y="2648"/>
                  </a:lnTo>
                  <a:lnTo>
                    <a:pt x="1003" y="2608"/>
                  </a:lnTo>
                  <a:lnTo>
                    <a:pt x="2006" y="2528"/>
                  </a:lnTo>
                  <a:lnTo>
                    <a:pt x="3028" y="2387"/>
                  </a:lnTo>
                  <a:lnTo>
                    <a:pt x="4031" y="2207"/>
                  </a:lnTo>
                  <a:lnTo>
                    <a:pt x="4532" y="2107"/>
                  </a:lnTo>
                  <a:lnTo>
                    <a:pt x="5034" y="1986"/>
                  </a:lnTo>
                  <a:lnTo>
                    <a:pt x="5535" y="1866"/>
                  </a:lnTo>
                  <a:lnTo>
                    <a:pt x="6017" y="1726"/>
                  </a:lnTo>
                  <a:lnTo>
                    <a:pt x="6518" y="1565"/>
                  </a:lnTo>
                  <a:lnTo>
                    <a:pt x="6999" y="1405"/>
                  </a:lnTo>
                  <a:lnTo>
                    <a:pt x="7481" y="1224"/>
                  </a:lnTo>
                  <a:lnTo>
                    <a:pt x="7962" y="1044"/>
                  </a:lnTo>
                  <a:lnTo>
                    <a:pt x="7962" y="1044"/>
                  </a:lnTo>
                  <a:lnTo>
                    <a:pt x="7541" y="502"/>
                  </a:lnTo>
                  <a:lnTo>
                    <a:pt x="7541" y="502"/>
                  </a:lnTo>
                  <a:lnTo>
                    <a:pt x="6538" y="562"/>
                  </a:lnTo>
                  <a:lnTo>
                    <a:pt x="5515" y="582"/>
                  </a:lnTo>
                  <a:lnTo>
                    <a:pt x="5515" y="582"/>
                  </a:lnTo>
                  <a:lnTo>
                    <a:pt x="4853" y="562"/>
                  </a:lnTo>
                  <a:lnTo>
                    <a:pt x="4172" y="542"/>
                  </a:lnTo>
                  <a:lnTo>
                    <a:pt x="3510" y="502"/>
                  </a:lnTo>
                  <a:lnTo>
                    <a:pt x="2828" y="442"/>
                  </a:lnTo>
                  <a:lnTo>
                    <a:pt x="2166" y="362"/>
                  </a:lnTo>
                  <a:lnTo>
                    <a:pt x="1504" y="262"/>
                  </a:lnTo>
                  <a:lnTo>
                    <a:pt x="842" y="141"/>
                  </a:lnTo>
                  <a:lnTo>
                    <a:pt x="20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32"/>
            <p:cNvSpPr/>
            <p:nvPr/>
          </p:nvSpPr>
          <p:spPr>
            <a:xfrm>
              <a:off x="11214225" y="4491950"/>
              <a:ext cx="227125" cy="165975"/>
            </a:xfrm>
            <a:custGeom>
              <a:avLst/>
              <a:gdLst/>
              <a:ahLst/>
              <a:cxnLst/>
              <a:rect l="l" t="t" r="r" b="b"/>
              <a:pathLst>
                <a:path w="9085" h="6639" fill="none" extrusionOk="0">
                  <a:moveTo>
                    <a:pt x="1464" y="0"/>
                  </a:moveTo>
                  <a:lnTo>
                    <a:pt x="1464" y="0"/>
                  </a:lnTo>
                  <a:lnTo>
                    <a:pt x="1544" y="301"/>
                  </a:lnTo>
                  <a:lnTo>
                    <a:pt x="1625" y="602"/>
                  </a:lnTo>
                  <a:lnTo>
                    <a:pt x="1665" y="903"/>
                  </a:lnTo>
                  <a:lnTo>
                    <a:pt x="1705" y="1223"/>
                  </a:lnTo>
                  <a:lnTo>
                    <a:pt x="1705" y="1544"/>
                  </a:lnTo>
                  <a:lnTo>
                    <a:pt x="1705" y="1865"/>
                  </a:lnTo>
                  <a:lnTo>
                    <a:pt x="1665" y="2186"/>
                  </a:lnTo>
                  <a:lnTo>
                    <a:pt x="1605" y="2527"/>
                  </a:lnTo>
                  <a:lnTo>
                    <a:pt x="1605" y="2527"/>
                  </a:lnTo>
                  <a:lnTo>
                    <a:pt x="1524" y="2828"/>
                  </a:lnTo>
                  <a:lnTo>
                    <a:pt x="1404" y="3149"/>
                  </a:lnTo>
                  <a:lnTo>
                    <a:pt x="1244" y="3469"/>
                  </a:lnTo>
                  <a:lnTo>
                    <a:pt x="1063" y="3810"/>
                  </a:lnTo>
                  <a:lnTo>
                    <a:pt x="823" y="4171"/>
                  </a:lnTo>
                  <a:lnTo>
                    <a:pt x="582" y="4532"/>
                  </a:lnTo>
                  <a:lnTo>
                    <a:pt x="301" y="4913"/>
                  </a:lnTo>
                  <a:lnTo>
                    <a:pt x="0" y="5274"/>
                  </a:lnTo>
                  <a:lnTo>
                    <a:pt x="0" y="5274"/>
                  </a:lnTo>
                  <a:lnTo>
                    <a:pt x="943" y="5575"/>
                  </a:lnTo>
                  <a:lnTo>
                    <a:pt x="1946" y="5836"/>
                  </a:lnTo>
                  <a:lnTo>
                    <a:pt x="2968" y="6077"/>
                  </a:lnTo>
                  <a:lnTo>
                    <a:pt x="4031" y="6257"/>
                  </a:lnTo>
                  <a:lnTo>
                    <a:pt x="5114" y="6418"/>
                  </a:lnTo>
                  <a:lnTo>
                    <a:pt x="6237" y="6538"/>
                  </a:lnTo>
                  <a:lnTo>
                    <a:pt x="7360" y="6598"/>
                  </a:lnTo>
                  <a:lnTo>
                    <a:pt x="7922" y="6618"/>
                  </a:lnTo>
                  <a:lnTo>
                    <a:pt x="8483" y="6638"/>
                  </a:lnTo>
                  <a:lnTo>
                    <a:pt x="8483" y="6638"/>
                  </a:lnTo>
                  <a:lnTo>
                    <a:pt x="9085" y="6618"/>
                  </a:lnTo>
                  <a:lnTo>
                    <a:pt x="9085" y="6618"/>
                  </a:lnTo>
                  <a:lnTo>
                    <a:pt x="9045" y="6598"/>
                  </a:lnTo>
                  <a:lnTo>
                    <a:pt x="9025" y="6558"/>
                  </a:lnTo>
                  <a:lnTo>
                    <a:pt x="9025" y="6558"/>
                  </a:lnTo>
                  <a:lnTo>
                    <a:pt x="8965" y="5896"/>
                  </a:lnTo>
                  <a:lnTo>
                    <a:pt x="8925" y="5214"/>
                  </a:lnTo>
                  <a:lnTo>
                    <a:pt x="8884" y="4532"/>
                  </a:lnTo>
                  <a:lnTo>
                    <a:pt x="8864" y="3851"/>
                  </a:lnTo>
                  <a:lnTo>
                    <a:pt x="8864" y="3851"/>
                  </a:lnTo>
                  <a:lnTo>
                    <a:pt x="8162" y="3650"/>
                  </a:lnTo>
                  <a:lnTo>
                    <a:pt x="7461" y="3449"/>
                  </a:lnTo>
                  <a:lnTo>
                    <a:pt x="6759" y="3209"/>
                  </a:lnTo>
                  <a:lnTo>
                    <a:pt x="6077" y="2948"/>
                  </a:lnTo>
                  <a:lnTo>
                    <a:pt x="6077" y="2948"/>
                  </a:lnTo>
                  <a:lnTo>
                    <a:pt x="5435" y="2687"/>
                  </a:lnTo>
                  <a:lnTo>
                    <a:pt x="4813" y="2387"/>
                  </a:lnTo>
                  <a:lnTo>
                    <a:pt x="4192" y="2046"/>
                  </a:lnTo>
                  <a:lnTo>
                    <a:pt x="3610" y="1705"/>
                  </a:lnTo>
                  <a:lnTo>
                    <a:pt x="3029" y="1324"/>
                  </a:lnTo>
                  <a:lnTo>
                    <a:pt x="2487" y="903"/>
                  </a:lnTo>
                  <a:lnTo>
                    <a:pt x="1966" y="481"/>
                  </a:lnTo>
                  <a:lnTo>
                    <a:pt x="146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32"/>
            <p:cNvSpPr/>
            <p:nvPr/>
          </p:nvSpPr>
          <p:spPr>
            <a:xfrm>
              <a:off x="11161575" y="3984550"/>
              <a:ext cx="64200" cy="193550"/>
            </a:xfrm>
            <a:custGeom>
              <a:avLst/>
              <a:gdLst/>
              <a:ahLst/>
              <a:cxnLst/>
              <a:rect l="l" t="t" r="r" b="b"/>
              <a:pathLst>
                <a:path w="2568" h="7742" fill="none" extrusionOk="0">
                  <a:moveTo>
                    <a:pt x="462" y="1"/>
                  </a:moveTo>
                  <a:lnTo>
                    <a:pt x="462" y="1"/>
                  </a:lnTo>
                  <a:lnTo>
                    <a:pt x="462" y="362"/>
                  </a:lnTo>
                  <a:lnTo>
                    <a:pt x="442" y="763"/>
                  </a:lnTo>
                  <a:lnTo>
                    <a:pt x="341" y="1625"/>
                  </a:lnTo>
                  <a:lnTo>
                    <a:pt x="121" y="3490"/>
                  </a:lnTo>
                  <a:lnTo>
                    <a:pt x="41" y="4413"/>
                  </a:lnTo>
                  <a:lnTo>
                    <a:pt x="1" y="4834"/>
                  </a:lnTo>
                  <a:lnTo>
                    <a:pt x="1" y="5255"/>
                  </a:lnTo>
                  <a:lnTo>
                    <a:pt x="1" y="5656"/>
                  </a:lnTo>
                  <a:lnTo>
                    <a:pt x="41" y="6017"/>
                  </a:lnTo>
                  <a:lnTo>
                    <a:pt x="81" y="6338"/>
                  </a:lnTo>
                  <a:lnTo>
                    <a:pt x="181" y="6619"/>
                  </a:lnTo>
                  <a:lnTo>
                    <a:pt x="181" y="6619"/>
                  </a:lnTo>
                  <a:lnTo>
                    <a:pt x="281" y="6880"/>
                  </a:lnTo>
                  <a:lnTo>
                    <a:pt x="422" y="7140"/>
                  </a:lnTo>
                  <a:lnTo>
                    <a:pt x="763" y="7742"/>
                  </a:lnTo>
                  <a:lnTo>
                    <a:pt x="763" y="7742"/>
                  </a:lnTo>
                  <a:lnTo>
                    <a:pt x="943" y="6639"/>
                  </a:lnTo>
                  <a:lnTo>
                    <a:pt x="1144" y="5576"/>
                  </a:lnTo>
                  <a:lnTo>
                    <a:pt x="1144" y="5576"/>
                  </a:lnTo>
                  <a:lnTo>
                    <a:pt x="1284" y="4974"/>
                  </a:lnTo>
                  <a:lnTo>
                    <a:pt x="1424" y="4373"/>
                  </a:lnTo>
                  <a:lnTo>
                    <a:pt x="1585" y="3771"/>
                  </a:lnTo>
                  <a:lnTo>
                    <a:pt x="1745" y="3190"/>
                  </a:lnTo>
                  <a:lnTo>
                    <a:pt x="1926" y="2608"/>
                  </a:lnTo>
                  <a:lnTo>
                    <a:pt x="2126" y="2026"/>
                  </a:lnTo>
                  <a:lnTo>
                    <a:pt x="2347" y="1445"/>
                  </a:lnTo>
                  <a:lnTo>
                    <a:pt x="2568" y="883"/>
                  </a:lnTo>
                  <a:lnTo>
                    <a:pt x="2568" y="883"/>
                  </a:lnTo>
                  <a:lnTo>
                    <a:pt x="2026" y="683"/>
                  </a:lnTo>
                  <a:lnTo>
                    <a:pt x="1485" y="462"/>
                  </a:lnTo>
                  <a:lnTo>
                    <a:pt x="963" y="242"/>
                  </a:lnTo>
                  <a:lnTo>
                    <a:pt x="4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32"/>
            <p:cNvSpPr/>
            <p:nvPr/>
          </p:nvSpPr>
          <p:spPr>
            <a:xfrm>
              <a:off x="11435825" y="4588200"/>
              <a:ext cx="12550" cy="69225"/>
            </a:xfrm>
            <a:custGeom>
              <a:avLst/>
              <a:gdLst/>
              <a:ahLst/>
              <a:cxnLst/>
              <a:rect l="l" t="t" r="r" b="b"/>
              <a:pathLst>
                <a:path w="502" h="2769" extrusionOk="0">
                  <a:moveTo>
                    <a:pt x="0" y="1"/>
                  </a:moveTo>
                  <a:lnTo>
                    <a:pt x="20" y="682"/>
                  </a:lnTo>
                  <a:lnTo>
                    <a:pt x="61" y="1364"/>
                  </a:lnTo>
                  <a:lnTo>
                    <a:pt x="101" y="2046"/>
                  </a:lnTo>
                  <a:lnTo>
                    <a:pt x="161" y="2708"/>
                  </a:lnTo>
                  <a:lnTo>
                    <a:pt x="181" y="2748"/>
                  </a:lnTo>
                  <a:lnTo>
                    <a:pt x="221" y="2768"/>
                  </a:lnTo>
                  <a:lnTo>
                    <a:pt x="301" y="2768"/>
                  </a:lnTo>
                  <a:lnTo>
                    <a:pt x="341" y="2748"/>
                  </a:lnTo>
                  <a:lnTo>
                    <a:pt x="361" y="2688"/>
                  </a:lnTo>
                  <a:lnTo>
                    <a:pt x="422" y="2046"/>
                  </a:lnTo>
                  <a:lnTo>
                    <a:pt x="462" y="1404"/>
                  </a:lnTo>
                  <a:lnTo>
                    <a:pt x="482" y="763"/>
                  </a:lnTo>
                  <a:lnTo>
                    <a:pt x="502" y="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32"/>
            <p:cNvSpPr/>
            <p:nvPr/>
          </p:nvSpPr>
          <p:spPr>
            <a:xfrm>
              <a:off x="11322000" y="4109400"/>
              <a:ext cx="116850" cy="218625"/>
            </a:xfrm>
            <a:custGeom>
              <a:avLst/>
              <a:gdLst/>
              <a:ahLst/>
              <a:cxnLst/>
              <a:rect l="l" t="t" r="r" b="b"/>
              <a:pathLst>
                <a:path w="4674" h="8745" extrusionOk="0">
                  <a:moveTo>
                    <a:pt x="3551" y="0"/>
                  </a:moveTo>
                  <a:lnTo>
                    <a:pt x="3230" y="301"/>
                  </a:lnTo>
                  <a:lnTo>
                    <a:pt x="2869" y="682"/>
                  </a:lnTo>
                  <a:lnTo>
                    <a:pt x="2428" y="1184"/>
                  </a:lnTo>
                  <a:lnTo>
                    <a:pt x="2187" y="1464"/>
                  </a:lnTo>
                  <a:lnTo>
                    <a:pt x="1946" y="1805"/>
                  </a:lnTo>
                  <a:lnTo>
                    <a:pt x="1686" y="2146"/>
                  </a:lnTo>
                  <a:lnTo>
                    <a:pt x="1445" y="2527"/>
                  </a:lnTo>
                  <a:lnTo>
                    <a:pt x="1184" y="2928"/>
                  </a:lnTo>
                  <a:lnTo>
                    <a:pt x="964" y="3350"/>
                  </a:lnTo>
                  <a:lnTo>
                    <a:pt x="723" y="3811"/>
                  </a:lnTo>
                  <a:lnTo>
                    <a:pt x="522" y="4272"/>
                  </a:lnTo>
                  <a:lnTo>
                    <a:pt x="362" y="4713"/>
                  </a:lnTo>
                  <a:lnTo>
                    <a:pt x="222" y="5175"/>
                  </a:lnTo>
                  <a:lnTo>
                    <a:pt x="101" y="5656"/>
                  </a:lnTo>
                  <a:lnTo>
                    <a:pt x="1" y="6137"/>
                  </a:lnTo>
                  <a:lnTo>
                    <a:pt x="2628" y="8744"/>
                  </a:lnTo>
                  <a:lnTo>
                    <a:pt x="2628" y="8203"/>
                  </a:lnTo>
                  <a:lnTo>
                    <a:pt x="2668" y="7581"/>
                  </a:lnTo>
                  <a:lnTo>
                    <a:pt x="2728" y="6779"/>
                  </a:lnTo>
                  <a:lnTo>
                    <a:pt x="2849" y="5836"/>
                  </a:lnTo>
                  <a:lnTo>
                    <a:pt x="3009" y="4793"/>
                  </a:lnTo>
                  <a:lnTo>
                    <a:pt x="3109" y="4252"/>
                  </a:lnTo>
                  <a:lnTo>
                    <a:pt x="3210" y="3711"/>
                  </a:lnTo>
                  <a:lnTo>
                    <a:pt x="3350" y="3169"/>
                  </a:lnTo>
                  <a:lnTo>
                    <a:pt x="3511" y="2608"/>
                  </a:lnTo>
                  <a:lnTo>
                    <a:pt x="3671" y="2126"/>
                  </a:lnTo>
                  <a:lnTo>
                    <a:pt x="3831" y="1665"/>
                  </a:lnTo>
                  <a:lnTo>
                    <a:pt x="4012" y="1204"/>
                  </a:lnTo>
                  <a:lnTo>
                    <a:pt x="4232" y="763"/>
                  </a:lnTo>
                  <a:lnTo>
                    <a:pt x="4433" y="361"/>
                  </a:lnTo>
                  <a:lnTo>
                    <a:pt x="46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32"/>
            <p:cNvSpPr/>
            <p:nvPr/>
          </p:nvSpPr>
          <p:spPr>
            <a:xfrm>
              <a:off x="11322000" y="4109400"/>
              <a:ext cx="116850" cy="218625"/>
            </a:xfrm>
            <a:custGeom>
              <a:avLst/>
              <a:gdLst/>
              <a:ahLst/>
              <a:cxnLst/>
              <a:rect l="l" t="t" r="r" b="b"/>
              <a:pathLst>
                <a:path w="4674" h="8745" fill="none" extrusionOk="0">
                  <a:moveTo>
                    <a:pt x="4674" y="0"/>
                  </a:moveTo>
                  <a:lnTo>
                    <a:pt x="4674" y="0"/>
                  </a:lnTo>
                  <a:lnTo>
                    <a:pt x="4433" y="361"/>
                  </a:lnTo>
                  <a:lnTo>
                    <a:pt x="4232" y="763"/>
                  </a:lnTo>
                  <a:lnTo>
                    <a:pt x="4232" y="763"/>
                  </a:lnTo>
                  <a:lnTo>
                    <a:pt x="4012" y="1204"/>
                  </a:lnTo>
                  <a:lnTo>
                    <a:pt x="3831" y="1665"/>
                  </a:lnTo>
                  <a:lnTo>
                    <a:pt x="3671" y="2126"/>
                  </a:lnTo>
                  <a:lnTo>
                    <a:pt x="3511" y="2608"/>
                  </a:lnTo>
                  <a:lnTo>
                    <a:pt x="3511" y="2608"/>
                  </a:lnTo>
                  <a:lnTo>
                    <a:pt x="3350" y="3169"/>
                  </a:lnTo>
                  <a:lnTo>
                    <a:pt x="3210" y="3711"/>
                  </a:lnTo>
                  <a:lnTo>
                    <a:pt x="3109" y="4252"/>
                  </a:lnTo>
                  <a:lnTo>
                    <a:pt x="3009" y="4793"/>
                  </a:lnTo>
                  <a:lnTo>
                    <a:pt x="2849" y="5836"/>
                  </a:lnTo>
                  <a:lnTo>
                    <a:pt x="2728" y="6779"/>
                  </a:lnTo>
                  <a:lnTo>
                    <a:pt x="2668" y="7581"/>
                  </a:lnTo>
                  <a:lnTo>
                    <a:pt x="2628" y="8203"/>
                  </a:lnTo>
                  <a:lnTo>
                    <a:pt x="2628" y="8744"/>
                  </a:lnTo>
                  <a:lnTo>
                    <a:pt x="1" y="6137"/>
                  </a:lnTo>
                  <a:lnTo>
                    <a:pt x="1" y="6137"/>
                  </a:lnTo>
                  <a:lnTo>
                    <a:pt x="101" y="5656"/>
                  </a:lnTo>
                  <a:lnTo>
                    <a:pt x="222" y="5175"/>
                  </a:lnTo>
                  <a:lnTo>
                    <a:pt x="362" y="4713"/>
                  </a:lnTo>
                  <a:lnTo>
                    <a:pt x="522" y="4272"/>
                  </a:lnTo>
                  <a:lnTo>
                    <a:pt x="522" y="4272"/>
                  </a:lnTo>
                  <a:lnTo>
                    <a:pt x="723" y="3811"/>
                  </a:lnTo>
                  <a:lnTo>
                    <a:pt x="964" y="3350"/>
                  </a:lnTo>
                  <a:lnTo>
                    <a:pt x="1184" y="2928"/>
                  </a:lnTo>
                  <a:lnTo>
                    <a:pt x="1445" y="2527"/>
                  </a:lnTo>
                  <a:lnTo>
                    <a:pt x="1686" y="2146"/>
                  </a:lnTo>
                  <a:lnTo>
                    <a:pt x="1946" y="1805"/>
                  </a:lnTo>
                  <a:lnTo>
                    <a:pt x="2187" y="1464"/>
                  </a:lnTo>
                  <a:lnTo>
                    <a:pt x="2428" y="1184"/>
                  </a:lnTo>
                  <a:lnTo>
                    <a:pt x="2869" y="682"/>
                  </a:lnTo>
                  <a:lnTo>
                    <a:pt x="3230" y="301"/>
                  </a:lnTo>
                  <a:lnTo>
                    <a:pt x="3551" y="0"/>
                  </a:lnTo>
                  <a:lnTo>
                    <a:pt x="3771" y="0"/>
                  </a:lnTo>
                  <a:lnTo>
                    <a:pt x="467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32"/>
            <p:cNvSpPr/>
            <p:nvPr/>
          </p:nvSpPr>
          <p:spPr>
            <a:xfrm>
              <a:off x="11416275" y="4109400"/>
              <a:ext cx="119350" cy="218125"/>
            </a:xfrm>
            <a:custGeom>
              <a:avLst/>
              <a:gdLst/>
              <a:ahLst/>
              <a:cxnLst/>
              <a:rect l="l" t="t" r="r" b="b"/>
              <a:pathLst>
                <a:path w="4774" h="8725" extrusionOk="0">
                  <a:moveTo>
                    <a:pt x="0" y="0"/>
                  </a:moveTo>
                  <a:lnTo>
                    <a:pt x="241" y="361"/>
                  </a:lnTo>
                  <a:lnTo>
                    <a:pt x="461" y="763"/>
                  </a:lnTo>
                  <a:lnTo>
                    <a:pt x="642" y="1123"/>
                  </a:lnTo>
                  <a:lnTo>
                    <a:pt x="802" y="1484"/>
                  </a:lnTo>
                  <a:lnTo>
                    <a:pt x="943" y="1845"/>
                  </a:lnTo>
                  <a:lnTo>
                    <a:pt x="1083" y="2247"/>
                  </a:lnTo>
                  <a:lnTo>
                    <a:pt x="1264" y="2808"/>
                  </a:lnTo>
                  <a:lnTo>
                    <a:pt x="1424" y="3370"/>
                  </a:lnTo>
                  <a:lnTo>
                    <a:pt x="1585" y="3951"/>
                  </a:lnTo>
                  <a:lnTo>
                    <a:pt x="1705" y="4513"/>
                  </a:lnTo>
                  <a:lnTo>
                    <a:pt x="1805" y="5054"/>
                  </a:lnTo>
                  <a:lnTo>
                    <a:pt x="1885" y="5596"/>
                  </a:lnTo>
                  <a:lnTo>
                    <a:pt x="2026" y="6598"/>
                  </a:lnTo>
                  <a:lnTo>
                    <a:pt x="2126" y="7461"/>
                  </a:lnTo>
                  <a:lnTo>
                    <a:pt x="2166" y="8123"/>
                  </a:lnTo>
                  <a:lnTo>
                    <a:pt x="2186" y="8724"/>
                  </a:lnTo>
                  <a:lnTo>
                    <a:pt x="4773" y="6077"/>
                  </a:lnTo>
                  <a:lnTo>
                    <a:pt x="4653" y="5495"/>
                  </a:lnTo>
                  <a:lnTo>
                    <a:pt x="4492" y="4954"/>
                  </a:lnTo>
                  <a:lnTo>
                    <a:pt x="4292" y="4412"/>
                  </a:lnTo>
                  <a:lnTo>
                    <a:pt x="4091" y="3911"/>
                  </a:lnTo>
                  <a:lnTo>
                    <a:pt x="3851" y="3430"/>
                  </a:lnTo>
                  <a:lnTo>
                    <a:pt x="3590" y="2969"/>
                  </a:lnTo>
                  <a:lnTo>
                    <a:pt x="3329" y="2547"/>
                  </a:lnTo>
                  <a:lnTo>
                    <a:pt x="3049" y="2146"/>
                  </a:lnTo>
                  <a:lnTo>
                    <a:pt x="2688" y="1665"/>
                  </a:lnTo>
                  <a:lnTo>
                    <a:pt x="2347" y="1244"/>
                  </a:lnTo>
                  <a:lnTo>
                    <a:pt x="2026" y="883"/>
                  </a:lnTo>
                  <a:lnTo>
                    <a:pt x="1725" y="562"/>
                  </a:lnTo>
                  <a:lnTo>
                    <a:pt x="1284" y="141"/>
                  </a:lnTo>
                  <a:lnTo>
                    <a:pt x="11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32"/>
            <p:cNvSpPr/>
            <p:nvPr/>
          </p:nvSpPr>
          <p:spPr>
            <a:xfrm>
              <a:off x="11416275" y="4109400"/>
              <a:ext cx="119350" cy="218125"/>
            </a:xfrm>
            <a:custGeom>
              <a:avLst/>
              <a:gdLst/>
              <a:ahLst/>
              <a:cxnLst/>
              <a:rect l="l" t="t" r="r" b="b"/>
              <a:pathLst>
                <a:path w="4774" h="8725" fill="none" extrusionOk="0">
                  <a:moveTo>
                    <a:pt x="4773" y="6077"/>
                  </a:moveTo>
                  <a:lnTo>
                    <a:pt x="2186" y="8724"/>
                  </a:lnTo>
                  <a:lnTo>
                    <a:pt x="2186" y="8724"/>
                  </a:lnTo>
                  <a:lnTo>
                    <a:pt x="2166" y="8123"/>
                  </a:lnTo>
                  <a:lnTo>
                    <a:pt x="2126" y="7461"/>
                  </a:lnTo>
                  <a:lnTo>
                    <a:pt x="2026" y="6598"/>
                  </a:lnTo>
                  <a:lnTo>
                    <a:pt x="1885" y="5596"/>
                  </a:lnTo>
                  <a:lnTo>
                    <a:pt x="1805" y="5054"/>
                  </a:lnTo>
                  <a:lnTo>
                    <a:pt x="1705" y="4513"/>
                  </a:lnTo>
                  <a:lnTo>
                    <a:pt x="1585" y="3951"/>
                  </a:lnTo>
                  <a:lnTo>
                    <a:pt x="1424" y="3370"/>
                  </a:lnTo>
                  <a:lnTo>
                    <a:pt x="1264" y="2808"/>
                  </a:lnTo>
                  <a:lnTo>
                    <a:pt x="1083" y="2247"/>
                  </a:lnTo>
                  <a:lnTo>
                    <a:pt x="1083" y="2247"/>
                  </a:lnTo>
                  <a:lnTo>
                    <a:pt x="943" y="1845"/>
                  </a:lnTo>
                  <a:lnTo>
                    <a:pt x="802" y="1484"/>
                  </a:lnTo>
                  <a:lnTo>
                    <a:pt x="642" y="1123"/>
                  </a:lnTo>
                  <a:lnTo>
                    <a:pt x="461" y="763"/>
                  </a:lnTo>
                  <a:lnTo>
                    <a:pt x="461" y="763"/>
                  </a:lnTo>
                  <a:lnTo>
                    <a:pt x="241" y="361"/>
                  </a:lnTo>
                  <a:lnTo>
                    <a:pt x="0" y="0"/>
                  </a:lnTo>
                  <a:lnTo>
                    <a:pt x="903" y="0"/>
                  </a:lnTo>
                  <a:lnTo>
                    <a:pt x="1123" y="0"/>
                  </a:lnTo>
                  <a:lnTo>
                    <a:pt x="1123" y="0"/>
                  </a:lnTo>
                  <a:lnTo>
                    <a:pt x="1284" y="141"/>
                  </a:lnTo>
                  <a:lnTo>
                    <a:pt x="1725" y="562"/>
                  </a:lnTo>
                  <a:lnTo>
                    <a:pt x="2026" y="883"/>
                  </a:lnTo>
                  <a:lnTo>
                    <a:pt x="2347" y="1244"/>
                  </a:lnTo>
                  <a:lnTo>
                    <a:pt x="2688" y="1665"/>
                  </a:lnTo>
                  <a:lnTo>
                    <a:pt x="3049" y="2146"/>
                  </a:lnTo>
                  <a:lnTo>
                    <a:pt x="3049" y="2146"/>
                  </a:lnTo>
                  <a:lnTo>
                    <a:pt x="3329" y="2547"/>
                  </a:lnTo>
                  <a:lnTo>
                    <a:pt x="3590" y="2969"/>
                  </a:lnTo>
                  <a:lnTo>
                    <a:pt x="3851" y="3430"/>
                  </a:lnTo>
                  <a:lnTo>
                    <a:pt x="4091" y="3911"/>
                  </a:lnTo>
                  <a:lnTo>
                    <a:pt x="4292" y="4412"/>
                  </a:lnTo>
                  <a:lnTo>
                    <a:pt x="4492" y="4954"/>
                  </a:lnTo>
                  <a:lnTo>
                    <a:pt x="4653" y="5495"/>
                  </a:lnTo>
                  <a:lnTo>
                    <a:pt x="4773" y="607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32"/>
            <p:cNvSpPr/>
            <p:nvPr/>
          </p:nvSpPr>
          <p:spPr>
            <a:xfrm>
              <a:off x="11335050" y="4119925"/>
              <a:ext cx="92775" cy="96300"/>
            </a:xfrm>
            <a:custGeom>
              <a:avLst/>
              <a:gdLst/>
              <a:ahLst/>
              <a:cxnLst/>
              <a:rect l="l" t="t" r="r" b="b"/>
              <a:pathLst>
                <a:path w="3711" h="3852" extrusionOk="0">
                  <a:moveTo>
                    <a:pt x="2628" y="1"/>
                  </a:moveTo>
                  <a:lnTo>
                    <a:pt x="2487" y="121"/>
                  </a:lnTo>
                  <a:lnTo>
                    <a:pt x="2206" y="402"/>
                  </a:lnTo>
                  <a:lnTo>
                    <a:pt x="1906" y="763"/>
                  </a:lnTo>
                  <a:lnTo>
                    <a:pt x="1585" y="1164"/>
                  </a:lnTo>
                  <a:lnTo>
                    <a:pt x="1244" y="1605"/>
                  </a:lnTo>
                  <a:lnTo>
                    <a:pt x="923" y="2106"/>
                  </a:lnTo>
                  <a:lnTo>
                    <a:pt x="582" y="2648"/>
                  </a:lnTo>
                  <a:lnTo>
                    <a:pt x="281" y="3229"/>
                  </a:lnTo>
                  <a:lnTo>
                    <a:pt x="0" y="3851"/>
                  </a:lnTo>
                  <a:lnTo>
                    <a:pt x="281" y="3610"/>
                  </a:lnTo>
                  <a:lnTo>
                    <a:pt x="602" y="3390"/>
                  </a:lnTo>
                  <a:lnTo>
                    <a:pt x="903" y="3189"/>
                  </a:lnTo>
                  <a:lnTo>
                    <a:pt x="1224" y="2989"/>
                  </a:lnTo>
                  <a:lnTo>
                    <a:pt x="1565" y="2808"/>
                  </a:lnTo>
                  <a:lnTo>
                    <a:pt x="1906" y="2648"/>
                  </a:lnTo>
                  <a:lnTo>
                    <a:pt x="2587" y="2347"/>
                  </a:lnTo>
                  <a:lnTo>
                    <a:pt x="2989" y="2187"/>
                  </a:lnTo>
                  <a:lnTo>
                    <a:pt x="3149" y="1705"/>
                  </a:lnTo>
                  <a:lnTo>
                    <a:pt x="3309" y="1244"/>
                  </a:lnTo>
                  <a:lnTo>
                    <a:pt x="3490" y="783"/>
                  </a:lnTo>
                  <a:lnTo>
                    <a:pt x="3710" y="342"/>
                  </a:lnTo>
                  <a:lnTo>
                    <a:pt x="3630" y="181"/>
                  </a:lnTo>
                  <a:lnTo>
                    <a:pt x="3430" y="241"/>
                  </a:lnTo>
                  <a:lnTo>
                    <a:pt x="3309" y="281"/>
                  </a:lnTo>
                  <a:lnTo>
                    <a:pt x="3089" y="281"/>
                  </a:lnTo>
                  <a:lnTo>
                    <a:pt x="3009" y="261"/>
                  </a:lnTo>
                  <a:lnTo>
                    <a:pt x="2908" y="241"/>
                  </a:lnTo>
                  <a:lnTo>
                    <a:pt x="2788" y="181"/>
                  </a:lnTo>
                  <a:lnTo>
                    <a:pt x="2708" y="101"/>
                  </a:lnTo>
                  <a:lnTo>
                    <a:pt x="262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32"/>
            <p:cNvSpPr/>
            <p:nvPr/>
          </p:nvSpPr>
          <p:spPr>
            <a:xfrm>
              <a:off x="11335050" y="4119925"/>
              <a:ext cx="92775" cy="96300"/>
            </a:xfrm>
            <a:custGeom>
              <a:avLst/>
              <a:gdLst/>
              <a:ahLst/>
              <a:cxnLst/>
              <a:rect l="l" t="t" r="r" b="b"/>
              <a:pathLst>
                <a:path w="3711" h="3852" fill="none" extrusionOk="0">
                  <a:moveTo>
                    <a:pt x="2628" y="1"/>
                  </a:moveTo>
                  <a:lnTo>
                    <a:pt x="2628" y="1"/>
                  </a:lnTo>
                  <a:lnTo>
                    <a:pt x="2487" y="121"/>
                  </a:lnTo>
                  <a:lnTo>
                    <a:pt x="2487" y="121"/>
                  </a:lnTo>
                  <a:lnTo>
                    <a:pt x="2206" y="402"/>
                  </a:lnTo>
                  <a:lnTo>
                    <a:pt x="1906" y="763"/>
                  </a:lnTo>
                  <a:lnTo>
                    <a:pt x="1585" y="1164"/>
                  </a:lnTo>
                  <a:lnTo>
                    <a:pt x="1244" y="1605"/>
                  </a:lnTo>
                  <a:lnTo>
                    <a:pt x="923" y="2106"/>
                  </a:lnTo>
                  <a:lnTo>
                    <a:pt x="582" y="2648"/>
                  </a:lnTo>
                  <a:lnTo>
                    <a:pt x="281" y="3229"/>
                  </a:lnTo>
                  <a:lnTo>
                    <a:pt x="0" y="3851"/>
                  </a:lnTo>
                  <a:lnTo>
                    <a:pt x="0" y="3851"/>
                  </a:lnTo>
                  <a:lnTo>
                    <a:pt x="281" y="3610"/>
                  </a:lnTo>
                  <a:lnTo>
                    <a:pt x="602" y="3390"/>
                  </a:lnTo>
                  <a:lnTo>
                    <a:pt x="903" y="3189"/>
                  </a:lnTo>
                  <a:lnTo>
                    <a:pt x="1224" y="2989"/>
                  </a:lnTo>
                  <a:lnTo>
                    <a:pt x="1565" y="2808"/>
                  </a:lnTo>
                  <a:lnTo>
                    <a:pt x="1906" y="2648"/>
                  </a:lnTo>
                  <a:lnTo>
                    <a:pt x="2587" y="2347"/>
                  </a:lnTo>
                  <a:lnTo>
                    <a:pt x="2587" y="2347"/>
                  </a:lnTo>
                  <a:lnTo>
                    <a:pt x="2989" y="2187"/>
                  </a:lnTo>
                  <a:lnTo>
                    <a:pt x="2989" y="2187"/>
                  </a:lnTo>
                  <a:lnTo>
                    <a:pt x="3149" y="1705"/>
                  </a:lnTo>
                  <a:lnTo>
                    <a:pt x="3309" y="1244"/>
                  </a:lnTo>
                  <a:lnTo>
                    <a:pt x="3490" y="783"/>
                  </a:lnTo>
                  <a:lnTo>
                    <a:pt x="3710" y="342"/>
                  </a:lnTo>
                  <a:lnTo>
                    <a:pt x="3710" y="342"/>
                  </a:lnTo>
                  <a:lnTo>
                    <a:pt x="3630" y="181"/>
                  </a:lnTo>
                  <a:lnTo>
                    <a:pt x="3630" y="181"/>
                  </a:lnTo>
                  <a:lnTo>
                    <a:pt x="3430" y="241"/>
                  </a:lnTo>
                  <a:lnTo>
                    <a:pt x="3309" y="281"/>
                  </a:lnTo>
                  <a:lnTo>
                    <a:pt x="3189" y="281"/>
                  </a:lnTo>
                  <a:lnTo>
                    <a:pt x="3189" y="281"/>
                  </a:lnTo>
                  <a:lnTo>
                    <a:pt x="3089" y="281"/>
                  </a:lnTo>
                  <a:lnTo>
                    <a:pt x="3009" y="261"/>
                  </a:lnTo>
                  <a:lnTo>
                    <a:pt x="2908" y="241"/>
                  </a:lnTo>
                  <a:lnTo>
                    <a:pt x="2788" y="181"/>
                  </a:lnTo>
                  <a:lnTo>
                    <a:pt x="2788" y="181"/>
                  </a:lnTo>
                  <a:lnTo>
                    <a:pt x="2708" y="101"/>
                  </a:lnTo>
                  <a:lnTo>
                    <a:pt x="262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32"/>
            <p:cNvSpPr/>
            <p:nvPr/>
          </p:nvSpPr>
          <p:spPr>
            <a:xfrm>
              <a:off x="11425800" y="4119425"/>
              <a:ext cx="66700" cy="46150"/>
            </a:xfrm>
            <a:custGeom>
              <a:avLst/>
              <a:gdLst/>
              <a:ahLst/>
              <a:cxnLst/>
              <a:rect l="l" t="t" r="r" b="b"/>
              <a:pathLst>
                <a:path w="2668" h="1846" extrusionOk="0">
                  <a:moveTo>
                    <a:pt x="1143" y="1"/>
                  </a:moveTo>
                  <a:lnTo>
                    <a:pt x="1063" y="121"/>
                  </a:lnTo>
                  <a:lnTo>
                    <a:pt x="983" y="181"/>
                  </a:lnTo>
                  <a:lnTo>
                    <a:pt x="883" y="241"/>
                  </a:lnTo>
                  <a:lnTo>
                    <a:pt x="782" y="281"/>
                  </a:lnTo>
                  <a:lnTo>
                    <a:pt x="682" y="301"/>
                  </a:lnTo>
                  <a:lnTo>
                    <a:pt x="502" y="301"/>
                  </a:lnTo>
                  <a:lnTo>
                    <a:pt x="401" y="281"/>
                  </a:lnTo>
                  <a:lnTo>
                    <a:pt x="221" y="221"/>
                  </a:lnTo>
                  <a:lnTo>
                    <a:pt x="141" y="201"/>
                  </a:lnTo>
                  <a:lnTo>
                    <a:pt x="0" y="201"/>
                  </a:lnTo>
                  <a:lnTo>
                    <a:pt x="80" y="362"/>
                  </a:lnTo>
                  <a:lnTo>
                    <a:pt x="261" y="722"/>
                  </a:lnTo>
                  <a:lnTo>
                    <a:pt x="421" y="1083"/>
                  </a:lnTo>
                  <a:lnTo>
                    <a:pt x="562" y="1444"/>
                  </a:lnTo>
                  <a:lnTo>
                    <a:pt x="702" y="1846"/>
                  </a:lnTo>
                  <a:lnTo>
                    <a:pt x="1023" y="1785"/>
                  </a:lnTo>
                  <a:lnTo>
                    <a:pt x="1344" y="1745"/>
                  </a:lnTo>
                  <a:lnTo>
                    <a:pt x="1665" y="1725"/>
                  </a:lnTo>
                  <a:lnTo>
                    <a:pt x="2006" y="1705"/>
                  </a:lnTo>
                  <a:lnTo>
                    <a:pt x="2327" y="1725"/>
                  </a:lnTo>
                  <a:lnTo>
                    <a:pt x="2668" y="1745"/>
                  </a:lnTo>
                  <a:lnTo>
                    <a:pt x="2286" y="1244"/>
                  </a:lnTo>
                  <a:lnTo>
                    <a:pt x="1926" y="803"/>
                  </a:lnTo>
                  <a:lnTo>
                    <a:pt x="1605" y="422"/>
                  </a:lnTo>
                  <a:lnTo>
                    <a:pt x="1304" y="121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32"/>
            <p:cNvSpPr/>
            <p:nvPr/>
          </p:nvSpPr>
          <p:spPr>
            <a:xfrm>
              <a:off x="11425800" y="4119425"/>
              <a:ext cx="66700" cy="46150"/>
            </a:xfrm>
            <a:custGeom>
              <a:avLst/>
              <a:gdLst/>
              <a:ahLst/>
              <a:cxnLst/>
              <a:rect l="l" t="t" r="r" b="b"/>
              <a:pathLst>
                <a:path w="2668" h="1846" fill="none" extrusionOk="0">
                  <a:moveTo>
                    <a:pt x="1143" y="1"/>
                  </a:moveTo>
                  <a:lnTo>
                    <a:pt x="1143" y="1"/>
                  </a:lnTo>
                  <a:lnTo>
                    <a:pt x="1063" y="121"/>
                  </a:lnTo>
                  <a:lnTo>
                    <a:pt x="983" y="181"/>
                  </a:lnTo>
                  <a:lnTo>
                    <a:pt x="983" y="181"/>
                  </a:lnTo>
                  <a:lnTo>
                    <a:pt x="883" y="241"/>
                  </a:lnTo>
                  <a:lnTo>
                    <a:pt x="782" y="281"/>
                  </a:lnTo>
                  <a:lnTo>
                    <a:pt x="682" y="301"/>
                  </a:lnTo>
                  <a:lnTo>
                    <a:pt x="602" y="301"/>
                  </a:lnTo>
                  <a:lnTo>
                    <a:pt x="602" y="301"/>
                  </a:lnTo>
                  <a:lnTo>
                    <a:pt x="502" y="301"/>
                  </a:lnTo>
                  <a:lnTo>
                    <a:pt x="401" y="281"/>
                  </a:lnTo>
                  <a:lnTo>
                    <a:pt x="401" y="281"/>
                  </a:lnTo>
                  <a:lnTo>
                    <a:pt x="221" y="221"/>
                  </a:lnTo>
                  <a:lnTo>
                    <a:pt x="141" y="201"/>
                  </a:lnTo>
                  <a:lnTo>
                    <a:pt x="80" y="201"/>
                  </a:lnTo>
                  <a:lnTo>
                    <a:pt x="8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80" y="362"/>
                  </a:lnTo>
                  <a:lnTo>
                    <a:pt x="80" y="362"/>
                  </a:lnTo>
                  <a:lnTo>
                    <a:pt x="80" y="362"/>
                  </a:lnTo>
                  <a:lnTo>
                    <a:pt x="261" y="722"/>
                  </a:lnTo>
                  <a:lnTo>
                    <a:pt x="421" y="1083"/>
                  </a:lnTo>
                  <a:lnTo>
                    <a:pt x="562" y="1444"/>
                  </a:lnTo>
                  <a:lnTo>
                    <a:pt x="702" y="1846"/>
                  </a:lnTo>
                  <a:lnTo>
                    <a:pt x="702" y="1846"/>
                  </a:lnTo>
                  <a:lnTo>
                    <a:pt x="1023" y="1785"/>
                  </a:lnTo>
                  <a:lnTo>
                    <a:pt x="1344" y="1745"/>
                  </a:lnTo>
                  <a:lnTo>
                    <a:pt x="1665" y="1725"/>
                  </a:lnTo>
                  <a:lnTo>
                    <a:pt x="2006" y="1705"/>
                  </a:lnTo>
                  <a:lnTo>
                    <a:pt x="2006" y="1705"/>
                  </a:lnTo>
                  <a:lnTo>
                    <a:pt x="2327" y="1725"/>
                  </a:lnTo>
                  <a:lnTo>
                    <a:pt x="2668" y="1745"/>
                  </a:lnTo>
                  <a:lnTo>
                    <a:pt x="2668" y="1745"/>
                  </a:lnTo>
                  <a:lnTo>
                    <a:pt x="2286" y="1244"/>
                  </a:lnTo>
                  <a:lnTo>
                    <a:pt x="1926" y="803"/>
                  </a:lnTo>
                  <a:lnTo>
                    <a:pt x="1605" y="422"/>
                  </a:lnTo>
                  <a:lnTo>
                    <a:pt x="1304" y="121"/>
                  </a:lnTo>
                  <a:lnTo>
                    <a:pt x="1304" y="121"/>
                  </a:lnTo>
                  <a:lnTo>
                    <a:pt x="11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32"/>
            <p:cNvSpPr/>
            <p:nvPr/>
          </p:nvSpPr>
          <p:spPr>
            <a:xfrm>
              <a:off x="11254325" y="3988075"/>
              <a:ext cx="156450" cy="165975"/>
            </a:xfrm>
            <a:custGeom>
              <a:avLst/>
              <a:gdLst/>
              <a:ahLst/>
              <a:cxnLst/>
              <a:rect l="l" t="t" r="r" b="b"/>
              <a:pathLst>
                <a:path w="6258" h="6639" extrusionOk="0">
                  <a:moveTo>
                    <a:pt x="1244" y="0"/>
                  </a:moveTo>
                  <a:lnTo>
                    <a:pt x="983" y="20"/>
                  </a:lnTo>
                  <a:lnTo>
                    <a:pt x="863" y="40"/>
                  </a:lnTo>
                  <a:lnTo>
                    <a:pt x="723" y="80"/>
                  </a:lnTo>
                  <a:lnTo>
                    <a:pt x="562" y="161"/>
                  </a:lnTo>
                  <a:lnTo>
                    <a:pt x="402" y="261"/>
                  </a:lnTo>
                  <a:lnTo>
                    <a:pt x="281" y="361"/>
                  </a:lnTo>
                  <a:lnTo>
                    <a:pt x="181" y="482"/>
                  </a:lnTo>
                  <a:lnTo>
                    <a:pt x="101" y="622"/>
                  </a:lnTo>
                  <a:lnTo>
                    <a:pt x="61" y="762"/>
                  </a:lnTo>
                  <a:lnTo>
                    <a:pt x="21" y="923"/>
                  </a:lnTo>
                  <a:lnTo>
                    <a:pt x="1" y="1103"/>
                  </a:lnTo>
                  <a:lnTo>
                    <a:pt x="1" y="1264"/>
                  </a:lnTo>
                  <a:lnTo>
                    <a:pt x="21" y="1464"/>
                  </a:lnTo>
                  <a:lnTo>
                    <a:pt x="61" y="1645"/>
                  </a:lnTo>
                  <a:lnTo>
                    <a:pt x="101" y="1845"/>
                  </a:lnTo>
                  <a:lnTo>
                    <a:pt x="221" y="2226"/>
                  </a:lnTo>
                  <a:lnTo>
                    <a:pt x="382" y="2627"/>
                  </a:lnTo>
                  <a:lnTo>
                    <a:pt x="562" y="3028"/>
                  </a:lnTo>
                  <a:lnTo>
                    <a:pt x="763" y="3410"/>
                  </a:lnTo>
                  <a:lnTo>
                    <a:pt x="1144" y="4091"/>
                  </a:lnTo>
                  <a:lnTo>
                    <a:pt x="1425" y="4593"/>
                  </a:lnTo>
                  <a:lnTo>
                    <a:pt x="1505" y="4753"/>
                  </a:lnTo>
                  <a:lnTo>
                    <a:pt x="1545" y="4853"/>
                  </a:lnTo>
                  <a:lnTo>
                    <a:pt x="1505" y="4994"/>
                  </a:lnTo>
                  <a:lnTo>
                    <a:pt x="1445" y="5174"/>
                  </a:lnTo>
                  <a:lnTo>
                    <a:pt x="1364" y="5395"/>
                  </a:lnTo>
                  <a:lnTo>
                    <a:pt x="1324" y="5636"/>
                  </a:lnTo>
                  <a:lnTo>
                    <a:pt x="1304" y="5776"/>
                  </a:lnTo>
                  <a:lnTo>
                    <a:pt x="1304" y="5896"/>
                  </a:lnTo>
                  <a:lnTo>
                    <a:pt x="1324" y="6017"/>
                  </a:lnTo>
                  <a:lnTo>
                    <a:pt x="1384" y="6137"/>
                  </a:lnTo>
                  <a:lnTo>
                    <a:pt x="1445" y="6237"/>
                  </a:lnTo>
                  <a:lnTo>
                    <a:pt x="1545" y="6358"/>
                  </a:lnTo>
                  <a:lnTo>
                    <a:pt x="1665" y="6458"/>
                  </a:lnTo>
                  <a:lnTo>
                    <a:pt x="1826" y="6538"/>
                  </a:lnTo>
                  <a:lnTo>
                    <a:pt x="1966" y="6598"/>
                  </a:lnTo>
                  <a:lnTo>
                    <a:pt x="2126" y="6638"/>
                  </a:lnTo>
                  <a:lnTo>
                    <a:pt x="2688" y="6638"/>
                  </a:lnTo>
                  <a:lnTo>
                    <a:pt x="2909" y="6598"/>
                  </a:lnTo>
                  <a:lnTo>
                    <a:pt x="3350" y="6498"/>
                  </a:lnTo>
                  <a:lnTo>
                    <a:pt x="3831" y="6358"/>
                  </a:lnTo>
                  <a:lnTo>
                    <a:pt x="4292" y="6177"/>
                  </a:lnTo>
                  <a:lnTo>
                    <a:pt x="4754" y="5976"/>
                  </a:lnTo>
                  <a:lnTo>
                    <a:pt x="5195" y="5736"/>
                  </a:lnTo>
                  <a:lnTo>
                    <a:pt x="5215" y="5736"/>
                  </a:lnTo>
                  <a:lnTo>
                    <a:pt x="5536" y="5515"/>
                  </a:lnTo>
                  <a:lnTo>
                    <a:pt x="5816" y="5295"/>
                  </a:lnTo>
                  <a:lnTo>
                    <a:pt x="6057" y="5074"/>
                  </a:lnTo>
                  <a:lnTo>
                    <a:pt x="6258" y="4873"/>
                  </a:lnTo>
                  <a:lnTo>
                    <a:pt x="6238" y="3871"/>
                  </a:lnTo>
                  <a:lnTo>
                    <a:pt x="6017" y="3590"/>
                  </a:lnTo>
                  <a:lnTo>
                    <a:pt x="5756" y="3269"/>
                  </a:lnTo>
                  <a:lnTo>
                    <a:pt x="5395" y="2868"/>
                  </a:lnTo>
                  <a:lnTo>
                    <a:pt x="4994" y="2427"/>
                  </a:lnTo>
                  <a:lnTo>
                    <a:pt x="4513" y="1946"/>
                  </a:lnTo>
                  <a:lnTo>
                    <a:pt x="3991" y="1484"/>
                  </a:lnTo>
                  <a:lnTo>
                    <a:pt x="3450" y="1023"/>
                  </a:lnTo>
                  <a:lnTo>
                    <a:pt x="3009" y="702"/>
                  </a:lnTo>
                  <a:lnTo>
                    <a:pt x="2708" y="502"/>
                  </a:lnTo>
                  <a:lnTo>
                    <a:pt x="2407" y="341"/>
                  </a:lnTo>
                  <a:lnTo>
                    <a:pt x="2106" y="201"/>
                  </a:lnTo>
                  <a:lnTo>
                    <a:pt x="1826" y="101"/>
                  </a:lnTo>
                  <a:lnTo>
                    <a:pt x="1525" y="40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32"/>
            <p:cNvSpPr/>
            <p:nvPr/>
          </p:nvSpPr>
          <p:spPr>
            <a:xfrm>
              <a:off x="11254325" y="3988075"/>
              <a:ext cx="156450" cy="165975"/>
            </a:xfrm>
            <a:custGeom>
              <a:avLst/>
              <a:gdLst/>
              <a:ahLst/>
              <a:cxnLst/>
              <a:rect l="l" t="t" r="r" b="b"/>
              <a:pathLst>
                <a:path w="6258" h="6639" fill="none" extrusionOk="0">
                  <a:moveTo>
                    <a:pt x="6258" y="4873"/>
                  </a:moveTo>
                  <a:lnTo>
                    <a:pt x="6258" y="4873"/>
                  </a:lnTo>
                  <a:lnTo>
                    <a:pt x="6057" y="5074"/>
                  </a:lnTo>
                  <a:lnTo>
                    <a:pt x="5816" y="5295"/>
                  </a:lnTo>
                  <a:lnTo>
                    <a:pt x="5536" y="5515"/>
                  </a:lnTo>
                  <a:lnTo>
                    <a:pt x="5215" y="5736"/>
                  </a:lnTo>
                  <a:lnTo>
                    <a:pt x="5195" y="5736"/>
                  </a:lnTo>
                  <a:lnTo>
                    <a:pt x="5195" y="5736"/>
                  </a:lnTo>
                  <a:lnTo>
                    <a:pt x="4754" y="5976"/>
                  </a:lnTo>
                  <a:lnTo>
                    <a:pt x="4292" y="6177"/>
                  </a:lnTo>
                  <a:lnTo>
                    <a:pt x="3831" y="6358"/>
                  </a:lnTo>
                  <a:lnTo>
                    <a:pt x="3350" y="6498"/>
                  </a:lnTo>
                  <a:lnTo>
                    <a:pt x="2909" y="6598"/>
                  </a:lnTo>
                  <a:lnTo>
                    <a:pt x="2688" y="6638"/>
                  </a:lnTo>
                  <a:lnTo>
                    <a:pt x="2487" y="6638"/>
                  </a:lnTo>
                  <a:lnTo>
                    <a:pt x="2307" y="6638"/>
                  </a:lnTo>
                  <a:lnTo>
                    <a:pt x="2126" y="6638"/>
                  </a:lnTo>
                  <a:lnTo>
                    <a:pt x="1966" y="6598"/>
                  </a:lnTo>
                  <a:lnTo>
                    <a:pt x="1826" y="6538"/>
                  </a:lnTo>
                  <a:lnTo>
                    <a:pt x="1826" y="6538"/>
                  </a:lnTo>
                  <a:lnTo>
                    <a:pt x="1665" y="6458"/>
                  </a:lnTo>
                  <a:lnTo>
                    <a:pt x="1545" y="6358"/>
                  </a:lnTo>
                  <a:lnTo>
                    <a:pt x="1445" y="6237"/>
                  </a:lnTo>
                  <a:lnTo>
                    <a:pt x="1384" y="6137"/>
                  </a:lnTo>
                  <a:lnTo>
                    <a:pt x="1324" y="6017"/>
                  </a:lnTo>
                  <a:lnTo>
                    <a:pt x="1304" y="5896"/>
                  </a:lnTo>
                  <a:lnTo>
                    <a:pt x="1304" y="5776"/>
                  </a:lnTo>
                  <a:lnTo>
                    <a:pt x="1324" y="5636"/>
                  </a:lnTo>
                  <a:lnTo>
                    <a:pt x="1364" y="5395"/>
                  </a:lnTo>
                  <a:lnTo>
                    <a:pt x="1445" y="5174"/>
                  </a:lnTo>
                  <a:lnTo>
                    <a:pt x="1505" y="4994"/>
                  </a:lnTo>
                  <a:lnTo>
                    <a:pt x="1545" y="4853"/>
                  </a:lnTo>
                  <a:lnTo>
                    <a:pt x="1545" y="4853"/>
                  </a:lnTo>
                  <a:lnTo>
                    <a:pt x="1505" y="4753"/>
                  </a:lnTo>
                  <a:lnTo>
                    <a:pt x="1425" y="4593"/>
                  </a:lnTo>
                  <a:lnTo>
                    <a:pt x="1144" y="4091"/>
                  </a:lnTo>
                  <a:lnTo>
                    <a:pt x="763" y="3410"/>
                  </a:lnTo>
                  <a:lnTo>
                    <a:pt x="562" y="3028"/>
                  </a:lnTo>
                  <a:lnTo>
                    <a:pt x="382" y="2627"/>
                  </a:lnTo>
                  <a:lnTo>
                    <a:pt x="221" y="2226"/>
                  </a:lnTo>
                  <a:lnTo>
                    <a:pt x="101" y="1845"/>
                  </a:lnTo>
                  <a:lnTo>
                    <a:pt x="61" y="1645"/>
                  </a:lnTo>
                  <a:lnTo>
                    <a:pt x="21" y="1464"/>
                  </a:lnTo>
                  <a:lnTo>
                    <a:pt x="1" y="1264"/>
                  </a:lnTo>
                  <a:lnTo>
                    <a:pt x="1" y="1103"/>
                  </a:lnTo>
                  <a:lnTo>
                    <a:pt x="21" y="923"/>
                  </a:lnTo>
                  <a:lnTo>
                    <a:pt x="61" y="762"/>
                  </a:lnTo>
                  <a:lnTo>
                    <a:pt x="101" y="622"/>
                  </a:lnTo>
                  <a:lnTo>
                    <a:pt x="181" y="482"/>
                  </a:lnTo>
                  <a:lnTo>
                    <a:pt x="281" y="361"/>
                  </a:lnTo>
                  <a:lnTo>
                    <a:pt x="402" y="261"/>
                  </a:lnTo>
                  <a:lnTo>
                    <a:pt x="562" y="161"/>
                  </a:lnTo>
                  <a:lnTo>
                    <a:pt x="723" y="80"/>
                  </a:lnTo>
                  <a:lnTo>
                    <a:pt x="723" y="80"/>
                  </a:lnTo>
                  <a:lnTo>
                    <a:pt x="863" y="40"/>
                  </a:lnTo>
                  <a:lnTo>
                    <a:pt x="983" y="20"/>
                  </a:lnTo>
                  <a:lnTo>
                    <a:pt x="1244" y="0"/>
                  </a:lnTo>
                  <a:lnTo>
                    <a:pt x="1525" y="40"/>
                  </a:lnTo>
                  <a:lnTo>
                    <a:pt x="1826" y="101"/>
                  </a:lnTo>
                  <a:lnTo>
                    <a:pt x="2106" y="201"/>
                  </a:lnTo>
                  <a:lnTo>
                    <a:pt x="2407" y="341"/>
                  </a:lnTo>
                  <a:lnTo>
                    <a:pt x="2708" y="502"/>
                  </a:lnTo>
                  <a:lnTo>
                    <a:pt x="3009" y="702"/>
                  </a:lnTo>
                  <a:lnTo>
                    <a:pt x="3009" y="702"/>
                  </a:lnTo>
                  <a:lnTo>
                    <a:pt x="3009" y="702"/>
                  </a:lnTo>
                  <a:lnTo>
                    <a:pt x="3450" y="1023"/>
                  </a:lnTo>
                  <a:lnTo>
                    <a:pt x="3450" y="1023"/>
                  </a:lnTo>
                  <a:lnTo>
                    <a:pt x="3991" y="1484"/>
                  </a:lnTo>
                  <a:lnTo>
                    <a:pt x="4513" y="1946"/>
                  </a:lnTo>
                  <a:lnTo>
                    <a:pt x="4994" y="2427"/>
                  </a:lnTo>
                  <a:lnTo>
                    <a:pt x="5395" y="2868"/>
                  </a:lnTo>
                  <a:lnTo>
                    <a:pt x="5756" y="3269"/>
                  </a:lnTo>
                  <a:lnTo>
                    <a:pt x="6017" y="3590"/>
                  </a:lnTo>
                  <a:lnTo>
                    <a:pt x="6238" y="3871"/>
                  </a:lnTo>
                  <a:lnTo>
                    <a:pt x="6258" y="487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32"/>
            <p:cNvSpPr/>
            <p:nvPr/>
          </p:nvSpPr>
          <p:spPr>
            <a:xfrm>
              <a:off x="11350100" y="4072300"/>
              <a:ext cx="46150" cy="42650"/>
            </a:xfrm>
            <a:custGeom>
              <a:avLst/>
              <a:gdLst/>
              <a:ahLst/>
              <a:cxnLst/>
              <a:rect l="l" t="t" r="r" b="b"/>
              <a:pathLst>
                <a:path w="1846" h="1706" extrusionOk="0">
                  <a:moveTo>
                    <a:pt x="642" y="0"/>
                  </a:moveTo>
                  <a:lnTo>
                    <a:pt x="542" y="20"/>
                  </a:lnTo>
                  <a:lnTo>
                    <a:pt x="421" y="61"/>
                  </a:lnTo>
                  <a:lnTo>
                    <a:pt x="321" y="101"/>
                  </a:lnTo>
                  <a:lnTo>
                    <a:pt x="221" y="181"/>
                  </a:lnTo>
                  <a:lnTo>
                    <a:pt x="140" y="261"/>
                  </a:lnTo>
                  <a:lnTo>
                    <a:pt x="80" y="361"/>
                  </a:lnTo>
                  <a:lnTo>
                    <a:pt x="20" y="482"/>
                  </a:lnTo>
                  <a:lnTo>
                    <a:pt x="0" y="622"/>
                  </a:lnTo>
                  <a:lnTo>
                    <a:pt x="0" y="762"/>
                  </a:lnTo>
                  <a:lnTo>
                    <a:pt x="20" y="883"/>
                  </a:lnTo>
                  <a:lnTo>
                    <a:pt x="60" y="1023"/>
                  </a:lnTo>
                  <a:lnTo>
                    <a:pt x="140" y="1164"/>
                  </a:lnTo>
                  <a:lnTo>
                    <a:pt x="221" y="1264"/>
                  </a:lnTo>
                  <a:lnTo>
                    <a:pt x="321" y="1384"/>
                  </a:lnTo>
                  <a:lnTo>
                    <a:pt x="421" y="1464"/>
                  </a:lnTo>
                  <a:lnTo>
                    <a:pt x="602" y="1565"/>
                  </a:lnTo>
                  <a:lnTo>
                    <a:pt x="782" y="1645"/>
                  </a:lnTo>
                  <a:lnTo>
                    <a:pt x="963" y="1685"/>
                  </a:lnTo>
                  <a:lnTo>
                    <a:pt x="1163" y="1705"/>
                  </a:lnTo>
                  <a:lnTo>
                    <a:pt x="1324" y="1685"/>
                  </a:lnTo>
                  <a:lnTo>
                    <a:pt x="1484" y="1665"/>
                  </a:lnTo>
                  <a:lnTo>
                    <a:pt x="1645" y="1625"/>
                  </a:lnTo>
                  <a:lnTo>
                    <a:pt x="1785" y="1585"/>
                  </a:lnTo>
                  <a:lnTo>
                    <a:pt x="1825" y="1565"/>
                  </a:lnTo>
                  <a:lnTo>
                    <a:pt x="1845" y="1545"/>
                  </a:lnTo>
                  <a:lnTo>
                    <a:pt x="1845" y="1484"/>
                  </a:lnTo>
                  <a:lnTo>
                    <a:pt x="1825" y="1444"/>
                  </a:lnTo>
                  <a:lnTo>
                    <a:pt x="1765" y="1444"/>
                  </a:lnTo>
                  <a:lnTo>
                    <a:pt x="1544" y="1484"/>
                  </a:lnTo>
                  <a:lnTo>
                    <a:pt x="1304" y="1504"/>
                  </a:lnTo>
                  <a:lnTo>
                    <a:pt x="1123" y="1484"/>
                  </a:lnTo>
                  <a:lnTo>
                    <a:pt x="943" y="1444"/>
                  </a:lnTo>
                  <a:lnTo>
                    <a:pt x="762" y="1364"/>
                  </a:lnTo>
                  <a:lnTo>
                    <a:pt x="602" y="1244"/>
                  </a:lnTo>
                  <a:lnTo>
                    <a:pt x="521" y="1164"/>
                  </a:lnTo>
                  <a:lnTo>
                    <a:pt x="441" y="1063"/>
                  </a:lnTo>
                  <a:lnTo>
                    <a:pt x="381" y="963"/>
                  </a:lnTo>
                  <a:lnTo>
                    <a:pt x="341" y="863"/>
                  </a:lnTo>
                  <a:lnTo>
                    <a:pt x="321" y="742"/>
                  </a:lnTo>
                  <a:lnTo>
                    <a:pt x="321" y="642"/>
                  </a:lnTo>
                  <a:lnTo>
                    <a:pt x="381" y="542"/>
                  </a:lnTo>
                  <a:lnTo>
                    <a:pt x="461" y="442"/>
                  </a:lnTo>
                  <a:lnTo>
                    <a:pt x="562" y="381"/>
                  </a:lnTo>
                  <a:lnTo>
                    <a:pt x="682" y="341"/>
                  </a:lnTo>
                  <a:lnTo>
                    <a:pt x="802" y="321"/>
                  </a:lnTo>
                  <a:lnTo>
                    <a:pt x="923" y="301"/>
                  </a:lnTo>
                  <a:lnTo>
                    <a:pt x="1103" y="321"/>
                  </a:lnTo>
                  <a:lnTo>
                    <a:pt x="1284" y="361"/>
                  </a:lnTo>
                  <a:lnTo>
                    <a:pt x="1464" y="401"/>
                  </a:lnTo>
                  <a:lnTo>
                    <a:pt x="1645" y="462"/>
                  </a:lnTo>
                  <a:lnTo>
                    <a:pt x="1645" y="221"/>
                  </a:lnTo>
                  <a:lnTo>
                    <a:pt x="1645" y="201"/>
                  </a:lnTo>
                  <a:lnTo>
                    <a:pt x="1424" y="121"/>
                  </a:lnTo>
                  <a:lnTo>
                    <a:pt x="1203" y="61"/>
                  </a:lnTo>
                  <a:lnTo>
                    <a:pt x="983" y="2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32"/>
            <p:cNvSpPr/>
            <p:nvPr/>
          </p:nvSpPr>
          <p:spPr>
            <a:xfrm>
              <a:off x="11254325" y="4016150"/>
              <a:ext cx="129875" cy="138400"/>
            </a:xfrm>
            <a:custGeom>
              <a:avLst/>
              <a:gdLst/>
              <a:ahLst/>
              <a:cxnLst/>
              <a:rect l="l" t="t" r="r" b="b"/>
              <a:pathLst>
                <a:path w="5195" h="5536" extrusionOk="0">
                  <a:moveTo>
                    <a:pt x="1" y="0"/>
                  </a:moveTo>
                  <a:lnTo>
                    <a:pt x="1" y="40"/>
                  </a:lnTo>
                  <a:lnTo>
                    <a:pt x="21" y="301"/>
                  </a:lnTo>
                  <a:lnTo>
                    <a:pt x="61" y="582"/>
                  </a:lnTo>
                  <a:lnTo>
                    <a:pt x="141" y="863"/>
                  </a:lnTo>
                  <a:lnTo>
                    <a:pt x="241" y="1163"/>
                  </a:lnTo>
                  <a:lnTo>
                    <a:pt x="362" y="1444"/>
                  </a:lnTo>
                  <a:lnTo>
                    <a:pt x="482" y="1745"/>
                  </a:lnTo>
                  <a:lnTo>
                    <a:pt x="763" y="2307"/>
                  </a:lnTo>
                  <a:lnTo>
                    <a:pt x="1043" y="2808"/>
                  </a:lnTo>
                  <a:lnTo>
                    <a:pt x="1304" y="3229"/>
                  </a:lnTo>
                  <a:lnTo>
                    <a:pt x="1465" y="3550"/>
                  </a:lnTo>
                  <a:lnTo>
                    <a:pt x="1525" y="3650"/>
                  </a:lnTo>
                  <a:lnTo>
                    <a:pt x="1545" y="3730"/>
                  </a:lnTo>
                  <a:lnTo>
                    <a:pt x="1505" y="3891"/>
                  </a:lnTo>
                  <a:lnTo>
                    <a:pt x="1425" y="4132"/>
                  </a:lnTo>
                  <a:lnTo>
                    <a:pt x="1344" y="4392"/>
                  </a:lnTo>
                  <a:lnTo>
                    <a:pt x="1304" y="4533"/>
                  </a:lnTo>
                  <a:lnTo>
                    <a:pt x="1304" y="4673"/>
                  </a:lnTo>
                  <a:lnTo>
                    <a:pt x="1304" y="4773"/>
                  </a:lnTo>
                  <a:lnTo>
                    <a:pt x="1324" y="4874"/>
                  </a:lnTo>
                  <a:lnTo>
                    <a:pt x="1364" y="4974"/>
                  </a:lnTo>
                  <a:lnTo>
                    <a:pt x="1425" y="5074"/>
                  </a:lnTo>
                  <a:lnTo>
                    <a:pt x="1485" y="5174"/>
                  </a:lnTo>
                  <a:lnTo>
                    <a:pt x="1585" y="5255"/>
                  </a:lnTo>
                  <a:lnTo>
                    <a:pt x="1685" y="5355"/>
                  </a:lnTo>
                  <a:lnTo>
                    <a:pt x="1826" y="5415"/>
                  </a:lnTo>
                  <a:lnTo>
                    <a:pt x="1946" y="5475"/>
                  </a:lnTo>
                  <a:lnTo>
                    <a:pt x="2086" y="5495"/>
                  </a:lnTo>
                  <a:lnTo>
                    <a:pt x="2227" y="5515"/>
                  </a:lnTo>
                  <a:lnTo>
                    <a:pt x="2387" y="5535"/>
                  </a:lnTo>
                  <a:lnTo>
                    <a:pt x="2708" y="5515"/>
                  </a:lnTo>
                  <a:lnTo>
                    <a:pt x="3029" y="5455"/>
                  </a:lnTo>
                  <a:lnTo>
                    <a:pt x="3390" y="5375"/>
                  </a:lnTo>
                  <a:lnTo>
                    <a:pt x="3771" y="5255"/>
                  </a:lnTo>
                  <a:lnTo>
                    <a:pt x="4132" y="5114"/>
                  </a:lnTo>
                  <a:lnTo>
                    <a:pt x="4493" y="4974"/>
                  </a:lnTo>
                  <a:lnTo>
                    <a:pt x="4854" y="4793"/>
                  </a:lnTo>
                  <a:lnTo>
                    <a:pt x="5195" y="4613"/>
                  </a:lnTo>
                  <a:lnTo>
                    <a:pt x="4814" y="4753"/>
                  </a:lnTo>
                  <a:lnTo>
                    <a:pt x="4373" y="4914"/>
                  </a:lnTo>
                  <a:lnTo>
                    <a:pt x="4132" y="4974"/>
                  </a:lnTo>
                  <a:lnTo>
                    <a:pt x="3891" y="5034"/>
                  </a:lnTo>
                  <a:lnTo>
                    <a:pt x="3671" y="5054"/>
                  </a:lnTo>
                  <a:lnTo>
                    <a:pt x="3450" y="5074"/>
                  </a:lnTo>
                  <a:lnTo>
                    <a:pt x="3249" y="5054"/>
                  </a:lnTo>
                  <a:lnTo>
                    <a:pt x="3089" y="5014"/>
                  </a:lnTo>
                  <a:lnTo>
                    <a:pt x="2929" y="4954"/>
                  </a:lnTo>
                  <a:lnTo>
                    <a:pt x="2808" y="4853"/>
                  </a:lnTo>
                  <a:lnTo>
                    <a:pt x="2748" y="4793"/>
                  </a:lnTo>
                  <a:lnTo>
                    <a:pt x="2708" y="4713"/>
                  </a:lnTo>
                  <a:lnTo>
                    <a:pt x="2628" y="4533"/>
                  </a:lnTo>
                  <a:lnTo>
                    <a:pt x="2588" y="4292"/>
                  </a:lnTo>
                  <a:lnTo>
                    <a:pt x="2608" y="4031"/>
                  </a:lnTo>
                  <a:lnTo>
                    <a:pt x="2628" y="3851"/>
                  </a:lnTo>
                  <a:lnTo>
                    <a:pt x="2668" y="3690"/>
                  </a:lnTo>
                  <a:lnTo>
                    <a:pt x="2788" y="3369"/>
                  </a:lnTo>
                  <a:lnTo>
                    <a:pt x="2828" y="3229"/>
                  </a:lnTo>
                  <a:lnTo>
                    <a:pt x="2868" y="3069"/>
                  </a:lnTo>
                  <a:lnTo>
                    <a:pt x="2868" y="2888"/>
                  </a:lnTo>
                  <a:lnTo>
                    <a:pt x="2848" y="2688"/>
                  </a:lnTo>
                  <a:lnTo>
                    <a:pt x="2788" y="2507"/>
                  </a:lnTo>
                  <a:lnTo>
                    <a:pt x="2648" y="2246"/>
                  </a:lnTo>
                  <a:lnTo>
                    <a:pt x="2287" y="1645"/>
                  </a:lnTo>
                  <a:lnTo>
                    <a:pt x="2106" y="1324"/>
                  </a:lnTo>
                  <a:lnTo>
                    <a:pt x="1946" y="1003"/>
                  </a:lnTo>
                  <a:lnTo>
                    <a:pt x="1806" y="722"/>
                  </a:lnTo>
                  <a:lnTo>
                    <a:pt x="1765" y="582"/>
                  </a:lnTo>
                  <a:lnTo>
                    <a:pt x="1745" y="462"/>
                  </a:lnTo>
                  <a:lnTo>
                    <a:pt x="863" y="24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32"/>
            <p:cNvSpPr/>
            <p:nvPr/>
          </p:nvSpPr>
          <p:spPr>
            <a:xfrm>
              <a:off x="11254325" y="4016150"/>
              <a:ext cx="129875" cy="138400"/>
            </a:xfrm>
            <a:custGeom>
              <a:avLst/>
              <a:gdLst/>
              <a:ahLst/>
              <a:cxnLst/>
              <a:rect l="l" t="t" r="r" b="b"/>
              <a:pathLst>
                <a:path w="5195" h="5536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301"/>
                  </a:lnTo>
                  <a:lnTo>
                    <a:pt x="61" y="582"/>
                  </a:lnTo>
                  <a:lnTo>
                    <a:pt x="141" y="863"/>
                  </a:lnTo>
                  <a:lnTo>
                    <a:pt x="241" y="1163"/>
                  </a:lnTo>
                  <a:lnTo>
                    <a:pt x="362" y="1444"/>
                  </a:lnTo>
                  <a:lnTo>
                    <a:pt x="482" y="1745"/>
                  </a:lnTo>
                  <a:lnTo>
                    <a:pt x="763" y="2307"/>
                  </a:lnTo>
                  <a:lnTo>
                    <a:pt x="1043" y="2808"/>
                  </a:lnTo>
                  <a:lnTo>
                    <a:pt x="1304" y="3229"/>
                  </a:lnTo>
                  <a:lnTo>
                    <a:pt x="1465" y="3550"/>
                  </a:lnTo>
                  <a:lnTo>
                    <a:pt x="1525" y="3650"/>
                  </a:lnTo>
                  <a:lnTo>
                    <a:pt x="1545" y="3730"/>
                  </a:lnTo>
                  <a:lnTo>
                    <a:pt x="1545" y="3730"/>
                  </a:lnTo>
                  <a:lnTo>
                    <a:pt x="1545" y="3730"/>
                  </a:lnTo>
                  <a:lnTo>
                    <a:pt x="1545" y="3730"/>
                  </a:lnTo>
                  <a:lnTo>
                    <a:pt x="1505" y="3891"/>
                  </a:lnTo>
                  <a:lnTo>
                    <a:pt x="1425" y="4132"/>
                  </a:lnTo>
                  <a:lnTo>
                    <a:pt x="1344" y="4392"/>
                  </a:lnTo>
                  <a:lnTo>
                    <a:pt x="1304" y="4533"/>
                  </a:lnTo>
                  <a:lnTo>
                    <a:pt x="1304" y="4673"/>
                  </a:lnTo>
                  <a:lnTo>
                    <a:pt x="1304" y="4673"/>
                  </a:lnTo>
                  <a:lnTo>
                    <a:pt x="1304" y="4773"/>
                  </a:lnTo>
                  <a:lnTo>
                    <a:pt x="1324" y="4874"/>
                  </a:lnTo>
                  <a:lnTo>
                    <a:pt x="1364" y="4974"/>
                  </a:lnTo>
                  <a:lnTo>
                    <a:pt x="1425" y="5074"/>
                  </a:lnTo>
                  <a:lnTo>
                    <a:pt x="1485" y="5174"/>
                  </a:lnTo>
                  <a:lnTo>
                    <a:pt x="1585" y="5255"/>
                  </a:lnTo>
                  <a:lnTo>
                    <a:pt x="1685" y="5355"/>
                  </a:lnTo>
                  <a:lnTo>
                    <a:pt x="1826" y="5415"/>
                  </a:lnTo>
                  <a:lnTo>
                    <a:pt x="1826" y="5415"/>
                  </a:lnTo>
                  <a:lnTo>
                    <a:pt x="1946" y="5475"/>
                  </a:lnTo>
                  <a:lnTo>
                    <a:pt x="2086" y="5495"/>
                  </a:lnTo>
                  <a:lnTo>
                    <a:pt x="2227" y="5515"/>
                  </a:lnTo>
                  <a:lnTo>
                    <a:pt x="2387" y="5535"/>
                  </a:lnTo>
                  <a:lnTo>
                    <a:pt x="2387" y="5535"/>
                  </a:lnTo>
                  <a:lnTo>
                    <a:pt x="2708" y="5515"/>
                  </a:lnTo>
                  <a:lnTo>
                    <a:pt x="3029" y="5455"/>
                  </a:lnTo>
                  <a:lnTo>
                    <a:pt x="3390" y="5375"/>
                  </a:lnTo>
                  <a:lnTo>
                    <a:pt x="3771" y="5255"/>
                  </a:lnTo>
                  <a:lnTo>
                    <a:pt x="4132" y="5114"/>
                  </a:lnTo>
                  <a:lnTo>
                    <a:pt x="4493" y="4974"/>
                  </a:lnTo>
                  <a:lnTo>
                    <a:pt x="4854" y="4793"/>
                  </a:lnTo>
                  <a:lnTo>
                    <a:pt x="5195" y="4613"/>
                  </a:lnTo>
                  <a:lnTo>
                    <a:pt x="5195" y="4613"/>
                  </a:lnTo>
                  <a:lnTo>
                    <a:pt x="4814" y="4753"/>
                  </a:lnTo>
                  <a:lnTo>
                    <a:pt x="4373" y="4914"/>
                  </a:lnTo>
                  <a:lnTo>
                    <a:pt x="4132" y="4974"/>
                  </a:lnTo>
                  <a:lnTo>
                    <a:pt x="3891" y="5034"/>
                  </a:lnTo>
                  <a:lnTo>
                    <a:pt x="3671" y="5054"/>
                  </a:lnTo>
                  <a:lnTo>
                    <a:pt x="3450" y="5074"/>
                  </a:lnTo>
                  <a:lnTo>
                    <a:pt x="3450" y="5074"/>
                  </a:lnTo>
                  <a:lnTo>
                    <a:pt x="3249" y="5054"/>
                  </a:lnTo>
                  <a:lnTo>
                    <a:pt x="3089" y="5014"/>
                  </a:lnTo>
                  <a:lnTo>
                    <a:pt x="2929" y="4954"/>
                  </a:lnTo>
                  <a:lnTo>
                    <a:pt x="2808" y="4853"/>
                  </a:lnTo>
                  <a:lnTo>
                    <a:pt x="2748" y="4793"/>
                  </a:lnTo>
                  <a:lnTo>
                    <a:pt x="2708" y="4713"/>
                  </a:lnTo>
                  <a:lnTo>
                    <a:pt x="2628" y="4533"/>
                  </a:lnTo>
                  <a:lnTo>
                    <a:pt x="2588" y="4292"/>
                  </a:lnTo>
                  <a:lnTo>
                    <a:pt x="2608" y="4031"/>
                  </a:lnTo>
                  <a:lnTo>
                    <a:pt x="2608" y="4031"/>
                  </a:lnTo>
                  <a:lnTo>
                    <a:pt x="2628" y="3851"/>
                  </a:lnTo>
                  <a:lnTo>
                    <a:pt x="2668" y="3690"/>
                  </a:lnTo>
                  <a:lnTo>
                    <a:pt x="2788" y="3369"/>
                  </a:lnTo>
                  <a:lnTo>
                    <a:pt x="2828" y="3229"/>
                  </a:lnTo>
                  <a:lnTo>
                    <a:pt x="2868" y="3069"/>
                  </a:lnTo>
                  <a:lnTo>
                    <a:pt x="2868" y="2888"/>
                  </a:lnTo>
                  <a:lnTo>
                    <a:pt x="2848" y="2688"/>
                  </a:lnTo>
                  <a:lnTo>
                    <a:pt x="2848" y="2688"/>
                  </a:lnTo>
                  <a:lnTo>
                    <a:pt x="2788" y="2507"/>
                  </a:lnTo>
                  <a:lnTo>
                    <a:pt x="2648" y="2246"/>
                  </a:lnTo>
                  <a:lnTo>
                    <a:pt x="2287" y="1645"/>
                  </a:lnTo>
                  <a:lnTo>
                    <a:pt x="2106" y="1324"/>
                  </a:lnTo>
                  <a:lnTo>
                    <a:pt x="1946" y="1003"/>
                  </a:lnTo>
                  <a:lnTo>
                    <a:pt x="1806" y="722"/>
                  </a:lnTo>
                  <a:lnTo>
                    <a:pt x="1765" y="582"/>
                  </a:lnTo>
                  <a:lnTo>
                    <a:pt x="1745" y="462"/>
                  </a:lnTo>
                  <a:lnTo>
                    <a:pt x="1745" y="462"/>
                  </a:lnTo>
                  <a:lnTo>
                    <a:pt x="863" y="24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32"/>
            <p:cNvSpPr/>
            <p:nvPr/>
          </p:nvSpPr>
          <p:spPr>
            <a:xfrm>
              <a:off x="11444350" y="3986075"/>
              <a:ext cx="154950" cy="166475"/>
            </a:xfrm>
            <a:custGeom>
              <a:avLst/>
              <a:gdLst/>
              <a:ahLst/>
              <a:cxnLst/>
              <a:rect l="l" t="t" r="r" b="b"/>
              <a:pathLst>
                <a:path w="6198" h="6659" extrusionOk="0">
                  <a:moveTo>
                    <a:pt x="4853" y="0"/>
                  </a:moveTo>
                  <a:lnTo>
                    <a:pt x="4633" y="40"/>
                  </a:lnTo>
                  <a:lnTo>
                    <a:pt x="4412" y="80"/>
                  </a:lnTo>
                  <a:lnTo>
                    <a:pt x="4192" y="160"/>
                  </a:lnTo>
                  <a:lnTo>
                    <a:pt x="3971" y="261"/>
                  </a:lnTo>
                  <a:lnTo>
                    <a:pt x="3730" y="381"/>
                  </a:lnTo>
                  <a:lnTo>
                    <a:pt x="3510" y="501"/>
                  </a:lnTo>
                  <a:lnTo>
                    <a:pt x="3289" y="662"/>
                  </a:lnTo>
                  <a:lnTo>
                    <a:pt x="2828" y="983"/>
                  </a:lnTo>
                  <a:lnTo>
                    <a:pt x="2387" y="1344"/>
                  </a:lnTo>
                  <a:lnTo>
                    <a:pt x="1966" y="1745"/>
                  </a:lnTo>
                  <a:lnTo>
                    <a:pt x="1565" y="2126"/>
                  </a:lnTo>
                  <a:lnTo>
                    <a:pt x="1184" y="2527"/>
                  </a:lnTo>
                  <a:lnTo>
                    <a:pt x="562" y="3229"/>
                  </a:lnTo>
                  <a:lnTo>
                    <a:pt x="141" y="3750"/>
                  </a:lnTo>
                  <a:lnTo>
                    <a:pt x="0" y="3931"/>
                  </a:lnTo>
                  <a:lnTo>
                    <a:pt x="0" y="4933"/>
                  </a:lnTo>
                  <a:lnTo>
                    <a:pt x="181" y="5114"/>
                  </a:lnTo>
                  <a:lnTo>
                    <a:pt x="381" y="5314"/>
                  </a:lnTo>
                  <a:lnTo>
                    <a:pt x="622" y="5495"/>
                  </a:lnTo>
                  <a:lnTo>
                    <a:pt x="903" y="5696"/>
                  </a:lnTo>
                  <a:lnTo>
                    <a:pt x="1224" y="5856"/>
                  </a:lnTo>
                  <a:lnTo>
                    <a:pt x="1544" y="6036"/>
                  </a:lnTo>
                  <a:lnTo>
                    <a:pt x="1885" y="6177"/>
                  </a:lnTo>
                  <a:lnTo>
                    <a:pt x="2246" y="6317"/>
                  </a:lnTo>
                  <a:lnTo>
                    <a:pt x="2567" y="6438"/>
                  </a:lnTo>
                  <a:lnTo>
                    <a:pt x="2888" y="6518"/>
                  </a:lnTo>
                  <a:lnTo>
                    <a:pt x="3209" y="6578"/>
                  </a:lnTo>
                  <a:lnTo>
                    <a:pt x="3510" y="6638"/>
                  </a:lnTo>
                  <a:lnTo>
                    <a:pt x="3791" y="6658"/>
                  </a:lnTo>
                  <a:lnTo>
                    <a:pt x="4031" y="6658"/>
                  </a:lnTo>
                  <a:lnTo>
                    <a:pt x="4272" y="6618"/>
                  </a:lnTo>
                  <a:lnTo>
                    <a:pt x="4452" y="6538"/>
                  </a:lnTo>
                  <a:lnTo>
                    <a:pt x="4613" y="6458"/>
                  </a:lnTo>
                  <a:lnTo>
                    <a:pt x="4733" y="6357"/>
                  </a:lnTo>
                  <a:lnTo>
                    <a:pt x="4833" y="6237"/>
                  </a:lnTo>
                  <a:lnTo>
                    <a:pt x="4894" y="6117"/>
                  </a:lnTo>
                  <a:lnTo>
                    <a:pt x="4954" y="5996"/>
                  </a:lnTo>
                  <a:lnTo>
                    <a:pt x="4974" y="5876"/>
                  </a:lnTo>
                  <a:lnTo>
                    <a:pt x="4974" y="5756"/>
                  </a:lnTo>
                  <a:lnTo>
                    <a:pt x="4954" y="5635"/>
                  </a:lnTo>
                  <a:lnTo>
                    <a:pt x="4894" y="5395"/>
                  </a:lnTo>
                  <a:lnTo>
                    <a:pt x="4833" y="5174"/>
                  </a:lnTo>
                  <a:lnTo>
                    <a:pt x="4753" y="4994"/>
                  </a:lnTo>
                  <a:lnTo>
                    <a:pt x="4713" y="4853"/>
                  </a:lnTo>
                  <a:lnTo>
                    <a:pt x="4733" y="4793"/>
                  </a:lnTo>
                  <a:lnTo>
                    <a:pt x="4773" y="4713"/>
                  </a:lnTo>
                  <a:lnTo>
                    <a:pt x="4914" y="4432"/>
                  </a:lnTo>
                  <a:lnTo>
                    <a:pt x="5355" y="3630"/>
                  </a:lnTo>
                  <a:lnTo>
                    <a:pt x="5595" y="3129"/>
                  </a:lnTo>
                  <a:lnTo>
                    <a:pt x="5836" y="2587"/>
                  </a:lnTo>
                  <a:lnTo>
                    <a:pt x="5956" y="2326"/>
                  </a:lnTo>
                  <a:lnTo>
                    <a:pt x="6037" y="2066"/>
                  </a:lnTo>
                  <a:lnTo>
                    <a:pt x="6117" y="1785"/>
                  </a:lnTo>
                  <a:lnTo>
                    <a:pt x="6157" y="1524"/>
                  </a:lnTo>
                  <a:lnTo>
                    <a:pt x="6197" y="1284"/>
                  </a:lnTo>
                  <a:lnTo>
                    <a:pt x="6197" y="1063"/>
                  </a:lnTo>
                  <a:lnTo>
                    <a:pt x="6157" y="842"/>
                  </a:lnTo>
                  <a:lnTo>
                    <a:pt x="6097" y="642"/>
                  </a:lnTo>
                  <a:lnTo>
                    <a:pt x="5997" y="461"/>
                  </a:lnTo>
                  <a:lnTo>
                    <a:pt x="5856" y="301"/>
                  </a:lnTo>
                  <a:lnTo>
                    <a:pt x="5776" y="241"/>
                  </a:lnTo>
                  <a:lnTo>
                    <a:pt x="5676" y="160"/>
                  </a:lnTo>
                  <a:lnTo>
                    <a:pt x="5455" y="60"/>
                  </a:lnTo>
                  <a:lnTo>
                    <a:pt x="5255" y="20"/>
                  </a:lnTo>
                  <a:lnTo>
                    <a:pt x="5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32"/>
            <p:cNvSpPr/>
            <p:nvPr/>
          </p:nvSpPr>
          <p:spPr>
            <a:xfrm>
              <a:off x="11444350" y="3986075"/>
              <a:ext cx="154950" cy="166475"/>
            </a:xfrm>
            <a:custGeom>
              <a:avLst/>
              <a:gdLst/>
              <a:ahLst/>
              <a:cxnLst/>
              <a:rect l="l" t="t" r="r" b="b"/>
              <a:pathLst>
                <a:path w="6198" h="6659" fill="none" extrusionOk="0">
                  <a:moveTo>
                    <a:pt x="6157" y="1524"/>
                  </a:moveTo>
                  <a:lnTo>
                    <a:pt x="6157" y="1524"/>
                  </a:lnTo>
                  <a:lnTo>
                    <a:pt x="6117" y="1785"/>
                  </a:lnTo>
                  <a:lnTo>
                    <a:pt x="6037" y="2066"/>
                  </a:lnTo>
                  <a:lnTo>
                    <a:pt x="5956" y="2326"/>
                  </a:lnTo>
                  <a:lnTo>
                    <a:pt x="5836" y="2587"/>
                  </a:lnTo>
                  <a:lnTo>
                    <a:pt x="5595" y="3129"/>
                  </a:lnTo>
                  <a:lnTo>
                    <a:pt x="5355" y="3630"/>
                  </a:lnTo>
                  <a:lnTo>
                    <a:pt x="4914" y="4432"/>
                  </a:lnTo>
                  <a:lnTo>
                    <a:pt x="4773" y="4713"/>
                  </a:lnTo>
                  <a:lnTo>
                    <a:pt x="4733" y="4793"/>
                  </a:lnTo>
                  <a:lnTo>
                    <a:pt x="4713" y="4853"/>
                  </a:lnTo>
                  <a:lnTo>
                    <a:pt x="4713" y="4853"/>
                  </a:lnTo>
                  <a:lnTo>
                    <a:pt x="4753" y="4994"/>
                  </a:lnTo>
                  <a:lnTo>
                    <a:pt x="4833" y="5174"/>
                  </a:lnTo>
                  <a:lnTo>
                    <a:pt x="4894" y="5395"/>
                  </a:lnTo>
                  <a:lnTo>
                    <a:pt x="4954" y="5635"/>
                  </a:lnTo>
                  <a:lnTo>
                    <a:pt x="4974" y="5756"/>
                  </a:lnTo>
                  <a:lnTo>
                    <a:pt x="4974" y="5876"/>
                  </a:lnTo>
                  <a:lnTo>
                    <a:pt x="4954" y="5996"/>
                  </a:lnTo>
                  <a:lnTo>
                    <a:pt x="4894" y="6117"/>
                  </a:lnTo>
                  <a:lnTo>
                    <a:pt x="4833" y="6237"/>
                  </a:lnTo>
                  <a:lnTo>
                    <a:pt x="4733" y="6357"/>
                  </a:lnTo>
                  <a:lnTo>
                    <a:pt x="4613" y="6458"/>
                  </a:lnTo>
                  <a:lnTo>
                    <a:pt x="4452" y="6538"/>
                  </a:lnTo>
                  <a:lnTo>
                    <a:pt x="4452" y="6538"/>
                  </a:lnTo>
                  <a:lnTo>
                    <a:pt x="4272" y="6618"/>
                  </a:lnTo>
                  <a:lnTo>
                    <a:pt x="4031" y="6658"/>
                  </a:lnTo>
                  <a:lnTo>
                    <a:pt x="3791" y="6658"/>
                  </a:lnTo>
                  <a:lnTo>
                    <a:pt x="3510" y="6638"/>
                  </a:lnTo>
                  <a:lnTo>
                    <a:pt x="3209" y="6578"/>
                  </a:lnTo>
                  <a:lnTo>
                    <a:pt x="2888" y="6518"/>
                  </a:lnTo>
                  <a:lnTo>
                    <a:pt x="2567" y="6438"/>
                  </a:lnTo>
                  <a:lnTo>
                    <a:pt x="2246" y="6317"/>
                  </a:lnTo>
                  <a:lnTo>
                    <a:pt x="2246" y="6317"/>
                  </a:lnTo>
                  <a:lnTo>
                    <a:pt x="1885" y="6177"/>
                  </a:lnTo>
                  <a:lnTo>
                    <a:pt x="1544" y="6036"/>
                  </a:lnTo>
                  <a:lnTo>
                    <a:pt x="1224" y="5856"/>
                  </a:lnTo>
                  <a:lnTo>
                    <a:pt x="903" y="5696"/>
                  </a:lnTo>
                  <a:lnTo>
                    <a:pt x="622" y="5495"/>
                  </a:lnTo>
                  <a:lnTo>
                    <a:pt x="381" y="5314"/>
                  </a:lnTo>
                  <a:lnTo>
                    <a:pt x="181" y="5114"/>
                  </a:lnTo>
                  <a:lnTo>
                    <a:pt x="0" y="4933"/>
                  </a:lnTo>
                  <a:lnTo>
                    <a:pt x="0" y="3931"/>
                  </a:lnTo>
                  <a:lnTo>
                    <a:pt x="0" y="3931"/>
                  </a:lnTo>
                  <a:lnTo>
                    <a:pt x="141" y="3750"/>
                  </a:lnTo>
                  <a:lnTo>
                    <a:pt x="562" y="3229"/>
                  </a:lnTo>
                  <a:lnTo>
                    <a:pt x="1184" y="2527"/>
                  </a:lnTo>
                  <a:lnTo>
                    <a:pt x="1565" y="2126"/>
                  </a:lnTo>
                  <a:lnTo>
                    <a:pt x="1966" y="1745"/>
                  </a:lnTo>
                  <a:lnTo>
                    <a:pt x="2387" y="1344"/>
                  </a:lnTo>
                  <a:lnTo>
                    <a:pt x="2828" y="983"/>
                  </a:lnTo>
                  <a:lnTo>
                    <a:pt x="3289" y="662"/>
                  </a:lnTo>
                  <a:lnTo>
                    <a:pt x="3510" y="501"/>
                  </a:lnTo>
                  <a:lnTo>
                    <a:pt x="3730" y="381"/>
                  </a:lnTo>
                  <a:lnTo>
                    <a:pt x="3971" y="261"/>
                  </a:lnTo>
                  <a:lnTo>
                    <a:pt x="4192" y="160"/>
                  </a:lnTo>
                  <a:lnTo>
                    <a:pt x="4412" y="80"/>
                  </a:lnTo>
                  <a:lnTo>
                    <a:pt x="4633" y="40"/>
                  </a:lnTo>
                  <a:lnTo>
                    <a:pt x="4853" y="0"/>
                  </a:lnTo>
                  <a:lnTo>
                    <a:pt x="5054" y="0"/>
                  </a:lnTo>
                  <a:lnTo>
                    <a:pt x="5255" y="20"/>
                  </a:lnTo>
                  <a:lnTo>
                    <a:pt x="5455" y="60"/>
                  </a:lnTo>
                  <a:lnTo>
                    <a:pt x="5455" y="60"/>
                  </a:lnTo>
                  <a:lnTo>
                    <a:pt x="5676" y="160"/>
                  </a:lnTo>
                  <a:lnTo>
                    <a:pt x="5776" y="241"/>
                  </a:lnTo>
                  <a:lnTo>
                    <a:pt x="5856" y="301"/>
                  </a:lnTo>
                  <a:lnTo>
                    <a:pt x="5997" y="461"/>
                  </a:lnTo>
                  <a:lnTo>
                    <a:pt x="6097" y="642"/>
                  </a:lnTo>
                  <a:lnTo>
                    <a:pt x="6157" y="842"/>
                  </a:lnTo>
                  <a:lnTo>
                    <a:pt x="6197" y="1063"/>
                  </a:lnTo>
                  <a:lnTo>
                    <a:pt x="6197" y="1284"/>
                  </a:lnTo>
                  <a:lnTo>
                    <a:pt x="6157" y="152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32"/>
            <p:cNvSpPr/>
            <p:nvPr/>
          </p:nvSpPr>
          <p:spPr>
            <a:xfrm>
              <a:off x="11487975" y="4075800"/>
              <a:ext cx="14050" cy="35125"/>
            </a:xfrm>
            <a:custGeom>
              <a:avLst/>
              <a:gdLst/>
              <a:ahLst/>
              <a:cxnLst/>
              <a:rect l="l" t="t" r="r" b="b"/>
              <a:pathLst>
                <a:path w="562" h="1405" extrusionOk="0">
                  <a:moveTo>
                    <a:pt x="281" y="1"/>
                  </a:moveTo>
                  <a:lnTo>
                    <a:pt x="160" y="362"/>
                  </a:lnTo>
                  <a:lnTo>
                    <a:pt x="201" y="442"/>
                  </a:lnTo>
                  <a:lnTo>
                    <a:pt x="221" y="522"/>
                  </a:lnTo>
                  <a:lnTo>
                    <a:pt x="221" y="622"/>
                  </a:lnTo>
                  <a:lnTo>
                    <a:pt x="221" y="703"/>
                  </a:lnTo>
                  <a:lnTo>
                    <a:pt x="181" y="783"/>
                  </a:lnTo>
                  <a:lnTo>
                    <a:pt x="140" y="883"/>
                  </a:lnTo>
                  <a:lnTo>
                    <a:pt x="20" y="1024"/>
                  </a:lnTo>
                  <a:lnTo>
                    <a:pt x="0" y="1224"/>
                  </a:lnTo>
                  <a:lnTo>
                    <a:pt x="0" y="1405"/>
                  </a:lnTo>
                  <a:lnTo>
                    <a:pt x="140" y="1324"/>
                  </a:lnTo>
                  <a:lnTo>
                    <a:pt x="241" y="1244"/>
                  </a:lnTo>
                  <a:lnTo>
                    <a:pt x="321" y="1124"/>
                  </a:lnTo>
                  <a:lnTo>
                    <a:pt x="421" y="1024"/>
                  </a:lnTo>
                  <a:lnTo>
                    <a:pt x="481" y="883"/>
                  </a:lnTo>
                  <a:lnTo>
                    <a:pt x="521" y="743"/>
                  </a:lnTo>
                  <a:lnTo>
                    <a:pt x="562" y="622"/>
                  </a:lnTo>
                  <a:lnTo>
                    <a:pt x="562" y="482"/>
                  </a:lnTo>
                  <a:lnTo>
                    <a:pt x="521" y="342"/>
                  </a:lnTo>
                  <a:lnTo>
                    <a:pt x="481" y="241"/>
                  </a:lnTo>
                  <a:lnTo>
                    <a:pt x="421" y="141"/>
                  </a:lnTo>
                  <a:lnTo>
                    <a:pt x="361" y="61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32"/>
            <p:cNvSpPr/>
            <p:nvPr/>
          </p:nvSpPr>
          <p:spPr>
            <a:xfrm>
              <a:off x="11454375" y="4021650"/>
              <a:ext cx="144425" cy="122375"/>
            </a:xfrm>
            <a:custGeom>
              <a:avLst/>
              <a:gdLst/>
              <a:ahLst/>
              <a:cxnLst/>
              <a:rect l="l" t="t" r="r" b="b"/>
              <a:pathLst>
                <a:path w="5777" h="4895" extrusionOk="0">
                  <a:moveTo>
                    <a:pt x="5776" y="1"/>
                  </a:moveTo>
                  <a:lnTo>
                    <a:pt x="5716" y="21"/>
                  </a:lnTo>
                  <a:lnTo>
                    <a:pt x="5756" y="101"/>
                  </a:lnTo>
                  <a:lnTo>
                    <a:pt x="5776" y="1"/>
                  </a:lnTo>
                  <a:close/>
                  <a:moveTo>
                    <a:pt x="2567" y="723"/>
                  </a:moveTo>
                  <a:lnTo>
                    <a:pt x="1785" y="803"/>
                  </a:lnTo>
                  <a:lnTo>
                    <a:pt x="1003" y="863"/>
                  </a:lnTo>
                  <a:lnTo>
                    <a:pt x="622" y="1284"/>
                  </a:lnTo>
                  <a:lnTo>
                    <a:pt x="281" y="1665"/>
                  </a:lnTo>
                  <a:lnTo>
                    <a:pt x="321" y="1766"/>
                  </a:lnTo>
                  <a:lnTo>
                    <a:pt x="341" y="1906"/>
                  </a:lnTo>
                  <a:lnTo>
                    <a:pt x="361" y="2187"/>
                  </a:lnTo>
                  <a:lnTo>
                    <a:pt x="562" y="2127"/>
                  </a:lnTo>
                  <a:lnTo>
                    <a:pt x="742" y="2067"/>
                  </a:lnTo>
                  <a:lnTo>
                    <a:pt x="943" y="2046"/>
                  </a:lnTo>
                  <a:lnTo>
                    <a:pt x="1123" y="2026"/>
                  </a:lnTo>
                  <a:lnTo>
                    <a:pt x="1264" y="2046"/>
                  </a:lnTo>
                  <a:lnTo>
                    <a:pt x="1404" y="2067"/>
                  </a:lnTo>
                  <a:lnTo>
                    <a:pt x="1525" y="2107"/>
                  </a:lnTo>
                  <a:lnTo>
                    <a:pt x="1625" y="2167"/>
                  </a:lnTo>
                  <a:lnTo>
                    <a:pt x="1745" y="1906"/>
                  </a:lnTo>
                  <a:lnTo>
                    <a:pt x="1886" y="1665"/>
                  </a:lnTo>
                  <a:lnTo>
                    <a:pt x="2026" y="1425"/>
                  </a:lnTo>
                  <a:lnTo>
                    <a:pt x="2186" y="1184"/>
                  </a:lnTo>
                  <a:lnTo>
                    <a:pt x="2367" y="943"/>
                  </a:lnTo>
                  <a:lnTo>
                    <a:pt x="2567" y="723"/>
                  </a:lnTo>
                  <a:close/>
                  <a:moveTo>
                    <a:pt x="963" y="2327"/>
                  </a:moveTo>
                  <a:lnTo>
                    <a:pt x="823" y="2347"/>
                  </a:lnTo>
                  <a:lnTo>
                    <a:pt x="662" y="2367"/>
                  </a:lnTo>
                  <a:lnTo>
                    <a:pt x="361" y="2448"/>
                  </a:lnTo>
                  <a:lnTo>
                    <a:pt x="341" y="2708"/>
                  </a:lnTo>
                  <a:lnTo>
                    <a:pt x="301" y="2969"/>
                  </a:lnTo>
                  <a:lnTo>
                    <a:pt x="261" y="3230"/>
                  </a:lnTo>
                  <a:lnTo>
                    <a:pt x="181" y="3470"/>
                  </a:lnTo>
                  <a:lnTo>
                    <a:pt x="381" y="3510"/>
                  </a:lnTo>
                  <a:lnTo>
                    <a:pt x="582" y="3530"/>
                  </a:lnTo>
                  <a:lnTo>
                    <a:pt x="762" y="3510"/>
                  </a:lnTo>
                  <a:lnTo>
                    <a:pt x="963" y="3470"/>
                  </a:lnTo>
                  <a:lnTo>
                    <a:pt x="1123" y="3390"/>
                  </a:lnTo>
                  <a:lnTo>
                    <a:pt x="1284" y="3270"/>
                  </a:lnTo>
                  <a:lnTo>
                    <a:pt x="1364" y="3190"/>
                  </a:lnTo>
                  <a:lnTo>
                    <a:pt x="1404" y="2869"/>
                  </a:lnTo>
                  <a:lnTo>
                    <a:pt x="1504" y="2528"/>
                  </a:lnTo>
                  <a:lnTo>
                    <a:pt x="1424" y="2468"/>
                  </a:lnTo>
                  <a:lnTo>
                    <a:pt x="1324" y="2407"/>
                  </a:lnTo>
                  <a:lnTo>
                    <a:pt x="1224" y="2367"/>
                  </a:lnTo>
                  <a:lnTo>
                    <a:pt x="1103" y="2347"/>
                  </a:lnTo>
                  <a:lnTo>
                    <a:pt x="963" y="2327"/>
                  </a:lnTo>
                  <a:close/>
                  <a:moveTo>
                    <a:pt x="1344" y="3571"/>
                  </a:moveTo>
                  <a:lnTo>
                    <a:pt x="1204" y="3651"/>
                  </a:lnTo>
                  <a:lnTo>
                    <a:pt x="1043" y="3691"/>
                  </a:lnTo>
                  <a:lnTo>
                    <a:pt x="883" y="3711"/>
                  </a:lnTo>
                  <a:lnTo>
                    <a:pt x="722" y="3731"/>
                  </a:lnTo>
                  <a:lnTo>
                    <a:pt x="582" y="3731"/>
                  </a:lnTo>
                  <a:lnTo>
                    <a:pt x="422" y="3691"/>
                  </a:lnTo>
                  <a:lnTo>
                    <a:pt x="281" y="3671"/>
                  </a:lnTo>
                  <a:lnTo>
                    <a:pt x="141" y="3631"/>
                  </a:lnTo>
                  <a:lnTo>
                    <a:pt x="81" y="3771"/>
                  </a:lnTo>
                  <a:lnTo>
                    <a:pt x="0" y="3912"/>
                  </a:lnTo>
                  <a:lnTo>
                    <a:pt x="181" y="4052"/>
                  </a:lnTo>
                  <a:lnTo>
                    <a:pt x="381" y="4192"/>
                  </a:lnTo>
                  <a:lnTo>
                    <a:pt x="843" y="4453"/>
                  </a:lnTo>
                  <a:lnTo>
                    <a:pt x="1324" y="4694"/>
                  </a:lnTo>
                  <a:lnTo>
                    <a:pt x="1845" y="4894"/>
                  </a:lnTo>
                  <a:lnTo>
                    <a:pt x="1725" y="4734"/>
                  </a:lnTo>
                  <a:lnTo>
                    <a:pt x="1625" y="4593"/>
                  </a:lnTo>
                  <a:lnTo>
                    <a:pt x="1545" y="4433"/>
                  </a:lnTo>
                  <a:lnTo>
                    <a:pt x="1484" y="4252"/>
                  </a:lnTo>
                  <a:lnTo>
                    <a:pt x="1424" y="4092"/>
                  </a:lnTo>
                  <a:lnTo>
                    <a:pt x="1384" y="3912"/>
                  </a:lnTo>
                  <a:lnTo>
                    <a:pt x="1364" y="3751"/>
                  </a:lnTo>
                  <a:lnTo>
                    <a:pt x="1344" y="357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32"/>
            <p:cNvSpPr/>
            <p:nvPr/>
          </p:nvSpPr>
          <p:spPr>
            <a:xfrm>
              <a:off x="11454375" y="4110900"/>
              <a:ext cx="46150" cy="33125"/>
            </a:xfrm>
            <a:custGeom>
              <a:avLst/>
              <a:gdLst/>
              <a:ahLst/>
              <a:cxnLst/>
              <a:rect l="l" t="t" r="r" b="b"/>
              <a:pathLst>
                <a:path w="1846" h="1325" fill="none" extrusionOk="0">
                  <a:moveTo>
                    <a:pt x="1344" y="1"/>
                  </a:moveTo>
                  <a:lnTo>
                    <a:pt x="1344" y="1"/>
                  </a:lnTo>
                  <a:lnTo>
                    <a:pt x="1204" y="81"/>
                  </a:lnTo>
                  <a:lnTo>
                    <a:pt x="1043" y="121"/>
                  </a:lnTo>
                  <a:lnTo>
                    <a:pt x="883" y="141"/>
                  </a:lnTo>
                  <a:lnTo>
                    <a:pt x="722" y="161"/>
                  </a:lnTo>
                  <a:lnTo>
                    <a:pt x="722" y="161"/>
                  </a:lnTo>
                  <a:lnTo>
                    <a:pt x="582" y="161"/>
                  </a:lnTo>
                  <a:lnTo>
                    <a:pt x="422" y="121"/>
                  </a:lnTo>
                  <a:lnTo>
                    <a:pt x="281" y="101"/>
                  </a:lnTo>
                  <a:lnTo>
                    <a:pt x="141" y="61"/>
                  </a:lnTo>
                  <a:lnTo>
                    <a:pt x="141" y="61"/>
                  </a:lnTo>
                  <a:lnTo>
                    <a:pt x="81" y="201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181" y="482"/>
                  </a:lnTo>
                  <a:lnTo>
                    <a:pt x="381" y="622"/>
                  </a:lnTo>
                  <a:lnTo>
                    <a:pt x="843" y="883"/>
                  </a:lnTo>
                  <a:lnTo>
                    <a:pt x="1324" y="1124"/>
                  </a:lnTo>
                  <a:lnTo>
                    <a:pt x="1845" y="1324"/>
                  </a:lnTo>
                  <a:lnTo>
                    <a:pt x="1845" y="1324"/>
                  </a:lnTo>
                  <a:lnTo>
                    <a:pt x="1725" y="1164"/>
                  </a:lnTo>
                  <a:lnTo>
                    <a:pt x="1625" y="1023"/>
                  </a:lnTo>
                  <a:lnTo>
                    <a:pt x="1545" y="863"/>
                  </a:lnTo>
                  <a:lnTo>
                    <a:pt x="1484" y="682"/>
                  </a:lnTo>
                  <a:lnTo>
                    <a:pt x="1424" y="522"/>
                  </a:lnTo>
                  <a:lnTo>
                    <a:pt x="1384" y="342"/>
                  </a:lnTo>
                  <a:lnTo>
                    <a:pt x="1364" y="181"/>
                  </a:lnTo>
                  <a:lnTo>
                    <a:pt x="134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32"/>
            <p:cNvSpPr/>
            <p:nvPr/>
          </p:nvSpPr>
          <p:spPr>
            <a:xfrm>
              <a:off x="11458875" y="4079825"/>
              <a:ext cx="33125" cy="30100"/>
            </a:xfrm>
            <a:custGeom>
              <a:avLst/>
              <a:gdLst/>
              <a:ahLst/>
              <a:cxnLst/>
              <a:rect l="l" t="t" r="r" b="b"/>
              <a:pathLst>
                <a:path w="1325" h="1204" fill="none" extrusionOk="0">
                  <a:moveTo>
                    <a:pt x="783" y="0"/>
                  </a:moveTo>
                  <a:lnTo>
                    <a:pt x="783" y="0"/>
                  </a:lnTo>
                  <a:lnTo>
                    <a:pt x="643" y="20"/>
                  </a:lnTo>
                  <a:lnTo>
                    <a:pt x="482" y="40"/>
                  </a:lnTo>
                  <a:lnTo>
                    <a:pt x="181" y="121"/>
                  </a:lnTo>
                  <a:lnTo>
                    <a:pt x="181" y="121"/>
                  </a:lnTo>
                  <a:lnTo>
                    <a:pt x="161" y="381"/>
                  </a:lnTo>
                  <a:lnTo>
                    <a:pt x="121" y="642"/>
                  </a:lnTo>
                  <a:lnTo>
                    <a:pt x="81" y="903"/>
                  </a:lnTo>
                  <a:lnTo>
                    <a:pt x="1" y="1143"/>
                  </a:lnTo>
                  <a:lnTo>
                    <a:pt x="1" y="1143"/>
                  </a:lnTo>
                  <a:lnTo>
                    <a:pt x="201" y="1183"/>
                  </a:lnTo>
                  <a:lnTo>
                    <a:pt x="402" y="1203"/>
                  </a:lnTo>
                  <a:lnTo>
                    <a:pt x="402" y="1203"/>
                  </a:lnTo>
                  <a:lnTo>
                    <a:pt x="582" y="1183"/>
                  </a:lnTo>
                  <a:lnTo>
                    <a:pt x="783" y="1143"/>
                  </a:lnTo>
                  <a:lnTo>
                    <a:pt x="943" y="1063"/>
                  </a:lnTo>
                  <a:lnTo>
                    <a:pt x="1104" y="943"/>
                  </a:lnTo>
                  <a:lnTo>
                    <a:pt x="1104" y="943"/>
                  </a:lnTo>
                  <a:lnTo>
                    <a:pt x="1184" y="863"/>
                  </a:lnTo>
                  <a:lnTo>
                    <a:pt x="1184" y="863"/>
                  </a:lnTo>
                  <a:lnTo>
                    <a:pt x="1224" y="542"/>
                  </a:lnTo>
                  <a:lnTo>
                    <a:pt x="1324" y="201"/>
                  </a:lnTo>
                  <a:lnTo>
                    <a:pt x="1324" y="201"/>
                  </a:lnTo>
                  <a:lnTo>
                    <a:pt x="1244" y="141"/>
                  </a:lnTo>
                  <a:lnTo>
                    <a:pt x="1244" y="141"/>
                  </a:lnTo>
                  <a:lnTo>
                    <a:pt x="1144" y="80"/>
                  </a:lnTo>
                  <a:lnTo>
                    <a:pt x="1044" y="40"/>
                  </a:lnTo>
                  <a:lnTo>
                    <a:pt x="923" y="20"/>
                  </a:lnTo>
                  <a:lnTo>
                    <a:pt x="78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32"/>
            <p:cNvSpPr/>
            <p:nvPr/>
          </p:nvSpPr>
          <p:spPr>
            <a:xfrm>
              <a:off x="11461400" y="4039700"/>
              <a:ext cx="57175" cy="36625"/>
            </a:xfrm>
            <a:custGeom>
              <a:avLst/>
              <a:gdLst/>
              <a:ahLst/>
              <a:cxnLst/>
              <a:rect l="l" t="t" r="r" b="b"/>
              <a:pathLst>
                <a:path w="2287" h="1465" fill="none" extrusionOk="0">
                  <a:moveTo>
                    <a:pt x="2286" y="1"/>
                  </a:moveTo>
                  <a:lnTo>
                    <a:pt x="2286" y="1"/>
                  </a:lnTo>
                  <a:lnTo>
                    <a:pt x="1504" y="81"/>
                  </a:lnTo>
                  <a:lnTo>
                    <a:pt x="722" y="141"/>
                  </a:lnTo>
                  <a:lnTo>
                    <a:pt x="722" y="141"/>
                  </a:lnTo>
                  <a:lnTo>
                    <a:pt x="341" y="562"/>
                  </a:lnTo>
                  <a:lnTo>
                    <a:pt x="0" y="943"/>
                  </a:lnTo>
                  <a:lnTo>
                    <a:pt x="0" y="943"/>
                  </a:lnTo>
                  <a:lnTo>
                    <a:pt x="40" y="1044"/>
                  </a:lnTo>
                  <a:lnTo>
                    <a:pt x="60" y="1184"/>
                  </a:lnTo>
                  <a:lnTo>
                    <a:pt x="80" y="1465"/>
                  </a:lnTo>
                  <a:lnTo>
                    <a:pt x="80" y="1465"/>
                  </a:lnTo>
                  <a:lnTo>
                    <a:pt x="281" y="1405"/>
                  </a:lnTo>
                  <a:lnTo>
                    <a:pt x="461" y="1345"/>
                  </a:lnTo>
                  <a:lnTo>
                    <a:pt x="662" y="1324"/>
                  </a:lnTo>
                  <a:lnTo>
                    <a:pt x="842" y="1304"/>
                  </a:lnTo>
                  <a:lnTo>
                    <a:pt x="842" y="1304"/>
                  </a:lnTo>
                  <a:lnTo>
                    <a:pt x="983" y="1324"/>
                  </a:lnTo>
                  <a:lnTo>
                    <a:pt x="1123" y="1345"/>
                  </a:lnTo>
                  <a:lnTo>
                    <a:pt x="1244" y="1385"/>
                  </a:lnTo>
                  <a:lnTo>
                    <a:pt x="1344" y="1445"/>
                  </a:lnTo>
                  <a:lnTo>
                    <a:pt x="1344" y="1445"/>
                  </a:lnTo>
                  <a:lnTo>
                    <a:pt x="1464" y="1184"/>
                  </a:lnTo>
                  <a:lnTo>
                    <a:pt x="1605" y="943"/>
                  </a:lnTo>
                  <a:lnTo>
                    <a:pt x="1745" y="703"/>
                  </a:lnTo>
                  <a:lnTo>
                    <a:pt x="1905" y="462"/>
                  </a:lnTo>
                  <a:lnTo>
                    <a:pt x="1905" y="462"/>
                  </a:lnTo>
                  <a:lnTo>
                    <a:pt x="2086" y="221"/>
                  </a:lnTo>
                  <a:lnTo>
                    <a:pt x="228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32"/>
            <p:cNvSpPr/>
            <p:nvPr/>
          </p:nvSpPr>
          <p:spPr>
            <a:xfrm>
              <a:off x="11597250" y="4021650"/>
              <a:ext cx="1550" cy="2550"/>
            </a:xfrm>
            <a:custGeom>
              <a:avLst/>
              <a:gdLst/>
              <a:ahLst/>
              <a:cxnLst/>
              <a:rect l="l" t="t" r="r" b="b"/>
              <a:pathLst>
                <a:path w="62" h="102" fill="none" extrusionOk="0">
                  <a:moveTo>
                    <a:pt x="61" y="1"/>
                  </a:moveTo>
                  <a:lnTo>
                    <a:pt x="6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41" y="101"/>
                  </a:lnTo>
                  <a:lnTo>
                    <a:pt x="41" y="101"/>
                  </a:lnTo>
                  <a:lnTo>
                    <a:pt x="6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32"/>
            <p:cNvSpPr/>
            <p:nvPr/>
          </p:nvSpPr>
          <p:spPr>
            <a:xfrm>
              <a:off x="11457875" y="4072300"/>
              <a:ext cx="37125" cy="42650"/>
            </a:xfrm>
            <a:custGeom>
              <a:avLst/>
              <a:gdLst/>
              <a:ahLst/>
              <a:cxnLst/>
              <a:rect l="l" t="t" r="r" b="b"/>
              <a:pathLst>
                <a:path w="1485" h="1706" extrusionOk="0">
                  <a:moveTo>
                    <a:pt x="983" y="0"/>
                  </a:moveTo>
                  <a:lnTo>
                    <a:pt x="803" y="20"/>
                  </a:lnTo>
                  <a:lnTo>
                    <a:pt x="602" y="41"/>
                  </a:lnTo>
                  <a:lnTo>
                    <a:pt x="422" y="101"/>
                  </a:lnTo>
                  <a:lnTo>
                    <a:pt x="221" y="161"/>
                  </a:lnTo>
                  <a:lnTo>
                    <a:pt x="221" y="422"/>
                  </a:lnTo>
                  <a:lnTo>
                    <a:pt x="522" y="341"/>
                  </a:lnTo>
                  <a:lnTo>
                    <a:pt x="683" y="321"/>
                  </a:lnTo>
                  <a:lnTo>
                    <a:pt x="823" y="301"/>
                  </a:lnTo>
                  <a:lnTo>
                    <a:pt x="963" y="321"/>
                  </a:lnTo>
                  <a:lnTo>
                    <a:pt x="1084" y="341"/>
                  </a:lnTo>
                  <a:lnTo>
                    <a:pt x="1184" y="381"/>
                  </a:lnTo>
                  <a:lnTo>
                    <a:pt x="1284" y="442"/>
                  </a:lnTo>
                  <a:lnTo>
                    <a:pt x="1364" y="502"/>
                  </a:lnTo>
                  <a:lnTo>
                    <a:pt x="1485" y="141"/>
                  </a:lnTo>
                  <a:lnTo>
                    <a:pt x="1385" y="81"/>
                  </a:lnTo>
                  <a:lnTo>
                    <a:pt x="1264" y="41"/>
                  </a:lnTo>
                  <a:lnTo>
                    <a:pt x="1124" y="20"/>
                  </a:lnTo>
                  <a:lnTo>
                    <a:pt x="983" y="0"/>
                  </a:lnTo>
                  <a:close/>
                  <a:moveTo>
                    <a:pt x="1224" y="1164"/>
                  </a:moveTo>
                  <a:lnTo>
                    <a:pt x="1144" y="1244"/>
                  </a:lnTo>
                  <a:lnTo>
                    <a:pt x="983" y="1364"/>
                  </a:lnTo>
                  <a:lnTo>
                    <a:pt x="823" y="1444"/>
                  </a:lnTo>
                  <a:lnTo>
                    <a:pt x="622" y="1484"/>
                  </a:lnTo>
                  <a:lnTo>
                    <a:pt x="442" y="1504"/>
                  </a:lnTo>
                  <a:lnTo>
                    <a:pt x="241" y="1484"/>
                  </a:lnTo>
                  <a:lnTo>
                    <a:pt x="41" y="1444"/>
                  </a:lnTo>
                  <a:lnTo>
                    <a:pt x="1" y="1605"/>
                  </a:lnTo>
                  <a:lnTo>
                    <a:pt x="141" y="1645"/>
                  </a:lnTo>
                  <a:lnTo>
                    <a:pt x="282" y="1665"/>
                  </a:lnTo>
                  <a:lnTo>
                    <a:pt x="442" y="1705"/>
                  </a:lnTo>
                  <a:lnTo>
                    <a:pt x="582" y="1705"/>
                  </a:lnTo>
                  <a:lnTo>
                    <a:pt x="743" y="1685"/>
                  </a:lnTo>
                  <a:lnTo>
                    <a:pt x="903" y="1665"/>
                  </a:lnTo>
                  <a:lnTo>
                    <a:pt x="1064" y="1625"/>
                  </a:lnTo>
                  <a:lnTo>
                    <a:pt x="1204" y="1545"/>
                  </a:lnTo>
                  <a:lnTo>
                    <a:pt x="1204" y="1364"/>
                  </a:lnTo>
                  <a:lnTo>
                    <a:pt x="1224" y="1164"/>
                  </a:lnTo>
                  <a:close/>
                </a:path>
              </a:pathLst>
            </a:custGeom>
            <a:solidFill>
              <a:srgbClr val="424242">
                <a:alpha val="30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32"/>
            <p:cNvSpPr/>
            <p:nvPr/>
          </p:nvSpPr>
          <p:spPr>
            <a:xfrm>
              <a:off x="11457875" y="4101375"/>
              <a:ext cx="30625" cy="13575"/>
            </a:xfrm>
            <a:custGeom>
              <a:avLst/>
              <a:gdLst/>
              <a:ahLst/>
              <a:cxnLst/>
              <a:rect l="l" t="t" r="r" b="b"/>
              <a:pathLst>
                <a:path w="1225" h="543" fill="none" extrusionOk="0">
                  <a:moveTo>
                    <a:pt x="1224" y="1"/>
                  </a:moveTo>
                  <a:lnTo>
                    <a:pt x="1224" y="1"/>
                  </a:lnTo>
                  <a:lnTo>
                    <a:pt x="1144" y="81"/>
                  </a:lnTo>
                  <a:lnTo>
                    <a:pt x="1144" y="81"/>
                  </a:lnTo>
                  <a:lnTo>
                    <a:pt x="983" y="201"/>
                  </a:lnTo>
                  <a:lnTo>
                    <a:pt x="823" y="281"/>
                  </a:lnTo>
                  <a:lnTo>
                    <a:pt x="622" y="321"/>
                  </a:lnTo>
                  <a:lnTo>
                    <a:pt x="442" y="341"/>
                  </a:lnTo>
                  <a:lnTo>
                    <a:pt x="442" y="341"/>
                  </a:lnTo>
                  <a:lnTo>
                    <a:pt x="241" y="321"/>
                  </a:lnTo>
                  <a:lnTo>
                    <a:pt x="41" y="281"/>
                  </a:lnTo>
                  <a:lnTo>
                    <a:pt x="41" y="281"/>
                  </a:lnTo>
                  <a:lnTo>
                    <a:pt x="1" y="442"/>
                  </a:lnTo>
                  <a:lnTo>
                    <a:pt x="1" y="442"/>
                  </a:lnTo>
                  <a:lnTo>
                    <a:pt x="141" y="482"/>
                  </a:lnTo>
                  <a:lnTo>
                    <a:pt x="282" y="502"/>
                  </a:lnTo>
                  <a:lnTo>
                    <a:pt x="442" y="542"/>
                  </a:lnTo>
                  <a:lnTo>
                    <a:pt x="582" y="542"/>
                  </a:lnTo>
                  <a:lnTo>
                    <a:pt x="582" y="542"/>
                  </a:lnTo>
                  <a:lnTo>
                    <a:pt x="743" y="522"/>
                  </a:lnTo>
                  <a:lnTo>
                    <a:pt x="903" y="502"/>
                  </a:lnTo>
                  <a:lnTo>
                    <a:pt x="1064" y="462"/>
                  </a:lnTo>
                  <a:lnTo>
                    <a:pt x="1204" y="382"/>
                  </a:lnTo>
                  <a:lnTo>
                    <a:pt x="1204" y="382"/>
                  </a:lnTo>
                  <a:lnTo>
                    <a:pt x="1204" y="201"/>
                  </a:lnTo>
                  <a:lnTo>
                    <a:pt x="1224" y="1"/>
                  </a:lnTo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32"/>
            <p:cNvSpPr/>
            <p:nvPr/>
          </p:nvSpPr>
          <p:spPr>
            <a:xfrm>
              <a:off x="11391200" y="4053250"/>
              <a:ext cx="72225" cy="73725"/>
            </a:xfrm>
            <a:custGeom>
              <a:avLst/>
              <a:gdLst/>
              <a:ahLst/>
              <a:cxnLst/>
              <a:rect l="l" t="t" r="r" b="b"/>
              <a:pathLst>
                <a:path w="2889" h="2949" extrusionOk="0">
                  <a:moveTo>
                    <a:pt x="783" y="0"/>
                  </a:moveTo>
                  <a:lnTo>
                    <a:pt x="622" y="20"/>
                  </a:lnTo>
                  <a:lnTo>
                    <a:pt x="422" y="81"/>
                  </a:lnTo>
                  <a:lnTo>
                    <a:pt x="241" y="161"/>
                  </a:lnTo>
                  <a:lnTo>
                    <a:pt x="161" y="241"/>
                  </a:lnTo>
                  <a:lnTo>
                    <a:pt x="81" y="361"/>
                  </a:lnTo>
                  <a:lnTo>
                    <a:pt x="41" y="522"/>
                  </a:lnTo>
                  <a:lnTo>
                    <a:pt x="1" y="682"/>
                  </a:lnTo>
                  <a:lnTo>
                    <a:pt x="1" y="883"/>
                  </a:lnTo>
                  <a:lnTo>
                    <a:pt x="1" y="1083"/>
                  </a:lnTo>
                  <a:lnTo>
                    <a:pt x="1" y="1304"/>
                  </a:lnTo>
                  <a:lnTo>
                    <a:pt x="41" y="1545"/>
                  </a:lnTo>
                  <a:lnTo>
                    <a:pt x="121" y="1966"/>
                  </a:lnTo>
                  <a:lnTo>
                    <a:pt x="181" y="2186"/>
                  </a:lnTo>
                  <a:lnTo>
                    <a:pt x="241" y="2367"/>
                  </a:lnTo>
                  <a:lnTo>
                    <a:pt x="301" y="2527"/>
                  </a:lnTo>
                  <a:lnTo>
                    <a:pt x="382" y="2668"/>
                  </a:lnTo>
                  <a:lnTo>
                    <a:pt x="462" y="2788"/>
                  </a:lnTo>
                  <a:lnTo>
                    <a:pt x="542" y="2848"/>
                  </a:lnTo>
                  <a:lnTo>
                    <a:pt x="702" y="2928"/>
                  </a:lnTo>
                  <a:lnTo>
                    <a:pt x="843" y="2948"/>
                  </a:lnTo>
                  <a:lnTo>
                    <a:pt x="1104" y="2948"/>
                  </a:lnTo>
                  <a:lnTo>
                    <a:pt x="1284" y="2868"/>
                  </a:lnTo>
                  <a:lnTo>
                    <a:pt x="1384" y="2848"/>
                  </a:lnTo>
                  <a:lnTo>
                    <a:pt x="1525" y="2848"/>
                  </a:lnTo>
                  <a:lnTo>
                    <a:pt x="1605" y="2868"/>
                  </a:lnTo>
                  <a:lnTo>
                    <a:pt x="1785" y="2928"/>
                  </a:lnTo>
                  <a:lnTo>
                    <a:pt x="1906" y="2948"/>
                  </a:lnTo>
                  <a:lnTo>
                    <a:pt x="2046" y="2948"/>
                  </a:lnTo>
                  <a:lnTo>
                    <a:pt x="2207" y="2908"/>
                  </a:lnTo>
                  <a:lnTo>
                    <a:pt x="2367" y="2828"/>
                  </a:lnTo>
                  <a:lnTo>
                    <a:pt x="2447" y="2768"/>
                  </a:lnTo>
                  <a:lnTo>
                    <a:pt x="2527" y="2648"/>
                  </a:lnTo>
                  <a:lnTo>
                    <a:pt x="2608" y="2507"/>
                  </a:lnTo>
                  <a:lnTo>
                    <a:pt x="2668" y="2347"/>
                  </a:lnTo>
                  <a:lnTo>
                    <a:pt x="2728" y="2166"/>
                  </a:lnTo>
                  <a:lnTo>
                    <a:pt x="2788" y="1946"/>
                  </a:lnTo>
                  <a:lnTo>
                    <a:pt x="2868" y="1504"/>
                  </a:lnTo>
                  <a:lnTo>
                    <a:pt x="2888" y="1284"/>
                  </a:lnTo>
                  <a:lnTo>
                    <a:pt x="2888" y="1063"/>
                  </a:lnTo>
                  <a:lnTo>
                    <a:pt x="2888" y="863"/>
                  </a:lnTo>
                  <a:lnTo>
                    <a:pt x="2868" y="662"/>
                  </a:lnTo>
                  <a:lnTo>
                    <a:pt x="2848" y="502"/>
                  </a:lnTo>
                  <a:lnTo>
                    <a:pt x="2788" y="341"/>
                  </a:lnTo>
                  <a:lnTo>
                    <a:pt x="2728" y="241"/>
                  </a:lnTo>
                  <a:lnTo>
                    <a:pt x="2648" y="161"/>
                  </a:lnTo>
                  <a:lnTo>
                    <a:pt x="2527" y="101"/>
                  </a:lnTo>
                  <a:lnTo>
                    <a:pt x="2427" y="40"/>
                  </a:lnTo>
                  <a:lnTo>
                    <a:pt x="2207" y="0"/>
                  </a:lnTo>
                  <a:lnTo>
                    <a:pt x="1825" y="0"/>
                  </a:lnTo>
                  <a:lnTo>
                    <a:pt x="1605" y="60"/>
                  </a:lnTo>
                  <a:lnTo>
                    <a:pt x="1444" y="81"/>
                  </a:lnTo>
                  <a:lnTo>
                    <a:pt x="1244" y="40"/>
                  </a:lnTo>
                  <a:lnTo>
                    <a:pt x="9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32"/>
            <p:cNvSpPr/>
            <p:nvPr/>
          </p:nvSpPr>
          <p:spPr>
            <a:xfrm>
              <a:off x="11391200" y="4053250"/>
              <a:ext cx="72225" cy="73725"/>
            </a:xfrm>
            <a:custGeom>
              <a:avLst/>
              <a:gdLst/>
              <a:ahLst/>
              <a:cxnLst/>
              <a:rect l="l" t="t" r="r" b="b"/>
              <a:pathLst>
                <a:path w="2889" h="2949" fill="none" extrusionOk="0">
                  <a:moveTo>
                    <a:pt x="2367" y="2828"/>
                  </a:moveTo>
                  <a:lnTo>
                    <a:pt x="2367" y="2828"/>
                  </a:lnTo>
                  <a:lnTo>
                    <a:pt x="2207" y="2908"/>
                  </a:lnTo>
                  <a:lnTo>
                    <a:pt x="2046" y="2948"/>
                  </a:lnTo>
                  <a:lnTo>
                    <a:pt x="1906" y="2948"/>
                  </a:lnTo>
                  <a:lnTo>
                    <a:pt x="1785" y="2928"/>
                  </a:lnTo>
                  <a:lnTo>
                    <a:pt x="1785" y="2928"/>
                  </a:lnTo>
                  <a:lnTo>
                    <a:pt x="1605" y="2868"/>
                  </a:lnTo>
                  <a:lnTo>
                    <a:pt x="1525" y="2848"/>
                  </a:lnTo>
                  <a:lnTo>
                    <a:pt x="1464" y="2848"/>
                  </a:lnTo>
                  <a:lnTo>
                    <a:pt x="1464" y="2848"/>
                  </a:lnTo>
                  <a:lnTo>
                    <a:pt x="1384" y="2848"/>
                  </a:lnTo>
                  <a:lnTo>
                    <a:pt x="1284" y="2868"/>
                  </a:lnTo>
                  <a:lnTo>
                    <a:pt x="1104" y="2948"/>
                  </a:lnTo>
                  <a:lnTo>
                    <a:pt x="983" y="2948"/>
                  </a:lnTo>
                  <a:lnTo>
                    <a:pt x="843" y="2948"/>
                  </a:lnTo>
                  <a:lnTo>
                    <a:pt x="702" y="2928"/>
                  </a:lnTo>
                  <a:lnTo>
                    <a:pt x="542" y="2848"/>
                  </a:lnTo>
                  <a:lnTo>
                    <a:pt x="542" y="2848"/>
                  </a:lnTo>
                  <a:lnTo>
                    <a:pt x="462" y="2788"/>
                  </a:lnTo>
                  <a:lnTo>
                    <a:pt x="382" y="2668"/>
                  </a:lnTo>
                  <a:lnTo>
                    <a:pt x="301" y="2527"/>
                  </a:lnTo>
                  <a:lnTo>
                    <a:pt x="241" y="2367"/>
                  </a:lnTo>
                  <a:lnTo>
                    <a:pt x="181" y="2186"/>
                  </a:lnTo>
                  <a:lnTo>
                    <a:pt x="121" y="1966"/>
                  </a:lnTo>
                  <a:lnTo>
                    <a:pt x="41" y="1545"/>
                  </a:lnTo>
                  <a:lnTo>
                    <a:pt x="1" y="1304"/>
                  </a:lnTo>
                  <a:lnTo>
                    <a:pt x="1" y="1083"/>
                  </a:lnTo>
                  <a:lnTo>
                    <a:pt x="1" y="883"/>
                  </a:lnTo>
                  <a:lnTo>
                    <a:pt x="1" y="682"/>
                  </a:lnTo>
                  <a:lnTo>
                    <a:pt x="41" y="522"/>
                  </a:lnTo>
                  <a:lnTo>
                    <a:pt x="81" y="361"/>
                  </a:lnTo>
                  <a:lnTo>
                    <a:pt x="161" y="241"/>
                  </a:lnTo>
                  <a:lnTo>
                    <a:pt x="241" y="161"/>
                  </a:lnTo>
                  <a:lnTo>
                    <a:pt x="241" y="161"/>
                  </a:lnTo>
                  <a:lnTo>
                    <a:pt x="422" y="81"/>
                  </a:lnTo>
                  <a:lnTo>
                    <a:pt x="622" y="20"/>
                  </a:lnTo>
                  <a:lnTo>
                    <a:pt x="783" y="0"/>
                  </a:lnTo>
                  <a:lnTo>
                    <a:pt x="943" y="0"/>
                  </a:lnTo>
                  <a:lnTo>
                    <a:pt x="1244" y="40"/>
                  </a:lnTo>
                  <a:lnTo>
                    <a:pt x="1444" y="81"/>
                  </a:lnTo>
                  <a:lnTo>
                    <a:pt x="1444" y="81"/>
                  </a:lnTo>
                  <a:lnTo>
                    <a:pt x="1605" y="60"/>
                  </a:lnTo>
                  <a:lnTo>
                    <a:pt x="1825" y="0"/>
                  </a:lnTo>
                  <a:lnTo>
                    <a:pt x="1825" y="0"/>
                  </a:lnTo>
                  <a:lnTo>
                    <a:pt x="2006" y="0"/>
                  </a:lnTo>
                  <a:lnTo>
                    <a:pt x="2207" y="0"/>
                  </a:lnTo>
                  <a:lnTo>
                    <a:pt x="2427" y="40"/>
                  </a:lnTo>
                  <a:lnTo>
                    <a:pt x="2527" y="101"/>
                  </a:lnTo>
                  <a:lnTo>
                    <a:pt x="2648" y="161"/>
                  </a:lnTo>
                  <a:lnTo>
                    <a:pt x="2648" y="161"/>
                  </a:lnTo>
                  <a:lnTo>
                    <a:pt x="2728" y="241"/>
                  </a:lnTo>
                  <a:lnTo>
                    <a:pt x="2788" y="341"/>
                  </a:lnTo>
                  <a:lnTo>
                    <a:pt x="2848" y="502"/>
                  </a:lnTo>
                  <a:lnTo>
                    <a:pt x="2868" y="662"/>
                  </a:lnTo>
                  <a:lnTo>
                    <a:pt x="2888" y="863"/>
                  </a:lnTo>
                  <a:lnTo>
                    <a:pt x="2888" y="1063"/>
                  </a:lnTo>
                  <a:lnTo>
                    <a:pt x="2888" y="1284"/>
                  </a:lnTo>
                  <a:lnTo>
                    <a:pt x="2868" y="1504"/>
                  </a:lnTo>
                  <a:lnTo>
                    <a:pt x="2788" y="1946"/>
                  </a:lnTo>
                  <a:lnTo>
                    <a:pt x="2728" y="2166"/>
                  </a:lnTo>
                  <a:lnTo>
                    <a:pt x="2668" y="2347"/>
                  </a:lnTo>
                  <a:lnTo>
                    <a:pt x="2608" y="2507"/>
                  </a:lnTo>
                  <a:lnTo>
                    <a:pt x="2527" y="2648"/>
                  </a:lnTo>
                  <a:lnTo>
                    <a:pt x="2447" y="2768"/>
                  </a:lnTo>
                  <a:lnTo>
                    <a:pt x="2367" y="28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32"/>
            <p:cNvSpPr/>
            <p:nvPr/>
          </p:nvSpPr>
          <p:spPr>
            <a:xfrm>
              <a:off x="11391200" y="4053250"/>
              <a:ext cx="45650" cy="73725"/>
            </a:xfrm>
            <a:custGeom>
              <a:avLst/>
              <a:gdLst/>
              <a:ahLst/>
              <a:cxnLst/>
              <a:rect l="l" t="t" r="r" b="b"/>
              <a:pathLst>
                <a:path w="1826" h="2949" extrusionOk="0">
                  <a:moveTo>
                    <a:pt x="702" y="0"/>
                  </a:moveTo>
                  <a:lnTo>
                    <a:pt x="542" y="40"/>
                  </a:lnTo>
                  <a:lnTo>
                    <a:pt x="402" y="81"/>
                  </a:lnTo>
                  <a:lnTo>
                    <a:pt x="241" y="161"/>
                  </a:lnTo>
                  <a:lnTo>
                    <a:pt x="181" y="221"/>
                  </a:lnTo>
                  <a:lnTo>
                    <a:pt x="121" y="281"/>
                  </a:lnTo>
                  <a:lnTo>
                    <a:pt x="81" y="361"/>
                  </a:lnTo>
                  <a:lnTo>
                    <a:pt x="61" y="462"/>
                  </a:lnTo>
                  <a:lnTo>
                    <a:pt x="1" y="702"/>
                  </a:lnTo>
                  <a:lnTo>
                    <a:pt x="1" y="963"/>
                  </a:lnTo>
                  <a:lnTo>
                    <a:pt x="1" y="983"/>
                  </a:lnTo>
                  <a:lnTo>
                    <a:pt x="1" y="1264"/>
                  </a:lnTo>
                  <a:lnTo>
                    <a:pt x="41" y="1565"/>
                  </a:lnTo>
                  <a:lnTo>
                    <a:pt x="81" y="1845"/>
                  </a:lnTo>
                  <a:lnTo>
                    <a:pt x="161" y="2126"/>
                  </a:lnTo>
                  <a:lnTo>
                    <a:pt x="241" y="2367"/>
                  </a:lnTo>
                  <a:lnTo>
                    <a:pt x="341" y="2587"/>
                  </a:lnTo>
                  <a:lnTo>
                    <a:pt x="442" y="2748"/>
                  </a:lnTo>
                  <a:lnTo>
                    <a:pt x="502" y="2808"/>
                  </a:lnTo>
                  <a:lnTo>
                    <a:pt x="542" y="2848"/>
                  </a:lnTo>
                  <a:lnTo>
                    <a:pt x="662" y="2908"/>
                  </a:lnTo>
                  <a:lnTo>
                    <a:pt x="763" y="2928"/>
                  </a:lnTo>
                  <a:lnTo>
                    <a:pt x="843" y="2948"/>
                  </a:lnTo>
                  <a:lnTo>
                    <a:pt x="1083" y="2948"/>
                  </a:lnTo>
                  <a:lnTo>
                    <a:pt x="1224" y="2908"/>
                  </a:lnTo>
                  <a:lnTo>
                    <a:pt x="1344" y="2868"/>
                  </a:lnTo>
                  <a:lnTo>
                    <a:pt x="1464" y="2848"/>
                  </a:lnTo>
                  <a:lnTo>
                    <a:pt x="1525" y="2848"/>
                  </a:lnTo>
                  <a:lnTo>
                    <a:pt x="1605" y="2868"/>
                  </a:lnTo>
                  <a:lnTo>
                    <a:pt x="1785" y="2928"/>
                  </a:lnTo>
                  <a:lnTo>
                    <a:pt x="1725" y="2868"/>
                  </a:lnTo>
                  <a:lnTo>
                    <a:pt x="1625" y="2748"/>
                  </a:lnTo>
                  <a:lnTo>
                    <a:pt x="1525" y="2668"/>
                  </a:lnTo>
                  <a:lnTo>
                    <a:pt x="1324" y="2527"/>
                  </a:lnTo>
                  <a:lnTo>
                    <a:pt x="1244" y="2467"/>
                  </a:lnTo>
                  <a:lnTo>
                    <a:pt x="1164" y="2367"/>
                  </a:lnTo>
                  <a:lnTo>
                    <a:pt x="1083" y="2266"/>
                  </a:lnTo>
                  <a:lnTo>
                    <a:pt x="1023" y="2126"/>
                  </a:lnTo>
                  <a:lnTo>
                    <a:pt x="983" y="1966"/>
                  </a:lnTo>
                  <a:lnTo>
                    <a:pt x="943" y="1805"/>
                  </a:lnTo>
                  <a:lnTo>
                    <a:pt x="923" y="1464"/>
                  </a:lnTo>
                  <a:lnTo>
                    <a:pt x="923" y="1244"/>
                  </a:lnTo>
                  <a:lnTo>
                    <a:pt x="943" y="1043"/>
                  </a:lnTo>
                  <a:lnTo>
                    <a:pt x="1003" y="863"/>
                  </a:lnTo>
                  <a:lnTo>
                    <a:pt x="1083" y="682"/>
                  </a:lnTo>
                  <a:lnTo>
                    <a:pt x="1204" y="502"/>
                  </a:lnTo>
                  <a:lnTo>
                    <a:pt x="1324" y="361"/>
                  </a:lnTo>
                  <a:lnTo>
                    <a:pt x="1485" y="241"/>
                  </a:lnTo>
                  <a:lnTo>
                    <a:pt x="1665" y="141"/>
                  </a:lnTo>
                  <a:lnTo>
                    <a:pt x="1705" y="141"/>
                  </a:lnTo>
                  <a:lnTo>
                    <a:pt x="1765" y="121"/>
                  </a:lnTo>
                  <a:lnTo>
                    <a:pt x="1805" y="81"/>
                  </a:lnTo>
                  <a:lnTo>
                    <a:pt x="1825" y="40"/>
                  </a:lnTo>
                  <a:lnTo>
                    <a:pt x="1825" y="20"/>
                  </a:lnTo>
                  <a:lnTo>
                    <a:pt x="1825" y="0"/>
                  </a:lnTo>
                  <a:lnTo>
                    <a:pt x="1605" y="60"/>
                  </a:lnTo>
                  <a:lnTo>
                    <a:pt x="1444" y="81"/>
                  </a:lnTo>
                  <a:lnTo>
                    <a:pt x="1324" y="60"/>
                  </a:lnTo>
                  <a:lnTo>
                    <a:pt x="1184" y="40"/>
                  </a:lnTo>
                  <a:lnTo>
                    <a:pt x="1023" y="20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32"/>
            <p:cNvSpPr/>
            <p:nvPr/>
          </p:nvSpPr>
          <p:spPr>
            <a:xfrm>
              <a:off x="11391200" y="4053250"/>
              <a:ext cx="45650" cy="73725"/>
            </a:xfrm>
            <a:custGeom>
              <a:avLst/>
              <a:gdLst/>
              <a:ahLst/>
              <a:cxnLst/>
              <a:rect l="l" t="t" r="r" b="b"/>
              <a:pathLst>
                <a:path w="1826" h="2949" fill="none" extrusionOk="0">
                  <a:moveTo>
                    <a:pt x="843" y="0"/>
                  </a:moveTo>
                  <a:lnTo>
                    <a:pt x="843" y="0"/>
                  </a:lnTo>
                  <a:lnTo>
                    <a:pt x="702" y="0"/>
                  </a:lnTo>
                  <a:lnTo>
                    <a:pt x="542" y="40"/>
                  </a:lnTo>
                  <a:lnTo>
                    <a:pt x="402" y="81"/>
                  </a:lnTo>
                  <a:lnTo>
                    <a:pt x="241" y="161"/>
                  </a:lnTo>
                  <a:lnTo>
                    <a:pt x="241" y="161"/>
                  </a:lnTo>
                  <a:lnTo>
                    <a:pt x="181" y="221"/>
                  </a:lnTo>
                  <a:lnTo>
                    <a:pt x="121" y="281"/>
                  </a:lnTo>
                  <a:lnTo>
                    <a:pt x="81" y="361"/>
                  </a:lnTo>
                  <a:lnTo>
                    <a:pt x="61" y="462"/>
                  </a:lnTo>
                  <a:lnTo>
                    <a:pt x="1" y="702"/>
                  </a:lnTo>
                  <a:lnTo>
                    <a:pt x="1" y="963"/>
                  </a:lnTo>
                  <a:lnTo>
                    <a:pt x="1" y="963"/>
                  </a:lnTo>
                  <a:lnTo>
                    <a:pt x="1" y="983"/>
                  </a:lnTo>
                  <a:lnTo>
                    <a:pt x="1" y="983"/>
                  </a:lnTo>
                  <a:lnTo>
                    <a:pt x="1" y="1264"/>
                  </a:lnTo>
                  <a:lnTo>
                    <a:pt x="41" y="1565"/>
                  </a:lnTo>
                  <a:lnTo>
                    <a:pt x="81" y="1845"/>
                  </a:lnTo>
                  <a:lnTo>
                    <a:pt x="161" y="2126"/>
                  </a:lnTo>
                  <a:lnTo>
                    <a:pt x="241" y="2367"/>
                  </a:lnTo>
                  <a:lnTo>
                    <a:pt x="341" y="2587"/>
                  </a:lnTo>
                  <a:lnTo>
                    <a:pt x="442" y="2748"/>
                  </a:lnTo>
                  <a:lnTo>
                    <a:pt x="502" y="2808"/>
                  </a:lnTo>
                  <a:lnTo>
                    <a:pt x="542" y="2848"/>
                  </a:lnTo>
                  <a:lnTo>
                    <a:pt x="542" y="2848"/>
                  </a:lnTo>
                  <a:lnTo>
                    <a:pt x="662" y="2908"/>
                  </a:lnTo>
                  <a:lnTo>
                    <a:pt x="763" y="2928"/>
                  </a:lnTo>
                  <a:lnTo>
                    <a:pt x="843" y="2948"/>
                  </a:lnTo>
                  <a:lnTo>
                    <a:pt x="943" y="2948"/>
                  </a:lnTo>
                  <a:lnTo>
                    <a:pt x="943" y="2948"/>
                  </a:lnTo>
                  <a:lnTo>
                    <a:pt x="1083" y="2948"/>
                  </a:lnTo>
                  <a:lnTo>
                    <a:pt x="1224" y="2908"/>
                  </a:lnTo>
                  <a:lnTo>
                    <a:pt x="1344" y="2868"/>
                  </a:lnTo>
                  <a:lnTo>
                    <a:pt x="1464" y="2848"/>
                  </a:lnTo>
                  <a:lnTo>
                    <a:pt x="1464" y="2848"/>
                  </a:lnTo>
                  <a:lnTo>
                    <a:pt x="1525" y="2848"/>
                  </a:lnTo>
                  <a:lnTo>
                    <a:pt x="1605" y="2868"/>
                  </a:lnTo>
                  <a:lnTo>
                    <a:pt x="1785" y="2928"/>
                  </a:lnTo>
                  <a:lnTo>
                    <a:pt x="1785" y="2928"/>
                  </a:lnTo>
                  <a:lnTo>
                    <a:pt x="1725" y="2868"/>
                  </a:lnTo>
                  <a:lnTo>
                    <a:pt x="1725" y="2868"/>
                  </a:lnTo>
                  <a:lnTo>
                    <a:pt x="1625" y="2748"/>
                  </a:lnTo>
                  <a:lnTo>
                    <a:pt x="1525" y="2668"/>
                  </a:lnTo>
                  <a:lnTo>
                    <a:pt x="1324" y="2527"/>
                  </a:lnTo>
                  <a:lnTo>
                    <a:pt x="1244" y="2467"/>
                  </a:lnTo>
                  <a:lnTo>
                    <a:pt x="1164" y="2367"/>
                  </a:lnTo>
                  <a:lnTo>
                    <a:pt x="1083" y="2266"/>
                  </a:lnTo>
                  <a:lnTo>
                    <a:pt x="1023" y="2126"/>
                  </a:lnTo>
                  <a:lnTo>
                    <a:pt x="1023" y="2126"/>
                  </a:lnTo>
                  <a:lnTo>
                    <a:pt x="983" y="1966"/>
                  </a:lnTo>
                  <a:lnTo>
                    <a:pt x="943" y="1805"/>
                  </a:lnTo>
                  <a:lnTo>
                    <a:pt x="923" y="1464"/>
                  </a:lnTo>
                  <a:lnTo>
                    <a:pt x="923" y="1464"/>
                  </a:lnTo>
                  <a:lnTo>
                    <a:pt x="923" y="1244"/>
                  </a:lnTo>
                  <a:lnTo>
                    <a:pt x="943" y="1043"/>
                  </a:lnTo>
                  <a:lnTo>
                    <a:pt x="1003" y="863"/>
                  </a:lnTo>
                  <a:lnTo>
                    <a:pt x="1083" y="682"/>
                  </a:lnTo>
                  <a:lnTo>
                    <a:pt x="1204" y="502"/>
                  </a:lnTo>
                  <a:lnTo>
                    <a:pt x="1324" y="361"/>
                  </a:lnTo>
                  <a:lnTo>
                    <a:pt x="1485" y="241"/>
                  </a:lnTo>
                  <a:lnTo>
                    <a:pt x="1665" y="141"/>
                  </a:lnTo>
                  <a:lnTo>
                    <a:pt x="1665" y="141"/>
                  </a:lnTo>
                  <a:lnTo>
                    <a:pt x="1705" y="141"/>
                  </a:lnTo>
                  <a:lnTo>
                    <a:pt x="1705" y="141"/>
                  </a:lnTo>
                  <a:lnTo>
                    <a:pt x="1765" y="121"/>
                  </a:lnTo>
                  <a:lnTo>
                    <a:pt x="1805" y="81"/>
                  </a:lnTo>
                  <a:lnTo>
                    <a:pt x="1805" y="81"/>
                  </a:lnTo>
                  <a:lnTo>
                    <a:pt x="1825" y="40"/>
                  </a:lnTo>
                  <a:lnTo>
                    <a:pt x="1825" y="20"/>
                  </a:lnTo>
                  <a:lnTo>
                    <a:pt x="1825" y="0"/>
                  </a:lnTo>
                  <a:lnTo>
                    <a:pt x="1825" y="0"/>
                  </a:lnTo>
                  <a:lnTo>
                    <a:pt x="1825" y="0"/>
                  </a:lnTo>
                  <a:lnTo>
                    <a:pt x="1605" y="60"/>
                  </a:lnTo>
                  <a:lnTo>
                    <a:pt x="1444" y="81"/>
                  </a:lnTo>
                  <a:lnTo>
                    <a:pt x="1444" y="81"/>
                  </a:lnTo>
                  <a:lnTo>
                    <a:pt x="1324" y="60"/>
                  </a:lnTo>
                  <a:lnTo>
                    <a:pt x="1184" y="40"/>
                  </a:lnTo>
                  <a:lnTo>
                    <a:pt x="1023" y="20"/>
                  </a:lnTo>
                  <a:lnTo>
                    <a:pt x="84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32"/>
            <p:cNvSpPr/>
            <p:nvPr/>
          </p:nvSpPr>
          <p:spPr>
            <a:xfrm>
              <a:off x="10716375" y="4375625"/>
              <a:ext cx="540475" cy="391075"/>
            </a:xfrm>
            <a:custGeom>
              <a:avLst/>
              <a:gdLst/>
              <a:ahLst/>
              <a:cxnLst/>
              <a:rect l="l" t="t" r="r" b="b"/>
              <a:pathLst>
                <a:path w="21619" h="15643" extrusionOk="0">
                  <a:moveTo>
                    <a:pt x="5635" y="0"/>
                  </a:moveTo>
                  <a:lnTo>
                    <a:pt x="5214" y="20"/>
                  </a:lnTo>
                  <a:lnTo>
                    <a:pt x="4793" y="61"/>
                  </a:lnTo>
                  <a:lnTo>
                    <a:pt x="4392" y="121"/>
                  </a:lnTo>
                  <a:lnTo>
                    <a:pt x="4011" y="201"/>
                  </a:lnTo>
                  <a:lnTo>
                    <a:pt x="3630" y="301"/>
                  </a:lnTo>
                  <a:lnTo>
                    <a:pt x="3269" y="442"/>
                  </a:lnTo>
                  <a:lnTo>
                    <a:pt x="2908" y="582"/>
                  </a:lnTo>
                  <a:lnTo>
                    <a:pt x="2567" y="762"/>
                  </a:lnTo>
                  <a:lnTo>
                    <a:pt x="2246" y="963"/>
                  </a:lnTo>
                  <a:lnTo>
                    <a:pt x="1945" y="1164"/>
                  </a:lnTo>
                  <a:lnTo>
                    <a:pt x="1665" y="1404"/>
                  </a:lnTo>
                  <a:lnTo>
                    <a:pt x="1404" y="1665"/>
                  </a:lnTo>
                  <a:lnTo>
                    <a:pt x="1143" y="1946"/>
                  </a:lnTo>
                  <a:lnTo>
                    <a:pt x="923" y="2247"/>
                  </a:lnTo>
                  <a:lnTo>
                    <a:pt x="722" y="2567"/>
                  </a:lnTo>
                  <a:lnTo>
                    <a:pt x="542" y="2908"/>
                  </a:lnTo>
                  <a:lnTo>
                    <a:pt x="381" y="3269"/>
                  </a:lnTo>
                  <a:lnTo>
                    <a:pt x="241" y="3650"/>
                  </a:lnTo>
                  <a:lnTo>
                    <a:pt x="141" y="4051"/>
                  </a:lnTo>
                  <a:lnTo>
                    <a:pt x="60" y="4453"/>
                  </a:lnTo>
                  <a:lnTo>
                    <a:pt x="20" y="4894"/>
                  </a:lnTo>
                  <a:lnTo>
                    <a:pt x="0" y="5355"/>
                  </a:lnTo>
                  <a:lnTo>
                    <a:pt x="20" y="5816"/>
                  </a:lnTo>
                  <a:lnTo>
                    <a:pt x="80" y="6277"/>
                  </a:lnTo>
                  <a:lnTo>
                    <a:pt x="181" y="6759"/>
                  </a:lnTo>
                  <a:lnTo>
                    <a:pt x="301" y="7220"/>
                  </a:lnTo>
                  <a:lnTo>
                    <a:pt x="461" y="7681"/>
                  </a:lnTo>
                  <a:lnTo>
                    <a:pt x="662" y="8143"/>
                  </a:lnTo>
                  <a:lnTo>
                    <a:pt x="883" y="8624"/>
                  </a:lnTo>
                  <a:lnTo>
                    <a:pt x="1143" y="9065"/>
                  </a:lnTo>
                  <a:lnTo>
                    <a:pt x="1424" y="9526"/>
                  </a:lnTo>
                  <a:lnTo>
                    <a:pt x="1725" y="9968"/>
                  </a:lnTo>
                  <a:lnTo>
                    <a:pt x="2046" y="10409"/>
                  </a:lnTo>
                  <a:lnTo>
                    <a:pt x="2387" y="10830"/>
                  </a:lnTo>
                  <a:lnTo>
                    <a:pt x="2748" y="11251"/>
                  </a:lnTo>
                  <a:lnTo>
                    <a:pt x="3149" y="11652"/>
                  </a:lnTo>
                  <a:lnTo>
                    <a:pt x="3530" y="12053"/>
                  </a:lnTo>
                  <a:lnTo>
                    <a:pt x="3951" y="12434"/>
                  </a:lnTo>
                  <a:lnTo>
                    <a:pt x="4372" y="12795"/>
                  </a:lnTo>
                  <a:lnTo>
                    <a:pt x="4793" y="13136"/>
                  </a:lnTo>
                  <a:lnTo>
                    <a:pt x="5234" y="13477"/>
                  </a:lnTo>
                  <a:lnTo>
                    <a:pt x="5676" y="13778"/>
                  </a:lnTo>
                  <a:lnTo>
                    <a:pt x="6137" y="14079"/>
                  </a:lnTo>
                  <a:lnTo>
                    <a:pt x="6578" y="14339"/>
                  </a:lnTo>
                  <a:lnTo>
                    <a:pt x="7039" y="14600"/>
                  </a:lnTo>
                  <a:lnTo>
                    <a:pt x="7481" y="14821"/>
                  </a:lnTo>
                  <a:lnTo>
                    <a:pt x="7922" y="15021"/>
                  </a:lnTo>
                  <a:lnTo>
                    <a:pt x="8363" y="15202"/>
                  </a:lnTo>
                  <a:lnTo>
                    <a:pt x="8804" y="15342"/>
                  </a:lnTo>
                  <a:lnTo>
                    <a:pt x="9225" y="15462"/>
                  </a:lnTo>
                  <a:lnTo>
                    <a:pt x="9626" y="15543"/>
                  </a:lnTo>
                  <a:lnTo>
                    <a:pt x="10027" y="15603"/>
                  </a:lnTo>
                  <a:lnTo>
                    <a:pt x="10408" y="15643"/>
                  </a:lnTo>
                  <a:lnTo>
                    <a:pt x="10789" y="15643"/>
                  </a:lnTo>
                  <a:lnTo>
                    <a:pt x="11050" y="15603"/>
                  </a:lnTo>
                  <a:lnTo>
                    <a:pt x="11331" y="15563"/>
                  </a:lnTo>
                  <a:lnTo>
                    <a:pt x="11612" y="15503"/>
                  </a:lnTo>
                  <a:lnTo>
                    <a:pt x="11892" y="15442"/>
                  </a:lnTo>
                  <a:lnTo>
                    <a:pt x="12494" y="15262"/>
                  </a:lnTo>
                  <a:lnTo>
                    <a:pt x="13116" y="15021"/>
                  </a:lnTo>
                  <a:lnTo>
                    <a:pt x="13738" y="14740"/>
                  </a:lnTo>
                  <a:lnTo>
                    <a:pt x="14379" y="14420"/>
                  </a:lnTo>
                  <a:lnTo>
                    <a:pt x="15001" y="14039"/>
                  </a:lnTo>
                  <a:lnTo>
                    <a:pt x="15643" y="13637"/>
                  </a:lnTo>
                  <a:lnTo>
                    <a:pt x="16164" y="13277"/>
                  </a:lnTo>
                  <a:lnTo>
                    <a:pt x="16706" y="12895"/>
                  </a:lnTo>
                  <a:lnTo>
                    <a:pt x="17207" y="12514"/>
                  </a:lnTo>
                  <a:lnTo>
                    <a:pt x="17708" y="12093"/>
                  </a:lnTo>
                  <a:lnTo>
                    <a:pt x="18190" y="11672"/>
                  </a:lnTo>
                  <a:lnTo>
                    <a:pt x="18651" y="11251"/>
                  </a:lnTo>
                  <a:lnTo>
                    <a:pt x="19092" y="10830"/>
                  </a:lnTo>
                  <a:lnTo>
                    <a:pt x="19513" y="10389"/>
                  </a:lnTo>
                  <a:lnTo>
                    <a:pt x="19894" y="9947"/>
                  </a:lnTo>
                  <a:lnTo>
                    <a:pt x="20235" y="9526"/>
                  </a:lnTo>
                  <a:lnTo>
                    <a:pt x="20556" y="9105"/>
                  </a:lnTo>
                  <a:lnTo>
                    <a:pt x="20837" y="8684"/>
                  </a:lnTo>
                  <a:lnTo>
                    <a:pt x="21077" y="8283"/>
                  </a:lnTo>
                  <a:lnTo>
                    <a:pt x="21278" y="7902"/>
                  </a:lnTo>
                  <a:lnTo>
                    <a:pt x="21418" y="7521"/>
                  </a:lnTo>
                  <a:lnTo>
                    <a:pt x="21519" y="7180"/>
                  </a:lnTo>
                  <a:lnTo>
                    <a:pt x="21579" y="6779"/>
                  </a:lnTo>
                  <a:lnTo>
                    <a:pt x="21619" y="6398"/>
                  </a:lnTo>
                  <a:lnTo>
                    <a:pt x="21619" y="6037"/>
                  </a:lnTo>
                  <a:lnTo>
                    <a:pt x="21599" y="5676"/>
                  </a:lnTo>
                  <a:lnTo>
                    <a:pt x="21539" y="5315"/>
                  </a:lnTo>
                  <a:lnTo>
                    <a:pt x="21458" y="4954"/>
                  </a:lnTo>
                  <a:lnTo>
                    <a:pt x="21358" y="4613"/>
                  </a:lnTo>
                  <a:lnTo>
                    <a:pt x="21238" y="4292"/>
                  </a:lnTo>
                  <a:lnTo>
                    <a:pt x="21077" y="3951"/>
                  </a:lnTo>
                  <a:lnTo>
                    <a:pt x="20917" y="3650"/>
                  </a:lnTo>
                  <a:lnTo>
                    <a:pt x="20737" y="3350"/>
                  </a:lnTo>
                  <a:lnTo>
                    <a:pt x="20536" y="3049"/>
                  </a:lnTo>
                  <a:lnTo>
                    <a:pt x="20315" y="2768"/>
                  </a:lnTo>
                  <a:lnTo>
                    <a:pt x="20095" y="2487"/>
                  </a:lnTo>
                  <a:lnTo>
                    <a:pt x="19854" y="2226"/>
                  </a:lnTo>
                  <a:lnTo>
                    <a:pt x="19593" y="1986"/>
                  </a:lnTo>
                  <a:lnTo>
                    <a:pt x="19333" y="1745"/>
                  </a:lnTo>
                  <a:lnTo>
                    <a:pt x="19072" y="1525"/>
                  </a:lnTo>
                  <a:lnTo>
                    <a:pt x="18791" y="1324"/>
                  </a:lnTo>
                  <a:lnTo>
                    <a:pt x="18510" y="1123"/>
                  </a:lnTo>
                  <a:lnTo>
                    <a:pt x="18230" y="943"/>
                  </a:lnTo>
                  <a:lnTo>
                    <a:pt x="17949" y="783"/>
                  </a:lnTo>
                  <a:lnTo>
                    <a:pt x="17668" y="642"/>
                  </a:lnTo>
                  <a:lnTo>
                    <a:pt x="17387" y="502"/>
                  </a:lnTo>
                  <a:lnTo>
                    <a:pt x="17127" y="381"/>
                  </a:lnTo>
                  <a:lnTo>
                    <a:pt x="16846" y="281"/>
                  </a:lnTo>
                  <a:lnTo>
                    <a:pt x="16585" y="201"/>
                  </a:lnTo>
                  <a:lnTo>
                    <a:pt x="16325" y="141"/>
                  </a:lnTo>
                  <a:lnTo>
                    <a:pt x="16084" y="101"/>
                  </a:lnTo>
                  <a:lnTo>
                    <a:pt x="15863" y="81"/>
                  </a:lnTo>
                  <a:lnTo>
                    <a:pt x="15643" y="61"/>
                  </a:lnTo>
                  <a:lnTo>
                    <a:pt x="15442" y="81"/>
                  </a:lnTo>
                  <a:lnTo>
                    <a:pt x="15101" y="121"/>
                  </a:lnTo>
                  <a:lnTo>
                    <a:pt x="14800" y="201"/>
                  </a:lnTo>
                  <a:lnTo>
                    <a:pt x="14480" y="321"/>
                  </a:lnTo>
                  <a:lnTo>
                    <a:pt x="14179" y="442"/>
                  </a:lnTo>
                  <a:lnTo>
                    <a:pt x="13898" y="602"/>
                  </a:lnTo>
                  <a:lnTo>
                    <a:pt x="13617" y="742"/>
                  </a:lnTo>
                  <a:lnTo>
                    <a:pt x="13076" y="1063"/>
                  </a:lnTo>
                  <a:lnTo>
                    <a:pt x="12815" y="1204"/>
                  </a:lnTo>
                  <a:lnTo>
                    <a:pt x="12554" y="1344"/>
                  </a:lnTo>
                  <a:lnTo>
                    <a:pt x="12274" y="1464"/>
                  </a:lnTo>
                  <a:lnTo>
                    <a:pt x="11993" y="1545"/>
                  </a:lnTo>
                  <a:lnTo>
                    <a:pt x="11712" y="1605"/>
                  </a:lnTo>
                  <a:lnTo>
                    <a:pt x="11431" y="1625"/>
                  </a:lnTo>
                  <a:lnTo>
                    <a:pt x="11110" y="1605"/>
                  </a:lnTo>
                  <a:lnTo>
                    <a:pt x="10789" y="1545"/>
                  </a:lnTo>
                  <a:lnTo>
                    <a:pt x="10429" y="1404"/>
                  </a:lnTo>
                  <a:lnTo>
                    <a:pt x="10068" y="1224"/>
                  </a:lnTo>
                  <a:lnTo>
                    <a:pt x="9626" y="983"/>
                  </a:lnTo>
                  <a:lnTo>
                    <a:pt x="9165" y="783"/>
                  </a:lnTo>
                  <a:lnTo>
                    <a:pt x="8724" y="602"/>
                  </a:lnTo>
                  <a:lnTo>
                    <a:pt x="8263" y="442"/>
                  </a:lnTo>
                  <a:lnTo>
                    <a:pt x="7821" y="301"/>
                  </a:lnTo>
                  <a:lnTo>
                    <a:pt x="7380" y="201"/>
                  </a:lnTo>
                  <a:lnTo>
                    <a:pt x="6939" y="101"/>
                  </a:lnTo>
                  <a:lnTo>
                    <a:pt x="6498" y="41"/>
                  </a:lnTo>
                  <a:lnTo>
                    <a:pt x="6057" y="20"/>
                  </a:lnTo>
                  <a:lnTo>
                    <a:pt x="56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32"/>
            <p:cNvSpPr/>
            <p:nvPr/>
          </p:nvSpPr>
          <p:spPr>
            <a:xfrm>
              <a:off x="10716375" y="4375625"/>
              <a:ext cx="540475" cy="391075"/>
            </a:xfrm>
            <a:custGeom>
              <a:avLst/>
              <a:gdLst/>
              <a:ahLst/>
              <a:cxnLst/>
              <a:rect l="l" t="t" r="r" b="b"/>
              <a:pathLst>
                <a:path w="21619" h="15643" fill="none" extrusionOk="0">
                  <a:moveTo>
                    <a:pt x="21519" y="7180"/>
                  </a:moveTo>
                  <a:lnTo>
                    <a:pt x="21519" y="7180"/>
                  </a:lnTo>
                  <a:lnTo>
                    <a:pt x="21418" y="7521"/>
                  </a:lnTo>
                  <a:lnTo>
                    <a:pt x="21278" y="7902"/>
                  </a:lnTo>
                  <a:lnTo>
                    <a:pt x="21077" y="8283"/>
                  </a:lnTo>
                  <a:lnTo>
                    <a:pt x="20837" y="8684"/>
                  </a:lnTo>
                  <a:lnTo>
                    <a:pt x="20556" y="9105"/>
                  </a:lnTo>
                  <a:lnTo>
                    <a:pt x="20235" y="9526"/>
                  </a:lnTo>
                  <a:lnTo>
                    <a:pt x="19894" y="9947"/>
                  </a:lnTo>
                  <a:lnTo>
                    <a:pt x="19513" y="10389"/>
                  </a:lnTo>
                  <a:lnTo>
                    <a:pt x="19092" y="10830"/>
                  </a:lnTo>
                  <a:lnTo>
                    <a:pt x="18651" y="11251"/>
                  </a:lnTo>
                  <a:lnTo>
                    <a:pt x="18190" y="11672"/>
                  </a:lnTo>
                  <a:lnTo>
                    <a:pt x="17708" y="12093"/>
                  </a:lnTo>
                  <a:lnTo>
                    <a:pt x="17207" y="12514"/>
                  </a:lnTo>
                  <a:lnTo>
                    <a:pt x="16706" y="12895"/>
                  </a:lnTo>
                  <a:lnTo>
                    <a:pt x="16164" y="13277"/>
                  </a:lnTo>
                  <a:lnTo>
                    <a:pt x="15643" y="13637"/>
                  </a:lnTo>
                  <a:lnTo>
                    <a:pt x="15643" y="13637"/>
                  </a:lnTo>
                  <a:lnTo>
                    <a:pt x="15001" y="14039"/>
                  </a:lnTo>
                  <a:lnTo>
                    <a:pt x="14379" y="14420"/>
                  </a:lnTo>
                  <a:lnTo>
                    <a:pt x="13738" y="14740"/>
                  </a:lnTo>
                  <a:lnTo>
                    <a:pt x="13116" y="15021"/>
                  </a:lnTo>
                  <a:lnTo>
                    <a:pt x="12494" y="15262"/>
                  </a:lnTo>
                  <a:lnTo>
                    <a:pt x="11892" y="15442"/>
                  </a:lnTo>
                  <a:lnTo>
                    <a:pt x="11612" y="15503"/>
                  </a:lnTo>
                  <a:lnTo>
                    <a:pt x="11331" y="15563"/>
                  </a:lnTo>
                  <a:lnTo>
                    <a:pt x="11050" y="15603"/>
                  </a:lnTo>
                  <a:lnTo>
                    <a:pt x="10789" y="15643"/>
                  </a:lnTo>
                  <a:lnTo>
                    <a:pt x="10789" y="15643"/>
                  </a:lnTo>
                  <a:lnTo>
                    <a:pt x="10408" y="15643"/>
                  </a:lnTo>
                  <a:lnTo>
                    <a:pt x="10027" y="15603"/>
                  </a:lnTo>
                  <a:lnTo>
                    <a:pt x="9626" y="15543"/>
                  </a:lnTo>
                  <a:lnTo>
                    <a:pt x="9225" y="15462"/>
                  </a:lnTo>
                  <a:lnTo>
                    <a:pt x="8804" y="15342"/>
                  </a:lnTo>
                  <a:lnTo>
                    <a:pt x="8363" y="15202"/>
                  </a:lnTo>
                  <a:lnTo>
                    <a:pt x="7922" y="15021"/>
                  </a:lnTo>
                  <a:lnTo>
                    <a:pt x="7481" y="14821"/>
                  </a:lnTo>
                  <a:lnTo>
                    <a:pt x="7039" y="14600"/>
                  </a:lnTo>
                  <a:lnTo>
                    <a:pt x="6578" y="14339"/>
                  </a:lnTo>
                  <a:lnTo>
                    <a:pt x="6137" y="14079"/>
                  </a:lnTo>
                  <a:lnTo>
                    <a:pt x="5676" y="13778"/>
                  </a:lnTo>
                  <a:lnTo>
                    <a:pt x="5234" y="13477"/>
                  </a:lnTo>
                  <a:lnTo>
                    <a:pt x="4793" y="13136"/>
                  </a:lnTo>
                  <a:lnTo>
                    <a:pt x="4372" y="12795"/>
                  </a:lnTo>
                  <a:lnTo>
                    <a:pt x="3951" y="12434"/>
                  </a:lnTo>
                  <a:lnTo>
                    <a:pt x="3530" y="12053"/>
                  </a:lnTo>
                  <a:lnTo>
                    <a:pt x="3149" y="11652"/>
                  </a:lnTo>
                  <a:lnTo>
                    <a:pt x="2748" y="11251"/>
                  </a:lnTo>
                  <a:lnTo>
                    <a:pt x="2387" y="10830"/>
                  </a:lnTo>
                  <a:lnTo>
                    <a:pt x="2046" y="10409"/>
                  </a:lnTo>
                  <a:lnTo>
                    <a:pt x="1725" y="9968"/>
                  </a:lnTo>
                  <a:lnTo>
                    <a:pt x="1424" y="9526"/>
                  </a:lnTo>
                  <a:lnTo>
                    <a:pt x="1143" y="9065"/>
                  </a:lnTo>
                  <a:lnTo>
                    <a:pt x="883" y="8624"/>
                  </a:lnTo>
                  <a:lnTo>
                    <a:pt x="662" y="8143"/>
                  </a:lnTo>
                  <a:lnTo>
                    <a:pt x="461" y="7681"/>
                  </a:lnTo>
                  <a:lnTo>
                    <a:pt x="301" y="7220"/>
                  </a:lnTo>
                  <a:lnTo>
                    <a:pt x="181" y="6759"/>
                  </a:lnTo>
                  <a:lnTo>
                    <a:pt x="80" y="6277"/>
                  </a:lnTo>
                  <a:lnTo>
                    <a:pt x="20" y="5816"/>
                  </a:lnTo>
                  <a:lnTo>
                    <a:pt x="0" y="5355"/>
                  </a:lnTo>
                  <a:lnTo>
                    <a:pt x="0" y="5355"/>
                  </a:lnTo>
                  <a:lnTo>
                    <a:pt x="20" y="4894"/>
                  </a:lnTo>
                  <a:lnTo>
                    <a:pt x="60" y="4453"/>
                  </a:lnTo>
                  <a:lnTo>
                    <a:pt x="141" y="4051"/>
                  </a:lnTo>
                  <a:lnTo>
                    <a:pt x="241" y="3650"/>
                  </a:lnTo>
                  <a:lnTo>
                    <a:pt x="381" y="3269"/>
                  </a:lnTo>
                  <a:lnTo>
                    <a:pt x="542" y="2908"/>
                  </a:lnTo>
                  <a:lnTo>
                    <a:pt x="722" y="2567"/>
                  </a:lnTo>
                  <a:lnTo>
                    <a:pt x="923" y="2247"/>
                  </a:lnTo>
                  <a:lnTo>
                    <a:pt x="1143" y="1946"/>
                  </a:lnTo>
                  <a:lnTo>
                    <a:pt x="1404" y="1665"/>
                  </a:lnTo>
                  <a:lnTo>
                    <a:pt x="1665" y="1404"/>
                  </a:lnTo>
                  <a:lnTo>
                    <a:pt x="1945" y="1164"/>
                  </a:lnTo>
                  <a:lnTo>
                    <a:pt x="2246" y="963"/>
                  </a:lnTo>
                  <a:lnTo>
                    <a:pt x="2567" y="762"/>
                  </a:lnTo>
                  <a:lnTo>
                    <a:pt x="2908" y="582"/>
                  </a:lnTo>
                  <a:lnTo>
                    <a:pt x="3269" y="442"/>
                  </a:lnTo>
                  <a:lnTo>
                    <a:pt x="3630" y="301"/>
                  </a:lnTo>
                  <a:lnTo>
                    <a:pt x="4011" y="201"/>
                  </a:lnTo>
                  <a:lnTo>
                    <a:pt x="4392" y="121"/>
                  </a:lnTo>
                  <a:lnTo>
                    <a:pt x="4793" y="61"/>
                  </a:lnTo>
                  <a:lnTo>
                    <a:pt x="5214" y="20"/>
                  </a:lnTo>
                  <a:lnTo>
                    <a:pt x="5635" y="0"/>
                  </a:lnTo>
                  <a:lnTo>
                    <a:pt x="6057" y="20"/>
                  </a:lnTo>
                  <a:lnTo>
                    <a:pt x="6498" y="41"/>
                  </a:lnTo>
                  <a:lnTo>
                    <a:pt x="6939" y="101"/>
                  </a:lnTo>
                  <a:lnTo>
                    <a:pt x="7380" y="201"/>
                  </a:lnTo>
                  <a:lnTo>
                    <a:pt x="7821" y="301"/>
                  </a:lnTo>
                  <a:lnTo>
                    <a:pt x="8263" y="442"/>
                  </a:lnTo>
                  <a:lnTo>
                    <a:pt x="8724" y="602"/>
                  </a:lnTo>
                  <a:lnTo>
                    <a:pt x="9165" y="783"/>
                  </a:lnTo>
                  <a:lnTo>
                    <a:pt x="9626" y="983"/>
                  </a:lnTo>
                  <a:lnTo>
                    <a:pt x="10068" y="1224"/>
                  </a:lnTo>
                  <a:lnTo>
                    <a:pt x="10068" y="1224"/>
                  </a:lnTo>
                  <a:lnTo>
                    <a:pt x="10429" y="1404"/>
                  </a:lnTo>
                  <a:lnTo>
                    <a:pt x="10789" y="1545"/>
                  </a:lnTo>
                  <a:lnTo>
                    <a:pt x="11110" y="1605"/>
                  </a:lnTo>
                  <a:lnTo>
                    <a:pt x="11431" y="1625"/>
                  </a:lnTo>
                  <a:lnTo>
                    <a:pt x="11712" y="1605"/>
                  </a:lnTo>
                  <a:lnTo>
                    <a:pt x="11993" y="1545"/>
                  </a:lnTo>
                  <a:lnTo>
                    <a:pt x="12274" y="1464"/>
                  </a:lnTo>
                  <a:lnTo>
                    <a:pt x="12554" y="1344"/>
                  </a:lnTo>
                  <a:lnTo>
                    <a:pt x="12815" y="1204"/>
                  </a:lnTo>
                  <a:lnTo>
                    <a:pt x="13076" y="1063"/>
                  </a:lnTo>
                  <a:lnTo>
                    <a:pt x="13617" y="742"/>
                  </a:lnTo>
                  <a:lnTo>
                    <a:pt x="13898" y="602"/>
                  </a:lnTo>
                  <a:lnTo>
                    <a:pt x="14179" y="442"/>
                  </a:lnTo>
                  <a:lnTo>
                    <a:pt x="14480" y="321"/>
                  </a:lnTo>
                  <a:lnTo>
                    <a:pt x="14800" y="201"/>
                  </a:lnTo>
                  <a:lnTo>
                    <a:pt x="14800" y="201"/>
                  </a:lnTo>
                  <a:lnTo>
                    <a:pt x="15101" y="121"/>
                  </a:lnTo>
                  <a:lnTo>
                    <a:pt x="15442" y="81"/>
                  </a:lnTo>
                  <a:lnTo>
                    <a:pt x="15442" y="81"/>
                  </a:lnTo>
                  <a:lnTo>
                    <a:pt x="15643" y="61"/>
                  </a:lnTo>
                  <a:lnTo>
                    <a:pt x="15863" y="81"/>
                  </a:lnTo>
                  <a:lnTo>
                    <a:pt x="16084" y="101"/>
                  </a:lnTo>
                  <a:lnTo>
                    <a:pt x="16325" y="141"/>
                  </a:lnTo>
                  <a:lnTo>
                    <a:pt x="16585" y="201"/>
                  </a:lnTo>
                  <a:lnTo>
                    <a:pt x="16846" y="281"/>
                  </a:lnTo>
                  <a:lnTo>
                    <a:pt x="17127" y="381"/>
                  </a:lnTo>
                  <a:lnTo>
                    <a:pt x="17387" y="502"/>
                  </a:lnTo>
                  <a:lnTo>
                    <a:pt x="17668" y="642"/>
                  </a:lnTo>
                  <a:lnTo>
                    <a:pt x="17949" y="783"/>
                  </a:lnTo>
                  <a:lnTo>
                    <a:pt x="18230" y="943"/>
                  </a:lnTo>
                  <a:lnTo>
                    <a:pt x="18510" y="1123"/>
                  </a:lnTo>
                  <a:lnTo>
                    <a:pt x="18791" y="1324"/>
                  </a:lnTo>
                  <a:lnTo>
                    <a:pt x="19072" y="1525"/>
                  </a:lnTo>
                  <a:lnTo>
                    <a:pt x="19333" y="1745"/>
                  </a:lnTo>
                  <a:lnTo>
                    <a:pt x="19593" y="1986"/>
                  </a:lnTo>
                  <a:lnTo>
                    <a:pt x="19854" y="2226"/>
                  </a:lnTo>
                  <a:lnTo>
                    <a:pt x="20095" y="2487"/>
                  </a:lnTo>
                  <a:lnTo>
                    <a:pt x="20315" y="2768"/>
                  </a:lnTo>
                  <a:lnTo>
                    <a:pt x="20536" y="3049"/>
                  </a:lnTo>
                  <a:lnTo>
                    <a:pt x="20737" y="3350"/>
                  </a:lnTo>
                  <a:lnTo>
                    <a:pt x="20917" y="3650"/>
                  </a:lnTo>
                  <a:lnTo>
                    <a:pt x="21077" y="3951"/>
                  </a:lnTo>
                  <a:lnTo>
                    <a:pt x="21238" y="4292"/>
                  </a:lnTo>
                  <a:lnTo>
                    <a:pt x="21358" y="4613"/>
                  </a:lnTo>
                  <a:lnTo>
                    <a:pt x="21458" y="4954"/>
                  </a:lnTo>
                  <a:lnTo>
                    <a:pt x="21539" y="5315"/>
                  </a:lnTo>
                  <a:lnTo>
                    <a:pt x="21599" y="5676"/>
                  </a:lnTo>
                  <a:lnTo>
                    <a:pt x="21619" y="6037"/>
                  </a:lnTo>
                  <a:lnTo>
                    <a:pt x="21619" y="6398"/>
                  </a:lnTo>
                  <a:lnTo>
                    <a:pt x="21579" y="6779"/>
                  </a:lnTo>
                  <a:lnTo>
                    <a:pt x="21519" y="718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32"/>
            <p:cNvSpPr/>
            <p:nvPr/>
          </p:nvSpPr>
          <p:spPr>
            <a:xfrm>
              <a:off x="10747950" y="4450325"/>
              <a:ext cx="223625" cy="276775"/>
            </a:xfrm>
            <a:custGeom>
              <a:avLst/>
              <a:gdLst/>
              <a:ahLst/>
              <a:cxnLst/>
              <a:rect l="l" t="t" r="r" b="b"/>
              <a:pathLst>
                <a:path w="8945" h="11071" extrusionOk="0">
                  <a:moveTo>
                    <a:pt x="2527" y="1"/>
                  </a:moveTo>
                  <a:lnTo>
                    <a:pt x="2287" y="21"/>
                  </a:lnTo>
                  <a:lnTo>
                    <a:pt x="2066" y="81"/>
                  </a:lnTo>
                  <a:lnTo>
                    <a:pt x="1826" y="141"/>
                  </a:lnTo>
                  <a:lnTo>
                    <a:pt x="1585" y="221"/>
                  </a:lnTo>
                  <a:lnTo>
                    <a:pt x="1364" y="321"/>
                  </a:lnTo>
                  <a:lnTo>
                    <a:pt x="1144" y="422"/>
                  </a:lnTo>
                  <a:lnTo>
                    <a:pt x="963" y="542"/>
                  </a:lnTo>
                  <a:lnTo>
                    <a:pt x="783" y="662"/>
                  </a:lnTo>
                  <a:lnTo>
                    <a:pt x="642" y="803"/>
                  </a:lnTo>
                  <a:lnTo>
                    <a:pt x="502" y="963"/>
                  </a:lnTo>
                  <a:lnTo>
                    <a:pt x="382" y="1124"/>
                  </a:lnTo>
                  <a:lnTo>
                    <a:pt x="281" y="1284"/>
                  </a:lnTo>
                  <a:lnTo>
                    <a:pt x="201" y="1444"/>
                  </a:lnTo>
                  <a:lnTo>
                    <a:pt x="121" y="1625"/>
                  </a:lnTo>
                  <a:lnTo>
                    <a:pt x="81" y="1825"/>
                  </a:lnTo>
                  <a:lnTo>
                    <a:pt x="41" y="2006"/>
                  </a:lnTo>
                  <a:lnTo>
                    <a:pt x="21" y="2207"/>
                  </a:lnTo>
                  <a:lnTo>
                    <a:pt x="1" y="2427"/>
                  </a:lnTo>
                  <a:lnTo>
                    <a:pt x="1" y="2628"/>
                  </a:lnTo>
                  <a:lnTo>
                    <a:pt x="21" y="2848"/>
                  </a:lnTo>
                  <a:lnTo>
                    <a:pt x="101" y="3289"/>
                  </a:lnTo>
                  <a:lnTo>
                    <a:pt x="221" y="3751"/>
                  </a:lnTo>
                  <a:lnTo>
                    <a:pt x="402" y="4232"/>
                  </a:lnTo>
                  <a:lnTo>
                    <a:pt x="602" y="4713"/>
                  </a:lnTo>
                  <a:lnTo>
                    <a:pt x="843" y="5195"/>
                  </a:lnTo>
                  <a:lnTo>
                    <a:pt x="1144" y="5696"/>
                  </a:lnTo>
                  <a:lnTo>
                    <a:pt x="1445" y="6177"/>
                  </a:lnTo>
                  <a:lnTo>
                    <a:pt x="1806" y="6659"/>
                  </a:lnTo>
                  <a:lnTo>
                    <a:pt x="2166" y="7140"/>
                  </a:lnTo>
                  <a:lnTo>
                    <a:pt x="2568" y="7601"/>
                  </a:lnTo>
                  <a:lnTo>
                    <a:pt x="2969" y="8042"/>
                  </a:lnTo>
                  <a:lnTo>
                    <a:pt x="3390" y="8484"/>
                  </a:lnTo>
                  <a:lnTo>
                    <a:pt x="3831" y="8885"/>
                  </a:lnTo>
                  <a:lnTo>
                    <a:pt x="4272" y="9266"/>
                  </a:lnTo>
                  <a:lnTo>
                    <a:pt x="4733" y="9627"/>
                  </a:lnTo>
                  <a:lnTo>
                    <a:pt x="5195" y="9948"/>
                  </a:lnTo>
                  <a:lnTo>
                    <a:pt x="5636" y="10248"/>
                  </a:lnTo>
                  <a:lnTo>
                    <a:pt x="6077" y="10489"/>
                  </a:lnTo>
                  <a:lnTo>
                    <a:pt x="6518" y="10710"/>
                  </a:lnTo>
                  <a:lnTo>
                    <a:pt x="6939" y="10870"/>
                  </a:lnTo>
                  <a:lnTo>
                    <a:pt x="7361" y="10990"/>
                  </a:lnTo>
                  <a:lnTo>
                    <a:pt x="7561" y="11031"/>
                  </a:lnTo>
                  <a:lnTo>
                    <a:pt x="7762" y="11051"/>
                  </a:lnTo>
                  <a:lnTo>
                    <a:pt x="7942" y="11071"/>
                  </a:lnTo>
                  <a:lnTo>
                    <a:pt x="8123" y="11071"/>
                  </a:lnTo>
                  <a:lnTo>
                    <a:pt x="8303" y="11051"/>
                  </a:lnTo>
                  <a:lnTo>
                    <a:pt x="8464" y="11031"/>
                  </a:lnTo>
                  <a:lnTo>
                    <a:pt x="8544" y="10990"/>
                  </a:lnTo>
                  <a:lnTo>
                    <a:pt x="8624" y="10950"/>
                  </a:lnTo>
                  <a:lnTo>
                    <a:pt x="8684" y="10890"/>
                  </a:lnTo>
                  <a:lnTo>
                    <a:pt x="8744" y="10810"/>
                  </a:lnTo>
                  <a:lnTo>
                    <a:pt x="8805" y="10710"/>
                  </a:lnTo>
                  <a:lnTo>
                    <a:pt x="8845" y="10609"/>
                  </a:lnTo>
                  <a:lnTo>
                    <a:pt x="8905" y="10349"/>
                  </a:lnTo>
                  <a:lnTo>
                    <a:pt x="8945" y="10048"/>
                  </a:lnTo>
                  <a:lnTo>
                    <a:pt x="8945" y="9707"/>
                  </a:lnTo>
                  <a:lnTo>
                    <a:pt x="8925" y="9306"/>
                  </a:lnTo>
                  <a:lnTo>
                    <a:pt x="8885" y="8885"/>
                  </a:lnTo>
                  <a:lnTo>
                    <a:pt x="8805" y="8423"/>
                  </a:lnTo>
                  <a:lnTo>
                    <a:pt x="8704" y="7942"/>
                  </a:lnTo>
                  <a:lnTo>
                    <a:pt x="8584" y="7421"/>
                  </a:lnTo>
                  <a:lnTo>
                    <a:pt x="8444" y="6899"/>
                  </a:lnTo>
                  <a:lnTo>
                    <a:pt x="8263" y="6358"/>
                  </a:lnTo>
                  <a:lnTo>
                    <a:pt x="8063" y="5816"/>
                  </a:lnTo>
                  <a:lnTo>
                    <a:pt x="7862" y="5275"/>
                  </a:lnTo>
                  <a:lnTo>
                    <a:pt x="7621" y="4713"/>
                  </a:lnTo>
                  <a:lnTo>
                    <a:pt x="7361" y="4192"/>
                  </a:lnTo>
                  <a:lnTo>
                    <a:pt x="7080" y="3650"/>
                  </a:lnTo>
                  <a:lnTo>
                    <a:pt x="6799" y="3149"/>
                  </a:lnTo>
                  <a:lnTo>
                    <a:pt x="6478" y="2648"/>
                  </a:lnTo>
                  <a:lnTo>
                    <a:pt x="6137" y="2186"/>
                  </a:lnTo>
                  <a:lnTo>
                    <a:pt x="5796" y="1765"/>
                  </a:lnTo>
                  <a:lnTo>
                    <a:pt x="5435" y="1364"/>
                  </a:lnTo>
                  <a:lnTo>
                    <a:pt x="5054" y="1003"/>
                  </a:lnTo>
                  <a:lnTo>
                    <a:pt x="4673" y="702"/>
                  </a:lnTo>
                  <a:lnTo>
                    <a:pt x="4473" y="562"/>
                  </a:lnTo>
                  <a:lnTo>
                    <a:pt x="4272" y="442"/>
                  </a:lnTo>
                  <a:lnTo>
                    <a:pt x="4052" y="341"/>
                  </a:lnTo>
                  <a:lnTo>
                    <a:pt x="3851" y="241"/>
                  </a:lnTo>
                  <a:lnTo>
                    <a:pt x="3630" y="161"/>
                  </a:lnTo>
                  <a:lnTo>
                    <a:pt x="3410" y="101"/>
                  </a:lnTo>
                  <a:lnTo>
                    <a:pt x="3189" y="41"/>
                  </a:lnTo>
                  <a:lnTo>
                    <a:pt x="2969" y="21"/>
                  </a:lnTo>
                  <a:lnTo>
                    <a:pt x="274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32"/>
            <p:cNvSpPr/>
            <p:nvPr/>
          </p:nvSpPr>
          <p:spPr>
            <a:xfrm>
              <a:off x="10747950" y="4450325"/>
              <a:ext cx="223625" cy="276775"/>
            </a:xfrm>
            <a:custGeom>
              <a:avLst/>
              <a:gdLst/>
              <a:ahLst/>
              <a:cxnLst/>
              <a:rect l="l" t="t" r="r" b="b"/>
              <a:pathLst>
                <a:path w="8945" h="11071" fill="none" extrusionOk="0">
                  <a:moveTo>
                    <a:pt x="8464" y="11031"/>
                  </a:moveTo>
                  <a:lnTo>
                    <a:pt x="8464" y="11031"/>
                  </a:lnTo>
                  <a:lnTo>
                    <a:pt x="8544" y="10990"/>
                  </a:lnTo>
                  <a:lnTo>
                    <a:pt x="8624" y="10950"/>
                  </a:lnTo>
                  <a:lnTo>
                    <a:pt x="8684" y="10890"/>
                  </a:lnTo>
                  <a:lnTo>
                    <a:pt x="8744" y="10810"/>
                  </a:lnTo>
                  <a:lnTo>
                    <a:pt x="8805" y="10710"/>
                  </a:lnTo>
                  <a:lnTo>
                    <a:pt x="8845" y="10609"/>
                  </a:lnTo>
                  <a:lnTo>
                    <a:pt x="8905" y="10349"/>
                  </a:lnTo>
                  <a:lnTo>
                    <a:pt x="8945" y="10048"/>
                  </a:lnTo>
                  <a:lnTo>
                    <a:pt x="8945" y="9707"/>
                  </a:lnTo>
                  <a:lnTo>
                    <a:pt x="8925" y="9306"/>
                  </a:lnTo>
                  <a:lnTo>
                    <a:pt x="8885" y="8885"/>
                  </a:lnTo>
                  <a:lnTo>
                    <a:pt x="8805" y="8423"/>
                  </a:lnTo>
                  <a:lnTo>
                    <a:pt x="8704" y="7942"/>
                  </a:lnTo>
                  <a:lnTo>
                    <a:pt x="8584" y="7421"/>
                  </a:lnTo>
                  <a:lnTo>
                    <a:pt x="8444" y="6899"/>
                  </a:lnTo>
                  <a:lnTo>
                    <a:pt x="8263" y="6358"/>
                  </a:lnTo>
                  <a:lnTo>
                    <a:pt x="8063" y="5816"/>
                  </a:lnTo>
                  <a:lnTo>
                    <a:pt x="7862" y="5275"/>
                  </a:lnTo>
                  <a:lnTo>
                    <a:pt x="7621" y="4713"/>
                  </a:lnTo>
                  <a:lnTo>
                    <a:pt x="7361" y="4192"/>
                  </a:lnTo>
                  <a:lnTo>
                    <a:pt x="7080" y="3650"/>
                  </a:lnTo>
                  <a:lnTo>
                    <a:pt x="6799" y="3149"/>
                  </a:lnTo>
                  <a:lnTo>
                    <a:pt x="6478" y="2648"/>
                  </a:lnTo>
                  <a:lnTo>
                    <a:pt x="6137" y="2186"/>
                  </a:lnTo>
                  <a:lnTo>
                    <a:pt x="5796" y="1765"/>
                  </a:lnTo>
                  <a:lnTo>
                    <a:pt x="5435" y="1364"/>
                  </a:lnTo>
                  <a:lnTo>
                    <a:pt x="5054" y="1003"/>
                  </a:lnTo>
                  <a:lnTo>
                    <a:pt x="4673" y="702"/>
                  </a:lnTo>
                  <a:lnTo>
                    <a:pt x="4473" y="562"/>
                  </a:lnTo>
                  <a:lnTo>
                    <a:pt x="4272" y="442"/>
                  </a:lnTo>
                  <a:lnTo>
                    <a:pt x="4052" y="341"/>
                  </a:lnTo>
                  <a:lnTo>
                    <a:pt x="3851" y="241"/>
                  </a:lnTo>
                  <a:lnTo>
                    <a:pt x="3630" y="161"/>
                  </a:lnTo>
                  <a:lnTo>
                    <a:pt x="3410" y="101"/>
                  </a:lnTo>
                  <a:lnTo>
                    <a:pt x="3189" y="41"/>
                  </a:lnTo>
                  <a:lnTo>
                    <a:pt x="2969" y="21"/>
                  </a:lnTo>
                  <a:lnTo>
                    <a:pt x="2748" y="1"/>
                  </a:lnTo>
                  <a:lnTo>
                    <a:pt x="2527" y="1"/>
                  </a:lnTo>
                  <a:lnTo>
                    <a:pt x="2287" y="21"/>
                  </a:lnTo>
                  <a:lnTo>
                    <a:pt x="2066" y="81"/>
                  </a:lnTo>
                  <a:lnTo>
                    <a:pt x="1826" y="141"/>
                  </a:lnTo>
                  <a:lnTo>
                    <a:pt x="1585" y="221"/>
                  </a:lnTo>
                  <a:lnTo>
                    <a:pt x="1585" y="221"/>
                  </a:lnTo>
                  <a:lnTo>
                    <a:pt x="1364" y="321"/>
                  </a:lnTo>
                  <a:lnTo>
                    <a:pt x="1144" y="422"/>
                  </a:lnTo>
                  <a:lnTo>
                    <a:pt x="963" y="542"/>
                  </a:lnTo>
                  <a:lnTo>
                    <a:pt x="783" y="662"/>
                  </a:lnTo>
                  <a:lnTo>
                    <a:pt x="642" y="803"/>
                  </a:lnTo>
                  <a:lnTo>
                    <a:pt x="502" y="963"/>
                  </a:lnTo>
                  <a:lnTo>
                    <a:pt x="382" y="1124"/>
                  </a:lnTo>
                  <a:lnTo>
                    <a:pt x="281" y="1284"/>
                  </a:lnTo>
                  <a:lnTo>
                    <a:pt x="201" y="1444"/>
                  </a:lnTo>
                  <a:lnTo>
                    <a:pt x="121" y="1625"/>
                  </a:lnTo>
                  <a:lnTo>
                    <a:pt x="81" y="1825"/>
                  </a:lnTo>
                  <a:lnTo>
                    <a:pt x="41" y="2006"/>
                  </a:lnTo>
                  <a:lnTo>
                    <a:pt x="21" y="2207"/>
                  </a:lnTo>
                  <a:lnTo>
                    <a:pt x="1" y="2427"/>
                  </a:lnTo>
                  <a:lnTo>
                    <a:pt x="1" y="2628"/>
                  </a:lnTo>
                  <a:lnTo>
                    <a:pt x="21" y="2848"/>
                  </a:lnTo>
                  <a:lnTo>
                    <a:pt x="101" y="3289"/>
                  </a:lnTo>
                  <a:lnTo>
                    <a:pt x="221" y="3751"/>
                  </a:lnTo>
                  <a:lnTo>
                    <a:pt x="402" y="4232"/>
                  </a:lnTo>
                  <a:lnTo>
                    <a:pt x="602" y="4713"/>
                  </a:lnTo>
                  <a:lnTo>
                    <a:pt x="843" y="5195"/>
                  </a:lnTo>
                  <a:lnTo>
                    <a:pt x="1144" y="5696"/>
                  </a:lnTo>
                  <a:lnTo>
                    <a:pt x="1445" y="6177"/>
                  </a:lnTo>
                  <a:lnTo>
                    <a:pt x="1806" y="6659"/>
                  </a:lnTo>
                  <a:lnTo>
                    <a:pt x="2166" y="7140"/>
                  </a:lnTo>
                  <a:lnTo>
                    <a:pt x="2568" y="7601"/>
                  </a:lnTo>
                  <a:lnTo>
                    <a:pt x="2969" y="8042"/>
                  </a:lnTo>
                  <a:lnTo>
                    <a:pt x="3390" y="8484"/>
                  </a:lnTo>
                  <a:lnTo>
                    <a:pt x="3831" y="8885"/>
                  </a:lnTo>
                  <a:lnTo>
                    <a:pt x="4272" y="9266"/>
                  </a:lnTo>
                  <a:lnTo>
                    <a:pt x="4733" y="9627"/>
                  </a:lnTo>
                  <a:lnTo>
                    <a:pt x="5195" y="9948"/>
                  </a:lnTo>
                  <a:lnTo>
                    <a:pt x="5636" y="10248"/>
                  </a:lnTo>
                  <a:lnTo>
                    <a:pt x="6077" y="10489"/>
                  </a:lnTo>
                  <a:lnTo>
                    <a:pt x="6518" y="10710"/>
                  </a:lnTo>
                  <a:lnTo>
                    <a:pt x="6939" y="10870"/>
                  </a:lnTo>
                  <a:lnTo>
                    <a:pt x="7361" y="10990"/>
                  </a:lnTo>
                  <a:lnTo>
                    <a:pt x="7561" y="11031"/>
                  </a:lnTo>
                  <a:lnTo>
                    <a:pt x="7762" y="11051"/>
                  </a:lnTo>
                  <a:lnTo>
                    <a:pt x="7942" y="11071"/>
                  </a:lnTo>
                  <a:lnTo>
                    <a:pt x="8123" y="11071"/>
                  </a:lnTo>
                  <a:lnTo>
                    <a:pt x="8303" y="11051"/>
                  </a:lnTo>
                  <a:lnTo>
                    <a:pt x="8464" y="1103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32"/>
            <p:cNvSpPr/>
            <p:nvPr/>
          </p:nvSpPr>
          <p:spPr>
            <a:xfrm>
              <a:off x="10920425" y="4417225"/>
              <a:ext cx="334925" cy="312375"/>
            </a:xfrm>
            <a:custGeom>
              <a:avLst/>
              <a:gdLst/>
              <a:ahLst/>
              <a:cxnLst/>
              <a:rect l="l" t="t" r="r" b="b"/>
              <a:pathLst>
                <a:path w="13397" h="12495" extrusionOk="0">
                  <a:moveTo>
                    <a:pt x="462" y="1"/>
                  </a:moveTo>
                  <a:lnTo>
                    <a:pt x="61" y="21"/>
                  </a:lnTo>
                  <a:lnTo>
                    <a:pt x="221" y="141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0" y="522"/>
                  </a:lnTo>
                  <a:lnTo>
                    <a:pt x="40" y="542"/>
                  </a:lnTo>
                  <a:lnTo>
                    <a:pt x="61" y="562"/>
                  </a:lnTo>
                  <a:lnTo>
                    <a:pt x="81" y="542"/>
                  </a:lnTo>
                  <a:lnTo>
                    <a:pt x="101" y="522"/>
                  </a:lnTo>
                  <a:lnTo>
                    <a:pt x="341" y="242"/>
                  </a:lnTo>
                  <a:lnTo>
                    <a:pt x="582" y="442"/>
                  </a:lnTo>
                  <a:lnTo>
                    <a:pt x="281" y="663"/>
                  </a:lnTo>
                  <a:lnTo>
                    <a:pt x="261" y="703"/>
                  </a:lnTo>
                  <a:lnTo>
                    <a:pt x="261" y="743"/>
                  </a:lnTo>
                  <a:lnTo>
                    <a:pt x="281" y="783"/>
                  </a:lnTo>
                  <a:lnTo>
                    <a:pt x="321" y="803"/>
                  </a:lnTo>
                  <a:lnTo>
                    <a:pt x="341" y="783"/>
                  </a:lnTo>
                  <a:lnTo>
                    <a:pt x="742" y="562"/>
                  </a:lnTo>
                  <a:lnTo>
                    <a:pt x="1003" y="803"/>
                  </a:lnTo>
                  <a:lnTo>
                    <a:pt x="1244" y="1024"/>
                  </a:lnTo>
                  <a:lnTo>
                    <a:pt x="1705" y="1545"/>
                  </a:lnTo>
                  <a:lnTo>
                    <a:pt x="2146" y="2067"/>
                  </a:lnTo>
                  <a:lnTo>
                    <a:pt x="2567" y="2628"/>
                  </a:lnTo>
                  <a:lnTo>
                    <a:pt x="2948" y="3210"/>
                  </a:lnTo>
                  <a:lnTo>
                    <a:pt x="3289" y="3771"/>
                  </a:lnTo>
                  <a:lnTo>
                    <a:pt x="3590" y="4333"/>
                  </a:lnTo>
                  <a:lnTo>
                    <a:pt x="3851" y="4894"/>
                  </a:lnTo>
                  <a:lnTo>
                    <a:pt x="4071" y="5416"/>
                  </a:lnTo>
                  <a:lnTo>
                    <a:pt x="4272" y="5937"/>
                  </a:lnTo>
                  <a:lnTo>
                    <a:pt x="4452" y="6479"/>
                  </a:lnTo>
                  <a:lnTo>
                    <a:pt x="4593" y="7020"/>
                  </a:lnTo>
                  <a:lnTo>
                    <a:pt x="4593" y="7020"/>
                  </a:lnTo>
                  <a:lnTo>
                    <a:pt x="4292" y="7000"/>
                  </a:lnTo>
                  <a:lnTo>
                    <a:pt x="3971" y="6980"/>
                  </a:lnTo>
                  <a:lnTo>
                    <a:pt x="3951" y="6980"/>
                  </a:lnTo>
                  <a:lnTo>
                    <a:pt x="3931" y="7000"/>
                  </a:lnTo>
                  <a:lnTo>
                    <a:pt x="3931" y="7040"/>
                  </a:lnTo>
                  <a:lnTo>
                    <a:pt x="3951" y="7060"/>
                  </a:lnTo>
                  <a:lnTo>
                    <a:pt x="4553" y="7180"/>
                  </a:lnTo>
                  <a:lnTo>
                    <a:pt x="4312" y="7421"/>
                  </a:lnTo>
                  <a:lnTo>
                    <a:pt x="4051" y="7642"/>
                  </a:lnTo>
                  <a:lnTo>
                    <a:pt x="4031" y="7662"/>
                  </a:lnTo>
                  <a:lnTo>
                    <a:pt x="4051" y="7682"/>
                  </a:lnTo>
                  <a:lnTo>
                    <a:pt x="4051" y="7702"/>
                  </a:lnTo>
                  <a:lnTo>
                    <a:pt x="4112" y="7702"/>
                  </a:lnTo>
                  <a:lnTo>
                    <a:pt x="4673" y="7321"/>
                  </a:lnTo>
                  <a:lnTo>
                    <a:pt x="4793" y="7862"/>
                  </a:lnTo>
                  <a:lnTo>
                    <a:pt x="4874" y="8404"/>
                  </a:lnTo>
                  <a:lnTo>
                    <a:pt x="4954" y="8945"/>
                  </a:lnTo>
                  <a:lnTo>
                    <a:pt x="4994" y="9507"/>
                  </a:lnTo>
                  <a:lnTo>
                    <a:pt x="5014" y="10048"/>
                  </a:lnTo>
                  <a:lnTo>
                    <a:pt x="5034" y="10610"/>
                  </a:lnTo>
                  <a:lnTo>
                    <a:pt x="5014" y="11171"/>
                  </a:lnTo>
                  <a:lnTo>
                    <a:pt x="4974" y="11733"/>
                  </a:lnTo>
                  <a:lnTo>
                    <a:pt x="4593" y="11753"/>
                  </a:lnTo>
                  <a:lnTo>
                    <a:pt x="4553" y="11773"/>
                  </a:lnTo>
                  <a:lnTo>
                    <a:pt x="4553" y="11793"/>
                  </a:lnTo>
                  <a:lnTo>
                    <a:pt x="4553" y="11833"/>
                  </a:lnTo>
                  <a:lnTo>
                    <a:pt x="4593" y="11853"/>
                  </a:lnTo>
                  <a:lnTo>
                    <a:pt x="4974" y="11873"/>
                  </a:lnTo>
                  <a:lnTo>
                    <a:pt x="4894" y="12495"/>
                  </a:lnTo>
                  <a:lnTo>
                    <a:pt x="4894" y="12495"/>
                  </a:lnTo>
                  <a:lnTo>
                    <a:pt x="5134" y="12475"/>
                  </a:lnTo>
                  <a:lnTo>
                    <a:pt x="5235" y="11893"/>
                  </a:lnTo>
                  <a:lnTo>
                    <a:pt x="5275" y="11893"/>
                  </a:lnTo>
                  <a:lnTo>
                    <a:pt x="5315" y="11873"/>
                  </a:lnTo>
                  <a:lnTo>
                    <a:pt x="5335" y="11853"/>
                  </a:lnTo>
                  <a:lnTo>
                    <a:pt x="5355" y="11793"/>
                  </a:lnTo>
                  <a:lnTo>
                    <a:pt x="5335" y="11733"/>
                  </a:lnTo>
                  <a:lnTo>
                    <a:pt x="5315" y="11713"/>
                  </a:lnTo>
                  <a:lnTo>
                    <a:pt x="5255" y="11713"/>
                  </a:lnTo>
                  <a:lnTo>
                    <a:pt x="5295" y="11312"/>
                  </a:lnTo>
                  <a:lnTo>
                    <a:pt x="5315" y="10931"/>
                  </a:lnTo>
                  <a:lnTo>
                    <a:pt x="5335" y="10530"/>
                  </a:lnTo>
                  <a:lnTo>
                    <a:pt x="5335" y="10128"/>
                  </a:lnTo>
                  <a:lnTo>
                    <a:pt x="5355" y="10169"/>
                  </a:lnTo>
                  <a:lnTo>
                    <a:pt x="5395" y="10189"/>
                  </a:lnTo>
                  <a:lnTo>
                    <a:pt x="5435" y="10189"/>
                  </a:lnTo>
                  <a:lnTo>
                    <a:pt x="6037" y="9868"/>
                  </a:lnTo>
                  <a:lnTo>
                    <a:pt x="6638" y="9547"/>
                  </a:lnTo>
                  <a:lnTo>
                    <a:pt x="7260" y="9206"/>
                  </a:lnTo>
                  <a:lnTo>
                    <a:pt x="7842" y="8845"/>
                  </a:lnTo>
                  <a:lnTo>
                    <a:pt x="7862" y="8965"/>
                  </a:lnTo>
                  <a:lnTo>
                    <a:pt x="7862" y="9106"/>
                  </a:lnTo>
                  <a:lnTo>
                    <a:pt x="7902" y="9146"/>
                  </a:lnTo>
                  <a:lnTo>
                    <a:pt x="7942" y="9166"/>
                  </a:lnTo>
                  <a:lnTo>
                    <a:pt x="8002" y="9146"/>
                  </a:lnTo>
                  <a:lnTo>
                    <a:pt x="8042" y="9106"/>
                  </a:lnTo>
                  <a:lnTo>
                    <a:pt x="8082" y="9005"/>
                  </a:lnTo>
                  <a:lnTo>
                    <a:pt x="8082" y="8905"/>
                  </a:lnTo>
                  <a:lnTo>
                    <a:pt x="8082" y="8685"/>
                  </a:lnTo>
                  <a:lnTo>
                    <a:pt x="8423" y="8464"/>
                  </a:lnTo>
                  <a:lnTo>
                    <a:pt x="8443" y="8604"/>
                  </a:lnTo>
                  <a:lnTo>
                    <a:pt x="8483" y="8725"/>
                  </a:lnTo>
                  <a:lnTo>
                    <a:pt x="8524" y="8785"/>
                  </a:lnTo>
                  <a:lnTo>
                    <a:pt x="8584" y="8805"/>
                  </a:lnTo>
                  <a:lnTo>
                    <a:pt x="8644" y="8785"/>
                  </a:lnTo>
                  <a:lnTo>
                    <a:pt x="8684" y="8725"/>
                  </a:lnTo>
                  <a:lnTo>
                    <a:pt x="8704" y="8624"/>
                  </a:lnTo>
                  <a:lnTo>
                    <a:pt x="8684" y="8524"/>
                  </a:lnTo>
                  <a:lnTo>
                    <a:pt x="8684" y="8424"/>
                  </a:lnTo>
                  <a:lnTo>
                    <a:pt x="8644" y="8324"/>
                  </a:lnTo>
                  <a:lnTo>
                    <a:pt x="9366" y="7822"/>
                  </a:lnTo>
                  <a:lnTo>
                    <a:pt x="10088" y="7281"/>
                  </a:lnTo>
                  <a:lnTo>
                    <a:pt x="10790" y="6739"/>
                  </a:lnTo>
                  <a:lnTo>
                    <a:pt x="11472" y="6178"/>
                  </a:lnTo>
                  <a:lnTo>
                    <a:pt x="11632" y="6378"/>
                  </a:lnTo>
                  <a:lnTo>
                    <a:pt x="11672" y="6398"/>
                  </a:lnTo>
                  <a:lnTo>
                    <a:pt x="11772" y="6398"/>
                  </a:lnTo>
                  <a:lnTo>
                    <a:pt x="11833" y="6338"/>
                  </a:lnTo>
                  <a:lnTo>
                    <a:pt x="11853" y="6278"/>
                  </a:lnTo>
                  <a:lnTo>
                    <a:pt x="11833" y="6218"/>
                  </a:lnTo>
                  <a:lnTo>
                    <a:pt x="11672" y="5997"/>
                  </a:lnTo>
                  <a:lnTo>
                    <a:pt x="12254" y="5456"/>
                  </a:lnTo>
                  <a:lnTo>
                    <a:pt x="12815" y="4894"/>
                  </a:lnTo>
                  <a:lnTo>
                    <a:pt x="12795" y="5055"/>
                  </a:lnTo>
                  <a:lnTo>
                    <a:pt x="12795" y="5095"/>
                  </a:lnTo>
                  <a:lnTo>
                    <a:pt x="12815" y="5115"/>
                  </a:lnTo>
                  <a:lnTo>
                    <a:pt x="12855" y="5135"/>
                  </a:lnTo>
                  <a:lnTo>
                    <a:pt x="12875" y="5135"/>
                  </a:lnTo>
                  <a:lnTo>
                    <a:pt x="12935" y="5115"/>
                  </a:lnTo>
                  <a:lnTo>
                    <a:pt x="12976" y="5075"/>
                  </a:lnTo>
                  <a:lnTo>
                    <a:pt x="13016" y="4934"/>
                  </a:lnTo>
                  <a:lnTo>
                    <a:pt x="13036" y="4774"/>
                  </a:lnTo>
                  <a:lnTo>
                    <a:pt x="13256" y="4914"/>
                  </a:lnTo>
                  <a:lnTo>
                    <a:pt x="13337" y="4914"/>
                  </a:lnTo>
                  <a:lnTo>
                    <a:pt x="13357" y="4874"/>
                  </a:lnTo>
                  <a:lnTo>
                    <a:pt x="13377" y="4854"/>
                  </a:lnTo>
                  <a:lnTo>
                    <a:pt x="13337" y="4814"/>
                  </a:lnTo>
                  <a:lnTo>
                    <a:pt x="13216" y="4714"/>
                  </a:lnTo>
                  <a:lnTo>
                    <a:pt x="13076" y="4634"/>
                  </a:lnTo>
                  <a:lnTo>
                    <a:pt x="13377" y="4313"/>
                  </a:lnTo>
                  <a:lnTo>
                    <a:pt x="13397" y="4273"/>
                  </a:lnTo>
                  <a:lnTo>
                    <a:pt x="13397" y="4232"/>
                  </a:lnTo>
                  <a:lnTo>
                    <a:pt x="13357" y="4212"/>
                  </a:lnTo>
                  <a:lnTo>
                    <a:pt x="13337" y="4192"/>
                  </a:lnTo>
                  <a:lnTo>
                    <a:pt x="13276" y="4212"/>
                  </a:lnTo>
                  <a:lnTo>
                    <a:pt x="13056" y="4393"/>
                  </a:lnTo>
                  <a:lnTo>
                    <a:pt x="13016" y="4012"/>
                  </a:lnTo>
                  <a:lnTo>
                    <a:pt x="12996" y="3952"/>
                  </a:lnTo>
                  <a:lnTo>
                    <a:pt x="12956" y="3932"/>
                  </a:lnTo>
                  <a:lnTo>
                    <a:pt x="12915" y="3952"/>
                  </a:lnTo>
                  <a:lnTo>
                    <a:pt x="12895" y="4012"/>
                  </a:lnTo>
                  <a:lnTo>
                    <a:pt x="12895" y="4273"/>
                  </a:lnTo>
                  <a:lnTo>
                    <a:pt x="12855" y="4553"/>
                  </a:lnTo>
                  <a:lnTo>
                    <a:pt x="12514" y="4453"/>
                  </a:lnTo>
                  <a:lnTo>
                    <a:pt x="12494" y="4453"/>
                  </a:lnTo>
                  <a:lnTo>
                    <a:pt x="12494" y="4473"/>
                  </a:lnTo>
                  <a:lnTo>
                    <a:pt x="12494" y="4493"/>
                  </a:lnTo>
                  <a:lnTo>
                    <a:pt x="12494" y="4513"/>
                  </a:lnTo>
                  <a:lnTo>
                    <a:pt x="12635" y="4573"/>
                  </a:lnTo>
                  <a:lnTo>
                    <a:pt x="12775" y="4634"/>
                  </a:lnTo>
                  <a:lnTo>
                    <a:pt x="11431" y="5737"/>
                  </a:lnTo>
                  <a:lnTo>
                    <a:pt x="11171" y="5476"/>
                  </a:lnTo>
                  <a:lnTo>
                    <a:pt x="11131" y="5456"/>
                  </a:lnTo>
                  <a:lnTo>
                    <a:pt x="11090" y="5476"/>
                  </a:lnTo>
                  <a:lnTo>
                    <a:pt x="11070" y="5496"/>
                  </a:lnTo>
                  <a:lnTo>
                    <a:pt x="11050" y="5536"/>
                  </a:lnTo>
                  <a:lnTo>
                    <a:pt x="11070" y="5576"/>
                  </a:lnTo>
                  <a:lnTo>
                    <a:pt x="11271" y="5857"/>
                  </a:lnTo>
                  <a:lnTo>
                    <a:pt x="10308" y="6639"/>
                  </a:lnTo>
                  <a:lnTo>
                    <a:pt x="9827" y="7020"/>
                  </a:lnTo>
                  <a:lnTo>
                    <a:pt x="9346" y="7381"/>
                  </a:lnTo>
                  <a:lnTo>
                    <a:pt x="8443" y="8003"/>
                  </a:lnTo>
                  <a:lnTo>
                    <a:pt x="8323" y="7862"/>
                  </a:lnTo>
                  <a:lnTo>
                    <a:pt x="8203" y="7742"/>
                  </a:lnTo>
                  <a:lnTo>
                    <a:pt x="8163" y="7722"/>
                  </a:lnTo>
                  <a:lnTo>
                    <a:pt x="8122" y="7742"/>
                  </a:lnTo>
                  <a:lnTo>
                    <a:pt x="8102" y="7762"/>
                  </a:lnTo>
                  <a:lnTo>
                    <a:pt x="8102" y="7802"/>
                  </a:lnTo>
                  <a:lnTo>
                    <a:pt x="8122" y="7842"/>
                  </a:lnTo>
                  <a:lnTo>
                    <a:pt x="8223" y="7963"/>
                  </a:lnTo>
                  <a:lnTo>
                    <a:pt x="8303" y="8123"/>
                  </a:lnTo>
                  <a:lnTo>
                    <a:pt x="7982" y="8324"/>
                  </a:lnTo>
                  <a:lnTo>
                    <a:pt x="7902" y="8143"/>
                  </a:lnTo>
                  <a:lnTo>
                    <a:pt x="7802" y="7983"/>
                  </a:lnTo>
                  <a:lnTo>
                    <a:pt x="7781" y="7963"/>
                  </a:lnTo>
                  <a:lnTo>
                    <a:pt x="7741" y="7943"/>
                  </a:lnTo>
                  <a:lnTo>
                    <a:pt x="7701" y="7963"/>
                  </a:lnTo>
                  <a:lnTo>
                    <a:pt x="7661" y="7983"/>
                  </a:lnTo>
                  <a:lnTo>
                    <a:pt x="7661" y="8023"/>
                  </a:lnTo>
                  <a:lnTo>
                    <a:pt x="7661" y="8083"/>
                  </a:lnTo>
                  <a:lnTo>
                    <a:pt x="7741" y="8263"/>
                  </a:lnTo>
                  <a:lnTo>
                    <a:pt x="7802" y="8444"/>
                  </a:lnTo>
                  <a:lnTo>
                    <a:pt x="5355" y="10048"/>
                  </a:lnTo>
                  <a:lnTo>
                    <a:pt x="5335" y="10088"/>
                  </a:lnTo>
                  <a:lnTo>
                    <a:pt x="5295" y="9366"/>
                  </a:lnTo>
                  <a:lnTo>
                    <a:pt x="5215" y="8644"/>
                  </a:lnTo>
                  <a:lnTo>
                    <a:pt x="5094" y="7943"/>
                  </a:lnTo>
                  <a:lnTo>
                    <a:pt x="4934" y="7221"/>
                  </a:lnTo>
                  <a:lnTo>
                    <a:pt x="4934" y="7221"/>
                  </a:lnTo>
                  <a:lnTo>
                    <a:pt x="5054" y="7241"/>
                  </a:lnTo>
                  <a:lnTo>
                    <a:pt x="5154" y="7221"/>
                  </a:lnTo>
                  <a:lnTo>
                    <a:pt x="5215" y="7201"/>
                  </a:lnTo>
                  <a:lnTo>
                    <a:pt x="5235" y="7140"/>
                  </a:lnTo>
                  <a:lnTo>
                    <a:pt x="5235" y="7100"/>
                  </a:lnTo>
                  <a:lnTo>
                    <a:pt x="5215" y="7080"/>
                  </a:lnTo>
                  <a:lnTo>
                    <a:pt x="5174" y="7060"/>
                  </a:lnTo>
                  <a:lnTo>
                    <a:pt x="5014" y="7040"/>
                  </a:lnTo>
                  <a:lnTo>
                    <a:pt x="5215" y="6840"/>
                  </a:lnTo>
                  <a:lnTo>
                    <a:pt x="5395" y="6639"/>
                  </a:lnTo>
                  <a:lnTo>
                    <a:pt x="5415" y="6599"/>
                  </a:lnTo>
                  <a:lnTo>
                    <a:pt x="5395" y="6559"/>
                  </a:lnTo>
                  <a:lnTo>
                    <a:pt x="5375" y="6539"/>
                  </a:lnTo>
                  <a:lnTo>
                    <a:pt x="5335" y="6519"/>
                  </a:lnTo>
                  <a:lnTo>
                    <a:pt x="5295" y="6539"/>
                  </a:lnTo>
                  <a:lnTo>
                    <a:pt x="5074" y="6719"/>
                  </a:lnTo>
                  <a:lnTo>
                    <a:pt x="4854" y="6900"/>
                  </a:lnTo>
                  <a:lnTo>
                    <a:pt x="4673" y="6298"/>
                  </a:lnTo>
                  <a:lnTo>
                    <a:pt x="4473" y="5696"/>
                  </a:lnTo>
                  <a:lnTo>
                    <a:pt x="4232" y="5095"/>
                  </a:lnTo>
                  <a:lnTo>
                    <a:pt x="3971" y="4513"/>
                  </a:lnTo>
                  <a:lnTo>
                    <a:pt x="3710" y="3992"/>
                  </a:lnTo>
                  <a:lnTo>
                    <a:pt x="3390" y="3450"/>
                  </a:lnTo>
                  <a:lnTo>
                    <a:pt x="3069" y="2889"/>
                  </a:lnTo>
                  <a:lnTo>
                    <a:pt x="2708" y="2367"/>
                  </a:lnTo>
                  <a:lnTo>
                    <a:pt x="2307" y="1846"/>
                  </a:lnTo>
                  <a:lnTo>
                    <a:pt x="1885" y="1345"/>
                  </a:lnTo>
                  <a:lnTo>
                    <a:pt x="1424" y="883"/>
                  </a:lnTo>
                  <a:lnTo>
                    <a:pt x="1184" y="663"/>
                  </a:lnTo>
                  <a:lnTo>
                    <a:pt x="943" y="462"/>
                  </a:lnTo>
                  <a:lnTo>
                    <a:pt x="1123" y="362"/>
                  </a:lnTo>
                  <a:lnTo>
                    <a:pt x="1284" y="242"/>
                  </a:lnTo>
                  <a:lnTo>
                    <a:pt x="1304" y="222"/>
                  </a:lnTo>
                  <a:lnTo>
                    <a:pt x="1304" y="181"/>
                  </a:lnTo>
                  <a:lnTo>
                    <a:pt x="1284" y="141"/>
                  </a:lnTo>
                  <a:lnTo>
                    <a:pt x="1244" y="141"/>
                  </a:lnTo>
                  <a:lnTo>
                    <a:pt x="1123" y="161"/>
                  </a:lnTo>
                  <a:lnTo>
                    <a:pt x="1003" y="201"/>
                  </a:lnTo>
                  <a:lnTo>
                    <a:pt x="782" y="322"/>
                  </a:lnTo>
                  <a:lnTo>
                    <a:pt x="482" y="81"/>
                  </a:lnTo>
                  <a:lnTo>
                    <a:pt x="5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32"/>
            <p:cNvSpPr/>
            <p:nvPr/>
          </p:nvSpPr>
          <p:spPr>
            <a:xfrm>
              <a:off x="10716375" y="4375625"/>
              <a:ext cx="391075" cy="391075"/>
            </a:xfrm>
            <a:custGeom>
              <a:avLst/>
              <a:gdLst/>
              <a:ahLst/>
              <a:cxnLst/>
              <a:rect l="l" t="t" r="r" b="b"/>
              <a:pathLst>
                <a:path w="15643" h="15643" extrusionOk="0">
                  <a:moveTo>
                    <a:pt x="5656" y="0"/>
                  </a:moveTo>
                  <a:lnTo>
                    <a:pt x="5094" y="20"/>
                  </a:lnTo>
                  <a:lnTo>
                    <a:pt x="4532" y="101"/>
                  </a:lnTo>
                  <a:lnTo>
                    <a:pt x="3991" y="201"/>
                  </a:lnTo>
                  <a:lnTo>
                    <a:pt x="3470" y="361"/>
                  </a:lnTo>
                  <a:lnTo>
                    <a:pt x="3209" y="462"/>
                  </a:lnTo>
                  <a:lnTo>
                    <a:pt x="2968" y="562"/>
                  </a:lnTo>
                  <a:lnTo>
                    <a:pt x="2728" y="682"/>
                  </a:lnTo>
                  <a:lnTo>
                    <a:pt x="2507" y="803"/>
                  </a:lnTo>
                  <a:lnTo>
                    <a:pt x="2286" y="943"/>
                  </a:lnTo>
                  <a:lnTo>
                    <a:pt x="2066" y="1083"/>
                  </a:lnTo>
                  <a:lnTo>
                    <a:pt x="1865" y="1244"/>
                  </a:lnTo>
                  <a:lnTo>
                    <a:pt x="1665" y="1404"/>
                  </a:lnTo>
                  <a:lnTo>
                    <a:pt x="1484" y="1585"/>
                  </a:lnTo>
                  <a:lnTo>
                    <a:pt x="1304" y="1765"/>
                  </a:lnTo>
                  <a:lnTo>
                    <a:pt x="1143" y="1966"/>
                  </a:lnTo>
                  <a:lnTo>
                    <a:pt x="983" y="2166"/>
                  </a:lnTo>
                  <a:lnTo>
                    <a:pt x="842" y="2387"/>
                  </a:lnTo>
                  <a:lnTo>
                    <a:pt x="702" y="2607"/>
                  </a:lnTo>
                  <a:lnTo>
                    <a:pt x="582" y="2828"/>
                  </a:lnTo>
                  <a:lnTo>
                    <a:pt x="461" y="3089"/>
                  </a:lnTo>
                  <a:lnTo>
                    <a:pt x="361" y="3329"/>
                  </a:lnTo>
                  <a:lnTo>
                    <a:pt x="261" y="3590"/>
                  </a:lnTo>
                  <a:lnTo>
                    <a:pt x="181" y="3871"/>
                  </a:lnTo>
                  <a:lnTo>
                    <a:pt x="121" y="4152"/>
                  </a:lnTo>
                  <a:lnTo>
                    <a:pt x="80" y="4432"/>
                  </a:lnTo>
                  <a:lnTo>
                    <a:pt x="40" y="4733"/>
                  </a:lnTo>
                  <a:lnTo>
                    <a:pt x="20" y="5034"/>
                  </a:lnTo>
                  <a:lnTo>
                    <a:pt x="0" y="5355"/>
                  </a:lnTo>
                  <a:lnTo>
                    <a:pt x="0" y="5375"/>
                  </a:lnTo>
                  <a:lnTo>
                    <a:pt x="20" y="5836"/>
                  </a:lnTo>
                  <a:lnTo>
                    <a:pt x="80" y="6298"/>
                  </a:lnTo>
                  <a:lnTo>
                    <a:pt x="181" y="6739"/>
                  </a:lnTo>
                  <a:lnTo>
                    <a:pt x="301" y="7200"/>
                  </a:lnTo>
                  <a:lnTo>
                    <a:pt x="461" y="7661"/>
                  </a:lnTo>
                  <a:lnTo>
                    <a:pt x="642" y="8122"/>
                  </a:lnTo>
                  <a:lnTo>
                    <a:pt x="863" y="8564"/>
                  </a:lnTo>
                  <a:lnTo>
                    <a:pt x="1103" y="9025"/>
                  </a:lnTo>
                  <a:lnTo>
                    <a:pt x="1384" y="9466"/>
                  </a:lnTo>
                  <a:lnTo>
                    <a:pt x="1665" y="9887"/>
                  </a:lnTo>
                  <a:lnTo>
                    <a:pt x="1986" y="10328"/>
                  </a:lnTo>
                  <a:lnTo>
                    <a:pt x="2327" y="10750"/>
                  </a:lnTo>
                  <a:lnTo>
                    <a:pt x="2667" y="11151"/>
                  </a:lnTo>
                  <a:lnTo>
                    <a:pt x="3048" y="11552"/>
                  </a:lnTo>
                  <a:lnTo>
                    <a:pt x="3429" y="11953"/>
                  </a:lnTo>
                  <a:lnTo>
                    <a:pt x="3831" y="12314"/>
                  </a:lnTo>
                  <a:lnTo>
                    <a:pt x="4232" y="12675"/>
                  </a:lnTo>
                  <a:lnTo>
                    <a:pt x="4653" y="13016"/>
                  </a:lnTo>
                  <a:lnTo>
                    <a:pt x="5074" y="13357"/>
                  </a:lnTo>
                  <a:lnTo>
                    <a:pt x="5515" y="13658"/>
                  </a:lnTo>
                  <a:lnTo>
                    <a:pt x="5936" y="13958"/>
                  </a:lnTo>
                  <a:lnTo>
                    <a:pt x="6378" y="14239"/>
                  </a:lnTo>
                  <a:lnTo>
                    <a:pt x="6819" y="14480"/>
                  </a:lnTo>
                  <a:lnTo>
                    <a:pt x="7260" y="14720"/>
                  </a:lnTo>
                  <a:lnTo>
                    <a:pt x="7701" y="14921"/>
                  </a:lnTo>
                  <a:lnTo>
                    <a:pt x="8122" y="15101"/>
                  </a:lnTo>
                  <a:lnTo>
                    <a:pt x="8563" y="15262"/>
                  </a:lnTo>
                  <a:lnTo>
                    <a:pt x="8985" y="15402"/>
                  </a:lnTo>
                  <a:lnTo>
                    <a:pt x="9386" y="15503"/>
                  </a:lnTo>
                  <a:lnTo>
                    <a:pt x="9787" y="15583"/>
                  </a:lnTo>
                  <a:lnTo>
                    <a:pt x="10168" y="15623"/>
                  </a:lnTo>
                  <a:lnTo>
                    <a:pt x="10529" y="15643"/>
                  </a:lnTo>
                  <a:lnTo>
                    <a:pt x="10789" y="15643"/>
                  </a:lnTo>
                  <a:lnTo>
                    <a:pt x="11050" y="15603"/>
                  </a:lnTo>
                  <a:lnTo>
                    <a:pt x="11331" y="15563"/>
                  </a:lnTo>
                  <a:lnTo>
                    <a:pt x="11612" y="15503"/>
                  </a:lnTo>
                  <a:lnTo>
                    <a:pt x="11892" y="15442"/>
                  </a:lnTo>
                  <a:lnTo>
                    <a:pt x="12494" y="15262"/>
                  </a:lnTo>
                  <a:lnTo>
                    <a:pt x="13116" y="15021"/>
                  </a:lnTo>
                  <a:lnTo>
                    <a:pt x="13738" y="14740"/>
                  </a:lnTo>
                  <a:lnTo>
                    <a:pt x="14379" y="14420"/>
                  </a:lnTo>
                  <a:lnTo>
                    <a:pt x="15001" y="14039"/>
                  </a:lnTo>
                  <a:lnTo>
                    <a:pt x="15643" y="13637"/>
                  </a:lnTo>
                  <a:lnTo>
                    <a:pt x="15643" y="13637"/>
                  </a:lnTo>
                  <a:lnTo>
                    <a:pt x="15061" y="13818"/>
                  </a:lnTo>
                  <a:lnTo>
                    <a:pt x="14480" y="13958"/>
                  </a:lnTo>
                  <a:lnTo>
                    <a:pt x="13898" y="14059"/>
                  </a:lnTo>
                  <a:lnTo>
                    <a:pt x="13296" y="14139"/>
                  </a:lnTo>
                  <a:lnTo>
                    <a:pt x="13236" y="14460"/>
                  </a:lnTo>
                  <a:lnTo>
                    <a:pt x="13156" y="14801"/>
                  </a:lnTo>
                  <a:lnTo>
                    <a:pt x="13136" y="14841"/>
                  </a:lnTo>
                  <a:lnTo>
                    <a:pt x="13076" y="14861"/>
                  </a:lnTo>
                  <a:lnTo>
                    <a:pt x="13036" y="14861"/>
                  </a:lnTo>
                  <a:lnTo>
                    <a:pt x="13016" y="14821"/>
                  </a:lnTo>
                  <a:lnTo>
                    <a:pt x="12995" y="14801"/>
                  </a:lnTo>
                  <a:lnTo>
                    <a:pt x="12975" y="14740"/>
                  </a:lnTo>
                  <a:lnTo>
                    <a:pt x="13056" y="14159"/>
                  </a:lnTo>
                  <a:lnTo>
                    <a:pt x="12695" y="14179"/>
                  </a:lnTo>
                  <a:lnTo>
                    <a:pt x="12334" y="14179"/>
                  </a:lnTo>
                  <a:lnTo>
                    <a:pt x="11752" y="14159"/>
                  </a:lnTo>
                  <a:lnTo>
                    <a:pt x="11171" y="14099"/>
                  </a:lnTo>
                  <a:lnTo>
                    <a:pt x="10569" y="14019"/>
                  </a:lnTo>
                  <a:lnTo>
                    <a:pt x="9967" y="13858"/>
                  </a:lnTo>
                  <a:lnTo>
                    <a:pt x="9867" y="13958"/>
                  </a:lnTo>
                  <a:lnTo>
                    <a:pt x="9727" y="14019"/>
                  </a:lnTo>
                  <a:lnTo>
                    <a:pt x="9506" y="14039"/>
                  </a:lnTo>
                  <a:lnTo>
                    <a:pt x="9285" y="14059"/>
                  </a:lnTo>
                  <a:lnTo>
                    <a:pt x="9105" y="14059"/>
                  </a:lnTo>
                  <a:lnTo>
                    <a:pt x="8924" y="14039"/>
                  </a:lnTo>
                  <a:lnTo>
                    <a:pt x="8543" y="13958"/>
                  </a:lnTo>
                  <a:lnTo>
                    <a:pt x="8142" y="13838"/>
                  </a:lnTo>
                  <a:lnTo>
                    <a:pt x="7741" y="13678"/>
                  </a:lnTo>
                  <a:lnTo>
                    <a:pt x="7320" y="13457"/>
                  </a:lnTo>
                  <a:lnTo>
                    <a:pt x="6879" y="13216"/>
                  </a:lnTo>
                  <a:lnTo>
                    <a:pt x="6458" y="12936"/>
                  </a:lnTo>
                  <a:lnTo>
                    <a:pt x="6017" y="12635"/>
                  </a:lnTo>
                  <a:lnTo>
                    <a:pt x="5575" y="12294"/>
                  </a:lnTo>
                  <a:lnTo>
                    <a:pt x="5154" y="11913"/>
                  </a:lnTo>
                  <a:lnTo>
                    <a:pt x="4733" y="11532"/>
                  </a:lnTo>
                  <a:lnTo>
                    <a:pt x="4312" y="11131"/>
                  </a:lnTo>
                  <a:lnTo>
                    <a:pt x="3911" y="10689"/>
                  </a:lnTo>
                  <a:lnTo>
                    <a:pt x="3530" y="10248"/>
                  </a:lnTo>
                  <a:lnTo>
                    <a:pt x="3169" y="9807"/>
                  </a:lnTo>
                  <a:lnTo>
                    <a:pt x="2828" y="9346"/>
                  </a:lnTo>
                  <a:lnTo>
                    <a:pt x="2527" y="8865"/>
                  </a:lnTo>
                  <a:lnTo>
                    <a:pt x="2226" y="8403"/>
                  </a:lnTo>
                  <a:lnTo>
                    <a:pt x="1986" y="7942"/>
                  </a:lnTo>
                  <a:lnTo>
                    <a:pt x="1765" y="7461"/>
                  </a:lnTo>
                  <a:lnTo>
                    <a:pt x="1584" y="7019"/>
                  </a:lnTo>
                  <a:lnTo>
                    <a:pt x="1424" y="6558"/>
                  </a:lnTo>
                  <a:lnTo>
                    <a:pt x="1324" y="6117"/>
                  </a:lnTo>
                  <a:lnTo>
                    <a:pt x="1284" y="5696"/>
                  </a:lnTo>
                  <a:lnTo>
                    <a:pt x="1264" y="5495"/>
                  </a:lnTo>
                  <a:lnTo>
                    <a:pt x="1264" y="5295"/>
                  </a:lnTo>
                  <a:lnTo>
                    <a:pt x="1284" y="5094"/>
                  </a:lnTo>
                  <a:lnTo>
                    <a:pt x="1324" y="4914"/>
                  </a:lnTo>
                  <a:lnTo>
                    <a:pt x="1364" y="4733"/>
                  </a:lnTo>
                  <a:lnTo>
                    <a:pt x="1424" y="4553"/>
                  </a:lnTo>
                  <a:lnTo>
                    <a:pt x="1484" y="4372"/>
                  </a:lnTo>
                  <a:lnTo>
                    <a:pt x="1584" y="4212"/>
                  </a:lnTo>
                  <a:lnTo>
                    <a:pt x="1685" y="4051"/>
                  </a:lnTo>
                  <a:lnTo>
                    <a:pt x="1805" y="3911"/>
                  </a:lnTo>
                  <a:lnTo>
                    <a:pt x="1925" y="3771"/>
                  </a:lnTo>
                  <a:lnTo>
                    <a:pt x="2086" y="3630"/>
                  </a:lnTo>
                  <a:lnTo>
                    <a:pt x="2246" y="3510"/>
                  </a:lnTo>
                  <a:lnTo>
                    <a:pt x="2427" y="3410"/>
                  </a:lnTo>
                  <a:lnTo>
                    <a:pt x="2627" y="3289"/>
                  </a:lnTo>
                  <a:lnTo>
                    <a:pt x="2848" y="3209"/>
                  </a:lnTo>
                  <a:lnTo>
                    <a:pt x="3129" y="3109"/>
                  </a:lnTo>
                  <a:lnTo>
                    <a:pt x="3409" y="3049"/>
                  </a:lnTo>
                  <a:lnTo>
                    <a:pt x="3670" y="3009"/>
                  </a:lnTo>
                  <a:lnTo>
                    <a:pt x="3951" y="2989"/>
                  </a:lnTo>
                  <a:lnTo>
                    <a:pt x="4232" y="3009"/>
                  </a:lnTo>
                  <a:lnTo>
                    <a:pt x="4673" y="2708"/>
                  </a:lnTo>
                  <a:lnTo>
                    <a:pt x="5134" y="2467"/>
                  </a:lnTo>
                  <a:lnTo>
                    <a:pt x="5615" y="2247"/>
                  </a:lnTo>
                  <a:lnTo>
                    <a:pt x="6117" y="2066"/>
                  </a:lnTo>
                  <a:lnTo>
                    <a:pt x="6638" y="1926"/>
                  </a:lnTo>
                  <a:lnTo>
                    <a:pt x="7160" y="1805"/>
                  </a:lnTo>
                  <a:lnTo>
                    <a:pt x="7681" y="1725"/>
                  </a:lnTo>
                  <a:lnTo>
                    <a:pt x="8223" y="1685"/>
                  </a:lnTo>
                  <a:lnTo>
                    <a:pt x="7922" y="1504"/>
                  </a:lnTo>
                  <a:lnTo>
                    <a:pt x="7621" y="1324"/>
                  </a:lnTo>
                  <a:lnTo>
                    <a:pt x="7320" y="1184"/>
                  </a:lnTo>
                  <a:lnTo>
                    <a:pt x="7019" y="1043"/>
                  </a:lnTo>
                  <a:lnTo>
                    <a:pt x="6698" y="943"/>
                  </a:lnTo>
                  <a:lnTo>
                    <a:pt x="6378" y="843"/>
                  </a:lnTo>
                  <a:lnTo>
                    <a:pt x="6057" y="783"/>
                  </a:lnTo>
                  <a:lnTo>
                    <a:pt x="5716" y="742"/>
                  </a:lnTo>
                  <a:lnTo>
                    <a:pt x="5696" y="722"/>
                  </a:lnTo>
                  <a:lnTo>
                    <a:pt x="5716" y="722"/>
                  </a:lnTo>
                  <a:lnTo>
                    <a:pt x="6097" y="742"/>
                  </a:lnTo>
                  <a:lnTo>
                    <a:pt x="6458" y="803"/>
                  </a:lnTo>
                  <a:lnTo>
                    <a:pt x="6819" y="883"/>
                  </a:lnTo>
                  <a:lnTo>
                    <a:pt x="7180" y="983"/>
                  </a:lnTo>
                  <a:lnTo>
                    <a:pt x="7521" y="1123"/>
                  </a:lnTo>
                  <a:lnTo>
                    <a:pt x="7841" y="1264"/>
                  </a:lnTo>
                  <a:lnTo>
                    <a:pt x="8162" y="1444"/>
                  </a:lnTo>
                  <a:lnTo>
                    <a:pt x="8483" y="1645"/>
                  </a:lnTo>
                  <a:lnTo>
                    <a:pt x="8604" y="1484"/>
                  </a:lnTo>
                  <a:lnTo>
                    <a:pt x="8664" y="1404"/>
                  </a:lnTo>
                  <a:lnTo>
                    <a:pt x="8744" y="1364"/>
                  </a:lnTo>
                  <a:lnTo>
                    <a:pt x="8764" y="1344"/>
                  </a:lnTo>
                  <a:lnTo>
                    <a:pt x="8804" y="1344"/>
                  </a:lnTo>
                  <a:lnTo>
                    <a:pt x="8824" y="1364"/>
                  </a:lnTo>
                  <a:lnTo>
                    <a:pt x="8824" y="1404"/>
                  </a:lnTo>
                  <a:lnTo>
                    <a:pt x="8824" y="1424"/>
                  </a:lnTo>
                  <a:lnTo>
                    <a:pt x="8804" y="1504"/>
                  </a:lnTo>
                  <a:lnTo>
                    <a:pt x="8784" y="1565"/>
                  </a:lnTo>
                  <a:lnTo>
                    <a:pt x="8704" y="1665"/>
                  </a:lnTo>
                  <a:lnTo>
                    <a:pt x="8824" y="1665"/>
                  </a:lnTo>
                  <a:lnTo>
                    <a:pt x="9346" y="1685"/>
                  </a:lnTo>
                  <a:lnTo>
                    <a:pt x="9867" y="1725"/>
                  </a:lnTo>
                  <a:lnTo>
                    <a:pt x="10388" y="1785"/>
                  </a:lnTo>
                  <a:lnTo>
                    <a:pt x="10910" y="1865"/>
                  </a:lnTo>
                  <a:lnTo>
                    <a:pt x="11552" y="2006"/>
                  </a:lnTo>
                  <a:lnTo>
                    <a:pt x="11552" y="2006"/>
                  </a:lnTo>
                  <a:lnTo>
                    <a:pt x="11391" y="1625"/>
                  </a:lnTo>
                  <a:lnTo>
                    <a:pt x="11090" y="1605"/>
                  </a:lnTo>
                  <a:lnTo>
                    <a:pt x="10769" y="1525"/>
                  </a:lnTo>
                  <a:lnTo>
                    <a:pt x="10429" y="1404"/>
                  </a:lnTo>
                  <a:lnTo>
                    <a:pt x="10068" y="1224"/>
                  </a:lnTo>
                  <a:lnTo>
                    <a:pt x="9506" y="943"/>
                  </a:lnTo>
                  <a:lnTo>
                    <a:pt x="8944" y="682"/>
                  </a:lnTo>
                  <a:lnTo>
                    <a:pt x="8403" y="482"/>
                  </a:lnTo>
                  <a:lnTo>
                    <a:pt x="7841" y="301"/>
                  </a:lnTo>
                  <a:lnTo>
                    <a:pt x="7280" y="181"/>
                  </a:lnTo>
                  <a:lnTo>
                    <a:pt x="6738" y="81"/>
                  </a:lnTo>
                  <a:lnTo>
                    <a:pt x="6197" y="20"/>
                  </a:lnTo>
                  <a:lnTo>
                    <a:pt x="565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32"/>
            <p:cNvSpPr/>
            <p:nvPr/>
          </p:nvSpPr>
          <p:spPr>
            <a:xfrm>
              <a:off x="10716375" y="4375625"/>
              <a:ext cx="391075" cy="391075"/>
            </a:xfrm>
            <a:custGeom>
              <a:avLst/>
              <a:gdLst/>
              <a:ahLst/>
              <a:cxnLst/>
              <a:rect l="l" t="t" r="r" b="b"/>
              <a:pathLst>
                <a:path w="15643" h="15643" fill="none" extrusionOk="0">
                  <a:moveTo>
                    <a:pt x="5656" y="0"/>
                  </a:moveTo>
                  <a:lnTo>
                    <a:pt x="5656" y="0"/>
                  </a:lnTo>
                  <a:lnTo>
                    <a:pt x="5094" y="20"/>
                  </a:lnTo>
                  <a:lnTo>
                    <a:pt x="4532" y="101"/>
                  </a:lnTo>
                  <a:lnTo>
                    <a:pt x="3991" y="201"/>
                  </a:lnTo>
                  <a:lnTo>
                    <a:pt x="3470" y="361"/>
                  </a:lnTo>
                  <a:lnTo>
                    <a:pt x="3209" y="462"/>
                  </a:lnTo>
                  <a:lnTo>
                    <a:pt x="2968" y="562"/>
                  </a:lnTo>
                  <a:lnTo>
                    <a:pt x="2728" y="682"/>
                  </a:lnTo>
                  <a:lnTo>
                    <a:pt x="2507" y="803"/>
                  </a:lnTo>
                  <a:lnTo>
                    <a:pt x="2286" y="943"/>
                  </a:lnTo>
                  <a:lnTo>
                    <a:pt x="2066" y="1083"/>
                  </a:lnTo>
                  <a:lnTo>
                    <a:pt x="1865" y="1244"/>
                  </a:lnTo>
                  <a:lnTo>
                    <a:pt x="1665" y="1404"/>
                  </a:lnTo>
                  <a:lnTo>
                    <a:pt x="1484" y="1585"/>
                  </a:lnTo>
                  <a:lnTo>
                    <a:pt x="1304" y="1765"/>
                  </a:lnTo>
                  <a:lnTo>
                    <a:pt x="1143" y="1966"/>
                  </a:lnTo>
                  <a:lnTo>
                    <a:pt x="983" y="2166"/>
                  </a:lnTo>
                  <a:lnTo>
                    <a:pt x="842" y="2387"/>
                  </a:lnTo>
                  <a:lnTo>
                    <a:pt x="702" y="2607"/>
                  </a:lnTo>
                  <a:lnTo>
                    <a:pt x="582" y="2828"/>
                  </a:lnTo>
                  <a:lnTo>
                    <a:pt x="461" y="3089"/>
                  </a:lnTo>
                  <a:lnTo>
                    <a:pt x="361" y="3329"/>
                  </a:lnTo>
                  <a:lnTo>
                    <a:pt x="261" y="3590"/>
                  </a:lnTo>
                  <a:lnTo>
                    <a:pt x="181" y="3871"/>
                  </a:lnTo>
                  <a:lnTo>
                    <a:pt x="121" y="4152"/>
                  </a:lnTo>
                  <a:lnTo>
                    <a:pt x="80" y="4432"/>
                  </a:lnTo>
                  <a:lnTo>
                    <a:pt x="40" y="4733"/>
                  </a:lnTo>
                  <a:lnTo>
                    <a:pt x="20" y="5034"/>
                  </a:lnTo>
                  <a:lnTo>
                    <a:pt x="0" y="5355"/>
                  </a:lnTo>
                  <a:lnTo>
                    <a:pt x="0" y="5355"/>
                  </a:lnTo>
                  <a:lnTo>
                    <a:pt x="0" y="5375"/>
                  </a:lnTo>
                  <a:lnTo>
                    <a:pt x="0" y="5375"/>
                  </a:lnTo>
                  <a:lnTo>
                    <a:pt x="20" y="5836"/>
                  </a:lnTo>
                  <a:lnTo>
                    <a:pt x="80" y="6298"/>
                  </a:lnTo>
                  <a:lnTo>
                    <a:pt x="181" y="6739"/>
                  </a:lnTo>
                  <a:lnTo>
                    <a:pt x="301" y="7200"/>
                  </a:lnTo>
                  <a:lnTo>
                    <a:pt x="461" y="7661"/>
                  </a:lnTo>
                  <a:lnTo>
                    <a:pt x="642" y="8122"/>
                  </a:lnTo>
                  <a:lnTo>
                    <a:pt x="863" y="8564"/>
                  </a:lnTo>
                  <a:lnTo>
                    <a:pt x="1103" y="9025"/>
                  </a:lnTo>
                  <a:lnTo>
                    <a:pt x="1384" y="9466"/>
                  </a:lnTo>
                  <a:lnTo>
                    <a:pt x="1665" y="9887"/>
                  </a:lnTo>
                  <a:lnTo>
                    <a:pt x="1986" y="10328"/>
                  </a:lnTo>
                  <a:lnTo>
                    <a:pt x="2327" y="10750"/>
                  </a:lnTo>
                  <a:lnTo>
                    <a:pt x="2667" y="11151"/>
                  </a:lnTo>
                  <a:lnTo>
                    <a:pt x="3048" y="11552"/>
                  </a:lnTo>
                  <a:lnTo>
                    <a:pt x="3429" y="11953"/>
                  </a:lnTo>
                  <a:lnTo>
                    <a:pt x="3831" y="12314"/>
                  </a:lnTo>
                  <a:lnTo>
                    <a:pt x="4232" y="12675"/>
                  </a:lnTo>
                  <a:lnTo>
                    <a:pt x="4653" y="13016"/>
                  </a:lnTo>
                  <a:lnTo>
                    <a:pt x="5074" y="13357"/>
                  </a:lnTo>
                  <a:lnTo>
                    <a:pt x="5515" y="13658"/>
                  </a:lnTo>
                  <a:lnTo>
                    <a:pt x="5936" y="13958"/>
                  </a:lnTo>
                  <a:lnTo>
                    <a:pt x="6378" y="14239"/>
                  </a:lnTo>
                  <a:lnTo>
                    <a:pt x="6819" y="14480"/>
                  </a:lnTo>
                  <a:lnTo>
                    <a:pt x="7260" y="14720"/>
                  </a:lnTo>
                  <a:lnTo>
                    <a:pt x="7701" y="14921"/>
                  </a:lnTo>
                  <a:lnTo>
                    <a:pt x="8122" y="15101"/>
                  </a:lnTo>
                  <a:lnTo>
                    <a:pt x="8563" y="15262"/>
                  </a:lnTo>
                  <a:lnTo>
                    <a:pt x="8985" y="15402"/>
                  </a:lnTo>
                  <a:lnTo>
                    <a:pt x="9386" y="15503"/>
                  </a:lnTo>
                  <a:lnTo>
                    <a:pt x="9787" y="15583"/>
                  </a:lnTo>
                  <a:lnTo>
                    <a:pt x="10168" y="15623"/>
                  </a:lnTo>
                  <a:lnTo>
                    <a:pt x="10529" y="15643"/>
                  </a:lnTo>
                  <a:lnTo>
                    <a:pt x="10529" y="15643"/>
                  </a:lnTo>
                  <a:lnTo>
                    <a:pt x="10789" y="15643"/>
                  </a:lnTo>
                  <a:lnTo>
                    <a:pt x="10789" y="15643"/>
                  </a:lnTo>
                  <a:lnTo>
                    <a:pt x="11050" y="15603"/>
                  </a:lnTo>
                  <a:lnTo>
                    <a:pt x="11331" y="15563"/>
                  </a:lnTo>
                  <a:lnTo>
                    <a:pt x="11612" y="15503"/>
                  </a:lnTo>
                  <a:lnTo>
                    <a:pt x="11892" y="15442"/>
                  </a:lnTo>
                  <a:lnTo>
                    <a:pt x="12494" y="15262"/>
                  </a:lnTo>
                  <a:lnTo>
                    <a:pt x="13116" y="15021"/>
                  </a:lnTo>
                  <a:lnTo>
                    <a:pt x="13738" y="14740"/>
                  </a:lnTo>
                  <a:lnTo>
                    <a:pt x="14379" y="14420"/>
                  </a:lnTo>
                  <a:lnTo>
                    <a:pt x="15001" y="14039"/>
                  </a:lnTo>
                  <a:lnTo>
                    <a:pt x="15643" y="13637"/>
                  </a:lnTo>
                  <a:lnTo>
                    <a:pt x="15643" y="13637"/>
                  </a:lnTo>
                  <a:lnTo>
                    <a:pt x="15061" y="13818"/>
                  </a:lnTo>
                  <a:lnTo>
                    <a:pt x="14480" y="13958"/>
                  </a:lnTo>
                  <a:lnTo>
                    <a:pt x="13898" y="14059"/>
                  </a:lnTo>
                  <a:lnTo>
                    <a:pt x="13296" y="14139"/>
                  </a:lnTo>
                  <a:lnTo>
                    <a:pt x="13296" y="14139"/>
                  </a:lnTo>
                  <a:lnTo>
                    <a:pt x="13236" y="14460"/>
                  </a:lnTo>
                  <a:lnTo>
                    <a:pt x="13156" y="14801"/>
                  </a:lnTo>
                  <a:lnTo>
                    <a:pt x="13156" y="14801"/>
                  </a:lnTo>
                  <a:lnTo>
                    <a:pt x="13136" y="14841"/>
                  </a:lnTo>
                  <a:lnTo>
                    <a:pt x="13076" y="14861"/>
                  </a:lnTo>
                  <a:lnTo>
                    <a:pt x="13076" y="14861"/>
                  </a:lnTo>
                  <a:lnTo>
                    <a:pt x="13036" y="14861"/>
                  </a:lnTo>
                  <a:lnTo>
                    <a:pt x="13016" y="14821"/>
                  </a:lnTo>
                  <a:lnTo>
                    <a:pt x="12995" y="14801"/>
                  </a:lnTo>
                  <a:lnTo>
                    <a:pt x="12975" y="14740"/>
                  </a:lnTo>
                  <a:lnTo>
                    <a:pt x="12975" y="14740"/>
                  </a:lnTo>
                  <a:lnTo>
                    <a:pt x="13056" y="14159"/>
                  </a:lnTo>
                  <a:lnTo>
                    <a:pt x="13056" y="14159"/>
                  </a:lnTo>
                  <a:lnTo>
                    <a:pt x="12695" y="14179"/>
                  </a:lnTo>
                  <a:lnTo>
                    <a:pt x="12334" y="14179"/>
                  </a:lnTo>
                  <a:lnTo>
                    <a:pt x="12334" y="14179"/>
                  </a:lnTo>
                  <a:lnTo>
                    <a:pt x="11752" y="14159"/>
                  </a:lnTo>
                  <a:lnTo>
                    <a:pt x="11171" y="14099"/>
                  </a:lnTo>
                  <a:lnTo>
                    <a:pt x="10569" y="14019"/>
                  </a:lnTo>
                  <a:lnTo>
                    <a:pt x="9967" y="13858"/>
                  </a:lnTo>
                  <a:lnTo>
                    <a:pt x="9967" y="13858"/>
                  </a:lnTo>
                  <a:lnTo>
                    <a:pt x="9867" y="13958"/>
                  </a:lnTo>
                  <a:lnTo>
                    <a:pt x="9727" y="14019"/>
                  </a:lnTo>
                  <a:lnTo>
                    <a:pt x="9727" y="14019"/>
                  </a:lnTo>
                  <a:lnTo>
                    <a:pt x="9506" y="14039"/>
                  </a:lnTo>
                  <a:lnTo>
                    <a:pt x="9285" y="14059"/>
                  </a:lnTo>
                  <a:lnTo>
                    <a:pt x="9285" y="14059"/>
                  </a:lnTo>
                  <a:lnTo>
                    <a:pt x="9105" y="14059"/>
                  </a:lnTo>
                  <a:lnTo>
                    <a:pt x="8924" y="14039"/>
                  </a:lnTo>
                  <a:lnTo>
                    <a:pt x="8543" y="13958"/>
                  </a:lnTo>
                  <a:lnTo>
                    <a:pt x="8142" y="13838"/>
                  </a:lnTo>
                  <a:lnTo>
                    <a:pt x="7741" y="13678"/>
                  </a:lnTo>
                  <a:lnTo>
                    <a:pt x="7320" y="13457"/>
                  </a:lnTo>
                  <a:lnTo>
                    <a:pt x="6879" y="13216"/>
                  </a:lnTo>
                  <a:lnTo>
                    <a:pt x="6458" y="12936"/>
                  </a:lnTo>
                  <a:lnTo>
                    <a:pt x="6017" y="12635"/>
                  </a:lnTo>
                  <a:lnTo>
                    <a:pt x="5575" y="12294"/>
                  </a:lnTo>
                  <a:lnTo>
                    <a:pt x="5154" y="11913"/>
                  </a:lnTo>
                  <a:lnTo>
                    <a:pt x="4733" y="11532"/>
                  </a:lnTo>
                  <a:lnTo>
                    <a:pt x="4312" y="11131"/>
                  </a:lnTo>
                  <a:lnTo>
                    <a:pt x="3911" y="10689"/>
                  </a:lnTo>
                  <a:lnTo>
                    <a:pt x="3530" y="10248"/>
                  </a:lnTo>
                  <a:lnTo>
                    <a:pt x="3169" y="9807"/>
                  </a:lnTo>
                  <a:lnTo>
                    <a:pt x="2828" y="9346"/>
                  </a:lnTo>
                  <a:lnTo>
                    <a:pt x="2527" y="8865"/>
                  </a:lnTo>
                  <a:lnTo>
                    <a:pt x="2226" y="8403"/>
                  </a:lnTo>
                  <a:lnTo>
                    <a:pt x="1986" y="7942"/>
                  </a:lnTo>
                  <a:lnTo>
                    <a:pt x="1765" y="7461"/>
                  </a:lnTo>
                  <a:lnTo>
                    <a:pt x="1584" y="7019"/>
                  </a:lnTo>
                  <a:lnTo>
                    <a:pt x="1424" y="6558"/>
                  </a:lnTo>
                  <a:lnTo>
                    <a:pt x="1324" y="6117"/>
                  </a:lnTo>
                  <a:lnTo>
                    <a:pt x="1284" y="5696"/>
                  </a:lnTo>
                  <a:lnTo>
                    <a:pt x="1264" y="5495"/>
                  </a:lnTo>
                  <a:lnTo>
                    <a:pt x="1264" y="5295"/>
                  </a:lnTo>
                  <a:lnTo>
                    <a:pt x="1284" y="5094"/>
                  </a:lnTo>
                  <a:lnTo>
                    <a:pt x="1324" y="4914"/>
                  </a:lnTo>
                  <a:lnTo>
                    <a:pt x="1364" y="4733"/>
                  </a:lnTo>
                  <a:lnTo>
                    <a:pt x="1424" y="4553"/>
                  </a:lnTo>
                  <a:lnTo>
                    <a:pt x="1484" y="4372"/>
                  </a:lnTo>
                  <a:lnTo>
                    <a:pt x="1584" y="4212"/>
                  </a:lnTo>
                  <a:lnTo>
                    <a:pt x="1685" y="4051"/>
                  </a:lnTo>
                  <a:lnTo>
                    <a:pt x="1805" y="3911"/>
                  </a:lnTo>
                  <a:lnTo>
                    <a:pt x="1925" y="3771"/>
                  </a:lnTo>
                  <a:lnTo>
                    <a:pt x="2086" y="3630"/>
                  </a:lnTo>
                  <a:lnTo>
                    <a:pt x="2246" y="3510"/>
                  </a:lnTo>
                  <a:lnTo>
                    <a:pt x="2427" y="3410"/>
                  </a:lnTo>
                  <a:lnTo>
                    <a:pt x="2627" y="3289"/>
                  </a:lnTo>
                  <a:lnTo>
                    <a:pt x="2848" y="3209"/>
                  </a:lnTo>
                  <a:lnTo>
                    <a:pt x="2848" y="3209"/>
                  </a:lnTo>
                  <a:lnTo>
                    <a:pt x="3129" y="3109"/>
                  </a:lnTo>
                  <a:lnTo>
                    <a:pt x="3409" y="3049"/>
                  </a:lnTo>
                  <a:lnTo>
                    <a:pt x="3670" y="3009"/>
                  </a:lnTo>
                  <a:lnTo>
                    <a:pt x="3951" y="2989"/>
                  </a:lnTo>
                  <a:lnTo>
                    <a:pt x="3951" y="2989"/>
                  </a:lnTo>
                  <a:lnTo>
                    <a:pt x="4232" y="3009"/>
                  </a:lnTo>
                  <a:lnTo>
                    <a:pt x="4232" y="3009"/>
                  </a:lnTo>
                  <a:lnTo>
                    <a:pt x="4673" y="2708"/>
                  </a:lnTo>
                  <a:lnTo>
                    <a:pt x="5134" y="2467"/>
                  </a:lnTo>
                  <a:lnTo>
                    <a:pt x="5615" y="2247"/>
                  </a:lnTo>
                  <a:lnTo>
                    <a:pt x="6117" y="2066"/>
                  </a:lnTo>
                  <a:lnTo>
                    <a:pt x="6638" y="1926"/>
                  </a:lnTo>
                  <a:lnTo>
                    <a:pt x="7160" y="1805"/>
                  </a:lnTo>
                  <a:lnTo>
                    <a:pt x="7681" y="1725"/>
                  </a:lnTo>
                  <a:lnTo>
                    <a:pt x="8223" y="1685"/>
                  </a:lnTo>
                  <a:lnTo>
                    <a:pt x="8223" y="1685"/>
                  </a:lnTo>
                  <a:lnTo>
                    <a:pt x="7922" y="1504"/>
                  </a:lnTo>
                  <a:lnTo>
                    <a:pt x="7621" y="1324"/>
                  </a:lnTo>
                  <a:lnTo>
                    <a:pt x="7320" y="1184"/>
                  </a:lnTo>
                  <a:lnTo>
                    <a:pt x="7019" y="1043"/>
                  </a:lnTo>
                  <a:lnTo>
                    <a:pt x="6698" y="943"/>
                  </a:lnTo>
                  <a:lnTo>
                    <a:pt x="6378" y="843"/>
                  </a:lnTo>
                  <a:lnTo>
                    <a:pt x="6057" y="783"/>
                  </a:lnTo>
                  <a:lnTo>
                    <a:pt x="5716" y="742"/>
                  </a:lnTo>
                  <a:lnTo>
                    <a:pt x="5716" y="742"/>
                  </a:lnTo>
                  <a:lnTo>
                    <a:pt x="5696" y="722"/>
                  </a:lnTo>
                  <a:lnTo>
                    <a:pt x="5716" y="722"/>
                  </a:lnTo>
                  <a:lnTo>
                    <a:pt x="5716" y="722"/>
                  </a:lnTo>
                  <a:lnTo>
                    <a:pt x="5716" y="722"/>
                  </a:lnTo>
                  <a:lnTo>
                    <a:pt x="5716" y="722"/>
                  </a:lnTo>
                  <a:lnTo>
                    <a:pt x="6097" y="742"/>
                  </a:lnTo>
                  <a:lnTo>
                    <a:pt x="6458" y="803"/>
                  </a:lnTo>
                  <a:lnTo>
                    <a:pt x="6819" y="883"/>
                  </a:lnTo>
                  <a:lnTo>
                    <a:pt x="7180" y="983"/>
                  </a:lnTo>
                  <a:lnTo>
                    <a:pt x="7521" y="1123"/>
                  </a:lnTo>
                  <a:lnTo>
                    <a:pt x="7841" y="1264"/>
                  </a:lnTo>
                  <a:lnTo>
                    <a:pt x="8162" y="1444"/>
                  </a:lnTo>
                  <a:lnTo>
                    <a:pt x="8483" y="1645"/>
                  </a:lnTo>
                  <a:lnTo>
                    <a:pt x="8483" y="1645"/>
                  </a:lnTo>
                  <a:lnTo>
                    <a:pt x="8604" y="1484"/>
                  </a:lnTo>
                  <a:lnTo>
                    <a:pt x="8664" y="1404"/>
                  </a:lnTo>
                  <a:lnTo>
                    <a:pt x="8744" y="1364"/>
                  </a:lnTo>
                  <a:lnTo>
                    <a:pt x="8744" y="1364"/>
                  </a:lnTo>
                  <a:lnTo>
                    <a:pt x="8764" y="1344"/>
                  </a:lnTo>
                  <a:lnTo>
                    <a:pt x="8764" y="1344"/>
                  </a:lnTo>
                  <a:lnTo>
                    <a:pt x="8804" y="1344"/>
                  </a:lnTo>
                  <a:lnTo>
                    <a:pt x="8824" y="1364"/>
                  </a:lnTo>
                  <a:lnTo>
                    <a:pt x="8824" y="1404"/>
                  </a:lnTo>
                  <a:lnTo>
                    <a:pt x="8824" y="1424"/>
                  </a:lnTo>
                  <a:lnTo>
                    <a:pt x="8824" y="1424"/>
                  </a:lnTo>
                  <a:lnTo>
                    <a:pt x="8804" y="1504"/>
                  </a:lnTo>
                  <a:lnTo>
                    <a:pt x="8784" y="1565"/>
                  </a:lnTo>
                  <a:lnTo>
                    <a:pt x="8704" y="1665"/>
                  </a:lnTo>
                  <a:lnTo>
                    <a:pt x="8704" y="1665"/>
                  </a:lnTo>
                  <a:lnTo>
                    <a:pt x="8824" y="1665"/>
                  </a:lnTo>
                  <a:lnTo>
                    <a:pt x="8824" y="1665"/>
                  </a:lnTo>
                  <a:lnTo>
                    <a:pt x="9346" y="1685"/>
                  </a:lnTo>
                  <a:lnTo>
                    <a:pt x="9867" y="1725"/>
                  </a:lnTo>
                  <a:lnTo>
                    <a:pt x="10388" y="1785"/>
                  </a:lnTo>
                  <a:lnTo>
                    <a:pt x="10910" y="1865"/>
                  </a:lnTo>
                  <a:lnTo>
                    <a:pt x="10910" y="1865"/>
                  </a:lnTo>
                  <a:lnTo>
                    <a:pt x="11552" y="2006"/>
                  </a:lnTo>
                  <a:lnTo>
                    <a:pt x="11552" y="2006"/>
                  </a:lnTo>
                  <a:lnTo>
                    <a:pt x="11391" y="1625"/>
                  </a:lnTo>
                  <a:lnTo>
                    <a:pt x="11391" y="1625"/>
                  </a:lnTo>
                  <a:lnTo>
                    <a:pt x="11090" y="1605"/>
                  </a:lnTo>
                  <a:lnTo>
                    <a:pt x="10769" y="1525"/>
                  </a:lnTo>
                  <a:lnTo>
                    <a:pt x="10429" y="1404"/>
                  </a:lnTo>
                  <a:lnTo>
                    <a:pt x="10068" y="1224"/>
                  </a:lnTo>
                  <a:lnTo>
                    <a:pt x="10068" y="1224"/>
                  </a:lnTo>
                  <a:lnTo>
                    <a:pt x="9506" y="943"/>
                  </a:lnTo>
                  <a:lnTo>
                    <a:pt x="8944" y="682"/>
                  </a:lnTo>
                  <a:lnTo>
                    <a:pt x="8403" y="482"/>
                  </a:lnTo>
                  <a:lnTo>
                    <a:pt x="7841" y="301"/>
                  </a:lnTo>
                  <a:lnTo>
                    <a:pt x="7280" y="181"/>
                  </a:lnTo>
                  <a:lnTo>
                    <a:pt x="6738" y="81"/>
                  </a:lnTo>
                  <a:lnTo>
                    <a:pt x="6197" y="20"/>
                  </a:lnTo>
                  <a:lnTo>
                    <a:pt x="565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32"/>
            <p:cNvSpPr/>
            <p:nvPr/>
          </p:nvSpPr>
          <p:spPr>
            <a:xfrm>
              <a:off x="10747950" y="4450325"/>
              <a:ext cx="217625" cy="276775"/>
            </a:xfrm>
            <a:custGeom>
              <a:avLst/>
              <a:gdLst/>
              <a:ahLst/>
              <a:cxnLst/>
              <a:rect l="l" t="t" r="r" b="b"/>
              <a:pathLst>
                <a:path w="8705" h="11071" extrusionOk="0">
                  <a:moveTo>
                    <a:pt x="2688" y="1"/>
                  </a:moveTo>
                  <a:lnTo>
                    <a:pt x="2407" y="21"/>
                  </a:lnTo>
                  <a:lnTo>
                    <a:pt x="2146" y="61"/>
                  </a:lnTo>
                  <a:lnTo>
                    <a:pt x="1866" y="121"/>
                  </a:lnTo>
                  <a:lnTo>
                    <a:pt x="1585" y="221"/>
                  </a:lnTo>
                  <a:lnTo>
                    <a:pt x="1364" y="301"/>
                  </a:lnTo>
                  <a:lnTo>
                    <a:pt x="1164" y="422"/>
                  </a:lnTo>
                  <a:lnTo>
                    <a:pt x="983" y="522"/>
                  </a:lnTo>
                  <a:lnTo>
                    <a:pt x="823" y="642"/>
                  </a:lnTo>
                  <a:lnTo>
                    <a:pt x="662" y="783"/>
                  </a:lnTo>
                  <a:lnTo>
                    <a:pt x="542" y="923"/>
                  </a:lnTo>
                  <a:lnTo>
                    <a:pt x="422" y="1063"/>
                  </a:lnTo>
                  <a:lnTo>
                    <a:pt x="321" y="1224"/>
                  </a:lnTo>
                  <a:lnTo>
                    <a:pt x="221" y="1384"/>
                  </a:lnTo>
                  <a:lnTo>
                    <a:pt x="161" y="1565"/>
                  </a:lnTo>
                  <a:lnTo>
                    <a:pt x="101" y="1745"/>
                  </a:lnTo>
                  <a:lnTo>
                    <a:pt x="61" y="1926"/>
                  </a:lnTo>
                  <a:lnTo>
                    <a:pt x="21" y="2106"/>
                  </a:lnTo>
                  <a:lnTo>
                    <a:pt x="1" y="2307"/>
                  </a:lnTo>
                  <a:lnTo>
                    <a:pt x="1" y="2507"/>
                  </a:lnTo>
                  <a:lnTo>
                    <a:pt x="21" y="2708"/>
                  </a:lnTo>
                  <a:lnTo>
                    <a:pt x="61" y="3129"/>
                  </a:lnTo>
                  <a:lnTo>
                    <a:pt x="161" y="3570"/>
                  </a:lnTo>
                  <a:lnTo>
                    <a:pt x="321" y="4031"/>
                  </a:lnTo>
                  <a:lnTo>
                    <a:pt x="502" y="4473"/>
                  </a:lnTo>
                  <a:lnTo>
                    <a:pt x="723" y="4954"/>
                  </a:lnTo>
                  <a:lnTo>
                    <a:pt x="963" y="5415"/>
                  </a:lnTo>
                  <a:lnTo>
                    <a:pt x="1264" y="5877"/>
                  </a:lnTo>
                  <a:lnTo>
                    <a:pt x="1565" y="6358"/>
                  </a:lnTo>
                  <a:lnTo>
                    <a:pt x="1906" y="6819"/>
                  </a:lnTo>
                  <a:lnTo>
                    <a:pt x="2267" y="7260"/>
                  </a:lnTo>
                  <a:lnTo>
                    <a:pt x="2648" y="7701"/>
                  </a:lnTo>
                  <a:lnTo>
                    <a:pt x="3049" y="8143"/>
                  </a:lnTo>
                  <a:lnTo>
                    <a:pt x="3470" y="8544"/>
                  </a:lnTo>
                  <a:lnTo>
                    <a:pt x="3891" y="8925"/>
                  </a:lnTo>
                  <a:lnTo>
                    <a:pt x="4312" y="9306"/>
                  </a:lnTo>
                  <a:lnTo>
                    <a:pt x="4754" y="9647"/>
                  </a:lnTo>
                  <a:lnTo>
                    <a:pt x="5195" y="9948"/>
                  </a:lnTo>
                  <a:lnTo>
                    <a:pt x="5616" y="10228"/>
                  </a:lnTo>
                  <a:lnTo>
                    <a:pt x="6057" y="10469"/>
                  </a:lnTo>
                  <a:lnTo>
                    <a:pt x="6478" y="10690"/>
                  </a:lnTo>
                  <a:lnTo>
                    <a:pt x="6879" y="10850"/>
                  </a:lnTo>
                  <a:lnTo>
                    <a:pt x="7280" y="10970"/>
                  </a:lnTo>
                  <a:lnTo>
                    <a:pt x="7661" y="11051"/>
                  </a:lnTo>
                  <a:lnTo>
                    <a:pt x="7842" y="11071"/>
                  </a:lnTo>
                  <a:lnTo>
                    <a:pt x="8022" y="11071"/>
                  </a:lnTo>
                  <a:lnTo>
                    <a:pt x="8243" y="11051"/>
                  </a:lnTo>
                  <a:lnTo>
                    <a:pt x="8464" y="11031"/>
                  </a:lnTo>
                  <a:lnTo>
                    <a:pt x="8604" y="10970"/>
                  </a:lnTo>
                  <a:lnTo>
                    <a:pt x="8704" y="10870"/>
                  </a:lnTo>
                  <a:lnTo>
                    <a:pt x="8664" y="10870"/>
                  </a:lnTo>
                  <a:lnTo>
                    <a:pt x="8103" y="10690"/>
                  </a:lnTo>
                  <a:lnTo>
                    <a:pt x="7561" y="10489"/>
                  </a:lnTo>
                  <a:lnTo>
                    <a:pt x="7040" y="10248"/>
                  </a:lnTo>
                  <a:lnTo>
                    <a:pt x="6518" y="9988"/>
                  </a:lnTo>
                  <a:lnTo>
                    <a:pt x="6017" y="9687"/>
                  </a:lnTo>
                  <a:lnTo>
                    <a:pt x="5556" y="9366"/>
                  </a:lnTo>
                  <a:lnTo>
                    <a:pt x="5094" y="9005"/>
                  </a:lnTo>
                  <a:lnTo>
                    <a:pt x="4673" y="8624"/>
                  </a:lnTo>
                  <a:lnTo>
                    <a:pt x="4252" y="8223"/>
                  </a:lnTo>
                  <a:lnTo>
                    <a:pt x="3871" y="7802"/>
                  </a:lnTo>
                  <a:lnTo>
                    <a:pt x="3510" y="7340"/>
                  </a:lnTo>
                  <a:lnTo>
                    <a:pt x="3169" y="6879"/>
                  </a:lnTo>
                  <a:lnTo>
                    <a:pt x="2868" y="6378"/>
                  </a:lnTo>
                  <a:lnTo>
                    <a:pt x="2608" y="5877"/>
                  </a:lnTo>
                  <a:lnTo>
                    <a:pt x="2347" y="5335"/>
                  </a:lnTo>
                  <a:lnTo>
                    <a:pt x="2146" y="4794"/>
                  </a:lnTo>
                  <a:lnTo>
                    <a:pt x="2026" y="4473"/>
                  </a:lnTo>
                  <a:lnTo>
                    <a:pt x="1926" y="4152"/>
                  </a:lnTo>
                  <a:lnTo>
                    <a:pt x="1846" y="3831"/>
                  </a:lnTo>
                  <a:lnTo>
                    <a:pt x="1785" y="3490"/>
                  </a:lnTo>
                  <a:lnTo>
                    <a:pt x="1725" y="3169"/>
                  </a:lnTo>
                  <a:lnTo>
                    <a:pt x="1685" y="2848"/>
                  </a:lnTo>
                  <a:lnTo>
                    <a:pt x="1685" y="2527"/>
                  </a:lnTo>
                  <a:lnTo>
                    <a:pt x="1705" y="2227"/>
                  </a:lnTo>
                  <a:lnTo>
                    <a:pt x="1745" y="1906"/>
                  </a:lnTo>
                  <a:lnTo>
                    <a:pt x="1806" y="1605"/>
                  </a:lnTo>
                  <a:lnTo>
                    <a:pt x="1906" y="1324"/>
                  </a:lnTo>
                  <a:lnTo>
                    <a:pt x="2046" y="1043"/>
                  </a:lnTo>
                  <a:lnTo>
                    <a:pt x="2207" y="763"/>
                  </a:lnTo>
                  <a:lnTo>
                    <a:pt x="2427" y="502"/>
                  </a:lnTo>
                  <a:lnTo>
                    <a:pt x="2668" y="261"/>
                  </a:lnTo>
                  <a:lnTo>
                    <a:pt x="2949" y="21"/>
                  </a:lnTo>
                  <a:lnTo>
                    <a:pt x="2969" y="21"/>
                  </a:lnTo>
                  <a:lnTo>
                    <a:pt x="268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32"/>
            <p:cNvSpPr/>
            <p:nvPr/>
          </p:nvSpPr>
          <p:spPr>
            <a:xfrm>
              <a:off x="10747950" y="4450325"/>
              <a:ext cx="217625" cy="276775"/>
            </a:xfrm>
            <a:custGeom>
              <a:avLst/>
              <a:gdLst/>
              <a:ahLst/>
              <a:cxnLst/>
              <a:rect l="l" t="t" r="r" b="b"/>
              <a:pathLst>
                <a:path w="8705" h="11071" fill="none" extrusionOk="0">
                  <a:moveTo>
                    <a:pt x="2688" y="1"/>
                  </a:moveTo>
                  <a:lnTo>
                    <a:pt x="2688" y="1"/>
                  </a:lnTo>
                  <a:lnTo>
                    <a:pt x="2407" y="21"/>
                  </a:lnTo>
                  <a:lnTo>
                    <a:pt x="2146" y="61"/>
                  </a:lnTo>
                  <a:lnTo>
                    <a:pt x="1866" y="121"/>
                  </a:lnTo>
                  <a:lnTo>
                    <a:pt x="1585" y="221"/>
                  </a:lnTo>
                  <a:lnTo>
                    <a:pt x="1585" y="221"/>
                  </a:lnTo>
                  <a:lnTo>
                    <a:pt x="1364" y="301"/>
                  </a:lnTo>
                  <a:lnTo>
                    <a:pt x="1164" y="422"/>
                  </a:lnTo>
                  <a:lnTo>
                    <a:pt x="983" y="522"/>
                  </a:lnTo>
                  <a:lnTo>
                    <a:pt x="823" y="642"/>
                  </a:lnTo>
                  <a:lnTo>
                    <a:pt x="662" y="783"/>
                  </a:lnTo>
                  <a:lnTo>
                    <a:pt x="542" y="923"/>
                  </a:lnTo>
                  <a:lnTo>
                    <a:pt x="422" y="1063"/>
                  </a:lnTo>
                  <a:lnTo>
                    <a:pt x="321" y="1224"/>
                  </a:lnTo>
                  <a:lnTo>
                    <a:pt x="221" y="1384"/>
                  </a:lnTo>
                  <a:lnTo>
                    <a:pt x="161" y="1565"/>
                  </a:lnTo>
                  <a:lnTo>
                    <a:pt x="101" y="1745"/>
                  </a:lnTo>
                  <a:lnTo>
                    <a:pt x="61" y="1926"/>
                  </a:lnTo>
                  <a:lnTo>
                    <a:pt x="21" y="2106"/>
                  </a:lnTo>
                  <a:lnTo>
                    <a:pt x="1" y="2307"/>
                  </a:lnTo>
                  <a:lnTo>
                    <a:pt x="1" y="2507"/>
                  </a:lnTo>
                  <a:lnTo>
                    <a:pt x="21" y="2708"/>
                  </a:lnTo>
                  <a:lnTo>
                    <a:pt x="61" y="3129"/>
                  </a:lnTo>
                  <a:lnTo>
                    <a:pt x="161" y="3570"/>
                  </a:lnTo>
                  <a:lnTo>
                    <a:pt x="321" y="4031"/>
                  </a:lnTo>
                  <a:lnTo>
                    <a:pt x="502" y="4473"/>
                  </a:lnTo>
                  <a:lnTo>
                    <a:pt x="723" y="4954"/>
                  </a:lnTo>
                  <a:lnTo>
                    <a:pt x="963" y="5415"/>
                  </a:lnTo>
                  <a:lnTo>
                    <a:pt x="1264" y="5877"/>
                  </a:lnTo>
                  <a:lnTo>
                    <a:pt x="1565" y="6358"/>
                  </a:lnTo>
                  <a:lnTo>
                    <a:pt x="1906" y="6819"/>
                  </a:lnTo>
                  <a:lnTo>
                    <a:pt x="2267" y="7260"/>
                  </a:lnTo>
                  <a:lnTo>
                    <a:pt x="2648" y="7701"/>
                  </a:lnTo>
                  <a:lnTo>
                    <a:pt x="3049" y="8143"/>
                  </a:lnTo>
                  <a:lnTo>
                    <a:pt x="3470" y="8544"/>
                  </a:lnTo>
                  <a:lnTo>
                    <a:pt x="3891" y="8925"/>
                  </a:lnTo>
                  <a:lnTo>
                    <a:pt x="4312" y="9306"/>
                  </a:lnTo>
                  <a:lnTo>
                    <a:pt x="4754" y="9647"/>
                  </a:lnTo>
                  <a:lnTo>
                    <a:pt x="5195" y="9948"/>
                  </a:lnTo>
                  <a:lnTo>
                    <a:pt x="5616" y="10228"/>
                  </a:lnTo>
                  <a:lnTo>
                    <a:pt x="6057" y="10469"/>
                  </a:lnTo>
                  <a:lnTo>
                    <a:pt x="6478" y="10690"/>
                  </a:lnTo>
                  <a:lnTo>
                    <a:pt x="6879" y="10850"/>
                  </a:lnTo>
                  <a:lnTo>
                    <a:pt x="7280" y="10970"/>
                  </a:lnTo>
                  <a:lnTo>
                    <a:pt x="7661" y="11051"/>
                  </a:lnTo>
                  <a:lnTo>
                    <a:pt x="7842" y="11071"/>
                  </a:lnTo>
                  <a:lnTo>
                    <a:pt x="8022" y="11071"/>
                  </a:lnTo>
                  <a:lnTo>
                    <a:pt x="8022" y="11071"/>
                  </a:lnTo>
                  <a:lnTo>
                    <a:pt x="8243" y="11051"/>
                  </a:lnTo>
                  <a:lnTo>
                    <a:pt x="8464" y="11031"/>
                  </a:lnTo>
                  <a:lnTo>
                    <a:pt x="8464" y="11031"/>
                  </a:lnTo>
                  <a:lnTo>
                    <a:pt x="8604" y="10970"/>
                  </a:lnTo>
                  <a:lnTo>
                    <a:pt x="8704" y="10870"/>
                  </a:lnTo>
                  <a:lnTo>
                    <a:pt x="8704" y="10870"/>
                  </a:lnTo>
                  <a:lnTo>
                    <a:pt x="8664" y="10870"/>
                  </a:lnTo>
                  <a:lnTo>
                    <a:pt x="8664" y="10870"/>
                  </a:lnTo>
                  <a:lnTo>
                    <a:pt x="8103" y="10690"/>
                  </a:lnTo>
                  <a:lnTo>
                    <a:pt x="7561" y="10489"/>
                  </a:lnTo>
                  <a:lnTo>
                    <a:pt x="7040" y="10248"/>
                  </a:lnTo>
                  <a:lnTo>
                    <a:pt x="6518" y="9988"/>
                  </a:lnTo>
                  <a:lnTo>
                    <a:pt x="6017" y="9687"/>
                  </a:lnTo>
                  <a:lnTo>
                    <a:pt x="5556" y="9366"/>
                  </a:lnTo>
                  <a:lnTo>
                    <a:pt x="5094" y="9005"/>
                  </a:lnTo>
                  <a:lnTo>
                    <a:pt x="4673" y="8624"/>
                  </a:lnTo>
                  <a:lnTo>
                    <a:pt x="4252" y="8223"/>
                  </a:lnTo>
                  <a:lnTo>
                    <a:pt x="3871" y="7802"/>
                  </a:lnTo>
                  <a:lnTo>
                    <a:pt x="3510" y="7340"/>
                  </a:lnTo>
                  <a:lnTo>
                    <a:pt x="3169" y="6879"/>
                  </a:lnTo>
                  <a:lnTo>
                    <a:pt x="2868" y="6378"/>
                  </a:lnTo>
                  <a:lnTo>
                    <a:pt x="2608" y="5877"/>
                  </a:lnTo>
                  <a:lnTo>
                    <a:pt x="2347" y="5335"/>
                  </a:lnTo>
                  <a:lnTo>
                    <a:pt x="2146" y="4794"/>
                  </a:lnTo>
                  <a:lnTo>
                    <a:pt x="2146" y="4794"/>
                  </a:lnTo>
                  <a:lnTo>
                    <a:pt x="2026" y="4473"/>
                  </a:lnTo>
                  <a:lnTo>
                    <a:pt x="1926" y="4152"/>
                  </a:lnTo>
                  <a:lnTo>
                    <a:pt x="1846" y="3831"/>
                  </a:lnTo>
                  <a:lnTo>
                    <a:pt x="1785" y="3490"/>
                  </a:lnTo>
                  <a:lnTo>
                    <a:pt x="1725" y="3169"/>
                  </a:lnTo>
                  <a:lnTo>
                    <a:pt x="1685" y="2848"/>
                  </a:lnTo>
                  <a:lnTo>
                    <a:pt x="1685" y="2527"/>
                  </a:lnTo>
                  <a:lnTo>
                    <a:pt x="1705" y="2227"/>
                  </a:lnTo>
                  <a:lnTo>
                    <a:pt x="1745" y="1906"/>
                  </a:lnTo>
                  <a:lnTo>
                    <a:pt x="1806" y="1605"/>
                  </a:lnTo>
                  <a:lnTo>
                    <a:pt x="1906" y="1324"/>
                  </a:lnTo>
                  <a:lnTo>
                    <a:pt x="2046" y="1043"/>
                  </a:lnTo>
                  <a:lnTo>
                    <a:pt x="2207" y="763"/>
                  </a:lnTo>
                  <a:lnTo>
                    <a:pt x="2427" y="502"/>
                  </a:lnTo>
                  <a:lnTo>
                    <a:pt x="2668" y="261"/>
                  </a:lnTo>
                  <a:lnTo>
                    <a:pt x="2949" y="21"/>
                  </a:lnTo>
                  <a:lnTo>
                    <a:pt x="2949" y="21"/>
                  </a:lnTo>
                  <a:lnTo>
                    <a:pt x="2969" y="21"/>
                  </a:lnTo>
                  <a:lnTo>
                    <a:pt x="2969" y="21"/>
                  </a:lnTo>
                  <a:lnTo>
                    <a:pt x="268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32"/>
            <p:cNvSpPr/>
            <p:nvPr/>
          </p:nvSpPr>
          <p:spPr>
            <a:xfrm>
              <a:off x="10858750" y="4393675"/>
              <a:ext cx="190050" cy="353475"/>
            </a:xfrm>
            <a:custGeom>
              <a:avLst/>
              <a:gdLst/>
              <a:ahLst/>
              <a:cxnLst/>
              <a:rect l="l" t="t" r="r" b="b"/>
              <a:pathLst>
                <a:path w="7602" h="14139" extrusionOk="0">
                  <a:moveTo>
                    <a:pt x="1" y="0"/>
                  </a:moveTo>
                  <a:lnTo>
                    <a:pt x="21" y="20"/>
                  </a:lnTo>
                  <a:lnTo>
                    <a:pt x="362" y="61"/>
                  </a:lnTo>
                  <a:lnTo>
                    <a:pt x="683" y="121"/>
                  </a:lnTo>
                  <a:lnTo>
                    <a:pt x="1003" y="221"/>
                  </a:lnTo>
                  <a:lnTo>
                    <a:pt x="1324" y="321"/>
                  </a:lnTo>
                  <a:lnTo>
                    <a:pt x="1625" y="462"/>
                  </a:lnTo>
                  <a:lnTo>
                    <a:pt x="1926" y="602"/>
                  </a:lnTo>
                  <a:lnTo>
                    <a:pt x="2227" y="782"/>
                  </a:lnTo>
                  <a:lnTo>
                    <a:pt x="2528" y="963"/>
                  </a:lnTo>
                  <a:lnTo>
                    <a:pt x="2929" y="943"/>
                  </a:lnTo>
                  <a:lnTo>
                    <a:pt x="3009" y="943"/>
                  </a:lnTo>
                  <a:lnTo>
                    <a:pt x="3089" y="843"/>
                  </a:lnTo>
                  <a:lnTo>
                    <a:pt x="3109" y="782"/>
                  </a:lnTo>
                  <a:lnTo>
                    <a:pt x="3129" y="702"/>
                  </a:lnTo>
                  <a:lnTo>
                    <a:pt x="3129" y="682"/>
                  </a:lnTo>
                  <a:lnTo>
                    <a:pt x="3129" y="642"/>
                  </a:lnTo>
                  <a:lnTo>
                    <a:pt x="3109" y="622"/>
                  </a:lnTo>
                  <a:lnTo>
                    <a:pt x="3069" y="622"/>
                  </a:lnTo>
                  <a:lnTo>
                    <a:pt x="3049" y="642"/>
                  </a:lnTo>
                  <a:lnTo>
                    <a:pt x="2969" y="682"/>
                  </a:lnTo>
                  <a:lnTo>
                    <a:pt x="2909" y="762"/>
                  </a:lnTo>
                  <a:lnTo>
                    <a:pt x="2788" y="923"/>
                  </a:lnTo>
                  <a:lnTo>
                    <a:pt x="2467" y="722"/>
                  </a:lnTo>
                  <a:lnTo>
                    <a:pt x="2146" y="542"/>
                  </a:lnTo>
                  <a:lnTo>
                    <a:pt x="1826" y="401"/>
                  </a:lnTo>
                  <a:lnTo>
                    <a:pt x="1485" y="261"/>
                  </a:lnTo>
                  <a:lnTo>
                    <a:pt x="1124" y="161"/>
                  </a:lnTo>
                  <a:lnTo>
                    <a:pt x="763" y="81"/>
                  </a:lnTo>
                  <a:lnTo>
                    <a:pt x="402" y="20"/>
                  </a:lnTo>
                  <a:lnTo>
                    <a:pt x="21" y="0"/>
                  </a:lnTo>
                  <a:close/>
                  <a:moveTo>
                    <a:pt x="7601" y="13417"/>
                  </a:moveTo>
                  <a:lnTo>
                    <a:pt x="7361" y="13437"/>
                  </a:lnTo>
                  <a:lnTo>
                    <a:pt x="7280" y="14018"/>
                  </a:lnTo>
                  <a:lnTo>
                    <a:pt x="7300" y="14079"/>
                  </a:lnTo>
                  <a:lnTo>
                    <a:pt x="7321" y="14099"/>
                  </a:lnTo>
                  <a:lnTo>
                    <a:pt x="7341" y="14139"/>
                  </a:lnTo>
                  <a:lnTo>
                    <a:pt x="7381" y="14139"/>
                  </a:lnTo>
                  <a:lnTo>
                    <a:pt x="7441" y="14119"/>
                  </a:lnTo>
                  <a:lnTo>
                    <a:pt x="7461" y="14079"/>
                  </a:lnTo>
                  <a:lnTo>
                    <a:pt x="7541" y="13738"/>
                  </a:lnTo>
                  <a:lnTo>
                    <a:pt x="7601" y="13417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32"/>
            <p:cNvSpPr/>
            <p:nvPr/>
          </p:nvSpPr>
          <p:spPr>
            <a:xfrm>
              <a:off x="11040750" y="4729075"/>
              <a:ext cx="8050" cy="18075"/>
            </a:xfrm>
            <a:custGeom>
              <a:avLst/>
              <a:gdLst/>
              <a:ahLst/>
              <a:cxnLst/>
              <a:rect l="l" t="t" r="r" b="b"/>
              <a:pathLst>
                <a:path w="322" h="723" fill="none" extrusionOk="0">
                  <a:moveTo>
                    <a:pt x="321" y="1"/>
                  </a:moveTo>
                  <a:lnTo>
                    <a:pt x="321" y="1"/>
                  </a:lnTo>
                  <a:lnTo>
                    <a:pt x="81" y="21"/>
                  </a:lnTo>
                  <a:lnTo>
                    <a:pt x="81" y="21"/>
                  </a:lnTo>
                  <a:lnTo>
                    <a:pt x="0" y="602"/>
                  </a:lnTo>
                  <a:lnTo>
                    <a:pt x="0" y="602"/>
                  </a:lnTo>
                  <a:lnTo>
                    <a:pt x="20" y="66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01" y="723"/>
                  </a:lnTo>
                  <a:lnTo>
                    <a:pt x="101" y="723"/>
                  </a:lnTo>
                  <a:lnTo>
                    <a:pt x="161" y="703"/>
                  </a:lnTo>
                  <a:lnTo>
                    <a:pt x="181" y="663"/>
                  </a:lnTo>
                  <a:lnTo>
                    <a:pt x="181" y="663"/>
                  </a:lnTo>
                  <a:lnTo>
                    <a:pt x="261" y="322"/>
                  </a:lnTo>
                  <a:lnTo>
                    <a:pt x="3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32"/>
            <p:cNvSpPr/>
            <p:nvPr/>
          </p:nvSpPr>
          <p:spPr>
            <a:xfrm>
              <a:off x="11605275" y="4375625"/>
              <a:ext cx="540000" cy="391075"/>
            </a:xfrm>
            <a:custGeom>
              <a:avLst/>
              <a:gdLst/>
              <a:ahLst/>
              <a:cxnLst/>
              <a:rect l="l" t="t" r="r" b="b"/>
              <a:pathLst>
                <a:path w="21600" h="15643" extrusionOk="0">
                  <a:moveTo>
                    <a:pt x="15984" y="0"/>
                  </a:moveTo>
                  <a:lnTo>
                    <a:pt x="15563" y="20"/>
                  </a:lnTo>
                  <a:lnTo>
                    <a:pt x="15122" y="41"/>
                  </a:lnTo>
                  <a:lnTo>
                    <a:pt x="14681" y="101"/>
                  </a:lnTo>
                  <a:lnTo>
                    <a:pt x="14239" y="201"/>
                  </a:lnTo>
                  <a:lnTo>
                    <a:pt x="13798" y="301"/>
                  </a:lnTo>
                  <a:lnTo>
                    <a:pt x="13337" y="442"/>
                  </a:lnTo>
                  <a:lnTo>
                    <a:pt x="12896" y="602"/>
                  </a:lnTo>
                  <a:lnTo>
                    <a:pt x="12435" y="783"/>
                  </a:lnTo>
                  <a:lnTo>
                    <a:pt x="11993" y="983"/>
                  </a:lnTo>
                  <a:lnTo>
                    <a:pt x="11552" y="1224"/>
                  </a:lnTo>
                  <a:lnTo>
                    <a:pt x="11332" y="1344"/>
                  </a:lnTo>
                  <a:lnTo>
                    <a:pt x="11131" y="1424"/>
                  </a:lnTo>
                  <a:lnTo>
                    <a:pt x="10951" y="1504"/>
                  </a:lnTo>
                  <a:lnTo>
                    <a:pt x="10750" y="1565"/>
                  </a:lnTo>
                  <a:lnTo>
                    <a:pt x="10569" y="1585"/>
                  </a:lnTo>
                  <a:lnTo>
                    <a:pt x="10389" y="1625"/>
                  </a:lnTo>
                  <a:lnTo>
                    <a:pt x="10048" y="1625"/>
                  </a:lnTo>
                  <a:lnTo>
                    <a:pt x="9888" y="1605"/>
                  </a:lnTo>
                  <a:lnTo>
                    <a:pt x="9727" y="1585"/>
                  </a:lnTo>
                  <a:lnTo>
                    <a:pt x="9426" y="1484"/>
                  </a:lnTo>
                  <a:lnTo>
                    <a:pt x="9126" y="1364"/>
                  </a:lnTo>
                  <a:lnTo>
                    <a:pt x="8825" y="1224"/>
                  </a:lnTo>
                  <a:lnTo>
                    <a:pt x="8223" y="883"/>
                  </a:lnTo>
                  <a:lnTo>
                    <a:pt x="7922" y="702"/>
                  </a:lnTo>
                  <a:lnTo>
                    <a:pt x="7621" y="542"/>
                  </a:lnTo>
                  <a:lnTo>
                    <a:pt x="7281" y="381"/>
                  </a:lnTo>
                  <a:lnTo>
                    <a:pt x="6940" y="241"/>
                  </a:lnTo>
                  <a:lnTo>
                    <a:pt x="6579" y="141"/>
                  </a:lnTo>
                  <a:lnTo>
                    <a:pt x="6178" y="81"/>
                  </a:lnTo>
                  <a:lnTo>
                    <a:pt x="5977" y="61"/>
                  </a:lnTo>
                  <a:lnTo>
                    <a:pt x="5776" y="61"/>
                  </a:lnTo>
                  <a:lnTo>
                    <a:pt x="5556" y="101"/>
                  </a:lnTo>
                  <a:lnTo>
                    <a:pt x="5315" y="141"/>
                  </a:lnTo>
                  <a:lnTo>
                    <a:pt x="5095" y="181"/>
                  </a:lnTo>
                  <a:lnTo>
                    <a:pt x="4834" y="261"/>
                  </a:lnTo>
                  <a:lnTo>
                    <a:pt x="4593" y="341"/>
                  </a:lnTo>
                  <a:lnTo>
                    <a:pt x="4333" y="442"/>
                  </a:lnTo>
                  <a:lnTo>
                    <a:pt x="3811" y="702"/>
                  </a:lnTo>
                  <a:lnTo>
                    <a:pt x="3290" y="1003"/>
                  </a:lnTo>
                  <a:lnTo>
                    <a:pt x="3029" y="1184"/>
                  </a:lnTo>
                  <a:lnTo>
                    <a:pt x="2768" y="1364"/>
                  </a:lnTo>
                  <a:lnTo>
                    <a:pt x="2508" y="1565"/>
                  </a:lnTo>
                  <a:lnTo>
                    <a:pt x="2267" y="1765"/>
                  </a:lnTo>
                  <a:lnTo>
                    <a:pt x="2006" y="1986"/>
                  </a:lnTo>
                  <a:lnTo>
                    <a:pt x="1786" y="2226"/>
                  </a:lnTo>
                  <a:lnTo>
                    <a:pt x="1545" y="2467"/>
                  </a:lnTo>
                  <a:lnTo>
                    <a:pt x="1324" y="2728"/>
                  </a:lnTo>
                  <a:lnTo>
                    <a:pt x="1124" y="2989"/>
                  </a:lnTo>
                  <a:lnTo>
                    <a:pt x="923" y="3269"/>
                  </a:lnTo>
                  <a:lnTo>
                    <a:pt x="763" y="3550"/>
                  </a:lnTo>
                  <a:lnTo>
                    <a:pt x="582" y="3831"/>
                  </a:lnTo>
                  <a:lnTo>
                    <a:pt x="442" y="4132"/>
                  </a:lnTo>
                  <a:lnTo>
                    <a:pt x="322" y="4453"/>
                  </a:lnTo>
                  <a:lnTo>
                    <a:pt x="201" y="4753"/>
                  </a:lnTo>
                  <a:lnTo>
                    <a:pt x="121" y="5094"/>
                  </a:lnTo>
                  <a:lnTo>
                    <a:pt x="61" y="5415"/>
                  </a:lnTo>
                  <a:lnTo>
                    <a:pt x="21" y="5756"/>
                  </a:lnTo>
                  <a:lnTo>
                    <a:pt x="1" y="6097"/>
                  </a:lnTo>
                  <a:lnTo>
                    <a:pt x="1" y="6458"/>
                  </a:lnTo>
                  <a:lnTo>
                    <a:pt x="41" y="6819"/>
                  </a:lnTo>
                  <a:lnTo>
                    <a:pt x="101" y="7180"/>
                  </a:lnTo>
                  <a:lnTo>
                    <a:pt x="161" y="7441"/>
                  </a:lnTo>
                  <a:lnTo>
                    <a:pt x="282" y="7741"/>
                  </a:lnTo>
                  <a:lnTo>
                    <a:pt x="422" y="8042"/>
                  </a:lnTo>
                  <a:lnTo>
                    <a:pt x="582" y="8363"/>
                  </a:lnTo>
                  <a:lnTo>
                    <a:pt x="763" y="8684"/>
                  </a:lnTo>
                  <a:lnTo>
                    <a:pt x="983" y="9005"/>
                  </a:lnTo>
                  <a:lnTo>
                    <a:pt x="1224" y="9346"/>
                  </a:lnTo>
                  <a:lnTo>
                    <a:pt x="1505" y="9687"/>
                  </a:lnTo>
                  <a:lnTo>
                    <a:pt x="1786" y="10028"/>
                  </a:lnTo>
                  <a:lnTo>
                    <a:pt x="2086" y="10369"/>
                  </a:lnTo>
                  <a:lnTo>
                    <a:pt x="2407" y="10710"/>
                  </a:lnTo>
                  <a:lnTo>
                    <a:pt x="2748" y="11050"/>
                  </a:lnTo>
                  <a:lnTo>
                    <a:pt x="3109" y="11391"/>
                  </a:lnTo>
                  <a:lnTo>
                    <a:pt x="3490" y="11732"/>
                  </a:lnTo>
                  <a:lnTo>
                    <a:pt x="4252" y="12394"/>
                  </a:lnTo>
                  <a:lnTo>
                    <a:pt x="4673" y="12715"/>
                  </a:lnTo>
                  <a:lnTo>
                    <a:pt x="5075" y="13016"/>
                  </a:lnTo>
                  <a:lnTo>
                    <a:pt x="5496" y="13317"/>
                  </a:lnTo>
                  <a:lnTo>
                    <a:pt x="5917" y="13617"/>
                  </a:lnTo>
                  <a:lnTo>
                    <a:pt x="6338" y="13878"/>
                  </a:lnTo>
                  <a:lnTo>
                    <a:pt x="6779" y="14139"/>
                  </a:lnTo>
                  <a:lnTo>
                    <a:pt x="7200" y="14380"/>
                  </a:lnTo>
                  <a:lnTo>
                    <a:pt x="7621" y="14620"/>
                  </a:lnTo>
                  <a:lnTo>
                    <a:pt x="8063" y="14821"/>
                  </a:lnTo>
                  <a:lnTo>
                    <a:pt x="8484" y="15001"/>
                  </a:lnTo>
                  <a:lnTo>
                    <a:pt x="8885" y="15182"/>
                  </a:lnTo>
                  <a:lnTo>
                    <a:pt x="9306" y="15322"/>
                  </a:lnTo>
                  <a:lnTo>
                    <a:pt x="9707" y="15442"/>
                  </a:lnTo>
                  <a:lnTo>
                    <a:pt x="10088" y="15523"/>
                  </a:lnTo>
                  <a:lnTo>
                    <a:pt x="10469" y="15603"/>
                  </a:lnTo>
                  <a:lnTo>
                    <a:pt x="10830" y="15643"/>
                  </a:lnTo>
                  <a:lnTo>
                    <a:pt x="11191" y="15643"/>
                  </a:lnTo>
                  <a:lnTo>
                    <a:pt x="11592" y="15603"/>
                  </a:lnTo>
                  <a:lnTo>
                    <a:pt x="11993" y="15543"/>
                  </a:lnTo>
                  <a:lnTo>
                    <a:pt x="12394" y="15462"/>
                  </a:lnTo>
                  <a:lnTo>
                    <a:pt x="12816" y="15342"/>
                  </a:lnTo>
                  <a:lnTo>
                    <a:pt x="13257" y="15202"/>
                  </a:lnTo>
                  <a:lnTo>
                    <a:pt x="13698" y="15021"/>
                  </a:lnTo>
                  <a:lnTo>
                    <a:pt x="14139" y="14821"/>
                  </a:lnTo>
                  <a:lnTo>
                    <a:pt x="14580" y="14600"/>
                  </a:lnTo>
                  <a:lnTo>
                    <a:pt x="15042" y="14339"/>
                  </a:lnTo>
                  <a:lnTo>
                    <a:pt x="15483" y="14079"/>
                  </a:lnTo>
                  <a:lnTo>
                    <a:pt x="15944" y="13778"/>
                  </a:lnTo>
                  <a:lnTo>
                    <a:pt x="16385" y="13477"/>
                  </a:lnTo>
                  <a:lnTo>
                    <a:pt x="16826" y="13136"/>
                  </a:lnTo>
                  <a:lnTo>
                    <a:pt x="17248" y="12795"/>
                  </a:lnTo>
                  <a:lnTo>
                    <a:pt x="17669" y="12414"/>
                  </a:lnTo>
                  <a:lnTo>
                    <a:pt x="18090" y="12033"/>
                  </a:lnTo>
                  <a:lnTo>
                    <a:pt x="18471" y="11652"/>
                  </a:lnTo>
                  <a:lnTo>
                    <a:pt x="18852" y="11251"/>
                  </a:lnTo>
                  <a:lnTo>
                    <a:pt x="19233" y="10830"/>
                  </a:lnTo>
                  <a:lnTo>
                    <a:pt x="19574" y="10409"/>
                  </a:lnTo>
                  <a:lnTo>
                    <a:pt x="19895" y="9968"/>
                  </a:lnTo>
                  <a:lnTo>
                    <a:pt x="20196" y="9526"/>
                  </a:lnTo>
                  <a:lnTo>
                    <a:pt x="20476" y="9065"/>
                  </a:lnTo>
                  <a:lnTo>
                    <a:pt x="20737" y="8604"/>
                  </a:lnTo>
                  <a:lnTo>
                    <a:pt x="20958" y="8143"/>
                  </a:lnTo>
                  <a:lnTo>
                    <a:pt x="21138" y="7681"/>
                  </a:lnTo>
                  <a:lnTo>
                    <a:pt x="21319" y="7220"/>
                  </a:lnTo>
                  <a:lnTo>
                    <a:pt x="21439" y="6739"/>
                  </a:lnTo>
                  <a:lnTo>
                    <a:pt x="21539" y="6277"/>
                  </a:lnTo>
                  <a:lnTo>
                    <a:pt x="21599" y="5816"/>
                  </a:lnTo>
                  <a:lnTo>
                    <a:pt x="21599" y="5355"/>
                  </a:lnTo>
                  <a:lnTo>
                    <a:pt x="21599" y="4894"/>
                  </a:lnTo>
                  <a:lnTo>
                    <a:pt x="21539" y="4453"/>
                  </a:lnTo>
                  <a:lnTo>
                    <a:pt x="21459" y="4051"/>
                  </a:lnTo>
                  <a:lnTo>
                    <a:pt x="21359" y="3650"/>
                  </a:lnTo>
                  <a:lnTo>
                    <a:pt x="21238" y="3269"/>
                  </a:lnTo>
                  <a:lnTo>
                    <a:pt x="21078" y="2908"/>
                  </a:lnTo>
                  <a:lnTo>
                    <a:pt x="20898" y="2567"/>
                  </a:lnTo>
                  <a:lnTo>
                    <a:pt x="20697" y="2247"/>
                  </a:lnTo>
                  <a:lnTo>
                    <a:pt x="20456" y="1946"/>
                  </a:lnTo>
                  <a:lnTo>
                    <a:pt x="20216" y="1665"/>
                  </a:lnTo>
                  <a:lnTo>
                    <a:pt x="19955" y="1404"/>
                  </a:lnTo>
                  <a:lnTo>
                    <a:pt x="19674" y="1164"/>
                  </a:lnTo>
                  <a:lnTo>
                    <a:pt x="19353" y="963"/>
                  </a:lnTo>
                  <a:lnTo>
                    <a:pt x="19032" y="762"/>
                  </a:lnTo>
                  <a:lnTo>
                    <a:pt x="18692" y="582"/>
                  </a:lnTo>
                  <a:lnTo>
                    <a:pt x="18351" y="442"/>
                  </a:lnTo>
                  <a:lnTo>
                    <a:pt x="17990" y="301"/>
                  </a:lnTo>
                  <a:lnTo>
                    <a:pt x="17609" y="201"/>
                  </a:lnTo>
                  <a:lnTo>
                    <a:pt x="17208" y="121"/>
                  </a:lnTo>
                  <a:lnTo>
                    <a:pt x="16806" y="61"/>
                  </a:lnTo>
                  <a:lnTo>
                    <a:pt x="16405" y="20"/>
                  </a:lnTo>
                  <a:lnTo>
                    <a:pt x="159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32"/>
            <p:cNvSpPr/>
            <p:nvPr/>
          </p:nvSpPr>
          <p:spPr>
            <a:xfrm>
              <a:off x="11605275" y="4375625"/>
              <a:ext cx="540000" cy="391075"/>
            </a:xfrm>
            <a:custGeom>
              <a:avLst/>
              <a:gdLst/>
              <a:ahLst/>
              <a:cxnLst/>
              <a:rect l="l" t="t" r="r" b="b"/>
              <a:pathLst>
                <a:path w="21600" h="15643" fill="none" extrusionOk="0">
                  <a:moveTo>
                    <a:pt x="21599" y="5355"/>
                  </a:moveTo>
                  <a:lnTo>
                    <a:pt x="21599" y="5355"/>
                  </a:lnTo>
                  <a:lnTo>
                    <a:pt x="21599" y="5816"/>
                  </a:lnTo>
                  <a:lnTo>
                    <a:pt x="21539" y="6277"/>
                  </a:lnTo>
                  <a:lnTo>
                    <a:pt x="21439" y="6739"/>
                  </a:lnTo>
                  <a:lnTo>
                    <a:pt x="21319" y="7220"/>
                  </a:lnTo>
                  <a:lnTo>
                    <a:pt x="21138" y="7681"/>
                  </a:lnTo>
                  <a:lnTo>
                    <a:pt x="20958" y="8143"/>
                  </a:lnTo>
                  <a:lnTo>
                    <a:pt x="20737" y="8604"/>
                  </a:lnTo>
                  <a:lnTo>
                    <a:pt x="20476" y="9065"/>
                  </a:lnTo>
                  <a:lnTo>
                    <a:pt x="20196" y="9526"/>
                  </a:lnTo>
                  <a:lnTo>
                    <a:pt x="19895" y="9968"/>
                  </a:lnTo>
                  <a:lnTo>
                    <a:pt x="19574" y="10409"/>
                  </a:lnTo>
                  <a:lnTo>
                    <a:pt x="19233" y="10830"/>
                  </a:lnTo>
                  <a:lnTo>
                    <a:pt x="18852" y="11251"/>
                  </a:lnTo>
                  <a:lnTo>
                    <a:pt x="18471" y="11652"/>
                  </a:lnTo>
                  <a:lnTo>
                    <a:pt x="18090" y="12033"/>
                  </a:lnTo>
                  <a:lnTo>
                    <a:pt x="17669" y="12414"/>
                  </a:lnTo>
                  <a:lnTo>
                    <a:pt x="17669" y="12414"/>
                  </a:lnTo>
                  <a:lnTo>
                    <a:pt x="17248" y="12795"/>
                  </a:lnTo>
                  <a:lnTo>
                    <a:pt x="16826" y="13136"/>
                  </a:lnTo>
                  <a:lnTo>
                    <a:pt x="16385" y="13477"/>
                  </a:lnTo>
                  <a:lnTo>
                    <a:pt x="15944" y="13778"/>
                  </a:lnTo>
                  <a:lnTo>
                    <a:pt x="15483" y="14079"/>
                  </a:lnTo>
                  <a:lnTo>
                    <a:pt x="15042" y="14339"/>
                  </a:lnTo>
                  <a:lnTo>
                    <a:pt x="14580" y="14600"/>
                  </a:lnTo>
                  <a:lnTo>
                    <a:pt x="14139" y="14821"/>
                  </a:lnTo>
                  <a:lnTo>
                    <a:pt x="13698" y="15021"/>
                  </a:lnTo>
                  <a:lnTo>
                    <a:pt x="13257" y="15202"/>
                  </a:lnTo>
                  <a:lnTo>
                    <a:pt x="12816" y="15342"/>
                  </a:lnTo>
                  <a:lnTo>
                    <a:pt x="12394" y="15462"/>
                  </a:lnTo>
                  <a:lnTo>
                    <a:pt x="11993" y="15543"/>
                  </a:lnTo>
                  <a:lnTo>
                    <a:pt x="11592" y="15603"/>
                  </a:lnTo>
                  <a:lnTo>
                    <a:pt x="11191" y="15643"/>
                  </a:lnTo>
                  <a:lnTo>
                    <a:pt x="10830" y="15643"/>
                  </a:lnTo>
                  <a:lnTo>
                    <a:pt x="10830" y="15643"/>
                  </a:lnTo>
                  <a:lnTo>
                    <a:pt x="10469" y="15603"/>
                  </a:lnTo>
                  <a:lnTo>
                    <a:pt x="10088" y="15523"/>
                  </a:lnTo>
                  <a:lnTo>
                    <a:pt x="9707" y="15442"/>
                  </a:lnTo>
                  <a:lnTo>
                    <a:pt x="9306" y="15322"/>
                  </a:lnTo>
                  <a:lnTo>
                    <a:pt x="8885" y="15182"/>
                  </a:lnTo>
                  <a:lnTo>
                    <a:pt x="8484" y="15001"/>
                  </a:lnTo>
                  <a:lnTo>
                    <a:pt x="8063" y="14821"/>
                  </a:lnTo>
                  <a:lnTo>
                    <a:pt x="7621" y="14620"/>
                  </a:lnTo>
                  <a:lnTo>
                    <a:pt x="7200" y="14380"/>
                  </a:lnTo>
                  <a:lnTo>
                    <a:pt x="6779" y="14139"/>
                  </a:lnTo>
                  <a:lnTo>
                    <a:pt x="6338" y="13878"/>
                  </a:lnTo>
                  <a:lnTo>
                    <a:pt x="5917" y="13617"/>
                  </a:lnTo>
                  <a:lnTo>
                    <a:pt x="5496" y="13317"/>
                  </a:lnTo>
                  <a:lnTo>
                    <a:pt x="5075" y="13016"/>
                  </a:lnTo>
                  <a:lnTo>
                    <a:pt x="4673" y="12715"/>
                  </a:lnTo>
                  <a:lnTo>
                    <a:pt x="4252" y="12394"/>
                  </a:lnTo>
                  <a:lnTo>
                    <a:pt x="3490" y="11732"/>
                  </a:lnTo>
                  <a:lnTo>
                    <a:pt x="3109" y="11391"/>
                  </a:lnTo>
                  <a:lnTo>
                    <a:pt x="2748" y="11050"/>
                  </a:lnTo>
                  <a:lnTo>
                    <a:pt x="2407" y="10710"/>
                  </a:lnTo>
                  <a:lnTo>
                    <a:pt x="2086" y="10369"/>
                  </a:lnTo>
                  <a:lnTo>
                    <a:pt x="1786" y="10028"/>
                  </a:lnTo>
                  <a:lnTo>
                    <a:pt x="1505" y="9687"/>
                  </a:lnTo>
                  <a:lnTo>
                    <a:pt x="1224" y="9346"/>
                  </a:lnTo>
                  <a:lnTo>
                    <a:pt x="983" y="9005"/>
                  </a:lnTo>
                  <a:lnTo>
                    <a:pt x="763" y="8684"/>
                  </a:lnTo>
                  <a:lnTo>
                    <a:pt x="582" y="8363"/>
                  </a:lnTo>
                  <a:lnTo>
                    <a:pt x="422" y="8042"/>
                  </a:lnTo>
                  <a:lnTo>
                    <a:pt x="282" y="7741"/>
                  </a:lnTo>
                  <a:lnTo>
                    <a:pt x="161" y="7441"/>
                  </a:lnTo>
                  <a:lnTo>
                    <a:pt x="101" y="7180"/>
                  </a:lnTo>
                  <a:lnTo>
                    <a:pt x="101" y="7180"/>
                  </a:lnTo>
                  <a:lnTo>
                    <a:pt x="41" y="6819"/>
                  </a:lnTo>
                  <a:lnTo>
                    <a:pt x="1" y="6458"/>
                  </a:lnTo>
                  <a:lnTo>
                    <a:pt x="1" y="6097"/>
                  </a:lnTo>
                  <a:lnTo>
                    <a:pt x="21" y="5756"/>
                  </a:lnTo>
                  <a:lnTo>
                    <a:pt x="61" y="5415"/>
                  </a:lnTo>
                  <a:lnTo>
                    <a:pt x="121" y="5094"/>
                  </a:lnTo>
                  <a:lnTo>
                    <a:pt x="201" y="4753"/>
                  </a:lnTo>
                  <a:lnTo>
                    <a:pt x="322" y="4453"/>
                  </a:lnTo>
                  <a:lnTo>
                    <a:pt x="442" y="4132"/>
                  </a:lnTo>
                  <a:lnTo>
                    <a:pt x="582" y="3831"/>
                  </a:lnTo>
                  <a:lnTo>
                    <a:pt x="763" y="3550"/>
                  </a:lnTo>
                  <a:lnTo>
                    <a:pt x="923" y="3269"/>
                  </a:lnTo>
                  <a:lnTo>
                    <a:pt x="1124" y="2989"/>
                  </a:lnTo>
                  <a:lnTo>
                    <a:pt x="1324" y="2728"/>
                  </a:lnTo>
                  <a:lnTo>
                    <a:pt x="1545" y="2467"/>
                  </a:lnTo>
                  <a:lnTo>
                    <a:pt x="1786" y="2226"/>
                  </a:lnTo>
                  <a:lnTo>
                    <a:pt x="2006" y="1986"/>
                  </a:lnTo>
                  <a:lnTo>
                    <a:pt x="2267" y="1765"/>
                  </a:lnTo>
                  <a:lnTo>
                    <a:pt x="2508" y="1565"/>
                  </a:lnTo>
                  <a:lnTo>
                    <a:pt x="2768" y="1364"/>
                  </a:lnTo>
                  <a:lnTo>
                    <a:pt x="3029" y="1184"/>
                  </a:lnTo>
                  <a:lnTo>
                    <a:pt x="3290" y="1003"/>
                  </a:lnTo>
                  <a:lnTo>
                    <a:pt x="3811" y="702"/>
                  </a:lnTo>
                  <a:lnTo>
                    <a:pt x="4333" y="442"/>
                  </a:lnTo>
                  <a:lnTo>
                    <a:pt x="4593" y="341"/>
                  </a:lnTo>
                  <a:lnTo>
                    <a:pt x="4834" y="261"/>
                  </a:lnTo>
                  <a:lnTo>
                    <a:pt x="5095" y="181"/>
                  </a:lnTo>
                  <a:lnTo>
                    <a:pt x="5315" y="141"/>
                  </a:lnTo>
                  <a:lnTo>
                    <a:pt x="5556" y="101"/>
                  </a:lnTo>
                  <a:lnTo>
                    <a:pt x="5776" y="61"/>
                  </a:lnTo>
                  <a:lnTo>
                    <a:pt x="5776" y="61"/>
                  </a:lnTo>
                  <a:lnTo>
                    <a:pt x="5977" y="61"/>
                  </a:lnTo>
                  <a:lnTo>
                    <a:pt x="6178" y="81"/>
                  </a:lnTo>
                  <a:lnTo>
                    <a:pt x="6178" y="81"/>
                  </a:lnTo>
                  <a:lnTo>
                    <a:pt x="6579" y="141"/>
                  </a:lnTo>
                  <a:lnTo>
                    <a:pt x="6940" y="241"/>
                  </a:lnTo>
                  <a:lnTo>
                    <a:pt x="7281" y="381"/>
                  </a:lnTo>
                  <a:lnTo>
                    <a:pt x="7621" y="542"/>
                  </a:lnTo>
                  <a:lnTo>
                    <a:pt x="7922" y="702"/>
                  </a:lnTo>
                  <a:lnTo>
                    <a:pt x="8223" y="883"/>
                  </a:lnTo>
                  <a:lnTo>
                    <a:pt x="8825" y="1224"/>
                  </a:lnTo>
                  <a:lnTo>
                    <a:pt x="9126" y="1364"/>
                  </a:lnTo>
                  <a:lnTo>
                    <a:pt x="9426" y="1484"/>
                  </a:lnTo>
                  <a:lnTo>
                    <a:pt x="9727" y="1585"/>
                  </a:lnTo>
                  <a:lnTo>
                    <a:pt x="9888" y="1605"/>
                  </a:lnTo>
                  <a:lnTo>
                    <a:pt x="10048" y="1625"/>
                  </a:lnTo>
                  <a:lnTo>
                    <a:pt x="10229" y="1625"/>
                  </a:lnTo>
                  <a:lnTo>
                    <a:pt x="10389" y="1625"/>
                  </a:lnTo>
                  <a:lnTo>
                    <a:pt x="10569" y="1585"/>
                  </a:lnTo>
                  <a:lnTo>
                    <a:pt x="10750" y="1565"/>
                  </a:lnTo>
                  <a:lnTo>
                    <a:pt x="10951" y="1504"/>
                  </a:lnTo>
                  <a:lnTo>
                    <a:pt x="11131" y="1424"/>
                  </a:lnTo>
                  <a:lnTo>
                    <a:pt x="11332" y="1344"/>
                  </a:lnTo>
                  <a:lnTo>
                    <a:pt x="11552" y="1224"/>
                  </a:lnTo>
                  <a:lnTo>
                    <a:pt x="11552" y="1224"/>
                  </a:lnTo>
                  <a:lnTo>
                    <a:pt x="11993" y="983"/>
                  </a:lnTo>
                  <a:lnTo>
                    <a:pt x="12435" y="783"/>
                  </a:lnTo>
                  <a:lnTo>
                    <a:pt x="12896" y="602"/>
                  </a:lnTo>
                  <a:lnTo>
                    <a:pt x="13337" y="442"/>
                  </a:lnTo>
                  <a:lnTo>
                    <a:pt x="13798" y="301"/>
                  </a:lnTo>
                  <a:lnTo>
                    <a:pt x="14239" y="201"/>
                  </a:lnTo>
                  <a:lnTo>
                    <a:pt x="14681" y="101"/>
                  </a:lnTo>
                  <a:lnTo>
                    <a:pt x="15122" y="41"/>
                  </a:lnTo>
                  <a:lnTo>
                    <a:pt x="15563" y="20"/>
                  </a:lnTo>
                  <a:lnTo>
                    <a:pt x="15984" y="0"/>
                  </a:lnTo>
                  <a:lnTo>
                    <a:pt x="16405" y="20"/>
                  </a:lnTo>
                  <a:lnTo>
                    <a:pt x="16806" y="61"/>
                  </a:lnTo>
                  <a:lnTo>
                    <a:pt x="17208" y="121"/>
                  </a:lnTo>
                  <a:lnTo>
                    <a:pt x="17609" y="201"/>
                  </a:lnTo>
                  <a:lnTo>
                    <a:pt x="17990" y="301"/>
                  </a:lnTo>
                  <a:lnTo>
                    <a:pt x="18351" y="442"/>
                  </a:lnTo>
                  <a:lnTo>
                    <a:pt x="18692" y="582"/>
                  </a:lnTo>
                  <a:lnTo>
                    <a:pt x="19032" y="762"/>
                  </a:lnTo>
                  <a:lnTo>
                    <a:pt x="19353" y="963"/>
                  </a:lnTo>
                  <a:lnTo>
                    <a:pt x="19674" y="1164"/>
                  </a:lnTo>
                  <a:lnTo>
                    <a:pt x="19955" y="1404"/>
                  </a:lnTo>
                  <a:lnTo>
                    <a:pt x="20216" y="1665"/>
                  </a:lnTo>
                  <a:lnTo>
                    <a:pt x="20456" y="1946"/>
                  </a:lnTo>
                  <a:lnTo>
                    <a:pt x="20697" y="2247"/>
                  </a:lnTo>
                  <a:lnTo>
                    <a:pt x="20898" y="2567"/>
                  </a:lnTo>
                  <a:lnTo>
                    <a:pt x="21078" y="2908"/>
                  </a:lnTo>
                  <a:lnTo>
                    <a:pt x="21238" y="3269"/>
                  </a:lnTo>
                  <a:lnTo>
                    <a:pt x="21359" y="3650"/>
                  </a:lnTo>
                  <a:lnTo>
                    <a:pt x="21459" y="4051"/>
                  </a:lnTo>
                  <a:lnTo>
                    <a:pt x="21539" y="4453"/>
                  </a:lnTo>
                  <a:lnTo>
                    <a:pt x="21599" y="4894"/>
                  </a:lnTo>
                  <a:lnTo>
                    <a:pt x="21599" y="535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32"/>
            <p:cNvSpPr/>
            <p:nvPr/>
          </p:nvSpPr>
          <p:spPr>
            <a:xfrm>
              <a:off x="11890050" y="4450325"/>
              <a:ext cx="224150" cy="276775"/>
            </a:xfrm>
            <a:custGeom>
              <a:avLst/>
              <a:gdLst/>
              <a:ahLst/>
              <a:cxnLst/>
              <a:rect l="l" t="t" r="r" b="b"/>
              <a:pathLst>
                <a:path w="8966" h="11071" extrusionOk="0">
                  <a:moveTo>
                    <a:pt x="6218" y="1"/>
                  </a:moveTo>
                  <a:lnTo>
                    <a:pt x="5977" y="21"/>
                  </a:lnTo>
                  <a:lnTo>
                    <a:pt x="5756" y="41"/>
                  </a:lnTo>
                  <a:lnTo>
                    <a:pt x="5536" y="101"/>
                  </a:lnTo>
                  <a:lnTo>
                    <a:pt x="5335" y="161"/>
                  </a:lnTo>
                  <a:lnTo>
                    <a:pt x="5115" y="241"/>
                  </a:lnTo>
                  <a:lnTo>
                    <a:pt x="4894" y="341"/>
                  </a:lnTo>
                  <a:lnTo>
                    <a:pt x="4693" y="442"/>
                  </a:lnTo>
                  <a:lnTo>
                    <a:pt x="4493" y="562"/>
                  </a:lnTo>
                  <a:lnTo>
                    <a:pt x="4292" y="702"/>
                  </a:lnTo>
                  <a:lnTo>
                    <a:pt x="3891" y="1003"/>
                  </a:lnTo>
                  <a:lnTo>
                    <a:pt x="3530" y="1364"/>
                  </a:lnTo>
                  <a:lnTo>
                    <a:pt x="3169" y="1765"/>
                  </a:lnTo>
                  <a:lnTo>
                    <a:pt x="2808" y="2186"/>
                  </a:lnTo>
                  <a:lnTo>
                    <a:pt x="2487" y="2648"/>
                  </a:lnTo>
                  <a:lnTo>
                    <a:pt x="2167" y="3149"/>
                  </a:lnTo>
                  <a:lnTo>
                    <a:pt x="1866" y="3650"/>
                  </a:lnTo>
                  <a:lnTo>
                    <a:pt x="1605" y="4192"/>
                  </a:lnTo>
                  <a:lnTo>
                    <a:pt x="1344" y="4713"/>
                  </a:lnTo>
                  <a:lnTo>
                    <a:pt x="1104" y="5275"/>
                  </a:lnTo>
                  <a:lnTo>
                    <a:pt x="883" y="5816"/>
                  </a:lnTo>
                  <a:lnTo>
                    <a:pt x="703" y="6358"/>
                  </a:lnTo>
                  <a:lnTo>
                    <a:pt x="522" y="6899"/>
                  </a:lnTo>
                  <a:lnTo>
                    <a:pt x="382" y="7421"/>
                  </a:lnTo>
                  <a:lnTo>
                    <a:pt x="241" y="7942"/>
                  </a:lnTo>
                  <a:lnTo>
                    <a:pt x="161" y="8423"/>
                  </a:lnTo>
                  <a:lnTo>
                    <a:pt x="81" y="8885"/>
                  </a:lnTo>
                  <a:lnTo>
                    <a:pt x="21" y="9306"/>
                  </a:lnTo>
                  <a:lnTo>
                    <a:pt x="1" y="9707"/>
                  </a:lnTo>
                  <a:lnTo>
                    <a:pt x="21" y="10048"/>
                  </a:lnTo>
                  <a:lnTo>
                    <a:pt x="41" y="10349"/>
                  </a:lnTo>
                  <a:lnTo>
                    <a:pt x="121" y="10609"/>
                  </a:lnTo>
                  <a:lnTo>
                    <a:pt x="161" y="10710"/>
                  </a:lnTo>
                  <a:lnTo>
                    <a:pt x="201" y="10810"/>
                  </a:lnTo>
                  <a:lnTo>
                    <a:pt x="261" y="10890"/>
                  </a:lnTo>
                  <a:lnTo>
                    <a:pt x="342" y="10950"/>
                  </a:lnTo>
                  <a:lnTo>
                    <a:pt x="402" y="10990"/>
                  </a:lnTo>
                  <a:lnTo>
                    <a:pt x="482" y="11031"/>
                  </a:lnTo>
                  <a:lnTo>
                    <a:pt x="663" y="11051"/>
                  </a:lnTo>
                  <a:lnTo>
                    <a:pt x="843" y="11071"/>
                  </a:lnTo>
                  <a:lnTo>
                    <a:pt x="1024" y="11071"/>
                  </a:lnTo>
                  <a:lnTo>
                    <a:pt x="1204" y="11051"/>
                  </a:lnTo>
                  <a:lnTo>
                    <a:pt x="1405" y="11031"/>
                  </a:lnTo>
                  <a:lnTo>
                    <a:pt x="1605" y="10990"/>
                  </a:lnTo>
                  <a:lnTo>
                    <a:pt x="2006" y="10870"/>
                  </a:lnTo>
                  <a:lnTo>
                    <a:pt x="2447" y="10710"/>
                  </a:lnTo>
                  <a:lnTo>
                    <a:pt x="2869" y="10489"/>
                  </a:lnTo>
                  <a:lnTo>
                    <a:pt x="3330" y="10248"/>
                  </a:lnTo>
                  <a:lnTo>
                    <a:pt x="3771" y="9948"/>
                  </a:lnTo>
                  <a:lnTo>
                    <a:pt x="4232" y="9627"/>
                  </a:lnTo>
                  <a:lnTo>
                    <a:pt x="4673" y="9266"/>
                  </a:lnTo>
                  <a:lnTo>
                    <a:pt x="5135" y="8885"/>
                  </a:lnTo>
                  <a:lnTo>
                    <a:pt x="5556" y="8484"/>
                  </a:lnTo>
                  <a:lnTo>
                    <a:pt x="5997" y="8042"/>
                  </a:lnTo>
                  <a:lnTo>
                    <a:pt x="6398" y="7601"/>
                  </a:lnTo>
                  <a:lnTo>
                    <a:pt x="6799" y="7140"/>
                  </a:lnTo>
                  <a:lnTo>
                    <a:pt x="7160" y="6659"/>
                  </a:lnTo>
                  <a:lnTo>
                    <a:pt x="7501" y="6177"/>
                  </a:lnTo>
                  <a:lnTo>
                    <a:pt x="7822" y="5696"/>
                  </a:lnTo>
                  <a:lnTo>
                    <a:pt x="8103" y="5195"/>
                  </a:lnTo>
                  <a:lnTo>
                    <a:pt x="8363" y="4713"/>
                  </a:lnTo>
                  <a:lnTo>
                    <a:pt x="8564" y="4232"/>
                  </a:lnTo>
                  <a:lnTo>
                    <a:pt x="8744" y="3751"/>
                  </a:lnTo>
                  <a:lnTo>
                    <a:pt x="8865" y="3289"/>
                  </a:lnTo>
                  <a:lnTo>
                    <a:pt x="8925" y="2848"/>
                  </a:lnTo>
                  <a:lnTo>
                    <a:pt x="8945" y="2628"/>
                  </a:lnTo>
                  <a:lnTo>
                    <a:pt x="8965" y="2427"/>
                  </a:lnTo>
                  <a:lnTo>
                    <a:pt x="8945" y="2207"/>
                  </a:lnTo>
                  <a:lnTo>
                    <a:pt x="8925" y="2006"/>
                  </a:lnTo>
                  <a:lnTo>
                    <a:pt x="8885" y="1825"/>
                  </a:lnTo>
                  <a:lnTo>
                    <a:pt x="8825" y="1625"/>
                  </a:lnTo>
                  <a:lnTo>
                    <a:pt x="8765" y="1444"/>
                  </a:lnTo>
                  <a:lnTo>
                    <a:pt x="8684" y="1284"/>
                  </a:lnTo>
                  <a:lnTo>
                    <a:pt x="8584" y="1124"/>
                  </a:lnTo>
                  <a:lnTo>
                    <a:pt x="8464" y="963"/>
                  </a:lnTo>
                  <a:lnTo>
                    <a:pt x="8323" y="803"/>
                  </a:lnTo>
                  <a:lnTo>
                    <a:pt x="8163" y="662"/>
                  </a:lnTo>
                  <a:lnTo>
                    <a:pt x="8002" y="542"/>
                  </a:lnTo>
                  <a:lnTo>
                    <a:pt x="7802" y="422"/>
                  </a:lnTo>
                  <a:lnTo>
                    <a:pt x="7601" y="321"/>
                  </a:lnTo>
                  <a:lnTo>
                    <a:pt x="7381" y="221"/>
                  </a:lnTo>
                  <a:lnTo>
                    <a:pt x="7140" y="141"/>
                  </a:lnTo>
                  <a:lnTo>
                    <a:pt x="6899" y="81"/>
                  </a:lnTo>
                  <a:lnTo>
                    <a:pt x="6659" y="21"/>
                  </a:lnTo>
                  <a:lnTo>
                    <a:pt x="643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32"/>
            <p:cNvSpPr/>
            <p:nvPr/>
          </p:nvSpPr>
          <p:spPr>
            <a:xfrm>
              <a:off x="11890050" y="4450325"/>
              <a:ext cx="224150" cy="276775"/>
            </a:xfrm>
            <a:custGeom>
              <a:avLst/>
              <a:gdLst/>
              <a:ahLst/>
              <a:cxnLst/>
              <a:rect l="l" t="t" r="r" b="b"/>
              <a:pathLst>
                <a:path w="8966" h="11071" fill="none" extrusionOk="0">
                  <a:moveTo>
                    <a:pt x="482" y="11031"/>
                  </a:moveTo>
                  <a:lnTo>
                    <a:pt x="482" y="11031"/>
                  </a:lnTo>
                  <a:lnTo>
                    <a:pt x="402" y="10990"/>
                  </a:lnTo>
                  <a:lnTo>
                    <a:pt x="342" y="10950"/>
                  </a:lnTo>
                  <a:lnTo>
                    <a:pt x="261" y="10890"/>
                  </a:lnTo>
                  <a:lnTo>
                    <a:pt x="201" y="10810"/>
                  </a:lnTo>
                  <a:lnTo>
                    <a:pt x="161" y="10710"/>
                  </a:lnTo>
                  <a:lnTo>
                    <a:pt x="121" y="10609"/>
                  </a:lnTo>
                  <a:lnTo>
                    <a:pt x="41" y="10349"/>
                  </a:lnTo>
                  <a:lnTo>
                    <a:pt x="21" y="10048"/>
                  </a:lnTo>
                  <a:lnTo>
                    <a:pt x="1" y="9707"/>
                  </a:lnTo>
                  <a:lnTo>
                    <a:pt x="21" y="9306"/>
                  </a:lnTo>
                  <a:lnTo>
                    <a:pt x="81" y="8885"/>
                  </a:lnTo>
                  <a:lnTo>
                    <a:pt x="161" y="8423"/>
                  </a:lnTo>
                  <a:lnTo>
                    <a:pt x="241" y="7942"/>
                  </a:lnTo>
                  <a:lnTo>
                    <a:pt x="382" y="7421"/>
                  </a:lnTo>
                  <a:lnTo>
                    <a:pt x="522" y="6899"/>
                  </a:lnTo>
                  <a:lnTo>
                    <a:pt x="703" y="6358"/>
                  </a:lnTo>
                  <a:lnTo>
                    <a:pt x="883" y="5816"/>
                  </a:lnTo>
                  <a:lnTo>
                    <a:pt x="1104" y="5275"/>
                  </a:lnTo>
                  <a:lnTo>
                    <a:pt x="1344" y="4713"/>
                  </a:lnTo>
                  <a:lnTo>
                    <a:pt x="1605" y="4192"/>
                  </a:lnTo>
                  <a:lnTo>
                    <a:pt x="1866" y="3650"/>
                  </a:lnTo>
                  <a:lnTo>
                    <a:pt x="2167" y="3149"/>
                  </a:lnTo>
                  <a:lnTo>
                    <a:pt x="2487" y="2648"/>
                  </a:lnTo>
                  <a:lnTo>
                    <a:pt x="2808" y="2186"/>
                  </a:lnTo>
                  <a:lnTo>
                    <a:pt x="3169" y="1765"/>
                  </a:lnTo>
                  <a:lnTo>
                    <a:pt x="3530" y="1364"/>
                  </a:lnTo>
                  <a:lnTo>
                    <a:pt x="3891" y="1003"/>
                  </a:lnTo>
                  <a:lnTo>
                    <a:pt x="4292" y="702"/>
                  </a:lnTo>
                  <a:lnTo>
                    <a:pt x="4493" y="562"/>
                  </a:lnTo>
                  <a:lnTo>
                    <a:pt x="4693" y="442"/>
                  </a:lnTo>
                  <a:lnTo>
                    <a:pt x="4894" y="341"/>
                  </a:lnTo>
                  <a:lnTo>
                    <a:pt x="5115" y="241"/>
                  </a:lnTo>
                  <a:lnTo>
                    <a:pt x="5335" y="161"/>
                  </a:lnTo>
                  <a:lnTo>
                    <a:pt x="5536" y="101"/>
                  </a:lnTo>
                  <a:lnTo>
                    <a:pt x="5756" y="41"/>
                  </a:lnTo>
                  <a:lnTo>
                    <a:pt x="5977" y="21"/>
                  </a:lnTo>
                  <a:lnTo>
                    <a:pt x="6218" y="1"/>
                  </a:lnTo>
                  <a:lnTo>
                    <a:pt x="6438" y="1"/>
                  </a:lnTo>
                  <a:lnTo>
                    <a:pt x="6659" y="21"/>
                  </a:lnTo>
                  <a:lnTo>
                    <a:pt x="6899" y="81"/>
                  </a:lnTo>
                  <a:lnTo>
                    <a:pt x="7140" y="141"/>
                  </a:lnTo>
                  <a:lnTo>
                    <a:pt x="7381" y="221"/>
                  </a:lnTo>
                  <a:lnTo>
                    <a:pt x="7381" y="221"/>
                  </a:lnTo>
                  <a:lnTo>
                    <a:pt x="7601" y="321"/>
                  </a:lnTo>
                  <a:lnTo>
                    <a:pt x="7802" y="422"/>
                  </a:lnTo>
                  <a:lnTo>
                    <a:pt x="8002" y="542"/>
                  </a:lnTo>
                  <a:lnTo>
                    <a:pt x="8163" y="662"/>
                  </a:lnTo>
                  <a:lnTo>
                    <a:pt x="8323" y="803"/>
                  </a:lnTo>
                  <a:lnTo>
                    <a:pt x="8464" y="963"/>
                  </a:lnTo>
                  <a:lnTo>
                    <a:pt x="8584" y="1124"/>
                  </a:lnTo>
                  <a:lnTo>
                    <a:pt x="8684" y="1284"/>
                  </a:lnTo>
                  <a:lnTo>
                    <a:pt x="8765" y="1444"/>
                  </a:lnTo>
                  <a:lnTo>
                    <a:pt x="8825" y="1625"/>
                  </a:lnTo>
                  <a:lnTo>
                    <a:pt x="8885" y="1825"/>
                  </a:lnTo>
                  <a:lnTo>
                    <a:pt x="8925" y="2006"/>
                  </a:lnTo>
                  <a:lnTo>
                    <a:pt x="8945" y="2207"/>
                  </a:lnTo>
                  <a:lnTo>
                    <a:pt x="8965" y="2427"/>
                  </a:lnTo>
                  <a:lnTo>
                    <a:pt x="8945" y="2628"/>
                  </a:lnTo>
                  <a:lnTo>
                    <a:pt x="8925" y="2848"/>
                  </a:lnTo>
                  <a:lnTo>
                    <a:pt x="8865" y="3289"/>
                  </a:lnTo>
                  <a:lnTo>
                    <a:pt x="8744" y="3751"/>
                  </a:lnTo>
                  <a:lnTo>
                    <a:pt x="8564" y="4232"/>
                  </a:lnTo>
                  <a:lnTo>
                    <a:pt x="8363" y="4713"/>
                  </a:lnTo>
                  <a:lnTo>
                    <a:pt x="8103" y="5195"/>
                  </a:lnTo>
                  <a:lnTo>
                    <a:pt x="7822" y="5696"/>
                  </a:lnTo>
                  <a:lnTo>
                    <a:pt x="7501" y="6177"/>
                  </a:lnTo>
                  <a:lnTo>
                    <a:pt x="7160" y="6659"/>
                  </a:lnTo>
                  <a:lnTo>
                    <a:pt x="6799" y="7140"/>
                  </a:lnTo>
                  <a:lnTo>
                    <a:pt x="6398" y="7601"/>
                  </a:lnTo>
                  <a:lnTo>
                    <a:pt x="5997" y="8042"/>
                  </a:lnTo>
                  <a:lnTo>
                    <a:pt x="5556" y="8484"/>
                  </a:lnTo>
                  <a:lnTo>
                    <a:pt x="5135" y="8885"/>
                  </a:lnTo>
                  <a:lnTo>
                    <a:pt x="4673" y="9266"/>
                  </a:lnTo>
                  <a:lnTo>
                    <a:pt x="4232" y="9627"/>
                  </a:lnTo>
                  <a:lnTo>
                    <a:pt x="3771" y="9948"/>
                  </a:lnTo>
                  <a:lnTo>
                    <a:pt x="3330" y="10248"/>
                  </a:lnTo>
                  <a:lnTo>
                    <a:pt x="2869" y="10489"/>
                  </a:lnTo>
                  <a:lnTo>
                    <a:pt x="2447" y="10710"/>
                  </a:lnTo>
                  <a:lnTo>
                    <a:pt x="2006" y="10870"/>
                  </a:lnTo>
                  <a:lnTo>
                    <a:pt x="1605" y="10990"/>
                  </a:lnTo>
                  <a:lnTo>
                    <a:pt x="1405" y="11031"/>
                  </a:lnTo>
                  <a:lnTo>
                    <a:pt x="1204" y="11051"/>
                  </a:lnTo>
                  <a:lnTo>
                    <a:pt x="1024" y="11071"/>
                  </a:lnTo>
                  <a:lnTo>
                    <a:pt x="843" y="11071"/>
                  </a:lnTo>
                  <a:lnTo>
                    <a:pt x="663" y="11051"/>
                  </a:lnTo>
                  <a:lnTo>
                    <a:pt x="482" y="1103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32"/>
            <p:cNvSpPr/>
            <p:nvPr/>
          </p:nvSpPr>
          <p:spPr>
            <a:xfrm>
              <a:off x="11816350" y="4389150"/>
              <a:ext cx="211100" cy="284800"/>
            </a:xfrm>
            <a:custGeom>
              <a:avLst/>
              <a:gdLst/>
              <a:ahLst/>
              <a:cxnLst/>
              <a:rect l="l" t="t" r="r" b="b"/>
              <a:pathLst>
                <a:path w="8444" h="11392" extrusionOk="0">
                  <a:moveTo>
                    <a:pt x="8363" y="1"/>
                  </a:moveTo>
                  <a:lnTo>
                    <a:pt x="7942" y="121"/>
                  </a:lnTo>
                  <a:lnTo>
                    <a:pt x="7521" y="242"/>
                  </a:lnTo>
                  <a:lnTo>
                    <a:pt x="7100" y="402"/>
                  </a:lnTo>
                  <a:lnTo>
                    <a:pt x="6699" y="582"/>
                  </a:lnTo>
                  <a:lnTo>
                    <a:pt x="6699" y="101"/>
                  </a:lnTo>
                  <a:lnTo>
                    <a:pt x="6699" y="61"/>
                  </a:lnTo>
                  <a:lnTo>
                    <a:pt x="6679" y="41"/>
                  </a:lnTo>
                  <a:lnTo>
                    <a:pt x="6579" y="41"/>
                  </a:lnTo>
                  <a:lnTo>
                    <a:pt x="6559" y="81"/>
                  </a:lnTo>
                  <a:lnTo>
                    <a:pt x="6559" y="101"/>
                  </a:lnTo>
                  <a:lnTo>
                    <a:pt x="6498" y="582"/>
                  </a:lnTo>
                  <a:lnTo>
                    <a:pt x="6137" y="462"/>
                  </a:lnTo>
                  <a:lnTo>
                    <a:pt x="6117" y="462"/>
                  </a:lnTo>
                  <a:lnTo>
                    <a:pt x="6097" y="482"/>
                  </a:lnTo>
                  <a:lnTo>
                    <a:pt x="6097" y="502"/>
                  </a:lnTo>
                  <a:lnTo>
                    <a:pt x="6117" y="522"/>
                  </a:lnTo>
                  <a:lnTo>
                    <a:pt x="6478" y="683"/>
                  </a:lnTo>
                  <a:lnTo>
                    <a:pt x="6198" y="843"/>
                  </a:lnTo>
                  <a:lnTo>
                    <a:pt x="5897" y="1004"/>
                  </a:lnTo>
                  <a:lnTo>
                    <a:pt x="5616" y="1184"/>
                  </a:lnTo>
                  <a:lnTo>
                    <a:pt x="5355" y="1365"/>
                  </a:lnTo>
                  <a:lnTo>
                    <a:pt x="4834" y="1766"/>
                  </a:lnTo>
                  <a:lnTo>
                    <a:pt x="4332" y="2207"/>
                  </a:lnTo>
                  <a:lnTo>
                    <a:pt x="4132" y="1866"/>
                  </a:lnTo>
                  <a:lnTo>
                    <a:pt x="4112" y="1846"/>
                  </a:lnTo>
                  <a:lnTo>
                    <a:pt x="4072" y="1826"/>
                  </a:lnTo>
                  <a:lnTo>
                    <a:pt x="4052" y="1846"/>
                  </a:lnTo>
                  <a:lnTo>
                    <a:pt x="4032" y="1866"/>
                  </a:lnTo>
                  <a:lnTo>
                    <a:pt x="4032" y="1886"/>
                  </a:lnTo>
                  <a:lnTo>
                    <a:pt x="4032" y="1926"/>
                  </a:lnTo>
                  <a:lnTo>
                    <a:pt x="4212" y="2327"/>
                  </a:lnTo>
                  <a:lnTo>
                    <a:pt x="3851" y="2688"/>
                  </a:lnTo>
                  <a:lnTo>
                    <a:pt x="3510" y="3069"/>
                  </a:lnTo>
                  <a:lnTo>
                    <a:pt x="3169" y="3450"/>
                  </a:lnTo>
                  <a:lnTo>
                    <a:pt x="2869" y="3851"/>
                  </a:lnTo>
                  <a:lnTo>
                    <a:pt x="2568" y="4272"/>
                  </a:lnTo>
                  <a:lnTo>
                    <a:pt x="2287" y="4694"/>
                  </a:lnTo>
                  <a:lnTo>
                    <a:pt x="2026" y="5135"/>
                  </a:lnTo>
                  <a:lnTo>
                    <a:pt x="1766" y="5576"/>
                  </a:lnTo>
                  <a:lnTo>
                    <a:pt x="1525" y="6057"/>
                  </a:lnTo>
                  <a:lnTo>
                    <a:pt x="1264" y="6579"/>
                  </a:lnTo>
                  <a:lnTo>
                    <a:pt x="1003" y="7140"/>
                  </a:lnTo>
                  <a:lnTo>
                    <a:pt x="763" y="7702"/>
                  </a:lnTo>
                  <a:lnTo>
                    <a:pt x="462" y="7602"/>
                  </a:lnTo>
                  <a:lnTo>
                    <a:pt x="422" y="7622"/>
                  </a:lnTo>
                  <a:lnTo>
                    <a:pt x="402" y="7642"/>
                  </a:lnTo>
                  <a:lnTo>
                    <a:pt x="402" y="7662"/>
                  </a:lnTo>
                  <a:lnTo>
                    <a:pt x="422" y="7702"/>
                  </a:lnTo>
                  <a:lnTo>
                    <a:pt x="723" y="7842"/>
                  </a:lnTo>
                  <a:lnTo>
                    <a:pt x="622" y="8123"/>
                  </a:lnTo>
                  <a:lnTo>
                    <a:pt x="522" y="8424"/>
                  </a:lnTo>
                  <a:lnTo>
                    <a:pt x="382" y="8424"/>
                  </a:lnTo>
                  <a:lnTo>
                    <a:pt x="322" y="8464"/>
                  </a:lnTo>
                  <a:lnTo>
                    <a:pt x="322" y="8504"/>
                  </a:lnTo>
                  <a:lnTo>
                    <a:pt x="322" y="8544"/>
                  </a:lnTo>
                  <a:lnTo>
                    <a:pt x="382" y="8564"/>
                  </a:lnTo>
                  <a:lnTo>
                    <a:pt x="462" y="8584"/>
                  </a:lnTo>
                  <a:lnTo>
                    <a:pt x="261" y="9246"/>
                  </a:lnTo>
                  <a:lnTo>
                    <a:pt x="181" y="9567"/>
                  </a:lnTo>
                  <a:lnTo>
                    <a:pt x="121" y="9908"/>
                  </a:lnTo>
                  <a:lnTo>
                    <a:pt x="61" y="10249"/>
                  </a:lnTo>
                  <a:lnTo>
                    <a:pt x="21" y="10570"/>
                  </a:lnTo>
                  <a:lnTo>
                    <a:pt x="1" y="10911"/>
                  </a:lnTo>
                  <a:lnTo>
                    <a:pt x="1" y="11231"/>
                  </a:lnTo>
                  <a:lnTo>
                    <a:pt x="281" y="11392"/>
                  </a:lnTo>
                  <a:lnTo>
                    <a:pt x="281" y="11051"/>
                  </a:lnTo>
                  <a:lnTo>
                    <a:pt x="281" y="10710"/>
                  </a:lnTo>
                  <a:lnTo>
                    <a:pt x="322" y="10349"/>
                  </a:lnTo>
                  <a:lnTo>
                    <a:pt x="362" y="10008"/>
                  </a:lnTo>
                  <a:lnTo>
                    <a:pt x="442" y="9647"/>
                  </a:lnTo>
                  <a:lnTo>
                    <a:pt x="522" y="9306"/>
                  </a:lnTo>
                  <a:lnTo>
                    <a:pt x="602" y="8945"/>
                  </a:lnTo>
                  <a:lnTo>
                    <a:pt x="723" y="8604"/>
                  </a:lnTo>
                  <a:lnTo>
                    <a:pt x="963" y="8604"/>
                  </a:lnTo>
                  <a:lnTo>
                    <a:pt x="1084" y="8584"/>
                  </a:lnTo>
                  <a:lnTo>
                    <a:pt x="1124" y="8544"/>
                  </a:lnTo>
                  <a:lnTo>
                    <a:pt x="1144" y="8504"/>
                  </a:lnTo>
                  <a:lnTo>
                    <a:pt x="1124" y="8464"/>
                  </a:lnTo>
                  <a:lnTo>
                    <a:pt x="1084" y="8424"/>
                  </a:lnTo>
                  <a:lnTo>
                    <a:pt x="963" y="8404"/>
                  </a:lnTo>
                  <a:lnTo>
                    <a:pt x="783" y="8404"/>
                  </a:lnTo>
                  <a:lnTo>
                    <a:pt x="943" y="7963"/>
                  </a:lnTo>
                  <a:lnTo>
                    <a:pt x="1164" y="8063"/>
                  </a:lnTo>
                  <a:lnTo>
                    <a:pt x="1184" y="8063"/>
                  </a:lnTo>
                  <a:lnTo>
                    <a:pt x="1224" y="8043"/>
                  </a:lnTo>
                  <a:lnTo>
                    <a:pt x="1244" y="8023"/>
                  </a:lnTo>
                  <a:lnTo>
                    <a:pt x="1244" y="7983"/>
                  </a:lnTo>
                  <a:lnTo>
                    <a:pt x="1224" y="7942"/>
                  </a:lnTo>
                  <a:lnTo>
                    <a:pt x="1124" y="7862"/>
                  </a:lnTo>
                  <a:lnTo>
                    <a:pt x="1003" y="7802"/>
                  </a:lnTo>
                  <a:lnTo>
                    <a:pt x="1304" y="7100"/>
                  </a:lnTo>
                  <a:lnTo>
                    <a:pt x="1625" y="6418"/>
                  </a:lnTo>
                  <a:lnTo>
                    <a:pt x="1946" y="5777"/>
                  </a:lnTo>
                  <a:lnTo>
                    <a:pt x="2287" y="5195"/>
                  </a:lnTo>
                  <a:lnTo>
                    <a:pt x="2728" y="4473"/>
                  </a:lnTo>
                  <a:lnTo>
                    <a:pt x="2969" y="4132"/>
                  </a:lnTo>
                  <a:lnTo>
                    <a:pt x="3209" y="3791"/>
                  </a:lnTo>
                  <a:lnTo>
                    <a:pt x="3470" y="3450"/>
                  </a:lnTo>
                  <a:lnTo>
                    <a:pt x="3731" y="3129"/>
                  </a:lnTo>
                  <a:lnTo>
                    <a:pt x="4012" y="2809"/>
                  </a:lnTo>
                  <a:lnTo>
                    <a:pt x="4312" y="2508"/>
                  </a:lnTo>
                  <a:lnTo>
                    <a:pt x="4312" y="2528"/>
                  </a:lnTo>
                  <a:lnTo>
                    <a:pt x="4353" y="2548"/>
                  </a:lnTo>
                  <a:lnTo>
                    <a:pt x="4393" y="2568"/>
                  </a:lnTo>
                  <a:lnTo>
                    <a:pt x="4413" y="2548"/>
                  </a:lnTo>
                  <a:lnTo>
                    <a:pt x="4433" y="2528"/>
                  </a:lnTo>
                  <a:lnTo>
                    <a:pt x="4453" y="2508"/>
                  </a:lnTo>
                  <a:lnTo>
                    <a:pt x="4453" y="2468"/>
                  </a:lnTo>
                  <a:lnTo>
                    <a:pt x="4413" y="2407"/>
                  </a:lnTo>
                  <a:lnTo>
                    <a:pt x="4894" y="1966"/>
                  </a:lnTo>
                  <a:lnTo>
                    <a:pt x="5395" y="1565"/>
                  </a:lnTo>
                  <a:lnTo>
                    <a:pt x="5917" y="1184"/>
                  </a:lnTo>
                  <a:lnTo>
                    <a:pt x="6198" y="1024"/>
                  </a:lnTo>
                  <a:lnTo>
                    <a:pt x="6478" y="863"/>
                  </a:lnTo>
                  <a:lnTo>
                    <a:pt x="6478" y="863"/>
                  </a:lnTo>
                  <a:lnTo>
                    <a:pt x="6458" y="1104"/>
                  </a:lnTo>
                  <a:lnTo>
                    <a:pt x="6478" y="1324"/>
                  </a:lnTo>
                  <a:lnTo>
                    <a:pt x="6498" y="1365"/>
                  </a:lnTo>
                  <a:lnTo>
                    <a:pt x="6518" y="1385"/>
                  </a:lnTo>
                  <a:lnTo>
                    <a:pt x="6559" y="1405"/>
                  </a:lnTo>
                  <a:lnTo>
                    <a:pt x="6599" y="1405"/>
                  </a:lnTo>
                  <a:lnTo>
                    <a:pt x="6639" y="1365"/>
                  </a:lnTo>
                  <a:lnTo>
                    <a:pt x="6679" y="1084"/>
                  </a:lnTo>
                  <a:lnTo>
                    <a:pt x="6699" y="783"/>
                  </a:lnTo>
                  <a:lnTo>
                    <a:pt x="6879" y="863"/>
                  </a:lnTo>
                  <a:lnTo>
                    <a:pt x="6960" y="903"/>
                  </a:lnTo>
                  <a:lnTo>
                    <a:pt x="7080" y="903"/>
                  </a:lnTo>
                  <a:lnTo>
                    <a:pt x="7100" y="863"/>
                  </a:lnTo>
                  <a:lnTo>
                    <a:pt x="7120" y="843"/>
                  </a:lnTo>
                  <a:lnTo>
                    <a:pt x="7100" y="803"/>
                  </a:lnTo>
                  <a:lnTo>
                    <a:pt x="6960" y="723"/>
                  </a:lnTo>
                  <a:lnTo>
                    <a:pt x="6839" y="683"/>
                  </a:lnTo>
                  <a:lnTo>
                    <a:pt x="7200" y="502"/>
                  </a:lnTo>
                  <a:lnTo>
                    <a:pt x="7601" y="362"/>
                  </a:lnTo>
                  <a:lnTo>
                    <a:pt x="8002" y="221"/>
                  </a:lnTo>
                  <a:lnTo>
                    <a:pt x="8404" y="121"/>
                  </a:lnTo>
                  <a:lnTo>
                    <a:pt x="8444" y="101"/>
                  </a:lnTo>
                  <a:lnTo>
                    <a:pt x="8444" y="61"/>
                  </a:lnTo>
                  <a:lnTo>
                    <a:pt x="8424" y="21"/>
                  </a:lnTo>
                  <a:lnTo>
                    <a:pt x="838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32"/>
            <p:cNvSpPr/>
            <p:nvPr/>
          </p:nvSpPr>
          <p:spPr>
            <a:xfrm>
              <a:off x="11605275" y="4494950"/>
              <a:ext cx="441725" cy="271750"/>
            </a:xfrm>
            <a:custGeom>
              <a:avLst/>
              <a:gdLst/>
              <a:ahLst/>
              <a:cxnLst/>
              <a:rect l="l" t="t" r="r" b="b"/>
              <a:pathLst>
                <a:path w="17669" h="10870" extrusionOk="0">
                  <a:moveTo>
                    <a:pt x="141" y="783"/>
                  </a:moveTo>
                  <a:lnTo>
                    <a:pt x="181" y="803"/>
                  </a:lnTo>
                  <a:lnTo>
                    <a:pt x="602" y="1364"/>
                  </a:lnTo>
                  <a:lnTo>
                    <a:pt x="1044" y="1906"/>
                  </a:lnTo>
                  <a:lnTo>
                    <a:pt x="1505" y="2427"/>
                  </a:lnTo>
                  <a:lnTo>
                    <a:pt x="1986" y="2928"/>
                  </a:lnTo>
                  <a:lnTo>
                    <a:pt x="2086" y="2768"/>
                  </a:lnTo>
                  <a:lnTo>
                    <a:pt x="2187" y="2628"/>
                  </a:lnTo>
                  <a:lnTo>
                    <a:pt x="2227" y="2607"/>
                  </a:lnTo>
                  <a:lnTo>
                    <a:pt x="2247" y="2587"/>
                  </a:lnTo>
                  <a:lnTo>
                    <a:pt x="2287" y="2607"/>
                  </a:lnTo>
                  <a:lnTo>
                    <a:pt x="2327" y="2628"/>
                  </a:lnTo>
                  <a:lnTo>
                    <a:pt x="2347" y="2668"/>
                  </a:lnTo>
                  <a:lnTo>
                    <a:pt x="2347" y="2708"/>
                  </a:lnTo>
                  <a:lnTo>
                    <a:pt x="2267" y="2908"/>
                  </a:lnTo>
                  <a:lnTo>
                    <a:pt x="2147" y="3089"/>
                  </a:lnTo>
                  <a:lnTo>
                    <a:pt x="2447" y="3370"/>
                  </a:lnTo>
                  <a:lnTo>
                    <a:pt x="2588" y="3149"/>
                  </a:lnTo>
                  <a:lnTo>
                    <a:pt x="2668" y="3029"/>
                  </a:lnTo>
                  <a:lnTo>
                    <a:pt x="2768" y="2948"/>
                  </a:lnTo>
                  <a:lnTo>
                    <a:pt x="2828" y="2948"/>
                  </a:lnTo>
                  <a:lnTo>
                    <a:pt x="2849" y="2968"/>
                  </a:lnTo>
                  <a:lnTo>
                    <a:pt x="2869" y="2989"/>
                  </a:lnTo>
                  <a:lnTo>
                    <a:pt x="2869" y="3029"/>
                  </a:lnTo>
                  <a:lnTo>
                    <a:pt x="2828" y="3149"/>
                  </a:lnTo>
                  <a:lnTo>
                    <a:pt x="2748" y="3269"/>
                  </a:lnTo>
                  <a:lnTo>
                    <a:pt x="2588" y="3510"/>
                  </a:lnTo>
                  <a:lnTo>
                    <a:pt x="3009" y="3911"/>
                  </a:lnTo>
                  <a:lnTo>
                    <a:pt x="3450" y="4292"/>
                  </a:lnTo>
                  <a:lnTo>
                    <a:pt x="4333" y="5034"/>
                  </a:lnTo>
                  <a:lnTo>
                    <a:pt x="5255" y="5776"/>
                  </a:lnTo>
                  <a:lnTo>
                    <a:pt x="6178" y="6478"/>
                  </a:lnTo>
                  <a:lnTo>
                    <a:pt x="6258" y="6197"/>
                  </a:lnTo>
                  <a:lnTo>
                    <a:pt x="6318" y="6057"/>
                  </a:lnTo>
                  <a:lnTo>
                    <a:pt x="6378" y="5937"/>
                  </a:lnTo>
                  <a:lnTo>
                    <a:pt x="6398" y="5916"/>
                  </a:lnTo>
                  <a:lnTo>
                    <a:pt x="6418" y="5916"/>
                  </a:lnTo>
                  <a:lnTo>
                    <a:pt x="6478" y="5937"/>
                  </a:lnTo>
                  <a:lnTo>
                    <a:pt x="6478" y="5957"/>
                  </a:lnTo>
                  <a:lnTo>
                    <a:pt x="6498" y="5977"/>
                  </a:lnTo>
                  <a:lnTo>
                    <a:pt x="6458" y="6217"/>
                  </a:lnTo>
                  <a:lnTo>
                    <a:pt x="6378" y="6458"/>
                  </a:lnTo>
                  <a:lnTo>
                    <a:pt x="6579" y="6338"/>
                  </a:lnTo>
                  <a:lnTo>
                    <a:pt x="6779" y="6217"/>
                  </a:lnTo>
                  <a:lnTo>
                    <a:pt x="6819" y="6197"/>
                  </a:lnTo>
                  <a:lnTo>
                    <a:pt x="6859" y="6217"/>
                  </a:lnTo>
                  <a:lnTo>
                    <a:pt x="6900" y="6257"/>
                  </a:lnTo>
                  <a:lnTo>
                    <a:pt x="6920" y="6318"/>
                  </a:lnTo>
                  <a:lnTo>
                    <a:pt x="6879" y="6358"/>
                  </a:lnTo>
                  <a:lnTo>
                    <a:pt x="6659" y="6518"/>
                  </a:lnTo>
                  <a:lnTo>
                    <a:pt x="6418" y="6658"/>
                  </a:lnTo>
                  <a:lnTo>
                    <a:pt x="8263" y="8002"/>
                  </a:lnTo>
                  <a:lnTo>
                    <a:pt x="8303" y="8042"/>
                  </a:lnTo>
                  <a:lnTo>
                    <a:pt x="8283" y="8102"/>
                  </a:lnTo>
                  <a:lnTo>
                    <a:pt x="8263" y="8143"/>
                  </a:lnTo>
                  <a:lnTo>
                    <a:pt x="8203" y="8163"/>
                  </a:lnTo>
                  <a:lnTo>
                    <a:pt x="8163" y="8143"/>
                  </a:lnTo>
                  <a:lnTo>
                    <a:pt x="7682" y="7862"/>
                  </a:lnTo>
                  <a:lnTo>
                    <a:pt x="7220" y="7561"/>
                  </a:lnTo>
                  <a:lnTo>
                    <a:pt x="6278" y="6959"/>
                  </a:lnTo>
                  <a:lnTo>
                    <a:pt x="6238" y="7200"/>
                  </a:lnTo>
                  <a:lnTo>
                    <a:pt x="6198" y="7461"/>
                  </a:lnTo>
                  <a:lnTo>
                    <a:pt x="6178" y="7481"/>
                  </a:lnTo>
                  <a:lnTo>
                    <a:pt x="6158" y="7501"/>
                  </a:lnTo>
                  <a:lnTo>
                    <a:pt x="6158" y="7481"/>
                  </a:lnTo>
                  <a:lnTo>
                    <a:pt x="6137" y="7461"/>
                  </a:lnTo>
                  <a:lnTo>
                    <a:pt x="6137" y="7180"/>
                  </a:lnTo>
                  <a:lnTo>
                    <a:pt x="6137" y="6859"/>
                  </a:lnTo>
                  <a:lnTo>
                    <a:pt x="6097" y="6819"/>
                  </a:lnTo>
                  <a:lnTo>
                    <a:pt x="5696" y="6999"/>
                  </a:lnTo>
                  <a:lnTo>
                    <a:pt x="5676" y="7019"/>
                  </a:lnTo>
                  <a:lnTo>
                    <a:pt x="5656" y="6999"/>
                  </a:lnTo>
                  <a:lnTo>
                    <a:pt x="5656" y="6979"/>
                  </a:lnTo>
                  <a:lnTo>
                    <a:pt x="5676" y="6959"/>
                  </a:lnTo>
                  <a:lnTo>
                    <a:pt x="5977" y="6739"/>
                  </a:lnTo>
                  <a:lnTo>
                    <a:pt x="5516" y="6398"/>
                  </a:lnTo>
                  <a:lnTo>
                    <a:pt x="5034" y="6057"/>
                  </a:lnTo>
                  <a:lnTo>
                    <a:pt x="4593" y="5696"/>
                  </a:lnTo>
                  <a:lnTo>
                    <a:pt x="4132" y="5315"/>
                  </a:lnTo>
                  <a:lnTo>
                    <a:pt x="3691" y="4934"/>
                  </a:lnTo>
                  <a:lnTo>
                    <a:pt x="3270" y="4533"/>
                  </a:lnTo>
                  <a:lnTo>
                    <a:pt x="2849" y="4132"/>
                  </a:lnTo>
                  <a:lnTo>
                    <a:pt x="2427" y="3710"/>
                  </a:lnTo>
                  <a:lnTo>
                    <a:pt x="2327" y="3871"/>
                  </a:lnTo>
                  <a:lnTo>
                    <a:pt x="2227" y="4031"/>
                  </a:lnTo>
                  <a:lnTo>
                    <a:pt x="2207" y="4031"/>
                  </a:lnTo>
                  <a:lnTo>
                    <a:pt x="2207" y="4051"/>
                  </a:lnTo>
                  <a:lnTo>
                    <a:pt x="2167" y="4031"/>
                  </a:lnTo>
                  <a:lnTo>
                    <a:pt x="2147" y="4011"/>
                  </a:lnTo>
                  <a:lnTo>
                    <a:pt x="2167" y="3971"/>
                  </a:lnTo>
                  <a:lnTo>
                    <a:pt x="2327" y="3590"/>
                  </a:lnTo>
                  <a:lnTo>
                    <a:pt x="2006" y="3249"/>
                  </a:lnTo>
                  <a:lnTo>
                    <a:pt x="1826" y="3510"/>
                  </a:lnTo>
                  <a:lnTo>
                    <a:pt x="1766" y="3510"/>
                  </a:lnTo>
                  <a:lnTo>
                    <a:pt x="1746" y="3490"/>
                  </a:lnTo>
                  <a:lnTo>
                    <a:pt x="1746" y="3470"/>
                  </a:lnTo>
                  <a:lnTo>
                    <a:pt x="1746" y="3450"/>
                  </a:lnTo>
                  <a:lnTo>
                    <a:pt x="1886" y="3109"/>
                  </a:lnTo>
                  <a:lnTo>
                    <a:pt x="1405" y="2567"/>
                  </a:lnTo>
                  <a:lnTo>
                    <a:pt x="963" y="2006"/>
                  </a:lnTo>
                  <a:lnTo>
                    <a:pt x="522" y="1424"/>
                  </a:lnTo>
                  <a:lnTo>
                    <a:pt x="121" y="823"/>
                  </a:lnTo>
                  <a:lnTo>
                    <a:pt x="121" y="803"/>
                  </a:lnTo>
                  <a:lnTo>
                    <a:pt x="141" y="783"/>
                  </a:lnTo>
                  <a:close/>
                  <a:moveTo>
                    <a:pt x="201" y="0"/>
                  </a:moveTo>
                  <a:lnTo>
                    <a:pt x="121" y="341"/>
                  </a:lnTo>
                  <a:lnTo>
                    <a:pt x="41" y="682"/>
                  </a:lnTo>
                  <a:lnTo>
                    <a:pt x="1" y="1043"/>
                  </a:lnTo>
                  <a:lnTo>
                    <a:pt x="1" y="1404"/>
                  </a:lnTo>
                  <a:lnTo>
                    <a:pt x="1" y="1645"/>
                  </a:lnTo>
                  <a:lnTo>
                    <a:pt x="21" y="1906"/>
                  </a:lnTo>
                  <a:lnTo>
                    <a:pt x="41" y="2146"/>
                  </a:lnTo>
                  <a:lnTo>
                    <a:pt x="101" y="2407"/>
                  </a:lnTo>
                  <a:lnTo>
                    <a:pt x="161" y="2668"/>
                  </a:lnTo>
                  <a:lnTo>
                    <a:pt x="282" y="2968"/>
                  </a:lnTo>
                  <a:lnTo>
                    <a:pt x="422" y="3269"/>
                  </a:lnTo>
                  <a:lnTo>
                    <a:pt x="582" y="3590"/>
                  </a:lnTo>
                  <a:lnTo>
                    <a:pt x="763" y="3911"/>
                  </a:lnTo>
                  <a:lnTo>
                    <a:pt x="983" y="4232"/>
                  </a:lnTo>
                  <a:lnTo>
                    <a:pt x="1224" y="4573"/>
                  </a:lnTo>
                  <a:lnTo>
                    <a:pt x="1505" y="4914"/>
                  </a:lnTo>
                  <a:lnTo>
                    <a:pt x="1786" y="5255"/>
                  </a:lnTo>
                  <a:lnTo>
                    <a:pt x="2086" y="5596"/>
                  </a:lnTo>
                  <a:lnTo>
                    <a:pt x="2407" y="5937"/>
                  </a:lnTo>
                  <a:lnTo>
                    <a:pt x="2748" y="6277"/>
                  </a:lnTo>
                  <a:lnTo>
                    <a:pt x="3109" y="6618"/>
                  </a:lnTo>
                  <a:lnTo>
                    <a:pt x="3490" y="6959"/>
                  </a:lnTo>
                  <a:lnTo>
                    <a:pt x="4252" y="7621"/>
                  </a:lnTo>
                  <a:lnTo>
                    <a:pt x="4673" y="7942"/>
                  </a:lnTo>
                  <a:lnTo>
                    <a:pt x="5075" y="8243"/>
                  </a:lnTo>
                  <a:lnTo>
                    <a:pt x="5496" y="8544"/>
                  </a:lnTo>
                  <a:lnTo>
                    <a:pt x="5917" y="8844"/>
                  </a:lnTo>
                  <a:lnTo>
                    <a:pt x="6338" y="9105"/>
                  </a:lnTo>
                  <a:lnTo>
                    <a:pt x="6779" y="9366"/>
                  </a:lnTo>
                  <a:lnTo>
                    <a:pt x="7200" y="9607"/>
                  </a:lnTo>
                  <a:lnTo>
                    <a:pt x="7621" y="9847"/>
                  </a:lnTo>
                  <a:lnTo>
                    <a:pt x="8063" y="10048"/>
                  </a:lnTo>
                  <a:lnTo>
                    <a:pt x="8484" y="10228"/>
                  </a:lnTo>
                  <a:lnTo>
                    <a:pt x="8885" y="10409"/>
                  </a:lnTo>
                  <a:lnTo>
                    <a:pt x="9306" y="10549"/>
                  </a:lnTo>
                  <a:lnTo>
                    <a:pt x="9707" y="10669"/>
                  </a:lnTo>
                  <a:lnTo>
                    <a:pt x="10088" y="10750"/>
                  </a:lnTo>
                  <a:lnTo>
                    <a:pt x="10469" y="10830"/>
                  </a:lnTo>
                  <a:lnTo>
                    <a:pt x="10830" y="10870"/>
                  </a:lnTo>
                  <a:lnTo>
                    <a:pt x="11071" y="10870"/>
                  </a:lnTo>
                  <a:lnTo>
                    <a:pt x="11432" y="10850"/>
                  </a:lnTo>
                  <a:lnTo>
                    <a:pt x="11813" y="10810"/>
                  </a:lnTo>
                  <a:lnTo>
                    <a:pt x="12214" y="10730"/>
                  </a:lnTo>
                  <a:lnTo>
                    <a:pt x="12615" y="10629"/>
                  </a:lnTo>
                  <a:lnTo>
                    <a:pt x="13016" y="10509"/>
                  </a:lnTo>
                  <a:lnTo>
                    <a:pt x="13437" y="10349"/>
                  </a:lnTo>
                  <a:lnTo>
                    <a:pt x="13858" y="10168"/>
                  </a:lnTo>
                  <a:lnTo>
                    <a:pt x="14280" y="9967"/>
                  </a:lnTo>
                  <a:lnTo>
                    <a:pt x="14721" y="9747"/>
                  </a:lnTo>
                  <a:lnTo>
                    <a:pt x="15142" y="9506"/>
                  </a:lnTo>
                  <a:lnTo>
                    <a:pt x="15583" y="9246"/>
                  </a:lnTo>
                  <a:lnTo>
                    <a:pt x="16004" y="8965"/>
                  </a:lnTo>
                  <a:lnTo>
                    <a:pt x="16445" y="8664"/>
                  </a:lnTo>
                  <a:lnTo>
                    <a:pt x="16847" y="8343"/>
                  </a:lnTo>
                  <a:lnTo>
                    <a:pt x="17268" y="8002"/>
                  </a:lnTo>
                  <a:lnTo>
                    <a:pt x="17669" y="7641"/>
                  </a:lnTo>
                  <a:lnTo>
                    <a:pt x="17007" y="7862"/>
                  </a:lnTo>
                  <a:lnTo>
                    <a:pt x="16345" y="8042"/>
                  </a:lnTo>
                  <a:lnTo>
                    <a:pt x="15663" y="8183"/>
                  </a:lnTo>
                  <a:lnTo>
                    <a:pt x="14981" y="8303"/>
                  </a:lnTo>
                  <a:lnTo>
                    <a:pt x="14621" y="8504"/>
                  </a:lnTo>
                  <a:lnTo>
                    <a:pt x="14260" y="8704"/>
                  </a:lnTo>
                  <a:lnTo>
                    <a:pt x="13919" y="8885"/>
                  </a:lnTo>
                  <a:lnTo>
                    <a:pt x="13578" y="9025"/>
                  </a:lnTo>
                  <a:lnTo>
                    <a:pt x="13257" y="9125"/>
                  </a:lnTo>
                  <a:lnTo>
                    <a:pt x="12936" y="9225"/>
                  </a:lnTo>
                  <a:lnTo>
                    <a:pt x="12615" y="9266"/>
                  </a:lnTo>
                  <a:lnTo>
                    <a:pt x="12334" y="9286"/>
                  </a:lnTo>
                  <a:lnTo>
                    <a:pt x="12094" y="9266"/>
                  </a:lnTo>
                  <a:lnTo>
                    <a:pt x="11873" y="9246"/>
                  </a:lnTo>
                  <a:lnTo>
                    <a:pt x="11773" y="9205"/>
                  </a:lnTo>
                  <a:lnTo>
                    <a:pt x="11672" y="9125"/>
                  </a:lnTo>
                  <a:lnTo>
                    <a:pt x="11592" y="9025"/>
                  </a:lnTo>
                  <a:lnTo>
                    <a:pt x="11532" y="8885"/>
                  </a:lnTo>
                  <a:lnTo>
                    <a:pt x="11472" y="8744"/>
                  </a:lnTo>
                  <a:lnTo>
                    <a:pt x="11432" y="8564"/>
                  </a:lnTo>
                  <a:lnTo>
                    <a:pt x="11412" y="8363"/>
                  </a:lnTo>
                  <a:lnTo>
                    <a:pt x="11392" y="8143"/>
                  </a:lnTo>
                  <a:lnTo>
                    <a:pt x="10870" y="8002"/>
                  </a:lnTo>
                  <a:lnTo>
                    <a:pt x="10329" y="7842"/>
                  </a:lnTo>
                  <a:lnTo>
                    <a:pt x="9807" y="7661"/>
                  </a:lnTo>
                  <a:lnTo>
                    <a:pt x="9286" y="7441"/>
                  </a:lnTo>
                  <a:lnTo>
                    <a:pt x="8724" y="7160"/>
                  </a:lnTo>
                  <a:lnTo>
                    <a:pt x="8745" y="7521"/>
                  </a:lnTo>
                  <a:lnTo>
                    <a:pt x="8805" y="7862"/>
                  </a:lnTo>
                  <a:lnTo>
                    <a:pt x="8885" y="8223"/>
                  </a:lnTo>
                  <a:lnTo>
                    <a:pt x="8985" y="8544"/>
                  </a:lnTo>
                  <a:lnTo>
                    <a:pt x="9126" y="8885"/>
                  </a:lnTo>
                  <a:lnTo>
                    <a:pt x="9286" y="9205"/>
                  </a:lnTo>
                  <a:lnTo>
                    <a:pt x="9487" y="9506"/>
                  </a:lnTo>
                  <a:lnTo>
                    <a:pt x="9727" y="9807"/>
                  </a:lnTo>
                  <a:lnTo>
                    <a:pt x="9747" y="9847"/>
                  </a:lnTo>
                  <a:lnTo>
                    <a:pt x="9747" y="9907"/>
                  </a:lnTo>
                  <a:lnTo>
                    <a:pt x="9707" y="9947"/>
                  </a:lnTo>
                  <a:lnTo>
                    <a:pt x="9627" y="9947"/>
                  </a:lnTo>
                  <a:lnTo>
                    <a:pt x="9607" y="9927"/>
                  </a:lnTo>
                  <a:lnTo>
                    <a:pt x="9446" y="9767"/>
                  </a:lnTo>
                  <a:lnTo>
                    <a:pt x="9306" y="9627"/>
                  </a:lnTo>
                  <a:lnTo>
                    <a:pt x="9065" y="9286"/>
                  </a:lnTo>
                  <a:lnTo>
                    <a:pt x="8865" y="8945"/>
                  </a:lnTo>
                  <a:lnTo>
                    <a:pt x="8704" y="8584"/>
                  </a:lnTo>
                  <a:lnTo>
                    <a:pt x="8584" y="8203"/>
                  </a:lnTo>
                  <a:lnTo>
                    <a:pt x="8504" y="7802"/>
                  </a:lnTo>
                  <a:lnTo>
                    <a:pt x="8464" y="7401"/>
                  </a:lnTo>
                  <a:lnTo>
                    <a:pt x="8444" y="6999"/>
                  </a:lnTo>
                  <a:lnTo>
                    <a:pt x="8063" y="6759"/>
                  </a:lnTo>
                  <a:lnTo>
                    <a:pt x="7722" y="6518"/>
                  </a:lnTo>
                  <a:lnTo>
                    <a:pt x="7361" y="6257"/>
                  </a:lnTo>
                  <a:lnTo>
                    <a:pt x="7040" y="5977"/>
                  </a:lnTo>
                  <a:lnTo>
                    <a:pt x="6719" y="5696"/>
                  </a:lnTo>
                  <a:lnTo>
                    <a:pt x="6418" y="5375"/>
                  </a:lnTo>
                  <a:lnTo>
                    <a:pt x="6117" y="5054"/>
                  </a:lnTo>
                  <a:lnTo>
                    <a:pt x="5857" y="4713"/>
                  </a:lnTo>
                  <a:lnTo>
                    <a:pt x="5596" y="4372"/>
                  </a:lnTo>
                  <a:lnTo>
                    <a:pt x="5355" y="4011"/>
                  </a:lnTo>
                  <a:lnTo>
                    <a:pt x="5135" y="3650"/>
                  </a:lnTo>
                  <a:lnTo>
                    <a:pt x="4934" y="3269"/>
                  </a:lnTo>
                  <a:lnTo>
                    <a:pt x="4754" y="2868"/>
                  </a:lnTo>
                  <a:lnTo>
                    <a:pt x="4573" y="2467"/>
                  </a:lnTo>
                  <a:lnTo>
                    <a:pt x="4433" y="2046"/>
                  </a:lnTo>
                  <a:lnTo>
                    <a:pt x="4312" y="1625"/>
                  </a:lnTo>
                  <a:lnTo>
                    <a:pt x="4212" y="1224"/>
                  </a:lnTo>
                  <a:lnTo>
                    <a:pt x="3731" y="1204"/>
                  </a:lnTo>
                  <a:lnTo>
                    <a:pt x="3209" y="1123"/>
                  </a:lnTo>
                  <a:lnTo>
                    <a:pt x="2708" y="1023"/>
                  </a:lnTo>
                  <a:lnTo>
                    <a:pt x="2187" y="883"/>
                  </a:lnTo>
                  <a:lnTo>
                    <a:pt x="1665" y="722"/>
                  </a:lnTo>
                  <a:lnTo>
                    <a:pt x="1164" y="522"/>
                  </a:lnTo>
                  <a:lnTo>
                    <a:pt x="683" y="281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32"/>
            <p:cNvSpPr/>
            <p:nvPr/>
          </p:nvSpPr>
          <p:spPr>
            <a:xfrm>
              <a:off x="11608300" y="4514500"/>
              <a:ext cx="204575" cy="184525"/>
            </a:xfrm>
            <a:custGeom>
              <a:avLst/>
              <a:gdLst/>
              <a:ahLst/>
              <a:cxnLst/>
              <a:rect l="l" t="t" r="r" b="b"/>
              <a:pathLst>
                <a:path w="8183" h="7381" fill="none" extrusionOk="0">
                  <a:moveTo>
                    <a:pt x="1665" y="2728"/>
                  </a:moveTo>
                  <a:lnTo>
                    <a:pt x="1665" y="2728"/>
                  </a:lnTo>
                  <a:lnTo>
                    <a:pt x="1645" y="2728"/>
                  </a:lnTo>
                  <a:lnTo>
                    <a:pt x="1625" y="2708"/>
                  </a:lnTo>
                  <a:lnTo>
                    <a:pt x="1625" y="2688"/>
                  </a:lnTo>
                  <a:lnTo>
                    <a:pt x="1625" y="2668"/>
                  </a:lnTo>
                  <a:lnTo>
                    <a:pt x="1625" y="2668"/>
                  </a:lnTo>
                  <a:lnTo>
                    <a:pt x="1765" y="2327"/>
                  </a:lnTo>
                  <a:lnTo>
                    <a:pt x="1765" y="2327"/>
                  </a:lnTo>
                  <a:lnTo>
                    <a:pt x="1284" y="1785"/>
                  </a:lnTo>
                  <a:lnTo>
                    <a:pt x="842" y="1224"/>
                  </a:lnTo>
                  <a:lnTo>
                    <a:pt x="401" y="642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481" y="582"/>
                  </a:lnTo>
                  <a:lnTo>
                    <a:pt x="923" y="1124"/>
                  </a:lnTo>
                  <a:lnTo>
                    <a:pt x="1384" y="1645"/>
                  </a:lnTo>
                  <a:lnTo>
                    <a:pt x="1865" y="2146"/>
                  </a:lnTo>
                  <a:lnTo>
                    <a:pt x="1865" y="2146"/>
                  </a:lnTo>
                  <a:lnTo>
                    <a:pt x="1965" y="1986"/>
                  </a:lnTo>
                  <a:lnTo>
                    <a:pt x="2066" y="1846"/>
                  </a:lnTo>
                  <a:lnTo>
                    <a:pt x="2066" y="1846"/>
                  </a:lnTo>
                  <a:lnTo>
                    <a:pt x="2106" y="1825"/>
                  </a:lnTo>
                  <a:lnTo>
                    <a:pt x="2126" y="1805"/>
                  </a:lnTo>
                  <a:lnTo>
                    <a:pt x="2126" y="1805"/>
                  </a:lnTo>
                  <a:lnTo>
                    <a:pt x="2166" y="1825"/>
                  </a:lnTo>
                  <a:lnTo>
                    <a:pt x="2206" y="1846"/>
                  </a:lnTo>
                  <a:lnTo>
                    <a:pt x="2226" y="1886"/>
                  </a:lnTo>
                  <a:lnTo>
                    <a:pt x="2226" y="1926"/>
                  </a:lnTo>
                  <a:lnTo>
                    <a:pt x="2226" y="1926"/>
                  </a:lnTo>
                  <a:lnTo>
                    <a:pt x="2146" y="2126"/>
                  </a:lnTo>
                  <a:lnTo>
                    <a:pt x="2026" y="2307"/>
                  </a:lnTo>
                  <a:lnTo>
                    <a:pt x="2026" y="2307"/>
                  </a:lnTo>
                  <a:lnTo>
                    <a:pt x="2326" y="2588"/>
                  </a:lnTo>
                  <a:lnTo>
                    <a:pt x="2326" y="2588"/>
                  </a:lnTo>
                  <a:lnTo>
                    <a:pt x="2467" y="2367"/>
                  </a:lnTo>
                  <a:lnTo>
                    <a:pt x="2547" y="2247"/>
                  </a:lnTo>
                  <a:lnTo>
                    <a:pt x="2647" y="2166"/>
                  </a:lnTo>
                  <a:lnTo>
                    <a:pt x="2647" y="2166"/>
                  </a:lnTo>
                  <a:lnTo>
                    <a:pt x="2687" y="2166"/>
                  </a:lnTo>
                  <a:lnTo>
                    <a:pt x="2687" y="2166"/>
                  </a:lnTo>
                  <a:lnTo>
                    <a:pt x="2707" y="2166"/>
                  </a:lnTo>
                  <a:lnTo>
                    <a:pt x="2728" y="2186"/>
                  </a:lnTo>
                  <a:lnTo>
                    <a:pt x="2748" y="2207"/>
                  </a:lnTo>
                  <a:lnTo>
                    <a:pt x="2748" y="2247"/>
                  </a:lnTo>
                  <a:lnTo>
                    <a:pt x="2748" y="2247"/>
                  </a:lnTo>
                  <a:lnTo>
                    <a:pt x="2707" y="2367"/>
                  </a:lnTo>
                  <a:lnTo>
                    <a:pt x="2627" y="2487"/>
                  </a:lnTo>
                  <a:lnTo>
                    <a:pt x="2467" y="2728"/>
                  </a:lnTo>
                  <a:lnTo>
                    <a:pt x="2467" y="2728"/>
                  </a:lnTo>
                  <a:lnTo>
                    <a:pt x="2888" y="3129"/>
                  </a:lnTo>
                  <a:lnTo>
                    <a:pt x="3329" y="3510"/>
                  </a:lnTo>
                  <a:lnTo>
                    <a:pt x="4212" y="4252"/>
                  </a:lnTo>
                  <a:lnTo>
                    <a:pt x="5134" y="4994"/>
                  </a:lnTo>
                  <a:lnTo>
                    <a:pt x="6057" y="5696"/>
                  </a:lnTo>
                  <a:lnTo>
                    <a:pt x="6057" y="5696"/>
                  </a:lnTo>
                  <a:lnTo>
                    <a:pt x="6137" y="5415"/>
                  </a:lnTo>
                  <a:lnTo>
                    <a:pt x="6197" y="5275"/>
                  </a:lnTo>
                  <a:lnTo>
                    <a:pt x="6257" y="5155"/>
                  </a:lnTo>
                  <a:lnTo>
                    <a:pt x="6257" y="5155"/>
                  </a:lnTo>
                  <a:lnTo>
                    <a:pt x="6277" y="5134"/>
                  </a:lnTo>
                  <a:lnTo>
                    <a:pt x="6297" y="5134"/>
                  </a:lnTo>
                  <a:lnTo>
                    <a:pt x="6297" y="5134"/>
                  </a:lnTo>
                  <a:lnTo>
                    <a:pt x="6357" y="5155"/>
                  </a:lnTo>
                  <a:lnTo>
                    <a:pt x="6357" y="5175"/>
                  </a:lnTo>
                  <a:lnTo>
                    <a:pt x="6377" y="5195"/>
                  </a:lnTo>
                  <a:lnTo>
                    <a:pt x="6377" y="5195"/>
                  </a:lnTo>
                  <a:lnTo>
                    <a:pt x="6337" y="5435"/>
                  </a:lnTo>
                  <a:lnTo>
                    <a:pt x="6257" y="5676"/>
                  </a:lnTo>
                  <a:lnTo>
                    <a:pt x="6257" y="5676"/>
                  </a:lnTo>
                  <a:lnTo>
                    <a:pt x="6458" y="5556"/>
                  </a:lnTo>
                  <a:lnTo>
                    <a:pt x="6658" y="5435"/>
                  </a:lnTo>
                  <a:lnTo>
                    <a:pt x="6658" y="5435"/>
                  </a:lnTo>
                  <a:lnTo>
                    <a:pt x="6698" y="5415"/>
                  </a:lnTo>
                  <a:lnTo>
                    <a:pt x="6698" y="5415"/>
                  </a:lnTo>
                  <a:lnTo>
                    <a:pt x="6738" y="5435"/>
                  </a:lnTo>
                  <a:lnTo>
                    <a:pt x="6779" y="5475"/>
                  </a:lnTo>
                  <a:lnTo>
                    <a:pt x="6799" y="5536"/>
                  </a:lnTo>
                  <a:lnTo>
                    <a:pt x="6758" y="5576"/>
                  </a:lnTo>
                  <a:lnTo>
                    <a:pt x="6758" y="5576"/>
                  </a:lnTo>
                  <a:lnTo>
                    <a:pt x="6538" y="5736"/>
                  </a:lnTo>
                  <a:lnTo>
                    <a:pt x="6297" y="5876"/>
                  </a:lnTo>
                  <a:lnTo>
                    <a:pt x="6297" y="5876"/>
                  </a:lnTo>
                  <a:lnTo>
                    <a:pt x="8142" y="7220"/>
                  </a:lnTo>
                  <a:lnTo>
                    <a:pt x="8142" y="7220"/>
                  </a:lnTo>
                  <a:lnTo>
                    <a:pt x="8182" y="7260"/>
                  </a:lnTo>
                  <a:lnTo>
                    <a:pt x="8162" y="7320"/>
                  </a:lnTo>
                  <a:lnTo>
                    <a:pt x="8142" y="7361"/>
                  </a:lnTo>
                  <a:lnTo>
                    <a:pt x="8082" y="7381"/>
                  </a:lnTo>
                  <a:lnTo>
                    <a:pt x="8082" y="7381"/>
                  </a:lnTo>
                  <a:lnTo>
                    <a:pt x="8042" y="7361"/>
                  </a:lnTo>
                  <a:lnTo>
                    <a:pt x="8042" y="7361"/>
                  </a:lnTo>
                  <a:lnTo>
                    <a:pt x="7561" y="7080"/>
                  </a:lnTo>
                  <a:lnTo>
                    <a:pt x="7099" y="6779"/>
                  </a:lnTo>
                  <a:lnTo>
                    <a:pt x="6157" y="6177"/>
                  </a:lnTo>
                  <a:lnTo>
                    <a:pt x="6157" y="6177"/>
                  </a:lnTo>
                  <a:lnTo>
                    <a:pt x="6117" y="6418"/>
                  </a:lnTo>
                  <a:lnTo>
                    <a:pt x="6077" y="6679"/>
                  </a:lnTo>
                  <a:lnTo>
                    <a:pt x="6077" y="6679"/>
                  </a:lnTo>
                  <a:lnTo>
                    <a:pt x="6057" y="6699"/>
                  </a:lnTo>
                  <a:lnTo>
                    <a:pt x="6037" y="6719"/>
                  </a:lnTo>
                  <a:lnTo>
                    <a:pt x="6037" y="6719"/>
                  </a:lnTo>
                  <a:lnTo>
                    <a:pt x="6037" y="6699"/>
                  </a:lnTo>
                  <a:lnTo>
                    <a:pt x="6016" y="6679"/>
                  </a:lnTo>
                  <a:lnTo>
                    <a:pt x="6016" y="6679"/>
                  </a:lnTo>
                  <a:lnTo>
                    <a:pt x="6016" y="6398"/>
                  </a:lnTo>
                  <a:lnTo>
                    <a:pt x="6016" y="6077"/>
                  </a:lnTo>
                  <a:lnTo>
                    <a:pt x="6016" y="6077"/>
                  </a:lnTo>
                  <a:lnTo>
                    <a:pt x="5976" y="6037"/>
                  </a:lnTo>
                  <a:lnTo>
                    <a:pt x="5976" y="6037"/>
                  </a:lnTo>
                  <a:lnTo>
                    <a:pt x="5575" y="6217"/>
                  </a:lnTo>
                  <a:lnTo>
                    <a:pt x="5575" y="6217"/>
                  </a:lnTo>
                  <a:lnTo>
                    <a:pt x="5555" y="6237"/>
                  </a:lnTo>
                  <a:lnTo>
                    <a:pt x="5555" y="6237"/>
                  </a:lnTo>
                  <a:lnTo>
                    <a:pt x="5535" y="6217"/>
                  </a:lnTo>
                  <a:lnTo>
                    <a:pt x="5535" y="6197"/>
                  </a:lnTo>
                  <a:lnTo>
                    <a:pt x="5555" y="6177"/>
                  </a:lnTo>
                  <a:lnTo>
                    <a:pt x="5555" y="6177"/>
                  </a:lnTo>
                  <a:lnTo>
                    <a:pt x="5856" y="5957"/>
                  </a:lnTo>
                  <a:lnTo>
                    <a:pt x="5856" y="5957"/>
                  </a:lnTo>
                  <a:lnTo>
                    <a:pt x="5395" y="5616"/>
                  </a:lnTo>
                  <a:lnTo>
                    <a:pt x="4913" y="5275"/>
                  </a:lnTo>
                  <a:lnTo>
                    <a:pt x="4472" y="4914"/>
                  </a:lnTo>
                  <a:lnTo>
                    <a:pt x="4011" y="4533"/>
                  </a:lnTo>
                  <a:lnTo>
                    <a:pt x="3570" y="4152"/>
                  </a:lnTo>
                  <a:lnTo>
                    <a:pt x="3149" y="3751"/>
                  </a:lnTo>
                  <a:lnTo>
                    <a:pt x="2728" y="3350"/>
                  </a:lnTo>
                  <a:lnTo>
                    <a:pt x="2306" y="2928"/>
                  </a:lnTo>
                  <a:lnTo>
                    <a:pt x="2306" y="2928"/>
                  </a:lnTo>
                  <a:lnTo>
                    <a:pt x="2206" y="3089"/>
                  </a:lnTo>
                  <a:lnTo>
                    <a:pt x="2106" y="3249"/>
                  </a:lnTo>
                  <a:lnTo>
                    <a:pt x="2106" y="3249"/>
                  </a:lnTo>
                  <a:lnTo>
                    <a:pt x="2086" y="3249"/>
                  </a:lnTo>
                  <a:lnTo>
                    <a:pt x="2086" y="3269"/>
                  </a:lnTo>
                  <a:lnTo>
                    <a:pt x="2086" y="3269"/>
                  </a:lnTo>
                  <a:lnTo>
                    <a:pt x="2046" y="3249"/>
                  </a:lnTo>
                  <a:lnTo>
                    <a:pt x="2026" y="3229"/>
                  </a:lnTo>
                  <a:lnTo>
                    <a:pt x="2046" y="3189"/>
                  </a:lnTo>
                  <a:lnTo>
                    <a:pt x="2046" y="3189"/>
                  </a:lnTo>
                  <a:lnTo>
                    <a:pt x="2206" y="2808"/>
                  </a:lnTo>
                  <a:lnTo>
                    <a:pt x="2206" y="2808"/>
                  </a:lnTo>
                  <a:lnTo>
                    <a:pt x="1885" y="2467"/>
                  </a:lnTo>
                  <a:lnTo>
                    <a:pt x="1885" y="2467"/>
                  </a:lnTo>
                  <a:lnTo>
                    <a:pt x="1705" y="2728"/>
                  </a:lnTo>
                  <a:lnTo>
                    <a:pt x="1705" y="2728"/>
                  </a:lnTo>
                  <a:lnTo>
                    <a:pt x="1665" y="27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32"/>
            <p:cNvSpPr/>
            <p:nvPr/>
          </p:nvSpPr>
          <p:spPr>
            <a:xfrm>
              <a:off x="11890050" y="4698500"/>
              <a:ext cx="89775" cy="28600"/>
            </a:xfrm>
            <a:custGeom>
              <a:avLst/>
              <a:gdLst/>
              <a:ahLst/>
              <a:cxnLst/>
              <a:rect l="l" t="t" r="r" b="b"/>
              <a:pathLst>
                <a:path w="3591" h="1144" extrusionOk="0">
                  <a:moveTo>
                    <a:pt x="1" y="1"/>
                  </a:moveTo>
                  <a:lnTo>
                    <a:pt x="21" y="221"/>
                  </a:lnTo>
                  <a:lnTo>
                    <a:pt x="41" y="422"/>
                  </a:lnTo>
                  <a:lnTo>
                    <a:pt x="81" y="602"/>
                  </a:lnTo>
                  <a:lnTo>
                    <a:pt x="141" y="743"/>
                  </a:lnTo>
                  <a:lnTo>
                    <a:pt x="201" y="883"/>
                  </a:lnTo>
                  <a:lnTo>
                    <a:pt x="281" y="983"/>
                  </a:lnTo>
                  <a:lnTo>
                    <a:pt x="382" y="1063"/>
                  </a:lnTo>
                  <a:lnTo>
                    <a:pt x="482" y="1104"/>
                  </a:lnTo>
                  <a:lnTo>
                    <a:pt x="703" y="1124"/>
                  </a:lnTo>
                  <a:lnTo>
                    <a:pt x="943" y="1144"/>
                  </a:lnTo>
                  <a:lnTo>
                    <a:pt x="1224" y="1124"/>
                  </a:lnTo>
                  <a:lnTo>
                    <a:pt x="1545" y="1083"/>
                  </a:lnTo>
                  <a:lnTo>
                    <a:pt x="1866" y="983"/>
                  </a:lnTo>
                  <a:lnTo>
                    <a:pt x="2187" y="883"/>
                  </a:lnTo>
                  <a:lnTo>
                    <a:pt x="2528" y="743"/>
                  </a:lnTo>
                  <a:lnTo>
                    <a:pt x="2869" y="562"/>
                  </a:lnTo>
                  <a:lnTo>
                    <a:pt x="3230" y="362"/>
                  </a:lnTo>
                  <a:lnTo>
                    <a:pt x="3590" y="161"/>
                  </a:lnTo>
                  <a:lnTo>
                    <a:pt x="2909" y="221"/>
                  </a:lnTo>
                  <a:lnTo>
                    <a:pt x="2247" y="241"/>
                  </a:lnTo>
                  <a:lnTo>
                    <a:pt x="1685" y="221"/>
                  </a:lnTo>
                  <a:lnTo>
                    <a:pt x="1124" y="181"/>
                  </a:lnTo>
                  <a:lnTo>
                    <a:pt x="562" y="1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32"/>
            <p:cNvSpPr/>
            <p:nvPr/>
          </p:nvSpPr>
          <p:spPr>
            <a:xfrm>
              <a:off x="11890050" y="4698500"/>
              <a:ext cx="89775" cy="28600"/>
            </a:xfrm>
            <a:custGeom>
              <a:avLst/>
              <a:gdLst/>
              <a:ahLst/>
              <a:cxnLst/>
              <a:rect l="l" t="t" r="r" b="b"/>
              <a:pathLst>
                <a:path w="3591" h="1144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21" y="221"/>
                  </a:lnTo>
                  <a:lnTo>
                    <a:pt x="41" y="422"/>
                  </a:lnTo>
                  <a:lnTo>
                    <a:pt x="81" y="602"/>
                  </a:lnTo>
                  <a:lnTo>
                    <a:pt x="141" y="743"/>
                  </a:lnTo>
                  <a:lnTo>
                    <a:pt x="201" y="883"/>
                  </a:lnTo>
                  <a:lnTo>
                    <a:pt x="281" y="983"/>
                  </a:lnTo>
                  <a:lnTo>
                    <a:pt x="382" y="1063"/>
                  </a:lnTo>
                  <a:lnTo>
                    <a:pt x="482" y="1104"/>
                  </a:lnTo>
                  <a:lnTo>
                    <a:pt x="482" y="1104"/>
                  </a:lnTo>
                  <a:lnTo>
                    <a:pt x="703" y="1124"/>
                  </a:lnTo>
                  <a:lnTo>
                    <a:pt x="943" y="1144"/>
                  </a:lnTo>
                  <a:lnTo>
                    <a:pt x="943" y="1144"/>
                  </a:lnTo>
                  <a:lnTo>
                    <a:pt x="1224" y="1124"/>
                  </a:lnTo>
                  <a:lnTo>
                    <a:pt x="1545" y="1083"/>
                  </a:lnTo>
                  <a:lnTo>
                    <a:pt x="1866" y="983"/>
                  </a:lnTo>
                  <a:lnTo>
                    <a:pt x="2187" y="883"/>
                  </a:lnTo>
                  <a:lnTo>
                    <a:pt x="2528" y="743"/>
                  </a:lnTo>
                  <a:lnTo>
                    <a:pt x="2869" y="562"/>
                  </a:lnTo>
                  <a:lnTo>
                    <a:pt x="3230" y="362"/>
                  </a:lnTo>
                  <a:lnTo>
                    <a:pt x="3590" y="161"/>
                  </a:lnTo>
                  <a:lnTo>
                    <a:pt x="3590" y="161"/>
                  </a:lnTo>
                  <a:lnTo>
                    <a:pt x="2909" y="221"/>
                  </a:lnTo>
                  <a:lnTo>
                    <a:pt x="2247" y="241"/>
                  </a:lnTo>
                  <a:lnTo>
                    <a:pt x="2247" y="241"/>
                  </a:lnTo>
                  <a:lnTo>
                    <a:pt x="1685" y="221"/>
                  </a:lnTo>
                  <a:lnTo>
                    <a:pt x="1124" y="181"/>
                  </a:lnTo>
                  <a:lnTo>
                    <a:pt x="562" y="10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32"/>
            <p:cNvSpPr/>
            <p:nvPr/>
          </p:nvSpPr>
          <p:spPr>
            <a:xfrm>
              <a:off x="11816350" y="4669925"/>
              <a:ext cx="32625" cy="73725"/>
            </a:xfrm>
            <a:custGeom>
              <a:avLst/>
              <a:gdLst/>
              <a:ahLst/>
              <a:cxnLst/>
              <a:rect l="l" t="t" r="r" b="b"/>
              <a:pathLst>
                <a:path w="1305" h="2949" extrusionOk="0">
                  <a:moveTo>
                    <a:pt x="1" y="0"/>
                  </a:moveTo>
                  <a:lnTo>
                    <a:pt x="21" y="402"/>
                  </a:lnTo>
                  <a:lnTo>
                    <a:pt x="61" y="803"/>
                  </a:lnTo>
                  <a:lnTo>
                    <a:pt x="141" y="1204"/>
                  </a:lnTo>
                  <a:lnTo>
                    <a:pt x="261" y="1585"/>
                  </a:lnTo>
                  <a:lnTo>
                    <a:pt x="422" y="1946"/>
                  </a:lnTo>
                  <a:lnTo>
                    <a:pt x="622" y="2287"/>
                  </a:lnTo>
                  <a:lnTo>
                    <a:pt x="863" y="2628"/>
                  </a:lnTo>
                  <a:lnTo>
                    <a:pt x="1003" y="2768"/>
                  </a:lnTo>
                  <a:lnTo>
                    <a:pt x="1164" y="2928"/>
                  </a:lnTo>
                  <a:lnTo>
                    <a:pt x="1184" y="2948"/>
                  </a:lnTo>
                  <a:lnTo>
                    <a:pt x="1264" y="2948"/>
                  </a:lnTo>
                  <a:lnTo>
                    <a:pt x="1304" y="2908"/>
                  </a:lnTo>
                  <a:lnTo>
                    <a:pt x="1304" y="2848"/>
                  </a:lnTo>
                  <a:lnTo>
                    <a:pt x="1284" y="2808"/>
                  </a:lnTo>
                  <a:lnTo>
                    <a:pt x="1044" y="2507"/>
                  </a:lnTo>
                  <a:lnTo>
                    <a:pt x="843" y="2206"/>
                  </a:lnTo>
                  <a:lnTo>
                    <a:pt x="683" y="1886"/>
                  </a:lnTo>
                  <a:lnTo>
                    <a:pt x="542" y="1545"/>
                  </a:lnTo>
                  <a:lnTo>
                    <a:pt x="442" y="1224"/>
                  </a:lnTo>
                  <a:lnTo>
                    <a:pt x="362" y="863"/>
                  </a:lnTo>
                  <a:lnTo>
                    <a:pt x="302" y="522"/>
                  </a:lnTo>
                  <a:lnTo>
                    <a:pt x="281" y="16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32"/>
            <p:cNvSpPr/>
            <p:nvPr/>
          </p:nvSpPr>
          <p:spPr>
            <a:xfrm>
              <a:off x="11608300" y="4514500"/>
              <a:ext cx="204575" cy="184525"/>
            </a:xfrm>
            <a:custGeom>
              <a:avLst/>
              <a:gdLst/>
              <a:ahLst/>
              <a:cxnLst/>
              <a:rect l="l" t="t" r="r" b="b"/>
              <a:pathLst>
                <a:path w="8183" h="7381" extrusionOk="0">
                  <a:moveTo>
                    <a:pt x="20" y="1"/>
                  </a:moveTo>
                  <a:lnTo>
                    <a:pt x="0" y="21"/>
                  </a:lnTo>
                  <a:lnTo>
                    <a:pt x="0" y="41"/>
                  </a:lnTo>
                  <a:lnTo>
                    <a:pt x="401" y="642"/>
                  </a:lnTo>
                  <a:lnTo>
                    <a:pt x="842" y="1224"/>
                  </a:lnTo>
                  <a:lnTo>
                    <a:pt x="1284" y="1785"/>
                  </a:lnTo>
                  <a:lnTo>
                    <a:pt x="1765" y="2327"/>
                  </a:lnTo>
                  <a:lnTo>
                    <a:pt x="1625" y="2668"/>
                  </a:lnTo>
                  <a:lnTo>
                    <a:pt x="1625" y="2688"/>
                  </a:lnTo>
                  <a:lnTo>
                    <a:pt x="1625" y="2708"/>
                  </a:lnTo>
                  <a:lnTo>
                    <a:pt x="1645" y="2728"/>
                  </a:lnTo>
                  <a:lnTo>
                    <a:pt x="1705" y="2728"/>
                  </a:lnTo>
                  <a:lnTo>
                    <a:pt x="1885" y="2467"/>
                  </a:lnTo>
                  <a:lnTo>
                    <a:pt x="2206" y="2808"/>
                  </a:lnTo>
                  <a:lnTo>
                    <a:pt x="2046" y="3189"/>
                  </a:lnTo>
                  <a:lnTo>
                    <a:pt x="2026" y="3229"/>
                  </a:lnTo>
                  <a:lnTo>
                    <a:pt x="2046" y="3249"/>
                  </a:lnTo>
                  <a:lnTo>
                    <a:pt x="2086" y="3269"/>
                  </a:lnTo>
                  <a:lnTo>
                    <a:pt x="2086" y="3249"/>
                  </a:lnTo>
                  <a:lnTo>
                    <a:pt x="2106" y="3249"/>
                  </a:lnTo>
                  <a:lnTo>
                    <a:pt x="2206" y="3089"/>
                  </a:lnTo>
                  <a:lnTo>
                    <a:pt x="2306" y="2928"/>
                  </a:lnTo>
                  <a:lnTo>
                    <a:pt x="2728" y="3350"/>
                  </a:lnTo>
                  <a:lnTo>
                    <a:pt x="3149" y="3751"/>
                  </a:lnTo>
                  <a:lnTo>
                    <a:pt x="3570" y="4152"/>
                  </a:lnTo>
                  <a:lnTo>
                    <a:pt x="4011" y="4533"/>
                  </a:lnTo>
                  <a:lnTo>
                    <a:pt x="4472" y="4914"/>
                  </a:lnTo>
                  <a:lnTo>
                    <a:pt x="4913" y="5275"/>
                  </a:lnTo>
                  <a:lnTo>
                    <a:pt x="5395" y="5616"/>
                  </a:lnTo>
                  <a:lnTo>
                    <a:pt x="5856" y="5957"/>
                  </a:lnTo>
                  <a:lnTo>
                    <a:pt x="5555" y="6177"/>
                  </a:lnTo>
                  <a:lnTo>
                    <a:pt x="5535" y="6197"/>
                  </a:lnTo>
                  <a:lnTo>
                    <a:pt x="5535" y="6217"/>
                  </a:lnTo>
                  <a:lnTo>
                    <a:pt x="5555" y="6237"/>
                  </a:lnTo>
                  <a:lnTo>
                    <a:pt x="5575" y="6217"/>
                  </a:lnTo>
                  <a:lnTo>
                    <a:pt x="5976" y="6037"/>
                  </a:lnTo>
                  <a:lnTo>
                    <a:pt x="6016" y="6077"/>
                  </a:lnTo>
                  <a:lnTo>
                    <a:pt x="6016" y="6398"/>
                  </a:lnTo>
                  <a:lnTo>
                    <a:pt x="6016" y="6679"/>
                  </a:lnTo>
                  <a:lnTo>
                    <a:pt x="6037" y="6699"/>
                  </a:lnTo>
                  <a:lnTo>
                    <a:pt x="6037" y="6719"/>
                  </a:lnTo>
                  <a:lnTo>
                    <a:pt x="6057" y="6699"/>
                  </a:lnTo>
                  <a:lnTo>
                    <a:pt x="6077" y="6679"/>
                  </a:lnTo>
                  <a:lnTo>
                    <a:pt x="6117" y="6418"/>
                  </a:lnTo>
                  <a:lnTo>
                    <a:pt x="6157" y="6177"/>
                  </a:lnTo>
                  <a:lnTo>
                    <a:pt x="7099" y="6779"/>
                  </a:lnTo>
                  <a:lnTo>
                    <a:pt x="7561" y="7080"/>
                  </a:lnTo>
                  <a:lnTo>
                    <a:pt x="8042" y="7361"/>
                  </a:lnTo>
                  <a:lnTo>
                    <a:pt x="8082" y="7381"/>
                  </a:lnTo>
                  <a:lnTo>
                    <a:pt x="8142" y="7361"/>
                  </a:lnTo>
                  <a:lnTo>
                    <a:pt x="8162" y="7320"/>
                  </a:lnTo>
                  <a:lnTo>
                    <a:pt x="8182" y="7260"/>
                  </a:lnTo>
                  <a:lnTo>
                    <a:pt x="8142" y="7220"/>
                  </a:lnTo>
                  <a:lnTo>
                    <a:pt x="6297" y="5876"/>
                  </a:lnTo>
                  <a:lnTo>
                    <a:pt x="6538" y="5736"/>
                  </a:lnTo>
                  <a:lnTo>
                    <a:pt x="6758" y="5576"/>
                  </a:lnTo>
                  <a:lnTo>
                    <a:pt x="6799" y="5536"/>
                  </a:lnTo>
                  <a:lnTo>
                    <a:pt x="6779" y="5475"/>
                  </a:lnTo>
                  <a:lnTo>
                    <a:pt x="6738" y="5435"/>
                  </a:lnTo>
                  <a:lnTo>
                    <a:pt x="6698" y="5415"/>
                  </a:lnTo>
                  <a:lnTo>
                    <a:pt x="6658" y="5435"/>
                  </a:lnTo>
                  <a:lnTo>
                    <a:pt x="6458" y="5556"/>
                  </a:lnTo>
                  <a:lnTo>
                    <a:pt x="6257" y="5676"/>
                  </a:lnTo>
                  <a:lnTo>
                    <a:pt x="6337" y="5435"/>
                  </a:lnTo>
                  <a:lnTo>
                    <a:pt x="6377" y="5195"/>
                  </a:lnTo>
                  <a:lnTo>
                    <a:pt x="6357" y="5175"/>
                  </a:lnTo>
                  <a:lnTo>
                    <a:pt x="6357" y="5155"/>
                  </a:lnTo>
                  <a:lnTo>
                    <a:pt x="6297" y="5134"/>
                  </a:lnTo>
                  <a:lnTo>
                    <a:pt x="6277" y="5134"/>
                  </a:lnTo>
                  <a:lnTo>
                    <a:pt x="6257" y="5155"/>
                  </a:lnTo>
                  <a:lnTo>
                    <a:pt x="6197" y="5275"/>
                  </a:lnTo>
                  <a:lnTo>
                    <a:pt x="6137" y="5415"/>
                  </a:lnTo>
                  <a:lnTo>
                    <a:pt x="6057" y="5696"/>
                  </a:lnTo>
                  <a:lnTo>
                    <a:pt x="5134" y="4994"/>
                  </a:lnTo>
                  <a:lnTo>
                    <a:pt x="4212" y="4252"/>
                  </a:lnTo>
                  <a:lnTo>
                    <a:pt x="3329" y="3510"/>
                  </a:lnTo>
                  <a:lnTo>
                    <a:pt x="2888" y="3129"/>
                  </a:lnTo>
                  <a:lnTo>
                    <a:pt x="2467" y="2728"/>
                  </a:lnTo>
                  <a:lnTo>
                    <a:pt x="2627" y="2487"/>
                  </a:lnTo>
                  <a:lnTo>
                    <a:pt x="2707" y="2367"/>
                  </a:lnTo>
                  <a:lnTo>
                    <a:pt x="2748" y="2247"/>
                  </a:lnTo>
                  <a:lnTo>
                    <a:pt x="2748" y="2207"/>
                  </a:lnTo>
                  <a:lnTo>
                    <a:pt x="2728" y="2186"/>
                  </a:lnTo>
                  <a:lnTo>
                    <a:pt x="2707" y="2166"/>
                  </a:lnTo>
                  <a:lnTo>
                    <a:pt x="2647" y="2166"/>
                  </a:lnTo>
                  <a:lnTo>
                    <a:pt x="2547" y="2247"/>
                  </a:lnTo>
                  <a:lnTo>
                    <a:pt x="2467" y="2367"/>
                  </a:lnTo>
                  <a:lnTo>
                    <a:pt x="2326" y="2588"/>
                  </a:lnTo>
                  <a:lnTo>
                    <a:pt x="2026" y="2307"/>
                  </a:lnTo>
                  <a:lnTo>
                    <a:pt x="2146" y="2126"/>
                  </a:lnTo>
                  <a:lnTo>
                    <a:pt x="2226" y="1926"/>
                  </a:lnTo>
                  <a:lnTo>
                    <a:pt x="2226" y="1886"/>
                  </a:lnTo>
                  <a:lnTo>
                    <a:pt x="2206" y="1846"/>
                  </a:lnTo>
                  <a:lnTo>
                    <a:pt x="2166" y="1825"/>
                  </a:lnTo>
                  <a:lnTo>
                    <a:pt x="2126" y="1805"/>
                  </a:lnTo>
                  <a:lnTo>
                    <a:pt x="2106" y="1825"/>
                  </a:lnTo>
                  <a:lnTo>
                    <a:pt x="2066" y="1846"/>
                  </a:lnTo>
                  <a:lnTo>
                    <a:pt x="1965" y="1986"/>
                  </a:lnTo>
                  <a:lnTo>
                    <a:pt x="1865" y="2146"/>
                  </a:lnTo>
                  <a:lnTo>
                    <a:pt x="1384" y="1645"/>
                  </a:lnTo>
                  <a:lnTo>
                    <a:pt x="923" y="1124"/>
                  </a:lnTo>
                  <a:lnTo>
                    <a:pt x="481" y="582"/>
                  </a:lnTo>
                  <a:lnTo>
                    <a:pt x="60" y="2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32"/>
            <p:cNvSpPr/>
            <p:nvPr/>
          </p:nvSpPr>
          <p:spPr>
            <a:xfrm>
              <a:off x="10977575" y="3951475"/>
              <a:ext cx="307350" cy="574075"/>
            </a:xfrm>
            <a:custGeom>
              <a:avLst/>
              <a:gdLst/>
              <a:ahLst/>
              <a:cxnLst/>
              <a:rect l="l" t="t" r="r" b="b"/>
              <a:pathLst>
                <a:path w="12294" h="22963" extrusionOk="0">
                  <a:moveTo>
                    <a:pt x="6959" y="0"/>
                  </a:moveTo>
                  <a:lnTo>
                    <a:pt x="6699" y="20"/>
                  </a:lnTo>
                  <a:lnTo>
                    <a:pt x="6438" y="101"/>
                  </a:lnTo>
                  <a:lnTo>
                    <a:pt x="6177" y="221"/>
                  </a:lnTo>
                  <a:lnTo>
                    <a:pt x="5897" y="361"/>
                  </a:lnTo>
                  <a:lnTo>
                    <a:pt x="5616" y="542"/>
                  </a:lnTo>
                  <a:lnTo>
                    <a:pt x="5335" y="742"/>
                  </a:lnTo>
                  <a:lnTo>
                    <a:pt x="5054" y="983"/>
                  </a:lnTo>
                  <a:lnTo>
                    <a:pt x="4774" y="1264"/>
                  </a:lnTo>
                  <a:lnTo>
                    <a:pt x="4473" y="1565"/>
                  </a:lnTo>
                  <a:lnTo>
                    <a:pt x="4192" y="1885"/>
                  </a:lnTo>
                  <a:lnTo>
                    <a:pt x="3891" y="2226"/>
                  </a:lnTo>
                  <a:lnTo>
                    <a:pt x="3610" y="2607"/>
                  </a:lnTo>
                  <a:lnTo>
                    <a:pt x="3330" y="3008"/>
                  </a:lnTo>
                  <a:lnTo>
                    <a:pt x="3049" y="3430"/>
                  </a:lnTo>
                  <a:lnTo>
                    <a:pt x="2768" y="3871"/>
                  </a:lnTo>
                  <a:lnTo>
                    <a:pt x="2507" y="4332"/>
                  </a:lnTo>
                  <a:lnTo>
                    <a:pt x="2247" y="4793"/>
                  </a:lnTo>
                  <a:lnTo>
                    <a:pt x="2006" y="5295"/>
                  </a:lnTo>
                  <a:lnTo>
                    <a:pt x="1765" y="5796"/>
                  </a:lnTo>
                  <a:lnTo>
                    <a:pt x="1525" y="6317"/>
                  </a:lnTo>
                  <a:lnTo>
                    <a:pt x="1304" y="6859"/>
                  </a:lnTo>
                  <a:lnTo>
                    <a:pt x="1104" y="7400"/>
                  </a:lnTo>
                  <a:lnTo>
                    <a:pt x="923" y="7962"/>
                  </a:lnTo>
                  <a:lnTo>
                    <a:pt x="743" y="8543"/>
                  </a:lnTo>
                  <a:lnTo>
                    <a:pt x="582" y="9105"/>
                  </a:lnTo>
                  <a:lnTo>
                    <a:pt x="442" y="9687"/>
                  </a:lnTo>
                  <a:lnTo>
                    <a:pt x="321" y="10288"/>
                  </a:lnTo>
                  <a:lnTo>
                    <a:pt x="201" y="10870"/>
                  </a:lnTo>
                  <a:lnTo>
                    <a:pt x="121" y="11471"/>
                  </a:lnTo>
                  <a:lnTo>
                    <a:pt x="61" y="12053"/>
                  </a:lnTo>
                  <a:lnTo>
                    <a:pt x="21" y="12655"/>
                  </a:lnTo>
                  <a:lnTo>
                    <a:pt x="1" y="13056"/>
                  </a:lnTo>
                  <a:lnTo>
                    <a:pt x="1" y="13457"/>
                  </a:lnTo>
                  <a:lnTo>
                    <a:pt x="41" y="14279"/>
                  </a:lnTo>
                  <a:lnTo>
                    <a:pt x="101" y="15101"/>
                  </a:lnTo>
                  <a:lnTo>
                    <a:pt x="221" y="15924"/>
                  </a:lnTo>
                  <a:lnTo>
                    <a:pt x="402" y="16726"/>
                  </a:lnTo>
                  <a:lnTo>
                    <a:pt x="602" y="17508"/>
                  </a:lnTo>
                  <a:lnTo>
                    <a:pt x="843" y="18270"/>
                  </a:lnTo>
                  <a:lnTo>
                    <a:pt x="1104" y="18992"/>
                  </a:lnTo>
                  <a:lnTo>
                    <a:pt x="1424" y="19674"/>
                  </a:lnTo>
                  <a:lnTo>
                    <a:pt x="1585" y="20015"/>
                  </a:lnTo>
                  <a:lnTo>
                    <a:pt x="1765" y="20316"/>
                  </a:lnTo>
                  <a:lnTo>
                    <a:pt x="1946" y="20616"/>
                  </a:lnTo>
                  <a:lnTo>
                    <a:pt x="2126" y="20897"/>
                  </a:lnTo>
                  <a:lnTo>
                    <a:pt x="2327" y="21178"/>
                  </a:lnTo>
                  <a:lnTo>
                    <a:pt x="2527" y="21419"/>
                  </a:lnTo>
                  <a:lnTo>
                    <a:pt x="2748" y="21659"/>
                  </a:lnTo>
                  <a:lnTo>
                    <a:pt x="2969" y="21880"/>
                  </a:lnTo>
                  <a:lnTo>
                    <a:pt x="3189" y="22080"/>
                  </a:lnTo>
                  <a:lnTo>
                    <a:pt x="3410" y="22261"/>
                  </a:lnTo>
                  <a:lnTo>
                    <a:pt x="3630" y="22421"/>
                  </a:lnTo>
                  <a:lnTo>
                    <a:pt x="3871" y="22562"/>
                  </a:lnTo>
                  <a:lnTo>
                    <a:pt x="4112" y="22682"/>
                  </a:lnTo>
                  <a:lnTo>
                    <a:pt x="4372" y="22762"/>
                  </a:lnTo>
                  <a:lnTo>
                    <a:pt x="4613" y="22842"/>
                  </a:lnTo>
                  <a:lnTo>
                    <a:pt x="4874" y="22882"/>
                  </a:lnTo>
                  <a:lnTo>
                    <a:pt x="5155" y="22923"/>
                  </a:lnTo>
                  <a:lnTo>
                    <a:pt x="5455" y="22963"/>
                  </a:lnTo>
                  <a:lnTo>
                    <a:pt x="6057" y="22963"/>
                  </a:lnTo>
                  <a:lnTo>
                    <a:pt x="6378" y="22943"/>
                  </a:lnTo>
                  <a:lnTo>
                    <a:pt x="6699" y="22903"/>
                  </a:lnTo>
                  <a:lnTo>
                    <a:pt x="7040" y="22862"/>
                  </a:lnTo>
                  <a:lnTo>
                    <a:pt x="7361" y="22782"/>
                  </a:lnTo>
                  <a:lnTo>
                    <a:pt x="7701" y="22702"/>
                  </a:lnTo>
                  <a:lnTo>
                    <a:pt x="8042" y="22622"/>
                  </a:lnTo>
                  <a:lnTo>
                    <a:pt x="8383" y="22501"/>
                  </a:lnTo>
                  <a:lnTo>
                    <a:pt x="8704" y="22381"/>
                  </a:lnTo>
                  <a:lnTo>
                    <a:pt x="9025" y="22241"/>
                  </a:lnTo>
                  <a:lnTo>
                    <a:pt x="9346" y="22080"/>
                  </a:lnTo>
                  <a:lnTo>
                    <a:pt x="9667" y="21920"/>
                  </a:lnTo>
                  <a:lnTo>
                    <a:pt x="9968" y="21739"/>
                  </a:lnTo>
                  <a:lnTo>
                    <a:pt x="10248" y="21539"/>
                  </a:lnTo>
                  <a:lnTo>
                    <a:pt x="10529" y="21318"/>
                  </a:lnTo>
                  <a:lnTo>
                    <a:pt x="10790" y="21098"/>
                  </a:lnTo>
                  <a:lnTo>
                    <a:pt x="11051" y="20857"/>
                  </a:lnTo>
                  <a:lnTo>
                    <a:pt x="11271" y="20596"/>
                  </a:lnTo>
                  <a:lnTo>
                    <a:pt x="11492" y="20316"/>
                  </a:lnTo>
                  <a:lnTo>
                    <a:pt x="11672" y="20035"/>
                  </a:lnTo>
                  <a:lnTo>
                    <a:pt x="11833" y="19734"/>
                  </a:lnTo>
                  <a:lnTo>
                    <a:pt x="11993" y="19413"/>
                  </a:lnTo>
                  <a:lnTo>
                    <a:pt x="12113" y="19092"/>
                  </a:lnTo>
                  <a:lnTo>
                    <a:pt x="12194" y="18751"/>
                  </a:lnTo>
                  <a:lnTo>
                    <a:pt x="12254" y="18390"/>
                  </a:lnTo>
                  <a:lnTo>
                    <a:pt x="12294" y="18009"/>
                  </a:lnTo>
                  <a:lnTo>
                    <a:pt x="12294" y="17628"/>
                  </a:lnTo>
                  <a:lnTo>
                    <a:pt x="12274" y="17367"/>
                  </a:lnTo>
                  <a:lnTo>
                    <a:pt x="12254" y="17107"/>
                  </a:lnTo>
                  <a:lnTo>
                    <a:pt x="12194" y="16786"/>
                  </a:lnTo>
                  <a:lnTo>
                    <a:pt x="12134" y="16465"/>
                  </a:lnTo>
                  <a:lnTo>
                    <a:pt x="12033" y="16144"/>
                  </a:lnTo>
                  <a:lnTo>
                    <a:pt x="11933" y="15823"/>
                  </a:lnTo>
                  <a:lnTo>
                    <a:pt x="11692" y="15182"/>
                  </a:lnTo>
                  <a:lnTo>
                    <a:pt x="11412" y="14520"/>
                  </a:lnTo>
                  <a:lnTo>
                    <a:pt x="11091" y="13878"/>
                  </a:lnTo>
                  <a:lnTo>
                    <a:pt x="10750" y="13236"/>
                  </a:lnTo>
                  <a:lnTo>
                    <a:pt x="10389" y="12615"/>
                  </a:lnTo>
                  <a:lnTo>
                    <a:pt x="10008" y="11993"/>
                  </a:lnTo>
                  <a:lnTo>
                    <a:pt x="9246" y="10810"/>
                  </a:lnTo>
                  <a:lnTo>
                    <a:pt x="8524" y="9727"/>
                  </a:lnTo>
                  <a:lnTo>
                    <a:pt x="8223" y="9225"/>
                  </a:lnTo>
                  <a:lnTo>
                    <a:pt x="7942" y="8764"/>
                  </a:lnTo>
                  <a:lnTo>
                    <a:pt x="7701" y="8323"/>
                  </a:lnTo>
                  <a:lnTo>
                    <a:pt x="7541" y="7942"/>
                  </a:lnTo>
                  <a:lnTo>
                    <a:pt x="7481" y="7761"/>
                  </a:lnTo>
                  <a:lnTo>
                    <a:pt x="7421" y="7561"/>
                  </a:lnTo>
                  <a:lnTo>
                    <a:pt x="7401" y="7340"/>
                  </a:lnTo>
                  <a:lnTo>
                    <a:pt x="7361" y="7100"/>
                  </a:lnTo>
                  <a:lnTo>
                    <a:pt x="7361" y="6578"/>
                  </a:lnTo>
                  <a:lnTo>
                    <a:pt x="7381" y="6017"/>
                  </a:lnTo>
                  <a:lnTo>
                    <a:pt x="7421" y="5415"/>
                  </a:lnTo>
                  <a:lnTo>
                    <a:pt x="7481" y="4793"/>
                  </a:lnTo>
                  <a:lnTo>
                    <a:pt x="7641" y="3550"/>
                  </a:lnTo>
                  <a:lnTo>
                    <a:pt x="7722" y="2928"/>
                  </a:lnTo>
                  <a:lnTo>
                    <a:pt x="7782" y="2347"/>
                  </a:lnTo>
                  <a:lnTo>
                    <a:pt x="7822" y="1805"/>
                  </a:lnTo>
                  <a:lnTo>
                    <a:pt x="7822" y="1304"/>
                  </a:lnTo>
                  <a:lnTo>
                    <a:pt x="7802" y="883"/>
                  </a:lnTo>
                  <a:lnTo>
                    <a:pt x="7762" y="682"/>
                  </a:lnTo>
                  <a:lnTo>
                    <a:pt x="7722" y="522"/>
                  </a:lnTo>
                  <a:lnTo>
                    <a:pt x="7681" y="361"/>
                  </a:lnTo>
                  <a:lnTo>
                    <a:pt x="7601" y="241"/>
                  </a:lnTo>
                  <a:lnTo>
                    <a:pt x="7521" y="141"/>
                  </a:lnTo>
                  <a:lnTo>
                    <a:pt x="7421" y="60"/>
                  </a:lnTo>
                  <a:lnTo>
                    <a:pt x="7320" y="20"/>
                  </a:lnTo>
                  <a:lnTo>
                    <a:pt x="72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32"/>
            <p:cNvSpPr/>
            <p:nvPr/>
          </p:nvSpPr>
          <p:spPr>
            <a:xfrm>
              <a:off x="10977575" y="3951475"/>
              <a:ext cx="307350" cy="574075"/>
            </a:xfrm>
            <a:custGeom>
              <a:avLst/>
              <a:gdLst/>
              <a:ahLst/>
              <a:cxnLst/>
              <a:rect l="l" t="t" r="r" b="b"/>
              <a:pathLst>
                <a:path w="12294" h="22963" fill="none" extrusionOk="0">
                  <a:moveTo>
                    <a:pt x="12294" y="17628"/>
                  </a:moveTo>
                  <a:lnTo>
                    <a:pt x="12294" y="17628"/>
                  </a:lnTo>
                  <a:lnTo>
                    <a:pt x="12294" y="18009"/>
                  </a:lnTo>
                  <a:lnTo>
                    <a:pt x="12254" y="18390"/>
                  </a:lnTo>
                  <a:lnTo>
                    <a:pt x="12194" y="18751"/>
                  </a:lnTo>
                  <a:lnTo>
                    <a:pt x="12113" y="19092"/>
                  </a:lnTo>
                  <a:lnTo>
                    <a:pt x="11993" y="19413"/>
                  </a:lnTo>
                  <a:lnTo>
                    <a:pt x="11833" y="19734"/>
                  </a:lnTo>
                  <a:lnTo>
                    <a:pt x="11672" y="20035"/>
                  </a:lnTo>
                  <a:lnTo>
                    <a:pt x="11492" y="20316"/>
                  </a:lnTo>
                  <a:lnTo>
                    <a:pt x="11271" y="20596"/>
                  </a:lnTo>
                  <a:lnTo>
                    <a:pt x="11051" y="20857"/>
                  </a:lnTo>
                  <a:lnTo>
                    <a:pt x="10790" y="21098"/>
                  </a:lnTo>
                  <a:lnTo>
                    <a:pt x="10529" y="21318"/>
                  </a:lnTo>
                  <a:lnTo>
                    <a:pt x="10248" y="21539"/>
                  </a:lnTo>
                  <a:lnTo>
                    <a:pt x="9968" y="21739"/>
                  </a:lnTo>
                  <a:lnTo>
                    <a:pt x="9667" y="21920"/>
                  </a:lnTo>
                  <a:lnTo>
                    <a:pt x="9346" y="22080"/>
                  </a:lnTo>
                  <a:lnTo>
                    <a:pt x="9025" y="22241"/>
                  </a:lnTo>
                  <a:lnTo>
                    <a:pt x="8704" y="22381"/>
                  </a:lnTo>
                  <a:lnTo>
                    <a:pt x="8383" y="22501"/>
                  </a:lnTo>
                  <a:lnTo>
                    <a:pt x="8042" y="22622"/>
                  </a:lnTo>
                  <a:lnTo>
                    <a:pt x="7701" y="22702"/>
                  </a:lnTo>
                  <a:lnTo>
                    <a:pt x="7361" y="22782"/>
                  </a:lnTo>
                  <a:lnTo>
                    <a:pt x="7040" y="22862"/>
                  </a:lnTo>
                  <a:lnTo>
                    <a:pt x="6699" y="22903"/>
                  </a:lnTo>
                  <a:lnTo>
                    <a:pt x="6378" y="22943"/>
                  </a:lnTo>
                  <a:lnTo>
                    <a:pt x="6057" y="22963"/>
                  </a:lnTo>
                  <a:lnTo>
                    <a:pt x="5756" y="22963"/>
                  </a:lnTo>
                  <a:lnTo>
                    <a:pt x="5455" y="22963"/>
                  </a:lnTo>
                  <a:lnTo>
                    <a:pt x="5155" y="22923"/>
                  </a:lnTo>
                  <a:lnTo>
                    <a:pt x="4874" y="22882"/>
                  </a:lnTo>
                  <a:lnTo>
                    <a:pt x="4613" y="22842"/>
                  </a:lnTo>
                  <a:lnTo>
                    <a:pt x="4372" y="22762"/>
                  </a:lnTo>
                  <a:lnTo>
                    <a:pt x="4372" y="22762"/>
                  </a:lnTo>
                  <a:lnTo>
                    <a:pt x="4112" y="22682"/>
                  </a:lnTo>
                  <a:lnTo>
                    <a:pt x="3871" y="22562"/>
                  </a:lnTo>
                  <a:lnTo>
                    <a:pt x="3630" y="22421"/>
                  </a:lnTo>
                  <a:lnTo>
                    <a:pt x="3410" y="22261"/>
                  </a:lnTo>
                  <a:lnTo>
                    <a:pt x="3189" y="22080"/>
                  </a:lnTo>
                  <a:lnTo>
                    <a:pt x="2969" y="21880"/>
                  </a:lnTo>
                  <a:lnTo>
                    <a:pt x="2748" y="21659"/>
                  </a:lnTo>
                  <a:lnTo>
                    <a:pt x="2527" y="21419"/>
                  </a:lnTo>
                  <a:lnTo>
                    <a:pt x="2327" y="21178"/>
                  </a:lnTo>
                  <a:lnTo>
                    <a:pt x="2126" y="20897"/>
                  </a:lnTo>
                  <a:lnTo>
                    <a:pt x="1946" y="20616"/>
                  </a:lnTo>
                  <a:lnTo>
                    <a:pt x="1765" y="20316"/>
                  </a:lnTo>
                  <a:lnTo>
                    <a:pt x="1585" y="20015"/>
                  </a:lnTo>
                  <a:lnTo>
                    <a:pt x="1424" y="19674"/>
                  </a:lnTo>
                  <a:lnTo>
                    <a:pt x="1104" y="18992"/>
                  </a:lnTo>
                  <a:lnTo>
                    <a:pt x="843" y="18270"/>
                  </a:lnTo>
                  <a:lnTo>
                    <a:pt x="602" y="17508"/>
                  </a:lnTo>
                  <a:lnTo>
                    <a:pt x="402" y="16726"/>
                  </a:lnTo>
                  <a:lnTo>
                    <a:pt x="221" y="15924"/>
                  </a:lnTo>
                  <a:lnTo>
                    <a:pt x="101" y="15101"/>
                  </a:lnTo>
                  <a:lnTo>
                    <a:pt x="41" y="14279"/>
                  </a:lnTo>
                  <a:lnTo>
                    <a:pt x="1" y="13457"/>
                  </a:lnTo>
                  <a:lnTo>
                    <a:pt x="1" y="13056"/>
                  </a:lnTo>
                  <a:lnTo>
                    <a:pt x="21" y="12655"/>
                  </a:lnTo>
                  <a:lnTo>
                    <a:pt x="21" y="12655"/>
                  </a:lnTo>
                  <a:lnTo>
                    <a:pt x="61" y="12053"/>
                  </a:lnTo>
                  <a:lnTo>
                    <a:pt x="121" y="11471"/>
                  </a:lnTo>
                  <a:lnTo>
                    <a:pt x="201" y="10870"/>
                  </a:lnTo>
                  <a:lnTo>
                    <a:pt x="321" y="10288"/>
                  </a:lnTo>
                  <a:lnTo>
                    <a:pt x="442" y="9687"/>
                  </a:lnTo>
                  <a:lnTo>
                    <a:pt x="582" y="9105"/>
                  </a:lnTo>
                  <a:lnTo>
                    <a:pt x="743" y="8543"/>
                  </a:lnTo>
                  <a:lnTo>
                    <a:pt x="923" y="7962"/>
                  </a:lnTo>
                  <a:lnTo>
                    <a:pt x="1104" y="7400"/>
                  </a:lnTo>
                  <a:lnTo>
                    <a:pt x="1304" y="6859"/>
                  </a:lnTo>
                  <a:lnTo>
                    <a:pt x="1525" y="6317"/>
                  </a:lnTo>
                  <a:lnTo>
                    <a:pt x="1765" y="5796"/>
                  </a:lnTo>
                  <a:lnTo>
                    <a:pt x="2006" y="5295"/>
                  </a:lnTo>
                  <a:lnTo>
                    <a:pt x="2247" y="4793"/>
                  </a:lnTo>
                  <a:lnTo>
                    <a:pt x="2507" y="4332"/>
                  </a:lnTo>
                  <a:lnTo>
                    <a:pt x="2768" y="3871"/>
                  </a:lnTo>
                  <a:lnTo>
                    <a:pt x="3049" y="3430"/>
                  </a:lnTo>
                  <a:lnTo>
                    <a:pt x="3330" y="3008"/>
                  </a:lnTo>
                  <a:lnTo>
                    <a:pt x="3610" y="2607"/>
                  </a:lnTo>
                  <a:lnTo>
                    <a:pt x="3891" y="2226"/>
                  </a:lnTo>
                  <a:lnTo>
                    <a:pt x="4192" y="1885"/>
                  </a:lnTo>
                  <a:lnTo>
                    <a:pt x="4473" y="1565"/>
                  </a:lnTo>
                  <a:lnTo>
                    <a:pt x="4774" y="1264"/>
                  </a:lnTo>
                  <a:lnTo>
                    <a:pt x="5054" y="983"/>
                  </a:lnTo>
                  <a:lnTo>
                    <a:pt x="5335" y="742"/>
                  </a:lnTo>
                  <a:lnTo>
                    <a:pt x="5616" y="542"/>
                  </a:lnTo>
                  <a:lnTo>
                    <a:pt x="5897" y="361"/>
                  </a:lnTo>
                  <a:lnTo>
                    <a:pt x="6177" y="221"/>
                  </a:lnTo>
                  <a:lnTo>
                    <a:pt x="6438" y="101"/>
                  </a:lnTo>
                  <a:lnTo>
                    <a:pt x="6699" y="20"/>
                  </a:lnTo>
                  <a:lnTo>
                    <a:pt x="6959" y="0"/>
                  </a:lnTo>
                  <a:lnTo>
                    <a:pt x="7200" y="0"/>
                  </a:lnTo>
                  <a:lnTo>
                    <a:pt x="7200" y="0"/>
                  </a:lnTo>
                  <a:lnTo>
                    <a:pt x="7320" y="20"/>
                  </a:lnTo>
                  <a:lnTo>
                    <a:pt x="7421" y="60"/>
                  </a:lnTo>
                  <a:lnTo>
                    <a:pt x="7421" y="60"/>
                  </a:lnTo>
                  <a:lnTo>
                    <a:pt x="7521" y="141"/>
                  </a:lnTo>
                  <a:lnTo>
                    <a:pt x="7601" y="241"/>
                  </a:lnTo>
                  <a:lnTo>
                    <a:pt x="7681" y="361"/>
                  </a:lnTo>
                  <a:lnTo>
                    <a:pt x="7722" y="522"/>
                  </a:lnTo>
                  <a:lnTo>
                    <a:pt x="7762" y="682"/>
                  </a:lnTo>
                  <a:lnTo>
                    <a:pt x="7802" y="883"/>
                  </a:lnTo>
                  <a:lnTo>
                    <a:pt x="7822" y="1304"/>
                  </a:lnTo>
                  <a:lnTo>
                    <a:pt x="7822" y="1805"/>
                  </a:lnTo>
                  <a:lnTo>
                    <a:pt x="7782" y="2347"/>
                  </a:lnTo>
                  <a:lnTo>
                    <a:pt x="7722" y="2928"/>
                  </a:lnTo>
                  <a:lnTo>
                    <a:pt x="7641" y="3550"/>
                  </a:lnTo>
                  <a:lnTo>
                    <a:pt x="7481" y="4793"/>
                  </a:lnTo>
                  <a:lnTo>
                    <a:pt x="7421" y="5415"/>
                  </a:lnTo>
                  <a:lnTo>
                    <a:pt x="7381" y="6017"/>
                  </a:lnTo>
                  <a:lnTo>
                    <a:pt x="7361" y="6578"/>
                  </a:lnTo>
                  <a:lnTo>
                    <a:pt x="7361" y="7100"/>
                  </a:lnTo>
                  <a:lnTo>
                    <a:pt x="7401" y="7340"/>
                  </a:lnTo>
                  <a:lnTo>
                    <a:pt x="7421" y="7561"/>
                  </a:lnTo>
                  <a:lnTo>
                    <a:pt x="7481" y="7761"/>
                  </a:lnTo>
                  <a:lnTo>
                    <a:pt x="7541" y="7942"/>
                  </a:lnTo>
                  <a:lnTo>
                    <a:pt x="7541" y="7942"/>
                  </a:lnTo>
                  <a:lnTo>
                    <a:pt x="7701" y="8323"/>
                  </a:lnTo>
                  <a:lnTo>
                    <a:pt x="7942" y="8764"/>
                  </a:lnTo>
                  <a:lnTo>
                    <a:pt x="8223" y="9225"/>
                  </a:lnTo>
                  <a:lnTo>
                    <a:pt x="8524" y="9727"/>
                  </a:lnTo>
                  <a:lnTo>
                    <a:pt x="9246" y="10810"/>
                  </a:lnTo>
                  <a:lnTo>
                    <a:pt x="10008" y="11993"/>
                  </a:lnTo>
                  <a:lnTo>
                    <a:pt x="10389" y="12615"/>
                  </a:lnTo>
                  <a:lnTo>
                    <a:pt x="10750" y="13236"/>
                  </a:lnTo>
                  <a:lnTo>
                    <a:pt x="11091" y="13878"/>
                  </a:lnTo>
                  <a:lnTo>
                    <a:pt x="11412" y="14520"/>
                  </a:lnTo>
                  <a:lnTo>
                    <a:pt x="11692" y="15182"/>
                  </a:lnTo>
                  <a:lnTo>
                    <a:pt x="11933" y="15823"/>
                  </a:lnTo>
                  <a:lnTo>
                    <a:pt x="12033" y="16144"/>
                  </a:lnTo>
                  <a:lnTo>
                    <a:pt x="12134" y="16465"/>
                  </a:lnTo>
                  <a:lnTo>
                    <a:pt x="12194" y="16786"/>
                  </a:lnTo>
                  <a:lnTo>
                    <a:pt x="12254" y="17107"/>
                  </a:lnTo>
                  <a:lnTo>
                    <a:pt x="12254" y="17107"/>
                  </a:lnTo>
                  <a:lnTo>
                    <a:pt x="12274" y="17367"/>
                  </a:lnTo>
                  <a:lnTo>
                    <a:pt x="12294" y="176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32"/>
            <p:cNvSpPr/>
            <p:nvPr/>
          </p:nvSpPr>
          <p:spPr>
            <a:xfrm>
              <a:off x="11034725" y="3969025"/>
              <a:ext cx="113850" cy="428675"/>
            </a:xfrm>
            <a:custGeom>
              <a:avLst/>
              <a:gdLst/>
              <a:ahLst/>
              <a:cxnLst/>
              <a:rect l="l" t="t" r="r" b="b"/>
              <a:pathLst>
                <a:path w="4554" h="17147" extrusionOk="0">
                  <a:moveTo>
                    <a:pt x="4373" y="0"/>
                  </a:moveTo>
                  <a:lnTo>
                    <a:pt x="4112" y="281"/>
                  </a:lnTo>
                  <a:lnTo>
                    <a:pt x="3851" y="562"/>
                  </a:lnTo>
                  <a:lnTo>
                    <a:pt x="3611" y="863"/>
                  </a:lnTo>
                  <a:lnTo>
                    <a:pt x="3390" y="1163"/>
                  </a:lnTo>
                  <a:lnTo>
                    <a:pt x="3169" y="1484"/>
                  </a:lnTo>
                  <a:lnTo>
                    <a:pt x="2949" y="1805"/>
                  </a:lnTo>
                  <a:lnTo>
                    <a:pt x="2548" y="2467"/>
                  </a:lnTo>
                  <a:lnTo>
                    <a:pt x="2508" y="2266"/>
                  </a:lnTo>
                  <a:lnTo>
                    <a:pt x="2488" y="2226"/>
                  </a:lnTo>
                  <a:lnTo>
                    <a:pt x="2467" y="2206"/>
                  </a:lnTo>
                  <a:lnTo>
                    <a:pt x="2387" y="2186"/>
                  </a:lnTo>
                  <a:lnTo>
                    <a:pt x="2347" y="2206"/>
                  </a:lnTo>
                  <a:lnTo>
                    <a:pt x="2327" y="2226"/>
                  </a:lnTo>
                  <a:lnTo>
                    <a:pt x="2287" y="2246"/>
                  </a:lnTo>
                  <a:lnTo>
                    <a:pt x="2287" y="2286"/>
                  </a:lnTo>
                  <a:lnTo>
                    <a:pt x="2307" y="2547"/>
                  </a:lnTo>
                  <a:lnTo>
                    <a:pt x="2367" y="2828"/>
                  </a:lnTo>
                  <a:lnTo>
                    <a:pt x="2347" y="2848"/>
                  </a:lnTo>
                  <a:lnTo>
                    <a:pt x="2106" y="2768"/>
                  </a:lnTo>
                  <a:lnTo>
                    <a:pt x="1846" y="2728"/>
                  </a:lnTo>
                  <a:lnTo>
                    <a:pt x="1806" y="2728"/>
                  </a:lnTo>
                  <a:lnTo>
                    <a:pt x="1786" y="2768"/>
                  </a:lnTo>
                  <a:lnTo>
                    <a:pt x="1786" y="2788"/>
                  </a:lnTo>
                  <a:lnTo>
                    <a:pt x="1826" y="2808"/>
                  </a:lnTo>
                  <a:lnTo>
                    <a:pt x="2287" y="2988"/>
                  </a:lnTo>
                  <a:lnTo>
                    <a:pt x="2006" y="3570"/>
                  </a:lnTo>
                  <a:lnTo>
                    <a:pt x="1746" y="4172"/>
                  </a:lnTo>
                  <a:lnTo>
                    <a:pt x="1525" y="4793"/>
                  </a:lnTo>
                  <a:lnTo>
                    <a:pt x="1304" y="5415"/>
                  </a:lnTo>
                  <a:lnTo>
                    <a:pt x="1124" y="6037"/>
                  </a:lnTo>
                  <a:lnTo>
                    <a:pt x="963" y="6678"/>
                  </a:lnTo>
                  <a:lnTo>
                    <a:pt x="823" y="7300"/>
                  </a:lnTo>
                  <a:lnTo>
                    <a:pt x="703" y="7942"/>
                  </a:lnTo>
                  <a:lnTo>
                    <a:pt x="502" y="7962"/>
                  </a:lnTo>
                  <a:lnTo>
                    <a:pt x="302" y="7982"/>
                  </a:lnTo>
                  <a:lnTo>
                    <a:pt x="282" y="8002"/>
                  </a:lnTo>
                  <a:lnTo>
                    <a:pt x="261" y="8022"/>
                  </a:lnTo>
                  <a:lnTo>
                    <a:pt x="241" y="8062"/>
                  </a:lnTo>
                  <a:lnTo>
                    <a:pt x="282" y="8122"/>
                  </a:lnTo>
                  <a:lnTo>
                    <a:pt x="302" y="8122"/>
                  </a:lnTo>
                  <a:lnTo>
                    <a:pt x="322" y="8142"/>
                  </a:lnTo>
                  <a:lnTo>
                    <a:pt x="663" y="8142"/>
                  </a:lnTo>
                  <a:lnTo>
                    <a:pt x="542" y="9005"/>
                  </a:lnTo>
                  <a:lnTo>
                    <a:pt x="302" y="9025"/>
                  </a:lnTo>
                  <a:lnTo>
                    <a:pt x="61" y="9065"/>
                  </a:lnTo>
                  <a:lnTo>
                    <a:pt x="41" y="9085"/>
                  </a:lnTo>
                  <a:lnTo>
                    <a:pt x="21" y="9105"/>
                  </a:lnTo>
                  <a:lnTo>
                    <a:pt x="1" y="9165"/>
                  </a:lnTo>
                  <a:lnTo>
                    <a:pt x="41" y="9205"/>
                  </a:lnTo>
                  <a:lnTo>
                    <a:pt x="101" y="9245"/>
                  </a:lnTo>
                  <a:lnTo>
                    <a:pt x="382" y="9265"/>
                  </a:lnTo>
                  <a:lnTo>
                    <a:pt x="522" y="9245"/>
                  </a:lnTo>
                  <a:lnTo>
                    <a:pt x="462" y="9827"/>
                  </a:lnTo>
                  <a:lnTo>
                    <a:pt x="422" y="10408"/>
                  </a:lnTo>
                  <a:lnTo>
                    <a:pt x="382" y="10990"/>
                  </a:lnTo>
                  <a:lnTo>
                    <a:pt x="382" y="11572"/>
                  </a:lnTo>
                  <a:lnTo>
                    <a:pt x="402" y="12153"/>
                  </a:lnTo>
                  <a:lnTo>
                    <a:pt x="442" y="12735"/>
                  </a:lnTo>
                  <a:lnTo>
                    <a:pt x="502" y="13316"/>
                  </a:lnTo>
                  <a:lnTo>
                    <a:pt x="582" y="13878"/>
                  </a:lnTo>
                  <a:lnTo>
                    <a:pt x="683" y="14459"/>
                  </a:lnTo>
                  <a:lnTo>
                    <a:pt x="803" y="15021"/>
                  </a:lnTo>
                  <a:lnTo>
                    <a:pt x="983" y="15342"/>
                  </a:lnTo>
                  <a:lnTo>
                    <a:pt x="1164" y="15663"/>
                  </a:lnTo>
                  <a:lnTo>
                    <a:pt x="1364" y="15984"/>
                  </a:lnTo>
                  <a:lnTo>
                    <a:pt x="1565" y="16284"/>
                  </a:lnTo>
                  <a:lnTo>
                    <a:pt x="1344" y="15583"/>
                  </a:lnTo>
                  <a:lnTo>
                    <a:pt x="1164" y="14881"/>
                  </a:lnTo>
                  <a:lnTo>
                    <a:pt x="1004" y="14159"/>
                  </a:lnTo>
                  <a:lnTo>
                    <a:pt x="883" y="13437"/>
                  </a:lnTo>
                  <a:lnTo>
                    <a:pt x="803" y="12695"/>
                  </a:lnTo>
                  <a:lnTo>
                    <a:pt x="743" y="11953"/>
                  </a:lnTo>
                  <a:lnTo>
                    <a:pt x="743" y="11191"/>
                  </a:lnTo>
                  <a:lnTo>
                    <a:pt x="763" y="10408"/>
                  </a:lnTo>
                  <a:lnTo>
                    <a:pt x="803" y="9827"/>
                  </a:lnTo>
                  <a:lnTo>
                    <a:pt x="863" y="9245"/>
                  </a:lnTo>
                  <a:lnTo>
                    <a:pt x="1164" y="9225"/>
                  </a:lnTo>
                  <a:lnTo>
                    <a:pt x="1324" y="9205"/>
                  </a:lnTo>
                  <a:lnTo>
                    <a:pt x="1465" y="9165"/>
                  </a:lnTo>
                  <a:lnTo>
                    <a:pt x="1505" y="9125"/>
                  </a:lnTo>
                  <a:lnTo>
                    <a:pt x="1505" y="9065"/>
                  </a:lnTo>
                  <a:lnTo>
                    <a:pt x="1485" y="9025"/>
                  </a:lnTo>
                  <a:lnTo>
                    <a:pt x="1445" y="9005"/>
                  </a:lnTo>
                  <a:lnTo>
                    <a:pt x="1304" y="8965"/>
                  </a:lnTo>
                  <a:lnTo>
                    <a:pt x="903" y="8965"/>
                  </a:lnTo>
                  <a:lnTo>
                    <a:pt x="1024" y="8202"/>
                  </a:lnTo>
                  <a:lnTo>
                    <a:pt x="1405" y="8263"/>
                  </a:lnTo>
                  <a:lnTo>
                    <a:pt x="1465" y="8243"/>
                  </a:lnTo>
                  <a:lnTo>
                    <a:pt x="1505" y="8182"/>
                  </a:lnTo>
                  <a:lnTo>
                    <a:pt x="1525" y="8122"/>
                  </a:lnTo>
                  <a:lnTo>
                    <a:pt x="1505" y="8102"/>
                  </a:lnTo>
                  <a:lnTo>
                    <a:pt x="1465" y="8082"/>
                  </a:lnTo>
                  <a:lnTo>
                    <a:pt x="1264" y="8002"/>
                  </a:lnTo>
                  <a:lnTo>
                    <a:pt x="1044" y="7962"/>
                  </a:lnTo>
                  <a:lnTo>
                    <a:pt x="1164" y="7360"/>
                  </a:lnTo>
                  <a:lnTo>
                    <a:pt x="1304" y="6759"/>
                  </a:lnTo>
                  <a:lnTo>
                    <a:pt x="1465" y="6177"/>
                  </a:lnTo>
                  <a:lnTo>
                    <a:pt x="1625" y="5595"/>
                  </a:lnTo>
                  <a:lnTo>
                    <a:pt x="1826" y="5014"/>
                  </a:lnTo>
                  <a:lnTo>
                    <a:pt x="2046" y="4432"/>
                  </a:lnTo>
                  <a:lnTo>
                    <a:pt x="2267" y="3871"/>
                  </a:lnTo>
                  <a:lnTo>
                    <a:pt x="2528" y="3329"/>
                  </a:lnTo>
                  <a:lnTo>
                    <a:pt x="2608" y="3490"/>
                  </a:lnTo>
                  <a:lnTo>
                    <a:pt x="2708" y="3610"/>
                  </a:lnTo>
                  <a:lnTo>
                    <a:pt x="2728" y="3630"/>
                  </a:lnTo>
                  <a:lnTo>
                    <a:pt x="2748" y="3650"/>
                  </a:lnTo>
                  <a:lnTo>
                    <a:pt x="2808" y="3610"/>
                  </a:lnTo>
                  <a:lnTo>
                    <a:pt x="2828" y="3590"/>
                  </a:lnTo>
                  <a:lnTo>
                    <a:pt x="2849" y="3570"/>
                  </a:lnTo>
                  <a:lnTo>
                    <a:pt x="2808" y="3389"/>
                  </a:lnTo>
                  <a:lnTo>
                    <a:pt x="2768" y="3209"/>
                  </a:lnTo>
                  <a:lnTo>
                    <a:pt x="2949" y="3289"/>
                  </a:lnTo>
                  <a:lnTo>
                    <a:pt x="3049" y="3329"/>
                  </a:lnTo>
                  <a:lnTo>
                    <a:pt x="3149" y="3349"/>
                  </a:lnTo>
                  <a:lnTo>
                    <a:pt x="3189" y="3329"/>
                  </a:lnTo>
                  <a:lnTo>
                    <a:pt x="3209" y="3289"/>
                  </a:lnTo>
                  <a:lnTo>
                    <a:pt x="3209" y="3249"/>
                  </a:lnTo>
                  <a:lnTo>
                    <a:pt x="3209" y="3209"/>
                  </a:lnTo>
                  <a:lnTo>
                    <a:pt x="3089" y="3129"/>
                  </a:lnTo>
                  <a:lnTo>
                    <a:pt x="2969" y="3048"/>
                  </a:lnTo>
                  <a:lnTo>
                    <a:pt x="2708" y="2948"/>
                  </a:lnTo>
                  <a:lnTo>
                    <a:pt x="3109" y="2206"/>
                  </a:lnTo>
                  <a:lnTo>
                    <a:pt x="3550" y="1484"/>
                  </a:lnTo>
                  <a:lnTo>
                    <a:pt x="4032" y="782"/>
                  </a:lnTo>
                  <a:lnTo>
                    <a:pt x="4553" y="100"/>
                  </a:lnTo>
                  <a:lnTo>
                    <a:pt x="4373" y="0"/>
                  </a:lnTo>
                  <a:close/>
                  <a:moveTo>
                    <a:pt x="2287" y="17067"/>
                  </a:moveTo>
                  <a:lnTo>
                    <a:pt x="2387" y="17147"/>
                  </a:lnTo>
                  <a:lnTo>
                    <a:pt x="2387" y="17147"/>
                  </a:lnTo>
                  <a:lnTo>
                    <a:pt x="2367" y="17127"/>
                  </a:lnTo>
                  <a:lnTo>
                    <a:pt x="2347" y="17087"/>
                  </a:lnTo>
                  <a:lnTo>
                    <a:pt x="2287" y="17067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32"/>
            <p:cNvSpPr/>
            <p:nvPr/>
          </p:nvSpPr>
          <p:spPr>
            <a:xfrm>
              <a:off x="11091875" y="4395675"/>
              <a:ext cx="2550" cy="2025"/>
            </a:xfrm>
            <a:custGeom>
              <a:avLst/>
              <a:gdLst/>
              <a:ahLst/>
              <a:cxnLst/>
              <a:rect l="l" t="t" r="r" b="b"/>
              <a:pathLst>
                <a:path w="102" h="8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01" y="81"/>
                  </a:lnTo>
                  <a:lnTo>
                    <a:pt x="101" y="81"/>
                  </a:lnTo>
                  <a:lnTo>
                    <a:pt x="81" y="61"/>
                  </a:lnTo>
                  <a:lnTo>
                    <a:pt x="61" y="2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32"/>
            <p:cNvSpPr/>
            <p:nvPr/>
          </p:nvSpPr>
          <p:spPr>
            <a:xfrm>
              <a:off x="10977575" y="3959000"/>
              <a:ext cx="307350" cy="566550"/>
            </a:xfrm>
            <a:custGeom>
              <a:avLst/>
              <a:gdLst/>
              <a:ahLst/>
              <a:cxnLst/>
              <a:rect l="l" t="t" r="r" b="b"/>
              <a:pathLst>
                <a:path w="12294" h="22662" extrusionOk="0">
                  <a:moveTo>
                    <a:pt x="3851" y="16685"/>
                  </a:moveTo>
                  <a:lnTo>
                    <a:pt x="4032" y="17147"/>
                  </a:lnTo>
                  <a:lnTo>
                    <a:pt x="4212" y="17608"/>
                  </a:lnTo>
                  <a:lnTo>
                    <a:pt x="4372" y="17528"/>
                  </a:lnTo>
                  <a:lnTo>
                    <a:pt x="4553" y="17468"/>
                  </a:lnTo>
                  <a:lnTo>
                    <a:pt x="4573" y="17468"/>
                  </a:lnTo>
                  <a:lnTo>
                    <a:pt x="4392" y="17287"/>
                  </a:lnTo>
                  <a:lnTo>
                    <a:pt x="4192" y="17087"/>
                  </a:lnTo>
                  <a:lnTo>
                    <a:pt x="3851" y="16685"/>
                  </a:lnTo>
                  <a:close/>
                  <a:moveTo>
                    <a:pt x="6017" y="0"/>
                  </a:moveTo>
                  <a:lnTo>
                    <a:pt x="5776" y="140"/>
                  </a:lnTo>
                  <a:lnTo>
                    <a:pt x="5536" y="301"/>
                  </a:lnTo>
                  <a:lnTo>
                    <a:pt x="5295" y="481"/>
                  </a:lnTo>
                  <a:lnTo>
                    <a:pt x="5054" y="682"/>
                  </a:lnTo>
                  <a:lnTo>
                    <a:pt x="4814" y="923"/>
                  </a:lnTo>
                  <a:lnTo>
                    <a:pt x="4553" y="1163"/>
                  </a:lnTo>
                  <a:lnTo>
                    <a:pt x="4312" y="1444"/>
                  </a:lnTo>
                  <a:lnTo>
                    <a:pt x="4072" y="1725"/>
                  </a:lnTo>
                  <a:lnTo>
                    <a:pt x="3811" y="2026"/>
                  </a:lnTo>
                  <a:lnTo>
                    <a:pt x="3570" y="2367"/>
                  </a:lnTo>
                  <a:lnTo>
                    <a:pt x="3089" y="3068"/>
                  </a:lnTo>
                  <a:lnTo>
                    <a:pt x="2628" y="3830"/>
                  </a:lnTo>
                  <a:lnTo>
                    <a:pt x="2187" y="4633"/>
                  </a:lnTo>
                  <a:lnTo>
                    <a:pt x="1765" y="5495"/>
                  </a:lnTo>
                  <a:lnTo>
                    <a:pt x="1384" y="6397"/>
                  </a:lnTo>
                  <a:lnTo>
                    <a:pt x="1204" y="6879"/>
                  </a:lnTo>
                  <a:lnTo>
                    <a:pt x="1023" y="7340"/>
                  </a:lnTo>
                  <a:lnTo>
                    <a:pt x="863" y="7821"/>
                  </a:lnTo>
                  <a:lnTo>
                    <a:pt x="723" y="8323"/>
                  </a:lnTo>
                  <a:lnTo>
                    <a:pt x="582" y="8804"/>
                  </a:lnTo>
                  <a:lnTo>
                    <a:pt x="462" y="9305"/>
                  </a:lnTo>
                  <a:lnTo>
                    <a:pt x="341" y="9807"/>
                  </a:lnTo>
                  <a:lnTo>
                    <a:pt x="241" y="10308"/>
                  </a:lnTo>
                  <a:lnTo>
                    <a:pt x="161" y="10830"/>
                  </a:lnTo>
                  <a:lnTo>
                    <a:pt x="101" y="11331"/>
                  </a:lnTo>
                  <a:lnTo>
                    <a:pt x="61" y="11852"/>
                  </a:lnTo>
                  <a:lnTo>
                    <a:pt x="21" y="12354"/>
                  </a:lnTo>
                  <a:lnTo>
                    <a:pt x="1" y="13036"/>
                  </a:lnTo>
                  <a:lnTo>
                    <a:pt x="21" y="13818"/>
                  </a:lnTo>
                  <a:lnTo>
                    <a:pt x="81" y="14600"/>
                  </a:lnTo>
                  <a:lnTo>
                    <a:pt x="181" y="15362"/>
                  </a:lnTo>
                  <a:lnTo>
                    <a:pt x="321" y="16124"/>
                  </a:lnTo>
                  <a:lnTo>
                    <a:pt x="502" y="16886"/>
                  </a:lnTo>
                  <a:lnTo>
                    <a:pt x="723" y="17608"/>
                  </a:lnTo>
                  <a:lnTo>
                    <a:pt x="963" y="18310"/>
                  </a:lnTo>
                  <a:lnTo>
                    <a:pt x="1244" y="18992"/>
                  </a:lnTo>
                  <a:lnTo>
                    <a:pt x="1545" y="19613"/>
                  </a:lnTo>
                  <a:lnTo>
                    <a:pt x="1886" y="20215"/>
                  </a:lnTo>
                  <a:lnTo>
                    <a:pt x="2046" y="20496"/>
                  </a:lnTo>
                  <a:lnTo>
                    <a:pt x="2247" y="20757"/>
                  </a:lnTo>
                  <a:lnTo>
                    <a:pt x="2427" y="20997"/>
                  </a:lnTo>
                  <a:lnTo>
                    <a:pt x="2628" y="21238"/>
                  </a:lnTo>
                  <a:lnTo>
                    <a:pt x="2828" y="21438"/>
                  </a:lnTo>
                  <a:lnTo>
                    <a:pt x="3029" y="21639"/>
                  </a:lnTo>
                  <a:lnTo>
                    <a:pt x="3249" y="21839"/>
                  </a:lnTo>
                  <a:lnTo>
                    <a:pt x="3450" y="22000"/>
                  </a:lnTo>
                  <a:lnTo>
                    <a:pt x="3671" y="22140"/>
                  </a:lnTo>
                  <a:lnTo>
                    <a:pt x="3911" y="22261"/>
                  </a:lnTo>
                  <a:lnTo>
                    <a:pt x="4132" y="22381"/>
                  </a:lnTo>
                  <a:lnTo>
                    <a:pt x="4372" y="22461"/>
                  </a:lnTo>
                  <a:lnTo>
                    <a:pt x="4693" y="22561"/>
                  </a:lnTo>
                  <a:lnTo>
                    <a:pt x="5034" y="22622"/>
                  </a:lnTo>
                  <a:lnTo>
                    <a:pt x="5395" y="22642"/>
                  </a:lnTo>
                  <a:lnTo>
                    <a:pt x="5796" y="22662"/>
                  </a:lnTo>
                  <a:lnTo>
                    <a:pt x="6318" y="22642"/>
                  </a:lnTo>
                  <a:lnTo>
                    <a:pt x="6859" y="22581"/>
                  </a:lnTo>
                  <a:lnTo>
                    <a:pt x="7401" y="22481"/>
                  </a:lnTo>
                  <a:lnTo>
                    <a:pt x="7962" y="22341"/>
                  </a:lnTo>
                  <a:lnTo>
                    <a:pt x="8504" y="22160"/>
                  </a:lnTo>
                  <a:lnTo>
                    <a:pt x="9045" y="21940"/>
                  </a:lnTo>
                  <a:lnTo>
                    <a:pt x="9567" y="21659"/>
                  </a:lnTo>
                  <a:lnTo>
                    <a:pt x="9827" y="21519"/>
                  </a:lnTo>
                  <a:lnTo>
                    <a:pt x="10068" y="21358"/>
                  </a:lnTo>
                  <a:lnTo>
                    <a:pt x="10309" y="21198"/>
                  </a:lnTo>
                  <a:lnTo>
                    <a:pt x="10529" y="21017"/>
                  </a:lnTo>
                  <a:lnTo>
                    <a:pt x="10750" y="20837"/>
                  </a:lnTo>
                  <a:lnTo>
                    <a:pt x="10950" y="20636"/>
                  </a:lnTo>
                  <a:lnTo>
                    <a:pt x="11151" y="20436"/>
                  </a:lnTo>
                  <a:lnTo>
                    <a:pt x="11331" y="20215"/>
                  </a:lnTo>
                  <a:lnTo>
                    <a:pt x="11512" y="19974"/>
                  </a:lnTo>
                  <a:lnTo>
                    <a:pt x="11672" y="19754"/>
                  </a:lnTo>
                  <a:lnTo>
                    <a:pt x="11813" y="19493"/>
                  </a:lnTo>
                  <a:lnTo>
                    <a:pt x="11933" y="19252"/>
                  </a:lnTo>
                  <a:lnTo>
                    <a:pt x="12033" y="18972"/>
                  </a:lnTo>
                  <a:lnTo>
                    <a:pt x="12134" y="18691"/>
                  </a:lnTo>
                  <a:lnTo>
                    <a:pt x="12194" y="18410"/>
                  </a:lnTo>
                  <a:lnTo>
                    <a:pt x="12254" y="18109"/>
                  </a:lnTo>
                  <a:lnTo>
                    <a:pt x="12294" y="17809"/>
                  </a:lnTo>
                  <a:lnTo>
                    <a:pt x="12294" y="17488"/>
                  </a:lnTo>
                  <a:lnTo>
                    <a:pt x="12294" y="17327"/>
                  </a:lnTo>
                  <a:lnTo>
                    <a:pt x="12093" y="17508"/>
                  </a:lnTo>
                  <a:lnTo>
                    <a:pt x="11873" y="17688"/>
                  </a:lnTo>
                  <a:lnTo>
                    <a:pt x="11652" y="17849"/>
                  </a:lnTo>
                  <a:lnTo>
                    <a:pt x="11432" y="18009"/>
                  </a:lnTo>
                  <a:lnTo>
                    <a:pt x="11191" y="18149"/>
                  </a:lnTo>
                  <a:lnTo>
                    <a:pt x="10950" y="18290"/>
                  </a:lnTo>
                  <a:lnTo>
                    <a:pt x="10710" y="18410"/>
                  </a:lnTo>
                  <a:lnTo>
                    <a:pt x="10469" y="18510"/>
                  </a:lnTo>
                  <a:lnTo>
                    <a:pt x="10208" y="18611"/>
                  </a:lnTo>
                  <a:lnTo>
                    <a:pt x="9948" y="18691"/>
                  </a:lnTo>
                  <a:lnTo>
                    <a:pt x="9687" y="18771"/>
                  </a:lnTo>
                  <a:lnTo>
                    <a:pt x="9426" y="18831"/>
                  </a:lnTo>
                  <a:lnTo>
                    <a:pt x="9145" y="18871"/>
                  </a:lnTo>
                  <a:lnTo>
                    <a:pt x="8885" y="18912"/>
                  </a:lnTo>
                  <a:lnTo>
                    <a:pt x="8604" y="18932"/>
                  </a:lnTo>
                  <a:lnTo>
                    <a:pt x="7942" y="18932"/>
                  </a:lnTo>
                  <a:lnTo>
                    <a:pt x="7561" y="18891"/>
                  </a:lnTo>
                  <a:lnTo>
                    <a:pt x="7180" y="18811"/>
                  </a:lnTo>
                  <a:lnTo>
                    <a:pt x="6799" y="18711"/>
                  </a:lnTo>
                  <a:lnTo>
                    <a:pt x="6478" y="18611"/>
                  </a:lnTo>
                  <a:lnTo>
                    <a:pt x="6197" y="18510"/>
                  </a:lnTo>
                  <a:lnTo>
                    <a:pt x="5917" y="18370"/>
                  </a:lnTo>
                  <a:lnTo>
                    <a:pt x="5636" y="18230"/>
                  </a:lnTo>
                  <a:lnTo>
                    <a:pt x="5375" y="18089"/>
                  </a:lnTo>
                  <a:lnTo>
                    <a:pt x="5135" y="17909"/>
                  </a:lnTo>
                  <a:lnTo>
                    <a:pt x="4894" y="17748"/>
                  </a:lnTo>
                  <a:lnTo>
                    <a:pt x="4673" y="17548"/>
                  </a:lnTo>
                  <a:lnTo>
                    <a:pt x="4653" y="17588"/>
                  </a:lnTo>
                  <a:lnTo>
                    <a:pt x="4633" y="17608"/>
                  </a:lnTo>
                  <a:lnTo>
                    <a:pt x="4473" y="17708"/>
                  </a:lnTo>
                  <a:lnTo>
                    <a:pt x="4292" y="17809"/>
                  </a:lnTo>
                  <a:lnTo>
                    <a:pt x="4513" y="18330"/>
                  </a:lnTo>
                  <a:lnTo>
                    <a:pt x="4653" y="18210"/>
                  </a:lnTo>
                  <a:lnTo>
                    <a:pt x="4774" y="18109"/>
                  </a:lnTo>
                  <a:lnTo>
                    <a:pt x="4914" y="18029"/>
                  </a:lnTo>
                  <a:lnTo>
                    <a:pt x="5074" y="17949"/>
                  </a:lnTo>
                  <a:lnTo>
                    <a:pt x="5114" y="17949"/>
                  </a:lnTo>
                  <a:lnTo>
                    <a:pt x="5155" y="17969"/>
                  </a:lnTo>
                  <a:lnTo>
                    <a:pt x="5195" y="18009"/>
                  </a:lnTo>
                  <a:lnTo>
                    <a:pt x="5195" y="18089"/>
                  </a:lnTo>
                  <a:lnTo>
                    <a:pt x="5175" y="18129"/>
                  </a:lnTo>
                  <a:lnTo>
                    <a:pt x="5054" y="18250"/>
                  </a:lnTo>
                  <a:lnTo>
                    <a:pt x="4914" y="18370"/>
                  </a:lnTo>
                  <a:lnTo>
                    <a:pt x="4653" y="18571"/>
                  </a:lnTo>
                  <a:lnTo>
                    <a:pt x="4894" y="19052"/>
                  </a:lnTo>
                  <a:lnTo>
                    <a:pt x="5155" y="19533"/>
                  </a:lnTo>
                  <a:lnTo>
                    <a:pt x="5435" y="20015"/>
                  </a:lnTo>
                  <a:lnTo>
                    <a:pt x="5716" y="20476"/>
                  </a:lnTo>
                  <a:lnTo>
                    <a:pt x="6017" y="20937"/>
                  </a:lnTo>
                  <a:lnTo>
                    <a:pt x="6338" y="21398"/>
                  </a:lnTo>
                  <a:lnTo>
                    <a:pt x="6679" y="21860"/>
                  </a:lnTo>
                  <a:lnTo>
                    <a:pt x="7020" y="22301"/>
                  </a:lnTo>
                  <a:lnTo>
                    <a:pt x="7040" y="22361"/>
                  </a:lnTo>
                  <a:lnTo>
                    <a:pt x="7040" y="22421"/>
                  </a:lnTo>
                  <a:lnTo>
                    <a:pt x="7000" y="22461"/>
                  </a:lnTo>
                  <a:lnTo>
                    <a:pt x="6919" y="22461"/>
                  </a:lnTo>
                  <a:lnTo>
                    <a:pt x="6879" y="22441"/>
                  </a:lnTo>
                  <a:lnTo>
                    <a:pt x="6498" y="22040"/>
                  </a:lnTo>
                  <a:lnTo>
                    <a:pt x="6137" y="21619"/>
                  </a:lnTo>
                  <a:lnTo>
                    <a:pt x="5796" y="21178"/>
                  </a:lnTo>
                  <a:lnTo>
                    <a:pt x="5475" y="20736"/>
                  </a:lnTo>
                  <a:lnTo>
                    <a:pt x="5155" y="20295"/>
                  </a:lnTo>
                  <a:lnTo>
                    <a:pt x="4874" y="19814"/>
                  </a:lnTo>
                  <a:lnTo>
                    <a:pt x="4593" y="19353"/>
                  </a:lnTo>
                  <a:lnTo>
                    <a:pt x="4332" y="18851"/>
                  </a:lnTo>
                  <a:lnTo>
                    <a:pt x="4132" y="19072"/>
                  </a:lnTo>
                  <a:lnTo>
                    <a:pt x="3911" y="19293"/>
                  </a:lnTo>
                  <a:lnTo>
                    <a:pt x="3891" y="19313"/>
                  </a:lnTo>
                  <a:lnTo>
                    <a:pt x="3811" y="19313"/>
                  </a:lnTo>
                  <a:lnTo>
                    <a:pt x="3771" y="19272"/>
                  </a:lnTo>
                  <a:lnTo>
                    <a:pt x="3771" y="19232"/>
                  </a:lnTo>
                  <a:lnTo>
                    <a:pt x="3771" y="19192"/>
                  </a:lnTo>
                  <a:lnTo>
                    <a:pt x="3871" y="19032"/>
                  </a:lnTo>
                  <a:lnTo>
                    <a:pt x="3971" y="18891"/>
                  </a:lnTo>
                  <a:lnTo>
                    <a:pt x="4212" y="18611"/>
                  </a:lnTo>
                  <a:lnTo>
                    <a:pt x="3951" y="17989"/>
                  </a:lnTo>
                  <a:lnTo>
                    <a:pt x="3671" y="18169"/>
                  </a:lnTo>
                  <a:lnTo>
                    <a:pt x="3410" y="18350"/>
                  </a:lnTo>
                  <a:lnTo>
                    <a:pt x="3370" y="18370"/>
                  </a:lnTo>
                  <a:lnTo>
                    <a:pt x="3350" y="18350"/>
                  </a:lnTo>
                  <a:lnTo>
                    <a:pt x="3310" y="18330"/>
                  </a:lnTo>
                  <a:lnTo>
                    <a:pt x="3310" y="18290"/>
                  </a:lnTo>
                  <a:lnTo>
                    <a:pt x="3330" y="18250"/>
                  </a:lnTo>
                  <a:lnTo>
                    <a:pt x="3590" y="18029"/>
                  </a:lnTo>
                  <a:lnTo>
                    <a:pt x="3871" y="17829"/>
                  </a:lnTo>
                  <a:lnTo>
                    <a:pt x="3630" y="17247"/>
                  </a:lnTo>
                  <a:lnTo>
                    <a:pt x="3430" y="16645"/>
                  </a:lnTo>
                  <a:lnTo>
                    <a:pt x="3249" y="16044"/>
                  </a:lnTo>
                  <a:lnTo>
                    <a:pt x="3089" y="15422"/>
                  </a:lnTo>
                  <a:lnTo>
                    <a:pt x="2949" y="15121"/>
                  </a:lnTo>
                  <a:lnTo>
                    <a:pt x="2828" y="14800"/>
                  </a:lnTo>
                  <a:lnTo>
                    <a:pt x="2608" y="14179"/>
                  </a:lnTo>
                  <a:lnTo>
                    <a:pt x="2427" y="13517"/>
                  </a:lnTo>
                  <a:lnTo>
                    <a:pt x="2287" y="12855"/>
                  </a:lnTo>
                  <a:lnTo>
                    <a:pt x="2207" y="12374"/>
                  </a:lnTo>
                  <a:lnTo>
                    <a:pt x="2146" y="11872"/>
                  </a:lnTo>
                  <a:lnTo>
                    <a:pt x="2126" y="11391"/>
                  </a:lnTo>
                  <a:lnTo>
                    <a:pt x="2106" y="10890"/>
                  </a:lnTo>
                  <a:lnTo>
                    <a:pt x="2106" y="10408"/>
                  </a:lnTo>
                  <a:lnTo>
                    <a:pt x="2106" y="9907"/>
                  </a:lnTo>
                  <a:lnTo>
                    <a:pt x="2146" y="9426"/>
                  </a:lnTo>
                  <a:lnTo>
                    <a:pt x="2207" y="8924"/>
                  </a:lnTo>
                  <a:lnTo>
                    <a:pt x="2267" y="8443"/>
                  </a:lnTo>
                  <a:lnTo>
                    <a:pt x="2347" y="7962"/>
                  </a:lnTo>
                  <a:lnTo>
                    <a:pt x="2447" y="7460"/>
                  </a:lnTo>
                  <a:lnTo>
                    <a:pt x="2547" y="6979"/>
                  </a:lnTo>
                  <a:lnTo>
                    <a:pt x="2688" y="6518"/>
                  </a:lnTo>
                  <a:lnTo>
                    <a:pt x="2828" y="6036"/>
                  </a:lnTo>
                  <a:lnTo>
                    <a:pt x="2969" y="5575"/>
                  </a:lnTo>
                  <a:lnTo>
                    <a:pt x="3129" y="5114"/>
                  </a:lnTo>
                  <a:lnTo>
                    <a:pt x="3410" y="4412"/>
                  </a:lnTo>
                  <a:lnTo>
                    <a:pt x="3711" y="3730"/>
                  </a:lnTo>
                  <a:lnTo>
                    <a:pt x="4052" y="3068"/>
                  </a:lnTo>
                  <a:lnTo>
                    <a:pt x="4232" y="2748"/>
                  </a:lnTo>
                  <a:lnTo>
                    <a:pt x="4433" y="2427"/>
                  </a:lnTo>
                  <a:lnTo>
                    <a:pt x="4633" y="2106"/>
                  </a:lnTo>
                  <a:lnTo>
                    <a:pt x="4854" y="1805"/>
                  </a:lnTo>
                  <a:lnTo>
                    <a:pt x="5074" y="1524"/>
                  </a:lnTo>
                  <a:lnTo>
                    <a:pt x="5315" y="1243"/>
                  </a:lnTo>
                  <a:lnTo>
                    <a:pt x="5556" y="963"/>
                  </a:lnTo>
                  <a:lnTo>
                    <a:pt x="5816" y="702"/>
                  </a:lnTo>
                  <a:lnTo>
                    <a:pt x="6097" y="461"/>
                  </a:lnTo>
                  <a:lnTo>
                    <a:pt x="6378" y="221"/>
                  </a:lnTo>
                  <a:lnTo>
                    <a:pt x="601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32"/>
            <p:cNvSpPr/>
            <p:nvPr/>
          </p:nvSpPr>
          <p:spPr>
            <a:xfrm>
              <a:off x="11073850" y="4376125"/>
              <a:ext cx="18050" cy="23075"/>
            </a:xfrm>
            <a:custGeom>
              <a:avLst/>
              <a:gdLst/>
              <a:ahLst/>
              <a:cxnLst/>
              <a:rect l="l" t="t" r="r" b="b"/>
              <a:pathLst>
                <a:path w="722" h="923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181" y="462"/>
                  </a:lnTo>
                  <a:lnTo>
                    <a:pt x="361" y="923"/>
                  </a:lnTo>
                  <a:lnTo>
                    <a:pt x="361" y="923"/>
                  </a:lnTo>
                  <a:lnTo>
                    <a:pt x="521" y="843"/>
                  </a:lnTo>
                  <a:lnTo>
                    <a:pt x="702" y="783"/>
                  </a:lnTo>
                  <a:lnTo>
                    <a:pt x="702" y="783"/>
                  </a:lnTo>
                  <a:lnTo>
                    <a:pt x="722" y="783"/>
                  </a:lnTo>
                  <a:lnTo>
                    <a:pt x="722" y="783"/>
                  </a:lnTo>
                  <a:lnTo>
                    <a:pt x="722" y="783"/>
                  </a:lnTo>
                  <a:lnTo>
                    <a:pt x="722" y="783"/>
                  </a:lnTo>
                  <a:lnTo>
                    <a:pt x="541" y="602"/>
                  </a:lnTo>
                  <a:lnTo>
                    <a:pt x="341" y="40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32"/>
            <p:cNvSpPr/>
            <p:nvPr/>
          </p:nvSpPr>
          <p:spPr>
            <a:xfrm>
              <a:off x="11054775" y="4344550"/>
              <a:ext cx="98800" cy="176000"/>
            </a:xfrm>
            <a:custGeom>
              <a:avLst/>
              <a:gdLst/>
              <a:ahLst/>
              <a:cxnLst/>
              <a:rect l="l" t="t" r="r" b="b"/>
              <a:pathLst>
                <a:path w="3952" h="7040" extrusionOk="0">
                  <a:moveTo>
                    <a:pt x="1" y="0"/>
                  </a:moveTo>
                  <a:lnTo>
                    <a:pt x="161" y="622"/>
                  </a:lnTo>
                  <a:lnTo>
                    <a:pt x="342" y="1223"/>
                  </a:lnTo>
                  <a:lnTo>
                    <a:pt x="542" y="1825"/>
                  </a:lnTo>
                  <a:lnTo>
                    <a:pt x="783" y="2407"/>
                  </a:lnTo>
                  <a:lnTo>
                    <a:pt x="502" y="2607"/>
                  </a:lnTo>
                  <a:lnTo>
                    <a:pt x="242" y="2828"/>
                  </a:lnTo>
                  <a:lnTo>
                    <a:pt x="222" y="2868"/>
                  </a:lnTo>
                  <a:lnTo>
                    <a:pt x="222" y="2908"/>
                  </a:lnTo>
                  <a:lnTo>
                    <a:pt x="262" y="2928"/>
                  </a:lnTo>
                  <a:lnTo>
                    <a:pt x="282" y="2948"/>
                  </a:lnTo>
                  <a:lnTo>
                    <a:pt x="322" y="2928"/>
                  </a:lnTo>
                  <a:lnTo>
                    <a:pt x="583" y="2747"/>
                  </a:lnTo>
                  <a:lnTo>
                    <a:pt x="863" y="2567"/>
                  </a:lnTo>
                  <a:lnTo>
                    <a:pt x="1124" y="3189"/>
                  </a:lnTo>
                  <a:lnTo>
                    <a:pt x="883" y="3469"/>
                  </a:lnTo>
                  <a:lnTo>
                    <a:pt x="783" y="3610"/>
                  </a:lnTo>
                  <a:lnTo>
                    <a:pt x="683" y="3770"/>
                  </a:lnTo>
                  <a:lnTo>
                    <a:pt x="683" y="3810"/>
                  </a:lnTo>
                  <a:lnTo>
                    <a:pt x="683" y="3850"/>
                  </a:lnTo>
                  <a:lnTo>
                    <a:pt x="723" y="3891"/>
                  </a:lnTo>
                  <a:lnTo>
                    <a:pt x="803" y="3891"/>
                  </a:lnTo>
                  <a:lnTo>
                    <a:pt x="823" y="3871"/>
                  </a:lnTo>
                  <a:lnTo>
                    <a:pt x="1044" y="3650"/>
                  </a:lnTo>
                  <a:lnTo>
                    <a:pt x="1244" y="3429"/>
                  </a:lnTo>
                  <a:lnTo>
                    <a:pt x="1505" y="3931"/>
                  </a:lnTo>
                  <a:lnTo>
                    <a:pt x="1786" y="4392"/>
                  </a:lnTo>
                  <a:lnTo>
                    <a:pt x="2067" y="4873"/>
                  </a:lnTo>
                  <a:lnTo>
                    <a:pt x="2387" y="5314"/>
                  </a:lnTo>
                  <a:lnTo>
                    <a:pt x="2708" y="5756"/>
                  </a:lnTo>
                  <a:lnTo>
                    <a:pt x="3049" y="6197"/>
                  </a:lnTo>
                  <a:lnTo>
                    <a:pt x="3410" y="6618"/>
                  </a:lnTo>
                  <a:lnTo>
                    <a:pt x="3791" y="7019"/>
                  </a:lnTo>
                  <a:lnTo>
                    <a:pt x="3831" y="7039"/>
                  </a:lnTo>
                  <a:lnTo>
                    <a:pt x="3912" y="7039"/>
                  </a:lnTo>
                  <a:lnTo>
                    <a:pt x="3952" y="6999"/>
                  </a:lnTo>
                  <a:lnTo>
                    <a:pt x="3952" y="6939"/>
                  </a:lnTo>
                  <a:lnTo>
                    <a:pt x="3932" y="6879"/>
                  </a:lnTo>
                  <a:lnTo>
                    <a:pt x="3591" y="6438"/>
                  </a:lnTo>
                  <a:lnTo>
                    <a:pt x="3250" y="5976"/>
                  </a:lnTo>
                  <a:lnTo>
                    <a:pt x="2929" y="5515"/>
                  </a:lnTo>
                  <a:lnTo>
                    <a:pt x="2628" y="5054"/>
                  </a:lnTo>
                  <a:lnTo>
                    <a:pt x="2347" y="4593"/>
                  </a:lnTo>
                  <a:lnTo>
                    <a:pt x="2067" y="4111"/>
                  </a:lnTo>
                  <a:lnTo>
                    <a:pt x="1806" y="3630"/>
                  </a:lnTo>
                  <a:lnTo>
                    <a:pt x="1565" y="3149"/>
                  </a:lnTo>
                  <a:lnTo>
                    <a:pt x="1826" y="2948"/>
                  </a:lnTo>
                  <a:lnTo>
                    <a:pt x="1966" y="2828"/>
                  </a:lnTo>
                  <a:lnTo>
                    <a:pt x="2087" y="2707"/>
                  </a:lnTo>
                  <a:lnTo>
                    <a:pt x="2107" y="2667"/>
                  </a:lnTo>
                  <a:lnTo>
                    <a:pt x="2107" y="2587"/>
                  </a:lnTo>
                  <a:lnTo>
                    <a:pt x="2067" y="2547"/>
                  </a:lnTo>
                  <a:lnTo>
                    <a:pt x="2026" y="2527"/>
                  </a:lnTo>
                  <a:lnTo>
                    <a:pt x="1986" y="2527"/>
                  </a:lnTo>
                  <a:lnTo>
                    <a:pt x="1826" y="2607"/>
                  </a:lnTo>
                  <a:lnTo>
                    <a:pt x="1686" y="2687"/>
                  </a:lnTo>
                  <a:lnTo>
                    <a:pt x="1565" y="2788"/>
                  </a:lnTo>
                  <a:lnTo>
                    <a:pt x="1425" y="2908"/>
                  </a:lnTo>
                  <a:lnTo>
                    <a:pt x="1204" y="2387"/>
                  </a:lnTo>
                  <a:lnTo>
                    <a:pt x="1385" y="2286"/>
                  </a:lnTo>
                  <a:lnTo>
                    <a:pt x="1545" y="2186"/>
                  </a:lnTo>
                  <a:lnTo>
                    <a:pt x="1565" y="2166"/>
                  </a:lnTo>
                  <a:lnTo>
                    <a:pt x="1585" y="2126"/>
                  </a:lnTo>
                  <a:lnTo>
                    <a:pt x="1485" y="2046"/>
                  </a:lnTo>
                  <a:lnTo>
                    <a:pt x="1465" y="2046"/>
                  </a:lnTo>
                  <a:lnTo>
                    <a:pt x="1284" y="2106"/>
                  </a:lnTo>
                  <a:lnTo>
                    <a:pt x="1124" y="2186"/>
                  </a:lnTo>
                  <a:lnTo>
                    <a:pt x="944" y="1725"/>
                  </a:lnTo>
                  <a:lnTo>
                    <a:pt x="763" y="1263"/>
                  </a:lnTo>
                  <a:lnTo>
                    <a:pt x="562" y="963"/>
                  </a:lnTo>
                  <a:lnTo>
                    <a:pt x="362" y="642"/>
                  </a:lnTo>
                  <a:lnTo>
                    <a:pt x="181" y="32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32"/>
            <p:cNvSpPr/>
            <p:nvPr/>
          </p:nvSpPr>
          <p:spPr>
            <a:xfrm>
              <a:off x="11551625" y="3950975"/>
              <a:ext cx="307875" cy="574575"/>
            </a:xfrm>
            <a:custGeom>
              <a:avLst/>
              <a:gdLst/>
              <a:ahLst/>
              <a:cxnLst/>
              <a:rect l="l" t="t" r="r" b="b"/>
              <a:pathLst>
                <a:path w="12315" h="22983" extrusionOk="0">
                  <a:moveTo>
                    <a:pt x="5275" y="0"/>
                  </a:moveTo>
                  <a:lnTo>
                    <a:pt x="5095" y="20"/>
                  </a:lnTo>
                  <a:lnTo>
                    <a:pt x="4954" y="40"/>
                  </a:lnTo>
                  <a:lnTo>
                    <a:pt x="4854" y="100"/>
                  </a:lnTo>
                  <a:lnTo>
                    <a:pt x="4754" y="181"/>
                  </a:lnTo>
                  <a:lnTo>
                    <a:pt x="4674" y="301"/>
                  </a:lnTo>
                  <a:lnTo>
                    <a:pt x="4593" y="461"/>
                  </a:lnTo>
                  <a:lnTo>
                    <a:pt x="4553" y="622"/>
                  </a:lnTo>
                  <a:lnTo>
                    <a:pt x="4513" y="822"/>
                  </a:lnTo>
                  <a:lnTo>
                    <a:pt x="4493" y="1023"/>
                  </a:lnTo>
                  <a:lnTo>
                    <a:pt x="4473" y="1524"/>
                  </a:lnTo>
                  <a:lnTo>
                    <a:pt x="4513" y="2066"/>
                  </a:lnTo>
                  <a:lnTo>
                    <a:pt x="4553" y="2667"/>
                  </a:lnTo>
                  <a:lnTo>
                    <a:pt x="4634" y="3289"/>
                  </a:lnTo>
                  <a:lnTo>
                    <a:pt x="4794" y="4613"/>
                  </a:lnTo>
                  <a:lnTo>
                    <a:pt x="4874" y="5275"/>
                  </a:lnTo>
                  <a:lnTo>
                    <a:pt x="4914" y="5916"/>
                  </a:lnTo>
                  <a:lnTo>
                    <a:pt x="4954" y="6498"/>
                  </a:lnTo>
                  <a:lnTo>
                    <a:pt x="4934" y="7059"/>
                  </a:lnTo>
                  <a:lnTo>
                    <a:pt x="4914" y="7320"/>
                  </a:lnTo>
                  <a:lnTo>
                    <a:pt x="4874" y="7541"/>
                  </a:lnTo>
                  <a:lnTo>
                    <a:pt x="4834" y="7761"/>
                  </a:lnTo>
                  <a:lnTo>
                    <a:pt x="4774" y="7962"/>
                  </a:lnTo>
                  <a:lnTo>
                    <a:pt x="4593" y="8343"/>
                  </a:lnTo>
                  <a:lnTo>
                    <a:pt x="4373" y="8784"/>
                  </a:lnTo>
                  <a:lnTo>
                    <a:pt x="4092" y="9245"/>
                  </a:lnTo>
                  <a:lnTo>
                    <a:pt x="3771" y="9747"/>
                  </a:lnTo>
                  <a:lnTo>
                    <a:pt x="3069" y="10830"/>
                  </a:lnTo>
                  <a:lnTo>
                    <a:pt x="2307" y="12013"/>
                  </a:lnTo>
                  <a:lnTo>
                    <a:pt x="1926" y="12635"/>
                  </a:lnTo>
                  <a:lnTo>
                    <a:pt x="1545" y="13256"/>
                  </a:lnTo>
                  <a:lnTo>
                    <a:pt x="1204" y="13898"/>
                  </a:lnTo>
                  <a:lnTo>
                    <a:pt x="883" y="14540"/>
                  </a:lnTo>
                  <a:lnTo>
                    <a:pt x="603" y="15202"/>
                  </a:lnTo>
                  <a:lnTo>
                    <a:pt x="362" y="15843"/>
                  </a:lnTo>
                  <a:lnTo>
                    <a:pt x="262" y="16164"/>
                  </a:lnTo>
                  <a:lnTo>
                    <a:pt x="181" y="16485"/>
                  </a:lnTo>
                  <a:lnTo>
                    <a:pt x="101" y="16806"/>
                  </a:lnTo>
                  <a:lnTo>
                    <a:pt x="61" y="17127"/>
                  </a:lnTo>
                  <a:lnTo>
                    <a:pt x="21" y="17548"/>
                  </a:lnTo>
                  <a:lnTo>
                    <a:pt x="1" y="17949"/>
                  </a:lnTo>
                  <a:lnTo>
                    <a:pt x="41" y="18350"/>
                  </a:lnTo>
                  <a:lnTo>
                    <a:pt x="101" y="18731"/>
                  </a:lnTo>
                  <a:lnTo>
                    <a:pt x="201" y="19092"/>
                  </a:lnTo>
                  <a:lnTo>
                    <a:pt x="322" y="19433"/>
                  </a:lnTo>
                  <a:lnTo>
                    <a:pt x="462" y="19754"/>
                  </a:lnTo>
                  <a:lnTo>
                    <a:pt x="643" y="20075"/>
                  </a:lnTo>
                  <a:lnTo>
                    <a:pt x="843" y="20356"/>
                  </a:lnTo>
                  <a:lnTo>
                    <a:pt x="1064" y="20636"/>
                  </a:lnTo>
                  <a:lnTo>
                    <a:pt x="1304" y="20917"/>
                  </a:lnTo>
                  <a:lnTo>
                    <a:pt x="1565" y="21158"/>
                  </a:lnTo>
                  <a:lnTo>
                    <a:pt x="1846" y="21398"/>
                  </a:lnTo>
                  <a:lnTo>
                    <a:pt x="2127" y="21619"/>
                  </a:lnTo>
                  <a:lnTo>
                    <a:pt x="2448" y="21820"/>
                  </a:lnTo>
                  <a:lnTo>
                    <a:pt x="2768" y="22000"/>
                  </a:lnTo>
                  <a:lnTo>
                    <a:pt x="3089" y="22160"/>
                  </a:lnTo>
                  <a:lnTo>
                    <a:pt x="3430" y="22321"/>
                  </a:lnTo>
                  <a:lnTo>
                    <a:pt x="3771" y="22461"/>
                  </a:lnTo>
                  <a:lnTo>
                    <a:pt x="4112" y="22582"/>
                  </a:lnTo>
                  <a:lnTo>
                    <a:pt x="4453" y="22682"/>
                  </a:lnTo>
                  <a:lnTo>
                    <a:pt x="4794" y="22782"/>
                  </a:lnTo>
                  <a:lnTo>
                    <a:pt x="5155" y="22842"/>
                  </a:lnTo>
                  <a:lnTo>
                    <a:pt x="5496" y="22902"/>
                  </a:lnTo>
                  <a:lnTo>
                    <a:pt x="5837" y="22943"/>
                  </a:lnTo>
                  <a:lnTo>
                    <a:pt x="6178" y="22983"/>
                  </a:lnTo>
                  <a:lnTo>
                    <a:pt x="6819" y="22983"/>
                  </a:lnTo>
                  <a:lnTo>
                    <a:pt x="7120" y="22963"/>
                  </a:lnTo>
                  <a:lnTo>
                    <a:pt x="7401" y="22923"/>
                  </a:lnTo>
                  <a:lnTo>
                    <a:pt x="7682" y="22862"/>
                  </a:lnTo>
                  <a:lnTo>
                    <a:pt x="7943" y="22782"/>
                  </a:lnTo>
                  <a:lnTo>
                    <a:pt x="8283" y="22642"/>
                  </a:lnTo>
                  <a:lnTo>
                    <a:pt x="8624" y="22461"/>
                  </a:lnTo>
                  <a:lnTo>
                    <a:pt x="8965" y="22241"/>
                  </a:lnTo>
                  <a:lnTo>
                    <a:pt x="9286" y="21960"/>
                  </a:lnTo>
                  <a:lnTo>
                    <a:pt x="9627" y="21599"/>
                  </a:lnTo>
                  <a:lnTo>
                    <a:pt x="9968" y="21198"/>
                  </a:lnTo>
                  <a:lnTo>
                    <a:pt x="10289" y="20737"/>
                  </a:lnTo>
                  <a:lnTo>
                    <a:pt x="10590" y="20255"/>
                  </a:lnTo>
                  <a:lnTo>
                    <a:pt x="10870" y="19734"/>
                  </a:lnTo>
                  <a:lnTo>
                    <a:pt x="11131" y="19172"/>
                  </a:lnTo>
                  <a:lnTo>
                    <a:pt x="11372" y="18591"/>
                  </a:lnTo>
                  <a:lnTo>
                    <a:pt x="11572" y="17969"/>
                  </a:lnTo>
                  <a:lnTo>
                    <a:pt x="11773" y="17347"/>
                  </a:lnTo>
                  <a:lnTo>
                    <a:pt x="11933" y="16686"/>
                  </a:lnTo>
                  <a:lnTo>
                    <a:pt x="12054" y="16024"/>
                  </a:lnTo>
                  <a:lnTo>
                    <a:pt x="12174" y="15362"/>
                  </a:lnTo>
                  <a:lnTo>
                    <a:pt x="12234" y="14680"/>
                  </a:lnTo>
                  <a:lnTo>
                    <a:pt x="12294" y="14018"/>
                  </a:lnTo>
                  <a:lnTo>
                    <a:pt x="12314" y="13336"/>
                  </a:lnTo>
                  <a:lnTo>
                    <a:pt x="12294" y="12675"/>
                  </a:lnTo>
                  <a:lnTo>
                    <a:pt x="12254" y="12133"/>
                  </a:lnTo>
                  <a:lnTo>
                    <a:pt x="12194" y="11592"/>
                  </a:lnTo>
                  <a:lnTo>
                    <a:pt x="12114" y="11050"/>
                  </a:lnTo>
                  <a:lnTo>
                    <a:pt x="12034" y="10509"/>
                  </a:lnTo>
                  <a:lnTo>
                    <a:pt x="11933" y="9967"/>
                  </a:lnTo>
                  <a:lnTo>
                    <a:pt x="11793" y="9446"/>
                  </a:lnTo>
                  <a:lnTo>
                    <a:pt x="11673" y="8904"/>
                  </a:lnTo>
                  <a:lnTo>
                    <a:pt x="11512" y="8383"/>
                  </a:lnTo>
                  <a:lnTo>
                    <a:pt x="11352" y="7862"/>
                  </a:lnTo>
                  <a:lnTo>
                    <a:pt x="11171" y="7360"/>
                  </a:lnTo>
                  <a:lnTo>
                    <a:pt x="10991" y="6859"/>
                  </a:lnTo>
                  <a:lnTo>
                    <a:pt x="10790" y="6378"/>
                  </a:lnTo>
                  <a:lnTo>
                    <a:pt x="10570" y="5896"/>
                  </a:lnTo>
                  <a:lnTo>
                    <a:pt x="10369" y="5435"/>
                  </a:lnTo>
                  <a:lnTo>
                    <a:pt x="10128" y="4974"/>
                  </a:lnTo>
                  <a:lnTo>
                    <a:pt x="9908" y="4533"/>
                  </a:lnTo>
                  <a:lnTo>
                    <a:pt x="9667" y="4111"/>
                  </a:lnTo>
                  <a:lnTo>
                    <a:pt x="9407" y="3690"/>
                  </a:lnTo>
                  <a:lnTo>
                    <a:pt x="9166" y="3309"/>
                  </a:lnTo>
                  <a:lnTo>
                    <a:pt x="8905" y="2928"/>
                  </a:lnTo>
                  <a:lnTo>
                    <a:pt x="8644" y="2567"/>
                  </a:lnTo>
                  <a:lnTo>
                    <a:pt x="8384" y="2226"/>
                  </a:lnTo>
                  <a:lnTo>
                    <a:pt x="8123" y="1905"/>
                  </a:lnTo>
                  <a:lnTo>
                    <a:pt x="7862" y="1605"/>
                  </a:lnTo>
                  <a:lnTo>
                    <a:pt x="7602" y="1344"/>
                  </a:lnTo>
                  <a:lnTo>
                    <a:pt x="7341" y="1083"/>
                  </a:lnTo>
                  <a:lnTo>
                    <a:pt x="7080" y="863"/>
                  </a:lnTo>
                  <a:lnTo>
                    <a:pt x="6819" y="662"/>
                  </a:lnTo>
                  <a:lnTo>
                    <a:pt x="6559" y="482"/>
                  </a:lnTo>
                  <a:lnTo>
                    <a:pt x="6298" y="321"/>
                  </a:lnTo>
                  <a:lnTo>
                    <a:pt x="6057" y="201"/>
                  </a:lnTo>
                  <a:lnTo>
                    <a:pt x="5817" y="100"/>
                  </a:lnTo>
                  <a:lnTo>
                    <a:pt x="5616" y="60"/>
                  </a:lnTo>
                  <a:lnTo>
                    <a:pt x="5456" y="20"/>
                  </a:lnTo>
                  <a:lnTo>
                    <a:pt x="52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32"/>
            <p:cNvSpPr/>
            <p:nvPr/>
          </p:nvSpPr>
          <p:spPr>
            <a:xfrm>
              <a:off x="11551625" y="3950975"/>
              <a:ext cx="307875" cy="574575"/>
            </a:xfrm>
            <a:custGeom>
              <a:avLst/>
              <a:gdLst/>
              <a:ahLst/>
              <a:cxnLst/>
              <a:rect l="l" t="t" r="r" b="b"/>
              <a:pathLst>
                <a:path w="12315" h="22983" fill="none" extrusionOk="0">
                  <a:moveTo>
                    <a:pt x="9286" y="21960"/>
                  </a:moveTo>
                  <a:lnTo>
                    <a:pt x="9286" y="21960"/>
                  </a:lnTo>
                  <a:lnTo>
                    <a:pt x="8965" y="22241"/>
                  </a:lnTo>
                  <a:lnTo>
                    <a:pt x="8624" y="22461"/>
                  </a:lnTo>
                  <a:lnTo>
                    <a:pt x="8283" y="22642"/>
                  </a:lnTo>
                  <a:lnTo>
                    <a:pt x="7943" y="22782"/>
                  </a:lnTo>
                  <a:lnTo>
                    <a:pt x="7943" y="22782"/>
                  </a:lnTo>
                  <a:lnTo>
                    <a:pt x="7682" y="22862"/>
                  </a:lnTo>
                  <a:lnTo>
                    <a:pt x="7401" y="22923"/>
                  </a:lnTo>
                  <a:lnTo>
                    <a:pt x="7120" y="22963"/>
                  </a:lnTo>
                  <a:lnTo>
                    <a:pt x="6819" y="22983"/>
                  </a:lnTo>
                  <a:lnTo>
                    <a:pt x="6499" y="22983"/>
                  </a:lnTo>
                  <a:lnTo>
                    <a:pt x="6178" y="22983"/>
                  </a:lnTo>
                  <a:lnTo>
                    <a:pt x="5837" y="22943"/>
                  </a:lnTo>
                  <a:lnTo>
                    <a:pt x="5496" y="22902"/>
                  </a:lnTo>
                  <a:lnTo>
                    <a:pt x="5155" y="22842"/>
                  </a:lnTo>
                  <a:lnTo>
                    <a:pt x="4794" y="22782"/>
                  </a:lnTo>
                  <a:lnTo>
                    <a:pt x="4453" y="22682"/>
                  </a:lnTo>
                  <a:lnTo>
                    <a:pt x="4112" y="22582"/>
                  </a:lnTo>
                  <a:lnTo>
                    <a:pt x="3771" y="22461"/>
                  </a:lnTo>
                  <a:lnTo>
                    <a:pt x="3430" y="22321"/>
                  </a:lnTo>
                  <a:lnTo>
                    <a:pt x="3089" y="22160"/>
                  </a:lnTo>
                  <a:lnTo>
                    <a:pt x="2768" y="22000"/>
                  </a:lnTo>
                  <a:lnTo>
                    <a:pt x="2448" y="21820"/>
                  </a:lnTo>
                  <a:lnTo>
                    <a:pt x="2127" y="21619"/>
                  </a:lnTo>
                  <a:lnTo>
                    <a:pt x="1846" y="21398"/>
                  </a:lnTo>
                  <a:lnTo>
                    <a:pt x="1565" y="21158"/>
                  </a:lnTo>
                  <a:lnTo>
                    <a:pt x="1304" y="20917"/>
                  </a:lnTo>
                  <a:lnTo>
                    <a:pt x="1064" y="20636"/>
                  </a:lnTo>
                  <a:lnTo>
                    <a:pt x="843" y="20356"/>
                  </a:lnTo>
                  <a:lnTo>
                    <a:pt x="643" y="20075"/>
                  </a:lnTo>
                  <a:lnTo>
                    <a:pt x="462" y="19754"/>
                  </a:lnTo>
                  <a:lnTo>
                    <a:pt x="322" y="19433"/>
                  </a:lnTo>
                  <a:lnTo>
                    <a:pt x="201" y="19092"/>
                  </a:lnTo>
                  <a:lnTo>
                    <a:pt x="101" y="18731"/>
                  </a:lnTo>
                  <a:lnTo>
                    <a:pt x="41" y="18350"/>
                  </a:lnTo>
                  <a:lnTo>
                    <a:pt x="1" y="17949"/>
                  </a:lnTo>
                  <a:lnTo>
                    <a:pt x="21" y="17548"/>
                  </a:lnTo>
                  <a:lnTo>
                    <a:pt x="61" y="17127"/>
                  </a:lnTo>
                  <a:lnTo>
                    <a:pt x="61" y="17127"/>
                  </a:lnTo>
                  <a:lnTo>
                    <a:pt x="101" y="16806"/>
                  </a:lnTo>
                  <a:lnTo>
                    <a:pt x="181" y="16485"/>
                  </a:lnTo>
                  <a:lnTo>
                    <a:pt x="262" y="16164"/>
                  </a:lnTo>
                  <a:lnTo>
                    <a:pt x="362" y="15843"/>
                  </a:lnTo>
                  <a:lnTo>
                    <a:pt x="603" y="15202"/>
                  </a:lnTo>
                  <a:lnTo>
                    <a:pt x="883" y="14540"/>
                  </a:lnTo>
                  <a:lnTo>
                    <a:pt x="1204" y="13898"/>
                  </a:lnTo>
                  <a:lnTo>
                    <a:pt x="1545" y="13256"/>
                  </a:lnTo>
                  <a:lnTo>
                    <a:pt x="1926" y="12635"/>
                  </a:lnTo>
                  <a:lnTo>
                    <a:pt x="2307" y="12013"/>
                  </a:lnTo>
                  <a:lnTo>
                    <a:pt x="3069" y="10830"/>
                  </a:lnTo>
                  <a:lnTo>
                    <a:pt x="3771" y="9747"/>
                  </a:lnTo>
                  <a:lnTo>
                    <a:pt x="4092" y="9245"/>
                  </a:lnTo>
                  <a:lnTo>
                    <a:pt x="4373" y="8784"/>
                  </a:lnTo>
                  <a:lnTo>
                    <a:pt x="4593" y="8343"/>
                  </a:lnTo>
                  <a:lnTo>
                    <a:pt x="4774" y="7962"/>
                  </a:lnTo>
                  <a:lnTo>
                    <a:pt x="4774" y="7962"/>
                  </a:lnTo>
                  <a:lnTo>
                    <a:pt x="4834" y="7761"/>
                  </a:lnTo>
                  <a:lnTo>
                    <a:pt x="4874" y="7541"/>
                  </a:lnTo>
                  <a:lnTo>
                    <a:pt x="4914" y="7320"/>
                  </a:lnTo>
                  <a:lnTo>
                    <a:pt x="4934" y="7059"/>
                  </a:lnTo>
                  <a:lnTo>
                    <a:pt x="4954" y="6498"/>
                  </a:lnTo>
                  <a:lnTo>
                    <a:pt x="4914" y="5916"/>
                  </a:lnTo>
                  <a:lnTo>
                    <a:pt x="4874" y="5275"/>
                  </a:lnTo>
                  <a:lnTo>
                    <a:pt x="4794" y="4613"/>
                  </a:lnTo>
                  <a:lnTo>
                    <a:pt x="4634" y="3289"/>
                  </a:lnTo>
                  <a:lnTo>
                    <a:pt x="4553" y="2667"/>
                  </a:lnTo>
                  <a:lnTo>
                    <a:pt x="4513" y="2066"/>
                  </a:lnTo>
                  <a:lnTo>
                    <a:pt x="4473" y="1524"/>
                  </a:lnTo>
                  <a:lnTo>
                    <a:pt x="4493" y="1023"/>
                  </a:lnTo>
                  <a:lnTo>
                    <a:pt x="4513" y="822"/>
                  </a:lnTo>
                  <a:lnTo>
                    <a:pt x="4553" y="622"/>
                  </a:lnTo>
                  <a:lnTo>
                    <a:pt x="4593" y="461"/>
                  </a:lnTo>
                  <a:lnTo>
                    <a:pt x="4674" y="301"/>
                  </a:lnTo>
                  <a:lnTo>
                    <a:pt x="4754" y="181"/>
                  </a:lnTo>
                  <a:lnTo>
                    <a:pt x="4854" y="100"/>
                  </a:lnTo>
                  <a:lnTo>
                    <a:pt x="4954" y="40"/>
                  </a:lnTo>
                  <a:lnTo>
                    <a:pt x="5095" y="20"/>
                  </a:lnTo>
                  <a:lnTo>
                    <a:pt x="5095" y="20"/>
                  </a:lnTo>
                  <a:lnTo>
                    <a:pt x="5275" y="0"/>
                  </a:lnTo>
                  <a:lnTo>
                    <a:pt x="5456" y="20"/>
                  </a:lnTo>
                  <a:lnTo>
                    <a:pt x="5616" y="60"/>
                  </a:lnTo>
                  <a:lnTo>
                    <a:pt x="5817" y="100"/>
                  </a:lnTo>
                  <a:lnTo>
                    <a:pt x="5817" y="100"/>
                  </a:lnTo>
                  <a:lnTo>
                    <a:pt x="6057" y="201"/>
                  </a:lnTo>
                  <a:lnTo>
                    <a:pt x="6298" y="321"/>
                  </a:lnTo>
                  <a:lnTo>
                    <a:pt x="6559" y="482"/>
                  </a:lnTo>
                  <a:lnTo>
                    <a:pt x="6819" y="662"/>
                  </a:lnTo>
                  <a:lnTo>
                    <a:pt x="7080" y="863"/>
                  </a:lnTo>
                  <a:lnTo>
                    <a:pt x="7341" y="1083"/>
                  </a:lnTo>
                  <a:lnTo>
                    <a:pt x="7602" y="1344"/>
                  </a:lnTo>
                  <a:lnTo>
                    <a:pt x="7862" y="1605"/>
                  </a:lnTo>
                  <a:lnTo>
                    <a:pt x="8123" y="1905"/>
                  </a:lnTo>
                  <a:lnTo>
                    <a:pt x="8384" y="2226"/>
                  </a:lnTo>
                  <a:lnTo>
                    <a:pt x="8644" y="2567"/>
                  </a:lnTo>
                  <a:lnTo>
                    <a:pt x="8905" y="2928"/>
                  </a:lnTo>
                  <a:lnTo>
                    <a:pt x="9166" y="3309"/>
                  </a:lnTo>
                  <a:lnTo>
                    <a:pt x="9407" y="3690"/>
                  </a:lnTo>
                  <a:lnTo>
                    <a:pt x="9667" y="4111"/>
                  </a:lnTo>
                  <a:lnTo>
                    <a:pt x="9908" y="4533"/>
                  </a:lnTo>
                  <a:lnTo>
                    <a:pt x="10128" y="4974"/>
                  </a:lnTo>
                  <a:lnTo>
                    <a:pt x="10369" y="5435"/>
                  </a:lnTo>
                  <a:lnTo>
                    <a:pt x="10570" y="5896"/>
                  </a:lnTo>
                  <a:lnTo>
                    <a:pt x="10790" y="6378"/>
                  </a:lnTo>
                  <a:lnTo>
                    <a:pt x="10991" y="6859"/>
                  </a:lnTo>
                  <a:lnTo>
                    <a:pt x="11171" y="7360"/>
                  </a:lnTo>
                  <a:lnTo>
                    <a:pt x="11352" y="7862"/>
                  </a:lnTo>
                  <a:lnTo>
                    <a:pt x="11512" y="8383"/>
                  </a:lnTo>
                  <a:lnTo>
                    <a:pt x="11673" y="8904"/>
                  </a:lnTo>
                  <a:lnTo>
                    <a:pt x="11793" y="9446"/>
                  </a:lnTo>
                  <a:lnTo>
                    <a:pt x="11933" y="9967"/>
                  </a:lnTo>
                  <a:lnTo>
                    <a:pt x="12034" y="10509"/>
                  </a:lnTo>
                  <a:lnTo>
                    <a:pt x="12114" y="11050"/>
                  </a:lnTo>
                  <a:lnTo>
                    <a:pt x="12194" y="11592"/>
                  </a:lnTo>
                  <a:lnTo>
                    <a:pt x="12254" y="12133"/>
                  </a:lnTo>
                  <a:lnTo>
                    <a:pt x="12294" y="12675"/>
                  </a:lnTo>
                  <a:lnTo>
                    <a:pt x="12294" y="12675"/>
                  </a:lnTo>
                  <a:lnTo>
                    <a:pt x="12314" y="13336"/>
                  </a:lnTo>
                  <a:lnTo>
                    <a:pt x="12294" y="14018"/>
                  </a:lnTo>
                  <a:lnTo>
                    <a:pt x="12234" y="14680"/>
                  </a:lnTo>
                  <a:lnTo>
                    <a:pt x="12174" y="15362"/>
                  </a:lnTo>
                  <a:lnTo>
                    <a:pt x="12054" y="16024"/>
                  </a:lnTo>
                  <a:lnTo>
                    <a:pt x="11933" y="16686"/>
                  </a:lnTo>
                  <a:lnTo>
                    <a:pt x="11773" y="17347"/>
                  </a:lnTo>
                  <a:lnTo>
                    <a:pt x="11572" y="17969"/>
                  </a:lnTo>
                  <a:lnTo>
                    <a:pt x="11372" y="18591"/>
                  </a:lnTo>
                  <a:lnTo>
                    <a:pt x="11131" y="19172"/>
                  </a:lnTo>
                  <a:lnTo>
                    <a:pt x="10870" y="19734"/>
                  </a:lnTo>
                  <a:lnTo>
                    <a:pt x="10590" y="20255"/>
                  </a:lnTo>
                  <a:lnTo>
                    <a:pt x="10289" y="20737"/>
                  </a:lnTo>
                  <a:lnTo>
                    <a:pt x="9968" y="21198"/>
                  </a:lnTo>
                  <a:lnTo>
                    <a:pt x="9627" y="21599"/>
                  </a:lnTo>
                  <a:lnTo>
                    <a:pt x="9286" y="219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32"/>
            <p:cNvSpPr/>
            <p:nvPr/>
          </p:nvSpPr>
          <p:spPr>
            <a:xfrm>
              <a:off x="11701550" y="3965000"/>
              <a:ext cx="121850" cy="521450"/>
            </a:xfrm>
            <a:custGeom>
              <a:avLst/>
              <a:gdLst/>
              <a:ahLst/>
              <a:cxnLst/>
              <a:rect l="l" t="t" r="r" b="b"/>
              <a:pathLst>
                <a:path w="4874" h="20858" extrusionOk="0">
                  <a:moveTo>
                    <a:pt x="181" y="1"/>
                  </a:moveTo>
                  <a:lnTo>
                    <a:pt x="0" y="141"/>
                  </a:lnTo>
                  <a:lnTo>
                    <a:pt x="281" y="382"/>
                  </a:lnTo>
                  <a:lnTo>
                    <a:pt x="562" y="663"/>
                  </a:lnTo>
                  <a:lnTo>
                    <a:pt x="843" y="943"/>
                  </a:lnTo>
                  <a:lnTo>
                    <a:pt x="1083" y="1264"/>
                  </a:lnTo>
                  <a:lnTo>
                    <a:pt x="1324" y="1585"/>
                  </a:lnTo>
                  <a:lnTo>
                    <a:pt x="1544" y="1906"/>
                  </a:lnTo>
                  <a:lnTo>
                    <a:pt x="1765" y="2247"/>
                  </a:lnTo>
                  <a:lnTo>
                    <a:pt x="1966" y="2588"/>
                  </a:lnTo>
                  <a:lnTo>
                    <a:pt x="1444" y="2889"/>
                  </a:lnTo>
                  <a:lnTo>
                    <a:pt x="1404" y="2909"/>
                  </a:lnTo>
                  <a:lnTo>
                    <a:pt x="1404" y="2949"/>
                  </a:lnTo>
                  <a:lnTo>
                    <a:pt x="1424" y="2989"/>
                  </a:lnTo>
                  <a:lnTo>
                    <a:pt x="1464" y="3009"/>
                  </a:lnTo>
                  <a:lnTo>
                    <a:pt x="1484" y="2989"/>
                  </a:lnTo>
                  <a:lnTo>
                    <a:pt x="2066" y="2768"/>
                  </a:lnTo>
                  <a:lnTo>
                    <a:pt x="2307" y="3250"/>
                  </a:lnTo>
                  <a:lnTo>
                    <a:pt x="2527" y="3731"/>
                  </a:lnTo>
                  <a:lnTo>
                    <a:pt x="2728" y="4212"/>
                  </a:lnTo>
                  <a:lnTo>
                    <a:pt x="2908" y="4693"/>
                  </a:lnTo>
                  <a:lnTo>
                    <a:pt x="3129" y="5375"/>
                  </a:lnTo>
                  <a:lnTo>
                    <a:pt x="3309" y="6057"/>
                  </a:lnTo>
                  <a:lnTo>
                    <a:pt x="3470" y="6739"/>
                  </a:lnTo>
                  <a:lnTo>
                    <a:pt x="3590" y="7441"/>
                  </a:lnTo>
                  <a:lnTo>
                    <a:pt x="3670" y="8143"/>
                  </a:lnTo>
                  <a:lnTo>
                    <a:pt x="3730" y="8845"/>
                  </a:lnTo>
                  <a:lnTo>
                    <a:pt x="3750" y="9547"/>
                  </a:lnTo>
                  <a:lnTo>
                    <a:pt x="3750" y="10249"/>
                  </a:lnTo>
                  <a:lnTo>
                    <a:pt x="3590" y="10229"/>
                  </a:lnTo>
                  <a:lnTo>
                    <a:pt x="3550" y="10249"/>
                  </a:lnTo>
                  <a:lnTo>
                    <a:pt x="3530" y="10289"/>
                  </a:lnTo>
                  <a:lnTo>
                    <a:pt x="3530" y="10309"/>
                  </a:lnTo>
                  <a:lnTo>
                    <a:pt x="3570" y="10329"/>
                  </a:lnTo>
                  <a:lnTo>
                    <a:pt x="3750" y="10389"/>
                  </a:lnTo>
                  <a:lnTo>
                    <a:pt x="3710" y="11051"/>
                  </a:lnTo>
                  <a:lnTo>
                    <a:pt x="3269" y="11071"/>
                  </a:lnTo>
                  <a:lnTo>
                    <a:pt x="3249" y="11071"/>
                  </a:lnTo>
                  <a:lnTo>
                    <a:pt x="3209" y="11091"/>
                  </a:lnTo>
                  <a:lnTo>
                    <a:pt x="3209" y="11131"/>
                  </a:lnTo>
                  <a:lnTo>
                    <a:pt x="3209" y="11171"/>
                  </a:lnTo>
                  <a:lnTo>
                    <a:pt x="3249" y="11191"/>
                  </a:lnTo>
                  <a:lnTo>
                    <a:pt x="3690" y="11231"/>
                  </a:lnTo>
                  <a:lnTo>
                    <a:pt x="3650" y="11733"/>
                  </a:lnTo>
                  <a:lnTo>
                    <a:pt x="3590" y="12234"/>
                  </a:lnTo>
                  <a:lnTo>
                    <a:pt x="3510" y="12735"/>
                  </a:lnTo>
                  <a:lnTo>
                    <a:pt x="3430" y="13217"/>
                  </a:lnTo>
                  <a:lnTo>
                    <a:pt x="3329" y="13718"/>
                  </a:lnTo>
                  <a:lnTo>
                    <a:pt x="3209" y="14199"/>
                  </a:lnTo>
                  <a:lnTo>
                    <a:pt x="3089" y="14681"/>
                  </a:lnTo>
                  <a:lnTo>
                    <a:pt x="2948" y="15162"/>
                  </a:lnTo>
                  <a:lnTo>
                    <a:pt x="2627" y="16125"/>
                  </a:lnTo>
                  <a:lnTo>
                    <a:pt x="2286" y="17067"/>
                  </a:lnTo>
                  <a:lnTo>
                    <a:pt x="1885" y="17990"/>
                  </a:lnTo>
                  <a:lnTo>
                    <a:pt x="1464" y="18912"/>
                  </a:lnTo>
                  <a:lnTo>
                    <a:pt x="1224" y="18872"/>
                  </a:lnTo>
                  <a:lnTo>
                    <a:pt x="1183" y="18872"/>
                  </a:lnTo>
                  <a:lnTo>
                    <a:pt x="1163" y="18912"/>
                  </a:lnTo>
                  <a:lnTo>
                    <a:pt x="1163" y="18952"/>
                  </a:lnTo>
                  <a:lnTo>
                    <a:pt x="1204" y="18972"/>
                  </a:lnTo>
                  <a:lnTo>
                    <a:pt x="1404" y="19032"/>
                  </a:lnTo>
                  <a:lnTo>
                    <a:pt x="1224" y="19414"/>
                  </a:lnTo>
                  <a:lnTo>
                    <a:pt x="843" y="19293"/>
                  </a:lnTo>
                  <a:lnTo>
                    <a:pt x="822" y="19273"/>
                  </a:lnTo>
                  <a:lnTo>
                    <a:pt x="802" y="19293"/>
                  </a:lnTo>
                  <a:lnTo>
                    <a:pt x="782" y="19333"/>
                  </a:lnTo>
                  <a:lnTo>
                    <a:pt x="782" y="19353"/>
                  </a:lnTo>
                  <a:lnTo>
                    <a:pt x="822" y="19393"/>
                  </a:lnTo>
                  <a:lnTo>
                    <a:pt x="1163" y="19534"/>
                  </a:lnTo>
                  <a:lnTo>
                    <a:pt x="843" y="20156"/>
                  </a:lnTo>
                  <a:lnTo>
                    <a:pt x="502" y="20777"/>
                  </a:lnTo>
                  <a:lnTo>
                    <a:pt x="662" y="20857"/>
                  </a:lnTo>
                  <a:lnTo>
                    <a:pt x="1003" y="20256"/>
                  </a:lnTo>
                  <a:lnTo>
                    <a:pt x="1344" y="19634"/>
                  </a:lnTo>
                  <a:lnTo>
                    <a:pt x="1765" y="19855"/>
                  </a:lnTo>
                  <a:lnTo>
                    <a:pt x="1986" y="19975"/>
                  </a:lnTo>
                  <a:lnTo>
                    <a:pt x="2186" y="20075"/>
                  </a:lnTo>
                  <a:lnTo>
                    <a:pt x="2226" y="20075"/>
                  </a:lnTo>
                  <a:lnTo>
                    <a:pt x="2246" y="20055"/>
                  </a:lnTo>
                  <a:lnTo>
                    <a:pt x="2266" y="20035"/>
                  </a:lnTo>
                  <a:lnTo>
                    <a:pt x="2286" y="19995"/>
                  </a:lnTo>
                  <a:lnTo>
                    <a:pt x="2266" y="19955"/>
                  </a:lnTo>
                  <a:lnTo>
                    <a:pt x="2086" y="19815"/>
                  </a:lnTo>
                  <a:lnTo>
                    <a:pt x="1865" y="19674"/>
                  </a:lnTo>
                  <a:lnTo>
                    <a:pt x="1645" y="19574"/>
                  </a:lnTo>
                  <a:lnTo>
                    <a:pt x="1424" y="19474"/>
                  </a:lnTo>
                  <a:lnTo>
                    <a:pt x="1625" y="19113"/>
                  </a:lnTo>
                  <a:lnTo>
                    <a:pt x="2347" y="19393"/>
                  </a:lnTo>
                  <a:lnTo>
                    <a:pt x="2387" y="19393"/>
                  </a:lnTo>
                  <a:lnTo>
                    <a:pt x="2427" y="19373"/>
                  </a:lnTo>
                  <a:lnTo>
                    <a:pt x="2467" y="19313"/>
                  </a:lnTo>
                  <a:lnTo>
                    <a:pt x="2467" y="19253"/>
                  </a:lnTo>
                  <a:lnTo>
                    <a:pt x="2447" y="19233"/>
                  </a:lnTo>
                  <a:lnTo>
                    <a:pt x="2427" y="19213"/>
                  </a:lnTo>
                  <a:lnTo>
                    <a:pt x="2246" y="19133"/>
                  </a:lnTo>
                  <a:lnTo>
                    <a:pt x="2066" y="19073"/>
                  </a:lnTo>
                  <a:lnTo>
                    <a:pt x="1705" y="18952"/>
                  </a:lnTo>
                  <a:lnTo>
                    <a:pt x="2146" y="18050"/>
                  </a:lnTo>
                  <a:lnTo>
                    <a:pt x="2547" y="17107"/>
                  </a:lnTo>
                  <a:lnTo>
                    <a:pt x="2908" y="16165"/>
                  </a:lnTo>
                  <a:lnTo>
                    <a:pt x="3229" y="15202"/>
                  </a:lnTo>
                  <a:lnTo>
                    <a:pt x="3369" y="14721"/>
                  </a:lnTo>
                  <a:lnTo>
                    <a:pt x="3510" y="14239"/>
                  </a:lnTo>
                  <a:lnTo>
                    <a:pt x="3630" y="13738"/>
                  </a:lnTo>
                  <a:lnTo>
                    <a:pt x="3730" y="13257"/>
                  </a:lnTo>
                  <a:lnTo>
                    <a:pt x="3831" y="12755"/>
                  </a:lnTo>
                  <a:lnTo>
                    <a:pt x="3911" y="12254"/>
                  </a:lnTo>
                  <a:lnTo>
                    <a:pt x="3971" y="11753"/>
                  </a:lnTo>
                  <a:lnTo>
                    <a:pt x="4031" y="11251"/>
                  </a:lnTo>
                  <a:lnTo>
                    <a:pt x="4212" y="11251"/>
                  </a:lnTo>
                  <a:lnTo>
                    <a:pt x="4513" y="11231"/>
                  </a:lnTo>
                  <a:lnTo>
                    <a:pt x="4813" y="11191"/>
                  </a:lnTo>
                  <a:lnTo>
                    <a:pt x="4853" y="11171"/>
                  </a:lnTo>
                  <a:lnTo>
                    <a:pt x="4873" y="11151"/>
                  </a:lnTo>
                  <a:lnTo>
                    <a:pt x="4873" y="11091"/>
                  </a:lnTo>
                  <a:lnTo>
                    <a:pt x="4853" y="11031"/>
                  </a:lnTo>
                  <a:lnTo>
                    <a:pt x="4813" y="11031"/>
                  </a:lnTo>
                  <a:lnTo>
                    <a:pt x="4793" y="11011"/>
                  </a:lnTo>
                  <a:lnTo>
                    <a:pt x="4292" y="11011"/>
                  </a:lnTo>
                  <a:lnTo>
                    <a:pt x="4051" y="11031"/>
                  </a:lnTo>
                  <a:lnTo>
                    <a:pt x="4071" y="10489"/>
                  </a:lnTo>
                  <a:lnTo>
                    <a:pt x="4332" y="10549"/>
                  </a:lnTo>
                  <a:lnTo>
                    <a:pt x="4593" y="10590"/>
                  </a:lnTo>
                  <a:lnTo>
                    <a:pt x="4633" y="10569"/>
                  </a:lnTo>
                  <a:lnTo>
                    <a:pt x="4653" y="10549"/>
                  </a:lnTo>
                  <a:lnTo>
                    <a:pt x="4673" y="10509"/>
                  </a:lnTo>
                  <a:lnTo>
                    <a:pt x="4673" y="10449"/>
                  </a:lnTo>
                  <a:lnTo>
                    <a:pt x="4613" y="10409"/>
                  </a:lnTo>
                  <a:lnTo>
                    <a:pt x="4492" y="10369"/>
                  </a:lnTo>
                  <a:lnTo>
                    <a:pt x="4372" y="10329"/>
                  </a:lnTo>
                  <a:lnTo>
                    <a:pt x="4091" y="10289"/>
                  </a:lnTo>
                  <a:lnTo>
                    <a:pt x="4091" y="9627"/>
                  </a:lnTo>
                  <a:lnTo>
                    <a:pt x="4071" y="8885"/>
                  </a:lnTo>
                  <a:lnTo>
                    <a:pt x="4011" y="8143"/>
                  </a:lnTo>
                  <a:lnTo>
                    <a:pt x="3911" y="7401"/>
                  </a:lnTo>
                  <a:lnTo>
                    <a:pt x="3791" y="6659"/>
                  </a:lnTo>
                  <a:lnTo>
                    <a:pt x="3610" y="5917"/>
                  </a:lnTo>
                  <a:lnTo>
                    <a:pt x="3410" y="5195"/>
                  </a:lnTo>
                  <a:lnTo>
                    <a:pt x="3169" y="4493"/>
                  </a:lnTo>
                  <a:lnTo>
                    <a:pt x="2888" y="3791"/>
                  </a:lnTo>
                  <a:lnTo>
                    <a:pt x="2627" y="3230"/>
                  </a:lnTo>
                  <a:lnTo>
                    <a:pt x="2327" y="2648"/>
                  </a:lnTo>
                  <a:lnTo>
                    <a:pt x="2667" y="2487"/>
                  </a:lnTo>
                  <a:lnTo>
                    <a:pt x="2688" y="2447"/>
                  </a:lnTo>
                  <a:lnTo>
                    <a:pt x="2708" y="2427"/>
                  </a:lnTo>
                  <a:lnTo>
                    <a:pt x="2708" y="2367"/>
                  </a:lnTo>
                  <a:lnTo>
                    <a:pt x="2667" y="2307"/>
                  </a:lnTo>
                  <a:lnTo>
                    <a:pt x="2647" y="2287"/>
                  </a:lnTo>
                  <a:lnTo>
                    <a:pt x="2587" y="2287"/>
                  </a:lnTo>
                  <a:lnTo>
                    <a:pt x="2226" y="2447"/>
                  </a:lnTo>
                  <a:lnTo>
                    <a:pt x="2026" y="2106"/>
                  </a:lnTo>
                  <a:lnTo>
                    <a:pt x="1805" y="1745"/>
                  </a:lnTo>
                  <a:lnTo>
                    <a:pt x="1564" y="1425"/>
                  </a:lnTo>
                  <a:lnTo>
                    <a:pt x="1324" y="1104"/>
                  </a:lnTo>
                  <a:lnTo>
                    <a:pt x="1063" y="783"/>
                  </a:lnTo>
                  <a:lnTo>
                    <a:pt x="782" y="502"/>
                  </a:lnTo>
                  <a:lnTo>
                    <a:pt x="482" y="241"/>
                  </a:lnTo>
                  <a:lnTo>
                    <a:pt x="18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32"/>
            <p:cNvSpPr/>
            <p:nvPr/>
          </p:nvSpPr>
          <p:spPr>
            <a:xfrm>
              <a:off x="11551625" y="3973025"/>
              <a:ext cx="232175" cy="552525"/>
            </a:xfrm>
            <a:custGeom>
              <a:avLst/>
              <a:gdLst/>
              <a:ahLst/>
              <a:cxnLst/>
              <a:rect l="l" t="t" r="r" b="b"/>
              <a:pathLst>
                <a:path w="9287" h="22101" extrusionOk="0">
                  <a:moveTo>
                    <a:pt x="5757" y="1"/>
                  </a:moveTo>
                  <a:lnTo>
                    <a:pt x="5135" y="422"/>
                  </a:lnTo>
                  <a:lnTo>
                    <a:pt x="4493" y="823"/>
                  </a:lnTo>
                  <a:lnTo>
                    <a:pt x="4513" y="1384"/>
                  </a:lnTo>
                  <a:lnTo>
                    <a:pt x="4573" y="1986"/>
                  </a:lnTo>
                  <a:lnTo>
                    <a:pt x="4734" y="3269"/>
                  </a:lnTo>
                  <a:lnTo>
                    <a:pt x="4814" y="3911"/>
                  </a:lnTo>
                  <a:lnTo>
                    <a:pt x="4894" y="4573"/>
                  </a:lnTo>
                  <a:lnTo>
                    <a:pt x="4934" y="5195"/>
                  </a:lnTo>
                  <a:lnTo>
                    <a:pt x="4954" y="5776"/>
                  </a:lnTo>
                  <a:lnTo>
                    <a:pt x="4934" y="6137"/>
                  </a:lnTo>
                  <a:lnTo>
                    <a:pt x="4914" y="6498"/>
                  </a:lnTo>
                  <a:lnTo>
                    <a:pt x="4854" y="6799"/>
                  </a:lnTo>
                  <a:lnTo>
                    <a:pt x="4774" y="7080"/>
                  </a:lnTo>
                  <a:lnTo>
                    <a:pt x="4593" y="7461"/>
                  </a:lnTo>
                  <a:lnTo>
                    <a:pt x="4373" y="7902"/>
                  </a:lnTo>
                  <a:lnTo>
                    <a:pt x="4092" y="8363"/>
                  </a:lnTo>
                  <a:lnTo>
                    <a:pt x="3771" y="8865"/>
                  </a:lnTo>
                  <a:lnTo>
                    <a:pt x="3069" y="9948"/>
                  </a:lnTo>
                  <a:lnTo>
                    <a:pt x="2307" y="11131"/>
                  </a:lnTo>
                  <a:lnTo>
                    <a:pt x="1926" y="11753"/>
                  </a:lnTo>
                  <a:lnTo>
                    <a:pt x="1545" y="12374"/>
                  </a:lnTo>
                  <a:lnTo>
                    <a:pt x="1204" y="13016"/>
                  </a:lnTo>
                  <a:lnTo>
                    <a:pt x="883" y="13658"/>
                  </a:lnTo>
                  <a:lnTo>
                    <a:pt x="603" y="14320"/>
                  </a:lnTo>
                  <a:lnTo>
                    <a:pt x="362" y="14961"/>
                  </a:lnTo>
                  <a:lnTo>
                    <a:pt x="262" y="15282"/>
                  </a:lnTo>
                  <a:lnTo>
                    <a:pt x="181" y="15603"/>
                  </a:lnTo>
                  <a:lnTo>
                    <a:pt x="101" y="15924"/>
                  </a:lnTo>
                  <a:lnTo>
                    <a:pt x="61" y="16245"/>
                  </a:lnTo>
                  <a:lnTo>
                    <a:pt x="21" y="16606"/>
                  </a:lnTo>
                  <a:lnTo>
                    <a:pt x="1" y="16947"/>
                  </a:lnTo>
                  <a:lnTo>
                    <a:pt x="21" y="17268"/>
                  </a:lnTo>
                  <a:lnTo>
                    <a:pt x="41" y="17568"/>
                  </a:lnTo>
                  <a:lnTo>
                    <a:pt x="101" y="17869"/>
                  </a:lnTo>
                  <a:lnTo>
                    <a:pt x="181" y="18150"/>
                  </a:lnTo>
                  <a:lnTo>
                    <a:pt x="262" y="18431"/>
                  </a:lnTo>
                  <a:lnTo>
                    <a:pt x="382" y="18691"/>
                  </a:lnTo>
                  <a:lnTo>
                    <a:pt x="502" y="18952"/>
                  </a:lnTo>
                  <a:lnTo>
                    <a:pt x="643" y="19193"/>
                  </a:lnTo>
                  <a:lnTo>
                    <a:pt x="803" y="19433"/>
                  </a:lnTo>
                  <a:lnTo>
                    <a:pt x="964" y="19654"/>
                  </a:lnTo>
                  <a:lnTo>
                    <a:pt x="1164" y="19875"/>
                  </a:lnTo>
                  <a:lnTo>
                    <a:pt x="1345" y="20075"/>
                  </a:lnTo>
                  <a:lnTo>
                    <a:pt x="1565" y="20276"/>
                  </a:lnTo>
                  <a:lnTo>
                    <a:pt x="1786" y="20456"/>
                  </a:lnTo>
                  <a:lnTo>
                    <a:pt x="2006" y="20637"/>
                  </a:lnTo>
                  <a:lnTo>
                    <a:pt x="2247" y="20797"/>
                  </a:lnTo>
                  <a:lnTo>
                    <a:pt x="2488" y="20958"/>
                  </a:lnTo>
                  <a:lnTo>
                    <a:pt x="2748" y="21098"/>
                  </a:lnTo>
                  <a:lnTo>
                    <a:pt x="3270" y="21379"/>
                  </a:lnTo>
                  <a:lnTo>
                    <a:pt x="3811" y="21599"/>
                  </a:lnTo>
                  <a:lnTo>
                    <a:pt x="4353" y="21780"/>
                  </a:lnTo>
                  <a:lnTo>
                    <a:pt x="4914" y="21920"/>
                  </a:lnTo>
                  <a:lnTo>
                    <a:pt x="5456" y="22020"/>
                  </a:lnTo>
                  <a:lnTo>
                    <a:pt x="5997" y="22081"/>
                  </a:lnTo>
                  <a:lnTo>
                    <a:pt x="6519" y="22101"/>
                  </a:lnTo>
                  <a:lnTo>
                    <a:pt x="6900" y="22081"/>
                  </a:lnTo>
                  <a:lnTo>
                    <a:pt x="7281" y="22061"/>
                  </a:lnTo>
                  <a:lnTo>
                    <a:pt x="7622" y="22000"/>
                  </a:lnTo>
                  <a:lnTo>
                    <a:pt x="7943" y="21900"/>
                  </a:lnTo>
                  <a:lnTo>
                    <a:pt x="8283" y="21760"/>
                  </a:lnTo>
                  <a:lnTo>
                    <a:pt x="8624" y="21579"/>
                  </a:lnTo>
                  <a:lnTo>
                    <a:pt x="8965" y="21359"/>
                  </a:lnTo>
                  <a:lnTo>
                    <a:pt x="9286" y="21078"/>
                  </a:lnTo>
                  <a:lnTo>
                    <a:pt x="8905" y="21078"/>
                  </a:lnTo>
                  <a:lnTo>
                    <a:pt x="8564" y="21058"/>
                  </a:lnTo>
                  <a:lnTo>
                    <a:pt x="8243" y="21018"/>
                  </a:lnTo>
                  <a:lnTo>
                    <a:pt x="7922" y="20958"/>
                  </a:lnTo>
                  <a:lnTo>
                    <a:pt x="7602" y="20877"/>
                  </a:lnTo>
                  <a:lnTo>
                    <a:pt x="7281" y="20777"/>
                  </a:lnTo>
                  <a:lnTo>
                    <a:pt x="6960" y="20657"/>
                  </a:lnTo>
                  <a:lnTo>
                    <a:pt x="6659" y="20536"/>
                  </a:lnTo>
                  <a:lnTo>
                    <a:pt x="6057" y="21499"/>
                  </a:lnTo>
                  <a:lnTo>
                    <a:pt x="6017" y="21519"/>
                  </a:lnTo>
                  <a:lnTo>
                    <a:pt x="5997" y="21539"/>
                  </a:lnTo>
                  <a:lnTo>
                    <a:pt x="5957" y="21519"/>
                  </a:lnTo>
                  <a:lnTo>
                    <a:pt x="5917" y="21499"/>
                  </a:lnTo>
                  <a:lnTo>
                    <a:pt x="5917" y="21459"/>
                  </a:lnTo>
                  <a:lnTo>
                    <a:pt x="5917" y="21419"/>
                  </a:lnTo>
                  <a:lnTo>
                    <a:pt x="6499" y="20456"/>
                  </a:lnTo>
                  <a:lnTo>
                    <a:pt x="6438" y="20416"/>
                  </a:lnTo>
                  <a:lnTo>
                    <a:pt x="6198" y="20296"/>
                  </a:lnTo>
                  <a:lnTo>
                    <a:pt x="5977" y="20135"/>
                  </a:lnTo>
                  <a:lnTo>
                    <a:pt x="5757" y="19995"/>
                  </a:lnTo>
                  <a:lnTo>
                    <a:pt x="5556" y="19835"/>
                  </a:lnTo>
                  <a:lnTo>
                    <a:pt x="5355" y="19654"/>
                  </a:lnTo>
                  <a:lnTo>
                    <a:pt x="5195" y="19474"/>
                  </a:lnTo>
                  <a:lnTo>
                    <a:pt x="5035" y="19293"/>
                  </a:lnTo>
                  <a:lnTo>
                    <a:pt x="4874" y="19113"/>
                  </a:lnTo>
                  <a:lnTo>
                    <a:pt x="4754" y="18912"/>
                  </a:lnTo>
                  <a:lnTo>
                    <a:pt x="4634" y="18711"/>
                  </a:lnTo>
                  <a:lnTo>
                    <a:pt x="4513" y="18511"/>
                  </a:lnTo>
                  <a:lnTo>
                    <a:pt x="4413" y="18290"/>
                  </a:lnTo>
                  <a:lnTo>
                    <a:pt x="4333" y="18070"/>
                  </a:lnTo>
                  <a:lnTo>
                    <a:pt x="4273" y="17849"/>
                  </a:lnTo>
                  <a:lnTo>
                    <a:pt x="4152" y="17388"/>
                  </a:lnTo>
                  <a:lnTo>
                    <a:pt x="4092" y="16927"/>
                  </a:lnTo>
                  <a:lnTo>
                    <a:pt x="4052" y="16445"/>
                  </a:lnTo>
                  <a:lnTo>
                    <a:pt x="4072" y="15964"/>
                  </a:lnTo>
                  <a:lnTo>
                    <a:pt x="4112" y="15463"/>
                  </a:lnTo>
                  <a:lnTo>
                    <a:pt x="4192" y="14961"/>
                  </a:lnTo>
                  <a:lnTo>
                    <a:pt x="4313" y="14480"/>
                  </a:lnTo>
                  <a:lnTo>
                    <a:pt x="4453" y="13979"/>
                  </a:lnTo>
                  <a:lnTo>
                    <a:pt x="4613" y="13497"/>
                  </a:lnTo>
                  <a:lnTo>
                    <a:pt x="4974" y="12615"/>
                  </a:lnTo>
                  <a:lnTo>
                    <a:pt x="5335" y="11753"/>
                  </a:lnTo>
                  <a:lnTo>
                    <a:pt x="5696" y="10890"/>
                  </a:lnTo>
                  <a:lnTo>
                    <a:pt x="6017" y="10028"/>
                  </a:lnTo>
                  <a:lnTo>
                    <a:pt x="6338" y="9166"/>
                  </a:lnTo>
                  <a:lnTo>
                    <a:pt x="6458" y="8724"/>
                  </a:lnTo>
                  <a:lnTo>
                    <a:pt x="6579" y="8263"/>
                  </a:lnTo>
                  <a:lnTo>
                    <a:pt x="6679" y="7822"/>
                  </a:lnTo>
                  <a:lnTo>
                    <a:pt x="6779" y="7361"/>
                  </a:lnTo>
                  <a:lnTo>
                    <a:pt x="6840" y="6879"/>
                  </a:lnTo>
                  <a:lnTo>
                    <a:pt x="6880" y="6418"/>
                  </a:lnTo>
                  <a:lnTo>
                    <a:pt x="6900" y="5957"/>
                  </a:lnTo>
                  <a:lnTo>
                    <a:pt x="6900" y="5496"/>
                  </a:lnTo>
                  <a:lnTo>
                    <a:pt x="6880" y="5034"/>
                  </a:lnTo>
                  <a:lnTo>
                    <a:pt x="6840" y="4573"/>
                  </a:lnTo>
                  <a:lnTo>
                    <a:pt x="6779" y="4132"/>
                  </a:lnTo>
                  <a:lnTo>
                    <a:pt x="6699" y="3671"/>
                  </a:lnTo>
                  <a:lnTo>
                    <a:pt x="6579" y="3229"/>
                  </a:lnTo>
                  <a:lnTo>
                    <a:pt x="6458" y="2788"/>
                  </a:lnTo>
                  <a:lnTo>
                    <a:pt x="6218" y="2106"/>
                  </a:lnTo>
                  <a:lnTo>
                    <a:pt x="5997" y="1404"/>
                  </a:lnTo>
                  <a:lnTo>
                    <a:pt x="5917" y="1063"/>
                  </a:lnTo>
                  <a:lnTo>
                    <a:pt x="5837" y="703"/>
                  </a:lnTo>
                  <a:lnTo>
                    <a:pt x="5777" y="362"/>
                  </a:lnTo>
                  <a:lnTo>
                    <a:pt x="575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32"/>
            <p:cNvSpPr/>
            <p:nvPr/>
          </p:nvSpPr>
          <p:spPr>
            <a:xfrm>
              <a:off x="11699550" y="4484425"/>
              <a:ext cx="18575" cy="27100"/>
            </a:xfrm>
            <a:custGeom>
              <a:avLst/>
              <a:gdLst/>
              <a:ahLst/>
              <a:cxnLst/>
              <a:rect l="l" t="t" r="r" b="b"/>
              <a:pathLst>
                <a:path w="743" h="1084" extrusionOk="0">
                  <a:moveTo>
                    <a:pt x="582" y="0"/>
                  </a:moveTo>
                  <a:lnTo>
                    <a:pt x="0" y="963"/>
                  </a:lnTo>
                  <a:lnTo>
                    <a:pt x="0" y="1003"/>
                  </a:lnTo>
                  <a:lnTo>
                    <a:pt x="0" y="1043"/>
                  </a:lnTo>
                  <a:lnTo>
                    <a:pt x="40" y="1063"/>
                  </a:lnTo>
                  <a:lnTo>
                    <a:pt x="80" y="1083"/>
                  </a:lnTo>
                  <a:lnTo>
                    <a:pt x="100" y="1063"/>
                  </a:lnTo>
                  <a:lnTo>
                    <a:pt x="140" y="1043"/>
                  </a:lnTo>
                  <a:lnTo>
                    <a:pt x="742" y="80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32"/>
            <p:cNvSpPr/>
            <p:nvPr/>
          </p:nvSpPr>
          <p:spPr>
            <a:xfrm>
              <a:off x="10942475" y="3194900"/>
              <a:ext cx="315400" cy="322425"/>
            </a:xfrm>
            <a:custGeom>
              <a:avLst/>
              <a:gdLst/>
              <a:ahLst/>
              <a:cxnLst/>
              <a:rect l="l" t="t" r="r" b="b"/>
              <a:pathLst>
                <a:path w="12616" h="12897" extrusionOk="0">
                  <a:moveTo>
                    <a:pt x="6599" y="1"/>
                  </a:moveTo>
                  <a:lnTo>
                    <a:pt x="6137" y="41"/>
                  </a:lnTo>
                  <a:lnTo>
                    <a:pt x="5676" y="121"/>
                  </a:lnTo>
                  <a:lnTo>
                    <a:pt x="5195" y="242"/>
                  </a:lnTo>
                  <a:lnTo>
                    <a:pt x="4673" y="422"/>
                  </a:lnTo>
                  <a:lnTo>
                    <a:pt x="4172" y="623"/>
                  </a:lnTo>
                  <a:lnTo>
                    <a:pt x="3691" y="883"/>
                  </a:lnTo>
                  <a:lnTo>
                    <a:pt x="3209" y="1164"/>
                  </a:lnTo>
                  <a:lnTo>
                    <a:pt x="2768" y="1465"/>
                  </a:lnTo>
                  <a:lnTo>
                    <a:pt x="2367" y="1826"/>
                  </a:lnTo>
                  <a:lnTo>
                    <a:pt x="1966" y="2187"/>
                  </a:lnTo>
                  <a:lnTo>
                    <a:pt x="1605" y="2588"/>
                  </a:lnTo>
                  <a:lnTo>
                    <a:pt x="1284" y="2989"/>
                  </a:lnTo>
                  <a:lnTo>
                    <a:pt x="983" y="3430"/>
                  </a:lnTo>
                  <a:lnTo>
                    <a:pt x="723" y="3871"/>
                  </a:lnTo>
                  <a:lnTo>
                    <a:pt x="502" y="4353"/>
                  </a:lnTo>
                  <a:lnTo>
                    <a:pt x="302" y="4814"/>
                  </a:lnTo>
                  <a:lnTo>
                    <a:pt x="161" y="5315"/>
                  </a:lnTo>
                  <a:lnTo>
                    <a:pt x="61" y="5797"/>
                  </a:lnTo>
                  <a:lnTo>
                    <a:pt x="1" y="6298"/>
                  </a:lnTo>
                  <a:lnTo>
                    <a:pt x="1" y="6659"/>
                  </a:lnTo>
                  <a:lnTo>
                    <a:pt x="1" y="7020"/>
                  </a:lnTo>
                  <a:lnTo>
                    <a:pt x="21" y="7381"/>
                  </a:lnTo>
                  <a:lnTo>
                    <a:pt x="41" y="7722"/>
                  </a:lnTo>
                  <a:lnTo>
                    <a:pt x="101" y="8063"/>
                  </a:lnTo>
                  <a:lnTo>
                    <a:pt x="181" y="8404"/>
                  </a:lnTo>
                  <a:lnTo>
                    <a:pt x="261" y="8725"/>
                  </a:lnTo>
                  <a:lnTo>
                    <a:pt x="362" y="9046"/>
                  </a:lnTo>
                  <a:lnTo>
                    <a:pt x="482" y="9366"/>
                  </a:lnTo>
                  <a:lnTo>
                    <a:pt x="622" y="9667"/>
                  </a:lnTo>
                  <a:lnTo>
                    <a:pt x="763" y="9948"/>
                  </a:lnTo>
                  <a:lnTo>
                    <a:pt x="923" y="10249"/>
                  </a:lnTo>
                  <a:lnTo>
                    <a:pt x="1104" y="10510"/>
                  </a:lnTo>
                  <a:lnTo>
                    <a:pt x="1304" y="10770"/>
                  </a:lnTo>
                  <a:lnTo>
                    <a:pt x="1505" y="11011"/>
                  </a:lnTo>
                  <a:lnTo>
                    <a:pt x="1725" y="11252"/>
                  </a:lnTo>
                  <a:lnTo>
                    <a:pt x="1966" y="11472"/>
                  </a:lnTo>
                  <a:lnTo>
                    <a:pt x="2207" y="11673"/>
                  </a:lnTo>
                  <a:lnTo>
                    <a:pt x="2467" y="11873"/>
                  </a:lnTo>
                  <a:lnTo>
                    <a:pt x="2748" y="12054"/>
                  </a:lnTo>
                  <a:lnTo>
                    <a:pt x="3029" y="12214"/>
                  </a:lnTo>
                  <a:lnTo>
                    <a:pt x="3330" y="12355"/>
                  </a:lnTo>
                  <a:lnTo>
                    <a:pt x="3631" y="12495"/>
                  </a:lnTo>
                  <a:lnTo>
                    <a:pt x="3951" y="12595"/>
                  </a:lnTo>
                  <a:lnTo>
                    <a:pt x="4292" y="12695"/>
                  </a:lnTo>
                  <a:lnTo>
                    <a:pt x="4633" y="12776"/>
                  </a:lnTo>
                  <a:lnTo>
                    <a:pt x="4994" y="12836"/>
                  </a:lnTo>
                  <a:lnTo>
                    <a:pt x="5355" y="12876"/>
                  </a:lnTo>
                  <a:lnTo>
                    <a:pt x="5736" y="12896"/>
                  </a:lnTo>
                  <a:lnTo>
                    <a:pt x="6117" y="12896"/>
                  </a:lnTo>
                  <a:lnTo>
                    <a:pt x="6518" y="12876"/>
                  </a:lnTo>
                  <a:lnTo>
                    <a:pt x="6920" y="12836"/>
                  </a:lnTo>
                  <a:lnTo>
                    <a:pt x="7361" y="12756"/>
                  </a:lnTo>
                  <a:lnTo>
                    <a:pt x="7762" y="12655"/>
                  </a:lnTo>
                  <a:lnTo>
                    <a:pt x="8163" y="12555"/>
                  </a:lnTo>
                  <a:lnTo>
                    <a:pt x="8564" y="12415"/>
                  </a:lnTo>
                  <a:lnTo>
                    <a:pt x="8925" y="12254"/>
                  </a:lnTo>
                  <a:lnTo>
                    <a:pt x="9266" y="12074"/>
                  </a:lnTo>
                  <a:lnTo>
                    <a:pt x="9607" y="11873"/>
                  </a:lnTo>
                  <a:lnTo>
                    <a:pt x="9928" y="11673"/>
                  </a:lnTo>
                  <a:lnTo>
                    <a:pt x="10229" y="11432"/>
                  </a:lnTo>
                  <a:lnTo>
                    <a:pt x="10509" y="11191"/>
                  </a:lnTo>
                  <a:lnTo>
                    <a:pt x="10770" y="10931"/>
                  </a:lnTo>
                  <a:lnTo>
                    <a:pt x="11011" y="10670"/>
                  </a:lnTo>
                  <a:lnTo>
                    <a:pt x="11251" y="10369"/>
                  </a:lnTo>
                  <a:lnTo>
                    <a:pt x="11452" y="10068"/>
                  </a:lnTo>
                  <a:lnTo>
                    <a:pt x="11652" y="9767"/>
                  </a:lnTo>
                  <a:lnTo>
                    <a:pt x="11833" y="9447"/>
                  </a:lnTo>
                  <a:lnTo>
                    <a:pt x="11973" y="9166"/>
                  </a:lnTo>
                  <a:lnTo>
                    <a:pt x="12094" y="8865"/>
                  </a:lnTo>
                  <a:lnTo>
                    <a:pt x="12194" y="8584"/>
                  </a:lnTo>
                  <a:lnTo>
                    <a:pt x="12294" y="8283"/>
                  </a:lnTo>
                  <a:lnTo>
                    <a:pt x="12394" y="7983"/>
                  </a:lnTo>
                  <a:lnTo>
                    <a:pt x="12455" y="7662"/>
                  </a:lnTo>
                  <a:lnTo>
                    <a:pt x="12515" y="7361"/>
                  </a:lnTo>
                  <a:lnTo>
                    <a:pt x="12555" y="7040"/>
                  </a:lnTo>
                  <a:lnTo>
                    <a:pt x="12595" y="6719"/>
                  </a:lnTo>
                  <a:lnTo>
                    <a:pt x="12615" y="6398"/>
                  </a:lnTo>
                  <a:lnTo>
                    <a:pt x="12615" y="6077"/>
                  </a:lnTo>
                  <a:lnTo>
                    <a:pt x="12615" y="5757"/>
                  </a:lnTo>
                  <a:lnTo>
                    <a:pt x="12575" y="5436"/>
                  </a:lnTo>
                  <a:lnTo>
                    <a:pt x="12555" y="5115"/>
                  </a:lnTo>
                  <a:lnTo>
                    <a:pt x="12495" y="4794"/>
                  </a:lnTo>
                  <a:lnTo>
                    <a:pt x="12435" y="4473"/>
                  </a:lnTo>
                  <a:lnTo>
                    <a:pt x="12314" y="4032"/>
                  </a:lnTo>
                  <a:lnTo>
                    <a:pt x="12174" y="3591"/>
                  </a:lnTo>
                  <a:lnTo>
                    <a:pt x="11973" y="3190"/>
                  </a:lnTo>
                  <a:lnTo>
                    <a:pt x="11753" y="2768"/>
                  </a:lnTo>
                  <a:lnTo>
                    <a:pt x="11492" y="2387"/>
                  </a:lnTo>
                  <a:lnTo>
                    <a:pt x="11211" y="2026"/>
                  </a:lnTo>
                  <a:lnTo>
                    <a:pt x="10890" y="1686"/>
                  </a:lnTo>
                  <a:lnTo>
                    <a:pt x="10549" y="1365"/>
                  </a:lnTo>
                  <a:lnTo>
                    <a:pt x="10188" y="1064"/>
                  </a:lnTo>
                  <a:lnTo>
                    <a:pt x="9807" y="803"/>
                  </a:lnTo>
                  <a:lnTo>
                    <a:pt x="9386" y="583"/>
                  </a:lnTo>
                  <a:lnTo>
                    <a:pt x="8945" y="382"/>
                  </a:lnTo>
                  <a:lnTo>
                    <a:pt x="8504" y="222"/>
                  </a:lnTo>
                  <a:lnTo>
                    <a:pt x="8023" y="101"/>
                  </a:lnTo>
                  <a:lnTo>
                    <a:pt x="7541" y="21"/>
                  </a:lnTo>
                  <a:lnTo>
                    <a:pt x="704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32"/>
            <p:cNvSpPr/>
            <p:nvPr/>
          </p:nvSpPr>
          <p:spPr>
            <a:xfrm>
              <a:off x="10942475" y="3194900"/>
              <a:ext cx="315400" cy="322425"/>
            </a:xfrm>
            <a:custGeom>
              <a:avLst/>
              <a:gdLst/>
              <a:ahLst/>
              <a:cxnLst/>
              <a:rect l="l" t="t" r="r" b="b"/>
              <a:pathLst>
                <a:path w="12616" h="12897" fill="none" extrusionOk="0">
                  <a:moveTo>
                    <a:pt x="11833" y="9447"/>
                  </a:moveTo>
                  <a:lnTo>
                    <a:pt x="11833" y="9447"/>
                  </a:lnTo>
                  <a:lnTo>
                    <a:pt x="11652" y="9767"/>
                  </a:lnTo>
                  <a:lnTo>
                    <a:pt x="11452" y="10068"/>
                  </a:lnTo>
                  <a:lnTo>
                    <a:pt x="11251" y="10369"/>
                  </a:lnTo>
                  <a:lnTo>
                    <a:pt x="11011" y="10670"/>
                  </a:lnTo>
                  <a:lnTo>
                    <a:pt x="10770" y="10931"/>
                  </a:lnTo>
                  <a:lnTo>
                    <a:pt x="10509" y="11191"/>
                  </a:lnTo>
                  <a:lnTo>
                    <a:pt x="10229" y="11432"/>
                  </a:lnTo>
                  <a:lnTo>
                    <a:pt x="9928" y="11673"/>
                  </a:lnTo>
                  <a:lnTo>
                    <a:pt x="9607" y="11873"/>
                  </a:lnTo>
                  <a:lnTo>
                    <a:pt x="9266" y="12074"/>
                  </a:lnTo>
                  <a:lnTo>
                    <a:pt x="8925" y="12254"/>
                  </a:lnTo>
                  <a:lnTo>
                    <a:pt x="8564" y="12415"/>
                  </a:lnTo>
                  <a:lnTo>
                    <a:pt x="8163" y="12555"/>
                  </a:lnTo>
                  <a:lnTo>
                    <a:pt x="7762" y="12655"/>
                  </a:lnTo>
                  <a:lnTo>
                    <a:pt x="7361" y="12756"/>
                  </a:lnTo>
                  <a:lnTo>
                    <a:pt x="6920" y="12836"/>
                  </a:lnTo>
                  <a:lnTo>
                    <a:pt x="6920" y="12836"/>
                  </a:lnTo>
                  <a:lnTo>
                    <a:pt x="6518" y="12876"/>
                  </a:lnTo>
                  <a:lnTo>
                    <a:pt x="6117" y="12896"/>
                  </a:lnTo>
                  <a:lnTo>
                    <a:pt x="5736" y="12896"/>
                  </a:lnTo>
                  <a:lnTo>
                    <a:pt x="5355" y="12876"/>
                  </a:lnTo>
                  <a:lnTo>
                    <a:pt x="4994" y="12836"/>
                  </a:lnTo>
                  <a:lnTo>
                    <a:pt x="4633" y="12776"/>
                  </a:lnTo>
                  <a:lnTo>
                    <a:pt x="4292" y="12695"/>
                  </a:lnTo>
                  <a:lnTo>
                    <a:pt x="3951" y="12595"/>
                  </a:lnTo>
                  <a:lnTo>
                    <a:pt x="3631" y="12495"/>
                  </a:lnTo>
                  <a:lnTo>
                    <a:pt x="3330" y="12355"/>
                  </a:lnTo>
                  <a:lnTo>
                    <a:pt x="3029" y="12214"/>
                  </a:lnTo>
                  <a:lnTo>
                    <a:pt x="2748" y="12054"/>
                  </a:lnTo>
                  <a:lnTo>
                    <a:pt x="2467" y="11873"/>
                  </a:lnTo>
                  <a:lnTo>
                    <a:pt x="2207" y="11673"/>
                  </a:lnTo>
                  <a:lnTo>
                    <a:pt x="1966" y="11472"/>
                  </a:lnTo>
                  <a:lnTo>
                    <a:pt x="1725" y="11252"/>
                  </a:lnTo>
                  <a:lnTo>
                    <a:pt x="1505" y="11011"/>
                  </a:lnTo>
                  <a:lnTo>
                    <a:pt x="1304" y="10770"/>
                  </a:lnTo>
                  <a:lnTo>
                    <a:pt x="1104" y="10510"/>
                  </a:lnTo>
                  <a:lnTo>
                    <a:pt x="923" y="10249"/>
                  </a:lnTo>
                  <a:lnTo>
                    <a:pt x="763" y="9948"/>
                  </a:lnTo>
                  <a:lnTo>
                    <a:pt x="622" y="9667"/>
                  </a:lnTo>
                  <a:lnTo>
                    <a:pt x="482" y="9366"/>
                  </a:lnTo>
                  <a:lnTo>
                    <a:pt x="362" y="9046"/>
                  </a:lnTo>
                  <a:lnTo>
                    <a:pt x="261" y="8725"/>
                  </a:lnTo>
                  <a:lnTo>
                    <a:pt x="181" y="8404"/>
                  </a:lnTo>
                  <a:lnTo>
                    <a:pt x="101" y="8063"/>
                  </a:lnTo>
                  <a:lnTo>
                    <a:pt x="41" y="7722"/>
                  </a:lnTo>
                  <a:lnTo>
                    <a:pt x="21" y="7381"/>
                  </a:lnTo>
                  <a:lnTo>
                    <a:pt x="1" y="7020"/>
                  </a:lnTo>
                  <a:lnTo>
                    <a:pt x="1" y="6659"/>
                  </a:lnTo>
                  <a:lnTo>
                    <a:pt x="1" y="6298"/>
                  </a:lnTo>
                  <a:lnTo>
                    <a:pt x="1" y="6298"/>
                  </a:lnTo>
                  <a:lnTo>
                    <a:pt x="61" y="5797"/>
                  </a:lnTo>
                  <a:lnTo>
                    <a:pt x="161" y="5315"/>
                  </a:lnTo>
                  <a:lnTo>
                    <a:pt x="302" y="4814"/>
                  </a:lnTo>
                  <a:lnTo>
                    <a:pt x="502" y="4353"/>
                  </a:lnTo>
                  <a:lnTo>
                    <a:pt x="723" y="3871"/>
                  </a:lnTo>
                  <a:lnTo>
                    <a:pt x="983" y="3430"/>
                  </a:lnTo>
                  <a:lnTo>
                    <a:pt x="1284" y="2989"/>
                  </a:lnTo>
                  <a:lnTo>
                    <a:pt x="1605" y="2588"/>
                  </a:lnTo>
                  <a:lnTo>
                    <a:pt x="1966" y="2187"/>
                  </a:lnTo>
                  <a:lnTo>
                    <a:pt x="2367" y="1826"/>
                  </a:lnTo>
                  <a:lnTo>
                    <a:pt x="2768" y="1465"/>
                  </a:lnTo>
                  <a:lnTo>
                    <a:pt x="3209" y="1164"/>
                  </a:lnTo>
                  <a:lnTo>
                    <a:pt x="3691" y="883"/>
                  </a:lnTo>
                  <a:lnTo>
                    <a:pt x="4172" y="623"/>
                  </a:lnTo>
                  <a:lnTo>
                    <a:pt x="4673" y="422"/>
                  </a:lnTo>
                  <a:lnTo>
                    <a:pt x="5195" y="242"/>
                  </a:lnTo>
                  <a:lnTo>
                    <a:pt x="5195" y="242"/>
                  </a:lnTo>
                  <a:lnTo>
                    <a:pt x="5676" y="121"/>
                  </a:lnTo>
                  <a:lnTo>
                    <a:pt x="6137" y="41"/>
                  </a:lnTo>
                  <a:lnTo>
                    <a:pt x="6599" y="1"/>
                  </a:lnTo>
                  <a:lnTo>
                    <a:pt x="7040" y="1"/>
                  </a:lnTo>
                  <a:lnTo>
                    <a:pt x="7040" y="1"/>
                  </a:lnTo>
                  <a:lnTo>
                    <a:pt x="7541" y="21"/>
                  </a:lnTo>
                  <a:lnTo>
                    <a:pt x="8023" y="101"/>
                  </a:lnTo>
                  <a:lnTo>
                    <a:pt x="8504" y="222"/>
                  </a:lnTo>
                  <a:lnTo>
                    <a:pt x="8945" y="382"/>
                  </a:lnTo>
                  <a:lnTo>
                    <a:pt x="9386" y="583"/>
                  </a:lnTo>
                  <a:lnTo>
                    <a:pt x="9807" y="803"/>
                  </a:lnTo>
                  <a:lnTo>
                    <a:pt x="10188" y="1064"/>
                  </a:lnTo>
                  <a:lnTo>
                    <a:pt x="10549" y="1365"/>
                  </a:lnTo>
                  <a:lnTo>
                    <a:pt x="10890" y="1686"/>
                  </a:lnTo>
                  <a:lnTo>
                    <a:pt x="11211" y="2026"/>
                  </a:lnTo>
                  <a:lnTo>
                    <a:pt x="11492" y="2387"/>
                  </a:lnTo>
                  <a:lnTo>
                    <a:pt x="11753" y="2768"/>
                  </a:lnTo>
                  <a:lnTo>
                    <a:pt x="11973" y="3190"/>
                  </a:lnTo>
                  <a:lnTo>
                    <a:pt x="12174" y="3591"/>
                  </a:lnTo>
                  <a:lnTo>
                    <a:pt x="12314" y="4032"/>
                  </a:lnTo>
                  <a:lnTo>
                    <a:pt x="12435" y="4473"/>
                  </a:lnTo>
                  <a:lnTo>
                    <a:pt x="12435" y="4473"/>
                  </a:lnTo>
                  <a:lnTo>
                    <a:pt x="12495" y="4794"/>
                  </a:lnTo>
                  <a:lnTo>
                    <a:pt x="12555" y="5115"/>
                  </a:lnTo>
                  <a:lnTo>
                    <a:pt x="12575" y="5436"/>
                  </a:lnTo>
                  <a:lnTo>
                    <a:pt x="12615" y="5757"/>
                  </a:lnTo>
                  <a:lnTo>
                    <a:pt x="12615" y="6077"/>
                  </a:lnTo>
                  <a:lnTo>
                    <a:pt x="12615" y="6398"/>
                  </a:lnTo>
                  <a:lnTo>
                    <a:pt x="12595" y="6719"/>
                  </a:lnTo>
                  <a:lnTo>
                    <a:pt x="12555" y="7040"/>
                  </a:lnTo>
                  <a:lnTo>
                    <a:pt x="12515" y="7361"/>
                  </a:lnTo>
                  <a:lnTo>
                    <a:pt x="12455" y="7662"/>
                  </a:lnTo>
                  <a:lnTo>
                    <a:pt x="12394" y="7983"/>
                  </a:lnTo>
                  <a:lnTo>
                    <a:pt x="12294" y="8283"/>
                  </a:lnTo>
                  <a:lnTo>
                    <a:pt x="12194" y="8584"/>
                  </a:lnTo>
                  <a:lnTo>
                    <a:pt x="12094" y="8865"/>
                  </a:lnTo>
                  <a:lnTo>
                    <a:pt x="11973" y="9166"/>
                  </a:lnTo>
                  <a:lnTo>
                    <a:pt x="11833" y="94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32"/>
            <p:cNvSpPr/>
            <p:nvPr/>
          </p:nvSpPr>
          <p:spPr>
            <a:xfrm>
              <a:off x="11023200" y="3271125"/>
              <a:ext cx="189050" cy="193050"/>
            </a:xfrm>
            <a:custGeom>
              <a:avLst/>
              <a:gdLst/>
              <a:ahLst/>
              <a:cxnLst/>
              <a:rect l="l" t="t" r="r" b="b"/>
              <a:pathLst>
                <a:path w="7562" h="7722" extrusionOk="0">
                  <a:moveTo>
                    <a:pt x="3891" y="0"/>
                  </a:moveTo>
                  <a:lnTo>
                    <a:pt x="3510" y="60"/>
                  </a:lnTo>
                  <a:lnTo>
                    <a:pt x="3129" y="141"/>
                  </a:lnTo>
                  <a:lnTo>
                    <a:pt x="2808" y="261"/>
                  </a:lnTo>
                  <a:lnTo>
                    <a:pt x="2507" y="381"/>
                  </a:lnTo>
                  <a:lnTo>
                    <a:pt x="2207" y="522"/>
                  </a:lnTo>
                  <a:lnTo>
                    <a:pt x="1946" y="702"/>
                  </a:lnTo>
                  <a:lnTo>
                    <a:pt x="1665" y="883"/>
                  </a:lnTo>
                  <a:lnTo>
                    <a:pt x="1424" y="1103"/>
                  </a:lnTo>
                  <a:lnTo>
                    <a:pt x="1184" y="1324"/>
                  </a:lnTo>
                  <a:lnTo>
                    <a:pt x="983" y="1544"/>
                  </a:lnTo>
                  <a:lnTo>
                    <a:pt x="783" y="1805"/>
                  </a:lnTo>
                  <a:lnTo>
                    <a:pt x="602" y="2066"/>
                  </a:lnTo>
                  <a:lnTo>
                    <a:pt x="442" y="2327"/>
                  </a:lnTo>
                  <a:lnTo>
                    <a:pt x="301" y="2607"/>
                  </a:lnTo>
                  <a:lnTo>
                    <a:pt x="201" y="2888"/>
                  </a:lnTo>
                  <a:lnTo>
                    <a:pt x="121" y="3189"/>
                  </a:lnTo>
                  <a:lnTo>
                    <a:pt x="41" y="3470"/>
                  </a:lnTo>
                  <a:lnTo>
                    <a:pt x="21" y="3770"/>
                  </a:lnTo>
                  <a:lnTo>
                    <a:pt x="1" y="4212"/>
                  </a:lnTo>
                  <a:lnTo>
                    <a:pt x="41" y="4633"/>
                  </a:lnTo>
                  <a:lnTo>
                    <a:pt x="121" y="5034"/>
                  </a:lnTo>
                  <a:lnTo>
                    <a:pt x="221" y="5415"/>
                  </a:lnTo>
                  <a:lnTo>
                    <a:pt x="382" y="5796"/>
                  </a:lnTo>
                  <a:lnTo>
                    <a:pt x="562" y="6137"/>
                  </a:lnTo>
                  <a:lnTo>
                    <a:pt x="783" y="6458"/>
                  </a:lnTo>
                  <a:lnTo>
                    <a:pt x="1043" y="6739"/>
                  </a:lnTo>
                  <a:lnTo>
                    <a:pt x="1324" y="6999"/>
                  </a:lnTo>
                  <a:lnTo>
                    <a:pt x="1645" y="7220"/>
                  </a:lnTo>
                  <a:lnTo>
                    <a:pt x="2006" y="7400"/>
                  </a:lnTo>
                  <a:lnTo>
                    <a:pt x="2186" y="7481"/>
                  </a:lnTo>
                  <a:lnTo>
                    <a:pt x="2387" y="7541"/>
                  </a:lnTo>
                  <a:lnTo>
                    <a:pt x="2567" y="7601"/>
                  </a:lnTo>
                  <a:lnTo>
                    <a:pt x="2788" y="7641"/>
                  </a:lnTo>
                  <a:lnTo>
                    <a:pt x="2989" y="7681"/>
                  </a:lnTo>
                  <a:lnTo>
                    <a:pt x="3209" y="7701"/>
                  </a:lnTo>
                  <a:lnTo>
                    <a:pt x="3430" y="7721"/>
                  </a:lnTo>
                  <a:lnTo>
                    <a:pt x="3670" y="7721"/>
                  </a:lnTo>
                  <a:lnTo>
                    <a:pt x="3911" y="7701"/>
                  </a:lnTo>
                  <a:lnTo>
                    <a:pt x="4152" y="7681"/>
                  </a:lnTo>
                  <a:lnTo>
                    <a:pt x="4392" y="7641"/>
                  </a:lnTo>
                  <a:lnTo>
                    <a:pt x="4613" y="7581"/>
                  </a:lnTo>
                  <a:lnTo>
                    <a:pt x="4854" y="7521"/>
                  </a:lnTo>
                  <a:lnTo>
                    <a:pt x="5054" y="7461"/>
                  </a:lnTo>
                  <a:lnTo>
                    <a:pt x="5275" y="7380"/>
                  </a:lnTo>
                  <a:lnTo>
                    <a:pt x="5455" y="7280"/>
                  </a:lnTo>
                  <a:lnTo>
                    <a:pt x="5656" y="7180"/>
                  </a:lnTo>
                  <a:lnTo>
                    <a:pt x="5836" y="7059"/>
                  </a:lnTo>
                  <a:lnTo>
                    <a:pt x="6017" y="6939"/>
                  </a:lnTo>
                  <a:lnTo>
                    <a:pt x="6177" y="6819"/>
                  </a:lnTo>
                  <a:lnTo>
                    <a:pt x="6478" y="6538"/>
                  </a:lnTo>
                  <a:lnTo>
                    <a:pt x="6739" y="6217"/>
                  </a:lnTo>
                  <a:lnTo>
                    <a:pt x="6959" y="5876"/>
                  </a:lnTo>
                  <a:lnTo>
                    <a:pt x="7160" y="5535"/>
                  </a:lnTo>
                  <a:lnTo>
                    <a:pt x="7300" y="5154"/>
                  </a:lnTo>
                  <a:lnTo>
                    <a:pt x="7421" y="4753"/>
                  </a:lnTo>
                  <a:lnTo>
                    <a:pt x="7501" y="4352"/>
                  </a:lnTo>
                  <a:lnTo>
                    <a:pt x="7541" y="3951"/>
                  </a:lnTo>
                  <a:lnTo>
                    <a:pt x="7561" y="3530"/>
                  </a:lnTo>
                  <a:lnTo>
                    <a:pt x="7521" y="3109"/>
                  </a:lnTo>
                  <a:lnTo>
                    <a:pt x="7461" y="2688"/>
                  </a:lnTo>
                  <a:lnTo>
                    <a:pt x="7361" y="2367"/>
                  </a:lnTo>
                  <a:lnTo>
                    <a:pt x="7240" y="2046"/>
                  </a:lnTo>
                  <a:lnTo>
                    <a:pt x="7100" y="1745"/>
                  </a:lnTo>
                  <a:lnTo>
                    <a:pt x="6919" y="1464"/>
                  </a:lnTo>
                  <a:lnTo>
                    <a:pt x="6699" y="1203"/>
                  </a:lnTo>
                  <a:lnTo>
                    <a:pt x="6478" y="963"/>
                  </a:lnTo>
                  <a:lnTo>
                    <a:pt x="6217" y="722"/>
                  </a:lnTo>
                  <a:lnTo>
                    <a:pt x="5937" y="522"/>
                  </a:lnTo>
                  <a:lnTo>
                    <a:pt x="5636" y="361"/>
                  </a:lnTo>
                  <a:lnTo>
                    <a:pt x="5315" y="221"/>
                  </a:lnTo>
                  <a:lnTo>
                    <a:pt x="4974" y="121"/>
                  </a:lnTo>
                  <a:lnTo>
                    <a:pt x="4633" y="40"/>
                  </a:lnTo>
                  <a:lnTo>
                    <a:pt x="42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32"/>
            <p:cNvSpPr/>
            <p:nvPr/>
          </p:nvSpPr>
          <p:spPr>
            <a:xfrm>
              <a:off x="11023200" y="3271125"/>
              <a:ext cx="189050" cy="193050"/>
            </a:xfrm>
            <a:custGeom>
              <a:avLst/>
              <a:gdLst/>
              <a:ahLst/>
              <a:cxnLst/>
              <a:rect l="l" t="t" r="r" b="b"/>
              <a:pathLst>
                <a:path w="7562" h="7722" fill="none" extrusionOk="0">
                  <a:moveTo>
                    <a:pt x="21" y="3770"/>
                  </a:moveTo>
                  <a:lnTo>
                    <a:pt x="21" y="3770"/>
                  </a:lnTo>
                  <a:lnTo>
                    <a:pt x="1" y="4212"/>
                  </a:lnTo>
                  <a:lnTo>
                    <a:pt x="41" y="4633"/>
                  </a:lnTo>
                  <a:lnTo>
                    <a:pt x="121" y="5034"/>
                  </a:lnTo>
                  <a:lnTo>
                    <a:pt x="221" y="5415"/>
                  </a:lnTo>
                  <a:lnTo>
                    <a:pt x="382" y="5796"/>
                  </a:lnTo>
                  <a:lnTo>
                    <a:pt x="562" y="6137"/>
                  </a:lnTo>
                  <a:lnTo>
                    <a:pt x="783" y="6458"/>
                  </a:lnTo>
                  <a:lnTo>
                    <a:pt x="1043" y="6739"/>
                  </a:lnTo>
                  <a:lnTo>
                    <a:pt x="1324" y="6999"/>
                  </a:lnTo>
                  <a:lnTo>
                    <a:pt x="1645" y="7220"/>
                  </a:lnTo>
                  <a:lnTo>
                    <a:pt x="2006" y="7400"/>
                  </a:lnTo>
                  <a:lnTo>
                    <a:pt x="2186" y="7481"/>
                  </a:lnTo>
                  <a:lnTo>
                    <a:pt x="2387" y="7541"/>
                  </a:lnTo>
                  <a:lnTo>
                    <a:pt x="2567" y="7601"/>
                  </a:lnTo>
                  <a:lnTo>
                    <a:pt x="2788" y="7641"/>
                  </a:lnTo>
                  <a:lnTo>
                    <a:pt x="2989" y="7681"/>
                  </a:lnTo>
                  <a:lnTo>
                    <a:pt x="3209" y="7701"/>
                  </a:lnTo>
                  <a:lnTo>
                    <a:pt x="3430" y="7721"/>
                  </a:lnTo>
                  <a:lnTo>
                    <a:pt x="3670" y="7721"/>
                  </a:lnTo>
                  <a:lnTo>
                    <a:pt x="3911" y="7701"/>
                  </a:lnTo>
                  <a:lnTo>
                    <a:pt x="4152" y="7681"/>
                  </a:lnTo>
                  <a:lnTo>
                    <a:pt x="4152" y="7681"/>
                  </a:lnTo>
                  <a:lnTo>
                    <a:pt x="4392" y="7641"/>
                  </a:lnTo>
                  <a:lnTo>
                    <a:pt x="4613" y="7581"/>
                  </a:lnTo>
                  <a:lnTo>
                    <a:pt x="4854" y="7521"/>
                  </a:lnTo>
                  <a:lnTo>
                    <a:pt x="5054" y="7461"/>
                  </a:lnTo>
                  <a:lnTo>
                    <a:pt x="5275" y="7380"/>
                  </a:lnTo>
                  <a:lnTo>
                    <a:pt x="5455" y="7280"/>
                  </a:lnTo>
                  <a:lnTo>
                    <a:pt x="5656" y="7180"/>
                  </a:lnTo>
                  <a:lnTo>
                    <a:pt x="5836" y="7059"/>
                  </a:lnTo>
                  <a:lnTo>
                    <a:pt x="6017" y="6939"/>
                  </a:lnTo>
                  <a:lnTo>
                    <a:pt x="6177" y="6819"/>
                  </a:lnTo>
                  <a:lnTo>
                    <a:pt x="6478" y="6538"/>
                  </a:lnTo>
                  <a:lnTo>
                    <a:pt x="6739" y="6217"/>
                  </a:lnTo>
                  <a:lnTo>
                    <a:pt x="6959" y="5876"/>
                  </a:lnTo>
                  <a:lnTo>
                    <a:pt x="7160" y="5535"/>
                  </a:lnTo>
                  <a:lnTo>
                    <a:pt x="7300" y="5154"/>
                  </a:lnTo>
                  <a:lnTo>
                    <a:pt x="7421" y="4753"/>
                  </a:lnTo>
                  <a:lnTo>
                    <a:pt x="7501" y="4352"/>
                  </a:lnTo>
                  <a:lnTo>
                    <a:pt x="7541" y="3951"/>
                  </a:lnTo>
                  <a:lnTo>
                    <a:pt x="7561" y="3530"/>
                  </a:lnTo>
                  <a:lnTo>
                    <a:pt x="7521" y="3109"/>
                  </a:lnTo>
                  <a:lnTo>
                    <a:pt x="7461" y="2688"/>
                  </a:lnTo>
                  <a:lnTo>
                    <a:pt x="7461" y="2688"/>
                  </a:lnTo>
                  <a:lnTo>
                    <a:pt x="7361" y="2367"/>
                  </a:lnTo>
                  <a:lnTo>
                    <a:pt x="7240" y="2046"/>
                  </a:lnTo>
                  <a:lnTo>
                    <a:pt x="7100" y="1745"/>
                  </a:lnTo>
                  <a:lnTo>
                    <a:pt x="6919" y="1464"/>
                  </a:lnTo>
                  <a:lnTo>
                    <a:pt x="6699" y="1203"/>
                  </a:lnTo>
                  <a:lnTo>
                    <a:pt x="6478" y="963"/>
                  </a:lnTo>
                  <a:lnTo>
                    <a:pt x="6217" y="722"/>
                  </a:lnTo>
                  <a:lnTo>
                    <a:pt x="5937" y="522"/>
                  </a:lnTo>
                  <a:lnTo>
                    <a:pt x="5636" y="361"/>
                  </a:lnTo>
                  <a:lnTo>
                    <a:pt x="5315" y="221"/>
                  </a:lnTo>
                  <a:lnTo>
                    <a:pt x="4974" y="121"/>
                  </a:lnTo>
                  <a:lnTo>
                    <a:pt x="4633" y="40"/>
                  </a:lnTo>
                  <a:lnTo>
                    <a:pt x="4272" y="0"/>
                  </a:lnTo>
                  <a:lnTo>
                    <a:pt x="3891" y="0"/>
                  </a:lnTo>
                  <a:lnTo>
                    <a:pt x="3510" y="60"/>
                  </a:lnTo>
                  <a:lnTo>
                    <a:pt x="3129" y="141"/>
                  </a:lnTo>
                  <a:lnTo>
                    <a:pt x="3129" y="141"/>
                  </a:lnTo>
                  <a:lnTo>
                    <a:pt x="2808" y="261"/>
                  </a:lnTo>
                  <a:lnTo>
                    <a:pt x="2507" y="381"/>
                  </a:lnTo>
                  <a:lnTo>
                    <a:pt x="2207" y="522"/>
                  </a:lnTo>
                  <a:lnTo>
                    <a:pt x="1946" y="702"/>
                  </a:lnTo>
                  <a:lnTo>
                    <a:pt x="1665" y="883"/>
                  </a:lnTo>
                  <a:lnTo>
                    <a:pt x="1424" y="1103"/>
                  </a:lnTo>
                  <a:lnTo>
                    <a:pt x="1184" y="1324"/>
                  </a:lnTo>
                  <a:lnTo>
                    <a:pt x="983" y="1544"/>
                  </a:lnTo>
                  <a:lnTo>
                    <a:pt x="783" y="1805"/>
                  </a:lnTo>
                  <a:lnTo>
                    <a:pt x="602" y="2066"/>
                  </a:lnTo>
                  <a:lnTo>
                    <a:pt x="442" y="2327"/>
                  </a:lnTo>
                  <a:lnTo>
                    <a:pt x="301" y="2607"/>
                  </a:lnTo>
                  <a:lnTo>
                    <a:pt x="201" y="2888"/>
                  </a:lnTo>
                  <a:lnTo>
                    <a:pt x="121" y="3189"/>
                  </a:lnTo>
                  <a:lnTo>
                    <a:pt x="41" y="3470"/>
                  </a:lnTo>
                  <a:lnTo>
                    <a:pt x="21" y="377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32"/>
            <p:cNvSpPr/>
            <p:nvPr/>
          </p:nvSpPr>
          <p:spPr>
            <a:xfrm>
              <a:off x="10942475" y="3194400"/>
              <a:ext cx="176000" cy="321400"/>
            </a:xfrm>
            <a:custGeom>
              <a:avLst/>
              <a:gdLst/>
              <a:ahLst/>
              <a:cxnLst/>
              <a:rect l="l" t="t" r="r" b="b"/>
              <a:pathLst>
                <a:path w="7040" h="12856" extrusionOk="0">
                  <a:moveTo>
                    <a:pt x="6859" y="1"/>
                  </a:moveTo>
                  <a:lnTo>
                    <a:pt x="6438" y="21"/>
                  </a:lnTo>
                  <a:lnTo>
                    <a:pt x="6037" y="81"/>
                  </a:lnTo>
                  <a:lnTo>
                    <a:pt x="5616" y="141"/>
                  </a:lnTo>
                  <a:lnTo>
                    <a:pt x="5195" y="262"/>
                  </a:lnTo>
                  <a:lnTo>
                    <a:pt x="4673" y="442"/>
                  </a:lnTo>
                  <a:lnTo>
                    <a:pt x="4172" y="643"/>
                  </a:lnTo>
                  <a:lnTo>
                    <a:pt x="3691" y="903"/>
                  </a:lnTo>
                  <a:lnTo>
                    <a:pt x="3209" y="1184"/>
                  </a:lnTo>
                  <a:lnTo>
                    <a:pt x="2768" y="1485"/>
                  </a:lnTo>
                  <a:lnTo>
                    <a:pt x="2367" y="1846"/>
                  </a:lnTo>
                  <a:lnTo>
                    <a:pt x="1966" y="2207"/>
                  </a:lnTo>
                  <a:lnTo>
                    <a:pt x="1605" y="2608"/>
                  </a:lnTo>
                  <a:lnTo>
                    <a:pt x="1284" y="3009"/>
                  </a:lnTo>
                  <a:lnTo>
                    <a:pt x="983" y="3450"/>
                  </a:lnTo>
                  <a:lnTo>
                    <a:pt x="723" y="3891"/>
                  </a:lnTo>
                  <a:lnTo>
                    <a:pt x="502" y="4373"/>
                  </a:lnTo>
                  <a:lnTo>
                    <a:pt x="302" y="4834"/>
                  </a:lnTo>
                  <a:lnTo>
                    <a:pt x="161" y="5335"/>
                  </a:lnTo>
                  <a:lnTo>
                    <a:pt x="61" y="5817"/>
                  </a:lnTo>
                  <a:lnTo>
                    <a:pt x="1" y="6318"/>
                  </a:lnTo>
                  <a:lnTo>
                    <a:pt x="1" y="6819"/>
                  </a:lnTo>
                  <a:lnTo>
                    <a:pt x="21" y="7401"/>
                  </a:lnTo>
                  <a:lnTo>
                    <a:pt x="81" y="7942"/>
                  </a:lnTo>
                  <a:lnTo>
                    <a:pt x="181" y="8484"/>
                  </a:lnTo>
                  <a:lnTo>
                    <a:pt x="342" y="9005"/>
                  </a:lnTo>
                  <a:lnTo>
                    <a:pt x="542" y="9507"/>
                  </a:lnTo>
                  <a:lnTo>
                    <a:pt x="763" y="9988"/>
                  </a:lnTo>
                  <a:lnTo>
                    <a:pt x="1044" y="10429"/>
                  </a:lnTo>
                  <a:lnTo>
                    <a:pt x="1344" y="10850"/>
                  </a:lnTo>
                  <a:lnTo>
                    <a:pt x="1505" y="11051"/>
                  </a:lnTo>
                  <a:lnTo>
                    <a:pt x="1685" y="11231"/>
                  </a:lnTo>
                  <a:lnTo>
                    <a:pt x="1866" y="11412"/>
                  </a:lnTo>
                  <a:lnTo>
                    <a:pt x="2066" y="11592"/>
                  </a:lnTo>
                  <a:lnTo>
                    <a:pt x="2267" y="11753"/>
                  </a:lnTo>
                  <a:lnTo>
                    <a:pt x="2488" y="11893"/>
                  </a:lnTo>
                  <a:lnTo>
                    <a:pt x="2688" y="12054"/>
                  </a:lnTo>
                  <a:lnTo>
                    <a:pt x="2929" y="12174"/>
                  </a:lnTo>
                  <a:lnTo>
                    <a:pt x="3149" y="12294"/>
                  </a:lnTo>
                  <a:lnTo>
                    <a:pt x="3410" y="12415"/>
                  </a:lnTo>
                  <a:lnTo>
                    <a:pt x="3651" y="12515"/>
                  </a:lnTo>
                  <a:lnTo>
                    <a:pt x="3911" y="12615"/>
                  </a:lnTo>
                  <a:lnTo>
                    <a:pt x="4172" y="12695"/>
                  </a:lnTo>
                  <a:lnTo>
                    <a:pt x="4453" y="12756"/>
                  </a:lnTo>
                  <a:lnTo>
                    <a:pt x="4734" y="12816"/>
                  </a:lnTo>
                  <a:lnTo>
                    <a:pt x="5014" y="12856"/>
                  </a:lnTo>
                  <a:lnTo>
                    <a:pt x="5215" y="12294"/>
                  </a:lnTo>
                  <a:lnTo>
                    <a:pt x="5415" y="11753"/>
                  </a:lnTo>
                  <a:lnTo>
                    <a:pt x="5616" y="11211"/>
                  </a:lnTo>
                  <a:lnTo>
                    <a:pt x="5857" y="10690"/>
                  </a:lnTo>
                  <a:lnTo>
                    <a:pt x="5536" y="10590"/>
                  </a:lnTo>
                  <a:lnTo>
                    <a:pt x="5235" y="10469"/>
                  </a:lnTo>
                  <a:lnTo>
                    <a:pt x="4954" y="10329"/>
                  </a:lnTo>
                  <a:lnTo>
                    <a:pt x="4694" y="10169"/>
                  </a:lnTo>
                  <a:lnTo>
                    <a:pt x="4453" y="9988"/>
                  </a:lnTo>
                  <a:lnTo>
                    <a:pt x="4232" y="9767"/>
                  </a:lnTo>
                  <a:lnTo>
                    <a:pt x="4032" y="9547"/>
                  </a:lnTo>
                  <a:lnTo>
                    <a:pt x="3851" y="9306"/>
                  </a:lnTo>
                  <a:lnTo>
                    <a:pt x="3691" y="9045"/>
                  </a:lnTo>
                  <a:lnTo>
                    <a:pt x="3570" y="8765"/>
                  </a:lnTo>
                  <a:lnTo>
                    <a:pt x="3450" y="8464"/>
                  </a:lnTo>
                  <a:lnTo>
                    <a:pt x="3350" y="8163"/>
                  </a:lnTo>
                  <a:lnTo>
                    <a:pt x="3290" y="7842"/>
                  </a:lnTo>
                  <a:lnTo>
                    <a:pt x="3250" y="7521"/>
                  </a:lnTo>
                  <a:lnTo>
                    <a:pt x="3230" y="7180"/>
                  </a:lnTo>
                  <a:lnTo>
                    <a:pt x="3250" y="6839"/>
                  </a:lnTo>
                  <a:lnTo>
                    <a:pt x="3290" y="6478"/>
                  </a:lnTo>
                  <a:lnTo>
                    <a:pt x="3370" y="6138"/>
                  </a:lnTo>
                  <a:lnTo>
                    <a:pt x="3350" y="5696"/>
                  </a:lnTo>
                  <a:lnTo>
                    <a:pt x="3370" y="5235"/>
                  </a:lnTo>
                  <a:lnTo>
                    <a:pt x="3430" y="4794"/>
                  </a:lnTo>
                  <a:lnTo>
                    <a:pt x="3510" y="4353"/>
                  </a:lnTo>
                  <a:lnTo>
                    <a:pt x="3631" y="3932"/>
                  </a:lnTo>
                  <a:lnTo>
                    <a:pt x="3791" y="3510"/>
                  </a:lnTo>
                  <a:lnTo>
                    <a:pt x="3972" y="3089"/>
                  </a:lnTo>
                  <a:lnTo>
                    <a:pt x="4172" y="2688"/>
                  </a:lnTo>
                  <a:lnTo>
                    <a:pt x="4413" y="2307"/>
                  </a:lnTo>
                  <a:lnTo>
                    <a:pt x="4673" y="1926"/>
                  </a:lnTo>
                  <a:lnTo>
                    <a:pt x="4954" y="1585"/>
                  </a:lnTo>
                  <a:lnTo>
                    <a:pt x="5275" y="1244"/>
                  </a:lnTo>
                  <a:lnTo>
                    <a:pt x="5596" y="903"/>
                  </a:lnTo>
                  <a:lnTo>
                    <a:pt x="5957" y="603"/>
                  </a:lnTo>
                  <a:lnTo>
                    <a:pt x="6338" y="322"/>
                  </a:lnTo>
                  <a:lnTo>
                    <a:pt x="6739" y="81"/>
                  </a:lnTo>
                  <a:lnTo>
                    <a:pt x="6779" y="101"/>
                  </a:lnTo>
                  <a:lnTo>
                    <a:pt x="6839" y="101"/>
                  </a:lnTo>
                  <a:lnTo>
                    <a:pt x="6940" y="81"/>
                  </a:lnTo>
                  <a:lnTo>
                    <a:pt x="7040" y="21"/>
                  </a:lnTo>
                  <a:lnTo>
                    <a:pt x="6859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32"/>
            <p:cNvSpPr/>
            <p:nvPr/>
          </p:nvSpPr>
          <p:spPr>
            <a:xfrm>
              <a:off x="10942475" y="3194400"/>
              <a:ext cx="176000" cy="321400"/>
            </a:xfrm>
            <a:custGeom>
              <a:avLst/>
              <a:gdLst/>
              <a:ahLst/>
              <a:cxnLst/>
              <a:rect l="l" t="t" r="r" b="b"/>
              <a:pathLst>
                <a:path w="7040" h="12856" fill="none" extrusionOk="0">
                  <a:moveTo>
                    <a:pt x="6859" y="1"/>
                  </a:moveTo>
                  <a:lnTo>
                    <a:pt x="6859" y="1"/>
                  </a:lnTo>
                  <a:lnTo>
                    <a:pt x="6438" y="21"/>
                  </a:lnTo>
                  <a:lnTo>
                    <a:pt x="6037" y="81"/>
                  </a:lnTo>
                  <a:lnTo>
                    <a:pt x="5616" y="141"/>
                  </a:lnTo>
                  <a:lnTo>
                    <a:pt x="5195" y="262"/>
                  </a:lnTo>
                  <a:lnTo>
                    <a:pt x="5195" y="262"/>
                  </a:lnTo>
                  <a:lnTo>
                    <a:pt x="4673" y="442"/>
                  </a:lnTo>
                  <a:lnTo>
                    <a:pt x="4172" y="643"/>
                  </a:lnTo>
                  <a:lnTo>
                    <a:pt x="3691" y="903"/>
                  </a:lnTo>
                  <a:lnTo>
                    <a:pt x="3209" y="1184"/>
                  </a:lnTo>
                  <a:lnTo>
                    <a:pt x="2768" y="1485"/>
                  </a:lnTo>
                  <a:lnTo>
                    <a:pt x="2367" y="1846"/>
                  </a:lnTo>
                  <a:lnTo>
                    <a:pt x="1966" y="2207"/>
                  </a:lnTo>
                  <a:lnTo>
                    <a:pt x="1605" y="2608"/>
                  </a:lnTo>
                  <a:lnTo>
                    <a:pt x="1284" y="3009"/>
                  </a:lnTo>
                  <a:lnTo>
                    <a:pt x="983" y="3450"/>
                  </a:lnTo>
                  <a:lnTo>
                    <a:pt x="723" y="3891"/>
                  </a:lnTo>
                  <a:lnTo>
                    <a:pt x="502" y="4373"/>
                  </a:lnTo>
                  <a:lnTo>
                    <a:pt x="302" y="4834"/>
                  </a:lnTo>
                  <a:lnTo>
                    <a:pt x="161" y="5335"/>
                  </a:lnTo>
                  <a:lnTo>
                    <a:pt x="61" y="5817"/>
                  </a:lnTo>
                  <a:lnTo>
                    <a:pt x="1" y="6318"/>
                  </a:lnTo>
                  <a:lnTo>
                    <a:pt x="1" y="6318"/>
                  </a:lnTo>
                  <a:lnTo>
                    <a:pt x="1" y="6819"/>
                  </a:lnTo>
                  <a:lnTo>
                    <a:pt x="1" y="6819"/>
                  </a:lnTo>
                  <a:lnTo>
                    <a:pt x="21" y="7401"/>
                  </a:lnTo>
                  <a:lnTo>
                    <a:pt x="81" y="7942"/>
                  </a:lnTo>
                  <a:lnTo>
                    <a:pt x="181" y="8484"/>
                  </a:lnTo>
                  <a:lnTo>
                    <a:pt x="342" y="9005"/>
                  </a:lnTo>
                  <a:lnTo>
                    <a:pt x="542" y="9507"/>
                  </a:lnTo>
                  <a:lnTo>
                    <a:pt x="763" y="9988"/>
                  </a:lnTo>
                  <a:lnTo>
                    <a:pt x="1044" y="10429"/>
                  </a:lnTo>
                  <a:lnTo>
                    <a:pt x="1344" y="10850"/>
                  </a:lnTo>
                  <a:lnTo>
                    <a:pt x="1505" y="11051"/>
                  </a:lnTo>
                  <a:lnTo>
                    <a:pt x="1685" y="11231"/>
                  </a:lnTo>
                  <a:lnTo>
                    <a:pt x="1866" y="11412"/>
                  </a:lnTo>
                  <a:lnTo>
                    <a:pt x="2066" y="11592"/>
                  </a:lnTo>
                  <a:lnTo>
                    <a:pt x="2267" y="11753"/>
                  </a:lnTo>
                  <a:lnTo>
                    <a:pt x="2488" y="11893"/>
                  </a:lnTo>
                  <a:lnTo>
                    <a:pt x="2688" y="12054"/>
                  </a:lnTo>
                  <a:lnTo>
                    <a:pt x="2929" y="12174"/>
                  </a:lnTo>
                  <a:lnTo>
                    <a:pt x="3149" y="12294"/>
                  </a:lnTo>
                  <a:lnTo>
                    <a:pt x="3410" y="12415"/>
                  </a:lnTo>
                  <a:lnTo>
                    <a:pt x="3651" y="12515"/>
                  </a:lnTo>
                  <a:lnTo>
                    <a:pt x="3911" y="12615"/>
                  </a:lnTo>
                  <a:lnTo>
                    <a:pt x="4172" y="12695"/>
                  </a:lnTo>
                  <a:lnTo>
                    <a:pt x="4453" y="12756"/>
                  </a:lnTo>
                  <a:lnTo>
                    <a:pt x="4734" y="12816"/>
                  </a:lnTo>
                  <a:lnTo>
                    <a:pt x="5014" y="12856"/>
                  </a:lnTo>
                  <a:lnTo>
                    <a:pt x="5014" y="12856"/>
                  </a:lnTo>
                  <a:lnTo>
                    <a:pt x="5215" y="12294"/>
                  </a:lnTo>
                  <a:lnTo>
                    <a:pt x="5415" y="11753"/>
                  </a:lnTo>
                  <a:lnTo>
                    <a:pt x="5616" y="11211"/>
                  </a:lnTo>
                  <a:lnTo>
                    <a:pt x="5857" y="10690"/>
                  </a:lnTo>
                  <a:lnTo>
                    <a:pt x="5857" y="10690"/>
                  </a:lnTo>
                  <a:lnTo>
                    <a:pt x="5536" y="10590"/>
                  </a:lnTo>
                  <a:lnTo>
                    <a:pt x="5235" y="10469"/>
                  </a:lnTo>
                  <a:lnTo>
                    <a:pt x="4954" y="10329"/>
                  </a:lnTo>
                  <a:lnTo>
                    <a:pt x="4694" y="10169"/>
                  </a:lnTo>
                  <a:lnTo>
                    <a:pt x="4453" y="9988"/>
                  </a:lnTo>
                  <a:lnTo>
                    <a:pt x="4232" y="9767"/>
                  </a:lnTo>
                  <a:lnTo>
                    <a:pt x="4032" y="9547"/>
                  </a:lnTo>
                  <a:lnTo>
                    <a:pt x="3851" y="9306"/>
                  </a:lnTo>
                  <a:lnTo>
                    <a:pt x="3691" y="9045"/>
                  </a:lnTo>
                  <a:lnTo>
                    <a:pt x="3570" y="8765"/>
                  </a:lnTo>
                  <a:lnTo>
                    <a:pt x="3450" y="8464"/>
                  </a:lnTo>
                  <a:lnTo>
                    <a:pt x="3350" y="8163"/>
                  </a:lnTo>
                  <a:lnTo>
                    <a:pt x="3290" y="7842"/>
                  </a:lnTo>
                  <a:lnTo>
                    <a:pt x="3250" y="7521"/>
                  </a:lnTo>
                  <a:lnTo>
                    <a:pt x="3230" y="7180"/>
                  </a:lnTo>
                  <a:lnTo>
                    <a:pt x="3250" y="6839"/>
                  </a:lnTo>
                  <a:lnTo>
                    <a:pt x="3250" y="6839"/>
                  </a:lnTo>
                  <a:lnTo>
                    <a:pt x="3290" y="6478"/>
                  </a:lnTo>
                  <a:lnTo>
                    <a:pt x="3370" y="6138"/>
                  </a:lnTo>
                  <a:lnTo>
                    <a:pt x="3370" y="6138"/>
                  </a:lnTo>
                  <a:lnTo>
                    <a:pt x="3350" y="5696"/>
                  </a:lnTo>
                  <a:lnTo>
                    <a:pt x="3370" y="5235"/>
                  </a:lnTo>
                  <a:lnTo>
                    <a:pt x="3430" y="4794"/>
                  </a:lnTo>
                  <a:lnTo>
                    <a:pt x="3510" y="4353"/>
                  </a:lnTo>
                  <a:lnTo>
                    <a:pt x="3631" y="3932"/>
                  </a:lnTo>
                  <a:lnTo>
                    <a:pt x="3791" y="3510"/>
                  </a:lnTo>
                  <a:lnTo>
                    <a:pt x="3972" y="3089"/>
                  </a:lnTo>
                  <a:lnTo>
                    <a:pt x="4172" y="2688"/>
                  </a:lnTo>
                  <a:lnTo>
                    <a:pt x="4413" y="2307"/>
                  </a:lnTo>
                  <a:lnTo>
                    <a:pt x="4673" y="1926"/>
                  </a:lnTo>
                  <a:lnTo>
                    <a:pt x="4954" y="1585"/>
                  </a:lnTo>
                  <a:lnTo>
                    <a:pt x="5275" y="1244"/>
                  </a:lnTo>
                  <a:lnTo>
                    <a:pt x="5596" y="903"/>
                  </a:lnTo>
                  <a:lnTo>
                    <a:pt x="5957" y="603"/>
                  </a:lnTo>
                  <a:lnTo>
                    <a:pt x="6338" y="322"/>
                  </a:lnTo>
                  <a:lnTo>
                    <a:pt x="6739" y="81"/>
                  </a:lnTo>
                  <a:lnTo>
                    <a:pt x="6739" y="81"/>
                  </a:lnTo>
                  <a:lnTo>
                    <a:pt x="6779" y="101"/>
                  </a:lnTo>
                  <a:lnTo>
                    <a:pt x="6839" y="101"/>
                  </a:lnTo>
                  <a:lnTo>
                    <a:pt x="6839" y="101"/>
                  </a:lnTo>
                  <a:lnTo>
                    <a:pt x="6940" y="81"/>
                  </a:lnTo>
                  <a:lnTo>
                    <a:pt x="7040" y="21"/>
                  </a:lnTo>
                  <a:lnTo>
                    <a:pt x="7040" y="21"/>
                  </a:lnTo>
                  <a:lnTo>
                    <a:pt x="685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32"/>
            <p:cNvSpPr/>
            <p:nvPr/>
          </p:nvSpPr>
          <p:spPr>
            <a:xfrm>
              <a:off x="11023200" y="3347825"/>
              <a:ext cx="69225" cy="113825"/>
            </a:xfrm>
            <a:custGeom>
              <a:avLst/>
              <a:gdLst/>
              <a:ahLst/>
              <a:cxnLst/>
              <a:rect l="l" t="t" r="r" b="b"/>
              <a:pathLst>
                <a:path w="2769" h="4553" extrusionOk="0">
                  <a:moveTo>
                    <a:pt x="141" y="1"/>
                  </a:moveTo>
                  <a:lnTo>
                    <a:pt x="61" y="341"/>
                  </a:lnTo>
                  <a:lnTo>
                    <a:pt x="21" y="702"/>
                  </a:lnTo>
                  <a:lnTo>
                    <a:pt x="1" y="1043"/>
                  </a:lnTo>
                  <a:lnTo>
                    <a:pt x="21" y="1384"/>
                  </a:lnTo>
                  <a:lnTo>
                    <a:pt x="61" y="1705"/>
                  </a:lnTo>
                  <a:lnTo>
                    <a:pt x="121" y="2026"/>
                  </a:lnTo>
                  <a:lnTo>
                    <a:pt x="221" y="2327"/>
                  </a:lnTo>
                  <a:lnTo>
                    <a:pt x="341" y="2628"/>
                  </a:lnTo>
                  <a:lnTo>
                    <a:pt x="462" y="2908"/>
                  </a:lnTo>
                  <a:lnTo>
                    <a:pt x="622" y="3169"/>
                  </a:lnTo>
                  <a:lnTo>
                    <a:pt x="803" y="3410"/>
                  </a:lnTo>
                  <a:lnTo>
                    <a:pt x="1003" y="3630"/>
                  </a:lnTo>
                  <a:lnTo>
                    <a:pt x="1224" y="3851"/>
                  </a:lnTo>
                  <a:lnTo>
                    <a:pt x="1465" y="4032"/>
                  </a:lnTo>
                  <a:lnTo>
                    <a:pt x="1725" y="4192"/>
                  </a:lnTo>
                  <a:lnTo>
                    <a:pt x="2006" y="4332"/>
                  </a:lnTo>
                  <a:lnTo>
                    <a:pt x="2307" y="4453"/>
                  </a:lnTo>
                  <a:lnTo>
                    <a:pt x="2628" y="4553"/>
                  </a:lnTo>
                  <a:lnTo>
                    <a:pt x="2768" y="4212"/>
                  </a:lnTo>
                  <a:lnTo>
                    <a:pt x="2507" y="4072"/>
                  </a:lnTo>
                  <a:lnTo>
                    <a:pt x="2267" y="3911"/>
                  </a:lnTo>
                  <a:lnTo>
                    <a:pt x="2026" y="3751"/>
                  </a:lnTo>
                  <a:lnTo>
                    <a:pt x="1805" y="3570"/>
                  </a:lnTo>
                  <a:lnTo>
                    <a:pt x="1585" y="3390"/>
                  </a:lnTo>
                  <a:lnTo>
                    <a:pt x="1384" y="3169"/>
                  </a:lnTo>
                  <a:lnTo>
                    <a:pt x="1204" y="2949"/>
                  </a:lnTo>
                  <a:lnTo>
                    <a:pt x="1043" y="2708"/>
                  </a:lnTo>
                  <a:lnTo>
                    <a:pt x="843" y="2367"/>
                  </a:lnTo>
                  <a:lnTo>
                    <a:pt x="682" y="2046"/>
                  </a:lnTo>
                  <a:lnTo>
                    <a:pt x="542" y="1705"/>
                  </a:lnTo>
                  <a:lnTo>
                    <a:pt x="402" y="1364"/>
                  </a:lnTo>
                  <a:lnTo>
                    <a:pt x="301" y="1023"/>
                  </a:lnTo>
                  <a:lnTo>
                    <a:pt x="241" y="682"/>
                  </a:lnTo>
                  <a:lnTo>
                    <a:pt x="181" y="341"/>
                  </a:lnTo>
                  <a:lnTo>
                    <a:pt x="14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32"/>
            <p:cNvSpPr/>
            <p:nvPr/>
          </p:nvSpPr>
          <p:spPr>
            <a:xfrm>
              <a:off x="11593750" y="3194400"/>
              <a:ext cx="315875" cy="322925"/>
            </a:xfrm>
            <a:custGeom>
              <a:avLst/>
              <a:gdLst/>
              <a:ahLst/>
              <a:cxnLst/>
              <a:rect l="l" t="t" r="r" b="b"/>
              <a:pathLst>
                <a:path w="12635" h="12917" extrusionOk="0">
                  <a:moveTo>
                    <a:pt x="5816" y="1"/>
                  </a:moveTo>
                  <a:lnTo>
                    <a:pt x="5516" y="21"/>
                  </a:lnTo>
                  <a:lnTo>
                    <a:pt x="5195" y="41"/>
                  </a:lnTo>
                  <a:lnTo>
                    <a:pt x="4894" y="81"/>
                  </a:lnTo>
                  <a:lnTo>
                    <a:pt x="4613" y="121"/>
                  </a:lnTo>
                  <a:lnTo>
                    <a:pt x="4312" y="201"/>
                  </a:lnTo>
                  <a:lnTo>
                    <a:pt x="4031" y="282"/>
                  </a:lnTo>
                  <a:lnTo>
                    <a:pt x="3751" y="382"/>
                  </a:lnTo>
                  <a:lnTo>
                    <a:pt x="3490" y="482"/>
                  </a:lnTo>
                  <a:lnTo>
                    <a:pt x="3229" y="603"/>
                  </a:lnTo>
                  <a:lnTo>
                    <a:pt x="2969" y="743"/>
                  </a:lnTo>
                  <a:lnTo>
                    <a:pt x="2728" y="903"/>
                  </a:lnTo>
                  <a:lnTo>
                    <a:pt x="2487" y="1064"/>
                  </a:lnTo>
                  <a:lnTo>
                    <a:pt x="2267" y="1224"/>
                  </a:lnTo>
                  <a:lnTo>
                    <a:pt x="2046" y="1405"/>
                  </a:lnTo>
                  <a:lnTo>
                    <a:pt x="1825" y="1605"/>
                  </a:lnTo>
                  <a:lnTo>
                    <a:pt x="1625" y="1806"/>
                  </a:lnTo>
                  <a:lnTo>
                    <a:pt x="1444" y="2006"/>
                  </a:lnTo>
                  <a:lnTo>
                    <a:pt x="1264" y="2227"/>
                  </a:lnTo>
                  <a:lnTo>
                    <a:pt x="1083" y="2448"/>
                  </a:lnTo>
                  <a:lnTo>
                    <a:pt x="943" y="2688"/>
                  </a:lnTo>
                  <a:lnTo>
                    <a:pt x="783" y="2929"/>
                  </a:lnTo>
                  <a:lnTo>
                    <a:pt x="662" y="3190"/>
                  </a:lnTo>
                  <a:lnTo>
                    <a:pt x="542" y="3430"/>
                  </a:lnTo>
                  <a:lnTo>
                    <a:pt x="422" y="3691"/>
                  </a:lnTo>
                  <a:lnTo>
                    <a:pt x="341" y="3952"/>
                  </a:lnTo>
                  <a:lnTo>
                    <a:pt x="261" y="4232"/>
                  </a:lnTo>
                  <a:lnTo>
                    <a:pt x="181" y="4493"/>
                  </a:lnTo>
                  <a:lnTo>
                    <a:pt x="121" y="4854"/>
                  </a:lnTo>
                  <a:lnTo>
                    <a:pt x="61" y="5195"/>
                  </a:lnTo>
                  <a:lnTo>
                    <a:pt x="41" y="5556"/>
                  </a:lnTo>
                  <a:lnTo>
                    <a:pt x="21" y="5897"/>
                  </a:lnTo>
                  <a:lnTo>
                    <a:pt x="1" y="6238"/>
                  </a:lnTo>
                  <a:lnTo>
                    <a:pt x="21" y="6599"/>
                  </a:lnTo>
                  <a:lnTo>
                    <a:pt x="61" y="6940"/>
                  </a:lnTo>
                  <a:lnTo>
                    <a:pt x="101" y="7281"/>
                  </a:lnTo>
                  <a:lnTo>
                    <a:pt x="161" y="7622"/>
                  </a:lnTo>
                  <a:lnTo>
                    <a:pt x="221" y="7963"/>
                  </a:lnTo>
                  <a:lnTo>
                    <a:pt x="321" y="8283"/>
                  </a:lnTo>
                  <a:lnTo>
                    <a:pt x="422" y="8624"/>
                  </a:lnTo>
                  <a:lnTo>
                    <a:pt x="542" y="8925"/>
                  </a:lnTo>
                  <a:lnTo>
                    <a:pt x="682" y="9246"/>
                  </a:lnTo>
                  <a:lnTo>
                    <a:pt x="843" y="9547"/>
                  </a:lnTo>
                  <a:lnTo>
                    <a:pt x="1003" y="9848"/>
                  </a:lnTo>
                  <a:lnTo>
                    <a:pt x="1184" y="10128"/>
                  </a:lnTo>
                  <a:lnTo>
                    <a:pt x="1384" y="10409"/>
                  </a:lnTo>
                  <a:lnTo>
                    <a:pt x="1605" y="10670"/>
                  </a:lnTo>
                  <a:lnTo>
                    <a:pt x="1825" y="10931"/>
                  </a:lnTo>
                  <a:lnTo>
                    <a:pt x="2066" y="11171"/>
                  </a:lnTo>
                  <a:lnTo>
                    <a:pt x="2327" y="11392"/>
                  </a:lnTo>
                  <a:lnTo>
                    <a:pt x="2608" y="11612"/>
                  </a:lnTo>
                  <a:lnTo>
                    <a:pt x="2888" y="11813"/>
                  </a:lnTo>
                  <a:lnTo>
                    <a:pt x="3189" y="12014"/>
                  </a:lnTo>
                  <a:lnTo>
                    <a:pt x="3510" y="12174"/>
                  </a:lnTo>
                  <a:lnTo>
                    <a:pt x="3831" y="12334"/>
                  </a:lnTo>
                  <a:lnTo>
                    <a:pt x="4192" y="12475"/>
                  </a:lnTo>
                  <a:lnTo>
                    <a:pt x="4553" y="12595"/>
                  </a:lnTo>
                  <a:lnTo>
                    <a:pt x="4914" y="12695"/>
                  </a:lnTo>
                  <a:lnTo>
                    <a:pt x="5315" y="12776"/>
                  </a:lnTo>
                  <a:lnTo>
                    <a:pt x="5716" y="12856"/>
                  </a:lnTo>
                  <a:lnTo>
                    <a:pt x="6137" y="12896"/>
                  </a:lnTo>
                  <a:lnTo>
                    <a:pt x="6558" y="12916"/>
                  </a:lnTo>
                  <a:lnTo>
                    <a:pt x="6959" y="12916"/>
                  </a:lnTo>
                  <a:lnTo>
                    <a:pt x="7361" y="12896"/>
                  </a:lnTo>
                  <a:lnTo>
                    <a:pt x="7742" y="12836"/>
                  </a:lnTo>
                  <a:lnTo>
                    <a:pt x="8103" y="12776"/>
                  </a:lnTo>
                  <a:lnTo>
                    <a:pt x="8464" y="12695"/>
                  </a:lnTo>
                  <a:lnTo>
                    <a:pt x="8804" y="12575"/>
                  </a:lnTo>
                  <a:lnTo>
                    <a:pt x="9145" y="12455"/>
                  </a:lnTo>
                  <a:lnTo>
                    <a:pt x="9466" y="12294"/>
                  </a:lnTo>
                  <a:lnTo>
                    <a:pt x="9767" y="12134"/>
                  </a:lnTo>
                  <a:lnTo>
                    <a:pt x="10068" y="11953"/>
                  </a:lnTo>
                  <a:lnTo>
                    <a:pt x="10349" y="11753"/>
                  </a:lnTo>
                  <a:lnTo>
                    <a:pt x="10609" y="11552"/>
                  </a:lnTo>
                  <a:lnTo>
                    <a:pt x="10850" y="11312"/>
                  </a:lnTo>
                  <a:lnTo>
                    <a:pt x="11091" y="11071"/>
                  </a:lnTo>
                  <a:lnTo>
                    <a:pt x="11291" y="10830"/>
                  </a:lnTo>
                  <a:lnTo>
                    <a:pt x="11472" y="10590"/>
                  </a:lnTo>
                  <a:lnTo>
                    <a:pt x="11652" y="10349"/>
                  </a:lnTo>
                  <a:lnTo>
                    <a:pt x="11813" y="10088"/>
                  </a:lnTo>
                  <a:lnTo>
                    <a:pt x="11953" y="9808"/>
                  </a:lnTo>
                  <a:lnTo>
                    <a:pt x="12093" y="9527"/>
                  </a:lnTo>
                  <a:lnTo>
                    <a:pt x="12214" y="9226"/>
                  </a:lnTo>
                  <a:lnTo>
                    <a:pt x="12314" y="8945"/>
                  </a:lnTo>
                  <a:lnTo>
                    <a:pt x="12394" y="8624"/>
                  </a:lnTo>
                  <a:lnTo>
                    <a:pt x="12474" y="8324"/>
                  </a:lnTo>
                  <a:lnTo>
                    <a:pt x="12535" y="8003"/>
                  </a:lnTo>
                  <a:lnTo>
                    <a:pt x="12595" y="7662"/>
                  </a:lnTo>
                  <a:lnTo>
                    <a:pt x="12615" y="7341"/>
                  </a:lnTo>
                  <a:lnTo>
                    <a:pt x="12635" y="7000"/>
                  </a:lnTo>
                  <a:lnTo>
                    <a:pt x="12635" y="6659"/>
                  </a:lnTo>
                  <a:lnTo>
                    <a:pt x="12615" y="6318"/>
                  </a:lnTo>
                  <a:lnTo>
                    <a:pt x="12575" y="5877"/>
                  </a:lnTo>
                  <a:lnTo>
                    <a:pt x="12494" y="5436"/>
                  </a:lnTo>
                  <a:lnTo>
                    <a:pt x="12374" y="5015"/>
                  </a:lnTo>
                  <a:lnTo>
                    <a:pt x="12214" y="4593"/>
                  </a:lnTo>
                  <a:lnTo>
                    <a:pt x="12033" y="4172"/>
                  </a:lnTo>
                  <a:lnTo>
                    <a:pt x="11833" y="3771"/>
                  </a:lnTo>
                  <a:lnTo>
                    <a:pt x="11592" y="3370"/>
                  </a:lnTo>
                  <a:lnTo>
                    <a:pt x="11331" y="2989"/>
                  </a:lnTo>
                  <a:lnTo>
                    <a:pt x="11030" y="2628"/>
                  </a:lnTo>
                  <a:lnTo>
                    <a:pt x="10730" y="2267"/>
                  </a:lnTo>
                  <a:lnTo>
                    <a:pt x="10389" y="1946"/>
                  </a:lnTo>
                  <a:lnTo>
                    <a:pt x="10028" y="1625"/>
                  </a:lnTo>
                  <a:lnTo>
                    <a:pt x="9647" y="1345"/>
                  </a:lnTo>
                  <a:lnTo>
                    <a:pt x="9246" y="1084"/>
                  </a:lnTo>
                  <a:lnTo>
                    <a:pt x="8825" y="843"/>
                  </a:lnTo>
                  <a:lnTo>
                    <a:pt x="8403" y="623"/>
                  </a:lnTo>
                  <a:lnTo>
                    <a:pt x="7922" y="422"/>
                  </a:lnTo>
                  <a:lnTo>
                    <a:pt x="7421" y="262"/>
                  </a:lnTo>
                  <a:lnTo>
                    <a:pt x="7100" y="161"/>
                  </a:lnTo>
                  <a:lnTo>
                    <a:pt x="6779" y="101"/>
                  </a:lnTo>
                  <a:lnTo>
                    <a:pt x="6458" y="61"/>
                  </a:lnTo>
                  <a:lnTo>
                    <a:pt x="6137" y="21"/>
                  </a:lnTo>
                  <a:lnTo>
                    <a:pt x="58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32"/>
            <p:cNvSpPr/>
            <p:nvPr/>
          </p:nvSpPr>
          <p:spPr>
            <a:xfrm>
              <a:off x="11593750" y="3194400"/>
              <a:ext cx="315875" cy="322925"/>
            </a:xfrm>
            <a:custGeom>
              <a:avLst/>
              <a:gdLst/>
              <a:ahLst/>
              <a:cxnLst/>
              <a:rect l="l" t="t" r="r" b="b"/>
              <a:pathLst>
                <a:path w="12635" h="12917" fill="none" extrusionOk="0">
                  <a:moveTo>
                    <a:pt x="11091" y="11071"/>
                  </a:moveTo>
                  <a:lnTo>
                    <a:pt x="11091" y="11071"/>
                  </a:lnTo>
                  <a:lnTo>
                    <a:pt x="10850" y="11312"/>
                  </a:lnTo>
                  <a:lnTo>
                    <a:pt x="10609" y="11552"/>
                  </a:lnTo>
                  <a:lnTo>
                    <a:pt x="10349" y="11753"/>
                  </a:lnTo>
                  <a:lnTo>
                    <a:pt x="10068" y="11953"/>
                  </a:lnTo>
                  <a:lnTo>
                    <a:pt x="9767" y="12134"/>
                  </a:lnTo>
                  <a:lnTo>
                    <a:pt x="9466" y="12294"/>
                  </a:lnTo>
                  <a:lnTo>
                    <a:pt x="9145" y="12455"/>
                  </a:lnTo>
                  <a:lnTo>
                    <a:pt x="8804" y="12575"/>
                  </a:lnTo>
                  <a:lnTo>
                    <a:pt x="8464" y="12695"/>
                  </a:lnTo>
                  <a:lnTo>
                    <a:pt x="8103" y="12776"/>
                  </a:lnTo>
                  <a:lnTo>
                    <a:pt x="7742" y="12836"/>
                  </a:lnTo>
                  <a:lnTo>
                    <a:pt x="7361" y="12896"/>
                  </a:lnTo>
                  <a:lnTo>
                    <a:pt x="6959" y="12916"/>
                  </a:lnTo>
                  <a:lnTo>
                    <a:pt x="6558" y="12916"/>
                  </a:lnTo>
                  <a:lnTo>
                    <a:pt x="6137" y="12896"/>
                  </a:lnTo>
                  <a:lnTo>
                    <a:pt x="5716" y="12856"/>
                  </a:lnTo>
                  <a:lnTo>
                    <a:pt x="5716" y="12856"/>
                  </a:lnTo>
                  <a:lnTo>
                    <a:pt x="5315" y="12776"/>
                  </a:lnTo>
                  <a:lnTo>
                    <a:pt x="4914" y="12695"/>
                  </a:lnTo>
                  <a:lnTo>
                    <a:pt x="4553" y="12595"/>
                  </a:lnTo>
                  <a:lnTo>
                    <a:pt x="4192" y="12475"/>
                  </a:lnTo>
                  <a:lnTo>
                    <a:pt x="3831" y="12334"/>
                  </a:lnTo>
                  <a:lnTo>
                    <a:pt x="3510" y="12174"/>
                  </a:lnTo>
                  <a:lnTo>
                    <a:pt x="3189" y="12014"/>
                  </a:lnTo>
                  <a:lnTo>
                    <a:pt x="2888" y="11813"/>
                  </a:lnTo>
                  <a:lnTo>
                    <a:pt x="2608" y="11612"/>
                  </a:lnTo>
                  <a:lnTo>
                    <a:pt x="2327" y="11392"/>
                  </a:lnTo>
                  <a:lnTo>
                    <a:pt x="2066" y="11171"/>
                  </a:lnTo>
                  <a:lnTo>
                    <a:pt x="1825" y="10931"/>
                  </a:lnTo>
                  <a:lnTo>
                    <a:pt x="1605" y="10670"/>
                  </a:lnTo>
                  <a:lnTo>
                    <a:pt x="1384" y="10409"/>
                  </a:lnTo>
                  <a:lnTo>
                    <a:pt x="1184" y="10128"/>
                  </a:lnTo>
                  <a:lnTo>
                    <a:pt x="1003" y="9848"/>
                  </a:lnTo>
                  <a:lnTo>
                    <a:pt x="843" y="9547"/>
                  </a:lnTo>
                  <a:lnTo>
                    <a:pt x="682" y="9246"/>
                  </a:lnTo>
                  <a:lnTo>
                    <a:pt x="542" y="8925"/>
                  </a:lnTo>
                  <a:lnTo>
                    <a:pt x="422" y="8624"/>
                  </a:lnTo>
                  <a:lnTo>
                    <a:pt x="321" y="8283"/>
                  </a:lnTo>
                  <a:lnTo>
                    <a:pt x="221" y="7963"/>
                  </a:lnTo>
                  <a:lnTo>
                    <a:pt x="161" y="7622"/>
                  </a:lnTo>
                  <a:lnTo>
                    <a:pt x="101" y="7281"/>
                  </a:lnTo>
                  <a:lnTo>
                    <a:pt x="61" y="6940"/>
                  </a:lnTo>
                  <a:lnTo>
                    <a:pt x="21" y="6599"/>
                  </a:lnTo>
                  <a:lnTo>
                    <a:pt x="1" y="6238"/>
                  </a:lnTo>
                  <a:lnTo>
                    <a:pt x="21" y="5897"/>
                  </a:lnTo>
                  <a:lnTo>
                    <a:pt x="41" y="5556"/>
                  </a:lnTo>
                  <a:lnTo>
                    <a:pt x="61" y="5195"/>
                  </a:lnTo>
                  <a:lnTo>
                    <a:pt x="121" y="4854"/>
                  </a:lnTo>
                  <a:lnTo>
                    <a:pt x="181" y="4493"/>
                  </a:lnTo>
                  <a:lnTo>
                    <a:pt x="181" y="4493"/>
                  </a:lnTo>
                  <a:lnTo>
                    <a:pt x="261" y="4232"/>
                  </a:lnTo>
                  <a:lnTo>
                    <a:pt x="341" y="3952"/>
                  </a:lnTo>
                  <a:lnTo>
                    <a:pt x="422" y="3691"/>
                  </a:lnTo>
                  <a:lnTo>
                    <a:pt x="542" y="3430"/>
                  </a:lnTo>
                  <a:lnTo>
                    <a:pt x="662" y="3190"/>
                  </a:lnTo>
                  <a:lnTo>
                    <a:pt x="783" y="2929"/>
                  </a:lnTo>
                  <a:lnTo>
                    <a:pt x="943" y="2688"/>
                  </a:lnTo>
                  <a:lnTo>
                    <a:pt x="1083" y="2448"/>
                  </a:lnTo>
                  <a:lnTo>
                    <a:pt x="1264" y="2227"/>
                  </a:lnTo>
                  <a:lnTo>
                    <a:pt x="1444" y="2006"/>
                  </a:lnTo>
                  <a:lnTo>
                    <a:pt x="1625" y="1806"/>
                  </a:lnTo>
                  <a:lnTo>
                    <a:pt x="1825" y="1605"/>
                  </a:lnTo>
                  <a:lnTo>
                    <a:pt x="2046" y="1405"/>
                  </a:lnTo>
                  <a:lnTo>
                    <a:pt x="2267" y="1224"/>
                  </a:lnTo>
                  <a:lnTo>
                    <a:pt x="2487" y="1064"/>
                  </a:lnTo>
                  <a:lnTo>
                    <a:pt x="2728" y="903"/>
                  </a:lnTo>
                  <a:lnTo>
                    <a:pt x="2969" y="743"/>
                  </a:lnTo>
                  <a:lnTo>
                    <a:pt x="3229" y="603"/>
                  </a:lnTo>
                  <a:lnTo>
                    <a:pt x="3490" y="482"/>
                  </a:lnTo>
                  <a:lnTo>
                    <a:pt x="3751" y="382"/>
                  </a:lnTo>
                  <a:lnTo>
                    <a:pt x="4031" y="282"/>
                  </a:lnTo>
                  <a:lnTo>
                    <a:pt x="4312" y="201"/>
                  </a:lnTo>
                  <a:lnTo>
                    <a:pt x="4613" y="121"/>
                  </a:lnTo>
                  <a:lnTo>
                    <a:pt x="4894" y="81"/>
                  </a:lnTo>
                  <a:lnTo>
                    <a:pt x="5195" y="41"/>
                  </a:lnTo>
                  <a:lnTo>
                    <a:pt x="5516" y="21"/>
                  </a:lnTo>
                  <a:lnTo>
                    <a:pt x="5816" y="1"/>
                  </a:lnTo>
                  <a:lnTo>
                    <a:pt x="6137" y="21"/>
                  </a:lnTo>
                  <a:lnTo>
                    <a:pt x="6458" y="61"/>
                  </a:lnTo>
                  <a:lnTo>
                    <a:pt x="6779" y="101"/>
                  </a:lnTo>
                  <a:lnTo>
                    <a:pt x="7100" y="161"/>
                  </a:lnTo>
                  <a:lnTo>
                    <a:pt x="7421" y="262"/>
                  </a:lnTo>
                  <a:lnTo>
                    <a:pt x="7421" y="262"/>
                  </a:lnTo>
                  <a:lnTo>
                    <a:pt x="7922" y="422"/>
                  </a:lnTo>
                  <a:lnTo>
                    <a:pt x="8403" y="623"/>
                  </a:lnTo>
                  <a:lnTo>
                    <a:pt x="8403" y="623"/>
                  </a:lnTo>
                  <a:lnTo>
                    <a:pt x="8825" y="843"/>
                  </a:lnTo>
                  <a:lnTo>
                    <a:pt x="9246" y="1084"/>
                  </a:lnTo>
                  <a:lnTo>
                    <a:pt x="9647" y="1345"/>
                  </a:lnTo>
                  <a:lnTo>
                    <a:pt x="10028" y="1625"/>
                  </a:lnTo>
                  <a:lnTo>
                    <a:pt x="10389" y="1946"/>
                  </a:lnTo>
                  <a:lnTo>
                    <a:pt x="10730" y="2267"/>
                  </a:lnTo>
                  <a:lnTo>
                    <a:pt x="11030" y="2628"/>
                  </a:lnTo>
                  <a:lnTo>
                    <a:pt x="11331" y="2989"/>
                  </a:lnTo>
                  <a:lnTo>
                    <a:pt x="11592" y="3370"/>
                  </a:lnTo>
                  <a:lnTo>
                    <a:pt x="11833" y="3771"/>
                  </a:lnTo>
                  <a:lnTo>
                    <a:pt x="12033" y="4172"/>
                  </a:lnTo>
                  <a:lnTo>
                    <a:pt x="12214" y="4593"/>
                  </a:lnTo>
                  <a:lnTo>
                    <a:pt x="12374" y="5015"/>
                  </a:lnTo>
                  <a:lnTo>
                    <a:pt x="12494" y="5436"/>
                  </a:lnTo>
                  <a:lnTo>
                    <a:pt x="12575" y="5877"/>
                  </a:lnTo>
                  <a:lnTo>
                    <a:pt x="12615" y="6318"/>
                  </a:lnTo>
                  <a:lnTo>
                    <a:pt x="12615" y="6318"/>
                  </a:lnTo>
                  <a:lnTo>
                    <a:pt x="12635" y="6659"/>
                  </a:lnTo>
                  <a:lnTo>
                    <a:pt x="12635" y="7000"/>
                  </a:lnTo>
                  <a:lnTo>
                    <a:pt x="12615" y="7341"/>
                  </a:lnTo>
                  <a:lnTo>
                    <a:pt x="12595" y="7662"/>
                  </a:lnTo>
                  <a:lnTo>
                    <a:pt x="12535" y="8003"/>
                  </a:lnTo>
                  <a:lnTo>
                    <a:pt x="12474" y="8324"/>
                  </a:lnTo>
                  <a:lnTo>
                    <a:pt x="12394" y="8624"/>
                  </a:lnTo>
                  <a:lnTo>
                    <a:pt x="12314" y="8945"/>
                  </a:lnTo>
                  <a:lnTo>
                    <a:pt x="12214" y="9226"/>
                  </a:lnTo>
                  <a:lnTo>
                    <a:pt x="12093" y="9527"/>
                  </a:lnTo>
                  <a:lnTo>
                    <a:pt x="11953" y="9808"/>
                  </a:lnTo>
                  <a:lnTo>
                    <a:pt x="11813" y="10088"/>
                  </a:lnTo>
                  <a:lnTo>
                    <a:pt x="11652" y="10349"/>
                  </a:lnTo>
                  <a:lnTo>
                    <a:pt x="11472" y="10590"/>
                  </a:lnTo>
                  <a:lnTo>
                    <a:pt x="11291" y="10830"/>
                  </a:lnTo>
                  <a:lnTo>
                    <a:pt x="11091" y="1107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32"/>
            <p:cNvSpPr/>
            <p:nvPr/>
          </p:nvSpPr>
          <p:spPr>
            <a:xfrm>
              <a:off x="11639875" y="3271125"/>
              <a:ext cx="188550" cy="193050"/>
            </a:xfrm>
            <a:custGeom>
              <a:avLst/>
              <a:gdLst/>
              <a:ahLst/>
              <a:cxnLst/>
              <a:rect l="l" t="t" r="r" b="b"/>
              <a:pathLst>
                <a:path w="7542" h="7722" extrusionOk="0">
                  <a:moveTo>
                    <a:pt x="3289" y="0"/>
                  </a:moveTo>
                  <a:lnTo>
                    <a:pt x="2928" y="40"/>
                  </a:lnTo>
                  <a:lnTo>
                    <a:pt x="2568" y="121"/>
                  </a:lnTo>
                  <a:lnTo>
                    <a:pt x="2227" y="221"/>
                  </a:lnTo>
                  <a:lnTo>
                    <a:pt x="1926" y="361"/>
                  </a:lnTo>
                  <a:lnTo>
                    <a:pt x="1625" y="522"/>
                  </a:lnTo>
                  <a:lnTo>
                    <a:pt x="1344" y="722"/>
                  </a:lnTo>
                  <a:lnTo>
                    <a:pt x="1083" y="963"/>
                  </a:lnTo>
                  <a:lnTo>
                    <a:pt x="843" y="1203"/>
                  </a:lnTo>
                  <a:lnTo>
                    <a:pt x="642" y="1464"/>
                  </a:lnTo>
                  <a:lnTo>
                    <a:pt x="462" y="1745"/>
                  </a:lnTo>
                  <a:lnTo>
                    <a:pt x="301" y="2046"/>
                  </a:lnTo>
                  <a:lnTo>
                    <a:pt x="181" y="2367"/>
                  </a:lnTo>
                  <a:lnTo>
                    <a:pt x="101" y="2688"/>
                  </a:lnTo>
                  <a:lnTo>
                    <a:pt x="21" y="3109"/>
                  </a:lnTo>
                  <a:lnTo>
                    <a:pt x="1" y="3530"/>
                  </a:lnTo>
                  <a:lnTo>
                    <a:pt x="1" y="3951"/>
                  </a:lnTo>
                  <a:lnTo>
                    <a:pt x="41" y="4352"/>
                  </a:lnTo>
                  <a:lnTo>
                    <a:pt x="121" y="4753"/>
                  </a:lnTo>
                  <a:lnTo>
                    <a:pt x="241" y="5154"/>
                  </a:lnTo>
                  <a:lnTo>
                    <a:pt x="402" y="5535"/>
                  </a:lnTo>
                  <a:lnTo>
                    <a:pt x="582" y="5876"/>
                  </a:lnTo>
                  <a:lnTo>
                    <a:pt x="823" y="6217"/>
                  </a:lnTo>
                  <a:lnTo>
                    <a:pt x="1083" y="6538"/>
                  </a:lnTo>
                  <a:lnTo>
                    <a:pt x="1384" y="6819"/>
                  </a:lnTo>
                  <a:lnTo>
                    <a:pt x="1545" y="6939"/>
                  </a:lnTo>
                  <a:lnTo>
                    <a:pt x="1725" y="7059"/>
                  </a:lnTo>
                  <a:lnTo>
                    <a:pt x="1906" y="7180"/>
                  </a:lnTo>
                  <a:lnTo>
                    <a:pt x="2086" y="7280"/>
                  </a:lnTo>
                  <a:lnTo>
                    <a:pt x="2287" y="7380"/>
                  </a:lnTo>
                  <a:lnTo>
                    <a:pt x="2487" y="7461"/>
                  </a:lnTo>
                  <a:lnTo>
                    <a:pt x="2708" y="7521"/>
                  </a:lnTo>
                  <a:lnTo>
                    <a:pt x="2928" y="7581"/>
                  </a:lnTo>
                  <a:lnTo>
                    <a:pt x="3169" y="7641"/>
                  </a:lnTo>
                  <a:lnTo>
                    <a:pt x="3410" y="7681"/>
                  </a:lnTo>
                  <a:lnTo>
                    <a:pt x="3650" y="7701"/>
                  </a:lnTo>
                  <a:lnTo>
                    <a:pt x="3891" y="7721"/>
                  </a:lnTo>
                  <a:lnTo>
                    <a:pt x="4112" y="7721"/>
                  </a:lnTo>
                  <a:lnTo>
                    <a:pt x="4332" y="7701"/>
                  </a:lnTo>
                  <a:lnTo>
                    <a:pt x="4553" y="7681"/>
                  </a:lnTo>
                  <a:lnTo>
                    <a:pt x="4774" y="7641"/>
                  </a:lnTo>
                  <a:lnTo>
                    <a:pt x="4974" y="7601"/>
                  </a:lnTo>
                  <a:lnTo>
                    <a:pt x="5175" y="7541"/>
                  </a:lnTo>
                  <a:lnTo>
                    <a:pt x="5375" y="7481"/>
                  </a:lnTo>
                  <a:lnTo>
                    <a:pt x="5556" y="7400"/>
                  </a:lnTo>
                  <a:lnTo>
                    <a:pt x="5897" y="7220"/>
                  </a:lnTo>
                  <a:lnTo>
                    <a:pt x="6217" y="6999"/>
                  </a:lnTo>
                  <a:lnTo>
                    <a:pt x="6498" y="6739"/>
                  </a:lnTo>
                  <a:lnTo>
                    <a:pt x="6759" y="6458"/>
                  </a:lnTo>
                  <a:lnTo>
                    <a:pt x="6980" y="6137"/>
                  </a:lnTo>
                  <a:lnTo>
                    <a:pt x="7180" y="5796"/>
                  </a:lnTo>
                  <a:lnTo>
                    <a:pt x="7320" y="5415"/>
                  </a:lnTo>
                  <a:lnTo>
                    <a:pt x="7441" y="5034"/>
                  </a:lnTo>
                  <a:lnTo>
                    <a:pt x="7501" y="4633"/>
                  </a:lnTo>
                  <a:lnTo>
                    <a:pt x="7541" y="4212"/>
                  </a:lnTo>
                  <a:lnTo>
                    <a:pt x="7541" y="3770"/>
                  </a:lnTo>
                  <a:lnTo>
                    <a:pt x="7501" y="3470"/>
                  </a:lnTo>
                  <a:lnTo>
                    <a:pt x="7441" y="3189"/>
                  </a:lnTo>
                  <a:lnTo>
                    <a:pt x="7361" y="2888"/>
                  </a:lnTo>
                  <a:lnTo>
                    <a:pt x="7240" y="2607"/>
                  </a:lnTo>
                  <a:lnTo>
                    <a:pt x="7100" y="2327"/>
                  </a:lnTo>
                  <a:lnTo>
                    <a:pt x="6959" y="2066"/>
                  </a:lnTo>
                  <a:lnTo>
                    <a:pt x="6779" y="1805"/>
                  </a:lnTo>
                  <a:lnTo>
                    <a:pt x="6578" y="1544"/>
                  </a:lnTo>
                  <a:lnTo>
                    <a:pt x="6358" y="1324"/>
                  </a:lnTo>
                  <a:lnTo>
                    <a:pt x="6117" y="1103"/>
                  </a:lnTo>
                  <a:lnTo>
                    <a:pt x="5877" y="883"/>
                  </a:lnTo>
                  <a:lnTo>
                    <a:pt x="5616" y="702"/>
                  </a:lnTo>
                  <a:lnTo>
                    <a:pt x="5335" y="522"/>
                  </a:lnTo>
                  <a:lnTo>
                    <a:pt x="5034" y="381"/>
                  </a:lnTo>
                  <a:lnTo>
                    <a:pt x="4733" y="261"/>
                  </a:lnTo>
                  <a:lnTo>
                    <a:pt x="4433" y="141"/>
                  </a:lnTo>
                  <a:lnTo>
                    <a:pt x="4031" y="60"/>
                  </a:lnTo>
                  <a:lnTo>
                    <a:pt x="36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32"/>
            <p:cNvSpPr/>
            <p:nvPr/>
          </p:nvSpPr>
          <p:spPr>
            <a:xfrm>
              <a:off x="11639875" y="3271125"/>
              <a:ext cx="188550" cy="193050"/>
            </a:xfrm>
            <a:custGeom>
              <a:avLst/>
              <a:gdLst/>
              <a:ahLst/>
              <a:cxnLst/>
              <a:rect l="l" t="t" r="r" b="b"/>
              <a:pathLst>
                <a:path w="7542" h="7722" fill="none" extrusionOk="0">
                  <a:moveTo>
                    <a:pt x="7541" y="3770"/>
                  </a:moveTo>
                  <a:lnTo>
                    <a:pt x="7541" y="3770"/>
                  </a:lnTo>
                  <a:lnTo>
                    <a:pt x="7541" y="4212"/>
                  </a:lnTo>
                  <a:lnTo>
                    <a:pt x="7501" y="4633"/>
                  </a:lnTo>
                  <a:lnTo>
                    <a:pt x="7441" y="5034"/>
                  </a:lnTo>
                  <a:lnTo>
                    <a:pt x="7320" y="5415"/>
                  </a:lnTo>
                  <a:lnTo>
                    <a:pt x="7180" y="5796"/>
                  </a:lnTo>
                  <a:lnTo>
                    <a:pt x="6980" y="6137"/>
                  </a:lnTo>
                  <a:lnTo>
                    <a:pt x="6759" y="6458"/>
                  </a:lnTo>
                  <a:lnTo>
                    <a:pt x="6498" y="6739"/>
                  </a:lnTo>
                  <a:lnTo>
                    <a:pt x="6217" y="6999"/>
                  </a:lnTo>
                  <a:lnTo>
                    <a:pt x="5897" y="7220"/>
                  </a:lnTo>
                  <a:lnTo>
                    <a:pt x="5556" y="7400"/>
                  </a:lnTo>
                  <a:lnTo>
                    <a:pt x="5375" y="7481"/>
                  </a:lnTo>
                  <a:lnTo>
                    <a:pt x="5175" y="7541"/>
                  </a:lnTo>
                  <a:lnTo>
                    <a:pt x="4974" y="7601"/>
                  </a:lnTo>
                  <a:lnTo>
                    <a:pt x="4774" y="7641"/>
                  </a:lnTo>
                  <a:lnTo>
                    <a:pt x="4553" y="7681"/>
                  </a:lnTo>
                  <a:lnTo>
                    <a:pt x="4332" y="7701"/>
                  </a:lnTo>
                  <a:lnTo>
                    <a:pt x="4112" y="7721"/>
                  </a:lnTo>
                  <a:lnTo>
                    <a:pt x="3891" y="7721"/>
                  </a:lnTo>
                  <a:lnTo>
                    <a:pt x="3650" y="7701"/>
                  </a:lnTo>
                  <a:lnTo>
                    <a:pt x="3410" y="7681"/>
                  </a:lnTo>
                  <a:lnTo>
                    <a:pt x="3410" y="7681"/>
                  </a:lnTo>
                  <a:lnTo>
                    <a:pt x="3169" y="7641"/>
                  </a:lnTo>
                  <a:lnTo>
                    <a:pt x="2928" y="7581"/>
                  </a:lnTo>
                  <a:lnTo>
                    <a:pt x="2708" y="7521"/>
                  </a:lnTo>
                  <a:lnTo>
                    <a:pt x="2487" y="7461"/>
                  </a:lnTo>
                  <a:lnTo>
                    <a:pt x="2287" y="7380"/>
                  </a:lnTo>
                  <a:lnTo>
                    <a:pt x="2086" y="7280"/>
                  </a:lnTo>
                  <a:lnTo>
                    <a:pt x="1906" y="7180"/>
                  </a:lnTo>
                  <a:lnTo>
                    <a:pt x="1725" y="7059"/>
                  </a:lnTo>
                  <a:lnTo>
                    <a:pt x="1545" y="6939"/>
                  </a:lnTo>
                  <a:lnTo>
                    <a:pt x="1384" y="6819"/>
                  </a:lnTo>
                  <a:lnTo>
                    <a:pt x="1083" y="6538"/>
                  </a:lnTo>
                  <a:lnTo>
                    <a:pt x="823" y="6217"/>
                  </a:lnTo>
                  <a:lnTo>
                    <a:pt x="582" y="5876"/>
                  </a:lnTo>
                  <a:lnTo>
                    <a:pt x="402" y="5535"/>
                  </a:lnTo>
                  <a:lnTo>
                    <a:pt x="241" y="5154"/>
                  </a:lnTo>
                  <a:lnTo>
                    <a:pt x="121" y="4753"/>
                  </a:lnTo>
                  <a:lnTo>
                    <a:pt x="41" y="4352"/>
                  </a:lnTo>
                  <a:lnTo>
                    <a:pt x="1" y="3951"/>
                  </a:lnTo>
                  <a:lnTo>
                    <a:pt x="1" y="3530"/>
                  </a:lnTo>
                  <a:lnTo>
                    <a:pt x="21" y="3109"/>
                  </a:lnTo>
                  <a:lnTo>
                    <a:pt x="101" y="2688"/>
                  </a:lnTo>
                  <a:lnTo>
                    <a:pt x="101" y="2688"/>
                  </a:lnTo>
                  <a:lnTo>
                    <a:pt x="181" y="2367"/>
                  </a:lnTo>
                  <a:lnTo>
                    <a:pt x="301" y="2046"/>
                  </a:lnTo>
                  <a:lnTo>
                    <a:pt x="462" y="1745"/>
                  </a:lnTo>
                  <a:lnTo>
                    <a:pt x="642" y="1464"/>
                  </a:lnTo>
                  <a:lnTo>
                    <a:pt x="843" y="1203"/>
                  </a:lnTo>
                  <a:lnTo>
                    <a:pt x="1083" y="963"/>
                  </a:lnTo>
                  <a:lnTo>
                    <a:pt x="1344" y="722"/>
                  </a:lnTo>
                  <a:lnTo>
                    <a:pt x="1625" y="522"/>
                  </a:lnTo>
                  <a:lnTo>
                    <a:pt x="1926" y="361"/>
                  </a:lnTo>
                  <a:lnTo>
                    <a:pt x="2227" y="221"/>
                  </a:lnTo>
                  <a:lnTo>
                    <a:pt x="2568" y="121"/>
                  </a:lnTo>
                  <a:lnTo>
                    <a:pt x="2928" y="40"/>
                  </a:lnTo>
                  <a:lnTo>
                    <a:pt x="3289" y="0"/>
                  </a:lnTo>
                  <a:lnTo>
                    <a:pt x="3650" y="0"/>
                  </a:lnTo>
                  <a:lnTo>
                    <a:pt x="4031" y="60"/>
                  </a:lnTo>
                  <a:lnTo>
                    <a:pt x="4433" y="141"/>
                  </a:lnTo>
                  <a:lnTo>
                    <a:pt x="4433" y="141"/>
                  </a:lnTo>
                  <a:lnTo>
                    <a:pt x="4733" y="261"/>
                  </a:lnTo>
                  <a:lnTo>
                    <a:pt x="5034" y="381"/>
                  </a:lnTo>
                  <a:lnTo>
                    <a:pt x="5335" y="522"/>
                  </a:lnTo>
                  <a:lnTo>
                    <a:pt x="5616" y="702"/>
                  </a:lnTo>
                  <a:lnTo>
                    <a:pt x="5877" y="883"/>
                  </a:lnTo>
                  <a:lnTo>
                    <a:pt x="6117" y="1103"/>
                  </a:lnTo>
                  <a:lnTo>
                    <a:pt x="6358" y="1324"/>
                  </a:lnTo>
                  <a:lnTo>
                    <a:pt x="6578" y="1544"/>
                  </a:lnTo>
                  <a:lnTo>
                    <a:pt x="6779" y="1805"/>
                  </a:lnTo>
                  <a:lnTo>
                    <a:pt x="6959" y="2066"/>
                  </a:lnTo>
                  <a:lnTo>
                    <a:pt x="7100" y="2327"/>
                  </a:lnTo>
                  <a:lnTo>
                    <a:pt x="7240" y="2607"/>
                  </a:lnTo>
                  <a:lnTo>
                    <a:pt x="7361" y="2888"/>
                  </a:lnTo>
                  <a:lnTo>
                    <a:pt x="7441" y="3189"/>
                  </a:lnTo>
                  <a:lnTo>
                    <a:pt x="7501" y="3470"/>
                  </a:lnTo>
                  <a:lnTo>
                    <a:pt x="7541" y="377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32"/>
            <p:cNvSpPr/>
            <p:nvPr/>
          </p:nvSpPr>
          <p:spPr>
            <a:xfrm>
              <a:off x="11601775" y="3194400"/>
              <a:ext cx="269250" cy="321900"/>
            </a:xfrm>
            <a:custGeom>
              <a:avLst/>
              <a:gdLst/>
              <a:ahLst/>
              <a:cxnLst/>
              <a:rect l="l" t="t" r="r" b="b"/>
              <a:pathLst>
                <a:path w="10770" h="12876" extrusionOk="0">
                  <a:moveTo>
                    <a:pt x="5415" y="1"/>
                  </a:moveTo>
                  <a:lnTo>
                    <a:pt x="4934" y="21"/>
                  </a:lnTo>
                  <a:lnTo>
                    <a:pt x="4473" y="81"/>
                  </a:lnTo>
                  <a:lnTo>
                    <a:pt x="4011" y="181"/>
                  </a:lnTo>
                  <a:lnTo>
                    <a:pt x="3590" y="322"/>
                  </a:lnTo>
                  <a:lnTo>
                    <a:pt x="3169" y="482"/>
                  </a:lnTo>
                  <a:lnTo>
                    <a:pt x="2748" y="683"/>
                  </a:lnTo>
                  <a:lnTo>
                    <a:pt x="2367" y="923"/>
                  </a:lnTo>
                  <a:lnTo>
                    <a:pt x="2006" y="1164"/>
                  </a:lnTo>
                  <a:lnTo>
                    <a:pt x="1665" y="1465"/>
                  </a:lnTo>
                  <a:lnTo>
                    <a:pt x="1344" y="1766"/>
                  </a:lnTo>
                  <a:lnTo>
                    <a:pt x="1043" y="2087"/>
                  </a:lnTo>
                  <a:lnTo>
                    <a:pt x="783" y="2448"/>
                  </a:lnTo>
                  <a:lnTo>
                    <a:pt x="542" y="2809"/>
                  </a:lnTo>
                  <a:lnTo>
                    <a:pt x="321" y="3190"/>
                  </a:lnTo>
                  <a:lnTo>
                    <a:pt x="141" y="3591"/>
                  </a:lnTo>
                  <a:lnTo>
                    <a:pt x="0" y="3992"/>
                  </a:lnTo>
                  <a:lnTo>
                    <a:pt x="502" y="4212"/>
                  </a:lnTo>
                  <a:lnTo>
                    <a:pt x="983" y="4453"/>
                  </a:lnTo>
                  <a:lnTo>
                    <a:pt x="1444" y="4694"/>
                  </a:lnTo>
                  <a:lnTo>
                    <a:pt x="1906" y="4954"/>
                  </a:lnTo>
                  <a:lnTo>
                    <a:pt x="2066" y="4674"/>
                  </a:lnTo>
                  <a:lnTo>
                    <a:pt x="2247" y="4413"/>
                  </a:lnTo>
                  <a:lnTo>
                    <a:pt x="2467" y="4172"/>
                  </a:lnTo>
                  <a:lnTo>
                    <a:pt x="2708" y="3932"/>
                  </a:lnTo>
                  <a:lnTo>
                    <a:pt x="2948" y="3731"/>
                  </a:lnTo>
                  <a:lnTo>
                    <a:pt x="3229" y="3551"/>
                  </a:lnTo>
                  <a:lnTo>
                    <a:pt x="3530" y="3390"/>
                  </a:lnTo>
                  <a:lnTo>
                    <a:pt x="3831" y="3270"/>
                  </a:lnTo>
                  <a:lnTo>
                    <a:pt x="3951" y="3049"/>
                  </a:lnTo>
                  <a:lnTo>
                    <a:pt x="4132" y="2768"/>
                  </a:lnTo>
                  <a:lnTo>
                    <a:pt x="4332" y="2508"/>
                  </a:lnTo>
                  <a:lnTo>
                    <a:pt x="4533" y="2267"/>
                  </a:lnTo>
                  <a:lnTo>
                    <a:pt x="4753" y="2046"/>
                  </a:lnTo>
                  <a:lnTo>
                    <a:pt x="4974" y="1846"/>
                  </a:lnTo>
                  <a:lnTo>
                    <a:pt x="5215" y="1645"/>
                  </a:lnTo>
                  <a:lnTo>
                    <a:pt x="5475" y="1465"/>
                  </a:lnTo>
                  <a:lnTo>
                    <a:pt x="5736" y="1324"/>
                  </a:lnTo>
                  <a:lnTo>
                    <a:pt x="5997" y="1184"/>
                  </a:lnTo>
                  <a:lnTo>
                    <a:pt x="6277" y="1044"/>
                  </a:lnTo>
                  <a:lnTo>
                    <a:pt x="6558" y="943"/>
                  </a:lnTo>
                  <a:lnTo>
                    <a:pt x="6859" y="843"/>
                  </a:lnTo>
                  <a:lnTo>
                    <a:pt x="7160" y="763"/>
                  </a:lnTo>
                  <a:lnTo>
                    <a:pt x="7461" y="703"/>
                  </a:lnTo>
                  <a:lnTo>
                    <a:pt x="7761" y="663"/>
                  </a:lnTo>
                  <a:lnTo>
                    <a:pt x="8082" y="623"/>
                  </a:lnTo>
                  <a:lnTo>
                    <a:pt x="7601" y="422"/>
                  </a:lnTo>
                  <a:lnTo>
                    <a:pt x="7100" y="262"/>
                  </a:lnTo>
                  <a:lnTo>
                    <a:pt x="6679" y="141"/>
                  </a:lnTo>
                  <a:lnTo>
                    <a:pt x="6257" y="61"/>
                  </a:lnTo>
                  <a:lnTo>
                    <a:pt x="5836" y="21"/>
                  </a:lnTo>
                  <a:lnTo>
                    <a:pt x="5415" y="1"/>
                  </a:lnTo>
                  <a:close/>
                  <a:moveTo>
                    <a:pt x="6819" y="10570"/>
                  </a:moveTo>
                  <a:lnTo>
                    <a:pt x="6618" y="10650"/>
                  </a:lnTo>
                  <a:lnTo>
                    <a:pt x="6398" y="10690"/>
                  </a:lnTo>
                  <a:lnTo>
                    <a:pt x="6618" y="11211"/>
                  </a:lnTo>
                  <a:lnTo>
                    <a:pt x="6819" y="11753"/>
                  </a:lnTo>
                  <a:lnTo>
                    <a:pt x="7019" y="12314"/>
                  </a:lnTo>
                  <a:lnTo>
                    <a:pt x="7200" y="12876"/>
                  </a:lnTo>
                  <a:lnTo>
                    <a:pt x="7741" y="12776"/>
                  </a:lnTo>
                  <a:lnTo>
                    <a:pt x="8263" y="12655"/>
                  </a:lnTo>
                  <a:lnTo>
                    <a:pt x="8744" y="12475"/>
                  </a:lnTo>
                  <a:lnTo>
                    <a:pt x="9205" y="12274"/>
                  </a:lnTo>
                  <a:lnTo>
                    <a:pt x="9647" y="12014"/>
                  </a:lnTo>
                  <a:lnTo>
                    <a:pt x="10048" y="11733"/>
                  </a:lnTo>
                  <a:lnTo>
                    <a:pt x="10429" y="11412"/>
                  </a:lnTo>
                  <a:lnTo>
                    <a:pt x="10770" y="11071"/>
                  </a:lnTo>
                  <a:lnTo>
                    <a:pt x="10268" y="11111"/>
                  </a:lnTo>
                  <a:lnTo>
                    <a:pt x="9747" y="11131"/>
                  </a:lnTo>
                  <a:lnTo>
                    <a:pt x="9366" y="11111"/>
                  </a:lnTo>
                  <a:lnTo>
                    <a:pt x="8985" y="11091"/>
                  </a:lnTo>
                  <a:lnTo>
                    <a:pt x="8624" y="11051"/>
                  </a:lnTo>
                  <a:lnTo>
                    <a:pt x="8243" y="10991"/>
                  </a:lnTo>
                  <a:lnTo>
                    <a:pt x="7882" y="10911"/>
                  </a:lnTo>
                  <a:lnTo>
                    <a:pt x="7521" y="10830"/>
                  </a:lnTo>
                  <a:lnTo>
                    <a:pt x="7160" y="10710"/>
                  </a:lnTo>
                  <a:lnTo>
                    <a:pt x="6819" y="1057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32"/>
            <p:cNvSpPr/>
            <p:nvPr/>
          </p:nvSpPr>
          <p:spPr>
            <a:xfrm>
              <a:off x="11761700" y="3458625"/>
              <a:ext cx="109325" cy="57675"/>
            </a:xfrm>
            <a:custGeom>
              <a:avLst/>
              <a:gdLst/>
              <a:ahLst/>
              <a:cxnLst/>
              <a:rect l="l" t="t" r="r" b="b"/>
              <a:pathLst>
                <a:path w="4373" h="2307" fill="none" extrusionOk="0">
                  <a:moveTo>
                    <a:pt x="422" y="1"/>
                  </a:moveTo>
                  <a:lnTo>
                    <a:pt x="422" y="1"/>
                  </a:lnTo>
                  <a:lnTo>
                    <a:pt x="221" y="8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221" y="642"/>
                  </a:lnTo>
                  <a:lnTo>
                    <a:pt x="422" y="1184"/>
                  </a:lnTo>
                  <a:lnTo>
                    <a:pt x="622" y="1745"/>
                  </a:lnTo>
                  <a:lnTo>
                    <a:pt x="803" y="2307"/>
                  </a:lnTo>
                  <a:lnTo>
                    <a:pt x="803" y="2307"/>
                  </a:lnTo>
                  <a:lnTo>
                    <a:pt x="1344" y="2207"/>
                  </a:lnTo>
                  <a:lnTo>
                    <a:pt x="1866" y="2086"/>
                  </a:lnTo>
                  <a:lnTo>
                    <a:pt x="2347" y="1906"/>
                  </a:lnTo>
                  <a:lnTo>
                    <a:pt x="2808" y="1705"/>
                  </a:lnTo>
                  <a:lnTo>
                    <a:pt x="3250" y="1445"/>
                  </a:lnTo>
                  <a:lnTo>
                    <a:pt x="3651" y="1164"/>
                  </a:lnTo>
                  <a:lnTo>
                    <a:pt x="4032" y="843"/>
                  </a:lnTo>
                  <a:lnTo>
                    <a:pt x="4373" y="502"/>
                  </a:lnTo>
                  <a:lnTo>
                    <a:pt x="4373" y="502"/>
                  </a:lnTo>
                  <a:lnTo>
                    <a:pt x="3871" y="542"/>
                  </a:lnTo>
                  <a:lnTo>
                    <a:pt x="3350" y="562"/>
                  </a:lnTo>
                  <a:lnTo>
                    <a:pt x="3350" y="562"/>
                  </a:lnTo>
                  <a:lnTo>
                    <a:pt x="2969" y="542"/>
                  </a:lnTo>
                  <a:lnTo>
                    <a:pt x="2588" y="522"/>
                  </a:lnTo>
                  <a:lnTo>
                    <a:pt x="2227" y="482"/>
                  </a:lnTo>
                  <a:lnTo>
                    <a:pt x="1846" y="422"/>
                  </a:lnTo>
                  <a:lnTo>
                    <a:pt x="1485" y="342"/>
                  </a:lnTo>
                  <a:lnTo>
                    <a:pt x="1124" y="261"/>
                  </a:lnTo>
                  <a:lnTo>
                    <a:pt x="763" y="141"/>
                  </a:lnTo>
                  <a:lnTo>
                    <a:pt x="42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32"/>
            <p:cNvSpPr/>
            <p:nvPr/>
          </p:nvSpPr>
          <p:spPr>
            <a:xfrm>
              <a:off x="11601775" y="3194400"/>
              <a:ext cx="202075" cy="123875"/>
            </a:xfrm>
            <a:custGeom>
              <a:avLst/>
              <a:gdLst/>
              <a:ahLst/>
              <a:cxnLst/>
              <a:rect l="l" t="t" r="r" b="b"/>
              <a:pathLst>
                <a:path w="8083" h="4955" fill="none" extrusionOk="0">
                  <a:moveTo>
                    <a:pt x="5415" y="1"/>
                  </a:moveTo>
                  <a:lnTo>
                    <a:pt x="5415" y="1"/>
                  </a:lnTo>
                  <a:lnTo>
                    <a:pt x="4934" y="21"/>
                  </a:lnTo>
                  <a:lnTo>
                    <a:pt x="4473" y="81"/>
                  </a:lnTo>
                  <a:lnTo>
                    <a:pt x="4011" y="181"/>
                  </a:lnTo>
                  <a:lnTo>
                    <a:pt x="3590" y="322"/>
                  </a:lnTo>
                  <a:lnTo>
                    <a:pt x="3169" y="482"/>
                  </a:lnTo>
                  <a:lnTo>
                    <a:pt x="2748" y="683"/>
                  </a:lnTo>
                  <a:lnTo>
                    <a:pt x="2367" y="923"/>
                  </a:lnTo>
                  <a:lnTo>
                    <a:pt x="2006" y="1164"/>
                  </a:lnTo>
                  <a:lnTo>
                    <a:pt x="1665" y="1465"/>
                  </a:lnTo>
                  <a:lnTo>
                    <a:pt x="1344" y="1766"/>
                  </a:lnTo>
                  <a:lnTo>
                    <a:pt x="1043" y="2087"/>
                  </a:lnTo>
                  <a:lnTo>
                    <a:pt x="783" y="2448"/>
                  </a:lnTo>
                  <a:lnTo>
                    <a:pt x="542" y="2809"/>
                  </a:lnTo>
                  <a:lnTo>
                    <a:pt x="321" y="3190"/>
                  </a:lnTo>
                  <a:lnTo>
                    <a:pt x="141" y="3591"/>
                  </a:lnTo>
                  <a:lnTo>
                    <a:pt x="0" y="3992"/>
                  </a:lnTo>
                  <a:lnTo>
                    <a:pt x="0" y="3992"/>
                  </a:lnTo>
                  <a:lnTo>
                    <a:pt x="502" y="4212"/>
                  </a:lnTo>
                  <a:lnTo>
                    <a:pt x="983" y="4453"/>
                  </a:lnTo>
                  <a:lnTo>
                    <a:pt x="1444" y="4694"/>
                  </a:lnTo>
                  <a:lnTo>
                    <a:pt x="1906" y="4954"/>
                  </a:lnTo>
                  <a:lnTo>
                    <a:pt x="1906" y="4954"/>
                  </a:lnTo>
                  <a:lnTo>
                    <a:pt x="2066" y="4674"/>
                  </a:lnTo>
                  <a:lnTo>
                    <a:pt x="2247" y="4413"/>
                  </a:lnTo>
                  <a:lnTo>
                    <a:pt x="2467" y="4172"/>
                  </a:lnTo>
                  <a:lnTo>
                    <a:pt x="2708" y="3932"/>
                  </a:lnTo>
                  <a:lnTo>
                    <a:pt x="2948" y="3731"/>
                  </a:lnTo>
                  <a:lnTo>
                    <a:pt x="3229" y="3551"/>
                  </a:lnTo>
                  <a:lnTo>
                    <a:pt x="3530" y="3390"/>
                  </a:lnTo>
                  <a:lnTo>
                    <a:pt x="3831" y="3270"/>
                  </a:lnTo>
                  <a:lnTo>
                    <a:pt x="3831" y="3270"/>
                  </a:lnTo>
                  <a:lnTo>
                    <a:pt x="3951" y="3049"/>
                  </a:lnTo>
                  <a:lnTo>
                    <a:pt x="3951" y="3049"/>
                  </a:lnTo>
                  <a:lnTo>
                    <a:pt x="4132" y="2768"/>
                  </a:lnTo>
                  <a:lnTo>
                    <a:pt x="4332" y="2508"/>
                  </a:lnTo>
                  <a:lnTo>
                    <a:pt x="4533" y="2267"/>
                  </a:lnTo>
                  <a:lnTo>
                    <a:pt x="4753" y="2046"/>
                  </a:lnTo>
                  <a:lnTo>
                    <a:pt x="4974" y="1846"/>
                  </a:lnTo>
                  <a:lnTo>
                    <a:pt x="5215" y="1645"/>
                  </a:lnTo>
                  <a:lnTo>
                    <a:pt x="5475" y="1465"/>
                  </a:lnTo>
                  <a:lnTo>
                    <a:pt x="5736" y="1324"/>
                  </a:lnTo>
                  <a:lnTo>
                    <a:pt x="5997" y="1184"/>
                  </a:lnTo>
                  <a:lnTo>
                    <a:pt x="6277" y="1044"/>
                  </a:lnTo>
                  <a:lnTo>
                    <a:pt x="6558" y="943"/>
                  </a:lnTo>
                  <a:lnTo>
                    <a:pt x="6859" y="843"/>
                  </a:lnTo>
                  <a:lnTo>
                    <a:pt x="7160" y="763"/>
                  </a:lnTo>
                  <a:lnTo>
                    <a:pt x="7461" y="703"/>
                  </a:lnTo>
                  <a:lnTo>
                    <a:pt x="7761" y="663"/>
                  </a:lnTo>
                  <a:lnTo>
                    <a:pt x="8082" y="623"/>
                  </a:lnTo>
                  <a:lnTo>
                    <a:pt x="8082" y="623"/>
                  </a:lnTo>
                  <a:lnTo>
                    <a:pt x="7601" y="422"/>
                  </a:lnTo>
                  <a:lnTo>
                    <a:pt x="7100" y="262"/>
                  </a:lnTo>
                  <a:lnTo>
                    <a:pt x="7100" y="262"/>
                  </a:lnTo>
                  <a:lnTo>
                    <a:pt x="6679" y="141"/>
                  </a:lnTo>
                  <a:lnTo>
                    <a:pt x="6257" y="61"/>
                  </a:lnTo>
                  <a:lnTo>
                    <a:pt x="5836" y="21"/>
                  </a:lnTo>
                  <a:lnTo>
                    <a:pt x="541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32"/>
            <p:cNvSpPr/>
            <p:nvPr/>
          </p:nvSpPr>
          <p:spPr>
            <a:xfrm>
              <a:off x="11649400" y="3276125"/>
              <a:ext cx="122850" cy="185525"/>
            </a:xfrm>
            <a:custGeom>
              <a:avLst/>
              <a:gdLst/>
              <a:ahLst/>
              <a:cxnLst/>
              <a:rect l="l" t="t" r="r" b="b"/>
              <a:pathLst>
                <a:path w="4914" h="7421" extrusionOk="0">
                  <a:moveTo>
                    <a:pt x="1926" y="1"/>
                  </a:moveTo>
                  <a:lnTo>
                    <a:pt x="1625" y="121"/>
                  </a:lnTo>
                  <a:lnTo>
                    <a:pt x="1324" y="282"/>
                  </a:lnTo>
                  <a:lnTo>
                    <a:pt x="1043" y="462"/>
                  </a:lnTo>
                  <a:lnTo>
                    <a:pt x="803" y="663"/>
                  </a:lnTo>
                  <a:lnTo>
                    <a:pt x="562" y="903"/>
                  </a:lnTo>
                  <a:lnTo>
                    <a:pt x="342" y="1144"/>
                  </a:lnTo>
                  <a:lnTo>
                    <a:pt x="161" y="1405"/>
                  </a:lnTo>
                  <a:lnTo>
                    <a:pt x="1" y="1685"/>
                  </a:lnTo>
                  <a:lnTo>
                    <a:pt x="362" y="1926"/>
                  </a:lnTo>
                  <a:lnTo>
                    <a:pt x="723" y="2167"/>
                  </a:lnTo>
                  <a:lnTo>
                    <a:pt x="1043" y="2407"/>
                  </a:lnTo>
                  <a:lnTo>
                    <a:pt x="1384" y="2668"/>
                  </a:lnTo>
                  <a:lnTo>
                    <a:pt x="1364" y="2327"/>
                  </a:lnTo>
                  <a:lnTo>
                    <a:pt x="1364" y="1986"/>
                  </a:lnTo>
                  <a:lnTo>
                    <a:pt x="1404" y="1645"/>
                  </a:lnTo>
                  <a:lnTo>
                    <a:pt x="1465" y="1304"/>
                  </a:lnTo>
                  <a:lnTo>
                    <a:pt x="1545" y="963"/>
                  </a:lnTo>
                  <a:lnTo>
                    <a:pt x="1645" y="643"/>
                  </a:lnTo>
                  <a:lnTo>
                    <a:pt x="1785" y="302"/>
                  </a:lnTo>
                  <a:lnTo>
                    <a:pt x="1926" y="1"/>
                  </a:lnTo>
                  <a:close/>
                  <a:moveTo>
                    <a:pt x="4332" y="7020"/>
                  </a:moveTo>
                  <a:lnTo>
                    <a:pt x="4493" y="7421"/>
                  </a:lnTo>
                  <a:lnTo>
                    <a:pt x="4713" y="7381"/>
                  </a:lnTo>
                  <a:lnTo>
                    <a:pt x="4914" y="7301"/>
                  </a:lnTo>
                  <a:lnTo>
                    <a:pt x="4613" y="7180"/>
                  </a:lnTo>
                  <a:lnTo>
                    <a:pt x="4332" y="702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32"/>
            <p:cNvSpPr/>
            <p:nvPr/>
          </p:nvSpPr>
          <p:spPr>
            <a:xfrm>
              <a:off x="11757700" y="3451600"/>
              <a:ext cx="14550" cy="10050"/>
            </a:xfrm>
            <a:custGeom>
              <a:avLst/>
              <a:gdLst/>
              <a:ahLst/>
              <a:cxnLst/>
              <a:rect l="l" t="t" r="r" b="b"/>
              <a:pathLst>
                <a:path w="582" h="402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161" y="402"/>
                  </a:lnTo>
                  <a:lnTo>
                    <a:pt x="161" y="402"/>
                  </a:lnTo>
                  <a:lnTo>
                    <a:pt x="381" y="362"/>
                  </a:lnTo>
                  <a:lnTo>
                    <a:pt x="582" y="282"/>
                  </a:lnTo>
                  <a:lnTo>
                    <a:pt x="582" y="282"/>
                  </a:lnTo>
                  <a:lnTo>
                    <a:pt x="281" y="16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32"/>
            <p:cNvSpPr/>
            <p:nvPr/>
          </p:nvSpPr>
          <p:spPr>
            <a:xfrm>
              <a:off x="11649400" y="3276125"/>
              <a:ext cx="48150" cy="66725"/>
            </a:xfrm>
            <a:custGeom>
              <a:avLst/>
              <a:gdLst/>
              <a:ahLst/>
              <a:cxnLst/>
              <a:rect l="l" t="t" r="r" b="b"/>
              <a:pathLst>
                <a:path w="1926" h="2669" fill="none" extrusionOk="0">
                  <a:moveTo>
                    <a:pt x="1926" y="1"/>
                  </a:moveTo>
                  <a:lnTo>
                    <a:pt x="1926" y="1"/>
                  </a:lnTo>
                  <a:lnTo>
                    <a:pt x="1625" y="121"/>
                  </a:lnTo>
                  <a:lnTo>
                    <a:pt x="1324" y="282"/>
                  </a:lnTo>
                  <a:lnTo>
                    <a:pt x="1043" y="462"/>
                  </a:lnTo>
                  <a:lnTo>
                    <a:pt x="803" y="663"/>
                  </a:lnTo>
                  <a:lnTo>
                    <a:pt x="562" y="903"/>
                  </a:lnTo>
                  <a:lnTo>
                    <a:pt x="342" y="1144"/>
                  </a:lnTo>
                  <a:lnTo>
                    <a:pt x="161" y="1405"/>
                  </a:lnTo>
                  <a:lnTo>
                    <a:pt x="1" y="1685"/>
                  </a:lnTo>
                  <a:lnTo>
                    <a:pt x="1" y="1685"/>
                  </a:lnTo>
                  <a:lnTo>
                    <a:pt x="362" y="1926"/>
                  </a:lnTo>
                  <a:lnTo>
                    <a:pt x="723" y="2167"/>
                  </a:lnTo>
                  <a:lnTo>
                    <a:pt x="1043" y="2407"/>
                  </a:lnTo>
                  <a:lnTo>
                    <a:pt x="1384" y="2668"/>
                  </a:lnTo>
                  <a:lnTo>
                    <a:pt x="1384" y="2668"/>
                  </a:lnTo>
                  <a:lnTo>
                    <a:pt x="1364" y="2327"/>
                  </a:lnTo>
                  <a:lnTo>
                    <a:pt x="1364" y="1986"/>
                  </a:lnTo>
                  <a:lnTo>
                    <a:pt x="1404" y="1645"/>
                  </a:lnTo>
                  <a:lnTo>
                    <a:pt x="1465" y="1304"/>
                  </a:lnTo>
                  <a:lnTo>
                    <a:pt x="1545" y="963"/>
                  </a:lnTo>
                  <a:lnTo>
                    <a:pt x="1645" y="643"/>
                  </a:lnTo>
                  <a:lnTo>
                    <a:pt x="1785" y="302"/>
                  </a:lnTo>
                  <a:lnTo>
                    <a:pt x="192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32"/>
            <p:cNvSpPr/>
            <p:nvPr/>
          </p:nvSpPr>
          <p:spPr>
            <a:xfrm>
              <a:off x="11033225" y="3260600"/>
              <a:ext cx="779150" cy="783650"/>
            </a:xfrm>
            <a:custGeom>
              <a:avLst/>
              <a:gdLst/>
              <a:ahLst/>
              <a:cxnLst/>
              <a:rect l="l" t="t" r="r" b="b"/>
              <a:pathLst>
                <a:path w="31166" h="31346" extrusionOk="0">
                  <a:moveTo>
                    <a:pt x="15021" y="0"/>
                  </a:moveTo>
                  <a:lnTo>
                    <a:pt x="14500" y="20"/>
                  </a:lnTo>
                  <a:lnTo>
                    <a:pt x="13979" y="60"/>
                  </a:lnTo>
                  <a:lnTo>
                    <a:pt x="13457" y="100"/>
                  </a:lnTo>
                  <a:lnTo>
                    <a:pt x="12936" y="161"/>
                  </a:lnTo>
                  <a:lnTo>
                    <a:pt x="12434" y="241"/>
                  </a:lnTo>
                  <a:lnTo>
                    <a:pt x="11913" y="321"/>
                  </a:lnTo>
                  <a:lnTo>
                    <a:pt x="11412" y="421"/>
                  </a:lnTo>
                  <a:lnTo>
                    <a:pt x="10910" y="542"/>
                  </a:lnTo>
                  <a:lnTo>
                    <a:pt x="10088" y="762"/>
                  </a:lnTo>
                  <a:lnTo>
                    <a:pt x="9286" y="1023"/>
                  </a:lnTo>
                  <a:lnTo>
                    <a:pt x="8905" y="1163"/>
                  </a:lnTo>
                  <a:lnTo>
                    <a:pt x="8524" y="1324"/>
                  </a:lnTo>
                  <a:lnTo>
                    <a:pt x="8143" y="1504"/>
                  </a:lnTo>
                  <a:lnTo>
                    <a:pt x="7782" y="1685"/>
                  </a:lnTo>
                  <a:lnTo>
                    <a:pt x="7421" y="1865"/>
                  </a:lnTo>
                  <a:lnTo>
                    <a:pt x="7080" y="2066"/>
                  </a:lnTo>
                  <a:lnTo>
                    <a:pt x="6739" y="2266"/>
                  </a:lnTo>
                  <a:lnTo>
                    <a:pt x="6418" y="2487"/>
                  </a:lnTo>
                  <a:lnTo>
                    <a:pt x="6097" y="2727"/>
                  </a:lnTo>
                  <a:lnTo>
                    <a:pt x="5796" y="2968"/>
                  </a:lnTo>
                  <a:lnTo>
                    <a:pt x="5516" y="3209"/>
                  </a:lnTo>
                  <a:lnTo>
                    <a:pt x="5235" y="3470"/>
                  </a:lnTo>
                  <a:lnTo>
                    <a:pt x="4814" y="3911"/>
                  </a:lnTo>
                  <a:lnTo>
                    <a:pt x="4393" y="4372"/>
                  </a:lnTo>
                  <a:lnTo>
                    <a:pt x="4012" y="4893"/>
                  </a:lnTo>
                  <a:lnTo>
                    <a:pt x="3630" y="5435"/>
                  </a:lnTo>
                  <a:lnTo>
                    <a:pt x="3269" y="5996"/>
                  </a:lnTo>
                  <a:lnTo>
                    <a:pt x="2929" y="6598"/>
                  </a:lnTo>
                  <a:lnTo>
                    <a:pt x="2608" y="7220"/>
                  </a:lnTo>
                  <a:lnTo>
                    <a:pt x="2287" y="7861"/>
                  </a:lnTo>
                  <a:lnTo>
                    <a:pt x="2006" y="8523"/>
                  </a:lnTo>
                  <a:lnTo>
                    <a:pt x="1725" y="9225"/>
                  </a:lnTo>
                  <a:lnTo>
                    <a:pt x="1485" y="9927"/>
                  </a:lnTo>
                  <a:lnTo>
                    <a:pt x="1244" y="10629"/>
                  </a:lnTo>
                  <a:lnTo>
                    <a:pt x="1043" y="11371"/>
                  </a:lnTo>
                  <a:lnTo>
                    <a:pt x="843" y="12113"/>
                  </a:lnTo>
                  <a:lnTo>
                    <a:pt x="662" y="12855"/>
                  </a:lnTo>
                  <a:lnTo>
                    <a:pt x="502" y="13617"/>
                  </a:lnTo>
                  <a:lnTo>
                    <a:pt x="362" y="14359"/>
                  </a:lnTo>
                  <a:lnTo>
                    <a:pt x="261" y="15121"/>
                  </a:lnTo>
                  <a:lnTo>
                    <a:pt x="161" y="15883"/>
                  </a:lnTo>
                  <a:lnTo>
                    <a:pt x="81" y="16645"/>
                  </a:lnTo>
                  <a:lnTo>
                    <a:pt x="41" y="17407"/>
                  </a:lnTo>
                  <a:lnTo>
                    <a:pt x="1" y="18149"/>
                  </a:lnTo>
                  <a:lnTo>
                    <a:pt x="1" y="18891"/>
                  </a:lnTo>
                  <a:lnTo>
                    <a:pt x="21" y="19613"/>
                  </a:lnTo>
                  <a:lnTo>
                    <a:pt x="41" y="20335"/>
                  </a:lnTo>
                  <a:lnTo>
                    <a:pt x="101" y="21037"/>
                  </a:lnTo>
                  <a:lnTo>
                    <a:pt x="201" y="21719"/>
                  </a:lnTo>
                  <a:lnTo>
                    <a:pt x="301" y="22381"/>
                  </a:lnTo>
                  <a:lnTo>
                    <a:pt x="422" y="23023"/>
                  </a:lnTo>
                  <a:lnTo>
                    <a:pt x="582" y="23644"/>
                  </a:lnTo>
                  <a:lnTo>
                    <a:pt x="763" y="24226"/>
                  </a:lnTo>
                  <a:lnTo>
                    <a:pt x="963" y="24788"/>
                  </a:lnTo>
                  <a:lnTo>
                    <a:pt x="1144" y="25189"/>
                  </a:lnTo>
                  <a:lnTo>
                    <a:pt x="1364" y="25590"/>
                  </a:lnTo>
                  <a:lnTo>
                    <a:pt x="1645" y="25991"/>
                  </a:lnTo>
                  <a:lnTo>
                    <a:pt x="1946" y="26372"/>
                  </a:lnTo>
                  <a:lnTo>
                    <a:pt x="2307" y="26733"/>
                  </a:lnTo>
                  <a:lnTo>
                    <a:pt x="2708" y="27094"/>
                  </a:lnTo>
                  <a:lnTo>
                    <a:pt x="3129" y="27455"/>
                  </a:lnTo>
                  <a:lnTo>
                    <a:pt x="3610" y="27796"/>
                  </a:lnTo>
                  <a:lnTo>
                    <a:pt x="4112" y="28137"/>
                  </a:lnTo>
                  <a:lnTo>
                    <a:pt x="4633" y="28457"/>
                  </a:lnTo>
                  <a:lnTo>
                    <a:pt x="5195" y="28758"/>
                  </a:lnTo>
                  <a:lnTo>
                    <a:pt x="5796" y="29059"/>
                  </a:lnTo>
                  <a:lnTo>
                    <a:pt x="6398" y="29340"/>
                  </a:lnTo>
                  <a:lnTo>
                    <a:pt x="7040" y="29601"/>
                  </a:lnTo>
                  <a:lnTo>
                    <a:pt x="7702" y="29841"/>
                  </a:lnTo>
                  <a:lnTo>
                    <a:pt x="8383" y="30082"/>
                  </a:lnTo>
                  <a:lnTo>
                    <a:pt x="8403" y="30082"/>
                  </a:lnTo>
                  <a:lnTo>
                    <a:pt x="9125" y="30303"/>
                  </a:lnTo>
                  <a:lnTo>
                    <a:pt x="9847" y="30503"/>
                  </a:lnTo>
                  <a:lnTo>
                    <a:pt x="10609" y="30684"/>
                  </a:lnTo>
                  <a:lnTo>
                    <a:pt x="11372" y="30844"/>
                  </a:lnTo>
                  <a:lnTo>
                    <a:pt x="12154" y="30984"/>
                  </a:lnTo>
                  <a:lnTo>
                    <a:pt x="12936" y="31105"/>
                  </a:lnTo>
                  <a:lnTo>
                    <a:pt x="13718" y="31205"/>
                  </a:lnTo>
                  <a:lnTo>
                    <a:pt x="14520" y="31285"/>
                  </a:lnTo>
                  <a:lnTo>
                    <a:pt x="15322" y="31325"/>
                  </a:lnTo>
                  <a:lnTo>
                    <a:pt x="16124" y="31345"/>
                  </a:lnTo>
                  <a:lnTo>
                    <a:pt x="16927" y="31345"/>
                  </a:lnTo>
                  <a:lnTo>
                    <a:pt x="17729" y="31305"/>
                  </a:lnTo>
                  <a:lnTo>
                    <a:pt x="18531" y="31245"/>
                  </a:lnTo>
                  <a:lnTo>
                    <a:pt x="19313" y="31165"/>
                  </a:lnTo>
                  <a:lnTo>
                    <a:pt x="20095" y="31045"/>
                  </a:lnTo>
                  <a:lnTo>
                    <a:pt x="20877" y="30904"/>
                  </a:lnTo>
                  <a:lnTo>
                    <a:pt x="21379" y="30784"/>
                  </a:lnTo>
                  <a:lnTo>
                    <a:pt x="21900" y="30663"/>
                  </a:lnTo>
                  <a:lnTo>
                    <a:pt x="22401" y="30503"/>
                  </a:lnTo>
                  <a:lnTo>
                    <a:pt x="22883" y="30343"/>
                  </a:lnTo>
                  <a:lnTo>
                    <a:pt x="23625" y="30082"/>
                  </a:lnTo>
                  <a:lnTo>
                    <a:pt x="24347" y="29761"/>
                  </a:lnTo>
                  <a:lnTo>
                    <a:pt x="25049" y="29420"/>
                  </a:lnTo>
                  <a:lnTo>
                    <a:pt x="25710" y="29019"/>
                  </a:lnTo>
                  <a:lnTo>
                    <a:pt x="26031" y="28818"/>
                  </a:lnTo>
                  <a:lnTo>
                    <a:pt x="26352" y="28598"/>
                  </a:lnTo>
                  <a:lnTo>
                    <a:pt x="26653" y="28377"/>
                  </a:lnTo>
                  <a:lnTo>
                    <a:pt x="26954" y="28137"/>
                  </a:lnTo>
                  <a:lnTo>
                    <a:pt x="27255" y="27876"/>
                  </a:lnTo>
                  <a:lnTo>
                    <a:pt x="27535" y="27615"/>
                  </a:lnTo>
                  <a:lnTo>
                    <a:pt x="27816" y="27354"/>
                  </a:lnTo>
                  <a:lnTo>
                    <a:pt x="28077" y="27074"/>
                  </a:lnTo>
                  <a:lnTo>
                    <a:pt x="28358" y="26753"/>
                  </a:lnTo>
                  <a:lnTo>
                    <a:pt x="28618" y="26432"/>
                  </a:lnTo>
                  <a:lnTo>
                    <a:pt x="28859" y="26091"/>
                  </a:lnTo>
                  <a:lnTo>
                    <a:pt x="29100" y="25730"/>
                  </a:lnTo>
                  <a:lnTo>
                    <a:pt x="29320" y="25389"/>
                  </a:lnTo>
                  <a:lnTo>
                    <a:pt x="29541" y="25008"/>
                  </a:lnTo>
                  <a:lnTo>
                    <a:pt x="29721" y="24647"/>
                  </a:lnTo>
                  <a:lnTo>
                    <a:pt x="29902" y="24266"/>
                  </a:lnTo>
                  <a:lnTo>
                    <a:pt x="30082" y="23885"/>
                  </a:lnTo>
                  <a:lnTo>
                    <a:pt x="30223" y="23484"/>
                  </a:lnTo>
                  <a:lnTo>
                    <a:pt x="30363" y="23083"/>
                  </a:lnTo>
                  <a:lnTo>
                    <a:pt x="30503" y="22682"/>
                  </a:lnTo>
                  <a:lnTo>
                    <a:pt x="30624" y="22281"/>
                  </a:lnTo>
                  <a:lnTo>
                    <a:pt x="30724" y="21860"/>
                  </a:lnTo>
                  <a:lnTo>
                    <a:pt x="30804" y="21438"/>
                  </a:lnTo>
                  <a:lnTo>
                    <a:pt x="30905" y="21017"/>
                  </a:lnTo>
                  <a:lnTo>
                    <a:pt x="31025" y="20155"/>
                  </a:lnTo>
                  <a:lnTo>
                    <a:pt x="31105" y="19293"/>
                  </a:lnTo>
                  <a:lnTo>
                    <a:pt x="31165" y="18410"/>
                  </a:lnTo>
                  <a:lnTo>
                    <a:pt x="31165" y="17528"/>
                  </a:lnTo>
                  <a:lnTo>
                    <a:pt x="31145" y="16645"/>
                  </a:lnTo>
                  <a:lnTo>
                    <a:pt x="31065" y="15763"/>
                  </a:lnTo>
                  <a:lnTo>
                    <a:pt x="30965" y="14881"/>
                  </a:lnTo>
                  <a:lnTo>
                    <a:pt x="30844" y="13998"/>
                  </a:lnTo>
                  <a:lnTo>
                    <a:pt x="30684" y="13136"/>
                  </a:lnTo>
                  <a:lnTo>
                    <a:pt x="30503" y="12294"/>
                  </a:lnTo>
                  <a:lnTo>
                    <a:pt x="30303" y="11451"/>
                  </a:lnTo>
                  <a:lnTo>
                    <a:pt x="30062" y="10629"/>
                  </a:lnTo>
                  <a:lnTo>
                    <a:pt x="29822" y="9847"/>
                  </a:lnTo>
                  <a:lnTo>
                    <a:pt x="29561" y="9065"/>
                  </a:lnTo>
                  <a:lnTo>
                    <a:pt x="29260" y="8343"/>
                  </a:lnTo>
                  <a:lnTo>
                    <a:pt x="28959" y="7641"/>
                  </a:lnTo>
                  <a:lnTo>
                    <a:pt x="28658" y="6959"/>
                  </a:lnTo>
                  <a:lnTo>
                    <a:pt x="28338" y="6337"/>
                  </a:lnTo>
                  <a:lnTo>
                    <a:pt x="27997" y="5736"/>
                  </a:lnTo>
                  <a:lnTo>
                    <a:pt x="27656" y="5194"/>
                  </a:lnTo>
                  <a:lnTo>
                    <a:pt x="27315" y="4693"/>
                  </a:lnTo>
                  <a:lnTo>
                    <a:pt x="26974" y="4252"/>
                  </a:lnTo>
                  <a:lnTo>
                    <a:pt x="26633" y="3851"/>
                  </a:lnTo>
                  <a:lnTo>
                    <a:pt x="26292" y="3530"/>
                  </a:lnTo>
                  <a:lnTo>
                    <a:pt x="25951" y="3229"/>
                  </a:lnTo>
                  <a:lnTo>
                    <a:pt x="25570" y="2948"/>
                  </a:lnTo>
                  <a:lnTo>
                    <a:pt x="25209" y="2667"/>
                  </a:lnTo>
                  <a:lnTo>
                    <a:pt x="24808" y="2407"/>
                  </a:lnTo>
                  <a:lnTo>
                    <a:pt x="24407" y="2166"/>
                  </a:lnTo>
                  <a:lnTo>
                    <a:pt x="23986" y="1925"/>
                  </a:lnTo>
                  <a:lnTo>
                    <a:pt x="23545" y="1705"/>
                  </a:lnTo>
                  <a:lnTo>
                    <a:pt x="23103" y="1504"/>
                  </a:lnTo>
                  <a:lnTo>
                    <a:pt x="22642" y="1324"/>
                  </a:lnTo>
                  <a:lnTo>
                    <a:pt x="22181" y="1143"/>
                  </a:lnTo>
                  <a:lnTo>
                    <a:pt x="21700" y="963"/>
                  </a:lnTo>
                  <a:lnTo>
                    <a:pt x="21218" y="822"/>
                  </a:lnTo>
                  <a:lnTo>
                    <a:pt x="20737" y="682"/>
                  </a:lnTo>
                  <a:lnTo>
                    <a:pt x="20236" y="542"/>
                  </a:lnTo>
                  <a:lnTo>
                    <a:pt x="19734" y="421"/>
                  </a:lnTo>
                  <a:lnTo>
                    <a:pt x="19213" y="321"/>
                  </a:lnTo>
                  <a:lnTo>
                    <a:pt x="18711" y="241"/>
                  </a:lnTo>
                  <a:lnTo>
                    <a:pt x="18190" y="161"/>
                  </a:lnTo>
                  <a:lnTo>
                    <a:pt x="17669" y="100"/>
                  </a:lnTo>
                  <a:lnTo>
                    <a:pt x="17127" y="60"/>
                  </a:lnTo>
                  <a:lnTo>
                    <a:pt x="16606" y="20"/>
                  </a:lnTo>
                  <a:lnTo>
                    <a:pt x="160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32"/>
            <p:cNvSpPr/>
            <p:nvPr/>
          </p:nvSpPr>
          <p:spPr>
            <a:xfrm>
              <a:off x="11033225" y="3260600"/>
              <a:ext cx="779150" cy="783650"/>
            </a:xfrm>
            <a:custGeom>
              <a:avLst/>
              <a:gdLst/>
              <a:ahLst/>
              <a:cxnLst/>
              <a:rect l="l" t="t" r="r" b="b"/>
              <a:pathLst>
                <a:path w="31166" h="31346" fill="none" extrusionOk="0">
                  <a:moveTo>
                    <a:pt x="28077" y="27074"/>
                  </a:moveTo>
                  <a:lnTo>
                    <a:pt x="28077" y="27074"/>
                  </a:lnTo>
                  <a:lnTo>
                    <a:pt x="27816" y="27354"/>
                  </a:lnTo>
                  <a:lnTo>
                    <a:pt x="27535" y="27615"/>
                  </a:lnTo>
                  <a:lnTo>
                    <a:pt x="27255" y="27876"/>
                  </a:lnTo>
                  <a:lnTo>
                    <a:pt x="26954" y="28137"/>
                  </a:lnTo>
                  <a:lnTo>
                    <a:pt x="26653" y="28377"/>
                  </a:lnTo>
                  <a:lnTo>
                    <a:pt x="26352" y="28598"/>
                  </a:lnTo>
                  <a:lnTo>
                    <a:pt x="26031" y="28818"/>
                  </a:lnTo>
                  <a:lnTo>
                    <a:pt x="25710" y="29019"/>
                  </a:lnTo>
                  <a:lnTo>
                    <a:pt x="25049" y="29420"/>
                  </a:lnTo>
                  <a:lnTo>
                    <a:pt x="24347" y="29761"/>
                  </a:lnTo>
                  <a:lnTo>
                    <a:pt x="23625" y="30082"/>
                  </a:lnTo>
                  <a:lnTo>
                    <a:pt x="22883" y="30343"/>
                  </a:lnTo>
                  <a:lnTo>
                    <a:pt x="22883" y="30343"/>
                  </a:lnTo>
                  <a:lnTo>
                    <a:pt x="22401" y="30503"/>
                  </a:lnTo>
                  <a:lnTo>
                    <a:pt x="21900" y="30663"/>
                  </a:lnTo>
                  <a:lnTo>
                    <a:pt x="21379" y="30784"/>
                  </a:lnTo>
                  <a:lnTo>
                    <a:pt x="20877" y="30904"/>
                  </a:lnTo>
                  <a:lnTo>
                    <a:pt x="20877" y="30904"/>
                  </a:lnTo>
                  <a:lnTo>
                    <a:pt x="20095" y="31045"/>
                  </a:lnTo>
                  <a:lnTo>
                    <a:pt x="19313" y="31165"/>
                  </a:lnTo>
                  <a:lnTo>
                    <a:pt x="18531" y="31245"/>
                  </a:lnTo>
                  <a:lnTo>
                    <a:pt x="17729" y="31305"/>
                  </a:lnTo>
                  <a:lnTo>
                    <a:pt x="16927" y="31345"/>
                  </a:lnTo>
                  <a:lnTo>
                    <a:pt x="16124" y="31345"/>
                  </a:lnTo>
                  <a:lnTo>
                    <a:pt x="15322" y="31325"/>
                  </a:lnTo>
                  <a:lnTo>
                    <a:pt x="14520" y="31285"/>
                  </a:lnTo>
                  <a:lnTo>
                    <a:pt x="13718" y="31205"/>
                  </a:lnTo>
                  <a:lnTo>
                    <a:pt x="12936" y="31105"/>
                  </a:lnTo>
                  <a:lnTo>
                    <a:pt x="12154" y="30984"/>
                  </a:lnTo>
                  <a:lnTo>
                    <a:pt x="11372" y="30844"/>
                  </a:lnTo>
                  <a:lnTo>
                    <a:pt x="10609" y="30684"/>
                  </a:lnTo>
                  <a:lnTo>
                    <a:pt x="9847" y="30503"/>
                  </a:lnTo>
                  <a:lnTo>
                    <a:pt x="9125" y="30303"/>
                  </a:lnTo>
                  <a:lnTo>
                    <a:pt x="8403" y="30082"/>
                  </a:lnTo>
                  <a:lnTo>
                    <a:pt x="8383" y="30082"/>
                  </a:lnTo>
                  <a:lnTo>
                    <a:pt x="8383" y="30082"/>
                  </a:lnTo>
                  <a:lnTo>
                    <a:pt x="7702" y="29841"/>
                  </a:lnTo>
                  <a:lnTo>
                    <a:pt x="7040" y="29601"/>
                  </a:lnTo>
                  <a:lnTo>
                    <a:pt x="6398" y="29340"/>
                  </a:lnTo>
                  <a:lnTo>
                    <a:pt x="5796" y="29059"/>
                  </a:lnTo>
                  <a:lnTo>
                    <a:pt x="5195" y="28758"/>
                  </a:lnTo>
                  <a:lnTo>
                    <a:pt x="4633" y="28457"/>
                  </a:lnTo>
                  <a:lnTo>
                    <a:pt x="4112" y="28137"/>
                  </a:lnTo>
                  <a:lnTo>
                    <a:pt x="3610" y="27796"/>
                  </a:lnTo>
                  <a:lnTo>
                    <a:pt x="3129" y="27455"/>
                  </a:lnTo>
                  <a:lnTo>
                    <a:pt x="2708" y="27094"/>
                  </a:lnTo>
                  <a:lnTo>
                    <a:pt x="2307" y="26733"/>
                  </a:lnTo>
                  <a:lnTo>
                    <a:pt x="1946" y="26372"/>
                  </a:lnTo>
                  <a:lnTo>
                    <a:pt x="1645" y="25991"/>
                  </a:lnTo>
                  <a:lnTo>
                    <a:pt x="1364" y="25590"/>
                  </a:lnTo>
                  <a:lnTo>
                    <a:pt x="1144" y="25189"/>
                  </a:lnTo>
                  <a:lnTo>
                    <a:pt x="963" y="24788"/>
                  </a:lnTo>
                  <a:lnTo>
                    <a:pt x="963" y="24788"/>
                  </a:lnTo>
                  <a:lnTo>
                    <a:pt x="763" y="24226"/>
                  </a:lnTo>
                  <a:lnTo>
                    <a:pt x="582" y="23644"/>
                  </a:lnTo>
                  <a:lnTo>
                    <a:pt x="422" y="23023"/>
                  </a:lnTo>
                  <a:lnTo>
                    <a:pt x="301" y="22381"/>
                  </a:lnTo>
                  <a:lnTo>
                    <a:pt x="201" y="21719"/>
                  </a:lnTo>
                  <a:lnTo>
                    <a:pt x="101" y="21037"/>
                  </a:lnTo>
                  <a:lnTo>
                    <a:pt x="41" y="20335"/>
                  </a:lnTo>
                  <a:lnTo>
                    <a:pt x="21" y="19613"/>
                  </a:lnTo>
                  <a:lnTo>
                    <a:pt x="1" y="18891"/>
                  </a:lnTo>
                  <a:lnTo>
                    <a:pt x="1" y="18149"/>
                  </a:lnTo>
                  <a:lnTo>
                    <a:pt x="41" y="17407"/>
                  </a:lnTo>
                  <a:lnTo>
                    <a:pt x="81" y="16645"/>
                  </a:lnTo>
                  <a:lnTo>
                    <a:pt x="161" y="15883"/>
                  </a:lnTo>
                  <a:lnTo>
                    <a:pt x="261" y="15121"/>
                  </a:lnTo>
                  <a:lnTo>
                    <a:pt x="362" y="14359"/>
                  </a:lnTo>
                  <a:lnTo>
                    <a:pt x="502" y="13617"/>
                  </a:lnTo>
                  <a:lnTo>
                    <a:pt x="662" y="12855"/>
                  </a:lnTo>
                  <a:lnTo>
                    <a:pt x="843" y="12113"/>
                  </a:lnTo>
                  <a:lnTo>
                    <a:pt x="1043" y="11371"/>
                  </a:lnTo>
                  <a:lnTo>
                    <a:pt x="1244" y="10629"/>
                  </a:lnTo>
                  <a:lnTo>
                    <a:pt x="1485" y="9927"/>
                  </a:lnTo>
                  <a:lnTo>
                    <a:pt x="1725" y="9225"/>
                  </a:lnTo>
                  <a:lnTo>
                    <a:pt x="2006" y="8523"/>
                  </a:lnTo>
                  <a:lnTo>
                    <a:pt x="2287" y="7861"/>
                  </a:lnTo>
                  <a:lnTo>
                    <a:pt x="2608" y="7220"/>
                  </a:lnTo>
                  <a:lnTo>
                    <a:pt x="2929" y="6598"/>
                  </a:lnTo>
                  <a:lnTo>
                    <a:pt x="3269" y="5996"/>
                  </a:lnTo>
                  <a:lnTo>
                    <a:pt x="3630" y="5435"/>
                  </a:lnTo>
                  <a:lnTo>
                    <a:pt x="4012" y="4893"/>
                  </a:lnTo>
                  <a:lnTo>
                    <a:pt x="4393" y="4372"/>
                  </a:lnTo>
                  <a:lnTo>
                    <a:pt x="4814" y="3911"/>
                  </a:lnTo>
                  <a:lnTo>
                    <a:pt x="5235" y="3470"/>
                  </a:lnTo>
                  <a:lnTo>
                    <a:pt x="5235" y="3470"/>
                  </a:lnTo>
                  <a:lnTo>
                    <a:pt x="5516" y="3209"/>
                  </a:lnTo>
                  <a:lnTo>
                    <a:pt x="5796" y="2968"/>
                  </a:lnTo>
                  <a:lnTo>
                    <a:pt x="6097" y="2727"/>
                  </a:lnTo>
                  <a:lnTo>
                    <a:pt x="6418" y="2487"/>
                  </a:lnTo>
                  <a:lnTo>
                    <a:pt x="6739" y="2266"/>
                  </a:lnTo>
                  <a:lnTo>
                    <a:pt x="7080" y="2066"/>
                  </a:lnTo>
                  <a:lnTo>
                    <a:pt x="7421" y="1865"/>
                  </a:lnTo>
                  <a:lnTo>
                    <a:pt x="7782" y="1685"/>
                  </a:lnTo>
                  <a:lnTo>
                    <a:pt x="8143" y="1504"/>
                  </a:lnTo>
                  <a:lnTo>
                    <a:pt x="8524" y="1324"/>
                  </a:lnTo>
                  <a:lnTo>
                    <a:pt x="8905" y="1163"/>
                  </a:lnTo>
                  <a:lnTo>
                    <a:pt x="9286" y="1023"/>
                  </a:lnTo>
                  <a:lnTo>
                    <a:pt x="10088" y="762"/>
                  </a:lnTo>
                  <a:lnTo>
                    <a:pt x="10910" y="542"/>
                  </a:lnTo>
                  <a:lnTo>
                    <a:pt x="10910" y="542"/>
                  </a:lnTo>
                  <a:lnTo>
                    <a:pt x="11412" y="421"/>
                  </a:lnTo>
                  <a:lnTo>
                    <a:pt x="11913" y="321"/>
                  </a:lnTo>
                  <a:lnTo>
                    <a:pt x="12434" y="241"/>
                  </a:lnTo>
                  <a:lnTo>
                    <a:pt x="12936" y="161"/>
                  </a:lnTo>
                  <a:lnTo>
                    <a:pt x="13457" y="100"/>
                  </a:lnTo>
                  <a:lnTo>
                    <a:pt x="13979" y="60"/>
                  </a:lnTo>
                  <a:lnTo>
                    <a:pt x="14500" y="20"/>
                  </a:lnTo>
                  <a:lnTo>
                    <a:pt x="15021" y="0"/>
                  </a:lnTo>
                  <a:lnTo>
                    <a:pt x="15543" y="0"/>
                  </a:lnTo>
                  <a:lnTo>
                    <a:pt x="16084" y="0"/>
                  </a:lnTo>
                  <a:lnTo>
                    <a:pt x="16606" y="20"/>
                  </a:lnTo>
                  <a:lnTo>
                    <a:pt x="17127" y="60"/>
                  </a:lnTo>
                  <a:lnTo>
                    <a:pt x="17669" y="100"/>
                  </a:lnTo>
                  <a:lnTo>
                    <a:pt x="18190" y="161"/>
                  </a:lnTo>
                  <a:lnTo>
                    <a:pt x="18711" y="241"/>
                  </a:lnTo>
                  <a:lnTo>
                    <a:pt x="19213" y="321"/>
                  </a:lnTo>
                  <a:lnTo>
                    <a:pt x="19734" y="421"/>
                  </a:lnTo>
                  <a:lnTo>
                    <a:pt x="20236" y="542"/>
                  </a:lnTo>
                  <a:lnTo>
                    <a:pt x="20737" y="682"/>
                  </a:lnTo>
                  <a:lnTo>
                    <a:pt x="21218" y="822"/>
                  </a:lnTo>
                  <a:lnTo>
                    <a:pt x="21700" y="963"/>
                  </a:lnTo>
                  <a:lnTo>
                    <a:pt x="22181" y="1143"/>
                  </a:lnTo>
                  <a:lnTo>
                    <a:pt x="22642" y="1324"/>
                  </a:lnTo>
                  <a:lnTo>
                    <a:pt x="23103" y="1504"/>
                  </a:lnTo>
                  <a:lnTo>
                    <a:pt x="23545" y="1705"/>
                  </a:lnTo>
                  <a:lnTo>
                    <a:pt x="23986" y="1925"/>
                  </a:lnTo>
                  <a:lnTo>
                    <a:pt x="24407" y="2166"/>
                  </a:lnTo>
                  <a:lnTo>
                    <a:pt x="24808" y="2407"/>
                  </a:lnTo>
                  <a:lnTo>
                    <a:pt x="25209" y="2667"/>
                  </a:lnTo>
                  <a:lnTo>
                    <a:pt x="25570" y="2948"/>
                  </a:lnTo>
                  <a:lnTo>
                    <a:pt x="25951" y="3229"/>
                  </a:lnTo>
                  <a:lnTo>
                    <a:pt x="26292" y="3530"/>
                  </a:lnTo>
                  <a:lnTo>
                    <a:pt x="26292" y="3530"/>
                  </a:lnTo>
                  <a:lnTo>
                    <a:pt x="26633" y="3851"/>
                  </a:lnTo>
                  <a:lnTo>
                    <a:pt x="26974" y="4252"/>
                  </a:lnTo>
                  <a:lnTo>
                    <a:pt x="27315" y="4693"/>
                  </a:lnTo>
                  <a:lnTo>
                    <a:pt x="27656" y="5194"/>
                  </a:lnTo>
                  <a:lnTo>
                    <a:pt x="27997" y="5736"/>
                  </a:lnTo>
                  <a:lnTo>
                    <a:pt x="28338" y="6337"/>
                  </a:lnTo>
                  <a:lnTo>
                    <a:pt x="28658" y="6959"/>
                  </a:lnTo>
                  <a:lnTo>
                    <a:pt x="28959" y="7641"/>
                  </a:lnTo>
                  <a:lnTo>
                    <a:pt x="29260" y="8343"/>
                  </a:lnTo>
                  <a:lnTo>
                    <a:pt x="29561" y="9065"/>
                  </a:lnTo>
                  <a:lnTo>
                    <a:pt x="29822" y="9847"/>
                  </a:lnTo>
                  <a:lnTo>
                    <a:pt x="30062" y="10629"/>
                  </a:lnTo>
                  <a:lnTo>
                    <a:pt x="30303" y="11451"/>
                  </a:lnTo>
                  <a:lnTo>
                    <a:pt x="30503" y="12294"/>
                  </a:lnTo>
                  <a:lnTo>
                    <a:pt x="30684" y="13136"/>
                  </a:lnTo>
                  <a:lnTo>
                    <a:pt x="30844" y="13998"/>
                  </a:lnTo>
                  <a:lnTo>
                    <a:pt x="30965" y="14881"/>
                  </a:lnTo>
                  <a:lnTo>
                    <a:pt x="31065" y="15763"/>
                  </a:lnTo>
                  <a:lnTo>
                    <a:pt x="31145" y="16645"/>
                  </a:lnTo>
                  <a:lnTo>
                    <a:pt x="31165" y="17528"/>
                  </a:lnTo>
                  <a:lnTo>
                    <a:pt x="31165" y="18410"/>
                  </a:lnTo>
                  <a:lnTo>
                    <a:pt x="31105" y="19293"/>
                  </a:lnTo>
                  <a:lnTo>
                    <a:pt x="31025" y="20155"/>
                  </a:lnTo>
                  <a:lnTo>
                    <a:pt x="30905" y="21017"/>
                  </a:lnTo>
                  <a:lnTo>
                    <a:pt x="30804" y="21438"/>
                  </a:lnTo>
                  <a:lnTo>
                    <a:pt x="30724" y="21860"/>
                  </a:lnTo>
                  <a:lnTo>
                    <a:pt x="30624" y="22281"/>
                  </a:lnTo>
                  <a:lnTo>
                    <a:pt x="30503" y="22682"/>
                  </a:lnTo>
                  <a:lnTo>
                    <a:pt x="30363" y="23083"/>
                  </a:lnTo>
                  <a:lnTo>
                    <a:pt x="30223" y="23484"/>
                  </a:lnTo>
                  <a:lnTo>
                    <a:pt x="30082" y="23885"/>
                  </a:lnTo>
                  <a:lnTo>
                    <a:pt x="29902" y="24266"/>
                  </a:lnTo>
                  <a:lnTo>
                    <a:pt x="29721" y="24647"/>
                  </a:lnTo>
                  <a:lnTo>
                    <a:pt x="29541" y="25008"/>
                  </a:lnTo>
                  <a:lnTo>
                    <a:pt x="29320" y="25389"/>
                  </a:lnTo>
                  <a:lnTo>
                    <a:pt x="29100" y="25730"/>
                  </a:lnTo>
                  <a:lnTo>
                    <a:pt x="28859" y="26091"/>
                  </a:lnTo>
                  <a:lnTo>
                    <a:pt x="28618" y="26432"/>
                  </a:lnTo>
                  <a:lnTo>
                    <a:pt x="28358" y="26753"/>
                  </a:lnTo>
                  <a:lnTo>
                    <a:pt x="28077" y="2707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32"/>
            <p:cNvSpPr/>
            <p:nvPr/>
          </p:nvSpPr>
          <p:spPr>
            <a:xfrm>
              <a:off x="11033225" y="3274125"/>
              <a:ext cx="521950" cy="770125"/>
            </a:xfrm>
            <a:custGeom>
              <a:avLst/>
              <a:gdLst/>
              <a:ahLst/>
              <a:cxnLst/>
              <a:rect l="l" t="t" r="r" b="b"/>
              <a:pathLst>
                <a:path w="20878" h="30805" extrusionOk="0">
                  <a:moveTo>
                    <a:pt x="10910" y="1"/>
                  </a:moveTo>
                  <a:lnTo>
                    <a:pt x="10088" y="221"/>
                  </a:lnTo>
                  <a:lnTo>
                    <a:pt x="9286" y="482"/>
                  </a:lnTo>
                  <a:lnTo>
                    <a:pt x="8905" y="622"/>
                  </a:lnTo>
                  <a:lnTo>
                    <a:pt x="8524" y="783"/>
                  </a:lnTo>
                  <a:lnTo>
                    <a:pt x="8143" y="963"/>
                  </a:lnTo>
                  <a:lnTo>
                    <a:pt x="7782" y="1144"/>
                  </a:lnTo>
                  <a:lnTo>
                    <a:pt x="7421" y="1324"/>
                  </a:lnTo>
                  <a:lnTo>
                    <a:pt x="7080" y="1525"/>
                  </a:lnTo>
                  <a:lnTo>
                    <a:pt x="6739" y="1725"/>
                  </a:lnTo>
                  <a:lnTo>
                    <a:pt x="6418" y="1946"/>
                  </a:lnTo>
                  <a:lnTo>
                    <a:pt x="6097" y="2186"/>
                  </a:lnTo>
                  <a:lnTo>
                    <a:pt x="5796" y="2427"/>
                  </a:lnTo>
                  <a:lnTo>
                    <a:pt x="5516" y="2668"/>
                  </a:lnTo>
                  <a:lnTo>
                    <a:pt x="5235" y="2929"/>
                  </a:lnTo>
                  <a:lnTo>
                    <a:pt x="4814" y="3350"/>
                  </a:lnTo>
                  <a:lnTo>
                    <a:pt x="4413" y="3811"/>
                  </a:lnTo>
                  <a:lnTo>
                    <a:pt x="4032" y="4292"/>
                  </a:lnTo>
                  <a:lnTo>
                    <a:pt x="3671" y="4814"/>
                  </a:lnTo>
                  <a:lnTo>
                    <a:pt x="3330" y="5355"/>
                  </a:lnTo>
                  <a:lnTo>
                    <a:pt x="2989" y="5937"/>
                  </a:lnTo>
                  <a:lnTo>
                    <a:pt x="2668" y="6538"/>
                  </a:lnTo>
                  <a:lnTo>
                    <a:pt x="2367" y="7160"/>
                  </a:lnTo>
                  <a:lnTo>
                    <a:pt x="2227" y="7501"/>
                  </a:lnTo>
                  <a:lnTo>
                    <a:pt x="1966" y="8103"/>
                  </a:lnTo>
                  <a:lnTo>
                    <a:pt x="1705" y="8744"/>
                  </a:lnTo>
                  <a:lnTo>
                    <a:pt x="1485" y="9386"/>
                  </a:lnTo>
                  <a:lnTo>
                    <a:pt x="1264" y="10028"/>
                  </a:lnTo>
                  <a:lnTo>
                    <a:pt x="1064" y="10690"/>
                  </a:lnTo>
                  <a:lnTo>
                    <a:pt x="883" y="11371"/>
                  </a:lnTo>
                  <a:lnTo>
                    <a:pt x="723" y="12053"/>
                  </a:lnTo>
                  <a:lnTo>
                    <a:pt x="562" y="12735"/>
                  </a:lnTo>
                  <a:lnTo>
                    <a:pt x="442" y="13437"/>
                  </a:lnTo>
                  <a:lnTo>
                    <a:pt x="321" y="14119"/>
                  </a:lnTo>
                  <a:lnTo>
                    <a:pt x="221" y="14821"/>
                  </a:lnTo>
                  <a:lnTo>
                    <a:pt x="141" y="15523"/>
                  </a:lnTo>
                  <a:lnTo>
                    <a:pt x="81" y="16205"/>
                  </a:lnTo>
                  <a:lnTo>
                    <a:pt x="41" y="16886"/>
                  </a:lnTo>
                  <a:lnTo>
                    <a:pt x="1" y="17568"/>
                  </a:lnTo>
                  <a:lnTo>
                    <a:pt x="1" y="18250"/>
                  </a:lnTo>
                  <a:lnTo>
                    <a:pt x="21" y="19092"/>
                  </a:lnTo>
                  <a:lnTo>
                    <a:pt x="61" y="19895"/>
                  </a:lnTo>
                  <a:lnTo>
                    <a:pt x="141" y="20697"/>
                  </a:lnTo>
                  <a:lnTo>
                    <a:pt x="241" y="21459"/>
                  </a:lnTo>
                  <a:lnTo>
                    <a:pt x="362" y="22201"/>
                  </a:lnTo>
                  <a:lnTo>
                    <a:pt x="542" y="22923"/>
                  </a:lnTo>
                  <a:lnTo>
                    <a:pt x="723" y="23605"/>
                  </a:lnTo>
                  <a:lnTo>
                    <a:pt x="963" y="24247"/>
                  </a:lnTo>
                  <a:lnTo>
                    <a:pt x="1144" y="24648"/>
                  </a:lnTo>
                  <a:lnTo>
                    <a:pt x="1364" y="25049"/>
                  </a:lnTo>
                  <a:lnTo>
                    <a:pt x="1645" y="25450"/>
                  </a:lnTo>
                  <a:lnTo>
                    <a:pt x="1946" y="25831"/>
                  </a:lnTo>
                  <a:lnTo>
                    <a:pt x="2307" y="26192"/>
                  </a:lnTo>
                  <a:lnTo>
                    <a:pt x="2708" y="26553"/>
                  </a:lnTo>
                  <a:lnTo>
                    <a:pt x="3129" y="26914"/>
                  </a:lnTo>
                  <a:lnTo>
                    <a:pt x="3610" y="27255"/>
                  </a:lnTo>
                  <a:lnTo>
                    <a:pt x="4112" y="27596"/>
                  </a:lnTo>
                  <a:lnTo>
                    <a:pt x="4633" y="27916"/>
                  </a:lnTo>
                  <a:lnTo>
                    <a:pt x="5195" y="28217"/>
                  </a:lnTo>
                  <a:lnTo>
                    <a:pt x="5796" y="28518"/>
                  </a:lnTo>
                  <a:lnTo>
                    <a:pt x="6398" y="28799"/>
                  </a:lnTo>
                  <a:lnTo>
                    <a:pt x="7040" y="29060"/>
                  </a:lnTo>
                  <a:lnTo>
                    <a:pt x="7702" y="29300"/>
                  </a:lnTo>
                  <a:lnTo>
                    <a:pt x="8383" y="29541"/>
                  </a:lnTo>
                  <a:lnTo>
                    <a:pt x="8403" y="29541"/>
                  </a:lnTo>
                  <a:lnTo>
                    <a:pt x="9326" y="29822"/>
                  </a:lnTo>
                  <a:lnTo>
                    <a:pt x="10289" y="30082"/>
                  </a:lnTo>
                  <a:lnTo>
                    <a:pt x="11291" y="30283"/>
                  </a:lnTo>
                  <a:lnTo>
                    <a:pt x="12294" y="30463"/>
                  </a:lnTo>
                  <a:lnTo>
                    <a:pt x="13317" y="30624"/>
                  </a:lnTo>
                  <a:lnTo>
                    <a:pt x="14340" y="30724"/>
                  </a:lnTo>
                  <a:lnTo>
                    <a:pt x="15382" y="30784"/>
                  </a:lnTo>
                  <a:lnTo>
                    <a:pt x="16425" y="30804"/>
                  </a:lnTo>
                  <a:lnTo>
                    <a:pt x="16987" y="30804"/>
                  </a:lnTo>
                  <a:lnTo>
                    <a:pt x="17548" y="30784"/>
                  </a:lnTo>
                  <a:lnTo>
                    <a:pt x="18110" y="30744"/>
                  </a:lnTo>
                  <a:lnTo>
                    <a:pt x="18671" y="30704"/>
                  </a:lnTo>
                  <a:lnTo>
                    <a:pt x="19233" y="30644"/>
                  </a:lnTo>
                  <a:lnTo>
                    <a:pt x="19774" y="30564"/>
                  </a:lnTo>
                  <a:lnTo>
                    <a:pt x="20336" y="30463"/>
                  </a:lnTo>
                  <a:lnTo>
                    <a:pt x="20877" y="30363"/>
                  </a:lnTo>
                  <a:lnTo>
                    <a:pt x="20115" y="30303"/>
                  </a:lnTo>
                  <a:lnTo>
                    <a:pt x="19333" y="30223"/>
                  </a:lnTo>
                  <a:lnTo>
                    <a:pt x="18611" y="30343"/>
                  </a:lnTo>
                  <a:lnTo>
                    <a:pt x="17849" y="30423"/>
                  </a:lnTo>
                  <a:lnTo>
                    <a:pt x="17087" y="30483"/>
                  </a:lnTo>
                  <a:lnTo>
                    <a:pt x="16305" y="30504"/>
                  </a:lnTo>
                  <a:lnTo>
                    <a:pt x="16024" y="30504"/>
                  </a:lnTo>
                  <a:lnTo>
                    <a:pt x="15302" y="30463"/>
                  </a:lnTo>
                  <a:lnTo>
                    <a:pt x="14580" y="30423"/>
                  </a:lnTo>
                  <a:lnTo>
                    <a:pt x="13858" y="30343"/>
                  </a:lnTo>
                  <a:lnTo>
                    <a:pt x="13156" y="30243"/>
                  </a:lnTo>
                  <a:lnTo>
                    <a:pt x="12475" y="30122"/>
                  </a:lnTo>
                  <a:lnTo>
                    <a:pt x="11793" y="29962"/>
                  </a:lnTo>
                  <a:lnTo>
                    <a:pt x="11171" y="29802"/>
                  </a:lnTo>
                  <a:lnTo>
                    <a:pt x="10549" y="29601"/>
                  </a:lnTo>
                  <a:lnTo>
                    <a:pt x="9948" y="29360"/>
                  </a:lnTo>
                  <a:lnTo>
                    <a:pt x="9366" y="29120"/>
                  </a:lnTo>
                  <a:lnTo>
                    <a:pt x="8865" y="28819"/>
                  </a:lnTo>
                  <a:lnTo>
                    <a:pt x="8624" y="28679"/>
                  </a:lnTo>
                  <a:lnTo>
                    <a:pt x="8403" y="28518"/>
                  </a:lnTo>
                  <a:lnTo>
                    <a:pt x="8383" y="28518"/>
                  </a:lnTo>
                  <a:lnTo>
                    <a:pt x="8163" y="28338"/>
                  </a:lnTo>
                  <a:lnTo>
                    <a:pt x="7942" y="28137"/>
                  </a:lnTo>
                  <a:lnTo>
                    <a:pt x="7742" y="27937"/>
                  </a:lnTo>
                  <a:lnTo>
                    <a:pt x="7581" y="27736"/>
                  </a:lnTo>
                  <a:lnTo>
                    <a:pt x="7441" y="27515"/>
                  </a:lnTo>
                  <a:lnTo>
                    <a:pt x="7321" y="27315"/>
                  </a:lnTo>
                  <a:lnTo>
                    <a:pt x="7220" y="27074"/>
                  </a:lnTo>
                  <a:lnTo>
                    <a:pt x="7160" y="26854"/>
                  </a:lnTo>
                  <a:lnTo>
                    <a:pt x="7120" y="26553"/>
                  </a:lnTo>
                  <a:lnTo>
                    <a:pt x="7080" y="26272"/>
                  </a:lnTo>
                  <a:lnTo>
                    <a:pt x="7060" y="25971"/>
                  </a:lnTo>
                  <a:lnTo>
                    <a:pt x="7040" y="25690"/>
                  </a:lnTo>
                  <a:lnTo>
                    <a:pt x="7060" y="25410"/>
                  </a:lnTo>
                  <a:lnTo>
                    <a:pt x="7080" y="25129"/>
                  </a:lnTo>
                  <a:lnTo>
                    <a:pt x="7100" y="24848"/>
                  </a:lnTo>
                  <a:lnTo>
                    <a:pt x="7140" y="24567"/>
                  </a:lnTo>
                  <a:lnTo>
                    <a:pt x="6819" y="24126"/>
                  </a:lnTo>
                  <a:lnTo>
                    <a:pt x="6518" y="23685"/>
                  </a:lnTo>
                  <a:lnTo>
                    <a:pt x="6218" y="23204"/>
                  </a:lnTo>
                  <a:lnTo>
                    <a:pt x="5957" y="22722"/>
                  </a:lnTo>
                  <a:lnTo>
                    <a:pt x="5897" y="22582"/>
                  </a:lnTo>
                  <a:lnTo>
                    <a:pt x="5556" y="22582"/>
                  </a:lnTo>
                  <a:lnTo>
                    <a:pt x="5275" y="22522"/>
                  </a:lnTo>
                  <a:lnTo>
                    <a:pt x="4994" y="22442"/>
                  </a:lnTo>
                  <a:lnTo>
                    <a:pt x="4754" y="22301"/>
                  </a:lnTo>
                  <a:lnTo>
                    <a:pt x="4533" y="22141"/>
                  </a:lnTo>
                  <a:lnTo>
                    <a:pt x="4332" y="21960"/>
                  </a:lnTo>
                  <a:lnTo>
                    <a:pt x="4172" y="21740"/>
                  </a:lnTo>
                  <a:lnTo>
                    <a:pt x="4012" y="21499"/>
                  </a:lnTo>
                  <a:lnTo>
                    <a:pt x="3911" y="21238"/>
                  </a:lnTo>
                  <a:lnTo>
                    <a:pt x="3851" y="21038"/>
                  </a:lnTo>
                  <a:lnTo>
                    <a:pt x="3811" y="20857"/>
                  </a:lnTo>
                  <a:lnTo>
                    <a:pt x="3791" y="20677"/>
                  </a:lnTo>
                  <a:lnTo>
                    <a:pt x="3791" y="20496"/>
                  </a:lnTo>
                  <a:lnTo>
                    <a:pt x="3791" y="20316"/>
                  </a:lnTo>
                  <a:lnTo>
                    <a:pt x="3831" y="20135"/>
                  </a:lnTo>
                  <a:lnTo>
                    <a:pt x="3871" y="19955"/>
                  </a:lnTo>
                  <a:lnTo>
                    <a:pt x="3931" y="19794"/>
                  </a:lnTo>
                  <a:lnTo>
                    <a:pt x="4012" y="19634"/>
                  </a:lnTo>
                  <a:lnTo>
                    <a:pt x="4092" y="19474"/>
                  </a:lnTo>
                  <a:lnTo>
                    <a:pt x="4192" y="19333"/>
                  </a:lnTo>
                  <a:lnTo>
                    <a:pt x="4312" y="19193"/>
                  </a:lnTo>
                  <a:lnTo>
                    <a:pt x="4433" y="19072"/>
                  </a:lnTo>
                  <a:lnTo>
                    <a:pt x="4553" y="18952"/>
                  </a:lnTo>
                  <a:lnTo>
                    <a:pt x="4713" y="18852"/>
                  </a:lnTo>
                  <a:lnTo>
                    <a:pt x="4854" y="18752"/>
                  </a:lnTo>
                  <a:lnTo>
                    <a:pt x="4814" y="18150"/>
                  </a:lnTo>
                  <a:lnTo>
                    <a:pt x="4774" y="17528"/>
                  </a:lnTo>
                  <a:lnTo>
                    <a:pt x="4754" y="16927"/>
                  </a:lnTo>
                  <a:lnTo>
                    <a:pt x="4733" y="16305"/>
                  </a:lnTo>
                  <a:lnTo>
                    <a:pt x="4733" y="15523"/>
                  </a:lnTo>
                  <a:lnTo>
                    <a:pt x="4754" y="14741"/>
                  </a:lnTo>
                  <a:lnTo>
                    <a:pt x="4794" y="13959"/>
                  </a:lnTo>
                  <a:lnTo>
                    <a:pt x="4854" y="13176"/>
                  </a:lnTo>
                  <a:lnTo>
                    <a:pt x="4934" y="12394"/>
                  </a:lnTo>
                  <a:lnTo>
                    <a:pt x="5054" y="11632"/>
                  </a:lnTo>
                  <a:lnTo>
                    <a:pt x="5175" y="10850"/>
                  </a:lnTo>
                  <a:lnTo>
                    <a:pt x="5335" y="10088"/>
                  </a:lnTo>
                  <a:lnTo>
                    <a:pt x="5516" y="9326"/>
                  </a:lnTo>
                  <a:lnTo>
                    <a:pt x="5716" y="8564"/>
                  </a:lnTo>
                  <a:lnTo>
                    <a:pt x="5937" y="7822"/>
                  </a:lnTo>
                  <a:lnTo>
                    <a:pt x="6197" y="7080"/>
                  </a:lnTo>
                  <a:lnTo>
                    <a:pt x="6478" y="6358"/>
                  </a:lnTo>
                  <a:lnTo>
                    <a:pt x="6779" y="5636"/>
                  </a:lnTo>
                  <a:lnTo>
                    <a:pt x="7120" y="4934"/>
                  </a:lnTo>
                  <a:lnTo>
                    <a:pt x="7501" y="4232"/>
                  </a:lnTo>
                  <a:lnTo>
                    <a:pt x="7862" y="3650"/>
                  </a:lnTo>
                  <a:lnTo>
                    <a:pt x="8223" y="3069"/>
                  </a:lnTo>
                  <a:lnTo>
                    <a:pt x="8624" y="2507"/>
                  </a:lnTo>
                  <a:lnTo>
                    <a:pt x="9045" y="1966"/>
                  </a:lnTo>
                  <a:lnTo>
                    <a:pt x="9486" y="1444"/>
                  </a:lnTo>
                  <a:lnTo>
                    <a:pt x="9948" y="943"/>
                  </a:lnTo>
                  <a:lnTo>
                    <a:pt x="10429" y="462"/>
                  </a:lnTo>
                  <a:lnTo>
                    <a:pt x="1091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32"/>
            <p:cNvSpPr/>
            <p:nvPr/>
          </p:nvSpPr>
          <p:spPr>
            <a:xfrm>
              <a:off x="11033225" y="3274125"/>
              <a:ext cx="521950" cy="770125"/>
            </a:xfrm>
            <a:custGeom>
              <a:avLst/>
              <a:gdLst/>
              <a:ahLst/>
              <a:cxnLst/>
              <a:rect l="l" t="t" r="r" b="b"/>
              <a:pathLst>
                <a:path w="20878" h="30805" fill="none" extrusionOk="0">
                  <a:moveTo>
                    <a:pt x="10910" y="1"/>
                  </a:moveTo>
                  <a:lnTo>
                    <a:pt x="10910" y="1"/>
                  </a:lnTo>
                  <a:lnTo>
                    <a:pt x="10088" y="221"/>
                  </a:lnTo>
                  <a:lnTo>
                    <a:pt x="9286" y="482"/>
                  </a:lnTo>
                  <a:lnTo>
                    <a:pt x="8905" y="622"/>
                  </a:lnTo>
                  <a:lnTo>
                    <a:pt x="8524" y="783"/>
                  </a:lnTo>
                  <a:lnTo>
                    <a:pt x="8143" y="963"/>
                  </a:lnTo>
                  <a:lnTo>
                    <a:pt x="7782" y="1144"/>
                  </a:lnTo>
                  <a:lnTo>
                    <a:pt x="7421" y="1324"/>
                  </a:lnTo>
                  <a:lnTo>
                    <a:pt x="7080" y="1525"/>
                  </a:lnTo>
                  <a:lnTo>
                    <a:pt x="6739" y="1725"/>
                  </a:lnTo>
                  <a:lnTo>
                    <a:pt x="6418" y="1946"/>
                  </a:lnTo>
                  <a:lnTo>
                    <a:pt x="6097" y="2186"/>
                  </a:lnTo>
                  <a:lnTo>
                    <a:pt x="5796" y="2427"/>
                  </a:lnTo>
                  <a:lnTo>
                    <a:pt x="5516" y="2668"/>
                  </a:lnTo>
                  <a:lnTo>
                    <a:pt x="5235" y="2929"/>
                  </a:lnTo>
                  <a:lnTo>
                    <a:pt x="5235" y="2929"/>
                  </a:lnTo>
                  <a:lnTo>
                    <a:pt x="4814" y="3350"/>
                  </a:lnTo>
                  <a:lnTo>
                    <a:pt x="4413" y="3811"/>
                  </a:lnTo>
                  <a:lnTo>
                    <a:pt x="4032" y="4292"/>
                  </a:lnTo>
                  <a:lnTo>
                    <a:pt x="3671" y="4814"/>
                  </a:lnTo>
                  <a:lnTo>
                    <a:pt x="3330" y="5355"/>
                  </a:lnTo>
                  <a:lnTo>
                    <a:pt x="2989" y="5937"/>
                  </a:lnTo>
                  <a:lnTo>
                    <a:pt x="2668" y="6538"/>
                  </a:lnTo>
                  <a:lnTo>
                    <a:pt x="2367" y="7160"/>
                  </a:lnTo>
                  <a:lnTo>
                    <a:pt x="2367" y="7160"/>
                  </a:lnTo>
                  <a:lnTo>
                    <a:pt x="2227" y="7501"/>
                  </a:lnTo>
                  <a:lnTo>
                    <a:pt x="2227" y="7501"/>
                  </a:lnTo>
                  <a:lnTo>
                    <a:pt x="1966" y="8103"/>
                  </a:lnTo>
                  <a:lnTo>
                    <a:pt x="1705" y="8744"/>
                  </a:lnTo>
                  <a:lnTo>
                    <a:pt x="1485" y="9386"/>
                  </a:lnTo>
                  <a:lnTo>
                    <a:pt x="1264" y="10028"/>
                  </a:lnTo>
                  <a:lnTo>
                    <a:pt x="1064" y="10690"/>
                  </a:lnTo>
                  <a:lnTo>
                    <a:pt x="883" y="11371"/>
                  </a:lnTo>
                  <a:lnTo>
                    <a:pt x="723" y="12053"/>
                  </a:lnTo>
                  <a:lnTo>
                    <a:pt x="562" y="12735"/>
                  </a:lnTo>
                  <a:lnTo>
                    <a:pt x="442" y="13437"/>
                  </a:lnTo>
                  <a:lnTo>
                    <a:pt x="321" y="14119"/>
                  </a:lnTo>
                  <a:lnTo>
                    <a:pt x="221" y="14821"/>
                  </a:lnTo>
                  <a:lnTo>
                    <a:pt x="141" y="15523"/>
                  </a:lnTo>
                  <a:lnTo>
                    <a:pt x="81" y="16205"/>
                  </a:lnTo>
                  <a:lnTo>
                    <a:pt x="41" y="16886"/>
                  </a:lnTo>
                  <a:lnTo>
                    <a:pt x="1" y="17568"/>
                  </a:lnTo>
                  <a:lnTo>
                    <a:pt x="1" y="18250"/>
                  </a:lnTo>
                  <a:lnTo>
                    <a:pt x="1" y="18250"/>
                  </a:lnTo>
                  <a:lnTo>
                    <a:pt x="21" y="19092"/>
                  </a:lnTo>
                  <a:lnTo>
                    <a:pt x="61" y="19895"/>
                  </a:lnTo>
                  <a:lnTo>
                    <a:pt x="141" y="20697"/>
                  </a:lnTo>
                  <a:lnTo>
                    <a:pt x="241" y="21459"/>
                  </a:lnTo>
                  <a:lnTo>
                    <a:pt x="362" y="22201"/>
                  </a:lnTo>
                  <a:lnTo>
                    <a:pt x="542" y="22923"/>
                  </a:lnTo>
                  <a:lnTo>
                    <a:pt x="723" y="23605"/>
                  </a:lnTo>
                  <a:lnTo>
                    <a:pt x="963" y="24247"/>
                  </a:lnTo>
                  <a:lnTo>
                    <a:pt x="963" y="24247"/>
                  </a:lnTo>
                  <a:lnTo>
                    <a:pt x="1144" y="24648"/>
                  </a:lnTo>
                  <a:lnTo>
                    <a:pt x="1364" y="25049"/>
                  </a:lnTo>
                  <a:lnTo>
                    <a:pt x="1645" y="25450"/>
                  </a:lnTo>
                  <a:lnTo>
                    <a:pt x="1946" y="25831"/>
                  </a:lnTo>
                  <a:lnTo>
                    <a:pt x="2307" y="26192"/>
                  </a:lnTo>
                  <a:lnTo>
                    <a:pt x="2708" y="26553"/>
                  </a:lnTo>
                  <a:lnTo>
                    <a:pt x="3129" y="26914"/>
                  </a:lnTo>
                  <a:lnTo>
                    <a:pt x="3610" y="27255"/>
                  </a:lnTo>
                  <a:lnTo>
                    <a:pt x="4112" y="27596"/>
                  </a:lnTo>
                  <a:lnTo>
                    <a:pt x="4633" y="27916"/>
                  </a:lnTo>
                  <a:lnTo>
                    <a:pt x="5195" y="28217"/>
                  </a:lnTo>
                  <a:lnTo>
                    <a:pt x="5796" y="28518"/>
                  </a:lnTo>
                  <a:lnTo>
                    <a:pt x="6398" y="28799"/>
                  </a:lnTo>
                  <a:lnTo>
                    <a:pt x="7040" y="29060"/>
                  </a:lnTo>
                  <a:lnTo>
                    <a:pt x="7702" y="29300"/>
                  </a:lnTo>
                  <a:lnTo>
                    <a:pt x="8383" y="29541"/>
                  </a:lnTo>
                  <a:lnTo>
                    <a:pt x="8403" y="29541"/>
                  </a:lnTo>
                  <a:lnTo>
                    <a:pt x="8403" y="29541"/>
                  </a:lnTo>
                  <a:lnTo>
                    <a:pt x="9326" y="29822"/>
                  </a:lnTo>
                  <a:lnTo>
                    <a:pt x="10289" y="30082"/>
                  </a:lnTo>
                  <a:lnTo>
                    <a:pt x="11291" y="30283"/>
                  </a:lnTo>
                  <a:lnTo>
                    <a:pt x="12294" y="30463"/>
                  </a:lnTo>
                  <a:lnTo>
                    <a:pt x="13317" y="30624"/>
                  </a:lnTo>
                  <a:lnTo>
                    <a:pt x="14340" y="30724"/>
                  </a:lnTo>
                  <a:lnTo>
                    <a:pt x="15382" y="30784"/>
                  </a:lnTo>
                  <a:lnTo>
                    <a:pt x="16425" y="30804"/>
                  </a:lnTo>
                  <a:lnTo>
                    <a:pt x="16425" y="30804"/>
                  </a:lnTo>
                  <a:lnTo>
                    <a:pt x="16987" y="30804"/>
                  </a:lnTo>
                  <a:lnTo>
                    <a:pt x="17548" y="30784"/>
                  </a:lnTo>
                  <a:lnTo>
                    <a:pt x="18110" y="30744"/>
                  </a:lnTo>
                  <a:lnTo>
                    <a:pt x="18671" y="30704"/>
                  </a:lnTo>
                  <a:lnTo>
                    <a:pt x="19233" y="30644"/>
                  </a:lnTo>
                  <a:lnTo>
                    <a:pt x="19774" y="30564"/>
                  </a:lnTo>
                  <a:lnTo>
                    <a:pt x="20336" y="30463"/>
                  </a:lnTo>
                  <a:lnTo>
                    <a:pt x="20877" y="30363"/>
                  </a:lnTo>
                  <a:lnTo>
                    <a:pt x="20877" y="30363"/>
                  </a:lnTo>
                  <a:lnTo>
                    <a:pt x="20115" y="30303"/>
                  </a:lnTo>
                  <a:lnTo>
                    <a:pt x="19333" y="30223"/>
                  </a:lnTo>
                  <a:lnTo>
                    <a:pt x="19333" y="30223"/>
                  </a:lnTo>
                  <a:lnTo>
                    <a:pt x="18611" y="30343"/>
                  </a:lnTo>
                  <a:lnTo>
                    <a:pt x="17849" y="30423"/>
                  </a:lnTo>
                  <a:lnTo>
                    <a:pt x="17087" y="30483"/>
                  </a:lnTo>
                  <a:lnTo>
                    <a:pt x="16305" y="30504"/>
                  </a:lnTo>
                  <a:lnTo>
                    <a:pt x="16305" y="30504"/>
                  </a:lnTo>
                  <a:lnTo>
                    <a:pt x="16024" y="30504"/>
                  </a:lnTo>
                  <a:lnTo>
                    <a:pt x="16024" y="30504"/>
                  </a:lnTo>
                  <a:lnTo>
                    <a:pt x="15302" y="30463"/>
                  </a:lnTo>
                  <a:lnTo>
                    <a:pt x="14580" y="30423"/>
                  </a:lnTo>
                  <a:lnTo>
                    <a:pt x="13858" y="30343"/>
                  </a:lnTo>
                  <a:lnTo>
                    <a:pt x="13156" y="30243"/>
                  </a:lnTo>
                  <a:lnTo>
                    <a:pt x="12475" y="30122"/>
                  </a:lnTo>
                  <a:lnTo>
                    <a:pt x="11793" y="29962"/>
                  </a:lnTo>
                  <a:lnTo>
                    <a:pt x="11171" y="29802"/>
                  </a:lnTo>
                  <a:lnTo>
                    <a:pt x="10549" y="29601"/>
                  </a:lnTo>
                  <a:lnTo>
                    <a:pt x="10549" y="29601"/>
                  </a:lnTo>
                  <a:lnTo>
                    <a:pt x="9948" y="29360"/>
                  </a:lnTo>
                  <a:lnTo>
                    <a:pt x="9366" y="29120"/>
                  </a:lnTo>
                  <a:lnTo>
                    <a:pt x="8865" y="28819"/>
                  </a:lnTo>
                  <a:lnTo>
                    <a:pt x="8624" y="28679"/>
                  </a:lnTo>
                  <a:lnTo>
                    <a:pt x="8403" y="28518"/>
                  </a:lnTo>
                  <a:lnTo>
                    <a:pt x="8383" y="28518"/>
                  </a:lnTo>
                  <a:lnTo>
                    <a:pt x="8383" y="28518"/>
                  </a:lnTo>
                  <a:lnTo>
                    <a:pt x="8163" y="28338"/>
                  </a:lnTo>
                  <a:lnTo>
                    <a:pt x="7942" y="28137"/>
                  </a:lnTo>
                  <a:lnTo>
                    <a:pt x="7742" y="27937"/>
                  </a:lnTo>
                  <a:lnTo>
                    <a:pt x="7581" y="27736"/>
                  </a:lnTo>
                  <a:lnTo>
                    <a:pt x="7441" y="27515"/>
                  </a:lnTo>
                  <a:lnTo>
                    <a:pt x="7321" y="27315"/>
                  </a:lnTo>
                  <a:lnTo>
                    <a:pt x="7220" y="27074"/>
                  </a:lnTo>
                  <a:lnTo>
                    <a:pt x="7160" y="26854"/>
                  </a:lnTo>
                  <a:lnTo>
                    <a:pt x="7160" y="26854"/>
                  </a:lnTo>
                  <a:lnTo>
                    <a:pt x="7120" y="26553"/>
                  </a:lnTo>
                  <a:lnTo>
                    <a:pt x="7080" y="26272"/>
                  </a:lnTo>
                  <a:lnTo>
                    <a:pt x="7060" y="25971"/>
                  </a:lnTo>
                  <a:lnTo>
                    <a:pt x="7040" y="25690"/>
                  </a:lnTo>
                  <a:lnTo>
                    <a:pt x="7040" y="25690"/>
                  </a:lnTo>
                  <a:lnTo>
                    <a:pt x="7060" y="25410"/>
                  </a:lnTo>
                  <a:lnTo>
                    <a:pt x="7080" y="25129"/>
                  </a:lnTo>
                  <a:lnTo>
                    <a:pt x="7100" y="24848"/>
                  </a:lnTo>
                  <a:lnTo>
                    <a:pt x="7140" y="24567"/>
                  </a:lnTo>
                  <a:lnTo>
                    <a:pt x="7140" y="24567"/>
                  </a:lnTo>
                  <a:lnTo>
                    <a:pt x="6819" y="24126"/>
                  </a:lnTo>
                  <a:lnTo>
                    <a:pt x="6518" y="23685"/>
                  </a:lnTo>
                  <a:lnTo>
                    <a:pt x="6218" y="23204"/>
                  </a:lnTo>
                  <a:lnTo>
                    <a:pt x="5957" y="22722"/>
                  </a:lnTo>
                  <a:lnTo>
                    <a:pt x="5957" y="22722"/>
                  </a:lnTo>
                  <a:lnTo>
                    <a:pt x="5897" y="22582"/>
                  </a:lnTo>
                  <a:lnTo>
                    <a:pt x="5897" y="22582"/>
                  </a:lnTo>
                  <a:lnTo>
                    <a:pt x="5776" y="22582"/>
                  </a:lnTo>
                  <a:lnTo>
                    <a:pt x="5776" y="22582"/>
                  </a:lnTo>
                  <a:lnTo>
                    <a:pt x="5556" y="22582"/>
                  </a:lnTo>
                  <a:lnTo>
                    <a:pt x="5556" y="22582"/>
                  </a:lnTo>
                  <a:lnTo>
                    <a:pt x="5275" y="22522"/>
                  </a:lnTo>
                  <a:lnTo>
                    <a:pt x="4994" y="22442"/>
                  </a:lnTo>
                  <a:lnTo>
                    <a:pt x="4754" y="22301"/>
                  </a:lnTo>
                  <a:lnTo>
                    <a:pt x="4533" y="22141"/>
                  </a:lnTo>
                  <a:lnTo>
                    <a:pt x="4332" y="21960"/>
                  </a:lnTo>
                  <a:lnTo>
                    <a:pt x="4172" y="21740"/>
                  </a:lnTo>
                  <a:lnTo>
                    <a:pt x="4012" y="21499"/>
                  </a:lnTo>
                  <a:lnTo>
                    <a:pt x="3911" y="21238"/>
                  </a:lnTo>
                  <a:lnTo>
                    <a:pt x="3911" y="21238"/>
                  </a:lnTo>
                  <a:lnTo>
                    <a:pt x="3851" y="21038"/>
                  </a:lnTo>
                  <a:lnTo>
                    <a:pt x="3811" y="20857"/>
                  </a:lnTo>
                  <a:lnTo>
                    <a:pt x="3791" y="20677"/>
                  </a:lnTo>
                  <a:lnTo>
                    <a:pt x="3791" y="20496"/>
                  </a:lnTo>
                  <a:lnTo>
                    <a:pt x="3791" y="20316"/>
                  </a:lnTo>
                  <a:lnTo>
                    <a:pt x="3831" y="20135"/>
                  </a:lnTo>
                  <a:lnTo>
                    <a:pt x="3871" y="19955"/>
                  </a:lnTo>
                  <a:lnTo>
                    <a:pt x="3931" y="19794"/>
                  </a:lnTo>
                  <a:lnTo>
                    <a:pt x="4012" y="19634"/>
                  </a:lnTo>
                  <a:lnTo>
                    <a:pt x="4092" y="19474"/>
                  </a:lnTo>
                  <a:lnTo>
                    <a:pt x="4192" y="19333"/>
                  </a:lnTo>
                  <a:lnTo>
                    <a:pt x="4312" y="19193"/>
                  </a:lnTo>
                  <a:lnTo>
                    <a:pt x="4433" y="19072"/>
                  </a:lnTo>
                  <a:lnTo>
                    <a:pt x="4553" y="18952"/>
                  </a:lnTo>
                  <a:lnTo>
                    <a:pt x="4713" y="18852"/>
                  </a:lnTo>
                  <a:lnTo>
                    <a:pt x="4854" y="18752"/>
                  </a:lnTo>
                  <a:lnTo>
                    <a:pt x="4854" y="18752"/>
                  </a:lnTo>
                  <a:lnTo>
                    <a:pt x="4814" y="18150"/>
                  </a:lnTo>
                  <a:lnTo>
                    <a:pt x="4774" y="17528"/>
                  </a:lnTo>
                  <a:lnTo>
                    <a:pt x="4754" y="16927"/>
                  </a:lnTo>
                  <a:lnTo>
                    <a:pt x="4733" y="16305"/>
                  </a:lnTo>
                  <a:lnTo>
                    <a:pt x="4733" y="16305"/>
                  </a:lnTo>
                  <a:lnTo>
                    <a:pt x="4733" y="15523"/>
                  </a:lnTo>
                  <a:lnTo>
                    <a:pt x="4754" y="14741"/>
                  </a:lnTo>
                  <a:lnTo>
                    <a:pt x="4794" y="13959"/>
                  </a:lnTo>
                  <a:lnTo>
                    <a:pt x="4854" y="13176"/>
                  </a:lnTo>
                  <a:lnTo>
                    <a:pt x="4934" y="12394"/>
                  </a:lnTo>
                  <a:lnTo>
                    <a:pt x="5054" y="11632"/>
                  </a:lnTo>
                  <a:lnTo>
                    <a:pt x="5175" y="10850"/>
                  </a:lnTo>
                  <a:lnTo>
                    <a:pt x="5335" y="10088"/>
                  </a:lnTo>
                  <a:lnTo>
                    <a:pt x="5516" y="9326"/>
                  </a:lnTo>
                  <a:lnTo>
                    <a:pt x="5716" y="8564"/>
                  </a:lnTo>
                  <a:lnTo>
                    <a:pt x="5937" y="7822"/>
                  </a:lnTo>
                  <a:lnTo>
                    <a:pt x="6197" y="7080"/>
                  </a:lnTo>
                  <a:lnTo>
                    <a:pt x="6478" y="6358"/>
                  </a:lnTo>
                  <a:lnTo>
                    <a:pt x="6779" y="5636"/>
                  </a:lnTo>
                  <a:lnTo>
                    <a:pt x="7120" y="4934"/>
                  </a:lnTo>
                  <a:lnTo>
                    <a:pt x="7501" y="4232"/>
                  </a:lnTo>
                  <a:lnTo>
                    <a:pt x="7501" y="4232"/>
                  </a:lnTo>
                  <a:lnTo>
                    <a:pt x="7862" y="3650"/>
                  </a:lnTo>
                  <a:lnTo>
                    <a:pt x="8223" y="3069"/>
                  </a:lnTo>
                  <a:lnTo>
                    <a:pt x="8624" y="2507"/>
                  </a:lnTo>
                  <a:lnTo>
                    <a:pt x="9045" y="1966"/>
                  </a:lnTo>
                  <a:lnTo>
                    <a:pt x="9486" y="1444"/>
                  </a:lnTo>
                  <a:lnTo>
                    <a:pt x="9948" y="943"/>
                  </a:lnTo>
                  <a:lnTo>
                    <a:pt x="10429" y="462"/>
                  </a:lnTo>
                  <a:lnTo>
                    <a:pt x="1091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32"/>
            <p:cNvSpPr/>
            <p:nvPr/>
          </p:nvSpPr>
          <p:spPr>
            <a:xfrm>
              <a:off x="11396725" y="3266600"/>
              <a:ext cx="58175" cy="439225"/>
            </a:xfrm>
            <a:custGeom>
              <a:avLst/>
              <a:gdLst/>
              <a:ahLst/>
              <a:cxnLst/>
              <a:rect l="l" t="t" r="r" b="b"/>
              <a:pathLst>
                <a:path w="2327" h="17569" extrusionOk="0">
                  <a:moveTo>
                    <a:pt x="1083" y="1"/>
                  </a:moveTo>
                  <a:lnTo>
                    <a:pt x="1063" y="21"/>
                  </a:lnTo>
                  <a:lnTo>
                    <a:pt x="1023" y="61"/>
                  </a:lnTo>
                  <a:lnTo>
                    <a:pt x="1023" y="121"/>
                  </a:lnTo>
                  <a:lnTo>
                    <a:pt x="963" y="1465"/>
                  </a:lnTo>
                  <a:lnTo>
                    <a:pt x="943" y="2808"/>
                  </a:lnTo>
                  <a:lnTo>
                    <a:pt x="903" y="5496"/>
                  </a:lnTo>
                  <a:lnTo>
                    <a:pt x="522" y="5616"/>
                  </a:lnTo>
                  <a:lnTo>
                    <a:pt x="140" y="5736"/>
                  </a:lnTo>
                  <a:lnTo>
                    <a:pt x="100" y="5756"/>
                  </a:lnTo>
                  <a:lnTo>
                    <a:pt x="100" y="5796"/>
                  </a:lnTo>
                  <a:lnTo>
                    <a:pt x="120" y="5837"/>
                  </a:lnTo>
                  <a:lnTo>
                    <a:pt x="161" y="5857"/>
                  </a:lnTo>
                  <a:lnTo>
                    <a:pt x="542" y="5796"/>
                  </a:lnTo>
                  <a:lnTo>
                    <a:pt x="903" y="5776"/>
                  </a:lnTo>
                  <a:lnTo>
                    <a:pt x="903" y="6418"/>
                  </a:lnTo>
                  <a:lnTo>
                    <a:pt x="481" y="6478"/>
                  </a:lnTo>
                  <a:lnTo>
                    <a:pt x="80" y="6539"/>
                  </a:lnTo>
                  <a:lnTo>
                    <a:pt x="40" y="6539"/>
                  </a:lnTo>
                  <a:lnTo>
                    <a:pt x="20" y="6579"/>
                  </a:lnTo>
                  <a:lnTo>
                    <a:pt x="0" y="6619"/>
                  </a:lnTo>
                  <a:lnTo>
                    <a:pt x="0" y="6659"/>
                  </a:lnTo>
                  <a:lnTo>
                    <a:pt x="20" y="6699"/>
                  </a:lnTo>
                  <a:lnTo>
                    <a:pt x="40" y="6719"/>
                  </a:lnTo>
                  <a:lnTo>
                    <a:pt x="60" y="6739"/>
                  </a:lnTo>
                  <a:lnTo>
                    <a:pt x="100" y="6759"/>
                  </a:lnTo>
                  <a:lnTo>
                    <a:pt x="562" y="6759"/>
                  </a:lnTo>
                  <a:lnTo>
                    <a:pt x="903" y="6799"/>
                  </a:lnTo>
                  <a:lnTo>
                    <a:pt x="923" y="11993"/>
                  </a:lnTo>
                  <a:lnTo>
                    <a:pt x="221" y="11833"/>
                  </a:lnTo>
                  <a:lnTo>
                    <a:pt x="201" y="11813"/>
                  </a:lnTo>
                  <a:lnTo>
                    <a:pt x="140" y="11833"/>
                  </a:lnTo>
                  <a:lnTo>
                    <a:pt x="120" y="11873"/>
                  </a:lnTo>
                  <a:lnTo>
                    <a:pt x="100" y="11933"/>
                  </a:lnTo>
                  <a:lnTo>
                    <a:pt x="140" y="11973"/>
                  </a:lnTo>
                  <a:lnTo>
                    <a:pt x="501" y="12174"/>
                  </a:lnTo>
                  <a:lnTo>
                    <a:pt x="923" y="12334"/>
                  </a:lnTo>
                  <a:lnTo>
                    <a:pt x="903" y="13357"/>
                  </a:lnTo>
                  <a:lnTo>
                    <a:pt x="441" y="13598"/>
                  </a:lnTo>
                  <a:lnTo>
                    <a:pt x="421" y="13618"/>
                  </a:lnTo>
                  <a:lnTo>
                    <a:pt x="401" y="13638"/>
                  </a:lnTo>
                  <a:lnTo>
                    <a:pt x="401" y="13698"/>
                  </a:lnTo>
                  <a:lnTo>
                    <a:pt x="441" y="13738"/>
                  </a:lnTo>
                  <a:lnTo>
                    <a:pt x="481" y="13758"/>
                  </a:lnTo>
                  <a:lnTo>
                    <a:pt x="522" y="13738"/>
                  </a:lnTo>
                  <a:lnTo>
                    <a:pt x="903" y="13618"/>
                  </a:lnTo>
                  <a:lnTo>
                    <a:pt x="903" y="14059"/>
                  </a:lnTo>
                  <a:lnTo>
                    <a:pt x="842" y="17569"/>
                  </a:lnTo>
                  <a:lnTo>
                    <a:pt x="1404" y="17569"/>
                  </a:lnTo>
                  <a:lnTo>
                    <a:pt x="1464" y="14079"/>
                  </a:lnTo>
                  <a:lnTo>
                    <a:pt x="1464" y="13437"/>
                  </a:lnTo>
                  <a:lnTo>
                    <a:pt x="2066" y="13277"/>
                  </a:lnTo>
                  <a:lnTo>
                    <a:pt x="2106" y="13237"/>
                  </a:lnTo>
                  <a:lnTo>
                    <a:pt x="2146" y="13197"/>
                  </a:lnTo>
                  <a:lnTo>
                    <a:pt x="2166" y="13157"/>
                  </a:lnTo>
                  <a:lnTo>
                    <a:pt x="2166" y="13096"/>
                  </a:lnTo>
                  <a:lnTo>
                    <a:pt x="2146" y="13056"/>
                  </a:lnTo>
                  <a:lnTo>
                    <a:pt x="2126" y="13016"/>
                  </a:lnTo>
                  <a:lnTo>
                    <a:pt x="2086" y="12976"/>
                  </a:lnTo>
                  <a:lnTo>
                    <a:pt x="1986" y="12976"/>
                  </a:lnTo>
                  <a:lnTo>
                    <a:pt x="1725" y="13036"/>
                  </a:lnTo>
                  <a:lnTo>
                    <a:pt x="1484" y="13136"/>
                  </a:lnTo>
                  <a:lnTo>
                    <a:pt x="1484" y="12495"/>
                  </a:lnTo>
                  <a:lnTo>
                    <a:pt x="1705" y="12535"/>
                  </a:lnTo>
                  <a:lnTo>
                    <a:pt x="2086" y="12535"/>
                  </a:lnTo>
                  <a:lnTo>
                    <a:pt x="2226" y="12515"/>
                  </a:lnTo>
                  <a:lnTo>
                    <a:pt x="2266" y="12515"/>
                  </a:lnTo>
                  <a:lnTo>
                    <a:pt x="2306" y="12475"/>
                  </a:lnTo>
                  <a:lnTo>
                    <a:pt x="2306" y="12455"/>
                  </a:lnTo>
                  <a:lnTo>
                    <a:pt x="2326" y="12415"/>
                  </a:lnTo>
                  <a:lnTo>
                    <a:pt x="2306" y="12334"/>
                  </a:lnTo>
                  <a:lnTo>
                    <a:pt x="2266" y="12314"/>
                  </a:lnTo>
                  <a:lnTo>
                    <a:pt x="2246" y="12294"/>
                  </a:lnTo>
                  <a:lnTo>
                    <a:pt x="2066" y="12234"/>
                  </a:lnTo>
                  <a:lnTo>
                    <a:pt x="1865" y="12194"/>
                  </a:lnTo>
                  <a:lnTo>
                    <a:pt x="1484" y="12134"/>
                  </a:lnTo>
                  <a:lnTo>
                    <a:pt x="1524" y="9487"/>
                  </a:lnTo>
                  <a:lnTo>
                    <a:pt x="1524" y="6819"/>
                  </a:lnTo>
                  <a:lnTo>
                    <a:pt x="2066" y="6819"/>
                  </a:lnTo>
                  <a:lnTo>
                    <a:pt x="2126" y="6799"/>
                  </a:lnTo>
                  <a:lnTo>
                    <a:pt x="2146" y="6759"/>
                  </a:lnTo>
                  <a:lnTo>
                    <a:pt x="2166" y="6719"/>
                  </a:lnTo>
                  <a:lnTo>
                    <a:pt x="2186" y="6679"/>
                  </a:lnTo>
                  <a:lnTo>
                    <a:pt x="2166" y="6619"/>
                  </a:lnTo>
                  <a:lnTo>
                    <a:pt x="2146" y="6579"/>
                  </a:lnTo>
                  <a:lnTo>
                    <a:pt x="2126" y="6539"/>
                  </a:lnTo>
                  <a:lnTo>
                    <a:pt x="2086" y="6518"/>
                  </a:lnTo>
                  <a:lnTo>
                    <a:pt x="1805" y="6458"/>
                  </a:lnTo>
                  <a:lnTo>
                    <a:pt x="1524" y="6418"/>
                  </a:lnTo>
                  <a:lnTo>
                    <a:pt x="1524" y="5716"/>
                  </a:lnTo>
                  <a:lnTo>
                    <a:pt x="1765" y="5676"/>
                  </a:lnTo>
                  <a:lnTo>
                    <a:pt x="2006" y="5616"/>
                  </a:lnTo>
                  <a:lnTo>
                    <a:pt x="2066" y="5596"/>
                  </a:lnTo>
                  <a:lnTo>
                    <a:pt x="2086" y="5556"/>
                  </a:lnTo>
                  <a:lnTo>
                    <a:pt x="2106" y="5516"/>
                  </a:lnTo>
                  <a:lnTo>
                    <a:pt x="2106" y="5476"/>
                  </a:lnTo>
                  <a:lnTo>
                    <a:pt x="2086" y="5436"/>
                  </a:lnTo>
                  <a:lnTo>
                    <a:pt x="2066" y="5395"/>
                  </a:lnTo>
                  <a:lnTo>
                    <a:pt x="2026" y="5375"/>
                  </a:lnTo>
                  <a:lnTo>
                    <a:pt x="1986" y="5355"/>
                  </a:lnTo>
                  <a:lnTo>
                    <a:pt x="1765" y="5355"/>
                  </a:lnTo>
                  <a:lnTo>
                    <a:pt x="1504" y="5375"/>
                  </a:lnTo>
                  <a:lnTo>
                    <a:pt x="1484" y="4052"/>
                  </a:lnTo>
                  <a:lnTo>
                    <a:pt x="1424" y="2748"/>
                  </a:lnTo>
                  <a:lnTo>
                    <a:pt x="1364" y="1425"/>
                  </a:lnTo>
                  <a:lnTo>
                    <a:pt x="1264" y="121"/>
                  </a:lnTo>
                  <a:lnTo>
                    <a:pt x="1264" y="61"/>
                  </a:lnTo>
                  <a:lnTo>
                    <a:pt x="1223" y="21"/>
                  </a:lnTo>
                  <a:lnTo>
                    <a:pt x="118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32"/>
            <p:cNvSpPr/>
            <p:nvPr/>
          </p:nvSpPr>
          <p:spPr>
            <a:xfrm>
              <a:off x="11431300" y="3863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32"/>
            <p:cNvSpPr/>
            <p:nvPr/>
          </p:nvSpPr>
          <p:spPr>
            <a:xfrm>
              <a:off x="11431300" y="3863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32"/>
            <p:cNvSpPr/>
            <p:nvPr/>
          </p:nvSpPr>
          <p:spPr>
            <a:xfrm>
              <a:off x="11209200" y="3705800"/>
              <a:ext cx="427700" cy="330925"/>
            </a:xfrm>
            <a:custGeom>
              <a:avLst/>
              <a:gdLst/>
              <a:ahLst/>
              <a:cxnLst/>
              <a:rect l="l" t="t" r="r" b="b"/>
              <a:pathLst>
                <a:path w="17108" h="13237" extrusionOk="0">
                  <a:moveTo>
                    <a:pt x="8323" y="1"/>
                  </a:moveTo>
                  <a:lnTo>
                    <a:pt x="7882" y="41"/>
                  </a:lnTo>
                  <a:lnTo>
                    <a:pt x="7421" y="101"/>
                  </a:lnTo>
                  <a:lnTo>
                    <a:pt x="7060" y="161"/>
                  </a:lnTo>
                  <a:lnTo>
                    <a:pt x="6699" y="241"/>
                  </a:lnTo>
                  <a:lnTo>
                    <a:pt x="6338" y="321"/>
                  </a:lnTo>
                  <a:lnTo>
                    <a:pt x="5977" y="442"/>
                  </a:lnTo>
                  <a:lnTo>
                    <a:pt x="5616" y="562"/>
                  </a:lnTo>
                  <a:lnTo>
                    <a:pt x="5255" y="722"/>
                  </a:lnTo>
                  <a:lnTo>
                    <a:pt x="4894" y="883"/>
                  </a:lnTo>
                  <a:lnTo>
                    <a:pt x="4533" y="1063"/>
                  </a:lnTo>
                  <a:lnTo>
                    <a:pt x="4252" y="1224"/>
                  </a:lnTo>
                  <a:lnTo>
                    <a:pt x="3972" y="1424"/>
                  </a:lnTo>
                  <a:lnTo>
                    <a:pt x="3671" y="1645"/>
                  </a:lnTo>
                  <a:lnTo>
                    <a:pt x="3370" y="1886"/>
                  </a:lnTo>
                  <a:lnTo>
                    <a:pt x="3069" y="2166"/>
                  </a:lnTo>
                  <a:lnTo>
                    <a:pt x="2748" y="2467"/>
                  </a:lnTo>
                  <a:lnTo>
                    <a:pt x="2447" y="2788"/>
                  </a:lnTo>
                  <a:lnTo>
                    <a:pt x="2147" y="3129"/>
                  </a:lnTo>
                  <a:lnTo>
                    <a:pt x="1866" y="3510"/>
                  </a:lnTo>
                  <a:lnTo>
                    <a:pt x="1585" y="3891"/>
                  </a:lnTo>
                  <a:lnTo>
                    <a:pt x="1324" y="4292"/>
                  </a:lnTo>
                  <a:lnTo>
                    <a:pt x="1064" y="4713"/>
                  </a:lnTo>
                  <a:lnTo>
                    <a:pt x="843" y="5134"/>
                  </a:lnTo>
                  <a:lnTo>
                    <a:pt x="642" y="5576"/>
                  </a:lnTo>
                  <a:lnTo>
                    <a:pt x="462" y="6037"/>
                  </a:lnTo>
                  <a:lnTo>
                    <a:pt x="302" y="6518"/>
                  </a:lnTo>
                  <a:lnTo>
                    <a:pt x="201" y="6879"/>
                  </a:lnTo>
                  <a:lnTo>
                    <a:pt x="121" y="7260"/>
                  </a:lnTo>
                  <a:lnTo>
                    <a:pt x="61" y="7641"/>
                  </a:lnTo>
                  <a:lnTo>
                    <a:pt x="21" y="8022"/>
                  </a:lnTo>
                  <a:lnTo>
                    <a:pt x="1" y="8403"/>
                  </a:lnTo>
                  <a:lnTo>
                    <a:pt x="21" y="8804"/>
                  </a:lnTo>
                  <a:lnTo>
                    <a:pt x="61" y="9186"/>
                  </a:lnTo>
                  <a:lnTo>
                    <a:pt x="121" y="9587"/>
                  </a:lnTo>
                  <a:lnTo>
                    <a:pt x="181" y="9807"/>
                  </a:lnTo>
                  <a:lnTo>
                    <a:pt x="282" y="10048"/>
                  </a:lnTo>
                  <a:lnTo>
                    <a:pt x="402" y="10248"/>
                  </a:lnTo>
                  <a:lnTo>
                    <a:pt x="542" y="10469"/>
                  </a:lnTo>
                  <a:lnTo>
                    <a:pt x="703" y="10670"/>
                  </a:lnTo>
                  <a:lnTo>
                    <a:pt x="903" y="10870"/>
                  </a:lnTo>
                  <a:lnTo>
                    <a:pt x="1124" y="11071"/>
                  </a:lnTo>
                  <a:lnTo>
                    <a:pt x="1344" y="11251"/>
                  </a:lnTo>
                  <a:lnTo>
                    <a:pt x="1364" y="11251"/>
                  </a:lnTo>
                  <a:lnTo>
                    <a:pt x="1585" y="11412"/>
                  </a:lnTo>
                  <a:lnTo>
                    <a:pt x="1826" y="11552"/>
                  </a:lnTo>
                  <a:lnTo>
                    <a:pt x="2327" y="11853"/>
                  </a:lnTo>
                  <a:lnTo>
                    <a:pt x="2909" y="12093"/>
                  </a:lnTo>
                  <a:lnTo>
                    <a:pt x="3510" y="12334"/>
                  </a:lnTo>
                  <a:lnTo>
                    <a:pt x="4132" y="12535"/>
                  </a:lnTo>
                  <a:lnTo>
                    <a:pt x="4754" y="12695"/>
                  </a:lnTo>
                  <a:lnTo>
                    <a:pt x="5436" y="12855"/>
                  </a:lnTo>
                  <a:lnTo>
                    <a:pt x="6117" y="12976"/>
                  </a:lnTo>
                  <a:lnTo>
                    <a:pt x="6819" y="13076"/>
                  </a:lnTo>
                  <a:lnTo>
                    <a:pt x="7541" y="13156"/>
                  </a:lnTo>
                  <a:lnTo>
                    <a:pt x="8263" y="13196"/>
                  </a:lnTo>
                  <a:lnTo>
                    <a:pt x="8985" y="13237"/>
                  </a:lnTo>
                  <a:lnTo>
                    <a:pt x="9787" y="13216"/>
                  </a:lnTo>
                  <a:lnTo>
                    <a:pt x="10590" y="13176"/>
                  </a:lnTo>
                  <a:lnTo>
                    <a:pt x="11372" y="13116"/>
                  </a:lnTo>
                  <a:lnTo>
                    <a:pt x="12134" y="12996"/>
                  </a:lnTo>
                  <a:lnTo>
                    <a:pt x="12876" y="12835"/>
                  </a:lnTo>
                  <a:lnTo>
                    <a:pt x="13217" y="12755"/>
                  </a:lnTo>
                  <a:lnTo>
                    <a:pt x="13578" y="12655"/>
                  </a:lnTo>
                  <a:lnTo>
                    <a:pt x="13919" y="12535"/>
                  </a:lnTo>
                  <a:lnTo>
                    <a:pt x="14239" y="12414"/>
                  </a:lnTo>
                  <a:lnTo>
                    <a:pt x="14560" y="12274"/>
                  </a:lnTo>
                  <a:lnTo>
                    <a:pt x="14861" y="12134"/>
                  </a:lnTo>
                  <a:lnTo>
                    <a:pt x="15262" y="11913"/>
                  </a:lnTo>
                  <a:lnTo>
                    <a:pt x="15643" y="11672"/>
                  </a:lnTo>
                  <a:lnTo>
                    <a:pt x="15844" y="11532"/>
                  </a:lnTo>
                  <a:lnTo>
                    <a:pt x="16064" y="11371"/>
                  </a:lnTo>
                  <a:lnTo>
                    <a:pt x="16245" y="11191"/>
                  </a:lnTo>
                  <a:lnTo>
                    <a:pt x="16445" y="10990"/>
                  </a:lnTo>
                  <a:lnTo>
                    <a:pt x="16606" y="10770"/>
                  </a:lnTo>
                  <a:lnTo>
                    <a:pt x="16746" y="10529"/>
                  </a:lnTo>
                  <a:lnTo>
                    <a:pt x="16847" y="10268"/>
                  </a:lnTo>
                  <a:lnTo>
                    <a:pt x="16947" y="9988"/>
                  </a:lnTo>
                  <a:lnTo>
                    <a:pt x="17027" y="9707"/>
                  </a:lnTo>
                  <a:lnTo>
                    <a:pt x="17067" y="9406"/>
                  </a:lnTo>
                  <a:lnTo>
                    <a:pt x="17107" y="9105"/>
                  </a:lnTo>
                  <a:lnTo>
                    <a:pt x="17107" y="8784"/>
                  </a:lnTo>
                  <a:lnTo>
                    <a:pt x="17107" y="8443"/>
                  </a:lnTo>
                  <a:lnTo>
                    <a:pt x="17067" y="8123"/>
                  </a:lnTo>
                  <a:lnTo>
                    <a:pt x="17027" y="7782"/>
                  </a:lnTo>
                  <a:lnTo>
                    <a:pt x="16967" y="7441"/>
                  </a:lnTo>
                  <a:lnTo>
                    <a:pt x="16907" y="7080"/>
                  </a:lnTo>
                  <a:lnTo>
                    <a:pt x="16806" y="6739"/>
                  </a:lnTo>
                  <a:lnTo>
                    <a:pt x="16706" y="6378"/>
                  </a:lnTo>
                  <a:lnTo>
                    <a:pt x="16586" y="6037"/>
                  </a:lnTo>
                  <a:lnTo>
                    <a:pt x="16465" y="5676"/>
                  </a:lnTo>
                  <a:lnTo>
                    <a:pt x="16165" y="4994"/>
                  </a:lnTo>
                  <a:lnTo>
                    <a:pt x="15844" y="4332"/>
                  </a:lnTo>
                  <a:lnTo>
                    <a:pt x="15463" y="3691"/>
                  </a:lnTo>
                  <a:lnTo>
                    <a:pt x="15082" y="3109"/>
                  </a:lnTo>
                  <a:lnTo>
                    <a:pt x="14861" y="2828"/>
                  </a:lnTo>
                  <a:lnTo>
                    <a:pt x="14661" y="2568"/>
                  </a:lnTo>
                  <a:lnTo>
                    <a:pt x="14440" y="2327"/>
                  </a:lnTo>
                  <a:lnTo>
                    <a:pt x="14239" y="2106"/>
                  </a:lnTo>
                  <a:lnTo>
                    <a:pt x="14019" y="1906"/>
                  </a:lnTo>
                  <a:lnTo>
                    <a:pt x="13798" y="1705"/>
                  </a:lnTo>
                  <a:lnTo>
                    <a:pt x="13477" y="1485"/>
                  </a:lnTo>
                  <a:lnTo>
                    <a:pt x="13156" y="1264"/>
                  </a:lnTo>
                  <a:lnTo>
                    <a:pt x="12816" y="1063"/>
                  </a:lnTo>
                  <a:lnTo>
                    <a:pt x="12475" y="863"/>
                  </a:lnTo>
                  <a:lnTo>
                    <a:pt x="12094" y="702"/>
                  </a:lnTo>
                  <a:lnTo>
                    <a:pt x="11713" y="542"/>
                  </a:lnTo>
                  <a:lnTo>
                    <a:pt x="11332" y="402"/>
                  </a:lnTo>
                  <a:lnTo>
                    <a:pt x="10930" y="281"/>
                  </a:lnTo>
                  <a:lnTo>
                    <a:pt x="10509" y="201"/>
                  </a:lnTo>
                  <a:lnTo>
                    <a:pt x="10088" y="121"/>
                  </a:lnTo>
                  <a:lnTo>
                    <a:pt x="9667" y="61"/>
                  </a:lnTo>
                  <a:lnTo>
                    <a:pt x="9226" y="21"/>
                  </a:lnTo>
                  <a:lnTo>
                    <a:pt x="87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32"/>
            <p:cNvSpPr/>
            <p:nvPr/>
          </p:nvSpPr>
          <p:spPr>
            <a:xfrm>
              <a:off x="11209200" y="3705800"/>
              <a:ext cx="427700" cy="330925"/>
            </a:xfrm>
            <a:custGeom>
              <a:avLst/>
              <a:gdLst/>
              <a:ahLst/>
              <a:cxnLst/>
              <a:rect l="l" t="t" r="r" b="b"/>
              <a:pathLst>
                <a:path w="17108" h="13237" fill="none" extrusionOk="0">
                  <a:moveTo>
                    <a:pt x="16245" y="11191"/>
                  </a:moveTo>
                  <a:lnTo>
                    <a:pt x="16245" y="11191"/>
                  </a:lnTo>
                  <a:lnTo>
                    <a:pt x="16064" y="11371"/>
                  </a:lnTo>
                  <a:lnTo>
                    <a:pt x="15844" y="11532"/>
                  </a:lnTo>
                  <a:lnTo>
                    <a:pt x="15844" y="11532"/>
                  </a:lnTo>
                  <a:lnTo>
                    <a:pt x="15643" y="11672"/>
                  </a:lnTo>
                  <a:lnTo>
                    <a:pt x="15643" y="11672"/>
                  </a:lnTo>
                  <a:lnTo>
                    <a:pt x="15262" y="11913"/>
                  </a:lnTo>
                  <a:lnTo>
                    <a:pt x="14861" y="12134"/>
                  </a:lnTo>
                  <a:lnTo>
                    <a:pt x="14861" y="12134"/>
                  </a:lnTo>
                  <a:lnTo>
                    <a:pt x="14560" y="12274"/>
                  </a:lnTo>
                  <a:lnTo>
                    <a:pt x="14239" y="12414"/>
                  </a:lnTo>
                  <a:lnTo>
                    <a:pt x="13919" y="12535"/>
                  </a:lnTo>
                  <a:lnTo>
                    <a:pt x="13578" y="12655"/>
                  </a:lnTo>
                  <a:lnTo>
                    <a:pt x="13217" y="12755"/>
                  </a:lnTo>
                  <a:lnTo>
                    <a:pt x="12876" y="12835"/>
                  </a:lnTo>
                  <a:lnTo>
                    <a:pt x="12134" y="12996"/>
                  </a:lnTo>
                  <a:lnTo>
                    <a:pt x="11372" y="13116"/>
                  </a:lnTo>
                  <a:lnTo>
                    <a:pt x="10590" y="13176"/>
                  </a:lnTo>
                  <a:lnTo>
                    <a:pt x="9787" y="13216"/>
                  </a:lnTo>
                  <a:lnTo>
                    <a:pt x="8985" y="13237"/>
                  </a:lnTo>
                  <a:lnTo>
                    <a:pt x="8985" y="13237"/>
                  </a:lnTo>
                  <a:lnTo>
                    <a:pt x="8263" y="13196"/>
                  </a:lnTo>
                  <a:lnTo>
                    <a:pt x="7541" y="13156"/>
                  </a:lnTo>
                  <a:lnTo>
                    <a:pt x="6819" y="13076"/>
                  </a:lnTo>
                  <a:lnTo>
                    <a:pt x="6117" y="12976"/>
                  </a:lnTo>
                  <a:lnTo>
                    <a:pt x="5436" y="12855"/>
                  </a:lnTo>
                  <a:lnTo>
                    <a:pt x="4754" y="12695"/>
                  </a:lnTo>
                  <a:lnTo>
                    <a:pt x="4132" y="12535"/>
                  </a:lnTo>
                  <a:lnTo>
                    <a:pt x="3510" y="12334"/>
                  </a:lnTo>
                  <a:lnTo>
                    <a:pt x="3510" y="12334"/>
                  </a:lnTo>
                  <a:lnTo>
                    <a:pt x="2909" y="12093"/>
                  </a:lnTo>
                  <a:lnTo>
                    <a:pt x="2327" y="11853"/>
                  </a:lnTo>
                  <a:lnTo>
                    <a:pt x="1826" y="11552"/>
                  </a:lnTo>
                  <a:lnTo>
                    <a:pt x="1585" y="11412"/>
                  </a:lnTo>
                  <a:lnTo>
                    <a:pt x="1364" y="11251"/>
                  </a:lnTo>
                  <a:lnTo>
                    <a:pt x="1344" y="11251"/>
                  </a:lnTo>
                  <a:lnTo>
                    <a:pt x="1344" y="11251"/>
                  </a:lnTo>
                  <a:lnTo>
                    <a:pt x="1124" y="11071"/>
                  </a:lnTo>
                  <a:lnTo>
                    <a:pt x="903" y="10870"/>
                  </a:lnTo>
                  <a:lnTo>
                    <a:pt x="703" y="10670"/>
                  </a:lnTo>
                  <a:lnTo>
                    <a:pt x="542" y="10469"/>
                  </a:lnTo>
                  <a:lnTo>
                    <a:pt x="402" y="10248"/>
                  </a:lnTo>
                  <a:lnTo>
                    <a:pt x="282" y="10048"/>
                  </a:lnTo>
                  <a:lnTo>
                    <a:pt x="181" y="9807"/>
                  </a:lnTo>
                  <a:lnTo>
                    <a:pt x="121" y="9587"/>
                  </a:lnTo>
                  <a:lnTo>
                    <a:pt x="121" y="9587"/>
                  </a:lnTo>
                  <a:lnTo>
                    <a:pt x="61" y="9186"/>
                  </a:lnTo>
                  <a:lnTo>
                    <a:pt x="21" y="8804"/>
                  </a:lnTo>
                  <a:lnTo>
                    <a:pt x="1" y="8403"/>
                  </a:lnTo>
                  <a:lnTo>
                    <a:pt x="21" y="8022"/>
                  </a:lnTo>
                  <a:lnTo>
                    <a:pt x="61" y="7641"/>
                  </a:lnTo>
                  <a:lnTo>
                    <a:pt x="121" y="7260"/>
                  </a:lnTo>
                  <a:lnTo>
                    <a:pt x="201" y="6879"/>
                  </a:lnTo>
                  <a:lnTo>
                    <a:pt x="302" y="6518"/>
                  </a:lnTo>
                  <a:lnTo>
                    <a:pt x="302" y="6518"/>
                  </a:lnTo>
                  <a:lnTo>
                    <a:pt x="462" y="6037"/>
                  </a:lnTo>
                  <a:lnTo>
                    <a:pt x="642" y="5576"/>
                  </a:lnTo>
                  <a:lnTo>
                    <a:pt x="843" y="5134"/>
                  </a:lnTo>
                  <a:lnTo>
                    <a:pt x="1064" y="4713"/>
                  </a:lnTo>
                  <a:lnTo>
                    <a:pt x="1324" y="4292"/>
                  </a:lnTo>
                  <a:lnTo>
                    <a:pt x="1585" y="3891"/>
                  </a:lnTo>
                  <a:lnTo>
                    <a:pt x="1866" y="3510"/>
                  </a:lnTo>
                  <a:lnTo>
                    <a:pt x="2147" y="3129"/>
                  </a:lnTo>
                  <a:lnTo>
                    <a:pt x="2447" y="2788"/>
                  </a:lnTo>
                  <a:lnTo>
                    <a:pt x="2748" y="2467"/>
                  </a:lnTo>
                  <a:lnTo>
                    <a:pt x="3069" y="2166"/>
                  </a:lnTo>
                  <a:lnTo>
                    <a:pt x="3370" y="1886"/>
                  </a:lnTo>
                  <a:lnTo>
                    <a:pt x="3671" y="1645"/>
                  </a:lnTo>
                  <a:lnTo>
                    <a:pt x="3972" y="1424"/>
                  </a:lnTo>
                  <a:lnTo>
                    <a:pt x="4252" y="1224"/>
                  </a:lnTo>
                  <a:lnTo>
                    <a:pt x="4533" y="1063"/>
                  </a:lnTo>
                  <a:lnTo>
                    <a:pt x="4533" y="1063"/>
                  </a:lnTo>
                  <a:lnTo>
                    <a:pt x="4894" y="883"/>
                  </a:lnTo>
                  <a:lnTo>
                    <a:pt x="5255" y="722"/>
                  </a:lnTo>
                  <a:lnTo>
                    <a:pt x="5616" y="562"/>
                  </a:lnTo>
                  <a:lnTo>
                    <a:pt x="5977" y="442"/>
                  </a:lnTo>
                  <a:lnTo>
                    <a:pt x="6338" y="321"/>
                  </a:lnTo>
                  <a:lnTo>
                    <a:pt x="6699" y="241"/>
                  </a:lnTo>
                  <a:lnTo>
                    <a:pt x="7060" y="161"/>
                  </a:lnTo>
                  <a:lnTo>
                    <a:pt x="7421" y="101"/>
                  </a:lnTo>
                  <a:lnTo>
                    <a:pt x="7421" y="101"/>
                  </a:lnTo>
                  <a:lnTo>
                    <a:pt x="7882" y="41"/>
                  </a:lnTo>
                  <a:lnTo>
                    <a:pt x="8323" y="1"/>
                  </a:lnTo>
                  <a:lnTo>
                    <a:pt x="8785" y="1"/>
                  </a:lnTo>
                  <a:lnTo>
                    <a:pt x="9226" y="21"/>
                  </a:lnTo>
                  <a:lnTo>
                    <a:pt x="9667" y="61"/>
                  </a:lnTo>
                  <a:lnTo>
                    <a:pt x="10088" y="121"/>
                  </a:lnTo>
                  <a:lnTo>
                    <a:pt x="10509" y="201"/>
                  </a:lnTo>
                  <a:lnTo>
                    <a:pt x="10930" y="281"/>
                  </a:lnTo>
                  <a:lnTo>
                    <a:pt x="11332" y="402"/>
                  </a:lnTo>
                  <a:lnTo>
                    <a:pt x="11713" y="542"/>
                  </a:lnTo>
                  <a:lnTo>
                    <a:pt x="12094" y="702"/>
                  </a:lnTo>
                  <a:lnTo>
                    <a:pt x="12475" y="863"/>
                  </a:lnTo>
                  <a:lnTo>
                    <a:pt x="12816" y="1063"/>
                  </a:lnTo>
                  <a:lnTo>
                    <a:pt x="13156" y="1264"/>
                  </a:lnTo>
                  <a:lnTo>
                    <a:pt x="13477" y="1485"/>
                  </a:lnTo>
                  <a:lnTo>
                    <a:pt x="13798" y="1705"/>
                  </a:lnTo>
                  <a:lnTo>
                    <a:pt x="13798" y="1705"/>
                  </a:lnTo>
                  <a:lnTo>
                    <a:pt x="14019" y="1906"/>
                  </a:lnTo>
                  <a:lnTo>
                    <a:pt x="14239" y="2106"/>
                  </a:lnTo>
                  <a:lnTo>
                    <a:pt x="14440" y="2327"/>
                  </a:lnTo>
                  <a:lnTo>
                    <a:pt x="14661" y="2568"/>
                  </a:lnTo>
                  <a:lnTo>
                    <a:pt x="14861" y="2828"/>
                  </a:lnTo>
                  <a:lnTo>
                    <a:pt x="15082" y="3109"/>
                  </a:lnTo>
                  <a:lnTo>
                    <a:pt x="15463" y="3691"/>
                  </a:lnTo>
                  <a:lnTo>
                    <a:pt x="15844" y="4332"/>
                  </a:lnTo>
                  <a:lnTo>
                    <a:pt x="16165" y="4994"/>
                  </a:lnTo>
                  <a:lnTo>
                    <a:pt x="16465" y="5676"/>
                  </a:lnTo>
                  <a:lnTo>
                    <a:pt x="16586" y="6037"/>
                  </a:lnTo>
                  <a:lnTo>
                    <a:pt x="16706" y="6378"/>
                  </a:lnTo>
                  <a:lnTo>
                    <a:pt x="16806" y="6739"/>
                  </a:lnTo>
                  <a:lnTo>
                    <a:pt x="16907" y="7080"/>
                  </a:lnTo>
                  <a:lnTo>
                    <a:pt x="16967" y="7441"/>
                  </a:lnTo>
                  <a:lnTo>
                    <a:pt x="17027" y="7782"/>
                  </a:lnTo>
                  <a:lnTo>
                    <a:pt x="17067" y="8123"/>
                  </a:lnTo>
                  <a:lnTo>
                    <a:pt x="17107" y="8443"/>
                  </a:lnTo>
                  <a:lnTo>
                    <a:pt x="17107" y="8784"/>
                  </a:lnTo>
                  <a:lnTo>
                    <a:pt x="17107" y="9105"/>
                  </a:lnTo>
                  <a:lnTo>
                    <a:pt x="17067" y="9406"/>
                  </a:lnTo>
                  <a:lnTo>
                    <a:pt x="17027" y="9707"/>
                  </a:lnTo>
                  <a:lnTo>
                    <a:pt x="16947" y="9988"/>
                  </a:lnTo>
                  <a:lnTo>
                    <a:pt x="16847" y="10268"/>
                  </a:lnTo>
                  <a:lnTo>
                    <a:pt x="16746" y="10529"/>
                  </a:lnTo>
                  <a:lnTo>
                    <a:pt x="16606" y="10770"/>
                  </a:lnTo>
                  <a:lnTo>
                    <a:pt x="16445" y="10990"/>
                  </a:lnTo>
                  <a:lnTo>
                    <a:pt x="16245" y="1119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32"/>
            <p:cNvSpPr/>
            <p:nvPr/>
          </p:nvSpPr>
          <p:spPr>
            <a:xfrm>
              <a:off x="11209200" y="3708300"/>
              <a:ext cx="391100" cy="328425"/>
            </a:xfrm>
            <a:custGeom>
              <a:avLst/>
              <a:gdLst/>
              <a:ahLst/>
              <a:cxnLst/>
              <a:rect l="l" t="t" r="r" b="b"/>
              <a:pathLst>
                <a:path w="15644" h="13137" extrusionOk="0">
                  <a:moveTo>
                    <a:pt x="7421" y="1"/>
                  </a:moveTo>
                  <a:lnTo>
                    <a:pt x="7060" y="61"/>
                  </a:lnTo>
                  <a:lnTo>
                    <a:pt x="6699" y="141"/>
                  </a:lnTo>
                  <a:lnTo>
                    <a:pt x="6338" y="221"/>
                  </a:lnTo>
                  <a:lnTo>
                    <a:pt x="5977" y="342"/>
                  </a:lnTo>
                  <a:lnTo>
                    <a:pt x="5616" y="462"/>
                  </a:lnTo>
                  <a:lnTo>
                    <a:pt x="5255" y="622"/>
                  </a:lnTo>
                  <a:lnTo>
                    <a:pt x="4894" y="783"/>
                  </a:lnTo>
                  <a:lnTo>
                    <a:pt x="4533" y="963"/>
                  </a:lnTo>
                  <a:lnTo>
                    <a:pt x="4252" y="1124"/>
                  </a:lnTo>
                  <a:lnTo>
                    <a:pt x="3972" y="1324"/>
                  </a:lnTo>
                  <a:lnTo>
                    <a:pt x="3671" y="1545"/>
                  </a:lnTo>
                  <a:lnTo>
                    <a:pt x="3370" y="1786"/>
                  </a:lnTo>
                  <a:lnTo>
                    <a:pt x="3069" y="2066"/>
                  </a:lnTo>
                  <a:lnTo>
                    <a:pt x="2748" y="2367"/>
                  </a:lnTo>
                  <a:lnTo>
                    <a:pt x="2447" y="2688"/>
                  </a:lnTo>
                  <a:lnTo>
                    <a:pt x="2147" y="3029"/>
                  </a:lnTo>
                  <a:lnTo>
                    <a:pt x="1866" y="3410"/>
                  </a:lnTo>
                  <a:lnTo>
                    <a:pt x="1585" y="3791"/>
                  </a:lnTo>
                  <a:lnTo>
                    <a:pt x="1324" y="4192"/>
                  </a:lnTo>
                  <a:lnTo>
                    <a:pt x="1064" y="4613"/>
                  </a:lnTo>
                  <a:lnTo>
                    <a:pt x="843" y="5034"/>
                  </a:lnTo>
                  <a:lnTo>
                    <a:pt x="642" y="5476"/>
                  </a:lnTo>
                  <a:lnTo>
                    <a:pt x="462" y="5937"/>
                  </a:lnTo>
                  <a:lnTo>
                    <a:pt x="302" y="6418"/>
                  </a:lnTo>
                  <a:lnTo>
                    <a:pt x="201" y="6799"/>
                  </a:lnTo>
                  <a:lnTo>
                    <a:pt x="101" y="7200"/>
                  </a:lnTo>
                  <a:lnTo>
                    <a:pt x="61" y="7481"/>
                  </a:lnTo>
                  <a:lnTo>
                    <a:pt x="41" y="7762"/>
                  </a:lnTo>
                  <a:lnTo>
                    <a:pt x="21" y="8043"/>
                  </a:lnTo>
                  <a:lnTo>
                    <a:pt x="1" y="8323"/>
                  </a:lnTo>
                  <a:lnTo>
                    <a:pt x="21" y="8604"/>
                  </a:lnTo>
                  <a:lnTo>
                    <a:pt x="41" y="8905"/>
                  </a:lnTo>
                  <a:lnTo>
                    <a:pt x="81" y="9186"/>
                  </a:lnTo>
                  <a:lnTo>
                    <a:pt x="121" y="9487"/>
                  </a:lnTo>
                  <a:lnTo>
                    <a:pt x="181" y="9707"/>
                  </a:lnTo>
                  <a:lnTo>
                    <a:pt x="282" y="9948"/>
                  </a:lnTo>
                  <a:lnTo>
                    <a:pt x="402" y="10148"/>
                  </a:lnTo>
                  <a:lnTo>
                    <a:pt x="542" y="10369"/>
                  </a:lnTo>
                  <a:lnTo>
                    <a:pt x="703" y="10570"/>
                  </a:lnTo>
                  <a:lnTo>
                    <a:pt x="903" y="10770"/>
                  </a:lnTo>
                  <a:lnTo>
                    <a:pt x="1124" y="10971"/>
                  </a:lnTo>
                  <a:lnTo>
                    <a:pt x="1344" y="11151"/>
                  </a:lnTo>
                  <a:lnTo>
                    <a:pt x="1364" y="11151"/>
                  </a:lnTo>
                  <a:lnTo>
                    <a:pt x="1585" y="11312"/>
                  </a:lnTo>
                  <a:lnTo>
                    <a:pt x="1826" y="11452"/>
                  </a:lnTo>
                  <a:lnTo>
                    <a:pt x="2327" y="11753"/>
                  </a:lnTo>
                  <a:lnTo>
                    <a:pt x="2909" y="11993"/>
                  </a:lnTo>
                  <a:lnTo>
                    <a:pt x="3510" y="12234"/>
                  </a:lnTo>
                  <a:lnTo>
                    <a:pt x="4132" y="12435"/>
                  </a:lnTo>
                  <a:lnTo>
                    <a:pt x="4754" y="12595"/>
                  </a:lnTo>
                  <a:lnTo>
                    <a:pt x="5436" y="12755"/>
                  </a:lnTo>
                  <a:lnTo>
                    <a:pt x="6117" y="12876"/>
                  </a:lnTo>
                  <a:lnTo>
                    <a:pt x="6819" y="12976"/>
                  </a:lnTo>
                  <a:lnTo>
                    <a:pt x="7541" y="13056"/>
                  </a:lnTo>
                  <a:lnTo>
                    <a:pt x="8263" y="13096"/>
                  </a:lnTo>
                  <a:lnTo>
                    <a:pt x="8985" y="13137"/>
                  </a:lnTo>
                  <a:lnTo>
                    <a:pt x="9266" y="13137"/>
                  </a:lnTo>
                  <a:lnTo>
                    <a:pt x="10048" y="13116"/>
                  </a:lnTo>
                  <a:lnTo>
                    <a:pt x="10810" y="13076"/>
                  </a:lnTo>
                  <a:lnTo>
                    <a:pt x="11552" y="12976"/>
                  </a:lnTo>
                  <a:lnTo>
                    <a:pt x="12274" y="12876"/>
                  </a:lnTo>
                  <a:lnTo>
                    <a:pt x="12976" y="12715"/>
                  </a:lnTo>
                  <a:lnTo>
                    <a:pt x="13638" y="12535"/>
                  </a:lnTo>
                  <a:lnTo>
                    <a:pt x="13959" y="12415"/>
                  </a:lnTo>
                  <a:lnTo>
                    <a:pt x="14259" y="12294"/>
                  </a:lnTo>
                  <a:lnTo>
                    <a:pt x="14560" y="12174"/>
                  </a:lnTo>
                  <a:lnTo>
                    <a:pt x="14861" y="12034"/>
                  </a:lnTo>
                  <a:lnTo>
                    <a:pt x="15262" y="11813"/>
                  </a:lnTo>
                  <a:lnTo>
                    <a:pt x="15643" y="11572"/>
                  </a:lnTo>
                  <a:lnTo>
                    <a:pt x="14841" y="11833"/>
                  </a:lnTo>
                  <a:lnTo>
                    <a:pt x="14420" y="11933"/>
                  </a:lnTo>
                  <a:lnTo>
                    <a:pt x="13999" y="12034"/>
                  </a:lnTo>
                  <a:lnTo>
                    <a:pt x="13598" y="12134"/>
                  </a:lnTo>
                  <a:lnTo>
                    <a:pt x="13156" y="12194"/>
                  </a:lnTo>
                  <a:lnTo>
                    <a:pt x="12735" y="12234"/>
                  </a:lnTo>
                  <a:lnTo>
                    <a:pt x="12294" y="12254"/>
                  </a:lnTo>
                  <a:lnTo>
                    <a:pt x="11733" y="12274"/>
                  </a:lnTo>
                  <a:lnTo>
                    <a:pt x="10850" y="12254"/>
                  </a:lnTo>
                  <a:lnTo>
                    <a:pt x="9948" y="12194"/>
                  </a:lnTo>
                  <a:lnTo>
                    <a:pt x="9487" y="12154"/>
                  </a:lnTo>
                  <a:lnTo>
                    <a:pt x="9025" y="12094"/>
                  </a:lnTo>
                  <a:lnTo>
                    <a:pt x="8564" y="12013"/>
                  </a:lnTo>
                  <a:lnTo>
                    <a:pt x="8103" y="11933"/>
                  </a:lnTo>
                  <a:lnTo>
                    <a:pt x="7641" y="11833"/>
                  </a:lnTo>
                  <a:lnTo>
                    <a:pt x="7200" y="11733"/>
                  </a:lnTo>
                  <a:lnTo>
                    <a:pt x="6759" y="11592"/>
                  </a:lnTo>
                  <a:lnTo>
                    <a:pt x="6318" y="11452"/>
                  </a:lnTo>
                  <a:lnTo>
                    <a:pt x="5917" y="11292"/>
                  </a:lnTo>
                  <a:lnTo>
                    <a:pt x="5516" y="11111"/>
                  </a:lnTo>
                  <a:lnTo>
                    <a:pt x="5115" y="10910"/>
                  </a:lnTo>
                  <a:lnTo>
                    <a:pt x="4754" y="10710"/>
                  </a:lnTo>
                  <a:lnTo>
                    <a:pt x="4553" y="10570"/>
                  </a:lnTo>
                  <a:lnTo>
                    <a:pt x="4373" y="10429"/>
                  </a:lnTo>
                  <a:lnTo>
                    <a:pt x="4192" y="10269"/>
                  </a:lnTo>
                  <a:lnTo>
                    <a:pt x="4032" y="10108"/>
                  </a:lnTo>
                  <a:lnTo>
                    <a:pt x="3871" y="9948"/>
                  </a:lnTo>
                  <a:lnTo>
                    <a:pt x="3731" y="9767"/>
                  </a:lnTo>
                  <a:lnTo>
                    <a:pt x="3590" y="9587"/>
                  </a:lnTo>
                  <a:lnTo>
                    <a:pt x="3470" y="9406"/>
                  </a:lnTo>
                  <a:lnTo>
                    <a:pt x="3270" y="9025"/>
                  </a:lnTo>
                  <a:lnTo>
                    <a:pt x="3089" y="8604"/>
                  </a:lnTo>
                  <a:lnTo>
                    <a:pt x="2969" y="8183"/>
                  </a:lnTo>
                  <a:lnTo>
                    <a:pt x="2889" y="7762"/>
                  </a:lnTo>
                  <a:lnTo>
                    <a:pt x="2828" y="7321"/>
                  </a:lnTo>
                  <a:lnTo>
                    <a:pt x="2808" y="6859"/>
                  </a:lnTo>
                  <a:lnTo>
                    <a:pt x="2828" y="6418"/>
                  </a:lnTo>
                  <a:lnTo>
                    <a:pt x="2869" y="5957"/>
                  </a:lnTo>
                  <a:lnTo>
                    <a:pt x="2949" y="5496"/>
                  </a:lnTo>
                  <a:lnTo>
                    <a:pt x="3069" y="5055"/>
                  </a:lnTo>
                  <a:lnTo>
                    <a:pt x="3189" y="4613"/>
                  </a:lnTo>
                  <a:lnTo>
                    <a:pt x="3350" y="4192"/>
                  </a:lnTo>
                  <a:lnTo>
                    <a:pt x="3510" y="3831"/>
                  </a:lnTo>
                  <a:lnTo>
                    <a:pt x="3671" y="3490"/>
                  </a:lnTo>
                  <a:lnTo>
                    <a:pt x="3851" y="3169"/>
                  </a:lnTo>
                  <a:lnTo>
                    <a:pt x="4052" y="2849"/>
                  </a:lnTo>
                  <a:lnTo>
                    <a:pt x="4272" y="2548"/>
                  </a:lnTo>
                  <a:lnTo>
                    <a:pt x="4513" y="2267"/>
                  </a:lnTo>
                  <a:lnTo>
                    <a:pt x="4754" y="1986"/>
                  </a:lnTo>
                  <a:lnTo>
                    <a:pt x="5014" y="1725"/>
                  </a:lnTo>
                  <a:lnTo>
                    <a:pt x="5275" y="1465"/>
                  </a:lnTo>
                  <a:lnTo>
                    <a:pt x="5556" y="1224"/>
                  </a:lnTo>
                  <a:lnTo>
                    <a:pt x="5837" y="983"/>
                  </a:lnTo>
                  <a:lnTo>
                    <a:pt x="6137" y="763"/>
                  </a:lnTo>
                  <a:lnTo>
                    <a:pt x="6458" y="562"/>
                  </a:lnTo>
                  <a:lnTo>
                    <a:pt x="6779" y="362"/>
                  </a:lnTo>
                  <a:lnTo>
                    <a:pt x="7100" y="161"/>
                  </a:lnTo>
                  <a:lnTo>
                    <a:pt x="742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32"/>
            <p:cNvSpPr/>
            <p:nvPr/>
          </p:nvSpPr>
          <p:spPr>
            <a:xfrm>
              <a:off x="11209200" y="3708300"/>
              <a:ext cx="391100" cy="328425"/>
            </a:xfrm>
            <a:custGeom>
              <a:avLst/>
              <a:gdLst/>
              <a:ahLst/>
              <a:cxnLst/>
              <a:rect l="l" t="t" r="r" b="b"/>
              <a:pathLst>
                <a:path w="15644" h="13137" fill="none" extrusionOk="0">
                  <a:moveTo>
                    <a:pt x="7421" y="1"/>
                  </a:moveTo>
                  <a:lnTo>
                    <a:pt x="7421" y="1"/>
                  </a:lnTo>
                  <a:lnTo>
                    <a:pt x="7060" y="61"/>
                  </a:lnTo>
                  <a:lnTo>
                    <a:pt x="6699" y="141"/>
                  </a:lnTo>
                  <a:lnTo>
                    <a:pt x="6338" y="221"/>
                  </a:lnTo>
                  <a:lnTo>
                    <a:pt x="5977" y="342"/>
                  </a:lnTo>
                  <a:lnTo>
                    <a:pt x="5616" y="462"/>
                  </a:lnTo>
                  <a:lnTo>
                    <a:pt x="5255" y="622"/>
                  </a:lnTo>
                  <a:lnTo>
                    <a:pt x="4894" y="783"/>
                  </a:lnTo>
                  <a:lnTo>
                    <a:pt x="4533" y="963"/>
                  </a:lnTo>
                  <a:lnTo>
                    <a:pt x="4533" y="963"/>
                  </a:lnTo>
                  <a:lnTo>
                    <a:pt x="4252" y="1124"/>
                  </a:lnTo>
                  <a:lnTo>
                    <a:pt x="3972" y="1324"/>
                  </a:lnTo>
                  <a:lnTo>
                    <a:pt x="3671" y="1545"/>
                  </a:lnTo>
                  <a:lnTo>
                    <a:pt x="3370" y="1786"/>
                  </a:lnTo>
                  <a:lnTo>
                    <a:pt x="3069" y="2066"/>
                  </a:lnTo>
                  <a:lnTo>
                    <a:pt x="2748" y="2367"/>
                  </a:lnTo>
                  <a:lnTo>
                    <a:pt x="2447" y="2688"/>
                  </a:lnTo>
                  <a:lnTo>
                    <a:pt x="2147" y="3029"/>
                  </a:lnTo>
                  <a:lnTo>
                    <a:pt x="1866" y="3410"/>
                  </a:lnTo>
                  <a:lnTo>
                    <a:pt x="1585" y="3791"/>
                  </a:lnTo>
                  <a:lnTo>
                    <a:pt x="1324" y="4192"/>
                  </a:lnTo>
                  <a:lnTo>
                    <a:pt x="1064" y="4613"/>
                  </a:lnTo>
                  <a:lnTo>
                    <a:pt x="843" y="5034"/>
                  </a:lnTo>
                  <a:lnTo>
                    <a:pt x="642" y="5476"/>
                  </a:lnTo>
                  <a:lnTo>
                    <a:pt x="462" y="5937"/>
                  </a:lnTo>
                  <a:lnTo>
                    <a:pt x="302" y="6418"/>
                  </a:lnTo>
                  <a:lnTo>
                    <a:pt x="302" y="6418"/>
                  </a:lnTo>
                  <a:lnTo>
                    <a:pt x="201" y="6799"/>
                  </a:lnTo>
                  <a:lnTo>
                    <a:pt x="101" y="7200"/>
                  </a:lnTo>
                  <a:lnTo>
                    <a:pt x="101" y="7200"/>
                  </a:lnTo>
                  <a:lnTo>
                    <a:pt x="61" y="7481"/>
                  </a:lnTo>
                  <a:lnTo>
                    <a:pt x="41" y="7762"/>
                  </a:lnTo>
                  <a:lnTo>
                    <a:pt x="21" y="8043"/>
                  </a:lnTo>
                  <a:lnTo>
                    <a:pt x="1" y="8323"/>
                  </a:lnTo>
                  <a:lnTo>
                    <a:pt x="1" y="8323"/>
                  </a:lnTo>
                  <a:lnTo>
                    <a:pt x="21" y="8604"/>
                  </a:lnTo>
                  <a:lnTo>
                    <a:pt x="41" y="8905"/>
                  </a:lnTo>
                  <a:lnTo>
                    <a:pt x="81" y="9186"/>
                  </a:lnTo>
                  <a:lnTo>
                    <a:pt x="121" y="9487"/>
                  </a:lnTo>
                  <a:lnTo>
                    <a:pt x="121" y="9487"/>
                  </a:lnTo>
                  <a:lnTo>
                    <a:pt x="181" y="9707"/>
                  </a:lnTo>
                  <a:lnTo>
                    <a:pt x="282" y="9948"/>
                  </a:lnTo>
                  <a:lnTo>
                    <a:pt x="402" y="10148"/>
                  </a:lnTo>
                  <a:lnTo>
                    <a:pt x="542" y="10369"/>
                  </a:lnTo>
                  <a:lnTo>
                    <a:pt x="703" y="10570"/>
                  </a:lnTo>
                  <a:lnTo>
                    <a:pt x="903" y="10770"/>
                  </a:lnTo>
                  <a:lnTo>
                    <a:pt x="1124" y="10971"/>
                  </a:lnTo>
                  <a:lnTo>
                    <a:pt x="1344" y="11151"/>
                  </a:lnTo>
                  <a:lnTo>
                    <a:pt x="1364" y="11151"/>
                  </a:lnTo>
                  <a:lnTo>
                    <a:pt x="1364" y="11151"/>
                  </a:lnTo>
                  <a:lnTo>
                    <a:pt x="1585" y="11312"/>
                  </a:lnTo>
                  <a:lnTo>
                    <a:pt x="1826" y="11452"/>
                  </a:lnTo>
                  <a:lnTo>
                    <a:pt x="2327" y="11753"/>
                  </a:lnTo>
                  <a:lnTo>
                    <a:pt x="2909" y="11993"/>
                  </a:lnTo>
                  <a:lnTo>
                    <a:pt x="3510" y="12234"/>
                  </a:lnTo>
                  <a:lnTo>
                    <a:pt x="3510" y="12234"/>
                  </a:lnTo>
                  <a:lnTo>
                    <a:pt x="4132" y="12435"/>
                  </a:lnTo>
                  <a:lnTo>
                    <a:pt x="4754" y="12595"/>
                  </a:lnTo>
                  <a:lnTo>
                    <a:pt x="5436" y="12755"/>
                  </a:lnTo>
                  <a:lnTo>
                    <a:pt x="6117" y="12876"/>
                  </a:lnTo>
                  <a:lnTo>
                    <a:pt x="6819" y="12976"/>
                  </a:lnTo>
                  <a:lnTo>
                    <a:pt x="7541" y="13056"/>
                  </a:lnTo>
                  <a:lnTo>
                    <a:pt x="8263" y="13096"/>
                  </a:lnTo>
                  <a:lnTo>
                    <a:pt x="8985" y="13137"/>
                  </a:lnTo>
                  <a:lnTo>
                    <a:pt x="8985" y="13137"/>
                  </a:lnTo>
                  <a:lnTo>
                    <a:pt x="9266" y="13137"/>
                  </a:lnTo>
                  <a:lnTo>
                    <a:pt x="9266" y="13137"/>
                  </a:lnTo>
                  <a:lnTo>
                    <a:pt x="10048" y="13116"/>
                  </a:lnTo>
                  <a:lnTo>
                    <a:pt x="10810" y="13076"/>
                  </a:lnTo>
                  <a:lnTo>
                    <a:pt x="11552" y="12976"/>
                  </a:lnTo>
                  <a:lnTo>
                    <a:pt x="12274" y="12876"/>
                  </a:lnTo>
                  <a:lnTo>
                    <a:pt x="12976" y="12715"/>
                  </a:lnTo>
                  <a:lnTo>
                    <a:pt x="13638" y="12535"/>
                  </a:lnTo>
                  <a:lnTo>
                    <a:pt x="13959" y="12415"/>
                  </a:lnTo>
                  <a:lnTo>
                    <a:pt x="14259" y="12294"/>
                  </a:lnTo>
                  <a:lnTo>
                    <a:pt x="14560" y="12174"/>
                  </a:lnTo>
                  <a:lnTo>
                    <a:pt x="14861" y="12034"/>
                  </a:lnTo>
                  <a:lnTo>
                    <a:pt x="14861" y="12034"/>
                  </a:lnTo>
                  <a:lnTo>
                    <a:pt x="15262" y="11813"/>
                  </a:lnTo>
                  <a:lnTo>
                    <a:pt x="15643" y="11572"/>
                  </a:lnTo>
                  <a:lnTo>
                    <a:pt x="15643" y="11572"/>
                  </a:lnTo>
                  <a:lnTo>
                    <a:pt x="14841" y="11833"/>
                  </a:lnTo>
                  <a:lnTo>
                    <a:pt x="14420" y="11933"/>
                  </a:lnTo>
                  <a:lnTo>
                    <a:pt x="13999" y="12034"/>
                  </a:lnTo>
                  <a:lnTo>
                    <a:pt x="13598" y="12134"/>
                  </a:lnTo>
                  <a:lnTo>
                    <a:pt x="13156" y="12194"/>
                  </a:lnTo>
                  <a:lnTo>
                    <a:pt x="12735" y="12234"/>
                  </a:lnTo>
                  <a:lnTo>
                    <a:pt x="12294" y="12254"/>
                  </a:lnTo>
                  <a:lnTo>
                    <a:pt x="12294" y="12254"/>
                  </a:lnTo>
                  <a:lnTo>
                    <a:pt x="11733" y="12274"/>
                  </a:lnTo>
                  <a:lnTo>
                    <a:pt x="11733" y="12274"/>
                  </a:lnTo>
                  <a:lnTo>
                    <a:pt x="10850" y="12254"/>
                  </a:lnTo>
                  <a:lnTo>
                    <a:pt x="9948" y="12194"/>
                  </a:lnTo>
                  <a:lnTo>
                    <a:pt x="9487" y="12154"/>
                  </a:lnTo>
                  <a:lnTo>
                    <a:pt x="9025" y="12094"/>
                  </a:lnTo>
                  <a:lnTo>
                    <a:pt x="8564" y="12013"/>
                  </a:lnTo>
                  <a:lnTo>
                    <a:pt x="8103" y="11933"/>
                  </a:lnTo>
                  <a:lnTo>
                    <a:pt x="7641" y="11833"/>
                  </a:lnTo>
                  <a:lnTo>
                    <a:pt x="7200" y="11733"/>
                  </a:lnTo>
                  <a:lnTo>
                    <a:pt x="6759" y="11592"/>
                  </a:lnTo>
                  <a:lnTo>
                    <a:pt x="6318" y="11452"/>
                  </a:lnTo>
                  <a:lnTo>
                    <a:pt x="5917" y="11292"/>
                  </a:lnTo>
                  <a:lnTo>
                    <a:pt x="5516" y="11111"/>
                  </a:lnTo>
                  <a:lnTo>
                    <a:pt x="5115" y="10910"/>
                  </a:lnTo>
                  <a:lnTo>
                    <a:pt x="4754" y="10710"/>
                  </a:lnTo>
                  <a:lnTo>
                    <a:pt x="4754" y="10710"/>
                  </a:lnTo>
                  <a:lnTo>
                    <a:pt x="4553" y="10570"/>
                  </a:lnTo>
                  <a:lnTo>
                    <a:pt x="4373" y="10429"/>
                  </a:lnTo>
                  <a:lnTo>
                    <a:pt x="4192" y="10269"/>
                  </a:lnTo>
                  <a:lnTo>
                    <a:pt x="4032" y="10108"/>
                  </a:lnTo>
                  <a:lnTo>
                    <a:pt x="3871" y="9948"/>
                  </a:lnTo>
                  <a:lnTo>
                    <a:pt x="3731" y="9767"/>
                  </a:lnTo>
                  <a:lnTo>
                    <a:pt x="3590" y="9587"/>
                  </a:lnTo>
                  <a:lnTo>
                    <a:pt x="3470" y="9406"/>
                  </a:lnTo>
                  <a:lnTo>
                    <a:pt x="3270" y="9025"/>
                  </a:lnTo>
                  <a:lnTo>
                    <a:pt x="3089" y="8604"/>
                  </a:lnTo>
                  <a:lnTo>
                    <a:pt x="2969" y="8183"/>
                  </a:lnTo>
                  <a:lnTo>
                    <a:pt x="2889" y="7762"/>
                  </a:lnTo>
                  <a:lnTo>
                    <a:pt x="2828" y="7321"/>
                  </a:lnTo>
                  <a:lnTo>
                    <a:pt x="2808" y="6859"/>
                  </a:lnTo>
                  <a:lnTo>
                    <a:pt x="2828" y="6418"/>
                  </a:lnTo>
                  <a:lnTo>
                    <a:pt x="2869" y="5957"/>
                  </a:lnTo>
                  <a:lnTo>
                    <a:pt x="2949" y="5496"/>
                  </a:lnTo>
                  <a:lnTo>
                    <a:pt x="3069" y="5055"/>
                  </a:lnTo>
                  <a:lnTo>
                    <a:pt x="3189" y="4613"/>
                  </a:lnTo>
                  <a:lnTo>
                    <a:pt x="3350" y="4192"/>
                  </a:lnTo>
                  <a:lnTo>
                    <a:pt x="3350" y="4192"/>
                  </a:lnTo>
                  <a:lnTo>
                    <a:pt x="3510" y="3831"/>
                  </a:lnTo>
                  <a:lnTo>
                    <a:pt x="3671" y="3490"/>
                  </a:lnTo>
                  <a:lnTo>
                    <a:pt x="3851" y="3169"/>
                  </a:lnTo>
                  <a:lnTo>
                    <a:pt x="4052" y="2849"/>
                  </a:lnTo>
                  <a:lnTo>
                    <a:pt x="4272" y="2548"/>
                  </a:lnTo>
                  <a:lnTo>
                    <a:pt x="4513" y="2267"/>
                  </a:lnTo>
                  <a:lnTo>
                    <a:pt x="4754" y="1986"/>
                  </a:lnTo>
                  <a:lnTo>
                    <a:pt x="5014" y="1725"/>
                  </a:lnTo>
                  <a:lnTo>
                    <a:pt x="5275" y="1465"/>
                  </a:lnTo>
                  <a:lnTo>
                    <a:pt x="5556" y="1224"/>
                  </a:lnTo>
                  <a:lnTo>
                    <a:pt x="5837" y="983"/>
                  </a:lnTo>
                  <a:lnTo>
                    <a:pt x="6137" y="763"/>
                  </a:lnTo>
                  <a:lnTo>
                    <a:pt x="6458" y="562"/>
                  </a:lnTo>
                  <a:lnTo>
                    <a:pt x="6779" y="362"/>
                  </a:lnTo>
                  <a:lnTo>
                    <a:pt x="7100" y="161"/>
                  </a:lnTo>
                  <a:lnTo>
                    <a:pt x="74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32"/>
            <p:cNvSpPr/>
            <p:nvPr/>
          </p:nvSpPr>
          <p:spPr>
            <a:xfrm>
              <a:off x="11379175" y="3736875"/>
              <a:ext cx="55675" cy="119850"/>
            </a:xfrm>
            <a:custGeom>
              <a:avLst/>
              <a:gdLst/>
              <a:ahLst/>
              <a:cxnLst/>
              <a:rect l="l" t="t" r="r" b="b"/>
              <a:pathLst>
                <a:path w="2227" h="4794" extrusionOk="0">
                  <a:moveTo>
                    <a:pt x="2026" y="1"/>
                  </a:moveTo>
                  <a:lnTo>
                    <a:pt x="1966" y="21"/>
                  </a:lnTo>
                  <a:lnTo>
                    <a:pt x="1945" y="81"/>
                  </a:lnTo>
                  <a:lnTo>
                    <a:pt x="1905" y="703"/>
                  </a:lnTo>
                  <a:lnTo>
                    <a:pt x="1865" y="1345"/>
                  </a:lnTo>
                  <a:lnTo>
                    <a:pt x="1825" y="2608"/>
                  </a:lnTo>
                  <a:lnTo>
                    <a:pt x="1825" y="3250"/>
                  </a:lnTo>
                  <a:lnTo>
                    <a:pt x="1805" y="3571"/>
                  </a:lnTo>
                  <a:lnTo>
                    <a:pt x="1745" y="3891"/>
                  </a:lnTo>
                  <a:lnTo>
                    <a:pt x="1685" y="4052"/>
                  </a:lnTo>
                  <a:lnTo>
                    <a:pt x="1625" y="4172"/>
                  </a:lnTo>
                  <a:lnTo>
                    <a:pt x="1544" y="4273"/>
                  </a:lnTo>
                  <a:lnTo>
                    <a:pt x="1444" y="4333"/>
                  </a:lnTo>
                  <a:lnTo>
                    <a:pt x="1344" y="4373"/>
                  </a:lnTo>
                  <a:lnTo>
                    <a:pt x="1224" y="4373"/>
                  </a:lnTo>
                  <a:lnTo>
                    <a:pt x="1123" y="4353"/>
                  </a:lnTo>
                  <a:lnTo>
                    <a:pt x="1003" y="4333"/>
                  </a:lnTo>
                  <a:lnTo>
                    <a:pt x="883" y="4273"/>
                  </a:lnTo>
                  <a:lnTo>
                    <a:pt x="742" y="4212"/>
                  </a:lnTo>
                  <a:lnTo>
                    <a:pt x="522" y="4052"/>
                  </a:lnTo>
                  <a:lnTo>
                    <a:pt x="301" y="3891"/>
                  </a:lnTo>
                  <a:lnTo>
                    <a:pt x="121" y="3731"/>
                  </a:lnTo>
                  <a:lnTo>
                    <a:pt x="80" y="3691"/>
                  </a:lnTo>
                  <a:lnTo>
                    <a:pt x="20" y="3711"/>
                  </a:lnTo>
                  <a:lnTo>
                    <a:pt x="0" y="3751"/>
                  </a:lnTo>
                  <a:lnTo>
                    <a:pt x="0" y="3811"/>
                  </a:lnTo>
                  <a:lnTo>
                    <a:pt x="80" y="3932"/>
                  </a:lnTo>
                  <a:lnTo>
                    <a:pt x="161" y="4072"/>
                  </a:lnTo>
                  <a:lnTo>
                    <a:pt x="381" y="4313"/>
                  </a:lnTo>
                  <a:lnTo>
                    <a:pt x="502" y="4413"/>
                  </a:lnTo>
                  <a:lnTo>
                    <a:pt x="622" y="4533"/>
                  </a:lnTo>
                  <a:lnTo>
                    <a:pt x="762" y="4613"/>
                  </a:lnTo>
                  <a:lnTo>
                    <a:pt x="903" y="4694"/>
                  </a:lnTo>
                  <a:lnTo>
                    <a:pt x="1043" y="4754"/>
                  </a:lnTo>
                  <a:lnTo>
                    <a:pt x="1183" y="4774"/>
                  </a:lnTo>
                  <a:lnTo>
                    <a:pt x="1324" y="4794"/>
                  </a:lnTo>
                  <a:lnTo>
                    <a:pt x="1464" y="4774"/>
                  </a:lnTo>
                  <a:lnTo>
                    <a:pt x="1605" y="4734"/>
                  </a:lnTo>
                  <a:lnTo>
                    <a:pt x="1745" y="4654"/>
                  </a:lnTo>
                  <a:lnTo>
                    <a:pt x="1865" y="4533"/>
                  </a:lnTo>
                  <a:lnTo>
                    <a:pt x="1966" y="4393"/>
                  </a:lnTo>
                  <a:lnTo>
                    <a:pt x="2066" y="4212"/>
                  </a:lnTo>
                  <a:lnTo>
                    <a:pt x="2126" y="4012"/>
                  </a:lnTo>
                  <a:lnTo>
                    <a:pt x="2186" y="3811"/>
                  </a:lnTo>
                  <a:lnTo>
                    <a:pt x="2206" y="3591"/>
                  </a:lnTo>
                  <a:lnTo>
                    <a:pt x="2226" y="3149"/>
                  </a:lnTo>
                  <a:lnTo>
                    <a:pt x="2206" y="2748"/>
                  </a:lnTo>
                  <a:lnTo>
                    <a:pt x="2206" y="2067"/>
                  </a:lnTo>
                  <a:lnTo>
                    <a:pt x="2186" y="1405"/>
                  </a:lnTo>
                  <a:lnTo>
                    <a:pt x="2146" y="743"/>
                  </a:lnTo>
                  <a:lnTo>
                    <a:pt x="2086" y="81"/>
                  </a:lnTo>
                  <a:lnTo>
                    <a:pt x="2066" y="21"/>
                  </a:lnTo>
                  <a:lnTo>
                    <a:pt x="202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32"/>
            <p:cNvSpPr/>
            <p:nvPr/>
          </p:nvSpPr>
          <p:spPr>
            <a:xfrm>
              <a:off x="11424800" y="3736875"/>
              <a:ext cx="55675" cy="119850"/>
            </a:xfrm>
            <a:custGeom>
              <a:avLst/>
              <a:gdLst/>
              <a:ahLst/>
              <a:cxnLst/>
              <a:rect l="l" t="t" r="r" b="b"/>
              <a:pathLst>
                <a:path w="2227" h="4794" extrusionOk="0">
                  <a:moveTo>
                    <a:pt x="201" y="1"/>
                  </a:moveTo>
                  <a:lnTo>
                    <a:pt x="161" y="21"/>
                  </a:lnTo>
                  <a:lnTo>
                    <a:pt x="120" y="81"/>
                  </a:lnTo>
                  <a:lnTo>
                    <a:pt x="60" y="743"/>
                  </a:lnTo>
                  <a:lnTo>
                    <a:pt x="20" y="1405"/>
                  </a:lnTo>
                  <a:lnTo>
                    <a:pt x="0" y="2067"/>
                  </a:lnTo>
                  <a:lnTo>
                    <a:pt x="0" y="2748"/>
                  </a:lnTo>
                  <a:lnTo>
                    <a:pt x="0" y="3149"/>
                  </a:lnTo>
                  <a:lnTo>
                    <a:pt x="20" y="3591"/>
                  </a:lnTo>
                  <a:lnTo>
                    <a:pt x="40" y="3811"/>
                  </a:lnTo>
                  <a:lnTo>
                    <a:pt x="80" y="4012"/>
                  </a:lnTo>
                  <a:lnTo>
                    <a:pt x="161" y="4212"/>
                  </a:lnTo>
                  <a:lnTo>
                    <a:pt x="241" y="4393"/>
                  </a:lnTo>
                  <a:lnTo>
                    <a:pt x="361" y="4533"/>
                  </a:lnTo>
                  <a:lnTo>
                    <a:pt x="481" y="4654"/>
                  </a:lnTo>
                  <a:lnTo>
                    <a:pt x="622" y="4734"/>
                  </a:lnTo>
                  <a:lnTo>
                    <a:pt x="742" y="4774"/>
                  </a:lnTo>
                  <a:lnTo>
                    <a:pt x="883" y="4794"/>
                  </a:lnTo>
                  <a:lnTo>
                    <a:pt x="1023" y="4774"/>
                  </a:lnTo>
                  <a:lnTo>
                    <a:pt x="1183" y="4754"/>
                  </a:lnTo>
                  <a:lnTo>
                    <a:pt x="1324" y="4694"/>
                  </a:lnTo>
                  <a:lnTo>
                    <a:pt x="1464" y="4613"/>
                  </a:lnTo>
                  <a:lnTo>
                    <a:pt x="1584" y="4533"/>
                  </a:lnTo>
                  <a:lnTo>
                    <a:pt x="1725" y="4413"/>
                  </a:lnTo>
                  <a:lnTo>
                    <a:pt x="1845" y="4313"/>
                  </a:lnTo>
                  <a:lnTo>
                    <a:pt x="2046" y="4072"/>
                  </a:lnTo>
                  <a:lnTo>
                    <a:pt x="2146" y="3932"/>
                  </a:lnTo>
                  <a:lnTo>
                    <a:pt x="2206" y="3811"/>
                  </a:lnTo>
                  <a:lnTo>
                    <a:pt x="2226" y="3751"/>
                  </a:lnTo>
                  <a:lnTo>
                    <a:pt x="2186" y="3711"/>
                  </a:lnTo>
                  <a:lnTo>
                    <a:pt x="2146" y="3691"/>
                  </a:lnTo>
                  <a:lnTo>
                    <a:pt x="2086" y="3731"/>
                  </a:lnTo>
                  <a:lnTo>
                    <a:pt x="1925" y="3891"/>
                  </a:lnTo>
                  <a:lnTo>
                    <a:pt x="1705" y="4052"/>
                  </a:lnTo>
                  <a:lnTo>
                    <a:pt x="1464" y="4212"/>
                  </a:lnTo>
                  <a:lnTo>
                    <a:pt x="1344" y="4273"/>
                  </a:lnTo>
                  <a:lnTo>
                    <a:pt x="1223" y="4333"/>
                  </a:lnTo>
                  <a:lnTo>
                    <a:pt x="1103" y="4353"/>
                  </a:lnTo>
                  <a:lnTo>
                    <a:pt x="983" y="4373"/>
                  </a:lnTo>
                  <a:lnTo>
                    <a:pt x="883" y="4373"/>
                  </a:lnTo>
                  <a:lnTo>
                    <a:pt x="782" y="4333"/>
                  </a:lnTo>
                  <a:lnTo>
                    <a:pt x="682" y="4273"/>
                  </a:lnTo>
                  <a:lnTo>
                    <a:pt x="602" y="4172"/>
                  </a:lnTo>
                  <a:lnTo>
                    <a:pt x="522" y="4052"/>
                  </a:lnTo>
                  <a:lnTo>
                    <a:pt x="481" y="3891"/>
                  </a:lnTo>
                  <a:lnTo>
                    <a:pt x="421" y="3571"/>
                  </a:lnTo>
                  <a:lnTo>
                    <a:pt x="401" y="3250"/>
                  </a:lnTo>
                  <a:lnTo>
                    <a:pt x="401" y="2608"/>
                  </a:lnTo>
                  <a:lnTo>
                    <a:pt x="361" y="1345"/>
                  </a:lnTo>
                  <a:lnTo>
                    <a:pt x="321" y="703"/>
                  </a:lnTo>
                  <a:lnTo>
                    <a:pt x="261" y="81"/>
                  </a:lnTo>
                  <a:lnTo>
                    <a:pt x="241" y="21"/>
                  </a:lnTo>
                  <a:lnTo>
                    <a:pt x="20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32"/>
            <p:cNvSpPr/>
            <p:nvPr/>
          </p:nvSpPr>
          <p:spPr>
            <a:xfrm>
              <a:off x="11362125" y="3705800"/>
              <a:ext cx="135400" cy="75725"/>
            </a:xfrm>
            <a:custGeom>
              <a:avLst/>
              <a:gdLst/>
              <a:ahLst/>
              <a:cxnLst/>
              <a:rect l="l" t="t" r="r" b="b"/>
              <a:pathLst>
                <a:path w="5416" h="3029" extrusionOk="0">
                  <a:moveTo>
                    <a:pt x="2708" y="1"/>
                  </a:moveTo>
                  <a:lnTo>
                    <a:pt x="2327" y="21"/>
                  </a:lnTo>
                  <a:lnTo>
                    <a:pt x="1906" y="61"/>
                  </a:lnTo>
                  <a:lnTo>
                    <a:pt x="1484" y="141"/>
                  </a:lnTo>
                  <a:lnTo>
                    <a:pt x="1063" y="261"/>
                  </a:lnTo>
                  <a:lnTo>
                    <a:pt x="863" y="341"/>
                  </a:lnTo>
                  <a:lnTo>
                    <a:pt x="682" y="422"/>
                  </a:lnTo>
                  <a:lnTo>
                    <a:pt x="522" y="502"/>
                  </a:lnTo>
                  <a:lnTo>
                    <a:pt x="361" y="602"/>
                  </a:lnTo>
                  <a:lnTo>
                    <a:pt x="241" y="722"/>
                  </a:lnTo>
                  <a:lnTo>
                    <a:pt x="141" y="843"/>
                  </a:lnTo>
                  <a:lnTo>
                    <a:pt x="61" y="963"/>
                  </a:lnTo>
                  <a:lnTo>
                    <a:pt x="0" y="1104"/>
                  </a:lnTo>
                  <a:lnTo>
                    <a:pt x="0" y="1184"/>
                  </a:lnTo>
                  <a:lnTo>
                    <a:pt x="0" y="1244"/>
                  </a:lnTo>
                  <a:lnTo>
                    <a:pt x="61" y="1404"/>
                  </a:lnTo>
                  <a:lnTo>
                    <a:pt x="161" y="1565"/>
                  </a:lnTo>
                  <a:lnTo>
                    <a:pt x="301" y="1725"/>
                  </a:lnTo>
                  <a:lnTo>
                    <a:pt x="462" y="1886"/>
                  </a:lnTo>
                  <a:lnTo>
                    <a:pt x="662" y="2046"/>
                  </a:lnTo>
                  <a:lnTo>
                    <a:pt x="883" y="2207"/>
                  </a:lnTo>
                  <a:lnTo>
                    <a:pt x="1123" y="2367"/>
                  </a:lnTo>
                  <a:lnTo>
                    <a:pt x="1605" y="2628"/>
                  </a:lnTo>
                  <a:lnTo>
                    <a:pt x="2066" y="2848"/>
                  </a:lnTo>
                  <a:lnTo>
                    <a:pt x="2447" y="2989"/>
                  </a:lnTo>
                  <a:lnTo>
                    <a:pt x="2587" y="3029"/>
                  </a:lnTo>
                  <a:lnTo>
                    <a:pt x="2808" y="3029"/>
                  </a:lnTo>
                  <a:lnTo>
                    <a:pt x="2948" y="2989"/>
                  </a:lnTo>
                  <a:lnTo>
                    <a:pt x="3349" y="2848"/>
                  </a:lnTo>
                  <a:lnTo>
                    <a:pt x="3811" y="2628"/>
                  </a:lnTo>
                  <a:lnTo>
                    <a:pt x="4292" y="2367"/>
                  </a:lnTo>
                  <a:lnTo>
                    <a:pt x="4513" y="2207"/>
                  </a:lnTo>
                  <a:lnTo>
                    <a:pt x="4733" y="2046"/>
                  </a:lnTo>
                  <a:lnTo>
                    <a:pt x="4934" y="1886"/>
                  </a:lnTo>
                  <a:lnTo>
                    <a:pt x="5114" y="1725"/>
                  </a:lnTo>
                  <a:lnTo>
                    <a:pt x="5255" y="1565"/>
                  </a:lnTo>
                  <a:lnTo>
                    <a:pt x="5355" y="1404"/>
                  </a:lnTo>
                  <a:lnTo>
                    <a:pt x="5395" y="1244"/>
                  </a:lnTo>
                  <a:lnTo>
                    <a:pt x="5415" y="1184"/>
                  </a:lnTo>
                  <a:lnTo>
                    <a:pt x="5395" y="1104"/>
                  </a:lnTo>
                  <a:lnTo>
                    <a:pt x="5355" y="963"/>
                  </a:lnTo>
                  <a:lnTo>
                    <a:pt x="5275" y="843"/>
                  </a:lnTo>
                  <a:lnTo>
                    <a:pt x="5174" y="722"/>
                  </a:lnTo>
                  <a:lnTo>
                    <a:pt x="5034" y="602"/>
                  </a:lnTo>
                  <a:lnTo>
                    <a:pt x="4894" y="502"/>
                  </a:lnTo>
                  <a:lnTo>
                    <a:pt x="4713" y="422"/>
                  </a:lnTo>
                  <a:lnTo>
                    <a:pt x="4533" y="341"/>
                  </a:lnTo>
                  <a:lnTo>
                    <a:pt x="4352" y="261"/>
                  </a:lnTo>
                  <a:lnTo>
                    <a:pt x="3931" y="141"/>
                  </a:lnTo>
                  <a:lnTo>
                    <a:pt x="3490" y="61"/>
                  </a:lnTo>
                  <a:lnTo>
                    <a:pt x="3089" y="21"/>
                  </a:lnTo>
                  <a:lnTo>
                    <a:pt x="27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32"/>
            <p:cNvSpPr/>
            <p:nvPr/>
          </p:nvSpPr>
          <p:spPr>
            <a:xfrm>
              <a:off x="11226750" y="3687250"/>
              <a:ext cx="75225" cy="75225"/>
            </a:xfrm>
            <a:custGeom>
              <a:avLst/>
              <a:gdLst/>
              <a:ahLst/>
              <a:cxnLst/>
              <a:rect l="l" t="t" r="r" b="b"/>
              <a:pathLst>
                <a:path w="3009" h="3009" extrusionOk="0">
                  <a:moveTo>
                    <a:pt x="1384" y="1"/>
                  </a:moveTo>
                  <a:lnTo>
                    <a:pt x="1204" y="41"/>
                  </a:lnTo>
                  <a:lnTo>
                    <a:pt x="1043" y="81"/>
                  </a:lnTo>
                  <a:lnTo>
                    <a:pt x="883" y="141"/>
                  </a:lnTo>
                  <a:lnTo>
                    <a:pt x="723" y="221"/>
                  </a:lnTo>
                  <a:lnTo>
                    <a:pt x="582" y="321"/>
                  </a:lnTo>
                  <a:lnTo>
                    <a:pt x="462" y="422"/>
                  </a:lnTo>
                  <a:lnTo>
                    <a:pt x="342" y="562"/>
                  </a:lnTo>
                  <a:lnTo>
                    <a:pt x="241" y="682"/>
                  </a:lnTo>
                  <a:lnTo>
                    <a:pt x="161" y="823"/>
                  </a:lnTo>
                  <a:lnTo>
                    <a:pt x="101" y="983"/>
                  </a:lnTo>
                  <a:lnTo>
                    <a:pt x="41" y="1144"/>
                  </a:lnTo>
                  <a:lnTo>
                    <a:pt x="21" y="1304"/>
                  </a:lnTo>
                  <a:lnTo>
                    <a:pt x="1" y="1485"/>
                  </a:lnTo>
                  <a:lnTo>
                    <a:pt x="1" y="1665"/>
                  </a:lnTo>
                  <a:lnTo>
                    <a:pt x="41" y="1825"/>
                  </a:lnTo>
                  <a:lnTo>
                    <a:pt x="81" y="2006"/>
                  </a:lnTo>
                  <a:lnTo>
                    <a:pt x="181" y="2207"/>
                  </a:lnTo>
                  <a:lnTo>
                    <a:pt x="281" y="2387"/>
                  </a:lnTo>
                  <a:lnTo>
                    <a:pt x="402" y="2547"/>
                  </a:lnTo>
                  <a:lnTo>
                    <a:pt x="562" y="2688"/>
                  </a:lnTo>
                  <a:lnTo>
                    <a:pt x="723" y="2808"/>
                  </a:lnTo>
                  <a:lnTo>
                    <a:pt x="903" y="2908"/>
                  </a:lnTo>
                  <a:lnTo>
                    <a:pt x="1104" y="2969"/>
                  </a:lnTo>
                  <a:lnTo>
                    <a:pt x="1304" y="3009"/>
                  </a:lnTo>
                  <a:lnTo>
                    <a:pt x="1645" y="3009"/>
                  </a:lnTo>
                  <a:lnTo>
                    <a:pt x="1806" y="2969"/>
                  </a:lnTo>
                  <a:lnTo>
                    <a:pt x="1966" y="2928"/>
                  </a:lnTo>
                  <a:lnTo>
                    <a:pt x="2106" y="2888"/>
                  </a:lnTo>
                  <a:lnTo>
                    <a:pt x="2247" y="2808"/>
                  </a:lnTo>
                  <a:lnTo>
                    <a:pt x="2367" y="2728"/>
                  </a:lnTo>
                  <a:lnTo>
                    <a:pt x="2487" y="2648"/>
                  </a:lnTo>
                  <a:lnTo>
                    <a:pt x="2588" y="2547"/>
                  </a:lnTo>
                  <a:lnTo>
                    <a:pt x="2668" y="2447"/>
                  </a:lnTo>
                  <a:lnTo>
                    <a:pt x="2768" y="2327"/>
                  </a:lnTo>
                  <a:lnTo>
                    <a:pt x="2828" y="2207"/>
                  </a:lnTo>
                  <a:lnTo>
                    <a:pt x="2888" y="2086"/>
                  </a:lnTo>
                  <a:lnTo>
                    <a:pt x="2949" y="1966"/>
                  </a:lnTo>
                  <a:lnTo>
                    <a:pt x="2969" y="1846"/>
                  </a:lnTo>
                  <a:lnTo>
                    <a:pt x="2989" y="1705"/>
                  </a:lnTo>
                  <a:lnTo>
                    <a:pt x="3009" y="1525"/>
                  </a:lnTo>
                  <a:lnTo>
                    <a:pt x="2989" y="1364"/>
                  </a:lnTo>
                  <a:lnTo>
                    <a:pt x="2969" y="1204"/>
                  </a:lnTo>
                  <a:lnTo>
                    <a:pt x="2929" y="1043"/>
                  </a:lnTo>
                  <a:lnTo>
                    <a:pt x="2848" y="883"/>
                  </a:lnTo>
                  <a:lnTo>
                    <a:pt x="2788" y="743"/>
                  </a:lnTo>
                  <a:lnTo>
                    <a:pt x="2688" y="602"/>
                  </a:lnTo>
                  <a:lnTo>
                    <a:pt x="2588" y="482"/>
                  </a:lnTo>
                  <a:lnTo>
                    <a:pt x="2467" y="361"/>
                  </a:lnTo>
                  <a:lnTo>
                    <a:pt x="2347" y="261"/>
                  </a:lnTo>
                  <a:lnTo>
                    <a:pt x="2207" y="181"/>
                  </a:lnTo>
                  <a:lnTo>
                    <a:pt x="2046" y="101"/>
                  </a:lnTo>
                  <a:lnTo>
                    <a:pt x="1906" y="61"/>
                  </a:lnTo>
                  <a:lnTo>
                    <a:pt x="1745" y="21"/>
                  </a:lnTo>
                  <a:lnTo>
                    <a:pt x="15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32"/>
            <p:cNvSpPr/>
            <p:nvPr/>
          </p:nvSpPr>
          <p:spPr>
            <a:xfrm>
              <a:off x="11154550" y="3736875"/>
              <a:ext cx="74725" cy="101800"/>
            </a:xfrm>
            <a:custGeom>
              <a:avLst/>
              <a:gdLst/>
              <a:ahLst/>
              <a:cxnLst/>
              <a:rect l="l" t="t" r="r" b="b"/>
              <a:pathLst>
                <a:path w="2989" h="4072" extrusionOk="0">
                  <a:moveTo>
                    <a:pt x="983" y="1"/>
                  </a:moveTo>
                  <a:lnTo>
                    <a:pt x="803" y="21"/>
                  </a:lnTo>
                  <a:lnTo>
                    <a:pt x="602" y="41"/>
                  </a:lnTo>
                  <a:lnTo>
                    <a:pt x="382" y="101"/>
                  </a:lnTo>
                  <a:lnTo>
                    <a:pt x="201" y="161"/>
                  </a:lnTo>
                  <a:lnTo>
                    <a:pt x="1" y="242"/>
                  </a:lnTo>
                  <a:lnTo>
                    <a:pt x="81" y="743"/>
                  </a:lnTo>
                  <a:lnTo>
                    <a:pt x="141" y="1244"/>
                  </a:lnTo>
                  <a:lnTo>
                    <a:pt x="241" y="1726"/>
                  </a:lnTo>
                  <a:lnTo>
                    <a:pt x="362" y="2207"/>
                  </a:lnTo>
                  <a:lnTo>
                    <a:pt x="482" y="2688"/>
                  </a:lnTo>
                  <a:lnTo>
                    <a:pt x="643" y="3149"/>
                  </a:lnTo>
                  <a:lnTo>
                    <a:pt x="823" y="3611"/>
                  </a:lnTo>
                  <a:lnTo>
                    <a:pt x="1044" y="4072"/>
                  </a:lnTo>
                  <a:lnTo>
                    <a:pt x="1244" y="4052"/>
                  </a:lnTo>
                  <a:lnTo>
                    <a:pt x="1425" y="4012"/>
                  </a:lnTo>
                  <a:lnTo>
                    <a:pt x="1605" y="3972"/>
                  </a:lnTo>
                  <a:lnTo>
                    <a:pt x="1786" y="3891"/>
                  </a:lnTo>
                  <a:lnTo>
                    <a:pt x="1946" y="3811"/>
                  </a:lnTo>
                  <a:lnTo>
                    <a:pt x="2107" y="3711"/>
                  </a:lnTo>
                  <a:lnTo>
                    <a:pt x="2247" y="3611"/>
                  </a:lnTo>
                  <a:lnTo>
                    <a:pt x="2387" y="3490"/>
                  </a:lnTo>
                  <a:lnTo>
                    <a:pt x="2508" y="3370"/>
                  </a:lnTo>
                  <a:lnTo>
                    <a:pt x="2608" y="3230"/>
                  </a:lnTo>
                  <a:lnTo>
                    <a:pt x="2708" y="3089"/>
                  </a:lnTo>
                  <a:lnTo>
                    <a:pt x="2788" y="2949"/>
                  </a:lnTo>
                  <a:lnTo>
                    <a:pt x="2869" y="2788"/>
                  </a:lnTo>
                  <a:lnTo>
                    <a:pt x="2909" y="2628"/>
                  </a:lnTo>
                  <a:lnTo>
                    <a:pt x="2949" y="2468"/>
                  </a:lnTo>
                  <a:lnTo>
                    <a:pt x="2989" y="2307"/>
                  </a:lnTo>
                  <a:lnTo>
                    <a:pt x="2989" y="2087"/>
                  </a:lnTo>
                  <a:lnTo>
                    <a:pt x="2989" y="1866"/>
                  </a:lnTo>
                  <a:lnTo>
                    <a:pt x="2949" y="1665"/>
                  </a:lnTo>
                  <a:lnTo>
                    <a:pt x="2889" y="1445"/>
                  </a:lnTo>
                  <a:lnTo>
                    <a:pt x="2808" y="1244"/>
                  </a:lnTo>
                  <a:lnTo>
                    <a:pt x="2728" y="1064"/>
                  </a:lnTo>
                  <a:lnTo>
                    <a:pt x="2608" y="883"/>
                  </a:lnTo>
                  <a:lnTo>
                    <a:pt x="2488" y="703"/>
                  </a:lnTo>
                  <a:lnTo>
                    <a:pt x="2327" y="562"/>
                  </a:lnTo>
                  <a:lnTo>
                    <a:pt x="2187" y="422"/>
                  </a:lnTo>
                  <a:lnTo>
                    <a:pt x="2006" y="302"/>
                  </a:lnTo>
                  <a:lnTo>
                    <a:pt x="1826" y="201"/>
                  </a:lnTo>
                  <a:lnTo>
                    <a:pt x="1625" y="121"/>
                  </a:lnTo>
                  <a:lnTo>
                    <a:pt x="1425" y="61"/>
                  </a:lnTo>
                  <a:lnTo>
                    <a:pt x="1204" y="21"/>
                  </a:lnTo>
                  <a:lnTo>
                    <a:pt x="9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32"/>
            <p:cNvSpPr/>
            <p:nvPr/>
          </p:nvSpPr>
          <p:spPr>
            <a:xfrm>
              <a:off x="11154550" y="3736875"/>
              <a:ext cx="74725" cy="101800"/>
            </a:xfrm>
            <a:custGeom>
              <a:avLst/>
              <a:gdLst/>
              <a:ahLst/>
              <a:cxnLst/>
              <a:rect l="l" t="t" r="r" b="b"/>
              <a:pathLst>
                <a:path w="2989" h="4072" fill="none" extrusionOk="0">
                  <a:moveTo>
                    <a:pt x="983" y="1"/>
                  </a:moveTo>
                  <a:lnTo>
                    <a:pt x="983" y="1"/>
                  </a:lnTo>
                  <a:lnTo>
                    <a:pt x="803" y="21"/>
                  </a:lnTo>
                  <a:lnTo>
                    <a:pt x="803" y="21"/>
                  </a:lnTo>
                  <a:lnTo>
                    <a:pt x="602" y="41"/>
                  </a:lnTo>
                  <a:lnTo>
                    <a:pt x="382" y="101"/>
                  </a:lnTo>
                  <a:lnTo>
                    <a:pt x="201" y="161"/>
                  </a:lnTo>
                  <a:lnTo>
                    <a:pt x="1" y="242"/>
                  </a:lnTo>
                  <a:lnTo>
                    <a:pt x="1" y="242"/>
                  </a:lnTo>
                  <a:lnTo>
                    <a:pt x="81" y="743"/>
                  </a:lnTo>
                  <a:lnTo>
                    <a:pt x="141" y="1244"/>
                  </a:lnTo>
                  <a:lnTo>
                    <a:pt x="241" y="1726"/>
                  </a:lnTo>
                  <a:lnTo>
                    <a:pt x="362" y="2207"/>
                  </a:lnTo>
                  <a:lnTo>
                    <a:pt x="482" y="2688"/>
                  </a:lnTo>
                  <a:lnTo>
                    <a:pt x="643" y="3149"/>
                  </a:lnTo>
                  <a:lnTo>
                    <a:pt x="823" y="3611"/>
                  </a:lnTo>
                  <a:lnTo>
                    <a:pt x="1044" y="4072"/>
                  </a:lnTo>
                  <a:lnTo>
                    <a:pt x="1044" y="4072"/>
                  </a:lnTo>
                  <a:lnTo>
                    <a:pt x="1244" y="4052"/>
                  </a:lnTo>
                  <a:lnTo>
                    <a:pt x="1425" y="4012"/>
                  </a:lnTo>
                  <a:lnTo>
                    <a:pt x="1605" y="3972"/>
                  </a:lnTo>
                  <a:lnTo>
                    <a:pt x="1786" y="3891"/>
                  </a:lnTo>
                  <a:lnTo>
                    <a:pt x="1946" y="3811"/>
                  </a:lnTo>
                  <a:lnTo>
                    <a:pt x="2107" y="3711"/>
                  </a:lnTo>
                  <a:lnTo>
                    <a:pt x="2247" y="3611"/>
                  </a:lnTo>
                  <a:lnTo>
                    <a:pt x="2387" y="3490"/>
                  </a:lnTo>
                  <a:lnTo>
                    <a:pt x="2508" y="3370"/>
                  </a:lnTo>
                  <a:lnTo>
                    <a:pt x="2608" y="3230"/>
                  </a:lnTo>
                  <a:lnTo>
                    <a:pt x="2708" y="3089"/>
                  </a:lnTo>
                  <a:lnTo>
                    <a:pt x="2788" y="2949"/>
                  </a:lnTo>
                  <a:lnTo>
                    <a:pt x="2869" y="2788"/>
                  </a:lnTo>
                  <a:lnTo>
                    <a:pt x="2909" y="2628"/>
                  </a:lnTo>
                  <a:lnTo>
                    <a:pt x="2949" y="2468"/>
                  </a:lnTo>
                  <a:lnTo>
                    <a:pt x="2989" y="2307"/>
                  </a:lnTo>
                  <a:lnTo>
                    <a:pt x="2989" y="2307"/>
                  </a:lnTo>
                  <a:lnTo>
                    <a:pt x="2989" y="2087"/>
                  </a:lnTo>
                  <a:lnTo>
                    <a:pt x="2989" y="1866"/>
                  </a:lnTo>
                  <a:lnTo>
                    <a:pt x="2949" y="1665"/>
                  </a:lnTo>
                  <a:lnTo>
                    <a:pt x="2889" y="1445"/>
                  </a:lnTo>
                  <a:lnTo>
                    <a:pt x="2808" y="1244"/>
                  </a:lnTo>
                  <a:lnTo>
                    <a:pt x="2728" y="1064"/>
                  </a:lnTo>
                  <a:lnTo>
                    <a:pt x="2608" y="883"/>
                  </a:lnTo>
                  <a:lnTo>
                    <a:pt x="2488" y="703"/>
                  </a:lnTo>
                  <a:lnTo>
                    <a:pt x="2327" y="562"/>
                  </a:lnTo>
                  <a:lnTo>
                    <a:pt x="2187" y="422"/>
                  </a:lnTo>
                  <a:lnTo>
                    <a:pt x="2006" y="302"/>
                  </a:lnTo>
                  <a:lnTo>
                    <a:pt x="1826" y="201"/>
                  </a:lnTo>
                  <a:lnTo>
                    <a:pt x="1625" y="121"/>
                  </a:lnTo>
                  <a:lnTo>
                    <a:pt x="1425" y="61"/>
                  </a:lnTo>
                  <a:lnTo>
                    <a:pt x="1204" y="21"/>
                  </a:lnTo>
                  <a:lnTo>
                    <a:pt x="9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32"/>
            <p:cNvSpPr/>
            <p:nvPr/>
          </p:nvSpPr>
          <p:spPr>
            <a:xfrm>
              <a:off x="11127975" y="3742900"/>
              <a:ext cx="52675" cy="95775"/>
            </a:xfrm>
            <a:custGeom>
              <a:avLst/>
              <a:gdLst/>
              <a:ahLst/>
              <a:cxnLst/>
              <a:rect l="l" t="t" r="r" b="b"/>
              <a:pathLst>
                <a:path w="2107" h="3831" extrusionOk="0">
                  <a:moveTo>
                    <a:pt x="1064" y="1"/>
                  </a:moveTo>
                  <a:lnTo>
                    <a:pt x="923" y="101"/>
                  </a:lnTo>
                  <a:lnTo>
                    <a:pt x="763" y="201"/>
                  </a:lnTo>
                  <a:lnTo>
                    <a:pt x="643" y="321"/>
                  </a:lnTo>
                  <a:lnTo>
                    <a:pt x="522" y="442"/>
                  </a:lnTo>
                  <a:lnTo>
                    <a:pt x="402" y="582"/>
                  </a:lnTo>
                  <a:lnTo>
                    <a:pt x="302" y="723"/>
                  </a:lnTo>
                  <a:lnTo>
                    <a:pt x="222" y="883"/>
                  </a:lnTo>
                  <a:lnTo>
                    <a:pt x="141" y="1043"/>
                  </a:lnTo>
                  <a:lnTo>
                    <a:pt x="81" y="1204"/>
                  </a:lnTo>
                  <a:lnTo>
                    <a:pt x="41" y="1384"/>
                  </a:lnTo>
                  <a:lnTo>
                    <a:pt x="1" y="1565"/>
                  </a:lnTo>
                  <a:lnTo>
                    <a:pt x="1" y="1745"/>
                  </a:lnTo>
                  <a:lnTo>
                    <a:pt x="1" y="1926"/>
                  </a:lnTo>
                  <a:lnTo>
                    <a:pt x="21" y="2106"/>
                  </a:lnTo>
                  <a:lnTo>
                    <a:pt x="61" y="2287"/>
                  </a:lnTo>
                  <a:lnTo>
                    <a:pt x="121" y="2487"/>
                  </a:lnTo>
                  <a:lnTo>
                    <a:pt x="222" y="2748"/>
                  </a:lnTo>
                  <a:lnTo>
                    <a:pt x="382" y="2989"/>
                  </a:lnTo>
                  <a:lnTo>
                    <a:pt x="542" y="3209"/>
                  </a:lnTo>
                  <a:lnTo>
                    <a:pt x="743" y="3390"/>
                  </a:lnTo>
                  <a:lnTo>
                    <a:pt x="964" y="3550"/>
                  </a:lnTo>
                  <a:lnTo>
                    <a:pt x="1204" y="3691"/>
                  </a:lnTo>
                  <a:lnTo>
                    <a:pt x="1485" y="3771"/>
                  </a:lnTo>
                  <a:lnTo>
                    <a:pt x="1766" y="3831"/>
                  </a:lnTo>
                  <a:lnTo>
                    <a:pt x="2107" y="3831"/>
                  </a:lnTo>
                  <a:lnTo>
                    <a:pt x="1886" y="3370"/>
                  </a:lnTo>
                  <a:lnTo>
                    <a:pt x="1706" y="2908"/>
                  </a:lnTo>
                  <a:lnTo>
                    <a:pt x="1545" y="2447"/>
                  </a:lnTo>
                  <a:lnTo>
                    <a:pt x="1425" y="1966"/>
                  </a:lnTo>
                  <a:lnTo>
                    <a:pt x="1304" y="1485"/>
                  </a:lnTo>
                  <a:lnTo>
                    <a:pt x="1204" y="1003"/>
                  </a:lnTo>
                  <a:lnTo>
                    <a:pt x="1144" y="502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32"/>
            <p:cNvSpPr/>
            <p:nvPr/>
          </p:nvSpPr>
          <p:spPr>
            <a:xfrm>
              <a:off x="11127975" y="3742900"/>
              <a:ext cx="52675" cy="95775"/>
            </a:xfrm>
            <a:custGeom>
              <a:avLst/>
              <a:gdLst/>
              <a:ahLst/>
              <a:cxnLst/>
              <a:rect l="l" t="t" r="r" b="b"/>
              <a:pathLst>
                <a:path w="2107" h="3831" fill="none" extrusionOk="0">
                  <a:moveTo>
                    <a:pt x="1064" y="1"/>
                  </a:moveTo>
                  <a:lnTo>
                    <a:pt x="1064" y="1"/>
                  </a:lnTo>
                  <a:lnTo>
                    <a:pt x="923" y="101"/>
                  </a:lnTo>
                  <a:lnTo>
                    <a:pt x="763" y="201"/>
                  </a:lnTo>
                  <a:lnTo>
                    <a:pt x="643" y="321"/>
                  </a:lnTo>
                  <a:lnTo>
                    <a:pt x="522" y="442"/>
                  </a:lnTo>
                  <a:lnTo>
                    <a:pt x="402" y="582"/>
                  </a:lnTo>
                  <a:lnTo>
                    <a:pt x="302" y="723"/>
                  </a:lnTo>
                  <a:lnTo>
                    <a:pt x="222" y="883"/>
                  </a:lnTo>
                  <a:lnTo>
                    <a:pt x="141" y="1043"/>
                  </a:lnTo>
                  <a:lnTo>
                    <a:pt x="81" y="1204"/>
                  </a:lnTo>
                  <a:lnTo>
                    <a:pt x="41" y="1384"/>
                  </a:lnTo>
                  <a:lnTo>
                    <a:pt x="1" y="1565"/>
                  </a:lnTo>
                  <a:lnTo>
                    <a:pt x="1" y="1745"/>
                  </a:lnTo>
                  <a:lnTo>
                    <a:pt x="1" y="1926"/>
                  </a:lnTo>
                  <a:lnTo>
                    <a:pt x="21" y="2106"/>
                  </a:lnTo>
                  <a:lnTo>
                    <a:pt x="61" y="2287"/>
                  </a:lnTo>
                  <a:lnTo>
                    <a:pt x="121" y="2487"/>
                  </a:lnTo>
                  <a:lnTo>
                    <a:pt x="121" y="2487"/>
                  </a:lnTo>
                  <a:lnTo>
                    <a:pt x="222" y="2748"/>
                  </a:lnTo>
                  <a:lnTo>
                    <a:pt x="382" y="2989"/>
                  </a:lnTo>
                  <a:lnTo>
                    <a:pt x="542" y="3209"/>
                  </a:lnTo>
                  <a:lnTo>
                    <a:pt x="743" y="3390"/>
                  </a:lnTo>
                  <a:lnTo>
                    <a:pt x="964" y="3550"/>
                  </a:lnTo>
                  <a:lnTo>
                    <a:pt x="1204" y="3691"/>
                  </a:lnTo>
                  <a:lnTo>
                    <a:pt x="1485" y="3771"/>
                  </a:lnTo>
                  <a:lnTo>
                    <a:pt x="1766" y="3831"/>
                  </a:lnTo>
                  <a:lnTo>
                    <a:pt x="1766" y="3831"/>
                  </a:lnTo>
                  <a:lnTo>
                    <a:pt x="1986" y="3831"/>
                  </a:lnTo>
                  <a:lnTo>
                    <a:pt x="1986" y="3831"/>
                  </a:lnTo>
                  <a:lnTo>
                    <a:pt x="2107" y="3831"/>
                  </a:lnTo>
                  <a:lnTo>
                    <a:pt x="2107" y="3831"/>
                  </a:lnTo>
                  <a:lnTo>
                    <a:pt x="1886" y="3370"/>
                  </a:lnTo>
                  <a:lnTo>
                    <a:pt x="1706" y="2908"/>
                  </a:lnTo>
                  <a:lnTo>
                    <a:pt x="1545" y="2447"/>
                  </a:lnTo>
                  <a:lnTo>
                    <a:pt x="1425" y="1966"/>
                  </a:lnTo>
                  <a:lnTo>
                    <a:pt x="1304" y="1485"/>
                  </a:lnTo>
                  <a:lnTo>
                    <a:pt x="1204" y="1003"/>
                  </a:lnTo>
                  <a:lnTo>
                    <a:pt x="1144" y="502"/>
                  </a:lnTo>
                  <a:lnTo>
                    <a:pt x="10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32"/>
            <p:cNvSpPr/>
            <p:nvPr/>
          </p:nvSpPr>
          <p:spPr>
            <a:xfrm>
              <a:off x="11629850" y="3736875"/>
              <a:ext cx="101800" cy="101800"/>
            </a:xfrm>
            <a:custGeom>
              <a:avLst/>
              <a:gdLst/>
              <a:ahLst/>
              <a:cxnLst/>
              <a:rect l="l" t="t" r="r" b="b"/>
              <a:pathLst>
                <a:path w="4072" h="4072" extrusionOk="0">
                  <a:moveTo>
                    <a:pt x="2066" y="1"/>
                  </a:moveTo>
                  <a:lnTo>
                    <a:pt x="1886" y="21"/>
                  </a:lnTo>
                  <a:lnTo>
                    <a:pt x="1645" y="41"/>
                  </a:lnTo>
                  <a:lnTo>
                    <a:pt x="1404" y="121"/>
                  </a:lnTo>
                  <a:lnTo>
                    <a:pt x="1184" y="201"/>
                  </a:lnTo>
                  <a:lnTo>
                    <a:pt x="983" y="302"/>
                  </a:lnTo>
                  <a:lnTo>
                    <a:pt x="803" y="442"/>
                  </a:lnTo>
                  <a:lnTo>
                    <a:pt x="622" y="582"/>
                  </a:lnTo>
                  <a:lnTo>
                    <a:pt x="482" y="763"/>
                  </a:lnTo>
                  <a:lnTo>
                    <a:pt x="341" y="943"/>
                  </a:lnTo>
                  <a:lnTo>
                    <a:pt x="221" y="1124"/>
                  </a:lnTo>
                  <a:lnTo>
                    <a:pt x="141" y="1345"/>
                  </a:lnTo>
                  <a:lnTo>
                    <a:pt x="61" y="1545"/>
                  </a:lnTo>
                  <a:lnTo>
                    <a:pt x="21" y="1786"/>
                  </a:lnTo>
                  <a:lnTo>
                    <a:pt x="0" y="2006"/>
                  </a:lnTo>
                  <a:lnTo>
                    <a:pt x="21" y="2247"/>
                  </a:lnTo>
                  <a:lnTo>
                    <a:pt x="61" y="2488"/>
                  </a:lnTo>
                  <a:lnTo>
                    <a:pt x="141" y="2728"/>
                  </a:lnTo>
                  <a:lnTo>
                    <a:pt x="241" y="2989"/>
                  </a:lnTo>
                  <a:lnTo>
                    <a:pt x="381" y="3230"/>
                  </a:lnTo>
                  <a:lnTo>
                    <a:pt x="562" y="3450"/>
                  </a:lnTo>
                  <a:lnTo>
                    <a:pt x="763" y="3631"/>
                  </a:lnTo>
                  <a:lnTo>
                    <a:pt x="983" y="3791"/>
                  </a:lnTo>
                  <a:lnTo>
                    <a:pt x="1224" y="3932"/>
                  </a:lnTo>
                  <a:lnTo>
                    <a:pt x="1484" y="4012"/>
                  </a:lnTo>
                  <a:lnTo>
                    <a:pt x="1765" y="4072"/>
                  </a:lnTo>
                  <a:lnTo>
                    <a:pt x="2206" y="4072"/>
                  </a:lnTo>
                  <a:lnTo>
                    <a:pt x="2427" y="4032"/>
                  </a:lnTo>
                  <a:lnTo>
                    <a:pt x="2608" y="3992"/>
                  </a:lnTo>
                  <a:lnTo>
                    <a:pt x="2788" y="3932"/>
                  </a:lnTo>
                  <a:lnTo>
                    <a:pt x="2969" y="3851"/>
                  </a:lnTo>
                  <a:lnTo>
                    <a:pt x="3129" y="3751"/>
                  </a:lnTo>
                  <a:lnTo>
                    <a:pt x="3289" y="3651"/>
                  </a:lnTo>
                  <a:lnTo>
                    <a:pt x="3430" y="3531"/>
                  </a:lnTo>
                  <a:lnTo>
                    <a:pt x="3550" y="3390"/>
                  </a:lnTo>
                  <a:lnTo>
                    <a:pt x="3670" y="3250"/>
                  </a:lnTo>
                  <a:lnTo>
                    <a:pt x="3771" y="3109"/>
                  </a:lnTo>
                  <a:lnTo>
                    <a:pt x="3851" y="2969"/>
                  </a:lnTo>
                  <a:lnTo>
                    <a:pt x="3931" y="2809"/>
                  </a:lnTo>
                  <a:lnTo>
                    <a:pt x="3991" y="2648"/>
                  </a:lnTo>
                  <a:lnTo>
                    <a:pt x="4031" y="2488"/>
                  </a:lnTo>
                  <a:lnTo>
                    <a:pt x="4051" y="2307"/>
                  </a:lnTo>
                  <a:lnTo>
                    <a:pt x="4072" y="2087"/>
                  </a:lnTo>
                  <a:lnTo>
                    <a:pt x="4051" y="1866"/>
                  </a:lnTo>
                  <a:lnTo>
                    <a:pt x="4031" y="1665"/>
                  </a:lnTo>
                  <a:lnTo>
                    <a:pt x="3971" y="1445"/>
                  </a:lnTo>
                  <a:lnTo>
                    <a:pt x="3891" y="1244"/>
                  </a:lnTo>
                  <a:lnTo>
                    <a:pt x="3791" y="1064"/>
                  </a:lnTo>
                  <a:lnTo>
                    <a:pt x="3690" y="883"/>
                  </a:lnTo>
                  <a:lnTo>
                    <a:pt x="3550" y="703"/>
                  </a:lnTo>
                  <a:lnTo>
                    <a:pt x="3410" y="562"/>
                  </a:lnTo>
                  <a:lnTo>
                    <a:pt x="3249" y="422"/>
                  </a:lnTo>
                  <a:lnTo>
                    <a:pt x="3089" y="302"/>
                  </a:lnTo>
                  <a:lnTo>
                    <a:pt x="2908" y="201"/>
                  </a:lnTo>
                  <a:lnTo>
                    <a:pt x="2708" y="121"/>
                  </a:lnTo>
                  <a:lnTo>
                    <a:pt x="2507" y="61"/>
                  </a:lnTo>
                  <a:lnTo>
                    <a:pt x="2287" y="21"/>
                  </a:lnTo>
                  <a:lnTo>
                    <a:pt x="20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32"/>
            <p:cNvSpPr/>
            <p:nvPr/>
          </p:nvSpPr>
          <p:spPr>
            <a:xfrm>
              <a:off x="11629850" y="3736875"/>
              <a:ext cx="101800" cy="101800"/>
            </a:xfrm>
            <a:custGeom>
              <a:avLst/>
              <a:gdLst/>
              <a:ahLst/>
              <a:cxnLst/>
              <a:rect l="l" t="t" r="r" b="b"/>
              <a:pathLst>
                <a:path w="4072" h="4072" fill="none" extrusionOk="0">
                  <a:moveTo>
                    <a:pt x="2066" y="1"/>
                  </a:moveTo>
                  <a:lnTo>
                    <a:pt x="2066" y="1"/>
                  </a:lnTo>
                  <a:lnTo>
                    <a:pt x="1886" y="21"/>
                  </a:lnTo>
                  <a:lnTo>
                    <a:pt x="1886" y="21"/>
                  </a:lnTo>
                  <a:lnTo>
                    <a:pt x="1645" y="41"/>
                  </a:lnTo>
                  <a:lnTo>
                    <a:pt x="1404" y="121"/>
                  </a:lnTo>
                  <a:lnTo>
                    <a:pt x="1184" y="201"/>
                  </a:lnTo>
                  <a:lnTo>
                    <a:pt x="983" y="302"/>
                  </a:lnTo>
                  <a:lnTo>
                    <a:pt x="803" y="442"/>
                  </a:lnTo>
                  <a:lnTo>
                    <a:pt x="622" y="582"/>
                  </a:lnTo>
                  <a:lnTo>
                    <a:pt x="482" y="763"/>
                  </a:lnTo>
                  <a:lnTo>
                    <a:pt x="341" y="943"/>
                  </a:lnTo>
                  <a:lnTo>
                    <a:pt x="221" y="1124"/>
                  </a:lnTo>
                  <a:lnTo>
                    <a:pt x="141" y="1345"/>
                  </a:lnTo>
                  <a:lnTo>
                    <a:pt x="61" y="1545"/>
                  </a:lnTo>
                  <a:lnTo>
                    <a:pt x="21" y="1786"/>
                  </a:lnTo>
                  <a:lnTo>
                    <a:pt x="0" y="2006"/>
                  </a:lnTo>
                  <a:lnTo>
                    <a:pt x="21" y="2247"/>
                  </a:lnTo>
                  <a:lnTo>
                    <a:pt x="61" y="2488"/>
                  </a:lnTo>
                  <a:lnTo>
                    <a:pt x="141" y="2728"/>
                  </a:lnTo>
                  <a:lnTo>
                    <a:pt x="141" y="2728"/>
                  </a:lnTo>
                  <a:lnTo>
                    <a:pt x="241" y="2989"/>
                  </a:lnTo>
                  <a:lnTo>
                    <a:pt x="381" y="3230"/>
                  </a:lnTo>
                  <a:lnTo>
                    <a:pt x="562" y="3450"/>
                  </a:lnTo>
                  <a:lnTo>
                    <a:pt x="763" y="3631"/>
                  </a:lnTo>
                  <a:lnTo>
                    <a:pt x="983" y="3791"/>
                  </a:lnTo>
                  <a:lnTo>
                    <a:pt x="1224" y="3932"/>
                  </a:lnTo>
                  <a:lnTo>
                    <a:pt x="1484" y="4012"/>
                  </a:lnTo>
                  <a:lnTo>
                    <a:pt x="1765" y="4072"/>
                  </a:lnTo>
                  <a:lnTo>
                    <a:pt x="1765" y="4072"/>
                  </a:lnTo>
                  <a:lnTo>
                    <a:pt x="2006" y="4072"/>
                  </a:lnTo>
                  <a:lnTo>
                    <a:pt x="2006" y="4072"/>
                  </a:lnTo>
                  <a:lnTo>
                    <a:pt x="2206" y="4072"/>
                  </a:lnTo>
                  <a:lnTo>
                    <a:pt x="2427" y="4032"/>
                  </a:lnTo>
                  <a:lnTo>
                    <a:pt x="2608" y="3992"/>
                  </a:lnTo>
                  <a:lnTo>
                    <a:pt x="2788" y="3932"/>
                  </a:lnTo>
                  <a:lnTo>
                    <a:pt x="2969" y="3851"/>
                  </a:lnTo>
                  <a:lnTo>
                    <a:pt x="3129" y="3751"/>
                  </a:lnTo>
                  <a:lnTo>
                    <a:pt x="3289" y="3651"/>
                  </a:lnTo>
                  <a:lnTo>
                    <a:pt x="3430" y="3531"/>
                  </a:lnTo>
                  <a:lnTo>
                    <a:pt x="3550" y="3390"/>
                  </a:lnTo>
                  <a:lnTo>
                    <a:pt x="3670" y="3250"/>
                  </a:lnTo>
                  <a:lnTo>
                    <a:pt x="3771" y="3109"/>
                  </a:lnTo>
                  <a:lnTo>
                    <a:pt x="3851" y="2969"/>
                  </a:lnTo>
                  <a:lnTo>
                    <a:pt x="3931" y="2809"/>
                  </a:lnTo>
                  <a:lnTo>
                    <a:pt x="3991" y="2648"/>
                  </a:lnTo>
                  <a:lnTo>
                    <a:pt x="4031" y="2488"/>
                  </a:lnTo>
                  <a:lnTo>
                    <a:pt x="4051" y="2307"/>
                  </a:lnTo>
                  <a:lnTo>
                    <a:pt x="4051" y="2307"/>
                  </a:lnTo>
                  <a:lnTo>
                    <a:pt x="4072" y="2087"/>
                  </a:lnTo>
                  <a:lnTo>
                    <a:pt x="4051" y="1866"/>
                  </a:lnTo>
                  <a:lnTo>
                    <a:pt x="4031" y="1665"/>
                  </a:lnTo>
                  <a:lnTo>
                    <a:pt x="3971" y="1445"/>
                  </a:lnTo>
                  <a:lnTo>
                    <a:pt x="3891" y="1244"/>
                  </a:lnTo>
                  <a:lnTo>
                    <a:pt x="3791" y="1064"/>
                  </a:lnTo>
                  <a:lnTo>
                    <a:pt x="3690" y="883"/>
                  </a:lnTo>
                  <a:lnTo>
                    <a:pt x="3550" y="703"/>
                  </a:lnTo>
                  <a:lnTo>
                    <a:pt x="3410" y="562"/>
                  </a:lnTo>
                  <a:lnTo>
                    <a:pt x="3249" y="422"/>
                  </a:lnTo>
                  <a:lnTo>
                    <a:pt x="3089" y="302"/>
                  </a:lnTo>
                  <a:lnTo>
                    <a:pt x="2908" y="201"/>
                  </a:lnTo>
                  <a:lnTo>
                    <a:pt x="2708" y="121"/>
                  </a:lnTo>
                  <a:lnTo>
                    <a:pt x="2507" y="61"/>
                  </a:lnTo>
                  <a:lnTo>
                    <a:pt x="2287" y="21"/>
                  </a:lnTo>
                  <a:lnTo>
                    <a:pt x="206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32"/>
            <p:cNvSpPr/>
            <p:nvPr/>
          </p:nvSpPr>
          <p:spPr>
            <a:xfrm>
              <a:off x="11203200" y="3587475"/>
              <a:ext cx="83250" cy="49150"/>
            </a:xfrm>
            <a:custGeom>
              <a:avLst/>
              <a:gdLst/>
              <a:ahLst/>
              <a:cxnLst/>
              <a:rect l="l" t="t" r="r" b="b"/>
              <a:pathLst>
                <a:path w="3330" h="1966" extrusionOk="0">
                  <a:moveTo>
                    <a:pt x="2266" y="1"/>
                  </a:moveTo>
                  <a:lnTo>
                    <a:pt x="2006" y="41"/>
                  </a:lnTo>
                  <a:lnTo>
                    <a:pt x="1745" y="101"/>
                  </a:lnTo>
                  <a:lnTo>
                    <a:pt x="1484" y="181"/>
                  </a:lnTo>
                  <a:lnTo>
                    <a:pt x="1223" y="281"/>
                  </a:lnTo>
                  <a:lnTo>
                    <a:pt x="983" y="422"/>
                  </a:lnTo>
                  <a:lnTo>
                    <a:pt x="742" y="562"/>
                  </a:lnTo>
                  <a:lnTo>
                    <a:pt x="542" y="723"/>
                  </a:lnTo>
                  <a:lnTo>
                    <a:pt x="361" y="903"/>
                  </a:lnTo>
                  <a:lnTo>
                    <a:pt x="201" y="1104"/>
                  </a:lnTo>
                  <a:lnTo>
                    <a:pt x="80" y="1304"/>
                  </a:lnTo>
                  <a:lnTo>
                    <a:pt x="20" y="1525"/>
                  </a:lnTo>
                  <a:lnTo>
                    <a:pt x="0" y="1645"/>
                  </a:lnTo>
                  <a:lnTo>
                    <a:pt x="0" y="1765"/>
                  </a:lnTo>
                  <a:lnTo>
                    <a:pt x="20" y="1846"/>
                  </a:lnTo>
                  <a:lnTo>
                    <a:pt x="80" y="1926"/>
                  </a:lnTo>
                  <a:lnTo>
                    <a:pt x="161" y="1966"/>
                  </a:lnTo>
                  <a:lnTo>
                    <a:pt x="201" y="1966"/>
                  </a:lnTo>
                  <a:lnTo>
                    <a:pt x="261" y="1946"/>
                  </a:lnTo>
                  <a:lnTo>
                    <a:pt x="441" y="1886"/>
                  </a:lnTo>
                  <a:lnTo>
                    <a:pt x="602" y="1806"/>
                  </a:lnTo>
                  <a:lnTo>
                    <a:pt x="943" y="1585"/>
                  </a:lnTo>
                  <a:lnTo>
                    <a:pt x="1284" y="1364"/>
                  </a:lnTo>
                  <a:lnTo>
                    <a:pt x="1464" y="1284"/>
                  </a:lnTo>
                  <a:lnTo>
                    <a:pt x="1645" y="1184"/>
                  </a:lnTo>
                  <a:lnTo>
                    <a:pt x="1825" y="1124"/>
                  </a:lnTo>
                  <a:lnTo>
                    <a:pt x="2026" y="1084"/>
                  </a:lnTo>
                  <a:lnTo>
                    <a:pt x="2407" y="1003"/>
                  </a:lnTo>
                  <a:lnTo>
                    <a:pt x="2788" y="923"/>
                  </a:lnTo>
                  <a:lnTo>
                    <a:pt x="2988" y="863"/>
                  </a:lnTo>
                  <a:lnTo>
                    <a:pt x="3169" y="783"/>
                  </a:lnTo>
                  <a:lnTo>
                    <a:pt x="3249" y="743"/>
                  </a:lnTo>
                  <a:lnTo>
                    <a:pt x="3309" y="662"/>
                  </a:lnTo>
                  <a:lnTo>
                    <a:pt x="3329" y="582"/>
                  </a:lnTo>
                  <a:lnTo>
                    <a:pt x="3329" y="502"/>
                  </a:lnTo>
                  <a:lnTo>
                    <a:pt x="3329" y="402"/>
                  </a:lnTo>
                  <a:lnTo>
                    <a:pt x="3289" y="322"/>
                  </a:lnTo>
                  <a:lnTo>
                    <a:pt x="3229" y="261"/>
                  </a:lnTo>
                  <a:lnTo>
                    <a:pt x="3169" y="201"/>
                  </a:lnTo>
                  <a:lnTo>
                    <a:pt x="2968" y="101"/>
                  </a:lnTo>
                  <a:lnTo>
                    <a:pt x="2748" y="41"/>
                  </a:lnTo>
                  <a:lnTo>
                    <a:pt x="252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32"/>
            <p:cNvSpPr/>
            <p:nvPr/>
          </p:nvSpPr>
          <p:spPr>
            <a:xfrm>
              <a:off x="11551125" y="3687250"/>
              <a:ext cx="74750" cy="75225"/>
            </a:xfrm>
            <a:custGeom>
              <a:avLst/>
              <a:gdLst/>
              <a:ahLst/>
              <a:cxnLst/>
              <a:rect l="l" t="t" r="r" b="b"/>
              <a:pathLst>
                <a:path w="2990" h="3009" extrusionOk="0">
                  <a:moveTo>
                    <a:pt x="1425" y="1"/>
                  </a:moveTo>
                  <a:lnTo>
                    <a:pt x="1264" y="21"/>
                  </a:lnTo>
                  <a:lnTo>
                    <a:pt x="1104" y="61"/>
                  </a:lnTo>
                  <a:lnTo>
                    <a:pt x="943" y="101"/>
                  </a:lnTo>
                  <a:lnTo>
                    <a:pt x="803" y="181"/>
                  </a:lnTo>
                  <a:lnTo>
                    <a:pt x="663" y="261"/>
                  </a:lnTo>
                  <a:lnTo>
                    <a:pt x="522" y="361"/>
                  </a:lnTo>
                  <a:lnTo>
                    <a:pt x="422" y="482"/>
                  </a:lnTo>
                  <a:lnTo>
                    <a:pt x="302" y="602"/>
                  </a:lnTo>
                  <a:lnTo>
                    <a:pt x="221" y="743"/>
                  </a:lnTo>
                  <a:lnTo>
                    <a:pt x="141" y="883"/>
                  </a:lnTo>
                  <a:lnTo>
                    <a:pt x="81" y="1043"/>
                  </a:lnTo>
                  <a:lnTo>
                    <a:pt x="41" y="1204"/>
                  </a:lnTo>
                  <a:lnTo>
                    <a:pt x="1" y="1364"/>
                  </a:lnTo>
                  <a:lnTo>
                    <a:pt x="1" y="1525"/>
                  </a:lnTo>
                  <a:lnTo>
                    <a:pt x="1" y="1705"/>
                  </a:lnTo>
                  <a:lnTo>
                    <a:pt x="21" y="1846"/>
                  </a:lnTo>
                  <a:lnTo>
                    <a:pt x="61" y="1966"/>
                  </a:lnTo>
                  <a:lnTo>
                    <a:pt x="101" y="2086"/>
                  </a:lnTo>
                  <a:lnTo>
                    <a:pt x="161" y="2207"/>
                  </a:lnTo>
                  <a:lnTo>
                    <a:pt x="242" y="2327"/>
                  </a:lnTo>
                  <a:lnTo>
                    <a:pt x="322" y="2447"/>
                  </a:lnTo>
                  <a:lnTo>
                    <a:pt x="422" y="2547"/>
                  </a:lnTo>
                  <a:lnTo>
                    <a:pt x="522" y="2648"/>
                  </a:lnTo>
                  <a:lnTo>
                    <a:pt x="643" y="2728"/>
                  </a:lnTo>
                  <a:lnTo>
                    <a:pt x="763" y="2808"/>
                  </a:lnTo>
                  <a:lnTo>
                    <a:pt x="903" y="2888"/>
                  </a:lnTo>
                  <a:lnTo>
                    <a:pt x="1044" y="2928"/>
                  </a:lnTo>
                  <a:lnTo>
                    <a:pt x="1184" y="2969"/>
                  </a:lnTo>
                  <a:lnTo>
                    <a:pt x="1345" y="3009"/>
                  </a:lnTo>
                  <a:lnTo>
                    <a:pt x="1685" y="3009"/>
                  </a:lnTo>
                  <a:lnTo>
                    <a:pt x="1906" y="2969"/>
                  </a:lnTo>
                  <a:lnTo>
                    <a:pt x="2087" y="2908"/>
                  </a:lnTo>
                  <a:lnTo>
                    <a:pt x="2267" y="2808"/>
                  </a:lnTo>
                  <a:lnTo>
                    <a:pt x="2448" y="2688"/>
                  </a:lnTo>
                  <a:lnTo>
                    <a:pt x="2588" y="2547"/>
                  </a:lnTo>
                  <a:lnTo>
                    <a:pt x="2708" y="2387"/>
                  </a:lnTo>
                  <a:lnTo>
                    <a:pt x="2829" y="2207"/>
                  </a:lnTo>
                  <a:lnTo>
                    <a:pt x="2909" y="2006"/>
                  </a:lnTo>
                  <a:lnTo>
                    <a:pt x="2969" y="1825"/>
                  </a:lnTo>
                  <a:lnTo>
                    <a:pt x="2989" y="1665"/>
                  </a:lnTo>
                  <a:lnTo>
                    <a:pt x="2989" y="1485"/>
                  </a:lnTo>
                  <a:lnTo>
                    <a:pt x="2989" y="1304"/>
                  </a:lnTo>
                  <a:lnTo>
                    <a:pt x="2949" y="1144"/>
                  </a:lnTo>
                  <a:lnTo>
                    <a:pt x="2909" y="983"/>
                  </a:lnTo>
                  <a:lnTo>
                    <a:pt x="2829" y="823"/>
                  </a:lnTo>
                  <a:lnTo>
                    <a:pt x="2748" y="682"/>
                  </a:lnTo>
                  <a:lnTo>
                    <a:pt x="2648" y="562"/>
                  </a:lnTo>
                  <a:lnTo>
                    <a:pt x="2548" y="422"/>
                  </a:lnTo>
                  <a:lnTo>
                    <a:pt x="2407" y="321"/>
                  </a:lnTo>
                  <a:lnTo>
                    <a:pt x="2267" y="221"/>
                  </a:lnTo>
                  <a:lnTo>
                    <a:pt x="2127" y="141"/>
                  </a:lnTo>
                  <a:lnTo>
                    <a:pt x="1966" y="81"/>
                  </a:lnTo>
                  <a:lnTo>
                    <a:pt x="1786" y="41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32"/>
            <p:cNvSpPr/>
            <p:nvPr/>
          </p:nvSpPr>
          <p:spPr>
            <a:xfrm>
              <a:off x="11566175" y="3587475"/>
              <a:ext cx="83750" cy="49150"/>
            </a:xfrm>
            <a:custGeom>
              <a:avLst/>
              <a:gdLst/>
              <a:ahLst/>
              <a:cxnLst/>
              <a:rect l="l" t="t" r="r" b="b"/>
              <a:pathLst>
                <a:path w="3350" h="1966" extrusionOk="0">
                  <a:moveTo>
                    <a:pt x="823" y="1"/>
                  </a:moveTo>
                  <a:lnTo>
                    <a:pt x="582" y="41"/>
                  </a:lnTo>
                  <a:lnTo>
                    <a:pt x="362" y="101"/>
                  </a:lnTo>
                  <a:lnTo>
                    <a:pt x="161" y="201"/>
                  </a:lnTo>
                  <a:lnTo>
                    <a:pt x="101" y="261"/>
                  </a:lnTo>
                  <a:lnTo>
                    <a:pt x="41" y="322"/>
                  </a:lnTo>
                  <a:lnTo>
                    <a:pt x="21" y="402"/>
                  </a:lnTo>
                  <a:lnTo>
                    <a:pt x="1" y="502"/>
                  </a:lnTo>
                  <a:lnTo>
                    <a:pt x="1" y="582"/>
                  </a:lnTo>
                  <a:lnTo>
                    <a:pt x="41" y="662"/>
                  </a:lnTo>
                  <a:lnTo>
                    <a:pt x="81" y="743"/>
                  </a:lnTo>
                  <a:lnTo>
                    <a:pt x="161" y="783"/>
                  </a:lnTo>
                  <a:lnTo>
                    <a:pt x="362" y="863"/>
                  </a:lnTo>
                  <a:lnTo>
                    <a:pt x="542" y="923"/>
                  </a:lnTo>
                  <a:lnTo>
                    <a:pt x="923" y="1003"/>
                  </a:lnTo>
                  <a:lnTo>
                    <a:pt x="1324" y="1084"/>
                  </a:lnTo>
                  <a:lnTo>
                    <a:pt x="1505" y="1124"/>
                  </a:lnTo>
                  <a:lnTo>
                    <a:pt x="1705" y="1184"/>
                  </a:lnTo>
                  <a:lnTo>
                    <a:pt x="1886" y="1284"/>
                  </a:lnTo>
                  <a:lnTo>
                    <a:pt x="2046" y="1364"/>
                  </a:lnTo>
                  <a:lnTo>
                    <a:pt x="2387" y="1585"/>
                  </a:lnTo>
                  <a:lnTo>
                    <a:pt x="2728" y="1806"/>
                  </a:lnTo>
                  <a:lnTo>
                    <a:pt x="2908" y="1886"/>
                  </a:lnTo>
                  <a:lnTo>
                    <a:pt x="3089" y="1946"/>
                  </a:lnTo>
                  <a:lnTo>
                    <a:pt x="3129" y="1966"/>
                  </a:lnTo>
                  <a:lnTo>
                    <a:pt x="3189" y="1966"/>
                  </a:lnTo>
                  <a:lnTo>
                    <a:pt x="3269" y="1926"/>
                  </a:lnTo>
                  <a:lnTo>
                    <a:pt x="3330" y="1846"/>
                  </a:lnTo>
                  <a:lnTo>
                    <a:pt x="3350" y="1765"/>
                  </a:lnTo>
                  <a:lnTo>
                    <a:pt x="3350" y="1645"/>
                  </a:lnTo>
                  <a:lnTo>
                    <a:pt x="3330" y="1525"/>
                  </a:lnTo>
                  <a:lnTo>
                    <a:pt x="3249" y="1304"/>
                  </a:lnTo>
                  <a:lnTo>
                    <a:pt x="3129" y="1104"/>
                  </a:lnTo>
                  <a:lnTo>
                    <a:pt x="2989" y="903"/>
                  </a:lnTo>
                  <a:lnTo>
                    <a:pt x="2808" y="723"/>
                  </a:lnTo>
                  <a:lnTo>
                    <a:pt x="2588" y="562"/>
                  </a:lnTo>
                  <a:lnTo>
                    <a:pt x="2367" y="422"/>
                  </a:lnTo>
                  <a:lnTo>
                    <a:pt x="2126" y="281"/>
                  </a:lnTo>
                  <a:lnTo>
                    <a:pt x="1866" y="181"/>
                  </a:lnTo>
                  <a:lnTo>
                    <a:pt x="1605" y="101"/>
                  </a:lnTo>
                  <a:lnTo>
                    <a:pt x="1324" y="4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18" name="Google Shape;6918;p32"/>
          <p:cNvGrpSpPr/>
          <p:nvPr/>
        </p:nvGrpSpPr>
        <p:grpSpPr>
          <a:xfrm>
            <a:off x="7900375" y="2521625"/>
            <a:ext cx="908400" cy="2505550"/>
            <a:chOff x="16129525" y="2597825"/>
            <a:chExt cx="908400" cy="2505550"/>
          </a:xfrm>
        </p:grpSpPr>
        <p:sp>
          <p:nvSpPr>
            <p:cNvPr id="6919" name="Google Shape;6919;p32"/>
            <p:cNvSpPr/>
            <p:nvPr/>
          </p:nvSpPr>
          <p:spPr>
            <a:xfrm>
              <a:off x="16129525" y="4968075"/>
              <a:ext cx="908400" cy="1353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32"/>
            <p:cNvSpPr/>
            <p:nvPr/>
          </p:nvSpPr>
          <p:spPr>
            <a:xfrm>
              <a:off x="16140225" y="3564750"/>
              <a:ext cx="180425" cy="696325"/>
            </a:xfrm>
            <a:custGeom>
              <a:avLst/>
              <a:gdLst/>
              <a:ahLst/>
              <a:cxnLst/>
              <a:rect l="l" t="t" r="r" b="b"/>
              <a:pathLst>
                <a:path w="7217" h="27853" extrusionOk="0">
                  <a:moveTo>
                    <a:pt x="0" y="1"/>
                  </a:moveTo>
                  <a:lnTo>
                    <a:pt x="130" y="3112"/>
                  </a:lnTo>
                  <a:lnTo>
                    <a:pt x="216" y="6526"/>
                  </a:lnTo>
                  <a:lnTo>
                    <a:pt x="367" y="13916"/>
                  </a:lnTo>
                  <a:lnTo>
                    <a:pt x="540" y="21306"/>
                  </a:lnTo>
                  <a:lnTo>
                    <a:pt x="627" y="24741"/>
                  </a:lnTo>
                  <a:lnTo>
                    <a:pt x="756" y="27853"/>
                  </a:lnTo>
                  <a:lnTo>
                    <a:pt x="6180" y="27853"/>
                  </a:lnTo>
                  <a:lnTo>
                    <a:pt x="6309" y="24741"/>
                  </a:lnTo>
                  <a:lnTo>
                    <a:pt x="6439" y="21306"/>
                  </a:lnTo>
                  <a:lnTo>
                    <a:pt x="6698" y="13916"/>
                  </a:lnTo>
                  <a:lnTo>
                    <a:pt x="6958" y="6526"/>
                  </a:lnTo>
                  <a:lnTo>
                    <a:pt x="7087" y="3112"/>
                  </a:lnTo>
                  <a:lnTo>
                    <a:pt x="72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32"/>
            <p:cNvSpPr/>
            <p:nvPr/>
          </p:nvSpPr>
          <p:spPr>
            <a:xfrm>
              <a:off x="16824625" y="3564750"/>
              <a:ext cx="180450" cy="696325"/>
            </a:xfrm>
            <a:custGeom>
              <a:avLst/>
              <a:gdLst/>
              <a:ahLst/>
              <a:cxnLst/>
              <a:rect l="l" t="t" r="r" b="b"/>
              <a:pathLst>
                <a:path w="7218" h="27853" extrusionOk="0">
                  <a:moveTo>
                    <a:pt x="1" y="1"/>
                  </a:moveTo>
                  <a:lnTo>
                    <a:pt x="130" y="3112"/>
                  </a:lnTo>
                  <a:lnTo>
                    <a:pt x="260" y="6526"/>
                  </a:lnTo>
                  <a:lnTo>
                    <a:pt x="519" y="13916"/>
                  </a:lnTo>
                  <a:lnTo>
                    <a:pt x="779" y="21306"/>
                  </a:lnTo>
                  <a:lnTo>
                    <a:pt x="908" y="24741"/>
                  </a:lnTo>
                  <a:lnTo>
                    <a:pt x="1038" y="27853"/>
                  </a:lnTo>
                  <a:lnTo>
                    <a:pt x="6483" y="27853"/>
                  </a:lnTo>
                  <a:lnTo>
                    <a:pt x="6591" y="24741"/>
                  </a:lnTo>
                  <a:lnTo>
                    <a:pt x="6699" y="21306"/>
                  </a:lnTo>
                  <a:lnTo>
                    <a:pt x="6850" y="13916"/>
                  </a:lnTo>
                  <a:lnTo>
                    <a:pt x="7002" y="6526"/>
                  </a:lnTo>
                  <a:lnTo>
                    <a:pt x="7110" y="3112"/>
                  </a:lnTo>
                  <a:lnTo>
                    <a:pt x="7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32"/>
            <p:cNvSpPr/>
            <p:nvPr/>
          </p:nvSpPr>
          <p:spPr>
            <a:xfrm>
              <a:off x="16228275" y="3067250"/>
              <a:ext cx="244725" cy="485100"/>
            </a:xfrm>
            <a:custGeom>
              <a:avLst/>
              <a:gdLst/>
              <a:ahLst/>
              <a:cxnLst/>
              <a:rect l="l" t="t" r="r" b="b"/>
              <a:pathLst>
                <a:path w="9789" h="19404" extrusionOk="0">
                  <a:moveTo>
                    <a:pt x="6331" y="0"/>
                  </a:moveTo>
                  <a:lnTo>
                    <a:pt x="6201" y="22"/>
                  </a:lnTo>
                  <a:lnTo>
                    <a:pt x="6072" y="65"/>
                  </a:lnTo>
                  <a:lnTo>
                    <a:pt x="5942" y="108"/>
                  </a:lnTo>
                  <a:lnTo>
                    <a:pt x="5812" y="173"/>
                  </a:lnTo>
                  <a:lnTo>
                    <a:pt x="5683" y="259"/>
                  </a:lnTo>
                  <a:lnTo>
                    <a:pt x="5553" y="346"/>
                  </a:lnTo>
                  <a:lnTo>
                    <a:pt x="5316" y="584"/>
                  </a:lnTo>
                  <a:lnTo>
                    <a:pt x="5078" y="864"/>
                  </a:lnTo>
                  <a:lnTo>
                    <a:pt x="4840" y="1189"/>
                  </a:lnTo>
                  <a:lnTo>
                    <a:pt x="4624" y="1556"/>
                  </a:lnTo>
                  <a:lnTo>
                    <a:pt x="4430" y="1966"/>
                  </a:lnTo>
                  <a:lnTo>
                    <a:pt x="4235" y="2399"/>
                  </a:lnTo>
                  <a:lnTo>
                    <a:pt x="4062" y="2874"/>
                  </a:lnTo>
                  <a:lnTo>
                    <a:pt x="3911" y="3349"/>
                  </a:lnTo>
                  <a:lnTo>
                    <a:pt x="3760" y="3868"/>
                  </a:lnTo>
                  <a:lnTo>
                    <a:pt x="3652" y="4387"/>
                  </a:lnTo>
                  <a:lnTo>
                    <a:pt x="3544" y="4905"/>
                  </a:lnTo>
                  <a:lnTo>
                    <a:pt x="3457" y="5424"/>
                  </a:lnTo>
                  <a:lnTo>
                    <a:pt x="3392" y="5964"/>
                  </a:lnTo>
                  <a:lnTo>
                    <a:pt x="3349" y="6223"/>
                  </a:lnTo>
                  <a:lnTo>
                    <a:pt x="3284" y="6526"/>
                  </a:lnTo>
                  <a:lnTo>
                    <a:pt x="3220" y="6828"/>
                  </a:lnTo>
                  <a:lnTo>
                    <a:pt x="3112" y="7152"/>
                  </a:lnTo>
                  <a:lnTo>
                    <a:pt x="2874" y="7822"/>
                  </a:lnTo>
                  <a:lnTo>
                    <a:pt x="2571" y="8535"/>
                  </a:lnTo>
                  <a:lnTo>
                    <a:pt x="1902" y="10091"/>
                  </a:lnTo>
                  <a:lnTo>
                    <a:pt x="1188" y="11711"/>
                  </a:lnTo>
                  <a:lnTo>
                    <a:pt x="864" y="12533"/>
                  </a:lnTo>
                  <a:lnTo>
                    <a:pt x="562" y="13354"/>
                  </a:lnTo>
                  <a:lnTo>
                    <a:pt x="324" y="14153"/>
                  </a:lnTo>
                  <a:lnTo>
                    <a:pt x="216" y="14542"/>
                  </a:lnTo>
                  <a:lnTo>
                    <a:pt x="130" y="14909"/>
                  </a:lnTo>
                  <a:lnTo>
                    <a:pt x="65" y="15298"/>
                  </a:lnTo>
                  <a:lnTo>
                    <a:pt x="22" y="15644"/>
                  </a:lnTo>
                  <a:lnTo>
                    <a:pt x="0" y="16011"/>
                  </a:lnTo>
                  <a:lnTo>
                    <a:pt x="0" y="16357"/>
                  </a:lnTo>
                  <a:lnTo>
                    <a:pt x="43" y="16681"/>
                  </a:lnTo>
                  <a:lnTo>
                    <a:pt x="87" y="17005"/>
                  </a:lnTo>
                  <a:lnTo>
                    <a:pt x="173" y="17286"/>
                  </a:lnTo>
                  <a:lnTo>
                    <a:pt x="303" y="17589"/>
                  </a:lnTo>
                  <a:lnTo>
                    <a:pt x="454" y="17848"/>
                  </a:lnTo>
                  <a:lnTo>
                    <a:pt x="627" y="18086"/>
                  </a:lnTo>
                  <a:lnTo>
                    <a:pt x="821" y="18302"/>
                  </a:lnTo>
                  <a:lnTo>
                    <a:pt x="1059" y="18496"/>
                  </a:lnTo>
                  <a:lnTo>
                    <a:pt x="1297" y="18669"/>
                  </a:lnTo>
                  <a:lnTo>
                    <a:pt x="1577" y="18820"/>
                  </a:lnTo>
                  <a:lnTo>
                    <a:pt x="1858" y="18950"/>
                  </a:lnTo>
                  <a:lnTo>
                    <a:pt x="2161" y="19058"/>
                  </a:lnTo>
                  <a:lnTo>
                    <a:pt x="2485" y="19166"/>
                  </a:lnTo>
                  <a:lnTo>
                    <a:pt x="2809" y="19231"/>
                  </a:lnTo>
                  <a:lnTo>
                    <a:pt x="3155" y="19296"/>
                  </a:lnTo>
                  <a:lnTo>
                    <a:pt x="3500" y="19339"/>
                  </a:lnTo>
                  <a:lnTo>
                    <a:pt x="3868" y="19382"/>
                  </a:lnTo>
                  <a:lnTo>
                    <a:pt x="4214" y="19404"/>
                  </a:lnTo>
                  <a:lnTo>
                    <a:pt x="4948" y="19404"/>
                  </a:lnTo>
                  <a:lnTo>
                    <a:pt x="5683" y="19339"/>
                  </a:lnTo>
                  <a:lnTo>
                    <a:pt x="6396" y="19253"/>
                  </a:lnTo>
                  <a:lnTo>
                    <a:pt x="7066" y="19144"/>
                  </a:lnTo>
                  <a:lnTo>
                    <a:pt x="7692" y="18993"/>
                  </a:lnTo>
                  <a:lnTo>
                    <a:pt x="8254" y="18842"/>
                  </a:lnTo>
                  <a:lnTo>
                    <a:pt x="8751" y="18669"/>
                  </a:lnTo>
                  <a:lnTo>
                    <a:pt x="9140" y="18475"/>
                  </a:lnTo>
                  <a:lnTo>
                    <a:pt x="9291" y="18388"/>
                  </a:lnTo>
                  <a:lnTo>
                    <a:pt x="9399" y="18302"/>
                  </a:lnTo>
                  <a:lnTo>
                    <a:pt x="9464" y="18237"/>
                  </a:lnTo>
                  <a:lnTo>
                    <a:pt x="9507" y="18172"/>
                  </a:lnTo>
                  <a:lnTo>
                    <a:pt x="9594" y="17934"/>
                  </a:lnTo>
                  <a:lnTo>
                    <a:pt x="9659" y="17632"/>
                  </a:lnTo>
                  <a:lnTo>
                    <a:pt x="9702" y="17243"/>
                  </a:lnTo>
                  <a:lnTo>
                    <a:pt x="9745" y="16789"/>
                  </a:lnTo>
                  <a:lnTo>
                    <a:pt x="9767" y="16249"/>
                  </a:lnTo>
                  <a:lnTo>
                    <a:pt x="9788" y="15666"/>
                  </a:lnTo>
                  <a:lnTo>
                    <a:pt x="9767" y="15039"/>
                  </a:lnTo>
                  <a:lnTo>
                    <a:pt x="9723" y="13613"/>
                  </a:lnTo>
                  <a:lnTo>
                    <a:pt x="9615" y="12057"/>
                  </a:lnTo>
                  <a:lnTo>
                    <a:pt x="9464" y="10437"/>
                  </a:lnTo>
                  <a:lnTo>
                    <a:pt x="9270" y="8751"/>
                  </a:lnTo>
                  <a:lnTo>
                    <a:pt x="9032" y="7087"/>
                  </a:lnTo>
                  <a:lnTo>
                    <a:pt x="8881" y="6288"/>
                  </a:lnTo>
                  <a:lnTo>
                    <a:pt x="8751" y="5489"/>
                  </a:lnTo>
                  <a:lnTo>
                    <a:pt x="8578" y="4732"/>
                  </a:lnTo>
                  <a:lnTo>
                    <a:pt x="8427" y="3998"/>
                  </a:lnTo>
                  <a:lnTo>
                    <a:pt x="8254" y="3306"/>
                  </a:lnTo>
                  <a:lnTo>
                    <a:pt x="8060" y="2680"/>
                  </a:lnTo>
                  <a:lnTo>
                    <a:pt x="7865" y="2096"/>
                  </a:lnTo>
                  <a:lnTo>
                    <a:pt x="7671" y="1556"/>
                  </a:lnTo>
                  <a:lnTo>
                    <a:pt x="7476" y="1102"/>
                  </a:lnTo>
                  <a:lnTo>
                    <a:pt x="7260" y="713"/>
                  </a:lnTo>
                  <a:lnTo>
                    <a:pt x="7152" y="540"/>
                  </a:lnTo>
                  <a:lnTo>
                    <a:pt x="7023" y="411"/>
                  </a:lnTo>
                  <a:lnTo>
                    <a:pt x="6914" y="281"/>
                  </a:lnTo>
                  <a:lnTo>
                    <a:pt x="6806" y="173"/>
                  </a:lnTo>
                  <a:lnTo>
                    <a:pt x="6698" y="108"/>
                  </a:lnTo>
                  <a:lnTo>
                    <a:pt x="6569" y="43"/>
                  </a:lnTo>
                  <a:lnTo>
                    <a:pt x="6461" y="22"/>
                  </a:lnTo>
                  <a:lnTo>
                    <a:pt x="633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32"/>
            <p:cNvSpPr/>
            <p:nvPr/>
          </p:nvSpPr>
          <p:spPr>
            <a:xfrm>
              <a:off x="16228275" y="3067250"/>
              <a:ext cx="244725" cy="485100"/>
            </a:xfrm>
            <a:custGeom>
              <a:avLst/>
              <a:gdLst/>
              <a:ahLst/>
              <a:cxnLst/>
              <a:rect l="l" t="t" r="r" b="b"/>
              <a:pathLst>
                <a:path w="9789" h="19404" fill="none" extrusionOk="0">
                  <a:moveTo>
                    <a:pt x="6331" y="0"/>
                  </a:moveTo>
                  <a:lnTo>
                    <a:pt x="6331" y="0"/>
                  </a:lnTo>
                  <a:lnTo>
                    <a:pt x="6201" y="22"/>
                  </a:lnTo>
                  <a:lnTo>
                    <a:pt x="6072" y="65"/>
                  </a:lnTo>
                  <a:lnTo>
                    <a:pt x="5942" y="108"/>
                  </a:lnTo>
                  <a:lnTo>
                    <a:pt x="5812" y="173"/>
                  </a:lnTo>
                  <a:lnTo>
                    <a:pt x="5683" y="259"/>
                  </a:lnTo>
                  <a:lnTo>
                    <a:pt x="5553" y="346"/>
                  </a:lnTo>
                  <a:lnTo>
                    <a:pt x="5316" y="584"/>
                  </a:lnTo>
                  <a:lnTo>
                    <a:pt x="5078" y="864"/>
                  </a:lnTo>
                  <a:lnTo>
                    <a:pt x="4840" y="1189"/>
                  </a:lnTo>
                  <a:lnTo>
                    <a:pt x="4624" y="1556"/>
                  </a:lnTo>
                  <a:lnTo>
                    <a:pt x="4430" y="1966"/>
                  </a:lnTo>
                  <a:lnTo>
                    <a:pt x="4235" y="2399"/>
                  </a:lnTo>
                  <a:lnTo>
                    <a:pt x="4062" y="2874"/>
                  </a:lnTo>
                  <a:lnTo>
                    <a:pt x="3911" y="3349"/>
                  </a:lnTo>
                  <a:lnTo>
                    <a:pt x="3760" y="3868"/>
                  </a:lnTo>
                  <a:lnTo>
                    <a:pt x="3652" y="4387"/>
                  </a:lnTo>
                  <a:lnTo>
                    <a:pt x="3544" y="4905"/>
                  </a:lnTo>
                  <a:lnTo>
                    <a:pt x="3457" y="5424"/>
                  </a:lnTo>
                  <a:lnTo>
                    <a:pt x="3392" y="5964"/>
                  </a:lnTo>
                  <a:lnTo>
                    <a:pt x="3392" y="5964"/>
                  </a:lnTo>
                  <a:lnTo>
                    <a:pt x="3349" y="6223"/>
                  </a:lnTo>
                  <a:lnTo>
                    <a:pt x="3284" y="6526"/>
                  </a:lnTo>
                  <a:lnTo>
                    <a:pt x="3220" y="6828"/>
                  </a:lnTo>
                  <a:lnTo>
                    <a:pt x="3112" y="7152"/>
                  </a:lnTo>
                  <a:lnTo>
                    <a:pt x="2874" y="7822"/>
                  </a:lnTo>
                  <a:lnTo>
                    <a:pt x="2571" y="8535"/>
                  </a:lnTo>
                  <a:lnTo>
                    <a:pt x="1902" y="10091"/>
                  </a:lnTo>
                  <a:lnTo>
                    <a:pt x="1188" y="11711"/>
                  </a:lnTo>
                  <a:lnTo>
                    <a:pt x="864" y="12533"/>
                  </a:lnTo>
                  <a:lnTo>
                    <a:pt x="562" y="13354"/>
                  </a:lnTo>
                  <a:lnTo>
                    <a:pt x="324" y="14153"/>
                  </a:lnTo>
                  <a:lnTo>
                    <a:pt x="216" y="14542"/>
                  </a:lnTo>
                  <a:lnTo>
                    <a:pt x="130" y="14909"/>
                  </a:lnTo>
                  <a:lnTo>
                    <a:pt x="65" y="15298"/>
                  </a:lnTo>
                  <a:lnTo>
                    <a:pt x="22" y="15644"/>
                  </a:lnTo>
                  <a:lnTo>
                    <a:pt x="0" y="16011"/>
                  </a:lnTo>
                  <a:lnTo>
                    <a:pt x="0" y="16357"/>
                  </a:lnTo>
                  <a:lnTo>
                    <a:pt x="43" y="16681"/>
                  </a:lnTo>
                  <a:lnTo>
                    <a:pt x="87" y="17005"/>
                  </a:lnTo>
                  <a:lnTo>
                    <a:pt x="173" y="17286"/>
                  </a:lnTo>
                  <a:lnTo>
                    <a:pt x="303" y="17589"/>
                  </a:lnTo>
                  <a:lnTo>
                    <a:pt x="303" y="17589"/>
                  </a:lnTo>
                  <a:lnTo>
                    <a:pt x="454" y="17848"/>
                  </a:lnTo>
                  <a:lnTo>
                    <a:pt x="627" y="18086"/>
                  </a:lnTo>
                  <a:lnTo>
                    <a:pt x="821" y="18302"/>
                  </a:lnTo>
                  <a:lnTo>
                    <a:pt x="1059" y="18496"/>
                  </a:lnTo>
                  <a:lnTo>
                    <a:pt x="1297" y="18669"/>
                  </a:lnTo>
                  <a:lnTo>
                    <a:pt x="1577" y="18820"/>
                  </a:lnTo>
                  <a:lnTo>
                    <a:pt x="1858" y="18950"/>
                  </a:lnTo>
                  <a:lnTo>
                    <a:pt x="2161" y="19058"/>
                  </a:lnTo>
                  <a:lnTo>
                    <a:pt x="2485" y="19166"/>
                  </a:lnTo>
                  <a:lnTo>
                    <a:pt x="2809" y="19231"/>
                  </a:lnTo>
                  <a:lnTo>
                    <a:pt x="3155" y="19296"/>
                  </a:lnTo>
                  <a:lnTo>
                    <a:pt x="3500" y="19339"/>
                  </a:lnTo>
                  <a:lnTo>
                    <a:pt x="3868" y="19382"/>
                  </a:lnTo>
                  <a:lnTo>
                    <a:pt x="4214" y="19404"/>
                  </a:lnTo>
                  <a:lnTo>
                    <a:pt x="4948" y="19404"/>
                  </a:lnTo>
                  <a:lnTo>
                    <a:pt x="5683" y="19339"/>
                  </a:lnTo>
                  <a:lnTo>
                    <a:pt x="6396" y="19253"/>
                  </a:lnTo>
                  <a:lnTo>
                    <a:pt x="7066" y="19144"/>
                  </a:lnTo>
                  <a:lnTo>
                    <a:pt x="7692" y="18993"/>
                  </a:lnTo>
                  <a:lnTo>
                    <a:pt x="8254" y="18842"/>
                  </a:lnTo>
                  <a:lnTo>
                    <a:pt x="8751" y="18669"/>
                  </a:lnTo>
                  <a:lnTo>
                    <a:pt x="9140" y="18475"/>
                  </a:lnTo>
                  <a:lnTo>
                    <a:pt x="9291" y="18388"/>
                  </a:lnTo>
                  <a:lnTo>
                    <a:pt x="9399" y="18302"/>
                  </a:lnTo>
                  <a:lnTo>
                    <a:pt x="9399" y="18302"/>
                  </a:lnTo>
                  <a:lnTo>
                    <a:pt x="9464" y="18237"/>
                  </a:lnTo>
                  <a:lnTo>
                    <a:pt x="9507" y="18172"/>
                  </a:lnTo>
                  <a:lnTo>
                    <a:pt x="9594" y="17934"/>
                  </a:lnTo>
                  <a:lnTo>
                    <a:pt x="9659" y="17632"/>
                  </a:lnTo>
                  <a:lnTo>
                    <a:pt x="9702" y="17243"/>
                  </a:lnTo>
                  <a:lnTo>
                    <a:pt x="9745" y="16789"/>
                  </a:lnTo>
                  <a:lnTo>
                    <a:pt x="9767" y="16249"/>
                  </a:lnTo>
                  <a:lnTo>
                    <a:pt x="9788" y="15666"/>
                  </a:lnTo>
                  <a:lnTo>
                    <a:pt x="9767" y="15039"/>
                  </a:lnTo>
                  <a:lnTo>
                    <a:pt x="9723" y="13613"/>
                  </a:lnTo>
                  <a:lnTo>
                    <a:pt x="9615" y="12057"/>
                  </a:lnTo>
                  <a:lnTo>
                    <a:pt x="9464" y="10437"/>
                  </a:lnTo>
                  <a:lnTo>
                    <a:pt x="9270" y="8751"/>
                  </a:lnTo>
                  <a:lnTo>
                    <a:pt x="9032" y="7087"/>
                  </a:lnTo>
                  <a:lnTo>
                    <a:pt x="8881" y="6288"/>
                  </a:lnTo>
                  <a:lnTo>
                    <a:pt x="8751" y="5489"/>
                  </a:lnTo>
                  <a:lnTo>
                    <a:pt x="8578" y="4732"/>
                  </a:lnTo>
                  <a:lnTo>
                    <a:pt x="8427" y="3998"/>
                  </a:lnTo>
                  <a:lnTo>
                    <a:pt x="8254" y="3306"/>
                  </a:lnTo>
                  <a:lnTo>
                    <a:pt x="8060" y="2680"/>
                  </a:lnTo>
                  <a:lnTo>
                    <a:pt x="7865" y="2096"/>
                  </a:lnTo>
                  <a:lnTo>
                    <a:pt x="7671" y="1556"/>
                  </a:lnTo>
                  <a:lnTo>
                    <a:pt x="7476" y="1102"/>
                  </a:lnTo>
                  <a:lnTo>
                    <a:pt x="7260" y="713"/>
                  </a:lnTo>
                  <a:lnTo>
                    <a:pt x="7152" y="540"/>
                  </a:lnTo>
                  <a:lnTo>
                    <a:pt x="7023" y="411"/>
                  </a:lnTo>
                  <a:lnTo>
                    <a:pt x="6914" y="281"/>
                  </a:lnTo>
                  <a:lnTo>
                    <a:pt x="6806" y="173"/>
                  </a:lnTo>
                  <a:lnTo>
                    <a:pt x="6698" y="108"/>
                  </a:lnTo>
                  <a:lnTo>
                    <a:pt x="6569" y="43"/>
                  </a:lnTo>
                  <a:lnTo>
                    <a:pt x="6461" y="22"/>
                  </a:lnTo>
                  <a:lnTo>
                    <a:pt x="63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32"/>
            <p:cNvSpPr/>
            <p:nvPr/>
          </p:nvSpPr>
          <p:spPr>
            <a:xfrm>
              <a:off x="16682025" y="3067775"/>
              <a:ext cx="244175" cy="484575"/>
            </a:xfrm>
            <a:custGeom>
              <a:avLst/>
              <a:gdLst/>
              <a:ahLst/>
              <a:cxnLst/>
              <a:rect l="l" t="t" r="r" b="b"/>
              <a:pathLst>
                <a:path w="9767" h="19383" extrusionOk="0">
                  <a:moveTo>
                    <a:pt x="3350" y="1"/>
                  </a:moveTo>
                  <a:lnTo>
                    <a:pt x="3220" y="44"/>
                  </a:lnTo>
                  <a:lnTo>
                    <a:pt x="3112" y="87"/>
                  </a:lnTo>
                  <a:lnTo>
                    <a:pt x="2982" y="174"/>
                  </a:lnTo>
                  <a:lnTo>
                    <a:pt x="2874" y="260"/>
                  </a:lnTo>
                  <a:lnTo>
                    <a:pt x="2766" y="390"/>
                  </a:lnTo>
                  <a:lnTo>
                    <a:pt x="2658" y="541"/>
                  </a:lnTo>
                  <a:lnTo>
                    <a:pt x="2528" y="692"/>
                  </a:lnTo>
                  <a:lnTo>
                    <a:pt x="2334" y="1081"/>
                  </a:lnTo>
                  <a:lnTo>
                    <a:pt x="2118" y="1557"/>
                  </a:lnTo>
                  <a:lnTo>
                    <a:pt x="1923" y="2075"/>
                  </a:lnTo>
                  <a:lnTo>
                    <a:pt x="1729" y="2659"/>
                  </a:lnTo>
                  <a:lnTo>
                    <a:pt x="1534" y="3307"/>
                  </a:lnTo>
                  <a:lnTo>
                    <a:pt x="1362" y="3977"/>
                  </a:lnTo>
                  <a:lnTo>
                    <a:pt x="1210" y="4711"/>
                  </a:lnTo>
                  <a:lnTo>
                    <a:pt x="1038" y="5468"/>
                  </a:lnTo>
                  <a:lnTo>
                    <a:pt x="886" y="6267"/>
                  </a:lnTo>
                  <a:lnTo>
                    <a:pt x="757" y="7066"/>
                  </a:lnTo>
                  <a:lnTo>
                    <a:pt x="519" y="8730"/>
                  </a:lnTo>
                  <a:lnTo>
                    <a:pt x="303" y="10416"/>
                  </a:lnTo>
                  <a:lnTo>
                    <a:pt x="152" y="12058"/>
                  </a:lnTo>
                  <a:lnTo>
                    <a:pt x="44" y="13614"/>
                  </a:lnTo>
                  <a:lnTo>
                    <a:pt x="0" y="15018"/>
                  </a:lnTo>
                  <a:lnTo>
                    <a:pt x="0" y="15666"/>
                  </a:lnTo>
                  <a:lnTo>
                    <a:pt x="0" y="16250"/>
                  </a:lnTo>
                  <a:lnTo>
                    <a:pt x="22" y="16768"/>
                  </a:lnTo>
                  <a:lnTo>
                    <a:pt x="65" y="17222"/>
                  </a:lnTo>
                  <a:lnTo>
                    <a:pt x="108" y="17611"/>
                  </a:lnTo>
                  <a:lnTo>
                    <a:pt x="173" y="17935"/>
                  </a:lnTo>
                  <a:lnTo>
                    <a:pt x="260" y="18151"/>
                  </a:lnTo>
                  <a:lnTo>
                    <a:pt x="303" y="18238"/>
                  </a:lnTo>
                  <a:lnTo>
                    <a:pt x="368" y="18281"/>
                  </a:lnTo>
                  <a:lnTo>
                    <a:pt x="476" y="18367"/>
                  </a:lnTo>
                  <a:lnTo>
                    <a:pt x="649" y="18475"/>
                  </a:lnTo>
                  <a:lnTo>
                    <a:pt x="1016" y="18648"/>
                  </a:lnTo>
                  <a:lnTo>
                    <a:pt x="1513" y="18821"/>
                  </a:lnTo>
                  <a:lnTo>
                    <a:pt x="2075" y="18994"/>
                  </a:lnTo>
                  <a:lnTo>
                    <a:pt x="2701" y="19123"/>
                  </a:lnTo>
                  <a:lnTo>
                    <a:pt x="3371" y="19253"/>
                  </a:lnTo>
                  <a:lnTo>
                    <a:pt x="4084" y="19340"/>
                  </a:lnTo>
                  <a:lnTo>
                    <a:pt x="4819" y="19383"/>
                  </a:lnTo>
                  <a:lnTo>
                    <a:pt x="5532" y="19383"/>
                  </a:lnTo>
                  <a:lnTo>
                    <a:pt x="5899" y="19361"/>
                  </a:lnTo>
                  <a:lnTo>
                    <a:pt x="6267" y="19340"/>
                  </a:lnTo>
                  <a:lnTo>
                    <a:pt x="6612" y="19296"/>
                  </a:lnTo>
                  <a:lnTo>
                    <a:pt x="6958" y="19232"/>
                  </a:lnTo>
                  <a:lnTo>
                    <a:pt x="7282" y="19145"/>
                  </a:lnTo>
                  <a:lnTo>
                    <a:pt x="7606" y="19059"/>
                  </a:lnTo>
                  <a:lnTo>
                    <a:pt x="7909" y="18951"/>
                  </a:lnTo>
                  <a:lnTo>
                    <a:pt x="8190" y="18821"/>
                  </a:lnTo>
                  <a:lnTo>
                    <a:pt x="8471" y="18670"/>
                  </a:lnTo>
                  <a:lnTo>
                    <a:pt x="8708" y="18497"/>
                  </a:lnTo>
                  <a:lnTo>
                    <a:pt x="8946" y="18302"/>
                  </a:lnTo>
                  <a:lnTo>
                    <a:pt x="9140" y="18086"/>
                  </a:lnTo>
                  <a:lnTo>
                    <a:pt x="9335" y="17849"/>
                  </a:lnTo>
                  <a:lnTo>
                    <a:pt x="9464" y="17568"/>
                  </a:lnTo>
                  <a:lnTo>
                    <a:pt x="9594" y="17287"/>
                  </a:lnTo>
                  <a:lnTo>
                    <a:pt x="9681" y="16984"/>
                  </a:lnTo>
                  <a:lnTo>
                    <a:pt x="9745" y="16682"/>
                  </a:lnTo>
                  <a:lnTo>
                    <a:pt x="9767" y="16358"/>
                  </a:lnTo>
                  <a:lnTo>
                    <a:pt x="9767" y="16012"/>
                  </a:lnTo>
                  <a:lnTo>
                    <a:pt x="9745" y="15645"/>
                  </a:lnTo>
                  <a:lnTo>
                    <a:pt x="9702" y="15277"/>
                  </a:lnTo>
                  <a:lnTo>
                    <a:pt x="9637" y="14910"/>
                  </a:lnTo>
                  <a:lnTo>
                    <a:pt x="9551" y="14521"/>
                  </a:lnTo>
                  <a:lnTo>
                    <a:pt x="9464" y="14132"/>
                  </a:lnTo>
                  <a:lnTo>
                    <a:pt x="9205" y="13354"/>
                  </a:lnTo>
                  <a:lnTo>
                    <a:pt x="8903" y="12533"/>
                  </a:lnTo>
                  <a:lnTo>
                    <a:pt x="8579" y="11712"/>
                  </a:lnTo>
                  <a:lnTo>
                    <a:pt x="7865" y="10092"/>
                  </a:lnTo>
                  <a:lnTo>
                    <a:pt x="7196" y="8536"/>
                  </a:lnTo>
                  <a:lnTo>
                    <a:pt x="6915" y="7823"/>
                  </a:lnTo>
                  <a:lnTo>
                    <a:pt x="6677" y="7131"/>
                  </a:lnTo>
                  <a:lnTo>
                    <a:pt x="6569" y="6807"/>
                  </a:lnTo>
                  <a:lnTo>
                    <a:pt x="6504" y="6505"/>
                  </a:lnTo>
                  <a:lnTo>
                    <a:pt x="6439" y="6224"/>
                  </a:lnTo>
                  <a:lnTo>
                    <a:pt x="6396" y="5943"/>
                  </a:lnTo>
                  <a:lnTo>
                    <a:pt x="6331" y="5424"/>
                  </a:lnTo>
                  <a:lnTo>
                    <a:pt x="6245" y="4906"/>
                  </a:lnTo>
                  <a:lnTo>
                    <a:pt x="6137" y="4366"/>
                  </a:lnTo>
                  <a:lnTo>
                    <a:pt x="6029" y="3847"/>
                  </a:lnTo>
                  <a:lnTo>
                    <a:pt x="5878" y="3350"/>
                  </a:lnTo>
                  <a:lnTo>
                    <a:pt x="5726" y="2853"/>
                  </a:lnTo>
                  <a:lnTo>
                    <a:pt x="5553" y="2399"/>
                  </a:lnTo>
                  <a:lnTo>
                    <a:pt x="5359" y="1945"/>
                  </a:lnTo>
                  <a:lnTo>
                    <a:pt x="5165" y="1557"/>
                  </a:lnTo>
                  <a:lnTo>
                    <a:pt x="4948" y="1189"/>
                  </a:lnTo>
                  <a:lnTo>
                    <a:pt x="4711" y="843"/>
                  </a:lnTo>
                  <a:lnTo>
                    <a:pt x="4473" y="563"/>
                  </a:lnTo>
                  <a:lnTo>
                    <a:pt x="4235" y="347"/>
                  </a:lnTo>
                  <a:lnTo>
                    <a:pt x="4106" y="238"/>
                  </a:lnTo>
                  <a:lnTo>
                    <a:pt x="3976" y="152"/>
                  </a:lnTo>
                  <a:lnTo>
                    <a:pt x="3846" y="87"/>
                  </a:lnTo>
                  <a:lnTo>
                    <a:pt x="3717" y="44"/>
                  </a:lnTo>
                  <a:lnTo>
                    <a:pt x="3587" y="22"/>
                  </a:lnTo>
                  <a:lnTo>
                    <a:pt x="345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32"/>
            <p:cNvSpPr/>
            <p:nvPr/>
          </p:nvSpPr>
          <p:spPr>
            <a:xfrm>
              <a:off x="16682025" y="3067775"/>
              <a:ext cx="244175" cy="484575"/>
            </a:xfrm>
            <a:custGeom>
              <a:avLst/>
              <a:gdLst/>
              <a:ahLst/>
              <a:cxnLst/>
              <a:rect l="l" t="t" r="r" b="b"/>
              <a:pathLst>
                <a:path w="9767" h="19383" fill="none" extrusionOk="0">
                  <a:moveTo>
                    <a:pt x="3458" y="1"/>
                  </a:moveTo>
                  <a:lnTo>
                    <a:pt x="3458" y="1"/>
                  </a:lnTo>
                  <a:lnTo>
                    <a:pt x="3587" y="22"/>
                  </a:lnTo>
                  <a:lnTo>
                    <a:pt x="3717" y="44"/>
                  </a:lnTo>
                  <a:lnTo>
                    <a:pt x="3846" y="87"/>
                  </a:lnTo>
                  <a:lnTo>
                    <a:pt x="3976" y="152"/>
                  </a:lnTo>
                  <a:lnTo>
                    <a:pt x="4106" y="238"/>
                  </a:lnTo>
                  <a:lnTo>
                    <a:pt x="4235" y="347"/>
                  </a:lnTo>
                  <a:lnTo>
                    <a:pt x="4473" y="563"/>
                  </a:lnTo>
                  <a:lnTo>
                    <a:pt x="4711" y="843"/>
                  </a:lnTo>
                  <a:lnTo>
                    <a:pt x="4948" y="1189"/>
                  </a:lnTo>
                  <a:lnTo>
                    <a:pt x="5165" y="1557"/>
                  </a:lnTo>
                  <a:lnTo>
                    <a:pt x="5359" y="1945"/>
                  </a:lnTo>
                  <a:lnTo>
                    <a:pt x="5553" y="2399"/>
                  </a:lnTo>
                  <a:lnTo>
                    <a:pt x="5726" y="2853"/>
                  </a:lnTo>
                  <a:lnTo>
                    <a:pt x="5878" y="3350"/>
                  </a:lnTo>
                  <a:lnTo>
                    <a:pt x="6029" y="3847"/>
                  </a:lnTo>
                  <a:lnTo>
                    <a:pt x="6137" y="4366"/>
                  </a:lnTo>
                  <a:lnTo>
                    <a:pt x="6245" y="4906"/>
                  </a:lnTo>
                  <a:lnTo>
                    <a:pt x="6331" y="5424"/>
                  </a:lnTo>
                  <a:lnTo>
                    <a:pt x="6396" y="5943"/>
                  </a:lnTo>
                  <a:lnTo>
                    <a:pt x="6396" y="5943"/>
                  </a:lnTo>
                  <a:lnTo>
                    <a:pt x="6439" y="6224"/>
                  </a:lnTo>
                  <a:lnTo>
                    <a:pt x="6504" y="6505"/>
                  </a:lnTo>
                  <a:lnTo>
                    <a:pt x="6569" y="6807"/>
                  </a:lnTo>
                  <a:lnTo>
                    <a:pt x="6677" y="7131"/>
                  </a:lnTo>
                  <a:lnTo>
                    <a:pt x="6915" y="7823"/>
                  </a:lnTo>
                  <a:lnTo>
                    <a:pt x="7196" y="8536"/>
                  </a:lnTo>
                  <a:lnTo>
                    <a:pt x="7865" y="10092"/>
                  </a:lnTo>
                  <a:lnTo>
                    <a:pt x="8579" y="11712"/>
                  </a:lnTo>
                  <a:lnTo>
                    <a:pt x="8903" y="12533"/>
                  </a:lnTo>
                  <a:lnTo>
                    <a:pt x="9205" y="13354"/>
                  </a:lnTo>
                  <a:lnTo>
                    <a:pt x="9464" y="14132"/>
                  </a:lnTo>
                  <a:lnTo>
                    <a:pt x="9551" y="14521"/>
                  </a:lnTo>
                  <a:lnTo>
                    <a:pt x="9637" y="14910"/>
                  </a:lnTo>
                  <a:lnTo>
                    <a:pt x="9702" y="15277"/>
                  </a:lnTo>
                  <a:lnTo>
                    <a:pt x="9745" y="15645"/>
                  </a:lnTo>
                  <a:lnTo>
                    <a:pt x="9767" y="16012"/>
                  </a:lnTo>
                  <a:lnTo>
                    <a:pt x="9767" y="16358"/>
                  </a:lnTo>
                  <a:lnTo>
                    <a:pt x="9745" y="16682"/>
                  </a:lnTo>
                  <a:lnTo>
                    <a:pt x="9681" y="16984"/>
                  </a:lnTo>
                  <a:lnTo>
                    <a:pt x="9594" y="17287"/>
                  </a:lnTo>
                  <a:lnTo>
                    <a:pt x="9464" y="17568"/>
                  </a:lnTo>
                  <a:lnTo>
                    <a:pt x="9464" y="17568"/>
                  </a:lnTo>
                  <a:lnTo>
                    <a:pt x="9335" y="17849"/>
                  </a:lnTo>
                  <a:lnTo>
                    <a:pt x="9140" y="18086"/>
                  </a:lnTo>
                  <a:lnTo>
                    <a:pt x="8946" y="18302"/>
                  </a:lnTo>
                  <a:lnTo>
                    <a:pt x="8708" y="18497"/>
                  </a:lnTo>
                  <a:lnTo>
                    <a:pt x="8471" y="18670"/>
                  </a:lnTo>
                  <a:lnTo>
                    <a:pt x="8190" y="18821"/>
                  </a:lnTo>
                  <a:lnTo>
                    <a:pt x="7909" y="18951"/>
                  </a:lnTo>
                  <a:lnTo>
                    <a:pt x="7606" y="19059"/>
                  </a:lnTo>
                  <a:lnTo>
                    <a:pt x="7282" y="19145"/>
                  </a:lnTo>
                  <a:lnTo>
                    <a:pt x="6958" y="19232"/>
                  </a:lnTo>
                  <a:lnTo>
                    <a:pt x="6612" y="19296"/>
                  </a:lnTo>
                  <a:lnTo>
                    <a:pt x="6267" y="19340"/>
                  </a:lnTo>
                  <a:lnTo>
                    <a:pt x="5899" y="19361"/>
                  </a:lnTo>
                  <a:lnTo>
                    <a:pt x="5532" y="19383"/>
                  </a:lnTo>
                  <a:lnTo>
                    <a:pt x="4819" y="19383"/>
                  </a:lnTo>
                  <a:lnTo>
                    <a:pt x="4084" y="19340"/>
                  </a:lnTo>
                  <a:lnTo>
                    <a:pt x="3371" y="19253"/>
                  </a:lnTo>
                  <a:lnTo>
                    <a:pt x="2701" y="19123"/>
                  </a:lnTo>
                  <a:lnTo>
                    <a:pt x="2075" y="18994"/>
                  </a:lnTo>
                  <a:lnTo>
                    <a:pt x="1513" y="18821"/>
                  </a:lnTo>
                  <a:lnTo>
                    <a:pt x="1016" y="18648"/>
                  </a:lnTo>
                  <a:lnTo>
                    <a:pt x="649" y="18475"/>
                  </a:lnTo>
                  <a:lnTo>
                    <a:pt x="476" y="18367"/>
                  </a:lnTo>
                  <a:lnTo>
                    <a:pt x="368" y="18281"/>
                  </a:lnTo>
                  <a:lnTo>
                    <a:pt x="368" y="18281"/>
                  </a:lnTo>
                  <a:lnTo>
                    <a:pt x="303" y="18238"/>
                  </a:lnTo>
                  <a:lnTo>
                    <a:pt x="260" y="18151"/>
                  </a:lnTo>
                  <a:lnTo>
                    <a:pt x="173" y="17935"/>
                  </a:lnTo>
                  <a:lnTo>
                    <a:pt x="108" y="17611"/>
                  </a:lnTo>
                  <a:lnTo>
                    <a:pt x="65" y="17222"/>
                  </a:lnTo>
                  <a:lnTo>
                    <a:pt x="22" y="16768"/>
                  </a:lnTo>
                  <a:lnTo>
                    <a:pt x="0" y="16250"/>
                  </a:lnTo>
                  <a:lnTo>
                    <a:pt x="0" y="15666"/>
                  </a:lnTo>
                  <a:lnTo>
                    <a:pt x="0" y="15018"/>
                  </a:lnTo>
                  <a:lnTo>
                    <a:pt x="44" y="13614"/>
                  </a:lnTo>
                  <a:lnTo>
                    <a:pt x="152" y="12058"/>
                  </a:lnTo>
                  <a:lnTo>
                    <a:pt x="303" y="10416"/>
                  </a:lnTo>
                  <a:lnTo>
                    <a:pt x="519" y="8730"/>
                  </a:lnTo>
                  <a:lnTo>
                    <a:pt x="757" y="7066"/>
                  </a:lnTo>
                  <a:lnTo>
                    <a:pt x="886" y="6267"/>
                  </a:lnTo>
                  <a:lnTo>
                    <a:pt x="1038" y="5468"/>
                  </a:lnTo>
                  <a:lnTo>
                    <a:pt x="1210" y="4711"/>
                  </a:lnTo>
                  <a:lnTo>
                    <a:pt x="1362" y="3977"/>
                  </a:lnTo>
                  <a:lnTo>
                    <a:pt x="1534" y="3307"/>
                  </a:lnTo>
                  <a:lnTo>
                    <a:pt x="1729" y="2659"/>
                  </a:lnTo>
                  <a:lnTo>
                    <a:pt x="1923" y="2075"/>
                  </a:lnTo>
                  <a:lnTo>
                    <a:pt x="2118" y="1557"/>
                  </a:lnTo>
                  <a:lnTo>
                    <a:pt x="2334" y="1081"/>
                  </a:lnTo>
                  <a:lnTo>
                    <a:pt x="2528" y="692"/>
                  </a:lnTo>
                  <a:lnTo>
                    <a:pt x="2658" y="541"/>
                  </a:lnTo>
                  <a:lnTo>
                    <a:pt x="2766" y="390"/>
                  </a:lnTo>
                  <a:lnTo>
                    <a:pt x="2874" y="260"/>
                  </a:lnTo>
                  <a:lnTo>
                    <a:pt x="2982" y="174"/>
                  </a:lnTo>
                  <a:lnTo>
                    <a:pt x="3112" y="87"/>
                  </a:lnTo>
                  <a:lnTo>
                    <a:pt x="3220" y="44"/>
                  </a:lnTo>
                  <a:lnTo>
                    <a:pt x="3350" y="1"/>
                  </a:lnTo>
                  <a:lnTo>
                    <a:pt x="345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32"/>
            <p:cNvSpPr/>
            <p:nvPr/>
          </p:nvSpPr>
          <p:spPr>
            <a:xfrm>
              <a:off x="16343325" y="4264300"/>
              <a:ext cx="173425" cy="742250"/>
            </a:xfrm>
            <a:custGeom>
              <a:avLst/>
              <a:gdLst/>
              <a:ahLst/>
              <a:cxnLst/>
              <a:rect l="l" t="t" r="r" b="b"/>
              <a:pathLst>
                <a:path w="6937" h="29690" extrusionOk="0">
                  <a:moveTo>
                    <a:pt x="0" y="1"/>
                  </a:moveTo>
                  <a:lnTo>
                    <a:pt x="0" y="29689"/>
                  </a:lnTo>
                  <a:lnTo>
                    <a:pt x="6936" y="29689"/>
                  </a:lnTo>
                  <a:lnTo>
                    <a:pt x="693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32"/>
            <p:cNvSpPr/>
            <p:nvPr/>
          </p:nvSpPr>
          <p:spPr>
            <a:xfrm>
              <a:off x="16343325" y="4264300"/>
              <a:ext cx="27025" cy="742250"/>
            </a:xfrm>
            <a:custGeom>
              <a:avLst/>
              <a:gdLst/>
              <a:ahLst/>
              <a:cxnLst/>
              <a:rect l="l" t="t" r="r" b="b"/>
              <a:pathLst>
                <a:path w="1081" h="29690" extrusionOk="0">
                  <a:moveTo>
                    <a:pt x="0" y="1"/>
                  </a:moveTo>
                  <a:lnTo>
                    <a:pt x="0" y="29689"/>
                  </a:lnTo>
                  <a:lnTo>
                    <a:pt x="1081" y="29689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32"/>
            <p:cNvSpPr/>
            <p:nvPr/>
          </p:nvSpPr>
          <p:spPr>
            <a:xfrm>
              <a:off x="16622600" y="4264300"/>
              <a:ext cx="173425" cy="742250"/>
            </a:xfrm>
            <a:custGeom>
              <a:avLst/>
              <a:gdLst/>
              <a:ahLst/>
              <a:cxnLst/>
              <a:rect l="l" t="t" r="r" b="b"/>
              <a:pathLst>
                <a:path w="6937" h="29690" extrusionOk="0">
                  <a:moveTo>
                    <a:pt x="1" y="1"/>
                  </a:moveTo>
                  <a:lnTo>
                    <a:pt x="1" y="29689"/>
                  </a:lnTo>
                  <a:lnTo>
                    <a:pt x="6937" y="29689"/>
                  </a:lnTo>
                  <a:lnTo>
                    <a:pt x="693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32"/>
            <p:cNvSpPr/>
            <p:nvPr/>
          </p:nvSpPr>
          <p:spPr>
            <a:xfrm>
              <a:off x="16769000" y="4264300"/>
              <a:ext cx="27025" cy="742250"/>
            </a:xfrm>
            <a:custGeom>
              <a:avLst/>
              <a:gdLst/>
              <a:ahLst/>
              <a:cxnLst/>
              <a:rect l="l" t="t" r="r" b="b"/>
              <a:pathLst>
                <a:path w="1081" h="29690" extrusionOk="0">
                  <a:moveTo>
                    <a:pt x="0" y="1"/>
                  </a:moveTo>
                  <a:lnTo>
                    <a:pt x="0" y="29689"/>
                  </a:lnTo>
                  <a:lnTo>
                    <a:pt x="1081" y="29689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32"/>
            <p:cNvSpPr/>
            <p:nvPr/>
          </p:nvSpPr>
          <p:spPr>
            <a:xfrm>
              <a:off x="16284975" y="4009325"/>
              <a:ext cx="584525" cy="314425"/>
            </a:xfrm>
            <a:custGeom>
              <a:avLst/>
              <a:gdLst/>
              <a:ahLst/>
              <a:cxnLst/>
              <a:rect l="l" t="t" r="r" b="b"/>
              <a:pathLst>
                <a:path w="23381" h="12577" extrusionOk="0">
                  <a:moveTo>
                    <a:pt x="1124" y="1"/>
                  </a:moveTo>
                  <a:lnTo>
                    <a:pt x="1" y="12576"/>
                  </a:lnTo>
                  <a:lnTo>
                    <a:pt x="23380" y="12576"/>
                  </a:lnTo>
                  <a:lnTo>
                    <a:pt x="2225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32"/>
            <p:cNvSpPr/>
            <p:nvPr/>
          </p:nvSpPr>
          <p:spPr>
            <a:xfrm>
              <a:off x="16514025" y="2597825"/>
              <a:ext cx="129675" cy="108050"/>
            </a:xfrm>
            <a:custGeom>
              <a:avLst/>
              <a:gdLst/>
              <a:ahLst/>
              <a:cxnLst/>
              <a:rect l="l" t="t" r="r" b="b"/>
              <a:pathLst>
                <a:path w="5187" h="4322" extrusionOk="0">
                  <a:moveTo>
                    <a:pt x="2334" y="0"/>
                  </a:moveTo>
                  <a:lnTo>
                    <a:pt x="2075" y="43"/>
                  </a:lnTo>
                  <a:lnTo>
                    <a:pt x="1815" y="87"/>
                  </a:lnTo>
                  <a:lnTo>
                    <a:pt x="1578" y="151"/>
                  </a:lnTo>
                  <a:lnTo>
                    <a:pt x="1362" y="260"/>
                  </a:lnTo>
                  <a:lnTo>
                    <a:pt x="1146" y="368"/>
                  </a:lnTo>
                  <a:lnTo>
                    <a:pt x="930" y="476"/>
                  </a:lnTo>
                  <a:lnTo>
                    <a:pt x="757" y="627"/>
                  </a:lnTo>
                  <a:lnTo>
                    <a:pt x="584" y="778"/>
                  </a:lnTo>
                  <a:lnTo>
                    <a:pt x="433" y="951"/>
                  </a:lnTo>
                  <a:lnTo>
                    <a:pt x="303" y="1124"/>
                  </a:lnTo>
                  <a:lnTo>
                    <a:pt x="195" y="1318"/>
                  </a:lnTo>
                  <a:lnTo>
                    <a:pt x="108" y="1513"/>
                  </a:lnTo>
                  <a:lnTo>
                    <a:pt x="44" y="1729"/>
                  </a:lnTo>
                  <a:lnTo>
                    <a:pt x="0" y="1945"/>
                  </a:lnTo>
                  <a:lnTo>
                    <a:pt x="0" y="2161"/>
                  </a:lnTo>
                  <a:lnTo>
                    <a:pt x="0" y="2377"/>
                  </a:lnTo>
                  <a:lnTo>
                    <a:pt x="44" y="2593"/>
                  </a:lnTo>
                  <a:lnTo>
                    <a:pt x="108" y="2809"/>
                  </a:lnTo>
                  <a:lnTo>
                    <a:pt x="195" y="3004"/>
                  </a:lnTo>
                  <a:lnTo>
                    <a:pt x="303" y="3198"/>
                  </a:lnTo>
                  <a:lnTo>
                    <a:pt x="433" y="3371"/>
                  </a:lnTo>
                  <a:lnTo>
                    <a:pt x="584" y="3544"/>
                  </a:lnTo>
                  <a:lnTo>
                    <a:pt x="757" y="3695"/>
                  </a:lnTo>
                  <a:lnTo>
                    <a:pt x="930" y="3825"/>
                  </a:lnTo>
                  <a:lnTo>
                    <a:pt x="1146" y="3954"/>
                  </a:lnTo>
                  <a:lnTo>
                    <a:pt x="1362" y="4062"/>
                  </a:lnTo>
                  <a:lnTo>
                    <a:pt x="1578" y="4149"/>
                  </a:lnTo>
                  <a:lnTo>
                    <a:pt x="1815" y="4235"/>
                  </a:lnTo>
                  <a:lnTo>
                    <a:pt x="2075" y="4279"/>
                  </a:lnTo>
                  <a:lnTo>
                    <a:pt x="2334" y="4322"/>
                  </a:lnTo>
                  <a:lnTo>
                    <a:pt x="2853" y="4322"/>
                  </a:lnTo>
                  <a:lnTo>
                    <a:pt x="3112" y="4279"/>
                  </a:lnTo>
                  <a:lnTo>
                    <a:pt x="3371" y="4235"/>
                  </a:lnTo>
                  <a:lnTo>
                    <a:pt x="3609" y="4149"/>
                  </a:lnTo>
                  <a:lnTo>
                    <a:pt x="3825" y="4062"/>
                  </a:lnTo>
                  <a:lnTo>
                    <a:pt x="4041" y="3954"/>
                  </a:lnTo>
                  <a:lnTo>
                    <a:pt x="4236" y="3825"/>
                  </a:lnTo>
                  <a:lnTo>
                    <a:pt x="4430" y="3695"/>
                  </a:lnTo>
                  <a:lnTo>
                    <a:pt x="4603" y="3544"/>
                  </a:lnTo>
                  <a:lnTo>
                    <a:pt x="4754" y="3371"/>
                  </a:lnTo>
                  <a:lnTo>
                    <a:pt x="4884" y="3198"/>
                  </a:lnTo>
                  <a:lnTo>
                    <a:pt x="4992" y="3004"/>
                  </a:lnTo>
                  <a:lnTo>
                    <a:pt x="5078" y="2809"/>
                  </a:lnTo>
                  <a:lnTo>
                    <a:pt x="5143" y="2593"/>
                  </a:lnTo>
                  <a:lnTo>
                    <a:pt x="5186" y="2377"/>
                  </a:lnTo>
                  <a:lnTo>
                    <a:pt x="5186" y="2161"/>
                  </a:lnTo>
                  <a:lnTo>
                    <a:pt x="5186" y="1945"/>
                  </a:lnTo>
                  <a:lnTo>
                    <a:pt x="5143" y="1729"/>
                  </a:lnTo>
                  <a:lnTo>
                    <a:pt x="5078" y="1513"/>
                  </a:lnTo>
                  <a:lnTo>
                    <a:pt x="4992" y="1318"/>
                  </a:lnTo>
                  <a:lnTo>
                    <a:pt x="4884" y="1124"/>
                  </a:lnTo>
                  <a:lnTo>
                    <a:pt x="4754" y="951"/>
                  </a:lnTo>
                  <a:lnTo>
                    <a:pt x="4603" y="778"/>
                  </a:lnTo>
                  <a:lnTo>
                    <a:pt x="4430" y="627"/>
                  </a:lnTo>
                  <a:lnTo>
                    <a:pt x="4236" y="476"/>
                  </a:lnTo>
                  <a:lnTo>
                    <a:pt x="4041" y="368"/>
                  </a:lnTo>
                  <a:lnTo>
                    <a:pt x="3825" y="260"/>
                  </a:lnTo>
                  <a:lnTo>
                    <a:pt x="3609" y="151"/>
                  </a:lnTo>
                  <a:lnTo>
                    <a:pt x="3371" y="87"/>
                  </a:lnTo>
                  <a:lnTo>
                    <a:pt x="3112" y="43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32"/>
            <p:cNvSpPr/>
            <p:nvPr/>
          </p:nvSpPr>
          <p:spPr>
            <a:xfrm>
              <a:off x="16348725" y="3035900"/>
              <a:ext cx="457575" cy="519700"/>
            </a:xfrm>
            <a:custGeom>
              <a:avLst/>
              <a:gdLst/>
              <a:ahLst/>
              <a:cxnLst/>
              <a:rect l="l" t="t" r="r" b="b"/>
              <a:pathLst>
                <a:path w="18303" h="20788" extrusionOk="0">
                  <a:moveTo>
                    <a:pt x="9119" y="1"/>
                  </a:moveTo>
                  <a:lnTo>
                    <a:pt x="8060" y="23"/>
                  </a:lnTo>
                  <a:lnTo>
                    <a:pt x="7001" y="87"/>
                  </a:lnTo>
                  <a:lnTo>
                    <a:pt x="5943" y="195"/>
                  </a:lnTo>
                  <a:lnTo>
                    <a:pt x="4884" y="325"/>
                  </a:lnTo>
                  <a:lnTo>
                    <a:pt x="3847" y="520"/>
                  </a:lnTo>
                  <a:lnTo>
                    <a:pt x="2788" y="714"/>
                  </a:lnTo>
                  <a:lnTo>
                    <a:pt x="1751" y="973"/>
                  </a:lnTo>
                  <a:lnTo>
                    <a:pt x="735" y="1254"/>
                  </a:lnTo>
                  <a:lnTo>
                    <a:pt x="541" y="2464"/>
                  </a:lnTo>
                  <a:lnTo>
                    <a:pt x="389" y="3631"/>
                  </a:lnTo>
                  <a:lnTo>
                    <a:pt x="260" y="4798"/>
                  </a:lnTo>
                  <a:lnTo>
                    <a:pt x="152" y="5943"/>
                  </a:lnTo>
                  <a:lnTo>
                    <a:pt x="65" y="7067"/>
                  </a:lnTo>
                  <a:lnTo>
                    <a:pt x="22" y="8190"/>
                  </a:lnTo>
                  <a:lnTo>
                    <a:pt x="1" y="9292"/>
                  </a:lnTo>
                  <a:lnTo>
                    <a:pt x="1" y="10416"/>
                  </a:lnTo>
                  <a:lnTo>
                    <a:pt x="22" y="11518"/>
                  </a:lnTo>
                  <a:lnTo>
                    <a:pt x="65" y="12641"/>
                  </a:lnTo>
                  <a:lnTo>
                    <a:pt x="130" y="13743"/>
                  </a:lnTo>
                  <a:lnTo>
                    <a:pt x="238" y="14889"/>
                  </a:lnTo>
                  <a:lnTo>
                    <a:pt x="368" y="16012"/>
                  </a:lnTo>
                  <a:lnTo>
                    <a:pt x="519" y="17179"/>
                  </a:lnTo>
                  <a:lnTo>
                    <a:pt x="692" y="18346"/>
                  </a:lnTo>
                  <a:lnTo>
                    <a:pt x="886" y="19556"/>
                  </a:lnTo>
                  <a:lnTo>
                    <a:pt x="1902" y="19837"/>
                  </a:lnTo>
                  <a:lnTo>
                    <a:pt x="2918" y="20074"/>
                  </a:lnTo>
                  <a:lnTo>
                    <a:pt x="3933" y="20290"/>
                  </a:lnTo>
                  <a:lnTo>
                    <a:pt x="4970" y="20463"/>
                  </a:lnTo>
                  <a:lnTo>
                    <a:pt x="6007" y="20593"/>
                  </a:lnTo>
                  <a:lnTo>
                    <a:pt x="7045" y="20701"/>
                  </a:lnTo>
                  <a:lnTo>
                    <a:pt x="8082" y="20766"/>
                  </a:lnTo>
                  <a:lnTo>
                    <a:pt x="9119" y="20787"/>
                  </a:lnTo>
                  <a:lnTo>
                    <a:pt x="10156" y="20787"/>
                  </a:lnTo>
                  <a:lnTo>
                    <a:pt x="11193" y="20744"/>
                  </a:lnTo>
                  <a:lnTo>
                    <a:pt x="12252" y="20658"/>
                  </a:lnTo>
                  <a:lnTo>
                    <a:pt x="13289" y="20550"/>
                  </a:lnTo>
                  <a:lnTo>
                    <a:pt x="14305" y="20398"/>
                  </a:lnTo>
                  <a:lnTo>
                    <a:pt x="15342" y="20204"/>
                  </a:lnTo>
                  <a:lnTo>
                    <a:pt x="16357" y="19988"/>
                  </a:lnTo>
                  <a:lnTo>
                    <a:pt x="17373" y="19729"/>
                  </a:lnTo>
                  <a:lnTo>
                    <a:pt x="17589" y="18497"/>
                  </a:lnTo>
                  <a:lnTo>
                    <a:pt x="17762" y="17309"/>
                  </a:lnTo>
                  <a:lnTo>
                    <a:pt x="17913" y="16120"/>
                  </a:lnTo>
                  <a:lnTo>
                    <a:pt x="18043" y="14975"/>
                  </a:lnTo>
                  <a:lnTo>
                    <a:pt x="18151" y="13808"/>
                  </a:lnTo>
                  <a:lnTo>
                    <a:pt x="18216" y="12685"/>
                  </a:lnTo>
                  <a:lnTo>
                    <a:pt x="18280" y="11539"/>
                  </a:lnTo>
                  <a:lnTo>
                    <a:pt x="18302" y="10416"/>
                  </a:lnTo>
                  <a:lnTo>
                    <a:pt x="18302" y="9271"/>
                  </a:lnTo>
                  <a:lnTo>
                    <a:pt x="18259" y="8147"/>
                  </a:lnTo>
                  <a:lnTo>
                    <a:pt x="18216" y="7002"/>
                  </a:lnTo>
                  <a:lnTo>
                    <a:pt x="18129" y="5857"/>
                  </a:lnTo>
                  <a:lnTo>
                    <a:pt x="18021" y="4690"/>
                  </a:lnTo>
                  <a:lnTo>
                    <a:pt x="17892" y="3501"/>
                  </a:lnTo>
                  <a:lnTo>
                    <a:pt x="17719" y="2291"/>
                  </a:lnTo>
                  <a:lnTo>
                    <a:pt x="17546" y="1081"/>
                  </a:lnTo>
                  <a:lnTo>
                    <a:pt x="16509" y="822"/>
                  </a:lnTo>
                  <a:lnTo>
                    <a:pt x="15472" y="584"/>
                  </a:lnTo>
                  <a:lnTo>
                    <a:pt x="14413" y="390"/>
                  </a:lnTo>
                  <a:lnTo>
                    <a:pt x="13354" y="239"/>
                  </a:lnTo>
                  <a:lnTo>
                    <a:pt x="12295" y="131"/>
                  </a:lnTo>
                  <a:lnTo>
                    <a:pt x="11236" y="44"/>
                  </a:lnTo>
                  <a:lnTo>
                    <a:pt x="10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32"/>
            <p:cNvSpPr/>
            <p:nvPr/>
          </p:nvSpPr>
          <p:spPr>
            <a:xfrm>
              <a:off x="16348725" y="3035900"/>
              <a:ext cx="457575" cy="519700"/>
            </a:xfrm>
            <a:custGeom>
              <a:avLst/>
              <a:gdLst/>
              <a:ahLst/>
              <a:cxnLst/>
              <a:rect l="l" t="t" r="r" b="b"/>
              <a:pathLst>
                <a:path w="18303" h="20788" fill="none" extrusionOk="0">
                  <a:moveTo>
                    <a:pt x="17373" y="19729"/>
                  </a:moveTo>
                  <a:lnTo>
                    <a:pt x="17373" y="19729"/>
                  </a:lnTo>
                  <a:lnTo>
                    <a:pt x="16357" y="19988"/>
                  </a:lnTo>
                  <a:lnTo>
                    <a:pt x="15342" y="20204"/>
                  </a:lnTo>
                  <a:lnTo>
                    <a:pt x="14305" y="20398"/>
                  </a:lnTo>
                  <a:lnTo>
                    <a:pt x="13289" y="20550"/>
                  </a:lnTo>
                  <a:lnTo>
                    <a:pt x="12252" y="20658"/>
                  </a:lnTo>
                  <a:lnTo>
                    <a:pt x="11193" y="20744"/>
                  </a:lnTo>
                  <a:lnTo>
                    <a:pt x="10156" y="20787"/>
                  </a:lnTo>
                  <a:lnTo>
                    <a:pt x="9119" y="20787"/>
                  </a:lnTo>
                  <a:lnTo>
                    <a:pt x="8082" y="20766"/>
                  </a:lnTo>
                  <a:lnTo>
                    <a:pt x="7045" y="20701"/>
                  </a:lnTo>
                  <a:lnTo>
                    <a:pt x="6007" y="20593"/>
                  </a:lnTo>
                  <a:lnTo>
                    <a:pt x="4970" y="20463"/>
                  </a:lnTo>
                  <a:lnTo>
                    <a:pt x="3933" y="20290"/>
                  </a:lnTo>
                  <a:lnTo>
                    <a:pt x="2918" y="20074"/>
                  </a:lnTo>
                  <a:lnTo>
                    <a:pt x="1902" y="19837"/>
                  </a:lnTo>
                  <a:lnTo>
                    <a:pt x="886" y="19556"/>
                  </a:lnTo>
                  <a:lnTo>
                    <a:pt x="886" y="19556"/>
                  </a:lnTo>
                  <a:lnTo>
                    <a:pt x="692" y="18346"/>
                  </a:lnTo>
                  <a:lnTo>
                    <a:pt x="519" y="17179"/>
                  </a:lnTo>
                  <a:lnTo>
                    <a:pt x="368" y="16012"/>
                  </a:lnTo>
                  <a:lnTo>
                    <a:pt x="238" y="14889"/>
                  </a:lnTo>
                  <a:lnTo>
                    <a:pt x="130" y="13743"/>
                  </a:lnTo>
                  <a:lnTo>
                    <a:pt x="65" y="12641"/>
                  </a:lnTo>
                  <a:lnTo>
                    <a:pt x="22" y="11518"/>
                  </a:lnTo>
                  <a:lnTo>
                    <a:pt x="1" y="10416"/>
                  </a:lnTo>
                  <a:lnTo>
                    <a:pt x="1" y="9292"/>
                  </a:lnTo>
                  <a:lnTo>
                    <a:pt x="22" y="8190"/>
                  </a:lnTo>
                  <a:lnTo>
                    <a:pt x="65" y="7067"/>
                  </a:lnTo>
                  <a:lnTo>
                    <a:pt x="152" y="5943"/>
                  </a:lnTo>
                  <a:lnTo>
                    <a:pt x="260" y="4798"/>
                  </a:lnTo>
                  <a:lnTo>
                    <a:pt x="389" y="3631"/>
                  </a:lnTo>
                  <a:lnTo>
                    <a:pt x="541" y="2464"/>
                  </a:lnTo>
                  <a:lnTo>
                    <a:pt x="735" y="1254"/>
                  </a:lnTo>
                  <a:lnTo>
                    <a:pt x="735" y="1254"/>
                  </a:lnTo>
                  <a:lnTo>
                    <a:pt x="1751" y="973"/>
                  </a:lnTo>
                  <a:lnTo>
                    <a:pt x="2788" y="714"/>
                  </a:lnTo>
                  <a:lnTo>
                    <a:pt x="3847" y="520"/>
                  </a:lnTo>
                  <a:lnTo>
                    <a:pt x="4884" y="325"/>
                  </a:lnTo>
                  <a:lnTo>
                    <a:pt x="5943" y="195"/>
                  </a:lnTo>
                  <a:lnTo>
                    <a:pt x="7001" y="87"/>
                  </a:lnTo>
                  <a:lnTo>
                    <a:pt x="8060" y="23"/>
                  </a:lnTo>
                  <a:lnTo>
                    <a:pt x="9119" y="1"/>
                  </a:lnTo>
                  <a:lnTo>
                    <a:pt x="10178" y="1"/>
                  </a:lnTo>
                  <a:lnTo>
                    <a:pt x="11236" y="44"/>
                  </a:lnTo>
                  <a:lnTo>
                    <a:pt x="12295" y="131"/>
                  </a:lnTo>
                  <a:lnTo>
                    <a:pt x="13354" y="239"/>
                  </a:lnTo>
                  <a:lnTo>
                    <a:pt x="14413" y="390"/>
                  </a:lnTo>
                  <a:lnTo>
                    <a:pt x="15472" y="584"/>
                  </a:lnTo>
                  <a:lnTo>
                    <a:pt x="16509" y="822"/>
                  </a:lnTo>
                  <a:lnTo>
                    <a:pt x="17546" y="1081"/>
                  </a:lnTo>
                  <a:lnTo>
                    <a:pt x="17546" y="1081"/>
                  </a:lnTo>
                  <a:lnTo>
                    <a:pt x="17719" y="2291"/>
                  </a:lnTo>
                  <a:lnTo>
                    <a:pt x="17892" y="3501"/>
                  </a:lnTo>
                  <a:lnTo>
                    <a:pt x="18021" y="4690"/>
                  </a:lnTo>
                  <a:lnTo>
                    <a:pt x="18129" y="5857"/>
                  </a:lnTo>
                  <a:lnTo>
                    <a:pt x="18216" y="7002"/>
                  </a:lnTo>
                  <a:lnTo>
                    <a:pt x="18259" y="8147"/>
                  </a:lnTo>
                  <a:lnTo>
                    <a:pt x="18302" y="9271"/>
                  </a:lnTo>
                  <a:lnTo>
                    <a:pt x="18302" y="10416"/>
                  </a:lnTo>
                  <a:lnTo>
                    <a:pt x="18280" y="11539"/>
                  </a:lnTo>
                  <a:lnTo>
                    <a:pt x="18216" y="12685"/>
                  </a:lnTo>
                  <a:lnTo>
                    <a:pt x="18151" y="13808"/>
                  </a:lnTo>
                  <a:lnTo>
                    <a:pt x="18043" y="14975"/>
                  </a:lnTo>
                  <a:lnTo>
                    <a:pt x="17913" y="16120"/>
                  </a:lnTo>
                  <a:lnTo>
                    <a:pt x="17762" y="17309"/>
                  </a:lnTo>
                  <a:lnTo>
                    <a:pt x="17589" y="18497"/>
                  </a:lnTo>
                  <a:lnTo>
                    <a:pt x="17373" y="19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32"/>
            <p:cNvSpPr/>
            <p:nvPr/>
          </p:nvSpPr>
          <p:spPr>
            <a:xfrm>
              <a:off x="16346575" y="2635100"/>
              <a:ext cx="461325" cy="439200"/>
            </a:xfrm>
            <a:custGeom>
              <a:avLst/>
              <a:gdLst/>
              <a:ahLst/>
              <a:cxnLst/>
              <a:rect l="l" t="t" r="r" b="b"/>
              <a:pathLst>
                <a:path w="18453" h="17568" extrusionOk="0">
                  <a:moveTo>
                    <a:pt x="8254" y="0"/>
                  </a:moveTo>
                  <a:lnTo>
                    <a:pt x="7260" y="22"/>
                  </a:lnTo>
                  <a:lnTo>
                    <a:pt x="6288" y="65"/>
                  </a:lnTo>
                  <a:lnTo>
                    <a:pt x="5294" y="130"/>
                  </a:lnTo>
                  <a:lnTo>
                    <a:pt x="4322" y="195"/>
                  </a:lnTo>
                  <a:lnTo>
                    <a:pt x="3328" y="281"/>
                  </a:lnTo>
                  <a:lnTo>
                    <a:pt x="2355" y="389"/>
                  </a:lnTo>
                  <a:lnTo>
                    <a:pt x="1383" y="519"/>
                  </a:lnTo>
                  <a:lnTo>
                    <a:pt x="1145" y="562"/>
                  </a:lnTo>
                  <a:lnTo>
                    <a:pt x="908" y="670"/>
                  </a:lnTo>
                  <a:lnTo>
                    <a:pt x="692" y="800"/>
                  </a:lnTo>
                  <a:lnTo>
                    <a:pt x="475" y="994"/>
                  </a:lnTo>
                  <a:lnTo>
                    <a:pt x="324" y="1189"/>
                  </a:lnTo>
                  <a:lnTo>
                    <a:pt x="195" y="1405"/>
                  </a:lnTo>
                  <a:lnTo>
                    <a:pt x="108" y="1642"/>
                  </a:lnTo>
                  <a:lnTo>
                    <a:pt x="65" y="1880"/>
                  </a:lnTo>
                  <a:lnTo>
                    <a:pt x="22" y="2788"/>
                  </a:lnTo>
                  <a:lnTo>
                    <a:pt x="0" y="3695"/>
                  </a:lnTo>
                  <a:lnTo>
                    <a:pt x="0" y="5510"/>
                  </a:lnTo>
                  <a:lnTo>
                    <a:pt x="43" y="7325"/>
                  </a:lnTo>
                  <a:lnTo>
                    <a:pt x="130" y="9119"/>
                  </a:lnTo>
                  <a:lnTo>
                    <a:pt x="259" y="10934"/>
                  </a:lnTo>
                  <a:lnTo>
                    <a:pt x="432" y="12727"/>
                  </a:lnTo>
                  <a:lnTo>
                    <a:pt x="648" y="14520"/>
                  </a:lnTo>
                  <a:lnTo>
                    <a:pt x="908" y="16292"/>
                  </a:lnTo>
                  <a:lnTo>
                    <a:pt x="972" y="16508"/>
                  </a:lnTo>
                  <a:lnTo>
                    <a:pt x="1059" y="16724"/>
                  </a:lnTo>
                  <a:lnTo>
                    <a:pt x="1189" y="16897"/>
                  </a:lnTo>
                  <a:lnTo>
                    <a:pt x="1361" y="17070"/>
                  </a:lnTo>
                  <a:lnTo>
                    <a:pt x="1534" y="17200"/>
                  </a:lnTo>
                  <a:lnTo>
                    <a:pt x="1750" y="17308"/>
                  </a:lnTo>
                  <a:lnTo>
                    <a:pt x="1966" y="17373"/>
                  </a:lnTo>
                  <a:lnTo>
                    <a:pt x="2204" y="17416"/>
                  </a:lnTo>
                  <a:lnTo>
                    <a:pt x="3954" y="17481"/>
                  </a:lnTo>
                  <a:lnTo>
                    <a:pt x="5704" y="17524"/>
                  </a:lnTo>
                  <a:lnTo>
                    <a:pt x="7476" y="17545"/>
                  </a:lnTo>
                  <a:lnTo>
                    <a:pt x="9227" y="17567"/>
                  </a:lnTo>
                  <a:lnTo>
                    <a:pt x="10998" y="17545"/>
                  </a:lnTo>
                  <a:lnTo>
                    <a:pt x="12749" y="17524"/>
                  </a:lnTo>
                  <a:lnTo>
                    <a:pt x="14499" y="17481"/>
                  </a:lnTo>
                  <a:lnTo>
                    <a:pt x="16271" y="17416"/>
                  </a:lnTo>
                  <a:lnTo>
                    <a:pt x="16487" y="17373"/>
                  </a:lnTo>
                  <a:lnTo>
                    <a:pt x="16703" y="17308"/>
                  </a:lnTo>
                  <a:lnTo>
                    <a:pt x="16919" y="17200"/>
                  </a:lnTo>
                  <a:lnTo>
                    <a:pt x="17092" y="17070"/>
                  </a:lnTo>
                  <a:lnTo>
                    <a:pt x="17264" y="16897"/>
                  </a:lnTo>
                  <a:lnTo>
                    <a:pt x="17394" y="16724"/>
                  </a:lnTo>
                  <a:lnTo>
                    <a:pt x="17481" y="16508"/>
                  </a:lnTo>
                  <a:lnTo>
                    <a:pt x="17545" y="16292"/>
                  </a:lnTo>
                  <a:lnTo>
                    <a:pt x="17805" y="14520"/>
                  </a:lnTo>
                  <a:lnTo>
                    <a:pt x="18021" y="12727"/>
                  </a:lnTo>
                  <a:lnTo>
                    <a:pt x="18194" y="10934"/>
                  </a:lnTo>
                  <a:lnTo>
                    <a:pt x="18345" y="9119"/>
                  </a:lnTo>
                  <a:lnTo>
                    <a:pt x="18431" y="7325"/>
                  </a:lnTo>
                  <a:lnTo>
                    <a:pt x="18453" y="5510"/>
                  </a:lnTo>
                  <a:lnTo>
                    <a:pt x="18453" y="3695"/>
                  </a:lnTo>
                  <a:lnTo>
                    <a:pt x="18431" y="2788"/>
                  </a:lnTo>
                  <a:lnTo>
                    <a:pt x="18388" y="1880"/>
                  </a:lnTo>
                  <a:lnTo>
                    <a:pt x="18345" y="1642"/>
                  </a:lnTo>
                  <a:lnTo>
                    <a:pt x="18280" y="1405"/>
                  </a:lnTo>
                  <a:lnTo>
                    <a:pt x="18150" y="1189"/>
                  </a:lnTo>
                  <a:lnTo>
                    <a:pt x="17978" y="994"/>
                  </a:lnTo>
                  <a:lnTo>
                    <a:pt x="17783" y="800"/>
                  </a:lnTo>
                  <a:lnTo>
                    <a:pt x="17545" y="670"/>
                  </a:lnTo>
                  <a:lnTo>
                    <a:pt x="17329" y="562"/>
                  </a:lnTo>
                  <a:lnTo>
                    <a:pt x="17092" y="519"/>
                  </a:lnTo>
                  <a:lnTo>
                    <a:pt x="16098" y="389"/>
                  </a:lnTo>
                  <a:lnTo>
                    <a:pt x="15125" y="281"/>
                  </a:lnTo>
                  <a:lnTo>
                    <a:pt x="14131" y="195"/>
                  </a:lnTo>
                  <a:lnTo>
                    <a:pt x="13159" y="130"/>
                  </a:lnTo>
                  <a:lnTo>
                    <a:pt x="12187" y="65"/>
                  </a:lnTo>
                  <a:lnTo>
                    <a:pt x="11193" y="22"/>
                  </a:lnTo>
                  <a:lnTo>
                    <a:pt x="1022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32"/>
            <p:cNvSpPr/>
            <p:nvPr/>
          </p:nvSpPr>
          <p:spPr>
            <a:xfrm>
              <a:off x="16528600" y="2815525"/>
              <a:ext cx="97275" cy="148025"/>
            </a:xfrm>
            <a:custGeom>
              <a:avLst/>
              <a:gdLst/>
              <a:ahLst/>
              <a:cxnLst/>
              <a:rect l="l" t="t" r="r" b="b"/>
              <a:pathLst>
                <a:path w="3891" h="5921" extrusionOk="0">
                  <a:moveTo>
                    <a:pt x="1946" y="0"/>
                  </a:moveTo>
                  <a:lnTo>
                    <a:pt x="1751" y="22"/>
                  </a:lnTo>
                  <a:lnTo>
                    <a:pt x="1557" y="65"/>
                  </a:lnTo>
                  <a:lnTo>
                    <a:pt x="1362" y="130"/>
                  </a:lnTo>
                  <a:lnTo>
                    <a:pt x="1189" y="238"/>
                  </a:lnTo>
                  <a:lnTo>
                    <a:pt x="1016" y="367"/>
                  </a:lnTo>
                  <a:lnTo>
                    <a:pt x="865" y="519"/>
                  </a:lnTo>
                  <a:lnTo>
                    <a:pt x="714" y="670"/>
                  </a:lnTo>
                  <a:lnTo>
                    <a:pt x="563" y="864"/>
                  </a:lnTo>
                  <a:lnTo>
                    <a:pt x="433" y="1080"/>
                  </a:lnTo>
                  <a:lnTo>
                    <a:pt x="325" y="1318"/>
                  </a:lnTo>
                  <a:lnTo>
                    <a:pt x="239" y="1556"/>
                  </a:lnTo>
                  <a:lnTo>
                    <a:pt x="152" y="1815"/>
                  </a:lnTo>
                  <a:lnTo>
                    <a:pt x="87" y="2074"/>
                  </a:lnTo>
                  <a:lnTo>
                    <a:pt x="44" y="2377"/>
                  </a:lnTo>
                  <a:lnTo>
                    <a:pt x="1" y="2658"/>
                  </a:lnTo>
                  <a:lnTo>
                    <a:pt x="1" y="2960"/>
                  </a:lnTo>
                  <a:lnTo>
                    <a:pt x="1" y="3263"/>
                  </a:lnTo>
                  <a:lnTo>
                    <a:pt x="44" y="3565"/>
                  </a:lnTo>
                  <a:lnTo>
                    <a:pt x="87" y="3846"/>
                  </a:lnTo>
                  <a:lnTo>
                    <a:pt x="152" y="4127"/>
                  </a:lnTo>
                  <a:lnTo>
                    <a:pt x="239" y="4386"/>
                  </a:lnTo>
                  <a:lnTo>
                    <a:pt x="325" y="4624"/>
                  </a:lnTo>
                  <a:lnTo>
                    <a:pt x="433" y="4840"/>
                  </a:lnTo>
                  <a:lnTo>
                    <a:pt x="563" y="5056"/>
                  </a:lnTo>
                  <a:lnTo>
                    <a:pt x="714" y="5251"/>
                  </a:lnTo>
                  <a:lnTo>
                    <a:pt x="865" y="5424"/>
                  </a:lnTo>
                  <a:lnTo>
                    <a:pt x="1016" y="5575"/>
                  </a:lnTo>
                  <a:lnTo>
                    <a:pt x="1189" y="5683"/>
                  </a:lnTo>
                  <a:lnTo>
                    <a:pt x="1362" y="5791"/>
                  </a:lnTo>
                  <a:lnTo>
                    <a:pt x="1557" y="5856"/>
                  </a:lnTo>
                  <a:lnTo>
                    <a:pt x="1751" y="5921"/>
                  </a:lnTo>
                  <a:lnTo>
                    <a:pt x="2140" y="5921"/>
                  </a:lnTo>
                  <a:lnTo>
                    <a:pt x="2334" y="5856"/>
                  </a:lnTo>
                  <a:lnTo>
                    <a:pt x="2529" y="5791"/>
                  </a:lnTo>
                  <a:lnTo>
                    <a:pt x="2702" y="5683"/>
                  </a:lnTo>
                  <a:lnTo>
                    <a:pt x="2875" y="5575"/>
                  </a:lnTo>
                  <a:lnTo>
                    <a:pt x="3047" y="5424"/>
                  </a:lnTo>
                  <a:lnTo>
                    <a:pt x="3199" y="5251"/>
                  </a:lnTo>
                  <a:lnTo>
                    <a:pt x="3328" y="5056"/>
                  </a:lnTo>
                  <a:lnTo>
                    <a:pt x="3458" y="4840"/>
                  </a:lnTo>
                  <a:lnTo>
                    <a:pt x="3566" y="4624"/>
                  </a:lnTo>
                  <a:lnTo>
                    <a:pt x="3653" y="4386"/>
                  </a:lnTo>
                  <a:lnTo>
                    <a:pt x="3739" y="4127"/>
                  </a:lnTo>
                  <a:lnTo>
                    <a:pt x="3804" y="3846"/>
                  </a:lnTo>
                  <a:lnTo>
                    <a:pt x="3869" y="3565"/>
                  </a:lnTo>
                  <a:lnTo>
                    <a:pt x="3890" y="3263"/>
                  </a:lnTo>
                  <a:lnTo>
                    <a:pt x="3890" y="2960"/>
                  </a:lnTo>
                  <a:lnTo>
                    <a:pt x="3890" y="2658"/>
                  </a:lnTo>
                  <a:lnTo>
                    <a:pt x="3869" y="2377"/>
                  </a:lnTo>
                  <a:lnTo>
                    <a:pt x="3804" y="2074"/>
                  </a:lnTo>
                  <a:lnTo>
                    <a:pt x="3739" y="1815"/>
                  </a:lnTo>
                  <a:lnTo>
                    <a:pt x="3653" y="1556"/>
                  </a:lnTo>
                  <a:lnTo>
                    <a:pt x="3566" y="1318"/>
                  </a:lnTo>
                  <a:lnTo>
                    <a:pt x="3458" y="1080"/>
                  </a:lnTo>
                  <a:lnTo>
                    <a:pt x="3328" y="864"/>
                  </a:lnTo>
                  <a:lnTo>
                    <a:pt x="3199" y="670"/>
                  </a:lnTo>
                  <a:lnTo>
                    <a:pt x="3047" y="519"/>
                  </a:lnTo>
                  <a:lnTo>
                    <a:pt x="2875" y="367"/>
                  </a:lnTo>
                  <a:lnTo>
                    <a:pt x="2702" y="238"/>
                  </a:lnTo>
                  <a:lnTo>
                    <a:pt x="2529" y="130"/>
                  </a:lnTo>
                  <a:lnTo>
                    <a:pt x="2334" y="65"/>
                  </a:lnTo>
                  <a:lnTo>
                    <a:pt x="2140" y="22"/>
                  </a:lnTo>
                  <a:lnTo>
                    <a:pt x="194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32"/>
            <p:cNvSpPr/>
            <p:nvPr/>
          </p:nvSpPr>
          <p:spPr>
            <a:xfrm>
              <a:off x="16550225" y="2837125"/>
              <a:ext cx="54025" cy="104825"/>
            </a:xfrm>
            <a:custGeom>
              <a:avLst/>
              <a:gdLst/>
              <a:ahLst/>
              <a:cxnLst/>
              <a:rect l="l" t="t" r="r" b="b"/>
              <a:pathLst>
                <a:path w="2161" h="4193" extrusionOk="0">
                  <a:moveTo>
                    <a:pt x="1081" y="0"/>
                  </a:moveTo>
                  <a:lnTo>
                    <a:pt x="994" y="22"/>
                  </a:lnTo>
                  <a:lnTo>
                    <a:pt x="886" y="44"/>
                  </a:lnTo>
                  <a:lnTo>
                    <a:pt x="800" y="87"/>
                  </a:lnTo>
                  <a:lnTo>
                    <a:pt x="692" y="173"/>
                  </a:lnTo>
                  <a:lnTo>
                    <a:pt x="605" y="260"/>
                  </a:lnTo>
                  <a:lnTo>
                    <a:pt x="519" y="346"/>
                  </a:lnTo>
                  <a:lnTo>
                    <a:pt x="346" y="605"/>
                  </a:lnTo>
                  <a:lnTo>
                    <a:pt x="216" y="930"/>
                  </a:lnTo>
                  <a:lnTo>
                    <a:pt x="108" y="1275"/>
                  </a:lnTo>
                  <a:lnTo>
                    <a:pt x="22" y="1664"/>
                  </a:lnTo>
                  <a:lnTo>
                    <a:pt x="0" y="1880"/>
                  </a:lnTo>
                  <a:lnTo>
                    <a:pt x="0" y="2096"/>
                  </a:lnTo>
                  <a:lnTo>
                    <a:pt x="0" y="2312"/>
                  </a:lnTo>
                  <a:lnTo>
                    <a:pt x="22" y="2528"/>
                  </a:lnTo>
                  <a:lnTo>
                    <a:pt x="108" y="2917"/>
                  </a:lnTo>
                  <a:lnTo>
                    <a:pt x="216" y="3285"/>
                  </a:lnTo>
                  <a:lnTo>
                    <a:pt x="346" y="3587"/>
                  </a:lnTo>
                  <a:lnTo>
                    <a:pt x="519" y="3847"/>
                  </a:lnTo>
                  <a:lnTo>
                    <a:pt x="605" y="3955"/>
                  </a:lnTo>
                  <a:lnTo>
                    <a:pt x="692" y="4041"/>
                  </a:lnTo>
                  <a:lnTo>
                    <a:pt x="800" y="4106"/>
                  </a:lnTo>
                  <a:lnTo>
                    <a:pt x="886" y="4149"/>
                  </a:lnTo>
                  <a:lnTo>
                    <a:pt x="994" y="4192"/>
                  </a:lnTo>
                  <a:lnTo>
                    <a:pt x="1167" y="4192"/>
                  </a:lnTo>
                  <a:lnTo>
                    <a:pt x="1275" y="4149"/>
                  </a:lnTo>
                  <a:lnTo>
                    <a:pt x="1361" y="4106"/>
                  </a:lnTo>
                  <a:lnTo>
                    <a:pt x="1469" y="4041"/>
                  </a:lnTo>
                  <a:lnTo>
                    <a:pt x="1556" y="3955"/>
                  </a:lnTo>
                  <a:lnTo>
                    <a:pt x="1642" y="3847"/>
                  </a:lnTo>
                  <a:lnTo>
                    <a:pt x="1815" y="3587"/>
                  </a:lnTo>
                  <a:lnTo>
                    <a:pt x="1945" y="3285"/>
                  </a:lnTo>
                  <a:lnTo>
                    <a:pt x="2074" y="2917"/>
                  </a:lnTo>
                  <a:lnTo>
                    <a:pt x="2139" y="2528"/>
                  </a:lnTo>
                  <a:lnTo>
                    <a:pt x="2161" y="2312"/>
                  </a:lnTo>
                  <a:lnTo>
                    <a:pt x="2161" y="2096"/>
                  </a:lnTo>
                  <a:lnTo>
                    <a:pt x="2161" y="1880"/>
                  </a:lnTo>
                  <a:lnTo>
                    <a:pt x="2139" y="1664"/>
                  </a:lnTo>
                  <a:lnTo>
                    <a:pt x="2074" y="1275"/>
                  </a:lnTo>
                  <a:lnTo>
                    <a:pt x="1945" y="930"/>
                  </a:lnTo>
                  <a:lnTo>
                    <a:pt x="1815" y="605"/>
                  </a:lnTo>
                  <a:lnTo>
                    <a:pt x="1642" y="346"/>
                  </a:lnTo>
                  <a:lnTo>
                    <a:pt x="1556" y="260"/>
                  </a:lnTo>
                  <a:lnTo>
                    <a:pt x="1469" y="173"/>
                  </a:lnTo>
                  <a:lnTo>
                    <a:pt x="1361" y="87"/>
                  </a:lnTo>
                  <a:lnTo>
                    <a:pt x="1275" y="44"/>
                  </a:lnTo>
                  <a:lnTo>
                    <a:pt x="1167" y="22"/>
                  </a:lnTo>
                  <a:lnTo>
                    <a:pt x="10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32"/>
            <p:cNvSpPr/>
            <p:nvPr/>
          </p:nvSpPr>
          <p:spPr>
            <a:xfrm>
              <a:off x="16330900" y="3048875"/>
              <a:ext cx="492675" cy="38375"/>
            </a:xfrm>
            <a:custGeom>
              <a:avLst/>
              <a:gdLst/>
              <a:ahLst/>
              <a:cxnLst/>
              <a:rect l="l" t="t" r="r" b="b"/>
              <a:pathLst>
                <a:path w="19707" h="1535" extrusionOk="0">
                  <a:moveTo>
                    <a:pt x="606" y="1"/>
                  </a:moveTo>
                  <a:lnTo>
                    <a:pt x="476" y="44"/>
                  </a:lnTo>
                  <a:lnTo>
                    <a:pt x="346" y="130"/>
                  </a:lnTo>
                  <a:lnTo>
                    <a:pt x="217" y="217"/>
                  </a:lnTo>
                  <a:lnTo>
                    <a:pt x="130" y="325"/>
                  </a:lnTo>
                  <a:lnTo>
                    <a:pt x="65" y="454"/>
                  </a:lnTo>
                  <a:lnTo>
                    <a:pt x="22" y="606"/>
                  </a:lnTo>
                  <a:lnTo>
                    <a:pt x="0" y="757"/>
                  </a:lnTo>
                  <a:lnTo>
                    <a:pt x="22" y="908"/>
                  </a:lnTo>
                  <a:lnTo>
                    <a:pt x="65" y="1059"/>
                  </a:lnTo>
                  <a:lnTo>
                    <a:pt x="130" y="1189"/>
                  </a:lnTo>
                  <a:lnTo>
                    <a:pt x="217" y="1297"/>
                  </a:lnTo>
                  <a:lnTo>
                    <a:pt x="346" y="1405"/>
                  </a:lnTo>
                  <a:lnTo>
                    <a:pt x="476" y="1470"/>
                  </a:lnTo>
                  <a:lnTo>
                    <a:pt x="606" y="1513"/>
                  </a:lnTo>
                  <a:lnTo>
                    <a:pt x="778" y="1535"/>
                  </a:lnTo>
                  <a:lnTo>
                    <a:pt x="18950" y="1535"/>
                  </a:lnTo>
                  <a:lnTo>
                    <a:pt x="19102" y="1513"/>
                  </a:lnTo>
                  <a:lnTo>
                    <a:pt x="19231" y="1470"/>
                  </a:lnTo>
                  <a:lnTo>
                    <a:pt x="19361" y="1405"/>
                  </a:lnTo>
                  <a:lnTo>
                    <a:pt x="19490" y="1297"/>
                  </a:lnTo>
                  <a:lnTo>
                    <a:pt x="19577" y="1189"/>
                  </a:lnTo>
                  <a:lnTo>
                    <a:pt x="19642" y="1059"/>
                  </a:lnTo>
                  <a:lnTo>
                    <a:pt x="19685" y="908"/>
                  </a:lnTo>
                  <a:lnTo>
                    <a:pt x="19707" y="757"/>
                  </a:lnTo>
                  <a:lnTo>
                    <a:pt x="19685" y="606"/>
                  </a:lnTo>
                  <a:lnTo>
                    <a:pt x="19642" y="454"/>
                  </a:lnTo>
                  <a:lnTo>
                    <a:pt x="19577" y="325"/>
                  </a:lnTo>
                  <a:lnTo>
                    <a:pt x="19490" y="217"/>
                  </a:lnTo>
                  <a:lnTo>
                    <a:pt x="19361" y="130"/>
                  </a:lnTo>
                  <a:lnTo>
                    <a:pt x="19231" y="44"/>
                  </a:lnTo>
                  <a:lnTo>
                    <a:pt x="1910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32"/>
            <p:cNvSpPr/>
            <p:nvPr/>
          </p:nvSpPr>
          <p:spPr>
            <a:xfrm>
              <a:off x="16395725" y="3319500"/>
              <a:ext cx="195025" cy="121575"/>
            </a:xfrm>
            <a:custGeom>
              <a:avLst/>
              <a:gdLst/>
              <a:ahLst/>
              <a:cxnLst/>
              <a:rect l="l" t="t" r="r" b="b"/>
              <a:pathLst>
                <a:path w="7801" h="4863" extrusionOk="0">
                  <a:moveTo>
                    <a:pt x="5986" y="1"/>
                  </a:moveTo>
                  <a:lnTo>
                    <a:pt x="5813" y="23"/>
                  </a:lnTo>
                  <a:lnTo>
                    <a:pt x="5640" y="87"/>
                  </a:lnTo>
                  <a:lnTo>
                    <a:pt x="5445" y="174"/>
                  </a:lnTo>
                  <a:lnTo>
                    <a:pt x="5273" y="303"/>
                  </a:lnTo>
                  <a:lnTo>
                    <a:pt x="5057" y="455"/>
                  </a:lnTo>
                  <a:lnTo>
                    <a:pt x="4862" y="628"/>
                  </a:lnTo>
                  <a:lnTo>
                    <a:pt x="4646" y="844"/>
                  </a:lnTo>
                  <a:lnTo>
                    <a:pt x="4430" y="1103"/>
                  </a:lnTo>
                  <a:lnTo>
                    <a:pt x="3933" y="1708"/>
                  </a:lnTo>
                  <a:lnTo>
                    <a:pt x="3738" y="1946"/>
                  </a:lnTo>
                  <a:lnTo>
                    <a:pt x="3522" y="2183"/>
                  </a:lnTo>
                  <a:lnTo>
                    <a:pt x="3285" y="2399"/>
                  </a:lnTo>
                  <a:lnTo>
                    <a:pt x="3047" y="2594"/>
                  </a:lnTo>
                  <a:lnTo>
                    <a:pt x="2788" y="2788"/>
                  </a:lnTo>
                  <a:lnTo>
                    <a:pt x="2528" y="2961"/>
                  </a:lnTo>
                  <a:lnTo>
                    <a:pt x="2248" y="3134"/>
                  </a:lnTo>
                  <a:lnTo>
                    <a:pt x="1988" y="3264"/>
                  </a:lnTo>
                  <a:lnTo>
                    <a:pt x="1707" y="3393"/>
                  </a:lnTo>
                  <a:lnTo>
                    <a:pt x="1448" y="3501"/>
                  </a:lnTo>
                  <a:lnTo>
                    <a:pt x="1167" y="3566"/>
                  </a:lnTo>
                  <a:lnTo>
                    <a:pt x="908" y="3631"/>
                  </a:lnTo>
                  <a:lnTo>
                    <a:pt x="670" y="3653"/>
                  </a:lnTo>
                  <a:lnTo>
                    <a:pt x="433" y="3653"/>
                  </a:lnTo>
                  <a:lnTo>
                    <a:pt x="195" y="3631"/>
                  </a:lnTo>
                  <a:lnTo>
                    <a:pt x="0" y="3588"/>
                  </a:lnTo>
                  <a:lnTo>
                    <a:pt x="389" y="3825"/>
                  </a:lnTo>
                  <a:lnTo>
                    <a:pt x="778" y="4063"/>
                  </a:lnTo>
                  <a:lnTo>
                    <a:pt x="1210" y="4258"/>
                  </a:lnTo>
                  <a:lnTo>
                    <a:pt x="1643" y="4430"/>
                  </a:lnTo>
                  <a:lnTo>
                    <a:pt x="2118" y="4582"/>
                  </a:lnTo>
                  <a:lnTo>
                    <a:pt x="2572" y="4711"/>
                  </a:lnTo>
                  <a:lnTo>
                    <a:pt x="3047" y="4798"/>
                  </a:lnTo>
                  <a:lnTo>
                    <a:pt x="3501" y="4863"/>
                  </a:lnTo>
                  <a:lnTo>
                    <a:pt x="3976" y="4863"/>
                  </a:lnTo>
                  <a:lnTo>
                    <a:pt x="4430" y="4841"/>
                  </a:lnTo>
                  <a:lnTo>
                    <a:pt x="4884" y="4776"/>
                  </a:lnTo>
                  <a:lnTo>
                    <a:pt x="5316" y="4668"/>
                  </a:lnTo>
                  <a:lnTo>
                    <a:pt x="5510" y="4603"/>
                  </a:lnTo>
                  <a:lnTo>
                    <a:pt x="5705" y="4517"/>
                  </a:lnTo>
                  <a:lnTo>
                    <a:pt x="5899" y="4409"/>
                  </a:lnTo>
                  <a:lnTo>
                    <a:pt x="6094" y="4301"/>
                  </a:lnTo>
                  <a:lnTo>
                    <a:pt x="6288" y="4193"/>
                  </a:lnTo>
                  <a:lnTo>
                    <a:pt x="6461" y="4063"/>
                  </a:lnTo>
                  <a:lnTo>
                    <a:pt x="6612" y="3912"/>
                  </a:lnTo>
                  <a:lnTo>
                    <a:pt x="6764" y="3739"/>
                  </a:lnTo>
                  <a:lnTo>
                    <a:pt x="7044" y="3415"/>
                  </a:lnTo>
                  <a:lnTo>
                    <a:pt x="7282" y="3112"/>
                  </a:lnTo>
                  <a:lnTo>
                    <a:pt x="7455" y="2832"/>
                  </a:lnTo>
                  <a:lnTo>
                    <a:pt x="7606" y="2551"/>
                  </a:lnTo>
                  <a:lnTo>
                    <a:pt x="7693" y="2291"/>
                  </a:lnTo>
                  <a:lnTo>
                    <a:pt x="7757" y="2054"/>
                  </a:lnTo>
                  <a:lnTo>
                    <a:pt x="7801" y="1838"/>
                  </a:lnTo>
                  <a:lnTo>
                    <a:pt x="7801" y="1621"/>
                  </a:lnTo>
                  <a:lnTo>
                    <a:pt x="7757" y="1427"/>
                  </a:lnTo>
                  <a:lnTo>
                    <a:pt x="7714" y="1233"/>
                  </a:lnTo>
                  <a:lnTo>
                    <a:pt x="7628" y="1081"/>
                  </a:lnTo>
                  <a:lnTo>
                    <a:pt x="7541" y="908"/>
                  </a:lnTo>
                  <a:lnTo>
                    <a:pt x="7412" y="779"/>
                  </a:lnTo>
                  <a:lnTo>
                    <a:pt x="7304" y="649"/>
                  </a:lnTo>
                  <a:lnTo>
                    <a:pt x="7152" y="520"/>
                  </a:lnTo>
                  <a:lnTo>
                    <a:pt x="7023" y="411"/>
                  </a:lnTo>
                  <a:lnTo>
                    <a:pt x="6850" y="282"/>
                  </a:lnTo>
                  <a:lnTo>
                    <a:pt x="6677" y="174"/>
                  </a:lnTo>
                  <a:lnTo>
                    <a:pt x="6504" y="87"/>
                  </a:lnTo>
                  <a:lnTo>
                    <a:pt x="6331" y="44"/>
                  </a:lnTo>
                  <a:lnTo>
                    <a:pt x="61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32"/>
            <p:cNvSpPr/>
            <p:nvPr/>
          </p:nvSpPr>
          <p:spPr>
            <a:xfrm>
              <a:off x="16563725" y="3319500"/>
              <a:ext cx="195025" cy="121575"/>
            </a:xfrm>
            <a:custGeom>
              <a:avLst/>
              <a:gdLst/>
              <a:ahLst/>
              <a:cxnLst/>
              <a:rect l="l" t="t" r="r" b="b"/>
              <a:pathLst>
                <a:path w="7801" h="4863" extrusionOk="0">
                  <a:moveTo>
                    <a:pt x="1642" y="1"/>
                  </a:moveTo>
                  <a:lnTo>
                    <a:pt x="1470" y="44"/>
                  </a:lnTo>
                  <a:lnTo>
                    <a:pt x="1297" y="87"/>
                  </a:lnTo>
                  <a:lnTo>
                    <a:pt x="1124" y="174"/>
                  </a:lnTo>
                  <a:lnTo>
                    <a:pt x="973" y="282"/>
                  </a:lnTo>
                  <a:lnTo>
                    <a:pt x="778" y="411"/>
                  </a:lnTo>
                  <a:lnTo>
                    <a:pt x="649" y="520"/>
                  </a:lnTo>
                  <a:lnTo>
                    <a:pt x="519" y="649"/>
                  </a:lnTo>
                  <a:lnTo>
                    <a:pt x="389" y="779"/>
                  </a:lnTo>
                  <a:lnTo>
                    <a:pt x="281" y="908"/>
                  </a:lnTo>
                  <a:lnTo>
                    <a:pt x="173" y="1081"/>
                  </a:lnTo>
                  <a:lnTo>
                    <a:pt x="87" y="1233"/>
                  </a:lnTo>
                  <a:lnTo>
                    <a:pt x="44" y="1427"/>
                  </a:lnTo>
                  <a:lnTo>
                    <a:pt x="22" y="1621"/>
                  </a:lnTo>
                  <a:lnTo>
                    <a:pt x="0" y="1838"/>
                  </a:lnTo>
                  <a:lnTo>
                    <a:pt x="44" y="2054"/>
                  </a:lnTo>
                  <a:lnTo>
                    <a:pt x="108" y="2291"/>
                  </a:lnTo>
                  <a:lnTo>
                    <a:pt x="195" y="2551"/>
                  </a:lnTo>
                  <a:lnTo>
                    <a:pt x="346" y="2832"/>
                  </a:lnTo>
                  <a:lnTo>
                    <a:pt x="519" y="3112"/>
                  </a:lnTo>
                  <a:lnTo>
                    <a:pt x="757" y="3415"/>
                  </a:lnTo>
                  <a:lnTo>
                    <a:pt x="1037" y="3739"/>
                  </a:lnTo>
                  <a:lnTo>
                    <a:pt x="1189" y="3912"/>
                  </a:lnTo>
                  <a:lnTo>
                    <a:pt x="1362" y="4063"/>
                  </a:lnTo>
                  <a:lnTo>
                    <a:pt x="1534" y="4193"/>
                  </a:lnTo>
                  <a:lnTo>
                    <a:pt x="1707" y="4301"/>
                  </a:lnTo>
                  <a:lnTo>
                    <a:pt x="1902" y="4409"/>
                  </a:lnTo>
                  <a:lnTo>
                    <a:pt x="2096" y="4517"/>
                  </a:lnTo>
                  <a:lnTo>
                    <a:pt x="2291" y="4603"/>
                  </a:lnTo>
                  <a:lnTo>
                    <a:pt x="2507" y="4668"/>
                  </a:lnTo>
                  <a:lnTo>
                    <a:pt x="2917" y="4776"/>
                  </a:lnTo>
                  <a:lnTo>
                    <a:pt x="3371" y="4841"/>
                  </a:lnTo>
                  <a:lnTo>
                    <a:pt x="3825" y="4863"/>
                  </a:lnTo>
                  <a:lnTo>
                    <a:pt x="4300" y="4863"/>
                  </a:lnTo>
                  <a:lnTo>
                    <a:pt x="4754" y="4798"/>
                  </a:lnTo>
                  <a:lnTo>
                    <a:pt x="5229" y="4711"/>
                  </a:lnTo>
                  <a:lnTo>
                    <a:pt x="5705" y="4582"/>
                  </a:lnTo>
                  <a:lnTo>
                    <a:pt x="6158" y="4430"/>
                  </a:lnTo>
                  <a:lnTo>
                    <a:pt x="6591" y="4258"/>
                  </a:lnTo>
                  <a:lnTo>
                    <a:pt x="7023" y="4063"/>
                  </a:lnTo>
                  <a:lnTo>
                    <a:pt x="7433" y="3825"/>
                  </a:lnTo>
                  <a:lnTo>
                    <a:pt x="7801" y="3588"/>
                  </a:lnTo>
                  <a:lnTo>
                    <a:pt x="7606" y="3631"/>
                  </a:lnTo>
                  <a:lnTo>
                    <a:pt x="7390" y="3653"/>
                  </a:lnTo>
                  <a:lnTo>
                    <a:pt x="7152" y="3653"/>
                  </a:lnTo>
                  <a:lnTo>
                    <a:pt x="6893" y="3631"/>
                  </a:lnTo>
                  <a:lnTo>
                    <a:pt x="6634" y="3566"/>
                  </a:lnTo>
                  <a:lnTo>
                    <a:pt x="6375" y="3501"/>
                  </a:lnTo>
                  <a:lnTo>
                    <a:pt x="6094" y="3393"/>
                  </a:lnTo>
                  <a:lnTo>
                    <a:pt x="5813" y="3264"/>
                  </a:lnTo>
                  <a:lnTo>
                    <a:pt x="5553" y="3134"/>
                  </a:lnTo>
                  <a:lnTo>
                    <a:pt x="5273" y="2961"/>
                  </a:lnTo>
                  <a:lnTo>
                    <a:pt x="5013" y="2788"/>
                  </a:lnTo>
                  <a:lnTo>
                    <a:pt x="4754" y="2594"/>
                  </a:lnTo>
                  <a:lnTo>
                    <a:pt x="4516" y="2399"/>
                  </a:lnTo>
                  <a:lnTo>
                    <a:pt x="4279" y="2183"/>
                  </a:lnTo>
                  <a:lnTo>
                    <a:pt x="4063" y="1946"/>
                  </a:lnTo>
                  <a:lnTo>
                    <a:pt x="3868" y="1708"/>
                  </a:lnTo>
                  <a:lnTo>
                    <a:pt x="3393" y="1103"/>
                  </a:lnTo>
                  <a:lnTo>
                    <a:pt x="3155" y="844"/>
                  </a:lnTo>
                  <a:lnTo>
                    <a:pt x="2939" y="628"/>
                  </a:lnTo>
                  <a:lnTo>
                    <a:pt x="2744" y="455"/>
                  </a:lnTo>
                  <a:lnTo>
                    <a:pt x="2550" y="303"/>
                  </a:lnTo>
                  <a:lnTo>
                    <a:pt x="2356" y="174"/>
                  </a:lnTo>
                  <a:lnTo>
                    <a:pt x="2161" y="87"/>
                  </a:lnTo>
                  <a:lnTo>
                    <a:pt x="1988" y="23"/>
                  </a:lnTo>
                  <a:lnTo>
                    <a:pt x="18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32"/>
            <p:cNvSpPr/>
            <p:nvPr/>
          </p:nvSpPr>
          <p:spPr>
            <a:xfrm>
              <a:off x="16640975" y="3230925"/>
              <a:ext cx="27575" cy="34600"/>
            </a:xfrm>
            <a:custGeom>
              <a:avLst/>
              <a:gdLst/>
              <a:ahLst/>
              <a:cxnLst/>
              <a:rect l="l" t="t" r="r" b="b"/>
              <a:pathLst>
                <a:path w="1103" h="1384" extrusionOk="0">
                  <a:moveTo>
                    <a:pt x="432" y="0"/>
                  </a:moveTo>
                  <a:lnTo>
                    <a:pt x="324" y="43"/>
                  </a:lnTo>
                  <a:lnTo>
                    <a:pt x="238" y="108"/>
                  </a:lnTo>
                  <a:lnTo>
                    <a:pt x="151" y="195"/>
                  </a:lnTo>
                  <a:lnTo>
                    <a:pt x="87" y="303"/>
                  </a:lnTo>
                  <a:lnTo>
                    <a:pt x="43" y="411"/>
                  </a:lnTo>
                  <a:lnTo>
                    <a:pt x="0" y="540"/>
                  </a:lnTo>
                  <a:lnTo>
                    <a:pt x="0" y="692"/>
                  </a:lnTo>
                  <a:lnTo>
                    <a:pt x="0" y="821"/>
                  </a:lnTo>
                  <a:lnTo>
                    <a:pt x="43" y="951"/>
                  </a:lnTo>
                  <a:lnTo>
                    <a:pt x="87" y="1081"/>
                  </a:lnTo>
                  <a:lnTo>
                    <a:pt x="151" y="1189"/>
                  </a:lnTo>
                  <a:lnTo>
                    <a:pt x="238" y="1275"/>
                  </a:lnTo>
                  <a:lnTo>
                    <a:pt x="324" y="1340"/>
                  </a:lnTo>
                  <a:lnTo>
                    <a:pt x="432" y="1383"/>
                  </a:lnTo>
                  <a:lnTo>
                    <a:pt x="648" y="1383"/>
                  </a:lnTo>
                  <a:lnTo>
                    <a:pt x="756" y="1340"/>
                  </a:lnTo>
                  <a:lnTo>
                    <a:pt x="843" y="1275"/>
                  </a:lnTo>
                  <a:lnTo>
                    <a:pt x="929" y="1189"/>
                  </a:lnTo>
                  <a:lnTo>
                    <a:pt x="994" y="1081"/>
                  </a:lnTo>
                  <a:lnTo>
                    <a:pt x="1059" y="951"/>
                  </a:lnTo>
                  <a:lnTo>
                    <a:pt x="1081" y="821"/>
                  </a:lnTo>
                  <a:lnTo>
                    <a:pt x="1102" y="692"/>
                  </a:lnTo>
                  <a:lnTo>
                    <a:pt x="1081" y="540"/>
                  </a:lnTo>
                  <a:lnTo>
                    <a:pt x="1059" y="411"/>
                  </a:lnTo>
                  <a:lnTo>
                    <a:pt x="994" y="303"/>
                  </a:lnTo>
                  <a:lnTo>
                    <a:pt x="929" y="195"/>
                  </a:lnTo>
                  <a:lnTo>
                    <a:pt x="843" y="108"/>
                  </a:lnTo>
                  <a:lnTo>
                    <a:pt x="756" y="43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32"/>
            <p:cNvSpPr/>
            <p:nvPr/>
          </p:nvSpPr>
          <p:spPr>
            <a:xfrm>
              <a:off x="16487025" y="3230925"/>
              <a:ext cx="27575" cy="34600"/>
            </a:xfrm>
            <a:custGeom>
              <a:avLst/>
              <a:gdLst/>
              <a:ahLst/>
              <a:cxnLst/>
              <a:rect l="l" t="t" r="r" b="b"/>
              <a:pathLst>
                <a:path w="1103" h="1384" extrusionOk="0">
                  <a:moveTo>
                    <a:pt x="432" y="0"/>
                  </a:moveTo>
                  <a:lnTo>
                    <a:pt x="346" y="43"/>
                  </a:lnTo>
                  <a:lnTo>
                    <a:pt x="238" y="108"/>
                  </a:lnTo>
                  <a:lnTo>
                    <a:pt x="173" y="195"/>
                  </a:lnTo>
                  <a:lnTo>
                    <a:pt x="108" y="303"/>
                  </a:lnTo>
                  <a:lnTo>
                    <a:pt x="43" y="411"/>
                  </a:lnTo>
                  <a:lnTo>
                    <a:pt x="22" y="540"/>
                  </a:lnTo>
                  <a:lnTo>
                    <a:pt x="0" y="692"/>
                  </a:lnTo>
                  <a:lnTo>
                    <a:pt x="22" y="821"/>
                  </a:lnTo>
                  <a:lnTo>
                    <a:pt x="43" y="951"/>
                  </a:lnTo>
                  <a:lnTo>
                    <a:pt x="108" y="1081"/>
                  </a:lnTo>
                  <a:lnTo>
                    <a:pt x="173" y="1189"/>
                  </a:lnTo>
                  <a:lnTo>
                    <a:pt x="238" y="1275"/>
                  </a:lnTo>
                  <a:lnTo>
                    <a:pt x="346" y="1340"/>
                  </a:lnTo>
                  <a:lnTo>
                    <a:pt x="432" y="1383"/>
                  </a:lnTo>
                  <a:lnTo>
                    <a:pt x="670" y="1383"/>
                  </a:lnTo>
                  <a:lnTo>
                    <a:pt x="756" y="1340"/>
                  </a:lnTo>
                  <a:lnTo>
                    <a:pt x="864" y="1275"/>
                  </a:lnTo>
                  <a:lnTo>
                    <a:pt x="951" y="1189"/>
                  </a:lnTo>
                  <a:lnTo>
                    <a:pt x="1016" y="1081"/>
                  </a:lnTo>
                  <a:lnTo>
                    <a:pt x="1059" y="951"/>
                  </a:lnTo>
                  <a:lnTo>
                    <a:pt x="1080" y="821"/>
                  </a:lnTo>
                  <a:lnTo>
                    <a:pt x="1102" y="692"/>
                  </a:lnTo>
                  <a:lnTo>
                    <a:pt x="1080" y="540"/>
                  </a:lnTo>
                  <a:lnTo>
                    <a:pt x="1059" y="411"/>
                  </a:lnTo>
                  <a:lnTo>
                    <a:pt x="1016" y="303"/>
                  </a:lnTo>
                  <a:lnTo>
                    <a:pt x="951" y="195"/>
                  </a:lnTo>
                  <a:lnTo>
                    <a:pt x="864" y="108"/>
                  </a:lnTo>
                  <a:lnTo>
                    <a:pt x="756" y="43"/>
                  </a:lnTo>
                  <a:lnTo>
                    <a:pt x="6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32"/>
            <p:cNvSpPr/>
            <p:nvPr/>
          </p:nvSpPr>
          <p:spPr>
            <a:xfrm>
              <a:off x="16624750" y="3157450"/>
              <a:ext cx="107525" cy="39475"/>
            </a:xfrm>
            <a:custGeom>
              <a:avLst/>
              <a:gdLst/>
              <a:ahLst/>
              <a:cxnLst/>
              <a:rect l="l" t="t" r="r" b="b"/>
              <a:pathLst>
                <a:path w="4301" h="1579" extrusionOk="0">
                  <a:moveTo>
                    <a:pt x="563" y="1"/>
                  </a:moveTo>
                  <a:lnTo>
                    <a:pt x="455" y="22"/>
                  </a:lnTo>
                  <a:lnTo>
                    <a:pt x="347" y="65"/>
                  </a:lnTo>
                  <a:lnTo>
                    <a:pt x="260" y="130"/>
                  </a:lnTo>
                  <a:lnTo>
                    <a:pt x="195" y="195"/>
                  </a:lnTo>
                  <a:lnTo>
                    <a:pt x="87" y="282"/>
                  </a:lnTo>
                  <a:lnTo>
                    <a:pt x="44" y="390"/>
                  </a:lnTo>
                  <a:lnTo>
                    <a:pt x="1" y="519"/>
                  </a:lnTo>
                  <a:lnTo>
                    <a:pt x="23" y="670"/>
                  </a:lnTo>
                  <a:lnTo>
                    <a:pt x="87" y="800"/>
                  </a:lnTo>
                  <a:lnTo>
                    <a:pt x="174" y="951"/>
                  </a:lnTo>
                  <a:lnTo>
                    <a:pt x="325" y="1059"/>
                  </a:lnTo>
                  <a:lnTo>
                    <a:pt x="498" y="1167"/>
                  </a:lnTo>
                  <a:lnTo>
                    <a:pt x="757" y="1189"/>
                  </a:lnTo>
                  <a:lnTo>
                    <a:pt x="1146" y="1211"/>
                  </a:lnTo>
                  <a:lnTo>
                    <a:pt x="2119" y="1232"/>
                  </a:lnTo>
                  <a:lnTo>
                    <a:pt x="2659" y="1276"/>
                  </a:lnTo>
                  <a:lnTo>
                    <a:pt x="3199" y="1340"/>
                  </a:lnTo>
                  <a:lnTo>
                    <a:pt x="3437" y="1384"/>
                  </a:lnTo>
                  <a:lnTo>
                    <a:pt x="3674" y="1448"/>
                  </a:lnTo>
                  <a:lnTo>
                    <a:pt x="3890" y="1513"/>
                  </a:lnTo>
                  <a:lnTo>
                    <a:pt x="4063" y="1578"/>
                  </a:lnTo>
                  <a:lnTo>
                    <a:pt x="4171" y="1578"/>
                  </a:lnTo>
                  <a:lnTo>
                    <a:pt x="4236" y="1556"/>
                  </a:lnTo>
                  <a:lnTo>
                    <a:pt x="4279" y="1513"/>
                  </a:lnTo>
                  <a:lnTo>
                    <a:pt x="4301" y="1470"/>
                  </a:lnTo>
                  <a:lnTo>
                    <a:pt x="4279" y="1427"/>
                  </a:lnTo>
                  <a:lnTo>
                    <a:pt x="4236" y="1362"/>
                  </a:lnTo>
                  <a:lnTo>
                    <a:pt x="4085" y="1211"/>
                  </a:lnTo>
                  <a:lnTo>
                    <a:pt x="3847" y="1059"/>
                  </a:lnTo>
                  <a:lnTo>
                    <a:pt x="3545" y="887"/>
                  </a:lnTo>
                  <a:lnTo>
                    <a:pt x="3199" y="714"/>
                  </a:lnTo>
                  <a:lnTo>
                    <a:pt x="2810" y="541"/>
                  </a:lnTo>
                  <a:lnTo>
                    <a:pt x="2399" y="390"/>
                  </a:lnTo>
                  <a:lnTo>
                    <a:pt x="1989" y="238"/>
                  </a:lnTo>
                  <a:lnTo>
                    <a:pt x="1600" y="130"/>
                  </a:lnTo>
                  <a:lnTo>
                    <a:pt x="1211" y="44"/>
                  </a:lnTo>
                  <a:lnTo>
                    <a:pt x="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32"/>
            <p:cNvSpPr/>
            <p:nvPr/>
          </p:nvSpPr>
          <p:spPr>
            <a:xfrm>
              <a:off x="16422725" y="3157450"/>
              <a:ext cx="107000" cy="39475"/>
            </a:xfrm>
            <a:custGeom>
              <a:avLst/>
              <a:gdLst/>
              <a:ahLst/>
              <a:cxnLst/>
              <a:rect l="l" t="t" r="r" b="b"/>
              <a:pathLst>
                <a:path w="4280" h="1579" extrusionOk="0">
                  <a:moveTo>
                    <a:pt x="3415" y="1"/>
                  </a:moveTo>
                  <a:lnTo>
                    <a:pt x="3069" y="44"/>
                  </a:lnTo>
                  <a:lnTo>
                    <a:pt x="2702" y="130"/>
                  </a:lnTo>
                  <a:lnTo>
                    <a:pt x="2291" y="238"/>
                  </a:lnTo>
                  <a:lnTo>
                    <a:pt x="1881" y="390"/>
                  </a:lnTo>
                  <a:lnTo>
                    <a:pt x="1470" y="541"/>
                  </a:lnTo>
                  <a:lnTo>
                    <a:pt x="1081" y="714"/>
                  </a:lnTo>
                  <a:lnTo>
                    <a:pt x="735" y="887"/>
                  </a:lnTo>
                  <a:lnTo>
                    <a:pt x="433" y="1059"/>
                  </a:lnTo>
                  <a:lnTo>
                    <a:pt x="195" y="1211"/>
                  </a:lnTo>
                  <a:lnTo>
                    <a:pt x="44" y="1362"/>
                  </a:lnTo>
                  <a:lnTo>
                    <a:pt x="1" y="1427"/>
                  </a:lnTo>
                  <a:lnTo>
                    <a:pt x="1" y="1470"/>
                  </a:lnTo>
                  <a:lnTo>
                    <a:pt x="1" y="1513"/>
                  </a:lnTo>
                  <a:lnTo>
                    <a:pt x="44" y="1556"/>
                  </a:lnTo>
                  <a:lnTo>
                    <a:pt x="109" y="1578"/>
                  </a:lnTo>
                  <a:lnTo>
                    <a:pt x="217" y="1578"/>
                  </a:lnTo>
                  <a:lnTo>
                    <a:pt x="411" y="1513"/>
                  </a:lnTo>
                  <a:lnTo>
                    <a:pt x="606" y="1448"/>
                  </a:lnTo>
                  <a:lnTo>
                    <a:pt x="843" y="1384"/>
                  </a:lnTo>
                  <a:lnTo>
                    <a:pt x="1103" y="1340"/>
                  </a:lnTo>
                  <a:lnTo>
                    <a:pt x="1621" y="1276"/>
                  </a:lnTo>
                  <a:lnTo>
                    <a:pt x="2162" y="1232"/>
                  </a:lnTo>
                  <a:lnTo>
                    <a:pt x="3155" y="1211"/>
                  </a:lnTo>
                  <a:lnTo>
                    <a:pt x="3523" y="1189"/>
                  </a:lnTo>
                  <a:lnTo>
                    <a:pt x="3782" y="1167"/>
                  </a:lnTo>
                  <a:lnTo>
                    <a:pt x="3955" y="1059"/>
                  </a:lnTo>
                  <a:lnTo>
                    <a:pt x="4106" y="951"/>
                  </a:lnTo>
                  <a:lnTo>
                    <a:pt x="4193" y="800"/>
                  </a:lnTo>
                  <a:lnTo>
                    <a:pt x="4257" y="670"/>
                  </a:lnTo>
                  <a:lnTo>
                    <a:pt x="4279" y="519"/>
                  </a:lnTo>
                  <a:lnTo>
                    <a:pt x="4257" y="390"/>
                  </a:lnTo>
                  <a:lnTo>
                    <a:pt x="4193" y="282"/>
                  </a:lnTo>
                  <a:lnTo>
                    <a:pt x="4085" y="195"/>
                  </a:lnTo>
                  <a:lnTo>
                    <a:pt x="4020" y="130"/>
                  </a:lnTo>
                  <a:lnTo>
                    <a:pt x="3933" y="65"/>
                  </a:lnTo>
                  <a:lnTo>
                    <a:pt x="3825" y="22"/>
                  </a:lnTo>
                  <a:lnTo>
                    <a:pt x="37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32"/>
            <p:cNvSpPr/>
            <p:nvPr/>
          </p:nvSpPr>
          <p:spPr>
            <a:xfrm>
              <a:off x="16313075" y="3508025"/>
              <a:ext cx="528325" cy="501325"/>
            </a:xfrm>
            <a:custGeom>
              <a:avLst/>
              <a:gdLst/>
              <a:ahLst/>
              <a:cxnLst/>
              <a:rect l="l" t="t" r="r" b="b"/>
              <a:pathLst>
                <a:path w="21133" h="20053" extrusionOk="0">
                  <a:moveTo>
                    <a:pt x="0" y="1"/>
                  </a:moveTo>
                  <a:lnTo>
                    <a:pt x="0" y="20053"/>
                  </a:lnTo>
                  <a:lnTo>
                    <a:pt x="21133" y="20053"/>
                  </a:lnTo>
                  <a:lnTo>
                    <a:pt x="21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32"/>
            <p:cNvSpPr/>
            <p:nvPr/>
          </p:nvSpPr>
          <p:spPr>
            <a:xfrm>
              <a:off x="16426525" y="3663600"/>
              <a:ext cx="301425" cy="10850"/>
            </a:xfrm>
            <a:custGeom>
              <a:avLst/>
              <a:gdLst/>
              <a:ahLst/>
              <a:cxnLst/>
              <a:rect l="l" t="t" r="r" b="b"/>
              <a:pathLst>
                <a:path w="12057" h="434" extrusionOk="0">
                  <a:moveTo>
                    <a:pt x="130" y="1"/>
                  </a:moveTo>
                  <a:lnTo>
                    <a:pt x="65" y="66"/>
                  </a:lnTo>
                  <a:lnTo>
                    <a:pt x="22" y="131"/>
                  </a:lnTo>
                  <a:lnTo>
                    <a:pt x="0" y="217"/>
                  </a:lnTo>
                  <a:lnTo>
                    <a:pt x="22" y="303"/>
                  </a:lnTo>
                  <a:lnTo>
                    <a:pt x="65" y="368"/>
                  </a:lnTo>
                  <a:lnTo>
                    <a:pt x="130" y="411"/>
                  </a:lnTo>
                  <a:lnTo>
                    <a:pt x="216" y="433"/>
                  </a:lnTo>
                  <a:lnTo>
                    <a:pt x="11841" y="433"/>
                  </a:lnTo>
                  <a:lnTo>
                    <a:pt x="11927" y="411"/>
                  </a:lnTo>
                  <a:lnTo>
                    <a:pt x="11992" y="368"/>
                  </a:lnTo>
                  <a:lnTo>
                    <a:pt x="12035" y="303"/>
                  </a:lnTo>
                  <a:lnTo>
                    <a:pt x="12057" y="217"/>
                  </a:lnTo>
                  <a:lnTo>
                    <a:pt x="12035" y="131"/>
                  </a:lnTo>
                  <a:lnTo>
                    <a:pt x="11992" y="66"/>
                  </a:lnTo>
                  <a:lnTo>
                    <a:pt x="1192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32"/>
            <p:cNvSpPr/>
            <p:nvPr/>
          </p:nvSpPr>
          <p:spPr>
            <a:xfrm>
              <a:off x="16395725" y="3632275"/>
              <a:ext cx="72950" cy="72950"/>
            </a:xfrm>
            <a:custGeom>
              <a:avLst/>
              <a:gdLst/>
              <a:ahLst/>
              <a:cxnLst/>
              <a:rect l="l" t="t" r="r" b="b"/>
              <a:pathLst>
                <a:path w="2918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67" y="44"/>
                  </a:lnTo>
                  <a:lnTo>
                    <a:pt x="1016" y="66"/>
                  </a:lnTo>
                  <a:lnTo>
                    <a:pt x="886" y="130"/>
                  </a:lnTo>
                  <a:lnTo>
                    <a:pt x="757" y="195"/>
                  </a:lnTo>
                  <a:lnTo>
                    <a:pt x="649" y="260"/>
                  </a:lnTo>
                  <a:lnTo>
                    <a:pt x="519" y="346"/>
                  </a:lnTo>
                  <a:lnTo>
                    <a:pt x="433" y="433"/>
                  </a:lnTo>
                  <a:lnTo>
                    <a:pt x="325" y="541"/>
                  </a:lnTo>
                  <a:lnTo>
                    <a:pt x="260" y="649"/>
                  </a:lnTo>
                  <a:lnTo>
                    <a:pt x="173" y="779"/>
                  </a:lnTo>
                  <a:lnTo>
                    <a:pt x="108" y="887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21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60" y="2269"/>
                  </a:lnTo>
                  <a:lnTo>
                    <a:pt x="325" y="2378"/>
                  </a:lnTo>
                  <a:lnTo>
                    <a:pt x="433" y="2486"/>
                  </a:lnTo>
                  <a:lnTo>
                    <a:pt x="519" y="2594"/>
                  </a:lnTo>
                  <a:lnTo>
                    <a:pt x="649" y="2658"/>
                  </a:lnTo>
                  <a:lnTo>
                    <a:pt x="757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67" y="2896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51" y="2896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40" y="2745"/>
                  </a:lnTo>
                  <a:lnTo>
                    <a:pt x="2269" y="2658"/>
                  </a:lnTo>
                  <a:lnTo>
                    <a:pt x="2377" y="2594"/>
                  </a:lnTo>
                  <a:lnTo>
                    <a:pt x="2485" y="2486"/>
                  </a:lnTo>
                  <a:lnTo>
                    <a:pt x="2572" y="2378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21"/>
                  </a:lnTo>
                  <a:lnTo>
                    <a:pt x="2917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7"/>
                  </a:lnTo>
                  <a:lnTo>
                    <a:pt x="2723" y="779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85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40" y="195"/>
                  </a:lnTo>
                  <a:lnTo>
                    <a:pt x="2010" y="130"/>
                  </a:lnTo>
                  <a:lnTo>
                    <a:pt x="1880" y="66"/>
                  </a:lnTo>
                  <a:lnTo>
                    <a:pt x="1751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32"/>
            <p:cNvSpPr/>
            <p:nvPr/>
          </p:nvSpPr>
          <p:spPr>
            <a:xfrm>
              <a:off x="16686350" y="3632275"/>
              <a:ext cx="72400" cy="72950"/>
            </a:xfrm>
            <a:custGeom>
              <a:avLst/>
              <a:gdLst/>
              <a:ahLst/>
              <a:cxnLst/>
              <a:rect l="l" t="t" r="r" b="b"/>
              <a:pathLst>
                <a:path w="2896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45" y="44"/>
                  </a:lnTo>
                  <a:lnTo>
                    <a:pt x="1016" y="66"/>
                  </a:lnTo>
                  <a:lnTo>
                    <a:pt x="886" y="130"/>
                  </a:lnTo>
                  <a:lnTo>
                    <a:pt x="756" y="195"/>
                  </a:lnTo>
                  <a:lnTo>
                    <a:pt x="627" y="260"/>
                  </a:lnTo>
                  <a:lnTo>
                    <a:pt x="519" y="346"/>
                  </a:lnTo>
                  <a:lnTo>
                    <a:pt x="411" y="433"/>
                  </a:lnTo>
                  <a:lnTo>
                    <a:pt x="324" y="541"/>
                  </a:lnTo>
                  <a:lnTo>
                    <a:pt x="238" y="649"/>
                  </a:lnTo>
                  <a:lnTo>
                    <a:pt x="173" y="779"/>
                  </a:lnTo>
                  <a:lnTo>
                    <a:pt x="108" y="887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21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38" y="2269"/>
                  </a:lnTo>
                  <a:lnTo>
                    <a:pt x="324" y="2378"/>
                  </a:lnTo>
                  <a:lnTo>
                    <a:pt x="411" y="2486"/>
                  </a:lnTo>
                  <a:lnTo>
                    <a:pt x="519" y="2594"/>
                  </a:lnTo>
                  <a:lnTo>
                    <a:pt x="627" y="2658"/>
                  </a:lnTo>
                  <a:lnTo>
                    <a:pt x="756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45" y="2896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29" y="2896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39" y="2745"/>
                  </a:lnTo>
                  <a:lnTo>
                    <a:pt x="2269" y="2658"/>
                  </a:lnTo>
                  <a:lnTo>
                    <a:pt x="2377" y="2594"/>
                  </a:lnTo>
                  <a:lnTo>
                    <a:pt x="2463" y="2486"/>
                  </a:lnTo>
                  <a:lnTo>
                    <a:pt x="2572" y="2378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21"/>
                  </a:lnTo>
                  <a:lnTo>
                    <a:pt x="2896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7"/>
                  </a:lnTo>
                  <a:lnTo>
                    <a:pt x="2723" y="779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63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39" y="195"/>
                  </a:lnTo>
                  <a:lnTo>
                    <a:pt x="2010" y="130"/>
                  </a:lnTo>
                  <a:lnTo>
                    <a:pt x="1880" y="66"/>
                  </a:lnTo>
                  <a:lnTo>
                    <a:pt x="1729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32"/>
            <p:cNvSpPr/>
            <p:nvPr/>
          </p:nvSpPr>
          <p:spPr>
            <a:xfrm>
              <a:off x="16703100" y="3649575"/>
              <a:ext cx="38375" cy="38375"/>
            </a:xfrm>
            <a:custGeom>
              <a:avLst/>
              <a:gdLst/>
              <a:ahLst/>
              <a:cxnLst/>
              <a:rect l="l" t="t" r="r" b="b"/>
              <a:pathLst>
                <a:path w="1535" h="1535" extrusionOk="0">
                  <a:moveTo>
                    <a:pt x="778" y="0"/>
                  </a:moveTo>
                  <a:lnTo>
                    <a:pt x="627" y="22"/>
                  </a:lnTo>
                  <a:lnTo>
                    <a:pt x="475" y="65"/>
                  </a:lnTo>
                  <a:lnTo>
                    <a:pt x="346" y="130"/>
                  </a:lnTo>
                  <a:lnTo>
                    <a:pt x="238" y="238"/>
                  </a:lnTo>
                  <a:lnTo>
                    <a:pt x="130" y="346"/>
                  </a:lnTo>
                  <a:lnTo>
                    <a:pt x="65" y="475"/>
                  </a:lnTo>
                  <a:lnTo>
                    <a:pt x="22" y="605"/>
                  </a:lnTo>
                  <a:lnTo>
                    <a:pt x="0" y="778"/>
                  </a:lnTo>
                  <a:lnTo>
                    <a:pt x="22" y="929"/>
                  </a:lnTo>
                  <a:lnTo>
                    <a:pt x="65" y="1081"/>
                  </a:lnTo>
                  <a:lnTo>
                    <a:pt x="130" y="1210"/>
                  </a:lnTo>
                  <a:lnTo>
                    <a:pt x="238" y="1318"/>
                  </a:lnTo>
                  <a:lnTo>
                    <a:pt x="346" y="1405"/>
                  </a:lnTo>
                  <a:lnTo>
                    <a:pt x="475" y="1469"/>
                  </a:lnTo>
                  <a:lnTo>
                    <a:pt x="627" y="1534"/>
                  </a:lnTo>
                  <a:lnTo>
                    <a:pt x="929" y="1534"/>
                  </a:lnTo>
                  <a:lnTo>
                    <a:pt x="1080" y="1469"/>
                  </a:lnTo>
                  <a:lnTo>
                    <a:pt x="1210" y="1405"/>
                  </a:lnTo>
                  <a:lnTo>
                    <a:pt x="1318" y="1318"/>
                  </a:lnTo>
                  <a:lnTo>
                    <a:pt x="1405" y="1210"/>
                  </a:lnTo>
                  <a:lnTo>
                    <a:pt x="1491" y="1081"/>
                  </a:lnTo>
                  <a:lnTo>
                    <a:pt x="1534" y="929"/>
                  </a:lnTo>
                  <a:lnTo>
                    <a:pt x="1534" y="778"/>
                  </a:lnTo>
                  <a:lnTo>
                    <a:pt x="1534" y="605"/>
                  </a:lnTo>
                  <a:lnTo>
                    <a:pt x="1491" y="475"/>
                  </a:lnTo>
                  <a:lnTo>
                    <a:pt x="1405" y="346"/>
                  </a:lnTo>
                  <a:lnTo>
                    <a:pt x="1318" y="238"/>
                  </a:lnTo>
                  <a:lnTo>
                    <a:pt x="1210" y="130"/>
                  </a:lnTo>
                  <a:lnTo>
                    <a:pt x="1080" y="65"/>
                  </a:lnTo>
                  <a:lnTo>
                    <a:pt x="929" y="22"/>
                  </a:lnTo>
                  <a:lnTo>
                    <a:pt x="77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32"/>
            <p:cNvSpPr/>
            <p:nvPr/>
          </p:nvSpPr>
          <p:spPr>
            <a:xfrm>
              <a:off x="16413000" y="3649575"/>
              <a:ext cx="38375" cy="38375"/>
            </a:xfrm>
            <a:custGeom>
              <a:avLst/>
              <a:gdLst/>
              <a:ahLst/>
              <a:cxnLst/>
              <a:rect l="l" t="t" r="r" b="b"/>
              <a:pathLst>
                <a:path w="1535" h="1535" extrusionOk="0">
                  <a:moveTo>
                    <a:pt x="757" y="0"/>
                  </a:moveTo>
                  <a:lnTo>
                    <a:pt x="606" y="22"/>
                  </a:lnTo>
                  <a:lnTo>
                    <a:pt x="455" y="65"/>
                  </a:lnTo>
                  <a:lnTo>
                    <a:pt x="325" y="130"/>
                  </a:lnTo>
                  <a:lnTo>
                    <a:pt x="217" y="238"/>
                  </a:lnTo>
                  <a:lnTo>
                    <a:pt x="130" y="346"/>
                  </a:lnTo>
                  <a:lnTo>
                    <a:pt x="44" y="475"/>
                  </a:lnTo>
                  <a:lnTo>
                    <a:pt x="1" y="605"/>
                  </a:lnTo>
                  <a:lnTo>
                    <a:pt x="1" y="778"/>
                  </a:lnTo>
                  <a:lnTo>
                    <a:pt x="1" y="929"/>
                  </a:lnTo>
                  <a:lnTo>
                    <a:pt x="44" y="1081"/>
                  </a:lnTo>
                  <a:lnTo>
                    <a:pt x="130" y="1210"/>
                  </a:lnTo>
                  <a:lnTo>
                    <a:pt x="217" y="1318"/>
                  </a:lnTo>
                  <a:lnTo>
                    <a:pt x="325" y="1405"/>
                  </a:lnTo>
                  <a:lnTo>
                    <a:pt x="455" y="1469"/>
                  </a:lnTo>
                  <a:lnTo>
                    <a:pt x="606" y="1534"/>
                  </a:lnTo>
                  <a:lnTo>
                    <a:pt x="908" y="1534"/>
                  </a:lnTo>
                  <a:lnTo>
                    <a:pt x="1060" y="1469"/>
                  </a:lnTo>
                  <a:lnTo>
                    <a:pt x="1189" y="1405"/>
                  </a:lnTo>
                  <a:lnTo>
                    <a:pt x="1297" y="1318"/>
                  </a:lnTo>
                  <a:lnTo>
                    <a:pt x="1405" y="1210"/>
                  </a:lnTo>
                  <a:lnTo>
                    <a:pt x="1470" y="1081"/>
                  </a:lnTo>
                  <a:lnTo>
                    <a:pt x="1513" y="929"/>
                  </a:lnTo>
                  <a:lnTo>
                    <a:pt x="1535" y="778"/>
                  </a:lnTo>
                  <a:lnTo>
                    <a:pt x="1513" y="605"/>
                  </a:lnTo>
                  <a:lnTo>
                    <a:pt x="1470" y="475"/>
                  </a:lnTo>
                  <a:lnTo>
                    <a:pt x="1405" y="346"/>
                  </a:lnTo>
                  <a:lnTo>
                    <a:pt x="1297" y="238"/>
                  </a:lnTo>
                  <a:lnTo>
                    <a:pt x="1189" y="130"/>
                  </a:lnTo>
                  <a:lnTo>
                    <a:pt x="1060" y="65"/>
                  </a:lnTo>
                  <a:lnTo>
                    <a:pt x="908" y="22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32"/>
            <p:cNvSpPr/>
            <p:nvPr/>
          </p:nvSpPr>
          <p:spPr>
            <a:xfrm>
              <a:off x="16426525" y="3768400"/>
              <a:ext cx="301425" cy="10825"/>
            </a:xfrm>
            <a:custGeom>
              <a:avLst/>
              <a:gdLst/>
              <a:ahLst/>
              <a:cxnLst/>
              <a:rect l="l" t="t" r="r" b="b"/>
              <a:pathLst>
                <a:path w="12057" h="433" extrusionOk="0">
                  <a:moveTo>
                    <a:pt x="130" y="1"/>
                  </a:moveTo>
                  <a:lnTo>
                    <a:pt x="65" y="66"/>
                  </a:lnTo>
                  <a:lnTo>
                    <a:pt x="22" y="130"/>
                  </a:lnTo>
                  <a:lnTo>
                    <a:pt x="0" y="217"/>
                  </a:lnTo>
                  <a:lnTo>
                    <a:pt x="22" y="303"/>
                  </a:lnTo>
                  <a:lnTo>
                    <a:pt x="65" y="368"/>
                  </a:lnTo>
                  <a:lnTo>
                    <a:pt x="130" y="411"/>
                  </a:lnTo>
                  <a:lnTo>
                    <a:pt x="216" y="433"/>
                  </a:lnTo>
                  <a:lnTo>
                    <a:pt x="11841" y="433"/>
                  </a:lnTo>
                  <a:lnTo>
                    <a:pt x="11927" y="411"/>
                  </a:lnTo>
                  <a:lnTo>
                    <a:pt x="11992" y="368"/>
                  </a:lnTo>
                  <a:lnTo>
                    <a:pt x="12035" y="303"/>
                  </a:lnTo>
                  <a:lnTo>
                    <a:pt x="12057" y="217"/>
                  </a:lnTo>
                  <a:lnTo>
                    <a:pt x="12035" y="130"/>
                  </a:lnTo>
                  <a:lnTo>
                    <a:pt x="11992" y="66"/>
                  </a:lnTo>
                  <a:lnTo>
                    <a:pt x="1192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32"/>
            <p:cNvSpPr/>
            <p:nvPr/>
          </p:nvSpPr>
          <p:spPr>
            <a:xfrm>
              <a:off x="16395725" y="3737075"/>
              <a:ext cx="72950" cy="72950"/>
            </a:xfrm>
            <a:custGeom>
              <a:avLst/>
              <a:gdLst/>
              <a:ahLst/>
              <a:cxnLst/>
              <a:rect l="l" t="t" r="r" b="b"/>
              <a:pathLst>
                <a:path w="2918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67" y="44"/>
                  </a:lnTo>
                  <a:lnTo>
                    <a:pt x="1016" y="65"/>
                  </a:lnTo>
                  <a:lnTo>
                    <a:pt x="886" y="130"/>
                  </a:lnTo>
                  <a:lnTo>
                    <a:pt x="757" y="173"/>
                  </a:lnTo>
                  <a:lnTo>
                    <a:pt x="649" y="260"/>
                  </a:lnTo>
                  <a:lnTo>
                    <a:pt x="519" y="346"/>
                  </a:lnTo>
                  <a:lnTo>
                    <a:pt x="433" y="433"/>
                  </a:lnTo>
                  <a:lnTo>
                    <a:pt x="325" y="541"/>
                  </a:lnTo>
                  <a:lnTo>
                    <a:pt x="260" y="649"/>
                  </a:lnTo>
                  <a:lnTo>
                    <a:pt x="173" y="778"/>
                  </a:lnTo>
                  <a:lnTo>
                    <a:pt x="108" y="886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00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60" y="2269"/>
                  </a:lnTo>
                  <a:lnTo>
                    <a:pt x="325" y="2377"/>
                  </a:lnTo>
                  <a:lnTo>
                    <a:pt x="433" y="2485"/>
                  </a:lnTo>
                  <a:lnTo>
                    <a:pt x="519" y="2593"/>
                  </a:lnTo>
                  <a:lnTo>
                    <a:pt x="649" y="2658"/>
                  </a:lnTo>
                  <a:lnTo>
                    <a:pt x="757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67" y="2874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51" y="2874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40" y="2745"/>
                  </a:lnTo>
                  <a:lnTo>
                    <a:pt x="2269" y="2658"/>
                  </a:lnTo>
                  <a:lnTo>
                    <a:pt x="2377" y="2593"/>
                  </a:lnTo>
                  <a:lnTo>
                    <a:pt x="2485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00"/>
                  </a:lnTo>
                  <a:lnTo>
                    <a:pt x="2917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6"/>
                  </a:lnTo>
                  <a:lnTo>
                    <a:pt x="2723" y="778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85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40" y="173"/>
                  </a:lnTo>
                  <a:lnTo>
                    <a:pt x="2010" y="130"/>
                  </a:lnTo>
                  <a:lnTo>
                    <a:pt x="1880" y="65"/>
                  </a:lnTo>
                  <a:lnTo>
                    <a:pt x="1751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rgbClr val="F2B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32"/>
            <p:cNvSpPr/>
            <p:nvPr/>
          </p:nvSpPr>
          <p:spPr>
            <a:xfrm>
              <a:off x="16686350" y="3737075"/>
              <a:ext cx="72400" cy="72950"/>
            </a:xfrm>
            <a:custGeom>
              <a:avLst/>
              <a:gdLst/>
              <a:ahLst/>
              <a:cxnLst/>
              <a:rect l="l" t="t" r="r" b="b"/>
              <a:pathLst>
                <a:path w="2896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45" y="44"/>
                  </a:lnTo>
                  <a:lnTo>
                    <a:pt x="1016" y="65"/>
                  </a:lnTo>
                  <a:lnTo>
                    <a:pt x="886" y="130"/>
                  </a:lnTo>
                  <a:lnTo>
                    <a:pt x="756" y="173"/>
                  </a:lnTo>
                  <a:lnTo>
                    <a:pt x="627" y="260"/>
                  </a:lnTo>
                  <a:lnTo>
                    <a:pt x="519" y="346"/>
                  </a:lnTo>
                  <a:lnTo>
                    <a:pt x="411" y="433"/>
                  </a:lnTo>
                  <a:lnTo>
                    <a:pt x="324" y="541"/>
                  </a:lnTo>
                  <a:lnTo>
                    <a:pt x="238" y="649"/>
                  </a:lnTo>
                  <a:lnTo>
                    <a:pt x="173" y="778"/>
                  </a:lnTo>
                  <a:lnTo>
                    <a:pt x="108" y="886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00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38" y="2269"/>
                  </a:lnTo>
                  <a:lnTo>
                    <a:pt x="324" y="2377"/>
                  </a:lnTo>
                  <a:lnTo>
                    <a:pt x="411" y="2485"/>
                  </a:lnTo>
                  <a:lnTo>
                    <a:pt x="519" y="2593"/>
                  </a:lnTo>
                  <a:lnTo>
                    <a:pt x="627" y="2658"/>
                  </a:lnTo>
                  <a:lnTo>
                    <a:pt x="756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45" y="2874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29" y="2874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39" y="2745"/>
                  </a:lnTo>
                  <a:lnTo>
                    <a:pt x="2269" y="2658"/>
                  </a:lnTo>
                  <a:lnTo>
                    <a:pt x="2377" y="2593"/>
                  </a:lnTo>
                  <a:lnTo>
                    <a:pt x="2463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00"/>
                  </a:lnTo>
                  <a:lnTo>
                    <a:pt x="2896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6"/>
                  </a:lnTo>
                  <a:lnTo>
                    <a:pt x="2723" y="778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63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39" y="173"/>
                  </a:lnTo>
                  <a:lnTo>
                    <a:pt x="2010" y="130"/>
                  </a:lnTo>
                  <a:lnTo>
                    <a:pt x="1880" y="65"/>
                  </a:lnTo>
                  <a:lnTo>
                    <a:pt x="1729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32"/>
            <p:cNvSpPr/>
            <p:nvPr/>
          </p:nvSpPr>
          <p:spPr>
            <a:xfrm>
              <a:off x="16703100" y="3754350"/>
              <a:ext cx="38375" cy="38400"/>
            </a:xfrm>
            <a:custGeom>
              <a:avLst/>
              <a:gdLst/>
              <a:ahLst/>
              <a:cxnLst/>
              <a:rect l="l" t="t" r="r" b="b"/>
              <a:pathLst>
                <a:path w="1535" h="1536" extrusionOk="0">
                  <a:moveTo>
                    <a:pt x="778" y="1"/>
                  </a:moveTo>
                  <a:lnTo>
                    <a:pt x="627" y="23"/>
                  </a:lnTo>
                  <a:lnTo>
                    <a:pt x="475" y="66"/>
                  </a:lnTo>
                  <a:lnTo>
                    <a:pt x="346" y="131"/>
                  </a:lnTo>
                  <a:lnTo>
                    <a:pt x="238" y="217"/>
                  </a:lnTo>
                  <a:lnTo>
                    <a:pt x="130" y="347"/>
                  </a:lnTo>
                  <a:lnTo>
                    <a:pt x="65" y="476"/>
                  </a:lnTo>
                  <a:lnTo>
                    <a:pt x="22" y="606"/>
                  </a:lnTo>
                  <a:lnTo>
                    <a:pt x="0" y="779"/>
                  </a:lnTo>
                  <a:lnTo>
                    <a:pt x="22" y="930"/>
                  </a:lnTo>
                  <a:lnTo>
                    <a:pt x="65" y="1060"/>
                  </a:lnTo>
                  <a:lnTo>
                    <a:pt x="130" y="1189"/>
                  </a:lnTo>
                  <a:lnTo>
                    <a:pt x="238" y="1319"/>
                  </a:lnTo>
                  <a:lnTo>
                    <a:pt x="346" y="1405"/>
                  </a:lnTo>
                  <a:lnTo>
                    <a:pt x="475" y="1470"/>
                  </a:lnTo>
                  <a:lnTo>
                    <a:pt x="627" y="1514"/>
                  </a:lnTo>
                  <a:lnTo>
                    <a:pt x="778" y="1535"/>
                  </a:lnTo>
                  <a:lnTo>
                    <a:pt x="929" y="1514"/>
                  </a:lnTo>
                  <a:lnTo>
                    <a:pt x="1080" y="1470"/>
                  </a:lnTo>
                  <a:lnTo>
                    <a:pt x="1210" y="1405"/>
                  </a:lnTo>
                  <a:lnTo>
                    <a:pt x="1318" y="1319"/>
                  </a:lnTo>
                  <a:lnTo>
                    <a:pt x="1405" y="1189"/>
                  </a:lnTo>
                  <a:lnTo>
                    <a:pt x="1491" y="1060"/>
                  </a:lnTo>
                  <a:lnTo>
                    <a:pt x="1534" y="930"/>
                  </a:lnTo>
                  <a:lnTo>
                    <a:pt x="1534" y="779"/>
                  </a:lnTo>
                  <a:lnTo>
                    <a:pt x="1534" y="606"/>
                  </a:lnTo>
                  <a:lnTo>
                    <a:pt x="1491" y="476"/>
                  </a:lnTo>
                  <a:lnTo>
                    <a:pt x="1405" y="347"/>
                  </a:lnTo>
                  <a:lnTo>
                    <a:pt x="1318" y="217"/>
                  </a:lnTo>
                  <a:lnTo>
                    <a:pt x="1210" y="131"/>
                  </a:lnTo>
                  <a:lnTo>
                    <a:pt x="1080" y="66"/>
                  </a:lnTo>
                  <a:lnTo>
                    <a:pt x="929" y="23"/>
                  </a:lnTo>
                  <a:lnTo>
                    <a:pt x="77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32"/>
            <p:cNvSpPr/>
            <p:nvPr/>
          </p:nvSpPr>
          <p:spPr>
            <a:xfrm>
              <a:off x="16413000" y="3754350"/>
              <a:ext cx="38375" cy="38400"/>
            </a:xfrm>
            <a:custGeom>
              <a:avLst/>
              <a:gdLst/>
              <a:ahLst/>
              <a:cxnLst/>
              <a:rect l="l" t="t" r="r" b="b"/>
              <a:pathLst>
                <a:path w="1535" h="1536" extrusionOk="0">
                  <a:moveTo>
                    <a:pt x="757" y="1"/>
                  </a:moveTo>
                  <a:lnTo>
                    <a:pt x="606" y="23"/>
                  </a:lnTo>
                  <a:lnTo>
                    <a:pt x="455" y="66"/>
                  </a:lnTo>
                  <a:lnTo>
                    <a:pt x="325" y="131"/>
                  </a:lnTo>
                  <a:lnTo>
                    <a:pt x="217" y="217"/>
                  </a:lnTo>
                  <a:lnTo>
                    <a:pt x="130" y="347"/>
                  </a:lnTo>
                  <a:lnTo>
                    <a:pt x="44" y="476"/>
                  </a:lnTo>
                  <a:lnTo>
                    <a:pt x="1" y="606"/>
                  </a:lnTo>
                  <a:lnTo>
                    <a:pt x="1" y="779"/>
                  </a:lnTo>
                  <a:lnTo>
                    <a:pt x="1" y="930"/>
                  </a:lnTo>
                  <a:lnTo>
                    <a:pt x="44" y="1060"/>
                  </a:lnTo>
                  <a:lnTo>
                    <a:pt x="130" y="1189"/>
                  </a:lnTo>
                  <a:lnTo>
                    <a:pt x="217" y="1319"/>
                  </a:lnTo>
                  <a:lnTo>
                    <a:pt x="325" y="1405"/>
                  </a:lnTo>
                  <a:lnTo>
                    <a:pt x="455" y="1470"/>
                  </a:lnTo>
                  <a:lnTo>
                    <a:pt x="606" y="1514"/>
                  </a:lnTo>
                  <a:lnTo>
                    <a:pt x="757" y="1535"/>
                  </a:lnTo>
                  <a:lnTo>
                    <a:pt x="908" y="1514"/>
                  </a:lnTo>
                  <a:lnTo>
                    <a:pt x="1060" y="1470"/>
                  </a:lnTo>
                  <a:lnTo>
                    <a:pt x="1189" y="1405"/>
                  </a:lnTo>
                  <a:lnTo>
                    <a:pt x="1297" y="1319"/>
                  </a:lnTo>
                  <a:lnTo>
                    <a:pt x="1405" y="1189"/>
                  </a:lnTo>
                  <a:lnTo>
                    <a:pt x="1470" y="1060"/>
                  </a:lnTo>
                  <a:lnTo>
                    <a:pt x="1513" y="930"/>
                  </a:lnTo>
                  <a:lnTo>
                    <a:pt x="1535" y="779"/>
                  </a:lnTo>
                  <a:lnTo>
                    <a:pt x="1513" y="606"/>
                  </a:lnTo>
                  <a:lnTo>
                    <a:pt x="1470" y="476"/>
                  </a:lnTo>
                  <a:lnTo>
                    <a:pt x="1405" y="347"/>
                  </a:lnTo>
                  <a:lnTo>
                    <a:pt x="1297" y="217"/>
                  </a:lnTo>
                  <a:lnTo>
                    <a:pt x="1189" y="131"/>
                  </a:lnTo>
                  <a:lnTo>
                    <a:pt x="1060" y="66"/>
                  </a:lnTo>
                  <a:lnTo>
                    <a:pt x="908" y="23"/>
                  </a:lnTo>
                  <a:lnTo>
                    <a:pt x="75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32"/>
            <p:cNvSpPr/>
            <p:nvPr/>
          </p:nvSpPr>
          <p:spPr>
            <a:xfrm>
              <a:off x="16426525" y="3869975"/>
              <a:ext cx="301425" cy="10825"/>
            </a:xfrm>
            <a:custGeom>
              <a:avLst/>
              <a:gdLst/>
              <a:ahLst/>
              <a:cxnLst/>
              <a:rect l="l" t="t" r="r" b="b"/>
              <a:pathLst>
                <a:path w="12057" h="433" extrusionOk="0">
                  <a:moveTo>
                    <a:pt x="216" y="0"/>
                  </a:moveTo>
                  <a:lnTo>
                    <a:pt x="130" y="22"/>
                  </a:lnTo>
                  <a:lnTo>
                    <a:pt x="65" y="65"/>
                  </a:lnTo>
                  <a:lnTo>
                    <a:pt x="22" y="130"/>
                  </a:lnTo>
                  <a:lnTo>
                    <a:pt x="0" y="216"/>
                  </a:lnTo>
                  <a:lnTo>
                    <a:pt x="22" y="303"/>
                  </a:lnTo>
                  <a:lnTo>
                    <a:pt x="65" y="367"/>
                  </a:lnTo>
                  <a:lnTo>
                    <a:pt x="130" y="411"/>
                  </a:lnTo>
                  <a:lnTo>
                    <a:pt x="216" y="432"/>
                  </a:lnTo>
                  <a:lnTo>
                    <a:pt x="11841" y="432"/>
                  </a:lnTo>
                  <a:lnTo>
                    <a:pt x="11927" y="411"/>
                  </a:lnTo>
                  <a:lnTo>
                    <a:pt x="11992" y="367"/>
                  </a:lnTo>
                  <a:lnTo>
                    <a:pt x="12035" y="303"/>
                  </a:lnTo>
                  <a:lnTo>
                    <a:pt x="12057" y="216"/>
                  </a:lnTo>
                  <a:lnTo>
                    <a:pt x="12035" y="130"/>
                  </a:lnTo>
                  <a:lnTo>
                    <a:pt x="11992" y="65"/>
                  </a:lnTo>
                  <a:lnTo>
                    <a:pt x="11927" y="22"/>
                  </a:lnTo>
                  <a:lnTo>
                    <a:pt x="1184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32"/>
            <p:cNvSpPr/>
            <p:nvPr/>
          </p:nvSpPr>
          <p:spPr>
            <a:xfrm>
              <a:off x="16395725" y="3839175"/>
              <a:ext cx="72950" cy="72400"/>
            </a:xfrm>
            <a:custGeom>
              <a:avLst/>
              <a:gdLst/>
              <a:ahLst/>
              <a:cxnLst/>
              <a:rect l="l" t="t" r="r" b="b"/>
              <a:pathLst>
                <a:path w="2918" h="2896" extrusionOk="0">
                  <a:moveTo>
                    <a:pt x="1297" y="0"/>
                  </a:moveTo>
                  <a:lnTo>
                    <a:pt x="1167" y="22"/>
                  </a:lnTo>
                  <a:lnTo>
                    <a:pt x="1016" y="65"/>
                  </a:lnTo>
                  <a:lnTo>
                    <a:pt x="886" y="108"/>
                  </a:lnTo>
                  <a:lnTo>
                    <a:pt x="757" y="173"/>
                  </a:lnTo>
                  <a:lnTo>
                    <a:pt x="649" y="238"/>
                  </a:lnTo>
                  <a:lnTo>
                    <a:pt x="519" y="324"/>
                  </a:lnTo>
                  <a:lnTo>
                    <a:pt x="433" y="411"/>
                  </a:lnTo>
                  <a:lnTo>
                    <a:pt x="325" y="519"/>
                  </a:lnTo>
                  <a:lnTo>
                    <a:pt x="260" y="627"/>
                  </a:lnTo>
                  <a:lnTo>
                    <a:pt x="173" y="757"/>
                  </a:lnTo>
                  <a:lnTo>
                    <a:pt x="108" y="886"/>
                  </a:lnTo>
                  <a:lnTo>
                    <a:pt x="65" y="1016"/>
                  </a:lnTo>
                  <a:lnTo>
                    <a:pt x="22" y="1146"/>
                  </a:lnTo>
                  <a:lnTo>
                    <a:pt x="0" y="1297"/>
                  </a:lnTo>
                  <a:lnTo>
                    <a:pt x="0" y="1448"/>
                  </a:lnTo>
                  <a:lnTo>
                    <a:pt x="0" y="1599"/>
                  </a:lnTo>
                  <a:lnTo>
                    <a:pt x="22" y="1751"/>
                  </a:lnTo>
                  <a:lnTo>
                    <a:pt x="65" y="1880"/>
                  </a:lnTo>
                  <a:lnTo>
                    <a:pt x="108" y="2010"/>
                  </a:lnTo>
                  <a:lnTo>
                    <a:pt x="173" y="2140"/>
                  </a:lnTo>
                  <a:lnTo>
                    <a:pt x="260" y="2269"/>
                  </a:lnTo>
                  <a:lnTo>
                    <a:pt x="325" y="2377"/>
                  </a:lnTo>
                  <a:lnTo>
                    <a:pt x="433" y="2485"/>
                  </a:lnTo>
                  <a:lnTo>
                    <a:pt x="519" y="2572"/>
                  </a:lnTo>
                  <a:lnTo>
                    <a:pt x="649" y="2658"/>
                  </a:lnTo>
                  <a:lnTo>
                    <a:pt x="757" y="2723"/>
                  </a:lnTo>
                  <a:lnTo>
                    <a:pt x="886" y="2788"/>
                  </a:lnTo>
                  <a:lnTo>
                    <a:pt x="1016" y="2831"/>
                  </a:lnTo>
                  <a:lnTo>
                    <a:pt x="1167" y="2874"/>
                  </a:lnTo>
                  <a:lnTo>
                    <a:pt x="1297" y="2896"/>
                  </a:lnTo>
                  <a:lnTo>
                    <a:pt x="1599" y="2896"/>
                  </a:lnTo>
                  <a:lnTo>
                    <a:pt x="1751" y="2874"/>
                  </a:lnTo>
                  <a:lnTo>
                    <a:pt x="1880" y="2831"/>
                  </a:lnTo>
                  <a:lnTo>
                    <a:pt x="2010" y="2788"/>
                  </a:lnTo>
                  <a:lnTo>
                    <a:pt x="2140" y="2723"/>
                  </a:lnTo>
                  <a:lnTo>
                    <a:pt x="2269" y="2658"/>
                  </a:lnTo>
                  <a:lnTo>
                    <a:pt x="2377" y="2572"/>
                  </a:lnTo>
                  <a:lnTo>
                    <a:pt x="2485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40"/>
                  </a:lnTo>
                  <a:lnTo>
                    <a:pt x="2788" y="2010"/>
                  </a:lnTo>
                  <a:lnTo>
                    <a:pt x="2831" y="1880"/>
                  </a:lnTo>
                  <a:lnTo>
                    <a:pt x="2874" y="1751"/>
                  </a:lnTo>
                  <a:lnTo>
                    <a:pt x="2896" y="1599"/>
                  </a:lnTo>
                  <a:lnTo>
                    <a:pt x="2917" y="1448"/>
                  </a:lnTo>
                  <a:lnTo>
                    <a:pt x="2896" y="1297"/>
                  </a:lnTo>
                  <a:lnTo>
                    <a:pt x="2874" y="1146"/>
                  </a:lnTo>
                  <a:lnTo>
                    <a:pt x="2831" y="1016"/>
                  </a:lnTo>
                  <a:lnTo>
                    <a:pt x="2788" y="886"/>
                  </a:lnTo>
                  <a:lnTo>
                    <a:pt x="2723" y="757"/>
                  </a:lnTo>
                  <a:lnTo>
                    <a:pt x="2658" y="627"/>
                  </a:lnTo>
                  <a:lnTo>
                    <a:pt x="2572" y="519"/>
                  </a:lnTo>
                  <a:lnTo>
                    <a:pt x="2485" y="411"/>
                  </a:lnTo>
                  <a:lnTo>
                    <a:pt x="2377" y="324"/>
                  </a:lnTo>
                  <a:lnTo>
                    <a:pt x="2269" y="238"/>
                  </a:lnTo>
                  <a:lnTo>
                    <a:pt x="2140" y="173"/>
                  </a:lnTo>
                  <a:lnTo>
                    <a:pt x="2010" y="108"/>
                  </a:lnTo>
                  <a:lnTo>
                    <a:pt x="1880" y="65"/>
                  </a:lnTo>
                  <a:lnTo>
                    <a:pt x="1751" y="22"/>
                  </a:lnTo>
                  <a:lnTo>
                    <a:pt x="15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32"/>
            <p:cNvSpPr/>
            <p:nvPr/>
          </p:nvSpPr>
          <p:spPr>
            <a:xfrm>
              <a:off x="16686350" y="383917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297" y="0"/>
                  </a:moveTo>
                  <a:lnTo>
                    <a:pt x="1145" y="22"/>
                  </a:lnTo>
                  <a:lnTo>
                    <a:pt x="1016" y="65"/>
                  </a:lnTo>
                  <a:lnTo>
                    <a:pt x="886" y="108"/>
                  </a:lnTo>
                  <a:lnTo>
                    <a:pt x="756" y="173"/>
                  </a:lnTo>
                  <a:lnTo>
                    <a:pt x="627" y="238"/>
                  </a:lnTo>
                  <a:lnTo>
                    <a:pt x="519" y="324"/>
                  </a:lnTo>
                  <a:lnTo>
                    <a:pt x="411" y="411"/>
                  </a:lnTo>
                  <a:lnTo>
                    <a:pt x="324" y="519"/>
                  </a:lnTo>
                  <a:lnTo>
                    <a:pt x="238" y="627"/>
                  </a:lnTo>
                  <a:lnTo>
                    <a:pt x="173" y="757"/>
                  </a:lnTo>
                  <a:lnTo>
                    <a:pt x="108" y="886"/>
                  </a:lnTo>
                  <a:lnTo>
                    <a:pt x="65" y="1016"/>
                  </a:lnTo>
                  <a:lnTo>
                    <a:pt x="22" y="1146"/>
                  </a:lnTo>
                  <a:lnTo>
                    <a:pt x="0" y="1297"/>
                  </a:lnTo>
                  <a:lnTo>
                    <a:pt x="0" y="1448"/>
                  </a:lnTo>
                  <a:lnTo>
                    <a:pt x="0" y="1599"/>
                  </a:lnTo>
                  <a:lnTo>
                    <a:pt x="22" y="1751"/>
                  </a:lnTo>
                  <a:lnTo>
                    <a:pt x="65" y="1880"/>
                  </a:lnTo>
                  <a:lnTo>
                    <a:pt x="108" y="2010"/>
                  </a:lnTo>
                  <a:lnTo>
                    <a:pt x="173" y="2140"/>
                  </a:lnTo>
                  <a:lnTo>
                    <a:pt x="238" y="2269"/>
                  </a:lnTo>
                  <a:lnTo>
                    <a:pt x="324" y="2377"/>
                  </a:lnTo>
                  <a:lnTo>
                    <a:pt x="411" y="2485"/>
                  </a:lnTo>
                  <a:lnTo>
                    <a:pt x="519" y="2572"/>
                  </a:lnTo>
                  <a:lnTo>
                    <a:pt x="627" y="2658"/>
                  </a:lnTo>
                  <a:lnTo>
                    <a:pt x="756" y="2723"/>
                  </a:lnTo>
                  <a:lnTo>
                    <a:pt x="886" y="2788"/>
                  </a:lnTo>
                  <a:lnTo>
                    <a:pt x="1016" y="2831"/>
                  </a:lnTo>
                  <a:lnTo>
                    <a:pt x="1145" y="2874"/>
                  </a:lnTo>
                  <a:lnTo>
                    <a:pt x="1297" y="2896"/>
                  </a:lnTo>
                  <a:lnTo>
                    <a:pt x="1599" y="2896"/>
                  </a:lnTo>
                  <a:lnTo>
                    <a:pt x="1729" y="2874"/>
                  </a:lnTo>
                  <a:lnTo>
                    <a:pt x="1880" y="2831"/>
                  </a:lnTo>
                  <a:lnTo>
                    <a:pt x="2010" y="2788"/>
                  </a:lnTo>
                  <a:lnTo>
                    <a:pt x="2139" y="2723"/>
                  </a:lnTo>
                  <a:lnTo>
                    <a:pt x="2269" y="2658"/>
                  </a:lnTo>
                  <a:lnTo>
                    <a:pt x="2377" y="2572"/>
                  </a:lnTo>
                  <a:lnTo>
                    <a:pt x="2463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40"/>
                  </a:lnTo>
                  <a:lnTo>
                    <a:pt x="2788" y="2010"/>
                  </a:lnTo>
                  <a:lnTo>
                    <a:pt x="2831" y="1880"/>
                  </a:lnTo>
                  <a:lnTo>
                    <a:pt x="2874" y="1751"/>
                  </a:lnTo>
                  <a:lnTo>
                    <a:pt x="2896" y="1599"/>
                  </a:lnTo>
                  <a:lnTo>
                    <a:pt x="2896" y="1448"/>
                  </a:lnTo>
                  <a:lnTo>
                    <a:pt x="2896" y="1297"/>
                  </a:lnTo>
                  <a:lnTo>
                    <a:pt x="2874" y="1146"/>
                  </a:lnTo>
                  <a:lnTo>
                    <a:pt x="2831" y="1016"/>
                  </a:lnTo>
                  <a:lnTo>
                    <a:pt x="2788" y="886"/>
                  </a:lnTo>
                  <a:lnTo>
                    <a:pt x="2723" y="757"/>
                  </a:lnTo>
                  <a:lnTo>
                    <a:pt x="2658" y="627"/>
                  </a:lnTo>
                  <a:lnTo>
                    <a:pt x="2572" y="519"/>
                  </a:lnTo>
                  <a:lnTo>
                    <a:pt x="2463" y="411"/>
                  </a:lnTo>
                  <a:lnTo>
                    <a:pt x="2377" y="324"/>
                  </a:lnTo>
                  <a:lnTo>
                    <a:pt x="2269" y="238"/>
                  </a:lnTo>
                  <a:lnTo>
                    <a:pt x="2139" y="173"/>
                  </a:lnTo>
                  <a:lnTo>
                    <a:pt x="2010" y="108"/>
                  </a:lnTo>
                  <a:lnTo>
                    <a:pt x="1880" y="65"/>
                  </a:lnTo>
                  <a:lnTo>
                    <a:pt x="1729" y="22"/>
                  </a:lnTo>
                  <a:lnTo>
                    <a:pt x="15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32"/>
            <p:cNvSpPr/>
            <p:nvPr/>
          </p:nvSpPr>
          <p:spPr>
            <a:xfrm>
              <a:off x="16703100" y="3855925"/>
              <a:ext cx="38375" cy="38900"/>
            </a:xfrm>
            <a:custGeom>
              <a:avLst/>
              <a:gdLst/>
              <a:ahLst/>
              <a:cxnLst/>
              <a:rect l="l" t="t" r="r" b="b"/>
              <a:pathLst>
                <a:path w="1535" h="1556" extrusionOk="0">
                  <a:moveTo>
                    <a:pt x="778" y="0"/>
                  </a:moveTo>
                  <a:lnTo>
                    <a:pt x="627" y="22"/>
                  </a:lnTo>
                  <a:lnTo>
                    <a:pt x="475" y="65"/>
                  </a:lnTo>
                  <a:lnTo>
                    <a:pt x="346" y="151"/>
                  </a:lnTo>
                  <a:lnTo>
                    <a:pt x="238" y="238"/>
                  </a:lnTo>
                  <a:lnTo>
                    <a:pt x="130" y="346"/>
                  </a:lnTo>
                  <a:lnTo>
                    <a:pt x="65" y="476"/>
                  </a:lnTo>
                  <a:lnTo>
                    <a:pt x="22" y="627"/>
                  </a:lnTo>
                  <a:lnTo>
                    <a:pt x="0" y="778"/>
                  </a:lnTo>
                  <a:lnTo>
                    <a:pt x="22" y="929"/>
                  </a:lnTo>
                  <a:lnTo>
                    <a:pt x="65" y="1081"/>
                  </a:lnTo>
                  <a:lnTo>
                    <a:pt x="130" y="1210"/>
                  </a:lnTo>
                  <a:lnTo>
                    <a:pt x="238" y="1318"/>
                  </a:lnTo>
                  <a:lnTo>
                    <a:pt x="346" y="1426"/>
                  </a:lnTo>
                  <a:lnTo>
                    <a:pt x="475" y="1491"/>
                  </a:lnTo>
                  <a:lnTo>
                    <a:pt x="627" y="1534"/>
                  </a:lnTo>
                  <a:lnTo>
                    <a:pt x="778" y="1556"/>
                  </a:lnTo>
                  <a:lnTo>
                    <a:pt x="929" y="1534"/>
                  </a:lnTo>
                  <a:lnTo>
                    <a:pt x="1080" y="1491"/>
                  </a:lnTo>
                  <a:lnTo>
                    <a:pt x="1210" y="1426"/>
                  </a:lnTo>
                  <a:lnTo>
                    <a:pt x="1318" y="1318"/>
                  </a:lnTo>
                  <a:lnTo>
                    <a:pt x="1405" y="1210"/>
                  </a:lnTo>
                  <a:lnTo>
                    <a:pt x="1491" y="1081"/>
                  </a:lnTo>
                  <a:lnTo>
                    <a:pt x="1534" y="929"/>
                  </a:lnTo>
                  <a:lnTo>
                    <a:pt x="1534" y="778"/>
                  </a:lnTo>
                  <a:lnTo>
                    <a:pt x="1534" y="627"/>
                  </a:lnTo>
                  <a:lnTo>
                    <a:pt x="1491" y="476"/>
                  </a:lnTo>
                  <a:lnTo>
                    <a:pt x="1405" y="346"/>
                  </a:lnTo>
                  <a:lnTo>
                    <a:pt x="1318" y="238"/>
                  </a:lnTo>
                  <a:lnTo>
                    <a:pt x="1210" y="151"/>
                  </a:lnTo>
                  <a:lnTo>
                    <a:pt x="1080" y="65"/>
                  </a:lnTo>
                  <a:lnTo>
                    <a:pt x="929" y="22"/>
                  </a:lnTo>
                  <a:lnTo>
                    <a:pt x="77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32"/>
            <p:cNvSpPr/>
            <p:nvPr/>
          </p:nvSpPr>
          <p:spPr>
            <a:xfrm>
              <a:off x="16413000" y="3855925"/>
              <a:ext cx="38375" cy="38900"/>
            </a:xfrm>
            <a:custGeom>
              <a:avLst/>
              <a:gdLst/>
              <a:ahLst/>
              <a:cxnLst/>
              <a:rect l="l" t="t" r="r" b="b"/>
              <a:pathLst>
                <a:path w="1535" h="1556" extrusionOk="0">
                  <a:moveTo>
                    <a:pt x="757" y="0"/>
                  </a:moveTo>
                  <a:lnTo>
                    <a:pt x="606" y="22"/>
                  </a:lnTo>
                  <a:lnTo>
                    <a:pt x="455" y="65"/>
                  </a:lnTo>
                  <a:lnTo>
                    <a:pt x="325" y="151"/>
                  </a:lnTo>
                  <a:lnTo>
                    <a:pt x="217" y="238"/>
                  </a:lnTo>
                  <a:lnTo>
                    <a:pt x="130" y="346"/>
                  </a:lnTo>
                  <a:lnTo>
                    <a:pt x="44" y="476"/>
                  </a:lnTo>
                  <a:lnTo>
                    <a:pt x="1" y="627"/>
                  </a:lnTo>
                  <a:lnTo>
                    <a:pt x="1" y="778"/>
                  </a:lnTo>
                  <a:lnTo>
                    <a:pt x="1" y="929"/>
                  </a:lnTo>
                  <a:lnTo>
                    <a:pt x="44" y="1081"/>
                  </a:lnTo>
                  <a:lnTo>
                    <a:pt x="130" y="1210"/>
                  </a:lnTo>
                  <a:lnTo>
                    <a:pt x="217" y="1318"/>
                  </a:lnTo>
                  <a:lnTo>
                    <a:pt x="325" y="1426"/>
                  </a:lnTo>
                  <a:lnTo>
                    <a:pt x="455" y="1491"/>
                  </a:lnTo>
                  <a:lnTo>
                    <a:pt x="606" y="1534"/>
                  </a:lnTo>
                  <a:lnTo>
                    <a:pt x="757" y="1556"/>
                  </a:lnTo>
                  <a:lnTo>
                    <a:pt x="908" y="1534"/>
                  </a:lnTo>
                  <a:lnTo>
                    <a:pt x="1060" y="1491"/>
                  </a:lnTo>
                  <a:lnTo>
                    <a:pt x="1189" y="1426"/>
                  </a:lnTo>
                  <a:lnTo>
                    <a:pt x="1297" y="1318"/>
                  </a:lnTo>
                  <a:lnTo>
                    <a:pt x="1405" y="1210"/>
                  </a:lnTo>
                  <a:lnTo>
                    <a:pt x="1470" y="1081"/>
                  </a:lnTo>
                  <a:lnTo>
                    <a:pt x="1513" y="929"/>
                  </a:lnTo>
                  <a:lnTo>
                    <a:pt x="1535" y="778"/>
                  </a:lnTo>
                  <a:lnTo>
                    <a:pt x="1513" y="627"/>
                  </a:lnTo>
                  <a:lnTo>
                    <a:pt x="1470" y="476"/>
                  </a:lnTo>
                  <a:lnTo>
                    <a:pt x="1405" y="346"/>
                  </a:lnTo>
                  <a:lnTo>
                    <a:pt x="1297" y="238"/>
                  </a:lnTo>
                  <a:lnTo>
                    <a:pt x="1189" y="151"/>
                  </a:lnTo>
                  <a:lnTo>
                    <a:pt x="1060" y="65"/>
                  </a:lnTo>
                  <a:lnTo>
                    <a:pt x="908" y="22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32"/>
            <p:cNvSpPr/>
            <p:nvPr/>
          </p:nvSpPr>
          <p:spPr>
            <a:xfrm>
              <a:off x="16472425" y="4146000"/>
              <a:ext cx="214475" cy="177750"/>
            </a:xfrm>
            <a:custGeom>
              <a:avLst/>
              <a:gdLst/>
              <a:ahLst/>
              <a:cxnLst/>
              <a:rect l="l" t="t" r="r" b="b"/>
              <a:pathLst>
                <a:path w="8579" h="7110" extrusionOk="0">
                  <a:moveTo>
                    <a:pt x="4279" y="0"/>
                  </a:moveTo>
                  <a:lnTo>
                    <a:pt x="1" y="7109"/>
                  </a:lnTo>
                  <a:lnTo>
                    <a:pt x="8579" y="7109"/>
                  </a:lnTo>
                  <a:lnTo>
                    <a:pt x="427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32"/>
            <p:cNvSpPr/>
            <p:nvPr/>
          </p:nvSpPr>
          <p:spPr>
            <a:xfrm>
              <a:off x="16310925" y="4019600"/>
              <a:ext cx="533175" cy="30275"/>
            </a:xfrm>
            <a:custGeom>
              <a:avLst/>
              <a:gdLst/>
              <a:ahLst/>
              <a:cxnLst/>
              <a:rect l="l" t="t" r="r" b="b"/>
              <a:pathLst>
                <a:path w="21327" h="1211" extrusionOk="0">
                  <a:moveTo>
                    <a:pt x="0" y="0"/>
                  </a:moveTo>
                  <a:lnTo>
                    <a:pt x="0" y="1210"/>
                  </a:lnTo>
                  <a:lnTo>
                    <a:pt x="21327" y="1210"/>
                  </a:lnTo>
                  <a:lnTo>
                    <a:pt x="2132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32"/>
            <p:cNvSpPr/>
            <p:nvPr/>
          </p:nvSpPr>
          <p:spPr>
            <a:xfrm>
              <a:off x="16309825" y="4929275"/>
              <a:ext cx="246350" cy="115625"/>
            </a:xfrm>
            <a:custGeom>
              <a:avLst/>
              <a:gdLst/>
              <a:ahLst/>
              <a:cxnLst/>
              <a:rect l="l" t="t" r="r" b="b"/>
              <a:pathLst>
                <a:path w="9854" h="4625" extrusionOk="0">
                  <a:moveTo>
                    <a:pt x="4927" y="0"/>
                  </a:moveTo>
                  <a:lnTo>
                    <a:pt x="4430" y="22"/>
                  </a:lnTo>
                  <a:lnTo>
                    <a:pt x="3955" y="87"/>
                  </a:lnTo>
                  <a:lnTo>
                    <a:pt x="3501" y="216"/>
                  </a:lnTo>
                  <a:lnTo>
                    <a:pt x="3069" y="368"/>
                  </a:lnTo>
                  <a:lnTo>
                    <a:pt x="2659" y="562"/>
                  </a:lnTo>
                  <a:lnTo>
                    <a:pt x="2248" y="778"/>
                  </a:lnTo>
                  <a:lnTo>
                    <a:pt x="1881" y="1059"/>
                  </a:lnTo>
                  <a:lnTo>
                    <a:pt x="1535" y="1340"/>
                  </a:lnTo>
                  <a:lnTo>
                    <a:pt x="1232" y="1664"/>
                  </a:lnTo>
                  <a:lnTo>
                    <a:pt x="930" y="2032"/>
                  </a:lnTo>
                  <a:lnTo>
                    <a:pt x="692" y="2399"/>
                  </a:lnTo>
                  <a:lnTo>
                    <a:pt x="476" y="2809"/>
                  </a:lnTo>
                  <a:lnTo>
                    <a:pt x="282" y="3242"/>
                  </a:lnTo>
                  <a:lnTo>
                    <a:pt x="152" y="3674"/>
                  </a:lnTo>
                  <a:lnTo>
                    <a:pt x="44" y="4149"/>
                  </a:lnTo>
                  <a:lnTo>
                    <a:pt x="1" y="4624"/>
                  </a:lnTo>
                  <a:lnTo>
                    <a:pt x="9854" y="4624"/>
                  </a:lnTo>
                  <a:lnTo>
                    <a:pt x="9789" y="4149"/>
                  </a:lnTo>
                  <a:lnTo>
                    <a:pt x="9703" y="3674"/>
                  </a:lnTo>
                  <a:lnTo>
                    <a:pt x="9551" y="3242"/>
                  </a:lnTo>
                  <a:lnTo>
                    <a:pt x="9378" y="2809"/>
                  </a:lnTo>
                  <a:lnTo>
                    <a:pt x="9162" y="2399"/>
                  </a:lnTo>
                  <a:lnTo>
                    <a:pt x="8903" y="2032"/>
                  </a:lnTo>
                  <a:lnTo>
                    <a:pt x="8622" y="1664"/>
                  </a:lnTo>
                  <a:lnTo>
                    <a:pt x="8298" y="1340"/>
                  </a:lnTo>
                  <a:lnTo>
                    <a:pt x="7952" y="1059"/>
                  </a:lnTo>
                  <a:lnTo>
                    <a:pt x="7585" y="778"/>
                  </a:lnTo>
                  <a:lnTo>
                    <a:pt x="7196" y="562"/>
                  </a:lnTo>
                  <a:lnTo>
                    <a:pt x="6764" y="368"/>
                  </a:lnTo>
                  <a:lnTo>
                    <a:pt x="6332" y="216"/>
                  </a:lnTo>
                  <a:lnTo>
                    <a:pt x="5878" y="87"/>
                  </a:lnTo>
                  <a:lnTo>
                    <a:pt x="5403" y="22"/>
                  </a:lnTo>
                  <a:lnTo>
                    <a:pt x="492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32"/>
            <p:cNvSpPr/>
            <p:nvPr/>
          </p:nvSpPr>
          <p:spPr>
            <a:xfrm>
              <a:off x="16583700" y="4929275"/>
              <a:ext cx="245825" cy="115625"/>
            </a:xfrm>
            <a:custGeom>
              <a:avLst/>
              <a:gdLst/>
              <a:ahLst/>
              <a:cxnLst/>
              <a:rect l="l" t="t" r="r" b="b"/>
              <a:pathLst>
                <a:path w="9833" h="4625" extrusionOk="0">
                  <a:moveTo>
                    <a:pt x="4906" y="0"/>
                  </a:moveTo>
                  <a:lnTo>
                    <a:pt x="4430" y="22"/>
                  </a:lnTo>
                  <a:lnTo>
                    <a:pt x="3955" y="87"/>
                  </a:lnTo>
                  <a:lnTo>
                    <a:pt x="3501" y="216"/>
                  </a:lnTo>
                  <a:lnTo>
                    <a:pt x="3069" y="368"/>
                  </a:lnTo>
                  <a:lnTo>
                    <a:pt x="2637" y="562"/>
                  </a:lnTo>
                  <a:lnTo>
                    <a:pt x="2248" y="778"/>
                  </a:lnTo>
                  <a:lnTo>
                    <a:pt x="1881" y="1059"/>
                  </a:lnTo>
                  <a:lnTo>
                    <a:pt x="1535" y="1340"/>
                  </a:lnTo>
                  <a:lnTo>
                    <a:pt x="1211" y="1664"/>
                  </a:lnTo>
                  <a:lnTo>
                    <a:pt x="930" y="2032"/>
                  </a:lnTo>
                  <a:lnTo>
                    <a:pt x="671" y="2399"/>
                  </a:lnTo>
                  <a:lnTo>
                    <a:pt x="455" y="2809"/>
                  </a:lnTo>
                  <a:lnTo>
                    <a:pt x="282" y="3242"/>
                  </a:lnTo>
                  <a:lnTo>
                    <a:pt x="152" y="3674"/>
                  </a:lnTo>
                  <a:lnTo>
                    <a:pt x="44" y="4149"/>
                  </a:lnTo>
                  <a:lnTo>
                    <a:pt x="1" y="4624"/>
                  </a:lnTo>
                  <a:lnTo>
                    <a:pt x="9832" y="4624"/>
                  </a:lnTo>
                  <a:lnTo>
                    <a:pt x="9789" y="4149"/>
                  </a:lnTo>
                  <a:lnTo>
                    <a:pt x="9681" y="3674"/>
                  </a:lnTo>
                  <a:lnTo>
                    <a:pt x="9551" y="3242"/>
                  </a:lnTo>
                  <a:lnTo>
                    <a:pt x="9357" y="2809"/>
                  </a:lnTo>
                  <a:lnTo>
                    <a:pt x="9141" y="2399"/>
                  </a:lnTo>
                  <a:lnTo>
                    <a:pt x="8903" y="2032"/>
                  </a:lnTo>
                  <a:lnTo>
                    <a:pt x="8622" y="1664"/>
                  </a:lnTo>
                  <a:lnTo>
                    <a:pt x="8298" y="1340"/>
                  </a:lnTo>
                  <a:lnTo>
                    <a:pt x="7952" y="1059"/>
                  </a:lnTo>
                  <a:lnTo>
                    <a:pt x="7585" y="778"/>
                  </a:lnTo>
                  <a:lnTo>
                    <a:pt x="7174" y="562"/>
                  </a:lnTo>
                  <a:lnTo>
                    <a:pt x="6764" y="368"/>
                  </a:lnTo>
                  <a:lnTo>
                    <a:pt x="6332" y="216"/>
                  </a:lnTo>
                  <a:lnTo>
                    <a:pt x="5878" y="87"/>
                  </a:lnTo>
                  <a:lnTo>
                    <a:pt x="5403" y="22"/>
                  </a:lnTo>
                  <a:lnTo>
                    <a:pt x="490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32"/>
            <p:cNvSpPr/>
            <p:nvPr/>
          </p:nvSpPr>
          <p:spPr>
            <a:xfrm>
              <a:off x="16545350" y="3256300"/>
              <a:ext cx="62700" cy="102675"/>
            </a:xfrm>
            <a:custGeom>
              <a:avLst/>
              <a:gdLst/>
              <a:ahLst/>
              <a:cxnLst/>
              <a:rect l="l" t="t" r="r" b="b"/>
              <a:pathLst>
                <a:path w="2508" h="4107" extrusionOk="0">
                  <a:moveTo>
                    <a:pt x="1232" y="1"/>
                  </a:moveTo>
                  <a:lnTo>
                    <a:pt x="1189" y="44"/>
                  </a:lnTo>
                  <a:lnTo>
                    <a:pt x="1081" y="130"/>
                  </a:lnTo>
                  <a:lnTo>
                    <a:pt x="973" y="282"/>
                  </a:lnTo>
                  <a:lnTo>
                    <a:pt x="865" y="498"/>
                  </a:lnTo>
                  <a:lnTo>
                    <a:pt x="649" y="995"/>
                  </a:lnTo>
                  <a:lnTo>
                    <a:pt x="454" y="1600"/>
                  </a:lnTo>
                  <a:lnTo>
                    <a:pt x="260" y="2205"/>
                  </a:lnTo>
                  <a:lnTo>
                    <a:pt x="130" y="2767"/>
                  </a:lnTo>
                  <a:lnTo>
                    <a:pt x="22" y="3199"/>
                  </a:lnTo>
                  <a:lnTo>
                    <a:pt x="1" y="3480"/>
                  </a:lnTo>
                  <a:lnTo>
                    <a:pt x="1" y="3544"/>
                  </a:lnTo>
                  <a:lnTo>
                    <a:pt x="22" y="3631"/>
                  </a:lnTo>
                  <a:lnTo>
                    <a:pt x="65" y="3696"/>
                  </a:lnTo>
                  <a:lnTo>
                    <a:pt x="109" y="3761"/>
                  </a:lnTo>
                  <a:lnTo>
                    <a:pt x="260" y="3869"/>
                  </a:lnTo>
                  <a:lnTo>
                    <a:pt x="433" y="3955"/>
                  </a:lnTo>
                  <a:lnTo>
                    <a:pt x="627" y="4041"/>
                  </a:lnTo>
                  <a:lnTo>
                    <a:pt x="843" y="4085"/>
                  </a:lnTo>
                  <a:lnTo>
                    <a:pt x="1059" y="4106"/>
                  </a:lnTo>
                  <a:lnTo>
                    <a:pt x="1276" y="4106"/>
                  </a:lnTo>
                  <a:lnTo>
                    <a:pt x="1492" y="4085"/>
                  </a:lnTo>
                  <a:lnTo>
                    <a:pt x="1729" y="4041"/>
                  </a:lnTo>
                  <a:lnTo>
                    <a:pt x="1945" y="3977"/>
                  </a:lnTo>
                  <a:lnTo>
                    <a:pt x="2140" y="3890"/>
                  </a:lnTo>
                  <a:lnTo>
                    <a:pt x="2313" y="3782"/>
                  </a:lnTo>
                  <a:lnTo>
                    <a:pt x="2377" y="3717"/>
                  </a:lnTo>
                  <a:lnTo>
                    <a:pt x="2421" y="3653"/>
                  </a:lnTo>
                  <a:lnTo>
                    <a:pt x="2464" y="3566"/>
                  </a:lnTo>
                  <a:lnTo>
                    <a:pt x="2486" y="3480"/>
                  </a:lnTo>
                  <a:lnTo>
                    <a:pt x="2507" y="3393"/>
                  </a:lnTo>
                  <a:lnTo>
                    <a:pt x="2486" y="3285"/>
                  </a:lnTo>
                  <a:lnTo>
                    <a:pt x="2334" y="2529"/>
                  </a:lnTo>
                  <a:lnTo>
                    <a:pt x="2226" y="1989"/>
                  </a:lnTo>
                  <a:lnTo>
                    <a:pt x="2075" y="1405"/>
                  </a:lnTo>
                  <a:lnTo>
                    <a:pt x="1902" y="865"/>
                  </a:lnTo>
                  <a:lnTo>
                    <a:pt x="1816" y="627"/>
                  </a:lnTo>
                  <a:lnTo>
                    <a:pt x="1729" y="411"/>
                  </a:lnTo>
                  <a:lnTo>
                    <a:pt x="1621" y="239"/>
                  </a:lnTo>
                  <a:lnTo>
                    <a:pt x="1513" y="109"/>
                  </a:lnTo>
                  <a:lnTo>
                    <a:pt x="1405" y="22"/>
                  </a:lnTo>
                  <a:lnTo>
                    <a:pt x="134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32"/>
            <p:cNvSpPr/>
            <p:nvPr/>
          </p:nvSpPr>
          <p:spPr>
            <a:xfrm>
              <a:off x="16158050" y="4209200"/>
              <a:ext cx="136150" cy="136700"/>
            </a:xfrm>
            <a:custGeom>
              <a:avLst/>
              <a:gdLst/>
              <a:ahLst/>
              <a:cxnLst/>
              <a:rect l="l" t="t" r="r" b="b"/>
              <a:pathLst>
                <a:path w="5446" h="5468" extrusionOk="0">
                  <a:moveTo>
                    <a:pt x="2723" y="1"/>
                  </a:moveTo>
                  <a:lnTo>
                    <a:pt x="2442" y="22"/>
                  </a:lnTo>
                  <a:lnTo>
                    <a:pt x="2182" y="65"/>
                  </a:lnTo>
                  <a:lnTo>
                    <a:pt x="1923" y="130"/>
                  </a:lnTo>
                  <a:lnTo>
                    <a:pt x="1664" y="217"/>
                  </a:lnTo>
                  <a:lnTo>
                    <a:pt x="1426" y="346"/>
                  </a:lnTo>
                  <a:lnTo>
                    <a:pt x="1210" y="476"/>
                  </a:lnTo>
                  <a:lnTo>
                    <a:pt x="994" y="627"/>
                  </a:lnTo>
                  <a:lnTo>
                    <a:pt x="800" y="800"/>
                  </a:lnTo>
                  <a:lnTo>
                    <a:pt x="627" y="995"/>
                  </a:lnTo>
                  <a:lnTo>
                    <a:pt x="475" y="1211"/>
                  </a:lnTo>
                  <a:lnTo>
                    <a:pt x="324" y="1427"/>
                  </a:lnTo>
                  <a:lnTo>
                    <a:pt x="216" y="1664"/>
                  </a:lnTo>
                  <a:lnTo>
                    <a:pt x="130" y="1924"/>
                  </a:lnTo>
                  <a:lnTo>
                    <a:pt x="65" y="2183"/>
                  </a:lnTo>
                  <a:lnTo>
                    <a:pt x="22" y="2464"/>
                  </a:lnTo>
                  <a:lnTo>
                    <a:pt x="0" y="2745"/>
                  </a:lnTo>
                  <a:lnTo>
                    <a:pt x="22" y="3026"/>
                  </a:lnTo>
                  <a:lnTo>
                    <a:pt x="65" y="3285"/>
                  </a:lnTo>
                  <a:lnTo>
                    <a:pt x="130" y="3544"/>
                  </a:lnTo>
                  <a:lnTo>
                    <a:pt x="216" y="3803"/>
                  </a:lnTo>
                  <a:lnTo>
                    <a:pt x="324" y="4041"/>
                  </a:lnTo>
                  <a:lnTo>
                    <a:pt x="475" y="4257"/>
                  </a:lnTo>
                  <a:lnTo>
                    <a:pt x="627" y="4473"/>
                  </a:lnTo>
                  <a:lnTo>
                    <a:pt x="800" y="4668"/>
                  </a:lnTo>
                  <a:lnTo>
                    <a:pt x="994" y="4841"/>
                  </a:lnTo>
                  <a:lnTo>
                    <a:pt x="1210" y="4992"/>
                  </a:lnTo>
                  <a:lnTo>
                    <a:pt x="1426" y="5143"/>
                  </a:lnTo>
                  <a:lnTo>
                    <a:pt x="1664" y="5251"/>
                  </a:lnTo>
                  <a:lnTo>
                    <a:pt x="1923" y="5338"/>
                  </a:lnTo>
                  <a:lnTo>
                    <a:pt x="2182" y="5402"/>
                  </a:lnTo>
                  <a:lnTo>
                    <a:pt x="2442" y="5446"/>
                  </a:lnTo>
                  <a:lnTo>
                    <a:pt x="2723" y="5467"/>
                  </a:lnTo>
                  <a:lnTo>
                    <a:pt x="3004" y="5446"/>
                  </a:lnTo>
                  <a:lnTo>
                    <a:pt x="3284" y="5402"/>
                  </a:lnTo>
                  <a:lnTo>
                    <a:pt x="3544" y="5338"/>
                  </a:lnTo>
                  <a:lnTo>
                    <a:pt x="3781" y="5251"/>
                  </a:lnTo>
                  <a:lnTo>
                    <a:pt x="4019" y="5143"/>
                  </a:lnTo>
                  <a:lnTo>
                    <a:pt x="4257" y="4992"/>
                  </a:lnTo>
                  <a:lnTo>
                    <a:pt x="4451" y="4841"/>
                  </a:lnTo>
                  <a:lnTo>
                    <a:pt x="4646" y="4668"/>
                  </a:lnTo>
                  <a:lnTo>
                    <a:pt x="4840" y="4473"/>
                  </a:lnTo>
                  <a:lnTo>
                    <a:pt x="4991" y="4257"/>
                  </a:lnTo>
                  <a:lnTo>
                    <a:pt x="5121" y="4041"/>
                  </a:lnTo>
                  <a:lnTo>
                    <a:pt x="5229" y="3803"/>
                  </a:lnTo>
                  <a:lnTo>
                    <a:pt x="5337" y="3544"/>
                  </a:lnTo>
                  <a:lnTo>
                    <a:pt x="5402" y="3285"/>
                  </a:lnTo>
                  <a:lnTo>
                    <a:pt x="5445" y="3026"/>
                  </a:lnTo>
                  <a:lnTo>
                    <a:pt x="5445" y="2745"/>
                  </a:lnTo>
                  <a:lnTo>
                    <a:pt x="5445" y="2464"/>
                  </a:lnTo>
                  <a:lnTo>
                    <a:pt x="5402" y="2183"/>
                  </a:lnTo>
                  <a:lnTo>
                    <a:pt x="5337" y="1924"/>
                  </a:lnTo>
                  <a:lnTo>
                    <a:pt x="5229" y="1664"/>
                  </a:lnTo>
                  <a:lnTo>
                    <a:pt x="5121" y="1427"/>
                  </a:lnTo>
                  <a:lnTo>
                    <a:pt x="4991" y="1211"/>
                  </a:lnTo>
                  <a:lnTo>
                    <a:pt x="4840" y="995"/>
                  </a:lnTo>
                  <a:lnTo>
                    <a:pt x="4646" y="800"/>
                  </a:lnTo>
                  <a:lnTo>
                    <a:pt x="4451" y="627"/>
                  </a:lnTo>
                  <a:lnTo>
                    <a:pt x="4257" y="476"/>
                  </a:lnTo>
                  <a:lnTo>
                    <a:pt x="4019" y="346"/>
                  </a:lnTo>
                  <a:lnTo>
                    <a:pt x="3781" y="217"/>
                  </a:lnTo>
                  <a:lnTo>
                    <a:pt x="3544" y="130"/>
                  </a:lnTo>
                  <a:lnTo>
                    <a:pt x="3284" y="65"/>
                  </a:lnTo>
                  <a:lnTo>
                    <a:pt x="3004" y="22"/>
                  </a:lnTo>
                  <a:lnTo>
                    <a:pt x="27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32"/>
            <p:cNvSpPr/>
            <p:nvPr/>
          </p:nvSpPr>
          <p:spPr>
            <a:xfrm>
              <a:off x="16140225" y="3564750"/>
              <a:ext cx="180425" cy="696325"/>
            </a:xfrm>
            <a:custGeom>
              <a:avLst/>
              <a:gdLst/>
              <a:ahLst/>
              <a:cxnLst/>
              <a:rect l="l" t="t" r="r" b="b"/>
              <a:pathLst>
                <a:path w="7217" h="27853" extrusionOk="0">
                  <a:moveTo>
                    <a:pt x="0" y="1"/>
                  </a:moveTo>
                  <a:lnTo>
                    <a:pt x="130" y="3112"/>
                  </a:lnTo>
                  <a:lnTo>
                    <a:pt x="216" y="6526"/>
                  </a:lnTo>
                  <a:lnTo>
                    <a:pt x="367" y="13916"/>
                  </a:lnTo>
                  <a:lnTo>
                    <a:pt x="540" y="21306"/>
                  </a:lnTo>
                  <a:lnTo>
                    <a:pt x="627" y="24741"/>
                  </a:lnTo>
                  <a:lnTo>
                    <a:pt x="756" y="27853"/>
                  </a:lnTo>
                  <a:lnTo>
                    <a:pt x="6180" y="27853"/>
                  </a:lnTo>
                  <a:lnTo>
                    <a:pt x="6309" y="24741"/>
                  </a:lnTo>
                  <a:lnTo>
                    <a:pt x="6439" y="21306"/>
                  </a:lnTo>
                  <a:lnTo>
                    <a:pt x="6698" y="13916"/>
                  </a:lnTo>
                  <a:lnTo>
                    <a:pt x="6958" y="6526"/>
                  </a:lnTo>
                  <a:lnTo>
                    <a:pt x="7087" y="3112"/>
                  </a:lnTo>
                  <a:lnTo>
                    <a:pt x="721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32"/>
            <p:cNvSpPr/>
            <p:nvPr/>
          </p:nvSpPr>
          <p:spPr>
            <a:xfrm>
              <a:off x="16145625" y="4203800"/>
              <a:ext cx="162600" cy="68100"/>
            </a:xfrm>
            <a:custGeom>
              <a:avLst/>
              <a:gdLst/>
              <a:ahLst/>
              <a:cxnLst/>
              <a:rect l="l" t="t" r="r" b="b"/>
              <a:pathLst>
                <a:path w="6504" h="2724" extrusionOk="0">
                  <a:moveTo>
                    <a:pt x="0" y="0"/>
                  </a:moveTo>
                  <a:lnTo>
                    <a:pt x="108" y="2723"/>
                  </a:lnTo>
                  <a:lnTo>
                    <a:pt x="6396" y="2723"/>
                  </a:lnTo>
                  <a:lnTo>
                    <a:pt x="650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32"/>
            <p:cNvSpPr/>
            <p:nvPr/>
          </p:nvSpPr>
          <p:spPr>
            <a:xfrm>
              <a:off x="16286075" y="3546925"/>
              <a:ext cx="33500" cy="75650"/>
            </a:xfrm>
            <a:custGeom>
              <a:avLst/>
              <a:gdLst/>
              <a:ahLst/>
              <a:cxnLst/>
              <a:rect l="l" t="t" r="r" b="b"/>
              <a:pathLst>
                <a:path w="1340" h="3026" extrusionOk="0">
                  <a:moveTo>
                    <a:pt x="540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08" y="282"/>
                  </a:lnTo>
                  <a:lnTo>
                    <a:pt x="43" y="411"/>
                  </a:lnTo>
                  <a:lnTo>
                    <a:pt x="22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22" y="2486"/>
                  </a:lnTo>
                  <a:lnTo>
                    <a:pt x="43" y="2615"/>
                  </a:lnTo>
                  <a:lnTo>
                    <a:pt x="108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0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29" y="2961"/>
                  </a:lnTo>
                  <a:lnTo>
                    <a:pt x="1037" y="2918"/>
                  </a:lnTo>
                  <a:lnTo>
                    <a:pt x="1145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18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8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5" y="195"/>
                  </a:lnTo>
                  <a:lnTo>
                    <a:pt x="1037" y="109"/>
                  </a:lnTo>
                  <a:lnTo>
                    <a:pt x="929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32"/>
            <p:cNvSpPr/>
            <p:nvPr/>
          </p:nvSpPr>
          <p:spPr>
            <a:xfrm>
              <a:off x="16248800" y="3546925"/>
              <a:ext cx="33500" cy="75650"/>
            </a:xfrm>
            <a:custGeom>
              <a:avLst/>
              <a:gdLst/>
              <a:ahLst/>
              <a:cxnLst/>
              <a:rect l="l" t="t" r="r" b="b"/>
              <a:pathLst>
                <a:path w="1340" h="3026" extrusionOk="0">
                  <a:moveTo>
                    <a:pt x="519" y="1"/>
                  </a:moveTo>
                  <a:lnTo>
                    <a:pt x="411" y="44"/>
                  </a:lnTo>
                  <a:lnTo>
                    <a:pt x="281" y="109"/>
                  </a:lnTo>
                  <a:lnTo>
                    <a:pt x="195" y="195"/>
                  </a:lnTo>
                  <a:lnTo>
                    <a:pt x="108" y="282"/>
                  </a:lnTo>
                  <a:lnTo>
                    <a:pt x="43" y="411"/>
                  </a:lnTo>
                  <a:lnTo>
                    <a:pt x="0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0" y="2486"/>
                  </a:lnTo>
                  <a:lnTo>
                    <a:pt x="43" y="2615"/>
                  </a:lnTo>
                  <a:lnTo>
                    <a:pt x="108" y="2723"/>
                  </a:lnTo>
                  <a:lnTo>
                    <a:pt x="195" y="2831"/>
                  </a:lnTo>
                  <a:lnTo>
                    <a:pt x="281" y="2918"/>
                  </a:lnTo>
                  <a:lnTo>
                    <a:pt x="411" y="2961"/>
                  </a:lnTo>
                  <a:lnTo>
                    <a:pt x="519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29" y="2961"/>
                  </a:lnTo>
                  <a:lnTo>
                    <a:pt x="1037" y="2918"/>
                  </a:lnTo>
                  <a:lnTo>
                    <a:pt x="1145" y="2831"/>
                  </a:lnTo>
                  <a:lnTo>
                    <a:pt x="1210" y="2723"/>
                  </a:lnTo>
                  <a:lnTo>
                    <a:pt x="1275" y="2615"/>
                  </a:lnTo>
                  <a:lnTo>
                    <a:pt x="1318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8" y="519"/>
                  </a:lnTo>
                  <a:lnTo>
                    <a:pt x="1275" y="411"/>
                  </a:lnTo>
                  <a:lnTo>
                    <a:pt x="1210" y="282"/>
                  </a:lnTo>
                  <a:lnTo>
                    <a:pt x="1145" y="195"/>
                  </a:lnTo>
                  <a:lnTo>
                    <a:pt x="1037" y="109"/>
                  </a:lnTo>
                  <a:lnTo>
                    <a:pt x="929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32"/>
            <p:cNvSpPr/>
            <p:nvPr/>
          </p:nvSpPr>
          <p:spPr>
            <a:xfrm>
              <a:off x="1621097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30" y="282"/>
                  </a:lnTo>
                  <a:lnTo>
                    <a:pt x="65" y="411"/>
                  </a:lnTo>
                  <a:lnTo>
                    <a:pt x="22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22" y="2486"/>
                  </a:lnTo>
                  <a:lnTo>
                    <a:pt x="65" y="2615"/>
                  </a:lnTo>
                  <a:lnTo>
                    <a:pt x="130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0" y="3026"/>
                  </a:lnTo>
                  <a:lnTo>
                    <a:pt x="822" y="3004"/>
                  </a:lnTo>
                  <a:lnTo>
                    <a:pt x="930" y="2961"/>
                  </a:lnTo>
                  <a:lnTo>
                    <a:pt x="1059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40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40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59" y="109"/>
                  </a:lnTo>
                  <a:lnTo>
                    <a:pt x="930" y="44"/>
                  </a:lnTo>
                  <a:lnTo>
                    <a:pt x="8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32"/>
            <p:cNvSpPr/>
            <p:nvPr/>
          </p:nvSpPr>
          <p:spPr>
            <a:xfrm>
              <a:off x="16173700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66" y="411"/>
                  </a:lnTo>
                  <a:lnTo>
                    <a:pt x="22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22" y="2486"/>
                  </a:lnTo>
                  <a:lnTo>
                    <a:pt x="66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1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19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9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32"/>
            <p:cNvSpPr/>
            <p:nvPr/>
          </p:nvSpPr>
          <p:spPr>
            <a:xfrm>
              <a:off x="1613642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282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44" y="411"/>
                  </a:lnTo>
                  <a:lnTo>
                    <a:pt x="1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1" y="2486"/>
                  </a:lnTo>
                  <a:lnTo>
                    <a:pt x="44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282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1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11" y="2723"/>
                  </a:lnTo>
                  <a:lnTo>
                    <a:pt x="1276" y="2615"/>
                  </a:lnTo>
                  <a:lnTo>
                    <a:pt x="1319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9" y="519"/>
                  </a:lnTo>
                  <a:lnTo>
                    <a:pt x="1276" y="411"/>
                  </a:lnTo>
                  <a:lnTo>
                    <a:pt x="1211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32"/>
            <p:cNvSpPr/>
            <p:nvPr/>
          </p:nvSpPr>
          <p:spPr>
            <a:xfrm>
              <a:off x="16135900" y="3508575"/>
              <a:ext cx="183150" cy="55675"/>
            </a:xfrm>
            <a:custGeom>
              <a:avLst/>
              <a:gdLst/>
              <a:ahLst/>
              <a:cxnLst/>
              <a:rect l="l" t="t" r="r" b="b"/>
              <a:pathLst>
                <a:path w="7326" h="2227" extrusionOk="0">
                  <a:moveTo>
                    <a:pt x="0" y="1"/>
                  </a:moveTo>
                  <a:lnTo>
                    <a:pt x="0" y="2226"/>
                  </a:lnTo>
                  <a:lnTo>
                    <a:pt x="7325" y="2226"/>
                  </a:lnTo>
                  <a:lnTo>
                    <a:pt x="732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32"/>
            <p:cNvSpPr/>
            <p:nvPr/>
          </p:nvSpPr>
          <p:spPr>
            <a:xfrm>
              <a:off x="16485925" y="3986650"/>
              <a:ext cx="182625" cy="95625"/>
            </a:xfrm>
            <a:custGeom>
              <a:avLst/>
              <a:gdLst/>
              <a:ahLst/>
              <a:cxnLst/>
              <a:rect l="l" t="t" r="r" b="b"/>
              <a:pathLst>
                <a:path w="7305" h="3825" extrusionOk="0">
                  <a:moveTo>
                    <a:pt x="6008" y="1318"/>
                  </a:moveTo>
                  <a:lnTo>
                    <a:pt x="6008" y="2528"/>
                  </a:lnTo>
                  <a:lnTo>
                    <a:pt x="1319" y="2528"/>
                  </a:lnTo>
                  <a:lnTo>
                    <a:pt x="1319" y="1318"/>
                  </a:lnTo>
                  <a:close/>
                  <a:moveTo>
                    <a:pt x="1" y="0"/>
                  </a:moveTo>
                  <a:lnTo>
                    <a:pt x="1" y="3825"/>
                  </a:lnTo>
                  <a:lnTo>
                    <a:pt x="7304" y="3825"/>
                  </a:lnTo>
                  <a:lnTo>
                    <a:pt x="730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32"/>
            <p:cNvSpPr/>
            <p:nvPr/>
          </p:nvSpPr>
          <p:spPr>
            <a:xfrm>
              <a:off x="16851100" y="4209200"/>
              <a:ext cx="136150" cy="136700"/>
            </a:xfrm>
            <a:custGeom>
              <a:avLst/>
              <a:gdLst/>
              <a:ahLst/>
              <a:cxnLst/>
              <a:rect l="l" t="t" r="r" b="b"/>
              <a:pathLst>
                <a:path w="5446" h="5468" extrusionOk="0">
                  <a:moveTo>
                    <a:pt x="2723" y="1"/>
                  </a:moveTo>
                  <a:lnTo>
                    <a:pt x="2442" y="22"/>
                  </a:lnTo>
                  <a:lnTo>
                    <a:pt x="2183" y="65"/>
                  </a:lnTo>
                  <a:lnTo>
                    <a:pt x="1924" y="130"/>
                  </a:lnTo>
                  <a:lnTo>
                    <a:pt x="1664" y="217"/>
                  </a:lnTo>
                  <a:lnTo>
                    <a:pt x="1427" y="346"/>
                  </a:lnTo>
                  <a:lnTo>
                    <a:pt x="1211" y="476"/>
                  </a:lnTo>
                  <a:lnTo>
                    <a:pt x="994" y="627"/>
                  </a:lnTo>
                  <a:lnTo>
                    <a:pt x="800" y="800"/>
                  </a:lnTo>
                  <a:lnTo>
                    <a:pt x="627" y="995"/>
                  </a:lnTo>
                  <a:lnTo>
                    <a:pt x="454" y="1211"/>
                  </a:lnTo>
                  <a:lnTo>
                    <a:pt x="325" y="1427"/>
                  </a:lnTo>
                  <a:lnTo>
                    <a:pt x="217" y="1664"/>
                  </a:lnTo>
                  <a:lnTo>
                    <a:pt x="130" y="1924"/>
                  </a:lnTo>
                  <a:lnTo>
                    <a:pt x="44" y="2183"/>
                  </a:lnTo>
                  <a:lnTo>
                    <a:pt x="22" y="2464"/>
                  </a:lnTo>
                  <a:lnTo>
                    <a:pt x="1" y="2745"/>
                  </a:lnTo>
                  <a:lnTo>
                    <a:pt x="22" y="3026"/>
                  </a:lnTo>
                  <a:lnTo>
                    <a:pt x="44" y="3285"/>
                  </a:lnTo>
                  <a:lnTo>
                    <a:pt x="130" y="3544"/>
                  </a:lnTo>
                  <a:lnTo>
                    <a:pt x="217" y="3803"/>
                  </a:lnTo>
                  <a:lnTo>
                    <a:pt x="325" y="4041"/>
                  </a:lnTo>
                  <a:lnTo>
                    <a:pt x="454" y="4257"/>
                  </a:lnTo>
                  <a:lnTo>
                    <a:pt x="627" y="4473"/>
                  </a:lnTo>
                  <a:lnTo>
                    <a:pt x="800" y="4668"/>
                  </a:lnTo>
                  <a:lnTo>
                    <a:pt x="994" y="4841"/>
                  </a:lnTo>
                  <a:lnTo>
                    <a:pt x="1211" y="4992"/>
                  </a:lnTo>
                  <a:lnTo>
                    <a:pt x="1427" y="5143"/>
                  </a:lnTo>
                  <a:lnTo>
                    <a:pt x="1664" y="5251"/>
                  </a:lnTo>
                  <a:lnTo>
                    <a:pt x="1924" y="5338"/>
                  </a:lnTo>
                  <a:lnTo>
                    <a:pt x="2183" y="5402"/>
                  </a:lnTo>
                  <a:lnTo>
                    <a:pt x="2442" y="5446"/>
                  </a:lnTo>
                  <a:lnTo>
                    <a:pt x="2723" y="5467"/>
                  </a:lnTo>
                  <a:lnTo>
                    <a:pt x="3004" y="5446"/>
                  </a:lnTo>
                  <a:lnTo>
                    <a:pt x="3285" y="5402"/>
                  </a:lnTo>
                  <a:lnTo>
                    <a:pt x="3544" y="5338"/>
                  </a:lnTo>
                  <a:lnTo>
                    <a:pt x="3782" y="5251"/>
                  </a:lnTo>
                  <a:lnTo>
                    <a:pt x="4020" y="5143"/>
                  </a:lnTo>
                  <a:lnTo>
                    <a:pt x="4257" y="4992"/>
                  </a:lnTo>
                  <a:lnTo>
                    <a:pt x="4452" y="4841"/>
                  </a:lnTo>
                  <a:lnTo>
                    <a:pt x="4646" y="4668"/>
                  </a:lnTo>
                  <a:lnTo>
                    <a:pt x="4841" y="4473"/>
                  </a:lnTo>
                  <a:lnTo>
                    <a:pt x="4992" y="4257"/>
                  </a:lnTo>
                  <a:lnTo>
                    <a:pt x="5121" y="4041"/>
                  </a:lnTo>
                  <a:lnTo>
                    <a:pt x="5230" y="3803"/>
                  </a:lnTo>
                  <a:lnTo>
                    <a:pt x="5338" y="3544"/>
                  </a:lnTo>
                  <a:lnTo>
                    <a:pt x="5402" y="3285"/>
                  </a:lnTo>
                  <a:lnTo>
                    <a:pt x="5446" y="3026"/>
                  </a:lnTo>
                  <a:lnTo>
                    <a:pt x="5446" y="2745"/>
                  </a:lnTo>
                  <a:lnTo>
                    <a:pt x="5446" y="2464"/>
                  </a:lnTo>
                  <a:lnTo>
                    <a:pt x="5402" y="2183"/>
                  </a:lnTo>
                  <a:lnTo>
                    <a:pt x="5338" y="1924"/>
                  </a:lnTo>
                  <a:lnTo>
                    <a:pt x="5230" y="1664"/>
                  </a:lnTo>
                  <a:lnTo>
                    <a:pt x="5121" y="1427"/>
                  </a:lnTo>
                  <a:lnTo>
                    <a:pt x="4992" y="1211"/>
                  </a:lnTo>
                  <a:lnTo>
                    <a:pt x="4841" y="995"/>
                  </a:lnTo>
                  <a:lnTo>
                    <a:pt x="4646" y="800"/>
                  </a:lnTo>
                  <a:lnTo>
                    <a:pt x="4452" y="627"/>
                  </a:lnTo>
                  <a:lnTo>
                    <a:pt x="4257" y="476"/>
                  </a:lnTo>
                  <a:lnTo>
                    <a:pt x="4020" y="346"/>
                  </a:lnTo>
                  <a:lnTo>
                    <a:pt x="3782" y="217"/>
                  </a:lnTo>
                  <a:lnTo>
                    <a:pt x="3544" y="130"/>
                  </a:lnTo>
                  <a:lnTo>
                    <a:pt x="3285" y="65"/>
                  </a:lnTo>
                  <a:lnTo>
                    <a:pt x="3004" y="22"/>
                  </a:lnTo>
                  <a:lnTo>
                    <a:pt x="27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32"/>
            <p:cNvSpPr/>
            <p:nvPr/>
          </p:nvSpPr>
          <p:spPr>
            <a:xfrm>
              <a:off x="16824625" y="3564750"/>
              <a:ext cx="180450" cy="696325"/>
            </a:xfrm>
            <a:custGeom>
              <a:avLst/>
              <a:gdLst/>
              <a:ahLst/>
              <a:cxnLst/>
              <a:rect l="l" t="t" r="r" b="b"/>
              <a:pathLst>
                <a:path w="7218" h="27853" extrusionOk="0">
                  <a:moveTo>
                    <a:pt x="1" y="1"/>
                  </a:moveTo>
                  <a:lnTo>
                    <a:pt x="130" y="3112"/>
                  </a:lnTo>
                  <a:lnTo>
                    <a:pt x="260" y="6526"/>
                  </a:lnTo>
                  <a:lnTo>
                    <a:pt x="519" y="13916"/>
                  </a:lnTo>
                  <a:lnTo>
                    <a:pt x="779" y="21306"/>
                  </a:lnTo>
                  <a:lnTo>
                    <a:pt x="908" y="24741"/>
                  </a:lnTo>
                  <a:lnTo>
                    <a:pt x="1038" y="27853"/>
                  </a:lnTo>
                  <a:lnTo>
                    <a:pt x="6483" y="27853"/>
                  </a:lnTo>
                  <a:lnTo>
                    <a:pt x="6591" y="24741"/>
                  </a:lnTo>
                  <a:lnTo>
                    <a:pt x="6699" y="21306"/>
                  </a:lnTo>
                  <a:lnTo>
                    <a:pt x="6850" y="13916"/>
                  </a:lnTo>
                  <a:lnTo>
                    <a:pt x="7002" y="6526"/>
                  </a:lnTo>
                  <a:lnTo>
                    <a:pt x="7110" y="3112"/>
                  </a:lnTo>
                  <a:lnTo>
                    <a:pt x="721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32"/>
            <p:cNvSpPr/>
            <p:nvPr/>
          </p:nvSpPr>
          <p:spPr>
            <a:xfrm>
              <a:off x="16837050" y="4203800"/>
              <a:ext cx="162625" cy="68100"/>
            </a:xfrm>
            <a:custGeom>
              <a:avLst/>
              <a:gdLst/>
              <a:ahLst/>
              <a:cxnLst/>
              <a:rect l="l" t="t" r="r" b="b"/>
              <a:pathLst>
                <a:path w="6505" h="2724" extrusionOk="0">
                  <a:moveTo>
                    <a:pt x="1" y="0"/>
                  </a:moveTo>
                  <a:lnTo>
                    <a:pt x="130" y="2723"/>
                  </a:lnTo>
                  <a:lnTo>
                    <a:pt x="6397" y="2723"/>
                  </a:lnTo>
                  <a:lnTo>
                    <a:pt x="650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32"/>
            <p:cNvSpPr/>
            <p:nvPr/>
          </p:nvSpPr>
          <p:spPr>
            <a:xfrm>
              <a:off x="16825700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31" y="282"/>
                  </a:lnTo>
                  <a:lnTo>
                    <a:pt x="66" y="411"/>
                  </a:lnTo>
                  <a:lnTo>
                    <a:pt x="23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23" y="2486"/>
                  </a:lnTo>
                  <a:lnTo>
                    <a:pt x="66" y="2615"/>
                  </a:lnTo>
                  <a:lnTo>
                    <a:pt x="131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1" y="3026"/>
                  </a:lnTo>
                  <a:lnTo>
                    <a:pt x="822" y="3004"/>
                  </a:lnTo>
                  <a:lnTo>
                    <a:pt x="930" y="2961"/>
                  </a:lnTo>
                  <a:lnTo>
                    <a:pt x="1060" y="2918"/>
                  </a:lnTo>
                  <a:lnTo>
                    <a:pt x="1146" y="2831"/>
                  </a:lnTo>
                  <a:lnTo>
                    <a:pt x="1233" y="2723"/>
                  </a:lnTo>
                  <a:lnTo>
                    <a:pt x="1297" y="2615"/>
                  </a:lnTo>
                  <a:lnTo>
                    <a:pt x="1341" y="2486"/>
                  </a:lnTo>
                  <a:lnTo>
                    <a:pt x="1341" y="2356"/>
                  </a:lnTo>
                  <a:lnTo>
                    <a:pt x="1341" y="671"/>
                  </a:lnTo>
                  <a:lnTo>
                    <a:pt x="1341" y="519"/>
                  </a:lnTo>
                  <a:lnTo>
                    <a:pt x="1297" y="411"/>
                  </a:lnTo>
                  <a:lnTo>
                    <a:pt x="1233" y="282"/>
                  </a:lnTo>
                  <a:lnTo>
                    <a:pt x="1146" y="195"/>
                  </a:lnTo>
                  <a:lnTo>
                    <a:pt x="1060" y="109"/>
                  </a:lnTo>
                  <a:lnTo>
                    <a:pt x="930" y="44"/>
                  </a:lnTo>
                  <a:lnTo>
                    <a:pt x="8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32"/>
            <p:cNvSpPr/>
            <p:nvPr/>
          </p:nvSpPr>
          <p:spPr>
            <a:xfrm>
              <a:off x="1686352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19" y="1"/>
                  </a:moveTo>
                  <a:lnTo>
                    <a:pt x="411" y="44"/>
                  </a:lnTo>
                  <a:lnTo>
                    <a:pt x="281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44" y="411"/>
                  </a:lnTo>
                  <a:lnTo>
                    <a:pt x="0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0" y="2486"/>
                  </a:lnTo>
                  <a:lnTo>
                    <a:pt x="44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281" y="2918"/>
                  </a:lnTo>
                  <a:lnTo>
                    <a:pt x="411" y="2961"/>
                  </a:lnTo>
                  <a:lnTo>
                    <a:pt x="519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11" y="2723"/>
                  </a:lnTo>
                  <a:lnTo>
                    <a:pt x="1275" y="2615"/>
                  </a:lnTo>
                  <a:lnTo>
                    <a:pt x="1319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9" y="519"/>
                  </a:lnTo>
                  <a:lnTo>
                    <a:pt x="1275" y="411"/>
                  </a:lnTo>
                  <a:lnTo>
                    <a:pt x="1211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32"/>
            <p:cNvSpPr/>
            <p:nvPr/>
          </p:nvSpPr>
          <p:spPr>
            <a:xfrm>
              <a:off x="16900800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08" y="282"/>
                  </a:lnTo>
                  <a:lnTo>
                    <a:pt x="44" y="411"/>
                  </a:lnTo>
                  <a:lnTo>
                    <a:pt x="22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22" y="2486"/>
                  </a:lnTo>
                  <a:lnTo>
                    <a:pt x="44" y="2615"/>
                  </a:lnTo>
                  <a:lnTo>
                    <a:pt x="108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75" y="2615"/>
                  </a:lnTo>
                  <a:lnTo>
                    <a:pt x="1318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8" y="519"/>
                  </a:lnTo>
                  <a:lnTo>
                    <a:pt x="1275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32"/>
            <p:cNvSpPr/>
            <p:nvPr/>
          </p:nvSpPr>
          <p:spPr>
            <a:xfrm>
              <a:off x="16938075" y="3546925"/>
              <a:ext cx="33500" cy="75650"/>
            </a:xfrm>
            <a:custGeom>
              <a:avLst/>
              <a:gdLst/>
              <a:ahLst/>
              <a:cxnLst/>
              <a:rect l="l" t="t" r="r" b="b"/>
              <a:pathLst>
                <a:path w="1340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30" y="282"/>
                  </a:lnTo>
                  <a:lnTo>
                    <a:pt x="65" y="411"/>
                  </a:lnTo>
                  <a:lnTo>
                    <a:pt x="22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22" y="2486"/>
                  </a:lnTo>
                  <a:lnTo>
                    <a:pt x="65" y="2615"/>
                  </a:lnTo>
                  <a:lnTo>
                    <a:pt x="130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29" y="2961"/>
                  </a:lnTo>
                  <a:lnTo>
                    <a:pt x="1059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40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40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59" y="109"/>
                  </a:lnTo>
                  <a:lnTo>
                    <a:pt x="929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32"/>
            <p:cNvSpPr/>
            <p:nvPr/>
          </p:nvSpPr>
          <p:spPr>
            <a:xfrm>
              <a:off x="1697587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19" y="1"/>
                  </a:moveTo>
                  <a:lnTo>
                    <a:pt x="390" y="44"/>
                  </a:lnTo>
                  <a:lnTo>
                    <a:pt x="282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44" y="411"/>
                  </a:lnTo>
                  <a:lnTo>
                    <a:pt x="1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1" y="2486"/>
                  </a:lnTo>
                  <a:lnTo>
                    <a:pt x="44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282" y="2918"/>
                  </a:lnTo>
                  <a:lnTo>
                    <a:pt x="390" y="2961"/>
                  </a:lnTo>
                  <a:lnTo>
                    <a:pt x="519" y="3004"/>
                  </a:lnTo>
                  <a:lnTo>
                    <a:pt x="671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24" y="2831"/>
                  </a:lnTo>
                  <a:lnTo>
                    <a:pt x="1211" y="2723"/>
                  </a:lnTo>
                  <a:lnTo>
                    <a:pt x="1276" y="2615"/>
                  </a:lnTo>
                  <a:lnTo>
                    <a:pt x="1319" y="2486"/>
                  </a:lnTo>
                  <a:lnTo>
                    <a:pt x="1341" y="2356"/>
                  </a:lnTo>
                  <a:lnTo>
                    <a:pt x="1341" y="671"/>
                  </a:lnTo>
                  <a:lnTo>
                    <a:pt x="1319" y="519"/>
                  </a:lnTo>
                  <a:lnTo>
                    <a:pt x="1276" y="411"/>
                  </a:lnTo>
                  <a:lnTo>
                    <a:pt x="1211" y="282"/>
                  </a:lnTo>
                  <a:lnTo>
                    <a:pt x="1124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32"/>
            <p:cNvSpPr/>
            <p:nvPr/>
          </p:nvSpPr>
          <p:spPr>
            <a:xfrm>
              <a:off x="16826250" y="3508575"/>
              <a:ext cx="183150" cy="55675"/>
            </a:xfrm>
            <a:custGeom>
              <a:avLst/>
              <a:gdLst/>
              <a:ahLst/>
              <a:cxnLst/>
              <a:rect l="l" t="t" r="r" b="b"/>
              <a:pathLst>
                <a:path w="7326" h="2227" extrusionOk="0">
                  <a:moveTo>
                    <a:pt x="1" y="1"/>
                  </a:moveTo>
                  <a:lnTo>
                    <a:pt x="1" y="2226"/>
                  </a:lnTo>
                  <a:lnTo>
                    <a:pt x="7326" y="2226"/>
                  </a:lnTo>
                  <a:lnTo>
                    <a:pt x="732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32"/>
            <p:cNvSpPr/>
            <p:nvPr/>
          </p:nvSpPr>
          <p:spPr>
            <a:xfrm>
              <a:off x="16573450" y="2853325"/>
              <a:ext cx="20550" cy="21100"/>
            </a:xfrm>
            <a:custGeom>
              <a:avLst/>
              <a:gdLst/>
              <a:ahLst/>
              <a:cxnLst/>
              <a:rect l="l" t="t" r="r" b="b"/>
              <a:pathLst>
                <a:path w="822" h="844" extrusionOk="0">
                  <a:moveTo>
                    <a:pt x="432" y="1"/>
                  </a:moveTo>
                  <a:lnTo>
                    <a:pt x="346" y="22"/>
                  </a:lnTo>
                  <a:lnTo>
                    <a:pt x="260" y="44"/>
                  </a:lnTo>
                  <a:lnTo>
                    <a:pt x="195" y="87"/>
                  </a:lnTo>
                  <a:lnTo>
                    <a:pt x="130" y="130"/>
                  </a:lnTo>
                  <a:lnTo>
                    <a:pt x="65" y="195"/>
                  </a:lnTo>
                  <a:lnTo>
                    <a:pt x="22" y="260"/>
                  </a:lnTo>
                  <a:lnTo>
                    <a:pt x="0" y="346"/>
                  </a:lnTo>
                  <a:lnTo>
                    <a:pt x="0" y="454"/>
                  </a:lnTo>
                  <a:lnTo>
                    <a:pt x="0" y="584"/>
                  </a:lnTo>
                  <a:lnTo>
                    <a:pt x="43" y="670"/>
                  </a:lnTo>
                  <a:lnTo>
                    <a:pt x="108" y="757"/>
                  </a:lnTo>
                  <a:lnTo>
                    <a:pt x="195" y="800"/>
                  </a:lnTo>
                  <a:lnTo>
                    <a:pt x="303" y="843"/>
                  </a:lnTo>
                  <a:lnTo>
                    <a:pt x="411" y="843"/>
                  </a:lnTo>
                  <a:lnTo>
                    <a:pt x="519" y="822"/>
                  </a:lnTo>
                  <a:lnTo>
                    <a:pt x="605" y="778"/>
                  </a:lnTo>
                  <a:lnTo>
                    <a:pt x="692" y="714"/>
                  </a:lnTo>
                  <a:lnTo>
                    <a:pt x="757" y="627"/>
                  </a:lnTo>
                  <a:lnTo>
                    <a:pt x="800" y="519"/>
                  </a:lnTo>
                  <a:lnTo>
                    <a:pt x="821" y="411"/>
                  </a:lnTo>
                  <a:lnTo>
                    <a:pt x="821" y="303"/>
                  </a:lnTo>
                  <a:lnTo>
                    <a:pt x="800" y="217"/>
                  </a:lnTo>
                  <a:lnTo>
                    <a:pt x="735" y="130"/>
                  </a:lnTo>
                  <a:lnTo>
                    <a:pt x="670" y="65"/>
                  </a:lnTo>
                  <a:lnTo>
                    <a:pt x="562" y="22"/>
                  </a:lnTo>
                  <a:lnTo>
                    <a:pt x="43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32"/>
            <p:cNvSpPr/>
            <p:nvPr/>
          </p:nvSpPr>
          <p:spPr>
            <a:xfrm>
              <a:off x="1639572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extrusionOk="0">
                  <a:moveTo>
                    <a:pt x="1102" y="1"/>
                  </a:moveTo>
                  <a:lnTo>
                    <a:pt x="886" y="23"/>
                  </a:lnTo>
                  <a:lnTo>
                    <a:pt x="670" y="66"/>
                  </a:lnTo>
                  <a:lnTo>
                    <a:pt x="497" y="131"/>
                  </a:lnTo>
                  <a:lnTo>
                    <a:pt x="325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5" y="1362"/>
                  </a:lnTo>
                  <a:lnTo>
                    <a:pt x="497" y="1449"/>
                  </a:lnTo>
                  <a:lnTo>
                    <a:pt x="670" y="1535"/>
                  </a:lnTo>
                  <a:lnTo>
                    <a:pt x="886" y="1578"/>
                  </a:lnTo>
                  <a:lnTo>
                    <a:pt x="1102" y="1600"/>
                  </a:lnTo>
                  <a:lnTo>
                    <a:pt x="1340" y="1578"/>
                  </a:lnTo>
                  <a:lnTo>
                    <a:pt x="1535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40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40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35" y="66"/>
                  </a:lnTo>
                  <a:lnTo>
                    <a:pt x="1340" y="23"/>
                  </a:lnTo>
                  <a:lnTo>
                    <a:pt x="11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32"/>
            <p:cNvSpPr/>
            <p:nvPr/>
          </p:nvSpPr>
          <p:spPr>
            <a:xfrm>
              <a:off x="1639572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fill="none" extrusionOk="0">
                  <a:moveTo>
                    <a:pt x="1102" y="1"/>
                  </a:moveTo>
                  <a:lnTo>
                    <a:pt x="1102" y="1"/>
                  </a:lnTo>
                  <a:lnTo>
                    <a:pt x="886" y="23"/>
                  </a:lnTo>
                  <a:lnTo>
                    <a:pt x="670" y="66"/>
                  </a:lnTo>
                  <a:lnTo>
                    <a:pt x="497" y="131"/>
                  </a:lnTo>
                  <a:lnTo>
                    <a:pt x="325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5" y="1362"/>
                  </a:lnTo>
                  <a:lnTo>
                    <a:pt x="497" y="1449"/>
                  </a:lnTo>
                  <a:lnTo>
                    <a:pt x="670" y="1535"/>
                  </a:lnTo>
                  <a:lnTo>
                    <a:pt x="886" y="1578"/>
                  </a:lnTo>
                  <a:lnTo>
                    <a:pt x="1102" y="1600"/>
                  </a:lnTo>
                  <a:lnTo>
                    <a:pt x="1102" y="1600"/>
                  </a:lnTo>
                  <a:lnTo>
                    <a:pt x="1340" y="1578"/>
                  </a:lnTo>
                  <a:lnTo>
                    <a:pt x="1535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40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40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35" y="66"/>
                  </a:lnTo>
                  <a:lnTo>
                    <a:pt x="1340" y="23"/>
                  </a:lnTo>
                  <a:lnTo>
                    <a:pt x="110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32"/>
            <p:cNvSpPr/>
            <p:nvPr/>
          </p:nvSpPr>
          <p:spPr>
            <a:xfrm>
              <a:off x="1670417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extrusionOk="0">
                  <a:moveTo>
                    <a:pt x="1124" y="1"/>
                  </a:moveTo>
                  <a:lnTo>
                    <a:pt x="886" y="23"/>
                  </a:lnTo>
                  <a:lnTo>
                    <a:pt x="692" y="66"/>
                  </a:lnTo>
                  <a:lnTo>
                    <a:pt x="497" y="131"/>
                  </a:lnTo>
                  <a:lnTo>
                    <a:pt x="324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4" y="1362"/>
                  </a:lnTo>
                  <a:lnTo>
                    <a:pt x="497" y="1449"/>
                  </a:lnTo>
                  <a:lnTo>
                    <a:pt x="692" y="1535"/>
                  </a:lnTo>
                  <a:lnTo>
                    <a:pt x="886" y="1578"/>
                  </a:lnTo>
                  <a:lnTo>
                    <a:pt x="1124" y="1600"/>
                  </a:lnTo>
                  <a:lnTo>
                    <a:pt x="1340" y="1578"/>
                  </a:lnTo>
                  <a:lnTo>
                    <a:pt x="1556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39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39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56" y="66"/>
                  </a:lnTo>
                  <a:lnTo>
                    <a:pt x="1340" y="23"/>
                  </a:lnTo>
                  <a:lnTo>
                    <a:pt x="11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32"/>
            <p:cNvSpPr/>
            <p:nvPr/>
          </p:nvSpPr>
          <p:spPr>
            <a:xfrm>
              <a:off x="1670417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fill="none" extrusionOk="0">
                  <a:moveTo>
                    <a:pt x="1124" y="1"/>
                  </a:moveTo>
                  <a:lnTo>
                    <a:pt x="1124" y="1"/>
                  </a:lnTo>
                  <a:lnTo>
                    <a:pt x="886" y="23"/>
                  </a:lnTo>
                  <a:lnTo>
                    <a:pt x="692" y="66"/>
                  </a:lnTo>
                  <a:lnTo>
                    <a:pt x="497" y="131"/>
                  </a:lnTo>
                  <a:lnTo>
                    <a:pt x="324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4" y="1362"/>
                  </a:lnTo>
                  <a:lnTo>
                    <a:pt x="497" y="1449"/>
                  </a:lnTo>
                  <a:lnTo>
                    <a:pt x="692" y="1535"/>
                  </a:lnTo>
                  <a:lnTo>
                    <a:pt x="886" y="1578"/>
                  </a:lnTo>
                  <a:lnTo>
                    <a:pt x="1124" y="1600"/>
                  </a:lnTo>
                  <a:lnTo>
                    <a:pt x="1124" y="1600"/>
                  </a:lnTo>
                  <a:lnTo>
                    <a:pt x="1340" y="1578"/>
                  </a:lnTo>
                  <a:lnTo>
                    <a:pt x="1556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39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39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56" y="66"/>
                  </a:lnTo>
                  <a:lnTo>
                    <a:pt x="1340" y="23"/>
                  </a:lnTo>
                  <a:lnTo>
                    <a:pt x="112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89" name="Google Shape;6989;p32"/>
          <p:cNvGrpSpPr/>
          <p:nvPr/>
        </p:nvGrpSpPr>
        <p:grpSpPr>
          <a:xfrm>
            <a:off x="6764813" y="-77375"/>
            <a:ext cx="260625" cy="1230500"/>
            <a:chOff x="6815325" y="0"/>
            <a:chExt cx="260625" cy="1230500"/>
          </a:xfrm>
        </p:grpSpPr>
        <p:sp>
          <p:nvSpPr>
            <p:cNvPr id="6990" name="Google Shape;6990;p32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extrusionOk="0">
                  <a:moveTo>
                    <a:pt x="1" y="36662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32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fill="none" extrusionOk="0">
                  <a:moveTo>
                    <a:pt x="1" y="36662"/>
                  </a:moveTo>
                  <a:lnTo>
                    <a:pt x="1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32"/>
            <p:cNvSpPr/>
            <p:nvPr/>
          </p:nvSpPr>
          <p:spPr>
            <a:xfrm>
              <a:off x="6933275" y="0"/>
              <a:ext cx="19675" cy="916575"/>
            </a:xfrm>
            <a:custGeom>
              <a:avLst/>
              <a:gdLst/>
              <a:ahLst/>
              <a:cxnLst/>
              <a:rect l="l" t="t" r="r" b="b"/>
              <a:pathLst>
                <a:path w="787" h="36663" extrusionOk="0">
                  <a:moveTo>
                    <a:pt x="0" y="0"/>
                  </a:moveTo>
                  <a:lnTo>
                    <a:pt x="0" y="36662"/>
                  </a:lnTo>
                  <a:lnTo>
                    <a:pt x="787" y="366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32"/>
            <p:cNvSpPr/>
            <p:nvPr/>
          </p:nvSpPr>
          <p:spPr>
            <a:xfrm>
              <a:off x="6815325" y="847475"/>
              <a:ext cx="260625" cy="383025"/>
            </a:xfrm>
            <a:custGeom>
              <a:avLst/>
              <a:gdLst/>
              <a:ahLst/>
              <a:cxnLst/>
              <a:rect l="l" t="t" r="r" b="b"/>
              <a:pathLst>
                <a:path w="10425" h="15321" extrusionOk="0">
                  <a:moveTo>
                    <a:pt x="7077" y="0"/>
                  </a:moveTo>
                  <a:lnTo>
                    <a:pt x="6718" y="23"/>
                  </a:lnTo>
                  <a:lnTo>
                    <a:pt x="6358" y="45"/>
                  </a:lnTo>
                  <a:lnTo>
                    <a:pt x="5999" y="90"/>
                  </a:lnTo>
                  <a:lnTo>
                    <a:pt x="5662" y="157"/>
                  </a:lnTo>
                  <a:lnTo>
                    <a:pt x="5303" y="247"/>
                  </a:lnTo>
                  <a:lnTo>
                    <a:pt x="4966" y="360"/>
                  </a:lnTo>
                  <a:lnTo>
                    <a:pt x="4651" y="472"/>
                  </a:lnTo>
                  <a:lnTo>
                    <a:pt x="4314" y="607"/>
                  </a:lnTo>
                  <a:lnTo>
                    <a:pt x="4000" y="764"/>
                  </a:lnTo>
                  <a:lnTo>
                    <a:pt x="3708" y="944"/>
                  </a:lnTo>
                  <a:lnTo>
                    <a:pt x="3416" y="1123"/>
                  </a:lnTo>
                  <a:lnTo>
                    <a:pt x="3123" y="1326"/>
                  </a:lnTo>
                  <a:lnTo>
                    <a:pt x="2831" y="1528"/>
                  </a:lnTo>
                  <a:lnTo>
                    <a:pt x="2584" y="1752"/>
                  </a:lnTo>
                  <a:lnTo>
                    <a:pt x="2315" y="1999"/>
                  </a:lnTo>
                  <a:lnTo>
                    <a:pt x="2068" y="2247"/>
                  </a:lnTo>
                  <a:lnTo>
                    <a:pt x="1843" y="2516"/>
                  </a:lnTo>
                  <a:lnTo>
                    <a:pt x="1618" y="2808"/>
                  </a:lnTo>
                  <a:lnTo>
                    <a:pt x="1394" y="3078"/>
                  </a:lnTo>
                  <a:lnTo>
                    <a:pt x="1214" y="3392"/>
                  </a:lnTo>
                  <a:lnTo>
                    <a:pt x="1012" y="3707"/>
                  </a:lnTo>
                  <a:lnTo>
                    <a:pt x="855" y="4021"/>
                  </a:lnTo>
                  <a:lnTo>
                    <a:pt x="697" y="4336"/>
                  </a:lnTo>
                  <a:lnTo>
                    <a:pt x="563" y="4695"/>
                  </a:lnTo>
                  <a:lnTo>
                    <a:pt x="428" y="5032"/>
                  </a:lnTo>
                  <a:lnTo>
                    <a:pt x="315" y="5392"/>
                  </a:lnTo>
                  <a:lnTo>
                    <a:pt x="226" y="5751"/>
                  </a:lnTo>
                  <a:lnTo>
                    <a:pt x="136" y="6110"/>
                  </a:lnTo>
                  <a:lnTo>
                    <a:pt x="68" y="6492"/>
                  </a:lnTo>
                  <a:lnTo>
                    <a:pt x="23" y="6874"/>
                  </a:lnTo>
                  <a:lnTo>
                    <a:pt x="1" y="7256"/>
                  </a:lnTo>
                  <a:lnTo>
                    <a:pt x="1" y="7661"/>
                  </a:lnTo>
                  <a:lnTo>
                    <a:pt x="1" y="8042"/>
                  </a:lnTo>
                  <a:lnTo>
                    <a:pt x="23" y="8447"/>
                  </a:lnTo>
                  <a:lnTo>
                    <a:pt x="68" y="8829"/>
                  </a:lnTo>
                  <a:lnTo>
                    <a:pt x="136" y="9211"/>
                  </a:lnTo>
                  <a:lnTo>
                    <a:pt x="226" y="9570"/>
                  </a:lnTo>
                  <a:lnTo>
                    <a:pt x="315" y="9929"/>
                  </a:lnTo>
                  <a:lnTo>
                    <a:pt x="428" y="10289"/>
                  </a:lnTo>
                  <a:lnTo>
                    <a:pt x="563" y="10648"/>
                  </a:lnTo>
                  <a:lnTo>
                    <a:pt x="697" y="10985"/>
                  </a:lnTo>
                  <a:lnTo>
                    <a:pt x="855" y="11322"/>
                  </a:lnTo>
                  <a:lnTo>
                    <a:pt x="1012" y="11637"/>
                  </a:lnTo>
                  <a:lnTo>
                    <a:pt x="1214" y="11951"/>
                  </a:lnTo>
                  <a:lnTo>
                    <a:pt x="1394" y="12243"/>
                  </a:lnTo>
                  <a:lnTo>
                    <a:pt x="1618" y="12535"/>
                  </a:lnTo>
                  <a:lnTo>
                    <a:pt x="1843" y="12805"/>
                  </a:lnTo>
                  <a:lnTo>
                    <a:pt x="2068" y="13075"/>
                  </a:lnTo>
                  <a:lnTo>
                    <a:pt x="2315" y="13344"/>
                  </a:lnTo>
                  <a:lnTo>
                    <a:pt x="2584" y="13569"/>
                  </a:lnTo>
                  <a:lnTo>
                    <a:pt x="2831" y="13793"/>
                  </a:lnTo>
                  <a:lnTo>
                    <a:pt x="3123" y="14018"/>
                  </a:lnTo>
                  <a:lnTo>
                    <a:pt x="3416" y="14220"/>
                  </a:lnTo>
                  <a:lnTo>
                    <a:pt x="3708" y="14400"/>
                  </a:lnTo>
                  <a:lnTo>
                    <a:pt x="4000" y="14580"/>
                  </a:lnTo>
                  <a:lnTo>
                    <a:pt x="4314" y="14714"/>
                  </a:lnTo>
                  <a:lnTo>
                    <a:pt x="4651" y="14872"/>
                  </a:lnTo>
                  <a:lnTo>
                    <a:pt x="4966" y="14984"/>
                  </a:lnTo>
                  <a:lnTo>
                    <a:pt x="5303" y="15074"/>
                  </a:lnTo>
                  <a:lnTo>
                    <a:pt x="5662" y="15164"/>
                  </a:lnTo>
                  <a:lnTo>
                    <a:pt x="5999" y="15231"/>
                  </a:lnTo>
                  <a:lnTo>
                    <a:pt x="6358" y="15276"/>
                  </a:lnTo>
                  <a:lnTo>
                    <a:pt x="6718" y="15321"/>
                  </a:lnTo>
                  <a:lnTo>
                    <a:pt x="7504" y="15321"/>
                  </a:lnTo>
                  <a:lnTo>
                    <a:pt x="7931" y="15276"/>
                  </a:lnTo>
                  <a:lnTo>
                    <a:pt x="8335" y="15209"/>
                  </a:lnTo>
                  <a:lnTo>
                    <a:pt x="8762" y="15119"/>
                  </a:lnTo>
                  <a:lnTo>
                    <a:pt x="9144" y="14984"/>
                  </a:lnTo>
                  <a:lnTo>
                    <a:pt x="9548" y="14849"/>
                  </a:lnTo>
                  <a:lnTo>
                    <a:pt x="9908" y="14692"/>
                  </a:lnTo>
                  <a:lnTo>
                    <a:pt x="10267" y="14512"/>
                  </a:lnTo>
                  <a:lnTo>
                    <a:pt x="9863" y="14243"/>
                  </a:lnTo>
                  <a:lnTo>
                    <a:pt x="9481" y="13951"/>
                  </a:lnTo>
                  <a:lnTo>
                    <a:pt x="9122" y="13636"/>
                  </a:lnTo>
                  <a:lnTo>
                    <a:pt x="8762" y="13299"/>
                  </a:lnTo>
                  <a:lnTo>
                    <a:pt x="8425" y="12940"/>
                  </a:lnTo>
                  <a:lnTo>
                    <a:pt x="8133" y="12558"/>
                  </a:lnTo>
                  <a:lnTo>
                    <a:pt x="7841" y="12153"/>
                  </a:lnTo>
                  <a:lnTo>
                    <a:pt x="7594" y="11727"/>
                  </a:lnTo>
                  <a:lnTo>
                    <a:pt x="7347" y="11300"/>
                  </a:lnTo>
                  <a:lnTo>
                    <a:pt x="7145" y="10828"/>
                  </a:lnTo>
                  <a:lnTo>
                    <a:pt x="6987" y="10356"/>
                  </a:lnTo>
                  <a:lnTo>
                    <a:pt x="6830" y="9862"/>
                  </a:lnTo>
                  <a:lnTo>
                    <a:pt x="6718" y="9345"/>
                  </a:lnTo>
                  <a:lnTo>
                    <a:pt x="6628" y="8829"/>
                  </a:lnTo>
                  <a:lnTo>
                    <a:pt x="6583" y="8290"/>
                  </a:lnTo>
                  <a:lnTo>
                    <a:pt x="6561" y="7750"/>
                  </a:lnTo>
                  <a:lnTo>
                    <a:pt x="6583" y="7211"/>
                  </a:lnTo>
                  <a:lnTo>
                    <a:pt x="6628" y="6650"/>
                  </a:lnTo>
                  <a:lnTo>
                    <a:pt x="6718" y="6133"/>
                  </a:lnTo>
                  <a:lnTo>
                    <a:pt x="6830" y="5616"/>
                  </a:lnTo>
                  <a:lnTo>
                    <a:pt x="6987" y="5100"/>
                  </a:lnTo>
                  <a:lnTo>
                    <a:pt x="7167" y="4605"/>
                  </a:lnTo>
                  <a:lnTo>
                    <a:pt x="7392" y="4134"/>
                  </a:lnTo>
                  <a:lnTo>
                    <a:pt x="7639" y="3684"/>
                  </a:lnTo>
                  <a:lnTo>
                    <a:pt x="7908" y="3257"/>
                  </a:lnTo>
                  <a:lnTo>
                    <a:pt x="8200" y="2853"/>
                  </a:lnTo>
                  <a:lnTo>
                    <a:pt x="8515" y="2449"/>
                  </a:lnTo>
                  <a:lnTo>
                    <a:pt x="8852" y="2089"/>
                  </a:lnTo>
                  <a:lnTo>
                    <a:pt x="9211" y="1752"/>
                  </a:lnTo>
                  <a:lnTo>
                    <a:pt x="9616" y="1438"/>
                  </a:lnTo>
                  <a:lnTo>
                    <a:pt x="10020" y="1168"/>
                  </a:lnTo>
                  <a:lnTo>
                    <a:pt x="10424" y="921"/>
                  </a:lnTo>
                  <a:lnTo>
                    <a:pt x="10065" y="719"/>
                  </a:lnTo>
                  <a:lnTo>
                    <a:pt x="9661" y="517"/>
                  </a:lnTo>
                  <a:lnTo>
                    <a:pt x="9256" y="382"/>
                  </a:lnTo>
                  <a:lnTo>
                    <a:pt x="8852" y="247"/>
                  </a:lnTo>
                  <a:lnTo>
                    <a:pt x="8425" y="135"/>
                  </a:lnTo>
                  <a:lnTo>
                    <a:pt x="7976" y="68"/>
                  </a:lnTo>
                  <a:lnTo>
                    <a:pt x="7527" y="23"/>
                  </a:lnTo>
                  <a:lnTo>
                    <a:pt x="707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94" name="Google Shape;6994;p32"/>
          <p:cNvGrpSpPr/>
          <p:nvPr/>
        </p:nvGrpSpPr>
        <p:grpSpPr>
          <a:xfrm>
            <a:off x="4564838" y="-77375"/>
            <a:ext cx="599250" cy="1418100"/>
            <a:chOff x="310050" y="-1175"/>
            <a:chExt cx="599250" cy="1418100"/>
          </a:xfrm>
        </p:grpSpPr>
        <p:grpSp>
          <p:nvGrpSpPr>
            <p:cNvPr id="6995" name="Google Shape;6995;p32"/>
            <p:cNvGrpSpPr/>
            <p:nvPr/>
          </p:nvGrpSpPr>
          <p:grpSpPr>
            <a:xfrm>
              <a:off x="310050" y="-1175"/>
              <a:ext cx="599250" cy="1418100"/>
              <a:chOff x="310050" y="0"/>
              <a:chExt cx="599250" cy="1418100"/>
            </a:xfrm>
          </p:grpSpPr>
          <p:sp>
            <p:nvSpPr>
              <p:cNvPr id="6996" name="Google Shape;6996;p32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extrusionOk="0">
                    <a:moveTo>
                      <a:pt x="1" y="36662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7" name="Google Shape;6997;p32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fill="none" extrusionOk="0">
                    <a:moveTo>
                      <a:pt x="1" y="36662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8" name="Google Shape;6998;p32"/>
              <p:cNvSpPr/>
              <p:nvPr/>
            </p:nvSpPr>
            <p:spPr>
              <a:xfrm>
                <a:off x="598700" y="0"/>
                <a:ext cx="19700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6663" extrusionOk="0">
                    <a:moveTo>
                      <a:pt x="1" y="0"/>
                    </a:moveTo>
                    <a:lnTo>
                      <a:pt x="1" y="36662"/>
                    </a:lnTo>
                    <a:lnTo>
                      <a:pt x="787" y="3666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9" name="Google Shape;6999;p32"/>
              <p:cNvSpPr/>
              <p:nvPr/>
            </p:nvSpPr>
            <p:spPr>
              <a:xfrm>
                <a:off x="310050" y="847475"/>
                <a:ext cx="599250" cy="570625"/>
              </a:xfrm>
              <a:custGeom>
                <a:avLst/>
                <a:gdLst/>
                <a:ahLst/>
                <a:cxnLst/>
                <a:rect l="l" t="t" r="r" b="b"/>
                <a:pathLst>
                  <a:path w="23970" h="22825" extrusionOk="0">
                    <a:moveTo>
                      <a:pt x="11996" y="0"/>
                    </a:moveTo>
                    <a:lnTo>
                      <a:pt x="7503" y="6425"/>
                    </a:lnTo>
                    <a:lnTo>
                      <a:pt x="0" y="8716"/>
                    </a:lnTo>
                    <a:lnTo>
                      <a:pt x="4718" y="14984"/>
                    </a:lnTo>
                    <a:lnTo>
                      <a:pt x="4560" y="22824"/>
                    </a:lnTo>
                    <a:lnTo>
                      <a:pt x="11996" y="20286"/>
                    </a:lnTo>
                    <a:lnTo>
                      <a:pt x="19409" y="22824"/>
                    </a:lnTo>
                    <a:lnTo>
                      <a:pt x="19252" y="14984"/>
                    </a:lnTo>
                    <a:lnTo>
                      <a:pt x="23970" y="8716"/>
                    </a:lnTo>
                    <a:lnTo>
                      <a:pt x="16489" y="6425"/>
                    </a:lnTo>
                    <a:lnTo>
                      <a:pt x="1199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000" name="Google Shape;7000;p32"/>
            <p:cNvSpPr/>
            <p:nvPr/>
          </p:nvSpPr>
          <p:spPr>
            <a:xfrm>
              <a:off x="445600" y="979650"/>
              <a:ext cx="328149" cy="312474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1" name="Google Shape;7001;p32"/>
          <p:cNvGrpSpPr/>
          <p:nvPr/>
        </p:nvGrpSpPr>
        <p:grpSpPr>
          <a:xfrm>
            <a:off x="8184188" y="-77375"/>
            <a:ext cx="297100" cy="2315550"/>
            <a:chOff x="8234700" y="-1175"/>
            <a:chExt cx="297100" cy="2315550"/>
          </a:xfrm>
        </p:grpSpPr>
        <p:grpSp>
          <p:nvGrpSpPr>
            <p:cNvPr id="7002" name="Google Shape;7002;p32"/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7003" name="Google Shape;7003;p32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4" name="Google Shape;7004;p32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5" name="Google Shape;7005;p32"/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6" name="Google Shape;7006;p32"/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007" name="Google Shape;7007;p32"/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8" name="Google Shape;7008;p32"/>
          <p:cNvGrpSpPr/>
          <p:nvPr/>
        </p:nvGrpSpPr>
        <p:grpSpPr>
          <a:xfrm>
            <a:off x="662713" y="-77375"/>
            <a:ext cx="297100" cy="2315550"/>
            <a:chOff x="8234700" y="-1175"/>
            <a:chExt cx="297100" cy="2315550"/>
          </a:xfrm>
        </p:grpSpPr>
        <p:grpSp>
          <p:nvGrpSpPr>
            <p:cNvPr id="7009" name="Google Shape;7009;p32"/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7010" name="Google Shape;7010;p32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1" name="Google Shape;7011;p32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2" name="Google Shape;7012;p32"/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3" name="Google Shape;7013;p32"/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014" name="Google Shape;7014;p32"/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" name="Grupa 6">
            <a:extLst>
              <a:ext uri="{FF2B5EF4-FFF2-40B4-BE49-F238E27FC236}">
                <a16:creationId xmlns:a16="http://schemas.microsoft.com/office/drawing/2014/main" id="{E0B9A997-4F38-1BC2-9FB2-5F8C736DB6B3}"/>
              </a:ext>
            </a:extLst>
          </p:cNvPr>
          <p:cNvGrpSpPr/>
          <p:nvPr/>
        </p:nvGrpSpPr>
        <p:grpSpPr>
          <a:xfrm>
            <a:off x="1929450" y="1236250"/>
            <a:ext cx="5285100" cy="2229083"/>
            <a:chOff x="1929450" y="1236250"/>
            <a:chExt cx="5285100" cy="2229083"/>
          </a:xfrm>
        </p:grpSpPr>
        <p:sp>
          <p:nvSpPr>
            <p:cNvPr id="2" name="Google Shape;6437;p29">
              <a:extLst>
                <a:ext uri="{FF2B5EF4-FFF2-40B4-BE49-F238E27FC236}">
                  <a16:creationId xmlns:a16="http://schemas.microsoft.com/office/drawing/2014/main" id="{D43715DF-F181-6AC5-386E-BEB2915DF89A}"/>
                </a:ext>
              </a:extLst>
            </p:cNvPr>
            <p:cNvSpPr/>
            <p:nvPr/>
          </p:nvSpPr>
          <p:spPr>
            <a:xfrm>
              <a:off x="3947250" y="1236250"/>
              <a:ext cx="1249500" cy="1249500"/>
            </a:xfrm>
            <a:prstGeom prst="ellipse">
              <a:avLst/>
            </a:prstGeom>
            <a:solidFill>
              <a:schemeClr val="accent1"/>
            </a:solidFill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" name="Google Shape;6438;p29">
              <a:extLst>
                <a:ext uri="{FF2B5EF4-FFF2-40B4-BE49-F238E27FC236}">
                  <a16:creationId xmlns:a16="http://schemas.microsoft.com/office/drawing/2014/main" id="{3D380188-BA50-0048-E8D0-EC25CDCB46BF}"/>
                </a:ext>
              </a:extLst>
            </p:cNvPr>
            <p:cNvSpPr txBox="1">
              <a:spLocks/>
            </p:cNvSpPr>
            <p:nvPr/>
          </p:nvSpPr>
          <p:spPr>
            <a:xfrm>
              <a:off x="1929450" y="2733933"/>
              <a:ext cx="5285100" cy="731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4800"/>
                <a:buFont typeface="BioRhyme"/>
                <a:buNone/>
                <a:defRPr sz="9000" b="1" i="0" u="none" strike="noStrike" cap="none">
                  <a:solidFill>
                    <a:schemeClr val="lt2"/>
                  </a:solidFill>
                  <a:latin typeface="BioRhyme"/>
                  <a:ea typeface="BioRhyme"/>
                  <a:cs typeface="BioRhyme"/>
                  <a:sym typeface="BioRhyme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r>
                <a:rPr lang="en-US" sz="5500" dirty="0" err="1">
                  <a:solidFill>
                    <a:schemeClr val="tx2"/>
                  </a:solidFill>
                </a:rPr>
                <a:t>Cilj</a:t>
              </a:r>
              <a:r>
                <a:rPr lang="en-US" sz="5500" dirty="0">
                  <a:solidFill>
                    <a:schemeClr val="tx2"/>
                  </a:solidFill>
                </a:rPr>
                <a:t> </a:t>
              </a:r>
              <a:r>
                <a:rPr lang="en-US" sz="5500" dirty="0" err="1">
                  <a:solidFill>
                    <a:schemeClr val="tx2"/>
                  </a:solidFill>
                </a:rPr>
                <a:t>projekta</a:t>
              </a:r>
              <a:endParaRPr lang="en-US" sz="5500" dirty="0">
                <a:solidFill>
                  <a:schemeClr val="tx2"/>
                </a:solidFill>
              </a:endParaRPr>
            </a:p>
          </p:txBody>
        </p:sp>
        <p:sp>
          <p:nvSpPr>
            <p:cNvPr id="4" name="Google Shape;6439;p29">
              <a:extLst>
                <a:ext uri="{FF2B5EF4-FFF2-40B4-BE49-F238E27FC236}">
                  <a16:creationId xmlns:a16="http://schemas.microsoft.com/office/drawing/2014/main" id="{13D56AC0-B550-C00D-CC4E-D942C17745A5}"/>
                </a:ext>
              </a:extLst>
            </p:cNvPr>
            <p:cNvSpPr txBox="1">
              <a:spLocks/>
            </p:cNvSpPr>
            <p:nvPr/>
          </p:nvSpPr>
          <p:spPr>
            <a:xfrm>
              <a:off x="4114800" y="1515548"/>
              <a:ext cx="914400" cy="690900"/>
            </a:xfrm>
            <a:prstGeom prst="rect">
              <a:avLst/>
            </a:prstGeom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/>
              <a:r>
                <a:rPr lang="en" sz="6500" b="1" dirty="0">
                  <a:solidFill>
                    <a:schemeClr val="tx2"/>
                  </a:solidFill>
                  <a:latin typeface="BioRhyme" panose="020B0604020202020204" charset="-18"/>
                  <a:ea typeface="BioRhyme" panose="020B0604020202020204" charset="-18"/>
                </a:rPr>
                <a:t>2</a:t>
              </a:r>
            </a:p>
          </p:txBody>
        </p: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9" name="Google Shape;7019;p33"/>
          <p:cNvSpPr txBox="1">
            <a:spLocks noGrp="1"/>
          </p:cNvSpPr>
          <p:nvPr>
            <p:ph type="title"/>
          </p:nvPr>
        </p:nvSpPr>
        <p:spPr>
          <a:xfrm>
            <a:off x="720000" y="539500"/>
            <a:ext cx="77040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Cilj projekta</a:t>
            </a:r>
            <a:endParaRPr dirty="0"/>
          </a:p>
        </p:txBody>
      </p:sp>
      <p:sp>
        <p:nvSpPr>
          <p:cNvPr id="7020" name="Google Shape;7020;p33"/>
          <p:cNvSpPr txBox="1"/>
          <p:nvPr/>
        </p:nvSpPr>
        <p:spPr>
          <a:xfrm>
            <a:off x="356671" y="3188276"/>
            <a:ext cx="2290068" cy="8135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 dirty="0">
                <a:solidFill>
                  <a:schemeClr val="dk1"/>
                </a:solidFill>
                <a:latin typeface="BioRhyme"/>
                <a:ea typeface="BioRhyme"/>
                <a:cs typeface="BioRhyme"/>
                <a:sym typeface="BioRhyme"/>
              </a:rPr>
              <a:t>Financijska pomoć</a:t>
            </a:r>
            <a:endParaRPr sz="2500" dirty="0">
              <a:solidFill>
                <a:schemeClr val="dk1"/>
              </a:solidFill>
              <a:latin typeface="BioRhyme"/>
              <a:ea typeface="BioRhyme"/>
              <a:cs typeface="BioRhyme"/>
              <a:sym typeface="BioRhyme"/>
            </a:endParaRPr>
          </a:p>
        </p:txBody>
      </p:sp>
      <p:sp>
        <p:nvSpPr>
          <p:cNvPr id="7022" name="Google Shape;7022;p33"/>
          <p:cNvSpPr txBox="1"/>
          <p:nvPr/>
        </p:nvSpPr>
        <p:spPr>
          <a:xfrm>
            <a:off x="2723823" y="3192152"/>
            <a:ext cx="1961700" cy="8263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 dirty="0">
                <a:solidFill>
                  <a:schemeClr val="dk1"/>
                </a:solidFill>
                <a:latin typeface="BioRhyme"/>
                <a:ea typeface="BioRhyme"/>
                <a:cs typeface="BioRhyme"/>
                <a:sym typeface="BioRhyme"/>
              </a:rPr>
              <a:t>Smanjenje otpada</a:t>
            </a:r>
            <a:endParaRPr sz="2500" dirty="0">
              <a:solidFill>
                <a:schemeClr val="dk1"/>
              </a:solidFill>
              <a:latin typeface="BioRhyme"/>
              <a:ea typeface="BioRhyme"/>
              <a:cs typeface="BioRhyme"/>
              <a:sym typeface="BioRhyme"/>
            </a:endParaRPr>
          </a:p>
        </p:txBody>
      </p:sp>
      <p:sp>
        <p:nvSpPr>
          <p:cNvPr id="7024" name="Google Shape;7024;p33"/>
          <p:cNvSpPr txBox="1"/>
          <p:nvPr/>
        </p:nvSpPr>
        <p:spPr>
          <a:xfrm>
            <a:off x="4856073" y="3187824"/>
            <a:ext cx="1792200" cy="8144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 dirty="0">
                <a:solidFill>
                  <a:schemeClr val="dk1"/>
                </a:solidFill>
                <a:latin typeface="BioRhyme"/>
                <a:ea typeface="BioRhyme"/>
                <a:cs typeface="BioRhyme"/>
                <a:sym typeface="BioRhyme"/>
              </a:rPr>
              <a:t>Dječja radost</a:t>
            </a:r>
            <a:endParaRPr sz="2500" dirty="0">
              <a:solidFill>
                <a:schemeClr val="dk1"/>
              </a:solidFill>
              <a:latin typeface="BioRhyme"/>
              <a:ea typeface="BioRhyme"/>
              <a:cs typeface="BioRhyme"/>
              <a:sym typeface="BioRhyme"/>
            </a:endParaRPr>
          </a:p>
        </p:txBody>
      </p:sp>
      <p:sp>
        <p:nvSpPr>
          <p:cNvPr id="7026" name="Google Shape;7026;p33"/>
          <p:cNvSpPr txBox="1"/>
          <p:nvPr/>
        </p:nvSpPr>
        <p:spPr>
          <a:xfrm>
            <a:off x="6831161" y="3198125"/>
            <a:ext cx="1792200" cy="8144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 dirty="0">
                <a:solidFill>
                  <a:schemeClr val="dk1"/>
                </a:solidFill>
                <a:latin typeface="BioRhyme"/>
                <a:ea typeface="BioRhyme"/>
                <a:cs typeface="BioRhyme"/>
                <a:sym typeface="BioRhyme"/>
              </a:rPr>
              <a:t>Dječji razvoj</a:t>
            </a:r>
            <a:endParaRPr sz="2500" dirty="0">
              <a:solidFill>
                <a:schemeClr val="dk1"/>
              </a:solidFill>
              <a:latin typeface="BioRhyme"/>
              <a:ea typeface="BioRhyme"/>
              <a:cs typeface="BioRhyme"/>
              <a:sym typeface="BioRhyme"/>
            </a:endParaRPr>
          </a:p>
        </p:txBody>
      </p:sp>
      <p:sp>
        <p:nvSpPr>
          <p:cNvPr id="7028" name="Google Shape;7028;p33"/>
          <p:cNvSpPr/>
          <p:nvPr/>
        </p:nvSpPr>
        <p:spPr>
          <a:xfrm>
            <a:off x="881725" y="1255335"/>
            <a:ext cx="1249510" cy="12600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29" name="Google Shape;7029;p33"/>
          <p:cNvSpPr/>
          <p:nvPr/>
        </p:nvSpPr>
        <p:spPr>
          <a:xfrm>
            <a:off x="3074673" y="1234935"/>
            <a:ext cx="1260000" cy="12600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30" name="Google Shape;7030;p33"/>
          <p:cNvSpPr/>
          <p:nvPr/>
        </p:nvSpPr>
        <p:spPr>
          <a:xfrm>
            <a:off x="5122173" y="1234935"/>
            <a:ext cx="1260000" cy="12600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31" name="Google Shape;7031;p33"/>
          <p:cNvSpPr/>
          <p:nvPr/>
        </p:nvSpPr>
        <p:spPr>
          <a:xfrm>
            <a:off x="7097261" y="1238918"/>
            <a:ext cx="1260000" cy="12600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cxnSp>
        <p:nvCxnSpPr>
          <p:cNvPr id="7032" name="Google Shape;7032;p33"/>
          <p:cNvCxnSpPr>
            <a:cxnSpLocks/>
            <a:stCxn id="7028" idx="4"/>
            <a:endCxn id="7020" idx="0"/>
          </p:cNvCxnSpPr>
          <p:nvPr/>
        </p:nvCxnSpPr>
        <p:spPr>
          <a:xfrm flipH="1">
            <a:off x="1501705" y="2515335"/>
            <a:ext cx="4775" cy="672941"/>
          </a:xfrm>
          <a:prstGeom prst="straightConnector1">
            <a:avLst/>
          </a:prstGeom>
          <a:noFill/>
          <a:ln w="38100" cap="flat" cmpd="sng">
            <a:solidFill>
              <a:schemeClr val="lt1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7033" name="Google Shape;7033;p33"/>
          <p:cNvCxnSpPr>
            <a:cxnSpLocks/>
            <a:stCxn id="7029" idx="4"/>
            <a:endCxn id="7022" idx="0"/>
          </p:cNvCxnSpPr>
          <p:nvPr/>
        </p:nvCxnSpPr>
        <p:spPr>
          <a:xfrm>
            <a:off x="3704673" y="2494935"/>
            <a:ext cx="0" cy="697217"/>
          </a:xfrm>
          <a:prstGeom prst="straightConnector1">
            <a:avLst/>
          </a:prstGeom>
          <a:noFill/>
          <a:ln w="38100" cap="flat" cmpd="sng">
            <a:solidFill>
              <a:schemeClr val="lt1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7034" name="Google Shape;7034;p33"/>
          <p:cNvCxnSpPr>
            <a:cxnSpLocks/>
            <a:stCxn id="7030" idx="4"/>
            <a:endCxn id="7024" idx="0"/>
          </p:cNvCxnSpPr>
          <p:nvPr/>
        </p:nvCxnSpPr>
        <p:spPr>
          <a:xfrm>
            <a:off x="5752173" y="2494935"/>
            <a:ext cx="0" cy="692889"/>
          </a:xfrm>
          <a:prstGeom prst="straightConnector1">
            <a:avLst/>
          </a:prstGeom>
          <a:noFill/>
          <a:ln w="38100" cap="flat" cmpd="sng">
            <a:solidFill>
              <a:schemeClr val="lt1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7035" name="Google Shape;7035;p33"/>
          <p:cNvCxnSpPr>
            <a:cxnSpLocks/>
            <a:stCxn id="7031" idx="4"/>
            <a:endCxn id="7026" idx="0"/>
          </p:cNvCxnSpPr>
          <p:nvPr/>
        </p:nvCxnSpPr>
        <p:spPr>
          <a:xfrm>
            <a:off x="7727261" y="2498918"/>
            <a:ext cx="0" cy="699207"/>
          </a:xfrm>
          <a:prstGeom prst="straightConnector1">
            <a:avLst/>
          </a:prstGeom>
          <a:noFill/>
          <a:ln w="38100" cap="flat" cmpd="sng">
            <a:solidFill>
              <a:schemeClr val="lt1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7036" name="Google Shape;7036;p33"/>
          <p:cNvCxnSpPr>
            <a:cxnSpLocks/>
            <a:stCxn id="7028" idx="6"/>
            <a:endCxn id="7029" idx="2"/>
          </p:cNvCxnSpPr>
          <p:nvPr/>
        </p:nvCxnSpPr>
        <p:spPr>
          <a:xfrm flipV="1">
            <a:off x="2131235" y="1864935"/>
            <a:ext cx="943438" cy="20400"/>
          </a:xfrm>
          <a:prstGeom prst="straightConnector1">
            <a:avLst/>
          </a:prstGeom>
          <a:noFill/>
          <a:ln w="38100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037" name="Google Shape;7037;p33"/>
          <p:cNvCxnSpPr>
            <a:stCxn id="7029" idx="6"/>
            <a:endCxn id="7030" idx="2"/>
          </p:cNvCxnSpPr>
          <p:nvPr/>
        </p:nvCxnSpPr>
        <p:spPr>
          <a:xfrm>
            <a:off x="4334673" y="1864935"/>
            <a:ext cx="787500" cy="0"/>
          </a:xfrm>
          <a:prstGeom prst="straightConnector1">
            <a:avLst/>
          </a:prstGeom>
          <a:noFill/>
          <a:ln w="38100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038" name="Google Shape;7038;p33"/>
          <p:cNvCxnSpPr>
            <a:stCxn id="7030" idx="6"/>
            <a:endCxn id="7031" idx="2"/>
          </p:cNvCxnSpPr>
          <p:nvPr/>
        </p:nvCxnSpPr>
        <p:spPr>
          <a:xfrm>
            <a:off x="6382173" y="1864935"/>
            <a:ext cx="715088" cy="3983"/>
          </a:xfrm>
          <a:prstGeom prst="straightConnector1">
            <a:avLst/>
          </a:prstGeom>
          <a:noFill/>
          <a:ln w="38100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7106" name="Google Shape;7106;p33"/>
          <p:cNvGrpSpPr/>
          <p:nvPr/>
        </p:nvGrpSpPr>
        <p:grpSpPr>
          <a:xfrm>
            <a:off x="7459345" y="4205503"/>
            <a:ext cx="1445260" cy="787836"/>
            <a:chOff x="957401" y="4246670"/>
            <a:chExt cx="1566508" cy="853930"/>
          </a:xfrm>
        </p:grpSpPr>
        <p:sp>
          <p:nvSpPr>
            <p:cNvPr id="7107" name="Google Shape;7107;p33"/>
            <p:cNvSpPr/>
            <p:nvPr/>
          </p:nvSpPr>
          <p:spPr>
            <a:xfrm>
              <a:off x="957401" y="4965900"/>
              <a:ext cx="1331700" cy="1347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108" name="Google Shape;7108;p33"/>
            <p:cNvGrpSpPr/>
            <p:nvPr/>
          </p:nvGrpSpPr>
          <p:grpSpPr>
            <a:xfrm>
              <a:off x="957412" y="4246670"/>
              <a:ext cx="1566496" cy="796778"/>
              <a:chOff x="10432700" y="3582600"/>
              <a:chExt cx="2147650" cy="1092375"/>
            </a:xfrm>
          </p:grpSpPr>
          <p:sp>
            <p:nvSpPr>
              <p:cNvPr id="7109" name="Google Shape;7109;p33"/>
              <p:cNvSpPr/>
              <p:nvPr/>
            </p:nvSpPr>
            <p:spPr>
              <a:xfrm>
                <a:off x="11678375" y="4439650"/>
                <a:ext cx="35950" cy="153900"/>
              </a:xfrm>
              <a:custGeom>
                <a:avLst/>
                <a:gdLst/>
                <a:ahLst/>
                <a:cxnLst/>
                <a:rect l="l" t="t" r="r" b="b"/>
                <a:pathLst>
                  <a:path w="1438" h="6156" extrusionOk="0">
                    <a:moveTo>
                      <a:pt x="0" y="0"/>
                    </a:moveTo>
                    <a:lnTo>
                      <a:pt x="0" y="6155"/>
                    </a:lnTo>
                    <a:lnTo>
                      <a:pt x="1438" y="6155"/>
                    </a:lnTo>
                    <a:lnTo>
                      <a:pt x="143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0" name="Google Shape;7110;p33"/>
              <p:cNvSpPr/>
              <p:nvPr/>
            </p:nvSpPr>
            <p:spPr>
              <a:xfrm>
                <a:off x="11678375" y="4439650"/>
                <a:ext cx="35950" cy="153900"/>
              </a:xfrm>
              <a:custGeom>
                <a:avLst/>
                <a:gdLst/>
                <a:ahLst/>
                <a:cxnLst/>
                <a:rect l="l" t="t" r="r" b="b"/>
                <a:pathLst>
                  <a:path w="1438" h="6156" fill="none" extrusionOk="0">
                    <a:moveTo>
                      <a:pt x="0" y="0"/>
                    </a:moveTo>
                    <a:lnTo>
                      <a:pt x="0" y="6155"/>
                    </a:lnTo>
                    <a:lnTo>
                      <a:pt x="1438" y="6155"/>
                    </a:lnTo>
                    <a:lnTo>
                      <a:pt x="1438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1" name="Google Shape;7111;p33"/>
              <p:cNvSpPr/>
              <p:nvPr/>
            </p:nvSpPr>
            <p:spPr>
              <a:xfrm>
                <a:off x="11352625" y="4439650"/>
                <a:ext cx="35975" cy="153900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6156" extrusionOk="0">
                    <a:moveTo>
                      <a:pt x="1" y="0"/>
                    </a:moveTo>
                    <a:lnTo>
                      <a:pt x="1" y="6155"/>
                    </a:lnTo>
                    <a:lnTo>
                      <a:pt x="1438" y="6155"/>
                    </a:lnTo>
                    <a:lnTo>
                      <a:pt x="143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2" name="Google Shape;7112;p33"/>
              <p:cNvSpPr/>
              <p:nvPr/>
            </p:nvSpPr>
            <p:spPr>
              <a:xfrm>
                <a:off x="11352625" y="4439650"/>
                <a:ext cx="35975" cy="153900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6156" fill="none" extrusionOk="0">
                    <a:moveTo>
                      <a:pt x="1" y="0"/>
                    </a:moveTo>
                    <a:lnTo>
                      <a:pt x="1" y="6155"/>
                    </a:lnTo>
                    <a:lnTo>
                      <a:pt x="1438" y="6155"/>
                    </a:lnTo>
                    <a:lnTo>
                      <a:pt x="1438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3" name="Google Shape;7113;p33"/>
              <p:cNvSpPr/>
              <p:nvPr/>
            </p:nvSpPr>
            <p:spPr>
              <a:xfrm>
                <a:off x="11017900" y="4583975"/>
                <a:ext cx="1040700" cy="91000"/>
              </a:xfrm>
              <a:custGeom>
                <a:avLst/>
                <a:gdLst/>
                <a:ahLst/>
                <a:cxnLst/>
                <a:rect l="l" t="t" r="r" b="b"/>
                <a:pathLst>
                  <a:path w="41628" h="3640" extrusionOk="0">
                    <a:moveTo>
                      <a:pt x="1798" y="0"/>
                    </a:moveTo>
                    <a:lnTo>
                      <a:pt x="1618" y="23"/>
                    </a:lnTo>
                    <a:lnTo>
                      <a:pt x="1439" y="45"/>
                    </a:lnTo>
                    <a:lnTo>
                      <a:pt x="1259" y="90"/>
                    </a:lnTo>
                    <a:lnTo>
                      <a:pt x="1102" y="158"/>
                    </a:lnTo>
                    <a:lnTo>
                      <a:pt x="944" y="225"/>
                    </a:lnTo>
                    <a:lnTo>
                      <a:pt x="787" y="315"/>
                    </a:lnTo>
                    <a:lnTo>
                      <a:pt x="652" y="427"/>
                    </a:lnTo>
                    <a:lnTo>
                      <a:pt x="517" y="540"/>
                    </a:lnTo>
                    <a:lnTo>
                      <a:pt x="405" y="674"/>
                    </a:lnTo>
                    <a:lnTo>
                      <a:pt x="293" y="809"/>
                    </a:lnTo>
                    <a:lnTo>
                      <a:pt x="203" y="966"/>
                    </a:lnTo>
                    <a:lnTo>
                      <a:pt x="136" y="1124"/>
                    </a:lnTo>
                    <a:lnTo>
                      <a:pt x="68" y="1281"/>
                    </a:lnTo>
                    <a:lnTo>
                      <a:pt x="23" y="1461"/>
                    </a:lnTo>
                    <a:lnTo>
                      <a:pt x="1" y="1640"/>
                    </a:lnTo>
                    <a:lnTo>
                      <a:pt x="1" y="1820"/>
                    </a:lnTo>
                    <a:lnTo>
                      <a:pt x="1" y="2000"/>
                    </a:lnTo>
                    <a:lnTo>
                      <a:pt x="23" y="2179"/>
                    </a:lnTo>
                    <a:lnTo>
                      <a:pt x="68" y="2359"/>
                    </a:lnTo>
                    <a:lnTo>
                      <a:pt x="136" y="2516"/>
                    </a:lnTo>
                    <a:lnTo>
                      <a:pt x="203" y="2674"/>
                    </a:lnTo>
                    <a:lnTo>
                      <a:pt x="293" y="2831"/>
                    </a:lnTo>
                    <a:lnTo>
                      <a:pt x="405" y="2966"/>
                    </a:lnTo>
                    <a:lnTo>
                      <a:pt x="517" y="3101"/>
                    </a:lnTo>
                    <a:lnTo>
                      <a:pt x="652" y="3213"/>
                    </a:lnTo>
                    <a:lnTo>
                      <a:pt x="787" y="3325"/>
                    </a:lnTo>
                    <a:lnTo>
                      <a:pt x="944" y="3415"/>
                    </a:lnTo>
                    <a:lnTo>
                      <a:pt x="1102" y="3482"/>
                    </a:lnTo>
                    <a:lnTo>
                      <a:pt x="1259" y="3550"/>
                    </a:lnTo>
                    <a:lnTo>
                      <a:pt x="1439" y="3595"/>
                    </a:lnTo>
                    <a:lnTo>
                      <a:pt x="1618" y="3617"/>
                    </a:lnTo>
                    <a:lnTo>
                      <a:pt x="1798" y="3640"/>
                    </a:lnTo>
                    <a:lnTo>
                      <a:pt x="39808" y="3640"/>
                    </a:lnTo>
                    <a:lnTo>
                      <a:pt x="39988" y="3617"/>
                    </a:lnTo>
                    <a:lnTo>
                      <a:pt x="40167" y="3595"/>
                    </a:lnTo>
                    <a:lnTo>
                      <a:pt x="40347" y="3550"/>
                    </a:lnTo>
                    <a:lnTo>
                      <a:pt x="40527" y="3482"/>
                    </a:lnTo>
                    <a:lnTo>
                      <a:pt x="40684" y="3415"/>
                    </a:lnTo>
                    <a:lnTo>
                      <a:pt x="40819" y="3325"/>
                    </a:lnTo>
                    <a:lnTo>
                      <a:pt x="40954" y="3213"/>
                    </a:lnTo>
                    <a:lnTo>
                      <a:pt x="41088" y="3101"/>
                    </a:lnTo>
                    <a:lnTo>
                      <a:pt x="41201" y="2966"/>
                    </a:lnTo>
                    <a:lnTo>
                      <a:pt x="41313" y="2831"/>
                    </a:lnTo>
                    <a:lnTo>
                      <a:pt x="41403" y="2674"/>
                    </a:lnTo>
                    <a:lnTo>
                      <a:pt x="41470" y="2516"/>
                    </a:lnTo>
                    <a:lnTo>
                      <a:pt x="41538" y="2359"/>
                    </a:lnTo>
                    <a:lnTo>
                      <a:pt x="41583" y="2179"/>
                    </a:lnTo>
                    <a:lnTo>
                      <a:pt x="41605" y="2000"/>
                    </a:lnTo>
                    <a:lnTo>
                      <a:pt x="41628" y="1820"/>
                    </a:lnTo>
                    <a:lnTo>
                      <a:pt x="41605" y="1640"/>
                    </a:lnTo>
                    <a:lnTo>
                      <a:pt x="41583" y="1461"/>
                    </a:lnTo>
                    <a:lnTo>
                      <a:pt x="41538" y="1281"/>
                    </a:lnTo>
                    <a:lnTo>
                      <a:pt x="41470" y="1124"/>
                    </a:lnTo>
                    <a:lnTo>
                      <a:pt x="41403" y="966"/>
                    </a:lnTo>
                    <a:lnTo>
                      <a:pt x="41313" y="809"/>
                    </a:lnTo>
                    <a:lnTo>
                      <a:pt x="41201" y="674"/>
                    </a:lnTo>
                    <a:lnTo>
                      <a:pt x="41088" y="540"/>
                    </a:lnTo>
                    <a:lnTo>
                      <a:pt x="40954" y="427"/>
                    </a:lnTo>
                    <a:lnTo>
                      <a:pt x="40819" y="315"/>
                    </a:lnTo>
                    <a:lnTo>
                      <a:pt x="40684" y="225"/>
                    </a:lnTo>
                    <a:lnTo>
                      <a:pt x="40527" y="158"/>
                    </a:lnTo>
                    <a:lnTo>
                      <a:pt x="40347" y="90"/>
                    </a:lnTo>
                    <a:lnTo>
                      <a:pt x="40167" y="45"/>
                    </a:lnTo>
                    <a:lnTo>
                      <a:pt x="39988" y="23"/>
                    </a:lnTo>
                    <a:lnTo>
                      <a:pt x="3980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4" name="Google Shape;7114;p33"/>
              <p:cNvSpPr/>
              <p:nvPr/>
            </p:nvSpPr>
            <p:spPr>
              <a:xfrm>
                <a:off x="11532350" y="3582600"/>
                <a:ext cx="1048000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41920" h="4000" extrusionOk="0">
                    <a:moveTo>
                      <a:pt x="32192" y="1"/>
                    </a:moveTo>
                    <a:lnTo>
                      <a:pt x="30462" y="23"/>
                    </a:lnTo>
                    <a:lnTo>
                      <a:pt x="28643" y="68"/>
                    </a:lnTo>
                    <a:lnTo>
                      <a:pt x="26778" y="136"/>
                    </a:lnTo>
                    <a:lnTo>
                      <a:pt x="24869" y="226"/>
                    </a:lnTo>
                    <a:lnTo>
                      <a:pt x="22914" y="338"/>
                    </a:lnTo>
                    <a:lnTo>
                      <a:pt x="20960" y="473"/>
                    </a:lnTo>
                    <a:lnTo>
                      <a:pt x="17051" y="765"/>
                    </a:lnTo>
                    <a:lnTo>
                      <a:pt x="13277" y="1079"/>
                    </a:lnTo>
                    <a:lnTo>
                      <a:pt x="9727" y="1394"/>
                    </a:lnTo>
                    <a:lnTo>
                      <a:pt x="6560" y="1708"/>
                    </a:lnTo>
                    <a:lnTo>
                      <a:pt x="3887" y="2000"/>
                    </a:lnTo>
                    <a:lnTo>
                      <a:pt x="1820" y="2225"/>
                    </a:lnTo>
                    <a:lnTo>
                      <a:pt x="0" y="2427"/>
                    </a:lnTo>
                    <a:lnTo>
                      <a:pt x="1820" y="2584"/>
                    </a:lnTo>
                    <a:lnTo>
                      <a:pt x="3887" y="2764"/>
                    </a:lnTo>
                    <a:lnTo>
                      <a:pt x="6560" y="2966"/>
                    </a:lnTo>
                    <a:lnTo>
                      <a:pt x="9727" y="3191"/>
                    </a:lnTo>
                    <a:lnTo>
                      <a:pt x="13277" y="3438"/>
                    </a:lnTo>
                    <a:lnTo>
                      <a:pt x="17051" y="3640"/>
                    </a:lnTo>
                    <a:lnTo>
                      <a:pt x="20960" y="3820"/>
                    </a:lnTo>
                    <a:lnTo>
                      <a:pt x="22914" y="3887"/>
                    </a:lnTo>
                    <a:lnTo>
                      <a:pt x="24869" y="3955"/>
                    </a:lnTo>
                    <a:lnTo>
                      <a:pt x="26778" y="3977"/>
                    </a:lnTo>
                    <a:lnTo>
                      <a:pt x="28643" y="4000"/>
                    </a:lnTo>
                    <a:lnTo>
                      <a:pt x="30462" y="4000"/>
                    </a:lnTo>
                    <a:lnTo>
                      <a:pt x="32192" y="3977"/>
                    </a:lnTo>
                    <a:lnTo>
                      <a:pt x="33832" y="3910"/>
                    </a:lnTo>
                    <a:lnTo>
                      <a:pt x="35359" y="3820"/>
                    </a:lnTo>
                    <a:lnTo>
                      <a:pt x="36775" y="3708"/>
                    </a:lnTo>
                    <a:lnTo>
                      <a:pt x="38055" y="3573"/>
                    </a:lnTo>
                    <a:lnTo>
                      <a:pt x="38617" y="3483"/>
                    </a:lnTo>
                    <a:lnTo>
                      <a:pt x="39156" y="3393"/>
                    </a:lnTo>
                    <a:lnTo>
                      <a:pt x="39650" y="3281"/>
                    </a:lnTo>
                    <a:lnTo>
                      <a:pt x="40122" y="3169"/>
                    </a:lnTo>
                    <a:lnTo>
                      <a:pt x="40526" y="3034"/>
                    </a:lnTo>
                    <a:lnTo>
                      <a:pt x="40886" y="2899"/>
                    </a:lnTo>
                    <a:lnTo>
                      <a:pt x="41178" y="2764"/>
                    </a:lnTo>
                    <a:lnTo>
                      <a:pt x="41447" y="2584"/>
                    </a:lnTo>
                    <a:lnTo>
                      <a:pt x="41650" y="2427"/>
                    </a:lnTo>
                    <a:lnTo>
                      <a:pt x="41784" y="2247"/>
                    </a:lnTo>
                    <a:lnTo>
                      <a:pt x="41852" y="2158"/>
                    </a:lnTo>
                    <a:lnTo>
                      <a:pt x="41874" y="2045"/>
                    </a:lnTo>
                    <a:lnTo>
                      <a:pt x="41897" y="1955"/>
                    </a:lnTo>
                    <a:lnTo>
                      <a:pt x="41919" y="1843"/>
                    </a:lnTo>
                    <a:lnTo>
                      <a:pt x="41897" y="1753"/>
                    </a:lnTo>
                    <a:lnTo>
                      <a:pt x="41874" y="1641"/>
                    </a:lnTo>
                    <a:lnTo>
                      <a:pt x="41852" y="1551"/>
                    </a:lnTo>
                    <a:lnTo>
                      <a:pt x="41784" y="1461"/>
                    </a:lnTo>
                    <a:lnTo>
                      <a:pt x="41650" y="1281"/>
                    </a:lnTo>
                    <a:lnTo>
                      <a:pt x="41447" y="1124"/>
                    </a:lnTo>
                    <a:lnTo>
                      <a:pt x="41178" y="967"/>
                    </a:lnTo>
                    <a:lnTo>
                      <a:pt x="40886" y="832"/>
                    </a:lnTo>
                    <a:lnTo>
                      <a:pt x="40526" y="697"/>
                    </a:lnTo>
                    <a:lnTo>
                      <a:pt x="40122" y="585"/>
                    </a:lnTo>
                    <a:lnTo>
                      <a:pt x="39650" y="495"/>
                    </a:lnTo>
                    <a:lnTo>
                      <a:pt x="39156" y="405"/>
                    </a:lnTo>
                    <a:lnTo>
                      <a:pt x="38617" y="315"/>
                    </a:lnTo>
                    <a:lnTo>
                      <a:pt x="38055" y="248"/>
                    </a:lnTo>
                    <a:lnTo>
                      <a:pt x="36775" y="136"/>
                    </a:lnTo>
                    <a:lnTo>
                      <a:pt x="35359" y="68"/>
                    </a:lnTo>
                    <a:lnTo>
                      <a:pt x="33832" y="23"/>
                    </a:lnTo>
                    <a:lnTo>
                      <a:pt x="32192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5" name="Google Shape;7115;p33"/>
              <p:cNvSpPr/>
              <p:nvPr/>
            </p:nvSpPr>
            <p:spPr>
              <a:xfrm>
                <a:off x="10574225" y="3582600"/>
                <a:ext cx="1047450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41898" h="4000" extrusionOk="0">
                    <a:moveTo>
                      <a:pt x="9728" y="1"/>
                    </a:moveTo>
                    <a:lnTo>
                      <a:pt x="8088" y="23"/>
                    </a:lnTo>
                    <a:lnTo>
                      <a:pt x="6538" y="68"/>
                    </a:lnTo>
                    <a:lnTo>
                      <a:pt x="5145" y="136"/>
                    </a:lnTo>
                    <a:lnTo>
                      <a:pt x="3865" y="248"/>
                    </a:lnTo>
                    <a:lnTo>
                      <a:pt x="3281" y="315"/>
                    </a:lnTo>
                    <a:lnTo>
                      <a:pt x="2741" y="405"/>
                    </a:lnTo>
                    <a:lnTo>
                      <a:pt x="2247" y="495"/>
                    </a:lnTo>
                    <a:lnTo>
                      <a:pt x="1798" y="585"/>
                    </a:lnTo>
                    <a:lnTo>
                      <a:pt x="1394" y="697"/>
                    </a:lnTo>
                    <a:lnTo>
                      <a:pt x="1034" y="832"/>
                    </a:lnTo>
                    <a:lnTo>
                      <a:pt x="720" y="967"/>
                    </a:lnTo>
                    <a:lnTo>
                      <a:pt x="473" y="1124"/>
                    </a:lnTo>
                    <a:lnTo>
                      <a:pt x="270" y="1281"/>
                    </a:lnTo>
                    <a:lnTo>
                      <a:pt x="113" y="1461"/>
                    </a:lnTo>
                    <a:lnTo>
                      <a:pt x="68" y="1551"/>
                    </a:lnTo>
                    <a:lnTo>
                      <a:pt x="23" y="1641"/>
                    </a:lnTo>
                    <a:lnTo>
                      <a:pt x="1" y="1753"/>
                    </a:lnTo>
                    <a:lnTo>
                      <a:pt x="1" y="1843"/>
                    </a:lnTo>
                    <a:lnTo>
                      <a:pt x="1" y="1955"/>
                    </a:lnTo>
                    <a:lnTo>
                      <a:pt x="23" y="2045"/>
                    </a:lnTo>
                    <a:lnTo>
                      <a:pt x="68" y="2158"/>
                    </a:lnTo>
                    <a:lnTo>
                      <a:pt x="113" y="2247"/>
                    </a:lnTo>
                    <a:lnTo>
                      <a:pt x="270" y="2427"/>
                    </a:lnTo>
                    <a:lnTo>
                      <a:pt x="473" y="2584"/>
                    </a:lnTo>
                    <a:lnTo>
                      <a:pt x="720" y="2764"/>
                    </a:lnTo>
                    <a:lnTo>
                      <a:pt x="1034" y="2899"/>
                    </a:lnTo>
                    <a:lnTo>
                      <a:pt x="1394" y="3034"/>
                    </a:lnTo>
                    <a:lnTo>
                      <a:pt x="1798" y="3169"/>
                    </a:lnTo>
                    <a:lnTo>
                      <a:pt x="2247" y="3281"/>
                    </a:lnTo>
                    <a:lnTo>
                      <a:pt x="2741" y="3393"/>
                    </a:lnTo>
                    <a:lnTo>
                      <a:pt x="3281" y="3483"/>
                    </a:lnTo>
                    <a:lnTo>
                      <a:pt x="3865" y="3573"/>
                    </a:lnTo>
                    <a:lnTo>
                      <a:pt x="5145" y="3708"/>
                    </a:lnTo>
                    <a:lnTo>
                      <a:pt x="6538" y="3820"/>
                    </a:lnTo>
                    <a:lnTo>
                      <a:pt x="8088" y="3910"/>
                    </a:lnTo>
                    <a:lnTo>
                      <a:pt x="9728" y="3977"/>
                    </a:lnTo>
                    <a:lnTo>
                      <a:pt x="11458" y="4000"/>
                    </a:lnTo>
                    <a:lnTo>
                      <a:pt x="13255" y="4000"/>
                    </a:lnTo>
                    <a:lnTo>
                      <a:pt x="15119" y="3977"/>
                    </a:lnTo>
                    <a:lnTo>
                      <a:pt x="17051" y="3955"/>
                    </a:lnTo>
                    <a:lnTo>
                      <a:pt x="18983" y="3887"/>
                    </a:lnTo>
                    <a:lnTo>
                      <a:pt x="20960" y="3820"/>
                    </a:lnTo>
                    <a:lnTo>
                      <a:pt x="24869" y="3640"/>
                    </a:lnTo>
                    <a:lnTo>
                      <a:pt x="28643" y="3438"/>
                    </a:lnTo>
                    <a:lnTo>
                      <a:pt x="32192" y="3191"/>
                    </a:lnTo>
                    <a:lnTo>
                      <a:pt x="35360" y="2966"/>
                    </a:lnTo>
                    <a:lnTo>
                      <a:pt x="38033" y="2764"/>
                    </a:lnTo>
                    <a:lnTo>
                      <a:pt x="40100" y="2584"/>
                    </a:lnTo>
                    <a:lnTo>
                      <a:pt x="41897" y="2427"/>
                    </a:lnTo>
                    <a:lnTo>
                      <a:pt x="40100" y="2225"/>
                    </a:lnTo>
                    <a:lnTo>
                      <a:pt x="38033" y="2000"/>
                    </a:lnTo>
                    <a:lnTo>
                      <a:pt x="35360" y="1708"/>
                    </a:lnTo>
                    <a:lnTo>
                      <a:pt x="32192" y="1394"/>
                    </a:lnTo>
                    <a:lnTo>
                      <a:pt x="28643" y="1079"/>
                    </a:lnTo>
                    <a:lnTo>
                      <a:pt x="24869" y="765"/>
                    </a:lnTo>
                    <a:lnTo>
                      <a:pt x="20960" y="473"/>
                    </a:lnTo>
                    <a:lnTo>
                      <a:pt x="18983" y="338"/>
                    </a:lnTo>
                    <a:lnTo>
                      <a:pt x="17051" y="226"/>
                    </a:lnTo>
                    <a:lnTo>
                      <a:pt x="15119" y="136"/>
                    </a:lnTo>
                    <a:lnTo>
                      <a:pt x="13255" y="68"/>
                    </a:lnTo>
                    <a:lnTo>
                      <a:pt x="11458" y="23"/>
                    </a:lnTo>
                    <a:lnTo>
                      <a:pt x="9728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6" name="Google Shape;7116;p33"/>
              <p:cNvSpPr/>
              <p:nvPr/>
            </p:nvSpPr>
            <p:spPr>
              <a:xfrm>
                <a:off x="11511000" y="3582600"/>
                <a:ext cx="97175" cy="159525"/>
              </a:xfrm>
              <a:custGeom>
                <a:avLst/>
                <a:gdLst/>
                <a:ahLst/>
                <a:cxnLst/>
                <a:rect l="l" t="t" r="r" b="b"/>
                <a:pathLst>
                  <a:path w="3887" h="6381" extrusionOk="0">
                    <a:moveTo>
                      <a:pt x="1933" y="1"/>
                    </a:moveTo>
                    <a:lnTo>
                      <a:pt x="1573" y="23"/>
                    </a:lnTo>
                    <a:lnTo>
                      <a:pt x="1236" y="68"/>
                    </a:lnTo>
                    <a:lnTo>
                      <a:pt x="967" y="158"/>
                    </a:lnTo>
                    <a:lnTo>
                      <a:pt x="742" y="271"/>
                    </a:lnTo>
                    <a:lnTo>
                      <a:pt x="540" y="428"/>
                    </a:lnTo>
                    <a:lnTo>
                      <a:pt x="360" y="585"/>
                    </a:lnTo>
                    <a:lnTo>
                      <a:pt x="248" y="787"/>
                    </a:lnTo>
                    <a:lnTo>
                      <a:pt x="135" y="989"/>
                    </a:lnTo>
                    <a:lnTo>
                      <a:pt x="68" y="1237"/>
                    </a:lnTo>
                    <a:lnTo>
                      <a:pt x="23" y="1484"/>
                    </a:lnTo>
                    <a:lnTo>
                      <a:pt x="1" y="1753"/>
                    </a:lnTo>
                    <a:lnTo>
                      <a:pt x="23" y="2023"/>
                    </a:lnTo>
                    <a:lnTo>
                      <a:pt x="46" y="2315"/>
                    </a:lnTo>
                    <a:lnTo>
                      <a:pt x="90" y="2584"/>
                    </a:lnTo>
                    <a:lnTo>
                      <a:pt x="135" y="2899"/>
                    </a:lnTo>
                    <a:lnTo>
                      <a:pt x="225" y="3191"/>
                    </a:lnTo>
                    <a:lnTo>
                      <a:pt x="405" y="3775"/>
                    </a:lnTo>
                    <a:lnTo>
                      <a:pt x="607" y="4359"/>
                    </a:lnTo>
                    <a:lnTo>
                      <a:pt x="854" y="4898"/>
                    </a:lnTo>
                    <a:lnTo>
                      <a:pt x="1056" y="5370"/>
                    </a:lnTo>
                    <a:lnTo>
                      <a:pt x="1438" y="6089"/>
                    </a:lnTo>
                    <a:lnTo>
                      <a:pt x="1596" y="6381"/>
                    </a:lnTo>
                    <a:lnTo>
                      <a:pt x="1685" y="6358"/>
                    </a:lnTo>
                    <a:lnTo>
                      <a:pt x="1798" y="6291"/>
                    </a:lnTo>
                    <a:lnTo>
                      <a:pt x="1933" y="6224"/>
                    </a:lnTo>
                    <a:lnTo>
                      <a:pt x="2067" y="6089"/>
                    </a:lnTo>
                    <a:lnTo>
                      <a:pt x="2337" y="5774"/>
                    </a:lnTo>
                    <a:lnTo>
                      <a:pt x="2651" y="5370"/>
                    </a:lnTo>
                    <a:lnTo>
                      <a:pt x="2943" y="4898"/>
                    </a:lnTo>
                    <a:lnTo>
                      <a:pt x="3213" y="4359"/>
                    </a:lnTo>
                    <a:lnTo>
                      <a:pt x="3460" y="3775"/>
                    </a:lnTo>
                    <a:lnTo>
                      <a:pt x="3573" y="3483"/>
                    </a:lnTo>
                    <a:lnTo>
                      <a:pt x="3662" y="3191"/>
                    </a:lnTo>
                    <a:lnTo>
                      <a:pt x="3752" y="2899"/>
                    </a:lnTo>
                    <a:lnTo>
                      <a:pt x="3820" y="2584"/>
                    </a:lnTo>
                    <a:lnTo>
                      <a:pt x="3865" y="2315"/>
                    </a:lnTo>
                    <a:lnTo>
                      <a:pt x="3887" y="2023"/>
                    </a:lnTo>
                    <a:lnTo>
                      <a:pt x="3887" y="1753"/>
                    </a:lnTo>
                    <a:lnTo>
                      <a:pt x="3865" y="1484"/>
                    </a:lnTo>
                    <a:lnTo>
                      <a:pt x="3820" y="1237"/>
                    </a:lnTo>
                    <a:lnTo>
                      <a:pt x="3752" y="989"/>
                    </a:lnTo>
                    <a:lnTo>
                      <a:pt x="3640" y="787"/>
                    </a:lnTo>
                    <a:lnTo>
                      <a:pt x="3505" y="585"/>
                    </a:lnTo>
                    <a:lnTo>
                      <a:pt x="3325" y="428"/>
                    </a:lnTo>
                    <a:lnTo>
                      <a:pt x="3123" y="271"/>
                    </a:lnTo>
                    <a:lnTo>
                      <a:pt x="2876" y="158"/>
                    </a:lnTo>
                    <a:lnTo>
                      <a:pt x="2607" y="68"/>
                    </a:lnTo>
                    <a:lnTo>
                      <a:pt x="2292" y="23"/>
                    </a:lnTo>
                    <a:lnTo>
                      <a:pt x="193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7" name="Google Shape;7117;p33"/>
              <p:cNvSpPr/>
              <p:nvPr/>
            </p:nvSpPr>
            <p:spPr>
              <a:xfrm>
                <a:off x="10432700" y="3726375"/>
                <a:ext cx="1548400" cy="780125"/>
              </a:xfrm>
              <a:custGeom>
                <a:avLst/>
                <a:gdLst/>
                <a:ahLst/>
                <a:cxnLst/>
                <a:rect l="l" t="t" r="r" b="b"/>
                <a:pathLst>
                  <a:path w="61936" h="31205" extrusionOk="0">
                    <a:moveTo>
                      <a:pt x="42796" y="1"/>
                    </a:moveTo>
                    <a:lnTo>
                      <a:pt x="42167" y="46"/>
                    </a:lnTo>
                    <a:lnTo>
                      <a:pt x="41538" y="113"/>
                    </a:lnTo>
                    <a:lnTo>
                      <a:pt x="40909" y="203"/>
                    </a:lnTo>
                    <a:lnTo>
                      <a:pt x="40280" y="315"/>
                    </a:lnTo>
                    <a:lnTo>
                      <a:pt x="39651" y="428"/>
                    </a:lnTo>
                    <a:lnTo>
                      <a:pt x="39044" y="563"/>
                    </a:lnTo>
                    <a:lnTo>
                      <a:pt x="38438" y="720"/>
                    </a:lnTo>
                    <a:lnTo>
                      <a:pt x="37831" y="900"/>
                    </a:lnTo>
                    <a:lnTo>
                      <a:pt x="37224" y="1079"/>
                    </a:lnTo>
                    <a:lnTo>
                      <a:pt x="36640" y="1304"/>
                    </a:lnTo>
                    <a:lnTo>
                      <a:pt x="36034" y="1506"/>
                    </a:lnTo>
                    <a:lnTo>
                      <a:pt x="35450" y="1753"/>
                    </a:lnTo>
                    <a:lnTo>
                      <a:pt x="34282" y="2247"/>
                    </a:lnTo>
                    <a:lnTo>
                      <a:pt x="33136" y="2809"/>
                    </a:lnTo>
                    <a:lnTo>
                      <a:pt x="31990" y="3393"/>
                    </a:lnTo>
                    <a:lnTo>
                      <a:pt x="30867" y="4022"/>
                    </a:lnTo>
                    <a:lnTo>
                      <a:pt x="29744" y="4674"/>
                    </a:lnTo>
                    <a:lnTo>
                      <a:pt x="28643" y="5370"/>
                    </a:lnTo>
                    <a:lnTo>
                      <a:pt x="27542" y="6066"/>
                    </a:lnTo>
                    <a:lnTo>
                      <a:pt x="25386" y="7504"/>
                    </a:lnTo>
                    <a:lnTo>
                      <a:pt x="23274" y="8942"/>
                    </a:lnTo>
                    <a:lnTo>
                      <a:pt x="21185" y="10335"/>
                    </a:lnTo>
                    <a:lnTo>
                      <a:pt x="20151" y="11009"/>
                    </a:lnTo>
                    <a:lnTo>
                      <a:pt x="19141" y="11660"/>
                    </a:lnTo>
                    <a:lnTo>
                      <a:pt x="18107" y="12289"/>
                    </a:lnTo>
                    <a:lnTo>
                      <a:pt x="17096" y="12873"/>
                    </a:lnTo>
                    <a:lnTo>
                      <a:pt x="16085" y="13390"/>
                    </a:lnTo>
                    <a:lnTo>
                      <a:pt x="15074" y="13884"/>
                    </a:lnTo>
                    <a:lnTo>
                      <a:pt x="14086" y="14311"/>
                    </a:lnTo>
                    <a:lnTo>
                      <a:pt x="13569" y="14513"/>
                    </a:lnTo>
                    <a:lnTo>
                      <a:pt x="13075" y="14693"/>
                    </a:lnTo>
                    <a:lnTo>
                      <a:pt x="12581" y="14850"/>
                    </a:lnTo>
                    <a:lnTo>
                      <a:pt x="12087" y="15007"/>
                    </a:lnTo>
                    <a:lnTo>
                      <a:pt x="11570" y="15120"/>
                    </a:lnTo>
                    <a:lnTo>
                      <a:pt x="11076" y="15232"/>
                    </a:lnTo>
                    <a:lnTo>
                      <a:pt x="11076" y="14693"/>
                    </a:lnTo>
                    <a:lnTo>
                      <a:pt x="11053" y="14064"/>
                    </a:lnTo>
                    <a:lnTo>
                      <a:pt x="11031" y="13255"/>
                    </a:lnTo>
                    <a:lnTo>
                      <a:pt x="10963" y="12312"/>
                    </a:lnTo>
                    <a:lnTo>
                      <a:pt x="10874" y="11278"/>
                    </a:lnTo>
                    <a:lnTo>
                      <a:pt x="10739" y="10155"/>
                    </a:lnTo>
                    <a:lnTo>
                      <a:pt x="10582" y="9032"/>
                    </a:lnTo>
                    <a:lnTo>
                      <a:pt x="10469" y="8470"/>
                    </a:lnTo>
                    <a:lnTo>
                      <a:pt x="10334" y="7931"/>
                    </a:lnTo>
                    <a:lnTo>
                      <a:pt x="10200" y="7392"/>
                    </a:lnTo>
                    <a:lnTo>
                      <a:pt x="10042" y="6875"/>
                    </a:lnTo>
                    <a:lnTo>
                      <a:pt x="9885" y="6381"/>
                    </a:lnTo>
                    <a:lnTo>
                      <a:pt x="9683" y="5932"/>
                    </a:lnTo>
                    <a:lnTo>
                      <a:pt x="9481" y="5505"/>
                    </a:lnTo>
                    <a:lnTo>
                      <a:pt x="9256" y="5123"/>
                    </a:lnTo>
                    <a:lnTo>
                      <a:pt x="9009" y="4786"/>
                    </a:lnTo>
                    <a:lnTo>
                      <a:pt x="8739" y="4494"/>
                    </a:lnTo>
                    <a:lnTo>
                      <a:pt x="8605" y="4359"/>
                    </a:lnTo>
                    <a:lnTo>
                      <a:pt x="8447" y="4247"/>
                    </a:lnTo>
                    <a:lnTo>
                      <a:pt x="8290" y="4157"/>
                    </a:lnTo>
                    <a:lnTo>
                      <a:pt x="8133" y="4067"/>
                    </a:lnTo>
                    <a:lnTo>
                      <a:pt x="7976" y="4000"/>
                    </a:lnTo>
                    <a:lnTo>
                      <a:pt x="7796" y="3955"/>
                    </a:lnTo>
                    <a:lnTo>
                      <a:pt x="7616" y="3932"/>
                    </a:lnTo>
                    <a:lnTo>
                      <a:pt x="7234" y="3932"/>
                    </a:lnTo>
                    <a:lnTo>
                      <a:pt x="7032" y="3955"/>
                    </a:lnTo>
                    <a:lnTo>
                      <a:pt x="6830" y="4000"/>
                    </a:lnTo>
                    <a:lnTo>
                      <a:pt x="6628" y="4067"/>
                    </a:lnTo>
                    <a:lnTo>
                      <a:pt x="6426" y="4157"/>
                    </a:lnTo>
                    <a:lnTo>
                      <a:pt x="6223" y="4247"/>
                    </a:lnTo>
                    <a:lnTo>
                      <a:pt x="6044" y="4359"/>
                    </a:lnTo>
                    <a:lnTo>
                      <a:pt x="5864" y="4494"/>
                    </a:lnTo>
                    <a:lnTo>
                      <a:pt x="5707" y="4606"/>
                    </a:lnTo>
                    <a:lnTo>
                      <a:pt x="5549" y="4763"/>
                    </a:lnTo>
                    <a:lnTo>
                      <a:pt x="5415" y="4921"/>
                    </a:lnTo>
                    <a:lnTo>
                      <a:pt x="5280" y="5078"/>
                    </a:lnTo>
                    <a:lnTo>
                      <a:pt x="5168" y="5258"/>
                    </a:lnTo>
                    <a:lnTo>
                      <a:pt x="5055" y="5437"/>
                    </a:lnTo>
                    <a:lnTo>
                      <a:pt x="4853" y="5842"/>
                    </a:lnTo>
                    <a:lnTo>
                      <a:pt x="4696" y="6269"/>
                    </a:lnTo>
                    <a:lnTo>
                      <a:pt x="4583" y="6718"/>
                    </a:lnTo>
                    <a:lnTo>
                      <a:pt x="4494" y="7190"/>
                    </a:lnTo>
                    <a:lnTo>
                      <a:pt x="4426" y="7684"/>
                    </a:lnTo>
                    <a:lnTo>
                      <a:pt x="4404" y="8201"/>
                    </a:lnTo>
                    <a:lnTo>
                      <a:pt x="4381" y="8740"/>
                    </a:lnTo>
                    <a:lnTo>
                      <a:pt x="4404" y="9279"/>
                    </a:lnTo>
                    <a:lnTo>
                      <a:pt x="4426" y="9818"/>
                    </a:lnTo>
                    <a:lnTo>
                      <a:pt x="4494" y="10380"/>
                    </a:lnTo>
                    <a:lnTo>
                      <a:pt x="4561" y="10919"/>
                    </a:lnTo>
                    <a:lnTo>
                      <a:pt x="4718" y="11997"/>
                    </a:lnTo>
                    <a:lnTo>
                      <a:pt x="4943" y="13008"/>
                    </a:lnTo>
                    <a:lnTo>
                      <a:pt x="5168" y="13974"/>
                    </a:lnTo>
                    <a:lnTo>
                      <a:pt x="5392" y="14805"/>
                    </a:lnTo>
                    <a:lnTo>
                      <a:pt x="5594" y="15502"/>
                    </a:lnTo>
                    <a:lnTo>
                      <a:pt x="5752" y="16041"/>
                    </a:lnTo>
                    <a:lnTo>
                      <a:pt x="5909" y="16512"/>
                    </a:lnTo>
                    <a:lnTo>
                      <a:pt x="5549" y="16602"/>
                    </a:lnTo>
                    <a:lnTo>
                      <a:pt x="5145" y="16737"/>
                    </a:lnTo>
                    <a:lnTo>
                      <a:pt x="4606" y="16894"/>
                    </a:lnTo>
                    <a:lnTo>
                      <a:pt x="4022" y="17097"/>
                    </a:lnTo>
                    <a:lnTo>
                      <a:pt x="3348" y="17344"/>
                    </a:lnTo>
                    <a:lnTo>
                      <a:pt x="2696" y="17636"/>
                    </a:lnTo>
                    <a:lnTo>
                      <a:pt x="2023" y="17973"/>
                    </a:lnTo>
                    <a:lnTo>
                      <a:pt x="1708" y="18152"/>
                    </a:lnTo>
                    <a:lnTo>
                      <a:pt x="1416" y="18355"/>
                    </a:lnTo>
                    <a:lnTo>
                      <a:pt x="1124" y="18557"/>
                    </a:lnTo>
                    <a:lnTo>
                      <a:pt x="877" y="18781"/>
                    </a:lnTo>
                    <a:lnTo>
                      <a:pt x="630" y="19006"/>
                    </a:lnTo>
                    <a:lnTo>
                      <a:pt x="428" y="19253"/>
                    </a:lnTo>
                    <a:lnTo>
                      <a:pt x="270" y="19500"/>
                    </a:lnTo>
                    <a:lnTo>
                      <a:pt x="136" y="19747"/>
                    </a:lnTo>
                    <a:lnTo>
                      <a:pt x="46" y="20017"/>
                    </a:lnTo>
                    <a:lnTo>
                      <a:pt x="1" y="20309"/>
                    </a:lnTo>
                    <a:lnTo>
                      <a:pt x="1" y="20601"/>
                    </a:lnTo>
                    <a:lnTo>
                      <a:pt x="68" y="20893"/>
                    </a:lnTo>
                    <a:lnTo>
                      <a:pt x="180" y="21208"/>
                    </a:lnTo>
                    <a:lnTo>
                      <a:pt x="360" y="21522"/>
                    </a:lnTo>
                    <a:lnTo>
                      <a:pt x="585" y="21859"/>
                    </a:lnTo>
                    <a:lnTo>
                      <a:pt x="899" y="22196"/>
                    </a:lnTo>
                    <a:lnTo>
                      <a:pt x="1259" y="22510"/>
                    </a:lnTo>
                    <a:lnTo>
                      <a:pt x="1618" y="22780"/>
                    </a:lnTo>
                    <a:lnTo>
                      <a:pt x="2000" y="23005"/>
                    </a:lnTo>
                    <a:lnTo>
                      <a:pt x="2404" y="23162"/>
                    </a:lnTo>
                    <a:lnTo>
                      <a:pt x="2809" y="23297"/>
                    </a:lnTo>
                    <a:lnTo>
                      <a:pt x="3213" y="23387"/>
                    </a:lnTo>
                    <a:lnTo>
                      <a:pt x="3640" y="23432"/>
                    </a:lnTo>
                    <a:lnTo>
                      <a:pt x="4044" y="23432"/>
                    </a:lnTo>
                    <a:lnTo>
                      <a:pt x="4471" y="23409"/>
                    </a:lnTo>
                    <a:lnTo>
                      <a:pt x="4898" y="23364"/>
                    </a:lnTo>
                    <a:lnTo>
                      <a:pt x="5325" y="23274"/>
                    </a:lnTo>
                    <a:lnTo>
                      <a:pt x="5752" y="23184"/>
                    </a:lnTo>
                    <a:lnTo>
                      <a:pt x="6156" y="23050"/>
                    </a:lnTo>
                    <a:lnTo>
                      <a:pt x="6583" y="22892"/>
                    </a:lnTo>
                    <a:lnTo>
                      <a:pt x="6987" y="22735"/>
                    </a:lnTo>
                    <a:lnTo>
                      <a:pt x="7369" y="22555"/>
                    </a:lnTo>
                    <a:lnTo>
                      <a:pt x="8133" y="22174"/>
                    </a:lnTo>
                    <a:lnTo>
                      <a:pt x="8829" y="21769"/>
                    </a:lnTo>
                    <a:lnTo>
                      <a:pt x="9458" y="21387"/>
                    </a:lnTo>
                    <a:lnTo>
                      <a:pt x="9997" y="21005"/>
                    </a:lnTo>
                    <a:lnTo>
                      <a:pt x="10447" y="20668"/>
                    </a:lnTo>
                    <a:lnTo>
                      <a:pt x="10784" y="20399"/>
                    </a:lnTo>
                    <a:lnTo>
                      <a:pt x="11076" y="20152"/>
                    </a:lnTo>
                    <a:lnTo>
                      <a:pt x="11750" y="20062"/>
                    </a:lnTo>
                    <a:lnTo>
                      <a:pt x="12469" y="19994"/>
                    </a:lnTo>
                    <a:lnTo>
                      <a:pt x="13232" y="19972"/>
                    </a:lnTo>
                    <a:lnTo>
                      <a:pt x="14041" y="19994"/>
                    </a:lnTo>
                    <a:lnTo>
                      <a:pt x="14895" y="20062"/>
                    </a:lnTo>
                    <a:lnTo>
                      <a:pt x="15771" y="20174"/>
                    </a:lnTo>
                    <a:lnTo>
                      <a:pt x="16692" y="20331"/>
                    </a:lnTo>
                    <a:lnTo>
                      <a:pt x="17613" y="20534"/>
                    </a:lnTo>
                    <a:lnTo>
                      <a:pt x="18579" y="20803"/>
                    </a:lnTo>
                    <a:lnTo>
                      <a:pt x="19545" y="21095"/>
                    </a:lnTo>
                    <a:lnTo>
                      <a:pt x="20556" y="21432"/>
                    </a:lnTo>
                    <a:lnTo>
                      <a:pt x="21544" y="21814"/>
                    </a:lnTo>
                    <a:lnTo>
                      <a:pt x="22578" y="22263"/>
                    </a:lnTo>
                    <a:lnTo>
                      <a:pt x="23588" y="22735"/>
                    </a:lnTo>
                    <a:lnTo>
                      <a:pt x="24599" y="23274"/>
                    </a:lnTo>
                    <a:lnTo>
                      <a:pt x="25633" y="23858"/>
                    </a:lnTo>
                    <a:lnTo>
                      <a:pt x="27497" y="24937"/>
                    </a:lnTo>
                    <a:lnTo>
                      <a:pt x="29317" y="26015"/>
                    </a:lnTo>
                    <a:lnTo>
                      <a:pt x="31114" y="27026"/>
                    </a:lnTo>
                    <a:lnTo>
                      <a:pt x="31990" y="27498"/>
                    </a:lnTo>
                    <a:lnTo>
                      <a:pt x="32889" y="27969"/>
                    </a:lnTo>
                    <a:lnTo>
                      <a:pt x="33765" y="28419"/>
                    </a:lnTo>
                    <a:lnTo>
                      <a:pt x="34641" y="28823"/>
                    </a:lnTo>
                    <a:lnTo>
                      <a:pt x="35517" y="29227"/>
                    </a:lnTo>
                    <a:lnTo>
                      <a:pt x="36416" y="29587"/>
                    </a:lnTo>
                    <a:lnTo>
                      <a:pt x="37292" y="29924"/>
                    </a:lnTo>
                    <a:lnTo>
                      <a:pt x="38168" y="30216"/>
                    </a:lnTo>
                    <a:lnTo>
                      <a:pt x="39067" y="30485"/>
                    </a:lnTo>
                    <a:lnTo>
                      <a:pt x="39943" y="30710"/>
                    </a:lnTo>
                    <a:lnTo>
                      <a:pt x="40841" y="30890"/>
                    </a:lnTo>
                    <a:lnTo>
                      <a:pt x="41740" y="31047"/>
                    </a:lnTo>
                    <a:lnTo>
                      <a:pt x="42661" y="31159"/>
                    </a:lnTo>
                    <a:lnTo>
                      <a:pt x="43582" y="31204"/>
                    </a:lnTo>
                    <a:lnTo>
                      <a:pt x="44503" y="31204"/>
                    </a:lnTo>
                    <a:lnTo>
                      <a:pt x="45424" y="31182"/>
                    </a:lnTo>
                    <a:lnTo>
                      <a:pt x="46390" y="31070"/>
                    </a:lnTo>
                    <a:lnTo>
                      <a:pt x="47334" y="30935"/>
                    </a:lnTo>
                    <a:lnTo>
                      <a:pt x="47828" y="30845"/>
                    </a:lnTo>
                    <a:lnTo>
                      <a:pt x="48299" y="30733"/>
                    </a:lnTo>
                    <a:lnTo>
                      <a:pt x="48794" y="30598"/>
                    </a:lnTo>
                    <a:lnTo>
                      <a:pt x="49288" y="30463"/>
                    </a:lnTo>
                    <a:lnTo>
                      <a:pt x="49782" y="30306"/>
                    </a:lnTo>
                    <a:lnTo>
                      <a:pt x="50299" y="30126"/>
                    </a:lnTo>
                    <a:lnTo>
                      <a:pt x="50793" y="29946"/>
                    </a:lnTo>
                    <a:lnTo>
                      <a:pt x="51310" y="29744"/>
                    </a:lnTo>
                    <a:lnTo>
                      <a:pt x="51826" y="29519"/>
                    </a:lnTo>
                    <a:lnTo>
                      <a:pt x="52343" y="29295"/>
                    </a:lnTo>
                    <a:lnTo>
                      <a:pt x="52860" y="29025"/>
                    </a:lnTo>
                    <a:lnTo>
                      <a:pt x="53376" y="28756"/>
                    </a:lnTo>
                    <a:lnTo>
                      <a:pt x="54455" y="28172"/>
                    </a:lnTo>
                    <a:lnTo>
                      <a:pt x="55533" y="27498"/>
                    </a:lnTo>
                    <a:lnTo>
                      <a:pt x="56027" y="27183"/>
                    </a:lnTo>
                    <a:lnTo>
                      <a:pt x="56499" y="26824"/>
                    </a:lnTo>
                    <a:lnTo>
                      <a:pt x="56948" y="26464"/>
                    </a:lnTo>
                    <a:lnTo>
                      <a:pt x="57375" y="26082"/>
                    </a:lnTo>
                    <a:lnTo>
                      <a:pt x="57802" y="25700"/>
                    </a:lnTo>
                    <a:lnTo>
                      <a:pt x="58184" y="25296"/>
                    </a:lnTo>
                    <a:lnTo>
                      <a:pt x="58566" y="24869"/>
                    </a:lnTo>
                    <a:lnTo>
                      <a:pt x="58925" y="24420"/>
                    </a:lnTo>
                    <a:lnTo>
                      <a:pt x="59262" y="23971"/>
                    </a:lnTo>
                    <a:lnTo>
                      <a:pt x="59577" y="23521"/>
                    </a:lnTo>
                    <a:lnTo>
                      <a:pt x="59869" y="23050"/>
                    </a:lnTo>
                    <a:lnTo>
                      <a:pt x="60161" y="22578"/>
                    </a:lnTo>
                    <a:lnTo>
                      <a:pt x="60408" y="22084"/>
                    </a:lnTo>
                    <a:lnTo>
                      <a:pt x="60655" y="21567"/>
                    </a:lnTo>
                    <a:lnTo>
                      <a:pt x="60880" y="21073"/>
                    </a:lnTo>
                    <a:lnTo>
                      <a:pt x="61059" y="20556"/>
                    </a:lnTo>
                    <a:lnTo>
                      <a:pt x="61239" y="20017"/>
                    </a:lnTo>
                    <a:lnTo>
                      <a:pt x="61419" y="19500"/>
                    </a:lnTo>
                    <a:lnTo>
                      <a:pt x="61554" y="18961"/>
                    </a:lnTo>
                    <a:lnTo>
                      <a:pt x="61666" y="18422"/>
                    </a:lnTo>
                    <a:lnTo>
                      <a:pt x="61756" y="17883"/>
                    </a:lnTo>
                    <a:lnTo>
                      <a:pt x="61846" y="17321"/>
                    </a:lnTo>
                    <a:lnTo>
                      <a:pt x="61891" y="16782"/>
                    </a:lnTo>
                    <a:lnTo>
                      <a:pt x="61935" y="16220"/>
                    </a:lnTo>
                    <a:lnTo>
                      <a:pt x="61935" y="15659"/>
                    </a:lnTo>
                    <a:lnTo>
                      <a:pt x="61935" y="15120"/>
                    </a:lnTo>
                    <a:lnTo>
                      <a:pt x="61891" y="14558"/>
                    </a:lnTo>
                    <a:lnTo>
                      <a:pt x="61846" y="13996"/>
                    </a:lnTo>
                    <a:lnTo>
                      <a:pt x="61778" y="13457"/>
                    </a:lnTo>
                    <a:lnTo>
                      <a:pt x="61666" y="12896"/>
                    </a:lnTo>
                    <a:lnTo>
                      <a:pt x="61554" y="12356"/>
                    </a:lnTo>
                    <a:lnTo>
                      <a:pt x="61419" y="11795"/>
                    </a:lnTo>
                    <a:lnTo>
                      <a:pt x="61262" y="11233"/>
                    </a:lnTo>
                    <a:lnTo>
                      <a:pt x="61059" y="10672"/>
                    </a:lnTo>
                    <a:lnTo>
                      <a:pt x="60880" y="10132"/>
                    </a:lnTo>
                    <a:lnTo>
                      <a:pt x="60655" y="9616"/>
                    </a:lnTo>
                    <a:lnTo>
                      <a:pt x="60430" y="9099"/>
                    </a:lnTo>
                    <a:lnTo>
                      <a:pt x="60161" y="8582"/>
                    </a:lnTo>
                    <a:lnTo>
                      <a:pt x="59914" y="8088"/>
                    </a:lnTo>
                    <a:lnTo>
                      <a:pt x="59622" y="7616"/>
                    </a:lnTo>
                    <a:lnTo>
                      <a:pt x="59307" y="7145"/>
                    </a:lnTo>
                    <a:lnTo>
                      <a:pt x="58993" y="6695"/>
                    </a:lnTo>
                    <a:lnTo>
                      <a:pt x="58656" y="6246"/>
                    </a:lnTo>
                    <a:lnTo>
                      <a:pt x="58296" y="5819"/>
                    </a:lnTo>
                    <a:lnTo>
                      <a:pt x="57914" y="5415"/>
                    </a:lnTo>
                    <a:lnTo>
                      <a:pt x="57532" y="5011"/>
                    </a:lnTo>
                    <a:lnTo>
                      <a:pt x="57106" y="4629"/>
                    </a:lnTo>
                    <a:lnTo>
                      <a:pt x="56679" y="4247"/>
                    </a:lnTo>
                    <a:lnTo>
                      <a:pt x="56207" y="3887"/>
                    </a:lnTo>
                    <a:lnTo>
                      <a:pt x="55735" y="3550"/>
                    </a:lnTo>
                    <a:lnTo>
                      <a:pt x="55241" y="3213"/>
                    </a:lnTo>
                    <a:lnTo>
                      <a:pt x="54724" y="2899"/>
                    </a:lnTo>
                    <a:lnTo>
                      <a:pt x="54163" y="2584"/>
                    </a:lnTo>
                    <a:lnTo>
                      <a:pt x="53601" y="2292"/>
                    </a:lnTo>
                    <a:lnTo>
                      <a:pt x="53017" y="2023"/>
                    </a:lnTo>
                    <a:lnTo>
                      <a:pt x="52410" y="1776"/>
                    </a:lnTo>
                    <a:lnTo>
                      <a:pt x="51781" y="1529"/>
                    </a:lnTo>
                    <a:lnTo>
                      <a:pt x="51130" y="1281"/>
                    </a:lnTo>
                    <a:lnTo>
                      <a:pt x="50456" y="1079"/>
                    </a:lnTo>
                    <a:lnTo>
                      <a:pt x="49760" y="877"/>
                    </a:lnTo>
                    <a:lnTo>
                      <a:pt x="49041" y="697"/>
                    </a:lnTo>
                    <a:lnTo>
                      <a:pt x="48277" y="518"/>
                    </a:lnTo>
                    <a:lnTo>
                      <a:pt x="47513" y="360"/>
                    </a:lnTo>
                    <a:lnTo>
                      <a:pt x="46705" y="226"/>
                    </a:lnTo>
                    <a:lnTo>
                      <a:pt x="46053" y="136"/>
                    </a:lnTo>
                    <a:lnTo>
                      <a:pt x="45379" y="68"/>
                    </a:lnTo>
                    <a:lnTo>
                      <a:pt x="44728" y="23"/>
                    </a:lnTo>
                    <a:lnTo>
                      <a:pt x="4407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8" name="Google Shape;7118;p33"/>
              <p:cNvSpPr/>
              <p:nvPr/>
            </p:nvSpPr>
            <p:spPr>
              <a:xfrm>
                <a:off x="10432700" y="3726375"/>
                <a:ext cx="1548400" cy="780125"/>
              </a:xfrm>
              <a:custGeom>
                <a:avLst/>
                <a:gdLst/>
                <a:ahLst/>
                <a:cxnLst/>
                <a:rect l="l" t="t" r="r" b="b"/>
                <a:pathLst>
                  <a:path w="61936" h="31205" fill="none" extrusionOk="0">
                    <a:moveTo>
                      <a:pt x="11076" y="15232"/>
                    </a:moveTo>
                    <a:lnTo>
                      <a:pt x="11076" y="15232"/>
                    </a:lnTo>
                    <a:lnTo>
                      <a:pt x="11570" y="15120"/>
                    </a:lnTo>
                    <a:lnTo>
                      <a:pt x="12087" y="15007"/>
                    </a:lnTo>
                    <a:lnTo>
                      <a:pt x="12581" y="14850"/>
                    </a:lnTo>
                    <a:lnTo>
                      <a:pt x="13075" y="14693"/>
                    </a:lnTo>
                    <a:lnTo>
                      <a:pt x="13569" y="14513"/>
                    </a:lnTo>
                    <a:lnTo>
                      <a:pt x="14086" y="14311"/>
                    </a:lnTo>
                    <a:lnTo>
                      <a:pt x="15074" y="13884"/>
                    </a:lnTo>
                    <a:lnTo>
                      <a:pt x="16085" y="13390"/>
                    </a:lnTo>
                    <a:lnTo>
                      <a:pt x="17096" y="12873"/>
                    </a:lnTo>
                    <a:lnTo>
                      <a:pt x="18107" y="12289"/>
                    </a:lnTo>
                    <a:lnTo>
                      <a:pt x="19141" y="11660"/>
                    </a:lnTo>
                    <a:lnTo>
                      <a:pt x="20151" y="11009"/>
                    </a:lnTo>
                    <a:lnTo>
                      <a:pt x="21185" y="10335"/>
                    </a:lnTo>
                    <a:lnTo>
                      <a:pt x="23274" y="8942"/>
                    </a:lnTo>
                    <a:lnTo>
                      <a:pt x="25386" y="7504"/>
                    </a:lnTo>
                    <a:lnTo>
                      <a:pt x="27542" y="6066"/>
                    </a:lnTo>
                    <a:lnTo>
                      <a:pt x="28643" y="5370"/>
                    </a:lnTo>
                    <a:lnTo>
                      <a:pt x="29744" y="4674"/>
                    </a:lnTo>
                    <a:lnTo>
                      <a:pt x="30867" y="4022"/>
                    </a:lnTo>
                    <a:lnTo>
                      <a:pt x="31990" y="3393"/>
                    </a:lnTo>
                    <a:lnTo>
                      <a:pt x="33136" y="2809"/>
                    </a:lnTo>
                    <a:lnTo>
                      <a:pt x="34282" y="2247"/>
                    </a:lnTo>
                    <a:lnTo>
                      <a:pt x="35450" y="1753"/>
                    </a:lnTo>
                    <a:lnTo>
                      <a:pt x="36034" y="1506"/>
                    </a:lnTo>
                    <a:lnTo>
                      <a:pt x="36640" y="1304"/>
                    </a:lnTo>
                    <a:lnTo>
                      <a:pt x="37224" y="1079"/>
                    </a:lnTo>
                    <a:lnTo>
                      <a:pt x="37831" y="900"/>
                    </a:lnTo>
                    <a:lnTo>
                      <a:pt x="38438" y="720"/>
                    </a:lnTo>
                    <a:lnTo>
                      <a:pt x="39044" y="563"/>
                    </a:lnTo>
                    <a:lnTo>
                      <a:pt x="39651" y="428"/>
                    </a:lnTo>
                    <a:lnTo>
                      <a:pt x="40280" y="315"/>
                    </a:lnTo>
                    <a:lnTo>
                      <a:pt x="40909" y="203"/>
                    </a:lnTo>
                    <a:lnTo>
                      <a:pt x="41538" y="113"/>
                    </a:lnTo>
                    <a:lnTo>
                      <a:pt x="42167" y="46"/>
                    </a:lnTo>
                    <a:lnTo>
                      <a:pt x="42796" y="1"/>
                    </a:lnTo>
                    <a:lnTo>
                      <a:pt x="43425" y="1"/>
                    </a:lnTo>
                    <a:lnTo>
                      <a:pt x="44076" y="1"/>
                    </a:lnTo>
                    <a:lnTo>
                      <a:pt x="44728" y="23"/>
                    </a:lnTo>
                    <a:lnTo>
                      <a:pt x="45379" y="68"/>
                    </a:lnTo>
                    <a:lnTo>
                      <a:pt x="46053" y="136"/>
                    </a:lnTo>
                    <a:lnTo>
                      <a:pt x="46705" y="226"/>
                    </a:lnTo>
                    <a:lnTo>
                      <a:pt x="46705" y="226"/>
                    </a:lnTo>
                    <a:lnTo>
                      <a:pt x="47513" y="360"/>
                    </a:lnTo>
                    <a:lnTo>
                      <a:pt x="48277" y="518"/>
                    </a:lnTo>
                    <a:lnTo>
                      <a:pt x="49041" y="697"/>
                    </a:lnTo>
                    <a:lnTo>
                      <a:pt x="49760" y="877"/>
                    </a:lnTo>
                    <a:lnTo>
                      <a:pt x="50456" y="1079"/>
                    </a:lnTo>
                    <a:lnTo>
                      <a:pt x="51130" y="1281"/>
                    </a:lnTo>
                    <a:lnTo>
                      <a:pt x="51781" y="1529"/>
                    </a:lnTo>
                    <a:lnTo>
                      <a:pt x="52410" y="1776"/>
                    </a:lnTo>
                    <a:lnTo>
                      <a:pt x="53017" y="2023"/>
                    </a:lnTo>
                    <a:lnTo>
                      <a:pt x="53601" y="2292"/>
                    </a:lnTo>
                    <a:lnTo>
                      <a:pt x="54163" y="2584"/>
                    </a:lnTo>
                    <a:lnTo>
                      <a:pt x="54724" y="2899"/>
                    </a:lnTo>
                    <a:lnTo>
                      <a:pt x="55241" y="3213"/>
                    </a:lnTo>
                    <a:lnTo>
                      <a:pt x="55735" y="3550"/>
                    </a:lnTo>
                    <a:lnTo>
                      <a:pt x="56207" y="3887"/>
                    </a:lnTo>
                    <a:lnTo>
                      <a:pt x="56679" y="4247"/>
                    </a:lnTo>
                    <a:lnTo>
                      <a:pt x="57106" y="4629"/>
                    </a:lnTo>
                    <a:lnTo>
                      <a:pt x="57532" y="5011"/>
                    </a:lnTo>
                    <a:lnTo>
                      <a:pt x="57914" y="5415"/>
                    </a:lnTo>
                    <a:lnTo>
                      <a:pt x="58296" y="5819"/>
                    </a:lnTo>
                    <a:lnTo>
                      <a:pt x="58656" y="6246"/>
                    </a:lnTo>
                    <a:lnTo>
                      <a:pt x="58993" y="6695"/>
                    </a:lnTo>
                    <a:lnTo>
                      <a:pt x="59307" y="7145"/>
                    </a:lnTo>
                    <a:lnTo>
                      <a:pt x="59622" y="7616"/>
                    </a:lnTo>
                    <a:lnTo>
                      <a:pt x="59914" y="8088"/>
                    </a:lnTo>
                    <a:lnTo>
                      <a:pt x="60161" y="8582"/>
                    </a:lnTo>
                    <a:lnTo>
                      <a:pt x="60430" y="9099"/>
                    </a:lnTo>
                    <a:lnTo>
                      <a:pt x="60655" y="9616"/>
                    </a:lnTo>
                    <a:lnTo>
                      <a:pt x="60880" y="10132"/>
                    </a:lnTo>
                    <a:lnTo>
                      <a:pt x="61059" y="10672"/>
                    </a:lnTo>
                    <a:lnTo>
                      <a:pt x="61262" y="11233"/>
                    </a:lnTo>
                    <a:lnTo>
                      <a:pt x="61419" y="11795"/>
                    </a:lnTo>
                    <a:lnTo>
                      <a:pt x="61419" y="11795"/>
                    </a:lnTo>
                    <a:lnTo>
                      <a:pt x="61554" y="12356"/>
                    </a:lnTo>
                    <a:lnTo>
                      <a:pt x="61666" y="12896"/>
                    </a:lnTo>
                    <a:lnTo>
                      <a:pt x="61778" y="13457"/>
                    </a:lnTo>
                    <a:lnTo>
                      <a:pt x="61846" y="13996"/>
                    </a:lnTo>
                    <a:lnTo>
                      <a:pt x="61891" y="14558"/>
                    </a:lnTo>
                    <a:lnTo>
                      <a:pt x="61935" y="15120"/>
                    </a:lnTo>
                    <a:lnTo>
                      <a:pt x="61935" y="15659"/>
                    </a:lnTo>
                    <a:lnTo>
                      <a:pt x="61935" y="16220"/>
                    </a:lnTo>
                    <a:lnTo>
                      <a:pt x="61891" y="16782"/>
                    </a:lnTo>
                    <a:lnTo>
                      <a:pt x="61846" y="17321"/>
                    </a:lnTo>
                    <a:lnTo>
                      <a:pt x="61756" y="17883"/>
                    </a:lnTo>
                    <a:lnTo>
                      <a:pt x="61666" y="18422"/>
                    </a:lnTo>
                    <a:lnTo>
                      <a:pt x="61554" y="18961"/>
                    </a:lnTo>
                    <a:lnTo>
                      <a:pt x="61419" y="19500"/>
                    </a:lnTo>
                    <a:lnTo>
                      <a:pt x="61239" y="20017"/>
                    </a:lnTo>
                    <a:lnTo>
                      <a:pt x="61059" y="20556"/>
                    </a:lnTo>
                    <a:lnTo>
                      <a:pt x="60880" y="21073"/>
                    </a:lnTo>
                    <a:lnTo>
                      <a:pt x="60655" y="21567"/>
                    </a:lnTo>
                    <a:lnTo>
                      <a:pt x="60408" y="22084"/>
                    </a:lnTo>
                    <a:lnTo>
                      <a:pt x="60161" y="22578"/>
                    </a:lnTo>
                    <a:lnTo>
                      <a:pt x="59869" y="23050"/>
                    </a:lnTo>
                    <a:lnTo>
                      <a:pt x="59577" y="23521"/>
                    </a:lnTo>
                    <a:lnTo>
                      <a:pt x="59262" y="23971"/>
                    </a:lnTo>
                    <a:lnTo>
                      <a:pt x="58925" y="24420"/>
                    </a:lnTo>
                    <a:lnTo>
                      <a:pt x="58566" y="24869"/>
                    </a:lnTo>
                    <a:lnTo>
                      <a:pt x="58184" y="25296"/>
                    </a:lnTo>
                    <a:lnTo>
                      <a:pt x="57802" y="25700"/>
                    </a:lnTo>
                    <a:lnTo>
                      <a:pt x="57375" y="26082"/>
                    </a:lnTo>
                    <a:lnTo>
                      <a:pt x="56948" y="26464"/>
                    </a:lnTo>
                    <a:lnTo>
                      <a:pt x="56499" y="26824"/>
                    </a:lnTo>
                    <a:lnTo>
                      <a:pt x="56027" y="27183"/>
                    </a:lnTo>
                    <a:lnTo>
                      <a:pt x="55533" y="27498"/>
                    </a:lnTo>
                    <a:lnTo>
                      <a:pt x="55533" y="27498"/>
                    </a:lnTo>
                    <a:lnTo>
                      <a:pt x="54455" y="28172"/>
                    </a:lnTo>
                    <a:lnTo>
                      <a:pt x="53376" y="28756"/>
                    </a:lnTo>
                    <a:lnTo>
                      <a:pt x="52860" y="29025"/>
                    </a:lnTo>
                    <a:lnTo>
                      <a:pt x="52343" y="29295"/>
                    </a:lnTo>
                    <a:lnTo>
                      <a:pt x="51826" y="29519"/>
                    </a:lnTo>
                    <a:lnTo>
                      <a:pt x="51310" y="29744"/>
                    </a:lnTo>
                    <a:lnTo>
                      <a:pt x="50793" y="29946"/>
                    </a:lnTo>
                    <a:lnTo>
                      <a:pt x="50299" y="30126"/>
                    </a:lnTo>
                    <a:lnTo>
                      <a:pt x="49782" y="30306"/>
                    </a:lnTo>
                    <a:lnTo>
                      <a:pt x="49288" y="30463"/>
                    </a:lnTo>
                    <a:lnTo>
                      <a:pt x="48794" y="30598"/>
                    </a:lnTo>
                    <a:lnTo>
                      <a:pt x="48299" y="30733"/>
                    </a:lnTo>
                    <a:lnTo>
                      <a:pt x="47828" y="30845"/>
                    </a:lnTo>
                    <a:lnTo>
                      <a:pt x="47334" y="30935"/>
                    </a:lnTo>
                    <a:lnTo>
                      <a:pt x="46390" y="31070"/>
                    </a:lnTo>
                    <a:lnTo>
                      <a:pt x="45424" y="31182"/>
                    </a:lnTo>
                    <a:lnTo>
                      <a:pt x="44503" y="31204"/>
                    </a:lnTo>
                    <a:lnTo>
                      <a:pt x="43582" y="31204"/>
                    </a:lnTo>
                    <a:lnTo>
                      <a:pt x="42661" y="31159"/>
                    </a:lnTo>
                    <a:lnTo>
                      <a:pt x="41740" y="31047"/>
                    </a:lnTo>
                    <a:lnTo>
                      <a:pt x="40841" y="30890"/>
                    </a:lnTo>
                    <a:lnTo>
                      <a:pt x="39943" y="30710"/>
                    </a:lnTo>
                    <a:lnTo>
                      <a:pt x="39067" y="30485"/>
                    </a:lnTo>
                    <a:lnTo>
                      <a:pt x="38168" y="30216"/>
                    </a:lnTo>
                    <a:lnTo>
                      <a:pt x="37292" y="29924"/>
                    </a:lnTo>
                    <a:lnTo>
                      <a:pt x="36416" y="29587"/>
                    </a:lnTo>
                    <a:lnTo>
                      <a:pt x="35517" y="29227"/>
                    </a:lnTo>
                    <a:lnTo>
                      <a:pt x="34641" y="28823"/>
                    </a:lnTo>
                    <a:lnTo>
                      <a:pt x="33765" y="28419"/>
                    </a:lnTo>
                    <a:lnTo>
                      <a:pt x="32889" y="27969"/>
                    </a:lnTo>
                    <a:lnTo>
                      <a:pt x="31990" y="27498"/>
                    </a:lnTo>
                    <a:lnTo>
                      <a:pt x="31114" y="27026"/>
                    </a:lnTo>
                    <a:lnTo>
                      <a:pt x="29317" y="26015"/>
                    </a:lnTo>
                    <a:lnTo>
                      <a:pt x="27497" y="24937"/>
                    </a:lnTo>
                    <a:lnTo>
                      <a:pt x="25633" y="23858"/>
                    </a:lnTo>
                    <a:lnTo>
                      <a:pt x="25633" y="23858"/>
                    </a:lnTo>
                    <a:lnTo>
                      <a:pt x="24599" y="23274"/>
                    </a:lnTo>
                    <a:lnTo>
                      <a:pt x="23588" y="22735"/>
                    </a:lnTo>
                    <a:lnTo>
                      <a:pt x="22578" y="22263"/>
                    </a:lnTo>
                    <a:lnTo>
                      <a:pt x="21544" y="21814"/>
                    </a:lnTo>
                    <a:lnTo>
                      <a:pt x="20556" y="21432"/>
                    </a:lnTo>
                    <a:lnTo>
                      <a:pt x="19545" y="21095"/>
                    </a:lnTo>
                    <a:lnTo>
                      <a:pt x="18579" y="20803"/>
                    </a:lnTo>
                    <a:lnTo>
                      <a:pt x="17613" y="20534"/>
                    </a:lnTo>
                    <a:lnTo>
                      <a:pt x="16692" y="20331"/>
                    </a:lnTo>
                    <a:lnTo>
                      <a:pt x="15771" y="20174"/>
                    </a:lnTo>
                    <a:lnTo>
                      <a:pt x="14895" y="20062"/>
                    </a:lnTo>
                    <a:lnTo>
                      <a:pt x="14041" y="19994"/>
                    </a:lnTo>
                    <a:lnTo>
                      <a:pt x="13232" y="19972"/>
                    </a:lnTo>
                    <a:lnTo>
                      <a:pt x="12469" y="19994"/>
                    </a:lnTo>
                    <a:lnTo>
                      <a:pt x="11750" y="20062"/>
                    </a:lnTo>
                    <a:lnTo>
                      <a:pt x="11076" y="20152"/>
                    </a:lnTo>
                    <a:lnTo>
                      <a:pt x="11076" y="20152"/>
                    </a:lnTo>
                    <a:lnTo>
                      <a:pt x="10784" y="20399"/>
                    </a:lnTo>
                    <a:lnTo>
                      <a:pt x="10447" y="20668"/>
                    </a:lnTo>
                    <a:lnTo>
                      <a:pt x="9997" y="21005"/>
                    </a:lnTo>
                    <a:lnTo>
                      <a:pt x="9458" y="21387"/>
                    </a:lnTo>
                    <a:lnTo>
                      <a:pt x="8829" y="21769"/>
                    </a:lnTo>
                    <a:lnTo>
                      <a:pt x="8133" y="22174"/>
                    </a:lnTo>
                    <a:lnTo>
                      <a:pt x="7369" y="22555"/>
                    </a:lnTo>
                    <a:lnTo>
                      <a:pt x="6987" y="22735"/>
                    </a:lnTo>
                    <a:lnTo>
                      <a:pt x="6583" y="22892"/>
                    </a:lnTo>
                    <a:lnTo>
                      <a:pt x="6156" y="23050"/>
                    </a:lnTo>
                    <a:lnTo>
                      <a:pt x="5752" y="23184"/>
                    </a:lnTo>
                    <a:lnTo>
                      <a:pt x="5325" y="23274"/>
                    </a:lnTo>
                    <a:lnTo>
                      <a:pt x="4898" y="23364"/>
                    </a:lnTo>
                    <a:lnTo>
                      <a:pt x="4471" y="23409"/>
                    </a:lnTo>
                    <a:lnTo>
                      <a:pt x="4044" y="23432"/>
                    </a:lnTo>
                    <a:lnTo>
                      <a:pt x="3640" y="23432"/>
                    </a:lnTo>
                    <a:lnTo>
                      <a:pt x="3213" y="23387"/>
                    </a:lnTo>
                    <a:lnTo>
                      <a:pt x="2809" y="23297"/>
                    </a:lnTo>
                    <a:lnTo>
                      <a:pt x="2404" y="23162"/>
                    </a:lnTo>
                    <a:lnTo>
                      <a:pt x="2000" y="23005"/>
                    </a:lnTo>
                    <a:lnTo>
                      <a:pt x="1618" y="22780"/>
                    </a:lnTo>
                    <a:lnTo>
                      <a:pt x="1259" y="22510"/>
                    </a:lnTo>
                    <a:lnTo>
                      <a:pt x="899" y="22196"/>
                    </a:lnTo>
                    <a:lnTo>
                      <a:pt x="899" y="22196"/>
                    </a:lnTo>
                    <a:lnTo>
                      <a:pt x="585" y="21859"/>
                    </a:lnTo>
                    <a:lnTo>
                      <a:pt x="360" y="21522"/>
                    </a:lnTo>
                    <a:lnTo>
                      <a:pt x="180" y="21208"/>
                    </a:lnTo>
                    <a:lnTo>
                      <a:pt x="68" y="20893"/>
                    </a:lnTo>
                    <a:lnTo>
                      <a:pt x="1" y="20601"/>
                    </a:lnTo>
                    <a:lnTo>
                      <a:pt x="1" y="20309"/>
                    </a:lnTo>
                    <a:lnTo>
                      <a:pt x="46" y="20017"/>
                    </a:lnTo>
                    <a:lnTo>
                      <a:pt x="136" y="19747"/>
                    </a:lnTo>
                    <a:lnTo>
                      <a:pt x="270" y="19500"/>
                    </a:lnTo>
                    <a:lnTo>
                      <a:pt x="428" y="19253"/>
                    </a:lnTo>
                    <a:lnTo>
                      <a:pt x="630" y="19006"/>
                    </a:lnTo>
                    <a:lnTo>
                      <a:pt x="877" y="18781"/>
                    </a:lnTo>
                    <a:lnTo>
                      <a:pt x="1124" y="18557"/>
                    </a:lnTo>
                    <a:lnTo>
                      <a:pt x="1416" y="18355"/>
                    </a:lnTo>
                    <a:lnTo>
                      <a:pt x="1708" y="18152"/>
                    </a:lnTo>
                    <a:lnTo>
                      <a:pt x="2023" y="17973"/>
                    </a:lnTo>
                    <a:lnTo>
                      <a:pt x="2696" y="17636"/>
                    </a:lnTo>
                    <a:lnTo>
                      <a:pt x="3348" y="17344"/>
                    </a:lnTo>
                    <a:lnTo>
                      <a:pt x="4022" y="17097"/>
                    </a:lnTo>
                    <a:lnTo>
                      <a:pt x="4606" y="16894"/>
                    </a:lnTo>
                    <a:lnTo>
                      <a:pt x="5145" y="16737"/>
                    </a:lnTo>
                    <a:lnTo>
                      <a:pt x="5549" y="16602"/>
                    </a:lnTo>
                    <a:lnTo>
                      <a:pt x="5909" y="16512"/>
                    </a:lnTo>
                    <a:lnTo>
                      <a:pt x="5909" y="16512"/>
                    </a:lnTo>
                    <a:lnTo>
                      <a:pt x="5752" y="16041"/>
                    </a:lnTo>
                    <a:lnTo>
                      <a:pt x="5594" y="15502"/>
                    </a:lnTo>
                    <a:lnTo>
                      <a:pt x="5392" y="14805"/>
                    </a:lnTo>
                    <a:lnTo>
                      <a:pt x="5168" y="13974"/>
                    </a:lnTo>
                    <a:lnTo>
                      <a:pt x="4943" y="13008"/>
                    </a:lnTo>
                    <a:lnTo>
                      <a:pt x="4718" y="11997"/>
                    </a:lnTo>
                    <a:lnTo>
                      <a:pt x="4561" y="10919"/>
                    </a:lnTo>
                    <a:lnTo>
                      <a:pt x="4494" y="10380"/>
                    </a:lnTo>
                    <a:lnTo>
                      <a:pt x="4426" y="9818"/>
                    </a:lnTo>
                    <a:lnTo>
                      <a:pt x="4404" y="9279"/>
                    </a:lnTo>
                    <a:lnTo>
                      <a:pt x="4381" y="8740"/>
                    </a:lnTo>
                    <a:lnTo>
                      <a:pt x="4404" y="8201"/>
                    </a:lnTo>
                    <a:lnTo>
                      <a:pt x="4426" y="7684"/>
                    </a:lnTo>
                    <a:lnTo>
                      <a:pt x="4494" y="7190"/>
                    </a:lnTo>
                    <a:lnTo>
                      <a:pt x="4583" y="6718"/>
                    </a:lnTo>
                    <a:lnTo>
                      <a:pt x="4696" y="6269"/>
                    </a:lnTo>
                    <a:lnTo>
                      <a:pt x="4853" y="5842"/>
                    </a:lnTo>
                    <a:lnTo>
                      <a:pt x="5055" y="5437"/>
                    </a:lnTo>
                    <a:lnTo>
                      <a:pt x="5168" y="5258"/>
                    </a:lnTo>
                    <a:lnTo>
                      <a:pt x="5280" y="5078"/>
                    </a:lnTo>
                    <a:lnTo>
                      <a:pt x="5415" y="4921"/>
                    </a:lnTo>
                    <a:lnTo>
                      <a:pt x="5549" y="4763"/>
                    </a:lnTo>
                    <a:lnTo>
                      <a:pt x="5707" y="4606"/>
                    </a:lnTo>
                    <a:lnTo>
                      <a:pt x="5864" y="4494"/>
                    </a:lnTo>
                    <a:lnTo>
                      <a:pt x="6044" y="4359"/>
                    </a:lnTo>
                    <a:lnTo>
                      <a:pt x="6223" y="4247"/>
                    </a:lnTo>
                    <a:lnTo>
                      <a:pt x="6426" y="4157"/>
                    </a:lnTo>
                    <a:lnTo>
                      <a:pt x="6628" y="4067"/>
                    </a:lnTo>
                    <a:lnTo>
                      <a:pt x="6628" y="4067"/>
                    </a:lnTo>
                    <a:lnTo>
                      <a:pt x="6830" y="4000"/>
                    </a:lnTo>
                    <a:lnTo>
                      <a:pt x="7032" y="3955"/>
                    </a:lnTo>
                    <a:lnTo>
                      <a:pt x="7234" y="3932"/>
                    </a:lnTo>
                    <a:lnTo>
                      <a:pt x="7436" y="3932"/>
                    </a:lnTo>
                    <a:lnTo>
                      <a:pt x="7616" y="3932"/>
                    </a:lnTo>
                    <a:lnTo>
                      <a:pt x="7796" y="3955"/>
                    </a:lnTo>
                    <a:lnTo>
                      <a:pt x="7976" y="4000"/>
                    </a:lnTo>
                    <a:lnTo>
                      <a:pt x="8133" y="4067"/>
                    </a:lnTo>
                    <a:lnTo>
                      <a:pt x="8290" y="4157"/>
                    </a:lnTo>
                    <a:lnTo>
                      <a:pt x="8447" y="4247"/>
                    </a:lnTo>
                    <a:lnTo>
                      <a:pt x="8605" y="4359"/>
                    </a:lnTo>
                    <a:lnTo>
                      <a:pt x="8739" y="4494"/>
                    </a:lnTo>
                    <a:lnTo>
                      <a:pt x="9009" y="4786"/>
                    </a:lnTo>
                    <a:lnTo>
                      <a:pt x="9256" y="5123"/>
                    </a:lnTo>
                    <a:lnTo>
                      <a:pt x="9481" y="5505"/>
                    </a:lnTo>
                    <a:lnTo>
                      <a:pt x="9683" y="5932"/>
                    </a:lnTo>
                    <a:lnTo>
                      <a:pt x="9885" y="6381"/>
                    </a:lnTo>
                    <a:lnTo>
                      <a:pt x="10042" y="6875"/>
                    </a:lnTo>
                    <a:lnTo>
                      <a:pt x="10200" y="7392"/>
                    </a:lnTo>
                    <a:lnTo>
                      <a:pt x="10334" y="7931"/>
                    </a:lnTo>
                    <a:lnTo>
                      <a:pt x="10469" y="8470"/>
                    </a:lnTo>
                    <a:lnTo>
                      <a:pt x="10582" y="9032"/>
                    </a:lnTo>
                    <a:lnTo>
                      <a:pt x="10739" y="10155"/>
                    </a:lnTo>
                    <a:lnTo>
                      <a:pt x="10874" y="11278"/>
                    </a:lnTo>
                    <a:lnTo>
                      <a:pt x="10963" y="12312"/>
                    </a:lnTo>
                    <a:lnTo>
                      <a:pt x="11031" y="13255"/>
                    </a:lnTo>
                    <a:lnTo>
                      <a:pt x="11053" y="14064"/>
                    </a:lnTo>
                    <a:lnTo>
                      <a:pt x="11076" y="14693"/>
                    </a:lnTo>
                    <a:lnTo>
                      <a:pt x="11076" y="15232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9" name="Google Shape;7119;p33"/>
              <p:cNvSpPr/>
              <p:nvPr/>
            </p:nvSpPr>
            <p:spPr>
              <a:xfrm>
                <a:off x="10432700" y="3824675"/>
                <a:ext cx="531875" cy="487500"/>
              </a:xfrm>
              <a:custGeom>
                <a:avLst/>
                <a:gdLst/>
                <a:ahLst/>
                <a:cxnLst/>
                <a:rect l="l" t="t" r="r" b="b"/>
                <a:pathLst>
                  <a:path w="21275" h="19500" extrusionOk="0">
                    <a:moveTo>
                      <a:pt x="7234" y="0"/>
                    </a:moveTo>
                    <a:lnTo>
                      <a:pt x="7032" y="23"/>
                    </a:lnTo>
                    <a:lnTo>
                      <a:pt x="6830" y="68"/>
                    </a:lnTo>
                    <a:lnTo>
                      <a:pt x="6628" y="135"/>
                    </a:lnTo>
                    <a:lnTo>
                      <a:pt x="6426" y="225"/>
                    </a:lnTo>
                    <a:lnTo>
                      <a:pt x="6223" y="315"/>
                    </a:lnTo>
                    <a:lnTo>
                      <a:pt x="6044" y="427"/>
                    </a:lnTo>
                    <a:lnTo>
                      <a:pt x="5864" y="562"/>
                    </a:lnTo>
                    <a:lnTo>
                      <a:pt x="5707" y="674"/>
                    </a:lnTo>
                    <a:lnTo>
                      <a:pt x="5549" y="831"/>
                    </a:lnTo>
                    <a:lnTo>
                      <a:pt x="5415" y="989"/>
                    </a:lnTo>
                    <a:lnTo>
                      <a:pt x="5280" y="1146"/>
                    </a:lnTo>
                    <a:lnTo>
                      <a:pt x="5055" y="1505"/>
                    </a:lnTo>
                    <a:lnTo>
                      <a:pt x="4853" y="1910"/>
                    </a:lnTo>
                    <a:lnTo>
                      <a:pt x="4696" y="2337"/>
                    </a:lnTo>
                    <a:lnTo>
                      <a:pt x="4583" y="2786"/>
                    </a:lnTo>
                    <a:lnTo>
                      <a:pt x="4494" y="3258"/>
                    </a:lnTo>
                    <a:lnTo>
                      <a:pt x="4426" y="3752"/>
                    </a:lnTo>
                    <a:lnTo>
                      <a:pt x="4404" y="4269"/>
                    </a:lnTo>
                    <a:lnTo>
                      <a:pt x="4381" y="4808"/>
                    </a:lnTo>
                    <a:lnTo>
                      <a:pt x="4404" y="5347"/>
                    </a:lnTo>
                    <a:lnTo>
                      <a:pt x="4426" y="5886"/>
                    </a:lnTo>
                    <a:lnTo>
                      <a:pt x="4494" y="6448"/>
                    </a:lnTo>
                    <a:lnTo>
                      <a:pt x="4561" y="6987"/>
                    </a:lnTo>
                    <a:lnTo>
                      <a:pt x="4718" y="8065"/>
                    </a:lnTo>
                    <a:lnTo>
                      <a:pt x="4943" y="9076"/>
                    </a:lnTo>
                    <a:lnTo>
                      <a:pt x="5168" y="10042"/>
                    </a:lnTo>
                    <a:lnTo>
                      <a:pt x="5392" y="10873"/>
                    </a:lnTo>
                    <a:lnTo>
                      <a:pt x="5594" y="11570"/>
                    </a:lnTo>
                    <a:lnTo>
                      <a:pt x="5752" y="12109"/>
                    </a:lnTo>
                    <a:lnTo>
                      <a:pt x="5909" y="12580"/>
                    </a:lnTo>
                    <a:lnTo>
                      <a:pt x="5549" y="12670"/>
                    </a:lnTo>
                    <a:lnTo>
                      <a:pt x="5145" y="12805"/>
                    </a:lnTo>
                    <a:lnTo>
                      <a:pt x="4606" y="12962"/>
                    </a:lnTo>
                    <a:lnTo>
                      <a:pt x="4022" y="13165"/>
                    </a:lnTo>
                    <a:lnTo>
                      <a:pt x="3348" y="13412"/>
                    </a:lnTo>
                    <a:lnTo>
                      <a:pt x="2696" y="13704"/>
                    </a:lnTo>
                    <a:lnTo>
                      <a:pt x="2023" y="14041"/>
                    </a:lnTo>
                    <a:lnTo>
                      <a:pt x="1708" y="14220"/>
                    </a:lnTo>
                    <a:lnTo>
                      <a:pt x="1416" y="14423"/>
                    </a:lnTo>
                    <a:lnTo>
                      <a:pt x="1124" y="14625"/>
                    </a:lnTo>
                    <a:lnTo>
                      <a:pt x="877" y="14849"/>
                    </a:lnTo>
                    <a:lnTo>
                      <a:pt x="630" y="15074"/>
                    </a:lnTo>
                    <a:lnTo>
                      <a:pt x="428" y="15321"/>
                    </a:lnTo>
                    <a:lnTo>
                      <a:pt x="270" y="15568"/>
                    </a:lnTo>
                    <a:lnTo>
                      <a:pt x="136" y="15815"/>
                    </a:lnTo>
                    <a:lnTo>
                      <a:pt x="46" y="16085"/>
                    </a:lnTo>
                    <a:lnTo>
                      <a:pt x="1" y="16377"/>
                    </a:lnTo>
                    <a:lnTo>
                      <a:pt x="1" y="16669"/>
                    </a:lnTo>
                    <a:lnTo>
                      <a:pt x="68" y="16961"/>
                    </a:lnTo>
                    <a:lnTo>
                      <a:pt x="180" y="17276"/>
                    </a:lnTo>
                    <a:lnTo>
                      <a:pt x="360" y="17590"/>
                    </a:lnTo>
                    <a:lnTo>
                      <a:pt x="585" y="17927"/>
                    </a:lnTo>
                    <a:lnTo>
                      <a:pt x="899" y="18264"/>
                    </a:lnTo>
                    <a:lnTo>
                      <a:pt x="1259" y="18578"/>
                    </a:lnTo>
                    <a:lnTo>
                      <a:pt x="1618" y="18848"/>
                    </a:lnTo>
                    <a:lnTo>
                      <a:pt x="2000" y="19073"/>
                    </a:lnTo>
                    <a:lnTo>
                      <a:pt x="2404" y="19230"/>
                    </a:lnTo>
                    <a:lnTo>
                      <a:pt x="2809" y="19365"/>
                    </a:lnTo>
                    <a:lnTo>
                      <a:pt x="3213" y="19455"/>
                    </a:lnTo>
                    <a:lnTo>
                      <a:pt x="3640" y="19500"/>
                    </a:lnTo>
                    <a:lnTo>
                      <a:pt x="4044" y="19500"/>
                    </a:lnTo>
                    <a:lnTo>
                      <a:pt x="4471" y="19477"/>
                    </a:lnTo>
                    <a:lnTo>
                      <a:pt x="4898" y="19432"/>
                    </a:lnTo>
                    <a:lnTo>
                      <a:pt x="5325" y="19342"/>
                    </a:lnTo>
                    <a:lnTo>
                      <a:pt x="5752" y="19252"/>
                    </a:lnTo>
                    <a:lnTo>
                      <a:pt x="6156" y="19118"/>
                    </a:lnTo>
                    <a:lnTo>
                      <a:pt x="6583" y="18960"/>
                    </a:lnTo>
                    <a:lnTo>
                      <a:pt x="6987" y="18803"/>
                    </a:lnTo>
                    <a:lnTo>
                      <a:pt x="7369" y="18623"/>
                    </a:lnTo>
                    <a:lnTo>
                      <a:pt x="8133" y="18242"/>
                    </a:lnTo>
                    <a:lnTo>
                      <a:pt x="8829" y="17837"/>
                    </a:lnTo>
                    <a:lnTo>
                      <a:pt x="9458" y="17455"/>
                    </a:lnTo>
                    <a:lnTo>
                      <a:pt x="9997" y="17073"/>
                    </a:lnTo>
                    <a:lnTo>
                      <a:pt x="10447" y="16736"/>
                    </a:lnTo>
                    <a:lnTo>
                      <a:pt x="10784" y="16467"/>
                    </a:lnTo>
                    <a:lnTo>
                      <a:pt x="11076" y="16220"/>
                    </a:lnTo>
                    <a:lnTo>
                      <a:pt x="11570" y="16152"/>
                    </a:lnTo>
                    <a:lnTo>
                      <a:pt x="12087" y="16085"/>
                    </a:lnTo>
                    <a:lnTo>
                      <a:pt x="12626" y="16040"/>
                    </a:lnTo>
                    <a:lnTo>
                      <a:pt x="13771" y="16040"/>
                    </a:lnTo>
                    <a:lnTo>
                      <a:pt x="14378" y="16085"/>
                    </a:lnTo>
                    <a:lnTo>
                      <a:pt x="15007" y="16152"/>
                    </a:lnTo>
                    <a:lnTo>
                      <a:pt x="15636" y="16220"/>
                    </a:lnTo>
                    <a:lnTo>
                      <a:pt x="16310" y="16332"/>
                    </a:lnTo>
                    <a:lnTo>
                      <a:pt x="16984" y="16467"/>
                    </a:lnTo>
                    <a:lnTo>
                      <a:pt x="17680" y="16624"/>
                    </a:lnTo>
                    <a:lnTo>
                      <a:pt x="18377" y="16804"/>
                    </a:lnTo>
                    <a:lnTo>
                      <a:pt x="19073" y="17006"/>
                    </a:lnTo>
                    <a:lnTo>
                      <a:pt x="19814" y="17253"/>
                    </a:lnTo>
                    <a:lnTo>
                      <a:pt x="20533" y="17500"/>
                    </a:lnTo>
                    <a:lnTo>
                      <a:pt x="21275" y="17770"/>
                    </a:lnTo>
                    <a:lnTo>
                      <a:pt x="18961" y="13479"/>
                    </a:lnTo>
                    <a:lnTo>
                      <a:pt x="17793" y="11345"/>
                    </a:lnTo>
                    <a:lnTo>
                      <a:pt x="16602" y="9211"/>
                    </a:lnTo>
                    <a:lnTo>
                      <a:pt x="15906" y="9570"/>
                    </a:lnTo>
                    <a:lnTo>
                      <a:pt x="15209" y="9885"/>
                    </a:lnTo>
                    <a:lnTo>
                      <a:pt x="14513" y="10199"/>
                    </a:lnTo>
                    <a:lnTo>
                      <a:pt x="13839" y="10491"/>
                    </a:lnTo>
                    <a:lnTo>
                      <a:pt x="13142" y="10738"/>
                    </a:lnTo>
                    <a:lnTo>
                      <a:pt x="12446" y="10963"/>
                    </a:lnTo>
                    <a:lnTo>
                      <a:pt x="11772" y="11143"/>
                    </a:lnTo>
                    <a:lnTo>
                      <a:pt x="11076" y="11300"/>
                    </a:lnTo>
                    <a:lnTo>
                      <a:pt x="11076" y="10761"/>
                    </a:lnTo>
                    <a:lnTo>
                      <a:pt x="11053" y="10132"/>
                    </a:lnTo>
                    <a:lnTo>
                      <a:pt x="11031" y="9323"/>
                    </a:lnTo>
                    <a:lnTo>
                      <a:pt x="10963" y="8380"/>
                    </a:lnTo>
                    <a:lnTo>
                      <a:pt x="10874" y="7346"/>
                    </a:lnTo>
                    <a:lnTo>
                      <a:pt x="10739" y="6223"/>
                    </a:lnTo>
                    <a:lnTo>
                      <a:pt x="10582" y="5100"/>
                    </a:lnTo>
                    <a:lnTo>
                      <a:pt x="10469" y="4538"/>
                    </a:lnTo>
                    <a:lnTo>
                      <a:pt x="10334" y="3999"/>
                    </a:lnTo>
                    <a:lnTo>
                      <a:pt x="10200" y="3460"/>
                    </a:lnTo>
                    <a:lnTo>
                      <a:pt x="10042" y="2943"/>
                    </a:lnTo>
                    <a:lnTo>
                      <a:pt x="9885" y="2449"/>
                    </a:lnTo>
                    <a:lnTo>
                      <a:pt x="9683" y="2000"/>
                    </a:lnTo>
                    <a:lnTo>
                      <a:pt x="9481" y="1573"/>
                    </a:lnTo>
                    <a:lnTo>
                      <a:pt x="9256" y="1191"/>
                    </a:lnTo>
                    <a:lnTo>
                      <a:pt x="9009" y="854"/>
                    </a:lnTo>
                    <a:lnTo>
                      <a:pt x="8739" y="562"/>
                    </a:lnTo>
                    <a:lnTo>
                      <a:pt x="8605" y="427"/>
                    </a:lnTo>
                    <a:lnTo>
                      <a:pt x="8447" y="315"/>
                    </a:lnTo>
                    <a:lnTo>
                      <a:pt x="8290" y="225"/>
                    </a:lnTo>
                    <a:lnTo>
                      <a:pt x="8133" y="135"/>
                    </a:lnTo>
                    <a:lnTo>
                      <a:pt x="7976" y="68"/>
                    </a:lnTo>
                    <a:lnTo>
                      <a:pt x="7796" y="23"/>
                    </a:lnTo>
                    <a:lnTo>
                      <a:pt x="76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0" name="Google Shape;7120;p33"/>
              <p:cNvSpPr/>
              <p:nvPr/>
            </p:nvSpPr>
            <p:spPr>
              <a:xfrm>
                <a:off x="11492475" y="3720200"/>
                <a:ext cx="497600" cy="482450"/>
              </a:xfrm>
              <a:custGeom>
                <a:avLst/>
                <a:gdLst/>
                <a:ahLst/>
                <a:cxnLst/>
                <a:rect l="l" t="t" r="r" b="b"/>
                <a:pathLst>
                  <a:path w="19904" h="19298" extrusionOk="0">
                    <a:moveTo>
                      <a:pt x="3819" y="1"/>
                    </a:moveTo>
                    <a:lnTo>
                      <a:pt x="3123" y="1236"/>
                    </a:lnTo>
                    <a:lnTo>
                      <a:pt x="2471" y="2517"/>
                    </a:lnTo>
                    <a:lnTo>
                      <a:pt x="2157" y="3168"/>
                    </a:lnTo>
                    <a:lnTo>
                      <a:pt x="1865" y="3797"/>
                    </a:lnTo>
                    <a:lnTo>
                      <a:pt x="1573" y="4471"/>
                    </a:lnTo>
                    <a:lnTo>
                      <a:pt x="1303" y="5123"/>
                    </a:lnTo>
                    <a:lnTo>
                      <a:pt x="1056" y="5774"/>
                    </a:lnTo>
                    <a:lnTo>
                      <a:pt x="831" y="6448"/>
                    </a:lnTo>
                    <a:lnTo>
                      <a:pt x="629" y="7122"/>
                    </a:lnTo>
                    <a:lnTo>
                      <a:pt x="450" y="7819"/>
                    </a:lnTo>
                    <a:lnTo>
                      <a:pt x="292" y="8492"/>
                    </a:lnTo>
                    <a:lnTo>
                      <a:pt x="180" y="9211"/>
                    </a:lnTo>
                    <a:lnTo>
                      <a:pt x="90" y="9908"/>
                    </a:lnTo>
                    <a:lnTo>
                      <a:pt x="23" y="10627"/>
                    </a:lnTo>
                    <a:lnTo>
                      <a:pt x="0" y="11503"/>
                    </a:lnTo>
                    <a:lnTo>
                      <a:pt x="0" y="12401"/>
                    </a:lnTo>
                    <a:lnTo>
                      <a:pt x="23" y="13277"/>
                    </a:lnTo>
                    <a:lnTo>
                      <a:pt x="90" y="14176"/>
                    </a:lnTo>
                    <a:lnTo>
                      <a:pt x="180" y="15052"/>
                    </a:lnTo>
                    <a:lnTo>
                      <a:pt x="270" y="15951"/>
                    </a:lnTo>
                    <a:lnTo>
                      <a:pt x="405" y="16827"/>
                    </a:lnTo>
                    <a:lnTo>
                      <a:pt x="539" y="17703"/>
                    </a:lnTo>
                    <a:lnTo>
                      <a:pt x="1550" y="17973"/>
                    </a:lnTo>
                    <a:lnTo>
                      <a:pt x="2584" y="18197"/>
                    </a:lnTo>
                    <a:lnTo>
                      <a:pt x="3617" y="18377"/>
                    </a:lnTo>
                    <a:lnTo>
                      <a:pt x="4673" y="18534"/>
                    </a:lnTo>
                    <a:lnTo>
                      <a:pt x="5729" y="18646"/>
                    </a:lnTo>
                    <a:lnTo>
                      <a:pt x="6785" y="18736"/>
                    </a:lnTo>
                    <a:lnTo>
                      <a:pt x="7840" y="18804"/>
                    </a:lnTo>
                    <a:lnTo>
                      <a:pt x="8896" y="18849"/>
                    </a:lnTo>
                    <a:lnTo>
                      <a:pt x="12154" y="18939"/>
                    </a:lnTo>
                    <a:lnTo>
                      <a:pt x="13771" y="19028"/>
                    </a:lnTo>
                    <a:lnTo>
                      <a:pt x="14580" y="19073"/>
                    </a:lnTo>
                    <a:lnTo>
                      <a:pt x="15389" y="19141"/>
                    </a:lnTo>
                    <a:lnTo>
                      <a:pt x="16399" y="19208"/>
                    </a:lnTo>
                    <a:lnTo>
                      <a:pt x="17410" y="19275"/>
                    </a:lnTo>
                    <a:lnTo>
                      <a:pt x="18421" y="19298"/>
                    </a:lnTo>
                    <a:lnTo>
                      <a:pt x="18915" y="19298"/>
                    </a:lnTo>
                    <a:lnTo>
                      <a:pt x="19410" y="19275"/>
                    </a:lnTo>
                    <a:lnTo>
                      <a:pt x="19522" y="18804"/>
                    </a:lnTo>
                    <a:lnTo>
                      <a:pt x="19634" y="18332"/>
                    </a:lnTo>
                    <a:lnTo>
                      <a:pt x="19702" y="17883"/>
                    </a:lnTo>
                    <a:lnTo>
                      <a:pt x="19792" y="17411"/>
                    </a:lnTo>
                    <a:lnTo>
                      <a:pt x="19836" y="16917"/>
                    </a:lnTo>
                    <a:lnTo>
                      <a:pt x="19881" y="16445"/>
                    </a:lnTo>
                    <a:lnTo>
                      <a:pt x="19904" y="15973"/>
                    </a:lnTo>
                    <a:lnTo>
                      <a:pt x="19904" y="15501"/>
                    </a:lnTo>
                    <a:lnTo>
                      <a:pt x="19904" y="15007"/>
                    </a:lnTo>
                    <a:lnTo>
                      <a:pt x="19881" y="14535"/>
                    </a:lnTo>
                    <a:lnTo>
                      <a:pt x="19836" y="14064"/>
                    </a:lnTo>
                    <a:lnTo>
                      <a:pt x="19769" y="13569"/>
                    </a:lnTo>
                    <a:lnTo>
                      <a:pt x="19702" y="13098"/>
                    </a:lnTo>
                    <a:lnTo>
                      <a:pt x="19612" y="12626"/>
                    </a:lnTo>
                    <a:lnTo>
                      <a:pt x="19522" y="12154"/>
                    </a:lnTo>
                    <a:lnTo>
                      <a:pt x="19387" y="11682"/>
                    </a:lnTo>
                    <a:lnTo>
                      <a:pt x="19230" y="11121"/>
                    </a:lnTo>
                    <a:lnTo>
                      <a:pt x="19050" y="10559"/>
                    </a:lnTo>
                    <a:lnTo>
                      <a:pt x="18848" y="10020"/>
                    </a:lnTo>
                    <a:lnTo>
                      <a:pt x="18623" y="9503"/>
                    </a:lnTo>
                    <a:lnTo>
                      <a:pt x="18399" y="8964"/>
                    </a:lnTo>
                    <a:lnTo>
                      <a:pt x="18152" y="8470"/>
                    </a:lnTo>
                    <a:lnTo>
                      <a:pt x="17882" y="7976"/>
                    </a:lnTo>
                    <a:lnTo>
                      <a:pt x="17590" y="7504"/>
                    </a:lnTo>
                    <a:lnTo>
                      <a:pt x="17298" y="7032"/>
                    </a:lnTo>
                    <a:lnTo>
                      <a:pt x="16961" y="6583"/>
                    </a:lnTo>
                    <a:lnTo>
                      <a:pt x="16624" y="6134"/>
                    </a:lnTo>
                    <a:lnTo>
                      <a:pt x="16265" y="5707"/>
                    </a:lnTo>
                    <a:lnTo>
                      <a:pt x="15883" y="5302"/>
                    </a:lnTo>
                    <a:lnTo>
                      <a:pt x="15501" y="4898"/>
                    </a:lnTo>
                    <a:lnTo>
                      <a:pt x="15074" y="4516"/>
                    </a:lnTo>
                    <a:lnTo>
                      <a:pt x="14647" y="4134"/>
                    </a:lnTo>
                    <a:lnTo>
                      <a:pt x="14175" y="3775"/>
                    </a:lnTo>
                    <a:lnTo>
                      <a:pt x="13704" y="3438"/>
                    </a:lnTo>
                    <a:lnTo>
                      <a:pt x="13209" y="3101"/>
                    </a:lnTo>
                    <a:lnTo>
                      <a:pt x="12693" y="2786"/>
                    </a:lnTo>
                    <a:lnTo>
                      <a:pt x="12154" y="2472"/>
                    </a:lnTo>
                    <a:lnTo>
                      <a:pt x="11592" y="2180"/>
                    </a:lnTo>
                    <a:lnTo>
                      <a:pt x="10985" y="1910"/>
                    </a:lnTo>
                    <a:lnTo>
                      <a:pt x="10379" y="1663"/>
                    </a:lnTo>
                    <a:lnTo>
                      <a:pt x="9750" y="1416"/>
                    </a:lnTo>
                    <a:lnTo>
                      <a:pt x="9098" y="1169"/>
                    </a:lnTo>
                    <a:lnTo>
                      <a:pt x="8425" y="967"/>
                    </a:lnTo>
                    <a:lnTo>
                      <a:pt x="7728" y="765"/>
                    </a:lnTo>
                    <a:lnTo>
                      <a:pt x="7009" y="585"/>
                    </a:lnTo>
                    <a:lnTo>
                      <a:pt x="6245" y="405"/>
                    </a:lnTo>
                    <a:lnTo>
                      <a:pt x="5482" y="248"/>
                    </a:lnTo>
                    <a:lnTo>
                      <a:pt x="4673" y="113"/>
                    </a:lnTo>
                    <a:lnTo>
                      <a:pt x="3819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1" name="Google Shape;7121;p33"/>
              <p:cNvSpPr/>
              <p:nvPr/>
            </p:nvSpPr>
            <p:spPr>
              <a:xfrm>
                <a:off x="11492475" y="3720200"/>
                <a:ext cx="497600" cy="482450"/>
              </a:xfrm>
              <a:custGeom>
                <a:avLst/>
                <a:gdLst/>
                <a:ahLst/>
                <a:cxnLst/>
                <a:rect l="l" t="t" r="r" b="b"/>
                <a:pathLst>
                  <a:path w="19904" h="19298" fill="none" extrusionOk="0">
                    <a:moveTo>
                      <a:pt x="539" y="17703"/>
                    </a:moveTo>
                    <a:lnTo>
                      <a:pt x="539" y="17703"/>
                    </a:lnTo>
                    <a:lnTo>
                      <a:pt x="405" y="16827"/>
                    </a:lnTo>
                    <a:lnTo>
                      <a:pt x="270" y="15951"/>
                    </a:lnTo>
                    <a:lnTo>
                      <a:pt x="180" y="15052"/>
                    </a:lnTo>
                    <a:lnTo>
                      <a:pt x="90" y="14176"/>
                    </a:lnTo>
                    <a:lnTo>
                      <a:pt x="23" y="13277"/>
                    </a:lnTo>
                    <a:lnTo>
                      <a:pt x="0" y="12401"/>
                    </a:lnTo>
                    <a:lnTo>
                      <a:pt x="0" y="11503"/>
                    </a:lnTo>
                    <a:lnTo>
                      <a:pt x="23" y="10627"/>
                    </a:lnTo>
                    <a:lnTo>
                      <a:pt x="23" y="10627"/>
                    </a:lnTo>
                    <a:lnTo>
                      <a:pt x="90" y="9908"/>
                    </a:lnTo>
                    <a:lnTo>
                      <a:pt x="180" y="9211"/>
                    </a:lnTo>
                    <a:lnTo>
                      <a:pt x="292" y="8492"/>
                    </a:lnTo>
                    <a:lnTo>
                      <a:pt x="450" y="7819"/>
                    </a:lnTo>
                    <a:lnTo>
                      <a:pt x="629" y="7122"/>
                    </a:lnTo>
                    <a:lnTo>
                      <a:pt x="831" y="6448"/>
                    </a:lnTo>
                    <a:lnTo>
                      <a:pt x="1056" y="5774"/>
                    </a:lnTo>
                    <a:lnTo>
                      <a:pt x="1303" y="5123"/>
                    </a:lnTo>
                    <a:lnTo>
                      <a:pt x="1573" y="4471"/>
                    </a:lnTo>
                    <a:lnTo>
                      <a:pt x="1865" y="3797"/>
                    </a:lnTo>
                    <a:lnTo>
                      <a:pt x="2157" y="3168"/>
                    </a:lnTo>
                    <a:lnTo>
                      <a:pt x="2471" y="2517"/>
                    </a:lnTo>
                    <a:lnTo>
                      <a:pt x="3123" y="1236"/>
                    </a:lnTo>
                    <a:lnTo>
                      <a:pt x="3819" y="1"/>
                    </a:lnTo>
                    <a:lnTo>
                      <a:pt x="3819" y="1"/>
                    </a:lnTo>
                    <a:lnTo>
                      <a:pt x="4673" y="113"/>
                    </a:lnTo>
                    <a:lnTo>
                      <a:pt x="4673" y="113"/>
                    </a:lnTo>
                    <a:lnTo>
                      <a:pt x="5482" y="248"/>
                    </a:lnTo>
                    <a:lnTo>
                      <a:pt x="6245" y="405"/>
                    </a:lnTo>
                    <a:lnTo>
                      <a:pt x="7009" y="585"/>
                    </a:lnTo>
                    <a:lnTo>
                      <a:pt x="7728" y="765"/>
                    </a:lnTo>
                    <a:lnTo>
                      <a:pt x="8425" y="967"/>
                    </a:lnTo>
                    <a:lnTo>
                      <a:pt x="9098" y="1169"/>
                    </a:lnTo>
                    <a:lnTo>
                      <a:pt x="9750" y="1416"/>
                    </a:lnTo>
                    <a:lnTo>
                      <a:pt x="10379" y="1663"/>
                    </a:lnTo>
                    <a:lnTo>
                      <a:pt x="10985" y="1910"/>
                    </a:lnTo>
                    <a:lnTo>
                      <a:pt x="11592" y="2180"/>
                    </a:lnTo>
                    <a:lnTo>
                      <a:pt x="12154" y="2472"/>
                    </a:lnTo>
                    <a:lnTo>
                      <a:pt x="12693" y="2786"/>
                    </a:lnTo>
                    <a:lnTo>
                      <a:pt x="13209" y="3101"/>
                    </a:lnTo>
                    <a:lnTo>
                      <a:pt x="13704" y="3438"/>
                    </a:lnTo>
                    <a:lnTo>
                      <a:pt x="14175" y="3775"/>
                    </a:lnTo>
                    <a:lnTo>
                      <a:pt x="14647" y="4134"/>
                    </a:lnTo>
                    <a:lnTo>
                      <a:pt x="15074" y="4516"/>
                    </a:lnTo>
                    <a:lnTo>
                      <a:pt x="15501" y="4898"/>
                    </a:lnTo>
                    <a:lnTo>
                      <a:pt x="15883" y="5302"/>
                    </a:lnTo>
                    <a:lnTo>
                      <a:pt x="16265" y="5707"/>
                    </a:lnTo>
                    <a:lnTo>
                      <a:pt x="16624" y="6134"/>
                    </a:lnTo>
                    <a:lnTo>
                      <a:pt x="16961" y="6583"/>
                    </a:lnTo>
                    <a:lnTo>
                      <a:pt x="17298" y="7032"/>
                    </a:lnTo>
                    <a:lnTo>
                      <a:pt x="17590" y="7504"/>
                    </a:lnTo>
                    <a:lnTo>
                      <a:pt x="17882" y="7976"/>
                    </a:lnTo>
                    <a:lnTo>
                      <a:pt x="18152" y="8470"/>
                    </a:lnTo>
                    <a:lnTo>
                      <a:pt x="18399" y="8964"/>
                    </a:lnTo>
                    <a:lnTo>
                      <a:pt x="18623" y="9503"/>
                    </a:lnTo>
                    <a:lnTo>
                      <a:pt x="18848" y="10020"/>
                    </a:lnTo>
                    <a:lnTo>
                      <a:pt x="19050" y="10559"/>
                    </a:lnTo>
                    <a:lnTo>
                      <a:pt x="19230" y="11121"/>
                    </a:lnTo>
                    <a:lnTo>
                      <a:pt x="19387" y="11682"/>
                    </a:lnTo>
                    <a:lnTo>
                      <a:pt x="19387" y="11682"/>
                    </a:lnTo>
                    <a:lnTo>
                      <a:pt x="19522" y="12154"/>
                    </a:lnTo>
                    <a:lnTo>
                      <a:pt x="19612" y="12626"/>
                    </a:lnTo>
                    <a:lnTo>
                      <a:pt x="19702" y="13098"/>
                    </a:lnTo>
                    <a:lnTo>
                      <a:pt x="19769" y="13569"/>
                    </a:lnTo>
                    <a:lnTo>
                      <a:pt x="19836" y="14064"/>
                    </a:lnTo>
                    <a:lnTo>
                      <a:pt x="19881" y="14535"/>
                    </a:lnTo>
                    <a:lnTo>
                      <a:pt x="19904" y="15007"/>
                    </a:lnTo>
                    <a:lnTo>
                      <a:pt x="19904" y="15501"/>
                    </a:lnTo>
                    <a:lnTo>
                      <a:pt x="19904" y="15973"/>
                    </a:lnTo>
                    <a:lnTo>
                      <a:pt x="19881" y="16445"/>
                    </a:lnTo>
                    <a:lnTo>
                      <a:pt x="19836" y="16917"/>
                    </a:lnTo>
                    <a:lnTo>
                      <a:pt x="19792" y="17411"/>
                    </a:lnTo>
                    <a:lnTo>
                      <a:pt x="19702" y="17883"/>
                    </a:lnTo>
                    <a:lnTo>
                      <a:pt x="19634" y="18332"/>
                    </a:lnTo>
                    <a:lnTo>
                      <a:pt x="19522" y="18804"/>
                    </a:lnTo>
                    <a:lnTo>
                      <a:pt x="19410" y="19275"/>
                    </a:lnTo>
                    <a:lnTo>
                      <a:pt x="19410" y="19275"/>
                    </a:lnTo>
                    <a:lnTo>
                      <a:pt x="18915" y="19298"/>
                    </a:lnTo>
                    <a:lnTo>
                      <a:pt x="18421" y="19298"/>
                    </a:lnTo>
                    <a:lnTo>
                      <a:pt x="17410" y="19275"/>
                    </a:lnTo>
                    <a:lnTo>
                      <a:pt x="16399" y="19208"/>
                    </a:lnTo>
                    <a:lnTo>
                      <a:pt x="15389" y="19141"/>
                    </a:lnTo>
                    <a:lnTo>
                      <a:pt x="15389" y="19141"/>
                    </a:lnTo>
                    <a:lnTo>
                      <a:pt x="14580" y="19073"/>
                    </a:lnTo>
                    <a:lnTo>
                      <a:pt x="13771" y="19028"/>
                    </a:lnTo>
                    <a:lnTo>
                      <a:pt x="12154" y="18939"/>
                    </a:lnTo>
                    <a:lnTo>
                      <a:pt x="8896" y="18849"/>
                    </a:lnTo>
                    <a:lnTo>
                      <a:pt x="8896" y="18849"/>
                    </a:lnTo>
                    <a:lnTo>
                      <a:pt x="7840" y="18804"/>
                    </a:lnTo>
                    <a:lnTo>
                      <a:pt x="6785" y="18736"/>
                    </a:lnTo>
                    <a:lnTo>
                      <a:pt x="5729" y="18646"/>
                    </a:lnTo>
                    <a:lnTo>
                      <a:pt x="4673" y="18534"/>
                    </a:lnTo>
                    <a:lnTo>
                      <a:pt x="3617" y="18377"/>
                    </a:lnTo>
                    <a:lnTo>
                      <a:pt x="2584" y="18197"/>
                    </a:lnTo>
                    <a:lnTo>
                      <a:pt x="1550" y="17973"/>
                    </a:lnTo>
                    <a:lnTo>
                      <a:pt x="539" y="1770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2" name="Google Shape;7122;p33"/>
              <p:cNvSpPr/>
              <p:nvPr/>
            </p:nvSpPr>
            <p:spPr>
              <a:xfrm>
                <a:off x="11977700" y="42020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3" name="Google Shape;7123;p33"/>
              <p:cNvSpPr/>
              <p:nvPr/>
            </p:nvSpPr>
            <p:spPr>
              <a:xfrm>
                <a:off x="11977700" y="42020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4" name="Google Shape;7124;p33"/>
              <p:cNvSpPr/>
              <p:nvPr/>
            </p:nvSpPr>
            <p:spPr>
              <a:xfrm>
                <a:off x="11570525" y="3720200"/>
                <a:ext cx="419550" cy="481900"/>
              </a:xfrm>
              <a:custGeom>
                <a:avLst/>
                <a:gdLst/>
                <a:ahLst/>
                <a:cxnLst/>
                <a:rect l="l" t="t" r="r" b="b"/>
                <a:pathLst>
                  <a:path w="16782" h="19276" extrusionOk="0">
                    <a:moveTo>
                      <a:pt x="203" y="877"/>
                    </a:moveTo>
                    <a:lnTo>
                      <a:pt x="1" y="1236"/>
                    </a:lnTo>
                    <a:lnTo>
                      <a:pt x="203" y="878"/>
                    </a:lnTo>
                    <a:lnTo>
                      <a:pt x="203" y="877"/>
                    </a:lnTo>
                    <a:close/>
                    <a:moveTo>
                      <a:pt x="697" y="1"/>
                    </a:moveTo>
                    <a:lnTo>
                      <a:pt x="203" y="878"/>
                    </a:lnTo>
                    <a:lnTo>
                      <a:pt x="270" y="1708"/>
                    </a:lnTo>
                    <a:lnTo>
                      <a:pt x="383" y="2539"/>
                    </a:lnTo>
                    <a:lnTo>
                      <a:pt x="944" y="2449"/>
                    </a:lnTo>
                    <a:lnTo>
                      <a:pt x="1528" y="2405"/>
                    </a:lnTo>
                    <a:lnTo>
                      <a:pt x="2113" y="2360"/>
                    </a:lnTo>
                    <a:lnTo>
                      <a:pt x="2674" y="2337"/>
                    </a:lnTo>
                    <a:lnTo>
                      <a:pt x="3281" y="2360"/>
                    </a:lnTo>
                    <a:lnTo>
                      <a:pt x="3865" y="2405"/>
                    </a:lnTo>
                    <a:lnTo>
                      <a:pt x="4426" y="2449"/>
                    </a:lnTo>
                    <a:lnTo>
                      <a:pt x="5010" y="2539"/>
                    </a:lnTo>
                    <a:lnTo>
                      <a:pt x="5572" y="2674"/>
                    </a:lnTo>
                    <a:lnTo>
                      <a:pt x="6134" y="2809"/>
                    </a:lnTo>
                    <a:lnTo>
                      <a:pt x="6695" y="2966"/>
                    </a:lnTo>
                    <a:lnTo>
                      <a:pt x="7234" y="3146"/>
                    </a:lnTo>
                    <a:lnTo>
                      <a:pt x="7774" y="3348"/>
                    </a:lnTo>
                    <a:lnTo>
                      <a:pt x="8313" y="3573"/>
                    </a:lnTo>
                    <a:lnTo>
                      <a:pt x="8829" y="3842"/>
                    </a:lnTo>
                    <a:lnTo>
                      <a:pt x="9324" y="4112"/>
                    </a:lnTo>
                    <a:lnTo>
                      <a:pt x="9818" y="4404"/>
                    </a:lnTo>
                    <a:lnTo>
                      <a:pt x="10312" y="4718"/>
                    </a:lnTo>
                    <a:lnTo>
                      <a:pt x="10784" y="5033"/>
                    </a:lnTo>
                    <a:lnTo>
                      <a:pt x="11233" y="5392"/>
                    </a:lnTo>
                    <a:lnTo>
                      <a:pt x="11682" y="5752"/>
                    </a:lnTo>
                    <a:lnTo>
                      <a:pt x="12109" y="6156"/>
                    </a:lnTo>
                    <a:lnTo>
                      <a:pt x="12514" y="6560"/>
                    </a:lnTo>
                    <a:lnTo>
                      <a:pt x="12896" y="6987"/>
                    </a:lnTo>
                    <a:lnTo>
                      <a:pt x="13277" y="7414"/>
                    </a:lnTo>
                    <a:lnTo>
                      <a:pt x="13637" y="7863"/>
                    </a:lnTo>
                    <a:lnTo>
                      <a:pt x="13974" y="8335"/>
                    </a:lnTo>
                    <a:lnTo>
                      <a:pt x="14288" y="8829"/>
                    </a:lnTo>
                    <a:lnTo>
                      <a:pt x="14580" y="9324"/>
                    </a:lnTo>
                    <a:lnTo>
                      <a:pt x="14850" y="9840"/>
                    </a:lnTo>
                    <a:lnTo>
                      <a:pt x="15120" y="10379"/>
                    </a:lnTo>
                    <a:lnTo>
                      <a:pt x="15344" y="10919"/>
                    </a:lnTo>
                    <a:lnTo>
                      <a:pt x="15546" y="11480"/>
                    </a:lnTo>
                    <a:lnTo>
                      <a:pt x="15726" y="12042"/>
                    </a:lnTo>
                    <a:lnTo>
                      <a:pt x="15883" y="12626"/>
                    </a:lnTo>
                    <a:lnTo>
                      <a:pt x="16018" y="13210"/>
                    </a:lnTo>
                    <a:lnTo>
                      <a:pt x="16153" y="13996"/>
                    </a:lnTo>
                    <a:lnTo>
                      <a:pt x="16243" y="14760"/>
                    </a:lnTo>
                    <a:lnTo>
                      <a:pt x="16265" y="15524"/>
                    </a:lnTo>
                    <a:lnTo>
                      <a:pt x="16265" y="16310"/>
                    </a:lnTo>
                    <a:lnTo>
                      <a:pt x="16220" y="17051"/>
                    </a:lnTo>
                    <a:lnTo>
                      <a:pt x="16130" y="17815"/>
                    </a:lnTo>
                    <a:lnTo>
                      <a:pt x="15996" y="18557"/>
                    </a:lnTo>
                    <a:lnTo>
                      <a:pt x="15816" y="19275"/>
                    </a:lnTo>
                    <a:lnTo>
                      <a:pt x="16288" y="19275"/>
                    </a:lnTo>
                    <a:lnTo>
                      <a:pt x="16400" y="18804"/>
                    </a:lnTo>
                    <a:lnTo>
                      <a:pt x="16512" y="18332"/>
                    </a:lnTo>
                    <a:lnTo>
                      <a:pt x="16580" y="17883"/>
                    </a:lnTo>
                    <a:lnTo>
                      <a:pt x="16670" y="17411"/>
                    </a:lnTo>
                    <a:lnTo>
                      <a:pt x="16714" y="16917"/>
                    </a:lnTo>
                    <a:lnTo>
                      <a:pt x="16759" y="16445"/>
                    </a:lnTo>
                    <a:lnTo>
                      <a:pt x="16782" y="15973"/>
                    </a:lnTo>
                    <a:lnTo>
                      <a:pt x="16782" y="15501"/>
                    </a:lnTo>
                    <a:lnTo>
                      <a:pt x="16782" y="15007"/>
                    </a:lnTo>
                    <a:lnTo>
                      <a:pt x="16759" y="14535"/>
                    </a:lnTo>
                    <a:lnTo>
                      <a:pt x="16714" y="14064"/>
                    </a:lnTo>
                    <a:lnTo>
                      <a:pt x="16647" y="13569"/>
                    </a:lnTo>
                    <a:lnTo>
                      <a:pt x="16580" y="13098"/>
                    </a:lnTo>
                    <a:lnTo>
                      <a:pt x="16490" y="12626"/>
                    </a:lnTo>
                    <a:lnTo>
                      <a:pt x="16400" y="12154"/>
                    </a:lnTo>
                    <a:lnTo>
                      <a:pt x="16265" y="11682"/>
                    </a:lnTo>
                    <a:lnTo>
                      <a:pt x="16108" y="11121"/>
                    </a:lnTo>
                    <a:lnTo>
                      <a:pt x="15928" y="10559"/>
                    </a:lnTo>
                    <a:lnTo>
                      <a:pt x="15726" y="10020"/>
                    </a:lnTo>
                    <a:lnTo>
                      <a:pt x="15501" y="9503"/>
                    </a:lnTo>
                    <a:lnTo>
                      <a:pt x="15277" y="8964"/>
                    </a:lnTo>
                    <a:lnTo>
                      <a:pt x="15030" y="8470"/>
                    </a:lnTo>
                    <a:lnTo>
                      <a:pt x="14760" y="7976"/>
                    </a:lnTo>
                    <a:lnTo>
                      <a:pt x="14468" y="7504"/>
                    </a:lnTo>
                    <a:lnTo>
                      <a:pt x="14176" y="7032"/>
                    </a:lnTo>
                    <a:lnTo>
                      <a:pt x="13839" y="6583"/>
                    </a:lnTo>
                    <a:lnTo>
                      <a:pt x="13502" y="6134"/>
                    </a:lnTo>
                    <a:lnTo>
                      <a:pt x="13143" y="5707"/>
                    </a:lnTo>
                    <a:lnTo>
                      <a:pt x="12761" y="5302"/>
                    </a:lnTo>
                    <a:lnTo>
                      <a:pt x="12379" y="4898"/>
                    </a:lnTo>
                    <a:lnTo>
                      <a:pt x="11952" y="4516"/>
                    </a:lnTo>
                    <a:lnTo>
                      <a:pt x="11525" y="4134"/>
                    </a:lnTo>
                    <a:lnTo>
                      <a:pt x="11053" y="3775"/>
                    </a:lnTo>
                    <a:lnTo>
                      <a:pt x="10582" y="3438"/>
                    </a:lnTo>
                    <a:lnTo>
                      <a:pt x="10087" y="3101"/>
                    </a:lnTo>
                    <a:lnTo>
                      <a:pt x="9571" y="2786"/>
                    </a:lnTo>
                    <a:lnTo>
                      <a:pt x="9032" y="2472"/>
                    </a:lnTo>
                    <a:lnTo>
                      <a:pt x="8470" y="2180"/>
                    </a:lnTo>
                    <a:lnTo>
                      <a:pt x="7863" y="1910"/>
                    </a:lnTo>
                    <a:lnTo>
                      <a:pt x="7257" y="1663"/>
                    </a:lnTo>
                    <a:lnTo>
                      <a:pt x="6628" y="1416"/>
                    </a:lnTo>
                    <a:lnTo>
                      <a:pt x="5976" y="1169"/>
                    </a:lnTo>
                    <a:lnTo>
                      <a:pt x="5303" y="967"/>
                    </a:lnTo>
                    <a:lnTo>
                      <a:pt x="4606" y="765"/>
                    </a:lnTo>
                    <a:lnTo>
                      <a:pt x="3887" y="585"/>
                    </a:lnTo>
                    <a:lnTo>
                      <a:pt x="3123" y="405"/>
                    </a:lnTo>
                    <a:lnTo>
                      <a:pt x="2360" y="248"/>
                    </a:lnTo>
                    <a:lnTo>
                      <a:pt x="1551" y="113"/>
                    </a:lnTo>
                    <a:lnTo>
                      <a:pt x="69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5" name="Google Shape;7125;p33"/>
              <p:cNvSpPr/>
              <p:nvPr/>
            </p:nvSpPr>
            <p:spPr>
              <a:xfrm>
                <a:off x="11570525" y="3720200"/>
                <a:ext cx="419550" cy="481900"/>
              </a:xfrm>
              <a:custGeom>
                <a:avLst/>
                <a:gdLst/>
                <a:ahLst/>
                <a:cxnLst/>
                <a:rect l="l" t="t" r="r" b="b"/>
                <a:pathLst>
                  <a:path w="16782" h="19276" fill="none" extrusionOk="0">
                    <a:moveTo>
                      <a:pt x="697" y="1"/>
                    </a:moveTo>
                    <a:lnTo>
                      <a:pt x="697" y="1"/>
                    </a:lnTo>
                    <a:lnTo>
                      <a:pt x="697" y="1"/>
                    </a:lnTo>
                    <a:lnTo>
                      <a:pt x="1" y="1236"/>
                    </a:lnTo>
                    <a:lnTo>
                      <a:pt x="1" y="1236"/>
                    </a:lnTo>
                    <a:lnTo>
                      <a:pt x="203" y="877"/>
                    </a:lnTo>
                    <a:lnTo>
                      <a:pt x="203" y="877"/>
                    </a:lnTo>
                    <a:lnTo>
                      <a:pt x="270" y="1708"/>
                    </a:lnTo>
                    <a:lnTo>
                      <a:pt x="383" y="2539"/>
                    </a:lnTo>
                    <a:lnTo>
                      <a:pt x="383" y="2539"/>
                    </a:lnTo>
                    <a:lnTo>
                      <a:pt x="944" y="2449"/>
                    </a:lnTo>
                    <a:lnTo>
                      <a:pt x="1528" y="2405"/>
                    </a:lnTo>
                    <a:lnTo>
                      <a:pt x="2113" y="2360"/>
                    </a:lnTo>
                    <a:lnTo>
                      <a:pt x="2674" y="2337"/>
                    </a:lnTo>
                    <a:lnTo>
                      <a:pt x="2674" y="2337"/>
                    </a:lnTo>
                    <a:lnTo>
                      <a:pt x="3281" y="2360"/>
                    </a:lnTo>
                    <a:lnTo>
                      <a:pt x="3865" y="2405"/>
                    </a:lnTo>
                    <a:lnTo>
                      <a:pt x="4426" y="2449"/>
                    </a:lnTo>
                    <a:lnTo>
                      <a:pt x="5010" y="2539"/>
                    </a:lnTo>
                    <a:lnTo>
                      <a:pt x="5572" y="2674"/>
                    </a:lnTo>
                    <a:lnTo>
                      <a:pt x="6134" y="2809"/>
                    </a:lnTo>
                    <a:lnTo>
                      <a:pt x="6695" y="2966"/>
                    </a:lnTo>
                    <a:lnTo>
                      <a:pt x="7234" y="3146"/>
                    </a:lnTo>
                    <a:lnTo>
                      <a:pt x="7774" y="3348"/>
                    </a:lnTo>
                    <a:lnTo>
                      <a:pt x="8313" y="3573"/>
                    </a:lnTo>
                    <a:lnTo>
                      <a:pt x="8829" y="3842"/>
                    </a:lnTo>
                    <a:lnTo>
                      <a:pt x="9324" y="4112"/>
                    </a:lnTo>
                    <a:lnTo>
                      <a:pt x="9818" y="4404"/>
                    </a:lnTo>
                    <a:lnTo>
                      <a:pt x="10312" y="4718"/>
                    </a:lnTo>
                    <a:lnTo>
                      <a:pt x="10784" y="5033"/>
                    </a:lnTo>
                    <a:lnTo>
                      <a:pt x="11233" y="5392"/>
                    </a:lnTo>
                    <a:lnTo>
                      <a:pt x="11682" y="5752"/>
                    </a:lnTo>
                    <a:lnTo>
                      <a:pt x="12109" y="6156"/>
                    </a:lnTo>
                    <a:lnTo>
                      <a:pt x="12514" y="6560"/>
                    </a:lnTo>
                    <a:lnTo>
                      <a:pt x="12896" y="6987"/>
                    </a:lnTo>
                    <a:lnTo>
                      <a:pt x="13277" y="7414"/>
                    </a:lnTo>
                    <a:lnTo>
                      <a:pt x="13637" y="7863"/>
                    </a:lnTo>
                    <a:lnTo>
                      <a:pt x="13974" y="8335"/>
                    </a:lnTo>
                    <a:lnTo>
                      <a:pt x="14288" y="8829"/>
                    </a:lnTo>
                    <a:lnTo>
                      <a:pt x="14580" y="9324"/>
                    </a:lnTo>
                    <a:lnTo>
                      <a:pt x="14850" y="9840"/>
                    </a:lnTo>
                    <a:lnTo>
                      <a:pt x="15120" y="10379"/>
                    </a:lnTo>
                    <a:lnTo>
                      <a:pt x="15344" y="10919"/>
                    </a:lnTo>
                    <a:lnTo>
                      <a:pt x="15546" y="11480"/>
                    </a:lnTo>
                    <a:lnTo>
                      <a:pt x="15726" y="12042"/>
                    </a:lnTo>
                    <a:lnTo>
                      <a:pt x="15883" y="12626"/>
                    </a:lnTo>
                    <a:lnTo>
                      <a:pt x="16018" y="13210"/>
                    </a:lnTo>
                    <a:lnTo>
                      <a:pt x="16018" y="13210"/>
                    </a:lnTo>
                    <a:lnTo>
                      <a:pt x="16153" y="13996"/>
                    </a:lnTo>
                    <a:lnTo>
                      <a:pt x="16243" y="14760"/>
                    </a:lnTo>
                    <a:lnTo>
                      <a:pt x="16265" y="15524"/>
                    </a:lnTo>
                    <a:lnTo>
                      <a:pt x="16265" y="16310"/>
                    </a:lnTo>
                    <a:lnTo>
                      <a:pt x="16220" y="17051"/>
                    </a:lnTo>
                    <a:lnTo>
                      <a:pt x="16130" y="17815"/>
                    </a:lnTo>
                    <a:lnTo>
                      <a:pt x="15996" y="18557"/>
                    </a:lnTo>
                    <a:lnTo>
                      <a:pt x="15816" y="19275"/>
                    </a:lnTo>
                    <a:lnTo>
                      <a:pt x="15816" y="19275"/>
                    </a:lnTo>
                    <a:lnTo>
                      <a:pt x="16288" y="19275"/>
                    </a:lnTo>
                    <a:lnTo>
                      <a:pt x="16288" y="19275"/>
                    </a:lnTo>
                    <a:lnTo>
                      <a:pt x="16288" y="19275"/>
                    </a:lnTo>
                    <a:lnTo>
                      <a:pt x="16288" y="19275"/>
                    </a:lnTo>
                    <a:lnTo>
                      <a:pt x="16288" y="19275"/>
                    </a:lnTo>
                    <a:lnTo>
                      <a:pt x="16400" y="18804"/>
                    </a:lnTo>
                    <a:lnTo>
                      <a:pt x="16512" y="18332"/>
                    </a:lnTo>
                    <a:lnTo>
                      <a:pt x="16580" y="17883"/>
                    </a:lnTo>
                    <a:lnTo>
                      <a:pt x="16670" y="17411"/>
                    </a:lnTo>
                    <a:lnTo>
                      <a:pt x="16714" y="16917"/>
                    </a:lnTo>
                    <a:lnTo>
                      <a:pt x="16759" y="16445"/>
                    </a:lnTo>
                    <a:lnTo>
                      <a:pt x="16782" y="15973"/>
                    </a:lnTo>
                    <a:lnTo>
                      <a:pt x="16782" y="15501"/>
                    </a:lnTo>
                    <a:lnTo>
                      <a:pt x="16782" y="15501"/>
                    </a:lnTo>
                    <a:lnTo>
                      <a:pt x="16782" y="15007"/>
                    </a:lnTo>
                    <a:lnTo>
                      <a:pt x="16759" y="14535"/>
                    </a:lnTo>
                    <a:lnTo>
                      <a:pt x="16714" y="14064"/>
                    </a:lnTo>
                    <a:lnTo>
                      <a:pt x="16647" y="13569"/>
                    </a:lnTo>
                    <a:lnTo>
                      <a:pt x="16580" y="13098"/>
                    </a:lnTo>
                    <a:lnTo>
                      <a:pt x="16490" y="12626"/>
                    </a:lnTo>
                    <a:lnTo>
                      <a:pt x="16400" y="12154"/>
                    </a:lnTo>
                    <a:lnTo>
                      <a:pt x="16265" y="11682"/>
                    </a:lnTo>
                    <a:lnTo>
                      <a:pt x="16265" y="11682"/>
                    </a:lnTo>
                    <a:lnTo>
                      <a:pt x="16108" y="11121"/>
                    </a:lnTo>
                    <a:lnTo>
                      <a:pt x="15928" y="10559"/>
                    </a:lnTo>
                    <a:lnTo>
                      <a:pt x="15726" y="10020"/>
                    </a:lnTo>
                    <a:lnTo>
                      <a:pt x="15501" y="9503"/>
                    </a:lnTo>
                    <a:lnTo>
                      <a:pt x="15277" y="8964"/>
                    </a:lnTo>
                    <a:lnTo>
                      <a:pt x="15030" y="8470"/>
                    </a:lnTo>
                    <a:lnTo>
                      <a:pt x="14760" y="7976"/>
                    </a:lnTo>
                    <a:lnTo>
                      <a:pt x="14468" y="7504"/>
                    </a:lnTo>
                    <a:lnTo>
                      <a:pt x="14176" y="7032"/>
                    </a:lnTo>
                    <a:lnTo>
                      <a:pt x="13839" y="6583"/>
                    </a:lnTo>
                    <a:lnTo>
                      <a:pt x="13502" y="6134"/>
                    </a:lnTo>
                    <a:lnTo>
                      <a:pt x="13143" y="5707"/>
                    </a:lnTo>
                    <a:lnTo>
                      <a:pt x="12761" y="5302"/>
                    </a:lnTo>
                    <a:lnTo>
                      <a:pt x="12379" y="4898"/>
                    </a:lnTo>
                    <a:lnTo>
                      <a:pt x="11952" y="4516"/>
                    </a:lnTo>
                    <a:lnTo>
                      <a:pt x="11525" y="4134"/>
                    </a:lnTo>
                    <a:lnTo>
                      <a:pt x="11053" y="3775"/>
                    </a:lnTo>
                    <a:lnTo>
                      <a:pt x="10582" y="3438"/>
                    </a:lnTo>
                    <a:lnTo>
                      <a:pt x="10087" y="3101"/>
                    </a:lnTo>
                    <a:lnTo>
                      <a:pt x="9571" y="2786"/>
                    </a:lnTo>
                    <a:lnTo>
                      <a:pt x="9032" y="2472"/>
                    </a:lnTo>
                    <a:lnTo>
                      <a:pt x="8470" y="2180"/>
                    </a:lnTo>
                    <a:lnTo>
                      <a:pt x="7863" y="1910"/>
                    </a:lnTo>
                    <a:lnTo>
                      <a:pt x="7257" y="1663"/>
                    </a:lnTo>
                    <a:lnTo>
                      <a:pt x="6628" y="1416"/>
                    </a:lnTo>
                    <a:lnTo>
                      <a:pt x="5976" y="1169"/>
                    </a:lnTo>
                    <a:lnTo>
                      <a:pt x="5303" y="967"/>
                    </a:lnTo>
                    <a:lnTo>
                      <a:pt x="4606" y="765"/>
                    </a:lnTo>
                    <a:lnTo>
                      <a:pt x="3887" y="585"/>
                    </a:lnTo>
                    <a:lnTo>
                      <a:pt x="3123" y="405"/>
                    </a:lnTo>
                    <a:lnTo>
                      <a:pt x="2360" y="248"/>
                    </a:lnTo>
                    <a:lnTo>
                      <a:pt x="1551" y="113"/>
                    </a:lnTo>
                    <a:lnTo>
                      <a:pt x="1551" y="113"/>
                    </a:lnTo>
                    <a:lnTo>
                      <a:pt x="697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6" name="Google Shape;7126;p33"/>
              <p:cNvSpPr/>
              <p:nvPr/>
            </p:nvSpPr>
            <p:spPr>
              <a:xfrm>
                <a:off x="11723300" y="4191400"/>
                <a:ext cx="147150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5886" h="271" extrusionOk="0">
                    <a:moveTo>
                      <a:pt x="0" y="1"/>
                    </a:moveTo>
                    <a:lnTo>
                      <a:pt x="2943" y="113"/>
                    </a:lnTo>
                    <a:lnTo>
                      <a:pt x="4403" y="158"/>
                    </a:lnTo>
                    <a:lnTo>
                      <a:pt x="4403" y="158"/>
                    </a:lnTo>
                    <a:lnTo>
                      <a:pt x="2943" y="91"/>
                    </a:lnTo>
                    <a:lnTo>
                      <a:pt x="0" y="1"/>
                    </a:lnTo>
                    <a:close/>
                    <a:moveTo>
                      <a:pt x="4403" y="158"/>
                    </a:moveTo>
                    <a:lnTo>
                      <a:pt x="5863" y="270"/>
                    </a:lnTo>
                    <a:lnTo>
                      <a:pt x="5886" y="270"/>
                    </a:lnTo>
                    <a:lnTo>
                      <a:pt x="4403" y="158"/>
                    </a:lnTo>
                    <a:close/>
                  </a:path>
                </a:pathLst>
              </a:custGeom>
              <a:solidFill>
                <a:srgbClr val="0E4C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7" name="Google Shape;7127;p33"/>
              <p:cNvSpPr/>
              <p:nvPr/>
            </p:nvSpPr>
            <p:spPr>
              <a:xfrm>
                <a:off x="11723300" y="4191400"/>
                <a:ext cx="147150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5886" h="27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943" y="113"/>
                    </a:lnTo>
                    <a:lnTo>
                      <a:pt x="4403" y="158"/>
                    </a:lnTo>
                    <a:lnTo>
                      <a:pt x="5886" y="270"/>
                    </a:lnTo>
                    <a:lnTo>
                      <a:pt x="5886" y="270"/>
                    </a:lnTo>
                    <a:lnTo>
                      <a:pt x="5863" y="270"/>
                    </a:lnTo>
                    <a:lnTo>
                      <a:pt x="5863" y="270"/>
                    </a:lnTo>
                    <a:lnTo>
                      <a:pt x="4403" y="158"/>
                    </a:lnTo>
                    <a:lnTo>
                      <a:pt x="2943" y="9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8" name="Google Shape;7128;p33"/>
              <p:cNvSpPr/>
              <p:nvPr/>
            </p:nvSpPr>
            <p:spPr>
              <a:xfrm>
                <a:off x="11493025" y="3985300"/>
                <a:ext cx="25" cy="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3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9" name="Google Shape;7129;p33"/>
              <p:cNvSpPr/>
              <p:nvPr/>
            </p:nvSpPr>
            <p:spPr>
              <a:xfrm>
                <a:off x="11493025" y="39847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0" name="Google Shape;7130;p33"/>
              <p:cNvSpPr/>
              <p:nvPr/>
            </p:nvSpPr>
            <p:spPr>
              <a:xfrm>
                <a:off x="11493025" y="39841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1" name="Google Shape;7131;p33"/>
              <p:cNvSpPr/>
              <p:nvPr/>
            </p:nvSpPr>
            <p:spPr>
              <a:xfrm>
                <a:off x="11493025" y="3751100"/>
                <a:ext cx="376875" cy="447075"/>
              </a:xfrm>
              <a:custGeom>
                <a:avLst/>
                <a:gdLst/>
                <a:ahLst/>
                <a:cxnLst/>
                <a:rect l="l" t="t" r="r" b="b"/>
                <a:pathLst>
                  <a:path w="15075" h="17883" extrusionOk="0">
                    <a:moveTo>
                      <a:pt x="3101" y="0"/>
                    </a:moveTo>
                    <a:lnTo>
                      <a:pt x="2697" y="787"/>
                    </a:lnTo>
                    <a:lnTo>
                      <a:pt x="2633" y="918"/>
                    </a:lnTo>
                    <a:lnTo>
                      <a:pt x="2633" y="918"/>
                    </a:lnTo>
                    <a:lnTo>
                      <a:pt x="3101" y="0"/>
                    </a:lnTo>
                    <a:close/>
                    <a:moveTo>
                      <a:pt x="835" y="5162"/>
                    </a:moveTo>
                    <a:lnTo>
                      <a:pt x="787" y="5302"/>
                    </a:lnTo>
                    <a:lnTo>
                      <a:pt x="585" y="5976"/>
                    </a:lnTo>
                    <a:lnTo>
                      <a:pt x="675" y="5684"/>
                    </a:lnTo>
                    <a:lnTo>
                      <a:pt x="835" y="5162"/>
                    </a:lnTo>
                    <a:close/>
                    <a:moveTo>
                      <a:pt x="585" y="5976"/>
                    </a:moveTo>
                    <a:lnTo>
                      <a:pt x="495" y="6268"/>
                    </a:lnTo>
                    <a:lnTo>
                      <a:pt x="456" y="6441"/>
                    </a:lnTo>
                    <a:lnTo>
                      <a:pt x="585" y="5976"/>
                    </a:lnTo>
                    <a:close/>
                    <a:moveTo>
                      <a:pt x="456" y="6441"/>
                    </a:moveTo>
                    <a:lnTo>
                      <a:pt x="405" y="6627"/>
                    </a:lnTo>
                    <a:lnTo>
                      <a:pt x="270" y="7324"/>
                    </a:lnTo>
                    <a:lnTo>
                      <a:pt x="210" y="7683"/>
                    </a:lnTo>
                    <a:lnTo>
                      <a:pt x="248" y="7481"/>
                    </a:lnTo>
                    <a:lnTo>
                      <a:pt x="360" y="6875"/>
                    </a:lnTo>
                    <a:lnTo>
                      <a:pt x="456" y="6441"/>
                    </a:lnTo>
                    <a:close/>
                    <a:moveTo>
                      <a:pt x="210" y="7683"/>
                    </a:moveTo>
                    <a:lnTo>
                      <a:pt x="136" y="8088"/>
                    </a:lnTo>
                    <a:lnTo>
                      <a:pt x="68" y="8694"/>
                    </a:lnTo>
                    <a:lnTo>
                      <a:pt x="158" y="7998"/>
                    </a:lnTo>
                    <a:lnTo>
                      <a:pt x="210" y="7683"/>
                    </a:lnTo>
                    <a:close/>
                    <a:moveTo>
                      <a:pt x="68" y="8694"/>
                    </a:moveTo>
                    <a:lnTo>
                      <a:pt x="1" y="9323"/>
                    </a:lnTo>
                    <a:lnTo>
                      <a:pt x="1" y="9346"/>
                    </a:lnTo>
                    <a:lnTo>
                      <a:pt x="1" y="9368"/>
                    </a:lnTo>
                    <a:lnTo>
                      <a:pt x="1" y="9391"/>
                    </a:lnTo>
                    <a:lnTo>
                      <a:pt x="68" y="8694"/>
                    </a:lnTo>
                    <a:close/>
                    <a:moveTo>
                      <a:pt x="607" y="16489"/>
                    </a:moveTo>
                    <a:lnTo>
                      <a:pt x="1394" y="16714"/>
                    </a:lnTo>
                    <a:lnTo>
                      <a:pt x="1596" y="16759"/>
                    </a:lnTo>
                    <a:lnTo>
                      <a:pt x="1596" y="16759"/>
                    </a:lnTo>
                    <a:lnTo>
                      <a:pt x="607" y="16489"/>
                    </a:lnTo>
                    <a:close/>
                    <a:moveTo>
                      <a:pt x="1596" y="16759"/>
                    </a:moveTo>
                    <a:lnTo>
                      <a:pt x="1596" y="16759"/>
                    </a:lnTo>
                    <a:lnTo>
                      <a:pt x="1596" y="16759"/>
                    </a:lnTo>
                    <a:lnTo>
                      <a:pt x="1596" y="16759"/>
                    </a:lnTo>
                    <a:lnTo>
                      <a:pt x="1596" y="16759"/>
                    </a:lnTo>
                    <a:close/>
                    <a:moveTo>
                      <a:pt x="1596" y="16759"/>
                    </a:moveTo>
                    <a:lnTo>
                      <a:pt x="2202" y="16894"/>
                    </a:lnTo>
                    <a:lnTo>
                      <a:pt x="2330" y="16919"/>
                    </a:lnTo>
                    <a:lnTo>
                      <a:pt x="2330" y="16919"/>
                    </a:lnTo>
                    <a:lnTo>
                      <a:pt x="1596" y="16759"/>
                    </a:lnTo>
                    <a:close/>
                    <a:moveTo>
                      <a:pt x="2330" y="16919"/>
                    </a:moveTo>
                    <a:lnTo>
                      <a:pt x="2629" y="16984"/>
                    </a:lnTo>
                    <a:lnTo>
                      <a:pt x="2963" y="17042"/>
                    </a:lnTo>
                    <a:lnTo>
                      <a:pt x="2963" y="17042"/>
                    </a:lnTo>
                    <a:lnTo>
                      <a:pt x="2330" y="16919"/>
                    </a:lnTo>
                    <a:close/>
                    <a:moveTo>
                      <a:pt x="2963" y="17042"/>
                    </a:moveTo>
                    <a:lnTo>
                      <a:pt x="3011" y="17051"/>
                    </a:lnTo>
                    <a:lnTo>
                      <a:pt x="3146" y="17073"/>
                    </a:lnTo>
                    <a:lnTo>
                      <a:pt x="3146" y="17073"/>
                    </a:lnTo>
                    <a:lnTo>
                      <a:pt x="2963" y="17042"/>
                    </a:lnTo>
                    <a:close/>
                    <a:moveTo>
                      <a:pt x="3146" y="17073"/>
                    </a:moveTo>
                    <a:lnTo>
                      <a:pt x="3662" y="17163"/>
                    </a:lnTo>
                    <a:lnTo>
                      <a:pt x="3766" y="17177"/>
                    </a:lnTo>
                    <a:lnTo>
                      <a:pt x="3766" y="17177"/>
                    </a:lnTo>
                    <a:lnTo>
                      <a:pt x="3146" y="17073"/>
                    </a:lnTo>
                    <a:close/>
                    <a:moveTo>
                      <a:pt x="3766" y="17177"/>
                    </a:moveTo>
                    <a:lnTo>
                      <a:pt x="3820" y="17186"/>
                    </a:lnTo>
                    <a:lnTo>
                      <a:pt x="4628" y="17298"/>
                    </a:lnTo>
                    <a:lnTo>
                      <a:pt x="5460" y="17388"/>
                    </a:lnTo>
                    <a:lnTo>
                      <a:pt x="5707" y="17408"/>
                    </a:lnTo>
                    <a:lnTo>
                      <a:pt x="5707" y="17408"/>
                    </a:lnTo>
                    <a:lnTo>
                      <a:pt x="4696" y="17298"/>
                    </a:lnTo>
                    <a:lnTo>
                      <a:pt x="3766" y="17177"/>
                    </a:lnTo>
                    <a:close/>
                    <a:moveTo>
                      <a:pt x="5707" y="17408"/>
                    </a:moveTo>
                    <a:lnTo>
                      <a:pt x="5729" y="17410"/>
                    </a:lnTo>
                    <a:lnTo>
                      <a:pt x="6785" y="17500"/>
                    </a:lnTo>
                    <a:lnTo>
                      <a:pt x="6992" y="17514"/>
                    </a:lnTo>
                    <a:lnTo>
                      <a:pt x="6992" y="17514"/>
                    </a:lnTo>
                    <a:lnTo>
                      <a:pt x="6291" y="17455"/>
                    </a:lnTo>
                    <a:lnTo>
                      <a:pt x="5707" y="17408"/>
                    </a:lnTo>
                    <a:close/>
                    <a:moveTo>
                      <a:pt x="6992" y="17514"/>
                    </a:moveTo>
                    <a:lnTo>
                      <a:pt x="7100" y="17523"/>
                    </a:lnTo>
                    <a:lnTo>
                      <a:pt x="7097" y="17521"/>
                    </a:lnTo>
                    <a:lnTo>
                      <a:pt x="7097" y="17521"/>
                    </a:lnTo>
                    <a:lnTo>
                      <a:pt x="6992" y="17514"/>
                    </a:lnTo>
                    <a:close/>
                    <a:moveTo>
                      <a:pt x="2633" y="918"/>
                    </a:moveTo>
                    <a:lnTo>
                      <a:pt x="2539" y="1101"/>
                    </a:lnTo>
                    <a:lnTo>
                      <a:pt x="2000" y="2224"/>
                    </a:lnTo>
                    <a:lnTo>
                      <a:pt x="1506" y="3370"/>
                    </a:lnTo>
                    <a:lnTo>
                      <a:pt x="1259" y="3932"/>
                    </a:lnTo>
                    <a:lnTo>
                      <a:pt x="1057" y="4516"/>
                    </a:lnTo>
                    <a:lnTo>
                      <a:pt x="854" y="5100"/>
                    </a:lnTo>
                    <a:lnTo>
                      <a:pt x="835" y="5162"/>
                    </a:lnTo>
                    <a:lnTo>
                      <a:pt x="1012" y="4651"/>
                    </a:lnTo>
                    <a:lnTo>
                      <a:pt x="1259" y="3999"/>
                    </a:lnTo>
                    <a:lnTo>
                      <a:pt x="1169" y="4606"/>
                    </a:lnTo>
                    <a:lnTo>
                      <a:pt x="1102" y="5212"/>
                    </a:lnTo>
                    <a:lnTo>
                      <a:pt x="1057" y="5819"/>
                    </a:lnTo>
                    <a:lnTo>
                      <a:pt x="1057" y="6425"/>
                    </a:lnTo>
                    <a:lnTo>
                      <a:pt x="1079" y="7032"/>
                    </a:lnTo>
                    <a:lnTo>
                      <a:pt x="1124" y="7661"/>
                    </a:lnTo>
                    <a:lnTo>
                      <a:pt x="1191" y="8267"/>
                    </a:lnTo>
                    <a:lnTo>
                      <a:pt x="1304" y="8896"/>
                    </a:lnTo>
                    <a:lnTo>
                      <a:pt x="1461" y="9570"/>
                    </a:lnTo>
                    <a:lnTo>
                      <a:pt x="1641" y="10222"/>
                    </a:lnTo>
                    <a:lnTo>
                      <a:pt x="1865" y="10873"/>
                    </a:lnTo>
                    <a:lnTo>
                      <a:pt x="2112" y="11502"/>
                    </a:lnTo>
                    <a:lnTo>
                      <a:pt x="2404" y="12109"/>
                    </a:lnTo>
                    <a:lnTo>
                      <a:pt x="2697" y="12715"/>
                    </a:lnTo>
                    <a:lnTo>
                      <a:pt x="3033" y="13277"/>
                    </a:lnTo>
                    <a:lnTo>
                      <a:pt x="3393" y="13839"/>
                    </a:lnTo>
                    <a:lnTo>
                      <a:pt x="3775" y="14378"/>
                    </a:lnTo>
                    <a:lnTo>
                      <a:pt x="4202" y="14894"/>
                    </a:lnTo>
                    <a:lnTo>
                      <a:pt x="4628" y="15389"/>
                    </a:lnTo>
                    <a:lnTo>
                      <a:pt x="5078" y="15860"/>
                    </a:lnTo>
                    <a:lnTo>
                      <a:pt x="5550" y="16310"/>
                    </a:lnTo>
                    <a:lnTo>
                      <a:pt x="6066" y="16737"/>
                    </a:lnTo>
                    <a:lnTo>
                      <a:pt x="6583" y="17141"/>
                    </a:lnTo>
                    <a:lnTo>
                      <a:pt x="7097" y="17521"/>
                    </a:lnTo>
                    <a:lnTo>
                      <a:pt x="7097" y="17521"/>
                    </a:lnTo>
                    <a:lnTo>
                      <a:pt x="7818" y="17568"/>
                    </a:lnTo>
                    <a:lnTo>
                      <a:pt x="8874" y="17613"/>
                    </a:lnTo>
                    <a:lnTo>
                      <a:pt x="9211" y="17613"/>
                    </a:lnTo>
                    <a:lnTo>
                      <a:pt x="12154" y="17703"/>
                    </a:lnTo>
                    <a:lnTo>
                      <a:pt x="13614" y="17770"/>
                    </a:lnTo>
                    <a:lnTo>
                      <a:pt x="15074" y="17882"/>
                    </a:lnTo>
                    <a:lnTo>
                      <a:pt x="14198" y="17253"/>
                    </a:lnTo>
                    <a:lnTo>
                      <a:pt x="13345" y="16624"/>
                    </a:lnTo>
                    <a:lnTo>
                      <a:pt x="12536" y="15995"/>
                    </a:lnTo>
                    <a:lnTo>
                      <a:pt x="11727" y="15321"/>
                    </a:lnTo>
                    <a:lnTo>
                      <a:pt x="10919" y="14602"/>
                    </a:lnTo>
                    <a:lnTo>
                      <a:pt x="10132" y="13839"/>
                    </a:lnTo>
                    <a:lnTo>
                      <a:pt x="9391" y="13097"/>
                    </a:lnTo>
                    <a:lnTo>
                      <a:pt x="8672" y="12311"/>
                    </a:lnTo>
                    <a:lnTo>
                      <a:pt x="7998" y="11525"/>
                    </a:lnTo>
                    <a:lnTo>
                      <a:pt x="7369" y="10716"/>
                    </a:lnTo>
                    <a:lnTo>
                      <a:pt x="6785" y="9862"/>
                    </a:lnTo>
                    <a:lnTo>
                      <a:pt x="6223" y="9009"/>
                    </a:lnTo>
                    <a:lnTo>
                      <a:pt x="5707" y="8133"/>
                    </a:lnTo>
                    <a:lnTo>
                      <a:pt x="5257" y="7234"/>
                    </a:lnTo>
                    <a:lnTo>
                      <a:pt x="4831" y="6313"/>
                    </a:lnTo>
                    <a:lnTo>
                      <a:pt x="4471" y="5369"/>
                    </a:lnTo>
                    <a:lnTo>
                      <a:pt x="4292" y="4875"/>
                    </a:lnTo>
                    <a:lnTo>
                      <a:pt x="4134" y="4403"/>
                    </a:lnTo>
                    <a:lnTo>
                      <a:pt x="3999" y="3887"/>
                    </a:lnTo>
                    <a:lnTo>
                      <a:pt x="3865" y="3393"/>
                    </a:lnTo>
                    <a:lnTo>
                      <a:pt x="3752" y="2876"/>
                    </a:lnTo>
                    <a:lnTo>
                      <a:pt x="3640" y="2359"/>
                    </a:lnTo>
                    <a:lnTo>
                      <a:pt x="3550" y="1842"/>
                    </a:lnTo>
                    <a:lnTo>
                      <a:pt x="3483" y="1303"/>
                    </a:lnTo>
                    <a:lnTo>
                      <a:pt x="3191" y="1371"/>
                    </a:lnTo>
                    <a:lnTo>
                      <a:pt x="2741" y="1461"/>
                    </a:lnTo>
                    <a:lnTo>
                      <a:pt x="2315" y="1573"/>
                    </a:lnTo>
                    <a:lnTo>
                      <a:pt x="2315" y="1573"/>
                    </a:lnTo>
                    <a:lnTo>
                      <a:pt x="2633" y="918"/>
                    </a:lnTo>
                    <a:close/>
                  </a:path>
                </a:pathLst>
              </a:custGeom>
              <a:solidFill>
                <a:srgbClr val="424242">
                  <a:alpha val="162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2" name="Google Shape;7132;p33"/>
              <p:cNvSpPr/>
              <p:nvPr/>
            </p:nvSpPr>
            <p:spPr>
              <a:xfrm>
                <a:off x="11493025" y="3751100"/>
                <a:ext cx="376875" cy="447075"/>
              </a:xfrm>
              <a:custGeom>
                <a:avLst/>
                <a:gdLst/>
                <a:ahLst/>
                <a:cxnLst/>
                <a:rect l="l" t="t" r="r" b="b"/>
                <a:pathLst>
                  <a:path w="15075" h="17883" fill="none" extrusionOk="0">
                    <a:moveTo>
                      <a:pt x="3101" y="0"/>
                    </a:moveTo>
                    <a:lnTo>
                      <a:pt x="3101" y="0"/>
                    </a:lnTo>
                    <a:lnTo>
                      <a:pt x="2539" y="1101"/>
                    </a:lnTo>
                    <a:lnTo>
                      <a:pt x="2000" y="2224"/>
                    </a:lnTo>
                    <a:lnTo>
                      <a:pt x="1506" y="3370"/>
                    </a:lnTo>
                    <a:lnTo>
                      <a:pt x="1259" y="3932"/>
                    </a:lnTo>
                    <a:lnTo>
                      <a:pt x="1057" y="4516"/>
                    </a:lnTo>
                    <a:lnTo>
                      <a:pt x="854" y="5100"/>
                    </a:lnTo>
                    <a:lnTo>
                      <a:pt x="675" y="5684"/>
                    </a:lnTo>
                    <a:lnTo>
                      <a:pt x="495" y="6268"/>
                    </a:lnTo>
                    <a:lnTo>
                      <a:pt x="360" y="6875"/>
                    </a:lnTo>
                    <a:lnTo>
                      <a:pt x="248" y="7481"/>
                    </a:lnTo>
                    <a:lnTo>
                      <a:pt x="136" y="8088"/>
                    </a:lnTo>
                    <a:lnTo>
                      <a:pt x="68" y="8694"/>
                    </a:lnTo>
                    <a:lnTo>
                      <a:pt x="1" y="9323"/>
                    </a:lnTo>
                    <a:lnTo>
                      <a:pt x="1" y="9323"/>
                    </a:lnTo>
                    <a:lnTo>
                      <a:pt x="1" y="9323"/>
                    </a:lnTo>
                    <a:lnTo>
                      <a:pt x="1" y="9346"/>
                    </a:lnTo>
                    <a:lnTo>
                      <a:pt x="1" y="9346"/>
                    </a:lnTo>
                    <a:lnTo>
                      <a:pt x="1" y="9346"/>
                    </a:lnTo>
                    <a:lnTo>
                      <a:pt x="1" y="9346"/>
                    </a:lnTo>
                    <a:lnTo>
                      <a:pt x="1" y="9368"/>
                    </a:lnTo>
                    <a:lnTo>
                      <a:pt x="1" y="9368"/>
                    </a:lnTo>
                    <a:lnTo>
                      <a:pt x="1" y="9391"/>
                    </a:lnTo>
                    <a:lnTo>
                      <a:pt x="1" y="9391"/>
                    </a:lnTo>
                    <a:lnTo>
                      <a:pt x="68" y="8694"/>
                    </a:lnTo>
                    <a:lnTo>
                      <a:pt x="158" y="7998"/>
                    </a:lnTo>
                    <a:lnTo>
                      <a:pt x="270" y="7324"/>
                    </a:lnTo>
                    <a:lnTo>
                      <a:pt x="405" y="6627"/>
                    </a:lnTo>
                    <a:lnTo>
                      <a:pt x="585" y="5976"/>
                    </a:lnTo>
                    <a:lnTo>
                      <a:pt x="787" y="5302"/>
                    </a:lnTo>
                    <a:lnTo>
                      <a:pt x="1012" y="4651"/>
                    </a:lnTo>
                    <a:lnTo>
                      <a:pt x="1259" y="3999"/>
                    </a:lnTo>
                    <a:lnTo>
                      <a:pt x="1259" y="3999"/>
                    </a:lnTo>
                    <a:lnTo>
                      <a:pt x="1169" y="4606"/>
                    </a:lnTo>
                    <a:lnTo>
                      <a:pt x="1102" y="5212"/>
                    </a:lnTo>
                    <a:lnTo>
                      <a:pt x="1057" y="5819"/>
                    </a:lnTo>
                    <a:lnTo>
                      <a:pt x="1057" y="6425"/>
                    </a:lnTo>
                    <a:lnTo>
                      <a:pt x="1079" y="7032"/>
                    </a:lnTo>
                    <a:lnTo>
                      <a:pt x="1124" y="7661"/>
                    </a:lnTo>
                    <a:lnTo>
                      <a:pt x="1191" y="8267"/>
                    </a:lnTo>
                    <a:lnTo>
                      <a:pt x="1304" y="8896"/>
                    </a:lnTo>
                    <a:lnTo>
                      <a:pt x="1304" y="8896"/>
                    </a:lnTo>
                    <a:lnTo>
                      <a:pt x="1461" y="9570"/>
                    </a:lnTo>
                    <a:lnTo>
                      <a:pt x="1641" y="10222"/>
                    </a:lnTo>
                    <a:lnTo>
                      <a:pt x="1865" y="10873"/>
                    </a:lnTo>
                    <a:lnTo>
                      <a:pt x="2112" y="11502"/>
                    </a:lnTo>
                    <a:lnTo>
                      <a:pt x="2404" y="12109"/>
                    </a:lnTo>
                    <a:lnTo>
                      <a:pt x="2697" y="12715"/>
                    </a:lnTo>
                    <a:lnTo>
                      <a:pt x="3033" y="13277"/>
                    </a:lnTo>
                    <a:lnTo>
                      <a:pt x="3393" y="13839"/>
                    </a:lnTo>
                    <a:lnTo>
                      <a:pt x="3775" y="14378"/>
                    </a:lnTo>
                    <a:lnTo>
                      <a:pt x="4202" y="14894"/>
                    </a:lnTo>
                    <a:lnTo>
                      <a:pt x="4628" y="15389"/>
                    </a:lnTo>
                    <a:lnTo>
                      <a:pt x="5078" y="15860"/>
                    </a:lnTo>
                    <a:lnTo>
                      <a:pt x="5550" y="16310"/>
                    </a:lnTo>
                    <a:lnTo>
                      <a:pt x="6066" y="16737"/>
                    </a:lnTo>
                    <a:lnTo>
                      <a:pt x="6583" y="17141"/>
                    </a:lnTo>
                    <a:lnTo>
                      <a:pt x="7100" y="17523"/>
                    </a:lnTo>
                    <a:lnTo>
                      <a:pt x="7100" y="17523"/>
                    </a:lnTo>
                    <a:lnTo>
                      <a:pt x="6291" y="17455"/>
                    </a:lnTo>
                    <a:lnTo>
                      <a:pt x="5460" y="17388"/>
                    </a:lnTo>
                    <a:lnTo>
                      <a:pt x="4628" y="17298"/>
                    </a:lnTo>
                    <a:lnTo>
                      <a:pt x="3820" y="17186"/>
                    </a:lnTo>
                    <a:lnTo>
                      <a:pt x="3011" y="17051"/>
                    </a:lnTo>
                    <a:lnTo>
                      <a:pt x="2202" y="16894"/>
                    </a:lnTo>
                    <a:lnTo>
                      <a:pt x="1394" y="16714"/>
                    </a:lnTo>
                    <a:lnTo>
                      <a:pt x="607" y="16489"/>
                    </a:lnTo>
                    <a:lnTo>
                      <a:pt x="607" y="16489"/>
                    </a:lnTo>
                    <a:lnTo>
                      <a:pt x="1596" y="16759"/>
                    </a:lnTo>
                    <a:lnTo>
                      <a:pt x="2629" y="16984"/>
                    </a:lnTo>
                    <a:lnTo>
                      <a:pt x="3662" y="17163"/>
                    </a:lnTo>
                    <a:lnTo>
                      <a:pt x="4696" y="17298"/>
                    </a:lnTo>
                    <a:lnTo>
                      <a:pt x="5729" y="17410"/>
                    </a:lnTo>
                    <a:lnTo>
                      <a:pt x="6785" y="17500"/>
                    </a:lnTo>
                    <a:lnTo>
                      <a:pt x="7818" y="17568"/>
                    </a:lnTo>
                    <a:lnTo>
                      <a:pt x="8874" y="17613"/>
                    </a:lnTo>
                    <a:lnTo>
                      <a:pt x="8874" y="17613"/>
                    </a:lnTo>
                    <a:lnTo>
                      <a:pt x="9211" y="17613"/>
                    </a:lnTo>
                    <a:lnTo>
                      <a:pt x="9211" y="17613"/>
                    </a:lnTo>
                    <a:lnTo>
                      <a:pt x="12154" y="17703"/>
                    </a:lnTo>
                    <a:lnTo>
                      <a:pt x="13614" y="17770"/>
                    </a:lnTo>
                    <a:lnTo>
                      <a:pt x="15074" y="17882"/>
                    </a:lnTo>
                    <a:lnTo>
                      <a:pt x="15074" y="17882"/>
                    </a:lnTo>
                    <a:lnTo>
                      <a:pt x="14198" y="17253"/>
                    </a:lnTo>
                    <a:lnTo>
                      <a:pt x="13345" y="16624"/>
                    </a:lnTo>
                    <a:lnTo>
                      <a:pt x="12536" y="15995"/>
                    </a:lnTo>
                    <a:lnTo>
                      <a:pt x="11727" y="15321"/>
                    </a:lnTo>
                    <a:lnTo>
                      <a:pt x="11727" y="15321"/>
                    </a:lnTo>
                    <a:lnTo>
                      <a:pt x="10919" y="14602"/>
                    </a:lnTo>
                    <a:lnTo>
                      <a:pt x="10132" y="13839"/>
                    </a:lnTo>
                    <a:lnTo>
                      <a:pt x="9391" y="13097"/>
                    </a:lnTo>
                    <a:lnTo>
                      <a:pt x="8672" y="12311"/>
                    </a:lnTo>
                    <a:lnTo>
                      <a:pt x="7998" y="11525"/>
                    </a:lnTo>
                    <a:lnTo>
                      <a:pt x="7369" y="10716"/>
                    </a:lnTo>
                    <a:lnTo>
                      <a:pt x="6785" y="9862"/>
                    </a:lnTo>
                    <a:lnTo>
                      <a:pt x="6223" y="9009"/>
                    </a:lnTo>
                    <a:lnTo>
                      <a:pt x="5707" y="8133"/>
                    </a:lnTo>
                    <a:lnTo>
                      <a:pt x="5257" y="7234"/>
                    </a:lnTo>
                    <a:lnTo>
                      <a:pt x="4831" y="6313"/>
                    </a:lnTo>
                    <a:lnTo>
                      <a:pt x="4471" y="5369"/>
                    </a:lnTo>
                    <a:lnTo>
                      <a:pt x="4292" y="4875"/>
                    </a:lnTo>
                    <a:lnTo>
                      <a:pt x="4134" y="4403"/>
                    </a:lnTo>
                    <a:lnTo>
                      <a:pt x="3999" y="3887"/>
                    </a:lnTo>
                    <a:lnTo>
                      <a:pt x="3865" y="3393"/>
                    </a:lnTo>
                    <a:lnTo>
                      <a:pt x="3752" y="2876"/>
                    </a:lnTo>
                    <a:lnTo>
                      <a:pt x="3640" y="2359"/>
                    </a:lnTo>
                    <a:lnTo>
                      <a:pt x="3550" y="1842"/>
                    </a:lnTo>
                    <a:lnTo>
                      <a:pt x="3483" y="1303"/>
                    </a:lnTo>
                    <a:lnTo>
                      <a:pt x="3483" y="1303"/>
                    </a:lnTo>
                    <a:lnTo>
                      <a:pt x="3191" y="1371"/>
                    </a:lnTo>
                    <a:lnTo>
                      <a:pt x="3191" y="1371"/>
                    </a:lnTo>
                    <a:lnTo>
                      <a:pt x="2741" y="1461"/>
                    </a:lnTo>
                    <a:lnTo>
                      <a:pt x="2315" y="1573"/>
                    </a:lnTo>
                    <a:lnTo>
                      <a:pt x="2315" y="1573"/>
                    </a:lnTo>
                    <a:lnTo>
                      <a:pt x="2697" y="787"/>
                    </a:lnTo>
                    <a:lnTo>
                      <a:pt x="310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3" name="Google Shape;7133;p33"/>
              <p:cNvSpPr/>
              <p:nvPr/>
            </p:nvSpPr>
            <p:spPr>
              <a:xfrm>
                <a:off x="11550875" y="3742100"/>
                <a:ext cx="29225" cy="483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1933" extrusionOk="0">
                    <a:moveTo>
                      <a:pt x="989" y="1"/>
                    </a:moveTo>
                    <a:lnTo>
                      <a:pt x="787" y="360"/>
                    </a:lnTo>
                    <a:lnTo>
                      <a:pt x="383" y="1147"/>
                    </a:lnTo>
                    <a:lnTo>
                      <a:pt x="1" y="1933"/>
                    </a:lnTo>
                    <a:lnTo>
                      <a:pt x="1" y="1933"/>
                    </a:lnTo>
                    <a:lnTo>
                      <a:pt x="427" y="1821"/>
                    </a:lnTo>
                    <a:lnTo>
                      <a:pt x="877" y="1731"/>
                    </a:lnTo>
                    <a:lnTo>
                      <a:pt x="1169" y="1663"/>
                    </a:lnTo>
                    <a:lnTo>
                      <a:pt x="1056" y="832"/>
                    </a:lnTo>
                    <a:lnTo>
                      <a:pt x="989" y="1"/>
                    </a:lnTo>
                    <a:close/>
                  </a:path>
                </a:pathLst>
              </a:custGeom>
              <a:solidFill>
                <a:srgbClr val="424242">
                  <a:alpha val="162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4" name="Google Shape;7134;p33"/>
              <p:cNvSpPr/>
              <p:nvPr/>
            </p:nvSpPr>
            <p:spPr>
              <a:xfrm>
                <a:off x="11506500" y="4162750"/>
                <a:ext cx="1725" cy="600"/>
              </a:xfrm>
              <a:custGeom>
                <a:avLst/>
                <a:gdLst/>
                <a:ahLst/>
                <a:cxnLst/>
                <a:rect l="l" t="t" r="r" b="b"/>
                <a:pathLst>
                  <a:path w="69" h="24" extrusionOk="0">
                    <a:moveTo>
                      <a:pt x="46" y="23"/>
                    </a:moveTo>
                    <a:lnTo>
                      <a:pt x="46" y="23"/>
                    </a:lnTo>
                    <a:lnTo>
                      <a:pt x="68" y="23"/>
                    </a:lnTo>
                    <a:lnTo>
                      <a:pt x="68" y="23"/>
                    </a:lnTo>
                    <a:lnTo>
                      <a:pt x="46" y="23"/>
                    </a:lnTo>
                    <a:close/>
                    <a:moveTo>
                      <a:pt x="1" y="1"/>
                    </a:moveTo>
                    <a:lnTo>
                      <a:pt x="1" y="1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CD4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5" name="Google Shape;7135;p33"/>
              <p:cNvSpPr/>
              <p:nvPr/>
            </p:nvSpPr>
            <p:spPr>
              <a:xfrm>
                <a:off x="11507625" y="4163325"/>
                <a:ext cx="6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6" name="Google Shape;7136;p33"/>
              <p:cNvSpPr/>
              <p:nvPr/>
            </p:nvSpPr>
            <p:spPr>
              <a:xfrm>
                <a:off x="11506500" y="4162750"/>
                <a:ext cx="600" cy="60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7" name="Google Shape;7137;p33"/>
              <p:cNvSpPr/>
              <p:nvPr/>
            </p:nvSpPr>
            <p:spPr>
              <a:xfrm>
                <a:off x="11505950" y="4162750"/>
                <a:ext cx="5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E4C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8" name="Google Shape;7138;p33"/>
              <p:cNvSpPr/>
              <p:nvPr/>
            </p:nvSpPr>
            <p:spPr>
              <a:xfrm>
                <a:off x="11505950" y="4162750"/>
                <a:ext cx="5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9" name="Google Shape;7139;p33"/>
              <p:cNvSpPr/>
              <p:nvPr/>
            </p:nvSpPr>
            <p:spPr>
              <a:xfrm>
                <a:off x="11507075" y="4163325"/>
                <a:ext cx="5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E4C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0" name="Google Shape;7140;p33"/>
              <p:cNvSpPr/>
              <p:nvPr/>
            </p:nvSpPr>
            <p:spPr>
              <a:xfrm>
                <a:off x="11507075" y="4163325"/>
                <a:ext cx="5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1" name="Google Shape;7141;p33"/>
              <p:cNvSpPr/>
              <p:nvPr/>
            </p:nvSpPr>
            <p:spPr>
              <a:xfrm>
                <a:off x="11508200" y="41633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E4C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2" name="Google Shape;7142;p33"/>
              <p:cNvSpPr/>
              <p:nvPr/>
            </p:nvSpPr>
            <p:spPr>
              <a:xfrm>
                <a:off x="11508200" y="41633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3" name="Google Shape;7143;p33"/>
              <p:cNvSpPr/>
              <p:nvPr/>
            </p:nvSpPr>
            <p:spPr>
              <a:xfrm>
                <a:off x="11492475" y="3851075"/>
                <a:ext cx="178050" cy="338100"/>
              </a:xfrm>
              <a:custGeom>
                <a:avLst/>
                <a:gdLst/>
                <a:ahLst/>
                <a:cxnLst/>
                <a:rect l="l" t="t" r="r" b="b"/>
                <a:pathLst>
                  <a:path w="7122" h="13524" extrusionOk="0">
                    <a:moveTo>
                      <a:pt x="1281" y="0"/>
                    </a:moveTo>
                    <a:lnTo>
                      <a:pt x="1034" y="652"/>
                    </a:lnTo>
                    <a:lnTo>
                      <a:pt x="809" y="1303"/>
                    </a:lnTo>
                    <a:lnTo>
                      <a:pt x="607" y="1977"/>
                    </a:lnTo>
                    <a:lnTo>
                      <a:pt x="427" y="2628"/>
                    </a:lnTo>
                    <a:lnTo>
                      <a:pt x="292" y="3325"/>
                    </a:lnTo>
                    <a:lnTo>
                      <a:pt x="180" y="3999"/>
                    </a:lnTo>
                    <a:lnTo>
                      <a:pt x="90" y="4695"/>
                    </a:lnTo>
                    <a:lnTo>
                      <a:pt x="23" y="5392"/>
                    </a:lnTo>
                    <a:lnTo>
                      <a:pt x="0" y="6043"/>
                    </a:lnTo>
                    <a:lnTo>
                      <a:pt x="0" y="6695"/>
                    </a:lnTo>
                    <a:lnTo>
                      <a:pt x="0" y="7413"/>
                    </a:lnTo>
                    <a:lnTo>
                      <a:pt x="23" y="8132"/>
                    </a:lnTo>
                    <a:lnTo>
                      <a:pt x="90" y="8874"/>
                    </a:lnTo>
                    <a:lnTo>
                      <a:pt x="135" y="9592"/>
                    </a:lnTo>
                    <a:lnTo>
                      <a:pt x="225" y="10311"/>
                    </a:lnTo>
                    <a:lnTo>
                      <a:pt x="315" y="11030"/>
                    </a:lnTo>
                    <a:lnTo>
                      <a:pt x="539" y="12468"/>
                    </a:lnTo>
                    <a:lnTo>
                      <a:pt x="562" y="12468"/>
                    </a:lnTo>
                    <a:lnTo>
                      <a:pt x="584" y="12490"/>
                    </a:lnTo>
                    <a:lnTo>
                      <a:pt x="629" y="12490"/>
                    </a:lnTo>
                    <a:lnTo>
                      <a:pt x="1416" y="12715"/>
                    </a:lnTo>
                    <a:lnTo>
                      <a:pt x="2224" y="12895"/>
                    </a:lnTo>
                    <a:lnTo>
                      <a:pt x="3033" y="13052"/>
                    </a:lnTo>
                    <a:lnTo>
                      <a:pt x="3842" y="13187"/>
                    </a:lnTo>
                    <a:lnTo>
                      <a:pt x="4650" y="13299"/>
                    </a:lnTo>
                    <a:lnTo>
                      <a:pt x="5482" y="13389"/>
                    </a:lnTo>
                    <a:lnTo>
                      <a:pt x="6313" y="13456"/>
                    </a:lnTo>
                    <a:lnTo>
                      <a:pt x="7122" y="13524"/>
                    </a:lnTo>
                    <a:lnTo>
                      <a:pt x="6605" y="13142"/>
                    </a:lnTo>
                    <a:lnTo>
                      <a:pt x="6088" y="12738"/>
                    </a:lnTo>
                    <a:lnTo>
                      <a:pt x="5572" y="12311"/>
                    </a:lnTo>
                    <a:lnTo>
                      <a:pt x="5100" y="11861"/>
                    </a:lnTo>
                    <a:lnTo>
                      <a:pt x="4650" y="11390"/>
                    </a:lnTo>
                    <a:lnTo>
                      <a:pt x="4224" y="10895"/>
                    </a:lnTo>
                    <a:lnTo>
                      <a:pt x="3797" y="10379"/>
                    </a:lnTo>
                    <a:lnTo>
                      <a:pt x="3415" y="9840"/>
                    </a:lnTo>
                    <a:lnTo>
                      <a:pt x="3055" y="9278"/>
                    </a:lnTo>
                    <a:lnTo>
                      <a:pt x="2719" y="8716"/>
                    </a:lnTo>
                    <a:lnTo>
                      <a:pt x="2426" y="8110"/>
                    </a:lnTo>
                    <a:lnTo>
                      <a:pt x="2134" y="7503"/>
                    </a:lnTo>
                    <a:lnTo>
                      <a:pt x="1887" y="6874"/>
                    </a:lnTo>
                    <a:lnTo>
                      <a:pt x="1663" y="6223"/>
                    </a:lnTo>
                    <a:lnTo>
                      <a:pt x="1483" y="5571"/>
                    </a:lnTo>
                    <a:lnTo>
                      <a:pt x="1326" y="4897"/>
                    </a:lnTo>
                    <a:lnTo>
                      <a:pt x="1213" y="4268"/>
                    </a:lnTo>
                    <a:lnTo>
                      <a:pt x="1146" y="3662"/>
                    </a:lnTo>
                    <a:lnTo>
                      <a:pt x="1101" y="3033"/>
                    </a:lnTo>
                    <a:lnTo>
                      <a:pt x="1079" y="2426"/>
                    </a:lnTo>
                    <a:lnTo>
                      <a:pt x="1079" y="1820"/>
                    </a:lnTo>
                    <a:lnTo>
                      <a:pt x="1124" y="1213"/>
                    </a:lnTo>
                    <a:lnTo>
                      <a:pt x="1191" y="607"/>
                    </a:lnTo>
                    <a:lnTo>
                      <a:pt x="1281" y="0"/>
                    </a:lnTo>
                    <a:close/>
                  </a:path>
                </a:pathLst>
              </a:custGeom>
              <a:solidFill>
                <a:srgbClr val="424242">
                  <a:alpha val="162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4" name="Google Shape;7144;p33"/>
              <p:cNvSpPr/>
              <p:nvPr/>
            </p:nvSpPr>
            <p:spPr>
              <a:xfrm>
                <a:off x="11492475" y="3851075"/>
                <a:ext cx="178050" cy="338100"/>
              </a:xfrm>
              <a:custGeom>
                <a:avLst/>
                <a:gdLst/>
                <a:ahLst/>
                <a:cxnLst/>
                <a:rect l="l" t="t" r="r" b="b"/>
                <a:pathLst>
                  <a:path w="7122" h="13524" fill="none" extrusionOk="0">
                    <a:moveTo>
                      <a:pt x="1281" y="0"/>
                    </a:moveTo>
                    <a:lnTo>
                      <a:pt x="1281" y="0"/>
                    </a:lnTo>
                    <a:lnTo>
                      <a:pt x="1034" y="652"/>
                    </a:lnTo>
                    <a:lnTo>
                      <a:pt x="809" y="1303"/>
                    </a:lnTo>
                    <a:lnTo>
                      <a:pt x="607" y="1977"/>
                    </a:lnTo>
                    <a:lnTo>
                      <a:pt x="427" y="2628"/>
                    </a:lnTo>
                    <a:lnTo>
                      <a:pt x="292" y="3325"/>
                    </a:lnTo>
                    <a:lnTo>
                      <a:pt x="180" y="3999"/>
                    </a:lnTo>
                    <a:lnTo>
                      <a:pt x="90" y="4695"/>
                    </a:lnTo>
                    <a:lnTo>
                      <a:pt x="23" y="5392"/>
                    </a:lnTo>
                    <a:lnTo>
                      <a:pt x="23" y="5392"/>
                    </a:lnTo>
                    <a:lnTo>
                      <a:pt x="23" y="5392"/>
                    </a:lnTo>
                    <a:lnTo>
                      <a:pt x="0" y="6043"/>
                    </a:lnTo>
                    <a:lnTo>
                      <a:pt x="0" y="6695"/>
                    </a:lnTo>
                    <a:lnTo>
                      <a:pt x="0" y="6695"/>
                    </a:lnTo>
                    <a:lnTo>
                      <a:pt x="0" y="7413"/>
                    </a:lnTo>
                    <a:lnTo>
                      <a:pt x="23" y="8132"/>
                    </a:lnTo>
                    <a:lnTo>
                      <a:pt x="90" y="8874"/>
                    </a:lnTo>
                    <a:lnTo>
                      <a:pt x="135" y="9592"/>
                    </a:lnTo>
                    <a:lnTo>
                      <a:pt x="225" y="10311"/>
                    </a:lnTo>
                    <a:lnTo>
                      <a:pt x="315" y="11030"/>
                    </a:lnTo>
                    <a:lnTo>
                      <a:pt x="539" y="12468"/>
                    </a:lnTo>
                    <a:lnTo>
                      <a:pt x="539" y="12468"/>
                    </a:lnTo>
                    <a:lnTo>
                      <a:pt x="539" y="12468"/>
                    </a:lnTo>
                    <a:lnTo>
                      <a:pt x="562" y="12468"/>
                    </a:lnTo>
                    <a:lnTo>
                      <a:pt x="562" y="12468"/>
                    </a:lnTo>
                    <a:lnTo>
                      <a:pt x="584" y="12490"/>
                    </a:lnTo>
                    <a:lnTo>
                      <a:pt x="584" y="12490"/>
                    </a:lnTo>
                    <a:lnTo>
                      <a:pt x="607" y="12490"/>
                    </a:lnTo>
                    <a:lnTo>
                      <a:pt x="607" y="12490"/>
                    </a:lnTo>
                    <a:lnTo>
                      <a:pt x="629" y="12490"/>
                    </a:lnTo>
                    <a:lnTo>
                      <a:pt x="629" y="12490"/>
                    </a:lnTo>
                    <a:lnTo>
                      <a:pt x="629" y="12490"/>
                    </a:lnTo>
                    <a:lnTo>
                      <a:pt x="629" y="12490"/>
                    </a:lnTo>
                    <a:lnTo>
                      <a:pt x="1416" y="12715"/>
                    </a:lnTo>
                    <a:lnTo>
                      <a:pt x="2224" y="12895"/>
                    </a:lnTo>
                    <a:lnTo>
                      <a:pt x="3033" y="13052"/>
                    </a:lnTo>
                    <a:lnTo>
                      <a:pt x="3842" y="13187"/>
                    </a:lnTo>
                    <a:lnTo>
                      <a:pt x="4650" y="13299"/>
                    </a:lnTo>
                    <a:lnTo>
                      <a:pt x="5482" y="13389"/>
                    </a:lnTo>
                    <a:lnTo>
                      <a:pt x="6313" y="13456"/>
                    </a:lnTo>
                    <a:lnTo>
                      <a:pt x="7122" y="13524"/>
                    </a:lnTo>
                    <a:lnTo>
                      <a:pt x="7122" y="13524"/>
                    </a:lnTo>
                    <a:lnTo>
                      <a:pt x="6605" y="13142"/>
                    </a:lnTo>
                    <a:lnTo>
                      <a:pt x="6088" y="12738"/>
                    </a:lnTo>
                    <a:lnTo>
                      <a:pt x="5572" y="12311"/>
                    </a:lnTo>
                    <a:lnTo>
                      <a:pt x="5100" y="11861"/>
                    </a:lnTo>
                    <a:lnTo>
                      <a:pt x="4650" y="11390"/>
                    </a:lnTo>
                    <a:lnTo>
                      <a:pt x="4224" y="10895"/>
                    </a:lnTo>
                    <a:lnTo>
                      <a:pt x="3797" y="10379"/>
                    </a:lnTo>
                    <a:lnTo>
                      <a:pt x="3415" y="9840"/>
                    </a:lnTo>
                    <a:lnTo>
                      <a:pt x="3055" y="9278"/>
                    </a:lnTo>
                    <a:lnTo>
                      <a:pt x="2719" y="8716"/>
                    </a:lnTo>
                    <a:lnTo>
                      <a:pt x="2426" y="8110"/>
                    </a:lnTo>
                    <a:lnTo>
                      <a:pt x="2134" y="7503"/>
                    </a:lnTo>
                    <a:lnTo>
                      <a:pt x="1887" y="6874"/>
                    </a:lnTo>
                    <a:lnTo>
                      <a:pt x="1663" y="6223"/>
                    </a:lnTo>
                    <a:lnTo>
                      <a:pt x="1483" y="5571"/>
                    </a:lnTo>
                    <a:lnTo>
                      <a:pt x="1326" y="4897"/>
                    </a:lnTo>
                    <a:lnTo>
                      <a:pt x="1326" y="4897"/>
                    </a:lnTo>
                    <a:lnTo>
                      <a:pt x="1213" y="4268"/>
                    </a:lnTo>
                    <a:lnTo>
                      <a:pt x="1146" y="3662"/>
                    </a:lnTo>
                    <a:lnTo>
                      <a:pt x="1101" y="3033"/>
                    </a:lnTo>
                    <a:lnTo>
                      <a:pt x="1079" y="2426"/>
                    </a:lnTo>
                    <a:lnTo>
                      <a:pt x="1079" y="1820"/>
                    </a:lnTo>
                    <a:lnTo>
                      <a:pt x="1124" y="1213"/>
                    </a:lnTo>
                    <a:lnTo>
                      <a:pt x="1191" y="607"/>
                    </a:lnTo>
                    <a:lnTo>
                      <a:pt x="128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145" name="Google Shape;7145;p33"/>
          <p:cNvGrpSpPr/>
          <p:nvPr/>
        </p:nvGrpSpPr>
        <p:grpSpPr>
          <a:xfrm>
            <a:off x="233406" y="3877928"/>
            <a:ext cx="1445336" cy="1115411"/>
            <a:chOff x="12761825" y="3127225"/>
            <a:chExt cx="2554500" cy="1971388"/>
          </a:xfrm>
        </p:grpSpPr>
        <p:sp>
          <p:nvSpPr>
            <p:cNvPr id="7146" name="Google Shape;7146;p33"/>
            <p:cNvSpPr/>
            <p:nvPr/>
          </p:nvSpPr>
          <p:spPr>
            <a:xfrm>
              <a:off x="12761825" y="4921613"/>
              <a:ext cx="2554500" cy="1770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33"/>
            <p:cNvSpPr/>
            <p:nvPr/>
          </p:nvSpPr>
          <p:spPr>
            <a:xfrm>
              <a:off x="13559425" y="3153675"/>
              <a:ext cx="384100" cy="241500"/>
            </a:xfrm>
            <a:custGeom>
              <a:avLst/>
              <a:gdLst/>
              <a:ahLst/>
              <a:cxnLst/>
              <a:rect l="l" t="t" r="r" b="b"/>
              <a:pathLst>
                <a:path w="15364" h="9660" extrusionOk="0">
                  <a:moveTo>
                    <a:pt x="3544" y="1"/>
                  </a:moveTo>
                  <a:lnTo>
                    <a:pt x="2701" y="23"/>
                  </a:lnTo>
                  <a:lnTo>
                    <a:pt x="1837" y="87"/>
                  </a:lnTo>
                  <a:lnTo>
                    <a:pt x="929" y="174"/>
                  </a:lnTo>
                  <a:lnTo>
                    <a:pt x="0" y="325"/>
                  </a:lnTo>
                  <a:lnTo>
                    <a:pt x="454" y="2940"/>
                  </a:lnTo>
                  <a:lnTo>
                    <a:pt x="1275" y="2832"/>
                  </a:lnTo>
                  <a:lnTo>
                    <a:pt x="2075" y="2745"/>
                  </a:lnTo>
                  <a:lnTo>
                    <a:pt x="2831" y="2680"/>
                  </a:lnTo>
                  <a:lnTo>
                    <a:pt x="3544" y="2659"/>
                  </a:lnTo>
                  <a:lnTo>
                    <a:pt x="4322" y="2680"/>
                  </a:lnTo>
                  <a:lnTo>
                    <a:pt x="5056" y="2745"/>
                  </a:lnTo>
                  <a:lnTo>
                    <a:pt x="5726" y="2853"/>
                  </a:lnTo>
                  <a:lnTo>
                    <a:pt x="6374" y="2983"/>
                  </a:lnTo>
                  <a:lnTo>
                    <a:pt x="6893" y="3112"/>
                  </a:lnTo>
                  <a:lnTo>
                    <a:pt x="7390" y="3285"/>
                  </a:lnTo>
                  <a:lnTo>
                    <a:pt x="7844" y="3458"/>
                  </a:lnTo>
                  <a:lnTo>
                    <a:pt x="8276" y="3653"/>
                  </a:lnTo>
                  <a:lnTo>
                    <a:pt x="8622" y="3847"/>
                  </a:lnTo>
                  <a:lnTo>
                    <a:pt x="8967" y="4042"/>
                  </a:lnTo>
                  <a:lnTo>
                    <a:pt x="9270" y="4258"/>
                  </a:lnTo>
                  <a:lnTo>
                    <a:pt x="9572" y="4474"/>
                  </a:lnTo>
                  <a:lnTo>
                    <a:pt x="9853" y="4690"/>
                  </a:lnTo>
                  <a:lnTo>
                    <a:pt x="10113" y="4928"/>
                  </a:lnTo>
                  <a:lnTo>
                    <a:pt x="10372" y="5165"/>
                  </a:lnTo>
                  <a:lnTo>
                    <a:pt x="10588" y="5403"/>
                  </a:lnTo>
                  <a:lnTo>
                    <a:pt x="10912" y="5770"/>
                  </a:lnTo>
                  <a:lnTo>
                    <a:pt x="11193" y="6138"/>
                  </a:lnTo>
                  <a:lnTo>
                    <a:pt x="11452" y="6526"/>
                  </a:lnTo>
                  <a:lnTo>
                    <a:pt x="11690" y="6894"/>
                  </a:lnTo>
                  <a:lnTo>
                    <a:pt x="11971" y="7456"/>
                  </a:lnTo>
                  <a:lnTo>
                    <a:pt x="12208" y="7974"/>
                  </a:lnTo>
                  <a:lnTo>
                    <a:pt x="12381" y="8450"/>
                  </a:lnTo>
                  <a:lnTo>
                    <a:pt x="12533" y="8882"/>
                  </a:lnTo>
                  <a:lnTo>
                    <a:pt x="12619" y="9206"/>
                  </a:lnTo>
                  <a:lnTo>
                    <a:pt x="12684" y="9465"/>
                  </a:lnTo>
                  <a:lnTo>
                    <a:pt x="12705" y="9616"/>
                  </a:lnTo>
                  <a:lnTo>
                    <a:pt x="12705" y="9638"/>
                  </a:lnTo>
                  <a:lnTo>
                    <a:pt x="15363" y="9292"/>
                  </a:lnTo>
                  <a:lnTo>
                    <a:pt x="15277" y="8838"/>
                  </a:lnTo>
                  <a:lnTo>
                    <a:pt x="15147" y="8363"/>
                  </a:lnTo>
                  <a:lnTo>
                    <a:pt x="14974" y="7780"/>
                  </a:lnTo>
                  <a:lnTo>
                    <a:pt x="14801" y="7261"/>
                  </a:lnTo>
                  <a:lnTo>
                    <a:pt x="14564" y="6699"/>
                  </a:lnTo>
                  <a:lnTo>
                    <a:pt x="14283" y="6116"/>
                  </a:lnTo>
                  <a:lnTo>
                    <a:pt x="13937" y="5489"/>
                  </a:lnTo>
                  <a:lnTo>
                    <a:pt x="13656" y="4992"/>
                  </a:lnTo>
                  <a:lnTo>
                    <a:pt x="13310" y="4517"/>
                  </a:lnTo>
                  <a:lnTo>
                    <a:pt x="12943" y="4020"/>
                  </a:lnTo>
                  <a:lnTo>
                    <a:pt x="12511" y="3545"/>
                  </a:lnTo>
                  <a:lnTo>
                    <a:pt x="12165" y="3199"/>
                  </a:lnTo>
                  <a:lnTo>
                    <a:pt x="11798" y="2853"/>
                  </a:lnTo>
                  <a:lnTo>
                    <a:pt x="11387" y="2507"/>
                  </a:lnTo>
                  <a:lnTo>
                    <a:pt x="10977" y="2183"/>
                  </a:lnTo>
                  <a:lnTo>
                    <a:pt x="10523" y="1859"/>
                  </a:lnTo>
                  <a:lnTo>
                    <a:pt x="10026" y="1578"/>
                  </a:lnTo>
                  <a:lnTo>
                    <a:pt x="9508" y="1297"/>
                  </a:lnTo>
                  <a:lnTo>
                    <a:pt x="8967" y="1038"/>
                  </a:lnTo>
                  <a:lnTo>
                    <a:pt x="8406" y="822"/>
                  </a:lnTo>
                  <a:lnTo>
                    <a:pt x="7801" y="606"/>
                  </a:lnTo>
                  <a:lnTo>
                    <a:pt x="7152" y="433"/>
                  </a:lnTo>
                  <a:lnTo>
                    <a:pt x="6504" y="282"/>
                  </a:lnTo>
                  <a:lnTo>
                    <a:pt x="5813" y="152"/>
                  </a:lnTo>
                  <a:lnTo>
                    <a:pt x="5078" y="66"/>
                  </a:lnTo>
                  <a:lnTo>
                    <a:pt x="4322" y="23"/>
                  </a:lnTo>
                  <a:lnTo>
                    <a:pt x="3544" y="1"/>
                  </a:lnTo>
                  <a:close/>
                  <a:moveTo>
                    <a:pt x="13894" y="9487"/>
                  </a:moveTo>
                  <a:lnTo>
                    <a:pt x="12705" y="9638"/>
                  </a:lnTo>
                  <a:lnTo>
                    <a:pt x="12705" y="9660"/>
                  </a:lnTo>
                  <a:lnTo>
                    <a:pt x="13894" y="948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33"/>
            <p:cNvSpPr/>
            <p:nvPr/>
          </p:nvSpPr>
          <p:spPr>
            <a:xfrm>
              <a:off x="12808025" y="4457700"/>
              <a:ext cx="221500" cy="227450"/>
            </a:xfrm>
            <a:custGeom>
              <a:avLst/>
              <a:gdLst/>
              <a:ahLst/>
              <a:cxnLst/>
              <a:rect l="l" t="t" r="r" b="b"/>
              <a:pathLst>
                <a:path w="8860" h="9098" extrusionOk="0">
                  <a:moveTo>
                    <a:pt x="4775" y="1"/>
                  </a:moveTo>
                  <a:lnTo>
                    <a:pt x="4343" y="130"/>
                  </a:lnTo>
                  <a:lnTo>
                    <a:pt x="3868" y="260"/>
                  </a:lnTo>
                  <a:lnTo>
                    <a:pt x="3306" y="476"/>
                  </a:lnTo>
                  <a:lnTo>
                    <a:pt x="2658" y="735"/>
                  </a:lnTo>
                  <a:lnTo>
                    <a:pt x="2334" y="908"/>
                  </a:lnTo>
                  <a:lnTo>
                    <a:pt x="1988" y="1081"/>
                  </a:lnTo>
                  <a:lnTo>
                    <a:pt x="1664" y="1254"/>
                  </a:lnTo>
                  <a:lnTo>
                    <a:pt x="1361" y="1470"/>
                  </a:lnTo>
                  <a:lnTo>
                    <a:pt x="1059" y="1686"/>
                  </a:lnTo>
                  <a:lnTo>
                    <a:pt x="800" y="1924"/>
                  </a:lnTo>
                  <a:lnTo>
                    <a:pt x="562" y="2161"/>
                  </a:lnTo>
                  <a:lnTo>
                    <a:pt x="346" y="2421"/>
                  </a:lnTo>
                  <a:lnTo>
                    <a:pt x="195" y="2702"/>
                  </a:lnTo>
                  <a:lnTo>
                    <a:pt x="130" y="2853"/>
                  </a:lnTo>
                  <a:lnTo>
                    <a:pt x="65" y="3004"/>
                  </a:lnTo>
                  <a:lnTo>
                    <a:pt x="22" y="3155"/>
                  </a:lnTo>
                  <a:lnTo>
                    <a:pt x="0" y="3328"/>
                  </a:lnTo>
                  <a:lnTo>
                    <a:pt x="0" y="3479"/>
                  </a:lnTo>
                  <a:lnTo>
                    <a:pt x="0" y="3652"/>
                  </a:lnTo>
                  <a:lnTo>
                    <a:pt x="22" y="3825"/>
                  </a:lnTo>
                  <a:lnTo>
                    <a:pt x="43" y="3998"/>
                  </a:lnTo>
                  <a:lnTo>
                    <a:pt x="108" y="4171"/>
                  </a:lnTo>
                  <a:lnTo>
                    <a:pt x="173" y="4365"/>
                  </a:lnTo>
                  <a:lnTo>
                    <a:pt x="259" y="4538"/>
                  </a:lnTo>
                  <a:lnTo>
                    <a:pt x="368" y="4733"/>
                  </a:lnTo>
                  <a:lnTo>
                    <a:pt x="497" y="4927"/>
                  </a:lnTo>
                  <a:lnTo>
                    <a:pt x="648" y="5122"/>
                  </a:lnTo>
                  <a:lnTo>
                    <a:pt x="821" y="5338"/>
                  </a:lnTo>
                  <a:lnTo>
                    <a:pt x="1016" y="5532"/>
                  </a:lnTo>
                  <a:lnTo>
                    <a:pt x="1232" y="5748"/>
                  </a:lnTo>
                  <a:lnTo>
                    <a:pt x="1470" y="5964"/>
                  </a:lnTo>
                  <a:lnTo>
                    <a:pt x="2010" y="6396"/>
                  </a:lnTo>
                  <a:lnTo>
                    <a:pt x="2658" y="6872"/>
                  </a:lnTo>
                  <a:lnTo>
                    <a:pt x="3436" y="7347"/>
                  </a:lnTo>
                  <a:lnTo>
                    <a:pt x="4300" y="7823"/>
                  </a:lnTo>
                  <a:lnTo>
                    <a:pt x="5186" y="8276"/>
                  </a:lnTo>
                  <a:lnTo>
                    <a:pt x="5942" y="8622"/>
                  </a:lnTo>
                  <a:lnTo>
                    <a:pt x="6288" y="8752"/>
                  </a:lnTo>
                  <a:lnTo>
                    <a:pt x="6612" y="8860"/>
                  </a:lnTo>
                  <a:lnTo>
                    <a:pt x="6915" y="8968"/>
                  </a:lnTo>
                  <a:lnTo>
                    <a:pt x="7174" y="9033"/>
                  </a:lnTo>
                  <a:lnTo>
                    <a:pt x="7433" y="9076"/>
                  </a:lnTo>
                  <a:lnTo>
                    <a:pt x="7649" y="9097"/>
                  </a:lnTo>
                  <a:lnTo>
                    <a:pt x="8038" y="9097"/>
                  </a:lnTo>
                  <a:lnTo>
                    <a:pt x="8211" y="9054"/>
                  </a:lnTo>
                  <a:lnTo>
                    <a:pt x="8341" y="9011"/>
                  </a:lnTo>
                  <a:lnTo>
                    <a:pt x="8470" y="8946"/>
                  </a:lnTo>
                  <a:lnTo>
                    <a:pt x="8578" y="8860"/>
                  </a:lnTo>
                  <a:lnTo>
                    <a:pt x="8665" y="8752"/>
                  </a:lnTo>
                  <a:lnTo>
                    <a:pt x="8730" y="8644"/>
                  </a:lnTo>
                  <a:lnTo>
                    <a:pt x="8794" y="8514"/>
                  </a:lnTo>
                  <a:lnTo>
                    <a:pt x="8816" y="8384"/>
                  </a:lnTo>
                  <a:lnTo>
                    <a:pt x="8838" y="8233"/>
                  </a:lnTo>
                  <a:lnTo>
                    <a:pt x="8859" y="8060"/>
                  </a:lnTo>
                  <a:lnTo>
                    <a:pt x="8838" y="7693"/>
                  </a:lnTo>
                  <a:lnTo>
                    <a:pt x="8751" y="7304"/>
                  </a:lnTo>
                  <a:lnTo>
                    <a:pt x="8622" y="6872"/>
                  </a:lnTo>
                  <a:lnTo>
                    <a:pt x="8470" y="6396"/>
                  </a:lnTo>
                  <a:lnTo>
                    <a:pt x="8276" y="5921"/>
                  </a:lnTo>
                  <a:lnTo>
                    <a:pt x="8038" y="5424"/>
                  </a:lnTo>
                  <a:lnTo>
                    <a:pt x="7801" y="4906"/>
                  </a:lnTo>
                  <a:lnTo>
                    <a:pt x="7520" y="4409"/>
                  </a:lnTo>
                  <a:lnTo>
                    <a:pt x="7239" y="3890"/>
                  </a:lnTo>
                  <a:lnTo>
                    <a:pt x="6677" y="2896"/>
                  </a:lnTo>
                  <a:lnTo>
                    <a:pt x="6094" y="1967"/>
                  </a:lnTo>
                  <a:lnTo>
                    <a:pt x="5575" y="1189"/>
                  </a:lnTo>
                  <a:lnTo>
                    <a:pt x="5164" y="562"/>
                  </a:lnTo>
                  <a:lnTo>
                    <a:pt x="47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33"/>
            <p:cNvSpPr/>
            <p:nvPr/>
          </p:nvSpPr>
          <p:spPr>
            <a:xfrm>
              <a:off x="12876625" y="3375700"/>
              <a:ext cx="2329850" cy="1362375"/>
            </a:xfrm>
            <a:custGeom>
              <a:avLst/>
              <a:gdLst/>
              <a:ahLst/>
              <a:cxnLst/>
              <a:rect l="l" t="t" r="r" b="b"/>
              <a:pathLst>
                <a:path w="93194" h="54495" extrusionOk="0">
                  <a:moveTo>
                    <a:pt x="40385" y="1"/>
                  </a:moveTo>
                  <a:lnTo>
                    <a:pt x="38915" y="22"/>
                  </a:lnTo>
                  <a:lnTo>
                    <a:pt x="37489" y="109"/>
                  </a:lnTo>
                  <a:lnTo>
                    <a:pt x="36128" y="217"/>
                  </a:lnTo>
                  <a:lnTo>
                    <a:pt x="34832" y="368"/>
                  </a:lnTo>
                  <a:lnTo>
                    <a:pt x="33578" y="584"/>
                  </a:lnTo>
                  <a:lnTo>
                    <a:pt x="32368" y="822"/>
                  </a:lnTo>
                  <a:lnTo>
                    <a:pt x="31202" y="1103"/>
                  </a:lnTo>
                  <a:lnTo>
                    <a:pt x="30100" y="1427"/>
                  </a:lnTo>
                  <a:lnTo>
                    <a:pt x="29041" y="1773"/>
                  </a:lnTo>
                  <a:lnTo>
                    <a:pt x="28047" y="2161"/>
                  </a:lnTo>
                  <a:lnTo>
                    <a:pt x="27075" y="2594"/>
                  </a:lnTo>
                  <a:lnTo>
                    <a:pt x="26167" y="3047"/>
                  </a:lnTo>
                  <a:lnTo>
                    <a:pt x="25281" y="3523"/>
                  </a:lnTo>
                  <a:lnTo>
                    <a:pt x="24460" y="4041"/>
                  </a:lnTo>
                  <a:lnTo>
                    <a:pt x="23682" y="4581"/>
                  </a:lnTo>
                  <a:lnTo>
                    <a:pt x="22926" y="5143"/>
                  </a:lnTo>
                  <a:lnTo>
                    <a:pt x="22213" y="5748"/>
                  </a:lnTo>
                  <a:lnTo>
                    <a:pt x="21565" y="6353"/>
                  </a:lnTo>
                  <a:lnTo>
                    <a:pt x="20916" y="6980"/>
                  </a:lnTo>
                  <a:lnTo>
                    <a:pt x="20333" y="7650"/>
                  </a:lnTo>
                  <a:lnTo>
                    <a:pt x="19771" y="8320"/>
                  </a:lnTo>
                  <a:lnTo>
                    <a:pt x="19253" y="9011"/>
                  </a:lnTo>
                  <a:lnTo>
                    <a:pt x="18777" y="9702"/>
                  </a:lnTo>
                  <a:lnTo>
                    <a:pt x="18324" y="10416"/>
                  </a:lnTo>
                  <a:lnTo>
                    <a:pt x="17891" y="11150"/>
                  </a:lnTo>
                  <a:lnTo>
                    <a:pt x="17502" y="11885"/>
                  </a:lnTo>
                  <a:lnTo>
                    <a:pt x="17135" y="12641"/>
                  </a:lnTo>
                  <a:lnTo>
                    <a:pt x="16811" y="13397"/>
                  </a:lnTo>
                  <a:lnTo>
                    <a:pt x="16508" y="14154"/>
                  </a:lnTo>
                  <a:lnTo>
                    <a:pt x="16228" y="14932"/>
                  </a:lnTo>
                  <a:lnTo>
                    <a:pt x="15968" y="15709"/>
                  </a:lnTo>
                  <a:lnTo>
                    <a:pt x="15731" y="16466"/>
                  </a:lnTo>
                  <a:lnTo>
                    <a:pt x="15536" y="17244"/>
                  </a:lnTo>
                  <a:lnTo>
                    <a:pt x="15342" y="18021"/>
                  </a:lnTo>
                  <a:lnTo>
                    <a:pt x="15190" y="18778"/>
                  </a:lnTo>
                  <a:lnTo>
                    <a:pt x="15039" y="19534"/>
                  </a:lnTo>
                  <a:lnTo>
                    <a:pt x="14931" y="20290"/>
                  </a:lnTo>
                  <a:lnTo>
                    <a:pt x="14823" y="21046"/>
                  </a:lnTo>
                  <a:lnTo>
                    <a:pt x="14737" y="21781"/>
                  </a:lnTo>
                  <a:lnTo>
                    <a:pt x="14650" y="22516"/>
                  </a:lnTo>
                  <a:lnTo>
                    <a:pt x="14607" y="23229"/>
                  </a:lnTo>
                  <a:lnTo>
                    <a:pt x="14564" y="23942"/>
                  </a:lnTo>
                  <a:lnTo>
                    <a:pt x="14521" y="25303"/>
                  </a:lnTo>
                  <a:lnTo>
                    <a:pt x="14521" y="26600"/>
                  </a:lnTo>
                  <a:lnTo>
                    <a:pt x="14542" y="27788"/>
                  </a:lnTo>
                  <a:lnTo>
                    <a:pt x="14607" y="28912"/>
                  </a:lnTo>
                  <a:lnTo>
                    <a:pt x="14693" y="29906"/>
                  </a:lnTo>
                  <a:lnTo>
                    <a:pt x="14780" y="30770"/>
                  </a:lnTo>
                  <a:lnTo>
                    <a:pt x="14866" y="31526"/>
                  </a:lnTo>
                  <a:lnTo>
                    <a:pt x="15039" y="32563"/>
                  </a:lnTo>
                  <a:lnTo>
                    <a:pt x="15104" y="32931"/>
                  </a:lnTo>
                  <a:lnTo>
                    <a:pt x="14910" y="32952"/>
                  </a:lnTo>
                  <a:lnTo>
                    <a:pt x="14391" y="33017"/>
                  </a:lnTo>
                  <a:lnTo>
                    <a:pt x="13570" y="33147"/>
                  </a:lnTo>
                  <a:lnTo>
                    <a:pt x="13073" y="33255"/>
                  </a:lnTo>
                  <a:lnTo>
                    <a:pt x="12511" y="33384"/>
                  </a:lnTo>
                  <a:lnTo>
                    <a:pt x="11906" y="33536"/>
                  </a:lnTo>
                  <a:lnTo>
                    <a:pt x="11279" y="33752"/>
                  </a:lnTo>
                  <a:lnTo>
                    <a:pt x="10588" y="33989"/>
                  </a:lnTo>
                  <a:lnTo>
                    <a:pt x="9897" y="34270"/>
                  </a:lnTo>
                  <a:lnTo>
                    <a:pt x="9184" y="34594"/>
                  </a:lnTo>
                  <a:lnTo>
                    <a:pt x="8449" y="34983"/>
                  </a:lnTo>
                  <a:lnTo>
                    <a:pt x="7693" y="35415"/>
                  </a:lnTo>
                  <a:lnTo>
                    <a:pt x="6958" y="35912"/>
                  </a:lnTo>
                  <a:lnTo>
                    <a:pt x="6591" y="36172"/>
                  </a:lnTo>
                  <a:lnTo>
                    <a:pt x="6202" y="36474"/>
                  </a:lnTo>
                  <a:lnTo>
                    <a:pt x="5856" y="36755"/>
                  </a:lnTo>
                  <a:lnTo>
                    <a:pt x="5489" y="37079"/>
                  </a:lnTo>
                  <a:lnTo>
                    <a:pt x="5121" y="37425"/>
                  </a:lnTo>
                  <a:lnTo>
                    <a:pt x="4776" y="37771"/>
                  </a:lnTo>
                  <a:lnTo>
                    <a:pt x="4430" y="38138"/>
                  </a:lnTo>
                  <a:lnTo>
                    <a:pt x="4084" y="38527"/>
                  </a:lnTo>
                  <a:lnTo>
                    <a:pt x="3760" y="38937"/>
                  </a:lnTo>
                  <a:lnTo>
                    <a:pt x="3436" y="39348"/>
                  </a:lnTo>
                  <a:lnTo>
                    <a:pt x="3112" y="39802"/>
                  </a:lnTo>
                  <a:lnTo>
                    <a:pt x="2809" y="40277"/>
                  </a:lnTo>
                  <a:lnTo>
                    <a:pt x="2528" y="40753"/>
                  </a:lnTo>
                  <a:lnTo>
                    <a:pt x="2248" y="41271"/>
                  </a:lnTo>
                  <a:lnTo>
                    <a:pt x="1967" y="41790"/>
                  </a:lnTo>
                  <a:lnTo>
                    <a:pt x="1729" y="42351"/>
                  </a:lnTo>
                  <a:lnTo>
                    <a:pt x="1491" y="42913"/>
                  </a:lnTo>
                  <a:lnTo>
                    <a:pt x="1254" y="43518"/>
                  </a:lnTo>
                  <a:lnTo>
                    <a:pt x="1038" y="44123"/>
                  </a:lnTo>
                  <a:lnTo>
                    <a:pt x="865" y="44772"/>
                  </a:lnTo>
                  <a:lnTo>
                    <a:pt x="670" y="45441"/>
                  </a:lnTo>
                  <a:lnTo>
                    <a:pt x="519" y="46133"/>
                  </a:lnTo>
                  <a:lnTo>
                    <a:pt x="389" y="46846"/>
                  </a:lnTo>
                  <a:lnTo>
                    <a:pt x="260" y="47581"/>
                  </a:lnTo>
                  <a:lnTo>
                    <a:pt x="173" y="48358"/>
                  </a:lnTo>
                  <a:lnTo>
                    <a:pt x="87" y="49158"/>
                  </a:lnTo>
                  <a:lnTo>
                    <a:pt x="44" y="49979"/>
                  </a:lnTo>
                  <a:lnTo>
                    <a:pt x="0" y="50822"/>
                  </a:lnTo>
                  <a:lnTo>
                    <a:pt x="0" y="51686"/>
                  </a:lnTo>
                  <a:lnTo>
                    <a:pt x="22" y="52593"/>
                  </a:lnTo>
                  <a:lnTo>
                    <a:pt x="65" y="53523"/>
                  </a:lnTo>
                  <a:lnTo>
                    <a:pt x="130" y="54495"/>
                  </a:lnTo>
                  <a:lnTo>
                    <a:pt x="93193" y="54495"/>
                  </a:lnTo>
                  <a:lnTo>
                    <a:pt x="93193" y="54214"/>
                  </a:lnTo>
                  <a:lnTo>
                    <a:pt x="93193" y="53415"/>
                  </a:lnTo>
                  <a:lnTo>
                    <a:pt x="93172" y="52831"/>
                  </a:lnTo>
                  <a:lnTo>
                    <a:pt x="93150" y="52161"/>
                  </a:lnTo>
                  <a:lnTo>
                    <a:pt x="93085" y="51405"/>
                  </a:lnTo>
                  <a:lnTo>
                    <a:pt x="92999" y="50562"/>
                  </a:lnTo>
                  <a:lnTo>
                    <a:pt x="92869" y="49655"/>
                  </a:lnTo>
                  <a:lnTo>
                    <a:pt x="92696" y="48704"/>
                  </a:lnTo>
                  <a:lnTo>
                    <a:pt x="92480" y="47667"/>
                  </a:lnTo>
                  <a:lnTo>
                    <a:pt x="92221" y="46608"/>
                  </a:lnTo>
                  <a:lnTo>
                    <a:pt x="91897" y="45528"/>
                  </a:lnTo>
                  <a:lnTo>
                    <a:pt x="91724" y="44966"/>
                  </a:lnTo>
                  <a:lnTo>
                    <a:pt x="91530" y="44426"/>
                  </a:lnTo>
                  <a:lnTo>
                    <a:pt x="91314" y="43864"/>
                  </a:lnTo>
                  <a:lnTo>
                    <a:pt x="91076" y="43302"/>
                  </a:lnTo>
                  <a:lnTo>
                    <a:pt x="90817" y="42740"/>
                  </a:lnTo>
                  <a:lnTo>
                    <a:pt x="90557" y="42179"/>
                  </a:lnTo>
                  <a:lnTo>
                    <a:pt x="90255" y="41617"/>
                  </a:lnTo>
                  <a:lnTo>
                    <a:pt x="89952" y="41055"/>
                  </a:lnTo>
                  <a:lnTo>
                    <a:pt x="89628" y="40515"/>
                  </a:lnTo>
                  <a:lnTo>
                    <a:pt x="89261" y="39975"/>
                  </a:lnTo>
                  <a:lnTo>
                    <a:pt x="88894" y="39434"/>
                  </a:lnTo>
                  <a:lnTo>
                    <a:pt x="88483" y="38916"/>
                  </a:lnTo>
                  <a:lnTo>
                    <a:pt x="88072" y="38397"/>
                  </a:lnTo>
                  <a:lnTo>
                    <a:pt x="87619" y="37879"/>
                  </a:lnTo>
                  <a:lnTo>
                    <a:pt x="87143" y="37382"/>
                  </a:lnTo>
                  <a:lnTo>
                    <a:pt x="86646" y="36906"/>
                  </a:lnTo>
                  <a:lnTo>
                    <a:pt x="86128" y="36431"/>
                  </a:lnTo>
                  <a:lnTo>
                    <a:pt x="85588" y="35977"/>
                  </a:lnTo>
                  <a:lnTo>
                    <a:pt x="85004" y="35545"/>
                  </a:lnTo>
                  <a:lnTo>
                    <a:pt x="84399" y="35135"/>
                  </a:lnTo>
                  <a:lnTo>
                    <a:pt x="83751" y="34724"/>
                  </a:lnTo>
                  <a:lnTo>
                    <a:pt x="83081" y="34357"/>
                  </a:lnTo>
                  <a:lnTo>
                    <a:pt x="82390" y="34011"/>
                  </a:lnTo>
                  <a:lnTo>
                    <a:pt x="81677" y="33665"/>
                  </a:lnTo>
                  <a:lnTo>
                    <a:pt x="80899" y="33363"/>
                  </a:lnTo>
                  <a:lnTo>
                    <a:pt x="80121" y="33082"/>
                  </a:lnTo>
                  <a:lnTo>
                    <a:pt x="79300" y="32823"/>
                  </a:lnTo>
                  <a:lnTo>
                    <a:pt x="78436" y="32606"/>
                  </a:lnTo>
                  <a:lnTo>
                    <a:pt x="77528" y="32412"/>
                  </a:lnTo>
                  <a:lnTo>
                    <a:pt x="76599" y="32239"/>
                  </a:lnTo>
                  <a:lnTo>
                    <a:pt x="75648" y="32110"/>
                  </a:lnTo>
                  <a:lnTo>
                    <a:pt x="74654" y="32001"/>
                  </a:lnTo>
                  <a:lnTo>
                    <a:pt x="73595" y="31937"/>
                  </a:lnTo>
                  <a:lnTo>
                    <a:pt x="72537" y="31915"/>
                  </a:lnTo>
                  <a:lnTo>
                    <a:pt x="71413" y="31915"/>
                  </a:lnTo>
                  <a:lnTo>
                    <a:pt x="70268" y="31958"/>
                  </a:lnTo>
                  <a:lnTo>
                    <a:pt x="69058" y="32045"/>
                  </a:lnTo>
                  <a:lnTo>
                    <a:pt x="67826" y="32153"/>
                  </a:lnTo>
                  <a:lnTo>
                    <a:pt x="67826" y="32153"/>
                  </a:lnTo>
                  <a:lnTo>
                    <a:pt x="67869" y="31807"/>
                  </a:lnTo>
                  <a:lnTo>
                    <a:pt x="67978" y="30770"/>
                  </a:lnTo>
                  <a:lnTo>
                    <a:pt x="68021" y="30057"/>
                  </a:lnTo>
                  <a:lnTo>
                    <a:pt x="68042" y="29192"/>
                  </a:lnTo>
                  <a:lnTo>
                    <a:pt x="68064" y="28220"/>
                  </a:lnTo>
                  <a:lnTo>
                    <a:pt x="68042" y="27140"/>
                  </a:lnTo>
                  <a:lnTo>
                    <a:pt x="67999" y="25951"/>
                  </a:lnTo>
                  <a:lnTo>
                    <a:pt x="67913" y="24698"/>
                  </a:lnTo>
                  <a:lnTo>
                    <a:pt x="67783" y="23380"/>
                  </a:lnTo>
                  <a:lnTo>
                    <a:pt x="67697" y="22689"/>
                  </a:lnTo>
                  <a:lnTo>
                    <a:pt x="67589" y="21997"/>
                  </a:lnTo>
                  <a:lnTo>
                    <a:pt x="67481" y="21284"/>
                  </a:lnTo>
                  <a:lnTo>
                    <a:pt x="67329" y="20549"/>
                  </a:lnTo>
                  <a:lnTo>
                    <a:pt x="67178" y="19815"/>
                  </a:lnTo>
                  <a:lnTo>
                    <a:pt x="67005" y="19080"/>
                  </a:lnTo>
                  <a:lnTo>
                    <a:pt x="66832" y="18345"/>
                  </a:lnTo>
                  <a:lnTo>
                    <a:pt x="66616" y="17589"/>
                  </a:lnTo>
                  <a:lnTo>
                    <a:pt x="66379" y="16833"/>
                  </a:lnTo>
                  <a:lnTo>
                    <a:pt x="66119" y="16077"/>
                  </a:lnTo>
                  <a:lnTo>
                    <a:pt x="65838" y="15320"/>
                  </a:lnTo>
                  <a:lnTo>
                    <a:pt x="65536" y="14586"/>
                  </a:lnTo>
                  <a:lnTo>
                    <a:pt x="65212" y="13830"/>
                  </a:lnTo>
                  <a:lnTo>
                    <a:pt x="64844" y="13073"/>
                  </a:lnTo>
                  <a:lnTo>
                    <a:pt x="64477" y="12339"/>
                  </a:lnTo>
                  <a:lnTo>
                    <a:pt x="64067" y="11604"/>
                  </a:lnTo>
                  <a:lnTo>
                    <a:pt x="63613" y="10891"/>
                  </a:lnTo>
                  <a:lnTo>
                    <a:pt x="63137" y="10178"/>
                  </a:lnTo>
                  <a:lnTo>
                    <a:pt x="62640" y="9486"/>
                  </a:lnTo>
                  <a:lnTo>
                    <a:pt x="62122" y="8795"/>
                  </a:lnTo>
                  <a:lnTo>
                    <a:pt x="61538" y="8125"/>
                  </a:lnTo>
                  <a:lnTo>
                    <a:pt x="60955" y="7455"/>
                  </a:lnTo>
                  <a:lnTo>
                    <a:pt x="60307" y="6829"/>
                  </a:lnTo>
                  <a:lnTo>
                    <a:pt x="59637" y="6202"/>
                  </a:lnTo>
                  <a:lnTo>
                    <a:pt x="58924" y="5597"/>
                  </a:lnTo>
                  <a:lnTo>
                    <a:pt x="58189" y="5035"/>
                  </a:lnTo>
                  <a:lnTo>
                    <a:pt x="57411" y="4473"/>
                  </a:lnTo>
                  <a:lnTo>
                    <a:pt x="56590" y="3955"/>
                  </a:lnTo>
                  <a:lnTo>
                    <a:pt x="55726" y="3436"/>
                  </a:lnTo>
                  <a:lnTo>
                    <a:pt x="54819" y="2961"/>
                  </a:lnTo>
                  <a:lnTo>
                    <a:pt x="53868" y="2529"/>
                  </a:lnTo>
                  <a:lnTo>
                    <a:pt x="52874" y="2118"/>
                  </a:lnTo>
                  <a:lnTo>
                    <a:pt x="51837" y="1729"/>
                  </a:lnTo>
                  <a:lnTo>
                    <a:pt x="50756" y="1384"/>
                  </a:lnTo>
                  <a:lnTo>
                    <a:pt x="49633" y="1081"/>
                  </a:lnTo>
                  <a:lnTo>
                    <a:pt x="48466" y="800"/>
                  </a:lnTo>
                  <a:lnTo>
                    <a:pt x="47234" y="562"/>
                  </a:lnTo>
                  <a:lnTo>
                    <a:pt x="45981" y="368"/>
                  </a:lnTo>
                  <a:lnTo>
                    <a:pt x="44663" y="217"/>
                  </a:lnTo>
                  <a:lnTo>
                    <a:pt x="43280" y="87"/>
                  </a:lnTo>
                  <a:lnTo>
                    <a:pt x="41854" y="22"/>
                  </a:lnTo>
                  <a:lnTo>
                    <a:pt x="4038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33"/>
            <p:cNvSpPr/>
            <p:nvPr/>
          </p:nvSpPr>
          <p:spPr>
            <a:xfrm>
              <a:off x="12876625" y="3375700"/>
              <a:ext cx="2329850" cy="1362375"/>
            </a:xfrm>
            <a:custGeom>
              <a:avLst/>
              <a:gdLst/>
              <a:ahLst/>
              <a:cxnLst/>
              <a:rect l="l" t="t" r="r" b="b"/>
              <a:pathLst>
                <a:path w="93194" h="54495" fill="none" extrusionOk="0">
                  <a:moveTo>
                    <a:pt x="67826" y="32153"/>
                  </a:moveTo>
                  <a:lnTo>
                    <a:pt x="67826" y="32153"/>
                  </a:lnTo>
                  <a:lnTo>
                    <a:pt x="67869" y="31807"/>
                  </a:lnTo>
                  <a:lnTo>
                    <a:pt x="67978" y="30770"/>
                  </a:lnTo>
                  <a:lnTo>
                    <a:pt x="68021" y="30057"/>
                  </a:lnTo>
                  <a:lnTo>
                    <a:pt x="68042" y="29192"/>
                  </a:lnTo>
                  <a:lnTo>
                    <a:pt x="68064" y="28220"/>
                  </a:lnTo>
                  <a:lnTo>
                    <a:pt x="68042" y="27140"/>
                  </a:lnTo>
                  <a:lnTo>
                    <a:pt x="67999" y="25951"/>
                  </a:lnTo>
                  <a:lnTo>
                    <a:pt x="67913" y="24698"/>
                  </a:lnTo>
                  <a:lnTo>
                    <a:pt x="67783" y="23380"/>
                  </a:lnTo>
                  <a:lnTo>
                    <a:pt x="67697" y="22689"/>
                  </a:lnTo>
                  <a:lnTo>
                    <a:pt x="67589" y="21997"/>
                  </a:lnTo>
                  <a:lnTo>
                    <a:pt x="67481" y="21284"/>
                  </a:lnTo>
                  <a:lnTo>
                    <a:pt x="67329" y="20549"/>
                  </a:lnTo>
                  <a:lnTo>
                    <a:pt x="67178" y="19815"/>
                  </a:lnTo>
                  <a:lnTo>
                    <a:pt x="67005" y="19080"/>
                  </a:lnTo>
                  <a:lnTo>
                    <a:pt x="66832" y="18345"/>
                  </a:lnTo>
                  <a:lnTo>
                    <a:pt x="66616" y="17589"/>
                  </a:lnTo>
                  <a:lnTo>
                    <a:pt x="66379" y="16833"/>
                  </a:lnTo>
                  <a:lnTo>
                    <a:pt x="66119" y="16077"/>
                  </a:lnTo>
                  <a:lnTo>
                    <a:pt x="65838" y="15320"/>
                  </a:lnTo>
                  <a:lnTo>
                    <a:pt x="65536" y="14586"/>
                  </a:lnTo>
                  <a:lnTo>
                    <a:pt x="65212" y="13830"/>
                  </a:lnTo>
                  <a:lnTo>
                    <a:pt x="64844" y="13073"/>
                  </a:lnTo>
                  <a:lnTo>
                    <a:pt x="64477" y="12339"/>
                  </a:lnTo>
                  <a:lnTo>
                    <a:pt x="64067" y="11604"/>
                  </a:lnTo>
                  <a:lnTo>
                    <a:pt x="63613" y="10891"/>
                  </a:lnTo>
                  <a:lnTo>
                    <a:pt x="63137" y="10178"/>
                  </a:lnTo>
                  <a:lnTo>
                    <a:pt x="62640" y="9486"/>
                  </a:lnTo>
                  <a:lnTo>
                    <a:pt x="62122" y="8795"/>
                  </a:lnTo>
                  <a:lnTo>
                    <a:pt x="61538" y="8125"/>
                  </a:lnTo>
                  <a:lnTo>
                    <a:pt x="60955" y="7455"/>
                  </a:lnTo>
                  <a:lnTo>
                    <a:pt x="60307" y="6829"/>
                  </a:lnTo>
                  <a:lnTo>
                    <a:pt x="59637" y="6202"/>
                  </a:lnTo>
                  <a:lnTo>
                    <a:pt x="58924" y="5597"/>
                  </a:lnTo>
                  <a:lnTo>
                    <a:pt x="58189" y="5035"/>
                  </a:lnTo>
                  <a:lnTo>
                    <a:pt x="57411" y="4473"/>
                  </a:lnTo>
                  <a:lnTo>
                    <a:pt x="56590" y="3955"/>
                  </a:lnTo>
                  <a:lnTo>
                    <a:pt x="55726" y="3436"/>
                  </a:lnTo>
                  <a:lnTo>
                    <a:pt x="54819" y="2961"/>
                  </a:lnTo>
                  <a:lnTo>
                    <a:pt x="53868" y="2529"/>
                  </a:lnTo>
                  <a:lnTo>
                    <a:pt x="52874" y="2118"/>
                  </a:lnTo>
                  <a:lnTo>
                    <a:pt x="51837" y="1729"/>
                  </a:lnTo>
                  <a:lnTo>
                    <a:pt x="50756" y="1384"/>
                  </a:lnTo>
                  <a:lnTo>
                    <a:pt x="49633" y="1081"/>
                  </a:lnTo>
                  <a:lnTo>
                    <a:pt x="48466" y="800"/>
                  </a:lnTo>
                  <a:lnTo>
                    <a:pt x="47234" y="562"/>
                  </a:lnTo>
                  <a:lnTo>
                    <a:pt x="45981" y="368"/>
                  </a:lnTo>
                  <a:lnTo>
                    <a:pt x="44663" y="217"/>
                  </a:lnTo>
                  <a:lnTo>
                    <a:pt x="43280" y="87"/>
                  </a:lnTo>
                  <a:lnTo>
                    <a:pt x="41854" y="22"/>
                  </a:lnTo>
                  <a:lnTo>
                    <a:pt x="40385" y="1"/>
                  </a:lnTo>
                  <a:lnTo>
                    <a:pt x="40385" y="1"/>
                  </a:lnTo>
                  <a:lnTo>
                    <a:pt x="38915" y="22"/>
                  </a:lnTo>
                  <a:lnTo>
                    <a:pt x="37489" y="109"/>
                  </a:lnTo>
                  <a:lnTo>
                    <a:pt x="36128" y="217"/>
                  </a:lnTo>
                  <a:lnTo>
                    <a:pt x="34832" y="368"/>
                  </a:lnTo>
                  <a:lnTo>
                    <a:pt x="33578" y="584"/>
                  </a:lnTo>
                  <a:lnTo>
                    <a:pt x="32368" y="822"/>
                  </a:lnTo>
                  <a:lnTo>
                    <a:pt x="31202" y="1103"/>
                  </a:lnTo>
                  <a:lnTo>
                    <a:pt x="30100" y="1427"/>
                  </a:lnTo>
                  <a:lnTo>
                    <a:pt x="29041" y="1773"/>
                  </a:lnTo>
                  <a:lnTo>
                    <a:pt x="28047" y="2161"/>
                  </a:lnTo>
                  <a:lnTo>
                    <a:pt x="27075" y="2594"/>
                  </a:lnTo>
                  <a:lnTo>
                    <a:pt x="26167" y="3047"/>
                  </a:lnTo>
                  <a:lnTo>
                    <a:pt x="25281" y="3523"/>
                  </a:lnTo>
                  <a:lnTo>
                    <a:pt x="24460" y="4041"/>
                  </a:lnTo>
                  <a:lnTo>
                    <a:pt x="23682" y="4581"/>
                  </a:lnTo>
                  <a:lnTo>
                    <a:pt x="22926" y="5143"/>
                  </a:lnTo>
                  <a:lnTo>
                    <a:pt x="22213" y="5748"/>
                  </a:lnTo>
                  <a:lnTo>
                    <a:pt x="21565" y="6353"/>
                  </a:lnTo>
                  <a:lnTo>
                    <a:pt x="20916" y="6980"/>
                  </a:lnTo>
                  <a:lnTo>
                    <a:pt x="20333" y="7650"/>
                  </a:lnTo>
                  <a:lnTo>
                    <a:pt x="19771" y="8320"/>
                  </a:lnTo>
                  <a:lnTo>
                    <a:pt x="19253" y="9011"/>
                  </a:lnTo>
                  <a:lnTo>
                    <a:pt x="18777" y="9702"/>
                  </a:lnTo>
                  <a:lnTo>
                    <a:pt x="18324" y="10416"/>
                  </a:lnTo>
                  <a:lnTo>
                    <a:pt x="17891" y="11150"/>
                  </a:lnTo>
                  <a:lnTo>
                    <a:pt x="17502" y="11885"/>
                  </a:lnTo>
                  <a:lnTo>
                    <a:pt x="17135" y="12641"/>
                  </a:lnTo>
                  <a:lnTo>
                    <a:pt x="16811" y="13397"/>
                  </a:lnTo>
                  <a:lnTo>
                    <a:pt x="16508" y="14154"/>
                  </a:lnTo>
                  <a:lnTo>
                    <a:pt x="16228" y="14932"/>
                  </a:lnTo>
                  <a:lnTo>
                    <a:pt x="15968" y="15709"/>
                  </a:lnTo>
                  <a:lnTo>
                    <a:pt x="15731" y="16466"/>
                  </a:lnTo>
                  <a:lnTo>
                    <a:pt x="15536" y="17244"/>
                  </a:lnTo>
                  <a:lnTo>
                    <a:pt x="15342" y="18021"/>
                  </a:lnTo>
                  <a:lnTo>
                    <a:pt x="15190" y="18778"/>
                  </a:lnTo>
                  <a:lnTo>
                    <a:pt x="15039" y="19534"/>
                  </a:lnTo>
                  <a:lnTo>
                    <a:pt x="14931" y="20290"/>
                  </a:lnTo>
                  <a:lnTo>
                    <a:pt x="14823" y="21046"/>
                  </a:lnTo>
                  <a:lnTo>
                    <a:pt x="14737" y="21781"/>
                  </a:lnTo>
                  <a:lnTo>
                    <a:pt x="14650" y="22516"/>
                  </a:lnTo>
                  <a:lnTo>
                    <a:pt x="14607" y="23229"/>
                  </a:lnTo>
                  <a:lnTo>
                    <a:pt x="14564" y="23942"/>
                  </a:lnTo>
                  <a:lnTo>
                    <a:pt x="14521" y="25303"/>
                  </a:lnTo>
                  <a:lnTo>
                    <a:pt x="14521" y="26600"/>
                  </a:lnTo>
                  <a:lnTo>
                    <a:pt x="14542" y="27788"/>
                  </a:lnTo>
                  <a:lnTo>
                    <a:pt x="14607" y="28912"/>
                  </a:lnTo>
                  <a:lnTo>
                    <a:pt x="14693" y="29906"/>
                  </a:lnTo>
                  <a:lnTo>
                    <a:pt x="14780" y="30770"/>
                  </a:lnTo>
                  <a:lnTo>
                    <a:pt x="14866" y="31526"/>
                  </a:lnTo>
                  <a:lnTo>
                    <a:pt x="15039" y="32563"/>
                  </a:lnTo>
                  <a:lnTo>
                    <a:pt x="15104" y="32931"/>
                  </a:lnTo>
                  <a:lnTo>
                    <a:pt x="15104" y="32931"/>
                  </a:lnTo>
                  <a:lnTo>
                    <a:pt x="14910" y="32952"/>
                  </a:lnTo>
                  <a:lnTo>
                    <a:pt x="14391" y="33017"/>
                  </a:lnTo>
                  <a:lnTo>
                    <a:pt x="13570" y="33147"/>
                  </a:lnTo>
                  <a:lnTo>
                    <a:pt x="13073" y="33255"/>
                  </a:lnTo>
                  <a:lnTo>
                    <a:pt x="12511" y="33384"/>
                  </a:lnTo>
                  <a:lnTo>
                    <a:pt x="11906" y="33536"/>
                  </a:lnTo>
                  <a:lnTo>
                    <a:pt x="11279" y="33752"/>
                  </a:lnTo>
                  <a:lnTo>
                    <a:pt x="10588" y="33989"/>
                  </a:lnTo>
                  <a:lnTo>
                    <a:pt x="9897" y="34270"/>
                  </a:lnTo>
                  <a:lnTo>
                    <a:pt x="9184" y="34594"/>
                  </a:lnTo>
                  <a:lnTo>
                    <a:pt x="8449" y="34983"/>
                  </a:lnTo>
                  <a:lnTo>
                    <a:pt x="7693" y="35415"/>
                  </a:lnTo>
                  <a:lnTo>
                    <a:pt x="6958" y="35912"/>
                  </a:lnTo>
                  <a:lnTo>
                    <a:pt x="6591" y="36172"/>
                  </a:lnTo>
                  <a:lnTo>
                    <a:pt x="6202" y="36474"/>
                  </a:lnTo>
                  <a:lnTo>
                    <a:pt x="5856" y="36755"/>
                  </a:lnTo>
                  <a:lnTo>
                    <a:pt x="5489" y="37079"/>
                  </a:lnTo>
                  <a:lnTo>
                    <a:pt x="5121" y="37425"/>
                  </a:lnTo>
                  <a:lnTo>
                    <a:pt x="4776" y="37771"/>
                  </a:lnTo>
                  <a:lnTo>
                    <a:pt x="4430" y="38138"/>
                  </a:lnTo>
                  <a:lnTo>
                    <a:pt x="4084" y="38527"/>
                  </a:lnTo>
                  <a:lnTo>
                    <a:pt x="3760" y="38937"/>
                  </a:lnTo>
                  <a:lnTo>
                    <a:pt x="3436" y="39348"/>
                  </a:lnTo>
                  <a:lnTo>
                    <a:pt x="3112" y="39802"/>
                  </a:lnTo>
                  <a:lnTo>
                    <a:pt x="2809" y="40277"/>
                  </a:lnTo>
                  <a:lnTo>
                    <a:pt x="2528" y="40753"/>
                  </a:lnTo>
                  <a:lnTo>
                    <a:pt x="2248" y="41271"/>
                  </a:lnTo>
                  <a:lnTo>
                    <a:pt x="1967" y="41790"/>
                  </a:lnTo>
                  <a:lnTo>
                    <a:pt x="1729" y="42351"/>
                  </a:lnTo>
                  <a:lnTo>
                    <a:pt x="1491" y="42913"/>
                  </a:lnTo>
                  <a:lnTo>
                    <a:pt x="1254" y="43518"/>
                  </a:lnTo>
                  <a:lnTo>
                    <a:pt x="1038" y="44123"/>
                  </a:lnTo>
                  <a:lnTo>
                    <a:pt x="865" y="44772"/>
                  </a:lnTo>
                  <a:lnTo>
                    <a:pt x="670" y="45441"/>
                  </a:lnTo>
                  <a:lnTo>
                    <a:pt x="519" y="46133"/>
                  </a:lnTo>
                  <a:lnTo>
                    <a:pt x="389" y="46846"/>
                  </a:lnTo>
                  <a:lnTo>
                    <a:pt x="260" y="47581"/>
                  </a:lnTo>
                  <a:lnTo>
                    <a:pt x="173" y="48358"/>
                  </a:lnTo>
                  <a:lnTo>
                    <a:pt x="87" y="49158"/>
                  </a:lnTo>
                  <a:lnTo>
                    <a:pt x="44" y="49979"/>
                  </a:lnTo>
                  <a:lnTo>
                    <a:pt x="0" y="50822"/>
                  </a:lnTo>
                  <a:lnTo>
                    <a:pt x="0" y="51686"/>
                  </a:lnTo>
                  <a:lnTo>
                    <a:pt x="22" y="52593"/>
                  </a:lnTo>
                  <a:lnTo>
                    <a:pt x="65" y="53523"/>
                  </a:lnTo>
                  <a:lnTo>
                    <a:pt x="130" y="54495"/>
                  </a:lnTo>
                  <a:lnTo>
                    <a:pt x="93193" y="54495"/>
                  </a:lnTo>
                  <a:lnTo>
                    <a:pt x="93193" y="54495"/>
                  </a:lnTo>
                  <a:lnTo>
                    <a:pt x="93193" y="54214"/>
                  </a:lnTo>
                  <a:lnTo>
                    <a:pt x="93193" y="53415"/>
                  </a:lnTo>
                  <a:lnTo>
                    <a:pt x="93172" y="52831"/>
                  </a:lnTo>
                  <a:lnTo>
                    <a:pt x="93150" y="52161"/>
                  </a:lnTo>
                  <a:lnTo>
                    <a:pt x="93085" y="51405"/>
                  </a:lnTo>
                  <a:lnTo>
                    <a:pt x="92999" y="50562"/>
                  </a:lnTo>
                  <a:lnTo>
                    <a:pt x="92869" y="49655"/>
                  </a:lnTo>
                  <a:lnTo>
                    <a:pt x="92696" y="48704"/>
                  </a:lnTo>
                  <a:lnTo>
                    <a:pt x="92480" y="47667"/>
                  </a:lnTo>
                  <a:lnTo>
                    <a:pt x="92221" y="46608"/>
                  </a:lnTo>
                  <a:lnTo>
                    <a:pt x="91897" y="45528"/>
                  </a:lnTo>
                  <a:lnTo>
                    <a:pt x="91724" y="44966"/>
                  </a:lnTo>
                  <a:lnTo>
                    <a:pt x="91530" y="44426"/>
                  </a:lnTo>
                  <a:lnTo>
                    <a:pt x="91314" y="43864"/>
                  </a:lnTo>
                  <a:lnTo>
                    <a:pt x="91076" y="43302"/>
                  </a:lnTo>
                  <a:lnTo>
                    <a:pt x="90817" y="42740"/>
                  </a:lnTo>
                  <a:lnTo>
                    <a:pt x="90557" y="42179"/>
                  </a:lnTo>
                  <a:lnTo>
                    <a:pt x="90255" y="41617"/>
                  </a:lnTo>
                  <a:lnTo>
                    <a:pt x="89952" y="41055"/>
                  </a:lnTo>
                  <a:lnTo>
                    <a:pt x="89628" y="40515"/>
                  </a:lnTo>
                  <a:lnTo>
                    <a:pt x="89261" y="39975"/>
                  </a:lnTo>
                  <a:lnTo>
                    <a:pt x="88894" y="39434"/>
                  </a:lnTo>
                  <a:lnTo>
                    <a:pt x="88483" y="38916"/>
                  </a:lnTo>
                  <a:lnTo>
                    <a:pt x="88072" y="38397"/>
                  </a:lnTo>
                  <a:lnTo>
                    <a:pt x="87619" y="37879"/>
                  </a:lnTo>
                  <a:lnTo>
                    <a:pt x="87143" y="37382"/>
                  </a:lnTo>
                  <a:lnTo>
                    <a:pt x="86646" y="36906"/>
                  </a:lnTo>
                  <a:lnTo>
                    <a:pt x="86128" y="36431"/>
                  </a:lnTo>
                  <a:lnTo>
                    <a:pt x="85588" y="35977"/>
                  </a:lnTo>
                  <a:lnTo>
                    <a:pt x="85004" y="35545"/>
                  </a:lnTo>
                  <a:lnTo>
                    <a:pt x="84399" y="35135"/>
                  </a:lnTo>
                  <a:lnTo>
                    <a:pt x="83751" y="34724"/>
                  </a:lnTo>
                  <a:lnTo>
                    <a:pt x="83081" y="34357"/>
                  </a:lnTo>
                  <a:lnTo>
                    <a:pt x="82390" y="34011"/>
                  </a:lnTo>
                  <a:lnTo>
                    <a:pt x="81677" y="33665"/>
                  </a:lnTo>
                  <a:lnTo>
                    <a:pt x="80899" y="33363"/>
                  </a:lnTo>
                  <a:lnTo>
                    <a:pt x="80121" y="33082"/>
                  </a:lnTo>
                  <a:lnTo>
                    <a:pt x="79300" y="32823"/>
                  </a:lnTo>
                  <a:lnTo>
                    <a:pt x="78436" y="32606"/>
                  </a:lnTo>
                  <a:lnTo>
                    <a:pt x="77528" y="32412"/>
                  </a:lnTo>
                  <a:lnTo>
                    <a:pt x="76599" y="32239"/>
                  </a:lnTo>
                  <a:lnTo>
                    <a:pt x="75648" y="32110"/>
                  </a:lnTo>
                  <a:lnTo>
                    <a:pt x="74654" y="32001"/>
                  </a:lnTo>
                  <a:lnTo>
                    <a:pt x="73595" y="31937"/>
                  </a:lnTo>
                  <a:lnTo>
                    <a:pt x="72537" y="31915"/>
                  </a:lnTo>
                  <a:lnTo>
                    <a:pt x="71413" y="31915"/>
                  </a:lnTo>
                  <a:lnTo>
                    <a:pt x="70268" y="31958"/>
                  </a:lnTo>
                  <a:lnTo>
                    <a:pt x="69058" y="32045"/>
                  </a:lnTo>
                  <a:lnTo>
                    <a:pt x="67826" y="3215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33"/>
            <p:cNvSpPr/>
            <p:nvPr/>
          </p:nvSpPr>
          <p:spPr>
            <a:xfrm>
              <a:off x="13137000" y="4377750"/>
              <a:ext cx="667150" cy="667150"/>
            </a:xfrm>
            <a:custGeom>
              <a:avLst/>
              <a:gdLst/>
              <a:ahLst/>
              <a:cxnLst/>
              <a:rect l="l" t="t" r="r" b="b"/>
              <a:pathLst>
                <a:path w="26686" h="26686" extrusionOk="0">
                  <a:moveTo>
                    <a:pt x="13354" y="1"/>
                  </a:moveTo>
                  <a:lnTo>
                    <a:pt x="12662" y="22"/>
                  </a:lnTo>
                  <a:lnTo>
                    <a:pt x="11992" y="66"/>
                  </a:lnTo>
                  <a:lnTo>
                    <a:pt x="11322" y="152"/>
                  </a:lnTo>
                  <a:lnTo>
                    <a:pt x="10653" y="260"/>
                  </a:lnTo>
                  <a:lnTo>
                    <a:pt x="10004" y="411"/>
                  </a:lnTo>
                  <a:lnTo>
                    <a:pt x="9378" y="606"/>
                  </a:lnTo>
                  <a:lnTo>
                    <a:pt x="8751" y="800"/>
                  </a:lnTo>
                  <a:lnTo>
                    <a:pt x="8146" y="1038"/>
                  </a:lnTo>
                  <a:lnTo>
                    <a:pt x="7563" y="1319"/>
                  </a:lnTo>
                  <a:lnTo>
                    <a:pt x="6979" y="1600"/>
                  </a:lnTo>
                  <a:lnTo>
                    <a:pt x="6418" y="1924"/>
                  </a:lnTo>
                  <a:lnTo>
                    <a:pt x="5877" y="2269"/>
                  </a:lnTo>
                  <a:lnTo>
                    <a:pt x="5359" y="2658"/>
                  </a:lnTo>
                  <a:lnTo>
                    <a:pt x="4862" y="3047"/>
                  </a:lnTo>
                  <a:lnTo>
                    <a:pt x="4365" y="3458"/>
                  </a:lnTo>
                  <a:lnTo>
                    <a:pt x="3911" y="3912"/>
                  </a:lnTo>
                  <a:lnTo>
                    <a:pt x="3479" y="4365"/>
                  </a:lnTo>
                  <a:lnTo>
                    <a:pt x="3047" y="4862"/>
                  </a:lnTo>
                  <a:lnTo>
                    <a:pt x="2658" y="5359"/>
                  </a:lnTo>
                  <a:lnTo>
                    <a:pt x="2291" y="5878"/>
                  </a:lnTo>
                  <a:lnTo>
                    <a:pt x="1945" y="6418"/>
                  </a:lnTo>
                  <a:lnTo>
                    <a:pt x="1621" y="6980"/>
                  </a:lnTo>
                  <a:lnTo>
                    <a:pt x="1318" y="7563"/>
                  </a:lnTo>
                  <a:lnTo>
                    <a:pt x="1059" y="8147"/>
                  </a:lnTo>
                  <a:lnTo>
                    <a:pt x="821" y="8752"/>
                  </a:lnTo>
                  <a:lnTo>
                    <a:pt x="605" y="9378"/>
                  </a:lnTo>
                  <a:lnTo>
                    <a:pt x="432" y="10005"/>
                  </a:lnTo>
                  <a:lnTo>
                    <a:pt x="281" y="10653"/>
                  </a:lnTo>
                  <a:lnTo>
                    <a:pt x="151" y="11301"/>
                  </a:lnTo>
                  <a:lnTo>
                    <a:pt x="65" y="11971"/>
                  </a:lnTo>
                  <a:lnTo>
                    <a:pt x="22" y="12663"/>
                  </a:lnTo>
                  <a:lnTo>
                    <a:pt x="0" y="13333"/>
                  </a:lnTo>
                  <a:lnTo>
                    <a:pt x="22" y="14024"/>
                  </a:lnTo>
                  <a:lnTo>
                    <a:pt x="65" y="14715"/>
                  </a:lnTo>
                  <a:lnTo>
                    <a:pt x="151" y="15364"/>
                  </a:lnTo>
                  <a:lnTo>
                    <a:pt x="281" y="16033"/>
                  </a:lnTo>
                  <a:lnTo>
                    <a:pt x="432" y="16682"/>
                  </a:lnTo>
                  <a:lnTo>
                    <a:pt x="605" y="17308"/>
                  </a:lnTo>
                  <a:lnTo>
                    <a:pt x="821" y="17935"/>
                  </a:lnTo>
                  <a:lnTo>
                    <a:pt x="1059" y="18540"/>
                  </a:lnTo>
                  <a:lnTo>
                    <a:pt x="1318" y="19123"/>
                  </a:lnTo>
                  <a:lnTo>
                    <a:pt x="1621" y="19707"/>
                  </a:lnTo>
                  <a:lnTo>
                    <a:pt x="1945" y="20269"/>
                  </a:lnTo>
                  <a:lnTo>
                    <a:pt x="2291" y="20809"/>
                  </a:lnTo>
                  <a:lnTo>
                    <a:pt x="2658" y="21327"/>
                  </a:lnTo>
                  <a:lnTo>
                    <a:pt x="3047" y="21824"/>
                  </a:lnTo>
                  <a:lnTo>
                    <a:pt x="3479" y="22321"/>
                  </a:lnTo>
                  <a:lnTo>
                    <a:pt x="3911" y="22775"/>
                  </a:lnTo>
                  <a:lnTo>
                    <a:pt x="4365" y="23229"/>
                  </a:lnTo>
                  <a:lnTo>
                    <a:pt x="4862" y="23639"/>
                  </a:lnTo>
                  <a:lnTo>
                    <a:pt x="5359" y="24028"/>
                  </a:lnTo>
                  <a:lnTo>
                    <a:pt x="5877" y="24417"/>
                  </a:lnTo>
                  <a:lnTo>
                    <a:pt x="6418" y="24763"/>
                  </a:lnTo>
                  <a:lnTo>
                    <a:pt x="6979" y="25065"/>
                  </a:lnTo>
                  <a:lnTo>
                    <a:pt x="7563" y="25368"/>
                  </a:lnTo>
                  <a:lnTo>
                    <a:pt x="8146" y="25627"/>
                  </a:lnTo>
                  <a:lnTo>
                    <a:pt x="8751" y="25887"/>
                  </a:lnTo>
                  <a:lnTo>
                    <a:pt x="9378" y="26081"/>
                  </a:lnTo>
                  <a:lnTo>
                    <a:pt x="10004" y="26275"/>
                  </a:lnTo>
                  <a:lnTo>
                    <a:pt x="10653" y="26405"/>
                  </a:lnTo>
                  <a:lnTo>
                    <a:pt x="11322" y="26535"/>
                  </a:lnTo>
                  <a:lnTo>
                    <a:pt x="11992" y="26621"/>
                  </a:lnTo>
                  <a:lnTo>
                    <a:pt x="12662" y="26664"/>
                  </a:lnTo>
                  <a:lnTo>
                    <a:pt x="13354" y="26686"/>
                  </a:lnTo>
                  <a:lnTo>
                    <a:pt x="14023" y="26664"/>
                  </a:lnTo>
                  <a:lnTo>
                    <a:pt x="14715" y="26621"/>
                  </a:lnTo>
                  <a:lnTo>
                    <a:pt x="15385" y="26535"/>
                  </a:lnTo>
                  <a:lnTo>
                    <a:pt x="16033" y="26405"/>
                  </a:lnTo>
                  <a:lnTo>
                    <a:pt x="16681" y="26275"/>
                  </a:lnTo>
                  <a:lnTo>
                    <a:pt x="17308" y="26081"/>
                  </a:lnTo>
                  <a:lnTo>
                    <a:pt x="17934" y="25887"/>
                  </a:lnTo>
                  <a:lnTo>
                    <a:pt x="18539" y="25627"/>
                  </a:lnTo>
                  <a:lnTo>
                    <a:pt x="19123" y="25368"/>
                  </a:lnTo>
                  <a:lnTo>
                    <a:pt x="19706" y="25065"/>
                  </a:lnTo>
                  <a:lnTo>
                    <a:pt x="20268" y="24763"/>
                  </a:lnTo>
                  <a:lnTo>
                    <a:pt x="20808" y="24417"/>
                  </a:lnTo>
                  <a:lnTo>
                    <a:pt x="21327" y="24028"/>
                  </a:lnTo>
                  <a:lnTo>
                    <a:pt x="21845" y="23639"/>
                  </a:lnTo>
                  <a:lnTo>
                    <a:pt x="22321" y="23229"/>
                  </a:lnTo>
                  <a:lnTo>
                    <a:pt x="22774" y="22775"/>
                  </a:lnTo>
                  <a:lnTo>
                    <a:pt x="23228" y="22321"/>
                  </a:lnTo>
                  <a:lnTo>
                    <a:pt x="23639" y="21824"/>
                  </a:lnTo>
                  <a:lnTo>
                    <a:pt x="24049" y="21327"/>
                  </a:lnTo>
                  <a:lnTo>
                    <a:pt x="24417" y="20809"/>
                  </a:lnTo>
                  <a:lnTo>
                    <a:pt x="24762" y="20269"/>
                  </a:lnTo>
                  <a:lnTo>
                    <a:pt x="25086" y="19707"/>
                  </a:lnTo>
                  <a:lnTo>
                    <a:pt x="25367" y="19123"/>
                  </a:lnTo>
                  <a:lnTo>
                    <a:pt x="25648" y="18540"/>
                  </a:lnTo>
                  <a:lnTo>
                    <a:pt x="25886" y="17935"/>
                  </a:lnTo>
                  <a:lnTo>
                    <a:pt x="26080" y="17308"/>
                  </a:lnTo>
                  <a:lnTo>
                    <a:pt x="26275" y="16682"/>
                  </a:lnTo>
                  <a:lnTo>
                    <a:pt x="26426" y="16033"/>
                  </a:lnTo>
                  <a:lnTo>
                    <a:pt x="26534" y="15364"/>
                  </a:lnTo>
                  <a:lnTo>
                    <a:pt x="26621" y="14715"/>
                  </a:lnTo>
                  <a:lnTo>
                    <a:pt x="26664" y="14024"/>
                  </a:lnTo>
                  <a:lnTo>
                    <a:pt x="26685" y="13333"/>
                  </a:lnTo>
                  <a:lnTo>
                    <a:pt x="26664" y="12663"/>
                  </a:lnTo>
                  <a:lnTo>
                    <a:pt x="26621" y="11971"/>
                  </a:lnTo>
                  <a:lnTo>
                    <a:pt x="26534" y="11301"/>
                  </a:lnTo>
                  <a:lnTo>
                    <a:pt x="26426" y="10653"/>
                  </a:lnTo>
                  <a:lnTo>
                    <a:pt x="26275" y="10005"/>
                  </a:lnTo>
                  <a:lnTo>
                    <a:pt x="26080" y="9378"/>
                  </a:lnTo>
                  <a:lnTo>
                    <a:pt x="25886" y="8752"/>
                  </a:lnTo>
                  <a:lnTo>
                    <a:pt x="25648" y="8147"/>
                  </a:lnTo>
                  <a:lnTo>
                    <a:pt x="25367" y="7563"/>
                  </a:lnTo>
                  <a:lnTo>
                    <a:pt x="25086" y="6980"/>
                  </a:lnTo>
                  <a:lnTo>
                    <a:pt x="24762" y="6418"/>
                  </a:lnTo>
                  <a:lnTo>
                    <a:pt x="24417" y="5878"/>
                  </a:lnTo>
                  <a:lnTo>
                    <a:pt x="24049" y="5359"/>
                  </a:lnTo>
                  <a:lnTo>
                    <a:pt x="23639" y="4862"/>
                  </a:lnTo>
                  <a:lnTo>
                    <a:pt x="23228" y="4365"/>
                  </a:lnTo>
                  <a:lnTo>
                    <a:pt x="22774" y="3912"/>
                  </a:lnTo>
                  <a:lnTo>
                    <a:pt x="22321" y="3458"/>
                  </a:lnTo>
                  <a:lnTo>
                    <a:pt x="21845" y="3047"/>
                  </a:lnTo>
                  <a:lnTo>
                    <a:pt x="21327" y="2658"/>
                  </a:lnTo>
                  <a:lnTo>
                    <a:pt x="20808" y="2269"/>
                  </a:lnTo>
                  <a:lnTo>
                    <a:pt x="20268" y="1924"/>
                  </a:lnTo>
                  <a:lnTo>
                    <a:pt x="19706" y="1600"/>
                  </a:lnTo>
                  <a:lnTo>
                    <a:pt x="19123" y="1319"/>
                  </a:lnTo>
                  <a:lnTo>
                    <a:pt x="18539" y="1038"/>
                  </a:lnTo>
                  <a:lnTo>
                    <a:pt x="17934" y="800"/>
                  </a:lnTo>
                  <a:lnTo>
                    <a:pt x="17308" y="606"/>
                  </a:lnTo>
                  <a:lnTo>
                    <a:pt x="16681" y="411"/>
                  </a:lnTo>
                  <a:lnTo>
                    <a:pt x="16033" y="260"/>
                  </a:lnTo>
                  <a:lnTo>
                    <a:pt x="15385" y="152"/>
                  </a:lnTo>
                  <a:lnTo>
                    <a:pt x="14715" y="66"/>
                  </a:lnTo>
                  <a:lnTo>
                    <a:pt x="14023" y="22"/>
                  </a:lnTo>
                  <a:lnTo>
                    <a:pt x="1335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33"/>
            <p:cNvSpPr/>
            <p:nvPr/>
          </p:nvSpPr>
          <p:spPr>
            <a:xfrm>
              <a:off x="13297425" y="4537650"/>
              <a:ext cx="346825" cy="347375"/>
            </a:xfrm>
            <a:custGeom>
              <a:avLst/>
              <a:gdLst/>
              <a:ahLst/>
              <a:cxnLst/>
              <a:rect l="l" t="t" r="r" b="b"/>
              <a:pathLst>
                <a:path w="13873" h="13895" extrusionOk="0">
                  <a:moveTo>
                    <a:pt x="6937" y="1"/>
                  </a:moveTo>
                  <a:lnTo>
                    <a:pt x="6569" y="22"/>
                  </a:lnTo>
                  <a:lnTo>
                    <a:pt x="6224" y="44"/>
                  </a:lnTo>
                  <a:lnTo>
                    <a:pt x="5878" y="87"/>
                  </a:lnTo>
                  <a:lnTo>
                    <a:pt x="5532" y="152"/>
                  </a:lnTo>
                  <a:lnTo>
                    <a:pt x="5186" y="217"/>
                  </a:lnTo>
                  <a:lnTo>
                    <a:pt x="4862" y="325"/>
                  </a:lnTo>
                  <a:lnTo>
                    <a:pt x="4538" y="433"/>
                  </a:lnTo>
                  <a:lnTo>
                    <a:pt x="4236" y="562"/>
                  </a:lnTo>
                  <a:lnTo>
                    <a:pt x="3912" y="692"/>
                  </a:lnTo>
                  <a:lnTo>
                    <a:pt x="3631" y="843"/>
                  </a:lnTo>
                  <a:lnTo>
                    <a:pt x="3328" y="1016"/>
                  </a:lnTo>
                  <a:lnTo>
                    <a:pt x="3047" y="1189"/>
                  </a:lnTo>
                  <a:lnTo>
                    <a:pt x="2788" y="1383"/>
                  </a:lnTo>
                  <a:lnTo>
                    <a:pt x="2507" y="1599"/>
                  </a:lnTo>
                  <a:lnTo>
                    <a:pt x="2269" y="1816"/>
                  </a:lnTo>
                  <a:lnTo>
                    <a:pt x="2032" y="2032"/>
                  </a:lnTo>
                  <a:lnTo>
                    <a:pt x="1794" y="2291"/>
                  </a:lnTo>
                  <a:lnTo>
                    <a:pt x="1578" y="2529"/>
                  </a:lnTo>
                  <a:lnTo>
                    <a:pt x="1362" y="2788"/>
                  </a:lnTo>
                  <a:lnTo>
                    <a:pt x="1167" y="3069"/>
                  </a:lnTo>
                  <a:lnTo>
                    <a:pt x="995" y="3350"/>
                  </a:lnTo>
                  <a:lnTo>
                    <a:pt x="822" y="3631"/>
                  </a:lnTo>
                  <a:lnTo>
                    <a:pt x="670" y="3933"/>
                  </a:lnTo>
                  <a:lnTo>
                    <a:pt x="541" y="4236"/>
                  </a:lnTo>
                  <a:lnTo>
                    <a:pt x="411" y="4560"/>
                  </a:lnTo>
                  <a:lnTo>
                    <a:pt x="303" y="4884"/>
                  </a:lnTo>
                  <a:lnTo>
                    <a:pt x="217" y="5208"/>
                  </a:lnTo>
                  <a:lnTo>
                    <a:pt x="130" y="5554"/>
                  </a:lnTo>
                  <a:lnTo>
                    <a:pt x="65" y="5899"/>
                  </a:lnTo>
                  <a:lnTo>
                    <a:pt x="22" y="6245"/>
                  </a:lnTo>
                  <a:lnTo>
                    <a:pt x="1" y="6591"/>
                  </a:lnTo>
                  <a:lnTo>
                    <a:pt x="1" y="6937"/>
                  </a:lnTo>
                  <a:lnTo>
                    <a:pt x="1" y="7304"/>
                  </a:lnTo>
                  <a:lnTo>
                    <a:pt x="22" y="7650"/>
                  </a:lnTo>
                  <a:lnTo>
                    <a:pt x="65" y="7995"/>
                  </a:lnTo>
                  <a:lnTo>
                    <a:pt x="130" y="8341"/>
                  </a:lnTo>
                  <a:lnTo>
                    <a:pt x="217" y="8687"/>
                  </a:lnTo>
                  <a:lnTo>
                    <a:pt x="303" y="9011"/>
                  </a:lnTo>
                  <a:lnTo>
                    <a:pt x="411" y="9335"/>
                  </a:lnTo>
                  <a:lnTo>
                    <a:pt x="541" y="9637"/>
                  </a:lnTo>
                  <a:lnTo>
                    <a:pt x="670" y="9962"/>
                  </a:lnTo>
                  <a:lnTo>
                    <a:pt x="822" y="10264"/>
                  </a:lnTo>
                  <a:lnTo>
                    <a:pt x="995" y="10545"/>
                  </a:lnTo>
                  <a:lnTo>
                    <a:pt x="1167" y="10826"/>
                  </a:lnTo>
                  <a:lnTo>
                    <a:pt x="1362" y="11107"/>
                  </a:lnTo>
                  <a:lnTo>
                    <a:pt x="1578" y="11366"/>
                  </a:lnTo>
                  <a:lnTo>
                    <a:pt x="1794" y="11604"/>
                  </a:lnTo>
                  <a:lnTo>
                    <a:pt x="2032" y="11863"/>
                  </a:lnTo>
                  <a:lnTo>
                    <a:pt x="2269" y="12079"/>
                  </a:lnTo>
                  <a:lnTo>
                    <a:pt x="2507" y="12295"/>
                  </a:lnTo>
                  <a:lnTo>
                    <a:pt x="2788" y="12511"/>
                  </a:lnTo>
                  <a:lnTo>
                    <a:pt x="3047" y="12706"/>
                  </a:lnTo>
                  <a:lnTo>
                    <a:pt x="3328" y="12879"/>
                  </a:lnTo>
                  <a:lnTo>
                    <a:pt x="3631" y="13051"/>
                  </a:lnTo>
                  <a:lnTo>
                    <a:pt x="3912" y="13203"/>
                  </a:lnTo>
                  <a:lnTo>
                    <a:pt x="4236" y="13332"/>
                  </a:lnTo>
                  <a:lnTo>
                    <a:pt x="4538" y="13462"/>
                  </a:lnTo>
                  <a:lnTo>
                    <a:pt x="4862" y="13570"/>
                  </a:lnTo>
                  <a:lnTo>
                    <a:pt x="5186" y="13656"/>
                  </a:lnTo>
                  <a:lnTo>
                    <a:pt x="5532" y="13743"/>
                  </a:lnTo>
                  <a:lnTo>
                    <a:pt x="5878" y="13808"/>
                  </a:lnTo>
                  <a:lnTo>
                    <a:pt x="6224" y="13851"/>
                  </a:lnTo>
                  <a:lnTo>
                    <a:pt x="6569" y="13873"/>
                  </a:lnTo>
                  <a:lnTo>
                    <a:pt x="6937" y="13894"/>
                  </a:lnTo>
                  <a:lnTo>
                    <a:pt x="7282" y="13873"/>
                  </a:lnTo>
                  <a:lnTo>
                    <a:pt x="7650" y="13851"/>
                  </a:lnTo>
                  <a:lnTo>
                    <a:pt x="7995" y="13808"/>
                  </a:lnTo>
                  <a:lnTo>
                    <a:pt x="8319" y="13743"/>
                  </a:lnTo>
                  <a:lnTo>
                    <a:pt x="8665" y="13656"/>
                  </a:lnTo>
                  <a:lnTo>
                    <a:pt x="8989" y="13570"/>
                  </a:lnTo>
                  <a:lnTo>
                    <a:pt x="9313" y="13462"/>
                  </a:lnTo>
                  <a:lnTo>
                    <a:pt x="9638" y="13332"/>
                  </a:lnTo>
                  <a:lnTo>
                    <a:pt x="9940" y="13203"/>
                  </a:lnTo>
                  <a:lnTo>
                    <a:pt x="10243" y="13051"/>
                  </a:lnTo>
                  <a:lnTo>
                    <a:pt x="10523" y="12879"/>
                  </a:lnTo>
                  <a:lnTo>
                    <a:pt x="10804" y="12706"/>
                  </a:lnTo>
                  <a:lnTo>
                    <a:pt x="11085" y="12511"/>
                  </a:lnTo>
                  <a:lnTo>
                    <a:pt x="11345" y="12295"/>
                  </a:lnTo>
                  <a:lnTo>
                    <a:pt x="11604" y="12079"/>
                  </a:lnTo>
                  <a:lnTo>
                    <a:pt x="11841" y="11863"/>
                  </a:lnTo>
                  <a:lnTo>
                    <a:pt x="12058" y="11604"/>
                  </a:lnTo>
                  <a:lnTo>
                    <a:pt x="12295" y="11366"/>
                  </a:lnTo>
                  <a:lnTo>
                    <a:pt x="12490" y="11107"/>
                  </a:lnTo>
                  <a:lnTo>
                    <a:pt x="12684" y="10826"/>
                  </a:lnTo>
                  <a:lnTo>
                    <a:pt x="12857" y="10545"/>
                  </a:lnTo>
                  <a:lnTo>
                    <a:pt x="13030" y="10264"/>
                  </a:lnTo>
                  <a:lnTo>
                    <a:pt x="13181" y="9962"/>
                  </a:lnTo>
                  <a:lnTo>
                    <a:pt x="13332" y="9637"/>
                  </a:lnTo>
                  <a:lnTo>
                    <a:pt x="13440" y="9335"/>
                  </a:lnTo>
                  <a:lnTo>
                    <a:pt x="13548" y="9011"/>
                  </a:lnTo>
                  <a:lnTo>
                    <a:pt x="13657" y="8687"/>
                  </a:lnTo>
                  <a:lnTo>
                    <a:pt x="13721" y="8341"/>
                  </a:lnTo>
                  <a:lnTo>
                    <a:pt x="13786" y="7995"/>
                  </a:lnTo>
                  <a:lnTo>
                    <a:pt x="13829" y="7650"/>
                  </a:lnTo>
                  <a:lnTo>
                    <a:pt x="13851" y="7304"/>
                  </a:lnTo>
                  <a:lnTo>
                    <a:pt x="13873" y="6937"/>
                  </a:lnTo>
                  <a:lnTo>
                    <a:pt x="13851" y="6591"/>
                  </a:lnTo>
                  <a:lnTo>
                    <a:pt x="13829" y="6245"/>
                  </a:lnTo>
                  <a:lnTo>
                    <a:pt x="13786" y="5899"/>
                  </a:lnTo>
                  <a:lnTo>
                    <a:pt x="13721" y="5554"/>
                  </a:lnTo>
                  <a:lnTo>
                    <a:pt x="13657" y="5208"/>
                  </a:lnTo>
                  <a:lnTo>
                    <a:pt x="13548" y="4884"/>
                  </a:lnTo>
                  <a:lnTo>
                    <a:pt x="13440" y="4560"/>
                  </a:lnTo>
                  <a:lnTo>
                    <a:pt x="13332" y="4236"/>
                  </a:lnTo>
                  <a:lnTo>
                    <a:pt x="13181" y="3933"/>
                  </a:lnTo>
                  <a:lnTo>
                    <a:pt x="13030" y="3631"/>
                  </a:lnTo>
                  <a:lnTo>
                    <a:pt x="12857" y="3350"/>
                  </a:lnTo>
                  <a:lnTo>
                    <a:pt x="12684" y="3069"/>
                  </a:lnTo>
                  <a:lnTo>
                    <a:pt x="12490" y="2788"/>
                  </a:lnTo>
                  <a:lnTo>
                    <a:pt x="12295" y="2529"/>
                  </a:lnTo>
                  <a:lnTo>
                    <a:pt x="12058" y="2291"/>
                  </a:lnTo>
                  <a:lnTo>
                    <a:pt x="11841" y="2032"/>
                  </a:lnTo>
                  <a:lnTo>
                    <a:pt x="11604" y="1816"/>
                  </a:lnTo>
                  <a:lnTo>
                    <a:pt x="11345" y="1599"/>
                  </a:lnTo>
                  <a:lnTo>
                    <a:pt x="11085" y="1383"/>
                  </a:lnTo>
                  <a:lnTo>
                    <a:pt x="10804" y="1189"/>
                  </a:lnTo>
                  <a:lnTo>
                    <a:pt x="10523" y="1016"/>
                  </a:lnTo>
                  <a:lnTo>
                    <a:pt x="10243" y="843"/>
                  </a:lnTo>
                  <a:lnTo>
                    <a:pt x="9940" y="692"/>
                  </a:lnTo>
                  <a:lnTo>
                    <a:pt x="9638" y="562"/>
                  </a:lnTo>
                  <a:lnTo>
                    <a:pt x="9313" y="433"/>
                  </a:lnTo>
                  <a:lnTo>
                    <a:pt x="8989" y="325"/>
                  </a:lnTo>
                  <a:lnTo>
                    <a:pt x="8665" y="217"/>
                  </a:lnTo>
                  <a:lnTo>
                    <a:pt x="8319" y="152"/>
                  </a:lnTo>
                  <a:lnTo>
                    <a:pt x="7995" y="87"/>
                  </a:lnTo>
                  <a:lnTo>
                    <a:pt x="7650" y="44"/>
                  </a:lnTo>
                  <a:lnTo>
                    <a:pt x="7282" y="22"/>
                  </a:lnTo>
                  <a:lnTo>
                    <a:pt x="693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33"/>
            <p:cNvSpPr/>
            <p:nvPr/>
          </p:nvSpPr>
          <p:spPr>
            <a:xfrm>
              <a:off x="14097975" y="4377750"/>
              <a:ext cx="667175" cy="667150"/>
            </a:xfrm>
            <a:custGeom>
              <a:avLst/>
              <a:gdLst/>
              <a:ahLst/>
              <a:cxnLst/>
              <a:rect l="l" t="t" r="r" b="b"/>
              <a:pathLst>
                <a:path w="26687" h="26686" extrusionOk="0">
                  <a:moveTo>
                    <a:pt x="13333" y="1"/>
                  </a:moveTo>
                  <a:lnTo>
                    <a:pt x="12641" y="22"/>
                  </a:lnTo>
                  <a:lnTo>
                    <a:pt x="11971" y="66"/>
                  </a:lnTo>
                  <a:lnTo>
                    <a:pt x="11302" y="152"/>
                  </a:lnTo>
                  <a:lnTo>
                    <a:pt x="10653" y="260"/>
                  </a:lnTo>
                  <a:lnTo>
                    <a:pt x="10005" y="411"/>
                  </a:lnTo>
                  <a:lnTo>
                    <a:pt x="9379" y="606"/>
                  </a:lnTo>
                  <a:lnTo>
                    <a:pt x="8752" y="800"/>
                  </a:lnTo>
                  <a:lnTo>
                    <a:pt x="8147" y="1038"/>
                  </a:lnTo>
                  <a:lnTo>
                    <a:pt x="7564" y="1319"/>
                  </a:lnTo>
                  <a:lnTo>
                    <a:pt x="6980" y="1600"/>
                  </a:lnTo>
                  <a:lnTo>
                    <a:pt x="6418" y="1924"/>
                  </a:lnTo>
                  <a:lnTo>
                    <a:pt x="5878" y="2269"/>
                  </a:lnTo>
                  <a:lnTo>
                    <a:pt x="5360" y="2658"/>
                  </a:lnTo>
                  <a:lnTo>
                    <a:pt x="4841" y="3047"/>
                  </a:lnTo>
                  <a:lnTo>
                    <a:pt x="4366" y="3458"/>
                  </a:lnTo>
                  <a:lnTo>
                    <a:pt x="3912" y="3912"/>
                  </a:lnTo>
                  <a:lnTo>
                    <a:pt x="3458" y="4365"/>
                  </a:lnTo>
                  <a:lnTo>
                    <a:pt x="3048" y="4862"/>
                  </a:lnTo>
                  <a:lnTo>
                    <a:pt x="2637" y="5359"/>
                  </a:lnTo>
                  <a:lnTo>
                    <a:pt x="2270" y="5878"/>
                  </a:lnTo>
                  <a:lnTo>
                    <a:pt x="1924" y="6418"/>
                  </a:lnTo>
                  <a:lnTo>
                    <a:pt x="1600" y="6980"/>
                  </a:lnTo>
                  <a:lnTo>
                    <a:pt x="1319" y="7563"/>
                  </a:lnTo>
                  <a:lnTo>
                    <a:pt x="1038" y="8147"/>
                  </a:lnTo>
                  <a:lnTo>
                    <a:pt x="800" y="8752"/>
                  </a:lnTo>
                  <a:lnTo>
                    <a:pt x="584" y="9378"/>
                  </a:lnTo>
                  <a:lnTo>
                    <a:pt x="411" y="10005"/>
                  </a:lnTo>
                  <a:lnTo>
                    <a:pt x="260" y="10653"/>
                  </a:lnTo>
                  <a:lnTo>
                    <a:pt x="152" y="11301"/>
                  </a:lnTo>
                  <a:lnTo>
                    <a:pt x="66" y="11971"/>
                  </a:lnTo>
                  <a:lnTo>
                    <a:pt x="22" y="12663"/>
                  </a:lnTo>
                  <a:lnTo>
                    <a:pt x="1" y="13333"/>
                  </a:lnTo>
                  <a:lnTo>
                    <a:pt x="22" y="14024"/>
                  </a:lnTo>
                  <a:lnTo>
                    <a:pt x="66" y="14715"/>
                  </a:lnTo>
                  <a:lnTo>
                    <a:pt x="152" y="15364"/>
                  </a:lnTo>
                  <a:lnTo>
                    <a:pt x="260" y="16033"/>
                  </a:lnTo>
                  <a:lnTo>
                    <a:pt x="411" y="16682"/>
                  </a:lnTo>
                  <a:lnTo>
                    <a:pt x="584" y="17308"/>
                  </a:lnTo>
                  <a:lnTo>
                    <a:pt x="800" y="17935"/>
                  </a:lnTo>
                  <a:lnTo>
                    <a:pt x="1038" y="18540"/>
                  </a:lnTo>
                  <a:lnTo>
                    <a:pt x="1319" y="19123"/>
                  </a:lnTo>
                  <a:lnTo>
                    <a:pt x="1600" y="19707"/>
                  </a:lnTo>
                  <a:lnTo>
                    <a:pt x="1924" y="20269"/>
                  </a:lnTo>
                  <a:lnTo>
                    <a:pt x="2270" y="20809"/>
                  </a:lnTo>
                  <a:lnTo>
                    <a:pt x="2637" y="21327"/>
                  </a:lnTo>
                  <a:lnTo>
                    <a:pt x="3048" y="21824"/>
                  </a:lnTo>
                  <a:lnTo>
                    <a:pt x="3458" y="22321"/>
                  </a:lnTo>
                  <a:lnTo>
                    <a:pt x="3912" y="22775"/>
                  </a:lnTo>
                  <a:lnTo>
                    <a:pt x="4366" y="23229"/>
                  </a:lnTo>
                  <a:lnTo>
                    <a:pt x="4841" y="23639"/>
                  </a:lnTo>
                  <a:lnTo>
                    <a:pt x="5360" y="24028"/>
                  </a:lnTo>
                  <a:lnTo>
                    <a:pt x="5878" y="24417"/>
                  </a:lnTo>
                  <a:lnTo>
                    <a:pt x="6418" y="24763"/>
                  </a:lnTo>
                  <a:lnTo>
                    <a:pt x="6980" y="25065"/>
                  </a:lnTo>
                  <a:lnTo>
                    <a:pt x="7564" y="25368"/>
                  </a:lnTo>
                  <a:lnTo>
                    <a:pt x="8147" y="25627"/>
                  </a:lnTo>
                  <a:lnTo>
                    <a:pt x="8752" y="25887"/>
                  </a:lnTo>
                  <a:lnTo>
                    <a:pt x="9379" y="26081"/>
                  </a:lnTo>
                  <a:lnTo>
                    <a:pt x="10005" y="26275"/>
                  </a:lnTo>
                  <a:lnTo>
                    <a:pt x="10653" y="26405"/>
                  </a:lnTo>
                  <a:lnTo>
                    <a:pt x="11302" y="26535"/>
                  </a:lnTo>
                  <a:lnTo>
                    <a:pt x="11971" y="26621"/>
                  </a:lnTo>
                  <a:lnTo>
                    <a:pt x="12641" y="26664"/>
                  </a:lnTo>
                  <a:lnTo>
                    <a:pt x="13333" y="26686"/>
                  </a:lnTo>
                  <a:lnTo>
                    <a:pt x="14024" y="26664"/>
                  </a:lnTo>
                  <a:lnTo>
                    <a:pt x="14694" y="26621"/>
                  </a:lnTo>
                  <a:lnTo>
                    <a:pt x="15364" y="26535"/>
                  </a:lnTo>
                  <a:lnTo>
                    <a:pt x="16034" y="26405"/>
                  </a:lnTo>
                  <a:lnTo>
                    <a:pt x="16682" y="26275"/>
                  </a:lnTo>
                  <a:lnTo>
                    <a:pt x="17308" y="26081"/>
                  </a:lnTo>
                  <a:lnTo>
                    <a:pt x="17935" y="25887"/>
                  </a:lnTo>
                  <a:lnTo>
                    <a:pt x="18540" y="25627"/>
                  </a:lnTo>
                  <a:lnTo>
                    <a:pt x="19124" y="25368"/>
                  </a:lnTo>
                  <a:lnTo>
                    <a:pt x="19707" y="25065"/>
                  </a:lnTo>
                  <a:lnTo>
                    <a:pt x="20269" y="24763"/>
                  </a:lnTo>
                  <a:lnTo>
                    <a:pt x="20809" y="24417"/>
                  </a:lnTo>
                  <a:lnTo>
                    <a:pt x="21327" y="24028"/>
                  </a:lnTo>
                  <a:lnTo>
                    <a:pt x="21824" y="23639"/>
                  </a:lnTo>
                  <a:lnTo>
                    <a:pt x="22321" y="23229"/>
                  </a:lnTo>
                  <a:lnTo>
                    <a:pt x="22775" y="22775"/>
                  </a:lnTo>
                  <a:lnTo>
                    <a:pt x="23207" y="22321"/>
                  </a:lnTo>
                  <a:lnTo>
                    <a:pt x="23639" y="21824"/>
                  </a:lnTo>
                  <a:lnTo>
                    <a:pt x="24028" y="21327"/>
                  </a:lnTo>
                  <a:lnTo>
                    <a:pt x="24396" y="20809"/>
                  </a:lnTo>
                  <a:lnTo>
                    <a:pt x="24741" y="20269"/>
                  </a:lnTo>
                  <a:lnTo>
                    <a:pt x="25066" y="19707"/>
                  </a:lnTo>
                  <a:lnTo>
                    <a:pt x="25368" y="19123"/>
                  </a:lnTo>
                  <a:lnTo>
                    <a:pt x="25627" y="18540"/>
                  </a:lnTo>
                  <a:lnTo>
                    <a:pt x="25865" y="17935"/>
                  </a:lnTo>
                  <a:lnTo>
                    <a:pt x="26081" y="17308"/>
                  </a:lnTo>
                  <a:lnTo>
                    <a:pt x="26254" y="16682"/>
                  </a:lnTo>
                  <a:lnTo>
                    <a:pt x="26405" y="16033"/>
                  </a:lnTo>
                  <a:lnTo>
                    <a:pt x="26535" y="15364"/>
                  </a:lnTo>
                  <a:lnTo>
                    <a:pt x="26621" y="14715"/>
                  </a:lnTo>
                  <a:lnTo>
                    <a:pt x="26665" y="14024"/>
                  </a:lnTo>
                  <a:lnTo>
                    <a:pt x="26686" y="13333"/>
                  </a:lnTo>
                  <a:lnTo>
                    <a:pt x="26665" y="12663"/>
                  </a:lnTo>
                  <a:lnTo>
                    <a:pt x="26621" y="11971"/>
                  </a:lnTo>
                  <a:lnTo>
                    <a:pt x="26535" y="11301"/>
                  </a:lnTo>
                  <a:lnTo>
                    <a:pt x="26405" y="10653"/>
                  </a:lnTo>
                  <a:lnTo>
                    <a:pt x="26254" y="10005"/>
                  </a:lnTo>
                  <a:lnTo>
                    <a:pt x="26081" y="9378"/>
                  </a:lnTo>
                  <a:lnTo>
                    <a:pt x="25865" y="8752"/>
                  </a:lnTo>
                  <a:lnTo>
                    <a:pt x="25627" y="8147"/>
                  </a:lnTo>
                  <a:lnTo>
                    <a:pt x="25368" y="7563"/>
                  </a:lnTo>
                  <a:lnTo>
                    <a:pt x="25066" y="6980"/>
                  </a:lnTo>
                  <a:lnTo>
                    <a:pt x="24741" y="6418"/>
                  </a:lnTo>
                  <a:lnTo>
                    <a:pt x="24396" y="5878"/>
                  </a:lnTo>
                  <a:lnTo>
                    <a:pt x="24028" y="5359"/>
                  </a:lnTo>
                  <a:lnTo>
                    <a:pt x="23639" y="4862"/>
                  </a:lnTo>
                  <a:lnTo>
                    <a:pt x="23207" y="4365"/>
                  </a:lnTo>
                  <a:lnTo>
                    <a:pt x="22775" y="3912"/>
                  </a:lnTo>
                  <a:lnTo>
                    <a:pt x="22321" y="3458"/>
                  </a:lnTo>
                  <a:lnTo>
                    <a:pt x="21824" y="3047"/>
                  </a:lnTo>
                  <a:lnTo>
                    <a:pt x="21327" y="2658"/>
                  </a:lnTo>
                  <a:lnTo>
                    <a:pt x="20809" y="2269"/>
                  </a:lnTo>
                  <a:lnTo>
                    <a:pt x="20269" y="1924"/>
                  </a:lnTo>
                  <a:lnTo>
                    <a:pt x="19707" y="1600"/>
                  </a:lnTo>
                  <a:lnTo>
                    <a:pt x="19124" y="1319"/>
                  </a:lnTo>
                  <a:lnTo>
                    <a:pt x="18540" y="1038"/>
                  </a:lnTo>
                  <a:lnTo>
                    <a:pt x="17935" y="800"/>
                  </a:lnTo>
                  <a:lnTo>
                    <a:pt x="17308" y="606"/>
                  </a:lnTo>
                  <a:lnTo>
                    <a:pt x="16682" y="411"/>
                  </a:lnTo>
                  <a:lnTo>
                    <a:pt x="16034" y="260"/>
                  </a:lnTo>
                  <a:lnTo>
                    <a:pt x="15364" y="152"/>
                  </a:lnTo>
                  <a:lnTo>
                    <a:pt x="14694" y="66"/>
                  </a:lnTo>
                  <a:lnTo>
                    <a:pt x="14024" y="22"/>
                  </a:lnTo>
                  <a:lnTo>
                    <a:pt x="1333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33"/>
            <p:cNvSpPr/>
            <p:nvPr/>
          </p:nvSpPr>
          <p:spPr>
            <a:xfrm>
              <a:off x="14257875" y="4537650"/>
              <a:ext cx="346825" cy="347375"/>
            </a:xfrm>
            <a:custGeom>
              <a:avLst/>
              <a:gdLst/>
              <a:ahLst/>
              <a:cxnLst/>
              <a:rect l="l" t="t" r="r" b="b"/>
              <a:pathLst>
                <a:path w="13873" h="13895" extrusionOk="0">
                  <a:moveTo>
                    <a:pt x="6937" y="1"/>
                  </a:moveTo>
                  <a:lnTo>
                    <a:pt x="6591" y="22"/>
                  </a:lnTo>
                  <a:lnTo>
                    <a:pt x="6224" y="44"/>
                  </a:lnTo>
                  <a:lnTo>
                    <a:pt x="5878" y="87"/>
                  </a:lnTo>
                  <a:lnTo>
                    <a:pt x="5554" y="152"/>
                  </a:lnTo>
                  <a:lnTo>
                    <a:pt x="5208" y="217"/>
                  </a:lnTo>
                  <a:lnTo>
                    <a:pt x="4884" y="325"/>
                  </a:lnTo>
                  <a:lnTo>
                    <a:pt x="4560" y="433"/>
                  </a:lnTo>
                  <a:lnTo>
                    <a:pt x="4236" y="562"/>
                  </a:lnTo>
                  <a:lnTo>
                    <a:pt x="3933" y="692"/>
                  </a:lnTo>
                  <a:lnTo>
                    <a:pt x="3631" y="843"/>
                  </a:lnTo>
                  <a:lnTo>
                    <a:pt x="3350" y="1016"/>
                  </a:lnTo>
                  <a:lnTo>
                    <a:pt x="3069" y="1189"/>
                  </a:lnTo>
                  <a:lnTo>
                    <a:pt x="2788" y="1383"/>
                  </a:lnTo>
                  <a:lnTo>
                    <a:pt x="2529" y="1599"/>
                  </a:lnTo>
                  <a:lnTo>
                    <a:pt x="2269" y="1816"/>
                  </a:lnTo>
                  <a:lnTo>
                    <a:pt x="2032" y="2032"/>
                  </a:lnTo>
                  <a:lnTo>
                    <a:pt x="1816" y="2291"/>
                  </a:lnTo>
                  <a:lnTo>
                    <a:pt x="1578" y="2529"/>
                  </a:lnTo>
                  <a:lnTo>
                    <a:pt x="1384" y="2788"/>
                  </a:lnTo>
                  <a:lnTo>
                    <a:pt x="1189" y="3069"/>
                  </a:lnTo>
                  <a:lnTo>
                    <a:pt x="1016" y="3350"/>
                  </a:lnTo>
                  <a:lnTo>
                    <a:pt x="843" y="3631"/>
                  </a:lnTo>
                  <a:lnTo>
                    <a:pt x="692" y="3933"/>
                  </a:lnTo>
                  <a:lnTo>
                    <a:pt x="541" y="4236"/>
                  </a:lnTo>
                  <a:lnTo>
                    <a:pt x="433" y="4560"/>
                  </a:lnTo>
                  <a:lnTo>
                    <a:pt x="325" y="4884"/>
                  </a:lnTo>
                  <a:lnTo>
                    <a:pt x="217" y="5208"/>
                  </a:lnTo>
                  <a:lnTo>
                    <a:pt x="152" y="5554"/>
                  </a:lnTo>
                  <a:lnTo>
                    <a:pt x="87" y="5899"/>
                  </a:lnTo>
                  <a:lnTo>
                    <a:pt x="44" y="6245"/>
                  </a:lnTo>
                  <a:lnTo>
                    <a:pt x="22" y="6591"/>
                  </a:lnTo>
                  <a:lnTo>
                    <a:pt x="1" y="6937"/>
                  </a:lnTo>
                  <a:lnTo>
                    <a:pt x="22" y="7304"/>
                  </a:lnTo>
                  <a:lnTo>
                    <a:pt x="44" y="7650"/>
                  </a:lnTo>
                  <a:lnTo>
                    <a:pt x="87" y="7995"/>
                  </a:lnTo>
                  <a:lnTo>
                    <a:pt x="152" y="8341"/>
                  </a:lnTo>
                  <a:lnTo>
                    <a:pt x="217" y="8687"/>
                  </a:lnTo>
                  <a:lnTo>
                    <a:pt x="325" y="9011"/>
                  </a:lnTo>
                  <a:lnTo>
                    <a:pt x="433" y="9335"/>
                  </a:lnTo>
                  <a:lnTo>
                    <a:pt x="541" y="9637"/>
                  </a:lnTo>
                  <a:lnTo>
                    <a:pt x="692" y="9962"/>
                  </a:lnTo>
                  <a:lnTo>
                    <a:pt x="843" y="10264"/>
                  </a:lnTo>
                  <a:lnTo>
                    <a:pt x="1016" y="10545"/>
                  </a:lnTo>
                  <a:lnTo>
                    <a:pt x="1189" y="10826"/>
                  </a:lnTo>
                  <a:lnTo>
                    <a:pt x="1384" y="11107"/>
                  </a:lnTo>
                  <a:lnTo>
                    <a:pt x="1578" y="11366"/>
                  </a:lnTo>
                  <a:lnTo>
                    <a:pt x="1816" y="11604"/>
                  </a:lnTo>
                  <a:lnTo>
                    <a:pt x="2032" y="11863"/>
                  </a:lnTo>
                  <a:lnTo>
                    <a:pt x="2269" y="12079"/>
                  </a:lnTo>
                  <a:lnTo>
                    <a:pt x="2529" y="12295"/>
                  </a:lnTo>
                  <a:lnTo>
                    <a:pt x="2788" y="12511"/>
                  </a:lnTo>
                  <a:lnTo>
                    <a:pt x="3069" y="12706"/>
                  </a:lnTo>
                  <a:lnTo>
                    <a:pt x="3350" y="12879"/>
                  </a:lnTo>
                  <a:lnTo>
                    <a:pt x="3631" y="13051"/>
                  </a:lnTo>
                  <a:lnTo>
                    <a:pt x="3933" y="13203"/>
                  </a:lnTo>
                  <a:lnTo>
                    <a:pt x="4236" y="13332"/>
                  </a:lnTo>
                  <a:lnTo>
                    <a:pt x="4560" y="13462"/>
                  </a:lnTo>
                  <a:lnTo>
                    <a:pt x="4884" y="13570"/>
                  </a:lnTo>
                  <a:lnTo>
                    <a:pt x="5208" y="13656"/>
                  </a:lnTo>
                  <a:lnTo>
                    <a:pt x="5554" y="13743"/>
                  </a:lnTo>
                  <a:lnTo>
                    <a:pt x="5878" y="13808"/>
                  </a:lnTo>
                  <a:lnTo>
                    <a:pt x="6224" y="13851"/>
                  </a:lnTo>
                  <a:lnTo>
                    <a:pt x="6591" y="13873"/>
                  </a:lnTo>
                  <a:lnTo>
                    <a:pt x="6937" y="13894"/>
                  </a:lnTo>
                  <a:lnTo>
                    <a:pt x="7304" y="13873"/>
                  </a:lnTo>
                  <a:lnTo>
                    <a:pt x="7650" y="13851"/>
                  </a:lnTo>
                  <a:lnTo>
                    <a:pt x="7995" y="13808"/>
                  </a:lnTo>
                  <a:lnTo>
                    <a:pt x="8341" y="13743"/>
                  </a:lnTo>
                  <a:lnTo>
                    <a:pt x="8687" y="13656"/>
                  </a:lnTo>
                  <a:lnTo>
                    <a:pt x="9011" y="13570"/>
                  </a:lnTo>
                  <a:lnTo>
                    <a:pt x="9335" y="13462"/>
                  </a:lnTo>
                  <a:lnTo>
                    <a:pt x="9638" y="13332"/>
                  </a:lnTo>
                  <a:lnTo>
                    <a:pt x="9940" y="13203"/>
                  </a:lnTo>
                  <a:lnTo>
                    <a:pt x="10243" y="13051"/>
                  </a:lnTo>
                  <a:lnTo>
                    <a:pt x="10545" y="12879"/>
                  </a:lnTo>
                  <a:lnTo>
                    <a:pt x="10826" y="12706"/>
                  </a:lnTo>
                  <a:lnTo>
                    <a:pt x="11085" y="12511"/>
                  </a:lnTo>
                  <a:lnTo>
                    <a:pt x="11366" y="12295"/>
                  </a:lnTo>
                  <a:lnTo>
                    <a:pt x="11604" y="12079"/>
                  </a:lnTo>
                  <a:lnTo>
                    <a:pt x="11842" y="11863"/>
                  </a:lnTo>
                  <a:lnTo>
                    <a:pt x="12079" y="11604"/>
                  </a:lnTo>
                  <a:lnTo>
                    <a:pt x="12295" y="11366"/>
                  </a:lnTo>
                  <a:lnTo>
                    <a:pt x="12511" y="11107"/>
                  </a:lnTo>
                  <a:lnTo>
                    <a:pt x="12706" y="10826"/>
                  </a:lnTo>
                  <a:lnTo>
                    <a:pt x="12879" y="10545"/>
                  </a:lnTo>
                  <a:lnTo>
                    <a:pt x="13052" y="10264"/>
                  </a:lnTo>
                  <a:lnTo>
                    <a:pt x="13203" y="9962"/>
                  </a:lnTo>
                  <a:lnTo>
                    <a:pt x="13333" y="9637"/>
                  </a:lnTo>
                  <a:lnTo>
                    <a:pt x="13462" y="9335"/>
                  </a:lnTo>
                  <a:lnTo>
                    <a:pt x="13570" y="9011"/>
                  </a:lnTo>
                  <a:lnTo>
                    <a:pt x="13657" y="8687"/>
                  </a:lnTo>
                  <a:lnTo>
                    <a:pt x="13743" y="8341"/>
                  </a:lnTo>
                  <a:lnTo>
                    <a:pt x="13808" y="7995"/>
                  </a:lnTo>
                  <a:lnTo>
                    <a:pt x="13851" y="7650"/>
                  </a:lnTo>
                  <a:lnTo>
                    <a:pt x="13873" y="7304"/>
                  </a:lnTo>
                  <a:lnTo>
                    <a:pt x="13873" y="6937"/>
                  </a:lnTo>
                  <a:lnTo>
                    <a:pt x="13873" y="6591"/>
                  </a:lnTo>
                  <a:lnTo>
                    <a:pt x="13851" y="6245"/>
                  </a:lnTo>
                  <a:lnTo>
                    <a:pt x="13808" y="5899"/>
                  </a:lnTo>
                  <a:lnTo>
                    <a:pt x="13743" y="5554"/>
                  </a:lnTo>
                  <a:lnTo>
                    <a:pt x="13657" y="5208"/>
                  </a:lnTo>
                  <a:lnTo>
                    <a:pt x="13570" y="4884"/>
                  </a:lnTo>
                  <a:lnTo>
                    <a:pt x="13462" y="4560"/>
                  </a:lnTo>
                  <a:lnTo>
                    <a:pt x="13333" y="4236"/>
                  </a:lnTo>
                  <a:lnTo>
                    <a:pt x="13203" y="3933"/>
                  </a:lnTo>
                  <a:lnTo>
                    <a:pt x="13052" y="3631"/>
                  </a:lnTo>
                  <a:lnTo>
                    <a:pt x="12879" y="3350"/>
                  </a:lnTo>
                  <a:lnTo>
                    <a:pt x="12706" y="3069"/>
                  </a:lnTo>
                  <a:lnTo>
                    <a:pt x="12511" y="2788"/>
                  </a:lnTo>
                  <a:lnTo>
                    <a:pt x="12295" y="2529"/>
                  </a:lnTo>
                  <a:lnTo>
                    <a:pt x="12079" y="2291"/>
                  </a:lnTo>
                  <a:lnTo>
                    <a:pt x="11842" y="2032"/>
                  </a:lnTo>
                  <a:lnTo>
                    <a:pt x="11604" y="1816"/>
                  </a:lnTo>
                  <a:lnTo>
                    <a:pt x="11366" y="1599"/>
                  </a:lnTo>
                  <a:lnTo>
                    <a:pt x="11085" y="1383"/>
                  </a:lnTo>
                  <a:lnTo>
                    <a:pt x="10826" y="1189"/>
                  </a:lnTo>
                  <a:lnTo>
                    <a:pt x="10545" y="1016"/>
                  </a:lnTo>
                  <a:lnTo>
                    <a:pt x="10243" y="843"/>
                  </a:lnTo>
                  <a:lnTo>
                    <a:pt x="9940" y="692"/>
                  </a:lnTo>
                  <a:lnTo>
                    <a:pt x="9638" y="562"/>
                  </a:lnTo>
                  <a:lnTo>
                    <a:pt x="9335" y="433"/>
                  </a:lnTo>
                  <a:lnTo>
                    <a:pt x="9011" y="325"/>
                  </a:lnTo>
                  <a:lnTo>
                    <a:pt x="8687" y="217"/>
                  </a:lnTo>
                  <a:lnTo>
                    <a:pt x="8341" y="152"/>
                  </a:lnTo>
                  <a:lnTo>
                    <a:pt x="7995" y="87"/>
                  </a:lnTo>
                  <a:lnTo>
                    <a:pt x="7650" y="44"/>
                  </a:lnTo>
                  <a:lnTo>
                    <a:pt x="7304" y="22"/>
                  </a:lnTo>
                  <a:lnTo>
                    <a:pt x="693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33"/>
            <p:cNvSpPr/>
            <p:nvPr/>
          </p:nvSpPr>
          <p:spPr>
            <a:xfrm>
              <a:off x="13389250" y="3497250"/>
              <a:ext cx="435975" cy="693625"/>
            </a:xfrm>
            <a:custGeom>
              <a:avLst/>
              <a:gdLst/>
              <a:ahLst/>
              <a:cxnLst/>
              <a:rect l="l" t="t" r="r" b="b"/>
              <a:pathLst>
                <a:path w="17439" h="27745" extrusionOk="0">
                  <a:moveTo>
                    <a:pt x="17438" y="0"/>
                  </a:moveTo>
                  <a:lnTo>
                    <a:pt x="16423" y="195"/>
                  </a:lnTo>
                  <a:lnTo>
                    <a:pt x="15429" y="454"/>
                  </a:lnTo>
                  <a:lnTo>
                    <a:pt x="14478" y="713"/>
                  </a:lnTo>
                  <a:lnTo>
                    <a:pt x="13570" y="1016"/>
                  </a:lnTo>
                  <a:lnTo>
                    <a:pt x="12684" y="1318"/>
                  </a:lnTo>
                  <a:lnTo>
                    <a:pt x="11842" y="1664"/>
                  </a:lnTo>
                  <a:lnTo>
                    <a:pt x="11042" y="2031"/>
                  </a:lnTo>
                  <a:lnTo>
                    <a:pt x="10286" y="2399"/>
                  </a:lnTo>
                  <a:lnTo>
                    <a:pt x="9551" y="2809"/>
                  </a:lnTo>
                  <a:lnTo>
                    <a:pt x="8860" y="3242"/>
                  </a:lnTo>
                  <a:lnTo>
                    <a:pt x="8190" y="3674"/>
                  </a:lnTo>
                  <a:lnTo>
                    <a:pt x="7563" y="4127"/>
                  </a:lnTo>
                  <a:lnTo>
                    <a:pt x="6958" y="4603"/>
                  </a:lnTo>
                  <a:lnTo>
                    <a:pt x="6397" y="5100"/>
                  </a:lnTo>
                  <a:lnTo>
                    <a:pt x="5856" y="5618"/>
                  </a:lnTo>
                  <a:lnTo>
                    <a:pt x="5360" y="6137"/>
                  </a:lnTo>
                  <a:lnTo>
                    <a:pt x="4884" y="6656"/>
                  </a:lnTo>
                  <a:lnTo>
                    <a:pt x="4430" y="7196"/>
                  </a:lnTo>
                  <a:lnTo>
                    <a:pt x="3998" y="7757"/>
                  </a:lnTo>
                  <a:lnTo>
                    <a:pt x="3609" y="8319"/>
                  </a:lnTo>
                  <a:lnTo>
                    <a:pt x="3242" y="8881"/>
                  </a:lnTo>
                  <a:lnTo>
                    <a:pt x="2896" y="9464"/>
                  </a:lnTo>
                  <a:lnTo>
                    <a:pt x="2572" y="10048"/>
                  </a:lnTo>
                  <a:lnTo>
                    <a:pt x="2270" y="10653"/>
                  </a:lnTo>
                  <a:lnTo>
                    <a:pt x="1989" y="11236"/>
                  </a:lnTo>
                  <a:lnTo>
                    <a:pt x="1729" y="11841"/>
                  </a:lnTo>
                  <a:lnTo>
                    <a:pt x="1513" y="12446"/>
                  </a:lnTo>
                  <a:lnTo>
                    <a:pt x="1297" y="13051"/>
                  </a:lnTo>
                  <a:lnTo>
                    <a:pt x="1103" y="13656"/>
                  </a:lnTo>
                  <a:lnTo>
                    <a:pt x="930" y="14261"/>
                  </a:lnTo>
                  <a:lnTo>
                    <a:pt x="757" y="14866"/>
                  </a:lnTo>
                  <a:lnTo>
                    <a:pt x="627" y="15471"/>
                  </a:lnTo>
                  <a:lnTo>
                    <a:pt x="498" y="16076"/>
                  </a:lnTo>
                  <a:lnTo>
                    <a:pt x="390" y="16660"/>
                  </a:lnTo>
                  <a:lnTo>
                    <a:pt x="303" y="17243"/>
                  </a:lnTo>
                  <a:lnTo>
                    <a:pt x="217" y="17827"/>
                  </a:lnTo>
                  <a:lnTo>
                    <a:pt x="109" y="18972"/>
                  </a:lnTo>
                  <a:lnTo>
                    <a:pt x="44" y="20095"/>
                  </a:lnTo>
                  <a:lnTo>
                    <a:pt x="1" y="21154"/>
                  </a:lnTo>
                  <a:lnTo>
                    <a:pt x="1" y="22170"/>
                  </a:lnTo>
                  <a:lnTo>
                    <a:pt x="44" y="23120"/>
                  </a:lnTo>
                  <a:lnTo>
                    <a:pt x="109" y="24006"/>
                  </a:lnTo>
                  <a:lnTo>
                    <a:pt x="174" y="24827"/>
                  </a:lnTo>
                  <a:lnTo>
                    <a:pt x="260" y="25541"/>
                  </a:lnTo>
                  <a:lnTo>
                    <a:pt x="347" y="26189"/>
                  </a:lnTo>
                  <a:lnTo>
                    <a:pt x="433" y="26729"/>
                  </a:lnTo>
                  <a:lnTo>
                    <a:pt x="563" y="27485"/>
                  </a:lnTo>
                  <a:lnTo>
                    <a:pt x="627" y="27744"/>
                  </a:lnTo>
                  <a:lnTo>
                    <a:pt x="17438" y="27744"/>
                  </a:lnTo>
                  <a:lnTo>
                    <a:pt x="1743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33"/>
            <p:cNvSpPr/>
            <p:nvPr/>
          </p:nvSpPr>
          <p:spPr>
            <a:xfrm>
              <a:off x="13389250" y="3497250"/>
              <a:ext cx="435975" cy="693625"/>
            </a:xfrm>
            <a:custGeom>
              <a:avLst/>
              <a:gdLst/>
              <a:ahLst/>
              <a:cxnLst/>
              <a:rect l="l" t="t" r="r" b="b"/>
              <a:pathLst>
                <a:path w="17439" h="27745" fill="none" extrusionOk="0">
                  <a:moveTo>
                    <a:pt x="627" y="27744"/>
                  </a:moveTo>
                  <a:lnTo>
                    <a:pt x="627" y="27744"/>
                  </a:lnTo>
                  <a:lnTo>
                    <a:pt x="563" y="27485"/>
                  </a:lnTo>
                  <a:lnTo>
                    <a:pt x="433" y="26729"/>
                  </a:lnTo>
                  <a:lnTo>
                    <a:pt x="347" y="26189"/>
                  </a:lnTo>
                  <a:lnTo>
                    <a:pt x="260" y="25541"/>
                  </a:lnTo>
                  <a:lnTo>
                    <a:pt x="174" y="24827"/>
                  </a:lnTo>
                  <a:lnTo>
                    <a:pt x="109" y="24006"/>
                  </a:lnTo>
                  <a:lnTo>
                    <a:pt x="44" y="23120"/>
                  </a:lnTo>
                  <a:lnTo>
                    <a:pt x="1" y="22170"/>
                  </a:lnTo>
                  <a:lnTo>
                    <a:pt x="1" y="21154"/>
                  </a:lnTo>
                  <a:lnTo>
                    <a:pt x="44" y="20095"/>
                  </a:lnTo>
                  <a:lnTo>
                    <a:pt x="109" y="18972"/>
                  </a:lnTo>
                  <a:lnTo>
                    <a:pt x="217" y="17827"/>
                  </a:lnTo>
                  <a:lnTo>
                    <a:pt x="303" y="17243"/>
                  </a:lnTo>
                  <a:lnTo>
                    <a:pt x="390" y="16660"/>
                  </a:lnTo>
                  <a:lnTo>
                    <a:pt x="498" y="16076"/>
                  </a:lnTo>
                  <a:lnTo>
                    <a:pt x="627" y="15471"/>
                  </a:lnTo>
                  <a:lnTo>
                    <a:pt x="757" y="14866"/>
                  </a:lnTo>
                  <a:lnTo>
                    <a:pt x="930" y="14261"/>
                  </a:lnTo>
                  <a:lnTo>
                    <a:pt x="1103" y="13656"/>
                  </a:lnTo>
                  <a:lnTo>
                    <a:pt x="1297" y="13051"/>
                  </a:lnTo>
                  <a:lnTo>
                    <a:pt x="1513" y="12446"/>
                  </a:lnTo>
                  <a:lnTo>
                    <a:pt x="1729" y="11841"/>
                  </a:lnTo>
                  <a:lnTo>
                    <a:pt x="1989" y="11236"/>
                  </a:lnTo>
                  <a:lnTo>
                    <a:pt x="2270" y="10653"/>
                  </a:lnTo>
                  <a:lnTo>
                    <a:pt x="2572" y="10048"/>
                  </a:lnTo>
                  <a:lnTo>
                    <a:pt x="2896" y="9464"/>
                  </a:lnTo>
                  <a:lnTo>
                    <a:pt x="3242" y="8881"/>
                  </a:lnTo>
                  <a:lnTo>
                    <a:pt x="3609" y="8319"/>
                  </a:lnTo>
                  <a:lnTo>
                    <a:pt x="3998" y="7757"/>
                  </a:lnTo>
                  <a:lnTo>
                    <a:pt x="4430" y="7196"/>
                  </a:lnTo>
                  <a:lnTo>
                    <a:pt x="4884" y="6656"/>
                  </a:lnTo>
                  <a:lnTo>
                    <a:pt x="5360" y="6137"/>
                  </a:lnTo>
                  <a:lnTo>
                    <a:pt x="5856" y="5618"/>
                  </a:lnTo>
                  <a:lnTo>
                    <a:pt x="6397" y="5100"/>
                  </a:lnTo>
                  <a:lnTo>
                    <a:pt x="6958" y="4603"/>
                  </a:lnTo>
                  <a:lnTo>
                    <a:pt x="7563" y="4127"/>
                  </a:lnTo>
                  <a:lnTo>
                    <a:pt x="8190" y="3674"/>
                  </a:lnTo>
                  <a:lnTo>
                    <a:pt x="8860" y="3242"/>
                  </a:lnTo>
                  <a:lnTo>
                    <a:pt x="9551" y="2809"/>
                  </a:lnTo>
                  <a:lnTo>
                    <a:pt x="10286" y="2399"/>
                  </a:lnTo>
                  <a:lnTo>
                    <a:pt x="11042" y="2031"/>
                  </a:lnTo>
                  <a:lnTo>
                    <a:pt x="11842" y="1664"/>
                  </a:lnTo>
                  <a:lnTo>
                    <a:pt x="12684" y="1318"/>
                  </a:lnTo>
                  <a:lnTo>
                    <a:pt x="13570" y="1016"/>
                  </a:lnTo>
                  <a:lnTo>
                    <a:pt x="14478" y="713"/>
                  </a:lnTo>
                  <a:lnTo>
                    <a:pt x="15429" y="454"/>
                  </a:lnTo>
                  <a:lnTo>
                    <a:pt x="16423" y="195"/>
                  </a:lnTo>
                  <a:lnTo>
                    <a:pt x="17438" y="0"/>
                  </a:lnTo>
                  <a:lnTo>
                    <a:pt x="17438" y="27744"/>
                  </a:lnTo>
                  <a:lnTo>
                    <a:pt x="627" y="2774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33"/>
            <p:cNvSpPr/>
            <p:nvPr/>
          </p:nvSpPr>
          <p:spPr>
            <a:xfrm>
              <a:off x="13402775" y="3582600"/>
              <a:ext cx="422450" cy="608275"/>
            </a:xfrm>
            <a:custGeom>
              <a:avLst/>
              <a:gdLst/>
              <a:ahLst/>
              <a:cxnLst/>
              <a:rect l="l" t="t" r="r" b="b"/>
              <a:pathLst>
                <a:path w="16898" h="24331" extrusionOk="0">
                  <a:moveTo>
                    <a:pt x="16897" y="0"/>
                  </a:moveTo>
                  <a:lnTo>
                    <a:pt x="16292" y="130"/>
                  </a:lnTo>
                  <a:lnTo>
                    <a:pt x="15687" y="303"/>
                  </a:lnTo>
                  <a:lnTo>
                    <a:pt x="15082" y="476"/>
                  </a:lnTo>
                  <a:lnTo>
                    <a:pt x="14499" y="670"/>
                  </a:lnTo>
                  <a:lnTo>
                    <a:pt x="14585" y="1426"/>
                  </a:lnTo>
                  <a:lnTo>
                    <a:pt x="14650" y="2161"/>
                  </a:lnTo>
                  <a:lnTo>
                    <a:pt x="14693" y="2939"/>
                  </a:lnTo>
                  <a:lnTo>
                    <a:pt x="14715" y="3695"/>
                  </a:lnTo>
                  <a:lnTo>
                    <a:pt x="14693" y="4560"/>
                  </a:lnTo>
                  <a:lnTo>
                    <a:pt x="14628" y="5424"/>
                  </a:lnTo>
                  <a:lnTo>
                    <a:pt x="14542" y="6288"/>
                  </a:lnTo>
                  <a:lnTo>
                    <a:pt x="14434" y="7131"/>
                  </a:lnTo>
                  <a:lnTo>
                    <a:pt x="14261" y="7952"/>
                  </a:lnTo>
                  <a:lnTo>
                    <a:pt x="14088" y="8795"/>
                  </a:lnTo>
                  <a:lnTo>
                    <a:pt x="13850" y="9594"/>
                  </a:lnTo>
                  <a:lnTo>
                    <a:pt x="13613" y="10394"/>
                  </a:lnTo>
                  <a:lnTo>
                    <a:pt x="13310" y="11193"/>
                  </a:lnTo>
                  <a:lnTo>
                    <a:pt x="13008" y="11949"/>
                  </a:lnTo>
                  <a:lnTo>
                    <a:pt x="12662" y="12706"/>
                  </a:lnTo>
                  <a:lnTo>
                    <a:pt x="12295" y="13462"/>
                  </a:lnTo>
                  <a:lnTo>
                    <a:pt x="11884" y="14175"/>
                  </a:lnTo>
                  <a:lnTo>
                    <a:pt x="11474" y="14888"/>
                  </a:lnTo>
                  <a:lnTo>
                    <a:pt x="11020" y="15579"/>
                  </a:lnTo>
                  <a:lnTo>
                    <a:pt x="10545" y="16249"/>
                  </a:lnTo>
                  <a:lnTo>
                    <a:pt x="10026" y="16919"/>
                  </a:lnTo>
                  <a:lnTo>
                    <a:pt x="9507" y="17546"/>
                  </a:lnTo>
                  <a:lnTo>
                    <a:pt x="8946" y="18172"/>
                  </a:lnTo>
                  <a:lnTo>
                    <a:pt x="8384" y="18756"/>
                  </a:lnTo>
                  <a:lnTo>
                    <a:pt x="7779" y="19339"/>
                  </a:lnTo>
                  <a:lnTo>
                    <a:pt x="7174" y="19879"/>
                  </a:lnTo>
                  <a:lnTo>
                    <a:pt x="6526" y="20398"/>
                  </a:lnTo>
                  <a:lnTo>
                    <a:pt x="5877" y="20916"/>
                  </a:lnTo>
                  <a:lnTo>
                    <a:pt x="5207" y="21392"/>
                  </a:lnTo>
                  <a:lnTo>
                    <a:pt x="4516" y="21846"/>
                  </a:lnTo>
                  <a:lnTo>
                    <a:pt x="3803" y="22256"/>
                  </a:lnTo>
                  <a:lnTo>
                    <a:pt x="3068" y="22667"/>
                  </a:lnTo>
                  <a:lnTo>
                    <a:pt x="2334" y="23034"/>
                  </a:lnTo>
                  <a:lnTo>
                    <a:pt x="1577" y="23380"/>
                  </a:lnTo>
                  <a:lnTo>
                    <a:pt x="800" y="23682"/>
                  </a:lnTo>
                  <a:lnTo>
                    <a:pt x="0" y="23963"/>
                  </a:lnTo>
                  <a:lnTo>
                    <a:pt x="86" y="24330"/>
                  </a:lnTo>
                  <a:lnTo>
                    <a:pt x="16897" y="24330"/>
                  </a:lnTo>
                  <a:lnTo>
                    <a:pt x="1689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33"/>
            <p:cNvSpPr/>
            <p:nvPr/>
          </p:nvSpPr>
          <p:spPr>
            <a:xfrm>
              <a:off x="13402775" y="3582600"/>
              <a:ext cx="422450" cy="608275"/>
            </a:xfrm>
            <a:custGeom>
              <a:avLst/>
              <a:gdLst/>
              <a:ahLst/>
              <a:cxnLst/>
              <a:rect l="l" t="t" r="r" b="b"/>
              <a:pathLst>
                <a:path w="16898" h="24331" fill="none" extrusionOk="0">
                  <a:moveTo>
                    <a:pt x="16897" y="0"/>
                  </a:moveTo>
                  <a:lnTo>
                    <a:pt x="16897" y="0"/>
                  </a:lnTo>
                  <a:lnTo>
                    <a:pt x="16292" y="130"/>
                  </a:lnTo>
                  <a:lnTo>
                    <a:pt x="15687" y="303"/>
                  </a:lnTo>
                  <a:lnTo>
                    <a:pt x="15082" y="476"/>
                  </a:lnTo>
                  <a:lnTo>
                    <a:pt x="14499" y="670"/>
                  </a:lnTo>
                  <a:lnTo>
                    <a:pt x="14499" y="670"/>
                  </a:lnTo>
                  <a:lnTo>
                    <a:pt x="14585" y="1426"/>
                  </a:lnTo>
                  <a:lnTo>
                    <a:pt x="14650" y="2161"/>
                  </a:lnTo>
                  <a:lnTo>
                    <a:pt x="14693" y="2939"/>
                  </a:lnTo>
                  <a:lnTo>
                    <a:pt x="14715" y="3695"/>
                  </a:lnTo>
                  <a:lnTo>
                    <a:pt x="14715" y="3695"/>
                  </a:lnTo>
                  <a:lnTo>
                    <a:pt x="14693" y="4560"/>
                  </a:lnTo>
                  <a:lnTo>
                    <a:pt x="14628" y="5424"/>
                  </a:lnTo>
                  <a:lnTo>
                    <a:pt x="14542" y="6288"/>
                  </a:lnTo>
                  <a:lnTo>
                    <a:pt x="14434" y="7131"/>
                  </a:lnTo>
                  <a:lnTo>
                    <a:pt x="14261" y="7952"/>
                  </a:lnTo>
                  <a:lnTo>
                    <a:pt x="14088" y="8795"/>
                  </a:lnTo>
                  <a:lnTo>
                    <a:pt x="13850" y="9594"/>
                  </a:lnTo>
                  <a:lnTo>
                    <a:pt x="13613" y="10394"/>
                  </a:lnTo>
                  <a:lnTo>
                    <a:pt x="13310" y="11193"/>
                  </a:lnTo>
                  <a:lnTo>
                    <a:pt x="13008" y="11949"/>
                  </a:lnTo>
                  <a:lnTo>
                    <a:pt x="12662" y="12706"/>
                  </a:lnTo>
                  <a:lnTo>
                    <a:pt x="12295" y="13462"/>
                  </a:lnTo>
                  <a:lnTo>
                    <a:pt x="11884" y="14175"/>
                  </a:lnTo>
                  <a:lnTo>
                    <a:pt x="11474" y="14888"/>
                  </a:lnTo>
                  <a:lnTo>
                    <a:pt x="11020" y="15579"/>
                  </a:lnTo>
                  <a:lnTo>
                    <a:pt x="10545" y="16249"/>
                  </a:lnTo>
                  <a:lnTo>
                    <a:pt x="10026" y="16919"/>
                  </a:lnTo>
                  <a:lnTo>
                    <a:pt x="9507" y="17546"/>
                  </a:lnTo>
                  <a:lnTo>
                    <a:pt x="8946" y="18172"/>
                  </a:lnTo>
                  <a:lnTo>
                    <a:pt x="8384" y="18756"/>
                  </a:lnTo>
                  <a:lnTo>
                    <a:pt x="7779" y="19339"/>
                  </a:lnTo>
                  <a:lnTo>
                    <a:pt x="7174" y="19879"/>
                  </a:lnTo>
                  <a:lnTo>
                    <a:pt x="6526" y="20398"/>
                  </a:lnTo>
                  <a:lnTo>
                    <a:pt x="5877" y="20916"/>
                  </a:lnTo>
                  <a:lnTo>
                    <a:pt x="5207" y="21392"/>
                  </a:lnTo>
                  <a:lnTo>
                    <a:pt x="4516" y="21846"/>
                  </a:lnTo>
                  <a:lnTo>
                    <a:pt x="3803" y="22256"/>
                  </a:lnTo>
                  <a:lnTo>
                    <a:pt x="3068" y="22667"/>
                  </a:lnTo>
                  <a:lnTo>
                    <a:pt x="2334" y="23034"/>
                  </a:lnTo>
                  <a:lnTo>
                    <a:pt x="1577" y="23380"/>
                  </a:lnTo>
                  <a:lnTo>
                    <a:pt x="800" y="23682"/>
                  </a:lnTo>
                  <a:lnTo>
                    <a:pt x="0" y="23963"/>
                  </a:lnTo>
                  <a:lnTo>
                    <a:pt x="0" y="23963"/>
                  </a:lnTo>
                  <a:lnTo>
                    <a:pt x="86" y="24330"/>
                  </a:lnTo>
                  <a:lnTo>
                    <a:pt x="16897" y="24330"/>
                  </a:lnTo>
                  <a:lnTo>
                    <a:pt x="1689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33"/>
            <p:cNvSpPr/>
            <p:nvPr/>
          </p:nvSpPr>
          <p:spPr>
            <a:xfrm>
              <a:off x="13825200" y="3497250"/>
              <a:ext cx="6500" cy="83750"/>
            </a:xfrm>
            <a:custGeom>
              <a:avLst/>
              <a:gdLst/>
              <a:ahLst/>
              <a:cxnLst/>
              <a:rect l="l" t="t" r="r" b="b"/>
              <a:pathLst>
                <a:path w="260" h="3350" extrusionOk="0">
                  <a:moveTo>
                    <a:pt x="259" y="0"/>
                  </a:moveTo>
                  <a:lnTo>
                    <a:pt x="259" y="0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59" y="0"/>
                  </a:lnTo>
                  <a:lnTo>
                    <a:pt x="259" y="3350"/>
                  </a:lnTo>
                  <a:lnTo>
                    <a:pt x="259" y="335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AB0D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33"/>
            <p:cNvSpPr/>
            <p:nvPr/>
          </p:nvSpPr>
          <p:spPr>
            <a:xfrm>
              <a:off x="13825200" y="3497250"/>
              <a:ext cx="6500" cy="83750"/>
            </a:xfrm>
            <a:custGeom>
              <a:avLst/>
              <a:gdLst/>
              <a:ahLst/>
              <a:cxnLst/>
              <a:rect l="l" t="t" r="r" b="b"/>
              <a:pathLst>
                <a:path w="260" h="3350" fill="none" extrusionOk="0">
                  <a:moveTo>
                    <a:pt x="259" y="0"/>
                  </a:moveTo>
                  <a:lnTo>
                    <a:pt x="259" y="0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59" y="0"/>
                  </a:lnTo>
                  <a:lnTo>
                    <a:pt x="259" y="3350"/>
                  </a:lnTo>
                  <a:lnTo>
                    <a:pt x="259" y="3350"/>
                  </a:lnTo>
                  <a:lnTo>
                    <a:pt x="25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33"/>
            <p:cNvSpPr/>
            <p:nvPr/>
          </p:nvSpPr>
          <p:spPr>
            <a:xfrm>
              <a:off x="13390875" y="3498325"/>
              <a:ext cx="434350" cy="679575"/>
            </a:xfrm>
            <a:custGeom>
              <a:avLst/>
              <a:gdLst/>
              <a:ahLst/>
              <a:cxnLst/>
              <a:rect l="l" t="t" r="r" b="b"/>
              <a:pathLst>
                <a:path w="17374" h="27183" extrusionOk="0">
                  <a:moveTo>
                    <a:pt x="17373" y="1"/>
                  </a:moveTo>
                  <a:lnTo>
                    <a:pt x="16444" y="195"/>
                  </a:lnTo>
                  <a:lnTo>
                    <a:pt x="15558" y="411"/>
                  </a:lnTo>
                  <a:lnTo>
                    <a:pt x="15072" y="557"/>
                  </a:lnTo>
                  <a:lnTo>
                    <a:pt x="15072" y="557"/>
                  </a:lnTo>
                  <a:lnTo>
                    <a:pt x="15753" y="368"/>
                  </a:lnTo>
                  <a:lnTo>
                    <a:pt x="16552" y="173"/>
                  </a:lnTo>
                  <a:lnTo>
                    <a:pt x="17373" y="1"/>
                  </a:lnTo>
                  <a:close/>
                  <a:moveTo>
                    <a:pt x="15072" y="557"/>
                  </a:moveTo>
                  <a:lnTo>
                    <a:pt x="14975" y="584"/>
                  </a:lnTo>
                  <a:lnTo>
                    <a:pt x="14823" y="632"/>
                  </a:lnTo>
                  <a:lnTo>
                    <a:pt x="14823" y="632"/>
                  </a:lnTo>
                  <a:lnTo>
                    <a:pt x="15072" y="557"/>
                  </a:lnTo>
                  <a:close/>
                  <a:moveTo>
                    <a:pt x="14823" y="632"/>
                  </a:moveTo>
                  <a:lnTo>
                    <a:pt x="14694" y="670"/>
                  </a:lnTo>
                  <a:lnTo>
                    <a:pt x="13851" y="930"/>
                  </a:lnTo>
                  <a:lnTo>
                    <a:pt x="13052" y="1211"/>
                  </a:lnTo>
                  <a:lnTo>
                    <a:pt x="12295" y="1513"/>
                  </a:lnTo>
                  <a:lnTo>
                    <a:pt x="11539" y="1837"/>
                  </a:lnTo>
                  <a:lnTo>
                    <a:pt x="10848" y="2183"/>
                  </a:lnTo>
                  <a:lnTo>
                    <a:pt x="10156" y="2529"/>
                  </a:lnTo>
                  <a:lnTo>
                    <a:pt x="9508" y="2918"/>
                  </a:lnTo>
                  <a:lnTo>
                    <a:pt x="8881" y="3307"/>
                  </a:lnTo>
                  <a:lnTo>
                    <a:pt x="8276" y="3695"/>
                  </a:lnTo>
                  <a:lnTo>
                    <a:pt x="7715" y="4128"/>
                  </a:lnTo>
                  <a:lnTo>
                    <a:pt x="7153" y="4560"/>
                  </a:lnTo>
                  <a:lnTo>
                    <a:pt x="6634" y="4992"/>
                  </a:lnTo>
                  <a:lnTo>
                    <a:pt x="6137" y="5446"/>
                  </a:lnTo>
                  <a:lnTo>
                    <a:pt x="5662" y="5921"/>
                  </a:lnTo>
                  <a:lnTo>
                    <a:pt x="5230" y="6396"/>
                  </a:lnTo>
                  <a:lnTo>
                    <a:pt x="4798" y="6893"/>
                  </a:lnTo>
                  <a:lnTo>
                    <a:pt x="4387" y="7390"/>
                  </a:lnTo>
                  <a:lnTo>
                    <a:pt x="4020" y="7887"/>
                  </a:lnTo>
                  <a:lnTo>
                    <a:pt x="3652" y="8406"/>
                  </a:lnTo>
                  <a:lnTo>
                    <a:pt x="3328" y="8925"/>
                  </a:lnTo>
                  <a:lnTo>
                    <a:pt x="3004" y="9443"/>
                  </a:lnTo>
                  <a:lnTo>
                    <a:pt x="2702" y="9983"/>
                  </a:lnTo>
                  <a:lnTo>
                    <a:pt x="2421" y="10523"/>
                  </a:lnTo>
                  <a:lnTo>
                    <a:pt x="2161" y="11064"/>
                  </a:lnTo>
                  <a:lnTo>
                    <a:pt x="1924" y="11604"/>
                  </a:lnTo>
                  <a:lnTo>
                    <a:pt x="1708" y="12144"/>
                  </a:lnTo>
                  <a:lnTo>
                    <a:pt x="1492" y="12706"/>
                  </a:lnTo>
                  <a:lnTo>
                    <a:pt x="1297" y="13246"/>
                  </a:lnTo>
                  <a:lnTo>
                    <a:pt x="1124" y="13808"/>
                  </a:lnTo>
                  <a:lnTo>
                    <a:pt x="973" y="14348"/>
                  </a:lnTo>
                  <a:lnTo>
                    <a:pt x="822" y="14888"/>
                  </a:lnTo>
                  <a:lnTo>
                    <a:pt x="562" y="15990"/>
                  </a:lnTo>
                  <a:lnTo>
                    <a:pt x="368" y="17071"/>
                  </a:lnTo>
                  <a:lnTo>
                    <a:pt x="217" y="18129"/>
                  </a:lnTo>
                  <a:lnTo>
                    <a:pt x="109" y="19145"/>
                  </a:lnTo>
                  <a:lnTo>
                    <a:pt x="44" y="20160"/>
                  </a:lnTo>
                  <a:lnTo>
                    <a:pt x="1" y="21111"/>
                  </a:lnTo>
                  <a:lnTo>
                    <a:pt x="1" y="22040"/>
                  </a:lnTo>
                  <a:lnTo>
                    <a:pt x="22" y="22905"/>
                  </a:lnTo>
                  <a:lnTo>
                    <a:pt x="66" y="23726"/>
                  </a:lnTo>
                  <a:lnTo>
                    <a:pt x="109" y="24504"/>
                  </a:lnTo>
                  <a:lnTo>
                    <a:pt x="174" y="25195"/>
                  </a:lnTo>
                  <a:lnTo>
                    <a:pt x="325" y="26362"/>
                  </a:lnTo>
                  <a:lnTo>
                    <a:pt x="454" y="27183"/>
                  </a:lnTo>
                  <a:lnTo>
                    <a:pt x="390" y="26513"/>
                  </a:lnTo>
                  <a:lnTo>
                    <a:pt x="325" y="25843"/>
                  </a:lnTo>
                  <a:lnTo>
                    <a:pt x="282" y="25173"/>
                  </a:lnTo>
                  <a:lnTo>
                    <a:pt x="282" y="24504"/>
                  </a:lnTo>
                  <a:lnTo>
                    <a:pt x="303" y="23618"/>
                  </a:lnTo>
                  <a:lnTo>
                    <a:pt x="346" y="22753"/>
                  </a:lnTo>
                  <a:lnTo>
                    <a:pt x="433" y="21911"/>
                  </a:lnTo>
                  <a:lnTo>
                    <a:pt x="562" y="21046"/>
                  </a:lnTo>
                  <a:lnTo>
                    <a:pt x="714" y="20204"/>
                  </a:lnTo>
                  <a:lnTo>
                    <a:pt x="908" y="19383"/>
                  </a:lnTo>
                  <a:lnTo>
                    <a:pt x="1124" y="18561"/>
                  </a:lnTo>
                  <a:lnTo>
                    <a:pt x="1384" y="17762"/>
                  </a:lnTo>
                  <a:lnTo>
                    <a:pt x="1664" y="16984"/>
                  </a:lnTo>
                  <a:lnTo>
                    <a:pt x="1989" y="16206"/>
                  </a:lnTo>
                  <a:lnTo>
                    <a:pt x="2313" y="15428"/>
                  </a:lnTo>
                  <a:lnTo>
                    <a:pt x="2702" y="14694"/>
                  </a:lnTo>
                  <a:lnTo>
                    <a:pt x="3091" y="13959"/>
                  </a:lnTo>
                  <a:lnTo>
                    <a:pt x="3523" y="13246"/>
                  </a:lnTo>
                  <a:lnTo>
                    <a:pt x="3976" y="12533"/>
                  </a:lnTo>
                  <a:lnTo>
                    <a:pt x="4452" y="11863"/>
                  </a:lnTo>
                  <a:lnTo>
                    <a:pt x="4949" y="11193"/>
                  </a:lnTo>
                  <a:lnTo>
                    <a:pt x="5467" y="10567"/>
                  </a:lnTo>
                  <a:lnTo>
                    <a:pt x="6029" y="9940"/>
                  </a:lnTo>
                  <a:lnTo>
                    <a:pt x="6591" y="9335"/>
                  </a:lnTo>
                  <a:lnTo>
                    <a:pt x="7196" y="8752"/>
                  </a:lnTo>
                  <a:lnTo>
                    <a:pt x="7801" y="8211"/>
                  </a:lnTo>
                  <a:lnTo>
                    <a:pt x="8449" y="7671"/>
                  </a:lnTo>
                  <a:lnTo>
                    <a:pt x="9097" y="7174"/>
                  </a:lnTo>
                  <a:lnTo>
                    <a:pt x="9767" y="6677"/>
                  </a:lnTo>
                  <a:lnTo>
                    <a:pt x="10459" y="6224"/>
                  </a:lnTo>
                  <a:lnTo>
                    <a:pt x="11172" y="5791"/>
                  </a:lnTo>
                  <a:lnTo>
                    <a:pt x="11906" y="5381"/>
                  </a:lnTo>
                  <a:lnTo>
                    <a:pt x="12641" y="5014"/>
                  </a:lnTo>
                  <a:lnTo>
                    <a:pt x="13397" y="4646"/>
                  </a:lnTo>
                  <a:lnTo>
                    <a:pt x="14175" y="4344"/>
                  </a:lnTo>
                  <a:lnTo>
                    <a:pt x="14975" y="4041"/>
                  </a:lnTo>
                  <a:lnTo>
                    <a:pt x="14823" y="3220"/>
                  </a:lnTo>
                  <a:lnTo>
                    <a:pt x="14651" y="2399"/>
                  </a:lnTo>
                  <a:lnTo>
                    <a:pt x="14456" y="1600"/>
                  </a:lnTo>
                  <a:lnTo>
                    <a:pt x="14218" y="822"/>
                  </a:lnTo>
                  <a:lnTo>
                    <a:pt x="14823" y="632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33"/>
            <p:cNvSpPr/>
            <p:nvPr/>
          </p:nvSpPr>
          <p:spPr>
            <a:xfrm>
              <a:off x="13390875" y="3498325"/>
              <a:ext cx="434350" cy="679575"/>
            </a:xfrm>
            <a:custGeom>
              <a:avLst/>
              <a:gdLst/>
              <a:ahLst/>
              <a:cxnLst/>
              <a:rect l="l" t="t" r="r" b="b"/>
              <a:pathLst>
                <a:path w="17374" h="27183" fill="none" extrusionOk="0">
                  <a:moveTo>
                    <a:pt x="17373" y="1"/>
                  </a:moveTo>
                  <a:lnTo>
                    <a:pt x="17373" y="1"/>
                  </a:lnTo>
                  <a:lnTo>
                    <a:pt x="16444" y="195"/>
                  </a:lnTo>
                  <a:lnTo>
                    <a:pt x="15558" y="411"/>
                  </a:lnTo>
                  <a:lnTo>
                    <a:pt x="14694" y="670"/>
                  </a:lnTo>
                  <a:lnTo>
                    <a:pt x="13851" y="930"/>
                  </a:lnTo>
                  <a:lnTo>
                    <a:pt x="13052" y="1211"/>
                  </a:lnTo>
                  <a:lnTo>
                    <a:pt x="12295" y="1513"/>
                  </a:lnTo>
                  <a:lnTo>
                    <a:pt x="11539" y="1837"/>
                  </a:lnTo>
                  <a:lnTo>
                    <a:pt x="10848" y="2183"/>
                  </a:lnTo>
                  <a:lnTo>
                    <a:pt x="10156" y="2529"/>
                  </a:lnTo>
                  <a:lnTo>
                    <a:pt x="9508" y="2918"/>
                  </a:lnTo>
                  <a:lnTo>
                    <a:pt x="8881" y="3307"/>
                  </a:lnTo>
                  <a:lnTo>
                    <a:pt x="8276" y="3695"/>
                  </a:lnTo>
                  <a:lnTo>
                    <a:pt x="7715" y="4128"/>
                  </a:lnTo>
                  <a:lnTo>
                    <a:pt x="7153" y="4560"/>
                  </a:lnTo>
                  <a:lnTo>
                    <a:pt x="6634" y="4992"/>
                  </a:lnTo>
                  <a:lnTo>
                    <a:pt x="6137" y="5446"/>
                  </a:lnTo>
                  <a:lnTo>
                    <a:pt x="5662" y="5921"/>
                  </a:lnTo>
                  <a:lnTo>
                    <a:pt x="5230" y="6396"/>
                  </a:lnTo>
                  <a:lnTo>
                    <a:pt x="4798" y="6893"/>
                  </a:lnTo>
                  <a:lnTo>
                    <a:pt x="4387" y="7390"/>
                  </a:lnTo>
                  <a:lnTo>
                    <a:pt x="4020" y="7887"/>
                  </a:lnTo>
                  <a:lnTo>
                    <a:pt x="3652" y="8406"/>
                  </a:lnTo>
                  <a:lnTo>
                    <a:pt x="3328" y="8925"/>
                  </a:lnTo>
                  <a:lnTo>
                    <a:pt x="3004" y="9443"/>
                  </a:lnTo>
                  <a:lnTo>
                    <a:pt x="2702" y="9983"/>
                  </a:lnTo>
                  <a:lnTo>
                    <a:pt x="2421" y="10523"/>
                  </a:lnTo>
                  <a:lnTo>
                    <a:pt x="2161" y="11064"/>
                  </a:lnTo>
                  <a:lnTo>
                    <a:pt x="1924" y="11604"/>
                  </a:lnTo>
                  <a:lnTo>
                    <a:pt x="1708" y="12144"/>
                  </a:lnTo>
                  <a:lnTo>
                    <a:pt x="1492" y="12706"/>
                  </a:lnTo>
                  <a:lnTo>
                    <a:pt x="1297" y="13246"/>
                  </a:lnTo>
                  <a:lnTo>
                    <a:pt x="1124" y="13808"/>
                  </a:lnTo>
                  <a:lnTo>
                    <a:pt x="973" y="14348"/>
                  </a:lnTo>
                  <a:lnTo>
                    <a:pt x="822" y="14888"/>
                  </a:lnTo>
                  <a:lnTo>
                    <a:pt x="562" y="15990"/>
                  </a:lnTo>
                  <a:lnTo>
                    <a:pt x="368" y="17071"/>
                  </a:lnTo>
                  <a:lnTo>
                    <a:pt x="217" y="18129"/>
                  </a:lnTo>
                  <a:lnTo>
                    <a:pt x="109" y="19145"/>
                  </a:lnTo>
                  <a:lnTo>
                    <a:pt x="44" y="20160"/>
                  </a:lnTo>
                  <a:lnTo>
                    <a:pt x="1" y="21111"/>
                  </a:lnTo>
                  <a:lnTo>
                    <a:pt x="1" y="22040"/>
                  </a:lnTo>
                  <a:lnTo>
                    <a:pt x="22" y="22905"/>
                  </a:lnTo>
                  <a:lnTo>
                    <a:pt x="66" y="23726"/>
                  </a:lnTo>
                  <a:lnTo>
                    <a:pt x="109" y="24504"/>
                  </a:lnTo>
                  <a:lnTo>
                    <a:pt x="174" y="25195"/>
                  </a:lnTo>
                  <a:lnTo>
                    <a:pt x="325" y="26362"/>
                  </a:lnTo>
                  <a:lnTo>
                    <a:pt x="454" y="27183"/>
                  </a:lnTo>
                  <a:lnTo>
                    <a:pt x="454" y="27183"/>
                  </a:lnTo>
                  <a:lnTo>
                    <a:pt x="390" y="26513"/>
                  </a:lnTo>
                  <a:lnTo>
                    <a:pt x="325" y="25843"/>
                  </a:lnTo>
                  <a:lnTo>
                    <a:pt x="282" y="25173"/>
                  </a:lnTo>
                  <a:lnTo>
                    <a:pt x="282" y="24504"/>
                  </a:lnTo>
                  <a:lnTo>
                    <a:pt x="282" y="24504"/>
                  </a:lnTo>
                  <a:lnTo>
                    <a:pt x="303" y="23618"/>
                  </a:lnTo>
                  <a:lnTo>
                    <a:pt x="346" y="22753"/>
                  </a:lnTo>
                  <a:lnTo>
                    <a:pt x="433" y="21911"/>
                  </a:lnTo>
                  <a:lnTo>
                    <a:pt x="562" y="21046"/>
                  </a:lnTo>
                  <a:lnTo>
                    <a:pt x="714" y="20204"/>
                  </a:lnTo>
                  <a:lnTo>
                    <a:pt x="908" y="19383"/>
                  </a:lnTo>
                  <a:lnTo>
                    <a:pt x="1124" y="18561"/>
                  </a:lnTo>
                  <a:lnTo>
                    <a:pt x="1384" y="17762"/>
                  </a:lnTo>
                  <a:lnTo>
                    <a:pt x="1664" y="16984"/>
                  </a:lnTo>
                  <a:lnTo>
                    <a:pt x="1989" y="16206"/>
                  </a:lnTo>
                  <a:lnTo>
                    <a:pt x="2313" y="15428"/>
                  </a:lnTo>
                  <a:lnTo>
                    <a:pt x="2702" y="14694"/>
                  </a:lnTo>
                  <a:lnTo>
                    <a:pt x="3091" y="13959"/>
                  </a:lnTo>
                  <a:lnTo>
                    <a:pt x="3523" y="13246"/>
                  </a:lnTo>
                  <a:lnTo>
                    <a:pt x="3976" y="12533"/>
                  </a:lnTo>
                  <a:lnTo>
                    <a:pt x="4452" y="11863"/>
                  </a:lnTo>
                  <a:lnTo>
                    <a:pt x="4949" y="11193"/>
                  </a:lnTo>
                  <a:lnTo>
                    <a:pt x="5467" y="10567"/>
                  </a:lnTo>
                  <a:lnTo>
                    <a:pt x="6029" y="9940"/>
                  </a:lnTo>
                  <a:lnTo>
                    <a:pt x="6591" y="9335"/>
                  </a:lnTo>
                  <a:lnTo>
                    <a:pt x="7196" y="8752"/>
                  </a:lnTo>
                  <a:lnTo>
                    <a:pt x="7801" y="8211"/>
                  </a:lnTo>
                  <a:lnTo>
                    <a:pt x="8449" y="7671"/>
                  </a:lnTo>
                  <a:lnTo>
                    <a:pt x="9097" y="7174"/>
                  </a:lnTo>
                  <a:lnTo>
                    <a:pt x="9767" y="6677"/>
                  </a:lnTo>
                  <a:lnTo>
                    <a:pt x="10459" y="6224"/>
                  </a:lnTo>
                  <a:lnTo>
                    <a:pt x="11172" y="5791"/>
                  </a:lnTo>
                  <a:lnTo>
                    <a:pt x="11906" y="5381"/>
                  </a:lnTo>
                  <a:lnTo>
                    <a:pt x="12641" y="5014"/>
                  </a:lnTo>
                  <a:lnTo>
                    <a:pt x="13397" y="4646"/>
                  </a:lnTo>
                  <a:lnTo>
                    <a:pt x="14175" y="4344"/>
                  </a:lnTo>
                  <a:lnTo>
                    <a:pt x="14975" y="4041"/>
                  </a:lnTo>
                  <a:lnTo>
                    <a:pt x="14975" y="4041"/>
                  </a:lnTo>
                  <a:lnTo>
                    <a:pt x="14823" y="3220"/>
                  </a:lnTo>
                  <a:lnTo>
                    <a:pt x="14651" y="2399"/>
                  </a:lnTo>
                  <a:lnTo>
                    <a:pt x="14456" y="1600"/>
                  </a:lnTo>
                  <a:lnTo>
                    <a:pt x="14218" y="822"/>
                  </a:lnTo>
                  <a:lnTo>
                    <a:pt x="14218" y="822"/>
                  </a:lnTo>
                  <a:lnTo>
                    <a:pt x="14975" y="584"/>
                  </a:lnTo>
                  <a:lnTo>
                    <a:pt x="15753" y="368"/>
                  </a:lnTo>
                  <a:lnTo>
                    <a:pt x="16552" y="173"/>
                  </a:lnTo>
                  <a:lnTo>
                    <a:pt x="17373" y="1"/>
                  </a:lnTo>
                  <a:lnTo>
                    <a:pt x="1737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33"/>
            <p:cNvSpPr/>
            <p:nvPr/>
          </p:nvSpPr>
          <p:spPr>
            <a:xfrm>
              <a:off x="13746325" y="3498325"/>
              <a:ext cx="78900" cy="101050"/>
            </a:xfrm>
            <a:custGeom>
              <a:avLst/>
              <a:gdLst/>
              <a:ahLst/>
              <a:cxnLst/>
              <a:rect l="l" t="t" r="r" b="b"/>
              <a:pathLst>
                <a:path w="3156" h="4042" extrusionOk="0">
                  <a:moveTo>
                    <a:pt x="3155" y="1"/>
                  </a:moveTo>
                  <a:lnTo>
                    <a:pt x="2334" y="173"/>
                  </a:lnTo>
                  <a:lnTo>
                    <a:pt x="1535" y="368"/>
                  </a:lnTo>
                  <a:lnTo>
                    <a:pt x="757" y="584"/>
                  </a:lnTo>
                  <a:lnTo>
                    <a:pt x="0" y="822"/>
                  </a:lnTo>
                  <a:lnTo>
                    <a:pt x="238" y="1600"/>
                  </a:lnTo>
                  <a:lnTo>
                    <a:pt x="433" y="2399"/>
                  </a:lnTo>
                  <a:lnTo>
                    <a:pt x="605" y="3220"/>
                  </a:lnTo>
                  <a:lnTo>
                    <a:pt x="757" y="4041"/>
                  </a:lnTo>
                  <a:lnTo>
                    <a:pt x="1340" y="3847"/>
                  </a:lnTo>
                  <a:lnTo>
                    <a:pt x="1945" y="3674"/>
                  </a:lnTo>
                  <a:lnTo>
                    <a:pt x="2550" y="3501"/>
                  </a:lnTo>
                  <a:lnTo>
                    <a:pt x="3155" y="3371"/>
                  </a:lnTo>
                  <a:lnTo>
                    <a:pt x="3155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33"/>
            <p:cNvSpPr/>
            <p:nvPr/>
          </p:nvSpPr>
          <p:spPr>
            <a:xfrm>
              <a:off x="13746325" y="3498325"/>
              <a:ext cx="78900" cy="101050"/>
            </a:xfrm>
            <a:custGeom>
              <a:avLst/>
              <a:gdLst/>
              <a:ahLst/>
              <a:cxnLst/>
              <a:rect l="l" t="t" r="r" b="b"/>
              <a:pathLst>
                <a:path w="3156" h="4042" fill="none" extrusionOk="0">
                  <a:moveTo>
                    <a:pt x="3155" y="1"/>
                  </a:moveTo>
                  <a:lnTo>
                    <a:pt x="3155" y="1"/>
                  </a:lnTo>
                  <a:lnTo>
                    <a:pt x="2334" y="173"/>
                  </a:lnTo>
                  <a:lnTo>
                    <a:pt x="1535" y="368"/>
                  </a:lnTo>
                  <a:lnTo>
                    <a:pt x="757" y="584"/>
                  </a:lnTo>
                  <a:lnTo>
                    <a:pt x="0" y="822"/>
                  </a:lnTo>
                  <a:lnTo>
                    <a:pt x="0" y="822"/>
                  </a:lnTo>
                  <a:lnTo>
                    <a:pt x="238" y="1600"/>
                  </a:lnTo>
                  <a:lnTo>
                    <a:pt x="433" y="2399"/>
                  </a:lnTo>
                  <a:lnTo>
                    <a:pt x="605" y="3220"/>
                  </a:lnTo>
                  <a:lnTo>
                    <a:pt x="757" y="4041"/>
                  </a:lnTo>
                  <a:lnTo>
                    <a:pt x="757" y="4041"/>
                  </a:lnTo>
                  <a:lnTo>
                    <a:pt x="1340" y="3847"/>
                  </a:lnTo>
                  <a:lnTo>
                    <a:pt x="1945" y="3674"/>
                  </a:lnTo>
                  <a:lnTo>
                    <a:pt x="2550" y="3501"/>
                  </a:lnTo>
                  <a:lnTo>
                    <a:pt x="3155" y="3371"/>
                  </a:lnTo>
                  <a:lnTo>
                    <a:pt x="315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33"/>
            <p:cNvSpPr/>
            <p:nvPr/>
          </p:nvSpPr>
          <p:spPr>
            <a:xfrm>
              <a:off x="13985625" y="3497250"/>
              <a:ext cx="448925" cy="693625"/>
            </a:xfrm>
            <a:custGeom>
              <a:avLst/>
              <a:gdLst/>
              <a:ahLst/>
              <a:cxnLst/>
              <a:rect l="l" t="t" r="r" b="b"/>
              <a:pathLst>
                <a:path w="17957" h="27745" extrusionOk="0">
                  <a:moveTo>
                    <a:pt x="1" y="0"/>
                  </a:moveTo>
                  <a:lnTo>
                    <a:pt x="1" y="27744"/>
                  </a:lnTo>
                  <a:lnTo>
                    <a:pt x="17503" y="27744"/>
                  </a:lnTo>
                  <a:lnTo>
                    <a:pt x="17567" y="27485"/>
                  </a:lnTo>
                  <a:lnTo>
                    <a:pt x="17675" y="26729"/>
                  </a:lnTo>
                  <a:lnTo>
                    <a:pt x="17740" y="26189"/>
                  </a:lnTo>
                  <a:lnTo>
                    <a:pt x="17827" y="25541"/>
                  </a:lnTo>
                  <a:lnTo>
                    <a:pt x="17870" y="24827"/>
                  </a:lnTo>
                  <a:lnTo>
                    <a:pt x="17935" y="24006"/>
                  </a:lnTo>
                  <a:lnTo>
                    <a:pt x="17956" y="23120"/>
                  </a:lnTo>
                  <a:lnTo>
                    <a:pt x="17956" y="22170"/>
                  </a:lnTo>
                  <a:lnTo>
                    <a:pt x="17935" y="21154"/>
                  </a:lnTo>
                  <a:lnTo>
                    <a:pt x="17870" y="20095"/>
                  </a:lnTo>
                  <a:lnTo>
                    <a:pt x="17784" y="18972"/>
                  </a:lnTo>
                  <a:lnTo>
                    <a:pt x="17632" y="17827"/>
                  </a:lnTo>
                  <a:lnTo>
                    <a:pt x="17524" y="17243"/>
                  </a:lnTo>
                  <a:lnTo>
                    <a:pt x="17416" y="16660"/>
                  </a:lnTo>
                  <a:lnTo>
                    <a:pt x="17308" y="16076"/>
                  </a:lnTo>
                  <a:lnTo>
                    <a:pt x="17157" y="15471"/>
                  </a:lnTo>
                  <a:lnTo>
                    <a:pt x="17006" y="14866"/>
                  </a:lnTo>
                  <a:lnTo>
                    <a:pt x="16833" y="14261"/>
                  </a:lnTo>
                  <a:lnTo>
                    <a:pt x="16638" y="13656"/>
                  </a:lnTo>
                  <a:lnTo>
                    <a:pt x="16422" y="13051"/>
                  </a:lnTo>
                  <a:lnTo>
                    <a:pt x="16206" y="12446"/>
                  </a:lnTo>
                  <a:lnTo>
                    <a:pt x="15947" y="11841"/>
                  </a:lnTo>
                  <a:lnTo>
                    <a:pt x="15688" y="11236"/>
                  </a:lnTo>
                  <a:lnTo>
                    <a:pt x="15385" y="10653"/>
                  </a:lnTo>
                  <a:lnTo>
                    <a:pt x="15083" y="10048"/>
                  </a:lnTo>
                  <a:lnTo>
                    <a:pt x="14737" y="9464"/>
                  </a:lnTo>
                  <a:lnTo>
                    <a:pt x="14370" y="8881"/>
                  </a:lnTo>
                  <a:lnTo>
                    <a:pt x="13981" y="8319"/>
                  </a:lnTo>
                  <a:lnTo>
                    <a:pt x="13570" y="7757"/>
                  </a:lnTo>
                  <a:lnTo>
                    <a:pt x="13138" y="7196"/>
                  </a:lnTo>
                  <a:lnTo>
                    <a:pt x="12684" y="6656"/>
                  </a:lnTo>
                  <a:lnTo>
                    <a:pt x="12187" y="6137"/>
                  </a:lnTo>
                  <a:lnTo>
                    <a:pt x="11669" y="5618"/>
                  </a:lnTo>
                  <a:lnTo>
                    <a:pt x="11128" y="5100"/>
                  </a:lnTo>
                  <a:lnTo>
                    <a:pt x="10545" y="4603"/>
                  </a:lnTo>
                  <a:lnTo>
                    <a:pt x="9940" y="4127"/>
                  </a:lnTo>
                  <a:lnTo>
                    <a:pt x="9292" y="3674"/>
                  </a:lnTo>
                  <a:lnTo>
                    <a:pt x="8622" y="3242"/>
                  </a:lnTo>
                  <a:lnTo>
                    <a:pt x="7930" y="2809"/>
                  </a:lnTo>
                  <a:lnTo>
                    <a:pt x="7174" y="2399"/>
                  </a:lnTo>
                  <a:lnTo>
                    <a:pt x="6418" y="2031"/>
                  </a:lnTo>
                  <a:lnTo>
                    <a:pt x="5597" y="1664"/>
                  </a:lnTo>
                  <a:lnTo>
                    <a:pt x="4754" y="1318"/>
                  </a:lnTo>
                  <a:lnTo>
                    <a:pt x="3890" y="1016"/>
                  </a:lnTo>
                  <a:lnTo>
                    <a:pt x="2961" y="713"/>
                  </a:lnTo>
                  <a:lnTo>
                    <a:pt x="2010" y="454"/>
                  </a:lnTo>
                  <a:lnTo>
                    <a:pt x="1016" y="19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33"/>
            <p:cNvSpPr/>
            <p:nvPr/>
          </p:nvSpPr>
          <p:spPr>
            <a:xfrm>
              <a:off x="13985625" y="3497250"/>
              <a:ext cx="448925" cy="693625"/>
            </a:xfrm>
            <a:custGeom>
              <a:avLst/>
              <a:gdLst/>
              <a:ahLst/>
              <a:cxnLst/>
              <a:rect l="l" t="t" r="r" b="b"/>
              <a:pathLst>
                <a:path w="17957" h="27745" fill="none" extrusionOk="0">
                  <a:moveTo>
                    <a:pt x="17503" y="27744"/>
                  </a:moveTo>
                  <a:lnTo>
                    <a:pt x="17503" y="27744"/>
                  </a:lnTo>
                  <a:lnTo>
                    <a:pt x="17567" y="27485"/>
                  </a:lnTo>
                  <a:lnTo>
                    <a:pt x="17675" y="26729"/>
                  </a:lnTo>
                  <a:lnTo>
                    <a:pt x="17740" y="26189"/>
                  </a:lnTo>
                  <a:lnTo>
                    <a:pt x="17827" y="25541"/>
                  </a:lnTo>
                  <a:lnTo>
                    <a:pt x="17870" y="24827"/>
                  </a:lnTo>
                  <a:lnTo>
                    <a:pt x="17935" y="24006"/>
                  </a:lnTo>
                  <a:lnTo>
                    <a:pt x="17956" y="23120"/>
                  </a:lnTo>
                  <a:lnTo>
                    <a:pt x="17956" y="22170"/>
                  </a:lnTo>
                  <a:lnTo>
                    <a:pt x="17935" y="21154"/>
                  </a:lnTo>
                  <a:lnTo>
                    <a:pt x="17870" y="20095"/>
                  </a:lnTo>
                  <a:lnTo>
                    <a:pt x="17784" y="18972"/>
                  </a:lnTo>
                  <a:lnTo>
                    <a:pt x="17632" y="17827"/>
                  </a:lnTo>
                  <a:lnTo>
                    <a:pt x="17524" y="17243"/>
                  </a:lnTo>
                  <a:lnTo>
                    <a:pt x="17416" y="16660"/>
                  </a:lnTo>
                  <a:lnTo>
                    <a:pt x="17308" y="16076"/>
                  </a:lnTo>
                  <a:lnTo>
                    <a:pt x="17157" y="15471"/>
                  </a:lnTo>
                  <a:lnTo>
                    <a:pt x="17006" y="14866"/>
                  </a:lnTo>
                  <a:lnTo>
                    <a:pt x="16833" y="14261"/>
                  </a:lnTo>
                  <a:lnTo>
                    <a:pt x="16638" y="13656"/>
                  </a:lnTo>
                  <a:lnTo>
                    <a:pt x="16422" y="13051"/>
                  </a:lnTo>
                  <a:lnTo>
                    <a:pt x="16206" y="12446"/>
                  </a:lnTo>
                  <a:lnTo>
                    <a:pt x="15947" y="11841"/>
                  </a:lnTo>
                  <a:lnTo>
                    <a:pt x="15688" y="11236"/>
                  </a:lnTo>
                  <a:lnTo>
                    <a:pt x="15385" y="10653"/>
                  </a:lnTo>
                  <a:lnTo>
                    <a:pt x="15083" y="10048"/>
                  </a:lnTo>
                  <a:lnTo>
                    <a:pt x="14737" y="9464"/>
                  </a:lnTo>
                  <a:lnTo>
                    <a:pt x="14370" y="8881"/>
                  </a:lnTo>
                  <a:lnTo>
                    <a:pt x="13981" y="8319"/>
                  </a:lnTo>
                  <a:lnTo>
                    <a:pt x="13570" y="7757"/>
                  </a:lnTo>
                  <a:lnTo>
                    <a:pt x="13138" y="7196"/>
                  </a:lnTo>
                  <a:lnTo>
                    <a:pt x="12684" y="6656"/>
                  </a:lnTo>
                  <a:lnTo>
                    <a:pt x="12187" y="6137"/>
                  </a:lnTo>
                  <a:lnTo>
                    <a:pt x="11669" y="5618"/>
                  </a:lnTo>
                  <a:lnTo>
                    <a:pt x="11128" y="5100"/>
                  </a:lnTo>
                  <a:lnTo>
                    <a:pt x="10545" y="4603"/>
                  </a:lnTo>
                  <a:lnTo>
                    <a:pt x="9940" y="4127"/>
                  </a:lnTo>
                  <a:lnTo>
                    <a:pt x="9292" y="3674"/>
                  </a:lnTo>
                  <a:lnTo>
                    <a:pt x="8622" y="3242"/>
                  </a:lnTo>
                  <a:lnTo>
                    <a:pt x="7930" y="2809"/>
                  </a:lnTo>
                  <a:lnTo>
                    <a:pt x="7174" y="2399"/>
                  </a:lnTo>
                  <a:lnTo>
                    <a:pt x="6418" y="2031"/>
                  </a:lnTo>
                  <a:lnTo>
                    <a:pt x="5597" y="1664"/>
                  </a:lnTo>
                  <a:lnTo>
                    <a:pt x="4754" y="1318"/>
                  </a:lnTo>
                  <a:lnTo>
                    <a:pt x="3890" y="1016"/>
                  </a:lnTo>
                  <a:lnTo>
                    <a:pt x="2961" y="713"/>
                  </a:lnTo>
                  <a:lnTo>
                    <a:pt x="2010" y="454"/>
                  </a:lnTo>
                  <a:lnTo>
                    <a:pt x="1016" y="195"/>
                  </a:lnTo>
                  <a:lnTo>
                    <a:pt x="1" y="0"/>
                  </a:lnTo>
                  <a:lnTo>
                    <a:pt x="1" y="27744"/>
                  </a:lnTo>
                  <a:lnTo>
                    <a:pt x="17503" y="2774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33"/>
            <p:cNvSpPr/>
            <p:nvPr/>
          </p:nvSpPr>
          <p:spPr>
            <a:xfrm>
              <a:off x="14423175" y="4181675"/>
              <a:ext cx="2200" cy="9200"/>
            </a:xfrm>
            <a:custGeom>
              <a:avLst/>
              <a:gdLst/>
              <a:ahLst/>
              <a:cxnLst/>
              <a:rect l="l" t="t" r="r" b="b"/>
              <a:pathLst>
                <a:path w="88" h="368" extrusionOk="0">
                  <a:moveTo>
                    <a:pt x="87" y="0"/>
                  </a:moveTo>
                  <a:lnTo>
                    <a:pt x="87" y="0"/>
                  </a:lnTo>
                  <a:lnTo>
                    <a:pt x="1" y="367"/>
                  </a:lnTo>
                  <a:lnTo>
                    <a:pt x="1" y="367"/>
                  </a:lnTo>
                  <a:lnTo>
                    <a:pt x="87" y="0"/>
                  </a:lnTo>
                  <a:lnTo>
                    <a:pt x="87" y="0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AB0D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33"/>
            <p:cNvSpPr/>
            <p:nvPr/>
          </p:nvSpPr>
          <p:spPr>
            <a:xfrm>
              <a:off x="14423175" y="4181675"/>
              <a:ext cx="2200" cy="9200"/>
            </a:xfrm>
            <a:custGeom>
              <a:avLst/>
              <a:gdLst/>
              <a:ahLst/>
              <a:cxnLst/>
              <a:rect l="l" t="t" r="r" b="b"/>
              <a:pathLst>
                <a:path w="88" h="368" fill="none" extrusionOk="0">
                  <a:moveTo>
                    <a:pt x="87" y="0"/>
                  </a:moveTo>
                  <a:lnTo>
                    <a:pt x="87" y="0"/>
                  </a:lnTo>
                  <a:lnTo>
                    <a:pt x="1" y="367"/>
                  </a:lnTo>
                  <a:lnTo>
                    <a:pt x="1" y="367"/>
                  </a:lnTo>
                  <a:lnTo>
                    <a:pt x="87" y="0"/>
                  </a:lnTo>
                  <a:lnTo>
                    <a:pt x="87" y="0"/>
                  </a:lnTo>
                  <a:lnTo>
                    <a:pt x="8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33"/>
            <p:cNvSpPr/>
            <p:nvPr/>
          </p:nvSpPr>
          <p:spPr>
            <a:xfrm>
              <a:off x="13996425" y="3580975"/>
              <a:ext cx="428950" cy="609900"/>
            </a:xfrm>
            <a:custGeom>
              <a:avLst/>
              <a:gdLst/>
              <a:ahLst/>
              <a:cxnLst/>
              <a:rect l="l" t="t" r="r" b="b"/>
              <a:pathLst>
                <a:path w="17158" h="24396" extrusionOk="0">
                  <a:moveTo>
                    <a:pt x="1" y="1"/>
                  </a:moveTo>
                  <a:lnTo>
                    <a:pt x="1" y="24395"/>
                  </a:lnTo>
                  <a:lnTo>
                    <a:pt x="17071" y="24395"/>
                  </a:lnTo>
                  <a:lnTo>
                    <a:pt x="17157" y="24028"/>
                  </a:lnTo>
                  <a:lnTo>
                    <a:pt x="16358" y="23747"/>
                  </a:lnTo>
                  <a:lnTo>
                    <a:pt x="15580" y="23445"/>
                  </a:lnTo>
                  <a:lnTo>
                    <a:pt x="14823" y="23099"/>
                  </a:lnTo>
                  <a:lnTo>
                    <a:pt x="14089" y="22732"/>
                  </a:lnTo>
                  <a:lnTo>
                    <a:pt x="13354" y="22321"/>
                  </a:lnTo>
                  <a:lnTo>
                    <a:pt x="12641" y="21911"/>
                  </a:lnTo>
                  <a:lnTo>
                    <a:pt x="11950" y="21457"/>
                  </a:lnTo>
                  <a:lnTo>
                    <a:pt x="11280" y="20981"/>
                  </a:lnTo>
                  <a:lnTo>
                    <a:pt x="10632" y="20463"/>
                  </a:lnTo>
                  <a:lnTo>
                    <a:pt x="9983" y="19944"/>
                  </a:lnTo>
                  <a:lnTo>
                    <a:pt x="9378" y="19404"/>
                  </a:lnTo>
                  <a:lnTo>
                    <a:pt x="8773" y="18821"/>
                  </a:lnTo>
                  <a:lnTo>
                    <a:pt x="8212" y="18237"/>
                  </a:lnTo>
                  <a:lnTo>
                    <a:pt x="7650" y="17611"/>
                  </a:lnTo>
                  <a:lnTo>
                    <a:pt x="7131" y="16984"/>
                  </a:lnTo>
                  <a:lnTo>
                    <a:pt x="6634" y="16314"/>
                  </a:lnTo>
                  <a:lnTo>
                    <a:pt x="6159" y="15644"/>
                  </a:lnTo>
                  <a:lnTo>
                    <a:pt x="5705" y="14953"/>
                  </a:lnTo>
                  <a:lnTo>
                    <a:pt x="5273" y="14240"/>
                  </a:lnTo>
                  <a:lnTo>
                    <a:pt x="4862" y="13527"/>
                  </a:lnTo>
                  <a:lnTo>
                    <a:pt x="4495" y="12771"/>
                  </a:lnTo>
                  <a:lnTo>
                    <a:pt x="4149" y="12014"/>
                  </a:lnTo>
                  <a:lnTo>
                    <a:pt x="3847" y="11236"/>
                  </a:lnTo>
                  <a:lnTo>
                    <a:pt x="3566" y="10459"/>
                  </a:lnTo>
                  <a:lnTo>
                    <a:pt x="3307" y="9659"/>
                  </a:lnTo>
                  <a:lnTo>
                    <a:pt x="3091" y="8838"/>
                  </a:lnTo>
                  <a:lnTo>
                    <a:pt x="2896" y="8017"/>
                  </a:lnTo>
                  <a:lnTo>
                    <a:pt x="2745" y="7196"/>
                  </a:lnTo>
                  <a:lnTo>
                    <a:pt x="2615" y="6353"/>
                  </a:lnTo>
                  <a:lnTo>
                    <a:pt x="2529" y="5489"/>
                  </a:lnTo>
                  <a:lnTo>
                    <a:pt x="2464" y="4625"/>
                  </a:lnTo>
                  <a:lnTo>
                    <a:pt x="2464" y="3760"/>
                  </a:lnTo>
                  <a:lnTo>
                    <a:pt x="2464" y="3004"/>
                  </a:lnTo>
                  <a:lnTo>
                    <a:pt x="2507" y="2226"/>
                  </a:lnTo>
                  <a:lnTo>
                    <a:pt x="2572" y="1491"/>
                  </a:lnTo>
                  <a:lnTo>
                    <a:pt x="2680" y="735"/>
                  </a:lnTo>
                  <a:lnTo>
                    <a:pt x="2010" y="519"/>
                  </a:lnTo>
                  <a:lnTo>
                    <a:pt x="1362" y="325"/>
                  </a:lnTo>
                  <a:lnTo>
                    <a:pt x="671" y="15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33"/>
            <p:cNvSpPr/>
            <p:nvPr/>
          </p:nvSpPr>
          <p:spPr>
            <a:xfrm>
              <a:off x="13996425" y="3499400"/>
              <a:ext cx="428950" cy="691475"/>
            </a:xfrm>
            <a:custGeom>
              <a:avLst/>
              <a:gdLst/>
              <a:ahLst/>
              <a:cxnLst/>
              <a:rect l="l" t="t" r="r" b="b"/>
              <a:pathLst>
                <a:path w="17158" h="27659" fill="none" extrusionOk="0">
                  <a:moveTo>
                    <a:pt x="1" y="1"/>
                  </a:moveTo>
                  <a:lnTo>
                    <a:pt x="1" y="27658"/>
                  </a:lnTo>
                  <a:lnTo>
                    <a:pt x="17071" y="27658"/>
                  </a:lnTo>
                  <a:lnTo>
                    <a:pt x="17071" y="27658"/>
                  </a:lnTo>
                  <a:lnTo>
                    <a:pt x="17071" y="27658"/>
                  </a:lnTo>
                  <a:lnTo>
                    <a:pt x="17157" y="27291"/>
                  </a:lnTo>
                  <a:lnTo>
                    <a:pt x="17157" y="27291"/>
                  </a:lnTo>
                  <a:lnTo>
                    <a:pt x="16358" y="27010"/>
                  </a:lnTo>
                  <a:lnTo>
                    <a:pt x="15580" y="26708"/>
                  </a:lnTo>
                  <a:lnTo>
                    <a:pt x="14823" y="26362"/>
                  </a:lnTo>
                  <a:lnTo>
                    <a:pt x="14089" y="25995"/>
                  </a:lnTo>
                  <a:lnTo>
                    <a:pt x="13354" y="25584"/>
                  </a:lnTo>
                  <a:lnTo>
                    <a:pt x="12641" y="25174"/>
                  </a:lnTo>
                  <a:lnTo>
                    <a:pt x="11950" y="24720"/>
                  </a:lnTo>
                  <a:lnTo>
                    <a:pt x="11280" y="24244"/>
                  </a:lnTo>
                  <a:lnTo>
                    <a:pt x="10632" y="23726"/>
                  </a:lnTo>
                  <a:lnTo>
                    <a:pt x="9983" y="23207"/>
                  </a:lnTo>
                  <a:lnTo>
                    <a:pt x="9378" y="22667"/>
                  </a:lnTo>
                  <a:lnTo>
                    <a:pt x="8773" y="22084"/>
                  </a:lnTo>
                  <a:lnTo>
                    <a:pt x="8212" y="21500"/>
                  </a:lnTo>
                  <a:lnTo>
                    <a:pt x="7650" y="20874"/>
                  </a:lnTo>
                  <a:lnTo>
                    <a:pt x="7131" y="20247"/>
                  </a:lnTo>
                  <a:lnTo>
                    <a:pt x="6634" y="19577"/>
                  </a:lnTo>
                  <a:lnTo>
                    <a:pt x="6159" y="18907"/>
                  </a:lnTo>
                  <a:lnTo>
                    <a:pt x="5705" y="18216"/>
                  </a:lnTo>
                  <a:lnTo>
                    <a:pt x="5273" y="17503"/>
                  </a:lnTo>
                  <a:lnTo>
                    <a:pt x="4862" y="16790"/>
                  </a:lnTo>
                  <a:lnTo>
                    <a:pt x="4495" y="16034"/>
                  </a:lnTo>
                  <a:lnTo>
                    <a:pt x="4149" y="15277"/>
                  </a:lnTo>
                  <a:lnTo>
                    <a:pt x="3847" y="14499"/>
                  </a:lnTo>
                  <a:lnTo>
                    <a:pt x="3566" y="13722"/>
                  </a:lnTo>
                  <a:lnTo>
                    <a:pt x="3307" y="12922"/>
                  </a:lnTo>
                  <a:lnTo>
                    <a:pt x="3091" y="12101"/>
                  </a:lnTo>
                  <a:lnTo>
                    <a:pt x="2896" y="11280"/>
                  </a:lnTo>
                  <a:lnTo>
                    <a:pt x="2745" y="10459"/>
                  </a:lnTo>
                  <a:lnTo>
                    <a:pt x="2615" y="9616"/>
                  </a:lnTo>
                  <a:lnTo>
                    <a:pt x="2529" y="8752"/>
                  </a:lnTo>
                  <a:lnTo>
                    <a:pt x="2464" y="7888"/>
                  </a:lnTo>
                  <a:lnTo>
                    <a:pt x="2464" y="7023"/>
                  </a:lnTo>
                  <a:lnTo>
                    <a:pt x="2464" y="7023"/>
                  </a:lnTo>
                  <a:lnTo>
                    <a:pt x="2464" y="6267"/>
                  </a:lnTo>
                  <a:lnTo>
                    <a:pt x="2507" y="5489"/>
                  </a:lnTo>
                  <a:lnTo>
                    <a:pt x="2572" y="4754"/>
                  </a:lnTo>
                  <a:lnTo>
                    <a:pt x="2680" y="3998"/>
                  </a:lnTo>
                  <a:lnTo>
                    <a:pt x="2680" y="3998"/>
                  </a:lnTo>
                  <a:lnTo>
                    <a:pt x="2010" y="3782"/>
                  </a:lnTo>
                  <a:lnTo>
                    <a:pt x="1362" y="3588"/>
                  </a:lnTo>
                  <a:lnTo>
                    <a:pt x="671" y="3415"/>
                  </a:lnTo>
                  <a:lnTo>
                    <a:pt x="1" y="3264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33"/>
            <p:cNvSpPr/>
            <p:nvPr/>
          </p:nvSpPr>
          <p:spPr>
            <a:xfrm>
              <a:off x="14063425" y="3521550"/>
              <a:ext cx="371125" cy="648800"/>
            </a:xfrm>
            <a:custGeom>
              <a:avLst/>
              <a:gdLst/>
              <a:ahLst/>
              <a:cxnLst/>
              <a:rect l="l" t="t" r="r" b="b"/>
              <a:pathLst>
                <a:path w="14845" h="25952" extrusionOk="0">
                  <a:moveTo>
                    <a:pt x="691" y="1"/>
                  </a:moveTo>
                  <a:lnTo>
                    <a:pt x="475" y="779"/>
                  </a:lnTo>
                  <a:lnTo>
                    <a:pt x="281" y="1535"/>
                  </a:lnTo>
                  <a:lnTo>
                    <a:pt x="130" y="2334"/>
                  </a:lnTo>
                  <a:lnTo>
                    <a:pt x="0" y="3112"/>
                  </a:lnTo>
                  <a:lnTo>
                    <a:pt x="778" y="3415"/>
                  </a:lnTo>
                  <a:lnTo>
                    <a:pt x="1556" y="3717"/>
                  </a:lnTo>
                  <a:lnTo>
                    <a:pt x="2312" y="4085"/>
                  </a:lnTo>
                  <a:lnTo>
                    <a:pt x="3047" y="4452"/>
                  </a:lnTo>
                  <a:lnTo>
                    <a:pt x="3781" y="4862"/>
                  </a:lnTo>
                  <a:lnTo>
                    <a:pt x="4494" y="5295"/>
                  </a:lnTo>
                  <a:lnTo>
                    <a:pt x="5186" y="5748"/>
                  </a:lnTo>
                  <a:lnTo>
                    <a:pt x="5856" y="6245"/>
                  </a:lnTo>
                  <a:lnTo>
                    <a:pt x="6525" y="6742"/>
                  </a:lnTo>
                  <a:lnTo>
                    <a:pt x="7152" y="7282"/>
                  </a:lnTo>
                  <a:lnTo>
                    <a:pt x="7779" y="7823"/>
                  </a:lnTo>
                  <a:lnTo>
                    <a:pt x="8362" y="8406"/>
                  </a:lnTo>
                  <a:lnTo>
                    <a:pt x="8946" y="9011"/>
                  </a:lnTo>
                  <a:lnTo>
                    <a:pt x="9486" y="9638"/>
                  </a:lnTo>
                  <a:lnTo>
                    <a:pt x="10004" y="10264"/>
                  </a:lnTo>
                  <a:lnTo>
                    <a:pt x="10523" y="10934"/>
                  </a:lnTo>
                  <a:lnTo>
                    <a:pt x="10998" y="11604"/>
                  </a:lnTo>
                  <a:lnTo>
                    <a:pt x="11452" y="12317"/>
                  </a:lnTo>
                  <a:lnTo>
                    <a:pt x="11863" y="13030"/>
                  </a:lnTo>
                  <a:lnTo>
                    <a:pt x="12273" y="13765"/>
                  </a:lnTo>
                  <a:lnTo>
                    <a:pt x="12640" y="14499"/>
                  </a:lnTo>
                  <a:lnTo>
                    <a:pt x="12986" y="15277"/>
                  </a:lnTo>
                  <a:lnTo>
                    <a:pt x="13289" y="16055"/>
                  </a:lnTo>
                  <a:lnTo>
                    <a:pt x="13570" y="16833"/>
                  </a:lnTo>
                  <a:lnTo>
                    <a:pt x="13829" y="17632"/>
                  </a:lnTo>
                  <a:lnTo>
                    <a:pt x="14045" y="18454"/>
                  </a:lnTo>
                  <a:lnTo>
                    <a:pt x="14239" y="19275"/>
                  </a:lnTo>
                  <a:lnTo>
                    <a:pt x="14391" y="20117"/>
                  </a:lnTo>
                  <a:lnTo>
                    <a:pt x="14520" y="20982"/>
                  </a:lnTo>
                  <a:lnTo>
                    <a:pt x="14607" y="21824"/>
                  </a:lnTo>
                  <a:lnTo>
                    <a:pt x="14672" y="22689"/>
                  </a:lnTo>
                  <a:lnTo>
                    <a:pt x="14672" y="23575"/>
                  </a:lnTo>
                  <a:lnTo>
                    <a:pt x="14672" y="24180"/>
                  </a:lnTo>
                  <a:lnTo>
                    <a:pt x="14650" y="24763"/>
                  </a:lnTo>
                  <a:lnTo>
                    <a:pt x="14607" y="25368"/>
                  </a:lnTo>
                  <a:lnTo>
                    <a:pt x="14542" y="25951"/>
                  </a:lnTo>
                  <a:lnTo>
                    <a:pt x="14650" y="25087"/>
                  </a:lnTo>
                  <a:lnTo>
                    <a:pt x="14758" y="23942"/>
                  </a:lnTo>
                  <a:lnTo>
                    <a:pt x="14801" y="23272"/>
                  </a:lnTo>
                  <a:lnTo>
                    <a:pt x="14844" y="22559"/>
                  </a:lnTo>
                  <a:lnTo>
                    <a:pt x="14844" y="21803"/>
                  </a:lnTo>
                  <a:lnTo>
                    <a:pt x="14844" y="21003"/>
                  </a:lnTo>
                  <a:lnTo>
                    <a:pt x="14823" y="20161"/>
                  </a:lnTo>
                  <a:lnTo>
                    <a:pt x="14780" y="19275"/>
                  </a:lnTo>
                  <a:lnTo>
                    <a:pt x="14715" y="18367"/>
                  </a:lnTo>
                  <a:lnTo>
                    <a:pt x="14607" y="17438"/>
                  </a:lnTo>
                  <a:lnTo>
                    <a:pt x="14455" y="16487"/>
                  </a:lnTo>
                  <a:lnTo>
                    <a:pt x="14283" y="15515"/>
                  </a:lnTo>
                  <a:lnTo>
                    <a:pt x="14045" y="14521"/>
                  </a:lnTo>
                  <a:lnTo>
                    <a:pt x="13786" y="13527"/>
                  </a:lnTo>
                  <a:lnTo>
                    <a:pt x="13461" y="12511"/>
                  </a:lnTo>
                  <a:lnTo>
                    <a:pt x="13116" y="11518"/>
                  </a:lnTo>
                  <a:lnTo>
                    <a:pt x="12900" y="11021"/>
                  </a:lnTo>
                  <a:lnTo>
                    <a:pt x="12684" y="10524"/>
                  </a:lnTo>
                  <a:lnTo>
                    <a:pt x="12446" y="10027"/>
                  </a:lnTo>
                  <a:lnTo>
                    <a:pt x="12208" y="9530"/>
                  </a:lnTo>
                  <a:lnTo>
                    <a:pt x="11949" y="9054"/>
                  </a:lnTo>
                  <a:lnTo>
                    <a:pt x="11668" y="8557"/>
                  </a:lnTo>
                  <a:lnTo>
                    <a:pt x="11366" y="8082"/>
                  </a:lnTo>
                  <a:lnTo>
                    <a:pt x="11063" y="7607"/>
                  </a:lnTo>
                  <a:lnTo>
                    <a:pt x="10739" y="7131"/>
                  </a:lnTo>
                  <a:lnTo>
                    <a:pt x="10393" y="6677"/>
                  </a:lnTo>
                  <a:lnTo>
                    <a:pt x="10026" y="6224"/>
                  </a:lnTo>
                  <a:lnTo>
                    <a:pt x="9637" y="5770"/>
                  </a:lnTo>
                  <a:lnTo>
                    <a:pt x="9226" y="5316"/>
                  </a:lnTo>
                  <a:lnTo>
                    <a:pt x="8816" y="4884"/>
                  </a:lnTo>
                  <a:lnTo>
                    <a:pt x="8384" y="4473"/>
                  </a:lnTo>
                  <a:lnTo>
                    <a:pt x="7908" y="4063"/>
                  </a:lnTo>
                  <a:lnTo>
                    <a:pt x="7433" y="3652"/>
                  </a:lnTo>
                  <a:lnTo>
                    <a:pt x="6936" y="3242"/>
                  </a:lnTo>
                  <a:lnTo>
                    <a:pt x="6417" y="2875"/>
                  </a:lnTo>
                  <a:lnTo>
                    <a:pt x="5877" y="2507"/>
                  </a:lnTo>
                  <a:lnTo>
                    <a:pt x="5315" y="2140"/>
                  </a:lnTo>
                  <a:lnTo>
                    <a:pt x="4710" y="1794"/>
                  </a:lnTo>
                  <a:lnTo>
                    <a:pt x="4105" y="1448"/>
                  </a:lnTo>
                  <a:lnTo>
                    <a:pt x="3479" y="1146"/>
                  </a:lnTo>
                  <a:lnTo>
                    <a:pt x="2809" y="822"/>
                  </a:lnTo>
                  <a:lnTo>
                    <a:pt x="2139" y="541"/>
                  </a:lnTo>
                  <a:lnTo>
                    <a:pt x="1426" y="260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33"/>
            <p:cNvSpPr/>
            <p:nvPr/>
          </p:nvSpPr>
          <p:spPr>
            <a:xfrm>
              <a:off x="14063425" y="3521550"/>
              <a:ext cx="371125" cy="648800"/>
            </a:xfrm>
            <a:custGeom>
              <a:avLst/>
              <a:gdLst/>
              <a:ahLst/>
              <a:cxnLst/>
              <a:rect l="l" t="t" r="r" b="b"/>
              <a:pathLst>
                <a:path w="14845" h="25952" fill="none" extrusionOk="0">
                  <a:moveTo>
                    <a:pt x="691" y="1"/>
                  </a:moveTo>
                  <a:lnTo>
                    <a:pt x="691" y="1"/>
                  </a:lnTo>
                  <a:lnTo>
                    <a:pt x="475" y="779"/>
                  </a:lnTo>
                  <a:lnTo>
                    <a:pt x="281" y="1535"/>
                  </a:lnTo>
                  <a:lnTo>
                    <a:pt x="130" y="2334"/>
                  </a:lnTo>
                  <a:lnTo>
                    <a:pt x="0" y="3112"/>
                  </a:lnTo>
                  <a:lnTo>
                    <a:pt x="0" y="3112"/>
                  </a:lnTo>
                  <a:lnTo>
                    <a:pt x="778" y="3415"/>
                  </a:lnTo>
                  <a:lnTo>
                    <a:pt x="1556" y="3717"/>
                  </a:lnTo>
                  <a:lnTo>
                    <a:pt x="2312" y="4085"/>
                  </a:lnTo>
                  <a:lnTo>
                    <a:pt x="3047" y="4452"/>
                  </a:lnTo>
                  <a:lnTo>
                    <a:pt x="3781" y="4862"/>
                  </a:lnTo>
                  <a:lnTo>
                    <a:pt x="4494" y="5295"/>
                  </a:lnTo>
                  <a:lnTo>
                    <a:pt x="5186" y="5748"/>
                  </a:lnTo>
                  <a:lnTo>
                    <a:pt x="5856" y="6245"/>
                  </a:lnTo>
                  <a:lnTo>
                    <a:pt x="6525" y="6742"/>
                  </a:lnTo>
                  <a:lnTo>
                    <a:pt x="7152" y="7282"/>
                  </a:lnTo>
                  <a:lnTo>
                    <a:pt x="7779" y="7823"/>
                  </a:lnTo>
                  <a:lnTo>
                    <a:pt x="8362" y="8406"/>
                  </a:lnTo>
                  <a:lnTo>
                    <a:pt x="8946" y="9011"/>
                  </a:lnTo>
                  <a:lnTo>
                    <a:pt x="9486" y="9638"/>
                  </a:lnTo>
                  <a:lnTo>
                    <a:pt x="10004" y="10264"/>
                  </a:lnTo>
                  <a:lnTo>
                    <a:pt x="10523" y="10934"/>
                  </a:lnTo>
                  <a:lnTo>
                    <a:pt x="10998" y="11604"/>
                  </a:lnTo>
                  <a:lnTo>
                    <a:pt x="11452" y="12317"/>
                  </a:lnTo>
                  <a:lnTo>
                    <a:pt x="11863" y="13030"/>
                  </a:lnTo>
                  <a:lnTo>
                    <a:pt x="12273" y="13765"/>
                  </a:lnTo>
                  <a:lnTo>
                    <a:pt x="12640" y="14499"/>
                  </a:lnTo>
                  <a:lnTo>
                    <a:pt x="12986" y="15277"/>
                  </a:lnTo>
                  <a:lnTo>
                    <a:pt x="13289" y="16055"/>
                  </a:lnTo>
                  <a:lnTo>
                    <a:pt x="13570" y="16833"/>
                  </a:lnTo>
                  <a:lnTo>
                    <a:pt x="13829" y="17632"/>
                  </a:lnTo>
                  <a:lnTo>
                    <a:pt x="14045" y="18454"/>
                  </a:lnTo>
                  <a:lnTo>
                    <a:pt x="14239" y="19275"/>
                  </a:lnTo>
                  <a:lnTo>
                    <a:pt x="14391" y="20117"/>
                  </a:lnTo>
                  <a:lnTo>
                    <a:pt x="14520" y="20982"/>
                  </a:lnTo>
                  <a:lnTo>
                    <a:pt x="14607" y="21824"/>
                  </a:lnTo>
                  <a:lnTo>
                    <a:pt x="14672" y="22689"/>
                  </a:lnTo>
                  <a:lnTo>
                    <a:pt x="14672" y="23575"/>
                  </a:lnTo>
                  <a:lnTo>
                    <a:pt x="14672" y="23575"/>
                  </a:lnTo>
                  <a:lnTo>
                    <a:pt x="14672" y="24180"/>
                  </a:lnTo>
                  <a:lnTo>
                    <a:pt x="14650" y="24763"/>
                  </a:lnTo>
                  <a:lnTo>
                    <a:pt x="14607" y="25368"/>
                  </a:lnTo>
                  <a:lnTo>
                    <a:pt x="14542" y="25951"/>
                  </a:lnTo>
                  <a:lnTo>
                    <a:pt x="14542" y="25951"/>
                  </a:lnTo>
                  <a:lnTo>
                    <a:pt x="14650" y="25087"/>
                  </a:lnTo>
                  <a:lnTo>
                    <a:pt x="14758" y="23942"/>
                  </a:lnTo>
                  <a:lnTo>
                    <a:pt x="14801" y="23272"/>
                  </a:lnTo>
                  <a:lnTo>
                    <a:pt x="14844" y="22559"/>
                  </a:lnTo>
                  <a:lnTo>
                    <a:pt x="14844" y="21803"/>
                  </a:lnTo>
                  <a:lnTo>
                    <a:pt x="14844" y="21003"/>
                  </a:lnTo>
                  <a:lnTo>
                    <a:pt x="14823" y="20161"/>
                  </a:lnTo>
                  <a:lnTo>
                    <a:pt x="14780" y="19275"/>
                  </a:lnTo>
                  <a:lnTo>
                    <a:pt x="14715" y="18367"/>
                  </a:lnTo>
                  <a:lnTo>
                    <a:pt x="14607" y="17438"/>
                  </a:lnTo>
                  <a:lnTo>
                    <a:pt x="14455" y="16487"/>
                  </a:lnTo>
                  <a:lnTo>
                    <a:pt x="14283" y="15515"/>
                  </a:lnTo>
                  <a:lnTo>
                    <a:pt x="14045" y="14521"/>
                  </a:lnTo>
                  <a:lnTo>
                    <a:pt x="13786" y="13527"/>
                  </a:lnTo>
                  <a:lnTo>
                    <a:pt x="13461" y="12511"/>
                  </a:lnTo>
                  <a:lnTo>
                    <a:pt x="13116" y="11518"/>
                  </a:lnTo>
                  <a:lnTo>
                    <a:pt x="12900" y="11021"/>
                  </a:lnTo>
                  <a:lnTo>
                    <a:pt x="12684" y="10524"/>
                  </a:lnTo>
                  <a:lnTo>
                    <a:pt x="12446" y="10027"/>
                  </a:lnTo>
                  <a:lnTo>
                    <a:pt x="12208" y="9530"/>
                  </a:lnTo>
                  <a:lnTo>
                    <a:pt x="11949" y="9054"/>
                  </a:lnTo>
                  <a:lnTo>
                    <a:pt x="11668" y="8557"/>
                  </a:lnTo>
                  <a:lnTo>
                    <a:pt x="11366" y="8082"/>
                  </a:lnTo>
                  <a:lnTo>
                    <a:pt x="11063" y="7607"/>
                  </a:lnTo>
                  <a:lnTo>
                    <a:pt x="10739" y="7131"/>
                  </a:lnTo>
                  <a:lnTo>
                    <a:pt x="10393" y="6677"/>
                  </a:lnTo>
                  <a:lnTo>
                    <a:pt x="10026" y="6224"/>
                  </a:lnTo>
                  <a:lnTo>
                    <a:pt x="9637" y="5770"/>
                  </a:lnTo>
                  <a:lnTo>
                    <a:pt x="9226" y="5316"/>
                  </a:lnTo>
                  <a:lnTo>
                    <a:pt x="8816" y="4884"/>
                  </a:lnTo>
                  <a:lnTo>
                    <a:pt x="8384" y="4473"/>
                  </a:lnTo>
                  <a:lnTo>
                    <a:pt x="7908" y="4063"/>
                  </a:lnTo>
                  <a:lnTo>
                    <a:pt x="7433" y="3652"/>
                  </a:lnTo>
                  <a:lnTo>
                    <a:pt x="6936" y="3242"/>
                  </a:lnTo>
                  <a:lnTo>
                    <a:pt x="6417" y="2875"/>
                  </a:lnTo>
                  <a:lnTo>
                    <a:pt x="5877" y="2507"/>
                  </a:lnTo>
                  <a:lnTo>
                    <a:pt x="5315" y="2140"/>
                  </a:lnTo>
                  <a:lnTo>
                    <a:pt x="4710" y="1794"/>
                  </a:lnTo>
                  <a:lnTo>
                    <a:pt x="4105" y="1448"/>
                  </a:lnTo>
                  <a:lnTo>
                    <a:pt x="3479" y="1146"/>
                  </a:lnTo>
                  <a:lnTo>
                    <a:pt x="2809" y="822"/>
                  </a:lnTo>
                  <a:lnTo>
                    <a:pt x="2139" y="541"/>
                  </a:lnTo>
                  <a:lnTo>
                    <a:pt x="1426" y="260"/>
                  </a:lnTo>
                  <a:lnTo>
                    <a:pt x="69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33"/>
            <p:cNvSpPr/>
            <p:nvPr/>
          </p:nvSpPr>
          <p:spPr>
            <a:xfrm>
              <a:off x="13996425" y="3499400"/>
              <a:ext cx="84300" cy="99975"/>
            </a:xfrm>
            <a:custGeom>
              <a:avLst/>
              <a:gdLst/>
              <a:ahLst/>
              <a:cxnLst/>
              <a:rect l="l" t="t" r="r" b="b"/>
              <a:pathLst>
                <a:path w="3372" h="3999" extrusionOk="0">
                  <a:moveTo>
                    <a:pt x="1" y="1"/>
                  </a:moveTo>
                  <a:lnTo>
                    <a:pt x="1" y="3264"/>
                  </a:lnTo>
                  <a:lnTo>
                    <a:pt x="671" y="3415"/>
                  </a:lnTo>
                  <a:lnTo>
                    <a:pt x="1362" y="3588"/>
                  </a:lnTo>
                  <a:lnTo>
                    <a:pt x="2010" y="3782"/>
                  </a:lnTo>
                  <a:lnTo>
                    <a:pt x="2680" y="3998"/>
                  </a:lnTo>
                  <a:lnTo>
                    <a:pt x="2810" y="3220"/>
                  </a:lnTo>
                  <a:lnTo>
                    <a:pt x="2961" y="2421"/>
                  </a:lnTo>
                  <a:lnTo>
                    <a:pt x="3155" y="1665"/>
                  </a:lnTo>
                  <a:lnTo>
                    <a:pt x="3371" y="887"/>
                  </a:lnTo>
                  <a:lnTo>
                    <a:pt x="2572" y="649"/>
                  </a:lnTo>
                  <a:lnTo>
                    <a:pt x="1751" y="411"/>
                  </a:lnTo>
                  <a:lnTo>
                    <a:pt x="887" y="19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33"/>
            <p:cNvSpPr/>
            <p:nvPr/>
          </p:nvSpPr>
          <p:spPr>
            <a:xfrm>
              <a:off x="13996425" y="3499400"/>
              <a:ext cx="84300" cy="99975"/>
            </a:xfrm>
            <a:custGeom>
              <a:avLst/>
              <a:gdLst/>
              <a:ahLst/>
              <a:cxnLst/>
              <a:rect l="l" t="t" r="r" b="b"/>
              <a:pathLst>
                <a:path w="3372" h="3999" fill="none" extrusionOk="0">
                  <a:moveTo>
                    <a:pt x="1" y="1"/>
                  </a:moveTo>
                  <a:lnTo>
                    <a:pt x="1" y="3264"/>
                  </a:lnTo>
                  <a:lnTo>
                    <a:pt x="1" y="3264"/>
                  </a:lnTo>
                  <a:lnTo>
                    <a:pt x="671" y="3415"/>
                  </a:lnTo>
                  <a:lnTo>
                    <a:pt x="1362" y="3588"/>
                  </a:lnTo>
                  <a:lnTo>
                    <a:pt x="2010" y="3782"/>
                  </a:lnTo>
                  <a:lnTo>
                    <a:pt x="2680" y="3998"/>
                  </a:lnTo>
                  <a:lnTo>
                    <a:pt x="2680" y="3998"/>
                  </a:lnTo>
                  <a:lnTo>
                    <a:pt x="2810" y="3220"/>
                  </a:lnTo>
                  <a:lnTo>
                    <a:pt x="2961" y="2421"/>
                  </a:lnTo>
                  <a:lnTo>
                    <a:pt x="3155" y="1665"/>
                  </a:lnTo>
                  <a:lnTo>
                    <a:pt x="3371" y="887"/>
                  </a:lnTo>
                  <a:lnTo>
                    <a:pt x="3371" y="887"/>
                  </a:lnTo>
                  <a:lnTo>
                    <a:pt x="2572" y="649"/>
                  </a:lnTo>
                  <a:lnTo>
                    <a:pt x="1751" y="411"/>
                  </a:lnTo>
                  <a:lnTo>
                    <a:pt x="887" y="195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33"/>
            <p:cNvSpPr/>
            <p:nvPr/>
          </p:nvSpPr>
          <p:spPr>
            <a:xfrm>
              <a:off x="13972125" y="4297800"/>
              <a:ext cx="240400" cy="66475"/>
            </a:xfrm>
            <a:custGeom>
              <a:avLst/>
              <a:gdLst/>
              <a:ahLst/>
              <a:cxnLst/>
              <a:rect l="l" t="t" r="r" b="b"/>
              <a:pathLst>
                <a:path w="9616" h="2659" extrusionOk="0">
                  <a:moveTo>
                    <a:pt x="1254" y="1"/>
                  </a:moveTo>
                  <a:lnTo>
                    <a:pt x="994" y="22"/>
                  </a:lnTo>
                  <a:lnTo>
                    <a:pt x="757" y="87"/>
                  </a:lnTo>
                  <a:lnTo>
                    <a:pt x="541" y="217"/>
                  </a:lnTo>
                  <a:lnTo>
                    <a:pt x="368" y="368"/>
                  </a:lnTo>
                  <a:lnTo>
                    <a:pt x="216" y="541"/>
                  </a:lnTo>
                  <a:lnTo>
                    <a:pt x="108" y="757"/>
                  </a:lnTo>
                  <a:lnTo>
                    <a:pt x="22" y="995"/>
                  </a:lnTo>
                  <a:lnTo>
                    <a:pt x="0" y="1232"/>
                  </a:lnTo>
                  <a:lnTo>
                    <a:pt x="0" y="1427"/>
                  </a:lnTo>
                  <a:lnTo>
                    <a:pt x="22" y="1665"/>
                  </a:lnTo>
                  <a:lnTo>
                    <a:pt x="108" y="1902"/>
                  </a:lnTo>
                  <a:lnTo>
                    <a:pt x="216" y="2118"/>
                  </a:lnTo>
                  <a:lnTo>
                    <a:pt x="368" y="2291"/>
                  </a:lnTo>
                  <a:lnTo>
                    <a:pt x="541" y="2442"/>
                  </a:lnTo>
                  <a:lnTo>
                    <a:pt x="757" y="2572"/>
                  </a:lnTo>
                  <a:lnTo>
                    <a:pt x="994" y="2637"/>
                  </a:lnTo>
                  <a:lnTo>
                    <a:pt x="1254" y="2658"/>
                  </a:lnTo>
                  <a:lnTo>
                    <a:pt x="8362" y="2658"/>
                  </a:lnTo>
                  <a:lnTo>
                    <a:pt x="8622" y="2637"/>
                  </a:lnTo>
                  <a:lnTo>
                    <a:pt x="8838" y="2572"/>
                  </a:lnTo>
                  <a:lnTo>
                    <a:pt x="9054" y="2442"/>
                  </a:lnTo>
                  <a:lnTo>
                    <a:pt x="9248" y="2291"/>
                  </a:lnTo>
                  <a:lnTo>
                    <a:pt x="9400" y="2118"/>
                  </a:lnTo>
                  <a:lnTo>
                    <a:pt x="9508" y="1902"/>
                  </a:lnTo>
                  <a:lnTo>
                    <a:pt x="9572" y="1665"/>
                  </a:lnTo>
                  <a:lnTo>
                    <a:pt x="9616" y="1427"/>
                  </a:lnTo>
                  <a:lnTo>
                    <a:pt x="9616" y="1232"/>
                  </a:lnTo>
                  <a:lnTo>
                    <a:pt x="9572" y="995"/>
                  </a:lnTo>
                  <a:lnTo>
                    <a:pt x="9508" y="757"/>
                  </a:lnTo>
                  <a:lnTo>
                    <a:pt x="9400" y="541"/>
                  </a:lnTo>
                  <a:lnTo>
                    <a:pt x="9248" y="368"/>
                  </a:lnTo>
                  <a:lnTo>
                    <a:pt x="9054" y="217"/>
                  </a:lnTo>
                  <a:lnTo>
                    <a:pt x="8838" y="87"/>
                  </a:lnTo>
                  <a:lnTo>
                    <a:pt x="8622" y="22"/>
                  </a:lnTo>
                  <a:lnTo>
                    <a:pt x="836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33"/>
            <p:cNvSpPr/>
            <p:nvPr/>
          </p:nvSpPr>
          <p:spPr>
            <a:xfrm>
              <a:off x="13972125" y="4297800"/>
              <a:ext cx="240400" cy="66475"/>
            </a:xfrm>
            <a:custGeom>
              <a:avLst/>
              <a:gdLst/>
              <a:ahLst/>
              <a:cxnLst/>
              <a:rect l="l" t="t" r="r" b="b"/>
              <a:pathLst>
                <a:path w="9616" h="2659" fill="none" extrusionOk="0">
                  <a:moveTo>
                    <a:pt x="8362" y="1"/>
                  </a:moveTo>
                  <a:lnTo>
                    <a:pt x="1254" y="1"/>
                  </a:lnTo>
                  <a:lnTo>
                    <a:pt x="1254" y="1"/>
                  </a:lnTo>
                  <a:lnTo>
                    <a:pt x="994" y="22"/>
                  </a:lnTo>
                  <a:lnTo>
                    <a:pt x="757" y="87"/>
                  </a:lnTo>
                  <a:lnTo>
                    <a:pt x="541" y="217"/>
                  </a:lnTo>
                  <a:lnTo>
                    <a:pt x="368" y="368"/>
                  </a:lnTo>
                  <a:lnTo>
                    <a:pt x="216" y="541"/>
                  </a:lnTo>
                  <a:lnTo>
                    <a:pt x="108" y="757"/>
                  </a:lnTo>
                  <a:lnTo>
                    <a:pt x="22" y="995"/>
                  </a:lnTo>
                  <a:lnTo>
                    <a:pt x="0" y="1232"/>
                  </a:lnTo>
                  <a:lnTo>
                    <a:pt x="0" y="1427"/>
                  </a:lnTo>
                  <a:lnTo>
                    <a:pt x="0" y="1427"/>
                  </a:lnTo>
                  <a:lnTo>
                    <a:pt x="22" y="1665"/>
                  </a:lnTo>
                  <a:lnTo>
                    <a:pt x="108" y="1902"/>
                  </a:lnTo>
                  <a:lnTo>
                    <a:pt x="216" y="2118"/>
                  </a:lnTo>
                  <a:lnTo>
                    <a:pt x="368" y="2291"/>
                  </a:lnTo>
                  <a:lnTo>
                    <a:pt x="541" y="2442"/>
                  </a:lnTo>
                  <a:lnTo>
                    <a:pt x="757" y="2572"/>
                  </a:lnTo>
                  <a:lnTo>
                    <a:pt x="994" y="2637"/>
                  </a:lnTo>
                  <a:lnTo>
                    <a:pt x="1254" y="2658"/>
                  </a:lnTo>
                  <a:lnTo>
                    <a:pt x="8362" y="2658"/>
                  </a:lnTo>
                  <a:lnTo>
                    <a:pt x="8362" y="2658"/>
                  </a:lnTo>
                  <a:lnTo>
                    <a:pt x="8622" y="2637"/>
                  </a:lnTo>
                  <a:lnTo>
                    <a:pt x="8838" y="2572"/>
                  </a:lnTo>
                  <a:lnTo>
                    <a:pt x="9054" y="2442"/>
                  </a:lnTo>
                  <a:lnTo>
                    <a:pt x="9248" y="2291"/>
                  </a:lnTo>
                  <a:lnTo>
                    <a:pt x="9400" y="2118"/>
                  </a:lnTo>
                  <a:lnTo>
                    <a:pt x="9508" y="1902"/>
                  </a:lnTo>
                  <a:lnTo>
                    <a:pt x="9572" y="1665"/>
                  </a:lnTo>
                  <a:lnTo>
                    <a:pt x="9616" y="1427"/>
                  </a:lnTo>
                  <a:lnTo>
                    <a:pt x="9616" y="1232"/>
                  </a:lnTo>
                  <a:lnTo>
                    <a:pt x="9616" y="1232"/>
                  </a:lnTo>
                  <a:lnTo>
                    <a:pt x="9572" y="995"/>
                  </a:lnTo>
                  <a:lnTo>
                    <a:pt x="9508" y="757"/>
                  </a:lnTo>
                  <a:lnTo>
                    <a:pt x="9400" y="541"/>
                  </a:lnTo>
                  <a:lnTo>
                    <a:pt x="9248" y="368"/>
                  </a:lnTo>
                  <a:lnTo>
                    <a:pt x="9054" y="217"/>
                  </a:lnTo>
                  <a:lnTo>
                    <a:pt x="8838" y="87"/>
                  </a:lnTo>
                  <a:lnTo>
                    <a:pt x="8622" y="22"/>
                  </a:lnTo>
                  <a:lnTo>
                    <a:pt x="83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33"/>
            <p:cNvSpPr/>
            <p:nvPr/>
          </p:nvSpPr>
          <p:spPr>
            <a:xfrm>
              <a:off x="13488650" y="3127225"/>
              <a:ext cx="129675" cy="129675"/>
            </a:xfrm>
            <a:custGeom>
              <a:avLst/>
              <a:gdLst/>
              <a:ahLst/>
              <a:cxnLst/>
              <a:rect l="l" t="t" r="r" b="b"/>
              <a:pathLst>
                <a:path w="5187" h="5187" extrusionOk="0">
                  <a:moveTo>
                    <a:pt x="2313" y="0"/>
                  </a:moveTo>
                  <a:lnTo>
                    <a:pt x="2053" y="43"/>
                  </a:lnTo>
                  <a:lnTo>
                    <a:pt x="1816" y="108"/>
                  </a:lnTo>
                  <a:lnTo>
                    <a:pt x="1578" y="195"/>
                  </a:lnTo>
                  <a:lnTo>
                    <a:pt x="1340" y="303"/>
                  </a:lnTo>
                  <a:lnTo>
                    <a:pt x="1146" y="432"/>
                  </a:lnTo>
                  <a:lnTo>
                    <a:pt x="930" y="584"/>
                  </a:lnTo>
                  <a:lnTo>
                    <a:pt x="757" y="756"/>
                  </a:lnTo>
                  <a:lnTo>
                    <a:pt x="584" y="929"/>
                  </a:lnTo>
                  <a:lnTo>
                    <a:pt x="433" y="1145"/>
                  </a:lnTo>
                  <a:lnTo>
                    <a:pt x="303" y="1361"/>
                  </a:lnTo>
                  <a:lnTo>
                    <a:pt x="195" y="1578"/>
                  </a:lnTo>
                  <a:lnTo>
                    <a:pt x="109" y="1815"/>
                  </a:lnTo>
                  <a:lnTo>
                    <a:pt x="44" y="2075"/>
                  </a:lnTo>
                  <a:lnTo>
                    <a:pt x="1" y="2334"/>
                  </a:lnTo>
                  <a:lnTo>
                    <a:pt x="1" y="2593"/>
                  </a:lnTo>
                  <a:lnTo>
                    <a:pt x="1" y="2852"/>
                  </a:lnTo>
                  <a:lnTo>
                    <a:pt x="44" y="3112"/>
                  </a:lnTo>
                  <a:lnTo>
                    <a:pt x="109" y="3371"/>
                  </a:lnTo>
                  <a:lnTo>
                    <a:pt x="195" y="3609"/>
                  </a:lnTo>
                  <a:lnTo>
                    <a:pt x="303" y="3825"/>
                  </a:lnTo>
                  <a:lnTo>
                    <a:pt x="433" y="4041"/>
                  </a:lnTo>
                  <a:lnTo>
                    <a:pt x="584" y="4235"/>
                  </a:lnTo>
                  <a:lnTo>
                    <a:pt x="757" y="4430"/>
                  </a:lnTo>
                  <a:lnTo>
                    <a:pt x="930" y="4581"/>
                  </a:lnTo>
                  <a:lnTo>
                    <a:pt x="1146" y="4732"/>
                  </a:lnTo>
                  <a:lnTo>
                    <a:pt x="1340" y="4862"/>
                  </a:lnTo>
                  <a:lnTo>
                    <a:pt x="1578" y="4970"/>
                  </a:lnTo>
                  <a:lnTo>
                    <a:pt x="1816" y="5056"/>
                  </a:lnTo>
                  <a:lnTo>
                    <a:pt x="2053" y="5121"/>
                  </a:lnTo>
                  <a:lnTo>
                    <a:pt x="2313" y="5164"/>
                  </a:lnTo>
                  <a:lnTo>
                    <a:pt x="2594" y="5186"/>
                  </a:lnTo>
                  <a:lnTo>
                    <a:pt x="2853" y="5164"/>
                  </a:lnTo>
                  <a:lnTo>
                    <a:pt x="3112" y="5121"/>
                  </a:lnTo>
                  <a:lnTo>
                    <a:pt x="3350" y="5056"/>
                  </a:lnTo>
                  <a:lnTo>
                    <a:pt x="3587" y="4970"/>
                  </a:lnTo>
                  <a:lnTo>
                    <a:pt x="3825" y="4862"/>
                  </a:lnTo>
                  <a:lnTo>
                    <a:pt x="4041" y="4732"/>
                  </a:lnTo>
                  <a:lnTo>
                    <a:pt x="4236" y="4581"/>
                  </a:lnTo>
                  <a:lnTo>
                    <a:pt x="4430" y="4430"/>
                  </a:lnTo>
                  <a:lnTo>
                    <a:pt x="4581" y="4235"/>
                  </a:lnTo>
                  <a:lnTo>
                    <a:pt x="4733" y="4041"/>
                  </a:lnTo>
                  <a:lnTo>
                    <a:pt x="4862" y="3825"/>
                  </a:lnTo>
                  <a:lnTo>
                    <a:pt x="4970" y="3609"/>
                  </a:lnTo>
                  <a:lnTo>
                    <a:pt x="5057" y="3371"/>
                  </a:lnTo>
                  <a:lnTo>
                    <a:pt x="5122" y="3112"/>
                  </a:lnTo>
                  <a:lnTo>
                    <a:pt x="5165" y="2852"/>
                  </a:lnTo>
                  <a:lnTo>
                    <a:pt x="5186" y="2593"/>
                  </a:lnTo>
                  <a:lnTo>
                    <a:pt x="5165" y="2334"/>
                  </a:lnTo>
                  <a:lnTo>
                    <a:pt x="5122" y="2075"/>
                  </a:lnTo>
                  <a:lnTo>
                    <a:pt x="5057" y="1815"/>
                  </a:lnTo>
                  <a:lnTo>
                    <a:pt x="4970" y="1578"/>
                  </a:lnTo>
                  <a:lnTo>
                    <a:pt x="4862" y="1361"/>
                  </a:lnTo>
                  <a:lnTo>
                    <a:pt x="4733" y="1145"/>
                  </a:lnTo>
                  <a:lnTo>
                    <a:pt x="4581" y="929"/>
                  </a:lnTo>
                  <a:lnTo>
                    <a:pt x="4430" y="756"/>
                  </a:lnTo>
                  <a:lnTo>
                    <a:pt x="4236" y="584"/>
                  </a:lnTo>
                  <a:lnTo>
                    <a:pt x="4041" y="432"/>
                  </a:lnTo>
                  <a:lnTo>
                    <a:pt x="3825" y="303"/>
                  </a:lnTo>
                  <a:lnTo>
                    <a:pt x="3587" y="195"/>
                  </a:lnTo>
                  <a:lnTo>
                    <a:pt x="3350" y="108"/>
                  </a:lnTo>
                  <a:lnTo>
                    <a:pt x="3112" y="43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33"/>
            <p:cNvSpPr/>
            <p:nvPr/>
          </p:nvSpPr>
          <p:spPr>
            <a:xfrm>
              <a:off x="15015225" y="4337250"/>
              <a:ext cx="177750" cy="240400"/>
            </a:xfrm>
            <a:custGeom>
              <a:avLst/>
              <a:gdLst/>
              <a:ahLst/>
              <a:cxnLst/>
              <a:rect l="l" t="t" r="r" b="b"/>
              <a:pathLst>
                <a:path w="7110" h="9616" extrusionOk="0">
                  <a:moveTo>
                    <a:pt x="2356" y="0"/>
                  </a:moveTo>
                  <a:lnTo>
                    <a:pt x="0" y="9615"/>
                  </a:lnTo>
                  <a:lnTo>
                    <a:pt x="7109" y="9615"/>
                  </a:lnTo>
                  <a:lnTo>
                    <a:pt x="7109" y="9356"/>
                  </a:lnTo>
                  <a:lnTo>
                    <a:pt x="7088" y="9032"/>
                  </a:lnTo>
                  <a:lnTo>
                    <a:pt x="7044" y="8600"/>
                  </a:lnTo>
                  <a:lnTo>
                    <a:pt x="6980" y="8081"/>
                  </a:lnTo>
                  <a:lnTo>
                    <a:pt x="6893" y="7476"/>
                  </a:lnTo>
                  <a:lnTo>
                    <a:pt x="6742" y="6806"/>
                  </a:lnTo>
                  <a:lnTo>
                    <a:pt x="6547" y="6072"/>
                  </a:lnTo>
                  <a:lnTo>
                    <a:pt x="6310" y="5316"/>
                  </a:lnTo>
                  <a:lnTo>
                    <a:pt x="6159" y="4927"/>
                  </a:lnTo>
                  <a:lnTo>
                    <a:pt x="5986" y="4516"/>
                  </a:lnTo>
                  <a:lnTo>
                    <a:pt x="5813" y="4127"/>
                  </a:lnTo>
                  <a:lnTo>
                    <a:pt x="5618" y="3717"/>
                  </a:lnTo>
                  <a:lnTo>
                    <a:pt x="5381" y="3328"/>
                  </a:lnTo>
                  <a:lnTo>
                    <a:pt x="5143" y="2917"/>
                  </a:lnTo>
                  <a:lnTo>
                    <a:pt x="4884" y="2528"/>
                  </a:lnTo>
                  <a:lnTo>
                    <a:pt x="4603" y="2139"/>
                  </a:lnTo>
                  <a:lnTo>
                    <a:pt x="4279" y="1750"/>
                  </a:lnTo>
                  <a:lnTo>
                    <a:pt x="3955" y="1383"/>
                  </a:lnTo>
                  <a:lnTo>
                    <a:pt x="3587" y="1016"/>
                  </a:lnTo>
                  <a:lnTo>
                    <a:pt x="3198" y="670"/>
                  </a:lnTo>
                  <a:lnTo>
                    <a:pt x="2788" y="324"/>
                  </a:lnTo>
                  <a:lnTo>
                    <a:pt x="23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33"/>
            <p:cNvSpPr/>
            <p:nvPr/>
          </p:nvSpPr>
          <p:spPr>
            <a:xfrm>
              <a:off x="15015225" y="4337250"/>
              <a:ext cx="177750" cy="240400"/>
            </a:xfrm>
            <a:custGeom>
              <a:avLst/>
              <a:gdLst/>
              <a:ahLst/>
              <a:cxnLst/>
              <a:rect l="l" t="t" r="r" b="b"/>
              <a:pathLst>
                <a:path w="7110" h="9616" extrusionOk="0">
                  <a:moveTo>
                    <a:pt x="2356" y="0"/>
                  </a:moveTo>
                  <a:lnTo>
                    <a:pt x="0" y="9615"/>
                  </a:lnTo>
                  <a:lnTo>
                    <a:pt x="7109" y="9615"/>
                  </a:lnTo>
                  <a:lnTo>
                    <a:pt x="7109" y="9572"/>
                  </a:lnTo>
                  <a:lnTo>
                    <a:pt x="6677" y="9529"/>
                  </a:lnTo>
                  <a:lnTo>
                    <a:pt x="6288" y="9464"/>
                  </a:lnTo>
                  <a:lnTo>
                    <a:pt x="5899" y="9378"/>
                  </a:lnTo>
                  <a:lnTo>
                    <a:pt x="5554" y="9248"/>
                  </a:lnTo>
                  <a:lnTo>
                    <a:pt x="5208" y="9097"/>
                  </a:lnTo>
                  <a:lnTo>
                    <a:pt x="4884" y="8924"/>
                  </a:lnTo>
                  <a:lnTo>
                    <a:pt x="4581" y="8751"/>
                  </a:lnTo>
                  <a:lnTo>
                    <a:pt x="4300" y="8535"/>
                  </a:lnTo>
                  <a:lnTo>
                    <a:pt x="4041" y="8297"/>
                  </a:lnTo>
                  <a:lnTo>
                    <a:pt x="3803" y="8060"/>
                  </a:lnTo>
                  <a:lnTo>
                    <a:pt x="3587" y="7800"/>
                  </a:lnTo>
                  <a:lnTo>
                    <a:pt x="3393" y="7520"/>
                  </a:lnTo>
                  <a:lnTo>
                    <a:pt x="3220" y="7217"/>
                  </a:lnTo>
                  <a:lnTo>
                    <a:pt x="3047" y="6915"/>
                  </a:lnTo>
                  <a:lnTo>
                    <a:pt x="2917" y="6612"/>
                  </a:lnTo>
                  <a:lnTo>
                    <a:pt x="2809" y="6288"/>
                  </a:lnTo>
                  <a:lnTo>
                    <a:pt x="2701" y="5964"/>
                  </a:lnTo>
                  <a:lnTo>
                    <a:pt x="2615" y="5618"/>
                  </a:lnTo>
                  <a:lnTo>
                    <a:pt x="2572" y="5294"/>
                  </a:lnTo>
                  <a:lnTo>
                    <a:pt x="2528" y="4948"/>
                  </a:lnTo>
                  <a:lnTo>
                    <a:pt x="2507" y="4603"/>
                  </a:lnTo>
                  <a:lnTo>
                    <a:pt x="2507" y="4257"/>
                  </a:lnTo>
                  <a:lnTo>
                    <a:pt x="2528" y="3911"/>
                  </a:lnTo>
                  <a:lnTo>
                    <a:pt x="2572" y="3565"/>
                  </a:lnTo>
                  <a:lnTo>
                    <a:pt x="2637" y="3220"/>
                  </a:lnTo>
                  <a:lnTo>
                    <a:pt x="2723" y="2896"/>
                  </a:lnTo>
                  <a:lnTo>
                    <a:pt x="2831" y="2571"/>
                  </a:lnTo>
                  <a:lnTo>
                    <a:pt x="2961" y="2247"/>
                  </a:lnTo>
                  <a:lnTo>
                    <a:pt x="3090" y="1923"/>
                  </a:lnTo>
                  <a:lnTo>
                    <a:pt x="3263" y="1621"/>
                  </a:lnTo>
                  <a:lnTo>
                    <a:pt x="3436" y="1340"/>
                  </a:lnTo>
                  <a:lnTo>
                    <a:pt x="3652" y="1059"/>
                  </a:lnTo>
                  <a:lnTo>
                    <a:pt x="3350" y="800"/>
                  </a:lnTo>
                  <a:lnTo>
                    <a:pt x="3025" y="519"/>
                  </a:lnTo>
                  <a:lnTo>
                    <a:pt x="2701" y="259"/>
                  </a:lnTo>
                  <a:lnTo>
                    <a:pt x="23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33"/>
            <p:cNvSpPr/>
            <p:nvPr/>
          </p:nvSpPr>
          <p:spPr>
            <a:xfrm>
              <a:off x="15015225" y="4337250"/>
              <a:ext cx="177750" cy="240400"/>
            </a:xfrm>
            <a:custGeom>
              <a:avLst/>
              <a:gdLst/>
              <a:ahLst/>
              <a:cxnLst/>
              <a:rect l="l" t="t" r="r" b="b"/>
              <a:pathLst>
                <a:path w="7110" h="9616" fill="none" extrusionOk="0">
                  <a:moveTo>
                    <a:pt x="2356" y="0"/>
                  </a:moveTo>
                  <a:lnTo>
                    <a:pt x="0" y="9615"/>
                  </a:lnTo>
                  <a:lnTo>
                    <a:pt x="7109" y="9615"/>
                  </a:lnTo>
                  <a:lnTo>
                    <a:pt x="7109" y="9615"/>
                  </a:lnTo>
                  <a:lnTo>
                    <a:pt x="7109" y="9615"/>
                  </a:lnTo>
                  <a:lnTo>
                    <a:pt x="7109" y="9615"/>
                  </a:lnTo>
                  <a:lnTo>
                    <a:pt x="7109" y="9572"/>
                  </a:lnTo>
                  <a:lnTo>
                    <a:pt x="7109" y="9572"/>
                  </a:lnTo>
                  <a:lnTo>
                    <a:pt x="6677" y="9529"/>
                  </a:lnTo>
                  <a:lnTo>
                    <a:pt x="6288" y="9464"/>
                  </a:lnTo>
                  <a:lnTo>
                    <a:pt x="5899" y="9378"/>
                  </a:lnTo>
                  <a:lnTo>
                    <a:pt x="5554" y="9248"/>
                  </a:lnTo>
                  <a:lnTo>
                    <a:pt x="5208" y="9097"/>
                  </a:lnTo>
                  <a:lnTo>
                    <a:pt x="4884" y="8924"/>
                  </a:lnTo>
                  <a:lnTo>
                    <a:pt x="4581" y="8751"/>
                  </a:lnTo>
                  <a:lnTo>
                    <a:pt x="4300" y="8535"/>
                  </a:lnTo>
                  <a:lnTo>
                    <a:pt x="4041" y="8297"/>
                  </a:lnTo>
                  <a:lnTo>
                    <a:pt x="3803" y="8060"/>
                  </a:lnTo>
                  <a:lnTo>
                    <a:pt x="3587" y="7800"/>
                  </a:lnTo>
                  <a:lnTo>
                    <a:pt x="3393" y="7520"/>
                  </a:lnTo>
                  <a:lnTo>
                    <a:pt x="3220" y="7217"/>
                  </a:lnTo>
                  <a:lnTo>
                    <a:pt x="3047" y="6915"/>
                  </a:lnTo>
                  <a:lnTo>
                    <a:pt x="2917" y="6612"/>
                  </a:lnTo>
                  <a:lnTo>
                    <a:pt x="2809" y="6288"/>
                  </a:lnTo>
                  <a:lnTo>
                    <a:pt x="2701" y="5964"/>
                  </a:lnTo>
                  <a:lnTo>
                    <a:pt x="2615" y="5618"/>
                  </a:lnTo>
                  <a:lnTo>
                    <a:pt x="2572" y="5294"/>
                  </a:lnTo>
                  <a:lnTo>
                    <a:pt x="2528" y="4948"/>
                  </a:lnTo>
                  <a:lnTo>
                    <a:pt x="2507" y="4603"/>
                  </a:lnTo>
                  <a:lnTo>
                    <a:pt x="2507" y="4257"/>
                  </a:lnTo>
                  <a:lnTo>
                    <a:pt x="2528" y="3911"/>
                  </a:lnTo>
                  <a:lnTo>
                    <a:pt x="2572" y="3565"/>
                  </a:lnTo>
                  <a:lnTo>
                    <a:pt x="2637" y="3220"/>
                  </a:lnTo>
                  <a:lnTo>
                    <a:pt x="2723" y="2896"/>
                  </a:lnTo>
                  <a:lnTo>
                    <a:pt x="2831" y="2571"/>
                  </a:lnTo>
                  <a:lnTo>
                    <a:pt x="2961" y="2247"/>
                  </a:lnTo>
                  <a:lnTo>
                    <a:pt x="3090" y="1923"/>
                  </a:lnTo>
                  <a:lnTo>
                    <a:pt x="3263" y="1621"/>
                  </a:lnTo>
                  <a:lnTo>
                    <a:pt x="3436" y="1340"/>
                  </a:lnTo>
                  <a:lnTo>
                    <a:pt x="3652" y="1059"/>
                  </a:lnTo>
                  <a:lnTo>
                    <a:pt x="3652" y="1059"/>
                  </a:lnTo>
                  <a:lnTo>
                    <a:pt x="3350" y="800"/>
                  </a:lnTo>
                  <a:lnTo>
                    <a:pt x="3025" y="519"/>
                  </a:lnTo>
                  <a:lnTo>
                    <a:pt x="2701" y="259"/>
                  </a:lnTo>
                  <a:lnTo>
                    <a:pt x="2356" y="0"/>
                  </a:lnTo>
                  <a:lnTo>
                    <a:pt x="235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7" name="Grafika 16" descr="Bar graph with upward trend with solid fill">
            <a:extLst>
              <a:ext uri="{FF2B5EF4-FFF2-40B4-BE49-F238E27FC236}">
                <a16:creationId xmlns:a16="http://schemas.microsoft.com/office/drawing/2014/main" id="{E051C2F3-0DC9-4E09-57EF-DBE5A6FC672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270061" y="1428135"/>
            <a:ext cx="914400" cy="914400"/>
          </a:xfrm>
          <a:prstGeom prst="rect">
            <a:avLst/>
          </a:prstGeom>
        </p:spPr>
      </p:pic>
      <p:pic>
        <p:nvPicPr>
          <p:cNvPr id="19" name="Grafika 18" descr="Coins with solid fill">
            <a:extLst>
              <a:ext uri="{FF2B5EF4-FFF2-40B4-BE49-F238E27FC236}">
                <a16:creationId xmlns:a16="http://schemas.microsoft.com/office/drawing/2014/main" id="{667EC559-5DB2-83B7-46FC-1F20EB6F2D1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52833" y="1407735"/>
            <a:ext cx="914400" cy="914400"/>
          </a:xfrm>
          <a:prstGeom prst="rect">
            <a:avLst/>
          </a:prstGeom>
        </p:spPr>
      </p:pic>
      <p:pic>
        <p:nvPicPr>
          <p:cNvPr id="21" name="Grafika 20" descr="Recycle with solid fill">
            <a:extLst>
              <a:ext uri="{FF2B5EF4-FFF2-40B4-BE49-F238E27FC236}">
                <a16:creationId xmlns:a16="http://schemas.microsoft.com/office/drawing/2014/main" id="{9711E835-CFCF-BA4F-23B4-9D7BF62D344D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3256271" y="1389117"/>
            <a:ext cx="914400" cy="914400"/>
          </a:xfrm>
          <a:prstGeom prst="rect">
            <a:avLst/>
          </a:prstGeom>
        </p:spPr>
      </p:pic>
      <p:pic>
        <p:nvPicPr>
          <p:cNvPr id="23" name="Grafika 22" descr="Grinning face with solid fill with solid fill">
            <a:extLst>
              <a:ext uri="{FF2B5EF4-FFF2-40B4-BE49-F238E27FC236}">
                <a16:creationId xmlns:a16="http://schemas.microsoft.com/office/drawing/2014/main" id="{0D8E47AD-97CD-A96E-41CC-FB29AD1A5FDB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5303771" y="1428135"/>
            <a:ext cx="914400" cy="91440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06">
          <a:extLst>
            <a:ext uri="{FF2B5EF4-FFF2-40B4-BE49-F238E27FC236}">
              <a16:creationId xmlns:a16="http://schemas.microsoft.com/office/drawing/2014/main" id="{43144F8A-26F9-3D3D-1172-7B672326FB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09" name="Google Shape;8409;p42">
            <a:extLst>
              <a:ext uri="{FF2B5EF4-FFF2-40B4-BE49-F238E27FC236}">
                <a16:creationId xmlns:a16="http://schemas.microsoft.com/office/drawing/2014/main" id="{72BFEE39-C7FD-5054-6CA4-D70EB4C1D1D4}"/>
              </a:ext>
            </a:extLst>
          </p:cNvPr>
          <p:cNvGrpSpPr/>
          <p:nvPr/>
        </p:nvGrpSpPr>
        <p:grpSpPr>
          <a:xfrm>
            <a:off x="7221950" y="3079325"/>
            <a:ext cx="1765300" cy="1903938"/>
            <a:chOff x="9755600" y="2300713"/>
            <a:chExt cx="1765300" cy="1903938"/>
          </a:xfrm>
        </p:grpSpPr>
        <p:sp>
          <p:nvSpPr>
            <p:cNvPr id="8410" name="Google Shape;8410;p42">
              <a:extLst>
                <a:ext uri="{FF2B5EF4-FFF2-40B4-BE49-F238E27FC236}">
                  <a16:creationId xmlns:a16="http://schemas.microsoft.com/office/drawing/2014/main" id="{AC07868E-BCC0-CD2E-1AEE-6D20728A91D6}"/>
                </a:ext>
              </a:extLst>
            </p:cNvPr>
            <p:cNvSpPr/>
            <p:nvPr/>
          </p:nvSpPr>
          <p:spPr>
            <a:xfrm>
              <a:off x="10095063" y="4128450"/>
              <a:ext cx="1092900" cy="762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42">
              <a:extLst>
                <a:ext uri="{FF2B5EF4-FFF2-40B4-BE49-F238E27FC236}">
                  <a16:creationId xmlns:a16="http://schemas.microsoft.com/office/drawing/2014/main" id="{A7B49F73-5DD8-D2B6-180C-B2A00E1DA158}"/>
                </a:ext>
              </a:extLst>
            </p:cNvPr>
            <p:cNvSpPr/>
            <p:nvPr/>
          </p:nvSpPr>
          <p:spPr>
            <a:xfrm>
              <a:off x="10628450" y="2356363"/>
              <a:ext cx="26600" cy="257225"/>
            </a:xfrm>
            <a:custGeom>
              <a:avLst/>
              <a:gdLst/>
              <a:ahLst/>
              <a:cxnLst/>
              <a:rect l="l" t="t" r="r" b="b"/>
              <a:pathLst>
                <a:path w="1064" h="10289" extrusionOk="0">
                  <a:moveTo>
                    <a:pt x="322" y="0"/>
                  </a:moveTo>
                  <a:lnTo>
                    <a:pt x="1" y="10288"/>
                  </a:lnTo>
                  <a:lnTo>
                    <a:pt x="1064" y="10288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42">
              <a:extLst>
                <a:ext uri="{FF2B5EF4-FFF2-40B4-BE49-F238E27FC236}">
                  <a16:creationId xmlns:a16="http://schemas.microsoft.com/office/drawing/2014/main" id="{A8B75D16-0A35-1DB7-8053-AAB8E4B06A81}"/>
                </a:ext>
              </a:extLst>
            </p:cNvPr>
            <p:cNvSpPr/>
            <p:nvPr/>
          </p:nvSpPr>
          <p:spPr>
            <a:xfrm>
              <a:off x="9851350" y="3122938"/>
              <a:ext cx="299325" cy="309375"/>
            </a:xfrm>
            <a:custGeom>
              <a:avLst/>
              <a:gdLst/>
              <a:ahLst/>
              <a:cxnLst/>
              <a:rect l="l" t="t" r="r" b="b"/>
              <a:pathLst>
                <a:path w="11973" h="12375" extrusionOk="0">
                  <a:moveTo>
                    <a:pt x="1144" y="0"/>
                  </a:moveTo>
                  <a:lnTo>
                    <a:pt x="923" y="21"/>
                  </a:lnTo>
                  <a:lnTo>
                    <a:pt x="722" y="81"/>
                  </a:lnTo>
                  <a:lnTo>
                    <a:pt x="522" y="161"/>
                  </a:lnTo>
                  <a:lnTo>
                    <a:pt x="422" y="221"/>
                  </a:lnTo>
                  <a:lnTo>
                    <a:pt x="341" y="301"/>
                  </a:lnTo>
                  <a:lnTo>
                    <a:pt x="261" y="382"/>
                  </a:lnTo>
                  <a:lnTo>
                    <a:pt x="201" y="482"/>
                  </a:lnTo>
                  <a:lnTo>
                    <a:pt x="141" y="582"/>
                  </a:lnTo>
                  <a:lnTo>
                    <a:pt x="101" y="702"/>
                  </a:lnTo>
                  <a:lnTo>
                    <a:pt x="81" y="823"/>
                  </a:lnTo>
                  <a:lnTo>
                    <a:pt x="61" y="963"/>
                  </a:lnTo>
                  <a:lnTo>
                    <a:pt x="21" y="2086"/>
                  </a:lnTo>
                  <a:lnTo>
                    <a:pt x="0" y="3309"/>
                  </a:lnTo>
                  <a:lnTo>
                    <a:pt x="0" y="3951"/>
                  </a:lnTo>
                  <a:lnTo>
                    <a:pt x="21" y="4613"/>
                  </a:lnTo>
                  <a:lnTo>
                    <a:pt x="61" y="5255"/>
                  </a:lnTo>
                  <a:lnTo>
                    <a:pt x="121" y="5917"/>
                  </a:lnTo>
                  <a:lnTo>
                    <a:pt x="201" y="6558"/>
                  </a:lnTo>
                  <a:lnTo>
                    <a:pt x="301" y="7200"/>
                  </a:lnTo>
                  <a:lnTo>
                    <a:pt x="462" y="7822"/>
                  </a:lnTo>
                  <a:lnTo>
                    <a:pt x="642" y="8403"/>
                  </a:lnTo>
                  <a:lnTo>
                    <a:pt x="742" y="8704"/>
                  </a:lnTo>
                  <a:lnTo>
                    <a:pt x="843" y="8965"/>
                  </a:lnTo>
                  <a:lnTo>
                    <a:pt x="983" y="9246"/>
                  </a:lnTo>
                  <a:lnTo>
                    <a:pt x="1103" y="9506"/>
                  </a:lnTo>
                  <a:lnTo>
                    <a:pt x="1264" y="9747"/>
                  </a:lnTo>
                  <a:lnTo>
                    <a:pt x="1424" y="9988"/>
                  </a:lnTo>
                  <a:lnTo>
                    <a:pt x="1585" y="10228"/>
                  </a:lnTo>
                  <a:lnTo>
                    <a:pt x="1765" y="10449"/>
                  </a:lnTo>
                  <a:lnTo>
                    <a:pt x="1966" y="10649"/>
                  </a:lnTo>
                  <a:lnTo>
                    <a:pt x="2166" y="10850"/>
                  </a:lnTo>
                  <a:lnTo>
                    <a:pt x="2407" y="11010"/>
                  </a:lnTo>
                  <a:lnTo>
                    <a:pt x="2628" y="11191"/>
                  </a:lnTo>
                  <a:lnTo>
                    <a:pt x="2888" y="11331"/>
                  </a:lnTo>
                  <a:lnTo>
                    <a:pt x="3129" y="11472"/>
                  </a:lnTo>
                  <a:lnTo>
                    <a:pt x="3410" y="11592"/>
                  </a:lnTo>
                  <a:lnTo>
                    <a:pt x="3690" y="11712"/>
                  </a:lnTo>
                  <a:lnTo>
                    <a:pt x="3971" y="11813"/>
                  </a:lnTo>
                  <a:lnTo>
                    <a:pt x="4252" y="11913"/>
                  </a:lnTo>
                  <a:lnTo>
                    <a:pt x="4854" y="12073"/>
                  </a:lnTo>
                  <a:lnTo>
                    <a:pt x="5475" y="12194"/>
                  </a:lnTo>
                  <a:lnTo>
                    <a:pt x="6117" y="12274"/>
                  </a:lnTo>
                  <a:lnTo>
                    <a:pt x="6779" y="12334"/>
                  </a:lnTo>
                  <a:lnTo>
                    <a:pt x="7421" y="12374"/>
                  </a:lnTo>
                  <a:lnTo>
                    <a:pt x="8704" y="12374"/>
                  </a:lnTo>
                  <a:lnTo>
                    <a:pt x="9326" y="12354"/>
                  </a:lnTo>
                  <a:lnTo>
                    <a:pt x="9927" y="12314"/>
                  </a:lnTo>
                  <a:lnTo>
                    <a:pt x="11030" y="12234"/>
                  </a:lnTo>
                  <a:lnTo>
                    <a:pt x="11211" y="12194"/>
                  </a:lnTo>
                  <a:lnTo>
                    <a:pt x="11351" y="12154"/>
                  </a:lnTo>
                  <a:lnTo>
                    <a:pt x="11512" y="12053"/>
                  </a:lnTo>
                  <a:lnTo>
                    <a:pt x="11652" y="11953"/>
                  </a:lnTo>
                  <a:lnTo>
                    <a:pt x="11752" y="11813"/>
                  </a:lnTo>
                  <a:lnTo>
                    <a:pt x="11853" y="11672"/>
                  </a:lnTo>
                  <a:lnTo>
                    <a:pt x="11913" y="11512"/>
                  </a:lnTo>
                  <a:lnTo>
                    <a:pt x="11953" y="11351"/>
                  </a:lnTo>
                  <a:lnTo>
                    <a:pt x="11973" y="11191"/>
                  </a:lnTo>
                  <a:lnTo>
                    <a:pt x="11953" y="11030"/>
                  </a:lnTo>
                  <a:lnTo>
                    <a:pt x="11913" y="10870"/>
                  </a:lnTo>
                  <a:lnTo>
                    <a:pt x="11873" y="10710"/>
                  </a:lnTo>
                  <a:lnTo>
                    <a:pt x="11792" y="10589"/>
                  </a:lnTo>
                  <a:lnTo>
                    <a:pt x="11672" y="10469"/>
                  </a:lnTo>
                  <a:lnTo>
                    <a:pt x="11552" y="10369"/>
                  </a:lnTo>
                  <a:lnTo>
                    <a:pt x="11391" y="10309"/>
                  </a:lnTo>
                  <a:lnTo>
                    <a:pt x="11231" y="10268"/>
                  </a:lnTo>
                  <a:lnTo>
                    <a:pt x="11030" y="10268"/>
                  </a:lnTo>
                  <a:lnTo>
                    <a:pt x="10128" y="10349"/>
                  </a:lnTo>
                  <a:lnTo>
                    <a:pt x="9085" y="10409"/>
                  </a:lnTo>
                  <a:lnTo>
                    <a:pt x="8544" y="10429"/>
                  </a:lnTo>
                  <a:lnTo>
                    <a:pt x="7982" y="10449"/>
                  </a:lnTo>
                  <a:lnTo>
                    <a:pt x="7421" y="10429"/>
                  </a:lnTo>
                  <a:lnTo>
                    <a:pt x="6839" y="10409"/>
                  </a:lnTo>
                  <a:lnTo>
                    <a:pt x="6278" y="10349"/>
                  </a:lnTo>
                  <a:lnTo>
                    <a:pt x="5736" y="10288"/>
                  </a:lnTo>
                  <a:lnTo>
                    <a:pt x="5215" y="10168"/>
                  </a:lnTo>
                  <a:lnTo>
                    <a:pt x="4713" y="10028"/>
                  </a:lnTo>
                  <a:lnTo>
                    <a:pt x="4473" y="9948"/>
                  </a:lnTo>
                  <a:lnTo>
                    <a:pt x="4252" y="9847"/>
                  </a:lnTo>
                  <a:lnTo>
                    <a:pt x="4031" y="9727"/>
                  </a:lnTo>
                  <a:lnTo>
                    <a:pt x="3831" y="9627"/>
                  </a:lnTo>
                  <a:lnTo>
                    <a:pt x="3630" y="9486"/>
                  </a:lnTo>
                  <a:lnTo>
                    <a:pt x="3470" y="9346"/>
                  </a:lnTo>
                  <a:lnTo>
                    <a:pt x="3289" y="9185"/>
                  </a:lnTo>
                  <a:lnTo>
                    <a:pt x="3149" y="9025"/>
                  </a:lnTo>
                  <a:lnTo>
                    <a:pt x="3009" y="8845"/>
                  </a:lnTo>
                  <a:lnTo>
                    <a:pt x="2888" y="8644"/>
                  </a:lnTo>
                  <a:lnTo>
                    <a:pt x="2768" y="8443"/>
                  </a:lnTo>
                  <a:lnTo>
                    <a:pt x="2648" y="8243"/>
                  </a:lnTo>
                  <a:lnTo>
                    <a:pt x="2467" y="7782"/>
                  </a:lnTo>
                  <a:lnTo>
                    <a:pt x="2307" y="7300"/>
                  </a:lnTo>
                  <a:lnTo>
                    <a:pt x="2186" y="6779"/>
                  </a:lnTo>
                  <a:lnTo>
                    <a:pt x="2086" y="6257"/>
                  </a:lnTo>
                  <a:lnTo>
                    <a:pt x="2026" y="5696"/>
                  </a:lnTo>
                  <a:lnTo>
                    <a:pt x="1966" y="5154"/>
                  </a:lnTo>
                  <a:lnTo>
                    <a:pt x="1946" y="4593"/>
                  </a:lnTo>
                  <a:lnTo>
                    <a:pt x="1926" y="4031"/>
                  </a:lnTo>
                  <a:lnTo>
                    <a:pt x="1946" y="2928"/>
                  </a:lnTo>
                  <a:lnTo>
                    <a:pt x="1986" y="1886"/>
                  </a:lnTo>
                  <a:lnTo>
                    <a:pt x="2026" y="963"/>
                  </a:lnTo>
                  <a:lnTo>
                    <a:pt x="2026" y="763"/>
                  </a:lnTo>
                  <a:lnTo>
                    <a:pt x="1986" y="602"/>
                  </a:lnTo>
                  <a:lnTo>
                    <a:pt x="1926" y="462"/>
                  </a:lnTo>
                  <a:lnTo>
                    <a:pt x="1845" y="341"/>
                  </a:lnTo>
                  <a:lnTo>
                    <a:pt x="1745" y="241"/>
                  </a:lnTo>
                  <a:lnTo>
                    <a:pt x="1625" y="141"/>
                  </a:lnTo>
                  <a:lnTo>
                    <a:pt x="1505" y="81"/>
                  </a:lnTo>
                  <a:lnTo>
                    <a:pt x="1364" y="41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42">
              <a:extLst>
                <a:ext uri="{FF2B5EF4-FFF2-40B4-BE49-F238E27FC236}">
                  <a16:creationId xmlns:a16="http://schemas.microsoft.com/office/drawing/2014/main" id="{9C81EA8C-7888-9309-7CCC-47B8D59EB29F}"/>
                </a:ext>
              </a:extLst>
            </p:cNvPr>
            <p:cNvSpPr/>
            <p:nvPr/>
          </p:nvSpPr>
          <p:spPr>
            <a:xfrm>
              <a:off x="9851350" y="3122938"/>
              <a:ext cx="299325" cy="309375"/>
            </a:xfrm>
            <a:custGeom>
              <a:avLst/>
              <a:gdLst/>
              <a:ahLst/>
              <a:cxnLst/>
              <a:rect l="l" t="t" r="r" b="b"/>
              <a:pathLst>
                <a:path w="11973" h="12375" fill="none" extrusionOk="0">
                  <a:moveTo>
                    <a:pt x="11351" y="12154"/>
                  </a:moveTo>
                  <a:lnTo>
                    <a:pt x="11351" y="12154"/>
                  </a:lnTo>
                  <a:lnTo>
                    <a:pt x="11211" y="12194"/>
                  </a:lnTo>
                  <a:lnTo>
                    <a:pt x="11030" y="12234"/>
                  </a:lnTo>
                  <a:lnTo>
                    <a:pt x="11030" y="12234"/>
                  </a:lnTo>
                  <a:lnTo>
                    <a:pt x="9927" y="12314"/>
                  </a:lnTo>
                  <a:lnTo>
                    <a:pt x="9326" y="12354"/>
                  </a:lnTo>
                  <a:lnTo>
                    <a:pt x="8704" y="12374"/>
                  </a:lnTo>
                  <a:lnTo>
                    <a:pt x="8062" y="12374"/>
                  </a:lnTo>
                  <a:lnTo>
                    <a:pt x="7421" y="12374"/>
                  </a:lnTo>
                  <a:lnTo>
                    <a:pt x="6779" y="12334"/>
                  </a:lnTo>
                  <a:lnTo>
                    <a:pt x="6117" y="12274"/>
                  </a:lnTo>
                  <a:lnTo>
                    <a:pt x="5475" y="12194"/>
                  </a:lnTo>
                  <a:lnTo>
                    <a:pt x="4854" y="12073"/>
                  </a:lnTo>
                  <a:lnTo>
                    <a:pt x="4252" y="11913"/>
                  </a:lnTo>
                  <a:lnTo>
                    <a:pt x="3971" y="11813"/>
                  </a:lnTo>
                  <a:lnTo>
                    <a:pt x="3690" y="11712"/>
                  </a:lnTo>
                  <a:lnTo>
                    <a:pt x="3410" y="11592"/>
                  </a:lnTo>
                  <a:lnTo>
                    <a:pt x="3129" y="11472"/>
                  </a:lnTo>
                  <a:lnTo>
                    <a:pt x="2888" y="11331"/>
                  </a:lnTo>
                  <a:lnTo>
                    <a:pt x="2628" y="11191"/>
                  </a:lnTo>
                  <a:lnTo>
                    <a:pt x="2407" y="11010"/>
                  </a:lnTo>
                  <a:lnTo>
                    <a:pt x="2166" y="10850"/>
                  </a:lnTo>
                  <a:lnTo>
                    <a:pt x="1966" y="10649"/>
                  </a:lnTo>
                  <a:lnTo>
                    <a:pt x="1765" y="10449"/>
                  </a:lnTo>
                  <a:lnTo>
                    <a:pt x="1765" y="10449"/>
                  </a:lnTo>
                  <a:lnTo>
                    <a:pt x="1585" y="10228"/>
                  </a:lnTo>
                  <a:lnTo>
                    <a:pt x="1424" y="9988"/>
                  </a:lnTo>
                  <a:lnTo>
                    <a:pt x="1264" y="9747"/>
                  </a:lnTo>
                  <a:lnTo>
                    <a:pt x="1103" y="9506"/>
                  </a:lnTo>
                  <a:lnTo>
                    <a:pt x="983" y="9246"/>
                  </a:lnTo>
                  <a:lnTo>
                    <a:pt x="843" y="8965"/>
                  </a:lnTo>
                  <a:lnTo>
                    <a:pt x="742" y="8704"/>
                  </a:lnTo>
                  <a:lnTo>
                    <a:pt x="642" y="8403"/>
                  </a:lnTo>
                  <a:lnTo>
                    <a:pt x="462" y="7822"/>
                  </a:lnTo>
                  <a:lnTo>
                    <a:pt x="301" y="7200"/>
                  </a:lnTo>
                  <a:lnTo>
                    <a:pt x="201" y="6558"/>
                  </a:lnTo>
                  <a:lnTo>
                    <a:pt x="121" y="5917"/>
                  </a:lnTo>
                  <a:lnTo>
                    <a:pt x="61" y="5255"/>
                  </a:lnTo>
                  <a:lnTo>
                    <a:pt x="21" y="4613"/>
                  </a:lnTo>
                  <a:lnTo>
                    <a:pt x="0" y="3951"/>
                  </a:lnTo>
                  <a:lnTo>
                    <a:pt x="0" y="3309"/>
                  </a:lnTo>
                  <a:lnTo>
                    <a:pt x="21" y="2086"/>
                  </a:lnTo>
                  <a:lnTo>
                    <a:pt x="61" y="963"/>
                  </a:lnTo>
                  <a:lnTo>
                    <a:pt x="61" y="963"/>
                  </a:lnTo>
                  <a:lnTo>
                    <a:pt x="81" y="823"/>
                  </a:lnTo>
                  <a:lnTo>
                    <a:pt x="101" y="702"/>
                  </a:lnTo>
                  <a:lnTo>
                    <a:pt x="141" y="582"/>
                  </a:lnTo>
                  <a:lnTo>
                    <a:pt x="201" y="482"/>
                  </a:lnTo>
                  <a:lnTo>
                    <a:pt x="261" y="382"/>
                  </a:lnTo>
                  <a:lnTo>
                    <a:pt x="341" y="301"/>
                  </a:lnTo>
                  <a:lnTo>
                    <a:pt x="422" y="221"/>
                  </a:lnTo>
                  <a:lnTo>
                    <a:pt x="522" y="161"/>
                  </a:lnTo>
                  <a:lnTo>
                    <a:pt x="722" y="81"/>
                  </a:lnTo>
                  <a:lnTo>
                    <a:pt x="923" y="21"/>
                  </a:lnTo>
                  <a:lnTo>
                    <a:pt x="1144" y="0"/>
                  </a:lnTo>
                  <a:lnTo>
                    <a:pt x="1364" y="41"/>
                  </a:lnTo>
                  <a:lnTo>
                    <a:pt x="1364" y="41"/>
                  </a:lnTo>
                  <a:lnTo>
                    <a:pt x="1505" y="81"/>
                  </a:lnTo>
                  <a:lnTo>
                    <a:pt x="1625" y="141"/>
                  </a:lnTo>
                  <a:lnTo>
                    <a:pt x="1745" y="241"/>
                  </a:lnTo>
                  <a:lnTo>
                    <a:pt x="1845" y="341"/>
                  </a:lnTo>
                  <a:lnTo>
                    <a:pt x="1926" y="462"/>
                  </a:lnTo>
                  <a:lnTo>
                    <a:pt x="1986" y="602"/>
                  </a:lnTo>
                  <a:lnTo>
                    <a:pt x="2026" y="763"/>
                  </a:lnTo>
                  <a:lnTo>
                    <a:pt x="2026" y="963"/>
                  </a:lnTo>
                  <a:lnTo>
                    <a:pt x="2026" y="963"/>
                  </a:lnTo>
                  <a:lnTo>
                    <a:pt x="1986" y="1886"/>
                  </a:lnTo>
                  <a:lnTo>
                    <a:pt x="1946" y="2928"/>
                  </a:lnTo>
                  <a:lnTo>
                    <a:pt x="1926" y="4031"/>
                  </a:lnTo>
                  <a:lnTo>
                    <a:pt x="1946" y="4593"/>
                  </a:lnTo>
                  <a:lnTo>
                    <a:pt x="1966" y="5154"/>
                  </a:lnTo>
                  <a:lnTo>
                    <a:pt x="2026" y="5696"/>
                  </a:lnTo>
                  <a:lnTo>
                    <a:pt x="2086" y="6257"/>
                  </a:lnTo>
                  <a:lnTo>
                    <a:pt x="2186" y="6779"/>
                  </a:lnTo>
                  <a:lnTo>
                    <a:pt x="2307" y="7300"/>
                  </a:lnTo>
                  <a:lnTo>
                    <a:pt x="2467" y="7782"/>
                  </a:lnTo>
                  <a:lnTo>
                    <a:pt x="2648" y="8243"/>
                  </a:lnTo>
                  <a:lnTo>
                    <a:pt x="2768" y="8443"/>
                  </a:lnTo>
                  <a:lnTo>
                    <a:pt x="2888" y="8644"/>
                  </a:lnTo>
                  <a:lnTo>
                    <a:pt x="3009" y="8845"/>
                  </a:lnTo>
                  <a:lnTo>
                    <a:pt x="3149" y="9025"/>
                  </a:lnTo>
                  <a:lnTo>
                    <a:pt x="3149" y="9025"/>
                  </a:lnTo>
                  <a:lnTo>
                    <a:pt x="3289" y="9185"/>
                  </a:lnTo>
                  <a:lnTo>
                    <a:pt x="3470" y="9346"/>
                  </a:lnTo>
                  <a:lnTo>
                    <a:pt x="3630" y="9486"/>
                  </a:lnTo>
                  <a:lnTo>
                    <a:pt x="3831" y="9627"/>
                  </a:lnTo>
                  <a:lnTo>
                    <a:pt x="4031" y="9727"/>
                  </a:lnTo>
                  <a:lnTo>
                    <a:pt x="4252" y="9847"/>
                  </a:lnTo>
                  <a:lnTo>
                    <a:pt x="4473" y="9948"/>
                  </a:lnTo>
                  <a:lnTo>
                    <a:pt x="4713" y="10028"/>
                  </a:lnTo>
                  <a:lnTo>
                    <a:pt x="5215" y="10168"/>
                  </a:lnTo>
                  <a:lnTo>
                    <a:pt x="5736" y="10288"/>
                  </a:lnTo>
                  <a:lnTo>
                    <a:pt x="6278" y="10349"/>
                  </a:lnTo>
                  <a:lnTo>
                    <a:pt x="6839" y="10409"/>
                  </a:lnTo>
                  <a:lnTo>
                    <a:pt x="7421" y="10429"/>
                  </a:lnTo>
                  <a:lnTo>
                    <a:pt x="7982" y="10449"/>
                  </a:lnTo>
                  <a:lnTo>
                    <a:pt x="8544" y="10429"/>
                  </a:lnTo>
                  <a:lnTo>
                    <a:pt x="9085" y="10409"/>
                  </a:lnTo>
                  <a:lnTo>
                    <a:pt x="10128" y="10349"/>
                  </a:lnTo>
                  <a:lnTo>
                    <a:pt x="11030" y="10268"/>
                  </a:lnTo>
                  <a:lnTo>
                    <a:pt x="11030" y="10268"/>
                  </a:lnTo>
                  <a:lnTo>
                    <a:pt x="11231" y="10268"/>
                  </a:lnTo>
                  <a:lnTo>
                    <a:pt x="11391" y="10309"/>
                  </a:lnTo>
                  <a:lnTo>
                    <a:pt x="11552" y="10369"/>
                  </a:lnTo>
                  <a:lnTo>
                    <a:pt x="11672" y="10469"/>
                  </a:lnTo>
                  <a:lnTo>
                    <a:pt x="11792" y="10589"/>
                  </a:lnTo>
                  <a:lnTo>
                    <a:pt x="11873" y="10710"/>
                  </a:lnTo>
                  <a:lnTo>
                    <a:pt x="11913" y="10870"/>
                  </a:lnTo>
                  <a:lnTo>
                    <a:pt x="11953" y="11030"/>
                  </a:lnTo>
                  <a:lnTo>
                    <a:pt x="11973" y="11191"/>
                  </a:lnTo>
                  <a:lnTo>
                    <a:pt x="11953" y="11351"/>
                  </a:lnTo>
                  <a:lnTo>
                    <a:pt x="11913" y="11512"/>
                  </a:lnTo>
                  <a:lnTo>
                    <a:pt x="11853" y="11672"/>
                  </a:lnTo>
                  <a:lnTo>
                    <a:pt x="11752" y="11813"/>
                  </a:lnTo>
                  <a:lnTo>
                    <a:pt x="11652" y="11953"/>
                  </a:lnTo>
                  <a:lnTo>
                    <a:pt x="11512" y="12053"/>
                  </a:lnTo>
                  <a:lnTo>
                    <a:pt x="11351" y="121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42">
              <a:extLst>
                <a:ext uri="{FF2B5EF4-FFF2-40B4-BE49-F238E27FC236}">
                  <a16:creationId xmlns:a16="http://schemas.microsoft.com/office/drawing/2014/main" id="{B520B6FA-C27D-C6F0-F800-829C17468722}"/>
                </a:ext>
              </a:extLst>
            </p:cNvPr>
            <p:cNvSpPr/>
            <p:nvPr/>
          </p:nvSpPr>
          <p:spPr>
            <a:xfrm>
              <a:off x="9851350" y="3162038"/>
              <a:ext cx="200575" cy="270275"/>
            </a:xfrm>
            <a:custGeom>
              <a:avLst/>
              <a:gdLst/>
              <a:ahLst/>
              <a:cxnLst/>
              <a:rect l="l" t="t" r="r" b="b"/>
              <a:pathLst>
                <a:path w="8023" h="10811" extrusionOk="0">
                  <a:moveTo>
                    <a:pt x="41" y="1"/>
                  </a:moveTo>
                  <a:lnTo>
                    <a:pt x="0" y="923"/>
                  </a:lnTo>
                  <a:lnTo>
                    <a:pt x="0" y="1906"/>
                  </a:lnTo>
                  <a:lnTo>
                    <a:pt x="0" y="2869"/>
                  </a:lnTo>
                  <a:lnTo>
                    <a:pt x="61" y="3831"/>
                  </a:lnTo>
                  <a:lnTo>
                    <a:pt x="101" y="4292"/>
                  </a:lnTo>
                  <a:lnTo>
                    <a:pt x="161" y="4774"/>
                  </a:lnTo>
                  <a:lnTo>
                    <a:pt x="241" y="5255"/>
                  </a:lnTo>
                  <a:lnTo>
                    <a:pt x="321" y="5716"/>
                  </a:lnTo>
                  <a:lnTo>
                    <a:pt x="422" y="6157"/>
                  </a:lnTo>
                  <a:lnTo>
                    <a:pt x="562" y="6599"/>
                  </a:lnTo>
                  <a:lnTo>
                    <a:pt x="702" y="7040"/>
                  </a:lnTo>
                  <a:lnTo>
                    <a:pt x="863" y="7441"/>
                  </a:lnTo>
                  <a:lnTo>
                    <a:pt x="1063" y="7842"/>
                  </a:lnTo>
                  <a:lnTo>
                    <a:pt x="1264" y="8203"/>
                  </a:lnTo>
                  <a:lnTo>
                    <a:pt x="1505" y="8564"/>
                  </a:lnTo>
                  <a:lnTo>
                    <a:pt x="1765" y="8885"/>
                  </a:lnTo>
                  <a:lnTo>
                    <a:pt x="2046" y="9166"/>
                  </a:lnTo>
                  <a:lnTo>
                    <a:pt x="2327" y="9406"/>
                  </a:lnTo>
                  <a:lnTo>
                    <a:pt x="2648" y="9627"/>
                  </a:lnTo>
                  <a:lnTo>
                    <a:pt x="2989" y="9827"/>
                  </a:lnTo>
                  <a:lnTo>
                    <a:pt x="3350" y="10008"/>
                  </a:lnTo>
                  <a:lnTo>
                    <a:pt x="3731" y="10168"/>
                  </a:lnTo>
                  <a:lnTo>
                    <a:pt x="4132" y="10309"/>
                  </a:lnTo>
                  <a:lnTo>
                    <a:pt x="4533" y="10429"/>
                  </a:lnTo>
                  <a:lnTo>
                    <a:pt x="4954" y="10529"/>
                  </a:lnTo>
                  <a:lnTo>
                    <a:pt x="5375" y="10610"/>
                  </a:lnTo>
                  <a:lnTo>
                    <a:pt x="5816" y="10670"/>
                  </a:lnTo>
                  <a:lnTo>
                    <a:pt x="6257" y="10730"/>
                  </a:lnTo>
                  <a:lnTo>
                    <a:pt x="6699" y="10770"/>
                  </a:lnTo>
                  <a:lnTo>
                    <a:pt x="7140" y="10790"/>
                  </a:lnTo>
                  <a:lnTo>
                    <a:pt x="8022" y="10810"/>
                  </a:lnTo>
                  <a:lnTo>
                    <a:pt x="8022" y="10810"/>
                  </a:lnTo>
                  <a:lnTo>
                    <a:pt x="8002" y="10549"/>
                  </a:lnTo>
                  <a:lnTo>
                    <a:pt x="8002" y="10409"/>
                  </a:lnTo>
                  <a:lnTo>
                    <a:pt x="7240" y="10329"/>
                  </a:lnTo>
                  <a:lnTo>
                    <a:pt x="6458" y="10208"/>
                  </a:lnTo>
                  <a:lnTo>
                    <a:pt x="6097" y="10128"/>
                  </a:lnTo>
                  <a:lnTo>
                    <a:pt x="5716" y="10028"/>
                  </a:lnTo>
                  <a:lnTo>
                    <a:pt x="5355" y="9928"/>
                  </a:lnTo>
                  <a:lnTo>
                    <a:pt x="4994" y="9807"/>
                  </a:lnTo>
                  <a:lnTo>
                    <a:pt x="4653" y="9687"/>
                  </a:lnTo>
                  <a:lnTo>
                    <a:pt x="4312" y="9527"/>
                  </a:lnTo>
                  <a:lnTo>
                    <a:pt x="3971" y="9366"/>
                  </a:lnTo>
                  <a:lnTo>
                    <a:pt x="3650" y="9166"/>
                  </a:lnTo>
                  <a:lnTo>
                    <a:pt x="3350" y="8965"/>
                  </a:lnTo>
                  <a:lnTo>
                    <a:pt x="3049" y="8745"/>
                  </a:lnTo>
                  <a:lnTo>
                    <a:pt x="2768" y="8484"/>
                  </a:lnTo>
                  <a:lnTo>
                    <a:pt x="2507" y="8203"/>
                  </a:lnTo>
                  <a:lnTo>
                    <a:pt x="2287" y="7942"/>
                  </a:lnTo>
                  <a:lnTo>
                    <a:pt x="2106" y="7682"/>
                  </a:lnTo>
                  <a:lnTo>
                    <a:pt x="1946" y="7401"/>
                  </a:lnTo>
                  <a:lnTo>
                    <a:pt x="1805" y="7120"/>
                  </a:lnTo>
                  <a:lnTo>
                    <a:pt x="1685" y="6819"/>
                  </a:lnTo>
                  <a:lnTo>
                    <a:pt x="1585" y="6518"/>
                  </a:lnTo>
                  <a:lnTo>
                    <a:pt x="1505" y="6218"/>
                  </a:lnTo>
                  <a:lnTo>
                    <a:pt x="1444" y="5917"/>
                  </a:lnTo>
                  <a:lnTo>
                    <a:pt x="1384" y="5596"/>
                  </a:lnTo>
                  <a:lnTo>
                    <a:pt x="1344" y="5275"/>
                  </a:lnTo>
                  <a:lnTo>
                    <a:pt x="1304" y="4633"/>
                  </a:lnTo>
                  <a:lnTo>
                    <a:pt x="1284" y="3992"/>
                  </a:lnTo>
                  <a:lnTo>
                    <a:pt x="1284" y="3330"/>
                  </a:lnTo>
                  <a:lnTo>
                    <a:pt x="1264" y="1685"/>
                  </a:lnTo>
                  <a:lnTo>
                    <a:pt x="1304" y="41"/>
                  </a:lnTo>
                  <a:lnTo>
                    <a:pt x="522" y="41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8415;p42">
              <a:extLst>
                <a:ext uri="{FF2B5EF4-FFF2-40B4-BE49-F238E27FC236}">
                  <a16:creationId xmlns:a16="http://schemas.microsoft.com/office/drawing/2014/main" id="{CF447C97-0634-6B80-BC6F-8DE0896826C5}"/>
                </a:ext>
              </a:extLst>
            </p:cNvPr>
            <p:cNvSpPr/>
            <p:nvPr/>
          </p:nvSpPr>
          <p:spPr>
            <a:xfrm>
              <a:off x="9851350" y="3162038"/>
              <a:ext cx="200575" cy="270275"/>
            </a:xfrm>
            <a:custGeom>
              <a:avLst/>
              <a:gdLst/>
              <a:ahLst/>
              <a:cxnLst/>
              <a:rect l="l" t="t" r="r" b="b"/>
              <a:pathLst>
                <a:path w="8023" h="10811" fill="none" extrusionOk="0">
                  <a:moveTo>
                    <a:pt x="41" y="1"/>
                  </a:moveTo>
                  <a:lnTo>
                    <a:pt x="41" y="1"/>
                  </a:lnTo>
                  <a:lnTo>
                    <a:pt x="0" y="923"/>
                  </a:lnTo>
                  <a:lnTo>
                    <a:pt x="0" y="1906"/>
                  </a:lnTo>
                  <a:lnTo>
                    <a:pt x="0" y="1906"/>
                  </a:lnTo>
                  <a:lnTo>
                    <a:pt x="0" y="2869"/>
                  </a:lnTo>
                  <a:lnTo>
                    <a:pt x="61" y="3831"/>
                  </a:lnTo>
                  <a:lnTo>
                    <a:pt x="101" y="4292"/>
                  </a:lnTo>
                  <a:lnTo>
                    <a:pt x="161" y="4774"/>
                  </a:lnTo>
                  <a:lnTo>
                    <a:pt x="241" y="5255"/>
                  </a:lnTo>
                  <a:lnTo>
                    <a:pt x="321" y="5716"/>
                  </a:lnTo>
                  <a:lnTo>
                    <a:pt x="422" y="6157"/>
                  </a:lnTo>
                  <a:lnTo>
                    <a:pt x="562" y="6599"/>
                  </a:lnTo>
                  <a:lnTo>
                    <a:pt x="702" y="7040"/>
                  </a:lnTo>
                  <a:lnTo>
                    <a:pt x="863" y="7441"/>
                  </a:lnTo>
                  <a:lnTo>
                    <a:pt x="1063" y="7842"/>
                  </a:lnTo>
                  <a:lnTo>
                    <a:pt x="1264" y="8203"/>
                  </a:lnTo>
                  <a:lnTo>
                    <a:pt x="1505" y="8564"/>
                  </a:lnTo>
                  <a:lnTo>
                    <a:pt x="1765" y="8885"/>
                  </a:lnTo>
                  <a:lnTo>
                    <a:pt x="1765" y="8885"/>
                  </a:lnTo>
                  <a:lnTo>
                    <a:pt x="2046" y="9166"/>
                  </a:lnTo>
                  <a:lnTo>
                    <a:pt x="2327" y="9406"/>
                  </a:lnTo>
                  <a:lnTo>
                    <a:pt x="2648" y="9627"/>
                  </a:lnTo>
                  <a:lnTo>
                    <a:pt x="2989" y="9827"/>
                  </a:lnTo>
                  <a:lnTo>
                    <a:pt x="3350" y="10008"/>
                  </a:lnTo>
                  <a:lnTo>
                    <a:pt x="3731" y="10168"/>
                  </a:lnTo>
                  <a:lnTo>
                    <a:pt x="4132" y="10309"/>
                  </a:lnTo>
                  <a:lnTo>
                    <a:pt x="4533" y="10429"/>
                  </a:lnTo>
                  <a:lnTo>
                    <a:pt x="4954" y="10529"/>
                  </a:lnTo>
                  <a:lnTo>
                    <a:pt x="5375" y="10610"/>
                  </a:lnTo>
                  <a:lnTo>
                    <a:pt x="5816" y="10670"/>
                  </a:lnTo>
                  <a:lnTo>
                    <a:pt x="6257" y="10730"/>
                  </a:lnTo>
                  <a:lnTo>
                    <a:pt x="6699" y="10770"/>
                  </a:lnTo>
                  <a:lnTo>
                    <a:pt x="7140" y="10790"/>
                  </a:lnTo>
                  <a:lnTo>
                    <a:pt x="8022" y="10810"/>
                  </a:lnTo>
                  <a:lnTo>
                    <a:pt x="8022" y="10810"/>
                  </a:lnTo>
                  <a:lnTo>
                    <a:pt x="8002" y="10549"/>
                  </a:lnTo>
                  <a:lnTo>
                    <a:pt x="8002" y="10409"/>
                  </a:lnTo>
                  <a:lnTo>
                    <a:pt x="8002" y="10409"/>
                  </a:lnTo>
                  <a:lnTo>
                    <a:pt x="7240" y="10329"/>
                  </a:lnTo>
                  <a:lnTo>
                    <a:pt x="6458" y="10208"/>
                  </a:lnTo>
                  <a:lnTo>
                    <a:pt x="6097" y="10128"/>
                  </a:lnTo>
                  <a:lnTo>
                    <a:pt x="5716" y="10028"/>
                  </a:lnTo>
                  <a:lnTo>
                    <a:pt x="5355" y="9928"/>
                  </a:lnTo>
                  <a:lnTo>
                    <a:pt x="4994" y="9807"/>
                  </a:lnTo>
                  <a:lnTo>
                    <a:pt x="4653" y="9687"/>
                  </a:lnTo>
                  <a:lnTo>
                    <a:pt x="4312" y="9527"/>
                  </a:lnTo>
                  <a:lnTo>
                    <a:pt x="3971" y="9366"/>
                  </a:lnTo>
                  <a:lnTo>
                    <a:pt x="3650" y="9166"/>
                  </a:lnTo>
                  <a:lnTo>
                    <a:pt x="3350" y="8965"/>
                  </a:lnTo>
                  <a:lnTo>
                    <a:pt x="3049" y="8745"/>
                  </a:lnTo>
                  <a:lnTo>
                    <a:pt x="2768" y="8484"/>
                  </a:lnTo>
                  <a:lnTo>
                    <a:pt x="2507" y="8203"/>
                  </a:lnTo>
                  <a:lnTo>
                    <a:pt x="2507" y="8203"/>
                  </a:lnTo>
                  <a:lnTo>
                    <a:pt x="2287" y="7942"/>
                  </a:lnTo>
                  <a:lnTo>
                    <a:pt x="2106" y="7682"/>
                  </a:lnTo>
                  <a:lnTo>
                    <a:pt x="1946" y="7401"/>
                  </a:lnTo>
                  <a:lnTo>
                    <a:pt x="1805" y="7120"/>
                  </a:lnTo>
                  <a:lnTo>
                    <a:pt x="1685" y="6819"/>
                  </a:lnTo>
                  <a:lnTo>
                    <a:pt x="1585" y="6518"/>
                  </a:lnTo>
                  <a:lnTo>
                    <a:pt x="1505" y="6218"/>
                  </a:lnTo>
                  <a:lnTo>
                    <a:pt x="1444" y="5917"/>
                  </a:lnTo>
                  <a:lnTo>
                    <a:pt x="1384" y="5596"/>
                  </a:lnTo>
                  <a:lnTo>
                    <a:pt x="1344" y="5275"/>
                  </a:lnTo>
                  <a:lnTo>
                    <a:pt x="1304" y="4633"/>
                  </a:lnTo>
                  <a:lnTo>
                    <a:pt x="1284" y="3992"/>
                  </a:lnTo>
                  <a:lnTo>
                    <a:pt x="1284" y="3330"/>
                  </a:lnTo>
                  <a:lnTo>
                    <a:pt x="1284" y="3330"/>
                  </a:lnTo>
                  <a:lnTo>
                    <a:pt x="1264" y="1685"/>
                  </a:lnTo>
                  <a:lnTo>
                    <a:pt x="1304" y="41"/>
                  </a:lnTo>
                  <a:lnTo>
                    <a:pt x="1304" y="41"/>
                  </a:lnTo>
                  <a:lnTo>
                    <a:pt x="1144" y="41"/>
                  </a:lnTo>
                  <a:lnTo>
                    <a:pt x="1144" y="41"/>
                  </a:lnTo>
                  <a:lnTo>
                    <a:pt x="1023" y="41"/>
                  </a:lnTo>
                  <a:lnTo>
                    <a:pt x="1023" y="41"/>
                  </a:lnTo>
                  <a:lnTo>
                    <a:pt x="903" y="41"/>
                  </a:lnTo>
                  <a:lnTo>
                    <a:pt x="903" y="41"/>
                  </a:lnTo>
                  <a:lnTo>
                    <a:pt x="522" y="41"/>
                  </a:lnTo>
                  <a:lnTo>
                    <a:pt x="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42">
              <a:extLst>
                <a:ext uri="{FF2B5EF4-FFF2-40B4-BE49-F238E27FC236}">
                  <a16:creationId xmlns:a16="http://schemas.microsoft.com/office/drawing/2014/main" id="{67FA034D-1681-9DBF-56A1-F41989D8A13E}"/>
                </a:ext>
              </a:extLst>
            </p:cNvPr>
            <p:cNvSpPr/>
            <p:nvPr/>
          </p:nvSpPr>
          <p:spPr>
            <a:xfrm>
              <a:off x="9755600" y="3008638"/>
              <a:ext cx="242675" cy="154425"/>
            </a:xfrm>
            <a:custGeom>
              <a:avLst/>
              <a:gdLst/>
              <a:ahLst/>
              <a:cxnLst/>
              <a:rect l="l" t="t" r="r" b="b"/>
              <a:pathLst>
                <a:path w="9707" h="6177" extrusionOk="0">
                  <a:moveTo>
                    <a:pt x="140" y="0"/>
                  </a:moveTo>
                  <a:lnTo>
                    <a:pt x="120" y="120"/>
                  </a:lnTo>
                  <a:lnTo>
                    <a:pt x="60" y="461"/>
                  </a:lnTo>
                  <a:lnTo>
                    <a:pt x="0" y="963"/>
                  </a:lnTo>
                  <a:lnTo>
                    <a:pt x="0" y="1284"/>
                  </a:lnTo>
                  <a:lnTo>
                    <a:pt x="0" y="1604"/>
                  </a:lnTo>
                  <a:lnTo>
                    <a:pt x="0" y="1965"/>
                  </a:lnTo>
                  <a:lnTo>
                    <a:pt x="40" y="2326"/>
                  </a:lnTo>
                  <a:lnTo>
                    <a:pt x="100" y="2707"/>
                  </a:lnTo>
                  <a:lnTo>
                    <a:pt x="201" y="3088"/>
                  </a:lnTo>
                  <a:lnTo>
                    <a:pt x="321" y="3449"/>
                  </a:lnTo>
                  <a:lnTo>
                    <a:pt x="481" y="3830"/>
                  </a:lnTo>
                  <a:lnTo>
                    <a:pt x="682" y="4171"/>
                  </a:lnTo>
                  <a:lnTo>
                    <a:pt x="802" y="4352"/>
                  </a:lnTo>
                  <a:lnTo>
                    <a:pt x="923" y="4512"/>
                  </a:lnTo>
                  <a:lnTo>
                    <a:pt x="1203" y="4813"/>
                  </a:lnTo>
                  <a:lnTo>
                    <a:pt x="1484" y="5074"/>
                  </a:lnTo>
                  <a:lnTo>
                    <a:pt x="1765" y="5294"/>
                  </a:lnTo>
                  <a:lnTo>
                    <a:pt x="2046" y="5495"/>
                  </a:lnTo>
                  <a:lnTo>
                    <a:pt x="2346" y="5655"/>
                  </a:lnTo>
                  <a:lnTo>
                    <a:pt x="2627" y="5796"/>
                  </a:lnTo>
                  <a:lnTo>
                    <a:pt x="2908" y="5896"/>
                  </a:lnTo>
                  <a:lnTo>
                    <a:pt x="3169" y="5996"/>
                  </a:lnTo>
                  <a:lnTo>
                    <a:pt x="3429" y="6057"/>
                  </a:lnTo>
                  <a:lnTo>
                    <a:pt x="3690" y="6097"/>
                  </a:lnTo>
                  <a:lnTo>
                    <a:pt x="4151" y="6157"/>
                  </a:lnTo>
                  <a:lnTo>
                    <a:pt x="4552" y="6177"/>
                  </a:lnTo>
                  <a:lnTo>
                    <a:pt x="5154" y="6177"/>
                  </a:lnTo>
                  <a:lnTo>
                    <a:pt x="5555" y="6157"/>
                  </a:lnTo>
                  <a:lnTo>
                    <a:pt x="6016" y="6097"/>
                  </a:lnTo>
                  <a:lnTo>
                    <a:pt x="6277" y="6057"/>
                  </a:lnTo>
                  <a:lnTo>
                    <a:pt x="6538" y="5996"/>
                  </a:lnTo>
                  <a:lnTo>
                    <a:pt x="6799" y="5896"/>
                  </a:lnTo>
                  <a:lnTo>
                    <a:pt x="7079" y="5796"/>
                  </a:lnTo>
                  <a:lnTo>
                    <a:pt x="7360" y="5655"/>
                  </a:lnTo>
                  <a:lnTo>
                    <a:pt x="7661" y="5495"/>
                  </a:lnTo>
                  <a:lnTo>
                    <a:pt x="7942" y="5294"/>
                  </a:lnTo>
                  <a:lnTo>
                    <a:pt x="8222" y="5074"/>
                  </a:lnTo>
                  <a:lnTo>
                    <a:pt x="8503" y="4813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345" y="3550"/>
                  </a:lnTo>
                  <a:lnTo>
                    <a:pt x="9466" y="3209"/>
                  </a:lnTo>
                  <a:lnTo>
                    <a:pt x="9566" y="2868"/>
                  </a:lnTo>
                  <a:lnTo>
                    <a:pt x="9626" y="2547"/>
                  </a:lnTo>
                  <a:lnTo>
                    <a:pt x="9666" y="2206"/>
                  </a:lnTo>
                  <a:lnTo>
                    <a:pt x="9706" y="1905"/>
                  </a:lnTo>
                  <a:lnTo>
                    <a:pt x="9706" y="1584"/>
                  </a:lnTo>
                  <a:lnTo>
                    <a:pt x="9706" y="1304"/>
                  </a:lnTo>
                  <a:lnTo>
                    <a:pt x="9686" y="762"/>
                  </a:lnTo>
                  <a:lnTo>
                    <a:pt x="9626" y="361"/>
                  </a:lnTo>
                  <a:lnTo>
                    <a:pt x="9566" y="0"/>
                  </a:lnTo>
                  <a:lnTo>
                    <a:pt x="6879" y="0"/>
                  </a:lnTo>
                  <a:lnTo>
                    <a:pt x="6899" y="140"/>
                  </a:lnTo>
                  <a:lnTo>
                    <a:pt x="6939" y="501"/>
                  </a:lnTo>
                  <a:lnTo>
                    <a:pt x="6959" y="762"/>
                  </a:lnTo>
                  <a:lnTo>
                    <a:pt x="6959" y="1043"/>
                  </a:lnTo>
                  <a:lnTo>
                    <a:pt x="6919" y="1344"/>
                  </a:lnTo>
                  <a:lnTo>
                    <a:pt x="6879" y="1645"/>
                  </a:lnTo>
                  <a:lnTo>
                    <a:pt x="6799" y="1945"/>
                  </a:lnTo>
                  <a:lnTo>
                    <a:pt x="6678" y="2246"/>
                  </a:lnTo>
                  <a:lnTo>
                    <a:pt x="6598" y="2387"/>
                  </a:lnTo>
                  <a:lnTo>
                    <a:pt x="6518" y="2527"/>
                  </a:lnTo>
                  <a:lnTo>
                    <a:pt x="6417" y="2647"/>
                  </a:lnTo>
                  <a:lnTo>
                    <a:pt x="6297" y="2768"/>
                  </a:lnTo>
                  <a:lnTo>
                    <a:pt x="6177" y="2888"/>
                  </a:lnTo>
                  <a:lnTo>
                    <a:pt x="6036" y="2988"/>
                  </a:lnTo>
                  <a:lnTo>
                    <a:pt x="5876" y="3068"/>
                  </a:lnTo>
                  <a:lnTo>
                    <a:pt x="5716" y="3149"/>
                  </a:lnTo>
                  <a:lnTo>
                    <a:pt x="5515" y="3209"/>
                  </a:lnTo>
                  <a:lnTo>
                    <a:pt x="5314" y="3249"/>
                  </a:lnTo>
                  <a:lnTo>
                    <a:pt x="5094" y="3289"/>
                  </a:lnTo>
                  <a:lnTo>
                    <a:pt x="4613" y="3289"/>
                  </a:lnTo>
                  <a:lnTo>
                    <a:pt x="4392" y="3249"/>
                  </a:lnTo>
                  <a:lnTo>
                    <a:pt x="4191" y="3209"/>
                  </a:lnTo>
                  <a:lnTo>
                    <a:pt x="3991" y="3149"/>
                  </a:lnTo>
                  <a:lnTo>
                    <a:pt x="3830" y="3068"/>
                  </a:lnTo>
                  <a:lnTo>
                    <a:pt x="3670" y="2988"/>
                  </a:lnTo>
                  <a:lnTo>
                    <a:pt x="3530" y="2888"/>
                  </a:lnTo>
                  <a:lnTo>
                    <a:pt x="3409" y="2768"/>
                  </a:lnTo>
                  <a:lnTo>
                    <a:pt x="3289" y="2647"/>
                  </a:lnTo>
                  <a:lnTo>
                    <a:pt x="3189" y="2527"/>
                  </a:lnTo>
                  <a:lnTo>
                    <a:pt x="3108" y="2387"/>
                  </a:lnTo>
                  <a:lnTo>
                    <a:pt x="3028" y="2246"/>
                  </a:lnTo>
                  <a:lnTo>
                    <a:pt x="2908" y="1945"/>
                  </a:lnTo>
                  <a:lnTo>
                    <a:pt x="2828" y="1645"/>
                  </a:lnTo>
                  <a:lnTo>
                    <a:pt x="2788" y="1344"/>
                  </a:lnTo>
                  <a:lnTo>
                    <a:pt x="2748" y="1043"/>
                  </a:lnTo>
                  <a:lnTo>
                    <a:pt x="2748" y="762"/>
                  </a:lnTo>
                  <a:lnTo>
                    <a:pt x="2768" y="501"/>
                  </a:lnTo>
                  <a:lnTo>
                    <a:pt x="2788" y="140"/>
                  </a:lnTo>
                  <a:lnTo>
                    <a:pt x="2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42">
              <a:extLst>
                <a:ext uri="{FF2B5EF4-FFF2-40B4-BE49-F238E27FC236}">
                  <a16:creationId xmlns:a16="http://schemas.microsoft.com/office/drawing/2014/main" id="{75AADB30-5B0B-EEFB-E0AC-FD158C8C8FA5}"/>
                </a:ext>
              </a:extLst>
            </p:cNvPr>
            <p:cNvSpPr/>
            <p:nvPr/>
          </p:nvSpPr>
          <p:spPr>
            <a:xfrm>
              <a:off x="9755600" y="3008638"/>
              <a:ext cx="242675" cy="154425"/>
            </a:xfrm>
            <a:custGeom>
              <a:avLst/>
              <a:gdLst/>
              <a:ahLst/>
              <a:cxnLst/>
              <a:rect l="l" t="t" r="r" b="b"/>
              <a:pathLst>
                <a:path w="9707" h="6177" fill="none" extrusionOk="0">
                  <a:moveTo>
                    <a:pt x="9205" y="3871"/>
                  </a:moveTo>
                  <a:lnTo>
                    <a:pt x="9205" y="3871"/>
                  </a:lnTo>
                  <a:lnTo>
                    <a:pt x="9005" y="4191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503" y="4813"/>
                  </a:lnTo>
                  <a:lnTo>
                    <a:pt x="8222" y="5074"/>
                  </a:lnTo>
                  <a:lnTo>
                    <a:pt x="7942" y="5294"/>
                  </a:lnTo>
                  <a:lnTo>
                    <a:pt x="7661" y="5495"/>
                  </a:lnTo>
                  <a:lnTo>
                    <a:pt x="7360" y="5655"/>
                  </a:lnTo>
                  <a:lnTo>
                    <a:pt x="7079" y="5796"/>
                  </a:lnTo>
                  <a:lnTo>
                    <a:pt x="6799" y="5896"/>
                  </a:lnTo>
                  <a:lnTo>
                    <a:pt x="6538" y="5996"/>
                  </a:lnTo>
                  <a:lnTo>
                    <a:pt x="6277" y="6057"/>
                  </a:lnTo>
                  <a:lnTo>
                    <a:pt x="6016" y="6097"/>
                  </a:lnTo>
                  <a:lnTo>
                    <a:pt x="5555" y="6157"/>
                  </a:lnTo>
                  <a:lnTo>
                    <a:pt x="5154" y="6177"/>
                  </a:lnTo>
                  <a:lnTo>
                    <a:pt x="4853" y="6177"/>
                  </a:lnTo>
                  <a:lnTo>
                    <a:pt x="4853" y="6177"/>
                  </a:lnTo>
                  <a:lnTo>
                    <a:pt x="4552" y="6177"/>
                  </a:lnTo>
                  <a:lnTo>
                    <a:pt x="4151" y="6157"/>
                  </a:lnTo>
                  <a:lnTo>
                    <a:pt x="3690" y="6097"/>
                  </a:lnTo>
                  <a:lnTo>
                    <a:pt x="3429" y="6057"/>
                  </a:lnTo>
                  <a:lnTo>
                    <a:pt x="3169" y="5996"/>
                  </a:lnTo>
                  <a:lnTo>
                    <a:pt x="2908" y="5896"/>
                  </a:lnTo>
                  <a:lnTo>
                    <a:pt x="2627" y="5796"/>
                  </a:lnTo>
                  <a:lnTo>
                    <a:pt x="2346" y="5655"/>
                  </a:lnTo>
                  <a:lnTo>
                    <a:pt x="2046" y="5495"/>
                  </a:lnTo>
                  <a:lnTo>
                    <a:pt x="1765" y="5294"/>
                  </a:lnTo>
                  <a:lnTo>
                    <a:pt x="1484" y="5074"/>
                  </a:lnTo>
                  <a:lnTo>
                    <a:pt x="1203" y="4813"/>
                  </a:lnTo>
                  <a:lnTo>
                    <a:pt x="923" y="4512"/>
                  </a:lnTo>
                  <a:lnTo>
                    <a:pt x="923" y="4512"/>
                  </a:lnTo>
                  <a:lnTo>
                    <a:pt x="802" y="4352"/>
                  </a:lnTo>
                  <a:lnTo>
                    <a:pt x="682" y="4171"/>
                  </a:lnTo>
                  <a:lnTo>
                    <a:pt x="481" y="3830"/>
                  </a:lnTo>
                  <a:lnTo>
                    <a:pt x="321" y="3449"/>
                  </a:lnTo>
                  <a:lnTo>
                    <a:pt x="201" y="3088"/>
                  </a:lnTo>
                  <a:lnTo>
                    <a:pt x="100" y="2707"/>
                  </a:lnTo>
                  <a:lnTo>
                    <a:pt x="40" y="2326"/>
                  </a:lnTo>
                  <a:lnTo>
                    <a:pt x="0" y="1965"/>
                  </a:lnTo>
                  <a:lnTo>
                    <a:pt x="0" y="1604"/>
                  </a:lnTo>
                  <a:lnTo>
                    <a:pt x="0" y="1284"/>
                  </a:lnTo>
                  <a:lnTo>
                    <a:pt x="0" y="963"/>
                  </a:lnTo>
                  <a:lnTo>
                    <a:pt x="60" y="461"/>
                  </a:lnTo>
                  <a:lnTo>
                    <a:pt x="120" y="120"/>
                  </a:lnTo>
                  <a:lnTo>
                    <a:pt x="140" y="0"/>
                  </a:lnTo>
                  <a:lnTo>
                    <a:pt x="2828" y="0"/>
                  </a:lnTo>
                  <a:lnTo>
                    <a:pt x="2828" y="0"/>
                  </a:lnTo>
                  <a:lnTo>
                    <a:pt x="2788" y="140"/>
                  </a:lnTo>
                  <a:lnTo>
                    <a:pt x="2768" y="501"/>
                  </a:lnTo>
                  <a:lnTo>
                    <a:pt x="2748" y="762"/>
                  </a:lnTo>
                  <a:lnTo>
                    <a:pt x="2748" y="1043"/>
                  </a:lnTo>
                  <a:lnTo>
                    <a:pt x="2788" y="1344"/>
                  </a:lnTo>
                  <a:lnTo>
                    <a:pt x="2828" y="1645"/>
                  </a:lnTo>
                  <a:lnTo>
                    <a:pt x="2908" y="1945"/>
                  </a:lnTo>
                  <a:lnTo>
                    <a:pt x="3028" y="2246"/>
                  </a:lnTo>
                  <a:lnTo>
                    <a:pt x="3108" y="2387"/>
                  </a:lnTo>
                  <a:lnTo>
                    <a:pt x="3189" y="2527"/>
                  </a:lnTo>
                  <a:lnTo>
                    <a:pt x="3289" y="2647"/>
                  </a:lnTo>
                  <a:lnTo>
                    <a:pt x="3409" y="2768"/>
                  </a:lnTo>
                  <a:lnTo>
                    <a:pt x="3530" y="2888"/>
                  </a:lnTo>
                  <a:lnTo>
                    <a:pt x="3670" y="2988"/>
                  </a:lnTo>
                  <a:lnTo>
                    <a:pt x="3830" y="3068"/>
                  </a:lnTo>
                  <a:lnTo>
                    <a:pt x="3991" y="3149"/>
                  </a:lnTo>
                  <a:lnTo>
                    <a:pt x="4191" y="3209"/>
                  </a:lnTo>
                  <a:lnTo>
                    <a:pt x="4392" y="3249"/>
                  </a:lnTo>
                  <a:lnTo>
                    <a:pt x="4613" y="3289"/>
                  </a:lnTo>
                  <a:lnTo>
                    <a:pt x="4853" y="3289"/>
                  </a:lnTo>
                  <a:lnTo>
                    <a:pt x="4853" y="3289"/>
                  </a:lnTo>
                  <a:lnTo>
                    <a:pt x="5094" y="3289"/>
                  </a:lnTo>
                  <a:lnTo>
                    <a:pt x="5314" y="3249"/>
                  </a:lnTo>
                  <a:lnTo>
                    <a:pt x="5515" y="3209"/>
                  </a:lnTo>
                  <a:lnTo>
                    <a:pt x="5716" y="3149"/>
                  </a:lnTo>
                  <a:lnTo>
                    <a:pt x="5876" y="3068"/>
                  </a:lnTo>
                  <a:lnTo>
                    <a:pt x="6036" y="2988"/>
                  </a:lnTo>
                  <a:lnTo>
                    <a:pt x="6177" y="2888"/>
                  </a:lnTo>
                  <a:lnTo>
                    <a:pt x="6297" y="2768"/>
                  </a:lnTo>
                  <a:lnTo>
                    <a:pt x="6417" y="2647"/>
                  </a:lnTo>
                  <a:lnTo>
                    <a:pt x="6518" y="2527"/>
                  </a:lnTo>
                  <a:lnTo>
                    <a:pt x="6598" y="2387"/>
                  </a:lnTo>
                  <a:lnTo>
                    <a:pt x="6678" y="2246"/>
                  </a:lnTo>
                  <a:lnTo>
                    <a:pt x="6799" y="1945"/>
                  </a:lnTo>
                  <a:lnTo>
                    <a:pt x="6879" y="1645"/>
                  </a:lnTo>
                  <a:lnTo>
                    <a:pt x="6919" y="1344"/>
                  </a:lnTo>
                  <a:lnTo>
                    <a:pt x="6959" y="1043"/>
                  </a:lnTo>
                  <a:lnTo>
                    <a:pt x="6959" y="762"/>
                  </a:lnTo>
                  <a:lnTo>
                    <a:pt x="6939" y="501"/>
                  </a:lnTo>
                  <a:lnTo>
                    <a:pt x="6899" y="140"/>
                  </a:lnTo>
                  <a:lnTo>
                    <a:pt x="6879" y="0"/>
                  </a:lnTo>
                  <a:lnTo>
                    <a:pt x="9566" y="0"/>
                  </a:lnTo>
                  <a:lnTo>
                    <a:pt x="9566" y="0"/>
                  </a:lnTo>
                  <a:lnTo>
                    <a:pt x="9626" y="361"/>
                  </a:lnTo>
                  <a:lnTo>
                    <a:pt x="9686" y="762"/>
                  </a:lnTo>
                  <a:lnTo>
                    <a:pt x="9706" y="1304"/>
                  </a:lnTo>
                  <a:lnTo>
                    <a:pt x="9706" y="1584"/>
                  </a:lnTo>
                  <a:lnTo>
                    <a:pt x="9706" y="1905"/>
                  </a:lnTo>
                  <a:lnTo>
                    <a:pt x="9666" y="2206"/>
                  </a:lnTo>
                  <a:lnTo>
                    <a:pt x="9626" y="2547"/>
                  </a:lnTo>
                  <a:lnTo>
                    <a:pt x="9566" y="2868"/>
                  </a:lnTo>
                  <a:lnTo>
                    <a:pt x="9466" y="3209"/>
                  </a:lnTo>
                  <a:lnTo>
                    <a:pt x="9345" y="3550"/>
                  </a:lnTo>
                  <a:lnTo>
                    <a:pt x="9205" y="387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42">
              <a:extLst>
                <a:ext uri="{FF2B5EF4-FFF2-40B4-BE49-F238E27FC236}">
                  <a16:creationId xmlns:a16="http://schemas.microsoft.com/office/drawing/2014/main" id="{4FBA0245-4BFD-1BBC-1CCC-0558B7E848BD}"/>
                </a:ext>
              </a:extLst>
            </p:cNvPr>
            <p:cNvSpPr/>
            <p:nvPr/>
          </p:nvSpPr>
          <p:spPr>
            <a:xfrm>
              <a:off x="9755600" y="3008638"/>
              <a:ext cx="230150" cy="154425"/>
            </a:xfrm>
            <a:custGeom>
              <a:avLst/>
              <a:gdLst/>
              <a:ahLst/>
              <a:cxnLst/>
              <a:rect l="l" t="t" r="r" b="b"/>
              <a:pathLst>
                <a:path w="9206" h="6177" extrusionOk="0">
                  <a:moveTo>
                    <a:pt x="140" y="0"/>
                  </a:moveTo>
                  <a:lnTo>
                    <a:pt x="120" y="100"/>
                  </a:lnTo>
                  <a:lnTo>
                    <a:pt x="60" y="421"/>
                  </a:lnTo>
                  <a:lnTo>
                    <a:pt x="20" y="882"/>
                  </a:lnTo>
                  <a:lnTo>
                    <a:pt x="0" y="1163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0" y="2226"/>
                  </a:lnTo>
                  <a:lnTo>
                    <a:pt x="80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1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2" y="4332"/>
                  </a:lnTo>
                  <a:lnTo>
                    <a:pt x="923" y="4512"/>
                  </a:lnTo>
                  <a:lnTo>
                    <a:pt x="1183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1985" y="5455"/>
                  </a:lnTo>
                  <a:lnTo>
                    <a:pt x="2266" y="5615"/>
                  </a:lnTo>
                  <a:lnTo>
                    <a:pt x="2527" y="5756"/>
                  </a:lnTo>
                  <a:lnTo>
                    <a:pt x="2808" y="5876"/>
                  </a:lnTo>
                  <a:lnTo>
                    <a:pt x="3068" y="5956"/>
                  </a:lnTo>
                  <a:lnTo>
                    <a:pt x="3309" y="6036"/>
                  </a:lnTo>
                  <a:lnTo>
                    <a:pt x="355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5294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7" y="6036"/>
                  </a:lnTo>
                  <a:lnTo>
                    <a:pt x="6638" y="5956"/>
                  </a:lnTo>
                  <a:lnTo>
                    <a:pt x="6899" y="5876"/>
                  </a:lnTo>
                  <a:lnTo>
                    <a:pt x="7180" y="5756"/>
                  </a:lnTo>
                  <a:lnTo>
                    <a:pt x="7440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42" y="5054"/>
                  </a:lnTo>
                  <a:lnTo>
                    <a:pt x="8523" y="4793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205" y="3871"/>
                  </a:lnTo>
                  <a:lnTo>
                    <a:pt x="8824" y="4131"/>
                  </a:lnTo>
                  <a:lnTo>
                    <a:pt x="8403" y="4352"/>
                  </a:lnTo>
                  <a:lnTo>
                    <a:pt x="7982" y="4552"/>
                  </a:lnTo>
                  <a:lnTo>
                    <a:pt x="7541" y="4693"/>
                  </a:lnTo>
                  <a:lnTo>
                    <a:pt x="7099" y="4813"/>
                  </a:lnTo>
                  <a:lnTo>
                    <a:pt x="6638" y="4913"/>
                  </a:lnTo>
                  <a:lnTo>
                    <a:pt x="6157" y="4954"/>
                  </a:lnTo>
                  <a:lnTo>
                    <a:pt x="5675" y="4974"/>
                  </a:lnTo>
                  <a:lnTo>
                    <a:pt x="5375" y="4974"/>
                  </a:lnTo>
                  <a:lnTo>
                    <a:pt x="5094" y="4954"/>
                  </a:lnTo>
                  <a:lnTo>
                    <a:pt x="4793" y="4913"/>
                  </a:lnTo>
                  <a:lnTo>
                    <a:pt x="4492" y="4873"/>
                  </a:lnTo>
                  <a:lnTo>
                    <a:pt x="4071" y="4773"/>
                  </a:lnTo>
                  <a:lnTo>
                    <a:pt x="3650" y="4653"/>
                  </a:lnTo>
                  <a:lnTo>
                    <a:pt x="3249" y="4472"/>
                  </a:lnTo>
                  <a:lnTo>
                    <a:pt x="3048" y="4372"/>
                  </a:lnTo>
                  <a:lnTo>
                    <a:pt x="2868" y="4272"/>
                  </a:lnTo>
                  <a:lnTo>
                    <a:pt x="2687" y="4151"/>
                  </a:lnTo>
                  <a:lnTo>
                    <a:pt x="2507" y="4011"/>
                  </a:lnTo>
                  <a:lnTo>
                    <a:pt x="2366" y="3851"/>
                  </a:lnTo>
                  <a:lnTo>
                    <a:pt x="2226" y="3690"/>
                  </a:lnTo>
                  <a:lnTo>
                    <a:pt x="2086" y="3510"/>
                  </a:lnTo>
                  <a:lnTo>
                    <a:pt x="1985" y="3329"/>
                  </a:lnTo>
                  <a:lnTo>
                    <a:pt x="1885" y="3129"/>
                  </a:lnTo>
                  <a:lnTo>
                    <a:pt x="1805" y="2908"/>
                  </a:lnTo>
                  <a:lnTo>
                    <a:pt x="1725" y="2547"/>
                  </a:lnTo>
                  <a:lnTo>
                    <a:pt x="1705" y="2166"/>
                  </a:lnTo>
                  <a:lnTo>
                    <a:pt x="1685" y="1805"/>
                  </a:lnTo>
                  <a:lnTo>
                    <a:pt x="1725" y="1444"/>
                  </a:lnTo>
                  <a:lnTo>
                    <a:pt x="1785" y="1083"/>
                  </a:lnTo>
                  <a:lnTo>
                    <a:pt x="1845" y="702"/>
                  </a:lnTo>
                  <a:lnTo>
                    <a:pt x="1945" y="361"/>
                  </a:lnTo>
                  <a:lnTo>
                    <a:pt x="204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42">
              <a:extLst>
                <a:ext uri="{FF2B5EF4-FFF2-40B4-BE49-F238E27FC236}">
                  <a16:creationId xmlns:a16="http://schemas.microsoft.com/office/drawing/2014/main" id="{AD938AAE-A674-1D39-6FD1-D747B6C0119F}"/>
                </a:ext>
              </a:extLst>
            </p:cNvPr>
            <p:cNvSpPr/>
            <p:nvPr/>
          </p:nvSpPr>
          <p:spPr>
            <a:xfrm>
              <a:off x="9755600" y="3008638"/>
              <a:ext cx="230150" cy="154425"/>
            </a:xfrm>
            <a:custGeom>
              <a:avLst/>
              <a:gdLst/>
              <a:ahLst/>
              <a:cxnLst/>
              <a:rect l="l" t="t" r="r" b="b"/>
              <a:pathLst>
                <a:path w="9206" h="6177" fill="none" extrusionOk="0">
                  <a:moveTo>
                    <a:pt x="2046" y="0"/>
                  </a:moveTo>
                  <a:lnTo>
                    <a:pt x="140" y="0"/>
                  </a:lnTo>
                  <a:lnTo>
                    <a:pt x="140" y="0"/>
                  </a:lnTo>
                  <a:lnTo>
                    <a:pt x="120" y="100"/>
                  </a:lnTo>
                  <a:lnTo>
                    <a:pt x="60" y="421"/>
                  </a:lnTo>
                  <a:lnTo>
                    <a:pt x="20" y="882"/>
                  </a:lnTo>
                  <a:lnTo>
                    <a:pt x="0" y="1163"/>
                  </a:lnTo>
                  <a:lnTo>
                    <a:pt x="0" y="1484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0" y="2226"/>
                  </a:lnTo>
                  <a:lnTo>
                    <a:pt x="80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1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2" y="4332"/>
                  </a:lnTo>
                  <a:lnTo>
                    <a:pt x="923" y="4512"/>
                  </a:lnTo>
                  <a:lnTo>
                    <a:pt x="923" y="4512"/>
                  </a:lnTo>
                  <a:lnTo>
                    <a:pt x="1183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1985" y="5455"/>
                  </a:lnTo>
                  <a:lnTo>
                    <a:pt x="2266" y="5615"/>
                  </a:lnTo>
                  <a:lnTo>
                    <a:pt x="2527" y="5756"/>
                  </a:lnTo>
                  <a:lnTo>
                    <a:pt x="2808" y="5876"/>
                  </a:lnTo>
                  <a:lnTo>
                    <a:pt x="3068" y="5956"/>
                  </a:lnTo>
                  <a:lnTo>
                    <a:pt x="3309" y="6036"/>
                  </a:lnTo>
                  <a:lnTo>
                    <a:pt x="355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4733" y="6177"/>
                  </a:lnTo>
                  <a:lnTo>
                    <a:pt x="4733" y="6177"/>
                  </a:lnTo>
                  <a:lnTo>
                    <a:pt x="4853" y="6177"/>
                  </a:lnTo>
                  <a:lnTo>
                    <a:pt x="4853" y="6177"/>
                  </a:lnTo>
                  <a:lnTo>
                    <a:pt x="4974" y="6177"/>
                  </a:lnTo>
                  <a:lnTo>
                    <a:pt x="4974" y="6177"/>
                  </a:lnTo>
                  <a:lnTo>
                    <a:pt x="5294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7" y="6036"/>
                  </a:lnTo>
                  <a:lnTo>
                    <a:pt x="6638" y="5956"/>
                  </a:lnTo>
                  <a:lnTo>
                    <a:pt x="6899" y="5876"/>
                  </a:lnTo>
                  <a:lnTo>
                    <a:pt x="7180" y="5756"/>
                  </a:lnTo>
                  <a:lnTo>
                    <a:pt x="7440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42" y="5054"/>
                  </a:lnTo>
                  <a:lnTo>
                    <a:pt x="8523" y="4793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205" y="3871"/>
                  </a:lnTo>
                  <a:lnTo>
                    <a:pt x="8824" y="4131"/>
                  </a:lnTo>
                  <a:lnTo>
                    <a:pt x="8403" y="4352"/>
                  </a:lnTo>
                  <a:lnTo>
                    <a:pt x="7982" y="4552"/>
                  </a:lnTo>
                  <a:lnTo>
                    <a:pt x="7541" y="4693"/>
                  </a:lnTo>
                  <a:lnTo>
                    <a:pt x="7099" y="4813"/>
                  </a:lnTo>
                  <a:lnTo>
                    <a:pt x="6638" y="4913"/>
                  </a:lnTo>
                  <a:lnTo>
                    <a:pt x="6157" y="4954"/>
                  </a:lnTo>
                  <a:lnTo>
                    <a:pt x="5675" y="4974"/>
                  </a:lnTo>
                  <a:lnTo>
                    <a:pt x="5675" y="4974"/>
                  </a:lnTo>
                  <a:lnTo>
                    <a:pt x="5375" y="4974"/>
                  </a:lnTo>
                  <a:lnTo>
                    <a:pt x="5094" y="4954"/>
                  </a:lnTo>
                  <a:lnTo>
                    <a:pt x="4793" y="4913"/>
                  </a:lnTo>
                  <a:lnTo>
                    <a:pt x="4492" y="4873"/>
                  </a:lnTo>
                  <a:lnTo>
                    <a:pt x="4492" y="4873"/>
                  </a:lnTo>
                  <a:lnTo>
                    <a:pt x="4071" y="4773"/>
                  </a:lnTo>
                  <a:lnTo>
                    <a:pt x="3650" y="4653"/>
                  </a:lnTo>
                  <a:lnTo>
                    <a:pt x="3249" y="4472"/>
                  </a:lnTo>
                  <a:lnTo>
                    <a:pt x="3048" y="4372"/>
                  </a:lnTo>
                  <a:lnTo>
                    <a:pt x="2868" y="4272"/>
                  </a:lnTo>
                  <a:lnTo>
                    <a:pt x="2687" y="4151"/>
                  </a:lnTo>
                  <a:lnTo>
                    <a:pt x="2507" y="4011"/>
                  </a:lnTo>
                  <a:lnTo>
                    <a:pt x="2366" y="3851"/>
                  </a:lnTo>
                  <a:lnTo>
                    <a:pt x="2226" y="3690"/>
                  </a:lnTo>
                  <a:lnTo>
                    <a:pt x="2086" y="3510"/>
                  </a:lnTo>
                  <a:lnTo>
                    <a:pt x="1985" y="3329"/>
                  </a:lnTo>
                  <a:lnTo>
                    <a:pt x="1885" y="3129"/>
                  </a:lnTo>
                  <a:lnTo>
                    <a:pt x="1805" y="2908"/>
                  </a:lnTo>
                  <a:lnTo>
                    <a:pt x="1805" y="2908"/>
                  </a:lnTo>
                  <a:lnTo>
                    <a:pt x="1725" y="2547"/>
                  </a:lnTo>
                  <a:lnTo>
                    <a:pt x="1705" y="2166"/>
                  </a:lnTo>
                  <a:lnTo>
                    <a:pt x="1685" y="1805"/>
                  </a:lnTo>
                  <a:lnTo>
                    <a:pt x="1725" y="1444"/>
                  </a:lnTo>
                  <a:lnTo>
                    <a:pt x="1785" y="1083"/>
                  </a:lnTo>
                  <a:lnTo>
                    <a:pt x="1845" y="702"/>
                  </a:lnTo>
                  <a:lnTo>
                    <a:pt x="1945" y="361"/>
                  </a:lnTo>
                  <a:lnTo>
                    <a:pt x="204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42">
              <a:extLst>
                <a:ext uri="{FF2B5EF4-FFF2-40B4-BE49-F238E27FC236}">
                  <a16:creationId xmlns:a16="http://schemas.microsoft.com/office/drawing/2014/main" id="{0538CB44-62CB-F915-01B2-EAB6029B6B07}"/>
                </a:ext>
              </a:extLst>
            </p:cNvPr>
            <p:cNvSpPr/>
            <p:nvPr/>
          </p:nvSpPr>
          <p:spPr>
            <a:xfrm>
              <a:off x="10051400" y="3285888"/>
              <a:ext cx="142900" cy="211600"/>
            </a:xfrm>
            <a:custGeom>
              <a:avLst/>
              <a:gdLst/>
              <a:ahLst/>
              <a:cxnLst/>
              <a:rect l="l" t="t" r="r" b="b"/>
              <a:pathLst>
                <a:path w="5716" h="8464" extrusionOk="0">
                  <a:moveTo>
                    <a:pt x="2607" y="0"/>
                  </a:moveTo>
                  <a:lnTo>
                    <a:pt x="2347" y="40"/>
                  </a:lnTo>
                  <a:lnTo>
                    <a:pt x="2106" y="100"/>
                  </a:lnTo>
                  <a:lnTo>
                    <a:pt x="1865" y="181"/>
                  </a:lnTo>
                  <a:lnTo>
                    <a:pt x="1625" y="281"/>
                  </a:lnTo>
                  <a:lnTo>
                    <a:pt x="1404" y="401"/>
                  </a:lnTo>
                  <a:lnTo>
                    <a:pt x="1203" y="522"/>
                  </a:lnTo>
                  <a:lnTo>
                    <a:pt x="1003" y="682"/>
                  </a:lnTo>
                  <a:lnTo>
                    <a:pt x="822" y="842"/>
                  </a:lnTo>
                  <a:lnTo>
                    <a:pt x="662" y="1023"/>
                  </a:lnTo>
                  <a:lnTo>
                    <a:pt x="522" y="1224"/>
                  </a:lnTo>
                  <a:lnTo>
                    <a:pt x="381" y="1424"/>
                  </a:lnTo>
                  <a:lnTo>
                    <a:pt x="281" y="1645"/>
                  </a:lnTo>
                  <a:lnTo>
                    <a:pt x="181" y="1885"/>
                  </a:lnTo>
                  <a:lnTo>
                    <a:pt x="100" y="2126"/>
                  </a:lnTo>
                  <a:lnTo>
                    <a:pt x="60" y="2367"/>
                  </a:lnTo>
                  <a:lnTo>
                    <a:pt x="20" y="2607"/>
                  </a:lnTo>
                  <a:lnTo>
                    <a:pt x="0" y="2848"/>
                  </a:lnTo>
                  <a:lnTo>
                    <a:pt x="0" y="5595"/>
                  </a:lnTo>
                  <a:lnTo>
                    <a:pt x="20" y="5896"/>
                  </a:lnTo>
                  <a:lnTo>
                    <a:pt x="60" y="6177"/>
                  </a:lnTo>
                  <a:lnTo>
                    <a:pt x="141" y="6458"/>
                  </a:lnTo>
                  <a:lnTo>
                    <a:pt x="241" y="6718"/>
                  </a:lnTo>
                  <a:lnTo>
                    <a:pt x="361" y="6959"/>
                  </a:lnTo>
                  <a:lnTo>
                    <a:pt x="502" y="7200"/>
                  </a:lnTo>
                  <a:lnTo>
                    <a:pt x="662" y="7420"/>
                  </a:lnTo>
                  <a:lnTo>
                    <a:pt x="842" y="7621"/>
                  </a:lnTo>
                  <a:lnTo>
                    <a:pt x="1103" y="7862"/>
                  </a:lnTo>
                  <a:lnTo>
                    <a:pt x="1404" y="8062"/>
                  </a:lnTo>
                  <a:lnTo>
                    <a:pt x="1705" y="8223"/>
                  </a:lnTo>
                  <a:lnTo>
                    <a:pt x="2046" y="8343"/>
                  </a:lnTo>
                  <a:lnTo>
                    <a:pt x="2246" y="8383"/>
                  </a:lnTo>
                  <a:lnTo>
                    <a:pt x="2447" y="8423"/>
                  </a:lnTo>
                  <a:lnTo>
                    <a:pt x="2647" y="8443"/>
                  </a:lnTo>
                  <a:lnTo>
                    <a:pt x="2868" y="8463"/>
                  </a:lnTo>
                  <a:lnTo>
                    <a:pt x="3149" y="8443"/>
                  </a:lnTo>
                  <a:lnTo>
                    <a:pt x="3430" y="8403"/>
                  </a:lnTo>
                  <a:lnTo>
                    <a:pt x="3710" y="8323"/>
                  </a:lnTo>
                  <a:lnTo>
                    <a:pt x="3971" y="8243"/>
                  </a:lnTo>
                  <a:lnTo>
                    <a:pt x="4212" y="8122"/>
                  </a:lnTo>
                  <a:lnTo>
                    <a:pt x="4452" y="7962"/>
                  </a:lnTo>
                  <a:lnTo>
                    <a:pt x="4673" y="7801"/>
                  </a:lnTo>
                  <a:lnTo>
                    <a:pt x="4873" y="7621"/>
                  </a:lnTo>
                  <a:lnTo>
                    <a:pt x="5054" y="7420"/>
                  </a:lnTo>
                  <a:lnTo>
                    <a:pt x="5234" y="7200"/>
                  </a:lnTo>
                  <a:lnTo>
                    <a:pt x="5375" y="6959"/>
                  </a:lnTo>
                  <a:lnTo>
                    <a:pt x="5495" y="6718"/>
                  </a:lnTo>
                  <a:lnTo>
                    <a:pt x="5595" y="6458"/>
                  </a:lnTo>
                  <a:lnTo>
                    <a:pt x="5656" y="6177"/>
                  </a:lnTo>
                  <a:lnTo>
                    <a:pt x="5696" y="5896"/>
                  </a:lnTo>
                  <a:lnTo>
                    <a:pt x="5716" y="5595"/>
                  </a:lnTo>
                  <a:lnTo>
                    <a:pt x="5716" y="2848"/>
                  </a:lnTo>
                  <a:lnTo>
                    <a:pt x="5696" y="2567"/>
                  </a:lnTo>
                  <a:lnTo>
                    <a:pt x="5656" y="2286"/>
                  </a:lnTo>
                  <a:lnTo>
                    <a:pt x="5595" y="2006"/>
                  </a:lnTo>
                  <a:lnTo>
                    <a:pt x="5495" y="1745"/>
                  </a:lnTo>
                  <a:lnTo>
                    <a:pt x="5375" y="1484"/>
                  </a:lnTo>
                  <a:lnTo>
                    <a:pt x="5234" y="1264"/>
                  </a:lnTo>
                  <a:lnTo>
                    <a:pt x="5054" y="1043"/>
                  </a:lnTo>
                  <a:lnTo>
                    <a:pt x="4873" y="842"/>
                  </a:lnTo>
                  <a:lnTo>
                    <a:pt x="4673" y="642"/>
                  </a:lnTo>
                  <a:lnTo>
                    <a:pt x="4452" y="482"/>
                  </a:lnTo>
                  <a:lnTo>
                    <a:pt x="4232" y="341"/>
                  </a:lnTo>
                  <a:lnTo>
                    <a:pt x="3971" y="221"/>
                  </a:lnTo>
                  <a:lnTo>
                    <a:pt x="3710" y="121"/>
                  </a:lnTo>
                  <a:lnTo>
                    <a:pt x="3430" y="60"/>
                  </a:lnTo>
                  <a:lnTo>
                    <a:pt x="3149" y="20"/>
                  </a:lnTo>
                  <a:lnTo>
                    <a:pt x="286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42">
              <a:extLst>
                <a:ext uri="{FF2B5EF4-FFF2-40B4-BE49-F238E27FC236}">
                  <a16:creationId xmlns:a16="http://schemas.microsoft.com/office/drawing/2014/main" id="{574F2CE7-D13B-2BBF-C9B1-B9345EDB1514}"/>
                </a:ext>
              </a:extLst>
            </p:cNvPr>
            <p:cNvSpPr/>
            <p:nvPr/>
          </p:nvSpPr>
          <p:spPr>
            <a:xfrm>
              <a:off x="10051400" y="3285888"/>
              <a:ext cx="142900" cy="211600"/>
            </a:xfrm>
            <a:custGeom>
              <a:avLst/>
              <a:gdLst/>
              <a:ahLst/>
              <a:cxnLst/>
              <a:rect l="l" t="t" r="r" b="b"/>
              <a:pathLst>
                <a:path w="5716" h="8464" fill="none" extrusionOk="0">
                  <a:moveTo>
                    <a:pt x="5716" y="2848"/>
                  </a:moveTo>
                  <a:lnTo>
                    <a:pt x="5716" y="5595"/>
                  </a:lnTo>
                  <a:lnTo>
                    <a:pt x="5716" y="5595"/>
                  </a:lnTo>
                  <a:lnTo>
                    <a:pt x="5696" y="5896"/>
                  </a:lnTo>
                  <a:lnTo>
                    <a:pt x="5656" y="6177"/>
                  </a:lnTo>
                  <a:lnTo>
                    <a:pt x="5595" y="6458"/>
                  </a:lnTo>
                  <a:lnTo>
                    <a:pt x="5495" y="6718"/>
                  </a:lnTo>
                  <a:lnTo>
                    <a:pt x="5375" y="6959"/>
                  </a:lnTo>
                  <a:lnTo>
                    <a:pt x="5234" y="7200"/>
                  </a:lnTo>
                  <a:lnTo>
                    <a:pt x="5054" y="7420"/>
                  </a:lnTo>
                  <a:lnTo>
                    <a:pt x="4873" y="7621"/>
                  </a:lnTo>
                  <a:lnTo>
                    <a:pt x="4673" y="7801"/>
                  </a:lnTo>
                  <a:lnTo>
                    <a:pt x="4452" y="7962"/>
                  </a:lnTo>
                  <a:lnTo>
                    <a:pt x="4212" y="8122"/>
                  </a:lnTo>
                  <a:lnTo>
                    <a:pt x="3971" y="8243"/>
                  </a:lnTo>
                  <a:lnTo>
                    <a:pt x="3710" y="8323"/>
                  </a:lnTo>
                  <a:lnTo>
                    <a:pt x="3430" y="8403"/>
                  </a:lnTo>
                  <a:lnTo>
                    <a:pt x="3149" y="8443"/>
                  </a:lnTo>
                  <a:lnTo>
                    <a:pt x="2868" y="8463"/>
                  </a:lnTo>
                  <a:lnTo>
                    <a:pt x="2868" y="8463"/>
                  </a:lnTo>
                  <a:lnTo>
                    <a:pt x="2647" y="8443"/>
                  </a:lnTo>
                  <a:lnTo>
                    <a:pt x="2447" y="8423"/>
                  </a:lnTo>
                  <a:lnTo>
                    <a:pt x="2246" y="8383"/>
                  </a:lnTo>
                  <a:lnTo>
                    <a:pt x="2046" y="8343"/>
                  </a:lnTo>
                  <a:lnTo>
                    <a:pt x="2046" y="8343"/>
                  </a:lnTo>
                  <a:lnTo>
                    <a:pt x="1705" y="8223"/>
                  </a:lnTo>
                  <a:lnTo>
                    <a:pt x="1404" y="8062"/>
                  </a:lnTo>
                  <a:lnTo>
                    <a:pt x="1103" y="7862"/>
                  </a:lnTo>
                  <a:lnTo>
                    <a:pt x="842" y="7621"/>
                  </a:lnTo>
                  <a:lnTo>
                    <a:pt x="842" y="7621"/>
                  </a:lnTo>
                  <a:lnTo>
                    <a:pt x="662" y="7420"/>
                  </a:lnTo>
                  <a:lnTo>
                    <a:pt x="502" y="7200"/>
                  </a:lnTo>
                  <a:lnTo>
                    <a:pt x="361" y="6959"/>
                  </a:lnTo>
                  <a:lnTo>
                    <a:pt x="241" y="6718"/>
                  </a:lnTo>
                  <a:lnTo>
                    <a:pt x="141" y="6458"/>
                  </a:lnTo>
                  <a:lnTo>
                    <a:pt x="60" y="6177"/>
                  </a:lnTo>
                  <a:lnTo>
                    <a:pt x="20" y="5896"/>
                  </a:lnTo>
                  <a:lnTo>
                    <a:pt x="0" y="5595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607"/>
                  </a:lnTo>
                  <a:lnTo>
                    <a:pt x="60" y="2367"/>
                  </a:lnTo>
                  <a:lnTo>
                    <a:pt x="60" y="2367"/>
                  </a:lnTo>
                  <a:lnTo>
                    <a:pt x="100" y="2126"/>
                  </a:lnTo>
                  <a:lnTo>
                    <a:pt x="181" y="1885"/>
                  </a:lnTo>
                  <a:lnTo>
                    <a:pt x="281" y="1645"/>
                  </a:lnTo>
                  <a:lnTo>
                    <a:pt x="381" y="1424"/>
                  </a:lnTo>
                  <a:lnTo>
                    <a:pt x="522" y="1224"/>
                  </a:lnTo>
                  <a:lnTo>
                    <a:pt x="662" y="1023"/>
                  </a:lnTo>
                  <a:lnTo>
                    <a:pt x="822" y="842"/>
                  </a:lnTo>
                  <a:lnTo>
                    <a:pt x="1003" y="682"/>
                  </a:lnTo>
                  <a:lnTo>
                    <a:pt x="1203" y="522"/>
                  </a:lnTo>
                  <a:lnTo>
                    <a:pt x="1404" y="401"/>
                  </a:lnTo>
                  <a:lnTo>
                    <a:pt x="1625" y="281"/>
                  </a:lnTo>
                  <a:lnTo>
                    <a:pt x="1865" y="181"/>
                  </a:lnTo>
                  <a:lnTo>
                    <a:pt x="2106" y="100"/>
                  </a:lnTo>
                  <a:lnTo>
                    <a:pt x="2347" y="40"/>
                  </a:lnTo>
                  <a:lnTo>
                    <a:pt x="2607" y="0"/>
                  </a:lnTo>
                  <a:lnTo>
                    <a:pt x="2868" y="0"/>
                  </a:lnTo>
                  <a:lnTo>
                    <a:pt x="2868" y="0"/>
                  </a:lnTo>
                  <a:lnTo>
                    <a:pt x="3149" y="20"/>
                  </a:lnTo>
                  <a:lnTo>
                    <a:pt x="3430" y="60"/>
                  </a:lnTo>
                  <a:lnTo>
                    <a:pt x="3710" y="121"/>
                  </a:lnTo>
                  <a:lnTo>
                    <a:pt x="3971" y="221"/>
                  </a:lnTo>
                  <a:lnTo>
                    <a:pt x="4232" y="341"/>
                  </a:lnTo>
                  <a:lnTo>
                    <a:pt x="4452" y="482"/>
                  </a:lnTo>
                  <a:lnTo>
                    <a:pt x="4673" y="642"/>
                  </a:lnTo>
                  <a:lnTo>
                    <a:pt x="4873" y="842"/>
                  </a:lnTo>
                  <a:lnTo>
                    <a:pt x="4873" y="842"/>
                  </a:lnTo>
                  <a:lnTo>
                    <a:pt x="5054" y="1043"/>
                  </a:lnTo>
                  <a:lnTo>
                    <a:pt x="5234" y="1264"/>
                  </a:lnTo>
                  <a:lnTo>
                    <a:pt x="5375" y="1484"/>
                  </a:lnTo>
                  <a:lnTo>
                    <a:pt x="5495" y="1745"/>
                  </a:lnTo>
                  <a:lnTo>
                    <a:pt x="5595" y="2006"/>
                  </a:lnTo>
                  <a:lnTo>
                    <a:pt x="5656" y="2286"/>
                  </a:lnTo>
                  <a:lnTo>
                    <a:pt x="5696" y="2567"/>
                  </a:lnTo>
                  <a:lnTo>
                    <a:pt x="5716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8422;p42">
              <a:extLst>
                <a:ext uri="{FF2B5EF4-FFF2-40B4-BE49-F238E27FC236}">
                  <a16:creationId xmlns:a16="http://schemas.microsoft.com/office/drawing/2014/main" id="{50231B8A-8455-791A-2789-B359590F688C}"/>
                </a:ext>
              </a:extLst>
            </p:cNvPr>
            <p:cNvSpPr/>
            <p:nvPr/>
          </p:nvSpPr>
          <p:spPr>
            <a:xfrm>
              <a:off x="10052900" y="3285888"/>
              <a:ext cx="90275" cy="211600"/>
            </a:xfrm>
            <a:custGeom>
              <a:avLst/>
              <a:gdLst/>
              <a:ahLst/>
              <a:cxnLst/>
              <a:rect l="l" t="t" r="r" b="b"/>
              <a:pathLst>
                <a:path w="3611" h="8464" extrusionOk="0">
                  <a:moveTo>
                    <a:pt x="2547" y="0"/>
                  </a:moveTo>
                  <a:lnTo>
                    <a:pt x="2287" y="40"/>
                  </a:lnTo>
                  <a:lnTo>
                    <a:pt x="2046" y="100"/>
                  </a:lnTo>
                  <a:lnTo>
                    <a:pt x="1805" y="181"/>
                  </a:lnTo>
                  <a:lnTo>
                    <a:pt x="1565" y="281"/>
                  </a:lnTo>
                  <a:lnTo>
                    <a:pt x="1344" y="401"/>
                  </a:lnTo>
                  <a:lnTo>
                    <a:pt x="1143" y="522"/>
                  </a:lnTo>
                  <a:lnTo>
                    <a:pt x="943" y="682"/>
                  </a:lnTo>
                  <a:lnTo>
                    <a:pt x="762" y="842"/>
                  </a:lnTo>
                  <a:lnTo>
                    <a:pt x="602" y="1023"/>
                  </a:lnTo>
                  <a:lnTo>
                    <a:pt x="462" y="1224"/>
                  </a:lnTo>
                  <a:lnTo>
                    <a:pt x="321" y="1424"/>
                  </a:lnTo>
                  <a:lnTo>
                    <a:pt x="221" y="1645"/>
                  </a:lnTo>
                  <a:lnTo>
                    <a:pt x="121" y="1885"/>
                  </a:lnTo>
                  <a:lnTo>
                    <a:pt x="40" y="2126"/>
                  </a:lnTo>
                  <a:lnTo>
                    <a:pt x="0" y="2367"/>
                  </a:lnTo>
                  <a:lnTo>
                    <a:pt x="241" y="2347"/>
                  </a:lnTo>
                  <a:lnTo>
                    <a:pt x="421" y="2367"/>
                  </a:lnTo>
                  <a:lnTo>
                    <a:pt x="582" y="2387"/>
                  </a:lnTo>
                  <a:lnTo>
                    <a:pt x="722" y="2447"/>
                  </a:lnTo>
                  <a:lnTo>
                    <a:pt x="863" y="2507"/>
                  </a:lnTo>
                  <a:lnTo>
                    <a:pt x="1003" y="2607"/>
                  </a:lnTo>
                  <a:lnTo>
                    <a:pt x="1123" y="2708"/>
                  </a:lnTo>
                  <a:lnTo>
                    <a:pt x="1224" y="2828"/>
                  </a:lnTo>
                  <a:lnTo>
                    <a:pt x="1324" y="2968"/>
                  </a:lnTo>
                  <a:lnTo>
                    <a:pt x="1404" y="3129"/>
                  </a:lnTo>
                  <a:lnTo>
                    <a:pt x="1504" y="3289"/>
                  </a:lnTo>
                  <a:lnTo>
                    <a:pt x="1625" y="3630"/>
                  </a:lnTo>
                  <a:lnTo>
                    <a:pt x="1745" y="4031"/>
                  </a:lnTo>
                  <a:lnTo>
                    <a:pt x="1825" y="4452"/>
                  </a:lnTo>
                  <a:lnTo>
                    <a:pt x="1885" y="4894"/>
                  </a:lnTo>
                  <a:lnTo>
                    <a:pt x="1946" y="5335"/>
                  </a:lnTo>
                  <a:lnTo>
                    <a:pt x="1966" y="5776"/>
                  </a:lnTo>
                  <a:lnTo>
                    <a:pt x="1986" y="6197"/>
                  </a:lnTo>
                  <a:lnTo>
                    <a:pt x="2006" y="6979"/>
                  </a:lnTo>
                  <a:lnTo>
                    <a:pt x="2006" y="7621"/>
                  </a:lnTo>
                  <a:lnTo>
                    <a:pt x="2006" y="7942"/>
                  </a:lnTo>
                  <a:lnTo>
                    <a:pt x="1986" y="8343"/>
                  </a:lnTo>
                  <a:lnTo>
                    <a:pt x="2186" y="8383"/>
                  </a:lnTo>
                  <a:lnTo>
                    <a:pt x="2387" y="8423"/>
                  </a:lnTo>
                  <a:lnTo>
                    <a:pt x="2587" y="8443"/>
                  </a:lnTo>
                  <a:lnTo>
                    <a:pt x="2808" y="8463"/>
                  </a:lnTo>
                  <a:lnTo>
                    <a:pt x="3109" y="8443"/>
                  </a:lnTo>
                  <a:lnTo>
                    <a:pt x="3390" y="8403"/>
                  </a:lnTo>
                  <a:lnTo>
                    <a:pt x="3390" y="2006"/>
                  </a:lnTo>
                  <a:lnTo>
                    <a:pt x="3410" y="1524"/>
                  </a:lnTo>
                  <a:lnTo>
                    <a:pt x="3450" y="1043"/>
                  </a:lnTo>
                  <a:lnTo>
                    <a:pt x="3510" y="582"/>
                  </a:lnTo>
                  <a:lnTo>
                    <a:pt x="3610" y="121"/>
                  </a:lnTo>
                  <a:lnTo>
                    <a:pt x="3410" y="60"/>
                  </a:lnTo>
                  <a:lnTo>
                    <a:pt x="3209" y="20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42">
              <a:extLst>
                <a:ext uri="{FF2B5EF4-FFF2-40B4-BE49-F238E27FC236}">
                  <a16:creationId xmlns:a16="http://schemas.microsoft.com/office/drawing/2014/main" id="{52087834-C648-4690-5B33-909F9727FFFE}"/>
                </a:ext>
              </a:extLst>
            </p:cNvPr>
            <p:cNvSpPr/>
            <p:nvPr/>
          </p:nvSpPr>
          <p:spPr>
            <a:xfrm>
              <a:off x="10052900" y="3285888"/>
              <a:ext cx="90275" cy="211600"/>
            </a:xfrm>
            <a:custGeom>
              <a:avLst/>
              <a:gdLst/>
              <a:ahLst/>
              <a:cxnLst/>
              <a:rect l="l" t="t" r="r" b="b"/>
              <a:pathLst>
                <a:path w="3611" h="8464" fill="none" extrusionOk="0">
                  <a:moveTo>
                    <a:pt x="2808" y="0"/>
                  </a:moveTo>
                  <a:lnTo>
                    <a:pt x="2808" y="0"/>
                  </a:lnTo>
                  <a:lnTo>
                    <a:pt x="2547" y="0"/>
                  </a:lnTo>
                  <a:lnTo>
                    <a:pt x="2287" y="40"/>
                  </a:lnTo>
                  <a:lnTo>
                    <a:pt x="2046" y="100"/>
                  </a:lnTo>
                  <a:lnTo>
                    <a:pt x="1805" y="181"/>
                  </a:lnTo>
                  <a:lnTo>
                    <a:pt x="1565" y="281"/>
                  </a:lnTo>
                  <a:lnTo>
                    <a:pt x="1344" y="401"/>
                  </a:lnTo>
                  <a:lnTo>
                    <a:pt x="1143" y="522"/>
                  </a:lnTo>
                  <a:lnTo>
                    <a:pt x="943" y="682"/>
                  </a:lnTo>
                  <a:lnTo>
                    <a:pt x="762" y="842"/>
                  </a:lnTo>
                  <a:lnTo>
                    <a:pt x="602" y="1023"/>
                  </a:lnTo>
                  <a:lnTo>
                    <a:pt x="462" y="1224"/>
                  </a:lnTo>
                  <a:lnTo>
                    <a:pt x="321" y="1424"/>
                  </a:lnTo>
                  <a:lnTo>
                    <a:pt x="221" y="1645"/>
                  </a:lnTo>
                  <a:lnTo>
                    <a:pt x="121" y="1885"/>
                  </a:lnTo>
                  <a:lnTo>
                    <a:pt x="40" y="2126"/>
                  </a:lnTo>
                  <a:lnTo>
                    <a:pt x="0" y="2367"/>
                  </a:lnTo>
                  <a:lnTo>
                    <a:pt x="0" y="2367"/>
                  </a:lnTo>
                  <a:lnTo>
                    <a:pt x="241" y="2347"/>
                  </a:lnTo>
                  <a:lnTo>
                    <a:pt x="241" y="2347"/>
                  </a:lnTo>
                  <a:lnTo>
                    <a:pt x="421" y="2367"/>
                  </a:lnTo>
                  <a:lnTo>
                    <a:pt x="582" y="2387"/>
                  </a:lnTo>
                  <a:lnTo>
                    <a:pt x="722" y="2447"/>
                  </a:lnTo>
                  <a:lnTo>
                    <a:pt x="863" y="2507"/>
                  </a:lnTo>
                  <a:lnTo>
                    <a:pt x="1003" y="2607"/>
                  </a:lnTo>
                  <a:lnTo>
                    <a:pt x="1123" y="2708"/>
                  </a:lnTo>
                  <a:lnTo>
                    <a:pt x="1224" y="2828"/>
                  </a:lnTo>
                  <a:lnTo>
                    <a:pt x="1324" y="2968"/>
                  </a:lnTo>
                  <a:lnTo>
                    <a:pt x="1404" y="3129"/>
                  </a:lnTo>
                  <a:lnTo>
                    <a:pt x="1504" y="3289"/>
                  </a:lnTo>
                  <a:lnTo>
                    <a:pt x="1625" y="3630"/>
                  </a:lnTo>
                  <a:lnTo>
                    <a:pt x="1745" y="4031"/>
                  </a:lnTo>
                  <a:lnTo>
                    <a:pt x="1825" y="4452"/>
                  </a:lnTo>
                  <a:lnTo>
                    <a:pt x="1885" y="4894"/>
                  </a:lnTo>
                  <a:lnTo>
                    <a:pt x="1946" y="5335"/>
                  </a:lnTo>
                  <a:lnTo>
                    <a:pt x="1966" y="5776"/>
                  </a:lnTo>
                  <a:lnTo>
                    <a:pt x="1986" y="6197"/>
                  </a:lnTo>
                  <a:lnTo>
                    <a:pt x="2006" y="6979"/>
                  </a:lnTo>
                  <a:lnTo>
                    <a:pt x="2006" y="7621"/>
                  </a:lnTo>
                  <a:lnTo>
                    <a:pt x="2006" y="7621"/>
                  </a:lnTo>
                  <a:lnTo>
                    <a:pt x="2006" y="7942"/>
                  </a:lnTo>
                  <a:lnTo>
                    <a:pt x="1986" y="8343"/>
                  </a:lnTo>
                  <a:lnTo>
                    <a:pt x="1986" y="8343"/>
                  </a:lnTo>
                  <a:lnTo>
                    <a:pt x="2186" y="8383"/>
                  </a:lnTo>
                  <a:lnTo>
                    <a:pt x="2387" y="8423"/>
                  </a:lnTo>
                  <a:lnTo>
                    <a:pt x="2587" y="8443"/>
                  </a:lnTo>
                  <a:lnTo>
                    <a:pt x="2808" y="8463"/>
                  </a:lnTo>
                  <a:lnTo>
                    <a:pt x="2808" y="8463"/>
                  </a:lnTo>
                  <a:lnTo>
                    <a:pt x="3109" y="8443"/>
                  </a:lnTo>
                  <a:lnTo>
                    <a:pt x="3390" y="8403"/>
                  </a:lnTo>
                  <a:lnTo>
                    <a:pt x="3390" y="2006"/>
                  </a:lnTo>
                  <a:lnTo>
                    <a:pt x="3390" y="2006"/>
                  </a:lnTo>
                  <a:lnTo>
                    <a:pt x="3390" y="2006"/>
                  </a:lnTo>
                  <a:lnTo>
                    <a:pt x="3410" y="1524"/>
                  </a:lnTo>
                  <a:lnTo>
                    <a:pt x="3450" y="1043"/>
                  </a:lnTo>
                  <a:lnTo>
                    <a:pt x="3510" y="582"/>
                  </a:lnTo>
                  <a:lnTo>
                    <a:pt x="3610" y="121"/>
                  </a:lnTo>
                  <a:lnTo>
                    <a:pt x="3610" y="121"/>
                  </a:lnTo>
                  <a:lnTo>
                    <a:pt x="3410" y="60"/>
                  </a:lnTo>
                  <a:lnTo>
                    <a:pt x="3209" y="20"/>
                  </a:lnTo>
                  <a:lnTo>
                    <a:pt x="3009" y="0"/>
                  </a:lnTo>
                  <a:lnTo>
                    <a:pt x="280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42">
              <a:extLst>
                <a:ext uri="{FF2B5EF4-FFF2-40B4-BE49-F238E27FC236}">
                  <a16:creationId xmlns:a16="http://schemas.microsoft.com/office/drawing/2014/main" id="{0E5B7CDF-5F85-4BE9-FF00-E396A24E8095}"/>
                </a:ext>
              </a:extLst>
            </p:cNvPr>
            <p:cNvSpPr/>
            <p:nvPr/>
          </p:nvSpPr>
          <p:spPr>
            <a:xfrm>
              <a:off x="10509125" y="2553388"/>
              <a:ext cx="265250" cy="142925"/>
            </a:xfrm>
            <a:custGeom>
              <a:avLst/>
              <a:gdLst/>
              <a:ahLst/>
              <a:cxnLst/>
              <a:rect l="l" t="t" r="r" b="b"/>
              <a:pathLst>
                <a:path w="10610" h="5717" extrusionOk="0">
                  <a:moveTo>
                    <a:pt x="2849" y="0"/>
                  </a:move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3149"/>
                  </a:lnTo>
                  <a:lnTo>
                    <a:pt x="61" y="3430"/>
                  </a:lnTo>
                  <a:lnTo>
                    <a:pt x="121" y="3711"/>
                  </a:lnTo>
                  <a:lnTo>
                    <a:pt x="222" y="3971"/>
                  </a:lnTo>
                  <a:lnTo>
                    <a:pt x="342" y="4212"/>
                  </a:lnTo>
                  <a:lnTo>
                    <a:pt x="482" y="4453"/>
                  </a:lnTo>
                  <a:lnTo>
                    <a:pt x="643" y="4673"/>
                  </a:lnTo>
                  <a:lnTo>
                    <a:pt x="823" y="4874"/>
                  </a:lnTo>
                  <a:lnTo>
                    <a:pt x="1024" y="5054"/>
                  </a:lnTo>
                  <a:lnTo>
                    <a:pt x="1244" y="5215"/>
                  </a:lnTo>
                  <a:lnTo>
                    <a:pt x="1485" y="5375"/>
                  </a:lnTo>
                  <a:lnTo>
                    <a:pt x="1746" y="5495"/>
                  </a:lnTo>
                  <a:lnTo>
                    <a:pt x="2006" y="5576"/>
                  </a:lnTo>
                  <a:lnTo>
                    <a:pt x="2267" y="5656"/>
                  </a:lnTo>
                  <a:lnTo>
                    <a:pt x="2548" y="5696"/>
                  </a:lnTo>
                  <a:lnTo>
                    <a:pt x="2849" y="5716"/>
                  </a:lnTo>
                  <a:lnTo>
                    <a:pt x="7742" y="5716"/>
                  </a:lnTo>
                  <a:lnTo>
                    <a:pt x="8043" y="5696"/>
                  </a:lnTo>
                  <a:lnTo>
                    <a:pt x="8324" y="5656"/>
                  </a:lnTo>
                  <a:lnTo>
                    <a:pt x="8604" y="5576"/>
                  </a:lnTo>
                  <a:lnTo>
                    <a:pt x="8865" y="5495"/>
                  </a:lnTo>
                  <a:lnTo>
                    <a:pt x="9106" y="5375"/>
                  </a:lnTo>
                  <a:lnTo>
                    <a:pt x="9346" y="5215"/>
                  </a:lnTo>
                  <a:lnTo>
                    <a:pt x="9567" y="5054"/>
                  </a:lnTo>
                  <a:lnTo>
                    <a:pt x="9767" y="4874"/>
                  </a:lnTo>
                  <a:lnTo>
                    <a:pt x="9888" y="4733"/>
                  </a:lnTo>
                  <a:lnTo>
                    <a:pt x="10048" y="4553"/>
                  </a:lnTo>
                  <a:lnTo>
                    <a:pt x="10189" y="4332"/>
                  </a:lnTo>
                  <a:lnTo>
                    <a:pt x="10309" y="4112"/>
                  </a:lnTo>
                  <a:lnTo>
                    <a:pt x="10409" y="3871"/>
                  </a:lnTo>
                  <a:lnTo>
                    <a:pt x="10489" y="3630"/>
                  </a:lnTo>
                  <a:lnTo>
                    <a:pt x="10550" y="3390"/>
                  </a:lnTo>
                  <a:lnTo>
                    <a:pt x="10590" y="3129"/>
                  </a:lnTo>
                  <a:lnTo>
                    <a:pt x="10610" y="2848"/>
                  </a:lnTo>
                  <a:lnTo>
                    <a:pt x="10590" y="2567"/>
                  </a:lnTo>
                  <a:lnTo>
                    <a:pt x="10550" y="2287"/>
                  </a:lnTo>
                  <a:lnTo>
                    <a:pt x="10469" y="2006"/>
                  </a:lnTo>
                  <a:lnTo>
                    <a:pt x="10369" y="1745"/>
                  </a:lnTo>
                  <a:lnTo>
                    <a:pt x="10249" y="1505"/>
                  </a:lnTo>
                  <a:lnTo>
                    <a:pt x="10108" y="1264"/>
                  </a:lnTo>
                  <a:lnTo>
                    <a:pt x="9948" y="1043"/>
                  </a:lnTo>
                  <a:lnTo>
                    <a:pt x="9767" y="843"/>
                  </a:lnTo>
                  <a:lnTo>
                    <a:pt x="9567" y="662"/>
                  </a:lnTo>
                  <a:lnTo>
                    <a:pt x="9346" y="482"/>
                  </a:lnTo>
                  <a:lnTo>
                    <a:pt x="9106" y="341"/>
                  </a:lnTo>
                  <a:lnTo>
                    <a:pt x="8865" y="221"/>
                  </a:lnTo>
                  <a:lnTo>
                    <a:pt x="8604" y="121"/>
                  </a:lnTo>
                  <a:lnTo>
                    <a:pt x="8324" y="61"/>
                  </a:lnTo>
                  <a:lnTo>
                    <a:pt x="8043" y="21"/>
                  </a:lnTo>
                  <a:lnTo>
                    <a:pt x="77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42">
              <a:extLst>
                <a:ext uri="{FF2B5EF4-FFF2-40B4-BE49-F238E27FC236}">
                  <a16:creationId xmlns:a16="http://schemas.microsoft.com/office/drawing/2014/main" id="{7D78A67D-01F5-A98E-65B4-75B1C746F895}"/>
                </a:ext>
              </a:extLst>
            </p:cNvPr>
            <p:cNvSpPr/>
            <p:nvPr/>
          </p:nvSpPr>
          <p:spPr>
            <a:xfrm>
              <a:off x="10509125" y="2553388"/>
              <a:ext cx="265250" cy="142925"/>
            </a:xfrm>
            <a:custGeom>
              <a:avLst/>
              <a:gdLst/>
              <a:ahLst/>
              <a:cxnLst/>
              <a:rect l="l" t="t" r="r" b="b"/>
              <a:pathLst>
                <a:path w="10610" h="5717" fill="none" extrusionOk="0">
                  <a:moveTo>
                    <a:pt x="10610" y="2848"/>
                  </a:moveTo>
                  <a:lnTo>
                    <a:pt x="10610" y="2848"/>
                  </a:lnTo>
                  <a:lnTo>
                    <a:pt x="10590" y="3129"/>
                  </a:lnTo>
                  <a:lnTo>
                    <a:pt x="10550" y="3390"/>
                  </a:lnTo>
                  <a:lnTo>
                    <a:pt x="10489" y="3630"/>
                  </a:lnTo>
                  <a:lnTo>
                    <a:pt x="10409" y="3871"/>
                  </a:lnTo>
                  <a:lnTo>
                    <a:pt x="10309" y="4112"/>
                  </a:lnTo>
                  <a:lnTo>
                    <a:pt x="10189" y="4332"/>
                  </a:lnTo>
                  <a:lnTo>
                    <a:pt x="10048" y="4553"/>
                  </a:lnTo>
                  <a:lnTo>
                    <a:pt x="9888" y="4733"/>
                  </a:lnTo>
                  <a:lnTo>
                    <a:pt x="9888" y="4733"/>
                  </a:lnTo>
                  <a:lnTo>
                    <a:pt x="9767" y="4874"/>
                  </a:lnTo>
                  <a:lnTo>
                    <a:pt x="9767" y="4874"/>
                  </a:lnTo>
                  <a:lnTo>
                    <a:pt x="9567" y="5054"/>
                  </a:lnTo>
                  <a:lnTo>
                    <a:pt x="9346" y="5215"/>
                  </a:lnTo>
                  <a:lnTo>
                    <a:pt x="9106" y="5375"/>
                  </a:lnTo>
                  <a:lnTo>
                    <a:pt x="8865" y="5495"/>
                  </a:lnTo>
                  <a:lnTo>
                    <a:pt x="8604" y="5576"/>
                  </a:lnTo>
                  <a:lnTo>
                    <a:pt x="8324" y="5656"/>
                  </a:lnTo>
                  <a:lnTo>
                    <a:pt x="8043" y="5696"/>
                  </a:lnTo>
                  <a:lnTo>
                    <a:pt x="7742" y="5716"/>
                  </a:lnTo>
                  <a:lnTo>
                    <a:pt x="2849" y="5716"/>
                  </a:lnTo>
                  <a:lnTo>
                    <a:pt x="2849" y="5716"/>
                  </a:lnTo>
                  <a:lnTo>
                    <a:pt x="2548" y="5696"/>
                  </a:lnTo>
                  <a:lnTo>
                    <a:pt x="2267" y="5656"/>
                  </a:lnTo>
                  <a:lnTo>
                    <a:pt x="2006" y="5576"/>
                  </a:lnTo>
                  <a:lnTo>
                    <a:pt x="1746" y="5495"/>
                  </a:lnTo>
                  <a:lnTo>
                    <a:pt x="1485" y="5375"/>
                  </a:lnTo>
                  <a:lnTo>
                    <a:pt x="1244" y="5215"/>
                  </a:lnTo>
                  <a:lnTo>
                    <a:pt x="1024" y="5054"/>
                  </a:lnTo>
                  <a:lnTo>
                    <a:pt x="823" y="4874"/>
                  </a:lnTo>
                  <a:lnTo>
                    <a:pt x="643" y="4673"/>
                  </a:lnTo>
                  <a:lnTo>
                    <a:pt x="482" y="4453"/>
                  </a:lnTo>
                  <a:lnTo>
                    <a:pt x="342" y="4212"/>
                  </a:lnTo>
                  <a:lnTo>
                    <a:pt x="222" y="3971"/>
                  </a:lnTo>
                  <a:lnTo>
                    <a:pt x="121" y="3711"/>
                  </a:lnTo>
                  <a:lnTo>
                    <a:pt x="61" y="3430"/>
                  </a:lnTo>
                  <a:lnTo>
                    <a:pt x="1" y="3149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1" y="2567"/>
                  </a:lnTo>
                  <a:lnTo>
                    <a:pt x="41" y="2287"/>
                  </a:lnTo>
                  <a:lnTo>
                    <a:pt x="121" y="2006"/>
                  </a:lnTo>
                  <a:lnTo>
                    <a:pt x="222" y="1745"/>
                  </a:lnTo>
                  <a:lnTo>
                    <a:pt x="342" y="1505"/>
                  </a:lnTo>
                  <a:lnTo>
                    <a:pt x="482" y="1264"/>
                  </a:lnTo>
                  <a:lnTo>
                    <a:pt x="643" y="1043"/>
                  </a:lnTo>
                  <a:lnTo>
                    <a:pt x="823" y="843"/>
                  </a:lnTo>
                  <a:lnTo>
                    <a:pt x="823" y="843"/>
                  </a:lnTo>
                  <a:lnTo>
                    <a:pt x="1024" y="642"/>
                  </a:lnTo>
                  <a:lnTo>
                    <a:pt x="1244" y="482"/>
                  </a:lnTo>
                  <a:lnTo>
                    <a:pt x="1485" y="341"/>
                  </a:lnTo>
                  <a:lnTo>
                    <a:pt x="1746" y="221"/>
                  </a:lnTo>
                  <a:lnTo>
                    <a:pt x="2006" y="121"/>
                  </a:lnTo>
                  <a:lnTo>
                    <a:pt x="2267" y="61"/>
                  </a:lnTo>
                  <a:lnTo>
                    <a:pt x="2568" y="21"/>
                  </a:lnTo>
                  <a:lnTo>
                    <a:pt x="2849" y="0"/>
                  </a:lnTo>
                  <a:lnTo>
                    <a:pt x="7742" y="0"/>
                  </a:lnTo>
                  <a:lnTo>
                    <a:pt x="7742" y="0"/>
                  </a:lnTo>
                  <a:lnTo>
                    <a:pt x="8043" y="21"/>
                  </a:lnTo>
                  <a:lnTo>
                    <a:pt x="8324" y="61"/>
                  </a:lnTo>
                  <a:lnTo>
                    <a:pt x="8604" y="121"/>
                  </a:lnTo>
                  <a:lnTo>
                    <a:pt x="8865" y="221"/>
                  </a:lnTo>
                  <a:lnTo>
                    <a:pt x="9106" y="341"/>
                  </a:lnTo>
                  <a:lnTo>
                    <a:pt x="9346" y="482"/>
                  </a:lnTo>
                  <a:lnTo>
                    <a:pt x="9567" y="662"/>
                  </a:lnTo>
                  <a:lnTo>
                    <a:pt x="9767" y="843"/>
                  </a:lnTo>
                  <a:lnTo>
                    <a:pt x="9948" y="1043"/>
                  </a:lnTo>
                  <a:lnTo>
                    <a:pt x="10108" y="1264"/>
                  </a:lnTo>
                  <a:lnTo>
                    <a:pt x="10249" y="1505"/>
                  </a:lnTo>
                  <a:lnTo>
                    <a:pt x="10369" y="1745"/>
                  </a:lnTo>
                  <a:lnTo>
                    <a:pt x="10469" y="2006"/>
                  </a:lnTo>
                  <a:lnTo>
                    <a:pt x="10550" y="2287"/>
                  </a:lnTo>
                  <a:lnTo>
                    <a:pt x="10590" y="2567"/>
                  </a:lnTo>
                  <a:lnTo>
                    <a:pt x="10610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42">
              <a:extLst>
                <a:ext uri="{FF2B5EF4-FFF2-40B4-BE49-F238E27FC236}">
                  <a16:creationId xmlns:a16="http://schemas.microsoft.com/office/drawing/2014/main" id="{60ADAF5A-8F56-42E0-3CAF-16D5664DBCA0}"/>
                </a:ext>
              </a:extLst>
            </p:cNvPr>
            <p:cNvSpPr/>
            <p:nvPr/>
          </p:nvSpPr>
          <p:spPr>
            <a:xfrm>
              <a:off x="10509125" y="2553388"/>
              <a:ext cx="97300" cy="97800"/>
            </a:xfrm>
            <a:custGeom>
              <a:avLst/>
              <a:gdLst/>
              <a:ahLst/>
              <a:cxnLst/>
              <a:rect l="l" t="t" r="r" b="b"/>
              <a:pathLst>
                <a:path w="3892" h="3912" extrusionOk="0">
                  <a:moveTo>
                    <a:pt x="2849" y="0"/>
                  </a:move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3129"/>
                  </a:lnTo>
                  <a:lnTo>
                    <a:pt x="41" y="3390"/>
                  </a:lnTo>
                  <a:lnTo>
                    <a:pt x="101" y="3650"/>
                  </a:lnTo>
                  <a:lnTo>
                    <a:pt x="201" y="3911"/>
                  </a:lnTo>
                  <a:lnTo>
                    <a:pt x="2889" y="3911"/>
                  </a:lnTo>
                  <a:lnTo>
                    <a:pt x="2768" y="3670"/>
                  </a:lnTo>
                  <a:lnTo>
                    <a:pt x="2688" y="3430"/>
                  </a:lnTo>
                  <a:lnTo>
                    <a:pt x="2628" y="3169"/>
                  </a:lnTo>
                  <a:lnTo>
                    <a:pt x="2608" y="2908"/>
                  </a:lnTo>
                  <a:lnTo>
                    <a:pt x="2608" y="2648"/>
                  </a:lnTo>
                  <a:lnTo>
                    <a:pt x="2648" y="2367"/>
                  </a:lnTo>
                  <a:lnTo>
                    <a:pt x="2688" y="2106"/>
                  </a:lnTo>
                  <a:lnTo>
                    <a:pt x="2748" y="1866"/>
                  </a:lnTo>
                  <a:lnTo>
                    <a:pt x="2829" y="1605"/>
                  </a:lnTo>
                  <a:lnTo>
                    <a:pt x="2929" y="1344"/>
                  </a:lnTo>
                  <a:lnTo>
                    <a:pt x="3049" y="1083"/>
                  </a:lnTo>
                  <a:lnTo>
                    <a:pt x="3190" y="843"/>
                  </a:lnTo>
                  <a:lnTo>
                    <a:pt x="3350" y="622"/>
                  </a:lnTo>
                  <a:lnTo>
                    <a:pt x="3510" y="402"/>
                  </a:lnTo>
                  <a:lnTo>
                    <a:pt x="3711" y="201"/>
                  </a:lnTo>
                  <a:lnTo>
                    <a:pt x="389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42">
              <a:extLst>
                <a:ext uri="{FF2B5EF4-FFF2-40B4-BE49-F238E27FC236}">
                  <a16:creationId xmlns:a16="http://schemas.microsoft.com/office/drawing/2014/main" id="{221C2CF6-C940-E622-A19F-9FFA52C980EF}"/>
                </a:ext>
              </a:extLst>
            </p:cNvPr>
            <p:cNvSpPr/>
            <p:nvPr/>
          </p:nvSpPr>
          <p:spPr>
            <a:xfrm>
              <a:off x="10509125" y="2553388"/>
              <a:ext cx="97300" cy="97800"/>
            </a:xfrm>
            <a:custGeom>
              <a:avLst/>
              <a:gdLst/>
              <a:ahLst/>
              <a:cxnLst/>
              <a:rect l="l" t="t" r="r" b="b"/>
              <a:pathLst>
                <a:path w="3892" h="3912" fill="none" extrusionOk="0">
                  <a:moveTo>
                    <a:pt x="3892" y="0"/>
                  </a:moveTo>
                  <a:lnTo>
                    <a:pt x="2849" y="0"/>
                  </a:lnTo>
                  <a:lnTo>
                    <a:pt x="2849" y="0"/>
                  </a:ln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1" y="3129"/>
                  </a:lnTo>
                  <a:lnTo>
                    <a:pt x="41" y="3390"/>
                  </a:lnTo>
                  <a:lnTo>
                    <a:pt x="101" y="3650"/>
                  </a:lnTo>
                  <a:lnTo>
                    <a:pt x="201" y="3911"/>
                  </a:lnTo>
                  <a:lnTo>
                    <a:pt x="2889" y="3911"/>
                  </a:lnTo>
                  <a:lnTo>
                    <a:pt x="2889" y="3911"/>
                  </a:lnTo>
                  <a:lnTo>
                    <a:pt x="2768" y="3670"/>
                  </a:lnTo>
                  <a:lnTo>
                    <a:pt x="2688" y="3430"/>
                  </a:lnTo>
                  <a:lnTo>
                    <a:pt x="2628" y="3169"/>
                  </a:lnTo>
                  <a:lnTo>
                    <a:pt x="2608" y="2908"/>
                  </a:lnTo>
                  <a:lnTo>
                    <a:pt x="2608" y="2648"/>
                  </a:lnTo>
                  <a:lnTo>
                    <a:pt x="2648" y="2367"/>
                  </a:lnTo>
                  <a:lnTo>
                    <a:pt x="2688" y="2106"/>
                  </a:lnTo>
                  <a:lnTo>
                    <a:pt x="2748" y="1866"/>
                  </a:lnTo>
                  <a:lnTo>
                    <a:pt x="2748" y="1866"/>
                  </a:lnTo>
                  <a:lnTo>
                    <a:pt x="2829" y="1605"/>
                  </a:lnTo>
                  <a:lnTo>
                    <a:pt x="2929" y="1344"/>
                  </a:lnTo>
                  <a:lnTo>
                    <a:pt x="3049" y="1083"/>
                  </a:lnTo>
                  <a:lnTo>
                    <a:pt x="3190" y="843"/>
                  </a:lnTo>
                  <a:lnTo>
                    <a:pt x="3350" y="622"/>
                  </a:lnTo>
                  <a:lnTo>
                    <a:pt x="3510" y="402"/>
                  </a:lnTo>
                  <a:lnTo>
                    <a:pt x="3711" y="201"/>
                  </a:lnTo>
                  <a:lnTo>
                    <a:pt x="389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8428;p42">
              <a:extLst>
                <a:ext uri="{FF2B5EF4-FFF2-40B4-BE49-F238E27FC236}">
                  <a16:creationId xmlns:a16="http://schemas.microsoft.com/office/drawing/2014/main" id="{116C6FE9-C090-5B32-25DD-1AEBA4AC0EDF}"/>
                </a:ext>
              </a:extLst>
            </p:cNvPr>
            <p:cNvSpPr/>
            <p:nvPr/>
          </p:nvSpPr>
          <p:spPr>
            <a:xfrm>
              <a:off x="10710175" y="2566413"/>
              <a:ext cx="43150" cy="46650"/>
            </a:xfrm>
            <a:custGeom>
              <a:avLst/>
              <a:gdLst/>
              <a:ahLst/>
              <a:cxnLst/>
              <a:rect l="l" t="t" r="r" b="b"/>
              <a:pathLst>
                <a:path w="1726" h="1866" extrusionOk="0">
                  <a:moveTo>
                    <a:pt x="261" y="1"/>
                  </a:moveTo>
                  <a:lnTo>
                    <a:pt x="181" y="21"/>
                  </a:lnTo>
                  <a:lnTo>
                    <a:pt x="101" y="61"/>
                  </a:lnTo>
                  <a:lnTo>
                    <a:pt x="61" y="121"/>
                  </a:lnTo>
                  <a:lnTo>
                    <a:pt x="21" y="181"/>
                  </a:lnTo>
                  <a:lnTo>
                    <a:pt x="1" y="262"/>
                  </a:lnTo>
                  <a:lnTo>
                    <a:pt x="1" y="342"/>
                  </a:lnTo>
                  <a:lnTo>
                    <a:pt x="41" y="422"/>
                  </a:lnTo>
                  <a:lnTo>
                    <a:pt x="101" y="502"/>
                  </a:lnTo>
                  <a:lnTo>
                    <a:pt x="181" y="582"/>
                  </a:lnTo>
                  <a:lnTo>
                    <a:pt x="362" y="723"/>
                  </a:lnTo>
                  <a:lnTo>
                    <a:pt x="542" y="863"/>
                  </a:lnTo>
                  <a:lnTo>
                    <a:pt x="643" y="943"/>
                  </a:lnTo>
                  <a:lnTo>
                    <a:pt x="723" y="1024"/>
                  </a:lnTo>
                  <a:lnTo>
                    <a:pt x="843" y="1204"/>
                  </a:lnTo>
                  <a:lnTo>
                    <a:pt x="943" y="1385"/>
                  </a:lnTo>
                  <a:lnTo>
                    <a:pt x="1044" y="1645"/>
                  </a:lnTo>
                  <a:lnTo>
                    <a:pt x="1124" y="1746"/>
                  </a:lnTo>
                  <a:lnTo>
                    <a:pt x="1184" y="1786"/>
                  </a:lnTo>
                  <a:lnTo>
                    <a:pt x="1244" y="1826"/>
                  </a:lnTo>
                  <a:lnTo>
                    <a:pt x="1324" y="1866"/>
                  </a:lnTo>
                  <a:lnTo>
                    <a:pt x="1425" y="1866"/>
                  </a:lnTo>
                  <a:lnTo>
                    <a:pt x="1525" y="1846"/>
                  </a:lnTo>
                  <a:lnTo>
                    <a:pt x="1565" y="1826"/>
                  </a:lnTo>
                  <a:lnTo>
                    <a:pt x="1605" y="1786"/>
                  </a:lnTo>
                  <a:lnTo>
                    <a:pt x="1645" y="1706"/>
                  </a:lnTo>
                  <a:lnTo>
                    <a:pt x="1685" y="1645"/>
                  </a:lnTo>
                  <a:lnTo>
                    <a:pt x="1725" y="1485"/>
                  </a:lnTo>
                  <a:lnTo>
                    <a:pt x="1705" y="1345"/>
                  </a:lnTo>
                  <a:lnTo>
                    <a:pt x="1665" y="1184"/>
                  </a:lnTo>
                  <a:lnTo>
                    <a:pt x="1605" y="1024"/>
                  </a:lnTo>
                  <a:lnTo>
                    <a:pt x="1525" y="883"/>
                  </a:lnTo>
                  <a:lnTo>
                    <a:pt x="1324" y="623"/>
                  </a:lnTo>
                  <a:lnTo>
                    <a:pt x="1224" y="502"/>
                  </a:lnTo>
                  <a:lnTo>
                    <a:pt x="1104" y="402"/>
                  </a:lnTo>
                  <a:lnTo>
                    <a:pt x="1004" y="322"/>
                  </a:lnTo>
                  <a:lnTo>
                    <a:pt x="883" y="242"/>
                  </a:lnTo>
                  <a:lnTo>
                    <a:pt x="622" y="121"/>
                  </a:lnTo>
                  <a:lnTo>
                    <a:pt x="342" y="21"/>
                  </a:lnTo>
                  <a:lnTo>
                    <a:pt x="26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8429;p42">
              <a:extLst>
                <a:ext uri="{FF2B5EF4-FFF2-40B4-BE49-F238E27FC236}">
                  <a16:creationId xmlns:a16="http://schemas.microsoft.com/office/drawing/2014/main" id="{95D46B54-8089-B5DC-93A5-C8B3B52C4FCB}"/>
                </a:ext>
              </a:extLst>
            </p:cNvPr>
            <p:cNvSpPr/>
            <p:nvPr/>
          </p:nvSpPr>
          <p:spPr>
            <a:xfrm>
              <a:off x="10742775" y="2621563"/>
              <a:ext cx="12050" cy="12575"/>
            </a:xfrm>
            <a:custGeom>
              <a:avLst/>
              <a:gdLst/>
              <a:ahLst/>
              <a:cxnLst/>
              <a:rect l="l" t="t" r="r" b="b"/>
              <a:pathLst>
                <a:path w="482" h="503" extrusionOk="0">
                  <a:moveTo>
                    <a:pt x="241" y="1"/>
                  </a:moveTo>
                  <a:lnTo>
                    <a:pt x="181" y="21"/>
                  </a:lnTo>
                  <a:lnTo>
                    <a:pt x="121" y="41"/>
                  </a:lnTo>
                  <a:lnTo>
                    <a:pt x="40" y="101"/>
                  </a:lnTo>
                  <a:lnTo>
                    <a:pt x="20" y="181"/>
                  </a:lnTo>
                  <a:lnTo>
                    <a:pt x="0" y="242"/>
                  </a:lnTo>
                  <a:lnTo>
                    <a:pt x="0" y="322"/>
                  </a:lnTo>
                  <a:lnTo>
                    <a:pt x="40" y="402"/>
                  </a:lnTo>
                  <a:lnTo>
                    <a:pt x="81" y="462"/>
                  </a:lnTo>
                  <a:lnTo>
                    <a:pt x="161" y="502"/>
                  </a:lnTo>
                  <a:lnTo>
                    <a:pt x="321" y="502"/>
                  </a:lnTo>
                  <a:lnTo>
                    <a:pt x="381" y="462"/>
                  </a:lnTo>
                  <a:lnTo>
                    <a:pt x="442" y="402"/>
                  </a:lnTo>
                  <a:lnTo>
                    <a:pt x="462" y="322"/>
                  </a:lnTo>
                  <a:lnTo>
                    <a:pt x="482" y="242"/>
                  </a:lnTo>
                  <a:lnTo>
                    <a:pt x="462" y="181"/>
                  </a:lnTo>
                  <a:lnTo>
                    <a:pt x="421" y="101"/>
                  </a:lnTo>
                  <a:lnTo>
                    <a:pt x="361" y="41"/>
                  </a:lnTo>
                  <a:lnTo>
                    <a:pt x="301" y="21"/>
                  </a:lnTo>
                  <a:lnTo>
                    <a:pt x="24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8430;p42">
              <a:extLst>
                <a:ext uri="{FF2B5EF4-FFF2-40B4-BE49-F238E27FC236}">
                  <a16:creationId xmlns:a16="http://schemas.microsoft.com/office/drawing/2014/main" id="{C204A1AC-43C8-1339-0AD4-24B78EF41B48}"/>
                </a:ext>
              </a:extLst>
            </p:cNvPr>
            <p:cNvSpPr/>
            <p:nvPr/>
          </p:nvSpPr>
          <p:spPr>
            <a:xfrm>
              <a:off x="10391825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extrusionOk="0">
                  <a:moveTo>
                    <a:pt x="943" y="0"/>
                  </a:moveTo>
                  <a:lnTo>
                    <a:pt x="822" y="20"/>
                  </a:lnTo>
                  <a:lnTo>
                    <a:pt x="682" y="40"/>
                  </a:lnTo>
                  <a:lnTo>
                    <a:pt x="562" y="81"/>
                  </a:lnTo>
                  <a:lnTo>
                    <a:pt x="441" y="141"/>
                  </a:lnTo>
                  <a:lnTo>
                    <a:pt x="341" y="221"/>
                  </a:lnTo>
                  <a:lnTo>
                    <a:pt x="241" y="301"/>
                  </a:lnTo>
                  <a:lnTo>
                    <a:pt x="161" y="401"/>
                  </a:lnTo>
                  <a:lnTo>
                    <a:pt x="100" y="522"/>
                  </a:lnTo>
                  <a:lnTo>
                    <a:pt x="40" y="642"/>
                  </a:lnTo>
                  <a:lnTo>
                    <a:pt x="0" y="802"/>
                  </a:lnTo>
                  <a:lnTo>
                    <a:pt x="0" y="963"/>
                  </a:lnTo>
                  <a:lnTo>
                    <a:pt x="0" y="11572"/>
                  </a:lnTo>
                  <a:lnTo>
                    <a:pt x="0" y="11692"/>
                  </a:lnTo>
                  <a:lnTo>
                    <a:pt x="20" y="11812"/>
                  </a:lnTo>
                  <a:lnTo>
                    <a:pt x="60" y="11933"/>
                  </a:lnTo>
                  <a:lnTo>
                    <a:pt x="100" y="12013"/>
                  </a:lnTo>
                  <a:lnTo>
                    <a:pt x="161" y="12113"/>
                  </a:lnTo>
                  <a:lnTo>
                    <a:pt x="221" y="12193"/>
                  </a:lnTo>
                  <a:lnTo>
                    <a:pt x="361" y="12334"/>
                  </a:lnTo>
                  <a:lnTo>
                    <a:pt x="542" y="12434"/>
                  </a:lnTo>
                  <a:lnTo>
                    <a:pt x="742" y="12494"/>
                  </a:lnTo>
                  <a:lnTo>
                    <a:pt x="943" y="12514"/>
                  </a:lnTo>
                  <a:lnTo>
                    <a:pt x="1143" y="12494"/>
                  </a:lnTo>
                  <a:lnTo>
                    <a:pt x="1304" y="12474"/>
                  </a:lnTo>
                  <a:lnTo>
                    <a:pt x="1444" y="12414"/>
                  </a:lnTo>
                  <a:lnTo>
                    <a:pt x="1584" y="12334"/>
                  </a:lnTo>
                  <a:lnTo>
                    <a:pt x="1705" y="12214"/>
                  </a:lnTo>
                  <a:lnTo>
                    <a:pt x="1825" y="12093"/>
                  </a:lnTo>
                  <a:lnTo>
                    <a:pt x="1885" y="11953"/>
                  </a:lnTo>
                  <a:lnTo>
                    <a:pt x="1945" y="11772"/>
                  </a:lnTo>
                  <a:lnTo>
                    <a:pt x="1966" y="11572"/>
                  </a:lnTo>
                  <a:lnTo>
                    <a:pt x="1966" y="963"/>
                  </a:lnTo>
                  <a:lnTo>
                    <a:pt x="1945" y="823"/>
                  </a:lnTo>
                  <a:lnTo>
                    <a:pt x="1925" y="702"/>
                  </a:lnTo>
                  <a:lnTo>
                    <a:pt x="1905" y="582"/>
                  </a:lnTo>
                  <a:lnTo>
                    <a:pt x="1845" y="482"/>
                  </a:lnTo>
                  <a:lnTo>
                    <a:pt x="1785" y="381"/>
                  </a:lnTo>
                  <a:lnTo>
                    <a:pt x="1725" y="301"/>
                  </a:lnTo>
                  <a:lnTo>
                    <a:pt x="1645" y="241"/>
                  </a:lnTo>
                  <a:lnTo>
                    <a:pt x="1564" y="181"/>
                  </a:lnTo>
                  <a:lnTo>
                    <a:pt x="1444" y="101"/>
                  </a:lnTo>
                  <a:lnTo>
                    <a:pt x="1324" y="60"/>
                  </a:lnTo>
                  <a:lnTo>
                    <a:pt x="1203" y="20"/>
                  </a:lnTo>
                  <a:lnTo>
                    <a:pt x="108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8431;p42">
              <a:extLst>
                <a:ext uri="{FF2B5EF4-FFF2-40B4-BE49-F238E27FC236}">
                  <a16:creationId xmlns:a16="http://schemas.microsoft.com/office/drawing/2014/main" id="{2974D66A-9E36-6D93-7EBF-D8B599EC8BB6}"/>
                </a:ext>
              </a:extLst>
            </p:cNvPr>
            <p:cNvSpPr/>
            <p:nvPr/>
          </p:nvSpPr>
          <p:spPr>
            <a:xfrm>
              <a:off x="10287025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7" y="281"/>
                  </a:lnTo>
                  <a:lnTo>
                    <a:pt x="1826" y="421"/>
                  </a:lnTo>
                  <a:lnTo>
                    <a:pt x="1545" y="602"/>
                  </a:lnTo>
                  <a:lnTo>
                    <a:pt x="1264" y="802"/>
                  </a:lnTo>
                  <a:lnTo>
                    <a:pt x="1024" y="1023"/>
                  </a:lnTo>
                  <a:lnTo>
                    <a:pt x="803" y="1284"/>
                  </a:lnTo>
                  <a:lnTo>
                    <a:pt x="602" y="1544"/>
                  </a:lnTo>
                  <a:lnTo>
                    <a:pt x="422" y="1825"/>
                  </a:lnTo>
                  <a:lnTo>
                    <a:pt x="282" y="2146"/>
                  </a:lnTo>
                  <a:lnTo>
                    <a:pt x="161" y="2467"/>
                  </a:lnTo>
                  <a:lnTo>
                    <a:pt x="61" y="2788"/>
                  </a:lnTo>
                  <a:lnTo>
                    <a:pt x="21" y="3149"/>
                  </a:lnTo>
                  <a:lnTo>
                    <a:pt x="1" y="3490"/>
                  </a:lnTo>
                  <a:lnTo>
                    <a:pt x="21" y="3790"/>
                  </a:lnTo>
                  <a:lnTo>
                    <a:pt x="10329" y="3790"/>
                  </a:lnTo>
                  <a:lnTo>
                    <a:pt x="10349" y="3490"/>
                  </a:lnTo>
                  <a:lnTo>
                    <a:pt x="10329" y="3149"/>
                  </a:lnTo>
                  <a:lnTo>
                    <a:pt x="10269" y="2788"/>
                  </a:lnTo>
                  <a:lnTo>
                    <a:pt x="10188" y="2467"/>
                  </a:lnTo>
                  <a:lnTo>
                    <a:pt x="10068" y="2146"/>
                  </a:lnTo>
                  <a:lnTo>
                    <a:pt x="9928" y="1825"/>
                  </a:lnTo>
                  <a:lnTo>
                    <a:pt x="9747" y="1544"/>
                  </a:lnTo>
                  <a:lnTo>
                    <a:pt x="9547" y="1284"/>
                  </a:lnTo>
                  <a:lnTo>
                    <a:pt x="9326" y="1023"/>
                  </a:lnTo>
                  <a:lnTo>
                    <a:pt x="9065" y="802"/>
                  </a:lnTo>
                  <a:lnTo>
                    <a:pt x="8805" y="602"/>
                  </a:lnTo>
                  <a:lnTo>
                    <a:pt x="8524" y="421"/>
                  </a:lnTo>
                  <a:lnTo>
                    <a:pt x="8223" y="281"/>
                  </a:lnTo>
                  <a:lnTo>
                    <a:pt x="7902" y="160"/>
                  </a:lnTo>
                  <a:lnTo>
                    <a:pt x="7561" y="80"/>
                  </a:lnTo>
                  <a:lnTo>
                    <a:pt x="7220" y="20"/>
                  </a:lnTo>
                  <a:lnTo>
                    <a:pt x="685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42">
              <a:extLst>
                <a:ext uri="{FF2B5EF4-FFF2-40B4-BE49-F238E27FC236}">
                  <a16:creationId xmlns:a16="http://schemas.microsoft.com/office/drawing/2014/main" id="{58F611F3-7D1E-3B42-D2B0-21C3519C5B42}"/>
                </a:ext>
              </a:extLst>
            </p:cNvPr>
            <p:cNvSpPr/>
            <p:nvPr/>
          </p:nvSpPr>
          <p:spPr>
            <a:xfrm>
              <a:off x="10287025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fill="none" extrusionOk="0">
                  <a:moveTo>
                    <a:pt x="10349" y="3490"/>
                  </a:moveTo>
                  <a:lnTo>
                    <a:pt x="10349" y="3490"/>
                  </a:lnTo>
                  <a:lnTo>
                    <a:pt x="10329" y="3790"/>
                  </a:lnTo>
                  <a:lnTo>
                    <a:pt x="21" y="3790"/>
                  </a:lnTo>
                  <a:lnTo>
                    <a:pt x="21" y="3790"/>
                  </a:lnTo>
                  <a:lnTo>
                    <a:pt x="1" y="3490"/>
                  </a:lnTo>
                  <a:lnTo>
                    <a:pt x="1" y="3490"/>
                  </a:lnTo>
                  <a:lnTo>
                    <a:pt x="21" y="3149"/>
                  </a:lnTo>
                  <a:lnTo>
                    <a:pt x="61" y="2788"/>
                  </a:lnTo>
                  <a:lnTo>
                    <a:pt x="161" y="2467"/>
                  </a:lnTo>
                  <a:lnTo>
                    <a:pt x="282" y="2146"/>
                  </a:lnTo>
                  <a:lnTo>
                    <a:pt x="422" y="1825"/>
                  </a:lnTo>
                  <a:lnTo>
                    <a:pt x="602" y="1544"/>
                  </a:lnTo>
                  <a:lnTo>
                    <a:pt x="803" y="1284"/>
                  </a:lnTo>
                  <a:lnTo>
                    <a:pt x="1024" y="1023"/>
                  </a:lnTo>
                  <a:lnTo>
                    <a:pt x="1024" y="1023"/>
                  </a:lnTo>
                  <a:lnTo>
                    <a:pt x="1264" y="802"/>
                  </a:lnTo>
                  <a:lnTo>
                    <a:pt x="1545" y="602"/>
                  </a:lnTo>
                  <a:lnTo>
                    <a:pt x="1826" y="421"/>
                  </a:lnTo>
                  <a:lnTo>
                    <a:pt x="2127" y="281"/>
                  </a:lnTo>
                  <a:lnTo>
                    <a:pt x="2447" y="160"/>
                  </a:lnTo>
                  <a:lnTo>
                    <a:pt x="2788" y="80"/>
                  </a:lnTo>
                  <a:lnTo>
                    <a:pt x="3129" y="20"/>
                  </a:lnTo>
                  <a:lnTo>
                    <a:pt x="3490" y="0"/>
                  </a:lnTo>
                  <a:lnTo>
                    <a:pt x="6859" y="0"/>
                  </a:lnTo>
                  <a:lnTo>
                    <a:pt x="6859" y="0"/>
                  </a:lnTo>
                  <a:lnTo>
                    <a:pt x="7220" y="20"/>
                  </a:lnTo>
                  <a:lnTo>
                    <a:pt x="7561" y="80"/>
                  </a:lnTo>
                  <a:lnTo>
                    <a:pt x="7902" y="160"/>
                  </a:lnTo>
                  <a:lnTo>
                    <a:pt x="8223" y="281"/>
                  </a:lnTo>
                  <a:lnTo>
                    <a:pt x="8524" y="421"/>
                  </a:lnTo>
                  <a:lnTo>
                    <a:pt x="8805" y="602"/>
                  </a:lnTo>
                  <a:lnTo>
                    <a:pt x="9065" y="802"/>
                  </a:lnTo>
                  <a:lnTo>
                    <a:pt x="9326" y="1023"/>
                  </a:lnTo>
                  <a:lnTo>
                    <a:pt x="9547" y="1284"/>
                  </a:lnTo>
                  <a:lnTo>
                    <a:pt x="9747" y="1544"/>
                  </a:lnTo>
                  <a:lnTo>
                    <a:pt x="9928" y="1825"/>
                  </a:lnTo>
                  <a:lnTo>
                    <a:pt x="10068" y="2146"/>
                  </a:lnTo>
                  <a:lnTo>
                    <a:pt x="10188" y="2467"/>
                  </a:lnTo>
                  <a:lnTo>
                    <a:pt x="10269" y="2788"/>
                  </a:lnTo>
                  <a:lnTo>
                    <a:pt x="10329" y="3149"/>
                  </a:lnTo>
                  <a:lnTo>
                    <a:pt x="10349" y="34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42">
              <a:extLst>
                <a:ext uri="{FF2B5EF4-FFF2-40B4-BE49-F238E27FC236}">
                  <a16:creationId xmlns:a16="http://schemas.microsoft.com/office/drawing/2014/main" id="{8BCF68FD-D420-35F8-37C0-4B50409A45E9}"/>
                </a:ext>
              </a:extLst>
            </p:cNvPr>
            <p:cNvSpPr/>
            <p:nvPr/>
          </p:nvSpPr>
          <p:spPr>
            <a:xfrm>
              <a:off x="10402850" y="4163263"/>
              <a:ext cx="18075" cy="6550"/>
            </a:xfrm>
            <a:custGeom>
              <a:avLst/>
              <a:gdLst/>
              <a:ahLst/>
              <a:cxnLst/>
              <a:rect l="l" t="t" r="r" b="b"/>
              <a:pathLst>
                <a:path w="723" h="262" fill="none" extrusionOk="0">
                  <a:moveTo>
                    <a:pt x="0" y="1"/>
                  </a:moveTo>
                  <a:lnTo>
                    <a:pt x="0" y="261"/>
                  </a:lnTo>
                  <a:lnTo>
                    <a:pt x="722" y="261"/>
                  </a:lnTo>
                  <a:lnTo>
                    <a:pt x="722" y="26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261" y="12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42">
              <a:extLst>
                <a:ext uri="{FF2B5EF4-FFF2-40B4-BE49-F238E27FC236}">
                  <a16:creationId xmlns:a16="http://schemas.microsoft.com/office/drawing/2014/main" id="{3192C80B-F29E-E371-C9E5-205A576FE4F6}"/>
                </a:ext>
              </a:extLst>
            </p:cNvPr>
            <p:cNvSpPr/>
            <p:nvPr/>
          </p:nvSpPr>
          <p:spPr>
            <a:xfrm>
              <a:off x="10478550" y="4103613"/>
              <a:ext cx="17075" cy="17575"/>
            </a:xfrm>
            <a:custGeom>
              <a:avLst/>
              <a:gdLst/>
              <a:ahLst/>
              <a:cxnLst/>
              <a:rect l="l" t="t" r="r" b="b"/>
              <a:pathLst>
                <a:path w="683" h="703" extrusionOk="0">
                  <a:moveTo>
                    <a:pt x="261" y="0"/>
                  </a:moveTo>
                  <a:lnTo>
                    <a:pt x="201" y="20"/>
                  </a:lnTo>
                  <a:lnTo>
                    <a:pt x="141" y="60"/>
                  </a:lnTo>
                  <a:lnTo>
                    <a:pt x="81" y="100"/>
                  </a:lnTo>
                  <a:lnTo>
                    <a:pt x="41" y="161"/>
                  </a:lnTo>
                  <a:lnTo>
                    <a:pt x="21" y="221"/>
                  </a:lnTo>
                  <a:lnTo>
                    <a:pt x="1" y="341"/>
                  </a:lnTo>
                  <a:lnTo>
                    <a:pt x="21" y="481"/>
                  </a:lnTo>
                  <a:lnTo>
                    <a:pt x="41" y="542"/>
                  </a:lnTo>
                  <a:lnTo>
                    <a:pt x="81" y="602"/>
                  </a:lnTo>
                  <a:lnTo>
                    <a:pt x="141" y="642"/>
                  </a:lnTo>
                  <a:lnTo>
                    <a:pt x="201" y="662"/>
                  </a:lnTo>
                  <a:lnTo>
                    <a:pt x="261" y="702"/>
                  </a:lnTo>
                  <a:lnTo>
                    <a:pt x="422" y="702"/>
                  </a:lnTo>
                  <a:lnTo>
                    <a:pt x="502" y="662"/>
                  </a:lnTo>
                  <a:lnTo>
                    <a:pt x="542" y="642"/>
                  </a:lnTo>
                  <a:lnTo>
                    <a:pt x="602" y="602"/>
                  </a:lnTo>
                  <a:lnTo>
                    <a:pt x="642" y="542"/>
                  </a:lnTo>
                  <a:lnTo>
                    <a:pt x="662" y="481"/>
                  </a:lnTo>
                  <a:lnTo>
                    <a:pt x="682" y="341"/>
                  </a:lnTo>
                  <a:lnTo>
                    <a:pt x="662" y="221"/>
                  </a:lnTo>
                  <a:lnTo>
                    <a:pt x="642" y="161"/>
                  </a:lnTo>
                  <a:lnTo>
                    <a:pt x="602" y="100"/>
                  </a:lnTo>
                  <a:lnTo>
                    <a:pt x="542" y="60"/>
                  </a:lnTo>
                  <a:lnTo>
                    <a:pt x="502" y="20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42">
              <a:extLst>
                <a:ext uri="{FF2B5EF4-FFF2-40B4-BE49-F238E27FC236}">
                  <a16:creationId xmlns:a16="http://schemas.microsoft.com/office/drawing/2014/main" id="{FB1EFCAD-494D-A0A8-EC69-124B14AB4838}"/>
                </a:ext>
              </a:extLst>
            </p:cNvPr>
            <p:cNvSpPr/>
            <p:nvPr/>
          </p:nvSpPr>
          <p:spPr>
            <a:xfrm>
              <a:off x="10310600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extrusionOk="0">
                  <a:moveTo>
                    <a:pt x="2567" y="0"/>
                  </a:moveTo>
                  <a:lnTo>
                    <a:pt x="2287" y="60"/>
                  </a:lnTo>
                  <a:lnTo>
                    <a:pt x="2006" y="121"/>
                  </a:lnTo>
                  <a:lnTo>
                    <a:pt x="1745" y="221"/>
                  </a:lnTo>
                  <a:lnTo>
                    <a:pt x="1504" y="341"/>
                  </a:lnTo>
                  <a:lnTo>
                    <a:pt x="1264" y="482"/>
                  </a:lnTo>
                  <a:lnTo>
                    <a:pt x="1043" y="642"/>
                  </a:lnTo>
                  <a:lnTo>
                    <a:pt x="843" y="823"/>
                  </a:lnTo>
                  <a:lnTo>
                    <a:pt x="642" y="1043"/>
                  </a:lnTo>
                  <a:lnTo>
                    <a:pt x="482" y="1244"/>
                  </a:lnTo>
                  <a:lnTo>
                    <a:pt x="341" y="1484"/>
                  </a:lnTo>
                  <a:lnTo>
                    <a:pt x="221" y="1745"/>
                  </a:lnTo>
                  <a:lnTo>
                    <a:pt x="121" y="2006"/>
                  </a:lnTo>
                  <a:lnTo>
                    <a:pt x="61" y="2266"/>
                  </a:lnTo>
                  <a:lnTo>
                    <a:pt x="20" y="2547"/>
                  </a:lnTo>
                  <a:lnTo>
                    <a:pt x="0" y="2848"/>
                  </a:lnTo>
                  <a:lnTo>
                    <a:pt x="20" y="3209"/>
                  </a:lnTo>
                  <a:lnTo>
                    <a:pt x="81" y="3570"/>
                  </a:lnTo>
                  <a:lnTo>
                    <a:pt x="201" y="3891"/>
                  </a:lnTo>
                  <a:lnTo>
                    <a:pt x="341" y="4212"/>
                  </a:lnTo>
                  <a:lnTo>
                    <a:pt x="522" y="4493"/>
                  </a:lnTo>
                  <a:lnTo>
                    <a:pt x="742" y="4773"/>
                  </a:lnTo>
                  <a:lnTo>
                    <a:pt x="983" y="5014"/>
                  </a:lnTo>
                  <a:lnTo>
                    <a:pt x="1244" y="5215"/>
                  </a:lnTo>
                  <a:lnTo>
                    <a:pt x="1424" y="5315"/>
                  </a:lnTo>
                  <a:lnTo>
                    <a:pt x="1605" y="5415"/>
                  </a:lnTo>
                  <a:lnTo>
                    <a:pt x="1805" y="5515"/>
                  </a:lnTo>
                  <a:lnTo>
                    <a:pt x="2006" y="5575"/>
                  </a:lnTo>
                  <a:lnTo>
                    <a:pt x="2206" y="5636"/>
                  </a:lnTo>
                  <a:lnTo>
                    <a:pt x="2427" y="5676"/>
                  </a:lnTo>
                  <a:lnTo>
                    <a:pt x="2627" y="5696"/>
                  </a:lnTo>
                  <a:lnTo>
                    <a:pt x="5896" y="5696"/>
                  </a:lnTo>
                  <a:lnTo>
                    <a:pt x="6177" y="5656"/>
                  </a:lnTo>
                  <a:lnTo>
                    <a:pt x="6458" y="5575"/>
                  </a:lnTo>
                  <a:lnTo>
                    <a:pt x="6719" y="5475"/>
                  </a:lnTo>
                  <a:lnTo>
                    <a:pt x="6959" y="5355"/>
                  </a:lnTo>
                  <a:lnTo>
                    <a:pt x="7200" y="5215"/>
                  </a:lnTo>
                  <a:lnTo>
                    <a:pt x="7421" y="5054"/>
                  </a:lnTo>
                  <a:lnTo>
                    <a:pt x="7621" y="4874"/>
                  </a:lnTo>
                  <a:lnTo>
                    <a:pt x="7781" y="4693"/>
                  </a:lnTo>
                  <a:lnTo>
                    <a:pt x="7942" y="4513"/>
                  </a:lnTo>
                  <a:lnTo>
                    <a:pt x="8062" y="4312"/>
                  </a:lnTo>
                  <a:lnTo>
                    <a:pt x="8183" y="4091"/>
                  </a:lnTo>
                  <a:lnTo>
                    <a:pt x="8283" y="3871"/>
                  </a:lnTo>
                  <a:lnTo>
                    <a:pt x="8343" y="3630"/>
                  </a:lnTo>
                  <a:lnTo>
                    <a:pt x="8403" y="3390"/>
                  </a:lnTo>
                  <a:lnTo>
                    <a:pt x="8443" y="3149"/>
                  </a:lnTo>
                  <a:lnTo>
                    <a:pt x="8463" y="2848"/>
                  </a:lnTo>
                  <a:lnTo>
                    <a:pt x="8443" y="2567"/>
                  </a:lnTo>
                  <a:lnTo>
                    <a:pt x="8403" y="2266"/>
                  </a:lnTo>
                  <a:lnTo>
                    <a:pt x="8323" y="2006"/>
                  </a:lnTo>
                  <a:lnTo>
                    <a:pt x="8243" y="1745"/>
                  </a:lnTo>
                  <a:lnTo>
                    <a:pt x="8122" y="1484"/>
                  </a:lnTo>
                  <a:lnTo>
                    <a:pt x="7982" y="1244"/>
                  </a:lnTo>
                  <a:lnTo>
                    <a:pt x="7802" y="1043"/>
                  </a:lnTo>
                  <a:lnTo>
                    <a:pt x="7621" y="823"/>
                  </a:lnTo>
                  <a:lnTo>
                    <a:pt x="7421" y="642"/>
                  </a:lnTo>
                  <a:lnTo>
                    <a:pt x="7200" y="482"/>
                  </a:lnTo>
                  <a:lnTo>
                    <a:pt x="6959" y="341"/>
                  </a:lnTo>
                  <a:lnTo>
                    <a:pt x="6719" y="221"/>
                  </a:lnTo>
                  <a:lnTo>
                    <a:pt x="6458" y="121"/>
                  </a:lnTo>
                  <a:lnTo>
                    <a:pt x="6177" y="60"/>
                  </a:lnTo>
                  <a:lnTo>
                    <a:pt x="58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42">
              <a:extLst>
                <a:ext uri="{FF2B5EF4-FFF2-40B4-BE49-F238E27FC236}">
                  <a16:creationId xmlns:a16="http://schemas.microsoft.com/office/drawing/2014/main" id="{2AE9C32A-53F2-0F33-0A51-47569B124149}"/>
                </a:ext>
              </a:extLst>
            </p:cNvPr>
            <p:cNvSpPr/>
            <p:nvPr/>
          </p:nvSpPr>
          <p:spPr>
            <a:xfrm>
              <a:off x="10310600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fill="none" extrusionOk="0">
                  <a:moveTo>
                    <a:pt x="8463" y="2848"/>
                  </a:moveTo>
                  <a:lnTo>
                    <a:pt x="8463" y="2848"/>
                  </a:lnTo>
                  <a:lnTo>
                    <a:pt x="8443" y="3149"/>
                  </a:lnTo>
                  <a:lnTo>
                    <a:pt x="8443" y="3149"/>
                  </a:lnTo>
                  <a:lnTo>
                    <a:pt x="8403" y="3390"/>
                  </a:lnTo>
                  <a:lnTo>
                    <a:pt x="8343" y="3630"/>
                  </a:lnTo>
                  <a:lnTo>
                    <a:pt x="8283" y="3871"/>
                  </a:lnTo>
                  <a:lnTo>
                    <a:pt x="8183" y="4091"/>
                  </a:lnTo>
                  <a:lnTo>
                    <a:pt x="8062" y="4312"/>
                  </a:lnTo>
                  <a:lnTo>
                    <a:pt x="7942" y="4513"/>
                  </a:lnTo>
                  <a:lnTo>
                    <a:pt x="7781" y="4693"/>
                  </a:lnTo>
                  <a:lnTo>
                    <a:pt x="7621" y="4874"/>
                  </a:lnTo>
                  <a:lnTo>
                    <a:pt x="7621" y="4874"/>
                  </a:lnTo>
                  <a:lnTo>
                    <a:pt x="7421" y="5054"/>
                  </a:lnTo>
                  <a:lnTo>
                    <a:pt x="7200" y="5215"/>
                  </a:lnTo>
                  <a:lnTo>
                    <a:pt x="6959" y="5355"/>
                  </a:lnTo>
                  <a:lnTo>
                    <a:pt x="6719" y="5475"/>
                  </a:lnTo>
                  <a:lnTo>
                    <a:pt x="6458" y="5575"/>
                  </a:lnTo>
                  <a:lnTo>
                    <a:pt x="6177" y="5656"/>
                  </a:lnTo>
                  <a:lnTo>
                    <a:pt x="5896" y="5696"/>
                  </a:lnTo>
                  <a:lnTo>
                    <a:pt x="5596" y="5696"/>
                  </a:lnTo>
                  <a:lnTo>
                    <a:pt x="2848" y="5696"/>
                  </a:lnTo>
                  <a:lnTo>
                    <a:pt x="2848" y="5696"/>
                  </a:lnTo>
                  <a:lnTo>
                    <a:pt x="2627" y="5696"/>
                  </a:lnTo>
                  <a:lnTo>
                    <a:pt x="2427" y="5676"/>
                  </a:lnTo>
                  <a:lnTo>
                    <a:pt x="2206" y="5636"/>
                  </a:lnTo>
                  <a:lnTo>
                    <a:pt x="2006" y="5575"/>
                  </a:lnTo>
                  <a:lnTo>
                    <a:pt x="1805" y="5515"/>
                  </a:lnTo>
                  <a:lnTo>
                    <a:pt x="1605" y="5415"/>
                  </a:lnTo>
                  <a:lnTo>
                    <a:pt x="1424" y="5315"/>
                  </a:lnTo>
                  <a:lnTo>
                    <a:pt x="1244" y="5215"/>
                  </a:lnTo>
                  <a:lnTo>
                    <a:pt x="1244" y="5215"/>
                  </a:lnTo>
                  <a:lnTo>
                    <a:pt x="983" y="5014"/>
                  </a:lnTo>
                  <a:lnTo>
                    <a:pt x="742" y="4773"/>
                  </a:lnTo>
                  <a:lnTo>
                    <a:pt x="522" y="4493"/>
                  </a:lnTo>
                  <a:lnTo>
                    <a:pt x="341" y="4212"/>
                  </a:lnTo>
                  <a:lnTo>
                    <a:pt x="201" y="3891"/>
                  </a:lnTo>
                  <a:lnTo>
                    <a:pt x="81" y="3570"/>
                  </a:lnTo>
                  <a:lnTo>
                    <a:pt x="20" y="3209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547"/>
                  </a:lnTo>
                  <a:lnTo>
                    <a:pt x="61" y="2266"/>
                  </a:lnTo>
                  <a:lnTo>
                    <a:pt x="121" y="2006"/>
                  </a:lnTo>
                  <a:lnTo>
                    <a:pt x="221" y="1745"/>
                  </a:lnTo>
                  <a:lnTo>
                    <a:pt x="341" y="1484"/>
                  </a:lnTo>
                  <a:lnTo>
                    <a:pt x="482" y="1244"/>
                  </a:lnTo>
                  <a:lnTo>
                    <a:pt x="642" y="1043"/>
                  </a:lnTo>
                  <a:lnTo>
                    <a:pt x="843" y="823"/>
                  </a:lnTo>
                  <a:lnTo>
                    <a:pt x="843" y="823"/>
                  </a:lnTo>
                  <a:lnTo>
                    <a:pt x="1043" y="642"/>
                  </a:lnTo>
                  <a:lnTo>
                    <a:pt x="1264" y="482"/>
                  </a:lnTo>
                  <a:lnTo>
                    <a:pt x="1504" y="341"/>
                  </a:lnTo>
                  <a:lnTo>
                    <a:pt x="1745" y="221"/>
                  </a:lnTo>
                  <a:lnTo>
                    <a:pt x="2006" y="121"/>
                  </a:lnTo>
                  <a:lnTo>
                    <a:pt x="2287" y="60"/>
                  </a:lnTo>
                  <a:lnTo>
                    <a:pt x="2567" y="0"/>
                  </a:lnTo>
                  <a:lnTo>
                    <a:pt x="2848" y="0"/>
                  </a:lnTo>
                  <a:lnTo>
                    <a:pt x="5596" y="0"/>
                  </a:lnTo>
                  <a:lnTo>
                    <a:pt x="5596" y="0"/>
                  </a:lnTo>
                  <a:lnTo>
                    <a:pt x="5896" y="0"/>
                  </a:lnTo>
                  <a:lnTo>
                    <a:pt x="6177" y="60"/>
                  </a:lnTo>
                  <a:lnTo>
                    <a:pt x="6458" y="121"/>
                  </a:lnTo>
                  <a:lnTo>
                    <a:pt x="6719" y="221"/>
                  </a:lnTo>
                  <a:lnTo>
                    <a:pt x="6959" y="341"/>
                  </a:lnTo>
                  <a:lnTo>
                    <a:pt x="7200" y="482"/>
                  </a:lnTo>
                  <a:lnTo>
                    <a:pt x="7421" y="642"/>
                  </a:lnTo>
                  <a:lnTo>
                    <a:pt x="7621" y="823"/>
                  </a:lnTo>
                  <a:lnTo>
                    <a:pt x="7802" y="1043"/>
                  </a:lnTo>
                  <a:lnTo>
                    <a:pt x="7982" y="1244"/>
                  </a:lnTo>
                  <a:lnTo>
                    <a:pt x="8122" y="1484"/>
                  </a:lnTo>
                  <a:lnTo>
                    <a:pt x="8243" y="1745"/>
                  </a:lnTo>
                  <a:lnTo>
                    <a:pt x="8323" y="2006"/>
                  </a:lnTo>
                  <a:lnTo>
                    <a:pt x="8403" y="2266"/>
                  </a:lnTo>
                  <a:lnTo>
                    <a:pt x="8443" y="2567"/>
                  </a:lnTo>
                  <a:lnTo>
                    <a:pt x="8463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42">
              <a:extLst>
                <a:ext uri="{FF2B5EF4-FFF2-40B4-BE49-F238E27FC236}">
                  <a16:creationId xmlns:a16="http://schemas.microsoft.com/office/drawing/2014/main" id="{8BEEACB2-71AF-7E7F-4AE9-719AF704F594}"/>
                </a:ext>
              </a:extLst>
            </p:cNvPr>
            <p:cNvSpPr/>
            <p:nvPr/>
          </p:nvSpPr>
          <p:spPr>
            <a:xfrm>
              <a:off x="10310600" y="3828363"/>
              <a:ext cx="211600" cy="76225"/>
            </a:xfrm>
            <a:custGeom>
              <a:avLst/>
              <a:gdLst/>
              <a:ahLst/>
              <a:cxnLst/>
              <a:rect l="l" t="t" r="r" b="b"/>
              <a:pathLst>
                <a:path w="8464" h="3049" extrusionOk="0">
                  <a:moveTo>
                    <a:pt x="81" y="0"/>
                  </a:moveTo>
                  <a:lnTo>
                    <a:pt x="20" y="341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81" y="1404"/>
                  </a:lnTo>
                  <a:lnTo>
                    <a:pt x="201" y="1725"/>
                  </a:lnTo>
                  <a:lnTo>
                    <a:pt x="341" y="2046"/>
                  </a:lnTo>
                  <a:lnTo>
                    <a:pt x="522" y="2327"/>
                  </a:lnTo>
                  <a:lnTo>
                    <a:pt x="742" y="2607"/>
                  </a:lnTo>
                  <a:lnTo>
                    <a:pt x="983" y="2848"/>
                  </a:lnTo>
                  <a:lnTo>
                    <a:pt x="1244" y="3049"/>
                  </a:lnTo>
                  <a:lnTo>
                    <a:pt x="1364" y="2828"/>
                  </a:lnTo>
                  <a:lnTo>
                    <a:pt x="1524" y="2627"/>
                  </a:lnTo>
                  <a:lnTo>
                    <a:pt x="1705" y="2427"/>
                  </a:lnTo>
                  <a:lnTo>
                    <a:pt x="1926" y="2266"/>
                  </a:lnTo>
                  <a:lnTo>
                    <a:pt x="2146" y="2106"/>
                  </a:lnTo>
                  <a:lnTo>
                    <a:pt x="2407" y="1946"/>
                  </a:lnTo>
                  <a:lnTo>
                    <a:pt x="2668" y="1805"/>
                  </a:lnTo>
                  <a:lnTo>
                    <a:pt x="2948" y="1685"/>
                  </a:lnTo>
                  <a:lnTo>
                    <a:pt x="3229" y="1564"/>
                  </a:lnTo>
                  <a:lnTo>
                    <a:pt x="3510" y="1464"/>
                  </a:lnTo>
                  <a:lnTo>
                    <a:pt x="4071" y="1304"/>
                  </a:lnTo>
                  <a:lnTo>
                    <a:pt x="4573" y="1183"/>
                  </a:lnTo>
                  <a:lnTo>
                    <a:pt x="5034" y="1083"/>
                  </a:lnTo>
                  <a:lnTo>
                    <a:pt x="5535" y="1023"/>
                  </a:lnTo>
                  <a:lnTo>
                    <a:pt x="6057" y="963"/>
                  </a:lnTo>
                  <a:lnTo>
                    <a:pt x="6558" y="943"/>
                  </a:lnTo>
                  <a:lnTo>
                    <a:pt x="7080" y="923"/>
                  </a:lnTo>
                  <a:lnTo>
                    <a:pt x="7761" y="943"/>
                  </a:lnTo>
                  <a:lnTo>
                    <a:pt x="8443" y="983"/>
                  </a:lnTo>
                  <a:lnTo>
                    <a:pt x="8463" y="682"/>
                  </a:lnTo>
                  <a:lnTo>
                    <a:pt x="8443" y="381"/>
                  </a:lnTo>
                  <a:lnTo>
                    <a:pt x="8403" y="80"/>
                  </a:lnTo>
                  <a:lnTo>
                    <a:pt x="1023" y="80"/>
                  </a:lnTo>
                  <a:lnTo>
                    <a:pt x="702" y="6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42">
              <a:extLst>
                <a:ext uri="{FF2B5EF4-FFF2-40B4-BE49-F238E27FC236}">
                  <a16:creationId xmlns:a16="http://schemas.microsoft.com/office/drawing/2014/main" id="{9834B1FE-64D4-347B-9A6C-0199F1CA8450}"/>
                </a:ext>
              </a:extLst>
            </p:cNvPr>
            <p:cNvSpPr/>
            <p:nvPr/>
          </p:nvSpPr>
          <p:spPr>
            <a:xfrm>
              <a:off x="10310600" y="3828363"/>
              <a:ext cx="211600" cy="76225"/>
            </a:xfrm>
            <a:custGeom>
              <a:avLst/>
              <a:gdLst/>
              <a:ahLst/>
              <a:cxnLst/>
              <a:rect l="l" t="t" r="r" b="b"/>
              <a:pathLst>
                <a:path w="8464" h="3049" fill="none" extrusionOk="0">
                  <a:moveTo>
                    <a:pt x="81" y="0"/>
                  </a:moveTo>
                  <a:lnTo>
                    <a:pt x="81" y="0"/>
                  </a:lnTo>
                  <a:lnTo>
                    <a:pt x="20" y="341"/>
                  </a:lnTo>
                  <a:lnTo>
                    <a:pt x="0" y="682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81" y="1404"/>
                  </a:lnTo>
                  <a:lnTo>
                    <a:pt x="201" y="1725"/>
                  </a:lnTo>
                  <a:lnTo>
                    <a:pt x="341" y="2046"/>
                  </a:lnTo>
                  <a:lnTo>
                    <a:pt x="522" y="2327"/>
                  </a:lnTo>
                  <a:lnTo>
                    <a:pt x="742" y="2607"/>
                  </a:lnTo>
                  <a:lnTo>
                    <a:pt x="983" y="2848"/>
                  </a:lnTo>
                  <a:lnTo>
                    <a:pt x="1244" y="3049"/>
                  </a:lnTo>
                  <a:lnTo>
                    <a:pt x="1244" y="3049"/>
                  </a:lnTo>
                  <a:lnTo>
                    <a:pt x="1364" y="2828"/>
                  </a:lnTo>
                  <a:lnTo>
                    <a:pt x="1524" y="2627"/>
                  </a:lnTo>
                  <a:lnTo>
                    <a:pt x="1705" y="2427"/>
                  </a:lnTo>
                  <a:lnTo>
                    <a:pt x="1926" y="2266"/>
                  </a:lnTo>
                  <a:lnTo>
                    <a:pt x="2146" y="2106"/>
                  </a:lnTo>
                  <a:lnTo>
                    <a:pt x="2407" y="1946"/>
                  </a:lnTo>
                  <a:lnTo>
                    <a:pt x="2668" y="1805"/>
                  </a:lnTo>
                  <a:lnTo>
                    <a:pt x="2948" y="1685"/>
                  </a:lnTo>
                  <a:lnTo>
                    <a:pt x="3229" y="1564"/>
                  </a:lnTo>
                  <a:lnTo>
                    <a:pt x="3510" y="1464"/>
                  </a:lnTo>
                  <a:lnTo>
                    <a:pt x="4071" y="1304"/>
                  </a:lnTo>
                  <a:lnTo>
                    <a:pt x="4573" y="1183"/>
                  </a:lnTo>
                  <a:lnTo>
                    <a:pt x="5034" y="1083"/>
                  </a:lnTo>
                  <a:lnTo>
                    <a:pt x="5034" y="1083"/>
                  </a:lnTo>
                  <a:lnTo>
                    <a:pt x="5535" y="1023"/>
                  </a:lnTo>
                  <a:lnTo>
                    <a:pt x="6057" y="963"/>
                  </a:lnTo>
                  <a:lnTo>
                    <a:pt x="6558" y="943"/>
                  </a:lnTo>
                  <a:lnTo>
                    <a:pt x="7080" y="923"/>
                  </a:lnTo>
                  <a:lnTo>
                    <a:pt x="7080" y="923"/>
                  </a:lnTo>
                  <a:lnTo>
                    <a:pt x="7761" y="943"/>
                  </a:lnTo>
                  <a:lnTo>
                    <a:pt x="8443" y="983"/>
                  </a:lnTo>
                  <a:lnTo>
                    <a:pt x="8443" y="983"/>
                  </a:lnTo>
                  <a:lnTo>
                    <a:pt x="8463" y="682"/>
                  </a:lnTo>
                  <a:lnTo>
                    <a:pt x="8463" y="682"/>
                  </a:lnTo>
                  <a:lnTo>
                    <a:pt x="8443" y="381"/>
                  </a:lnTo>
                  <a:lnTo>
                    <a:pt x="8403" y="80"/>
                  </a:lnTo>
                  <a:lnTo>
                    <a:pt x="1344" y="80"/>
                  </a:lnTo>
                  <a:lnTo>
                    <a:pt x="1344" y="80"/>
                  </a:lnTo>
                  <a:lnTo>
                    <a:pt x="1023" y="80"/>
                  </a:lnTo>
                  <a:lnTo>
                    <a:pt x="702" y="60"/>
                  </a:lnTo>
                  <a:lnTo>
                    <a:pt x="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42">
              <a:extLst>
                <a:ext uri="{FF2B5EF4-FFF2-40B4-BE49-F238E27FC236}">
                  <a16:creationId xmlns:a16="http://schemas.microsoft.com/office/drawing/2014/main" id="{990DE288-01B4-25DF-66C6-4A5EE22B15F5}"/>
                </a:ext>
              </a:extLst>
            </p:cNvPr>
            <p:cNvSpPr/>
            <p:nvPr/>
          </p:nvSpPr>
          <p:spPr>
            <a:xfrm>
              <a:off x="10842050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extrusionOk="0">
                  <a:moveTo>
                    <a:pt x="923" y="0"/>
                  </a:moveTo>
                  <a:lnTo>
                    <a:pt x="722" y="40"/>
                  </a:lnTo>
                  <a:lnTo>
                    <a:pt x="542" y="101"/>
                  </a:lnTo>
                  <a:lnTo>
                    <a:pt x="361" y="201"/>
                  </a:lnTo>
                  <a:lnTo>
                    <a:pt x="221" y="341"/>
                  </a:lnTo>
                  <a:lnTo>
                    <a:pt x="161" y="421"/>
                  </a:lnTo>
                  <a:lnTo>
                    <a:pt x="100" y="502"/>
                  </a:lnTo>
                  <a:lnTo>
                    <a:pt x="60" y="602"/>
                  </a:lnTo>
                  <a:lnTo>
                    <a:pt x="40" y="722"/>
                  </a:lnTo>
                  <a:lnTo>
                    <a:pt x="20" y="823"/>
                  </a:lnTo>
                  <a:lnTo>
                    <a:pt x="0" y="963"/>
                  </a:lnTo>
                  <a:lnTo>
                    <a:pt x="0" y="11572"/>
                  </a:lnTo>
                  <a:lnTo>
                    <a:pt x="20" y="11712"/>
                  </a:lnTo>
                  <a:lnTo>
                    <a:pt x="40" y="11832"/>
                  </a:lnTo>
                  <a:lnTo>
                    <a:pt x="80" y="11953"/>
                  </a:lnTo>
                  <a:lnTo>
                    <a:pt x="120" y="12053"/>
                  </a:lnTo>
                  <a:lnTo>
                    <a:pt x="181" y="12153"/>
                  </a:lnTo>
                  <a:lnTo>
                    <a:pt x="261" y="12234"/>
                  </a:lnTo>
                  <a:lnTo>
                    <a:pt x="341" y="12314"/>
                  </a:lnTo>
                  <a:lnTo>
                    <a:pt x="441" y="12374"/>
                  </a:lnTo>
                  <a:lnTo>
                    <a:pt x="522" y="12414"/>
                  </a:lnTo>
                  <a:lnTo>
                    <a:pt x="642" y="12454"/>
                  </a:lnTo>
                  <a:lnTo>
                    <a:pt x="842" y="12514"/>
                  </a:lnTo>
                  <a:lnTo>
                    <a:pt x="1063" y="12514"/>
                  </a:lnTo>
                  <a:lnTo>
                    <a:pt x="1284" y="12474"/>
                  </a:lnTo>
                  <a:lnTo>
                    <a:pt x="1424" y="12434"/>
                  </a:lnTo>
                  <a:lnTo>
                    <a:pt x="1544" y="12354"/>
                  </a:lnTo>
                  <a:lnTo>
                    <a:pt x="1665" y="12274"/>
                  </a:lnTo>
                  <a:lnTo>
                    <a:pt x="1765" y="12173"/>
                  </a:lnTo>
                  <a:lnTo>
                    <a:pt x="1845" y="12053"/>
                  </a:lnTo>
                  <a:lnTo>
                    <a:pt x="1905" y="11913"/>
                  </a:lnTo>
                  <a:lnTo>
                    <a:pt x="1945" y="11752"/>
                  </a:lnTo>
                  <a:lnTo>
                    <a:pt x="1965" y="11572"/>
                  </a:lnTo>
                  <a:lnTo>
                    <a:pt x="1965" y="963"/>
                  </a:lnTo>
                  <a:lnTo>
                    <a:pt x="1945" y="742"/>
                  </a:lnTo>
                  <a:lnTo>
                    <a:pt x="1905" y="582"/>
                  </a:lnTo>
                  <a:lnTo>
                    <a:pt x="1825" y="421"/>
                  </a:lnTo>
                  <a:lnTo>
                    <a:pt x="1705" y="281"/>
                  </a:lnTo>
                  <a:lnTo>
                    <a:pt x="1584" y="181"/>
                  </a:lnTo>
                  <a:lnTo>
                    <a:pt x="1444" y="101"/>
                  </a:lnTo>
                  <a:lnTo>
                    <a:pt x="1284" y="40"/>
                  </a:lnTo>
                  <a:lnTo>
                    <a:pt x="1123" y="20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42">
              <a:extLst>
                <a:ext uri="{FF2B5EF4-FFF2-40B4-BE49-F238E27FC236}">
                  <a16:creationId xmlns:a16="http://schemas.microsoft.com/office/drawing/2014/main" id="{28420249-78DC-956D-81ED-AA7453820507}"/>
                </a:ext>
              </a:extLst>
            </p:cNvPr>
            <p:cNvSpPr/>
            <p:nvPr/>
          </p:nvSpPr>
          <p:spPr>
            <a:xfrm>
              <a:off x="10842050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fill="none" extrusionOk="0">
                  <a:moveTo>
                    <a:pt x="1965" y="963"/>
                  </a:moveTo>
                  <a:lnTo>
                    <a:pt x="1965" y="11572"/>
                  </a:lnTo>
                  <a:lnTo>
                    <a:pt x="1965" y="11572"/>
                  </a:lnTo>
                  <a:lnTo>
                    <a:pt x="1945" y="11752"/>
                  </a:lnTo>
                  <a:lnTo>
                    <a:pt x="1905" y="11913"/>
                  </a:lnTo>
                  <a:lnTo>
                    <a:pt x="1845" y="12053"/>
                  </a:lnTo>
                  <a:lnTo>
                    <a:pt x="1765" y="12173"/>
                  </a:lnTo>
                  <a:lnTo>
                    <a:pt x="1665" y="12274"/>
                  </a:lnTo>
                  <a:lnTo>
                    <a:pt x="1544" y="12354"/>
                  </a:lnTo>
                  <a:lnTo>
                    <a:pt x="1424" y="12434"/>
                  </a:lnTo>
                  <a:lnTo>
                    <a:pt x="1284" y="12474"/>
                  </a:lnTo>
                  <a:lnTo>
                    <a:pt x="1284" y="12474"/>
                  </a:lnTo>
                  <a:lnTo>
                    <a:pt x="1063" y="12514"/>
                  </a:lnTo>
                  <a:lnTo>
                    <a:pt x="842" y="12514"/>
                  </a:lnTo>
                  <a:lnTo>
                    <a:pt x="642" y="12454"/>
                  </a:lnTo>
                  <a:lnTo>
                    <a:pt x="522" y="12414"/>
                  </a:lnTo>
                  <a:lnTo>
                    <a:pt x="441" y="12374"/>
                  </a:lnTo>
                  <a:lnTo>
                    <a:pt x="341" y="12314"/>
                  </a:lnTo>
                  <a:lnTo>
                    <a:pt x="261" y="12234"/>
                  </a:lnTo>
                  <a:lnTo>
                    <a:pt x="181" y="12153"/>
                  </a:lnTo>
                  <a:lnTo>
                    <a:pt x="120" y="12053"/>
                  </a:lnTo>
                  <a:lnTo>
                    <a:pt x="80" y="11953"/>
                  </a:lnTo>
                  <a:lnTo>
                    <a:pt x="40" y="11832"/>
                  </a:lnTo>
                  <a:lnTo>
                    <a:pt x="20" y="11712"/>
                  </a:lnTo>
                  <a:lnTo>
                    <a:pt x="0" y="11572"/>
                  </a:lnTo>
                  <a:lnTo>
                    <a:pt x="0" y="963"/>
                  </a:lnTo>
                  <a:lnTo>
                    <a:pt x="0" y="963"/>
                  </a:lnTo>
                  <a:lnTo>
                    <a:pt x="20" y="823"/>
                  </a:lnTo>
                  <a:lnTo>
                    <a:pt x="40" y="722"/>
                  </a:lnTo>
                  <a:lnTo>
                    <a:pt x="60" y="602"/>
                  </a:lnTo>
                  <a:lnTo>
                    <a:pt x="100" y="502"/>
                  </a:lnTo>
                  <a:lnTo>
                    <a:pt x="161" y="421"/>
                  </a:lnTo>
                  <a:lnTo>
                    <a:pt x="221" y="341"/>
                  </a:lnTo>
                  <a:lnTo>
                    <a:pt x="361" y="201"/>
                  </a:lnTo>
                  <a:lnTo>
                    <a:pt x="542" y="101"/>
                  </a:lnTo>
                  <a:lnTo>
                    <a:pt x="722" y="40"/>
                  </a:lnTo>
                  <a:lnTo>
                    <a:pt x="923" y="0"/>
                  </a:lnTo>
                  <a:lnTo>
                    <a:pt x="1123" y="20"/>
                  </a:lnTo>
                  <a:lnTo>
                    <a:pt x="1123" y="20"/>
                  </a:lnTo>
                  <a:lnTo>
                    <a:pt x="1284" y="40"/>
                  </a:lnTo>
                  <a:lnTo>
                    <a:pt x="1444" y="101"/>
                  </a:lnTo>
                  <a:lnTo>
                    <a:pt x="1584" y="181"/>
                  </a:lnTo>
                  <a:lnTo>
                    <a:pt x="1705" y="281"/>
                  </a:lnTo>
                  <a:lnTo>
                    <a:pt x="1825" y="421"/>
                  </a:lnTo>
                  <a:lnTo>
                    <a:pt x="1905" y="582"/>
                  </a:lnTo>
                  <a:lnTo>
                    <a:pt x="1945" y="742"/>
                  </a:lnTo>
                  <a:lnTo>
                    <a:pt x="1965" y="96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8441;p42">
              <a:extLst>
                <a:ext uri="{FF2B5EF4-FFF2-40B4-BE49-F238E27FC236}">
                  <a16:creationId xmlns:a16="http://schemas.microsoft.com/office/drawing/2014/main" id="{6C52C36F-635A-21F1-918A-420C27EB5612}"/>
                </a:ext>
              </a:extLst>
            </p:cNvPr>
            <p:cNvSpPr/>
            <p:nvPr/>
          </p:nvSpPr>
          <p:spPr>
            <a:xfrm>
              <a:off x="10842050" y="3916588"/>
              <a:ext cx="25575" cy="158475"/>
            </a:xfrm>
            <a:custGeom>
              <a:avLst/>
              <a:gdLst/>
              <a:ahLst/>
              <a:cxnLst/>
              <a:rect l="l" t="t" r="r" b="b"/>
              <a:pathLst>
                <a:path w="1023" h="6339" extrusionOk="0">
                  <a:moveTo>
                    <a:pt x="0" y="1"/>
                  </a:moveTo>
                  <a:lnTo>
                    <a:pt x="0" y="6338"/>
                  </a:lnTo>
                  <a:lnTo>
                    <a:pt x="1023" y="6338"/>
                  </a:lnTo>
                  <a:lnTo>
                    <a:pt x="963" y="4754"/>
                  </a:lnTo>
                  <a:lnTo>
                    <a:pt x="943" y="3169"/>
                  </a:lnTo>
                  <a:lnTo>
                    <a:pt x="943" y="1585"/>
                  </a:lnTo>
                  <a:lnTo>
                    <a:pt x="9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8442;p42">
              <a:extLst>
                <a:ext uri="{FF2B5EF4-FFF2-40B4-BE49-F238E27FC236}">
                  <a16:creationId xmlns:a16="http://schemas.microsoft.com/office/drawing/2014/main" id="{4955CF08-8203-D32E-2877-F57757818E40}"/>
                </a:ext>
              </a:extLst>
            </p:cNvPr>
            <p:cNvSpPr/>
            <p:nvPr/>
          </p:nvSpPr>
          <p:spPr>
            <a:xfrm>
              <a:off x="10732750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10328" y="3790"/>
                  </a:lnTo>
                  <a:lnTo>
                    <a:pt x="10348" y="3490"/>
                  </a:lnTo>
                  <a:lnTo>
                    <a:pt x="10328" y="3149"/>
                  </a:lnTo>
                  <a:lnTo>
                    <a:pt x="10268" y="2788"/>
                  </a:lnTo>
                  <a:lnTo>
                    <a:pt x="10188" y="2467"/>
                  </a:lnTo>
                  <a:lnTo>
                    <a:pt x="10068" y="2146"/>
                  </a:lnTo>
                  <a:lnTo>
                    <a:pt x="9927" y="1825"/>
                  </a:lnTo>
                  <a:lnTo>
                    <a:pt x="9747" y="1544"/>
                  </a:lnTo>
                  <a:lnTo>
                    <a:pt x="9546" y="1284"/>
                  </a:lnTo>
                  <a:lnTo>
                    <a:pt x="9326" y="1023"/>
                  </a:lnTo>
                  <a:lnTo>
                    <a:pt x="9085" y="802"/>
                  </a:lnTo>
                  <a:lnTo>
                    <a:pt x="8804" y="602"/>
                  </a:lnTo>
                  <a:lnTo>
                    <a:pt x="8523" y="421"/>
                  </a:lnTo>
                  <a:lnTo>
                    <a:pt x="8223" y="281"/>
                  </a:lnTo>
                  <a:lnTo>
                    <a:pt x="7902" y="160"/>
                  </a:lnTo>
                  <a:lnTo>
                    <a:pt x="7561" y="80"/>
                  </a:lnTo>
                  <a:lnTo>
                    <a:pt x="7220" y="20"/>
                  </a:lnTo>
                  <a:lnTo>
                    <a:pt x="685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8443;p42">
              <a:extLst>
                <a:ext uri="{FF2B5EF4-FFF2-40B4-BE49-F238E27FC236}">
                  <a16:creationId xmlns:a16="http://schemas.microsoft.com/office/drawing/2014/main" id="{1051DBAF-4D68-3B40-FD75-B46122FF9DD8}"/>
                </a:ext>
              </a:extLst>
            </p:cNvPr>
            <p:cNvSpPr/>
            <p:nvPr/>
          </p:nvSpPr>
          <p:spPr>
            <a:xfrm>
              <a:off x="10732750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fill="none" extrusionOk="0">
                  <a:moveTo>
                    <a:pt x="10348" y="3490"/>
                  </a:moveTo>
                  <a:lnTo>
                    <a:pt x="10348" y="3490"/>
                  </a:lnTo>
                  <a:lnTo>
                    <a:pt x="10328" y="3790"/>
                  </a:lnTo>
                  <a:lnTo>
                    <a:pt x="20" y="3790"/>
                  </a:lnTo>
                  <a:lnTo>
                    <a:pt x="20" y="3790"/>
                  </a:lnTo>
                  <a:lnTo>
                    <a:pt x="0" y="3490"/>
                  </a:lnTo>
                  <a:lnTo>
                    <a:pt x="0" y="3490"/>
                  </a:lnTo>
                  <a:lnTo>
                    <a:pt x="20" y="3149"/>
                  </a:lnTo>
                  <a:lnTo>
                    <a:pt x="80" y="2788"/>
                  </a:lnTo>
                  <a:lnTo>
                    <a:pt x="161" y="2467"/>
                  </a:lnTo>
                  <a:lnTo>
                    <a:pt x="281" y="2146"/>
                  </a:lnTo>
                  <a:lnTo>
                    <a:pt x="421" y="1825"/>
                  </a:lnTo>
                  <a:lnTo>
                    <a:pt x="602" y="1544"/>
                  </a:lnTo>
                  <a:lnTo>
                    <a:pt x="802" y="1284"/>
                  </a:lnTo>
                  <a:lnTo>
                    <a:pt x="1023" y="1023"/>
                  </a:lnTo>
                  <a:lnTo>
                    <a:pt x="1023" y="1023"/>
                  </a:lnTo>
                  <a:lnTo>
                    <a:pt x="1264" y="802"/>
                  </a:lnTo>
                  <a:lnTo>
                    <a:pt x="1544" y="602"/>
                  </a:lnTo>
                  <a:lnTo>
                    <a:pt x="1825" y="421"/>
                  </a:lnTo>
                  <a:lnTo>
                    <a:pt x="2126" y="281"/>
                  </a:lnTo>
                  <a:lnTo>
                    <a:pt x="2447" y="160"/>
                  </a:lnTo>
                  <a:lnTo>
                    <a:pt x="2788" y="80"/>
                  </a:lnTo>
                  <a:lnTo>
                    <a:pt x="3129" y="20"/>
                  </a:lnTo>
                  <a:lnTo>
                    <a:pt x="3490" y="0"/>
                  </a:lnTo>
                  <a:lnTo>
                    <a:pt x="6859" y="0"/>
                  </a:lnTo>
                  <a:lnTo>
                    <a:pt x="6859" y="0"/>
                  </a:lnTo>
                  <a:lnTo>
                    <a:pt x="7220" y="20"/>
                  </a:lnTo>
                  <a:lnTo>
                    <a:pt x="7561" y="80"/>
                  </a:lnTo>
                  <a:lnTo>
                    <a:pt x="7902" y="160"/>
                  </a:lnTo>
                  <a:lnTo>
                    <a:pt x="8223" y="281"/>
                  </a:lnTo>
                  <a:lnTo>
                    <a:pt x="8523" y="421"/>
                  </a:lnTo>
                  <a:lnTo>
                    <a:pt x="8804" y="602"/>
                  </a:lnTo>
                  <a:lnTo>
                    <a:pt x="9085" y="802"/>
                  </a:lnTo>
                  <a:lnTo>
                    <a:pt x="9326" y="1023"/>
                  </a:lnTo>
                  <a:lnTo>
                    <a:pt x="9546" y="1284"/>
                  </a:lnTo>
                  <a:lnTo>
                    <a:pt x="9747" y="1544"/>
                  </a:lnTo>
                  <a:lnTo>
                    <a:pt x="9927" y="1825"/>
                  </a:lnTo>
                  <a:lnTo>
                    <a:pt x="10068" y="2146"/>
                  </a:lnTo>
                  <a:lnTo>
                    <a:pt x="10188" y="2467"/>
                  </a:lnTo>
                  <a:lnTo>
                    <a:pt x="10268" y="2788"/>
                  </a:lnTo>
                  <a:lnTo>
                    <a:pt x="10328" y="3149"/>
                  </a:lnTo>
                  <a:lnTo>
                    <a:pt x="10348" y="34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8444;p42">
              <a:extLst>
                <a:ext uri="{FF2B5EF4-FFF2-40B4-BE49-F238E27FC236}">
                  <a16:creationId xmlns:a16="http://schemas.microsoft.com/office/drawing/2014/main" id="{9DA220C9-6C38-6A26-DCDB-F1D37F2D6358}"/>
                </a:ext>
              </a:extLst>
            </p:cNvPr>
            <p:cNvSpPr/>
            <p:nvPr/>
          </p:nvSpPr>
          <p:spPr>
            <a:xfrm>
              <a:off x="10732750" y="4075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42">
              <a:extLst>
                <a:ext uri="{FF2B5EF4-FFF2-40B4-BE49-F238E27FC236}">
                  <a16:creationId xmlns:a16="http://schemas.microsoft.com/office/drawing/2014/main" id="{3900F2E6-74C4-8AC1-6EC6-288C2CF9A9EB}"/>
                </a:ext>
              </a:extLst>
            </p:cNvPr>
            <p:cNvSpPr/>
            <p:nvPr/>
          </p:nvSpPr>
          <p:spPr>
            <a:xfrm>
              <a:off x="10732750" y="4075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fill="none" extrusionOk="0">
                  <a:moveTo>
                    <a:pt x="5495" y="0"/>
                  </a:moveTo>
                  <a:lnTo>
                    <a:pt x="5395" y="0"/>
                  </a:lnTo>
                  <a:lnTo>
                    <a:pt x="4372" y="0"/>
                  </a:lnTo>
                  <a:lnTo>
                    <a:pt x="3490" y="0"/>
                  </a:lnTo>
                  <a:lnTo>
                    <a:pt x="3490" y="0"/>
                  </a:ln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42">
              <a:extLst>
                <a:ext uri="{FF2B5EF4-FFF2-40B4-BE49-F238E27FC236}">
                  <a16:creationId xmlns:a16="http://schemas.microsoft.com/office/drawing/2014/main" id="{C14CA442-D5CC-E1F6-9D1A-F362FC961727}"/>
                </a:ext>
              </a:extLst>
            </p:cNvPr>
            <p:cNvSpPr/>
            <p:nvPr/>
          </p:nvSpPr>
          <p:spPr>
            <a:xfrm>
              <a:off x="10928275" y="4096088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61" y="0"/>
                  </a:moveTo>
                  <a:lnTo>
                    <a:pt x="261" y="20"/>
                  </a:lnTo>
                  <a:lnTo>
                    <a:pt x="181" y="61"/>
                  </a:lnTo>
                  <a:lnTo>
                    <a:pt x="81" y="141"/>
                  </a:lnTo>
                  <a:lnTo>
                    <a:pt x="21" y="261"/>
                  </a:lnTo>
                  <a:lnTo>
                    <a:pt x="0" y="381"/>
                  </a:lnTo>
                  <a:lnTo>
                    <a:pt x="21" y="502"/>
                  </a:lnTo>
                  <a:lnTo>
                    <a:pt x="61" y="602"/>
                  </a:lnTo>
                  <a:lnTo>
                    <a:pt x="121" y="682"/>
                  </a:lnTo>
                  <a:lnTo>
                    <a:pt x="241" y="742"/>
                  </a:lnTo>
                  <a:lnTo>
                    <a:pt x="301" y="762"/>
                  </a:lnTo>
                  <a:lnTo>
                    <a:pt x="361" y="762"/>
                  </a:lnTo>
                  <a:lnTo>
                    <a:pt x="502" y="742"/>
                  </a:lnTo>
                  <a:lnTo>
                    <a:pt x="602" y="682"/>
                  </a:lnTo>
                  <a:lnTo>
                    <a:pt x="682" y="602"/>
                  </a:lnTo>
                  <a:lnTo>
                    <a:pt x="722" y="502"/>
                  </a:lnTo>
                  <a:lnTo>
                    <a:pt x="742" y="381"/>
                  </a:lnTo>
                  <a:lnTo>
                    <a:pt x="722" y="261"/>
                  </a:lnTo>
                  <a:lnTo>
                    <a:pt x="662" y="141"/>
                  </a:lnTo>
                  <a:lnTo>
                    <a:pt x="562" y="61"/>
                  </a:lnTo>
                  <a:lnTo>
                    <a:pt x="462" y="2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8447;p42">
              <a:extLst>
                <a:ext uri="{FF2B5EF4-FFF2-40B4-BE49-F238E27FC236}">
                  <a16:creationId xmlns:a16="http://schemas.microsoft.com/office/drawing/2014/main" id="{9C0EE03E-2BB0-0D44-B9C0-B48BF8E8FC0C}"/>
                </a:ext>
              </a:extLst>
            </p:cNvPr>
            <p:cNvSpPr/>
            <p:nvPr/>
          </p:nvSpPr>
          <p:spPr>
            <a:xfrm>
              <a:off x="10760825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extrusionOk="0">
                  <a:moveTo>
                    <a:pt x="2567" y="0"/>
                  </a:moveTo>
                  <a:lnTo>
                    <a:pt x="2286" y="60"/>
                  </a:lnTo>
                  <a:lnTo>
                    <a:pt x="2006" y="121"/>
                  </a:lnTo>
                  <a:lnTo>
                    <a:pt x="1745" y="221"/>
                  </a:lnTo>
                  <a:lnTo>
                    <a:pt x="1504" y="341"/>
                  </a:lnTo>
                  <a:lnTo>
                    <a:pt x="1264" y="482"/>
                  </a:lnTo>
                  <a:lnTo>
                    <a:pt x="1043" y="642"/>
                  </a:lnTo>
                  <a:lnTo>
                    <a:pt x="843" y="823"/>
                  </a:lnTo>
                  <a:lnTo>
                    <a:pt x="662" y="1043"/>
                  </a:lnTo>
                  <a:lnTo>
                    <a:pt x="502" y="1244"/>
                  </a:lnTo>
                  <a:lnTo>
                    <a:pt x="341" y="1484"/>
                  </a:lnTo>
                  <a:lnTo>
                    <a:pt x="221" y="1745"/>
                  </a:lnTo>
                  <a:lnTo>
                    <a:pt x="141" y="2006"/>
                  </a:lnTo>
                  <a:lnTo>
                    <a:pt x="60" y="2266"/>
                  </a:lnTo>
                  <a:lnTo>
                    <a:pt x="20" y="2547"/>
                  </a:lnTo>
                  <a:lnTo>
                    <a:pt x="0" y="2848"/>
                  </a:lnTo>
                  <a:lnTo>
                    <a:pt x="20" y="3209"/>
                  </a:lnTo>
                  <a:lnTo>
                    <a:pt x="101" y="3550"/>
                  </a:lnTo>
                  <a:lnTo>
                    <a:pt x="201" y="3871"/>
                  </a:lnTo>
                  <a:lnTo>
                    <a:pt x="341" y="4192"/>
                  </a:lnTo>
                  <a:lnTo>
                    <a:pt x="522" y="4472"/>
                  </a:lnTo>
                  <a:lnTo>
                    <a:pt x="722" y="4753"/>
                  </a:lnTo>
                  <a:lnTo>
                    <a:pt x="963" y="4974"/>
                  </a:lnTo>
                  <a:lnTo>
                    <a:pt x="1224" y="5194"/>
                  </a:lnTo>
                  <a:lnTo>
                    <a:pt x="1404" y="5315"/>
                  </a:lnTo>
                  <a:lnTo>
                    <a:pt x="1605" y="5415"/>
                  </a:lnTo>
                  <a:lnTo>
                    <a:pt x="1785" y="5495"/>
                  </a:lnTo>
                  <a:lnTo>
                    <a:pt x="1986" y="5575"/>
                  </a:lnTo>
                  <a:lnTo>
                    <a:pt x="2206" y="5636"/>
                  </a:lnTo>
                  <a:lnTo>
                    <a:pt x="2407" y="5676"/>
                  </a:lnTo>
                  <a:lnTo>
                    <a:pt x="2627" y="5696"/>
                  </a:lnTo>
                  <a:lnTo>
                    <a:pt x="5896" y="5696"/>
                  </a:lnTo>
                  <a:lnTo>
                    <a:pt x="6197" y="5656"/>
                  </a:lnTo>
                  <a:lnTo>
                    <a:pt x="6458" y="5575"/>
                  </a:lnTo>
                  <a:lnTo>
                    <a:pt x="6719" y="5475"/>
                  </a:lnTo>
                  <a:lnTo>
                    <a:pt x="6979" y="5355"/>
                  </a:lnTo>
                  <a:lnTo>
                    <a:pt x="7200" y="5215"/>
                  </a:lnTo>
                  <a:lnTo>
                    <a:pt x="7420" y="5054"/>
                  </a:lnTo>
                  <a:lnTo>
                    <a:pt x="7621" y="4874"/>
                  </a:lnTo>
                  <a:lnTo>
                    <a:pt x="7781" y="4713"/>
                  </a:lnTo>
                  <a:lnTo>
                    <a:pt x="7922" y="4533"/>
                  </a:lnTo>
                  <a:lnTo>
                    <a:pt x="8042" y="4352"/>
                  </a:lnTo>
                  <a:lnTo>
                    <a:pt x="8142" y="4152"/>
                  </a:lnTo>
                  <a:lnTo>
                    <a:pt x="8243" y="3951"/>
                  </a:lnTo>
                  <a:lnTo>
                    <a:pt x="8323" y="3751"/>
                  </a:lnTo>
                  <a:lnTo>
                    <a:pt x="8383" y="3530"/>
                  </a:lnTo>
                  <a:lnTo>
                    <a:pt x="8423" y="3309"/>
                  </a:lnTo>
                  <a:lnTo>
                    <a:pt x="8463" y="3069"/>
                  </a:lnTo>
                  <a:lnTo>
                    <a:pt x="8463" y="2848"/>
                  </a:lnTo>
                  <a:lnTo>
                    <a:pt x="8443" y="2567"/>
                  </a:lnTo>
                  <a:lnTo>
                    <a:pt x="8403" y="2266"/>
                  </a:lnTo>
                  <a:lnTo>
                    <a:pt x="8343" y="2006"/>
                  </a:lnTo>
                  <a:lnTo>
                    <a:pt x="8243" y="1745"/>
                  </a:lnTo>
                  <a:lnTo>
                    <a:pt x="8122" y="1484"/>
                  </a:lnTo>
                  <a:lnTo>
                    <a:pt x="7982" y="1244"/>
                  </a:lnTo>
                  <a:lnTo>
                    <a:pt x="7822" y="1043"/>
                  </a:lnTo>
                  <a:lnTo>
                    <a:pt x="7641" y="823"/>
                  </a:lnTo>
                  <a:lnTo>
                    <a:pt x="7420" y="642"/>
                  </a:lnTo>
                  <a:lnTo>
                    <a:pt x="7200" y="482"/>
                  </a:lnTo>
                  <a:lnTo>
                    <a:pt x="6979" y="341"/>
                  </a:lnTo>
                  <a:lnTo>
                    <a:pt x="6719" y="221"/>
                  </a:lnTo>
                  <a:lnTo>
                    <a:pt x="6458" y="121"/>
                  </a:lnTo>
                  <a:lnTo>
                    <a:pt x="6197" y="60"/>
                  </a:lnTo>
                  <a:lnTo>
                    <a:pt x="58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8448;p42">
              <a:extLst>
                <a:ext uri="{FF2B5EF4-FFF2-40B4-BE49-F238E27FC236}">
                  <a16:creationId xmlns:a16="http://schemas.microsoft.com/office/drawing/2014/main" id="{C8057946-51CD-3AAF-5CF2-3D553EDAB392}"/>
                </a:ext>
              </a:extLst>
            </p:cNvPr>
            <p:cNvSpPr/>
            <p:nvPr/>
          </p:nvSpPr>
          <p:spPr>
            <a:xfrm>
              <a:off x="10760825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fill="none" extrusionOk="0">
                  <a:moveTo>
                    <a:pt x="8463" y="2848"/>
                  </a:moveTo>
                  <a:lnTo>
                    <a:pt x="8463" y="2848"/>
                  </a:lnTo>
                  <a:lnTo>
                    <a:pt x="8463" y="3069"/>
                  </a:lnTo>
                  <a:lnTo>
                    <a:pt x="8423" y="3309"/>
                  </a:lnTo>
                  <a:lnTo>
                    <a:pt x="8423" y="3309"/>
                  </a:lnTo>
                  <a:lnTo>
                    <a:pt x="8383" y="3530"/>
                  </a:lnTo>
                  <a:lnTo>
                    <a:pt x="8323" y="3751"/>
                  </a:lnTo>
                  <a:lnTo>
                    <a:pt x="8243" y="3951"/>
                  </a:lnTo>
                  <a:lnTo>
                    <a:pt x="8142" y="4152"/>
                  </a:lnTo>
                  <a:lnTo>
                    <a:pt x="8042" y="4352"/>
                  </a:lnTo>
                  <a:lnTo>
                    <a:pt x="7922" y="4533"/>
                  </a:lnTo>
                  <a:lnTo>
                    <a:pt x="7781" y="4713"/>
                  </a:lnTo>
                  <a:lnTo>
                    <a:pt x="7621" y="4874"/>
                  </a:lnTo>
                  <a:lnTo>
                    <a:pt x="7621" y="4874"/>
                  </a:lnTo>
                  <a:lnTo>
                    <a:pt x="7420" y="5054"/>
                  </a:lnTo>
                  <a:lnTo>
                    <a:pt x="7200" y="5215"/>
                  </a:lnTo>
                  <a:lnTo>
                    <a:pt x="6979" y="5355"/>
                  </a:lnTo>
                  <a:lnTo>
                    <a:pt x="6719" y="5475"/>
                  </a:lnTo>
                  <a:lnTo>
                    <a:pt x="6458" y="5575"/>
                  </a:lnTo>
                  <a:lnTo>
                    <a:pt x="6197" y="5656"/>
                  </a:lnTo>
                  <a:lnTo>
                    <a:pt x="5896" y="5696"/>
                  </a:lnTo>
                  <a:lnTo>
                    <a:pt x="5616" y="5696"/>
                  </a:lnTo>
                  <a:lnTo>
                    <a:pt x="2868" y="5696"/>
                  </a:lnTo>
                  <a:lnTo>
                    <a:pt x="2868" y="5696"/>
                  </a:lnTo>
                  <a:lnTo>
                    <a:pt x="2627" y="5696"/>
                  </a:lnTo>
                  <a:lnTo>
                    <a:pt x="2407" y="5676"/>
                  </a:lnTo>
                  <a:lnTo>
                    <a:pt x="2206" y="5636"/>
                  </a:lnTo>
                  <a:lnTo>
                    <a:pt x="1986" y="5575"/>
                  </a:lnTo>
                  <a:lnTo>
                    <a:pt x="1785" y="5495"/>
                  </a:lnTo>
                  <a:lnTo>
                    <a:pt x="1605" y="5415"/>
                  </a:lnTo>
                  <a:lnTo>
                    <a:pt x="1404" y="5315"/>
                  </a:lnTo>
                  <a:lnTo>
                    <a:pt x="1224" y="5194"/>
                  </a:lnTo>
                  <a:lnTo>
                    <a:pt x="1224" y="5194"/>
                  </a:lnTo>
                  <a:lnTo>
                    <a:pt x="963" y="4974"/>
                  </a:lnTo>
                  <a:lnTo>
                    <a:pt x="722" y="4753"/>
                  </a:lnTo>
                  <a:lnTo>
                    <a:pt x="522" y="4472"/>
                  </a:lnTo>
                  <a:lnTo>
                    <a:pt x="341" y="4192"/>
                  </a:lnTo>
                  <a:lnTo>
                    <a:pt x="201" y="3871"/>
                  </a:lnTo>
                  <a:lnTo>
                    <a:pt x="101" y="3550"/>
                  </a:lnTo>
                  <a:lnTo>
                    <a:pt x="20" y="3209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547"/>
                  </a:lnTo>
                  <a:lnTo>
                    <a:pt x="60" y="2266"/>
                  </a:lnTo>
                  <a:lnTo>
                    <a:pt x="141" y="2006"/>
                  </a:lnTo>
                  <a:lnTo>
                    <a:pt x="221" y="1745"/>
                  </a:lnTo>
                  <a:lnTo>
                    <a:pt x="341" y="1484"/>
                  </a:lnTo>
                  <a:lnTo>
                    <a:pt x="502" y="1244"/>
                  </a:lnTo>
                  <a:lnTo>
                    <a:pt x="662" y="1043"/>
                  </a:lnTo>
                  <a:lnTo>
                    <a:pt x="843" y="823"/>
                  </a:lnTo>
                  <a:lnTo>
                    <a:pt x="843" y="823"/>
                  </a:lnTo>
                  <a:lnTo>
                    <a:pt x="1043" y="642"/>
                  </a:lnTo>
                  <a:lnTo>
                    <a:pt x="1264" y="482"/>
                  </a:lnTo>
                  <a:lnTo>
                    <a:pt x="1504" y="341"/>
                  </a:lnTo>
                  <a:lnTo>
                    <a:pt x="1745" y="221"/>
                  </a:lnTo>
                  <a:lnTo>
                    <a:pt x="2006" y="121"/>
                  </a:lnTo>
                  <a:lnTo>
                    <a:pt x="2286" y="60"/>
                  </a:lnTo>
                  <a:lnTo>
                    <a:pt x="2567" y="0"/>
                  </a:lnTo>
                  <a:lnTo>
                    <a:pt x="2868" y="0"/>
                  </a:lnTo>
                  <a:lnTo>
                    <a:pt x="5616" y="0"/>
                  </a:lnTo>
                  <a:lnTo>
                    <a:pt x="5616" y="0"/>
                  </a:lnTo>
                  <a:lnTo>
                    <a:pt x="5896" y="0"/>
                  </a:lnTo>
                  <a:lnTo>
                    <a:pt x="6197" y="60"/>
                  </a:lnTo>
                  <a:lnTo>
                    <a:pt x="6458" y="121"/>
                  </a:lnTo>
                  <a:lnTo>
                    <a:pt x="6719" y="221"/>
                  </a:lnTo>
                  <a:lnTo>
                    <a:pt x="6979" y="341"/>
                  </a:lnTo>
                  <a:lnTo>
                    <a:pt x="7200" y="482"/>
                  </a:lnTo>
                  <a:lnTo>
                    <a:pt x="7420" y="642"/>
                  </a:lnTo>
                  <a:lnTo>
                    <a:pt x="7641" y="823"/>
                  </a:lnTo>
                  <a:lnTo>
                    <a:pt x="7822" y="1043"/>
                  </a:lnTo>
                  <a:lnTo>
                    <a:pt x="7982" y="1244"/>
                  </a:lnTo>
                  <a:lnTo>
                    <a:pt x="8122" y="1484"/>
                  </a:lnTo>
                  <a:lnTo>
                    <a:pt x="8243" y="1745"/>
                  </a:lnTo>
                  <a:lnTo>
                    <a:pt x="8343" y="2006"/>
                  </a:lnTo>
                  <a:lnTo>
                    <a:pt x="8403" y="2266"/>
                  </a:lnTo>
                  <a:lnTo>
                    <a:pt x="8443" y="2567"/>
                  </a:lnTo>
                  <a:lnTo>
                    <a:pt x="8463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8449;p42">
              <a:extLst>
                <a:ext uri="{FF2B5EF4-FFF2-40B4-BE49-F238E27FC236}">
                  <a16:creationId xmlns:a16="http://schemas.microsoft.com/office/drawing/2014/main" id="{68D4C22D-F23B-4152-E510-E78A805CAC55}"/>
                </a:ext>
              </a:extLst>
            </p:cNvPr>
            <p:cNvSpPr/>
            <p:nvPr/>
          </p:nvSpPr>
          <p:spPr>
            <a:xfrm>
              <a:off x="10760825" y="3828363"/>
              <a:ext cx="211600" cy="75725"/>
            </a:xfrm>
            <a:custGeom>
              <a:avLst/>
              <a:gdLst/>
              <a:ahLst/>
              <a:cxnLst/>
              <a:rect l="l" t="t" r="r" b="b"/>
              <a:pathLst>
                <a:path w="8464" h="3029" extrusionOk="0">
                  <a:moveTo>
                    <a:pt x="8383" y="0"/>
                  </a:moveTo>
                  <a:lnTo>
                    <a:pt x="7761" y="60"/>
                  </a:lnTo>
                  <a:lnTo>
                    <a:pt x="7140" y="80"/>
                  </a:lnTo>
                  <a:lnTo>
                    <a:pt x="60" y="80"/>
                  </a:lnTo>
                  <a:lnTo>
                    <a:pt x="20" y="381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101" y="1384"/>
                  </a:lnTo>
                  <a:lnTo>
                    <a:pt x="201" y="1705"/>
                  </a:lnTo>
                  <a:lnTo>
                    <a:pt x="341" y="2026"/>
                  </a:lnTo>
                  <a:lnTo>
                    <a:pt x="522" y="2306"/>
                  </a:lnTo>
                  <a:lnTo>
                    <a:pt x="722" y="2587"/>
                  </a:lnTo>
                  <a:lnTo>
                    <a:pt x="963" y="2808"/>
                  </a:lnTo>
                  <a:lnTo>
                    <a:pt x="1224" y="3028"/>
                  </a:lnTo>
                  <a:lnTo>
                    <a:pt x="1304" y="2828"/>
                  </a:lnTo>
                  <a:lnTo>
                    <a:pt x="1404" y="2647"/>
                  </a:lnTo>
                  <a:lnTo>
                    <a:pt x="1504" y="2487"/>
                  </a:lnTo>
                  <a:lnTo>
                    <a:pt x="1625" y="2306"/>
                  </a:lnTo>
                  <a:lnTo>
                    <a:pt x="1765" y="2166"/>
                  </a:lnTo>
                  <a:lnTo>
                    <a:pt x="1926" y="2006"/>
                  </a:lnTo>
                  <a:lnTo>
                    <a:pt x="2086" y="1885"/>
                  </a:lnTo>
                  <a:lnTo>
                    <a:pt x="2246" y="1765"/>
                  </a:lnTo>
                  <a:lnTo>
                    <a:pt x="2547" y="1605"/>
                  </a:lnTo>
                  <a:lnTo>
                    <a:pt x="2848" y="1464"/>
                  </a:lnTo>
                  <a:lnTo>
                    <a:pt x="3169" y="1364"/>
                  </a:lnTo>
                  <a:lnTo>
                    <a:pt x="3490" y="1284"/>
                  </a:lnTo>
                  <a:lnTo>
                    <a:pt x="3811" y="1203"/>
                  </a:lnTo>
                  <a:lnTo>
                    <a:pt x="4152" y="1163"/>
                  </a:lnTo>
                  <a:lnTo>
                    <a:pt x="4793" y="1083"/>
                  </a:lnTo>
                  <a:lnTo>
                    <a:pt x="5575" y="1023"/>
                  </a:lnTo>
                  <a:lnTo>
                    <a:pt x="6859" y="1023"/>
                  </a:lnTo>
                  <a:lnTo>
                    <a:pt x="7380" y="1043"/>
                  </a:lnTo>
                  <a:lnTo>
                    <a:pt x="7902" y="1083"/>
                  </a:lnTo>
                  <a:lnTo>
                    <a:pt x="8423" y="1143"/>
                  </a:lnTo>
                  <a:lnTo>
                    <a:pt x="8463" y="903"/>
                  </a:lnTo>
                  <a:lnTo>
                    <a:pt x="8463" y="682"/>
                  </a:lnTo>
                  <a:lnTo>
                    <a:pt x="8443" y="341"/>
                  </a:lnTo>
                  <a:lnTo>
                    <a:pt x="838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8450;p42">
              <a:extLst>
                <a:ext uri="{FF2B5EF4-FFF2-40B4-BE49-F238E27FC236}">
                  <a16:creationId xmlns:a16="http://schemas.microsoft.com/office/drawing/2014/main" id="{2A8F5802-27F1-0AA1-DCB2-E4216D5F4919}"/>
                </a:ext>
              </a:extLst>
            </p:cNvPr>
            <p:cNvSpPr/>
            <p:nvPr/>
          </p:nvSpPr>
          <p:spPr>
            <a:xfrm>
              <a:off x="10760825" y="3828363"/>
              <a:ext cx="211600" cy="75725"/>
            </a:xfrm>
            <a:custGeom>
              <a:avLst/>
              <a:gdLst/>
              <a:ahLst/>
              <a:cxnLst/>
              <a:rect l="l" t="t" r="r" b="b"/>
              <a:pathLst>
                <a:path w="8464" h="3029" fill="none" extrusionOk="0">
                  <a:moveTo>
                    <a:pt x="8383" y="0"/>
                  </a:moveTo>
                  <a:lnTo>
                    <a:pt x="8383" y="0"/>
                  </a:lnTo>
                  <a:lnTo>
                    <a:pt x="7761" y="60"/>
                  </a:lnTo>
                  <a:lnTo>
                    <a:pt x="714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20" y="381"/>
                  </a:lnTo>
                  <a:lnTo>
                    <a:pt x="0" y="682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101" y="1384"/>
                  </a:lnTo>
                  <a:lnTo>
                    <a:pt x="201" y="1705"/>
                  </a:lnTo>
                  <a:lnTo>
                    <a:pt x="341" y="2026"/>
                  </a:lnTo>
                  <a:lnTo>
                    <a:pt x="522" y="2306"/>
                  </a:lnTo>
                  <a:lnTo>
                    <a:pt x="722" y="2587"/>
                  </a:lnTo>
                  <a:lnTo>
                    <a:pt x="963" y="2808"/>
                  </a:lnTo>
                  <a:lnTo>
                    <a:pt x="1224" y="3028"/>
                  </a:lnTo>
                  <a:lnTo>
                    <a:pt x="1224" y="3028"/>
                  </a:lnTo>
                  <a:lnTo>
                    <a:pt x="1304" y="2828"/>
                  </a:lnTo>
                  <a:lnTo>
                    <a:pt x="1404" y="2647"/>
                  </a:lnTo>
                  <a:lnTo>
                    <a:pt x="1504" y="2487"/>
                  </a:lnTo>
                  <a:lnTo>
                    <a:pt x="1625" y="2306"/>
                  </a:lnTo>
                  <a:lnTo>
                    <a:pt x="1765" y="2166"/>
                  </a:lnTo>
                  <a:lnTo>
                    <a:pt x="1926" y="2006"/>
                  </a:lnTo>
                  <a:lnTo>
                    <a:pt x="2086" y="1885"/>
                  </a:lnTo>
                  <a:lnTo>
                    <a:pt x="2246" y="1765"/>
                  </a:lnTo>
                  <a:lnTo>
                    <a:pt x="2246" y="1765"/>
                  </a:lnTo>
                  <a:lnTo>
                    <a:pt x="2547" y="1605"/>
                  </a:lnTo>
                  <a:lnTo>
                    <a:pt x="2848" y="1464"/>
                  </a:lnTo>
                  <a:lnTo>
                    <a:pt x="3169" y="1364"/>
                  </a:lnTo>
                  <a:lnTo>
                    <a:pt x="3490" y="1284"/>
                  </a:lnTo>
                  <a:lnTo>
                    <a:pt x="3811" y="1203"/>
                  </a:lnTo>
                  <a:lnTo>
                    <a:pt x="4152" y="1163"/>
                  </a:lnTo>
                  <a:lnTo>
                    <a:pt x="4793" y="1083"/>
                  </a:lnTo>
                  <a:lnTo>
                    <a:pt x="4793" y="1083"/>
                  </a:lnTo>
                  <a:lnTo>
                    <a:pt x="5575" y="1023"/>
                  </a:lnTo>
                  <a:lnTo>
                    <a:pt x="6337" y="1023"/>
                  </a:lnTo>
                  <a:lnTo>
                    <a:pt x="6337" y="1023"/>
                  </a:lnTo>
                  <a:lnTo>
                    <a:pt x="6859" y="1023"/>
                  </a:lnTo>
                  <a:lnTo>
                    <a:pt x="7380" y="1043"/>
                  </a:lnTo>
                  <a:lnTo>
                    <a:pt x="7902" y="1083"/>
                  </a:lnTo>
                  <a:lnTo>
                    <a:pt x="8423" y="1143"/>
                  </a:lnTo>
                  <a:lnTo>
                    <a:pt x="8423" y="1143"/>
                  </a:lnTo>
                  <a:lnTo>
                    <a:pt x="8463" y="903"/>
                  </a:lnTo>
                  <a:lnTo>
                    <a:pt x="8463" y="682"/>
                  </a:lnTo>
                  <a:lnTo>
                    <a:pt x="8463" y="682"/>
                  </a:lnTo>
                  <a:lnTo>
                    <a:pt x="8443" y="341"/>
                  </a:lnTo>
                  <a:lnTo>
                    <a:pt x="838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8451;p42">
              <a:extLst>
                <a:ext uri="{FF2B5EF4-FFF2-40B4-BE49-F238E27FC236}">
                  <a16:creationId xmlns:a16="http://schemas.microsoft.com/office/drawing/2014/main" id="{375260D7-2129-D6A0-2195-08D71B312868}"/>
                </a:ext>
              </a:extLst>
            </p:cNvPr>
            <p:cNvSpPr/>
            <p:nvPr/>
          </p:nvSpPr>
          <p:spPr>
            <a:xfrm>
              <a:off x="11125800" y="3122938"/>
              <a:ext cx="299350" cy="309375"/>
            </a:xfrm>
            <a:custGeom>
              <a:avLst/>
              <a:gdLst/>
              <a:ahLst/>
              <a:cxnLst/>
              <a:rect l="l" t="t" r="r" b="b"/>
              <a:pathLst>
                <a:path w="11974" h="12375" extrusionOk="0">
                  <a:moveTo>
                    <a:pt x="10830" y="0"/>
                  </a:moveTo>
                  <a:lnTo>
                    <a:pt x="10650" y="21"/>
                  </a:lnTo>
                  <a:lnTo>
                    <a:pt x="10489" y="81"/>
                  </a:lnTo>
                  <a:lnTo>
                    <a:pt x="10329" y="141"/>
                  </a:lnTo>
                  <a:lnTo>
                    <a:pt x="10189" y="261"/>
                  </a:lnTo>
                  <a:lnTo>
                    <a:pt x="10088" y="382"/>
                  </a:lnTo>
                  <a:lnTo>
                    <a:pt x="9988" y="542"/>
                  </a:lnTo>
                  <a:lnTo>
                    <a:pt x="9948" y="742"/>
                  </a:lnTo>
                  <a:lnTo>
                    <a:pt x="9928" y="963"/>
                  </a:lnTo>
                  <a:lnTo>
                    <a:pt x="9968" y="1886"/>
                  </a:lnTo>
                  <a:lnTo>
                    <a:pt x="10008" y="2928"/>
                  </a:lnTo>
                  <a:lnTo>
                    <a:pt x="10028" y="4031"/>
                  </a:lnTo>
                  <a:lnTo>
                    <a:pt x="10008" y="4593"/>
                  </a:lnTo>
                  <a:lnTo>
                    <a:pt x="9988" y="5154"/>
                  </a:lnTo>
                  <a:lnTo>
                    <a:pt x="9948" y="5696"/>
                  </a:lnTo>
                  <a:lnTo>
                    <a:pt x="9868" y="6257"/>
                  </a:lnTo>
                  <a:lnTo>
                    <a:pt x="9767" y="6779"/>
                  </a:lnTo>
                  <a:lnTo>
                    <a:pt x="9647" y="7300"/>
                  </a:lnTo>
                  <a:lnTo>
                    <a:pt x="9507" y="7782"/>
                  </a:lnTo>
                  <a:lnTo>
                    <a:pt x="9306" y="8243"/>
                  </a:lnTo>
                  <a:lnTo>
                    <a:pt x="9206" y="8443"/>
                  </a:lnTo>
                  <a:lnTo>
                    <a:pt x="9086" y="8644"/>
                  </a:lnTo>
                  <a:lnTo>
                    <a:pt x="8945" y="8845"/>
                  </a:lnTo>
                  <a:lnTo>
                    <a:pt x="8825" y="9025"/>
                  </a:lnTo>
                  <a:lnTo>
                    <a:pt x="8664" y="9185"/>
                  </a:lnTo>
                  <a:lnTo>
                    <a:pt x="8504" y="9346"/>
                  </a:lnTo>
                  <a:lnTo>
                    <a:pt x="8324" y="9486"/>
                  </a:lnTo>
                  <a:lnTo>
                    <a:pt x="8123" y="9627"/>
                  </a:lnTo>
                  <a:lnTo>
                    <a:pt x="7922" y="9747"/>
                  </a:lnTo>
                  <a:lnTo>
                    <a:pt x="7702" y="9847"/>
                  </a:lnTo>
                  <a:lnTo>
                    <a:pt x="7481" y="9948"/>
                  </a:lnTo>
                  <a:lnTo>
                    <a:pt x="7241" y="10028"/>
                  </a:lnTo>
                  <a:lnTo>
                    <a:pt x="6759" y="10168"/>
                  </a:lnTo>
                  <a:lnTo>
                    <a:pt x="6218" y="10288"/>
                  </a:lnTo>
                  <a:lnTo>
                    <a:pt x="5676" y="10369"/>
                  </a:lnTo>
                  <a:lnTo>
                    <a:pt x="5115" y="10409"/>
                  </a:lnTo>
                  <a:lnTo>
                    <a:pt x="4553" y="10429"/>
                  </a:lnTo>
                  <a:lnTo>
                    <a:pt x="3972" y="10449"/>
                  </a:lnTo>
                  <a:lnTo>
                    <a:pt x="3410" y="10429"/>
                  </a:lnTo>
                  <a:lnTo>
                    <a:pt x="2869" y="10409"/>
                  </a:lnTo>
                  <a:lnTo>
                    <a:pt x="1826" y="10349"/>
                  </a:lnTo>
                  <a:lnTo>
                    <a:pt x="944" y="10268"/>
                  </a:lnTo>
                  <a:lnTo>
                    <a:pt x="723" y="10268"/>
                  </a:lnTo>
                  <a:lnTo>
                    <a:pt x="522" y="10309"/>
                  </a:lnTo>
                  <a:lnTo>
                    <a:pt x="362" y="10409"/>
                  </a:lnTo>
                  <a:lnTo>
                    <a:pt x="222" y="10509"/>
                  </a:lnTo>
                  <a:lnTo>
                    <a:pt x="121" y="10649"/>
                  </a:lnTo>
                  <a:lnTo>
                    <a:pt x="61" y="10810"/>
                  </a:lnTo>
                  <a:lnTo>
                    <a:pt x="1" y="10990"/>
                  </a:lnTo>
                  <a:lnTo>
                    <a:pt x="1" y="11171"/>
                  </a:lnTo>
                  <a:lnTo>
                    <a:pt x="21" y="11351"/>
                  </a:lnTo>
                  <a:lnTo>
                    <a:pt x="61" y="11532"/>
                  </a:lnTo>
                  <a:lnTo>
                    <a:pt x="121" y="11712"/>
                  </a:lnTo>
                  <a:lnTo>
                    <a:pt x="242" y="11873"/>
                  </a:lnTo>
                  <a:lnTo>
                    <a:pt x="362" y="11993"/>
                  </a:lnTo>
                  <a:lnTo>
                    <a:pt x="522" y="12113"/>
                  </a:lnTo>
                  <a:lnTo>
                    <a:pt x="723" y="12194"/>
                  </a:lnTo>
                  <a:lnTo>
                    <a:pt x="944" y="12234"/>
                  </a:lnTo>
                  <a:lnTo>
                    <a:pt x="2247" y="12334"/>
                  </a:lnTo>
                  <a:lnTo>
                    <a:pt x="2949" y="12354"/>
                  </a:lnTo>
                  <a:lnTo>
                    <a:pt x="3691" y="12374"/>
                  </a:lnTo>
                  <a:lnTo>
                    <a:pt x="4613" y="12354"/>
                  </a:lnTo>
                  <a:lnTo>
                    <a:pt x="5055" y="12334"/>
                  </a:lnTo>
                  <a:lnTo>
                    <a:pt x="5516" y="12314"/>
                  </a:lnTo>
                  <a:lnTo>
                    <a:pt x="5977" y="12254"/>
                  </a:lnTo>
                  <a:lnTo>
                    <a:pt x="6438" y="12194"/>
                  </a:lnTo>
                  <a:lnTo>
                    <a:pt x="6880" y="12113"/>
                  </a:lnTo>
                  <a:lnTo>
                    <a:pt x="7301" y="12013"/>
                  </a:lnTo>
                  <a:lnTo>
                    <a:pt x="7742" y="11893"/>
                  </a:lnTo>
                  <a:lnTo>
                    <a:pt x="8143" y="11772"/>
                  </a:lnTo>
                  <a:lnTo>
                    <a:pt x="8544" y="11612"/>
                  </a:lnTo>
                  <a:lnTo>
                    <a:pt x="8905" y="11432"/>
                  </a:lnTo>
                  <a:lnTo>
                    <a:pt x="9266" y="11211"/>
                  </a:lnTo>
                  <a:lnTo>
                    <a:pt x="9607" y="10990"/>
                  </a:lnTo>
                  <a:lnTo>
                    <a:pt x="9908" y="10730"/>
                  </a:lnTo>
                  <a:lnTo>
                    <a:pt x="10189" y="10449"/>
                  </a:lnTo>
                  <a:lnTo>
                    <a:pt x="10369" y="10228"/>
                  </a:lnTo>
                  <a:lnTo>
                    <a:pt x="10550" y="9988"/>
                  </a:lnTo>
                  <a:lnTo>
                    <a:pt x="10710" y="9747"/>
                  </a:lnTo>
                  <a:lnTo>
                    <a:pt x="10850" y="9506"/>
                  </a:lnTo>
                  <a:lnTo>
                    <a:pt x="10991" y="9246"/>
                  </a:lnTo>
                  <a:lnTo>
                    <a:pt x="11111" y="8965"/>
                  </a:lnTo>
                  <a:lnTo>
                    <a:pt x="11231" y="8704"/>
                  </a:lnTo>
                  <a:lnTo>
                    <a:pt x="11332" y="8403"/>
                  </a:lnTo>
                  <a:lnTo>
                    <a:pt x="11512" y="7822"/>
                  </a:lnTo>
                  <a:lnTo>
                    <a:pt x="11653" y="7200"/>
                  </a:lnTo>
                  <a:lnTo>
                    <a:pt x="11773" y="6558"/>
                  </a:lnTo>
                  <a:lnTo>
                    <a:pt x="11853" y="5917"/>
                  </a:lnTo>
                  <a:lnTo>
                    <a:pt x="11913" y="5255"/>
                  </a:lnTo>
                  <a:lnTo>
                    <a:pt x="11953" y="4613"/>
                  </a:lnTo>
                  <a:lnTo>
                    <a:pt x="11973" y="3951"/>
                  </a:lnTo>
                  <a:lnTo>
                    <a:pt x="11973" y="3309"/>
                  </a:lnTo>
                  <a:lnTo>
                    <a:pt x="11933" y="2086"/>
                  </a:lnTo>
                  <a:lnTo>
                    <a:pt x="11893" y="963"/>
                  </a:lnTo>
                  <a:lnTo>
                    <a:pt x="11893" y="843"/>
                  </a:lnTo>
                  <a:lnTo>
                    <a:pt x="11853" y="722"/>
                  </a:lnTo>
                  <a:lnTo>
                    <a:pt x="11793" y="522"/>
                  </a:lnTo>
                  <a:lnTo>
                    <a:pt x="11673" y="361"/>
                  </a:lnTo>
                  <a:lnTo>
                    <a:pt x="11532" y="241"/>
                  </a:lnTo>
                  <a:lnTo>
                    <a:pt x="11372" y="121"/>
                  </a:lnTo>
                  <a:lnTo>
                    <a:pt x="11211" y="61"/>
                  </a:lnTo>
                  <a:lnTo>
                    <a:pt x="11011" y="21"/>
                  </a:lnTo>
                  <a:lnTo>
                    <a:pt x="1083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42">
              <a:extLst>
                <a:ext uri="{FF2B5EF4-FFF2-40B4-BE49-F238E27FC236}">
                  <a16:creationId xmlns:a16="http://schemas.microsoft.com/office/drawing/2014/main" id="{EB867FE0-1B6D-D05F-CFBF-BF3083B61968}"/>
                </a:ext>
              </a:extLst>
            </p:cNvPr>
            <p:cNvSpPr/>
            <p:nvPr/>
          </p:nvSpPr>
          <p:spPr>
            <a:xfrm>
              <a:off x="11125800" y="3122938"/>
              <a:ext cx="299350" cy="309375"/>
            </a:xfrm>
            <a:custGeom>
              <a:avLst/>
              <a:gdLst/>
              <a:ahLst/>
              <a:cxnLst/>
              <a:rect l="l" t="t" r="r" b="b"/>
              <a:pathLst>
                <a:path w="11974" h="12375" fill="none" extrusionOk="0">
                  <a:moveTo>
                    <a:pt x="10189" y="10449"/>
                  </a:moveTo>
                  <a:lnTo>
                    <a:pt x="10189" y="10449"/>
                  </a:lnTo>
                  <a:lnTo>
                    <a:pt x="9908" y="10730"/>
                  </a:lnTo>
                  <a:lnTo>
                    <a:pt x="9607" y="10990"/>
                  </a:lnTo>
                  <a:lnTo>
                    <a:pt x="9266" y="11211"/>
                  </a:lnTo>
                  <a:lnTo>
                    <a:pt x="8905" y="11432"/>
                  </a:lnTo>
                  <a:lnTo>
                    <a:pt x="8544" y="11612"/>
                  </a:lnTo>
                  <a:lnTo>
                    <a:pt x="8143" y="11772"/>
                  </a:lnTo>
                  <a:lnTo>
                    <a:pt x="7742" y="11893"/>
                  </a:lnTo>
                  <a:lnTo>
                    <a:pt x="7301" y="12013"/>
                  </a:lnTo>
                  <a:lnTo>
                    <a:pt x="6880" y="12113"/>
                  </a:lnTo>
                  <a:lnTo>
                    <a:pt x="6438" y="12194"/>
                  </a:lnTo>
                  <a:lnTo>
                    <a:pt x="5977" y="12254"/>
                  </a:lnTo>
                  <a:lnTo>
                    <a:pt x="5516" y="12314"/>
                  </a:lnTo>
                  <a:lnTo>
                    <a:pt x="5055" y="12334"/>
                  </a:lnTo>
                  <a:lnTo>
                    <a:pt x="4613" y="12354"/>
                  </a:lnTo>
                  <a:lnTo>
                    <a:pt x="3691" y="12374"/>
                  </a:lnTo>
                  <a:lnTo>
                    <a:pt x="3691" y="12374"/>
                  </a:lnTo>
                  <a:lnTo>
                    <a:pt x="2949" y="12354"/>
                  </a:lnTo>
                  <a:lnTo>
                    <a:pt x="2247" y="12334"/>
                  </a:lnTo>
                  <a:lnTo>
                    <a:pt x="944" y="12234"/>
                  </a:lnTo>
                  <a:lnTo>
                    <a:pt x="944" y="12234"/>
                  </a:lnTo>
                  <a:lnTo>
                    <a:pt x="723" y="12194"/>
                  </a:lnTo>
                  <a:lnTo>
                    <a:pt x="522" y="12113"/>
                  </a:lnTo>
                  <a:lnTo>
                    <a:pt x="362" y="11993"/>
                  </a:lnTo>
                  <a:lnTo>
                    <a:pt x="242" y="11873"/>
                  </a:lnTo>
                  <a:lnTo>
                    <a:pt x="121" y="11712"/>
                  </a:lnTo>
                  <a:lnTo>
                    <a:pt x="61" y="11532"/>
                  </a:lnTo>
                  <a:lnTo>
                    <a:pt x="21" y="11351"/>
                  </a:lnTo>
                  <a:lnTo>
                    <a:pt x="1" y="11171"/>
                  </a:lnTo>
                  <a:lnTo>
                    <a:pt x="1" y="10990"/>
                  </a:lnTo>
                  <a:lnTo>
                    <a:pt x="61" y="10810"/>
                  </a:lnTo>
                  <a:lnTo>
                    <a:pt x="121" y="10649"/>
                  </a:lnTo>
                  <a:lnTo>
                    <a:pt x="222" y="10509"/>
                  </a:lnTo>
                  <a:lnTo>
                    <a:pt x="362" y="10409"/>
                  </a:lnTo>
                  <a:lnTo>
                    <a:pt x="522" y="10309"/>
                  </a:lnTo>
                  <a:lnTo>
                    <a:pt x="723" y="10268"/>
                  </a:lnTo>
                  <a:lnTo>
                    <a:pt x="944" y="10268"/>
                  </a:lnTo>
                  <a:lnTo>
                    <a:pt x="944" y="10268"/>
                  </a:lnTo>
                  <a:lnTo>
                    <a:pt x="1826" y="10349"/>
                  </a:lnTo>
                  <a:lnTo>
                    <a:pt x="2869" y="10409"/>
                  </a:lnTo>
                  <a:lnTo>
                    <a:pt x="3410" y="10429"/>
                  </a:lnTo>
                  <a:lnTo>
                    <a:pt x="3972" y="10449"/>
                  </a:lnTo>
                  <a:lnTo>
                    <a:pt x="4553" y="10429"/>
                  </a:lnTo>
                  <a:lnTo>
                    <a:pt x="5115" y="10409"/>
                  </a:lnTo>
                  <a:lnTo>
                    <a:pt x="5676" y="10369"/>
                  </a:lnTo>
                  <a:lnTo>
                    <a:pt x="6218" y="10288"/>
                  </a:lnTo>
                  <a:lnTo>
                    <a:pt x="6759" y="10168"/>
                  </a:lnTo>
                  <a:lnTo>
                    <a:pt x="7241" y="10028"/>
                  </a:lnTo>
                  <a:lnTo>
                    <a:pt x="7481" y="9948"/>
                  </a:lnTo>
                  <a:lnTo>
                    <a:pt x="7702" y="9847"/>
                  </a:lnTo>
                  <a:lnTo>
                    <a:pt x="7922" y="9747"/>
                  </a:lnTo>
                  <a:lnTo>
                    <a:pt x="8123" y="9627"/>
                  </a:lnTo>
                  <a:lnTo>
                    <a:pt x="8324" y="9486"/>
                  </a:lnTo>
                  <a:lnTo>
                    <a:pt x="8504" y="9346"/>
                  </a:lnTo>
                  <a:lnTo>
                    <a:pt x="8664" y="9185"/>
                  </a:lnTo>
                  <a:lnTo>
                    <a:pt x="8825" y="9025"/>
                  </a:lnTo>
                  <a:lnTo>
                    <a:pt x="8825" y="9025"/>
                  </a:lnTo>
                  <a:lnTo>
                    <a:pt x="8945" y="8845"/>
                  </a:lnTo>
                  <a:lnTo>
                    <a:pt x="9086" y="8644"/>
                  </a:lnTo>
                  <a:lnTo>
                    <a:pt x="9206" y="8443"/>
                  </a:lnTo>
                  <a:lnTo>
                    <a:pt x="9306" y="8243"/>
                  </a:lnTo>
                  <a:lnTo>
                    <a:pt x="9507" y="7782"/>
                  </a:lnTo>
                  <a:lnTo>
                    <a:pt x="9647" y="7300"/>
                  </a:lnTo>
                  <a:lnTo>
                    <a:pt x="9767" y="6779"/>
                  </a:lnTo>
                  <a:lnTo>
                    <a:pt x="9868" y="6257"/>
                  </a:lnTo>
                  <a:lnTo>
                    <a:pt x="9948" y="5696"/>
                  </a:lnTo>
                  <a:lnTo>
                    <a:pt x="9988" y="5154"/>
                  </a:lnTo>
                  <a:lnTo>
                    <a:pt x="10008" y="4593"/>
                  </a:lnTo>
                  <a:lnTo>
                    <a:pt x="10028" y="4031"/>
                  </a:lnTo>
                  <a:lnTo>
                    <a:pt x="10008" y="2928"/>
                  </a:lnTo>
                  <a:lnTo>
                    <a:pt x="9968" y="1886"/>
                  </a:lnTo>
                  <a:lnTo>
                    <a:pt x="9928" y="963"/>
                  </a:lnTo>
                  <a:lnTo>
                    <a:pt x="9928" y="963"/>
                  </a:lnTo>
                  <a:lnTo>
                    <a:pt x="9948" y="742"/>
                  </a:lnTo>
                  <a:lnTo>
                    <a:pt x="9988" y="542"/>
                  </a:lnTo>
                  <a:lnTo>
                    <a:pt x="10088" y="382"/>
                  </a:lnTo>
                  <a:lnTo>
                    <a:pt x="10189" y="261"/>
                  </a:lnTo>
                  <a:lnTo>
                    <a:pt x="10329" y="141"/>
                  </a:lnTo>
                  <a:lnTo>
                    <a:pt x="10489" y="81"/>
                  </a:lnTo>
                  <a:lnTo>
                    <a:pt x="10650" y="21"/>
                  </a:lnTo>
                  <a:lnTo>
                    <a:pt x="10830" y="0"/>
                  </a:lnTo>
                  <a:lnTo>
                    <a:pt x="10830" y="0"/>
                  </a:lnTo>
                  <a:lnTo>
                    <a:pt x="11011" y="21"/>
                  </a:lnTo>
                  <a:lnTo>
                    <a:pt x="11211" y="61"/>
                  </a:lnTo>
                  <a:lnTo>
                    <a:pt x="11372" y="121"/>
                  </a:lnTo>
                  <a:lnTo>
                    <a:pt x="11532" y="241"/>
                  </a:lnTo>
                  <a:lnTo>
                    <a:pt x="11673" y="361"/>
                  </a:lnTo>
                  <a:lnTo>
                    <a:pt x="11793" y="522"/>
                  </a:lnTo>
                  <a:lnTo>
                    <a:pt x="11853" y="722"/>
                  </a:lnTo>
                  <a:lnTo>
                    <a:pt x="11893" y="843"/>
                  </a:lnTo>
                  <a:lnTo>
                    <a:pt x="11893" y="963"/>
                  </a:lnTo>
                  <a:lnTo>
                    <a:pt x="11893" y="963"/>
                  </a:lnTo>
                  <a:lnTo>
                    <a:pt x="11933" y="2086"/>
                  </a:lnTo>
                  <a:lnTo>
                    <a:pt x="11973" y="3309"/>
                  </a:lnTo>
                  <a:lnTo>
                    <a:pt x="11973" y="3951"/>
                  </a:lnTo>
                  <a:lnTo>
                    <a:pt x="11953" y="4613"/>
                  </a:lnTo>
                  <a:lnTo>
                    <a:pt x="11913" y="5255"/>
                  </a:lnTo>
                  <a:lnTo>
                    <a:pt x="11853" y="5917"/>
                  </a:lnTo>
                  <a:lnTo>
                    <a:pt x="11773" y="6558"/>
                  </a:lnTo>
                  <a:lnTo>
                    <a:pt x="11653" y="7200"/>
                  </a:lnTo>
                  <a:lnTo>
                    <a:pt x="11512" y="7822"/>
                  </a:lnTo>
                  <a:lnTo>
                    <a:pt x="11332" y="8403"/>
                  </a:lnTo>
                  <a:lnTo>
                    <a:pt x="11231" y="8704"/>
                  </a:lnTo>
                  <a:lnTo>
                    <a:pt x="11111" y="8965"/>
                  </a:lnTo>
                  <a:lnTo>
                    <a:pt x="10991" y="9246"/>
                  </a:lnTo>
                  <a:lnTo>
                    <a:pt x="10850" y="9506"/>
                  </a:lnTo>
                  <a:lnTo>
                    <a:pt x="10710" y="9747"/>
                  </a:lnTo>
                  <a:lnTo>
                    <a:pt x="10550" y="9988"/>
                  </a:lnTo>
                  <a:lnTo>
                    <a:pt x="10369" y="10228"/>
                  </a:lnTo>
                  <a:lnTo>
                    <a:pt x="10189" y="1044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42">
              <a:extLst>
                <a:ext uri="{FF2B5EF4-FFF2-40B4-BE49-F238E27FC236}">
                  <a16:creationId xmlns:a16="http://schemas.microsoft.com/office/drawing/2014/main" id="{89459506-6598-0E12-FEEA-1B097C79F6B4}"/>
                </a:ext>
              </a:extLst>
            </p:cNvPr>
            <p:cNvSpPr/>
            <p:nvPr/>
          </p:nvSpPr>
          <p:spPr>
            <a:xfrm>
              <a:off x="11231600" y="3162038"/>
              <a:ext cx="168475" cy="252725"/>
            </a:xfrm>
            <a:custGeom>
              <a:avLst/>
              <a:gdLst/>
              <a:ahLst/>
              <a:cxnLst/>
              <a:rect l="l" t="t" r="r" b="b"/>
              <a:pathLst>
                <a:path w="6739" h="10109" extrusionOk="0">
                  <a:moveTo>
                    <a:pt x="5736" y="1"/>
                  </a:moveTo>
                  <a:lnTo>
                    <a:pt x="5776" y="1064"/>
                  </a:lnTo>
                  <a:lnTo>
                    <a:pt x="5796" y="2227"/>
                  </a:lnTo>
                  <a:lnTo>
                    <a:pt x="5796" y="2969"/>
                  </a:lnTo>
                  <a:lnTo>
                    <a:pt x="5756" y="3691"/>
                  </a:lnTo>
                  <a:lnTo>
                    <a:pt x="5676" y="4413"/>
                  </a:lnTo>
                  <a:lnTo>
                    <a:pt x="5636" y="4774"/>
                  </a:lnTo>
                  <a:lnTo>
                    <a:pt x="5576" y="5115"/>
                  </a:lnTo>
                  <a:lnTo>
                    <a:pt x="5495" y="5456"/>
                  </a:lnTo>
                  <a:lnTo>
                    <a:pt x="5415" y="5776"/>
                  </a:lnTo>
                  <a:lnTo>
                    <a:pt x="5315" y="6097"/>
                  </a:lnTo>
                  <a:lnTo>
                    <a:pt x="5195" y="6398"/>
                  </a:lnTo>
                  <a:lnTo>
                    <a:pt x="5074" y="6699"/>
                  </a:lnTo>
                  <a:lnTo>
                    <a:pt x="4914" y="6960"/>
                  </a:lnTo>
                  <a:lnTo>
                    <a:pt x="4753" y="7220"/>
                  </a:lnTo>
                  <a:lnTo>
                    <a:pt x="4593" y="7461"/>
                  </a:lnTo>
                  <a:lnTo>
                    <a:pt x="4412" y="7662"/>
                  </a:lnTo>
                  <a:lnTo>
                    <a:pt x="4192" y="7842"/>
                  </a:lnTo>
                  <a:lnTo>
                    <a:pt x="3971" y="8002"/>
                  </a:lnTo>
                  <a:lnTo>
                    <a:pt x="3731" y="8143"/>
                  </a:lnTo>
                  <a:lnTo>
                    <a:pt x="3490" y="8283"/>
                  </a:lnTo>
                  <a:lnTo>
                    <a:pt x="3209" y="8384"/>
                  </a:lnTo>
                  <a:lnTo>
                    <a:pt x="2928" y="8484"/>
                  </a:lnTo>
                  <a:lnTo>
                    <a:pt x="2628" y="8584"/>
                  </a:lnTo>
                  <a:lnTo>
                    <a:pt x="2327" y="8644"/>
                  </a:lnTo>
                  <a:lnTo>
                    <a:pt x="2006" y="8724"/>
                  </a:lnTo>
                  <a:lnTo>
                    <a:pt x="1344" y="8805"/>
                  </a:lnTo>
                  <a:lnTo>
                    <a:pt x="682" y="8865"/>
                  </a:lnTo>
                  <a:lnTo>
                    <a:pt x="0" y="8885"/>
                  </a:lnTo>
                  <a:lnTo>
                    <a:pt x="0" y="10108"/>
                  </a:lnTo>
                  <a:lnTo>
                    <a:pt x="121" y="10048"/>
                  </a:lnTo>
                  <a:lnTo>
                    <a:pt x="301" y="9948"/>
                  </a:lnTo>
                  <a:lnTo>
                    <a:pt x="502" y="9868"/>
                  </a:lnTo>
                  <a:lnTo>
                    <a:pt x="903" y="9727"/>
                  </a:lnTo>
                  <a:lnTo>
                    <a:pt x="1725" y="9507"/>
                  </a:lnTo>
                  <a:lnTo>
                    <a:pt x="2447" y="9286"/>
                  </a:lnTo>
                  <a:lnTo>
                    <a:pt x="2788" y="9166"/>
                  </a:lnTo>
                  <a:lnTo>
                    <a:pt x="3129" y="9025"/>
                  </a:lnTo>
                  <a:lnTo>
                    <a:pt x="3470" y="8865"/>
                  </a:lnTo>
                  <a:lnTo>
                    <a:pt x="3811" y="8704"/>
                  </a:lnTo>
                  <a:lnTo>
                    <a:pt x="4132" y="8524"/>
                  </a:lnTo>
                  <a:lnTo>
                    <a:pt x="4432" y="8323"/>
                  </a:lnTo>
                  <a:lnTo>
                    <a:pt x="4733" y="8103"/>
                  </a:lnTo>
                  <a:lnTo>
                    <a:pt x="5014" y="7882"/>
                  </a:lnTo>
                  <a:lnTo>
                    <a:pt x="5275" y="7621"/>
                  </a:lnTo>
                  <a:lnTo>
                    <a:pt x="5515" y="7361"/>
                  </a:lnTo>
                  <a:lnTo>
                    <a:pt x="5756" y="7060"/>
                  </a:lnTo>
                  <a:lnTo>
                    <a:pt x="5957" y="6759"/>
                  </a:lnTo>
                  <a:lnTo>
                    <a:pt x="6137" y="6438"/>
                  </a:lnTo>
                  <a:lnTo>
                    <a:pt x="6298" y="6077"/>
                  </a:lnTo>
                  <a:lnTo>
                    <a:pt x="6418" y="5716"/>
                  </a:lnTo>
                  <a:lnTo>
                    <a:pt x="6518" y="5355"/>
                  </a:lnTo>
                  <a:lnTo>
                    <a:pt x="6598" y="4974"/>
                  </a:lnTo>
                  <a:lnTo>
                    <a:pt x="6659" y="4593"/>
                  </a:lnTo>
                  <a:lnTo>
                    <a:pt x="6699" y="4232"/>
                  </a:lnTo>
                  <a:lnTo>
                    <a:pt x="6719" y="3851"/>
                  </a:lnTo>
                  <a:lnTo>
                    <a:pt x="6739" y="3470"/>
                  </a:lnTo>
                  <a:lnTo>
                    <a:pt x="6739" y="3089"/>
                  </a:lnTo>
                  <a:lnTo>
                    <a:pt x="6699" y="2327"/>
                  </a:lnTo>
                  <a:lnTo>
                    <a:pt x="6638" y="1565"/>
                  </a:lnTo>
                  <a:lnTo>
                    <a:pt x="6598" y="803"/>
                  </a:lnTo>
                  <a:lnTo>
                    <a:pt x="6558" y="41"/>
                  </a:lnTo>
                  <a:lnTo>
                    <a:pt x="6177" y="41"/>
                  </a:lnTo>
                  <a:lnTo>
                    <a:pt x="5736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42">
              <a:extLst>
                <a:ext uri="{FF2B5EF4-FFF2-40B4-BE49-F238E27FC236}">
                  <a16:creationId xmlns:a16="http://schemas.microsoft.com/office/drawing/2014/main" id="{B97F700F-F86E-39B8-A931-A10C6B979380}"/>
                </a:ext>
              </a:extLst>
            </p:cNvPr>
            <p:cNvSpPr/>
            <p:nvPr/>
          </p:nvSpPr>
          <p:spPr>
            <a:xfrm>
              <a:off x="11277725" y="3008638"/>
              <a:ext cx="243175" cy="154425"/>
            </a:xfrm>
            <a:custGeom>
              <a:avLst/>
              <a:gdLst/>
              <a:ahLst/>
              <a:cxnLst/>
              <a:rect l="l" t="t" r="r" b="b"/>
              <a:pathLst>
                <a:path w="9727" h="6177" extrusionOk="0">
                  <a:moveTo>
                    <a:pt x="141" y="0"/>
                  </a:moveTo>
                  <a:lnTo>
                    <a:pt x="121" y="120"/>
                  </a:lnTo>
                  <a:lnTo>
                    <a:pt x="61" y="461"/>
                  </a:lnTo>
                  <a:lnTo>
                    <a:pt x="21" y="963"/>
                  </a:lnTo>
                  <a:lnTo>
                    <a:pt x="0" y="1284"/>
                  </a:lnTo>
                  <a:lnTo>
                    <a:pt x="0" y="1604"/>
                  </a:lnTo>
                  <a:lnTo>
                    <a:pt x="21" y="1965"/>
                  </a:lnTo>
                  <a:lnTo>
                    <a:pt x="61" y="2326"/>
                  </a:lnTo>
                  <a:lnTo>
                    <a:pt x="121" y="2707"/>
                  </a:lnTo>
                  <a:lnTo>
                    <a:pt x="201" y="3088"/>
                  </a:lnTo>
                  <a:lnTo>
                    <a:pt x="321" y="3449"/>
                  </a:lnTo>
                  <a:lnTo>
                    <a:pt x="482" y="3830"/>
                  </a:lnTo>
                  <a:lnTo>
                    <a:pt x="682" y="4171"/>
                  </a:lnTo>
                  <a:lnTo>
                    <a:pt x="803" y="4352"/>
                  </a:lnTo>
                  <a:lnTo>
                    <a:pt x="943" y="4512"/>
                  </a:lnTo>
                  <a:lnTo>
                    <a:pt x="1204" y="4813"/>
                  </a:lnTo>
                  <a:lnTo>
                    <a:pt x="1484" y="5074"/>
                  </a:lnTo>
                  <a:lnTo>
                    <a:pt x="1785" y="5294"/>
                  </a:lnTo>
                  <a:lnTo>
                    <a:pt x="2066" y="5495"/>
                  </a:lnTo>
                  <a:lnTo>
                    <a:pt x="2347" y="5655"/>
                  </a:lnTo>
                  <a:lnTo>
                    <a:pt x="2628" y="5796"/>
                  </a:lnTo>
                  <a:lnTo>
                    <a:pt x="2908" y="5896"/>
                  </a:lnTo>
                  <a:lnTo>
                    <a:pt x="3189" y="5996"/>
                  </a:lnTo>
                  <a:lnTo>
                    <a:pt x="3450" y="6057"/>
                  </a:lnTo>
                  <a:lnTo>
                    <a:pt x="3690" y="6097"/>
                  </a:lnTo>
                  <a:lnTo>
                    <a:pt x="4152" y="6157"/>
                  </a:lnTo>
                  <a:lnTo>
                    <a:pt x="4553" y="6177"/>
                  </a:lnTo>
                  <a:lnTo>
                    <a:pt x="5175" y="6177"/>
                  </a:lnTo>
                  <a:lnTo>
                    <a:pt x="5556" y="6157"/>
                  </a:lnTo>
                  <a:lnTo>
                    <a:pt x="6017" y="6097"/>
                  </a:lnTo>
                  <a:lnTo>
                    <a:pt x="6278" y="6057"/>
                  </a:lnTo>
                  <a:lnTo>
                    <a:pt x="6538" y="5996"/>
                  </a:lnTo>
                  <a:lnTo>
                    <a:pt x="6819" y="5896"/>
                  </a:lnTo>
                  <a:lnTo>
                    <a:pt x="7100" y="5796"/>
                  </a:lnTo>
                  <a:lnTo>
                    <a:pt x="7381" y="5655"/>
                  </a:lnTo>
                  <a:lnTo>
                    <a:pt x="7661" y="5495"/>
                  </a:lnTo>
                  <a:lnTo>
                    <a:pt x="7942" y="5294"/>
                  </a:lnTo>
                  <a:lnTo>
                    <a:pt x="8223" y="5074"/>
                  </a:lnTo>
                  <a:lnTo>
                    <a:pt x="8504" y="4813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985" y="4252"/>
                  </a:lnTo>
                  <a:lnTo>
                    <a:pt x="9085" y="4071"/>
                  </a:lnTo>
                  <a:lnTo>
                    <a:pt x="9286" y="3730"/>
                  </a:lnTo>
                  <a:lnTo>
                    <a:pt x="9426" y="3369"/>
                  </a:lnTo>
                  <a:lnTo>
                    <a:pt x="9546" y="2988"/>
                  </a:lnTo>
                  <a:lnTo>
                    <a:pt x="9627" y="2627"/>
                  </a:lnTo>
                  <a:lnTo>
                    <a:pt x="9687" y="2246"/>
                  </a:lnTo>
                  <a:lnTo>
                    <a:pt x="9707" y="1905"/>
                  </a:lnTo>
                  <a:lnTo>
                    <a:pt x="9727" y="1564"/>
                  </a:lnTo>
                  <a:lnTo>
                    <a:pt x="9727" y="1223"/>
                  </a:lnTo>
                  <a:lnTo>
                    <a:pt x="9707" y="943"/>
                  </a:lnTo>
                  <a:lnTo>
                    <a:pt x="9647" y="441"/>
                  </a:lnTo>
                  <a:lnTo>
                    <a:pt x="9607" y="120"/>
                  </a:lnTo>
                  <a:lnTo>
                    <a:pt x="9566" y="0"/>
                  </a:lnTo>
                  <a:lnTo>
                    <a:pt x="6899" y="0"/>
                  </a:lnTo>
                  <a:lnTo>
                    <a:pt x="6919" y="140"/>
                  </a:lnTo>
                  <a:lnTo>
                    <a:pt x="6959" y="501"/>
                  </a:lnTo>
                  <a:lnTo>
                    <a:pt x="6959" y="762"/>
                  </a:lnTo>
                  <a:lnTo>
                    <a:pt x="6959" y="1043"/>
                  </a:lnTo>
                  <a:lnTo>
                    <a:pt x="6939" y="1344"/>
                  </a:lnTo>
                  <a:lnTo>
                    <a:pt x="6879" y="1645"/>
                  </a:lnTo>
                  <a:lnTo>
                    <a:pt x="6799" y="1945"/>
                  </a:lnTo>
                  <a:lnTo>
                    <a:pt x="6679" y="2246"/>
                  </a:lnTo>
                  <a:lnTo>
                    <a:pt x="6598" y="2387"/>
                  </a:lnTo>
                  <a:lnTo>
                    <a:pt x="6518" y="2527"/>
                  </a:lnTo>
                  <a:lnTo>
                    <a:pt x="6418" y="2647"/>
                  </a:lnTo>
                  <a:lnTo>
                    <a:pt x="6318" y="2768"/>
                  </a:lnTo>
                  <a:lnTo>
                    <a:pt x="6177" y="2888"/>
                  </a:lnTo>
                  <a:lnTo>
                    <a:pt x="6037" y="2988"/>
                  </a:lnTo>
                  <a:lnTo>
                    <a:pt x="5896" y="3068"/>
                  </a:lnTo>
                  <a:lnTo>
                    <a:pt x="5716" y="3149"/>
                  </a:lnTo>
                  <a:lnTo>
                    <a:pt x="5535" y="3209"/>
                  </a:lnTo>
                  <a:lnTo>
                    <a:pt x="5335" y="3249"/>
                  </a:lnTo>
                  <a:lnTo>
                    <a:pt x="5094" y="3289"/>
                  </a:lnTo>
                  <a:lnTo>
                    <a:pt x="4613" y="3289"/>
                  </a:lnTo>
                  <a:lnTo>
                    <a:pt x="4392" y="3249"/>
                  </a:lnTo>
                  <a:lnTo>
                    <a:pt x="4192" y="3209"/>
                  </a:lnTo>
                  <a:lnTo>
                    <a:pt x="4011" y="3149"/>
                  </a:lnTo>
                  <a:lnTo>
                    <a:pt x="3831" y="3068"/>
                  </a:lnTo>
                  <a:lnTo>
                    <a:pt x="3670" y="2988"/>
                  </a:lnTo>
                  <a:lnTo>
                    <a:pt x="3530" y="2888"/>
                  </a:lnTo>
                  <a:lnTo>
                    <a:pt x="3410" y="2768"/>
                  </a:lnTo>
                  <a:lnTo>
                    <a:pt x="3309" y="2647"/>
                  </a:lnTo>
                  <a:lnTo>
                    <a:pt x="3209" y="2527"/>
                  </a:lnTo>
                  <a:lnTo>
                    <a:pt x="3109" y="2387"/>
                  </a:lnTo>
                  <a:lnTo>
                    <a:pt x="3049" y="2246"/>
                  </a:lnTo>
                  <a:lnTo>
                    <a:pt x="2928" y="1945"/>
                  </a:lnTo>
                  <a:lnTo>
                    <a:pt x="2848" y="1645"/>
                  </a:lnTo>
                  <a:lnTo>
                    <a:pt x="2788" y="1344"/>
                  </a:lnTo>
                  <a:lnTo>
                    <a:pt x="2768" y="1043"/>
                  </a:lnTo>
                  <a:lnTo>
                    <a:pt x="2768" y="762"/>
                  </a:lnTo>
                  <a:lnTo>
                    <a:pt x="2768" y="501"/>
                  </a:lnTo>
                  <a:lnTo>
                    <a:pt x="2808" y="140"/>
                  </a:lnTo>
                  <a:lnTo>
                    <a:pt x="2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42">
              <a:extLst>
                <a:ext uri="{FF2B5EF4-FFF2-40B4-BE49-F238E27FC236}">
                  <a16:creationId xmlns:a16="http://schemas.microsoft.com/office/drawing/2014/main" id="{DC699716-B8AF-3BFE-001C-761A2338E76D}"/>
                </a:ext>
              </a:extLst>
            </p:cNvPr>
            <p:cNvSpPr/>
            <p:nvPr/>
          </p:nvSpPr>
          <p:spPr>
            <a:xfrm>
              <a:off x="11277725" y="3008638"/>
              <a:ext cx="243175" cy="154425"/>
            </a:xfrm>
            <a:custGeom>
              <a:avLst/>
              <a:gdLst/>
              <a:ahLst/>
              <a:cxnLst/>
              <a:rect l="l" t="t" r="r" b="b"/>
              <a:pathLst>
                <a:path w="9727" h="6177" fill="none" extrusionOk="0">
                  <a:moveTo>
                    <a:pt x="8865" y="4412"/>
                  </a:moveTo>
                  <a:lnTo>
                    <a:pt x="8865" y="4412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504" y="4813"/>
                  </a:lnTo>
                  <a:lnTo>
                    <a:pt x="8223" y="5074"/>
                  </a:lnTo>
                  <a:lnTo>
                    <a:pt x="7942" y="5294"/>
                  </a:lnTo>
                  <a:lnTo>
                    <a:pt x="7661" y="5495"/>
                  </a:lnTo>
                  <a:lnTo>
                    <a:pt x="7381" y="5655"/>
                  </a:lnTo>
                  <a:lnTo>
                    <a:pt x="7100" y="5796"/>
                  </a:lnTo>
                  <a:lnTo>
                    <a:pt x="6819" y="5896"/>
                  </a:lnTo>
                  <a:lnTo>
                    <a:pt x="6538" y="5996"/>
                  </a:lnTo>
                  <a:lnTo>
                    <a:pt x="6278" y="6057"/>
                  </a:lnTo>
                  <a:lnTo>
                    <a:pt x="6017" y="6097"/>
                  </a:lnTo>
                  <a:lnTo>
                    <a:pt x="5556" y="6157"/>
                  </a:lnTo>
                  <a:lnTo>
                    <a:pt x="5175" y="6177"/>
                  </a:lnTo>
                  <a:lnTo>
                    <a:pt x="4854" y="6177"/>
                  </a:lnTo>
                  <a:lnTo>
                    <a:pt x="4854" y="6177"/>
                  </a:lnTo>
                  <a:lnTo>
                    <a:pt x="4553" y="6177"/>
                  </a:lnTo>
                  <a:lnTo>
                    <a:pt x="4152" y="6157"/>
                  </a:lnTo>
                  <a:lnTo>
                    <a:pt x="3690" y="6097"/>
                  </a:lnTo>
                  <a:lnTo>
                    <a:pt x="3450" y="6057"/>
                  </a:lnTo>
                  <a:lnTo>
                    <a:pt x="3189" y="5996"/>
                  </a:lnTo>
                  <a:lnTo>
                    <a:pt x="2908" y="5896"/>
                  </a:lnTo>
                  <a:lnTo>
                    <a:pt x="2628" y="5796"/>
                  </a:lnTo>
                  <a:lnTo>
                    <a:pt x="2347" y="5655"/>
                  </a:lnTo>
                  <a:lnTo>
                    <a:pt x="2066" y="5495"/>
                  </a:lnTo>
                  <a:lnTo>
                    <a:pt x="1785" y="5294"/>
                  </a:lnTo>
                  <a:lnTo>
                    <a:pt x="1484" y="5074"/>
                  </a:lnTo>
                  <a:lnTo>
                    <a:pt x="1204" y="4813"/>
                  </a:lnTo>
                  <a:lnTo>
                    <a:pt x="943" y="4512"/>
                  </a:lnTo>
                  <a:lnTo>
                    <a:pt x="943" y="4512"/>
                  </a:lnTo>
                  <a:lnTo>
                    <a:pt x="803" y="4352"/>
                  </a:lnTo>
                  <a:lnTo>
                    <a:pt x="682" y="4171"/>
                  </a:lnTo>
                  <a:lnTo>
                    <a:pt x="482" y="3830"/>
                  </a:lnTo>
                  <a:lnTo>
                    <a:pt x="321" y="3449"/>
                  </a:lnTo>
                  <a:lnTo>
                    <a:pt x="201" y="3088"/>
                  </a:lnTo>
                  <a:lnTo>
                    <a:pt x="121" y="2707"/>
                  </a:lnTo>
                  <a:lnTo>
                    <a:pt x="61" y="2326"/>
                  </a:lnTo>
                  <a:lnTo>
                    <a:pt x="21" y="1965"/>
                  </a:lnTo>
                  <a:lnTo>
                    <a:pt x="0" y="1604"/>
                  </a:lnTo>
                  <a:lnTo>
                    <a:pt x="0" y="1284"/>
                  </a:lnTo>
                  <a:lnTo>
                    <a:pt x="21" y="963"/>
                  </a:lnTo>
                  <a:lnTo>
                    <a:pt x="61" y="461"/>
                  </a:lnTo>
                  <a:lnTo>
                    <a:pt x="121" y="120"/>
                  </a:lnTo>
                  <a:lnTo>
                    <a:pt x="141" y="0"/>
                  </a:lnTo>
                  <a:lnTo>
                    <a:pt x="2828" y="0"/>
                  </a:lnTo>
                  <a:lnTo>
                    <a:pt x="2828" y="0"/>
                  </a:lnTo>
                  <a:lnTo>
                    <a:pt x="2808" y="140"/>
                  </a:lnTo>
                  <a:lnTo>
                    <a:pt x="2768" y="501"/>
                  </a:lnTo>
                  <a:lnTo>
                    <a:pt x="2768" y="762"/>
                  </a:lnTo>
                  <a:lnTo>
                    <a:pt x="2768" y="1043"/>
                  </a:lnTo>
                  <a:lnTo>
                    <a:pt x="2788" y="1344"/>
                  </a:lnTo>
                  <a:lnTo>
                    <a:pt x="2848" y="1645"/>
                  </a:lnTo>
                  <a:lnTo>
                    <a:pt x="2928" y="1945"/>
                  </a:lnTo>
                  <a:lnTo>
                    <a:pt x="3049" y="2246"/>
                  </a:lnTo>
                  <a:lnTo>
                    <a:pt x="3109" y="2387"/>
                  </a:lnTo>
                  <a:lnTo>
                    <a:pt x="3209" y="2527"/>
                  </a:lnTo>
                  <a:lnTo>
                    <a:pt x="3309" y="2647"/>
                  </a:lnTo>
                  <a:lnTo>
                    <a:pt x="3410" y="2768"/>
                  </a:lnTo>
                  <a:lnTo>
                    <a:pt x="3530" y="2888"/>
                  </a:lnTo>
                  <a:lnTo>
                    <a:pt x="3670" y="2988"/>
                  </a:lnTo>
                  <a:lnTo>
                    <a:pt x="3831" y="3068"/>
                  </a:lnTo>
                  <a:lnTo>
                    <a:pt x="4011" y="3149"/>
                  </a:lnTo>
                  <a:lnTo>
                    <a:pt x="4192" y="3209"/>
                  </a:lnTo>
                  <a:lnTo>
                    <a:pt x="4392" y="3249"/>
                  </a:lnTo>
                  <a:lnTo>
                    <a:pt x="4613" y="3289"/>
                  </a:lnTo>
                  <a:lnTo>
                    <a:pt x="4854" y="3289"/>
                  </a:lnTo>
                  <a:lnTo>
                    <a:pt x="4854" y="3289"/>
                  </a:lnTo>
                  <a:lnTo>
                    <a:pt x="5094" y="3289"/>
                  </a:lnTo>
                  <a:lnTo>
                    <a:pt x="5335" y="3249"/>
                  </a:lnTo>
                  <a:lnTo>
                    <a:pt x="5535" y="3209"/>
                  </a:lnTo>
                  <a:lnTo>
                    <a:pt x="5716" y="3149"/>
                  </a:lnTo>
                  <a:lnTo>
                    <a:pt x="5896" y="3068"/>
                  </a:lnTo>
                  <a:lnTo>
                    <a:pt x="6037" y="2988"/>
                  </a:lnTo>
                  <a:lnTo>
                    <a:pt x="6177" y="2888"/>
                  </a:lnTo>
                  <a:lnTo>
                    <a:pt x="6318" y="2768"/>
                  </a:lnTo>
                  <a:lnTo>
                    <a:pt x="6418" y="2647"/>
                  </a:lnTo>
                  <a:lnTo>
                    <a:pt x="6518" y="2527"/>
                  </a:lnTo>
                  <a:lnTo>
                    <a:pt x="6598" y="2387"/>
                  </a:lnTo>
                  <a:lnTo>
                    <a:pt x="6679" y="2246"/>
                  </a:lnTo>
                  <a:lnTo>
                    <a:pt x="6799" y="1945"/>
                  </a:lnTo>
                  <a:lnTo>
                    <a:pt x="6879" y="1645"/>
                  </a:lnTo>
                  <a:lnTo>
                    <a:pt x="6939" y="1344"/>
                  </a:lnTo>
                  <a:lnTo>
                    <a:pt x="6959" y="1043"/>
                  </a:lnTo>
                  <a:lnTo>
                    <a:pt x="6959" y="762"/>
                  </a:lnTo>
                  <a:lnTo>
                    <a:pt x="6959" y="501"/>
                  </a:lnTo>
                  <a:lnTo>
                    <a:pt x="6919" y="140"/>
                  </a:lnTo>
                  <a:lnTo>
                    <a:pt x="6899" y="0"/>
                  </a:lnTo>
                  <a:lnTo>
                    <a:pt x="9566" y="0"/>
                  </a:lnTo>
                  <a:lnTo>
                    <a:pt x="9566" y="0"/>
                  </a:lnTo>
                  <a:lnTo>
                    <a:pt x="9607" y="120"/>
                  </a:lnTo>
                  <a:lnTo>
                    <a:pt x="9647" y="441"/>
                  </a:lnTo>
                  <a:lnTo>
                    <a:pt x="9707" y="943"/>
                  </a:lnTo>
                  <a:lnTo>
                    <a:pt x="9727" y="1223"/>
                  </a:lnTo>
                  <a:lnTo>
                    <a:pt x="9727" y="1564"/>
                  </a:lnTo>
                  <a:lnTo>
                    <a:pt x="9707" y="1905"/>
                  </a:lnTo>
                  <a:lnTo>
                    <a:pt x="9687" y="2246"/>
                  </a:lnTo>
                  <a:lnTo>
                    <a:pt x="9627" y="2627"/>
                  </a:lnTo>
                  <a:lnTo>
                    <a:pt x="9546" y="2988"/>
                  </a:lnTo>
                  <a:lnTo>
                    <a:pt x="9426" y="3369"/>
                  </a:lnTo>
                  <a:lnTo>
                    <a:pt x="9286" y="3730"/>
                  </a:lnTo>
                  <a:lnTo>
                    <a:pt x="9085" y="4071"/>
                  </a:lnTo>
                  <a:lnTo>
                    <a:pt x="8985" y="4252"/>
                  </a:lnTo>
                  <a:lnTo>
                    <a:pt x="8865" y="441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42">
              <a:extLst>
                <a:ext uri="{FF2B5EF4-FFF2-40B4-BE49-F238E27FC236}">
                  <a16:creationId xmlns:a16="http://schemas.microsoft.com/office/drawing/2014/main" id="{E76BA045-A5D4-457E-4C9D-44B3C348F0BF}"/>
                </a:ext>
              </a:extLst>
            </p:cNvPr>
            <p:cNvSpPr/>
            <p:nvPr/>
          </p:nvSpPr>
          <p:spPr>
            <a:xfrm>
              <a:off x="11277725" y="3008638"/>
              <a:ext cx="221625" cy="154425"/>
            </a:xfrm>
            <a:custGeom>
              <a:avLst/>
              <a:gdLst/>
              <a:ahLst/>
              <a:cxnLst/>
              <a:rect l="l" t="t" r="r" b="b"/>
              <a:pathLst>
                <a:path w="8865" h="6177" extrusionOk="0">
                  <a:moveTo>
                    <a:pt x="141" y="0"/>
                  </a:moveTo>
                  <a:lnTo>
                    <a:pt x="121" y="100"/>
                  </a:lnTo>
                  <a:lnTo>
                    <a:pt x="81" y="421"/>
                  </a:lnTo>
                  <a:lnTo>
                    <a:pt x="21" y="902"/>
                  </a:lnTo>
                  <a:lnTo>
                    <a:pt x="0" y="1183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1" y="2226"/>
                  </a:lnTo>
                  <a:lnTo>
                    <a:pt x="101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2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3" y="4332"/>
                  </a:lnTo>
                  <a:lnTo>
                    <a:pt x="943" y="4512"/>
                  </a:lnTo>
                  <a:lnTo>
                    <a:pt x="1204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2006" y="5455"/>
                  </a:lnTo>
                  <a:lnTo>
                    <a:pt x="2267" y="5615"/>
                  </a:lnTo>
                  <a:lnTo>
                    <a:pt x="2547" y="5756"/>
                  </a:lnTo>
                  <a:lnTo>
                    <a:pt x="2808" y="5876"/>
                  </a:lnTo>
                  <a:lnTo>
                    <a:pt x="3069" y="5956"/>
                  </a:lnTo>
                  <a:lnTo>
                    <a:pt x="3329" y="6036"/>
                  </a:lnTo>
                  <a:lnTo>
                    <a:pt x="357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5295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8" y="6036"/>
                  </a:lnTo>
                  <a:lnTo>
                    <a:pt x="6659" y="5956"/>
                  </a:lnTo>
                  <a:lnTo>
                    <a:pt x="6919" y="5876"/>
                  </a:lnTo>
                  <a:lnTo>
                    <a:pt x="7180" y="5756"/>
                  </a:lnTo>
                  <a:lnTo>
                    <a:pt x="7441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63" y="5054"/>
                  </a:lnTo>
                  <a:lnTo>
                    <a:pt x="8524" y="4793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544" y="4613"/>
                  </a:lnTo>
                  <a:lnTo>
                    <a:pt x="8203" y="4813"/>
                  </a:lnTo>
                  <a:lnTo>
                    <a:pt x="7842" y="4954"/>
                  </a:lnTo>
                  <a:lnTo>
                    <a:pt x="7481" y="5094"/>
                  </a:lnTo>
                  <a:lnTo>
                    <a:pt x="7100" y="5194"/>
                  </a:lnTo>
                  <a:lnTo>
                    <a:pt x="6719" y="5274"/>
                  </a:lnTo>
                  <a:lnTo>
                    <a:pt x="6338" y="5314"/>
                  </a:lnTo>
                  <a:lnTo>
                    <a:pt x="5937" y="5335"/>
                  </a:lnTo>
                  <a:lnTo>
                    <a:pt x="5676" y="5314"/>
                  </a:lnTo>
                  <a:lnTo>
                    <a:pt x="5415" y="5294"/>
                  </a:lnTo>
                  <a:lnTo>
                    <a:pt x="5154" y="5274"/>
                  </a:lnTo>
                  <a:lnTo>
                    <a:pt x="4914" y="5214"/>
                  </a:lnTo>
                  <a:lnTo>
                    <a:pt x="4653" y="5154"/>
                  </a:lnTo>
                  <a:lnTo>
                    <a:pt x="4412" y="5074"/>
                  </a:lnTo>
                  <a:lnTo>
                    <a:pt x="4152" y="4994"/>
                  </a:lnTo>
                  <a:lnTo>
                    <a:pt x="3911" y="4893"/>
                  </a:lnTo>
                  <a:lnTo>
                    <a:pt x="3550" y="4693"/>
                  </a:lnTo>
                  <a:lnTo>
                    <a:pt x="3209" y="4472"/>
                  </a:lnTo>
                  <a:lnTo>
                    <a:pt x="2908" y="4252"/>
                  </a:lnTo>
                  <a:lnTo>
                    <a:pt x="2648" y="3991"/>
                  </a:lnTo>
                  <a:lnTo>
                    <a:pt x="2427" y="3710"/>
                  </a:lnTo>
                  <a:lnTo>
                    <a:pt x="2227" y="3429"/>
                  </a:lnTo>
                  <a:lnTo>
                    <a:pt x="2066" y="3129"/>
                  </a:lnTo>
                  <a:lnTo>
                    <a:pt x="1946" y="2808"/>
                  </a:lnTo>
                  <a:lnTo>
                    <a:pt x="1825" y="2487"/>
                  </a:lnTo>
                  <a:lnTo>
                    <a:pt x="1765" y="2146"/>
                  </a:lnTo>
                  <a:lnTo>
                    <a:pt x="1725" y="1805"/>
                  </a:lnTo>
                  <a:lnTo>
                    <a:pt x="1705" y="1444"/>
                  </a:lnTo>
                  <a:lnTo>
                    <a:pt x="1705" y="1083"/>
                  </a:lnTo>
                  <a:lnTo>
                    <a:pt x="1745" y="722"/>
                  </a:lnTo>
                  <a:lnTo>
                    <a:pt x="1805" y="361"/>
                  </a:lnTo>
                  <a:lnTo>
                    <a:pt x="190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42">
              <a:extLst>
                <a:ext uri="{FF2B5EF4-FFF2-40B4-BE49-F238E27FC236}">
                  <a16:creationId xmlns:a16="http://schemas.microsoft.com/office/drawing/2014/main" id="{74CFEC24-6CE9-0A9C-A1BC-A2E381B69B62}"/>
                </a:ext>
              </a:extLst>
            </p:cNvPr>
            <p:cNvSpPr/>
            <p:nvPr/>
          </p:nvSpPr>
          <p:spPr>
            <a:xfrm>
              <a:off x="11277725" y="3008638"/>
              <a:ext cx="221625" cy="154425"/>
            </a:xfrm>
            <a:custGeom>
              <a:avLst/>
              <a:gdLst/>
              <a:ahLst/>
              <a:cxnLst/>
              <a:rect l="l" t="t" r="r" b="b"/>
              <a:pathLst>
                <a:path w="8865" h="6177" fill="none" extrusionOk="0">
                  <a:moveTo>
                    <a:pt x="1906" y="0"/>
                  </a:moveTo>
                  <a:lnTo>
                    <a:pt x="141" y="0"/>
                  </a:lnTo>
                  <a:lnTo>
                    <a:pt x="141" y="0"/>
                  </a:lnTo>
                  <a:lnTo>
                    <a:pt x="121" y="100"/>
                  </a:lnTo>
                  <a:lnTo>
                    <a:pt x="81" y="421"/>
                  </a:lnTo>
                  <a:lnTo>
                    <a:pt x="21" y="902"/>
                  </a:lnTo>
                  <a:lnTo>
                    <a:pt x="0" y="1183"/>
                  </a:lnTo>
                  <a:lnTo>
                    <a:pt x="0" y="1484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1" y="2226"/>
                  </a:lnTo>
                  <a:lnTo>
                    <a:pt x="101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2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3" y="4332"/>
                  </a:lnTo>
                  <a:lnTo>
                    <a:pt x="943" y="4512"/>
                  </a:lnTo>
                  <a:lnTo>
                    <a:pt x="943" y="4512"/>
                  </a:lnTo>
                  <a:lnTo>
                    <a:pt x="1204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2006" y="5455"/>
                  </a:lnTo>
                  <a:lnTo>
                    <a:pt x="2267" y="5615"/>
                  </a:lnTo>
                  <a:lnTo>
                    <a:pt x="2547" y="5756"/>
                  </a:lnTo>
                  <a:lnTo>
                    <a:pt x="2808" y="5876"/>
                  </a:lnTo>
                  <a:lnTo>
                    <a:pt x="3069" y="5956"/>
                  </a:lnTo>
                  <a:lnTo>
                    <a:pt x="3329" y="6036"/>
                  </a:lnTo>
                  <a:lnTo>
                    <a:pt x="357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4753" y="6177"/>
                  </a:lnTo>
                  <a:lnTo>
                    <a:pt x="4753" y="6177"/>
                  </a:lnTo>
                  <a:lnTo>
                    <a:pt x="4854" y="6177"/>
                  </a:lnTo>
                  <a:lnTo>
                    <a:pt x="4854" y="6177"/>
                  </a:lnTo>
                  <a:lnTo>
                    <a:pt x="4974" y="6177"/>
                  </a:lnTo>
                  <a:lnTo>
                    <a:pt x="4974" y="6177"/>
                  </a:lnTo>
                  <a:lnTo>
                    <a:pt x="5295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8" y="6036"/>
                  </a:lnTo>
                  <a:lnTo>
                    <a:pt x="6659" y="5956"/>
                  </a:lnTo>
                  <a:lnTo>
                    <a:pt x="6919" y="5876"/>
                  </a:lnTo>
                  <a:lnTo>
                    <a:pt x="7180" y="5756"/>
                  </a:lnTo>
                  <a:lnTo>
                    <a:pt x="7441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63" y="5054"/>
                  </a:lnTo>
                  <a:lnTo>
                    <a:pt x="8524" y="4793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865" y="4412"/>
                  </a:lnTo>
                  <a:lnTo>
                    <a:pt x="8544" y="4613"/>
                  </a:lnTo>
                  <a:lnTo>
                    <a:pt x="8203" y="4813"/>
                  </a:lnTo>
                  <a:lnTo>
                    <a:pt x="7842" y="4954"/>
                  </a:lnTo>
                  <a:lnTo>
                    <a:pt x="7481" y="5094"/>
                  </a:lnTo>
                  <a:lnTo>
                    <a:pt x="7100" y="5194"/>
                  </a:lnTo>
                  <a:lnTo>
                    <a:pt x="6719" y="5274"/>
                  </a:lnTo>
                  <a:lnTo>
                    <a:pt x="6338" y="5314"/>
                  </a:lnTo>
                  <a:lnTo>
                    <a:pt x="5937" y="5335"/>
                  </a:lnTo>
                  <a:lnTo>
                    <a:pt x="5937" y="5335"/>
                  </a:lnTo>
                  <a:lnTo>
                    <a:pt x="5676" y="5314"/>
                  </a:lnTo>
                  <a:lnTo>
                    <a:pt x="5415" y="5294"/>
                  </a:lnTo>
                  <a:lnTo>
                    <a:pt x="5154" y="5274"/>
                  </a:lnTo>
                  <a:lnTo>
                    <a:pt x="4914" y="5214"/>
                  </a:lnTo>
                  <a:lnTo>
                    <a:pt x="4653" y="5154"/>
                  </a:lnTo>
                  <a:lnTo>
                    <a:pt x="4412" y="5074"/>
                  </a:lnTo>
                  <a:lnTo>
                    <a:pt x="4152" y="4994"/>
                  </a:lnTo>
                  <a:lnTo>
                    <a:pt x="3911" y="4893"/>
                  </a:lnTo>
                  <a:lnTo>
                    <a:pt x="3911" y="4893"/>
                  </a:lnTo>
                  <a:lnTo>
                    <a:pt x="3550" y="4693"/>
                  </a:lnTo>
                  <a:lnTo>
                    <a:pt x="3209" y="4472"/>
                  </a:lnTo>
                  <a:lnTo>
                    <a:pt x="2908" y="4252"/>
                  </a:lnTo>
                  <a:lnTo>
                    <a:pt x="2648" y="3991"/>
                  </a:lnTo>
                  <a:lnTo>
                    <a:pt x="2427" y="3710"/>
                  </a:lnTo>
                  <a:lnTo>
                    <a:pt x="2227" y="3429"/>
                  </a:lnTo>
                  <a:lnTo>
                    <a:pt x="2066" y="3129"/>
                  </a:lnTo>
                  <a:lnTo>
                    <a:pt x="1946" y="2808"/>
                  </a:lnTo>
                  <a:lnTo>
                    <a:pt x="1825" y="2487"/>
                  </a:lnTo>
                  <a:lnTo>
                    <a:pt x="1765" y="2146"/>
                  </a:lnTo>
                  <a:lnTo>
                    <a:pt x="1725" y="1805"/>
                  </a:lnTo>
                  <a:lnTo>
                    <a:pt x="1705" y="1444"/>
                  </a:lnTo>
                  <a:lnTo>
                    <a:pt x="1705" y="1083"/>
                  </a:lnTo>
                  <a:lnTo>
                    <a:pt x="1745" y="722"/>
                  </a:lnTo>
                  <a:lnTo>
                    <a:pt x="1805" y="361"/>
                  </a:lnTo>
                  <a:lnTo>
                    <a:pt x="190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42">
              <a:extLst>
                <a:ext uri="{FF2B5EF4-FFF2-40B4-BE49-F238E27FC236}">
                  <a16:creationId xmlns:a16="http://schemas.microsoft.com/office/drawing/2014/main" id="{16075E95-8654-E2A0-90D4-E043D6628A21}"/>
                </a:ext>
              </a:extLst>
            </p:cNvPr>
            <p:cNvSpPr/>
            <p:nvPr/>
          </p:nvSpPr>
          <p:spPr>
            <a:xfrm>
              <a:off x="11088700" y="3285888"/>
              <a:ext cx="142925" cy="211600"/>
            </a:xfrm>
            <a:custGeom>
              <a:avLst/>
              <a:gdLst/>
              <a:ahLst/>
              <a:cxnLst/>
              <a:rect l="l" t="t" r="r" b="b"/>
              <a:pathLst>
                <a:path w="5717" h="8464" extrusionOk="0">
                  <a:moveTo>
                    <a:pt x="2869" y="0"/>
                  </a:moveTo>
                  <a:lnTo>
                    <a:pt x="2568" y="20"/>
                  </a:lnTo>
                  <a:lnTo>
                    <a:pt x="2287" y="60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505" y="341"/>
                  </a:lnTo>
                  <a:lnTo>
                    <a:pt x="1264" y="482"/>
                  </a:lnTo>
                  <a:lnTo>
                    <a:pt x="1044" y="642"/>
                  </a:lnTo>
                  <a:lnTo>
                    <a:pt x="843" y="842"/>
                  </a:lnTo>
                  <a:lnTo>
                    <a:pt x="663" y="1043"/>
                  </a:lnTo>
                  <a:lnTo>
                    <a:pt x="482" y="1264"/>
                  </a:lnTo>
                  <a:lnTo>
                    <a:pt x="342" y="1484"/>
                  </a:lnTo>
                  <a:lnTo>
                    <a:pt x="222" y="1745"/>
                  </a:lnTo>
                  <a:lnTo>
                    <a:pt x="141" y="2006"/>
                  </a:lnTo>
                  <a:lnTo>
                    <a:pt x="61" y="2286"/>
                  </a:lnTo>
                  <a:lnTo>
                    <a:pt x="21" y="2567"/>
                  </a:lnTo>
                  <a:lnTo>
                    <a:pt x="1" y="2848"/>
                  </a:lnTo>
                  <a:lnTo>
                    <a:pt x="1" y="5595"/>
                  </a:lnTo>
                  <a:lnTo>
                    <a:pt x="21" y="5896"/>
                  </a:lnTo>
                  <a:lnTo>
                    <a:pt x="61" y="6177"/>
                  </a:lnTo>
                  <a:lnTo>
                    <a:pt x="141" y="6458"/>
                  </a:lnTo>
                  <a:lnTo>
                    <a:pt x="222" y="6718"/>
                  </a:lnTo>
                  <a:lnTo>
                    <a:pt x="342" y="6959"/>
                  </a:lnTo>
                  <a:lnTo>
                    <a:pt x="482" y="7200"/>
                  </a:lnTo>
                  <a:lnTo>
                    <a:pt x="663" y="7420"/>
                  </a:lnTo>
                  <a:lnTo>
                    <a:pt x="843" y="7621"/>
                  </a:lnTo>
                  <a:lnTo>
                    <a:pt x="1044" y="7801"/>
                  </a:lnTo>
                  <a:lnTo>
                    <a:pt x="1264" y="7982"/>
                  </a:lnTo>
                  <a:lnTo>
                    <a:pt x="1505" y="8122"/>
                  </a:lnTo>
                  <a:lnTo>
                    <a:pt x="1746" y="8243"/>
                  </a:lnTo>
                  <a:lnTo>
                    <a:pt x="2006" y="8323"/>
                  </a:lnTo>
                  <a:lnTo>
                    <a:pt x="2287" y="8403"/>
                  </a:lnTo>
                  <a:lnTo>
                    <a:pt x="2568" y="8443"/>
                  </a:lnTo>
                  <a:lnTo>
                    <a:pt x="2869" y="8463"/>
                  </a:lnTo>
                  <a:lnTo>
                    <a:pt x="3170" y="8443"/>
                  </a:lnTo>
                  <a:lnTo>
                    <a:pt x="3470" y="8403"/>
                  </a:lnTo>
                  <a:lnTo>
                    <a:pt x="3751" y="8323"/>
                  </a:lnTo>
                  <a:lnTo>
                    <a:pt x="4032" y="8203"/>
                  </a:lnTo>
                  <a:lnTo>
                    <a:pt x="4293" y="8082"/>
                  </a:lnTo>
                  <a:lnTo>
                    <a:pt x="4533" y="7922"/>
                  </a:lnTo>
                  <a:lnTo>
                    <a:pt x="4754" y="7741"/>
                  </a:lnTo>
                  <a:lnTo>
                    <a:pt x="4954" y="7541"/>
                  </a:lnTo>
                  <a:lnTo>
                    <a:pt x="5135" y="7340"/>
                  </a:lnTo>
                  <a:lnTo>
                    <a:pt x="5275" y="7120"/>
                  </a:lnTo>
                  <a:lnTo>
                    <a:pt x="5416" y="6899"/>
                  </a:lnTo>
                  <a:lnTo>
                    <a:pt x="5516" y="6658"/>
                  </a:lnTo>
                  <a:lnTo>
                    <a:pt x="5596" y="6398"/>
                  </a:lnTo>
                  <a:lnTo>
                    <a:pt x="5656" y="6157"/>
                  </a:lnTo>
                  <a:lnTo>
                    <a:pt x="5696" y="5876"/>
                  </a:lnTo>
                  <a:lnTo>
                    <a:pt x="5716" y="5595"/>
                  </a:lnTo>
                  <a:lnTo>
                    <a:pt x="5716" y="2848"/>
                  </a:lnTo>
                  <a:lnTo>
                    <a:pt x="5696" y="2567"/>
                  </a:lnTo>
                  <a:lnTo>
                    <a:pt x="5656" y="2286"/>
                  </a:lnTo>
                  <a:lnTo>
                    <a:pt x="5596" y="2006"/>
                  </a:lnTo>
                  <a:lnTo>
                    <a:pt x="5496" y="1745"/>
                  </a:lnTo>
                  <a:lnTo>
                    <a:pt x="5376" y="1484"/>
                  </a:lnTo>
                  <a:lnTo>
                    <a:pt x="5235" y="1264"/>
                  </a:lnTo>
                  <a:lnTo>
                    <a:pt x="5055" y="1043"/>
                  </a:lnTo>
                  <a:lnTo>
                    <a:pt x="4874" y="842"/>
                  </a:lnTo>
                  <a:lnTo>
                    <a:pt x="4654" y="642"/>
                  </a:lnTo>
                  <a:lnTo>
                    <a:pt x="4413" y="461"/>
                  </a:lnTo>
                  <a:lnTo>
                    <a:pt x="4152" y="301"/>
                  </a:lnTo>
                  <a:lnTo>
                    <a:pt x="3871" y="181"/>
                  </a:lnTo>
                  <a:lnTo>
                    <a:pt x="3631" y="100"/>
                  </a:lnTo>
                  <a:lnTo>
                    <a:pt x="3390" y="40"/>
                  </a:lnTo>
                  <a:lnTo>
                    <a:pt x="3129" y="20"/>
                  </a:lnTo>
                  <a:lnTo>
                    <a:pt x="28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42">
              <a:extLst>
                <a:ext uri="{FF2B5EF4-FFF2-40B4-BE49-F238E27FC236}">
                  <a16:creationId xmlns:a16="http://schemas.microsoft.com/office/drawing/2014/main" id="{4B6A993E-3A0E-9B79-7007-F633D55C3A95}"/>
                </a:ext>
              </a:extLst>
            </p:cNvPr>
            <p:cNvSpPr/>
            <p:nvPr/>
          </p:nvSpPr>
          <p:spPr>
            <a:xfrm>
              <a:off x="11088700" y="3285888"/>
              <a:ext cx="142925" cy="211600"/>
            </a:xfrm>
            <a:custGeom>
              <a:avLst/>
              <a:gdLst/>
              <a:ahLst/>
              <a:cxnLst/>
              <a:rect l="l" t="t" r="r" b="b"/>
              <a:pathLst>
                <a:path w="5717" h="8464" fill="none" extrusionOk="0">
                  <a:moveTo>
                    <a:pt x="5716" y="2848"/>
                  </a:moveTo>
                  <a:lnTo>
                    <a:pt x="5716" y="5595"/>
                  </a:lnTo>
                  <a:lnTo>
                    <a:pt x="5716" y="5595"/>
                  </a:lnTo>
                  <a:lnTo>
                    <a:pt x="5696" y="5876"/>
                  </a:lnTo>
                  <a:lnTo>
                    <a:pt x="5656" y="6157"/>
                  </a:lnTo>
                  <a:lnTo>
                    <a:pt x="5596" y="6398"/>
                  </a:lnTo>
                  <a:lnTo>
                    <a:pt x="5516" y="6658"/>
                  </a:lnTo>
                  <a:lnTo>
                    <a:pt x="5416" y="6899"/>
                  </a:lnTo>
                  <a:lnTo>
                    <a:pt x="5275" y="7120"/>
                  </a:lnTo>
                  <a:lnTo>
                    <a:pt x="5135" y="7340"/>
                  </a:lnTo>
                  <a:lnTo>
                    <a:pt x="4954" y="7541"/>
                  </a:lnTo>
                  <a:lnTo>
                    <a:pt x="4954" y="7541"/>
                  </a:lnTo>
                  <a:lnTo>
                    <a:pt x="4754" y="7741"/>
                  </a:lnTo>
                  <a:lnTo>
                    <a:pt x="4533" y="7922"/>
                  </a:lnTo>
                  <a:lnTo>
                    <a:pt x="4293" y="8082"/>
                  </a:lnTo>
                  <a:lnTo>
                    <a:pt x="4032" y="8203"/>
                  </a:lnTo>
                  <a:lnTo>
                    <a:pt x="3751" y="8323"/>
                  </a:lnTo>
                  <a:lnTo>
                    <a:pt x="3470" y="8403"/>
                  </a:lnTo>
                  <a:lnTo>
                    <a:pt x="3170" y="8443"/>
                  </a:lnTo>
                  <a:lnTo>
                    <a:pt x="2869" y="8463"/>
                  </a:lnTo>
                  <a:lnTo>
                    <a:pt x="2869" y="8463"/>
                  </a:lnTo>
                  <a:lnTo>
                    <a:pt x="2568" y="8443"/>
                  </a:lnTo>
                  <a:lnTo>
                    <a:pt x="2287" y="8403"/>
                  </a:lnTo>
                  <a:lnTo>
                    <a:pt x="2006" y="8323"/>
                  </a:lnTo>
                  <a:lnTo>
                    <a:pt x="1746" y="8243"/>
                  </a:lnTo>
                  <a:lnTo>
                    <a:pt x="1505" y="8122"/>
                  </a:lnTo>
                  <a:lnTo>
                    <a:pt x="1264" y="7982"/>
                  </a:lnTo>
                  <a:lnTo>
                    <a:pt x="1044" y="7801"/>
                  </a:lnTo>
                  <a:lnTo>
                    <a:pt x="843" y="7621"/>
                  </a:lnTo>
                  <a:lnTo>
                    <a:pt x="843" y="7621"/>
                  </a:lnTo>
                  <a:lnTo>
                    <a:pt x="663" y="7420"/>
                  </a:lnTo>
                  <a:lnTo>
                    <a:pt x="482" y="7200"/>
                  </a:lnTo>
                  <a:lnTo>
                    <a:pt x="342" y="6959"/>
                  </a:lnTo>
                  <a:lnTo>
                    <a:pt x="222" y="6718"/>
                  </a:lnTo>
                  <a:lnTo>
                    <a:pt x="141" y="6458"/>
                  </a:lnTo>
                  <a:lnTo>
                    <a:pt x="61" y="6177"/>
                  </a:lnTo>
                  <a:lnTo>
                    <a:pt x="21" y="5896"/>
                  </a:lnTo>
                  <a:lnTo>
                    <a:pt x="1" y="5595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21" y="2567"/>
                  </a:lnTo>
                  <a:lnTo>
                    <a:pt x="61" y="2286"/>
                  </a:lnTo>
                  <a:lnTo>
                    <a:pt x="141" y="2006"/>
                  </a:lnTo>
                  <a:lnTo>
                    <a:pt x="222" y="1745"/>
                  </a:lnTo>
                  <a:lnTo>
                    <a:pt x="342" y="1484"/>
                  </a:lnTo>
                  <a:lnTo>
                    <a:pt x="482" y="1264"/>
                  </a:lnTo>
                  <a:lnTo>
                    <a:pt x="663" y="1043"/>
                  </a:lnTo>
                  <a:lnTo>
                    <a:pt x="843" y="842"/>
                  </a:lnTo>
                  <a:lnTo>
                    <a:pt x="1044" y="642"/>
                  </a:lnTo>
                  <a:lnTo>
                    <a:pt x="1264" y="482"/>
                  </a:lnTo>
                  <a:lnTo>
                    <a:pt x="1505" y="341"/>
                  </a:lnTo>
                  <a:lnTo>
                    <a:pt x="1746" y="221"/>
                  </a:lnTo>
                  <a:lnTo>
                    <a:pt x="2006" y="121"/>
                  </a:lnTo>
                  <a:lnTo>
                    <a:pt x="2287" y="60"/>
                  </a:lnTo>
                  <a:lnTo>
                    <a:pt x="2568" y="20"/>
                  </a:lnTo>
                  <a:lnTo>
                    <a:pt x="2869" y="0"/>
                  </a:lnTo>
                  <a:lnTo>
                    <a:pt x="2869" y="0"/>
                  </a:lnTo>
                  <a:lnTo>
                    <a:pt x="3129" y="20"/>
                  </a:lnTo>
                  <a:lnTo>
                    <a:pt x="3390" y="40"/>
                  </a:lnTo>
                  <a:lnTo>
                    <a:pt x="3631" y="100"/>
                  </a:lnTo>
                  <a:lnTo>
                    <a:pt x="3871" y="181"/>
                  </a:lnTo>
                  <a:lnTo>
                    <a:pt x="3871" y="181"/>
                  </a:lnTo>
                  <a:lnTo>
                    <a:pt x="4152" y="301"/>
                  </a:lnTo>
                  <a:lnTo>
                    <a:pt x="4413" y="461"/>
                  </a:lnTo>
                  <a:lnTo>
                    <a:pt x="4654" y="642"/>
                  </a:lnTo>
                  <a:lnTo>
                    <a:pt x="4874" y="842"/>
                  </a:lnTo>
                  <a:lnTo>
                    <a:pt x="4874" y="842"/>
                  </a:lnTo>
                  <a:lnTo>
                    <a:pt x="5055" y="1043"/>
                  </a:lnTo>
                  <a:lnTo>
                    <a:pt x="5235" y="1264"/>
                  </a:lnTo>
                  <a:lnTo>
                    <a:pt x="5376" y="1484"/>
                  </a:lnTo>
                  <a:lnTo>
                    <a:pt x="5496" y="1745"/>
                  </a:lnTo>
                  <a:lnTo>
                    <a:pt x="5596" y="2006"/>
                  </a:lnTo>
                  <a:lnTo>
                    <a:pt x="5656" y="2286"/>
                  </a:lnTo>
                  <a:lnTo>
                    <a:pt x="5696" y="2567"/>
                  </a:lnTo>
                  <a:lnTo>
                    <a:pt x="5716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42">
              <a:extLst>
                <a:ext uri="{FF2B5EF4-FFF2-40B4-BE49-F238E27FC236}">
                  <a16:creationId xmlns:a16="http://schemas.microsoft.com/office/drawing/2014/main" id="{597F0694-E5D9-D5AF-AAE3-556C7B114A59}"/>
                </a:ext>
              </a:extLst>
            </p:cNvPr>
            <p:cNvSpPr/>
            <p:nvPr/>
          </p:nvSpPr>
          <p:spPr>
            <a:xfrm>
              <a:off x="11139850" y="3285888"/>
              <a:ext cx="72725" cy="211600"/>
            </a:xfrm>
            <a:custGeom>
              <a:avLst/>
              <a:gdLst/>
              <a:ahLst/>
              <a:cxnLst/>
              <a:rect l="l" t="t" r="r" b="b"/>
              <a:pathLst>
                <a:path w="2909" h="8464" extrusionOk="0">
                  <a:moveTo>
                    <a:pt x="602" y="0"/>
                  </a:moveTo>
                  <a:lnTo>
                    <a:pt x="402" y="20"/>
                  </a:lnTo>
                  <a:lnTo>
                    <a:pt x="201" y="60"/>
                  </a:lnTo>
                  <a:lnTo>
                    <a:pt x="0" y="121"/>
                  </a:lnTo>
                  <a:lnTo>
                    <a:pt x="101" y="582"/>
                  </a:lnTo>
                  <a:lnTo>
                    <a:pt x="161" y="1043"/>
                  </a:lnTo>
                  <a:lnTo>
                    <a:pt x="201" y="1524"/>
                  </a:lnTo>
                  <a:lnTo>
                    <a:pt x="221" y="2006"/>
                  </a:lnTo>
                  <a:lnTo>
                    <a:pt x="221" y="8403"/>
                  </a:lnTo>
                  <a:lnTo>
                    <a:pt x="522" y="8443"/>
                  </a:lnTo>
                  <a:lnTo>
                    <a:pt x="823" y="8463"/>
                  </a:lnTo>
                  <a:lnTo>
                    <a:pt x="1124" y="8443"/>
                  </a:lnTo>
                  <a:lnTo>
                    <a:pt x="1424" y="8403"/>
                  </a:lnTo>
                  <a:lnTo>
                    <a:pt x="1705" y="8323"/>
                  </a:lnTo>
                  <a:lnTo>
                    <a:pt x="1986" y="8203"/>
                  </a:lnTo>
                  <a:lnTo>
                    <a:pt x="2247" y="8082"/>
                  </a:lnTo>
                  <a:lnTo>
                    <a:pt x="2487" y="7922"/>
                  </a:lnTo>
                  <a:lnTo>
                    <a:pt x="2708" y="7741"/>
                  </a:lnTo>
                  <a:lnTo>
                    <a:pt x="2908" y="7541"/>
                  </a:lnTo>
                  <a:lnTo>
                    <a:pt x="2788" y="7460"/>
                  </a:lnTo>
                  <a:lnTo>
                    <a:pt x="2628" y="7360"/>
                  </a:lnTo>
                  <a:lnTo>
                    <a:pt x="2507" y="7240"/>
                  </a:lnTo>
                  <a:lnTo>
                    <a:pt x="2367" y="7100"/>
                  </a:lnTo>
                  <a:lnTo>
                    <a:pt x="2267" y="6959"/>
                  </a:lnTo>
                  <a:lnTo>
                    <a:pt x="2066" y="6658"/>
                  </a:lnTo>
                  <a:lnTo>
                    <a:pt x="1886" y="6337"/>
                  </a:lnTo>
                  <a:lnTo>
                    <a:pt x="1765" y="5997"/>
                  </a:lnTo>
                  <a:lnTo>
                    <a:pt x="1645" y="5656"/>
                  </a:lnTo>
                  <a:lnTo>
                    <a:pt x="1545" y="5295"/>
                  </a:lnTo>
                  <a:lnTo>
                    <a:pt x="1464" y="4954"/>
                  </a:lnTo>
                  <a:lnTo>
                    <a:pt x="1384" y="4533"/>
                  </a:lnTo>
                  <a:lnTo>
                    <a:pt x="1304" y="3971"/>
                  </a:lnTo>
                  <a:lnTo>
                    <a:pt x="1244" y="3309"/>
                  </a:lnTo>
                  <a:lnTo>
                    <a:pt x="1224" y="2968"/>
                  </a:lnTo>
                  <a:lnTo>
                    <a:pt x="1224" y="2607"/>
                  </a:lnTo>
                  <a:lnTo>
                    <a:pt x="1224" y="2266"/>
                  </a:lnTo>
                  <a:lnTo>
                    <a:pt x="1264" y="1905"/>
                  </a:lnTo>
                  <a:lnTo>
                    <a:pt x="1304" y="1564"/>
                  </a:lnTo>
                  <a:lnTo>
                    <a:pt x="1364" y="1244"/>
                  </a:lnTo>
                  <a:lnTo>
                    <a:pt x="1444" y="943"/>
                  </a:lnTo>
                  <a:lnTo>
                    <a:pt x="1545" y="662"/>
                  </a:lnTo>
                  <a:lnTo>
                    <a:pt x="1685" y="401"/>
                  </a:lnTo>
                  <a:lnTo>
                    <a:pt x="1825" y="181"/>
                  </a:lnTo>
                  <a:lnTo>
                    <a:pt x="1585" y="100"/>
                  </a:lnTo>
                  <a:lnTo>
                    <a:pt x="1344" y="40"/>
                  </a:lnTo>
                  <a:lnTo>
                    <a:pt x="1083" y="20"/>
                  </a:lnTo>
                  <a:lnTo>
                    <a:pt x="82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42">
              <a:extLst>
                <a:ext uri="{FF2B5EF4-FFF2-40B4-BE49-F238E27FC236}">
                  <a16:creationId xmlns:a16="http://schemas.microsoft.com/office/drawing/2014/main" id="{58CFA866-A742-997F-C337-525978C9E979}"/>
                </a:ext>
              </a:extLst>
            </p:cNvPr>
            <p:cNvSpPr/>
            <p:nvPr/>
          </p:nvSpPr>
          <p:spPr>
            <a:xfrm>
              <a:off x="11139850" y="3285888"/>
              <a:ext cx="72725" cy="211600"/>
            </a:xfrm>
            <a:custGeom>
              <a:avLst/>
              <a:gdLst/>
              <a:ahLst/>
              <a:cxnLst/>
              <a:rect l="l" t="t" r="r" b="b"/>
              <a:pathLst>
                <a:path w="2909" h="8464" fill="none" extrusionOk="0">
                  <a:moveTo>
                    <a:pt x="823" y="0"/>
                  </a:moveTo>
                  <a:lnTo>
                    <a:pt x="823" y="0"/>
                  </a:lnTo>
                  <a:lnTo>
                    <a:pt x="602" y="0"/>
                  </a:lnTo>
                  <a:lnTo>
                    <a:pt x="402" y="20"/>
                  </a:lnTo>
                  <a:lnTo>
                    <a:pt x="201" y="60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101" y="582"/>
                  </a:lnTo>
                  <a:lnTo>
                    <a:pt x="161" y="1043"/>
                  </a:lnTo>
                  <a:lnTo>
                    <a:pt x="201" y="1524"/>
                  </a:lnTo>
                  <a:lnTo>
                    <a:pt x="221" y="2006"/>
                  </a:lnTo>
                  <a:lnTo>
                    <a:pt x="221" y="8403"/>
                  </a:lnTo>
                  <a:lnTo>
                    <a:pt x="221" y="8403"/>
                  </a:lnTo>
                  <a:lnTo>
                    <a:pt x="522" y="8443"/>
                  </a:lnTo>
                  <a:lnTo>
                    <a:pt x="823" y="8463"/>
                  </a:lnTo>
                  <a:lnTo>
                    <a:pt x="823" y="8463"/>
                  </a:lnTo>
                  <a:lnTo>
                    <a:pt x="1124" y="8443"/>
                  </a:lnTo>
                  <a:lnTo>
                    <a:pt x="1424" y="8403"/>
                  </a:lnTo>
                  <a:lnTo>
                    <a:pt x="1705" y="8323"/>
                  </a:lnTo>
                  <a:lnTo>
                    <a:pt x="1986" y="8203"/>
                  </a:lnTo>
                  <a:lnTo>
                    <a:pt x="2247" y="8082"/>
                  </a:lnTo>
                  <a:lnTo>
                    <a:pt x="2487" y="7922"/>
                  </a:lnTo>
                  <a:lnTo>
                    <a:pt x="2708" y="7741"/>
                  </a:lnTo>
                  <a:lnTo>
                    <a:pt x="2908" y="7541"/>
                  </a:lnTo>
                  <a:lnTo>
                    <a:pt x="2908" y="7541"/>
                  </a:lnTo>
                  <a:lnTo>
                    <a:pt x="2788" y="7460"/>
                  </a:lnTo>
                  <a:lnTo>
                    <a:pt x="2788" y="7460"/>
                  </a:lnTo>
                  <a:lnTo>
                    <a:pt x="2628" y="7360"/>
                  </a:lnTo>
                  <a:lnTo>
                    <a:pt x="2507" y="7240"/>
                  </a:lnTo>
                  <a:lnTo>
                    <a:pt x="2367" y="7100"/>
                  </a:lnTo>
                  <a:lnTo>
                    <a:pt x="2267" y="6959"/>
                  </a:lnTo>
                  <a:lnTo>
                    <a:pt x="2066" y="6658"/>
                  </a:lnTo>
                  <a:lnTo>
                    <a:pt x="1886" y="6337"/>
                  </a:lnTo>
                  <a:lnTo>
                    <a:pt x="1765" y="5997"/>
                  </a:lnTo>
                  <a:lnTo>
                    <a:pt x="1645" y="5656"/>
                  </a:lnTo>
                  <a:lnTo>
                    <a:pt x="1545" y="5295"/>
                  </a:lnTo>
                  <a:lnTo>
                    <a:pt x="1464" y="4954"/>
                  </a:lnTo>
                  <a:lnTo>
                    <a:pt x="1464" y="4954"/>
                  </a:lnTo>
                  <a:lnTo>
                    <a:pt x="1384" y="4533"/>
                  </a:lnTo>
                  <a:lnTo>
                    <a:pt x="1304" y="3971"/>
                  </a:lnTo>
                  <a:lnTo>
                    <a:pt x="1244" y="3309"/>
                  </a:lnTo>
                  <a:lnTo>
                    <a:pt x="1224" y="2968"/>
                  </a:lnTo>
                  <a:lnTo>
                    <a:pt x="1224" y="2607"/>
                  </a:lnTo>
                  <a:lnTo>
                    <a:pt x="1224" y="2266"/>
                  </a:lnTo>
                  <a:lnTo>
                    <a:pt x="1264" y="1905"/>
                  </a:lnTo>
                  <a:lnTo>
                    <a:pt x="1304" y="1564"/>
                  </a:lnTo>
                  <a:lnTo>
                    <a:pt x="1364" y="1244"/>
                  </a:lnTo>
                  <a:lnTo>
                    <a:pt x="1444" y="943"/>
                  </a:lnTo>
                  <a:lnTo>
                    <a:pt x="1545" y="662"/>
                  </a:lnTo>
                  <a:lnTo>
                    <a:pt x="1685" y="401"/>
                  </a:lnTo>
                  <a:lnTo>
                    <a:pt x="1825" y="181"/>
                  </a:lnTo>
                  <a:lnTo>
                    <a:pt x="1825" y="181"/>
                  </a:lnTo>
                  <a:lnTo>
                    <a:pt x="1585" y="100"/>
                  </a:lnTo>
                  <a:lnTo>
                    <a:pt x="1344" y="40"/>
                  </a:lnTo>
                  <a:lnTo>
                    <a:pt x="1083" y="20"/>
                  </a:lnTo>
                  <a:lnTo>
                    <a:pt x="8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42">
              <a:extLst>
                <a:ext uri="{FF2B5EF4-FFF2-40B4-BE49-F238E27FC236}">
                  <a16:creationId xmlns:a16="http://schemas.microsoft.com/office/drawing/2014/main" id="{3EFE0FF6-674B-0A63-4844-55B7758F777D}"/>
                </a:ext>
              </a:extLst>
            </p:cNvPr>
            <p:cNvSpPr/>
            <p:nvPr/>
          </p:nvSpPr>
          <p:spPr>
            <a:xfrm>
              <a:off x="10603400" y="2300713"/>
              <a:ext cx="76225" cy="76225"/>
            </a:xfrm>
            <a:custGeom>
              <a:avLst/>
              <a:gdLst/>
              <a:ahLst/>
              <a:cxnLst/>
              <a:rect l="l" t="t" r="r" b="b"/>
              <a:pathLst>
                <a:path w="3049" h="3049" extrusionOk="0">
                  <a:moveTo>
                    <a:pt x="1464" y="0"/>
                  </a:moveTo>
                  <a:lnTo>
                    <a:pt x="1284" y="20"/>
                  </a:lnTo>
                  <a:lnTo>
                    <a:pt x="1123" y="60"/>
                  </a:lnTo>
                  <a:lnTo>
                    <a:pt x="963" y="120"/>
                  </a:lnTo>
                  <a:lnTo>
                    <a:pt x="822" y="180"/>
                  </a:lnTo>
                  <a:lnTo>
                    <a:pt x="682" y="261"/>
                  </a:lnTo>
                  <a:lnTo>
                    <a:pt x="542" y="361"/>
                  </a:lnTo>
                  <a:lnTo>
                    <a:pt x="441" y="481"/>
                  </a:lnTo>
                  <a:lnTo>
                    <a:pt x="321" y="622"/>
                  </a:lnTo>
                  <a:lnTo>
                    <a:pt x="241" y="742"/>
                  </a:lnTo>
                  <a:lnTo>
                    <a:pt x="161" y="902"/>
                  </a:lnTo>
                  <a:lnTo>
                    <a:pt x="100" y="1043"/>
                  </a:lnTo>
                  <a:lnTo>
                    <a:pt x="40" y="1223"/>
                  </a:lnTo>
                  <a:lnTo>
                    <a:pt x="20" y="1384"/>
                  </a:lnTo>
                  <a:lnTo>
                    <a:pt x="0" y="1564"/>
                  </a:lnTo>
                  <a:lnTo>
                    <a:pt x="20" y="1725"/>
                  </a:lnTo>
                  <a:lnTo>
                    <a:pt x="40" y="1865"/>
                  </a:lnTo>
                  <a:lnTo>
                    <a:pt x="80" y="1985"/>
                  </a:lnTo>
                  <a:lnTo>
                    <a:pt x="121" y="2126"/>
                  </a:lnTo>
                  <a:lnTo>
                    <a:pt x="181" y="2246"/>
                  </a:lnTo>
                  <a:lnTo>
                    <a:pt x="261" y="2366"/>
                  </a:lnTo>
                  <a:lnTo>
                    <a:pt x="341" y="2467"/>
                  </a:lnTo>
                  <a:lnTo>
                    <a:pt x="441" y="2587"/>
                  </a:lnTo>
                  <a:lnTo>
                    <a:pt x="542" y="2687"/>
                  </a:lnTo>
                  <a:lnTo>
                    <a:pt x="662" y="2768"/>
                  </a:lnTo>
                  <a:lnTo>
                    <a:pt x="782" y="2848"/>
                  </a:lnTo>
                  <a:lnTo>
                    <a:pt x="923" y="2908"/>
                  </a:lnTo>
                  <a:lnTo>
                    <a:pt x="1063" y="2968"/>
                  </a:lnTo>
                  <a:lnTo>
                    <a:pt x="1223" y="3008"/>
                  </a:lnTo>
                  <a:lnTo>
                    <a:pt x="1384" y="3028"/>
                  </a:lnTo>
                  <a:lnTo>
                    <a:pt x="1544" y="3048"/>
                  </a:lnTo>
                  <a:lnTo>
                    <a:pt x="1725" y="3028"/>
                  </a:lnTo>
                  <a:lnTo>
                    <a:pt x="1925" y="3008"/>
                  </a:lnTo>
                  <a:lnTo>
                    <a:pt x="2126" y="2928"/>
                  </a:lnTo>
                  <a:lnTo>
                    <a:pt x="2306" y="2848"/>
                  </a:lnTo>
                  <a:lnTo>
                    <a:pt x="2487" y="2727"/>
                  </a:lnTo>
                  <a:lnTo>
                    <a:pt x="2627" y="2567"/>
                  </a:lnTo>
                  <a:lnTo>
                    <a:pt x="2768" y="2407"/>
                  </a:lnTo>
                  <a:lnTo>
                    <a:pt x="2868" y="2226"/>
                  </a:lnTo>
                  <a:lnTo>
                    <a:pt x="2948" y="2026"/>
                  </a:lnTo>
                  <a:lnTo>
                    <a:pt x="3008" y="1865"/>
                  </a:lnTo>
                  <a:lnTo>
                    <a:pt x="3028" y="1685"/>
                  </a:lnTo>
                  <a:lnTo>
                    <a:pt x="3048" y="1504"/>
                  </a:lnTo>
                  <a:lnTo>
                    <a:pt x="3028" y="1324"/>
                  </a:lnTo>
                  <a:lnTo>
                    <a:pt x="3008" y="1163"/>
                  </a:lnTo>
                  <a:lnTo>
                    <a:pt x="2948" y="1003"/>
                  </a:lnTo>
                  <a:lnTo>
                    <a:pt x="2888" y="842"/>
                  </a:lnTo>
                  <a:lnTo>
                    <a:pt x="2788" y="702"/>
                  </a:lnTo>
                  <a:lnTo>
                    <a:pt x="2687" y="562"/>
                  </a:lnTo>
                  <a:lnTo>
                    <a:pt x="2587" y="441"/>
                  </a:lnTo>
                  <a:lnTo>
                    <a:pt x="2447" y="321"/>
                  </a:lnTo>
                  <a:lnTo>
                    <a:pt x="2306" y="221"/>
                  </a:lnTo>
                  <a:lnTo>
                    <a:pt x="2166" y="140"/>
                  </a:lnTo>
                  <a:lnTo>
                    <a:pt x="1986" y="80"/>
                  </a:lnTo>
                  <a:lnTo>
                    <a:pt x="1825" y="40"/>
                  </a:lnTo>
                  <a:lnTo>
                    <a:pt x="1645" y="20"/>
                  </a:lnTo>
                  <a:lnTo>
                    <a:pt x="14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42">
              <a:extLst>
                <a:ext uri="{FF2B5EF4-FFF2-40B4-BE49-F238E27FC236}">
                  <a16:creationId xmlns:a16="http://schemas.microsoft.com/office/drawing/2014/main" id="{5881B973-E265-46F5-B28D-77E7F93D756D}"/>
                </a:ext>
              </a:extLst>
            </p:cNvPr>
            <p:cNvSpPr/>
            <p:nvPr/>
          </p:nvSpPr>
          <p:spPr>
            <a:xfrm>
              <a:off x="10137625" y="2651163"/>
              <a:ext cx="1007775" cy="478825"/>
            </a:xfrm>
            <a:custGeom>
              <a:avLst/>
              <a:gdLst/>
              <a:ahLst/>
              <a:cxnLst/>
              <a:rect l="l" t="t" r="r" b="b"/>
              <a:pathLst>
                <a:path w="40311" h="19153" extrusionOk="0">
                  <a:moveTo>
                    <a:pt x="5877" y="0"/>
                  </a:move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8184" y="17608"/>
                  </a:lnTo>
                  <a:lnTo>
                    <a:pt x="38445" y="17387"/>
                  </a:lnTo>
                  <a:lnTo>
                    <a:pt x="38686" y="17127"/>
                  </a:lnTo>
                  <a:lnTo>
                    <a:pt x="38906" y="16866"/>
                  </a:lnTo>
                  <a:lnTo>
                    <a:pt x="39127" y="16605"/>
                  </a:lnTo>
                  <a:lnTo>
                    <a:pt x="39307" y="16325"/>
                  </a:lnTo>
                  <a:lnTo>
                    <a:pt x="39488" y="16024"/>
                  </a:lnTo>
                  <a:lnTo>
                    <a:pt x="39668" y="15723"/>
                  </a:lnTo>
                  <a:lnTo>
                    <a:pt x="39809" y="15402"/>
                  </a:lnTo>
                  <a:lnTo>
                    <a:pt x="39929" y="15081"/>
                  </a:lnTo>
                  <a:lnTo>
                    <a:pt x="40049" y="14740"/>
                  </a:lnTo>
                  <a:lnTo>
                    <a:pt x="40150" y="14399"/>
                  </a:lnTo>
                  <a:lnTo>
                    <a:pt x="40210" y="14038"/>
                  </a:lnTo>
                  <a:lnTo>
                    <a:pt x="40270" y="13677"/>
                  </a:lnTo>
                  <a:lnTo>
                    <a:pt x="40290" y="13316"/>
                  </a:lnTo>
                  <a:lnTo>
                    <a:pt x="40310" y="12955"/>
                  </a:lnTo>
                  <a:lnTo>
                    <a:pt x="40310" y="6197"/>
                  </a:lnTo>
                  <a:lnTo>
                    <a:pt x="40310" y="5876"/>
                  </a:lnTo>
                  <a:lnTo>
                    <a:pt x="40270" y="5555"/>
                  </a:lnTo>
                  <a:lnTo>
                    <a:pt x="40230" y="5254"/>
                  </a:lnTo>
                  <a:lnTo>
                    <a:pt x="40190" y="4934"/>
                  </a:lnTo>
                  <a:lnTo>
                    <a:pt x="40110" y="4633"/>
                  </a:lnTo>
                  <a:lnTo>
                    <a:pt x="40029" y="4352"/>
                  </a:lnTo>
                  <a:lnTo>
                    <a:pt x="39929" y="4051"/>
                  </a:lnTo>
                  <a:lnTo>
                    <a:pt x="39829" y="3770"/>
                  </a:lnTo>
                  <a:lnTo>
                    <a:pt x="39688" y="3510"/>
                  </a:lnTo>
                  <a:lnTo>
                    <a:pt x="39568" y="3229"/>
                  </a:lnTo>
                  <a:lnTo>
                    <a:pt x="39408" y="2988"/>
                  </a:lnTo>
                  <a:lnTo>
                    <a:pt x="39247" y="2728"/>
                  </a:lnTo>
                  <a:lnTo>
                    <a:pt x="39087" y="2487"/>
                  </a:lnTo>
                  <a:lnTo>
                    <a:pt x="38886" y="2246"/>
                  </a:lnTo>
                  <a:lnTo>
                    <a:pt x="38706" y="2026"/>
                  </a:lnTo>
                  <a:lnTo>
                    <a:pt x="38485" y="1805"/>
                  </a:lnTo>
                  <a:lnTo>
                    <a:pt x="38285" y="1604"/>
                  </a:lnTo>
                  <a:lnTo>
                    <a:pt x="38064" y="1404"/>
                  </a:lnTo>
                  <a:lnTo>
                    <a:pt x="37823" y="1223"/>
                  </a:lnTo>
                  <a:lnTo>
                    <a:pt x="37583" y="1063"/>
                  </a:lnTo>
                  <a:lnTo>
                    <a:pt x="37322" y="903"/>
                  </a:lnTo>
                  <a:lnTo>
                    <a:pt x="37061" y="742"/>
                  </a:lnTo>
                  <a:lnTo>
                    <a:pt x="36801" y="602"/>
                  </a:lnTo>
                  <a:lnTo>
                    <a:pt x="36520" y="481"/>
                  </a:lnTo>
                  <a:lnTo>
                    <a:pt x="36239" y="381"/>
                  </a:lnTo>
                  <a:lnTo>
                    <a:pt x="35958" y="281"/>
                  </a:lnTo>
                  <a:lnTo>
                    <a:pt x="35657" y="201"/>
                  </a:lnTo>
                  <a:lnTo>
                    <a:pt x="35357" y="120"/>
                  </a:lnTo>
                  <a:lnTo>
                    <a:pt x="35056" y="60"/>
                  </a:lnTo>
                  <a:lnTo>
                    <a:pt x="34755" y="20"/>
                  </a:lnTo>
                  <a:lnTo>
                    <a:pt x="344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42">
              <a:extLst>
                <a:ext uri="{FF2B5EF4-FFF2-40B4-BE49-F238E27FC236}">
                  <a16:creationId xmlns:a16="http://schemas.microsoft.com/office/drawing/2014/main" id="{AB66038D-021F-E52F-B894-3747C9B1913F}"/>
                </a:ext>
              </a:extLst>
            </p:cNvPr>
            <p:cNvSpPr/>
            <p:nvPr/>
          </p:nvSpPr>
          <p:spPr>
            <a:xfrm>
              <a:off x="10137625" y="2651163"/>
              <a:ext cx="1007775" cy="478825"/>
            </a:xfrm>
            <a:custGeom>
              <a:avLst/>
              <a:gdLst/>
              <a:ahLst/>
              <a:cxnLst/>
              <a:rect l="l" t="t" r="r" b="b"/>
              <a:pathLst>
                <a:path w="40311" h="19153" fill="none" extrusionOk="0">
                  <a:moveTo>
                    <a:pt x="40310" y="6197"/>
                  </a:moveTo>
                  <a:lnTo>
                    <a:pt x="40310" y="12955"/>
                  </a:lnTo>
                  <a:lnTo>
                    <a:pt x="40310" y="12955"/>
                  </a:lnTo>
                  <a:lnTo>
                    <a:pt x="40290" y="13316"/>
                  </a:lnTo>
                  <a:lnTo>
                    <a:pt x="40270" y="13677"/>
                  </a:lnTo>
                  <a:lnTo>
                    <a:pt x="40210" y="14038"/>
                  </a:lnTo>
                  <a:lnTo>
                    <a:pt x="40150" y="14399"/>
                  </a:lnTo>
                  <a:lnTo>
                    <a:pt x="40049" y="14740"/>
                  </a:lnTo>
                  <a:lnTo>
                    <a:pt x="39929" y="15081"/>
                  </a:lnTo>
                  <a:lnTo>
                    <a:pt x="39809" y="15402"/>
                  </a:lnTo>
                  <a:lnTo>
                    <a:pt x="39668" y="15723"/>
                  </a:lnTo>
                  <a:lnTo>
                    <a:pt x="39488" y="16024"/>
                  </a:lnTo>
                  <a:lnTo>
                    <a:pt x="39307" y="16325"/>
                  </a:lnTo>
                  <a:lnTo>
                    <a:pt x="39127" y="16605"/>
                  </a:lnTo>
                  <a:lnTo>
                    <a:pt x="38906" y="16866"/>
                  </a:lnTo>
                  <a:lnTo>
                    <a:pt x="38686" y="17127"/>
                  </a:lnTo>
                  <a:lnTo>
                    <a:pt x="38445" y="17387"/>
                  </a:lnTo>
                  <a:lnTo>
                    <a:pt x="38184" y="17608"/>
                  </a:lnTo>
                  <a:lnTo>
                    <a:pt x="37924" y="17829"/>
                  </a:lnTo>
                  <a:lnTo>
                    <a:pt x="37924" y="17829"/>
                  </a:lnTo>
                  <a:lnTo>
                    <a:pt x="37522" y="18129"/>
                  </a:lnTo>
                  <a:lnTo>
                    <a:pt x="37081" y="18390"/>
                  </a:lnTo>
                  <a:lnTo>
                    <a:pt x="36640" y="18611"/>
                  </a:lnTo>
                  <a:lnTo>
                    <a:pt x="36159" y="18791"/>
                  </a:lnTo>
                  <a:lnTo>
                    <a:pt x="35677" y="18952"/>
                  </a:lnTo>
                  <a:lnTo>
                    <a:pt x="35176" y="19052"/>
                  </a:lnTo>
                  <a:lnTo>
                    <a:pt x="34655" y="19132"/>
                  </a:lnTo>
                  <a:lnTo>
                    <a:pt x="34113" y="19152"/>
                  </a:lnTo>
                  <a:lnTo>
                    <a:pt x="6197" y="19152"/>
                  </a:lnTo>
                  <a:lnTo>
                    <a:pt x="6197" y="19152"/>
                  </a:lnTo>
                  <a:lnTo>
                    <a:pt x="5877" y="19132"/>
                  </a:lnTo>
                  <a:lnTo>
                    <a:pt x="5576" y="19112"/>
                  </a:lnTo>
                  <a:lnTo>
                    <a:pt x="5255" y="19072"/>
                  </a:lnTo>
                  <a:lnTo>
                    <a:pt x="4954" y="19012"/>
                  </a:lnTo>
                  <a:lnTo>
                    <a:pt x="4653" y="18952"/>
                  </a:lnTo>
                  <a:lnTo>
                    <a:pt x="4352" y="18871"/>
                  </a:lnTo>
                  <a:lnTo>
                    <a:pt x="4072" y="18771"/>
                  </a:lnTo>
                  <a:lnTo>
                    <a:pt x="3791" y="18651"/>
                  </a:lnTo>
                  <a:lnTo>
                    <a:pt x="3510" y="18531"/>
                  </a:lnTo>
                  <a:lnTo>
                    <a:pt x="3249" y="18390"/>
                  </a:lnTo>
                  <a:lnTo>
                    <a:pt x="2989" y="18250"/>
                  </a:lnTo>
                  <a:lnTo>
                    <a:pt x="2728" y="18089"/>
                  </a:lnTo>
                  <a:lnTo>
                    <a:pt x="2487" y="17909"/>
                  </a:lnTo>
                  <a:lnTo>
                    <a:pt x="2267" y="17728"/>
                  </a:lnTo>
                  <a:lnTo>
                    <a:pt x="2046" y="17528"/>
                  </a:lnTo>
                  <a:lnTo>
                    <a:pt x="1826" y="17327"/>
                  </a:lnTo>
                  <a:lnTo>
                    <a:pt x="1625" y="17107"/>
                  </a:lnTo>
                  <a:lnTo>
                    <a:pt x="1424" y="16886"/>
                  </a:lnTo>
                  <a:lnTo>
                    <a:pt x="1244" y="16665"/>
                  </a:lnTo>
                  <a:lnTo>
                    <a:pt x="1063" y="16405"/>
                  </a:lnTo>
                  <a:lnTo>
                    <a:pt x="903" y="16164"/>
                  </a:lnTo>
                  <a:lnTo>
                    <a:pt x="763" y="15903"/>
                  </a:lnTo>
                  <a:lnTo>
                    <a:pt x="622" y="15643"/>
                  </a:lnTo>
                  <a:lnTo>
                    <a:pt x="502" y="15362"/>
                  </a:lnTo>
                  <a:lnTo>
                    <a:pt x="382" y="15081"/>
                  </a:lnTo>
                  <a:lnTo>
                    <a:pt x="281" y="14800"/>
                  </a:lnTo>
                  <a:lnTo>
                    <a:pt x="201" y="14500"/>
                  </a:lnTo>
                  <a:lnTo>
                    <a:pt x="141" y="14199"/>
                  </a:lnTo>
                  <a:lnTo>
                    <a:pt x="81" y="13898"/>
                  </a:lnTo>
                  <a:lnTo>
                    <a:pt x="41" y="13577"/>
                  </a:lnTo>
                  <a:lnTo>
                    <a:pt x="21" y="13276"/>
                  </a:lnTo>
                  <a:lnTo>
                    <a:pt x="1" y="12955"/>
                  </a:lnTo>
                  <a:lnTo>
                    <a:pt x="1" y="6197"/>
                  </a:lnTo>
                  <a:lnTo>
                    <a:pt x="1" y="6197"/>
                  </a:lnTo>
                  <a:lnTo>
                    <a:pt x="21" y="5876"/>
                  </a:lnTo>
                  <a:lnTo>
                    <a:pt x="41" y="5555"/>
                  </a:lnTo>
                  <a:lnTo>
                    <a:pt x="81" y="5254"/>
                  </a:lnTo>
                  <a:lnTo>
                    <a:pt x="141" y="4934"/>
                  </a:lnTo>
                  <a:lnTo>
                    <a:pt x="201" y="4633"/>
                  </a:lnTo>
                  <a:lnTo>
                    <a:pt x="281" y="4352"/>
                  </a:lnTo>
                  <a:lnTo>
                    <a:pt x="382" y="4051"/>
                  </a:lnTo>
                  <a:lnTo>
                    <a:pt x="502" y="3770"/>
                  </a:lnTo>
                  <a:lnTo>
                    <a:pt x="622" y="3510"/>
                  </a:lnTo>
                  <a:lnTo>
                    <a:pt x="763" y="3229"/>
                  </a:lnTo>
                  <a:lnTo>
                    <a:pt x="903" y="2988"/>
                  </a:lnTo>
                  <a:lnTo>
                    <a:pt x="1063" y="2728"/>
                  </a:lnTo>
                  <a:lnTo>
                    <a:pt x="1244" y="2487"/>
                  </a:lnTo>
                  <a:lnTo>
                    <a:pt x="1424" y="2246"/>
                  </a:lnTo>
                  <a:lnTo>
                    <a:pt x="1625" y="2026"/>
                  </a:lnTo>
                  <a:lnTo>
                    <a:pt x="1826" y="1805"/>
                  </a:lnTo>
                  <a:lnTo>
                    <a:pt x="2046" y="1604"/>
                  </a:lnTo>
                  <a:lnTo>
                    <a:pt x="2267" y="1404"/>
                  </a:lnTo>
                  <a:lnTo>
                    <a:pt x="2487" y="1223"/>
                  </a:lnTo>
                  <a:lnTo>
                    <a:pt x="2728" y="1063"/>
                  </a:lnTo>
                  <a:lnTo>
                    <a:pt x="2989" y="903"/>
                  </a:lnTo>
                  <a:lnTo>
                    <a:pt x="3249" y="742"/>
                  </a:lnTo>
                  <a:lnTo>
                    <a:pt x="3510" y="602"/>
                  </a:lnTo>
                  <a:lnTo>
                    <a:pt x="3791" y="481"/>
                  </a:lnTo>
                  <a:lnTo>
                    <a:pt x="4072" y="381"/>
                  </a:lnTo>
                  <a:lnTo>
                    <a:pt x="4352" y="281"/>
                  </a:lnTo>
                  <a:lnTo>
                    <a:pt x="4653" y="201"/>
                  </a:lnTo>
                  <a:lnTo>
                    <a:pt x="4954" y="120"/>
                  </a:lnTo>
                  <a:lnTo>
                    <a:pt x="5255" y="60"/>
                  </a:lnTo>
                  <a:lnTo>
                    <a:pt x="5576" y="20"/>
                  </a:lnTo>
                  <a:lnTo>
                    <a:pt x="5877" y="0"/>
                  </a:lnTo>
                  <a:lnTo>
                    <a:pt x="6197" y="0"/>
                  </a:lnTo>
                  <a:lnTo>
                    <a:pt x="34113" y="0"/>
                  </a:lnTo>
                  <a:lnTo>
                    <a:pt x="34113" y="0"/>
                  </a:lnTo>
                  <a:lnTo>
                    <a:pt x="34434" y="0"/>
                  </a:lnTo>
                  <a:lnTo>
                    <a:pt x="34755" y="20"/>
                  </a:lnTo>
                  <a:lnTo>
                    <a:pt x="35056" y="60"/>
                  </a:lnTo>
                  <a:lnTo>
                    <a:pt x="35357" y="120"/>
                  </a:lnTo>
                  <a:lnTo>
                    <a:pt x="35657" y="201"/>
                  </a:lnTo>
                  <a:lnTo>
                    <a:pt x="35958" y="281"/>
                  </a:lnTo>
                  <a:lnTo>
                    <a:pt x="36239" y="381"/>
                  </a:lnTo>
                  <a:lnTo>
                    <a:pt x="36520" y="481"/>
                  </a:lnTo>
                  <a:lnTo>
                    <a:pt x="36801" y="602"/>
                  </a:lnTo>
                  <a:lnTo>
                    <a:pt x="37061" y="742"/>
                  </a:lnTo>
                  <a:lnTo>
                    <a:pt x="37322" y="903"/>
                  </a:lnTo>
                  <a:lnTo>
                    <a:pt x="37583" y="1063"/>
                  </a:lnTo>
                  <a:lnTo>
                    <a:pt x="37823" y="1223"/>
                  </a:lnTo>
                  <a:lnTo>
                    <a:pt x="38064" y="1404"/>
                  </a:lnTo>
                  <a:lnTo>
                    <a:pt x="38285" y="1604"/>
                  </a:lnTo>
                  <a:lnTo>
                    <a:pt x="38485" y="1805"/>
                  </a:lnTo>
                  <a:lnTo>
                    <a:pt x="38706" y="2026"/>
                  </a:lnTo>
                  <a:lnTo>
                    <a:pt x="38886" y="2246"/>
                  </a:lnTo>
                  <a:lnTo>
                    <a:pt x="39087" y="2487"/>
                  </a:lnTo>
                  <a:lnTo>
                    <a:pt x="39247" y="2728"/>
                  </a:lnTo>
                  <a:lnTo>
                    <a:pt x="39408" y="2988"/>
                  </a:lnTo>
                  <a:lnTo>
                    <a:pt x="39568" y="3229"/>
                  </a:lnTo>
                  <a:lnTo>
                    <a:pt x="39688" y="3510"/>
                  </a:lnTo>
                  <a:lnTo>
                    <a:pt x="39829" y="3770"/>
                  </a:lnTo>
                  <a:lnTo>
                    <a:pt x="39929" y="4051"/>
                  </a:lnTo>
                  <a:lnTo>
                    <a:pt x="40029" y="4352"/>
                  </a:lnTo>
                  <a:lnTo>
                    <a:pt x="40110" y="4633"/>
                  </a:lnTo>
                  <a:lnTo>
                    <a:pt x="40190" y="4934"/>
                  </a:lnTo>
                  <a:lnTo>
                    <a:pt x="40230" y="5254"/>
                  </a:lnTo>
                  <a:lnTo>
                    <a:pt x="40270" y="5555"/>
                  </a:lnTo>
                  <a:lnTo>
                    <a:pt x="40310" y="5876"/>
                  </a:lnTo>
                  <a:lnTo>
                    <a:pt x="40310" y="619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42">
              <a:extLst>
                <a:ext uri="{FF2B5EF4-FFF2-40B4-BE49-F238E27FC236}">
                  <a16:creationId xmlns:a16="http://schemas.microsoft.com/office/drawing/2014/main" id="{C3E3F458-BBC2-6E50-5030-1F6B050842E9}"/>
                </a:ext>
              </a:extLst>
            </p:cNvPr>
            <p:cNvSpPr/>
            <p:nvPr/>
          </p:nvSpPr>
          <p:spPr>
            <a:xfrm>
              <a:off x="10137625" y="2651163"/>
              <a:ext cx="948100" cy="478825"/>
            </a:xfrm>
            <a:custGeom>
              <a:avLst/>
              <a:gdLst/>
              <a:ahLst/>
              <a:cxnLst/>
              <a:rect l="l" t="t" r="r" b="b"/>
              <a:pathLst>
                <a:path w="37924" h="19153" extrusionOk="0">
                  <a:moveTo>
                    <a:pt x="5877" y="0"/>
                  </a:move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6640" y="18069"/>
                  </a:lnTo>
                  <a:lnTo>
                    <a:pt x="35357" y="18250"/>
                  </a:lnTo>
                  <a:lnTo>
                    <a:pt x="34073" y="18410"/>
                  </a:lnTo>
                  <a:lnTo>
                    <a:pt x="32770" y="18510"/>
                  </a:lnTo>
                  <a:lnTo>
                    <a:pt x="31466" y="18611"/>
                  </a:lnTo>
                  <a:lnTo>
                    <a:pt x="30163" y="18671"/>
                  </a:lnTo>
                  <a:lnTo>
                    <a:pt x="28859" y="18691"/>
                  </a:lnTo>
                  <a:lnTo>
                    <a:pt x="27535" y="18711"/>
                  </a:lnTo>
                  <a:lnTo>
                    <a:pt x="25650" y="18691"/>
                  </a:lnTo>
                  <a:lnTo>
                    <a:pt x="23745" y="18631"/>
                  </a:lnTo>
                  <a:lnTo>
                    <a:pt x="21860" y="18551"/>
                  </a:lnTo>
                  <a:lnTo>
                    <a:pt x="19995" y="18470"/>
                  </a:lnTo>
                  <a:lnTo>
                    <a:pt x="18571" y="18390"/>
                  </a:lnTo>
                  <a:lnTo>
                    <a:pt x="17147" y="18290"/>
                  </a:lnTo>
                  <a:lnTo>
                    <a:pt x="15703" y="18190"/>
                  </a:lnTo>
                  <a:lnTo>
                    <a:pt x="14259" y="18029"/>
                  </a:lnTo>
                  <a:lnTo>
                    <a:pt x="13557" y="17949"/>
                  </a:lnTo>
                  <a:lnTo>
                    <a:pt x="12835" y="17829"/>
                  </a:lnTo>
                  <a:lnTo>
                    <a:pt x="12134" y="17708"/>
                  </a:lnTo>
                  <a:lnTo>
                    <a:pt x="11432" y="17568"/>
                  </a:lnTo>
                  <a:lnTo>
                    <a:pt x="10730" y="17407"/>
                  </a:lnTo>
                  <a:lnTo>
                    <a:pt x="10028" y="17227"/>
                  </a:lnTo>
                  <a:lnTo>
                    <a:pt x="9326" y="17026"/>
                  </a:lnTo>
                  <a:lnTo>
                    <a:pt x="8644" y="16806"/>
                  </a:lnTo>
                  <a:lnTo>
                    <a:pt x="8002" y="16565"/>
                  </a:lnTo>
                  <a:lnTo>
                    <a:pt x="7381" y="16304"/>
                  </a:lnTo>
                  <a:lnTo>
                    <a:pt x="7080" y="16144"/>
                  </a:lnTo>
                  <a:lnTo>
                    <a:pt x="6799" y="15984"/>
                  </a:lnTo>
                  <a:lnTo>
                    <a:pt x="6498" y="15803"/>
                  </a:lnTo>
                  <a:lnTo>
                    <a:pt x="6217" y="15623"/>
                  </a:lnTo>
                  <a:lnTo>
                    <a:pt x="5957" y="15402"/>
                  </a:lnTo>
                  <a:lnTo>
                    <a:pt x="5696" y="15201"/>
                  </a:lnTo>
                  <a:lnTo>
                    <a:pt x="5435" y="14961"/>
                  </a:lnTo>
                  <a:lnTo>
                    <a:pt x="5215" y="14720"/>
                  </a:lnTo>
                  <a:lnTo>
                    <a:pt x="4974" y="14459"/>
                  </a:lnTo>
                  <a:lnTo>
                    <a:pt x="4774" y="14179"/>
                  </a:lnTo>
                  <a:lnTo>
                    <a:pt x="4573" y="13878"/>
                  </a:lnTo>
                  <a:lnTo>
                    <a:pt x="4413" y="13577"/>
                  </a:lnTo>
                  <a:lnTo>
                    <a:pt x="4252" y="13276"/>
                  </a:lnTo>
                  <a:lnTo>
                    <a:pt x="4052" y="12955"/>
                  </a:lnTo>
                  <a:lnTo>
                    <a:pt x="3851" y="12614"/>
                  </a:lnTo>
                  <a:lnTo>
                    <a:pt x="3671" y="12274"/>
                  </a:lnTo>
                  <a:lnTo>
                    <a:pt x="3530" y="11913"/>
                  </a:lnTo>
                  <a:lnTo>
                    <a:pt x="3410" y="11552"/>
                  </a:lnTo>
                  <a:lnTo>
                    <a:pt x="3289" y="11191"/>
                  </a:lnTo>
                  <a:lnTo>
                    <a:pt x="3229" y="10830"/>
                  </a:lnTo>
                  <a:lnTo>
                    <a:pt x="3169" y="10469"/>
                  </a:lnTo>
                  <a:lnTo>
                    <a:pt x="3129" y="9967"/>
                  </a:lnTo>
                  <a:lnTo>
                    <a:pt x="3129" y="9486"/>
                  </a:lnTo>
                  <a:lnTo>
                    <a:pt x="3169" y="9005"/>
                  </a:lnTo>
                  <a:lnTo>
                    <a:pt x="3229" y="8543"/>
                  </a:lnTo>
                  <a:lnTo>
                    <a:pt x="3229" y="7801"/>
                  </a:lnTo>
                  <a:lnTo>
                    <a:pt x="3249" y="7240"/>
                  </a:lnTo>
                  <a:lnTo>
                    <a:pt x="3289" y="6678"/>
                  </a:lnTo>
                  <a:lnTo>
                    <a:pt x="3370" y="6137"/>
                  </a:lnTo>
                  <a:lnTo>
                    <a:pt x="3450" y="5595"/>
                  </a:lnTo>
                  <a:lnTo>
                    <a:pt x="3570" y="5054"/>
                  </a:lnTo>
                  <a:lnTo>
                    <a:pt x="3711" y="4532"/>
                  </a:lnTo>
                  <a:lnTo>
                    <a:pt x="3891" y="4011"/>
                  </a:lnTo>
                  <a:lnTo>
                    <a:pt x="4072" y="3510"/>
                  </a:lnTo>
                  <a:lnTo>
                    <a:pt x="4292" y="3008"/>
                  </a:lnTo>
                  <a:lnTo>
                    <a:pt x="4533" y="2527"/>
                  </a:lnTo>
                  <a:lnTo>
                    <a:pt x="4794" y="2066"/>
                  </a:lnTo>
                  <a:lnTo>
                    <a:pt x="5074" y="1604"/>
                  </a:lnTo>
                  <a:lnTo>
                    <a:pt x="5375" y="1183"/>
                  </a:lnTo>
                  <a:lnTo>
                    <a:pt x="5696" y="762"/>
                  </a:lnTo>
                  <a:lnTo>
                    <a:pt x="6037" y="361"/>
                  </a:lnTo>
                  <a:lnTo>
                    <a:pt x="6418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42">
              <a:extLst>
                <a:ext uri="{FF2B5EF4-FFF2-40B4-BE49-F238E27FC236}">
                  <a16:creationId xmlns:a16="http://schemas.microsoft.com/office/drawing/2014/main" id="{C97FA881-76C4-A720-2609-335A150F7D8B}"/>
                </a:ext>
              </a:extLst>
            </p:cNvPr>
            <p:cNvSpPr/>
            <p:nvPr/>
          </p:nvSpPr>
          <p:spPr>
            <a:xfrm>
              <a:off x="10137625" y="2651163"/>
              <a:ext cx="948100" cy="478825"/>
            </a:xfrm>
            <a:custGeom>
              <a:avLst/>
              <a:gdLst/>
              <a:ahLst/>
              <a:cxnLst/>
              <a:rect l="l" t="t" r="r" b="b"/>
              <a:pathLst>
                <a:path w="37924" h="19153" fill="none" extrusionOk="0">
                  <a:moveTo>
                    <a:pt x="6418" y="0"/>
                  </a:moveTo>
                  <a:lnTo>
                    <a:pt x="6197" y="0"/>
                  </a:lnTo>
                  <a:lnTo>
                    <a:pt x="6197" y="0"/>
                  </a:lnTo>
                  <a:lnTo>
                    <a:pt x="5877" y="0"/>
                  </a:ln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8263" y="19152"/>
                  </a:lnTo>
                  <a:lnTo>
                    <a:pt x="8263" y="19152"/>
                  </a:lnTo>
                  <a:lnTo>
                    <a:pt x="32068" y="19152"/>
                  </a:lnTo>
                  <a:lnTo>
                    <a:pt x="32068" y="19152"/>
                  </a:lnTo>
                  <a:lnTo>
                    <a:pt x="34113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7924" y="17829"/>
                  </a:lnTo>
                  <a:lnTo>
                    <a:pt x="36640" y="18069"/>
                  </a:lnTo>
                  <a:lnTo>
                    <a:pt x="35357" y="18250"/>
                  </a:lnTo>
                  <a:lnTo>
                    <a:pt x="34073" y="18410"/>
                  </a:lnTo>
                  <a:lnTo>
                    <a:pt x="32770" y="18510"/>
                  </a:lnTo>
                  <a:lnTo>
                    <a:pt x="31466" y="18611"/>
                  </a:lnTo>
                  <a:lnTo>
                    <a:pt x="30163" y="18671"/>
                  </a:lnTo>
                  <a:lnTo>
                    <a:pt x="28859" y="18691"/>
                  </a:lnTo>
                  <a:lnTo>
                    <a:pt x="27535" y="18711"/>
                  </a:lnTo>
                  <a:lnTo>
                    <a:pt x="27535" y="18711"/>
                  </a:lnTo>
                  <a:lnTo>
                    <a:pt x="25650" y="18691"/>
                  </a:lnTo>
                  <a:lnTo>
                    <a:pt x="23745" y="18631"/>
                  </a:lnTo>
                  <a:lnTo>
                    <a:pt x="21860" y="18551"/>
                  </a:lnTo>
                  <a:lnTo>
                    <a:pt x="19995" y="18470"/>
                  </a:lnTo>
                  <a:lnTo>
                    <a:pt x="19995" y="18470"/>
                  </a:lnTo>
                  <a:lnTo>
                    <a:pt x="18571" y="18390"/>
                  </a:lnTo>
                  <a:lnTo>
                    <a:pt x="17147" y="18290"/>
                  </a:lnTo>
                  <a:lnTo>
                    <a:pt x="15703" y="18190"/>
                  </a:lnTo>
                  <a:lnTo>
                    <a:pt x="14259" y="18029"/>
                  </a:lnTo>
                  <a:lnTo>
                    <a:pt x="13557" y="17949"/>
                  </a:lnTo>
                  <a:lnTo>
                    <a:pt x="12835" y="17829"/>
                  </a:lnTo>
                  <a:lnTo>
                    <a:pt x="12134" y="17708"/>
                  </a:lnTo>
                  <a:lnTo>
                    <a:pt x="11432" y="17568"/>
                  </a:lnTo>
                  <a:lnTo>
                    <a:pt x="10730" y="17407"/>
                  </a:lnTo>
                  <a:lnTo>
                    <a:pt x="10028" y="17227"/>
                  </a:lnTo>
                  <a:lnTo>
                    <a:pt x="9326" y="17026"/>
                  </a:lnTo>
                  <a:lnTo>
                    <a:pt x="8644" y="16806"/>
                  </a:lnTo>
                  <a:lnTo>
                    <a:pt x="8644" y="16806"/>
                  </a:lnTo>
                  <a:lnTo>
                    <a:pt x="8002" y="16565"/>
                  </a:lnTo>
                  <a:lnTo>
                    <a:pt x="7381" y="16304"/>
                  </a:lnTo>
                  <a:lnTo>
                    <a:pt x="7080" y="16144"/>
                  </a:lnTo>
                  <a:lnTo>
                    <a:pt x="6799" y="15984"/>
                  </a:lnTo>
                  <a:lnTo>
                    <a:pt x="6498" y="15803"/>
                  </a:lnTo>
                  <a:lnTo>
                    <a:pt x="6217" y="15623"/>
                  </a:lnTo>
                  <a:lnTo>
                    <a:pt x="5957" y="15402"/>
                  </a:lnTo>
                  <a:lnTo>
                    <a:pt x="5696" y="15201"/>
                  </a:lnTo>
                  <a:lnTo>
                    <a:pt x="5435" y="14961"/>
                  </a:lnTo>
                  <a:lnTo>
                    <a:pt x="5215" y="14720"/>
                  </a:lnTo>
                  <a:lnTo>
                    <a:pt x="4974" y="14459"/>
                  </a:lnTo>
                  <a:lnTo>
                    <a:pt x="4774" y="14179"/>
                  </a:lnTo>
                  <a:lnTo>
                    <a:pt x="4573" y="13878"/>
                  </a:lnTo>
                  <a:lnTo>
                    <a:pt x="4413" y="13577"/>
                  </a:lnTo>
                  <a:lnTo>
                    <a:pt x="4413" y="13577"/>
                  </a:lnTo>
                  <a:lnTo>
                    <a:pt x="4252" y="13276"/>
                  </a:lnTo>
                  <a:lnTo>
                    <a:pt x="4252" y="13276"/>
                  </a:lnTo>
                  <a:lnTo>
                    <a:pt x="4052" y="12955"/>
                  </a:lnTo>
                  <a:lnTo>
                    <a:pt x="3851" y="12614"/>
                  </a:lnTo>
                  <a:lnTo>
                    <a:pt x="3671" y="12274"/>
                  </a:lnTo>
                  <a:lnTo>
                    <a:pt x="3530" y="11913"/>
                  </a:lnTo>
                  <a:lnTo>
                    <a:pt x="3410" y="11552"/>
                  </a:lnTo>
                  <a:lnTo>
                    <a:pt x="3289" y="11191"/>
                  </a:lnTo>
                  <a:lnTo>
                    <a:pt x="3229" y="10830"/>
                  </a:lnTo>
                  <a:lnTo>
                    <a:pt x="3169" y="10469"/>
                  </a:lnTo>
                  <a:lnTo>
                    <a:pt x="3169" y="10469"/>
                  </a:lnTo>
                  <a:lnTo>
                    <a:pt x="3129" y="9967"/>
                  </a:lnTo>
                  <a:lnTo>
                    <a:pt x="3129" y="9486"/>
                  </a:lnTo>
                  <a:lnTo>
                    <a:pt x="3169" y="9005"/>
                  </a:lnTo>
                  <a:lnTo>
                    <a:pt x="3229" y="8543"/>
                  </a:lnTo>
                  <a:lnTo>
                    <a:pt x="3229" y="8543"/>
                  </a:lnTo>
                  <a:lnTo>
                    <a:pt x="3229" y="7801"/>
                  </a:lnTo>
                  <a:lnTo>
                    <a:pt x="3229" y="7801"/>
                  </a:lnTo>
                  <a:lnTo>
                    <a:pt x="3249" y="7240"/>
                  </a:lnTo>
                  <a:lnTo>
                    <a:pt x="3289" y="6678"/>
                  </a:lnTo>
                  <a:lnTo>
                    <a:pt x="3370" y="6137"/>
                  </a:lnTo>
                  <a:lnTo>
                    <a:pt x="3450" y="5595"/>
                  </a:lnTo>
                  <a:lnTo>
                    <a:pt x="3570" y="5054"/>
                  </a:lnTo>
                  <a:lnTo>
                    <a:pt x="3711" y="4532"/>
                  </a:lnTo>
                  <a:lnTo>
                    <a:pt x="3891" y="4011"/>
                  </a:lnTo>
                  <a:lnTo>
                    <a:pt x="4072" y="3510"/>
                  </a:lnTo>
                  <a:lnTo>
                    <a:pt x="4292" y="3008"/>
                  </a:lnTo>
                  <a:lnTo>
                    <a:pt x="4533" y="2527"/>
                  </a:lnTo>
                  <a:lnTo>
                    <a:pt x="4794" y="2066"/>
                  </a:lnTo>
                  <a:lnTo>
                    <a:pt x="5074" y="1604"/>
                  </a:lnTo>
                  <a:lnTo>
                    <a:pt x="5375" y="1183"/>
                  </a:lnTo>
                  <a:lnTo>
                    <a:pt x="5696" y="762"/>
                  </a:lnTo>
                  <a:lnTo>
                    <a:pt x="6037" y="361"/>
                  </a:lnTo>
                  <a:lnTo>
                    <a:pt x="641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42">
              <a:extLst>
                <a:ext uri="{FF2B5EF4-FFF2-40B4-BE49-F238E27FC236}">
                  <a16:creationId xmlns:a16="http://schemas.microsoft.com/office/drawing/2014/main" id="{44299C53-57B0-4831-00CD-286C8056FAA1}"/>
                </a:ext>
              </a:extLst>
            </p:cNvPr>
            <p:cNvSpPr/>
            <p:nvPr/>
          </p:nvSpPr>
          <p:spPr>
            <a:xfrm>
              <a:off x="11027550" y="2695763"/>
              <a:ext cx="54675" cy="50175"/>
            </a:xfrm>
            <a:custGeom>
              <a:avLst/>
              <a:gdLst/>
              <a:ahLst/>
              <a:cxnLst/>
              <a:rect l="l" t="t" r="r" b="b"/>
              <a:pathLst>
                <a:path w="2187" h="2007" extrusionOk="0">
                  <a:moveTo>
                    <a:pt x="421" y="1"/>
                  </a:moveTo>
                  <a:lnTo>
                    <a:pt x="261" y="21"/>
                  </a:lnTo>
                  <a:lnTo>
                    <a:pt x="121" y="81"/>
                  </a:lnTo>
                  <a:lnTo>
                    <a:pt x="60" y="121"/>
                  </a:lnTo>
                  <a:lnTo>
                    <a:pt x="20" y="202"/>
                  </a:lnTo>
                  <a:lnTo>
                    <a:pt x="0" y="282"/>
                  </a:lnTo>
                  <a:lnTo>
                    <a:pt x="40" y="362"/>
                  </a:lnTo>
                  <a:lnTo>
                    <a:pt x="121" y="442"/>
                  </a:lnTo>
                  <a:lnTo>
                    <a:pt x="201" y="522"/>
                  </a:lnTo>
                  <a:lnTo>
                    <a:pt x="401" y="663"/>
                  </a:lnTo>
                  <a:lnTo>
                    <a:pt x="602" y="803"/>
                  </a:lnTo>
                  <a:lnTo>
                    <a:pt x="802" y="944"/>
                  </a:lnTo>
                  <a:lnTo>
                    <a:pt x="983" y="1104"/>
                  </a:lnTo>
                  <a:lnTo>
                    <a:pt x="1163" y="1305"/>
                  </a:lnTo>
                  <a:lnTo>
                    <a:pt x="1304" y="1525"/>
                  </a:lnTo>
                  <a:lnTo>
                    <a:pt x="1404" y="1746"/>
                  </a:lnTo>
                  <a:lnTo>
                    <a:pt x="1444" y="1826"/>
                  </a:lnTo>
                  <a:lnTo>
                    <a:pt x="1504" y="1906"/>
                  </a:lnTo>
                  <a:lnTo>
                    <a:pt x="1565" y="1946"/>
                  </a:lnTo>
                  <a:lnTo>
                    <a:pt x="1625" y="1986"/>
                  </a:lnTo>
                  <a:lnTo>
                    <a:pt x="1685" y="2006"/>
                  </a:lnTo>
                  <a:lnTo>
                    <a:pt x="1905" y="2006"/>
                  </a:lnTo>
                  <a:lnTo>
                    <a:pt x="1986" y="1966"/>
                  </a:lnTo>
                  <a:lnTo>
                    <a:pt x="2046" y="1946"/>
                  </a:lnTo>
                  <a:lnTo>
                    <a:pt x="2086" y="1886"/>
                  </a:lnTo>
                  <a:lnTo>
                    <a:pt x="2146" y="1846"/>
                  </a:lnTo>
                  <a:lnTo>
                    <a:pt x="2166" y="1786"/>
                  </a:lnTo>
                  <a:lnTo>
                    <a:pt x="2186" y="1706"/>
                  </a:lnTo>
                  <a:lnTo>
                    <a:pt x="2186" y="1625"/>
                  </a:lnTo>
                  <a:lnTo>
                    <a:pt x="2146" y="1545"/>
                  </a:lnTo>
                  <a:lnTo>
                    <a:pt x="2006" y="1224"/>
                  </a:lnTo>
                  <a:lnTo>
                    <a:pt x="1825" y="923"/>
                  </a:lnTo>
                  <a:lnTo>
                    <a:pt x="1725" y="763"/>
                  </a:lnTo>
                  <a:lnTo>
                    <a:pt x="1605" y="643"/>
                  </a:lnTo>
                  <a:lnTo>
                    <a:pt x="1464" y="522"/>
                  </a:lnTo>
                  <a:lnTo>
                    <a:pt x="1344" y="402"/>
                  </a:lnTo>
                  <a:lnTo>
                    <a:pt x="1204" y="302"/>
                  </a:lnTo>
                  <a:lnTo>
                    <a:pt x="1063" y="202"/>
                  </a:lnTo>
                  <a:lnTo>
                    <a:pt x="923" y="141"/>
                  </a:lnTo>
                  <a:lnTo>
                    <a:pt x="762" y="61"/>
                  </a:lnTo>
                  <a:lnTo>
                    <a:pt x="582" y="21"/>
                  </a:lnTo>
                  <a:lnTo>
                    <a:pt x="42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42">
              <a:extLst>
                <a:ext uri="{FF2B5EF4-FFF2-40B4-BE49-F238E27FC236}">
                  <a16:creationId xmlns:a16="http://schemas.microsoft.com/office/drawing/2014/main" id="{32B6CDA7-6CA5-1ACC-2157-38EF2A9BEB0F}"/>
                </a:ext>
              </a:extLst>
            </p:cNvPr>
            <p:cNvSpPr/>
            <p:nvPr/>
          </p:nvSpPr>
          <p:spPr>
            <a:xfrm>
              <a:off x="11073675" y="2762963"/>
              <a:ext cx="15550" cy="16575"/>
            </a:xfrm>
            <a:custGeom>
              <a:avLst/>
              <a:gdLst/>
              <a:ahLst/>
              <a:cxnLst/>
              <a:rect l="l" t="t" r="r" b="b"/>
              <a:pathLst>
                <a:path w="622" h="663" extrusionOk="0">
                  <a:moveTo>
                    <a:pt x="241" y="0"/>
                  </a:moveTo>
                  <a:lnTo>
                    <a:pt x="161" y="40"/>
                  </a:lnTo>
                  <a:lnTo>
                    <a:pt x="141" y="40"/>
                  </a:lnTo>
                  <a:lnTo>
                    <a:pt x="60" y="121"/>
                  </a:lnTo>
                  <a:lnTo>
                    <a:pt x="20" y="221"/>
                  </a:lnTo>
                  <a:lnTo>
                    <a:pt x="0" y="321"/>
                  </a:lnTo>
                  <a:lnTo>
                    <a:pt x="0" y="421"/>
                  </a:lnTo>
                  <a:lnTo>
                    <a:pt x="40" y="502"/>
                  </a:lnTo>
                  <a:lnTo>
                    <a:pt x="101" y="582"/>
                  </a:lnTo>
                  <a:lnTo>
                    <a:pt x="201" y="642"/>
                  </a:lnTo>
                  <a:lnTo>
                    <a:pt x="321" y="662"/>
                  </a:lnTo>
                  <a:lnTo>
                    <a:pt x="421" y="642"/>
                  </a:lnTo>
                  <a:lnTo>
                    <a:pt x="522" y="582"/>
                  </a:lnTo>
                  <a:lnTo>
                    <a:pt x="582" y="502"/>
                  </a:lnTo>
                  <a:lnTo>
                    <a:pt x="622" y="421"/>
                  </a:lnTo>
                  <a:lnTo>
                    <a:pt x="622" y="321"/>
                  </a:lnTo>
                  <a:lnTo>
                    <a:pt x="602" y="221"/>
                  </a:lnTo>
                  <a:lnTo>
                    <a:pt x="562" y="121"/>
                  </a:lnTo>
                  <a:lnTo>
                    <a:pt x="482" y="40"/>
                  </a:lnTo>
                  <a:lnTo>
                    <a:pt x="462" y="40"/>
                  </a:lnTo>
                  <a:lnTo>
                    <a:pt x="4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42">
              <a:extLst>
                <a:ext uri="{FF2B5EF4-FFF2-40B4-BE49-F238E27FC236}">
                  <a16:creationId xmlns:a16="http://schemas.microsoft.com/office/drawing/2014/main" id="{BA4044E7-D95E-D1AF-74B0-DE20E22DD49E}"/>
                </a:ext>
              </a:extLst>
            </p:cNvPr>
            <p:cNvSpPr/>
            <p:nvPr/>
          </p:nvSpPr>
          <p:spPr>
            <a:xfrm>
              <a:off x="10215850" y="2725863"/>
              <a:ext cx="327900" cy="328925"/>
            </a:xfrm>
            <a:custGeom>
              <a:avLst/>
              <a:gdLst/>
              <a:ahLst/>
              <a:cxnLst/>
              <a:rect l="l" t="t" r="r" b="b"/>
              <a:pathLst>
                <a:path w="13116" h="13157" extrusionOk="0">
                  <a:moveTo>
                    <a:pt x="6658" y="0"/>
                  </a:moveTo>
                  <a:lnTo>
                    <a:pt x="6277" y="20"/>
                  </a:lnTo>
                  <a:lnTo>
                    <a:pt x="5896" y="40"/>
                  </a:lnTo>
                  <a:lnTo>
                    <a:pt x="5535" y="80"/>
                  </a:lnTo>
                  <a:lnTo>
                    <a:pt x="5174" y="141"/>
                  </a:lnTo>
                  <a:lnTo>
                    <a:pt x="4833" y="241"/>
                  </a:lnTo>
                  <a:lnTo>
                    <a:pt x="4472" y="341"/>
                  </a:lnTo>
                  <a:lnTo>
                    <a:pt x="4151" y="462"/>
                  </a:lnTo>
                  <a:lnTo>
                    <a:pt x="3810" y="622"/>
                  </a:lnTo>
                  <a:lnTo>
                    <a:pt x="3490" y="782"/>
                  </a:lnTo>
                  <a:lnTo>
                    <a:pt x="3189" y="963"/>
                  </a:lnTo>
                  <a:lnTo>
                    <a:pt x="2888" y="1143"/>
                  </a:lnTo>
                  <a:lnTo>
                    <a:pt x="2607" y="1364"/>
                  </a:lnTo>
                  <a:lnTo>
                    <a:pt x="2326" y="1585"/>
                  </a:lnTo>
                  <a:lnTo>
                    <a:pt x="2066" y="1825"/>
                  </a:lnTo>
                  <a:lnTo>
                    <a:pt x="1825" y="2086"/>
                  </a:lnTo>
                  <a:lnTo>
                    <a:pt x="1584" y="2347"/>
                  </a:lnTo>
                  <a:lnTo>
                    <a:pt x="1364" y="2627"/>
                  </a:lnTo>
                  <a:lnTo>
                    <a:pt x="1163" y="2928"/>
                  </a:lnTo>
                  <a:lnTo>
                    <a:pt x="963" y="3229"/>
                  </a:lnTo>
                  <a:lnTo>
                    <a:pt x="802" y="3550"/>
                  </a:lnTo>
                  <a:lnTo>
                    <a:pt x="642" y="3871"/>
                  </a:lnTo>
                  <a:lnTo>
                    <a:pt x="501" y="4192"/>
                  </a:lnTo>
                  <a:lnTo>
                    <a:pt x="361" y="4533"/>
                  </a:lnTo>
                  <a:lnTo>
                    <a:pt x="261" y="4894"/>
                  </a:lnTo>
                  <a:lnTo>
                    <a:pt x="160" y="5234"/>
                  </a:lnTo>
                  <a:lnTo>
                    <a:pt x="100" y="5595"/>
                  </a:lnTo>
                  <a:lnTo>
                    <a:pt x="40" y="5977"/>
                  </a:lnTo>
                  <a:lnTo>
                    <a:pt x="20" y="6337"/>
                  </a:lnTo>
                  <a:lnTo>
                    <a:pt x="0" y="6719"/>
                  </a:lnTo>
                  <a:lnTo>
                    <a:pt x="0" y="7100"/>
                  </a:lnTo>
                  <a:lnTo>
                    <a:pt x="40" y="7481"/>
                  </a:lnTo>
                  <a:lnTo>
                    <a:pt x="80" y="7761"/>
                  </a:lnTo>
                  <a:lnTo>
                    <a:pt x="120" y="8042"/>
                  </a:lnTo>
                  <a:lnTo>
                    <a:pt x="201" y="8323"/>
                  </a:lnTo>
                  <a:lnTo>
                    <a:pt x="281" y="8604"/>
                  </a:lnTo>
                  <a:lnTo>
                    <a:pt x="381" y="8864"/>
                  </a:lnTo>
                  <a:lnTo>
                    <a:pt x="481" y="9145"/>
                  </a:lnTo>
                  <a:lnTo>
                    <a:pt x="602" y="9406"/>
                  </a:lnTo>
                  <a:lnTo>
                    <a:pt x="742" y="9687"/>
                  </a:lnTo>
                  <a:lnTo>
                    <a:pt x="903" y="9947"/>
                  </a:lnTo>
                  <a:lnTo>
                    <a:pt x="1063" y="10188"/>
                  </a:lnTo>
                  <a:lnTo>
                    <a:pt x="1243" y="10449"/>
                  </a:lnTo>
                  <a:lnTo>
                    <a:pt x="1424" y="10689"/>
                  </a:lnTo>
                  <a:lnTo>
                    <a:pt x="1624" y="10930"/>
                  </a:lnTo>
                  <a:lnTo>
                    <a:pt x="1845" y="11151"/>
                  </a:lnTo>
                  <a:lnTo>
                    <a:pt x="2066" y="11371"/>
                  </a:lnTo>
                  <a:lnTo>
                    <a:pt x="2306" y="11572"/>
                  </a:lnTo>
                  <a:lnTo>
                    <a:pt x="2547" y="11772"/>
                  </a:lnTo>
                  <a:lnTo>
                    <a:pt x="2808" y="11953"/>
                  </a:lnTo>
                  <a:lnTo>
                    <a:pt x="3068" y="12133"/>
                  </a:lnTo>
                  <a:lnTo>
                    <a:pt x="3349" y="12294"/>
                  </a:lnTo>
                  <a:lnTo>
                    <a:pt x="3650" y="12454"/>
                  </a:lnTo>
                  <a:lnTo>
                    <a:pt x="3931" y="12595"/>
                  </a:lnTo>
                  <a:lnTo>
                    <a:pt x="4252" y="12715"/>
                  </a:lnTo>
                  <a:lnTo>
                    <a:pt x="4572" y="12835"/>
                  </a:lnTo>
                  <a:lnTo>
                    <a:pt x="4893" y="12935"/>
                  </a:lnTo>
                  <a:lnTo>
                    <a:pt x="5234" y="13016"/>
                  </a:lnTo>
                  <a:lnTo>
                    <a:pt x="5575" y="13076"/>
                  </a:lnTo>
                  <a:lnTo>
                    <a:pt x="5936" y="13116"/>
                  </a:lnTo>
                  <a:lnTo>
                    <a:pt x="6297" y="13156"/>
                  </a:lnTo>
                  <a:lnTo>
                    <a:pt x="7039" y="13156"/>
                  </a:lnTo>
                  <a:lnTo>
                    <a:pt x="7420" y="13116"/>
                  </a:lnTo>
                  <a:lnTo>
                    <a:pt x="7881" y="13056"/>
                  </a:lnTo>
                  <a:lnTo>
                    <a:pt x="8323" y="12976"/>
                  </a:lnTo>
                  <a:lnTo>
                    <a:pt x="8764" y="12835"/>
                  </a:lnTo>
                  <a:lnTo>
                    <a:pt x="9185" y="12675"/>
                  </a:lnTo>
                  <a:lnTo>
                    <a:pt x="9586" y="12494"/>
                  </a:lnTo>
                  <a:lnTo>
                    <a:pt x="9967" y="12274"/>
                  </a:lnTo>
                  <a:lnTo>
                    <a:pt x="10348" y="12013"/>
                  </a:lnTo>
                  <a:lnTo>
                    <a:pt x="10689" y="11752"/>
                  </a:lnTo>
                  <a:lnTo>
                    <a:pt x="11030" y="11451"/>
                  </a:lnTo>
                  <a:lnTo>
                    <a:pt x="11331" y="11131"/>
                  </a:lnTo>
                  <a:lnTo>
                    <a:pt x="11632" y="10790"/>
                  </a:lnTo>
                  <a:lnTo>
                    <a:pt x="11892" y="10409"/>
                  </a:lnTo>
                  <a:lnTo>
                    <a:pt x="12153" y="10028"/>
                  </a:lnTo>
                  <a:lnTo>
                    <a:pt x="12374" y="9626"/>
                  </a:lnTo>
                  <a:lnTo>
                    <a:pt x="12554" y="9225"/>
                  </a:lnTo>
                  <a:lnTo>
                    <a:pt x="12735" y="8784"/>
                  </a:lnTo>
                  <a:lnTo>
                    <a:pt x="12855" y="8403"/>
                  </a:lnTo>
                  <a:lnTo>
                    <a:pt x="12955" y="8022"/>
                  </a:lnTo>
                  <a:lnTo>
                    <a:pt x="13035" y="7641"/>
                  </a:lnTo>
                  <a:lnTo>
                    <a:pt x="13096" y="7240"/>
                  </a:lnTo>
                  <a:lnTo>
                    <a:pt x="13116" y="6859"/>
                  </a:lnTo>
                  <a:lnTo>
                    <a:pt x="13116" y="6478"/>
                  </a:lnTo>
                  <a:lnTo>
                    <a:pt x="13116" y="6117"/>
                  </a:lnTo>
                  <a:lnTo>
                    <a:pt x="13076" y="5736"/>
                  </a:lnTo>
                  <a:lnTo>
                    <a:pt x="13015" y="5375"/>
                  </a:lnTo>
                  <a:lnTo>
                    <a:pt x="12935" y="5014"/>
                  </a:lnTo>
                  <a:lnTo>
                    <a:pt x="12835" y="4653"/>
                  </a:lnTo>
                  <a:lnTo>
                    <a:pt x="12715" y="4312"/>
                  </a:lnTo>
                  <a:lnTo>
                    <a:pt x="12574" y="3971"/>
                  </a:lnTo>
                  <a:lnTo>
                    <a:pt x="12414" y="3650"/>
                  </a:lnTo>
                  <a:lnTo>
                    <a:pt x="12253" y="3329"/>
                  </a:lnTo>
                  <a:lnTo>
                    <a:pt x="12053" y="3008"/>
                  </a:lnTo>
                  <a:lnTo>
                    <a:pt x="11852" y="2708"/>
                  </a:lnTo>
                  <a:lnTo>
                    <a:pt x="11632" y="2427"/>
                  </a:lnTo>
                  <a:lnTo>
                    <a:pt x="11391" y="2146"/>
                  </a:lnTo>
                  <a:lnTo>
                    <a:pt x="11130" y="1885"/>
                  </a:lnTo>
                  <a:lnTo>
                    <a:pt x="10850" y="1645"/>
                  </a:lnTo>
                  <a:lnTo>
                    <a:pt x="10569" y="1404"/>
                  </a:lnTo>
                  <a:lnTo>
                    <a:pt x="10268" y="1183"/>
                  </a:lnTo>
                  <a:lnTo>
                    <a:pt x="9967" y="983"/>
                  </a:lnTo>
                  <a:lnTo>
                    <a:pt x="9626" y="802"/>
                  </a:lnTo>
                  <a:lnTo>
                    <a:pt x="9305" y="622"/>
                  </a:lnTo>
                  <a:lnTo>
                    <a:pt x="8944" y="482"/>
                  </a:lnTo>
                  <a:lnTo>
                    <a:pt x="8583" y="341"/>
                  </a:lnTo>
                  <a:lnTo>
                    <a:pt x="8222" y="241"/>
                  </a:lnTo>
                  <a:lnTo>
                    <a:pt x="7841" y="141"/>
                  </a:lnTo>
                  <a:lnTo>
                    <a:pt x="7440" y="80"/>
                  </a:lnTo>
                  <a:lnTo>
                    <a:pt x="7039" y="40"/>
                  </a:lnTo>
                  <a:lnTo>
                    <a:pt x="66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42">
              <a:extLst>
                <a:ext uri="{FF2B5EF4-FFF2-40B4-BE49-F238E27FC236}">
                  <a16:creationId xmlns:a16="http://schemas.microsoft.com/office/drawing/2014/main" id="{AD74D79F-A000-CE48-852A-2DE42A32768F}"/>
                </a:ext>
              </a:extLst>
            </p:cNvPr>
            <p:cNvSpPr/>
            <p:nvPr/>
          </p:nvSpPr>
          <p:spPr>
            <a:xfrm>
              <a:off x="10215850" y="2725863"/>
              <a:ext cx="327900" cy="328925"/>
            </a:xfrm>
            <a:custGeom>
              <a:avLst/>
              <a:gdLst/>
              <a:ahLst/>
              <a:cxnLst/>
              <a:rect l="l" t="t" r="r" b="b"/>
              <a:pathLst>
                <a:path w="13116" h="13157" fill="none" extrusionOk="0">
                  <a:moveTo>
                    <a:pt x="40" y="7481"/>
                  </a:moveTo>
                  <a:lnTo>
                    <a:pt x="40" y="7481"/>
                  </a:lnTo>
                  <a:lnTo>
                    <a:pt x="80" y="7761"/>
                  </a:lnTo>
                  <a:lnTo>
                    <a:pt x="120" y="8042"/>
                  </a:lnTo>
                  <a:lnTo>
                    <a:pt x="201" y="8323"/>
                  </a:lnTo>
                  <a:lnTo>
                    <a:pt x="281" y="8604"/>
                  </a:lnTo>
                  <a:lnTo>
                    <a:pt x="381" y="8864"/>
                  </a:lnTo>
                  <a:lnTo>
                    <a:pt x="481" y="9145"/>
                  </a:lnTo>
                  <a:lnTo>
                    <a:pt x="602" y="9406"/>
                  </a:lnTo>
                  <a:lnTo>
                    <a:pt x="742" y="9687"/>
                  </a:lnTo>
                  <a:lnTo>
                    <a:pt x="903" y="9947"/>
                  </a:lnTo>
                  <a:lnTo>
                    <a:pt x="1063" y="10188"/>
                  </a:lnTo>
                  <a:lnTo>
                    <a:pt x="1243" y="10449"/>
                  </a:lnTo>
                  <a:lnTo>
                    <a:pt x="1424" y="10689"/>
                  </a:lnTo>
                  <a:lnTo>
                    <a:pt x="1624" y="10930"/>
                  </a:lnTo>
                  <a:lnTo>
                    <a:pt x="1845" y="11151"/>
                  </a:lnTo>
                  <a:lnTo>
                    <a:pt x="2066" y="11371"/>
                  </a:lnTo>
                  <a:lnTo>
                    <a:pt x="2306" y="11572"/>
                  </a:lnTo>
                  <a:lnTo>
                    <a:pt x="2547" y="11772"/>
                  </a:lnTo>
                  <a:lnTo>
                    <a:pt x="2808" y="11953"/>
                  </a:lnTo>
                  <a:lnTo>
                    <a:pt x="3068" y="12133"/>
                  </a:lnTo>
                  <a:lnTo>
                    <a:pt x="3349" y="12294"/>
                  </a:lnTo>
                  <a:lnTo>
                    <a:pt x="3650" y="12454"/>
                  </a:lnTo>
                  <a:lnTo>
                    <a:pt x="3931" y="12595"/>
                  </a:lnTo>
                  <a:lnTo>
                    <a:pt x="4252" y="12715"/>
                  </a:lnTo>
                  <a:lnTo>
                    <a:pt x="4572" y="12835"/>
                  </a:lnTo>
                  <a:lnTo>
                    <a:pt x="4893" y="12935"/>
                  </a:lnTo>
                  <a:lnTo>
                    <a:pt x="5234" y="13016"/>
                  </a:lnTo>
                  <a:lnTo>
                    <a:pt x="5575" y="13076"/>
                  </a:lnTo>
                  <a:lnTo>
                    <a:pt x="5936" y="13116"/>
                  </a:lnTo>
                  <a:lnTo>
                    <a:pt x="6297" y="13156"/>
                  </a:lnTo>
                  <a:lnTo>
                    <a:pt x="6658" y="13156"/>
                  </a:lnTo>
                  <a:lnTo>
                    <a:pt x="7039" y="13156"/>
                  </a:lnTo>
                  <a:lnTo>
                    <a:pt x="7420" y="13116"/>
                  </a:lnTo>
                  <a:lnTo>
                    <a:pt x="7420" y="13116"/>
                  </a:lnTo>
                  <a:lnTo>
                    <a:pt x="7881" y="13056"/>
                  </a:lnTo>
                  <a:lnTo>
                    <a:pt x="8323" y="12976"/>
                  </a:lnTo>
                  <a:lnTo>
                    <a:pt x="8764" y="12835"/>
                  </a:lnTo>
                  <a:lnTo>
                    <a:pt x="9185" y="12675"/>
                  </a:lnTo>
                  <a:lnTo>
                    <a:pt x="9586" y="12494"/>
                  </a:lnTo>
                  <a:lnTo>
                    <a:pt x="9967" y="12274"/>
                  </a:lnTo>
                  <a:lnTo>
                    <a:pt x="10348" y="12013"/>
                  </a:lnTo>
                  <a:lnTo>
                    <a:pt x="10689" y="11752"/>
                  </a:lnTo>
                  <a:lnTo>
                    <a:pt x="11030" y="11451"/>
                  </a:lnTo>
                  <a:lnTo>
                    <a:pt x="11331" y="11131"/>
                  </a:lnTo>
                  <a:lnTo>
                    <a:pt x="11632" y="10790"/>
                  </a:lnTo>
                  <a:lnTo>
                    <a:pt x="11892" y="10409"/>
                  </a:lnTo>
                  <a:lnTo>
                    <a:pt x="12153" y="10028"/>
                  </a:lnTo>
                  <a:lnTo>
                    <a:pt x="12374" y="9626"/>
                  </a:lnTo>
                  <a:lnTo>
                    <a:pt x="12554" y="9225"/>
                  </a:lnTo>
                  <a:lnTo>
                    <a:pt x="12735" y="8784"/>
                  </a:lnTo>
                  <a:lnTo>
                    <a:pt x="12735" y="8784"/>
                  </a:lnTo>
                  <a:lnTo>
                    <a:pt x="12855" y="8403"/>
                  </a:lnTo>
                  <a:lnTo>
                    <a:pt x="12955" y="8022"/>
                  </a:lnTo>
                  <a:lnTo>
                    <a:pt x="13035" y="7641"/>
                  </a:lnTo>
                  <a:lnTo>
                    <a:pt x="13096" y="7240"/>
                  </a:lnTo>
                  <a:lnTo>
                    <a:pt x="13116" y="6859"/>
                  </a:lnTo>
                  <a:lnTo>
                    <a:pt x="13116" y="6478"/>
                  </a:lnTo>
                  <a:lnTo>
                    <a:pt x="13116" y="6117"/>
                  </a:lnTo>
                  <a:lnTo>
                    <a:pt x="13076" y="5736"/>
                  </a:lnTo>
                  <a:lnTo>
                    <a:pt x="13015" y="5375"/>
                  </a:lnTo>
                  <a:lnTo>
                    <a:pt x="12935" y="5014"/>
                  </a:lnTo>
                  <a:lnTo>
                    <a:pt x="12835" y="4653"/>
                  </a:lnTo>
                  <a:lnTo>
                    <a:pt x="12715" y="4312"/>
                  </a:lnTo>
                  <a:lnTo>
                    <a:pt x="12574" y="3971"/>
                  </a:lnTo>
                  <a:lnTo>
                    <a:pt x="12414" y="3650"/>
                  </a:lnTo>
                  <a:lnTo>
                    <a:pt x="12253" y="3329"/>
                  </a:lnTo>
                  <a:lnTo>
                    <a:pt x="12053" y="3008"/>
                  </a:lnTo>
                  <a:lnTo>
                    <a:pt x="11852" y="2708"/>
                  </a:lnTo>
                  <a:lnTo>
                    <a:pt x="11632" y="2427"/>
                  </a:lnTo>
                  <a:lnTo>
                    <a:pt x="11391" y="2146"/>
                  </a:lnTo>
                  <a:lnTo>
                    <a:pt x="11130" y="1885"/>
                  </a:lnTo>
                  <a:lnTo>
                    <a:pt x="10850" y="1645"/>
                  </a:lnTo>
                  <a:lnTo>
                    <a:pt x="10569" y="1404"/>
                  </a:lnTo>
                  <a:lnTo>
                    <a:pt x="10268" y="1183"/>
                  </a:lnTo>
                  <a:lnTo>
                    <a:pt x="9967" y="983"/>
                  </a:lnTo>
                  <a:lnTo>
                    <a:pt x="9626" y="802"/>
                  </a:lnTo>
                  <a:lnTo>
                    <a:pt x="9305" y="622"/>
                  </a:lnTo>
                  <a:lnTo>
                    <a:pt x="8944" y="482"/>
                  </a:lnTo>
                  <a:lnTo>
                    <a:pt x="8583" y="341"/>
                  </a:lnTo>
                  <a:lnTo>
                    <a:pt x="8222" y="241"/>
                  </a:lnTo>
                  <a:lnTo>
                    <a:pt x="7841" y="141"/>
                  </a:lnTo>
                  <a:lnTo>
                    <a:pt x="7440" y="80"/>
                  </a:lnTo>
                  <a:lnTo>
                    <a:pt x="7039" y="40"/>
                  </a:lnTo>
                  <a:lnTo>
                    <a:pt x="7039" y="40"/>
                  </a:lnTo>
                  <a:lnTo>
                    <a:pt x="6658" y="0"/>
                  </a:lnTo>
                  <a:lnTo>
                    <a:pt x="6277" y="20"/>
                  </a:lnTo>
                  <a:lnTo>
                    <a:pt x="5896" y="40"/>
                  </a:lnTo>
                  <a:lnTo>
                    <a:pt x="5535" y="80"/>
                  </a:lnTo>
                  <a:lnTo>
                    <a:pt x="5174" y="141"/>
                  </a:lnTo>
                  <a:lnTo>
                    <a:pt x="4833" y="241"/>
                  </a:lnTo>
                  <a:lnTo>
                    <a:pt x="4472" y="341"/>
                  </a:lnTo>
                  <a:lnTo>
                    <a:pt x="4151" y="462"/>
                  </a:lnTo>
                  <a:lnTo>
                    <a:pt x="3810" y="622"/>
                  </a:lnTo>
                  <a:lnTo>
                    <a:pt x="3490" y="782"/>
                  </a:lnTo>
                  <a:lnTo>
                    <a:pt x="3189" y="963"/>
                  </a:lnTo>
                  <a:lnTo>
                    <a:pt x="2888" y="1143"/>
                  </a:lnTo>
                  <a:lnTo>
                    <a:pt x="2607" y="1364"/>
                  </a:lnTo>
                  <a:lnTo>
                    <a:pt x="2326" y="1585"/>
                  </a:lnTo>
                  <a:lnTo>
                    <a:pt x="2066" y="1825"/>
                  </a:lnTo>
                  <a:lnTo>
                    <a:pt x="1825" y="2086"/>
                  </a:lnTo>
                  <a:lnTo>
                    <a:pt x="1584" y="2347"/>
                  </a:lnTo>
                  <a:lnTo>
                    <a:pt x="1364" y="2627"/>
                  </a:lnTo>
                  <a:lnTo>
                    <a:pt x="1163" y="2928"/>
                  </a:lnTo>
                  <a:lnTo>
                    <a:pt x="963" y="3229"/>
                  </a:lnTo>
                  <a:lnTo>
                    <a:pt x="802" y="3550"/>
                  </a:lnTo>
                  <a:lnTo>
                    <a:pt x="642" y="3871"/>
                  </a:lnTo>
                  <a:lnTo>
                    <a:pt x="501" y="4192"/>
                  </a:lnTo>
                  <a:lnTo>
                    <a:pt x="361" y="4533"/>
                  </a:lnTo>
                  <a:lnTo>
                    <a:pt x="261" y="4894"/>
                  </a:lnTo>
                  <a:lnTo>
                    <a:pt x="160" y="5234"/>
                  </a:lnTo>
                  <a:lnTo>
                    <a:pt x="100" y="5595"/>
                  </a:lnTo>
                  <a:lnTo>
                    <a:pt x="40" y="5977"/>
                  </a:lnTo>
                  <a:lnTo>
                    <a:pt x="20" y="6337"/>
                  </a:lnTo>
                  <a:lnTo>
                    <a:pt x="0" y="6719"/>
                  </a:lnTo>
                  <a:lnTo>
                    <a:pt x="0" y="7100"/>
                  </a:lnTo>
                  <a:lnTo>
                    <a:pt x="40" y="74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42">
              <a:extLst>
                <a:ext uri="{FF2B5EF4-FFF2-40B4-BE49-F238E27FC236}">
                  <a16:creationId xmlns:a16="http://schemas.microsoft.com/office/drawing/2014/main" id="{9FA9D222-05FD-8BFB-C6DA-50F104EE3643}"/>
                </a:ext>
              </a:extLst>
            </p:cNvPr>
            <p:cNvSpPr/>
            <p:nvPr/>
          </p:nvSpPr>
          <p:spPr>
            <a:xfrm>
              <a:off x="10253450" y="2763463"/>
              <a:ext cx="253200" cy="253700"/>
            </a:xfrm>
            <a:custGeom>
              <a:avLst/>
              <a:gdLst/>
              <a:ahLst/>
              <a:cxnLst/>
              <a:rect l="l" t="t" r="r" b="b"/>
              <a:pathLst>
                <a:path w="10128" h="10148" extrusionOk="0">
                  <a:moveTo>
                    <a:pt x="4853" y="0"/>
                  </a:moveTo>
                  <a:lnTo>
                    <a:pt x="4573" y="20"/>
                  </a:lnTo>
                  <a:lnTo>
                    <a:pt x="4292" y="61"/>
                  </a:lnTo>
                  <a:lnTo>
                    <a:pt x="4011" y="101"/>
                  </a:lnTo>
                  <a:lnTo>
                    <a:pt x="3750" y="181"/>
                  </a:lnTo>
                  <a:lnTo>
                    <a:pt x="3490" y="241"/>
                  </a:lnTo>
                  <a:lnTo>
                    <a:pt x="3229" y="341"/>
                  </a:lnTo>
                  <a:lnTo>
                    <a:pt x="2968" y="442"/>
                  </a:lnTo>
                  <a:lnTo>
                    <a:pt x="2728" y="582"/>
                  </a:lnTo>
                  <a:lnTo>
                    <a:pt x="2507" y="702"/>
                  </a:lnTo>
                  <a:lnTo>
                    <a:pt x="2266" y="843"/>
                  </a:lnTo>
                  <a:lnTo>
                    <a:pt x="2066" y="1003"/>
                  </a:lnTo>
                  <a:lnTo>
                    <a:pt x="1845" y="1184"/>
                  </a:lnTo>
                  <a:lnTo>
                    <a:pt x="1645" y="1364"/>
                  </a:lnTo>
                  <a:lnTo>
                    <a:pt x="1464" y="1545"/>
                  </a:lnTo>
                  <a:lnTo>
                    <a:pt x="1264" y="1765"/>
                  </a:lnTo>
                  <a:lnTo>
                    <a:pt x="1083" y="1986"/>
                  </a:lnTo>
                  <a:lnTo>
                    <a:pt x="923" y="2206"/>
                  </a:lnTo>
                  <a:lnTo>
                    <a:pt x="782" y="2447"/>
                  </a:lnTo>
                  <a:lnTo>
                    <a:pt x="622" y="2688"/>
                  </a:lnTo>
                  <a:lnTo>
                    <a:pt x="502" y="2928"/>
                  </a:lnTo>
                  <a:lnTo>
                    <a:pt x="381" y="3189"/>
                  </a:lnTo>
                  <a:lnTo>
                    <a:pt x="281" y="3470"/>
                  </a:lnTo>
                  <a:lnTo>
                    <a:pt x="201" y="3730"/>
                  </a:lnTo>
                  <a:lnTo>
                    <a:pt x="120" y="4011"/>
                  </a:lnTo>
                  <a:lnTo>
                    <a:pt x="60" y="4292"/>
                  </a:lnTo>
                  <a:lnTo>
                    <a:pt x="20" y="4593"/>
                  </a:lnTo>
                  <a:lnTo>
                    <a:pt x="0" y="4874"/>
                  </a:lnTo>
                  <a:lnTo>
                    <a:pt x="0" y="5174"/>
                  </a:lnTo>
                  <a:lnTo>
                    <a:pt x="0" y="5475"/>
                  </a:lnTo>
                  <a:lnTo>
                    <a:pt x="20" y="5776"/>
                  </a:lnTo>
                  <a:lnTo>
                    <a:pt x="100" y="6197"/>
                  </a:lnTo>
                  <a:lnTo>
                    <a:pt x="201" y="6638"/>
                  </a:lnTo>
                  <a:lnTo>
                    <a:pt x="361" y="7060"/>
                  </a:lnTo>
                  <a:lnTo>
                    <a:pt x="562" y="7461"/>
                  </a:lnTo>
                  <a:lnTo>
                    <a:pt x="802" y="7862"/>
                  </a:lnTo>
                  <a:lnTo>
                    <a:pt x="1103" y="8243"/>
                  </a:lnTo>
                  <a:lnTo>
                    <a:pt x="1404" y="8604"/>
                  </a:lnTo>
                  <a:lnTo>
                    <a:pt x="1765" y="8925"/>
                  </a:lnTo>
                  <a:lnTo>
                    <a:pt x="2166" y="9225"/>
                  </a:lnTo>
                  <a:lnTo>
                    <a:pt x="2367" y="9366"/>
                  </a:lnTo>
                  <a:lnTo>
                    <a:pt x="2587" y="9486"/>
                  </a:lnTo>
                  <a:lnTo>
                    <a:pt x="2808" y="9606"/>
                  </a:lnTo>
                  <a:lnTo>
                    <a:pt x="3028" y="9727"/>
                  </a:lnTo>
                  <a:lnTo>
                    <a:pt x="3269" y="9807"/>
                  </a:lnTo>
                  <a:lnTo>
                    <a:pt x="3510" y="9907"/>
                  </a:lnTo>
                  <a:lnTo>
                    <a:pt x="3770" y="9967"/>
                  </a:lnTo>
                  <a:lnTo>
                    <a:pt x="4031" y="10048"/>
                  </a:lnTo>
                  <a:lnTo>
                    <a:pt x="4292" y="10088"/>
                  </a:lnTo>
                  <a:lnTo>
                    <a:pt x="4573" y="10128"/>
                  </a:lnTo>
                  <a:lnTo>
                    <a:pt x="4853" y="10148"/>
                  </a:lnTo>
                  <a:lnTo>
                    <a:pt x="5435" y="10148"/>
                  </a:lnTo>
                  <a:lnTo>
                    <a:pt x="5716" y="10128"/>
                  </a:lnTo>
                  <a:lnTo>
                    <a:pt x="6077" y="10088"/>
                  </a:lnTo>
                  <a:lnTo>
                    <a:pt x="6418" y="10008"/>
                  </a:lnTo>
                  <a:lnTo>
                    <a:pt x="6759" y="9907"/>
                  </a:lnTo>
                  <a:lnTo>
                    <a:pt x="7079" y="9787"/>
                  </a:lnTo>
                  <a:lnTo>
                    <a:pt x="7400" y="9647"/>
                  </a:lnTo>
                  <a:lnTo>
                    <a:pt x="7681" y="9466"/>
                  </a:lnTo>
                  <a:lnTo>
                    <a:pt x="7982" y="9286"/>
                  </a:lnTo>
                  <a:lnTo>
                    <a:pt x="8243" y="9065"/>
                  </a:lnTo>
                  <a:lnTo>
                    <a:pt x="8503" y="8824"/>
                  </a:lnTo>
                  <a:lnTo>
                    <a:pt x="8744" y="8584"/>
                  </a:lnTo>
                  <a:lnTo>
                    <a:pt x="8964" y="8323"/>
                  </a:lnTo>
                  <a:lnTo>
                    <a:pt x="9185" y="8042"/>
                  </a:lnTo>
                  <a:lnTo>
                    <a:pt x="9366" y="7741"/>
                  </a:lnTo>
                  <a:lnTo>
                    <a:pt x="9546" y="7441"/>
                  </a:lnTo>
                  <a:lnTo>
                    <a:pt x="9686" y="7120"/>
                  </a:lnTo>
                  <a:lnTo>
                    <a:pt x="9827" y="6779"/>
                  </a:lnTo>
                  <a:lnTo>
                    <a:pt x="9887" y="6598"/>
                  </a:lnTo>
                  <a:lnTo>
                    <a:pt x="9967" y="6318"/>
                  </a:lnTo>
                  <a:lnTo>
                    <a:pt x="10027" y="6017"/>
                  </a:lnTo>
                  <a:lnTo>
                    <a:pt x="10067" y="5736"/>
                  </a:lnTo>
                  <a:lnTo>
                    <a:pt x="10108" y="5435"/>
                  </a:lnTo>
                  <a:lnTo>
                    <a:pt x="10128" y="5154"/>
                  </a:lnTo>
                  <a:lnTo>
                    <a:pt x="10128" y="4874"/>
                  </a:lnTo>
                  <a:lnTo>
                    <a:pt x="10108" y="4573"/>
                  </a:lnTo>
                  <a:lnTo>
                    <a:pt x="10067" y="4292"/>
                  </a:lnTo>
                  <a:lnTo>
                    <a:pt x="10007" y="4031"/>
                  </a:lnTo>
                  <a:lnTo>
                    <a:pt x="9947" y="3751"/>
                  </a:lnTo>
                  <a:lnTo>
                    <a:pt x="9867" y="3490"/>
                  </a:lnTo>
                  <a:lnTo>
                    <a:pt x="9767" y="3229"/>
                  </a:lnTo>
                  <a:lnTo>
                    <a:pt x="9666" y="2968"/>
                  </a:lnTo>
                  <a:lnTo>
                    <a:pt x="9546" y="2728"/>
                  </a:lnTo>
                  <a:lnTo>
                    <a:pt x="9406" y="2487"/>
                  </a:lnTo>
                  <a:lnTo>
                    <a:pt x="9245" y="2246"/>
                  </a:lnTo>
                  <a:lnTo>
                    <a:pt x="9085" y="2026"/>
                  </a:lnTo>
                  <a:lnTo>
                    <a:pt x="8924" y="1805"/>
                  </a:lnTo>
                  <a:lnTo>
                    <a:pt x="8724" y="1605"/>
                  </a:lnTo>
                  <a:lnTo>
                    <a:pt x="8543" y="1404"/>
                  </a:lnTo>
                  <a:lnTo>
                    <a:pt x="8323" y="1224"/>
                  </a:lnTo>
                  <a:lnTo>
                    <a:pt x="8102" y="1043"/>
                  </a:lnTo>
                  <a:lnTo>
                    <a:pt x="7882" y="883"/>
                  </a:lnTo>
                  <a:lnTo>
                    <a:pt x="7641" y="742"/>
                  </a:lnTo>
                  <a:lnTo>
                    <a:pt x="7400" y="602"/>
                  </a:lnTo>
                  <a:lnTo>
                    <a:pt x="7140" y="462"/>
                  </a:lnTo>
                  <a:lnTo>
                    <a:pt x="6879" y="361"/>
                  </a:lnTo>
                  <a:lnTo>
                    <a:pt x="6598" y="261"/>
                  </a:lnTo>
                  <a:lnTo>
                    <a:pt x="6317" y="181"/>
                  </a:lnTo>
                  <a:lnTo>
                    <a:pt x="6037" y="121"/>
                  </a:lnTo>
                  <a:lnTo>
                    <a:pt x="5736" y="61"/>
                  </a:lnTo>
                  <a:lnTo>
                    <a:pt x="5435" y="20"/>
                  </a:lnTo>
                  <a:lnTo>
                    <a:pt x="513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42">
              <a:extLst>
                <a:ext uri="{FF2B5EF4-FFF2-40B4-BE49-F238E27FC236}">
                  <a16:creationId xmlns:a16="http://schemas.microsoft.com/office/drawing/2014/main" id="{E20C20C0-38C3-5639-27B8-6C2B377AE913}"/>
                </a:ext>
              </a:extLst>
            </p:cNvPr>
            <p:cNvSpPr/>
            <p:nvPr/>
          </p:nvSpPr>
          <p:spPr>
            <a:xfrm>
              <a:off x="10253450" y="2763463"/>
              <a:ext cx="253200" cy="253700"/>
            </a:xfrm>
            <a:custGeom>
              <a:avLst/>
              <a:gdLst/>
              <a:ahLst/>
              <a:cxnLst/>
              <a:rect l="l" t="t" r="r" b="b"/>
              <a:pathLst>
                <a:path w="10128" h="10148" fill="none" extrusionOk="0">
                  <a:moveTo>
                    <a:pt x="9887" y="6598"/>
                  </a:moveTo>
                  <a:lnTo>
                    <a:pt x="9887" y="6598"/>
                  </a:lnTo>
                  <a:lnTo>
                    <a:pt x="9827" y="6779"/>
                  </a:lnTo>
                  <a:lnTo>
                    <a:pt x="9827" y="6779"/>
                  </a:lnTo>
                  <a:lnTo>
                    <a:pt x="9686" y="7120"/>
                  </a:lnTo>
                  <a:lnTo>
                    <a:pt x="9546" y="7441"/>
                  </a:lnTo>
                  <a:lnTo>
                    <a:pt x="9366" y="7741"/>
                  </a:lnTo>
                  <a:lnTo>
                    <a:pt x="9185" y="8042"/>
                  </a:lnTo>
                  <a:lnTo>
                    <a:pt x="8964" y="8323"/>
                  </a:lnTo>
                  <a:lnTo>
                    <a:pt x="8744" y="8584"/>
                  </a:lnTo>
                  <a:lnTo>
                    <a:pt x="8503" y="8824"/>
                  </a:lnTo>
                  <a:lnTo>
                    <a:pt x="8243" y="9065"/>
                  </a:lnTo>
                  <a:lnTo>
                    <a:pt x="7982" y="9286"/>
                  </a:lnTo>
                  <a:lnTo>
                    <a:pt x="7681" y="9466"/>
                  </a:lnTo>
                  <a:lnTo>
                    <a:pt x="7400" y="9647"/>
                  </a:lnTo>
                  <a:lnTo>
                    <a:pt x="7079" y="9787"/>
                  </a:lnTo>
                  <a:lnTo>
                    <a:pt x="6759" y="9907"/>
                  </a:lnTo>
                  <a:lnTo>
                    <a:pt x="6418" y="10008"/>
                  </a:lnTo>
                  <a:lnTo>
                    <a:pt x="6077" y="10088"/>
                  </a:lnTo>
                  <a:lnTo>
                    <a:pt x="5716" y="10128"/>
                  </a:lnTo>
                  <a:lnTo>
                    <a:pt x="5716" y="10128"/>
                  </a:lnTo>
                  <a:lnTo>
                    <a:pt x="5435" y="10148"/>
                  </a:lnTo>
                  <a:lnTo>
                    <a:pt x="5134" y="10148"/>
                  </a:lnTo>
                  <a:lnTo>
                    <a:pt x="4853" y="10148"/>
                  </a:lnTo>
                  <a:lnTo>
                    <a:pt x="4573" y="10128"/>
                  </a:lnTo>
                  <a:lnTo>
                    <a:pt x="4292" y="10088"/>
                  </a:lnTo>
                  <a:lnTo>
                    <a:pt x="4031" y="10048"/>
                  </a:lnTo>
                  <a:lnTo>
                    <a:pt x="3770" y="9967"/>
                  </a:lnTo>
                  <a:lnTo>
                    <a:pt x="3510" y="9907"/>
                  </a:lnTo>
                  <a:lnTo>
                    <a:pt x="3269" y="9807"/>
                  </a:lnTo>
                  <a:lnTo>
                    <a:pt x="3028" y="9727"/>
                  </a:lnTo>
                  <a:lnTo>
                    <a:pt x="2808" y="9606"/>
                  </a:lnTo>
                  <a:lnTo>
                    <a:pt x="2587" y="9486"/>
                  </a:lnTo>
                  <a:lnTo>
                    <a:pt x="2367" y="9366"/>
                  </a:lnTo>
                  <a:lnTo>
                    <a:pt x="2166" y="9225"/>
                  </a:lnTo>
                  <a:lnTo>
                    <a:pt x="1765" y="8925"/>
                  </a:lnTo>
                  <a:lnTo>
                    <a:pt x="1404" y="8604"/>
                  </a:lnTo>
                  <a:lnTo>
                    <a:pt x="1103" y="8243"/>
                  </a:lnTo>
                  <a:lnTo>
                    <a:pt x="802" y="7862"/>
                  </a:lnTo>
                  <a:lnTo>
                    <a:pt x="562" y="7461"/>
                  </a:lnTo>
                  <a:lnTo>
                    <a:pt x="361" y="7060"/>
                  </a:lnTo>
                  <a:lnTo>
                    <a:pt x="201" y="6638"/>
                  </a:lnTo>
                  <a:lnTo>
                    <a:pt x="100" y="6197"/>
                  </a:lnTo>
                  <a:lnTo>
                    <a:pt x="20" y="5776"/>
                  </a:lnTo>
                  <a:lnTo>
                    <a:pt x="20" y="5776"/>
                  </a:lnTo>
                  <a:lnTo>
                    <a:pt x="0" y="5475"/>
                  </a:lnTo>
                  <a:lnTo>
                    <a:pt x="0" y="5174"/>
                  </a:lnTo>
                  <a:lnTo>
                    <a:pt x="0" y="4874"/>
                  </a:lnTo>
                  <a:lnTo>
                    <a:pt x="20" y="4593"/>
                  </a:lnTo>
                  <a:lnTo>
                    <a:pt x="60" y="4292"/>
                  </a:lnTo>
                  <a:lnTo>
                    <a:pt x="120" y="4011"/>
                  </a:lnTo>
                  <a:lnTo>
                    <a:pt x="201" y="3730"/>
                  </a:lnTo>
                  <a:lnTo>
                    <a:pt x="281" y="3470"/>
                  </a:lnTo>
                  <a:lnTo>
                    <a:pt x="381" y="3189"/>
                  </a:lnTo>
                  <a:lnTo>
                    <a:pt x="502" y="2928"/>
                  </a:lnTo>
                  <a:lnTo>
                    <a:pt x="622" y="2688"/>
                  </a:lnTo>
                  <a:lnTo>
                    <a:pt x="782" y="2447"/>
                  </a:lnTo>
                  <a:lnTo>
                    <a:pt x="923" y="2206"/>
                  </a:lnTo>
                  <a:lnTo>
                    <a:pt x="1083" y="1986"/>
                  </a:lnTo>
                  <a:lnTo>
                    <a:pt x="1264" y="1765"/>
                  </a:lnTo>
                  <a:lnTo>
                    <a:pt x="1464" y="1545"/>
                  </a:lnTo>
                  <a:lnTo>
                    <a:pt x="1464" y="1545"/>
                  </a:lnTo>
                  <a:lnTo>
                    <a:pt x="1645" y="1364"/>
                  </a:lnTo>
                  <a:lnTo>
                    <a:pt x="1845" y="1184"/>
                  </a:lnTo>
                  <a:lnTo>
                    <a:pt x="2066" y="1003"/>
                  </a:lnTo>
                  <a:lnTo>
                    <a:pt x="2266" y="843"/>
                  </a:lnTo>
                  <a:lnTo>
                    <a:pt x="2507" y="702"/>
                  </a:lnTo>
                  <a:lnTo>
                    <a:pt x="2728" y="582"/>
                  </a:lnTo>
                  <a:lnTo>
                    <a:pt x="2968" y="442"/>
                  </a:lnTo>
                  <a:lnTo>
                    <a:pt x="3229" y="341"/>
                  </a:lnTo>
                  <a:lnTo>
                    <a:pt x="3490" y="241"/>
                  </a:lnTo>
                  <a:lnTo>
                    <a:pt x="3750" y="181"/>
                  </a:lnTo>
                  <a:lnTo>
                    <a:pt x="4011" y="101"/>
                  </a:lnTo>
                  <a:lnTo>
                    <a:pt x="4292" y="61"/>
                  </a:lnTo>
                  <a:lnTo>
                    <a:pt x="4573" y="20"/>
                  </a:lnTo>
                  <a:lnTo>
                    <a:pt x="4853" y="0"/>
                  </a:lnTo>
                  <a:lnTo>
                    <a:pt x="5134" y="0"/>
                  </a:lnTo>
                  <a:lnTo>
                    <a:pt x="5435" y="20"/>
                  </a:lnTo>
                  <a:lnTo>
                    <a:pt x="5435" y="20"/>
                  </a:lnTo>
                  <a:lnTo>
                    <a:pt x="5736" y="61"/>
                  </a:lnTo>
                  <a:lnTo>
                    <a:pt x="6037" y="121"/>
                  </a:lnTo>
                  <a:lnTo>
                    <a:pt x="6317" y="181"/>
                  </a:lnTo>
                  <a:lnTo>
                    <a:pt x="6598" y="261"/>
                  </a:lnTo>
                  <a:lnTo>
                    <a:pt x="6879" y="361"/>
                  </a:lnTo>
                  <a:lnTo>
                    <a:pt x="7140" y="462"/>
                  </a:lnTo>
                  <a:lnTo>
                    <a:pt x="7400" y="602"/>
                  </a:lnTo>
                  <a:lnTo>
                    <a:pt x="7641" y="742"/>
                  </a:lnTo>
                  <a:lnTo>
                    <a:pt x="7882" y="883"/>
                  </a:lnTo>
                  <a:lnTo>
                    <a:pt x="8102" y="1043"/>
                  </a:lnTo>
                  <a:lnTo>
                    <a:pt x="8323" y="1224"/>
                  </a:lnTo>
                  <a:lnTo>
                    <a:pt x="8543" y="1404"/>
                  </a:lnTo>
                  <a:lnTo>
                    <a:pt x="8724" y="1605"/>
                  </a:lnTo>
                  <a:lnTo>
                    <a:pt x="8924" y="1805"/>
                  </a:lnTo>
                  <a:lnTo>
                    <a:pt x="9085" y="2026"/>
                  </a:lnTo>
                  <a:lnTo>
                    <a:pt x="9245" y="2246"/>
                  </a:lnTo>
                  <a:lnTo>
                    <a:pt x="9406" y="2487"/>
                  </a:lnTo>
                  <a:lnTo>
                    <a:pt x="9546" y="2728"/>
                  </a:lnTo>
                  <a:lnTo>
                    <a:pt x="9666" y="2968"/>
                  </a:lnTo>
                  <a:lnTo>
                    <a:pt x="9767" y="3229"/>
                  </a:lnTo>
                  <a:lnTo>
                    <a:pt x="9867" y="3490"/>
                  </a:lnTo>
                  <a:lnTo>
                    <a:pt x="9947" y="3751"/>
                  </a:lnTo>
                  <a:lnTo>
                    <a:pt x="10007" y="4031"/>
                  </a:lnTo>
                  <a:lnTo>
                    <a:pt x="10067" y="4292"/>
                  </a:lnTo>
                  <a:lnTo>
                    <a:pt x="10108" y="4573"/>
                  </a:lnTo>
                  <a:lnTo>
                    <a:pt x="10128" y="4874"/>
                  </a:lnTo>
                  <a:lnTo>
                    <a:pt x="10128" y="5154"/>
                  </a:lnTo>
                  <a:lnTo>
                    <a:pt x="10108" y="5435"/>
                  </a:lnTo>
                  <a:lnTo>
                    <a:pt x="10067" y="5736"/>
                  </a:lnTo>
                  <a:lnTo>
                    <a:pt x="10027" y="6017"/>
                  </a:lnTo>
                  <a:lnTo>
                    <a:pt x="9967" y="6318"/>
                  </a:lnTo>
                  <a:lnTo>
                    <a:pt x="9887" y="65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42">
              <a:extLst>
                <a:ext uri="{FF2B5EF4-FFF2-40B4-BE49-F238E27FC236}">
                  <a16:creationId xmlns:a16="http://schemas.microsoft.com/office/drawing/2014/main" id="{42E84604-0268-A727-FA3B-82F7E694FC8D}"/>
                </a:ext>
              </a:extLst>
            </p:cNvPr>
            <p:cNvSpPr/>
            <p:nvPr/>
          </p:nvSpPr>
          <p:spPr>
            <a:xfrm>
              <a:off x="10253450" y="2802063"/>
              <a:ext cx="247175" cy="215100"/>
            </a:xfrm>
            <a:custGeom>
              <a:avLst/>
              <a:gdLst/>
              <a:ahLst/>
              <a:cxnLst/>
              <a:rect l="l" t="t" r="r" b="b"/>
              <a:pathLst>
                <a:path w="9887" h="8604" extrusionOk="0">
                  <a:moveTo>
                    <a:pt x="1464" y="1"/>
                  </a:moveTo>
                  <a:lnTo>
                    <a:pt x="1123" y="382"/>
                  </a:lnTo>
                  <a:lnTo>
                    <a:pt x="842" y="783"/>
                  </a:lnTo>
                  <a:lnTo>
                    <a:pt x="602" y="1224"/>
                  </a:lnTo>
                  <a:lnTo>
                    <a:pt x="381" y="1665"/>
                  </a:lnTo>
                  <a:lnTo>
                    <a:pt x="221" y="2146"/>
                  </a:lnTo>
                  <a:lnTo>
                    <a:pt x="141" y="2387"/>
                  </a:lnTo>
                  <a:lnTo>
                    <a:pt x="100" y="2628"/>
                  </a:lnTo>
                  <a:lnTo>
                    <a:pt x="40" y="2888"/>
                  </a:lnTo>
                  <a:lnTo>
                    <a:pt x="20" y="3149"/>
                  </a:lnTo>
                  <a:lnTo>
                    <a:pt x="0" y="3410"/>
                  </a:lnTo>
                  <a:lnTo>
                    <a:pt x="0" y="3671"/>
                  </a:lnTo>
                  <a:lnTo>
                    <a:pt x="0" y="3951"/>
                  </a:lnTo>
                  <a:lnTo>
                    <a:pt x="20" y="4232"/>
                  </a:lnTo>
                  <a:lnTo>
                    <a:pt x="80" y="4633"/>
                  </a:lnTo>
                  <a:lnTo>
                    <a:pt x="201" y="5034"/>
                  </a:lnTo>
                  <a:lnTo>
                    <a:pt x="341" y="5435"/>
                  </a:lnTo>
                  <a:lnTo>
                    <a:pt x="522" y="5816"/>
                  </a:lnTo>
                  <a:lnTo>
                    <a:pt x="742" y="6197"/>
                  </a:lnTo>
                  <a:lnTo>
                    <a:pt x="983" y="6558"/>
                  </a:lnTo>
                  <a:lnTo>
                    <a:pt x="1284" y="6919"/>
                  </a:lnTo>
                  <a:lnTo>
                    <a:pt x="1584" y="7240"/>
                  </a:lnTo>
                  <a:lnTo>
                    <a:pt x="1945" y="7521"/>
                  </a:lnTo>
                  <a:lnTo>
                    <a:pt x="2326" y="7802"/>
                  </a:lnTo>
                  <a:lnTo>
                    <a:pt x="2728" y="8022"/>
                  </a:lnTo>
                  <a:lnTo>
                    <a:pt x="3169" y="8223"/>
                  </a:lnTo>
                  <a:lnTo>
                    <a:pt x="3630" y="8383"/>
                  </a:lnTo>
                  <a:lnTo>
                    <a:pt x="3871" y="8464"/>
                  </a:lnTo>
                  <a:lnTo>
                    <a:pt x="4111" y="8504"/>
                  </a:lnTo>
                  <a:lnTo>
                    <a:pt x="4372" y="8564"/>
                  </a:lnTo>
                  <a:lnTo>
                    <a:pt x="4633" y="8584"/>
                  </a:lnTo>
                  <a:lnTo>
                    <a:pt x="4893" y="8604"/>
                  </a:lnTo>
                  <a:lnTo>
                    <a:pt x="5435" y="8604"/>
                  </a:lnTo>
                  <a:lnTo>
                    <a:pt x="5716" y="8584"/>
                  </a:lnTo>
                  <a:lnTo>
                    <a:pt x="6077" y="8544"/>
                  </a:lnTo>
                  <a:lnTo>
                    <a:pt x="6418" y="8464"/>
                  </a:lnTo>
                  <a:lnTo>
                    <a:pt x="6759" y="8363"/>
                  </a:lnTo>
                  <a:lnTo>
                    <a:pt x="7079" y="8243"/>
                  </a:lnTo>
                  <a:lnTo>
                    <a:pt x="7400" y="8103"/>
                  </a:lnTo>
                  <a:lnTo>
                    <a:pt x="7681" y="7922"/>
                  </a:lnTo>
                  <a:lnTo>
                    <a:pt x="7982" y="7742"/>
                  </a:lnTo>
                  <a:lnTo>
                    <a:pt x="8243" y="7521"/>
                  </a:lnTo>
                  <a:lnTo>
                    <a:pt x="8503" y="7280"/>
                  </a:lnTo>
                  <a:lnTo>
                    <a:pt x="8744" y="7040"/>
                  </a:lnTo>
                  <a:lnTo>
                    <a:pt x="8964" y="6779"/>
                  </a:lnTo>
                  <a:lnTo>
                    <a:pt x="9185" y="6498"/>
                  </a:lnTo>
                  <a:lnTo>
                    <a:pt x="9366" y="6197"/>
                  </a:lnTo>
                  <a:lnTo>
                    <a:pt x="9546" y="5897"/>
                  </a:lnTo>
                  <a:lnTo>
                    <a:pt x="9686" y="5576"/>
                  </a:lnTo>
                  <a:lnTo>
                    <a:pt x="9827" y="5235"/>
                  </a:lnTo>
                  <a:lnTo>
                    <a:pt x="9887" y="5054"/>
                  </a:lnTo>
                  <a:lnTo>
                    <a:pt x="9666" y="5335"/>
                  </a:lnTo>
                  <a:lnTo>
                    <a:pt x="9446" y="5596"/>
                  </a:lnTo>
                  <a:lnTo>
                    <a:pt x="9205" y="5836"/>
                  </a:lnTo>
                  <a:lnTo>
                    <a:pt x="8944" y="6077"/>
                  </a:lnTo>
                  <a:lnTo>
                    <a:pt x="8684" y="6278"/>
                  </a:lnTo>
                  <a:lnTo>
                    <a:pt x="8403" y="6478"/>
                  </a:lnTo>
                  <a:lnTo>
                    <a:pt x="8082" y="6659"/>
                  </a:lnTo>
                  <a:lnTo>
                    <a:pt x="7781" y="6799"/>
                  </a:lnTo>
                  <a:lnTo>
                    <a:pt x="7380" y="6939"/>
                  </a:lnTo>
                  <a:lnTo>
                    <a:pt x="6999" y="7040"/>
                  </a:lnTo>
                  <a:lnTo>
                    <a:pt x="6598" y="7100"/>
                  </a:lnTo>
                  <a:lnTo>
                    <a:pt x="6197" y="7120"/>
                  </a:lnTo>
                  <a:lnTo>
                    <a:pt x="5776" y="7100"/>
                  </a:lnTo>
                  <a:lnTo>
                    <a:pt x="5355" y="7040"/>
                  </a:lnTo>
                  <a:lnTo>
                    <a:pt x="4954" y="6939"/>
                  </a:lnTo>
                  <a:lnTo>
                    <a:pt x="4553" y="6819"/>
                  </a:lnTo>
                  <a:lnTo>
                    <a:pt x="4171" y="6659"/>
                  </a:lnTo>
                  <a:lnTo>
                    <a:pt x="3790" y="6478"/>
                  </a:lnTo>
                  <a:lnTo>
                    <a:pt x="3429" y="6258"/>
                  </a:lnTo>
                  <a:lnTo>
                    <a:pt x="3089" y="6017"/>
                  </a:lnTo>
                  <a:lnTo>
                    <a:pt x="2748" y="5756"/>
                  </a:lnTo>
                  <a:lnTo>
                    <a:pt x="2447" y="5455"/>
                  </a:lnTo>
                  <a:lnTo>
                    <a:pt x="2186" y="5114"/>
                  </a:lnTo>
                  <a:lnTo>
                    <a:pt x="1925" y="4774"/>
                  </a:lnTo>
                  <a:lnTo>
                    <a:pt x="1705" y="4413"/>
                  </a:lnTo>
                  <a:lnTo>
                    <a:pt x="1524" y="4032"/>
                  </a:lnTo>
                  <a:lnTo>
                    <a:pt x="1364" y="3650"/>
                  </a:lnTo>
                  <a:lnTo>
                    <a:pt x="1244" y="3249"/>
                  </a:lnTo>
                  <a:lnTo>
                    <a:pt x="1143" y="2828"/>
                  </a:lnTo>
                  <a:lnTo>
                    <a:pt x="1083" y="2427"/>
                  </a:lnTo>
                  <a:lnTo>
                    <a:pt x="1063" y="2006"/>
                  </a:lnTo>
                  <a:lnTo>
                    <a:pt x="1063" y="1585"/>
                  </a:lnTo>
                  <a:lnTo>
                    <a:pt x="1123" y="1184"/>
                  </a:lnTo>
                  <a:lnTo>
                    <a:pt x="1183" y="783"/>
                  </a:lnTo>
                  <a:lnTo>
                    <a:pt x="1304" y="382"/>
                  </a:lnTo>
                  <a:lnTo>
                    <a:pt x="146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42">
              <a:extLst>
                <a:ext uri="{FF2B5EF4-FFF2-40B4-BE49-F238E27FC236}">
                  <a16:creationId xmlns:a16="http://schemas.microsoft.com/office/drawing/2014/main" id="{0655B99C-5409-E24F-EF15-24129EE7D3F0}"/>
                </a:ext>
              </a:extLst>
            </p:cNvPr>
            <p:cNvSpPr/>
            <p:nvPr/>
          </p:nvSpPr>
          <p:spPr>
            <a:xfrm>
              <a:off x="10253450" y="2802063"/>
              <a:ext cx="247175" cy="215100"/>
            </a:xfrm>
            <a:custGeom>
              <a:avLst/>
              <a:gdLst/>
              <a:ahLst/>
              <a:cxnLst/>
              <a:rect l="l" t="t" r="r" b="b"/>
              <a:pathLst>
                <a:path w="9887" h="8604" fill="none" extrusionOk="0">
                  <a:moveTo>
                    <a:pt x="1464" y="1"/>
                  </a:moveTo>
                  <a:lnTo>
                    <a:pt x="1464" y="1"/>
                  </a:lnTo>
                  <a:lnTo>
                    <a:pt x="1123" y="382"/>
                  </a:lnTo>
                  <a:lnTo>
                    <a:pt x="842" y="783"/>
                  </a:lnTo>
                  <a:lnTo>
                    <a:pt x="602" y="1224"/>
                  </a:lnTo>
                  <a:lnTo>
                    <a:pt x="381" y="1665"/>
                  </a:lnTo>
                  <a:lnTo>
                    <a:pt x="221" y="2146"/>
                  </a:lnTo>
                  <a:lnTo>
                    <a:pt x="141" y="2387"/>
                  </a:lnTo>
                  <a:lnTo>
                    <a:pt x="100" y="2628"/>
                  </a:lnTo>
                  <a:lnTo>
                    <a:pt x="40" y="2888"/>
                  </a:lnTo>
                  <a:lnTo>
                    <a:pt x="20" y="3149"/>
                  </a:lnTo>
                  <a:lnTo>
                    <a:pt x="0" y="3410"/>
                  </a:lnTo>
                  <a:lnTo>
                    <a:pt x="0" y="3671"/>
                  </a:lnTo>
                  <a:lnTo>
                    <a:pt x="0" y="3671"/>
                  </a:lnTo>
                  <a:lnTo>
                    <a:pt x="0" y="3951"/>
                  </a:lnTo>
                  <a:lnTo>
                    <a:pt x="20" y="4232"/>
                  </a:lnTo>
                  <a:lnTo>
                    <a:pt x="20" y="4232"/>
                  </a:lnTo>
                  <a:lnTo>
                    <a:pt x="80" y="4633"/>
                  </a:lnTo>
                  <a:lnTo>
                    <a:pt x="201" y="5034"/>
                  </a:lnTo>
                  <a:lnTo>
                    <a:pt x="341" y="5435"/>
                  </a:lnTo>
                  <a:lnTo>
                    <a:pt x="522" y="5816"/>
                  </a:lnTo>
                  <a:lnTo>
                    <a:pt x="742" y="6197"/>
                  </a:lnTo>
                  <a:lnTo>
                    <a:pt x="983" y="6558"/>
                  </a:lnTo>
                  <a:lnTo>
                    <a:pt x="1284" y="6919"/>
                  </a:lnTo>
                  <a:lnTo>
                    <a:pt x="1584" y="7240"/>
                  </a:lnTo>
                  <a:lnTo>
                    <a:pt x="1945" y="7521"/>
                  </a:lnTo>
                  <a:lnTo>
                    <a:pt x="2326" y="7802"/>
                  </a:lnTo>
                  <a:lnTo>
                    <a:pt x="2728" y="8022"/>
                  </a:lnTo>
                  <a:lnTo>
                    <a:pt x="3169" y="8223"/>
                  </a:lnTo>
                  <a:lnTo>
                    <a:pt x="3630" y="8383"/>
                  </a:lnTo>
                  <a:lnTo>
                    <a:pt x="3871" y="8464"/>
                  </a:lnTo>
                  <a:lnTo>
                    <a:pt x="4111" y="8504"/>
                  </a:lnTo>
                  <a:lnTo>
                    <a:pt x="4372" y="8564"/>
                  </a:lnTo>
                  <a:lnTo>
                    <a:pt x="4633" y="8584"/>
                  </a:lnTo>
                  <a:lnTo>
                    <a:pt x="4893" y="8604"/>
                  </a:lnTo>
                  <a:lnTo>
                    <a:pt x="5154" y="8604"/>
                  </a:lnTo>
                  <a:lnTo>
                    <a:pt x="5154" y="8604"/>
                  </a:lnTo>
                  <a:lnTo>
                    <a:pt x="5435" y="8604"/>
                  </a:lnTo>
                  <a:lnTo>
                    <a:pt x="5716" y="8584"/>
                  </a:lnTo>
                  <a:lnTo>
                    <a:pt x="5716" y="8584"/>
                  </a:lnTo>
                  <a:lnTo>
                    <a:pt x="6077" y="8544"/>
                  </a:lnTo>
                  <a:lnTo>
                    <a:pt x="6418" y="8464"/>
                  </a:lnTo>
                  <a:lnTo>
                    <a:pt x="6759" y="8363"/>
                  </a:lnTo>
                  <a:lnTo>
                    <a:pt x="7079" y="8243"/>
                  </a:lnTo>
                  <a:lnTo>
                    <a:pt x="7400" y="8103"/>
                  </a:lnTo>
                  <a:lnTo>
                    <a:pt x="7681" y="7922"/>
                  </a:lnTo>
                  <a:lnTo>
                    <a:pt x="7982" y="7742"/>
                  </a:lnTo>
                  <a:lnTo>
                    <a:pt x="8243" y="7521"/>
                  </a:lnTo>
                  <a:lnTo>
                    <a:pt x="8503" y="7280"/>
                  </a:lnTo>
                  <a:lnTo>
                    <a:pt x="8744" y="7040"/>
                  </a:lnTo>
                  <a:lnTo>
                    <a:pt x="8964" y="6779"/>
                  </a:lnTo>
                  <a:lnTo>
                    <a:pt x="9185" y="6498"/>
                  </a:lnTo>
                  <a:lnTo>
                    <a:pt x="9366" y="6197"/>
                  </a:lnTo>
                  <a:lnTo>
                    <a:pt x="9546" y="5897"/>
                  </a:lnTo>
                  <a:lnTo>
                    <a:pt x="9686" y="5576"/>
                  </a:lnTo>
                  <a:lnTo>
                    <a:pt x="9827" y="5235"/>
                  </a:lnTo>
                  <a:lnTo>
                    <a:pt x="9827" y="5235"/>
                  </a:lnTo>
                  <a:lnTo>
                    <a:pt x="9887" y="5054"/>
                  </a:lnTo>
                  <a:lnTo>
                    <a:pt x="9887" y="5054"/>
                  </a:lnTo>
                  <a:lnTo>
                    <a:pt x="9666" y="5335"/>
                  </a:lnTo>
                  <a:lnTo>
                    <a:pt x="9446" y="5596"/>
                  </a:lnTo>
                  <a:lnTo>
                    <a:pt x="9205" y="5836"/>
                  </a:lnTo>
                  <a:lnTo>
                    <a:pt x="8944" y="6077"/>
                  </a:lnTo>
                  <a:lnTo>
                    <a:pt x="8684" y="6278"/>
                  </a:lnTo>
                  <a:lnTo>
                    <a:pt x="8403" y="6478"/>
                  </a:lnTo>
                  <a:lnTo>
                    <a:pt x="8082" y="6659"/>
                  </a:lnTo>
                  <a:lnTo>
                    <a:pt x="7781" y="6799"/>
                  </a:lnTo>
                  <a:lnTo>
                    <a:pt x="7781" y="6799"/>
                  </a:lnTo>
                  <a:lnTo>
                    <a:pt x="7380" y="6939"/>
                  </a:lnTo>
                  <a:lnTo>
                    <a:pt x="6999" y="7040"/>
                  </a:lnTo>
                  <a:lnTo>
                    <a:pt x="6598" y="7100"/>
                  </a:lnTo>
                  <a:lnTo>
                    <a:pt x="6197" y="7120"/>
                  </a:lnTo>
                  <a:lnTo>
                    <a:pt x="6197" y="7120"/>
                  </a:lnTo>
                  <a:lnTo>
                    <a:pt x="5776" y="7100"/>
                  </a:lnTo>
                  <a:lnTo>
                    <a:pt x="5355" y="7040"/>
                  </a:lnTo>
                  <a:lnTo>
                    <a:pt x="4954" y="6939"/>
                  </a:lnTo>
                  <a:lnTo>
                    <a:pt x="4553" y="6819"/>
                  </a:lnTo>
                  <a:lnTo>
                    <a:pt x="4171" y="6659"/>
                  </a:lnTo>
                  <a:lnTo>
                    <a:pt x="3790" y="6478"/>
                  </a:lnTo>
                  <a:lnTo>
                    <a:pt x="3429" y="6258"/>
                  </a:lnTo>
                  <a:lnTo>
                    <a:pt x="3089" y="6017"/>
                  </a:lnTo>
                  <a:lnTo>
                    <a:pt x="3089" y="6017"/>
                  </a:lnTo>
                  <a:lnTo>
                    <a:pt x="2748" y="5756"/>
                  </a:lnTo>
                  <a:lnTo>
                    <a:pt x="2447" y="5455"/>
                  </a:lnTo>
                  <a:lnTo>
                    <a:pt x="2186" y="5114"/>
                  </a:lnTo>
                  <a:lnTo>
                    <a:pt x="1925" y="4774"/>
                  </a:lnTo>
                  <a:lnTo>
                    <a:pt x="1705" y="4413"/>
                  </a:lnTo>
                  <a:lnTo>
                    <a:pt x="1524" y="4032"/>
                  </a:lnTo>
                  <a:lnTo>
                    <a:pt x="1364" y="3650"/>
                  </a:lnTo>
                  <a:lnTo>
                    <a:pt x="1244" y="3249"/>
                  </a:lnTo>
                  <a:lnTo>
                    <a:pt x="1143" y="2828"/>
                  </a:lnTo>
                  <a:lnTo>
                    <a:pt x="1083" y="2427"/>
                  </a:lnTo>
                  <a:lnTo>
                    <a:pt x="1063" y="2006"/>
                  </a:lnTo>
                  <a:lnTo>
                    <a:pt x="1063" y="1585"/>
                  </a:lnTo>
                  <a:lnTo>
                    <a:pt x="1123" y="1184"/>
                  </a:lnTo>
                  <a:lnTo>
                    <a:pt x="1183" y="783"/>
                  </a:lnTo>
                  <a:lnTo>
                    <a:pt x="1304" y="382"/>
                  </a:lnTo>
                  <a:lnTo>
                    <a:pt x="14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42">
              <a:extLst>
                <a:ext uri="{FF2B5EF4-FFF2-40B4-BE49-F238E27FC236}">
                  <a16:creationId xmlns:a16="http://schemas.microsoft.com/office/drawing/2014/main" id="{9BAD88D9-42A5-8DC2-B0D1-56B24539C80C}"/>
                </a:ext>
              </a:extLst>
            </p:cNvPr>
            <p:cNvSpPr/>
            <p:nvPr/>
          </p:nvSpPr>
          <p:spPr>
            <a:xfrm>
              <a:off x="10739250" y="2725863"/>
              <a:ext cx="327925" cy="328925"/>
            </a:xfrm>
            <a:custGeom>
              <a:avLst/>
              <a:gdLst/>
              <a:ahLst/>
              <a:cxnLst/>
              <a:rect l="l" t="t" r="r" b="b"/>
              <a:pathLst>
                <a:path w="13117" h="13157" extrusionOk="0">
                  <a:moveTo>
                    <a:pt x="6659" y="0"/>
                  </a:moveTo>
                  <a:lnTo>
                    <a:pt x="6278" y="20"/>
                  </a:lnTo>
                  <a:lnTo>
                    <a:pt x="5897" y="40"/>
                  </a:lnTo>
                  <a:lnTo>
                    <a:pt x="5536" y="80"/>
                  </a:lnTo>
                  <a:lnTo>
                    <a:pt x="5175" y="141"/>
                  </a:lnTo>
                  <a:lnTo>
                    <a:pt x="4814" y="241"/>
                  </a:lnTo>
                  <a:lnTo>
                    <a:pt x="4473" y="341"/>
                  </a:lnTo>
                  <a:lnTo>
                    <a:pt x="4132" y="462"/>
                  </a:lnTo>
                  <a:lnTo>
                    <a:pt x="3811" y="622"/>
                  </a:lnTo>
                  <a:lnTo>
                    <a:pt x="3490" y="782"/>
                  </a:lnTo>
                  <a:lnTo>
                    <a:pt x="3190" y="963"/>
                  </a:lnTo>
                  <a:lnTo>
                    <a:pt x="2889" y="1143"/>
                  </a:lnTo>
                  <a:lnTo>
                    <a:pt x="2608" y="1364"/>
                  </a:lnTo>
                  <a:lnTo>
                    <a:pt x="2327" y="1585"/>
                  </a:lnTo>
                  <a:lnTo>
                    <a:pt x="2067" y="1825"/>
                  </a:lnTo>
                  <a:lnTo>
                    <a:pt x="1826" y="2086"/>
                  </a:lnTo>
                  <a:lnTo>
                    <a:pt x="1585" y="2347"/>
                  </a:lnTo>
                  <a:lnTo>
                    <a:pt x="1365" y="2627"/>
                  </a:lnTo>
                  <a:lnTo>
                    <a:pt x="1164" y="2928"/>
                  </a:lnTo>
                  <a:lnTo>
                    <a:pt x="964" y="3229"/>
                  </a:lnTo>
                  <a:lnTo>
                    <a:pt x="803" y="3550"/>
                  </a:lnTo>
                  <a:lnTo>
                    <a:pt x="643" y="3871"/>
                  </a:lnTo>
                  <a:lnTo>
                    <a:pt x="482" y="4192"/>
                  </a:lnTo>
                  <a:lnTo>
                    <a:pt x="362" y="4533"/>
                  </a:lnTo>
                  <a:lnTo>
                    <a:pt x="262" y="4894"/>
                  </a:lnTo>
                  <a:lnTo>
                    <a:pt x="161" y="5234"/>
                  </a:lnTo>
                  <a:lnTo>
                    <a:pt x="101" y="5595"/>
                  </a:lnTo>
                  <a:lnTo>
                    <a:pt x="41" y="5977"/>
                  </a:lnTo>
                  <a:lnTo>
                    <a:pt x="1" y="6337"/>
                  </a:lnTo>
                  <a:lnTo>
                    <a:pt x="1" y="6719"/>
                  </a:lnTo>
                  <a:lnTo>
                    <a:pt x="1" y="7100"/>
                  </a:lnTo>
                  <a:lnTo>
                    <a:pt x="41" y="7481"/>
                  </a:lnTo>
                  <a:lnTo>
                    <a:pt x="81" y="7761"/>
                  </a:lnTo>
                  <a:lnTo>
                    <a:pt x="121" y="8042"/>
                  </a:lnTo>
                  <a:lnTo>
                    <a:pt x="201" y="8323"/>
                  </a:lnTo>
                  <a:lnTo>
                    <a:pt x="282" y="8604"/>
                  </a:lnTo>
                  <a:lnTo>
                    <a:pt x="382" y="8864"/>
                  </a:lnTo>
                  <a:lnTo>
                    <a:pt x="482" y="9145"/>
                  </a:lnTo>
                  <a:lnTo>
                    <a:pt x="603" y="9406"/>
                  </a:lnTo>
                  <a:lnTo>
                    <a:pt x="743" y="9687"/>
                  </a:lnTo>
                  <a:lnTo>
                    <a:pt x="903" y="9947"/>
                  </a:lnTo>
                  <a:lnTo>
                    <a:pt x="1064" y="10188"/>
                  </a:lnTo>
                  <a:lnTo>
                    <a:pt x="1244" y="10449"/>
                  </a:lnTo>
                  <a:lnTo>
                    <a:pt x="1425" y="10689"/>
                  </a:lnTo>
                  <a:lnTo>
                    <a:pt x="1625" y="10930"/>
                  </a:lnTo>
                  <a:lnTo>
                    <a:pt x="1846" y="11151"/>
                  </a:lnTo>
                  <a:lnTo>
                    <a:pt x="2067" y="11371"/>
                  </a:lnTo>
                  <a:lnTo>
                    <a:pt x="2307" y="11572"/>
                  </a:lnTo>
                  <a:lnTo>
                    <a:pt x="2548" y="11772"/>
                  </a:lnTo>
                  <a:lnTo>
                    <a:pt x="2809" y="11953"/>
                  </a:lnTo>
                  <a:lnTo>
                    <a:pt x="3069" y="12133"/>
                  </a:lnTo>
                  <a:lnTo>
                    <a:pt x="3350" y="12294"/>
                  </a:lnTo>
                  <a:lnTo>
                    <a:pt x="3631" y="12454"/>
                  </a:lnTo>
                  <a:lnTo>
                    <a:pt x="3932" y="12595"/>
                  </a:lnTo>
                  <a:lnTo>
                    <a:pt x="4252" y="12715"/>
                  </a:lnTo>
                  <a:lnTo>
                    <a:pt x="4573" y="12835"/>
                  </a:lnTo>
                  <a:lnTo>
                    <a:pt x="4894" y="12935"/>
                  </a:lnTo>
                  <a:lnTo>
                    <a:pt x="5235" y="13016"/>
                  </a:lnTo>
                  <a:lnTo>
                    <a:pt x="5576" y="13076"/>
                  </a:lnTo>
                  <a:lnTo>
                    <a:pt x="5937" y="13116"/>
                  </a:lnTo>
                  <a:lnTo>
                    <a:pt x="6298" y="13156"/>
                  </a:lnTo>
                  <a:lnTo>
                    <a:pt x="7040" y="13156"/>
                  </a:lnTo>
                  <a:lnTo>
                    <a:pt x="7421" y="13116"/>
                  </a:lnTo>
                  <a:lnTo>
                    <a:pt x="7882" y="13056"/>
                  </a:lnTo>
                  <a:lnTo>
                    <a:pt x="8324" y="12976"/>
                  </a:lnTo>
                  <a:lnTo>
                    <a:pt x="8765" y="12835"/>
                  </a:lnTo>
                  <a:lnTo>
                    <a:pt x="9186" y="12675"/>
                  </a:lnTo>
                  <a:lnTo>
                    <a:pt x="9587" y="12494"/>
                  </a:lnTo>
                  <a:lnTo>
                    <a:pt x="9968" y="12274"/>
                  </a:lnTo>
                  <a:lnTo>
                    <a:pt x="10349" y="12013"/>
                  </a:lnTo>
                  <a:lnTo>
                    <a:pt x="10690" y="11752"/>
                  </a:lnTo>
                  <a:lnTo>
                    <a:pt x="11031" y="11451"/>
                  </a:lnTo>
                  <a:lnTo>
                    <a:pt x="11332" y="11131"/>
                  </a:lnTo>
                  <a:lnTo>
                    <a:pt x="11633" y="10790"/>
                  </a:lnTo>
                  <a:lnTo>
                    <a:pt x="11893" y="10409"/>
                  </a:lnTo>
                  <a:lnTo>
                    <a:pt x="12134" y="10028"/>
                  </a:lnTo>
                  <a:lnTo>
                    <a:pt x="12355" y="9626"/>
                  </a:lnTo>
                  <a:lnTo>
                    <a:pt x="12555" y="9225"/>
                  </a:lnTo>
                  <a:lnTo>
                    <a:pt x="12736" y="8784"/>
                  </a:lnTo>
                  <a:lnTo>
                    <a:pt x="12856" y="8403"/>
                  </a:lnTo>
                  <a:lnTo>
                    <a:pt x="12956" y="8022"/>
                  </a:lnTo>
                  <a:lnTo>
                    <a:pt x="13036" y="7641"/>
                  </a:lnTo>
                  <a:lnTo>
                    <a:pt x="13076" y="7240"/>
                  </a:lnTo>
                  <a:lnTo>
                    <a:pt x="13117" y="6859"/>
                  </a:lnTo>
                  <a:lnTo>
                    <a:pt x="13117" y="6478"/>
                  </a:lnTo>
                  <a:lnTo>
                    <a:pt x="13097" y="6117"/>
                  </a:lnTo>
                  <a:lnTo>
                    <a:pt x="13076" y="5736"/>
                  </a:lnTo>
                  <a:lnTo>
                    <a:pt x="13016" y="5375"/>
                  </a:lnTo>
                  <a:lnTo>
                    <a:pt x="12936" y="5014"/>
                  </a:lnTo>
                  <a:lnTo>
                    <a:pt x="12836" y="4653"/>
                  </a:lnTo>
                  <a:lnTo>
                    <a:pt x="12715" y="4312"/>
                  </a:lnTo>
                  <a:lnTo>
                    <a:pt x="12575" y="3971"/>
                  </a:lnTo>
                  <a:lnTo>
                    <a:pt x="12415" y="3650"/>
                  </a:lnTo>
                  <a:lnTo>
                    <a:pt x="12254" y="3329"/>
                  </a:lnTo>
                  <a:lnTo>
                    <a:pt x="12054" y="3008"/>
                  </a:lnTo>
                  <a:lnTo>
                    <a:pt x="11853" y="2708"/>
                  </a:lnTo>
                  <a:lnTo>
                    <a:pt x="11633" y="2427"/>
                  </a:lnTo>
                  <a:lnTo>
                    <a:pt x="11392" y="2146"/>
                  </a:lnTo>
                  <a:lnTo>
                    <a:pt x="11131" y="1885"/>
                  </a:lnTo>
                  <a:lnTo>
                    <a:pt x="10850" y="1645"/>
                  </a:lnTo>
                  <a:lnTo>
                    <a:pt x="10570" y="1404"/>
                  </a:lnTo>
                  <a:lnTo>
                    <a:pt x="10269" y="1183"/>
                  </a:lnTo>
                  <a:lnTo>
                    <a:pt x="9948" y="983"/>
                  </a:lnTo>
                  <a:lnTo>
                    <a:pt x="9627" y="802"/>
                  </a:lnTo>
                  <a:lnTo>
                    <a:pt x="9286" y="622"/>
                  </a:lnTo>
                  <a:lnTo>
                    <a:pt x="8945" y="482"/>
                  </a:lnTo>
                  <a:lnTo>
                    <a:pt x="8584" y="341"/>
                  </a:lnTo>
                  <a:lnTo>
                    <a:pt x="8203" y="241"/>
                  </a:lnTo>
                  <a:lnTo>
                    <a:pt x="7822" y="141"/>
                  </a:lnTo>
                  <a:lnTo>
                    <a:pt x="7441" y="80"/>
                  </a:lnTo>
                  <a:lnTo>
                    <a:pt x="7040" y="4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42">
              <a:extLst>
                <a:ext uri="{FF2B5EF4-FFF2-40B4-BE49-F238E27FC236}">
                  <a16:creationId xmlns:a16="http://schemas.microsoft.com/office/drawing/2014/main" id="{489B6FD6-E152-F393-23BF-7AF07576E750}"/>
                </a:ext>
              </a:extLst>
            </p:cNvPr>
            <p:cNvSpPr/>
            <p:nvPr/>
          </p:nvSpPr>
          <p:spPr>
            <a:xfrm>
              <a:off x="10739250" y="2725863"/>
              <a:ext cx="327925" cy="328925"/>
            </a:xfrm>
            <a:custGeom>
              <a:avLst/>
              <a:gdLst/>
              <a:ahLst/>
              <a:cxnLst/>
              <a:rect l="l" t="t" r="r" b="b"/>
              <a:pathLst>
                <a:path w="13117" h="13157" fill="none" extrusionOk="0">
                  <a:moveTo>
                    <a:pt x="41" y="7481"/>
                  </a:moveTo>
                  <a:lnTo>
                    <a:pt x="41" y="7481"/>
                  </a:lnTo>
                  <a:lnTo>
                    <a:pt x="81" y="7761"/>
                  </a:lnTo>
                  <a:lnTo>
                    <a:pt x="121" y="8042"/>
                  </a:lnTo>
                  <a:lnTo>
                    <a:pt x="201" y="8323"/>
                  </a:lnTo>
                  <a:lnTo>
                    <a:pt x="282" y="8604"/>
                  </a:lnTo>
                  <a:lnTo>
                    <a:pt x="382" y="8864"/>
                  </a:lnTo>
                  <a:lnTo>
                    <a:pt x="482" y="9145"/>
                  </a:lnTo>
                  <a:lnTo>
                    <a:pt x="603" y="9406"/>
                  </a:lnTo>
                  <a:lnTo>
                    <a:pt x="743" y="9687"/>
                  </a:lnTo>
                  <a:lnTo>
                    <a:pt x="903" y="9947"/>
                  </a:lnTo>
                  <a:lnTo>
                    <a:pt x="1064" y="10188"/>
                  </a:lnTo>
                  <a:lnTo>
                    <a:pt x="1244" y="10449"/>
                  </a:lnTo>
                  <a:lnTo>
                    <a:pt x="1425" y="10689"/>
                  </a:lnTo>
                  <a:lnTo>
                    <a:pt x="1625" y="10930"/>
                  </a:lnTo>
                  <a:lnTo>
                    <a:pt x="1846" y="11151"/>
                  </a:lnTo>
                  <a:lnTo>
                    <a:pt x="2067" y="11371"/>
                  </a:lnTo>
                  <a:lnTo>
                    <a:pt x="2307" y="11572"/>
                  </a:lnTo>
                  <a:lnTo>
                    <a:pt x="2548" y="11772"/>
                  </a:lnTo>
                  <a:lnTo>
                    <a:pt x="2809" y="11953"/>
                  </a:lnTo>
                  <a:lnTo>
                    <a:pt x="3069" y="12133"/>
                  </a:lnTo>
                  <a:lnTo>
                    <a:pt x="3350" y="12294"/>
                  </a:lnTo>
                  <a:lnTo>
                    <a:pt x="3631" y="12454"/>
                  </a:lnTo>
                  <a:lnTo>
                    <a:pt x="3932" y="12595"/>
                  </a:lnTo>
                  <a:lnTo>
                    <a:pt x="4252" y="12715"/>
                  </a:lnTo>
                  <a:lnTo>
                    <a:pt x="4573" y="12835"/>
                  </a:lnTo>
                  <a:lnTo>
                    <a:pt x="4894" y="12935"/>
                  </a:lnTo>
                  <a:lnTo>
                    <a:pt x="5235" y="13016"/>
                  </a:lnTo>
                  <a:lnTo>
                    <a:pt x="5576" y="13076"/>
                  </a:lnTo>
                  <a:lnTo>
                    <a:pt x="5937" y="13116"/>
                  </a:lnTo>
                  <a:lnTo>
                    <a:pt x="6298" y="13156"/>
                  </a:lnTo>
                  <a:lnTo>
                    <a:pt x="6659" y="13156"/>
                  </a:lnTo>
                  <a:lnTo>
                    <a:pt x="7040" y="13156"/>
                  </a:lnTo>
                  <a:lnTo>
                    <a:pt x="7421" y="13116"/>
                  </a:lnTo>
                  <a:lnTo>
                    <a:pt x="7421" y="13116"/>
                  </a:lnTo>
                  <a:lnTo>
                    <a:pt x="7882" y="13056"/>
                  </a:lnTo>
                  <a:lnTo>
                    <a:pt x="8324" y="12976"/>
                  </a:lnTo>
                  <a:lnTo>
                    <a:pt x="8765" y="12835"/>
                  </a:lnTo>
                  <a:lnTo>
                    <a:pt x="9186" y="12675"/>
                  </a:lnTo>
                  <a:lnTo>
                    <a:pt x="9587" y="12494"/>
                  </a:lnTo>
                  <a:lnTo>
                    <a:pt x="9968" y="12274"/>
                  </a:lnTo>
                  <a:lnTo>
                    <a:pt x="10349" y="12013"/>
                  </a:lnTo>
                  <a:lnTo>
                    <a:pt x="10690" y="11752"/>
                  </a:lnTo>
                  <a:lnTo>
                    <a:pt x="11031" y="11451"/>
                  </a:lnTo>
                  <a:lnTo>
                    <a:pt x="11332" y="11131"/>
                  </a:lnTo>
                  <a:lnTo>
                    <a:pt x="11633" y="10790"/>
                  </a:lnTo>
                  <a:lnTo>
                    <a:pt x="11893" y="10409"/>
                  </a:lnTo>
                  <a:lnTo>
                    <a:pt x="12134" y="10028"/>
                  </a:lnTo>
                  <a:lnTo>
                    <a:pt x="12355" y="9626"/>
                  </a:lnTo>
                  <a:lnTo>
                    <a:pt x="12555" y="9225"/>
                  </a:lnTo>
                  <a:lnTo>
                    <a:pt x="12736" y="8784"/>
                  </a:lnTo>
                  <a:lnTo>
                    <a:pt x="12736" y="8784"/>
                  </a:lnTo>
                  <a:lnTo>
                    <a:pt x="12856" y="8403"/>
                  </a:lnTo>
                  <a:lnTo>
                    <a:pt x="12956" y="8022"/>
                  </a:lnTo>
                  <a:lnTo>
                    <a:pt x="13036" y="7641"/>
                  </a:lnTo>
                  <a:lnTo>
                    <a:pt x="13076" y="7240"/>
                  </a:lnTo>
                  <a:lnTo>
                    <a:pt x="13117" y="6859"/>
                  </a:lnTo>
                  <a:lnTo>
                    <a:pt x="13117" y="6478"/>
                  </a:lnTo>
                  <a:lnTo>
                    <a:pt x="13097" y="6117"/>
                  </a:lnTo>
                  <a:lnTo>
                    <a:pt x="13076" y="5736"/>
                  </a:lnTo>
                  <a:lnTo>
                    <a:pt x="13016" y="5375"/>
                  </a:lnTo>
                  <a:lnTo>
                    <a:pt x="12936" y="5014"/>
                  </a:lnTo>
                  <a:lnTo>
                    <a:pt x="12836" y="4653"/>
                  </a:lnTo>
                  <a:lnTo>
                    <a:pt x="12715" y="4312"/>
                  </a:lnTo>
                  <a:lnTo>
                    <a:pt x="12575" y="3971"/>
                  </a:lnTo>
                  <a:lnTo>
                    <a:pt x="12415" y="3650"/>
                  </a:lnTo>
                  <a:lnTo>
                    <a:pt x="12254" y="3329"/>
                  </a:lnTo>
                  <a:lnTo>
                    <a:pt x="12054" y="3008"/>
                  </a:lnTo>
                  <a:lnTo>
                    <a:pt x="11853" y="2708"/>
                  </a:lnTo>
                  <a:lnTo>
                    <a:pt x="11633" y="2427"/>
                  </a:lnTo>
                  <a:lnTo>
                    <a:pt x="11392" y="2146"/>
                  </a:lnTo>
                  <a:lnTo>
                    <a:pt x="11131" y="1885"/>
                  </a:lnTo>
                  <a:lnTo>
                    <a:pt x="10850" y="1645"/>
                  </a:lnTo>
                  <a:lnTo>
                    <a:pt x="10570" y="1404"/>
                  </a:lnTo>
                  <a:lnTo>
                    <a:pt x="10269" y="1183"/>
                  </a:lnTo>
                  <a:lnTo>
                    <a:pt x="9948" y="983"/>
                  </a:lnTo>
                  <a:lnTo>
                    <a:pt x="9627" y="802"/>
                  </a:lnTo>
                  <a:lnTo>
                    <a:pt x="9286" y="622"/>
                  </a:lnTo>
                  <a:lnTo>
                    <a:pt x="8945" y="482"/>
                  </a:lnTo>
                  <a:lnTo>
                    <a:pt x="8584" y="341"/>
                  </a:lnTo>
                  <a:lnTo>
                    <a:pt x="8203" y="241"/>
                  </a:lnTo>
                  <a:lnTo>
                    <a:pt x="7822" y="141"/>
                  </a:lnTo>
                  <a:lnTo>
                    <a:pt x="7441" y="80"/>
                  </a:lnTo>
                  <a:lnTo>
                    <a:pt x="7040" y="40"/>
                  </a:lnTo>
                  <a:lnTo>
                    <a:pt x="7040" y="40"/>
                  </a:lnTo>
                  <a:lnTo>
                    <a:pt x="6659" y="0"/>
                  </a:lnTo>
                  <a:lnTo>
                    <a:pt x="6278" y="20"/>
                  </a:lnTo>
                  <a:lnTo>
                    <a:pt x="5897" y="40"/>
                  </a:lnTo>
                  <a:lnTo>
                    <a:pt x="5536" y="80"/>
                  </a:lnTo>
                  <a:lnTo>
                    <a:pt x="5175" y="141"/>
                  </a:lnTo>
                  <a:lnTo>
                    <a:pt x="4814" y="241"/>
                  </a:lnTo>
                  <a:lnTo>
                    <a:pt x="4473" y="341"/>
                  </a:lnTo>
                  <a:lnTo>
                    <a:pt x="4132" y="462"/>
                  </a:lnTo>
                  <a:lnTo>
                    <a:pt x="3811" y="622"/>
                  </a:lnTo>
                  <a:lnTo>
                    <a:pt x="3490" y="782"/>
                  </a:lnTo>
                  <a:lnTo>
                    <a:pt x="3190" y="963"/>
                  </a:lnTo>
                  <a:lnTo>
                    <a:pt x="2889" y="1143"/>
                  </a:lnTo>
                  <a:lnTo>
                    <a:pt x="2608" y="1364"/>
                  </a:lnTo>
                  <a:lnTo>
                    <a:pt x="2327" y="1585"/>
                  </a:lnTo>
                  <a:lnTo>
                    <a:pt x="2067" y="1825"/>
                  </a:lnTo>
                  <a:lnTo>
                    <a:pt x="1826" y="2086"/>
                  </a:lnTo>
                  <a:lnTo>
                    <a:pt x="1585" y="2347"/>
                  </a:lnTo>
                  <a:lnTo>
                    <a:pt x="1365" y="2627"/>
                  </a:lnTo>
                  <a:lnTo>
                    <a:pt x="1164" y="2928"/>
                  </a:lnTo>
                  <a:lnTo>
                    <a:pt x="964" y="3229"/>
                  </a:lnTo>
                  <a:lnTo>
                    <a:pt x="803" y="3550"/>
                  </a:lnTo>
                  <a:lnTo>
                    <a:pt x="643" y="3871"/>
                  </a:lnTo>
                  <a:lnTo>
                    <a:pt x="482" y="4192"/>
                  </a:lnTo>
                  <a:lnTo>
                    <a:pt x="362" y="4533"/>
                  </a:lnTo>
                  <a:lnTo>
                    <a:pt x="262" y="4894"/>
                  </a:lnTo>
                  <a:lnTo>
                    <a:pt x="161" y="5234"/>
                  </a:lnTo>
                  <a:lnTo>
                    <a:pt x="101" y="5595"/>
                  </a:lnTo>
                  <a:lnTo>
                    <a:pt x="41" y="5977"/>
                  </a:lnTo>
                  <a:lnTo>
                    <a:pt x="1" y="6337"/>
                  </a:lnTo>
                  <a:lnTo>
                    <a:pt x="1" y="6719"/>
                  </a:lnTo>
                  <a:lnTo>
                    <a:pt x="1" y="7100"/>
                  </a:lnTo>
                  <a:lnTo>
                    <a:pt x="41" y="74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42">
              <a:extLst>
                <a:ext uri="{FF2B5EF4-FFF2-40B4-BE49-F238E27FC236}">
                  <a16:creationId xmlns:a16="http://schemas.microsoft.com/office/drawing/2014/main" id="{FC8E5FD6-4665-046F-36CA-4BDD6C2D4C40}"/>
                </a:ext>
              </a:extLst>
            </p:cNvPr>
            <p:cNvSpPr/>
            <p:nvPr/>
          </p:nvSpPr>
          <p:spPr>
            <a:xfrm>
              <a:off x="10776350" y="2763463"/>
              <a:ext cx="253725" cy="253700"/>
            </a:xfrm>
            <a:custGeom>
              <a:avLst/>
              <a:gdLst/>
              <a:ahLst/>
              <a:cxnLst/>
              <a:rect l="l" t="t" r="r" b="b"/>
              <a:pathLst>
                <a:path w="10149" h="10148" extrusionOk="0">
                  <a:moveTo>
                    <a:pt x="4874" y="0"/>
                  </a:moveTo>
                  <a:lnTo>
                    <a:pt x="4573" y="20"/>
                  </a:lnTo>
                  <a:lnTo>
                    <a:pt x="4313" y="61"/>
                  </a:lnTo>
                  <a:lnTo>
                    <a:pt x="4032" y="101"/>
                  </a:lnTo>
                  <a:lnTo>
                    <a:pt x="3771" y="181"/>
                  </a:lnTo>
                  <a:lnTo>
                    <a:pt x="3490" y="241"/>
                  </a:lnTo>
                  <a:lnTo>
                    <a:pt x="3250" y="341"/>
                  </a:lnTo>
                  <a:lnTo>
                    <a:pt x="2989" y="442"/>
                  </a:lnTo>
                  <a:lnTo>
                    <a:pt x="2748" y="582"/>
                  </a:lnTo>
                  <a:lnTo>
                    <a:pt x="2528" y="702"/>
                  </a:lnTo>
                  <a:lnTo>
                    <a:pt x="2287" y="843"/>
                  </a:lnTo>
                  <a:lnTo>
                    <a:pt x="2067" y="1003"/>
                  </a:lnTo>
                  <a:lnTo>
                    <a:pt x="1866" y="1184"/>
                  </a:lnTo>
                  <a:lnTo>
                    <a:pt x="1665" y="1364"/>
                  </a:lnTo>
                  <a:lnTo>
                    <a:pt x="1465" y="1545"/>
                  </a:lnTo>
                  <a:lnTo>
                    <a:pt x="1284" y="1765"/>
                  </a:lnTo>
                  <a:lnTo>
                    <a:pt x="1104" y="1986"/>
                  </a:lnTo>
                  <a:lnTo>
                    <a:pt x="944" y="2206"/>
                  </a:lnTo>
                  <a:lnTo>
                    <a:pt x="783" y="2447"/>
                  </a:lnTo>
                  <a:lnTo>
                    <a:pt x="643" y="2688"/>
                  </a:lnTo>
                  <a:lnTo>
                    <a:pt x="522" y="2928"/>
                  </a:lnTo>
                  <a:lnTo>
                    <a:pt x="402" y="3189"/>
                  </a:lnTo>
                  <a:lnTo>
                    <a:pt x="302" y="3470"/>
                  </a:lnTo>
                  <a:lnTo>
                    <a:pt x="222" y="3730"/>
                  </a:lnTo>
                  <a:lnTo>
                    <a:pt x="141" y="4011"/>
                  </a:lnTo>
                  <a:lnTo>
                    <a:pt x="81" y="4292"/>
                  </a:lnTo>
                  <a:lnTo>
                    <a:pt x="41" y="4593"/>
                  </a:lnTo>
                  <a:lnTo>
                    <a:pt x="21" y="4874"/>
                  </a:lnTo>
                  <a:lnTo>
                    <a:pt x="1" y="5174"/>
                  </a:lnTo>
                  <a:lnTo>
                    <a:pt x="21" y="5475"/>
                  </a:lnTo>
                  <a:lnTo>
                    <a:pt x="41" y="5776"/>
                  </a:lnTo>
                  <a:lnTo>
                    <a:pt x="101" y="6197"/>
                  </a:lnTo>
                  <a:lnTo>
                    <a:pt x="222" y="6638"/>
                  </a:lnTo>
                  <a:lnTo>
                    <a:pt x="382" y="7060"/>
                  </a:lnTo>
                  <a:lnTo>
                    <a:pt x="583" y="7461"/>
                  </a:lnTo>
                  <a:lnTo>
                    <a:pt x="823" y="7862"/>
                  </a:lnTo>
                  <a:lnTo>
                    <a:pt x="1104" y="8243"/>
                  </a:lnTo>
                  <a:lnTo>
                    <a:pt x="1425" y="8604"/>
                  </a:lnTo>
                  <a:lnTo>
                    <a:pt x="1786" y="8925"/>
                  </a:lnTo>
                  <a:lnTo>
                    <a:pt x="2167" y="9225"/>
                  </a:lnTo>
                  <a:lnTo>
                    <a:pt x="2387" y="9366"/>
                  </a:lnTo>
                  <a:lnTo>
                    <a:pt x="2588" y="9486"/>
                  </a:lnTo>
                  <a:lnTo>
                    <a:pt x="2829" y="9606"/>
                  </a:lnTo>
                  <a:lnTo>
                    <a:pt x="3049" y="9727"/>
                  </a:lnTo>
                  <a:lnTo>
                    <a:pt x="3290" y="9807"/>
                  </a:lnTo>
                  <a:lnTo>
                    <a:pt x="3531" y="9907"/>
                  </a:lnTo>
                  <a:lnTo>
                    <a:pt x="3791" y="9967"/>
                  </a:lnTo>
                  <a:lnTo>
                    <a:pt x="4052" y="10048"/>
                  </a:lnTo>
                  <a:lnTo>
                    <a:pt x="4313" y="10088"/>
                  </a:lnTo>
                  <a:lnTo>
                    <a:pt x="4593" y="10128"/>
                  </a:lnTo>
                  <a:lnTo>
                    <a:pt x="4874" y="10148"/>
                  </a:lnTo>
                  <a:lnTo>
                    <a:pt x="5456" y="10148"/>
                  </a:lnTo>
                  <a:lnTo>
                    <a:pt x="5737" y="10128"/>
                  </a:lnTo>
                  <a:lnTo>
                    <a:pt x="6098" y="10088"/>
                  </a:lnTo>
                  <a:lnTo>
                    <a:pt x="6438" y="10008"/>
                  </a:lnTo>
                  <a:lnTo>
                    <a:pt x="6779" y="9907"/>
                  </a:lnTo>
                  <a:lnTo>
                    <a:pt x="7100" y="9787"/>
                  </a:lnTo>
                  <a:lnTo>
                    <a:pt x="7401" y="9647"/>
                  </a:lnTo>
                  <a:lnTo>
                    <a:pt x="7702" y="9466"/>
                  </a:lnTo>
                  <a:lnTo>
                    <a:pt x="8003" y="9286"/>
                  </a:lnTo>
                  <a:lnTo>
                    <a:pt x="8263" y="9065"/>
                  </a:lnTo>
                  <a:lnTo>
                    <a:pt x="8524" y="8824"/>
                  </a:lnTo>
                  <a:lnTo>
                    <a:pt x="8765" y="8584"/>
                  </a:lnTo>
                  <a:lnTo>
                    <a:pt x="8985" y="8323"/>
                  </a:lnTo>
                  <a:lnTo>
                    <a:pt x="9206" y="8042"/>
                  </a:lnTo>
                  <a:lnTo>
                    <a:pt x="9386" y="7741"/>
                  </a:lnTo>
                  <a:lnTo>
                    <a:pt x="9547" y="7441"/>
                  </a:lnTo>
                  <a:lnTo>
                    <a:pt x="9707" y="7120"/>
                  </a:lnTo>
                  <a:lnTo>
                    <a:pt x="9828" y="6779"/>
                  </a:lnTo>
                  <a:lnTo>
                    <a:pt x="9888" y="6598"/>
                  </a:lnTo>
                  <a:lnTo>
                    <a:pt x="9988" y="6318"/>
                  </a:lnTo>
                  <a:lnTo>
                    <a:pt x="10048" y="6017"/>
                  </a:lnTo>
                  <a:lnTo>
                    <a:pt x="10088" y="5736"/>
                  </a:lnTo>
                  <a:lnTo>
                    <a:pt x="10128" y="5435"/>
                  </a:lnTo>
                  <a:lnTo>
                    <a:pt x="10149" y="5154"/>
                  </a:lnTo>
                  <a:lnTo>
                    <a:pt x="10128" y="4874"/>
                  </a:lnTo>
                  <a:lnTo>
                    <a:pt x="10108" y="4573"/>
                  </a:lnTo>
                  <a:lnTo>
                    <a:pt x="10088" y="4292"/>
                  </a:lnTo>
                  <a:lnTo>
                    <a:pt x="10028" y="4031"/>
                  </a:lnTo>
                  <a:lnTo>
                    <a:pt x="9968" y="3751"/>
                  </a:lnTo>
                  <a:lnTo>
                    <a:pt x="9888" y="3490"/>
                  </a:lnTo>
                  <a:lnTo>
                    <a:pt x="9788" y="3229"/>
                  </a:lnTo>
                  <a:lnTo>
                    <a:pt x="9687" y="2968"/>
                  </a:lnTo>
                  <a:lnTo>
                    <a:pt x="9567" y="2728"/>
                  </a:lnTo>
                  <a:lnTo>
                    <a:pt x="9427" y="2487"/>
                  </a:lnTo>
                  <a:lnTo>
                    <a:pt x="9266" y="2246"/>
                  </a:lnTo>
                  <a:lnTo>
                    <a:pt x="9106" y="2026"/>
                  </a:lnTo>
                  <a:lnTo>
                    <a:pt x="8945" y="1805"/>
                  </a:lnTo>
                  <a:lnTo>
                    <a:pt x="8745" y="1605"/>
                  </a:lnTo>
                  <a:lnTo>
                    <a:pt x="8544" y="1404"/>
                  </a:lnTo>
                  <a:lnTo>
                    <a:pt x="8344" y="1224"/>
                  </a:lnTo>
                  <a:lnTo>
                    <a:pt x="8123" y="1043"/>
                  </a:lnTo>
                  <a:lnTo>
                    <a:pt x="7902" y="883"/>
                  </a:lnTo>
                  <a:lnTo>
                    <a:pt x="7662" y="742"/>
                  </a:lnTo>
                  <a:lnTo>
                    <a:pt x="7421" y="602"/>
                  </a:lnTo>
                  <a:lnTo>
                    <a:pt x="7160" y="462"/>
                  </a:lnTo>
                  <a:lnTo>
                    <a:pt x="6900" y="361"/>
                  </a:lnTo>
                  <a:lnTo>
                    <a:pt x="6619" y="261"/>
                  </a:lnTo>
                  <a:lnTo>
                    <a:pt x="6338" y="181"/>
                  </a:lnTo>
                  <a:lnTo>
                    <a:pt x="6037" y="121"/>
                  </a:lnTo>
                  <a:lnTo>
                    <a:pt x="5757" y="61"/>
                  </a:lnTo>
                  <a:lnTo>
                    <a:pt x="5436" y="20"/>
                  </a:lnTo>
                  <a:lnTo>
                    <a:pt x="515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42">
              <a:extLst>
                <a:ext uri="{FF2B5EF4-FFF2-40B4-BE49-F238E27FC236}">
                  <a16:creationId xmlns:a16="http://schemas.microsoft.com/office/drawing/2014/main" id="{6AC02A69-7378-13E5-D6E6-59C714B6F3AB}"/>
                </a:ext>
              </a:extLst>
            </p:cNvPr>
            <p:cNvSpPr/>
            <p:nvPr/>
          </p:nvSpPr>
          <p:spPr>
            <a:xfrm>
              <a:off x="10776350" y="2763463"/>
              <a:ext cx="253725" cy="253700"/>
            </a:xfrm>
            <a:custGeom>
              <a:avLst/>
              <a:gdLst/>
              <a:ahLst/>
              <a:cxnLst/>
              <a:rect l="l" t="t" r="r" b="b"/>
              <a:pathLst>
                <a:path w="10149" h="10148" fill="none" extrusionOk="0">
                  <a:moveTo>
                    <a:pt x="9888" y="6598"/>
                  </a:moveTo>
                  <a:lnTo>
                    <a:pt x="9888" y="6598"/>
                  </a:lnTo>
                  <a:lnTo>
                    <a:pt x="9828" y="6779"/>
                  </a:lnTo>
                  <a:lnTo>
                    <a:pt x="9828" y="6779"/>
                  </a:lnTo>
                  <a:lnTo>
                    <a:pt x="9707" y="7120"/>
                  </a:lnTo>
                  <a:lnTo>
                    <a:pt x="9547" y="7441"/>
                  </a:lnTo>
                  <a:lnTo>
                    <a:pt x="9386" y="7741"/>
                  </a:lnTo>
                  <a:lnTo>
                    <a:pt x="9206" y="8042"/>
                  </a:lnTo>
                  <a:lnTo>
                    <a:pt x="8985" y="8323"/>
                  </a:lnTo>
                  <a:lnTo>
                    <a:pt x="8765" y="8584"/>
                  </a:lnTo>
                  <a:lnTo>
                    <a:pt x="8524" y="8824"/>
                  </a:lnTo>
                  <a:lnTo>
                    <a:pt x="8263" y="9065"/>
                  </a:lnTo>
                  <a:lnTo>
                    <a:pt x="8003" y="9286"/>
                  </a:lnTo>
                  <a:lnTo>
                    <a:pt x="7702" y="9466"/>
                  </a:lnTo>
                  <a:lnTo>
                    <a:pt x="7401" y="9647"/>
                  </a:lnTo>
                  <a:lnTo>
                    <a:pt x="7100" y="9787"/>
                  </a:lnTo>
                  <a:lnTo>
                    <a:pt x="6779" y="9907"/>
                  </a:lnTo>
                  <a:lnTo>
                    <a:pt x="6438" y="10008"/>
                  </a:lnTo>
                  <a:lnTo>
                    <a:pt x="6098" y="10088"/>
                  </a:lnTo>
                  <a:lnTo>
                    <a:pt x="5737" y="10128"/>
                  </a:lnTo>
                  <a:lnTo>
                    <a:pt x="5737" y="10128"/>
                  </a:lnTo>
                  <a:lnTo>
                    <a:pt x="5456" y="10148"/>
                  </a:lnTo>
                  <a:lnTo>
                    <a:pt x="5155" y="10148"/>
                  </a:lnTo>
                  <a:lnTo>
                    <a:pt x="4874" y="10148"/>
                  </a:lnTo>
                  <a:lnTo>
                    <a:pt x="4593" y="10128"/>
                  </a:lnTo>
                  <a:lnTo>
                    <a:pt x="4313" y="10088"/>
                  </a:lnTo>
                  <a:lnTo>
                    <a:pt x="4052" y="10048"/>
                  </a:lnTo>
                  <a:lnTo>
                    <a:pt x="3791" y="9967"/>
                  </a:lnTo>
                  <a:lnTo>
                    <a:pt x="3531" y="9907"/>
                  </a:lnTo>
                  <a:lnTo>
                    <a:pt x="3290" y="9807"/>
                  </a:lnTo>
                  <a:lnTo>
                    <a:pt x="3049" y="9727"/>
                  </a:lnTo>
                  <a:lnTo>
                    <a:pt x="2829" y="9606"/>
                  </a:lnTo>
                  <a:lnTo>
                    <a:pt x="2588" y="9486"/>
                  </a:lnTo>
                  <a:lnTo>
                    <a:pt x="2387" y="9366"/>
                  </a:lnTo>
                  <a:lnTo>
                    <a:pt x="2167" y="9225"/>
                  </a:lnTo>
                  <a:lnTo>
                    <a:pt x="1786" y="8925"/>
                  </a:lnTo>
                  <a:lnTo>
                    <a:pt x="1425" y="8604"/>
                  </a:lnTo>
                  <a:lnTo>
                    <a:pt x="1104" y="8243"/>
                  </a:lnTo>
                  <a:lnTo>
                    <a:pt x="823" y="7862"/>
                  </a:lnTo>
                  <a:lnTo>
                    <a:pt x="583" y="7461"/>
                  </a:lnTo>
                  <a:lnTo>
                    <a:pt x="382" y="7060"/>
                  </a:lnTo>
                  <a:lnTo>
                    <a:pt x="222" y="6638"/>
                  </a:lnTo>
                  <a:lnTo>
                    <a:pt x="101" y="6197"/>
                  </a:lnTo>
                  <a:lnTo>
                    <a:pt x="41" y="5776"/>
                  </a:lnTo>
                  <a:lnTo>
                    <a:pt x="41" y="5776"/>
                  </a:lnTo>
                  <a:lnTo>
                    <a:pt x="21" y="5475"/>
                  </a:lnTo>
                  <a:lnTo>
                    <a:pt x="1" y="5174"/>
                  </a:lnTo>
                  <a:lnTo>
                    <a:pt x="21" y="4874"/>
                  </a:lnTo>
                  <a:lnTo>
                    <a:pt x="41" y="4593"/>
                  </a:lnTo>
                  <a:lnTo>
                    <a:pt x="81" y="4292"/>
                  </a:lnTo>
                  <a:lnTo>
                    <a:pt x="141" y="4011"/>
                  </a:lnTo>
                  <a:lnTo>
                    <a:pt x="222" y="3730"/>
                  </a:lnTo>
                  <a:lnTo>
                    <a:pt x="302" y="3470"/>
                  </a:lnTo>
                  <a:lnTo>
                    <a:pt x="402" y="3189"/>
                  </a:lnTo>
                  <a:lnTo>
                    <a:pt x="522" y="2928"/>
                  </a:lnTo>
                  <a:lnTo>
                    <a:pt x="643" y="2688"/>
                  </a:lnTo>
                  <a:lnTo>
                    <a:pt x="783" y="2447"/>
                  </a:lnTo>
                  <a:lnTo>
                    <a:pt x="944" y="2206"/>
                  </a:lnTo>
                  <a:lnTo>
                    <a:pt x="1104" y="1986"/>
                  </a:lnTo>
                  <a:lnTo>
                    <a:pt x="1284" y="1765"/>
                  </a:lnTo>
                  <a:lnTo>
                    <a:pt x="1465" y="1545"/>
                  </a:lnTo>
                  <a:lnTo>
                    <a:pt x="1465" y="1545"/>
                  </a:lnTo>
                  <a:lnTo>
                    <a:pt x="1665" y="1364"/>
                  </a:lnTo>
                  <a:lnTo>
                    <a:pt x="1866" y="1184"/>
                  </a:lnTo>
                  <a:lnTo>
                    <a:pt x="2067" y="1003"/>
                  </a:lnTo>
                  <a:lnTo>
                    <a:pt x="2287" y="843"/>
                  </a:lnTo>
                  <a:lnTo>
                    <a:pt x="2528" y="702"/>
                  </a:lnTo>
                  <a:lnTo>
                    <a:pt x="2748" y="582"/>
                  </a:lnTo>
                  <a:lnTo>
                    <a:pt x="2989" y="442"/>
                  </a:lnTo>
                  <a:lnTo>
                    <a:pt x="3250" y="341"/>
                  </a:lnTo>
                  <a:lnTo>
                    <a:pt x="3490" y="241"/>
                  </a:lnTo>
                  <a:lnTo>
                    <a:pt x="3771" y="181"/>
                  </a:lnTo>
                  <a:lnTo>
                    <a:pt x="4032" y="101"/>
                  </a:lnTo>
                  <a:lnTo>
                    <a:pt x="4313" y="61"/>
                  </a:lnTo>
                  <a:lnTo>
                    <a:pt x="4573" y="20"/>
                  </a:lnTo>
                  <a:lnTo>
                    <a:pt x="4874" y="0"/>
                  </a:lnTo>
                  <a:lnTo>
                    <a:pt x="5155" y="0"/>
                  </a:lnTo>
                  <a:lnTo>
                    <a:pt x="5436" y="20"/>
                  </a:lnTo>
                  <a:lnTo>
                    <a:pt x="5436" y="20"/>
                  </a:lnTo>
                  <a:lnTo>
                    <a:pt x="5757" y="61"/>
                  </a:lnTo>
                  <a:lnTo>
                    <a:pt x="6037" y="121"/>
                  </a:lnTo>
                  <a:lnTo>
                    <a:pt x="6338" y="181"/>
                  </a:lnTo>
                  <a:lnTo>
                    <a:pt x="6619" y="261"/>
                  </a:lnTo>
                  <a:lnTo>
                    <a:pt x="6900" y="361"/>
                  </a:lnTo>
                  <a:lnTo>
                    <a:pt x="7160" y="462"/>
                  </a:lnTo>
                  <a:lnTo>
                    <a:pt x="7421" y="602"/>
                  </a:lnTo>
                  <a:lnTo>
                    <a:pt x="7662" y="742"/>
                  </a:lnTo>
                  <a:lnTo>
                    <a:pt x="7902" y="883"/>
                  </a:lnTo>
                  <a:lnTo>
                    <a:pt x="8123" y="1043"/>
                  </a:lnTo>
                  <a:lnTo>
                    <a:pt x="8344" y="1224"/>
                  </a:lnTo>
                  <a:lnTo>
                    <a:pt x="8544" y="1404"/>
                  </a:lnTo>
                  <a:lnTo>
                    <a:pt x="8745" y="1605"/>
                  </a:lnTo>
                  <a:lnTo>
                    <a:pt x="8945" y="1805"/>
                  </a:lnTo>
                  <a:lnTo>
                    <a:pt x="9106" y="2026"/>
                  </a:lnTo>
                  <a:lnTo>
                    <a:pt x="9266" y="2246"/>
                  </a:lnTo>
                  <a:lnTo>
                    <a:pt x="9427" y="2487"/>
                  </a:lnTo>
                  <a:lnTo>
                    <a:pt x="9567" y="2728"/>
                  </a:lnTo>
                  <a:lnTo>
                    <a:pt x="9687" y="2968"/>
                  </a:lnTo>
                  <a:lnTo>
                    <a:pt x="9788" y="3229"/>
                  </a:lnTo>
                  <a:lnTo>
                    <a:pt x="9888" y="3490"/>
                  </a:lnTo>
                  <a:lnTo>
                    <a:pt x="9968" y="3751"/>
                  </a:lnTo>
                  <a:lnTo>
                    <a:pt x="10028" y="4031"/>
                  </a:lnTo>
                  <a:lnTo>
                    <a:pt x="10088" y="4292"/>
                  </a:lnTo>
                  <a:lnTo>
                    <a:pt x="10108" y="4573"/>
                  </a:lnTo>
                  <a:lnTo>
                    <a:pt x="10128" y="4874"/>
                  </a:lnTo>
                  <a:lnTo>
                    <a:pt x="10149" y="5154"/>
                  </a:lnTo>
                  <a:lnTo>
                    <a:pt x="10128" y="5435"/>
                  </a:lnTo>
                  <a:lnTo>
                    <a:pt x="10088" y="5736"/>
                  </a:lnTo>
                  <a:lnTo>
                    <a:pt x="10048" y="6017"/>
                  </a:lnTo>
                  <a:lnTo>
                    <a:pt x="9988" y="6318"/>
                  </a:lnTo>
                  <a:lnTo>
                    <a:pt x="9888" y="65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42">
              <a:extLst>
                <a:ext uri="{FF2B5EF4-FFF2-40B4-BE49-F238E27FC236}">
                  <a16:creationId xmlns:a16="http://schemas.microsoft.com/office/drawing/2014/main" id="{69B11361-B995-38AB-DAB4-0887D012C5D1}"/>
                </a:ext>
              </a:extLst>
            </p:cNvPr>
            <p:cNvSpPr/>
            <p:nvPr/>
          </p:nvSpPr>
          <p:spPr>
            <a:xfrm>
              <a:off x="10776350" y="2802063"/>
              <a:ext cx="247200" cy="215100"/>
            </a:xfrm>
            <a:custGeom>
              <a:avLst/>
              <a:gdLst/>
              <a:ahLst/>
              <a:cxnLst/>
              <a:rect l="l" t="t" r="r" b="b"/>
              <a:pathLst>
                <a:path w="9888" h="8604" extrusionOk="0">
                  <a:moveTo>
                    <a:pt x="1465" y="1"/>
                  </a:moveTo>
                  <a:lnTo>
                    <a:pt x="1144" y="382"/>
                  </a:lnTo>
                  <a:lnTo>
                    <a:pt x="863" y="783"/>
                  </a:lnTo>
                  <a:lnTo>
                    <a:pt x="603" y="1224"/>
                  </a:lnTo>
                  <a:lnTo>
                    <a:pt x="402" y="1665"/>
                  </a:lnTo>
                  <a:lnTo>
                    <a:pt x="242" y="2146"/>
                  </a:lnTo>
                  <a:lnTo>
                    <a:pt x="161" y="2387"/>
                  </a:lnTo>
                  <a:lnTo>
                    <a:pt x="101" y="2628"/>
                  </a:lnTo>
                  <a:lnTo>
                    <a:pt x="61" y="2888"/>
                  </a:lnTo>
                  <a:lnTo>
                    <a:pt x="41" y="3149"/>
                  </a:lnTo>
                  <a:lnTo>
                    <a:pt x="21" y="3410"/>
                  </a:lnTo>
                  <a:lnTo>
                    <a:pt x="1" y="3671"/>
                  </a:lnTo>
                  <a:lnTo>
                    <a:pt x="21" y="3951"/>
                  </a:lnTo>
                  <a:lnTo>
                    <a:pt x="41" y="4232"/>
                  </a:lnTo>
                  <a:lnTo>
                    <a:pt x="101" y="4633"/>
                  </a:lnTo>
                  <a:lnTo>
                    <a:pt x="202" y="5034"/>
                  </a:lnTo>
                  <a:lnTo>
                    <a:pt x="362" y="5435"/>
                  </a:lnTo>
                  <a:lnTo>
                    <a:pt x="542" y="5816"/>
                  </a:lnTo>
                  <a:lnTo>
                    <a:pt x="763" y="6197"/>
                  </a:lnTo>
                  <a:lnTo>
                    <a:pt x="1004" y="6558"/>
                  </a:lnTo>
                  <a:lnTo>
                    <a:pt x="1284" y="6919"/>
                  </a:lnTo>
                  <a:lnTo>
                    <a:pt x="1605" y="7240"/>
                  </a:lnTo>
                  <a:lnTo>
                    <a:pt x="1966" y="7521"/>
                  </a:lnTo>
                  <a:lnTo>
                    <a:pt x="2347" y="7802"/>
                  </a:lnTo>
                  <a:lnTo>
                    <a:pt x="2748" y="8022"/>
                  </a:lnTo>
                  <a:lnTo>
                    <a:pt x="3190" y="8223"/>
                  </a:lnTo>
                  <a:lnTo>
                    <a:pt x="3651" y="8383"/>
                  </a:lnTo>
                  <a:lnTo>
                    <a:pt x="3892" y="8464"/>
                  </a:lnTo>
                  <a:lnTo>
                    <a:pt x="4132" y="8504"/>
                  </a:lnTo>
                  <a:lnTo>
                    <a:pt x="4393" y="8564"/>
                  </a:lnTo>
                  <a:lnTo>
                    <a:pt x="4654" y="8584"/>
                  </a:lnTo>
                  <a:lnTo>
                    <a:pt x="4914" y="8604"/>
                  </a:lnTo>
                  <a:lnTo>
                    <a:pt x="5456" y="8604"/>
                  </a:lnTo>
                  <a:lnTo>
                    <a:pt x="5737" y="8584"/>
                  </a:lnTo>
                  <a:lnTo>
                    <a:pt x="6098" y="8544"/>
                  </a:lnTo>
                  <a:lnTo>
                    <a:pt x="6438" y="8464"/>
                  </a:lnTo>
                  <a:lnTo>
                    <a:pt x="6779" y="8363"/>
                  </a:lnTo>
                  <a:lnTo>
                    <a:pt x="7100" y="8243"/>
                  </a:lnTo>
                  <a:lnTo>
                    <a:pt x="7401" y="8103"/>
                  </a:lnTo>
                  <a:lnTo>
                    <a:pt x="7702" y="7922"/>
                  </a:lnTo>
                  <a:lnTo>
                    <a:pt x="8003" y="7742"/>
                  </a:lnTo>
                  <a:lnTo>
                    <a:pt x="8263" y="7521"/>
                  </a:lnTo>
                  <a:lnTo>
                    <a:pt x="8524" y="7280"/>
                  </a:lnTo>
                  <a:lnTo>
                    <a:pt x="8765" y="7040"/>
                  </a:lnTo>
                  <a:lnTo>
                    <a:pt x="8985" y="6779"/>
                  </a:lnTo>
                  <a:lnTo>
                    <a:pt x="9206" y="6498"/>
                  </a:lnTo>
                  <a:lnTo>
                    <a:pt x="9386" y="6197"/>
                  </a:lnTo>
                  <a:lnTo>
                    <a:pt x="9547" y="5897"/>
                  </a:lnTo>
                  <a:lnTo>
                    <a:pt x="9707" y="5576"/>
                  </a:lnTo>
                  <a:lnTo>
                    <a:pt x="9828" y="5235"/>
                  </a:lnTo>
                  <a:lnTo>
                    <a:pt x="9888" y="5054"/>
                  </a:lnTo>
                  <a:lnTo>
                    <a:pt x="9687" y="5335"/>
                  </a:lnTo>
                  <a:lnTo>
                    <a:pt x="9467" y="5596"/>
                  </a:lnTo>
                  <a:lnTo>
                    <a:pt x="9226" y="5836"/>
                  </a:lnTo>
                  <a:lnTo>
                    <a:pt x="8965" y="6077"/>
                  </a:lnTo>
                  <a:lnTo>
                    <a:pt x="8705" y="6278"/>
                  </a:lnTo>
                  <a:lnTo>
                    <a:pt x="8404" y="6478"/>
                  </a:lnTo>
                  <a:lnTo>
                    <a:pt x="8103" y="6659"/>
                  </a:lnTo>
                  <a:lnTo>
                    <a:pt x="7782" y="6799"/>
                  </a:lnTo>
                  <a:lnTo>
                    <a:pt x="7401" y="6939"/>
                  </a:lnTo>
                  <a:lnTo>
                    <a:pt x="7000" y="7040"/>
                  </a:lnTo>
                  <a:lnTo>
                    <a:pt x="6619" y="7100"/>
                  </a:lnTo>
                  <a:lnTo>
                    <a:pt x="6218" y="7120"/>
                  </a:lnTo>
                  <a:lnTo>
                    <a:pt x="5797" y="7100"/>
                  </a:lnTo>
                  <a:lnTo>
                    <a:pt x="5376" y="7040"/>
                  </a:lnTo>
                  <a:lnTo>
                    <a:pt x="4974" y="6939"/>
                  </a:lnTo>
                  <a:lnTo>
                    <a:pt x="4573" y="6819"/>
                  </a:lnTo>
                  <a:lnTo>
                    <a:pt x="4192" y="6659"/>
                  </a:lnTo>
                  <a:lnTo>
                    <a:pt x="3811" y="6478"/>
                  </a:lnTo>
                  <a:lnTo>
                    <a:pt x="3450" y="6258"/>
                  </a:lnTo>
                  <a:lnTo>
                    <a:pt x="3109" y="6017"/>
                  </a:lnTo>
                  <a:lnTo>
                    <a:pt x="2768" y="5756"/>
                  </a:lnTo>
                  <a:lnTo>
                    <a:pt x="2468" y="5455"/>
                  </a:lnTo>
                  <a:lnTo>
                    <a:pt x="2187" y="5114"/>
                  </a:lnTo>
                  <a:lnTo>
                    <a:pt x="1946" y="4774"/>
                  </a:lnTo>
                  <a:lnTo>
                    <a:pt x="1726" y="4413"/>
                  </a:lnTo>
                  <a:lnTo>
                    <a:pt x="1545" y="4032"/>
                  </a:lnTo>
                  <a:lnTo>
                    <a:pt x="1385" y="3650"/>
                  </a:lnTo>
                  <a:lnTo>
                    <a:pt x="1264" y="3249"/>
                  </a:lnTo>
                  <a:lnTo>
                    <a:pt x="1164" y="2828"/>
                  </a:lnTo>
                  <a:lnTo>
                    <a:pt x="1104" y="2427"/>
                  </a:lnTo>
                  <a:lnTo>
                    <a:pt x="1084" y="2006"/>
                  </a:lnTo>
                  <a:lnTo>
                    <a:pt x="1084" y="1585"/>
                  </a:lnTo>
                  <a:lnTo>
                    <a:pt x="1124" y="1184"/>
                  </a:lnTo>
                  <a:lnTo>
                    <a:pt x="1204" y="783"/>
                  </a:lnTo>
                  <a:lnTo>
                    <a:pt x="1325" y="382"/>
                  </a:lnTo>
                  <a:lnTo>
                    <a:pt x="1465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42">
              <a:extLst>
                <a:ext uri="{FF2B5EF4-FFF2-40B4-BE49-F238E27FC236}">
                  <a16:creationId xmlns:a16="http://schemas.microsoft.com/office/drawing/2014/main" id="{D0A7C833-D79D-E738-753D-D9E4CBD2B024}"/>
                </a:ext>
              </a:extLst>
            </p:cNvPr>
            <p:cNvSpPr/>
            <p:nvPr/>
          </p:nvSpPr>
          <p:spPr>
            <a:xfrm>
              <a:off x="10776350" y="2802063"/>
              <a:ext cx="247200" cy="215100"/>
            </a:xfrm>
            <a:custGeom>
              <a:avLst/>
              <a:gdLst/>
              <a:ahLst/>
              <a:cxnLst/>
              <a:rect l="l" t="t" r="r" b="b"/>
              <a:pathLst>
                <a:path w="9888" h="8604" fill="none" extrusionOk="0">
                  <a:moveTo>
                    <a:pt x="1465" y="1"/>
                  </a:moveTo>
                  <a:lnTo>
                    <a:pt x="1465" y="1"/>
                  </a:lnTo>
                  <a:lnTo>
                    <a:pt x="1144" y="382"/>
                  </a:lnTo>
                  <a:lnTo>
                    <a:pt x="863" y="783"/>
                  </a:lnTo>
                  <a:lnTo>
                    <a:pt x="603" y="1224"/>
                  </a:lnTo>
                  <a:lnTo>
                    <a:pt x="402" y="1665"/>
                  </a:lnTo>
                  <a:lnTo>
                    <a:pt x="242" y="2146"/>
                  </a:lnTo>
                  <a:lnTo>
                    <a:pt x="161" y="2387"/>
                  </a:lnTo>
                  <a:lnTo>
                    <a:pt x="101" y="2628"/>
                  </a:lnTo>
                  <a:lnTo>
                    <a:pt x="61" y="2888"/>
                  </a:lnTo>
                  <a:lnTo>
                    <a:pt x="41" y="3149"/>
                  </a:lnTo>
                  <a:lnTo>
                    <a:pt x="21" y="3410"/>
                  </a:lnTo>
                  <a:lnTo>
                    <a:pt x="1" y="3671"/>
                  </a:lnTo>
                  <a:lnTo>
                    <a:pt x="1" y="3671"/>
                  </a:lnTo>
                  <a:lnTo>
                    <a:pt x="21" y="3951"/>
                  </a:lnTo>
                  <a:lnTo>
                    <a:pt x="41" y="4232"/>
                  </a:lnTo>
                  <a:lnTo>
                    <a:pt x="41" y="4232"/>
                  </a:lnTo>
                  <a:lnTo>
                    <a:pt x="101" y="4633"/>
                  </a:lnTo>
                  <a:lnTo>
                    <a:pt x="202" y="5034"/>
                  </a:lnTo>
                  <a:lnTo>
                    <a:pt x="362" y="5435"/>
                  </a:lnTo>
                  <a:lnTo>
                    <a:pt x="542" y="5816"/>
                  </a:lnTo>
                  <a:lnTo>
                    <a:pt x="763" y="6197"/>
                  </a:lnTo>
                  <a:lnTo>
                    <a:pt x="1004" y="6558"/>
                  </a:lnTo>
                  <a:lnTo>
                    <a:pt x="1284" y="6919"/>
                  </a:lnTo>
                  <a:lnTo>
                    <a:pt x="1605" y="7240"/>
                  </a:lnTo>
                  <a:lnTo>
                    <a:pt x="1966" y="7521"/>
                  </a:lnTo>
                  <a:lnTo>
                    <a:pt x="2347" y="7802"/>
                  </a:lnTo>
                  <a:lnTo>
                    <a:pt x="2748" y="8022"/>
                  </a:lnTo>
                  <a:lnTo>
                    <a:pt x="3190" y="8223"/>
                  </a:lnTo>
                  <a:lnTo>
                    <a:pt x="3651" y="8383"/>
                  </a:lnTo>
                  <a:lnTo>
                    <a:pt x="3892" y="8464"/>
                  </a:lnTo>
                  <a:lnTo>
                    <a:pt x="4132" y="8504"/>
                  </a:lnTo>
                  <a:lnTo>
                    <a:pt x="4393" y="8564"/>
                  </a:lnTo>
                  <a:lnTo>
                    <a:pt x="4654" y="8584"/>
                  </a:lnTo>
                  <a:lnTo>
                    <a:pt x="4914" y="8604"/>
                  </a:lnTo>
                  <a:lnTo>
                    <a:pt x="5175" y="8604"/>
                  </a:lnTo>
                  <a:lnTo>
                    <a:pt x="5175" y="8604"/>
                  </a:lnTo>
                  <a:lnTo>
                    <a:pt x="5456" y="8604"/>
                  </a:lnTo>
                  <a:lnTo>
                    <a:pt x="5737" y="8584"/>
                  </a:lnTo>
                  <a:lnTo>
                    <a:pt x="5737" y="8584"/>
                  </a:lnTo>
                  <a:lnTo>
                    <a:pt x="6098" y="8544"/>
                  </a:lnTo>
                  <a:lnTo>
                    <a:pt x="6438" y="8464"/>
                  </a:lnTo>
                  <a:lnTo>
                    <a:pt x="6779" y="8363"/>
                  </a:lnTo>
                  <a:lnTo>
                    <a:pt x="7100" y="8243"/>
                  </a:lnTo>
                  <a:lnTo>
                    <a:pt x="7401" y="8103"/>
                  </a:lnTo>
                  <a:lnTo>
                    <a:pt x="7702" y="7922"/>
                  </a:lnTo>
                  <a:lnTo>
                    <a:pt x="8003" y="7742"/>
                  </a:lnTo>
                  <a:lnTo>
                    <a:pt x="8263" y="7521"/>
                  </a:lnTo>
                  <a:lnTo>
                    <a:pt x="8524" y="7280"/>
                  </a:lnTo>
                  <a:lnTo>
                    <a:pt x="8765" y="7040"/>
                  </a:lnTo>
                  <a:lnTo>
                    <a:pt x="8985" y="6779"/>
                  </a:lnTo>
                  <a:lnTo>
                    <a:pt x="9206" y="6498"/>
                  </a:lnTo>
                  <a:lnTo>
                    <a:pt x="9386" y="6197"/>
                  </a:lnTo>
                  <a:lnTo>
                    <a:pt x="9547" y="5897"/>
                  </a:lnTo>
                  <a:lnTo>
                    <a:pt x="9707" y="5576"/>
                  </a:lnTo>
                  <a:lnTo>
                    <a:pt x="9828" y="5235"/>
                  </a:lnTo>
                  <a:lnTo>
                    <a:pt x="9828" y="5235"/>
                  </a:lnTo>
                  <a:lnTo>
                    <a:pt x="9888" y="5054"/>
                  </a:lnTo>
                  <a:lnTo>
                    <a:pt x="9888" y="5054"/>
                  </a:lnTo>
                  <a:lnTo>
                    <a:pt x="9687" y="5335"/>
                  </a:lnTo>
                  <a:lnTo>
                    <a:pt x="9467" y="5596"/>
                  </a:lnTo>
                  <a:lnTo>
                    <a:pt x="9226" y="5836"/>
                  </a:lnTo>
                  <a:lnTo>
                    <a:pt x="8965" y="6077"/>
                  </a:lnTo>
                  <a:lnTo>
                    <a:pt x="8705" y="6278"/>
                  </a:lnTo>
                  <a:lnTo>
                    <a:pt x="8404" y="6478"/>
                  </a:lnTo>
                  <a:lnTo>
                    <a:pt x="8103" y="6659"/>
                  </a:lnTo>
                  <a:lnTo>
                    <a:pt x="7782" y="6799"/>
                  </a:lnTo>
                  <a:lnTo>
                    <a:pt x="7782" y="6799"/>
                  </a:lnTo>
                  <a:lnTo>
                    <a:pt x="7401" y="6939"/>
                  </a:lnTo>
                  <a:lnTo>
                    <a:pt x="7000" y="7040"/>
                  </a:lnTo>
                  <a:lnTo>
                    <a:pt x="6619" y="7100"/>
                  </a:lnTo>
                  <a:lnTo>
                    <a:pt x="6218" y="7120"/>
                  </a:lnTo>
                  <a:lnTo>
                    <a:pt x="6218" y="7120"/>
                  </a:lnTo>
                  <a:lnTo>
                    <a:pt x="5797" y="7100"/>
                  </a:lnTo>
                  <a:lnTo>
                    <a:pt x="5376" y="7040"/>
                  </a:lnTo>
                  <a:lnTo>
                    <a:pt x="4974" y="6939"/>
                  </a:lnTo>
                  <a:lnTo>
                    <a:pt x="4573" y="6819"/>
                  </a:lnTo>
                  <a:lnTo>
                    <a:pt x="4192" y="6659"/>
                  </a:lnTo>
                  <a:lnTo>
                    <a:pt x="3811" y="6478"/>
                  </a:lnTo>
                  <a:lnTo>
                    <a:pt x="3450" y="6258"/>
                  </a:lnTo>
                  <a:lnTo>
                    <a:pt x="3109" y="6017"/>
                  </a:lnTo>
                  <a:lnTo>
                    <a:pt x="3109" y="6017"/>
                  </a:lnTo>
                  <a:lnTo>
                    <a:pt x="2768" y="5756"/>
                  </a:lnTo>
                  <a:lnTo>
                    <a:pt x="2468" y="5455"/>
                  </a:lnTo>
                  <a:lnTo>
                    <a:pt x="2187" y="5114"/>
                  </a:lnTo>
                  <a:lnTo>
                    <a:pt x="1946" y="4774"/>
                  </a:lnTo>
                  <a:lnTo>
                    <a:pt x="1726" y="4413"/>
                  </a:lnTo>
                  <a:lnTo>
                    <a:pt x="1545" y="4032"/>
                  </a:lnTo>
                  <a:lnTo>
                    <a:pt x="1385" y="3650"/>
                  </a:lnTo>
                  <a:lnTo>
                    <a:pt x="1264" y="3249"/>
                  </a:lnTo>
                  <a:lnTo>
                    <a:pt x="1164" y="2828"/>
                  </a:lnTo>
                  <a:lnTo>
                    <a:pt x="1104" y="2427"/>
                  </a:lnTo>
                  <a:lnTo>
                    <a:pt x="1084" y="2006"/>
                  </a:lnTo>
                  <a:lnTo>
                    <a:pt x="1084" y="1585"/>
                  </a:lnTo>
                  <a:lnTo>
                    <a:pt x="1124" y="1184"/>
                  </a:lnTo>
                  <a:lnTo>
                    <a:pt x="1204" y="783"/>
                  </a:lnTo>
                  <a:lnTo>
                    <a:pt x="1325" y="382"/>
                  </a:lnTo>
                  <a:lnTo>
                    <a:pt x="146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42">
              <a:extLst>
                <a:ext uri="{FF2B5EF4-FFF2-40B4-BE49-F238E27FC236}">
                  <a16:creationId xmlns:a16="http://schemas.microsoft.com/office/drawing/2014/main" id="{48FCA32E-CE08-A985-DF0F-35A9AB4B88E7}"/>
                </a:ext>
              </a:extLst>
            </p:cNvPr>
            <p:cNvSpPr/>
            <p:nvPr/>
          </p:nvSpPr>
          <p:spPr>
            <a:xfrm>
              <a:off x="10567800" y="2947463"/>
              <a:ext cx="147425" cy="55675"/>
            </a:xfrm>
            <a:custGeom>
              <a:avLst/>
              <a:gdLst/>
              <a:ahLst/>
              <a:cxnLst/>
              <a:rect l="l" t="t" r="r" b="b"/>
              <a:pathLst>
                <a:path w="5897" h="2227" extrusionOk="0">
                  <a:moveTo>
                    <a:pt x="1123" y="0"/>
                  </a:moveTo>
                  <a:lnTo>
                    <a:pt x="903" y="20"/>
                  </a:lnTo>
                  <a:lnTo>
                    <a:pt x="682" y="81"/>
                  </a:lnTo>
                  <a:lnTo>
                    <a:pt x="502" y="181"/>
                  </a:lnTo>
                  <a:lnTo>
                    <a:pt x="321" y="321"/>
                  </a:lnTo>
                  <a:lnTo>
                    <a:pt x="201" y="482"/>
                  </a:lnTo>
                  <a:lnTo>
                    <a:pt x="101" y="682"/>
                  </a:lnTo>
                  <a:lnTo>
                    <a:pt x="20" y="883"/>
                  </a:lnTo>
                  <a:lnTo>
                    <a:pt x="0" y="1103"/>
                  </a:lnTo>
                  <a:lnTo>
                    <a:pt x="20" y="1324"/>
                  </a:lnTo>
                  <a:lnTo>
                    <a:pt x="101" y="1545"/>
                  </a:lnTo>
                  <a:lnTo>
                    <a:pt x="201" y="1725"/>
                  </a:lnTo>
                  <a:lnTo>
                    <a:pt x="321" y="1886"/>
                  </a:lnTo>
                  <a:lnTo>
                    <a:pt x="502" y="2026"/>
                  </a:lnTo>
                  <a:lnTo>
                    <a:pt x="682" y="2126"/>
                  </a:lnTo>
                  <a:lnTo>
                    <a:pt x="903" y="2206"/>
                  </a:lnTo>
                  <a:lnTo>
                    <a:pt x="1123" y="2226"/>
                  </a:lnTo>
                  <a:lnTo>
                    <a:pt x="4793" y="2226"/>
                  </a:lnTo>
                  <a:lnTo>
                    <a:pt x="5014" y="2206"/>
                  </a:lnTo>
                  <a:lnTo>
                    <a:pt x="5214" y="2126"/>
                  </a:lnTo>
                  <a:lnTo>
                    <a:pt x="5415" y="2026"/>
                  </a:lnTo>
                  <a:lnTo>
                    <a:pt x="5575" y="1886"/>
                  </a:lnTo>
                  <a:lnTo>
                    <a:pt x="5716" y="1725"/>
                  </a:lnTo>
                  <a:lnTo>
                    <a:pt x="5816" y="1545"/>
                  </a:lnTo>
                  <a:lnTo>
                    <a:pt x="5876" y="1324"/>
                  </a:lnTo>
                  <a:lnTo>
                    <a:pt x="5896" y="1103"/>
                  </a:lnTo>
                  <a:lnTo>
                    <a:pt x="5876" y="883"/>
                  </a:lnTo>
                  <a:lnTo>
                    <a:pt x="5816" y="682"/>
                  </a:lnTo>
                  <a:lnTo>
                    <a:pt x="5716" y="482"/>
                  </a:lnTo>
                  <a:lnTo>
                    <a:pt x="5575" y="321"/>
                  </a:lnTo>
                  <a:lnTo>
                    <a:pt x="5415" y="181"/>
                  </a:lnTo>
                  <a:lnTo>
                    <a:pt x="5214" y="81"/>
                  </a:lnTo>
                  <a:lnTo>
                    <a:pt x="5014" y="20"/>
                  </a:lnTo>
                  <a:lnTo>
                    <a:pt x="479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42">
              <a:extLst>
                <a:ext uri="{FF2B5EF4-FFF2-40B4-BE49-F238E27FC236}">
                  <a16:creationId xmlns:a16="http://schemas.microsoft.com/office/drawing/2014/main" id="{BA7F071B-3EC9-6386-5077-2D6974860B59}"/>
                </a:ext>
              </a:extLst>
            </p:cNvPr>
            <p:cNvSpPr/>
            <p:nvPr/>
          </p:nvSpPr>
          <p:spPr>
            <a:xfrm>
              <a:off x="10137625" y="3129963"/>
              <a:ext cx="1007775" cy="700425"/>
            </a:xfrm>
            <a:custGeom>
              <a:avLst/>
              <a:gdLst/>
              <a:ahLst/>
              <a:cxnLst/>
              <a:rect l="l" t="t" r="r" b="b"/>
              <a:pathLst>
                <a:path w="40311" h="28017" extrusionOk="0">
                  <a:moveTo>
                    <a:pt x="8263" y="0"/>
                  </a:moveTo>
                  <a:lnTo>
                    <a:pt x="7681" y="20"/>
                  </a:lnTo>
                  <a:lnTo>
                    <a:pt x="7280" y="60"/>
                  </a:lnTo>
                  <a:lnTo>
                    <a:pt x="6879" y="101"/>
                  </a:lnTo>
                  <a:lnTo>
                    <a:pt x="6498" y="181"/>
                  </a:lnTo>
                  <a:lnTo>
                    <a:pt x="6117" y="281"/>
                  </a:lnTo>
                  <a:lnTo>
                    <a:pt x="5736" y="381"/>
                  </a:lnTo>
                  <a:lnTo>
                    <a:pt x="5375" y="502"/>
                  </a:lnTo>
                  <a:lnTo>
                    <a:pt x="5014" y="662"/>
                  </a:lnTo>
                  <a:lnTo>
                    <a:pt x="4673" y="822"/>
                  </a:lnTo>
                  <a:lnTo>
                    <a:pt x="4332" y="983"/>
                  </a:lnTo>
                  <a:lnTo>
                    <a:pt x="3991" y="1183"/>
                  </a:lnTo>
                  <a:lnTo>
                    <a:pt x="3671" y="1384"/>
                  </a:lnTo>
                  <a:lnTo>
                    <a:pt x="3370" y="1605"/>
                  </a:lnTo>
                  <a:lnTo>
                    <a:pt x="3069" y="1825"/>
                  </a:lnTo>
                  <a:lnTo>
                    <a:pt x="2768" y="2066"/>
                  </a:lnTo>
                  <a:lnTo>
                    <a:pt x="2507" y="2327"/>
                  </a:lnTo>
                  <a:lnTo>
                    <a:pt x="2227" y="2607"/>
                  </a:lnTo>
                  <a:lnTo>
                    <a:pt x="1986" y="2888"/>
                  </a:lnTo>
                  <a:lnTo>
                    <a:pt x="1745" y="3189"/>
                  </a:lnTo>
                  <a:lnTo>
                    <a:pt x="1525" y="3490"/>
                  </a:lnTo>
                  <a:lnTo>
                    <a:pt x="1304" y="3791"/>
                  </a:lnTo>
                  <a:lnTo>
                    <a:pt x="1104" y="4131"/>
                  </a:lnTo>
                  <a:lnTo>
                    <a:pt x="923" y="4452"/>
                  </a:lnTo>
                  <a:lnTo>
                    <a:pt x="763" y="4813"/>
                  </a:lnTo>
                  <a:lnTo>
                    <a:pt x="602" y="5154"/>
                  </a:lnTo>
                  <a:lnTo>
                    <a:pt x="462" y="5515"/>
                  </a:lnTo>
                  <a:lnTo>
                    <a:pt x="341" y="5896"/>
                  </a:lnTo>
                  <a:lnTo>
                    <a:pt x="241" y="6257"/>
                  </a:lnTo>
                  <a:lnTo>
                    <a:pt x="161" y="6638"/>
                  </a:lnTo>
                  <a:lnTo>
                    <a:pt x="101" y="7039"/>
                  </a:lnTo>
                  <a:lnTo>
                    <a:pt x="41" y="7440"/>
                  </a:lnTo>
                  <a:lnTo>
                    <a:pt x="21" y="7842"/>
                  </a:lnTo>
                  <a:lnTo>
                    <a:pt x="1" y="8243"/>
                  </a:lnTo>
                  <a:lnTo>
                    <a:pt x="1" y="19774"/>
                  </a:lnTo>
                  <a:lnTo>
                    <a:pt x="21" y="20195"/>
                  </a:lnTo>
                  <a:lnTo>
                    <a:pt x="41" y="20616"/>
                  </a:lnTo>
                  <a:lnTo>
                    <a:pt x="101" y="21037"/>
                  </a:lnTo>
                  <a:lnTo>
                    <a:pt x="181" y="21439"/>
                  </a:lnTo>
                  <a:lnTo>
                    <a:pt x="261" y="21840"/>
                  </a:lnTo>
                  <a:lnTo>
                    <a:pt x="382" y="22241"/>
                  </a:lnTo>
                  <a:lnTo>
                    <a:pt x="502" y="22622"/>
                  </a:lnTo>
                  <a:lnTo>
                    <a:pt x="662" y="22983"/>
                  </a:lnTo>
                  <a:lnTo>
                    <a:pt x="823" y="23364"/>
                  </a:lnTo>
                  <a:lnTo>
                    <a:pt x="1003" y="23705"/>
                  </a:lnTo>
                  <a:lnTo>
                    <a:pt x="1204" y="24046"/>
                  </a:lnTo>
                  <a:lnTo>
                    <a:pt x="1424" y="24387"/>
                  </a:lnTo>
                  <a:lnTo>
                    <a:pt x="1645" y="24707"/>
                  </a:lnTo>
                  <a:lnTo>
                    <a:pt x="1886" y="25028"/>
                  </a:lnTo>
                  <a:lnTo>
                    <a:pt x="2146" y="25329"/>
                  </a:lnTo>
                  <a:lnTo>
                    <a:pt x="2427" y="25610"/>
                  </a:lnTo>
                  <a:lnTo>
                    <a:pt x="2708" y="25891"/>
                  </a:lnTo>
                  <a:lnTo>
                    <a:pt x="3009" y="26151"/>
                  </a:lnTo>
                  <a:lnTo>
                    <a:pt x="3330" y="26392"/>
                  </a:lnTo>
                  <a:lnTo>
                    <a:pt x="3650" y="26613"/>
                  </a:lnTo>
                  <a:lnTo>
                    <a:pt x="3971" y="26833"/>
                  </a:lnTo>
                  <a:lnTo>
                    <a:pt x="4332" y="27034"/>
                  </a:lnTo>
                  <a:lnTo>
                    <a:pt x="4673" y="27214"/>
                  </a:lnTo>
                  <a:lnTo>
                    <a:pt x="5034" y="27375"/>
                  </a:lnTo>
                  <a:lnTo>
                    <a:pt x="5415" y="27535"/>
                  </a:lnTo>
                  <a:lnTo>
                    <a:pt x="5796" y="27655"/>
                  </a:lnTo>
                  <a:lnTo>
                    <a:pt x="6197" y="27776"/>
                  </a:lnTo>
                  <a:lnTo>
                    <a:pt x="6598" y="27856"/>
                  </a:lnTo>
                  <a:lnTo>
                    <a:pt x="7000" y="27936"/>
                  </a:lnTo>
                  <a:lnTo>
                    <a:pt x="7401" y="27976"/>
                  </a:lnTo>
                  <a:lnTo>
                    <a:pt x="7822" y="28016"/>
                  </a:lnTo>
                  <a:lnTo>
                    <a:pt x="32068" y="28016"/>
                  </a:lnTo>
                  <a:lnTo>
                    <a:pt x="32649" y="27996"/>
                  </a:lnTo>
                  <a:lnTo>
                    <a:pt x="33251" y="27936"/>
                  </a:lnTo>
                  <a:lnTo>
                    <a:pt x="33812" y="27836"/>
                  </a:lnTo>
                  <a:lnTo>
                    <a:pt x="34374" y="27696"/>
                  </a:lnTo>
                  <a:lnTo>
                    <a:pt x="34915" y="27515"/>
                  </a:lnTo>
                  <a:lnTo>
                    <a:pt x="35437" y="27315"/>
                  </a:lnTo>
                  <a:lnTo>
                    <a:pt x="35938" y="27054"/>
                  </a:lnTo>
                  <a:lnTo>
                    <a:pt x="36420" y="26773"/>
                  </a:lnTo>
                  <a:lnTo>
                    <a:pt x="36901" y="26472"/>
                  </a:lnTo>
                  <a:lnTo>
                    <a:pt x="37322" y="26131"/>
                  </a:lnTo>
                  <a:lnTo>
                    <a:pt x="37743" y="25750"/>
                  </a:lnTo>
                  <a:lnTo>
                    <a:pt x="38144" y="25349"/>
                  </a:lnTo>
                  <a:lnTo>
                    <a:pt x="38505" y="24928"/>
                  </a:lnTo>
                  <a:lnTo>
                    <a:pt x="38826" y="24487"/>
                  </a:lnTo>
                  <a:lnTo>
                    <a:pt x="39147" y="24006"/>
                  </a:lnTo>
                  <a:lnTo>
                    <a:pt x="39408" y="23524"/>
                  </a:lnTo>
                  <a:lnTo>
                    <a:pt x="39608" y="23103"/>
                  </a:lnTo>
                  <a:lnTo>
                    <a:pt x="39789" y="22662"/>
                  </a:lnTo>
                  <a:lnTo>
                    <a:pt x="39949" y="22201"/>
                  </a:lnTo>
                  <a:lnTo>
                    <a:pt x="40069" y="21739"/>
                  </a:lnTo>
                  <a:lnTo>
                    <a:pt x="40170" y="21258"/>
                  </a:lnTo>
                  <a:lnTo>
                    <a:pt x="40250" y="20777"/>
                  </a:lnTo>
                  <a:lnTo>
                    <a:pt x="40290" y="20275"/>
                  </a:lnTo>
                  <a:lnTo>
                    <a:pt x="40310" y="19774"/>
                  </a:lnTo>
                  <a:lnTo>
                    <a:pt x="40310" y="8243"/>
                  </a:lnTo>
                  <a:lnTo>
                    <a:pt x="40290" y="7822"/>
                  </a:lnTo>
                  <a:lnTo>
                    <a:pt x="40270" y="7400"/>
                  </a:lnTo>
                  <a:lnTo>
                    <a:pt x="40210" y="6979"/>
                  </a:lnTo>
                  <a:lnTo>
                    <a:pt x="40150" y="6578"/>
                  </a:lnTo>
                  <a:lnTo>
                    <a:pt x="40049" y="6177"/>
                  </a:lnTo>
                  <a:lnTo>
                    <a:pt x="39929" y="5796"/>
                  </a:lnTo>
                  <a:lnTo>
                    <a:pt x="39809" y="5395"/>
                  </a:lnTo>
                  <a:lnTo>
                    <a:pt x="39668" y="5034"/>
                  </a:lnTo>
                  <a:lnTo>
                    <a:pt x="39488" y="4673"/>
                  </a:lnTo>
                  <a:lnTo>
                    <a:pt x="39307" y="4312"/>
                  </a:lnTo>
                  <a:lnTo>
                    <a:pt x="39107" y="3971"/>
                  </a:lnTo>
                  <a:lnTo>
                    <a:pt x="38906" y="3630"/>
                  </a:lnTo>
                  <a:lnTo>
                    <a:pt x="38666" y="3309"/>
                  </a:lnTo>
                  <a:lnTo>
                    <a:pt x="38425" y="2988"/>
                  </a:lnTo>
                  <a:lnTo>
                    <a:pt x="38164" y="2688"/>
                  </a:lnTo>
                  <a:lnTo>
                    <a:pt x="37904" y="2407"/>
                  </a:lnTo>
                  <a:lnTo>
                    <a:pt x="37603" y="2126"/>
                  </a:lnTo>
                  <a:lnTo>
                    <a:pt x="37302" y="1885"/>
                  </a:lnTo>
                  <a:lnTo>
                    <a:pt x="37001" y="1625"/>
                  </a:lnTo>
                  <a:lnTo>
                    <a:pt x="36680" y="1404"/>
                  </a:lnTo>
                  <a:lnTo>
                    <a:pt x="36339" y="1183"/>
                  </a:lnTo>
                  <a:lnTo>
                    <a:pt x="35998" y="983"/>
                  </a:lnTo>
                  <a:lnTo>
                    <a:pt x="35637" y="802"/>
                  </a:lnTo>
                  <a:lnTo>
                    <a:pt x="35276" y="642"/>
                  </a:lnTo>
                  <a:lnTo>
                    <a:pt x="34895" y="502"/>
                  </a:lnTo>
                  <a:lnTo>
                    <a:pt x="34514" y="361"/>
                  </a:lnTo>
                  <a:lnTo>
                    <a:pt x="34133" y="261"/>
                  </a:lnTo>
                  <a:lnTo>
                    <a:pt x="33732" y="161"/>
                  </a:lnTo>
                  <a:lnTo>
                    <a:pt x="33311" y="80"/>
                  </a:lnTo>
                  <a:lnTo>
                    <a:pt x="32910" y="40"/>
                  </a:lnTo>
                  <a:lnTo>
                    <a:pt x="324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42">
              <a:extLst>
                <a:ext uri="{FF2B5EF4-FFF2-40B4-BE49-F238E27FC236}">
                  <a16:creationId xmlns:a16="http://schemas.microsoft.com/office/drawing/2014/main" id="{89C33645-2E43-3B9C-4FDE-01676957D26B}"/>
                </a:ext>
              </a:extLst>
            </p:cNvPr>
            <p:cNvSpPr/>
            <p:nvPr/>
          </p:nvSpPr>
          <p:spPr>
            <a:xfrm>
              <a:off x="10137625" y="3129963"/>
              <a:ext cx="1007775" cy="700425"/>
            </a:xfrm>
            <a:custGeom>
              <a:avLst/>
              <a:gdLst/>
              <a:ahLst/>
              <a:cxnLst/>
              <a:rect l="l" t="t" r="r" b="b"/>
              <a:pathLst>
                <a:path w="40311" h="28017" fill="none" extrusionOk="0">
                  <a:moveTo>
                    <a:pt x="40310" y="8243"/>
                  </a:moveTo>
                  <a:lnTo>
                    <a:pt x="40310" y="19774"/>
                  </a:lnTo>
                  <a:lnTo>
                    <a:pt x="40310" y="19774"/>
                  </a:lnTo>
                  <a:lnTo>
                    <a:pt x="40290" y="20275"/>
                  </a:lnTo>
                  <a:lnTo>
                    <a:pt x="40250" y="20777"/>
                  </a:lnTo>
                  <a:lnTo>
                    <a:pt x="40170" y="21258"/>
                  </a:lnTo>
                  <a:lnTo>
                    <a:pt x="40069" y="21739"/>
                  </a:lnTo>
                  <a:lnTo>
                    <a:pt x="39949" y="22201"/>
                  </a:lnTo>
                  <a:lnTo>
                    <a:pt x="39789" y="22662"/>
                  </a:lnTo>
                  <a:lnTo>
                    <a:pt x="39608" y="23103"/>
                  </a:lnTo>
                  <a:lnTo>
                    <a:pt x="39408" y="23524"/>
                  </a:lnTo>
                  <a:lnTo>
                    <a:pt x="39408" y="23524"/>
                  </a:lnTo>
                  <a:lnTo>
                    <a:pt x="39147" y="24006"/>
                  </a:lnTo>
                  <a:lnTo>
                    <a:pt x="38826" y="24487"/>
                  </a:lnTo>
                  <a:lnTo>
                    <a:pt x="38505" y="24928"/>
                  </a:lnTo>
                  <a:lnTo>
                    <a:pt x="38144" y="25349"/>
                  </a:lnTo>
                  <a:lnTo>
                    <a:pt x="37743" y="25750"/>
                  </a:lnTo>
                  <a:lnTo>
                    <a:pt x="37322" y="26131"/>
                  </a:lnTo>
                  <a:lnTo>
                    <a:pt x="36901" y="26472"/>
                  </a:lnTo>
                  <a:lnTo>
                    <a:pt x="36420" y="26773"/>
                  </a:lnTo>
                  <a:lnTo>
                    <a:pt x="35938" y="27054"/>
                  </a:lnTo>
                  <a:lnTo>
                    <a:pt x="35437" y="27315"/>
                  </a:lnTo>
                  <a:lnTo>
                    <a:pt x="34915" y="27515"/>
                  </a:lnTo>
                  <a:lnTo>
                    <a:pt x="34374" y="27696"/>
                  </a:lnTo>
                  <a:lnTo>
                    <a:pt x="33812" y="27836"/>
                  </a:lnTo>
                  <a:lnTo>
                    <a:pt x="33251" y="27936"/>
                  </a:lnTo>
                  <a:lnTo>
                    <a:pt x="32649" y="27996"/>
                  </a:lnTo>
                  <a:lnTo>
                    <a:pt x="32068" y="28016"/>
                  </a:lnTo>
                  <a:lnTo>
                    <a:pt x="8263" y="28016"/>
                  </a:lnTo>
                  <a:lnTo>
                    <a:pt x="8263" y="28016"/>
                  </a:lnTo>
                  <a:lnTo>
                    <a:pt x="7822" y="28016"/>
                  </a:lnTo>
                  <a:lnTo>
                    <a:pt x="7401" y="27976"/>
                  </a:lnTo>
                  <a:lnTo>
                    <a:pt x="7000" y="27936"/>
                  </a:lnTo>
                  <a:lnTo>
                    <a:pt x="6598" y="27856"/>
                  </a:lnTo>
                  <a:lnTo>
                    <a:pt x="6197" y="27776"/>
                  </a:lnTo>
                  <a:lnTo>
                    <a:pt x="5796" y="27655"/>
                  </a:lnTo>
                  <a:lnTo>
                    <a:pt x="5415" y="27535"/>
                  </a:lnTo>
                  <a:lnTo>
                    <a:pt x="5034" y="27375"/>
                  </a:lnTo>
                  <a:lnTo>
                    <a:pt x="4673" y="27214"/>
                  </a:lnTo>
                  <a:lnTo>
                    <a:pt x="4332" y="27034"/>
                  </a:lnTo>
                  <a:lnTo>
                    <a:pt x="3971" y="26833"/>
                  </a:lnTo>
                  <a:lnTo>
                    <a:pt x="3650" y="26613"/>
                  </a:lnTo>
                  <a:lnTo>
                    <a:pt x="3330" y="26392"/>
                  </a:lnTo>
                  <a:lnTo>
                    <a:pt x="3009" y="26151"/>
                  </a:lnTo>
                  <a:lnTo>
                    <a:pt x="2708" y="25891"/>
                  </a:lnTo>
                  <a:lnTo>
                    <a:pt x="2427" y="25610"/>
                  </a:lnTo>
                  <a:lnTo>
                    <a:pt x="2146" y="25329"/>
                  </a:lnTo>
                  <a:lnTo>
                    <a:pt x="1886" y="25028"/>
                  </a:lnTo>
                  <a:lnTo>
                    <a:pt x="1645" y="24707"/>
                  </a:lnTo>
                  <a:lnTo>
                    <a:pt x="1424" y="24387"/>
                  </a:lnTo>
                  <a:lnTo>
                    <a:pt x="1204" y="24046"/>
                  </a:lnTo>
                  <a:lnTo>
                    <a:pt x="1003" y="23705"/>
                  </a:lnTo>
                  <a:lnTo>
                    <a:pt x="823" y="23364"/>
                  </a:lnTo>
                  <a:lnTo>
                    <a:pt x="662" y="22983"/>
                  </a:lnTo>
                  <a:lnTo>
                    <a:pt x="502" y="22622"/>
                  </a:lnTo>
                  <a:lnTo>
                    <a:pt x="382" y="22241"/>
                  </a:lnTo>
                  <a:lnTo>
                    <a:pt x="261" y="21840"/>
                  </a:lnTo>
                  <a:lnTo>
                    <a:pt x="181" y="21439"/>
                  </a:lnTo>
                  <a:lnTo>
                    <a:pt x="101" y="21037"/>
                  </a:lnTo>
                  <a:lnTo>
                    <a:pt x="41" y="20616"/>
                  </a:lnTo>
                  <a:lnTo>
                    <a:pt x="21" y="20195"/>
                  </a:lnTo>
                  <a:lnTo>
                    <a:pt x="1" y="19774"/>
                  </a:lnTo>
                  <a:lnTo>
                    <a:pt x="1" y="8243"/>
                  </a:lnTo>
                  <a:lnTo>
                    <a:pt x="1" y="8243"/>
                  </a:lnTo>
                  <a:lnTo>
                    <a:pt x="21" y="7842"/>
                  </a:lnTo>
                  <a:lnTo>
                    <a:pt x="41" y="7440"/>
                  </a:lnTo>
                  <a:lnTo>
                    <a:pt x="101" y="7039"/>
                  </a:lnTo>
                  <a:lnTo>
                    <a:pt x="161" y="6638"/>
                  </a:lnTo>
                  <a:lnTo>
                    <a:pt x="241" y="6257"/>
                  </a:lnTo>
                  <a:lnTo>
                    <a:pt x="341" y="5896"/>
                  </a:lnTo>
                  <a:lnTo>
                    <a:pt x="462" y="5515"/>
                  </a:lnTo>
                  <a:lnTo>
                    <a:pt x="602" y="5154"/>
                  </a:lnTo>
                  <a:lnTo>
                    <a:pt x="763" y="4813"/>
                  </a:lnTo>
                  <a:lnTo>
                    <a:pt x="923" y="4452"/>
                  </a:lnTo>
                  <a:lnTo>
                    <a:pt x="1104" y="4131"/>
                  </a:lnTo>
                  <a:lnTo>
                    <a:pt x="1304" y="3791"/>
                  </a:lnTo>
                  <a:lnTo>
                    <a:pt x="1525" y="3490"/>
                  </a:lnTo>
                  <a:lnTo>
                    <a:pt x="1745" y="3189"/>
                  </a:lnTo>
                  <a:lnTo>
                    <a:pt x="1986" y="2888"/>
                  </a:lnTo>
                  <a:lnTo>
                    <a:pt x="2227" y="2607"/>
                  </a:lnTo>
                  <a:lnTo>
                    <a:pt x="2507" y="2327"/>
                  </a:lnTo>
                  <a:lnTo>
                    <a:pt x="2768" y="2066"/>
                  </a:lnTo>
                  <a:lnTo>
                    <a:pt x="3069" y="1825"/>
                  </a:lnTo>
                  <a:lnTo>
                    <a:pt x="3370" y="1605"/>
                  </a:lnTo>
                  <a:lnTo>
                    <a:pt x="3671" y="1384"/>
                  </a:lnTo>
                  <a:lnTo>
                    <a:pt x="3991" y="1183"/>
                  </a:lnTo>
                  <a:lnTo>
                    <a:pt x="4332" y="983"/>
                  </a:lnTo>
                  <a:lnTo>
                    <a:pt x="4673" y="822"/>
                  </a:lnTo>
                  <a:lnTo>
                    <a:pt x="5014" y="662"/>
                  </a:lnTo>
                  <a:lnTo>
                    <a:pt x="5375" y="502"/>
                  </a:lnTo>
                  <a:lnTo>
                    <a:pt x="5736" y="381"/>
                  </a:lnTo>
                  <a:lnTo>
                    <a:pt x="6117" y="281"/>
                  </a:lnTo>
                  <a:lnTo>
                    <a:pt x="6498" y="181"/>
                  </a:lnTo>
                  <a:lnTo>
                    <a:pt x="6879" y="101"/>
                  </a:lnTo>
                  <a:lnTo>
                    <a:pt x="7280" y="60"/>
                  </a:lnTo>
                  <a:lnTo>
                    <a:pt x="7681" y="20"/>
                  </a:lnTo>
                  <a:lnTo>
                    <a:pt x="7681" y="20"/>
                  </a:lnTo>
                  <a:lnTo>
                    <a:pt x="8263" y="0"/>
                  </a:lnTo>
                  <a:lnTo>
                    <a:pt x="32068" y="0"/>
                  </a:lnTo>
                  <a:lnTo>
                    <a:pt x="32068" y="0"/>
                  </a:lnTo>
                  <a:lnTo>
                    <a:pt x="32489" y="0"/>
                  </a:lnTo>
                  <a:lnTo>
                    <a:pt x="32910" y="40"/>
                  </a:lnTo>
                  <a:lnTo>
                    <a:pt x="33311" y="80"/>
                  </a:lnTo>
                  <a:lnTo>
                    <a:pt x="33732" y="161"/>
                  </a:lnTo>
                  <a:lnTo>
                    <a:pt x="34133" y="261"/>
                  </a:lnTo>
                  <a:lnTo>
                    <a:pt x="34514" y="361"/>
                  </a:lnTo>
                  <a:lnTo>
                    <a:pt x="34895" y="502"/>
                  </a:lnTo>
                  <a:lnTo>
                    <a:pt x="35276" y="642"/>
                  </a:lnTo>
                  <a:lnTo>
                    <a:pt x="35637" y="802"/>
                  </a:lnTo>
                  <a:lnTo>
                    <a:pt x="35998" y="983"/>
                  </a:lnTo>
                  <a:lnTo>
                    <a:pt x="36339" y="1183"/>
                  </a:lnTo>
                  <a:lnTo>
                    <a:pt x="36680" y="1404"/>
                  </a:lnTo>
                  <a:lnTo>
                    <a:pt x="37001" y="1625"/>
                  </a:lnTo>
                  <a:lnTo>
                    <a:pt x="37302" y="1885"/>
                  </a:lnTo>
                  <a:lnTo>
                    <a:pt x="37603" y="2126"/>
                  </a:lnTo>
                  <a:lnTo>
                    <a:pt x="37904" y="2407"/>
                  </a:lnTo>
                  <a:lnTo>
                    <a:pt x="38164" y="2688"/>
                  </a:lnTo>
                  <a:lnTo>
                    <a:pt x="38425" y="2988"/>
                  </a:lnTo>
                  <a:lnTo>
                    <a:pt x="38666" y="3309"/>
                  </a:lnTo>
                  <a:lnTo>
                    <a:pt x="38906" y="3630"/>
                  </a:lnTo>
                  <a:lnTo>
                    <a:pt x="39107" y="3971"/>
                  </a:lnTo>
                  <a:lnTo>
                    <a:pt x="39307" y="4312"/>
                  </a:lnTo>
                  <a:lnTo>
                    <a:pt x="39488" y="4673"/>
                  </a:lnTo>
                  <a:lnTo>
                    <a:pt x="39668" y="5034"/>
                  </a:lnTo>
                  <a:lnTo>
                    <a:pt x="39809" y="5395"/>
                  </a:lnTo>
                  <a:lnTo>
                    <a:pt x="39929" y="5796"/>
                  </a:lnTo>
                  <a:lnTo>
                    <a:pt x="40049" y="6177"/>
                  </a:lnTo>
                  <a:lnTo>
                    <a:pt x="40150" y="6578"/>
                  </a:lnTo>
                  <a:lnTo>
                    <a:pt x="40210" y="6979"/>
                  </a:lnTo>
                  <a:lnTo>
                    <a:pt x="40270" y="7400"/>
                  </a:lnTo>
                  <a:lnTo>
                    <a:pt x="40290" y="7822"/>
                  </a:lnTo>
                  <a:lnTo>
                    <a:pt x="40310" y="82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42">
              <a:extLst>
                <a:ext uri="{FF2B5EF4-FFF2-40B4-BE49-F238E27FC236}">
                  <a16:creationId xmlns:a16="http://schemas.microsoft.com/office/drawing/2014/main" id="{E20346E4-25DA-EFBB-FEDD-E01C9E72359F}"/>
                </a:ext>
              </a:extLst>
            </p:cNvPr>
            <p:cNvSpPr/>
            <p:nvPr/>
          </p:nvSpPr>
          <p:spPr>
            <a:xfrm>
              <a:off x="103557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42">
              <a:extLst>
                <a:ext uri="{FF2B5EF4-FFF2-40B4-BE49-F238E27FC236}">
                  <a16:creationId xmlns:a16="http://schemas.microsoft.com/office/drawing/2014/main" id="{D90220D7-32A6-F640-7877-70782C26ECDD}"/>
                </a:ext>
              </a:extLst>
            </p:cNvPr>
            <p:cNvSpPr/>
            <p:nvPr/>
          </p:nvSpPr>
          <p:spPr>
            <a:xfrm>
              <a:off x="103557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42">
              <a:extLst>
                <a:ext uri="{FF2B5EF4-FFF2-40B4-BE49-F238E27FC236}">
                  <a16:creationId xmlns:a16="http://schemas.microsoft.com/office/drawing/2014/main" id="{836467A9-8593-EDC6-0514-0063FE21F01D}"/>
                </a:ext>
              </a:extLst>
            </p:cNvPr>
            <p:cNvSpPr/>
            <p:nvPr/>
          </p:nvSpPr>
          <p:spPr>
            <a:xfrm>
              <a:off x="104319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63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63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42">
              <a:extLst>
                <a:ext uri="{FF2B5EF4-FFF2-40B4-BE49-F238E27FC236}">
                  <a16:creationId xmlns:a16="http://schemas.microsoft.com/office/drawing/2014/main" id="{6F361358-8049-8AB8-DEE0-EB5F08D58081}"/>
                </a:ext>
              </a:extLst>
            </p:cNvPr>
            <p:cNvSpPr/>
            <p:nvPr/>
          </p:nvSpPr>
          <p:spPr>
            <a:xfrm>
              <a:off x="104319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63" y="1"/>
                  </a:moveTo>
                  <a:lnTo>
                    <a:pt x="763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63" y="4333"/>
                  </a:lnTo>
                  <a:lnTo>
                    <a:pt x="763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42">
              <a:extLst>
                <a:ext uri="{FF2B5EF4-FFF2-40B4-BE49-F238E27FC236}">
                  <a16:creationId xmlns:a16="http://schemas.microsoft.com/office/drawing/2014/main" id="{971E4B40-8289-D945-788F-6E741B94CA57}"/>
                </a:ext>
              </a:extLst>
            </p:cNvPr>
            <p:cNvSpPr/>
            <p:nvPr/>
          </p:nvSpPr>
          <p:spPr>
            <a:xfrm>
              <a:off x="1050862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3" y="1"/>
                  </a:moveTo>
                  <a:lnTo>
                    <a:pt x="582" y="21"/>
                  </a:lnTo>
                  <a:lnTo>
                    <a:pt x="442" y="61"/>
                  </a:lnTo>
                  <a:lnTo>
                    <a:pt x="322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2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3" y="4333"/>
                  </a:lnTo>
                  <a:lnTo>
                    <a:pt x="883" y="4313"/>
                  </a:lnTo>
                  <a:lnTo>
                    <a:pt x="1024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5" y="3992"/>
                  </a:lnTo>
                  <a:lnTo>
                    <a:pt x="1425" y="3872"/>
                  </a:lnTo>
                  <a:lnTo>
                    <a:pt x="1465" y="3731"/>
                  </a:lnTo>
                  <a:lnTo>
                    <a:pt x="1485" y="3591"/>
                  </a:lnTo>
                  <a:lnTo>
                    <a:pt x="1485" y="763"/>
                  </a:lnTo>
                  <a:lnTo>
                    <a:pt x="1465" y="603"/>
                  </a:lnTo>
                  <a:lnTo>
                    <a:pt x="1425" y="462"/>
                  </a:lnTo>
                  <a:lnTo>
                    <a:pt x="1365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24" y="61"/>
                  </a:lnTo>
                  <a:lnTo>
                    <a:pt x="883" y="21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42">
              <a:extLst>
                <a:ext uri="{FF2B5EF4-FFF2-40B4-BE49-F238E27FC236}">
                  <a16:creationId xmlns:a16="http://schemas.microsoft.com/office/drawing/2014/main" id="{C78D7A5A-3C7D-61B7-0717-97F4EB3F3827}"/>
                </a:ext>
              </a:extLst>
            </p:cNvPr>
            <p:cNvSpPr/>
            <p:nvPr/>
          </p:nvSpPr>
          <p:spPr>
            <a:xfrm>
              <a:off x="1050862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3" y="1"/>
                  </a:moveTo>
                  <a:lnTo>
                    <a:pt x="743" y="1"/>
                  </a:lnTo>
                  <a:lnTo>
                    <a:pt x="582" y="21"/>
                  </a:lnTo>
                  <a:lnTo>
                    <a:pt x="442" y="61"/>
                  </a:lnTo>
                  <a:lnTo>
                    <a:pt x="322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1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2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3" y="4333"/>
                  </a:lnTo>
                  <a:lnTo>
                    <a:pt x="743" y="4333"/>
                  </a:lnTo>
                  <a:lnTo>
                    <a:pt x="883" y="4313"/>
                  </a:lnTo>
                  <a:lnTo>
                    <a:pt x="1024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5" y="3992"/>
                  </a:lnTo>
                  <a:lnTo>
                    <a:pt x="1425" y="3872"/>
                  </a:lnTo>
                  <a:lnTo>
                    <a:pt x="1465" y="3731"/>
                  </a:lnTo>
                  <a:lnTo>
                    <a:pt x="1485" y="3591"/>
                  </a:lnTo>
                  <a:lnTo>
                    <a:pt x="1485" y="763"/>
                  </a:lnTo>
                  <a:lnTo>
                    <a:pt x="1485" y="763"/>
                  </a:lnTo>
                  <a:lnTo>
                    <a:pt x="1465" y="603"/>
                  </a:lnTo>
                  <a:lnTo>
                    <a:pt x="1425" y="462"/>
                  </a:lnTo>
                  <a:lnTo>
                    <a:pt x="1365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24" y="61"/>
                  </a:lnTo>
                  <a:lnTo>
                    <a:pt x="883" y="21"/>
                  </a:lnTo>
                  <a:lnTo>
                    <a:pt x="7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42">
              <a:extLst>
                <a:ext uri="{FF2B5EF4-FFF2-40B4-BE49-F238E27FC236}">
                  <a16:creationId xmlns:a16="http://schemas.microsoft.com/office/drawing/2014/main" id="{6F833484-2C4C-DEDB-4817-2A7EB8B204A2}"/>
                </a:ext>
              </a:extLst>
            </p:cNvPr>
            <p:cNvSpPr/>
            <p:nvPr/>
          </p:nvSpPr>
          <p:spPr>
            <a:xfrm>
              <a:off x="105848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1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20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42">
              <a:extLst>
                <a:ext uri="{FF2B5EF4-FFF2-40B4-BE49-F238E27FC236}">
                  <a16:creationId xmlns:a16="http://schemas.microsoft.com/office/drawing/2014/main" id="{AEAF7AB1-83AF-03C2-1A3F-C26871FD94C8}"/>
                </a:ext>
              </a:extLst>
            </p:cNvPr>
            <p:cNvSpPr/>
            <p:nvPr/>
          </p:nvSpPr>
          <p:spPr>
            <a:xfrm>
              <a:off x="105848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1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20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42">
              <a:extLst>
                <a:ext uri="{FF2B5EF4-FFF2-40B4-BE49-F238E27FC236}">
                  <a16:creationId xmlns:a16="http://schemas.microsoft.com/office/drawing/2014/main" id="{35F780E6-60BC-E393-2A77-756C96A32B2C}"/>
                </a:ext>
              </a:extLst>
            </p:cNvPr>
            <p:cNvSpPr/>
            <p:nvPr/>
          </p:nvSpPr>
          <p:spPr>
            <a:xfrm>
              <a:off x="106610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8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42">
              <a:extLst>
                <a:ext uri="{FF2B5EF4-FFF2-40B4-BE49-F238E27FC236}">
                  <a16:creationId xmlns:a16="http://schemas.microsoft.com/office/drawing/2014/main" id="{CA3B0BD2-B618-61EE-20D9-C2B46F4D1F2D}"/>
                </a:ext>
              </a:extLst>
            </p:cNvPr>
            <p:cNvSpPr/>
            <p:nvPr/>
          </p:nvSpPr>
          <p:spPr>
            <a:xfrm>
              <a:off x="106610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8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8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42">
              <a:extLst>
                <a:ext uri="{FF2B5EF4-FFF2-40B4-BE49-F238E27FC236}">
                  <a16:creationId xmlns:a16="http://schemas.microsoft.com/office/drawing/2014/main" id="{731F5D0D-4EC5-726D-AF69-8A6F6B53DD55}"/>
                </a:ext>
              </a:extLst>
            </p:cNvPr>
            <p:cNvSpPr/>
            <p:nvPr/>
          </p:nvSpPr>
          <p:spPr>
            <a:xfrm>
              <a:off x="10737250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43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2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2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3" y="4333"/>
                  </a:lnTo>
                  <a:lnTo>
                    <a:pt x="903" y="4313"/>
                  </a:lnTo>
                  <a:lnTo>
                    <a:pt x="1044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5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5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4" y="61"/>
                  </a:lnTo>
                  <a:lnTo>
                    <a:pt x="903" y="21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42">
              <a:extLst>
                <a:ext uri="{FF2B5EF4-FFF2-40B4-BE49-F238E27FC236}">
                  <a16:creationId xmlns:a16="http://schemas.microsoft.com/office/drawing/2014/main" id="{39D1DEA2-DD39-319B-290E-682F95A7562C}"/>
                </a:ext>
              </a:extLst>
            </p:cNvPr>
            <p:cNvSpPr/>
            <p:nvPr/>
          </p:nvSpPr>
          <p:spPr>
            <a:xfrm>
              <a:off x="10737250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43" y="1"/>
                  </a:moveTo>
                  <a:lnTo>
                    <a:pt x="743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2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2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3" y="4333"/>
                  </a:lnTo>
                  <a:lnTo>
                    <a:pt x="743" y="4333"/>
                  </a:lnTo>
                  <a:lnTo>
                    <a:pt x="903" y="4313"/>
                  </a:lnTo>
                  <a:lnTo>
                    <a:pt x="1044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5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5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4" y="61"/>
                  </a:lnTo>
                  <a:lnTo>
                    <a:pt x="903" y="21"/>
                  </a:lnTo>
                  <a:lnTo>
                    <a:pt x="7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42">
              <a:extLst>
                <a:ext uri="{FF2B5EF4-FFF2-40B4-BE49-F238E27FC236}">
                  <a16:creationId xmlns:a16="http://schemas.microsoft.com/office/drawing/2014/main" id="{5399A5E4-6054-8BE9-9471-6BE987855270}"/>
                </a:ext>
              </a:extLst>
            </p:cNvPr>
            <p:cNvSpPr/>
            <p:nvPr/>
          </p:nvSpPr>
          <p:spPr>
            <a:xfrm>
              <a:off x="1081347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62" y="1"/>
                  </a:moveTo>
                  <a:lnTo>
                    <a:pt x="602" y="21"/>
                  </a:lnTo>
                  <a:lnTo>
                    <a:pt x="461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0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62" y="4333"/>
                  </a:lnTo>
                  <a:lnTo>
                    <a:pt x="902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3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3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2" y="21"/>
                  </a:lnTo>
                  <a:lnTo>
                    <a:pt x="76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42">
              <a:extLst>
                <a:ext uri="{FF2B5EF4-FFF2-40B4-BE49-F238E27FC236}">
                  <a16:creationId xmlns:a16="http://schemas.microsoft.com/office/drawing/2014/main" id="{B984814F-7151-6A79-4FB3-F8B223E959D0}"/>
                </a:ext>
              </a:extLst>
            </p:cNvPr>
            <p:cNvSpPr/>
            <p:nvPr/>
          </p:nvSpPr>
          <p:spPr>
            <a:xfrm>
              <a:off x="1081347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62" y="1"/>
                  </a:moveTo>
                  <a:lnTo>
                    <a:pt x="762" y="1"/>
                  </a:lnTo>
                  <a:lnTo>
                    <a:pt x="602" y="21"/>
                  </a:lnTo>
                  <a:lnTo>
                    <a:pt x="461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0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62" y="4333"/>
                  </a:lnTo>
                  <a:lnTo>
                    <a:pt x="762" y="4333"/>
                  </a:lnTo>
                  <a:lnTo>
                    <a:pt x="902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3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3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2" y="21"/>
                  </a:lnTo>
                  <a:lnTo>
                    <a:pt x="7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42">
              <a:extLst>
                <a:ext uri="{FF2B5EF4-FFF2-40B4-BE49-F238E27FC236}">
                  <a16:creationId xmlns:a16="http://schemas.microsoft.com/office/drawing/2014/main" id="{3281B9E2-BF3C-173B-0345-494372962544}"/>
                </a:ext>
              </a:extLst>
            </p:cNvPr>
            <p:cNvSpPr/>
            <p:nvPr/>
          </p:nvSpPr>
          <p:spPr>
            <a:xfrm>
              <a:off x="1089017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582" y="21"/>
                  </a:lnTo>
                  <a:lnTo>
                    <a:pt x="44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42">
              <a:extLst>
                <a:ext uri="{FF2B5EF4-FFF2-40B4-BE49-F238E27FC236}">
                  <a16:creationId xmlns:a16="http://schemas.microsoft.com/office/drawing/2014/main" id="{2503AE96-67B9-95FC-7405-03C909CE69C4}"/>
                </a:ext>
              </a:extLst>
            </p:cNvPr>
            <p:cNvSpPr/>
            <p:nvPr/>
          </p:nvSpPr>
          <p:spPr>
            <a:xfrm>
              <a:off x="1089017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582" y="21"/>
                  </a:lnTo>
                  <a:lnTo>
                    <a:pt x="44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42">
              <a:extLst>
                <a:ext uri="{FF2B5EF4-FFF2-40B4-BE49-F238E27FC236}">
                  <a16:creationId xmlns:a16="http://schemas.microsoft.com/office/drawing/2014/main" id="{0DC732C0-CED5-671A-EC29-B3065E650447}"/>
                </a:ext>
              </a:extLst>
            </p:cNvPr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extrusionOk="0">
                  <a:moveTo>
                    <a:pt x="2988" y="1"/>
                  </a:moveTo>
                  <a:lnTo>
                    <a:pt x="2668" y="21"/>
                  </a:lnTo>
                  <a:lnTo>
                    <a:pt x="2347" y="81"/>
                  </a:lnTo>
                  <a:lnTo>
                    <a:pt x="2046" y="181"/>
                  </a:lnTo>
                  <a:lnTo>
                    <a:pt x="1745" y="302"/>
                  </a:lnTo>
                  <a:lnTo>
                    <a:pt x="1464" y="462"/>
                  </a:lnTo>
                  <a:lnTo>
                    <a:pt x="1224" y="643"/>
                  </a:lnTo>
                  <a:lnTo>
                    <a:pt x="983" y="843"/>
                  </a:lnTo>
                  <a:lnTo>
                    <a:pt x="762" y="1084"/>
                  </a:lnTo>
                  <a:lnTo>
                    <a:pt x="582" y="1325"/>
                  </a:lnTo>
                  <a:lnTo>
                    <a:pt x="401" y="1605"/>
                  </a:lnTo>
                  <a:lnTo>
                    <a:pt x="261" y="1886"/>
                  </a:lnTo>
                  <a:lnTo>
                    <a:pt x="161" y="2187"/>
                  </a:lnTo>
                  <a:lnTo>
                    <a:pt x="80" y="2488"/>
                  </a:lnTo>
                  <a:lnTo>
                    <a:pt x="20" y="2809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41" y="3992"/>
                  </a:lnTo>
                  <a:lnTo>
                    <a:pt x="241" y="4253"/>
                  </a:lnTo>
                  <a:lnTo>
                    <a:pt x="361" y="4513"/>
                  </a:lnTo>
                  <a:lnTo>
                    <a:pt x="502" y="4754"/>
                  </a:lnTo>
                  <a:lnTo>
                    <a:pt x="662" y="4974"/>
                  </a:lnTo>
                  <a:lnTo>
                    <a:pt x="863" y="5195"/>
                  </a:lnTo>
                  <a:lnTo>
                    <a:pt x="1083" y="5396"/>
                  </a:lnTo>
                  <a:lnTo>
                    <a:pt x="1304" y="5576"/>
                  </a:lnTo>
                  <a:lnTo>
                    <a:pt x="1565" y="5716"/>
                  </a:lnTo>
                  <a:lnTo>
                    <a:pt x="1845" y="5857"/>
                  </a:lnTo>
                  <a:lnTo>
                    <a:pt x="2126" y="5977"/>
                  </a:lnTo>
                  <a:lnTo>
                    <a:pt x="2447" y="6057"/>
                  </a:lnTo>
                  <a:lnTo>
                    <a:pt x="2768" y="609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6037" y="3751"/>
                  </a:lnTo>
                  <a:lnTo>
                    <a:pt x="6097" y="3410"/>
                  </a:lnTo>
                  <a:lnTo>
                    <a:pt x="6117" y="3089"/>
                  </a:lnTo>
                  <a:lnTo>
                    <a:pt x="6097" y="2748"/>
                  </a:lnTo>
                  <a:lnTo>
                    <a:pt x="6057" y="2488"/>
                  </a:lnTo>
                  <a:lnTo>
                    <a:pt x="5997" y="2247"/>
                  </a:lnTo>
                  <a:lnTo>
                    <a:pt x="5916" y="1986"/>
                  </a:lnTo>
                  <a:lnTo>
                    <a:pt x="5816" y="1746"/>
                  </a:lnTo>
                  <a:lnTo>
                    <a:pt x="5696" y="1525"/>
                  </a:lnTo>
                  <a:lnTo>
                    <a:pt x="5555" y="1304"/>
                  </a:lnTo>
                  <a:lnTo>
                    <a:pt x="5395" y="1104"/>
                  </a:lnTo>
                  <a:lnTo>
                    <a:pt x="5214" y="903"/>
                  </a:lnTo>
                  <a:lnTo>
                    <a:pt x="5014" y="743"/>
                  </a:lnTo>
                  <a:lnTo>
                    <a:pt x="4813" y="583"/>
                  </a:lnTo>
                  <a:lnTo>
                    <a:pt x="4593" y="422"/>
                  </a:lnTo>
                  <a:lnTo>
                    <a:pt x="4352" y="302"/>
                  </a:lnTo>
                  <a:lnTo>
                    <a:pt x="4091" y="201"/>
                  </a:lnTo>
                  <a:lnTo>
                    <a:pt x="3831" y="121"/>
                  </a:lnTo>
                  <a:lnTo>
                    <a:pt x="3570" y="61"/>
                  </a:lnTo>
                  <a:lnTo>
                    <a:pt x="3289" y="21"/>
                  </a:lnTo>
                  <a:lnTo>
                    <a:pt x="298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42">
              <a:extLst>
                <a:ext uri="{FF2B5EF4-FFF2-40B4-BE49-F238E27FC236}">
                  <a16:creationId xmlns:a16="http://schemas.microsoft.com/office/drawing/2014/main" id="{F9A18F9B-188A-30AB-66D1-D94040BFBEB5}"/>
                </a:ext>
              </a:extLst>
            </p:cNvPr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fill="none" extrusionOk="0">
                  <a:moveTo>
                    <a:pt x="5936" y="4092"/>
                  </a:moveTo>
                  <a:lnTo>
                    <a:pt x="5936" y="4092"/>
                  </a:lnTo>
                  <a:lnTo>
                    <a:pt x="5856" y="4293"/>
                  </a:lnTo>
                  <a:lnTo>
                    <a:pt x="5756" y="4493"/>
                  </a:lnTo>
                  <a:lnTo>
                    <a:pt x="5656" y="4674"/>
                  </a:lnTo>
                  <a:lnTo>
                    <a:pt x="5535" y="4854"/>
                  </a:lnTo>
                  <a:lnTo>
                    <a:pt x="5415" y="5015"/>
                  </a:lnTo>
                  <a:lnTo>
                    <a:pt x="5275" y="5175"/>
                  </a:lnTo>
                  <a:lnTo>
                    <a:pt x="5134" y="5335"/>
                  </a:lnTo>
                  <a:lnTo>
                    <a:pt x="4974" y="5476"/>
                  </a:lnTo>
                  <a:lnTo>
                    <a:pt x="4813" y="5596"/>
                  </a:lnTo>
                  <a:lnTo>
                    <a:pt x="4653" y="5716"/>
                  </a:lnTo>
                  <a:lnTo>
                    <a:pt x="4472" y="5817"/>
                  </a:lnTo>
                  <a:lnTo>
                    <a:pt x="4272" y="5897"/>
                  </a:lnTo>
                  <a:lnTo>
                    <a:pt x="4091" y="5977"/>
                  </a:lnTo>
                  <a:lnTo>
                    <a:pt x="3891" y="6037"/>
                  </a:lnTo>
                  <a:lnTo>
                    <a:pt x="3670" y="6077"/>
                  </a:lnTo>
                  <a:lnTo>
                    <a:pt x="3470" y="6098"/>
                  </a:lnTo>
                  <a:lnTo>
                    <a:pt x="3470" y="6098"/>
                  </a:lnTo>
                  <a:lnTo>
                    <a:pt x="3109" y="6118"/>
                  </a:lnTo>
                  <a:lnTo>
                    <a:pt x="2768" y="6098"/>
                  </a:lnTo>
                  <a:lnTo>
                    <a:pt x="2447" y="6057"/>
                  </a:lnTo>
                  <a:lnTo>
                    <a:pt x="2126" y="5977"/>
                  </a:lnTo>
                  <a:lnTo>
                    <a:pt x="1845" y="5857"/>
                  </a:lnTo>
                  <a:lnTo>
                    <a:pt x="1565" y="5716"/>
                  </a:lnTo>
                  <a:lnTo>
                    <a:pt x="1304" y="5576"/>
                  </a:lnTo>
                  <a:lnTo>
                    <a:pt x="1083" y="5396"/>
                  </a:lnTo>
                  <a:lnTo>
                    <a:pt x="863" y="5195"/>
                  </a:lnTo>
                  <a:lnTo>
                    <a:pt x="662" y="4974"/>
                  </a:lnTo>
                  <a:lnTo>
                    <a:pt x="502" y="4754"/>
                  </a:lnTo>
                  <a:lnTo>
                    <a:pt x="361" y="4513"/>
                  </a:lnTo>
                  <a:lnTo>
                    <a:pt x="241" y="4253"/>
                  </a:lnTo>
                  <a:lnTo>
                    <a:pt x="141" y="3992"/>
                  </a:lnTo>
                  <a:lnTo>
                    <a:pt x="60" y="3731"/>
                  </a:lnTo>
                  <a:lnTo>
                    <a:pt x="20" y="3470"/>
                  </a:lnTo>
                  <a:lnTo>
                    <a:pt x="20" y="3470"/>
                  </a:lnTo>
                  <a:lnTo>
                    <a:pt x="0" y="3150"/>
                  </a:lnTo>
                  <a:lnTo>
                    <a:pt x="20" y="2809"/>
                  </a:lnTo>
                  <a:lnTo>
                    <a:pt x="80" y="2488"/>
                  </a:lnTo>
                  <a:lnTo>
                    <a:pt x="161" y="2187"/>
                  </a:lnTo>
                  <a:lnTo>
                    <a:pt x="261" y="1886"/>
                  </a:lnTo>
                  <a:lnTo>
                    <a:pt x="401" y="1605"/>
                  </a:lnTo>
                  <a:lnTo>
                    <a:pt x="582" y="1325"/>
                  </a:lnTo>
                  <a:lnTo>
                    <a:pt x="762" y="1084"/>
                  </a:lnTo>
                  <a:lnTo>
                    <a:pt x="983" y="843"/>
                  </a:lnTo>
                  <a:lnTo>
                    <a:pt x="1224" y="643"/>
                  </a:lnTo>
                  <a:lnTo>
                    <a:pt x="1464" y="462"/>
                  </a:lnTo>
                  <a:lnTo>
                    <a:pt x="1745" y="302"/>
                  </a:lnTo>
                  <a:lnTo>
                    <a:pt x="2046" y="181"/>
                  </a:lnTo>
                  <a:lnTo>
                    <a:pt x="2347" y="81"/>
                  </a:lnTo>
                  <a:lnTo>
                    <a:pt x="2668" y="21"/>
                  </a:lnTo>
                  <a:lnTo>
                    <a:pt x="2988" y="1"/>
                  </a:lnTo>
                  <a:lnTo>
                    <a:pt x="2988" y="1"/>
                  </a:lnTo>
                  <a:lnTo>
                    <a:pt x="3289" y="21"/>
                  </a:lnTo>
                  <a:lnTo>
                    <a:pt x="3289" y="21"/>
                  </a:lnTo>
                  <a:lnTo>
                    <a:pt x="3570" y="61"/>
                  </a:lnTo>
                  <a:lnTo>
                    <a:pt x="3831" y="121"/>
                  </a:lnTo>
                  <a:lnTo>
                    <a:pt x="4091" y="201"/>
                  </a:lnTo>
                  <a:lnTo>
                    <a:pt x="4352" y="302"/>
                  </a:lnTo>
                  <a:lnTo>
                    <a:pt x="4593" y="422"/>
                  </a:lnTo>
                  <a:lnTo>
                    <a:pt x="4813" y="583"/>
                  </a:lnTo>
                  <a:lnTo>
                    <a:pt x="5014" y="743"/>
                  </a:lnTo>
                  <a:lnTo>
                    <a:pt x="5214" y="903"/>
                  </a:lnTo>
                  <a:lnTo>
                    <a:pt x="5395" y="1104"/>
                  </a:lnTo>
                  <a:lnTo>
                    <a:pt x="5555" y="1304"/>
                  </a:lnTo>
                  <a:lnTo>
                    <a:pt x="5696" y="1525"/>
                  </a:lnTo>
                  <a:lnTo>
                    <a:pt x="5816" y="1746"/>
                  </a:lnTo>
                  <a:lnTo>
                    <a:pt x="5916" y="1986"/>
                  </a:lnTo>
                  <a:lnTo>
                    <a:pt x="5997" y="2247"/>
                  </a:lnTo>
                  <a:lnTo>
                    <a:pt x="6057" y="2488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117" y="3089"/>
                  </a:lnTo>
                  <a:lnTo>
                    <a:pt x="6097" y="3410"/>
                  </a:lnTo>
                  <a:lnTo>
                    <a:pt x="6037" y="3751"/>
                  </a:lnTo>
                  <a:lnTo>
                    <a:pt x="5936" y="409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42">
              <a:extLst>
                <a:ext uri="{FF2B5EF4-FFF2-40B4-BE49-F238E27FC236}">
                  <a16:creationId xmlns:a16="http://schemas.microsoft.com/office/drawing/2014/main" id="{46B96C19-8737-3EC4-C806-553DC2499B19}"/>
                </a:ext>
              </a:extLst>
            </p:cNvPr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extrusionOk="0">
                  <a:moveTo>
                    <a:pt x="2988" y="1"/>
                  </a:moveTo>
                  <a:lnTo>
                    <a:pt x="2688" y="21"/>
                  </a:lnTo>
                  <a:lnTo>
                    <a:pt x="2387" y="81"/>
                  </a:lnTo>
                  <a:lnTo>
                    <a:pt x="2086" y="161"/>
                  </a:lnTo>
                  <a:lnTo>
                    <a:pt x="1825" y="262"/>
                  </a:lnTo>
                  <a:lnTo>
                    <a:pt x="1565" y="402"/>
                  </a:lnTo>
                  <a:lnTo>
                    <a:pt x="1304" y="562"/>
                  </a:lnTo>
                  <a:lnTo>
                    <a:pt x="1083" y="763"/>
                  </a:lnTo>
                  <a:lnTo>
                    <a:pt x="863" y="964"/>
                  </a:lnTo>
                  <a:lnTo>
                    <a:pt x="682" y="1184"/>
                  </a:lnTo>
                  <a:lnTo>
                    <a:pt x="502" y="1425"/>
                  </a:lnTo>
                  <a:lnTo>
                    <a:pt x="361" y="1686"/>
                  </a:lnTo>
                  <a:lnTo>
                    <a:pt x="241" y="1946"/>
                  </a:lnTo>
                  <a:lnTo>
                    <a:pt x="141" y="2247"/>
                  </a:lnTo>
                  <a:lnTo>
                    <a:pt x="60" y="2528"/>
                  </a:lnTo>
                  <a:lnTo>
                    <a:pt x="20" y="2829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21" y="3972"/>
                  </a:lnTo>
                  <a:lnTo>
                    <a:pt x="221" y="4212"/>
                  </a:lnTo>
                  <a:lnTo>
                    <a:pt x="321" y="4453"/>
                  </a:lnTo>
                  <a:lnTo>
                    <a:pt x="462" y="4674"/>
                  </a:lnTo>
                  <a:lnTo>
                    <a:pt x="602" y="4894"/>
                  </a:lnTo>
                  <a:lnTo>
                    <a:pt x="782" y="5095"/>
                  </a:lnTo>
                  <a:lnTo>
                    <a:pt x="963" y="5295"/>
                  </a:lnTo>
                  <a:lnTo>
                    <a:pt x="1183" y="5476"/>
                  </a:lnTo>
                  <a:lnTo>
                    <a:pt x="1404" y="5636"/>
                  </a:lnTo>
                  <a:lnTo>
                    <a:pt x="1665" y="5777"/>
                  </a:lnTo>
                  <a:lnTo>
                    <a:pt x="1925" y="5897"/>
                  </a:lnTo>
                  <a:lnTo>
                    <a:pt x="2186" y="5997"/>
                  </a:lnTo>
                  <a:lnTo>
                    <a:pt x="2487" y="6057"/>
                  </a:lnTo>
                  <a:lnTo>
                    <a:pt x="2788" y="611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6017" y="3831"/>
                  </a:lnTo>
                  <a:lnTo>
                    <a:pt x="6077" y="3571"/>
                  </a:lnTo>
                  <a:lnTo>
                    <a:pt x="6097" y="3310"/>
                  </a:lnTo>
                  <a:lnTo>
                    <a:pt x="6117" y="3049"/>
                  </a:lnTo>
                  <a:lnTo>
                    <a:pt x="6097" y="2748"/>
                  </a:lnTo>
                  <a:lnTo>
                    <a:pt x="6017" y="2949"/>
                  </a:lnTo>
                  <a:lnTo>
                    <a:pt x="5936" y="3150"/>
                  </a:lnTo>
                  <a:lnTo>
                    <a:pt x="5836" y="3330"/>
                  </a:lnTo>
                  <a:lnTo>
                    <a:pt x="5716" y="3510"/>
                  </a:lnTo>
                  <a:lnTo>
                    <a:pt x="5595" y="3671"/>
                  </a:lnTo>
                  <a:lnTo>
                    <a:pt x="5455" y="3831"/>
                  </a:lnTo>
                  <a:lnTo>
                    <a:pt x="5315" y="3992"/>
                  </a:lnTo>
                  <a:lnTo>
                    <a:pt x="5154" y="4112"/>
                  </a:lnTo>
                  <a:lnTo>
                    <a:pt x="4994" y="4232"/>
                  </a:lnTo>
                  <a:lnTo>
                    <a:pt x="4833" y="4353"/>
                  </a:lnTo>
                  <a:lnTo>
                    <a:pt x="4653" y="4453"/>
                  </a:lnTo>
                  <a:lnTo>
                    <a:pt x="4452" y="4533"/>
                  </a:lnTo>
                  <a:lnTo>
                    <a:pt x="4272" y="4593"/>
                  </a:lnTo>
                  <a:lnTo>
                    <a:pt x="4071" y="4634"/>
                  </a:lnTo>
                  <a:lnTo>
                    <a:pt x="3871" y="4654"/>
                  </a:lnTo>
                  <a:lnTo>
                    <a:pt x="3670" y="4674"/>
                  </a:lnTo>
                  <a:lnTo>
                    <a:pt x="3510" y="4674"/>
                  </a:lnTo>
                  <a:lnTo>
                    <a:pt x="3349" y="4654"/>
                  </a:lnTo>
                  <a:lnTo>
                    <a:pt x="3189" y="4613"/>
                  </a:lnTo>
                  <a:lnTo>
                    <a:pt x="3028" y="4573"/>
                  </a:lnTo>
                  <a:lnTo>
                    <a:pt x="2868" y="4513"/>
                  </a:lnTo>
                  <a:lnTo>
                    <a:pt x="2708" y="4453"/>
                  </a:lnTo>
                  <a:lnTo>
                    <a:pt x="2527" y="4353"/>
                  </a:lnTo>
                  <a:lnTo>
                    <a:pt x="2367" y="4253"/>
                  </a:lnTo>
                  <a:lnTo>
                    <a:pt x="2226" y="4152"/>
                  </a:lnTo>
                  <a:lnTo>
                    <a:pt x="2086" y="4032"/>
                  </a:lnTo>
                  <a:lnTo>
                    <a:pt x="1946" y="3892"/>
                  </a:lnTo>
                  <a:lnTo>
                    <a:pt x="1825" y="3751"/>
                  </a:lnTo>
                  <a:lnTo>
                    <a:pt x="1725" y="3611"/>
                  </a:lnTo>
                  <a:lnTo>
                    <a:pt x="1625" y="3450"/>
                  </a:lnTo>
                  <a:lnTo>
                    <a:pt x="1524" y="3270"/>
                  </a:lnTo>
                  <a:lnTo>
                    <a:pt x="1464" y="3109"/>
                  </a:lnTo>
                  <a:lnTo>
                    <a:pt x="1404" y="2929"/>
                  </a:lnTo>
                  <a:lnTo>
                    <a:pt x="1344" y="2748"/>
                  </a:lnTo>
                  <a:lnTo>
                    <a:pt x="1324" y="2568"/>
                  </a:lnTo>
                  <a:lnTo>
                    <a:pt x="1304" y="2387"/>
                  </a:lnTo>
                  <a:lnTo>
                    <a:pt x="1304" y="2187"/>
                  </a:lnTo>
                  <a:lnTo>
                    <a:pt x="1304" y="2006"/>
                  </a:lnTo>
                  <a:lnTo>
                    <a:pt x="1344" y="1826"/>
                  </a:lnTo>
                  <a:lnTo>
                    <a:pt x="1384" y="1645"/>
                  </a:lnTo>
                  <a:lnTo>
                    <a:pt x="1484" y="1345"/>
                  </a:lnTo>
                  <a:lnTo>
                    <a:pt x="1625" y="1084"/>
                  </a:lnTo>
                  <a:lnTo>
                    <a:pt x="1805" y="843"/>
                  </a:lnTo>
                  <a:lnTo>
                    <a:pt x="1986" y="643"/>
                  </a:lnTo>
                  <a:lnTo>
                    <a:pt x="2226" y="442"/>
                  </a:lnTo>
                  <a:lnTo>
                    <a:pt x="2467" y="282"/>
                  </a:lnTo>
                  <a:lnTo>
                    <a:pt x="2708" y="141"/>
                  </a:lnTo>
                  <a:lnTo>
                    <a:pt x="298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42">
              <a:extLst>
                <a:ext uri="{FF2B5EF4-FFF2-40B4-BE49-F238E27FC236}">
                  <a16:creationId xmlns:a16="http://schemas.microsoft.com/office/drawing/2014/main" id="{9AABF984-4CEB-0CF5-A1C7-DE6659E5C796}"/>
                </a:ext>
              </a:extLst>
            </p:cNvPr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fill="none" extrusionOk="0">
                  <a:moveTo>
                    <a:pt x="2988" y="1"/>
                  </a:moveTo>
                  <a:lnTo>
                    <a:pt x="2988" y="1"/>
                  </a:lnTo>
                  <a:lnTo>
                    <a:pt x="2688" y="21"/>
                  </a:lnTo>
                  <a:lnTo>
                    <a:pt x="2387" y="81"/>
                  </a:lnTo>
                  <a:lnTo>
                    <a:pt x="2086" y="161"/>
                  </a:lnTo>
                  <a:lnTo>
                    <a:pt x="1825" y="262"/>
                  </a:lnTo>
                  <a:lnTo>
                    <a:pt x="1565" y="402"/>
                  </a:lnTo>
                  <a:lnTo>
                    <a:pt x="1304" y="562"/>
                  </a:lnTo>
                  <a:lnTo>
                    <a:pt x="1083" y="763"/>
                  </a:lnTo>
                  <a:lnTo>
                    <a:pt x="863" y="964"/>
                  </a:lnTo>
                  <a:lnTo>
                    <a:pt x="682" y="1184"/>
                  </a:lnTo>
                  <a:lnTo>
                    <a:pt x="502" y="1425"/>
                  </a:lnTo>
                  <a:lnTo>
                    <a:pt x="361" y="1686"/>
                  </a:lnTo>
                  <a:lnTo>
                    <a:pt x="241" y="1946"/>
                  </a:lnTo>
                  <a:lnTo>
                    <a:pt x="141" y="2247"/>
                  </a:lnTo>
                  <a:lnTo>
                    <a:pt x="60" y="2528"/>
                  </a:lnTo>
                  <a:lnTo>
                    <a:pt x="20" y="2829"/>
                  </a:lnTo>
                  <a:lnTo>
                    <a:pt x="0" y="3150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21" y="3972"/>
                  </a:lnTo>
                  <a:lnTo>
                    <a:pt x="221" y="4212"/>
                  </a:lnTo>
                  <a:lnTo>
                    <a:pt x="321" y="4453"/>
                  </a:lnTo>
                  <a:lnTo>
                    <a:pt x="462" y="4674"/>
                  </a:lnTo>
                  <a:lnTo>
                    <a:pt x="602" y="4894"/>
                  </a:lnTo>
                  <a:lnTo>
                    <a:pt x="782" y="5095"/>
                  </a:lnTo>
                  <a:lnTo>
                    <a:pt x="963" y="5295"/>
                  </a:lnTo>
                  <a:lnTo>
                    <a:pt x="1183" y="5476"/>
                  </a:lnTo>
                  <a:lnTo>
                    <a:pt x="1404" y="5636"/>
                  </a:lnTo>
                  <a:lnTo>
                    <a:pt x="1665" y="5777"/>
                  </a:lnTo>
                  <a:lnTo>
                    <a:pt x="1925" y="5897"/>
                  </a:lnTo>
                  <a:lnTo>
                    <a:pt x="2186" y="5997"/>
                  </a:lnTo>
                  <a:lnTo>
                    <a:pt x="2487" y="6057"/>
                  </a:lnTo>
                  <a:lnTo>
                    <a:pt x="2788" y="6118"/>
                  </a:lnTo>
                  <a:lnTo>
                    <a:pt x="3109" y="611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5936" y="4092"/>
                  </a:lnTo>
                  <a:lnTo>
                    <a:pt x="6017" y="3831"/>
                  </a:lnTo>
                  <a:lnTo>
                    <a:pt x="6077" y="3571"/>
                  </a:lnTo>
                  <a:lnTo>
                    <a:pt x="6097" y="3310"/>
                  </a:lnTo>
                  <a:lnTo>
                    <a:pt x="6117" y="3049"/>
                  </a:lnTo>
                  <a:lnTo>
                    <a:pt x="6117" y="3049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017" y="2949"/>
                  </a:lnTo>
                  <a:lnTo>
                    <a:pt x="5936" y="3150"/>
                  </a:lnTo>
                  <a:lnTo>
                    <a:pt x="5836" y="3330"/>
                  </a:lnTo>
                  <a:lnTo>
                    <a:pt x="5716" y="3510"/>
                  </a:lnTo>
                  <a:lnTo>
                    <a:pt x="5595" y="3671"/>
                  </a:lnTo>
                  <a:lnTo>
                    <a:pt x="5455" y="3831"/>
                  </a:lnTo>
                  <a:lnTo>
                    <a:pt x="5315" y="3992"/>
                  </a:lnTo>
                  <a:lnTo>
                    <a:pt x="5154" y="4112"/>
                  </a:lnTo>
                  <a:lnTo>
                    <a:pt x="4994" y="4232"/>
                  </a:lnTo>
                  <a:lnTo>
                    <a:pt x="4833" y="4353"/>
                  </a:lnTo>
                  <a:lnTo>
                    <a:pt x="4653" y="4453"/>
                  </a:lnTo>
                  <a:lnTo>
                    <a:pt x="4452" y="4533"/>
                  </a:lnTo>
                  <a:lnTo>
                    <a:pt x="4272" y="4593"/>
                  </a:lnTo>
                  <a:lnTo>
                    <a:pt x="4071" y="4634"/>
                  </a:lnTo>
                  <a:lnTo>
                    <a:pt x="3871" y="4654"/>
                  </a:lnTo>
                  <a:lnTo>
                    <a:pt x="3670" y="4674"/>
                  </a:lnTo>
                  <a:lnTo>
                    <a:pt x="3670" y="4674"/>
                  </a:lnTo>
                  <a:lnTo>
                    <a:pt x="3510" y="4674"/>
                  </a:lnTo>
                  <a:lnTo>
                    <a:pt x="3349" y="4654"/>
                  </a:lnTo>
                  <a:lnTo>
                    <a:pt x="3189" y="4613"/>
                  </a:lnTo>
                  <a:lnTo>
                    <a:pt x="3028" y="4573"/>
                  </a:lnTo>
                  <a:lnTo>
                    <a:pt x="2868" y="4513"/>
                  </a:lnTo>
                  <a:lnTo>
                    <a:pt x="2708" y="4453"/>
                  </a:lnTo>
                  <a:lnTo>
                    <a:pt x="2527" y="4353"/>
                  </a:lnTo>
                  <a:lnTo>
                    <a:pt x="2367" y="4253"/>
                  </a:lnTo>
                  <a:lnTo>
                    <a:pt x="2367" y="4253"/>
                  </a:lnTo>
                  <a:lnTo>
                    <a:pt x="2226" y="4152"/>
                  </a:lnTo>
                  <a:lnTo>
                    <a:pt x="2086" y="4032"/>
                  </a:lnTo>
                  <a:lnTo>
                    <a:pt x="1946" y="3892"/>
                  </a:lnTo>
                  <a:lnTo>
                    <a:pt x="1825" y="3751"/>
                  </a:lnTo>
                  <a:lnTo>
                    <a:pt x="1725" y="3611"/>
                  </a:lnTo>
                  <a:lnTo>
                    <a:pt x="1625" y="3450"/>
                  </a:lnTo>
                  <a:lnTo>
                    <a:pt x="1524" y="3270"/>
                  </a:lnTo>
                  <a:lnTo>
                    <a:pt x="1464" y="3109"/>
                  </a:lnTo>
                  <a:lnTo>
                    <a:pt x="1404" y="2929"/>
                  </a:lnTo>
                  <a:lnTo>
                    <a:pt x="1344" y="2748"/>
                  </a:lnTo>
                  <a:lnTo>
                    <a:pt x="1324" y="2568"/>
                  </a:lnTo>
                  <a:lnTo>
                    <a:pt x="1304" y="2387"/>
                  </a:lnTo>
                  <a:lnTo>
                    <a:pt x="1304" y="2187"/>
                  </a:lnTo>
                  <a:lnTo>
                    <a:pt x="1304" y="2006"/>
                  </a:lnTo>
                  <a:lnTo>
                    <a:pt x="1344" y="1826"/>
                  </a:lnTo>
                  <a:lnTo>
                    <a:pt x="1384" y="1645"/>
                  </a:lnTo>
                  <a:lnTo>
                    <a:pt x="1384" y="1645"/>
                  </a:lnTo>
                  <a:lnTo>
                    <a:pt x="1484" y="1345"/>
                  </a:lnTo>
                  <a:lnTo>
                    <a:pt x="1625" y="1084"/>
                  </a:lnTo>
                  <a:lnTo>
                    <a:pt x="1805" y="843"/>
                  </a:lnTo>
                  <a:lnTo>
                    <a:pt x="1986" y="643"/>
                  </a:lnTo>
                  <a:lnTo>
                    <a:pt x="2226" y="442"/>
                  </a:lnTo>
                  <a:lnTo>
                    <a:pt x="2467" y="282"/>
                  </a:lnTo>
                  <a:lnTo>
                    <a:pt x="2708" y="141"/>
                  </a:lnTo>
                  <a:lnTo>
                    <a:pt x="298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42">
              <a:extLst>
                <a:ext uri="{FF2B5EF4-FFF2-40B4-BE49-F238E27FC236}">
                  <a16:creationId xmlns:a16="http://schemas.microsoft.com/office/drawing/2014/main" id="{FFA25029-2E6A-0EDB-5F4F-F714FAB25152}"/>
                </a:ext>
              </a:extLst>
            </p:cNvPr>
            <p:cNvSpPr/>
            <p:nvPr/>
          </p:nvSpPr>
          <p:spPr>
            <a:xfrm>
              <a:off x="10460000" y="3355563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82" y="1"/>
                  </a:moveTo>
                  <a:lnTo>
                    <a:pt x="281" y="21"/>
                  </a:lnTo>
                  <a:lnTo>
                    <a:pt x="221" y="41"/>
                  </a:lnTo>
                  <a:lnTo>
                    <a:pt x="161" y="81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2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3"/>
                  </a:lnTo>
                  <a:lnTo>
                    <a:pt x="161" y="703"/>
                  </a:lnTo>
                  <a:lnTo>
                    <a:pt x="221" y="743"/>
                  </a:lnTo>
                  <a:lnTo>
                    <a:pt x="281" y="763"/>
                  </a:lnTo>
                  <a:lnTo>
                    <a:pt x="462" y="763"/>
                  </a:lnTo>
                  <a:lnTo>
                    <a:pt x="542" y="743"/>
                  </a:lnTo>
                  <a:lnTo>
                    <a:pt x="602" y="703"/>
                  </a:lnTo>
                  <a:lnTo>
                    <a:pt x="662" y="643"/>
                  </a:lnTo>
                  <a:lnTo>
                    <a:pt x="702" y="582"/>
                  </a:lnTo>
                  <a:lnTo>
                    <a:pt x="723" y="522"/>
                  </a:lnTo>
                  <a:lnTo>
                    <a:pt x="743" y="382"/>
                  </a:lnTo>
                  <a:lnTo>
                    <a:pt x="723" y="241"/>
                  </a:lnTo>
                  <a:lnTo>
                    <a:pt x="702" y="181"/>
                  </a:lnTo>
                  <a:lnTo>
                    <a:pt x="662" y="121"/>
                  </a:lnTo>
                  <a:lnTo>
                    <a:pt x="602" y="81"/>
                  </a:lnTo>
                  <a:lnTo>
                    <a:pt x="542" y="41"/>
                  </a:lnTo>
                  <a:lnTo>
                    <a:pt x="462" y="21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42">
              <a:extLst>
                <a:ext uri="{FF2B5EF4-FFF2-40B4-BE49-F238E27FC236}">
                  <a16:creationId xmlns:a16="http://schemas.microsoft.com/office/drawing/2014/main" id="{7814AE4C-ADD5-E495-E004-5081FE8F6C0D}"/>
                </a:ext>
              </a:extLst>
            </p:cNvPr>
            <p:cNvSpPr/>
            <p:nvPr/>
          </p:nvSpPr>
          <p:spPr>
            <a:xfrm>
              <a:off x="106144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extrusionOk="0">
                  <a:moveTo>
                    <a:pt x="1083" y="0"/>
                  </a:move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215" y="1304"/>
                  </a:lnTo>
                  <a:lnTo>
                    <a:pt x="5215" y="1183"/>
                  </a:lnTo>
                  <a:lnTo>
                    <a:pt x="5215" y="1063"/>
                  </a:lnTo>
                  <a:lnTo>
                    <a:pt x="5194" y="943"/>
                  </a:lnTo>
                  <a:lnTo>
                    <a:pt x="5114" y="722"/>
                  </a:lnTo>
                  <a:lnTo>
                    <a:pt x="5014" y="521"/>
                  </a:lnTo>
                  <a:lnTo>
                    <a:pt x="4874" y="341"/>
                  </a:lnTo>
                  <a:lnTo>
                    <a:pt x="4693" y="201"/>
                  </a:lnTo>
                  <a:lnTo>
                    <a:pt x="4493" y="80"/>
                  </a:lnTo>
                  <a:lnTo>
                    <a:pt x="4272" y="20"/>
                  </a:lnTo>
                  <a:lnTo>
                    <a:pt x="41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42">
              <a:extLst>
                <a:ext uri="{FF2B5EF4-FFF2-40B4-BE49-F238E27FC236}">
                  <a16:creationId xmlns:a16="http://schemas.microsoft.com/office/drawing/2014/main" id="{6206AB63-1248-2DCD-937E-C52BCF64DAEC}"/>
                </a:ext>
              </a:extLst>
            </p:cNvPr>
            <p:cNvSpPr/>
            <p:nvPr/>
          </p:nvSpPr>
          <p:spPr>
            <a:xfrm>
              <a:off x="106144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fill="none" extrusionOk="0">
                  <a:moveTo>
                    <a:pt x="5215" y="1183"/>
                  </a:moveTo>
                  <a:lnTo>
                    <a:pt x="5215" y="1183"/>
                  </a:lnTo>
                  <a:lnTo>
                    <a:pt x="5215" y="130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5134" y="1584"/>
                  </a:lnTo>
                  <a:lnTo>
                    <a:pt x="5074" y="1745"/>
                  </a:lnTo>
                  <a:lnTo>
                    <a:pt x="4974" y="1885"/>
                  </a:lnTo>
                  <a:lnTo>
                    <a:pt x="4874" y="2026"/>
                  </a:lnTo>
                  <a:lnTo>
                    <a:pt x="4874" y="2026"/>
                  </a:lnTo>
                  <a:lnTo>
                    <a:pt x="4693" y="2166"/>
                  </a:lnTo>
                  <a:lnTo>
                    <a:pt x="4493" y="2286"/>
                  </a:lnTo>
                  <a:lnTo>
                    <a:pt x="4272" y="2346"/>
                  </a:lnTo>
                  <a:lnTo>
                    <a:pt x="4152" y="2367"/>
                  </a:lnTo>
                  <a:lnTo>
                    <a:pt x="4031" y="2367"/>
                  </a:lnTo>
                  <a:lnTo>
                    <a:pt x="1204" y="2367"/>
                  </a:lnTo>
                  <a:lnTo>
                    <a:pt x="1204" y="2367"/>
                  </a:lnTo>
                  <a:lnTo>
                    <a:pt x="1083" y="2367"/>
                  </a:lnTo>
                  <a:lnTo>
                    <a:pt x="963" y="2346"/>
                  </a:lnTo>
                  <a:lnTo>
                    <a:pt x="742" y="2286"/>
                  </a:lnTo>
                  <a:lnTo>
                    <a:pt x="522" y="2166"/>
                  </a:lnTo>
                  <a:lnTo>
                    <a:pt x="361" y="2026"/>
                  </a:lnTo>
                  <a:lnTo>
                    <a:pt x="201" y="1845"/>
                  </a:lnTo>
                  <a:lnTo>
                    <a:pt x="101" y="1645"/>
                  </a:lnTo>
                  <a:lnTo>
                    <a:pt x="40" y="1424"/>
                  </a:lnTo>
                  <a:lnTo>
                    <a:pt x="20" y="1304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20" y="1063"/>
                  </a:lnTo>
                  <a:lnTo>
                    <a:pt x="40" y="943"/>
                  </a:lnTo>
                  <a:lnTo>
                    <a:pt x="101" y="722"/>
                  </a:lnTo>
                  <a:lnTo>
                    <a:pt x="221" y="52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542" y="201"/>
                  </a:lnTo>
                  <a:lnTo>
                    <a:pt x="742" y="80"/>
                  </a:lnTo>
                  <a:lnTo>
                    <a:pt x="963" y="20"/>
                  </a:lnTo>
                  <a:lnTo>
                    <a:pt x="1083" y="0"/>
                  </a:lnTo>
                  <a:lnTo>
                    <a:pt x="1204" y="0"/>
                  </a:lnTo>
                  <a:lnTo>
                    <a:pt x="4031" y="0"/>
                  </a:lnTo>
                  <a:lnTo>
                    <a:pt x="4031" y="0"/>
                  </a:lnTo>
                  <a:lnTo>
                    <a:pt x="4152" y="0"/>
                  </a:lnTo>
                  <a:lnTo>
                    <a:pt x="4272" y="20"/>
                  </a:lnTo>
                  <a:lnTo>
                    <a:pt x="4493" y="80"/>
                  </a:lnTo>
                  <a:lnTo>
                    <a:pt x="4693" y="201"/>
                  </a:lnTo>
                  <a:lnTo>
                    <a:pt x="4874" y="341"/>
                  </a:lnTo>
                  <a:lnTo>
                    <a:pt x="5014" y="521"/>
                  </a:lnTo>
                  <a:lnTo>
                    <a:pt x="5114" y="722"/>
                  </a:lnTo>
                  <a:lnTo>
                    <a:pt x="5194" y="943"/>
                  </a:lnTo>
                  <a:lnTo>
                    <a:pt x="5215" y="1063"/>
                  </a:lnTo>
                  <a:lnTo>
                    <a:pt x="5215" y="11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42">
              <a:extLst>
                <a:ext uri="{FF2B5EF4-FFF2-40B4-BE49-F238E27FC236}">
                  <a16:creationId xmlns:a16="http://schemas.microsoft.com/office/drawing/2014/main" id="{ECA576E1-5176-9039-3938-26E411EBC0C8}"/>
                </a:ext>
              </a:extLst>
            </p:cNvPr>
            <p:cNvSpPr/>
            <p:nvPr/>
          </p:nvSpPr>
          <p:spPr>
            <a:xfrm>
              <a:off x="106144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extrusionOk="0">
                  <a:moveTo>
                    <a:pt x="1083" y="0"/>
                  </a:move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72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8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4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42">
              <a:extLst>
                <a:ext uri="{FF2B5EF4-FFF2-40B4-BE49-F238E27FC236}">
                  <a16:creationId xmlns:a16="http://schemas.microsoft.com/office/drawing/2014/main" id="{27C26ECD-3E9A-88E3-EC0A-DDE9CDA7C9B0}"/>
                </a:ext>
              </a:extLst>
            </p:cNvPr>
            <p:cNvSpPr/>
            <p:nvPr/>
          </p:nvSpPr>
          <p:spPr>
            <a:xfrm>
              <a:off x="106144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fill="none" extrusionOk="0">
                  <a:moveTo>
                    <a:pt x="1525" y="0"/>
                  </a:moveTo>
                  <a:lnTo>
                    <a:pt x="1204" y="0"/>
                  </a:lnTo>
                  <a:lnTo>
                    <a:pt x="1204" y="0"/>
                  </a:lnTo>
                  <a:lnTo>
                    <a:pt x="1083" y="0"/>
                  </a:ln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1204" y="2367"/>
                  </a:lnTo>
                  <a:lnTo>
                    <a:pt x="4031" y="2367"/>
                  </a:lnTo>
                  <a:lnTo>
                    <a:pt x="4031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865" y="1424"/>
                  </a:lnTo>
                  <a:lnTo>
                    <a:pt x="172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8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4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42">
              <a:extLst>
                <a:ext uri="{FF2B5EF4-FFF2-40B4-BE49-F238E27FC236}">
                  <a16:creationId xmlns:a16="http://schemas.microsoft.com/office/drawing/2014/main" id="{F0D51CAB-7786-E7DB-C6D1-70B84F9576BB}"/>
                </a:ext>
              </a:extLst>
            </p:cNvPr>
            <p:cNvSpPr/>
            <p:nvPr/>
          </p:nvSpPr>
          <p:spPr>
            <a:xfrm>
              <a:off x="10711675" y="3387163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62" y="0"/>
                  </a:moveTo>
                  <a:lnTo>
                    <a:pt x="282" y="20"/>
                  </a:lnTo>
                  <a:lnTo>
                    <a:pt x="222" y="40"/>
                  </a:lnTo>
                  <a:lnTo>
                    <a:pt x="141" y="80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1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2"/>
                  </a:lnTo>
                  <a:lnTo>
                    <a:pt x="141" y="682"/>
                  </a:lnTo>
                  <a:lnTo>
                    <a:pt x="222" y="722"/>
                  </a:lnTo>
                  <a:lnTo>
                    <a:pt x="282" y="742"/>
                  </a:lnTo>
                  <a:lnTo>
                    <a:pt x="362" y="762"/>
                  </a:lnTo>
                  <a:lnTo>
                    <a:pt x="462" y="742"/>
                  </a:lnTo>
                  <a:lnTo>
                    <a:pt x="522" y="722"/>
                  </a:lnTo>
                  <a:lnTo>
                    <a:pt x="583" y="682"/>
                  </a:lnTo>
                  <a:lnTo>
                    <a:pt x="643" y="642"/>
                  </a:lnTo>
                  <a:lnTo>
                    <a:pt x="683" y="582"/>
                  </a:lnTo>
                  <a:lnTo>
                    <a:pt x="703" y="522"/>
                  </a:lnTo>
                  <a:lnTo>
                    <a:pt x="743" y="381"/>
                  </a:lnTo>
                  <a:lnTo>
                    <a:pt x="703" y="241"/>
                  </a:lnTo>
                  <a:lnTo>
                    <a:pt x="683" y="181"/>
                  </a:lnTo>
                  <a:lnTo>
                    <a:pt x="643" y="121"/>
                  </a:lnTo>
                  <a:lnTo>
                    <a:pt x="583" y="80"/>
                  </a:lnTo>
                  <a:lnTo>
                    <a:pt x="522" y="40"/>
                  </a:lnTo>
                  <a:lnTo>
                    <a:pt x="462" y="2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42">
              <a:extLst>
                <a:ext uri="{FF2B5EF4-FFF2-40B4-BE49-F238E27FC236}">
                  <a16:creationId xmlns:a16="http://schemas.microsoft.com/office/drawing/2014/main" id="{D8F1468E-4EF6-5C11-C6AC-5F39198FE29B}"/>
                </a:ext>
              </a:extLst>
            </p:cNvPr>
            <p:cNvSpPr/>
            <p:nvPr/>
          </p:nvSpPr>
          <p:spPr>
            <a:xfrm>
              <a:off x="107969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extrusionOk="0">
                  <a:moveTo>
                    <a:pt x="1063" y="0"/>
                  </a:move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214" y="1304"/>
                  </a:lnTo>
                  <a:lnTo>
                    <a:pt x="5214" y="1183"/>
                  </a:lnTo>
                  <a:lnTo>
                    <a:pt x="5214" y="1063"/>
                  </a:lnTo>
                  <a:lnTo>
                    <a:pt x="5194" y="943"/>
                  </a:lnTo>
                  <a:lnTo>
                    <a:pt x="5114" y="722"/>
                  </a:lnTo>
                  <a:lnTo>
                    <a:pt x="5014" y="521"/>
                  </a:lnTo>
                  <a:lnTo>
                    <a:pt x="4873" y="341"/>
                  </a:lnTo>
                  <a:lnTo>
                    <a:pt x="4693" y="201"/>
                  </a:lnTo>
                  <a:lnTo>
                    <a:pt x="4492" y="80"/>
                  </a:lnTo>
                  <a:lnTo>
                    <a:pt x="4272" y="20"/>
                  </a:lnTo>
                  <a:lnTo>
                    <a:pt x="41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42">
              <a:extLst>
                <a:ext uri="{FF2B5EF4-FFF2-40B4-BE49-F238E27FC236}">
                  <a16:creationId xmlns:a16="http://schemas.microsoft.com/office/drawing/2014/main" id="{41AA455D-1834-63BD-20B3-93972DABF613}"/>
                </a:ext>
              </a:extLst>
            </p:cNvPr>
            <p:cNvSpPr/>
            <p:nvPr/>
          </p:nvSpPr>
          <p:spPr>
            <a:xfrm>
              <a:off x="107969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fill="none" extrusionOk="0">
                  <a:moveTo>
                    <a:pt x="5214" y="1183"/>
                  </a:moveTo>
                  <a:lnTo>
                    <a:pt x="5214" y="1183"/>
                  </a:lnTo>
                  <a:lnTo>
                    <a:pt x="5214" y="130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5134" y="1584"/>
                  </a:lnTo>
                  <a:lnTo>
                    <a:pt x="5074" y="1745"/>
                  </a:lnTo>
                  <a:lnTo>
                    <a:pt x="4974" y="1885"/>
                  </a:lnTo>
                  <a:lnTo>
                    <a:pt x="4853" y="2026"/>
                  </a:lnTo>
                  <a:lnTo>
                    <a:pt x="4853" y="2026"/>
                  </a:lnTo>
                  <a:lnTo>
                    <a:pt x="4693" y="2166"/>
                  </a:lnTo>
                  <a:lnTo>
                    <a:pt x="4492" y="2286"/>
                  </a:lnTo>
                  <a:lnTo>
                    <a:pt x="4272" y="2346"/>
                  </a:lnTo>
                  <a:lnTo>
                    <a:pt x="4151" y="2367"/>
                  </a:lnTo>
                  <a:lnTo>
                    <a:pt x="4031" y="2367"/>
                  </a:lnTo>
                  <a:lnTo>
                    <a:pt x="1203" y="2367"/>
                  </a:lnTo>
                  <a:lnTo>
                    <a:pt x="1203" y="2367"/>
                  </a:lnTo>
                  <a:lnTo>
                    <a:pt x="1063" y="2367"/>
                  </a:lnTo>
                  <a:lnTo>
                    <a:pt x="963" y="2346"/>
                  </a:lnTo>
                  <a:lnTo>
                    <a:pt x="722" y="2286"/>
                  </a:lnTo>
                  <a:lnTo>
                    <a:pt x="522" y="2166"/>
                  </a:lnTo>
                  <a:lnTo>
                    <a:pt x="361" y="2026"/>
                  </a:lnTo>
                  <a:lnTo>
                    <a:pt x="201" y="1845"/>
                  </a:lnTo>
                  <a:lnTo>
                    <a:pt x="100" y="1645"/>
                  </a:lnTo>
                  <a:lnTo>
                    <a:pt x="20" y="1424"/>
                  </a:lnTo>
                  <a:lnTo>
                    <a:pt x="0" y="1304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0" y="1063"/>
                  </a:lnTo>
                  <a:lnTo>
                    <a:pt x="20" y="943"/>
                  </a:lnTo>
                  <a:lnTo>
                    <a:pt x="100" y="722"/>
                  </a:lnTo>
                  <a:lnTo>
                    <a:pt x="201" y="52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522" y="201"/>
                  </a:lnTo>
                  <a:lnTo>
                    <a:pt x="722" y="80"/>
                  </a:lnTo>
                  <a:lnTo>
                    <a:pt x="963" y="20"/>
                  </a:lnTo>
                  <a:lnTo>
                    <a:pt x="1063" y="0"/>
                  </a:lnTo>
                  <a:lnTo>
                    <a:pt x="1203" y="0"/>
                  </a:lnTo>
                  <a:lnTo>
                    <a:pt x="4031" y="0"/>
                  </a:lnTo>
                  <a:lnTo>
                    <a:pt x="4031" y="0"/>
                  </a:lnTo>
                  <a:lnTo>
                    <a:pt x="4151" y="0"/>
                  </a:lnTo>
                  <a:lnTo>
                    <a:pt x="4272" y="20"/>
                  </a:lnTo>
                  <a:lnTo>
                    <a:pt x="4492" y="80"/>
                  </a:lnTo>
                  <a:lnTo>
                    <a:pt x="4693" y="201"/>
                  </a:lnTo>
                  <a:lnTo>
                    <a:pt x="4873" y="341"/>
                  </a:lnTo>
                  <a:lnTo>
                    <a:pt x="5014" y="521"/>
                  </a:lnTo>
                  <a:lnTo>
                    <a:pt x="5114" y="722"/>
                  </a:lnTo>
                  <a:lnTo>
                    <a:pt x="5194" y="943"/>
                  </a:lnTo>
                  <a:lnTo>
                    <a:pt x="5214" y="1063"/>
                  </a:lnTo>
                  <a:lnTo>
                    <a:pt x="5214" y="11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42">
              <a:extLst>
                <a:ext uri="{FF2B5EF4-FFF2-40B4-BE49-F238E27FC236}">
                  <a16:creationId xmlns:a16="http://schemas.microsoft.com/office/drawing/2014/main" id="{1350EFCD-E939-FAA0-4BE9-2BB8DF18B3F5}"/>
                </a:ext>
              </a:extLst>
            </p:cNvPr>
            <p:cNvSpPr/>
            <p:nvPr/>
          </p:nvSpPr>
          <p:spPr>
            <a:xfrm>
              <a:off x="107969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extrusionOk="0">
                  <a:moveTo>
                    <a:pt x="1063" y="0"/>
                  </a:move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70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6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2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4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42">
              <a:extLst>
                <a:ext uri="{FF2B5EF4-FFF2-40B4-BE49-F238E27FC236}">
                  <a16:creationId xmlns:a16="http://schemas.microsoft.com/office/drawing/2014/main" id="{73E5FC98-7096-AF87-859D-345CE5C54244}"/>
                </a:ext>
              </a:extLst>
            </p:cNvPr>
            <p:cNvSpPr/>
            <p:nvPr/>
          </p:nvSpPr>
          <p:spPr>
            <a:xfrm>
              <a:off x="107969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fill="none" extrusionOk="0">
                  <a:moveTo>
                    <a:pt x="1524" y="0"/>
                  </a:moveTo>
                  <a:lnTo>
                    <a:pt x="1203" y="0"/>
                  </a:lnTo>
                  <a:lnTo>
                    <a:pt x="1203" y="0"/>
                  </a:lnTo>
                  <a:lnTo>
                    <a:pt x="1063" y="0"/>
                  </a:ln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1203" y="2367"/>
                  </a:lnTo>
                  <a:lnTo>
                    <a:pt x="4031" y="2367"/>
                  </a:lnTo>
                  <a:lnTo>
                    <a:pt x="4031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865" y="1424"/>
                  </a:lnTo>
                  <a:lnTo>
                    <a:pt x="170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6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2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42">
              <a:extLst>
                <a:ext uri="{FF2B5EF4-FFF2-40B4-BE49-F238E27FC236}">
                  <a16:creationId xmlns:a16="http://schemas.microsoft.com/office/drawing/2014/main" id="{12BE51AA-5E95-3E34-0055-8CFF76F5DB13}"/>
                </a:ext>
              </a:extLst>
            </p:cNvPr>
            <p:cNvSpPr/>
            <p:nvPr/>
          </p:nvSpPr>
          <p:spPr>
            <a:xfrm>
              <a:off x="10894175" y="3387163"/>
              <a:ext cx="18075" cy="19075"/>
            </a:xfrm>
            <a:custGeom>
              <a:avLst/>
              <a:gdLst/>
              <a:ahLst/>
              <a:cxnLst/>
              <a:rect l="l" t="t" r="r" b="b"/>
              <a:pathLst>
                <a:path w="723" h="763" extrusionOk="0">
                  <a:moveTo>
                    <a:pt x="362" y="0"/>
                  </a:moveTo>
                  <a:lnTo>
                    <a:pt x="282" y="20"/>
                  </a:lnTo>
                  <a:lnTo>
                    <a:pt x="201" y="40"/>
                  </a:lnTo>
                  <a:lnTo>
                    <a:pt x="141" y="80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1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2"/>
                  </a:lnTo>
                  <a:lnTo>
                    <a:pt x="141" y="682"/>
                  </a:lnTo>
                  <a:lnTo>
                    <a:pt x="201" y="722"/>
                  </a:lnTo>
                  <a:lnTo>
                    <a:pt x="282" y="742"/>
                  </a:lnTo>
                  <a:lnTo>
                    <a:pt x="362" y="762"/>
                  </a:lnTo>
                  <a:lnTo>
                    <a:pt x="442" y="742"/>
                  </a:lnTo>
                  <a:lnTo>
                    <a:pt x="522" y="722"/>
                  </a:lnTo>
                  <a:lnTo>
                    <a:pt x="582" y="682"/>
                  </a:lnTo>
                  <a:lnTo>
                    <a:pt x="643" y="642"/>
                  </a:lnTo>
                  <a:lnTo>
                    <a:pt x="683" y="582"/>
                  </a:lnTo>
                  <a:lnTo>
                    <a:pt x="703" y="522"/>
                  </a:lnTo>
                  <a:lnTo>
                    <a:pt x="723" y="381"/>
                  </a:lnTo>
                  <a:lnTo>
                    <a:pt x="703" y="241"/>
                  </a:lnTo>
                  <a:lnTo>
                    <a:pt x="683" y="181"/>
                  </a:lnTo>
                  <a:lnTo>
                    <a:pt x="643" y="121"/>
                  </a:lnTo>
                  <a:lnTo>
                    <a:pt x="582" y="80"/>
                  </a:lnTo>
                  <a:lnTo>
                    <a:pt x="522" y="40"/>
                  </a:lnTo>
                  <a:lnTo>
                    <a:pt x="442" y="2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42">
              <a:extLst>
                <a:ext uri="{FF2B5EF4-FFF2-40B4-BE49-F238E27FC236}">
                  <a16:creationId xmlns:a16="http://schemas.microsoft.com/office/drawing/2014/main" id="{F573B13D-96DD-6E95-A3C6-5F3CDFF80EEF}"/>
                </a:ext>
              </a:extLst>
            </p:cNvPr>
            <p:cNvSpPr/>
            <p:nvPr/>
          </p:nvSpPr>
          <p:spPr>
            <a:xfrm>
              <a:off x="10137625" y="3130463"/>
              <a:ext cx="985200" cy="699925"/>
            </a:xfrm>
            <a:custGeom>
              <a:avLst/>
              <a:gdLst/>
              <a:ahLst/>
              <a:cxnLst/>
              <a:rect l="l" t="t" r="r" b="b"/>
              <a:pathLst>
                <a:path w="39408" h="27997" extrusionOk="0">
                  <a:moveTo>
                    <a:pt x="7681" y="0"/>
                  </a:moveTo>
                  <a:lnTo>
                    <a:pt x="7341" y="20"/>
                  </a:lnTo>
                  <a:lnTo>
                    <a:pt x="7000" y="81"/>
                  </a:lnTo>
                  <a:lnTo>
                    <a:pt x="6659" y="121"/>
                  </a:lnTo>
                  <a:lnTo>
                    <a:pt x="6338" y="201"/>
                  </a:lnTo>
                  <a:lnTo>
                    <a:pt x="6017" y="281"/>
                  </a:lnTo>
                  <a:lnTo>
                    <a:pt x="5696" y="381"/>
                  </a:lnTo>
                  <a:lnTo>
                    <a:pt x="5395" y="482"/>
                  </a:lnTo>
                  <a:lnTo>
                    <a:pt x="5094" y="602"/>
                  </a:lnTo>
                  <a:lnTo>
                    <a:pt x="4794" y="742"/>
                  </a:lnTo>
                  <a:lnTo>
                    <a:pt x="4493" y="883"/>
                  </a:lnTo>
                  <a:lnTo>
                    <a:pt x="4212" y="1043"/>
                  </a:lnTo>
                  <a:lnTo>
                    <a:pt x="3931" y="1204"/>
                  </a:lnTo>
                  <a:lnTo>
                    <a:pt x="3650" y="1364"/>
                  </a:lnTo>
                  <a:lnTo>
                    <a:pt x="3390" y="1565"/>
                  </a:lnTo>
                  <a:lnTo>
                    <a:pt x="3129" y="1745"/>
                  </a:lnTo>
                  <a:lnTo>
                    <a:pt x="2888" y="1966"/>
                  </a:lnTo>
                  <a:lnTo>
                    <a:pt x="2648" y="2166"/>
                  </a:lnTo>
                  <a:lnTo>
                    <a:pt x="2407" y="2407"/>
                  </a:lnTo>
                  <a:lnTo>
                    <a:pt x="2186" y="2627"/>
                  </a:lnTo>
                  <a:lnTo>
                    <a:pt x="1986" y="2868"/>
                  </a:lnTo>
                  <a:lnTo>
                    <a:pt x="1765" y="3129"/>
                  </a:lnTo>
                  <a:lnTo>
                    <a:pt x="1585" y="3369"/>
                  </a:lnTo>
                  <a:lnTo>
                    <a:pt x="1384" y="3650"/>
                  </a:lnTo>
                  <a:lnTo>
                    <a:pt x="1224" y="3911"/>
                  </a:lnTo>
                  <a:lnTo>
                    <a:pt x="1063" y="4192"/>
                  </a:lnTo>
                  <a:lnTo>
                    <a:pt x="903" y="4493"/>
                  </a:lnTo>
                  <a:lnTo>
                    <a:pt x="763" y="4773"/>
                  </a:lnTo>
                  <a:lnTo>
                    <a:pt x="622" y="5074"/>
                  </a:lnTo>
                  <a:lnTo>
                    <a:pt x="502" y="5375"/>
                  </a:lnTo>
                  <a:lnTo>
                    <a:pt x="402" y="5696"/>
                  </a:lnTo>
                  <a:lnTo>
                    <a:pt x="301" y="6017"/>
                  </a:lnTo>
                  <a:lnTo>
                    <a:pt x="221" y="6338"/>
                  </a:lnTo>
                  <a:lnTo>
                    <a:pt x="121" y="6799"/>
                  </a:lnTo>
                  <a:lnTo>
                    <a:pt x="61" y="7260"/>
                  </a:lnTo>
                  <a:lnTo>
                    <a:pt x="21" y="7741"/>
                  </a:lnTo>
                  <a:lnTo>
                    <a:pt x="1" y="8223"/>
                  </a:lnTo>
                  <a:lnTo>
                    <a:pt x="1" y="19754"/>
                  </a:lnTo>
                  <a:lnTo>
                    <a:pt x="21" y="20175"/>
                  </a:lnTo>
                  <a:lnTo>
                    <a:pt x="41" y="20596"/>
                  </a:lnTo>
                  <a:lnTo>
                    <a:pt x="101" y="21017"/>
                  </a:lnTo>
                  <a:lnTo>
                    <a:pt x="181" y="21419"/>
                  </a:lnTo>
                  <a:lnTo>
                    <a:pt x="261" y="21820"/>
                  </a:lnTo>
                  <a:lnTo>
                    <a:pt x="382" y="22221"/>
                  </a:lnTo>
                  <a:lnTo>
                    <a:pt x="502" y="22602"/>
                  </a:lnTo>
                  <a:lnTo>
                    <a:pt x="662" y="22963"/>
                  </a:lnTo>
                  <a:lnTo>
                    <a:pt x="823" y="23344"/>
                  </a:lnTo>
                  <a:lnTo>
                    <a:pt x="1003" y="23685"/>
                  </a:lnTo>
                  <a:lnTo>
                    <a:pt x="1204" y="24026"/>
                  </a:lnTo>
                  <a:lnTo>
                    <a:pt x="1424" y="24367"/>
                  </a:lnTo>
                  <a:lnTo>
                    <a:pt x="1645" y="24687"/>
                  </a:lnTo>
                  <a:lnTo>
                    <a:pt x="1886" y="25008"/>
                  </a:lnTo>
                  <a:lnTo>
                    <a:pt x="2146" y="25309"/>
                  </a:lnTo>
                  <a:lnTo>
                    <a:pt x="2427" y="25590"/>
                  </a:lnTo>
                  <a:lnTo>
                    <a:pt x="2708" y="25871"/>
                  </a:lnTo>
                  <a:lnTo>
                    <a:pt x="3009" y="26131"/>
                  </a:lnTo>
                  <a:lnTo>
                    <a:pt x="3330" y="26372"/>
                  </a:lnTo>
                  <a:lnTo>
                    <a:pt x="3650" y="26593"/>
                  </a:lnTo>
                  <a:lnTo>
                    <a:pt x="3971" y="26813"/>
                  </a:lnTo>
                  <a:lnTo>
                    <a:pt x="4332" y="27014"/>
                  </a:lnTo>
                  <a:lnTo>
                    <a:pt x="4673" y="27194"/>
                  </a:lnTo>
                  <a:lnTo>
                    <a:pt x="5034" y="27355"/>
                  </a:lnTo>
                  <a:lnTo>
                    <a:pt x="5415" y="27515"/>
                  </a:lnTo>
                  <a:lnTo>
                    <a:pt x="5796" y="27635"/>
                  </a:lnTo>
                  <a:lnTo>
                    <a:pt x="6197" y="27756"/>
                  </a:lnTo>
                  <a:lnTo>
                    <a:pt x="6598" y="27836"/>
                  </a:lnTo>
                  <a:lnTo>
                    <a:pt x="7000" y="27916"/>
                  </a:lnTo>
                  <a:lnTo>
                    <a:pt x="7401" y="27956"/>
                  </a:lnTo>
                  <a:lnTo>
                    <a:pt x="7822" y="27996"/>
                  </a:lnTo>
                  <a:lnTo>
                    <a:pt x="32068" y="27996"/>
                  </a:lnTo>
                  <a:lnTo>
                    <a:pt x="32649" y="27976"/>
                  </a:lnTo>
                  <a:lnTo>
                    <a:pt x="33251" y="27916"/>
                  </a:lnTo>
                  <a:lnTo>
                    <a:pt x="33812" y="27816"/>
                  </a:lnTo>
                  <a:lnTo>
                    <a:pt x="34374" y="27676"/>
                  </a:lnTo>
                  <a:lnTo>
                    <a:pt x="34915" y="27495"/>
                  </a:lnTo>
                  <a:lnTo>
                    <a:pt x="35437" y="27295"/>
                  </a:lnTo>
                  <a:lnTo>
                    <a:pt x="35938" y="27034"/>
                  </a:lnTo>
                  <a:lnTo>
                    <a:pt x="36420" y="26753"/>
                  </a:lnTo>
                  <a:lnTo>
                    <a:pt x="36901" y="26452"/>
                  </a:lnTo>
                  <a:lnTo>
                    <a:pt x="37322" y="26111"/>
                  </a:lnTo>
                  <a:lnTo>
                    <a:pt x="37743" y="25730"/>
                  </a:lnTo>
                  <a:lnTo>
                    <a:pt x="38144" y="25329"/>
                  </a:lnTo>
                  <a:lnTo>
                    <a:pt x="38505" y="24908"/>
                  </a:lnTo>
                  <a:lnTo>
                    <a:pt x="38826" y="24467"/>
                  </a:lnTo>
                  <a:lnTo>
                    <a:pt x="39147" y="23986"/>
                  </a:lnTo>
                  <a:lnTo>
                    <a:pt x="39408" y="23504"/>
                  </a:lnTo>
                  <a:lnTo>
                    <a:pt x="39408" y="23504"/>
                  </a:lnTo>
                  <a:lnTo>
                    <a:pt x="39007" y="23705"/>
                  </a:lnTo>
                  <a:lnTo>
                    <a:pt x="38605" y="23885"/>
                  </a:lnTo>
                  <a:lnTo>
                    <a:pt x="38204" y="24066"/>
                  </a:lnTo>
                  <a:lnTo>
                    <a:pt x="37803" y="24226"/>
                  </a:lnTo>
                  <a:lnTo>
                    <a:pt x="37382" y="24387"/>
                  </a:lnTo>
                  <a:lnTo>
                    <a:pt x="36961" y="24527"/>
                  </a:lnTo>
                  <a:lnTo>
                    <a:pt x="36099" y="24768"/>
                  </a:lnTo>
                  <a:lnTo>
                    <a:pt x="35216" y="24988"/>
                  </a:lnTo>
                  <a:lnTo>
                    <a:pt x="34334" y="25149"/>
                  </a:lnTo>
                  <a:lnTo>
                    <a:pt x="33451" y="25289"/>
                  </a:lnTo>
                  <a:lnTo>
                    <a:pt x="32569" y="25409"/>
                  </a:lnTo>
                  <a:lnTo>
                    <a:pt x="31085" y="25550"/>
                  </a:lnTo>
                  <a:lnTo>
                    <a:pt x="29581" y="25630"/>
                  </a:lnTo>
                  <a:lnTo>
                    <a:pt x="28077" y="25690"/>
                  </a:lnTo>
                  <a:lnTo>
                    <a:pt x="26573" y="25710"/>
                  </a:lnTo>
                  <a:lnTo>
                    <a:pt x="24788" y="25690"/>
                  </a:lnTo>
                  <a:lnTo>
                    <a:pt x="23003" y="25610"/>
                  </a:lnTo>
                  <a:lnTo>
                    <a:pt x="21218" y="25510"/>
                  </a:lnTo>
                  <a:lnTo>
                    <a:pt x="19433" y="25369"/>
                  </a:lnTo>
                  <a:lnTo>
                    <a:pt x="17709" y="25209"/>
                  </a:lnTo>
                  <a:lnTo>
                    <a:pt x="15984" y="25008"/>
                  </a:lnTo>
                  <a:lnTo>
                    <a:pt x="15122" y="24888"/>
                  </a:lnTo>
                  <a:lnTo>
                    <a:pt x="14259" y="24768"/>
                  </a:lnTo>
                  <a:lnTo>
                    <a:pt x="13397" y="24607"/>
                  </a:lnTo>
                  <a:lnTo>
                    <a:pt x="12555" y="24427"/>
                  </a:lnTo>
                  <a:lnTo>
                    <a:pt x="11813" y="24266"/>
                  </a:lnTo>
                  <a:lnTo>
                    <a:pt x="11071" y="24046"/>
                  </a:lnTo>
                  <a:lnTo>
                    <a:pt x="10329" y="23825"/>
                  </a:lnTo>
                  <a:lnTo>
                    <a:pt x="9948" y="23685"/>
                  </a:lnTo>
                  <a:lnTo>
                    <a:pt x="9587" y="23544"/>
                  </a:lnTo>
                  <a:lnTo>
                    <a:pt x="9246" y="23384"/>
                  </a:lnTo>
                  <a:lnTo>
                    <a:pt x="8885" y="23203"/>
                  </a:lnTo>
                  <a:lnTo>
                    <a:pt x="8564" y="23023"/>
                  </a:lnTo>
                  <a:lnTo>
                    <a:pt x="8223" y="22822"/>
                  </a:lnTo>
                  <a:lnTo>
                    <a:pt x="7902" y="22602"/>
                  </a:lnTo>
                  <a:lnTo>
                    <a:pt x="7601" y="22381"/>
                  </a:lnTo>
                  <a:lnTo>
                    <a:pt x="7300" y="22141"/>
                  </a:lnTo>
                  <a:lnTo>
                    <a:pt x="7020" y="21880"/>
                  </a:lnTo>
                  <a:lnTo>
                    <a:pt x="6759" y="21579"/>
                  </a:lnTo>
                  <a:lnTo>
                    <a:pt x="6518" y="21258"/>
                  </a:lnTo>
                  <a:lnTo>
                    <a:pt x="6298" y="20937"/>
                  </a:lnTo>
                  <a:lnTo>
                    <a:pt x="6097" y="20596"/>
                  </a:lnTo>
                  <a:lnTo>
                    <a:pt x="5917" y="20255"/>
                  </a:lnTo>
                  <a:lnTo>
                    <a:pt x="5756" y="19874"/>
                  </a:lnTo>
                  <a:lnTo>
                    <a:pt x="5616" y="19513"/>
                  </a:lnTo>
                  <a:lnTo>
                    <a:pt x="5495" y="19132"/>
                  </a:lnTo>
                  <a:lnTo>
                    <a:pt x="5375" y="18731"/>
                  </a:lnTo>
                  <a:lnTo>
                    <a:pt x="5275" y="18350"/>
                  </a:lnTo>
                  <a:lnTo>
                    <a:pt x="5094" y="17548"/>
                  </a:lnTo>
                  <a:lnTo>
                    <a:pt x="4954" y="16766"/>
                  </a:lnTo>
                  <a:lnTo>
                    <a:pt x="4834" y="16004"/>
                  </a:lnTo>
                  <a:lnTo>
                    <a:pt x="4713" y="15162"/>
                  </a:lnTo>
                  <a:lnTo>
                    <a:pt x="4633" y="14319"/>
                  </a:lnTo>
                  <a:lnTo>
                    <a:pt x="4553" y="13477"/>
                  </a:lnTo>
                  <a:lnTo>
                    <a:pt x="4513" y="12635"/>
                  </a:lnTo>
                  <a:lnTo>
                    <a:pt x="4513" y="11792"/>
                  </a:lnTo>
                  <a:lnTo>
                    <a:pt x="4513" y="10950"/>
                  </a:lnTo>
                  <a:lnTo>
                    <a:pt x="4533" y="10108"/>
                  </a:lnTo>
                  <a:lnTo>
                    <a:pt x="4593" y="9265"/>
                  </a:lnTo>
                  <a:lnTo>
                    <a:pt x="4633" y="8664"/>
                  </a:lnTo>
                  <a:lnTo>
                    <a:pt x="4693" y="8062"/>
                  </a:lnTo>
                  <a:lnTo>
                    <a:pt x="4774" y="7461"/>
                  </a:lnTo>
                  <a:lnTo>
                    <a:pt x="4874" y="6839"/>
                  </a:lnTo>
                  <a:lnTo>
                    <a:pt x="4974" y="6217"/>
                  </a:lnTo>
                  <a:lnTo>
                    <a:pt x="5094" y="5596"/>
                  </a:lnTo>
                  <a:lnTo>
                    <a:pt x="5255" y="4974"/>
                  </a:lnTo>
                  <a:lnTo>
                    <a:pt x="5415" y="4352"/>
                  </a:lnTo>
                  <a:lnTo>
                    <a:pt x="5616" y="3750"/>
                  </a:lnTo>
                  <a:lnTo>
                    <a:pt x="5816" y="3169"/>
                  </a:lnTo>
                  <a:lnTo>
                    <a:pt x="6057" y="2587"/>
                  </a:lnTo>
                  <a:lnTo>
                    <a:pt x="6318" y="2026"/>
                  </a:lnTo>
                  <a:lnTo>
                    <a:pt x="6619" y="1484"/>
                  </a:lnTo>
                  <a:lnTo>
                    <a:pt x="6939" y="963"/>
                  </a:lnTo>
                  <a:lnTo>
                    <a:pt x="7280" y="462"/>
                  </a:lnTo>
                  <a:lnTo>
                    <a:pt x="768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42">
              <a:extLst>
                <a:ext uri="{FF2B5EF4-FFF2-40B4-BE49-F238E27FC236}">
                  <a16:creationId xmlns:a16="http://schemas.microsoft.com/office/drawing/2014/main" id="{0B5A0EC5-1538-2D4F-5750-C27AE17808F7}"/>
                </a:ext>
              </a:extLst>
            </p:cNvPr>
            <p:cNvSpPr/>
            <p:nvPr/>
          </p:nvSpPr>
          <p:spPr>
            <a:xfrm>
              <a:off x="10137625" y="3130463"/>
              <a:ext cx="985200" cy="699925"/>
            </a:xfrm>
            <a:custGeom>
              <a:avLst/>
              <a:gdLst/>
              <a:ahLst/>
              <a:cxnLst/>
              <a:rect l="l" t="t" r="r" b="b"/>
              <a:pathLst>
                <a:path w="39408" h="27997" fill="none" extrusionOk="0">
                  <a:moveTo>
                    <a:pt x="7681" y="0"/>
                  </a:moveTo>
                  <a:lnTo>
                    <a:pt x="7681" y="0"/>
                  </a:lnTo>
                  <a:lnTo>
                    <a:pt x="7341" y="20"/>
                  </a:lnTo>
                  <a:lnTo>
                    <a:pt x="7000" y="81"/>
                  </a:lnTo>
                  <a:lnTo>
                    <a:pt x="6659" y="121"/>
                  </a:lnTo>
                  <a:lnTo>
                    <a:pt x="6338" y="201"/>
                  </a:lnTo>
                  <a:lnTo>
                    <a:pt x="6017" y="281"/>
                  </a:lnTo>
                  <a:lnTo>
                    <a:pt x="5696" y="381"/>
                  </a:lnTo>
                  <a:lnTo>
                    <a:pt x="5395" y="482"/>
                  </a:lnTo>
                  <a:lnTo>
                    <a:pt x="5094" y="602"/>
                  </a:lnTo>
                  <a:lnTo>
                    <a:pt x="4794" y="742"/>
                  </a:lnTo>
                  <a:lnTo>
                    <a:pt x="4493" y="883"/>
                  </a:lnTo>
                  <a:lnTo>
                    <a:pt x="4212" y="1043"/>
                  </a:lnTo>
                  <a:lnTo>
                    <a:pt x="3931" y="1204"/>
                  </a:lnTo>
                  <a:lnTo>
                    <a:pt x="3650" y="1364"/>
                  </a:lnTo>
                  <a:lnTo>
                    <a:pt x="3390" y="1565"/>
                  </a:lnTo>
                  <a:lnTo>
                    <a:pt x="3129" y="1745"/>
                  </a:lnTo>
                  <a:lnTo>
                    <a:pt x="2888" y="1966"/>
                  </a:lnTo>
                  <a:lnTo>
                    <a:pt x="2648" y="2166"/>
                  </a:lnTo>
                  <a:lnTo>
                    <a:pt x="2407" y="2407"/>
                  </a:lnTo>
                  <a:lnTo>
                    <a:pt x="2186" y="2627"/>
                  </a:lnTo>
                  <a:lnTo>
                    <a:pt x="1986" y="2868"/>
                  </a:lnTo>
                  <a:lnTo>
                    <a:pt x="1765" y="3129"/>
                  </a:lnTo>
                  <a:lnTo>
                    <a:pt x="1585" y="3369"/>
                  </a:lnTo>
                  <a:lnTo>
                    <a:pt x="1384" y="3650"/>
                  </a:lnTo>
                  <a:lnTo>
                    <a:pt x="1224" y="3911"/>
                  </a:lnTo>
                  <a:lnTo>
                    <a:pt x="1063" y="4192"/>
                  </a:lnTo>
                  <a:lnTo>
                    <a:pt x="903" y="4493"/>
                  </a:lnTo>
                  <a:lnTo>
                    <a:pt x="763" y="4773"/>
                  </a:lnTo>
                  <a:lnTo>
                    <a:pt x="622" y="5074"/>
                  </a:lnTo>
                  <a:lnTo>
                    <a:pt x="502" y="5375"/>
                  </a:lnTo>
                  <a:lnTo>
                    <a:pt x="402" y="5696"/>
                  </a:lnTo>
                  <a:lnTo>
                    <a:pt x="301" y="6017"/>
                  </a:lnTo>
                  <a:lnTo>
                    <a:pt x="221" y="6338"/>
                  </a:lnTo>
                  <a:lnTo>
                    <a:pt x="221" y="6338"/>
                  </a:lnTo>
                  <a:lnTo>
                    <a:pt x="121" y="6799"/>
                  </a:lnTo>
                  <a:lnTo>
                    <a:pt x="61" y="7260"/>
                  </a:lnTo>
                  <a:lnTo>
                    <a:pt x="21" y="7741"/>
                  </a:lnTo>
                  <a:lnTo>
                    <a:pt x="1" y="8223"/>
                  </a:lnTo>
                  <a:lnTo>
                    <a:pt x="1" y="19754"/>
                  </a:lnTo>
                  <a:lnTo>
                    <a:pt x="1" y="19754"/>
                  </a:lnTo>
                  <a:lnTo>
                    <a:pt x="21" y="20175"/>
                  </a:lnTo>
                  <a:lnTo>
                    <a:pt x="41" y="20596"/>
                  </a:lnTo>
                  <a:lnTo>
                    <a:pt x="101" y="21017"/>
                  </a:lnTo>
                  <a:lnTo>
                    <a:pt x="181" y="21419"/>
                  </a:lnTo>
                  <a:lnTo>
                    <a:pt x="261" y="21820"/>
                  </a:lnTo>
                  <a:lnTo>
                    <a:pt x="382" y="22221"/>
                  </a:lnTo>
                  <a:lnTo>
                    <a:pt x="502" y="22602"/>
                  </a:lnTo>
                  <a:lnTo>
                    <a:pt x="662" y="22963"/>
                  </a:lnTo>
                  <a:lnTo>
                    <a:pt x="823" y="23344"/>
                  </a:lnTo>
                  <a:lnTo>
                    <a:pt x="1003" y="23685"/>
                  </a:lnTo>
                  <a:lnTo>
                    <a:pt x="1204" y="24026"/>
                  </a:lnTo>
                  <a:lnTo>
                    <a:pt x="1424" y="24367"/>
                  </a:lnTo>
                  <a:lnTo>
                    <a:pt x="1645" y="24687"/>
                  </a:lnTo>
                  <a:lnTo>
                    <a:pt x="1886" y="25008"/>
                  </a:lnTo>
                  <a:lnTo>
                    <a:pt x="2146" y="25309"/>
                  </a:lnTo>
                  <a:lnTo>
                    <a:pt x="2427" y="25590"/>
                  </a:lnTo>
                  <a:lnTo>
                    <a:pt x="2708" y="25871"/>
                  </a:lnTo>
                  <a:lnTo>
                    <a:pt x="3009" y="26131"/>
                  </a:lnTo>
                  <a:lnTo>
                    <a:pt x="3330" y="26372"/>
                  </a:lnTo>
                  <a:lnTo>
                    <a:pt x="3650" y="26593"/>
                  </a:lnTo>
                  <a:lnTo>
                    <a:pt x="3971" y="26813"/>
                  </a:lnTo>
                  <a:lnTo>
                    <a:pt x="4332" y="27014"/>
                  </a:lnTo>
                  <a:lnTo>
                    <a:pt x="4673" y="27194"/>
                  </a:lnTo>
                  <a:lnTo>
                    <a:pt x="5034" y="27355"/>
                  </a:lnTo>
                  <a:lnTo>
                    <a:pt x="5415" y="27515"/>
                  </a:lnTo>
                  <a:lnTo>
                    <a:pt x="5796" y="27635"/>
                  </a:lnTo>
                  <a:lnTo>
                    <a:pt x="6197" y="27756"/>
                  </a:lnTo>
                  <a:lnTo>
                    <a:pt x="6598" y="27836"/>
                  </a:lnTo>
                  <a:lnTo>
                    <a:pt x="7000" y="27916"/>
                  </a:lnTo>
                  <a:lnTo>
                    <a:pt x="7401" y="27956"/>
                  </a:lnTo>
                  <a:lnTo>
                    <a:pt x="7822" y="27996"/>
                  </a:lnTo>
                  <a:lnTo>
                    <a:pt x="8263" y="27996"/>
                  </a:lnTo>
                  <a:lnTo>
                    <a:pt x="32068" y="27996"/>
                  </a:lnTo>
                  <a:lnTo>
                    <a:pt x="32068" y="27996"/>
                  </a:lnTo>
                  <a:lnTo>
                    <a:pt x="32649" y="27976"/>
                  </a:lnTo>
                  <a:lnTo>
                    <a:pt x="33251" y="27916"/>
                  </a:lnTo>
                  <a:lnTo>
                    <a:pt x="33812" y="27816"/>
                  </a:lnTo>
                  <a:lnTo>
                    <a:pt x="34374" y="27676"/>
                  </a:lnTo>
                  <a:lnTo>
                    <a:pt x="34915" y="27495"/>
                  </a:lnTo>
                  <a:lnTo>
                    <a:pt x="35437" y="27295"/>
                  </a:lnTo>
                  <a:lnTo>
                    <a:pt x="35938" y="27034"/>
                  </a:lnTo>
                  <a:lnTo>
                    <a:pt x="36420" y="26753"/>
                  </a:lnTo>
                  <a:lnTo>
                    <a:pt x="36901" y="26452"/>
                  </a:lnTo>
                  <a:lnTo>
                    <a:pt x="37322" y="26111"/>
                  </a:lnTo>
                  <a:lnTo>
                    <a:pt x="37743" y="25730"/>
                  </a:lnTo>
                  <a:lnTo>
                    <a:pt x="38144" y="25329"/>
                  </a:lnTo>
                  <a:lnTo>
                    <a:pt x="38505" y="24908"/>
                  </a:lnTo>
                  <a:lnTo>
                    <a:pt x="38826" y="24467"/>
                  </a:lnTo>
                  <a:lnTo>
                    <a:pt x="39147" y="23986"/>
                  </a:lnTo>
                  <a:lnTo>
                    <a:pt x="39408" y="23504"/>
                  </a:lnTo>
                  <a:lnTo>
                    <a:pt x="39408" y="23504"/>
                  </a:lnTo>
                  <a:lnTo>
                    <a:pt x="39007" y="23705"/>
                  </a:lnTo>
                  <a:lnTo>
                    <a:pt x="38605" y="23885"/>
                  </a:lnTo>
                  <a:lnTo>
                    <a:pt x="38204" y="24066"/>
                  </a:lnTo>
                  <a:lnTo>
                    <a:pt x="37803" y="24226"/>
                  </a:lnTo>
                  <a:lnTo>
                    <a:pt x="37382" y="24387"/>
                  </a:lnTo>
                  <a:lnTo>
                    <a:pt x="36961" y="24527"/>
                  </a:lnTo>
                  <a:lnTo>
                    <a:pt x="36099" y="24768"/>
                  </a:lnTo>
                  <a:lnTo>
                    <a:pt x="35216" y="24988"/>
                  </a:lnTo>
                  <a:lnTo>
                    <a:pt x="34334" y="25149"/>
                  </a:lnTo>
                  <a:lnTo>
                    <a:pt x="33451" y="25289"/>
                  </a:lnTo>
                  <a:lnTo>
                    <a:pt x="32569" y="25409"/>
                  </a:lnTo>
                  <a:lnTo>
                    <a:pt x="32569" y="25409"/>
                  </a:lnTo>
                  <a:lnTo>
                    <a:pt x="31085" y="25550"/>
                  </a:lnTo>
                  <a:lnTo>
                    <a:pt x="29581" y="25630"/>
                  </a:lnTo>
                  <a:lnTo>
                    <a:pt x="28077" y="25690"/>
                  </a:lnTo>
                  <a:lnTo>
                    <a:pt x="26573" y="25710"/>
                  </a:lnTo>
                  <a:lnTo>
                    <a:pt x="26573" y="25710"/>
                  </a:lnTo>
                  <a:lnTo>
                    <a:pt x="24788" y="25690"/>
                  </a:lnTo>
                  <a:lnTo>
                    <a:pt x="23003" y="25610"/>
                  </a:lnTo>
                  <a:lnTo>
                    <a:pt x="21218" y="25510"/>
                  </a:lnTo>
                  <a:lnTo>
                    <a:pt x="19433" y="25369"/>
                  </a:lnTo>
                  <a:lnTo>
                    <a:pt x="19433" y="25369"/>
                  </a:lnTo>
                  <a:lnTo>
                    <a:pt x="17709" y="25209"/>
                  </a:lnTo>
                  <a:lnTo>
                    <a:pt x="15984" y="25008"/>
                  </a:lnTo>
                  <a:lnTo>
                    <a:pt x="15122" y="24888"/>
                  </a:lnTo>
                  <a:lnTo>
                    <a:pt x="14259" y="24768"/>
                  </a:lnTo>
                  <a:lnTo>
                    <a:pt x="13397" y="24607"/>
                  </a:lnTo>
                  <a:lnTo>
                    <a:pt x="12555" y="24427"/>
                  </a:lnTo>
                  <a:lnTo>
                    <a:pt x="12555" y="24427"/>
                  </a:lnTo>
                  <a:lnTo>
                    <a:pt x="11813" y="24266"/>
                  </a:lnTo>
                  <a:lnTo>
                    <a:pt x="11071" y="24046"/>
                  </a:lnTo>
                  <a:lnTo>
                    <a:pt x="10329" y="23825"/>
                  </a:lnTo>
                  <a:lnTo>
                    <a:pt x="9948" y="23685"/>
                  </a:lnTo>
                  <a:lnTo>
                    <a:pt x="9587" y="23544"/>
                  </a:lnTo>
                  <a:lnTo>
                    <a:pt x="9246" y="23384"/>
                  </a:lnTo>
                  <a:lnTo>
                    <a:pt x="8885" y="23203"/>
                  </a:lnTo>
                  <a:lnTo>
                    <a:pt x="8564" y="23023"/>
                  </a:lnTo>
                  <a:lnTo>
                    <a:pt x="8223" y="22822"/>
                  </a:lnTo>
                  <a:lnTo>
                    <a:pt x="7902" y="22602"/>
                  </a:lnTo>
                  <a:lnTo>
                    <a:pt x="7601" y="22381"/>
                  </a:lnTo>
                  <a:lnTo>
                    <a:pt x="7300" y="22141"/>
                  </a:lnTo>
                  <a:lnTo>
                    <a:pt x="7020" y="21880"/>
                  </a:lnTo>
                  <a:lnTo>
                    <a:pt x="7020" y="21880"/>
                  </a:lnTo>
                  <a:lnTo>
                    <a:pt x="6759" y="21579"/>
                  </a:lnTo>
                  <a:lnTo>
                    <a:pt x="6518" y="21258"/>
                  </a:lnTo>
                  <a:lnTo>
                    <a:pt x="6298" y="20937"/>
                  </a:lnTo>
                  <a:lnTo>
                    <a:pt x="6097" y="20596"/>
                  </a:lnTo>
                  <a:lnTo>
                    <a:pt x="5917" y="20255"/>
                  </a:lnTo>
                  <a:lnTo>
                    <a:pt x="5756" y="19874"/>
                  </a:lnTo>
                  <a:lnTo>
                    <a:pt x="5616" y="19513"/>
                  </a:lnTo>
                  <a:lnTo>
                    <a:pt x="5495" y="19132"/>
                  </a:lnTo>
                  <a:lnTo>
                    <a:pt x="5375" y="18731"/>
                  </a:lnTo>
                  <a:lnTo>
                    <a:pt x="5275" y="18350"/>
                  </a:lnTo>
                  <a:lnTo>
                    <a:pt x="5094" y="17548"/>
                  </a:lnTo>
                  <a:lnTo>
                    <a:pt x="4954" y="16766"/>
                  </a:lnTo>
                  <a:lnTo>
                    <a:pt x="4834" y="16004"/>
                  </a:lnTo>
                  <a:lnTo>
                    <a:pt x="4834" y="16004"/>
                  </a:lnTo>
                  <a:lnTo>
                    <a:pt x="4713" y="15162"/>
                  </a:lnTo>
                  <a:lnTo>
                    <a:pt x="4633" y="14319"/>
                  </a:lnTo>
                  <a:lnTo>
                    <a:pt x="4553" y="13477"/>
                  </a:lnTo>
                  <a:lnTo>
                    <a:pt x="4513" y="12635"/>
                  </a:lnTo>
                  <a:lnTo>
                    <a:pt x="4513" y="11792"/>
                  </a:lnTo>
                  <a:lnTo>
                    <a:pt x="4513" y="10950"/>
                  </a:lnTo>
                  <a:lnTo>
                    <a:pt x="4533" y="10108"/>
                  </a:lnTo>
                  <a:lnTo>
                    <a:pt x="4593" y="9265"/>
                  </a:lnTo>
                  <a:lnTo>
                    <a:pt x="4593" y="9265"/>
                  </a:lnTo>
                  <a:lnTo>
                    <a:pt x="4633" y="8664"/>
                  </a:lnTo>
                  <a:lnTo>
                    <a:pt x="4693" y="8062"/>
                  </a:lnTo>
                  <a:lnTo>
                    <a:pt x="4774" y="7461"/>
                  </a:lnTo>
                  <a:lnTo>
                    <a:pt x="4874" y="6839"/>
                  </a:lnTo>
                  <a:lnTo>
                    <a:pt x="4974" y="6217"/>
                  </a:lnTo>
                  <a:lnTo>
                    <a:pt x="5094" y="5596"/>
                  </a:lnTo>
                  <a:lnTo>
                    <a:pt x="5255" y="4974"/>
                  </a:lnTo>
                  <a:lnTo>
                    <a:pt x="5415" y="4352"/>
                  </a:lnTo>
                  <a:lnTo>
                    <a:pt x="5616" y="3750"/>
                  </a:lnTo>
                  <a:lnTo>
                    <a:pt x="5816" y="3169"/>
                  </a:lnTo>
                  <a:lnTo>
                    <a:pt x="6057" y="2587"/>
                  </a:lnTo>
                  <a:lnTo>
                    <a:pt x="6318" y="2026"/>
                  </a:lnTo>
                  <a:lnTo>
                    <a:pt x="6619" y="1484"/>
                  </a:lnTo>
                  <a:lnTo>
                    <a:pt x="6939" y="963"/>
                  </a:lnTo>
                  <a:lnTo>
                    <a:pt x="7280" y="462"/>
                  </a:lnTo>
                  <a:lnTo>
                    <a:pt x="76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42">
              <a:extLst>
                <a:ext uri="{FF2B5EF4-FFF2-40B4-BE49-F238E27FC236}">
                  <a16:creationId xmlns:a16="http://schemas.microsoft.com/office/drawing/2014/main" id="{8559ABF8-4D7E-3CEC-1150-346F17E3BAB0}"/>
                </a:ext>
              </a:extLst>
            </p:cNvPr>
            <p:cNvSpPr/>
            <p:nvPr/>
          </p:nvSpPr>
          <p:spPr>
            <a:xfrm>
              <a:off x="10986425" y="3187613"/>
              <a:ext cx="99800" cy="93775"/>
            </a:xfrm>
            <a:custGeom>
              <a:avLst/>
              <a:gdLst/>
              <a:ahLst/>
              <a:cxnLst/>
              <a:rect l="l" t="t" r="r" b="b"/>
              <a:pathLst>
                <a:path w="3992" h="3751" extrusionOk="0">
                  <a:moveTo>
                    <a:pt x="241" y="1"/>
                  </a:moveTo>
                  <a:lnTo>
                    <a:pt x="161" y="21"/>
                  </a:lnTo>
                  <a:lnTo>
                    <a:pt x="101" y="41"/>
                  </a:lnTo>
                  <a:lnTo>
                    <a:pt x="41" y="101"/>
                  </a:lnTo>
                  <a:lnTo>
                    <a:pt x="21" y="181"/>
                  </a:lnTo>
                  <a:lnTo>
                    <a:pt x="1" y="241"/>
                  </a:lnTo>
                  <a:lnTo>
                    <a:pt x="21" y="321"/>
                  </a:lnTo>
                  <a:lnTo>
                    <a:pt x="61" y="382"/>
                  </a:lnTo>
                  <a:lnTo>
                    <a:pt x="121" y="442"/>
                  </a:lnTo>
                  <a:lnTo>
                    <a:pt x="362" y="582"/>
                  </a:lnTo>
                  <a:lnTo>
                    <a:pt x="622" y="702"/>
                  </a:lnTo>
                  <a:lnTo>
                    <a:pt x="1144" y="943"/>
                  </a:lnTo>
                  <a:lnTo>
                    <a:pt x="1405" y="1063"/>
                  </a:lnTo>
                  <a:lnTo>
                    <a:pt x="1665" y="1204"/>
                  </a:lnTo>
                  <a:lnTo>
                    <a:pt x="1906" y="1364"/>
                  </a:lnTo>
                  <a:lnTo>
                    <a:pt x="2127" y="1545"/>
                  </a:lnTo>
                  <a:lnTo>
                    <a:pt x="2347" y="1765"/>
                  </a:lnTo>
                  <a:lnTo>
                    <a:pt x="2528" y="2006"/>
                  </a:lnTo>
                  <a:lnTo>
                    <a:pt x="2688" y="2247"/>
                  </a:lnTo>
                  <a:lnTo>
                    <a:pt x="2828" y="2507"/>
                  </a:lnTo>
                  <a:lnTo>
                    <a:pt x="3069" y="3049"/>
                  </a:lnTo>
                  <a:lnTo>
                    <a:pt x="3210" y="3330"/>
                  </a:lnTo>
                  <a:lnTo>
                    <a:pt x="3350" y="3590"/>
                  </a:lnTo>
                  <a:lnTo>
                    <a:pt x="3390" y="3650"/>
                  </a:lnTo>
                  <a:lnTo>
                    <a:pt x="3430" y="3691"/>
                  </a:lnTo>
                  <a:lnTo>
                    <a:pt x="3490" y="3731"/>
                  </a:lnTo>
                  <a:lnTo>
                    <a:pt x="3550" y="3751"/>
                  </a:lnTo>
                  <a:lnTo>
                    <a:pt x="3671" y="3751"/>
                  </a:lnTo>
                  <a:lnTo>
                    <a:pt x="3771" y="3731"/>
                  </a:lnTo>
                  <a:lnTo>
                    <a:pt x="3871" y="3670"/>
                  </a:lnTo>
                  <a:lnTo>
                    <a:pt x="3952" y="3570"/>
                  </a:lnTo>
                  <a:lnTo>
                    <a:pt x="3992" y="3450"/>
                  </a:lnTo>
                  <a:lnTo>
                    <a:pt x="3992" y="3390"/>
                  </a:lnTo>
                  <a:lnTo>
                    <a:pt x="3992" y="3310"/>
                  </a:lnTo>
                  <a:lnTo>
                    <a:pt x="3911" y="3009"/>
                  </a:lnTo>
                  <a:lnTo>
                    <a:pt x="3811" y="2688"/>
                  </a:lnTo>
                  <a:lnTo>
                    <a:pt x="3671" y="2367"/>
                  </a:lnTo>
                  <a:lnTo>
                    <a:pt x="3530" y="2066"/>
                  </a:lnTo>
                  <a:lnTo>
                    <a:pt x="3350" y="1785"/>
                  </a:lnTo>
                  <a:lnTo>
                    <a:pt x="3149" y="1505"/>
                  </a:lnTo>
                  <a:lnTo>
                    <a:pt x="2909" y="1244"/>
                  </a:lnTo>
                  <a:lnTo>
                    <a:pt x="2668" y="983"/>
                  </a:lnTo>
                  <a:lnTo>
                    <a:pt x="2407" y="763"/>
                  </a:lnTo>
                  <a:lnTo>
                    <a:pt x="2147" y="562"/>
                  </a:lnTo>
                  <a:lnTo>
                    <a:pt x="1846" y="382"/>
                  </a:lnTo>
                  <a:lnTo>
                    <a:pt x="1545" y="241"/>
                  </a:lnTo>
                  <a:lnTo>
                    <a:pt x="1224" y="121"/>
                  </a:lnTo>
                  <a:lnTo>
                    <a:pt x="903" y="41"/>
                  </a:lnTo>
                  <a:lnTo>
                    <a:pt x="5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42">
              <a:extLst>
                <a:ext uri="{FF2B5EF4-FFF2-40B4-BE49-F238E27FC236}">
                  <a16:creationId xmlns:a16="http://schemas.microsoft.com/office/drawing/2014/main" id="{321F5BEB-4EB7-FFC9-8EFE-58DA61F861DF}"/>
                </a:ext>
              </a:extLst>
            </p:cNvPr>
            <p:cNvSpPr/>
            <p:nvPr/>
          </p:nvSpPr>
          <p:spPr>
            <a:xfrm>
              <a:off x="11080175" y="3306938"/>
              <a:ext cx="17575" cy="18075"/>
            </a:xfrm>
            <a:custGeom>
              <a:avLst/>
              <a:gdLst/>
              <a:ahLst/>
              <a:cxnLst/>
              <a:rect l="l" t="t" r="r" b="b"/>
              <a:pathLst>
                <a:path w="703" h="723" extrusionOk="0">
                  <a:moveTo>
                    <a:pt x="262" y="0"/>
                  </a:moveTo>
                  <a:lnTo>
                    <a:pt x="181" y="21"/>
                  </a:lnTo>
                  <a:lnTo>
                    <a:pt x="121" y="61"/>
                  </a:lnTo>
                  <a:lnTo>
                    <a:pt x="81" y="101"/>
                  </a:lnTo>
                  <a:lnTo>
                    <a:pt x="41" y="161"/>
                  </a:lnTo>
                  <a:lnTo>
                    <a:pt x="21" y="221"/>
                  </a:lnTo>
                  <a:lnTo>
                    <a:pt x="1" y="361"/>
                  </a:lnTo>
                  <a:lnTo>
                    <a:pt x="21" y="502"/>
                  </a:lnTo>
                  <a:lnTo>
                    <a:pt x="41" y="562"/>
                  </a:lnTo>
                  <a:lnTo>
                    <a:pt x="81" y="622"/>
                  </a:lnTo>
                  <a:lnTo>
                    <a:pt x="121" y="662"/>
                  </a:lnTo>
                  <a:lnTo>
                    <a:pt x="181" y="702"/>
                  </a:lnTo>
                  <a:lnTo>
                    <a:pt x="262" y="722"/>
                  </a:lnTo>
                  <a:lnTo>
                    <a:pt x="422" y="722"/>
                  </a:lnTo>
                  <a:lnTo>
                    <a:pt x="502" y="702"/>
                  </a:lnTo>
                  <a:lnTo>
                    <a:pt x="563" y="662"/>
                  </a:lnTo>
                  <a:lnTo>
                    <a:pt x="603" y="622"/>
                  </a:lnTo>
                  <a:lnTo>
                    <a:pt x="643" y="562"/>
                  </a:lnTo>
                  <a:lnTo>
                    <a:pt x="683" y="502"/>
                  </a:lnTo>
                  <a:lnTo>
                    <a:pt x="703" y="361"/>
                  </a:lnTo>
                  <a:lnTo>
                    <a:pt x="683" y="221"/>
                  </a:lnTo>
                  <a:lnTo>
                    <a:pt x="643" y="161"/>
                  </a:lnTo>
                  <a:lnTo>
                    <a:pt x="603" y="101"/>
                  </a:lnTo>
                  <a:lnTo>
                    <a:pt x="563" y="61"/>
                  </a:lnTo>
                  <a:lnTo>
                    <a:pt x="502" y="21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42">
              <a:extLst>
                <a:ext uri="{FF2B5EF4-FFF2-40B4-BE49-F238E27FC236}">
                  <a16:creationId xmlns:a16="http://schemas.microsoft.com/office/drawing/2014/main" id="{88B217B4-79F5-46C7-3E38-D0C51F9E3637}"/>
                </a:ext>
              </a:extLst>
            </p:cNvPr>
            <p:cNvSpPr/>
            <p:nvPr/>
          </p:nvSpPr>
          <p:spPr>
            <a:xfrm>
              <a:off x="10287620" y="4074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42">
              <a:extLst>
                <a:ext uri="{FF2B5EF4-FFF2-40B4-BE49-F238E27FC236}">
                  <a16:creationId xmlns:a16="http://schemas.microsoft.com/office/drawing/2014/main" id="{6875BC8A-EDED-5165-6C6A-0990AB18C14A}"/>
                </a:ext>
              </a:extLst>
            </p:cNvPr>
            <p:cNvSpPr/>
            <p:nvPr/>
          </p:nvSpPr>
          <p:spPr>
            <a:xfrm>
              <a:off x="10393350" y="3917588"/>
              <a:ext cx="25575" cy="158475"/>
            </a:xfrm>
            <a:custGeom>
              <a:avLst/>
              <a:gdLst/>
              <a:ahLst/>
              <a:cxnLst/>
              <a:rect l="l" t="t" r="r" b="b"/>
              <a:pathLst>
                <a:path w="1023" h="6339" extrusionOk="0">
                  <a:moveTo>
                    <a:pt x="0" y="1"/>
                  </a:moveTo>
                  <a:lnTo>
                    <a:pt x="0" y="6338"/>
                  </a:lnTo>
                  <a:lnTo>
                    <a:pt x="1023" y="6338"/>
                  </a:lnTo>
                  <a:lnTo>
                    <a:pt x="963" y="4754"/>
                  </a:lnTo>
                  <a:lnTo>
                    <a:pt x="943" y="3169"/>
                  </a:lnTo>
                  <a:lnTo>
                    <a:pt x="943" y="1585"/>
                  </a:lnTo>
                  <a:lnTo>
                    <a:pt x="9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21" name="Google Shape;8521;p42">
            <a:extLst>
              <a:ext uri="{FF2B5EF4-FFF2-40B4-BE49-F238E27FC236}">
                <a16:creationId xmlns:a16="http://schemas.microsoft.com/office/drawing/2014/main" id="{F194B67C-071A-8B30-D9CE-33A05A9151F5}"/>
              </a:ext>
            </a:extLst>
          </p:cNvPr>
          <p:cNvGrpSpPr/>
          <p:nvPr/>
        </p:nvGrpSpPr>
        <p:grpSpPr>
          <a:xfrm>
            <a:off x="260032" y="3763127"/>
            <a:ext cx="1342018" cy="1287084"/>
            <a:chOff x="11127038" y="4083763"/>
            <a:chExt cx="1128600" cy="1082402"/>
          </a:xfrm>
        </p:grpSpPr>
        <p:sp>
          <p:nvSpPr>
            <p:cNvPr id="8522" name="Google Shape;8522;p42">
              <a:extLst>
                <a:ext uri="{FF2B5EF4-FFF2-40B4-BE49-F238E27FC236}">
                  <a16:creationId xmlns:a16="http://schemas.microsoft.com/office/drawing/2014/main" id="{0E7B8449-2D75-226B-38CA-F0DA3672D793}"/>
                </a:ext>
              </a:extLst>
            </p:cNvPr>
            <p:cNvSpPr/>
            <p:nvPr/>
          </p:nvSpPr>
          <p:spPr>
            <a:xfrm>
              <a:off x="11127038" y="4901864"/>
              <a:ext cx="1128600" cy="2643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8523;p42">
              <a:extLst>
                <a:ext uri="{FF2B5EF4-FFF2-40B4-BE49-F238E27FC236}">
                  <a16:creationId xmlns:a16="http://schemas.microsoft.com/office/drawing/2014/main" id="{0492F7F7-7147-D375-AD7E-94F313A99831}"/>
                </a:ext>
              </a:extLst>
            </p:cNvPr>
            <p:cNvSpPr/>
            <p:nvPr/>
          </p:nvSpPr>
          <p:spPr>
            <a:xfrm>
              <a:off x="12170550" y="4449763"/>
              <a:ext cx="4525" cy="7525"/>
            </a:xfrm>
            <a:custGeom>
              <a:avLst/>
              <a:gdLst/>
              <a:ahLst/>
              <a:cxnLst/>
              <a:rect l="l" t="t" r="r" b="b"/>
              <a:pathLst>
                <a:path w="181" h="301" extrusionOk="0">
                  <a:moveTo>
                    <a:pt x="140" y="0"/>
                  </a:moveTo>
                  <a:lnTo>
                    <a:pt x="0" y="281"/>
                  </a:lnTo>
                  <a:lnTo>
                    <a:pt x="0" y="301"/>
                  </a:lnTo>
                  <a:lnTo>
                    <a:pt x="40" y="301"/>
                  </a:lnTo>
                  <a:lnTo>
                    <a:pt x="181" y="40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DEDA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42">
              <a:extLst>
                <a:ext uri="{FF2B5EF4-FFF2-40B4-BE49-F238E27FC236}">
                  <a16:creationId xmlns:a16="http://schemas.microsoft.com/office/drawing/2014/main" id="{9DA09AE2-B0D8-00A1-2095-99B942BF61B8}"/>
                </a:ext>
              </a:extLst>
            </p:cNvPr>
            <p:cNvSpPr/>
            <p:nvPr/>
          </p:nvSpPr>
          <p:spPr>
            <a:xfrm>
              <a:off x="12170550" y="4449763"/>
              <a:ext cx="4525" cy="7525"/>
            </a:xfrm>
            <a:custGeom>
              <a:avLst/>
              <a:gdLst/>
              <a:ahLst/>
              <a:cxnLst/>
              <a:rect l="l" t="t" r="r" b="b"/>
              <a:pathLst>
                <a:path w="181" h="301" fill="none" extrusionOk="0">
                  <a:moveTo>
                    <a:pt x="140" y="0"/>
                  </a:moveTo>
                  <a:lnTo>
                    <a:pt x="140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0" y="281"/>
                  </a:lnTo>
                  <a:lnTo>
                    <a:pt x="0" y="281"/>
                  </a:lnTo>
                  <a:lnTo>
                    <a:pt x="0" y="301"/>
                  </a:lnTo>
                  <a:lnTo>
                    <a:pt x="20" y="301"/>
                  </a:lnTo>
                  <a:lnTo>
                    <a:pt x="20" y="301"/>
                  </a:lnTo>
                  <a:lnTo>
                    <a:pt x="40" y="301"/>
                  </a:lnTo>
                  <a:lnTo>
                    <a:pt x="40" y="301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60" y="0"/>
                  </a:lnTo>
                  <a:lnTo>
                    <a:pt x="14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42">
              <a:extLst>
                <a:ext uri="{FF2B5EF4-FFF2-40B4-BE49-F238E27FC236}">
                  <a16:creationId xmlns:a16="http://schemas.microsoft.com/office/drawing/2014/main" id="{D2C30926-E8FC-5B10-412C-C57756619E9C}"/>
                </a:ext>
              </a:extLst>
            </p:cNvPr>
            <p:cNvSpPr/>
            <p:nvPr/>
          </p:nvSpPr>
          <p:spPr>
            <a:xfrm>
              <a:off x="11250550" y="4336938"/>
              <a:ext cx="896950" cy="640275"/>
            </a:xfrm>
            <a:custGeom>
              <a:avLst/>
              <a:gdLst/>
              <a:ahLst/>
              <a:cxnLst/>
              <a:rect l="l" t="t" r="r" b="b"/>
              <a:pathLst>
                <a:path w="35878" h="25611" extrusionOk="0">
                  <a:moveTo>
                    <a:pt x="0" y="1"/>
                  </a:moveTo>
                  <a:lnTo>
                    <a:pt x="3028" y="25611"/>
                  </a:lnTo>
                  <a:lnTo>
                    <a:pt x="34534" y="25611"/>
                  </a:lnTo>
                  <a:lnTo>
                    <a:pt x="34734" y="21720"/>
                  </a:lnTo>
                  <a:lnTo>
                    <a:pt x="35697" y="3470"/>
                  </a:lnTo>
                  <a:lnTo>
                    <a:pt x="358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42">
              <a:extLst>
                <a:ext uri="{FF2B5EF4-FFF2-40B4-BE49-F238E27FC236}">
                  <a16:creationId xmlns:a16="http://schemas.microsoft.com/office/drawing/2014/main" id="{0FE586DB-5F85-BB1F-5E4E-F8A155B10E7D}"/>
                </a:ext>
              </a:extLst>
            </p:cNvPr>
            <p:cNvSpPr/>
            <p:nvPr/>
          </p:nvSpPr>
          <p:spPr>
            <a:xfrm>
              <a:off x="11250550" y="4336938"/>
              <a:ext cx="896950" cy="640275"/>
            </a:xfrm>
            <a:custGeom>
              <a:avLst/>
              <a:gdLst/>
              <a:ahLst/>
              <a:cxnLst/>
              <a:rect l="l" t="t" r="r" b="b"/>
              <a:pathLst>
                <a:path w="35878" h="25611" fill="none" extrusionOk="0">
                  <a:moveTo>
                    <a:pt x="35878" y="1"/>
                  </a:moveTo>
                  <a:lnTo>
                    <a:pt x="35697" y="3470"/>
                  </a:lnTo>
                  <a:lnTo>
                    <a:pt x="34734" y="21720"/>
                  </a:lnTo>
                  <a:lnTo>
                    <a:pt x="34534" y="25611"/>
                  </a:lnTo>
                  <a:lnTo>
                    <a:pt x="3028" y="25611"/>
                  </a:lnTo>
                  <a:lnTo>
                    <a:pt x="0" y="1"/>
                  </a:lnTo>
                  <a:lnTo>
                    <a:pt x="3587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42">
              <a:extLst>
                <a:ext uri="{FF2B5EF4-FFF2-40B4-BE49-F238E27FC236}">
                  <a16:creationId xmlns:a16="http://schemas.microsoft.com/office/drawing/2014/main" id="{A721A769-4295-E0CB-22A1-B41EBE9EDFA5}"/>
                </a:ext>
              </a:extLst>
            </p:cNvPr>
            <p:cNvSpPr/>
            <p:nvPr/>
          </p:nvSpPr>
          <p:spPr>
            <a:xfrm>
              <a:off x="11268075" y="4484338"/>
              <a:ext cx="842825" cy="492875"/>
            </a:xfrm>
            <a:custGeom>
              <a:avLst/>
              <a:gdLst/>
              <a:ahLst/>
              <a:cxnLst/>
              <a:rect l="l" t="t" r="r" b="b"/>
              <a:pathLst>
                <a:path w="33713" h="19715" extrusionOk="0">
                  <a:moveTo>
                    <a:pt x="1" y="1"/>
                  </a:moveTo>
                  <a:lnTo>
                    <a:pt x="1585" y="13337"/>
                  </a:lnTo>
                  <a:lnTo>
                    <a:pt x="1706" y="13899"/>
                  </a:lnTo>
                  <a:lnTo>
                    <a:pt x="1806" y="14440"/>
                  </a:lnTo>
                  <a:lnTo>
                    <a:pt x="1946" y="15463"/>
                  </a:lnTo>
                  <a:lnTo>
                    <a:pt x="2026" y="15884"/>
                  </a:lnTo>
                  <a:lnTo>
                    <a:pt x="2107" y="16245"/>
                  </a:lnTo>
                  <a:lnTo>
                    <a:pt x="2147" y="16385"/>
                  </a:lnTo>
                  <a:lnTo>
                    <a:pt x="2187" y="16506"/>
                  </a:lnTo>
                  <a:lnTo>
                    <a:pt x="2227" y="16606"/>
                  </a:lnTo>
                  <a:lnTo>
                    <a:pt x="2287" y="16666"/>
                  </a:lnTo>
                  <a:lnTo>
                    <a:pt x="2468" y="16766"/>
                  </a:lnTo>
                  <a:lnTo>
                    <a:pt x="2728" y="16887"/>
                  </a:lnTo>
                  <a:lnTo>
                    <a:pt x="3129" y="17067"/>
                  </a:lnTo>
                  <a:lnTo>
                    <a:pt x="3631" y="17248"/>
                  </a:lnTo>
                  <a:lnTo>
                    <a:pt x="4212" y="17448"/>
                  </a:lnTo>
                  <a:lnTo>
                    <a:pt x="4894" y="17669"/>
                  </a:lnTo>
                  <a:lnTo>
                    <a:pt x="5676" y="17910"/>
                  </a:lnTo>
                  <a:lnTo>
                    <a:pt x="6539" y="18150"/>
                  </a:lnTo>
                  <a:lnTo>
                    <a:pt x="7461" y="18391"/>
                  </a:lnTo>
                  <a:lnTo>
                    <a:pt x="8464" y="18632"/>
                  </a:lnTo>
                  <a:lnTo>
                    <a:pt x="9547" y="18852"/>
                  </a:lnTo>
                  <a:lnTo>
                    <a:pt x="10690" y="19073"/>
                  </a:lnTo>
                  <a:lnTo>
                    <a:pt x="11873" y="19253"/>
                  </a:lnTo>
                  <a:lnTo>
                    <a:pt x="13117" y="19434"/>
                  </a:lnTo>
                  <a:lnTo>
                    <a:pt x="14400" y="19554"/>
                  </a:lnTo>
                  <a:lnTo>
                    <a:pt x="15724" y="19674"/>
                  </a:lnTo>
                  <a:lnTo>
                    <a:pt x="16566" y="19715"/>
                  </a:lnTo>
                  <a:lnTo>
                    <a:pt x="18030" y="19715"/>
                  </a:lnTo>
                  <a:lnTo>
                    <a:pt x="18632" y="19694"/>
                  </a:lnTo>
                  <a:lnTo>
                    <a:pt x="19313" y="19674"/>
                  </a:lnTo>
                  <a:lnTo>
                    <a:pt x="19995" y="19614"/>
                  </a:lnTo>
                  <a:lnTo>
                    <a:pt x="20657" y="19554"/>
                  </a:lnTo>
                  <a:lnTo>
                    <a:pt x="21339" y="19494"/>
                  </a:lnTo>
                  <a:lnTo>
                    <a:pt x="22642" y="19313"/>
                  </a:lnTo>
                  <a:lnTo>
                    <a:pt x="23926" y="19113"/>
                  </a:lnTo>
                  <a:lnTo>
                    <a:pt x="25149" y="18872"/>
                  </a:lnTo>
                  <a:lnTo>
                    <a:pt x="26333" y="18612"/>
                  </a:lnTo>
                  <a:lnTo>
                    <a:pt x="27456" y="18331"/>
                  </a:lnTo>
                  <a:lnTo>
                    <a:pt x="28498" y="18050"/>
                  </a:lnTo>
                  <a:lnTo>
                    <a:pt x="29481" y="17769"/>
                  </a:lnTo>
                  <a:lnTo>
                    <a:pt x="30363" y="17488"/>
                  </a:lnTo>
                  <a:lnTo>
                    <a:pt x="31146" y="17228"/>
                  </a:lnTo>
                  <a:lnTo>
                    <a:pt x="31847" y="16987"/>
                  </a:lnTo>
                  <a:lnTo>
                    <a:pt x="32870" y="16606"/>
                  </a:lnTo>
                  <a:lnTo>
                    <a:pt x="33412" y="16406"/>
                  </a:lnTo>
                  <a:lnTo>
                    <a:pt x="33492" y="16345"/>
                  </a:lnTo>
                  <a:lnTo>
                    <a:pt x="33572" y="16245"/>
                  </a:lnTo>
                  <a:lnTo>
                    <a:pt x="33652" y="16085"/>
                  </a:lnTo>
                  <a:lnTo>
                    <a:pt x="33713" y="15904"/>
                  </a:lnTo>
                  <a:lnTo>
                    <a:pt x="33713" y="15904"/>
                  </a:lnTo>
                  <a:lnTo>
                    <a:pt x="33031" y="16065"/>
                  </a:lnTo>
                  <a:lnTo>
                    <a:pt x="32128" y="16245"/>
                  </a:lnTo>
                  <a:lnTo>
                    <a:pt x="31065" y="16446"/>
                  </a:lnTo>
                  <a:lnTo>
                    <a:pt x="29842" y="16646"/>
                  </a:lnTo>
                  <a:lnTo>
                    <a:pt x="28458" y="16847"/>
                  </a:lnTo>
                  <a:lnTo>
                    <a:pt x="27736" y="16927"/>
                  </a:lnTo>
                  <a:lnTo>
                    <a:pt x="26974" y="16987"/>
                  </a:lnTo>
                  <a:lnTo>
                    <a:pt x="26172" y="17047"/>
                  </a:lnTo>
                  <a:lnTo>
                    <a:pt x="25370" y="17087"/>
                  </a:lnTo>
                  <a:lnTo>
                    <a:pt x="24528" y="17107"/>
                  </a:lnTo>
                  <a:lnTo>
                    <a:pt x="23685" y="17127"/>
                  </a:lnTo>
                  <a:lnTo>
                    <a:pt x="22462" y="17107"/>
                  </a:lnTo>
                  <a:lnTo>
                    <a:pt x="21239" y="17047"/>
                  </a:lnTo>
                  <a:lnTo>
                    <a:pt x="20617" y="16987"/>
                  </a:lnTo>
                  <a:lnTo>
                    <a:pt x="19975" y="16927"/>
                  </a:lnTo>
                  <a:lnTo>
                    <a:pt x="19354" y="16867"/>
                  </a:lnTo>
                  <a:lnTo>
                    <a:pt x="18712" y="16766"/>
                  </a:lnTo>
                  <a:lnTo>
                    <a:pt x="18070" y="16666"/>
                  </a:lnTo>
                  <a:lnTo>
                    <a:pt x="17428" y="16546"/>
                  </a:lnTo>
                  <a:lnTo>
                    <a:pt x="16787" y="16426"/>
                  </a:lnTo>
                  <a:lnTo>
                    <a:pt x="16145" y="16265"/>
                  </a:lnTo>
                  <a:lnTo>
                    <a:pt x="15503" y="16105"/>
                  </a:lnTo>
                  <a:lnTo>
                    <a:pt x="14861" y="15924"/>
                  </a:lnTo>
                  <a:lnTo>
                    <a:pt x="14220" y="15724"/>
                  </a:lnTo>
                  <a:lnTo>
                    <a:pt x="13578" y="15503"/>
                  </a:lnTo>
                  <a:lnTo>
                    <a:pt x="13197" y="15343"/>
                  </a:lnTo>
                  <a:lnTo>
                    <a:pt x="12836" y="15162"/>
                  </a:lnTo>
                  <a:lnTo>
                    <a:pt x="12475" y="14942"/>
                  </a:lnTo>
                  <a:lnTo>
                    <a:pt x="12134" y="14721"/>
                  </a:lnTo>
                  <a:lnTo>
                    <a:pt x="11833" y="14460"/>
                  </a:lnTo>
                  <a:lnTo>
                    <a:pt x="11532" y="14200"/>
                  </a:lnTo>
                  <a:lnTo>
                    <a:pt x="11272" y="13899"/>
                  </a:lnTo>
                  <a:lnTo>
                    <a:pt x="11031" y="13578"/>
                  </a:lnTo>
                  <a:lnTo>
                    <a:pt x="10810" y="13257"/>
                  </a:lnTo>
                  <a:lnTo>
                    <a:pt x="10630" y="12916"/>
                  </a:lnTo>
                  <a:lnTo>
                    <a:pt x="10469" y="12535"/>
                  </a:lnTo>
                  <a:lnTo>
                    <a:pt x="10349" y="12174"/>
                  </a:lnTo>
                  <a:lnTo>
                    <a:pt x="10249" y="11773"/>
                  </a:lnTo>
                  <a:lnTo>
                    <a:pt x="10189" y="11372"/>
                  </a:lnTo>
                  <a:lnTo>
                    <a:pt x="10149" y="10951"/>
                  </a:lnTo>
                  <a:lnTo>
                    <a:pt x="10149" y="10530"/>
                  </a:lnTo>
                  <a:lnTo>
                    <a:pt x="10189" y="10108"/>
                  </a:lnTo>
                  <a:lnTo>
                    <a:pt x="10269" y="9727"/>
                  </a:lnTo>
                  <a:lnTo>
                    <a:pt x="10369" y="9346"/>
                  </a:lnTo>
                  <a:lnTo>
                    <a:pt x="10510" y="8985"/>
                  </a:lnTo>
                  <a:lnTo>
                    <a:pt x="10670" y="8644"/>
                  </a:lnTo>
                  <a:lnTo>
                    <a:pt x="10850" y="8303"/>
                  </a:lnTo>
                  <a:lnTo>
                    <a:pt x="11071" y="7983"/>
                  </a:lnTo>
                  <a:lnTo>
                    <a:pt x="11312" y="7702"/>
                  </a:lnTo>
                  <a:lnTo>
                    <a:pt x="11572" y="7421"/>
                  </a:lnTo>
                  <a:lnTo>
                    <a:pt x="11853" y="7140"/>
                  </a:lnTo>
                  <a:lnTo>
                    <a:pt x="12134" y="6900"/>
                  </a:lnTo>
                  <a:lnTo>
                    <a:pt x="12455" y="6659"/>
                  </a:lnTo>
                  <a:lnTo>
                    <a:pt x="12776" y="6438"/>
                  </a:lnTo>
                  <a:lnTo>
                    <a:pt x="13117" y="6238"/>
                  </a:lnTo>
                  <a:lnTo>
                    <a:pt x="13458" y="6037"/>
                  </a:lnTo>
                  <a:lnTo>
                    <a:pt x="13819" y="5877"/>
                  </a:lnTo>
                  <a:lnTo>
                    <a:pt x="14540" y="5576"/>
                  </a:lnTo>
                  <a:lnTo>
                    <a:pt x="15282" y="5295"/>
                  </a:lnTo>
                  <a:lnTo>
                    <a:pt x="16045" y="5055"/>
                  </a:lnTo>
                  <a:lnTo>
                    <a:pt x="16807" y="4854"/>
                  </a:lnTo>
                  <a:lnTo>
                    <a:pt x="18351" y="4473"/>
                  </a:lnTo>
                  <a:lnTo>
                    <a:pt x="19895" y="4092"/>
                  </a:lnTo>
                  <a:lnTo>
                    <a:pt x="21580" y="3651"/>
                  </a:lnTo>
                  <a:lnTo>
                    <a:pt x="23244" y="3190"/>
                  </a:lnTo>
                  <a:lnTo>
                    <a:pt x="24086" y="2929"/>
                  </a:lnTo>
                  <a:lnTo>
                    <a:pt x="24929" y="2688"/>
                  </a:lnTo>
                  <a:lnTo>
                    <a:pt x="25751" y="2407"/>
                  </a:lnTo>
                  <a:lnTo>
                    <a:pt x="26573" y="2127"/>
                  </a:lnTo>
                  <a:lnTo>
                    <a:pt x="27335" y="1846"/>
                  </a:lnTo>
                  <a:lnTo>
                    <a:pt x="28097" y="1545"/>
                  </a:lnTo>
                  <a:lnTo>
                    <a:pt x="28097" y="1545"/>
                  </a:lnTo>
                  <a:lnTo>
                    <a:pt x="26834" y="1846"/>
                  </a:lnTo>
                  <a:lnTo>
                    <a:pt x="25510" y="2127"/>
                  </a:lnTo>
                  <a:lnTo>
                    <a:pt x="24147" y="2387"/>
                  </a:lnTo>
                  <a:lnTo>
                    <a:pt x="22723" y="2608"/>
                  </a:lnTo>
                  <a:lnTo>
                    <a:pt x="21279" y="2788"/>
                  </a:lnTo>
                  <a:lnTo>
                    <a:pt x="20537" y="2869"/>
                  </a:lnTo>
                  <a:lnTo>
                    <a:pt x="19795" y="2929"/>
                  </a:lnTo>
                  <a:lnTo>
                    <a:pt x="19033" y="2989"/>
                  </a:lnTo>
                  <a:lnTo>
                    <a:pt x="18291" y="3029"/>
                  </a:lnTo>
                  <a:lnTo>
                    <a:pt x="17529" y="3049"/>
                  </a:lnTo>
                  <a:lnTo>
                    <a:pt x="16767" y="3069"/>
                  </a:lnTo>
                  <a:lnTo>
                    <a:pt x="15724" y="3049"/>
                  </a:lnTo>
                  <a:lnTo>
                    <a:pt x="14701" y="2989"/>
                  </a:lnTo>
                  <a:lnTo>
                    <a:pt x="13458" y="2909"/>
                  </a:lnTo>
                  <a:lnTo>
                    <a:pt x="12254" y="2788"/>
                  </a:lnTo>
                  <a:lnTo>
                    <a:pt x="11071" y="2648"/>
                  </a:lnTo>
                  <a:lnTo>
                    <a:pt x="9928" y="2488"/>
                  </a:lnTo>
                  <a:lnTo>
                    <a:pt x="8825" y="2307"/>
                  </a:lnTo>
                  <a:lnTo>
                    <a:pt x="7742" y="2107"/>
                  </a:lnTo>
                  <a:lnTo>
                    <a:pt x="6719" y="1906"/>
                  </a:lnTo>
                  <a:lnTo>
                    <a:pt x="5757" y="1685"/>
                  </a:lnTo>
                  <a:lnTo>
                    <a:pt x="4834" y="1465"/>
                  </a:lnTo>
                  <a:lnTo>
                    <a:pt x="3952" y="1244"/>
                  </a:lnTo>
                  <a:lnTo>
                    <a:pt x="3129" y="1024"/>
                  </a:lnTo>
                  <a:lnTo>
                    <a:pt x="2367" y="803"/>
                  </a:lnTo>
                  <a:lnTo>
                    <a:pt x="1686" y="582"/>
                  </a:lnTo>
                  <a:lnTo>
                    <a:pt x="1044" y="38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30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42">
              <a:extLst>
                <a:ext uri="{FF2B5EF4-FFF2-40B4-BE49-F238E27FC236}">
                  <a16:creationId xmlns:a16="http://schemas.microsoft.com/office/drawing/2014/main" id="{5AE4137A-1F0A-0C12-346D-7B35468D5C6E}"/>
                </a:ext>
              </a:extLst>
            </p:cNvPr>
            <p:cNvSpPr/>
            <p:nvPr/>
          </p:nvSpPr>
          <p:spPr>
            <a:xfrm>
              <a:off x="11268075" y="4484338"/>
              <a:ext cx="842825" cy="492875"/>
            </a:xfrm>
            <a:custGeom>
              <a:avLst/>
              <a:gdLst/>
              <a:ahLst/>
              <a:cxnLst/>
              <a:rect l="l" t="t" r="r" b="b"/>
              <a:pathLst>
                <a:path w="33713" h="19715" fill="none" extrusionOk="0">
                  <a:moveTo>
                    <a:pt x="1" y="1"/>
                  </a:moveTo>
                  <a:lnTo>
                    <a:pt x="1585" y="13337"/>
                  </a:lnTo>
                  <a:lnTo>
                    <a:pt x="1585" y="13337"/>
                  </a:lnTo>
                  <a:lnTo>
                    <a:pt x="1706" y="13899"/>
                  </a:lnTo>
                  <a:lnTo>
                    <a:pt x="1806" y="14440"/>
                  </a:lnTo>
                  <a:lnTo>
                    <a:pt x="1946" y="15463"/>
                  </a:lnTo>
                  <a:lnTo>
                    <a:pt x="2026" y="15884"/>
                  </a:lnTo>
                  <a:lnTo>
                    <a:pt x="2107" y="16245"/>
                  </a:lnTo>
                  <a:lnTo>
                    <a:pt x="2147" y="16385"/>
                  </a:lnTo>
                  <a:lnTo>
                    <a:pt x="2187" y="16506"/>
                  </a:lnTo>
                  <a:lnTo>
                    <a:pt x="2227" y="16606"/>
                  </a:lnTo>
                  <a:lnTo>
                    <a:pt x="2287" y="16666"/>
                  </a:lnTo>
                  <a:lnTo>
                    <a:pt x="2287" y="16666"/>
                  </a:lnTo>
                  <a:lnTo>
                    <a:pt x="2468" y="16766"/>
                  </a:lnTo>
                  <a:lnTo>
                    <a:pt x="2728" y="16887"/>
                  </a:lnTo>
                  <a:lnTo>
                    <a:pt x="3129" y="17067"/>
                  </a:lnTo>
                  <a:lnTo>
                    <a:pt x="3631" y="17248"/>
                  </a:lnTo>
                  <a:lnTo>
                    <a:pt x="4212" y="17448"/>
                  </a:lnTo>
                  <a:lnTo>
                    <a:pt x="4894" y="17669"/>
                  </a:lnTo>
                  <a:lnTo>
                    <a:pt x="5676" y="17910"/>
                  </a:lnTo>
                  <a:lnTo>
                    <a:pt x="6539" y="18150"/>
                  </a:lnTo>
                  <a:lnTo>
                    <a:pt x="7461" y="18391"/>
                  </a:lnTo>
                  <a:lnTo>
                    <a:pt x="8464" y="18632"/>
                  </a:lnTo>
                  <a:lnTo>
                    <a:pt x="9547" y="18852"/>
                  </a:lnTo>
                  <a:lnTo>
                    <a:pt x="10690" y="19073"/>
                  </a:lnTo>
                  <a:lnTo>
                    <a:pt x="11873" y="19253"/>
                  </a:lnTo>
                  <a:lnTo>
                    <a:pt x="13117" y="19434"/>
                  </a:lnTo>
                  <a:lnTo>
                    <a:pt x="14400" y="19554"/>
                  </a:lnTo>
                  <a:lnTo>
                    <a:pt x="15724" y="19674"/>
                  </a:lnTo>
                  <a:lnTo>
                    <a:pt x="15724" y="19674"/>
                  </a:lnTo>
                  <a:lnTo>
                    <a:pt x="16566" y="19715"/>
                  </a:lnTo>
                  <a:lnTo>
                    <a:pt x="17428" y="19715"/>
                  </a:lnTo>
                  <a:lnTo>
                    <a:pt x="17428" y="19715"/>
                  </a:lnTo>
                  <a:lnTo>
                    <a:pt x="18030" y="19715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9313" y="19674"/>
                  </a:lnTo>
                  <a:lnTo>
                    <a:pt x="19995" y="19614"/>
                  </a:lnTo>
                  <a:lnTo>
                    <a:pt x="20657" y="19554"/>
                  </a:lnTo>
                  <a:lnTo>
                    <a:pt x="21339" y="19494"/>
                  </a:lnTo>
                  <a:lnTo>
                    <a:pt x="22642" y="19313"/>
                  </a:lnTo>
                  <a:lnTo>
                    <a:pt x="23926" y="19113"/>
                  </a:lnTo>
                  <a:lnTo>
                    <a:pt x="25149" y="18872"/>
                  </a:lnTo>
                  <a:lnTo>
                    <a:pt x="26333" y="18612"/>
                  </a:lnTo>
                  <a:lnTo>
                    <a:pt x="27456" y="18331"/>
                  </a:lnTo>
                  <a:lnTo>
                    <a:pt x="28498" y="18050"/>
                  </a:lnTo>
                  <a:lnTo>
                    <a:pt x="29481" y="17769"/>
                  </a:lnTo>
                  <a:lnTo>
                    <a:pt x="30363" y="17488"/>
                  </a:lnTo>
                  <a:lnTo>
                    <a:pt x="31146" y="17228"/>
                  </a:lnTo>
                  <a:lnTo>
                    <a:pt x="31847" y="16987"/>
                  </a:lnTo>
                  <a:lnTo>
                    <a:pt x="32870" y="16606"/>
                  </a:lnTo>
                  <a:lnTo>
                    <a:pt x="33412" y="16406"/>
                  </a:lnTo>
                  <a:lnTo>
                    <a:pt x="33412" y="16406"/>
                  </a:lnTo>
                  <a:lnTo>
                    <a:pt x="33492" y="16345"/>
                  </a:lnTo>
                  <a:lnTo>
                    <a:pt x="33572" y="16245"/>
                  </a:lnTo>
                  <a:lnTo>
                    <a:pt x="33652" y="16085"/>
                  </a:lnTo>
                  <a:lnTo>
                    <a:pt x="33713" y="15904"/>
                  </a:lnTo>
                  <a:lnTo>
                    <a:pt x="33713" y="15904"/>
                  </a:lnTo>
                  <a:lnTo>
                    <a:pt x="33031" y="16065"/>
                  </a:lnTo>
                  <a:lnTo>
                    <a:pt x="32128" y="16245"/>
                  </a:lnTo>
                  <a:lnTo>
                    <a:pt x="31065" y="16446"/>
                  </a:lnTo>
                  <a:lnTo>
                    <a:pt x="29842" y="16646"/>
                  </a:lnTo>
                  <a:lnTo>
                    <a:pt x="28458" y="16847"/>
                  </a:lnTo>
                  <a:lnTo>
                    <a:pt x="27736" y="16927"/>
                  </a:lnTo>
                  <a:lnTo>
                    <a:pt x="26974" y="16987"/>
                  </a:lnTo>
                  <a:lnTo>
                    <a:pt x="26172" y="17047"/>
                  </a:lnTo>
                  <a:lnTo>
                    <a:pt x="25370" y="17087"/>
                  </a:lnTo>
                  <a:lnTo>
                    <a:pt x="24528" y="17107"/>
                  </a:lnTo>
                  <a:lnTo>
                    <a:pt x="23685" y="17127"/>
                  </a:lnTo>
                  <a:lnTo>
                    <a:pt x="23685" y="17127"/>
                  </a:lnTo>
                  <a:lnTo>
                    <a:pt x="22462" y="17107"/>
                  </a:lnTo>
                  <a:lnTo>
                    <a:pt x="21239" y="17047"/>
                  </a:lnTo>
                  <a:lnTo>
                    <a:pt x="20617" y="16987"/>
                  </a:lnTo>
                  <a:lnTo>
                    <a:pt x="19975" y="16927"/>
                  </a:lnTo>
                  <a:lnTo>
                    <a:pt x="19354" y="16867"/>
                  </a:lnTo>
                  <a:lnTo>
                    <a:pt x="18712" y="16766"/>
                  </a:lnTo>
                  <a:lnTo>
                    <a:pt x="18070" y="16666"/>
                  </a:lnTo>
                  <a:lnTo>
                    <a:pt x="17428" y="16546"/>
                  </a:lnTo>
                  <a:lnTo>
                    <a:pt x="16787" y="16426"/>
                  </a:lnTo>
                  <a:lnTo>
                    <a:pt x="16145" y="16265"/>
                  </a:lnTo>
                  <a:lnTo>
                    <a:pt x="15503" y="16105"/>
                  </a:lnTo>
                  <a:lnTo>
                    <a:pt x="14861" y="15924"/>
                  </a:lnTo>
                  <a:lnTo>
                    <a:pt x="14220" y="15724"/>
                  </a:lnTo>
                  <a:lnTo>
                    <a:pt x="13578" y="15503"/>
                  </a:lnTo>
                  <a:lnTo>
                    <a:pt x="13578" y="15503"/>
                  </a:lnTo>
                  <a:lnTo>
                    <a:pt x="13197" y="15343"/>
                  </a:lnTo>
                  <a:lnTo>
                    <a:pt x="12836" y="15162"/>
                  </a:lnTo>
                  <a:lnTo>
                    <a:pt x="12475" y="14942"/>
                  </a:lnTo>
                  <a:lnTo>
                    <a:pt x="12134" y="14721"/>
                  </a:lnTo>
                  <a:lnTo>
                    <a:pt x="11833" y="14460"/>
                  </a:lnTo>
                  <a:lnTo>
                    <a:pt x="11532" y="14200"/>
                  </a:lnTo>
                  <a:lnTo>
                    <a:pt x="11272" y="13899"/>
                  </a:lnTo>
                  <a:lnTo>
                    <a:pt x="11031" y="13578"/>
                  </a:lnTo>
                  <a:lnTo>
                    <a:pt x="10810" y="13257"/>
                  </a:lnTo>
                  <a:lnTo>
                    <a:pt x="10630" y="12916"/>
                  </a:lnTo>
                  <a:lnTo>
                    <a:pt x="10469" y="12535"/>
                  </a:lnTo>
                  <a:lnTo>
                    <a:pt x="10349" y="12174"/>
                  </a:lnTo>
                  <a:lnTo>
                    <a:pt x="10249" y="11773"/>
                  </a:lnTo>
                  <a:lnTo>
                    <a:pt x="10189" y="11372"/>
                  </a:lnTo>
                  <a:lnTo>
                    <a:pt x="10149" y="10951"/>
                  </a:lnTo>
                  <a:lnTo>
                    <a:pt x="10149" y="10530"/>
                  </a:lnTo>
                  <a:lnTo>
                    <a:pt x="10149" y="10530"/>
                  </a:lnTo>
                  <a:lnTo>
                    <a:pt x="10189" y="10108"/>
                  </a:lnTo>
                  <a:lnTo>
                    <a:pt x="10269" y="9727"/>
                  </a:lnTo>
                  <a:lnTo>
                    <a:pt x="10369" y="9346"/>
                  </a:lnTo>
                  <a:lnTo>
                    <a:pt x="10510" y="8985"/>
                  </a:lnTo>
                  <a:lnTo>
                    <a:pt x="10670" y="8644"/>
                  </a:lnTo>
                  <a:lnTo>
                    <a:pt x="10850" y="8303"/>
                  </a:lnTo>
                  <a:lnTo>
                    <a:pt x="11071" y="7983"/>
                  </a:lnTo>
                  <a:lnTo>
                    <a:pt x="11312" y="7702"/>
                  </a:lnTo>
                  <a:lnTo>
                    <a:pt x="11572" y="7421"/>
                  </a:lnTo>
                  <a:lnTo>
                    <a:pt x="11853" y="7140"/>
                  </a:lnTo>
                  <a:lnTo>
                    <a:pt x="12134" y="6900"/>
                  </a:lnTo>
                  <a:lnTo>
                    <a:pt x="12455" y="6659"/>
                  </a:lnTo>
                  <a:lnTo>
                    <a:pt x="12776" y="6438"/>
                  </a:lnTo>
                  <a:lnTo>
                    <a:pt x="13117" y="6238"/>
                  </a:lnTo>
                  <a:lnTo>
                    <a:pt x="13458" y="6037"/>
                  </a:lnTo>
                  <a:lnTo>
                    <a:pt x="13819" y="5877"/>
                  </a:lnTo>
                  <a:lnTo>
                    <a:pt x="13819" y="5877"/>
                  </a:lnTo>
                  <a:lnTo>
                    <a:pt x="14540" y="5576"/>
                  </a:lnTo>
                  <a:lnTo>
                    <a:pt x="15282" y="5295"/>
                  </a:lnTo>
                  <a:lnTo>
                    <a:pt x="16045" y="5055"/>
                  </a:lnTo>
                  <a:lnTo>
                    <a:pt x="16807" y="4854"/>
                  </a:lnTo>
                  <a:lnTo>
                    <a:pt x="18351" y="4473"/>
                  </a:lnTo>
                  <a:lnTo>
                    <a:pt x="19895" y="4092"/>
                  </a:lnTo>
                  <a:lnTo>
                    <a:pt x="19895" y="4092"/>
                  </a:lnTo>
                  <a:lnTo>
                    <a:pt x="21580" y="3651"/>
                  </a:lnTo>
                  <a:lnTo>
                    <a:pt x="23244" y="3190"/>
                  </a:lnTo>
                  <a:lnTo>
                    <a:pt x="24086" y="2929"/>
                  </a:lnTo>
                  <a:lnTo>
                    <a:pt x="24929" y="2688"/>
                  </a:lnTo>
                  <a:lnTo>
                    <a:pt x="25751" y="2407"/>
                  </a:lnTo>
                  <a:lnTo>
                    <a:pt x="26573" y="2127"/>
                  </a:lnTo>
                  <a:lnTo>
                    <a:pt x="26573" y="2127"/>
                  </a:lnTo>
                  <a:lnTo>
                    <a:pt x="27335" y="1846"/>
                  </a:lnTo>
                  <a:lnTo>
                    <a:pt x="28097" y="1545"/>
                  </a:lnTo>
                  <a:lnTo>
                    <a:pt x="28097" y="1545"/>
                  </a:lnTo>
                  <a:lnTo>
                    <a:pt x="26834" y="1846"/>
                  </a:lnTo>
                  <a:lnTo>
                    <a:pt x="25510" y="2127"/>
                  </a:lnTo>
                  <a:lnTo>
                    <a:pt x="24147" y="2387"/>
                  </a:lnTo>
                  <a:lnTo>
                    <a:pt x="22723" y="2608"/>
                  </a:lnTo>
                  <a:lnTo>
                    <a:pt x="21279" y="2788"/>
                  </a:lnTo>
                  <a:lnTo>
                    <a:pt x="20537" y="2869"/>
                  </a:lnTo>
                  <a:lnTo>
                    <a:pt x="19795" y="2929"/>
                  </a:lnTo>
                  <a:lnTo>
                    <a:pt x="19033" y="2989"/>
                  </a:lnTo>
                  <a:lnTo>
                    <a:pt x="18291" y="3029"/>
                  </a:lnTo>
                  <a:lnTo>
                    <a:pt x="17529" y="3049"/>
                  </a:lnTo>
                  <a:lnTo>
                    <a:pt x="16767" y="3069"/>
                  </a:lnTo>
                  <a:lnTo>
                    <a:pt x="16767" y="3069"/>
                  </a:lnTo>
                  <a:lnTo>
                    <a:pt x="15724" y="3049"/>
                  </a:lnTo>
                  <a:lnTo>
                    <a:pt x="14701" y="2989"/>
                  </a:lnTo>
                  <a:lnTo>
                    <a:pt x="14701" y="2989"/>
                  </a:lnTo>
                  <a:lnTo>
                    <a:pt x="13458" y="2909"/>
                  </a:lnTo>
                  <a:lnTo>
                    <a:pt x="12254" y="2788"/>
                  </a:lnTo>
                  <a:lnTo>
                    <a:pt x="11071" y="2648"/>
                  </a:lnTo>
                  <a:lnTo>
                    <a:pt x="9928" y="2488"/>
                  </a:lnTo>
                  <a:lnTo>
                    <a:pt x="8825" y="2307"/>
                  </a:lnTo>
                  <a:lnTo>
                    <a:pt x="7742" y="2107"/>
                  </a:lnTo>
                  <a:lnTo>
                    <a:pt x="6719" y="1906"/>
                  </a:lnTo>
                  <a:lnTo>
                    <a:pt x="5757" y="1685"/>
                  </a:lnTo>
                  <a:lnTo>
                    <a:pt x="4834" y="1465"/>
                  </a:lnTo>
                  <a:lnTo>
                    <a:pt x="3952" y="1244"/>
                  </a:lnTo>
                  <a:lnTo>
                    <a:pt x="3129" y="1024"/>
                  </a:lnTo>
                  <a:lnTo>
                    <a:pt x="2367" y="803"/>
                  </a:lnTo>
                  <a:lnTo>
                    <a:pt x="1686" y="582"/>
                  </a:lnTo>
                  <a:lnTo>
                    <a:pt x="1044" y="382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42">
              <a:extLst>
                <a:ext uri="{FF2B5EF4-FFF2-40B4-BE49-F238E27FC236}">
                  <a16:creationId xmlns:a16="http://schemas.microsoft.com/office/drawing/2014/main" id="{EFF7EEFD-DE8A-D217-0778-9BFD32C9A71D}"/>
                </a:ext>
              </a:extLst>
            </p:cNvPr>
            <p:cNvSpPr/>
            <p:nvPr/>
          </p:nvSpPr>
          <p:spPr>
            <a:xfrm>
              <a:off x="11186375" y="4148438"/>
              <a:ext cx="1004750" cy="412650"/>
            </a:xfrm>
            <a:custGeom>
              <a:avLst/>
              <a:gdLst/>
              <a:ahLst/>
              <a:cxnLst/>
              <a:rect l="l" t="t" r="r" b="b"/>
              <a:pathLst>
                <a:path w="40190" h="16506" extrusionOk="0">
                  <a:moveTo>
                    <a:pt x="19212" y="0"/>
                  </a:moveTo>
                  <a:lnTo>
                    <a:pt x="17889" y="20"/>
                  </a:lnTo>
                  <a:lnTo>
                    <a:pt x="16565" y="61"/>
                  </a:lnTo>
                  <a:lnTo>
                    <a:pt x="15262" y="141"/>
                  </a:lnTo>
                  <a:lnTo>
                    <a:pt x="13998" y="221"/>
                  </a:lnTo>
                  <a:lnTo>
                    <a:pt x="12775" y="321"/>
                  </a:lnTo>
                  <a:lnTo>
                    <a:pt x="11592" y="462"/>
                  </a:lnTo>
                  <a:lnTo>
                    <a:pt x="10469" y="602"/>
                  </a:lnTo>
                  <a:lnTo>
                    <a:pt x="9406" y="782"/>
                  </a:lnTo>
                  <a:lnTo>
                    <a:pt x="8423" y="983"/>
                  </a:lnTo>
                  <a:lnTo>
                    <a:pt x="7541" y="1204"/>
                  </a:lnTo>
                  <a:lnTo>
                    <a:pt x="7119" y="1324"/>
                  </a:lnTo>
                  <a:lnTo>
                    <a:pt x="6738" y="1444"/>
                  </a:lnTo>
                  <a:lnTo>
                    <a:pt x="5776" y="1785"/>
                  </a:lnTo>
                  <a:lnTo>
                    <a:pt x="4893" y="2126"/>
                  </a:lnTo>
                  <a:lnTo>
                    <a:pt x="4111" y="2467"/>
                  </a:lnTo>
                  <a:lnTo>
                    <a:pt x="3389" y="2828"/>
                  </a:lnTo>
                  <a:lnTo>
                    <a:pt x="2768" y="3169"/>
                  </a:lnTo>
                  <a:lnTo>
                    <a:pt x="2206" y="3510"/>
                  </a:lnTo>
                  <a:lnTo>
                    <a:pt x="1705" y="3851"/>
                  </a:lnTo>
                  <a:lnTo>
                    <a:pt x="1284" y="4172"/>
                  </a:lnTo>
                  <a:lnTo>
                    <a:pt x="943" y="4493"/>
                  </a:lnTo>
                  <a:lnTo>
                    <a:pt x="642" y="4793"/>
                  </a:lnTo>
                  <a:lnTo>
                    <a:pt x="401" y="5074"/>
                  </a:lnTo>
                  <a:lnTo>
                    <a:pt x="221" y="5355"/>
                  </a:lnTo>
                  <a:lnTo>
                    <a:pt x="100" y="5596"/>
                  </a:lnTo>
                  <a:lnTo>
                    <a:pt x="20" y="5816"/>
                  </a:lnTo>
                  <a:lnTo>
                    <a:pt x="0" y="603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8891" y="16485"/>
                  </a:lnTo>
                  <a:lnTo>
                    <a:pt x="19814" y="16505"/>
                  </a:lnTo>
                  <a:lnTo>
                    <a:pt x="20736" y="16485"/>
                  </a:lnTo>
                  <a:lnTo>
                    <a:pt x="21639" y="16465"/>
                  </a:lnTo>
                  <a:lnTo>
                    <a:pt x="22561" y="16405"/>
                  </a:lnTo>
                  <a:lnTo>
                    <a:pt x="23464" y="16345"/>
                  </a:lnTo>
                  <a:lnTo>
                    <a:pt x="24366" y="16245"/>
                  </a:lnTo>
                  <a:lnTo>
                    <a:pt x="25249" y="16144"/>
                  </a:lnTo>
                  <a:lnTo>
                    <a:pt x="26131" y="16024"/>
                  </a:lnTo>
                  <a:lnTo>
                    <a:pt x="26993" y="15884"/>
                  </a:lnTo>
                  <a:lnTo>
                    <a:pt x="27836" y="15743"/>
                  </a:lnTo>
                  <a:lnTo>
                    <a:pt x="28678" y="15583"/>
                  </a:lnTo>
                  <a:lnTo>
                    <a:pt x="29480" y="15402"/>
                  </a:lnTo>
                  <a:lnTo>
                    <a:pt x="30282" y="15242"/>
                  </a:lnTo>
                  <a:lnTo>
                    <a:pt x="31786" y="14861"/>
                  </a:lnTo>
                  <a:lnTo>
                    <a:pt x="33190" y="14480"/>
                  </a:lnTo>
                  <a:lnTo>
                    <a:pt x="34474" y="14119"/>
                  </a:lnTo>
                  <a:lnTo>
                    <a:pt x="35637" y="13758"/>
                  </a:lnTo>
                  <a:lnTo>
                    <a:pt x="36640" y="13417"/>
                  </a:lnTo>
                  <a:lnTo>
                    <a:pt x="37482" y="13116"/>
                  </a:lnTo>
                  <a:lnTo>
                    <a:pt x="38164" y="1285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608" y="10990"/>
                  </a:lnTo>
                  <a:lnTo>
                    <a:pt x="39708" y="10549"/>
                  </a:lnTo>
                  <a:lnTo>
                    <a:pt x="39868" y="9627"/>
                  </a:lnTo>
                  <a:lnTo>
                    <a:pt x="40009" y="8644"/>
                  </a:lnTo>
                  <a:lnTo>
                    <a:pt x="40109" y="7681"/>
                  </a:lnTo>
                  <a:lnTo>
                    <a:pt x="40169" y="6799"/>
                  </a:lnTo>
                  <a:lnTo>
                    <a:pt x="40189" y="6037"/>
                  </a:lnTo>
                  <a:lnTo>
                    <a:pt x="40189" y="5736"/>
                  </a:lnTo>
                  <a:lnTo>
                    <a:pt x="40169" y="5495"/>
                  </a:lnTo>
                  <a:lnTo>
                    <a:pt x="40129" y="5315"/>
                  </a:lnTo>
                  <a:lnTo>
                    <a:pt x="40089" y="5194"/>
                  </a:lnTo>
                  <a:lnTo>
                    <a:pt x="40009" y="5094"/>
                  </a:lnTo>
                  <a:lnTo>
                    <a:pt x="39868" y="4934"/>
                  </a:lnTo>
                  <a:lnTo>
                    <a:pt x="39708" y="4753"/>
                  </a:lnTo>
                  <a:lnTo>
                    <a:pt x="39467" y="4533"/>
                  </a:lnTo>
                  <a:lnTo>
                    <a:pt x="39187" y="4312"/>
                  </a:lnTo>
                  <a:lnTo>
                    <a:pt x="38866" y="4031"/>
                  </a:lnTo>
                  <a:lnTo>
                    <a:pt x="38505" y="3771"/>
                  </a:lnTo>
                  <a:lnTo>
                    <a:pt x="38084" y="3470"/>
                  </a:lnTo>
                  <a:lnTo>
                    <a:pt x="37602" y="3169"/>
                  </a:lnTo>
                  <a:lnTo>
                    <a:pt x="37081" y="2868"/>
                  </a:lnTo>
                  <a:lnTo>
                    <a:pt x="36519" y="2567"/>
                  </a:lnTo>
                  <a:lnTo>
                    <a:pt x="35898" y="2267"/>
                  </a:lnTo>
                  <a:lnTo>
                    <a:pt x="35236" y="1966"/>
                  </a:lnTo>
                  <a:lnTo>
                    <a:pt x="34514" y="1705"/>
                  </a:lnTo>
                  <a:lnTo>
                    <a:pt x="33732" y="1424"/>
                  </a:lnTo>
                  <a:lnTo>
                    <a:pt x="32910" y="1184"/>
                  </a:lnTo>
                  <a:lnTo>
                    <a:pt x="32228" y="1023"/>
                  </a:lnTo>
                  <a:lnTo>
                    <a:pt x="31466" y="863"/>
                  </a:lnTo>
                  <a:lnTo>
                    <a:pt x="30623" y="722"/>
                  </a:lnTo>
                  <a:lnTo>
                    <a:pt x="29761" y="582"/>
                  </a:lnTo>
                  <a:lnTo>
                    <a:pt x="28818" y="462"/>
                  </a:lnTo>
                  <a:lnTo>
                    <a:pt x="27856" y="361"/>
                  </a:lnTo>
                  <a:lnTo>
                    <a:pt x="26833" y="261"/>
                  </a:lnTo>
                  <a:lnTo>
                    <a:pt x="25790" y="181"/>
                  </a:lnTo>
                  <a:lnTo>
                    <a:pt x="24527" y="101"/>
                  </a:lnTo>
                  <a:lnTo>
                    <a:pt x="23223" y="40"/>
                  </a:lnTo>
                  <a:lnTo>
                    <a:pt x="21900" y="20"/>
                  </a:lnTo>
                  <a:lnTo>
                    <a:pt x="205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42">
              <a:extLst>
                <a:ext uri="{FF2B5EF4-FFF2-40B4-BE49-F238E27FC236}">
                  <a16:creationId xmlns:a16="http://schemas.microsoft.com/office/drawing/2014/main" id="{6851CCF3-AB90-9F4E-058F-5F96DECD90CD}"/>
                </a:ext>
              </a:extLst>
            </p:cNvPr>
            <p:cNvSpPr/>
            <p:nvPr/>
          </p:nvSpPr>
          <p:spPr>
            <a:xfrm>
              <a:off x="11186375" y="4148438"/>
              <a:ext cx="1004750" cy="412650"/>
            </a:xfrm>
            <a:custGeom>
              <a:avLst/>
              <a:gdLst/>
              <a:ahLst/>
              <a:cxnLst/>
              <a:rect l="l" t="t" r="r" b="b"/>
              <a:pathLst>
                <a:path w="40190" h="16506" fill="none" extrusionOk="0">
                  <a:moveTo>
                    <a:pt x="39507" y="11391"/>
                  </a:moveTo>
                  <a:lnTo>
                    <a:pt x="39507" y="11391"/>
                  </a:lnTo>
                  <a:lnTo>
                    <a:pt x="39367" y="11833"/>
                  </a:lnTo>
                  <a:lnTo>
                    <a:pt x="39227" y="12194"/>
                  </a:lnTo>
                  <a:lnTo>
                    <a:pt x="39146" y="12334"/>
                  </a:lnTo>
                  <a:lnTo>
                    <a:pt x="39066" y="12434"/>
                  </a:lnTo>
                  <a:lnTo>
                    <a:pt x="38986" y="12514"/>
                  </a:lnTo>
                  <a:lnTo>
                    <a:pt x="38906" y="12575"/>
                  </a:lnTo>
                  <a:lnTo>
                    <a:pt x="38906" y="12575"/>
                  </a:lnTo>
                  <a:lnTo>
                    <a:pt x="38164" y="12855"/>
                  </a:lnTo>
                  <a:lnTo>
                    <a:pt x="37482" y="13116"/>
                  </a:lnTo>
                  <a:lnTo>
                    <a:pt x="36640" y="13417"/>
                  </a:lnTo>
                  <a:lnTo>
                    <a:pt x="35637" y="13758"/>
                  </a:lnTo>
                  <a:lnTo>
                    <a:pt x="34474" y="14119"/>
                  </a:lnTo>
                  <a:lnTo>
                    <a:pt x="33190" y="14480"/>
                  </a:lnTo>
                  <a:lnTo>
                    <a:pt x="31786" y="14861"/>
                  </a:lnTo>
                  <a:lnTo>
                    <a:pt x="30282" y="15242"/>
                  </a:lnTo>
                  <a:lnTo>
                    <a:pt x="29480" y="15402"/>
                  </a:lnTo>
                  <a:lnTo>
                    <a:pt x="28678" y="15583"/>
                  </a:lnTo>
                  <a:lnTo>
                    <a:pt x="27836" y="15743"/>
                  </a:lnTo>
                  <a:lnTo>
                    <a:pt x="26993" y="15884"/>
                  </a:lnTo>
                  <a:lnTo>
                    <a:pt x="26131" y="16024"/>
                  </a:lnTo>
                  <a:lnTo>
                    <a:pt x="25249" y="16144"/>
                  </a:lnTo>
                  <a:lnTo>
                    <a:pt x="24366" y="16245"/>
                  </a:lnTo>
                  <a:lnTo>
                    <a:pt x="23464" y="16345"/>
                  </a:lnTo>
                  <a:lnTo>
                    <a:pt x="22561" y="16405"/>
                  </a:lnTo>
                  <a:lnTo>
                    <a:pt x="21639" y="16465"/>
                  </a:lnTo>
                  <a:lnTo>
                    <a:pt x="20736" y="16485"/>
                  </a:lnTo>
                  <a:lnTo>
                    <a:pt x="19814" y="16505"/>
                  </a:lnTo>
                  <a:lnTo>
                    <a:pt x="18891" y="16485"/>
                  </a:lnTo>
                  <a:lnTo>
                    <a:pt x="17969" y="16425"/>
                  </a:lnTo>
                  <a:lnTo>
                    <a:pt x="17969" y="16425"/>
                  </a:lnTo>
                  <a:lnTo>
                    <a:pt x="16385" y="16305"/>
                  </a:lnTo>
                  <a:lnTo>
                    <a:pt x="14860" y="16144"/>
                  </a:lnTo>
                  <a:lnTo>
                    <a:pt x="13396" y="15944"/>
                  </a:lnTo>
                  <a:lnTo>
                    <a:pt x="11993" y="15723"/>
                  </a:lnTo>
                  <a:lnTo>
                    <a:pt x="10649" y="15462"/>
                  </a:lnTo>
                  <a:lnTo>
                    <a:pt x="9366" y="15202"/>
                  </a:lnTo>
                  <a:lnTo>
                    <a:pt x="8182" y="14921"/>
                  </a:lnTo>
                  <a:lnTo>
                    <a:pt x="7059" y="14640"/>
                  </a:lnTo>
                  <a:lnTo>
                    <a:pt x="6057" y="14359"/>
                  </a:lnTo>
                  <a:lnTo>
                    <a:pt x="5134" y="14079"/>
                  </a:lnTo>
                  <a:lnTo>
                    <a:pt x="4312" y="13818"/>
                  </a:lnTo>
                  <a:lnTo>
                    <a:pt x="3610" y="13557"/>
                  </a:lnTo>
                  <a:lnTo>
                    <a:pt x="3028" y="13337"/>
                  </a:lnTo>
                  <a:lnTo>
                    <a:pt x="2567" y="13156"/>
                  </a:lnTo>
                  <a:lnTo>
                    <a:pt x="2246" y="12996"/>
                  </a:lnTo>
                  <a:lnTo>
                    <a:pt x="2046" y="12875"/>
                  </a:lnTo>
                  <a:lnTo>
                    <a:pt x="2046" y="12875"/>
                  </a:lnTo>
                  <a:lnTo>
                    <a:pt x="1985" y="12815"/>
                  </a:lnTo>
                  <a:lnTo>
                    <a:pt x="1905" y="12735"/>
                  </a:lnTo>
                  <a:lnTo>
                    <a:pt x="1765" y="12494"/>
                  </a:lnTo>
                  <a:lnTo>
                    <a:pt x="1625" y="12153"/>
                  </a:lnTo>
                  <a:lnTo>
                    <a:pt x="1464" y="11752"/>
                  </a:lnTo>
                  <a:lnTo>
                    <a:pt x="1324" y="11291"/>
                  </a:lnTo>
                  <a:lnTo>
                    <a:pt x="1163" y="10790"/>
                  </a:lnTo>
                  <a:lnTo>
                    <a:pt x="862" y="9687"/>
                  </a:lnTo>
                  <a:lnTo>
                    <a:pt x="562" y="8584"/>
                  </a:lnTo>
                  <a:lnTo>
                    <a:pt x="321" y="7561"/>
                  </a:lnTo>
                  <a:lnTo>
                    <a:pt x="20" y="6217"/>
                  </a:lnTo>
                  <a:lnTo>
                    <a:pt x="20" y="6217"/>
                  </a:lnTo>
                  <a:lnTo>
                    <a:pt x="0" y="6037"/>
                  </a:lnTo>
                  <a:lnTo>
                    <a:pt x="20" y="5816"/>
                  </a:lnTo>
                  <a:lnTo>
                    <a:pt x="100" y="5596"/>
                  </a:lnTo>
                  <a:lnTo>
                    <a:pt x="221" y="5355"/>
                  </a:lnTo>
                  <a:lnTo>
                    <a:pt x="401" y="5074"/>
                  </a:lnTo>
                  <a:lnTo>
                    <a:pt x="642" y="4793"/>
                  </a:lnTo>
                  <a:lnTo>
                    <a:pt x="943" y="4493"/>
                  </a:lnTo>
                  <a:lnTo>
                    <a:pt x="1284" y="4172"/>
                  </a:lnTo>
                  <a:lnTo>
                    <a:pt x="1705" y="3851"/>
                  </a:lnTo>
                  <a:lnTo>
                    <a:pt x="2206" y="3510"/>
                  </a:lnTo>
                  <a:lnTo>
                    <a:pt x="2768" y="3169"/>
                  </a:lnTo>
                  <a:lnTo>
                    <a:pt x="3389" y="2828"/>
                  </a:lnTo>
                  <a:lnTo>
                    <a:pt x="4111" y="2467"/>
                  </a:lnTo>
                  <a:lnTo>
                    <a:pt x="4893" y="2126"/>
                  </a:lnTo>
                  <a:lnTo>
                    <a:pt x="5776" y="1785"/>
                  </a:lnTo>
                  <a:lnTo>
                    <a:pt x="6738" y="1444"/>
                  </a:lnTo>
                  <a:lnTo>
                    <a:pt x="6738" y="1444"/>
                  </a:lnTo>
                  <a:lnTo>
                    <a:pt x="7119" y="1324"/>
                  </a:lnTo>
                  <a:lnTo>
                    <a:pt x="7541" y="1204"/>
                  </a:lnTo>
                  <a:lnTo>
                    <a:pt x="8423" y="983"/>
                  </a:lnTo>
                  <a:lnTo>
                    <a:pt x="9406" y="782"/>
                  </a:lnTo>
                  <a:lnTo>
                    <a:pt x="10469" y="602"/>
                  </a:lnTo>
                  <a:lnTo>
                    <a:pt x="11592" y="462"/>
                  </a:lnTo>
                  <a:lnTo>
                    <a:pt x="12775" y="321"/>
                  </a:lnTo>
                  <a:lnTo>
                    <a:pt x="13998" y="221"/>
                  </a:lnTo>
                  <a:lnTo>
                    <a:pt x="15262" y="141"/>
                  </a:lnTo>
                  <a:lnTo>
                    <a:pt x="16565" y="61"/>
                  </a:lnTo>
                  <a:lnTo>
                    <a:pt x="17889" y="20"/>
                  </a:lnTo>
                  <a:lnTo>
                    <a:pt x="19212" y="0"/>
                  </a:lnTo>
                  <a:lnTo>
                    <a:pt x="20556" y="0"/>
                  </a:lnTo>
                  <a:lnTo>
                    <a:pt x="21900" y="20"/>
                  </a:lnTo>
                  <a:lnTo>
                    <a:pt x="23223" y="40"/>
                  </a:lnTo>
                  <a:lnTo>
                    <a:pt x="24527" y="101"/>
                  </a:lnTo>
                  <a:lnTo>
                    <a:pt x="25790" y="181"/>
                  </a:lnTo>
                  <a:lnTo>
                    <a:pt x="25790" y="181"/>
                  </a:lnTo>
                  <a:lnTo>
                    <a:pt x="26833" y="261"/>
                  </a:lnTo>
                  <a:lnTo>
                    <a:pt x="27856" y="361"/>
                  </a:lnTo>
                  <a:lnTo>
                    <a:pt x="28818" y="462"/>
                  </a:lnTo>
                  <a:lnTo>
                    <a:pt x="29761" y="582"/>
                  </a:lnTo>
                  <a:lnTo>
                    <a:pt x="30623" y="722"/>
                  </a:lnTo>
                  <a:lnTo>
                    <a:pt x="31466" y="863"/>
                  </a:lnTo>
                  <a:lnTo>
                    <a:pt x="32228" y="1023"/>
                  </a:lnTo>
                  <a:lnTo>
                    <a:pt x="32910" y="1184"/>
                  </a:lnTo>
                  <a:lnTo>
                    <a:pt x="32910" y="1184"/>
                  </a:lnTo>
                  <a:lnTo>
                    <a:pt x="33732" y="1424"/>
                  </a:lnTo>
                  <a:lnTo>
                    <a:pt x="34514" y="1705"/>
                  </a:lnTo>
                  <a:lnTo>
                    <a:pt x="35236" y="1966"/>
                  </a:lnTo>
                  <a:lnTo>
                    <a:pt x="35898" y="2267"/>
                  </a:lnTo>
                  <a:lnTo>
                    <a:pt x="36519" y="2567"/>
                  </a:lnTo>
                  <a:lnTo>
                    <a:pt x="37081" y="2868"/>
                  </a:lnTo>
                  <a:lnTo>
                    <a:pt x="37602" y="3169"/>
                  </a:lnTo>
                  <a:lnTo>
                    <a:pt x="38084" y="3470"/>
                  </a:lnTo>
                  <a:lnTo>
                    <a:pt x="38505" y="3771"/>
                  </a:lnTo>
                  <a:lnTo>
                    <a:pt x="38866" y="4031"/>
                  </a:lnTo>
                  <a:lnTo>
                    <a:pt x="39187" y="4312"/>
                  </a:lnTo>
                  <a:lnTo>
                    <a:pt x="39467" y="4533"/>
                  </a:lnTo>
                  <a:lnTo>
                    <a:pt x="39708" y="4753"/>
                  </a:lnTo>
                  <a:lnTo>
                    <a:pt x="39868" y="4934"/>
                  </a:lnTo>
                  <a:lnTo>
                    <a:pt x="40009" y="5094"/>
                  </a:lnTo>
                  <a:lnTo>
                    <a:pt x="40089" y="5194"/>
                  </a:lnTo>
                  <a:lnTo>
                    <a:pt x="40089" y="5194"/>
                  </a:lnTo>
                  <a:lnTo>
                    <a:pt x="40129" y="5315"/>
                  </a:lnTo>
                  <a:lnTo>
                    <a:pt x="40169" y="5495"/>
                  </a:lnTo>
                  <a:lnTo>
                    <a:pt x="40189" y="5736"/>
                  </a:lnTo>
                  <a:lnTo>
                    <a:pt x="40189" y="6037"/>
                  </a:lnTo>
                  <a:lnTo>
                    <a:pt x="40169" y="6799"/>
                  </a:lnTo>
                  <a:lnTo>
                    <a:pt x="40109" y="7681"/>
                  </a:lnTo>
                  <a:lnTo>
                    <a:pt x="40009" y="8644"/>
                  </a:lnTo>
                  <a:lnTo>
                    <a:pt x="39868" y="9627"/>
                  </a:lnTo>
                  <a:lnTo>
                    <a:pt x="39708" y="10549"/>
                  </a:lnTo>
                  <a:lnTo>
                    <a:pt x="39608" y="10990"/>
                  </a:lnTo>
                  <a:lnTo>
                    <a:pt x="39507" y="1139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42">
              <a:extLst>
                <a:ext uri="{FF2B5EF4-FFF2-40B4-BE49-F238E27FC236}">
                  <a16:creationId xmlns:a16="http://schemas.microsoft.com/office/drawing/2014/main" id="{902189FB-C693-60C1-79D0-444F45518A4D}"/>
                </a:ext>
              </a:extLst>
            </p:cNvPr>
            <p:cNvSpPr/>
            <p:nvPr/>
          </p:nvSpPr>
          <p:spPr>
            <a:xfrm>
              <a:off x="11186375" y="4148438"/>
              <a:ext cx="987700" cy="412650"/>
            </a:xfrm>
            <a:custGeom>
              <a:avLst/>
              <a:gdLst/>
              <a:ahLst/>
              <a:cxnLst/>
              <a:rect l="l" t="t" r="r" b="b"/>
              <a:pathLst>
                <a:path w="39508" h="16506" extrusionOk="0">
                  <a:moveTo>
                    <a:pt x="20115" y="0"/>
                  </a:moveTo>
                  <a:lnTo>
                    <a:pt x="18149" y="20"/>
                  </a:lnTo>
                  <a:lnTo>
                    <a:pt x="16224" y="81"/>
                  </a:lnTo>
                  <a:lnTo>
                    <a:pt x="15282" y="141"/>
                  </a:lnTo>
                  <a:lnTo>
                    <a:pt x="14359" y="201"/>
                  </a:lnTo>
                  <a:lnTo>
                    <a:pt x="13457" y="261"/>
                  </a:lnTo>
                  <a:lnTo>
                    <a:pt x="12554" y="341"/>
                  </a:lnTo>
                  <a:lnTo>
                    <a:pt x="11712" y="442"/>
                  </a:lnTo>
                  <a:lnTo>
                    <a:pt x="10870" y="542"/>
                  </a:lnTo>
                  <a:lnTo>
                    <a:pt x="10087" y="662"/>
                  </a:lnTo>
                  <a:lnTo>
                    <a:pt x="9325" y="803"/>
                  </a:lnTo>
                  <a:lnTo>
                    <a:pt x="8603" y="943"/>
                  </a:lnTo>
                  <a:lnTo>
                    <a:pt x="7922" y="1103"/>
                  </a:lnTo>
                  <a:lnTo>
                    <a:pt x="7300" y="1264"/>
                  </a:lnTo>
                  <a:lnTo>
                    <a:pt x="6738" y="1444"/>
                  </a:lnTo>
                  <a:lnTo>
                    <a:pt x="5816" y="1765"/>
                  </a:lnTo>
                  <a:lnTo>
                    <a:pt x="4994" y="2086"/>
                  </a:lnTo>
                  <a:lnTo>
                    <a:pt x="4232" y="2407"/>
                  </a:lnTo>
                  <a:lnTo>
                    <a:pt x="3550" y="2748"/>
                  </a:lnTo>
                  <a:lnTo>
                    <a:pt x="2928" y="3069"/>
                  </a:lnTo>
                  <a:lnTo>
                    <a:pt x="2367" y="3390"/>
                  </a:lnTo>
                  <a:lnTo>
                    <a:pt x="1885" y="3710"/>
                  </a:lnTo>
                  <a:lnTo>
                    <a:pt x="1464" y="4031"/>
                  </a:lnTo>
                  <a:lnTo>
                    <a:pt x="1103" y="4332"/>
                  </a:lnTo>
                  <a:lnTo>
                    <a:pt x="802" y="4633"/>
                  </a:lnTo>
                  <a:lnTo>
                    <a:pt x="542" y="4914"/>
                  </a:lnTo>
                  <a:lnTo>
                    <a:pt x="341" y="5174"/>
                  </a:lnTo>
                  <a:lnTo>
                    <a:pt x="181" y="5415"/>
                  </a:lnTo>
                  <a:lnTo>
                    <a:pt x="80" y="5656"/>
                  </a:lnTo>
                  <a:lnTo>
                    <a:pt x="20" y="5856"/>
                  </a:lnTo>
                  <a:lnTo>
                    <a:pt x="0" y="605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8992" y="16485"/>
                  </a:lnTo>
                  <a:lnTo>
                    <a:pt x="20035" y="16505"/>
                  </a:lnTo>
                  <a:lnTo>
                    <a:pt x="20897" y="16485"/>
                  </a:lnTo>
                  <a:lnTo>
                    <a:pt x="21739" y="16465"/>
                  </a:lnTo>
                  <a:lnTo>
                    <a:pt x="22602" y="16405"/>
                  </a:lnTo>
                  <a:lnTo>
                    <a:pt x="23444" y="16345"/>
                  </a:lnTo>
                  <a:lnTo>
                    <a:pt x="24286" y="16265"/>
                  </a:lnTo>
                  <a:lnTo>
                    <a:pt x="25108" y="16164"/>
                  </a:lnTo>
                  <a:lnTo>
                    <a:pt x="25931" y="16044"/>
                  </a:lnTo>
                  <a:lnTo>
                    <a:pt x="26733" y="15924"/>
                  </a:lnTo>
                  <a:lnTo>
                    <a:pt x="27515" y="15803"/>
                  </a:lnTo>
                  <a:lnTo>
                    <a:pt x="28297" y="15643"/>
                  </a:lnTo>
                  <a:lnTo>
                    <a:pt x="29801" y="15342"/>
                  </a:lnTo>
                  <a:lnTo>
                    <a:pt x="31245" y="15001"/>
                  </a:lnTo>
                  <a:lnTo>
                    <a:pt x="32589" y="14660"/>
                  </a:lnTo>
                  <a:lnTo>
                    <a:pt x="33832" y="14299"/>
                  </a:lnTo>
                  <a:lnTo>
                    <a:pt x="34975" y="13958"/>
                  </a:lnTo>
                  <a:lnTo>
                    <a:pt x="35998" y="13617"/>
                  </a:lnTo>
                  <a:lnTo>
                    <a:pt x="36900" y="13317"/>
                  </a:lnTo>
                  <a:lnTo>
                    <a:pt x="38224" y="1283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507" y="11391"/>
                  </a:lnTo>
                  <a:lnTo>
                    <a:pt x="38645" y="11632"/>
                  </a:lnTo>
                  <a:lnTo>
                    <a:pt x="37783" y="11873"/>
                  </a:lnTo>
                  <a:lnTo>
                    <a:pt x="36920" y="12073"/>
                  </a:lnTo>
                  <a:lnTo>
                    <a:pt x="36038" y="12274"/>
                  </a:lnTo>
                  <a:lnTo>
                    <a:pt x="35176" y="12474"/>
                  </a:lnTo>
                  <a:lnTo>
                    <a:pt x="34293" y="12635"/>
                  </a:lnTo>
                  <a:lnTo>
                    <a:pt x="33411" y="12795"/>
                  </a:lnTo>
                  <a:lnTo>
                    <a:pt x="32528" y="12936"/>
                  </a:lnTo>
                  <a:lnTo>
                    <a:pt x="31626" y="13056"/>
                  </a:lnTo>
                  <a:lnTo>
                    <a:pt x="30744" y="13156"/>
                  </a:lnTo>
                  <a:lnTo>
                    <a:pt x="29841" y="13256"/>
                  </a:lnTo>
                  <a:lnTo>
                    <a:pt x="28959" y="13317"/>
                  </a:lnTo>
                  <a:lnTo>
                    <a:pt x="28056" y="13377"/>
                  </a:lnTo>
                  <a:lnTo>
                    <a:pt x="27154" y="13417"/>
                  </a:lnTo>
                  <a:lnTo>
                    <a:pt x="26251" y="13437"/>
                  </a:lnTo>
                  <a:lnTo>
                    <a:pt x="25369" y="13457"/>
                  </a:lnTo>
                  <a:lnTo>
                    <a:pt x="24587" y="13437"/>
                  </a:lnTo>
                  <a:lnTo>
                    <a:pt x="23825" y="13437"/>
                  </a:lnTo>
                  <a:lnTo>
                    <a:pt x="23063" y="13397"/>
                  </a:lnTo>
                  <a:lnTo>
                    <a:pt x="22281" y="13357"/>
                  </a:lnTo>
                  <a:lnTo>
                    <a:pt x="21519" y="13297"/>
                  </a:lnTo>
                  <a:lnTo>
                    <a:pt x="20756" y="13236"/>
                  </a:lnTo>
                  <a:lnTo>
                    <a:pt x="19974" y="13156"/>
                  </a:lnTo>
                  <a:lnTo>
                    <a:pt x="19212" y="13056"/>
                  </a:lnTo>
                  <a:lnTo>
                    <a:pt x="18410" y="12956"/>
                  </a:lnTo>
                  <a:lnTo>
                    <a:pt x="17608" y="12835"/>
                  </a:lnTo>
                  <a:lnTo>
                    <a:pt x="16806" y="12695"/>
                  </a:lnTo>
                  <a:lnTo>
                    <a:pt x="16004" y="12554"/>
                  </a:lnTo>
                  <a:lnTo>
                    <a:pt x="15201" y="12374"/>
                  </a:lnTo>
                  <a:lnTo>
                    <a:pt x="14399" y="12214"/>
                  </a:lnTo>
                  <a:lnTo>
                    <a:pt x="13617" y="12013"/>
                  </a:lnTo>
                  <a:lnTo>
                    <a:pt x="12835" y="11792"/>
                  </a:lnTo>
                  <a:lnTo>
                    <a:pt x="12233" y="11612"/>
                  </a:lnTo>
                  <a:lnTo>
                    <a:pt x="11592" y="11391"/>
                  </a:lnTo>
                  <a:lnTo>
                    <a:pt x="11291" y="11271"/>
                  </a:lnTo>
                  <a:lnTo>
                    <a:pt x="10970" y="11131"/>
                  </a:lnTo>
                  <a:lnTo>
                    <a:pt x="10669" y="10970"/>
                  </a:lnTo>
                  <a:lnTo>
                    <a:pt x="10388" y="10810"/>
                  </a:lnTo>
                  <a:lnTo>
                    <a:pt x="9566" y="10629"/>
                  </a:lnTo>
                  <a:lnTo>
                    <a:pt x="8784" y="10429"/>
                  </a:lnTo>
                  <a:lnTo>
                    <a:pt x="7922" y="10188"/>
                  </a:lnTo>
                  <a:lnTo>
                    <a:pt x="7119" y="9907"/>
                  </a:lnTo>
                  <a:lnTo>
                    <a:pt x="6357" y="9627"/>
                  </a:lnTo>
                  <a:lnTo>
                    <a:pt x="5635" y="9346"/>
                  </a:lnTo>
                  <a:lnTo>
                    <a:pt x="4974" y="9045"/>
                  </a:lnTo>
                  <a:lnTo>
                    <a:pt x="4372" y="8724"/>
                  </a:lnTo>
                  <a:lnTo>
                    <a:pt x="3831" y="8423"/>
                  </a:lnTo>
                  <a:lnTo>
                    <a:pt x="3329" y="8122"/>
                  </a:lnTo>
                  <a:lnTo>
                    <a:pt x="2888" y="7802"/>
                  </a:lnTo>
                  <a:lnTo>
                    <a:pt x="2507" y="7501"/>
                  </a:lnTo>
                  <a:lnTo>
                    <a:pt x="2186" y="7220"/>
                  </a:lnTo>
                  <a:lnTo>
                    <a:pt x="1925" y="6939"/>
                  </a:lnTo>
                  <a:lnTo>
                    <a:pt x="1725" y="6679"/>
                  </a:lnTo>
                  <a:lnTo>
                    <a:pt x="1584" y="6438"/>
                  </a:lnTo>
                  <a:lnTo>
                    <a:pt x="1544" y="6318"/>
                  </a:lnTo>
                  <a:lnTo>
                    <a:pt x="1504" y="6197"/>
                  </a:lnTo>
                  <a:lnTo>
                    <a:pt x="1484" y="6097"/>
                  </a:lnTo>
                  <a:lnTo>
                    <a:pt x="1504" y="5997"/>
                  </a:lnTo>
                  <a:lnTo>
                    <a:pt x="1524" y="5856"/>
                  </a:lnTo>
                  <a:lnTo>
                    <a:pt x="1564" y="5736"/>
                  </a:lnTo>
                  <a:lnTo>
                    <a:pt x="1604" y="5596"/>
                  </a:lnTo>
                  <a:lnTo>
                    <a:pt x="1685" y="5455"/>
                  </a:lnTo>
                  <a:lnTo>
                    <a:pt x="1785" y="5315"/>
                  </a:lnTo>
                  <a:lnTo>
                    <a:pt x="1885" y="5174"/>
                  </a:lnTo>
                  <a:lnTo>
                    <a:pt x="2146" y="4874"/>
                  </a:lnTo>
                  <a:lnTo>
                    <a:pt x="2467" y="4593"/>
                  </a:lnTo>
                  <a:lnTo>
                    <a:pt x="2828" y="4312"/>
                  </a:lnTo>
                  <a:lnTo>
                    <a:pt x="3249" y="4011"/>
                  </a:lnTo>
                  <a:lnTo>
                    <a:pt x="3710" y="3730"/>
                  </a:lnTo>
                  <a:lnTo>
                    <a:pt x="4212" y="3470"/>
                  </a:lnTo>
                  <a:lnTo>
                    <a:pt x="4733" y="3209"/>
                  </a:lnTo>
                  <a:lnTo>
                    <a:pt x="5294" y="2948"/>
                  </a:lnTo>
                  <a:lnTo>
                    <a:pt x="5856" y="2728"/>
                  </a:lnTo>
                  <a:lnTo>
                    <a:pt x="6458" y="2507"/>
                  </a:lnTo>
                  <a:lnTo>
                    <a:pt x="7059" y="2307"/>
                  </a:lnTo>
                  <a:lnTo>
                    <a:pt x="7681" y="2126"/>
                  </a:lnTo>
                  <a:lnTo>
                    <a:pt x="8283" y="1966"/>
                  </a:lnTo>
                  <a:lnTo>
                    <a:pt x="8864" y="1845"/>
                  </a:lnTo>
                  <a:lnTo>
                    <a:pt x="9466" y="1725"/>
                  </a:lnTo>
                  <a:lnTo>
                    <a:pt x="10128" y="1605"/>
                  </a:lnTo>
                  <a:lnTo>
                    <a:pt x="10809" y="1504"/>
                  </a:lnTo>
                  <a:lnTo>
                    <a:pt x="12273" y="1324"/>
                  </a:lnTo>
                  <a:lnTo>
                    <a:pt x="13858" y="1164"/>
                  </a:lnTo>
                  <a:lnTo>
                    <a:pt x="15542" y="1063"/>
                  </a:lnTo>
                  <a:lnTo>
                    <a:pt x="17267" y="963"/>
                  </a:lnTo>
                  <a:lnTo>
                    <a:pt x="19032" y="923"/>
                  </a:lnTo>
                  <a:lnTo>
                    <a:pt x="20837" y="903"/>
                  </a:lnTo>
                  <a:lnTo>
                    <a:pt x="21017" y="903"/>
                  </a:lnTo>
                  <a:lnTo>
                    <a:pt x="22200" y="682"/>
                  </a:lnTo>
                  <a:lnTo>
                    <a:pt x="23404" y="482"/>
                  </a:lnTo>
                  <a:lnTo>
                    <a:pt x="24587" y="321"/>
                  </a:lnTo>
                  <a:lnTo>
                    <a:pt x="25790" y="181"/>
                  </a:lnTo>
                  <a:lnTo>
                    <a:pt x="24406" y="101"/>
                  </a:lnTo>
                  <a:lnTo>
                    <a:pt x="23003" y="40"/>
                  </a:lnTo>
                  <a:lnTo>
                    <a:pt x="2155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42">
              <a:extLst>
                <a:ext uri="{FF2B5EF4-FFF2-40B4-BE49-F238E27FC236}">
                  <a16:creationId xmlns:a16="http://schemas.microsoft.com/office/drawing/2014/main" id="{00497546-DD06-BC66-A2C7-29E36F81559D}"/>
                </a:ext>
              </a:extLst>
            </p:cNvPr>
            <p:cNvSpPr/>
            <p:nvPr/>
          </p:nvSpPr>
          <p:spPr>
            <a:xfrm>
              <a:off x="11186375" y="4148438"/>
              <a:ext cx="987700" cy="412650"/>
            </a:xfrm>
            <a:custGeom>
              <a:avLst/>
              <a:gdLst/>
              <a:ahLst/>
              <a:cxnLst/>
              <a:rect l="l" t="t" r="r" b="b"/>
              <a:pathLst>
                <a:path w="39508" h="16506" fill="none" extrusionOk="0">
                  <a:moveTo>
                    <a:pt x="20115" y="0"/>
                  </a:moveTo>
                  <a:lnTo>
                    <a:pt x="20115" y="0"/>
                  </a:lnTo>
                  <a:lnTo>
                    <a:pt x="18149" y="20"/>
                  </a:lnTo>
                  <a:lnTo>
                    <a:pt x="16224" y="81"/>
                  </a:lnTo>
                  <a:lnTo>
                    <a:pt x="15282" y="141"/>
                  </a:lnTo>
                  <a:lnTo>
                    <a:pt x="14359" y="201"/>
                  </a:lnTo>
                  <a:lnTo>
                    <a:pt x="13457" y="261"/>
                  </a:lnTo>
                  <a:lnTo>
                    <a:pt x="12554" y="341"/>
                  </a:lnTo>
                  <a:lnTo>
                    <a:pt x="11712" y="442"/>
                  </a:lnTo>
                  <a:lnTo>
                    <a:pt x="10870" y="542"/>
                  </a:lnTo>
                  <a:lnTo>
                    <a:pt x="10087" y="662"/>
                  </a:lnTo>
                  <a:lnTo>
                    <a:pt x="9325" y="803"/>
                  </a:lnTo>
                  <a:lnTo>
                    <a:pt x="8603" y="943"/>
                  </a:lnTo>
                  <a:lnTo>
                    <a:pt x="7922" y="1103"/>
                  </a:lnTo>
                  <a:lnTo>
                    <a:pt x="7300" y="1264"/>
                  </a:lnTo>
                  <a:lnTo>
                    <a:pt x="6738" y="1444"/>
                  </a:lnTo>
                  <a:lnTo>
                    <a:pt x="6738" y="1444"/>
                  </a:lnTo>
                  <a:lnTo>
                    <a:pt x="5816" y="1765"/>
                  </a:lnTo>
                  <a:lnTo>
                    <a:pt x="4994" y="2086"/>
                  </a:lnTo>
                  <a:lnTo>
                    <a:pt x="4232" y="2407"/>
                  </a:lnTo>
                  <a:lnTo>
                    <a:pt x="3550" y="2748"/>
                  </a:lnTo>
                  <a:lnTo>
                    <a:pt x="2928" y="3069"/>
                  </a:lnTo>
                  <a:lnTo>
                    <a:pt x="2367" y="3390"/>
                  </a:lnTo>
                  <a:lnTo>
                    <a:pt x="1885" y="3710"/>
                  </a:lnTo>
                  <a:lnTo>
                    <a:pt x="1464" y="4031"/>
                  </a:lnTo>
                  <a:lnTo>
                    <a:pt x="1103" y="4332"/>
                  </a:lnTo>
                  <a:lnTo>
                    <a:pt x="802" y="4633"/>
                  </a:lnTo>
                  <a:lnTo>
                    <a:pt x="542" y="4914"/>
                  </a:lnTo>
                  <a:lnTo>
                    <a:pt x="341" y="5174"/>
                  </a:lnTo>
                  <a:lnTo>
                    <a:pt x="181" y="5415"/>
                  </a:lnTo>
                  <a:lnTo>
                    <a:pt x="80" y="5656"/>
                  </a:lnTo>
                  <a:lnTo>
                    <a:pt x="20" y="5856"/>
                  </a:lnTo>
                  <a:lnTo>
                    <a:pt x="0" y="6057"/>
                  </a:lnTo>
                  <a:lnTo>
                    <a:pt x="0" y="6057"/>
                  </a:lnTo>
                  <a:lnTo>
                    <a:pt x="20" y="621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7969" y="16425"/>
                  </a:lnTo>
                  <a:lnTo>
                    <a:pt x="18992" y="16485"/>
                  </a:lnTo>
                  <a:lnTo>
                    <a:pt x="20035" y="16505"/>
                  </a:lnTo>
                  <a:lnTo>
                    <a:pt x="20035" y="16505"/>
                  </a:lnTo>
                  <a:lnTo>
                    <a:pt x="20897" y="16485"/>
                  </a:lnTo>
                  <a:lnTo>
                    <a:pt x="21739" y="16465"/>
                  </a:lnTo>
                  <a:lnTo>
                    <a:pt x="22602" y="16405"/>
                  </a:lnTo>
                  <a:lnTo>
                    <a:pt x="23444" y="16345"/>
                  </a:lnTo>
                  <a:lnTo>
                    <a:pt x="24286" y="16265"/>
                  </a:lnTo>
                  <a:lnTo>
                    <a:pt x="25108" y="16164"/>
                  </a:lnTo>
                  <a:lnTo>
                    <a:pt x="25931" y="16044"/>
                  </a:lnTo>
                  <a:lnTo>
                    <a:pt x="26733" y="15924"/>
                  </a:lnTo>
                  <a:lnTo>
                    <a:pt x="27515" y="15803"/>
                  </a:lnTo>
                  <a:lnTo>
                    <a:pt x="28297" y="15643"/>
                  </a:lnTo>
                  <a:lnTo>
                    <a:pt x="29801" y="15342"/>
                  </a:lnTo>
                  <a:lnTo>
                    <a:pt x="31245" y="15001"/>
                  </a:lnTo>
                  <a:lnTo>
                    <a:pt x="32589" y="14660"/>
                  </a:lnTo>
                  <a:lnTo>
                    <a:pt x="33832" y="14299"/>
                  </a:lnTo>
                  <a:lnTo>
                    <a:pt x="34975" y="13958"/>
                  </a:lnTo>
                  <a:lnTo>
                    <a:pt x="35998" y="13617"/>
                  </a:lnTo>
                  <a:lnTo>
                    <a:pt x="36900" y="13317"/>
                  </a:lnTo>
                  <a:lnTo>
                    <a:pt x="38224" y="12835"/>
                  </a:lnTo>
                  <a:lnTo>
                    <a:pt x="38906" y="1257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507" y="11391"/>
                  </a:lnTo>
                  <a:lnTo>
                    <a:pt x="38645" y="11632"/>
                  </a:lnTo>
                  <a:lnTo>
                    <a:pt x="37783" y="11873"/>
                  </a:lnTo>
                  <a:lnTo>
                    <a:pt x="36920" y="12073"/>
                  </a:lnTo>
                  <a:lnTo>
                    <a:pt x="36038" y="12274"/>
                  </a:lnTo>
                  <a:lnTo>
                    <a:pt x="35176" y="12474"/>
                  </a:lnTo>
                  <a:lnTo>
                    <a:pt x="34293" y="12635"/>
                  </a:lnTo>
                  <a:lnTo>
                    <a:pt x="33411" y="12795"/>
                  </a:lnTo>
                  <a:lnTo>
                    <a:pt x="32528" y="12936"/>
                  </a:lnTo>
                  <a:lnTo>
                    <a:pt x="31626" y="13056"/>
                  </a:lnTo>
                  <a:lnTo>
                    <a:pt x="30744" y="13156"/>
                  </a:lnTo>
                  <a:lnTo>
                    <a:pt x="29841" y="13256"/>
                  </a:lnTo>
                  <a:lnTo>
                    <a:pt x="28959" y="13317"/>
                  </a:lnTo>
                  <a:lnTo>
                    <a:pt x="28056" y="13377"/>
                  </a:lnTo>
                  <a:lnTo>
                    <a:pt x="27154" y="13417"/>
                  </a:lnTo>
                  <a:lnTo>
                    <a:pt x="26251" y="13437"/>
                  </a:lnTo>
                  <a:lnTo>
                    <a:pt x="25369" y="13457"/>
                  </a:lnTo>
                  <a:lnTo>
                    <a:pt x="25369" y="13457"/>
                  </a:lnTo>
                  <a:lnTo>
                    <a:pt x="24587" y="13437"/>
                  </a:lnTo>
                  <a:lnTo>
                    <a:pt x="23825" y="13437"/>
                  </a:lnTo>
                  <a:lnTo>
                    <a:pt x="23063" y="13397"/>
                  </a:lnTo>
                  <a:lnTo>
                    <a:pt x="22281" y="13357"/>
                  </a:lnTo>
                  <a:lnTo>
                    <a:pt x="21519" y="13297"/>
                  </a:lnTo>
                  <a:lnTo>
                    <a:pt x="20756" y="13236"/>
                  </a:lnTo>
                  <a:lnTo>
                    <a:pt x="19974" y="13156"/>
                  </a:lnTo>
                  <a:lnTo>
                    <a:pt x="19212" y="13056"/>
                  </a:lnTo>
                  <a:lnTo>
                    <a:pt x="19212" y="13056"/>
                  </a:lnTo>
                  <a:lnTo>
                    <a:pt x="18410" y="12956"/>
                  </a:lnTo>
                  <a:lnTo>
                    <a:pt x="17608" y="12835"/>
                  </a:lnTo>
                  <a:lnTo>
                    <a:pt x="16806" y="12695"/>
                  </a:lnTo>
                  <a:lnTo>
                    <a:pt x="16004" y="12554"/>
                  </a:lnTo>
                  <a:lnTo>
                    <a:pt x="15201" y="12374"/>
                  </a:lnTo>
                  <a:lnTo>
                    <a:pt x="14399" y="12214"/>
                  </a:lnTo>
                  <a:lnTo>
                    <a:pt x="13617" y="12013"/>
                  </a:lnTo>
                  <a:lnTo>
                    <a:pt x="12835" y="11792"/>
                  </a:lnTo>
                  <a:lnTo>
                    <a:pt x="12835" y="11792"/>
                  </a:lnTo>
                  <a:lnTo>
                    <a:pt x="12233" y="11612"/>
                  </a:lnTo>
                  <a:lnTo>
                    <a:pt x="11592" y="11391"/>
                  </a:lnTo>
                  <a:lnTo>
                    <a:pt x="11291" y="11271"/>
                  </a:lnTo>
                  <a:lnTo>
                    <a:pt x="10970" y="11131"/>
                  </a:lnTo>
                  <a:lnTo>
                    <a:pt x="10669" y="10970"/>
                  </a:lnTo>
                  <a:lnTo>
                    <a:pt x="10388" y="10810"/>
                  </a:lnTo>
                  <a:lnTo>
                    <a:pt x="10388" y="10810"/>
                  </a:lnTo>
                  <a:lnTo>
                    <a:pt x="9566" y="10629"/>
                  </a:lnTo>
                  <a:lnTo>
                    <a:pt x="8784" y="10429"/>
                  </a:lnTo>
                  <a:lnTo>
                    <a:pt x="8784" y="10429"/>
                  </a:lnTo>
                  <a:lnTo>
                    <a:pt x="7922" y="10188"/>
                  </a:lnTo>
                  <a:lnTo>
                    <a:pt x="7119" y="9907"/>
                  </a:lnTo>
                  <a:lnTo>
                    <a:pt x="6357" y="9627"/>
                  </a:lnTo>
                  <a:lnTo>
                    <a:pt x="5635" y="9346"/>
                  </a:lnTo>
                  <a:lnTo>
                    <a:pt x="4974" y="9045"/>
                  </a:lnTo>
                  <a:lnTo>
                    <a:pt x="4372" y="8724"/>
                  </a:lnTo>
                  <a:lnTo>
                    <a:pt x="3831" y="8423"/>
                  </a:lnTo>
                  <a:lnTo>
                    <a:pt x="3329" y="8122"/>
                  </a:lnTo>
                  <a:lnTo>
                    <a:pt x="2888" y="7802"/>
                  </a:lnTo>
                  <a:lnTo>
                    <a:pt x="2507" y="7501"/>
                  </a:lnTo>
                  <a:lnTo>
                    <a:pt x="2186" y="7220"/>
                  </a:lnTo>
                  <a:lnTo>
                    <a:pt x="1925" y="6939"/>
                  </a:lnTo>
                  <a:lnTo>
                    <a:pt x="1725" y="6679"/>
                  </a:lnTo>
                  <a:lnTo>
                    <a:pt x="1584" y="6438"/>
                  </a:lnTo>
                  <a:lnTo>
                    <a:pt x="1544" y="6318"/>
                  </a:lnTo>
                  <a:lnTo>
                    <a:pt x="1504" y="6197"/>
                  </a:lnTo>
                  <a:lnTo>
                    <a:pt x="1484" y="6097"/>
                  </a:lnTo>
                  <a:lnTo>
                    <a:pt x="1504" y="5997"/>
                  </a:lnTo>
                  <a:lnTo>
                    <a:pt x="1504" y="5997"/>
                  </a:lnTo>
                  <a:lnTo>
                    <a:pt x="1524" y="5856"/>
                  </a:lnTo>
                  <a:lnTo>
                    <a:pt x="1564" y="5736"/>
                  </a:lnTo>
                  <a:lnTo>
                    <a:pt x="1604" y="5596"/>
                  </a:lnTo>
                  <a:lnTo>
                    <a:pt x="1685" y="5455"/>
                  </a:lnTo>
                  <a:lnTo>
                    <a:pt x="1785" y="5315"/>
                  </a:lnTo>
                  <a:lnTo>
                    <a:pt x="1885" y="5174"/>
                  </a:lnTo>
                  <a:lnTo>
                    <a:pt x="2146" y="4874"/>
                  </a:lnTo>
                  <a:lnTo>
                    <a:pt x="2467" y="4593"/>
                  </a:lnTo>
                  <a:lnTo>
                    <a:pt x="2828" y="4312"/>
                  </a:lnTo>
                  <a:lnTo>
                    <a:pt x="3249" y="4011"/>
                  </a:lnTo>
                  <a:lnTo>
                    <a:pt x="3710" y="3730"/>
                  </a:lnTo>
                  <a:lnTo>
                    <a:pt x="4212" y="3470"/>
                  </a:lnTo>
                  <a:lnTo>
                    <a:pt x="4733" y="3209"/>
                  </a:lnTo>
                  <a:lnTo>
                    <a:pt x="5294" y="2948"/>
                  </a:lnTo>
                  <a:lnTo>
                    <a:pt x="5856" y="2728"/>
                  </a:lnTo>
                  <a:lnTo>
                    <a:pt x="6458" y="2507"/>
                  </a:lnTo>
                  <a:lnTo>
                    <a:pt x="7059" y="2307"/>
                  </a:lnTo>
                  <a:lnTo>
                    <a:pt x="7681" y="2126"/>
                  </a:lnTo>
                  <a:lnTo>
                    <a:pt x="8283" y="1966"/>
                  </a:lnTo>
                  <a:lnTo>
                    <a:pt x="8283" y="1966"/>
                  </a:lnTo>
                  <a:lnTo>
                    <a:pt x="8864" y="1845"/>
                  </a:lnTo>
                  <a:lnTo>
                    <a:pt x="9466" y="1725"/>
                  </a:lnTo>
                  <a:lnTo>
                    <a:pt x="10128" y="1605"/>
                  </a:lnTo>
                  <a:lnTo>
                    <a:pt x="10809" y="1504"/>
                  </a:lnTo>
                  <a:lnTo>
                    <a:pt x="12273" y="1324"/>
                  </a:lnTo>
                  <a:lnTo>
                    <a:pt x="13858" y="1164"/>
                  </a:lnTo>
                  <a:lnTo>
                    <a:pt x="15542" y="1063"/>
                  </a:lnTo>
                  <a:lnTo>
                    <a:pt x="17267" y="963"/>
                  </a:lnTo>
                  <a:lnTo>
                    <a:pt x="19032" y="923"/>
                  </a:lnTo>
                  <a:lnTo>
                    <a:pt x="20837" y="903"/>
                  </a:lnTo>
                  <a:lnTo>
                    <a:pt x="20837" y="903"/>
                  </a:lnTo>
                  <a:lnTo>
                    <a:pt x="21017" y="903"/>
                  </a:lnTo>
                  <a:lnTo>
                    <a:pt x="21017" y="903"/>
                  </a:lnTo>
                  <a:lnTo>
                    <a:pt x="22200" y="682"/>
                  </a:lnTo>
                  <a:lnTo>
                    <a:pt x="23404" y="482"/>
                  </a:lnTo>
                  <a:lnTo>
                    <a:pt x="24587" y="321"/>
                  </a:lnTo>
                  <a:lnTo>
                    <a:pt x="25790" y="181"/>
                  </a:lnTo>
                  <a:lnTo>
                    <a:pt x="25790" y="181"/>
                  </a:lnTo>
                  <a:lnTo>
                    <a:pt x="24406" y="101"/>
                  </a:lnTo>
                  <a:lnTo>
                    <a:pt x="23003" y="40"/>
                  </a:lnTo>
                  <a:lnTo>
                    <a:pt x="21559" y="0"/>
                  </a:lnTo>
                  <a:lnTo>
                    <a:pt x="2011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42">
              <a:extLst>
                <a:ext uri="{FF2B5EF4-FFF2-40B4-BE49-F238E27FC236}">
                  <a16:creationId xmlns:a16="http://schemas.microsoft.com/office/drawing/2014/main" id="{F197949A-5C39-7DD5-4CBF-2A07B01C3E57}"/>
                </a:ext>
              </a:extLst>
            </p:cNvPr>
            <p:cNvSpPr/>
            <p:nvPr/>
          </p:nvSpPr>
          <p:spPr>
            <a:xfrm>
              <a:off x="11223475" y="4170988"/>
              <a:ext cx="943075" cy="265250"/>
            </a:xfrm>
            <a:custGeom>
              <a:avLst/>
              <a:gdLst/>
              <a:ahLst/>
              <a:cxnLst/>
              <a:rect l="l" t="t" r="r" b="b"/>
              <a:pathLst>
                <a:path w="37723" h="10610" extrusionOk="0">
                  <a:moveTo>
                    <a:pt x="18771" y="1"/>
                  </a:moveTo>
                  <a:lnTo>
                    <a:pt x="17708" y="21"/>
                  </a:lnTo>
                  <a:lnTo>
                    <a:pt x="16665" y="41"/>
                  </a:lnTo>
                  <a:lnTo>
                    <a:pt x="15623" y="81"/>
                  </a:lnTo>
                  <a:lnTo>
                    <a:pt x="14600" y="121"/>
                  </a:lnTo>
                  <a:lnTo>
                    <a:pt x="13577" y="181"/>
                  </a:lnTo>
                  <a:lnTo>
                    <a:pt x="12594" y="262"/>
                  </a:lnTo>
                  <a:lnTo>
                    <a:pt x="11652" y="342"/>
                  </a:lnTo>
                  <a:lnTo>
                    <a:pt x="10729" y="422"/>
                  </a:lnTo>
                  <a:lnTo>
                    <a:pt x="9847" y="542"/>
                  </a:lnTo>
                  <a:lnTo>
                    <a:pt x="9005" y="643"/>
                  </a:lnTo>
                  <a:lnTo>
                    <a:pt x="8222" y="783"/>
                  </a:lnTo>
                  <a:lnTo>
                    <a:pt x="7480" y="903"/>
                  </a:lnTo>
                  <a:lnTo>
                    <a:pt x="6799" y="1064"/>
                  </a:lnTo>
                  <a:lnTo>
                    <a:pt x="6197" y="1224"/>
                  </a:lnTo>
                  <a:lnTo>
                    <a:pt x="5575" y="1405"/>
                  </a:lnTo>
                  <a:lnTo>
                    <a:pt x="4974" y="1605"/>
                  </a:lnTo>
                  <a:lnTo>
                    <a:pt x="4372" y="1826"/>
                  </a:lnTo>
                  <a:lnTo>
                    <a:pt x="3810" y="2046"/>
                  </a:lnTo>
                  <a:lnTo>
                    <a:pt x="3249" y="2307"/>
                  </a:lnTo>
                  <a:lnTo>
                    <a:pt x="2728" y="2568"/>
                  </a:lnTo>
                  <a:lnTo>
                    <a:pt x="2226" y="2828"/>
                  </a:lnTo>
                  <a:lnTo>
                    <a:pt x="1765" y="3109"/>
                  </a:lnTo>
                  <a:lnTo>
                    <a:pt x="1344" y="3410"/>
                  </a:lnTo>
                  <a:lnTo>
                    <a:pt x="983" y="3691"/>
                  </a:lnTo>
                  <a:lnTo>
                    <a:pt x="662" y="3972"/>
                  </a:lnTo>
                  <a:lnTo>
                    <a:pt x="401" y="4272"/>
                  </a:lnTo>
                  <a:lnTo>
                    <a:pt x="301" y="4413"/>
                  </a:lnTo>
                  <a:lnTo>
                    <a:pt x="201" y="4553"/>
                  </a:lnTo>
                  <a:lnTo>
                    <a:pt x="120" y="4694"/>
                  </a:lnTo>
                  <a:lnTo>
                    <a:pt x="80" y="4834"/>
                  </a:lnTo>
                  <a:lnTo>
                    <a:pt x="40" y="4954"/>
                  </a:lnTo>
                  <a:lnTo>
                    <a:pt x="20" y="5095"/>
                  </a:lnTo>
                  <a:lnTo>
                    <a:pt x="0" y="5195"/>
                  </a:lnTo>
                  <a:lnTo>
                    <a:pt x="20" y="5295"/>
                  </a:lnTo>
                  <a:lnTo>
                    <a:pt x="60" y="5416"/>
                  </a:lnTo>
                  <a:lnTo>
                    <a:pt x="100" y="5536"/>
                  </a:lnTo>
                  <a:lnTo>
                    <a:pt x="241" y="5777"/>
                  </a:lnTo>
                  <a:lnTo>
                    <a:pt x="441" y="6037"/>
                  </a:lnTo>
                  <a:lnTo>
                    <a:pt x="702" y="6318"/>
                  </a:lnTo>
                  <a:lnTo>
                    <a:pt x="1023" y="6599"/>
                  </a:lnTo>
                  <a:lnTo>
                    <a:pt x="1404" y="6900"/>
                  </a:lnTo>
                  <a:lnTo>
                    <a:pt x="1845" y="7220"/>
                  </a:lnTo>
                  <a:lnTo>
                    <a:pt x="2347" y="7521"/>
                  </a:lnTo>
                  <a:lnTo>
                    <a:pt x="2888" y="7822"/>
                  </a:lnTo>
                  <a:lnTo>
                    <a:pt x="3490" y="8143"/>
                  </a:lnTo>
                  <a:lnTo>
                    <a:pt x="4151" y="8444"/>
                  </a:lnTo>
                  <a:lnTo>
                    <a:pt x="4873" y="8725"/>
                  </a:lnTo>
                  <a:lnTo>
                    <a:pt x="5635" y="9005"/>
                  </a:lnTo>
                  <a:lnTo>
                    <a:pt x="6438" y="9286"/>
                  </a:lnTo>
                  <a:lnTo>
                    <a:pt x="7300" y="9527"/>
                  </a:lnTo>
                  <a:lnTo>
                    <a:pt x="7962" y="9707"/>
                  </a:lnTo>
                  <a:lnTo>
                    <a:pt x="8664" y="9868"/>
                  </a:lnTo>
                  <a:lnTo>
                    <a:pt x="9386" y="10008"/>
                  </a:lnTo>
                  <a:lnTo>
                    <a:pt x="10128" y="10148"/>
                  </a:lnTo>
                  <a:lnTo>
                    <a:pt x="10890" y="10269"/>
                  </a:lnTo>
                  <a:lnTo>
                    <a:pt x="11672" y="10369"/>
                  </a:lnTo>
                  <a:lnTo>
                    <a:pt x="12494" y="10469"/>
                  </a:lnTo>
                  <a:lnTo>
                    <a:pt x="13336" y="10529"/>
                  </a:lnTo>
                  <a:lnTo>
                    <a:pt x="14139" y="10590"/>
                  </a:lnTo>
                  <a:lnTo>
                    <a:pt x="14981" y="10610"/>
                  </a:lnTo>
                  <a:lnTo>
                    <a:pt x="16706" y="10610"/>
                  </a:lnTo>
                  <a:lnTo>
                    <a:pt x="17608" y="10590"/>
                  </a:lnTo>
                  <a:lnTo>
                    <a:pt x="18510" y="10549"/>
                  </a:lnTo>
                  <a:lnTo>
                    <a:pt x="19433" y="10489"/>
                  </a:lnTo>
                  <a:lnTo>
                    <a:pt x="20355" y="10409"/>
                  </a:lnTo>
                  <a:lnTo>
                    <a:pt x="21278" y="10329"/>
                  </a:lnTo>
                  <a:lnTo>
                    <a:pt x="22220" y="10229"/>
                  </a:lnTo>
                  <a:lnTo>
                    <a:pt x="24086" y="9988"/>
                  </a:lnTo>
                  <a:lnTo>
                    <a:pt x="25911" y="9727"/>
                  </a:lnTo>
                  <a:lnTo>
                    <a:pt x="27695" y="9426"/>
                  </a:lnTo>
                  <a:lnTo>
                    <a:pt x="29420" y="9086"/>
                  </a:lnTo>
                  <a:lnTo>
                    <a:pt x="31024" y="8725"/>
                  </a:lnTo>
                  <a:lnTo>
                    <a:pt x="32508" y="8364"/>
                  </a:lnTo>
                  <a:lnTo>
                    <a:pt x="33852" y="8003"/>
                  </a:lnTo>
                  <a:lnTo>
                    <a:pt x="34454" y="7802"/>
                  </a:lnTo>
                  <a:lnTo>
                    <a:pt x="35015" y="7622"/>
                  </a:lnTo>
                  <a:lnTo>
                    <a:pt x="35517" y="7441"/>
                  </a:lnTo>
                  <a:lnTo>
                    <a:pt x="35978" y="7261"/>
                  </a:lnTo>
                  <a:lnTo>
                    <a:pt x="36379" y="7080"/>
                  </a:lnTo>
                  <a:lnTo>
                    <a:pt x="36720" y="6900"/>
                  </a:lnTo>
                  <a:lnTo>
                    <a:pt x="37021" y="6739"/>
                  </a:lnTo>
                  <a:lnTo>
                    <a:pt x="37241" y="6579"/>
                  </a:lnTo>
                  <a:lnTo>
                    <a:pt x="37402" y="6418"/>
                  </a:lnTo>
                  <a:lnTo>
                    <a:pt x="37522" y="6238"/>
                  </a:lnTo>
                  <a:lnTo>
                    <a:pt x="37622" y="6057"/>
                  </a:lnTo>
                  <a:lnTo>
                    <a:pt x="37683" y="5877"/>
                  </a:lnTo>
                  <a:lnTo>
                    <a:pt x="37723" y="5696"/>
                  </a:lnTo>
                  <a:lnTo>
                    <a:pt x="37703" y="5496"/>
                  </a:lnTo>
                  <a:lnTo>
                    <a:pt x="37662" y="5295"/>
                  </a:lnTo>
                  <a:lnTo>
                    <a:pt x="37602" y="5095"/>
                  </a:lnTo>
                  <a:lnTo>
                    <a:pt x="37502" y="4894"/>
                  </a:lnTo>
                  <a:lnTo>
                    <a:pt x="37382" y="4694"/>
                  </a:lnTo>
                  <a:lnTo>
                    <a:pt x="37241" y="4473"/>
                  </a:lnTo>
                  <a:lnTo>
                    <a:pt x="37061" y="4272"/>
                  </a:lnTo>
                  <a:lnTo>
                    <a:pt x="36860" y="4072"/>
                  </a:lnTo>
                  <a:lnTo>
                    <a:pt x="36640" y="3851"/>
                  </a:lnTo>
                  <a:lnTo>
                    <a:pt x="36399" y="3651"/>
                  </a:lnTo>
                  <a:lnTo>
                    <a:pt x="36138" y="3430"/>
                  </a:lnTo>
                  <a:lnTo>
                    <a:pt x="35858" y="3230"/>
                  </a:lnTo>
                  <a:lnTo>
                    <a:pt x="35577" y="3029"/>
                  </a:lnTo>
                  <a:lnTo>
                    <a:pt x="34935" y="2628"/>
                  </a:lnTo>
                  <a:lnTo>
                    <a:pt x="34233" y="2267"/>
                  </a:lnTo>
                  <a:lnTo>
                    <a:pt x="33491" y="1906"/>
                  </a:lnTo>
                  <a:lnTo>
                    <a:pt x="32709" y="1585"/>
                  </a:lnTo>
                  <a:lnTo>
                    <a:pt x="31907" y="1304"/>
                  </a:lnTo>
                  <a:lnTo>
                    <a:pt x="31085" y="1064"/>
                  </a:lnTo>
                  <a:lnTo>
                    <a:pt x="30242" y="863"/>
                  </a:lnTo>
                  <a:lnTo>
                    <a:pt x="29400" y="703"/>
                  </a:lnTo>
                  <a:lnTo>
                    <a:pt x="28477" y="542"/>
                  </a:lnTo>
                  <a:lnTo>
                    <a:pt x="27495" y="422"/>
                  </a:lnTo>
                  <a:lnTo>
                    <a:pt x="26472" y="302"/>
                  </a:lnTo>
                  <a:lnTo>
                    <a:pt x="25389" y="221"/>
                  </a:lnTo>
                  <a:lnTo>
                    <a:pt x="24266" y="141"/>
                  </a:lnTo>
                  <a:lnTo>
                    <a:pt x="23103" y="81"/>
                  </a:lnTo>
                  <a:lnTo>
                    <a:pt x="21920" y="41"/>
                  </a:lnTo>
                  <a:lnTo>
                    <a:pt x="2087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42">
              <a:extLst>
                <a:ext uri="{FF2B5EF4-FFF2-40B4-BE49-F238E27FC236}">
                  <a16:creationId xmlns:a16="http://schemas.microsoft.com/office/drawing/2014/main" id="{478E30F8-A11E-D720-098E-E418CE0C3A99}"/>
                </a:ext>
              </a:extLst>
            </p:cNvPr>
            <p:cNvSpPr/>
            <p:nvPr/>
          </p:nvSpPr>
          <p:spPr>
            <a:xfrm>
              <a:off x="11223475" y="4170988"/>
              <a:ext cx="943075" cy="265250"/>
            </a:xfrm>
            <a:custGeom>
              <a:avLst/>
              <a:gdLst/>
              <a:ahLst/>
              <a:cxnLst/>
              <a:rect l="l" t="t" r="r" b="b"/>
              <a:pathLst>
                <a:path w="37723" h="10610" fill="none" extrusionOk="0">
                  <a:moveTo>
                    <a:pt x="37241" y="6579"/>
                  </a:moveTo>
                  <a:lnTo>
                    <a:pt x="37241" y="6579"/>
                  </a:lnTo>
                  <a:lnTo>
                    <a:pt x="37021" y="6739"/>
                  </a:lnTo>
                  <a:lnTo>
                    <a:pt x="36720" y="6900"/>
                  </a:lnTo>
                  <a:lnTo>
                    <a:pt x="36379" y="7080"/>
                  </a:lnTo>
                  <a:lnTo>
                    <a:pt x="35978" y="7261"/>
                  </a:lnTo>
                  <a:lnTo>
                    <a:pt x="35517" y="7441"/>
                  </a:lnTo>
                  <a:lnTo>
                    <a:pt x="35015" y="7622"/>
                  </a:lnTo>
                  <a:lnTo>
                    <a:pt x="34454" y="7802"/>
                  </a:lnTo>
                  <a:lnTo>
                    <a:pt x="33852" y="8003"/>
                  </a:lnTo>
                  <a:lnTo>
                    <a:pt x="32508" y="8364"/>
                  </a:lnTo>
                  <a:lnTo>
                    <a:pt x="31024" y="8725"/>
                  </a:lnTo>
                  <a:lnTo>
                    <a:pt x="29420" y="9086"/>
                  </a:lnTo>
                  <a:lnTo>
                    <a:pt x="27695" y="9426"/>
                  </a:lnTo>
                  <a:lnTo>
                    <a:pt x="25911" y="9727"/>
                  </a:lnTo>
                  <a:lnTo>
                    <a:pt x="24086" y="9988"/>
                  </a:lnTo>
                  <a:lnTo>
                    <a:pt x="22220" y="10229"/>
                  </a:lnTo>
                  <a:lnTo>
                    <a:pt x="21278" y="10329"/>
                  </a:lnTo>
                  <a:lnTo>
                    <a:pt x="20355" y="10409"/>
                  </a:lnTo>
                  <a:lnTo>
                    <a:pt x="19433" y="10489"/>
                  </a:lnTo>
                  <a:lnTo>
                    <a:pt x="18510" y="10549"/>
                  </a:lnTo>
                  <a:lnTo>
                    <a:pt x="17608" y="10590"/>
                  </a:lnTo>
                  <a:lnTo>
                    <a:pt x="16706" y="10610"/>
                  </a:lnTo>
                  <a:lnTo>
                    <a:pt x="15823" y="10610"/>
                  </a:lnTo>
                  <a:lnTo>
                    <a:pt x="14981" y="10610"/>
                  </a:lnTo>
                  <a:lnTo>
                    <a:pt x="14139" y="10590"/>
                  </a:lnTo>
                  <a:lnTo>
                    <a:pt x="13336" y="10529"/>
                  </a:lnTo>
                  <a:lnTo>
                    <a:pt x="13336" y="10529"/>
                  </a:lnTo>
                  <a:lnTo>
                    <a:pt x="12494" y="10469"/>
                  </a:lnTo>
                  <a:lnTo>
                    <a:pt x="11672" y="10369"/>
                  </a:lnTo>
                  <a:lnTo>
                    <a:pt x="10890" y="10269"/>
                  </a:lnTo>
                  <a:lnTo>
                    <a:pt x="10128" y="10148"/>
                  </a:lnTo>
                  <a:lnTo>
                    <a:pt x="9386" y="10008"/>
                  </a:lnTo>
                  <a:lnTo>
                    <a:pt x="8664" y="9868"/>
                  </a:lnTo>
                  <a:lnTo>
                    <a:pt x="7962" y="9707"/>
                  </a:lnTo>
                  <a:lnTo>
                    <a:pt x="7300" y="9527"/>
                  </a:lnTo>
                  <a:lnTo>
                    <a:pt x="7300" y="9527"/>
                  </a:lnTo>
                  <a:lnTo>
                    <a:pt x="6438" y="9286"/>
                  </a:lnTo>
                  <a:lnTo>
                    <a:pt x="5635" y="9005"/>
                  </a:lnTo>
                  <a:lnTo>
                    <a:pt x="4873" y="8725"/>
                  </a:lnTo>
                  <a:lnTo>
                    <a:pt x="4151" y="8444"/>
                  </a:lnTo>
                  <a:lnTo>
                    <a:pt x="3490" y="8143"/>
                  </a:lnTo>
                  <a:lnTo>
                    <a:pt x="2888" y="7822"/>
                  </a:lnTo>
                  <a:lnTo>
                    <a:pt x="2347" y="7521"/>
                  </a:lnTo>
                  <a:lnTo>
                    <a:pt x="1845" y="7220"/>
                  </a:lnTo>
                  <a:lnTo>
                    <a:pt x="1404" y="6900"/>
                  </a:lnTo>
                  <a:lnTo>
                    <a:pt x="1023" y="6599"/>
                  </a:lnTo>
                  <a:lnTo>
                    <a:pt x="702" y="6318"/>
                  </a:lnTo>
                  <a:lnTo>
                    <a:pt x="441" y="6037"/>
                  </a:lnTo>
                  <a:lnTo>
                    <a:pt x="241" y="5777"/>
                  </a:lnTo>
                  <a:lnTo>
                    <a:pt x="100" y="5536"/>
                  </a:lnTo>
                  <a:lnTo>
                    <a:pt x="60" y="5416"/>
                  </a:lnTo>
                  <a:lnTo>
                    <a:pt x="20" y="5295"/>
                  </a:lnTo>
                  <a:lnTo>
                    <a:pt x="0" y="5195"/>
                  </a:lnTo>
                  <a:lnTo>
                    <a:pt x="20" y="5095"/>
                  </a:lnTo>
                  <a:lnTo>
                    <a:pt x="20" y="5095"/>
                  </a:lnTo>
                  <a:lnTo>
                    <a:pt x="40" y="4954"/>
                  </a:lnTo>
                  <a:lnTo>
                    <a:pt x="80" y="4834"/>
                  </a:lnTo>
                  <a:lnTo>
                    <a:pt x="120" y="4694"/>
                  </a:lnTo>
                  <a:lnTo>
                    <a:pt x="201" y="4553"/>
                  </a:lnTo>
                  <a:lnTo>
                    <a:pt x="301" y="4413"/>
                  </a:lnTo>
                  <a:lnTo>
                    <a:pt x="401" y="4272"/>
                  </a:lnTo>
                  <a:lnTo>
                    <a:pt x="662" y="3972"/>
                  </a:lnTo>
                  <a:lnTo>
                    <a:pt x="983" y="3691"/>
                  </a:lnTo>
                  <a:lnTo>
                    <a:pt x="1344" y="3410"/>
                  </a:lnTo>
                  <a:lnTo>
                    <a:pt x="1765" y="3109"/>
                  </a:lnTo>
                  <a:lnTo>
                    <a:pt x="2226" y="2828"/>
                  </a:lnTo>
                  <a:lnTo>
                    <a:pt x="2728" y="2568"/>
                  </a:lnTo>
                  <a:lnTo>
                    <a:pt x="3249" y="2307"/>
                  </a:lnTo>
                  <a:lnTo>
                    <a:pt x="3810" y="2046"/>
                  </a:lnTo>
                  <a:lnTo>
                    <a:pt x="4372" y="1826"/>
                  </a:lnTo>
                  <a:lnTo>
                    <a:pt x="4974" y="1605"/>
                  </a:lnTo>
                  <a:lnTo>
                    <a:pt x="5575" y="1405"/>
                  </a:lnTo>
                  <a:lnTo>
                    <a:pt x="6197" y="1224"/>
                  </a:lnTo>
                  <a:lnTo>
                    <a:pt x="6799" y="1064"/>
                  </a:lnTo>
                  <a:lnTo>
                    <a:pt x="6799" y="1064"/>
                  </a:lnTo>
                  <a:lnTo>
                    <a:pt x="7480" y="903"/>
                  </a:lnTo>
                  <a:lnTo>
                    <a:pt x="8222" y="783"/>
                  </a:lnTo>
                  <a:lnTo>
                    <a:pt x="9005" y="643"/>
                  </a:lnTo>
                  <a:lnTo>
                    <a:pt x="9847" y="542"/>
                  </a:lnTo>
                  <a:lnTo>
                    <a:pt x="10729" y="422"/>
                  </a:lnTo>
                  <a:lnTo>
                    <a:pt x="11652" y="342"/>
                  </a:lnTo>
                  <a:lnTo>
                    <a:pt x="12594" y="262"/>
                  </a:lnTo>
                  <a:lnTo>
                    <a:pt x="13577" y="181"/>
                  </a:lnTo>
                  <a:lnTo>
                    <a:pt x="14600" y="121"/>
                  </a:lnTo>
                  <a:lnTo>
                    <a:pt x="15623" y="81"/>
                  </a:lnTo>
                  <a:lnTo>
                    <a:pt x="16665" y="41"/>
                  </a:lnTo>
                  <a:lnTo>
                    <a:pt x="17708" y="21"/>
                  </a:lnTo>
                  <a:lnTo>
                    <a:pt x="18771" y="1"/>
                  </a:lnTo>
                  <a:lnTo>
                    <a:pt x="19814" y="1"/>
                  </a:lnTo>
                  <a:lnTo>
                    <a:pt x="20877" y="1"/>
                  </a:lnTo>
                  <a:lnTo>
                    <a:pt x="21920" y="41"/>
                  </a:lnTo>
                  <a:lnTo>
                    <a:pt x="21920" y="41"/>
                  </a:lnTo>
                  <a:lnTo>
                    <a:pt x="21920" y="41"/>
                  </a:lnTo>
                  <a:lnTo>
                    <a:pt x="23103" y="81"/>
                  </a:lnTo>
                  <a:lnTo>
                    <a:pt x="24266" y="141"/>
                  </a:lnTo>
                  <a:lnTo>
                    <a:pt x="25389" y="221"/>
                  </a:lnTo>
                  <a:lnTo>
                    <a:pt x="26472" y="302"/>
                  </a:lnTo>
                  <a:lnTo>
                    <a:pt x="27495" y="422"/>
                  </a:lnTo>
                  <a:lnTo>
                    <a:pt x="28477" y="542"/>
                  </a:lnTo>
                  <a:lnTo>
                    <a:pt x="29400" y="703"/>
                  </a:lnTo>
                  <a:lnTo>
                    <a:pt x="30242" y="863"/>
                  </a:lnTo>
                  <a:lnTo>
                    <a:pt x="30242" y="863"/>
                  </a:lnTo>
                  <a:lnTo>
                    <a:pt x="31085" y="1064"/>
                  </a:lnTo>
                  <a:lnTo>
                    <a:pt x="31907" y="1304"/>
                  </a:lnTo>
                  <a:lnTo>
                    <a:pt x="32709" y="1585"/>
                  </a:lnTo>
                  <a:lnTo>
                    <a:pt x="33491" y="1906"/>
                  </a:lnTo>
                  <a:lnTo>
                    <a:pt x="34233" y="2267"/>
                  </a:lnTo>
                  <a:lnTo>
                    <a:pt x="34935" y="2628"/>
                  </a:lnTo>
                  <a:lnTo>
                    <a:pt x="35577" y="3029"/>
                  </a:lnTo>
                  <a:lnTo>
                    <a:pt x="35858" y="3230"/>
                  </a:lnTo>
                  <a:lnTo>
                    <a:pt x="36138" y="3430"/>
                  </a:lnTo>
                  <a:lnTo>
                    <a:pt x="36399" y="3651"/>
                  </a:lnTo>
                  <a:lnTo>
                    <a:pt x="36640" y="3851"/>
                  </a:lnTo>
                  <a:lnTo>
                    <a:pt x="36860" y="4072"/>
                  </a:lnTo>
                  <a:lnTo>
                    <a:pt x="37061" y="4272"/>
                  </a:lnTo>
                  <a:lnTo>
                    <a:pt x="37241" y="4473"/>
                  </a:lnTo>
                  <a:lnTo>
                    <a:pt x="37382" y="4694"/>
                  </a:lnTo>
                  <a:lnTo>
                    <a:pt x="37502" y="4894"/>
                  </a:lnTo>
                  <a:lnTo>
                    <a:pt x="37602" y="5095"/>
                  </a:lnTo>
                  <a:lnTo>
                    <a:pt x="37662" y="5295"/>
                  </a:lnTo>
                  <a:lnTo>
                    <a:pt x="37703" y="5496"/>
                  </a:lnTo>
                  <a:lnTo>
                    <a:pt x="37723" y="5696"/>
                  </a:lnTo>
                  <a:lnTo>
                    <a:pt x="37683" y="5877"/>
                  </a:lnTo>
                  <a:lnTo>
                    <a:pt x="37622" y="6057"/>
                  </a:lnTo>
                  <a:lnTo>
                    <a:pt x="37522" y="6238"/>
                  </a:lnTo>
                  <a:lnTo>
                    <a:pt x="37402" y="6418"/>
                  </a:lnTo>
                  <a:lnTo>
                    <a:pt x="37241" y="657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42">
              <a:extLst>
                <a:ext uri="{FF2B5EF4-FFF2-40B4-BE49-F238E27FC236}">
                  <a16:creationId xmlns:a16="http://schemas.microsoft.com/office/drawing/2014/main" id="{6FC3BDF0-83D4-5B2B-1947-D4FD4803E46A}"/>
                </a:ext>
              </a:extLst>
            </p:cNvPr>
            <p:cNvSpPr/>
            <p:nvPr/>
          </p:nvSpPr>
          <p:spPr>
            <a:xfrm>
              <a:off x="11405950" y="4171988"/>
              <a:ext cx="759600" cy="264250"/>
            </a:xfrm>
            <a:custGeom>
              <a:avLst/>
              <a:gdLst/>
              <a:ahLst/>
              <a:cxnLst/>
              <a:rect l="l" t="t" r="r" b="b"/>
              <a:pathLst>
                <a:path w="30384" h="10570" extrusionOk="0">
                  <a:moveTo>
                    <a:pt x="14621" y="1"/>
                  </a:moveTo>
                  <a:lnTo>
                    <a:pt x="15423" y="121"/>
                  </a:lnTo>
                  <a:lnTo>
                    <a:pt x="16225" y="282"/>
                  </a:lnTo>
                  <a:lnTo>
                    <a:pt x="17067" y="442"/>
                  </a:lnTo>
                  <a:lnTo>
                    <a:pt x="17569" y="242"/>
                  </a:lnTo>
                  <a:lnTo>
                    <a:pt x="17789" y="161"/>
                  </a:lnTo>
                  <a:lnTo>
                    <a:pt x="16245" y="61"/>
                  </a:lnTo>
                  <a:lnTo>
                    <a:pt x="14621" y="1"/>
                  </a:lnTo>
                  <a:close/>
                  <a:moveTo>
                    <a:pt x="20396" y="402"/>
                  </a:moveTo>
                  <a:lnTo>
                    <a:pt x="19033" y="923"/>
                  </a:lnTo>
                  <a:lnTo>
                    <a:pt x="19434" y="1044"/>
                  </a:lnTo>
                  <a:lnTo>
                    <a:pt x="19795" y="1184"/>
                  </a:lnTo>
                  <a:lnTo>
                    <a:pt x="20176" y="1345"/>
                  </a:lnTo>
                  <a:lnTo>
                    <a:pt x="20517" y="1545"/>
                  </a:lnTo>
                  <a:lnTo>
                    <a:pt x="20858" y="1746"/>
                  </a:lnTo>
                  <a:lnTo>
                    <a:pt x="21178" y="1966"/>
                  </a:lnTo>
                  <a:lnTo>
                    <a:pt x="21479" y="2227"/>
                  </a:lnTo>
                  <a:lnTo>
                    <a:pt x="21740" y="2508"/>
                  </a:lnTo>
                  <a:lnTo>
                    <a:pt x="21900" y="2668"/>
                  </a:lnTo>
                  <a:lnTo>
                    <a:pt x="22021" y="2849"/>
                  </a:lnTo>
                  <a:lnTo>
                    <a:pt x="22141" y="3049"/>
                  </a:lnTo>
                  <a:lnTo>
                    <a:pt x="22241" y="3230"/>
                  </a:lnTo>
                  <a:lnTo>
                    <a:pt x="22342" y="3430"/>
                  </a:lnTo>
                  <a:lnTo>
                    <a:pt x="22402" y="3631"/>
                  </a:lnTo>
                  <a:lnTo>
                    <a:pt x="22462" y="3851"/>
                  </a:lnTo>
                  <a:lnTo>
                    <a:pt x="22522" y="4052"/>
                  </a:lnTo>
                  <a:lnTo>
                    <a:pt x="22542" y="4273"/>
                  </a:lnTo>
                  <a:lnTo>
                    <a:pt x="22562" y="4473"/>
                  </a:lnTo>
                  <a:lnTo>
                    <a:pt x="22542" y="4694"/>
                  </a:lnTo>
                  <a:lnTo>
                    <a:pt x="22522" y="4914"/>
                  </a:lnTo>
                  <a:lnTo>
                    <a:pt x="22462" y="5115"/>
                  </a:lnTo>
                  <a:lnTo>
                    <a:pt x="22402" y="5335"/>
                  </a:lnTo>
                  <a:lnTo>
                    <a:pt x="22302" y="5536"/>
                  </a:lnTo>
                  <a:lnTo>
                    <a:pt x="22201" y="5737"/>
                  </a:lnTo>
                  <a:lnTo>
                    <a:pt x="22201" y="5737"/>
                  </a:lnTo>
                  <a:lnTo>
                    <a:pt x="22342" y="5716"/>
                  </a:lnTo>
                  <a:lnTo>
                    <a:pt x="24608" y="5576"/>
                  </a:lnTo>
                  <a:lnTo>
                    <a:pt x="26734" y="5436"/>
                  </a:lnTo>
                  <a:lnTo>
                    <a:pt x="28679" y="5335"/>
                  </a:lnTo>
                  <a:lnTo>
                    <a:pt x="30384" y="5275"/>
                  </a:lnTo>
                  <a:lnTo>
                    <a:pt x="30323" y="5115"/>
                  </a:lnTo>
                  <a:lnTo>
                    <a:pt x="30263" y="4954"/>
                  </a:lnTo>
                  <a:lnTo>
                    <a:pt x="30183" y="4794"/>
                  </a:lnTo>
                  <a:lnTo>
                    <a:pt x="30083" y="4634"/>
                  </a:lnTo>
                  <a:lnTo>
                    <a:pt x="29822" y="4313"/>
                  </a:lnTo>
                  <a:lnTo>
                    <a:pt x="29521" y="3972"/>
                  </a:lnTo>
                  <a:lnTo>
                    <a:pt x="29160" y="3651"/>
                  </a:lnTo>
                  <a:lnTo>
                    <a:pt x="28759" y="3330"/>
                  </a:lnTo>
                  <a:lnTo>
                    <a:pt x="28298" y="3009"/>
                  </a:lnTo>
                  <a:lnTo>
                    <a:pt x="27796" y="2688"/>
                  </a:lnTo>
                  <a:lnTo>
                    <a:pt x="27275" y="2407"/>
                  </a:lnTo>
                  <a:lnTo>
                    <a:pt x="26714" y="2107"/>
                  </a:lnTo>
                  <a:lnTo>
                    <a:pt x="26112" y="1846"/>
                  </a:lnTo>
                  <a:lnTo>
                    <a:pt x="25510" y="1585"/>
                  </a:lnTo>
                  <a:lnTo>
                    <a:pt x="24889" y="1365"/>
                  </a:lnTo>
                  <a:lnTo>
                    <a:pt x="24247" y="1164"/>
                  </a:lnTo>
                  <a:lnTo>
                    <a:pt x="23605" y="964"/>
                  </a:lnTo>
                  <a:lnTo>
                    <a:pt x="22943" y="823"/>
                  </a:lnTo>
                  <a:lnTo>
                    <a:pt x="22362" y="703"/>
                  </a:lnTo>
                  <a:lnTo>
                    <a:pt x="21740" y="603"/>
                  </a:lnTo>
                  <a:lnTo>
                    <a:pt x="21078" y="502"/>
                  </a:lnTo>
                  <a:lnTo>
                    <a:pt x="20396" y="402"/>
                  </a:lnTo>
                  <a:close/>
                  <a:moveTo>
                    <a:pt x="29962" y="6499"/>
                  </a:moveTo>
                  <a:lnTo>
                    <a:pt x="26373" y="6679"/>
                  </a:lnTo>
                  <a:lnTo>
                    <a:pt x="22502" y="6880"/>
                  </a:lnTo>
                  <a:lnTo>
                    <a:pt x="22302" y="6880"/>
                  </a:lnTo>
                  <a:lnTo>
                    <a:pt x="21860" y="6920"/>
                  </a:lnTo>
                  <a:lnTo>
                    <a:pt x="20878" y="6960"/>
                  </a:lnTo>
                  <a:lnTo>
                    <a:pt x="20838" y="6960"/>
                  </a:lnTo>
                  <a:lnTo>
                    <a:pt x="20497" y="7160"/>
                  </a:lnTo>
                  <a:lnTo>
                    <a:pt x="20136" y="7321"/>
                  </a:lnTo>
                  <a:lnTo>
                    <a:pt x="19775" y="7481"/>
                  </a:lnTo>
                  <a:lnTo>
                    <a:pt x="19434" y="7622"/>
                  </a:lnTo>
                  <a:lnTo>
                    <a:pt x="18692" y="7882"/>
                  </a:lnTo>
                  <a:lnTo>
                    <a:pt x="17950" y="8123"/>
                  </a:lnTo>
                  <a:lnTo>
                    <a:pt x="17188" y="8324"/>
                  </a:lnTo>
                  <a:lnTo>
                    <a:pt x="16426" y="8504"/>
                  </a:lnTo>
                  <a:lnTo>
                    <a:pt x="15664" y="8644"/>
                  </a:lnTo>
                  <a:lnTo>
                    <a:pt x="14901" y="8785"/>
                  </a:lnTo>
                  <a:lnTo>
                    <a:pt x="13357" y="9025"/>
                  </a:lnTo>
                  <a:lnTo>
                    <a:pt x="12375" y="9166"/>
                  </a:lnTo>
                  <a:lnTo>
                    <a:pt x="11392" y="9286"/>
                  </a:lnTo>
                  <a:lnTo>
                    <a:pt x="10409" y="9366"/>
                  </a:lnTo>
                  <a:lnTo>
                    <a:pt x="9427" y="9447"/>
                  </a:lnTo>
                  <a:lnTo>
                    <a:pt x="8444" y="9507"/>
                  </a:lnTo>
                  <a:lnTo>
                    <a:pt x="7461" y="9567"/>
                  </a:lnTo>
                  <a:lnTo>
                    <a:pt x="6479" y="9587"/>
                  </a:lnTo>
                  <a:lnTo>
                    <a:pt x="4172" y="9587"/>
                  </a:lnTo>
                  <a:lnTo>
                    <a:pt x="2869" y="9527"/>
                  </a:lnTo>
                  <a:lnTo>
                    <a:pt x="1545" y="9467"/>
                  </a:lnTo>
                  <a:lnTo>
                    <a:pt x="242" y="9346"/>
                  </a:lnTo>
                  <a:lnTo>
                    <a:pt x="222" y="9346"/>
                  </a:lnTo>
                  <a:lnTo>
                    <a:pt x="141" y="9366"/>
                  </a:lnTo>
                  <a:lnTo>
                    <a:pt x="81" y="9386"/>
                  </a:lnTo>
                  <a:lnTo>
                    <a:pt x="41" y="9427"/>
                  </a:lnTo>
                  <a:lnTo>
                    <a:pt x="1" y="9487"/>
                  </a:lnTo>
                  <a:lnTo>
                    <a:pt x="663" y="9667"/>
                  </a:lnTo>
                  <a:lnTo>
                    <a:pt x="1365" y="9828"/>
                  </a:lnTo>
                  <a:lnTo>
                    <a:pt x="2087" y="9968"/>
                  </a:lnTo>
                  <a:lnTo>
                    <a:pt x="2829" y="10108"/>
                  </a:lnTo>
                  <a:lnTo>
                    <a:pt x="3591" y="10229"/>
                  </a:lnTo>
                  <a:lnTo>
                    <a:pt x="4373" y="10329"/>
                  </a:lnTo>
                  <a:lnTo>
                    <a:pt x="5195" y="10429"/>
                  </a:lnTo>
                  <a:lnTo>
                    <a:pt x="6037" y="10489"/>
                  </a:lnTo>
                  <a:lnTo>
                    <a:pt x="7261" y="10550"/>
                  </a:lnTo>
                  <a:lnTo>
                    <a:pt x="8524" y="10570"/>
                  </a:lnTo>
                  <a:lnTo>
                    <a:pt x="9326" y="10570"/>
                  </a:lnTo>
                  <a:lnTo>
                    <a:pt x="10128" y="10550"/>
                  </a:lnTo>
                  <a:lnTo>
                    <a:pt x="10951" y="10509"/>
                  </a:lnTo>
                  <a:lnTo>
                    <a:pt x="11773" y="10469"/>
                  </a:lnTo>
                  <a:lnTo>
                    <a:pt x="13458" y="10329"/>
                  </a:lnTo>
                  <a:lnTo>
                    <a:pt x="15142" y="10169"/>
                  </a:lnTo>
                  <a:lnTo>
                    <a:pt x="16847" y="9948"/>
                  </a:lnTo>
                  <a:lnTo>
                    <a:pt x="18511" y="9707"/>
                  </a:lnTo>
                  <a:lnTo>
                    <a:pt x="20136" y="9427"/>
                  </a:lnTo>
                  <a:lnTo>
                    <a:pt x="21700" y="9126"/>
                  </a:lnTo>
                  <a:lnTo>
                    <a:pt x="23184" y="8825"/>
                  </a:lnTo>
                  <a:lnTo>
                    <a:pt x="24568" y="8484"/>
                  </a:lnTo>
                  <a:lnTo>
                    <a:pt x="25851" y="8163"/>
                  </a:lnTo>
                  <a:lnTo>
                    <a:pt x="26994" y="7822"/>
                  </a:lnTo>
                  <a:lnTo>
                    <a:pt x="27997" y="7481"/>
                  </a:lnTo>
                  <a:lnTo>
                    <a:pt x="28438" y="7321"/>
                  </a:lnTo>
                  <a:lnTo>
                    <a:pt x="28839" y="7140"/>
                  </a:lnTo>
                  <a:lnTo>
                    <a:pt x="29180" y="7000"/>
                  </a:lnTo>
                  <a:lnTo>
                    <a:pt x="29481" y="6840"/>
                  </a:lnTo>
                  <a:lnTo>
                    <a:pt x="29742" y="6679"/>
                  </a:lnTo>
                  <a:lnTo>
                    <a:pt x="29942" y="6539"/>
                  </a:lnTo>
                  <a:lnTo>
                    <a:pt x="29962" y="6499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42">
              <a:extLst>
                <a:ext uri="{FF2B5EF4-FFF2-40B4-BE49-F238E27FC236}">
                  <a16:creationId xmlns:a16="http://schemas.microsoft.com/office/drawing/2014/main" id="{AD82CD87-1F17-E82C-1863-649FD41E4A0F}"/>
                </a:ext>
              </a:extLst>
            </p:cNvPr>
            <p:cNvSpPr/>
            <p:nvPr/>
          </p:nvSpPr>
          <p:spPr>
            <a:xfrm>
              <a:off x="11405950" y="4334438"/>
              <a:ext cx="749075" cy="101800"/>
            </a:xfrm>
            <a:custGeom>
              <a:avLst/>
              <a:gdLst/>
              <a:ahLst/>
              <a:cxnLst/>
              <a:rect l="l" t="t" r="r" b="b"/>
              <a:pathLst>
                <a:path w="29963" h="4072" fill="none" extrusionOk="0">
                  <a:moveTo>
                    <a:pt x="29962" y="1"/>
                  </a:moveTo>
                  <a:lnTo>
                    <a:pt x="29962" y="1"/>
                  </a:lnTo>
                  <a:lnTo>
                    <a:pt x="26373" y="181"/>
                  </a:lnTo>
                  <a:lnTo>
                    <a:pt x="26373" y="181"/>
                  </a:lnTo>
                  <a:lnTo>
                    <a:pt x="22502" y="382"/>
                  </a:lnTo>
                  <a:lnTo>
                    <a:pt x="22502" y="382"/>
                  </a:lnTo>
                  <a:lnTo>
                    <a:pt x="22342" y="382"/>
                  </a:lnTo>
                  <a:lnTo>
                    <a:pt x="22342" y="382"/>
                  </a:lnTo>
                  <a:lnTo>
                    <a:pt x="22302" y="382"/>
                  </a:lnTo>
                  <a:lnTo>
                    <a:pt x="22302" y="382"/>
                  </a:lnTo>
                  <a:lnTo>
                    <a:pt x="21860" y="422"/>
                  </a:lnTo>
                  <a:lnTo>
                    <a:pt x="21860" y="422"/>
                  </a:lnTo>
                  <a:lnTo>
                    <a:pt x="20878" y="462"/>
                  </a:lnTo>
                  <a:lnTo>
                    <a:pt x="20878" y="462"/>
                  </a:lnTo>
                  <a:lnTo>
                    <a:pt x="20838" y="462"/>
                  </a:lnTo>
                  <a:lnTo>
                    <a:pt x="20838" y="462"/>
                  </a:lnTo>
                  <a:lnTo>
                    <a:pt x="20497" y="662"/>
                  </a:lnTo>
                  <a:lnTo>
                    <a:pt x="20136" y="823"/>
                  </a:lnTo>
                  <a:lnTo>
                    <a:pt x="19775" y="983"/>
                  </a:lnTo>
                  <a:lnTo>
                    <a:pt x="19434" y="1124"/>
                  </a:lnTo>
                  <a:lnTo>
                    <a:pt x="19434" y="1124"/>
                  </a:lnTo>
                  <a:lnTo>
                    <a:pt x="18692" y="1384"/>
                  </a:lnTo>
                  <a:lnTo>
                    <a:pt x="17950" y="1625"/>
                  </a:lnTo>
                  <a:lnTo>
                    <a:pt x="17188" y="1826"/>
                  </a:lnTo>
                  <a:lnTo>
                    <a:pt x="16426" y="2006"/>
                  </a:lnTo>
                  <a:lnTo>
                    <a:pt x="15664" y="2146"/>
                  </a:lnTo>
                  <a:lnTo>
                    <a:pt x="14901" y="2287"/>
                  </a:lnTo>
                  <a:lnTo>
                    <a:pt x="13357" y="2527"/>
                  </a:lnTo>
                  <a:lnTo>
                    <a:pt x="13357" y="2527"/>
                  </a:lnTo>
                  <a:lnTo>
                    <a:pt x="12375" y="2668"/>
                  </a:lnTo>
                  <a:lnTo>
                    <a:pt x="11392" y="2788"/>
                  </a:lnTo>
                  <a:lnTo>
                    <a:pt x="10409" y="2868"/>
                  </a:lnTo>
                  <a:lnTo>
                    <a:pt x="9427" y="2949"/>
                  </a:lnTo>
                  <a:lnTo>
                    <a:pt x="8444" y="3009"/>
                  </a:lnTo>
                  <a:lnTo>
                    <a:pt x="7461" y="3069"/>
                  </a:lnTo>
                  <a:lnTo>
                    <a:pt x="6479" y="3089"/>
                  </a:lnTo>
                  <a:lnTo>
                    <a:pt x="5496" y="3089"/>
                  </a:lnTo>
                  <a:lnTo>
                    <a:pt x="5496" y="3089"/>
                  </a:lnTo>
                  <a:lnTo>
                    <a:pt x="4172" y="3089"/>
                  </a:lnTo>
                  <a:lnTo>
                    <a:pt x="2869" y="3029"/>
                  </a:lnTo>
                  <a:lnTo>
                    <a:pt x="1545" y="2969"/>
                  </a:lnTo>
                  <a:lnTo>
                    <a:pt x="242" y="2848"/>
                  </a:lnTo>
                  <a:lnTo>
                    <a:pt x="242" y="2848"/>
                  </a:lnTo>
                  <a:lnTo>
                    <a:pt x="222" y="2848"/>
                  </a:lnTo>
                  <a:lnTo>
                    <a:pt x="222" y="2848"/>
                  </a:lnTo>
                  <a:lnTo>
                    <a:pt x="141" y="2868"/>
                  </a:lnTo>
                  <a:lnTo>
                    <a:pt x="81" y="2888"/>
                  </a:lnTo>
                  <a:lnTo>
                    <a:pt x="41" y="2929"/>
                  </a:lnTo>
                  <a:lnTo>
                    <a:pt x="1" y="2989"/>
                  </a:lnTo>
                  <a:lnTo>
                    <a:pt x="1" y="2989"/>
                  </a:lnTo>
                  <a:lnTo>
                    <a:pt x="663" y="3169"/>
                  </a:lnTo>
                  <a:lnTo>
                    <a:pt x="1365" y="3330"/>
                  </a:lnTo>
                  <a:lnTo>
                    <a:pt x="2087" y="3470"/>
                  </a:lnTo>
                  <a:lnTo>
                    <a:pt x="2829" y="3610"/>
                  </a:lnTo>
                  <a:lnTo>
                    <a:pt x="3591" y="3731"/>
                  </a:lnTo>
                  <a:lnTo>
                    <a:pt x="4373" y="3831"/>
                  </a:lnTo>
                  <a:lnTo>
                    <a:pt x="5195" y="3931"/>
                  </a:lnTo>
                  <a:lnTo>
                    <a:pt x="6037" y="3991"/>
                  </a:lnTo>
                  <a:lnTo>
                    <a:pt x="6037" y="3991"/>
                  </a:lnTo>
                  <a:lnTo>
                    <a:pt x="7261" y="4052"/>
                  </a:lnTo>
                  <a:lnTo>
                    <a:pt x="8524" y="4072"/>
                  </a:lnTo>
                  <a:lnTo>
                    <a:pt x="8524" y="4072"/>
                  </a:lnTo>
                  <a:lnTo>
                    <a:pt x="9326" y="4072"/>
                  </a:lnTo>
                  <a:lnTo>
                    <a:pt x="10128" y="4052"/>
                  </a:lnTo>
                  <a:lnTo>
                    <a:pt x="10951" y="4011"/>
                  </a:lnTo>
                  <a:lnTo>
                    <a:pt x="11773" y="3971"/>
                  </a:lnTo>
                  <a:lnTo>
                    <a:pt x="13458" y="3831"/>
                  </a:lnTo>
                  <a:lnTo>
                    <a:pt x="15142" y="3671"/>
                  </a:lnTo>
                  <a:lnTo>
                    <a:pt x="16847" y="3450"/>
                  </a:lnTo>
                  <a:lnTo>
                    <a:pt x="18511" y="3209"/>
                  </a:lnTo>
                  <a:lnTo>
                    <a:pt x="20136" y="2929"/>
                  </a:lnTo>
                  <a:lnTo>
                    <a:pt x="21700" y="2628"/>
                  </a:lnTo>
                  <a:lnTo>
                    <a:pt x="23184" y="2327"/>
                  </a:lnTo>
                  <a:lnTo>
                    <a:pt x="24568" y="1986"/>
                  </a:lnTo>
                  <a:lnTo>
                    <a:pt x="25851" y="1665"/>
                  </a:lnTo>
                  <a:lnTo>
                    <a:pt x="26994" y="1324"/>
                  </a:lnTo>
                  <a:lnTo>
                    <a:pt x="27997" y="983"/>
                  </a:lnTo>
                  <a:lnTo>
                    <a:pt x="28438" y="823"/>
                  </a:lnTo>
                  <a:lnTo>
                    <a:pt x="28839" y="642"/>
                  </a:lnTo>
                  <a:lnTo>
                    <a:pt x="29180" y="502"/>
                  </a:lnTo>
                  <a:lnTo>
                    <a:pt x="29481" y="342"/>
                  </a:lnTo>
                  <a:lnTo>
                    <a:pt x="29742" y="181"/>
                  </a:lnTo>
                  <a:lnTo>
                    <a:pt x="29942" y="41"/>
                  </a:lnTo>
                  <a:lnTo>
                    <a:pt x="29942" y="41"/>
                  </a:lnTo>
                  <a:lnTo>
                    <a:pt x="299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42">
              <a:extLst>
                <a:ext uri="{FF2B5EF4-FFF2-40B4-BE49-F238E27FC236}">
                  <a16:creationId xmlns:a16="http://schemas.microsoft.com/office/drawing/2014/main" id="{3C7DC37E-FBFC-CCBA-46AD-D2D2EA7C5A54}"/>
                </a:ext>
              </a:extLst>
            </p:cNvPr>
            <p:cNvSpPr/>
            <p:nvPr/>
          </p:nvSpPr>
          <p:spPr>
            <a:xfrm>
              <a:off x="11881750" y="4182013"/>
              <a:ext cx="283800" cy="133400"/>
            </a:xfrm>
            <a:custGeom>
              <a:avLst/>
              <a:gdLst/>
              <a:ahLst/>
              <a:cxnLst/>
              <a:rect l="l" t="t" r="r" b="b"/>
              <a:pathLst>
                <a:path w="11352" h="5336" fill="none" extrusionOk="0">
                  <a:moveTo>
                    <a:pt x="1364" y="1"/>
                  </a:moveTo>
                  <a:lnTo>
                    <a:pt x="1364" y="1"/>
                  </a:lnTo>
                  <a:lnTo>
                    <a:pt x="1" y="522"/>
                  </a:lnTo>
                  <a:lnTo>
                    <a:pt x="1" y="522"/>
                  </a:lnTo>
                  <a:lnTo>
                    <a:pt x="402" y="643"/>
                  </a:lnTo>
                  <a:lnTo>
                    <a:pt x="763" y="783"/>
                  </a:lnTo>
                  <a:lnTo>
                    <a:pt x="1144" y="944"/>
                  </a:lnTo>
                  <a:lnTo>
                    <a:pt x="1485" y="1144"/>
                  </a:lnTo>
                  <a:lnTo>
                    <a:pt x="1826" y="1345"/>
                  </a:lnTo>
                  <a:lnTo>
                    <a:pt x="2146" y="1565"/>
                  </a:lnTo>
                  <a:lnTo>
                    <a:pt x="2447" y="1826"/>
                  </a:lnTo>
                  <a:lnTo>
                    <a:pt x="2708" y="2107"/>
                  </a:lnTo>
                  <a:lnTo>
                    <a:pt x="2708" y="2107"/>
                  </a:lnTo>
                  <a:lnTo>
                    <a:pt x="2868" y="2267"/>
                  </a:lnTo>
                  <a:lnTo>
                    <a:pt x="2989" y="2448"/>
                  </a:lnTo>
                  <a:lnTo>
                    <a:pt x="3109" y="2648"/>
                  </a:lnTo>
                  <a:lnTo>
                    <a:pt x="3209" y="2829"/>
                  </a:lnTo>
                  <a:lnTo>
                    <a:pt x="3310" y="3029"/>
                  </a:lnTo>
                  <a:lnTo>
                    <a:pt x="3370" y="3230"/>
                  </a:lnTo>
                  <a:lnTo>
                    <a:pt x="3430" y="3450"/>
                  </a:lnTo>
                  <a:lnTo>
                    <a:pt x="3490" y="3651"/>
                  </a:lnTo>
                  <a:lnTo>
                    <a:pt x="3510" y="3872"/>
                  </a:lnTo>
                  <a:lnTo>
                    <a:pt x="3530" y="4072"/>
                  </a:lnTo>
                  <a:lnTo>
                    <a:pt x="3510" y="4293"/>
                  </a:lnTo>
                  <a:lnTo>
                    <a:pt x="3490" y="4513"/>
                  </a:lnTo>
                  <a:lnTo>
                    <a:pt x="3430" y="4714"/>
                  </a:lnTo>
                  <a:lnTo>
                    <a:pt x="3370" y="4934"/>
                  </a:lnTo>
                  <a:lnTo>
                    <a:pt x="3270" y="5135"/>
                  </a:lnTo>
                  <a:lnTo>
                    <a:pt x="3169" y="5336"/>
                  </a:lnTo>
                  <a:lnTo>
                    <a:pt x="3169" y="5336"/>
                  </a:lnTo>
                  <a:lnTo>
                    <a:pt x="3310" y="5315"/>
                  </a:lnTo>
                  <a:lnTo>
                    <a:pt x="3310" y="5315"/>
                  </a:lnTo>
                  <a:lnTo>
                    <a:pt x="5576" y="5175"/>
                  </a:lnTo>
                  <a:lnTo>
                    <a:pt x="7702" y="5035"/>
                  </a:lnTo>
                  <a:lnTo>
                    <a:pt x="9647" y="4934"/>
                  </a:lnTo>
                  <a:lnTo>
                    <a:pt x="11352" y="4874"/>
                  </a:lnTo>
                  <a:lnTo>
                    <a:pt x="11352" y="4874"/>
                  </a:lnTo>
                  <a:lnTo>
                    <a:pt x="11291" y="4714"/>
                  </a:lnTo>
                  <a:lnTo>
                    <a:pt x="11231" y="4553"/>
                  </a:lnTo>
                  <a:lnTo>
                    <a:pt x="11151" y="4393"/>
                  </a:lnTo>
                  <a:lnTo>
                    <a:pt x="11051" y="4233"/>
                  </a:lnTo>
                  <a:lnTo>
                    <a:pt x="10790" y="3912"/>
                  </a:lnTo>
                  <a:lnTo>
                    <a:pt x="10489" y="3571"/>
                  </a:lnTo>
                  <a:lnTo>
                    <a:pt x="10128" y="3250"/>
                  </a:lnTo>
                  <a:lnTo>
                    <a:pt x="9727" y="2929"/>
                  </a:lnTo>
                  <a:lnTo>
                    <a:pt x="9266" y="2608"/>
                  </a:lnTo>
                  <a:lnTo>
                    <a:pt x="8764" y="2287"/>
                  </a:lnTo>
                  <a:lnTo>
                    <a:pt x="8243" y="2006"/>
                  </a:lnTo>
                  <a:lnTo>
                    <a:pt x="7682" y="1706"/>
                  </a:lnTo>
                  <a:lnTo>
                    <a:pt x="7080" y="1445"/>
                  </a:lnTo>
                  <a:lnTo>
                    <a:pt x="6478" y="1184"/>
                  </a:lnTo>
                  <a:lnTo>
                    <a:pt x="5857" y="964"/>
                  </a:lnTo>
                  <a:lnTo>
                    <a:pt x="5215" y="763"/>
                  </a:lnTo>
                  <a:lnTo>
                    <a:pt x="4573" y="563"/>
                  </a:lnTo>
                  <a:lnTo>
                    <a:pt x="3911" y="422"/>
                  </a:lnTo>
                  <a:lnTo>
                    <a:pt x="3911" y="422"/>
                  </a:lnTo>
                  <a:lnTo>
                    <a:pt x="3330" y="302"/>
                  </a:lnTo>
                  <a:lnTo>
                    <a:pt x="2708" y="202"/>
                  </a:lnTo>
                  <a:lnTo>
                    <a:pt x="2046" y="101"/>
                  </a:lnTo>
                  <a:lnTo>
                    <a:pt x="13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42">
              <a:extLst>
                <a:ext uri="{FF2B5EF4-FFF2-40B4-BE49-F238E27FC236}">
                  <a16:creationId xmlns:a16="http://schemas.microsoft.com/office/drawing/2014/main" id="{4AA583EF-B758-720D-39FE-82A8580F2252}"/>
                </a:ext>
              </a:extLst>
            </p:cNvPr>
            <p:cNvSpPr/>
            <p:nvPr/>
          </p:nvSpPr>
          <p:spPr>
            <a:xfrm>
              <a:off x="11771450" y="4171988"/>
              <a:ext cx="79250" cy="11075"/>
            </a:xfrm>
            <a:custGeom>
              <a:avLst/>
              <a:gdLst/>
              <a:ahLst/>
              <a:cxnLst/>
              <a:rect l="l" t="t" r="r" b="b"/>
              <a:pathLst>
                <a:path w="3170" h="443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803" y="121"/>
                  </a:lnTo>
                  <a:lnTo>
                    <a:pt x="1605" y="282"/>
                  </a:lnTo>
                  <a:lnTo>
                    <a:pt x="1605" y="282"/>
                  </a:lnTo>
                  <a:lnTo>
                    <a:pt x="2447" y="442"/>
                  </a:lnTo>
                  <a:lnTo>
                    <a:pt x="2447" y="442"/>
                  </a:lnTo>
                  <a:lnTo>
                    <a:pt x="2949" y="242"/>
                  </a:lnTo>
                  <a:lnTo>
                    <a:pt x="2949" y="242"/>
                  </a:lnTo>
                  <a:lnTo>
                    <a:pt x="3169" y="161"/>
                  </a:lnTo>
                  <a:lnTo>
                    <a:pt x="3169" y="161"/>
                  </a:lnTo>
                  <a:lnTo>
                    <a:pt x="1625" y="6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42">
              <a:extLst>
                <a:ext uri="{FF2B5EF4-FFF2-40B4-BE49-F238E27FC236}">
                  <a16:creationId xmlns:a16="http://schemas.microsoft.com/office/drawing/2014/main" id="{05E514A6-DD0F-BBA4-D0EC-61500BFA5C92}"/>
                </a:ext>
              </a:extLst>
            </p:cNvPr>
            <p:cNvSpPr/>
            <p:nvPr/>
          </p:nvSpPr>
          <p:spPr>
            <a:xfrm>
              <a:off x="11246025" y="4817763"/>
              <a:ext cx="920525" cy="297325"/>
            </a:xfrm>
            <a:custGeom>
              <a:avLst/>
              <a:gdLst/>
              <a:ahLst/>
              <a:cxnLst/>
              <a:rect l="l" t="t" r="r" b="b"/>
              <a:pathLst>
                <a:path w="36821" h="11893" extrusionOk="0">
                  <a:moveTo>
                    <a:pt x="2467" y="0"/>
                  </a:moveTo>
                  <a:lnTo>
                    <a:pt x="1886" y="381"/>
                  </a:lnTo>
                  <a:lnTo>
                    <a:pt x="1384" y="742"/>
                  </a:lnTo>
                  <a:lnTo>
                    <a:pt x="963" y="1103"/>
                  </a:lnTo>
                  <a:lnTo>
                    <a:pt x="602" y="1444"/>
                  </a:lnTo>
                  <a:lnTo>
                    <a:pt x="321" y="1745"/>
                  </a:lnTo>
                  <a:lnTo>
                    <a:pt x="201" y="1885"/>
                  </a:lnTo>
                  <a:lnTo>
                    <a:pt x="121" y="2026"/>
                  </a:lnTo>
                  <a:lnTo>
                    <a:pt x="61" y="2146"/>
                  </a:lnTo>
                  <a:lnTo>
                    <a:pt x="21" y="2266"/>
                  </a:lnTo>
                  <a:lnTo>
                    <a:pt x="1" y="236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7308" y="11872"/>
                  </a:lnTo>
                  <a:lnTo>
                    <a:pt x="18150" y="11893"/>
                  </a:lnTo>
                  <a:lnTo>
                    <a:pt x="18992" y="11893"/>
                  </a:lnTo>
                  <a:lnTo>
                    <a:pt x="19834" y="11872"/>
                  </a:lnTo>
                  <a:lnTo>
                    <a:pt x="20677" y="11812"/>
                  </a:lnTo>
                  <a:lnTo>
                    <a:pt x="21499" y="11752"/>
                  </a:lnTo>
                  <a:lnTo>
                    <a:pt x="22321" y="11672"/>
                  </a:lnTo>
                  <a:lnTo>
                    <a:pt x="23143" y="11572"/>
                  </a:lnTo>
                  <a:lnTo>
                    <a:pt x="23946" y="11451"/>
                  </a:lnTo>
                  <a:lnTo>
                    <a:pt x="24728" y="11331"/>
                  </a:lnTo>
                  <a:lnTo>
                    <a:pt x="25510" y="11191"/>
                  </a:lnTo>
                  <a:lnTo>
                    <a:pt x="26272" y="11050"/>
                  </a:lnTo>
                  <a:lnTo>
                    <a:pt x="27736" y="10749"/>
                  </a:lnTo>
                  <a:lnTo>
                    <a:pt x="29120" y="10408"/>
                  </a:lnTo>
                  <a:lnTo>
                    <a:pt x="30403" y="10047"/>
                  </a:lnTo>
                  <a:lnTo>
                    <a:pt x="31586" y="9707"/>
                  </a:lnTo>
                  <a:lnTo>
                    <a:pt x="32649" y="9386"/>
                  </a:lnTo>
                  <a:lnTo>
                    <a:pt x="33572" y="9065"/>
                  </a:lnTo>
                  <a:lnTo>
                    <a:pt x="34334" y="8784"/>
                  </a:lnTo>
                  <a:lnTo>
                    <a:pt x="34956" y="856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6420" y="6137"/>
                  </a:lnTo>
                  <a:lnTo>
                    <a:pt x="36560" y="5315"/>
                  </a:lnTo>
                  <a:lnTo>
                    <a:pt x="36680" y="4472"/>
                  </a:lnTo>
                  <a:lnTo>
                    <a:pt x="36760" y="3630"/>
                  </a:lnTo>
                  <a:lnTo>
                    <a:pt x="36801" y="2888"/>
                  </a:lnTo>
                  <a:lnTo>
                    <a:pt x="36821" y="2246"/>
                  </a:lnTo>
                  <a:lnTo>
                    <a:pt x="36801" y="1785"/>
                  </a:lnTo>
                  <a:lnTo>
                    <a:pt x="36760" y="1645"/>
                  </a:lnTo>
                  <a:lnTo>
                    <a:pt x="36740" y="1544"/>
                  </a:lnTo>
                  <a:lnTo>
                    <a:pt x="36660" y="1464"/>
                  </a:lnTo>
                  <a:lnTo>
                    <a:pt x="36540" y="1344"/>
                  </a:lnTo>
                  <a:lnTo>
                    <a:pt x="36179" y="1023"/>
                  </a:lnTo>
                  <a:lnTo>
                    <a:pt x="35678" y="622"/>
                  </a:lnTo>
                  <a:lnTo>
                    <a:pt x="35036" y="161"/>
                  </a:lnTo>
                  <a:lnTo>
                    <a:pt x="34895" y="1183"/>
                  </a:lnTo>
                  <a:lnTo>
                    <a:pt x="34815" y="1665"/>
                  </a:lnTo>
                  <a:lnTo>
                    <a:pt x="34735" y="2086"/>
                  </a:lnTo>
                  <a:lnTo>
                    <a:pt x="34635" y="2467"/>
                  </a:lnTo>
                  <a:lnTo>
                    <a:pt x="34534" y="2748"/>
                  </a:lnTo>
                  <a:lnTo>
                    <a:pt x="34474" y="2868"/>
                  </a:lnTo>
                  <a:lnTo>
                    <a:pt x="34414" y="2968"/>
                  </a:lnTo>
                  <a:lnTo>
                    <a:pt x="34354" y="3028"/>
                  </a:lnTo>
                  <a:lnTo>
                    <a:pt x="34294" y="3069"/>
                  </a:lnTo>
                  <a:lnTo>
                    <a:pt x="33752" y="3269"/>
                  </a:lnTo>
                  <a:lnTo>
                    <a:pt x="32729" y="3650"/>
                  </a:lnTo>
                  <a:lnTo>
                    <a:pt x="32028" y="3891"/>
                  </a:lnTo>
                  <a:lnTo>
                    <a:pt x="31245" y="4151"/>
                  </a:lnTo>
                  <a:lnTo>
                    <a:pt x="30363" y="4432"/>
                  </a:lnTo>
                  <a:lnTo>
                    <a:pt x="29380" y="4713"/>
                  </a:lnTo>
                  <a:lnTo>
                    <a:pt x="28338" y="4994"/>
                  </a:lnTo>
                  <a:lnTo>
                    <a:pt x="27215" y="5275"/>
                  </a:lnTo>
                  <a:lnTo>
                    <a:pt x="26031" y="5535"/>
                  </a:lnTo>
                  <a:lnTo>
                    <a:pt x="24808" y="5776"/>
                  </a:lnTo>
                  <a:lnTo>
                    <a:pt x="23524" y="5976"/>
                  </a:lnTo>
                  <a:lnTo>
                    <a:pt x="22221" y="6157"/>
                  </a:lnTo>
                  <a:lnTo>
                    <a:pt x="21539" y="6217"/>
                  </a:lnTo>
                  <a:lnTo>
                    <a:pt x="20877" y="6277"/>
                  </a:lnTo>
                  <a:lnTo>
                    <a:pt x="20195" y="6337"/>
                  </a:lnTo>
                  <a:lnTo>
                    <a:pt x="19514" y="6357"/>
                  </a:lnTo>
                  <a:lnTo>
                    <a:pt x="18792" y="6378"/>
                  </a:lnTo>
                  <a:lnTo>
                    <a:pt x="18070" y="6378"/>
                  </a:lnTo>
                  <a:lnTo>
                    <a:pt x="17328" y="6357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42"/>
                  </a:lnTo>
                  <a:lnTo>
                    <a:pt x="24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8540;p42">
              <a:extLst>
                <a:ext uri="{FF2B5EF4-FFF2-40B4-BE49-F238E27FC236}">
                  <a16:creationId xmlns:a16="http://schemas.microsoft.com/office/drawing/2014/main" id="{65CF51B1-476C-B442-BEAE-8D4DF2F7FB0E}"/>
                </a:ext>
              </a:extLst>
            </p:cNvPr>
            <p:cNvSpPr/>
            <p:nvPr/>
          </p:nvSpPr>
          <p:spPr>
            <a:xfrm>
              <a:off x="11246025" y="4817763"/>
              <a:ext cx="920525" cy="297325"/>
            </a:xfrm>
            <a:custGeom>
              <a:avLst/>
              <a:gdLst/>
              <a:ahLst/>
              <a:cxnLst/>
              <a:rect l="l" t="t" r="r" b="b"/>
              <a:pathLst>
                <a:path w="36821" h="11893" fill="none" extrusionOk="0">
                  <a:moveTo>
                    <a:pt x="36259" y="6899"/>
                  </a:moveTo>
                  <a:lnTo>
                    <a:pt x="36259" y="6899"/>
                  </a:lnTo>
                  <a:lnTo>
                    <a:pt x="36139" y="7420"/>
                  </a:lnTo>
                  <a:lnTo>
                    <a:pt x="36059" y="7661"/>
                  </a:lnTo>
                  <a:lnTo>
                    <a:pt x="35978" y="7841"/>
                  </a:lnTo>
                  <a:lnTo>
                    <a:pt x="35898" y="8022"/>
                  </a:lnTo>
                  <a:lnTo>
                    <a:pt x="35818" y="8142"/>
                  </a:lnTo>
                  <a:lnTo>
                    <a:pt x="35738" y="8243"/>
                  </a:lnTo>
                  <a:lnTo>
                    <a:pt x="35637" y="8303"/>
                  </a:lnTo>
                  <a:lnTo>
                    <a:pt x="35637" y="8303"/>
                  </a:lnTo>
                  <a:lnTo>
                    <a:pt x="34956" y="8563"/>
                  </a:lnTo>
                  <a:lnTo>
                    <a:pt x="34334" y="8784"/>
                  </a:lnTo>
                  <a:lnTo>
                    <a:pt x="33572" y="9065"/>
                  </a:lnTo>
                  <a:lnTo>
                    <a:pt x="32649" y="9386"/>
                  </a:lnTo>
                  <a:lnTo>
                    <a:pt x="31586" y="9707"/>
                  </a:lnTo>
                  <a:lnTo>
                    <a:pt x="30403" y="10047"/>
                  </a:lnTo>
                  <a:lnTo>
                    <a:pt x="29120" y="10408"/>
                  </a:lnTo>
                  <a:lnTo>
                    <a:pt x="27736" y="10749"/>
                  </a:lnTo>
                  <a:lnTo>
                    <a:pt x="26272" y="11050"/>
                  </a:lnTo>
                  <a:lnTo>
                    <a:pt x="25510" y="11191"/>
                  </a:lnTo>
                  <a:lnTo>
                    <a:pt x="24728" y="11331"/>
                  </a:lnTo>
                  <a:lnTo>
                    <a:pt x="23946" y="11451"/>
                  </a:lnTo>
                  <a:lnTo>
                    <a:pt x="23143" y="11572"/>
                  </a:lnTo>
                  <a:lnTo>
                    <a:pt x="22321" y="11672"/>
                  </a:lnTo>
                  <a:lnTo>
                    <a:pt x="21499" y="11752"/>
                  </a:lnTo>
                  <a:lnTo>
                    <a:pt x="20677" y="11812"/>
                  </a:lnTo>
                  <a:lnTo>
                    <a:pt x="19834" y="11872"/>
                  </a:lnTo>
                  <a:lnTo>
                    <a:pt x="18992" y="11893"/>
                  </a:lnTo>
                  <a:lnTo>
                    <a:pt x="18150" y="11893"/>
                  </a:lnTo>
                  <a:lnTo>
                    <a:pt x="17308" y="11872"/>
                  </a:lnTo>
                  <a:lnTo>
                    <a:pt x="16445" y="11832"/>
                  </a:lnTo>
                  <a:lnTo>
                    <a:pt x="16445" y="11832"/>
                  </a:lnTo>
                  <a:lnTo>
                    <a:pt x="15021" y="11732"/>
                  </a:lnTo>
                  <a:lnTo>
                    <a:pt x="13618" y="11572"/>
                  </a:lnTo>
                  <a:lnTo>
                    <a:pt x="12274" y="11391"/>
                  </a:lnTo>
                  <a:lnTo>
                    <a:pt x="10970" y="11191"/>
                  </a:lnTo>
                  <a:lnTo>
                    <a:pt x="9747" y="10950"/>
                  </a:lnTo>
                  <a:lnTo>
                    <a:pt x="8584" y="10709"/>
                  </a:lnTo>
                  <a:lnTo>
                    <a:pt x="7481" y="10449"/>
                  </a:lnTo>
                  <a:lnTo>
                    <a:pt x="6478" y="10188"/>
                  </a:lnTo>
                  <a:lnTo>
                    <a:pt x="5536" y="9927"/>
                  </a:lnTo>
                  <a:lnTo>
                    <a:pt x="4693" y="9666"/>
                  </a:lnTo>
                  <a:lnTo>
                    <a:pt x="3951" y="9426"/>
                  </a:lnTo>
                  <a:lnTo>
                    <a:pt x="3310" y="9205"/>
                  </a:lnTo>
                  <a:lnTo>
                    <a:pt x="2768" y="9005"/>
                  </a:lnTo>
                  <a:lnTo>
                    <a:pt x="2347" y="8824"/>
                  </a:lnTo>
                  <a:lnTo>
                    <a:pt x="2046" y="8684"/>
                  </a:lnTo>
                  <a:lnTo>
                    <a:pt x="1866" y="8584"/>
                  </a:lnTo>
                  <a:lnTo>
                    <a:pt x="1866" y="8584"/>
                  </a:lnTo>
                  <a:lnTo>
                    <a:pt x="1805" y="8523"/>
                  </a:lnTo>
                  <a:lnTo>
                    <a:pt x="1745" y="8443"/>
                  </a:lnTo>
                  <a:lnTo>
                    <a:pt x="1625" y="8223"/>
                  </a:lnTo>
                  <a:lnTo>
                    <a:pt x="1485" y="7922"/>
                  </a:lnTo>
                  <a:lnTo>
                    <a:pt x="1344" y="7541"/>
                  </a:lnTo>
                  <a:lnTo>
                    <a:pt x="1204" y="7120"/>
                  </a:lnTo>
                  <a:lnTo>
                    <a:pt x="1063" y="6658"/>
                  </a:lnTo>
                  <a:lnTo>
                    <a:pt x="783" y="5656"/>
                  </a:lnTo>
                  <a:lnTo>
                    <a:pt x="522" y="4633"/>
                  </a:lnTo>
                  <a:lnTo>
                    <a:pt x="301" y="3710"/>
                  </a:lnTo>
                  <a:lnTo>
                    <a:pt x="21" y="2467"/>
                  </a:lnTo>
                  <a:lnTo>
                    <a:pt x="21" y="2467"/>
                  </a:lnTo>
                  <a:lnTo>
                    <a:pt x="1" y="2367"/>
                  </a:lnTo>
                  <a:lnTo>
                    <a:pt x="21" y="2266"/>
                  </a:lnTo>
                  <a:lnTo>
                    <a:pt x="61" y="2146"/>
                  </a:lnTo>
                  <a:lnTo>
                    <a:pt x="121" y="2026"/>
                  </a:lnTo>
                  <a:lnTo>
                    <a:pt x="201" y="1885"/>
                  </a:lnTo>
                  <a:lnTo>
                    <a:pt x="321" y="1745"/>
                  </a:lnTo>
                  <a:lnTo>
                    <a:pt x="602" y="1444"/>
                  </a:lnTo>
                  <a:lnTo>
                    <a:pt x="963" y="1103"/>
                  </a:lnTo>
                  <a:lnTo>
                    <a:pt x="1384" y="742"/>
                  </a:lnTo>
                  <a:lnTo>
                    <a:pt x="1886" y="381"/>
                  </a:lnTo>
                  <a:lnTo>
                    <a:pt x="2467" y="0"/>
                  </a:lnTo>
                  <a:lnTo>
                    <a:pt x="2467" y="0"/>
                  </a:lnTo>
                  <a:lnTo>
                    <a:pt x="2588" y="542"/>
                  </a:lnTo>
                  <a:lnTo>
                    <a:pt x="2688" y="1103"/>
                  </a:lnTo>
                  <a:lnTo>
                    <a:pt x="2828" y="2126"/>
                  </a:lnTo>
                  <a:lnTo>
                    <a:pt x="2908" y="2547"/>
                  </a:lnTo>
                  <a:lnTo>
                    <a:pt x="2989" y="2908"/>
                  </a:lnTo>
                  <a:lnTo>
                    <a:pt x="3029" y="3048"/>
                  </a:lnTo>
                  <a:lnTo>
                    <a:pt x="3069" y="3169"/>
                  </a:lnTo>
                  <a:lnTo>
                    <a:pt x="3109" y="3269"/>
                  </a:lnTo>
                  <a:lnTo>
                    <a:pt x="3169" y="3329"/>
                  </a:lnTo>
                  <a:lnTo>
                    <a:pt x="3169" y="3329"/>
                  </a:lnTo>
                  <a:lnTo>
                    <a:pt x="3350" y="3429"/>
                  </a:lnTo>
                  <a:lnTo>
                    <a:pt x="3610" y="3550"/>
                  </a:lnTo>
                  <a:lnTo>
                    <a:pt x="4011" y="3730"/>
                  </a:lnTo>
                  <a:lnTo>
                    <a:pt x="4513" y="3911"/>
                  </a:lnTo>
                  <a:lnTo>
                    <a:pt x="5094" y="4111"/>
                  </a:lnTo>
                  <a:lnTo>
                    <a:pt x="5776" y="4332"/>
                  </a:lnTo>
                  <a:lnTo>
                    <a:pt x="6558" y="4573"/>
                  </a:lnTo>
                  <a:lnTo>
                    <a:pt x="7421" y="4813"/>
                  </a:lnTo>
                  <a:lnTo>
                    <a:pt x="8343" y="5054"/>
                  </a:lnTo>
                  <a:lnTo>
                    <a:pt x="9346" y="5295"/>
                  </a:lnTo>
                  <a:lnTo>
                    <a:pt x="10429" y="5515"/>
                  </a:lnTo>
                  <a:lnTo>
                    <a:pt x="11572" y="5736"/>
                  </a:lnTo>
                  <a:lnTo>
                    <a:pt x="12755" y="5916"/>
                  </a:lnTo>
                  <a:lnTo>
                    <a:pt x="13999" y="6097"/>
                  </a:lnTo>
                  <a:lnTo>
                    <a:pt x="15282" y="6217"/>
                  </a:lnTo>
                  <a:lnTo>
                    <a:pt x="16606" y="6337"/>
                  </a:lnTo>
                  <a:lnTo>
                    <a:pt x="16606" y="6337"/>
                  </a:lnTo>
                  <a:lnTo>
                    <a:pt x="17328" y="6357"/>
                  </a:lnTo>
                  <a:lnTo>
                    <a:pt x="18070" y="6378"/>
                  </a:lnTo>
                  <a:lnTo>
                    <a:pt x="18792" y="6378"/>
                  </a:lnTo>
                  <a:lnTo>
                    <a:pt x="19514" y="6357"/>
                  </a:lnTo>
                  <a:lnTo>
                    <a:pt x="19514" y="6357"/>
                  </a:lnTo>
                  <a:lnTo>
                    <a:pt x="20195" y="6337"/>
                  </a:lnTo>
                  <a:lnTo>
                    <a:pt x="20877" y="6277"/>
                  </a:lnTo>
                  <a:lnTo>
                    <a:pt x="21539" y="6217"/>
                  </a:lnTo>
                  <a:lnTo>
                    <a:pt x="22221" y="6157"/>
                  </a:lnTo>
                  <a:lnTo>
                    <a:pt x="23524" y="5976"/>
                  </a:lnTo>
                  <a:lnTo>
                    <a:pt x="24808" y="5776"/>
                  </a:lnTo>
                  <a:lnTo>
                    <a:pt x="26031" y="5535"/>
                  </a:lnTo>
                  <a:lnTo>
                    <a:pt x="27215" y="5275"/>
                  </a:lnTo>
                  <a:lnTo>
                    <a:pt x="28338" y="4994"/>
                  </a:lnTo>
                  <a:lnTo>
                    <a:pt x="29380" y="4713"/>
                  </a:lnTo>
                  <a:lnTo>
                    <a:pt x="30363" y="4432"/>
                  </a:lnTo>
                  <a:lnTo>
                    <a:pt x="31245" y="4151"/>
                  </a:lnTo>
                  <a:lnTo>
                    <a:pt x="32028" y="3891"/>
                  </a:lnTo>
                  <a:lnTo>
                    <a:pt x="32729" y="3650"/>
                  </a:lnTo>
                  <a:lnTo>
                    <a:pt x="33752" y="3269"/>
                  </a:lnTo>
                  <a:lnTo>
                    <a:pt x="34294" y="3069"/>
                  </a:lnTo>
                  <a:lnTo>
                    <a:pt x="34294" y="3069"/>
                  </a:lnTo>
                  <a:lnTo>
                    <a:pt x="34354" y="3028"/>
                  </a:lnTo>
                  <a:lnTo>
                    <a:pt x="34414" y="2968"/>
                  </a:lnTo>
                  <a:lnTo>
                    <a:pt x="34474" y="2868"/>
                  </a:lnTo>
                  <a:lnTo>
                    <a:pt x="34534" y="2748"/>
                  </a:lnTo>
                  <a:lnTo>
                    <a:pt x="34635" y="2467"/>
                  </a:lnTo>
                  <a:lnTo>
                    <a:pt x="34735" y="2086"/>
                  </a:lnTo>
                  <a:lnTo>
                    <a:pt x="34815" y="1665"/>
                  </a:lnTo>
                  <a:lnTo>
                    <a:pt x="34895" y="1183"/>
                  </a:lnTo>
                  <a:lnTo>
                    <a:pt x="35036" y="161"/>
                  </a:lnTo>
                  <a:lnTo>
                    <a:pt x="35036" y="161"/>
                  </a:lnTo>
                  <a:lnTo>
                    <a:pt x="35678" y="622"/>
                  </a:lnTo>
                  <a:lnTo>
                    <a:pt x="36179" y="1023"/>
                  </a:lnTo>
                  <a:lnTo>
                    <a:pt x="36540" y="1344"/>
                  </a:lnTo>
                  <a:lnTo>
                    <a:pt x="36660" y="1464"/>
                  </a:lnTo>
                  <a:lnTo>
                    <a:pt x="36740" y="1544"/>
                  </a:lnTo>
                  <a:lnTo>
                    <a:pt x="36740" y="1544"/>
                  </a:lnTo>
                  <a:lnTo>
                    <a:pt x="36760" y="1645"/>
                  </a:lnTo>
                  <a:lnTo>
                    <a:pt x="36801" y="1785"/>
                  </a:lnTo>
                  <a:lnTo>
                    <a:pt x="36821" y="2246"/>
                  </a:lnTo>
                  <a:lnTo>
                    <a:pt x="36801" y="2888"/>
                  </a:lnTo>
                  <a:lnTo>
                    <a:pt x="36760" y="3630"/>
                  </a:lnTo>
                  <a:lnTo>
                    <a:pt x="36680" y="4472"/>
                  </a:lnTo>
                  <a:lnTo>
                    <a:pt x="36560" y="5315"/>
                  </a:lnTo>
                  <a:lnTo>
                    <a:pt x="36420" y="6137"/>
                  </a:lnTo>
                  <a:lnTo>
                    <a:pt x="36259" y="689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42">
              <a:extLst>
                <a:ext uri="{FF2B5EF4-FFF2-40B4-BE49-F238E27FC236}">
                  <a16:creationId xmlns:a16="http://schemas.microsoft.com/office/drawing/2014/main" id="{599A5FDB-62CB-5EB3-FCBB-E725E20D32FC}"/>
                </a:ext>
              </a:extLst>
            </p:cNvPr>
            <p:cNvSpPr/>
            <p:nvPr/>
          </p:nvSpPr>
          <p:spPr>
            <a:xfrm>
              <a:off x="11246025" y="4817763"/>
              <a:ext cx="906500" cy="297325"/>
            </a:xfrm>
            <a:custGeom>
              <a:avLst/>
              <a:gdLst/>
              <a:ahLst/>
              <a:cxnLst/>
              <a:rect l="l" t="t" r="r" b="b"/>
              <a:pathLst>
                <a:path w="36260" h="11893" extrusionOk="0">
                  <a:moveTo>
                    <a:pt x="2467" y="0"/>
                  </a:moveTo>
                  <a:lnTo>
                    <a:pt x="1926" y="361"/>
                  </a:lnTo>
                  <a:lnTo>
                    <a:pt x="1445" y="722"/>
                  </a:lnTo>
                  <a:lnTo>
                    <a:pt x="1023" y="1043"/>
                  </a:lnTo>
                  <a:lnTo>
                    <a:pt x="662" y="1364"/>
                  </a:lnTo>
                  <a:lnTo>
                    <a:pt x="382" y="1665"/>
                  </a:lnTo>
                  <a:lnTo>
                    <a:pt x="181" y="1925"/>
                  </a:lnTo>
                  <a:lnTo>
                    <a:pt x="101" y="2066"/>
                  </a:lnTo>
                  <a:lnTo>
                    <a:pt x="41" y="2186"/>
                  </a:lnTo>
                  <a:lnTo>
                    <a:pt x="21" y="2286"/>
                  </a:lnTo>
                  <a:lnTo>
                    <a:pt x="1" y="238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7408" y="11872"/>
                  </a:lnTo>
                  <a:lnTo>
                    <a:pt x="18350" y="11893"/>
                  </a:lnTo>
                  <a:lnTo>
                    <a:pt x="19133" y="11893"/>
                  </a:lnTo>
                  <a:lnTo>
                    <a:pt x="19915" y="11852"/>
                  </a:lnTo>
                  <a:lnTo>
                    <a:pt x="20697" y="11812"/>
                  </a:lnTo>
                  <a:lnTo>
                    <a:pt x="21479" y="11752"/>
                  </a:lnTo>
                  <a:lnTo>
                    <a:pt x="22241" y="11672"/>
                  </a:lnTo>
                  <a:lnTo>
                    <a:pt x="23003" y="11592"/>
                  </a:lnTo>
                  <a:lnTo>
                    <a:pt x="23745" y="11491"/>
                  </a:lnTo>
                  <a:lnTo>
                    <a:pt x="24487" y="11371"/>
                  </a:lnTo>
                  <a:lnTo>
                    <a:pt x="25931" y="11130"/>
                  </a:lnTo>
                  <a:lnTo>
                    <a:pt x="27315" y="10830"/>
                  </a:lnTo>
                  <a:lnTo>
                    <a:pt x="28618" y="10529"/>
                  </a:lnTo>
                  <a:lnTo>
                    <a:pt x="29862" y="10208"/>
                  </a:lnTo>
                  <a:lnTo>
                    <a:pt x="31005" y="9887"/>
                  </a:lnTo>
                  <a:lnTo>
                    <a:pt x="32048" y="9566"/>
                  </a:lnTo>
                  <a:lnTo>
                    <a:pt x="32990" y="9265"/>
                  </a:lnTo>
                  <a:lnTo>
                    <a:pt x="33792" y="8985"/>
                  </a:lnTo>
                  <a:lnTo>
                    <a:pt x="35016" y="854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5016" y="7340"/>
                  </a:lnTo>
                  <a:lnTo>
                    <a:pt x="33752" y="7741"/>
                  </a:lnTo>
                  <a:lnTo>
                    <a:pt x="32469" y="8142"/>
                  </a:lnTo>
                  <a:lnTo>
                    <a:pt x="31205" y="8503"/>
                  </a:lnTo>
                  <a:lnTo>
                    <a:pt x="29922" y="8844"/>
                  </a:lnTo>
                  <a:lnTo>
                    <a:pt x="28618" y="9145"/>
                  </a:lnTo>
                  <a:lnTo>
                    <a:pt x="27335" y="9406"/>
                  </a:lnTo>
                  <a:lnTo>
                    <a:pt x="26031" y="9646"/>
                  </a:lnTo>
                  <a:lnTo>
                    <a:pt x="24728" y="9847"/>
                  </a:lnTo>
                  <a:lnTo>
                    <a:pt x="23404" y="10007"/>
                  </a:lnTo>
                  <a:lnTo>
                    <a:pt x="22742" y="10088"/>
                  </a:lnTo>
                  <a:lnTo>
                    <a:pt x="22081" y="10128"/>
                  </a:lnTo>
                  <a:lnTo>
                    <a:pt x="21419" y="10168"/>
                  </a:lnTo>
                  <a:lnTo>
                    <a:pt x="20737" y="10188"/>
                  </a:lnTo>
                  <a:lnTo>
                    <a:pt x="20035" y="10168"/>
                  </a:lnTo>
                  <a:lnTo>
                    <a:pt x="19333" y="10128"/>
                  </a:lnTo>
                  <a:lnTo>
                    <a:pt x="18631" y="10027"/>
                  </a:lnTo>
                  <a:lnTo>
                    <a:pt x="17929" y="9907"/>
                  </a:lnTo>
                  <a:lnTo>
                    <a:pt x="17649" y="9847"/>
                  </a:lnTo>
                  <a:lnTo>
                    <a:pt x="17348" y="9747"/>
                  </a:lnTo>
                  <a:lnTo>
                    <a:pt x="17047" y="9606"/>
                  </a:lnTo>
                  <a:lnTo>
                    <a:pt x="16786" y="9466"/>
                  </a:lnTo>
                  <a:lnTo>
                    <a:pt x="16525" y="9305"/>
                  </a:lnTo>
                  <a:lnTo>
                    <a:pt x="16305" y="9105"/>
                  </a:lnTo>
                  <a:lnTo>
                    <a:pt x="16225" y="9005"/>
                  </a:lnTo>
                  <a:lnTo>
                    <a:pt x="16144" y="8904"/>
                  </a:lnTo>
                  <a:lnTo>
                    <a:pt x="16084" y="8784"/>
                  </a:lnTo>
                  <a:lnTo>
                    <a:pt x="16044" y="8684"/>
                  </a:lnTo>
                  <a:lnTo>
                    <a:pt x="16024" y="8563"/>
                  </a:lnTo>
                  <a:lnTo>
                    <a:pt x="16004" y="8443"/>
                  </a:lnTo>
                  <a:lnTo>
                    <a:pt x="16024" y="8323"/>
                  </a:lnTo>
                  <a:lnTo>
                    <a:pt x="16064" y="8202"/>
                  </a:lnTo>
                  <a:lnTo>
                    <a:pt x="16124" y="8062"/>
                  </a:lnTo>
                  <a:lnTo>
                    <a:pt x="16205" y="7942"/>
                  </a:lnTo>
                  <a:lnTo>
                    <a:pt x="16325" y="7801"/>
                  </a:lnTo>
                  <a:lnTo>
                    <a:pt x="16465" y="7681"/>
                  </a:lnTo>
                  <a:lnTo>
                    <a:pt x="16646" y="7541"/>
                  </a:lnTo>
                  <a:lnTo>
                    <a:pt x="16846" y="7400"/>
                  </a:lnTo>
                  <a:lnTo>
                    <a:pt x="17067" y="7260"/>
                  </a:lnTo>
                  <a:lnTo>
                    <a:pt x="17348" y="7140"/>
                  </a:lnTo>
                  <a:lnTo>
                    <a:pt x="17649" y="6999"/>
                  </a:lnTo>
                  <a:lnTo>
                    <a:pt x="17989" y="6859"/>
                  </a:lnTo>
                  <a:lnTo>
                    <a:pt x="18350" y="6718"/>
                  </a:lnTo>
                  <a:lnTo>
                    <a:pt x="18772" y="6578"/>
                  </a:lnTo>
                  <a:lnTo>
                    <a:pt x="19514" y="6357"/>
                  </a:lnTo>
                  <a:lnTo>
                    <a:pt x="18912" y="6378"/>
                  </a:lnTo>
                  <a:lnTo>
                    <a:pt x="17448" y="6378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62"/>
                  </a:lnTo>
                  <a:lnTo>
                    <a:pt x="246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42">
              <a:extLst>
                <a:ext uri="{FF2B5EF4-FFF2-40B4-BE49-F238E27FC236}">
                  <a16:creationId xmlns:a16="http://schemas.microsoft.com/office/drawing/2014/main" id="{E96E1671-21EC-F2A0-AD34-AB82F5DA3D4E}"/>
                </a:ext>
              </a:extLst>
            </p:cNvPr>
            <p:cNvSpPr/>
            <p:nvPr/>
          </p:nvSpPr>
          <p:spPr>
            <a:xfrm>
              <a:off x="11246025" y="4817763"/>
              <a:ext cx="906500" cy="297325"/>
            </a:xfrm>
            <a:custGeom>
              <a:avLst/>
              <a:gdLst/>
              <a:ahLst/>
              <a:cxnLst/>
              <a:rect l="l" t="t" r="r" b="b"/>
              <a:pathLst>
                <a:path w="36260" h="11893" fill="none" extrusionOk="0">
                  <a:moveTo>
                    <a:pt x="2467" y="0"/>
                  </a:moveTo>
                  <a:lnTo>
                    <a:pt x="2467" y="0"/>
                  </a:lnTo>
                  <a:lnTo>
                    <a:pt x="1926" y="361"/>
                  </a:lnTo>
                  <a:lnTo>
                    <a:pt x="1445" y="722"/>
                  </a:lnTo>
                  <a:lnTo>
                    <a:pt x="1023" y="1043"/>
                  </a:lnTo>
                  <a:lnTo>
                    <a:pt x="662" y="1364"/>
                  </a:lnTo>
                  <a:lnTo>
                    <a:pt x="382" y="1665"/>
                  </a:lnTo>
                  <a:lnTo>
                    <a:pt x="181" y="1925"/>
                  </a:lnTo>
                  <a:lnTo>
                    <a:pt x="101" y="2066"/>
                  </a:lnTo>
                  <a:lnTo>
                    <a:pt x="41" y="2186"/>
                  </a:lnTo>
                  <a:lnTo>
                    <a:pt x="21" y="2286"/>
                  </a:lnTo>
                  <a:lnTo>
                    <a:pt x="1" y="2387"/>
                  </a:lnTo>
                  <a:lnTo>
                    <a:pt x="1" y="2387"/>
                  </a:lnTo>
                  <a:lnTo>
                    <a:pt x="21" y="246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6445" y="11832"/>
                  </a:lnTo>
                  <a:lnTo>
                    <a:pt x="17408" y="11872"/>
                  </a:lnTo>
                  <a:lnTo>
                    <a:pt x="18350" y="11893"/>
                  </a:lnTo>
                  <a:lnTo>
                    <a:pt x="18350" y="11893"/>
                  </a:lnTo>
                  <a:lnTo>
                    <a:pt x="19133" y="11893"/>
                  </a:lnTo>
                  <a:lnTo>
                    <a:pt x="19915" y="11852"/>
                  </a:lnTo>
                  <a:lnTo>
                    <a:pt x="20697" y="11812"/>
                  </a:lnTo>
                  <a:lnTo>
                    <a:pt x="21479" y="11752"/>
                  </a:lnTo>
                  <a:lnTo>
                    <a:pt x="22241" y="11672"/>
                  </a:lnTo>
                  <a:lnTo>
                    <a:pt x="23003" y="11592"/>
                  </a:lnTo>
                  <a:lnTo>
                    <a:pt x="23745" y="11491"/>
                  </a:lnTo>
                  <a:lnTo>
                    <a:pt x="24487" y="11371"/>
                  </a:lnTo>
                  <a:lnTo>
                    <a:pt x="25931" y="11130"/>
                  </a:lnTo>
                  <a:lnTo>
                    <a:pt x="27315" y="10830"/>
                  </a:lnTo>
                  <a:lnTo>
                    <a:pt x="28618" y="10529"/>
                  </a:lnTo>
                  <a:lnTo>
                    <a:pt x="29862" y="10208"/>
                  </a:lnTo>
                  <a:lnTo>
                    <a:pt x="31005" y="9887"/>
                  </a:lnTo>
                  <a:lnTo>
                    <a:pt x="32048" y="9566"/>
                  </a:lnTo>
                  <a:lnTo>
                    <a:pt x="32990" y="9265"/>
                  </a:lnTo>
                  <a:lnTo>
                    <a:pt x="33792" y="8985"/>
                  </a:lnTo>
                  <a:lnTo>
                    <a:pt x="35016" y="8543"/>
                  </a:lnTo>
                  <a:lnTo>
                    <a:pt x="35637" y="830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6259" y="6899"/>
                  </a:lnTo>
                  <a:lnTo>
                    <a:pt x="35016" y="7340"/>
                  </a:lnTo>
                  <a:lnTo>
                    <a:pt x="33752" y="7741"/>
                  </a:lnTo>
                  <a:lnTo>
                    <a:pt x="32469" y="8142"/>
                  </a:lnTo>
                  <a:lnTo>
                    <a:pt x="31205" y="8503"/>
                  </a:lnTo>
                  <a:lnTo>
                    <a:pt x="29922" y="8844"/>
                  </a:lnTo>
                  <a:lnTo>
                    <a:pt x="28618" y="9145"/>
                  </a:lnTo>
                  <a:lnTo>
                    <a:pt x="27335" y="9406"/>
                  </a:lnTo>
                  <a:lnTo>
                    <a:pt x="26031" y="9646"/>
                  </a:lnTo>
                  <a:lnTo>
                    <a:pt x="26031" y="9646"/>
                  </a:lnTo>
                  <a:lnTo>
                    <a:pt x="24728" y="9847"/>
                  </a:lnTo>
                  <a:lnTo>
                    <a:pt x="23404" y="10007"/>
                  </a:lnTo>
                  <a:lnTo>
                    <a:pt x="22742" y="10088"/>
                  </a:lnTo>
                  <a:lnTo>
                    <a:pt x="22081" y="10128"/>
                  </a:lnTo>
                  <a:lnTo>
                    <a:pt x="21419" y="10168"/>
                  </a:lnTo>
                  <a:lnTo>
                    <a:pt x="20737" y="10188"/>
                  </a:lnTo>
                  <a:lnTo>
                    <a:pt x="20737" y="10188"/>
                  </a:lnTo>
                  <a:lnTo>
                    <a:pt x="20035" y="10168"/>
                  </a:lnTo>
                  <a:lnTo>
                    <a:pt x="19333" y="10128"/>
                  </a:lnTo>
                  <a:lnTo>
                    <a:pt x="18631" y="10027"/>
                  </a:lnTo>
                  <a:lnTo>
                    <a:pt x="17929" y="9907"/>
                  </a:lnTo>
                  <a:lnTo>
                    <a:pt x="17929" y="9907"/>
                  </a:lnTo>
                  <a:lnTo>
                    <a:pt x="17649" y="9847"/>
                  </a:lnTo>
                  <a:lnTo>
                    <a:pt x="17348" y="9747"/>
                  </a:lnTo>
                  <a:lnTo>
                    <a:pt x="17047" y="9606"/>
                  </a:lnTo>
                  <a:lnTo>
                    <a:pt x="16786" y="9466"/>
                  </a:lnTo>
                  <a:lnTo>
                    <a:pt x="16525" y="9305"/>
                  </a:lnTo>
                  <a:lnTo>
                    <a:pt x="16305" y="9105"/>
                  </a:lnTo>
                  <a:lnTo>
                    <a:pt x="16225" y="9005"/>
                  </a:lnTo>
                  <a:lnTo>
                    <a:pt x="16144" y="8904"/>
                  </a:lnTo>
                  <a:lnTo>
                    <a:pt x="16084" y="8784"/>
                  </a:lnTo>
                  <a:lnTo>
                    <a:pt x="16044" y="8684"/>
                  </a:lnTo>
                  <a:lnTo>
                    <a:pt x="16024" y="8563"/>
                  </a:lnTo>
                  <a:lnTo>
                    <a:pt x="16004" y="8443"/>
                  </a:lnTo>
                  <a:lnTo>
                    <a:pt x="16024" y="8323"/>
                  </a:lnTo>
                  <a:lnTo>
                    <a:pt x="16064" y="8202"/>
                  </a:lnTo>
                  <a:lnTo>
                    <a:pt x="16124" y="8062"/>
                  </a:lnTo>
                  <a:lnTo>
                    <a:pt x="16205" y="7942"/>
                  </a:lnTo>
                  <a:lnTo>
                    <a:pt x="16325" y="7801"/>
                  </a:lnTo>
                  <a:lnTo>
                    <a:pt x="16465" y="7681"/>
                  </a:lnTo>
                  <a:lnTo>
                    <a:pt x="16646" y="7541"/>
                  </a:lnTo>
                  <a:lnTo>
                    <a:pt x="16846" y="7400"/>
                  </a:lnTo>
                  <a:lnTo>
                    <a:pt x="17067" y="7260"/>
                  </a:lnTo>
                  <a:lnTo>
                    <a:pt x="17348" y="7140"/>
                  </a:lnTo>
                  <a:lnTo>
                    <a:pt x="17649" y="6999"/>
                  </a:lnTo>
                  <a:lnTo>
                    <a:pt x="17989" y="6859"/>
                  </a:lnTo>
                  <a:lnTo>
                    <a:pt x="18350" y="6718"/>
                  </a:lnTo>
                  <a:lnTo>
                    <a:pt x="18772" y="6578"/>
                  </a:lnTo>
                  <a:lnTo>
                    <a:pt x="18772" y="6578"/>
                  </a:lnTo>
                  <a:lnTo>
                    <a:pt x="19514" y="6357"/>
                  </a:lnTo>
                  <a:lnTo>
                    <a:pt x="19514" y="6357"/>
                  </a:lnTo>
                  <a:lnTo>
                    <a:pt x="18912" y="6378"/>
                  </a:lnTo>
                  <a:lnTo>
                    <a:pt x="18310" y="6378"/>
                  </a:lnTo>
                  <a:lnTo>
                    <a:pt x="18310" y="6378"/>
                  </a:lnTo>
                  <a:lnTo>
                    <a:pt x="17448" y="6378"/>
                  </a:lnTo>
                  <a:lnTo>
                    <a:pt x="16606" y="6337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62"/>
                  </a:lnTo>
                  <a:lnTo>
                    <a:pt x="2467" y="0"/>
                  </a:lnTo>
                  <a:lnTo>
                    <a:pt x="2467" y="0"/>
                  </a:lnTo>
                  <a:lnTo>
                    <a:pt x="246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42">
              <a:extLst>
                <a:ext uri="{FF2B5EF4-FFF2-40B4-BE49-F238E27FC236}">
                  <a16:creationId xmlns:a16="http://schemas.microsoft.com/office/drawing/2014/main" id="{782171AC-5A69-7C62-F52A-9C5D19DB8B83}"/>
                </a:ext>
              </a:extLst>
            </p:cNvPr>
            <p:cNvSpPr/>
            <p:nvPr/>
          </p:nvSpPr>
          <p:spPr>
            <a:xfrm>
              <a:off x="11258050" y="4416663"/>
              <a:ext cx="873900" cy="619200"/>
            </a:xfrm>
            <a:custGeom>
              <a:avLst/>
              <a:gdLst/>
              <a:ahLst/>
              <a:cxnLst/>
              <a:rect l="l" t="t" r="r" b="b"/>
              <a:pathLst>
                <a:path w="34956" h="24768" extrusionOk="0">
                  <a:moveTo>
                    <a:pt x="61" y="1"/>
                  </a:moveTo>
                  <a:lnTo>
                    <a:pt x="21" y="41"/>
                  </a:lnTo>
                  <a:lnTo>
                    <a:pt x="1" y="61"/>
                  </a:lnTo>
                  <a:lnTo>
                    <a:pt x="1" y="101"/>
                  </a:lnTo>
                  <a:lnTo>
                    <a:pt x="1" y="141"/>
                  </a:lnTo>
                  <a:lnTo>
                    <a:pt x="282" y="823"/>
                  </a:lnTo>
                  <a:lnTo>
                    <a:pt x="542" y="1505"/>
                  </a:lnTo>
                  <a:lnTo>
                    <a:pt x="783" y="2186"/>
                  </a:lnTo>
                  <a:lnTo>
                    <a:pt x="1024" y="2888"/>
                  </a:lnTo>
                  <a:lnTo>
                    <a:pt x="1224" y="3590"/>
                  </a:lnTo>
                  <a:lnTo>
                    <a:pt x="1425" y="4292"/>
                  </a:lnTo>
                  <a:lnTo>
                    <a:pt x="1806" y="5696"/>
                  </a:lnTo>
                  <a:lnTo>
                    <a:pt x="2528" y="8524"/>
                  </a:lnTo>
                  <a:lnTo>
                    <a:pt x="2909" y="9948"/>
                  </a:lnTo>
                  <a:lnTo>
                    <a:pt x="3310" y="11351"/>
                  </a:lnTo>
                  <a:lnTo>
                    <a:pt x="3831" y="12936"/>
                  </a:lnTo>
                  <a:lnTo>
                    <a:pt x="4453" y="14741"/>
                  </a:lnTo>
                  <a:lnTo>
                    <a:pt x="5135" y="16646"/>
                  </a:lnTo>
                  <a:lnTo>
                    <a:pt x="5817" y="18491"/>
                  </a:lnTo>
                  <a:lnTo>
                    <a:pt x="6960" y="21539"/>
                  </a:lnTo>
                  <a:lnTo>
                    <a:pt x="7441" y="22823"/>
                  </a:lnTo>
                  <a:lnTo>
                    <a:pt x="7461" y="22903"/>
                  </a:lnTo>
                  <a:lnTo>
                    <a:pt x="7501" y="22983"/>
                  </a:lnTo>
                  <a:lnTo>
                    <a:pt x="7561" y="23023"/>
                  </a:lnTo>
                  <a:lnTo>
                    <a:pt x="7722" y="23023"/>
                  </a:lnTo>
                  <a:lnTo>
                    <a:pt x="7802" y="22983"/>
                  </a:lnTo>
                  <a:lnTo>
                    <a:pt x="7862" y="22923"/>
                  </a:lnTo>
                  <a:lnTo>
                    <a:pt x="7882" y="22823"/>
                  </a:lnTo>
                  <a:lnTo>
                    <a:pt x="8584" y="17929"/>
                  </a:lnTo>
                  <a:lnTo>
                    <a:pt x="9286" y="13036"/>
                  </a:lnTo>
                  <a:lnTo>
                    <a:pt x="10028" y="8143"/>
                  </a:lnTo>
                  <a:lnTo>
                    <a:pt x="10409" y="5696"/>
                  </a:lnTo>
                  <a:lnTo>
                    <a:pt x="10810" y="3249"/>
                  </a:lnTo>
                  <a:lnTo>
                    <a:pt x="10951" y="3891"/>
                  </a:lnTo>
                  <a:lnTo>
                    <a:pt x="11131" y="4513"/>
                  </a:lnTo>
                  <a:lnTo>
                    <a:pt x="11332" y="5134"/>
                  </a:lnTo>
                  <a:lnTo>
                    <a:pt x="11532" y="5776"/>
                  </a:lnTo>
                  <a:lnTo>
                    <a:pt x="11973" y="7020"/>
                  </a:lnTo>
                  <a:lnTo>
                    <a:pt x="12395" y="8243"/>
                  </a:lnTo>
                  <a:lnTo>
                    <a:pt x="13337" y="11031"/>
                  </a:lnTo>
                  <a:lnTo>
                    <a:pt x="14280" y="13818"/>
                  </a:lnTo>
                  <a:lnTo>
                    <a:pt x="15202" y="16485"/>
                  </a:lnTo>
                  <a:lnTo>
                    <a:pt x="16125" y="19133"/>
                  </a:lnTo>
                  <a:lnTo>
                    <a:pt x="17107" y="21780"/>
                  </a:lnTo>
                  <a:lnTo>
                    <a:pt x="18110" y="24427"/>
                  </a:lnTo>
                  <a:lnTo>
                    <a:pt x="18190" y="24527"/>
                  </a:lnTo>
                  <a:lnTo>
                    <a:pt x="18331" y="24688"/>
                  </a:lnTo>
                  <a:lnTo>
                    <a:pt x="18411" y="24748"/>
                  </a:lnTo>
                  <a:lnTo>
                    <a:pt x="18491" y="24768"/>
                  </a:lnTo>
                  <a:lnTo>
                    <a:pt x="18551" y="24768"/>
                  </a:lnTo>
                  <a:lnTo>
                    <a:pt x="18571" y="24748"/>
                  </a:lnTo>
                  <a:lnTo>
                    <a:pt x="18591" y="24728"/>
                  </a:lnTo>
                  <a:lnTo>
                    <a:pt x="19875" y="19173"/>
                  </a:lnTo>
                  <a:lnTo>
                    <a:pt x="20497" y="16405"/>
                  </a:lnTo>
                  <a:lnTo>
                    <a:pt x="21098" y="13618"/>
                  </a:lnTo>
                  <a:lnTo>
                    <a:pt x="21640" y="11111"/>
                  </a:lnTo>
                  <a:lnTo>
                    <a:pt x="22161" y="8604"/>
                  </a:lnTo>
                  <a:lnTo>
                    <a:pt x="22402" y="7340"/>
                  </a:lnTo>
                  <a:lnTo>
                    <a:pt x="22622" y="6077"/>
                  </a:lnTo>
                  <a:lnTo>
                    <a:pt x="22843" y="4814"/>
                  </a:lnTo>
                  <a:lnTo>
                    <a:pt x="23023" y="3530"/>
                  </a:lnTo>
                  <a:lnTo>
                    <a:pt x="23344" y="4774"/>
                  </a:lnTo>
                  <a:lnTo>
                    <a:pt x="23705" y="5997"/>
                  </a:lnTo>
                  <a:lnTo>
                    <a:pt x="24066" y="7240"/>
                  </a:lnTo>
                  <a:lnTo>
                    <a:pt x="24447" y="8464"/>
                  </a:lnTo>
                  <a:lnTo>
                    <a:pt x="25249" y="10890"/>
                  </a:lnTo>
                  <a:lnTo>
                    <a:pt x="26052" y="13317"/>
                  </a:lnTo>
                  <a:lnTo>
                    <a:pt x="26914" y="15924"/>
                  </a:lnTo>
                  <a:lnTo>
                    <a:pt x="27796" y="18491"/>
                  </a:lnTo>
                  <a:lnTo>
                    <a:pt x="28719" y="21078"/>
                  </a:lnTo>
                  <a:lnTo>
                    <a:pt x="29661" y="23645"/>
                  </a:lnTo>
                  <a:lnTo>
                    <a:pt x="29702" y="23685"/>
                  </a:lnTo>
                  <a:lnTo>
                    <a:pt x="29762" y="23745"/>
                  </a:lnTo>
                  <a:lnTo>
                    <a:pt x="29942" y="23885"/>
                  </a:lnTo>
                  <a:lnTo>
                    <a:pt x="30043" y="23926"/>
                  </a:lnTo>
                  <a:lnTo>
                    <a:pt x="30123" y="23946"/>
                  </a:lnTo>
                  <a:lnTo>
                    <a:pt x="30203" y="23926"/>
                  </a:lnTo>
                  <a:lnTo>
                    <a:pt x="30223" y="23906"/>
                  </a:lnTo>
                  <a:lnTo>
                    <a:pt x="30243" y="23865"/>
                  </a:lnTo>
                  <a:lnTo>
                    <a:pt x="30604" y="22401"/>
                  </a:lnTo>
                  <a:lnTo>
                    <a:pt x="30945" y="20917"/>
                  </a:lnTo>
                  <a:lnTo>
                    <a:pt x="31286" y="19433"/>
                  </a:lnTo>
                  <a:lnTo>
                    <a:pt x="31607" y="17949"/>
                  </a:lnTo>
                  <a:lnTo>
                    <a:pt x="32228" y="14981"/>
                  </a:lnTo>
                  <a:lnTo>
                    <a:pt x="32830" y="11993"/>
                  </a:lnTo>
                  <a:lnTo>
                    <a:pt x="33432" y="9125"/>
                  </a:lnTo>
                  <a:lnTo>
                    <a:pt x="34013" y="6217"/>
                  </a:lnTo>
                  <a:lnTo>
                    <a:pt x="34274" y="4774"/>
                  </a:lnTo>
                  <a:lnTo>
                    <a:pt x="34535" y="3330"/>
                  </a:lnTo>
                  <a:lnTo>
                    <a:pt x="34755" y="1866"/>
                  </a:lnTo>
                  <a:lnTo>
                    <a:pt x="34956" y="422"/>
                  </a:lnTo>
                  <a:lnTo>
                    <a:pt x="34956" y="382"/>
                  </a:lnTo>
                  <a:lnTo>
                    <a:pt x="34936" y="362"/>
                  </a:lnTo>
                  <a:lnTo>
                    <a:pt x="34896" y="341"/>
                  </a:lnTo>
                  <a:lnTo>
                    <a:pt x="34836" y="341"/>
                  </a:lnTo>
                  <a:lnTo>
                    <a:pt x="34815" y="362"/>
                  </a:lnTo>
                  <a:lnTo>
                    <a:pt x="34815" y="382"/>
                  </a:lnTo>
                  <a:lnTo>
                    <a:pt x="34475" y="1846"/>
                  </a:lnTo>
                  <a:lnTo>
                    <a:pt x="34174" y="3310"/>
                  </a:lnTo>
                  <a:lnTo>
                    <a:pt x="33893" y="4774"/>
                  </a:lnTo>
                  <a:lnTo>
                    <a:pt x="33612" y="6237"/>
                  </a:lnTo>
                  <a:lnTo>
                    <a:pt x="33051" y="9165"/>
                  </a:lnTo>
                  <a:lnTo>
                    <a:pt x="32770" y="10649"/>
                  </a:lnTo>
                  <a:lnTo>
                    <a:pt x="32489" y="12093"/>
                  </a:lnTo>
                  <a:lnTo>
                    <a:pt x="31867" y="14921"/>
                  </a:lnTo>
                  <a:lnTo>
                    <a:pt x="31246" y="17749"/>
                  </a:lnTo>
                  <a:lnTo>
                    <a:pt x="30624" y="20576"/>
                  </a:lnTo>
                  <a:lnTo>
                    <a:pt x="30002" y="23404"/>
                  </a:lnTo>
                  <a:lnTo>
                    <a:pt x="29080" y="20877"/>
                  </a:lnTo>
                  <a:lnTo>
                    <a:pt x="28177" y="18330"/>
                  </a:lnTo>
                  <a:lnTo>
                    <a:pt x="27295" y="15783"/>
                  </a:lnTo>
                  <a:lnTo>
                    <a:pt x="26433" y="13237"/>
                  </a:lnTo>
                  <a:lnTo>
                    <a:pt x="25410" y="10148"/>
                  </a:lnTo>
                  <a:lnTo>
                    <a:pt x="24327" y="6739"/>
                  </a:lnTo>
                  <a:lnTo>
                    <a:pt x="23124" y="2808"/>
                  </a:lnTo>
                  <a:lnTo>
                    <a:pt x="23104" y="2768"/>
                  </a:lnTo>
                  <a:lnTo>
                    <a:pt x="22983" y="2768"/>
                  </a:lnTo>
                  <a:lnTo>
                    <a:pt x="22883" y="2808"/>
                  </a:lnTo>
                  <a:lnTo>
                    <a:pt x="22863" y="2848"/>
                  </a:lnTo>
                  <a:lnTo>
                    <a:pt x="22843" y="2868"/>
                  </a:lnTo>
                  <a:lnTo>
                    <a:pt x="22622" y="4092"/>
                  </a:lnTo>
                  <a:lnTo>
                    <a:pt x="22041" y="6980"/>
                  </a:lnTo>
                  <a:lnTo>
                    <a:pt x="21319" y="10509"/>
                  </a:lnTo>
                  <a:lnTo>
                    <a:pt x="20637" y="13698"/>
                  </a:lnTo>
                  <a:lnTo>
                    <a:pt x="19554" y="18852"/>
                  </a:lnTo>
                  <a:lnTo>
                    <a:pt x="18992" y="21439"/>
                  </a:lnTo>
                  <a:lnTo>
                    <a:pt x="18411" y="24006"/>
                  </a:lnTo>
                  <a:lnTo>
                    <a:pt x="17428" y="21339"/>
                  </a:lnTo>
                  <a:lnTo>
                    <a:pt x="16446" y="18671"/>
                  </a:lnTo>
                  <a:lnTo>
                    <a:pt x="15503" y="16004"/>
                  </a:lnTo>
                  <a:lnTo>
                    <a:pt x="14580" y="13317"/>
                  </a:lnTo>
                  <a:lnTo>
                    <a:pt x="12756" y="7942"/>
                  </a:lnTo>
                  <a:lnTo>
                    <a:pt x="12334" y="6659"/>
                  </a:lnTo>
                  <a:lnTo>
                    <a:pt x="11893" y="5375"/>
                  </a:lnTo>
                  <a:lnTo>
                    <a:pt x="11673" y="4713"/>
                  </a:lnTo>
                  <a:lnTo>
                    <a:pt x="11432" y="4092"/>
                  </a:lnTo>
                  <a:lnTo>
                    <a:pt x="11171" y="3450"/>
                  </a:lnTo>
                  <a:lnTo>
                    <a:pt x="10890" y="2848"/>
                  </a:lnTo>
                  <a:lnTo>
                    <a:pt x="10850" y="2828"/>
                  </a:lnTo>
                  <a:lnTo>
                    <a:pt x="10770" y="2808"/>
                  </a:lnTo>
                  <a:lnTo>
                    <a:pt x="10690" y="2788"/>
                  </a:lnTo>
                  <a:lnTo>
                    <a:pt x="10670" y="2808"/>
                  </a:lnTo>
                  <a:lnTo>
                    <a:pt x="10650" y="2848"/>
                  </a:lnTo>
                  <a:lnTo>
                    <a:pt x="9808" y="7561"/>
                  </a:lnTo>
                  <a:lnTo>
                    <a:pt x="9386" y="9928"/>
                  </a:lnTo>
                  <a:lnTo>
                    <a:pt x="9005" y="12294"/>
                  </a:lnTo>
                  <a:lnTo>
                    <a:pt x="8624" y="14660"/>
                  </a:lnTo>
                  <a:lnTo>
                    <a:pt x="8263" y="17027"/>
                  </a:lnTo>
                  <a:lnTo>
                    <a:pt x="7902" y="19393"/>
                  </a:lnTo>
                  <a:lnTo>
                    <a:pt x="7581" y="21780"/>
                  </a:lnTo>
                  <a:lnTo>
                    <a:pt x="7100" y="20416"/>
                  </a:lnTo>
                  <a:lnTo>
                    <a:pt x="6599" y="19052"/>
                  </a:lnTo>
                  <a:lnTo>
                    <a:pt x="5596" y="16345"/>
                  </a:lnTo>
                  <a:lnTo>
                    <a:pt x="5095" y="14981"/>
                  </a:lnTo>
                  <a:lnTo>
                    <a:pt x="4613" y="13618"/>
                  </a:lnTo>
                  <a:lnTo>
                    <a:pt x="4152" y="12234"/>
                  </a:lnTo>
                  <a:lnTo>
                    <a:pt x="3711" y="10850"/>
                  </a:lnTo>
                  <a:lnTo>
                    <a:pt x="3310" y="9486"/>
                  </a:lnTo>
                  <a:lnTo>
                    <a:pt x="2929" y="8123"/>
                  </a:lnTo>
                  <a:lnTo>
                    <a:pt x="2528" y="6759"/>
                  </a:lnTo>
                  <a:lnTo>
                    <a:pt x="2127" y="5395"/>
                  </a:lnTo>
                  <a:lnTo>
                    <a:pt x="1706" y="4052"/>
                  </a:lnTo>
                  <a:lnTo>
                    <a:pt x="1244" y="2708"/>
                  </a:lnTo>
                  <a:lnTo>
                    <a:pt x="1004" y="2026"/>
                  </a:lnTo>
                  <a:lnTo>
                    <a:pt x="743" y="1364"/>
                  </a:lnTo>
                  <a:lnTo>
                    <a:pt x="482" y="702"/>
                  </a:lnTo>
                  <a:lnTo>
                    <a:pt x="201" y="61"/>
                  </a:lnTo>
                  <a:lnTo>
                    <a:pt x="161" y="21"/>
                  </a:lnTo>
                  <a:lnTo>
                    <a:pt x="14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42">
              <a:extLst>
                <a:ext uri="{FF2B5EF4-FFF2-40B4-BE49-F238E27FC236}">
                  <a16:creationId xmlns:a16="http://schemas.microsoft.com/office/drawing/2014/main" id="{22BD4963-1FBF-0F16-D685-EFA3618E42A2}"/>
                </a:ext>
              </a:extLst>
            </p:cNvPr>
            <p:cNvSpPr/>
            <p:nvPr/>
          </p:nvSpPr>
          <p:spPr>
            <a:xfrm>
              <a:off x="11241025" y="4391588"/>
              <a:ext cx="49150" cy="49175"/>
            </a:xfrm>
            <a:custGeom>
              <a:avLst/>
              <a:gdLst/>
              <a:ahLst/>
              <a:cxnLst/>
              <a:rect l="l" t="t" r="r" b="b"/>
              <a:pathLst>
                <a:path w="1966" h="1967" extrusionOk="0">
                  <a:moveTo>
                    <a:pt x="822" y="1"/>
                  </a:moveTo>
                  <a:lnTo>
                    <a:pt x="722" y="21"/>
                  </a:lnTo>
                  <a:lnTo>
                    <a:pt x="622" y="61"/>
                  </a:lnTo>
                  <a:lnTo>
                    <a:pt x="521" y="101"/>
                  </a:lnTo>
                  <a:lnTo>
                    <a:pt x="421" y="161"/>
                  </a:lnTo>
                  <a:lnTo>
                    <a:pt x="261" y="302"/>
                  </a:lnTo>
                  <a:lnTo>
                    <a:pt x="140" y="482"/>
                  </a:lnTo>
                  <a:lnTo>
                    <a:pt x="40" y="683"/>
                  </a:lnTo>
                  <a:lnTo>
                    <a:pt x="0" y="883"/>
                  </a:lnTo>
                  <a:lnTo>
                    <a:pt x="0" y="1004"/>
                  </a:lnTo>
                  <a:lnTo>
                    <a:pt x="0" y="1124"/>
                  </a:lnTo>
                  <a:lnTo>
                    <a:pt x="40" y="1284"/>
                  </a:lnTo>
                  <a:lnTo>
                    <a:pt x="100" y="1445"/>
                  </a:lnTo>
                  <a:lnTo>
                    <a:pt x="201" y="1605"/>
                  </a:lnTo>
                  <a:lnTo>
                    <a:pt x="341" y="1725"/>
                  </a:lnTo>
                  <a:lnTo>
                    <a:pt x="501" y="1846"/>
                  </a:lnTo>
                  <a:lnTo>
                    <a:pt x="682" y="1926"/>
                  </a:lnTo>
                  <a:lnTo>
                    <a:pt x="882" y="1966"/>
                  </a:lnTo>
                  <a:lnTo>
                    <a:pt x="1103" y="1966"/>
                  </a:lnTo>
                  <a:lnTo>
                    <a:pt x="1243" y="1946"/>
                  </a:lnTo>
                  <a:lnTo>
                    <a:pt x="1384" y="1906"/>
                  </a:lnTo>
                  <a:lnTo>
                    <a:pt x="1504" y="1846"/>
                  </a:lnTo>
                  <a:lnTo>
                    <a:pt x="1604" y="1766"/>
                  </a:lnTo>
                  <a:lnTo>
                    <a:pt x="1705" y="1665"/>
                  </a:lnTo>
                  <a:lnTo>
                    <a:pt x="1785" y="1565"/>
                  </a:lnTo>
                  <a:lnTo>
                    <a:pt x="1865" y="1445"/>
                  </a:lnTo>
                  <a:lnTo>
                    <a:pt x="1905" y="1304"/>
                  </a:lnTo>
                  <a:lnTo>
                    <a:pt x="1945" y="1204"/>
                  </a:lnTo>
                  <a:lnTo>
                    <a:pt x="1965" y="1084"/>
                  </a:lnTo>
                  <a:lnTo>
                    <a:pt x="1965" y="963"/>
                  </a:lnTo>
                  <a:lnTo>
                    <a:pt x="1965" y="863"/>
                  </a:lnTo>
                  <a:lnTo>
                    <a:pt x="1945" y="743"/>
                  </a:lnTo>
                  <a:lnTo>
                    <a:pt x="1905" y="643"/>
                  </a:lnTo>
                  <a:lnTo>
                    <a:pt x="1865" y="542"/>
                  </a:lnTo>
                  <a:lnTo>
                    <a:pt x="1805" y="442"/>
                  </a:lnTo>
                  <a:lnTo>
                    <a:pt x="1745" y="362"/>
                  </a:lnTo>
                  <a:lnTo>
                    <a:pt x="1665" y="282"/>
                  </a:lnTo>
                  <a:lnTo>
                    <a:pt x="1584" y="201"/>
                  </a:lnTo>
                  <a:lnTo>
                    <a:pt x="1504" y="141"/>
                  </a:lnTo>
                  <a:lnTo>
                    <a:pt x="1404" y="81"/>
                  </a:lnTo>
                  <a:lnTo>
                    <a:pt x="1284" y="41"/>
                  </a:lnTo>
                  <a:lnTo>
                    <a:pt x="1183" y="2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42">
              <a:extLst>
                <a:ext uri="{FF2B5EF4-FFF2-40B4-BE49-F238E27FC236}">
                  <a16:creationId xmlns:a16="http://schemas.microsoft.com/office/drawing/2014/main" id="{E7D280D9-C9B8-8C7F-C760-C835D473C261}"/>
                </a:ext>
              </a:extLst>
            </p:cNvPr>
            <p:cNvSpPr/>
            <p:nvPr/>
          </p:nvSpPr>
          <p:spPr>
            <a:xfrm>
              <a:off x="11700750" y="5008263"/>
              <a:ext cx="49175" cy="49175"/>
            </a:xfrm>
            <a:custGeom>
              <a:avLst/>
              <a:gdLst/>
              <a:ahLst/>
              <a:cxnLst/>
              <a:rect l="l" t="t" r="r" b="b"/>
              <a:pathLst>
                <a:path w="1967" h="1967" extrusionOk="0">
                  <a:moveTo>
                    <a:pt x="823" y="1"/>
                  </a:moveTo>
                  <a:lnTo>
                    <a:pt x="723" y="21"/>
                  </a:lnTo>
                  <a:lnTo>
                    <a:pt x="623" y="61"/>
                  </a:lnTo>
                  <a:lnTo>
                    <a:pt x="522" y="121"/>
                  </a:lnTo>
                  <a:lnTo>
                    <a:pt x="442" y="161"/>
                  </a:lnTo>
                  <a:lnTo>
                    <a:pt x="282" y="302"/>
                  </a:lnTo>
                  <a:lnTo>
                    <a:pt x="141" y="482"/>
                  </a:lnTo>
                  <a:lnTo>
                    <a:pt x="61" y="683"/>
                  </a:lnTo>
                  <a:lnTo>
                    <a:pt x="1" y="903"/>
                  </a:lnTo>
                  <a:lnTo>
                    <a:pt x="1" y="1004"/>
                  </a:lnTo>
                  <a:lnTo>
                    <a:pt x="1" y="1124"/>
                  </a:lnTo>
                  <a:lnTo>
                    <a:pt x="41" y="1284"/>
                  </a:lnTo>
                  <a:lnTo>
                    <a:pt x="101" y="1445"/>
                  </a:lnTo>
                  <a:lnTo>
                    <a:pt x="222" y="1605"/>
                  </a:lnTo>
                  <a:lnTo>
                    <a:pt x="342" y="1746"/>
                  </a:lnTo>
                  <a:lnTo>
                    <a:pt x="502" y="1846"/>
                  </a:lnTo>
                  <a:lnTo>
                    <a:pt x="683" y="1926"/>
                  </a:lnTo>
                  <a:lnTo>
                    <a:pt x="883" y="1966"/>
                  </a:lnTo>
                  <a:lnTo>
                    <a:pt x="1124" y="1966"/>
                  </a:lnTo>
                  <a:lnTo>
                    <a:pt x="1244" y="1946"/>
                  </a:lnTo>
                  <a:lnTo>
                    <a:pt x="1385" y="1906"/>
                  </a:lnTo>
                  <a:lnTo>
                    <a:pt x="1505" y="1846"/>
                  </a:lnTo>
                  <a:lnTo>
                    <a:pt x="1605" y="1766"/>
                  </a:lnTo>
                  <a:lnTo>
                    <a:pt x="1706" y="1665"/>
                  </a:lnTo>
                  <a:lnTo>
                    <a:pt x="1786" y="1565"/>
                  </a:lnTo>
                  <a:lnTo>
                    <a:pt x="1866" y="1445"/>
                  </a:lnTo>
                  <a:lnTo>
                    <a:pt x="1906" y="1324"/>
                  </a:lnTo>
                  <a:lnTo>
                    <a:pt x="1946" y="1204"/>
                  </a:lnTo>
                  <a:lnTo>
                    <a:pt x="1966" y="1084"/>
                  </a:lnTo>
                  <a:lnTo>
                    <a:pt x="1966" y="964"/>
                  </a:lnTo>
                  <a:lnTo>
                    <a:pt x="1966" y="863"/>
                  </a:lnTo>
                  <a:lnTo>
                    <a:pt x="1946" y="743"/>
                  </a:lnTo>
                  <a:lnTo>
                    <a:pt x="1906" y="643"/>
                  </a:lnTo>
                  <a:lnTo>
                    <a:pt x="1866" y="542"/>
                  </a:lnTo>
                  <a:lnTo>
                    <a:pt x="1806" y="442"/>
                  </a:lnTo>
                  <a:lnTo>
                    <a:pt x="1746" y="362"/>
                  </a:lnTo>
                  <a:lnTo>
                    <a:pt x="1666" y="282"/>
                  </a:lnTo>
                  <a:lnTo>
                    <a:pt x="1585" y="201"/>
                  </a:lnTo>
                  <a:lnTo>
                    <a:pt x="1505" y="141"/>
                  </a:lnTo>
                  <a:lnTo>
                    <a:pt x="1405" y="81"/>
                  </a:lnTo>
                  <a:lnTo>
                    <a:pt x="1284" y="41"/>
                  </a:lnTo>
                  <a:lnTo>
                    <a:pt x="1184" y="21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42">
              <a:extLst>
                <a:ext uri="{FF2B5EF4-FFF2-40B4-BE49-F238E27FC236}">
                  <a16:creationId xmlns:a16="http://schemas.microsoft.com/office/drawing/2014/main" id="{1A3EB8A6-25DD-28D7-B243-AD4A1EA37252}"/>
                </a:ext>
              </a:extLst>
            </p:cNvPr>
            <p:cNvSpPr/>
            <p:nvPr/>
          </p:nvSpPr>
          <p:spPr>
            <a:xfrm>
              <a:off x="11503725" y="4464788"/>
              <a:ext cx="49650" cy="49175"/>
            </a:xfrm>
            <a:custGeom>
              <a:avLst/>
              <a:gdLst/>
              <a:ahLst/>
              <a:cxnLst/>
              <a:rect l="l" t="t" r="r" b="b"/>
              <a:pathLst>
                <a:path w="1986" h="1967" extrusionOk="0">
                  <a:moveTo>
                    <a:pt x="843" y="1"/>
                  </a:moveTo>
                  <a:lnTo>
                    <a:pt x="723" y="21"/>
                  </a:lnTo>
                  <a:lnTo>
                    <a:pt x="622" y="61"/>
                  </a:lnTo>
                  <a:lnTo>
                    <a:pt x="522" y="101"/>
                  </a:lnTo>
                  <a:lnTo>
                    <a:pt x="442" y="161"/>
                  </a:lnTo>
                  <a:lnTo>
                    <a:pt x="281" y="302"/>
                  </a:lnTo>
                  <a:lnTo>
                    <a:pt x="141" y="482"/>
                  </a:lnTo>
                  <a:lnTo>
                    <a:pt x="61" y="683"/>
                  </a:lnTo>
                  <a:lnTo>
                    <a:pt x="1" y="883"/>
                  </a:lnTo>
                  <a:lnTo>
                    <a:pt x="1" y="1003"/>
                  </a:lnTo>
                  <a:lnTo>
                    <a:pt x="1" y="1124"/>
                  </a:lnTo>
                  <a:lnTo>
                    <a:pt x="41" y="1284"/>
                  </a:lnTo>
                  <a:lnTo>
                    <a:pt x="121" y="1445"/>
                  </a:lnTo>
                  <a:lnTo>
                    <a:pt x="221" y="1605"/>
                  </a:lnTo>
                  <a:lnTo>
                    <a:pt x="342" y="1725"/>
                  </a:lnTo>
                  <a:lnTo>
                    <a:pt x="502" y="1846"/>
                  </a:lnTo>
                  <a:lnTo>
                    <a:pt x="682" y="1926"/>
                  </a:lnTo>
                  <a:lnTo>
                    <a:pt x="903" y="1966"/>
                  </a:lnTo>
                  <a:lnTo>
                    <a:pt x="1124" y="1966"/>
                  </a:lnTo>
                  <a:lnTo>
                    <a:pt x="1264" y="1946"/>
                  </a:lnTo>
                  <a:lnTo>
                    <a:pt x="1384" y="1906"/>
                  </a:lnTo>
                  <a:lnTo>
                    <a:pt x="1505" y="1846"/>
                  </a:lnTo>
                  <a:lnTo>
                    <a:pt x="1605" y="1766"/>
                  </a:lnTo>
                  <a:lnTo>
                    <a:pt x="1705" y="1665"/>
                  </a:lnTo>
                  <a:lnTo>
                    <a:pt x="1785" y="1565"/>
                  </a:lnTo>
                  <a:lnTo>
                    <a:pt x="1866" y="1445"/>
                  </a:lnTo>
                  <a:lnTo>
                    <a:pt x="1926" y="1324"/>
                  </a:lnTo>
                  <a:lnTo>
                    <a:pt x="1946" y="1204"/>
                  </a:lnTo>
                  <a:lnTo>
                    <a:pt x="1966" y="1084"/>
                  </a:lnTo>
                  <a:lnTo>
                    <a:pt x="1986" y="963"/>
                  </a:lnTo>
                  <a:lnTo>
                    <a:pt x="1966" y="863"/>
                  </a:lnTo>
                  <a:lnTo>
                    <a:pt x="1946" y="743"/>
                  </a:lnTo>
                  <a:lnTo>
                    <a:pt x="1906" y="643"/>
                  </a:lnTo>
                  <a:lnTo>
                    <a:pt x="1866" y="542"/>
                  </a:lnTo>
                  <a:lnTo>
                    <a:pt x="1826" y="442"/>
                  </a:lnTo>
                  <a:lnTo>
                    <a:pt x="1745" y="362"/>
                  </a:lnTo>
                  <a:lnTo>
                    <a:pt x="1685" y="282"/>
                  </a:lnTo>
                  <a:lnTo>
                    <a:pt x="1585" y="201"/>
                  </a:lnTo>
                  <a:lnTo>
                    <a:pt x="1505" y="141"/>
                  </a:lnTo>
                  <a:lnTo>
                    <a:pt x="1404" y="81"/>
                  </a:lnTo>
                  <a:lnTo>
                    <a:pt x="1284" y="41"/>
                  </a:lnTo>
                  <a:lnTo>
                    <a:pt x="1184" y="2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42">
              <a:extLst>
                <a:ext uri="{FF2B5EF4-FFF2-40B4-BE49-F238E27FC236}">
                  <a16:creationId xmlns:a16="http://schemas.microsoft.com/office/drawing/2014/main" id="{29BB9DEB-7EFF-B508-A043-F9BFF89452F7}"/>
                </a:ext>
              </a:extLst>
            </p:cNvPr>
            <p:cNvSpPr/>
            <p:nvPr/>
          </p:nvSpPr>
          <p:spPr>
            <a:xfrm>
              <a:off x="11419000" y="4969163"/>
              <a:ext cx="49150" cy="49675"/>
            </a:xfrm>
            <a:custGeom>
              <a:avLst/>
              <a:gdLst/>
              <a:ahLst/>
              <a:cxnLst/>
              <a:rect l="l" t="t" r="r" b="b"/>
              <a:pathLst>
                <a:path w="1966" h="1987" extrusionOk="0">
                  <a:moveTo>
                    <a:pt x="943" y="1"/>
                  </a:moveTo>
                  <a:lnTo>
                    <a:pt x="823" y="21"/>
                  </a:lnTo>
                  <a:lnTo>
                    <a:pt x="722" y="41"/>
                  </a:lnTo>
                  <a:lnTo>
                    <a:pt x="622" y="81"/>
                  </a:lnTo>
                  <a:lnTo>
                    <a:pt x="522" y="121"/>
                  </a:lnTo>
                  <a:lnTo>
                    <a:pt x="422" y="181"/>
                  </a:lnTo>
                  <a:lnTo>
                    <a:pt x="261" y="322"/>
                  </a:lnTo>
                  <a:lnTo>
                    <a:pt x="141" y="502"/>
                  </a:lnTo>
                  <a:lnTo>
                    <a:pt x="61" y="682"/>
                  </a:lnTo>
                  <a:lnTo>
                    <a:pt x="0" y="903"/>
                  </a:lnTo>
                  <a:lnTo>
                    <a:pt x="0" y="1023"/>
                  </a:lnTo>
                  <a:lnTo>
                    <a:pt x="0" y="1124"/>
                  </a:lnTo>
                  <a:lnTo>
                    <a:pt x="40" y="1304"/>
                  </a:lnTo>
                  <a:lnTo>
                    <a:pt x="101" y="1465"/>
                  </a:lnTo>
                  <a:lnTo>
                    <a:pt x="201" y="1625"/>
                  </a:lnTo>
                  <a:lnTo>
                    <a:pt x="341" y="1745"/>
                  </a:lnTo>
                  <a:lnTo>
                    <a:pt x="502" y="1866"/>
                  </a:lnTo>
                  <a:lnTo>
                    <a:pt x="682" y="1946"/>
                  </a:lnTo>
                  <a:lnTo>
                    <a:pt x="883" y="1986"/>
                  </a:lnTo>
                  <a:lnTo>
                    <a:pt x="1123" y="1986"/>
                  </a:lnTo>
                  <a:lnTo>
                    <a:pt x="1244" y="1966"/>
                  </a:lnTo>
                  <a:lnTo>
                    <a:pt x="1384" y="1926"/>
                  </a:lnTo>
                  <a:lnTo>
                    <a:pt x="1504" y="1846"/>
                  </a:lnTo>
                  <a:lnTo>
                    <a:pt x="1605" y="1785"/>
                  </a:lnTo>
                  <a:lnTo>
                    <a:pt x="1705" y="1685"/>
                  </a:lnTo>
                  <a:lnTo>
                    <a:pt x="1785" y="1585"/>
                  </a:lnTo>
                  <a:lnTo>
                    <a:pt x="1865" y="1465"/>
                  </a:lnTo>
                  <a:lnTo>
                    <a:pt x="1906" y="1324"/>
                  </a:lnTo>
                  <a:lnTo>
                    <a:pt x="1946" y="1224"/>
                  </a:lnTo>
                  <a:lnTo>
                    <a:pt x="1966" y="1104"/>
                  </a:lnTo>
                  <a:lnTo>
                    <a:pt x="1966" y="983"/>
                  </a:lnTo>
                  <a:lnTo>
                    <a:pt x="1966" y="863"/>
                  </a:lnTo>
                  <a:lnTo>
                    <a:pt x="1946" y="763"/>
                  </a:lnTo>
                  <a:lnTo>
                    <a:pt x="1906" y="662"/>
                  </a:lnTo>
                  <a:lnTo>
                    <a:pt x="1865" y="562"/>
                  </a:lnTo>
                  <a:lnTo>
                    <a:pt x="1805" y="462"/>
                  </a:lnTo>
                  <a:lnTo>
                    <a:pt x="1745" y="382"/>
                  </a:lnTo>
                  <a:lnTo>
                    <a:pt x="1665" y="281"/>
                  </a:lnTo>
                  <a:lnTo>
                    <a:pt x="1585" y="221"/>
                  </a:lnTo>
                  <a:lnTo>
                    <a:pt x="1504" y="161"/>
                  </a:lnTo>
                  <a:lnTo>
                    <a:pt x="1404" y="101"/>
                  </a:lnTo>
                  <a:lnTo>
                    <a:pt x="1284" y="61"/>
                  </a:lnTo>
                  <a:lnTo>
                    <a:pt x="1184" y="21"/>
                  </a:lnTo>
                  <a:lnTo>
                    <a:pt x="1063" y="21"/>
                  </a:lnTo>
                  <a:lnTo>
                    <a:pt x="9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42">
              <a:extLst>
                <a:ext uri="{FF2B5EF4-FFF2-40B4-BE49-F238E27FC236}">
                  <a16:creationId xmlns:a16="http://schemas.microsoft.com/office/drawing/2014/main" id="{38DC3435-57B2-7171-AD91-4512E7460D33}"/>
                </a:ext>
              </a:extLst>
            </p:cNvPr>
            <p:cNvSpPr/>
            <p:nvPr/>
          </p:nvSpPr>
          <p:spPr>
            <a:xfrm>
              <a:off x="12105350" y="4403638"/>
              <a:ext cx="49675" cy="49650"/>
            </a:xfrm>
            <a:custGeom>
              <a:avLst/>
              <a:gdLst/>
              <a:ahLst/>
              <a:cxnLst/>
              <a:rect l="l" t="t" r="r" b="b"/>
              <a:pathLst>
                <a:path w="1987" h="1986" extrusionOk="0">
                  <a:moveTo>
                    <a:pt x="944" y="0"/>
                  </a:moveTo>
                  <a:lnTo>
                    <a:pt x="843" y="20"/>
                  </a:lnTo>
                  <a:lnTo>
                    <a:pt x="743" y="40"/>
                  </a:lnTo>
                  <a:lnTo>
                    <a:pt x="623" y="80"/>
                  </a:lnTo>
                  <a:lnTo>
                    <a:pt x="542" y="120"/>
                  </a:lnTo>
                  <a:lnTo>
                    <a:pt x="442" y="181"/>
                  </a:lnTo>
                  <a:lnTo>
                    <a:pt x="282" y="321"/>
                  </a:lnTo>
                  <a:lnTo>
                    <a:pt x="161" y="481"/>
                  </a:lnTo>
                  <a:lnTo>
                    <a:pt x="61" y="682"/>
                  </a:lnTo>
                  <a:lnTo>
                    <a:pt x="21" y="903"/>
                  </a:lnTo>
                  <a:lnTo>
                    <a:pt x="1" y="1023"/>
                  </a:lnTo>
                  <a:lnTo>
                    <a:pt x="21" y="1123"/>
                  </a:lnTo>
                  <a:lnTo>
                    <a:pt x="41" y="1304"/>
                  </a:lnTo>
                  <a:lnTo>
                    <a:pt x="121" y="1464"/>
                  </a:lnTo>
                  <a:lnTo>
                    <a:pt x="222" y="1604"/>
                  </a:lnTo>
                  <a:lnTo>
                    <a:pt x="362" y="1745"/>
                  </a:lnTo>
                  <a:lnTo>
                    <a:pt x="522" y="1865"/>
                  </a:lnTo>
                  <a:lnTo>
                    <a:pt x="703" y="1925"/>
                  </a:lnTo>
                  <a:lnTo>
                    <a:pt x="903" y="1986"/>
                  </a:lnTo>
                  <a:lnTo>
                    <a:pt x="1124" y="1986"/>
                  </a:lnTo>
                  <a:lnTo>
                    <a:pt x="1264" y="1965"/>
                  </a:lnTo>
                  <a:lnTo>
                    <a:pt x="1385" y="1905"/>
                  </a:lnTo>
                  <a:lnTo>
                    <a:pt x="1505" y="1845"/>
                  </a:lnTo>
                  <a:lnTo>
                    <a:pt x="1625" y="1765"/>
                  </a:lnTo>
                  <a:lnTo>
                    <a:pt x="1706" y="1685"/>
                  </a:lnTo>
                  <a:lnTo>
                    <a:pt x="1806" y="1564"/>
                  </a:lnTo>
                  <a:lnTo>
                    <a:pt x="1866" y="1444"/>
                  </a:lnTo>
                  <a:lnTo>
                    <a:pt x="1926" y="1324"/>
                  </a:lnTo>
                  <a:lnTo>
                    <a:pt x="1966" y="1203"/>
                  </a:lnTo>
                  <a:lnTo>
                    <a:pt x="1986" y="1103"/>
                  </a:lnTo>
                  <a:lnTo>
                    <a:pt x="1986" y="983"/>
                  </a:lnTo>
                  <a:lnTo>
                    <a:pt x="1986" y="862"/>
                  </a:lnTo>
                  <a:lnTo>
                    <a:pt x="1946" y="762"/>
                  </a:lnTo>
                  <a:lnTo>
                    <a:pt x="1926" y="662"/>
                  </a:lnTo>
                  <a:lnTo>
                    <a:pt x="1886" y="542"/>
                  </a:lnTo>
                  <a:lnTo>
                    <a:pt x="1826" y="461"/>
                  </a:lnTo>
                  <a:lnTo>
                    <a:pt x="1766" y="361"/>
                  </a:lnTo>
                  <a:lnTo>
                    <a:pt x="1686" y="281"/>
                  </a:lnTo>
                  <a:lnTo>
                    <a:pt x="1605" y="221"/>
                  </a:lnTo>
                  <a:lnTo>
                    <a:pt x="1505" y="161"/>
                  </a:lnTo>
                  <a:lnTo>
                    <a:pt x="1405" y="100"/>
                  </a:lnTo>
                  <a:lnTo>
                    <a:pt x="1305" y="60"/>
                  </a:lnTo>
                  <a:lnTo>
                    <a:pt x="1184" y="20"/>
                  </a:lnTo>
                  <a:lnTo>
                    <a:pt x="10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8549;p42">
              <a:extLst>
                <a:ext uri="{FF2B5EF4-FFF2-40B4-BE49-F238E27FC236}">
                  <a16:creationId xmlns:a16="http://schemas.microsoft.com/office/drawing/2014/main" id="{ADDD892F-9B19-A2AB-B83E-8D78E5790B2C}"/>
                </a:ext>
              </a:extLst>
            </p:cNvPr>
            <p:cNvSpPr/>
            <p:nvPr/>
          </p:nvSpPr>
          <p:spPr>
            <a:xfrm>
              <a:off x="11812575" y="4458288"/>
              <a:ext cx="49150" cy="49650"/>
            </a:xfrm>
            <a:custGeom>
              <a:avLst/>
              <a:gdLst/>
              <a:ahLst/>
              <a:cxnLst/>
              <a:rect l="l" t="t" r="r" b="b"/>
              <a:pathLst>
                <a:path w="1966" h="1986" extrusionOk="0">
                  <a:moveTo>
                    <a:pt x="943" y="0"/>
                  </a:moveTo>
                  <a:lnTo>
                    <a:pt x="822" y="20"/>
                  </a:lnTo>
                  <a:lnTo>
                    <a:pt x="722" y="40"/>
                  </a:lnTo>
                  <a:lnTo>
                    <a:pt x="622" y="80"/>
                  </a:lnTo>
                  <a:lnTo>
                    <a:pt x="522" y="120"/>
                  </a:lnTo>
                  <a:lnTo>
                    <a:pt x="441" y="181"/>
                  </a:lnTo>
                  <a:lnTo>
                    <a:pt x="281" y="321"/>
                  </a:lnTo>
                  <a:lnTo>
                    <a:pt x="141" y="481"/>
                  </a:lnTo>
                  <a:lnTo>
                    <a:pt x="60" y="682"/>
                  </a:lnTo>
                  <a:lnTo>
                    <a:pt x="0" y="903"/>
                  </a:lnTo>
                  <a:lnTo>
                    <a:pt x="0" y="1023"/>
                  </a:lnTo>
                  <a:lnTo>
                    <a:pt x="0" y="1123"/>
                  </a:lnTo>
                  <a:lnTo>
                    <a:pt x="40" y="1304"/>
                  </a:lnTo>
                  <a:lnTo>
                    <a:pt x="100" y="1464"/>
                  </a:lnTo>
                  <a:lnTo>
                    <a:pt x="221" y="1604"/>
                  </a:lnTo>
                  <a:lnTo>
                    <a:pt x="341" y="1745"/>
                  </a:lnTo>
                  <a:lnTo>
                    <a:pt x="502" y="1865"/>
                  </a:lnTo>
                  <a:lnTo>
                    <a:pt x="682" y="1945"/>
                  </a:lnTo>
                  <a:lnTo>
                    <a:pt x="883" y="1985"/>
                  </a:lnTo>
                  <a:lnTo>
                    <a:pt x="1123" y="1985"/>
                  </a:lnTo>
                  <a:lnTo>
                    <a:pt x="1244" y="1965"/>
                  </a:lnTo>
                  <a:lnTo>
                    <a:pt x="1384" y="1905"/>
                  </a:lnTo>
                  <a:lnTo>
                    <a:pt x="1504" y="1845"/>
                  </a:lnTo>
                  <a:lnTo>
                    <a:pt x="1605" y="1765"/>
                  </a:lnTo>
                  <a:lnTo>
                    <a:pt x="1705" y="1685"/>
                  </a:lnTo>
                  <a:lnTo>
                    <a:pt x="1785" y="1564"/>
                  </a:lnTo>
                  <a:lnTo>
                    <a:pt x="1865" y="1444"/>
                  </a:lnTo>
                  <a:lnTo>
                    <a:pt x="1905" y="1324"/>
                  </a:lnTo>
                  <a:lnTo>
                    <a:pt x="1945" y="1203"/>
                  </a:lnTo>
                  <a:lnTo>
                    <a:pt x="1965" y="1103"/>
                  </a:lnTo>
                  <a:lnTo>
                    <a:pt x="1965" y="983"/>
                  </a:lnTo>
                  <a:lnTo>
                    <a:pt x="1965" y="862"/>
                  </a:lnTo>
                  <a:lnTo>
                    <a:pt x="1945" y="762"/>
                  </a:lnTo>
                  <a:lnTo>
                    <a:pt x="1905" y="662"/>
                  </a:lnTo>
                  <a:lnTo>
                    <a:pt x="1865" y="542"/>
                  </a:lnTo>
                  <a:lnTo>
                    <a:pt x="1805" y="461"/>
                  </a:lnTo>
                  <a:lnTo>
                    <a:pt x="1745" y="361"/>
                  </a:lnTo>
                  <a:lnTo>
                    <a:pt x="1665" y="281"/>
                  </a:lnTo>
                  <a:lnTo>
                    <a:pt x="1584" y="221"/>
                  </a:lnTo>
                  <a:lnTo>
                    <a:pt x="1504" y="160"/>
                  </a:lnTo>
                  <a:lnTo>
                    <a:pt x="1404" y="100"/>
                  </a:lnTo>
                  <a:lnTo>
                    <a:pt x="1284" y="60"/>
                  </a:lnTo>
                  <a:lnTo>
                    <a:pt x="1183" y="20"/>
                  </a:lnTo>
                  <a:lnTo>
                    <a:pt x="10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42">
              <a:extLst>
                <a:ext uri="{FF2B5EF4-FFF2-40B4-BE49-F238E27FC236}">
                  <a16:creationId xmlns:a16="http://schemas.microsoft.com/office/drawing/2014/main" id="{79670A03-B614-89E5-6C01-98DFC4D3AD5A}"/>
                </a:ext>
              </a:extLst>
            </p:cNvPr>
            <p:cNvSpPr/>
            <p:nvPr/>
          </p:nvSpPr>
          <p:spPr>
            <a:xfrm>
              <a:off x="11982525" y="4983213"/>
              <a:ext cx="49650" cy="49650"/>
            </a:xfrm>
            <a:custGeom>
              <a:avLst/>
              <a:gdLst/>
              <a:ahLst/>
              <a:cxnLst/>
              <a:rect l="l" t="t" r="r" b="b"/>
              <a:pathLst>
                <a:path w="1986" h="1986" extrusionOk="0">
                  <a:moveTo>
                    <a:pt x="943" y="0"/>
                  </a:moveTo>
                  <a:lnTo>
                    <a:pt x="843" y="20"/>
                  </a:lnTo>
                  <a:lnTo>
                    <a:pt x="723" y="40"/>
                  </a:lnTo>
                  <a:lnTo>
                    <a:pt x="622" y="80"/>
                  </a:lnTo>
                  <a:lnTo>
                    <a:pt x="522" y="120"/>
                  </a:lnTo>
                  <a:lnTo>
                    <a:pt x="442" y="181"/>
                  </a:lnTo>
                  <a:lnTo>
                    <a:pt x="281" y="321"/>
                  </a:lnTo>
                  <a:lnTo>
                    <a:pt x="141" y="502"/>
                  </a:lnTo>
                  <a:lnTo>
                    <a:pt x="61" y="682"/>
                  </a:lnTo>
                  <a:lnTo>
                    <a:pt x="1" y="903"/>
                  </a:lnTo>
                  <a:lnTo>
                    <a:pt x="1" y="1023"/>
                  </a:lnTo>
                  <a:lnTo>
                    <a:pt x="1" y="1123"/>
                  </a:lnTo>
                  <a:lnTo>
                    <a:pt x="41" y="1304"/>
                  </a:lnTo>
                  <a:lnTo>
                    <a:pt x="121" y="1464"/>
                  </a:lnTo>
                  <a:lnTo>
                    <a:pt x="221" y="1625"/>
                  </a:lnTo>
                  <a:lnTo>
                    <a:pt x="342" y="1745"/>
                  </a:lnTo>
                  <a:lnTo>
                    <a:pt x="502" y="1865"/>
                  </a:lnTo>
                  <a:lnTo>
                    <a:pt x="682" y="1945"/>
                  </a:lnTo>
                  <a:lnTo>
                    <a:pt x="903" y="1986"/>
                  </a:lnTo>
                  <a:lnTo>
                    <a:pt x="1124" y="1986"/>
                  </a:lnTo>
                  <a:lnTo>
                    <a:pt x="1264" y="1966"/>
                  </a:lnTo>
                  <a:lnTo>
                    <a:pt x="1384" y="1925"/>
                  </a:lnTo>
                  <a:lnTo>
                    <a:pt x="1505" y="1845"/>
                  </a:lnTo>
                  <a:lnTo>
                    <a:pt x="1605" y="1785"/>
                  </a:lnTo>
                  <a:lnTo>
                    <a:pt x="1705" y="1685"/>
                  </a:lnTo>
                  <a:lnTo>
                    <a:pt x="1785" y="1584"/>
                  </a:lnTo>
                  <a:lnTo>
                    <a:pt x="1866" y="1464"/>
                  </a:lnTo>
                  <a:lnTo>
                    <a:pt x="1926" y="1324"/>
                  </a:lnTo>
                  <a:lnTo>
                    <a:pt x="1946" y="1223"/>
                  </a:lnTo>
                  <a:lnTo>
                    <a:pt x="1966" y="1103"/>
                  </a:lnTo>
                  <a:lnTo>
                    <a:pt x="1986" y="983"/>
                  </a:lnTo>
                  <a:lnTo>
                    <a:pt x="1966" y="863"/>
                  </a:lnTo>
                  <a:lnTo>
                    <a:pt x="1946" y="762"/>
                  </a:lnTo>
                  <a:lnTo>
                    <a:pt x="1926" y="662"/>
                  </a:lnTo>
                  <a:lnTo>
                    <a:pt x="1866" y="562"/>
                  </a:lnTo>
                  <a:lnTo>
                    <a:pt x="1826" y="461"/>
                  </a:lnTo>
                  <a:lnTo>
                    <a:pt x="1745" y="381"/>
                  </a:lnTo>
                  <a:lnTo>
                    <a:pt x="1685" y="281"/>
                  </a:lnTo>
                  <a:lnTo>
                    <a:pt x="1585" y="221"/>
                  </a:lnTo>
                  <a:lnTo>
                    <a:pt x="1505" y="161"/>
                  </a:lnTo>
                  <a:lnTo>
                    <a:pt x="1404" y="100"/>
                  </a:lnTo>
                  <a:lnTo>
                    <a:pt x="1304" y="60"/>
                  </a:lnTo>
                  <a:lnTo>
                    <a:pt x="1184" y="20"/>
                  </a:lnTo>
                  <a:lnTo>
                    <a:pt x="1064" y="20"/>
                  </a:lnTo>
                  <a:lnTo>
                    <a:pt x="9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42">
              <a:extLst>
                <a:ext uri="{FF2B5EF4-FFF2-40B4-BE49-F238E27FC236}">
                  <a16:creationId xmlns:a16="http://schemas.microsoft.com/office/drawing/2014/main" id="{633D1039-E8B6-0FB4-D685-8EE903D99E2E}"/>
                </a:ext>
              </a:extLst>
            </p:cNvPr>
            <p:cNvSpPr/>
            <p:nvPr/>
          </p:nvSpPr>
          <p:spPr>
            <a:xfrm>
              <a:off x="11386900" y="4083763"/>
              <a:ext cx="726000" cy="320400"/>
            </a:xfrm>
            <a:custGeom>
              <a:avLst/>
              <a:gdLst/>
              <a:ahLst/>
              <a:cxnLst/>
              <a:rect l="l" t="t" r="r" b="b"/>
              <a:pathLst>
                <a:path w="29040" h="12816" extrusionOk="0">
                  <a:moveTo>
                    <a:pt x="28699" y="0"/>
                  </a:moveTo>
                  <a:lnTo>
                    <a:pt x="28518" y="20"/>
                  </a:lnTo>
                  <a:lnTo>
                    <a:pt x="28258" y="81"/>
                  </a:lnTo>
                  <a:lnTo>
                    <a:pt x="27897" y="181"/>
                  </a:lnTo>
                  <a:lnTo>
                    <a:pt x="27476" y="301"/>
                  </a:lnTo>
                  <a:lnTo>
                    <a:pt x="26433" y="662"/>
                  </a:lnTo>
                  <a:lnTo>
                    <a:pt x="25149" y="1123"/>
                  </a:lnTo>
                  <a:lnTo>
                    <a:pt x="23645" y="1685"/>
                  </a:lnTo>
                  <a:lnTo>
                    <a:pt x="21981" y="2327"/>
                  </a:lnTo>
                  <a:lnTo>
                    <a:pt x="18331" y="3771"/>
                  </a:lnTo>
                  <a:lnTo>
                    <a:pt x="17749" y="3991"/>
                  </a:lnTo>
                  <a:lnTo>
                    <a:pt x="16786" y="4392"/>
                  </a:lnTo>
                  <a:lnTo>
                    <a:pt x="12876" y="5957"/>
                  </a:lnTo>
                  <a:lnTo>
                    <a:pt x="6418" y="8564"/>
                  </a:lnTo>
                  <a:lnTo>
                    <a:pt x="6077" y="8644"/>
                  </a:lnTo>
                  <a:lnTo>
                    <a:pt x="5757" y="8724"/>
                  </a:lnTo>
                  <a:lnTo>
                    <a:pt x="5095" y="8844"/>
                  </a:lnTo>
                  <a:lnTo>
                    <a:pt x="4473" y="8925"/>
                  </a:lnTo>
                  <a:lnTo>
                    <a:pt x="3871" y="9005"/>
                  </a:lnTo>
                  <a:lnTo>
                    <a:pt x="3270" y="9085"/>
                  </a:lnTo>
                  <a:lnTo>
                    <a:pt x="2688" y="9185"/>
                  </a:lnTo>
                  <a:lnTo>
                    <a:pt x="2407" y="9266"/>
                  </a:lnTo>
                  <a:lnTo>
                    <a:pt x="2107" y="9346"/>
                  </a:lnTo>
                  <a:lnTo>
                    <a:pt x="1826" y="9466"/>
                  </a:lnTo>
                  <a:lnTo>
                    <a:pt x="1525" y="9586"/>
                  </a:lnTo>
                  <a:lnTo>
                    <a:pt x="1324" y="9687"/>
                  </a:lnTo>
                  <a:lnTo>
                    <a:pt x="984" y="9907"/>
                  </a:lnTo>
                  <a:lnTo>
                    <a:pt x="643" y="10148"/>
                  </a:lnTo>
                  <a:lnTo>
                    <a:pt x="482" y="10288"/>
                  </a:lnTo>
                  <a:lnTo>
                    <a:pt x="342" y="10429"/>
                  </a:lnTo>
                  <a:lnTo>
                    <a:pt x="221" y="10569"/>
                  </a:lnTo>
                  <a:lnTo>
                    <a:pt x="141" y="10729"/>
                  </a:lnTo>
                  <a:lnTo>
                    <a:pt x="61" y="10890"/>
                  </a:lnTo>
                  <a:lnTo>
                    <a:pt x="21" y="11050"/>
                  </a:lnTo>
                  <a:lnTo>
                    <a:pt x="1" y="11231"/>
                  </a:lnTo>
                  <a:lnTo>
                    <a:pt x="1" y="11391"/>
                  </a:lnTo>
                  <a:lnTo>
                    <a:pt x="41" y="11552"/>
                  </a:lnTo>
                  <a:lnTo>
                    <a:pt x="81" y="11712"/>
                  </a:lnTo>
                  <a:lnTo>
                    <a:pt x="141" y="11853"/>
                  </a:lnTo>
                  <a:lnTo>
                    <a:pt x="221" y="12013"/>
                  </a:lnTo>
                  <a:lnTo>
                    <a:pt x="322" y="12153"/>
                  </a:lnTo>
                  <a:lnTo>
                    <a:pt x="422" y="12274"/>
                  </a:lnTo>
                  <a:lnTo>
                    <a:pt x="562" y="12394"/>
                  </a:lnTo>
                  <a:lnTo>
                    <a:pt x="683" y="12494"/>
                  </a:lnTo>
                  <a:lnTo>
                    <a:pt x="823" y="12575"/>
                  </a:lnTo>
                  <a:lnTo>
                    <a:pt x="984" y="12655"/>
                  </a:lnTo>
                  <a:lnTo>
                    <a:pt x="1144" y="12715"/>
                  </a:lnTo>
                  <a:lnTo>
                    <a:pt x="1304" y="12755"/>
                  </a:lnTo>
                  <a:lnTo>
                    <a:pt x="1485" y="12795"/>
                  </a:lnTo>
                  <a:lnTo>
                    <a:pt x="1645" y="12815"/>
                  </a:lnTo>
                  <a:lnTo>
                    <a:pt x="1826" y="12815"/>
                  </a:lnTo>
                  <a:lnTo>
                    <a:pt x="1986" y="12795"/>
                  </a:lnTo>
                  <a:lnTo>
                    <a:pt x="2327" y="12735"/>
                  </a:lnTo>
                  <a:lnTo>
                    <a:pt x="2648" y="12655"/>
                  </a:lnTo>
                  <a:lnTo>
                    <a:pt x="2969" y="12514"/>
                  </a:lnTo>
                  <a:lnTo>
                    <a:pt x="3310" y="12354"/>
                  </a:lnTo>
                  <a:lnTo>
                    <a:pt x="3611" y="12153"/>
                  </a:lnTo>
                  <a:lnTo>
                    <a:pt x="3932" y="11933"/>
                  </a:lnTo>
                  <a:lnTo>
                    <a:pt x="4533" y="11472"/>
                  </a:lnTo>
                  <a:lnTo>
                    <a:pt x="5135" y="11010"/>
                  </a:lnTo>
                  <a:lnTo>
                    <a:pt x="5696" y="10569"/>
                  </a:lnTo>
                  <a:lnTo>
                    <a:pt x="5957" y="10369"/>
                  </a:lnTo>
                  <a:lnTo>
                    <a:pt x="6218" y="10208"/>
                  </a:lnTo>
                  <a:lnTo>
                    <a:pt x="6779" y="9887"/>
                  </a:lnTo>
                  <a:lnTo>
                    <a:pt x="7461" y="9526"/>
                  </a:lnTo>
                  <a:lnTo>
                    <a:pt x="8263" y="9145"/>
                  </a:lnTo>
                  <a:lnTo>
                    <a:pt x="9166" y="8724"/>
                  </a:lnTo>
                  <a:lnTo>
                    <a:pt x="10169" y="8283"/>
                  </a:lnTo>
                  <a:lnTo>
                    <a:pt x="11231" y="7842"/>
                  </a:lnTo>
                  <a:lnTo>
                    <a:pt x="13538" y="6879"/>
                  </a:lnTo>
                  <a:lnTo>
                    <a:pt x="15423" y="6137"/>
                  </a:lnTo>
                  <a:lnTo>
                    <a:pt x="17328" y="5395"/>
                  </a:lnTo>
                  <a:lnTo>
                    <a:pt x="17348" y="5395"/>
                  </a:lnTo>
                  <a:lnTo>
                    <a:pt x="18230" y="5054"/>
                  </a:lnTo>
                  <a:lnTo>
                    <a:pt x="18832" y="4813"/>
                  </a:lnTo>
                  <a:lnTo>
                    <a:pt x="22322" y="3490"/>
                  </a:lnTo>
                  <a:lnTo>
                    <a:pt x="25310" y="2367"/>
                  </a:lnTo>
                  <a:lnTo>
                    <a:pt x="27455" y="1565"/>
                  </a:lnTo>
                  <a:lnTo>
                    <a:pt x="28117" y="1284"/>
                  </a:lnTo>
                  <a:lnTo>
                    <a:pt x="28458" y="1143"/>
                  </a:lnTo>
                  <a:lnTo>
                    <a:pt x="28558" y="1083"/>
                  </a:lnTo>
                  <a:lnTo>
                    <a:pt x="28659" y="1003"/>
                  </a:lnTo>
                  <a:lnTo>
                    <a:pt x="28819" y="843"/>
                  </a:lnTo>
                  <a:lnTo>
                    <a:pt x="28940" y="642"/>
                  </a:lnTo>
                  <a:lnTo>
                    <a:pt x="29020" y="462"/>
                  </a:lnTo>
                  <a:lnTo>
                    <a:pt x="29040" y="361"/>
                  </a:lnTo>
                  <a:lnTo>
                    <a:pt x="29040" y="281"/>
                  </a:lnTo>
                  <a:lnTo>
                    <a:pt x="29040" y="201"/>
                  </a:lnTo>
                  <a:lnTo>
                    <a:pt x="29000" y="141"/>
                  </a:lnTo>
                  <a:lnTo>
                    <a:pt x="28960" y="81"/>
                  </a:lnTo>
                  <a:lnTo>
                    <a:pt x="28899" y="40"/>
                  </a:lnTo>
                  <a:lnTo>
                    <a:pt x="28799" y="20"/>
                  </a:lnTo>
                  <a:lnTo>
                    <a:pt x="286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42">
              <a:extLst>
                <a:ext uri="{FF2B5EF4-FFF2-40B4-BE49-F238E27FC236}">
                  <a16:creationId xmlns:a16="http://schemas.microsoft.com/office/drawing/2014/main" id="{671B7979-036E-F39A-6E94-2D1038E7D7DB}"/>
                </a:ext>
              </a:extLst>
            </p:cNvPr>
            <p:cNvSpPr/>
            <p:nvPr/>
          </p:nvSpPr>
          <p:spPr>
            <a:xfrm>
              <a:off x="11386900" y="4083763"/>
              <a:ext cx="726000" cy="320400"/>
            </a:xfrm>
            <a:custGeom>
              <a:avLst/>
              <a:gdLst/>
              <a:ahLst/>
              <a:cxnLst/>
              <a:rect l="l" t="t" r="r" b="b"/>
              <a:pathLst>
                <a:path w="29040" h="12816" fill="none" extrusionOk="0">
                  <a:moveTo>
                    <a:pt x="28458" y="1143"/>
                  </a:moveTo>
                  <a:lnTo>
                    <a:pt x="28458" y="1143"/>
                  </a:lnTo>
                  <a:lnTo>
                    <a:pt x="28117" y="1284"/>
                  </a:lnTo>
                  <a:lnTo>
                    <a:pt x="27455" y="1565"/>
                  </a:lnTo>
                  <a:lnTo>
                    <a:pt x="25310" y="2367"/>
                  </a:lnTo>
                  <a:lnTo>
                    <a:pt x="22322" y="3490"/>
                  </a:lnTo>
                  <a:lnTo>
                    <a:pt x="18832" y="4813"/>
                  </a:lnTo>
                  <a:lnTo>
                    <a:pt x="18832" y="4813"/>
                  </a:lnTo>
                  <a:lnTo>
                    <a:pt x="18230" y="5054"/>
                  </a:lnTo>
                  <a:lnTo>
                    <a:pt x="18230" y="5054"/>
                  </a:lnTo>
                  <a:lnTo>
                    <a:pt x="17348" y="5395"/>
                  </a:lnTo>
                  <a:lnTo>
                    <a:pt x="17348" y="5395"/>
                  </a:lnTo>
                  <a:lnTo>
                    <a:pt x="17328" y="5395"/>
                  </a:lnTo>
                  <a:lnTo>
                    <a:pt x="17328" y="5395"/>
                  </a:lnTo>
                  <a:lnTo>
                    <a:pt x="15423" y="6137"/>
                  </a:lnTo>
                  <a:lnTo>
                    <a:pt x="13538" y="6879"/>
                  </a:lnTo>
                  <a:lnTo>
                    <a:pt x="13538" y="6879"/>
                  </a:lnTo>
                  <a:lnTo>
                    <a:pt x="11231" y="7842"/>
                  </a:lnTo>
                  <a:lnTo>
                    <a:pt x="10169" y="8283"/>
                  </a:lnTo>
                  <a:lnTo>
                    <a:pt x="9166" y="8724"/>
                  </a:lnTo>
                  <a:lnTo>
                    <a:pt x="8263" y="9145"/>
                  </a:lnTo>
                  <a:lnTo>
                    <a:pt x="7461" y="9526"/>
                  </a:lnTo>
                  <a:lnTo>
                    <a:pt x="6779" y="9887"/>
                  </a:lnTo>
                  <a:lnTo>
                    <a:pt x="6218" y="10208"/>
                  </a:lnTo>
                  <a:lnTo>
                    <a:pt x="6218" y="10208"/>
                  </a:lnTo>
                  <a:lnTo>
                    <a:pt x="5957" y="10369"/>
                  </a:lnTo>
                  <a:lnTo>
                    <a:pt x="5696" y="10569"/>
                  </a:lnTo>
                  <a:lnTo>
                    <a:pt x="5135" y="11010"/>
                  </a:lnTo>
                  <a:lnTo>
                    <a:pt x="4533" y="11472"/>
                  </a:lnTo>
                  <a:lnTo>
                    <a:pt x="3932" y="11933"/>
                  </a:lnTo>
                  <a:lnTo>
                    <a:pt x="3611" y="12153"/>
                  </a:lnTo>
                  <a:lnTo>
                    <a:pt x="3310" y="12354"/>
                  </a:lnTo>
                  <a:lnTo>
                    <a:pt x="2969" y="12514"/>
                  </a:lnTo>
                  <a:lnTo>
                    <a:pt x="2648" y="12655"/>
                  </a:lnTo>
                  <a:lnTo>
                    <a:pt x="2327" y="12735"/>
                  </a:lnTo>
                  <a:lnTo>
                    <a:pt x="1986" y="12795"/>
                  </a:lnTo>
                  <a:lnTo>
                    <a:pt x="1826" y="12815"/>
                  </a:lnTo>
                  <a:lnTo>
                    <a:pt x="1645" y="12815"/>
                  </a:lnTo>
                  <a:lnTo>
                    <a:pt x="1485" y="12795"/>
                  </a:lnTo>
                  <a:lnTo>
                    <a:pt x="1304" y="12755"/>
                  </a:lnTo>
                  <a:lnTo>
                    <a:pt x="1304" y="12755"/>
                  </a:lnTo>
                  <a:lnTo>
                    <a:pt x="1144" y="12715"/>
                  </a:lnTo>
                  <a:lnTo>
                    <a:pt x="984" y="12655"/>
                  </a:lnTo>
                  <a:lnTo>
                    <a:pt x="823" y="12575"/>
                  </a:lnTo>
                  <a:lnTo>
                    <a:pt x="683" y="12494"/>
                  </a:lnTo>
                  <a:lnTo>
                    <a:pt x="562" y="12394"/>
                  </a:lnTo>
                  <a:lnTo>
                    <a:pt x="422" y="12274"/>
                  </a:lnTo>
                  <a:lnTo>
                    <a:pt x="322" y="12153"/>
                  </a:lnTo>
                  <a:lnTo>
                    <a:pt x="221" y="12013"/>
                  </a:lnTo>
                  <a:lnTo>
                    <a:pt x="141" y="11853"/>
                  </a:lnTo>
                  <a:lnTo>
                    <a:pt x="81" y="11712"/>
                  </a:lnTo>
                  <a:lnTo>
                    <a:pt x="41" y="11552"/>
                  </a:lnTo>
                  <a:lnTo>
                    <a:pt x="1" y="11391"/>
                  </a:lnTo>
                  <a:lnTo>
                    <a:pt x="1" y="11231"/>
                  </a:lnTo>
                  <a:lnTo>
                    <a:pt x="21" y="11050"/>
                  </a:lnTo>
                  <a:lnTo>
                    <a:pt x="61" y="10890"/>
                  </a:lnTo>
                  <a:lnTo>
                    <a:pt x="141" y="10729"/>
                  </a:lnTo>
                  <a:lnTo>
                    <a:pt x="141" y="10729"/>
                  </a:lnTo>
                  <a:lnTo>
                    <a:pt x="221" y="10569"/>
                  </a:lnTo>
                  <a:lnTo>
                    <a:pt x="342" y="10429"/>
                  </a:lnTo>
                  <a:lnTo>
                    <a:pt x="482" y="10288"/>
                  </a:lnTo>
                  <a:lnTo>
                    <a:pt x="643" y="10148"/>
                  </a:lnTo>
                  <a:lnTo>
                    <a:pt x="984" y="9907"/>
                  </a:lnTo>
                  <a:lnTo>
                    <a:pt x="1324" y="9687"/>
                  </a:lnTo>
                  <a:lnTo>
                    <a:pt x="1324" y="9687"/>
                  </a:lnTo>
                  <a:lnTo>
                    <a:pt x="1525" y="9586"/>
                  </a:lnTo>
                  <a:lnTo>
                    <a:pt x="1525" y="9586"/>
                  </a:lnTo>
                  <a:lnTo>
                    <a:pt x="1826" y="9466"/>
                  </a:lnTo>
                  <a:lnTo>
                    <a:pt x="2107" y="9346"/>
                  </a:lnTo>
                  <a:lnTo>
                    <a:pt x="2407" y="9266"/>
                  </a:lnTo>
                  <a:lnTo>
                    <a:pt x="2688" y="9185"/>
                  </a:lnTo>
                  <a:lnTo>
                    <a:pt x="3270" y="9085"/>
                  </a:lnTo>
                  <a:lnTo>
                    <a:pt x="3871" y="9005"/>
                  </a:lnTo>
                  <a:lnTo>
                    <a:pt x="4473" y="8925"/>
                  </a:lnTo>
                  <a:lnTo>
                    <a:pt x="5095" y="8844"/>
                  </a:lnTo>
                  <a:lnTo>
                    <a:pt x="5757" y="8724"/>
                  </a:lnTo>
                  <a:lnTo>
                    <a:pt x="6077" y="8644"/>
                  </a:lnTo>
                  <a:lnTo>
                    <a:pt x="6418" y="8564"/>
                  </a:lnTo>
                  <a:lnTo>
                    <a:pt x="6418" y="8564"/>
                  </a:lnTo>
                  <a:lnTo>
                    <a:pt x="12876" y="5957"/>
                  </a:lnTo>
                  <a:lnTo>
                    <a:pt x="12876" y="5957"/>
                  </a:lnTo>
                  <a:lnTo>
                    <a:pt x="16786" y="4392"/>
                  </a:lnTo>
                  <a:lnTo>
                    <a:pt x="16786" y="4392"/>
                  </a:lnTo>
                  <a:lnTo>
                    <a:pt x="17749" y="3991"/>
                  </a:lnTo>
                  <a:lnTo>
                    <a:pt x="17749" y="3991"/>
                  </a:lnTo>
                  <a:lnTo>
                    <a:pt x="18331" y="3771"/>
                  </a:lnTo>
                  <a:lnTo>
                    <a:pt x="18331" y="3771"/>
                  </a:lnTo>
                  <a:lnTo>
                    <a:pt x="21981" y="2327"/>
                  </a:lnTo>
                  <a:lnTo>
                    <a:pt x="23645" y="1685"/>
                  </a:lnTo>
                  <a:lnTo>
                    <a:pt x="25149" y="1123"/>
                  </a:lnTo>
                  <a:lnTo>
                    <a:pt x="26433" y="662"/>
                  </a:lnTo>
                  <a:lnTo>
                    <a:pt x="27476" y="301"/>
                  </a:lnTo>
                  <a:lnTo>
                    <a:pt x="27897" y="181"/>
                  </a:lnTo>
                  <a:lnTo>
                    <a:pt x="28258" y="81"/>
                  </a:lnTo>
                  <a:lnTo>
                    <a:pt x="28518" y="20"/>
                  </a:lnTo>
                  <a:lnTo>
                    <a:pt x="28699" y="0"/>
                  </a:lnTo>
                  <a:lnTo>
                    <a:pt x="28699" y="0"/>
                  </a:lnTo>
                  <a:lnTo>
                    <a:pt x="28799" y="20"/>
                  </a:lnTo>
                  <a:lnTo>
                    <a:pt x="28899" y="40"/>
                  </a:lnTo>
                  <a:lnTo>
                    <a:pt x="28960" y="81"/>
                  </a:lnTo>
                  <a:lnTo>
                    <a:pt x="29000" y="141"/>
                  </a:lnTo>
                  <a:lnTo>
                    <a:pt x="29040" y="201"/>
                  </a:lnTo>
                  <a:lnTo>
                    <a:pt x="29040" y="281"/>
                  </a:lnTo>
                  <a:lnTo>
                    <a:pt x="29040" y="361"/>
                  </a:lnTo>
                  <a:lnTo>
                    <a:pt x="29020" y="462"/>
                  </a:lnTo>
                  <a:lnTo>
                    <a:pt x="28940" y="642"/>
                  </a:lnTo>
                  <a:lnTo>
                    <a:pt x="28819" y="843"/>
                  </a:lnTo>
                  <a:lnTo>
                    <a:pt x="28659" y="1003"/>
                  </a:lnTo>
                  <a:lnTo>
                    <a:pt x="28558" y="1083"/>
                  </a:lnTo>
                  <a:lnTo>
                    <a:pt x="28458" y="11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42">
              <a:extLst>
                <a:ext uri="{FF2B5EF4-FFF2-40B4-BE49-F238E27FC236}">
                  <a16:creationId xmlns:a16="http://schemas.microsoft.com/office/drawing/2014/main" id="{0CFFEEA4-E21D-B341-875F-095660F64C4C}"/>
                </a:ext>
              </a:extLst>
            </p:cNvPr>
            <p:cNvSpPr/>
            <p:nvPr/>
          </p:nvSpPr>
          <p:spPr>
            <a:xfrm>
              <a:off x="11708775" y="4193563"/>
              <a:ext cx="111325" cy="62200"/>
            </a:xfrm>
            <a:custGeom>
              <a:avLst/>
              <a:gdLst/>
              <a:ahLst/>
              <a:cxnLst/>
              <a:rect l="l" t="t" r="r" b="b"/>
              <a:pathLst>
                <a:path w="4453" h="2488" extrusionOk="0">
                  <a:moveTo>
                    <a:pt x="3911" y="0"/>
                  </a:moveTo>
                  <a:lnTo>
                    <a:pt x="1" y="1565"/>
                  </a:lnTo>
                  <a:lnTo>
                    <a:pt x="161" y="1705"/>
                  </a:lnTo>
                  <a:lnTo>
                    <a:pt x="302" y="1845"/>
                  </a:lnTo>
                  <a:lnTo>
                    <a:pt x="442" y="2026"/>
                  </a:lnTo>
                  <a:lnTo>
                    <a:pt x="542" y="2206"/>
                  </a:lnTo>
                  <a:lnTo>
                    <a:pt x="623" y="2347"/>
                  </a:lnTo>
                  <a:lnTo>
                    <a:pt x="663" y="2487"/>
                  </a:lnTo>
                  <a:lnTo>
                    <a:pt x="2548" y="1745"/>
                  </a:lnTo>
                  <a:lnTo>
                    <a:pt x="4453" y="1003"/>
                  </a:lnTo>
                  <a:lnTo>
                    <a:pt x="4353" y="722"/>
                  </a:lnTo>
                  <a:lnTo>
                    <a:pt x="4232" y="462"/>
                  </a:lnTo>
                  <a:lnTo>
                    <a:pt x="4072" y="221"/>
                  </a:lnTo>
                  <a:lnTo>
                    <a:pt x="39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42">
              <a:extLst>
                <a:ext uri="{FF2B5EF4-FFF2-40B4-BE49-F238E27FC236}">
                  <a16:creationId xmlns:a16="http://schemas.microsoft.com/office/drawing/2014/main" id="{9873F86C-7835-8B0C-19C1-AE11C7DC7F29}"/>
                </a:ext>
              </a:extLst>
            </p:cNvPr>
            <p:cNvSpPr/>
            <p:nvPr/>
          </p:nvSpPr>
          <p:spPr>
            <a:xfrm>
              <a:off x="11708775" y="4193563"/>
              <a:ext cx="111325" cy="62200"/>
            </a:xfrm>
            <a:custGeom>
              <a:avLst/>
              <a:gdLst/>
              <a:ahLst/>
              <a:cxnLst/>
              <a:rect l="l" t="t" r="r" b="b"/>
              <a:pathLst>
                <a:path w="4453" h="2488" fill="none" extrusionOk="0">
                  <a:moveTo>
                    <a:pt x="4453" y="1003"/>
                  </a:moveTo>
                  <a:lnTo>
                    <a:pt x="4453" y="1003"/>
                  </a:lnTo>
                  <a:lnTo>
                    <a:pt x="2548" y="1745"/>
                  </a:lnTo>
                  <a:lnTo>
                    <a:pt x="663" y="2487"/>
                  </a:lnTo>
                  <a:lnTo>
                    <a:pt x="663" y="2487"/>
                  </a:lnTo>
                  <a:lnTo>
                    <a:pt x="623" y="2347"/>
                  </a:lnTo>
                  <a:lnTo>
                    <a:pt x="542" y="2206"/>
                  </a:lnTo>
                  <a:lnTo>
                    <a:pt x="542" y="2206"/>
                  </a:lnTo>
                  <a:lnTo>
                    <a:pt x="442" y="2026"/>
                  </a:lnTo>
                  <a:lnTo>
                    <a:pt x="302" y="1845"/>
                  </a:lnTo>
                  <a:lnTo>
                    <a:pt x="161" y="1705"/>
                  </a:lnTo>
                  <a:lnTo>
                    <a:pt x="1" y="1565"/>
                  </a:lnTo>
                  <a:lnTo>
                    <a:pt x="1" y="1565"/>
                  </a:lnTo>
                  <a:lnTo>
                    <a:pt x="3911" y="0"/>
                  </a:lnTo>
                  <a:lnTo>
                    <a:pt x="3911" y="0"/>
                  </a:lnTo>
                  <a:lnTo>
                    <a:pt x="4072" y="221"/>
                  </a:lnTo>
                  <a:lnTo>
                    <a:pt x="4232" y="462"/>
                  </a:lnTo>
                  <a:lnTo>
                    <a:pt x="4353" y="722"/>
                  </a:lnTo>
                  <a:lnTo>
                    <a:pt x="4453" y="10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8555;p42">
              <a:extLst>
                <a:ext uri="{FF2B5EF4-FFF2-40B4-BE49-F238E27FC236}">
                  <a16:creationId xmlns:a16="http://schemas.microsoft.com/office/drawing/2014/main" id="{7E6F2B0A-3861-461A-0E8D-737563559C31}"/>
                </a:ext>
              </a:extLst>
            </p:cNvPr>
            <p:cNvSpPr/>
            <p:nvPr/>
          </p:nvSpPr>
          <p:spPr>
            <a:xfrm>
              <a:off x="11830625" y="4178013"/>
              <a:ext cx="27100" cy="32125"/>
            </a:xfrm>
            <a:custGeom>
              <a:avLst/>
              <a:gdLst/>
              <a:ahLst/>
              <a:cxnLst/>
              <a:rect l="l" t="t" r="r" b="b"/>
              <a:pathLst>
                <a:path w="1084" h="1285" extrusionOk="0">
                  <a:moveTo>
                    <a:pt x="582" y="1"/>
                  </a:moveTo>
                  <a:lnTo>
                    <a:pt x="0" y="221"/>
                  </a:lnTo>
                  <a:lnTo>
                    <a:pt x="161" y="462"/>
                  </a:lnTo>
                  <a:lnTo>
                    <a:pt x="281" y="723"/>
                  </a:lnTo>
                  <a:lnTo>
                    <a:pt x="401" y="983"/>
                  </a:lnTo>
                  <a:lnTo>
                    <a:pt x="481" y="1284"/>
                  </a:lnTo>
                  <a:lnTo>
                    <a:pt x="1083" y="1043"/>
                  </a:lnTo>
                  <a:lnTo>
                    <a:pt x="1003" y="763"/>
                  </a:lnTo>
                  <a:lnTo>
                    <a:pt x="883" y="502"/>
                  </a:lnTo>
                  <a:lnTo>
                    <a:pt x="742" y="241"/>
                  </a:lnTo>
                  <a:lnTo>
                    <a:pt x="5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8556;p42">
              <a:extLst>
                <a:ext uri="{FF2B5EF4-FFF2-40B4-BE49-F238E27FC236}">
                  <a16:creationId xmlns:a16="http://schemas.microsoft.com/office/drawing/2014/main" id="{B6B83B6B-6722-F1FA-5860-A400E7E2EB4E}"/>
                </a:ext>
              </a:extLst>
            </p:cNvPr>
            <p:cNvSpPr/>
            <p:nvPr/>
          </p:nvSpPr>
          <p:spPr>
            <a:xfrm>
              <a:off x="11386900" y="4250713"/>
              <a:ext cx="338450" cy="153450"/>
            </a:xfrm>
            <a:custGeom>
              <a:avLst/>
              <a:gdLst/>
              <a:ahLst/>
              <a:cxnLst/>
              <a:rect l="l" t="t" r="r" b="b"/>
              <a:pathLst>
                <a:path w="13538" h="6138" extrusionOk="0">
                  <a:moveTo>
                    <a:pt x="13457" y="0"/>
                  </a:moveTo>
                  <a:lnTo>
                    <a:pt x="11853" y="542"/>
                  </a:lnTo>
                  <a:lnTo>
                    <a:pt x="10529" y="1003"/>
                  </a:lnTo>
                  <a:lnTo>
                    <a:pt x="9206" y="1485"/>
                  </a:lnTo>
                  <a:lnTo>
                    <a:pt x="8544" y="1745"/>
                  </a:lnTo>
                  <a:lnTo>
                    <a:pt x="7902" y="2006"/>
                  </a:lnTo>
                  <a:lnTo>
                    <a:pt x="7261" y="2287"/>
                  </a:lnTo>
                  <a:lnTo>
                    <a:pt x="6619" y="2588"/>
                  </a:lnTo>
                  <a:lnTo>
                    <a:pt x="5977" y="2928"/>
                  </a:lnTo>
                  <a:lnTo>
                    <a:pt x="6278" y="2928"/>
                  </a:lnTo>
                  <a:lnTo>
                    <a:pt x="6579" y="2948"/>
                  </a:lnTo>
                  <a:lnTo>
                    <a:pt x="7120" y="3009"/>
                  </a:lnTo>
                  <a:lnTo>
                    <a:pt x="7722" y="2728"/>
                  </a:lnTo>
                  <a:lnTo>
                    <a:pt x="8404" y="2407"/>
                  </a:lnTo>
                  <a:lnTo>
                    <a:pt x="9928" y="1725"/>
                  </a:lnTo>
                  <a:lnTo>
                    <a:pt x="11653" y="983"/>
                  </a:lnTo>
                  <a:lnTo>
                    <a:pt x="13538" y="201"/>
                  </a:lnTo>
                  <a:lnTo>
                    <a:pt x="13457" y="0"/>
                  </a:lnTo>
                  <a:close/>
                  <a:moveTo>
                    <a:pt x="1324" y="3009"/>
                  </a:moveTo>
                  <a:lnTo>
                    <a:pt x="984" y="3229"/>
                  </a:lnTo>
                  <a:lnTo>
                    <a:pt x="643" y="3470"/>
                  </a:lnTo>
                  <a:lnTo>
                    <a:pt x="482" y="3610"/>
                  </a:lnTo>
                  <a:lnTo>
                    <a:pt x="342" y="3751"/>
                  </a:lnTo>
                  <a:lnTo>
                    <a:pt x="221" y="3891"/>
                  </a:lnTo>
                  <a:lnTo>
                    <a:pt x="141" y="4051"/>
                  </a:lnTo>
                  <a:lnTo>
                    <a:pt x="81" y="4192"/>
                  </a:lnTo>
                  <a:lnTo>
                    <a:pt x="41" y="4332"/>
                  </a:lnTo>
                  <a:lnTo>
                    <a:pt x="21" y="4473"/>
                  </a:lnTo>
                  <a:lnTo>
                    <a:pt x="1" y="4613"/>
                  </a:lnTo>
                  <a:lnTo>
                    <a:pt x="21" y="4733"/>
                  </a:lnTo>
                  <a:lnTo>
                    <a:pt x="41" y="4854"/>
                  </a:lnTo>
                  <a:lnTo>
                    <a:pt x="61" y="4994"/>
                  </a:lnTo>
                  <a:lnTo>
                    <a:pt x="101" y="5114"/>
                  </a:lnTo>
                  <a:lnTo>
                    <a:pt x="242" y="5335"/>
                  </a:lnTo>
                  <a:lnTo>
                    <a:pt x="402" y="5556"/>
                  </a:lnTo>
                  <a:lnTo>
                    <a:pt x="582" y="5736"/>
                  </a:lnTo>
                  <a:lnTo>
                    <a:pt x="803" y="5897"/>
                  </a:lnTo>
                  <a:lnTo>
                    <a:pt x="1044" y="6017"/>
                  </a:lnTo>
                  <a:lnTo>
                    <a:pt x="1304" y="6077"/>
                  </a:lnTo>
                  <a:lnTo>
                    <a:pt x="1525" y="6117"/>
                  </a:lnTo>
                  <a:lnTo>
                    <a:pt x="1766" y="6137"/>
                  </a:lnTo>
                  <a:lnTo>
                    <a:pt x="2006" y="6117"/>
                  </a:lnTo>
                  <a:lnTo>
                    <a:pt x="2247" y="6077"/>
                  </a:lnTo>
                  <a:lnTo>
                    <a:pt x="2468" y="6017"/>
                  </a:lnTo>
                  <a:lnTo>
                    <a:pt x="2708" y="5937"/>
                  </a:lnTo>
                  <a:lnTo>
                    <a:pt x="2949" y="5856"/>
                  </a:lnTo>
                  <a:lnTo>
                    <a:pt x="3169" y="5736"/>
                  </a:lnTo>
                  <a:lnTo>
                    <a:pt x="3410" y="5616"/>
                  </a:lnTo>
                  <a:lnTo>
                    <a:pt x="3631" y="5475"/>
                  </a:lnTo>
                  <a:lnTo>
                    <a:pt x="3490" y="5255"/>
                  </a:lnTo>
                  <a:lnTo>
                    <a:pt x="3390" y="5014"/>
                  </a:lnTo>
                  <a:lnTo>
                    <a:pt x="3310" y="4753"/>
                  </a:lnTo>
                  <a:lnTo>
                    <a:pt x="3290" y="4513"/>
                  </a:lnTo>
                  <a:lnTo>
                    <a:pt x="3290" y="4433"/>
                  </a:lnTo>
                  <a:lnTo>
                    <a:pt x="2989" y="4553"/>
                  </a:lnTo>
                  <a:lnTo>
                    <a:pt x="2648" y="4653"/>
                  </a:lnTo>
                  <a:lnTo>
                    <a:pt x="2327" y="4733"/>
                  </a:lnTo>
                  <a:lnTo>
                    <a:pt x="2167" y="4753"/>
                  </a:lnTo>
                  <a:lnTo>
                    <a:pt x="1866" y="4753"/>
                  </a:lnTo>
                  <a:lnTo>
                    <a:pt x="1746" y="4733"/>
                  </a:lnTo>
                  <a:lnTo>
                    <a:pt x="1625" y="4693"/>
                  </a:lnTo>
                  <a:lnTo>
                    <a:pt x="1505" y="4653"/>
                  </a:lnTo>
                  <a:lnTo>
                    <a:pt x="1405" y="4593"/>
                  </a:lnTo>
                  <a:lnTo>
                    <a:pt x="1304" y="4513"/>
                  </a:lnTo>
                  <a:lnTo>
                    <a:pt x="1204" y="4433"/>
                  </a:lnTo>
                  <a:lnTo>
                    <a:pt x="1124" y="4312"/>
                  </a:lnTo>
                  <a:lnTo>
                    <a:pt x="1044" y="4112"/>
                  </a:lnTo>
                  <a:lnTo>
                    <a:pt x="984" y="3931"/>
                  </a:lnTo>
                  <a:lnTo>
                    <a:pt x="984" y="3771"/>
                  </a:lnTo>
                  <a:lnTo>
                    <a:pt x="1004" y="3610"/>
                  </a:lnTo>
                  <a:lnTo>
                    <a:pt x="1044" y="3470"/>
                  </a:lnTo>
                  <a:lnTo>
                    <a:pt x="1124" y="3309"/>
                  </a:lnTo>
                  <a:lnTo>
                    <a:pt x="1324" y="3009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42">
              <a:extLst>
                <a:ext uri="{FF2B5EF4-FFF2-40B4-BE49-F238E27FC236}">
                  <a16:creationId xmlns:a16="http://schemas.microsoft.com/office/drawing/2014/main" id="{9CA39E49-1D0F-A143-8BF2-49090E271B3D}"/>
                </a:ext>
              </a:extLst>
            </p:cNvPr>
            <p:cNvSpPr/>
            <p:nvPr/>
          </p:nvSpPr>
          <p:spPr>
            <a:xfrm>
              <a:off x="11386900" y="4325913"/>
              <a:ext cx="90775" cy="78250"/>
            </a:xfrm>
            <a:custGeom>
              <a:avLst/>
              <a:gdLst/>
              <a:ahLst/>
              <a:cxnLst/>
              <a:rect l="l" t="t" r="r" b="b"/>
              <a:pathLst>
                <a:path w="3631" h="3130" fill="none" extrusionOk="0">
                  <a:moveTo>
                    <a:pt x="1324" y="1"/>
                  </a:moveTo>
                  <a:lnTo>
                    <a:pt x="1324" y="1"/>
                  </a:lnTo>
                  <a:lnTo>
                    <a:pt x="984" y="221"/>
                  </a:lnTo>
                  <a:lnTo>
                    <a:pt x="643" y="462"/>
                  </a:lnTo>
                  <a:lnTo>
                    <a:pt x="482" y="602"/>
                  </a:lnTo>
                  <a:lnTo>
                    <a:pt x="342" y="743"/>
                  </a:lnTo>
                  <a:lnTo>
                    <a:pt x="221" y="883"/>
                  </a:lnTo>
                  <a:lnTo>
                    <a:pt x="141" y="1043"/>
                  </a:lnTo>
                  <a:lnTo>
                    <a:pt x="141" y="1043"/>
                  </a:lnTo>
                  <a:lnTo>
                    <a:pt x="81" y="1184"/>
                  </a:lnTo>
                  <a:lnTo>
                    <a:pt x="41" y="1324"/>
                  </a:lnTo>
                  <a:lnTo>
                    <a:pt x="21" y="1465"/>
                  </a:lnTo>
                  <a:lnTo>
                    <a:pt x="1" y="1605"/>
                  </a:lnTo>
                  <a:lnTo>
                    <a:pt x="1" y="1605"/>
                  </a:lnTo>
                  <a:lnTo>
                    <a:pt x="21" y="1725"/>
                  </a:lnTo>
                  <a:lnTo>
                    <a:pt x="41" y="1846"/>
                  </a:lnTo>
                  <a:lnTo>
                    <a:pt x="61" y="1986"/>
                  </a:lnTo>
                  <a:lnTo>
                    <a:pt x="101" y="2106"/>
                  </a:lnTo>
                  <a:lnTo>
                    <a:pt x="242" y="2327"/>
                  </a:lnTo>
                  <a:lnTo>
                    <a:pt x="402" y="2548"/>
                  </a:lnTo>
                  <a:lnTo>
                    <a:pt x="582" y="2728"/>
                  </a:lnTo>
                  <a:lnTo>
                    <a:pt x="803" y="2889"/>
                  </a:lnTo>
                  <a:lnTo>
                    <a:pt x="1044" y="3009"/>
                  </a:lnTo>
                  <a:lnTo>
                    <a:pt x="1304" y="3069"/>
                  </a:lnTo>
                  <a:lnTo>
                    <a:pt x="1304" y="3069"/>
                  </a:lnTo>
                  <a:lnTo>
                    <a:pt x="1525" y="3109"/>
                  </a:lnTo>
                  <a:lnTo>
                    <a:pt x="1766" y="3129"/>
                  </a:lnTo>
                  <a:lnTo>
                    <a:pt x="1766" y="3129"/>
                  </a:lnTo>
                  <a:lnTo>
                    <a:pt x="2006" y="3109"/>
                  </a:lnTo>
                  <a:lnTo>
                    <a:pt x="2247" y="3069"/>
                  </a:lnTo>
                  <a:lnTo>
                    <a:pt x="2468" y="3009"/>
                  </a:lnTo>
                  <a:lnTo>
                    <a:pt x="2708" y="2929"/>
                  </a:lnTo>
                  <a:lnTo>
                    <a:pt x="2949" y="2848"/>
                  </a:lnTo>
                  <a:lnTo>
                    <a:pt x="3169" y="2728"/>
                  </a:lnTo>
                  <a:lnTo>
                    <a:pt x="3410" y="2608"/>
                  </a:lnTo>
                  <a:lnTo>
                    <a:pt x="3631" y="2467"/>
                  </a:lnTo>
                  <a:lnTo>
                    <a:pt x="3631" y="2467"/>
                  </a:lnTo>
                  <a:lnTo>
                    <a:pt x="3490" y="2247"/>
                  </a:lnTo>
                  <a:lnTo>
                    <a:pt x="3390" y="2006"/>
                  </a:lnTo>
                  <a:lnTo>
                    <a:pt x="3310" y="1745"/>
                  </a:lnTo>
                  <a:lnTo>
                    <a:pt x="3290" y="1505"/>
                  </a:lnTo>
                  <a:lnTo>
                    <a:pt x="3290" y="1505"/>
                  </a:lnTo>
                  <a:lnTo>
                    <a:pt x="3290" y="1425"/>
                  </a:lnTo>
                  <a:lnTo>
                    <a:pt x="3290" y="1425"/>
                  </a:lnTo>
                  <a:lnTo>
                    <a:pt x="2989" y="1545"/>
                  </a:lnTo>
                  <a:lnTo>
                    <a:pt x="2648" y="1645"/>
                  </a:lnTo>
                  <a:lnTo>
                    <a:pt x="2327" y="1725"/>
                  </a:lnTo>
                  <a:lnTo>
                    <a:pt x="2167" y="1745"/>
                  </a:lnTo>
                  <a:lnTo>
                    <a:pt x="2006" y="1745"/>
                  </a:lnTo>
                  <a:lnTo>
                    <a:pt x="2006" y="1745"/>
                  </a:lnTo>
                  <a:lnTo>
                    <a:pt x="1866" y="1745"/>
                  </a:lnTo>
                  <a:lnTo>
                    <a:pt x="1746" y="1725"/>
                  </a:lnTo>
                  <a:lnTo>
                    <a:pt x="1625" y="1685"/>
                  </a:lnTo>
                  <a:lnTo>
                    <a:pt x="1505" y="1645"/>
                  </a:lnTo>
                  <a:lnTo>
                    <a:pt x="1405" y="1585"/>
                  </a:lnTo>
                  <a:lnTo>
                    <a:pt x="1304" y="1505"/>
                  </a:lnTo>
                  <a:lnTo>
                    <a:pt x="1204" y="1425"/>
                  </a:lnTo>
                  <a:lnTo>
                    <a:pt x="1124" y="1304"/>
                  </a:lnTo>
                  <a:lnTo>
                    <a:pt x="1124" y="1304"/>
                  </a:lnTo>
                  <a:lnTo>
                    <a:pt x="1044" y="1104"/>
                  </a:lnTo>
                  <a:lnTo>
                    <a:pt x="984" y="923"/>
                  </a:lnTo>
                  <a:lnTo>
                    <a:pt x="984" y="763"/>
                  </a:lnTo>
                  <a:lnTo>
                    <a:pt x="1004" y="602"/>
                  </a:lnTo>
                  <a:lnTo>
                    <a:pt x="1044" y="462"/>
                  </a:lnTo>
                  <a:lnTo>
                    <a:pt x="1124" y="301"/>
                  </a:lnTo>
                  <a:lnTo>
                    <a:pt x="132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42">
              <a:extLst>
                <a:ext uri="{FF2B5EF4-FFF2-40B4-BE49-F238E27FC236}">
                  <a16:creationId xmlns:a16="http://schemas.microsoft.com/office/drawing/2014/main" id="{A8A10CDF-42FB-B15D-973E-0679FFA2E4A5}"/>
                </a:ext>
              </a:extLst>
            </p:cNvPr>
            <p:cNvSpPr/>
            <p:nvPr/>
          </p:nvSpPr>
          <p:spPr>
            <a:xfrm>
              <a:off x="11723325" y="4218613"/>
              <a:ext cx="96775" cy="37150"/>
            </a:xfrm>
            <a:custGeom>
              <a:avLst/>
              <a:gdLst/>
              <a:ahLst/>
              <a:cxnLst/>
              <a:rect l="l" t="t" r="r" b="b"/>
              <a:pathLst>
                <a:path w="3871" h="1486" extrusionOk="0">
                  <a:moveTo>
                    <a:pt x="3871" y="1"/>
                  </a:moveTo>
                  <a:lnTo>
                    <a:pt x="1926" y="643"/>
                  </a:lnTo>
                  <a:lnTo>
                    <a:pt x="0" y="1284"/>
                  </a:lnTo>
                  <a:lnTo>
                    <a:pt x="81" y="1485"/>
                  </a:lnTo>
                  <a:lnTo>
                    <a:pt x="1966" y="743"/>
                  </a:lnTo>
                  <a:lnTo>
                    <a:pt x="387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42">
              <a:extLst>
                <a:ext uri="{FF2B5EF4-FFF2-40B4-BE49-F238E27FC236}">
                  <a16:creationId xmlns:a16="http://schemas.microsoft.com/office/drawing/2014/main" id="{0A4C7720-552D-0C3F-5B25-0A9801D773E7}"/>
                </a:ext>
              </a:extLst>
            </p:cNvPr>
            <p:cNvSpPr/>
            <p:nvPr/>
          </p:nvSpPr>
          <p:spPr>
            <a:xfrm>
              <a:off x="11948925" y="4314888"/>
              <a:ext cx="19600" cy="30100"/>
            </a:xfrm>
            <a:custGeom>
              <a:avLst/>
              <a:gdLst/>
              <a:ahLst/>
              <a:cxnLst/>
              <a:rect l="l" t="t" r="r" b="b"/>
              <a:pathLst>
                <a:path w="784" h="1204" extrusionOk="0">
                  <a:moveTo>
                    <a:pt x="623" y="0"/>
                  </a:moveTo>
                  <a:lnTo>
                    <a:pt x="1" y="61"/>
                  </a:lnTo>
                  <a:lnTo>
                    <a:pt x="81" y="321"/>
                  </a:lnTo>
                  <a:lnTo>
                    <a:pt x="121" y="602"/>
                  </a:lnTo>
                  <a:lnTo>
                    <a:pt x="141" y="903"/>
                  </a:lnTo>
                  <a:lnTo>
                    <a:pt x="141" y="1204"/>
                  </a:lnTo>
                  <a:lnTo>
                    <a:pt x="783" y="1164"/>
                  </a:lnTo>
                  <a:lnTo>
                    <a:pt x="783" y="863"/>
                  </a:lnTo>
                  <a:lnTo>
                    <a:pt x="743" y="562"/>
                  </a:lnTo>
                  <a:lnTo>
                    <a:pt x="703" y="281"/>
                  </a:lnTo>
                  <a:lnTo>
                    <a:pt x="623" y="0"/>
                  </a:lnTo>
                  <a:close/>
                </a:path>
              </a:pathLst>
            </a:custGeom>
            <a:solidFill>
              <a:srgbClr val="CC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42">
              <a:extLst>
                <a:ext uri="{FF2B5EF4-FFF2-40B4-BE49-F238E27FC236}">
                  <a16:creationId xmlns:a16="http://schemas.microsoft.com/office/drawing/2014/main" id="{CD701270-4612-081B-849D-0BAD69D71F5B}"/>
                </a:ext>
              </a:extLst>
            </p:cNvPr>
            <p:cNvSpPr/>
            <p:nvPr/>
          </p:nvSpPr>
          <p:spPr>
            <a:xfrm>
              <a:off x="11948925" y="4314888"/>
              <a:ext cx="19600" cy="30100"/>
            </a:xfrm>
            <a:custGeom>
              <a:avLst/>
              <a:gdLst/>
              <a:ahLst/>
              <a:cxnLst/>
              <a:rect l="l" t="t" r="r" b="b"/>
              <a:pathLst>
                <a:path w="784" h="1204" fill="none" extrusionOk="0">
                  <a:moveTo>
                    <a:pt x="783" y="1164"/>
                  </a:moveTo>
                  <a:lnTo>
                    <a:pt x="783" y="1164"/>
                  </a:lnTo>
                  <a:lnTo>
                    <a:pt x="141" y="1204"/>
                  </a:lnTo>
                  <a:lnTo>
                    <a:pt x="141" y="1204"/>
                  </a:lnTo>
                  <a:lnTo>
                    <a:pt x="141" y="903"/>
                  </a:lnTo>
                  <a:lnTo>
                    <a:pt x="121" y="602"/>
                  </a:lnTo>
                  <a:lnTo>
                    <a:pt x="81" y="321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623" y="0"/>
                  </a:lnTo>
                  <a:lnTo>
                    <a:pt x="623" y="0"/>
                  </a:lnTo>
                  <a:lnTo>
                    <a:pt x="703" y="281"/>
                  </a:lnTo>
                  <a:lnTo>
                    <a:pt x="743" y="562"/>
                  </a:lnTo>
                  <a:lnTo>
                    <a:pt x="783" y="863"/>
                  </a:lnTo>
                  <a:lnTo>
                    <a:pt x="783" y="11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42">
              <a:extLst>
                <a:ext uri="{FF2B5EF4-FFF2-40B4-BE49-F238E27FC236}">
                  <a16:creationId xmlns:a16="http://schemas.microsoft.com/office/drawing/2014/main" id="{B460FF2F-244A-25C2-0703-9197160F37E2}"/>
                </a:ext>
              </a:extLst>
            </p:cNvPr>
            <p:cNvSpPr/>
            <p:nvPr/>
          </p:nvSpPr>
          <p:spPr>
            <a:xfrm>
              <a:off x="11469125" y="4302863"/>
              <a:ext cx="777150" cy="103300"/>
            </a:xfrm>
            <a:custGeom>
              <a:avLst/>
              <a:gdLst/>
              <a:ahLst/>
              <a:cxnLst/>
              <a:rect l="l" t="t" r="r" b="b"/>
              <a:pathLst>
                <a:path w="31086" h="4132" extrusionOk="0">
                  <a:moveTo>
                    <a:pt x="29581" y="0"/>
                  </a:moveTo>
                  <a:lnTo>
                    <a:pt x="28478" y="20"/>
                  </a:lnTo>
                  <a:lnTo>
                    <a:pt x="27094" y="60"/>
                  </a:lnTo>
                  <a:lnTo>
                    <a:pt x="25510" y="141"/>
                  </a:lnTo>
                  <a:lnTo>
                    <a:pt x="23725" y="241"/>
                  </a:lnTo>
                  <a:lnTo>
                    <a:pt x="19815" y="481"/>
                  </a:lnTo>
                  <a:lnTo>
                    <a:pt x="19193" y="542"/>
                  </a:lnTo>
                  <a:lnTo>
                    <a:pt x="18150" y="602"/>
                  </a:lnTo>
                  <a:lnTo>
                    <a:pt x="13939" y="903"/>
                  </a:lnTo>
                  <a:lnTo>
                    <a:pt x="7000" y="1404"/>
                  </a:lnTo>
                  <a:lnTo>
                    <a:pt x="6659" y="1384"/>
                  </a:lnTo>
                  <a:lnTo>
                    <a:pt x="6318" y="1344"/>
                  </a:lnTo>
                  <a:lnTo>
                    <a:pt x="5676" y="1264"/>
                  </a:lnTo>
                  <a:lnTo>
                    <a:pt x="5055" y="1143"/>
                  </a:lnTo>
                  <a:lnTo>
                    <a:pt x="4453" y="1043"/>
                  </a:lnTo>
                  <a:lnTo>
                    <a:pt x="3851" y="943"/>
                  </a:lnTo>
                  <a:lnTo>
                    <a:pt x="3270" y="862"/>
                  </a:lnTo>
                  <a:lnTo>
                    <a:pt x="2969" y="842"/>
                  </a:lnTo>
                  <a:lnTo>
                    <a:pt x="2367" y="842"/>
                  </a:lnTo>
                  <a:lnTo>
                    <a:pt x="2046" y="883"/>
                  </a:lnTo>
                  <a:lnTo>
                    <a:pt x="1625" y="963"/>
                  </a:lnTo>
                  <a:lnTo>
                    <a:pt x="1405" y="1023"/>
                  </a:lnTo>
                  <a:lnTo>
                    <a:pt x="1164" y="1103"/>
                  </a:lnTo>
                  <a:lnTo>
                    <a:pt x="923" y="1183"/>
                  </a:lnTo>
                  <a:lnTo>
                    <a:pt x="703" y="1284"/>
                  </a:lnTo>
                  <a:lnTo>
                    <a:pt x="522" y="1404"/>
                  </a:lnTo>
                  <a:lnTo>
                    <a:pt x="362" y="1544"/>
                  </a:lnTo>
                  <a:lnTo>
                    <a:pt x="241" y="1665"/>
                  </a:lnTo>
                  <a:lnTo>
                    <a:pt x="161" y="1825"/>
                  </a:lnTo>
                  <a:lnTo>
                    <a:pt x="81" y="1965"/>
                  </a:lnTo>
                  <a:lnTo>
                    <a:pt x="41" y="2126"/>
                  </a:lnTo>
                  <a:lnTo>
                    <a:pt x="21" y="2286"/>
                  </a:lnTo>
                  <a:lnTo>
                    <a:pt x="1" y="2467"/>
                  </a:lnTo>
                  <a:lnTo>
                    <a:pt x="21" y="2627"/>
                  </a:lnTo>
                  <a:lnTo>
                    <a:pt x="61" y="2788"/>
                  </a:lnTo>
                  <a:lnTo>
                    <a:pt x="101" y="2948"/>
                  </a:lnTo>
                  <a:lnTo>
                    <a:pt x="161" y="3109"/>
                  </a:lnTo>
                  <a:lnTo>
                    <a:pt x="241" y="3249"/>
                  </a:lnTo>
                  <a:lnTo>
                    <a:pt x="342" y="3389"/>
                  </a:lnTo>
                  <a:lnTo>
                    <a:pt x="462" y="3530"/>
                  </a:lnTo>
                  <a:lnTo>
                    <a:pt x="582" y="3630"/>
                  </a:lnTo>
                  <a:lnTo>
                    <a:pt x="703" y="3750"/>
                  </a:lnTo>
                  <a:lnTo>
                    <a:pt x="843" y="3831"/>
                  </a:lnTo>
                  <a:lnTo>
                    <a:pt x="1004" y="3911"/>
                  </a:lnTo>
                  <a:lnTo>
                    <a:pt x="1164" y="3991"/>
                  </a:lnTo>
                  <a:lnTo>
                    <a:pt x="1324" y="4031"/>
                  </a:lnTo>
                  <a:lnTo>
                    <a:pt x="1485" y="4071"/>
                  </a:lnTo>
                  <a:lnTo>
                    <a:pt x="1826" y="4131"/>
                  </a:lnTo>
                  <a:lnTo>
                    <a:pt x="2167" y="4131"/>
                  </a:lnTo>
                  <a:lnTo>
                    <a:pt x="2528" y="4111"/>
                  </a:lnTo>
                  <a:lnTo>
                    <a:pt x="2869" y="4051"/>
                  </a:lnTo>
                  <a:lnTo>
                    <a:pt x="3230" y="3971"/>
                  </a:lnTo>
                  <a:lnTo>
                    <a:pt x="3591" y="3851"/>
                  </a:lnTo>
                  <a:lnTo>
                    <a:pt x="4313" y="3610"/>
                  </a:lnTo>
                  <a:lnTo>
                    <a:pt x="5034" y="3329"/>
                  </a:lnTo>
                  <a:lnTo>
                    <a:pt x="5696" y="3089"/>
                  </a:lnTo>
                  <a:lnTo>
                    <a:pt x="6017" y="2988"/>
                  </a:lnTo>
                  <a:lnTo>
                    <a:pt x="6318" y="2908"/>
                  </a:lnTo>
                  <a:lnTo>
                    <a:pt x="6940" y="2768"/>
                  </a:lnTo>
                  <a:lnTo>
                    <a:pt x="7702" y="2647"/>
                  </a:lnTo>
                  <a:lnTo>
                    <a:pt x="8584" y="2527"/>
                  </a:lnTo>
                  <a:lnTo>
                    <a:pt x="9567" y="2407"/>
                  </a:lnTo>
                  <a:lnTo>
                    <a:pt x="10650" y="2286"/>
                  </a:lnTo>
                  <a:lnTo>
                    <a:pt x="11813" y="2186"/>
                  </a:lnTo>
                  <a:lnTo>
                    <a:pt x="14300" y="1986"/>
                  </a:lnTo>
                  <a:lnTo>
                    <a:pt x="16305" y="1845"/>
                  </a:lnTo>
                  <a:lnTo>
                    <a:pt x="18351" y="1725"/>
                  </a:lnTo>
                  <a:lnTo>
                    <a:pt x="19333" y="1685"/>
                  </a:lnTo>
                  <a:lnTo>
                    <a:pt x="19975" y="1645"/>
                  </a:lnTo>
                  <a:lnTo>
                    <a:pt x="23846" y="1444"/>
                  </a:lnTo>
                  <a:lnTo>
                    <a:pt x="28217" y="1223"/>
                  </a:lnTo>
                  <a:lnTo>
                    <a:pt x="29581" y="1163"/>
                  </a:lnTo>
                  <a:lnTo>
                    <a:pt x="30022" y="1123"/>
                  </a:lnTo>
                  <a:lnTo>
                    <a:pt x="30263" y="1103"/>
                  </a:lnTo>
                  <a:lnTo>
                    <a:pt x="30363" y="1063"/>
                  </a:lnTo>
                  <a:lnTo>
                    <a:pt x="30484" y="1023"/>
                  </a:lnTo>
                  <a:lnTo>
                    <a:pt x="30684" y="903"/>
                  </a:lnTo>
                  <a:lnTo>
                    <a:pt x="30865" y="762"/>
                  </a:lnTo>
                  <a:lnTo>
                    <a:pt x="31005" y="622"/>
                  </a:lnTo>
                  <a:lnTo>
                    <a:pt x="31045" y="542"/>
                  </a:lnTo>
                  <a:lnTo>
                    <a:pt x="31085" y="461"/>
                  </a:lnTo>
                  <a:lnTo>
                    <a:pt x="31085" y="381"/>
                  </a:lnTo>
                  <a:lnTo>
                    <a:pt x="31085" y="301"/>
                  </a:lnTo>
                  <a:lnTo>
                    <a:pt x="31065" y="241"/>
                  </a:lnTo>
                  <a:lnTo>
                    <a:pt x="31005" y="181"/>
                  </a:lnTo>
                  <a:lnTo>
                    <a:pt x="30925" y="120"/>
                  </a:lnTo>
                  <a:lnTo>
                    <a:pt x="30825" y="80"/>
                  </a:lnTo>
                  <a:lnTo>
                    <a:pt x="30644" y="40"/>
                  </a:lnTo>
                  <a:lnTo>
                    <a:pt x="30383" y="20"/>
                  </a:lnTo>
                  <a:lnTo>
                    <a:pt x="295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42">
              <a:extLst>
                <a:ext uri="{FF2B5EF4-FFF2-40B4-BE49-F238E27FC236}">
                  <a16:creationId xmlns:a16="http://schemas.microsoft.com/office/drawing/2014/main" id="{5D69C21D-8B4E-ED27-75BF-51A6AC56CCE5}"/>
                </a:ext>
              </a:extLst>
            </p:cNvPr>
            <p:cNvSpPr/>
            <p:nvPr/>
          </p:nvSpPr>
          <p:spPr>
            <a:xfrm>
              <a:off x="11469125" y="4302863"/>
              <a:ext cx="777150" cy="103300"/>
            </a:xfrm>
            <a:custGeom>
              <a:avLst/>
              <a:gdLst/>
              <a:ahLst/>
              <a:cxnLst/>
              <a:rect l="l" t="t" r="r" b="b"/>
              <a:pathLst>
                <a:path w="31086" h="4132" fill="none" extrusionOk="0">
                  <a:moveTo>
                    <a:pt x="30263" y="1103"/>
                  </a:moveTo>
                  <a:lnTo>
                    <a:pt x="30263" y="1103"/>
                  </a:lnTo>
                  <a:lnTo>
                    <a:pt x="30022" y="1123"/>
                  </a:lnTo>
                  <a:lnTo>
                    <a:pt x="29581" y="1163"/>
                  </a:lnTo>
                  <a:lnTo>
                    <a:pt x="28217" y="1223"/>
                  </a:lnTo>
                  <a:lnTo>
                    <a:pt x="23846" y="1444"/>
                  </a:lnTo>
                  <a:lnTo>
                    <a:pt x="23846" y="1444"/>
                  </a:lnTo>
                  <a:lnTo>
                    <a:pt x="19975" y="1645"/>
                  </a:lnTo>
                  <a:lnTo>
                    <a:pt x="19975" y="1645"/>
                  </a:lnTo>
                  <a:lnTo>
                    <a:pt x="19333" y="1685"/>
                  </a:lnTo>
                  <a:lnTo>
                    <a:pt x="19333" y="1685"/>
                  </a:lnTo>
                  <a:lnTo>
                    <a:pt x="18351" y="1725"/>
                  </a:lnTo>
                  <a:lnTo>
                    <a:pt x="18351" y="1725"/>
                  </a:lnTo>
                  <a:lnTo>
                    <a:pt x="16305" y="1845"/>
                  </a:lnTo>
                  <a:lnTo>
                    <a:pt x="14300" y="1986"/>
                  </a:lnTo>
                  <a:lnTo>
                    <a:pt x="14300" y="1986"/>
                  </a:lnTo>
                  <a:lnTo>
                    <a:pt x="11813" y="2186"/>
                  </a:lnTo>
                  <a:lnTo>
                    <a:pt x="10650" y="2286"/>
                  </a:lnTo>
                  <a:lnTo>
                    <a:pt x="9567" y="2407"/>
                  </a:lnTo>
                  <a:lnTo>
                    <a:pt x="8584" y="2527"/>
                  </a:lnTo>
                  <a:lnTo>
                    <a:pt x="7702" y="2647"/>
                  </a:lnTo>
                  <a:lnTo>
                    <a:pt x="6940" y="2768"/>
                  </a:lnTo>
                  <a:lnTo>
                    <a:pt x="6318" y="2908"/>
                  </a:lnTo>
                  <a:lnTo>
                    <a:pt x="6318" y="2908"/>
                  </a:lnTo>
                  <a:lnTo>
                    <a:pt x="6017" y="2988"/>
                  </a:lnTo>
                  <a:lnTo>
                    <a:pt x="5696" y="3089"/>
                  </a:lnTo>
                  <a:lnTo>
                    <a:pt x="5034" y="3329"/>
                  </a:lnTo>
                  <a:lnTo>
                    <a:pt x="4313" y="3610"/>
                  </a:lnTo>
                  <a:lnTo>
                    <a:pt x="3591" y="3851"/>
                  </a:lnTo>
                  <a:lnTo>
                    <a:pt x="3230" y="3971"/>
                  </a:lnTo>
                  <a:lnTo>
                    <a:pt x="2869" y="4051"/>
                  </a:lnTo>
                  <a:lnTo>
                    <a:pt x="2528" y="4111"/>
                  </a:lnTo>
                  <a:lnTo>
                    <a:pt x="2167" y="4131"/>
                  </a:lnTo>
                  <a:lnTo>
                    <a:pt x="1826" y="4131"/>
                  </a:lnTo>
                  <a:lnTo>
                    <a:pt x="1485" y="4071"/>
                  </a:lnTo>
                  <a:lnTo>
                    <a:pt x="1324" y="4031"/>
                  </a:lnTo>
                  <a:lnTo>
                    <a:pt x="1164" y="3991"/>
                  </a:lnTo>
                  <a:lnTo>
                    <a:pt x="1004" y="3911"/>
                  </a:lnTo>
                  <a:lnTo>
                    <a:pt x="843" y="3831"/>
                  </a:lnTo>
                  <a:lnTo>
                    <a:pt x="843" y="3831"/>
                  </a:lnTo>
                  <a:lnTo>
                    <a:pt x="703" y="3750"/>
                  </a:lnTo>
                  <a:lnTo>
                    <a:pt x="582" y="3630"/>
                  </a:lnTo>
                  <a:lnTo>
                    <a:pt x="462" y="3530"/>
                  </a:lnTo>
                  <a:lnTo>
                    <a:pt x="342" y="3389"/>
                  </a:lnTo>
                  <a:lnTo>
                    <a:pt x="241" y="3249"/>
                  </a:lnTo>
                  <a:lnTo>
                    <a:pt x="161" y="3109"/>
                  </a:lnTo>
                  <a:lnTo>
                    <a:pt x="101" y="2948"/>
                  </a:lnTo>
                  <a:lnTo>
                    <a:pt x="61" y="2788"/>
                  </a:lnTo>
                  <a:lnTo>
                    <a:pt x="21" y="2627"/>
                  </a:lnTo>
                  <a:lnTo>
                    <a:pt x="1" y="2467"/>
                  </a:lnTo>
                  <a:lnTo>
                    <a:pt x="21" y="2286"/>
                  </a:lnTo>
                  <a:lnTo>
                    <a:pt x="41" y="2126"/>
                  </a:lnTo>
                  <a:lnTo>
                    <a:pt x="81" y="1965"/>
                  </a:lnTo>
                  <a:lnTo>
                    <a:pt x="161" y="1825"/>
                  </a:lnTo>
                  <a:lnTo>
                    <a:pt x="241" y="1665"/>
                  </a:lnTo>
                  <a:lnTo>
                    <a:pt x="362" y="1544"/>
                  </a:lnTo>
                  <a:lnTo>
                    <a:pt x="362" y="1544"/>
                  </a:lnTo>
                  <a:lnTo>
                    <a:pt x="522" y="1404"/>
                  </a:lnTo>
                  <a:lnTo>
                    <a:pt x="703" y="1284"/>
                  </a:lnTo>
                  <a:lnTo>
                    <a:pt x="923" y="1183"/>
                  </a:lnTo>
                  <a:lnTo>
                    <a:pt x="1164" y="1103"/>
                  </a:lnTo>
                  <a:lnTo>
                    <a:pt x="1405" y="1023"/>
                  </a:lnTo>
                  <a:lnTo>
                    <a:pt x="1625" y="963"/>
                  </a:lnTo>
                  <a:lnTo>
                    <a:pt x="2046" y="883"/>
                  </a:lnTo>
                  <a:lnTo>
                    <a:pt x="2046" y="883"/>
                  </a:lnTo>
                  <a:lnTo>
                    <a:pt x="2046" y="883"/>
                  </a:lnTo>
                  <a:lnTo>
                    <a:pt x="2367" y="842"/>
                  </a:lnTo>
                  <a:lnTo>
                    <a:pt x="2668" y="842"/>
                  </a:lnTo>
                  <a:lnTo>
                    <a:pt x="2969" y="842"/>
                  </a:lnTo>
                  <a:lnTo>
                    <a:pt x="3270" y="862"/>
                  </a:lnTo>
                  <a:lnTo>
                    <a:pt x="3851" y="943"/>
                  </a:lnTo>
                  <a:lnTo>
                    <a:pt x="4453" y="1043"/>
                  </a:lnTo>
                  <a:lnTo>
                    <a:pt x="5055" y="1143"/>
                  </a:lnTo>
                  <a:lnTo>
                    <a:pt x="5676" y="1264"/>
                  </a:lnTo>
                  <a:lnTo>
                    <a:pt x="6318" y="1344"/>
                  </a:lnTo>
                  <a:lnTo>
                    <a:pt x="6659" y="1384"/>
                  </a:lnTo>
                  <a:lnTo>
                    <a:pt x="7000" y="1404"/>
                  </a:lnTo>
                  <a:lnTo>
                    <a:pt x="7000" y="1404"/>
                  </a:lnTo>
                  <a:lnTo>
                    <a:pt x="13939" y="903"/>
                  </a:lnTo>
                  <a:lnTo>
                    <a:pt x="13939" y="903"/>
                  </a:lnTo>
                  <a:lnTo>
                    <a:pt x="18150" y="602"/>
                  </a:lnTo>
                  <a:lnTo>
                    <a:pt x="18150" y="602"/>
                  </a:lnTo>
                  <a:lnTo>
                    <a:pt x="19193" y="542"/>
                  </a:lnTo>
                  <a:lnTo>
                    <a:pt x="19193" y="542"/>
                  </a:lnTo>
                  <a:lnTo>
                    <a:pt x="19815" y="481"/>
                  </a:lnTo>
                  <a:lnTo>
                    <a:pt x="19815" y="481"/>
                  </a:lnTo>
                  <a:lnTo>
                    <a:pt x="23725" y="241"/>
                  </a:lnTo>
                  <a:lnTo>
                    <a:pt x="25510" y="141"/>
                  </a:lnTo>
                  <a:lnTo>
                    <a:pt x="27094" y="60"/>
                  </a:lnTo>
                  <a:lnTo>
                    <a:pt x="28478" y="20"/>
                  </a:lnTo>
                  <a:lnTo>
                    <a:pt x="29581" y="0"/>
                  </a:lnTo>
                  <a:lnTo>
                    <a:pt x="30383" y="20"/>
                  </a:lnTo>
                  <a:lnTo>
                    <a:pt x="30644" y="40"/>
                  </a:lnTo>
                  <a:lnTo>
                    <a:pt x="30825" y="80"/>
                  </a:lnTo>
                  <a:lnTo>
                    <a:pt x="30825" y="80"/>
                  </a:lnTo>
                  <a:lnTo>
                    <a:pt x="30925" y="120"/>
                  </a:lnTo>
                  <a:lnTo>
                    <a:pt x="31005" y="181"/>
                  </a:lnTo>
                  <a:lnTo>
                    <a:pt x="31065" y="241"/>
                  </a:lnTo>
                  <a:lnTo>
                    <a:pt x="31085" y="301"/>
                  </a:lnTo>
                  <a:lnTo>
                    <a:pt x="31085" y="381"/>
                  </a:lnTo>
                  <a:lnTo>
                    <a:pt x="31085" y="461"/>
                  </a:lnTo>
                  <a:lnTo>
                    <a:pt x="31045" y="542"/>
                  </a:lnTo>
                  <a:lnTo>
                    <a:pt x="31005" y="622"/>
                  </a:lnTo>
                  <a:lnTo>
                    <a:pt x="30865" y="762"/>
                  </a:lnTo>
                  <a:lnTo>
                    <a:pt x="30684" y="903"/>
                  </a:lnTo>
                  <a:lnTo>
                    <a:pt x="30484" y="1023"/>
                  </a:lnTo>
                  <a:lnTo>
                    <a:pt x="30363" y="1063"/>
                  </a:lnTo>
                  <a:lnTo>
                    <a:pt x="30263" y="11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42">
              <a:extLst>
                <a:ext uri="{FF2B5EF4-FFF2-40B4-BE49-F238E27FC236}">
                  <a16:creationId xmlns:a16="http://schemas.microsoft.com/office/drawing/2014/main" id="{DE888AE2-3397-AE97-828E-0F604DBB5E4F}"/>
                </a:ext>
              </a:extLst>
            </p:cNvPr>
            <p:cNvSpPr/>
            <p:nvPr/>
          </p:nvSpPr>
          <p:spPr>
            <a:xfrm>
              <a:off x="11817575" y="4317888"/>
              <a:ext cx="110325" cy="34625"/>
            </a:xfrm>
            <a:custGeom>
              <a:avLst/>
              <a:gdLst/>
              <a:ahLst/>
              <a:cxnLst/>
              <a:rect l="l" t="t" r="r" b="b"/>
              <a:pathLst>
                <a:path w="4413" h="1385" extrusionOk="0">
                  <a:moveTo>
                    <a:pt x="4212" y="1"/>
                  </a:moveTo>
                  <a:lnTo>
                    <a:pt x="1" y="302"/>
                  </a:lnTo>
                  <a:lnTo>
                    <a:pt x="121" y="482"/>
                  </a:lnTo>
                  <a:lnTo>
                    <a:pt x="201" y="663"/>
                  </a:lnTo>
                  <a:lnTo>
                    <a:pt x="281" y="863"/>
                  </a:lnTo>
                  <a:lnTo>
                    <a:pt x="342" y="1084"/>
                  </a:lnTo>
                  <a:lnTo>
                    <a:pt x="362" y="1224"/>
                  </a:lnTo>
                  <a:lnTo>
                    <a:pt x="362" y="1385"/>
                  </a:lnTo>
                  <a:lnTo>
                    <a:pt x="2367" y="1244"/>
                  </a:lnTo>
                  <a:lnTo>
                    <a:pt x="4413" y="1124"/>
                  </a:lnTo>
                  <a:lnTo>
                    <a:pt x="4413" y="843"/>
                  </a:lnTo>
                  <a:lnTo>
                    <a:pt x="4373" y="542"/>
                  </a:lnTo>
                  <a:lnTo>
                    <a:pt x="4292" y="261"/>
                  </a:lnTo>
                  <a:lnTo>
                    <a:pt x="42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42">
              <a:extLst>
                <a:ext uri="{FF2B5EF4-FFF2-40B4-BE49-F238E27FC236}">
                  <a16:creationId xmlns:a16="http://schemas.microsoft.com/office/drawing/2014/main" id="{5CE6E591-41FE-7E24-8C0B-19CBF4297D01}"/>
                </a:ext>
              </a:extLst>
            </p:cNvPr>
            <p:cNvSpPr/>
            <p:nvPr/>
          </p:nvSpPr>
          <p:spPr>
            <a:xfrm>
              <a:off x="11817575" y="4317888"/>
              <a:ext cx="110325" cy="34625"/>
            </a:xfrm>
            <a:custGeom>
              <a:avLst/>
              <a:gdLst/>
              <a:ahLst/>
              <a:cxnLst/>
              <a:rect l="l" t="t" r="r" b="b"/>
              <a:pathLst>
                <a:path w="4413" h="1385" fill="none" extrusionOk="0">
                  <a:moveTo>
                    <a:pt x="4413" y="1124"/>
                  </a:moveTo>
                  <a:lnTo>
                    <a:pt x="4413" y="1124"/>
                  </a:lnTo>
                  <a:lnTo>
                    <a:pt x="2367" y="1244"/>
                  </a:lnTo>
                  <a:lnTo>
                    <a:pt x="362" y="1385"/>
                  </a:lnTo>
                  <a:lnTo>
                    <a:pt x="362" y="1385"/>
                  </a:lnTo>
                  <a:lnTo>
                    <a:pt x="362" y="1224"/>
                  </a:lnTo>
                  <a:lnTo>
                    <a:pt x="342" y="1084"/>
                  </a:lnTo>
                  <a:lnTo>
                    <a:pt x="342" y="1084"/>
                  </a:lnTo>
                  <a:lnTo>
                    <a:pt x="281" y="863"/>
                  </a:lnTo>
                  <a:lnTo>
                    <a:pt x="201" y="663"/>
                  </a:lnTo>
                  <a:lnTo>
                    <a:pt x="121" y="482"/>
                  </a:lnTo>
                  <a:lnTo>
                    <a:pt x="1" y="302"/>
                  </a:lnTo>
                  <a:lnTo>
                    <a:pt x="1" y="302"/>
                  </a:lnTo>
                  <a:lnTo>
                    <a:pt x="4212" y="1"/>
                  </a:lnTo>
                  <a:lnTo>
                    <a:pt x="4212" y="1"/>
                  </a:lnTo>
                  <a:lnTo>
                    <a:pt x="4292" y="261"/>
                  </a:lnTo>
                  <a:lnTo>
                    <a:pt x="4373" y="542"/>
                  </a:lnTo>
                  <a:lnTo>
                    <a:pt x="4413" y="843"/>
                  </a:lnTo>
                  <a:lnTo>
                    <a:pt x="4413" y="112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42">
              <a:extLst>
                <a:ext uri="{FF2B5EF4-FFF2-40B4-BE49-F238E27FC236}">
                  <a16:creationId xmlns:a16="http://schemas.microsoft.com/office/drawing/2014/main" id="{A337D04E-B47E-E59D-0B29-0BED8A088FB9}"/>
                </a:ext>
              </a:extLst>
            </p:cNvPr>
            <p:cNvSpPr/>
            <p:nvPr/>
          </p:nvSpPr>
          <p:spPr>
            <a:xfrm>
              <a:off x="11469125" y="4324913"/>
              <a:ext cx="596150" cy="81250"/>
            </a:xfrm>
            <a:custGeom>
              <a:avLst/>
              <a:gdLst/>
              <a:ahLst/>
              <a:cxnLst/>
              <a:rect l="l" t="t" r="r" b="b"/>
              <a:pathLst>
                <a:path w="23846" h="3250" extrusionOk="0">
                  <a:moveTo>
                    <a:pt x="2026" y="1"/>
                  </a:moveTo>
                  <a:lnTo>
                    <a:pt x="2018" y="6"/>
                  </a:lnTo>
                  <a:lnTo>
                    <a:pt x="2018" y="6"/>
                  </a:lnTo>
                  <a:lnTo>
                    <a:pt x="2046" y="1"/>
                  </a:lnTo>
                  <a:close/>
                  <a:moveTo>
                    <a:pt x="21259" y="482"/>
                  </a:moveTo>
                  <a:lnTo>
                    <a:pt x="19795" y="502"/>
                  </a:lnTo>
                  <a:lnTo>
                    <a:pt x="18351" y="542"/>
                  </a:lnTo>
                  <a:lnTo>
                    <a:pt x="18351" y="843"/>
                  </a:lnTo>
                  <a:lnTo>
                    <a:pt x="19333" y="803"/>
                  </a:lnTo>
                  <a:lnTo>
                    <a:pt x="19975" y="763"/>
                  </a:lnTo>
                  <a:lnTo>
                    <a:pt x="23846" y="562"/>
                  </a:lnTo>
                  <a:lnTo>
                    <a:pt x="23204" y="522"/>
                  </a:lnTo>
                  <a:lnTo>
                    <a:pt x="22562" y="502"/>
                  </a:lnTo>
                  <a:lnTo>
                    <a:pt x="21259" y="482"/>
                  </a:lnTo>
                  <a:close/>
                  <a:moveTo>
                    <a:pt x="2018" y="6"/>
                  </a:moveTo>
                  <a:lnTo>
                    <a:pt x="1625" y="81"/>
                  </a:lnTo>
                  <a:lnTo>
                    <a:pt x="1405" y="141"/>
                  </a:lnTo>
                  <a:lnTo>
                    <a:pt x="1164" y="221"/>
                  </a:lnTo>
                  <a:lnTo>
                    <a:pt x="923" y="301"/>
                  </a:lnTo>
                  <a:lnTo>
                    <a:pt x="703" y="402"/>
                  </a:lnTo>
                  <a:lnTo>
                    <a:pt x="522" y="522"/>
                  </a:lnTo>
                  <a:lnTo>
                    <a:pt x="362" y="662"/>
                  </a:lnTo>
                  <a:lnTo>
                    <a:pt x="282" y="743"/>
                  </a:lnTo>
                  <a:lnTo>
                    <a:pt x="201" y="863"/>
                  </a:lnTo>
                  <a:lnTo>
                    <a:pt x="141" y="963"/>
                  </a:lnTo>
                  <a:lnTo>
                    <a:pt x="101" y="1063"/>
                  </a:lnTo>
                  <a:lnTo>
                    <a:pt x="21" y="1304"/>
                  </a:lnTo>
                  <a:lnTo>
                    <a:pt x="1" y="1545"/>
                  </a:lnTo>
                  <a:lnTo>
                    <a:pt x="21" y="1745"/>
                  </a:lnTo>
                  <a:lnTo>
                    <a:pt x="61" y="1946"/>
                  </a:lnTo>
                  <a:lnTo>
                    <a:pt x="141" y="2146"/>
                  </a:lnTo>
                  <a:lnTo>
                    <a:pt x="241" y="2347"/>
                  </a:lnTo>
                  <a:lnTo>
                    <a:pt x="362" y="2527"/>
                  </a:lnTo>
                  <a:lnTo>
                    <a:pt x="502" y="2688"/>
                  </a:lnTo>
                  <a:lnTo>
                    <a:pt x="663" y="2828"/>
                  </a:lnTo>
                  <a:lnTo>
                    <a:pt x="843" y="2949"/>
                  </a:lnTo>
                  <a:lnTo>
                    <a:pt x="1144" y="3089"/>
                  </a:lnTo>
                  <a:lnTo>
                    <a:pt x="1445" y="3189"/>
                  </a:lnTo>
                  <a:lnTo>
                    <a:pt x="1746" y="3229"/>
                  </a:lnTo>
                  <a:lnTo>
                    <a:pt x="2066" y="3249"/>
                  </a:lnTo>
                  <a:lnTo>
                    <a:pt x="2327" y="3249"/>
                  </a:lnTo>
                  <a:lnTo>
                    <a:pt x="2608" y="3209"/>
                  </a:lnTo>
                  <a:lnTo>
                    <a:pt x="2869" y="3169"/>
                  </a:lnTo>
                  <a:lnTo>
                    <a:pt x="3149" y="3109"/>
                  </a:lnTo>
                  <a:lnTo>
                    <a:pt x="3711" y="2949"/>
                  </a:lnTo>
                  <a:lnTo>
                    <a:pt x="4272" y="2748"/>
                  </a:lnTo>
                  <a:lnTo>
                    <a:pt x="5335" y="2327"/>
                  </a:lnTo>
                  <a:lnTo>
                    <a:pt x="5837" y="2146"/>
                  </a:lnTo>
                  <a:lnTo>
                    <a:pt x="6318" y="2026"/>
                  </a:lnTo>
                  <a:lnTo>
                    <a:pt x="6940" y="1886"/>
                  </a:lnTo>
                  <a:lnTo>
                    <a:pt x="7702" y="1765"/>
                  </a:lnTo>
                  <a:lnTo>
                    <a:pt x="8584" y="1645"/>
                  </a:lnTo>
                  <a:lnTo>
                    <a:pt x="9567" y="1525"/>
                  </a:lnTo>
                  <a:lnTo>
                    <a:pt x="10650" y="1404"/>
                  </a:lnTo>
                  <a:lnTo>
                    <a:pt x="11813" y="1304"/>
                  </a:lnTo>
                  <a:lnTo>
                    <a:pt x="14300" y="1104"/>
                  </a:lnTo>
                  <a:lnTo>
                    <a:pt x="14300" y="943"/>
                  </a:lnTo>
                  <a:lnTo>
                    <a:pt x="14280" y="803"/>
                  </a:lnTo>
                  <a:lnTo>
                    <a:pt x="14260" y="763"/>
                  </a:lnTo>
                  <a:lnTo>
                    <a:pt x="12876" y="823"/>
                  </a:lnTo>
                  <a:lnTo>
                    <a:pt x="11472" y="863"/>
                  </a:lnTo>
                  <a:lnTo>
                    <a:pt x="10068" y="923"/>
                  </a:lnTo>
                  <a:lnTo>
                    <a:pt x="9366" y="983"/>
                  </a:lnTo>
                  <a:lnTo>
                    <a:pt x="8664" y="1043"/>
                  </a:lnTo>
                  <a:lnTo>
                    <a:pt x="7962" y="1124"/>
                  </a:lnTo>
                  <a:lnTo>
                    <a:pt x="7261" y="1224"/>
                  </a:lnTo>
                  <a:lnTo>
                    <a:pt x="6519" y="1364"/>
                  </a:lnTo>
                  <a:lnTo>
                    <a:pt x="5777" y="1505"/>
                  </a:lnTo>
                  <a:lnTo>
                    <a:pt x="5034" y="1665"/>
                  </a:lnTo>
                  <a:lnTo>
                    <a:pt x="4292" y="1805"/>
                  </a:lnTo>
                  <a:lnTo>
                    <a:pt x="3591" y="1926"/>
                  </a:lnTo>
                  <a:lnTo>
                    <a:pt x="3210" y="1986"/>
                  </a:lnTo>
                  <a:lnTo>
                    <a:pt x="2849" y="2006"/>
                  </a:lnTo>
                  <a:lnTo>
                    <a:pt x="2668" y="1986"/>
                  </a:lnTo>
                  <a:lnTo>
                    <a:pt x="2508" y="1966"/>
                  </a:lnTo>
                  <a:lnTo>
                    <a:pt x="2267" y="1926"/>
                  </a:lnTo>
                  <a:lnTo>
                    <a:pt x="2066" y="1846"/>
                  </a:lnTo>
                  <a:lnTo>
                    <a:pt x="1886" y="1765"/>
                  </a:lnTo>
                  <a:lnTo>
                    <a:pt x="1726" y="1665"/>
                  </a:lnTo>
                  <a:lnTo>
                    <a:pt x="1605" y="1545"/>
                  </a:lnTo>
                  <a:lnTo>
                    <a:pt x="1505" y="1404"/>
                  </a:lnTo>
                  <a:lnTo>
                    <a:pt x="1445" y="1284"/>
                  </a:lnTo>
                  <a:lnTo>
                    <a:pt x="1385" y="1124"/>
                  </a:lnTo>
                  <a:lnTo>
                    <a:pt x="1365" y="983"/>
                  </a:lnTo>
                  <a:lnTo>
                    <a:pt x="1385" y="823"/>
                  </a:lnTo>
                  <a:lnTo>
                    <a:pt x="1425" y="682"/>
                  </a:lnTo>
                  <a:lnTo>
                    <a:pt x="1485" y="542"/>
                  </a:lnTo>
                  <a:lnTo>
                    <a:pt x="1585" y="382"/>
                  </a:lnTo>
                  <a:lnTo>
                    <a:pt x="1705" y="261"/>
                  </a:lnTo>
                  <a:lnTo>
                    <a:pt x="1846" y="121"/>
                  </a:lnTo>
                  <a:lnTo>
                    <a:pt x="2018" y="6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42">
              <a:extLst>
                <a:ext uri="{FF2B5EF4-FFF2-40B4-BE49-F238E27FC236}">
                  <a16:creationId xmlns:a16="http://schemas.microsoft.com/office/drawing/2014/main" id="{4A281773-72DA-EAFA-914E-FB5EEE87CFAA}"/>
                </a:ext>
              </a:extLst>
            </p:cNvPr>
            <p:cNvSpPr/>
            <p:nvPr/>
          </p:nvSpPr>
          <p:spPr>
            <a:xfrm>
              <a:off x="11825600" y="4338463"/>
              <a:ext cx="102300" cy="14050"/>
            </a:xfrm>
            <a:custGeom>
              <a:avLst/>
              <a:gdLst/>
              <a:ahLst/>
              <a:cxnLst/>
              <a:rect l="l" t="t" r="r" b="b"/>
              <a:pathLst>
                <a:path w="4092" h="562" extrusionOk="0">
                  <a:moveTo>
                    <a:pt x="4092" y="0"/>
                  </a:moveTo>
                  <a:lnTo>
                    <a:pt x="2046" y="100"/>
                  </a:lnTo>
                  <a:lnTo>
                    <a:pt x="1" y="221"/>
                  </a:lnTo>
                  <a:lnTo>
                    <a:pt x="21" y="261"/>
                  </a:lnTo>
                  <a:lnTo>
                    <a:pt x="41" y="401"/>
                  </a:lnTo>
                  <a:lnTo>
                    <a:pt x="41" y="562"/>
                  </a:lnTo>
                  <a:lnTo>
                    <a:pt x="3209" y="361"/>
                  </a:lnTo>
                  <a:lnTo>
                    <a:pt x="4092" y="301"/>
                  </a:lnTo>
                  <a:lnTo>
                    <a:pt x="409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67" name="Google Shape;8567;p42">
            <a:extLst>
              <a:ext uri="{FF2B5EF4-FFF2-40B4-BE49-F238E27FC236}">
                <a16:creationId xmlns:a16="http://schemas.microsoft.com/office/drawing/2014/main" id="{86ADFD0E-476A-EF20-C786-4B318792074B}"/>
              </a:ext>
            </a:extLst>
          </p:cNvPr>
          <p:cNvGrpSpPr/>
          <p:nvPr/>
        </p:nvGrpSpPr>
        <p:grpSpPr>
          <a:xfrm>
            <a:off x="6961713" y="-153575"/>
            <a:ext cx="260625" cy="1230500"/>
            <a:chOff x="6815325" y="0"/>
            <a:chExt cx="260625" cy="1230500"/>
          </a:xfrm>
        </p:grpSpPr>
        <p:sp>
          <p:nvSpPr>
            <p:cNvPr id="8568" name="Google Shape;8568;p42">
              <a:extLst>
                <a:ext uri="{FF2B5EF4-FFF2-40B4-BE49-F238E27FC236}">
                  <a16:creationId xmlns:a16="http://schemas.microsoft.com/office/drawing/2014/main" id="{47DF3B53-C5A4-E0D9-B36E-F3407E3CD211}"/>
                </a:ext>
              </a:extLst>
            </p:cNvPr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extrusionOk="0">
                  <a:moveTo>
                    <a:pt x="1" y="36662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42">
              <a:extLst>
                <a:ext uri="{FF2B5EF4-FFF2-40B4-BE49-F238E27FC236}">
                  <a16:creationId xmlns:a16="http://schemas.microsoft.com/office/drawing/2014/main" id="{C8F2B36E-E93B-A85E-1157-EB5BA79889DE}"/>
                </a:ext>
              </a:extLst>
            </p:cNvPr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fill="none" extrusionOk="0">
                  <a:moveTo>
                    <a:pt x="1" y="36662"/>
                  </a:moveTo>
                  <a:lnTo>
                    <a:pt x="1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42">
              <a:extLst>
                <a:ext uri="{FF2B5EF4-FFF2-40B4-BE49-F238E27FC236}">
                  <a16:creationId xmlns:a16="http://schemas.microsoft.com/office/drawing/2014/main" id="{B0CAA3A0-24F6-124F-F668-E64B3167D74D}"/>
                </a:ext>
              </a:extLst>
            </p:cNvPr>
            <p:cNvSpPr/>
            <p:nvPr/>
          </p:nvSpPr>
          <p:spPr>
            <a:xfrm>
              <a:off x="6933275" y="0"/>
              <a:ext cx="19675" cy="916575"/>
            </a:xfrm>
            <a:custGeom>
              <a:avLst/>
              <a:gdLst/>
              <a:ahLst/>
              <a:cxnLst/>
              <a:rect l="l" t="t" r="r" b="b"/>
              <a:pathLst>
                <a:path w="787" h="36663" extrusionOk="0">
                  <a:moveTo>
                    <a:pt x="0" y="0"/>
                  </a:moveTo>
                  <a:lnTo>
                    <a:pt x="0" y="36662"/>
                  </a:lnTo>
                  <a:lnTo>
                    <a:pt x="787" y="366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42">
              <a:extLst>
                <a:ext uri="{FF2B5EF4-FFF2-40B4-BE49-F238E27FC236}">
                  <a16:creationId xmlns:a16="http://schemas.microsoft.com/office/drawing/2014/main" id="{9E605081-396D-1AB9-068F-379CCD70F18C}"/>
                </a:ext>
              </a:extLst>
            </p:cNvPr>
            <p:cNvSpPr/>
            <p:nvPr/>
          </p:nvSpPr>
          <p:spPr>
            <a:xfrm>
              <a:off x="6815325" y="847475"/>
              <a:ext cx="260625" cy="383025"/>
            </a:xfrm>
            <a:custGeom>
              <a:avLst/>
              <a:gdLst/>
              <a:ahLst/>
              <a:cxnLst/>
              <a:rect l="l" t="t" r="r" b="b"/>
              <a:pathLst>
                <a:path w="10425" h="15321" extrusionOk="0">
                  <a:moveTo>
                    <a:pt x="7077" y="0"/>
                  </a:moveTo>
                  <a:lnTo>
                    <a:pt x="6718" y="23"/>
                  </a:lnTo>
                  <a:lnTo>
                    <a:pt x="6358" y="45"/>
                  </a:lnTo>
                  <a:lnTo>
                    <a:pt x="5999" y="90"/>
                  </a:lnTo>
                  <a:lnTo>
                    <a:pt x="5662" y="157"/>
                  </a:lnTo>
                  <a:lnTo>
                    <a:pt x="5303" y="247"/>
                  </a:lnTo>
                  <a:lnTo>
                    <a:pt x="4966" y="360"/>
                  </a:lnTo>
                  <a:lnTo>
                    <a:pt x="4651" y="472"/>
                  </a:lnTo>
                  <a:lnTo>
                    <a:pt x="4314" y="607"/>
                  </a:lnTo>
                  <a:lnTo>
                    <a:pt x="4000" y="764"/>
                  </a:lnTo>
                  <a:lnTo>
                    <a:pt x="3708" y="944"/>
                  </a:lnTo>
                  <a:lnTo>
                    <a:pt x="3416" y="1123"/>
                  </a:lnTo>
                  <a:lnTo>
                    <a:pt x="3123" y="1326"/>
                  </a:lnTo>
                  <a:lnTo>
                    <a:pt x="2831" y="1528"/>
                  </a:lnTo>
                  <a:lnTo>
                    <a:pt x="2584" y="1752"/>
                  </a:lnTo>
                  <a:lnTo>
                    <a:pt x="2315" y="1999"/>
                  </a:lnTo>
                  <a:lnTo>
                    <a:pt x="2068" y="2247"/>
                  </a:lnTo>
                  <a:lnTo>
                    <a:pt x="1843" y="2516"/>
                  </a:lnTo>
                  <a:lnTo>
                    <a:pt x="1618" y="2808"/>
                  </a:lnTo>
                  <a:lnTo>
                    <a:pt x="1394" y="3078"/>
                  </a:lnTo>
                  <a:lnTo>
                    <a:pt x="1214" y="3392"/>
                  </a:lnTo>
                  <a:lnTo>
                    <a:pt x="1012" y="3707"/>
                  </a:lnTo>
                  <a:lnTo>
                    <a:pt x="855" y="4021"/>
                  </a:lnTo>
                  <a:lnTo>
                    <a:pt x="697" y="4336"/>
                  </a:lnTo>
                  <a:lnTo>
                    <a:pt x="563" y="4695"/>
                  </a:lnTo>
                  <a:lnTo>
                    <a:pt x="428" y="5032"/>
                  </a:lnTo>
                  <a:lnTo>
                    <a:pt x="315" y="5392"/>
                  </a:lnTo>
                  <a:lnTo>
                    <a:pt x="226" y="5751"/>
                  </a:lnTo>
                  <a:lnTo>
                    <a:pt x="136" y="6110"/>
                  </a:lnTo>
                  <a:lnTo>
                    <a:pt x="68" y="6492"/>
                  </a:lnTo>
                  <a:lnTo>
                    <a:pt x="23" y="6874"/>
                  </a:lnTo>
                  <a:lnTo>
                    <a:pt x="1" y="7256"/>
                  </a:lnTo>
                  <a:lnTo>
                    <a:pt x="1" y="7661"/>
                  </a:lnTo>
                  <a:lnTo>
                    <a:pt x="1" y="8042"/>
                  </a:lnTo>
                  <a:lnTo>
                    <a:pt x="23" y="8447"/>
                  </a:lnTo>
                  <a:lnTo>
                    <a:pt x="68" y="8829"/>
                  </a:lnTo>
                  <a:lnTo>
                    <a:pt x="136" y="9211"/>
                  </a:lnTo>
                  <a:lnTo>
                    <a:pt x="226" y="9570"/>
                  </a:lnTo>
                  <a:lnTo>
                    <a:pt x="315" y="9929"/>
                  </a:lnTo>
                  <a:lnTo>
                    <a:pt x="428" y="10289"/>
                  </a:lnTo>
                  <a:lnTo>
                    <a:pt x="563" y="10648"/>
                  </a:lnTo>
                  <a:lnTo>
                    <a:pt x="697" y="10985"/>
                  </a:lnTo>
                  <a:lnTo>
                    <a:pt x="855" y="11322"/>
                  </a:lnTo>
                  <a:lnTo>
                    <a:pt x="1012" y="11637"/>
                  </a:lnTo>
                  <a:lnTo>
                    <a:pt x="1214" y="11951"/>
                  </a:lnTo>
                  <a:lnTo>
                    <a:pt x="1394" y="12243"/>
                  </a:lnTo>
                  <a:lnTo>
                    <a:pt x="1618" y="12535"/>
                  </a:lnTo>
                  <a:lnTo>
                    <a:pt x="1843" y="12805"/>
                  </a:lnTo>
                  <a:lnTo>
                    <a:pt x="2068" y="13075"/>
                  </a:lnTo>
                  <a:lnTo>
                    <a:pt x="2315" y="13344"/>
                  </a:lnTo>
                  <a:lnTo>
                    <a:pt x="2584" y="13569"/>
                  </a:lnTo>
                  <a:lnTo>
                    <a:pt x="2831" y="13793"/>
                  </a:lnTo>
                  <a:lnTo>
                    <a:pt x="3123" y="14018"/>
                  </a:lnTo>
                  <a:lnTo>
                    <a:pt x="3416" y="14220"/>
                  </a:lnTo>
                  <a:lnTo>
                    <a:pt x="3708" y="14400"/>
                  </a:lnTo>
                  <a:lnTo>
                    <a:pt x="4000" y="14580"/>
                  </a:lnTo>
                  <a:lnTo>
                    <a:pt x="4314" y="14714"/>
                  </a:lnTo>
                  <a:lnTo>
                    <a:pt x="4651" y="14872"/>
                  </a:lnTo>
                  <a:lnTo>
                    <a:pt x="4966" y="14984"/>
                  </a:lnTo>
                  <a:lnTo>
                    <a:pt x="5303" y="15074"/>
                  </a:lnTo>
                  <a:lnTo>
                    <a:pt x="5662" y="15164"/>
                  </a:lnTo>
                  <a:lnTo>
                    <a:pt x="5999" y="15231"/>
                  </a:lnTo>
                  <a:lnTo>
                    <a:pt x="6358" y="15276"/>
                  </a:lnTo>
                  <a:lnTo>
                    <a:pt x="6718" y="15321"/>
                  </a:lnTo>
                  <a:lnTo>
                    <a:pt x="7504" y="15321"/>
                  </a:lnTo>
                  <a:lnTo>
                    <a:pt x="7931" y="15276"/>
                  </a:lnTo>
                  <a:lnTo>
                    <a:pt x="8335" y="15209"/>
                  </a:lnTo>
                  <a:lnTo>
                    <a:pt x="8762" y="15119"/>
                  </a:lnTo>
                  <a:lnTo>
                    <a:pt x="9144" y="14984"/>
                  </a:lnTo>
                  <a:lnTo>
                    <a:pt x="9548" y="14849"/>
                  </a:lnTo>
                  <a:lnTo>
                    <a:pt x="9908" y="14692"/>
                  </a:lnTo>
                  <a:lnTo>
                    <a:pt x="10267" y="14512"/>
                  </a:lnTo>
                  <a:lnTo>
                    <a:pt x="9863" y="14243"/>
                  </a:lnTo>
                  <a:lnTo>
                    <a:pt x="9481" y="13951"/>
                  </a:lnTo>
                  <a:lnTo>
                    <a:pt x="9122" y="13636"/>
                  </a:lnTo>
                  <a:lnTo>
                    <a:pt x="8762" y="13299"/>
                  </a:lnTo>
                  <a:lnTo>
                    <a:pt x="8425" y="12940"/>
                  </a:lnTo>
                  <a:lnTo>
                    <a:pt x="8133" y="12558"/>
                  </a:lnTo>
                  <a:lnTo>
                    <a:pt x="7841" y="12153"/>
                  </a:lnTo>
                  <a:lnTo>
                    <a:pt x="7594" y="11727"/>
                  </a:lnTo>
                  <a:lnTo>
                    <a:pt x="7347" y="11300"/>
                  </a:lnTo>
                  <a:lnTo>
                    <a:pt x="7145" y="10828"/>
                  </a:lnTo>
                  <a:lnTo>
                    <a:pt x="6987" y="10356"/>
                  </a:lnTo>
                  <a:lnTo>
                    <a:pt x="6830" y="9862"/>
                  </a:lnTo>
                  <a:lnTo>
                    <a:pt x="6718" y="9345"/>
                  </a:lnTo>
                  <a:lnTo>
                    <a:pt x="6628" y="8829"/>
                  </a:lnTo>
                  <a:lnTo>
                    <a:pt x="6583" y="8290"/>
                  </a:lnTo>
                  <a:lnTo>
                    <a:pt x="6561" y="7750"/>
                  </a:lnTo>
                  <a:lnTo>
                    <a:pt x="6583" y="7211"/>
                  </a:lnTo>
                  <a:lnTo>
                    <a:pt x="6628" y="6650"/>
                  </a:lnTo>
                  <a:lnTo>
                    <a:pt x="6718" y="6133"/>
                  </a:lnTo>
                  <a:lnTo>
                    <a:pt x="6830" y="5616"/>
                  </a:lnTo>
                  <a:lnTo>
                    <a:pt x="6987" y="5100"/>
                  </a:lnTo>
                  <a:lnTo>
                    <a:pt x="7167" y="4605"/>
                  </a:lnTo>
                  <a:lnTo>
                    <a:pt x="7392" y="4134"/>
                  </a:lnTo>
                  <a:lnTo>
                    <a:pt x="7639" y="3684"/>
                  </a:lnTo>
                  <a:lnTo>
                    <a:pt x="7908" y="3257"/>
                  </a:lnTo>
                  <a:lnTo>
                    <a:pt x="8200" y="2853"/>
                  </a:lnTo>
                  <a:lnTo>
                    <a:pt x="8515" y="2449"/>
                  </a:lnTo>
                  <a:lnTo>
                    <a:pt x="8852" y="2089"/>
                  </a:lnTo>
                  <a:lnTo>
                    <a:pt x="9211" y="1752"/>
                  </a:lnTo>
                  <a:lnTo>
                    <a:pt x="9616" y="1438"/>
                  </a:lnTo>
                  <a:lnTo>
                    <a:pt x="10020" y="1168"/>
                  </a:lnTo>
                  <a:lnTo>
                    <a:pt x="10424" y="921"/>
                  </a:lnTo>
                  <a:lnTo>
                    <a:pt x="10065" y="719"/>
                  </a:lnTo>
                  <a:lnTo>
                    <a:pt x="9661" y="517"/>
                  </a:lnTo>
                  <a:lnTo>
                    <a:pt x="9256" y="382"/>
                  </a:lnTo>
                  <a:lnTo>
                    <a:pt x="8852" y="247"/>
                  </a:lnTo>
                  <a:lnTo>
                    <a:pt x="8425" y="135"/>
                  </a:lnTo>
                  <a:lnTo>
                    <a:pt x="7976" y="68"/>
                  </a:lnTo>
                  <a:lnTo>
                    <a:pt x="7527" y="23"/>
                  </a:lnTo>
                  <a:lnTo>
                    <a:pt x="707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72" name="Google Shape;8572;p42">
            <a:extLst>
              <a:ext uri="{FF2B5EF4-FFF2-40B4-BE49-F238E27FC236}">
                <a16:creationId xmlns:a16="http://schemas.microsoft.com/office/drawing/2014/main" id="{AA7BEC2F-033A-5DBC-A37A-EA51804B3055}"/>
              </a:ext>
            </a:extLst>
          </p:cNvPr>
          <p:cNvGrpSpPr/>
          <p:nvPr/>
        </p:nvGrpSpPr>
        <p:grpSpPr>
          <a:xfrm>
            <a:off x="3761613" y="-153575"/>
            <a:ext cx="599250" cy="1418100"/>
            <a:chOff x="310050" y="-1175"/>
            <a:chExt cx="599250" cy="1418100"/>
          </a:xfrm>
        </p:grpSpPr>
        <p:grpSp>
          <p:nvGrpSpPr>
            <p:cNvPr id="8573" name="Google Shape;8573;p42">
              <a:extLst>
                <a:ext uri="{FF2B5EF4-FFF2-40B4-BE49-F238E27FC236}">
                  <a16:creationId xmlns:a16="http://schemas.microsoft.com/office/drawing/2014/main" id="{541DE7F5-F95D-1AF8-767D-EB93178D4A2F}"/>
                </a:ext>
              </a:extLst>
            </p:cNvPr>
            <p:cNvGrpSpPr/>
            <p:nvPr/>
          </p:nvGrpSpPr>
          <p:grpSpPr>
            <a:xfrm>
              <a:off x="310050" y="-1175"/>
              <a:ext cx="599250" cy="1418100"/>
              <a:chOff x="310050" y="0"/>
              <a:chExt cx="599250" cy="1418100"/>
            </a:xfrm>
          </p:grpSpPr>
          <p:sp>
            <p:nvSpPr>
              <p:cNvPr id="8574" name="Google Shape;8574;p42">
                <a:extLst>
                  <a:ext uri="{FF2B5EF4-FFF2-40B4-BE49-F238E27FC236}">
                    <a16:creationId xmlns:a16="http://schemas.microsoft.com/office/drawing/2014/main" id="{5863EBCD-DFB6-156C-FD6C-DD5DD4F77CBD}"/>
                  </a:ext>
                </a:extLst>
              </p:cNvPr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extrusionOk="0">
                    <a:moveTo>
                      <a:pt x="1" y="36662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5" name="Google Shape;8575;p42">
                <a:extLst>
                  <a:ext uri="{FF2B5EF4-FFF2-40B4-BE49-F238E27FC236}">
                    <a16:creationId xmlns:a16="http://schemas.microsoft.com/office/drawing/2014/main" id="{66F98CC0-6EC8-9767-9463-9B46C2CC3516}"/>
                  </a:ext>
                </a:extLst>
              </p:cNvPr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fill="none" extrusionOk="0">
                    <a:moveTo>
                      <a:pt x="1" y="36662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6" name="Google Shape;8576;p42">
                <a:extLst>
                  <a:ext uri="{FF2B5EF4-FFF2-40B4-BE49-F238E27FC236}">
                    <a16:creationId xmlns:a16="http://schemas.microsoft.com/office/drawing/2014/main" id="{9ED1671B-AB45-983B-7DFB-0D657E2CFDEC}"/>
                  </a:ext>
                </a:extLst>
              </p:cNvPr>
              <p:cNvSpPr/>
              <p:nvPr/>
            </p:nvSpPr>
            <p:spPr>
              <a:xfrm>
                <a:off x="598700" y="0"/>
                <a:ext cx="19700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6663" extrusionOk="0">
                    <a:moveTo>
                      <a:pt x="1" y="0"/>
                    </a:moveTo>
                    <a:lnTo>
                      <a:pt x="1" y="36662"/>
                    </a:lnTo>
                    <a:lnTo>
                      <a:pt x="787" y="3666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7" name="Google Shape;8577;p42">
                <a:extLst>
                  <a:ext uri="{FF2B5EF4-FFF2-40B4-BE49-F238E27FC236}">
                    <a16:creationId xmlns:a16="http://schemas.microsoft.com/office/drawing/2014/main" id="{C1DF4187-B248-3ABF-E293-26ABBD5C922A}"/>
                  </a:ext>
                </a:extLst>
              </p:cNvPr>
              <p:cNvSpPr/>
              <p:nvPr/>
            </p:nvSpPr>
            <p:spPr>
              <a:xfrm>
                <a:off x="310050" y="847475"/>
                <a:ext cx="599250" cy="570625"/>
              </a:xfrm>
              <a:custGeom>
                <a:avLst/>
                <a:gdLst/>
                <a:ahLst/>
                <a:cxnLst/>
                <a:rect l="l" t="t" r="r" b="b"/>
                <a:pathLst>
                  <a:path w="23970" h="22825" extrusionOk="0">
                    <a:moveTo>
                      <a:pt x="11996" y="0"/>
                    </a:moveTo>
                    <a:lnTo>
                      <a:pt x="7503" y="6425"/>
                    </a:lnTo>
                    <a:lnTo>
                      <a:pt x="0" y="8716"/>
                    </a:lnTo>
                    <a:lnTo>
                      <a:pt x="4718" y="14984"/>
                    </a:lnTo>
                    <a:lnTo>
                      <a:pt x="4560" y="22824"/>
                    </a:lnTo>
                    <a:lnTo>
                      <a:pt x="11996" y="20286"/>
                    </a:lnTo>
                    <a:lnTo>
                      <a:pt x="19409" y="22824"/>
                    </a:lnTo>
                    <a:lnTo>
                      <a:pt x="19252" y="14984"/>
                    </a:lnTo>
                    <a:lnTo>
                      <a:pt x="23970" y="8716"/>
                    </a:lnTo>
                    <a:lnTo>
                      <a:pt x="16489" y="6425"/>
                    </a:lnTo>
                    <a:lnTo>
                      <a:pt x="1199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578" name="Google Shape;8578;p42">
              <a:extLst>
                <a:ext uri="{FF2B5EF4-FFF2-40B4-BE49-F238E27FC236}">
                  <a16:creationId xmlns:a16="http://schemas.microsoft.com/office/drawing/2014/main" id="{1362D455-DC97-7A80-5FF6-F9510D8B3572}"/>
                </a:ext>
              </a:extLst>
            </p:cNvPr>
            <p:cNvSpPr/>
            <p:nvPr/>
          </p:nvSpPr>
          <p:spPr>
            <a:xfrm>
              <a:off x="445600" y="979650"/>
              <a:ext cx="328149" cy="312474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79" name="Google Shape;8579;p42">
            <a:extLst>
              <a:ext uri="{FF2B5EF4-FFF2-40B4-BE49-F238E27FC236}">
                <a16:creationId xmlns:a16="http://schemas.microsoft.com/office/drawing/2014/main" id="{4D5402F6-ACD4-F1CC-180B-5C2112E1D612}"/>
              </a:ext>
            </a:extLst>
          </p:cNvPr>
          <p:cNvGrpSpPr/>
          <p:nvPr/>
        </p:nvGrpSpPr>
        <p:grpSpPr>
          <a:xfrm>
            <a:off x="8381088" y="-153575"/>
            <a:ext cx="297100" cy="2315550"/>
            <a:chOff x="8234700" y="-1175"/>
            <a:chExt cx="297100" cy="2315550"/>
          </a:xfrm>
        </p:grpSpPr>
        <p:grpSp>
          <p:nvGrpSpPr>
            <p:cNvPr id="8580" name="Google Shape;8580;p42">
              <a:extLst>
                <a:ext uri="{FF2B5EF4-FFF2-40B4-BE49-F238E27FC236}">
                  <a16:creationId xmlns:a16="http://schemas.microsoft.com/office/drawing/2014/main" id="{330858D1-0818-B8D8-03A5-3EA40736F144}"/>
                </a:ext>
              </a:extLst>
            </p:cNvPr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8581" name="Google Shape;8581;p42">
                <a:extLst>
                  <a:ext uri="{FF2B5EF4-FFF2-40B4-BE49-F238E27FC236}">
                    <a16:creationId xmlns:a16="http://schemas.microsoft.com/office/drawing/2014/main" id="{81A1150B-B654-EE6A-62B0-DE1D11CF178D}"/>
                  </a:ext>
                </a:extLst>
              </p:cNvPr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2" name="Google Shape;8582;p42">
                <a:extLst>
                  <a:ext uri="{FF2B5EF4-FFF2-40B4-BE49-F238E27FC236}">
                    <a16:creationId xmlns:a16="http://schemas.microsoft.com/office/drawing/2014/main" id="{39A8B1CC-57E1-1794-0EF2-C1005B928A07}"/>
                  </a:ext>
                </a:extLst>
              </p:cNvPr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3" name="Google Shape;8583;p42">
                <a:extLst>
                  <a:ext uri="{FF2B5EF4-FFF2-40B4-BE49-F238E27FC236}">
                    <a16:creationId xmlns:a16="http://schemas.microsoft.com/office/drawing/2014/main" id="{9CDF407E-99DE-5E15-6D6E-4BF15FF9D3A7}"/>
                  </a:ext>
                </a:extLst>
              </p:cNvPr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4" name="Google Shape;8584;p42">
                <a:extLst>
                  <a:ext uri="{FF2B5EF4-FFF2-40B4-BE49-F238E27FC236}">
                    <a16:creationId xmlns:a16="http://schemas.microsoft.com/office/drawing/2014/main" id="{60D9277F-9160-6151-7210-DD7B7125D1A2}"/>
                  </a:ext>
                </a:extLst>
              </p:cNvPr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585" name="Google Shape;8585;p42">
              <a:extLst>
                <a:ext uri="{FF2B5EF4-FFF2-40B4-BE49-F238E27FC236}">
                  <a16:creationId xmlns:a16="http://schemas.microsoft.com/office/drawing/2014/main" id="{0BFC142E-4247-8D2F-75C7-B46BA65C5DF2}"/>
                </a:ext>
              </a:extLst>
            </p:cNvPr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86" name="Google Shape;8586;p42">
            <a:extLst>
              <a:ext uri="{FF2B5EF4-FFF2-40B4-BE49-F238E27FC236}">
                <a16:creationId xmlns:a16="http://schemas.microsoft.com/office/drawing/2014/main" id="{05B807F8-BB8D-B943-3D67-AE4B50E4C73C}"/>
              </a:ext>
            </a:extLst>
          </p:cNvPr>
          <p:cNvGrpSpPr/>
          <p:nvPr/>
        </p:nvGrpSpPr>
        <p:grpSpPr>
          <a:xfrm>
            <a:off x="4999863" y="-153575"/>
            <a:ext cx="599250" cy="1418100"/>
            <a:chOff x="310050" y="-1175"/>
            <a:chExt cx="599250" cy="1418100"/>
          </a:xfrm>
        </p:grpSpPr>
        <p:grpSp>
          <p:nvGrpSpPr>
            <p:cNvPr id="8587" name="Google Shape;8587;p42">
              <a:extLst>
                <a:ext uri="{FF2B5EF4-FFF2-40B4-BE49-F238E27FC236}">
                  <a16:creationId xmlns:a16="http://schemas.microsoft.com/office/drawing/2014/main" id="{F71A03AF-FF09-20C0-CBDC-8AF8EBE7BC46}"/>
                </a:ext>
              </a:extLst>
            </p:cNvPr>
            <p:cNvGrpSpPr/>
            <p:nvPr/>
          </p:nvGrpSpPr>
          <p:grpSpPr>
            <a:xfrm>
              <a:off x="310050" y="-1175"/>
              <a:ext cx="599250" cy="1418100"/>
              <a:chOff x="310050" y="0"/>
              <a:chExt cx="599250" cy="1418100"/>
            </a:xfrm>
          </p:grpSpPr>
          <p:sp>
            <p:nvSpPr>
              <p:cNvPr id="8588" name="Google Shape;8588;p42">
                <a:extLst>
                  <a:ext uri="{FF2B5EF4-FFF2-40B4-BE49-F238E27FC236}">
                    <a16:creationId xmlns:a16="http://schemas.microsoft.com/office/drawing/2014/main" id="{09070B8D-DD53-0A6E-B9E6-67A220878034}"/>
                  </a:ext>
                </a:extLst>
              </p:cNvPr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extrusionOk="0">
                    <a:moveTo>
                      <a:pt x="1" y="36662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9" name="Google Shape;8589;p42">
                <a:extLst>
                  <a:ext uri="{FF2B5EF4-FFF2-40B4-BE49-F238E27FC236}">
                    <a16:creationId xmlns:a16="http://schemas.microsoft.com/office/drawing/2014/main" id="{2C46A695-BC29-5CDD-B356-18DFA5E6076C}"/>
                  </a:ext>
                </a:extLst>
              </p:cNvPr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fill="none" extrusionOk="0">
                    <a:moveTo>
                      <a:pt x="1" y="36662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0" name="Google Shape;8590;p42">
                <a:extLst>
                  <a:ext uri="{FF2B5EF4-FFF2-40B4-BE49-F238E27FC236}">
                    <a16:creationId xmlns:a16="http://schemas.microsoft.com/office/drawing/2014/main" id="{367B025E-C1CE-2F27-5ECF-AAD91647AE5F}"/>
                  </a:ext>
                </a:extLst>
              </p:cNvPr>
              <p:cNvSpPr/>
              <p:nvPr/>
            </p:nvSpPr>
            <p:spPr>
              <a:xfrm>
                <a:off x="598700" y="0"/>
                <a:ext cx="19700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6663" extrusionOk="0">
                    <a:moveTo>
                      <a:pt x="1" y="0"/>
                    </a:moveTo>
                    <a:lnTo>
                      <a:pt x="1" y="36662"/>
                    </a:lnTo>
                    <a:lnTo>
                      <a:pt x="787" y="3666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1" name="Google Shape;8591;p42">
                <a:extLst>
                  <a:ext uri="{FF2B5EF4-FFF2-40B4-BE49-F238E27FC236}">
                    <a16:creationId xmlns:a16="http://schemas.microsoft.com/office/drawing/2014/main" id="{CDB4F3AD-170A-B8EE-8896-3A865D549429}"/>
                  </a:ext>
                </a:extLst>
              </p:cNvPr>
              <p:cNvSpPr/>
              <p:nvPr/>
            </p:nvSpPr>
            <p:spPr>
              <a:xfrm>
                <a:off x="310050" y="847475"/>
                <a:ext cx="599250" cy="570625"/>
              </a:xfrm>
              <a:custGeom>
                <a:avLst/>
                <a:gdLst/>
                <a:ahLst/>
                <a:cxnLst/>
                <a:rect l="l" t="t" r="r" b="b"/>
                <a:pathLst>
                  <a:path w="23970" h="22825" extrusionOk="0">
                    <a:moveTo>
                      <a:pt x="11996" y="0"/>
                    </a:moveTo>
                    <a:lnTo>
                      <a:pt x="7503" y="6425"/>
                    </a:lnTo>
                    <a:lnTo>
                      <a:pt x="0" y="8716"/>
                    </a:lnTo>
                    <a:lnTo>
                      <a:pt x="4718" y="14984"/>
                    </a:lnTo>
                    <a:lnTo>
                      <a:pt x="4560" y="22824"/>
                    </a:lnTo>
                    <a:lnTo>
                      <a:pt x="11996" y="20286"/>
                    </a:lnTo>
                    <a:lnTo>
                      <a:pt x="19409" y="22824"/>
                    </a:lnTo>
                    <a:lnTo>
                      <a:pt x="19252" y="14984"/>
                    </a:lnTo>
                    <a:lnTo>
                      <a:pt x="23970" y="8716"/>
                    </a:lnTo>
                    <a:lnTo>
                      <a:pt x="16489" y="6425"/>
                    </a:lnTo>
                    <a:lnTo>
                      <a:pt x="1199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592" name="Google Shape;8592;p42">
              <a:extLst>
                <a:ext uri="{FF2B5EF4-FFF2-40B4-BE49-F238E27FC236}">
                  <a16:creationId xmlns:a16="http://schemas.microsoft.com/office/drawing/2014/main" id="{577F0B7F-CA1D-AC6B-87D7-D08945977848}"/>
                </a:ext>
              </a:extLst>
            </p:cNvPr>
            <p:cNvSpPr/>
            <p:nvPr/>
          </p:nvSpPr>
          <p:spPr>
            <a:xfrm>
              <a:off x="445600" y="979650"/>
              <a:ext cx="328149" cy="312474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93" name="Google Shape;8593;p42">
            <a:extLst>
              <a:ext uri="{FF2B5EF4-FFF2-40B4-BE49-F238E27FC236}">
                <a16:creationId xmlns:a16="http://schemas.microsoft.com/office/drawing/2014/main" id="{BDC7A97D-C0BC-51D8-DD04-F18D791CDD0C}"/>
              </a:ext>
            </a:extLst>
          </p:cNvPr>
          <p:cNvGrpSpPr/>
          <p:nvPr/>
        </p:nvGrpSpPr>
        <p:grpSpPr>
          <a:xfrm>
            <a:off x="465813" y="-153575"/>
            <a:ext cx="297100" cy="2315550"/>
            <a:chOff x="8234700" y="-1175"/>
            <a:chExt cx="297100" cy="2315550"/>
          </a:xfrm>
        </p:grpSpPr>
        <p:grpSp>
          <p:nvGrpSpPr>
            <p:cNvPr id="8594" name="Google Shape;8594;p42">
              <a:extLst>
                <a:ext uri="{FF2B5EF4-FFF2-40B4-BE49-F238E27FC236}">
                  <a16:creationId xmlns:a16="http://schemas.microsoft.com/office/drawing/2014/main" id="{5033C649-2CCD-13BE-02AD-5FD896B6CD33}"/>
                </a:ext>
              </a:extLst>
            </p:cNvPr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8595" name="Google Shape;8595;p42">
                <a:extLst>
                  <a:ext uri="{FF2B5EF4-FFF2-40B4-BE49-F238E27FC236}">
                    <a16:creationId xmlns:a16="http://schemas.microsoft.com/office/drawing/2014/main" id="{66ADEDF1-33F0-0DC3-8B60-0194B508224C}"/>
                  </a:ext>
                </a:extLst>
              </p:cNvPr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6" name="Google Shape;8596;p42">
                <a:extLst>
                  <a:ext uri="{FF2B5EF4-FFF2-40B4-BE49-F238E27FC236}">
                    <a16:creationId xmlns:a16="http://schemas.microsoft.com/office/drawing/2014/main" id="{C5EF7F1E-2D16-8E71-2FCB-45995D67B5AB}"/>
                  </a:ext>
                </a:extLst>
              </p:cNvPr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7" name="Google Shape;8597;p42">
                <a:extLst>
                  <a:ext uri="{FF2B5EF4-FFF2-40B4-BE49-F238E27FC236}">
                    <a16:creationId xmlns:a16="http://schemas.microsoft.com/office/drawing/2014/main" id="{93FC4163-F133-889E-5C33-57AB405417A9}"/>
                  </a:ext>
                </a:extLst>
              </p:cNvPr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8" name="Google Shape;8598;p42">
                <a:extLst>
                  <a:ext uri="{FF2B5EF4-FFF2-40B4-BE49-F238E27FC236}">
                    <a16:creationId xmlns:a16="http://schemas.microsoft.com/office/drawing/2014/main" id="{99D2E431-BE08-2D0F-01FA-3FD65AA85E75}"/>
                  </a:ext>
                </a:extLst>
              </p:cNvPr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599" name="Google Shape;8599;p42">
              <a:extLst>
                <a:ext uri="{FF2B5EF4-FFF2-40B4-BE49-F238E27FC236}">
                  <a16:creationId xmlns:a16="http://schemas.microsoft.com/office/drawing/2014/main" id="{B8CE7E2E-1ACC-8377-BC69-B3EC415A4468}"/>
                </a:ext>
              </a:extLst>
            </p:cNvPr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" name="Grupa 5">
            <a:extLst>
              <a:ext uri="{FF2B5EF4-FFF2-40B4-BE49-F238E27FC236}">
                <a16:creationId xmlns:a16="http://schemas.microsoft.com/office/drawing/2014/main" id="{CACE9EA1-F30C-388F-BA03-5E3DFED9691D}"/>
              </a:ext>
            </a:extLst>
          </p:cNvPr>
          <p:cNvGrpSpPr/>
          <p:nvPr/>
        </p:nvGrpSpPr>
        <p:grpSpPr>
          <a:xfrm>
            <a:off x="1295801" y="1236250"/>
            <a:ext cx="6552398" cy="2221200"/>
            <a:chOff x="1295801" y="1236250"/>
            <a:chExt cx="6552398" cy="2221200"/>
          </a:xfrm>
        </p:grpSpPr>
        <p:sp>
          <p:nvSpPr>
            <p:cNvPr id="7" name="Google Shape;6437;p29">
              <a:extLst>
                <a:ext uri="{FF2B5EF4-FFF2-40B4-BE49-F238E27FC236}">
                  <a16:creationId xmlns:a16="http://schemas.microsoft.com/office/drawing/2014/main" id="{5671CF0C-D941-ABFD-FBFF-21FADCDEDC62}"/>
                </a:ext>
              </a:extLst>
            </p:cNvPr>
            <p:cNvSpPr/>
            <p:nvPr/>
          </p:nvSpPr>
          <p:spPr>
            <a:xfrm>
              <a:off x="3947250" y="1236250"/>
              <a:ext cx="1249500" cy="1249500"/>
            </a:xfrm>
            <a:prstGeom prst="ellipse">
              <a:avLst/>
            </a:prstGeom>
            <a:solidFill>
              <a:schemeClr val="accent1"/>
            </a:solidFill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6438;p29">
              <a:extLst>
                <a:ext uri="{FF2B5EF4-FFF2-40B4-BE49-F238E27FC236}">
                  <a16:creationId xmlns:a16="http://schemas.microsoft.com/office/drawing/2014/main" id="{B46D66C5-46B2-E53E-037B-F6A38B4608BA}"/>
                </a:ext>
              </a:extLst>
            </p:cNvPr>
            <p:cNvSpPr txBox="1">
              <a:spLocks/>
            </p:cNvSpPr>
            <p:nvPr/>
          </p:nvSpPr>
          <p:spPr>
            <a:xfrm>
              <a:off x="1295801" y="2726050"/>
              <a:ext cx="6552398" cy="731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4800"/>
                <a:buFont typeface="BioRhyme"/>
                <a:buNone/>
                <a:defRPr sz="9000" b="1" i="0" u="none" strike="noStrike" cap="none">
                  <a:solidFill>
                    <a:schemeClr val="lt2"/>
                  </a:solidFill>
                  <a:latin typeface="BioRhyme"/>
                  <a:ea typeface="BioRhyme"/>
                  <a:cs typeface="BioRhyme"/>
                  <a:sym typeface="BioRhyme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r>
                <a:rPr lang="en-US" sz="5500" dirty="0" err="1">
                  <a:solidFill>
                    <a:schemeClr val="tx2"/>
                  </a:solidFill>
                </a:rPr>
                <a:t>Pregled</a:t>
              </a:r>
              <a:r>
                <a:rPr lang="en-US" sz="5500" dirty="0">
                  <a:solidFill>
                    <a:schemeClr val="tx2"/>
                  </a:solidFill>
                </a:rPr>
                <a:t> </a:t>
              </a:r>
              <a:r>
                <a:rPr lang="en-US" sz="5500" dirty="0" err="1">
                  <a:solidFill>
                    <a:schemeClr val="tx2"/>
                  </a:solidFill>
                </a:rPr>
                <a:t>zahtjeva</a:t>
              </a:r>
              <a:endParaRPr lang="en-US" sz="5500" dirty="0">
                <a:solidFill>
                  <a:schemeClr val="tx2"/>
                </a:solidFill>
              </a:endParaRPr>
            </a:p>
          </p:txBody>
        </p:sp>
        <p:sp>
          <p:nvSpPr>
            <p:cNvPr id="9" name="Google Shape;6439;p29">
              <a:extLst>
                <a:ext uri="{FF2B5EF4-FFF2-40B4-BE49-F238E27FC236}">
                  <a16:creationId xmlns:a16="http://schemas.microsoft.com/office/drawing/2014/main" id="{3BAC615F-655D-9720-544B-C42204A0B7EF}"/>
                </a:ext>
              </a:extLst>
            </p:cNvPr>
            <p:cNvSpPr txBox="1">
              <a:spLocks/>
            </p:cNvSpPr>
            <p:nvPr/>
          </p:nvSpPr>
          <p:spPr>
            <a:xfrm>
              <a:off x="4114800" y="1515548"/>
              <a:ext cx="914400" cy="690900"/>
            </a:xfrm>
            <a:prstGeom prst="rect">
              <a:avLst/>
            </a:prstGeom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/>
              <a:r>
                <a:rPr lang="en" sz="6500" b="1" dirty="0">
                  <a:solidFill>
                    <a:schemeClr val="tx2"/>
                  </a:solidFill>
                  <a:latin typeface="BioRhyme" panose="020B0604020202020204" charset="-18"/>
                  <a:ea typeface="BioRhyme" panose="020B0604020202020204" charset="-18"/>
                </a:rPr>
                <a:t>3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7447225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570">
          <a:extLst>
            <a:ext uri="{FF2B5EF4-FFF2-40B4-BE49-F238E27FC236}">
              <a16:creationId xmlns:a16="http://schemas.microsoft.com/office/drawing/2014/main" id="{17BA9293-D1DE-4C2A-1430-5B82EAA62E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6" name="Google Shape;7576;p37">
            <a:extLst>
              <a:ext uri="{FF2B5EF4-FFF2-40B4-BE49-F238E27FC236}">
                <a16:creationId xmlns:a16="http://schemas.microsoft.com/office/drawing/2014/main" id="{6FD58E59-4BF3-BB0E-B21A-732BCA12334A}"/>
              </a:ext>
            </a:extLst>
          </p:cNvPr>
          <p:cNvSpPr/>
          <p:nvPr/>
        </p:nvSpPr>
        <p:spPr>
          <a:xfrm>
            <a:off x="1439327" y="761776"/>
            <a:ext cx="1080000" cy="10800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80" name="Google Shape;7580;p37">
            <a:extLst>
              <a:ext uri="{FF2B5EF4-FFF2-40B4-BE49-F238E27FC236}">
                <a16:creationId xmlns:a16="http://schemas.microsoft.com/office/drawing/2014/main" id="{2A583172-F01E-944F-30F9-AF6B3CED43A7}"/>
              </a:ext>
            </a:extLst>
          </p:cNvPr>
          <p:cNvSpPr txBox="1">
            <a:spLocks noGrp="1"/>
          </p:cNvSpPr>
          <p:nvPr>
            <p:ph type="title" idx="15"/>
          </p:nvPr>
        </p:nvSpPr>
        <p:spPr>
          <a:xfrm>
            <a:off x="720000" y="185051"/>
            <a:ext cx="77040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Pregled zahtjeva</a:t>
            </a:r>
            <a:endParaRPr dirty="0"/>
          </a:p>
        </p:txBody>
      </p:sp>
      <p:sp>
        <p:nvSpPr>
          <p:cNvPr id="7587" name="Google Shape;7587;p37">
            <a:extLst>
              <a:ext uri="{FF2B5EF4-FFF2-40B4-BE49-F238E27FC236}">
                <a16:creationId xmlns:a16="http://schemas.microsoft.com/office/drawing/2014/main" id="{CB5CC50D-9E1F-5C8D-7876-C7109D050CC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60476" y="1907121"/>
            <a:ext cx="2037697" cy="697144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dirty="0"/>
              <a:t>registracija i prijava računa</a:t>
            </a:r>
            <a:endParaRPr sz="2000" dirty="0"/>
          </a:p>
        </p:txBody>
      </p:sp>
      <p:grpSp>
        <p:nvGrpSpPr>
          <p:cNvPr id="7675" name="Google Shape;7675;p37">
            <a:extLst>
              <a:ext uri="{FF2B5EF4-FFF2-40B4-BE49-F238E27FC236}">
                <a16:creationId xmlns:a16="http://schemas.microsoft.com/office/drawing/2014/main" id="{6A08AB62-DB2E-455C-FE34-CF9157FD7D32}"/>
              </a:ext>
            </a:extLst>
          </p:cNvPr>
          <p:cNvGrpSpPr/>
          <p:nvPr/>
        </p:nvGrpSpPr>
        <p:grpSpPr>
          <a:xfrm>
            <a:off x="-76200" y="2538725"/>
            <a:ext cx="908400" cy="2505550"/>
            <a:chOff x="16129525" y="2597825"/>
            <a:chExt cx="908400" cy="2505550"/>
          </a:xfrm>
        </p:grpSpPr>
        <p:sp>
          <p:nvSpPr>
            <p:cNvPr id="7676" name="Google Shape;7676;p37">
              <a:extLst>
                <a:ext uri="{FF2B5EF4-FFF2-40B4-BE49-F238E27FC236}">
                  <a16:creationId xmlns:a16="http://schemas.microsoft.com/office/drawing/2014/main" id="{FB96FC0E-40A1-75C9-8F2A-14E5EF9633A5}"/>
                </a:ext>
              </a:extLst>
            </p:cNvPr>
            <p:cNvSpPr/>
            <p:nvPr/>
          </p:nvSpPr>
          <p:spPr>
            <a:xfrm>
              <a:off x="16129525" y="4968075"/>
              <a:ext cx="908400" cy="1353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37">
              <a:extLst>
                <a:ext uri="{FF2B5EF4-FFF2-40B4-BE49-F238E27FC236}">
                  <a16:creationId xmlns:a16="http://schemas.microsoft.com/office/drawing/2014/main" id="{A39821B9-A9BF-7AE0-9BED-1DD3FA9568D6}"/>
                </a:ext>
              </a:extLst>
            </p:cNvPr>
            <p:cNvSpPr/>
            <p:nvPr/>
          </p:nvSpPr>
          <p:spPr>
            <a:xfrm>
              <a:off x="16140225" y="3564750"/>
              <a:ext cx="180425" cy="696325"/>
            </a:xfrm>
            <a:custGeom>
              <a:avLst/>
              <a:gdLst/>
              <a:ahLst/>
              <a:cxnLst/>
              <a:rect l="l" t="t" r="r" b="b"/>
              <a:pathLst>
                <a:path w="7217" h="27853" extrusionOk="0">
                  <a:moveTo>
                    <a:pt x="0" y="1"/>
                  </a:moveTo>
                  <a:lnTo>
                    <a:pt x="130" y="3112"/>
                  </a:lnTo>
                  <a:lnTo>
                    <a:pt x="216" y="6526"/>
                  </a:lnTo>
                  <a:lnTo>
                    <a:pt x="367" y="13916"/>
                  </a:lnTo>
                  <a:lnTo>
                    <a:pt x="540" y="21306"/>
                  </a:lnTo>
                  <a:lnTo>
                    <a:pt x="627" y="24741"/>
                  </a:lnTo>
                  <a:lnTo>
                    <a:pt x="756" y="27853"/>
                  </a:lnTo>
                  <a:lnTo>
                    <a:pt x="6180" y="27853"/>
                  </a:lnTo>
                  <a:lnTo>
                    <a:pt x="6309" y="24741"/>
                  </a:lnTo>
                  <a:lnTo>
                    <a:pt x="6439" y="21306"/>
                  </a:lnTo>
                  <a:lnTo>
                    <a:pt x="6698" y="13916"/>
                  </a:lnTo>
                  <a:lnTo>
                    <a:pt x="6958" y="6526"/>
                  </a:lnTo>
                  <a:lnTo>
                    <a:pt x="7087" y="3112"/>
                  </a:lnTo>
                  <a:lnTo>
                    <a:pt x="72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37">
              <a:extLst>
                <a:ext uri="{FF2B5EF4-FFF2-40B4-BE49-F238E27FC236}">
                  <a16:creationId xmlns:a16="http://schemas.microsoft.com/office/drawing/2014/main" id="{0553FC6C-59BB-DE39-D5AD-1E521F2A508C}"/>
                </a:ext>
              </a:extLst>
            </p:cNvPr>
            <p:cNvSpPr/>
            <p:nvPr/>
          </p:nvSpPr>
          <p:spPr>
            <a:xfrm>
              <a:off x="16824625" y="3564750"/>
              <a:ext cx="180450" cy="696325"/>
            </a:xfrm>
            <a:custGeom>
              <a:avLst/>
              <a:gdLst/>
              <a:ahLst/>
              <a:cxnLst/>
              <a:rect l="l" t="t" r="r" b="b"/>
              <a:pathLst>
                <a:path w="7218" h="27853" extrusionOk="0">
                  <a:moveTo>
                    <a:pt x="1" y="1"/>
                  </a:moveTo>
                  <a:lnTo>
                    <a:pt x="130" y="3112"/>
                  </a:lnTo>
                  <a:lnTo>
                    <a:pt x="260" y="6526"/>
                  </a:lnTo>
                  <a:lnTo>
                    <a:pt x="519" y="13916"/>
                  </a:lnTo>
                  <a:lnTo>
                    <a:pt x="779" y="21306"/>
                  </a:lnTo>
                  <a:lnTo>
                    <a:pt x="908" y="24741"/>
                  </a:lnTo>
                  <a:lnTo>
                    <a:pt x="1038" y="27853"/>
                  </a:lnTo>
                  <a:lnTo>
                    <a:pt x="6483" y="27853"/>
                  </a:lnTo>
                  <a:lnTo>
                    <a:pt x="6591" y="24741"/>
                  </a:lnTo>
                  <a:lnTo>
                    <a:pt x="6699" y="21306"/>
                  </a:lnTo>
                  <a:lnTo>
                    <a:pt x="6850" y="13916"/>
                  </a:lnTo>
                  <a:lnTo>
                    <a:pt x="7002" y="6526"/>
                  </a:lnTo>
                  <a:lnTo>
                    <a:pt x="7110" y="3112"/>
                  </a:lnTo>
                  <a:lnTo>
                    <a:pt x="7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37">
              <a:extLst>
                <a:ext uri="{FF2B5EF4-FFF2-40B4-BE49-F238E27FC236}">
                  <a16:creationId xmlns:a16="http://schemas.microsoft.com/office/drawing/2014/main" id="{2A9A83C9-4135-36B8-0F64-F8E1AC9A9DE4}"/>
                </a:ext>
              </a:extLst>
            </p:cNvPr>
            <p:cNvSpPr/>
            <p:nvPr/>
          </p:nvSpPr>
          <p:spPr>
            <a:xfrm>
              <a:off x="16228275" y="3067250"/>
              <a:ext cx="244725" cy="485100"/>
            </a:xfrm>
            <a:custGeom>
              <a:avLst/>
              <a:gdLst/>
              <a:ahLst/>
              <a:cxnLst/>
              <a:rect l="l" t="t" r="r" b="b"/>
              <a:pathLst>
                <a:path w="9789" h="19404" extrusionOk="0">
                  <a:moveTo>
                    <a:pt x="6331" y="0"/>
                  </a:moveTo>
                  <a:lnTo>
                    <a:pt x="6201" y="22"/>
                  </a:lnTo>
                  <a:lnTo>
                    <a:pt x="6072" y="65"/>
                  </a:lnTo>
                  <a:lnTo>
                    <a:pt x="5942" y="108"/>
                  </a:lnTo>
                  <a:lnTo>
                    <a:pt x="5812" y="173"/>
                  </a:lnTo>
                  <a:lnTo>
                    <a:pt x="5683" y="259"/>
                  </a:lnTo>
                  <a:lnTo>
                    <a:pt x="5553" y="346"/>
                  </a:lnTo>
                  <a:lnTo>
                    <a:pt x="5316" y="584"/>
                  </a:lnTo>
                  <a:lnTo>
                    <a:pt x="5078" y="864"/>
                  </a:lnTo>
                  <a:lnTo>
                    <a:pt x="4840" y="1189"/>
                  </a:lnTo>
                  <a:lnTo>
                    <a:pt x="4624" y="1556"/>
                  </a:lnTo>
                  <a:lnTo>
                    <a:pt x="4430" y="1966"/>
                  </a:lnTo>
                  <a:lnTo>
                    <a:pt x="4235" y="2399"/>
                  </a:lnTo>
                  <a:lnTo>
                    <a:pt x="4062" y="2874"/>
                  </a:lnTo>
                  <a:lnTo>
                    <a:pt x="3911" y="3349"/>
                  </a:lnTo>
                  <a:lnTo>
                    <a:pt x="3760" y="3868"/>
                  </a:lnTo>
                  <a:lnTo>
                    <a:pt x="3652" y="4387"/>
                  </a:lnTo>
                  <a:lnTo>
                    <a:pt x="3544" y="4905"/>
                  </a:lnTo>
                  <a:lnTo>
                    <a:pt x="3457" y="5424"/>
                  </a:lnTo>
                  <a:lnTo>
                    <a:pt x="3392" y="5964"/>
                  </a:lnTo>
                  <a:lnTo>
                    <a:pt x="3349" y="6223"/>
                  </a:lnTo>
                  <a:lnTo>
                    <a:pt x="3284" y="6526"/>
                  </a:lnTo>
                  <a:lnTo>
                    <a:pt x="3220" y="6828"/>
                  </a:lnTo>
                  <a:lnTo>
                    <a:pt x="3112" y="7152"/>
                  </a:lnTo>
                  <a:lnTo>
                    <a:pt x="2874" y="7822"/>
                  </a:lnTo>
                  <a:lnTo>
                    <a:pt x="2571" y="8535"/>
                  </a:lnTo>
                  <a:lnTo>
                    <a:pt x="1902" y="10091"/>
                  </a:lnTo>
                  <a:lnTo>
                    <a:pt x="1188" y="11711"/>
                  </a:lnTo>
                  <a:lnTo>
                    <a:pt x="864" y="12533"/>
                  </a:lnTo>
                  <a:lnTo>
                    <a:pt x="562" y="13354"/>
                  </a:lnTo>
                  <a:lnTo>
                    <a:pt x="324" y="14153"/>
                  </a:lnTo>
                  <a:lnTo>
                    <a:pt x="216" y="14542"/>
                  </a:lnTo>
                  <a:lnTo>
                    <a:pt x="130" y="14909"/>
                  </a:lnTo>
                  <a:lnTo>
                    <a:pt x="65" y="15298"/>
                  </a:lnTo>
                  <a:lnTo>
                    <a:pt x="22" y="15644"/>
                  </a:lnTo>
                  <a:lnTo>
                    <a:pt x="0" y="16011"/>
                  </a:lnTo>
                  <a:lnTo>
                    <a:pt x="0" y="16357"/>
                  </a:lnTo>
                  <a:lnTo>
                    <a:pt x="43" y="16681"/>
                  </a:lnTo>
                  <a:lnTo>
                    <a:pt x="87" y="17005"/>
                  </a:lnTo>
                  <a:lnTo>
                    <a:pt x="173" y="17286"/>
                  </a:lnTo>
                  <a:lnTo>
                    <a:pt x="303" y="17589"/>
                  </a:lnTo>
                  <a:lnTo>
                    <a:pt x="454" y="17848"/>
                  </a:lnTo>
                  <a:lnTo>
                    <a:pt x="627" y="18086"/>
                  </a:lnTo>
                  <a:lnTo>
                    <a:pt x="821" y="18302"/>
                  </a:lnTo>
                  <a:lnTo>
                    <a:pt x="1059" y="18496"/>
                  </a:lnTo>
                  <a:lnTo>
                    <a:pt x="1297" y="18669"/>
                  </a:lnTo>
                  <a:lnTo>
                    <a:pt x="1577" y="18820"/>
                  </a:lnTo>
                  <a:lnTo>
                    <a:pt x="1858" y="18950"/>
                  </a:lnTo>
                  <a:lnTo>
                    <a:pt x="2161" y="19058"/>
                  </a:lnTo>
                  <a:lnTo>
                    <a:pt x="2485" y="19166"/>
                  </a:lnTo>
                  <a:lnTo>
                    <a:pt x="2809" y="19231"/>
                  </a:lnTo>
                  <a:lnTo>
                    <a:pt x="3155" y="19296"/>
                  </a:lnTo>
                  <a:lnTo>
                    <a:pt x="3500" y="19339"/>
                  </a:lnTo>
                  <a:lnTo>
                    <a:pt x="3868" y="19382"/>
                  </a:lnTo>
                  <a:lnTo>
                    <a:pt x="4214" y="19404"/>
                  </a:lnTo>
                  <a:lnTo>
                    <a:pt x="4948" y="19404"/>
                  </a:lnTo>
                  <a:lnTo>
                    <a:pt x="5683" y="19339"/>
                  </a:lnTo>
                  <a:lnTo>
                    <a:pt x="6396" y="19253"/>
                  </a:lnTo>
                  <a:lnTo>
                    <a:pt x="7066" y="19144"/>
                  </a:lnTo>
                  <a:lnTo>
                    <a:pt x="7692" y="18993"/>
                  </a:lnTo>
                  <a:lnTo>
                    <a:pt x="8254" y="18842"/>
                  </a:lnTo>
                  <a:lnTo>
                    <a:pt x="8751" y="18669"/>
                  </a:lnTo>
                  <a:lnTo>
                    <a:pt x="9140" y="18475"/>
                  </a:lnTo>
                  <a:lnTo>
                    <a:pt x="9291" y="18388"/>
                  </a:lnTo>
                  <a:lnTo>
                    <a:pt x="9399" y="18302"/>
                  </a:lnTo>
                  <a:lnTo>
                    <a:pt x="9464" y="18237"/>
                  </a:lnTo>
                  <a:lnTo>
                    <a:pt x="9507" y="18172"/>
                  </a:lnTo>
                  <a:lnTo>
                    <a:pt x="9594" y="17934"/>
                  </a:lnTo>
                  <a:lnTo>
                    <a:pt x="9659" y="17632"/>
                  </a:lnTo>
                  <a:lnTo>
                    <a:pt x="9702" y="17243"/>
                  </a:lnTo>
                  <a:lnTo>
                    <a:pt x="9745" y="16789"/>
                  </a:lnTo>
                  <a:lnTo>
                    <a:pt x="9767" y="16249"/>
                  </a:lnTo>
                  <a:lnTo>
                    <a:pt x="9788" y="15666"/>
                  </a:lnTo>
                  <a:lnTo>
                    <a:pt x="9767" y="15039"/>
                  </a:lnTo>
                  <a:lnTo>
                    <a:pt x="9723" y="13613"/>
                  </a:lnTo>
                  <a:lnTo>
                    <a:pt x="9615" y="12057"/>
                  </a:lnTo>
                  <a:lnTo>
                    <a:pt x="9464" y="10437"/>
                  </a:lnTo>
                  <a:lnTo>
                    <a:pt x="9270" y="8751"/>
                  </a:lnTo>
                  <a:lnTo>
                    <a:pt x="9032" y="7087"/>
                  </a:lnTo>
                  <a:lnTo>
                    <a:pt x="8881" y="6288"/>
                  </a:lnTo>
                  <a:lnTo>
                    <a:pt x="8751" y="5489"/>
                  </a:lnTo>
                  <a:lnTo>
                    <a:pt x="8578" y="4732"/>
                  </a:lnTo>
                  <a:lnTo>
                    <a:pt x="8427" y="3998"/>
                  </a:lnTo>
                  <a:lnTo>
                    <a:pt x="8254" y="3306"/>
                  </a:lnTo>
                  <a:lnTo>
                    <a:pt x="8060" y="2680"/>
                  </a:lnTo>
                  <a:lnTo>
                    <a:pt x="7865" y="2096"/>
                  </a:lnTo>
                  <a:lnTo>
                    <a:pt x="7671" y="1556"/>
                  </a:lnTo>
                  <a:lnTo>
                    <a:pt x="7476" y="1102"/>
                  </a:lnTo>
                  <a:lnTo>
                    <a:pt x="7260" y="713"/>
                  </a:lnTo>
                  <a:lnTo>
                    <a:pt x="7152" y="540"/>
                  </a:lnTo>
                  <a:lnTo>
                    <a:pt x="7023" y="411"/>
                  </a:lnTo>
                  <a:lnTo>
                    <a:pt x="6914" y="281"/>
                  </a:lnTo>
                  <a:lnTo>
                    <a:pt x="6806" y="173"/>
                  </a:lnTo>
                  <a:lnTo>
                    <a:pt x="6698" y="108"/>
                  </a:lnTo>
                  <a:lnTo>
                    <a:pt x="6569" y="43"/>
                  </a:lnTo>
                  <a:lnTo>
                    <a:pt x="6461" y="22"/>
                  </a:lnTo>
                  <a:lnTo>
                    <a:pt x="633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37">
              <a:extLst>
                <a:ext uri="{FF2B5EF4-FFF2-40B4-BE49-F238E27FC236}">
                  <a16:creationId xmlns:a16="http://schemas.microsoft.com/office/drawing/2014/main" id="{02C731F1-9266-DAD2-596B-91A5ACC4D4AD}"/>
                </a:ext>
              </a:extLst>
            </p:cNvPr>
            <p:cNvSpPr/>
            <p:nvPr/>
          </p:nvSpPr>
          <p:spPr>
            <a:xfrm>
              <a:off x="16228275" y="3067250"/>
              <a:ext cx="244725" cy="485100"/>
            </a:xfrm>
            <a:custGeom>
              <a:avLst/>
              <a:gdLst/>
              <a:ahLst/>
              <a:cxnLst/>
              <a:rect l="l" t="t" r="r" b="b"/>
              <a:pathLst>
                <a:path w="9789" h="19404" fill="none" extrusionOk="0">
                  <a:moveTo>
                    <a:pt x="6331" y="0"/>
                  </a:moveTo>
                  <a:lnTo>
                    <a:pt x="6331" y="0"/>
                  </a:lnTo>
                  <a:lnTo>
                    <a:pt x="6201" y="22"/>
                  </a:lnTo>
                  <a:lnTo>
                    <a:pt x="6072" y="65"/>
                  </a:lnTo>
                  <a:lnTo>
                    <a:pt x="5942" y="108"/>
                  </a:lnTo>
                  <a:lnTo>
                    <a:pt x="5812" y="173"/>
                  </a:lnTo>
                  <a:lnTo>
                    <a:pt x="5683" y="259"/>
                  </a:lnTo>
                  <a:lnTo>
                    <a:pt x="5553" y="346"/>
                  </a:lnTo>
                  <a:lnTo>
                    <a:pt x="5316" y="584"/>
                  </a:lnTo>
                  <a:lnTo>
                    <a:pt x="5078" y="864"/>
                  </a:lnTo>
                  <a:lnTo>
                    <a:pt x="4840" y="1189"/>
                  </a:lnTo>
                  <a:lnTo>
                    <a:pt x="4624" y="1556"/>
                  </a:lnTo>
                  <a:lnTo>
                    <a:pt x="4430" y="1966"/>
                  </a:lnTo>
                  <a:lnTo>
                    <a:pt x="4235" y="2399"/>
                  </a:lnTo>
                  <a:lnTo>
                    <a:pt x="4062" y="2874"/>
                  </a:lnTo>
                  <a:lnTo>
                    <a:pt x="3911" y="3349"/>
                  </a:lnTo>
                  <a:lnTo>
                    <a:pt x="3760" y="3868"/>
                  </a:lnTo>
                  <a:lnTo>
                    <a:pt x="3652" y="4387"/>
                  </a:lnTo>
                  <a:lnTo>
                    <a:pt x="3544" y="4905"/>
                  </a:lnTo>
                  <a:lnTo>
                    <a:pt x="3457" y="5424"/>
                  </a:lnTo>
                  <a:lnTo>
                    <a:pt x="3392" y="5964"/>
                  </a:lnTo>
                  <a:lnTo>
                    <a:pt x="3392" y="5964"/>
                  </a:lnTo>
                  <a:lnTo>
                    <a:pt x="3349" y="6223"/>
                  </a:lnTo>
                  <a:lnTo>
                    <a:pt x="3284" y="6526"/>
                  </a:lnTo>
                  <a:lnTo>
                    <a:pt x="3220" y="6828"/>
                  </a:lnTo>
                  <a:lnTo>
                    <a:pt x="3112" y="7152"/>
                  </a:lnTo>
                  <a:lnTo>
                    <a:pt x="2874" y="7822"/>
                  </a:lnTo>
                  <a:lnTo>
                    <a:pt x="2571" y="8535"/>
                  </a:lnTo>
                  <a:lnTo>
                    <a:pt x="1902" y="10091"/>
                  </a:lnTo>
                  <a:lnTo>
                    <a:pt x="1188" y="11711"/>
                  </a:lnTo>
                  <a:lnTo>
                    <a:pt x="864" y="12533"/>
                  </a:lnTo>
                  <a:lnTo>
                    <a:pt x="562" y="13354"/>
                  </a:lnTo>
                  <a:lnTo>
                    <a:pt x="324" y="14153"/>
                  </a:lnTo>
                  <a:lnTo>
                    <a:pt x="216" y="14542"/>
                  </a:lnTo>
                  <a:lnTo>
                    <a:pt x="130" y="14909"/>
                  </a:lnTo>
                  <a:lnTo>
                    <a:pt x="65" y="15298"/>
                  </a:lnTo>
                  <a:lnTo>
                    <a:pt x="22" y="15644"/>
                  </a:lnTo>
                  <a:lnTo>
                    <a:pt x="0" y="16011"/>
                  </a:lnTo>
                  <a:lnTo>
                    <a:pt x="0" y="16357"/>
                  </a:lnTo>
                  <a:lnTo>
                    <a:pt x="43" y="16681"/>
                  </a:lnTo>
                  <a:lnTo>
                    <a:pt x="87" y="17005"/>
                  </a:lnTo>
                  <a:lnTo>
                    <a:pt x="173" y="17286"/>
                  </a:lnTo>
                  <a:lnTo>
                    <a:pt x="303" y="17589"/>
                  </a:lnTo>
                  <a:lnTo>
                    <a:pt x="303" y="17589"/>
                  </a:lnTo>
                  <a:lnTo>
                    <a:pt x="454" y="17848"/>
                  </a:lnTo>
                  <a:lnTo>
                    <a:pt x="627" y="18086"/>
                  </a:lnTo>
                  <a:lnTo>
                    <a:pt x="821" y="18302"/>
                  </a:lnTo>
                  <a:lnTo>
                    <a:pt x="1059" y="18496"/>
                  </a:lnTo>
                  <a:lnTo>
                    <a:pt x="1297" y="18669"/>
                  </a:lnTo>
                  <a:lnTo>
                    <a:pt x="1577" y="18820"/>
                  </a:lnTo>
                  <a:lnTo>
                    <a:pt x="1858" y="18950"/>
                  </a:lnTo>
                  <a:lnTo>
                    <a:pt x="2161" y="19058"/>
                  </a:lnTo>
                  <a:lnTo>
                    <a:pt x="2485" y="19166"/>
                  </a:lnTo>
                  <a:lnTo>
                    <a:pt x="2809" y="19231"/>
                  </a:lnTo>
                  <a:lnTo>
                    <a:pt x="3155" y="19296"/>
                  </a:lnTo>
                  <a:lnTo>
                    <a:pt x="3500" y="19339"/>
                  </a:lnTo>
                  <a:lnTo>
                    <a:pt x="3868" y="19382"/>
                  </a:lnTo>
                  <a:lnTo>
                    <a:pt x="4214" y="19404"/>
                  </a:lnTo>
                  <a:lnTo>
                    <a:pt x="4948" y="19404"/>
                  </a:lnTo>
                  <a:lnTo>
                    <a:pt x="5683" y="19339"/>
                  </a:lnTo>
                  <a:lnTo>
                    <a:pt x="6396" y="19253"/>
                  </a:lnTo>
                  <a:lnTo>
                    <a:pt x="7066" y="19144"/>
                  </a:lnTo>
                  <a:lnTo>
                    <a:pt x="7692" y="18993"/>
                  </a:lnTo>
                  <a:lnTo>
                    <a:pt x="8254" y="18842"/>
                  </a:lnTo>
                  <a:lnTo>
                    <a:pt x="8751" y="18669"/>
                  </a:lnTo>
                  <a:lnTo>
                    <a:pt x="9140" y="18475"/>
                  </a:lnTo>
                  <a:lnTo>
                    <a:pt x="9291" y="18388"/>
                  </a:lnTo>
                  <a:lnTo>
                    <a:pt x="9399" y="18302"/>
                  </a:lnTo>
                  <a:lnTo>
                    <a:pt x="9399" y="18302"/>
                  </a:lnTo>
                  <a:lnTo>
                    <a:pt x="9464" y="18237"/>
                  </a:lnTo>
                  <a:lnTo>
                    <a:pt x="9507" y="18172"/>
                  </a:lnTo>
                  <a:lnTo>
                    <a:pt x="9594" y="17934"/>
                  </a:lnTo>
                  <a:lnTo>
                    <a:pt x="9659" y="17632"/>
                  </a:lnTo>
                  <a:lnTo>
                    <a:pt x="9702" y="17243"/>
                  </a:lnTo>
                  <a:lnTo>
                    <a:pt x="9745" y="16789"/>
                  </a:lnTo>
                  <a:lnTo>
                    <a:pt x="9767" y="16249"/>
                  </a:lnTo>
                  <a:lnTo>
                    <a:pt x="9788" y="15666"/>
                  </a:lnTo>
                  <a:lnTo>
                    <a:pt x="9767" y="15039"/>
                  </a:lnTo>
                  <a:lnTo>
                    <a:pt x="9723" y="13613"/>
                  </a:lnTo>
                  <a:lnTo>
                    <a:pt x="9615" y="12057"/>
                  </a:lnTo>
                  <a:lnTo>
                    <a:pt x="9464" y="10437"/>
                  </a:lnTo>
                  <a:lnTo>
                    <a:pt x="9270" y="8751"/>
                  </a:lnTo>
                  <a:lnTo>
                    <a:pt x="9032" y="7087"/>
                  </a:lnTo>
                  <a:lnTo>
                    <a:pt x="8881" y="6288"/>
                  </a:lnTo>
                  <a:lnTo>
                    <a:pt x="8751" y="5489"/>
                  </a:lnTo>
                  <a:lnTo>
                    <a:pt x="8578" y="4732"/>
                  </a:lnTo>
                  <a:lnTo>
                    <a:pt x="8427" y="3998"/>
                  </a:lnTo>
                  <a:lnTo>
                    <a:pt x="8254" y="3306"/>
                  </a:lnTo>
                  <a:lnTo>
                    <a:pt x="8060" y="2680"/>
                  </a:lnTo>
                  <a:lnTo>
                    <a:pt x="7865" y="2096"/>
                  </a:lnTo>
                  <a:lnTo>
                    <a:pt x="7671" y="1556"/>
                  </a:lnTo>
                  <a:lnTo>
                    <a:pt x="7476" y="1102"/>
                  </a:lnTo>
                  <a:lnTo>
                    <a:pt x="7260" y="713"/>
                  </a:lnTo>
                  <a:lnTo>
                    <a:pt x="7152" y="540"/>
                  </a:lnTo>
                  <a:lnTo>
                    <a:pt x="7023" y="411"/>
                  </a:lnTo>
                  <a:lnTo>
                    <a:pt x="6914" y="281"/>
                  </a:lnTo>
                  <a:lnTo>
                    <a:pt x="6806" y="173"/>
                  </a:lnTo>
                  <a:lnTo>
                    <a:pt x="6698" y="108"/>
                  </a:lnTo>
                  <a:lnTo>
                    <a:pt x="6569" y="43"/>
                  </a:lnTo>
                  <a:lnTo>
                    <a:pt x="6461" y="22"/>
                  </a:lnTo>
                  <a:lnTo>
                    <a:pt x="63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37">
              <a:extLst>
                <a:ext uri="{FF2B5EF4-FFF2-40B4-BE49-F238E27FC236}">
                  <a16:creationId xmlns:a16="http://schemas.microsoft.com/office/drawing/2014/main" id="{64D5B04A-1F5B-44C9-4EEA-DE57109FBE52}"/>
                </a:ext>
              </a:extLst>
            </p:cNvPr>
            <p:cNvSpPr/>
            <p:nvPr/>
          </p:nvSpPr>
          <p:spPr>
            <a:xfrm>
              <a:off x="16682025" y="3067775"/>
              <a:ext cx="244175" cy="484575"/>
            </a:xfrm>
            <a:custGeom>
              <a:avLst/>
              <a:gdLst/>
              <a:ahLst/>
              <a:cxnLst/>
              <a:rect l="l" t="t" r="r" b="b"/>
              <a:pathLst>
                <a:path w="9767" h="19383" extrusionOk="0">
                  <a:moveTo>
                    <a:pt x="3350" y="1"/>
                  </a:moveTo>
                  <a:lnTo>
                    <a:pt x="3220" y="44"/>
                  </a:lnTo>
                  <a:lnTo>
                    <a:pt x="3112" y="87"/>
                  </a:lnTo>
                  <a:lnTo>
                    <a:pt x="2982" y="174"/>
                  </a:lnTo>
                  <a:lnTo>
                    <a:pt x="2874" y="260"/>
                  </a:lnTo>
                  <a:lnTo>
                    <a:pt x="2766" y="390"/>
                  </a:lnTo>
                  <a:lnTo>
                    <a:pt x="2658" y="541"/>
                  </a:lnTo>
                  <a:lnTo>
                    <a:pt x="2528" y="692"/>
                  </a:lnTo>
                  <a:lnTo>
                    <a:pt x="2334" y="1081"/>
                  </a:lnTo>
                  <a:lnTo>
                    <a:pt x="2118" y="1557"/>
                  </a:lnTo>
                  <a:lnTo>
                    <a:pt x="1923" y="2075"/>
                  </a:lnTo>
                  <a:lnTo>
                    <a:pt x="1729" y="2659"/>
                  </a:lnTo>
                  <a:lnTo>
                    <a:pt x="1534" y="3307"/>
                  </a:lnTo>
                  <a:lnTo>
                    <a:pt x="1362" y="3977"/>
                  </a:lnTo>
                  <a:lnTo>
                    <a:pt x="1210" y="4711"/>
                  </a:lnTo>
                  <a:lnTo>
                    <a:pt x="1038" y="5468"/>
                  </a:lnTo>
                  <a:lnTo>
                    <a:pt x="886" y="6267"/>
                  </a:lnTo>
                  <a:lnTo>
                    <a:pt x="757" y="7066"/>
                  </a:lnTo>
                  <a:lnTo>
                    <a:pt x="519" y="8730"/>
                  </a:lnTo>
                  <a:lnTo>
                    <a:pt x="303" y="10416"/>
                  </a:lnTo>
                  <a:lnTo>
                    <a:pt x="152" y="12058"/>
                  </a:lnTo>
                  <a:lnTo>
                    <a:pt x="44" y="13614"/>
                  </a:lnTo>
                  <a:lnTo>
                    <a:pt x="0" y="15018"/>
                  </a:lnTo>
                  <a:lnTo>
                    <a:pt x="0" y="15666"/>
                  </a:lnTo>
                  <a:lnTo>
                    <a:pt x="0" y="16250"/>
                  </a:lnTo>
                  <a:lnTo>
                    <a:pt x="22" y="16768"/>
                  </a:lnTo>
                  <a:lnTo>
                    <a:pt x="65" y="17222"/>
                  </a:lnTo>
                  <a:lnTo>
                    <a:pt x="108" y="17611"/>
                  </a:lnTo>
                  <a:lnTo>
                    <a:pt x="173" y="17935"/>
                  </a:lnTo>
                  <a:lnTo>
                    <a:pt x="260" y="18151"/>
                  </a:lnTo>
                  <a:lnTo>
                    <a:pt x="303" y="18238"/>
                  </a:lnTo>
                  <a:lnTo>
                    <a:pt x="368" y="18281"/>
                  </a:lnTo>
                  <a:lnTo>
                    <a:pt x="476" y="18367"/>
                  </a:lnTo>
                  <a:lnTo>
                    <a:pt x="649" y="18475"/>
                  </a:lnTo>
                  <a:lnTo>
                    <a:pt x="1016" y="18648"/>
                  </a:lnTo>
                  <a:lnTo>
                    <a:pt x="1513" y="18821"/>
                  </a:lnTo>
                  <a:lnTo>
                    <a:pt x="2075" y="18994"/>
                  </a:lnTo>
                  <a:lnTo>
                    <a:pt x="2701" y="19123"/>
                  </a:lnTo>
                  <a:lnTo>
                    <a:pt x="3371" y="19253"/>
                  </a:lnTo>
                  <a:lnTo>
                    <a:pt x="4084" y="19340"/>
                  </a:lnTo>
                  <a:lnTo>
                    <a:pt x="4819" y="19383"/>
                  </a:lnTo>
                  <a:lnTo>
                    <a:pt x="5532" y="19383"/>
                  </a:lnTo>
                  <a:lnTo>
                    <a:pt x="5899" y="19361"/>
                  </a:lnTo>
                  <a:lnTo>
                    <a:pt x="6267" y="19340"/>
                  </a:lnTo>
                  <a:lnTo>
                    <a:pt x="6612" y="19296"/>
                  </a:lnTo>
                  <a:lnTo>
                    <a:pt x="6958" y="19232"/>
                  </a:lnTo>
                  <a:lnTo>
                    <a:pt x="7282" y="19145"/>
                  </a:lnTo>
                  <a:lnTo>
                    <a:pt x="7606" y="19059"/>
                  </a:lnTo>
                  <a:lnTo>
                    <a:pt x="7909" y="18951"/>
                  </a:lnTo>
                  <a:lnTo>
                    <a:pt x="8190" y="18821"/>
                  </a:lnTo>
                  <a:lnTo>
                    <a:pt x="8471" y="18670"/>
                  </a:lnTo>
                  <a:lnTo>
                    <a:pt x="8708" y="18497"/>
                  </a:lnTo>
                  <a:lnTo>
                    <a:pt x="8946" y="18302"/>
                  </a:lnTo>
                  <a:lnTo>
                    <a:pt x="9140" y="18086"/>
                  </a:lnTo>
                  <a:lnTo>
                    <a:pt x="9335" y="17849"/>
                  </a:lnTo>
                  <a:lnTo>
                    <a:pt x="9464" y="17568"/>
                  </a:lnTo>
                  <a:lnTo>
                    <a:pt x="9594" y="17287"/>
                  </a:lnTo>
                  <a:lnTo>
                    <a:pt x="9681" y="16984"/>
                  </a:lnTo>
                  <a:lnTo>
                    <a:pt x="9745" y="16682"/>
                  </a:lnTo>
                  <a:lnTo>
                    <a:pt x="9767" y="16358"/>
                  </a:lnTo>
                  <a:lnTo>
                    <a:pt x="9767" y="16012"/>
                  </a:lnTo>
                  <a:lnTo>
                    <a:pt x="9745" y="15645"/>
                  </a:lnTo>
                  <a:lnTo>
                    <a:pt x="9702" y="15277"/>
                  </a:lnTo>
                  <a:lnTo>
                    <a:pt x="9637" y="14910"/>
                  </a:lnTo>
                  <a:lnTo>
                    <a:pt x="9551" y="14521"/>
                  </a:lnTo>
                  <a:lnTo>
                    <a:pt x="9464" y="14132"/>
                  </a:lnTo>
                  <a:lnTo>
                    <a:pt x="9205" y="13354"/>
                  </a:lnTo>
                  <a:lnTo>
                    <a:pt x="8903" y="12533"/>
                  </a:lnTo>
                  <a:lnTo>
                    <a:pt x="8579" y="11712"/>
                  </a:lnTo>
                  <a:lnTo>
                    <a:pt x="7865" y="10092"/>
                  </a:lnTo>
                  <a:lnTo>
                    <a:pt x="7196" y="8536"/>
                  </a:lnTo>
                  <a:lnTo>
                    <a:pt x="6915" y="7823"/>
                  </a:lnTo>
                  <a:lnTo>
                    <a:pt x="6677" y="7131"/>
                  </a:lnTo>
                  <a:lnTo>
                    <a:pt x="6569" y="6807"/>
                  </a:lnTo>
                  <a:lnTo>
                    <a:pt x="6504" y="6505"/>
                  </a:lnTo>
                  <a:lnTo>
                    <a:pt x="6439" y="6224"/>
                  </a:lnTo>
                  <a:lnTo>
                    <a:pt x="6396" y="5943"/>
                  </a:lnTo>
                  <a:lnTo>
                    <a:pt x="6331" y="5424"/>
                  </a:lnTo>
                  <a:lnTo>
                    <a:pt x="6245" y="4906"/>
                  </a:lnTo>
                  <a:lnTo>
                    <a:pt x="6137" y="4366"/>
                  </a:lnTo>
                  <a:lnTo>
                    <a:pt x="6029" y="3847"/>
                  </a:lnTo>
                  <a:lnTo>
                    <a:pt x="5878" y="3350"/>
                  </a:lnTo>
                  <a:lnTo>
                    <a:pt x="5726" y="2853"/>
                  </a:lnTo>
                  <a:lnTo>
                    <a:pt x="5553" y="2399"/>
                  </a:lnTo>
                  <a:lnTo>
                    <a:pt x="5359" y="1945"/>
                  </a:lnTo>
                  <a:lnTo>
                    <a:pt x="5165" y="1557"/>
                  </a:lnTo>
                  <a:lnTo>
                    <a:pt x="4948" y="1189"/>
                  </a:lnTo>
                  <a:lnTo>
                    <a:pt x="4711" y="843"/>
                  </a:lnTo>
                  <a:lnTo>
                    <a:pt x="4473" y="563"/>
                  </a:lnTo>
                  <a:lnTo>
                    <a:pt x="4235" y="347"/>
                  </a:lnTo>
                  <a:lnTo>
                    <a:pt x="4106" y="238"/>
                  </a:lnTo>
                  <a:lnTo>
                    <a:pt x="3976" y="152"/>
                  </a:lnTo>
                  <a:lnTo>
                    <a:pt x="3846" y="87"/>
                  </a:lnTo>
                  <a:lnTo>
                    <a:pt x="3717" y="44"/>
                  </a:lnTo>
                  <a:lnTo>
                    <a:pt x="3587" y="22"/>
                  </a:lnTo>
                  <a:lnTo>
                    <a:pt x="345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37">
              <a:extLst>
                <a:ext uri="{FF2B5EF4-FFF2-40B4-BE49-F238E27FC236}">
                  <a16:creationId xmlns:a16="http://schemas.microsoft.com/office/drawing/2014/main" id="{9EFAD6FC-F8AA-8D25-A802-7894162F851A}"/>
                </a:ext>
              </a:extLst>
            </p:cNvPr>
            <p:cNvSpPr/>
            <p:nvPr/>
          </p:nvSpPr>
          <p:spPr>
            <a:xfrm>
              <a:off x="16682025" y="3067775"/>
              <a:ext cx="244175" cy="484575"/>
            </a:xfrm>
            <a:custGeom>
              <a:avLst/>
              <a:gdLst/>
              <a:ahLst/>
              <a:cxnLst/>
              <a:rect l="l" t="t" r="r" b="b"/>
              <a:pathLst>
                <a:path w="9767" h="19383" fill="none" extrusionOk="0">
                  <a:moveTo>
                    <a:pt x="3458" y="1"/>
                  </a:moveTo>
                  <a:lnTo>
                    <a:pt x="3458" y="1"/>
                  </a:lnTo>
                  <a:lnTo>
                    <a:pt x="3587" y="22"/>
                  </a:lnTo>
                  <a:lnTo>
                    <a:pt x="3717" y="44"/>
                  </a:lnTo>
                  <a:lnTo>
                    <a:pt x="3846" y="87"/>
                  </a:lnTo>
                  <a:lnTo>
                    <a:pt x="3976" y="152"/>
                  </a:lnTo>
                  <a:lnTo>
                    <a:pt x="4106" y="238"/>
                  </a:lnTo>
                  <a:lnTo>
                    <a:pt x="4235" y="347"/>
                  </a:lnTo>
                  <a:lnTo>
                    <a:pt x="4473" y="563"/>
                  </a:lnTo>
                  <a:lnTo>
                    <a:pt x="4711" y="843"/>
                  </a:lnTo>
                  <a:lnTo>
                    <a:pt x="4948" y="1189"/>
                  </a:lnTo>
                  <a:lnTo>
                    <a:pt x="5165" y="1557"/>
                  </a:lnTo>
                  <a:lnTo>
                    <a:pt x="5359" y="1945"/>
                  </a:lnTo>
                  <a:lnTo>
                    <a:pt x="5553" y="2399"/>
                  </a:lnTo>
                  <a:lnTo>
                    <a:pt x="5726" y="2853"/>
                  </a:lnTo>
                  <a:lnTo>
                    <a:pt x="5878" y="3350"/>
                  </a:lnTo>
                  <a:lnTo>
                    <a:pt x="6029" y="3847"/>
                  </a:lnTo>
                  <a:lnTo>
                    <a:pt x="6137" y="4366"/>
                  </a:lnTo>
                  <a:lnTo>
                    <a:pt x="6245" y="4906"/>
                  </a:lnTo>
                  <a:lnTo>
                    <a:pt x="6331" y="5424"/>
                  </a:lnTo>
                  <a:lnTo>
                    <a:pt x="6396" y="5943"/>
                  </a:lnTo>
                  <a:lnTo>
                    <a:pt x="6396" y="5943"/>
                  </a:lnTo>
                  <a:lnTo>
                    <a:pt x="6439" y="6224"/>
                  </a:lnTo>
                  <a:lnTo>
                    <a:pt x="6504" y="6505"/>
                  </a:lnTo>
                  <a:lnTo>
                    <a:pt x="6569" y="6807"/>
                  </a:lnTo>
                  <a:lnTo>
                    <a:pt x="6677" y="7131"/>
                  </a:lnTo>
                  <a:lnTo>
                    <a:pt x="6915" y="7823"/>
                  </a:lnTo>
                  <a:lnTo>
                    <a:pt x="7196" y="8536"/>
                  </a:lnTo>
                  <a:lnTo>
                    <a:pt x="7865" y="10092"/>
                  </a:lnTo>
                  <a:lnTo>
                    <a:pt x="8579" y="11712"/>
                  </a:lnTo>
                  <a:lnTo>
                    <a:pt x="8903" y="12533"/>
                  </a:lnTo>
                  <a:lnTo>
                    <a:pt x="9205" y="13354"/>
                  </a:lnTo>
                  <a:lnTo>
                    <a:pt x="9464" y="14132"/>
                  </a:lnTo>
                  <a:lnTo>
                    <a:pt x="9551" y="14521"/>
                  </a:lnTo>
                  <a:lnTo>
                    <a:pt x="9637" y="14910"/>
                  </a:lnTo>
                  <a:lnTo>
                    <a:pt x="9702" y="15277"/>
                  </a:lnTo>
                  <a:lnTo>
                    <a:pt x="9745" y="15645"/>
                  </a:lnTo>
                  <a:lnTo>
                    <a:pt x="9767" y="16012"/>
                  </a:lnTo>
                  <a:lnTo>
                    <a:pt x="9767" y="16358"/>
                  </a:lnTo>
                  <a:lnTo>
                    <a:pt x="9745" y="16682"/>
                  </a:lnTo>
                  <a:lnTo>
                    <a:pt x="9681" y="16984"/>
                  </a:lnTo>
                  <a:lnTo>
                    <a:pt x="9594" y="17287"/>
                  </a:lnTo>
                  <a:lnTo>
                    <a:pt x="9464" y="17568"/>
                  </a:lnTo>
                  <a:lnTo>
                    <a:pt x="9464" y="17568"/>
                  </a:lnTo>
                  <a:lnTo>
                    <a:pt x="9335" y="17849"/>
                  </a:lnTo>
                  <a:lnTo>
                    <a:pt x="9140" y="18086"/>
                  </a:lnTo>
                  <a:lnTo>
                    <a:pt x="8946" y="18302"/>
                  </a:lnTo>
                  <a:lnTo>
                    <a:pt x="8708" y="18497"/>
                  </a:lnTo>
                  <a:lnTo>
                    <a:pt x="8471" y="18670"/>
                  </a:lnTo>
                  <a:lnTo>
                    <a:pt x="8190" y="18821"/>
                  </a:lnTo>
                  <a:lnTo>
                    <a:pt x="7909" y="18951"/>
                  </a:lnTo>
                  <a:lnTo>
                    <a:pt x="7606" y="19059"/>
                  </a:lnTo>
                  <a:lnTo>
                    <a:pt x="7282" y="19145"/>
                  </a:lnTo>
                  <a:lnTo>
                    <a:pt x="6958" y="19232"/>
                  </a:lnTo>
                  <a:lnTo>
                    <a:pt x="6612" y="19296"/>
                  </a:lnTo>
                  <a:lnTo>
                    <a:pt x="6267" y="19340"/>
                  </a:lnTo>
                  <a:lnTo>
                    <a:pt x="5899" y="19361"/>
                  </a:lnTo>
                  <a:lnTo>
                    <a:pt x="5532" y="19383"/>
                  </a:lnTo>
                  <a:lnTo>
                    <a:pt x="4819" y="19383"/>
                  </a:lnTo>
                  <a:lnTo>
                    <a:pt x="4084" y="19340"/>
                  </a:lnTo>
                  <a:lnTo>
                    <a:pt x="3371" y="19253"/>
                  </a:lnTo>
                  <a:lnTo>
                    <a:pt x="2701" y="19123"/>
                  </a:lnTo>
                  <a:lnTo>
                    <a:pt x="2075" y="18994"/>
                  </a:lnTo>
                  <a:lnTo>
                    <a:pt x="1513" y="18821"/>
                  </a:lnTo>
                  <a:lnTo>
                    <a:pt x="1016" y="18648"/>
                  </a:lnTo>
                  <a:lnTo>
                    <a:pt x="649" y="18475"/>
                  </a:lnTo>
                  <a:lnTo>
                    <a:pt x="476" y="18367"/>
                  </a:lnTo>
                  <a:lnTo>
                    <a:pt x="368" y="18281"/>
                  </a:lnTo>
                  <a:lnTo>
                    <a:pt x="368" y="18281"/>
                  </a:lnTo>
                  <a:lnTo>
                    <a:pt x="303" y="18238"/>
                  </a:lnTo>
                  <a:lnTo>
                    <a:pt x="260" y="18151"/>
                  </a:lnTo>
                  <a:lnTo>
                    <a:pt x="173" y="17935"/>
                  </a:lnTo>
                  <a:lnTo>
                    <a:pt x="108" y="17611"/>
                  </a:lnTo>
                  <a:lnTo>
                    <a:pt x="65" y="17222"/>
                  </a:lnTo>
                  <a:lnTo>
                    <a:pt x="22" y="16768"/>
                  </a:lnTo>
                  <a:lnTo>
                    <a:pt x="0" y="16250"/>
                  </a:lnTo>
                  <a:lnTo>
                    <a:pt x="0" y="15666"/>
                  </a:lnTo>
                  <a:lnTo>
                    <a:pt x="0" y="15018"/>
                  </a:lnTo>
                  <a:lnTo>
                    <a:pt x="44" y="13614"/>
                  </a:lnTo>
                  <a:lnTo>
                    <a:pt x="152" y="12058"/>
                  </a:lnTo>
                  <a:lnTo>
                    <a:pt x="303" y="10416"/>
                  </a:lnTo>
                  <a:lnTo>
                    <a:pt x="519" y="8730"/>
                  </a:lnTo>
                  <a:lnTo>
                    <a:pt x="757" y="7066"/>
                  </a:lnTo>
                  <a:lnTo>
                    <a:pt x="886" y="6267"/>
                  </a:lnTo>
                  <a:lnTo>
                    <a:pt x="1038" y="5468"/>
                  </a:lnTo>
                  <a:lnTo>
                    <a:pt x="1210" y="4711"/>
                  </a:lnTo>
                  <a:lnTo>
                    <a:pt x="1362" y="3977"/>
                  </a:lnTo>
                  <a:lnTo>
                    <a:pt x="1534" y="3307"/>
                  </a:lnTo>
                  <a:lnTo>
                    <a:pt x="1729" y="2659"/>
                  </a:lnTo>
                  <a:lnTo>
                    <a:pt x="1923" y="2075"/>
                  </a:lnTo>
                  <a:lnTo>
                    <a:pt x="2118" y="1557"/>
                  </a:lnTo>
                  <a:lnTo>
                    <a:pt x="2334" y="1081"/>
                  </a:lnTo>
                  <a:lnTo>
                    <a:pt x="2528" y="692"/>
                  </a:lnTo>
                  <a:lnTo>
                    <a:pt x="2658" y="541"/>
                  </a:lnTo>
                  <a:lnTo>
                    <a:pt x="2766" y="390"/>
                  </a:lnTo>
                  <a:lnTo>
                    <a:pt x="2874" y="260"/>
                  </a:lnTo>
                  <a:lnTo>
                    <a:pt x="2982" y="174"/>
                  </a:lnTo>
                  <a:lnTo>
                    <a:pt x="3112" y="87"/>
                  </a:lnTo>
                  <a:lnTo>
                    <a:pt x="3220" y="44"/>
                  </a:lnTo>
                  <a:lnTo>
                    <a:pt x="3350" y="1"/>
                  </a:lnTo>
                  <a:lnTo>
                    <a:pt x="345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37">
              <a:extLst>
                <a:ext uri="{FF2B5EF4-FFF2-40B4-BE49-F238E27FC236}">
                  <a16:creationId xmlns:a16="http://schemas.microsoft.com/office/drawing/2014/main" id="{75ACED38-CEFD-5EF0-6EB4-C5FD4051ABBC}"/>
                </a:ext>
              </a:extLst>
            </p:cNvPr>
            <p:cNvSpPr/>
            <p:nvPr/>
          </p:nvSpPr>
          <p:spPr>
            <a:xfrm>
              <a:off x="16343325" y="4264300"/>
              <a:ext cx="173425" cy="742250"/>
            </a:xfrm>
            <a:custGeom>
              <a:avLst/>
              <a:gdLst/>
              <a:ahLst/>
              <a:cxnLst/>
              <a:rect l="l" t="t" r="r" b="b"/>
              <a:pathLst>
                <a:path w="6937" h="29690" extrusionOk="0">
                  <a:moveTo>
                    <a:pt x="0" y="1"/>
                  </a:moveTo>
                  <a:lnTo>
                    <a:pt x="0" y="29689"/>
                  </a:lnTo>
                  <a:lnTo>
                    <a:pt x="6936" y="29689"/>
                  </a:lnTo>
                  <a:lnTo>
                    <a:pt x="693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37">
              <a:extLst>
                <a:ext uri="{FF2B5EF4-FFF2-40B4-BE49-F238E27FC236}">
                  <a16:creationId xmlns:a16="http://schemas.microsoft.com/office/drawing/2014/main" id="{F565B05D-8C85-0448-6CD7-31734CF112AD}"/>
                </a:ext>
              </a:extLst>
            </p:cNvPr>
            <p:cNvSpPr/>
            <p:nvPr/>
          </p:nvSpPr>
          <p:spPr>
            <a:xfrm>
              <a:off x="16343325" y="4264300"/>
              <a:ext cx="27025" cy="742250"/>
            </a:xfrm>
            <a:custGeom>
              <a:avLst/>
              <a:gdLst/>
              <a:ahLst/>
              <a:cxnLst/>
              <a:rect l="l" t="t" r="r" b="b"/>
              <a:pathLst>
                <a:path w="1081" h="29690" extrusionOk="0">
                  <a:moveTo>
                    <a:pt x="0" y="1"/>
                  </a:moveTo>
                  <a:lnTo>
                    <a:pt x="0" y="29689"/>
                  </a:lnTo>
                  <a:lnTo>
                    <a:pt x="1081" y="29689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37">
              <a:extLst>
                <a:ext uri="{FF2B5EF4-FFF2-40B4-BE49-F238E27FC236}">
                  <a16:creationId xmlns:a16="http://schemas.microsoft.com/office/drawing/2014/main" id="{F33681A2-3DE9-034A-2BE6-9DE97D290FB1}"/>
                </a:ext>
              </a:extLst>
            </p:cNvPr>
            <p:cNvSpPr/>
            <p:nvPr/>
          </p:nvSpPr>
          <p:spPr>
            <a:xfrm>
              <a:off x="16622600" y="4264300"/>
              <a:ext cx="173425" cy="742250"/>
            </a:xfrm>
            <a:custGeom>
              <a:avLst/>
              <a:gdLst/>
              <a:ahLst/>
              <a:cxnLst/>
              <a:rect l="l" t="t" r="r" b="b"/>
              <a:pathLst>
                <a:path w="6937" h="29690" extrusionOk="0">
                  <a:moveTo>
                    <a:pt x="1" y="1"/>
                  </a:moveTo>
                  <a:lnTo>
                    <a:pt x="1" y="29689"/>
                  </a:lnTo>
                  <a:lnTo>
                    <a:pt x="6937" y="29689"/>
                  </a:lnTo>
                  <a:lnTo>
                    <a:pt x="693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37">
              <a:extLst>
                <a:ext uri="{FF2B5EF4-FFF2-40B4-BE49-F238E27FC236}">
                  <a16:creationId xmlns:a16="http://schemas.microsoft.com/office/drawing/2014/main" id="{0016CF00-E036-E5BB-2CA3-3B5DB6DBD21F}"/>
                </a:ext>
              </a:extLst>
            </p:cNvPr>
            <p:cNvSpPr/>
            <p:nvPr/>
          </p:nvSpPr>
          <p:spPr>
            <a:xfrm>
              <a:off x="16769000" y="4264300"/>
              <a:ext cx="27025" cy="742250"/>
            </a:xfrm>
            <a:custGeom>
              <a:avLst/>
              <a:gdLst/>
              <a:ahLst/>
              <a:cxnLst/>
              <a:rect l="l" t="t" r="r" b="b"/>
              <a:pathLst>
                <a:path w="1081" h="29690" extrusionOk="0">
                  <a:moveTo>
                    <a:pt x="0" y="1"/>
                  </a:moveTo>
                  <a:lnTo>
                    <a:pt x="0" y="29689"/>
                  </a:lnTo>
                  <a:lnTo>
                    <a:pt x="1081" y="29689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37">
              <a:extLst>
                <a:ext uri="{FF2B5EF4-FFF2-40B4-BE49-F238E27FC236}">
                  <a16:creationId xmlns:a16="http://schemas.microsoft.com/office/drawing/2014/main" id="{3AAE240A-56F0-8209-ED32-64DC7A77040F}"/>
                </a:ext>
              </a:extLst>
            </p:cNvPr>
            <p:cNvSpPr/>
            <p:nvPr/>
          </p:nvSpPr>
          <p:spPr>
            <a:xfrm>
              <a:off x="16284975" y="4009325"/>
              <a:ext cx="584525" cy="314425"/>
            </a:xfrm>
            <a:custGeom>
              <a:avLst/>
              <a:gdLst/>
              <a:ahLst/>
              <a:cxnLst/>
              <a:rect l="l" t="t" r="r" b="b"/>
              <a:pathLst>
                <a:path w="23381" h="12577" extrusionOk="0">
                  <a:moveTo>
                    <a:pt x="1124" y="1"/>
                  </a:moveTo>
                  <a:lnTo>
                    <a:pt x="1" y="12576"/>
                  </a:lnTo>
                  <a:lnTo>
                    <a:pt x="23380" y="12576"/>
                  </a:lnTo>
                  <a:lnTo>
                    <a:pt x="2225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37">
              <a:extLst>
                <a:ext uri="{FF2B5EF4-FFF2-40B4-BE49-F238E27FC236}">
                  <a16:creationId xmlns:a16="http://schemas.microsoft.com/office/drawing/2014/main" id="{A997A4E4-C882-FF6B-C87E-EDF9ECF6F2CD}"/>
                </a:ext>
              </a:extLst>
            </p:cNvPr>
            <p:cNvSpPr/>
            <p:nvPr/>
          </p:nvSpPr>
          <p:spPr>
            <a:xfrm>
              <a:off x="16514025" y="2597825"/>
              <a:ext cx="129675" cy="108050"/>
            </a:xfrm>
            <a:custGeom>
              <a:avLst/>
              <a:gdLst/>
              <a:ahLst/>
              <a:cxnLst/>
              <a:rect l="l" t="t" r="r" b="b"/>
              <a:pathLst>
                <a:path w="5187" h="4322" extrusionOk="0">
                  <a:moveTo>
                    <a:pt x="2334" y="0"/>
                  </a:moveTo>
                  <a:lnTo>
                    <a:pt x="2075" y="43"/>
                  </a:lnTo>
                  <a:lnTo>
                    <a:pt x="1815" y="87"/>
                  </a:lnTo>
                  <a:lnTo>
                    <a:pt x="1578" y="151"/>
                  </a:lnTo>
                  <a:lnTo>
                    <a:pt x="1362" y="260"/>
                  </a:lnTo>
                  <a:lnTo>
                    <a:pt x="1146" y="368"/>
                  </a:lnTo>
                  <a:lnTo>
                    <a:pt x="930" y="476"/>
                  </a:lnTo>
                  <a:lnTo>
                    <a:pt x="757" y="627"/>
                  </a:lnTo>
                  <a:lnTo>
                    <a:pt x="584" y="778"/>
                  </a:lnTo>
                  <a:lnTo>
                    <a:pt x="433" y="951"/>
                  </a:lnTo>
                  <a:lnTo>
                    <a:pt x="303" y="1124"/>
                  </a:lnTo>
                  <a:lnTo>
                    <a:pt x="195" y="1318"/>
                  </a:lnTo>
                  <a:lnTo>
                    <a:pt x="108" y="1513"/>
                  </a:lnTo>
                  <a:lnTo>
                    <a:pt x="44" y="1729"/>
                  </a:lnTo>
                  <a:lnTo>
                    <a:pt x="0" y="1945"/>
                  </a:lnTo>
                  <a:lnTo>
                    <a:pt x="0" y="2161"/>
                  </a:lnTo>
                  <a:lnTo>
                    <a:pt x="0" y="2377"/>
                  </a:lnTo>
                  <a:lnTo>
                    <a:pt x="44" y="2593"/>
                  </a:lnTo>
                  <a:lnTo>
                    <a:pt x="108" y="2809"/>
                  </a:lnTo>
                  <a:lnTo>
                    <a:pt x="195" y="3004"/>
                  </a:lnTo>
                  <a:lnTo>
                    <a:pt x="303" y="3198"/>
                  </a:lnTo>
                  <a:lnTo>
                    <a:pt x="433" y="3371"/>
                  </a:lnTo>
                  <a:lnTo>
                    <a:pt x="584" y="3544"/>
                  </a:lnTo>
                  <a:lnTo>
                    <a:pt x="757" y="3695"/>
                  </a:lnTo>
                  <a:lnTo>
                    <a:pt x="930" y="3825"/>
                  </a:lnTo>
                  <a:lnTo>
                    <a:pt x="1146" y="3954"/>
                  </a:lnTo>
                  <a:lnTo>
                    <a:pt x="1362" y="4062"/>
                  </a:lnTo>
                  <a:lnTo>
                    <a:pt x="1578" y="4149"/>
                  </a:lnTo>
                  <a:lnTo>
                    <a:pt x="1815" y="4235"/>
                  </a:lnTo>
                  <a:lnTo>
                    <a:pt x="2075" y="4279"/>
                  </a:lnTo>
                  <a:lnTo>
                    <a:pt x="2334" y="4322"/>
                  </a:lnTo>
                  <a:lnTo>
                    <a:pt x="2853" y="4322"/>
                  </a:lnTo>
                  <a:lnTo>
                    <a:pt x="3112" y="4279"/>
                  </a:lnTo>
                  <a:lnTo>
                    <a:pt x="3371" y="4235"/>
                  </a:lnTo>
                  <a:lnTo>
                    <a:pt x="3609" y="4149"/>
                  </a:lnTo>
                  <a:lnTo>
                    <a:pt x="3825" y="4062"/>
                  </a:lnTo>
                  <a:lnTo>
                    <a:pt x="4041" y="3954"/>
                  </a:lnTo>
                  <a:lnTo>
                    <a:pt x="4236" y="3825"/>
                  </a:lnTo>
                  <a:lnTo>
                    <a:pt x="4430" y="3695"/>
                  </a:lnTo>
                  <a:lnTo>
                    <a:pt x="4603" y="3544"/>
                  </a:lnTo>
                  <a:lnTo>
                    <a:pt x="4754" y="3371"/>
                  </a:lnTo>
                  <a:lnTo>
                    <a:pt x="4884" y="3198"/>
                  </a:lnTo>
                  <a:lnTo>
                    <a:pt x="4992" y="3004"/>
                  </a:lnTo>
                  <a:lnTo>
                    <a:pt x="5078" y="2809"/>
                  </a:lnTo>
                  <a:lnTo>
                    <a:pt x="5143" y="2593"/>
                  </a:lnTo>
                  <a:lnTo>
                    <a:pt x="5186" y="2377"/>
                  </a:lnTo>
                  <a:lnTo>
                    <a:pt x="5186" y="2161"/>
                  </a:lnTo>
                  <a:lnTo>
                    <a:pt x="5186" y="1945"/>
                  </a:lnTo>
                  <a:lnTo>
                    <a:pt x="5143" y="1729"/>
                  </a:lnTo>
                  <a:lnTo>
                    <a:pt x="5078" y="1513"/>
                  </a:lnTo>
                  <a:lnTo>
                    <a:pt x="4992" y="1318"/>
                  </a:lnTo>
                  <a:lnTo>
                    <a:pt x="4884" y="1124"/>
                  </a:lnTo>
                  <a:lnTo>
                    <a:pt x="4754" y="951"/>
                  </a:lnTo>
                  <a:lnTo>
                    <a:pt x="4603" y="778"/>
                  </a:lnTo>
                  <a:lnTo>
                    <a:pt x="4430" y="627"/>
                  </a:lnTo>
                  <a:lnTo>
                    <a:pt x="4236" y="476"/>
                  </a:lnTo>
                  <a:lnTo>
                    <a:pt x="4041" y="368"/>
                  </a:lnTo>
                  <a:lnTo>
                    <a:pt x="3825" y="260"/>
                  </a:lnTo>
                  <a:lnTo>
                    <a:pt x="3609" y="151"/>
                  </a:lnTo>
                  <a:lnTo>
                    <a:pt x="3371" y="87"/>
                  </a:lnTo>
                  <a:lnTo>
                    <a:pt x="3112" y="43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37">
              <a:extLst>
                <a:ext uri="{FF2B5EF4-FFF2-40B4-BE49-F238E27FC236}">
                  <a16:creationId xmlns:a16="http://schemas.microsoft.com/office/drawing/2014/main" id="{72848FEE-072B-ADEE-A84B-F0ECB1EB9E66}"/>
                </a:ext>
              </a:extLst>
            </p:cNvPr>
            <p:cNvSpPr/>
            <p:nvPr/>
          </p:nvSpPr>
          <p:spPr>
            <a:xfrm>
              <a:off x="16348725" y="3035900"/>
              <a:ext cx="457575" cy="519700"/>
            </a:xfrm>
            <a:custGeom>
              <a:avLst/>
              <a:gdLst/>
              <a:ahLst/>
              <a:cxnLst/>
              <a:rect l="l" t="t" r="r" b="b"/>
              <a:pathLst>
                <a:path w="18303" h="20788" extrusionOk="0">
                  <a:moveTo>
                    <a:pt x="9119" y="1"/>
                  </a:moveTo>
                  <a:lnTo>
                    <a:pt x="8060" y="23"/>
                  </a:lnTo>
                  <a:lnTo>
                    <a:pt x="7001" y="87"/>
                  </a:lnTo>
                  <a:lnTo>
                    <a:pt x="5943" y="195"/>
                  </a:lnTo>
                  <a:lnTo>
                    <a:pt x="4884" y="325"/>
                  </a:lnTo>
                  <a:lnTo>
                    <a:pt x="3847" y="520"/>
                  </a:lnTo>
                  <a:lnTo>
                    <a:pt x="2788" y="714"/>
                  </a:lnTo>
                  <a:lnTo>
                    <a:pt x="1751" y="973"/>
                  </a:lnTo>
                  <a:lnTo>
                    <a:pt x="735" y="1254"/>
                  </a:lnTo>
                  <a:lnTo>
                    <a:pt x="541" y="2464"/>
                  </a:lnTo>
                  <a:lnTo>
                    <a:pt x="389" y="3631"/>
                  </a:lnTo>
                  <a:lnTo>
                    <a:pt x="260" y="4798"/>
                  </a:lnTo>
                  <a:lnTo>
                    <a:pt x="152" y="5943"/>
                  </a:lnTo>
                  <a:lnTo>
                    <a:pt x="65" y="7067"/>
                  </a:lnTo>
                  <a:lnTo>
                    <a:pt x="22" y="8190"/>
                  </a:lnTo>
                  <a:lnTo>
                    <a:pt x="1" y="9292"/>
                  </a:lnTo>
                  <a:lnTo>
                    <a:pt x="1" y="10416"/>
                  </a:lnTo>
                  <a:lnTo>
                    <a:pt x="22" y="11518"/>
                  </a:lnTo>
                  <a:lnTo>
                    <a:pt x="65" y="12641"/>
                  </a:lnTo>
                  <a:lnTo>
                    <a:pt x="130" y="13743"/>
                  </a:lnTo>
                  <a:lnTo>
                    <a:pt x="238" y="14889"/>
                  </a:lnTo>
                  <a:lnTo>
                    <a:pt x="368" y="16012"/>
                  </a:lnTo>
                  <a:lnTo>
                    <a:pt x="519" y="17179"/>
                  </a:lnTo>
                  <a:lnTo>
                    <a:pt x="692" y="18346"/>
                  </a:lnTo>
                  <a:lnTo>
                    <a:pt x="886" y="19556"/>
                  </a:lnTo>
                  <a:lnTo>
                    <a:pt x="1902" y="19837"/>
                  </a:lnTo>
                  <a:lnTo>
                    <a:pt x="2918" y="20074"/>
                  </a:lnTo>
                  <a:lnTo>
                    <a:pt x="3933" y="20290"/>
                  </a:lnTo>
                  <a:lnTo>
                    <a:pt x="4970" y="20463"/>
                  </a:lnTo>
                  <a:lnTo>
                    <a:pt x="6007" y="20593"/>
                  </a:lnTo>
                  <a:lnTo>
                    <a:pt x="7045" y="20701"/>
                  </a:lnTo>
                  <a:lnTo>
                    <a:pt x="8082" y="20766"/>
                  </a:lnTo>
                  <a:lnTo>
                    <a:pt x="9119" y="20787"/>
                  </a:lnTo>
                  <a:lnTo>
                    <a:pt x="10156" y="20787"/>
                  </a:lnTo>
                  <a:lnTo>
                    <a:pt x="11193" y="20744"/>
                  </a:lnTo>
                  <a:lnTo>
                    <a:pt x="12252" y="20658"/>
                  </a:lnTo>
                  <a:lnTo>
                    <a:pt x="13289" y="20550"/>
                  </a:lnTo>
                  <a:lnTo>
                    <a:pt x="14305" y="20398"/>
                  </a:lnTo>
                  <a:lnTo>
                    <a:pt x="15342" y="20204"/>
                  </a:lnTo>
                  <a:lnTo>
                    <a:pt x="16357" y="19988"/>
                  </a:lnTo>
                  <a:lnTo>
                    <a:pt x="17373" y="19729"/>
                  </a:lnTo>
                  <a:lnTo>
                    <a:pt x="17589" y="18497"/>
                  </a:lnTo>
                  <a:lnTo>
                    <a:pt x="17762" y="17309"/>
                  </a:lnTo>
                  <a:lnTo>
                    <a:pt x="17913" y="16120"/>
                  </a:lnTo>
                  <a:lnTo>
                    <a:pt x="18043" y="14975"/>
                  </a:lnTo>
                  <a:lnTo>
                    <a:pt x="18151" y="13808"/>
                  </a:lnTo>
                  <a:lnTo>
                    <a:pt x="18216" y="12685"/>
                  </a:lnTo>
                  <a:lnTo>
                    <a:pt x="18280" y="11539"/>
                  </a:lnTo>
                  <a:lnTo>
                    <a:pt x="18302" y="10416"/>
                  </a:lnTo>
                  <a:lnTo>
                    <a:pt x="18302" y="9271"/>
                  </a:lnTo>
                  <a:lnTo>
                    <a:pt x="18259" y="8147"/>
                  </a:lnTo>
                  <a:lnTo>
                    <a:pt x="18216" y="7002"/>
                  </a:lnTo>
                  <a:lnTo>
                    <a:pt x="18129" y="5857"/>
                  </a:lnTo>
                  <a:lnTo>
                    <a:pt x="18021" y="4690"/>
                  </a:lnTo>
                  <a:lnTo>
                    <a:pt x="17892" y="3501"/>
                  </a:lnTo>
                  <a:lnTo>
                    <a:pt x="17719" y="2291"/>
                  </a:lnTo>
                  <a:lnTo>
                    <a:pt x="17546" y="1081"/>
                  </a:lnTo>
                  <a:lnTo>
                    <a:pt x="16509" y="822"/>
                  </a:lnTo>
                  <a:lnTo>
                    <a:pt x="15472" y="584"/>
                  </a:lnTo>
                  <a:lnTo>
                    <a:pt x="14413" y="390"/>
                  </a:lnTo>
                  <a:lnTo>
                    <a:pt x="13354" y="239"/>
                  </a:lnTo>
                  <a:lnTo>
                    <a:pt x="12295" y="131"/>
                  </a:lnTo>
                  <a:lnTo>
                    <a:pt x="11236" y="44"/>
                  </a:lnTo>
                  <a:lnTo>
                    <a:pt x="10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37">
              <a:extLst>
                <a:ext uri="{FF2B5EF4-FFF2-40B4-BE49-F238E27FC236}">
                  <a16:creationId xmlns:a16="http://schemas.microsoft.com/office/drawing/2014/main" id="{8BC9BEA5-7712-AB36-2FEE-6105BE318F99}"/>
                </a:ext>
              </a:extLst>
            </p:cNvPr>
            <p:cNvSpPr/>
            <p:nvPr/>
          </p:nvSpPr>
          <p:spPr>
            <a:xfrm>
              <a:off x="16348725" y="3035900"/>
              <a:ext cx="457575" cy="519700"/>
            </a:xfrm>
            <a:custGeom>
              <a:avLst/>
              <a:gdLst/>
              <a:ahLst/>
              <a:cxnLst/>
              <a:rect l="l" t="t" r="r" b="b"/>
              <a:pathLst>
                <a:path w="18303" h="20788" fill="none" extrusionOk="0">
                  <a:moveTo>
                    <a:pt x="17373" y="19729"/>
                  </a:moveTo>
                  <a:lnTo>
                    <a:pt x="17373" y="19729"/>
                  </a:lnTo>
                  <a:lnTo>
                    <a:pt x="16357" y="19988"/>
                  </a:lnTo>
                  <a:lnTo>
                    <a:pt x="15342" y="20204"/>
                  </a:lnTo>
                  <a:lnTo>
                    <a:pt x="14305" y="20398"/>
                  </a:lnTo>
                  <a:lnTo>
                    <a:pt x="13289" y="20550"/>
                  </a:lnTo>
                  <a:lnTo>
                    <a:pt x="12252" y="20658"/>
                  </a:lnTo>
                  <a:lnTo>
                    <a:pt x="11193" y="20744"/>
                  </a:lnTo>
                  <a:lnTo>
                    <a:pt x="10156" y="20787"/>
                  </a:lnTo>
                  <a:lnTo>
                    <a:pt x="9119" y="20787"/>
                  </a:lnTo>
                  <a:lnTo>
                    <a:pt x="8082" y="20766"/>
                  </a:lnTo>
                  <a:lnTo>
                    <a:pt x="7045" y="20701"/>
                  </a:lnTo>
                  <a:lnTo>
                    <a:pt x="6007" y="20593"/>
                  </a:lnTo>
                  <a:lnTo>
                    <a:pt x="4970" y="20463"/>
                  </a:lnTo>
                  <a:lnTo>
                    <a:pt x="3933" y="20290"/>
                  </a:lnTo>
                  <a:lnTo>
                    <a:pt x="2918" y="20074"/>
                  </a:lnTo>
                  <a:lnTo>
                    <a:pt x="1902" y="19837"/>
                  </a:lnTo>
                  <a:lnTo>
                    <a:pt x="886" y="19556"/>
                  </a:lnTo>
                  <a:lnTo>
                    <a:pt x="886" y="19556"/>
                  </a:lnTo>
                  <a:lnTo>
                    <a:pt x="692" y="18346"/>
                  </a:lnTo>
                  <a:lnTo>
                    <a:pt x="519" y="17179"/>
                  </a:lnTo>
                  <a:lnTo>
                    <a:pt x="368" y="16012"/>
                  </a:lnTo>
                  <a:lnTo>
                    <a:pt x="238" y="14889"/>
                  </a:lnTo>
                  <a:lnTo>
                    <a:pt x="130" y="13743"/>
                  </a:lnTo>
                  <a:lnTo>
                    <a:pt x="65" y="12641"/>
                  </a:lnTo>
                  <a:lnTo>
                    <a:pt x="22" y="11518"/>
                  </a:lnTo>
                  <a:lnTo>
                    <a:pt x="1" y="10416"/>
                  </a:lnTo>
                  <a:lnTo>
                    <a:pt x="1" y="9292"/>
                  </a:lnTo>
                  <a:lnTo>
                    <a:pt x="22" y="8190"/>
                  </a:lnTo>
                  <a:lnTo>
                    <a:pt x="65" y="7067"/>
                  </a:lnTo>
                  <a:lnTo>
                    <a:pt x="152" y="5943"/>
                  </a:lnTo>
                  <a:lnTo>
                    <a:pt x="260" y="4798"/>
                  </a:lnTo>
                  <a:lnTo>
                    <a:pt x="389" y="3631"/>
                  </a:lnTo>
                  <a:lnTo>
                    <a:pt x="541" y="2464"/>
                  </a:lnTo>
                  <a:lnTo>
                    <a:pt x="735" y="1254"/>
                  </a:lnTo>
                  <a:lnTo>
                    <a:pt x="735" y="1254"/>
                  </a:lnTo>
                  <a:lnTo>
                    <a:pt x="1751" y="973"/>
                  </a:lnTo>
                  <a:lnTo>
                    <a:pt x="2788" y="714"/>
                  </a:lnTo>
                  <a:lnTo>
                    <a:pt x="3847" y="520"/>
                  </a:lnTo>
                  <a:lnTo>
                    <a:pt x="4884" y="325"/>
                  </a:lnTo>
                  <a:lnTo>
                    <a:pt x="5943" y="195"/>
                  </a:lnTo>
                  <a:lnTo>
                    <a:pt x="7001" y="87"/>
                  </a:lnTo>
                  <a:lnTo>
                    <a:pt x="8060" y="23"/>
                  </a:lnTo>
                  <a:lnTo>
                    <a:pt x="9119" y="1"/>
                  </a:lnTo>
                  <a:lnTo>
                    <a:pt x="10178" y="1"/>
                  </a:lnTo>
                  <a:lnTo>
                    <a:pt x="11236" y="44"/>
                  </a:lnTo>
                  <a:lnTo>
                    <a:pt x="12295" y="131"/>
                  </a:lnTo>
                  <a:lnTo>
                    <a:pt x="13354" y="239"/>
                  </a:lnTo>
                  <a:lnTo>
                    <a:pt x="14413" y="390"/>
                  </a:lnTo>
                  <a:lnTo>
                    <a:pt x="15472" y="584"/>
                  </a:lnTo>
                  <a:lnTo>
                    <a:pt x="16509" y="822"/>
                  </a:lnTo>
                  <a:lnTo>
                    <a:pt x="17546" y="1081"/>
                  </a:lnTo>
                  <a:lnTo>
                    <a:pt x="17546" y="1081"/>
                  </a:lnTo>
                  <a:lnTo>
                    <a:pt x="17719" y="2291"/>
                  </a:lnTo>
                  <a:lnTo>
                    <a:pt x="17892" y="3501"/>
                  </a:lnTo>
                  <a:lnTo>
                    <a:pt x="18021" y="4690"/>
                  </a:lnTo>
                  <a:lnTo>
                    <a:pt x="18129" y="5857"/>
                  </a:lnTo>
                  <a:lnTo>
                    <a:pt x="18216" y="7002"/>
                  </a:lnTo>
                  <a:lnTo>
                    <a:pt x="18259" y="8147"/>
                  </a:lnTo>
                  <a:lnTo>
                    <a:pt x="18302" y="9271"/>
                  </a:lnTo>
                  <a:lnTo>
                    <a:pt x="18302" y="10416"/>
                  </a:lnTo>
                  <a:lnTo>
                    <a:pt x="18280" y="11539"/>
                  </a:lnTo>
                  <a:lnTo>
                    <a:pt x="18216" y="12685"/>
                  </a:lnTo>
                  <a:lnTo>
                    <a:pt x="18151" y="13808"/>
                  </a:lnTo>
                  <a:lnTo>
                    <a:pt x="18043" y="14975"/>
                  </a:lnTo>
                  <a:lnTo>
                    <a:pt x="17913" y="16120"/>
                  </a:lnTo>
                  <a:lnTo>
                    <a:pt x="17762" y="17309"/>
                  </a:lnTo>
                  <a:lnTo>
                    <a:pt x="17589" y="18497"/>
                  </a:lnTo>
                  <a:lnTo>
                    <a:pt x="17373" y="19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37">
              <a:extLst>
                <a:ext uri="{FF2B5EF4-FFF2-40B4-BE49-F238E27FC236}">
                  <a16:creationId xmlns:a16="http://schemas.microsoft.com/office/drawing/2014/main" id="{66888DDD-379C-48A8-1FFE-910EC2F530E8}"/>
                </a:ext>
              </a:extLst>
            </p:cNvPr>
            <p:cNvSpPr/>
            <p:nvPr/>
          </p:nvSpPr>
          <p:spPr>
            <a:xfrm>
              <a:off x="16346575" y="2635100"/>
              <a:ext cx="461325" cy="439200"/>
            </a:xfrm>
            <a:custGeom>
              <a:avLst/>
              <a:gdLst/>
              <a:ahLst/>
              <a:cxnLst/>
              <a:rect l="l" t="t" r="r" b="b"/>
              <a:pathLst>
                <a:path w="18453" h="17568" extrusionOk="0">
                  <a:moveTo>
                    <a:pt x="8254" y="0"/>
                  </a:moveTo>
                  <a:lnTo>
                    <a:pt x="7260" y="22"/>
                  </a:lnTo>
                  <a:lnTo>
                    <a:pt x="6288" y="65"/>
                  </a:lnTo>
                  <a:lnTo>
                    <a:pt x="5294" y="130"/>
                  </a:lnTo>
                  <a:lnTo>
                    <a:pt x="4322" y="195"/>
                  </a:lnTo>
                  <a:lnTo>
                    <a:pt x="3328" y="281"/>
                  </a:lnTo>
                  <a:lnTo>
                    <a:pt x="2355" y="389"/>
                  </a:lnTo>
                  <a:lnTo>
                    <a:pt x="1383" y="519"/>
                  </a:lnTo>
                  <a:lnTo>
                    <a:pt x="1145" y="562"/>
                  </a:lnTo>
                  <a:lnTo>
                    <a:pt x="908" y="670"/>
                  </a:lnTo>
                  <a:lnTo>
                    <a:pt x="692" y="800"/>
                  </a:lnTo>
                  <a:lnTo>
                    <a:pt x="475" y="994"/>
                  </a:lnTo>
                  <a:lnTo>
                    <a:pt x="324" y="1189"/>
                  </a:lnTo>
                  <a:lnTo>
                    <a:pt x="195" y="1405"/>
                  </a:lnTo>
                  <a:lnTo>
                    <a:pt x="108" y="1642"/>
                  </a:lnTo>
                  <a:lnTo>
                    <a:pt x="65" y="1880"/>
                  </a:lnTo>
                  <a:lnTo>
                    <a:pt x="22" y="2788"/>
                  </a:lnTo>
                  <a:lnTo>
                    <a:pt x="0" y="3695"/>
                  </a:lnTo>
                  <a:lnTo>
                    <a:pt x="0" y="5510"/>
                  </a:lnTo>
                  <a:lnTo>
                    <a:pt x="43" y="7325"/>
                  </a:lnTo>
                  <a:lnTo>
                    <a:pt x="130" y="9119"/>
                  </a:lnTo>
                  <a:lnTo>
                    <a:pt x="259" y="10934"/>
                  </a:lnTo>
                  <a:lnTo>
                    <a:pt x="432" y="12727"/>
                  </a:lnTo>
                  <a:lnTo>
                    <a:pt x="648" y="14520"/>
                  </a:lnTo>
                  <a:lnTo>
                    <a:pt x="908" y="16292"/>
                  </a:lnTo>
                  <a:lnTo>
                    <a:pt x="972" y="16508"/>
                  </a:lnTo>
                  <a:lnTo>
                    <a:pt x="1059" y="16724"/>
                  </a:lnTo>
                  <a:lnTo>
                    <a:pt x="1189" y="16897"/>
                  </a:lnTo>
                  <a:lnTo>
                    <a:pt x="1361" y="17070"/>
                  </a:lnTo>
                  <a:lnTo>
                    <a:pt x="1534" y="17200"/>
                  </a:lnTo>
                  <a:lnTo>
                    <a:pt x="1750" y="17308"/>
                  </a:lnTo>
                  <a:lnTo>
                    <a:pt x="1966" y="17373"/>
                  </a:lnTo>
                  <a:lnTo>
                    <a:pt x="2204" y="17416"/>
                  </a:lnTo>
                  <a:lnTo>
                    <a:pt x="3954" y="17481"/>
                  </a:lnTo>
                  <a:lnTo>
                    <a:pt x="5704" y="17524"/>
                  </a:lnTo>
                  <a:lnTo>
                    <a:pt x="7476" y="17545"/>
                  </a:lnTo>
                  <a:lnTo>
                    <a:pt x="9227" y="17567"/>
                  </a:lnTo>
                  <a:lnTo>
                    <a:pt x="10998" y="17545"/>
                  </a:lnTo>
                  <a:lnTo>
                    <a:pt x="12749" y="17524"/>
                  </a:lnTo>
                  <a:lnTo>
                    <a:pt x="14499" y="17481"/>
                  </a:lnTo>
                  <a:lnTo>
                    <a:pt x="16271" y="17416"/>
                  </a:lnTo>
                  <a:lnTo>
                    <a:pt x="16487" y="17373"/>
                  </a:lnTo>
                  <a:lnTo>
                    <a:pt x="16703" y="17308"/>
                  </a:lnTo>
                  <a:lnTo>
                    <a:pt x="16919" y="17200"/>
                  </a:lnTo>
                  <a:lnTo>
                    <a:pt x="17092" y="17070"/>
                  </a:lnTo>
                  <a:lnTo>
                    <a:pt x="17264" y="16897"/>
                  </a:lnTo>
                  <a:lnTo>
                    <a:pt x="17394" y="16724"/>
                  </a:lnTo>
                  <a:lnTo>
                    <a:pt x="17481" y="16508"/>
                  </a:lnTo>
                  <a:lnTo>
                    <a:pt x="17545" y="16292"/>
                  </a:lnTo>
                  <a:lnTo>
                    <a:pt x="17805" y="14520"/>
                  </a:lnTo>
                  <a:lnTo>
                    <a:pt x="18021" y="12727"/>
                  </a:lnTo>
                  <a:lnTo>
                    <a:pt x="18194" y="10934"/>
                  </a:lnTo>
                  <a:lnTo>
                    <a:pt x="18345" y="9119"/>
                  </a:lnTo>
                  <a:lnTo>
                    <a:pt x="18431" y="7325"/>
                  </a:lnTo>
                  <a:lnTo>
                    <a:pt x="18453" y="5510"/>
                  </a:lnTo>
                  <a:lnTo>
                    <a:pt x="18453" y="3695"/>
                  </a:lnTo>
                  <a:lnTo>
                    <a:pt x="18431" y="2788"/>
                  </a:lnTo>
                  <a:lnTo>
                    <a:pt x="18388" y="1880"/>
                  </a:lnTo>
                  <a:lnTo>
                    <a:pt x="18345" y="1642"/>
                  </a:lnTo>
                  <a:lnTo>
                    <a:pt x="18280" y="1405"/>
                  </a:lnTo>
                  <a:lnTo>
                    <a:pt x="18150" y="1189"/>
                  </a:lnTo>
                  <a:lnTo>
                    <a:pt x="17978" y="994"/>
                  </a:lnTo>
                  <a:lnTo>
                    <a:pt x="17783" y="800"/>
                  </a:lnTo>
                  <a:lnTo>
                    <a:pt x="17545" y="670"/>
                  </a:lnTo>
                  <a:lnTo>
                    <a:pt x="17329" y="562"/>
                  </a:lnTo>
                  <a:lnTo>
                    <a:pt x="17092" y="519"/>
                  </a:lnTo>
                  <a:lnTo>
                    <a:pt x="16098" y="389"/>
                  </a:lnTo>
                  <a:lnTo>
                    <a:pt x="15125" y="281"/>
                  </a:lnTo>
                  <a:lnTo>
                    <a:pt x="14131" y="195"/>
                  </a:lnTo>
                  <a:lnTo>
                    <a:pt x="13159" y="130"/>
                  </a:lnTo>
                  <a:lnTo>
                    <a:pt x="12187" y="65"/>
                  </a:lnTo>
                  <a:lnTo>
                    <a:pt x="11193" y="22"/>
                  </a:lnTo>
                  <a:lnTo>
                    <a:pt x="1022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37">
              <a:extLst>
                <a:ext uri="{FF2B5EF4-FFF2-40B4-BE49-F238E27FC236}">
                  <a16:creationId xmlns:a16="http://schemas.microsoft.com/office/drawing/2014/main" id="{10D4D722-9673-DE17-0D44-455BB34CDB25}"/>
                </a:ext>
              </a:extLst>
            </p:cNvPr>
            <p:cNvSpPr/>
            <p:nvPr/>
          </p:nvSpPr>
          <p:spPr>
            <a:xfrm>
              <a:off x="16528600" y="2815525"/>
              <a:ext cx="97275" cy="148025"/>
            </a:xfrm>
            <a:custGeom>
              <a:avLst/>
              <a:gdLst/>
              <a:ahLst/>
              <a:cxnLst/>
              <a:rect l="l" t="t" r="r" b="b"/>
              <a:pathLst>
                <a:path w="3891" h="5921" extrusionOk="0">
                  <a:moveTo>
                    <a:pt x="1946" y="0"/>
                  </a:moveTo>
                  <a:lnTo>
                    <a:pt x="1751" y="22"/>
                  </a:lnTo>
                  <a:lnTo>
                    <a:pt x="1557" y="65"/>
                  </a:lnTo>
                  <a:lnTo>
                    <a:pt x="1362" y="130"/>
                  </a:lnTo>
                  <a:lnTo>
                    <a:pt x="1189" y="238"/>
                  </a:lnTo>
                  <a:lnTo>
                    <a:pt x="1016" y="367"/>
                  </a:lnTo>
                  <a:lnTo>
                    <a:pt x="865" y="519"/>
                  </a:lnTo>
                  <a:lnTo>
                    <a:pt x="714" y="670"/>
                  </a:lnTo>
                  <a:lnTo>
                    <a:pt x="563" y="864"/>
                  </a:lnTo>
                  <a:lnTo>
                    <a:pt x="433" y="1080"/>
                  </a:lnTo>
                  <a:lnTo>
                    <a:pt x="325" y="1318"/>
                  </a:lnTo>
                  <a:lnTo>
                    <a:pt x="239" y="1556"/>
                  </a:lnTo>
                  <a:lnTo>
                    <a:pt x="152" y="1815"/>
                  </a:lnTo>
                  <a:lnTo>
                    <a:pt x="87" y="2074"/>
                  </a:lnTo>
                  <a:lnTo>
                    <a:pt x="44" y="2377"/>
                  </a:lnTo>
                  <a:lnTo>
                    <a:pt x="1" y="2658"/>
                  </a:lnTo>
                  <a:lnTo>
                    <a:pt x="1" y="2960"/>
                  </a:lnTo>
                  <a:lnTo>
                    <a:pt x="1" y="3263"/>
                  </a:lnTo>
                  <a:lnTo>
                    <a:pt x="44" y="3565"/>
                  </a:lnTo>
                  <a:lnTo>
                    <a:pt x="87" y="3846"/>
                  </a:lnTo>
                  <a:lnTo>
                    <a:pt x="152" y="4127"/>
                  </a:lnTo>
                  <a:lnTo>
                    <a:pt x="239" y="4386"/>
                  </a:lnTo>
                  <a:lnTo>
                    <a:pt x="325" y="4624"/>
                  </a:lnTo>
                  <a:lnTo>
                    <a:pt x="433" y="4840"/>
                  </a:lnTo>
                  <a:lnTo>
                    <a:pt x="563" y="5056"/>
                  </a:lnTo>
                  <a:lnTo>
                    <a:pt x="714" y="5251"/>
                  </a:lnTo>
                  <a:lnTo>
                    <a:pt x="865" y="5424"/>
                  </a:lnTo>
                  <a:lnTo>
                    <a:pt x="1016" y="5575"/>
                  </a:lnTo>
                  <a:lnTo>
                    <a:pt x="1189" y="5683"/>
                  </a:lnTo>
                  <a:lnTo>
                    <a:pt x="1362" y="5791"/>
                  </a:lnTo>
                  <a:lnTo>
                    <a:pt x="1557" y="5856"/>
                  </a:lnTo>
                  <a:lnTo>
                    <a:pt x="1751" y="5921"/>
                  </a:lnTo>
                  <a:lnTo>
                    <a:pt x="2140" y="5921"/>
                  </a:lnTo>
                  <a:lnTo>
                    <a:pt x="2334" y="5856"/>
                  </a:lnTo>
                  <a:lnTo>
                    <a:pt x="2529" y="5791"/>
                  </a:lnTo>
                  <a:lnTo>
                    <a:pt x="2702" y="5683"/>
                  </a:lnTo>
                  <a:lnTo>
                    <a:pt x="2875" y="5575"/>
                  </a:lnTo>
                  <a:lnTo>
                    <a:pt x="3047" y="5424"/>
                  </a:lnTo>
                  <a:lnTo>
                    <a:pt x="3199" y="5251"/>
                  </a:lnTo>
                  <a:lnTo>
                    <a:pt x="3328" y="5056"/>
                  </a:lnTo>
                  <a:lnTo>
                    <a:pt x="3458" y="4840"/>
                  </a:lnTo>
                  <a:lnTo>
                    <a:pt x="3566" y="4624"/>
                  </a:lnTo>
                  <a:lnTo>
                    <a:pt x="3653" y="4386"/>
                  </a:lnTo>
                  <a:lnTo>
                    <a:pt x="3739" y="4127"/>
                  </a:lnTo>
                  <a:lnTo>
                    <a:pt x="3804" y="3846"/>
                  </a:lnTo>
                  <a:lnTo>
                    <a:pt x="3869" y="3565"/>
                  </a:lnTo>
                  <a:lnTo>
                    <a:pt x="3890" y="3263"/>
                  </a:lnTo>
                  <a:lnTo>
                    <a:pt x="3890" y="2960"/>
                  </a:lnTo>
                  <a:lnTo>
                    <a:pt x="3890" y="2658"/>
                  </a:lnTo>
                  <a:lnTo>
                    <a:pt x="3869" y="2377"/>
                  </a:lnTo>
                  <a:lnTo>
                    <a:pt x="3804" y="2074"/>
                  </a:lnTo>
                  <a:lnTo>
                    <a:pt x="3739" y="1815"/>
                  </a:lnTo>
                  <a:lnTo>
                    <a:pt x="3653" y="1556"/>
                  </a:lnTo>
                  <a:lnTo>
                    <a:pt x="3566" y="1318"/>
                  </a:lnTo>
                  <a:lnTo>
                    <a:pt x="3458" y="1080"/>
                  </a:lnTo>
                  <a:lnTo>
                    <a:pt x="3328" y="864"/>
                  </a:lnTo>
                  <a:lnTo>
                    <a:pt x="3199" y="670"/>
                  </a:lnTo>
                  <a:lnTo>
                    <a:pt x="3047" y="519"/>
                  </a:lnTo>
                  <a:lnTo>
                    <a:pt x="2875" y="367"/>
                  </a:lnTo>
                  <a:lnTo>
                    <a:pt x="2702" y="238"/>
                  </a:lnTo>
                  <a:lnTo>
                    <a:pt x="2529" y="130"/>
                  </a:lnTo>
                  <a:lnTo>
                    <a:pt x="2334" y="65"/>
                  </a:lnTo>
                  <a:lnTo>
                    <a:pt x="2140" y="22"/>
                  </a:lnTo>
                  <a:lnTo>
                    <a:pt x="194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37">
              <a:extLst>
                <a:ext uri="{FF2B5EF4-FFF2-40B4-BE49-F238E27FC236}">
                  <a16:creationId xmlns:a16="http://schemas.microsoft.com/office/drawing/2014/main" id="{7B3EE1B6-2B3B-62F2-6AB7-D57249ED2A43}"/>
                </a:ext>
              </a:extLst>
            </p:cNvPr>
            <p:cNvSpPr/>
            <p:nvPr/>
          </p:nvSpPr>
          <p:spPr>
            <a:xfrm>
              <a:off x="16550225" y="2837125"/>
              <a:ext cx="54025" cy="104825"/>
            </a:xfrm>
            <a:custGeom>
              <a:avLst/>
              <a:gdLst/>
              <a:ahLst/>
              <a:cxnLst/>
              <a:rect l="l" t="t" r="r" b="b"/>
              <a:pathLst>
                <a:path w="2161" h="4193" extrusionOk="0">
                  <a:moveTo>
                    <a:pt x="1081" y="0"/>
                  </a:moveTo>
                  <a:lnTo>
                    <a:pt x="994" y="22"/>
                  </a:lnTo>
                  <a:lnTo>
                    <a:pt x="886" y="44"/>
                  </a:lnTo>
                  <a:lnTo>
                    <a:pt x="800" y="87"/>
                  </a:lnTo>
                  <a:lnTo>
                    <a:pt x="692" y="173"/>
                  </a:lnTo>
                  <a:lnTo>
                    <a:pt x="605" y="260"/>
                  </a:lnTo>
                  <a:lnTo>
                    <a:pt x="519" y="346"/>
                  </a:lnTo>
                  <a:lnTo>
                    <a:pt x="346" y="605"/>
                  </a:lnTo>
                  <a:lnTo>
                    <a:pt x="216" y="930"/>
                  </a:lnTo>
                  <a:lnTo>
                    <a:pt x="108" y="1275"/>
                  </a:lnTo>
                  <a:lnTo>
                    <a:pt x="22" y="1664"/>
                  </a:lnTo>
                  <a:lnTo>
                    <a:pt x="0" y="1880"/>
                  </a:lnTo>
                  <a:lnTo>
                    <a:pt x="0" y="2096"/>
                  </a:lnTo>
                  <a:lnTo>
                    <a:pt x="0" y="2312"/>
                  </a:lnTo>
                  <a:lnTo>
                    <a:pt x="22" y="2528"/>
                  </a:lnTo>
                  <a:lnTo>
                    <a:pt x="108" y="2917"/>
                  </a:lnTo>
                  <a:lnTo>
                    <a:pt x="216" y="3285"/>
                  </a:lnTo>
                  <a:lnTo>
                    <a:pt x="346" y="3587"/>
                  </a:lnTo>
                  <a:lnTo>
                    <a:pt x="519" y="3847"/>
                  </a:lnTo>
                  <a:lnTo>
                    <a:pt x="605" y="3955"/>
                  </a:lnTo>
                  <a:lnTo>
                    <a:pt x="692" y="4041"/>
                  </a:lnTo>
                  <a:lnTo>
                    <a:pt x="800" y="4106"/>
                  </a:lnTo>
                  <a:lnTo>
                    <a:pt x="886" y="4149"/>
                  </a:lnTo>
                  <a:lnTo>
                    <a:pt x="994" y="4192"/>
                  </a:lnTo>
                  <a:lnTo>
                    <a:pt x="1167" y="4192"/>
                  </a:lnTo>
                  <a:lnTo>
                    <a:pt x="1275" y="4149"/>
                  </a:lnTo>
                  <a:lnTo>
                    <a:pt x="1361" y="4106"/>
                  </a:lnTo>
                  <a:lnTo>
                    <a:pt x="1469" y="4041"/>
                  </a:lnTo>
                  <a:lnTo>
                    <a:pt x="1556" y="3955"/>
                  </a:lnTo>
                  <a:lnTo>
                    <a:pt x="1642" y="3847"/>
                  </a:lnTo>
                  <a:lnTo>
                    <a:pt x="1815" y="3587"/>
                  </a:lnTo>
                  <a:lnTo>
                    <a:pt x="1945" y="3285"/>
                  </a:lnTo>
                  <a:lnTo>
                    <a:pt x="2074" y="2917"/>
                  </a:lnTo>
                  <a:lnTo>
                    <a:pt x="2139" y="2528"/>
                  </a:lnTo>
                  <a:lnTo>
                    <a:pt x="2161" y="2312"/>
                  </a:lnTo>
                  <a:lnTo>
                    <a:pt x="2161" y="2096"/>
                  </a:lnTo>
                  <a:lnTo>
                    <a:pt x="2161" y="1880"/>
                  </a:lnTo>
                  <a:lnTo>
                    <a:pt x="2139" y="1664"/>
                  </a:lnTo>
                  <a:lnTo>
                    <a:pt x="2074" y="1275"/>
                  </a:lnTo>
                  <a:lnTo>
                    <a:pt x="1945" y="930"/>
                  </a:lnTo>
                  <a:lnTo>
                    <a:pt x="1815" y="605"/>
                  </a:lnTo>
                  <a:lnTo>
                    <a:pt x="1642" y="346"/>
                  </a:lnTo>
                  <a:lnTo>
                    <a:pt x="1556" y="260"/>
                  </a:lnTo>
                  <a:lnTo>
                    <a:pt x="1469" y="173"/>
                  </a:lnTo>
                  <a:lnTo>
                    <a:pt x="1361" y="87"/>
                  </a:lnTo>
                  <a:lnTo>
                    <a:pt x="1275" y="44"/>
                  </a:lnTo>
                  <a:lnTo>
                    <a:pt x="1167" y="22"/>
                  </a:lnTo>
                  <a:lnTo>
                    <a:pt x="10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37">
              <a:extLst>
                <a:ext uri="{FF2B5EF4-FFF2-40B4-BE49-F238E27FC236}">
                  <a16:creationId xmlns:a16="http://schemas.microsoft.com/office/drawing/2014/main" id="{FABA7022-5FFD-24D9-6B85-456A03634A17}"/>
                </a:ext>
              </a:extLst>
            </p:cNvPr>
            <p:cNvSpPr/>
            <p:nvPr/>
          </p:nvSpPr>
          <p:spPr>
            <a:xfrm>
              <a:off x="16330900" y="3048875"/>
              <a:ext cx="492675" cy="38375"/>
            </a:xfrm>
            <a:custGeom>
              <a:avLst/>
              <a:gdLst/>
              <a:ahLst/>
              <a:cxnLst/>
              <a:rect l="l" t="t" r="r" b="b"/>
              <a:pathLst>
                <a:path w="19707" h="1535" extrusionOk="0">
                  <a:moveTo>
                    <a:pt x="606" y="1"/>
                  </a:moveTo>
                  <a:lnTo>
                    <a:pt x="476" y="44"/>
                  </a:lnTo>
                  <a:lnTo>
                    <a:pt x="346" y="130"/>
                  </a:lnTo>
                  <a:lnTo>
                    <a:pt x="217" y="217"/>
                  </a:lnTo>
                  <a:lnTo>
                    <a:pt x="130" y="325"/>
                  </a:lnTo>
                  <a:lnTo>
                    <a:pt x="65" y="454"/>
                  </a:lnTo>
                  <a:lnTo>
                    <a:pt x="22" y="606"/>
                  </a:lnTo>
                  <a:lnTo>
                    <a:pt x="0" y="757"/>
                  </a:lnTo>
                  <a:lnTo>
                    <a:pt x="22" y="908"/>
                  </a:lnTo>
                  <a:lnTo>
                    <a:pt x="65" y="1059"/>
                  </a:lnTo>
                  <a:lnTo>
                    <a:pt x="130" y="1189"/>
                  </a:lnTo>
                  <a:lnTo>
                    <a:pt x="217" y="1297"/>
                  </a:lnTo>
                  <a:lnTo>
                    <a:pt x="346" y="1405"/>
                  </a:lnTo>
                  <a:lnTo>
                    <a:pt x="476" y="1470"/>
                  </a:lnTo>
                  <a:lnTo>
                    <a:pt x="606" y="1513"/>
                  </a:lnTo>
                  <a:lnTo>
                    <a:pt x="778" y="1535"/>
                  </a:lnTo>
                  <a:lnTo>
                    <a:pt x="18950" y="1535"/>
                  </a:lnTo>
                  <a:lnTo>
                    <a:pt x="19102" y="1513"/>
                  </a:lnTo>
                  <a:lnTo>
                    <a:pt x="19231" y="1470"/>
                  </a:lnTo>
                  <a:lnTo>
                    <a:pt x="19361" y="1405"/>
                  </a:lnTo>
                  <a:lnTo>
                    <a:pt x="19490" y="1297"/>
                  </a:lnTo>
                  <a:lnTo>
                    <a:pt x="19577" y="1189"/>
                  </a:lnTo>
                  <a:lnTo>
                    <a:pt x="19642" y="1059"/>
                  </a:lnTo>
                  <a:lnTo>
                    <a:pt x="19685" y="908"/>
                  </a:lnTo>
                  <a:lnTo>
                    <a:pt x="19707" y="757"/>
                  </a:lnTo>
                  <a:lnTo>
                    <a:pt x="19685" y="606"/>
                  </a:lnTo>
                  <a:lnTo>
                    <a:pt x="19642" y="454"/>
                  </a:lnTo>
                  <a:lnTo>
                    <a:pt x="19577" y="325"/>
                  </a:lnTo>
                  <a:lnTo>
                    <a:pt x="19490" y="217"/>
                  </a:lnTo>
                  <a:lnTo>
                    <a:pt x="19361" y="130"/>
                  </a:lnTo>
                  <a:lnTo>
                    <a:pt x="19231" y="44"/>
                  </a:lnTo>
                  <a:lnTo>
                    <a:pt x="1910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37">
              <a:extLst>
                <a:ext uri="{FF2B5EF4-FFF2-40B4-BE49-F238E27FC236}">
                  <a16:creationId xmlns:a16="http://schemas.microsoft.com/office/drawing/2014/main" id="{70814063-2327-9B50-D63B-C6C781793746}"/>
                </a:ext>
              </a:extLst>
            </p:cNvPr>
            <p:cNvSpPr/>
            <p:nvPr/>
          </p:nvSpPr>
          <p:spPr>
            <a:xfrm>
              <a:off x="16395725" y="3319500"/>
              <a:ext cx="195025" cy="121575"/>
            </a:xfrm>
            <a:custGeom>
              <a:avLst/>
              <a:gdLst/>
              <a:ahLst/>
              <a:cxnLst/>
              <a:rect l="l" t="t" r="r" b="b"/>
              <a:pathLst>
                <a:path w="7801" h="4863" extrusionOk="0">
                  <a:moveTo>
                    <a:pt x="5986" y="1"/>
                  </a:moveTo>
                  <a:lnTo>
                    <a:pt x="5813" y="23"/>
                  </a:lnTo>
                  <a:lnTo>
                    <a:pt x="5640" y="87"/>
                  </a:lnTo>
                  <a:lnTo>
                    <a:pt x="5445" y="174"/>
                  </a:lnTo>
                  <a:lnTo>
                    <a:pt x="5273" y="303"/>
                  </a:lnTo>
                  <a:lnTo>
                    <a:pt x="5057" y="455"/>
                  </a:lnTo>
                  <a:lnTo>
                    <a:pt x="4862" y="628"/>
                  </a:lnTo>
                  <a:lnTo>
                    <a:pt x="4646" y="844"/>
                  </a:lnTo>
                  <a:lnTo>
                    <a:pt x="4430" y="1103"/>
                  </a:lnTo>
                  <a:lnTo>
                    <a:pt x="3933" y="1708"/>
                  </a:lnTo>
                  <a:lnTo>
                    <a:pt x="3738" y="1946"/>
                  </a:lnTo>
                  <a:lnTo>
                    <a:pt x="3522" y="2183"/>
                  </a:lnTo>
                  <a:lnTo>
                    <a:pt x="3285" y="2399"/>
                  </a:lnTo>
                  <a:lnTo>
                    <a:pt x="3047" y="2594"/>
                  </a:lnTo>
                  <a:lnTo>
                    <a:pt x="2788" y="2788"/>
                  </a:lnTo>
                  <a:lnTo>
                    <a:pt x="2528" y="2961"/>
                  </a:lnTo>
                  <a:lnTo>
                    <a:pt x="2248" y="3134"/>
                  </a:lnTo>
                  <a:lnTo>
                    <a:pt x="1988" y="3264"/>
                  </a:lnTo>
                  <a:lnTo>
                    <a:pt x="1707" y="3393"/>
                  </a:lnTo>
                  <a:lnTo>
                    <a:pt x="1448" y="3501"/>
                  </a:lnTo>
                  <a:lnTo>
                    <a:pt x="1167" y="3566"/>
                  </a:lnTo>
                  <a:lnTo>
                    <a:pt x="908" y="3631"/>
                  </a:lnTo>
                  <a:lnTo>
                    <a:pt x="670" y="3653"/>
                  </a:lnTo>
                  <a:lnTo>
                    <a:pt x="433" y="3653"/>
                  </a:lnTo>
                  <a:lnTo>
                    <a:pt x="195" y="3631"/>
                  </a:lnTo>
                  <a:lnTo>
                    <a:pt x="0" y="3588"/>
                  </a:lnTo>
                  <a:lnTo>
                    <a:pt x="389" y="3825"/>
                  </a:lnTo>
                  <a:lnTo>
                    <a:pt x="778" y="4063"/>
                  </a:lnTo>
                  <a:lnTo>
                    <a:pt x="1210" y="4258"/>
                  </a:lnTo>
                  <a:lnTo>
                    <a:pt x="1643" y="4430"/>
                  </a:lnTo>
                  <a:lnTo>
                    <a:pt x="2118" y="4582"/>
                  </a:lnTo>
                  <a:lnTo>
                    <a:pt x="2572" y="4711"/>
                  </a:lnTo>
                  <a:lnTo>
                    <a:pt x="3047" y="4798"/>
                  </a:lnTo>
                  <a:lnTo>
                    <a:pt x="3501" y="4863"/>
                  </a:lnTo>
                  <a:lnTo>
                    <a:pt x="3976" y="4863"/>
                  </a:lnTo>
                  <a:lnTo>
                    <a:pt x="4430" y="4841"/>
                  </a:lnTo>
                  <a:lnTo>
                    <a:pt x="4884" y="4776"/>
                  </a:lnTo>
                  <a:lnTo>
                    <a:pt x="5316" y="4668"/>
                  </a:lnTo>
                  <a:lnTo>
                    <a:pt x="5510" y="4603"/>
                  </a:lnTo>
                  <a:lnTo>
                    <a:pt x="5705" y="4517"/>
                  </a:lnTo>
                  <a:lnTo>
                    <a:pt x="5899" y="4409"/>
                  </a:lnTo>
                  <a:lnTo>
                    <a:pt x="6094" y="4301"/>
                  </a:lnTo>
                  <a:lnTo>
                    <a:pt x="6288" y="4193"/>
                  </a:lnTo>
                  <a:lnTo>
                    <a:pt x="6461" y="4063"/>
                  </a:lnTo>
                  <a:lnTo>
                    <a:pt x="6612" y="3912"/>
                  </a:lnTo>
                  <a:lnTo>
                    <a:pt x="6764" y="3739"/>
                  </a:lnTo>
                  <a:lnTo>
                    <a:pt x="7044" y="3415"/>
                  </a:lnTo>
                  <a:lnTo>
                    <a:pt x="7282" y="3112"/>
                  </a:lnTo>
                  <a:lnTo>
                    <a:pt x="7455" y="2832"/>
                  </a:lnTo>
                  <a:lnTo>
                    <a:pt x="7606" y="2551"/>
                  </a:lnTo>
                  <a:lnTo>
                    <a:pt x="7693" y="2291"/>
                  </a:lnTo>
                  <a:lnTo>
                    <a:pt x="7757" y="2054"/>
                  </a:lnTo>
                  <a:lnTo>
                    <a:pt x="7801" y="1838"/>
                  </a:lnTo>
                  <a:lnTo>
                    <a:pt x="7801" y="1621"/>
                  </a:lnTo>
                  <a:lnTo>
                    <a:pt x="7757" y="1427"/>
                  </a:lnTo>
                  <a:lnTo>
                    <a:pt x="7714" y="1233"/>
                  </a:lnTo>
                  <a:lnTo>
                    <a:pt x="7628" y="1081"/>
                  </a:lnTo>
                  <a:lnTo>
                    <a:pt x="7541" y="908"/>
                  </a:lnTo>
                  <a:lnTo>
                    <a:pt x="7412" y="779"/>
                  </a:lnTo>
                  <a:lnTo>
                    <a:pt x="7304" y="649"/>
                  </a:lnTo>
                  <a:lnTo>
                    <a:pt x="7152" y="520"/>
                  </a:lnTo>
                  <a:lnTo>
                    <a:pt x="7023" y="411"/>
                  </a:lnTo>
                  <a:lnTo>
                    <a:pt x="6850" y="282"/>
                  </a:lnTo>
                  <a:lnTo>
                    <a:pt x="6677" y="174"/>
                  </a:lnTo>
                  <a:lnTo>
                    <a:pt x="6504" y="87"/>
                  </a:lnTo>
                  <a:lnTo>
                    <a:pt x="6331" y="44"/>
                  </a:lnTo>
                  <a:lnTo>
                    <a:pt x="61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37">
              <a:extLst>
                <a:ext uri="{FF2B5EF4-FFF2-40B4-BE49-F238E27FC236}">
                  <a16:creationId xmlns:a16="http://schemas.microsoft.com/office/drawing/2014/main" id="{1D47BEE6-A498-4ABD-6018-E5FC669936FC}"/>
                </a:ext>
              </a:extLst>
            </p:cNvPr>
            <p:cNvSpPr/>
            <p:nvPr/>
          </p:nvSpPr>
          <p:spPr>
            <a:xfrm>
              <a:off x="16563725" y="3319500"/>
              <a:ext cx="195025" cy="121575"/>
            </a:xfrm>
            <a:custGeom>
              <a:avLst/>
              <a:gdLst/>
              <a:ahLst/>
              <a:cxnLst/>
              <a:rect l="l" t="t" r="r" b="b"/>
              <a:pathLst>
                <a:path w="7801" h="4863" extrusionOk="0">
                  <a:moveTo>
                    <a:pt x="1642" y="1"/>
                  </a:moveTo>
                  <a:lnTo>
                    <a:pt x="1470" y="44"/>
                  </a:lnTo>
                  <a:lnTo>
                    <a:pt x="1297" y="87"/>
                  </a:lnTo>
                  <a:lnTo>
                    <a:pt x="1124" y="174"/>
                  </a:lnTo>
                  <a:lnTo>
                    <a:pt x="973" y="282"/>
                  </a:lnTo>
                  <a:lnTo>
                    <a:pt x="778" y="411"/>
                  </a:lnTo>
                  <a:lnTo>
                    <a:pt x="649" y="520"/>
                  </a:lnTo>
                  <a:lnTo>
                    <a:pt x="519" y="649"/>
                  </a:lnTo>
                  <a:lnTo>
                    <a:pt x="389" y="779"/>
                  </a:lnTo>
                  <a:lnTo>
                    <a:pt x="281" y="908"/>
                  </a:lnTo>
                  <a:lnTo>
                    <a:pt x="173" y="1081"/>
                  </a:lnTo>
                  <a:lnTo>
                    <a:pt x="87" y="1233"/>
                  </a:lnTo>
                  <a:lnTo>
                    <a:pt x="44" y="1427"/>
                  </a:lnTo>
                  <a:lnTo>
                    <a:pt x="22" y="1621"/>
                  </a:lnTo>
                  <a:lnTo>
                    <a:pt x="0" y="1838"/>
                  </a:lnTo>
                  <a:lnTo>
                    <a:pt x="44" y="2054"/>
                  </a:lnTo>
                  <a:lnTo>
                    <a:pt x="108" y="2291"/>
                  </a:lnTo>
                  <a:lnTo>
                    <a:pt x="195" y="2551"/>
                  </a:lnTo>
                  <a:lnTo>
                    <a:pt x="346" y="2832"/>
                  </a:lnTo>
                  <a:lnTo>
                    <a:pt x="519" y="3112"/>
                  </a:lnTo>
                  <a:lnTo>
                    <a:pt x="757" y="3415"/>
                  </a:lnTo>
                  <a:lnTo>
                    <a:pt x="1037" y="3739"/>
                  </a:lnTo>
                  <a:lnTo>
                    <a:pt x="1189" y="3912"/>
                  </a:lnTo>
                  <a:lnTo>
                    <a:pt x="1362" y="4063"/>
                  </a:lnTo>
                  <a:lnTo>
                    <a:pt x="1534" y="4193"/>
                  </a:lnTo>
                  <a:lnTo>
                    <a:pt x="1707" y="4301"/>
                  </a:lnTo>
                  <a:lnTo>
                    <a:pt x="1902" y="4409"/>
                  </a:lnTo>
                  <a:lnTo>
                    <a:pt x="2096" y="4517"/>
                  </a:lnTo>
                  <a:lnTo>
                    <a:pt x="2291" y="4603"/>
                  </a:lnTo>
                  <a:lnTo>
                    <a:pt x="2507" y="4668"/>
                  </a:lnTo>
                  <a:lnTo>
                    <a:pt x="2917" y="4776"/>
                  </a:lnTo>
                  <a:lnTo>
                    <a:pt x="3371" y="4841"/>
                  </a:lnTo>
                  <a:lnTo>
                    <a:pt x="3825" y="4863"/>
                  </a:lnTo>
                  <a:lnTo>
                    <a:pt x="4300" y="4863"/>
                  </a:lnTo>
                  <a:lnTo>
                    <a:pt x="4754" y="4798"/>
                  </a:lnTo>
                  <a:lnTo>
                    <a:pt x="5229" y="4711"/>
                  </a:lnTo>
                  <a:lnTo>
                    <a:pt x="5705" y="4582"/>
                  </a:lnTo>
                  <a:lnTo>
                    <a:pt x="6158" y="4430"/>
                  </a:lnTo>
                  <a:lnTo>
                    <a:pt x="6591" y="4258"/>
                  </a:lnTo>
                  <a:lnTo>
                    <a:pt x="7023" y="4063"/>
                  </a:lnTo>
                  <a:lnTo>
                    <a:pt x="7433" y="3825"/>
                  </a:lnTo>
                  <a:lnTo>
                    <a:pt x="7801" y="3588"/>
                  </a:lnTo>
                  <a:lnTo>
                    <a:pt x="7606" y="3631"/>
                  </a:lnTo>
                  <a:lnTo>
                    <a:pt x="7390" y="3653"/>
                  </a:lnTo>
                  <a:lnTo>
                    <a:pt x="7152" y="3653"/>
                  </a:lnTo>
                  <a:lnTo>
                    <a:pt x="6893" y="3631"/>
                  </a:lnTo>
                  <a:lnTo>
                    <a:pt x="6634" y="3566"/>
                  </a:lnTo>
                  <a:lnTo>
                    <a:pt x="6375" y="3501"/>
                  </a:lnTo>
                  <a:lnTo>
                    <a:pt x="6094" y="3393"/>
                  </a:lnTo>
                  <a:lnTo>
                    <a:pt x="5813" y="3264"/>
                  </a:lnTo>
                  <a:lnTo>
                    <a:pt x="5553" y="3134"/>
                  </a:lnTo>
                  <a:lnTo>
                    <a:pt x="5273" y="2961"/>
                  </a:lnTo>
                  <a:lnTo>
                    <a:pt x="5013" y="2788"/>
                  </a:lnTo>
                  <a:lnTo>
                    <a:pt x="4754" y="2594"/>
                  </a:lnTo>
                  <a:lnTo>
                    <a:pt x="4516" y="2399"/>
                  </a:lnTo>
                  <a:lnTo>
                    <a:pt x="4279" y="2183"/>
                  </a:lnTo>
                  <a:lnTo>
                    <a:pt x="4063" y="1946"/>
                  </a:lnTo>
                  <a:lnTo>
                    <a:pt x="3868" y="1708"/>
                  </a:lnTo>
                  <a:lnTo>
                    <a:pt x="3393" y="1103"/>
                  </a:lnTo>
                  <a:lnTo>
                    <a:pt x="3155" y="844"/>
                  </a:lnTo>
                  <a:lnTo>
                    <a:pt x="2939" y="628"/>
                  </a:lnTo>
                  <a:lnTo>
                    <a:pt x="2744" y="455"/>
                  </a:lnTo>
                  <a:lnTo>
                    <a:pt x="2550" y="303"/>
                  </a:lnTo>
                  <a:lnTo>
                    <a:pt x="2356" y="174"/>
                  </a:lnTo>
                  <a:lnTo>
                    <a:pt x="2161" y="87"/>
                  </a:lnTo>
                  <a:lnTo>
                    <a:pt x="1988" y="23"/>
                  </a:lnTo>
                  <a:lnTo>
                    <a:pt x="18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37">
              <a:extLst>
                <a:ext uri="{FF2B5EF4-FFF2-40B4-BE49-F238E27FC236}">
                  <a16:creationId xmlns:a16="http://schemas.microsoft.com/office/drawing/2014/main" id="{F7C9B40C-FD7C-FB83-E87D-A27E492DC76E}"/>
                </a:ext>
              </a:extLst>
            </p:cNvPr>
            <p:cNvSpPr/>
            <p:nvPr/>
          </p:nvSpPr>
          <p:spPr>
            <a:xfrm>
              <a:off x="16640975" y="3230925"/>
              <a:ext cx="27575" cy="34600"/>
            </a:xfrm>
            <a:custGeom>
              <a:avLst/>
              <a:gdLst/>
              <a:ahLst/>
              <a:cxnLst/>
              <a:rect l="l" t="t" r="r" b="b"/>
              <a:pathLst>
                <a:path w="1103" h="1384" extrusionOk="0">
                  <a:moveTo>
                    <a:pt x="432" y="0"/>
                  </a:moveTo>
                  <a:lnTo>
                    <a:pt x="324" y="43"/>
                  </a:lnTo>
                  <a:lnTo>
                    <a:pt x="238" y="108"/>
                  </a:lnTo>
                  <a:lnTo>
                    <a:pt x="151" y="195"/>
                  </a:lnTo>
                  <a:lnTo>
                    <a:pt x="87" y="303"/>
                  </a:lnTo>
                  <a:lnTo>
                    <a:pt x="43" y="411"/>
                  </a:lnTo>
                  <a:lnTo>
                    <a:pt x="0" y="540"/>
                  </a:lnTo>
                  <a:lnTo>
                    <a:pt x="0" y="692"/>
                  </a:lnTo>
                  <a:lnTo>
                    <a:pt x="0" y="821"/>
                  </a:lnTo>
                  <a:lnTo>
                    <a:pt x="43" y="951"/>
                  </a:lnTo>
                  <a:lnTo>
                    <a:pt x="87" y="1081"/>
                  </a:lnTo>
                  <a:lnTo>
                    <a:pt x="151" y="1189"/>
                  </a:lnTo>
                  <a:lnTo>
                    <a:pt x="238" y="1275"/>
                  </a:lnTo>
                  <a:lnTo>
                    <a:pt x="324" y="1340"/>
                  </a:lnTo>
                  <a:lnTo>
                    <a:pt x="432" y="1383"/>
                  </a:lnTo>
                  <a:lnTo>
                    <a:pt x="648" y="1383"/>
                  </a:lnTo>
                  <a:lnTo>
                    <a:pt x="756" y="1340"/>
                  </a:lnTo>
                  <a:lnTo>
                    <a:pt x="843" y="1275"/>
                  </a:lnTo>
                  <a:lnTo>
                    <a:pt x="929" y="1189"/>
                  </a:lnTo>
                  <a:lnTo>
                    <a:pt x="994" y="1081"/>
                  </a:lnTo>
                  <a:lnTo>
                    <a:pt x="1059" y="951"/>
                  </a:lnTo>
                  <a:lnTo>
                    <a:pt x="1081" y="821"/>
                  </a:lnTo>
                  <a:lnTo>
                    <a:pt x="1102" y="692"/>
                  </a:lnTo>
                  <a:lnTo>
                    <a:pt x="1081" y="540"/>
                  </a:lnTo>
                  <a:lnTo>
                    <a:pt x="1059" y="411"/>
                  </a:lnTo>
                  <a:lnTo>
                    <a:pt x="994" y="303"/>
                  </a:lnTo>
                  <a:lnTo>
                    <a:pt x="929" y="195"/>
                  </a:lnTo>
                  <a:lnTo>
                    <a:pt x="843" y="108"/>
                  </a:lnTo>
                  <a:lnTo>
                    <a:pt x="756" y="43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37">
              <a:extLst>
                <a:ext uri="{FF2B5EF4-FFF2-40B4-BE49-F238E27FC236}">
                  <a16:creationId xmlns:a16="http://schemas.microsoft.com/office/drawing/2014/main" id="{1E21C283-42EC-81D4-C04D-E3F08ABF57F9}"/>
                </a:ext>
              </a:extLst>
            </p:cNvPr>
            <p:cNvSpPr/>
            <p:nvPr/>
          </p:nvSpPr>
          <p:spPr>
            <a:xfrm>
              <a:off x="16487025" y="3230925"/>
              <a:ext cx="27575" cy="34600"/>
            </a:xfrm>
            <a:custGeom>
              <a:avLst/>
              <a:gdLst/>
              <a:ahLst/>
              <a:cxnLst/>
              <a:rect l="l" t="t" r="r" b="b"/>
              <a:pathLst>
                <a:path w="1103" h="1384" extrusionOk="0">
                  <a:moveTo>
                    <a:pt x="432" y="0"/>
                  </a:moveTo>
                  <a:lnTo>
                    <a:pt x="346" y="43"/>
                  </a:lnTo>
                  <a:lnTo>
                    <a:pt x="238" y="108"/>
                  </a:lnTo>
                  <a:lnTo>
                    <a:pt x="173" y="195"/>
                  </a:lnTo>
                  <a:lnTo>
                    <a:pt x="108" y="303"/>
                  </a:lnTo>
                  <a:lnTo>
                    <a:pt x="43" y="411"/>
                  </a:lnTo>
                  <a:lnTo>
                    <a:pt x="22" y="540"/>
                  </a:lnTo>
                  <a:lnTo>
                    <a:pt x="0" y="692"/>
                  </a:lnTo>
                  <a:lnTo>
                    <a:pt x="22" y="821"/>
                  </a:lnTo>
                  <a:lnTo>
                    <a:pt x="43" y="951"/>
                  </a:lnTo>
                  <a:lnTo>
                    <a:pt x="108" y="1081"/>
                  </a:lnTo>
                  <a:lnTo>
                    <a:pt x="173" y="1189"/>
                  </a:lnTo>
                  <a:lnTo>
                    <a:pt x="238" y="1275"/>
                  </a:lnTo>
                  <a:lnTo>
                    <a:pt x="346" y="1340"/>
                  </a:lnTo>
                  <a:lnTo>
                    <a:pt x="432" y="1383"/>
                  </a:lnTo>
                  <a:lnTo>
                    <a:pt x="670" y="1383"/>
                  </a:lnTo>
                  <a:lnTo>
                    <a:pt x="756" y="1340"/>
                  </a:lnTo>
                  <a:lnTo>
                    <a:pt x="864" y="1275"/>
                  </a:lnTo>
                  <a:lnTo>
                    <a:pt x="951" y="1189"/>
                  </a:lnTo>
                  <a:lnTo>
                    <a:pt x="1016" y="1081"/>
                  </a:lnTo>
                  <a:lnTo>
                    <a:pt x="1059" y="951"/>
                  </a:lnTo>
                  <a:lnTo>
                    <a:pt x="1080" y="821"/>
                  </a:lnTo>
                  <a:lnTo>
                    <a:pt x="1102" y="692"/>
                  </a:lnTo>
                  <a:lnTo>
                    <a:pt x="1080" y="540"/>
                  </a:lnTo>
                  <a:lnTo>
                    <a:pt x="1059" y="411"/>
                  </a:lnTo>
                  <a:lnTo>
                    <a:pt x="1016" y="303"/>
                  </a:lnTo>
                  <a:lnTo>
                    <a:pt x="951" y="195"/>
                  </a:lnTo>
                  <a:lnTo>
                    <a:pt x="864" y="108"/>
                  </a:lnTo>
                  <a:lnTo>
                    <a:pt x="756" y="43"/>
                  </a:lnTo>
                  <a:lnTo>
                    <a:pt x="6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37">
              <a:extLst>
                <a:ext uri="{FF2B5EF4-FFF2-40B4-BE49-F238E27FC236}">
                  <a16:creationId xmlns:a16="http://schemas.microsoft.com/office/drawing/2014/main" id="{2F5C8F77-04F7-53D5-7310-374B6CF2C83F}"/>
                </a:ext>
              </a:extLst>
            </p:cNvPr>
            <p:cNvSpPr/>
            <p:nvPr/>
          </p:nvSpPr>
          <p:spPr>
            <a:xfrm>
              <a:off x="16624750" y="3157450"/>
              <a:ext cx="107525" cy="39475"/>
            </a:xfrm>
            <a:custGeom>
              <a:avLst/>
              <a:gdLst/>
              <a:ahLst/>
              <a:cxnLst/>
              <a:rect l="l" t="t" r="r" b="b"/>
              <a:pathLst>
                <a:path w="4301" h="1579" extrusionOk="0">
                  <a:moveTo>
                    <a:pt x="563" y="1"/>
                  </a:moveTo>
                  <a:lnTo>
                    <a:pt x="455" y="22"/>
                  </a:lnTo>
                  <a:lnTo>
                    <a:pt x="347" y="65"/>
                  </a:lnTo>
                  <a:lnTo>
                    <a:pt x="260" y="130"/>
                  </a:lnTo>
                  <a:lnTo>
                    <a:pt x="195" y="195"/>
                  </a:lnTo>
                  <a:lnTo>
                    <a:pt x="87" y="282"/>
                  </a:lnTo>
                  <a:lnTo>
                    <a:pt x="44" y="390"/>
                  </a:lnTo>
                  <a:lnTo>
                    <a:pt x="1" y="519"/>
                  </a:lnTo>
                  <a:lnTo>
                    <a:pt x="23" y="670"/>
                  </a:lnTo>
                  <a:lnTo>
                    <a:pt x="87" y="800"/>
                  </a:lnTo>
                  <a:lnTo>
                    <a:pt x="174" y="951"/>
                  </a:lnTo>
                  <a:lnTo>
                    <a:pt x="325" y="1059"/>
                  </a:lnTo>
                  <a:lnTo>
                    <a:pt x="498" y="1167"/>
                  </a:lnTo>
                  <a:lnTo>
                    <a:pt x="757" y="1189"/>
                  </a:lnTo>
                  <a:lnTo>
                    <a:pt x="1146" y="1211"/>
                  </a:lnTo>
                  <a:lnTo>
                    <a:pt x="2119" y="1232"/>
                  </a:lnTo>
                  <a:lnTo>
                    <a:pt x="2659" y="1276"/>
                  </a:lnTo>
                  <a:lnTo>
                    <a:pt x="3199" y="1340"/>
                  </a:lnTo>
                  <a:lnTo>
                    <a:pt x="3437" y="1384"/>
                  </a:lnTo>
                  <a:lnTo>
                    <a:pt x="3674" y="1448"/>
                  </a:lnTo>
                  <a:lnTo>
                    <a:pt x="3890" y="1513"/>
                  </a:lnTo>
                  <a:lnTo>
                    <a:pt x="4063" y="1578"/>
                  </a:lnTo>
                  <a:lnTo>
                    <a:pt x="4171" y="1578"/>
                  </a:lnTo>
                  <a:lnTo>
                    <a:pt x="4236" y="1556"/>
                  </a:lnTo>
                  <a:lnTo>
                    <a:pt x="4279" y="1513"/>
                  </a:lnTo>
                  <a:lnTo>
                    <a:pt x="4301" y="1470"/>
                  </a:lnTo>
                  <a:lnTo>
                    <a:pt x="4279" y="1427"/>
                  </a:lnTo>
                  <a:lnTo>
                    <a:pt x="4236" y="1362"/>
                  </a:lnTo>
                  <a:lnTo>
                    <a:pt x="4085" y="1211"/>
                  </a:lnTo>
                  <a:lnTo>
                    <a:pt x="3847" y="1059"/>
                  </a:lnTo>
                  <a:lnTo>
                    <a:pt x="3545" y="887"/>
                  </a:lnTo>
                  <a:lnTo>
                    <a:pt x="3199" y="714"/>
                  </a:lnTo>
                  <a:lnTo>
                    <a:pt x="2810" y="541"/>
                  </a:lnTo>
                  <a:lnTo>
                    <a:pt x="2399" y="390"/>
                  </a:lnTo>
                  <a:lnTo>
                    <a:pt x="1989" y="238"/>
                  </a:lnTo>
                  <a:lnTo>
                    <a:pt x="1600" y="130"/>
                  </a:lnTo>
                  <a:lnTo>
                    <a:pt x="1211" y="44"/>
                  </a:lnTo>
                  <a:lnTo>
                    <a:pt x="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37">
              <a:extLst>
                <a:ext uri="{FF2B5EF4-FFF2-40B4-BE49-F238E27FC236}">
                  <a16:creationId xmlns:a16="http://schemas.microsoft.com/office/drawing/2014/main" id="{2CEB046D-C0C0-D044-730B-29D7FC28DEB3}"/>
                </a:ext>
              </a:extLst>
            </p:cNvPr>
            <p:cNvSpPr/>
            <p:nvPr/>
          </p:nvSpPr>
          <p:spPr>
            <a:xfrm>
              <a:off x="16422725" y="3157450"/>
              <a:ext cx="107000" cy="39475"/>
            </a:xfrm>
            <a:custGeom>
              <a:avLst/>
              <a:gdLst/>
              <a:ahLst/>
              <a:cxnLst/>
              <a:rect l="l" t="t" r="r" b="b"/>
              <a:pathLst>
                <a:path w="4280" h="1579" extrusionOk="0">
                  <a:moveTo>
                    <a:pt x="3415" y="1"/>
                  </a:moveTo>
                  <a:lnTo>
                    <a:pt x="3069" y="44"/>
                  </a:lnTo>
                  <a:lnTo>
                    <a:pt x="2702" y="130"/>
                  </a:lnTo>
                  <a:lnTo>
                    <a:pt x="2291" y="238"/>
                  </a:lnTo>
                  <a:lnTo>
                    <a:pt x="1881" y="390"/>
                  </a:lnTo>
                  <a:lnTo>
                    <a:pt x="1470" y="541"/>
                  </a:lnTo>
                  <a:lnTo>
                    <a:pt x="1081" y="714"/>
                  </a:lnTo>
                  <a:lnTo>
                    <a:pt x="735" y="887"/>
                  </a:lnTo>
                  <a:lnTo>
                    <a:pt x="433" y="1059"/>
                  </a:lnTo>
                  <a:lnTo>
                    <a:pt x="195" y="1211"/>
                  </a:lnTo>
                  <a:lnTo>
                    <a:pt x="44" y="1362"/>
                  </a:lnTo>
                  <a:lnTo>
                    <a:pt x="1" y="1427"/>
                  </a:lnTo>
                  <a:lnTo>
                    <a:pt x="1" y="1470"/>
                  </a:lnTo>
                  <a:lnTo>
                    <a:pt x="1" y="1513"/>
                  </a:lnTo>
                  <a:lnTo>
                    <a:pt x="44" y="1556"/>
                  </a:lnTo>
                  <a:lnTo>
                    <a:pt x="109" y="1578"/>
                  </a:lnTo>
                  <a:lnTo>
                    <a:pt x="217" y="1578"/>
                  </a:lnTo>
                  <a:lnTo>
                    <a:pt x="411" y="1513"/>
                  </a:lnTo>
                  <a:lnTo>
                    <a:pt x="606" y="1448"/>
                  </a:lnTo>
                  <a:lnTo>
                    <a:pt x="843" y="1384"/>
                  </a:lnTo>
                  <a:lnTo>
                    <a:pt x="1103" y="1340"/>
                  </a:lnTo>
                  <a:lnTo>
                    <a:pt x="1621" y="1276"/>
                  </a:lnTo>
                  <a:lnTo>
                    <a:pt x="2162" y="1232"/>
                  </a:lnTo>
                  <a:lnTo>
                    <a:pt x="3155" y="1211"/>
                  </a:lnTo>
                  <a:lnTo>
                    <a:pt x="3523" y="1189"/>
                  </a:lnTo>
                  <a:lnTo>
                    <a:pt x="3782" y="1167"/>
                  </a:lnTo>
                  <a:lnTo>
                    <a:pt x="3955" y="1059"/>
                  </a:lnTo>
                  <a:lnTo>
                    <a:pt x="4106" y="951"/>
                  </a:lnTo>
                  <a:lnTo>
                    <a:pt x="4193" y="800"/>
                  </a:lnTo>
                  <a:lnTo>
                    <a:pt x="4257" y="670"/>
                  </a:lnTo>
                  <a:lnTo>
                    <a:pt x="4279" y="519"/>
                  </a:lnTo>
                  <a:lnTo>
                    <a:pt x="4257" y="390"/>
                  </a:lnTo>
                  <a:lnTo>
                    <a:pt x="4193" y="282"/>
                  </a:lnTo>
                  <a:lnTo>
                    <a:pt x="4085" y="195"/>
                  </a:lnTo>
                  <a:lnTo>
                    <a:pt x="4020" y="130"/>
                  </a:lnTo>
                  <a:lnTo>
                    <a:pt x="3933" y="65"/>
                  </a:lnTo>
                  <a:lnTo>
                    <a:pt x="3825" y="22"/>
                  </a:lnTo>
                  <a:lnTo>
                    <a:pt x="37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37">
              <a:extLst>
                <a:ext uri="{FF2B5EF4-FFF2-40B4-BE49-F238E27FC236}">
                  <a16:creationId xmlns:a16="http://schemas.microsoft.com/office/drawing/2014/main" id="{F018F271-5442-410E-D487-F7113C3DD9F2}"/>
                </a:ext>
              </a:extLst>
            </p:cNvPr>
            <p:cNvSpPr/>
            <p:nvPr/>
          </p:nvSpPr>
          <p:spPr>
            <a:xfrm>
              <a:off x="16313075" y="3508025"/>
              <a:ext cx="528325" cy="501325"/>
            </a:xfrm>
            <a:custGeom>
              <a:avLst/>
              <a:gdLst/>
              <a:ahLst/>
              <a:cxnLst/>
              <a:rect l="l" t="t" r="r" b="b"/>
              <a:pathLst>
                <a:path w="21133" h="20053" extrusionOk="0">
                  <a:moveTo>
                    <a:pt x="0" y="1"/>
                  </a:moveTo>
                  <a:lnTo>
                    <a:pt x="0" y="20053"/>
                  </a:lnTo>
                  <a:lnTo>
                    <a:pt x="21133" y="20053"/>
                  </a:lnTo>
                  <a:lnTo>
                    <a:pt x="21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37">
              <a:extLst>
                <a:ext uri="{FF2B5EF4-FFF2-40B4-BE49-F238E27FC236}">
                  <a16:creationId xmlns:a16="http://schemas.microsoft.com/office/drawing/2014/main" id="{58F36200-6804-B48F-DC71-222EC094C9E6}"/>
                </a:ext>
              </a:extLst>
            </p:cNvPr>
            <p:cNvSpPr/>
            <p:nvPr/>
          </p:nvSpPr>
          <p:spPr>
            <a:xfrm>
              <a:off x="16426525" y="3663600"/>
              <a:ext cx="301425" cy="10850"/>
            </a:xfrm>
            <a:custGeom>
              <a:avLst/>
              <a:gdLst/>
              <a:ahLst/>
              <a:cxnLst/>
              <a:rect l="l" t="t" r="r" b="b"/>
              <a:pathLst>
                <a:path w="12057" h="434" extrusionOk="0">
                  <a:moveTo>
                    <a:pt x="130" y="1"/>
                  </a:moveTo>
                  <a:lnTo>
                    <a:pt x="65" y="66"/>
                  </a:lnTo>
                  <a:lnTo>
                    <a:pt x="22" y="131"/>
                  </a:lnTo>
                  <a:lnTo>
                    <a:pt x="0" y="217"/>
                  </a:lnTo>
                  <a:lnTo>
                    <a:pt x="22" y="303"/>
                  </a:lnTo>
                  <a:lnTo>
                    <a:pt x="65" y="368"/>
                  </a:lnTo>
                  <a:lnTo>
                    <a:pt x="130" y="411"/>
                  </a:lnTo>
                  <a:lnTo>
                    <a:pt x="216" y="433"/>
                  </a:lnTo>
                  <a:lnTo>
                    <a:pt x="11841" y="433"/>
                  </a:lnTo>
                  <a:lnTo>
                    <a:pt x="11927" y="411"/>
                  </a:lnTo>
                  <a:lnTo>
                    <a:pt x="11992" y="368"/>
                  </a:lnTo>
                  <a:lnTo>
                    <a:pt x="12035" y="303"/>
                  </a:lnTo>
                  <a:lnTo>
                    <a:pt x="12057" y="217"/>
                  </a:lnTo>
                  <a:lnTo>
                    <a:pt x="12035" y="131"/>
                  </a:lnTo>
                  <a:lnTo>
                    <a:pt x="11992" y="66"/>
                  </a:lnTo>
                  <a:lnTo>
                    <a:pt x="1192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37">
              <a:extLst>
                <a:ext uri="{FF2B5EF4-FFF2-40B4-BE49-F238E27FC236}">
                  <a16:creationId xmlns:a16="http://schemas.microsoft.com/office/drawing/2014/main" id="{6D65236C-D64E-75B6-3C5D-4A0A397728D9}"/>
                </a:ext>
              </a:extLst>
            </p:cNvPr>
            <p:cNvSpPr/>
            <p:nvPr/>
          </p:nvSpPr>
          <p:spPr>
            <a:xfrm>
              <a:off x="16395725" y="3632275"/>
              <a:ext cx="72950" cy="72950"/>
            </a:xfrm>
            <a:custGeom>
              <a:avLst/>
              <a:gdLst/>
              <a:ahLst/>
              <a:cxnLst/>
              <a:rect l="l" t="t" r="r" b="b"/>
              <a:pathLst>
                <a:path w="2918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67" y="44"/>
                  </a:lnTo>
                  <a:lnTo>
                    <a:pt x="1016" y="66"/>
                  </a:lnTo>
                  <a:lnTo>
                    <a:pt x="886" y="130"/>
                  </a:lnTo>
                  <a:lnTo>
                    <a:pt x="757" y="195"/>
                  </a:lnTo>
                  <a:lnTo>
                    <a:pt x="649" y="260"/>
                  </a:lnTo>
                  <a:lnTo>
                    <a:pt x="519" y="346"/>
                  </a:lnTo>
                  <a:lnTo>
                    <a:pt x="433" y="433"/>
                  </a:lnTo>
                  <a:lnTo>
                    <a:pt x="325" y="541"/>
                  </a:lnTo>
                  <a:lnTo>
                    <a:pt x="260" y="649"/>
                  </a:lnTo>
                  <a:lnTo>
                    <a:pt x="173" y="779"/>
                  </a:lnTo>
                  <a:lnTo>
                    <a:pt x="108" y="887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21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60" y="2269"/>
                  </a:lnTo>
                  <a:lnTo>
                    <a:pt x="325" y="2378"/>
                  </a:lnTo>
                  <a:lnTo>
                    <a:pt x="433" y="2486"/>
                  </a:lnTo>
                  <a:lnTo>
                    <a:pt x="519" y="2594"/>
                  </a:lnTo>
                  <a:lnTo>
                    <a:pt x="649" y="2658"/>
                  </a:lnTo>
                  <a:lnTo>
                    <a:pt x="757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67" y="2896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51" y="2896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40" y="2745"/>
                  </a:lnTo>
                  <a:lnTo>
                    <a:pt x="2269" y="2658"/>
                  </a:lnTo>
                  <a:lnTo>
                    <a:pt x="2377" y="2594"/>
                  </a:lnTo>
                  <a:lnTo>
                    <a:pt x="2485" y="2486"/>
                  </a:lnTo>
                  <a:lnTo>
                    <a:pt x="2572" y="2378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21"/>
                  </a:lnTo>
                  <a:lnTo>
                    <a:pt x="2917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7"/>
                  </a:lnTo>
                  <a:lnTo>
                    <a:pt x="2723" y="779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85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40" y="195"/>
                  </a:lnTo>
                  <a:lnTo>
                    <a:pt x="2010" y="130"/>
                  </a:lnTo>
                  <a:lnTo>
                    <a:pt x="1880" y="66"/>
                  </a:lnTo>
                  <a:lnTo>
                    <a:pt x="1751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37">
              <a:extLst>
                <a:ext uri="{FF2B5EF4-FFF2-40B4-BE49-F238E27FC236}">
                  <a16:creationId xmlns:a16="http://schemas.microsoft.com/office/drawing/2014/main" id="{3A9D8CEB-99B1-17F2-CEA0-B15F6BB4EA04}"/>
                </a:ext>
              </a:extLst>
            </p:cNvPr>
            <p:cNvSpPr/>
            <p:nvPr/>
          </p:nvSpPr>
          <p:spPr>
            <a:xfrm>
              <a:off x="16686350" y="3632275"/>
              <a:ext cx="72400" cy="72950"/>
            </a:xfrm>
            <a:custGeom>
              <a:avLst/>
              <a:gdLst/>
              <a:ahLst/>
              <a:cxnLst/>
              <a:rect l="l" t="t" r="r" b="b"/>
              <a:pathLst>
                <a:path w="2896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45" y="44"/>
                  </a:lnTo>
                  <a:lnTo>
                    <a:pt x="1016" y="66"/>
                  </a:lnTo>
                  <a:lnTo>
                    <a:pt x="886" y="130"/>
                  </a:lnTo>
                  <a:lnTo>
                    <a:pt x="756" y="195"/>
                  </a:lnTo>
                  <a:lnTo>
                    <a:pt x="627" y="260"/>
                  </a:lnTo>
                  <a:lnTo>
                    <a:pt x="519" y="346"/>
                  </a:lnTo>
                  <a:lnTo>
                    <a:pt x="411" y="433"/>
                  </a:lnTo>
                  <a:lnTo>
                    <a:pt x="324" y="541"/>
                  </a:lnTo>
                  <a:lnTo>
                    <a:pt x="238" y="649"/>
                  </a:lnTo>
                  <a:lnTo>
                    <a:pt x="173" y="779"/>
                  </a:lnTo>
                  <a:lnTo>
                    <a:pt x="108" y="887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21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38" y="2269"/>
                  </a:lnTo>
                  <a:lnTo>
                    <a:pt x="324" y="2378"/>
                  </a:lnTo>
                  <a:lnTo>
                    <a:pt x="411" y="2486"/>
                  </a:lnTo>
                  <a:lnTo>
                    <a:pt x="519" y="2594"/>
                  </a:lnTo>
                  <a:lnTo>
                    <a:pt x="627" y="2658"/>
                  </a:lnTo>
                  <a:lnTo>
                    <a:pt x="756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45" y="2896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29" y="2896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39" y="2745"/>
                  </a:lnTo>
                  <a:lnTo>
                    <a:pt x="2269" y="2658"/>
                  </a:lnTo>
                  <a:lnTo>
                    <a:pt x="2377" y="2594"/>
                  </a:lnTo>
                  <a:lnTo>
                    <a:pt x="2463" y="2486"/>
                  </a:lnTo>
                  <a:lnTo>
                    <a:pt x="2572" y="2378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21"/>
                  </a:lnTo>
                  <a:lnTo>
                    <a:pt x="2896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7"/>
                  </a:lnTo>
                  <a:lnTo>
                    <a:pt x="2723" y="779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63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39" y="195"/>
                  </a:lnTo>
                  <a:lnTo>
                    <a:pt x="2010" y="130"/>
                  </a:lnTo>
                  <a:lnTo>
                    <a:pt x="1880" y="66"/>
                  </a:lnTo>
                  <a:lnTo>
                    <a:pt x="1729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37">
              <a:extLst>
                <a:ext uri="{FF2B5EF4-FFF2-40B4-BE49-F238E27FC236}">
                  <a16:creationId xmlns:a16="http://schemas.microsoft.com/office/drawing/2014/main" id="{A95ABCB2-CAA3-2E29-8F7C-DB5CC051D850}"/>
                </a:ext>
              </a:extLst>
            </p:cNvPr>
            <p:cNvSpPr/>
            <p:nvPr/>
          </p:nvSpPr>
          <p:spPr>
            <a:xfrm>
              <a:off x="16703100" y="3649575"/>
              <a:ext cx="38375" cy="38375"/>
            </a:xfrm>
            <a:custGeom>
              <a:avLst/>
              <a:gdLst/>
              <a:ahLst/>
              <a:cxnLst/>
              <a:rect l="l" t="t" r="r" b="b"/>
              <a:pathLst>
                <a:path w="1535" h="1535" extrusionOk="0">
                  <a:moveTo>
                    <a:pt x="778" y="0"/>
                  </a:moveTo>
                  <a:lnTo>
                    <a:pt x="627" y="22"/>
                  </a:lnTo>
                  <a:lnTo>
                    <a:pt x="475" y="65"/>
                  </a:lnTo>
                  <a:lnTo>
                    <a:pt x="346" y="130"/>
                  </a:lnTo>
                  <a:lnTo>
                    <a:pt x="238" y="238"/>
                  </a:lnTo>
                  <a:lnTo>
                    <a:pt x="130" y="346"/>
                  </a:lnTo>
                  <a:lnTo>
                    <a:pt x="65" y="475"/>
                  </a:lnTo>
                  <a:lnTo>
                    <a:pt x="22" y="605"/>
                  </a:lnTo>
                  <a:lnTo>
                    <a:pt x="0" y="778"/>
                  </a:lnTo>
                  <a:lnTo>
                    <a:pt x="22" y="929"/>
                  </a:lnTo>
                  <a:lnTo>
                    <a:pt x="65" y="1081"/>
                  </a:lnTo>
                  <a:lnTo>
                    <a:pt x="130" y="1210"/>
                  </a:lnTo>
                  <a:lnTo>
                    <a:pt x="238" y="1318"/>
                  </a:lnTo>
                  <a:lnTo>
                    <a:pt x="346" y="1405"/>
                  </a:lnTo>
                  <a:lnTo>
                    <a:pt x="475" y="1469"/>
                  </a:lnTo>
                  <a:lnTo>
                    <a:pt x="627" y="1534"/>
                  </a:lnTo>
                  <a:lnTo>
                    <a:pt x="929" y="1534"/>
                  </a:lnTo>
                  <a:lnTo>
                    <a:pt x="1080" y="1469"/>
                  </a:lnTo>
                  <a:lnTo>
                    <a:pt x="1210" y="1405"/>
                  </a:lnTo>
                  <a:lnTo>
                    <a:pt x="1318" y="1318"/>
                  </a:lnTo>
                  <a:lnTo>
                    <a:pt x="1405" y="1210"/>
                  </a:lnTo>
                  <a:lnTo>
                    <a:pt x="1491" y="1081"/>
                  </a:lnTo>
                  <a:lnTo>
                    <a:pt x="1534" y="929"/>
                  </a:lnTo>
                  <a:lnTo>
                    <a:pt x="1534" y="778"/>
                  </a:lnTo>
                  <a:lnTo>
                    <a:pt x="1534" y="605"/>
                  </a:lnTo>
                  <a:lnTo>
                    <a:pt x="1491" y="475"/>
                  </a:lnTo>
                  <a:lnTo>
                    <a:pt x="1405" y="346"/>
                  </a:lnTo>
                  <a:lnTo>
                    <a:pt x="1318" y="238"/>
                  </a:lnTo>
                  <a:lnTo>
                    <a:pt x="1210" y="130"/>
                  </a:lnTo>
                  <a:lnTo>
                    <a:pt x="1080" y="65"/>
                  </a:lnTo>
                  <a:lnTo>
                    <a:pt x="929" y="22"/>
                  </a:lnTo>
                  <a:lnTo>
                    <a:pt x="77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37">
              <a:extLst>
                <a:ext uri="{FF2B5EF4-FFF2-40B4-BE49-F238E27FC236}">
                  <a16:creationId xmlns:a16="http://schemas.microsoft.com/office/drawing/2014/main" id="{EC243A99-168F-A1D8-1D6B-419D7CD42A70}"/>
                </a:ext>
              </a:extLst>
            </p:cNvPr>
            <p:cNvSpPr/>
            <p:nvPr/>
          </p:nvSpPr>
          <p:spPr>
            <a:xfrm>
              <a:off x="16413000" y="3649575"/>
              <a:ext cx="38375" cy="38375"/>
            </a:xfrm>
            <a:custGeom>
              <a:avLst/>
              <a:gdLst/>
              <a:ahLst/>
              <a:cxnLst/>
              <a:rect l="l" t="t" r="r" b="b"/>
              <a:pathLst>
                <a:path w="1535" h="1535" extrusionOk="0">
                  <a:moveTo>
                    <a:pt x="757" y="0"/>
                  </a:moveTo>
                  <a:lnTo>
                    <a:pt x="606" y="22"/>
                  </a:lnTo>
                  <a:lnTo>
                    <a:pt x="455" y="65"/>
                  </a:lnTo>
                  <a:lnTo>
                    <a:pt x="325" y="130"/>
                  </a:lnTo>
                  <a:lnTo>
                    <a:pt x="217" y="238"/>
                  </a:lnTo>
                  <a:lnTo>
                    <a:pt x="130" y="346"/>
                  </a:lnTo>
                  <a:lnTo>
                    <a:pt x="44" y="475"/>
                  </a:lnTo>
                  <a:lnTo>
                    <a:pt x="1" y="605"/>
                  </a:lnTo>
                  <a:lnTo>
                    <a:pt x="1" y="778"/>
                  </a:lnTo>
                  <a:lnTo>
                    <a:pt x="1" y="929"/>
                  </a:lnTo>
                  <a:lnTo>
                    <a:pt x="44" y="1081"/>
                  </a:lnTo>
                  <a:lnTo>
                    <a:pt x="130" y="1210"/>
                  </a:lnTo>
                  <a:lnTo>
                    <a:pt x="217" y="1318"/>
                  </a:lnTo>
                  <a:lnTo>
                    <a:pt x="325" y="1405"/>
                  </a:lnTo>
                  <a:lnTo>
                    <a:pt x="455" y="1469"/>
                  </a:lnTo>
                  <a:lnTo>
                    <a:pt x="606" y="1534"/>
                  </a:lnTo>
                  <a:lnTo>
                    <a:pt x="908" y="1534"/>
                  </a:lnTo>
                  <a:lnTo>
                    <a:pt x="1060" y="1469"/>
                  </a:lnTo>
                  <a:lnTo>
                    <a:pt x="1189" y="1405"/>
                  </a:lnTo>
                  <a:lnTo>
                    <a:pt x="1297" y="1318"/>
                  </a:lnTo>
                  <a:lnTo>
                    <a:pt x="1405" y="1210"/>
                  </a:lnTo>
                  <a:lnTo>
                    <a:pt x="1470" y="1081"/>
                  </a:lnTo>
                  <a:lnTo>
                    <a:pt x="1513" y="929"/>
                  </a:lnTo>
                  <a:lnTo>
                    <a:pt x="1535" y="778"/>
                  </a:lnTo>
                  <a:lnTo>
                    <a:pt x="1513" y="605"/>
                  </a:lnTo>
                  <a:lnTo>
                    <a:pt x="1470" y="475"/>
                  </a:lnTo>
                  <a:lnTo>
                    <a:pt x="1405" y="346"/>
                  </a:lnTo>
                  <a:lnTo>
                    <a:pt x="1297" y="238"/>
                  </a:lnTo>
                  <a:lnTo>
                    <a:pt x="1189" y="130"/>
                  </a:lnTo>
                  <a:lnTo>
                    <a:pt x="1060" y="65"/>
                  </a:lnTo>
                  <a:lnTo>
                    <a:pt x="908" y="22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37">
              <a:extLst>
                <a:ext uri="{FF2B5EF4-FFF2-40B4-BE49-F238E27FC236}">
                  <a16:creationId xmlns:a16="http://schemas.microsoft.com/office/drawing/2014/main" id="{CDDC64D3-FEEC-9BD7-78F4-349DDF8728CF}"/>
                </a:ext>
              </a:extLst>
            </p:cNvPr>
            <p:cNvSpPr/>
            <p:nvPr/>
          </p:nvSpPr>
          <p:spPr>
            <a:xfrm>
              <a:off x="16426525" y="3768400"/>
              <a:ext cx="301425" cy="10825"/>
            </a:xfrm>
            <a:custGeom>
              <a:avLst/>
              <a:gdLst/>
              <a:ahLst/>
              <a:cxnLst/>
              <a:rect l="l" t="t" r="r" b="b"/>
              <a:pathLst>
                <a:path w="12057" h="433" extrusionOk="0">
                  <a:moveTo>
                    <a:pt x="130" y="1"/>
                  </a:moveTo>
                  <a:lnTo>
                    <a:pt x="65" y="66"/>
                  </a:lnTo>
                  <a:lnTo>
                    <a:pt x="22" y="130"/>
                  </a:lnTo>
                  <a:lnTo>
                    <a:pt x="0" y="217"/>
                  </a:lnTo>
                  <a:lnTo>
                    <a:pt x="22" y="303"/>
                  </a:lnTo>
                  <a:lnTo>
                    <a:pt x="65" y="368"/>
                  </a:lnTo>
                  <a:lnTo>
                    <a:pt x="130" y="411"/>
                  </a:lnTo>
                  <a:lnTo>
                    <a:pt x="216" y="433"/>
                  </a:lnTo>
                  <a:lnTo>
                    <a:pt x="11841" y="433"/>
                  </a:lnTo>
                  <a:lnTo>
                    <a:pt x="11927" y="411"/>
                  </a:lnTo>
                  <a:lnTo>
                    <a:pt x="11992" y="368"/>
                  </a:lnTo>
                  <a:lnTo>
                    <a:pt x="12035" y="303"/>
                  </a:lnTo>
                  <a:lnTo>
                    <a:pt x="12057" y="217"/>
                  </a:lnTo>
                  <a:lnTo>
                    <a:pt x="12035" y="130"/>
                  </a:lnTo>
                  <a:lnTo>
                    <a:pt x="11992" y="66"/>
                  </a:lnTo>
                  <a:lnTo>
                    <a:pt x="1192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37">
              <a:extLst>
                <a:ext uri="{FF2B5EF4-FFF2-40B4-BE49-F238E27FC236}">
                  <a16:creationId xmlns:a16="http://schemas.microsoft.com/office/drawing/2014/main" id="{51F77740-AE74-A523-98B8-3AF118BC29C9}"/>
                </a:ext>
              </a:extLst>
            </p:cNvPr>
            <p:cNvSpPr/>
            <p:nvPr/>
          </p:nvSpPr>
          <p:spPr>
            <a:xfrm>
              <a:off x="16395725" y="3737075"/>
              <a:ext cx="72950" cy="72950"/>
            </a:xfrm>
            <a:custGeom>
              <a:avLst/>
              <a:gdLst/>
              <a:ahLst/>
              <a:cxnLst/>
              <a:rect l="l" t="t" r="r" b="b"/>
              <a:pathLst>
                <a:path w="2918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67" y="44"/>
                  </a:lnTo>
                  <a:lnTo>
                    <a:pt x="1016" y="65"/>
                  </a:lnTo>
                  <a:lnTo>
                    <a:pt x="886" y="130"/>
                  </a:lnTo>
                  <a:lnTo>
                    <a:pt x="757" y="173"/>
                  </a:lnTo>
                  <a:lnTo>
                    <a:pt x="649" y="260"/>
                  </a:lnTo>
                  <a:lnTo>
                    <a:pt x="519" y="346"/>
                  </a:lnTo>
                  <a:lnTo>
                    <a:pt x="433" y="433"/>
                  </a:lnTo>
                  <a:lnTo>
                    <a:pt x="325" y="541"/>
                  </a:lnTo>
                  <a:lnTo>
                    <a:pt x="260" y="649"/>
                  </a:lnTo>
                  <a:lnTo>
                    <a:pt x="173" y="778"/>
                  </a:lnTo>
                  <a:lnTo>
                    <a:pt x="108" y="886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00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60" y="2269"/>
                  </a:lnTo>
                  <a:lnTo>
                    <a:pt x="325" y="2377"/>
                  </a:lnTo>
                  <a:lnTo>
                    <a:pt x="433" y="2485"/>
                  </a:lnTo>
                  <a:lnTo>
                    <a:pt x="519" y="2593"/>
                  </a:lnTo>
                  <a:lnTo>
                    <a:pt x="649" y="2658"/>
                  </a:lnTo>
                  <a:lnTo>
                    <a:pt x="757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67" y="2874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51" y="2874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40" y="2745"/>
                  </a:lnTo>
                  <a:lnTo>
                    <a:pt x="2269" y="2658"/>
                  </a:lnTo>
                  <a:lnTo>
                    <a:pt x="2377" y="2593"/>
                  </a:lnTo>
                  <a:lnTo>
                    <a:pt x="2485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00"/>
                  </a:lnTo>
                  <a:lnTo>
                    <a:pt x="2917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6"/>
                  </a:lnTo>
                  <a:lnTo>
                    <a:pt x="2723" y="778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85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40" y="173"/>
                  </a:lnTo>
                  <a:lnTo>
                    <a:pt x="2010" y="130"/>
                  </a:lnTo>
                  <a:lnTo>
                    <a:pt x="1880" y="65"/>
                  </a:lnTo>
                  <a:lnTo>
                    <a:pt x="1751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rgbClr val="F2B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37">
              <a:extLst>
                <a:ext uri="{FF2B5EF4-FFF2-40B4-BE49-F238E27FC236}">
                  <a16:creationId xmlns:a16="http://schemas.microsoft.com/office/drawing/2014/main" id="{943D97B5-366A-CD32-0407-D31F199D2CA7}"/>
                </a:ext>
              </a:extLst>
            </p:cNvPr>
            <p:cNvSpPr/>
            <p:nvPr/>
          </p:nvSpPr>
          <p:spPr>
            <a:xfrm>
              <a:off x="16686350" y="3737075"/>
              <a:ext cx="72400" cy="72950"/>
            </a:xfrm>
            <a:custGeom>
              <a:avLst/>
              <a:gdLst/>
              <a:ahLst/>
              <a:cxnLst/>
              <a:rect l="l" t="t" r="r" b="b"/>
              <a:pathLst>
                <a:path w="2896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45" y="44"/>
                  </a:lnTo>
                  <a:lnTo>
                    <a:pt x="1016" y="65"/>
                  </a:lnTo>
                  <a:lnTo>
                    <a:pt x="886" y="130"/>
                  </a:lnTo>
                  <a:lnTo>
                    <a:pt x="756" y="173"/>
                  </a:lnTo>
                  <a:lnTo>
                    <a:pt x="627" y="260"/>
                  </a:lnTo>
                  <a:lnTo>
                    <a:pt x="519" y="346"/>
                  </a:lnTo>
                  <a:lnTo>
                    <a:pt x="411" y="433"/>
                  </a:lnTo>
                  <a:lnTo>
                    <a:pt x="324" y="541"/>
                  </a:lnTo>
                  <a:lnTo>
                    <a:pt x="238" y="649"/>
                  </a:lnTo>
                  <a:lnTo>
                    <a:pt x="173" y="778"/>
                  </a:lnTo>
                  <a:lnTo>
                    <a:pt x="108" y="886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00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38" y="2269"/>
                  </a:lnTo>
                  <a:lnTo>
                    <a:pt x="324" y="2377"/>
                  </a:lnTo>
                  <a:lnTo>
                    <a:pt x="411" y="2485"/>
                  </a:lnTo>
                  <a:lnTo>
                    <a:pt x="519" y="2593"/>
                  </a:lnTo>
                  <a:lnTo>
                    <a:pt x="627" y="2658"/>
                  </a:lnTo>
                  <a:lnTo>
                    <a:pt x="756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45" y="2874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29" y="2874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39" y="2745"/>
                  </a:lnTo>
                  <a:lnTo>
                    <a:pt x="2269" y="2658"/>
                  </a:lnTo>
                  <a:lnTo>
                    <a:pt x="2377" y="2593"/>
                  </a:lnTo>
                  <a:lnTo>
                    <a:pt x="2463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00"/>
                  </a:lnTo>
                  <a:lnTo>
                    <a:pt x="2896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6"/>
                  </a:lnTo>
                  <a:lnTo>
                    <a:pt x="2723" y="778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63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39" y="173"/>
                  </a:lnTo>
                  <a:lnTo>
                    <a:pt x="2010" y="130"/>
                  </a:lnTo>
                  <a:lnTo>
                    <a:pt x="1880" y="65"/>
                  </a:lnTo>
                  <a:lnTo>
                    <a:pt x="1729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37">
              <a:extLst>
                <a:ext uri="{FF2B5EF4-FFF2-40B4-BE49-F238E27FC236}">
                  <a16:creationId xmlns:a16="http://schemas.microsoft.com/office/drawing/2014/main" id="{885ABE8F-B9B8-ADEB-2696-E5BC211B528D}"/>
                </a:ext>
              </a:extLst>
            </p:cNvPr>
            <p:cNvSpPr/>
            <p:nvPr/>
          </p:nvSpPr>
          <p:spPr>
            <a:xfrm>
              <a:off x="16703100" y="3754350"/>
              <a:ext cx="38375" cy="38400"/>
            </a:xfrm>
            <a:custGeom>
              <a:avLst/>
              <a:gdLst/>
              <a:ahLst/>
              <a:cxnLst/>
              <a:rect l="l" t="t" r="r" b="b"/>
              <a:pathLst>
                <a:path w="1535" h="1536" extrusionOk="0">
                  <a:moveTo>
                    <a:pt x="778" y="1"/>
                  </a:moveTo>
                  <a:lnTo>
                    <a:pt x="627" y="23"/>
                  </a:lnTo>
                  <a:lnTo>
                    <a:pt x="475" y="66"/>
                  </a:lnTo>
                  <a:lnTo>
                    <a:pt x="346" y="131"/>
                  </a:lnTo>
                  <a:lnTo>
                    <a:pt x="238" y="217"/>
                  </a:lnTo>
                  <a:lnTo>
                    <a:pt x="130" y="347"/>
                  </a:lnTo>
                  <a:lnTo>
                    <a:pt x="65" y="476"/>
                  </a:lnTo>
                  <a:lnTo>
                    <a:pt x="22" y="606"/>
                  </a:lnTo>
                  <a:lnTo>
                    <a:pt x="0" y="779"/>
                  </a:lnTo>
                  <a:lnTo>
                    <a:pt x="22" y="930"/>
                  </a:lnTo>
                  <a:lnTo>
                    <a:pt x="65" y="1060"/>
                  </a:lnTo>
                  <a:lnTo>
                    <a:pt x="130" y="1189"/>
                  </a:lnTo>
                  <a:lnTo>
                    <a:pt x="238" y="1319"/>
                  </a:lnTo>
                  <a:lnTo>
                    <a:pt x="346" y="1405"/>
                  </a:lnTo>
                  <a:lnTo>
                    <a:pt x="475" y="1470"/>
                  </a:lnTo>
                  <a:lnTo>
                    <a:pt x="627" y="1514"/>
                  </a:lnTo>
                  <a:lnTo>
                    <a:pt x="778" y="1535"/>
                  </a:lnTo>
                  <a:lnTo>
                    <a:pt x="929" y="1514"/>
                  </a:lnTo>
                  <a:lnTo>
                    <a:pt x="1080" y="1470"/>
                  </a:lnTo>
                  <a:lnTo>
                    <a:pt x="1210" y="1405"/>
                  </a:lnTo>
                  <a:lnTo>
                    <a:pt x="1318" y="1319"/>
                  </a:lnTo>
                  <a:lnTo>
                    <a:pt x="1405" y="1189"/>
                  </a:lnTo>
                  <a:lnTo>
                    <a:pt x="1491" y="1060"/>
                  </a:lnTo>
                  <a:lnTo>
                    <a:pt x="1534" y="930"/>
                  </a:lnTo>
                  <a:lnTo>
                    <a:pt x="1534" y="779"/>
                  </a:lnTo>
                  <a:lnTo>
                    <a:pt x="1534" y="606"/>
                  </a:lnTo>
                  <a:lnTo>
                    <a:pt x="1491" y="476"/>
                  </a:lnTo>
                  <a:lnTo>
                    <a:pt x="1405" y="347"/>
                  </a:lnTo>
                  <a:lnTo>
                    <a:pt x="1318" y="217"/>
                  </a:lnTo>
                  <a:lnTo>
                    <a:pt x="1210" y="131"/>
                  </a:lnTo>
                  <a:lnTo>
                    <a:pt x="1080" y="66"/>
                  </a:lnTo>
                  <a:lnTo>
                    <a:pt x="929" y="23"/>
                  </a:lnTo>
                  <a:lnTo>
                    <a:pt x="77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37">
              <a:extLst>
                <a:ext uri="{FF2B5EF4-FFF2-40B4-BE49-F238E27FC236}">
                  <a16:creationId xmlns:a16="http://schemas.microsoft.com/office/drawing/2014/main" id="{A6B9EEF8-5C57-5ADE-CE19-F2665B4B5BB8}"/>
                </a:ext>
              </a:extLst>
            </p:cNvPr>
            <p:cNvSpPr/>
            <p:nvPr/>
          </p:nvSpPr>
          <p:spPr>
            <a:xfrm>
              <a:off x="16413000" y="3754350"/>
              <a:ext cx="38375" cy="38400"/>
            </a:xfrm>
            <a:custGeom>
              <a:avLst/>
              <a:gdLst/>
              <a:ahLst/>
              <a:cxnLst/>
              <a:rect l="l" t="t" r="r" b="b"/>
              <a:pathLst>
                <a:path w="1535" h="1536" extrusionOk="0">
                  <a:moveTo>
                    <a:pt x="757" y="1"/>
                  </a:moveTo>
                  <a:lnTo>
                    <a:pt x="606" y="23"/>
                  </a:lnTo>
                  <a:lnTo>
                    <a:pt x="455" y="66"/>
                  </a:lnTo>
                  <a:lnTo>
                    <a:pt x="325" y="131"/>
                  </a:lnTo>
                  <a:lnTo>
                    <a:pt x="217" y="217"/>
                  </a:lnTo>
                  <a:lnTo>
                    <a:pt x="130" y="347"/>
                  </a:lnTo>
                  <a:lnTo>
                    <a:pt x="44" y="476"/>
                  </a:lnTo>
                  <a:lnTo>
                    <a:pt x="1" y="606"/>
                  </a:lnTo>
                  <a:lnTo>
                    <a:pt x="1" y="779"/>
                  </a:lnTo>
                  <a:lnTo>
                    <a:pt x="1" y="930"/>
                  </a:lnTo>
                  <a:lnTo>
                    <a:pt x="44" y="1060"/>
                  </a:lnTo>
                  <a:lnTo>
                    <a:pt x="130" y="1189"/>
                  </a:lnTo>
                  <a:lnTo>
                    <a:pt x="217" y="1319"/>
                  </a:lnTo>
                  <a:lnTo>
                    <a:pt x="325" y="1405"/>
                  </a:lnTo>
                  <a:lnTo>
                    <a:pt x="455" y="1470"/>
                  </a:lnTo>
                  <a:lnTo>
                    <a:pt x="606" y="1514"/>
                  </a:lnTo>
                  <a:lnTo>
                    <a:pt x="757" y="1535"/>
                  </a:lnTo>
                  <a:lnTo>
                    <a:pt x="908" y="1514"/>
                  </a:lnTo>
                  <a:lnTo>
                    <a:pt x="1060" y="1470"/>
                  </a:lnTo>
                  <a:lnTo>
                    <a:pt x="1189" y="1405"/>
                  </a:lnTo>
                  <a:lnTo>
                    <a:pt x="1297" y="1319"/>
                  </a:lnTo>
                  <a:lnTo>
                    <a:pt x="1405" y="1189"/>
                  </a:lnTo>
                  <a:lnTo>
                    <a:pt x="1470" y="1060"/>
                  </a:lnTo>
                  <a:lnTo>
                    <a:pt x="1513" y="930"/>
                  </a:lnTo>
                  <a:lnTo>
                    <a:pt x="1535" y="779"/>
                  </a:lnTo>
                  <a:lnTo>
                    <a:pt x="1513" y="606"/>
                  </a:lnTo>
                  <a:lnTo>
                    <a:pt x="1470" y="476"/>
                  </a:lnTo>
                  <a:lnTo>
                    <a:pt x="1405" y="347"/>
                  </a:lnTo>
                  <a:lnTo>
                    <a:pt x="1297" y="217"/>
                  </a:lnTo>
                  <a:lnTo>
                    <a:pt x="1189" y="131"/>
                  </a:lnTo>
                  <a:lnTo>
                    <a:pt x="1060" y="66"/>
                  </a:lnTo>
                  <a:lnTo>
                    <a:pt x="908" y="23"/>
                  </a:lnTo>
                  <a:lnTo>
                    <a:pt x="75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37">
              <a:extLst>
                <a:ext uri="{FF2B5EF4-FFF2-40B4-BE49-F238E27FC236}">
                  <a16:creationId xmlns:a16="http://schemas.microsoft.com/office/drawing/2014/main" id="{930AC31E-CBAD-40AC-95CC-51E39118EE6B}"/>
                </a:ext>
              </a:extLst>
            </p:cNvPr>
            <p:cNvSpPr/>
            <p:nvPr/>
          </p:nvSpPr>
          <p:spPr>
            <a:xfrm>
              <a:off x="16426525" y="3869975"/>
              <a:ext cx="301425" cy="10825"/>
            </a:xfrm>
            <a:custGeom>
              <a:avLst/>
              <a:gdLst/>
              <a:ahLst/>
              <a:cxnLst/>
              <a:rect l="l" t="t" r="r" b="b"/>
              <a:pathLst>
                <a:path w="12057" h="433" extrusionOk="0">
                  <a:moveTo>
                    <a:pt x="216" y="0"/>
                  </a:moveTo>
                  <a:lnTo>
                    <a:pt x="130" y="22"/>
                  </a:lnTo>
                  <a:lnTo>
                    <a:pt x="65" y="65"/>
                  </a:lnTo>
                  <a:lnTo>
                    <a:pt x="22" y="130"/>
                  </a:lnTo>
                  <a:lnTo>
                    <a:pt x="0" y="216"/>
                  </a:lnTo>
                  <a:lnTo>
                    <a:pt x="22" y="303"/>
                  </a:lnTo>
                  <a:lnTo>
                    <a:pt x="65" y="367"/>
                  </a:lnTo>
                  <a:lnTo>
                    <a:pt x="130" y="411"/>
                  </a:lnTo>
                  <a:lnTo>
                    <a:pt x="216" y="432"/>
                  </a:lnTo>
                  <a:lnTo>
                    <a:pt x="11841" y="432"/>
                  </a:lnTo>
                  <a:lnTo>
                    <a:pt x="11927" y="411"/>
                  </a:lnTo>
                  <a:lnTo>
                    <a:pt x="11992" y="367"/>
                  </a:lnTo>
                  <a:lnTo>
                    <a:pt x="12035" y="303"/>
                  </a:lnTo>
                  <a:lnTo>
                    <a:pt x="12057" y="216"/>
                  </a:lnTo>
                  <a:lnTo>
                    <a:pt x="12035" y="130"/>
                  </a:lnTo>
                  <a:lnTo>
                    <a:pt x="11992" y="65"/>
                  </a:lnTo>
                  <a:lnTo>
                    <a:pt x="11927" y="22"/>
                  </a:lnTo>
                  <a:lnTo>
                    <a:pt x="1184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37">
              <a:extLst>
                <a:ext uri="{FF2B5EF4-FFF2-40B4-BE49-F238E27FC236}">
                  <a16:creationId xmlns:a16="http://schemas.microsoft.com/office/drawing/2014/main" id="{9F486BCD-6D77-79D2-E3F4-1CCC0A2CCEB0}"/>
                </a:ext>
              </a:extLst>
            </p:cNvPr>
            <p:cNvSpPr/>
            <p:nvPr/>
          </p:nvSpPr>
          <p:spPr>
            <a:xfrm>
              <a:off x="16395725" y="3839175"/>
              <a:ext cx="72950" cy="72400"/>
            </a:xfrm>
            <a:custGeom>
              <a:avLst/>
              <a:gdLst/>
              <a:ahLst/>
              <a:cxnLst/>
              <a:rect l="l" t="t" r="r" b="b"/>
              <a:pathLst>
                <a:path w="2918" h="2896" extrusionOk="0">
                  <a:moveTo>
                    <a:pt x="1297" y="0"/>
                  </a:moveTo>
                  <a:lnTo>
                    <a:pt x="1167" y="22"/>
                  </a:lnTo>
                  <a:lnTo>
                    <a:pt x="1016" y="65"/>
                  </a:lnTo>
                  <a:lnTo>
                    <a:pt x="886" y="108"/>
                  </a:lnTo>
                  <a:lnTo>
                    <a:pt x="757" y="173"/>
                  </a:lnTo>
                  <a:lnTo>
                    <a:pt x="649" y="238"/>
                  </a:lnTo>
                  <a:lnTo>
                    <a:pt x="519" y="324"/>
                  </a:lnTo>
                  <a:lnTo>
                    <a:pt x="433" y="411"/>
                  </a:lnTo>
                  <a:lnTo>
                    <a:pt x="325" y="519"/>
                  </a:lnTo>
                  <a:lnTo>
                    <a:pt x="260" y="627"/>
                  </a:lnTo>
                  <a:lnTo>
                    <a:pt x="173" y="757"/>
                  </a:lnTo>
                  <a:lnTo>
                    <a:pt x="108" y="886"/>
                  </a:lnTo>
                  <a:lnTo>
                    <a:pt x="65" y="1016"/>
                  </a:lnTo>
                  <a:lnTo>
                    <a:pt x="22" y="1146"/>
                  </a:lnTo>
                  <a:lnTo>
                    <a:pt x="0" y="1297"/>
                  </a:lnTo>
                  <a:lnTo>
                    <a:pt x="0" y="1448"/>
                  </a:lnTo>
                  <a:lnTo>
                    <a:pt x="0" y="1599"/>
                  </a:lnTo>
                  <a:lnTo>
                    <a:pt x="22" y="1751"/>
                  </a:lnTo>
                  <a:lnTo>
                    <a:pt x="65" y="1880"/>
                  </a:lnTo>
                  <a:lnTo>
                    <a:pt x="108" y="2010"/>
                  </a:lnTo>
                  <a:lnTo>
                    <a:pt x="173" y="2140"/>
                  </a:lnTo>
                  <a:lnTo>
                    <a:pt x="260" y="2269"/>
                  </a:lnTo>
                  <a:lnTo>
                    <a:pt x="325" y="2377"/>
                  </a:lnTo>
                  <a:lnTo>
                    <a:pt x="433" y="2485"/>
                  </a:lnTo>
                  <a:lnTo>
                    <a:pt x="519" y="2572"/>
                  </a:lnTo>
                  <a:lnTo>
                    <a:pt x="649" y="2658"/>
                  </a:lnTo>
                  <a:lnTo>
                    <a:pt x="757" y="2723"/>
                  </a:lnTo>
                  <a:lnTo>
                    <a:pt x="886" y="2788"/>
                  </a:lnTo>
                  <a:lnTo>
                    <a:pt x="1016" y="2831"/>
                  </a:lnTo>
                  <a:lnTo>
                    <a:pt x="1167" y="2874"/>
                  </a:lnTo>
                  <a:lnTo>
                    <a:pt x="1297" y="2896"/>
                  </a:lnTo>
                  <a:lnTo>
                    <a:pt x="1599" y="2896"/>
                  </a:lnTo>
                  <a:lnTo>
                    <a:pt x="1751" y="2874"/>
                  </a:lnTo>
                  <a:lnTo>
                    <a:pt x="1880" y="2831"/>
                  </a:lnTo>
                  <a:lnTo>
                    <a:pt x="2010" y="2788"/>
                  </a:lnTo>
                  <a:lnTo>
                    <a:pt x="2140" y="2723"/>
                  </a:lnTo>
                  <a:lnTo>
                    <a:pt x="2269" y="2658"/>
                  </a:lnTo>
                  <a:lnTo>
                    <a:pt x="2377" y="2572"/>
                  </a:lnTo>
                  <a:lnTo>
                    <a:pt x="2485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40"/>
                  </a:lnTo>
                  <a:lnTo>
                    <a:pt x="2788" y="2010"/>
                  </a:lnTo>
                  <a:lnTo>
                    <a:pt x="2831" y="1880"/>
                  </a:lnTo>
                  <a:lnTo>
                    <a:pt x="2874" y="1751"/>
                  </a:lnTo>
                  <a:lnTo>
                    <a:pt x="2896" y="1599"/>
                  </a:lnTo>
                  <a:lnTo>
                    <a:pt x="2917" y="1448"/>
                  </a:lnTo>
                  <a:lnTo>
                    <a:pt x="2896" y="1297"/>
                  </a:lnTo>
                  <a:lnTo>
                    <a:pt x="2874" y="1146"/>
                  </a:lnTo>
                  <a:lnTo>
                    <a:pt x="2831" y="1016"/>
                  </a:lnTo>
                  <a:lnTo>
                    <a:pt x="2788" y="886"/>
                  </a:lnTo>
                  <a:lnTo>
                    <a:pt x="2723" y="757"/>
                  </a:lnTo>
                  <a:lnTo>
                    <a:pt x="2658" y="627"/>
                  </a:lnTo>
                  <a:lnTo>
                    <a:pt x="2572" y="519"/>
                  </a:lnTo>
                  <a:lnTo>
                    <a:pt x="2485" y="411"/>
                  </a:lnTo>
                  <a:lnTo>
                    <a:pt x="2377" y="324"/>
                  </a:lnTo>
                  <a:lnTo>
                    <a:pt x="2269" y="238"/>
                  </a:lnTo>
                  <a:lnTo>
                    <a:pt x="2140" y="173"/>
                  </a:lnTo>
                  <a:lnTo>
                    <a:pt x="2010" y="108"/>
                  </a:lnTo>
                  <a:lnTo>
                    <a:pt x="1880" y="65"/>
                  </a:lnTo>
                  <a:lnTo>
                    <a:pt x="1751" y="22"/>
                  </a:lnTo>
                  <a:lnTo>
                    <a:pt x="15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37">
              <a:extLst>
                <a:ext uri="{FF2B5EF4-FFF2-40B4-BE49-F238E27FC236}">
                  <a16:creationId xmlns:a16="http://schemas.microsoft.com/office/drawing/2014/main" id="{813856B7-5FDA-FC92-497B-4CB733A6D6BB}"/>
                </a:ext>
              </a:extLst>
            </p:cNvPr>
            <p:cNvSpPr/>
            <p:nvPr/>
          </p:nvSpPr>
          <p:spPr>
            <a:xfrm>
              <a:off x="16686350" y="383917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297" y="0"/>
                  </a:moveTo>
                  <a:lnTo>
                    <a:pt x="1145" y="22"/>
                  </a:lnTo>
                  <a:lnTo>
                    <a:pt x="1016" y="65"/>
                  </a:lnTo>
                  <a:lnTo>
                    <a:pt x="886" y="108"/>
                  </a:lnTo>
                  <a:lnTo>
                    <a:pt x="756" y="173"/>
                  </a:lnTo>
                  <a:lnTo>
                    <a:pt x="627" y="238"/>
                  </a:lnTo>
                  <a:lnTo>
                    <a:pt x="519" y="324"/>
                  </a:lnTo>
                  <a:lnTo>
                    <a:pt x="411" y="411"/>
                  </a:lnTo>
                  <a:lnTo>
                    <a:pt x="324" y="519"/>
                  </a:lnTo>
                  <a:lnTo>
                    <a:pt x="238" y="627"/>
                  </a:lnTo>
                  <a:lnTo>
                    <a:pt x="173" y="757"/>
                  </a:lnTo>
                  <a:lnTo>
                    <a:pt x="108" y="886"/>
                  </a:lnTo>
                  <a:lnTo>
                    <a:pt x="65" y="1016"/>
                  </a:lnTo>
                  <a:lnTo>
                    <a:pt x="22" y="1146"/>
                  </a:lnTo>
                  <a:lnTo>
                    <a:pt x="0" y="1297"/>
                  </a:lnTo>
                  <a:lnTo>
                    <a:pt x="0" y="1448"/>
                  </a:lnTo>
                  <a:lnTo>
                    <a:pt x="0" y="1599"/>
                  </a:lnTo>
                  <a:lnTo>
                    <a:pt x="22" y="1751"/>
                  </a:lnTo>
                  <a:lnTo>
                    <a:pt x="65" y="1880"/>
                  </a:lnTo>
                  <a:lnTo>
                    <a:pt x="108" y="2010"/>
                  </a:lnTo>
                  <a:lnTo>
                    <a:pt x="173" y="2140"/>
                  </a:lnTo>
                  <a:lnTo>
                    <a:pt x="238" y="2269"/>
                  </a:lnTo>
                  <a:lnTo>
                    <a:pt x="324" y="2377"/>
                  </a:lnTo>
                  <a:lnTo>
                    <a:pt x="411" y="2485"/>
                  </a:lnTo>
                  <a:lnTo>
                    <a:pt x="519" y="2572"/>
                  </a:lnTo>
                  <a:lnTo>
                    <a:pt x="627" y="2658"/>
                  </a:lnTo>
                  <a:lnTo>
                    <a:pt x="756" y="2723"/>
                  </a:lnTo>
                  <a:lnTo>
                    <a:pt x="886" y="2788"/>
                  </a:lnTo>
                  <a:lnTo>
                    <a:pt x="1016" y="2831"/>
                  </a:lnTo>
                  <a:lnTo>
                    <a:pt x="1145" y="2874"/>
                  </a:lnTo>
                  <a:lnTo>
                    <a:pt x="1297" y="2896"/>
                  </a:lnTo>
                  <a:lnTo>
                    <a:pt x="1599" y="2896"/>
                  </a:lnTo>
                  <a:lnTo>
                    <a:pt x="1729" y="2874"/>
                  </a:lnTo>
                  <a:lnTo>
                    <a:pt x="1880" y="2831"/>
                  </a:lnTo>
                  <a:lnTo>
                    <a:pt x="2010" y="2788"/>
                  </a:lnTo>
                  <a:lnTo>
                    <a:pt x="2139" y="2723"/>
                  </a:lnTo>
                  <a:lnTo>
                    <a:pt x="2269" y="2658"/>
                  </a:lnTo>
                  <a:lnTo>
                    <a:pt x="2377" y="2572"/>
                  </a:lnTo>
                  <a:lnTo>
                    <a:pt x="2463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40"/>
                  </a:lnTo>
                  <a:lnTo>
                    <a:pt x="2788" y="2010"/>
                  </a:lnTo>
                  <a:lnTo>
                    <a:pt x="2831" y="1880"/>
                  </a:lnTo>
                  <a:lnTo>
                    <a:pt x="2874" y="1751"/>
                  </a:lnTo>
                  <a:lnTo>
                    <a:pt x="2896" y="1599"/>
                  </a:lnTo>
                  <a:lnTo>
                    <a:pt x="2896" y="1448"/>
                  </a:lnTo>
                  <a:lnTo>
                    <a:pt x="2896" y="1297"/>
                  </a:lnTo>
                  <a:lnTo>
                    <a:pt x="2874" y="1146"/>
                  </a:lnTo>
                  <a:lnTo>
                    <a:pt x="2831" y="1016"/>
                  </a:lnTo>
                  <a:lnTo>
                    <a:pt x="2788" y="886"/>
                  </a:lnTo>
                  <a:lnTo>
                    <a:pt x="2723" y="757"/>
                  </a:lnTo>
                  <a:lnTo>
                    <a:pt x="2658" y="627"/>
                  </a:lnTo>
                  <a:lnTo>
                    <a:pt x="2572" y="519"/>
                  </a:lnTo>
                  <a:lnTo>
                    <a:pt x="2463" y="411"/>
                  </a:lnTo>
                  <a:lnTo>
                    <a:pt x="2377" y="324"/>
                  </a:lnTo>
                  <a:lnTo>
                    <a:pt x="2269" y="238"/>
                  </a:lnTo>
                  <a:lnTo>
                    <a:pt x="2139" y="173"/>
                  </a:lnTo>
                  <a:lnTo>
                    <a:pt x="2010" y="108"/>
                  </a:lnTo>
                  <a:lnTo>
                    <a:pt x="1880" y="65"/>
                  </a:lnTo>
                  <a:lnTo>
                    <a:pt x="1729" y="22"/>
                  </a:lnTo>
                  <a:lnTo>
                    <a:pt x="15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37">
              <a:extLst>
                <a:ext uri="{FF2B5EF4-FFF2-40B4-BE49-F238E27FC236}">
                  <a16:creationId xmlns:a16="http://schemas.microsoft.com/office/drawing/2014/main" id="{C3783458-D9C9-4792-4A3C-C219EC3E2155}"/>
                </a:ext>
              </a:extLst>
            </p:cNvPr>
            <p:cNvSpPr/>
            <p:nvPr/>
          </p:nvSpPr>
          <p:spPr>
            <a:xfrm>
              <a:off x="16703100" y="3855925"/>
              <a:ext cx="38375" cy="38900"/>
            </a:xfrm>
            <a:custGeom>
              <a:avLst/>
              <a:gdLst/>
              <a:ahLst/>
              <a:cxnLst/>
              <a:rect l="l" t="t" r="r" b="b"/>
              <a:pathLst>
                <a:path w="1535" h="1556" extrusionOk="0">
                  <a:moveTo>
                    <a:pt x="778" y="0"/>
                  </a:moveTo>
                  <a:lnTo>
                    <a:pt x="627" y="22"/>
                  </a:lnTo>
                  <a:lnTo>
                    <a:pt x="475" y="65"/>
                  </a:lnTo>
                  <a:lnTo>
                    <a:pt x="346" y="151"/>
                  </a:lnTo>
                  <a:lnTo>
                    <a:pt x="238" y="238"/>
                  </a:lnTo>
                  <a:lnTo>
                    <a:pt x="130" y="346"/>
                  </a:lnTo>
                  <a:lnTo>
                    <a:pt x="65" y="476"/>
                  </a:lnTo>
                  <a:lnTo>
                    <a:pt x="22" y="627"/>
                  </a:lnTo>
                  <a:lnTo>
                    <a:pt x="0" y="778"/>
                  </a:lnTo>
                  <a:lnTo>
                    <a:pt x="22" y="929"/>
                  </a:lnTo>
                  <a:lnTo>
                    <a:pt x="65" y="1081"/>
                  </a:lnTo>
                  <a:lnTo>
                    <a:pt x="130" y="1210"/>
                  </a:lnTo>
                  <a:lnTo>
                    <a:pt x="238" y="1318"/>
                  </a:lnTo>
                  <a:lnTo>
                    <a:pt x="346" y="1426"/>
                  </a:lnTo>
                  <a:lnTo>
                    <a:pt x="475" y="1491"/>
                  </a:lnTo>
                  <a:lnTo>
                    <a:pt x="627" y="1534"/>
                  </a:lnTo>
                  <a:lnTo>
                    <a:pt x="778" y="1556"/>
                  </a:lnTo>
                  <a:lnTo>
                    <a:pt x="929" y="1534"/>
                  </a:lnTo>
                  <a:lnTo>
                    <a:pt x="1080" y="1491"/>
                  </a:lnTo>
                  <a:lnTo>
                    <a:pt x="1210" y="1426"/>
                  </a:lnTo>
                  <a:lnTo>
                    <a:pt x="1318" y="1318"/>
                  </a:lnTo>
                  <a:lnTo>
                    <a:pt x="1405" y="1210"/>
                  </a:lnTo>
                  <a:lnTo>
                    <a:pt x="1491" y="1081"/>
                  </a:lnTo>
                  <a:lnTo>
                    <a:pt x="1534" y="929"/>
                  </a:lnTo>
                  <a:lnTo>
                    <a:pt x="1534" y="778"/>
                  </a:lnTo>
                  <a:lnTo>
                    <a:pt x="1534" y="627"/>
                  </a:lnTo>
                  <a:lnTo>
                    <a:pt x="1491" y="476"/>
                  </a:lnTo>
                  <a:lnTo>
                    <a:pt x="1405" y="346"/>
                  </a:lnTo>
                  <a:lnTo>
                    <a:pt x="1318" y="238"/>
                  </a:lnTo>
                  <a:lnTo>
                    <a:pt x="1210" y="151"/>
                  </a:lnTo>
                  <a:lnTo>
                    <a:pt x="1080" y="65"/>
                  </a:lnTo>
                  <a:lnTo>
                    <a:pt x="929" y="22"/>
                  </a:lnTo>
                  <a:lnTo>
                    <a:pt x="77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37">
              <a:extLst>
                <a:ext uri="{FF2B5EF4-FFF2-40B4-BE49-F238E27FC236}">
                  <a16:creationId xmlns:a16="http://schemas.microsoft.com/office/drawing/2014/main" id="{C35F98FA-652B-490B-0E74-CF72DAD9EA0D}"/>
                </a:ext>
              </a:extLst>
            </p:cNvPr>
            <p:cNvSpPr/>
            <p:nvPr/>
          </p:nvSpPr>
          <p:spPr>
            <a:xfrm>
              <a:off x="16413000" y="3855925"/>
              <a:ext cx="38375" cy="38900"/>
            </a:xfrm>
            <a:custGeom>
              <a:avLst/>
              <a:gdLst/>
              <a:ahLst/>
              <a:cxnLst/>
              <a:rect l="l" t="t" r="r" b="b"/>
              <a:pathLst>
                <a:path w="1535" h="1556" extrusionOk="0">
                  <a:moveTo>
                    <a:pt x="757" y="0"/>
                  </a:moveTo>
                  <a:lnTo>
                    <a:pt x="606" y="22"/>
                  </a:lnTo>
                  <a:lnTo>
                    <a:pt x="455" y="65"/>
                  </a:lnTo>
                  <a:lnTo>
                    <a:pt x="325" y="151"/>
                  </a:lnTo>
                  <a:lnTo>
                    <a:pt x="217" y="238"/>
                  </a:lnTo>
                  <a:lnTo>
                    <a:pt x="130" y="346"/>
                  </a:lnTo>
                  <a:lnTo>
                    <a:pt x="44" y="476"/>
                  </a:lnTo>
                  <a:lnTo>
                    <a:pt x="1" y="627"/>
                  </a:lnTo>
                  <a:lnTo>
                    <a:pt x="1" y="778"/>
                  </a:lnTo>
                  <a:lnTo>
                    <a:pt x="1" y="929"/>
                  </a:lnTo>
                  <a:lnTo>
                    <a:pt x="44" y="1081"/>
                  </a:lnTo>
                  <a:lnTo>
                    <a:pt x="130" y="1210"/>
                  </a:lnTo>
                  <a:lnTo>
                    <a:pt x="217" y="1318"/>
                  </a:lnTo>
                  <a:lnTo>
                    <a:pt x="325" y="1426"/>
                  </a:lnTo>
                  <a:lnTo>
                    <a:pt x="455" y="1491"/>
                  </a:lnTo>
                  <a:lnTo>
                    <a:pt x="606" y="1534"/>
                  </a:lnTo>
                  <a:lnTo>
                    <a:pt x="757" y="1556"/>
                  </a:lnTo>
                  <a:lnTo>
                    <a:pt x="908" y="1534"/>
                  </a:lnTo>
                  <a:lnTo>
                    <a:pt x="1060" y="1491"/>
                  </a:lnTo>
                  <a:lnTo>
                    <a:pt x="1189" y="1426"/>
                  </a:lnTo>
                  <a:lnTo>
                    <a:pt x="1297" y="1318"/>
                  </a:lnTo>
                  <a:lnTo>
                    <a:pt x="1405" y="1210"/>
                  </a:lnTo>
                  <a:lnTo>
                    <a:pt x="1470" y="1081"/>
                  </a:lnTo>
                  <a:lnTo>
                    <a:pt x="1513" y="929"/>
                  </a:lnTo>
                  <a:lnTo>
                    <a:pt x="1535" y="778"/>
                  </a:lnTo>
                  <a:lnTo>
                    <a:pt x="1513" y="627"/>
                  </a:lnTo>
                  <a:lnTo>
                    <a:pt x="1470" y="476"/>
                  </a:lnTo>
                  <a:lnTo>
                    <a:pt x="1405" y="346"/>
                  </a:lnTo>
                  <a:lnTo>
                    <a:pt x="1297" y="238"/>
                  </a:lnTo>
                  <a:lnTo>
                    <a:pt x="1189" y="151"/>
                  </a:lnTo>
                  <a:lnTo>
                    <a:pt x="1060" y="65"/>
                  </a:lnTo>
                  <a:lnTo>
                    <a:pt x="908" y="22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37">
              <a:extLst>
                <a:ext uri="{FF2B5EF4-FFF2-40B4-BE49-F238E27FC236}">
                  <a16:creationId xmlns:a16="http://schemas.microsoft.com/office/drawing/2014/main" id="{0F96EEB7-8D7D-3414-540B-DDCB816AC10E}"/>
                </a:ext>
              </a:extLst>
            </p:cNvPr>
            <p:cNvSpPr/>
            <p:nvPr/>
          </p:nvSpPr>
          <p:spPr>
            <a:xfrm>
              <a:off x="16472425" y="4146000"/>
              <a:ext cx="214475" cy="177750"/>
            </a:xfrm>
            <a:custGeom>
              <a:avLst/>
              <a:gdLst/>
              <a:ahLst/>
              <a:cxnLst/>
              <a:rect l="l" t="t" r="r" b="b"/>
              <a:pathLst>
                <a:path w="8579" h="7110" extrusionOk="0">
                  <a:moveTo>
                    <a:pt x="4279" y="0"/>
                  </a:moveTo>
                  <a:lnTo>
                    <a:pt x="1" y="7109"/>
                  </a:lnTo>
                  <a:lnTo>
                    <a:pt x="8579" y="7109"/>
                  </a:lnTo>
                  <a:lnTo>
                    <a:pt x="427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37">
              <a:extLst>
                <a:ext uri="{FF2B5EF4-FFF2-40B4-BE49-F238E27FC236}">
                  <a16:creationId xmlns:a16="http://schemas.microsoft.com/office/drawing/2014/main" id="{2BA914D3-CF0C-B628-3DAB-DA546D6CE25C}"/>
                </a:ext>
              </a:extLst>
            </p:cNvPr>
            <p:cNvSpPr/>
            <p:nvPr/>
          </p:nvSpPr>
          <p:spPr>
            <a:xfrm>
              <a:off x="16310925" y="4019600"/>
              <a:ext cx="533175" cy="30275"/>
            </a:xfrm>
            <a:custGeom>
              <a:avLst/>
              <a:gdLst/>
              <a:ahLst/>
              <a:cxnLst/>
              <a:rect l="l" t="t" r="r" b="b"/>
              <a:pathLst>
                <a:path w="21327" h="1211" extrusionOk="0">
                  <a:moveTo>
                    <a:pt x="0" y="0"/>
                  </a:moveTo>
                  <a:lnTo>
                    <a:pt x="0" y="1210"/>
                  </a:lnTo>
                  <a:lnTo>
                    <a:pt x="21327" y="1210"/>
                  </a:lnTo>
                  <a:lnTo>
                    <a:pt x="2132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37">
              <a:extLst>
                <a:ext uri="{FF2B5EF4-FFF2-40B4-BE49-F238E27FC236}">
                  <a16:creationId xmlns:a16="http://schemas.microsoft.com/office/drawing/2014/main" id="{55F7DD7C-7E72-25F6-9B7E-FDE3E4636B94}"/>
                </a:ext>
              </a:extLst>
            </p:cNvPr>
            <p:cNvSpPr/>
            <p:nvPr/>
          </p:nvSpPr>
          <p:spPr>
            <a:xfrm>
              <a:off x="16309825" y="4929275"/>
              <a:ext cx="246350" cy="115625"/>
            </a:xfrm>
            <a:custGeom>
              <a:avLst/>
              <a:gdLst/>
              <a:ahLst/>
              <a:cxnLst/>
              <a:rect l="l" t="t" r="r" b="b"/>
              <a:pathLst>
                <a:path w="9854" h="4625" extrusionOk="0">
                  <a:moveTo>
                    <a:pt x="4927" y="0"/>
                  </a:moveTo>
                  <a:lnTo>
                    <a:pt x="4430" y="22"/>
                  </a:lnTo>
                  <a:lnTo>
                    <a:pt x="3955" y="87"/>
                  </a:lnTo>
                  <a:lnTo>
                    <a:pt x="3501" y="216"/>
                  </a:lnTo>
                  <a:lnTo>
                    <a:pt x="3069" y="368"/>
                  </a:lnTo>
                  <a:lnTo>
                    <a:pt x="2659" y="562"/>
                  </a:lnTo>
                  <a:lnTo>
                    <a:pt x="2248" y="778"/>
                  </a:lnTo>
                  <a:lnTo>
                    <a:pt x="1881" y="1059"/>
                  </a:lnTo>
                  <a:lnTo>
                    <a:pt x="1535" y="1340"/>
                  </a:lnTo>
                  <a:lnTo>
                    <a:pt x="1232" y="1664"/>
                  </a:lnTo>
                  <a:lnTo>
                    <a:pt x="930" y="2032"/>
                  </a:lnTo>
                  <a:lnTo>
                    <a:pt x="692" y="2399"/>
                  </a:lnTo>
                  <a:lnTo>
                    <a:pt x="476" y="2809"/>
                  </a:lnTo>
                  <a:lnTo>
                    <a:pt x="282" y="3242"/>
                  </a:lnTo>
                  <a:lnTo>
                    <a:pt x="152" y="3674"/>
                  </a:lnTo>
                  <a:lnTo>
                    <a:pt x="44" y="4149"/>
                  </a:lnTo>
                  <a:lnTo>
                    <a:pt x="1" y="4624"/>
                  </a:lnTo>
                  <a:lnTo>
                    <a:pt x="9854" y="4624"/>
                  </a:lnTo>
                  <a:lnTo>
                    <a:pt x="9789" y="4149"/>
                  </a:lnTo>
                  <a:lnTo>
                    <a:pt x="9703" y="3674"/>
                  </a:lnTo>
                  <a:lnTo>
                    <a:pt x="9551" y="3242"/>
                  </a:lnTo>
                  <a:lnTo>
                    <a:pt x="9378" y="2809"/>
                  </a:lnTo>
                  <a:lnTo>
                    <a:pt x="9162" y="2399"/>
                  </a:lnTo>
                  <a:lnTo>
                    <a:pt x="8903" y="2032"/>
                  </a:lnTo>
                  <a:lnTo>
                    <a:pt x="8622" y="1664"/>
                  </a:lnTo>
                  <a:lnTo>
                    <a:pt x="8298" y="1340"/>
                  </a:lnTo>
                  <a:lnTo>
                    <a:pt x="7952" y="1059"/>
                  </a:lnTo>
                  <a:lnTo>
                    <a:pt x="7585" y="778"/>
                  </a:lnTo>
                  <a:lnTo>
                    <a:pt x="7196" y="562"/>
                  </a:lnTo>
                  <a:lnTo>
                    <a:pt x="6764" y="368"/>
                  </a:lnTo>
                  <a:lnTo>
                    <a:pt x="6332" y="216"/>
                  </a:lnTo>
                  <a:lnTo>
                    <a:pt x="5878" y="87"/>
                  </a:lnTo>
                  <a:lnTo>
                    <a:pt x="5403" y="22"/>
                  </a:lnTo>
                  <a:lnTo>
                    <a:pt x="492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37">
              <a:extLst>
                <a:ext uri="{FF2B5EF4-FFF2-40B4-BE49-F238E27FC236}">
                  <a16:creationId xmlns:a16="http://schemas.microsoft.com/office/drawing/2014/main" id="{3DAA2469-3395-6995-B563-5539F71FA1CC}"/>
                </a:ext>
              </a:extLst>
            </p:cNvPr>
            <p:cNvSpPr/>
            <p:nvPr/>
          </p:nvSpPr>
          <p:spPr>
            <a:xfrm>
              <a:off x="16583700" y="4929275"/>
              <a:ext cx="245825" cy="115625"/>
            </a:xfrm>
            <a:custGeom>
              <a:avLst/>
              <a:gdLst/>
              <a:ahLst/>
              <a:cxnLst/>
              <a:rect l="l" t="t" r="r" b="b"/>
              <a:pathLst>
                <a:path w="9833" h="4625" extrusionOk="0">
                  <a:moveTo>
                    <a:pt x="4906" y="0"/>
                  </a:moveTo>
                  <a:lnTo>
                    <a:pt x="4430" y="22"/>
                  </a:lnTo>
                  <a:lnTo>
                    <a:pt x="3955" y="87"/>
                  </a:lnTo>
                  <a:lnTo>
                    <a:pt x="3501" y="216"/>
                  </a:lnTo>
                  <a:lnTo>
                    <a:pt x="3069" y="368"/>
                  </a:lnTo>
                  <a:lnTo>
                    <a:pt x="2637" y="562"/>
                  </a:lnTo>
                  <a:lnTo>
                    <a:pt x="2248" y="778"/>
                  </a:lnTo>
                  <a:lnTo>
                    <a:pt x="1881" y="1059"/>
                  </a:lnTo>
                  <a:lnTo>
                    <a:pt x="1535" y="1340"/>
                  </a:lnTo>
                  <a:lnTo>
                    <a:pt x="1211" y="1664"/>
                  </a:lnTo>
                  <a:lnTo>
                    <a:pt x="930" y="2032"/>
                  </a:lnTo>
                  <a:lnTo>
                    <a:pt x="671" y="2399"/>
                  </a:lnTo>
                  <a:lnTo>
                    <a:pt x="455" y="2809"/>
                  </a:lnTo>
                  <a:lnTo>
                    <a:pt x="282" y="3242"/>
                  </a:lnTo>
                  <a:lnTo>
                    <a:pt x="152" y="3674"/>
                  </a:lnTo>
                  <a:lnTo>
                    <a:pt x="44" y="4149"/>
                  </a:lnTo>
                  <a:lnTo>
                    <a:pt x="1" y="4624"/>
                  </a:lnTo>
                  <a:lnTo>
                    <a:pt x="9832" y="4624"/>
                  </a:lnTo>
                  <a:lnTo>
                    <a:pt x="9789" y="4149"/>
                  </a:lnTo>
                  <a:lnTo>
                    <a:pt x="9681" y="3674"/>
                  </a:lnTo>
                  <a:lnTo>
                    <a:pt x="9551" y="3242"/>
                  </a:lnTo>
                  <a:lnTo>
                    <a:pt x="9357" y="2809"/>
                  </a:lnTo>
                  <a:lnTo>
                    <a:pt x="9141" y="2399"/>
                  </a:lnTo>
                  <a:lnTo>
                    <a:pt x="8903" y="2032"/>
                  </a:lnTo>
                  <a:lnTo>
                    <a:pt x="8622" y="1664"/>
                  </a:lnTo>
                  <a:lnTo>
                    <a:pt x="8298" y="1340"/>
                  </a:lnTo>
                  <a:lnTo>
                    <a:pt x="7952" y="1059"/>
                  </a:lnTo>
                  <a:lnTo>
                    <a:pt x="7585" y="778"/>
                  </a:lnTo>
                  <a:lnTo>
                    <a:pt x="7174" y="562"/>
                  </a:lnTo>
                  <a:lnTo>
                    <a:pt x="6764" y="368"/>
                  </a:lnTo>
                  <a:lnTo>
                    <a:pt x="6332" y="216"/>
                  </a:lnTo>
                  <a:lnTo>
                    <a:pt x="5878" y="87"/>
                  </a:lnTo>
                  <a:lnTo>
                    <a:pt x="5403" y="22"/>
                  </a:lnTo>
                  <a:lnTo>
                    <a:pt x="490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37">
              <a:extLst>
                <a:ext uri="{FF2B5EF4-FFF2-40B4-BE49-F238E27FC236}">
                  <a16:creationId xmlns:a16="http://schemas.microsoft.com/office/drawing/2014/main" id="{47E9E097-CC69-CBE9-44FE-B82A4F172732}"/>
                </a:ext>
              </a:extLst>
            </p:cNvPr>
            <p:cNvSpPr/>
            <p:nvPr/>
          </p:nvSpPr>
          <p:spPr>
            <a:xfrm>
              <a:off x="16545350" y="3256300"/>
              <a:ext cx="62700" cy="102675"/>
            </a:xfrm>
            <a:custGeom>
              <a:avLst/>
              <a:gdLst/>
              <a:ahLst/>
              <a:cxnLst/>
              <a:rect l="l" t="t" r="r" b="b"/>
              <a:pathLst>
                <a:path w="2508" h="4107" extrusionOk="0">
                  <a:moveTo>
                    <a:pt x="1232" y="1"/>
                  </a:moveTo>
                  <a:lnTo>
                    <a:pt x="1189" y="44"/>
                  </a:lnTo>
                  <a:lnTo>
                    <a:pt x="1081" y="130"/>
                  </a:lnTo>
                  <a:lnTo>
                    <a:pt x="973" y="282"/>
                  </a:lnTo>
                  <a:lnTo>
                    <a:pt x="865" y="498"/>
                  </a:lnTo>
                  <a:lnTo>
                    <a:pt x="649" y="995"/>
                  </a:lnTo>
                  <a:lnTo>
                    <a:pt x="454" y="1600"/>
                  </a:lnTo>
                  <a:lnTo>
                    <a:pt x="260" y="2205"/>
                  </a:lnTo>
                  <a:lnTo>
                    <a:pt x="130" y="2767"/>
                  </a:lnTo>
                  <a:lnTo>
                    <a:pt x="22" y="3199"/>
                  </a:lnTo>
                  <a:lnTo>
                    <a:pt x="1" y="3480"/>
                  </a:lnTo>
                  <a:lnTo>
                    <a:pt x="1" y="3544"/>
                  </a:lnTo>
                  <a:lnTo>
                    <a:pt x="22" y="3631"/>
                  </a:lnTo>
                  <a:lnTo>
                    <a:pt x="65" y="3696"/>
                  </a:lnTo>
                  <a:lnTo>
                    <a:pt x="109" y="3761"/>
                  </a:lnTo>
                  <a:lnTo>
                    <a:pt x="260" y="3869"/>
                  </a:lnTo>
                  <a:lnTo>
                    <a:pt x="433" y="3955"/>
                  </a:lnTo>
                  <a:lnTo>
                    <a:pt x="627" y="4041"/>
                  </a:lnTo>
                  <a:lnTo>
                    <a:pt x="843" y="4085"/>
                  </a:lnTo>
                  <a:lnTo>
                    <a:pt x="1059" y="4106"/>
                  </a:lnTo>
                  <a:lnTo>
                    <a:pt x="1276" y="4106"/>
                  </a:lnTo>
                  <a:lnTo>
                    <a:pt x="1492" y="4085"/>
                  </a:lnTo>
                  <a:lnTo>
                    <a:pt x="1729" y="4041"/>
                  </a:lnTo>
                  <a:lnTo>
                    <a:pt x="1945" y="3977"/>
                  </a:lnTo>
                  <a:lnTo>
                    <a:pt x="2140" y="3890"/>
                  </a:lnTo>
                  <a:lnTo>
                    <a:pt x="2313" y="3782"/>
                  </a:lnTo>
                  <a:lnTo>
                    <a:pt x="2377" y="3717"/>
                  </a:lnTo>
                  <a:lnTo>
                    <a:pt x="2421" y="3653"/>
                  </a:lnTo>
                  <a:lnTo>
                    <a:pt x="2464" y="3566"/>
                  </a:lnTo>
                  <a:lnTo>
                    <a:pt x="2486" y="3480"/>
                  </a:lnTo>
                  <a:lnTo>
                    <a:pt x="2507" y="3393"/>
                  </a:lnTo>
                  <a:lnTo>
                    <a:pt x="2486" y="3285"/>
                  </a:lnTo>
                  <a:lnTo>
                    <a:pt x="2334" y="2529"/>
                  </a:lnTo>
                  <a:lnTo>
                    <a:pt x="2226" y="1989"/>
                  </a:lnTo>
                  <a:lnTo>
                    <a:pt x="2075" y="1405"/>
                  </a:lnTo>
                  <a:lnTo>
                    <a:pt x="1902" y="865"/>
                  </a:lnTo>
                  <a:lnTo>
                    <a:pt x="1816" y="627"/>
                  </a:lnTo>
                  <a:lnTo>
                    <a:pt x="1729" y="411"/>
                  </a:lnTo>
                  <a:lnTo>
                    <a:pt x="1621" y="239"/>
                  </a:lnTo>
                  <a:lnTo>
                    <a:pt x="1513" y="109"/>
                  </a:lnTo>
                  <a:lnTo>
                    <a:pt x="1405" y="22"/>
                  </a:lnTo>
                  <a:lnTo>
                    <a:pt x="134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37">
              <a:extLst>
                <a:ext uri="{FF2B5EF4-FFF2-40B4-BE49-F238E27FC236}">
                  <a16:creationId xmlns:a16="http://schemas.microsoft.com/office/drawing/2014/main" id="{10E4D51B-EE0C-B2F6-D1A0-FE8CB8B37105}"/>
                </a:ext>
              </a:extLst>
            </p:cNvPr>
            <p:cNvSpPr/>
            <p:nvPr/>
          </p:nvSpPr>
          <p:spPr>
            <a:xfrm>
              <a:off x="16158050" y="4209200"/>
              <a:ext cx="136150" cy="136700"/>
            </a:xfrm>
            <a:custGeom>
              <a:avLst/>
              <a:gdLst/>
              <a:ahLst/>
              <a:cxnLst/>
              <a:rect l="l" t="t" r="r" b="b"/>
              <a:pathLst>
                <a:path w="5446" h="5468" extrusionOk="0">
                  <a:moveTo>
                    <a:pt x="2723" y="1"/>
                  </a:moveTo>
                  <a:lnTo>
                    <a:pt x="2442" y="22"/>
                  </a:lnTo>
                  <a:lnTo>
                    <a:pt x="2182" y="65"/>
                  </a:lnTo>
                  <a:lnTo>
                    <a:pt x="1923" y="130"/>
                  </a:lnTo>
                  <a:lnTo>
                    <a:pt x="1664" y="217"/>
                  </a:lnTo>
                  <a:lnTo>
                    <a:pt x="1426" y="346"/>
                  </a:lnTo>
                  <a:lnTo>
                    <a:pt x="1210" y="476"/>
                  </a:lnTo>
                  <a:lnTo>
                    <a:pt x="994" y="627"/>
                  </a:lnTo>
                  <a:lnTo>
                    <a:pt x="800" y="800"/>
                  </a:lnTo>
                  <a:lnTo>
                    <a:pt x="627" y="995"/>
                  </a:lnTo>
                  <a:lnTo>
                    <a:pt x="475" y="1211"/>
                  </a:lnTo>
                  <a:lnTo>
                    <a:pt x="324" y="1427"/>
                  </a:lnTo>
                  <a:lnTo>
                    <a:pt x="216" y="1664"/>
                  </a:lnTo>
                  <a:lnTo>
                    <a:pt x="130" y="1924"/>
                  </a:lnTo>
                  <a:lnTo>
                    <a:pt x="65" y="2183"/>
                  </a:lnTo>
                  <a:lnTo>
                    <a:pt x="22" y="2464"/>
                  </a:lnTo>
                  <a:lnTo>
                    <a:pt x="0" y="2745"/>
                  </a:lnTo>
                  <a:lnTo>
                    <a:pt x="22" y="3026"/>
                  </a:lnTo>
                  <a:lnTo>
                    <a:pt x="65" y="3285"/>
                  </a:lnTo>
                  <a:lnTo>
                    <a:pt x="130" y="3544"/>
                  </a:lnTo>
                  <a:lnTo>
                    <a:pt x="216" y="3803"/>
                  </a:lnTo>
                  <a:lnTo>
                    <a:pt x="324" y="4041"/>
                  </a:lnTo>
                  <a:lnTo>
                    <a:pt x="475" y="4257"/>
                  </a:lnTo>
                  <a:lnTo>
                    <a:pt x="627" y="4473"/>
                  </a:lnTo>
                  <a:lnTo>
                    <a:pt x="800" y="4668"/>
                  </a:lnTo>
                  <a:lnTo>
                    <a:pt x="994" y="4841"/>
                  </a:lnTo>
                  <a:lnTo>
                    <a:pt x="1210" y="4992"/>
                  </a:lnTo>
                  <a:lnTo>
                    <a:pt x="1426" y="5143"/>
                  </a:lnTo>
                  <a:lnTo>
                    <a:pt x="1664" y="5251"/>
                  </a:lnTo>
                  <a:lnTo>
                    <a:pt x="1923" y="5338"/>
                  </a:lnTo>
                  <a:lnTo>
                    <a:pt x="2182" y="5402"/>
                  </a:lnTo>
                  <a:lnTo>
                    <a:pt x="2442" y="5446"/>
                  </a:lnTo>
                  <a:lnTo>
                    <a:pt x="2723" y="5467"/>
                  </a:lnTo>
                  <a:lnTo>
                    <a:pt x="3004" y="5446"/>
                  </a:lnTo>
                  <a:lnTo>
                    <a:pt x="3284" y="5402"/>
                  </a:lnTo>
                  <a:lnTo>
                    <a:pt x="3544" y="5338"/>
                  </a:lnTo>
                  <a:lnTo>
                    <a:pt x="3781" y="5251"/>
                  </a:lnTo>
                  <a:lnTo>
                    <a:pt x="4019" y="5143"/>
                  </a:lnTo>
                  <a:lnTo>
                    <a:pt x="4257" y="4992"/>
                  </a:lnTo>
                  <a:lnTo>
                    <a:pt x="4451" y="4841"/>
                  </a:lnTo>
                  <a:lnTo>
                    <a:pt x="4646" y="4668"/>
                  </a:lnTo>
                  <a:lnTo>
                    <a:pt x="4840" y="4473"/>
                  </a:lnTo>
                  <a:lnTo>
                    <a:pt x="4991" y="4257"/>
                  </a:lnTo>
                  <a:lnTo>
                    <a:pt x="5121" y="4041"/>
                  </a:lnTo>
                  <a:lnTo>
                    <a:pt x="5229" y="3803"/>
                  </a:lnTo>
                  <a:lnTo>
                    <a:pt x="5337" y="3544"/>
                  </a:lnTo>
                  <a:lnTo>
                    <a:pt x="5402" y="3285"/>
                  </a:lnTo>
                  <a:lnTo>
                    <a:pt x="5445" y="3026"/>
                  </a:lnTo>
                  <a:lnTo>
                    <a:pt x="5445" y="2745"/>
                  </a:lnTo>
                  <a:lnTo>
                    <a:pt x="5445" y="2464"/>
                  </a:lnTo>
                  <a:lnTo>
                    <a:pt x="5402" y="2183"/>
                  </a:lnTo>
                  <a:lnTo>
                    <a:pt x="5337" y="1924"/>
                  </a:lnTo>
                  <a:lnTo>
                    <a:pt x="5229" y="1664"/>
                  </a:lnTo>
                  <a:lnTo>
                    <a:pt x="5121" y="1427"/>
                  </a:lnTo>
                  <a:lnTo>
                    <a:pt x="4991" y="1211"/>
                  </a:lnTo>
                  <a:lnTo>
                    <a:pt x="4840" y="995"/>
                  </a:lnTo>
                  <a:lnTo>
                    <a:pt x="4646" y="800"/>
                  </a:lnTo>
                  <a:lnTo>
                    <a:pt x="4451" y="627"/>
                  </a:lnTo>
                  <a:lnTo>
                    <a:pt x="4257" y="476"/>
                  </a:lnTo>
                  <a:lnTo>
                    <a:pt x="4019" y="346"/>
                  </a:lnTo>
                  <a:lnTo>
                    <a:pt x="3781" y="217"/>
                  </a:lnTo>
                  <a:lnTo>
                    <a:pt x="3544" y="130"/>
                  </a:lnTo>
                  <a:lnTo>
                    <a:pt x="3284" y="65"/>
                  </a:lnTo>
                  <a:lnTo>
                    <a:pt x="3004" y="22"/>
                  </a:lnTo>
                  <a:lnTo>
                    <a:pt x="27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37">
              <a:extLst>
                <a:ext uri="{FF2B5EF4-FFF2-40B4-BE49-F238E27FC236}">
                  <a16:creationId xmlns:a16="http://schemas.microsoft.com/office/drawing/2014/main" id="{52F737C4-52C6-97B3-4B21-7C2D75E568A3}"/>
                </a:ext>
              </a:extLst>
            </p:cNvPr>
            <p:cNvSpPr/>
            <p:nvPr/>
          </p:nvSpPr>
          <p:spPr>
            <a:xfrm>
              <a:off x="16140225" y="3564750"/>
              <a:ext cx="180425" cy="696325"/>
            </a:xfrm>
            <a:custGeom>
              <a:avLst/>
              <a:gdLst/>
              <a:ahLst/>
              <a:cxnLst/>
              <a:rect l="l" t="t" r="r" b="b"/>
              <a:pathLst>
                <a:path w="7217" h="27853" extrusionOk="0">
                  <a:moveTo>
                    <a:pt x="0" y="1"/>
                  </a:moveTo>
                  <a:lnTo>
                    <a:pt x="130" y="3112"/>
                  </a:lnTo>
                  <a:lnTo>
                    <a:pt x="216" y="6526"/>
                  </a:lnTo>
                  <a:lnTo>
                    <a:pt x="367" y="13916"/>
                  </a:lnTo>
                  <a:lnTo>
                    <a:pt x="540" y="21306"/>
                  </a:lnTo>
                  <a:lnTo>
                    <a:pt x="627" y="24741"/>
                  </a:lnTo>
                  <a:lnTo>
                    <a:pt x="756" y="27853"/>
                  </a:lnTo>
                  <a:lnTo>
                    <a:pt x="6180" y="27853"/>
                  </a:lnTo>
                  <a:lnTo>
                    <a:pt x="6309" y="24741"/>
                  </a:lnTo>
                  <a:lnTo>
                    <a:pt x="6439" y="21306"/>
                  </a:lnTo>
                  <a:lnTo>
                    <a:pt x="6698" y="13916"/>
                  </a:lnTo>
                  <a:lnTo>
                    <a:pt x="6958" y="6526"/>
                  </a:lnTo>
                  <a:lnTo>
                    <a:pt x="7087" y="3112"/>
                  </a:lnTo>
                  <a:lnTo>
                    <a:pt x="721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37">
              <a:extLst>
                <a:ext uri="{FF2B5EF4-FFF2-40B4-BE49-F238E27FC236}">
                  <a16:creationId xmlns:a16="http://schemas.microsoft.com/office/drawing/2014/main" id="{9B6215A0-9F27-168C-4160-B5BAFD37A056}"/>
                </a:ext>
              </a:extLst>
            </p:cNvPr>
            <p:cNvSpPr/>
            <p:nvPr/>
          </p:nvSpPr>
          <p:spPr>
            <a:xfrm>
              <a:off x="16145625" y="4203800"/>
              <a:ext cx="162600" cy="68100"/>
            </a:xfrm>
            <a:custGeom>
              <a:avLst/>
              <a:gdLst/>
              <a:ahLst/>
              <a:cxnLst/>
              <a:rect l="l" t="t" r="r" b="b"/>
              <a:pathLst>
                <a:path w="6504" h="2724" extrusionOk="0">
                  <a:moveTo>
                    <a:pt x="0" y="0"/>
                  </a:moveTo>
                  <a:lnTo>
                    <a:pt x="108" y="2723"/>
                  </a:lnTo>
                  <a:lnTo>
                    <a:pt x="6396" y="2723"/>
                  </a:lnTo>
                  <a:lnTo>
                    <a:pt x="650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37">
              <a:extLst>
                <a:ext uri="{FF2B5EF4-FFF2-40B4-BE49-F238E27FC236}">
                  <a16:creationId xmlns:a16="http://schemas.microsoft.com/office/drawing/2014/main" id="{686F860D-57C4-6518-EBD6-216F7A4BD78E}"/>
                </a:ext>
              </a:extLst>
            </p:cNvPr>
            <p:cNvSpPr/>
            <p:nvPr/>
          </p:nvSpPr>
          <p:spPr>
            <a:xfrm>
              <a:off x="16286075" y="3546925"/>
              <a:ext cx="33500" cy="75650"/>
            </a:xfrm>
            <a:custGeom>
              <a:avLst/>
              <a:gdLst/>
              <a:ahLst/>
              <a:cxnLst/>
              <a:rect l="l" t="t" r="r" b="b"/>
              <a:pathLst>
                <a:path w="1340" h="3026" extrusionOk="0">
                  <a:moveTo>
                    <a:pt x="540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08" y="282"/>
                  </a:lnTo>
                  <a:lnTo>
                    <a:pt x="43" y="411"/>
                  </a:lnTo>
                  <a:lnTo>
                    <a:pt x="22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22" y="2486"/>
                  </a:lnTo>
                  <a:lnTo>
                    <a:pt x="43" y="2615"/>
                  </a:lnTo>
                  <a:lnTo>
                    <a:pt x="108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0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29" y="2961"/>
                  </a:lnTo>
                  <a:lnTo>
                    <a:pt x="1037" y="2918"/>
                  </a:lnTo>
                  <a:lnTo>
                    <a:pt x="1145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18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8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5" y="195"/>
                  </a:lnTo>
                  <a:lnTo>
                    <a:pt x="1037" y="109"/>
                  </a:lnTo>
                  <a:lnTo>
                    <a:pt x="929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37">
              <a:extLst>
                <a:ext uri="{FF2B5EF4-FFF2-40B4-BE49-F238E27FC236}">
                  <a16:creationId xmlns:a16="http://schemas.microsoft.com/office/drawing/2014/main" id="{53604606-F920-FF73-BACD-6B93624A93F3}"/>
                </a:ext>
              </a:extLst>
            </p:cNvPr>
            <p:cNvSpPr/>
            <p:nvPr/>
          </p:nvSpPr>
          <p:spPr>
            <a:xfrm>
              <a:off x="16248800" y="3546925"/>
              <a:ext cx="33500" cy="75650"/>
            </a:xfrm>
            <a:custGeom>
              <a:avLst/>
              <a:gdLst/>
              <a:ahLst/>
              <a:cxnLst/>
              <a:rect l="l" t="t" r="r" b="b"/>
              <a:pathLst>
                <a:path w="1340" h="3026" extrusionOk="0">
                  <a:moveTo>
                    <a:pt x="519" y="1"/>
                  </a:moveTo>
                  <a:lnTo>
                    <a:pt x="411" y="44"/>
                  </a:lnTo>
                  <a:lnTo>
                    <a:pt x="281" y="109"/>
                  </a:lnTo>
                  <a:lnTo>
                    <a:pt x="195" y="195"/>
                  </a:lnTo>
                  <a:lnTo>
                    <a:pt x="108" y="282"/>
                  </a:lnTo>
                  <a:lnTo>
                    <a:pt x="43" y="411"/>
                  </a:lnTo>
                  <a:lnTo>
                    <a:pt x="0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0" y="2486"/>
                  </a:lnTo>
                  <a:lnTo>
                    <a:pt x="43" y="2615"/>
                  </a:lnTo>
                  <a:lnTo>
                    <a:pt x="108" y="2723"/>
                  </a:lnTo>
                  <a:lnTo>
                    <a:pt x="195" y="2831"/>
                  </a:lnTo>
                  <a:lnTo>
                    <a:pt x="281" y="2918"/>
                  </a:lnTo>
                  <a:lnTo>
                    <a:pt x="411" y="2961"/>
                  </a:lnTo>
                  <a:lnTo>
                    <a:pt x="519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29" y="2961"/>
                  </a:lnTo>
                  <a:lnTo>
                    <a:pt x="1037" y="2918"/>
                  </a:lnTo>
                  <a:lnTo>
                    <a:pt x="1145" y="2831"/>
                  </a:lnTo>
                  <a:lnTo>
                    <a:pt x="1210" y="2723"/>
                  </a:lnTo>
                  <a:lnTo>
                    <a:pt x="1275" y="2615"/>
                  </a:lnTo>
                  <a:lnTo>
                    <a:pt x="1318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8" y="519"/>
                  </a:lnTo>
                  <a:lnTo>
                    <a:pt x="1275" y="411"/>
                  </a:lnTo>
                  <a:lnTo>
                    <a:pt x="1210" y="282"/>
                  </a:lnTo>
                  <a:lnTo>
                    <a:pt x="1145" y="195"/>
                  </a:lnTo>
                  <a:lnTo>
                    <a:pt x="1037" y="109"/>
                  </a:lnTo>
                  <a:lnTo>
                    <a:pt x="929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37">
              <a:extLst>
                <a:ext uri="{FF2B5EF4-FFF2-40B4-BE49-F238E27FC236}">
                  <a16:creationId xmlns:a16="http://schemas.microsoft.com/office/drawing/2014/main" id="{245190E7-3C42-E664-7168-39980060F9A1}"/>
                </a:ext>
              </a:extLst>
            </p:cNvPr>
            <p:cNvSpPr/>
            <p:nvPr/>
          </p:nvSpPr>
          <p:spPr>
            <a:xfrm>
              <a:off x="1621097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30" y="282"/>
                  </a:lnTo>
                  <a:lnTo>
                    <a:pt x="65" y="411"/>
                  </a:lnTo>
                  <a:lnTo>
                    <a:pt x="22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22" y="2486"/>
                  </a:lnTo>
                  <a:lnTo>
                    <a:pt x="65" y="2615"/>
                  </a:lnTo>
                  <a:lnTo>
                    <a:pt x="130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0" y="3026"/>
                  </a:lnTo>
                  <a:lnTo>
                    <a:pt x="822" y="3004"/>
                  </a:lnTo>
                  <a:lnTo>
                    <a:pt x="930" y="2961"/>
                  </a:lnTo>
                  <a:lnTo>
                    <a:pt x="1059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40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40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59" y="109"/>
                  </a:lnTo>
                  <a:lnTo>
                    <a:pt x="930" y="44"/>
                  </a:lnTo>
                  <a:lnTo>
                    <a:pt x="8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37">
              <a:extLst>
                <a:ext uri="{FF2B5EF4-FFF2-40B4-BE49-F238E27FC236}">
                  <a16:creationId xmlns:a16="http://schemas.microsoft.com/office/drawing/2014/main" id="{15FE5DDD-EEC2-6557-B87E-5D6208C10C7E}"/>
                </a:ext>
              </a:extLst>
            </p:cNvPr>
            <p:cNvSpPr/>
            <p:nvPr/>
          </p:nvSpPr>
          <p:spPr>
            <a:xfrm>
              <a:off x="16173700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66" y="411"/>
                  </a:lnTo>
                  <a:lnTo>
                    <a:pt x="22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22" y="2486"/>
                  </a:lnTo>
                  <a:lnTo>
                    <a:pt x="66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1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19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9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37">
              <a:extLst>
                <a:ext uri="{FF2B5EF4-FFF2-40B4-BE49-F238E27FC236}">
                  <a16:creationId xmlns:a16="http://schemas.microsoft.com/office/drawing/2014/main" id="{AE2C6A65-E0A7-43DC-932D-CC5AE90F8853}"/>
                </a:ext>
              </a:extLst>
            </p:cNvPr>
            <p:cNvSpPr/>
            <p:nvPr/>
          </p:nvSpPr>
          <p:spPr>
            <a:xfrm>
              <a:off x="1613642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282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44" y="411"/>
                  </a:lnTo>
                  <a:lnTo>
                    <a:pt x="1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1" y="2486"/>
                  </a:lnTo>
                  <a:lnTo>
                    <a:pt x="44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282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1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11" y="2723"/>
                  </a:lnTo>
                  <a:lnTo>
                    <a:pt x="1276" y="2615"/>
                  </a:lnTo>
                  <a:lnTo>
                    <a:pt x="1319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9" y="519"/>
                  </a:lnTo>
                  <a:lnTo>
                    <a:pt x="1276" y="411"/>
                  </a:lnTo>
                  <a:lnTo>
                    <a:pt x="1211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37">
              <a:extLst>
                <a:ext uri="{FF2B5EF4-FFF2-40B4-BE49-F238E27FC236}">
                  <a16:creationId xmlns:a16="http://schemas.microsoft.com/office/drawing/2014/main" id="{DFED7990-2792-2794-DA42-E9190757F813}"/>
                </a:ext>
              </a:extLst>
            </p:cNvPr>
            <p:cNvSpPr/>
            <p:nvPr/>
          </p:nvSpPr>
          <p:spPr>
            <a:xfrm>
              <a:off x="16135900" y="3508575"/>
              <a:ext cx="183150" cy="55675"/>
            </a:xfrm>
            <a:custGeom>
              <a:avLst/>
              <a:gdLst/>
              <a:ahLst/>
              <a:cxnLst/>
              <a:rect l="l" t="t" r="r" b="b"/>
              <a:pathLst>
                <a:path w="7326" h="2227" extrusionOk="0">
                  <a:moveTo>
                    <a:pt x="0" y="1"/>
                  </a:moveTo>
                  <a:lnTo>
                    <a:pt x="0" y="2226"/>
                  </a:lnTo>
                  <a:lnTo>
                    <a:pt x="7325" y="2226"/>
                  </a:lnTo>
                  <a:lnTo>
                    <a:pt x="732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37">
              <a:extLst>
                <a:ext uri="{FF2B5EF4-FFF2-40B4-BE49-F238E27FC236}">
                  <a16:creationId xmlns:a16="http://schemas.microsoft.com/office/drawing/2014/main" id="{B3B6AAE6-2639-FC92-7B0E-88E47816386A}"/>
                </a:ext>
              </a:extLst>
            </p:cNvPr>
            <p:cNvSpPr/>
            <p:nvPr/>
          </p:nvSpPr>
          <p:spPr>
            <a:xfrm>
              <a:off x="16485925" y="3986650"/>
              <a:ext cx="182625" cy="95625"/>
            </a:xfrm>
            <a:custGeom>
              <a:avLst/>
              <a:gdLst/>
              <a:ahLst/>
              <a:cxnLst/>
              <a:rect l="l" t="t" r="r" b="b"/>
              <a:pathLst>
                <a:path w="7305" h="3825" extrusionOk="0">
                  <a:moveTo>
                    <a:pt x="6008" y="1318"/>
                  </a:moveTo>
                  <a:lnTo>
                    <a:pt x="6008" y="2528"/>
                  </a:lnTo>
                  <a:lnTo>
                    <a:pt x="1319" y="2528"/>
                  </a:lnTo>
                  <a:lnTo>
                    <a:pt x="1319" y="1318"/>
                  </a:lnTo>
                  <a:close/>
                  <a:moveTo>
                    <a:pt x="1" y="0"/>
                  </a:moveTo>
                  <a:lnTo>
                    <a:pt x="1" y="3825"/>
                  </a:lnTo>
                  <a:lnTo>
                    <a:pt x="7304" y="3825"/>
                  </a:lnTo>
                  <a:lnTo>
                    <a:pt x="730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37">
              <a:extLst>
                <a:ext uri="{FF2B5EF4-FFF2-40B4-BE49-F238E27FC236}">
                  <a16:creationId xmlns:a16="http://schemas.microsoft.com/office/drawing/2014/main" id="{67EAD741-6BB1-60B9-1F51-1B9A6BA9BBBC}"/>
                </a:ext>
              </a:extLst>
            </p:cNvPr>
            <p:cNvSpPr/>
            <p:nvPr/>
          </p:nvSpPr>
          <p:spPr>
            <a:xfrm>
              <a:off x="16851100" y="4209200"/>
              <a:ext cx="136150" cy="136700"/>
            </a:xfrm>
            <a:custGeom>
              <a:avLst/>
              <a:gdLst/>
              <a:ahLst/>
              <a:cxnLst/>
              <a:rect l="l" t="t" r="r" b="b"/>
              <a:pathLst>
                <a:path w="5446" h="5468" extrusionOk="0">
                  <a:moveTo>
                    <a:pt x="2723" y="1"/>
                  </a:moveTo>
                  <a:lnTo>
                    <a:pt x="2442" y="22"/>
                  </a:lnTo>
                  <a:lnTo>
                    <a:pt x="2183" y="65"/>
                  </a:lnTo>
                  <a:lnTo>
                    <a:pt x="1924" y="130"/>
                  </a:lnTo>
                  <a:lnTo>
                    <a:pt x="1664" y="217"/>
                  </a:lnTo>
                  <a:lnTo>
                    <a:pt x="1427" y="346"/>
                  </a:lnTo>
                  <a:lnTo>
                    <a:pt x="1211" y="476"/>
                  </a:lnTo>
                  <a:lnTo>
                    <a:pt x="994" y="627"/>
                  </a:lnTo>
                  <a:lnTo>
                    <a:pt x="800" y="800"/>
                  </a:lnTo>
                  <a:lnTo>
                    <a:pt x="627" y="995"/>
                  </a:lnTo>
                  <a:lnTo>
                    <a:pt x="454" y="1211"/>
                  </a:lnTo>
                  <a:lnTo>
                    <a:pt x="325" y="1427"/>
                  </a:lnTo>
                  <a:lnTo>
                    <a:pt x="217" y="1664"/>
                  </a:lnTo>
                  <a:lnTo>
                    <a:pt x="130" y="1924"/>
                  </a:lnTo>
                  <a:lnTo>
                    <a:pt x="44" y="2183"/>
                  </a:lnTo>
                  <a:lnTo>
                    <a:pt x="22" y="2464"/>
                  </a:lnTo>
                  <a:lnTo>
                    <a:pt x="1" y="2745"/>
                  </a:lnTo>
                  <a:lnTo>
                    <a:pt x="22" y="3026"/>
                  </a:lnTo>
                  <a:lnTo>
                    <a:pt x="44" y="3285"/>
                  </a:lnTo>
                  <a:lnTo>
                    <a:pt x="130" y="3544"/>
                  </a:lnTo>
                  <a:lnTo>
                    <a:pt x="217" y="3803"/>
                  </a:lnTo>
                  <a:lnTo>
                    <a:pt x="325" y="4041"/>
                  </a:lnTo>
                  <a:lnTo>
                    <a:pt x="454" y="4257"/>
                  </a:lnTo>
                  <a:lnTo>
                    <a:pt x="627" y="4473"/>
                  </a:lnTo>
                  <a:lnTo>
                    <a:pt x="800" y="4668"/>
                  </a:lnTo>
                  <a:lnTo>
                    <a:pt x="994" y="4841"/>
                  </a:lnTo>
                  <a:lnTo>
                    <a:pt x="1211" y="4992"/>
                  </a:lnTo>
                  <a:lnTo>
                    <a:pt x="1427" y="5143"/>
                  </a:lnTo>
                  <a:lnTo>
                    <a:pt x="1664" y="5251"/>
                  </a:lnTo>
                  <a:lnTo>
                    <a:pt x="1924" y="5338"/>
                  </a:lnTo>
                  <a:lnTo>
                    <a:pt x="2183" y="5402"/>
                  </a:lnTo>
                  <a:lnTo>
                    <a:pt x="2442" y="5446"/>
                  </a:lnTo>
                  <a:lnTo>
                    <a:pt x="2723" y="5467"/>
                  </a:lnTo>
                  <a:lnTo>
                    <a:pt x="3004" y="5446"/>
                  </a:lnTo>
                  <a:lnTo>
                    <a:pt x="3285" y="5402"/>
                  </a:lnTo>
                  <a:lnTo>
                    <a:pt x="3544" y="5338"/>
                  </a:lnTo>
                  <a:lnTo>
                    <a:pt x="3782" y="5251"/>
                  </a:lnTo>
                  <a:lnTo>
                    <a:pt x="4020" y="5143"/>
                  </a:lnTo>
                  <a:lnTo>
                    <a:pt x="4257" y="4992"/>
                  </a:lnTo>
                  <a:lnTo>
                    <a:pt x="4452" y="4841"/>
                  </a:lnTo>
                  <a:lnTo>
                    <a:pt x="4646" y="4668"/>
                  </a:lnTo>
                  <a:lnTo>
                    <a:pt x="4841" y="4473"/>
                  </a:lnTo>
                  <a:lnTo>
                    <a:pt x="4992" y="4257"/>
                  </a:lnTo>
                  <a:lnTo>
                    <a:pt x="5121" y="4041"/>
                  </a:lnTo>
                  <a:lnTo>
                    <a:pt x="5230" y="3803"/>
                  </a:lnTo>
                  <a:lnTo>
                    <a:pt x="5338" y="3544"/>
                  </a:lnTo>
                  <a:lnTo>
                    <a:pt x="5402" y="3285"/>
                  </a:lnTo>
                  <a:lnTo>
                    <a:pt x="5446" y="3026"/>
                  </a:lnTo>
                  <a:lnTo>
                    <a:pt x="5446" y="2745"/>
                  </a:lnTo>
                  <a:lnTo>
                    <a:pt x="5446" y="2464"/>
                  </a:lnTo>
                  <a:lnTo>
                    <a:pt x="5402" y="2183"/>
                  </a:lnTo>
                  <a:lnTo>
                    <a:pt x="5338" y="1924"/>
                  </a:lnTo>
                  <a:lnTo>
                    <a:pt x="5230" y="1664"/>
                  </a:lnTo>
                  <a:lnTo>
                    <a:pt x="5121" y="1427"/>
                  </a:lnTo>
                  <a:lnTo>
                    <a:pt x="4992" y="1211"/>
                  </a:lnTo>
                  <a:lnTo>
                    <a:pt x="4841" y="995"/>
                  </a:lnTo>
                  <a:lnTo>
                    <a:pt x="4646" y="800"/>
                  </a:lnTo>
                  <a:lnTo>
                    <a:pt x="4452" y="627"/>
                  </a:lnTo>
                  <a:lnTo>
                    <a:pt x="4257" y="476"/>
                  </a:lnTo>
                  <a:lnTo>
                    <a:pt x="4020" y="346"/>
                  </a:lnTo>
                  <a:lnTo>
                    <a:pt x="3782" y="217"/>
                  </a:lnTo>
                  <a:lnTo>
                    <a:pt x="3544" y="130"/>
                  </a:lnTo>
                  <a:lnTo>
                    <a:pt x="3285" y="65"/>
                  </a:lnTo>
                  <a:lnTo>
                    <a:pt x="3004" y="22"/>
                  </a:lnTo>
                  <a:lnTo>
                    <a:pt x="27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37">
              <a:extLst>
                <a:ext uri="{FF2B5EF4-FFF2-40B4-BE49-F238E27FC236}">
                  <a16:creationId xmlns:a16="http://schemas.microsoft.com/office/drawing/2014/main" id="{FA5BAE5E-BFAA-6E04-4D12-99D705ACBDB9}"/>
                </a:ext>
              </a:extLst>
            </p:cNvPr>
            <p:cNvSpPr/>
            <p:nvPr/>
          </p:nvSpPr>
          <p:spPr>
            <a:xfrm>
              <a:off x="16824625" y="3564750"/>
              <a:ext cx="180450" cy="696325"/>
            </a:xfrm>
            <a:custGeom>
              <a:avLst/>
              <a:gdLst/>
              <a:ahLst/>
              <a:cxnLst/>
              <a:rect l="l" t="t" r="r" b="b"/>
              <a:pathLst>
                <a:path w="7218" h="27853" extrusionOk="0">
                  <a:moveTo>
                    <a:pt x="1" y="1"/>
                  </a:moveTo>
                  <a:lnTo>
                    <a:pt x="130" y="3112"/>
                  </a:lnTo>
                  <a:lnTo>
                    <a:pt x="260" y="6526"/>
                  </a:lnTo>
                  <a:lnTo>
                    <a:pt x="519" y="13916"/>
                  </a:lnTo>
                  <a:lnTo>
                    <a:pt x="779" y="21306"/>
                  </a:lnTo>
                  <a:lnTo>
                    <a:pt x="908" y="24741"/>
                  </a:lnTo>
                  <a:lnTo>
                    <a:pt x="1038" y="27853"/>
                  </a:lnTo>
                  <a:lnTo>
                    <a:pt x="6483" y="27853"/>
                  </a:lnTo>
                  <a:lnTo>
                    <a:pt x="6591" y="24741"/>
                  </a:lnTo>
                  <a:lnTo>
                    <a:pt x="6699" y="21306"/>
                  </a:lnTo>
                  <a:lnTo>
                    <a:pt x="6850" y="13916"/>
                  </a:lnTo>
                  <a:lnTo>
                    <a:pt x="7002" y="6526"/>
                  </a:lnTo>
                  <a:lnTo>
                    <a:pt x="7110" y="3112"/>
                  </a:lnTo>
                  <a:lnTo>
                    <a:pt x="721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37">
              <a:extLst>
                <a:ext uri="{FF2B5EF4-FFF2-40B4-BE49-F238E27FC236}">
                  <a16:creationId xmlns:a16="http://schemas.microsoft.com/office/drawing/2014/main" id="{26CD9A3C-8728-DE42-8AFB-8F3F717C57BA}"/>
                </a:ext>
              </a:extLst>
            </p:cNvPr>
            <p:cNvSpPr/>
            <p:nvPr/>
          </p:nvSpPr>
          <p:spPr>
            <a:xfrm>
              <a:off x="16837050" y="4203800"/>
              <a:ext cx="162625" cy="68100"/>
            </a:xfrm>
            <a:custGeom>
              <a:avLst/>
              <a:gdLst/>
              <a:ahLst/>
              <a:cxnLst/>
              <a:rect l="l" t="t" r="r" b="b"/>
              <a:pathLst>
                <a:path w="6505" h="2724" extrusionOk="0">
                  <a:moveTo>
                    <a:pt x="1" y="0"/>
                  </a:moveTo>
                  <a:lnTo>
                    <a:pt x="130" y="2723"/>
                  </a:lnTo>
                  <a:lnTo>
                    <a:pt x="6397" y="2723"/>
                  </a:lnTo>
                  <a:lnTo>
                    <a:pt x="650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37">
              <a:extLst>
                <a:ext uri="{FF2B5EF4-FFF2-40B4-BE49-F238E27FC236}">
                  <a16:creationId xmlns:a16="http://schemas.microsoft.com/office/drawing/2014/main" id="{BE89419E-08D3-2CAE-B197-7634BE5C8629}"/>
                </a:ext>
              </a:extLst>
            </p:cNvPr>
            <p:cNvSpPr/>
            <p:nvPr/>
          </p:nvSpPr>
          <p:spPr>
            <a:xfrm>
              <a:off x="16825700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31" y="282"/>
                  </a:lnTo>
                  <a:lnTo>
                    <a:pt x="66" y="411"/>
                  </a:lnTo>
                  <a:lnTo>
                    <a:pt x="23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23" y="2486"/>
                  </a:lnTo>
                  <a:lnTo>
                    <a:pt x="66" y="2615"/>
                  </a:lnTo>
                  <a:lnTo>
                    <a:pt x="131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1" y="3026"/>
                  </a:lnTo>
                  <a:lnTo>
                    <a:pt x="822" y="3004"/>
                  </a:lnTo>
                  <a:lnTo>
                    <a:pt x="930" y="2961"/>
                  </a:lnTo>
                  <a:lnTo>
                    <a:pt x="1060" y="2918"/>
                  </a:lnTo>
                  <a:lnTo>
                    <a:pt x="1146" y="2831"/>
                  </a:lnTo>
                  <a:lnTo>
                    <a:pt x="1233" y="2723"/>
                  </a:lnTo>
                  <a:lnTo>
                    <a:pt x="1297" y="2615"/>
                  </a:lnTo>
                  <a:lnTo>
                    <a:pt x="1341" y="2486"/>
                  </a:lnTo>
                  <a:lnTo>
                    <a:pt x="1341" y="2356"/>
                  </a:lnTo>
                  <a:lnTo>
                    <a:pt x="1341" y="671"/>
                  </a:lnTo>
                  <a:lnTo>
                    <a:pt x="1341" y="519"/>
                  </a:lnTo>
                  <a:lnTo>
                    <a:pt x="1297" y="411"/>
                  </a:lnTo>
                  <a:lnTo>
                    <a:pt x="1233" y="282"/>
                  </a:lnTo>
                  <a:lnTo>
                    <a:pt x="1146" y="195"/>
                  </a:lnTo>
                  <a:lnTo>
                    <a:pt x="1060" y="109"/>
                  </a:lnTo>
                  <a:lnTo>
                    <a:pt x="930" y="44"/>
                  </a:lnTo>
                  <a:lnTo>
                    <a:pt x="8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37">
              <a:extLst>
                <a:ext uri="{FF2B5EF4-FFF2-40B4-BE49-F238E27FC236}">
                  <a16:creationId xmlns:a16="http://schemas.microsoft.com/office/drawing/2014/main" id="{7A010528-08E3-E5DE-1B40-5B8940782328}"/>
                </a:ext>
              </a:extLst>
            </p:cNvPr>
            <p:cNvSpPr/>
            <p:nvPr/>
          </p:nvSpPr>
          <p:spPr>
            <a:xfrm>
              <a:off x="1686352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19" y="1"/>
                  </a:moveTo>
                  <a:lnTo>
                    <a:pt x="411" y="44"/>
                  </a:lnTo>
                  <a:lnTo>
                    <a:pt x="281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44" y="411"/>
                  </a:lnTo>
                  <a:lnTo>
                    <a:pt x="0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0" y="2486"/>
                  </a:lnTo>
                  <a:lnTo>
                    <a:pt x="44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281" y="2918"/>
                  </a:lnTo>
                  <a:lnTo>
                    <a:pt x="411" y="2961"/>
                  </a:lnTo>
                  <a:lnTo>
                    <a:pt x="519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11" y="2723"/>
                  </a:lnTo>
                  <a:lnTo>
                    <a:pt x="1275" y="2615"/>
                  </a:lnTo>
                  <a:lnTo>
                    <a:pt x="1319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9" y="519"/>
                  </a:lnTo>
                  <a:lnTo>
                    <a:pt x="1275" y="411"/>
                  </a:lnTo>
                  <a:lnTo>
                    <a:pt x="1211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37">
              <a:extLst>
                <a:ext uri="{FF2B5EF4-FFF2-40B4-BE49-F238E27FC236}">
                  <a16:creationId xmlns:a16="http://schemas.microsoft.com/office/drawing/2014/main" id="{0DE80956-0B65-7B18-3063-9BF20414C031}"/>
                </a:ext>
              </a:extLst>
            </p:cNvPr>
            <p:cNvSpPr/>
            <p:nvPr/>
          </p:nvSpPr>
          <p:spPr>
            <a:xfrm>
              <a:off x="16900800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08" y="282"/>
                  </a:lnTo>
                  <a:lnTo>
                    <a:pt x="44" y="411"/>
                  </a:lnTo>
                  <a:lnTo>
                    <a:pt x="22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22" y="2486"/>
                  </a:lnTo>
                  <a:lnTo>
                    <a:pt x="44" y="2615"/>
                  </a:lnTo>
                  <a:lnTo>
                    <a:pt x="108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75" y="2615"/>
                  </a:lnTo>
                  <a:lnTo>
                    <a:pt x="1318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8" y="519"/>
                  </a:lnTo>
                  <a:lnTo>
                    <a:pt x="1275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37">
              <a:extLst>
                <a:ext uri="{FF2B5EF4-FFF2-40B4-BE49-F238E27FC236}">
                  <a16:creationId xmlns:a16="http://schemas.microsoft.com/office/drawing/2014/main" id="{B9248108-F52A-0955-5C0E-6E80368E1054}"/>
                </a:ext>
              </a:extLst>
            </p:cNvPr>
            <p:cNvSpPr/>
            <p:nvPr/>
          </p:nvSpPr>
          <p:spPr>
            <a:xfrm>
              <a:off x="16938075" y="3546925"/>
              <a:ext cx="33500" cy="75650"/>
            </a:xfrm>
            <a:custGeom>
              <a:avLst/>
              <a:gdLst/>
              <a:ahLst/>
              <a:cxnLst/>
              <a:rect l="l" t="t" r="r" b="b"/>
              <a:pathLst>
                <a:path w="1340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30" y="282"/>
                  </a:lnTo>
                  <a:lnTo>
                    <a:pt x="65" y="411"/>
                  </a:lnTo>
                  <a:lnTo>
                    <a:pt x="22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22" y="2486"/>
                  </a:lnTo>
                  <a:lnTo>
                    <a:pt x="65" y="2615"/>
                  </a:lnTo>
                  <a:lnTo>
                    <a:pt x="130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29" y="2961"/>
                  </a:lnTo>
                  <a:lnTo>
                    <a:pt x="1059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40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40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59" y="109"/>
                  </a:lnTo>
                  <a:lnTo>
                    <a:pt x="929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37">
              <a:extLst>
                <a:ext uri="{FF2B5EF4-FFF2-40B4-BE49-F238E27FC236}">
                  <a16:creationId xmlns:a16="http://schemas.microsoft.com/office/drawing/2014/main" id="{981247A9-B105-7603-713B-1DA703471EEA}"/>
                </a:ext>
              </a:extLst>
            </p:cNvPr>
            <p:cNvSpPr/>
            <p:nvPr/>
          </p:nvSpPr>
          <p:spPr>
            <a:xfrm>
              <a:off x="1697587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19" y="1"/>
                  </a:moveTo>
                  <a:lnTo>
                    <a:pt x="390" y="44"/>
                  </a:lnTo>
                  <a:lnTo>
                    <a:pt x="282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44" y="411"/>
                  </a:lnTo>
                  <a:lnTo>
                    <a:pt x="1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1" y="2486"/>
                  </a:lnTo>
                  <a:lnTo>
                    <a:pt x="44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282" y="2918"/>
                  </a:lnTo>
                  <a:lnTo>
                    <a:pt x="390" y="2961"/>
                  </a:lnTo>
                  <a:lnTo>
                    <a:pt x="519" y="3004"/>
                  </a:lnTo>
                  <a:lnTo>
                    <a:pt x="671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24" y="2831"/>
                  </a:lnTo>
                  <a:lnTo>
                    <a:pt x="1211" y="2723"/>
                  </a:lnTo>
                  <a:lnTo>
                    <a:pt x="1276" y="2615"/>
                  </a:lnTo>
                  <a:lnTo>
                    <a:pt x="1319" y="2486"/>
                  </a:lnTo>
                  <a:lnTo>
                    <a:pt x="1341" y="2356"/>
                  </a:lnTo>
                  <a:lnTo>
                    <a:pt x="1341" y="671"/>
                  </a:lnTo>
                  <a:lnTo>
                    <a:pt x="1319" y="519"/>
                  </a:lnTo>
                  <a:lnTo>
                    <a:pt x="1276" y="411"/>
                  </a:lnTo>
                  <a:lnTo>
                    <a:pt x="1211" y="282"/>
                  </a:lnTo>
                  <a:lnTo>
                    <a:pt x="1124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37">
              <a:extLst>
                <a:ext uri="{FF2B5EF4-FFF2-40B4-BE49-F238E27FC236}">
                  <a16:creationId xmlns:a16="http://schemas.microsoft.com/office/drawing/2014/main" id="{62E88797-EBA9-99CE-9EEB-E27FD79BFF03}"/>
                </a:ext>
              </a:extLst>
            </p:cNvPr>
            <p:cNvSpPr/>
            <p:nvPr/>
          </p:nvSpPr>
          <p:spPr>
            <a:xfrm>
              <a:off x="16826250" y="3508575"/>
              <a:ext cx="183150" cy="55675"/>
            </a:xfrm>
            <a:custGeom>
              <a:avLst/>
              <a:gdLst/>
              <a:ahLst/>
              <a:cxnLst/>
              <a:rect l="l" t="t" r="r" b="b"/>
              <a:pathLst>
                <a:path w="7326" h="2227" extrusionOk="0">
                  <a:moveTo>
                    <a:pt x="1" y="1"/>
                  </a:moveTo>
                  <a:lnTo>
                    <a:pt x="1" y="2226"/>
                  </a:lnTo>
                  <a:lnTo>
                    <a:pt x="7326" y="2226"/>
                  </a:lnTo>
                  <a:lnTo>
                    <a:pt x="732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37">
              <a:extLst>
                <a:ext uri="{FF2B5EF4-FFF2-40B4-BE49-F238E27FC236}">
                  <a16:creationId xmlns:a16="http://schemas.microsoft.com/office/drawing/2014/main" id="{660A0EAA-EED6-B3C8-5309-05A7E1C33F43}"/>
                </a:ext>
              </a:extLst>
            </p:cNvPr>
            <p:cNvSpPr/>
            <p:nvPr/>
          </p:nvSpPr>
          <p:spPr>
            <a:xfrm>
              <a:off x="16573450" y="2853325"/>
              <a:ext cx="20550" cy="21100"/>
            </a:xfrm>
            <a:custGeom>
              <a:avLst/>
              <a:gdLst/>
              <a:ahLst/>
              <a:cxnLst/>
              <a:rect l="l" t="t" r="r" b="b"/>
              <a:pathLst>
                <a:path w="822" h="844" extrusionOk="0">
                  <a:moveTo>
                    <a:pt x="432" y="1"/>
                  </a:moveTo>
                  <a:lnTo>
                    <a:pt x="346" y="22"/>
                  </a:lnTo>
                  <a:lnTo>
                    <a:pt x="260" y="44"/>
                  </a:lnTo>
                  <a:lnTo>
                    <a:pt x="195" y="87"/>
                  </a:lnTo>
                  <a:lnTo>
                    <a:pt x="130" y="130"/>
                  </a:lnTo>
                  <a:lnTo>
                    <a:pt x="65" y="195"/>
                  </a:lnTo>
                  <a:lnTo>
                    <a:pt x="22" y="260"/>
                  </a:lnTo>
                  <a:lnTo>
                    <a:pt x="0" y="346"/>
                  </a:lnTo>
                  <a:lnTo>
                    <a:pt x="0" y="454"/>
                  </a:lnTo>
                  <a:lnTo>
                    <a:pt x="0" y="584"/>
                  </a:lnTo>
                  <a:lnTo>
                    <a:pt x="43" y="670"/>
                  </a:lnTo>
                  <a:lnTo>
                    <a:pt x="108" y="757"/>
                  </a:lnTo>
                  <a:lnTo>
                    <a:pt x="195" y="800"/>
                  </a:lnTo>
                  <a:lnTo>
                    <a:pt x="303" y="843"/>
                  </a:lnTo>
                  <a:lnTo>
                    <a:pt x="411" y="843"/>
                  </a:lnTo>
                  <a:lnTo>
                    <a:pt x="519" y="822"/>
                  </a:lnTo>
                  <a:lnTo>
                    <a:pt x="605" y="778"/>
                  </a:lnTo>
                  <a:lnTo>
                    <a:pt x="692" y="714"/>
                  </a:lnTo>
                  <a:lnTo>
                    <a:pt x="757" y="627"/>
                  </a:lnTo>
                  <a:lnTo>
                    <a:pt x="800" y="519"/>
                  </a:lnTo>
                  <a:lnTo>
                    <a:pt x="821" y="411"/>
                  </a:lnTo>
                  <a:lnTo>
                    <a:pt x="821" y="303"/>
                  </a:lnTo>
                  <a:lnTo>
                    <a:pt x="800" y="217"/>
                  </a:lnTo>
                  <a:lnTo>
                    <a:pt x="735" y="130"/>
                  </a:lnTo>
                  <a:lnTo>
                    <a:pt x="670" y="65"/>
                  </a:lnTo>
                  <a:lnTo>
                    <a:pt x="562" y="22"/>
                  </a:lnTo>
                  <a:lnTo>
                    <a:pt x="43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37">
              <a:extLst>
                <a:ext uri="{FF2B5EF4-FFF2-40B4-BE49-F238E27FC236}">
                  <a16:creationId xmlns:a16="http://schemas.microsoft.com/office/drawing/2014/main" id="{4098198E-8B77-169E-1CBA-661EF3A1C45A}"/>
                </a:ext>
              </a:extLst>
            </p:cNvPr>
            <p:cNvSpPr/>
            <p:nvPr/>
          </p:nvSpPr>
          <p:spPr>
            <a:xfrm>
              <a:off x="1639572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extrusionOk="0">
                  <a:moveTo>
                    <a:pt x="1102" y="1"/>
                  </a:moveTo>
                  <a:lnTo>
                    <a:pt x="886" y="23"/>
                  </a:lnTo>
                  <a:lnTo>
                    <a:pt x="670" y="66"/>
                  </a:lnTo>
                  <a:lnTo>
                    <a:pt x="497" y="131"/>
                  </a:lnTo>
                  <a:lnTo>
                    <a:pt x="325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5" y="1362"/>
                  </a:lnTo>
                  <a:lnTo>
                    <a:pt x="497" y="1449"/>
                  </a:lnTo>
                  <a:lnTo>
                    <a:pt x="670" y="1535"/>
                  </a:lnTo>
                  <a:lnTo>
                    <a:pt x="886" y="1578"/>
                  </a:lnTo>
                  <a:lnTo>
                    <a:pt x="1102" y="1600"/>
                  </a:lnTo>
                  <a:lnTo>
                    <a:pt x="1340" y="1578"/>
                  </a:lnTo>
                  <a:lnTo>
                    <a:pt x="1535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40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40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35" y="66"/>
                  </a:lnTo>
                  <a:lnTo>
                    <a:pt x="1340" y="23"/>
                  </a:lnTo>
                  <a:lnTo>
                    <a:pt x="11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37">
              <a:extLst>
                <a:ext uri="{FF2B5EF4-FFF2-40B4-BE49-F238E27FC236}">
                  <a16:creationId xmlns:a16="http://schemas.microsoft.com/office/drawing/2014/main" id="{78448FC1-8D5B-EEA8-744B-C8A27C70D6D7}"/>
                </a:ext>
              </a:extLst>
            </p:cNvPr>
            <p:cNvSpPr/>
            <p:nvPr/>
          </p:nvSpPr>
          <p:spPr>
            <a:xfrm>
              <a:off x="1639572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fill="none" extrusionOk="0">
                  <a:moveTo>
                    <a:pt x="1102" y="1"/>
                  </a:moveTo>
                  <a:lnTo>
                    <a:pt x="1102" y="1"/>
                  </a:lnTo>
                  <a:lnTo>
                    <a:pt x="886" y="23"/>
                  </a:lnTo>
                  <a:lnTo>
                    <a:pt x="670" y="66"/>
                  </a:lnTo>
                  <a:lnTo>
                    <a:pt x="497" y="131"/>
                  </a:lnTo>
                  <a:lnTo>
                    <a:pt x="325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5" y="1362"/>
                  </a:lnTo>
                  <a:lnTo>
                    <a:pt x="497" y="1449"/>
                  </a:lnTo>
                  <a:lnTo>
                    <a:pt x="670" y="1535"/>
                  </a:lnTo>
                  <a:lnTo>
                    <a:pt x="886" y="1578"/>
                  </a:lnTo>
                  <a:lnTo>
                    <a:pt x="1102" y="1600"/>
                  </a:lnTo>
                  <a:lnTo>
                    <a:pt x="1102" y="1600"/>
                  </a:lnTo>
                  <a:lnTo>
                    <a:pt x="1340" y="1578"/>
                  </a:lnTo>
                  <a:lnTo>
                    <a:pt x="1535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40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40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35" y="66"/>
                  </a:lnTo>
                  <a:lnTo>
                    <a:pt x="1340" y="23"/>
                  </a:lnTo>
                  <a:lnTo>
                    <a:pt x="110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37">
              <a:extLst>
                <a:ext uri="{FF2B5EF4-FFF2-40B4-BE49-F238E27FC236}">
                  <a16:creationId xmlns:a16="http://schemas.microsoft.com/office/drawing/2014/main" id="{5A76614D-9E70-3EED-9F5C-B43E5F7EECBB}"/>
                </a:ext>
              </a:extLst>
            </p:cNvPr>
            <p:cNvSpPr/>
            <p:nvPr/>
          </p:nvSpPr>
          <p:spPr>
            <a:xfrm>
              <a:off x="1670417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extrusionOk="0">
                  <a:moveTo>
                    <a:pt x="1124" y="1"/>
                  </a:moveTo>
                  <a:lnTo>
                    <a:pt x="886" y="23"/>
                  </a:lnTo>
                  <a:lnTo>
                    <a:pt x="692" y="66"/>
                  </a:lnTo>
                  <a:lnTo>
                    <a:pt x="497" y="131"/>
                  </a:lnTo>
                  <a:lnTo>
                    <a:pt x="324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4" y="1362"/>
                  </a:lnTo>
                  <a:lnTo>
                    <a:pt x="497" y="1449"/>
                  </a:lnTo>
                  <a:lnTo>
                    <a:pt x="692" y="1535"/>
                  </a:lnTo>
                  <a:lnTo>
                    <a:pt x="886" y="1578"/>
                  </a:lnTo>
                  <a:lnTo>
                    <a:pt x="1124" y="1600"/>
                  </a:lnTo>
                  <a:lnTo>
                    <a:pt x="1340" y="1578"/>
                  </a:lnTo>
                  <a:lnTo>
                    <a:pt x="1556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39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39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56" y="66"/>
                  </a:lnTo>
                  <a:lnTo>
                    <a:pt x="1340" y="23"/>
                  </a:lnTo>
                  <a:lnTo>
                    <a:pt x="11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37">
              <a:extLst>
                <a:ext uri="{FF2B5EF4-FFF2-40B4-BE49-F238E27FC236}">
                  <a16:creationId xmlns:a16="http://schemas.microsoft.com/office/drawing/2014/main" id="{611C9307-7DBD-80B4-86F2-FDA764BE8901}"/>
                </a:ext>
              </a:extLst>
            </p:cNvPr>
            <p:cNvSpPr/>
            <p:nvPr/>
          </p:nvSpPr>
          <p:spPr>
            <a:xfrm>
              <a:off x="1670417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fill="none" extrusionOk="0">
                  <a:moveTo>
                    <a:pt x="1124" y="1"/>
                  </a:moveTo>
                  <a:lnTo>
                    <a:pt x="1124" y="1"/>
                  </a:lnTo>
                  <a:lnTo>
                    <a:pt x="886" y="23"/>
                  </a:lnTo>
                  <a:lnTo>
                    <a:pt x="692" y="66"/>
                  </a:lnTo>
                  <a:lnTo>
                    <a:pt x="497" y="131"/>
                  </a:lnTo>
                  <a:lnTo>
                    <a:pt x="324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4" y="1362"/>
                  </a:lnTo>
                  <a:lnTo>
                    <a:pt x="497" y="1449"/>
                  </a:lnTo>
                  <a:lnTo>
                    <a:pt x="692" y="1535"/>
                  </a:lnTo>
                  <a:lnTo>
                    <a:pt x="886" y="1578"/>
                  </a:lnTo>
                  <a:lnTo>
                    <a:pt x="1124" y="1600"/>
                  </a:lnTo>
                  <a:lnTo>
                    <a:pt x="1124" y="1600"/>
                  </a:lnTo>
                  <a:lnTo>
                    <a:pt x="1340" y="1578"/>
                  </a:lnTo>
                  <a:lnTo>
                    <a:pt x="1556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39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39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56" y="66"/>
                  </a:lnTo>
                  <a:lnTo>
                    <a:pt x="1340" y="23"/>
                  </a:lnTo>
                  <a:lnTo>
                    <a:pt x="112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7798" name="Grafika 7797" descr="User outline">
            <a:extLst>
              <a:ext uri="{FF2B5EF4-FFF2-40B4-BE49-F238E27FC236}">
                <a16:creationId xmlns:a16="http://schemas.microsoft.com/office/drawing/2014/main" id="{FB4FD3C8-F5E7-412A-2F3F-00C4AF9A9BA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529327" y="851776"/>
            <a:ext cx="900000" cy="900000"/>
          </a:xfrm>
          <a:prstGeom prst="rect">
            <a:avLst/>
          </a:prstGeom>
        </p:spPr>
      </p:pic>
      <p:sp>
        <p:nvSpPr>
          <p:cNvPr id="7554" name="Google Shape;7576;p37">
            <a:extLst>
              <a:ext uri="{FF2B5EF4-FFF2-40B4-BE49-F238E27FC236}">
                <a16:creationId xmlns:a16="http://schemas.microsoft.com/office/drawing/2014/main" id="{976AF3B0-7AA1-80CC-A791-9058A66EBB26}"/>
              </a:ext>
            </a:extLst>
          </p:cNvPr>
          <p:cNvSpPr/>
          <p:nvPr/>
        </p:nvSpPr>
        <p:spPr>
          <a:xfrm>
            <a:off x="1439327" y="2738169"/>
            <a:ext cx="1080000" cy="10800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55" name="Google Shape;7587;p37">
            <a:extLst>
              <a:ext uri="{FF2B5EF4-FFF2-40B4-BE49-F238E27FC236}">
                <a16:creationId xmlns:a16="http://schemas.microsoft.com/office/drawing/2014/main" id="{25DCBB52-E64C-F6EB-8DA1-1CB6B716990D}"/>
              </a:ext>
            </a:extLst>
          </p:cNvPr>
          <p:cNvSpPr txBox="1">
            <a:spLocks/>
          </p:cNvSpPr>
          <p:nvPr/>
        </p:nvSpPr>
        <p:spPr>
          <a:xfrm>
            <a:off x="1074777" y="4144700"/>
            <a:ext cx="1809097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500"/>
              <a:buFont typeface="BioRhyme"/>
              <a:buNone/>
              <a:defRPr sz="2500" b="0" i="0" u="none" strike="noStrike" cap="none">
                <a:solidFill>
                  <a:schemeClr val="dk1"/>
                </a:solidFill>
                <a:latin typeface="BioRhyme"/>
                <a:ea typeface="BioRhyme"/>
                <a:cs typeface="BioRhyme"/>
                <a:sym typeface="BioRhym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000" dirty="0" err="1"/>
              <a:t>stvaranje</a:t>
            </a:r>
            <a:r>
              <a:rPr lang="en-US" sz="2000" dirty="0"/>
              <a:t> </a:t>
            </a:r>
            <a:r>
              <a:rPr lang="en-US" sz="2000" dirty="0" err="1"/>
              <a:t>i</a:t>
            </a:r>
            <a:r>
              <a:rPr lang="en-US" sz="2000" dirty="0"/>
              <a:t> </a:t>
            </a:r>
            <a:r>
              <a:rPr lang="en-US" sz="2000" dirty="0" err="1"/>
              <a:t>održavanje</a:t>
            </a:r>
            <a:r>
              <a:rPr lang="en-US" sz="2000" dirty="0"/>
              <a:t> </a:t>
            </a:r>
            <a:r>
              <a:rPr lang="en-US" sz="2000" dirty="0" err="1"/>
              <a:t>oglasa</a:t>
            </a:r>
            <a:endParaRPr lang="en-US" sz="2000" dirty="0"/>
          </a:p>
        </p:txBody>
      </p:sp>
      <p:sp>
        <p:nvSpPr>
          <p:cNvPr id="7557" name="Google Shape;7576;p37">
            <a:extLst>
              <a:ext uri="{FF2B5EF4-FFF2-40B4-BE49-F238E27FC236}">
                <a16:creationId xmlns:a16="http://schemas.microsoft.com/office/drawing/2014/main" id="{46F388A3-CD7E-511B-26DD-78F82AB359AC}"/>
              </a:ext>
            </a:extLst>
          </p:cNvPr>
          <p:cNvSpPr/>
          <p:nvPr/>
        </p:nvSpPr>
        <p:spPr>
          <a:xfrm>
            <a:off x="3340804" y="2729018"/>
            <a:ext cx="1080000" cy="10800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58" name="Google Shape;7587;p37">
            <a:extLst>
              <a:ext uri="{FF2B5EF4-FFF2-40B4-BE49-F238E27FC236}">
                <a16:creationId xmlns:a16="http://schemas.microsoft.com/office/drawing/2014/main" id="{40A14F32-4227-B6E9-88EB-E96FDE7F8AC7}"/>
              </a:ext>
            </a:extLst>
          </p:cNvPr>
          <p:cNvSpPr txBox="1">
            <a:spLocks/>
          </p:cNvSpPr>
          <p:nvPr/>
        </p:nvSpPr>
        <p:spPr>
          <a:xfrm>
            <a:off x="2976254" y="4135549"/>
            <a:ext cx="1809097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500"/>
              <a:buFont typeface="BioRhyme"/>
              <a:buNone/>
              <a:defRPr sz="2500" b="0" i="0" u="none" strike="noStrike" cap="none">
                <a:solidFill>
                  <a:schemeClr val="dk1"/>
                </a:solidFill>
                <a:latin typeface="BioRhyme"/>
                <a:ea typeface="BioRhyme"/>
                <a:cs typeface="BioRhyme"/>
                <a:sym typeface="BioRhym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000" dirty="0" err="1"/>
              <a:t>stvaranje</a:t>
            </a:r>
            <a:r>
              <a:rPr lang="en-US" sz="2000" dirty="0"/>
              <a:t> </a:t>
            </a:r>
            <a:r>
              <a:rPr lang="en-US" sz="2000" dirty="0" err="1"/>
              <a:t>i</a:t>
            </a:r>
            <a:r>
              <a:rPr lang="en-US" sz="2000" dirty="0"/>
              <a:t> </a:t>
            </a:r>
            <a:r>
              <a:rPr lang="en-US" sz="2000" dirty="0" err="1"/>
              <a:t>održavanje</a:t>
            </a:r>
            <a:r>
              <a:rPr lang="en-US" sz="2000" dirty="0"/>
              <a:t> </a:t>
            </a:r>
            <a:r>
              <a:rPr lang="en-US" sz="2000" dirty="0" err="1"/>
              <a:t>kampanja</a:t>
            </a:r>
            <a:endParaRPr lang="en-US" sz="2000" dirty="0"/>
          </a:p>
        </p:txBody>
      </p:sp>
      <p:sp>
        <p:nvSpPr>
          <p:cNvPr id="7561" name="Google Shape;7587;p37">
            <a:extLst>
              <a:ext uri="{FF2B5EF4-FFF2-40B4-BE49-F238E27FC236}">
                <a16:creationId xmlns:a16="http://schemas.microsoft.com/office/drawing/2014/main" id="{EE9D4522-5BCB-ACFE-AC0B-EDFA1F4C327B}"/>
              </a:ext>
            </a:extLst>
          </p:cNvPr>
          <p:cNvSpPr txBox="1">
            <a:spLocks/>
          </p:cNvSpPr>
          <p:nvPr/>
        </p:nvSpPr>
        <p:spPr>
          <a:xfrm>
            <a:off x="2998173" y="2048782"/>
            <a:ext cx="1809097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500"/>
              <a:buFont typeface="BioRhyme"/>
              <a:buNone/>
              <a:defRPr sz="2500" b="0" i="0" u="none" strike="noStrike" cap="none">
                <a:solidFill>
                  <a:schemeClr val="dk1"/>
                </a:solidFill>
                <a:latin typeface="BioRhyme"/>
                <a:ea typeface="BioRhyme"/>
                <a:cs typeface="BioRhyme"/>
                <a:sym typeface="BioRhym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000" dirty="0"/>
              <a:t>chat</a:t>
            </a:r>
          </a:p>
        </p:txBody>
      </p:sp>
      <p:sp>
        <p:nvSpPr>
          <p:cNvPr id="7563" name="Google Shape;7576;p37">
            <a:extLst>
              <a:ext uri="{FF2B5EF4-FFF2-40B4-BE49-F238E27FC236}">
                <a16:creationId xmlns:a16="http://schemas.microsoft.com/office/drawing/2014/main" id="{652803B5-9457-1CFF-1D00-AC00F7F84F24}"/>
              </a:ext>
            </a:extLst>
          </p:cNvPr>
          <p:cNvSpPr/>
          <p:nvPr/>
        </p:nvSpPr>
        <p:spPr>
          <a:xfrm>
            <a:off x="3340802" y="761776"/>
            <a:ext cx="1080000" cy="10800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66" name="Google Shape;7587;p37">
            <a:extLst>
              <a:ext uri="{FF2B5EF4-FFF2-40B4-BE49-F238E27FC236}">
                <a16:creationId xmlns:a16="http://schemas.microsoft.com/office/drawing/2014/main" id="{02678894-D2B4-E67E-20D9-E086F2F1C060}"/>
              </a:ext>
            </a:extLst>
          </p:cNvPr>
          <p:cNvSpPr txBox="1">
            <a:spLocks/>
          </p:cNvSpPr>
          <p:nvPr/>
        </p:nvSpPr>
        <p:spPr>
          <a:xfrm>
            <a:off x="4785351" y="2048782"/>
            <a:ext cx="1809097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500"/>
              <a:buFont typeface="BioRhyme"/>
              <a:buNone/>
              <a:defRPr sz="2500" b="0" i="0" u="none" strike="noStrike" cap="none">
                <a:solidFill>
                  <a:schemeClr val="dk1"/>
                </a:solidFill>
                <a:latin typeface="BioRhyme"/>
                <a:ea typeface="BioRhyme"/>
                <a:cs typeface="BioRhyme"/>
                <a:sym typeface="BioRhym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000" dirty="0" err="1"/>
              <a:t>plaćanje</a:t>
            </a:r>
            <a:r>
              <a:rPr lang="en-US" sz="2000" dirty="0"/>
              <a:t> </a:t>
            </a:r>
            <a:r>
              <a:rPr lang="en-US" sz="2000" dirty="0" err="1"/>
              <a:t>dostave</a:t>
            </a:r>
            <a:endParaRPr lang="en-US" sz="2000" dirty="0"/>
          </a:p>
        </p:txBody>
      </p:sp>
      <p:sp>
        <p:nvSpPr>
          <p:cNvPr id="7567" name="Google Shape;7576;p37">
            <a:extLst>
              <a:ext uri="{FF2B5EF4-FFF2-40B4-BE49-F238E27FC236}">
                <a16:creationId xmlns:a16="http://schemas.microsoft.com/office/drawing/2014/main" id="{A6E0E0F4-4006-DEAB-C7E5-C167249BC23D}"/>
              </a:ext>
            </a:extLst>
          </p:cNvPr>
          <p:cNvSpPr/>
          <p:nvPr/>
        </p:nvSpPr>
        <p:spPr>
          <a:xfrm>
            <a:off x="5127980" y="761776"/>
            <a:ext cx="1080000" cy="10800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68" name="Google Shape;7576;p37">
            <a:extLst>
              <a:ext uri="{FF2B5EF4-FFF2-40B4-BE49-F238E27FC236}">
                <a16:creationId xmlns:a16="http://schemas.microsoft.com/office/drawing/2014/main" id="{39319CF2-3D99-6F3D-13CC-2F7E26CA7E4C}"/>
              </a:ext>
            </a:extLst>
          </p:cNvPr>
          <p:cNvSpPr/>
          <p:nvPr/>
        </p:nvSpPr>
        <p:spPr>
          <a:xfrm>
            <a:off x="7164673" y="671776"/>
            <a:ext cx="1080000" cy="10800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69" name="Google Shape;7587;p37">
            <a:extLst>
              <a:ext uri="{FF2B5EF4-FFF2-40B4-BE49-F238E27FC236}">
                <a16:creationId xmlns:a16="http://schemas.microsoft.com/office/drawing/2014/main" id="{33E3A2F0-5AA4-461E-E8DB-A5A78433C641}"/>
              </a:ext>
            </a:extLst>
          </p:cNvPr>
          <p:cNvSpPr txBox="1">
            <a:spLocks/>
          </p:cNvSpPr>
          <p:nvPr/>
        </p:nvSpPr>
        <p:spPr>
          <a:xfrm>
            <a:off x="6832870" y="1859631"/>
            <a:ext cx="1649879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500"/>
              <a:buFont typeface="BioRhyme"/>
              <a:buNone/>
              <a:defRPr sz="2500" b="0" i="0" u="none" strike="noStrike" cap="none">
                <a:solidFill>
                  <a:schemeClr val="dk1"/>
                </a:solidFill>
                <a:latin typeface="BioRhyme"/>
                <a:ea typeface="BioRhyme"/>
                <a:cs typeface="BioRhyme"/>
                <a:sym typeface="BioRhym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000"/>
              <a:t>recenzije</a:t>
            </a:r>
            <a:endParaRPr lang="en-US" sz="2000" dirty="0"/>
          </a:p>
        </p:txBody>
      </p:sp>
      <p:sp>
        <p:nvSpPr>
          <p:cNvPr id="7570" name="Google Shape;7576;p37">
            <a:extLst>
              <a:ext uri="{FF2B5EF4-FFF2-40B4-BE49-F238E27FC236}">
                <a16:creationId xmlns:a16="http://schemas.microsoft.com/office/drawing/2014/main" id="{40CADD2D-3B65-F4A9-3A30-9303E4DD7EB3}"/>
              </a:ext>
            </a:extLst>
          </p:cNvPr>
          <p:cNvSpPr/>
          <p:nvPr/>
        </p:nvSpPr>
        <p:spPr>
          <a:xfrm>
            <a:off x="5127980" y="2735842"/>
            <a:ext cx="1080000" cy="10800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08" name="Google Shape;7587;p37">
            <a:extLst>
              <a:ext uri="{FF2B5EF4-FFF2-40B4-BE49-F238E27FC236}">
                <a16:creationId xmlns:a16="http://schemas.microsoft.com/office/drawing/2014/main" id="{77030559-603B-7587-6AB9-F476FBFA21D7}"/>
              </a:ext>
            </a:extLst>
          </p:cNvPr>
          <p:cNvSpPr txBox="1">
            <a:spLocks/>
          </p:cNvSpPr>
          <p:nvPr/>
        </p:nvSpPr>
        <p:spPr>
          <a:xfrm>
            <a:off x="4877731" y="4144700"/>
            <a:ext cx="1649879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500"/>
              <a:buFont typeface="BioRhyme"/>
              <a:buNone/>
              <a:defRPr sz="2500" b="0" i="0" u="none" strike="noStrike" cap="none">
                <a:solidFill>
                  <a:schemeClr val="dk1"/>
                </a:solidFill>
                <a:latin typeface="BioRhyme"/>
                <a:ea typeface="BioRhyme"/>
                <a:cs typeface="BioRhyme"/>
                <a:sym typeface="BioRhym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000" dirty="0" err="1"/>
              <a:t>zahtjevi</a:t>
            </a:r>
            <a:r>
              <a:rPr lang="en-US" sz="2000" dirty="0"/>
              <a:t> za </a:t>
            </a:r>
            <a:r>
              <a:rPr lang="en-US" sz="2000" dirty="0" err="1"/>
              <a:t>donaciju</a:t>
            </a:r>
            <a:endParaRPr lang="en-US" sz="2000" dirty="0"/>
          </a:p>
        </p:txBody>
      </p:sp>
      <p:pic>
        <p:nvPicPr>
          <p:cNvPr id="7809" name="Grafika 7808" descr="Checkmark with solid fill">
            <a:extLst>
              <a:ext uri="{FF2B5EF4-FFF2-40B4-BE49-F238E27FC236}">
                <a16:creationId xmlns:a16="http://schemas.microsoft.com/office/drawing/2014/main" id="{1D4B1631-0D15-6026-FA23-18DA6769A84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173040" y="2818642"/>
            <a:ext cx="914400" cy="914400"/>
          </a:xfrm>
          <a:prstGeom prst="rect">
            <a:avLst/>
          </a:prstGeom>
        </p:spPr>
      </p:pic>
      <p:pic>
        <p:nvPicPr>
          <p:cNvPr id="7810" name="Grafika 7809" descr="Rating Star with solid fill">
            <a:extLst>
              <a:ext uri="{FF2B5EF4-FFF2-40B4-BE49-F238E27FC236}">
                <a16:creationId xmlns:a16="http://schemas.microsoft.com/office/drawing/2014/main" id="{0DD3B4FA-A10C-CD76-F370-F2508BE0C6ED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7247473" y="753155"/>
            <a:ext cx="914400" cy="914400"/>
          </a:xfrm>
          <a:prstGeom prst="rect">
            <a:avLst/>
          </a:prstGeom>
        </p:spPr>
      </p:pic>
      <p:pic>
        <p:nvPicPr>
          <p:cNvPr id="7812" name="Grafika 7811" descr="Cycle with people outline">
            <a:extLst>
              <a:ext uri="{FF2B5EF4-FFF2-40B4-BE49-F238E27FC236}">
                <a16:creationId xmlns:a16="http://schemas.microsoft.com/office/drawing/2014/main" id="{9A644B3F-95CD-4E3D-BA3C-5AAEBB49125F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3423602" y="2791107"/>
            <a:ext cx="914400" cy="914400"/>
          </a:xfrm>
          <a:prstGeom prst="rect">
            <a:avLst/>
          </a:prstGeom>
        </p:spPr>
      </p:pic>
      <p:pic>
        <p:nvPicPr>
          <p:cNvPr id="7814" name="Grafika 7813" descr="Box outline">
            <a:extLst>
              <a:ext uri="{FF2B5EF4-FFF2-40B4-BE49-F238E27FC236}">
                <a16:creationId xmlns:a16="http://schemas.microsoft.com/office/drawing/2014/main" id="{78346D96-5C7F-9ADD-0A48-1FAF15EF1EE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5210780" y="866993"/>
            <a:ext cx="914400" cy="914400"/>
          </a:xfrm>
          <a:prstGeom prst="rect">
            <a:avLst/>
          </a:prstGeom>
        </p:spPr>
      </p:pic>
      <p:pic>
        <p:nvPicPr>
          <p:cNvPr id="7816" name="Grafika 7815" descr="Store outline">
            <a:extLst>
              <a:ext uri="{FF2B5EF4-FFF2-40B4-BE49-F238E27FC236}">
                <a16:creationId xmlns:a16="http://schemas.microsoft.com/office/drawing/2014/main" id="{3854B0B6-769D-762F-5EAC-1D200AF5A1A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529327" y="2811818"/>
            <a:ext cx="914400" cy="914400"/>
          </a:xfrm>
          <a:prstGeom prst="rect">
            <a:avLst/>
          </a:prstGeom>
        </p:spPr>
      </p:pic>
      <p:pic>
        <p:nvPicPr>
          <p:cNvPr id="7818" name="Grafika 7817" descr="Chat outline">
            <a:extLst>
              <a:ext uri="{FF2B5EF4-FFF2-40B4-BE49-F238E27FC236}">
                <a16:creationId xmlns:a16="http://schemas.microsoft.com/office/drawing/2014/main" id="{C89B2B07-C437-7CC3-2559-D9BCF212D4CB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3445521" y="876158"/>
            <a:ext cx="914400" cy="914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056428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570">
          <a:extLst>
            <a:ext uri="{FF2B5EF4-FFF2-40B4-BE49-F238E27FC236}">
              <a16:creationId xmlns:a16="http://schemas.microsoft.com/office/drawing/2014/main" id="{D99893D5-DD8D-D67A-F743-3D833C16B9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80" name="Google Shape;7580;p37">
            <a:extLst>
              <a:ext uri="{FF2B5EF4-FFF2-40B4-BE49-F238E27FC236}">
                <a16:creationId xmlns:a16="http://schemas.microsoft.com/office/drawing/2014/main" id="{11E1E129-BCDF-5605-ECE2-650145466781}"/>
              </a:ext>
            </a:extLst>
          </p:cNvPr>
          <p:cNvSpPr txBox="1">
            <a:spLocks noGrp="1"/>
          </p:cNvSpPr>
          <p:nvPr>
            <p:ph type="title" idx="15"/>
          </p:nvPr>
        </p:nvSpPr>
        <p:spPr>
          <a:xfrm>
            <a:off x="781525" y="2415588"/>
            <a:ext cx="77040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 err="1">
                <a:solidFill>
                  <a:schemeClr val="tx2"/>
                </a:solidFill>
              </a:rPr>
              <a:t>Visokorazinski</a:t>
            </a:r>
            <a:r>
              <a:rPr lang="en-US" dirty="0">
                <a:solidFill>
                  <a:schemeClr val="tx2"/>
                </a:solidFill>
              </a:rPr>
              <a:t> UC </a:t>
            </a:r>
            <a:r>
              <a:rPr lang="en-US" dirty="0" err="1">
                <a:solidFill>
                  <a:schemeClr val="tx2"/>
                </a:solidFill>
              </a:rPr>
              <a:t>dijagram</a:t>
            </a:r>
            <a:endParaRPr dirty="0">
              <a:solidFill>
                <a:schemeClr val="tx2"/>
              </a:solidFill>
            </a:endParaRPr>
          </a:p>
        </p:txBody>
      </p:sp>
      <p:grpSp>
        <p:nvGrpSpPr>
          <p:cNvPr id="7675" name="Google Shape;7675;p37">
            <a:extLst>
              <a:ext uri="{FF2B5EF4-FFF2-40B4-BE49-F238E27FC236}">
                <a16:creationId xmlns:a16="http://schemas.microsoft.com/office/drawing/2014/main" id="{3CBFDB54-6A37-E6B4-5AC0-108DF7174BAB}"/>
              </a:ext>
            </a:extLst>
          </p:cNvPr>
          <p:cNvGrpSpPr/>
          <p:nvPr/>
        </p:nvGrpSpPr>
        <p:grpSpPr>
          <a:xfrm>
            <a:off x="-76200" y="2538725"/>
            <a:ext cx="908400" cy="2505550"/>
            <a:chOff x="16129525" y="2597825"/>
            <a:chExt cx="908400" cy="2505550"/>
          </a:xfrm>
        </p:grpSpPr>
        <p:sp>
          <p:nvSpPr>
            <p:cNvPr id="7676" name="Google Shape;7676;p37">
              <a:extLst>
                <a:ext uri="{FF2B5EF4-FFF2-40B4-BE49-F238E27FC236}">
                  <a16:creationId xmlns:a16="http://schemas.microsoft.com/office/drawing/2014/main" id="{E440DBB5-44A9-6977-EDC3-DE93C6F0C117}"/>
                </a:ext>
              </a:extLst>
            </p:cNvPr>
            <p:cNvSpPr/>
            <p:nvPr/>
          </p:nvSpPr>
          <p:spPr>
            <a:xfrm>
              <a:off x="16129525" y="4968075"/>
              <a:ext cx="908400" cy="1353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37">
              <a:extLst>
                <a:ext uri="{FF2B5EF4-FFF2-40B4-BE49-F238E27FC236}">
                  <a16:creationId xmlns:a16="http://schemas.microsoft.com/office/drawing/2014/main" id="{1DFD2548-A6D2-9749-C781-61C41D140373}"/>
                </a:ext>
              </a:extLst>
            </p:cNvPr>
            <p:cNvSpPr/>
            <p:nvPr/>
          </p:nvSpPr>
          <p:spPr>
            <a:xfrm>
              <a:off x="16140225" y="3564750"/>
              <a:ext cx="180425" cy="696325"/>
            </a:xfrm>
            <a:custGeom>
              <a:avLst/>
              <a:gdLst/>
              <a:ahLst/>
              <a:cxnLst/>
              <a:rect l="l" t="t" r="r" b="b"/>
              <a:pathLst>
                <a:path w="7217" h="27853" extrusionOk="0">
                  <a:moveTo>
                    <a:pt x="0" y="1"/>
                  </a:moveTo>
                  <a:lnTo>
                    <a:pt x="130" y="3112"/>
                  </a:lnTo>
                  <a:lnTo>
                    <a:pt x="216" y="6526"/>
                  </a:lnTo>
                  <a:lnTo>
                    <a:pt x="367" y="13916"/>
                  </a:lnTo>
                  <a:lnTo>
                    <a:pt x="540" y="21306"/>
                  </a:lnTo>
                  <a:lnTo>
                    <a:pt x="627" y="24741"/>
                  </a:lnTo>
                  <a:lnTo>
                    <a:pt x="756" y="27853"/>
                  </a:lnTo>
                  <a:lnTo>
                    <a:pt x="6180" y="27853"/>
                  </a:lnTo>
                  <a:lnTo>
                    <a:pt x="6309" y="24741"/>
                  </a:lnTo>
                  <a:lnTo>
                    <a:pt x="6439" y="21306"/>
                  </a:lnTo>
                  <a:lnTo>
                    <a:pt x="6698" y="13916"/>
                  </a:lnTo>
                  <a:lnTo>
                    <a:pt x="6958" y="6526"/>
                  </a:lnTo>
                  <a:lnTo>
                    <a:pt x="7087" y="3112"/>
                  </a:lnTo>
                  <a:lnTo>
                    <a:pt x="72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37">
              <a:extLst>
                <a:ext uri="{FF2B5EF4-FFF2-40B4-BE49-F238E27FC236}">
                  <a16:creationId xmlns:a16="http://schemas.microsoft.com/office/drawing/2014/main" id="{031A0A27-36C1-3E5A-9ECC-F7299DC0CFB7}"/>
                </a:ext>
              </a:extLst>
            </p:cNvPr>
            <p:cNvSpPr/>
            <p:nvPr/>
          </p:nvSpPr>
          <p:spPr>
            <a:xfrm>
              <a:off x="16824625" y="3564750"/>
              <a:ext cx="180450" cy="696325"/>
            </a:xfrm>
            <a:custGeom>
              <a:avLst/>
              <a:gdLst/>
              <a:ahLst/>
              <a:cxnLst/>
              <a:rect l="l" t="t" r="r" b="b"/>
              <a:pathLst>
                <a:path w="7218" h="27853" extrusionOk="0">
                  <a:moveTo>
                    <a:pt x="1" y="1"/>
                  </a:moveTo>
                  <a:lnTo>
                    <a:pt x="130" y="3112"/>
                  </a:lnTo>
                  <a:lnTo>
                    <a:pt x="260" y="6526"/>
                  </a:lnTo>
                  <a:lnTo>
                    <a:pt x="519" y="13916"/>
                  </a:lnTo>
                  <a:lnTo>
                    <a:pt x="779" y="21306"/>
                  </a:lnTo>
                  <a:lnTo>
                    <a:pt x="908" y="24741"/>
                  </a:lnTo>
                  <a:lnTo>
                    <a:pt x="1038" y="27853"/>
                  </a:lnTo>
                  <a:lnTo>
                    <a:pt x="6483" y="27853"/>
                  </a:lnTo>
                  <a:lnTo>
                    <a:pt x="6591" y="24741"/>
                  </a:lnTo>
                  <a:lnTo>
                    <a:pt x="6699" y="21306"/>
                  </a:lnTo>
                  <a:lnTo>
                    <a:pt x="6850" y="13916"/>
                  </a:lnTo>
                  <a:lnTo>
                    <a:pt x="7002" y="6526"/>
                  </a:lnTo>
                  <a:lnTo>
                    <a:pt x="7110" y="3112"/>
                  </a:lnTo>
                  <a:lnTo>
                    <a:pt x="7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37">
              <a:extLst>
                <a:ext uri="{FF2B5EF4-FFF2-40B4-BE49-F238E27FC236}">
                  <a16:creationId xmlns:a16="http://schemas.microsoft.com/office/drawing/2014/main" id="{366C78DC-BB9B-3923-5DA3-1FC01B7280AE}"/>
                </a:ext>
              </a:extLst>
            </p:cNvPr>
            <p:cNvSpPr/>
            <p:nvPr/>
          </p:nvSpPr>
          <p:spPr>
            <a:xfrm>
              <a:off x="16228275" y="3067250"/>
              <a:ext cx="244725" cy="485100"/>
            </a:xfrm>
            <a:custGeom>
              <a:avLst/>
              <a:gdLst/>
              <a:ahLst/>
              <a:cxnLst/>
              <a:rect l="l" t="t" r="r" b="b"/>
              <a:pathLst>
                <a:path w="9789" h="19404" extrusionOk="0">
                  <a:moveTo>
                    <a:pt x="6331" y="0"/>
                  </a:moveTo>
                  <a:lnTo>
                    <a:pt x="6201" y="22"/>
                  </a:lnTo>
                  <a:lnTo>
                    <a:pt x="6072" y="65"/>
                  </a:lnTo>
                  <a:lnTo>
                    <a:pt x="5942" y="108"/>
                  </a:lnTo>
                  <a:lnTo>
                    <a:pt x="5812" y="173"/>
                  </a:lnTo>
                  <a:lnTo>
                    <a:pt x="5683" y="259"/>
                  </a:lnTo>
                  <a:lnTo>
                    <a:pt x="5553" y="346"/>
                  </a:lnTo>
                  <a:lnTo>
                    <a:pt x="5316" y="584"/>
                  </a:lnTo>
                  <a:lnTo>
                    <a:pt x="5078" y="864"/>
                  </a:lnTo>
                  <a:lnTo>
                    <a:pt x="4840" y="1189"/>
                  </a:lnTo>
                  <a:lnTo>
                    <a:pt x="4624" y="1556"/>
                  </a:lnTo>
                  <a:lnTo>
                    <a:pt x="4430" y="1966"/>
                  </a:lnTo>
                  <a:lnTo>
                    <a:pt x="4235" y="2399"/>
                  </a:lnTo>
                  <a:lnTo>
                    <a:pt x="4062" y="2874"/>
                  </a:lnTo>
                  <a:lnTo>
                    <a:pt x="3911" y="3349"/>
                  </a:lnTo>
                  <a:lnTo>
                    <a:pt x="3760" y="3868"/>
                  </a:lnTo>
                  <a:lnTo>
                    <a:pt x="3652" y="4387"/>
                  </a:lnTo>
                  <a:lnTo>
                    <a:pt x="3544" y="4905"/>
                  </a:lnTo>
                  <a:lnTo>
                    <a:pt x="3457" y="5424"/>
                  </a:lnTo>
                  <a:lnTo>
                    <a:pt x="3392" y="5964"/>
                  </a:lnTo>
                  <a:lnTo>
                    <a:pt x="3349" y="6223"/>
                  </a:lnTo>
                  <a:lnTo>
                    <a:pt x="3284" y="6526"/>
                  </a:lnTo>
                  <a:lnTo>
                    <a:pt x="3220" y="6828"/>
                  </a:lnTo>
                  <a:lnTo>
                    <a:pt x="3112" y="7152"/>
                  </a:lnTo>
                  <a:lnTo>
                    <a:pt x="2874" y="7822"/>
                  </a:lnTo>
                  <a:lnTo>
                    <a:pt x="2571" y="8535"/>
                  </a:lnTo>
                  <a:lnTo>
                    <a:pt x="1902" y="10091"/>
                  </a:lnTo>
                  <a:lnTo>
                    <a:pt x="1188" y="11711"/>
                  </a:lnTo>
                  <a:lnTo>
                    <a:pt x="864" y="12533"/>
                  </a:lnTo>
                  <a:lnTo>
                    <a:pt x="562" y="13354"/>
                  </a:lnTo>
                  <a:lnTo>
                    <a:pt x="324" y="14153"/>
                  </a:lnTo>
                  <a:lnTo>
                    <a:pt x="216" y="14542"/>
                  </a:lnTo>
                  <a:lnTo>
                    <a:pt x="130" y="14909"/>
                  </a:lnTo>
                  <a:lnTo>
                    <a:pt x="65" y="15298"/>
                  </a:lnTo>
                  <a:lnTo>
                    <a:pt x="22" y="15644"/>
                  </a:lnTo>
                  <a:lnTo>
                    <a:pt x="0" y="16011"/>
                  </a:lnTo>
                  <a:lnTo>
                    <a:pt x="0" y="16357"/>
                  </a:lnTo>
                  <a:lnTo>
                    <a:pt x="43" y="16681"/>
                  </a:lnTo>
                  <a:lnTo>
                    <a:pt x="87" y="17005"/>
                  </a:lnTo>
                  <a:lnTo>
                    <a:pt x="173" y="17286"/>
                  </a:lnTo>
                  <a:lnTo>
                    <a:pt x="303" y="17589"/>
                  </a:lnTo>
                  <a:lnTo>
                    <a:pt x="454" y="17848"/>
                  </a:lnTo>
                  <a:lnTo>
                    <a:pt x="627" y="18086"/>
                  </a:lnTo>
                  <a:lnTo>
                    <a:pt x="821" y="18302"/>
                  </a:lnTo>
                  <a:lnTo>
                    <a:pt x="1059" y="18496"/>
                  </a:lnTo>
                  <a:lnTo>
                    <a:pt x="1297" y="18669"/>
                  </a:lnTo>
                  <a:lnTo>
                    <a:pt x="1577" y="18820"/>
                  </a:lnTo>
                  <a:lnTo>
                    <a:pt x="1858" y="18950"/>
                  </a:lnTo>
                  <a:lnTo>
                    <a:pt x="2161" y="19058"/>
                  </a:lnTo>
                  <a:lnTo>
                    <a:pt x="2485" y="19166"/>
                  </a:lnTo>
                  <a:lnTo>
                    <a:pt x="2809" y="19231"/>
                  </a:lnTo>
                  <a:lnTo>
                    <a:pt x="3155" y="19296"/>
                  </a:lnTo>
                  <a:lnTo>
                    <a:pt x="3500" y="19339"/>
                  </a:lnTo>
                  <a:lnTo>
                    <a:pt x="3868" y="19382"/>
                  </a:lnTo>
                  <a:lnTo>
                    <a:pt x="4214" y="19404"/>
                  </a:lnTo>
                  <a:lnTo>
                    <a:pt x="4948" y="19404"/>
                  </a:lnTo>
                  <a:lnTo>
                    <a:pt x="5683" y="19339"/>
                  </a:lnTo>
                  <a:lnTo>
                    <a:pt x="6396" y="19253"/>
                  </a:lnTo>
                  <a:lnTo>
                    <a:pt x="7066" y="19144"/>
                  </a:lnTo>
                  <a:lnTo>
                    <a:pt x="7692" y="18993"/>
                  </a:lnTo>
                  <a:lnTo>
                    <a:pt x="8254" y="18842"/>
                  </a:lnTo>
                  <a:lnTo>
                    <a:pt x="8751" y="18669"/>
                  </a:lnTo>
                  <a:lnTo>
                    <a:pt x="9140" y="18475"/>
                  </a:lnTo>
                  <a:lnTo>
                    <a:pt x="9291" y="18388"/>
                  </a:lnTo>
                  <a:lnTo>
                    <a:pt x="9399" y="18302"/>
                  </a:lnTo>
                  <a:lnTo>
                    <a:pt x="9464" y="18237"/>
                  </a:lnTo>
                  <a:lnTo>
                    <a:pt x="9507" y="18172"/>
                  </a:lnTo>
                  <a:lnTo>
                    <a:pt x="9594" y="17934"/>
                  </a:lnTo>
                  <a:lnTo>
                    <a:pt x="9659" y="17632"/>
                  </a:lnTo>
                  <a:lnTo>
                    <a:pt x="9702" y="17243"/>
                  </a:lnTo>
                  <a:lnTo>
                    <a:pt x="9745" y="16789"/>
                  </a:lnTo>
                  <a:lnTo>
                    <a:pt x="9767" y="16249"/>
                  </a:lnTo>
                  <a:lnTo>
                    <a:pt x="9788" y="15666"/>
                  </a:lnTo>
                  <a:lnTo>
                    <a:pt x="9767" y="15039"/>
                  </a:lnTo>
                  <a:lnTo>
                    <a:pt x="9723" y="13613"/>
                  </a:lnTo>
                  <a:lnTo>
                    <a:pt x="9615" y="12057"/>
                  </a:lnTo>
                  <a:lnTo>
                    <a:pt x="9464" y="10437"/>
                  </a:lnTo>
                  <a:lnTo>
                    <a:pt x="9270" y="8751"/>
                  </a:lnTo>
                  <a:lnTo>
                    <a:pt x="9032" y="7087"/>
                  </a:lnTo>
                  <a:lnTo>
                    <a:pt x="8881" y="6288"/>
                  </a:lnTo>
                  <a:lnTo>
                    <a:pt x="8751" y="5489"/>
                  </a:lnTo>
                  <a:lnTo>
                    <a:pt x="8578" y="4732"/>
                  </a:lnTo>
                  <a:lnTo>
                    <a:pt x="8427" y="3998"/>
                  </a:lnTo>
                  <a:lnTo>
                    <a:pt x="8254" y="3306"/>
                  </a:lnTo>
                  <a:lnTo>
                    <a:pt x="8060" y="2680"/>
                  </a:lnTo>
                  <a:lnTo>
                    <a:pt x="7865" y="2096"/>
                  </a:lnTo>
                  <a:lnTo>
                    <a:pt x="7671" y="1556"/>
                  </a:lnTo>
                  <a:lnTo>
                    <a:pt x="7476" y="1102"/>
                  </a:lnTo>
                  <a:lnTo>
                    <a:pt x="7260" y="713"/>
                  </a:lnTo>
                  <a:lnTo>
                    <a:pt x="7152" y="540"/>
                  </a:lnTo>
                  <a:lnTo>
                    <a:pt x="7023" y="411"/>
                  </a:lnTo>
                  <a:lnTo>
                    <a:pt x="6914" y="281"/>
                  </a:lnTo>
                  <a:lnTo>
                    <a:pt x="6806" y="173"/>
                  </a:lnTo>
                  <a:lnTo>
                    <a:pt x="6698" y="108"/>
                  </a:lnTo>
                  <a:lnTo>
                    <a:pt x="6569" y="43"/>
                  </a:lnTo>
                  <a:lnTo>
                    <a:pt x="6461" y="22"/>
                  </a:lnTo>
                  <a:lnTo>
                    <a:pt x="633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37">
              <a:extLst>
                <a:ext uri="{FF2B5EF4-FFF2-40B4-BE49-F238E27FC236}">
                  <a16:creationId xmlns:a16="http://schemas.microsoft.com/office/drawing/2014/main" id="{2F610534-67CC-554A-3FEA-894060AC3686}"/>
                </a:ext>
              </a:extLst>
            </p:cNvPr>
            <p:cNvSpPr/>
            <p:nvPr/>
          </p:nvSpPr>
          <p:spPr>
            <a:xfrm>
              <a:off x="16228275" y="3067250"/>
              <a:ext cx="244725" cy="485100"/>
            </a:xfrm>
            <a:custGeom>
              <a:avLst/>
              <a:gdLst/>
              <a:ahLst/>
              <a:cxnLst/>
              <a:rect l="l" t="t" r="r" b="b"/>
              <a:pathLst>
                <a:path w="9789" h="19404" fill="none" extrusionOk="0">
                  <a:moveTo>
                    <a:pt x="6331" y="0"/>
                  </a:moveTo>
                  <a:lnTo>
                    <a:pt x="6331" y="0"/>
                  </a:lnTo>
                  <a:lnTo>
                    <a:pt x="6201" y="22"/>
                  </a:lnTo>
                  <a:lnTo>
                    <a:pt x="6072" y="65"/>
                  </a:lnTo>
                  <a:lnTo>
                    <a:pt x="5942" y="108"/>
                  </a:lnTo>
                  <a:lnTo>
                    <a:pt x="5812" y="173"/>
                  </a:lnTo>
                  <a:lnTo>
                    <a:pt x="5683" y="259"/>
                  </a:lnTo>
                  <a:lnTo>
                    <a:pt x="5553" y="346"/>
                  </a:lnTo>
                  <a:lnTo>
                    <a:pt x="5316" y="584"/>
                  </a:lnTo>
                  <a:lnTo>
                    <a:pt x="5078" y="864"/>
                  </a:lnTo>
                  <a:lnTo>
                    <a:pt x="4840" y="1189"/>
                  </a:lnTo>
                  <a:lnTo>
                    <a:pt x="4624" y="1556"/>
                  </a:lnTo>
                  <a:lnTo>
                    <a:pt x="4430" y="1966"/>
                  </a:lnTo>
                  <a:lnTo>
                    <a:pt x="4235" y="2399"/>
                  </a:lnTo>
                  <a:lnTo>
                    <a:pt x="4062" y="2874"/>
                  </a:lnTo>
                  <a:lnTo>
                    <a:pt x="3911" y="3349"/>
                  </a:lnTo>
                  <a:lnTo>
                    <a:pt x="3760" y="3868"/>
                  </a:lnTo>
                  <a:lnTo>
                    <a:pt x="3652" y="4387"/>
                  </a:lnTo>
                  <a:lnTo>
                    <a:pt x="3544" y="4905"/>
                  </a:lnTo>
                  <a:lnTo>
                    <a:pt x="3457" y="5424"/>
                  </a:lnTo>
                  <a:lnTo>
                    <a:pt x="3392" y="5964"/>
                  </a:lnTo>
                  <a:lnTo>
                    <a:pt x="3392" y="5964"/>
                  </a:lnTo>
                  <a:lnTo>
                    <a:pt x="3349" y="6223"/>
                  </a:lnTo>
                  <a:lnTo>
                    <a:pt x="3284" y="6526"/>
                  </a:lnTo>
                  <a:lnTo>
                    <a:pt x="3220" y="6828"/>
                  </a:lnTo>
                  <a:lnTo>
                    <a:pt x="3112" y="7152"/>
                  </a:lnTo>
                  <a:lnTo>
                    <a:pt x="2874" y="7822"/>
                  </a:lnTo>
                  <a:lnTo>
                    <a:pt x="2571" y="8535"/>
                  </a:lnTo>
                  <a:lnTo>
                    <a:pt x="1902" y="10091"/>
                  </a:lnTo>
                  <a:lnTo>
                    <a:pt x="1188" y="11711"/>
                  </a:lnTo>
                  <a:lnTo>
                    <a:pt x="864" y="12533"/>
                  </a:lnTo>
                  <a:lnTo>
                    <a:pt x="562" y="13354"/>
                  </a:lnTo>
                  <a:lnTo>
                    <a:pt x="324" y="14153"/>
                  </a:lnTo>
                  <a:lnTo>
                    <a:pt x="216" y="14542"/>
                  </a:lnTo>
                  <a:lnTo>
                    <a:pt x="130" y="14909"/>
                  </a:lnTo>
                  <a:lnTo>
                    <a:pt x="65" y="15298"/>
                  </a:lnTo>
                  <a:lnTo>
                    <a:pt x="22" y="15644"/>
                  </a:lnTo>
                  <a:lnTo>
                    <a:pt x="0" y="16011"/>
                  </a:lnTo>
                  <a:lnTo>
                    <a:pt x="0" y="16357"/>
                  </a:lnTo>
                  <a:lnTo>
                    <a:pt x="43" y="16681"/>
                  </a:lnTo>
                  <a:lnTo>
                    <a:pt x="87" y="17005"/>
                  </a:lnTo>
                  <a:lnTo>
                    <a:pt x="173" y="17286"/>
                  </a:lnTo>
                  <a:lnTo>
                    <a:pt x="303" y="17589"/>
                  </a:lnTo>
                  <a:lnTo>
                    <a:pt x="303" y="17589"/>
                  </a:lnTo>
                  <a:lnTo>
                    <a:pt x="454" y="17848"/>
                  </a:lnTo>
                  <a:lnTo>
                    <a:pt x="627" y="18086"/>
                  </a:lnTo>
                  <a:lnTo>
                    <a:pt x="821" y="18302"/>
                  </a:lnTo>
                  <a:lnTo>
                    <a:pt x="1059" y="18496"/>
                  </a:lnTo>
                  <a:lnTo>
                    <a:pt x="1297" y="18669"/>
                  </a:lnTo>
                  <a:lnTo>
                    <a:pt x="1577" y="18820"/>
                  </a:lnTo>
                  <a:lnTo>
                    <a:pt x="1858" y="18950"/>
                  </a:lnTo>
                  <a:lnTo>
                    <a:pt x="2161" y="19058"/>
                  </a:lnTo>
                  <a:lnTo>
                    <a:pt x="2485" y="19166"/>
                  </a:lnTo>
                  <a:lnTo>
                    <a:pt x="2809" y="19231"/>
                  </a:lnTo>
                  <a:lnTo>
                    <a:pt x="3155" y="19296"/>
                  </a:lnTo>
                  <a:lnTo>
                    <a:pt x="3500" y="19339"/>
                  </a:lnTo>
                  <a:lnTo>
                    <a:pt x="3868" y="19382"/>
                  </a:lnTo>
                  <a:lnTo>
                    <a:pt x="4214" y="19404"/>
                  </a:lnTo>
                  <a:lnTo>
                    <a:pt x="4948" y="19404"/>
                  </a:lnTo>
                  <a:lnTo>
                    <a:pt x="5683" y="19339"/>
                  </a:lnTo>
                  <a:lnTo>
                    <a:pt x="6396" y="19253"/>
                  </a:lnTo>
                  <a:lnTo>
                    <a:pt x="7066" y="19144"/>
                  </a:lnTo>
                  <a:lnTo>
                    <a:pt x="7692" y="18993"/>
                  </a:lnTo>
                  <a:lnTo>
                    <a:pt x="8254" y="18842"/>
                  </a:lnTo>
                  <a:lnTo>
                    <a:pt x="8751" y="18669"/>
                  </a:lnTo>
                  <a:lnTo>
                    <a:pt x="9140" y="18475"/>
                  </a:lnTo>
                  <a:lnTo>
                    <a:pt x="9291" y="18388"/>
                  </a:lnTo>
                  <a:lnTo>
                    <a:pt x="9399" y="18302"/>
                  </a:lnTo>
                  <a:lnTo>
                    <a:pt x="9399" y="18302"/>
                  </a:lnTo>
                  <a:lnTo>
                    <a:pt x="9464" y="18237"/>
                  </a:lnTo>
                  <a:lnTo>
                    <a:pt x="9507" y="18172"/>
                  </a:lnTo>
                  <a:lnTo>
                    <a:pt x="9594" y="17934"/>
                  </a:lnTo>
                  <a:lnTo>
                    <a:pt x="9659" y="17632"/>
                  </a:lnTo>
                  <a:lnTo>
                    <a:pt x="9702" y="17243"/>
                  </a:lnTo>
                  <a:lnTo>
                    <a:pt x="9745" y="16789"/>
                  </a:lnTo>
                  <a:lnTo>
                    <a:pt x="9767" y="16249"/>
                  </a:lnTo>
                  <a:lnTo>
                    <a:pt x="9788" y="15666"/>
                  </a:lnTo>
                  <a:lnTo>
                    <a:pt x="9767" y="15039"/>
                  </a:lnTo>
                  <a:lnTo>
                    <a:pt x="9723" y="13613"/>
                  </a:lnTo>
                  <a:lnTo>
                    <a:pt x="9615" y="12057"/>
                  </a:lnTo>
                  <a:lnTo>
                    <a:pt x="9464" y="10437"/>
                  </a:lnTo>
                  <a:lnTo>
                    <a:pt x="9270" y="8751"/>
                  </a:lnTo>
                  <a:lnTo>
                    <a:pt x="9032" y="7087"/>
                  </a:lnTo>
                  <a:lnTo>
                    <a:pt x="8881" y="6288"/>
                  </a:lnTo>
                  <a:lnTo>
                    <a:pt x="8751" y="5489"/>
                  </a:lnTo>
                  <a:lnTo>
                    <a:pt x="8578" y="4732"/>
                  </a:lnTo>
                  <a:lnTo>
                    <a:pt x="8427" y="3998"/>
                  </a:lnTo>
                  <a:lnTo>
                    <a:pt x="8254" y="3306"/>
                  </a:lnTo>
                  <a:lnTo>
                    <a:pt x="8060" y="2680"/>
                  </a:lnTo>
                  <a:lnTo>
                    <a:pt x="7865" y="2096"/>
                  </a:lnTo>
                  <a:lnTo>
                    <a:pt x="7671" y="1556"/>
                  </a:lnTo>
                  <a:lnTo>
                    <a:pt x="7476" y="1102"/>
                  </a:lnTo>
                  <a:lnTo>
                    <a:pt x="7260" y="713"/>
                  </a:lnTo>
                  <a:lnTo>
                    <a:pt x="7152" y="540"/>
                  </a:lnTo>
                  <a:lnTo>
                    <a:pt x="7023" y="411"/>
                  </a:lnTo>
                  <a:lnTo>
                    <a:pt x="6914" y="281"/>
                  </a:lnTo>
                  <a:lnTo>
                    <a:pt x="6806" y="173"/>
                  </a:lnTo>
                  <a:lnTo>
                    <a:pt x="6698" y="108"/>
                  </a:lnTo>
                  <a:lnTo>
                    <a:pt x="6569" y="43"/>
                  </a:lnTo>
                  <a:lnTo>
                    <a:pt x="6461" y="22"/>
                  </a:lnTo>
                  <a:lnTo>
                    <a:pt x="63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37">
              <a:extLst>
                <a:ext uri="{FF2B5EF4-FFF2-40B4-BE49-F238E27FC236}">
                  <a16:creationId xmlns:a16="http://schemas.microsoft.com/office/drawing/2014/main" id="{18B992EC-D734-0DFD-7638-5A8934AD9B97}"/>
                </a:ext>
              </a:extLst>
            </p:cNvPr>
            <p:cNvSpPr/>
            <p:nvPr/>
          </p:nvSpPr>
          <p:spPr>
            <a:xfrm>
              <a:off x="16682025" y="3067775"/>
              <a:ext cx="244175" cy="484575"/>
            </a:xfrm>
            <a:custGeom>
              <a:avLst/>
              <a:gdLst/>
              <a:ahLst/>
              <a:cxnLst/>
              <a:rect l="l" t="t" r="r" b="b"/>
              <a:pathLst>
                <a:path w="9767" h="19383" extrusionOk="0">
                  <a:moveTo>
                    <a:pt x="3350" y="1"/>
                  </a:moveTo>
                  <a:lnTo>
                    <a:pt x="3220" y="44"/>
                  </a:lnTo>
                  <a:lnTo>
                    <a:pt x="3112" y="87"/>
                  </a:lnTo>
                  <a:lnTo>
                    <a:pt x="2982" y="174"/>
                  </a:lnTo>
                  <a:lnTo>
                    <a:pt x="2874" y="260"/>
                  </a:lnTo>
                  <a:lnTo>
                    <a:pt x="2766" y="390"/>
                  </a:lnTo>
                  <a:lnTo>
                    <a:pt x="2658" y="541"/>
                  </a:lnTo>
                  <a:lnTo>
                    <a:pt x="2528" y="692"/>
                  </a:lnTo>
                  <a:lnTo>
                    <a:pt x="2334" y="1081"/>
                  </a:lnTo>
                  <a:lnTo>
                    <a:pt x="2118" y="1557"/>
                  </a:lnTo>
                  <a:lnTo>
                    <a:pt x="1923" y="2075"/>
                  </a:lnTo>
                  <a:lnTo>
                    <a:pt x="1729" y="2659"/>
                  </a:lnTo>
                  <a:lnTo>
                    <a:pt x="1534" y="3307"/>
                  </a:lnTo>
                  <a:lnTo>
                    <a:pt x="1362" y="3977"/>
                  </a:lnTo>
                  <a:lnTo>
                    <a:pt x="1210" y="4711"/>
                  </a:lnTo>
                  <a:lnTo>
                    <a:pt x="1038" y="5468"/>
                  </a:lnTo>
                  <a:lnTo>
                    <a:pt x="886" y="6267"/>
                  </a:lnTo>
                  <a:lnTo>
                    <a:pt x="757" y="7066"/>
                  </a:lnTo>
                  <a:lnTo>
                    <a:pt x="519" y="8730"/>
                  </a:lnTo>
                  <a:lnTo>
                    <a:pt x="303" y="10416"/>
                  </a:lnTo>
                  <a:lnTo>
                    <a:pt x="152" y="12058"/>
                  </a:lnTo>
                  <a:lnTo>
                    <a:pt x="44" y="13614"/>
                  </a:lnTo>
                  <a:lnTo>
                    <a:pt x="0" y="15018"/>
                  </a:lnTo>
                  <a:lnTo>
                    <a:pt x="0" y="15666"/>
                  </a:lnTo>
                  <a:lnTo>
                    <a:pt x="0" y="16250"/>
                  </a:lnTo>
                  <a:lnTo>
                    <a:pt x="22" y="16768"/>
                  </a:lnTo>
                  <a:lnTo>
                    <a:pt x="65" y="17222"/>
                  </a:lnTo>
                  <a:lnTo>
                    <a:pt x="108" y="17611"/>
                  </a:lnTo>
                  <a:lnTo>
                    <a:pt x="173" y="17935"/>
                  </a:lnTo>
                  <a:lnTo>
                    <a:pt x="260" y="18151"/>
                  </a:lnTo>
                  <a:lnTo>
                    <a:pt x="303" y="18238"/>
                  </a:lnTo>
                  <a:lnTo>
                    <a:pt x="368" y="18281"/>
                  </a:lnTo>
                  <a:lnTo>
                    <a:pt x="476" y="18367"/>
                  </a:lnTo>
                  <a:lnTo>
                    <a:pt x="649" y="18475"/>
                  </a:lnTo>
                  <a:lnTo>
                    <a:pt x="1016" y="18648"/>
                  </a:lnTo>
                  <a:lnTo>
                    <a:pt x="1513" y="18821"/>
                  </a:lnTo>
                  <a:lnTo>
                    <a:pt x="2075" y="18994"/>
                  </a:lnTo>
                  <a:lnTo>
                    <a:pt x="2701" y="19123"/>
                  </a:lnTo>
                  <a:lnTo>
                    <a:pt x="3371" y="19253"/>
                  </a:lnTo>
                  <a:lnTo>
                    <a:pt x="4084" y="19340"/>
                  </a:lnTo>
                  <a:lnTo>
                    <a:pt x="4819" y="19383"/>
                  </a:lnTo>
                  <a:lnTo>
                    <a:pt x="5532" y="19383"/>
                  </a:lnTo>
                  <a:lnTo>
                    <a:pt x="5899" y="19361"/>
                  </a:lnTo>
                  <a:lnTo>
                    <a:pt x="6267" y="19340"/>
                  </a:lnTo>
                  <a:lnTo>
                    <a:pt x="6612" y="19296"/>
                  </a:lnTo>
                  <a:lnTo>
                    <a:pt x="6958" y="19232"/>
                  </a:lnTo>
                  <a:lnTo>
                    <a:pt x="7282" y="19145"/>
                  </a:lnTo>
                  <a:lnTo>
                    <a:pt x="7606" y="19059"/>
                  </a:lnTo>
                  <a:lnTo>
                    <a:pt x="7909" y="18951"/>
                  </a:lnTo>
                  <a:lnTo>
                    <a:pt x="8190" y="18821"/>
                  </a:lnTo>
                  <a:lnTo>
                    <a:pt x="8471" y="18670"/>
                  </a:lnTo>
                  <a:lnTo>
                    <a:pt x="8708" y="18497"/>
                  </a:lnTo>
                  <a:lnTo>
                    <a:pt x="8946" y="18302"/>
                  </a:lnTo>
                  <a:lnTo>
                    <a:pt x="9140" y="18086"/>
                  </a:lnTo>
                  <a:lnTo>
                    <a:pt x="9335" y="17849"/>
                  </a:lnTo>
                  <a:lnTo>
                    <a:pt x="9464" y="17568"/>
                  </a:lnTo>
                  <a:lnTo>
                    <a:pt x="9594" y="17287"/>
                  </a:lnTo>
                  <a:lnTo>
                    <a:pt x="9681" y="16984"/>
                  </a:lnTo>
                  <a:lnTo>
                    <a:pt x="9745" y="16682"/>
                  </a:lnTo>
                  <a:lnTo>
                    <a:pt x="9767" y="16358"/>
                  </a:lnTo>
                  <a:lnTo>
                    <a:pt x="9767" y="16012"/>
                  </a:lnTo>
                  <a:lnTo>
                    <a:pt x="9745" y="15645"/>
                  </a:lnTo>
                  <a:lnTo>
                    <a:pt x="9702" y="15277"/>
                  </a:lnTo>
                  <a:lnTo>
                    <a:pt x="9637" y="14910"/>
                  </a:lnTo>
                  <a:lnTo>
                    <a:pt x="9551" y="14521"/>
                  </a:lnTo>
                  <a:lnTo>
                    <a:pt x="9464" y="14132"/>
                  </a:lnTo>
                  <a:lnTo>
                    <a:pt x="9205" y="13354"/>
                  </a:lnTo>
                  <a:lnTo>
                    <a:pt x="8903" y="12533"/>
                  </a:lnTo>
                  <a:lnTo>
                    <a:pt x="8579" y="11712"/>
                  </a:lnTo>
                  <a:lnTo>
                    <a:pt x="7865" y="10092"/>
                  </a:lnTo>
                  <a:lnTo>
                    <a:pt x="7196" y="8536"/>
                  </a:lnTo>
                  <a:lnTo>
                    <a:pt x="6915" y="7823"/>
                  </a:lnTo>
                  <a:lnTo>
                    <a:pt x="6677" y="7131"/>
                  </a:lnTo>
                  <a:lnTo>
                    <a:pt x="6569" y="6807"/>
                  </a:lnTo>
                  <a:lnTo>
                    <a:pt x="6504" y="6505"/>
                  </a:lnTo>
                  <a:lnTo>
                    <a:pt x="6439" y="6224"/>
                  </a:lnTo>
                  <a:lnTo>
                    <a:pt x="6396" y="5943"/>
                  </a:lnTo>
                  <a:lnTo>
                    <a:pt x="6331" y="5424"/>
                  </a:lnTo>
                  <a:lnTo>
                    <a:pt x="6245" y="4906"/>
                  </a:lnTo>
                  <a:lnTo>
                    <a:pt x="6137" y="4366"/>
                  </a:lnTo>
                  <a:lnTo>
                    <a:pt x="6029" y="3847"/>
                  </a:lnTo>
                  <a:lnTo>
                    <a:pt x="5878" y="3350"/>
                  </a:lnTo>
                  <a:lnTo>
                    <a:pt x="5726" y="2853"/>
                  </a:lnTo>
                  <a:lnTo>
                    <a:pt x="5553" y="2399"/>
                  </a:lnTo>
                  <a:lnTo>
                    <a:pt x="5359" y="1945"/>
                  </a:lnTo>
                  <a:lnTo>
                    <a:pt x="5165" y="1557"/>
                  </a:lnTo>
                  <a:lnTo>
                    <a:pt x="4948" y="1189"/>
                  </a:lnTo>
                  <a:lnTo>
                    <a:pt x="4711" y="843"/>
                  </a:lnTo>
                  <a:lnTo>
                    <a:pt x="4473" y="563"/>
                  </a:lnTo>
                  <a:lnTo>
                    <a:pt x="4235" y="347"/>
                  </a:lnTo>
                  <a:lnTo>
                    <a:pt x="4106" y="238"/>
                  </a:lnTo>
                  <a:lnTo>
                    <a:pt x="3976" y="152"/>
                  </a:lnTo>
                  <a:lnTo>
                    <a:pt x="3846" y="87"/>
                  </a:lnTo>
                  <a:lnTo>
                    <a:pt x="3717" y="44"/>
                  </a:lnTo>
                  <a:lnTo>
                    <a:pt x="3587" y="22"/>
                  </a:lnTo>
                  <a:lnTo>
                    <a:pt x="345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37">
              <a:extLst>
                <a:ext uri="{FF2B5EF4-FFF2-40B4-BE49-F238E27FC236}">
                  <a16:creationId xmlns:a16="http://schemas.microsoft.com/office/drawing/2014/main" id="{9AF0133A-033C-D634-739C-08DB7602E443}"/>
                </a:ext>
              </a:extLst>
            </p:cNvPr>
            <p:cNvSpPr/>
            <p:nvPr/>
          </p:nvSpPr>
          <p:spPr>
            <a:xfrm>
              <a:off x="16682025" y="3067775"/>
              <a:ext cx="244175" cy="484575"/>
            </a:xfrm>
            <a:custGeom>
              <a:avLst/>
              <a:gdLst/>
              <a:ahLst/>
              <a:cxnLst/>
              <a:rect l="l" t="t" r="r" b="b"/>
              <a:pathLst>
                <a:path w="9767" h="19383" fill="none" extrusionOk="0">
                  <a:moveTo>
                    <a:pt x="3458" y="1"/>
                  </a:moveTo>
                  <a:lnTo>
                    <a:pt x="3458" y="1"/>
                  </a:lnTo>
                  <a:lnTo>
                    <a:pt x="3587" y="22"/>
                  </a:lnTo>
                  <a:lnTo>
                    <a:pt x="3717" y="44"/>
                  </a:lnTo>
                  <a:lnTo>
                    <a:pt x="3846" y="87"/>
                  </a:lnTo>
                  <a:lnTo>
                    <a:pt x="3976" y="152"/>
                  </a:lnTo>
                  <a:lnTo>
                    <a:pt x="4106" y="238"/>
                  </a:lnTo>
                  <a:lnTo>
                    <a:pt x="4235" y="347"/>
                  </a:lnTo>
                  <a:lnTo>
                    <a:pt x="4473" y="563"/>
                  </a:lnTo>
                  <a:lnTo>
                    <a:pt x="4711" y="843"/>
                  </a:lnTo>
                  <a:lnTo>
                    <a:pt x="4948" y="1189"/>
                  </a:lnTo>
                  <a:lnTo>
                    <a:pt x="5165" y="1557"/>
                  </a:lnTo>
                  <a:lnTo>
                    <a:pt x="5359" y="1945"/>
                  </a:lnTo>
                  <a:lnTo>
                    <a:pt x="5553" y="2399"/>
                  </a:lnTo>
                  <a:lnTo>
                    <a:pt x="5726" y="2853"/>
                  </a:lnTo>
                  <a:lnTo>
                    <a:pt x="5878" y="3350"/>
                  </a:lnTo>
                  <a:lnTo>
                    <a:pt x="6029" y="3847"/>
                  </a:lnTo>
                  <a:lnTo>
                    <a:pt x="6137" y="4366"/>
                  </a:lnTo>
                  <a:lnTo>
                    <a:pt x="6245" y="4906"/>
                  </a:lnTo>
                  <a:lnTo>
                    <a:pt x="6331" y="5424"/>
                  </a:lnTo>
                  <a:lnTo>
                    <a:pt x="6396" y="5943"/>
                  </a:lnTo>
                  <a:lnTo>
                    <a:pt x="6396" y="5943"/>
                  </a:lnTo>
                  <a:lnTo>
                    <a:pt x="6439" y="6224"/>
                  </a:lnTo>
                  <a:lnTo>
                    <a:pt x="6504" y="6505"/>
                  </a:lnTo>
                  <a:lnTo>
                    <a:pt x="6569" y="6807"/>
                  </a:lnTo>
                  <a:lnTo>
                    <a:pt x="6677" y="7131"/>
                  </a:lnTo>
                  <a:lnTo>
                    <a:pt x="6915" y="7823"/>
                  </a:lnTo>
                  <a:lnTo>
                    <a:pt x="7196" y="8536"/>
                  </a:lnTo>
                  <a:lnTo>
                    <a:pt x="7865" y="10092"/>
                  </a:lnTo>
                  <a:lnTo>
                    <a:pt x="8579" y="11712"/>
                  </a:lnTo>
                  <a:lnTo>
                    <a:pt x="8903" y="12533"/>
                  </a:lnTo>
                  <a:lnTo>
                    <a:pt x="9205" y="13354"/>
                  </a:lnTo>
                  <a:lnTo>
                    <a:pt x="9464" y="14132"/>
                  </a:lnTo>
                  <a:lnTo>
                    <a:pt x="9551" y="14521"/>
                  </a:lnTo>
                  <a:lnTo>
                    <a:pt x="9637" y="14910"/>
                  </a:lnTo>
                  <a:lnTo>
                    <a:pt x="9702" y="15277"/>
                  </a:lnTo>
                  <a:lnTo>
                    <a:pt x="9745" y="15645"/>
                  </a:lnTo>
                  <a:lnTo>
                    <a:pt x="9767" y="16012"/>
                  </a:lnTo>
                  <a:lnTo>
                    <a:pt x="9767" y="16358"/>
                  </a:lnTo>
                  <a:lnTo>
                    <a:pt x="9745" y="16682"/>
                  </a:lnTo>
                  <a:lnTo>
                    <a:pt x="9681" y="16984"/>
                  </a:lnTo>
                  <a:lnTo>
                    <a:pt x="9594" y="17287"/>
                  </a:lnTo>
                  <a:lnTo>
                    <a:pt x="9464" y="17568"/>
                  </a:lnTo>
                  <a:lnTo>
                    <a:pt x="9464" y="17568"/>
                  </a:lnTo>
                  <a:lnTo>
                    <a:pt x="9335" y="17849"/>
                  </a:lnTo>
                  <a:lnTo>
                    <a:pt x="9140" y="18086"/>
                  </a:lnTo>
                  <a:lnTo>
                    <a:pt x="8946" y="18302"/>
                  </a:lnTo>
                  <a:lnTo>
                    <a:pt x="8708" y="18497"/>
                  </a:lnTo>
                  <a:lnTo>
                    <a:pt x="8471" y="18670"/>
                  </a:lnTo>
                  <a:lnTo>
                    <a:pt x="8190" y="18821"/>
                  </a:lnTo>
                  <a:lnTo>
                    <a:pt x="7909" y="18951"/>
                  </a:lnTo>
                  <a:lnTo>
                    <a:pt x="7606" y="19059"/>
                  </a:lnTo>
                  <a:lnTo>
                    <a:pt x="7282" y="19145"/>
                  </a:lnTo>
                  <a:lnTo>
                    <a:pt x="6958" y="19232"/>
                  </a:lnTo>
                  <a:lnTo>
                    <a:pt x="6612" y="19296"/>
                  </a:lnTo>
                  <a:lnTo>
                    <a:pt x="6267" y="19340"/>
                  </a:lnTo>
                  <a:lnTo>
                    <a:pt x="5899" y="19361"/>
                  </a:lnTo>
                  <a:lnTo>
                    <a:pt x="5532" y="19383"/>
                  </a:lnTo>
                  <a:lnTo>
                    <a:pt x="4819" y="19383"/>
                  </a:lnTo>
                  <a:lnTo>
                    <a:pt x="4084" y="19340"/>
                  </a:lnTo>
                  <a:lnTo>
                    <a:pt x="3371" y="19253"/>
                  </a:lnTo>
                  <a:lnTo>
                    <a:pt x="2701" y="19123"/>
                  </a:lnTo>
                  <a:lnTo>
                    <a:pt x="2075" y="18994"/>
                  </a:lnTo>
                  <a:lnTo>
                    <a:pt x="1513" y="18821"/>
                  </a:lnTo>
                  <a:lnTo>
                    <a:pt x="1016" y="18648"/>
                  </a:lnTo>
                  <a:lnTo>
                    <a:pt x="649" y="18475"/>
                  </a:lnTo>
                  <a:lnTo>
                    <a:pt x="476" y="18367"/>
                  </a:lnTo>
                  <a:lnTo>
                    <a:pt x="368" y="18281"/>
                  </a:lnTo>
                  <a:lnTo>
                    <a:pt x="368" y="18281"/>
                  </a:lnTo>
                  <a:lnTo>
                    <a:pt x="303" y="18238"/>
                  </a:lnTo>
                  <a:lnTo>
                    <a:pt x="260" y="18151"/>
                  </a:lnTo>
                  <a:lnTo>
                    <a:pt x="173" y="17935"/>
                  </a:lnTo>
                  <a:lnTo>
                    <a:pt x="108" y="17611"/>
                  </a:lnTo>
                  <a:lnTo>
                    <a:pt x="65" y="17222"/>
                  </a:lnTo>
                  <a:lnTo>
                    <a:pt x="22" y="16768"/>
                  </a:lnTo>
                  <a:lnTo>
                    <a:pt x="0" y="16250"/>
                  </a:lnTo>
                  <a:lnTo>
                    <a:pt x="0" y="15666"/>
                  </a:lnTo>
                  <a:lnTo>
                    <a:pt x="0" y="15018"/>
                  </a:lnTo>
                  <a:lnTo>
                    <a:pt x="44" y="13614"/>
                  </a:lnTo>
                  <a:lnTo>
                    <a:pt x="152" y="12058"/>
                  </a:lnTo>
                  <a:lnTo>
                    <a:pt x="303" y="10416"/>
                  </a:lnTo>
                  <a:lnTo>
                    <a:pt x="519" y="8730"/>
                  </a:lnTo>
                  <a:lnTo>
                    <a:pt x="757" y="7066"/>
                  </a:lnTo>
                  <a:lnTo>
                    <a:pt x="886" y="6267"/>
                  </a:lnTo>
                  <a:lnTo>
                    <a:pt x="1038" y="5468"/>
                  </a:lnTo>
                  <a:lnTo>
                    <a:pt x="1210" y="4711"/>
                  </a:lnTo>
                  <a:lnTo>
                    <a:pt x="1362" y="3977"/>
                  </a:lnTo>
                  <a:lnTo>
                    <a:pt x="1534" y="3307"/>
                  </a:lnTo>
                  <a:lnTo>
                    <a:pt x="1729" y="2659"/>
                  </a:lnTo>
                  <a:lnTo>
                    <a:pt x="1923" y="2075"/>
                  </a:lnTo>
                  <a:lnTo>
                    <a:pt x="2118" y="1557"/>
                  </a:lnTo>
                  <a:lnTo>
                    <a:pt x="2334" y="1081"/>
                  </a:lnTo>
                  <a:lnTo>
                    <a:pt x="2528" y="692"/>
                  </a:lnTo>
                  <a:lnTo>
                    <a:pt x="2658" y="541"/>
                  </a:lnTo>
                  <a:lnTo>
                    <a:pt x="2766" y="390"/>
                  </a:lnTo>
                  <a:lnTo>
                    <a:pt x="2874" y="260"/>
                  </a:lnTo>
                  <a:lnTo>
                    <a:pt x="2982" y="174"/>
                  </a:lnTo>
                  <a:lnTo>
                    <a:pt x="3112" y="87"/>
                  </a:lnTo>
                  <a:lnTo>
                    <a:pt x="3220" y="44"/>
                  </a:lnTo>
                  <a:lnTo>
                    <a:pt x="3350" y="1"/>
                  </a:lnTo>
                  <a:lnTo>
                    <a:pt x="345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37">
              <a:extLst>
                <a:ext uri="{FF2B5EF4-FFF2-40B4-BE49-F238E27FC236}">
                  <a16:creationId xmlns:a16="http://schemas.microsoft.com/office/drawing/2014/main" id="{A3F88EBE-543C-EEBC-F13B-F088FBF53854}"/>
                </a:ext>
              </a:extLst>
            </p:cNvPr>
            <p:cNvSpPr/>
            <p:nvPr/>
          </p:nvSpPr>
          <p:spPr>
            <a:xfrm>
              <a:off x="16343325" y="4264300"/>
              <a:ext cx="173425" cy="742250"/>
            </a:xfrm>
            <a:custGeom>
              <a:avLst/>
              <a:gdLst/>
              <a:ahLst/>
              <a:cxnLst/>
              <a:rect l="l" t="t" r="r" b="b"/>
              <a:pathLst>
                <a:path w="6937" h="29690" extrusionOk="0">
                  <a:moveTo>
                    <a:pt x="0" y="1"/>
                  </a:moveTo>
                  <a:lnTo>
                    <a:pt x="0" y="29689"/>
                  </a:lnTo>
                  <a:lnTo>
                    <a:pt x="6936" y="29689"/>
                  </a:lnTo>
                  <a:lnTo>
                    <a:pt x="693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37">
              <a:extLst>
                <a:ext uri="{FF2B5EF4-FFF2-40B4-BE49-F238E27FC236}">
                  <a16:creationId xmlns:a16="http://schemas.microsoft.com/office/drawing/2014/main" id="{5F09172F-F81E-692C-F236-A7B9B1409503}"/>
                </a:ext>
              </a:extLst>
            </p:cNvPr>
            <p:cNvSpPr/>
            <p:nvPr/>
          </p:nvSpPr>
          <p:spPr>
            <a:xfrm>
              <a:off x="16343325" y="4264300"/>
              <a:ext cx="27025" cy="742250"/>
            </a:xfrm>
            <a:custGeom>
              <a:avLst/>
              <a:gdLst/>
              <a:ahLst/>
              <a:cxnLst/>
              <a:rect l="l" t="t" r="r" b="b"/>
              <a:pathLst>
                <a:path w="1081" h="29690" extrusionOk="0">
                  <a:moveTo>
                    <a:pt x="0" y="1"/>
                  </a:moveTo>
                  <a:lnTo>
                    <a:pt x="0" y="29689"/>
                  </a:lnTo>
                  <a:lnTo>
                    <a:pt x="1081" y="29689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37">
              <a:extLst>
                <a:ext uri="{FF2B5EF4-FFF2-40B4-BE49-F238E27FC236}">
                  <a16:creationId xmlns:a16="http://schemas.microsoft.com/office/drawing/2014/main" id="{DDD0FC28-CB80-68EF-6B73-A72D8AF4A10A}"/>
                </a:ext>
              </a:extLst>
            </p:cNvPr>
            <p:cNvSpPr/>
            <p:nvPr/>
          </p:nvSpPr>
          <p:spPr>
            <a:xfrm>
              <a:off x="16622600" y="4264300"/>
              <a:ext cx="173425" cy="742250"/>
            </a:xfrm>
            <a:custGeom>
              <a:avLst/>
              <a:gdLst/>
              <a:ahLst/>
              <a:cxnLst/>
              <a:rect l="l" t="t" r="r" b="b"/>
              <a:pathLst>
                <a:path w="6937" h="29690" extrusionOk="0">
                  <a:moveTo>
                    <a:pt x="1" y="1"/>
                  </a:moveTo>
                  <a:lnTo>
                    <a:pt x="1" y="29689"/>
                  </a:lnTo>
                  <a:lnTo>
                    <a:pt x="6937" y="29689"/>
                  </a:lnTo>
                  <a:lnTo>
                    <a:pt x="693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37">
              <a:extLst>
                <a:ext uri="{FF2B5EF4-FFF2-40B4-BE49-F238E27FC236}">
                  <a16:creationId xmlns:a16="http://schemas.microsoft.com/office/drawing/2014/main" id="{EEAA47C3-1FCE-EDE9-7372-0AB2587414B6}"/>
                </a:ext>
              </a:extLst>
            </p:cNvPr>
            <p:cNvSpPr/>
            <p:nvPr/>
          </p:nvSpPr>
          <p:spPr>
            <a:xfrm>
              <a:off x="16769000" y="4264300"/>
              <a:ext cx="27025" cy="742250"/>
            </a:xfrm>
            <a:custGeom>
              <a:avLst/>
              <a:gdLst/>
              <a:ahLst/>
              <a:cxnLst/>
              <a:rect l="l" t="t" r="r" b="b"/>
              <a:pathLst>
                <a:path w="1081" h="29690" extrusionOk="0">
                  <a:moveTo>
                    <a:pt x="0" y="1"/>
                  </a:moveTo>
                  <a:lnTo>
                    <a:pt x="0" y="29689"/>
                  </a:lnTo>
                  <a:lnTo>
                    <a:pt x="1081" y="29689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37">
              <a:extLst>
                <a:ext uri="{FF2B5EF4-FFF2-40B4-BE49-F238E27FC236}">
                  <a16:creationId xmlns:a16="http://schemas.microsoft.com/office/drawing/2014/main" id="{8F830AB1-A653-674B-B935-661464D1C594}"/>
                </a:ext>
              </a:extLst>
            </p:cNvPr>
            <p:cNvSpPr/>
            <p:nvPr/>
          </p:nvSpPr>
          <p:spPr>
            <a:xfrm>
              <a:off x="16284975" y="4009325"/>
              <a:ext cx="584525" cy="314425"/>
            </a:xfrm>
            <a:custGeom>
              <a:avLst/>
              <a:gdLst/>
              <a:ahLst/>
              <a:cxnLst/>
              <a:rect l="l" t="t" r="r" b="b"/>
              <a:pathLst>
                <a:path w="23381" h="12577" extrusionOk="0">
                  <a:moveTo>
                    <a:pt x="1124" y="1"/>
                  </a:moveTo>
                  <a:lnTo>
                    <a:pt x="1" y="12576"/>
                  </a:lnTo>
                  <a:lnTo>
                    <a:pt x="23380" y="12576"/>
                  </a:lnTo>
                  <a:lnTo>
                    <a:pt x="2225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37">
              <a:extLst>
                <a:ext uri="{FF2B5EF4-FFF2-40B4-BE49-F238E27FC236}">
                  <a16:creationId xmlns:a16="http://schemas.microsoft.com/office/drawing/2014/main" id="{F2B0C9BE-B6DE-C105-A597-D60305E98A86}"/>
                </a:ext>
              </a:extLst>
            </p:cNvPr>
            <p:cNvSpPr/>
            <p:nvPr/>
          </p:nvSpPr>
          <p:spPr>
            <a:xfrm>
              <a:off x="16514025" y="2597825"/>
              <a:ext cx="129675" cy="108050"/>
            </a:xfrm>
            <a:custGeom>
              <a:avLst/>
              <a:gdLst/>
              <a:ahLst/>
              <a:cxnLst/>
              <a:rect l="l" t="t" r="r" b="b"/>
              <a:pathLst>
                <a:path w="5187" h="4322" extrusionOk="0">
                  <a:moveTo>
                    <a:pt x="2334" y="0"/>
                  </a:moveTo>
                  <a:lnTo>
                    <a:pt x="2075" y="43"/>
                  </a:lnTo>
                  <a:lnTo>
                    <a:pt x="1815" y="87"/>
                  </a:lnTo>
                  <a:lnTo>
                    <a:pt x="1578" y="151"/>
                  </a:lnTo>
                  <a:lnTo>
                    <a:pt x="1362" y="260"/>
                  </a:lnTo>
                  <a:lnTo>
                    <a:pt x="1146" y="368"/>
                  </a:lnTo>
                  <a:lnTo>
                    <a:pt x="930" y="476"/>
                  </a:lnTo>
                  <a:lnTo>
                    <a:pt x="757" y="627"/>
                  </a:lnTo>
                  <a:lnTo>
                    <a:pt x="584" y="778"/>
                  </a:lnTo>
                  <a:lnTo>
                    <a:pt x="433" y="951"/>
                  </a:lnTo>
                  <a:lnTo>
                    <a:pt x="303" y="1124"/>
                  </a:lnTo>
                  <a:lnTo>
                    <a:pt x="195" y="1318"/>
                  </a:lnTo>
                  <a:lnTo>
                    <a:pt x="108" y="1513"/>
                  </a:lnTo>
                  <a:lnTo>
                    <a:pt x="44" y="1729"/>
                  </a:lnTo>
                  <a:lnTo>
                    <a:pt x="0" y="1945"/>
                  </a:lnTo>
                  <a:lnTo>
                    <a:pt x="0" y="2161"/>
                  </a:lnTo>
                  <a:lnTo>
                    <a:pt x="0" y="2377"/>
                  </a:lnTo>
                  <a:lnTo>
                    <a:pt x="44" y="2593"/>
                  </a:lnTo>
                  <a:lnTo>
                    <a:pt x="108" y="2809"/>
                  </a:lnTo>
                  <a:lnTo>
                    <a:pt x="195" y="3004"/>
                  </a:lnTo>
                  <a:lnTo>
                    <a:pt x="303" y="3198"/>
                  </a:lnTo>
                  <a:lnTo>
                    <a:pt x="433" y="3371"/>
                  </a:lnTo>
                  <a:lnTo>
                    <a:pt x="584" y="3544"/>
                  </a:lnTo>
                  <a:lnTo>
                    <a:pt x="757" y="3695"/>
                  </a:lnTo>
                  <a:lnTo>
                    <a:pt x="930" y="3825"/>
                  </a:lnTo>
                  <a:lnTo>
                    <a:pt x="1146" y="3954"/>
                  </a:lnTo>
                  <a:lnTo>
                    <a:pt x="1362" y="4062"/>
                  </a:lnTo>
                  <a:lnTo>
                    <a:pt x="1578" y="4149"/>
                  </a:lnTo>
                  <a:lnTo>
                    <a:pt x="1815" y="4235"/>
                  </a:lnTo>
                  <a:lnTo>
                    <a:pt x="2075" y="4279"/>
                  </a:lnTo>
                  <a:lnTo>
                    <a:pt x="2334" y="4322"/>
                  </a:lnTo>
                  <a:lnTo>
                    <a:pt x="2853" y="4322"/>
                  </a:lnTo>
                  <a:lnTo>
                    <a:pt x="3112" y="4279"/>
                  </a:lnTo>
                  <a:lnTo>
                    <a:pt x="3371" y="4235"/>
                  </a:lnTo>
                  <a:lnTo>
                    <a:pt x="3609" y="4149"/>
                  </a:lnTo>
                  <a:lnTo>
                    <a:pt x="3825" y="4062"/>
                  </a:lnTo>
                  <a:lnTo>
                    <a:pt x="4041" y="3954"/>
                  </a:lnTo>
                  <a:lnTo>
                    <a:pt x="4236" y="3825"/>
                  </a:lnTo>
                  <a:lnTo>
                    <a:pt x="4430" y="3695"/>
                  </a:lnTo>
                  <a:lnTo>
                    <a:pt x="4603" y="3544"/>
                  </a:lnTo>
                  <a:lnTo>
                    <a:pt x="4754" y="3371"/>
                  </a:lnTo>
                  <a:lnTo>
                    <a:pt x="4884" y="3198"/>
                  </a:lnTo>
                  <a:lnTo>
                    <a:pt x="4992" y="3004"/>
                  </a:lnTo>
                  <a:lnTo>
                    <a:pt x="5078" y="2809"/>
                  </a:lnTo>
                  <a:lnTo>
                    <a:pt x="5143" y="2593"/>
                  </a:lnTo>
                  <a:lnTo>
                    <a:pt x="5186" y="2377"/>
                  </a:lnTo>
                  <a:lnTo>
                    <a:pt x="5186" y="2161"/>
                  </a:lnTo>
                  <a:lnTo>
                    <a:pt x="5186" y="1945"/>
                  </a:lnTo>
                  <a:lnTo>
                    <a:pt x="5143" y="1729"/>
                  </a:lnTo>
                  <a:lnTo>
                    <a:pt x="5078" y="1513"/>
                  </a:lnTo>
                  <a:lnTo>
                    <a:pt x="4992" y="1318"/>
                  </a:lnTo>
                  <a:lnTo>
                    <a:pt x="4884" y="1124"/>
                  </a:lnTo>
                  <a:lnTo>
                    <a:pt x="4754" y="951"/>
                  </a:lnTo>
                  <a:lnTo>
                    <a:pt x="4603" y="778"/>
                  </a:lnTo>
                  <a:lnTo>
                    <a:pt x="4430" y="627"/>
                  </a:lnTo>
                  <a:lnTo>
                    <a:pt x="4236" y="476"/>
                  </a:lnTo>
                  <a:lnTo>
                    <a:pt x="4041" y="368"/>
                  </a:lnTo>
                  <a:lnTo>
                    <a:pt x="3825" y="260"/>
                  </a:lnTo>
                  <a:lnTo>
                    <a:pt x="3609" y="151"/>
                  </a:lnTo>
                  <a:lnTo>
                    <a:pt x="3371" y="87"/>
                  </a:lnTo>
                  <a:lnTo>
                    <a:pt x="3112" y="43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37">
              <a:extLst>
                <a:ext uri="{FF2B5EF4-FFF2-40B4-BE49-F238E27FC236}">
                  <a16:creationId xmlns:a16="http://schemas.microsoft.com/office/drawing/2014/main" id="{5298E52B-9415-16BC-6948-B0FEDDCD8988}"/>
                </a:ext>
              </a:extLst>
            </p:cNvPr>
            <p:cNvSpPr/>
            <p:nvPr/>
          </p:nvSpPr>
          <p:spPr>
            <a:xfrm>
              <a:off x="16348725" y="3035900"/>
              <a:ext cx="457575" cy="519700"/>
            </a:xfrm>
            <a:custGeom>
              <a:avLst/>
              <a:gdLst/>
              <a:ahLst/>
              <a:cxnLst/>
              <a:rect l="l" t="t" r="r" b="b"/>
              <a:pathLst>
                <a:path w="18303" h="20788" extrusionOk="0">
                  <a:moveTo>
                    <a:pt x="9119" y="1"/>
                  </a:moveTo>
                  <a:lnTo>
                    <a:pt x="8060" y="23"/>
                  </a:lnTo>
                  <a:lnTo>
                    <a:pt x="7001" y="87"/>
                  </a:lnTo>
                  <a:lnTo>
                    <a:pt x="5943" y="195"/>
                  </a:lnTo>
                  <a:lnTo>
                    <a:pt x="4884" y="325"/>
                  </a:lnTo>
                  <a:lnTo>
                    <a:pt x="3847" y="520"/>
                  </a:lnTo>
                  <a:lnTo>
                    <a:pt x="2788" y="714"/>
                  </a:lnTo>
                  <a:lnTo>
                    <a:pt x="1751" y="973"/>
                  </a:lnTo>
                  <a:lnTo>
                    <a:pt x="735" y="1254"/>
                  </a:lnTo>
                  <a:lnTo>
                    <a:pt x="541" y="2464"/>
                  </a:lnTo>
                  <a:lnTo>
                    <a:pt x="389" y="3631"/>
                  </a:lnTo>
                  <a:lnTo>
                    <a:pt x="260" y="4798"/>
                  </a:lnTo>
                  <a:lnTo>
                    <a:pt x="152" y="5943"/>
                  </a:lnTo>
                  <a:lnTo>
                    <a:pt x="65" y="7067"/>
                  </a:lnTo>
                  <a:lnTo>
                    <a:pt x="22" y="8190"/>
                  </a:lnTo>
                  <a:lnTo>
                    <a:pt x="1" y="9292"/>
                  </a:lnTo>
                  <a:lnTo>
                    <a:pt x="1" y="10416"/>
                  </a:lnTo>
                  <a:lnTo>
                    <a:pt x="22" y="11518"/>
                  </a:lnTo>
                  <a:lnTo>
                    <a:pt x="65" y="12641"/>
                  </a:lnTo>
                  <a:lnTo>
                    <a:pt x="130" y="13743"/>
                  </a:lnTo>
                  <a:lnTo>
                    <a:pt x="238" y="14889"/>
                  </a:lnTo>
                  <a:lnTo>
                    <a:pt x="368" y="16012"/>
                  </a:lnTo>
                  <a:lnTo>
                    <a:pt x="519" y="17179"/>
                  </a:lnTo>
                  <a:lnTo>
                    <a:pt x="692" y="18346"/>
                  </a:lnTo>
                  <a:lnTo>
                    <a:pt x="886" y="19556"/>
                  </a:lnTo>
                  <a:lnTo>
                    <a:pt x="1902" y="19837"/>
                  </a:lnTo>
                  <a:lnTo>
                    <a:pt x="2918" y="20074"/>
                  </a:lnTo>
                  <a:lnTo>
                    <a:pt x="3933" y="20290"/>
                  </a:lnTo>
                  <a:lnTo>
                    <a:pt x="4970" y="20463"/>
                  </a:lnTo>
                  <a:lnTo>
                    <a:pt x="6007" y="20593"/>
                  </a:lnTo>
                  <a:lnTo>
                    <a:pt x="7045" y="20701"/>
                  </a:lnTo>
                  <a:lnTo>
                    <a:pt x="8082" y="20766"/>
                  </a:lnTo>
                  <a:lnTo>
                    <a:pt x="9119" y="20787"/>
                  </a:lnTo>
                  <a:lnTo>
                    <a:pt x="10156" y="20787"/>
                  </a:lnTo>
                  <a:lnTo>
                    <a:pt x="11193" y="20744"/>
                  </a:lnTo>
                  <a:lnTo>
                    <a:pt x="12252" y="20658"/>
                  </a:lnTo>
                  <a:lnTo>
                    <a:pt x="13289" y="20550"/>
                  </a:lnTo>
                  <a:lnTo>
                    <a:pt x="14305" y="20398"/>
                  </a:lnTo>
                  <a:lnTo>
                    <a:pt x="15342" y="20204"/>
                  </a:lnTo>
                  <a:lnTo>
                    <a:pt x="16357" y="19988"/>
                  </a:lnTo>
                  <a:lnTo>
                    <a:pt x="17373" y="19729"/>
                  </a:lnTo>
                  <a:lnTo>
                    <a:pt x="17589" y="18497"/>
                  </a:lnTo>
                  <a:lnTo>
                    <a:pt x="17762" y="17309"/>
                  </a:lnTo>
                  <a:lnTo>
                    <a:pt x="17913" y="16120"/>
                  </a:lnTo>
                  <a:lnTo>
                    <a:pt x="18043" y="14975"/>
                  </a:lnTo>
                  <a:lnTo>
                    <a:pt x="18151" y="13808"/>
                  </a:lnTo>
                  <a:lnTo>
                    <a:pt x="18216" y="12685"/>
                  </a:lnTo>
                  <a:lnTo>
                    <a:pt x="18280" y="11539"/>
                  </a:lnTo>
                  <a:lnTo>
                    <a:pt x="18302" y="10416"/>
                  </a:lnTo>
                  <a:lnTo>
                    <a:pt x="18302" y="9271"/>
                  </a:lnTo>
                  <a:lnTo>
                    <a:pt x="18259" y="8147"/>
                  </a:lnTo>
                  <a:lnTo>
                    <a:pt x="18216" y="7002"/>
                  </a:lnTo>
                  <a:lnTo>
                    <a:pt x="18129" y="5857"/>
                  </a:lnTo>
                  <a:lnTo>
                    <a:pt x="18021" y="4690"/>
                  </a:lnTo>
                  <a:lnTo>
                    <a:pt x="17892" y="3501"/>
                  </a:lnTo>
                  <a:lnTo>
                    <a:pt x="17719" y="2291"/>
                  </a:lnTo>
                  <a:lnTo>
                    <a:pt x="17546" y="1081"/>
                  </a:lnTo>
                  <a:lnTo>
                    <a:pt x="16509" y="822"/>
                  </a:lnTo>
                  <a:lnTo>
                    <a:pt x="15472" y="584"/>
                  </a:lnTo>
                  <a:lnTo>
                    <a:pt x="14413" y="390"/>
                  </a:lnTo>
                  <a:lnTo>
                    <a:pt x="13354" y="239"/>
                  </a:lnTo>
                  <a:lnTo>
                    <a:pt x="12295" y="131"/>
                  </a:lnTo>
                  <a:lnTo>
                    <a:pt x="11236" y="44"/>
                  </a:lnTo>
                  <a:lnTo>
                    <a:pt x="10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37">
              <a:extLst>
                <a:ext uri="{FF2B5EF4-FFF2-40B4-BE49-F238E27FC236}">
                  <a16:creationId xmlns:a16="http://schemas.microsoft.com/office/drawing/2014/main" id="{F1899267-AAA3-643E-99B0-5F03C13590AC}"/>
                </a:ext>
              </a:extLst>
            </p:cNvPr>
            <p:cNvSpPr/>
            <p:nvPr/>
          </p:nvSpPr>
          <p:spPr>
            <a:xfrm>
              <a:off x="16348725" y="3035900"/>
              <a:ext cx="457575" cy="519700"/>
            </a:xfrm>
            <a:custGeom>
              <a:avLst/>
              <a:gdLst/>
              <a:ahLst/>
              <a:cxnLst/>
              <a:rect l="l" t="t" r="r" b="b"/>
              <a:pathLst>
                <a:path w="18303" h="20788" fill="none" extrusionOk="0">
                  <a:moveTo>
                    <a:pt x="17373" y="19729"/>
                  </a:moveTo>
                  <a:lnTo>
                    <a:pt x="17373" y="19729"/>
                  </a:lnTo>
                  <a:lnTo>
                    <a:pt x="16357" y="19988"/>
                  </a:lnTo>
                  <a:lnTo>
                    <a:pt x="15342" y="20204"/>
                  </a:lnTo>
                  <a:lnTo>
                    <a:pt x="14305" y="20398"/>
                  </a:lnTo>
                  <a:lnTo>
                    <a:pt x="13289" y="20550"/>
                  </a:lnTo>
                  <a:lnTo>
                    <a:pt x="12252" y="20658"/>
                  </a:lnTo>
                  <a:lnTo>
                    <a:pt x="11193" y="20744"/>
                  </a:lnTo>
                  <a:lnTo>
                    <a:pt x="10156" y="20787"/>
                  </a:lnTo>
                  <a:lnTo>
                    <a:pt x="9119" y="20787"/>
                  </a:lnTo>
                  <a:lnTo>
                    <a:pt x="8082" y="20766"/>
                  </a:lnTo>
                  <a:lnTo>
                    <a:pt x="7045" y="20701"/>
                  </a:lnTo>
                  <a:lnTo>
                    <a:pt x="6007" y="20593"/>
                  </a:lnTo>
                  <a:lnTo>
                    <a:pt x="4970" y="20463"/>
                  </a:lnTo>
                  <a:lnTo>
                    <a:pt x="3933" y="20290"/>
                  </a:lnTo>
                  <a:lnTo>
                    <a:pt x="2918" y="20074"/>
                  </a:lnTo>
                  <a:lnTo>
                    <a:pt x="1902" y="19837"/>
                  </a:lnTo>
                  <a:lnTo>
                    <a:pt x="886" y="19556"/>
                  </a:lnTo>
                  <a:lnTo>
                    <a:pt x="886" y="19556"/>
                  </a:lnTo>
                  <a:lnTo>
                    <a:pt x="692" y="18346"/>
                  </a:lnTo>
                  <a:lnTo>
                    <a:pt x="519" y="17179"/>
                  </a:lnTo>
                  <a:lnTo>
                    <a:pt x="368" y="16012"/>
                  </a:lnTo>
                  <a:lnTo>
                    <a:pt x="238" y="14889"/>
                  </a:lnTo>
                  <a:lnTo>
                    <a:pt x="130" y="13743"/>
                  </a:lnTo>
                  <a:lnTo>
                    <a:pt x="65" y="12641"/>
                  </a:lnTo>
                  <a:lnTo>
                    <a:pt x="22" y="11518"/>
                  </a:lnTo>
                  <a:lnTo>
                    <a:pt x="1" y="10416"/>
                  </a:lnTo>
                  <a:lnTo>
                    <a:pt x="1" y="9292"/>
                  </a:lnTo>
                  <a:lnTo>
                    <a:pt x="22" y="8190"/>
                  </a:lnTo>
                  <a:lnTo>
                    <a:pt x="65" y="7067"/>
                  </a:lnTo>
                  <a:lnTo>
                    <a:pt x="152" y="5943"/>
                  </a:lnTo>
                  <a:lnTo>
                    <a:pt x="260" y="4798"/>
                  </a:lnTo>
                  <a:lnTo>
                    <a:pt x="389" y="3631"/>
                  </a:lnTo>
                  <a:lnTo>
                    <a:pt x="541" y="2464"/>
                  </a:lnTo>
                  <a:lnTo>
                    <a:pt x="735" y="1254"/>
                  </a:lnTo>
                  <a:lnTo>
                    <a:pt x="735" y="1254"/>
                  </a:lnTo>
                  <a:lnTo>
                    <a:pt x="1751" y="973"/>
                  </a:lnTo>
                  <a:lnTo>
                    <a:pt x="2788" y="714"/>
                  </a:lnTo>
                  <a:lnTo>
                    <a:pt x="3847" y="520"/>
                  </a:lnTo>
                  <a:lnTo>
                    <a:pt x="4884" y="325"/>
                  </a:lnTo>
                  <a:lnTo>
                    <a:pt x="5943" y="195"/>
                  </a:lnTo>
                  <a:lnTo>
                    <a:pt x="7001" y="87"/>
                  </a:lnTo>
                  <a:lnTo>
                    <a:pt x="8060" y="23"/>
                  </a:lnTo>
                  <a:lnTo>
                    <a:pt x="9119" y="1"/>
                  </a:lnTo>
                  <a:lnTo>
                    <a:pt x="10178" y="1"/>
                  </a:lnTo>
                  <a:lnTo>
                    <a:pt x="11236" y="44"/>
                  </a:lnTo>
                  <a:lnTo>
                    <a:pt x="12295" y="131"/>
                  </a:lnTo>
                  <a:lnTo>
                    <a:pt x="13354" y="239"/>
                  </a:lnTo>
                  <a:lnTo>
                    <a:pt x="14413" y="390"/>
                  </a:lnTo>
                  <a:lnTo>
                    <a:pt x="15472" y="584"/>
                  </a:lnTo>
                  <a:lnTo>
                    <a:pt x="16509" y="822"/>
                  </a:lnTo>
                  <a:lnTo>
                    <a:pt x="17546" y="1081"/>
                  </a:lnTo>
                  <a:lnTo>
                    <a:pt x="17546" y="1081"/>
                  </a:lnTo>
                  <a:lnTo>
                    <a:pt x="17719" y="2291"/>
                  </a:lnTo>
                  <a:lnTo>
                    <a:pt x="17892" y="3501"/>
                  </a:lnTo>
                  <a:lnTo>
                    <a:pt x="18021" y="4690"/>
                  </a:lnTo>
                  <a:lnTo>
                    <a:pt x="18129" y="5857"/>
                  </a:lnTo>
                  <a:lnTo>
                    <a:pt x="18216" y="7002"/>
                  </a:lnTo>
                  <a:lnTo>
                    <a:pt x="18259" y="8147"/>
                  </a:lnTo>
                  <a:lnTo>
                    <a:pt x="18302" y="9271"/>
                  </a:lnTo>
                  <a:lnTo>
                    <a:pt x="18302" y="10416"/>
                  </a:lnTo>
                  <a:lnTo>
                    <a:pt x="18280" y="11539"/>
                  </a:lnTo>
                  <a:lnTo>
                    <a:pt x="18216" y="12685"/>
                  </a:lnTo>
                  <a:lnTo>
                    <a:pt x="18151" y="13808"/>
                  </a:lnTo>
                  <a:lnTo>
                    <a:pt x="18043" y="14975"/>
                  </a:lnTo>
                  <a:lnTo>
                    <a:pt x="17913" y="16120"/>
                  </a:lnTo>
                  <a:lnTo>
                    <a:pt x="17762" y="17309"/>
                  </a:lnTo>
                  <a:lnTo>
                    <a:pt x="17589" y="18497"/>
                  </a:lnTo>
                  <a:lnTo>
                    <a:pt x="17373" y="19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37">
              <a:extLst>
                <a:ext uri="{FF2B5EF4-FFF2-40B4-BE49-F238E27FC236}">
                  <a16:creationId xmlns:a16="http://schemas.microsoft.com/office/drawing/2014/main" id="{1B353FE2-5BA0-CFCC-DBE4-ADBF260DDA22}"/>
                </a:ext>
              </a:extLst>
            </p:cNvPr>
            <p:cNvSpPr/>
            <p:nvPr/>
          </p:nvSpPr>
          <p:spPr>
            <a:xfrm>
              <a:off x="16346575" y="2635100"/>
              <a:ext cx="461325" cy="439200"/>
            </a:xfrm>
            <a:custGeom>
              <a:avLst/>
              <a:gdLst/>
              <a:ahLst/>
              <a:cxnLst/>
              <a:rect l="l" t="t" r="r" b="b"/>
              <a:pathLst>
                <a:path w="18453" h="17568" extrusionOk="0">
                  <a:moveTo>
                    <a:pt x="8254" y="0"/>
                  </a:moveTo>
                  <a:lnTo>
                    <a:pt x="7260" y="22"/>
                  </a:lnTo>
                  <a:lnTo>
                    <a:pt x="6288" y="65"/>
                  </a:lnTo>
                  <a:lnTo>
                    <a:pt x="5294" y="130"/>
                  </a:lnTo>
                  <a:lnTo>
                    <a:pt x="4322" y="195"/>
                  </a:lnTo>
                  <a:lnTo>
                    <a:pt x="3328" y="281"/>
                  </a:lnTo>
                  <a:lnTo>
                    <a:pt x="2355" y="389"/>
                  </a:lnTo>
                  <a:lnTo>
                    <a:pt x="1383" y="519"/>
                  </a:lnTo>
                  <a:lnTo>
                    <a:pt x="1145" y="562"/>
                  </a:lnTo>
                  <a:lnTo>
                    <a:pt x="908" y="670"/>
                  </a:lnTo>
                  <a:lnTo>
                    <a:pt x="692" y="800"/>
                  </a:lnTo>
                  <a:lnTo>
                    <a:pt x="475" y="994"/>
                  </a:lnTo>
                  <a:lnTo>
                    <a:pt x="324" y="1189"/>
                  </a:lnTo>
                  <a:lnTo>
                    <a:pt x="195" y="1405"/>
                  </a:lnTo>
                  <a:lnTo>
                    <a:pt x="108" y="1642"/>
                  </a:lnTo>
                  <a:lnTo>
                    <a:pt x="65" y="1880"/>
                  </a:lnTo>
                  <a:lnTo>
                    <a:pt x="22" y="2788"/>
                  </a:lnTo>
                  <a:lnTo>
                    <a:pt x="0" y="3695"/>
                  </a:lnTo>
                  <a:lnTo>
                    <a:pt x="0" y="5510"/>
                  </a:lnTo>
                  <a:lnTo>
                    <a:pt x="43" y="7325"/>
                  </a:lnTo>
                  <a:lnTo>
                    <a:pt x="130" y="9119"/>
                  </a:lnTo>
                  <a:lnTo>
                    <a:pt x="259" y="10934"/>
                  </a:lnTo>
                  <a:lnTo>
                    <a:pt x="432" y="12727"/>
                  </a:lnTo>
                  <a:lnTo>
                    <a:pt x="648" y="14520"/>
                  </a:lnTo>
                  <a:lnTo>
                    <a:pt x="908" y="16292"/>
                  </a:lnTo>
                  <a:lnTo>
                    <a:pt x="972" y="16508"/>
                  </a:lnTo>
                  <a:lnTo>
                    <a:pt x="1059" y="16724"/>
                  </a:lnTo>
                  <a:lnTo>
                    <a:pt x="1189" y="16897"/>
                  </a:lnTo>
                  <a:lnTo>
                    <a:pt x="1361" y="17070"/>
                  </a:lnTo>
                  <a:lnTo>
                    <a:pt x="1534" y="17200"/>
                  </a:lnTo>
                  <a:lnTo>
                    <a:pt x="1750" y="17308"/>
                  </a:lnTo>
                  <a:lnTo>
                    <a:pt x="1966" y="17373"/>
                  </a:lnTo>
                  <a:lnTo>
                    <a:pt x="2204" y="17416"/>
                  </a:lnTo>
                  <a:lnTo>
                    <a:pt x="3954" y="17481"/>
                  </a:lnTo>
                  <a:lnTo>
                    <a:pt x="5704" y="17524"/>
                  </a:lnTo>
                  <a:lnTo>
                    <a:pt x="7476" y="17545"/>
                  </a:lnTo>
                  <a:lnTo>
                    <a:pt x="9227" y="17567"/>
                  </a:lnTo>
                  <a:lnTo>
                    <a:pt x="10998" y="17545"/>
                  </a:lnTo>
                  <a:lnTo>
                    <a:pt x="12749" y="17524"/>
                  </a:lnTo>
                  <a:lnTo>
                    <a:pt x="14499" y="17481"/>
                  </a:lnTo>
                  <a:lnTo>
                    <a:pt x="16271" y="17416"/>
                  </a:lnTo>
                  <a:lnTo>
                    <a:pt x="16487" y="17373"/>
                  </a:lnTo>
                  <a:lnTo>
                    <a:pt x="16703" y="17308"/>
                  </a:lnTo>
                  <a:lnTo>
                    <a:pt x="16919" y="17200"/>
                  </a:lnTo>
                  <a:lnTo>
                    <a:pt x="17092" y="17070"/>
                  </a:lnTo>
                  <a:lnTo>
                    <a:pt x="17264" y="16897"/>
                  </a:lnTo>
                  <a:lnTo>
                    <a:pt x="17394" y="16724"/>
                  </a:lnTo>
                  <a:lnTo>
                    <a:pt x="17481" y="16508"/>
                  </a:lnTo>
                  <a:lnTo>
                    <a:pt x="17545" y="16292"/>
                  </a:lnTo>
                  <a:lnTo>
                    <a:pt x="17805" y="14520"/>
                  </a:lnTo>
                  <a:lnTo>
                    <a:pt x="18021" y="12727"/>
                  </a:lnTo>
                  <a:lnTo>
                    <a:pt x="18194" y="10934"/>
                  </a:lnTo>
                  <a:lnTo>
                    <a:pt x="18345" y="9119"/>
                  </a:lnTo>
                  <a:lnTo>
                    <a:pt x="18431" y="7325"/>
                  </a:lnTo>
                  <a:lnTo>
                    <a:pt x="18453" y="5510"/>
                  </a:lnTo>
                  <a:lnTo>
                    <a:pt x="18453" y="3695"/>
                  </a:lnTo>
                  <a:lnTo>
                    <a:pt x="18431" y="2788"/>
                  </a:lnTo>
                  <a:lnTo>
                    <a:pt x="18388" y="1880"/>
                  </a:lnTo>
                  <a:lnTo>
                    <a:pt x="18345" y="1642"/>
                  </a:lnTo>
                  <a:lnTo>
                    <a:pt x="18280" y="1405"/>
                  </a:lnTo>
                  <a:lnTo>
                    <a:pt x="18150" y="1189"/>
                  </a:lnTo>
                  <a:lnTo>
                    <a:pt x="17978" y="994"/>
                  </a:lnTo>
                  <a:lnTo>
                    <a:pt x="17783" y="800"/>
                  </a:lnTo>
                  <a:lnTo>
                    <a:pt x="17545" y="670"/>
                  </a:lnTo>
                  <a:lnTo>
                    <a:pt x="17329" y="562"/>
                  </a:lnTo>
                  <a:lnTo>
                    <a:pt x="17092" y="519"/>
                  </a:lnTo>
                  <a:lnTo>
                    <a:pt x="16098" y="389"/>
                  </a:lnTo>
                  <a:lnTo>
                    <a:pt x="15125" y="281"/>
                  </a:lnTo>
                  <a:lnTo>
                    <a:pt x="14131" y="195"/>
                  </a:lnTo>
                  <a:lnTo>
                    <a:pt x="13159" y="130"/>
                  </a:lnTo>
                  <a:lnTo>
                    <a:pt x="12187" y="65"/>
                  </a:lnTo>
                  <a:lnTo>
                    <a:pt x="11193" y="22"/>
                  </a:lnTo>
                  <a:lnTo>
                    <a:pt x="1022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37">
              <a:extLst>
                <a:ext uri="{FF2B5EF4-FFF2-40B4-BE49-F238E27FC236}">
                  <a16:creationId xmlns:a16="http://schemas.microsoft.com/office/drawing/2014/main" id="{0CA4B637-F484-FB83-8BD7-8FD103C4CDEE}"/>
                </a:ext>
              </a:extLst>
            </p:cNvPr>
            <p:cNvSpPr/>
            <p:nvPr/>
          </p:nvSpPr>
          <p:spPr>
            <a:xfrm>
              <a:off x="16528600" y="2815525"/>
              <a:ext cx="97275" cy="148025"/>
            </a:xfrm>
            <a:custGeom>
              <a:avLst/>
              <a:gdLst/>
              <a:ahLst/>
              <a:cxnLst/>
              <a:rect l="l" t="t" r="r" b="b"/>
              <a:pathLst>
                <a:path w="3891" h="5921" extrusionOk="0">
                  <a:moveTo>
                    <a:pt x="1946" y="0"/>
                  </a:moveTo>
                  <a:lnTo>
                    <a:pt x="1751" y="22"/>
                  </a:lnTo>
                  <a:lnTo>
                    <a:pt x="1557" y="65"/>
                  </a:lnTo>
                  <a:lnTo>
                    <a:pt x="1362" y="130"/>
                  </a:lnTo>
                  <a:lnTo>
                    <a:pt x="1189" y="238"/>
                  </a:lnTo>
                  <a:lnTo>
                    <a:pt x="1016" y="367"/>
                  </a:lnTo>
                  <a:lnTo>
                    <a:pt x="865" y="519"/>
                  </a:lnTo>
                  <a:lnTo>
                    <a:pt x="714" y="670"/>
                  </a:lnTo>
                  <a:lnTo>
                    <a:pt x="563" y="864"/>
                  </a:lnTo>
                  <a:lnTo>
                    <a:pt x="433" y="1080"/>
                  </a:lnTo>
                  <a:lnTo>
                    <a:pt x="325" y="1318"/>
                  </a:lnTo>
                  <a:lnTo>
                    <a:pt x="239" y="1556"/>
                  </a:lnTo>
                  <a:lnTo>
                    <a:pt x="152" y="1815"/>
                  </a:lnTo>
                  <a:lnTo>
                    <a:pt x="87" y="2074"/>
                  </a:lnTo>
                  <a:lnTo>
                    <a:pt x="44" y="2377"/>
                  </a:lnTo>
                  <a:lnTo>
                    <a:pt x="1" y="2658"/>
                  </a:lnTo>
                  <a:lnTo>
                    <a:pt x="1" y="2960"/>
                  </a:lnTo>
                  <a:lnTo>
                    <a:pt x="1" y="3263"/>
                  </a:lnTo>
                  <a:lnTo>
                    <a:pt x="44" y="3565"/>
                  </a:lnTo>
                  <a:lnTo>
                    <a:pt x="87" y="3846"/>
                  </a:lnTo>
                  <a:lnTo>
                    <a:pt x="152" y="4127"/>
                  </a:lnTo>
                  <a:lnTo>
                    <a:pt x="239" y="4386"/>
                  </a:lnTo>
                  <a:lnTo>
                    <a:pt x="325" y="4624"/>
                  </a:lnTo>
                  <a:lnTo>
                    <a:pt x="433" y="4840"/>
                  </a:lnTo>
                  <a:lnTo>
                    <a:pt x="563" y="5056"/>
                  </a:lnTo>
                  <a:lnTo>
                    <a:pt x="714" y="5251"/>
                  </a:lnTo>
                  <a:lnTo>
                    <a:pt x="865" y="5424"/>
                  </a:lnTo>
                  <a:lnTo>
                    <a:pt x="1016" y="5575"/>
                  </a:lnTo>
                  <a:lnTo>
                    <a:pt x="1189" y="5683"/>
                  </a:lnTo>
                  <a:lnTo>
                    <a:pt x="1362" y="5791"/>
                  </a:lnTo>
                  <a:lnTo>
                    <a:pt x="1557" y="5856"/>
                  </a:lnTo>
                  <a:lnTo>
                    <a:pt x="1751" y="5921"/>
                  </a:lnTo>
                  <a:lnTo>
                    <a:pt x="2140" y="5921"/>
                  </a:lnTo>
                  <a:lnTo>
                    <a:pt x="2334" y="5856"/>
                  </a:lnTo>
                  <a:lnTo>
                    <a:pt x="2529" y="5791"/>
                  </a:lnTo>
                  <a:lnTo>
                    <a:pt x="2702" y="5683"/>
                  </a:lnTo>
                  <a:lnTo>
                    <a:pt x="2875" y="5575"/>
                  </a:lnTo>
                  <a:lnTo>
                    <a:pt x="3047" y="5424"/>
                  </a:lnTo>
                  <a:lnTo>
                    <a:pt x="3199" y="5251"/>
                  </a:lnTo>
                  <a:lnTo>
                    <a:pt x="3328" y="5056"/>
                  </a:lnTo>
                  <a:lnTo>
                    <a:pt x="3458" y="4840"/>
                  </a:lnTo>
                  <a:lnTo>
                    <a:pt x="3566" y="4624"/>
                  </a:lnTo>
                  <a:lnTo>
                    <a:pt x="3653" y="4386"/>
                  </a:lnTo>
                  <a:lnTo>
                    <a:pt x="3739" y="4127"/>
                  </a:lnTo>
                  <a:lnTo>
                    <a:pt x="3804" y="3846"/>
                  </a:lnTo>
                  <a:lnTo>
                    <a:pt x="3869" y="3565"/>
                  </a:lnTo>
                  <a:lnTo>
                    <a:pt x="3890" y="3263"/>
                  </a:lnTo>
                  <a:lnTo>
                    <a:pt x="3890" y="2960"/>
                  </a:lnTo>
                  <a:lnTo>
                    <a:pt x="3890" y="2658"/>
                  </a:lnTo>
                  <a:lnTo>
                    <a:pt x="3869" y="2377"/>
                  </a:lnTo>
                  <a:lnTo>
                    <a:pt x="3804" y="2074"/>
                  </a:lnTo>
                  <a:lnTo>
                    <a:pt x="3739" y="1815"/>
                  </a:lnTo>
                  <a:lnTo>
                    <a:pt x="3653" y="1556"/>
                  </a:lnTo>
                  <a:lnTo>
                    <a:pt x="3566" y="1318"/>
                  </a:lnTo>
                  <a:lnTo>
                    <a:pt x="3458" y="1080"/>
                  </a:lnTo>
                  <a:lnTo>
                    <a:pt x="3328" y="864"/>
                  </a:lnTo>
                  <a:lnTo>
                    <a:pt x="3199" y="670"/>
                  </a:lnTo>
                  <a:lnTo>
                    <a:pt x="3047" y="519"/>
                  </a:lnTo>
                  <a:lnTo>
                    <a:pt x="2875" y="367"/>
                  </a:lnTo>
                  <a:lnTo>
                    <a:pt x="2702" y="238"/>
                  </a:lnTo>
                  <a:lnTo>
                    <a:pt x="2529" y="130"/>
                  </a:lnTo>
                  <a:lnTo>
                    <a:pt x="2334" y="65"/>
                  </a:lnTo>
                  <a:lnTo>
                    <a:pt x="2140" y="22"/>
                  </a:lnTo>
                  <a:lnTo>
                    <a:pt x="194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37">
              <a:extLst>
                <a:ext uri="{FF2B5EF4-FFF2-40B4-BE49-F238E27FC236}">
                  <a16:creationId xmlns:a16="http://schemas.microsoft.com/office/drawing/2014/main" id="{EC64CA29-15D8-0621-F0C3-DEC1C3D2FCA9}"/>
                </a:ext>
              </a:extLst>
            </p:cNvPr>
            <p:cNvSpPr/>
            <p:nvPr/>
          </p:nvSpPr>
          <p:spPr>
            <a:xfrm>
              <a:off x="16550225" y="2837125"/>
              <a:ext cx="54025" cy="104825"/>
            </a:xfrm>
            <a:custGeom>
              <a:avLst/>
              <a:gdLst/>
              <a:ahLst/>
              <a:cxnLst/>
              <a:rect l="l" t="t" r="r" b="b"/>
              <a:pathLst>
                <a:path w="2161" h="4193" extrusionOk="0">
                  <a:moveTo>
                    <a:pt x="1081" y="0"/>
                  </a:moveTo>
                  <a:lnTo>
                    <a:pt x="994" y="22"/>
                  </a:lnTo>
                  <a:lnTo>
                    <a:pt x="886" y="44"/>
                  </a:lnTo>
                  <a:lnTo>
                    <a:pt x="800" y="87"/>
                  </a:lnTo>
                  <a:lnTo>
                    <a:pt x="692" y="173"/>
                  </a:lnTo>
                  <a:lnTo>
                    <a:pt x="605" y="260"/>
                  </a:lnTo>
                  <a:lnTo>
                    <a:pt x="519" y="346"/>
                  </a:lnTo>
                  <a:lnTo>
                    <a:pt x="346" y="605"/>
                  </a:lnTo>
                  <a:lnTo>
                    <a:pt x="216" y="930"/>
                  </a:lnTo>
                  <a:lnTo>
                    <a:pt x="108" y="1275"/>
                  </a:lnTo>
                  <a:lnTo>
                    <a:pt x="22" y="1664"/>
                  </a:lnTo>
                  <a:lnTo>
                    <a:pt x="0" y="1880"/>
                  </a:lnTo>
                  <a:lnTo>
                    <a:pt x="0" y="2096"/>
                  </a:lnTo>
                  <a:lnTo>
                    <a:pt x="0" y="2312"/>
                  </a:lnTo>
                  <a:lnTo>
                    <a:pt x="22" y="2528"/>
                  </a:lnTo>
                  <a:lnTo>
                    <a:pt x="108" y="2917"/>
                  </a:lnTo>
                  <a:lnTo>
                    <a:pt x="216" y="3285"/>
                  </a:lnTo>
                  <a:lnTo>
                    <a:pt x="346" y="3587"/>
                  </a:lnTo>
                  <a:lnTo>
                    <a:pt x="519" y="3847"/>
                  </a:lnTo>
                  <a:lnTo>
                    <a:pt x="605" y="3955"/>
                  </a:lnTo>
                  <a:lnTo>
                    <a:pt x="692" y="4041"/>
                  </a:lnTo>
                  <a:lnTo>
                    <a:pt x="800" y="4106"/>
                  </a:lnTo>
                  <a:lnTo>
                    <a:pt x="886" y="4149"/>
                  </a:lnTo>
                  <a:lnTo>
                    <a:pt x="994" y="4192"/>
                  </a:lnTo>
                  <a:lnTo>
                    <a:pt x="1167" y="4192"/>
                  </a:lnTo>
                  <a:lnTo>
                    <a:pt x="1275" y="4149"/>
                  </a:lnTo>
                  <a:lnTo>
                    <a:pt x="1361" y="4106"/>
                  </a:lnTo>
                  <a:lnTo>
                    <a:pt x="1469" y="4041"/>
                  </a:lnTo>
                  <a:lnTo>
                    <a:pt x="1556" y="3955"/>
                  </a:lnTo>
                  <a:lnTo>
                    <a:pt x="1642" y="3847"/>
                  </a:lnTo>
                  <a:lnTo>
                    <a:pt x="1815" y="3587"/>
                  </a:lnTo>
                  <a:lnTo>
                    <a:pt x="1945" y="3285"/>
                  </a:lnTo>
                  <a:lnTo>
                    <a:pt x="2074" y="2917"/>
                  </a:lnTo>
                  <a:lnTo>
                    <a:pt x="2139" y="2528"/>
                  </a:lnTo>
                  <a:lnTo>
                    <a:pt x="2161" y="2312"/>
                  </a:lnTo>
                  <a:lnTo>
                    <a:pt x="2161" y="2096"/>
                  </a:lnTo>
                  <a:lnTo>
                    <a:pt x="2161" y="1880"/>
                  </a:lnTo>
                  <a:lnTo>
                    <a:pt x="2139" y="1664"/>
                  </a:lnTo>
                  <a:lnTo>
                    <a:pt x="2074" y="1275"/>
                  </a:lnTo>
                  <a:lnTo>
                    <a:pt x="1945" y="930"/>
                  </a:lnTo>
                  <a:lnTo>
                    <a:pt x="1815" y="605"/>
                  </a:lnTo>
                  <a:lnTo>
                    <a:pt x="1642" y="346"/>
                  </a:lnTo>
                  <a:lnTo>
                    <a:pt x="1556" y="260"/>
                  </a:lnTo>
                  <a:lnTo>
                    <a:pt x="1469" y="173"/>
                  </a:lnTo>
                  <a:lnTo>
                    <a:pt x="1361" y="87"/>
                  </a:lnTo>
                  <a:lnTo>
                    <a:pt x="1275" y="44"/>
                  </a:lnTo>
                  <a:lnTo>
                    <a:pt x="1167" y="22"/>
                  </a:lnTo>
                  <a:lnTo>
                    <a:pt x="10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37">
              <a:extLst>
                <a:ext uri="{FF2B5EF4-FFF2-40B4-BE49-F238E27FC236}">
                  <a16:creationId xmlns:a16="http://schemas.microsoft.com/office/drawing/2014/main" id="{CBE6F8DC-3532-8FBF-7700-34BD6AB72AD5}"/>
                </a:ext>
              </a:extLst>
            </p:cNvPr>
            <p:cNvSpPr/>
            <p:nvPr/>
          </p:nvSpPr>
          <p:spPr>
            <a:xfrm>
              <a:off x="16330900" y="3048875"/>
              <a:ext cx="492675" cy="38375"/>
            </a:xfrm>
            <a:custGeom>
              <a:avLst/>
              <a:gdLst/>
              <a:ahLst/>
              <a:cxnLst/>
              <a:rect l="l" t="t" r="r" b="b"/>
              <a:pathLst>
                <a:path w="19707" h="1535" extrusionOk="0">
                  <a:moveTo>
                    <a:pt x="606" y="1"/>
                  </a:moveTo>
                  <a:lnTo>
                    <a:pt x="476" y="44"/>
                  </a:lnTo>
                  <a:lnTo>
                    <a:pt x="346" y="130"/>
                  </a:lnTo>
                  <a:lnTo>
                    <a:pt x="217" y="217"/>
                  </a:lnTo>
                  <a:lnTo>
                    <a:pt x="130" y="325"/>
                  </a:lnTo>
                  <a:lnTo>
                    <a:pt x="65" y="454"/>
                  </a:lnTo>
                  <a:lnTo>
                    <a:pt x="22" y="606"/>
                  </a:lnTo>
                  <a:lnTo>
                    <a:pt x="0" y="757"/>
                  </a:lnTo>
                  <a:lnTo>
                    <a:pt x="22" y="908"/>
                  </a:lnTo>
                  <a:lnTo>
                    <a:pt x="65" y="1059"/>
                  </a:lnTo>
                  <a:lnTo>
                    <a:pt x="130" y="1189"/>
                  </a:lnTo>
                  <a:lnTo>
                    <a:pt x="217" y="1297"/>
                  </a:lnTo>
                  <a:lnTo>
                    <a:pt x="346" y="1405"/>
                  </a:lnTo>
                  <a:lnTo>
                    <a:pt x="476" y="1470"/>
                  </a:lnTo>
                  <a:lnTo>
                    <a:pt x="606" y="1513"/>
                  </a:lnTo>
                  <a:lnTo>
                    <a:pt x="778" y="1535"/>
                  </a:lnTo>
                  <a:lnTo>
                    <a:pt x="18950" y="1535"/>
                  </a:lnTo>
                  <a:lnTo>
                    <a:pt x="19102" y="1513"/>
                  </a:lnTo>
                  <a:lnTo>
                    <a:pt x="19231" y="1470"/>
                  </a:lnTo>
                  <a:lnTo>
                    <a:pt x="19361" y="1405"/>
                  </a:lnTo>
                  <a:lnTo>
                    <a:pt x="19490" y="1297"/>
                  </a:lnTo>
                  <a:lnTo>
                    <a:pt x="19577" y="1189"/>
                  </a:lnTo>
                  <a:lnTo>
                    <a:pt x="19642" y="1059"/>
                  </a:lnTo>
                  <a:lnTo>
                    <a:pt x="19685" y="908"/>
                  </a:lnTo>
                  <a:lnTo>
                    <a:pt x="19707" y="757"/>
                  </a:lnTo>
                  <a:lnTo>
                    <a:pt x="19685" y="606"/>
                  </a:lnTo>
                  <a:lnTo>
                    <a:pt x="19642" y="454"/>
                  </a:lnTo>
                  <a:lnTo>
                    <a:pt x="19577" y="325"/>
                  </a:lnTo>
                  <a:lnTo>
                    <a:pt x="19490" y="217"/>
                  </a:lnTo>
                  <a:lnTo>
                    <a:pt x="19361" y="130"/>
                  </a:lnTo>
                  <a:lnTo>
                    <a:pt x="19231" y="44"/>
                  </a:lnTo>
                  <a:lnTo>
                    <a:pt x="1910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37">
              <a:extLst>
                <a:ext uri="{FF2B5EF4-FFF2-40B4-BE49-F238E27FC236}">
                  <a16:creationId xmlns:a16="http://schemas.microsoft.com/office/drawing/2014/main" id="{92A34211-0D1C-373D-C466-138857EF93AA}"/>
                </a:ext>
              </a:extLst>
            </p:cNvPr>
            <p:cNvSpPr/>
            <p:nvPr/>
          </p:nvSpPr>
          <p:spPr>
            <a:xfrm>
              <a:off x="16395725" y="3319500"/>
              <a:ext cx="195025" cy="121575"/>
            </a:xfrm>
            <a:custGeom>
              <a:avLst/>
              <a:gdLst/>
              <a:ahLst/>
              <a:cxnLst/>
              <a:rect l="l" t="t" r="r" b="b"/>
              <a:pathLst>
                <a:path w="7801" h="4863" extrusionOk="0">
                  <a:moveTo>
                    <a:pt x="5986" y="1"/>
                  </a:moveTo>
                  <a:lnTo>
                    <a:pt x="5813" y="23"/>
                  </a:lnTo>
                  <a:lnTo>
                    <a:pt x="5640" y="87"/>
                  </a:lnTo>
                  <a:lnTo>
                    <a:pt x="5445" y="174"/>
                  </a:lnTo>
                  <a:lnTo>
                    <a:pt x="5273" y="303"/>
                  </a:lnTo>
                  <a:lnTo>
                    <a:pt x="5057" y="455"/>
                  </a:lnTo>
                  <a:lnTo>
                    <a:pt x="4862" y="628"/>
                  </a:lnTo>
                  <a:lnTo>
                    <a:pt x="4646" y="844"/>
                  </a:lnTo>
                  <a:lnTo>
                    <a:pt x="4430" y="1103"/>
                  </a:lnTo>
                  <a:lnTo>
                    <a:pt x="3933" y="1708"/>
                  </a:lnTo>
                  <a:lnTo>
                    <a:pt x="3738" y="1946"/>
                  </a:lnTo>
                  <a:lnTo>
                    <a:pt x="3522" y="2183"/>
                  </a:lnTo>
                  <a:lnTo>
                    <a:pt x="3285" y="2399"/>
                  </a:lnTo>
                  <a:lnTo>
                    <a:pt x="3047" y="2594"/>
                  </a:lnTo>
                  <a:lnTo>
                    <a:pt x="2788" y="2788"/>
                  </a:lnTo>
                  <a:lnTo>
                    <a:pt x="2528" y="2961"/>
                  </a:lnTo>
                  <a:lnTo>
                    <a:pt x="2248" y="3134"/>
                  </a:lnTo>
                  <a:lnTo>
                    <a:pt x="1988" y="3264"/>
                  </a:lnTo>
                  <a:lnTo>
                    <a:pt x="1707" y="3393"/>
                  </a:lnTo>
                  <a:lnTo>
                    <a:pt x="1448" y="3501"/>
                  </a:lnTo>
                  <a:lnTo>
                    <a:pt x="1167" y="3566"/>
                  </a:lnTo>
                  <a:lnTo>
                    <a:pt x="908" y="3631"/>
                  </a:lnTo>
                  <a:lnTo>
                    <a:pt x="670" y="3653"/>
                  </a:lnTo>
                  <a:lnTo>
                    <a:pt x="433" y="3653"/>
                  </a:lnTo>
                  <a:lnTo>
                    <a:pt x="195" y="3631"/>
                  </a:lnTo>
                  <a:lnTo>
                    <a:pt x="0" y="3588"/>
                  </a:lnTo>
                  <a:lnTo>
                    <a:pt x="389" y="3825"/>
                  </a:lnTo>
                  <a:lnTo>
                    <a:pt x="778" y="4063"/>
                  </a:lnTo>
                  <a:lnTo>
                    <a:pt x="1210" y="4258"/>
                  </a:lnTo>
                  <a:lnTo>
                    <a:pt x="1643" y="4430"/>
                  </a:lnTo>
                  <a:lnTo>
                    <a:pt x="2118" y="4582"/>
                  </a:lnTo>
                  <a:lnTo>
                    <a:pt x="2572" y="4711"/>
                  </a:lnTo>
                  <a:lnTo>
                    <a:pt x="3047" y="4798"/>
                  </a:lnTo>
                  <a:lnTo>
                    <a:pt x="3501" y="4863"/>
                  </a:lnTo>
                  <a:lnTo>
                    <a:pt x="3976" y="4863"/>
                  </a:lnTo>
                  <a:lnTo>
                    <a:pt x="4430" y="4841"/>
                  </a:lnTo>
                  <a:lnTo>
                    <a:pt x="4884" y="4776"/>
                  </a:lnTo>
                  <a:lnTo>
                    <a:pt x="5316" y="4668"/>
                  </a:lnTo>
                  <a:lnTo>
                    <a:pt x="5510" y="4603"/>
                  </a:lnTo>
                  <a:lnTo>
                    <a:pt x="5705" y="4517"/>
                  </a:lnTo>
                  <a:lnTo>
                    <a:pt x="5899" y="4409"/>
                  </a:lnTo>
                  <a:lnTo>
                    <a:pt x="6094" y="4301"/>
                  </a:lnTo>
                  <a:lnTo>
                    <a:pt x="6288" y="4193"/>
                  </a:lnTo>
                  <a:lnTo>
                    <a:pt x="6461" y="4063"/>
                  </a:lnTo>
                  <a:lnTo>
                    <a:pt x="6612" y="3912"/>
                  </a:lnTo>
                  <a:lnTo>
                    <a:pt x="6764" y="3739"/>
                  </a:lnTo>
                  <a:lnTo>
                    <a:pt x="7044" y="3415"/>
                  </a:lnTo>
                  <a:lnTo>
                    <a:pt x="7282" y="3112"/>
                  </a:lnTo>
                  <a:lnTo>
                    <a:pt x="7455" y="2832"/>
                  </a:lnTo>
                  <a:lnTo>
                    <a:pt x="7606" y="2551"/>
                  </a:lnTo>
                  <a:lnTo>
                    <a:pt x="7693" y="2291"/>
                  </a:lnTo>
                  <a:lnTo>
                    <a:pt x="7757" y="2054"/>
                  </a:lnTo>
                  <a:lnTo>
                    <a:pt x="7801" y="1838"/>
                  </a:lnTo>
                  <a:lnTo>
                    <a:pt x="7801" y="1621"/>
                  </a:lnTo>
                  <a:lnTo>
                    <a:pt x="7757" y="1427"/>
                  </a:lnTo>
                  <a:lnTo>
                    <a:pt x="7714" y="1233"/>
                  </a:lnTo>
                  <a:lnTo>
                    <a:pt x="7628" y="1081"/>
                  </a:lnTo>
                  <a:lnTo>
                    <a:pt x="7541" y="908"/>
                  </a:lnTo>
                  <a:lnTo>
                    <a:pt x="7412" y="779"/>
                  </a:lnTo>
                  <a:lnTo>
                    <a:pt x="7304" y="649"/>
                  </a:lnTo>
                  <a:lnTo>
                    <a:pt x="7152" y="520"/>
                  </a:lnTo>
                  <a:lnTo>
                    <a:pt x="7023" y="411"/>
                  </a:lnTo>
                  <a:lnTo>
                    <a:pt x="6850" y="282"/>
                  </a:lnTo>
                  <a:lnTo>
                    <a:pt x="6677" y="174"/>
                  </a:lnTo>
                  <a:lnTo>
                    <a:pt x="6504" y="87"/>
                  </a:lnTo>
                  <a:lnTo>
                    <a:pt x="6331" y="44"/>
                  </a:lnTo>
                  <a:lnTo>
                    <a:pt x="61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37">
              <a:extLst>
                <a:ext uri="{FF2B5EF4-FFF2-40B4-BE49-F238E27FC236}">
                  <a16:creationId xmlns:a16="http://schemas.microsoft.com/office/drawing/2014/main" id="{9DAC7279-53AB-8A71-8BEC-A9A8BBEA2FEB}"/>
                </a:ext>
              </a:extLst>
            </p:cNvPr>
            <p:cNvSpPr/>
            <p:nvPr/>
          </p:nvSpPr>
          <p:spPr>
            <a:xfrm>
              <a:off x="16563725" y="3319500"/>
              <a:ext cx="195025" cy="121575"/>
            </a:xfrm>
            <a:custGeom>
              <a:avLst/>
              <a:gdLst/>
              <a:ahLst/>
              <a:cxnLst/>
              <a:rect l="l" t="t" r="r" b="b"/>
              <a:pathLst>
                <a:path w="7801" h="4863" extrusionOk="0">
                  <a:moveTo>
                    <a:pt x="1642" y="1"/>
                  </a:moveTo>
                  <a:lnTo>
                    <a:pt x="1470" y="44"/>
                  </a:lnTo>
                  <a:lnTo>
                    <a:pt x="1297" y="87"/>
                  </a:lnTo>
                  <a:lnTo>
                    <a:pt x="1124" y="174"/>
                  </a:lnTo>
                  <a:lnTo>
                    <a:pt x="973" y="282"/>
                  </a:lnTo>
                  <a:lnTo>
                    <a:pt x="778" y="411"/>
                  </a:lnTo>
                  <a:lnTo>
                    <a:pt x="649" y="520"/>
                  </a:lnTo>
                  <a:lnTo>
                    <a:pt x="519" y="649"/>
                  </a:lnTo>
                  <a:lnTo>
                    <a:pt x="389" y="779"/>
                  </a:lnTo>
                  <a:lnTo>
                    <a:pt x="281" y="908"/>
                  </a:lnTo>
                  <a:lnTo>
                    <a:pt x="173" y="1081"/>
                  </a:lnTo>
                  <a:lnTo>
                    <a:pt x="87" y="1233"/>
                  </a:lnTo>
                  <a:lnTo>
                    <a:pt x="44" y="1427"/>
                  </a:lnTo>
                  <a:lnTo>
                    <a:pt x="22" y="1621"/>
                  </a:lnTo>
                  <a:lnTo>
                    <a:pt x="0" y="1838"/>
                  </a:lnTo>
                  <a:lnTo>
                    <a:pt x="44" y="2054"/>
                  </a:lnTo>
                  <a:lnTo>
                    <a:pt x="108" y="2291"/>
                  </a:lnTo>
                  <a:lnTo>
                    <a:pt x="195" y="2551"/>
                  </a:lnTo>
                  <a:lnTo>
                    <a:pt x="346" y="2832"/>
                  </a:lnTo>
                  <a:lnTo>
                    <a:pt x="519" y="3112"/>
                  </a:lnTo>
                  <a:lnTo>
                    <a:pt x="757" y="3415"/>
                  </a:lnTo>
                  <a:lnTo>
                    <a:pt x="1037" y="3739"/>
                  </a:lnTo>
                  <a:lnTo>
                    <a:pt x="1189" y="3912"/>
                  </a:lnTo>
                  <a:lnTo>
                    <a:pt x="1362" y="4063"/>
                  </a:lnTo>
                  <a:lnTo>
                    <a:pt x="1534" y="4193"/>
                  </a:lnTo>
                  <a:lnTo>
                    <a:pt x="1707" y="4301"/>
                  </a:lnTo>
                  <a:lnTo>
                    <a:pt x="1902" y="4409"/>
                  </a:lnTo>
                  <a:lnTo>
                    <a:pt x="2096" y="4517"/>
                  </a:lnTo>
                  <a:lnTo>
                    <a:pt x="2291" y="4603"/>
                  </a:lnTo>
                  <a:lnTo>
                    <a:pt x="2507" y="4668"/>
                  </a:lnTo>
                  <a:lnTo>
                    <a:pt x="2917" y="4776"/>
                  </a:lnTo>
                  <a:lnTo>
                    <a:pt x="3371" y="4841"/>
                  </a:lnTo>
                  <a:lnTo>
                    <a:pt x="3825" y="4863"/>
                  </a:lnTo>
                  <a:lnTo>
                    <a:pt x="4300" y="4863"/>
                  </a:lnTo>
                  <a:lnTo>
                    <a:pt x="4754" y="4798"/>
                  </a:lnTo>
                  <a:lnTo>
                    <a:pt x="5229" y="4711"/>
                  </a:lnTo>
                  <a:lnTo>
                    <a:pt x="5705" y="4582"/>
                  </a:lnTo>
                  <a:lnTo>
                    <a:pt x="6158" y="4430"/>
                  </a:lnTo>
                  <a:lnTo>
                    <a:pt x="6591" y="4258"/>
                  </a:lnTo>
                  <a:lnTo>
                    <a:pt x="7023" y="4063"/>
                  </a:lnTo>
                  <a:lnTo>
                    <a:pt x="7433" y="3825"/>
                  </a:lnTo>
                  <a:lnTo>
                    <a:pt x="7801" y="3588"/>
                  </a:lnTo>
                  <a:lnTo>
                    <a:pt x="7606" y="3631"/>
                  </a:lnTo>
                  <a:lnTo>
                    <a:pt x="7390" y="3653"/>
                  </a:lnTo>
                  <a:lnTo>
                    <a:pt x="7152" y="3653"/>
                  </a:lnTo>
                  <a:lnTo>
                    <a:pt x="6893" y="3631"/>
                  </a:lnTo>
                  <a:lnTo>
                    <a:pt x="6634" y="3566"/>
                  </a:lnTo>
                  <a:lnTo>
                    <a:pt x="6375" y="3501"/>
                  </a:lnTo>
                  <a:lnTo>
                    <a:pt x="6094" y="3393"/>
                  </a:lnTo>
                  <a:lnTo>
                    <a:pt x="5813" y="3264"/>
                  </a:lnTo>
                  <a:lnTo>
                    <a:pt x="5553" y="3134"/>
                  </a:lnTo>
                  <a:lnTo>
                    <a:pt x="5273" y="2961"/>
                  </a:lnTo>
                  <a:lnTo>
                    <a:pt x="5013" y="2788"/>
                  </a:lnTo>
                  <a:lnTo>
                    <a:pt x="4754" y="2594"/>
                  </a:lnTo>
                  <a:lnTo>
                    <a:pt x="4516" y="2399"/>
                  </a:lnTo>
                  <a:lnTo>
                    <a:pt x="4279" y="2183"/>
                  </a:lnTo>
                  <a:lnTo>
                    <a:pt x="4063" y="1946"/>
                  </a:lnTo>
                  <a:lnTo>
                    <a:pt x="3868" y="1708"/>
                  </a:lnTo>
                  <a:lnTo>
                    <a:pt x="3393" y="1103"/>
                  </a:lnTo>
                  <a:lnTo>
                    <a:pt x="3155" y="844"/>
                  </a:lnTo>
                  <a:lnTo>
                    <a:pt x="2939" y="628"/>
                  </a:lnTo>
                  <a:lnTo>
                    <a:pt x="2744" y="455"/>
                  </a:lnTo>
                  <a:lnTo>
                    <a:pt x="2550" y="303"/>
                  </a:lnTo>
                  <a:lnTo>
                    <a:pt x="2356" y="174"/>
                  </a:lnTo>
                  <a:lnTo>
                    <a:pt x="2161" y="87"/>
                  </a:lnTo>
                  <a:lnTo>
                    <a:pt x="1988" y="23"/>
                  </a:lnTo>
                  <a:lnTo>
                    <a:pt x="18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37">
              <a:extLst>
                <a:ext uri="{FF2B5EF4-FFF2-40B4-BE49-F238E27FC236}">
                  <a16:creationId xmlns:a16="http://schemas.microsoft.com/office/drawing/2014/main" id="{B407DE12-3B0E-5741-CBE7-A01F76205815}"/>
                </a:ext>
              </a:extLst>
            </p:cNvPr>
            <p:cNvSpPr/>
            <p:nvPr/>
          </p:nvSpPr>
          <p:spPr>
            <a:xfrm>
              <a:off x="16640975" y="3230925"/>
              <a:ext cx="27575" cy="34600"/>
            </a:xfrm>
            <a:custGeom>
              <a:avLst/>
              <a:gdLst/>
              <a:ahLst/>
              <a:cxnLst/>
              <a:rect l="l" t="t" r="r" b="b"/>
              <a:pathLst>
                <a:path w="1103" h="1384" extrusionOk="0">
                  <a:moveTo>
                    <a:pt x="432" y="0"/>
                  </a:moveTo>
                  <a:lnTo>
                    <a:pt x="324" y="43"/>
                  </a:lnTo>
                  <a:lnTo>
                    <a:pt x="238" y="108"/>
                  </a:lnTo>
                  <a:lnTo>
                    <a:pt x="151" y="195"/>
                  </a:lnTo>
                  <a:lnTo>
                    <a:pt x="87" y="303"/>
                  </a:lnTo>
                  <a:lnTo>
                    <a:pt x="43" y="411"/>
                  </a:lnTo>
                  <a:lnTo>
                    <a:pt x="0" y="540"/>
                  </a:lnTo>
                  <a:lnTo>
                    <a:pt x="0" y="692"/>
                  </a:lnTo>
                  <a:lnTo>
                    <a:pt x="0" y="821"/>
                  </a:lnTo>
                  <a:lnTo>
                    <a:pt x="43" y="951"/>
                  </a:lnTo>
                  <a:lnTo>
                    <a:pt x="87" y="1081"/>
                  </a:lnTo>
                  <a:lnTo>
                    <a:pt x="151" y="1189"/>
                  </a:lnTo>
                  <a:lnTo>
                    <a:pt x="238" y="1275"/>
                  </a:lnTo>
                  <a:lnTo>
                    <a:pt x="324" y="1340"/>
                  </a:lnTo>
                  <a:lnTo>
                    <a:pt x="432" y="1383"/>
                  </a:lnTo>
                  <a:lnTo>
                    <a:pt x="648" y="1383"/>
                  </a:lnTo>
                  <a:lnTo>
                    <a:pt x="756" y="1340"/>
                  </a:lnTo>
                  <a:lnTo>
                    <a:pt x="843" y="1275"/>
                  </a:lnTo>
                  <a:lnTo>
                    <a:pt x="929" y="1189"/>
                  </a:lnTo>
                  <a:lnTo>
                    <a:pt x="994" y="1081"/>
                  </a:lnTo>
                  <a:lnTo>
                    <a:pt x="1059" y="951"/>
                  </a:lnTo>
                  <a:lnTo>
                    <a:pt x="1081" y="821"/>
                  </a:lnTo>
                  <a:lnTo>
                    <a:pt x="1102" y="692"/>
                  </a:lnTo>
                  <a:lnTo>
                    <a:pt x="1081" y="540"/>
                  </a:lnTo>
                  <a:lnTo>
                    <a:pt x="1059" y="411"/>
                  </a:lnTo>
                  <a:lnTo>
                    <a:pt x="994" y="303"/>
                  </a:lnTo>
                  <a:lnTo>
                    <a:pt x="929" y="195"/>
                  </a:lnTo>
                  <a:lnTo>
                    <a:pt x="843" y="108"/>
                  </a:lnTo>
                  <a:lnTo>
                    <a:pt x="756" y="43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37">
              <a:extLst>
                <a:ext uri="{FF2B5EF4-FFF2-40B4-BE49-F238E27FC236}">
                  <a16:creationId xmlns:a16="http://schemas.microsoft.com/office/drawing/2014/main" id="{4AFC211B-D6E7-CD3F-CA0D-AE8C892089F6}"/>
                </a:ext>
              </a:extLst>
            </p:cNvPr>
            <p:cNvSpPr/>
            <p:nvPr/>
          </p:nvSpPr>
          <p:spPr>
            <a:xfrm>
              <a:off x="16487025" y="3230925"/>
              <a:ext cx="27575" cy="34600"/>
            </a:xfrm>
            <a:custGeom>
              <a:avLst/>
              <a:gdLst/>
              <a:ahLst/>
              <a:cxnLst/>
              <a:rect l="l" t="t" r="r" b="b"/>
              <a:pathLst>
                <a:path w="1103" h="1384" extrusionOk="0">
                  <a:moveTo>
                    <a:pt x="432" y="0"/>
                  </a:moveTo>
                  <a:lnTo>
                    <a:pt x="346" y="43"/>
                  </a:lnTo>
                  <a:lnTo>
                    <a:pt x="238" y="108"/>
                  </a:lnTo>
                  <a:lnTo>
                    <a:pt x="173" y="195"/>
                  </a:lnTo>
                  <a:lnTo>
                    <a:pt x="108" y="303"/>
                  </a:lnTo>
                  <a:lnTo>
                    <a:pt x="43" y="411"/>
                  </a:lnTo>
                  <a:lnTo>
                    <a:pt x="22" y="540"/>
                  </a:lnTo>
                  <a:lnTo>
                    <a:pt x="0" y="692"/>
                  </a:lnTo>
                  <a:lnTo>
                    <a:pt x="22" y="821"/>
                  </a:lnTo>
                  <a:lnTo>
                    <a:pt x="43" y="951"/>
                  </a:lnTo>
                  <a:lnTo>
                    <a:pt x="108" y="1081"/>
                  </a:lnTo>
                  <a:lnTo>
                    <a:pt x="173" y="1189"/>
                  </a:lnTo>
                  <a:lnTo>
                    <a:pt x="238" y="1275"/>
                  </a:lnTo>
                  <a:lnTo>
                    <a:pt x="346" y="1340"/>
                  </a:lnTo>
                  <a:lnTo>
                    <a:pt x="432" y="1383"/>
                  </a:lnTo>
                  <a:lnTo>
                    <a:pt x="670" y="1383"/>
                  </a:lnTo>
                  <a:lnTo>
                    <a:pt x="756" y="1340"/>
                  </a:lnTo>
                  <a:lnTo>
                    <a:pt x="864" y="1275"/>
                  </a:lnTo>
                  <a:lnTo>
                    <a:pt x="951" y="1189"/>
                  </a:lnTo>
                  <a:lnTo>
                    <a:pt x="1016" y="1081"/>
                  </a:lnTo>
                  <a:lnTo>
                    <a:pt x="1059" y="951"/>
                  </a:lnTo>
                  <a:lnTo>
                    <a:pt x="1080" y="821"/>
                  </a:lnTo>
                  <a:lnTo>
                    <a:pt x="1102" y="692"/>
                  </a:lnTo>
                  <a:lnTo>
                    <a:pt x="1080" y="540"/>
                  </a:lnTo>
                  <a:lnTo>
                    <a:pt x="1059" y="411"/>
                  </a:lnTo>
                  <a:lnTo>
                    <a:pt x="1016" y="303"/>
                  </a:lnTo>
                  <a:lnTo>
                    <a:pt x="951" y="195"/>
                  </a:lnTo>
                  <a:lnTo>
                    <a:pt x="864" y="108"/>
                  </a:lnTo>
                  <a:lnTo>
                    <a:pt x="756" y="43"/>
                  </a:lnTo>
                  <a:lnTo>
                    <a:pt x="6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37">
              <a:extLst>
                <a:ext uri="{FF2B5EF4-FFF2-40B4-BE49-F238E27FC236}">
                  <a16:creationId xmlns:a16="http://schemas.microsoft.com/office/drawing/2014/main" id="{215B4A11-50E6-9446-91BC-6E72EF1263F3}"/>
                </a:ext>
              </a:extLst>
            </p:cNvPr>
            <p:cNvSpPr/>
            <p:nvPr/>
          </p:nvSpPr>
          <p:spPr>
            <a:xfrm>
              <a:off x="16624750" y="3157450"/>
              <a:ext cx="107525" cy="39475"/>
            </a:xfrm>
            <a:custGeom>
              <a:avLst/>
              <a:gdLst/>
              <a:ahLst/>
              <a:cxnLst/>
              <a:rect l="l" t="t" r="r" b="b"/>
              <a:pathLst>
                <a:path w="4301" h="1579" extrusionOk="0">
                  <a:moveTo>
                    <a:pt x="563" y="1"/>
                  </a:moveTo>
                  <a:lnTo>
                    <a:pt x="455" y="22"/>
                  </a:lnTo>
                  <a:lnTo>
                    <a:pt x="347" y="65"/>
                  </a:lnTo>
                  <a:lnTo>
                    <a:pt x="260" y="130"/>
                  </a:lnTo>
                  <a:lnTo>
                    <a:pt x="195" y="195"/>
                  </a:lnTo>
                  <a:lnTo>
                    <a:pt x="87" y="282"/>
                  </a:lnTo>
                  <a:lnTo>
                    <a:pt x="44" y="390"/>
                  </a:lnTo>
                  <a:lnTo>
                    <a:pt x="1" y="519"/>
                  </a:lnTo>
                  <a:lnTo>
                    <a:pt x="23" y="670"/>
                  </a:lnTo>
                  <a:lnTo>
                    <a:pt x="87" y="800"/>
                  </a:lnTo>
                  <a:lnTo>
                    <a:pt x="174" y="951"/>
                  </a:lnTo>
                  <a:lnTo>
                    <a:pt x="325" y="1059"/>
                  </a:lnTo>
                  <a:lnTo>
                    <a:pt x="498" y="1167"/>
                  </a:lnTo>
                  <a:lnTo>
                    <a:pt x="757" y="1189"/>
                  </a:lnTo>
                  <a:lnTo>
                    <a:pt x="1146" y="1211"/>
                  </a:lnTo>
                  <a:lnTo>
                    <a:pt x="2119" y="1232"/>
                  </a:lnTo>
                  <a:lnTo>
                    <a:pt x="2659" y="1276"/>
                  </a:lnTo>
                  <a:lnTo>
                    <a:pt x="3199" y="1340"/>
                  </a:lnTo>
                  <a:lnTo>
                    <a:pt x="3437" y="1384"/>
                  </a:lnTo>
                  <a:lnTo>
                    <a:pt x="3674" y="1448"/>
                  </a:lnTo>
                  <a:lnTo>
                    <a:pt x="3890" y="1513"/>
                  </a:lnTo>
                  <a:lnTo>
                    <a:pt x="4063" y="1578"/>
                  </a:lnTo>
                  <a:lnTo>
                    <a:pt x="4171" y="1578"/>
                  </a:lnTo>
                  <a:lnTo>
                    <a:pt x="4236" y="1556"/>
                  </a:lnTo>
                  <a:lnTo>
                    <a:pt x="4279" y="1513"/>
                  </a:lnTo>
                  <a:lnTo>
                    <a:pt x="4301" y="1470"/>
                  </a:lnTo>
                  <a:lnTo>
                    <a:pt x="4279" y="1427"/>
                  </a:lnTo>
                  <a:lnTo>
                    <a:pt x="4236" y="1362"/>
                  </a:lnTo>
                  <a:lnTo>
                    <a:pt x="4085" y="1211"/>
                  </a:lnTo>
                  <a:lnTo>
                    <a:pt x="3847" y="1059"/>
                  </a:lnTo>
                  <a:lnTo>
                    <a:pt x="3545" y="887"/>
                  </a:lnTo>
                  <a:lnTo>
                    <a:pt x="3199" y="714"/>
                  </a:lnTo>
                  <a:lnTo>
                    <a:pt x="2810" y="541"/>
                  </a:lnTo>
                  <a:lnTo>
                    <a:pt x="2399" y="390"/>
                  </a:lnTo>
                  <a:lnTo>
                    <a:pt x="1989" y="238"/>
                  </a:lnTo>
                  <a:lnTo>
                    <a:pt x="1600" y="130"/>
                  </a:lnTo>
                  <a:lnTo>
                    <a:pt x="1211" y="44"/>
                  </a:lnTo>
                  <a:lnTo>
                    <a:pt x="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37">
              <a:extLst>
                <a:ext uri="{FF2B5EF4-FFF2-40B4-BE49-F238E27FC236}">
                  <a16:creationId xmlns:a16="http://schemas.microsoft.com/office/drawing/2014/main" id="{1E50B68F-A037-E57E-AC83-905CC961B747}"/>
                </a:ext>
              </a:extLst>
            </p:cNvPr>
            <p:cNvSpPr/>
            <p:nvPr/>
          </p:nvSpPr>
          <p:spPr>
            <a:xfrm>
              <a:off x="16422725" y="3157450"/>
              <a:ext cx="107000" cy="39475"/>
            </a:xfrm>
            <a:custGeom>
              <a:avLst/>
              <a:gdLst/>
              <a:ahLst/>
              <a:cxnLst/>
              <a:rect l="l" t="t" r="r" b="b"/>
              <a:pathLst>
                <a:path w="4280" h="1579" extrusionOk="0">
                  <a:moveTo>
                    <a:pt x="3415" y="1"/>
                  </a:moveTo>
                  <a:lnTo>
                    <a:pt x="3069" y="44"/>
                  </a:lnTo>
                  <a:lnTo>
                    <a:pt x="2702" y="130"/>
                  </a:lnTo>
                  <a:lnTo>
                    <a:pt x="2291" y="238"/>
                  </a:lnTo>
                  <a:lnTo>
                    <a:pt x="1881" y="390"/>
                  </a:lnTo>
                  <a:lnTo>
                    <a:pt x="1470" y="541"/>
                  </a:lnTo>
                  <a:lnTo>
                    <a:pt x="1081" y="714"/>
                  </a:lnTo>
                  <a:lnTo>
                    <a:pt x="735" y="887"/>
                  </a:lnTo>
                  <a:lnTo>
                    <a:pt x="433" y="1059"/>
                  </a:lnTo>
                  <a:lnTo>
                    <a:pt x="195" y="1211"/>
                  </a:lnTo>
                  <a:lnTo>
                    <a:pt x="44" y="1362"/>
                  </a:lnTo>
                  <a:lnTo>
                    <a:pt x="1" y="1427"/>
                  </a:lnTo>
                  <a:lnTo>
                    <a:pt x="1" y="1470"/>
                  </a:lnTo>
                  <a:lnTo>
                    <a:pt x="1" y="1513"/>
                  </a:lnTo>
                  <a:lnTo>
                    <a:pt x="44" y="1556"/>
                  </a:lnTo>
                  <a:lnTo>
                    <a:pt x="109" y="1578"/>
                  </a:lnTo>
                  <a:lnTo>
                    <a:pt x="217" y="1578"/>
                  </a:lnTo>
                  <a:lnTo>
                    <a:pt x="411" y="1513"/>
                  </a:lnTo>
                  <a:lnTo>
                    <a:pt x="606" y="1448"/>
                  </a:lnTo>
                  <a:lnTo>
                    <a:pt x="843" y="1384"/>
                  </a:lnTo>
                  <a:lnTo>
                    <a:pt x="1103" y="1340"/>
                  </a:lnTo>
                  <a:lnTo>
                    <a:pt x="1621" y="1276"/>
                  </a:lnTo>
                  <a:lnTo>
                    <a:pt x="2162" y="1232"/>
                  </a:lnTo>
                  <a:lnTo>
                    <a:pt x="3155" y="1211"/>
                  </a:lnTo>
                  <a:lnTo>
                    <a:pt x="3523" y="1189"/>
                  </a:lnTo>
                  <a:lnTo>
                    <a:pt x="3782" y="1167"/>
                  </a:lnTo>
                  <a:lnTo>
                    <a:pt x="3955" y="1059"/>
                  </a:lnTo>
                  <a:lnTo>
                    <a:pt x="4106" y="951"/>
                  </a:lnTo>
                  <a:lnTo>
                    <a:pt x="4193" y="800"/>
                  </a:lnTo>
                  <a:lnTo>
                    <a:pt x="4257" y="670"/>
                  </a:lnTo>
                  <a:lnTo>
                    <a:pt x="4279" y="519"/>
                  </a:lnTo>
                  <a:lnTo>
                    <a:pt x="4257" y="390"/>
                  </a:lnTo>
                  <a:lnTo>
                    <a:pt x="4193" y="282"/>
                  </a:lnTo>
                  <a:lnTo>
                    <a:pt x="4085" y="195"/>
                  </a:lnTo>
                  <a:lnTo>
                    <a:pt x="4020" y="130"/>
                  </a:lnTo>
                  <a:lnTo>
                    <a:pt x="3933" y="65"/>
                  </a:lnTo>
                  <a:lnTo>
                    <a:pt x="3825" y="22"/>
                  </a:lnTo>
                  <a:lnTo>
                    <a:pt x="37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37">
              <a:extLst>
                <a:ext uri="{FF2B5EF4-FFF2-40B4-BE49-F238E27FC236}">
                  <a16:creationId xmlns:a16="http://schemas.microsoft.com/office/drawing/2014/main" id="{00099052-27DF-515A-6498-77707C414873}"/>
                </a:ext>
              </a:extLst>
            </p:cNvPr>
            <p:cNvSpPr/>
            <p:nvPr/>
          </p:nvSpPr>
          <p:spPr>
            <a:xfrm>
              <a:off x="16313075" y="3508025"/>
              <a:ext cx="528325" cy="501325"/>
            </a:xfrm>
            <a:custGeom>
              <a:avLst/>
              <a:gdLst/>
              <a:ahLst/>
              <a:cxnLst/>
              <a:rect l="l" t="t" r="r" b="b"/>
              <a:pathLst>
                <a:path w="21133" h="20053" extrusionOk="0">
                  <a:moveTo>
                    <a:pt x="0" y="1"/>
                  </a:moveTo>
                  <a:lnTo>
                    <a:pt x="0" y="20053"/>
                  </a:lnTo>
                  <a:lnTo>
                    <a:pt x="21133" y="20053"/>
                  </a:lnTo>
                  <a:lnTo>
                    <a:pt x="21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37">
              <a:extLst>
                <a:ext uri="{FF2B5EF4-FFF2-40B4-BE49-F238E27FC236}">
                  <a16:creationId xmlns:a16="http://schemas.microsoft.com/office/drawing/2014/main" id="{4708EEB4-E248-BBCF-76F5-7686710E58CB}"/>
                </a:ext>
              </a:extLst>
            </p:cNvPr>
            <p:cNvSpPr/>
            <p:nvPr/>
          </p:nvSpPr>
          <p:spPr>
            <a:xfrm>
              <a:off x="16426525" y="3663600"/>
              <a:ext cx="301425" cy="10850"/>
            </a:xfrm>
            <a:custGeom>
              <a:avLst/>
              <a:gdLst/>
              <a:ahLst/>
              <a:cxnLst/>
              <a:rect l="l" t="t" r="r" b="b"/>
              <a:pathLst>
                <a:path w="12057" h="434" extrusionOk="0">
                  <a:moveTo>
                    <a:pt x="130" y="1"/>
                  </a:moveTo>
                  <a:lnTo>
                    <a:pt x="65" y="66"/>
                  </a:lnTo>
                  <a:lnTo>
                    <a:pt x="22" y="131"/>
                  </a:lnTo>
                  <a:lnTo>
                    <a:pt x="0" y="217"/>
                  </a:lnTo>
                  <a:lnTo>
                    <a:pt x="22" y="303"/>
                  </a:lnTo>
                  <a:lnTo>
                    <a:pt x="65" y="368"/>
                  </a:lnTo>
                  <a:lnTo>
                    <a:pt x="130" y="411"/>
                  </a:lnTo>
                  <a:lnTo>
                    <a:pt x="216" y="433"/>
                  </a:lnTo>
                  <a:lnTo>
                    <a:pt x="11841" y="433"/>
                  </a:lnTo>
                  <a:lnTo>
                    <a:pt x="11927" y="411"/>
                  </a:lnTo>
                  <a:lnTo>
                    <a:pt x="11992" y="368"/>
                  </a:lnTo>
                  <a:lnTo>
                    <a:pt x="12035" y="303"/>
                  </a:lnTo>
                  <a:lnTo>
                    <a:pt x="12057" y="217"/>
                  </a:lnTo>
                  <a:lnTo>
                    <a:pt x="12035" y="131"/>
                  </a:lnTo>
                  <a:lnTo>
                    <a:pt x="11992" y="66"/>
                  </a:lnTo>
                  <a:lnTo>
                    <a:pt x="1192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37">
              <a:extLst>
                <a:ext uri="{FF2B5EF4-FFF2-40B4-BE49-F238E27FC236}">
                  <a16:creationId xmlns:a16="http://schemas.microsoft.com/office/drawing/2014/main" id="{601CEFE1-E113-5297-DFAE-260158AB7124}"/>
                </a:ext>
              </a:extLst>
            </p:cNvPr>
            <p:cNvSpPr/>
            <p:nvPr/>
          </p:nvSpPr>
          <p:spPr>
            <a:xfrm>
              <a:off x="16395725" y="3632275"/>
              <a:ext cx="72950" cy="72950"/>
            </a:xfrm>
            <a:custGeom>
              <a:avLst/>
              <a:gdLst/>
              <a:ahLst/>
              <a:cxnLst/>
              <a:rect l="l" t="t" r="r" b="b"/>
              <a:pathLst>
                <a:path w="2918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67" y="44"/>
                  </a:lnTo>
                  <a:lnTo>
                    <a:pt x="1016" y="66"/>
                  </a:lnTo>
                  <a:lnTo>
                    <a:pt x="886" y="130"/>
                  </a:lnTo>
                  <a:lnTo>
                    <a:pt x="757" y="195"/>
                  </a:lnTo>
                  <a:lnTo>
                    <a:pt x="649" y="260"/>
                  </a:lnTo>
                  <a:lnTo>
                    <a:pt x="519" y="346"/>
                  </a:lnTo>
                  <a:lnTo>
                    <a:pt x="433" y="433"/>
                  </a:lnTo>
                  <a:lnTo>
                    <a:pt x="325" y="541"/>
                  </a:lnTo>
                  <a:lnTo>
                    <a:pt x="260" y="649"/>
                  </a:lnTo>
                  <a:lnTo>
                    <a:pt x="173" y="779"/>
                  </a:lnTo>
                  <a:lnTo>
                    <a:pt x="108" y="887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21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60" y="2269"/>
                  </a:lnTo>
                  <a:lnTo>
                    <a:pt x="325" y="2378"/>
                  </a:lnTo>
                  <a:lnTo>
                    <a:pt x="433" y="2486"/>
                  </a:lnTo>
                  <a:lnTo>
                    <a:pt x="519" y="2594"/>
                  </a:lnTo>
                  <a:lnTo>
                    <a:pt x="649" y="2658"/>
                  </a:lnTo>
                  <a:lnTo>
                    <a:pt x="757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67" y="2896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51" y="2896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40" y="2745"/>
                  </a:lnTo>
                  <a:lnTo>
                    <a:pt x="2269" y="2658"/>
                  </a:lnTo>
                  <a:lnTo>
                    <a:pt x="2377" y="2594"/>
                  </a:lnTo>
                  <a:lnTo>
                    <a:pt x="2485" y="2486"/>
                  </a:lnTo>
                  <a:lnTo>
                    <a:pt x="2572" y="2378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21"/>
                  </a:lnTo>
                  <a:lnTo>
                    <a:pt x="2917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7"/>
                  </a:lnTo>
                  <a:lnTo>
                    <a:pt x="2723" y="779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85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40" y="195"/>
                  </a:lnTo>
                  <a:lnTo>
                    <a:pt x="2010" y="130"/>
                  </a:lnTo>
                  <a:lnTo>
                    <a:pt x="1880" y="66"/>
                  </a:lnTo>
                  <a:lnTo>
                    <a:pt x="1751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37">
              <a:extLst>
                <a:ext uri="{FF2B5EF4-FFF2-40B4-BE49-F238E27FC236}">
                  <a16:creationId xmlns:a16="http://schemas.microsoft.com/office/drawing/2014/main" id="{CDBA2067-2913-B760-F1A5-972260DE206C}"/>
                </a:ext>
              </a:extLst>
            </p:cNvPr>
            <p:cNvSpPr/>
            <p:nvPr/>
          </p:nvSpPr>
          <p:spPr>
            <a:xfrm>
              <a:off x="16686350" y="3632275"/>
              <a:ext cx="72400" cy="72950"/>
            </a:xfrm>
            <a:custGeom>
              <a:avLst/>
              <a:gdLst/>
              <a:ahLst/>
              <a:cxnLst/>
              <a:rect l="l" t="t" r="r" b="b"/>
              <a:pathLst>
                <a:path w="2896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45" y="44"/>
                  </a:lnTo>
                  <a:lnTo>
                    <a:pt x="1016" y="66"/>
                  </a:lnTo>
                  <a:lnTo>
                    <a:pt x="886" y="130"/>
                  </a:lnTo>
                  <a:lnTo>
                    <a:pt x="756" y="195"/>
                  </a:lnTo>
                  <a:lnTo>
                    <a:pt x="627" y="260"/>
                  </a:lnTo>
                  <a:lnTo>
                    <a:pt x="519" y="346"/>
                  </a:lnTo>
                  <a:lnTo>
                    <a:pt x="411" y="433"/>
                  </a:lnTo>
                  <a:lnTo>
                    <a:pt x="324" y="541"/>
                  </a:lnTo>
                  <a:lnTo>
                    <a:pt x="238" y="649"/>
                  </a:lnTo>
                  <a:lnTo>
                    <a:pt x="173" y="779"/>
                  </a:lnTo>
                  <a:lnTo>
                    <a:pt x="108" y="887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21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38" y="2269"/>
                  </a:lnTo>
                  <a:lnTo>
                    <a:pt x="324" y="2378"/>
                  </a:lnTo>
                  <a:lnTo>
                    <a:pt x="411" y="2486"/>
                  </a:lnTo>
                  <a:lnTo>
                    <a:pt x="519" y="2594"/>
                  </a:lnTo>
                  <a:lnTo>
                    <a:pt x="627" y="2658"/>
                  </a:lnTo>
                  <a:lnTo>
                    <a:pt x="756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45" y="2896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29" y="2896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39" y="2745"/>
                  </a:lnTo>
                  <a:lnTo>
                    <a:pt x="2269" y="2658"/>
                  </a:lnTo>
                  <a:lnTo>
                    <a:pt x="2377" y="2594"/>
                  </a:lnTo>
                  <a:lnTo>
                    <a:pt x="2463" y="2486"/>
                  </a:lnTo>
                  <a:lnTo>
                    <a:pt x="2572" y="2378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21"/>
                  </a:lnTo>
                  <a:lnTo>
                    <a:pt x="2896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7"/>
                  </a:lnTo>
                  <a:lnTo>
                    <a:pt x="2723" y="779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63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39" y="195"/>
                  </a:lnTo>
                  <a:lnTo>
                    <a:pt x="2010" y="130"/>
                  </a:lnTo>
                  <a:lnTo>
                    <a:pt x="1880" y="66"/>
                  </a:lnTo>
                  <a:lnTo>
                    <a:pt x="1729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37">
              <a:extLst>
                <a:ext uri="{FF2B5EF4-FFF2-40B4-BE49-F238E27FC236}">
                  <a16:creationId xmlns:a16="http://schemas.microsoft.com/office/drawing/2014/main" id="{A94028C5-D5BD-6B64-F1BF-84CA66EF19D8}"/>
                </a:ext>
              </a:extLst>
            </p:cNvPr>
            <p:cNvSpPr/>
            <p:nvPr/>
          </p:nvSpPr>
          <p:spPr>
            <a:xfrm>
              <a:off x="16703100" y="3649575"/>
              <a:ext cx="38375" cy="38375"/>
            </a:xfrm>
            <a:custGeom>
              <a:avLst/>
              <a:gdLst/>
              <a:ahLst/>
              <a:cxnLst/>
              <a:rect l="l" t="t" r="r" b="b"/>
              <a:pathLst>
                <a:path w="1535" h="1535" extrusionOk="0">
                  <a:moveTo>
                    <a:pt x="778" y="0"/>
                  </a:moveTo>
                  <a:lnTo>
                    <a:pt x="627" y="22"/>
                  </a:lnTo>
                  <a:lnTo>
                    <a:pt x="475" y="65"/>
                  </a:lnTo>
                  <a:lnTo>
                    <a:pt x="346" y="130"/>
                  </a:lnTo>
                  <a:lnTo>
                    <a:pt x="238" y="238"/>
                  </a:lnTo>
                  <a:lnTo>
                    <a:pt x="130" y="346"/>
                  </a:lnTo>
                  <a:lnTo>
                    <a:pt x="65" y="475"/>
                  </a:lnTo>
                  <a:lnTo>
                    <a:pt x="22" y="605"/>
                  </a:lnTo>
                  <a:lnTo>
                    <a:pt x="0" y="778"/>
                  </a:lnTo>
                  <a:lnTo>
                    <a:pt x="22" y="929"/>
                  </a:lnTo>
                  <a:lnTo>
                    <a:pt x="65" y="1081"/>
                  </a:lnTo>
                  <a:lnTo>
                    <a:pt x="130" y="1210"/>
                  </a:lnTo>
                  <a:lnTo>
                    <a:pt x="238" y="1318"/>
                  </a:lnTo>
                  <a:lnTo>
                    <a:pt x="346" y="1405"/>
                  </a:lnTo>
                  <a:lnTo>
                    <a:pt x="475" y="1469"/>
                  </a:lnTo>
                  <a:lnTo>
                    <a:pt x="627" y="1534"/>
                  </a:lnTo>
                  <a:lnTo>
                    <a:pt x="929" y="1534"/>
                  </a:lnTo>
                  <a:lnTo>
                    <a:pt x="1080" y="1469"/>
                  </a:lnTo>
                  <a:lnTo>
                    <a:pt x="1210" y="1405"/>
                  </a:lnTo>
                  <a:lnTo>
                    <a:pt x="1318" y="1318"/>
                  </a:lnTo>
                  <a:lnTo>
                    <a:pt x="1405" y="1210"/>
                  </a:lnTo>
                  <a:lnTo>
                    <a:pt x="1491" y="1081"/>
                  </a:lnTo>
                  <a:lnTo>
                    <a:pt x="1534" y="929"/>
                  </a:lnTo>
                  <a:lnTo>
                    <a:pt x="1534" y="778"/>
                  </a:lnTo>
                  <a:lnTo>
                    <a:pt x="1534" y="605"/>
                  </a:lnTo>
                  <a:lnTo>
                    <a:pt x="1491" y="475"/>
                  </a:lnTo>
                  <a:lnTo>
                    <a:pt x="1405" y="346"/>
                  </a:lnTo>
                  <a:lnTo>
                    <a:pt x="1318" y="238"/>
                  </a:lnTo>
                  <a:lnTo>
                    <a:pt x="1210" y="130"/>
                  </a:lnTo>
                  <a:lnTo>
                    <a:pt x="1080" y="65"/>
                  </a:lnTo>
                  <a:lnTo>
                    <a:pt x="929" y="22"/>
                  </a:lnTo>
                  <a:lnTo>
                    <a:pt x="77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37">
              <a:extLst>
                <a:ext uri="{FF2B5EF4-FFF2-40B4-BE49-F238E27FC236}">
                  <a16:creationId xmlns:a16="http://schemas.microsoft.com/office/drawing/2014/main" id="{823637EC-4ABE-0B1C-8823-DF9F2C95C3CD}"/>
                </a:ext>
              </a:extLst>
            </p:cNvPr>
            <p:cNvSpPr/>
            <p:nvPr/>
          </p:nvSpPr>
          <p:spPr>
            <a:xfrm>
              <a:off x="16413000" y="3649575"/>
              <a:ext cx="38375" cy="38375"/>
            </a:xfrm>
            <a:custGeom>
              <a:avLst/>
              <a:gdLst/>
              <a:ahLst/>
              <a:cxnLst/>
              <a:rect l="l" t="t" r="r" b="b"/>
              <a:pathLst>
                <a:path w="1535" h="1535" extrusionOk="0">
                  <a:moveTo>
                    <a:pt x="757" y="0"/>
                  </a:moveTo>
                  <a:lnTo>
                    <a:pt x="606" y="22"/>
                  </a:lnTo>
                  <a:lnTo>
                    <a:pt x="455" y="65"/>
                  </a:lnTo>
                  <a:lnTo>
                    <a:pt x="325" y="130"/>
                  </a:lnTo>
                  <a:lnTo>
                    <a:pt x="217" y="238"/>
                  </a:lnTo>
                  <a:lnTo>
                    <a:pt x="130" y="346"/>
                  </a:lnTo>
                  <a:lnTo>
                    <a:pt x="44" y="475"/>
                  </a:lnTo>
                  <a:lnTo>
                    <a:pt x="1" y="605"/>
                  </a:lnTo>
                  <a:lnTo>
                    <a:pt x="1" y="778"/>
                  </a:lnTo>
                  <a:lnTo>
                    <a:pt x="1" y="929"/>
                  </a:lnTo>
                  <a:lnTo>
                    <a:pt x="44" y="1081"/>
                  </a:lnTo>
                  <a:lnTo>
                    <a:pt x="130" y="1210"/>
                  </a:lnTo>
                  <a:lnTo>
                    <a:pt x="217" y="1318"/>
                  </a:lnTo>
                  <a:lnTo>
                    <a:pt x="325" y="1405"/>
                  </a:lnTo>
                  <a:lnTo>
                    <a:pt x="455" y="1469"/>
                  </a:lnTo>
                  <a:lnTo>
                    <a:pt x="606" y="1534"/>
                  </a:lnTo>
                  <a:lnTo>
                    <a:pt x="908" y="1534"/>
                  </a:lnTo>
                  <a:lnTo>
                    <a:pt x="1060" y="1469"/>
                  </a:lnTo>
                  <a:lnTo>
                    <a:pt x="1189" y="1405"/>
                  </a:lnTo>
                  <a:lnTo>
                    <a:pt x="1297" y="1318"/>
                  </a:lnTo>
                  <a:lnTo>
                    <a:pt x="1405" y="1210"/>
                  </a:lnTo>
                  <a:lnTo>
                    <a:pt x="1470" y="1081"/>
                  </a:lnTo>
                  <a:lnTo>
                    <a:pt x="1513" y="929"/>
                  </a:lnTo>
                  <a:lnTo>
                    <a:pt x="1535" y="778"/>
                  </a:lnTo>
                  <a:lnTo>
                    <a:pt x="1513" y="605"/>
                  </a:lnTo>
                  <a:lnTo>
                    <a:pt x="1470" y="475"/>
                  </a:lnTo>
                  <a:lnTo>
                    <a:pt x="1405" y="346"/>
                  </a:lnTo>
                  <a:lnTo>
                    <a:pt x="1297" y="238"/>
                  </a:lnTo>
                  <a:lnTo>
                    <a:pt x="1189" y="130"/>
                  </a:lnTo>
                  <a:lnTo>
                    <a:pt x="1060" y="65"/>
                  </a:lnTo>
                  <a:lnTo>
                    <a:pt x="908" y="22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37">
              <a:extLst>
                <a:ext uri="{FF2B5EF4-FFF2-40B4-BE49-F238E27FC236}">
                  <a16:creationId xmlns:a16="http://schemas.microsoft.com/office/drawing/2014/main" id="{37CA457D-3F67-D2EC-9D77-C8679E1DFFFB}"/>
                </a:ext>
              </a:extLst>
            </p:cNvPr>
            <p:cNvSpPr/>
            <p:nvPr/>
          </p:nvSpPr>
          <p:spPr>
            <a:xfrm>
              <a:off x="16426525" y="3768400"/>
              <a:ext cx="301425" cy="10825"/>
            </a:xfrm>
            <a:custGeom>
              <a:avLst/>
              <a:gdLst/>
              <a:ahLst/>
              <a:cxnLst/>
              <a:rect l="l" t="t" r="r" b="b"/>
              <a:pathLst>
                <a:path w="12057" h="433" extrusionOk="0">
                  <a:moveTo>
                    <a:pt x="130" y="1"/>
                  </a:moveTo>
                  <a:lnTo>
                    <a:pt x="65" y="66"/>
                  </a:lnTo>
                  <a:lnTo>
                    <a:pt x="22" y="130"/>
                  </a:lnTo>
                  <a:lnTo>
                    <a:pt x="0" y="217"/>
                  </a:lnTo>
                  <a:lnTo>
                    <a:pt x="22" y="303"/>
                  </a:lnTo>
                  <a:lnTo>
                    <a:pt x="65" y="368"/>
                  </a:lnTo>
                  <a:lnTo>
                    <a:pt x="130" y="411"/>
                  </a:lnTo>
                  <a:lnTo>
                    <a:pt x="216" y="433"/>
                  </a:lnTo>
                  <a:lnTo>
                    <a:pt x="11841" y="433"/>
                  </a:lnTo>
                  <a:lnTo>
                    <a:pt x="11927" y="411"/>
                  </a:lnTo>
                  <a:lnTo>
                    <a:pt x="11992" y="368"/>
                  </a:lnTo>
                  <a:lnTo>
                    <a:pt x="12035" y="303"/>
                  </a:lnTo>
                  <a:lnTo>
                    <a:pt x="12057" y="217"/>
                  </a:lnTo>
                  <a:lnTo>
                    <a:pt x="12035" y="130"/>
                  </a:lnTo>
                  <a:lnTo>
                    <a:pt x="11992" y="66"/>
                  </a:lnTo>
                  <a:lnTo>
                    <a:pt x="1192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37">
              <a:extLst>
                <a:ext uri="{FF2B5EF4-FFF2-40B4-BE49-F238E27FC236}">
                  <a16:creationId xmlns:a16="http://schemas.microsoft.com/office/drawing/2014/main" id="{67F78456-F523-A976-CAF5-AA4907032D09}"/>
                </a:ext>
              </a:extLst>
            </p:cNvPr>
            <p:cNvSpPr/>
            <p:nvPr/>
          </p:nvSpPr>
          <p:spPr>
            <a:xfrm>
              <a:off x="16395725" y="3737075"/>
              <a:ext cx="72950" cy="72950"/>
            </a:xfrm>
            <a:custGeom>
              <a:avLst/>
              <a:gdLst/>
              <a:ahLst/>
              <a:cxnLst/>
              <a:rect l="l" t="t" r="r" b="b"/>
              <a:pathLst>
                <a:path w="2918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67" y="44"/>
                  </a:lnTo>
                  <a:lnTo>
                    <a:pt x="1016" y="65"/>
                  </a:lnTo>
                  <a:lnTo>
                    <a:pt x="886" y="130"/>
                  </a:lnTo>
                  <a:lnTo>
                    <a:pt x="757" y="173"/>
                  </a:lnTo>
                  <a:lnTo>
                    <a:pt x="649" y="260"/>
                  </a:lnTo>
                  <a:lnTo>
                    <a:pt x="519" y="346"/>
                  </a:lnTo>
                  <a:lnTo>
                    <a:pt x="433" y="433"/>
                  </a:lnTo>
                  <a:lnTo>
                    <a:pt x="325" y="541"/>
                  </a:lnTo>
                  <a:lnTo>
                    <a:pt x="260" y="649"/>
                  </a:lnTo>
                  <a:lnTo>
                    <a:pt x="173" y="778"/>
                  </a:lnTo>
                  <a:lnTo>
                    <a:pt x="108" y="886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00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60" y="2269"/>
                  </a:lnTo>
                  <a:lnTo>
                    <a:pt x="325" y="2377"/>
                  </a:lnTo>
                  <a:lnTo>
                    <a:pt x="433" y="2485"/>
                  </a:lnTo>
                  <a:lnTo>
                    <a:pt x="519" y="2593"/>
                  </a:lnTo>
                  <a:lnTo>
                    <a:pt x="649" y="2658"/>
                  </a:lnTo>
                  <a:lnTo>
                    <a:pt x="757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67" y="2874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51" y="2874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40" y="2745"/>
                  </a:lnTo>
                  <a:lnTo>
                    <a:pt x="2269" y="2658"/>
                  </a:lnTo>
                  <a:lnTo>
                    <a:pt x="2377" y="2593"/>
                  </a:lnTo>
                  <a:lnTo>
                    <a:pt x="2485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00"/>
                  </a:lnTo>
                  <a:lnTo>
                    <a:pt x="2917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6"/>
                  </a:lnTo>
                  <a:lnTo>
                    <a:pt x="2723" y="778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85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40" y="173"/>
                  </a:lnTo>
                  <a:lnTo>
                    <a:pt x="2010" y="130"/>
                  </a:lnTo>
                  <a:lnTo>
                    <a:pt x="1880" y="65"/>
                  </a:lnTo>
                  <a:lnTo>
                    <a:pt x="1751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rgbClr val="F2B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37">
              <a:extLst>
                <a:ext uri="{FF2B5EF4-FFF2-40B4-BE49-F238E27FC236}">
                  <a16:creationId xmlns:a16="http://schemas.microsoft.com/office/drawing/2014/main" id="{B4AEC0CC-6A9A-90BC-06DB-13A9DDE8D86B}"/>
                </a:ext>
              </a:extLst>
            </p:cNvPr>
            <p:cNvSpPr/>
            <p:nvPr/>
          </p:nvSpPr>
          <p:spPr>
            <a:xfrm>
              <a:off x="16686350" y="3737075"/>
              <a:ext cx="72400" cy="72950"/>
            </a:xfrm>
            <a:custGeom>
              <a:avLst/>
              <a:gdLst/>
              <a:ahLst/>
              <a:cxnLst/>
              <a:rect l="l" t="t" r="r" b="b"/>
              <a:pathLst>
                <a:path w="2896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45" y="44"/>
                  </a:lnTo>
                  <a:lnTo>
                    <a:pt x="1016" y="65"/>
                  </a:lnTo>
                  <a:lnTo>
                    <a:pt x="886" y="130"/>
                  </a:lnTo>
                  <a:lnTo>
                    <a:pt x="756" y="173"/>
                  </a:lnTo>
                  <a:lnTo>
                    <a:pt x="627" y="260"/>
                  </a:lnTo>
                  <a:lnTo>
                    <a:pt x="519" y="346"/>
                  </a:lnTo>
                  <a:lnTo>
                    <a:pt x="411" y="433"/>
                  </a:lnTo>
                  <a:lnTo>
                    <a:pt x="324" y="541"/>
                  </a:lnTo>
                  <a:lnTo>
                    <a:pt x="238" y="649"/>
                  </a:lnTo>
                  <a:lnTo>
                    <a:pt x="173" y="778"/>
                  </a:lnTo>
                  <a:lnTo>
                    <a:pt x="108" y="886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00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38" y="2269"/>
                  </a:lnTo>
                  <a:lnTo>
                    <a:pt x="324" y="2377"/>
                  </a:lnTo>
                  <a:lnTo>
                    <a:pt x="411" y="2485"/>
                  </a:lnTo>
                  <a:lnTo>
                    <a:pt x="519" y="2593"/>
                  </a:lnTo>
                  <a:lnTo>
                    <a:pt x="627" y="2658"/>
                  </a:lnTo>
                  <a:lnTo>
                    <a:pt x="756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45" y="2874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29" y="2874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39" y="2745"/>
                  </a:lnTo>
                  <a:lnTo>
                    <a:pt x="2269" y="2658"/>
                  </a:lnTo>
                  <a:lnTo>
                    <a:pt x="2377" y="2593"/>
                  </a:lnTo>
                  <a:lnTo>
                    <a:pt x="2463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00"/>
                  </a:lnTo>
                  <a:lnTo>
                    <a:pt x="2896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6"/>
                  </a:lnTo>
                  <a:lnTo>
                    <a:pt x="2723" y="778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63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39" y="173"/>
                  </a:lnTo>
                  <a:lnTo>
                    <a:pt x="2010" y="130"/>
                  </a:lnTo>
                  <a:lnTo>
                    <a:pt x="1880" y="65"/>
                  </a:lnTo>
                  <a:lnTo>
                    <a:pt x="1729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37">
              <a:extLst>
                <a:ext uri="{FF2B5EF4-FFF2-40B4-BE49-F238E27FC236}">
                  <a16:creationId xmlns:a16="http://schemas.microsoft.com/office/drawing/2014/main" id="{6EE86D29-1929-3E88-53DF-C9265CB363A6}"/>
                </a:ext>
              </a:extLst>
            </p:cNvPr>
            <p:cNvSpPr/>
            <p:nvPr/>
          </p:nvSpPr>
          <p:spPr>
            <a:xfrm>
              <a:off x="16703100" y="3754350"/>
              <a:ext cx="38375" cy="38400"/>
            </a:xfrm>
            <a:custGeom>
              <a:avLst/>
              <a:gdLst/>
              <a:ahLst/>
              <a:cxnLst/>
              <a:rect l="l" t="t" r="r" b="b"/>
              <a:pathLst>
                <a:path w="1535" h="1536" extrusionOk="0">
                  <a:moveTo>
                    <a:pt x="778" y="1"/>
                  </a:moveTo>
                  <a:lnTo>
                    <a:pt x="627" y="23"/>
                  </a:lnTo>
                  <a:lnTo>
                    <a:pt x="475" y="66"/>
                  </a:lnTo>
                  <a:lnTo>
                    <a:pt x="346" y="131"/>
                  </a:lnTo>
                  <a:lnTo>
                    <a:pt x="238" y="217"/>
                  </a:lnTo>
                  <a:lnTo>
                    <a:pt x="130" y="347"/>
                  </a:lnTo>
                  <a:lnTo>
                    <a:pt x="65" y="476"/>
                  </a:lnTo>
                  <a:lnTo>
                    <a:pt x="22" y="606"/>
                  </a:lnTo>
                  <a:lnTo>
                    <a:pt x="0" y="779"/>
                  </a:lnTo>
                  <a:lnTo>
                    <a:pt x="22" y="930"/>
                  </a:lnTo>
                  <a:lnTo>
                    <a:pt x="65" y="1060"/>
                  </a:lnTo>
                  <a:lnTo>
                    <a:pt x="130" y="1189"/>
                  </a:lnTo>
                  <a:lnTo>
                    <a:pt x="238" y="1319"/>
                  </a:lnTo>
                  <a:lnTo>
                    <a:pt x="346" y="1405"/>
                  </a:lnTo>
                  <a:lnTo>
                    <a:pt x="475" y="1470"/>
                  </a:lnTo>
                  <a:lnTo>
                    <a:pt x="627" y="1514"/>
                  </a:lnTo>
                  <a:lnTo>
                    <a:pt x="778" y="1535"/>
                  </a:lnTo>
                  <a:lnTo>
                    <a:pt x="929" y="1514"/>
                  </a:lnTo>
                  <a:lnTo>
                    <a:pt x="1080" y="1470"/>
                  </a:lnTo>
                  <a:lnTo>
                    <a:pt x="1210" y="1405"/>
                  </a:lnTo>
                  <a:lnTo>
                    <a:pt x="1318" y="1319"/>
                  </a:lnTo>
                  <a:lnTo>
                    <a:pt x="1405" y="1189"/>
                  </a:lnTo>
                  <a:lnTo>
                    <a:pt x="1491" y="1060"/>
                  </a:lnTo>
                  <a:lnTo>
                    <a:pt x="1534" y="930"/>
                  </a:lnTo>
                  <a:lnTo>
                    <a:pt x="1534" y="779"/>
                  </a:lnTo>
                  <a:lnTo>
                    <a:pt x="1534" y="606"/>
                  </a:lnTo>
                  <a:lnTo>
                    <a:pt x="1491" y="476"/>
                  </a:lnTo>
                  <a:lnTo>
                    <a:pt x="1405" y="347"/>
                  </a:lnTo>
                  <a:lnTo>
                    <a:pt x="1318" y="217"/>
                  </a:lnTo>
                  <a:lnTo>
                    <a:pt x="1210" y="131"/>
                  </a:lnTo>
                  <a:lnTo>
                    <a:pt x="1080" y="66"/>
                  </a:lnTo>
                  <a:lnTo>
                    <a:pt x="929" y="23"/>
                  </a:lnTo>
                  <a:lnTo>
                    <a:pt x="77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37">
              <a:extLst>
                <a:ext uri="{FF2B5EF4-FFF2-40B4-BE49-F238E27FC236}">
                  <a16:creationId xmlns:a16="http://schemas.microsoft.com/office/drawing/2014/main" id="{ADBB5982-6B33-7983-EDAB-2451A6B36C1E}"/>
                </a:ext>
              </a:extLst>
            </p:cNvPr>
            <p:cNvSpPr/>
            <p:nvPr/>
          </p:nvSpPr>
          <p:spPr>
            <a:xfrm>
              <a:off x="16413000" y="3754350"/>
              <a:ext cx="38375" cy="38400"/>
            </a:xfrm>
            <a:custGeom>
              <a:avLst/>
              <a:gdLst/>
              <a:ahLst/>
              <a:cxnLst/>
              <a:rect l="l" t="t" r="r" b="b"/>
              <a:pathLst>
                <a:path w="1535" h="1536" extrusionOk="0">
                  <a:moveTo>
                    <a:pt x="757" y="1"/>
                  </a:moveTo>
                  <a:lnTo>
                    <a:pt x="606" y="23"/>
                  </a:lnTo>
                  <a:lnTo>
                    <a:pt x="455" y="66"/>
                  </a:lnTo>
                  <a:lnTo>
                    <a:pt x="325" y="131"/>
                  </a:lnTo>
                  <a:lnTo>
                    <a:pt x="217" y="217"/>
                  </a:lnTo>
                  <a:lnTo>
                    <a:pt x="130" y="347"/>
                  </a:lnTo>
                  <a:lnTo>
                    <a:pt x="44" y="476"/>
                  </a:lnTo>
                  <a:lnTo>
                    <a:pt x="1" y="606"/>
                  </a:lnTo>
                  <a:lnTo>
                    <a:pt x="1" y="779"/>
                  </a:lnTo>
                  <a:lnTo>
                    <a:pt x="1" y="930"/>
                  </a:lnTo>
                  <a:lnTo>
                    <a:pt x="44" y="1060"/>
                  </a:lnTo>
                  <a:lnTo>
                    <a:pt x="130" y="1189"/>
                  </a:lnTo>
                  <a:lnTo>
                    <a:pt x="217" y="1319"/>
                  </a:lnTo>
                  <a:lnTo>
                    <a:pt x="325" y="1405"/>
                  </a:lnTo>
                  <a:lnTo>
                    <a:pt x="455" y="1470"/>
                  </a:lnTo>
                  <a:lnTo>
                    <a:pt x="606" y="1514"/>
                  </a:lnTo>
                  <a:lnTo>
                    <a:pt x="757" y="1535"/>
                  </a:lnTo>
                  <a:lnTo>
                    <a:pt x="908" y="1514"/>
                  </a:lnTo>
                  <a:lnTo>
                    <a:pt x="1060" y="1470"/>
                  </a:lnTo>
                  <a:lnTo>
                    <a:pt x="1189" y="1405"/>
                  </a:lnTo>
                  <a:lnTo>
                    <a:pt x="1297" y="1319"/>
                  </a:lnTo>
                  <a:lnTo>
                    <a:pt x="1405" y="1189"/>
                  </a:lnTo>
                  <a:lnTo>
                    <a:pt x="1470" y="1060"/>
                  </a:lnTo>
                  <a:lnTo>
                    <a:pt x="1513" y="930"/>
                  </a:lnTo>
                  <a:lnTo>
                    <a:pt x="1535" y="779"/>
                  </a:lnTo>
                  <a:lnTo>
                    <a:pt x="1513" y="606"/>
                  </a:lnTo>
                  <a:lnTo>
                    <a:pt x="1470" y="476"/>
                  </a:lnTo>
                  <a:lnTo>
                    <a:pt x="1405" y="347"/>
                  </a:lnTo>
                  <a:lnTo>
                    <a:pt x="1297" y="217"/>
                  </a:lnTo>
                  <a:lnTo>
                    <a:pt x="1189" y="131"/>
                  </a:lnTo>
                  <a:lnTo>
                    <a:pt x="1060" y="66"/>
                  </a:lnTo>
                  <a:lnTo>
                    <a:pt x="908" y="23"/>
                  </a:lnTo>
                  <a:lnTo>
                    <a:pt x="75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37">
              <a:extLst>
                <a:ext uri="{FF2B5EF4-FFF2-40B4-BE49-F238E27FC236}">
                  <a16:creationId xmlns:a16="http://schemas.microsoft.com/office/drawing/2014/main" id="{18279C02-1BBE-57BA-4CE4-32A79FBD1D84}"/>
                </a:ext>
              </a:extLst>
            </p:cNvPr>
            <p:cNvSpPr/>
            <p:nvPr/>
          </p:nvSpPr>
          <p:spPr>
            <a:xfrm>
              <a:off x="16426525" y="3869975"/>
              <a:ext cx="301425" cy="10825"/>
            </a:xfrm>
            <a:custGeom>
              <a:avLst/>
              <a:gdLst/>
              <a:ahLst/>
              <a:cxnLst/>
              <a:rect l="l" t="t" r="r" b="b"/>
              <a:pathLst>
                <a:path w="12057" h="433" extrusionOk="0">
                  <a:moveTo>
                    <a:pt x="216" y="0"/>
                  </a:moveTo>
                  <a:lnTo>
                    <a:pt x="130" y="22"/>
                  </a:lnTo>
                  <a:lnTo>
                    <a:pt x="65" y="65"/>
                  </a:lnTo>
                  <a:lnTo>
                    <a:pt x="22" y="130"/>
                  </a:lnTo>
                  <a:lnTo>
                    <a:pt x="0" y="216"/>
                  </a:lnTo>
                  <a:lnTo>
                    <a:pt x="22" y="303"/>
                  </a:lnTo>
                  <a:lnTo>
                    <a:pt x="65" y="367"/>
                  </a:lnTo>
                  <a:lnTo>
                    <a:pt x="130" y="411"/>
                  </a:lnTo>
                  <a:lnTo>
                    <a:pt x="216" y="432"/>
                  </a:lnTo>
                  <a:lnTo>
                    <a:pt x="11841" y="432"/>
                  </a:lnTo>
                  <a:lnTo>
                    <a:pt x="11927" y="411"/>
                  </a:lnTo>
                  <a:lnTo>
                    <a:pt x="11992" y="367"/>
                  </a:lnTo>
                  <a:lnTo>
                    <a:pt x="12035" y="303"/>
                  </a:lnTo>
                  <a:lnTo>
                    <a:pt x="12057" y="216"/>
                  </a:lnTo>
                  <a:lnTo>
                    <a:pt x="12035" y="130"/>
                  </a:lnTo>
                  <a:lnTo>
                    <a:pt x="11992" y="65"/>
                  </a:lnTo>
                  <a:lnTo>
                    <a:pt x="11927" y="22"/>
                  </a:lnTo>
                  <a:lnTo>
                    <a:pt x="1184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37">
              <a:extLst>
                <a:ext uri="{FF2B5EF4-FFF2-40B4-BE49-F238E27FC236}">
                  <a16:creationId xmlns:a16="http://schemas.microsoft.com/office/drawing/2014/main" id="{1EAF1DA9-E85A-03CB-2BC8-EABC5AD67DA1}"/>
                </a:ext>
              </a:extLst>
            </p:cNvPr>
            <p:cNvSpPr/>
            <p:nvPr/>
          </p:nvSpPr>
          <p:spPr>
            <a:xfrm>
              <a:off x="16395725" y="3839175"/>
              <a:ext cx="72950" cy="72400"/>
            </a:xfrm>
            <a:custGeom>
              <a:avLst/>
              <a:gdLst/>
              <a:ahLst/>
              <a:cxnLst/>
              <a:rect l="l" t="t" r="r" b="b"/>
              <a:pathLst>
                <a:path w="2918" h="2896" extrusionOk="0">
                  <a:moveTo>
                    <a:pt x="1297" y="0"/>
                  </a:moveTo>
                  <a:lnTo>
                    <a:pt x="1167" y="22"/>
                  </a:lnTo>
                  <a:lnTo>
                    <a:pt x="1016" y="65"/>
                  </a:lnTo>
                  <a:lnTo>
                    <a:pt x="886" y="108"/>
                  </a:lnTo>
                  <a:lnTo>
                    <a:pt x="757" y="173"/>
                  </a:lnTo>
                  <a:lnTo>
                    <a:pt x="649" y="238"/>
                  </a:lnTo>
                  <a:lnTo>
                    <a:pt x="519" y="324"/>
                  </a:lnTo>
                  <a:lnTo>
                    <a:pt x="433" y="411"/>
                  </a:lnTo>
                  <a:lnTo>
                    <a:pt x="325" y="519"/>
                  </a:lnTo>
                  <a:lnTo>
                    <a:pt x="260" y="627"/>
                  </a:lnTo>
                  <a:lnTo>
                    <a:pt x="173" y="757"/>
                  </a:lnTo>
                  <a:lnTo>
                    <a:pt x="108" y="886"/>
                  </a:lnTo>
                  <a:lnTo>
                    <a:pt x="65" y="1016"/>
                  </a:lnTo>
                  <a:lnTo>
                    <a:pt x="22" y="1146"/>
                  </a:lnTo>
                  <a:lnTo>
                    <a:pt x="0" y="1297"/>
                  </a:lnTo>
                  <a:lnTo>
                    <a:pt x="0" y="1448"/>
                  </a:lnTo>
                  <a:lnTo>
                    <a:pt x="0" y="1599"/>
                  </a:lnTo>
                  <a:lnTo>
                    <a:pt x="22" y="1751"/>
                  </a:lnTo>
                  <a:lnTo>
                    <a:pt x="65" y="1880"/>
                  </a:lnTo>
                  <a:lnTo>
                    <a:pt x="108" y="2010"/>
                  </a:lnTo>
                  <a:lnTo>
                    <a:pt x="173" y="2140"/>
                  </a:lnTo>
                  <a:lnTo>
                    <a:pt x="260" y="2269"/>
                  </a:lnTo>
                  <a:lnTo>
                    <a:pt x="325" y="2377"/>
                  </a:lnTo>
                  <a:lnTo>
                    <a:pt x="433" y="2485"/>
                  </a:lnTo>
                  <a:lnTo>
                    <a:pt x="519" y="2572"/>
                  </a:lnTo>
                  <a:lnTo>
                    <a:pt x="649" y="2658"/>
                  </a:lnTo>
                  <a:lnTo>
                    <a:pt x="757" y="2723"/>
                  </a:lnTo>
                  <a:lnTo>
                    <a:pt x="886" y="2788"/>
                  </a:lnTo>
                  <a:lnTo>
                    <a:pt x="1016" y="2831"/>
                  </a:lnTo>
                  <a:lnTo>
                    <a:pt x="1167" y="2874"/>
                  </a:lnTo>
                  <a:lnTo>
                    <a:pt x="1297" y="2896"/>
                  </a:lnTo>
                  <a:lnTo>
                    <a:pt x="1599" y="2896"/>
                  </a:lnTo>
                  <a:lnTo>
                    <a:pt x="1751" y="2874"/>
                  </a:lnTo>
                  <a:lnTo>
                    <a:pt x="1880" y="2831"/>
                  </a:lnTo>
                  <a:lnTo>
                    <a:pt x="2010" y="2788"/>
                  </a:lnTo>
                  <a:lnTo>
                    <a:pt x="2140" y="2723"/>
                  </a:lnTo>
                  <a:lnTo>
                    <a:pt x="2269" y="2658"/>
                  </a:lnTo>
                  <a:lnTo>
                    <a:pt x="2377" y="2572"/>
                  </a:lnTo>
                  <a:lnTo>
                    <a:pt x="2485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40"/>
                  </a:lnTo>
                  <a:lnTo>
                    <a:pt x="2788" y="2010"/>
                  </a:lnTo>
                  <a:lnTo>
                    <a:pt x="2831" y="1880"/>
                  </a:lnTo>
                  <a:lnTo>
                    <a:pt x="2874" y="1751"/>
                  </a:lnTo>
                  <a:lnTo>
                    <a:pt x="2896" y="1599"/>
                  </a:lnTo>
                  <a:lnTo>
                    <a:pt x="2917" y="1448"/>
                  </a:lnTo>
                  <a:lnTo>
                    <a:pt x="2896" y="1297"/>
                  </a:lnTo>
                  <a:lnTo>
                    <a:pt x="2874" y="1146"/>
                  </a:lnTo>
                  <a:lnTo>
                    <a:pt x="2831" y="1016"/>
                  </a:lnTo>
                  <a:lnTo>
                    <a:pt x="2788" y="886"/>
                  </a:lnTo>
                  <a:lnTo>
                    <a:pt x="2723" y="757"/>
                  </a:lnTo>
                  <a:lnTo>
                    <a:pt x="2658" y="627"/>
                  </a:lnTo>
                  <a:lnTo>
                    <a:pt x="2572" y="519"/>
                  </a:lnTo>
                  <a:lnTo>
                    <a:pt x="2485" y="411"/>
                  </a:lnTo>
                  <a:lnTo>
                    <a:pt x="2377" y="324"/>
                  </a:lnTo>
                  <a:lnTo>
                    <a:pt x="2269" y="238"/>
                  </a:lnTo>
                  <a:lnTo>
                    <a:pt x="2140" y="173"/>
                  </a:lnTo>
                  <a:lnTo>
                    <a:pt x="2010" y="108"/>
                  </a:lnTo>
                  <a:lnTo>
                    <a:pt x="1880" y="65"/>
                  </a:lnTo>
                  <a:lnTo>
                    <a:pt x="1751" y="22"/>
                  </a:lnTo>
                  <a:lnTo>
                    <a:pt x="15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37">
              <a:extLst>
                <a:ext uri="{FF2B5EF4-FFF2-40B4-BE49-F238E27FC236}">
                  <a16:creationId xmlns:a16="http://schemas.microsoft.com/office/drawing/2014/main" id="{FAFD2CFB-4571-3BF4-C833-BC38CB68BC46}"/>
                </a:ext>
              </a:extLst>
            </p:cNvPr>
            <p:cNvSpPr/>
            <p:nvPr/>
          </p:nvSpPr>
          <p:spPr>
            <a:xfrm>
              <a:off x="16686350" y="383917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297" y="0"/>
                  </a:moveTo>
                  <a:lnTo>
                    <a:pt x="1145" y="22"/>
                  </a:lnTo>
                  <a:lnTo>
                    <a:pt x="1016" y="65"/>
                  </a:lnTo>
                  <a:lnTo>
                    <a:pt x="886" y="108"/>
                  </a:lnTo>
                  <a:lnTo>
                    <a:pt x="756" y="173"/>
                  </a:lnTo>
                  <a:lnTo>
                    <a:pt x="627" y="238"/>
                  </a:lnTo>
                  <a:lnTo>
                    <a:pt x="519" y="324"/>
                  </a:lnTo>
                  <a:lnTo>
                    <a:pt x="411" y="411"/>
                  </a:lnTo>
                  <a:lnTo>
                    <a:pt x="324" y="519"/>
                  </a:lnTo>
                  <a:lnTo>
                    <a:pt x="238" y="627"/>
                  </a:lnTo>
                  <a:lnTo>
                    <a:pt x="173" y="757"/>
                  </a:lnTo>
                  <a:lnTo>
                    <a:pt x="108" y="886"/>
                  </a:lnTo>
                  <a:lnTo>
                    <a:pt x="65" y="1016"/>
                  </a:lnTo>
                  <a:lnTo>
                    <a:pt x="22" y="1146"/>
                  </a:lnTo>
                  <a:lnTo>
                    <a:pt x="0" y="1297"/>
                  </a:lnTo>
                  <a:lnTo>
                    <a:pt x="0" y="1448"/>
                  </a:lnTo>
                  <a:lnTo>
                    <a:pt x="0" y="1599"/>
                  </a:lnTo>
                  <a:lnTo>
                    <a:pt x="22" y="1751"/>
                  </a:lnTo>
                  <a:lnTo>
                    <a:pt x="65" y="1880"/>
                  </a:lnTo>
                  <a:lnTo>
                    <a:pt x="108" y="2010"/>
                  </a:lnTo>
                  <a:lnTo>
                    <a:pt x="173" y="2140"/>
                  </a:lnTo>
                  <a:lnTo>
                    <a:pt x="238" y="2269"/>
                  </a:lnTo>
                  <a:lnTo>
                    <a:pt x="324" y="2377"/>
                  </a:lnTo>
                  <a:lnTo>
                    <a:pt x="411" y="2485"/>
                  </a:lnTo>
                  <a:lnTo>
                    <a:pt x="519" y="2572"/>
                  </a:lnTo>
                  <a:lnTo>
                    <a:pt x="627" y="2658"/>
                  </a:lnTo>
                  <a:lnTo>
                    <a:pt x="756" y="2723"/>
                  </a:lnTo>
                  <a:lnTo>
                    <a:pt x="886" y="2788"/>
                  </a:lnTo>
                  <a:lnTo>
                    <a:pt x="1016" y="2831"/>
                  </a:lnTo>
                  <a:lnTo>
                    <a:pt x="1145" y="2874"/>
                  </a:lnTo>
                  <a:lnTo>
                    <a:pt x="1297" y="2896"/>
                  </a:lnTo>
                  <a:lnTo>
                    <a:pt x="1599" y="2896"/>
                  </a:lnTo>
                  <a:lnTo>
                    <a:pt x="1729" y="2874"/>
                  </a:lnTo>
                  <a:lnTo>
                    <a:pt x="1880" y="2831"/>
                  </a:lnTo>
                  <a:lnTo>
                    <a:pt x="2010" y="2788"/>
                  </a:lnTo>
                  <a:lnTo>
                    <a:pt x="2139" y="2723"/>
                  </a:lnTo>
                  <a:lnTo>
                    <a:pt x="2269" y="2658"/>
                  </a:lnTo>
                  <a:lnTo>
                    <a:pt x="2377" y="2572"/>
                  </a:lnTo>
                  <a:lnTo>
                    <a:pt x="2463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40"/>
                  </a:lnTo>
                  <a:lnTo>
                    <a:pt x="2788" y="2010"/>
                  </a:lnTo>
                  <a:lnTo>
                    <a:pt x="2831" y="1880"/>
                  </a:lnTo>
                  <a:lnTo>
                    <a:pt x="2874" y="1751"/>
                  </a:lnTo>
                  <a:lnTo>
                    <a:pt x="2896" y="1599"/>
                  </a:lnTo>
                  <a:lnTo>
                    <a:pt x="2896" y="1448"/>
                  </a:lnTo>
                  <a:lnTo>
                    <a:pt x="2896" y="1297"/>
                  </a:lnTo>
                  <a:lnTo>
                    <a:pt x="2874" y="1146"/>
                  </a:lnTo>
                  <a:lnTo>
                    <a:pt x="2831" y="1016"/>
                  </a:lnTo>
                  <a:lnTo>
                    <a:pt x="2788" y="886"/>
                  </a:lnTo>
                  <a:lnTo>
                    <a:pt x="2723" y="757"/>
                  </a:lnTo>
                  <a:lnTo>
                    <a:pt x="2658" y="627"/>
                  </a:lnTo>
                  <a:lnTo>
                    <a:pt x="2572" y="519"/>
                  </a:lnTo>
                  <a:lnTo>
                    <a:pt x="2463" y="411"/>
                  </a:lnTo>
                  <a:lnTo>
                    <a:pt x="2377" y="324"/>
                  </a:lnTo>
                  <a:lnTo>
                    <a:pt x="2269" y="238"/>
                  </a:lnTo>
                  <a:lnTo>
                    <a:pt x="2139" y="173"/>
                  </a:lnTo>
                  <a:lnTo>
                    <a:pt x="2010" y="108"/>
                  </a:lnTo>
                  <a:lnTo>
                    <a:pt x="1880" y="65"/>
                  </a:lnTo>
                  <a:lnTo>
                    <a:pt x="1729" y="22"/>
                  </a:lnTo>
                  <a:lnTo>
                    <a:pt x="15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37">
              <a:extLst>
                <a:ext uri="{FF2B5EF4-FFF2-40B4-BE49-F238E27FC236}">
                  <a16:creationId xmlns:a16="http://schemas.microsoft.com/office/drawing/2014/main" id="{E4DC8FD3-1AB0-A69B-97C9-EC11C515033F}"/>
                </a:ext>
              </a:extLst>
            </p:cNvPr>
            <p:cNvSpPr/>
            <p:nvPr/>
          </p:nvSpPr>
          <p:spPr>
            <a:xfrm>
              <a:off x="16703100" y="3855925"/>
              <a:ext cx="38375" cy="38900"/>
            </a:xfrm>
            <a:custGeom>
              <a:avLst/>
              <a:gdLst/>
              <a:ahLst/>
              <a:cxnLst/>
              <a:rect l="l" t="t" r="r" b="b"/>
              <a:pathLst>
                <a:path w="1535" h="1556" extrusionOk="0">
                  <a:moveTo>
                    <a:pt x="778" y="0"/>
                  </a:moveTo>
                  <a:lnTo>
                    <a:pt x="627" y="22"/>
                  </a:lnTo>
                  <a:lnTo>
                    <a:pt x="475" y="65"/>
                  </a:lnTo>
                  <a:lnTo>
                    <a:pt x="346" y="151"/>
                  </a:lnTo>
                  <a:lnTo>
                    <a:pt x="238" y="238"/>
                  </a:lnTo>
                  <a:lnTo>
                    <a:pt x="130" y="346"/>
                  </a:lnTo>
                  <a:lnTo>
                    <a:pt x="65" y="476"/>
                  </a:lnTo>
                  <a:lnTo>
                    <a:pt x="22" y="627"/>
                  </a:lnTo>
                  <a:lnTo>
                    <a:pt x="0" y="778"/>
                  </a:lnTo>
                  <a:lnTo>
                    <a:pt x="22" y="929"/>
                  </a:lnTo>
                  <a:lnTo>
                    <a:pt x="65" y="1081"/>
                  </a:lnTo>
                  <a:lnTo>
                    <a:pt x="130" y="1210"/>
                  </a:lnTo>
                  <a:lnTo>
                    <a:pt x="238" y="1318"/>
                  </a:lnTo>
                  <a:lnTo>
                    <a:pt x="346" y="1426"/>
                  </a:lnTo>
                  <a:lnTo>
                    <a:pt x="475" y="1491"/>
                  </a:lnTo>
                  <a:lnTo>
                    <a:pt x="627" y="1534"/>
                  </a:lnTo>
                  <a:lnTo>
                    <a:pt x="778" y="1556"/>
                  </a:lnTo>
                  <a:lnTo>
                    <a:pt x="929" y="1534"/>
                  </a:lnTo>
                  <a:lnTo>
                    <a:pt x="1080" y="1491"/>
                  </a:lnTo>
                  <a:lnTo>
                    <a:pt x="1210" y="1426"/>
                  </a:lnTo>
                  <a:lnTo>
                    <a:pt x="1318" y="1318"/>
                  </a:lnTo>
                  <a:lnTo>
                    <a:pt x="1405" y="1210"/>
                  </a:lnTo>
                  <a:lnTo>
                    <a:pt x="1491" y="1081"/>
                  </a:lnTo>
                  <a:lnTo>
                    <a:pt x="1534" y="929"/>
                  </a:lnTo>
                  <a:lnTo>
                    <a:pt x="1534" y="778"/>
                  </a:lnTo>
                  <a:lnTo>
                    <a:pt x="1534" y="627"/>
                  </a:lnTo>
                  <a:lnTo>
                    <a:pt x="1491" y="476"/>
                  </a:lnTo>
                  <a:lnTo>
                    <a:pt x="1405" y="346"/>
                  </a:lnTo>
                  <a:lnTo>
                    <a:pt x="1318" y="238"/>
                  </a:lnTo>
                  <a:lnTo>
                    <a:pt x="1210" y="151"/>
                  </a:lnTo>
                  <a:lnTo>
                    <a:pt x="1080" y="65"/>
                  </a:lnTo>
                  <a:lnTo>
                    <a:pt x="929" y="22"/>
                  </a:lnTo>
                  <a:lnTo>
                    <a:pt x="77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37">
              <a:extLst>
                <a:ext uri="{FF2B5EF4-FFF2-40B4-BE49-F238E27FC236}">
                  <a16:creationId xmlns:a16="http://schemas.microsoft.com/office/drawing/2014/main" id="{051429BC-F4BD-9AAA-8D4D-FBEECE88333B}"/>
                </a:ext>
              </a:extLst>
            </p:cNvPr>
            <p:cNvSpPr/>
            <p:nvPr/>
          </p:nvSpPr>
          <p:spPr>
            <a:xfrm>
              <a:off x="16413000" y="3855925"/>
              <a:ext cx="38375" cy="38900"/>
            </a:xfrm>
            <a:custGeom>
              <a:avLst/>
              <a:gdLst/>
              <a:ahLst/>
              <a:cxnLst/>
              <a:rect l="l" t="t" r="r" b="b"/>
              <a:pathLst>
                <a:path w="1535" h="1556" extrusionOk="0">
                  <a:moveTo>
                    <a:pt x="757" y="0"/>
                  </a:moveTo>
                  <a:lnTo>
                    <a:pt x="606" y="22"/>
                  </a:lnTo>
                  <a:lnTo>
                    <a:pt x="455" y="65"/>
                  </a:lnTo>
                  <a:lnTo>
                    <a:pt x="325" y="151"/>
                  </a:lnTo>
                  <a:lnTo>
                    <a:pt x="217" y="238"/>
                  </a:lnTo>
                  <a:lnTo>
                    <a:pt x="130" y="346"/>
                  </a:lnTo>
                  <a:lnTo>
                    <a:pt x="44" y="476"/>
                  </a:lnTo>
                  <a:lnTo>
                    <a:pt x="1" y="627"/>
                  </a:lnTo>
                  <a:lnTo>
                    <a:pt x="1" y="778"/>
                  </a:lnTo>
                  <a:lnTo>
                    <a:pt x="1" y="929"/>
                  </a:lnTo>
                  <a:lnTo>
                    <a:pt x="44" y="1081"/>
                  </a:lnTo>
                  <a:lnTo>
                    <a:pt x="130" y="1210"/>
                  </a:lnTo>
                  <a:lnTo>
                    <a:pt x="217" y="1318"/>
                  </a:lnTo>
                  <a:lnTo>
                    <a:pt x="325" y="1426"/>
                  </a:lnTo>
                  <a:lnTo>
                    <a:pt x="455" y="1491"/>
                  </a:lnTo>
                  <a:lnTo>
                    <a:pt x="606" y="1534"/>
                  </a:lnTo>
                  <a:lnTo>
                    <a:pt x="757" y="1556"/>
                  </a:lnTo>
                  <a:lnTo>
                    <a:pt x="908" y="1534"/>
                  </a:lnTo>
                  <a:lnTo>
                    <a:pt x="1060" y="1491"/>
                  </a:lnTo>
                  <a:lnTo>
                    <a:pt x="1189" y="1426"/>
                  </a:lnTo>
                  <a:lnTo>
                    <a:pt x="1297" y="1318"/>
                  </a:lnTo>
                  <a:lnTo>
                    <a:pt x="1405" y="1210"/>
                  </a:lnTo>
                  <a:lnTo>
                    <a:pt x="1470" y="1081"/>
                  </a:lnTo>
                  <a:lnTo>
                    <a:pt x="1513" y="929"/>
                  </a:lnTo>
                  <a:lnTo>
                    <a:pt x="1535" y="778"/>
                  </a:lnTo>
                  <a:lnTo>
                    <a:pt x="1513" y="627"/>
                  </a:lnTo>
                  <a:lnTo>
                    <a:pt x="1470" y="476"/>
                  </a:lnTo>
                  <a:lnTo>
                    <a:pt x="1405" y="346"/>
                  </a:lnTo>
                  <a:lnTo>
                    <a:pt x="1297" y="238"/>
                  </a:lnTo>
                  <a:lnTo>
                    <a:pt x="1189" y="151"/>
                  </a:lnTo>
                  <a:lnTo>
                    <a:pt x="1060" y="65"/>
                  </a:lnTo>
                  <a:lnTo>
                    <a:pt x="908" y="22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37">
              <a:extLst>
                <a:ext uri="{FF2B5EF4-FFF2-40B4-BE49-F238E27FC236}">
                  <a16:creationId xmlns:a16="http://schemas.microsoft.com/office/drawing/2014/main" id="{6C2F4BBE-9018-CB25-4B9C-E016C854E86E}"/>
                </a:ext>
              </a:extLst>
            </p:cNvPr>
            <p:cNvSpPr/>
            <p:nvPr/>
          </p:nvSpPr>
          <p:spPr>
            <a:xfrm>
              <a:off x="16472425" y="4146000"/>
              <a:ext cx="214475" cy="177750"/>
            </a:xfrm>
            <a:custGeom>
              <a:avLst/>
              <a:gdLst/>
              <a:ahLst/>
              <a:cxnLst/>
              <a:rect l="l" t="t" r="r" b="b"/>
              <a:pathLst>
                <a:path w="8579" h="7110" extrusionOk="0">
                  <a:moveTo>
                    <a:pt x="4279" y="0"/>
                  </a:moveTo>
                  <a:lnTo>
                    <a:pt x="1" y="7109"/>
                  </a:lnTo>
                  <a:lnTo>
                    <a:pt x="8579" y="7109"/>
                  </a:lnTo>
                  <a:lnTo>
                    <a:pt x="427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37">
              <a:extLst>
                <a:ext uri="{FF2B5EF4-FFF2-40B4-BE49-F238E27FC236}">
                  <a16:creationId xmlns:a16="http://schemas.microsoft.com/office/drawing/2014/main" id="{E3670C89-CD09-3A21-94AF-50CCB768BABC}"/>
                </a:ext>
              </a:extLst>
            </p:cNvPr>
            <p:cNvSpPr/>
            <p:nvPr/>
          </p:nvSpPr>
          <p:spPr>
            <a:xfrm>
              <a:off x="16310925" y="4019600"/>
              <a:ext cx="533175" cy="30275"/>
            </a:xfrm>
            <a:custGeom>
              <a:avLst/>
              <a:gdLst/>
              <a:ahLst/>
              <a:cxnLst/>
              <a:rect l="l" t="t" r="r" b="b"/>
              <a:pathLst>
                <a:path w="21327" h="1211" extrusionOk="0">
                  <a:moveTo>
                    <a:pt x="0" y="0"/>
                  </a:moveTo>
                  <a:lnTo>
                    <a:pt x="0" y="1210"/>
                  </a:lnTo>
                  <a:lnTo>
                    <a:pt x="21327" y="1210"/>
                  </a:lnTo>
                  <a:lnTo>
                    <a:pt x="2132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37">
              <a:extLst>
                <a:ext uri="{FF2B5EF4-FFF2-40B4-BE49-F238E27FC236}">
                  <a16:creationId xmlns:a16="http://schemas.microsoft.com/office/drawing/2014/main" id="{D382606D-1110-0EBB-EDCC-86F86D14923A}"/>
                </a:ext>
              </a:extLst>
            </p:cNvPr>
            <p:cNvSpPr/>
            <p:nvPr/>
          </p:nvSpPr>
          <p:spPr>
            <a:xfrm>
              <a:off x="16309825" y="4929275"/>
              <a:ext cx="246350" cy="115625"/>
            </a:xfrm>
            <a:custGeom>
              <a:avLst/>
              <a:gdLst/>
              <a:ahLst/>
              <a:cxnLst/>
              <a:rect l="l" t="t" r="r" b="b"/>
              <a:pathLst>
                <a:path w="9854" h="4625" extrusionOk="0">
                  <a:moveTo>
                    <a:pt x="4927" y="0"/>
                  </a:moveTo>
                  <a:lnTo>
                    <a:pt x="4430" y="22"/>
                  </a:lnTo>
                  <a:lnTo>
                    <a:pt x="3955" y="87"/>
                  </a:lnTo>
                  <a:lnTo>
                    <a:pt x="3501" y="216"/>
                  </a:lnTo>
                  <a:lnTo>
                    <a:pt x="3069" y="368"/>
                  </a:lnTo>
                  <a:lnTo>
                    <a:pt x="2659" y="562"/>
                  </a:lnTo>
                  <a:lnTo>
                    <a:pt x="2248" y="778"/>
                  </a:lnTo>
                  <a:lnTo>
                    <a:pt x="1881" y="1059"/>
                  </a:lnTo>
                  <a:lnTo>
                    <a:pt x="1535" y="1340"/>
                  </a:lnTo>
                  <a:lnTo>
                    <a:pt x="1232" y="1664"/>
                  </a:lnTo>
                  <a:lnTo>
                    <a:pt x="930" y="2032"/>
                  </a:lnTo>
                  <a:lnTo>
                    <a:pt x="692" y="2399"/>
                  </a:lnTo>
                  <a:lnTo>
                    <a:pt x="476" y="2809"/>
                  </a:lnTo>
                  <a:lnTo>
                    <a:pt x="282" y="3242"/>
                  </a:lnTo>
                  <a:lnTo>
                    <a:pt x="152" y="3674"/>
                  </a:lnTo>
                  <a:lnTo>
                    <a:pt x="44" y="4149"/>
                  </a:lnTo>
                  <a:lnTo>
                    <a:pt x="1" y="4624"/>
                  </a:lnTo>
                  <a:lnTo>
                    <a:pt x="9854" y="4624"/>
                  </a:lnTo>
                  <a:lnTo>
                    <a:pt x="9789" y="4149"/>
                  </a:lnTo>
                  <a:lnTo>
                    <a:pt x="9703" y="3674"/>
                  </a:lnTo>
                  <a:lnTo>
                    <a:pt x="9551" y="3242"/>
                  </a:lnTo>
                  <a:lnTo>
                    <a:pt x="9378" y="2809"/>
                  </a:lnTo>
                  <a:lnTo>
                    <a:pt x="9162" y="2399"/>
                  </a:lnTo>
                  <a:lnTo>
                    <a:pt x="8903" y="2032"/>
                  </a:lnTo>
                  <a:lnTo>
                    <a:pt x="8622" y="1664"/>
                  </a:lnTo>
                  <a:lnTo>
                    <a:pt x="8298" y="1340"/>
                  </a:lnTo>
                  <a:lnTo>
                    <a:pt x="7952" y="1059"/>
                  </a:lnTo>
                  <a:lnTo>
                    <a:pt x="7585" y="778"/>
                  </a:lnTo>
                  <a:lnTo>
                    <a:pt x="7196" y="562"/>
                  </a:lnTo>
                  <a:lnTo>
                    <a:pt x="6764" y="368"/>
                  </a:lnTo>
                  <a:lnTo>
                    <a:pt x="6332" y="216"/>
                  </a:lnTo>
                  <a:lnTo>
                    <a:pt x="5878" y="87"/>
                  </a:lnTo>
                  <a:lnTo>
                    <a:pt x="5403" y="22"/>
                  </a:lnTo>
                  <a:lnTo>
                    <a:pt x="492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37">
              <a:extLst>
                <a:ext uri="{FF2B5EF4-FFF2-40B4-BE49-F238E27FC236}">
                  <a16:creationId xmlns:a16="http://schemas.microsoft.com/office/drawing/2014/main" id="{5435CB16-762E-405D-C284-4A70FC5C77AD}"/>
                </a:ext>
              </a:extLst>
            </p:cNvPr>
            <p:cNvSpPr/>
            <p:nvPr/>
          </p:nvSpPr>
          <p:spPr>
            <a:xfrm>
              <a:off x="16583700" y="4929275"/>
              <a:ext cx="245825" cy="115625"/>
            </a:xfrm>
            <a:custGeom>
              <a:avLst/>
              <a:gdLst/>
              <a:ahLst/>
              <a:cxnLst/>
              <a:rect l="l" t="t" r="r" b="b"/>
              <a:pathLst>
                <a:path w="9833" h="4625" extrusionOk="0">
                  <a:moveTo>
                    <a:pt x="4906" y="0"/>
                  </a:moveTo>
                  <a:lnTo>
                    <a:pt x="4430" y="22"/>
                  </a:lnTo>
                  <a:lnTo>
                    <a:pt x="3955" y="87"/>
                  </a:lnTo>
                  <a:lnTo>
                    <a:pt x="3501" y="216"/>
                  </a:lnTo>
                  <a:lnTo>
                    <a:pt x="3069" y="368"/>
                  </a:lnTo>
                  <a:lnTo>
                    <a:pt x="2637" y="562"/>
                  </a:lnTo>
                  <a:lnTo>
                    <a:pt x="2248" y="778"/>
                  </a:lnTo>
                  <a:lnTo>
                    <a:pt x="1881" y="1059"/>
                  </a:lnTo>
                  <a:lnTo>
                    <a:pt x="1535" y="1340"/>
                  </a:lnTo>
                  <a:lnTo>
                    <a:pt x="1211" y="1664"/>
                  </a:lnTo>
                  <a:lnTo>
                    <a:pt x="930" y="2032"/>
                  </a:lnTo>
                  <a:lnTo>
                    <a:pt x="671" y="2399"/>
                  </a:lnTo>
                  <a:lnTo>
                    <a:pt x="455" y="2809"/>
                  </a:lnTo>
                  <a:lnTo>
                    <a:pt x="282" y="3242"/>
                  </a:lnTo>
                  <a:lnTo>
                    <a:pt x="152" y="3674"/>
                  </a:lnTo>
                  <a:lnTo>
                    <a:pt x="44" y="4149"/>
                  </a:lnTo>
                  <a:lnTo>
                    <a:pt x="1" y="4624"/>
                  </a:lnTo>
                  <a:lnTo>
                    <a:pt x="9832" y="4624"/>
                  </a:lnTo>
                  <a:lnTo>
                    <a:pt x="9789" y="4149"/>
                  </a:lnTo>
                  <a:lnTo>
                    <a:pt x="9681" y="3674"/>
                  </a:lnTo>
                  <a:lnTo>
                    <a:pt x="9551" y="3242"/>
                  </a:lnTo>
                  <a:lnTo>
                    <a:pt x="9357" y="2809"/>
                  </a:lnTo>
                  <a:lnTo>
                    <a:pt x="9141" y="2399"/>
                  </a:lnTo>
                  <a:lnTo>
                    <a:pt x="8903" y="2032"/>
                  </a:lnTo>
                  <a:lnTo>
                    <a:pt x="8622" y="1664"/>
                  </a:lnTo>
                  <a:lnTo>
                    <a:pt x="8298" y="1340"/>
                  </a:lnTo>
                  <a:lnTo>
                    <a:pt x="7952" y="1059"/>
                  </a:lnTo>
                  <a:lnTo>
                    <a:pt x="7585" y="778"/>
                  </a:lnTo>
                  <a:lnTo>
                    <a:pt x="7174" y="562"/>
                  </a:lnTo>
                  <a:lnTo>
                    <a:pt x="6764" y="368"/>
                  </a:lnTo>
                  <a:lnTo>
                    <a:pt x="6332" y="216"/>
                  </a:lnTo>
                  <a:lnTo>
                    <a:pt x="5878" y="87"/>
                  </a:lnTo>
                  <a:lnTo>
                    <a:pt x="5403" y="22"/>
                  </a:lnTo>
                  <a:lnTo>
                    <a:pt x="490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37">
              <a:extLst>
                <a:ext uri="{FF2B5EF4-FFF2-40B4-BE49-F238E27FC236}">
                  <a16:creationId xmlns:a16="http://schemas.microsoft.com/office/drawing/2014/main" id="{C8C1BCC4-022B-1641-026F-BCF76E323BBB}"/>
                </a:ext>
              </a:extLst>
            </p:cNvPr>
            <p:cNvSpPr/>
            <p:nvPr/>
          </p:nvSpPr>
          <p:spPr>
            <a:xfrm>
              <a:off x="16545350" y="3256300"/>
              <a:ext cx="62700" cy="102675"/>
            </a:xfrm>
            <a:custGeom>
              <a:avLst/>
              <a:gdLst/>
              <a:ahLst/>
              <a:cxnLst/>
              <a:rect l="l" t="t" r="r" b="b"/>
              <a:pathLst>
                <a:path w="2508" h="4107" extrusionOk="0">
                  <a:moveTo>
                    <a:pt x="1232" y="1"/>
                  </a:moveTo>
                  <a:lnTo>
                    <a:pt x="1189" y="44"/>
                  </a:lnTo>
                  <a:lnTo>
                    <a:pt x="1081" y="130"/>
                  </a:lnTo>
                  <a:lnTo>
                    <a:pt x="973" y="282"/>
                  </a:lnTo>
                  <a:lnTo>
                    <a:pt x="865" y="498"/>
                  </a:lnTo>
                  <a:lnTo>
                    <a:pt x="649" y="995"/>
                  </a:lnTo>
                  <a:lnTo>
                    <a:pt x="454" y="1600"/>
                  </a:lnTo>
                  <a:lnTo>
                    <a:pt x="260" y="2205"/>
                  </a:lnTo>
                  <a:lnTo>
                    <a:pt x="130" y="2767"/>
                  </a:lnTo>
                  <a:lnTo>
                    <a:pt x="22" y="3199"/>
                  </a:lnTo>
                  <a:lnTo>
                    <a:pt x="1" y="3480"/>
                  </a:lnTo>
                  <a:lnTo>
                    <a:pt x="1" y="3544"/>
                  </a:lnTo>
                  <a:lnTo>
                    <a:pt x="22" y="3631"/>
                  </a:lnTo>
                  <a:lnTo>
                    <a:pt x="65" y="3696"/>
                  </a:lnTo>
                  <a:lnTo>
                    <a:pt x="109" y="3761"/>
                  </a:lnTo>
                  <a:lnTo>
                    <a:pt x="260" y="3869"/>
                  </a:lnTo>
                  <a:lnTo>
                    <a:pt x="433" y="3955"/>
                  </a:lnTo>
                  <a:lnTo>
                    <a:pt x="627" y="4041"/>
                  </a:lnTo>
                  <a:lnTo>
                    <a:pt x="843" y="4085"/>
                  </a:lnTo>
                  <a:lnTo>
                    <a:pt x="1059" y="4106"/>
                  </a:lnTo>
                  <a:lnTo>
                    <a:pt x="1276" y="4106"/>
                  </a:lnTo>
                  <a:lnTo>
                    <a:pt x="1492" y="4085"/>
                  </a:lnTo>
                  <a:lnTo>
                    <a:pt x="1729" y="4041"/>
                  </a:lnTo>
                  <a:lnTo>
                    <a:pt x="1945" y="3977"/>
                  </a:lnTo>
                  <a:lnTo>
                    <a:pt x="2140" y="3890"/>
                  </a:lnTo>
                  <a:lnTo>
                    <a:pt x="2313" y="3782"/>
                  </a:lnTo>
                  <a:lnTo>
                    <a:pt x="2377" y="3717"/>
                  </a:lnTo>
                  <a:lnTo>
                    <a:pt x="2421" y="3653"/>
                  </a:lnTo>
                  <a:lnTo>
                    <a:pt x="2464" y="3566"/>
                  </a:lnTo>
                  <a:lnTo>
                    <a:pt x="2486" y="3480"/>
                  </a:lnTo>
                  <a:lnTo>
                    <a:pt x="2507" y="3393"/>
                  </a:lnTo>
                  <a:lnTo>
                    <a:pt x="2486" y="3285"/>
                  </a:lnTo>
                  <a:lnTo>
                    <a:pt x="2334" y="2529"/>
                  </a:lnTo>
                  <a:lnTo>
                    <a:pt x="2226" y="1989"/>
                  </a:lnTo>
                  <a:lnTo>
                    <a:pt x="2075" y="1405"/>
                  </a:lnTo>
                  <a:lnTo>
                    <a:pt x="1902" y="865"/>
                  </a:lnTo>
                  <a:lnTo>
                    <a:pt x="1816" y="627"/>
                  </a:lnTo>
                  <a:lnTo>
                    <a:pt x="1729" y="411"/>
                  </a:lnTo>
                  <a:lnTo>
                    <a:pt x="1621" y="239"/>
                  </a:lnTo>
                  <a:lnTo>
                    <a:pt x="1513" y="109"/>
                  </a:lnTo>
                  <a:lnTo>
                    <a:pt x="1405" y="22"/>
                  </a:lnTo>
                  <a:lnTo>
                    <a:pt x="134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37">
              <a:extLst>
                <a:ext uri="{FF2B5EF4-FFF2-40B4-BE49-F238E27FC236}">
                  <a16:creationId xmlns:a16="http://schemas.microsoft.com/office/drawing/2014/main" id="{3C3D60B3-445C-6166-FB10-0EDA29B67208}"/>
                </a:ext>
              </a:extLst>
            </p:cNvPr>
            <p:cNvSpPr/>
            <p:nvPr/>
          </p:nvSpPr>
          <p:spPr>
            <a:xfrm>
              <a:off x="16158050" y="4209200"/>
              <a:ext cx="136150" cy="136700"/>
            </a:xfrm>
            <a:custGeom>
              <a:avLst/>
              <a:gdLst/>
              <a:ahLst/>
              <a:cxnLst/>
              <a:rect l="l" t="t" r="r" b="b"/>
              <a:pathLst>
                <a:path w="5446" h="5468" extrusionOk="0">
                  <a:moveTo>
                    <a:pt x="2723" y="1"/>
                  </a:moveTo>
                  <a:lnTo>
                    <a:pt x="2442" y="22"/>
                  </a:lnTo>
                  <a:lnTo>
                    <a:pt x="2182" y="65"/>
                  </a:lnTo>
                  <a:lnTo>
                    <a:pt x="1923" y="130"/>
                  </a:lnTo>
                  <a:lnTo>
                    <a:pt x="1664" y="217"/>
                  </a:lnTo>
                  <a:lnTo>
                    <a:pt x="1426" y="346"/>
                  </a:lnTo>
                  <a:lnTo>
                    <a:pt x="1210" y="476"/>
                  </a:lnTo>
                  <a:lnTo>
                    <a:pt x="994" y="627"/>
                  </a:lnTo>
                  <a:lnTo>
                    <a:pt x="800" y="800"/>
                  </a:lnTo>
                  <a:lnTo>
                    <a:pt x="627" y="995"/>
                  </a:lnTo>
                  <a:lnTo>
                    <a:pt x="475" y="1211"/>
                  </a:lnTo>
                  <a:lnTo>
                    <a:pt x="324" y="1427"/>
                  </a:lnTo>
                  <a:lnTo>
                    <a:pt x="216" y="1664"/>
                  </a:lnTo>
                  <a:lnTo>
                    <a:pt x="130" y="1924"/>
                  </a:lnTo>
                  <a:lnTo>
                    <a:pt x="65" y="2183"/>
                  </a:lnTo>
                  <a:lnTo>
                    <a:pt x="22" y="2464"/>
                  </a:lnTo>
                  <a:lnTo>
                    <a:pt x="0" y="2745"/>
                  </a:lnTo>
                  <a:lnTo>
                    <a:pt x="22" y="3026"/>
                  </a:lnTo>
                  <a:lnTo>
                    <a:pt x="65" y="3285"/>
                  </a:lnTo>
                  <a:lnTo>
                    <a:pt x="130" y="3544"/>
                  </a:lnTo>
                  <a:lnTo>
                    <a:pt x="216" y="3803"/>
                  </a:lnTo>
                  <a:lnTo>
                    <a:pt x="324" y="4041"/>
                  </a:lnTo>
                  <a:lnTo>
                    <a:pt x="475" y="4257"/>
                  </a:lnTo>
                  <a:lnTo>
                    <a:pt x="627" y="4473"/>
                  </a:lnTo>
                  <a:lnTo>
                    <a:pt x="800" y="4668"/>
                  </a:lnTo>
                  <a:lnTo>
                    <a:pt x="994" y="4841"/>
                  </a:lnTo>
                  <a:lnTo>
                    <a:pt x="1210" y="4992"/>
                  </a:lnTo>
                  <a:lnTo>
                    <a:pt x="1426" y="5143"/>
                  </a:lnTo>
                  <a:lnTo>
                    <a:pt x="1664" y="5251"/>
                  </a:lnTo>
                  <a:lnTo>
                    <a:pt x="1923" y="5338"/>
                  </a:lnTo>
                  <a:lnTo>
                    <a:pt x="2182" y="5402"/>
                  </a:lnTo>
                  <a:lnTo>
                    <a:pt x="2442" y="5446"/>
                  </a:lnTo>
                  <a:lnTo>
                    <a:pt x="2723" y="5467"/>
                  </a:lnTo>
                  <a:lnTo>
                    <a:pt x="3004" y="5446"/>
                  </a:lnTo>
                  <a:lnTo>
                    <a:pt x="3284" y="5402"/>
                  </a:lnTo>
                  <a:lnTo>
                    <a:pt x="3544" y="5338"/>
                  </a:lnTo>
                  <a:lnTo>
                    <a:pt x="3781" y="5251"/>
                  </a:lnTo>
                  <a:lnTo>
                    <a:pt x="4019" y="5143"/>
                  </a:lnTo>
                  <a:lnTo>
                    <a:pt x="4257" y="4992"/>
                  </a:lnTo>
                  <a:lnTo>
                    <a:pt x="4451" y="4841"/>
                  </a:lnTo>
                  <a:lnTo>
                    <a:pt x="4646" y="4668"/>
                  </a:lnTo>
                  <a:lnTo>
                    <a:pt x="4840" y="4473"/>
                  </a:lnTo>
                  <a:lnTo>
                    <a:pt x="4991" y="4257"/>
                  </a:lnTo>
                  <a:lnTo>
                    <a:pt x="5121" y="4041"/>
                  </a:lnTo>
                  <a:lnTo>
                    <a:pt x="5229" y="3803"/>
                  </a:lnTo>
                  <a:lnTo>
                    <a:pt x="5337" y="3544"/>
                  </a:lnTo>
                  <a:lnTo>
                    <a:pt x="5402" y="3285"/>
                  </a:lnTo>
                  <a:lnTo>
                    <a:pt x="5445" y="3026"/>
                  </a:lnTo>
                  <a:lnTo>
                    <a:pt x="5445" y="2745"/>
                  </a:lnTo>
                  <a:lnTo>
                    <a:pt x="5445" y="2464"/>
                  </a:lnTo>
                  <a:lnTo>
                    <a:pt x="5402" y="2183"/>
                  </a:lnTo>
                  <a:lnTo>
                    <a:pt x="5337" y="1924"/>
                  </a:lnTo>
                  <a:lnTo>
                    <a:pt x="5229" y="1664"/>
                  </a:lnTo>
                  <a:lnTo>
                    <a:pt x="5121" y="1427"/>
                  </a:lnTo>
                  <a:lnTo>
                    <a:pt x="4991" y="1211"/>
                  </a:lnTo>
                  <a:lnTo>
                    <a:pt x="4840" y="995"/>
                  </a:lnTo>
                  <a:lnTo>
                    <a:pt x="4646" y="800"/>
                  </a:lnTo>
                  <a:lnTo>
                    <a:pt x="4451" y="627"/>
                  </a:lnTo>
                  <a:lnTo>
                    <a:pt x="4257" y="476"/>
                  </a:lnTo>
                  <a:lnTo>
                    <a:pt x="4019" y="346"/>
                  </a:lnTo>
                  <a:lnTo>
                    <a:pt x="3781" y="217"/>
                  </a:lnTo>
                  <a:lnTo>
                    <a:pt x="3544" y="130"/>
                  </a:lnTo>
                  <a:lnTo>
                    <a:pt x="3284" y="65"/>
                  </a:lnTo>
                  <a:lnTo>
                    <a:pt x="3004" y="22"/>
                  </a:lnTo>
                  <a:lnTo>
                    <a:pt x="27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37">
              <a:extLst>
                <a:ext uri="{FF2B5EF4-FFF2-40B4-BE49-F238E27FC236}">
                  <a16:creationId xmlns:a16="http://schemas.microsoft.com/office/drawing/2014/main" id="{94D63BF4-0D07-ACBF-1735-CCC39D24D6FC}"/>
                </a:ext>
              </a:extLst>
            </p:cNvPr>
            <p:cNvSpPr/>
            <p:nvPr/>
          </p:nvSpPr>
          <p:spPr>
            <a:xfrm>
              <a:off x="16140225" y="3564750"/>
              <a:ext cx="180425" cy="696325"/>
            </a:xfrm>
            <a:custGeom>
              <a:avLst/>
              <a:gdLst/>
              <a:ahLst/>
              <a:cxnLst/>
              <a:rect l="l" t="t" r="r" b="b"/>
              <a:pathLst>
                <a:path w="7217" h="27853" extrusionOk="0">
                  <a:moveTo>
                    <a:pt x="0" y="1"/>
                  </a:moveTo>
                  <a:lnTo>
                    <a:pt x="130" y="3112"/>
                  </a:lnTo>
                  <a:lnTo>
                    <a:pt x="216" y="6526"/>
                  </a:lnTo>
                  <a:lnTo>
                    <a:pt x="367" y="13916"/>
                  </a:lnTo>
                  <a:lnTo>
                    <a:pt x="540" y="21306"/>
                  </a:lnTo>
                  <a:lnTo>
                    <a:pt x="627" y="24741"/>
                  </a:lnTo>
                  <a:lnTo>
                    <a:pt x="756" y="27853"/>
                  </a:lnTo>
                  <a:lnTo>
                    <a:pt x="6180" y="27853"/>
                  </a:lnTo>
                  <a:lnTo>
                    <a:pt x="6309" y="24741"/>
                  </a:lnTo>
                  <a:lnTo>
                    <a:pt x="6439" y="21306"/>
                  </a:lnTo>
                  <a:lnTo>
                    <a:pt x="6698" y="13916"/>
                  </a:lnTo>
                  <a:lnTo>
                    <a:pt x="6958" y="6526"/>
                  </a:lnTo>
                  <a:lnTo>
                    <a:pt x="7087" y="3112"/>
                  </a:lnTo>
                  <a:lnTo>
                    <a:pt x="721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37">
              <a:extLst>
                <a:ext uri="{FF2B5EF4-FFF2-40B4-BE49-F238E27FC236}">
                  <a16:creationId xmlns:a16="http://schemas.microsoft.com/office/drawing/2014/main" id="{7DA23B57-5B65-AAA5-F4A1-AA29DBEB81D6}"/>
                </a:ext>
              </a:extLst>
            </p:cNvPr>
            <p:cNvSpPr/>
            <p:nvPr/>
          </p:nvSpPr>
          <p:spPr>
            <a:xfrm>
              <a:off x="16145625" y="4203800"/>
              <a:ext cx="162600" cy="68100"/>
            </a:xfrm>
            <a:custGeom>
              <a:avLst/>
              <a:gdLst/>
              <a:ahLst/>
              <a:cxnLst/>
              <a:rect l="l" t="t" r="r" b="b"/>
              <a:pathLst>
                <a:path w="6504" h="2724" extrusionOk="0">
                  <a:moveTo>
                    <a:pt x="0" y="0"/>
                  </a:moveTo>
                  <a:lnTo>
                    <a:pt x="108" y="2723"/>
                  </a:lnTo>
                  <a:lnTo>
                    <a:pt x="6396" y="2723"/>
                  </a:lnTo>
                  <a:lnTo>
                    <a:pt x="650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37">
              <a:extLst>
                <a:ext uri="{FF2B5EF4-FFF2-40B4-BE49-F238E27FC236}">
                  <a16:creationId xmlns:a16="http://schemas.microsoft.com/office/drawing/2014/main" id="{2EACAB13-C1CF-8C9C-68D8-5B3019859362}"/>
                </a:ext>
              </a:extLst>
            </p:cNvPr>
            <p:cNvSpPr/>
            <p:nvPr/>
          </p:nvSpPr>
          <p:spPr>
            <a:xfrm>
              <a:off x="16286075" y="3546925"/>
              <a:ext cx="33500" cy="75650"/>
            </a:xfrm>
            <a:custGeom>
              <a:avLst/>
              <a:gdLst/>
              <a:ahLst/>
              <a:cxnLst/>
              <a:rect l="l" t="t" r="r" b="b"/>
              <a:pathLst>
                <a:path w="1340" h="3026" extrusionOk="0">
                  <a:moveTo>
                    <a:pt x="540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08" y="282"/>
                  </a:lnTo>
                  <a:lnTo>
                    <a:pt x="43" y="411"/>
                  </a:lnTo>
                  <a:lnTo>
                    <a:pt x="22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22" y="2486"/>
                  </a:lnTo>
                  <a:lnTo>
                    <a:pt x="43" y="2615"/>
                  </a:lnTo>
                  <a:lnTo>
                    <a:pt x="108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0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29" y="2961"/>
                  </a:lnTo>
                  <a:lnTo>
                    <a:pt x="1037" y="2918"/>
                  </a:lnTo>
                  <a:lnTo>
                    <a:pt x="1145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18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8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5" y="195"/>
                  </a:lnTo>
                  <a:lnTo>
                    <a:pt x="1037" y="109"/>
                  </a:lnTo>
                  <a:lnTo>
                    <a:pt x="929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37">
              <a:extLst>
                <a:ext uri="{FF2B5EF4-FFF2-40B4-BE49-F238E27FC236}">
                  <a16:creationId xmlns:a16="http://schemas.microsoft.com/office/drawing/2014/main" id="{A93BD088-A269-F892-9E6D-C7815B038649}"/>
                </a:ext>
              </a:extLst>
            </p:cNvPr>
            <p:cNvSpPr/>
            <p:nvPr/>
          </p:nvSpPr>
          <p:spPr>
            <a:xfrm>
              <a:off x="16248800" y="3546925"/>
              <a:ext cx="33500" cy="75650"/>
            </a:xfrm>
            <a:custGeom>
              <a:avLst/>
              <a:gdLst/>
              <a:ahLst/>
              <a:cxnLst/>
              <a:rect l="l" t="t" r="r" b="b"/>
              <a:pathLst>
                <a:path w="1340" h="3026" extrusionOk="0">
                  <a:moveTo>
                    <a:pt x="519" y="1"/>
                  </a:moveTo>
                  <a:lnTo>
                    <a:pt x="411" y="44"/>
                  </a:lnTo>
                  <a:lnTo>
                    <a:pt x="281" y="109"/>
                  </a:lnTo>
                  <a:lnTo>
                    <a:pt x="195" y="195"/>
                  </a:lnTo>
                  <a:lnTo>
                    <a:pt x="108" y="282"/>
                  </a:lnTo>
                  <a:lnTo>
                    <a:pt x="43" y="411"/>
                  </a:lnTo>
                  <a:lnTo>
                    <a:pt x="0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0" y="2486"/>
                  </a:lnTo>
                  <a:lnTo>
                    <a:pt x="43" y="2615"/>
                  </a:lnTo>
                  <a:lnTo>
                    <a:pt x="108" y="2723"/>
                  </a:lnTo>
                  <a:lnTo>
                    <a:pt x="195" y="2831"/>
                  </a:lnTo>
                  <a:lnTo>
                    <a:pt x="281" y="2918"/>
                  </a:lnTo>
                  <a:lnTo>
                    <a:pt x="411" y="2961"/>
                  </a:lnTo>
                  <a:lnTo>
                    <a:pt x="519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29" y="2961"/>
                  </a:lnTo>
                  <a:lnTo>
                    <a:pt x="1037" y="2918"/>
                  </a:lnTo>
                  <a:lnTo>
                    <a:pt x="1145" y="2831"/>
                  </a:lnTo>
                  <a:lnTo>
                    <a:pt x="1210" y="2723"/>
                  </a:lnTo>
                  <a:lnTo>
                    <a:pt x="1275" y="2615"/>
                  </a:lnTo>
                  <a:lnTo>
                    <a:pt x="1318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8" y="519"/>
                  </a:lnTo>
                  <a:lnTo>
                    <a:pt x="1275" y="411"/>
                  </a:lnTo>
                  <a:lnTo>
                    <a:pt x="1210" y="282"/>
                  </a:lnTo>
                  <a:lnTo>
                    <a:pt x="1145" y="195"/>
                  </a:lnTo>
                  <a:lnTo>
                    <a:pt x="1037" y="109"/>
                  </a:lnTo>
                  <a:lnTo>
                    <a:pt x="929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37">
              <a:extLst>
                <a:ext uri="{FF2B5EF4-FFF2-40B4-BE49-F238E27FC236}">
                  <a16:creationId xmlns:a16="http://schemas.microsoft.com/office/drawing/2014/main" id="{C59AC50E-F82B-E6A4-D9D6-13F4D511BB8C}"/>
                </a:ext>
              </a:extLst>
            </p:cNvPr>
            <p:cNvSpPr/>
            <p:nvPr/>
          </p:nvSpPr>
          <p:spPr>
            <a:xfrm>
              <a:off x="1621097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30" y="282"/>
                  </a:lnTo>
                  <a:lnTo>
                    <a:pt x="65" y="411"/>
                  </a:lnTo>
                  <a:lnTo>
                    <a:pt x="22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22" y="2486"/>
                  </a:lnTo>
                  <a:lnTo>
                    <a:pt x="65" y="2615"/>
                  </a:lnTo>
                  <a:lnTo>
                    <a:pt x="130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0" y="3026"/>
                  </a:lnTo>
                  <a:lnTo>
                    <a:pt x="822" y="3004"/>
                  </a:lnTo>
                  <a:lnTo>
                    <a:pt x="930" y="2961"/>
                  </a:lnTo>
                  <a:lnTo>
                    <a:pt x="1059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40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40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59" y="109"/>
                  </a:lnTo>
                  <a:lnTo>
                    <a:pt x="930" y="44"/>
                  </a:lnTo>
                  <a:lnTo>
                    <a:pt x="8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37">
              <a:extLst>
                <a:ext uri="{FF2B5EF4-FFF2-40B4-BE49-F238E27FC236}">
                  <a16:creationId xmlns:a16="http://schemas.microsoft.com/office/drawing/2014/main" id="{9CFEAD5C-929A-8945-03C3-02034704D71E}"/>
                </a:ext>
              </a:extLst>
            </p:cNvPr>
            <p:cNvSpPr/>
            <p:nvPr/>
          </p:nvSpPr>
          <p:spPr>
            <a:xfrm>
              <a:off x="16173700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66" y="411"/>
                  </a:lnTo>
                  <a:lnTo>
                    <a:pt x="22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22" y="2486"/>
                  </a:lnTo>
                  <a:lnTo>
                    <a:pt x="66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1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19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9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37">
              <a:extLst>
                <a:ext uri="{FF2B5EF4-FFF2-40B4-BE49-F238E27FC236}">
                  <a16:creationId xmlns:a16="http://schemas.microsoft.com/office/drawing/2014/main" id="{EFC10599-653D-F36A-6940-07FDB605700C}"/>
                </a:ext>
              </a:extLst>
            </p:cNvPr>
            <p:cNvSpPr/>
            <p:nvPr/>
          </p:nvSpPr>
          <p:spPr>
            <a:xfrm>
              <a:off x="1613642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282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44" y="411"/>
                  </a:lnTo>
                  <a:lnTo>
                    <a:pt x="1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1" y="2486"/>
                  </a:lnTo>
                  <a:lnTo>
                    <a:pt x="44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282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1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11" y="2723"/>
                  </a:lnTo>
                  <a:lnTo>
                    <a:pt x="1276" y="2615"/>
                  </a:lnTo>
                  <a:lnTo>
                    <a:pt x="1319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9" y="519"/>
                  </a:lnTo>
                  <a:lnTo>
                    <a:pt x="1276" y="411"/>
                  </a:lnTo>
                  <a:lnTo>
                    <a:pt x="1211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37">
              <a:extLst>
                <a:ext uri="{FF2B5EF4-FFF2-40B4-BE49-F238E27FC236}">
                  <a16:creationId xmlns:a16="http://schemas.microsoft.com/office/drawing/2014/main" id="{06B2E2FD-8054-B431-9758-3689FCDB0082}"/>
                </a:ext>
              </a:extLst>
            </p:cNvPr>
            <p:cNvSpPr/>
            <p:nvPr/>
          </p:nvSpPr>
          <p:spPr>
            <a:xfrm>
              <a:off x="16135900" y="3508575"/>
              <a:ext cx="183150" cy="55675"/>
            </a:xfrm>
            <a:custGeom>
              <a:avLst/>
              <a:gdLst/>
              <a:ahLst/>
              <a:cxnLst/>
              <a:rect l="l" t="t" r="r" b="b"/>
              <a:pathLst>
                <a:path w="7326" h="2227" extrusionOk="0">
                  <a:moveTo>
                    <a:pt x="0" y="1"/>
                  </a:moveTo>
                  <a:lnTo>
                    <a:pt x="0" y="2226"/>
                  </a:lnTo>
                  <a:lnTo>
                    <a:pt x="7325" y="2226"/>
                  </a:lnTo>
                  <a:lnTo>
                    <a:pt x="732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37">
              <a:extLst>
                <a:ext uri="{FF2B5EF4-FFF2-40B4-BE49-F238E27FC236}">
                  <a16:creationId xmlns:a16="http://schemas.microsoft.com/office/drawing/2014/main" id="{59EBBBEB-36CB-0781-E958-BDF562F6513C}"/>
                </a:ext>
              </a:extLst>
            </p:cNvPr>
            <p:cNvSpPr/>
            <p:nvPr/>
          </p:nvSpPr>
          <p:spPr>
            <a:xfrm>
              <a:off x="16485925" y="3986650"/>
              <a:ext cx="182625" cy="95625"/>
            </a:xfrm>
            <a:custGeom>
              <a:avLst/>
              <a:gdLst/>
              <a:ahLst/>
              <a:cxnLst/>
              <a:rect l="l" t="t" r="r" b="b"/>
              <a:pathLst>
                <a:path w="7305" h="3825" extrusionOk="0">
                  <a:moveTo>
                    <a:pt x="6008" y="1318"/>
                  </a:moveTo>
                  <a:lnTo>
                    <a:pt x="6008" y="2528"/>
                  </a:lnTo>
                  <a:lnTo>
                    <a:pt x="1319" y="2528"/>
                  </a:lnTo>
                  <a:lnTo>
                    <a:pt x="1319" y="1318"/>
                  </a:lnTo>
                  <a:close/>
                  <a:moveTo>
                    <a:pt x="1" y="0"/>
                  </a:moveTo>
                  <a:lnTo>
                    <a:pt x="1" y="3825"/>
                  </a:lnTo>
                  <a:lnTo>
                    <a:pt x="7304" y="3825"/>
                  </a:lnTo>
                  <a:lnTo>
                    <a:pt x="730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37">
              <a:extLst>
                <a:ext uri="{FF2B5EF4-FFF2-40B4-BE49-F238E27FC236}">
                  <a16:creationId xmlns:a16="http://schemas.microsoft.com/office/drawing/2014/main" id="{032E7A93-20CC-B162-56C0-186E798A2AD7}"/>
                </a:ext>
              </a:extLst>
            </p:cNvPr>
            <p:cNvSpPr/>
            <p:nvPr/>
          </p:nvSpPr>
          <p:spPr>
            <a:xfrm>
              <a:off x="16851100" y="4209200"/>
              <a:ext cx="136150" cy="136700"/>
            </a:xfrm>
            <a:custGeom>
              <a:avLst/>
              <a:gdLst/>
              <a:ahLst/>
              <a:cxnLst/>
              <a:rect l="l" t="t" r="r" b="b"/>
              <a:pathLst>
                <a:path w="5446" h="5468" extrusionOk="0">
                  <a:moveTo>
                    <a:pt x="2723" y="1"/>
                  </a:moveTo>
                  <a:lnTo>
                    <a:pt x="2442" y="22"/>
                  </a:lnTo>
                  <a:lnTo>
                    <a:pt x="2183" y="65"/>
                  </a:lnTo>
                  <a:lnTo>
                    <a:pt x="1924" y="130"/>
                  </a:lnTo>
                  <a:lnTo>
                    <a:pt x="1664" y="217"/>
                  </a:lnTo>
                  <a:lnTo>
                    <a:pt x="1427" y="346"/>
                  </a:lnTo>
                  <a:lnTo>
                    <a:pt x="1211" y="476"/>
                  </a:lnTo>
                  <a:lnTo>
                    <a:pt x="994" y="627"/>
                  </a:lnTo>
                  <a:lnTo>
                    <a:pt x="800" y="800"/>
                  </a:lnTo>
                  <a:lnTo>
                    <a:pt x="627" y="995"/>
                  </a:lnTo>
                  <a:lnTo>
                    <a:pt x="454" y="1211"/>
                  </a:lnTo>
                  <a:lnTo>
                    <a:pt x="325" y="1427"/>
                  </a:lnTo>
                  <a:lnTo>
                    <a:pt x="217" y="1664"/>
                  </a:lnTo>
                  <a:lnTo>
                    <a:pt x="130" y="1924"/>
                  </a:lnTo>
                  <a:lnTo>
                    <a:pt x="44" y="2183"/>
                  </a:lnTo>
                  <a:lnTo>
                    <a:pt x="22" y="2464"/>
                  </a:lnTo>
                  <a:lnTo>
                    <a:pt x="1" y="2745"/>
                  </a:lnTo>
                  <a:lnTo>
                    <a:pt x="22" y="3026"/>
                  </a:lnTo>
                  <a:lnTo>
                    <a:pt x="44" y="3285"/>
                  </a:lnTo>
                  <a:lnTo>
                    <a:pt x="130" y="3544"/>
                  </a:lnTo>
                  <a:lnTo>
                    <a:pt x="217" y="3803"/>
                  </a:lnTo>
                  <a:lnTo>
                    <a:pt x="325" y="4041"/>
                  </a:lnTo>
                  <a:lnTo>
                    <a:pt x="454" y="4257"/>
                  </a:lnTo>
                  <a:lnTo>
                    <a:pt x="627" y="4473"/>
                  </a:lnTo>
                  <a:lnTo>
                    <a:pt x="800" y="4668"/>
                  </a:lnTo>
                  <a:lnTo>
                    <a:pt x="994" y="4841"/>
                  </a:lnTo>
                  <a:lnTo>
                    <a:pt x="1211" y="4992"/>
                  </a:lnTo>
                  <a:lnTo>
                    <a:pt x="1427" y="5143"/>
                  </a:lnTo>
                  <a:lnTo>
                    <a:pt x="1664" y="5251"/>
                  </a:lnTo>
                  <a:lnTo>
                    <a:pt x="1924" y="5338"/>
                  </a:lnTo>
                  <a:lnTo>
                    <a:pt x="2183" y="5402"/>
                  </a:lnTo>
                  <a:lnTo>
                    <a:pt x="2442" y="5446"/>
                  </a:lnTo>
                  <a:lnTo>
                    <a:pt x="2723" y="5467"/>
                  </a:lnTo>
                  <a:lnTo>
                    <a:pt x="3004" y="5446"/>
                  </a:lnTo>
                  <a:lnTo>
                    <a:pt x="3285" y="5402"/>
                  </a:lnTo>
                  <a:lnTo>
                    <a:pt x="3544" y="5338"/>
                  </a:lnTo>
                  <a:lnTo>
                    <a:pt x="3782" y="5251"/>
                  </a:lnTo>
                  <a:lnTo>
                    <a:pt x="4020" y="5143"/>
                  </a:lnTo>
                  <a:lnTo>
                    <a:pt x="4257" y="4992"/>
                  </a:lnTo>
                  <a:lnTo>
                    <a:pt x="4452" y="4841"/>
                  </a:lnTo>
                  <a:lnTo>
                    <a:pt x="4646" y="4668"/>
                  </a:lnTo>
                  <a:lnTo>
                    <a:pt x="4841" y="4473"/>
                  </a:lnTo>
                  <a:lnTo>
                    <a:pt x="4992" y="4257"/>
                  </a:lnTo>
                  <a:lnTo>
                    <a:pt x="5121" y="4041"/>
                  </a:lnTo>
                  <a:lnTo>
                    <a:pt x="5230" y="3803"/>
                  </a:lnTo>
                  <a:lnTo>
                    <a:pt x="5338" y="3544"/>
                  </a:lnTo>
                  <a:lnTo>
                    <a:pt x="5402" y="3285"/>
                  </a:lnTo>
                  <a:lnTo>
                    <a:pt x="5446" y="3026"/>
                  </a:lnTo>
                  <a:lnTo>
                    <a:pt x="5446" y="2745"/>
                  </a:lnTo>
                  <a:lnTo>
                    <a:pt x="5446" y="2464"/>
                  </a:lnTo>
                  <a:lnTo>
                    <a:pt x="5402" y="2183"/>
                  </a:lnTo>
                  <a:lnTo>
                    <a:pt x="5338" y="1924"/>
                  </a:lnTo>
                  <a:lnTo>
                    <a:pt x="5230" y="1664"/>
                  </a:lnTo>
                  <a:lnTo>
                    <a:pt x="5121" y="1427"/>
                  </a:lnTo>
                  <a:lnTo>
                    <a:pt x="4992" y="1211"/>
                  </a:lnTo>
                  <a:lnTo>
                    <a:pt x="4841" y="995"/>
                  </a:lnTo>
                  <a:lnTo>
                    <a:pt x="4646" y="800"/>
                  </a:lnTo>
                  <a:lnTo>
                    <a:pt x="4452" y="627"/>
                  </a:lnTo>
                  <a:lnTo>
                    <a:pt x="4257" y="476"/>
                  </a:lnTo>
                  <a:lnTo>
                    <a:pt x="4020" y="346"/>
                  </a:lnTo>
                  <a:lnTo>
                    <a:pt x="3782" y="217"/>
                  </a:lnTo>
                  <a:lnTo>
                    <a:pt x="3544" y="130"/>
                  </a:lnTo>
                  <a:lnTo>
                    <a:pt x="3285" y="65"/>
                  </a:lnTo>
                  <a:lnTo>
                    <a:pt x="3004" y="22"/>
                  </a:lnTo>
                  <a:lnTo>
                    <a:pt x="27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37">
              <a:extLst>
                <a:ext uri="{FF2B5EF4-FFF2-40B4-BE49-F238E27FC236}">
                  <a16:creationId xmlns:a16="http://schemas.microsoft.com/office/drawing/2014/main" id="{3A16A1D2-C2DA-ACA4-3FD0-0E1F7D3FC02F}"/>
                </a:ext>
              </a:extLst>
            </p:cNvPr>
            <p:cNvSpPr/>
            <p:nvPr/>
          </p:nvSpPr>
          <p:spPr>
            <a:xfrm>
              <a:off x="16824625" y="3564750"/>
              <a:ext cx="180450" cy="696325"/>
            </a:xfrm>
            <a:custGeom>
              <a:avLst/>
              <a:gdLst/>
              <a:ahLst/>
              <a:cxnLst/>
              <a:rect l="l" t="t" r="r" b="b"/>
              <a:pathLst>
                <a:path w="7218" h="27853" extrusionOk="0">
                  <a:moveTo>
                    <a:pt x="1" y="1"/>
                  </a:moveTo>
                  <a:lnTo>
                    <a:pt x="130" y="3112"/>
                  </a:lnTo>
                  <a:lnTo>
                    <a:pt x="260" y="6526"/>
                  </a:lnTo>
                  <a:lnTo>
                    <a:pt x="519" y="13916"/>
                  </a:lnTo>
                  <a:lnTo>
                    <a:pt x="779" y="21306"/>
                  </a:lnTo>
                  <a:lnTo>
                    <a:pt x="908" y="24741"/>
                  </a:lnTo>
                  <a:lnTo>
                    <a:pt x="1038" y="27853"/>
                  </a:lnTo>
                  <a:lnTo>
                    <a:pt x="6483" y="27853"/>
                  </a:lnTo>
                  <a:lnTo>
                    <a:pt x="6591" y="24741"/>
                  </a:lnTo>
                  <a:lnTo>
                    <a:pt x="6699" y="21306"/>
                  </a:lnTo>
                  <a:lnTo>
                    <a:pt x="6850" y="13916"/>
                  </a:lnTo>
                  <a:lnTo>
                    <a:pt x="7002" y="6526"/>
                  </a:lnTo>
                  <a:lnTo>
                    <a:pt x="7110" y="3112"/>
                  </a:lnTo>
                  <a:lnTo>
                    <a:pt x="721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37">
              <a:extLst>
                <a:ext uri="{FF2B5EF4-FFF2-40B4-BE49-F238E27FC236}">
                  <a16:creationId xmlns:a16="http://schemas.microsoft.com/office/drawing/2014/main" id="{F56DFFB0-6EAC-A915-EAFC-87A44F7026C3}"/>
                </a:ext>
              </a:extLst>
            </p:cNvPr>
            <p:cNvSpPr/>
            <p:nvPr/>
          </p:nvSpPr>
          <p:spPr>
            <a:xfrm>
              <a:off x="16837050" y="4203800"/>
              <a:ext cx="162625" cy="68100"/>
            </a:xfrm>
            <a:custGeom>
              <a:avLst/>
              <a:gdLst/>
              <a:ahLst/>
              <a:cxnLst/>
              <a:rect l="l" t="t" r="r" b="b"/>
              <a:pathLst>
                <a:path w="6505" h="2724" extrusionOk="0">
                  <a:moveTo>
                    <a:pt x="1" y="0"/>
                  </a:moveTo>
                  <a:lnTo>
                    <a:pt x="130" y="2723"/>
                  </a:lnTo>
                  <a:lnTo>
                    <a:pt x="6397" y="2723"/>
                  </a:lnTo>
                  <a:lnTo>
                    <a:pt x="650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37">
              <a:extLst>
                <a:ext uri="{FF2B5EF4-FFF2-40B4-BE49-F238E27FC236}">
                  <a16:creationId xmlns:a16="http://schemas.microsoft.com/office/drawing/2014/main" id="{F8C5E6B7-D7CD-0DC8-D8F3-899947446E9A}"/>
                </a:ext>
              </a:extLst>
            </p:cNvPr>
            <p:cNvSpPr/>
            <p:nvPr/>
          </p:nvSpPr>
          <p:spPr>
            <a:xfrm>
              <a:off x="16825700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31" y="282"/>
                  </a:lnTo>
                  <a:lnTo>
                    <a:pt x="66" y="411"/>
                  </a:lnTo>
                  <a:lnTo>
                    <a:pt x="23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23" y="2486"/>
                  </a:lnTo>
                  <a:lnTo>
                    <a:pt x="66" y="2615"/>
                  </a:lnTo>
                  <a:lnTo>
                    <a:pt x="131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1" y="3026"/>
                  </a:lnTo>
                  <a:lnTo>
                    <a:pt x="822" y="3004"/>
                  </a:lnTo>
                  <a:lnTo>
                    <a:pt x="930" y="2961"/>
                  </a:lnTo>
                  <a:lnTo>
                    <a:pt x="1060" y="2918"/>
                  </a:lnTo>
                  <a:lnTo>
                    <a:pt x="1146" y="2831"/>
                  </a:lnTo>
                  <a:lnTo>
                    <a:pt x="1233" y="2723"/>
                  </a:lnTo>
                  <a:lnTo>
                    <a:pt x="1297" y="2615"/>
                  </a:lnTo>
                  <a:lnTo>
                    <a:pt x="1341" y="2486"/>
                  </a:lnTo>
                  <a:lnTo>
                    <a:pt x="1341" y="2356"/>
                  </a:lnTo>
                  <a:lnTo>
                    <a:pt x="1341" y="671"/>
                  </a:lnTo>
                  <a:lnTo>
                    <a:pt x="1341" y="519"/>
                  </a:lnTo>
                  <a:lnTo>
                    <a:pt x="1297" y="411"/>
                  </a:lnTo>
                  <a:lnTo>
                    <a:pt x="1233" y="282"/>
                  </a:lnTo>
                  <a:lnTo>
                    <a:pt x="1146" y="195"/>
                  </a:lnTo>
                  <a:lnTo>
                    <a:pt x="1060" y="109"/>
                  </a:lnTo>
                  <a:lnTo>
                    <a:pt x="930" y="44"/>
                  </a:lnTo>
                  <a:lnTo>
                    <a:pt x="8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37">
              <a:extLst>
                <a:ext uri="{FF2B5EF4-FFF2-40B4-BE49-F238E27FC236}">
                  <a16:creationId xmlns:a16="http://schemas.microsoft.com/office/drawing/2014/main" id="{66D60033-5FAF-4F6E-E485-0082DDE4A95E}"/>
                </a:ext>
              </a:extLst>
            </p:cNvPr>
            <p:cNvSpPr/>
            <p:nvPr/>
          </p:nvSpPr>
          <p:spPr>
            <a:xfrm>
              <a:off x="1686352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19" y="1"/>
                  </a:moveTo>
                  <a:lnTo>
                    <a:pt x="411" y="44"/>
                  </a:lnTo>
                  <a:lnTo>
                    <a:pt x="281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44" y="411"/>
                  </a:lnTo>
                  <a:lnTo>
                    <a:pt x="0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0" y="2486"/>
                  </a:lnTo>
                  <a:lnTo>
                    <a:pt x="44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281" y="2918"/>
                  </a:lnTo>
                  <a:lnTo>
                    <a:pt x="411" y="2961"/>
                  </a:lnTo>
                  <a:lnTo>
                    <a:pt x="519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11" y="2723"/>
                  </a:lnTo>
                  <a:lnTo>
                    <a:pt x="1275" y="2615"/>
                  </a:lnTo>
                  <a:lnTo>
                    <a:pt x="1319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9" y="519"/>
                  </a:lnTo>
                  <a:lnTo>
                    <a:pt x="1275" y="411"/>
                  </a:lnTo>
                  <a:lnTo>
                    <a:pt x="1211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37">
              <a:extLst>
                <a:ext uri="{FF2B5EF4-FFF2-40B4-BE49-F238E27FC236}">
                  <a16:creationId xmlns:a16="http://schemas.microsoft.com/office/drawing/2014/main" id="{0EE5CB54-AE80-66A1-CFED-C781E2E46F08}"/>
                </a:ext>
              </a:extLst>
            </p:cNvPr>
            <p:cNvSpPr/>
            <p:nvPr/>
          </p:nvSpPr>
          <p:spPr>
            <a:xfrm>
              <a:off x="16900800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08" y="282"/>
                  </a:lnTo>
                  <a:lnTo>
                    <a:pt x="44" y="411"/>
                  </a:lnTo>
                  <a:lnTo>
                    <a:pt x="22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22" y="2486"/>
                  </a:lnTo>
                  <a:lnTo>
                    <a:pt x="44" y="2615"/>
                  </a:lnTo>
                  <a:lnTo>
                    <a:pt x="108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75" y="2615"/>
                  </a:lnTo>
                  <a:lnTo>
                    <a:pt x="1318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8" y="519"/>
                  </a:lnTo>
                  <a:lnTo>
                    <a:pt x="1275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37">
              <a:extLst>
                <a:ext uri="{FF2B5EF4-FFF2-40B4-BE49-F238E27FC236}">
                  <a16:creationId xmlns:a16="http://schemas.microsoft.com/office/drawing/2014/main" id="{421914C0-CA2E-BB1B-DE8C-0CC6C36D5AA2}"/>
                </a:ext>
              </a:extLst>
            </p:cNvPr>
            <p:cNvSpPr/>
            <p:nvPr/>
          </p:nvSpPr>
          <p:spPr>
            <a:xfrm>
              <a:off x="16938075" y="3546925"/>
              <a:ext cx="33500" cy="75650"/>
            </a:xfrm>
            <a:custGeom>
              <a:avLst/>
              <a:gdLst/>
              <a:ahLst/>
              <a:cxnLst/>
              <a:rect l="l" t="t" r="r" b="b"/>
              <a:pathLst>
                <a:path w="1340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30" y="282"/>
                  </a:lnTo>
                  <a:lnTo>
                    <a:pt x="65" y="411"/>
                  </a:lnTo>
                  <a:lnTo>
                    <a:pt x="22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22" y="2486"/>
                  </a:lnTo>
                  <a:lnTo>
                    <a:pt x="65" y="2615"/>
                  </a:lnTo>
                  <a:lnTo>
                    <a:pt x="130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29" y="2961"/>
                  </a:lnTo>
                  <a:lnTo>
                    <a:pt x="1059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40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40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59" y="109"/>
                  </a:lnTo>
                  <a:lnTo>
                    <a:pt x="929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37">
              <a:extLst>
                <a:ext uri="{FF2B5EF4-FFF2-40B4-BE49-F238E27FC236}">
                  <a16:creationId xmlns:a16="http://schemas.microsoft.com/office/drawing/2014/main" id="{DDE8D02C-2991-0E85-DA28-A803C2EC5FE9}"/>
                </a:ext>
              </a:extLst>
            </p:cNvPr>
            <p:cNvSpPr/>
            <p:nvPr/>
          </p:nvSpPr>
          <p:spPr>
            <a:xfrm>
              <a:off x="1697587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19" y="1"/>
                  </a:moveTo>
                  <a:lnTo>
                    <a:pt x="390" y="44"/>
                  </a:lnTo>
                  <a:lnTo>
                    <a:pt x="282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44" y="411"/>
                  </a:lnTo>
                  <a:lnTo>
                    <a:pt x="1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1" y="2486"/>
                  </a:lnTo>
                  <a:lnTo>
                    <a:pt x="44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282" y="2918"/>
                  </a:lnTo>
                  <a:lnTo>
                    <a:pt x="390" y="2961"/>
                  </a:lnTo>
                  <a:lnTo>
                    <a:pt x="519" y="3004"/>
                  </a:lnTo>
                  <a:lnTo>
                    <a:pt x="671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24" y="2831"/>
                  </a:lnTo>
                  <a:lnTo>
                    <a:pt x="1211" y="2723"/>
                  </a:lnTo>
                  <a:lnTo>
                    <a:pt x="1276" y="2615"/>
                  </a:lnTo>
                  <a:lnTo>
                    <a:pt x="1319" y="2486"/>
                  </a:lnTo>
                  <a:lnTo>
                    <a:pt x="1341" y="2356"/>
                  </a:lnTo>
                  <a:lnTo>
                    <a:pt x="1341" y="671"/>
                  </a:lnTo>
                  <a:lnTo>
                    <a:pt x="1319" y="519"/>
                  </a:lnTo>
                  <a:lnTo>
                    <a:pt x="1276" y="411"/>
                  </a:lnTo>
                  <a:lnTo>
                    <a:pt x="1211" y="282"/>
                  </a:lnTo>
                  <a:lnTo>
                    <a:pt x="1124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37">
              <a:extLst>
                <a:ext uri="{FF2B5EF4-FFF2-40B4-BE49-F238E27FC236}">
                  <a16:creationId xmlns:a16="http://schemas.microsoft.com/office/drawing/2014/main" id="{F0A2CA65-3401-A6ED-6966-A3B8BEBC6167}"/>
                </a:ext>
              </a:extLst>
            </p:cNvPr>
            <p:cNvSpPr/>
            <p:nvPr/>
          </p:nvSpPr>
          <p:spPr>
            <a:xfrm>
              <a:off x="16826250" y="3508575"/>
              <a:ext cx="183150" cy="55675"/>
            </a:xfrm>
            <a:custGeom>
              <a:avLst/>
              <a:gdLst/>
              <a:ahLst/>
              <a:cxnLst/>
              <a:rect l="l" t="t" r="r" b="b"/>
              <a:pathLst>
                <a:path w="7326" h="2227" extrusionOk="0">
                  <a:moveTo>
                    <a:pt x="1" y="1"/>
                  </a:moveTo>
                  <a:lnTo>
                    <a:pt x="1" y="2226"/>
                  </a:lnTo>
                  <a:lnTo>
                    <a:pt x="7326" y="2226"/>
                  </a:lnTo>
                  <a:lnTo>
                    <a:pt x="732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37">
              <a:extLst>
                <a:ext uri="{FF2B5EF4-FFF2-40B4-BE49-F238E27FC236}">
                  <a16:creationId xmlns:a16="http://schemas.microsoft.com/office/drawing/2014/main" id="{78C8D1E6-E6F7-48A3-710A-8646D299FF83}"/>
                </a:ext>
              </a:extLst>
            </p:cNvPr>
            <p:cNvSpPr/>
            <p:nvPr/>
          </p:nvSpPr>
          <p:spPr>
            <a:xfrm>
              <a:off x="16573450" y="2853325"/>
              <a:ext cx="20550" cy="21100"/>
            </a:xfrm>
            <a:custGeom>
              <a:avLst/>
              <a:gdLst/>
              <a:ahLst/>
              <a:cxnLst/>
              <a:rect l="l" t="t" r="r" b="b"/>
              <a:pathLst>
                <a:path w="822" h="844" extrusionOk="0">
                  <a:moveTo>
                    <a:pt x="432" y="1"/>
                  </a:moveTo>
                  <a:lnTo>
                    <a:pt x="346" y="22"/>
                  </a:lnTo>
                  <a:lnTo>
                    <a:pt x="260" y="44"/>
                  </a:lnTo>
                  <a:lnTo>
                    <a:pt x="195" y="87"/>
                  </a:lnTo>
                  <a:lnTo>
                    <a:pt x="130" y="130"/>
                  </a:lnTo>
                  <a:lnTo>
                    <a:pt x="65" y="195"/>
                  </a:lnTo>
                  <a:lnTo>
                    <a:pt x="22" y="260"/>
                  </a:lnTo>
                  <a:lnTo>
                    <a:pt x="0" y="346"/>
                  </a:lnTo>
                  <a:lnTo>
                    <a:pt x="0" y="454"/>
                  </a:lnTo>
                  <a:lnTo>
                    <a:pt x="0" y="584"/>
                  </a:lnTo>
                  <a:lnTo>
                    <a:pt x="43" y="670"/>
                  </a:lnTo>
                  <a:lnTo>
                    <a:pt x="108" y="757"/>
                  </a:lnTo>
                  <a:lnTo>
                    <a:pt x="195" y="800"/>
                  </a:lnTo>
                  <a:lnTo>
                    <a:pt x="303" y="843"/>
                  </a:lnTo>
                  <a:lnTo>
                    <a:pt x="411" y="843"/>
                  </a:lnTo>
                  <a:lnTo>
                    <a:pt x="519" y="822"/>
                  </a:lnTo>
                  <a:lnTo>
                    <a:pt x="605" y="778"/>
                  </a:lnTo>
                  <a:lnTo>
                    <a:pt x="692" y="714"/>
                  </a:lnTo>
                  <a:lnTo>
                    <a:pt x="757" y="627"/>
                  </a:lnTo>
                  <a:lnTo>
                    <a:pt x="800" y="519"/>
                  </a:lnTo>
                  <a:lnTo>
                    <a:pt x="821" y="411"/>
                  </a:lnTo>
                  <a:lnTo>
                    <a:pt x="821" y="303"/>
                  </a:lnTo>
                  <a:lnTo>
                    <a:pt x="800" y="217"/>
                  </a:lnTo>
                  <a:lnTo>
                    <a:pt x="735" y="130"/>
                  </a:lnTo>
                  <a:lnTo>
                    <a:pt x="670" y="65"/>
                  </a:lnTo>
                  <a:lnTo>
                    <a:pt x="562" y="22"/>
                  </a:lnTo>
                  <a:lnTo>
                    <a:pt x="43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37">
              <a:extLst>
                <a:ext uri="{FF2B5EF4-FFF2-40B4-BE49-F238E27FC236}">
                  <a16:creationId xmlns:a16="http://schemas.microsoft.com/office/drawing/2014/main" id="{5EE2F2EA-5FCD-E3DB-C515-1ED55E7F965F}"/>
                </a:ext>
              </a:extLst>
            </p:cNvPr>
            <p:cNvSpPr/>
            <p:nvPr/>
          </p:nvSpPr>
          <p:spPr>
            <a:xfrm>
              <a:off x="1639572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extrusionOk="0">
                  <a:moveTo>
                    <a:pt x="1102" y="1"/>
                  </a:moveTo>
                  <a:lnTo>
                    <a:pt x="886" y="23"/>
                  </a:lnTo>
                  <a:lnTo>
                    <a:pt x="670" y="66"/>
                  </a:lnTo>
                  <a:lnTo>
                    <a:pt x="497" y="131"/>
                  </a:lnTo>
                  <a:lnTo>
                    <a:pt x="325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5" y="1362"/>
                  </a:lnTo>
                  <a:lnTo>
                    <a:pt x="497" y="1449"/>
                  </a:lnTo>
                  <a:lnTo>
                    <a:pt x="670" y="1535"/>
                  </a:lnTo>
                  <a:lnTo>
                    <a:pt x="886" y="1578"/>
                  </a:lnTo>
                  <a:lnTo>
                    <a:pt x="1102" y="1600"/>
                  </a:lnTo>
                  <a:lnTo>
                    <a:pt x="1340" y="1578"/>
                  </a:lnTo>
                  <a:lnTo>
                    <a:pt x="1535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40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40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35" y="66"/>
                  </a:lnTo>
                  <a:lnTo>
                    <a:pt x="1340" y="23"/>
                  </a:lnTo>
                  <a:lnTo>
                    <a:pt x="11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37">
              <a:extLst>
                <a:ext uri="{FF2B5EF4-FFF2-40B4-BE49-F238E27FC236}">
                  <a16:creationId xmlns:a16="http://schemas.microsoft.com/office/drawing/2014/main" id="{69046EAE-EE17-ECA9-4C7E-DA097FE86EF0}"/>
                </a:ext>
              </a:extLst>
            </p:cNvPr>
            <p:cNvSpPr/>
            <p:nvPr/>
          </p:nvSpPr>
          <p:spPr>
            <a:xfrm>
              <a:off x="1639572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fill="none" extrusionOk="0">
                  <a:moveTo>
                    <a:pt x="1102" y="1"/>
                  </a:moveTo>
                  <a:lnTo>
                    <a:pt x="1102" y="1"/>
                  </a:lnTo>
                  <a:lnTo>
                    <a:pt x="886" y="23"/>
                  </a:lnTo>
                  <a:lnTo>
                    <a:pt x="670" y="66"/>
                  </a:lnTo>
                  <a:lnTo>
                    <a:pt x="497" y="131"/>
                  </a:lnTo>
                  <a:lnTo>
                    <a:pt x="325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5" y="1362"/>
                  </a:lnTo>
                  <a:lnTo>
                    <a:pt x="497" y="1449"/>
                  </a:lnTo>
                  <a:lnTo>
                    <a:pt x="670" y="1535"/>
                  </a:lnTo>
                  <a:lnTo>
                    <a:pt x="886" y="1578"/>
                  </a:lnTo>
                  <a:lnTo>
                    <a:pt x="1102" y="1600"/>
                  </a:lnTo>
                  <a:lnTo>
                    <a:pt x="1102" y="1600"/>
                  </a:lnTo>
                  <a:lnTo>
                    <a:pt x="1340" y="1578"/>
                  </a:lnTo>
                  <a:lnTo>
                    <a:pt x="1535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40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40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35" y="66"/>
                  </a:lnTo>
                  <a:lnTo>
                    <a:pt x="1340" y="23"/>
                  </a:lnTo>
                  <a:lnTo>
                    <a:pt x="110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37">
              <a:extLst>
                <a:ext uri="{FF2B5EF4-FFF2-40B4-BE49-F238E27FC236}">
                  <a16:creationId xmlns:a16="http://schemas.microsoft.com/office/drawing/2014/main" id="{A2136639-5862-9198-4147-B2C9B7D867BE}"/>
                </a:ext>
              </a:extLst>
            </p:cNvPr>
            <p:cNvSpPr/>
            <p:nvPr/>
          </p:nvSpPr>
          <p:spPr>
            <a:xfrm>
              <a:off x="1670417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extrusionOk="0">
                  <a:moveTo>
                    <a:pt x="1124" y="1"/>
                  </a:moveTo>
                  <a:lnTo>
                    <a:pt x="886" y="23"/>
                  </a:lnTo>
                  <a:lnTo>
                    <a:pt x="692" y="66"/>
                  </a:lnTo>
                  <a:lnTo>
                    <a:pt x="497" y="131"/>
                  </a:lnTo>
                  <a:lnTo>
                    <a:pt x="324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4" y="1362"/>
                  </a:lnTo>
                  <a:lnTo>
                    <a:pt x="497" y="1449"/>
                  </a:lnTo>
                  <a:lnTo>
                    <a:pt x="692" y="1535"/>
                  </a:lnTo>
                  <a:lnTo>
                    <a:pt x="886" y="1578"/>
                  </a:lnTo>
                  <a:lnTo>
                    <a:pt x="1124" y="1600"/>
                  </a:lnTo>
                  <a:lnTo>
                    <a:pt x="1340" y="1578"/>
                  </a:lnTo>
                  <a:lnTo>
                    <a:pt x="1556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39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39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56" y="66"/>
                  </a:lnTo>
                  <a:lnTo>
                    <a:pt x="1340" y="23"/>
                  </a:lnTo>
                  <a:lnTo>
                    <a:pt x="11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37">
              <a:extLst>
                <a:ext uri="{FF2B5EF4-FFF2-40B4-BE49-F238E27FC236}">
                  <a16:creationId xmlns:a16="http://schemas.microsoft.com/office/drawing/2014/main" id="{9F8E81CD-D247-F222-219D-2CC3DF5A4E8F}"/>
                </a:ext>
              </a:extLst>
            </p:cNvPr>
            <p:cNvSpPr/>
            <p:nvPr/>
          </p:nvSpPr>
          <p:spPr>
            <a:xfrm>
              <a:off x="1670417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fill="none" extrusionOk="0">
                  <a:moveTo>
                    <a:pt x="1124" y="1"/>
                  </a:moveTo>
                  <a:lnTo>
                    <a:pt x="1124" y="1"/>
                  </a:lnTo>
                  <a:lnTo>
                    <a:pt x="886" y="23"/>
                  </a:lnTo>
                  <a:lnTo>
                    <a:pt x="692" y="66"/>
                  </a:lnTo>
                  <a:lnTo>
                    <a:pt x="497" y="131"/>
                  </a:lnTo>
                  <a:lnTo>
                    <a:pt x="324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4" y="1362"/>
                  </a:lnTo>
                  <a:lnTo>
                    <a:pt x="497" y="1449"/>
                  </a:lnTo>
                  <a:lnTo>
                    <a:pt x="692" y="1535"/>
                  </a:lnTo>
                  <a:lnTo>
                    <a:pt x="886" y="1578"/>
                  </a:lnTo>
                  <a:lnTo>
                    <a:pt x="1124" y="1600"/>
                  </a:lnTo>
                  <a:lnTo>
                    <a:pt x="1124" y="1600"/>
                  </a:lnTo>
                  <a:lnTo>
                    <a:pt x="1340" y="1578"/>
                  </a:lnTo>
                  <a:lnTo>
                    <a:pt x="1556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39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39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56" y="66"/>
                  </a:lnTo>
                  <a:lnTo>
                    <a:pt x="1340" y="23"/>
                  </a:lnTo>
                  <a:lnTo>
                    <a:pt x="112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" name="Slika 3" descr="Slika na kojoj se prikazuje tekst, dijagram, snimka zaslona, Font&#10;&#10;Sadržaj generiran uz AI možda nije točan.">
            <a:extLst>
              <a:ext uri="{FF2B5EF4-FFF2-40B4-BE49-F238E27FC236}">
                <a16:creationId xmlns:a16="http://schemas.microsoft.com/office/drawing/2014/main" id="{06FF21CB-8B01-3040-0A8E-240076329AA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33329" y="0"/>
            <a:ext cx="6477342" cy="5143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1983213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603">
          <a:extLst>
            <a:ext uri="{FF2B5EF4-FFF2-40B4-BE49-F238E27FC236}">
              <a16:creationId xmlns:a16="http://schemas.microsoft.com/office/drawing/2014/main" id="{85C74382-F8E6-B2E6-43F1-B9E9B31AB8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10" name="Google Shape;8610;p43">
            <a:extLst>
              <a:ext uri="{FF2B5EF4-FFF2-40B4-BE49-F238E27FC236}">
                <a16:creationId xmlns:a16="http://schemas.microsoft.com/office/drawing/2014/main" id="{1CF113CB-E66D-C7CB-5721-D89B7819C1F5}"/>
              </a:ext>
            </a:extLst>
          </p:cNvPr>
          <p:cNvGrpSpPr/>
          <p:nvPr/>
        </p:nvGrpSpPr>
        <p:grpSpPr>
          <a:xfrm flipH="1">
            <a:off x="395971" y="2163872"/>
            <a:ext cx="1859011" cy="2758920"/>
            <a:chOff x="10840075" y="2678300"/>
            <a:chExt cx="1616250" cy="2398644"/>
          </a:xfrm>
        </p:grpSpPr>
        <p:sp>
          <p:nvSpPr>
            <p:cNvPr id="8611" name="Google Shape;8611;p43">
              <a:extLst>
                <a:ext uri="{FF2B5EF4-FFF2-40B4-BE49-F238E27FC236}">
                  <a16:creationId xmlns:a16="http://schemas.microsoft.com/office/drawing/2014/main" id="{9C1ED4B5-F2D0-B454-2D72-A53A2B257805}"/>
                </a:ext>
              </a:extLst>
            </p:cNvPr>
            <p:cNvSpPr/>
            <p:nvPr/>
          </p:nvSpPr>
          <p:spPr>
            <a:xfrm>
              <a:off x="11029175" y="4899944"/>
              <a:ext cx="1417500" cy="1770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612" name="Google Shape;8612;p43">
              <a:extLst>
                <a:ext uri="{FF2B5EF4-FFF2-40B4-BE49-F238E27FC236}">
                  <a16:creationId xmlns:a16="http://schemas.microsoft.com/office/drawing/2014/main" id="{CD024B9D-EB16-213F-EA27-720ACCBCBC5D}"/>
                </a:ext>
              </a:extLst>
            </p:cNvPr>
            <p:cNvGrpSpPr/>
            <p:nvPr/>
          </p:nvGrpSpPr>
          <p:grpSpPr>
            <a:xfrm>
              <a:off x="10840075" y="2678300"/>
              <a:ext cx="1616250" cy="2366600"/>
              <a:chOff x="10840075" y="2678300"/>
              <a:chExt cx="1616250" cy="2366600"/>
            </a:xfrm>
          </p:grpSpPr>
          <p:sp>
            <p:nvSpPr>
              <p:cNvPr id="8613" name="Google Shape;8613;p43">
                <a:extLst>
                  <a:ext uri="{FF2B5EF4-FFF2-40B4-BE49-F238E27FC236}">
                    <a16:creationId xmlns:a16="http://schemas.microsoft.com/office/drawing/2014/main" id="{6BB58B70-4D0A-74B2-1C1C-AC636596DE0D}"/>
                  </a:ext>
                </a:extLst>
              </p:cNvPr>
              <p:cNvSpPr/>
              <p:nvPr/>
            </p:nvSpPr>
            <p:spPr>
              <a:xfrm>
                <a:off x="11083150" y="4162750"/>
                <a:ext cx="381925" cy="528325"/>
              </a:xfrm>
              <a:custGeom>
                <a:avLst/>
                <a:gdLst/>
                <a:ahLst/>
                <a:cxnLst/>
                <a:rect l="l" t="t" r="r" b="b"/>
                <a:pathLst>
                  <a:path w="15277" h="21133" extrusionOk="0">
                    <a:moveTo>
                      <a:pt x="14045" y="0"/>
                    </a:moveTo>
                    <a:lnTo>
                      <a:pt x="13894" y="22"/>
                    </a:lnTo>
                    <a:lnTo>
                      <a:pt x="13591" y="65"/>
                    </a:lnTo>
                    <a:lnTo>
                      <a:pt x="13289" y="151"/>
                    </a:lnTo>
                    <a:lnTo>
                      <a:pt x="12943" y="303"/>
                    </a:lnTo>
                    <a:lnTo>
                      <a:pt x="12598" y="497"/>
                    </a:lnTo>
                    <a:lnTo>
                      <a:pt x="12230" y="735"/>
                    </a:lnTo>
                    <a:lnTo>
                      <a:pt x="11841" y="994"/>
                    </a:lnTo>
                    <a:lnTo>
                      <a:pt x="11452" y="1297"/>
                    </a:lnTo>
                    <a:lnTo>
                      <a:pt x="11042" y="1621"/>
                    </a:lnTo>
                    <a:lnTo>
                      <a:pt x="10653" y="1988"/>
                    </a:lnTo>
                    <a:lnTo>
                      <a:pt x="10242" y="2377"/>
                    </a:lnTo>
                    <a:lnTo>
                      <a:pt x="9832" y="2766"/>
                    </a:lnTo>
                    <a:lnTo>
                      <a:pt x="9011" y="3609"/>
                    </a:lnTo>
                    <a:lnTo>
                      <a:pt x="8211" y="4495"/>
                    </a:lnTo>
                    <a:lnTo>
                      <a:pt x="7433" y="5380"/>
                    </a:lnTo>
                    <a:lnTo>
                      <a:pt x="6720" y="6245"/>
                    </a:lnTo>
                    <a:lnTo>
                      <a:pt x="6072" y="7044"/>
                    </a:lnTo>
                    <a:lnTo>
                      <a:pt x="5510" y="7779"/>
                    </a:lnTo>
                    <a:lnTo>
                      <a:pt x="5035" y="8427"/>
                    </a:lnTo>
                    <a:lnTo>
                      <a:pt x="4689" y="8924"/>
                    </a:lnTo>
                    <a:lnTo>
                      <a:pt x="3868" y="10156"/>
                    </a:lnTo>
                    <a:lnTo>
                      <a:pt x="3328" y="10998"/>
                    </a:lnTo>
                    <a:lnTo>
                      <a:pt x="2766" y="11949"/>
                    </a:lnTo>
                    <a:lnTo>
                      <a:pt x="2183" y="12965"/>
                    </a:lnTo>
                    <a:lnTo>
                      <a:pt x="1599" y="14045"/>
                    </a:lnTo>
                    <a:lnTo>
                      <a:pt x="1340" y="14585"/>
                    </a:lnTo>
                    <a:lnTo>
                      <a:pt x="1081" y="15147"/>
                    </a:lnTo>
                    <a:lnTo>
                      <a:pt x="843" y="15687"/>
                    </a:lnTo>
                    <a:lnTo>
                      <a:pt x="627" y="16227"/>
                    </a:lnTo>
                    <a:lnTo>
                      <a:pt x="454" y="16746"/>
                    </a:lnTo>
                    <a:lnTo>
                      <a:pt x="281" y="17265"/>
                    </a:lnTo>
                    <a:lnTo>
                      <a:pt x="152" y="17783"/>
                    </a:lnTo>
                    <a:lnTo>
                      <a:pt x="65" y="18259"/>
                    </a:lnTo>
                    <a:lnTo>
                      <a:pt x="22" y="18712"/>
                    </a:lnTo>
                    <a:lnTo>
                      <a:pt x="0" y="19144"/>
                    </a:lnTo>
                    <a:lnTo>
                      <a:pt x="22" y="19339"/>
                    </a:lnTo>
                    <a:lnTo>
                      <a:pt x="44" y="19533"/>
                    </a:lnTo>
                    <a:lnTo>
                      <a:pt x="87" y="19728"/>
                    </a:lnTo>
                    <a:lnTo>
                      <a:pt x="130" y="19901"/>
                    </a:lnTo>
                    <a:lnTo>
                      <a:pt x="195" y="20074"/>
                    </a:lnTo>
                    <a:lnTo>
                      <a:pt x="281" y="20225"/>
                    </a:lnTo>
                    <a:lnTo>
                      <a:pt x="368" y="20376"/>
                    </a:lnTo>
                    <a:lnTo>
                      <a:pt x="476" y="20506"/>
                    </a:lnTo>
                    <a:lnTo>
                      <a:pt x="605" y="20614"/>
                    </a:lnTo>
                    <a:lnTo>
                      <a:pt x="735" y="20743"/>
                    </a:lnTo>
                    <a:lnTo>
                      <a:pt x="908" y="20830"/>
                    </a:lnTo>
                    <a:lnTo>
                      <a:pt x="1081" y="20916"/>
                    </a:lnTo>
                    <a:lnTo>
                      <a:pt x="1254" y="20981"/>
                    </a:lnTo>
                    <a:lnTo>
                      <a:pt x="1470" y="21046"/>
                    </a:lnTo>
                    <a:lnTo>
                      <a:pt x="1686" y="21089"/>
                    </a:lnTo>
                    <a:lnTo>
                      <a:pt x="1945" y="21111"/>
                    </a:lnTo>
                    <a:lnTo>
                      <a:pt x="2204" y="21132"/>
                    </a:lnTo>
                    <a:lnTo>
                      <a:pt x="2485" y="21132"/>
                    </a:lnTo>
                    <a:lnTo>
                      <a:pt x="2788" y="21111"/>
                    </a:lnTo>
                    <a:lnTo>
                      <a:pt x="3112" y="21089"/>
                    </a:lnTo>
                    <a:lnTo>
                      <a:pt x="3587" y="21003"/>
                    </a:lnTo>
                    <a:lnTo>
                      <a:pt x="4041" y="20895"/>
                    </a:lnTo>
                    <a:lnTo>
                      <a:pt x="4473" y="20765"/>
                    </a:lnTo>
                    <a:lnTo>
                      <a:pt x="4884" y="20592"/>
                    </a:lnTo>
                    <a:lnTo>
                      <a:pt x="5273" y="20419"/>
                    </a:lnTo>
                    <a:lnTo>
                      <a:pt x="5618" y="20203"/>
                    </a:lnTo>
                    <a:lnTo>
                      <a:pt x="5964" y="19987"/>
                    </a:lnTo>
                    <a:lnTo>
                      <a:pt x="6288" y="19728"/>
                    </a:lnTo>
                    <a:lnTo>
                      <a:pt x="6591" y="19469"/>
                    </a:lnTo>
                    <a:lnTo>
                      <a:pt x="6872" y="19188"/>
                    </a:lnTo>
                    <a:lnTo>
                      <a:pt x="7152" y="18885"/>
                    </a:lnTo>
                    <a:lnTo>
                      <a:pt x="7412" y="18583"/>
                    </a:lnTo>
                    <a:lnTo>
                      <a:pt x="7649" y="18259"/>
                    </a:lnTo>
                    <a:lnTo>
                      <a:pt x="7866" y="17934"/>
                    </a:lnTo>
                    <a:lnTo>
                      <a:pt x="8082" y="17589"/>
                    </a:lnTo>
                    <a:lnTo>
                      <a:pt x="8276" y="17243"/>
                    </a:lnTo>
                    <a:lnTo>
                      <a:pt x="8643" y="16530"/>
                    </a:lnTo>
                    <a:lnTo>
                      <a:pt x="8967" y="15795"/>
                    </a:lnTo>
                    <a:lnTo>
                      <a:pt x="9248" y="15061"/>
                    </a:lnTo>
                    <a:lnTo>
                      <a:pt x="9529" y="14348"/>
                    </a:lnTo>
                    <a:lnTo>
                      <a:pt x="10026" y="12986"/>
                    </a:lnTo>
                    <a:lnTo>
                      <a:pt x="10286" y="12381"/>
                    </a:lnTo>
                    <a:lnTo>
                      <a:pt x="10545" y="11819"/>
                    </a:lnTo>
                    <a:lnTo>
                      <a:pt x="10826" y="11279"/>
                    </a:lnTo>
                    <a:lnTo>
                      <a:pt x="11171" y="10674"/>
                    </a:lnTo>
                    <a:lnTo>
                      <a:pt x="11993" y="9313"/>
                    </a:lnTo>
                    <a:lnTo>
                      <a:pt x="12900" y="7779"/>
                    </a:lnTo>
                    <a:lnTo>
                      <a:pt x="13354" y="7001"/>
                    </a:lnTo>
                    <a:lnTo>
                      <a:pt x="13786" y="6180"/>
                    </a:lnTo>
                    <a:lnTo>
                      <a:pt x="14196" y="5380"/>
                    </a:lnTo>
                    <a:lnTo>
                      <a:pt x="14542" y="4603"/>
                    </a:lnTo>
                    <a:lnTo>
                      <a:pt x="14845" y="3825"/>
                    </a:lnTo>
                    <a:lnTo>
                      <a:pt x="14974" y="3457"/>
                    </a:lnTo>
                    <a:lnTo>
                      <a:pt x="15061" y="3090"/>
                    </a:lnTo>
                    <a:lnTo>
                      <a:pt x="15147" y="2744"/>
                    </a:lnTo>
                    <a:lnTo>
                      <a:pt x="15212" y="2399"/>
                    </a:lnTo>
                    <a:lnTo>
                      <a:pt x="15255" y="2074"/>
                    </a:lnTo>
                    <a:lnTo>
                      <a:pt x="15277" y="1750"/>
                    </a:lnTo>
                    <a:lnTo>
                      <a:pt x="15255" y="1448"/>
                    </a:lnTo>
                    <a:lnTo>
                      <a:pt x="15212" y="1167"/>
                    </a:lnTo>
                    <a:lnTo>
                      <a:pt x="15126" y="908"/>
                    </a:lnTo>
                    <a:lnTo>
                      <a:pt x="15018" y="648"/>
                    </a:lnTo>
                    <a:lnTo>
                      <a:pt x="14953" y="519"/>
                    </a:lnTo>
                    <a:lnTo>
                      <a:pt x="14866" y="389"/>
                    </a:lnTo>
                    <a:lnTo>
                      <a:pt x="14758" y="303"/>
                    </a:lnTo>
                    <a:lnTo>
                      <a:pt x="14650" y="216"/>
                    </a:lnTo>
                    <a:lnTo>
                      <a:pt x="14542" y="130"/>
                    </a:lnTo>
                    <a:lnTo>
                      <a:pt x="14434" y="87"/>
                    </a:lnTo>
                    <a:lnTo>
                      <a:pt x="14305" y="43"/>
                    </a:lnTo>
                    <a:lnTo>
                      <a:pt x="14175" y="22"/>
                    </a:lnTo>
                    <a:lnTo>
                      <a:pt x="14045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4" name="Google Shape;8614;p43">
                <a:extLst>
                  <a:ext uri="{FF2B5EF4-FFF2-40B4-BE49-F238E27FC236}">
                    <a16:creationId xmlns:a16="http://schemas.microsoft.com/office/drawing/2014/main" id="{5CDF5F7F-8277-D371-6B57-9D27E69E0D38}"/>
                  </a:ext>
                </a:extLst>
              </p:cNvPr>
              <p:cNvSpPr/>
              <p:nvPr/>
            </p:nvSpPr>
            <p:spPr>
              <a:xfrm>
                <a:off x="11200375" y="4162750"/>
                <a:ext cx="264175" cy="286850"/>
              </a:xfrm>
              <a:custGeom>
                <a:avLst/>
                <a:gdLst/>
                <a:ahLst/>
                <a:cxnLst/>
                <a:rect l="l" t="t" r="r" b="b"/>
                <a:pathLst>
                  <a:path w="10567" h="11474" extrusionOk="0">
                    <a:moveTo>
                      <a:pt x="9356" y="0"/>
                    </a:moveTo>
                    <a:lnTo>
                      <a:pt x="9205" y="22"/>
                    </a:lnTo>
                    <a:lnTo>
                      <a:pt x="8902" y="65"/>
                    </a:lnTo>
                    <a:lnTo>
                      <a:pt x="8600" y="151"/>
                    </a:lnTo>
                    <a:lnTo>
                      <a:pt x="8254" y="303"/>
                    </a:lnTo>
                    <a:lnTo>
                      <a:pt x="7909" y="497"/>
                    </a:lnTo>
                    <a:lnTo>
                      <a:pt x="7541" y="735"/>
                    </a:lnTo>
                    <a:lnTo>
                      <a:pt x="7152" y="994"/>
                    </a:lnTo>
                    <a:lnTo>
                      <a:pt x="6763" y="1297"/>
                    </a:lnTo>
                    <a:lnTo>
                      <a:pt x="6374" y="1621"/>
                    </a:lnTo>
                    <a:lnTo>
                      <a:pt x="5964" y="1988"/>
                    </a:lnTo>
                    <a:lnTo>
                      <a:pt x="5553" y="2355"/>
                    </a:lnTo>
                    <a:lnTo>
                      <a:pt x="5143" y="2766"/>
                    </a:lnTo>
                    <a:lnTo>
                      <a:pt x="4322" y="3609"/>
                    </a:lnTo>
                    <a:lnTo>
                      <a:pt x="3522" y="4473"/>
                    </a:lnTo>
                    <a:lnTo>
                      <a:pt x="2766" y="5359"/>
                    </a:lnTo>
                    <a:lnTo>
                      <a:pt x="2031" y="6223"/>
                    </a:lnTo>
                    <a:lnTo>
                      <a:pt x="1383" y="7044"/>
                    </a:lnTo>
                    <a:lnTo>
                      <a:pt x="821" y="7779"/>
                    </a:lnTo>
                    <a:lnTo>
                      <a:pt x="346" y="8405"/>
                    </a:lnTo>
                    <a:lnTo>
                      <a:pt x="0" y="8924"/>
                    </a:lnTo>
                    <a:lnTo>
                      <a:pt x="346" y="9162"/>
                    </a:lnTo>
                    <a:lnTo>
                      <a:pt x="713" y="9399"/>
                    </a:lnTo>
                    <a:lnTo>
                      <a:pt x="1081" y="9637"/>
                    </a:lnTo>
                    <a:lnTo>
                      <a:pt x="1448" y="9832"/>
                    </a:lnTo>
                    <a:lnTo>
                      <a:pt x="1837" y="10048"/>
                    </a:lnTo>
                    <a:lnTo>
                      <a:pt x="2204" y="10221"/>
                    </a:lnTo>
                    <a:lnTo>
                      <a:pt x="2982" y="10545"/>
                    </a:lnTo>
                    <a:lnTo>
                      <a:pt x="3760" y="10826"/>
                    </a:lnTo>
                    <a:lnTo>
                      <a:pt x="4538" y="11085"/>
                    </a:lnTo>
                    <a:lnTo>
                      <a:pt x="5294" y="11279"/>
                    </a:lnTo>
                    <a:lnTo>
                      <a:pt x="6029" y="11474"/>
                    </a:lnTo>
                    <a:lnTo>
                      <a:pt x="6353" y="10912"/>
                    </a:lnTo>
                    <a:lnTo>
                      <a:pt x="6720" y="10285"/>
                    </a:lnTo>
                    <a:lnTo>
                      <a:pt x="7541" y="8924"/>
                    </a:lnTo>
                    <a:lnTo>
                      <a:pt x="8406" y="7455"/>
                    </a:lnTo>
                    <a:lnTo>
                      <a:pt x="8838" y="6677"/>
                    </a:lnTo>
                    <a:lnTo>
                      <a:pt x="9227" y="5921"/>
                    </a:lnTo>
                    <a:lnTo>
                      <a:pt x="9616" y="5143"/>
                    </a:lnTo>
                    <a:lnTo>
                      <a:pt x="9940" y="4408"/>
                    </a:lnTo>
                    <a:lnTo>
                      <a:pt x="10199" y="3673"/>
                    </a:lnTo>
                    <a:lnTo>
                      <a:pt x="10329" y="3328"/>
                    </a:lnTo>
                    <a:lnTo>
                      <a:pt x="10415" y="2982"/>
                    </a:lnTo>
                    <a:lnTo>
                      <a:pt x="10480" y="2636"/>
                    </a:lnTo>
                    <a:lnTo>
                      <a:pt x="10545" y="2312"/>
                    </a:lnTo>
                    <a:lnTo>
                      <a:pt x="10566" y="2010"/>
                    </a:lnTo>
                    <a:lnTo>
                      <a:pt x="10566" y="1707"/>
                    </a:lnTo>
                    <a:lnTo>
                      <a:pt x="10566" y="1426"/>
                    </a:lnTo>
                    <a:lnTo>
                      <a:pt x="10523" y="1145"/>
                    </a:lnTo>
                    <a:lnTo>
                      <a:pt x="10437" y="886"/>
                    </a:lnTo>
                    <a:lnTo>
                      <a:pt x="10329" y="648"/>
                    </a:lnTo>
                    <a:lnTo>
                      <a:pt x="10264" y="519"/>
                    </a:lnTo>
                    <a:lnTo>
                      <a:pt x="10177" y="389"/>
                    </a:lnTo>
                    <a:lnTo>
                      <a:pt x="10069" y="303"/>
                    </a:lnTo>
                    <a:lnTo>
                      <a:pt x="9961" y="216"/>
                    </a:lnTo>
                    <a:lnTo>
                      <a:pt x="9853" y="130"/>
                    </a:lnTo>
                    <a:lnTo>
                      <a:pt x="9745" y="87"/>
                    </a:lnTo>
                    <a:lnTo>
                      <a:pt x="9616" y="43"/>
                    </a:lnTo>
                    <a:lnTo>
                      <a:pt x="9486" y="22"/>
                    </a:lnTo>
                    <a:lnTo>
                      <a:pt x="935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5" name="Google Shape;8615;p43">
                <a:extLst>
                  <a:ext uri="{FF2B5EF4-FFF2-40B4-BE49-F238E27FC236}">
                    <a16:creationId xmlns:a16="http://schemas.microsoft.com/office/drawing/2014/main" id="{7D7F2604-FC1E-C395-7DBB-180FC429CED2}"/>
                  </a:ext>
                </a:extLst>
              </p:cNvPr>
              <p:cNvSpPr/>
              <p:nvPr/>
            </p:nvSpPr>
            <p:spPr>
              <a:xfrm>
                <a:off x="11200375" y="4162750"/>
                <a:ext cx="264175" cy="286850"/>
              </a:xfrm>
              <a:custGeom>
                <a:avLst/>
                <a:gdLst/>
                <a:ahLst/>
                <a:cxnLst/>
                <a:rect l="l" t="t" r="r" b="b"/>
                <a:pathLst>
                  <a:path w="10567" h="11474" extrusionOk="0">
                    <a:moveTo>
                      <a:pt x="9356" y="0"/>
                    </a:moveTo>
                    <a:lnTo>
                      <a:pt x="9205" y="22"/>
                    </a:lnTo>
                    <a:lnTo>
                      <a:pt x="8902" y="65"/>
                    </a:lnTo>
                    <a:lnTo>
                      <a:pt x="8600" y="151"/>
                    </a:lnTo>
                    <a:lnTo>
                      <a:pt x="8254" y="303"/>
                    </a:lnTo>
                    <a:lnTo>
                      <a:pt x="7909" y="497"/>
                    </a:lnTo>
                    <a:lnTo>
                      <a:pt x="7541" y="735"/>
                    </a:lnTo>
                    <a:lnTo>
                      <a:pt x="7152" y="994"/>
                    </a:lnTo>
                    <a:lnTo>
                      <a:pt x="6763" y="1297"/>
                    </a:lnTo>
                    <a:lnTo>
                      <a:pt x="6374" y="1621"/>
                    </a:lnTo>
                    <a:lnTo>
                      <a:pt x="5964" y="1988"/>
                    </a:lnTo>
                    <a:lnTo>
                      <a:pt x="5553" y="2355"/>
                    </a:lnTo>
                    <a:lnTo>
                      <a:pt x="5143" y="2766"/>
                    </a:lnTo>
                    <a:lnTo>
                      <a:pt x="4322" y="3609"/>
                    </a:lnTo>
                    <a:lnTo>
                      <a:pt x="3522" y="4473"/>
                    </a:lnTo>
                    <a:lnTo>
                      <a:pt x="2766" y="5359"/>
                    </a:lnTo>
                    <a:lnTo>
                      <a:pt x="2031" y="6223"/>
                    </a:lnTo>
                    <a:lnTo>
                      <a:pt x="1383" y="7044"/>
                    </a:lnTo>
                    <a:lnTo>
                      <a:pt x="821" y="7779"/>
                    </a:lnTo>
                    <a:lnTo>
                      <a:pt x="346" y="8405"/>
                    </a:lnTo>
                    <a:lnTo>
                      <a:pt x="0" y="8924"/>
                    </a:lnTo>
                    <a:lnTo>
                      <a:pt x="346" y="9162"/>
                    </a:lnTo>
                    <a:lnTo>
                      <a:pt x="713" y="9399"/>
                    </a:lnTo>
                    <a:lnTo>
                      <a:pt x="1081" y="9637"/>
                    </a:lnTo>
                    <a:lnTo>
                      <a:pt x="1448" y="9832"/>
                    </a:lnTo>
                    <a:lnTo>
                      <a:pt x="1837" y="10048"/>
                    </a:lnTo>
                    <a:lnTo>
                      <a:pt x="2204" y="10221"/>
                    </a:lnTo>
                    <a:lnTo>
                      <a:pt x="2982" y="10545"/>
                    </a:lnTo>
                    <a:lnTo>
                      <a:pt x="3760" y="10826"/>
                    </a:lnTo>
                    <a:lnTo>
                      <a:pt x="4538" y="11085"/>
                    </a:lnTo>
                    <a:lnTo>
                      <a:pt x="5294" y="11279"/>
                    </a:lnTo>
                    <a:lnTo>
                      <a:pt x="6029" y="11474"/>
                    </a:lnTo>
                    <a:lnTo>
                      <a:pt x="6353" y="10912"/>
                    </a:lnTo>
                    <a:lnTo>
                      <a:pt x="6720" y="10285"/>
                    </a:lnTo>
                    <a:lnTo>
                      <a:pt x="7541" y="8924"/>
                    </a:lnTo>
                    <a:lnTo>
                      <a:pt x="8406" y="7455"/>
                    </a:lnTo>
                    <a:lnTo>
                      <a:pt x="8838" y="6677"/>
                    </a:lnTo>
                    <a:lnTo>
                      <a:pt x="9227" y="5921"/>
                    </a:lnTo>
                    <a:lnTo>
                      <a:pt x="9616" y="5143"/>
                    </a:lnTo>
                    <a:lnTo>
                      <a:pt x="9940" y="4408"/>
                    </a:lnTo>
                    <a:lnTo>
                      <a:pt x="10199" y="3673"/>
                    </a:lnTo>
                    <a:lnTo>
                      <a:pt x="10329" y="3328"/>
                    </a:lnTo>
                    <a:lnTo>
                      <a:pt x="10415" y="2982"/>
                    </a:lnTo>
                    <a:lnTo>
                      <a:pt x="10480" y="2636"/>
                    </a:lnTo>
                    <a:lnTo>
                      <a:pt x="10545" y="2312"/>
                    </a:lnTo>
                    <a:lnTo>
                      <a:pt x="10566" y="2010"/>
                    </a:lnTo>
                    <a:lnTo>
                      <a:pt x="10566" y="1707"/>
                    </a:lnTo>
                    <a:lnTo>
                      <a:pt x="10566" y="1426"/>
                    </a:lnTo>
                    <a:lnTo>
                      <a:pt x="10523" y="1145"/>
                    </a:lnTo>
                    <a:lnTo>
                      <a:pt x="10437" y="886"/>
                    </a:lnTo>
                    <a:lnTo>
                      <a:pt x="10329" y="648"/>
                    </a:lnTo>
                    <a:lnTo>
                      <a:pt x="10264" y="519"/>
                    </a:lnTo>
                    <a:lnTo>
                      <a:pt x="10177" y="389"/>
                    </a:lnTo>
                    <a:lnTo>
                      <a:pt x="10069" y="303"/>
                    </a:lnTo>
                    <a:lnTo>
                      <a:pt x="9961" y="216"/>
                    </a:lnTo>
                    <a:lnTo>
                      <a:pt x="9853" y="130"/>
                    </a:lnTo>
                    <a:lnTo>
                      <a:pt x="9745" y="87"/>
                    </a:lnTo>
                    <a:lnTo>
                      <a:pt x="9616" y="43"/>
                    </a:lnTo>
                    <a:lnTo>
                      <a:pt x="9486" y="22"/>
                    </a:lnTo>
                    <a:lnTo>
                      <a:pt x="9356" y="0"/>
                    </a:lnTo>
                    <a:close/>
                  </a:path>
                </a:pathLst>
              </a:custGeom>
              <a:solidFill>
                <a:srgbClr val="424242">
                  <a:alpha val="162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6" name="Google Shape;8616;p43">
                <a:extLst>
                  <a:ext uri="{FF2B5EF4-FFF2-40B4-BE49-F238E27FC236}">
                    <a16:creationId xmlns:a16="http://schemas.microsoft.com/office/drawing/2014/main" id="{3C9B148A-3138-2757-E1E6-81137546C542}"/>
                  </a:ext>
                </a:extLst>
              </p:cNvPr>
              <p:cNvSpPr/>
              <p:nvPr/>
            </p:nvSpPr>
            <p:spPr>
              <a:xfrm>
                <a:off x="12044150" y="4138975"/>
                <a:ext cx="412175" cy="50617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20247" extrusionOk="0">
                    <a:moveTo>
                      <a:pt x="1080" y="0"/>
                    </a:moveTo>
                    <a:lnTo>
                      <a:pt x="951" y="22"/>
                    </a:lnTo>
                    <a:lnTo>
                      <a:pt x="821" y="65"/>
                    </a:lnTo>
                    <a:lnTo>
                      <a:pt x="713" y="108"/>
                    </a:lnTo>
                    <a:lnTo>
                      <a:pt x="605" y="173"/>
                    </a:lnTo>
                    <a:lnTo>
                      <a:pt x="497" y="260"/>
                    </a:lnTo>
                    <a:lnTo>
                      <a:pt x="389" y="346"/>
                    </a:lnTo>
                    <a:lnTo>
                      <a:pt x="303" y="454"/>
                    </a:lnTo>
                    <a:lnTo>
                      <a:pt x="238" y="584"/>
                    </a:lnTo>
                    <a:lnTo>
                      <a:pt x="151" y="735"/>
                    </a:lnTo>
                    <a:lnTo>
                      <a:pt x="65" y="973"/>
                    </a:lnTo>
                    <a:lnTo>
                      <a:pt x="22" y="1254"/>
                    </a:lnTo>
                    <a:lnTo>
                      <a:pt x="0" y="1535"/>
                    </a:lnTo>
                    <a:lnTo>
                      <a:pt x="0" y="1837"/>
                    </a:lnTo>
                    <a:lnTo>
                      <a:pt x="22" y="2161"/>
                    </a:lnTo>
                    <a:lnTo>
                      <a:pt x="87" y="2485"/>
                    </a:lnTo>
                    <a:lnTo>
                      <a:pt x="173" y="2809"/>
                    </a:lnTo>
                    <a:lnTo>
                      <a:pt x="281" y="3155"/>
                    </a:lnTo>
                    <a:lnTo>
                      <a:pt x="411" y="3522"/>
                    </a:lnTo>
                    <a:lnTo>
                      <a:pt x="562" y="3890"/>
                    </a:lnTo>
                    <a:lnTo>
                      <a:pt x="929" y="4624"/>
                    </a:lnTo>
                    <a:lnTo>
                      <a:pt x="1340" y="5381"/>
                    </a:lnTo>
                    <a:lnTo>
                      <a:pt x="1794" y="6159"/>
                    </a:lnTo>
                    <a:lnTo>
                      <a:pt x="2290" y="6915"/>
                    </a:lnTo>
                    <a:lnTo>
                      <a:pt x="2787" y="7693"/>
                    </a:lnTo>
                    <a:lnTo>
                      <a:pt x="3803" y="9140"/>
                    </a:lnTo>
                    <a:lnTo>
                      <a:pt x="4732" y="10437"/>
                    </a:lnTo>
                    <a:lnTo>
                      <a:pt x="5121" y="11020"/>
                    </a:lnTo>
                    <a:lnTo>
                      <a:pt x="5445" y="11539"/>
                    </a:lnTo>
                    <a:lnTo>
                      <a:pt x="5748" y="12079"/>
                    </a:lnTo>
                    <a:lnTo>
                      <a:pt x="6050" y="12662"/>
                    </a:lnTo>
                    <a:lnTo>
                      <a:pt x="6634" y="13981"/>
                    </a:lnTo>
                    <a:lnTo>
                      <a:pt x="6958" y="14672"/>
                    </a:lnTo>
                    <a:lnTo>
                      <a:pt x="7303" y="15385"/>
                    </a:lnTo>
                    <a:lnTo>
                      <a:pt x="7692" y="16076"/>
                    </a:lnTo>
                    <a:lnTo>
                      <a:pt x="8103" y="16768"/>
                    </a:lnTo>
                    <a:lnTo>
                      <a:pt x="8319" y="17114"/>
                    </a:lnTo>
                    <a:lnTo>
                      <a:pt x="8557" y="17438"/>
                    </a:lnTo>
                    <a:lnTo>
                      <a:pt x="8816" y="17740"/>
                    </a:lnTo>
                    <a:lnTo>
                      <a:pt x="9075" y="18043"/>
                    </a:lnTo>
                    <a:lnTo>
                      <a:pt x="9335" y="18345"/>
                    </a:lnTo>
                    <a:lnTo>
                      <a:pt x="9637" y="18626"/>
                    </a:lnTo>
                    <a:lnTo>
                      <a:pt x="9940" y="18885"/>
                    </a:lnTo>
                    <a:lnTo>
                      <a:pt x="10264" y="19123"/>
                    </a:lnTo>
                    <a:lnTo>
                      <a:pt x="10588" y="19339"/>
                    </a:lnTo>
                    <a:lnTo>
                      <a:pt x="10955" y="19555"/>
                    </a:lnTo>
                    <a:lnTo>
                      <a:pt x="11344" y="19728"/>
                    </a:lnTo>
                    <a:lnTo>
                      <a:pt x="11733" y="19879"/>
                    </a:lnTo>
                    <a:lnTo>
                      <a:pt x="12144" y="20009"/>
                    </a:lnTo>
                    <a:lnTo>
                      <a:pt x="12597" y="20117"/>
                    </a:lnTo>
                    <a:lnTo>
                      <a:pt x="13051" y="20182"/>
                    </a:lnTo>
                    <a:lnTo>
                      <a:pt x="13548" y="20225"/>
                    </a:lnTo>
                    <a:lnTo>
                      <a:pt x="13872" y="20247"/>
                    </a:lnTo>
                    <a:lnTo>
                      <a:pt x="14175" y="20247"/>
                    </a:lnTo>
                    <a:lnTo>
                      <a:pt x="14434" y="20225"/>
                    </a:lnTo>
                    <a:lnTo>
                      <a:pt x="14715" y="20182"/>
                    </a:lnTo>
                    <a:lnTo>
                      <a:pt x="14952" y="20139"/>
                    </a:lnTo>
                    <a:lnTo>
                      <a:pt x="15169" y="20074"/>
                    </a:lnTo>
                    <a:lnTo>
                      <a:pt x="15363" y="20009"/>
                    </a:lnTo>
                    <a:lnTo>
                      <a:pt x="15557" y="19923"/>
                    </a:lnTo>
                    <a:lnTo>
                      <a:pt x="15709" y="19815"/>
                    </a:lnTo>
                    <a:lnTo>
                      <a:pt x="15860" y="19707"/>
                    </a:lnTo>
                    <a:lnTo>
                      <a:pt x="15990" y="19598"/>
                    </a:lnTo>
                    <a:lnTo>
                      <a:pt x="16119" y="19469"/>
                    </a:lnTo>
                    <a:lnTo>
                      <a:pt x="16206" y="19318"/>
                    </a:lnTo>
                    <a:lnTo>
                      <a:pt x="16292" y="19166"/>
                    </a:lnTo>
                    <a:lnTo>
                      <a:pt x="16357" y="18993"/>
                    </a:lnTo>
                    <a:lnTo>
                      <a:pt x="16400" y="18842"/>
                    </a:lnTo>
                    <a:lnTo>
                      <a:pt x="16443" y="18648"/>
                    </a:lnTo>
                    <a:lnTo>
                      <a:pt x="16465" y="18475"/>
                    </a:lnTo>
                    <a:lnTo>
                      <a:pt x="16487" y="18259"/>
                    </a:lnTo>
                    <a:lnTo>
                      <a:pt x="16487" y="18064"/>
                    </a:lnTo>
                    <a:lnTo>
                      <a:pt x="16443" y="17632"/>
                    </a:lnTo>
                    <a:lnTo>
                      <a:pt x="16357" y="17178"/>
                    </a:lnTo>
                    <a:lnTo>
                      <a:pt x="16227" y="16725"/>
                    </a:lnTo>
                    <a:lnTo>
                      <a:pt x="16076" y="16228"/>
                    </a:lnTo>
                    <a:lnTo>
                      <a:pt x="15882" y="15731"/>
                    </a:lnTo>
                    <a:lnTo>
                      <a:pt x="15644" y="15212"/>
                    </a:lnTo>
                    <a:lnTo>
                      <a:pt x="15385" y="14672"/>
                    </a:lnTo>
                    <a:lnTo>
                      <a:pt x="15125" y="14153"/>
                    </a:lnTo>
                    <a:lnTo>
                      <a:pt x="14823" y="13635"/>
                    </a:lnTo>
                    <a:lnTo>
                      <a:pt x="14520" y="13095"/>
                    </a:lnTo>
                    <a:lnTo>
                      <a:pt x="13872" y="12079"/>
                    </a:lnTo>
                    <a:lnTo>
                      <a:pt x="13224" y="11085"/>
                    </a:lnTo>
                    <a:lnTo>
                      <a:pt x="12576" y="10178"/>
                    </a:lnTo>
                    <a:lnTo>
                      <a:pt x="11992" y="9400"/>
                    </a:lnTo>
                    <a:lnTo>
                      <a:pt x="11085" y="8211"/>
                    </a:lnTo>
                    <a:lnTo>
                      <a:pt x="10696" y="7736"/>
                    </a:lnTo>
                    <a:lnTo>
                      <a:pt x="10177" y="7153"/>
                    </a:lnTo>
                    <a:lnTo>
                      <a:pt x="9551" y="6461"/>
                    </a:lnTo>
                    <a:lnTo>
                      <a:pt x="8838" y="5683"/>
                    </a:lnTo>
                    <a:lnTo>
                      <a:pt x="8060" y="4884"/>
                    </a:lnTo>
                    <a:lnTo>
                      <a:pt x="7239" y="4041"/>
                    </a:lnTo>
                    <a:lnTo>
                      <a:pt x="6374" y="3242"/>
                    </a:lnTo>
                    <a:lnTo>
                      <a:pt x="5488" y="2464"/>
                    </a:lnTo>
                    <a:lnTo>
                      <a:pt x="5056" y="2075"/>
                    </a:lnTo>
                    <a:lnTo>
                      <a:pt x="4624" y="1729"/>
                    </a:lnTo>
                    <a:lnTo>
                      <a:pt x="4192" y="1405"/>
                    </a:lnTo>
                    <a:lnTo>
                      <a:pt x="3760" y="1102"/>
                    </a:lnTo>
                    <a:lnTo>
                      <a:pt x="3349" y="843"/>
                    </a:lnTo>
                    <a:lnTo>
                      <a:pt x="2960" y="605"/>
                    </a:lnTo>
                    <a:lnTo>
                      <a:pt x="2571" y="389"/>
                    </a:lnTo>
                    <a:lnTo>
                      <a:pt x="2204" y="238"/>
                    </a:lnTo>
                    <a:lnTo>
                      <a:pt x="1858" y="108"/>
                    </a:lnTo>
                    <a:lnTo>
                      <a:pt x="1534" y="22"/>
                    </a:lnTo>
                    <a:lnTo>
                      <a:pt x="1232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7" name="Google Shape;8617;p43">
                <a:extLst>
                  <a:ext uri="{FF2B5EF4-FFF2-40B4-BE49-F238E27FC236}">
                    <a16:creationId xmlns:a16="http://schemas.microsoft.com/office/drawing/2014/main" id="{0FBF3F2A-4B34-1857-311D-0F9607756124}"/>
                  </a:ext>
                </a:extLst>
              </p:cNvPr>
              <p:cNvSpPr/>
              <p:nvPr/>
            </p:nvSpPr>
            <p:spPr>
              <a:xfrm>
                <a:off x="12044150" y="4138975"/>
                <a:ext cx="277125" cy="279850"/>
              </a:xfrm>
              <a:custGeom>
                <a:avLst/>
                <a:gdLst/>
                <a:ahLst/>
                <a:cxnLst/>
                <a:rect l="l" t="t" r="r" b="b"/>
                <a:pathLst>
                  <a:path w="11085" h="11194" extrusionOk="0">
                    <a:moveTo>
                      <a:pt x="1080" y="0"/>
                    </a:moveTo>
                    <a:lnTo>
                      <a:pt x="951" y="22"/>
                    </a:lnTo>
                    <a:lnTo>
                      <a:pt x="821" y="65"/>
                    </a:lnTo>
                    <a:lnTo>
                      <a:pt x="713" y="108"/>
                    </a:lnTo>
                    <a:lnTo>
                      <a:pt x="605" y="173"/>
                    </a:lnTo>
                    <a:lnTo>
                      <a:pt x="497" y="260"/>
                    </a:lnTo>
                    <a:lnTo>
                      <a:pt x="389" y="346"/>
                    </a:lnTo>
                    <a:lnTo>
                      <a:pt x="303" y="454"/>
                    </a:lnTo>
                    <a:lnTo>
                      <a:pt x="238" y="584"/>
                    </a:lnTo>
                    <a:lnTo>
                      <a:pt x="151" y="735"/>
                    </a:lnTo>
                    <a:lnTo>
                      <a:pt x="65" y="973"/>
                    </a:lnTo>
                    <a:lnTo>
                      <a:pt x="22" y="1232"/>
                    </a:lnTo>
                    <a:lnTo>
                      <a:pt x="0" y="1513"/>
                    </a:lnTo>
                    <a:lnTo>
                      <a:pt x="0" y="1794"/>
                    </a:lnTo>
                    <a:lnTo>
                      <a:pt x="22" y="2096"/>
                    </a:lnTo>
                    <a:lnTo>
                      <a:pt x="87" y="2399"/>
                    </a:lnTo>
                    <a:lnTo>
                      <a:pt x="151" y="2723"/>
                    </a:lnTo>
                    <a:lnTo>
                      <a:pt x="259" y="3047"/>
                    </a:lnTo>
                    <a:lnTo>
                      <a:pt x="367" y="3393"/>
                    </a:lnTo>
                    <a:lnTo>
                      <a:pt x="497" y="3739"/>
                    </a:lnTo>
                    <a:lnTo>
                      <a:pt x="821" y="4430"/>
                    </a:lnTo>
                    <a:lnTo>
                      <a:pt x="1210" y="5165"/>
                    </a:lnTo>
                    <a:lnTo>
                      <a:pt x="1642" y="5899"/>
                    </a:lnTo>
                    <a:lnTo>
                      <a:pt x="2096" y="6634"/>
                    </a:lnTo>
                    <a:lnTo>
                      <a:pt x="2571" y="7369"/>
                    </a:lnTo>
                    <a:lnTo>
                      <a:pt x="3565" y="8773"/>
                    </a:lnTo>
                    <a:lnTo>
                      <a:pt x="4473" y="10070"/>
                    </a:lnTo>
                    <a:lnTo>
                      <a:pt x="4883" y="10653"/>
                    </a:lnTo>
                    <a:lnTo>
                      <a:pt x="5229" y="11193"/>
                    </a:lnTo>
                    <a:lnTo>
                      <a:pt x="5964" y="10955"/>
                    </a:lnTo>
                    <a:lnTo>
                      <a:pt x="6698" y="10696"/>
                    </a:lnTo>
                    <a:lnTo>
                      <a:pt x="7455" y="10394"/>
                    </a:lnTo>
                    <a:lnTo>
                      <a:pt x="8211" y="10048"/>
                    </a:lnTo>
                    <a:lnTo>
                      <a:pt x="8967" y="9681"/>
                    </a:lnTo>
                    <a:lnTo>
                      <a:pt x="9335" y="9465"/>
                    </a:lnTo>
                    <a:lnTo>
                      <a:pt x="9680" y="9248"/>
                    </a:lnTo>
                    <a:lnTo>
                      <a:pt x="10048" y="9011"/>
                    </a:lnTo>
                    <a:lnTo>
                      <a:pt x="10393" y="8751"/>
                    </a:lnTo>
                    <a:lnTo>
                      <a:pt x="10739" y="8492"/>
                    </a:lnTo>
                    <a:lnTo>
                      <a:pt x="11085" y="8211"/>
                    </a:lnTo>
                    <a:lnTo>
                      <a:pt x="10674" y="7736"/>
                    </a:lnTo>
                    <a:lnTo>
                      <a:pt x="10177" y="7131"/>
                    </a:lnTo>
                    <a:lnTo>
                      <a:pt x="9551" y="6439"/>
                    </a:lnTo>
                    <a:lnTo>
                      <a:pt x="8838" y="5683"/>
                    </a:lnTo>
                    <a:lnTo>
                      <a:pt x="8060" y="4862"/>
                    </a:lnTo>
                    <a:lnTo>
                      <a:pt x="7239" y="4041"/>
                    </a:lnTo>
                    <a:lnTo>
                      <a:pt x="6374" y="3220"/>
                    </a:lnTo>
                    <a:lnTo>
                      <a:pt x="5488" y="2442"/>
                    </a:lnTo>
                    <a:lnTo>
                      <a:pt x="5056" y="2075"/>
                    </a:lnTo>
                    <a:lnTo>
                      <a:pt x="4624" y="1729"/>
                    </a:lnTo>
                    <a:lnTo>
                      <a:pt x="4192" y="1405"/>
                    </a:lnTo>
                    <a:lnTo>
                      <a:pt x="3760" y="1102"/>
                    </a:lnTo>
                    <a:lnTo>
                      <a:pt x="3349" y="843"/>
                    </a:lnTo>
                    <a:lnTo>
                      <a:pt x="2960" y="584"/>
                    </a:lnTo>
                    <a:lnTo>
                      <a:pt x="2571" y="389"/>
                    </a:lnTo>
                    <a:lnTo>
                      <a:pt x="2204" y="216"/>
                    </a:lnTo>
                    <a:lnTo>
                      <a:pt x="1858" y="108"/>
                    </a:lnTo>
                    <a:lnTo>
                      <a:pt x="1534" y="22"/>
                    </a:lnTo>
                    <a:lnTo>
                      <a:pt x="1232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8" name="Google Shape;8618;p43">
                <a:extLst>
                  <a:ext uri="{FF2B5EF4-FFF2-40B4-BE49-F238E27FC236}">
                    <a16:creationId xmlns:a16="http://schemas.microsoft.com/office/drawing/2014/main" id="{C94396D3-8FB2-0B16-A77C-B5912BBD3284}"/>
                  </a:ext>
                </a:extLst>
              </p:cNvPr>
              <p:cNvSpPr/>
              <p:nvPr/>
            </p:nvSpPr>
            <p:spPr>
              <a:xfrm>
                <a:off x="11734625" y="2678300"/>
                <a:ext cx="387325" cy="748200"/>
              </a:xfrm>
              <a:custGeom>
                <a:avLst/>
                <a:gdLst/>
                <a:ahLst/>
                <a:cxnLst/>
                <a:rect l="l" t="t" r="r" b="b"/>
                <a:pathLst>
                  <a:path w="15493" h="29928" extrusionOk="0">
                    <a:moveTo>
                      <a:pt x="10199" y="1"/>
                    </a:moveTo>
                    <a:lnTo>
                      <a:pt x="9680" y="44"/>
                    </a:lnTo>
                    <a:lnTo>
                      <a:pt x="9162" y="152"/>
                    </a:lnTo>
                    <a:lnTo>
                      <a:pt x="8643" y="303"/>
                    </a:lnTo>
                    <a:lnTo>
                      <a:pt x="8103" y="498"/>
                    </a:lnTo>
                    <a:lnTo>
                      <a:pt x="7563" y="735"/>
                    </a:lnTo>
                    <a:lnTo>
                      <a:pt x="7022" y="1059"/>
                    </a:lnTo>
                    <a:lnTo>
                      <a:pt x="6482" y="1405"/>
                    </a:lnTo>
                    <a:lnTo>
                      <a:pt x="5964" y="1837"/>
                    </a:lnTo>
                    <a:lnTo>
                      <a:pt x="5423" y="2313"/>
                    </a:lnTo>
                    <a:lnTo>
                      <a:pt x="4883" y="2874"/>
                    </a:lnTo>
                    <a:lnTo>
                      <a:pt x="4365" y="3458"/>
                    </a:lnTo>
                    <a:lnTo>
                      <a:pt x="3868" y="4084"/>
                    </a:lnTo>
                    <a:lnTo>
                      <a:pt x="3414" y="4754"/>
                    </a:lnTo>
                    <a:lnTo>
                      <a:pt x="3003" y="5424"/>
                    </a:lnTo>
                    <a:lnTo>
                      <a:pt x="2615" y="6116"/>
                    </a:lnTo>
                    <a:lnTo>
                      <a:pt x="2269" y="6850"/>
                    </a:lnTo>
                    <a:lnTo>
                      <a:pt x="1945" y="7585"/>
                    </a:lnTo>
                    <a:lnTo>
                      <a:pt x="1642" y="8341"/>
                    </a:lnTo>
                    <a:lnTo>
                      <a:pt x="1383" y="9119"/>
                    </a:lnTo>
                    <a:lnTo>
                      <a:pt x="1145" y="9918"/>
                    </a:lnTo>
                    <a:lnTo>
                      <a:pt x="929" y="10740"/>
                    </a:lnTo>
                    <a:lnTo>
                      <a:pt x="735" y="11561"/>
                    </a:lnTo>
                    <a:lnTo>
                      <a:pt x="562" y="12382"/>
                    </a:lnTo>
                    <a:lnTo>
                      <a:pt x="432" y="13224"/>
                    </a:lnTo>
                    <a:lnTo>
                      <a:pt x="303" y="14089"/>
                    </a:lnTo>
                    <a:lnTo>
                      <a:pt x="216" y="14931"/>
                    </a:lnTo>
                    <a:lnTo>
                      <a:pt x="130" y="15796"/>
                    </a:lnTo>
                    <a:lnTo>
                      <a:pt x="65" y="16660"/>
                    </a:lnTo>
                    <a:lnTo>
                      <a:pt x="22" y="17524"/>
                    </a:lnTo>
                    <a:lnTo>
                      <a:pt x="0" y="18389"/>
                    </a:lnTo>
                    <a:lnTo>
                      <a:pt x="0" y="19253"/>
                    </a:lnTo>
                    <a:lnTo>
                      <a:pt x="0" y="20096"/>
                    </a:lnTo>
                    <a:lnTo>
                      <a:pt x="22" y="20960"/>
                    </a:lnTo>
                    <a:lnTo>
                      <a:pt x="86" y="22645"/>
                    </a:lnTo>
                    <a:lnTo>
                      <a:pt x="216" y="24287"/>
                    </a:lnTo>
                    <a:lnTo>
                      <a:pt x="389" y="25886"/>
                    </a:lnTo>
                    <a:lnTo>
                      <a:pt x="562" y="27421"/>
                    </a:lnTo>
                    <a:lnTo>
                      <a:pt x="691" y="27550"/>
                    </a:lnTo>
                    <a:lnTo>
                      <a:pt x="864" y="27745"/>
                    </a:lnTo>
                    <a:lnTo>
                      <a:pt x="1210" y="28220"/>
                    </a:lnTo>
                    <a:lnTo>
                      <a:pt x="1642" y="28739"/>
                    </a:lnTo>
                    <a:lnTo>
                      <a:pt x="1880" y="28998"/>
                    </a:lnTo>
                    <a:lnTo>
                      <a:pt x="2118" y="29257"/>
                    </a:lnTo>
                    <a:lnTo>
                      <a:pt x="2398" y="29473"/>
                    </a:lnTo>
                    <a:lnTo>
                      <a:pt x="2679" y="29668"/>
                    </a:lnTo>
                    <a:lnTo>
                      <a:pt x="2809" y="29754"/>
                    </a:lnTo>
                    <a:lnTo>
                      <a:pt x="2960" y="29819"/>
                    </a:lnTo>
                    <a:lnTo>
                      <a:pt x="3111" y="29862"/>
                    </a:lnTo>
                    <a:lnTo>
                      <a:pt x="3284" y="29905"/>
                    </a:lnTo>
                    <a:lnTo>
                      <a:pt x="3436" y="29927"/>
                    </a:lnTo>
                    <a:lnTo>
                      <a:pt x="3608" y="29927"/>
                    </a:lnTo>
                    <a:lnTo>
                      <a:pt x="3760" y="29905"/>
                    </a:lnTo>
                    <a:lnTo>
                      <a:pt x="3933" y="29862"/>
                    </a:lnTo>
                    <a:lnTo>
                      <a:pt x="4105" y="29797"/>
                    </a:lnTo>
                    <a:lnTo>
                      <a:pt x="4278" y="29711"/>
                    </a:lnTo>
                    <a:lnTo>
                      <a:pt x="4451" y="29603"/>
                    </a:lnTo>
                    <a:lnTo>
                      <a:pt x="4646" y="29473"/>
                    </a:lnTo>
                    <a:lnTo>
                      <a:pt x="5186" y="28155"/>
                    </a:lnTo>
                    <a:lnTo>
                      <a:pt x="5748" y="26859"/>
                    </a:lnTo>
                    <a:lnTo>
                      <a:pt x="6353" y="25562"/>
                    </a:lnTo>
                    <a:lnTo>
                      <a:pt x="6979" y="24287"/>
                    </a:lnTo>
                    <a:lnTo>
                      <a:pt x="7606" y="23013"/>
                    </a:lnTo>
                    <a:lnTo>
                      <a:pt x="8254" y="21738"/>
                    </a:lnTo>
                    <a:lnTo>
                      <a:pt x="9572" y="19188"/>
                    </a:lnTo>
                    <a:lnTo>
                      <a:pt x="10890" y="16660"/>
                    </a:lnTo>
                    <a:lnTo>
                      <a:pt x="12208" y="14132"/>
                    </a:lnTo>
                    <a:lnTo>
                      <a:pt x="12835" y="12879"/>
                    </a:lnTo>
                    <a:lnTo>
                      <a:pt x="13461" y="11604"/>
                    </a:lnTo>
                    <a:lnTo>
                      <a:pt x="14066" y="10351"/>
                    </a:lnTo>
                    <a:lnTo>
                      <a:pt x="14650" y="9076"/>
                    </a:lnTo>
                    <a:lnTo>
                      <a:pt x="14931" y="8384"/>
                    </a:lnTo>
                    <a:lnTo>
                      <a:pt x="15147" y="7715"/>
                    </a:lnTo>
                    <a:lnTo>
                      <a:pt x="15320" y="7045"/>
                    </a:lnTo>
                    <a:lnTo>
                      <a:pt x="15428" y="6418"/>
                    </a:lnTo>
                    <a:lnTo>
                      <a:pt x="15493" y="5813"/>
                    </a:lnTo>
                    <a:lnTo>
                      <a:pt x="15493" y="5230"/>
                    </a:lnTo>
                    <a:lnTo>
                      <a:pt x="15471" y="4646"/>
                    </a:lnTo>
                    <a:lnTo>
                      <a:pt x="15385" y="4106"/>
                    </a:lnTo>
                    <a:lnTo>
                      <a:pt x="15255" y="3609"/>
                    </a:lnTo>
                    <a:lnTo>
                      <a:pt x="15104" y="3112"/>
                    </a:lnTo>
                    <a:lnTo>
                      <a:pt x="14888" y="2658"/>
                    </a:lnTo>
                    <a:lnTo>
                      <a:pt x="14650" y="2248"/>
                    </a:lnTo>
                    <a:lnTo>
                      <a:pt x="14391" y="1859"/>
                    </a:lnTo>
                    <a:lnTo>
                      <a:pt x="14066" y="1492"/>
                    </a:lnTo>
                    <a:lnTo>
                      <a:pt x="13742" y="1167"/>
                    </a:lnTo>
                    <a:lnTo>
                      <a:pt x="13375" y="887"/>
                    </a:lnTo>
                    <a:lnTo>
                      <a:pt x="12986" y="627"/>
                    </a:lnTo>
                    <a:lnTo>
                      <a:pt x="12554" y="411"/>
                    </a:lnTo>
                    <a:lnTo>
                      <a:pt x="12122" y="238"/>
                    </a:lnTo>
                    <a:lnTo>
                      <a:pt x="11668" y="109"/>
                    </a:lnTo>
                    <a:lnTo>
                      <a:pt x="11193" y="22"/>
                    </a:lnTo>
                    <a:lnTo>
                      <a:pt x="10696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9" name="Google Shape;8619;p43">
                <a:extLst>
                  <a:ext uri="{FF2B5EF4-FFF2-40B4-BE49-F238E27FC236}">
                    <a16:creationId xmlns:a16="http://schemas.microsoft.com/office/drawing/2014/main" id="{817DEC64-AB19-3364-8B07-CA5B90A7E196}"/>
                  </a:ext>
                </a:extLst>
              </p:cNvPr>
              <p:cNvSpPr/>
              <p:nvPr/>
            </p:nvSpPr>
            <p:spPr>
              <a:xfrm>
                <a:off x="10840075" y="2932725"/>
                <a:ext cx="599625" cy="608825"/>
              </a:xfrm>
              <a:custGeom>
                <a:avLst/>
                <a:gdLst/>
                <a:ahLst/>
                <a:cxnLst/>
                <a:rect l="l" t="t" r="r" b="b"/>
                <a:pathLst>
                  <a:path w="23985" h="24353" extrusionOk="0">
                    <a:moveTo>
                      <a:pt x="5661" y="1"/>
                    </a:moveTo>
                    <a:lnTo>
                      <a:pt x="5078" y="22"/>
                    </a:lnTo>
                    <a:lnTo>
                      <a:pt x="4494" y="87"/>
                    </a:lnTo>
                    <a:lnTo>
                      <a:pt x="3954" y="195"/>
                    </a:lnTo>
                    <a:lnTo>
                      <a:pt x="3457" y="346"/>
                    </a:lnTo>
                    <a:lnTo>
                      <a:pt x="2982" y="541"/>
                    </a:lnTo>
                    <a:lnTo>
                      <a:pt x="2528" y="757"/>
                    </a:lnTo>
                    <a:lnTo>
                      <a:pt x="2096" y="1016"/>
                    </a:lnTo>
                    <a:lnTo>
                      <a:pt x="1729" y="1319"/>
                    </a:lnTo>
                    <a:lnTo>
                      <a:pt x="1361" y="1643"/>
                    </a:lnTo>
                    <a:lnTo>
                      <a:pt x="1059" y="1989"/>
                    </a:lnTo>
                    <a:lnTo>
                      <a:pt x="778" y="2356"/>
                    </a:lnTo>
                    <a:lnTo>
                      <a:pt x="540" y="2767"/>
                    </a:lnTo>
                    <a:lnTo>
                      <a:pt x="346" y="3177"/>
                    </a:lnTo>
                    <a:lnTo>
                      <a:pt x="194" y="3631"/>
                    </a:lnTo>
                    <a:lnTo>
                      <a:pt x="86" y="4085"/>
                    </a:lnTo>
                    <a:lnTo>
                      <a:pt x="22" y="4560"/>
                    </a:lnTo>
                    <a:lnTo>
                      <a:pt x="0" y="5035"/>
                    </a:lnTo>
                    <a:lnTo>
                      <a:pt x="22" y="5532"/>
                    </a:lnTo>
                    <a:lnTo>
                      <a:pt x="86" y="6051"/>
                    </a:lnTo>
                    <a:lnTo>
                      <a:pt x="216" y="6569"/>
                    </a:lnTo>
                    <a:lnTo>
                      <a:pt x="389" y="7066"/>
                    </a:lnTo>
                    <a:lnTo>
                      <a:pt x="605" y="7585"/>
                    </a:lnTo>
                    <a:lnTo>
                      <a:pt x="886" y="8125"/>
                    </a:lnTo>
                    <a:lnTo>
                      <a:pt x="1210" y="8622"/>
                    </a:lnTo>
                    <a:lnTo>
                      <a:pt x="1599" y="9141"/>
                    </a:lnTo>
                    <a:lnTo>
                      <a:pt x="2053" y="9659"/>
                    </a:lnTo>
                    <a:lnTo>
                      <a:pt x="2550" y="10156"/>
                    </a:lnTo>
                    <a:lnTo>
                      <a:pt x="3111" y="10632"/>
                    </a:lnTo>
                    <a:lnTo>
                      <a:pt x="4213" y="11518"/>
                    </a:lnTo>
                    <a:lnTo>
                      <a:pt x="5315" y="12360"/>
                    </a:lnTo>
                    <a:lnTo>
                      <a:pt x="6461" y="13225"/>
                    </a:lnTo>
                    <a:lnTo>
                      <a:pt x="7584" y="14067"/>
                    </a:lnTo>
                    <a:lnTo>
                      <a:pt x="9896" y="15709"/>
                    </a:lnTo>
                    <a:lnTo>
                      <a:pt x="12230" y="17373"/>
                    </a:lnTo>
                    <a:lnTo>
                      <a:pt x="14542" y="19037"/>
                    </a:lnTo>
                    <a:lnTo>
                      <a:pt x="15709" y="19880"/>
                    </a:lnTo>
                    <a:lnTo>
                      <a:pt x="16854" y="20722"/>
                    </a:lnTo>
                    <a:lnTo>
                      <a:pt x="17977" y="21608"/>
                    </a:lnTo>
                    <a:lnTo>
                      <a:pt x="19101" y="22473"/>
                    </a:lnTo>
                    <a:lnTo>
                      <a:pt x="20203" y="23380"/>
                    </a:lnTo>
                    <a:lnTo>
                      <a:pt x="21283" y="24309"/>
                    </a:lnTo>
                    <a:lnTo>
                      <a:pt x="21499" y="24331"/>
                    </a:lnTo>
                    <a:lnTo>
                      <a:pt x="21716" y="24352"/>
                    </a:lnTo>
                    <a:lnTo>
                      <a:pt x="21910" y="24352"/>
                    </a:lnTo>
                    <a:lnTo>
                      <a:pt x="22083" y="24331"/>
                    </a:lnTo>
                    <a:lnTo>
                      <a:pt x="22256" y="24288"/>
                    </a:lnTo>
                    <a:lnTo>
                      <a:pt x="22407" y="24223"/>
                    </a:lnTo>
                    <a:lnTo>
                      <a:pt x="22558" y="24158"/>
                    </a:lnTo>
                    <a:lnTo>
                      <a:pt x="22688" y="24072"/>
                    </a:lnTo>
                    <a:lnTo>
                      <a:pt x="22818" y="23964"/>
                    </a:lnTo>
                    <a:lnTo>
                      <a:pt x="22926" y="23855"/>
                    </a:lnTo>
                    <a:lnTo>
                      <a:pt x="23034" y="23726"/>
                    </a:lnTo>
                    <a:lnTo>
                      <a:pt x="23120" y="23596"/>
                    </a:lnTo>
                    <a:lnTo>
                      <a:pt x="23293" y="23294"/>
                    </a:lnTo>
                    <a:lnTo>
                      <a:pt x="23423" y="22970"/>
                    </a:lnTo>
                    <a:lnTo>
                      <a:pt x="23531" y="22624"/>
                    </a:lnTo>
                    <a:lnTo>
                      <a:pt x="23617" y="22300"/>
                    </a:lnTo>
                    <a:lnTo>
                      <a:pt x="23768" y="21630"/>
                    </a:lnTo>
                    <a:lnTo>
                      <a:pt x="23876" y="21047"/>
                    </a:lnTo>
                    <a:lnTo>
                      <a:pt x="23919" y="20809"/>
                    </a:lnTo>
                    <a:lnTo>
                      <a:pt x="23984" y="20614"/>
                    </a:lnTo>
                    <a:lnTo>
                      <a:pt x="23444" y="19167"/>
                    </a:lnTo>
                    <a:lnTo>
                      <a:pt x="22882" y="17676"/>
                    </a:lnTo>
                    <a:lnTo>
                      <a:pt x="22234" y="16163"/>
                    </a:lnTo>
                    <a:lnTo>
                      <a:pt x="21543" y="14607"/>
                    </a:lnTo>
                    <a:lnTo>
                      <a:pt x="21175" y="13851"/>
                    </a:lnTo>
                    <a:lnTo>
                      <a:pt x="20786" y="13073"/>
                    </a:lnTo>
                    <a:lnTo>
                      <a:pt x="20397" y="12317"/>
                    </a:lnTo>
                    <a:lnTo>
                      <a:pt x="19987" y="11561"/>
                    </a:lnTo>
                    <a:lnTo>
                      <a:pt x="19555" y="10805"/>
                    </a:lnTo>
                    <a:lnTo>
                      <a:pt x="19101" y="10070"/>
                    </a:lnTo>
                    <a:lnTo>
                      <a:pt x="18647" y="9335"/>
                    </a:lnTo>
                    <a:lnTo>
                      <a:pt x="18172" y="8622"/>
                    </a:lnTo>
                    <a:lnTo>
                      <a:pt x="17675" y="7909"/>
                    </a:lnTo>
                    <a:lnTo>
                      <a:pt x="17178" y="7218"/>
                    </a:lnTo>
                    <a:lnTo>
                      <a:pt x="16638" y="6569"/>
                    </a:lnTo>
                    <a:lnTo>
                      <a:pt x="16098" y="5921"/>
                    </a:lnTo>
                    <a:lnTo>
                      <a:pt x="15536" y="5295"/>
                    </a:lnTo>
                    <a:lnTo>
                      <a:pt x="14974" y="4690"/>
                    </a:lnTo>
                    <a:lnTo>
                      <a:pt x="14391" y="4106"/>
                    </a:lnTo>
                    <a:lnTo>
                      <a:pt x="13764" y="3566"/>
                    </a:lnTo>
                    <a:lnTo>
                      <a:pt x="13137" y="3047"/>
                    </a:lnTo>
                    <a:lnTo>
                      <a:pt x="12511" y="2572"/>
                    </a:lnTo>
                    <a:lnTo>
                      <a:pt x="11841" y="2118"/>
                    </a:lnTo>
                    <a:lnTo>
                      <a:pt x="11171" y="1708"/>
                    </a:lnTo>
                    <a:lnTo>
                      <a:pt x="10480" y="1319"/>
                    </a:lnTo>
                    <a:lnTo>
                      <a:pt x="9767" y="995"/>
                    </a:lnTo>
                    <a:lnTo>
                      <a:pt x="9032" y="692"/>
                    </a:lnTo>
                    <a:lnTo>
                      <a:pt x="8276" y="433"/>
                    </a:lnTo>
                    <a:lnTo>
                      <a:pt x="7584" y="260"/>
                    </a:lnTo>
                    <a:lnTo>
                      <a:pt x="6936" y="109"/>
                    </a:lnTo>
                    <a:lnTo>
                      <a:pt x="6288" y="44"/>
                    </a:lnTo>
                    <a:lnTo>
                      <a:pt x="5661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0" name="Google Shape;8620;p43">
                <a:extLst>
                  <a:ext uri="{FF2B5EF4-FFF2-40B4-BE49-F238E27FC236}">
                    <a16:creationId xmlns:a16="http://schemas.microsoft.com/office/drawing/2014/main" id="{2C9A6776-F2D2-7319-9E29-29DAA48A5489}"/>
                  </a:ext>
                </a:extLst>
              </p:cNvPr>
              <p:cNvSpPr/>
              <p:nvPr/>
            </p:nvSpPr>
            <p:spPr>
              <a:xfrm>
                <a:off x="12044150" y="4138975"/>
                <a:ext cx="277125" cy="279850"/>
              </a:xfrm>
              <a:custGeom>
                <a:avLst/>
                <a:gdLst/>
                <a:ahLst/>
                <a:cxnLst/>
                <a:rect l="l" t="t" r="r" b="b"/>
                <a:pathLst>
                  <a:path w="11085" h="11194" extrusionOk="0">
                    <a:moveTo>
                      <a:pt x="1080" y="0"/>
                    </a:moveTo>
                    <a:lnTo>
                      <a:pt x="951" y="22"/>
                    </a:lnTo>
                    <a:lnTo>
                      <a:pt x="821" y="65"/>
                    </a:lnTo>
                    <a:lnTo>
                      <a:pt x="713" y="108"/>
                    </a:lnTo>
                    <a:lnTo>
                      <a:pt x="605" y="173"/>
                    </a:lnTo>
                    <a:lnTo>
                      <a:pt x="497" y="260"/>
                    </a:lnTo>
                    <a:lnTo>
                      <a:pt x="389" y="346"/>
                    </a:lnTo>
                    <a:lnTo>
                      <a:pt x="303" y="454"/>
                    </a:lnTo>
                    <a:lnTo>
                      <a:pt x="238" y="584"/>
                    </a:lnTo>
                    <a:lnTo>
                      <a:pt x="151" y="735"/>
                    </a:lnTo>
                    <a:lnTo>
                      <a:pt x="65" y="973"/>
                    </a:lnTo>
                    <a:lnTo>
                      <a:pt x="22" y="1232"/>
                    </a:lnTo>
                    <a:lnTo>
                      <a:pt x="0" y="1513"/>
                    </a:lnTo>
                    <a:lnTo>
                      <a:pt x="0" y="1794"/>
                    </a:lnTo>
                    <a:lnTo>
                      <a:pt x="22" y="2096"/>
                    </a:lnTo>
                    <a:lnTo>
                      <a:pt x="87" y="2399"/>
                    </a:lnTo>
                    <a:lnTo>
                      <a:pt x="151" y="2723"/>
                    </a:lnTo>
                    <a:lnTo>
                      <a:pt x="259" y="3047"/>
                    </a:lnTo>
                    <a:lnTo>
                      <a:pt x="367" y="3393"/>
                    </a:lnTo>
                    <a:lnTo>
                      <a:pt x="497" y="3739"/>
                    </a:lnTo>
                    <a:lnTo>
                      <a:pt x="821" y="4430"/>
                    </a:lnTo>
                    <a:lnTo>
                      <a:pt x="1210" y="5165"/>
                    </a:lnTo>
                    <a:lnTo>
                      <a:pt x="1642" y="5899"/>
                    </a:lnTo>
                    <a:lnTo>
                      <a:pt x="2096" y="6634"/>
                    </a:lnTo>
                    <a:lnTo>
                      <a:pt x="2571" y="7369"/>
                    </a:lnTo>
                    <a:lnTo>
                      <a:pt x="3565" y="8773"/>
                    </a:lnTo>
                    <a:lnTo>
                      <a:pt x="4473" y="10070"/>
                    </a:lnTo>
                    <a:lnTo>
                      <a:pt x="4883" y="10653"/>
                    </a:lnTo>
                    <a:lnTo>
                      <a:pt x="5229" y="11193"/>
                    </a:lnTo>
                    <a:lnTo>
                      <a:pt x="5964" y="10955"/>
                    </a:lnTo>
                    <a:lnTo>
                      <a:pt x="6698" y="10696"/>
                    </a:lnTo>
                    <a:lnTo>
                      <a:pt x="7455" y="10394"/>
                    </a:lnTo>
                    <a:lnTo>
                      <a:pt x="8211" y="10048"/>
                    </a:lnTo>
                    <a:lnTo>
                      <a:pt x="8967" y="9681"/>
                    </a:lnTo>
                    <a:lnTo>
                      <a:pt x="9335" y="9465"/>
                    </a:lnTo>
                    <a:lnTo>
                      <a:pt x="9680" y="9248"/>
                    </a:lnTo>
                    <a:lnTo>
                      <a:pt x="10048" y="9011"/>
                    </a:lnTo>
                    <a:lnTo>
                      <a:pt x="10393" y="8751"/>
                    </a:lnTo>
                    <a:lnTo>
                      <a:pt x="10739" y="8492"/>
                    </a:lnTo>
                    <a:lnTo>
                      <a:pt x="11085" y="8211"/>
                    </a:lnTo>
                    <a:lnTo>
                      <a:pt x="10674" y="7736"/>
                    </a:lnTo>
                    <a:lnTo>
                      <a:pt x="10177" y="7131"/>
                    </a:lnTo>
                    <a:lnTo>
                      <a:pt x="9551" y="6439"/>
                    </a:lnTo>
                    <a:lnTo>
                      <a:pt x="8838" y="5683"/>
                    </a:lnTo>
                    <a:lnTo>
                      <a:pt x="8060" y="4862"/>
                    </a:lnTo>
                    <a:lnTo>
                      <a:pt x="7239" y="4041"/>
                    </a:lnTo>
                    <a:lnTo>
                      <a:pt x="6374" y="3220"/>
                    </a:lnTo>
                    <a:lnTo>
                      <a:pt x="5488" y="2442"/>
                    </a:lnTo>
                    <a:lnTo>
                      <a:pt x="5056" y="2075"/>
                    </a:lnTo>
                    <a:lnTo>
                      <a:pt x="4624" y="1729"/>
                    </a:lnTo>
                    <a:lnTo>
                      <a:pt x="4192" y="1405"/>
                    </a:lnTo>
                    <a:lnTo>
                      <a:pt x="3760" y="1102"/>
                    </a:lnTo>
                    <a:lnTo>
                      <a:pt x="3349" y="843"/>
                    </a:lnTo>
                    <a:lnTo>
                      <a:pt x="2960" y="584"/>
                    </a:lnTo>
                    <a:lnTo>
                      <a:pt x="2571" y="389"/>
                    </a:lnTo>
                    <a:lnTo>
                      <a:pt x="2204" y="216"/>
                    </a:lnTo>
                    <a:lnTo>
                      <a:pt x="1858" y="108"/>
                    </a:lnTo>
                    <a:lnTo>
                      <a:pt x="1534" y="22"/>
                    </a:lnTo>
                    <a:lnTo>
                      <a:pt x="1232" y="0"/>
                    </a:lnTo>
                    <a:close/>
                  </a:path>
                </a:pathLst>
              </a:custGeom>
              <a:solidFill>
                <a:srgbClr val="424242">
                  <a:alpha val="162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1" name="Google Shape;8621;p43">
                <a:extLst>
                  <a:ext uri="{FF2B5EF4-FFF2-40B4-BE49-F238E27FC236}">
                    <a16:creationId xmlns:a16="http://schemas.microsoft.com/office/drawing/2014/main" id="{80EC5EDC-BA5C-A861-6F69-C5122F249B98}"/>
                  </a:ext>
                </a:extLst>
              </p:cNvPr>
              <p:cNvSpPr/>
              <p:nvPr/>
            </p:nvSpPr>
            <p:spPr>
              <a:xfrm>
                <a:off x="11304625" y="4043350"/>
                <a:ext cx="896725" cy="910250"/>
              </a:xfrm>
              <a:custGeom>
                <a:avLst/>
                <a:gdLst/>
                <a:ahLst/>
                <a:cxnLst/>
                <a:rect l="l" t="t" r="r" b="b"/>
                <a:pathLst>
                  <a:path w="35869" h="36410" extrusionOk="0">
                    <a:moveTo>
                      <a:pt x="18324" y="1"/>
                    </a:moveTo>
                    <a:lnTo>
                      <a:pt x="17827" y="22"/>
                    </a:lnTo>
                    <a:lnTo>
                      <a:pt x="16941" y="87"/>
                    </a:lnTo>
                    <a:lnTo>
                      <a:pt x="16055" y="217"/>
                    </a:lnTo>
                    <a:lnTo>
                      <a:pt x="15169" y="368"/>
                    </a:lnTo>
                    <a:lnTo>
                      <a:pt x="14326" y="563"/>
                    </a:lnTo>
                    <a:lnTo>
                      <a:pt x="13484" y="800"/>
                    </a:lnTo>
                    <a:lnTo>
                      <a:pt x="12641" y="1060"/>
                    </a:lnTo>
                    <a:lnTo>
                      <a:pt x="11841" y="1384"/>
                    </a:lnTo>
                    <a:lnTo>
                      <a:pt x="11042" y="1729"/>
                    </a:lnTo>
                    <a:lnTo>
                      <a:pt x="10286" y="2118"/>
                    </a:lnTo>
                    <a:lnTo>
                      <a:pt x="9529" y="2529"/>
                    </a:lnTo>
                    <a:lnTo>
                      <a:pt x="8795" y="2983"/>
                    </a:lnTo>
                    <a:lnTo>
                      <a:pt x="8082" y="3458"/>
                    </a:lnTo>
                    <a:lnTo>
                      <a:pt x="7412" y="3955"/>
                    </a:lnTo>
                    <a:lnTo>
                      <a:pt x="6742" y="4517"/>
                    </a:lnTo>
                    <a:lnTo>
                      <a:pt x="6115" y="5079"/>
                    </a:lnTo>
                    <a:lnTo>
                      <a:pt x="5510" y="5662"/>
                    </a:lnTo>
                    <a:lnTo>
                      <a:pt x="4927" y="6289"/>
                    </a:lnTo>
                    <a:lnTo>
                      <a:pt x="4365" y="6937"/>
                    </a:lnTo>
                    <a:lnTo>
                      <a:pt x="3847" y="7607"/>
                    </a:lnTo>
                    <a:lnTo>
                      <a:pt x="3350" y="8298"/>
                    </a:lnTo>
                    <a:lnTo>
                      <a:pt x="2874" y="9033"/>
                    </a:lnTo>
                    <a:lnTo>
                      <a:pt x="2442" y="9767"/>
                    </a:lnTo>
                    <a:lnTo>
                      <a:pt x="2032" y="10524"/>
                    </a:lnTo>
                    <a:lnTo>
                      <a:pt x="1664" y="11280"/>
                    </a:lnTo>
                    <a:lnTo>
                      <a:pt x="1340" y="12080"/>
                    </a:lnTo>
                    <a:lnTo>
                      <a:pt x="1038" y="12879"/>
                    </a:lnTo>
                    <a:lnTo>
                      <a:pt x="778" y="13722"/>
                    </a:lnTo>
                    <a:lnTo>
                      <a:pt x="541" y="14543"/>
                    </a:lnTo>
                    <a:lnTo>
                      <a:pt x="346" y="15407"/>
                    </a:lnTo>
                    <a:lnTo>
                      <a:pt x="195" y="16250"/>
                    </a:lnTo>
                    <a:lnTo>
                      <a:pt x="87" y="17136"/>
                    </a:lnTo>
                    <a:lnTo>
                      <a:pt x="22" y="18000"/>
                    </a:lnTo>
                    <a:lnTo>
                      <a:pt x="0" y="18929"/>
                    </a:lnTo>
                    <a:lnTo>
                      <a:pt x="22" y="19858"/>
                    </a:lnTo>
                    <a:lnTo>
                      <a:pt x="87" y="20766"/>
                    </a:lnTo>
                    <a:lnTo>
                      <a:pt x="217" y="21652"/>
                    </a:lnTo>
                    <a:lnTo>
                      <a:pt x="368" y="22516"/>
                    </a:lnTo>
                    <a:lnTo>
                      <a:pt x="584" y="23359"/>
                    </a:lnTo>
                    <a:lnTo>
                      <a:pt x="843" y="24180"/>
                    </a:lnTo>
                    <a:lnTo>
                      <a:pt x="1146" y="25001"/>
                    </a:lnTo>
                    <a:lnTo>
                      <a:pt x="1470" y="25800"/>
                    </a:lnTo>
                    <a:lnTo>
                      <a:pt x="1859" y="26557"/>
                    </a:lnTo>
                    <a:lnTo>
                      <a:pt x="2269" y="27313"/>
                    </a:lnTo>
                    <a:lnTo>
                      <a:pt x="2723" y="28026"/>
                    </a:lnTo>
                    <a:lnTo>
                      <a:pt x="3220" y="28739"/>
                    </a:lnTo>
                    <a:lnTo>
                      <a:pt x="3739" y="29409"/>
                    </a:lnTo>
                    <a:lnTo>
                      <a:pt x="4300" y="30057"/>
                    </a:lnTo>
                    <a:lnTo>
                      <a:pt x="4884" y="30684"/>
                    </a:lnTo>
                    <a:lnTo>
                      <a:pt x="5489" y="31267"/>
                    </a:lnTo>
                    <a:lnTo>
                      <a:pt x="6137" y="31850"/>
                    </a:lnTo>
                    <a:lnTo>
                      <a:pt x="6828" y="32391"/>
                    </a:lnTo>
                    <a:lnTo>
                      <a:pt x="7520" y="32888"/>
                    </a:lnTo>
                    <a:lnTo>
                      <a:pt x="8255" y="33363"/>
                    </a:lnTo>
                    <a:lnTo>
                      <a:pt x="8989" y="33817"/>
                    </a:lnTo>
                    <a:lnTo>
                      <a:pt x="9767" y="34227"/>
                    </a:lnTo>
                    <a:lnTo>
                      <a:pt x="10567" y="34616"/>
                    </a:lnTo>
                    <a:lnTo>
                      <a:pt x="11388" y="34962"/>
                    </a:lnTo>
                    <a:lnTo>
                      <a:pt x="12209" y="35264"/>
                    </a:lnTo>
                    <a:lnTo>
                      <a:pt x="13051" y="35545"/>
                    </a:lnTo>
                    <a:lnTo>
                      <a:pt x="13937" y="35783"/>
                    </a:lnTo>
                    <a:lnTo>
                      <a:pt x="14802" y="35999"/>
                    </a:lnTo>
                    <a:lnTo>
                      <a:pt x="15709" y="36150"/>
                    </a:lnTo>
                    <a:lnTo>
                      <a:pt x="16617" y="36280"/>
                    </a:lnTo>
                    <a:lnTo>
                      <a:pt x="17524" y="36366"/>
                    </a:lnTo>
                    <a:lnTo>
                      <a:pt x="18021" y="36388"/>
                    </a:lnTo>
                    <a:lnTo>
                      <a:pt x="18540" y="36410"/>
                    </a:lnTo>
                    <a:lnTo>
                      <a:pt x="19512" y="36410"/>
                    </a:lnTo>
                    <a:lnTo>
                      <a:pt x="20009" y="36388"/>
                    </a:lnTo>
                    <a:lnTo>
                      <a:pt x="20484" y="36345"/>
                    </a:lnTo>
                    <a:lnTo>
                      <a:pt x="20960" y="36280"/>
                    </a:lnTo>
                    <a:lnTo>
                      <a:pt x="21435" y="36237"/>
                    </a:lnTo>
                    <a:lnTo>
                      <a:pt x="21910" y="36150"/>
                    </a:lnTo>
                    <a:lnTo>
                      <a:pt x="22364" y="36064"/>
                    </a:lnTo>
                    <a:lnTo>
                      <a:pt x="23272" y="35848"/>
                    </a:lnTo>
                    <a:lnTo>
                      <a:pt x="24158" y="35589"/>
                    </a:lnTo>
                    <a:lnTo>
                      <a:pt x="25000" y="35286"/>
                    </a:lnTo>
                    <a:lnTo>
                      <a:pt x="25843" y="34940"/>
                    </a:lnTo>
                    <a:lnTo>
                      <a:pt x="26642" y="34551"/>
                    </a:lnTo>
                    <a:lnTo>
                      <a:pt x="27420" y="34119"/>
                    </a:lnTo>
                    <a:lnTo>
                      <a:pt x="28177" y="33665"/>
                    </a:lnTo>
                    <a:lnTo>
                      <a:pt x="28911" y="33147"/>
                    </a:lnTo>
                    <a:lnTo>
                      <a:pt x="29603" y="32607"/>
                    </a:lnTo>
                    <a:lnTo>
                      <a:pt x="30251" y="32045"/>
                    </a:lnTo>
                    <a:lnTo>
                      <a:pt x="30878" y="31418"/>
                    </a:lnTo>
                    <a:lnTo>
                      <a:pt x="31483" y="30792"/>
                    </a:lnTo>
                    <a:lnTo>
                      <a:pt x="32044" y="30100"/>
                    </a:lnTo>
                    <a:lnTo>
                      <a:pt x="32585" y="29409"/>
                    </a:lnTo>
                    <a:lnTo>
                      <a:pt x="33060" y="28674"/>
                    </a:lnTo>
                    <a:lnTo>
                      <a:pt x="33514" y="27918"/>
                    </a:lnTo>
                    <a:lnTo>
                      <a:pt x="33946" y="27140"/>
                    </a:lnTo>
                    <a:lnTo>
                      <a:pt x="34313" y="26340"/>
                    </a:lnTo>
                    <a:lnTo>
                      <a:pt x="34659" y="25519"/>
                    </a:lnTo>
                    <a:lnTo>
                      <a:pt x="34961" y="24677"/>
                    </a:lnTo>
                    <a:lnTo>
                      <a:pt x="35221" y="23812"/>
                    </a:lnTo>
                    <a:lnTo>
                      <a:pt x="35437" y="22948"/>
                    </a:lnTo>
                    <a:lnTo>
                      <a:pt x="35610" y="22041"/>
                    </a:lnTo>
                    <a:lnTo>
                      <a:pt x="35739" y="21133"/>
                    </a:lnTo>
                    <a:lnTo>
                      <a:pt x="35826" y="20226"/>
                    </a:lnTo>
                    <a:lnTo>
                      <a:pt x="35869" y="19296"/>
                    </a:lnTo>
                    <a:lnTo>
                      <a:pt x="35869" y="18346"/>
                    </a:lnTo>
                    <a:lnTo>
                      <a:pt x="35804" y="17460"/>
                    </a:lnTo>
                    <a:lnTo>
                      <a:pt x="35718" y="16574"/>
                    </a:lnTo>
                    <a:lnTo>
                      <a:pt x="35588" y="15710"/>
                    </a:lnTo>
                    <a:lnTo>
                      <a:pt x="35415" y="14824"/>
                    </a:lnTo>
                    <a:lnTo>
                      <a:pt x="35221" y="13959"/>
                    </a:lnTo>
                    <a:lnTo>
                      <a:pt x="34983" y="13095"/>
                    </a:lnTo>
                    <a:lnTo>
                      <a:pt x="34702" y="12252"/>
                    </a:lnTo>
                    <a:lnTo>
                      <a:pt x="34378" y="11431"/>
                    </a:lnTo>
                    <a:lnTo>
                      <a:pt x="34032" y="10610"/>
                    </a:lnTo>
                    <a:lnTo>
                      <a:pt x="33665" y="9811"/>
                    </a:lnTo>
                    <a:lnTo>
                      <a:pt x="33233" y="9011"/>
                    </a:lnTo>
                    <a:lnTo>
                      <a:pt x="32779" y="8255"/>
                    </a:lnTo>
                    <a:lnTo>
                      <a:pt x="32304" y="7520"/>
                    </a:lnTo>
                    <a:lnTo>
                      <a:pt x="31785" y="6786"/>
                    </a:lnTo>
                    <a:lnTo>
                      <a:pt x="31245" y="6094"/>
                    </a:lnTo>
                    <a:lnTo>
                      <a:pt x="30661" y="5446"/>
                    </a:lnTo>
                    <a:lnTo>
                      <a:pt x="30056" y="4798"/>
                    </a:lnTo>
                    <a:lnTo>
                      <a:pt x="29430" y="4193"/>
                    </a:lnTo>
                    <a:lnTo>
                      <a:pt x="28760" y="3631"/>
                    </a:lnTo>
                    <a:lnTo>
                      <a:pt x="28069" y="3091"/>
                    </a:lnTo>
                    <a:lnTo>
                      <a:pt x="27356" y="2594"/>
                    </a:lnTo>
                    <a:lnTo>
                      <a:pt x="26621" y="2118"/>
                    </a:lnTo>
                    <a:lnTo>
                      <a:pt x="25843" y="1708"/>
                    </a:lnTo>
                    <a:lnTo>
                      <a:pt x="25044" y="1319"/>
                    </a:lnTo>
                    <a:lnTo>
                      <a:pt x="24222" y="995"/>
                    </a:lnTo>
                    <a:lnTo>
                      <a:pt x="23812" y="844"/>
                    </a:lnTo>
                    <a:lnTo>
                      <a:pt x="23380" y="692"/>
                    </a:lnTo>
                    <a:lnTo>
                      <a:pt x="22948" y="563"/>
                    </a:lnTo>
                    <a:lnTo>
                      <a:pt x="22515" y="455"/>
                    </a:lnTo>
                    <a:lnTo>
                      <a:pt x="22062" y="347"/>
                    </a:lnTo>
                    <a:lnTo>
                      <a:pt x="21608" y="260"/>
                    </a:lnTo>
                    <a:lnTo>
                      <a:pt x="21154" y="174"/>
                    </a:lnTo>
                    <a:lnTo>
                      <a:pt x="20700" y="131"/>
                    </a:lnTo>
                    <a:lnTo>
                      <a:pt x="20247" y="66"/>
                    </a:lnTo>
                    <a:lnTo>
                      <a:pt x="19771" y="22"/>
                    </a:lnTo>
                    <a:lnTo>
                      <a:pt x="19296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2" name="Google Shape;8622;p43">
                <a:extLst>
                  <a:ext uri="{FF2B5EF4-FFF2-40B4-BE49-F238E27FC236}">
                    <a16:creationId xmlns:a16="http://schemas.microsoft.com/office/drawing/2014/main" id="{89B5ADAA-549A-2805-7ECD-2FB7A907189D}"/>
                  </a:ext>
                </a:extLst>
              </p:cNvPr>
              <p:cNvSpPr/>
              <p:nvPr/>
            </p:nvSpPr>
            <p:spPr>
              <a:xfrm>
                <a:off x="11097200" y="4756950"/>
                <a:ext cx="554800" cy="287950"/>
              </a:xfrm>
              <a:custGeom>
                <a:avLst/>
                <a:gdLst/>
                <a:ahLst/>
                <a:cxnLst/>
                <a:rect l="l" t="t" r="r" b="b"/>
                <a:pathLst>
                  <a:path w="22192" h="11518" extrusionOk="0">
                    <a:moveTo>
                      <a:pt x="14023" y="0"/>
                    </a:moveTo>
                    <a:lnTo>
                      <a:pt x="13548" y="22"/>
                    </a:lnTo>
                    <a:lnTo>
                      <a:pt x="13029" y="65"/>
                    </a:lnTo>
                    <a:lnTo>
                      <a:pt x="11949" y="195"/>
                    </a:lnTo>
                    <a:lnTo>
                      <a:pt x="10804" y="368"/>
                    </a:lnTo>
                    <a:lnTo>
                      <a:pt x="9594" y="605"/>
                    </a:lnTo>
                    <a:lnTo>
                      <a:pt x="8384" y="886"/>
                    </a:lnTo>
                    <a:lnTo>
                      <a:pt x="7174" y="1210"/>
                    </a:lnTo>
                    <a:lnTo>
                      <a:pt x="5985" y="1578"/>
                    </a:lnTo>
                    <a:lnTo>
                      <a:pt x="4840" y="1945"/>
                    </a:lnTo>
                    <a:lnTo>
                      <a:pt x="3760" y="2377"/>
                    </a:lnTo>
                    <a:lnTo>
                      <a:pt x="3263" y="2593"/>
                    </a:lnTo>
                    <a:lnTo>
                      <a:pt x="2788" y="2809"/>
                    </a:lnTo>
                    <a:lnTo>
                      <a:pt x="2334" y="3026"/>
                    </a:lnTo>
                    <a:lnTo>
                      <a:pt x="1902" y="3263"/>
                    </a:lnTo>
                    <a:lnTo>
                      <a:pt x="1534" y="3479"/>
                    </a:lnTo>
                    <a:lnTo>
                      <a:pt x="1167" y="3717"/>
                    </a:lnTo>
                    <a:lnTo>
                      <a:pt x="864" y="3955"/>
                    </a:lnTo>
                    <a:lnTo>
                      <a:pt x="605" y="4192"/>
                    </a:lnTo>
                    <a:lnTo>
                      <a:pt x="389" y="4430"/>
                    </a:lnTo>
                    <a:lnTo>
                      <a:pt x="216" y="4646"/>
                    </a:lnTo>
                    <a:lnTo>
                      <a:pt x="108" y="4884"/>
                    </a:lnTo>
                    <a:lnTo>
                      <a:pt x="65" y="5013"/>
                    </a:lnTo>
                    <a:lnTo>
                      <a:pt x="43" y="5121"/>
                    </a:lnTo>
                    <a:lnTo>
                      <a:pt x="22" y="5359"/>
                    </a:lnTo>
                    <a:lnTo>
                      <a:pt x="0" y="5597"/>
                    </a:lnTo>
                    <a:lnTo>
                      <a:pt x="22" y="5834"/>
                    </a:lnTo>
                    <a:lnTo>
                      <a:pt x="43" y="6072"/>
                    </a:lnTo>
                    <a:lnTo>
                      <a:pt x="108" y="6331"/>
                    </a:lnTo>
                    <a:lnTo>
                      <a:pt x="173" y="6569"/>
                    </a:lnTo>
                    <a:lnTo>
                      <a:pt x="259" y="6828"/>
                    </a:lnTo>
                    <a:lnTo>
                      <a:pt x="367" y="7066"/>
                    </a:lnTo>
                    <a:lnTo>
                      <a:pt x="497" y="7325"/>
                    </a:lnTo>
                    <a:lnTo>
                      <a:pt x="627" y="7563"/>
                    </a:lnTo>
                    <a:lnTo>
                      <a:pt x="778" y="7822"/>
                    </a:lnTo>
                    <a:lnTo>
                      <a:pt x="951" y="8060"/>
                    </a:lnTo>
                    <a:lnTo>
                      <a:pt x="1145" y="8298"/>
                    </a:lnTo>
                    <a:lnTo>
                      <a:pt x="1340" y="8535"/>
                    </a:lnTo>
                    <a:lnTo>
                      <a:pt x="1578" y="8773"/>
                    </a:lnTo>
                    <a:lnTo>
                      <a:pt x="1794" y="9011"/>
                    </a:lnTo>
                    <a:lnTo>
                      <a:pt x="2053" y="9227"/>
                    </a:lnTo>
                    <a:lnTo>
                      <a:pt x="2312" y="9443"/>
                    </a:lnTo>
                    <a:lnTo>
                      <a:pt x="2593" y="9659"/>
                    </a:lnTo>
                    <a:lnTo>
                      <a:pt x="2874" y="9853"/>
                    </a:lnTo>
                    <a:lnTo>
                      <a:pt x="3198" y="10048"/>
                    </a:lnTo>
                    <a:lnTo>
                      <a:pt x="3501" y="10242"/>
                    </a:lnTo>
                    <a:lnTo>
                      <a:pt x="3846" y="10415"/>
                    </a:lnTo>
                    <a:lnTo>
                      <a:pt x="4170" y="10588"/>
                    </a:lnTo>
                    <a:lnTo>
                      <a:pt x="4538" y="10739"/>
                    </a:lnTo>
                    <a:lnTo>
                      <a:pt x="4905" y="10869"/>
                    </a:lnTo>
                    <a:lnTo>
                      <a:pt x="5272" y="11020"/>
                    </a:lnTo>
                    <a:lnTo>
                      <a:pt x="5661" y="11128"/>
                    </a:lnTo>
                    <a:lnTo>
                      <a:pt x="6072" y="11236"/>
                    </a:lnTo>
                    <a:lnTo>
                      <a:pt x="6482" y="11323"/>
                    </a:lnTo>
                    <a:lnTo>
                      <a:pt x="6893" y="11409"/>
                    </a:lnTo>
                    <a:lnTo>
                      <a:pt x="7325" y="11474"/>
                    </a:lnTo>
                    <a:lnTo>
                      <a:pt x="7779" y="11496"/>
                    </a:lnTo>
                    <a:lnTo>
                      <a:pt x="8233" y="11517"/>
                    </a:lnTo>
                    <a:lnTo>
                      <a:pt x="8686" y="11517"/>
                    </a:lnTo>
                    <a:lnTo>
                      <a:pt x="9162" y="11496"/>
                    </a:lnTo>
                    <a:lnTo>
                      <a:pt x="9659" y="11431"/>
                    </a:lnTo>
                    <a:lnTo>
                      <a:pt x="10134" y="11366"/>
                    </a:lnTo>
                    <a:lnTo>
                      <a:pt x="10631" y="11280"/>
                    </a:lnTo>
                    <a:lnTo>
                      <a:pt x="11150" y="11172"/>
                    </a:lnTo>
                    <a:lnTo>
                      <a:pt x="11647" y="11064"/>
                    </a:lnTo>
                    <a:lnTo>
                      <a:pt x="12165" y="10912"/>
                    </a:lnTo>
                    <a:lnTo>
                      <a:pt x="12684" y="10761"/>
                    </a:lnTo>
                    <a:lnTo>
                      <a:pt x="13202" y="10588"/>
                    </a:lnTo>
                    <a:lnTo>
                      <a:pt x="14240" y="10221"/>
                    </a:lnTo>
                    <a:lnTo>
                      <a:pt x="15255" y="9810"/>
                    </a:lnTo>
                    <a:lnTo>
                      <a:pt x="16271" y="9357"/>
                    </a:lnTo>
                    <a:lnTo>
                      <a:pt x="17265" y="8881"/>
                    </a:lnTo>
                    <a:lnTo>
                      <a:pt x="18215" y="8384"/>
                    </a:lnTo>
                    <a:lnTo>
                      <a:pt x="19123" y="7866"/>
                    </a:lnTo>
                    <a:lnTo>
                      <a:pt x="19987" y="7347"/>
                    </a:lnTo>
                    <a:lnTo>
                      <a:pt x="20808" y="6850"/>
                    </a:lnTo>
                    <a:lnTo>
                      <a:pt x="21543" y="6353"/>
                    </a:lnTo>
                    <a:lnTo>
                      <a:pt x="22191" y="5878"/>
                    </a:lnTo>
                    <a:lnTo>
                      <a:pt x="1490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3" name="Google Shape;8623;p43">
                <a:extLst>
                  <a:ext uri="{FF2B5EF4-FFF2-40B4-BE49-F238E27FC236}">
                    <a16:creationId xmlns:a16="http://schemas.microsoft.com/office/drawing/2014/main" id="{50CBE865-6DD2-670D-7B5A-6AEADD39AF3B}"/>
                  </a:ext>
                </a:extLst>
              </p:cNvPr>
              <p:cNvSpPr/>
              <p:nvPr/>
            </p:nvSpPr>
            <p:spPr>
              <a:xfrm>
                <a:off x="11877225" y="4710500"/>
                <a:ext cx="539675" cy="307925"/>
              </a:xfrm>
              <a:custGeom>
                <a:avLst/>
                <a:gdLst/>
                <a:ahLst/>
                <a:cxnLst/>
                <a:rect l="l" t="t" r="r" b="b"/>
                <a:pathLst>
                  <a:path w="21587" h="12317" extrusionOk="0">
                    <a:moveTo>
                      <a:pt x="15385" y="0"/>
                    </a:moveTo>
                    <a:lnTo>
                      <a:pt x="14953" y="22"/>
                    </a:lnTo>
                    <a:lnTo>
                      <a:pt x="14521" y="43"/>
                    </a:lnTo>
                    <a:lnTo>
                      <a:pt x="14088" y="108"/>
                    </a:lnTo>
                    <a:lnTo>
                      <a:pt x="13203" y="238"/>
                    </a:lnTo>
                    <a:lnTo>
                      <a:pt x="12295" y="389"/>
                    </a:lnTo>
                    <a:lnTo>
                      <a:pt x="11388" y="584"/>
                    </a:lnTo>
                    <a:lnTo>
                      <a:pt x="9529" y="1016"/>
                    </a:lnTo>
                    <a:lnTo>
                      <a:pt x="8600" y="1232"/>
                    </a:lnTo>
                    <a:lnTo>
                      <a:pt x="7649" y="1448"/>
                    </a:lnTo>
                    <a:lnTo>
                      <a:pt x="6720" y="1621"/>
                    </a:lnTo>
                    <a:lnTo>
                      <a:pt x="5770" y="1772"/>
                    </a:lnTo>
                    <a:lnTo>
                      <a:pt x="0" y="7455"/>
                    </a:lnTo>
                    <a:lnTo>
                      <a:pt x="368" y="7865"/>
                    </a:lnTo>
                    <a:lnTo>
                      <a:pt x="778" y="8254"/>
                    </a:lnTo>
                    <a:lnTo>
                      <a:pt x="1210" y="8622"/>
                    </a:lnTo>
                    <a:lnTo>
                      <a:pt x="1643" y="8967"/>
                    </a:lnTo>
                    <a:lnTo>
                      <a:pt x="2096" y="9313"/>
                    </a:lnTo>
                    <a:lnTo>
                      <a:pt x="2572" y="9637"/>
                    </a:lnTo>
                    <a:lnTo>
                      <a:pt x="3047" y="9918"/>
                    </a:lnTo>
                    <a:lnTo>
                      <a:pt x="3544" y="10199"/>
                    </a:lnTo>
                    <a:lnTo>
                      <a:pt x="4063" y="10480"/>
                    </a:lnTo>
                    <a:lnTo>
                      <a:pt x="4581" y="10718"/>
                    </a:lnTo>
                    <a:lnTo>
                      <a:pt x="5121" y="10955"/>
                    </a:lnTo>
                    <a:lnTo>
                      <a:pt x="5662" y="11150"/>
                    </a:lnTo>
                    <a:lnTo>
                      <a:pt x="6202" y="11344"/>
                    </a:lnTo>
                    <a:lnTo>
                      <a:pt x="6742" y="11517"/>
                    </a:lnTo>
                    <a:lnTo>
                      <a:pt x="7304" y="11690"/>
                    </a:lnTo>
                    <a:lnTo>
                      <a:pt x="7866" y="11820"/>
                    </a:lnTo>
                    <a:lnTo>
                      <a:pt x="8427" y="11949"/>
                    </a:lnTo>
                    <a:lnTo>
                      <a:pt x="8989" y="12036"/>
                    </a:lnTo>
                    <a:lnTo>
                      <a:pt x="9551" y="12144"/>
                    </a:lnTo>
                    <a:lnTo>
                      <a:pt x="10113" y="12208"/>
                    </a:lnTo>
                    <a:lnTo>
                      <a:pt x="10674" y="12252"/>
                    </a:lnTo>
                    <a:lnTo>
                      <a:pt x="11236" y="12295"/>
                    </a:lnTo>
                    <a:lnTo>
                      <a:pt x="11798" y="12317"/>
                    </a:lnTo>
                    <a:lnTo>
                      <a:pt x="12338" y="12317"/>
                    </a:lnTo>
                    <a:lnTo>
                      <a:pt x="12878" y="12295"/>
                    </a:lnTo>
                    <a:lnTo>
                      <a:pt x="13419" y="12273"/>
                    </a:lnTo>
                    <a:lnTo>
                      <a:pt x="13937" y="12208"/>
                    </a:lnTo>
                    <a:lnTo>
                      <a:pt x="14456" y="12144"/>
                    </a:lnTo>
                    <a:lnTo>
                      <a:pt x="14953" y="12057"/>
                    </a:lnTo>
                    <a:lnTo>
                      <a:pt x="15450" y="11971"/>
                    </a:lnTo>
                    <a:lnTo>
                      <a:pt x="15925" y="11841"/>
                    </a:lnTo>
                    <a:lnTo>
                      <a:pt x="16379" y="11711"/>
                    </a:lnTo>
                    <a:lnTo>
                      <a:pt x="16833" y="11560"/>
                    </a:lnTo>
                    <a:lnTo>
                      <a:pt x="17243" y="11366"/>
                    </a:lnTo>
                    <a:lnTo>
                      <a:pt x="17675" y="11171"/>
                    </a:lnTo>
                    <a:lnTo>
                      <a:pt x="18064" y="10934"/>
                    </a:lnTo>
                    <a:lnTo>
                      <a:pt x="18432" y="10674"/>
                    </a:lnTo>
                    <a:lnTo>
                      <a:pt x="18799" y="10393"/>
                    </a:lnTo>
                    <a:lnTo>
                      <a:pt x="19145" y="10091"/>
                    </a:lnTo>
                    <a:lnTo>
                      <a:pt x="19469" y="9767"/>
                    </a:lnTo>
                    <a:lnTo>
                      <a:pt x="19771" y="9443"/>
                    </a:lnTo>
                    <a:lnTo>
                      <a:pt x="20052" y="9097"/>
                    </a:lnTo>
                    <a:lnTo>
                      <a:pt x="20311" y="8730"/>
                    </a:lnTo>
                    <a:lnTo>
                      <a:pt x="20549" y="8362"/>
                    </a:lnTo>
                    <a:lnTo>
                      <a:pt x="20765" y="7973"/>
                    </a:lnTo>
                    <a:lnTo>
                      <a:pt x="20960" y="7584"/>
                    </a:lnTo>
                    <a:lnTo>
                      <a:pt x="21133" y="7196"/>
                    </a:lnTo>
                    <a:lnTo>
                      <a:pt x="21262" y="6807"/>
                    </a:lnTo>
                    <a:lnTo>
                      <a:pt x="21392" y="6396"/>
                    </a:lnTo>
                    <a:lnTo>
                      <a:pt x="21478" y="5985"/>
                    </a:lnTo>
                    <a:lnTo>
                      <a:pt x="21543" y="5597"/>
                    </a:lnTo>
                    <a:lnTo>
                      <a:pt x="21586" y="5186"/>
                    </a:lnTo>
                    <a:lnTo>
                      <a:pt x="21586" y="4797"/>
                    </a:lnTo>
                    <a:lnTo>
                      <a:pt x="21586" y="4387"/>
                    </a:lnTo>
                    <a:lnTo>
                      <a:pt x="21521" y="3998"/>
                    </a:lnTo>
                    <a:lnTo>
                      <a:pt x="21457" y="3630"/>
                    </a:lnTo>
                    <a:lnTo>
                      <a:pt x="21349" y="3263"/>
                    </a:lnTo>
                    <a:lnTo>
                      <a:pt x="21219" y="2896"/>
                    </a:lnTo>
                    <a:lnTo>
                      <a:pt x="21046" y="2572"/>
                    </a:lnTo>
                    <a:lnTo>
                      <a:pt x="20830" y="2226"/>
                    </a:lnTo>
                    <a:lnTo>
                      <a:pt x="20592" y="1923"/>
                    </a:lnTo>
                    <a:lnTo>
                      <a:pt x="20333" y="1621"/>
                    </a:lnTo>
                    <a:lnTo>
                      <a:pt x="20031" y="1361"/>
                    </a:lnTo>
                    <a:lnTo>
                      <a:pt x="19685" y="1102"/>
                    </a:lnTo>
                    <a:lnTo>
                      <a:pt x="19339" y="886"/>
                    </a:lnTo>
                    <a:lnTo>
                      <a:pt x="18972" y="692"/>
                    </a:lnTo>
                    <a:lnTo>
                      <a:pt x="18604" y="519"/>
                    </a:lnTo>
                    <a:lnTo>
                      <a:pt x="18216" y="368"/>
                    </a:lnTo>
                    <a:lnTo>
                      <a:pt x="17827" y="259"/>
                    </a:lnTo>
                    <a:lnTo>
                      <a:pt x="17438" y="151"/>
                    </a:lnTo>
                    <a:lnTo>
                      <a:pt x="17027" y="87"/>
                    </a:lnTo>
                    <a:lnTo>
                      <a:pt x="16617" y="43"/>
                    </a:lnTo>
                    <a:lnTo>
                      <a:pt x="1620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4" name="Google Shape;8624;p43">
                <a:extLst>
                  <a:ext uri="{FF2B5EF4-FFF2-40B4-BE49-F238E27FC236}">
                    <a16:creationId xmlns:a16="http://schemas.microsoft.com/office/drawing/2014/main" id="{7BF0C007-5BE5-F312-7F1F-6B429E3B5F81}"/>
                  </a:ext>
                </a:extLst>
              </p:cNvPr>
              <p:cNvSpPr/>
              <p:nvPr/>
            </p:nvSpPr>
            <p:spPr>
              <a:xfrm>
                <a:off x="11304625" y="4043350"/>
                <a:ext cx="896725" cy="595875"/>
              </a:xfrm>
              <a:custGeom>
                <a:avLst/>
                <a:gdLst/>
                <a:ahLst/>
                <a:cxnLst/>
                <a:rect l="l" t="t" r="r" b="b"/>
                <a:pathLst>
                  <a:path w="35869" h="23835" extrusionOk="0">
                    <a:moveTo>
                      <a:pt x="18324" y="1"/>
                    </a:moveTo>
                    <a:lnTo>
                      <a:pt x="17827" y="22"/>
                    </a:lnTo>
                    <a:lnTo>
                      <a:pt x="16941" y="87"/>
                    </a:lnTo>
                    <a:lnTo>
                      <a:pt x="16055" y="217"/>
                    </a:lnTo>
                    <a:lnTo>
                      <a:pt x="15169" y="368"/>
                    </a:lnTo>
                    <a:lnTo>
                      <a:pt x="14326" y="563"/>
                    </a:lnTo>
                    <a:lnTo>
                      <a:pt x="13484" y="800"/>
                    </a:lnTo>
                    <a:lnTo>
                      <a:pt x="12641" y="1060"/>
                    </a:lnTo>
                    <a:lnTo>
                      <a:pt x="11841" y="1384"/>
                    </a:lnTo>
                    <a:lnTo>
                      <a:pt x="11042" y="1729"/>
                    </a:lnTo>
                    <a:lnTo>
                      <a:pt x="10286" y="2118"/>
                    </a:lnTo>
                    <a:lnTo>
                      <a:pt x="9529" y="2529"/>
                    </a:lnTo>
                    <a:lnTo>
                      <a:pt x="8795" y="2983"/>
                    </a:lnTo>
                    <a:lnTo>
                      <a:pt x="8082" y="3458"/>
                    </a:lnTo>
                    <a:lnTo>
                      <a:pt x="7412" y="3977"/>
                    </a:lnTo>
                    <a:lnTo>
                      <a:pt x="6742" y="4517"/>
                    </a:lnTo>
                    <a:lnTo>
                      <a:pt x="6115" y="5079"/>
                    </a:lnTo>
                    <a:lnTo>
                      <a:pt x="5510" y="5684"/>
                    </a:lnTo>
                    <a:lnTo>
                      <a:pt x="4927" y="6289"/>
                    </a:lnTo>
                    <a:lnTo>
                      <a:pt x="4365" y="6937"/>
                    </a:lnTo>
                    <a:lnTo>
                      <a:pt x="3847" y="7607"/>
                    </a:lnTo>
                    <a:lnTo>
                      <a:pt x="3350" y="8298"/>
                    </a:lnTo>
                    <a:lnTo>
                      <a:pt x="2874" y="9033"/>
                    </a:lnTo>
                    <a:lnTo>
                      <a:pt x="2442" y="9767"/>
                    </a:lnTo>
                    <a:lnTo>
                      <a:pt x="2032" y="10524"/>
                    </a:lnTo>
                    <a:lnTo>
                      <a:pt x="1664" y="11280"/>
                    </a:lnTo>
                    <a:lnTo>
                      <a:pt x="1340" y="12080"/>
                    </a:lnTo>
                    <a:lnTo>
                      <a:pt x="1038" y="12879"/>
                    </a:lnTo>
                    <a:lnTo>
                      <a:pt x="778" y="13722"/>
                    </a:lnTo>
                    <a:lnTo>
                      <a:pt x="541" y="14543"/>
                    </a:lnTo>
                    <a:lnTo>
                      <a:pt x="346" y="15407"/>
                    </a:lnTo>
                    <a:lnTo>
                      <a:pt x="195" y="16250"/>
                    </a:lnTo>
                    <a:lnTo>
                      <a:pt x="87" y="17136"/>
                    </a:lnTo>
                    <a:lnTo>
                      <a:pt x="22" y="18000"/>
                    </a:lnTo>
                    <a:lnTo>
                      <a:pt x="0" y="18540"/>
                    </a:lnTo>
                    <a:lnTo>
                      <a:pt x="0" y="19059"/>
                    </a:lnTo>
                    <a:lnTo>
                      <a:pt x="0" y="19577"/>
                    </a:lnTo>
                    <a:lnTo>
                      <a:pt x="44" y="20096"/>
                    </a:lnTo>
                    <a:lnTo>
                      <a:pt x="87" y="20614"/>
                    </a:lnTo>
                    <a:lnTo>
                      <a:pt x="130" y="21111"/>
                    </a:lnTo>
                    <a:lnTo>
                      <a:pt x="217" y="21630"/>
                    </a:lnTo>
                    <a:lnTo>
                      <a:pt x="303" y="22105"/>
                    </a:lnTo>
                    <a:lnTo>
                      <a:pt x="1621" y="22430"/>
                    </a:lnTo>
                    <a:lnTo>
                      <a:pt x="2961" y="22732"/>
                    </a:lnTo>
                    <a:lnTo>
                      <a:pt x="4300" y="22970"/>
                    </a:lnTo>
                    <a:lnTo>
                      <a:pt x="5618" y="23186"/>
                    </a:lnTo>
                    <a:lnTo>
                      <a:pt x="6958" y="23380"/>
                    </a:lnTo>
                    <a:lnTo>
                      <a:pt x="8276" y="23532"/>
                    </a:lnTo>
                    <a:lnTo>
                      <a:pt x="9573" y="23640"/>
                    </a:lnTo>
                    <a:lnTo>
                      <a:pt x="10869" y="23748"/>
                    </a:lnTo>
                    <a:lnTo>
                      <a:pt x="12165" y="23791"/>
                    </a:lnTo>
                    <a:lnTo>
                      <a:pt x="13440" y="23834"/>
                    </a:lnTo>
                    <a:lnTo>
                      <a:pt x="15947" y="23834"/>
                    </a:lnTo>
                    <a:lnTo>
                      <a:pt x="17178" y="23791"/>
                    </a:lnTo>
                    <a:lnTo>
                      <a:pt x="18410" y="23726"/>
                    </a:lnTo>
                    <a:lnTo>
                      <a:pt x="19598" y="23640"/>
                    </a:lnTo>
                    <a:lnTo>
                      <a:pt x="20787" y="23553"/>
                    </a:lnTo>
                    <a:lnTo>
                      <a:pt x="21932" y="23423"/>
                    </a:lnTo>
                    <a:lnTo>
                      <a:pt x="23077" y="23294"/>
                    </a:lnTo>
                    <a:lnTo>
                      <a:pt x="24179" y="23143"/>
                    </a:lnTo>
                    <a:lnTo>
                      <a:pt x="25260" y="22991"/>
                    </a:lnTo>
                    <a:lnTo>
                      <a:pt x="26318" y="22818"/>
                    </a:lnTo>
                    <a:lnTo>
                      <a:pt x="27356" y="22624"/>
                    </a:lnTo>
                    <a:lnTo>
                      <a:pt x="28349" y="22430"/>
                    </a:lnTo>
                    <a:lnTo>
                      <a:pt x="29322" y="22235"/>
                    </a:lnTo>
                    <a:lnTo>
                      <a:pt x="30251" y="22019"/>
                    </a:lnTo>
                    <a:lnTo>
                      <a:pt x="31158" y="21803"/>
                    </a:lnTo>
                    <a:lnTo>
                      <a:pt x="32865" y="21349"/>
                    </a:lnTo>
                    <a:lnTo>
                      <a:pt x="34421" y="20917"/>
                    </a:lnTo>
                    <a:lnTo>
                      <a:pt x="35804" y="20463"/>
                    </a:lnTo>
                    <a:lnTo>
                      <a:pt x="35847" y="19945"/>
                    </a:lnTo>
                    <a:lnTo>
                      <a:pt x="35869" y="19404"/>
                    </a:lnTo>
                    <a:lnTo>
                      <a:pt x="35869" y="18886"/>
                    </a:lnTo>
                    <a:lnTo>
                      <a:pt x="35869" y="18346"/>
                    </a:lnTo>
                    <a:lnTo>
                      <a:pt x="35804" y="17460"/>
                    </a:lnTo>
                    <a:lnTo>
                      <a:pt x="35718" y="16574"/>
                    </a:lnTo>
                    <a:lnTo>
                      <a:pt x="35588" y="15710"/>
                    </a:lnTo>
                    <a:lnTo>
                      <a:pt x="35415" y="14824"/>
                    </a:lnTo>
                    <a:lnTo>
                      <a:pt x="35221" y="13959"/>
                    </a:lnTo>
                    <a:lnTo>
                      <a:pt x="34983" y="13095"/>
                    </a:lnTo>
                    <a:lnTo>
                      <a:pt x="34702" y="12252"/>
                    </a:lnTo>
                    <a:lnTo>
                      <a:pt x="34378" y="11431"/>
                    </a:lnTo>
                    <a:lnTo>
                      <a:pt x="34032" y="10610"/>
                    </a:lnTo>
                    <a:lnTo>
                      <a:pt x="33665" y="9811"/>
                    </a:lnTo>
                    <a:lnTo>
                      <a:pt x="33233" y="9011"/>
                    </a:lnTo>
                    <a:lnTo>
                      <a:pt x="32779" y="8255"/>
                    </a:lnTo>
                    <a:lnTo>
                      <a:pt x="32304" y="7520"/>
                    </a:lnTo>
                    <a:lnTo>
                      <a:pt x="31785" y="6786"/>
                    </a:lnTo>
                    <a:lnTo>
                      <a:pt x="31245" y="6094"/>
                    </a:lnTo>
                    <a:lnTo>
                      <a:pt x="30683" y="5446"/>
                    </a:lnTo>
                    <a:lnTo>
                      <a:pt x="30078" y="4798"/>
                    </a:lnTo>
                    <a:lnTo>
                      <a:pt x="29430" y="4193"/>
                    </a:lnTo>
                    <a:lnTo>
                      <a:pt x="28760" y="3631"/>
                    </a:lnTo>
                    <a:lnTo>
                      <a:pt x="28069" y="3091"/>
                    </a:lnTo>
                    <a:lnTo>
                      <a:pt x="27356" y="2594"/>
                    </a:lnTo>
                    <a:lnTo>
                      <a:pt x="26621" y="2118"/>
                    </a:lnTo>
                    <a:lnTo>
                      <a:pt x="25843" y="1708"/>
                    </a:lnTo>
                    <a:lnTo>
                      <a:pt x="25044" y="1319"/>
                    </a:lnTo>
                    <a:lnTo>
                      <a:pt x="24222" y="995"/>
                    </a:lnTo>
                    <a:lnTo>
                      <a:pt x="23812" y="844"/>
                    </a:lnTo>
                    <a:lnTo>
                      <a:pt x="23380" y="692"/>
                    </a:lnTo>
                    <a:lnTo>
                      <a:pt x="22948" y="563"/>
                    </a:lnTo>
                    <a:lnTo>
                      <a:pt x="22515" y="455"/>
                    </a:lnTo>
                    <a:lnTo>
                      <a:pt x="22062" y="347"/>
                    </a:lnTo>
                    <a:lnTo>
                      <a:pt x="21608" y="260"/>
                    </a:lnTo>
                    <a:lnTo>
                      <a:pt x="21154" y="195"/>
                    </a:lnTo>
                    <a:lnTo>
                      <a:pt x="20700" y="131"/>
                    </a:lnTo>
                    <a:lnTo>
                      <a:pt x="20247" y="66"/>
                    </a:lnTo>
                    <a:lnTo>
                      <a:pt x="19771" y="22"/>
                    </a:lnTo>
                    <a:lnTo>
                      <a:pt x="19296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5" name="Google Shape;8625;p43">
                <a:extLst>
                  <a:ext uri="{FF2B5EF4-FFF2-40B4-BE49-F238E27FC236}">
                    <a16:creationId xmlns:a16="http://schemas.microsoft.com/office/drawing/2014/main" id="{9C79F53F-B363-1539-08F3-951A9B1B07B7}"/>
                  </a:ext>
                </a:extLst>
              </p:cNvPr>
              <p:cNvSpPr/>
              <p:nvPr/>
            </p:nvSpPr>
            <p:spPr>
              <a:xfrm>
                <a:off x="11710850" y="4225400"/>
                <a:ext cx="53500" cy="135075"/>
              </a:xfrm>
              <a:custGeom>
                <a:avLst/>
                <a:gdLst/>
                <a:ahLst/>
                <a:cxnLst/>
                <a:rect l="l" t="t" r="r" b="b"/>
                <a:pathLst>
                  <a:path w="2140" h="5403" extrusionOk="0">
                    <a:moveTo>
                      <a:pt x="757" y="1"/>
                    </a:moveTo>
                    <a:lnTo>
                      <a:pt x="0" y="2896"/>
                    </a:lnTo>
                    <a:lnTo>
                      <a:pt x="1642" y="5403"/>
                    </a:lnTo>
                    <a:lnTo>
                      <a:pt x="1707" y="5186"/>
                    </a:lnTo>
                    <a:lnTo>
                      <a:pt x="2139" y="2507"/>
                    </a:lnTo>
                    <a:lnTo>
                      <a:pt x="75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6" name="Google Shape;8626;p43">
                <a:extLst>
                  <a:ext uri="{FF2B5EF4-FFF2-40B4-BE49-F238E27FC236}">
                    <a16:creationId xmlns:a16="http://schemas.microsoft.com/office/drawing/2014/main" id="{A1A90DBF-E355-11E0-DAEB-4E6E825D91C8}"/>
                  </a:ext>
                </a:extLst>
              </p:cNvPr>
              <p:cNvSpPr/>
              <p:nvPr/>
            </p:nvSpPr>
            <p:spPr>
              <a:xfrm>
                <a:off x="11617400" y="4304800"/>
                <a:ext cx="116700" cy="66475"/>
              </a:xfrm>
              <a:custGeom>
                <a:avLst/>
                <a:gdLst/>
                <a:ahLst/>
                <a:cxnLst/>
                <a:rect l="l" t="t" r="r" b="b"/>
                <a:pathLst>
                  <a:path w="4668" h="2659" extrusionOk="0">
                    <a:moveTo>
                      <a:pt x="0" y="1"/>
                    </a:moveTo>
                    <a:lnTo>
                      <a:pt x="1491" y="2140"/>
                    </a:lnTo>
                    <a:lnTo>
                      <a:pt x="4667" y="2659"/>
                    </a:lnTo>
                    <a:lnTo>
                      <a:pt x="3198" y="52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7" name="Google Shape;8627;p43">
                <a:extLst>
                  <a:ext uri="{FF2B5EF4-FFF2-40B4-BE49-F238E27FC236}">
                    <a16:creationId xmlns:a16="http://schemas.microsoft.com/office/drawing/2014/main" id="{64F6F0FC-FEC5-B11B-4A34-F1AD46E0D747}"/>
                  </a:ext>
                </a:extLst>
              </p:cNvPr>
              <p:cNvSpPr/>
              <p:nvPr/>
            </p:nvSpPr>
            <p:spPr>
              <a:xfrm>
                <a:off x="11774575" y="4242700"/>
                <a:ext cx="60525" cy="117775"/>
              </a:xfrm>
              <a:custGeom>
                <a:avLst/>
                <a:gdLst/>
                <a:ahLst/>
                <a:cxnLst/>
                <a:rect l="l" t="t" r="r" b="b"/>
                <a:pathLst>
                  <a:path w="2421" h="4711" extrusionOk="0">
                    <a:moveTo>
                      <a:pt x="2421" y="0"/>
                    </a:moveTo>
                    <a:lnTo>
                      <a:pt x="476" y="1772"/>
                    </a:lnTo>
                    <a:lnTo>
                      <a:pt x="1" y="4711"/>
                    </a:lnTo>
                    <a:lnTo>
                      <a:pt x="2227" y="2982"/>
                    </a:lnTo>
                    <a:lnTo>
                      <a:pt x="242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8" name="Google Shape;8628;p43">
                <a:extLst>
                  <a:ext uri="{FF2B5EF4-FFF2-40B4-BE49-F238E27FC236}">
                    <a16:creationId xmlns:a16="http://schemas.microsoft.com/office/drawing/2014/main" id="{C1F7B295-7D83-961A-C2D1-5F01FD890BA2}"/>
                  </a:ext>
                </a:extLst>
              </p:cNvPr>
              <p:cNvSpPr/>
              <p:nvPr/>
            </p:nvSpPr>
            <p:spPr>
              <a:xfrm>
                <a:off x="11784300" y="4340475"/>
                <a:ext cx="131850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5274" h="2075" extrusionOk="0">
                    <a:moveTo>
                      <a:pt x="2097" y="0"/>
                    </a:moveTo>
                    <a:lnTo>
                      <a:pt x="1" y="1556"/>
                    </a:lnTo>
                    <a:lnTo>
                      <a:pt x="3199" y="2074"/>
                    </a:lnTo>
                    <a:lnTo>
                      <a:pt x="5273" y="519"/>
                    </a:lnTo>
                    <a:lnTo>
                      <a:pt x="20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9" name="Google Shape;8629;p43">
                <a:extLst>
                  <a:ext uri="{FF2B5EF4-FFF2-40B4-BE49-F238E27FC236}">
                    <a16:creationId xmlns:a16="http://schemas.microsoft.com/office/drawing/2014/main" id="{5B5B3C8F-1C55-4DF7-68C9-AE72CBB372DC}"/>
                  </a:ext>
                </a:extLst>
              </p:cNvPr>
              <p:cNvSpPr/>
              <p:nvPr/>
            </p:nvSpPr>
            <p:spPr>
              <a:xfrm>
                <a:off x="11751350" y="4406900"/>
                <a:ext cx="54050" cy="135075"/>
              </a:xfrm>
              <a:custGeom>
                <a:avLst/>
                <a:gdLst/>
                <a:ahLst/>
                <a:cxnLst/>
                <a:rect l="l" t="t" r="r" b="b"/>
                <a:pathLst>
                  <a:path w="2162" h="5403" extrusionOk="0">
                    <a:moveTo>
                      <a:pt x="498" y="1"/>
                    </a:moveTo>
                    <a:lnTo>
                      <a:pt x="455" y="217"/>
                    </a:lnTo>
                    <a:lnTo>
                      <a:pt x="1" y="2896"/>
                    </a:lnTo>
                    <a:lnTo>
                      <a:pt x="1405" y="5403"/>
                    </a:lnTo>
                    <a:lnTo>
                      <a:pt x="2162" y="2507"/>
                    </a:lnTo>
                    <a:lnTo>
                      <a:pt x="49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0" name="Google Shape;8630;p43">
                <a:extLst>
                  <a:ext uri="{FF2B5EF4-FFF2-40B4-BE49-F238E27FC236}">
                    <a16:creationId xmlns:a16="http://schemas.microsoft.com/office/drawing/2014/main" id="{B547BFF8-A30B-BE59-BF2B-63C0B5F22ECD}"/>
                  </a:ext>
                </a:extLst>
              </p:cNvPr>
              <p:cNvSpPr/>
              <p:nvPr/>
            </p:nvSpPr>
            <p:spPr>
              <a:xfrm>
                <a:off x="11782150" y="4395575"/>
                <a:ext cx="116700" cy="67000"/>
              </a:xfrm>
              <a:custGeom>
                <a:avLst/>
                <a:gdLst/>
                <a:ahLst/>
                <a:cxnLst/>
                <a:rect l="l" t="t" r="r" b="b"/>
                <a:pathLst>
                  <a:path w="4668" h="2680" extrusionOk="0">
                    <a:moveTo>
                      <a:pt x="0" y="0"/>
                    </a:moveTo>
                    <a:lnTo>
                      <a:pt x="1470" y="2161"/>
                    </a:lnTo>
                    <a:lnTo>
                      <a:pt x="4668" y="2679"/>
                    </a:lnTo>
                    <a:lnTo>
                      <a:pt x="3177" y="5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1" name="Google Shape;8631;p43">
                <a:extLst>
                  <a:ext uri="{FF2B5EF4-FFF2-40B4-BE49-F238E27FC236}">
                    <a16:creationId xmlns:a16="http://schemas.microsoft.com/office/drawing/2014/main" id="{0076B414-2036-CFB5-9A24-5A4FB1AA5DC9}"/>
                  </a:ext>
                </a:extLst>
              </p:cNvPr>
              <p:cNvSpPr/>
              <p:nvPr/>
            </p:nvSpPr>
            <p:spPr>
              <a:xfrm>
                <a:off x="11681125" y="4406375"/>
                <a:ext cx="60525" cy="118325"/>
              </a:xfrm>
              <a:custGeom>
                <a:avLst/>
                <a:gdLst/>
                <a:ahLst/>
                <a:cxnLst/>
                <a:rect l="l" t="t" r="r" b="b"/>
                <a:pathLst>
                  <a:path w="2421" h="4733" extrusionOk="0">
                    <a:moveTo>
                      <a:pt x="2421" y="0"/>
                    </a:moveTo>
                    <a:lnTo>
                      <a:pt x="195" y="1750"/>
                    </a:lnTo>
                    <a:lnTo>
                      <a:pt x="1" y="4732"/>
                    </a:lnTo>
                    <a:lnTo>
                      <a:pt x="1946" y="2960"/>
                    </a:lnTo>
                    <a:lnTo>
                      <a:pt x="242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2" name="Google Shape;8632;p43">
                <a:extLst>
                  <a:ext uri="{FF2B5EF4-FFF2-40B4-BE49-F238E27FC236}">
                    <a16:creationId xmlns:a16="http://schemas.microsoft.com/office/drawing/2014/main" id="{EB50FF52-2C76-D5A1-B009-242F97F3F945}"/>
                  </a:ext>
                </a:extLst>
              </p:cNvPr>
              <p:cNvSpPr/>
              <p:nvPr/>
            </p:nvSpPr>
            <p:spPr>
              <a:xfrm>
                <a:off x="11599575" y="4374500"/>
                <a:ext cx="131825" cy="52425"/>
              </a:xfrm>
              <a:custGeom>
                <a:avLst/>
                <a:gdLst/>
                <a:ahLst/>
                <a:cxnLst/>
                <a:rect l="l" t="t" r="r" b="b"/>
                <a:pathLst>
                  <a:path w="5273" h="2097" extrusionOk="0">
                    <a:moveTo>
                      <a:pt x="2096" y="0"/>
                    </a:moveTo>
                    <a:lnTo>
                      <a:pt x="0" y="1578"/>
                    </a:lnTo>
                    <a:lnTo>
                      <a:pt x="3198" y="2096"/>
                    </a:lnTo>
                    <a:lnTo>
                      <a:pt x="5272" y="519"/>
                    </a:lnTo>
                    <a:lnTo>
                      <a:pt x="2096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3" name="Google Shape;8633;p43">
                <a:extLst>
                  <a:ext uri="{FF2B5EF4-FFF2-40B4-BE49-F238E27FC236}">
                    <a16:creationId xmlns:a16="http://schemas.microsoft.com/office/drawing/2014/main" id="{47A1822C-D57D-81A4-2723-674BCCC05200}"/>
                  </a:ext>
                </a:extLst>
              </p:cNvPr>
              <p:cNvSpPr/>
              <p:nvPr/>
            </p:nvSpPr>
            <p:spPr>
              <a:xfrm>
                <a:off x="11749200" y="4369625"/>
                <a:ext cx="22175" cy="21650"/>
              </a:xfrm>
              <a:custGeom>
                <a:avLst/>
                <a:gdLst/>
                <a:ahLst/>
                <a:cxnLst/>
                <a:rect l="l" t="t" r="r" b="b"/>
                <a:pathLst>
                  <a:path w="887" h="866" extrusionOk="0">
                    <a:moveTo>
                      <a:pt x="346" y="1"/>
                    </a:moveTo>
                    <a:lnTo>
                      <a:pt x="260" y="22"/>
                    </a:lnTo>
                    <a:lnTo>
                      <a:pt x="195" y="66"/>
                    </a:lnTo>
                    <a:lnTo>
                      <a:pt x="130" y="130"/>
                    </a:lnTo>
                    <a:lnTo>
                      <a:pt x="65" y="195"/>
                    </a:lnTo>
                    <a:lnTo>
                      <a:pt x="44" y="282"/>
                    </a:lnTo>
                    <a:lnTo>
                      <a:pt x="22" y="368"/>
                    </a:lnTo>
                    <a:lnTo>
                      <a:pt x="0" y="455"/>
                    </a:lnTo>
                    <a:lnTo>
                      <a:pt x="22" y="541"/>
                    </a:lnTo>
                    <a:lnTo>
                      <a:pt x="44" y="606"/>
                    </a:lnTo>
                    <a:lnTo>
                      <a:pt x="87" y="692"/>
                    </a:lnTo>
                    <a:lnTo>
                      <a:pt x="152" y="736"/>
                    </a:lnTo>
                    <a:lnTo>
                      <a:pt x="216" y="800"/>
                    </a:lnTo>
                    <a:lnTo>
                      <a:pt x="281" y="844"/>
                    </a:lnTo>
                    <a:lnTo>
                      <a:pt x="368" y="865"/>
                    </a:lnTo>
                    <a:lnTo>
                      <a:pt x="454" y="865"/>
                    </a:lnTo>
                    <a:lnTo>
                      <a:pt x="541" y="844"/>
                    </a:lnTo>
                    <a:lnTo>
                      <a:pt x="627" y="822"/>
                    </a:lnTo>
                    <a:lnTo>
                      <a:pt x="692" y="779"/>
                    </a:lnTo>
                    <a:lnTo>
                      <a:pt x="757" y="736"/>
                    </a:lnTo>
                    <a:lnTo>
                      <a:pt x="821" y="649"/>
                    </a:lnTo>
                    <a:lnTo>
                      <a:pt x="843" y="584"/>
                    </a:lnTo>
                    <a:lnTo>
                      <a:pt x="865" y="498"/>
                    </a:lnTo>
                    <a:lnTo>
                      <a:pt x="886" y="411"/>
                    </a:lnTo>
                    <a:lnTo>
                      <a:pt x="865" y="325"/>
                    </a:lnTo>
                    <a:lnTo>
                      <a:pt x="843" y="239"/>
                    </a:lnTo>
                    <a:lnTo>
                      <a:pt x="800" y="174"/>
                    </a:lnTo>
                    <a:lnTo>
                      <a:pt x="735" y="109"/>
                    </a:lnTo>
                    <a:lnTo>
                      <a:pt x="670" y="66"/>
                    </a:lnTo>
                    <a:lnTo>
                      <a:pt x="605" y="22"/>
                    </a:lnTo>
                    <a:lnTo>
                      <a:pt x="519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4" name="Google Shape;8634;p43">
                <a:extLst>
                  <a:ext uri="{FF2B5EF4-FFF2-40B4-BE49-F238E27FC236}">
                    <a16:creationId xmlns:a16="http://schemas.microsoft.com/office/drawing/2014/main" id="{0D43AF30-670A-468B-414D-0D2EE5ADE405}"/>
                  </a:ext>
                </a:extLst>
              </p:cNvPr>
              <p:cNvSpPr/>
              <p:nvPr/>
            </p:nvSpPr>
            <p:spPr>
              <a:xfrm>
                <a:off x="11734625" y="2678300"/>
                <a:ext cx="387325" cy="748200"/>
              </a:xfrm>
              <a:custGeom>
                <a:avLst/>
                <a:gdLst/>
                <a:ahLst/>
                <a:cxnLst/>
                <a:rect l="l" t="t" r="r" b="b"/>
                <a:pathLst>
                  <a:path w="15493" h="29928" extrusionOk="0">
                    <a:moveTo>
                      <a:pt x="10199" y="1"/>
                    </a:moveTo>
                    <a:lnTo>
                      <a:pt x="9680" y="44"/>
                    </a:lnTo>
                    <a:lnTo>
                      <a:pt x="9162" y="152"/>
                    </a:lnTo>
                    <a:lnTo>
                      <a:pt x="8643" y="303"/>
                    </a:lnTo>
                    <a:lnTo>
                      <a:pt x="8103" y="498"/>
                    </a:lnTo>
                    <a:lnTo>
                      <a:pt x="7563" y="735"/>
                    </a:lnTo>
                    <a:lnTo>
                      <a:pt x="7022" y="1059"/>
                    </a:lnTo>
                    <a:lnTo>
                      <a:pt x="6482" y="1405"/>
                    </a:lnTo>
                    <a:lnTo>
                      <a:pt x="5964" y="1837"/>
                    </a:lnTo>
                    <a:lnTo>
                      <a:pt x="5423" y="2313"/>
                    </a:lnTo>
                    <a:lnTo>
                      <a:pt x="4883" y="2874"/>
                    </a:lnTo>
                    <a:lnTo>
                      <a:pt x="4365" y="3458"/>
                    </a:lnTo>
                    <a:lnTo>
                      <a:pt x="3868" y="4084"/>
                    </a:lnTo>
                    <a:lnTo>
                      <a:pt x="3414" y="4754"/>
                    </a:lnTo>
                    <a:lnTo>
                      <a:pt x="3003" y="5424"/>
                    </a:lnTo>
                    <a:lnTo>
                      <a:pt x="2615" y="6116"/>
                    </a:lnTo>
                    <a:lnTo>
                      <a:pt x="2269" y="6850"/>
                    </a:lnTo>
                    <a:lnTo>
                      <a:pt x="1945" y="7585"/>
                    </a:lnTo>
                    <a:lnTo>
                      <a:pt x="1642" y="8341"/>
                    </a:lnTo>
                    <a:lnTo>
                      <a:pt x="1383" y="9119"/>
                    </a:lnTo>
                    <a:lnTo>
                      <a:pt x="1145" y="9918"/>
                    </a:lnTo>
                    <a:lnTo>
                      <a:pt x="929" y="10740"/>
                    </a:lnTo>
                    <a:lnTo>
                      <a:pt x="735" y="11561"/>
                    </a:lnTo>
                    <a:lnTo>
                      <a:pt x="562" y="12382"/>
                    </a:lnTo>
                    <a:lnTo>
                      <a:pt x="432" y="13224"/>
                    </a:lnTo>
                    <a:lnTo>
                      <a:pt x="303" y="14089"/>
                    </a:lnTo>
                    <a:lnTo>
                      <a:pt x="216" y="14931"/>
                    </a:lnTo>
                    <a:lnTo>
                      <a:pt x="130" y="15796"/>
                    </a:lnTo>
                    <a:lnTo>
                      <a:pt x="65" y="16660"/>
                    </a:lnTo>
                    <a:lnTo>
                      <a:pt x="22" y="17524"/>
                    </a:lnTo>
                    <a:lnTo>
                      <a:pt x="0" y="18389"/>
                    </a:lnTo>
                    <a:lnTo>
                      <a:pt x="0" y="19253"/>
                    </a:lnTo>
                    <a:lnTo>
                      <a:pt x="0" y="20096"/>
                    </a:lnTo>
                    <a:lnTo>
                      <a:pt x="22" y="20960"/>
                    </a:lnTo>
                    <a:lnTo>
                      <a:pt x="86" y="22645"/>
                    </a:lnTo>
                    <a:lnTo>
                      <a:pt x="216" y="24287"/>
                    </a:lnTo>
                    <a:lnTo>
                      <a:pt x="389" y="25886"/>
                    </a:lnTo>
                    <a:lnTo>
                      <a:pt x="562" y="27421"/>
                    </a:lnTo>
                    <a:lnTo>
                      <a:pt x="691" y="27550"/>
                    </a:lnTo>
                    <a:lnTo>
                      <a:pt x="864" y="27745"/>
                    </a:lnTo>
                    <a:lnTo>
                      <a:pt x="1210" y="28220"/>
                    </a:lnTo>
                    <a:lnTo>
                      <a:pt x="1642" y="28739"/>
                    </a:lnTo>
                    <a:lnTo>
                      <a:pt x="1880" y="28998"/>
                    </a:lnTo>
                    <a:lnTo>
                      <a:pt x="2118" y="29257"/>
                    </a:lnTo>
                    <a:lnTo>
                      <a:pt x="2398" y="29473"/>
                    </a:lnTo>
                    <a:lnTo>
                      <a:pt x="2679" y="29668"/>
                    </a:lnTo>
                    <a:lnTo>
                      <a:pt x="2809" y="29754"/>
                    </a:lnTo>
                    <a:lnTo>
                      <a:pt x="2960" y="29819"/>
                    </a:lnTo>
                    <a:lnTo>
                      <a:pt x="3111" y="29862"/>
                    </a:lnTo>
                    <a:lnTo>
                      <a:pt x="3284" y="29905"/>
                    </a:lnTo>
                    <a:lnTo>
                      <a:pt x="3436" y="29927"/>
                    </a:lnTo>
                    <a:lnTo>
                      <a:pt x="3608" y="29927"/>
                    </a:lnTo>
                    <a:lnTo>
                      <a:pt x="3760" y="29905"/>
                    </a:lnTo>
                    <a:lnTo>
                      <a:pt x="3933" y="29862"/>
                    </a:lnTo>
                    <a:lnTo>
                      <a:pt x="4105" y="29797"/>
                    </a:lnTo>
                    <a:lnTo>
                      <a:pt x="4278" y="29711"/>
                    </a:lnTo>
                    <a:lnTo>
                      <a:pt x="4451" y="29603"/>
                    </a:lnTo>
                    <a:lnTo>
                      <a:pt x="4646" y="29473"/>
                    </a:lnTo>
                    <a:lnTo>
                      <a:pt x="5186" y="28155"/>
                    </a:lnTo>
                    <a:lnTo>
                      <a:pt x="5748" y="26859"/>
                    </a:lnTo>
                    <a:lnTo>
                      <a:pt x="6353" y="25562"/>
                    </a:lnTo>
                    <a:lnTo>
                      <a:pt x="6979" y="24287"/>
                    </a:lnTo>
                    <a:lnTo>
                      <a:pt x="7606" y="23013"/>
                    </a:lnTo>
                    <a:lnTo>
                      <a:pt x="8254" y="21738"/>
                    </a:lnTo>
                    <a:lnTo>
                      <a:pt x="9572" y="19188"/>
                    </a:lnTo>
                    <a:lnTo>
                      <a:pt x="10890" y="16660"/>
                    </a:lnTo>
                    <a:lnTo>
                      <a:pt x="12208" y="14132"/>
                    </a:lnTo>
                    <a:lnTo>
                      <a:pt x="12835" y="12879"/>
                    </a:lnTo>
                    <a:lnTo>
                      <a:pt x="13461" y="11604"/>
                    </a:lnTo>
                    <a:lnTo>
                      <a:pt x="14066" y="10351"/>
                    </a:lnTo>
                    <a:lnTo>
                      <a:pt x="14650" y="9076"/>
                    </a:lnTo>
                    <a:lnTo>
                      <a:pt x="14931" y="8384"/>
                    </a:lnTo>
                    <a:lnTo>
                      <a:pt x="15147" y="7715"/>
                    </a:lnTo>
                    <a:lnTo>
                      <a:pt x="15320" y="7045"/>
                    </a:lnTo>
                    <a:lnTo>
                      <a:pt x="15428" y="6418"/>
                    </a:lnTo>
                    <a:lnTo>
                      <a:pt x="15493" y="5813"/>
                    </a:lnTo>
                    <a:lnTo>
                      <a:pt x="15493" y="5230"/>
                    </a:lnTo>
                    <a:lnTo>
                      <a:pt x="15471" y="4646"/>
                    </a:lnTo>
                    <a:lnTo>
                      <a:pt x="15385" y="4106"/>
                    </a:lnTo>
                    <a:lnTo>
                      <a:pt x="15255" y="3609"/>
                    </a:lnTo>
                    <a:lnTo>
                      <a:pt x="15104" y="3112"/>
                    </a:lnTo>
                    <a:lnTo>
                      <a:pt x="14888" y="2658"/>
                    </a:lnTo>
                    <a:lnTo>
                      <a:pt x="14650" y="2248"/>
                    </a:lnTo>
                    <a:lnTo>
                      <a:pt x="14391" y="1859"/>
                    </a:lnTo>
                    <a:lnTo>
                      <a:pt x="14066" y="1492"/>
                    </a:lnTo>
                    <a:lnTo>
                      <a:pt x="13742" y="1167"/>
                    </a:lnTo>
                    <a:lnTo>
                      <a:pt x="13375" y="887"/>
                    </a:lnTo>
                    <a:lnTo>
                      <a:pt x="12986" y="627"/>
                    </a:lnTo>
                    <a:lnTo>
                      <a:pt x="12554" y="411"/>
                    </a:lnTo>
                    <a:lnTo>
                      <a:pt x="12122" y="238"/>
                    </a:lnTo>
                    <a:lnTo>
                      <a:pt x="11668" y="109"/>
                    </a:lnTo>
                    <a:lnTo>
                      <a:pt x="11193" y="22"/>
                    </a:lnTo>
                    <a:lnTo>
                      <a:pt x="10696" y="1"/>
                    </a:lnTo>
                    <a:close/>
                  </a:path>
                </a:pathLst>
              </a:custGeom>
              <a:solidFill>
                <a:srgbClr val="424242">
                  <a:alpha val="55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5" name="Google Shape;8635;p43">
                <a:extLst>
                  <a:ext uri="{FF2B5EF4-FFF2-40B4-BE49-F238E27FC236}">
                    <a16:creationId xmlns:a16="http://schemas.microsoft.com/office/drawing/2014/main" id="{1281C249-A83A-4246-2EC3-8537FBCA116C}"/>
                  </a:ext>
                </a:extLst>
              </p:cNvPr>
              <p:cNvSpPr/>
              <p:nvPr/>
            </p:nvSpPr>
            <p:spPr>
              <a:xfrm>
                <a:off x="10840075" y="2932725"/>
                <a:ext cx="599625" cy="608825"/>
              </a:xfrm>
              <a:custGeom>
                <a:avLst/>
                <a:gdLst/>
                <a:ahLst/>
                <a:cxnLst/>
                <a:rect l="l" t="t" r="r" b="b"/>
                <a:pathLst>
                  <a:path w="23985" h="24353" extrusionOk="0">
                    <a:moveTo>
                      <a:pt x="5661" y="1"/>
                    </a:moveTo>
                    <a:lnTo>
                      <a:pt x="5078" y="22"/>
                    </a:lnTo>
                    <a:lnTo>
                      <a:pt x="4494" y="87"/>
                    </a:lnTo>
                    <a:lnTo>
                      <a:pt x="3954" y="195"/>
                    </a:lnTo>
                    <a:lnTo>
                      <a:pt x="3457" y="346"/>
                    </a:lnTo>
                    <a:lnTo>
                      <a:pt x="2982" y="541"/>
                    </a:lnTo>
                    <a:lnTo>
                      <a:pt x="2528" y="757"/>
                    </a:lnTo>
                    <a:lnTo>
                      <a:pt x="2096" y="1016"/>
                    </a:lnTo>
                    <a:lnTo>
                      <a:pt x="1729" y="1319"/>
                    </a:lnTo>
                    <a:lnTo>
                      <a:pt x="1361" y="1643"/>
                    </a:lnTo>
                    <a:lnTo>
                      <a:pt x="1059" y="1989"/>
                    </a:lnTo>
                    <a:lnTo>
                      <a:pt x="778" y="2356"/>
                    </a:lnTo>
                    <a:lnTo>
                      <a:pt x="540" y="2767"/>
                    </a:lnTo>
                    <a:lnTo>
                      <a:pt x="346" y="3177"/>
                    </a:lnTo>
                    <a:lnTo>
                      <a:pt x="194" y="3631"/>
                    </a:lnTo>
                    <a:lnTo>
                      <a:pt x="86" y="4085"/>
                    </a:lnTo>
                    <a:lnTo>
                      <a:pt x="22" y="4560"/>
                    </a:lnTo>
                    <a:lnTo>
                      <a:pt x="0" y="5035"/>
                    </a:lnTo>
                    <a:lnTo>
                      <a:pt x="22" y="5532"/>
                    </a:lnTo>
                    <a:lnTo>
                      <a:pt x="86" y="6051"/>
                    </a:lnTo>
                    <a:lnTo>
                      <a:pt x="216" y="6569"/>
                    </a:lnTo>
                    <a:lnTo>
                      <a:pt x="389" y="7066"/>
                    </a:lnTo>
                    <a:lnTo>
                      <a:pt x="605" y="7585"/>
                    </a:lnTo>
                    <a:lnTo>
                      <a:pt x="886" y="8125"/>
                    </a:lnTo>
                    <a:lnTo>
                      <a:pt x="1210" y="8622"/>
                    </a:lnTo>
                    <a:lnTo>
                      <a:pt x="1599" y="9141"/>
                    </a:lnTo>
                    <a:lnTo>
                      <a:pt x="2053" y="9659"/>
                    </a:lnTo>
                    <a:lnTo>
                      <a:pt x="2550" y="10156"/>
                    </a:lnTo>
                    <a:lnTo>
                      <a:pt x="3111" y="10632"/>
                    </a:lnTo>
                    <a:lnTo>
                      <a:pt x="4213" y="11518"/>
                    </a:lnTo>
                    <a:lnTo>
                      <a:pt x="5315" y="12360"/>
                    </a:lnTo>
                    <a:lnTo>
                      <a:pt x="6461" y="13225"/>
                    </a:lnTo>
                    <a:lnTo>
                      <a:pt x="7584" y="14067"/>
                    </a:lnTo>
                    <a:lnTo>
                      <a:pt x="9896" y="15709"/>
                    </a:lnTo>
                    <a:lnTo>
                      <a:pt x="12230" y="17373"/>
                    </a:lnTo>
                    <a:lnTo>
                      <a:pt x="14542" y="19037"/>
                    </a:lnTo>
                    <a:lnTo>
                      <a:pt x="15709" y="19880"/>
                    </a:lnTo>
                    <a:lnTo>
                      <a:pt x="16854" y="20722"/>
                    </a:lnTo>
                    <a:lnTo>
                      <a:pt x="17977" y="21608"/>
                    </a:lnTo>
                    <a:lnTo>
                      <a:pt x="19101" y="22473"/>
                    </a:lnTo>
                    <a:lnTo>
                      <a:pt x="20203" y="23380"/>
                    </a:lnTo>
                    <a:lnTo>
                      <a:pt x="21283" y="24309"/>
                    </a:lnTo>
                    <a:lnTo>
                      <a:pt x="21499" y="24331"/>
                    </a:lnTo>
                    <a:lnTo>
                      <a:pt x="21716" y="24352"/>
                    </a:lnTo>
                    <a:lnTo>
                      <a:pt x="21910" y="24352"/>
                    </a:lnTo>
                    <a:lnTo>
                      <a:pt x="22083" y="24331"/>
                    </a:lnTo>
                    <a:lnTo>
                      <a:pt x="22256" y="24288"/>
                    </a:lnTo>
                    <a:lnTo>
                      <a:pt x="22407" y="24223"/>
                    </a:lnTo>
                    <a:lnTo>
                      <a:pt x="22558" y="24158"/>
                    </a:lnTo>
                    <a:lnTo>
                      <a:pt x="22688" y="24072"/>
                    </a:lnTo>
                    <a:lnTo>
                      <a:pt x="22818" y="23964"/>
                    </a:lnTo>
                    <a:lnTo>
                      <a:pt x="22926" y="23855"/>
                    </a:lnTo>
                    <a:lnTo>
                      <a:pt x="23034" y="23726"/>
                    </a:lnTo>
                    <a:lnTo>
                      <a:pt x="23120" y="23596"/>
                    </a:lnTo>
                    <a:lnTo>
                      <a:pt x="23293" y="23294"/>
                    </a:lnTo>
                    <a:lnTo>
                      <a:pt x="23423" y="22970"/>
                    </a:lnTo>
                    <a:lnTo>
                      <a:pt x="23531" y="22624"/>
                    </a:lnTo>
                    <a:lnTo>
                      <a:pt x="23617" y="22300"/>
                    </a:lnTo>
                    <a:lnTo>
                      <a:pt x="23768" y="21630"/>
                    </a:lnTo>
                    <a:lnTo>
                      <a:pt x="23876" y="21047"/>
                    </a:lnTo>
                    <a:lnTo>
                      <a:pt x="23919" y="20809"/>
                    </a:lnTo>
                    <a:lnTo>
                      <a:pt x="23984" y="20614"/>
                    </a:lnTo>
                    <a:lnTo>
                      <a:pt x="23444" y="19167"/>
                    </a:lnTo>
                    <a:lnTo>
                      <a:pt x="22882" y="17676"/>
                    </a:lnTo>
                    <a:lnTo>
                      <a:pt x="22234" y="16163"/>
                    </a:lnTo>
                    <a:lnTo>
                      <a:pt x="21543" y="14607"/>
                    </a:lnTo>
                    <a:lnTo>
                      <a:pt x="21175" y="13851"/>
                    </a:lnTo>
                    <a:lnTo>
                      <a:pt x="20786" y="13073"/>
                    </a:lnTo>
                    <a:lnTo>
                      <a:pt x="20397" y="12317"/>
                    </a:lnTo>
                    <a:lnTo>
                      <a:pt x="19987" y="11561"/>
                    </a:lnTo>
                    <a:lnTo>
                      <a:pt x="19555" y="10805"/>
                    </a:lnTo>
                    <a:lnTo>
                      <a:pt x="19101" y="10070"/>
                    </a:lnTo>
                    <a:lnTo>
                      <a:pt x="18647" y="9335"/>
                    </a:lnTo>
                    <a:lnTo>
                      <a:pt x="18172" y="8622"/>
                    </a:lnTo>
                    <a:lnTo>
                      <a:pt x="17675" y="7909"/>
                    </a:lnTo>
                    <a:lnTo>
                      <a:pt x="17178" y="7218"/>
                    </a:lnTo>
                    <a:lnTo>
                      <a:pt x="16638" y="6569"/>
                    </a:lnTo>
                    <a:lnTo>
                      <a:pt x="16098" y="5921"/>
                    </a:lnTo>
                    <a:lnTo>
                      <a:pt x="15536" y="5295"/>
                    </a:lnTo>
                    <a:lnTo>
                      <a:pt x="14974" y="4690"/>
                    </a:lnTo>
                    <a:lnTo>
                      <a:pt x="14391" y="4106"/>
                    </a:lnTo>
                    <a:lnTo>
                      <a:pt x="13764" y="3566"/>
                    </a:lnTo>
                    <a:lnTo>
                      <a:pt x="13137" y="3047"/>
                    </a:lnTo>
                    <a:lnTo>
                      <a:pt x="12511" y="2572"/>
                    </a:lnTo>
                    <a:lnTo>
                      <a:pt x="11841" y="2118"/>
                    </a:lnTo>
                    <a:lnTo>
                      <a:pt x="11171" y="1708"/>
                    </a:lnTo>
                    <a:lnTo>
                      <a:pt x="10480" y="1319"/>
                    </a:lnTo>
                    <a:lnTo>
                      <a:pt x="9767" y="995"/>
                    </a:lnTo>
                    <a:lnTo>
                      <a:pt x="9032" y="692"/>
                    </a:lnTo>
                    <a:lnTo>
                      <a:pt x="8276" y="433"/>
                    </a:lnTo>
                    <a:lnTo>
                      <a:pt x="7584" y="260"/>
                    </a:lnTo>
                    <a:lnTo>
                      <a:pt x="6936" y="109"/>
                    </a:lnTo>
                    <a:lnTo>
                      <a:pt x="6288" y="44"/>
                    </a:lnTo>
                    <a:lnTo>
                      <a:pt x="5661" y="1"/>
                    </a:lnTo>
                    <a:close/>
                  </a:path>
                </a:pathLst>
              </a:custGeom>
              <a:solidFill>
                <a:srgbClr val="424242">
                  <a:alpha val="55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6" name="Google Shape;8636;p43">
                <a:extLst>
                  <a:ext uri="{FF2B5EF4-FFF2-40B4-BE49-F238E27FC236}">
                    <a16:creationId xmlns:a16="http://schemas.microsoft.com/office/drawing/2014/main" id="{AF1F6DC1-911B-BAEE-4E6A-D54B705EB2E1}"/>
                  </a:ext>
                </a:extLst>
              </p:cNvPr>
              <p:cNvSpPr/>
              <p:nvPr/>
            </p:nvSpPr>
            <p:spPr>
              <a:xfrm>
                <a:off x="11127450" y="3207700"/>
                <a:ext cx="284700" cy="298200"/>
              </a:xfrm>
              <a:custGeom>
                <a:avLst/>
                <a:gdLst/>
                <a:ahLst/>
                <a:cxnLst/>
                <a:rect l="l" t="t" r="r" b="b"/>
                <a:pathLst>
                  <a:path w="11388" h="11928" extrusionOk="0">
                    <a:moveTo>
                      <a:pt x="2485" y="0"/>
                    </a:moveTo>
                    <a:lnTo>
                      <a:pt x="1923" y="22"/>
                    </a:lnTo>
                    <a:lnTo>
                      <a:pt x="1664" y="43"/>
                    </a:lnTo>
                    <a:lnTo>
                      <a:pt x="1426" y="65"/>
                    </a:lnTo>
                    <a:lnTo>
                      <a:pt x="1210" y="108"/>
                    </a:lnTo>
                    <a:lnTo>
                      <a:pt x="1016" y="173"/>
                    </a:lnTo>
                    <a:lnTo>
                      <a:pt x="843" y="216"/>
                    </a:lnTo>
                    <a:lnTo>
                      <a:pt x="692" y="303"/>
                    </a:lnTo>
                    <a:lnTo>
                      <a:pt x="540" y="367"/>
                    </a:lnTo>
                    <a:lnTo>
                      <a:pt x="432" y="475"/>
                    </a:lnTo>
                    <a:lnTo>
                      <a:pt x="324" y="562"/>
                    </a:lnTo>
                    <a:lnTo>
                      <a:pt x="238" y="670"/>
                    </a:lnTo>
                    <a:lnTo>
                      <a:pt x="151" y="778"/>
                    </a:lnTo>
                    <a:lnTo>
                      <a:pt x="108" y="886"/>
                    </a:lnTo>
                    <a:lnTo>
                      <a:pt x="65" y="1016"/>
                    </a:lnTo>
                    <a:lnTo>
                      <a:pt x="22" y="1124"/>
                    </a:lnTo>
                    <a:lnTo>
                      <a:pt x="0" y="1253"/>
                    </a:lnTo>
                    <a:lnTo>
                      <a:pt x="0" y="1383"/>
                    </a:lnTo>
                    <a:lnTo>
                      <a:pt x="43" y="1664"/>
                    </a:lnTo>
                    <a:lnTo>
                      <a:pt x="108" y="1945"/>
                    </a:lnTo>
                    <a:lnTo>
                      <a:pt x="238" y="2226"/>
                    </a:lnTo>
                    <a:lnTo>
                      <a:pt x="411" y="2528"/>
                    </a:lnTo>
                    <a:lnTo>
                      <a:pt x="605" y="2809"/>
                    </a:lnTo>
                    <a:lnTo>
                      <a:pt x="821" y="3090"/>
                    </a:lnTo>
                    <a:lnTo>
                      <a:pt x="1081" y="3349"/>
                    </a:lnTo>
                    <a:lnTo>
                      <a:pt x="1880" y="4105"/>
                    </a:lnTo>
                    <a:lnTo>
                      <a:pt x="3068" y="5207"/>
                    </a:lnTo>
                    <a:lnTo>
                      <a:pt x="6094" y="7952"/>
                    </a:lnTo>
                    <a:lnTo>
                      <a:pt x="8946" y="10544"/>
                    </a:lnTo>
                    <a:lnTo>
                      <a:pt x="9918" y="11452"/>
                    </a:lnTo>
                    <a:lnTo>
                      <a:pt x="10393" y="11927"/>
                    </a:lnTo>
                    <a:lnTo>
                      <a:pt x="11387" y="11106"/>
                    </a:lnTo>
                    <a:lnTo>
                      <a:pt x="11193" y="10609"/>
                    </a:lnTo>
                    <a:lnTo>
                      <a:pt x="10912" y="9983"/>
                    </a:lnTo>
                    <a:lnTo>
                      <a:pt x="10566" y="9226"/>
                    </a:lnTo>
                    <a:lnTo>
                      <a:pt x="10134" y="8405"/>
                    </a:lnTo>
                    <a:lnTo>
                      <a:pt x="9637" y="7519"/>
                    </a:lnTo>
                    <a:lnTo>
                      <a:pt x="9097" y="6590"/>
                    </a:lnTo>
                    <a:lnTo>
                      <a:pt x="8514" y="5661"/>
                    </a:lnTo>
                    <a:lnTo>
                      <a:pt x="7887" y="4710"/>
                    </a:lnTo>
                    <a:lnTo>
                      <a:pt x="7217" y="3803"/>
                    </a:lnTo>
                    <a:lnTo>
                      <a:pt x="6547" y="2939"/>
                    </a:lnTo>
                    <a:lnTo>
                      <a:pt x="6202" y="2528"/>
                    </a:lnTo>
                    <a:lnTo>
                      <a:pt x="5856" y="2139"/>
                    </a:lnTo>
                    <a:lnTo>
                      <a:pt x="5488" y="1772"/>
                    </a:lnTo>
                    <a:lnTo>
                      <a:pt x="5143" y="1448"/>
                    </a:lnTo>
                    <a:lnTo>
                      <a:pt x="4797" y="1145"/>
                    </a:lnTo>
                    <a:lnTo>
                      <a:pt x="4451" y="864"/>
                    </a:lnTo>
                    <a:lnTo>
                      <a:pt x="4106" y="605"/>
                    </a:lnTo>
                    <a:lnTo>
                      <a:pt x="3781" y="411"/>
                    </a:lnTo>
                    <a:lnTo>
                      <a:pt x="3436" y="238"/>
                    </a:lnTo>
                    <a:lnTo>
                      <a:pt x="3112" y="108"/>
                    </a:lnTo>
                    <a:lnTo>
                      <a:pt x="2809" y="43"/>
                    </a:lnTo>
                    <a:lnTo>
                      <a:pt x="248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7" name="Google Shape;8637;p43">
                <a:extLst>
                  <a:ext uri="{FF2B5EF4-FFF2-40B4-BE49-F238E27FC236}">
                    <a16:creationId xmlns:a16="http://schemas.microsoft.com/office/drawing/2014/main" id="{8F489B7C-D6EC-E926-A0F4-6442366B0D80}"/>
                  </a:ext>
                </a:extLst>
              </p:cNvPr>
              <p:cNvSpPr/>
              <p:nvPr/>
            </p:nvSpPr>
            <p:spPr>
              <a:xfrm>
                <a:off x="11791325" y="3020250"/>
                <a:ext cx="149125" cy="369500"/>
              </a:xfrm>
              <a:custGeom>
                <a:avLst/>
                <a:gdLst/>
                <a:ahLst/>
                <a:cxnLst/>
                <a:rect l="l" t="t" r="r" b="b"/>
                <a:pathLst>
                  <a:path w="5965" h="14780" extrusionOk="0">
                    <a:moveTo>
                      <a:pt x="4495" y="0"/>
                    </a:moveTo>
                    <a:lnTo>
                      <a:pt x="4322" y="43"/>
                    </a:lnTo>
                    <a:lnTo>
                      <a:pt x="4128" y="87"/>
                    </a:lnTo>
                    <a:lnTo>
                      <a:pt x="3912" y="130"/>
                    </a:lnTo>
                    <a:lnTo>
                      <a:pt x="3696" y="216"/>
                    </a:lnTo>
                    <a:lnTo>
                      <a:pt x="3458" y="303"/>
                    </a:lnTo>
                    <a:lnTo>
                      <a:pt x="2939" y="562"/>
                    </a:lnTo>
                    <a:lnTo>
                      <a:pt x="2680" y="735"/>
                    </a:lnTo>
                    <a:lnTo>
                      <a:pt x="2442" y="951"/>
                    </a:lnTo>
                    <a:lnTo>
                      <a:pt x="2205" y="1210"/>
                    </a:lnTo>
                    <a:lnTo>
                      <a:pt x="1989" y="1513"/>
                    </a:lnTo>
                    <a:lnTo>
                      <a:pt x="1773" y="1858"/>
                    </a:lnTo>
                    <a:lnTo>
                      <a:pt x="1578" y="2226"/>
                    </a:lnTo>
                    <a:lnTo>
                      <a:pt x="1405" y="2636"/>
                    </a:lnTo>
                    <a:lnTo>
                      <a:pt x="1232" y="3068"/>
                    </a:lnTo>
                    <a:lnTo>
                      <a:pt x="1081" y="3522"/>
                    </a:lnTo>
                    <a:lnTo>
                      <a:pt x="952" y="4019"/>
                    </a:lnTo>
                    <a:lnTo>
                      <a:pt x="822" y="4516"/>
                    </a:lnTo>
                    <a:lnTo>
                      <a:pt x="692" y="5035"/>
                    </a:lnTo>
                    <a:lnTo>
                      <a:pt x="476" y="6115"/>
                    </a:lnTo>
                    <a:lnTo>
                      <a:pt x="325" y="7217"/>
                    </a:lnTo>
                    <a:lnTo>
                      <a:pt x="195" y="8341"/>
                    </a:lnTo>
                    <a:lnTo>
                      <a:pt x="87" y="9464"/>
                    </a:lnTo>
                    <a:lnTo>
                      <a:pt x="44" y="10523"/>
                    </a:lnTo>
                    <a:lnTo>
                      <a:pt x="1" y="11539"/>
                    </a:lnTo>
                    <a:lnTo>
                      <a:pt x="1" y="12468"/>
                    </a:lnTo>
                    <a:lnTo>
                      <a:pt x="22" y="13289"/>
                    </a:lnTo>
                    <a:lnTo>
                      <a:pt x="66" y="13980"/>
                    </a:lnTo>
                    <a:lnTo>
                      <a:pt x="130" y="14520"/>
                    </a:lnTo>
                    <a:lnTo>
                      <a:pt x="1384" y="14780"/>
                    </a:lnTo>
                    <a:lnTo>
                      <a:pt x="1600" y="14153"/>
                    </a:lnTo>
                    <a:lnTo>
                      <a:pt x="2054" y="12900"/>
                    </a:lnTo>
                    <a:lnTo>
                      <a:pt x="3393" y="9291"/>
                    </a:lnTo>
                    <a:lnTo>
                      <a:pt x="4819" y="5445"/>
                    </a:lnTo>
                    <a:lnTo>
                      <a:pt x="5381" y="3933"/>
                    </a:lnTo>
                    <a:lnTo>
                      <a:pt x="5727" y="2896"/>
                    </a:lnTo>
                    <a:lnTo>
                      <a:pt x="5835" y="2550"/>
                    </a:lnTo>
                    <a:lnTo>
                      <a:pt x="5921" y="2204"/>
                    </a:lnTo>
                    <a:lnTo>
                      <a:pt x="5964" y="1858"/>
                    </a:lnTo>
                    <a:lnTo>
                      <a:pt x="5964" y="1513"/>
                    </a:lnTo>
                    <a:lnTo>
                      <a:pt x="5943" y="1210"/>
                    </a:lnTo>
                    <a:lnTo>
                      <a:pt x="5878" y="929"/>
                    </a:lnTo>
                    <a:lnTo>
                      <a:pt x="5792" y="670"/>
                    </a:lnTo>
                    <a:lnTo>
                      <a:pt x="5727" y="540"/>
                    </a:lnTo>
                    <a:lnTo>
                      <a:pt x="5640" y="432"/>
                    </a:lnTo>
                    <a:lnTo>
                      <a:pt x="5576" y="346"/>
                    </a:lnTo>
                    <a:lnTo>
                      <a:pt x="5467" y="259"/>
                    </a:lnTo>
                    <a:lnTo>
                      <a:pt x="5359" y="173"/>
                    </a:lnTo>
                    <a:lnTo>
                      <a:pt x="5251" y="108"/>
                    </a:lnTo>
                    <a:lnTo>
                      <a:pt x="5122" y="65"/>
                    </a:lnTo>
                    <a:lnTo>
                      <a:pt x="4992" y="22"/>
                    </a:lnTo>
                    <a:lnTo>
                      <a:pt x="484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8" name="Google Shape;8638;p43">
                <a:extLst>
                  <a:ext uri="{FF2B5EF4-FFF2-40B4-BE49-F238E27FC236}">
                    <a16:creationId xmlns:a16="http://schemas.microsoft.com/office/drawing/2014/main" id="{E6E19172-FDCE-BCFB-A6DF-C1A37D8FBECE}"/>
                  </a:ext>
                </a:extLst>
              </p:cNvPr>
              <p:cNvSpPr/>
              <p:nvPr/>
            </p:nvSpPr>
            <p:spPr>
              <a:xfrm>
                <a:off x="11244675" y="3352450"/>
                <a:ext cx="874575" cy="874600"/>
              </a:xfrm>
              <a:custGeom>
                <a:avLst/>
                <a:gdLst/>
                <a:ahLst/>
                <a:cxnLst/>
                <a:rect l="l" t="t" r="r" b="b"/>
                <a:pathLst>
                  <a:path w="34983" h="34984" extrusionOk="0">
                    <a:moveTo>
                      <a:pt x="17221" y="1"/>
                    </a:moveTo>
                    <a:lnTo>
                      <a:pt x="16314" y="44"/>
                    </a:lnTo>
                    <a:lnTo>
                      <a:pt x="15428" y="109"/>
                    </a:lnTo>
                    <a:lnTo>
                      <a:pt x="14542" y="239"/>
                    </a:lnTo>
                    <a:lnTo>
                      <a:pt x="13678" y="411"/>
                    </a:lnTo>
                    <a:lnTo>
                      <a:pt x="12835" y="627"/>
                    </a:lnTo>
                    <a:lnTo>
                      <a:pt x="11992" y="865"/>
                    </a:lnTo>
                    <a:lnTo>
                      <a:pt x="11171" y="1168"/>
                    </a:lnTo>
                    <a:lnTo>
                      <a:pt x="10393" y="1492"/>
                    </a:lnTo>
                    <a:lnTo>
                      <a:pt x="9615" y="1859"/>
                    </a:lnTo>
                    <a:lnTo>
                      <a:pt x="8859" y="2270"/>
                    </a:lnTo>
                    <a:lnTo>
                      <a:pt x="8146" y="2702"/>
                    </a:lnTo>
                    <a:lnTo>
                      <a:pt x="7433" y="3177"/>
                    </a:lnTo>
                    <a:lnTo>
                      <a:pt x="6763" y="3674"/>
                    </a:lnTo>
                    <a:lnTo>
                      <a:pt x="6115" y="4193"/>
                    </a:lnTo>
                    <a:lnTo>
                      <a:pt x="5488" y="4754"/>
                    </a:lnTo>
                    <a:lnTo>
                      <a:pt x="4883" y="5360"/>
                    </a:lnTo>
                    <a:lnTo>
                      <a:pt x="4322" y="5965"/>
                    </a:lnTo>
                    <a:lnTo>
                      <a:pt x="3781" y="6613"/>
                    </a:lnTo>
                    <a:lnTo>
                      <a:pt x="3284" y="7283"/>
                    </a:lnTo>
                    <a:lnTo>
                      <a:pt x="2809" y="7974"/>
                    </a:lnTo>
                    <a:lnTo>
                      <a:pt x="2355" y="8687"/>
                    </a:lnTo>
                    <a:lnTo>
                      <a:pt x="1945" y="9443"/>
                    </a:lnTo>
                    <a:lnTo>
                      <a:pt x="1577" y="10200"/>
                    </a:lnTo>
                    <a:lnTo>
                      <a:pt x="1253" y="10977"/>
                    </a:lnTo>
                    <a:lnTo>
                      <a:pt x="951" y="11777"/>
                    </a:lnTo>
                    <a:lnTo>
                      <a:pt x="691" y="12576"/>
                    </a:lnTo>
                    <a:lnTo>
                      <a:pt x="475" y="13419"/>
                    </a:lnTo>
                    <a:lnTo>
                      <a:pt x="281" y="14262"/>
                    </a:lnTo>
                    <a:lnTo>
                      <a:pt x="151" y="15105"/>
                    </a:lnTo>
                    <a:lnTo>
                      <a:pt x="65" y="15990"/>
                    </a:lnTo>
                    <a:lnTo>
                      <a:pt x="0" y="16855"/>
                    </a:lnTo>
                    <a:lnTo>
                      <a:pt x="0" y="17762"/>
                    </a:lnTo>
                    <a:lnTo>
                      <a:pt x="22" y="18648"/>
                    </a:lnTo>
                    <a:lnTo>
                      <a:pt x="108" y="19556"/>
                    </a:lnTo>
                    <a:lnTo>
                      <a:pt x="238" y="20442"/>
                    </a:lnTo>
                    <a:lnTo>
                      <a:pt x="411" y="21306"/>
                    </a:lnTo>
                    <a:lnTo>
                      <a:pt x="627" y="22149"/>
                    </a:lnTo>
                    <a:lnTo>
                      <a:pt x="864" y="22991"/>
                    </a:lnTo>
                    <a:lnTo>
                      <a:pt x="1167" y="23791"/>
                    </a:lnTo>
                    <a:lnTo>
                      <a:pt x="1491" y="24590"/>
                    </a:lnTo>
                    <a:lnTo>
                      <a:pt x="1858" y="25368"/>
                    </a:lnTo>
                    <a:lnTo>
                      <a:pt x="2269" y="26103"/>
                    </a:lnTo>
                    <a:lnTo>
                      <a:pt x="2701" y="26837"/>
                    </a:lnTo>
                    <a:lnTo>
                      <a:pt x="3155" y="27529"/>
                    </a:lnTo>
                    <a:lnTo>
                      <a:pt x="3673" y="28220"/>
                    </a:lnTo>
                    <a:lnTo>
                      <a:pt x="4192" y="28869"/>
                    </a:lnTo>
                    <a:lnTo>
                      <a:pt x="4754" y="29495"/>
                    </a:lnTo>
                    <a:lnTo>
                      <a:pt x="5359" y="30079"/>
                    </a:lnTo>
                    <a:lnTo>
                      <a:pt x="5964" y="30662"/>
                    </a:lnTo>
                    <a:lnTo>
                      <a:pt x="6612" y="31202"/>
                    </a:lnTo>
                    <a:lnTo>
                      <a:pt x="7282" y="31699"/>
                    </a:lnTo>
                    <a:lnTo>
                      <a:pt x="7973" y="32174"/>
                    </a:lnTo>
                    <a:lnTo>
                      <a:pt x="8686" y="32607"/>
                    </a:lnTo>
                    <a:lnTo>
                      <a:pt x="9442" y="33017"/>
                    </a:lnTo>
                    <a:lnTo>
                      <a:pt x="10199" y="33384"/>
                    </a:lnTo>
                    <a:lnTo>
                      <a:pt x="10977" y="33730"/>
                    </a:lnTo>
                    <a:lnTo>
                      <a:pt x="11776" y="34033"/>
                    </a:lnTo>
                    <a:lnTo>
                      <a:pt x="12576" y="34292"/>
                    </a:lnTo>
                    <a:lnTo>
                      <a:pt x="13418" y="34508"/>
                    </a:lnTo>
                    <a:lnTo>
                      <a:pt x="14261" y="34681"/>
                    </a:lnTo>
                    <a:lnTo>
                      <a:pt x="15104" y="34832"/>
                    </a:lnTo>
                    <a:lnTo>
                      <a:pt x="15990" y="34919"/>
                    </a:lnTo>
                    <a:lnTo>
                      <a:pt x="16854" y="34962"/>
                    </a:lnTo>
                    <a:lnTo>
                      <a:pt x="17761" y="34983"/>
                    </a:lnTo>
                    <a:lnTo>
                      <a:pt x="18647" y="34940"/>
                    </a:lnTo>
                    <a:lnTo>
                      <a:pt x="19555" y="34854"/>
                    </a:lnTo>
                    <a:lnTo>
                      <a:pt x="20441" y="34724"/>
                    </a:lnTo>
                    <a:lnTo>
                      <a:pt x="21305" y="34573"/>
                    </a:lnTo>
                    <a:lnTo>
                      <a:pt x="22148" y="34357"/>
                    </a:lnTo>
                    <a:lnTo>
                      <a:pt x="22969" y="34098"/>
                    </a:lnTo>
                    <a:lnTo>
                      <a:pt x="23790" y="33817"/>
                    </a:lnTo>
                    <a:lnTo>
                      <a:pt x="24589" y="33471"/>
                    </a:lnTo>
                    <a:lnTo>
                      <a:pt x="25346" y="33125"/>
                    </a:lnTo>
                    <a:lnTo>
                      <a:pt x="26102" y="32715"/>
                    </a:lnTo>
                    <a:lnTo>
                      <a:pt x="26837" y="32283"/>
                    </a:lnTo>
                    <a:lnTo>
                      <a:pt x="27528" y="31807"/>
                    </a:lnTo>
                    <a:lnTo>
                      <a:pt x="28219" y="31310"/>
                    </a:lnTo>
                    <a:lnTo>
                      <a:pt x="28868" y="30770"/>
                    </a:lnTo>
                    <a:lnTo>
                      <a:pt x="29494" y="30208"/>
                    </a:lnTo>
                    <a:lnTo>
                      <a:pt x="30078" y="29625"/>
                    </a:lnTo>
                    <a:lnTo>
                      <a:pt x="30661" y="28998"/>
                    </a:lnTo>
                    <a:lnTo>
                      <a:pt x="31180" y="28350"/>
                    </a:lnTo>
                    <a:lnTo>
                      <a:pt x="31698" y="27680"/>
                    </a:lnTo>
                    <a:lnTo>
                      <a:pt x="32174" y="26989"/>
                    </a:lnTo>
                    <a:lnTo>
                      <a:pt x="32606" y="26276"/>
                    </a:lnTo>
                    <a:lnTo>
                      <a:pt x="33016" y="25541"/>
                    </a:lnTo>
                    <a:lnTo>
                      <a:pt x="33384" y="24785"/>
                    </a:lnTo>
                    <a:lnTo>
                      <a:pt x="33729" y="24007"/>
                    </a:lnTo>
                    <a:lnTo>
                      <a:pt x="34032" y="23207"/>
                    </a:lnTo>
                    <a:lnTo>
                      <a:pt x="34291" y="22386"/>
                    </a:lnTo>
                    <a:lnTo>
                      <a:pt x="34507" y="21565"/>
                    </a:lnTo>
                    <a:lnTo>
                      <a:pt x="34680" y="20722"/>
                    </a:lnTo>
                    <a:lnTo>
                      <a:pt x="34810" y="19858"/>
                    </a:lnTo>
                    <a:lnTo>
                      <a:pt x="34918" y="18994"/>
                    </a:lnTo>
                    <a:lnTo>
                      <a:pt x="34961" y="18108"/>
                    </a:lnTo>
                    <a:lnTo>
                      <a:pt x="34983" y="17222"/>
                    </a:lnTo>
                    <a:lnTo>
                      <a:pt x="34939" y="16315"/>
                    </a:lnTo>
                    <a:lnTo>
                      <a:pt x="34853" y="15429"/>
                    </a:lnTo>
                    <a:lnTo>
                      <a:pt x="34723" y="14543"/>
                    </a:lnTo>
                    <a:lnTo>
                      <a:pt x="34550" y="13678"/>
                    </a:lnTo>
                    <a:lnTo>
                      <a:pt x="34356" y="12836"/>
                    </a:lnTo>
                    <a:lnTo>
                      <a:pt x="34097" y="11993"/>
                    </a:lnTo>
                    <a:lnTo>
                      <a:pt x="33816" y="11172"/>
                    </a:lnTo>
                    <a:lnTo>
                      <a:pt x="33470" y="10394"/>
                    </a:lnTo>
                    <a:lnTo>
                      <a:pt x="33103" y="9616"/>
                    </a:lnTo>
                    <a:lnTo>
                      <a:pt x="32714" y="8860"/>
                    </a:lnTo>
                    <a:lnTo>
                      <a:pt x="32282" y="8147"/>
                    </a:lnTo>
                    <a:lnTo>
                      <a:pt x="31806" y="7434"/>
                    </a:lnTo>
                    <a:lnTo>
                      <a:pt x="31309" y="6764"/>
                    </a:lnTo>
                    <a:lnTo>
                      <a:pt x="30769" y="6116"/>
                    </a:lnTo>
                    <a:lnTo>
                      <a:pt x="30207" y="5489"/>
                    </a:lnTo>
                    <a:lnTo>
                      <a:pt x="29624" y="4884"/>
                    </a:lnTo>
                    <a:lnTo>
                      <a:pt x="28997" y="4322"/>
                    </a:lnTo>
                    <a:lnTo>
                      <a:pt x="28349" y="3782"/>
                    </a:lnTo>
                    <a:lnTo>
                      <a:pt x="27679" y="3285"/>
                    </a:lnTo>
                    <a:lnTo>
                      <a:pt x="26988" y="2810"/>
                    </a:lnTo>
                    <a:lnTo>
                      <a:pt x="26275" y="2356"/>
                    </a:lnTo>
                    <a:lnTo>
                      <a:pt x="25540" y="1946"/>
                    </a:lnTo>
                    <a:lnTo>
                      <a:pt x="24784" y="1578"/>
                    </a:lnTo>
                    <a:lnTo>
                      <a:pt x="24006" y="1254"/>
                    </a:lnTo>
                    <a:lnTo>
                      <a:pt x="23206" y="952"/>
                    </a:lnTo>
                    <a:lnTo>
                      <a:pt x="22385" y="692"/>
                    </a:lnTo>
                    <a:lnTo>
                      <a:pt x="21564" y="476"/>
                    </a:lnTo>
                    <a:lnTo>
                      <a:pt x="20722" y="282"/>
                    </a:lnTo>
                    <a:lnTo>
                      <a:pt x="19857" y="152"/>
                    </a:lnTo>
                    <a:lnTo>
                      <a:pt x="18993" y="66"/>
                    </a:lnTo>
                    <a:lnTo>
                      <a:pt x="18107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9" name="Google Shape;8639;p43">
                <a:extLst>
                  <a:ext uri="{FF2B5EF4-FFF2-40B4-BE49-F238E27FC236}">
                    <a16:creationId xmlns:a16="http://schemas.microsoft.com/office/drawing/2014/main" id="{2A62F2E0-2C22-B10F-229E-8A6B573BDF58}"/>
                  </a:ext>
                </a:extLst>
              </p:cNvPr>
              <p:cNvSpPr/>
              <p:nvPr/>
            </p:nvSpPr>
            <p:spPr>
              <a:xfrm>
                <a:off x="11507725" y="3671175"/>
                <a:ext cx="61075" cy="83200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3328" extrusionOk="0">
                    <a:moveTo>
                      <a:pt x="1103" y="0"/>
                    </a:moveTo>
                    <a:lnTo>
                      <a:pt x="973" y="22"/>
                    </a:lnTo>
                    <a:lnTo>
                      <a:pt x="865" y="65"/>
                    </a:lnTo>
                    <a:lnTo>
                      <a:pt x="736" y="108"/>
                    </a:lnTo>
                    <a:lnTo>
                      <a:pt x="627" y="173"/>
                    </a:lnTo>
                    <a:lnTo>
                      <a:pt x="519" y="238"/>
                    </a:lnTo>
                    <a:lnTo>
                      <a:pt x="433" y="346"/>
                    </a:lnTo>
                    <a:lnTo>
                      <a:pt x="347" y="454"/>
                    </a:lnTo>
                    <a:lnTo>
                      <a:pt x="260" y="584"/>
                    </a:lnTo>
                    <a:lnTo>
                      <a:pt x="131" y="843"/>
                    </a:lnTo>
                    <a:lnTo>
                      <a:pt x="44" y="1124"/>
                    </a:lnTo>
                    <a:lnTo>
                      <a:pt x="1" y="1426"/>
                    </a:lnTo>
                    <a:lnTo>
                      <a:pt x="1" y="1750"/>
                    </a:lnTo>
                    <a:lnTo>
                      <a:pt x="44" y="2075"/>
                    </a:lnTo>
                    <a:lnTo>
                      <a:pt x="131" y="2356"/>
                    </a:lnTo>
                    <a:lnTo>
                      <a:pt x="260" y="2636"/>
                    </a:lnTo>
                    <a:lnTo>
                      <a:pt x="411" y="2874"/>
                    </a:lnTo>
                    <a:lnTo>
                      <a:pt x="606" y="3047"/>
                    </a:lnTo>
                    <a:lnTo>
                      <a:pt x="692" y="3133"/>
                    </a:lnTo>
                    <a:lnTo>
                      <a:pt x="800" y="3198"/>
                    </a:lnTo>
                    <a:lnTo>
                      <a:pt x="908" y="3263"/>
                    </a:lnTo>
                    <a:lnTo>
                      <a:pt x="1038" y="3285"/>
                    </a:lnTo>
                    <a:lnTo>
                      <a:pt x="1146" y="3306"/>
                    </a:lnTo>
                    <a:lnTo>
                      <a:pt x="1276" y="3328"/>
                    </a:lnTo>
                    <a:lnTo>
                      <a:pt x="1341" y="3328"/>
                    </a:lnTo>
                    <a:lnTo>
                      <a:pt x="1449" y="3306"/>
                    </a:lnTo>
                    <a:lnTo>
                      <a:pt x="1578" y="3263"/>
                    </a:lnTo>
                    <a:lnTo>
                      <a:pt x="1686" y="3220"/>
                    </a:lnTo>
                    <a:lnTo>
                      <a:pt x="1794" y="3155"/>
                    </a:lnTo>
                    <a:lnTo>
                      <a:pt x="1902" y="3090"/>
                    </a:lnTo>
                    <a:lnTo>
                      <a:pt x="1989" y="2982"/>
                    </a:lnTo>
                    <a:lnTo>
                      <a:pt x="2075" y="2896"/>
                    </a:lnTo>
                    <a:lnTo>
                      <a:pt x="2162" y="2788"/>
                    </a:lnTo>
                    <a:lnTo>
                      <a:pt x="2291" y="2528"/>
                    </a:lnTo>
                    <a:lnTo>
                      <a:pt x="2378" y="2226"/>
                    </a:lnTo>
                    <a:lnTo>
                      <a:pt x="2443" y="1923"/>
                    </a:lnTo>
                    <a:lnTo>
                      <a:pt x="2443" y="1578"/>
                    </a:lnTo>
                    <a:lnTo>
                      <a:pt x="2399" y="1254"/>
                    </a:lnTo>
                    <a:lnTo>
                      <a:pt x="2291" y="951"/>
                    </a:lnTo>
                    <a:lnTo>
                      <a:pt x="2162" y="670"/>
                    </a:lnTo>
                    <a:lnTo>
                      <a:pt x="2010" y="432"/>
                    </a:lnTo>
                    <a:lnTo>
                      <a:pt x="1902" y="324"/>
                    </a:lnTo>
                    <a:lnTo>
                      <a:pt x="1816" y="238"/>
                    </a:lnTo>
                    <a:lnTo>
                      <a:pt x="1708" y="173"/>
                    </a:lnTo>
                    <a:lnTo>
                      <a:pt x="1600" y="108"/>
                    </a:lnTo>
                    <a:lnTo>
                      <a:pt x="1470" y="43"/>
                    </a:lnTo>
                    <a:lnTo>
                      <a:pt x="1362" y="22"/>
                    </a:lnTo>
                    <a:lnTo>
                      <a:pt x="1232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0" name="Google Shape;8640;p43">
                <a:extLst>
                  <a:ext uri="{FF2B5EF4-FFF2-40B4-BE49-F238E27FC236}">
                    <a16:creationId xmlns:a16="http://schemas.microsoft.com/office/drawing/2014/main" id="{53D11765-D613-0526-2176-72697E5BC2C8}"/>
                  </a:ext>
                </a:extLst>
              </p:cNvPr>
              <p:cNvSpPr/>
              <p:nvPr/>
            </p:nvSpPr>
            <p:spPr>
              <a:xfrm>
                <a:off x="11783225" y="3652800"/>
                <a:ext cx="61075" cy="83225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3329" extrusionOk="0">
                    <a:moveTo>
                      <a:pt x="1124" y="1"/>
                    </a:moveTo>
                    <a:lnTo>
                      <a:pt x="995" y="22"/>
                    </a:lnTo>
                    <a:lnTo>
                      <a:pt x="865" y="44"/>
                    </a:lnTo>
                    <a:lnTo>
                      <a:pt x="757" y="109"/>
                    </a:lnTo>
                    <a:lnTo>
                      <a:pt x="649" y="173"/>
                    </a:lnTo>
                    <a:lnTo>
                      <a:pt x="541" y="238"/>
                    </a:lnTo>
                    <a:lnTo>
                      <a:pt x="454" y="325"/>
                    </a:lnTo>
                    <a:lnTo>
                      <a:pt x="368" y="433"/>
                    </a:lnTo>
                    <a:lnTo>
                      <a:pt x="282" y="541"/>
                    </a:lnTo>
                    <a:lnTo>
                      <a:pt x="152" y="800"/>
                    </a:lnTo>
                    <a:lnTo>
                      <a:pt x="66" y="1081"/>
                    </a:lnTo>
                    <a:lnTo>
                      <a:pt x="1" y="1405"/>
                    </a:lnTo>
                    <a:lnTo>
                      <a:pt x="1" y="1751"/>
                    </a:lnTo>
                    <a:lnTo>
                      <a:pt x="44" y="2053"/>
                    </a:lnTo>
                    <a:lnTo>
                      <a:pt x="130" y="2356"/>
                    </a:lnTo>
                    <a:lnTo>
                      <a:pt x="260" y="2637"/>
                    </a:lnTo>
                    <a:lnTo>
                      <a:pt x="411" y="2853"/>
                    </a:lnTo>
                    <a:lnTo>
                      <a:pt x="606" y="3047"/>
                    </a:lnTo>
                    <a:lnTo>
                      <a:pt x="714" y="3134"/>
                    </a:lnTo>
                    <a:lnTo>
                      <a:pt x="822" y="3199"/>
                    </a:lnTo>
                    <a:lnTo>
                      <a:pt x="930" y="3242"/>
                    </a:lnTo>
                    <a:lnTo>
                      <a:pt x="1038" y="3285"/>
                    </a:lnTo>
                    <a:lnTo>
                      <a:pt x="1146" y="3307"/>
                    </a:lnTo>
                    <a:lnTo>
                      <a:pt x="1276" y="3328"/>
                    </a:lnTo>
                    <a:lnTo>
                      <a:pt x="1340" y="3328"/>
                    </a:lnTo>
                    <a:lnTo>
                      <a:pt x="1470" y="3307"/>
                    </a:lnTo>
                    <a:lnTo>
                      <a:pt x="1578" y="3263"/>
                    </a:lnTo>
                    <a:lnTo>
                      <a:pt x="1708" y="3220"/>
                    </a:lnTo>
                    <a:lnTo>
                      <a:pt x="1816" y="3155"/>
                    </a:lnTo>
                    <a:lnTo>
                      <a:pt x="1924" y="3069"/>
                    </a:lnTo>
                    <a:lnTo>
                      <a:pt x="2010" y="2982"/>
                    </a:lnTo>
                    <a:lnTo>
                      <a:pt x="2097" y="2874"/>
                    </a:lnTo>
                    <a:lnTo>
                      <a:pt x="2183" y="2745"/>
                    </a:lnTo>
                    <a:lnTo>
                      <a:pt x="2313" y="2485"/>
                    </a:lnTo>
                    <a:lnTo>
                      <a:pt x="2399" y="2205"/>
                    </a:lnTo>
                    <a:lnTo>
                      <a:pt x="2442" y="1902"/>
                    </a:lnTo>
                    <a:lnTo>
                      <a:pt x="2442" y="1578"/>
                    </a:lnTo>
                    <a:lnTo>
                      <a:pt x="2399" y="1254"/>
                    </a:lnTo>
                    <a:lnTo>
                      <a:pt x="2313" y="951"/>
                    </a:lnTo>
                    <a:lnTo>
                      <a:pt x="2183" y="692"/>
                    </a:lnTo>
                    <a:lnTo>
                      <a:pt x="2032" y="454"/>
                    </a:lnTo>
                    <a:lnTo>
                      <a:pt x="1859" y="260"/>
                    </a:lnTo>
                    <a:lnTo>
                      <a:pt x="1751" y="195"/>
                    </a:lnTo>
                    <a:lnTo>
                      <a:pt x="1643" y="130"/>
                    </a:lnTo>
                    <a:lnTo>
                      <a:pt x="1535" y="65"/>
                    </a:lnTo>
                    <a:lnTo>
                      <a:pt x="1427" y="22"/>
                    </a:lnTo>
                    <a:lnTo>
                      <a:pt x="129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1" name="Google Shape;8641;p43">
                <a:extLst>
                  <a:ext uri="{FF2B5EF4-FFF2-40B4-BE49-F238E27FC236}">
                    <a16:creationId xmlns:a16="http://schemas.microsoft.com/office/drawing/2014/main" id="{9F62E6F9-9B6C-E598-2055-B2A5B668FDBE}"/>
                  </a:ext>
                </a:extLst>
              </p:cNvPr>
              <p:cNvSpPr/>
              <p:nvPr/>
            </p:nvSpPr>
            <p:spPr>
              <a:xfrm>
                <a:off x="11587150" y="3786225"/>
                <a:ext cx="195025" cy="121575"/>
              </a:xfrm>
              <a:custGeom>
                <a:avLst/>
                <a:gdLst/>
                <a:ahLst/>
                <a:cxnLst/>
                <a:rect l="l" t="t" r="r" b="b"/>
                <a:pathLst>
                  <a:path w="7801" h="4863" extrusionOk="0">
                    <a:moveTo>
                      <a:pt x="3911" y="1"/>
                    </a:moveTo>
                    <a:lnTo>
                      <a:pt x="3501" y="44"/>
                    </a:lnTo>
                    <a:lnTo>
                      <a:pt x="3198" y="109"/>
                    </a:lnTo>
                    <a:lnTo>
                      <a:pt x="2874" y="174"/>
                    </a:lnTo>
                    <a:lnTo>
                      <a:pt x="2550" y="260"/>
                    </a:lnTo>
                    <a:lnTo>
                      <a:pt x="2226" y="368"/>
                    </a:lnTo>
                    <a:lnTo>
                      <a:pt x="1923" y="476"/>
                    </a:lnTo>
                    <a:lnTo>
                      <a:pt x="1621" y="606"/>
                    </a:lnTo>
                    <a:lnTo>
                      <a:pt x="1340" y="735"/>
                    </a:lnTo>
                    <a:lnTo>
                      <a:pt x="1081" y="865"/>
                    </a:lnTo>
                    <a:lnTo>
                      <a:pt x="843" y="1016"/>
                    </a:lnTo>
                    <a:lnTo>
                      <a:pt x="605" y="1189"/>
                    </a:lnTo>
                    <a:lnTo>
                      <a:pt x="411" y="1340"/>
                    </a:lnTo>
                    <a:lnTo>
                      <a:pt x="259" y="1492"/>
                    </a:lnTo>
                    <a:lnTo>
                      <a:pt x="130" y="1664"/>
                    </a:lnTo>
                    <a:lnTo>
                      <a:pt x="43" y="1816"/>
                    </a:lnTo>
                    <a:lnTo>
                      <a:pt x="0" y="1989"/>
                    </a:lnTo>
                    <a:lnTo>
                      <a:pt x="0" y="2140"/>
                    </a:lnTo>
                    <a:lnTo>
                      <a:pt x="22" y="2334"/>
                    </a:lnTo>
                    <a:lnTo>
                      <a:pt x="108" y="2529"/>
                    </a:lnTo>
                    <a:lnTo>
                      <a:pt x="195" y="2745"/>
                    </a:lnTo>
                    <a:lnTo>
                      <a:pt x="324" y="2961"/>
                    </a:lnTo>
                    <a:lnTo>
                      <a:pt x="476" y="3177"/>
                    </a:lnTo>
                    <a:lnTo>
                      <a:pt x="670" y="3415"/>
                    </a:lnTo>
                    <a:lnTo>
                      <a:pt x="886" y="3631"/>
                    </a:lnTo>
                    <a:lnTo>
                      <a:pt x="1124" y="3847"/>
                    </a:lnTo>
                    <a:lnTo>
                      <a:pt x="1383" y="4063"/>
                    </a:lnTo>
                    <a:lnTo>
                      <a:pt x="1664" y="4236"/>
                    </a:lnTo>
                    <a:lnTo>
                      <a:pt x="1966" y="4409"/>
                    </a:lnTo>
                    <a:lnTo>
                      <a:pt x="2312" y="4560"/>
                    </a:lnTo>
                    <a:lnTo>
                      <a:pt x="2658" y="4690"/>
                    </a:lnTo>
                    <a:lnTo>
                      <a:pt x="3025" y="4776"/>
                    </a:lnTo>
                    <a:lnTo>
                      <a:pt x="3414" y="4841"/>
                    </a:lnTo>
                    <a:lnTo>
                      <a:pt x="3825" y="4862"/>
                    </a:lnTo>
                    <a:lnTo>
                      <a:pt x="4019" y="4862"/>
                    </a:lnTo>
                    <a:lnTo>
                      <a:pt x="4451" y="4819"/>
                    </a:lnTo>
                    <a:lnTo>
                      <a:pt x="4883" y="4733"/>
                    </a:lnTo>
                    <a:lnTo>
                      <a:pt x="5272" y="4603"/>
                    </a:lnTo>
                    <a:lnTo>
                      <a:pt x="5618" y="4430"/>
                    </a:lnTo>
                    <a:lnTo>
                      <a:pt x="5964" y="4236"/>
                    </a:lnTo>
                    <a:lnTo>
                      <a:pt x="6266" y="4020"/>
                    </a:lnTo>
                    <a:lnTo>
                      <a:pt x="6547" y="3782"/>
                    </a:lnTo>
                    <a:lnTo>
                      <a:pt x="6807" y="3523"/>
                    </a:lnTo>
                    <a:lnTo>
                      <a:pt x="7023" y="3263"/>
                    </a:lnTo>
                    <a:lnTo>
                      <a:pt x="7239" y="3004"/>
                    </a:lnTo>
                    <a:lnTo>
                      <a:pt x="7390" y="2723"/>
                    </a:lnTo>
                    <a:lnTo>
                      <a:pt x="7541" y="2464"/>
                    </a:lnTo>
                    <a:lnTo>
                      <a:pt x="7649" y="2205"/>
                    </a:lnTo>
                    <a:lnTo>
                      <a:pt x="7736" y="1967"/>
                    </a:lnTo>
                    <a:lnTo>
                      <a:pt x="7779" y="1751"/>
                    </a:lnTo>
                    <a:lnTo>
                      <a:pt x="7800" y="1578"/>
                    </a:lnTo>
                    <a:lnTo>
                      <a:pt x="7800" y="1405"/>
                    </a:lnTo>
                    <a:lnTo>
                      <a:pt x="7757" y="1232"/>
                    </a:lnTo>
                    <a:lnTo>
                      <a:pt x="7671" y="1081"/>
                    </a:lnTo>
                    <a:lnTo>
                      <a:pt x="7541" y="930"/>
                    </a:lnTo>
                    <a:lnTo>
                      <a:pt x="7433" y="822"/>
                    </a:lnTo>
                    <a:lnTo>
                      <a:pt x="7303" y="735"/>
                    </a:lnTo>
                    <a:lnTo>
                      <a:pt x="7001" y="562"/>
                    </a:lnTo>
                    <a:lnTo>
                      <a:pt x="6655" y="390"/>
                    </a:lnTo>
                    <a:lnTo>
                      <a:pt x="6245" y="260"/>
                    </a:lnTo>
                    <a:lnTo>
                      <a:pt x="5813" y="152"/>
                    </a:lnTo>
                    <a:lnTo>
                      <a:pt x="5337" y="66"/>
                    </a:lnTo>
                    <a:lnTo>
                      <a:pt x="484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2" name="Google Shape;8642;p43">
                <a:extLst>
                  <a:ext uri="{FF2B5EF4-FFF2-40B4-BE49-F238E27FC236}">
                    <a16:creationId xmlns:a16="http://schemas.microsoft.com/office/drawing/2014/main" id="{A811E80F-DD08-3C22-965C-546E62730BDC}"/>
                  </a:ext>
                </a:extLst>
              </p:cNvPr>
              <p:cNvSpPr/>
              <p:nvPr/>
            </p:nvSpPr>
            <p:spPr>
              <a:xfrm>
                <a:off x="11589850" y="3894275"/>
                <a:ext cx="207450" cy="117775"/>
              </a:xfrm>
              <a:custGeom>
                <a:avLst/>
                <a:gdLst/>
                <a:ahLst/>
                <a:cxnLst/>
                <a:rect l="l" t="t" r="r" b="b"/>
                <a:pathLst>
                  <a:path w="8298" h="4711" extrusionOk="0">
                    <a:moveTo>
                      <a:pt x="3868" y="0"/>
                    </a:moveTo>
                    <a:lnTo>
                      <a:pt x="3803" y="43"/>
                    </a:lnTo>
                    <a:lnTo>
                      <a:pt x="3738" y="87"/>
                    </a:lnTo>
                    <a:lnTo>
                      <a:pt x="3673" y="130"/>
                    </a:lnTo>
                    <a:lnTo>
                      <a:pt x="3630" y="195"/>
                    </a:lnTo>
                    <a:lnTo>
                      <a:pt x="3609" y="259"/>
                    </a:lnTo>
                    <a:lnTo>
                      <a:pt x="3587" y="346"/>
                    </a:lnTo>
                    <a:lnTo>
                      <a:pt x="3587" y="432"/>
                    </a:lnTo>
                    <a:lnTo>
                      <a:pt x="3803" y="3868"/>
                    </a:lnTo>
                    <a:lnTo>
                      <a:pt x="3436" y="3846"/>
                    </a:lnTo>
                    <a:lnTo>
                      <a:pt x="3068" y="3782"/>
                    </a:lnTo>
                    <a:lnTo>
                      <a:pt x="2680" y="3695"/>
                    </a:lnTo>
                    <a:lnTo>
                      <a:pt x="2291" y="3587"/>
                    </a:lnTo>
                    <a:lnTo>
                      <a:pt x="1880" y="3436"/>
                    </a:lnTo>
                    <a:lnTo>
                      <a:pt x="1470" y="3263"/>
                    </a:lnTo>
                    <a:lnTo>
                      <a:pt x="1059" y="3047"/>
                    </a:lnTo>
                    <a:lnTo>
                      <a:pt x="627" y="2809"/>
                    </a:lnTo>
                    <a:lnTo>
                      <a:pt x="540" y="2766"/>
                    </a:lnTo>
                    <a:lnTo>
                      <a:pt x="476" y="2744"/>
                    </a:lnTo>
                    <a:lnTo>
                      <a:pt x="389" y="2744"/>
                    </a:lnTo>
                    <a:lnTo>
                      <a:pt x="303" y="2766"/>
                    </a:lnTo>
                    <a:lnTo>
                      <a:pt x="238" y="2788"/>
                    </a:lnTo>
                    <a:lnTo>
                      <a:pt x="173" y="2831"/>
                    </a:lnTo>
                    <a:lnTo>
                      <a:pt x="108" y="2874"/>
                    </a:lnTo>
                    <a:lnTo>
                      <a:pt x="65" y="2939"/>
                    </a:lnTo>
                    <a:lnTo>
                      <a:pt x="22" y="3025"/>
                    </a:lnTo>
                    <a:lnTo>
                      <a:pt x="0" y="3112"/>
                    </a:lnTo>
                    <a:lnTo>
                      <a:pt x="0" y="3177"/>
                    </a:lnTo>
                    <a:lnTo>
                      <a:pt x="22" y="3263"/>
                    </a:lnTo>
                    <a:lnTo>
                      <a:pt x="43" y="3328"/>
                    </a:lnTo>
                    <a:lnTo>
                      <a:pt x="87" y="3393"/>
                    </a:lnTo>
                    <a:lnTo>
                      <a:pt x="151" y="3457"/>
                    </a:lnTo>
                    <a:lnTo>
                      <a:pt x="216" y="3501"/>
                    </a:lnTo>
                    <a:lnTo>
                      <a:pt x="713" y="3782"/>
                    </a:lnTo>
                    <a:lnTo>
                      <a:pt x="1210" y="4041"/>
                    </a:lnTo>
                    <a:lnTo>
                      <a:pt x="1686" y="4235"/>
                    </a:lnTo>
                    <a:lnTo>
                      <a:pt x="2139" y="4408"/>
                    </a:lnTo>
                    <a:lnTo>
                      <a:pt x="2615" y="4538"/>
                    </a:lnTo>
                    <a:lnTo>
                      <a:pt x="3047" y="4624"/>
                    </a:lnTo>
                    <a:lnTo>
                      <a:pt x="3501" y="4689"/>
                    </a:lnTo>
                    <a:lnTo>
                      <a:pt x="3933" y="4711"/>
                    </a:lnTo>
                    <a:lnTo>
                      <a:pt x="4192" y="4689"/>
                    </a:lnTo>
                    <a:lnTo>
                      <a:pt x="4451" y="4667"/>
                    </a:lnTo>
                    <a:lnTo>
                      <a:pt x="4711" y="4646"/>
                    </a:lnTo>
                    <a:lnTo>
                      <a:pt x="4970" y="4603"/>
                    </a:lnTo>
                    <a:lnTo>
                      <a:pt x="5229" y="4538"/>
                    </a:lnTo>
                    <a:lnTo>
                      <a:pt x="5489" y="4473"/>
                    </a:lnTo>
                    <a:lnTo>
                      <a:pt x="6007" y="4278"/>
                    </a:lnTo>
                    <a:lnTo>
                      <a:pt x="6526" y="4041"/>
                    </a:lnTo>
                    <a:lnTo>
                      <a:pt x="7066" y="3738"/>
                    </a:lnTo>
                    <a:lnTo>
                      <a:pt x="7584" y="3393"/>
                    </a:lnTo>
                    <a:lnTo>
                      <a:pt x="8146" y="2982"/>
                    </a:lnTo>
                    <a:lnTo>
                      <a:pt x="8211" y="2917"/>
                    </a:lnTo>
                    <a:lnTo>
                      <a:pt x="8254" y="2852"/>
                    </a:lnTo>
                    <a:lnTo>
                      <a:pt x="8276" y="2788"/>
                    </a:lnTo>
                    <a:lnTo>
                      <a:pt x="8297" y="2701"/>
                    </a:lnTo>
                    <a:lnTo>
                      <a:pt x="8297" y="2636"/>
                    </a:lnTo>
                    <a:lnTo>
                      <a:pt x="8297" y="2550"/>
                    </a:lnTo>
                    <a:lnTo>
                      <a:pt x="8254" y="2485"/>
                    </a:lnTo>
                    <a:lnTo>
                      <a:pt x="8211" y="2399"/>
                    </a:lnTo>
                    <a:lnTo>
                      <a:pt x="8168" y="2334"/>
                    </a:lnTo>
                    <a:lnTo>
                      <a:pt x="8081" y="2291"/>
                    </a:lnTo>
                    <a:lnTo>
                      <a:pt x="8017" y="2269"/>
                    </a:lnTo>
                    <a:lnTo>
                      <a:pt x="7952" y="2247"/>
                    </a:lnTo>
                    <a:lnTo>
                      <a:pt x="7865" y="2247"/>
                    </a:lnTo>
                    <a:lnTo>
                      <a:pt x="7779" y="2269"/>
                    </a:lnTo>
                    <a:lnTo>
                      <a:pt x="7714" y="2291"/>
                    </a:lnTo>
                    <a:lnTo>
                      <a:pt x="7649" y="2334"/>
                    </a:lnTo>
                    <a:lnTo>
                      <a:pt x="7239" y="2636"/>
                    </a:lnTo>
                    <a:lnTo>
                      <a:pt x="6850" y="2896"/>
                    </a:lnTo>
                    <a:lnTo>
                      <a:pt x="6482" y="3133"/>
                    </a:lnTo>
                    <a:lnTo>
                      <a:pt x="6094" y="3328"/>
                    </a:lnTo>
                    <a:lnTo>
                      <a:pt x="5726" y="3501"/>
                    </a:lnTo>
                    <a:lnTo>
                      <a:pt x="5359" y="3630"/>
                    </a:lnTo>
                    <a:lnTo>
                      <a:pt x="4992" y="3738"/>
                    </a:lnTo>
                    <a:lnTo>
                      <a:pt x="4624" y="3825"/>
                    </a:lnTo>
                    <a:lnTo>
                      <a:pt x="4387" y="368"/>
                    </a:lnTo>
                    <a:lnTo>
                      <a:pt x="4387" y="303"/>
                    </a:lnTo>
                    <a:lnTo>
                      <a:pt x="4343" y="216"/>
                    </a:lnTo>
                    <a:lnTo>
                      <a:pt x="4300" y="151"/>
                    </a:lnTo>
                    <a:lnTo>
                      <a:pt x="4257" y="87"/>
                    </a:lnTo>
                    <a:lnTo>
                      <a:pt x="4192" y="43"/>
                    </a:lnTo>
                    <a:lnTo>
                      <a:pt x="4127" y="22"/>
                    </a:lnTo>
                    <a:lnTo>
                      <a:pt x="404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3" name="Google Shape;8643;p43">
                <a:extLst>
                  <a:ext uri="{FF2B5EF4-FFF2-40B4-BE49-F238E27FC236}">
                    <a16:creationId xmlns:a16="http://schemas.microsoft.com/office/drawing/2014/main" id="{495E4564-40CE-5C4B-1387-9CFD89C41C99}"/>
                  </a:ext>
                </a:extLst>
              </p:cNvPr>
              <p:cNvSpPr/>
              <p:nvPr/>
            </p:nvSpPr>
            <p:spPr>
              <a:xfrm>
                <a:off x="11613600" y="3813775"/>
                <a:ext cx="54600" cy="37300"/>
              </a:xfrm>
              <a:custGeom>
                <a:avLst/>
                <a:gdLst/>
                <a:ahLst/>
                <a:cxnLst/>
                <a:rect l="l" t="t" r="r" b="b"/>
                <a:pathLst>
                  <a:path w="2184" h="1492" extrusionOk="0">
                    <a:moveTo>
                      <a:pt x="1773" y="1"/>
                    </a:moveTo>
                    <a:lnTo>
                      <a:pt x="1513" y="44"/>
                    </a:lnTo>
                    <a:lnTo>
                      <a:pt x="1276" y="87"/>
                    </a:lnTo>
                    <a:lnTo>
                      <a:pt x="1038" y="152"/>
                    </a:lnTo>
                    <a:lnTo>
                      <a:pt x="822" y="260"/>
                    </a:lnTo>
                    <a:lnTo>
                      <a:pt x="606" y="368"/>
                    </a:lnTo>
                    <a:lnTo>
                      <a:pt x="390" y="498"/>
                    </a:lnTo>
                    <a:lnTo>
                      <a:pt x="217" y="671"/>
                    </a:lnTo>
                    <a:lnTo>
                      <a:pt x="66" y="865"/>
                    </a:lnTo>
                    <a:lnTo>
                      <a:pt x="1" y="951"/>
                    </a:lnTo>
                    <a:lnTo>
                      <a:pt x="1" y="1059"/>
                    </a:lnTo>
                    <a:lnTo>
                      <a:pt x="1" y="1167"/>
                    </a:lnTo>
                    <a:lnTo>
                      <a:pt x="66" y="1276"/>
                    </a:lnTo>
                    <a:lnTo>
                      <a:pt x="131" y="1362"/>
                    </a:lnTo>
                    <a:lnTo>
                      <a:pt x="217" y="1427"/>
                    </a:lnTo>
                    <a:lnTo>
                      <a:pt x="303" y="1470"/>
                    </a:lnTo>
                    <a:lnTo>
                      <a:pt x="411" y="1492"/>
                    </a:lnTo>
                    <a:lnTo>
                      <a:pt x="628" y="1448"/>
                    </a:lnTo>
                    <a:lnTo>
                      <a:pt x="800" y="1405"/>
                    </a:lnTo>
                    <a:lnTo>
                      <a:pt x="995" y="1340"/>
                    </a:lnTo>
                    <a:lnTo>
                      <a:pt x="1168" y="1254"/>
                    </a:lnTo>
                    <a:lnTo>
                      <a:pt x="1492" y="1059"/>
                    </a:lnTo>
                    <a:lnTo>
                      <a:pt x="1838" y="865"/>
                    </a:lnTo>
                    <a:lnTo>
                      <a:pt x="1924" y="822"/>
                    </a:lnTo>
                    <a:lnTo>
                      <a:pt x="1967" y="757"/>
                    </a:lnTo>
                    <a:lnTo>
                      <a:pt x="2054" y="692"/>
                    </a:lnTo>
                    <a:lnTo>
                      <a:pt x="2118" y="627"/>
                    </a:lnTo>
                    <a:lnTo>
                      <a:pt x="2162" y="519"/>
                    </a:lnTo>
                    <a:lnTo>
                      <a:pt x="2183" y="411"/>
                    </a:lnTo>
                    <a:lnTo>
                      <a:pt x="2162" y="346"/>
                    </a:lnTo>
                    <a:lnTo>
                      <a:pt x="2140" y="260"/>
                    </a:lnTo>
                    <a:lnTo>
                      <a:pt x="2097" y="195"/>
                    </a:lnTo>
                    <a:lnTo>
                      <a:pt x="2054" y="130"/>
                    </a:lnTo>
                    <a:lnTo>
                      <a:pt x="1989" y="65"/>
                    </a:lnTo>
                    <a:lnTo>
                      <a:pt x="1924" y="22"/>
                    </a:lnTo>
                    <a:lnTo>
                      <a:pt x="183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8644" name="Google Shape;8644;p43">
            <a:extLst>
              <a:ext uri="{FF2B5EF4-FFF2-40B4-BE49-F238E27FC236}">
                <a16:creationId xmlns:a16="http://schemas.microsoft.com/office/drawing/2014/main" id="{01ECC6AC-AC5E-EE52-A7C7-AAA8A5291E49}"/>
              </a:ext>
            </a:extLst>
          </p:cNvPr>
          <p:cNvGrpSpPr/>
          <p:nvPr/>
        </p:nvGrpSpPr>
        <p:grpSpPr>
          <a:xfrm>
            <a:off x="6857767" y="3534236"/>
            <a:ext cx="1823591" cy="1453514"/>
            <a:chOff x="8222575" y="3882950"/>
            <a:chExt cx="2306300" cy="1838263"/>
          </a:xfrm>
        </p:grpSpPr>
        <p:sp>
          <p:nvSpPr>
            <p:cNvPr id="8645" name="Google Shape;8645;p43">
              <a:extLst>
                <a:ext uri="{FF2B5EF4-FFF2-40B4-BE49-F238E27FC236}">
                  <a16:creationId xmlns:a16="http://schemas.microsoft.com/office/drawing/2014/main" id="{BC953131-19AE-855D-61D3-2779E54839F2}"/>
                </a:ext>
              </a:extLst>
            </p:cNvPr>
            <p:cNvSpPr/>
            <p:nvPr/>
          </p:nvSpPr>
          <p:spPr>
            <a:xfrm>
              <a:off x="8266575" y="5442513"/>
              <a:ext cx="2262300" cy="2787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43">
              <a:extLst>
                <a:ext uri="{FF2B5EF4-FFF2-40B4-BE49-F238E27FC236}">
                  <a16:creationId xmlns:a16="http://schemas.microsoft.com/office/drawing/2014/main" id="{DC11EDF1-5F9E-CC34-C31E-9F80AFDEFC71}"/>
                </a:ext>
              </a:extLst>
            </p:cNvPr>
            <p:cNvSpPr/>
            <p:nvPr/>
          </p:nvSpPr>
          <p:spPr>
            <a:xfrm>
              <a:off x="8364975" y="5252175"/>
              <a:ext cx="1865075" cy="312875"/>
            </a:xfrm>
            <a:custGeom>
              <a:avLst/>
              <a:gdLst/>
              <a:ahLst/>
              <a:cxnLst/>
              <a:rect l="l" t="t" r="r" b="b"/>
              <a:pathLst>
                <a:path w="74603" h="12515" extrusionOk="0">
                  <a:moveTo>
                    <a:pt x="71514" y="0"/>
                  </a:moveTo>
                  <a:lnTo>
                    <a:pt x="71274" y="41"/>
                  </a:lnTo>
                  <a:lnTo>
                    <a:pt x="71033" y="121"/>
                  </a:lnTo>
                  <a:lnTo>
                    <a:pt x="70813" y="221"/>
                  </a:lnTo>
                  <a:lnTo>
                    <a:pt x="69449" y="903"/>
                  </a:lnTo>
                  <a:lnTo>
                    <a:pt x="68085" y="1545"/>
                  </a:lnTo>
                  <a:lnTo>
                    <a:pt x="66701" y="2126"/>
                  </a:lnTo>
                  <a:lnTo>
                    <a:pt x="65298" y="2688"/>
                  </a:lnTo>
                  <a:lnTo>
                    <a:pt x="66120" y="4533"/>
                  </a:lnTo>
                  <a:lnTo>
                    <a:pt x="66862" y="6217"/>
                  </a:lnTo>
                  <a:lnTo>
                    <a:pt x="67744" y="5796"/>
                  </a:lnTo>
                  <a:lnTo>
                    <a:pt x="68587" y="5415"/>
                  </a:lnTo>
                  <a:lnTo>
                    <a:pt x="69369" y="5014"/>
                  </a:lnTo>
                  <a:lnTo>
                    <a:pt x="70111" y="4653"/>
                  </a:lnTo>
                  <a:lnTo>
                    <a:pt x="71434" y="3951"/>
                  </a:lnTo>
                  <a:lnTo>
                    <a:pt x="72537" y="3309"/>
                  </a:lnTo>
                  <a:lnTo>
                    <a:pt x="73400" y="2768"/>
                  </a:lnTo>
                  <a:lnTo>
                    <a:pt x="74041" y="2347"/>
                  </a:lnTo>
                  <a:lnTo>
                    <a:pt x="74442" y="2026"/>
                  </a:lnTo>
                  <a:lnTo>
                    <a:pt x="74563" y="1926"/>
                  </a:lnTo>
                  <a:lnTo>
                    <a:pt x="74603" y="1865"/>
                  </a:lnTo>
                  <a:lnTo>
                    <a:pt x="74603" y="1825"/>
                  </a:lnTo>
                  <a:lnTo>
                    <a:pt x="74583" y="1725"/>
                  </a:lnTo>
                  <a:lnTo>
                    <a:pt x="74543" y="1605"/>
                  </a:lnTo>
                  <a:lnTo>
                    <a:pt x="74463" y="1464"/>
                  </a:lnTo>
                  <a:lnTo>
                    <a:pt x="74362" y="1324"/>
                  </a:lnTo>
                  <a:lnTo>
                    <a:pt x="74222" y="1184"/>
                  </a:lnTo>
                  <a:lnTo>
                    <a:pt x="74081" y="1023"/>
                  </a:lnTo>
                  <a:lnTo>
                    <a:pt x="73901" y="863"/>
                  </a:lnTo>
                  <a:lnTo>
                    <a:pt x="73700" y="722"/>
                  </a:lnTo>
                  <a:lnTo>
                    <a:pt x="73500" y="582"/>
                  </a:lnTo>
                  <a:lnTo>
                    <a:pt x="73279" y="442"/>
                  </a:lnTo>
                  <a:lnTo>
                    <a:pt x="73039" y="321"/>
                  </a:lnTo>
                  <a:lnTo>
                    <a:pt x="72798" y="221"/>
                  </a:lnTo>
                  <a:lnTo>
                    <a:pt x="72537" y="121"/>
                  </a:lnTo>
                  <a:lnTo>
                    <a:pt x="72277" y="61"/>
                  </a:lnTo>
                  <a:lnTo>
                    <a:pt x="72016" y="20"/>
                  </a:lnTo>
                  <a:lnTo>
                    <a:pt x="71755" y="0"/>
                  </a:lnTo>
                  <a:close/>
                  <a:moveTo>
                    <a:pt x="2848" y="0"/>
                  </a:moveTo>
                  <a:lnTo>
                    <a:pt x="2587" y="20"/>
                  </a:lnTo>
                  <a:lnTo>
                    <a:pt x="2327" y="61"/>
                  </a:lnTo>
                  <a:lnTo>
                    <a:pt x="2066" y="121"/>
                  </a:lnTo>
                  <a:lnTo>
                    <a:pt x="1805" y="201"/>
                  </a:lnTo>
                  <a:lnTo>
                    <a:pt x="1564" y="321"/>
                  </a:lnTo>
                  <a:lnTo>
                    <a:pt x="1324" y="442"/>
                  </a:lnTo>
                  <a:lnTo>
                    <a:pt x="1103" y="582"/>
                  </a:lnTo>
                  <a:lnTo>
                    <a:pt x="903" y="722"/>
                  </a:lnTo>
                  <a:lnTo>
                    <a:pt x="702" y="863"/>
                  </a:lnTo>
                  <a:lnTo>
                    <a:pt x="522" y="1023"/>
                  </a:lnTo>
                  <a:lnTo>
                    <a:pt x="381" y="1164"/>
                  </a:lnTo>
                  <a:lnTo>
                    <a:pt x="241" y="1324"/>
                  </a:lnTo>
                  <a:lnTo>
                    <a:pt x="141" y="1464"/>
                  </a:lnTo>
                  <a:lnTo>
                    <a:pt x="60" y="1585"/>
                  </a:lnTo>
                  <a:lnTo>
                    <a:pt x="20" y="1705"/>
                  </a:lnTo>
                  <a:lnTo>
                    <a:pt x="0" y="1805"/>
                  </a:lnTo>
                  <a:lnTo>
                    <a:pt x="0" y="1865"/>
                  </a:lnTo>
                  <a:lnTo>
                    <a:pt x="40" y="1906"/>
                  </a:lnTo>
                  <a:lnTo>
                    <a:pt x="121" y="1986"/>
                  </a:lnTo>
                  <a:lnTo>
                    <a:pt x="381" y="2206"/>
                  </a:lnTo>
                  <a:lnTo>
                    <a:pt x="822" y="2527"/>
                  </a:lnTo>
                  <a:lnTo>
                    <a:pt x="1424" y="2908"/>
                  </a:lnTo>
                  <a:lnTo>
                    <a:pt x="2166" y="3370"/>
                  </a:lnTo>
                  <a:lnTo>
                    <a:pt x="3069" y="3891"/>
                  </a:lnTo>
                  <a:lnTo>
                    <a:pt x="4131" y="4453"/>
                  </a:lnTo>
                  <a:lnTo>
                    <a:pt x="5315" y="5074"/>
                  </a:lnTo>
                  <a:lnTo>
                    <a:pt x="6638" y="5716"/>
                  </a:lnTo>
                  <a:lnTo>
                    <a:pt x="8102" y="6358"/>
                  </a:lnTo>
                  <a:lnTo>
                    <a:pt x="9687" y="7040"/>
                  </a:lnTo>
                  <a:lnTo>
                    <a:pt x="10529" y="7380"/>
                  </a:lnTo>
                  <a:lnTo>
                    <a:pt x="11411" y="7721"/>
                  </a:lnTo>
                  <a:lnTo>
                    <a:pt x="12314" y="8042"/>
                  </a:lnTo>
                  <a:lnTo>
                    <a:pt x="13236" y="8383"/>
                  </a:lnTo>
                  <a:lnTo>
                    <a:pt x="14199" y="8704"/>
                  </a:lnTo>
                  <a:lnTo>
                    <a:pt x="15202" y="9025"/>
                  </a:lnTo>
                  <a:lnTo>
                    <a:pt x="16204" y="9346"/>
                  </a:lnTo>
                  <a:lnTo>
                    <a:pt x="17247" y="9647"/>
                  </a:lnTo>
                  <a:lnTo>
                    <a:pt x="18310" y="9947"/>
                  </a:lnTo>
                  <a:lnTo>
                    <a:pt x="19413" y="10248"/>
                  </a:lnTo>
                  <a:lnTo>
                    <a:pt x="19373" y="10128"/>
                  </a:lnTo>
                  <a:lnTo>
                    <a:pt x="19333" y="10008"/>
                  </a:lnTo>
                  <a:lnTo>
                    <a:pt x="19333" y="9988"/>
                  </a:lnTo>
                  <a:lnTo>
                    <a:pt x="19373" y="9827"/>
                  </a:lnTo>
                  <a:lnTo>
                    <a:pt x="19453" y="9546"/>
                  </a:lnTo>
                  <a:lnTo>
                    <a:pt x="19774" y="8704"/>
                  </a:lnTo>
                  <a:lnTo>
                    <a:pt x="20255" y="7501"/>
                  </a:lnTo>
                  <a:lnTo>
                    <a:pt x="20877" y="6037"/>
                  </a:lnTo>
                  <a:lnTo>
                    <a:pt x="19894" y="5836"/>
                  </a:lnTo>
                  <a:lnTo>
                    <a:pt x="18912" y="5616"/>
                  </a:lnTo>
                  <a:lnTo>
                    <a:pt x="17929" y="5375"/>
                  </a:lnTo>
                  <a:lnTo>
                    <a:pt x="16926" y="5134"/>
                  </a:lnTo>
                  <a:lnTo>
                    <a:pt x="15643" y="4793"/>
                  </a:lnTo>
                  <a:lnTo>
                    <a:pt x="15061" y="5535"/>
                  </a:lnTo>
                  <a:lnTo>
                    <a:pt x="14600" y="6097"/>
                  </a:lnTo>
                  <a:lnTo>
                    <a:pt x="14259" y="6498"/>
                  </a:lnTo>
                  <a:lnTo>
                    <a:pt x="14159" y="6598"/>
                  </a:lnTo>
                  <a:lnTo>
                    <a:pt x="14078" y="6659"/>
                  </a:lnTo>
                  <a:lnTo>
                    <a:pt x="13898" y="6739"/>
                  </a:lnTo>
                  <a:lnTo>
                    <a:pt x="13717" y="6799"/>
                  </a:lnTo>
                  <a:lnTo>
                    <a:pt x="13557" y="6819"/>
                  </a:lnTo>
                  <a:lnTo>
                    <a:pt x="13377" y="6839"/>
                  </a:lnTo>
                  <a:lnTo>
                    <a:pt x="13156" y="6819"/>
                  </a:lnTo>
                  <a:lnTo>
                    <a:pt x="12955" y="6759"/>
                  </a:lnTo>
                  <a:lnTo>
                    <a:pt x="12755" y="6699"/>
                  </a:lnTo>
                  <a:lnTo>
                    <a:pt x="12574" y="6598"/>
                  </a:lnTo>
                  <a:lnTo>
                    <a:pt x="12434" y="6458"/>
                  </a:lnTo>
                  <a:lnTo>
                    <a:pt x="12294" y="6318"/>
                  </a:lnTo>
                  <a:lnTo>
                    <a:pt x="12213" y="6157"/>
                  </a:lnTo>
                  <a:lnTo>
                    <a:pt x="12153" y="5977"/>
                  </a:lnTo>
                  <a:lnTo>
                    <a:pt x="12153" y="5957"/>
                  </a:lnTo>
                  <a:lnTo>
                    <a:pt x="12173" y="5856"/>
                  </a:lnTo>
                  <a:lnTo>
                    <a:pt x="12193" y="5716"/>
                  </a:lnTo>
                  <a:lnTo>
                    <a:pt x="12354" y="5295"/>
                  </a:lnTo>
                  <a:lnTo>
                    <a:pt x="12574" y="4693"/>
                  </a:lnTo>
                  <a:lnTo>
                    <a:pt x="12875" y="3951"/>
                  </a:lnTo>
                  <a:lnTo>
                    <a:pt x="11732" y="3570"/>
                  </a:lnTo>
                  <a:lnTo>
                    <a:pt x="10589" y="3169"/>
                  </a:lnTo>
                  <a:lnTo>
                    <a:pt x="9426" y="2748"/>
                  </a:lnTo>
                  <a:lnTo>
                    <a:pt x="8283" y="2287"/>
                  </a:lnTo>
                  <a:lnTo>
                    <a:pt x="7160" y="1805"/>
                  </a:lnTo>
                  <a:lnTo>
                    <a:pt x="6017" y="1304"/>
                  </a:lnTo>
                  <a:lnTo>
                    <a:pt x="4893" y="783"/>
                  </a:lnTo>
                  <a:lnTo>
                    <a:pt x="3791" y="221"/>
                  </a:lnTo>
                  <a:lnTo>
                    <a:pt x="3550" y="121"/>
                  </a:lnTo>
                  <a:lnTo>
                    <a:pt x="3329" y="41"/>
                  </a:lnTo>
                  <a:lnTo>
                    <a:pt x="3089" y="0"/>
                  </a:lnTo>
                  <a:close/>
                  <a:moveTo>
                    <a:pt x="61106" y="4152"/>
                  </a:moveTo>
                  <a:lnTo>
                    <a:pt x="60103" y="4453"/>
                  </a:lnTo>
                  <a:lnTo>
                    <a:pt x="59101" y="4753"/>
                  </a:lnTo>
                  <a:lnTo>
                    <a:pt x="58098" y="5014"/>
                  </a:lnTo>
                  <a:lnTo>
                    <a:pt x="57115" y="5275"/>
                  </a:lnTo>
                  <a:lnTo>
                    <a:pt x="57396" y="5977"/>
                  </a:lnTo>
                  <a:lnTo>
                    <a:pt x="57617" y="6538"/>
                  </a:lnTo>
                  <a:lnTo>
                    <a:pt x="57737" y="6939"/>
                  </a:lnTo>
                  <a:lnTo>
                    <a:pt x="57777" y="7060"/>
                  </a:lnTo>
                  <a:lnTo>
                    <a:pt x="57797" y="7160"/>
                  </a:lnTo>
                  <a:lnTo>
                    <a:pt x="57797" y="7180"/>
                  </a:lnTo>
                  <a:lnTo>
                    <a:pt x="57737" y="7360"/>
                  </a:lnTo>
                  <a:lnTo>
                    <a:pt x="57637" y="7521"/>
                  </a:lnTo>
                  <a:lnTo>
                    <a:pt x="57516" y="7661"/>
                  </a:lnTo>
                  <a:lnTo>
                    <a:pt x="57356" y="7782"/>
                  </a:lnTo>
                  <a:lnTo>
                    <a:pt x="57196" y="7882"/>
                  </a:lnTo>
                  <a:lnTo>
                    <a:pt x="56995" y="7962"/>
                  </a:lnTo>
                  <a:lnTo>
                    <a:pt x="56774" y="8002"/>
                  </a:lnTo>
                  <a:lnTo>
                    <a:pt x="56574" y="8022"/>
                  </a:lnTo>
                  <a:lnTo>
                    <a:pt x="56393" y="8022"/>
                  </a:lnTo>
                  <a:lnTo>
                    <a:pt x="56213" y="7982"/>
                  </a:lnTo>
                  <a:lnTo>
                    <a:pt x="56052" y="7942"/>
                  </a:lnTo>
                  <a:lnTo>
                    <a:pt x="55872" y="7862"/>
                  </a:lnTo>
                  <a:lnTo>
                    <a:pt x="55792" y="7802"/>
                  </a:lnTo>
                  <a:lnTo>
                    <a:pt x="55671" y="7681"/>
                  </a:lnTo>
                  <a:lnTo>
                    <a:pt x="55331" y="7280"/>
                  </a:lnTo>
                  <a:lnTo>
                    <a:pt x="54849" y="6699"/>
                  </a:lnTo>
                  <a:lnTo>
                    <a:pt x="54268" y="5937"/>
                  </a:lnTo>
                  <a:lnTo>
                    <a:pt x="52924" y="6197"/>
                  </a:lnTo>
                  <a:lnTo>
                    <a:pt x="51600" y="6458"/>
                  </a:lnTo>
                  <a:lnTo>
                    <a:pt x="50297" y="6679"/>
                  </a:lnTo>
                  <a:lnTo>
                    <a:pt x="49033" y="6859"/>
                  </a:lnTo>
                  <a:lnTo>
                    <a:pt x="47810" y="7040"/>
                  </a:lnTo>
                  <a:lnTo>
                    <a:pt x="46607" y="7200"/>
                  </a:lnTo>
                  <a:lnTo>
                    <a:pt x="45444" y="7320"/>
                  </a:lnTo>
                  <a:lnTo>
                    <a:pt x="44341" y="7441"/>
                  </a:lnTo>
                  <a:lnTo>
                    <a:pt x="43258" y="7521"/>
                  </a:lnTo>
                  <a:lnTo>
                    <a:pt x="42235" y="7601"/>
                  </a:lnTo>
                  <a:lnTo>
                    <a:pt x="40350" y="7721"/>
                  </a:lnTo>
                  <a:lnTo>
                    <a:pt x="38705" y="7782"/>
                  </a:lnTo>
                  <a:lnTo>
                    <a:pt x="37302" y="7802"/>
                  </a:lnTo>
                  <a:lnTo>
                    <a:pt x="36219" y="7782"/>
                  </a:lnTo>
                  <a:lnTo>
                    <a:pt x="34955" y="7741"/>
                  </a:lnTo>
                  <a:lnTo>
                    <a:pt x="33551" y="7681"/>
                  </a:lnTo>
                  <a:lnTo>
                    <a:pt x="32007" y="7581"/>
                  </a:lnTo>
                  <a:lnTo>
                    <a:pt x="30323" y="7441"/>
                  </a:lnTo>
                  <a:lnTo>
                    <a:pt x="28538" y="7260"/>
                  </a:lnTo>
                  <a:lnTo>
                    <a:pt x="26653" y="7020"/>
                  </a:lnTo>
                  <a:lnTo>
                    <a:pt x="24667" y="6739"/>
                  </a:lnTo>
                  <a:lnTo>
                    <a:pt x="23544" y="8223"/>
                  </a:lnTo>
                  <a:lnTo>
                    <a:pt x="22622" y="9446"/>
                  </a:lnTo>
                  <a:lnTo>
                    <a:pt x="21920" y="10308"/>
                  </a:lnTo>
                  <a:lnTo>
                    <a:pt x="21679" y="10589"/>
                  </a:lnTo>
                  <a:lnTo>
                    <a:pt x="21499" y="10750"/>
                  </a:lnTo>
                  <a:lnTo>
                    <a:pt x="23304" y="11131"/>
                  </a:lnTo>
                  <a:lnTo>
                    <a:pt x="24226" y="11291"/>
                  </a:lnTo>
                  <a:lnTo>
                    <a:pt x="25149" y="11472"/>
                  </a:lnTo>
                  <a:lnTo>
                    <a:pt x="26091" y="11612"/>
                  </a:lnTo>
                  <a:lnTo>
                    <a:pt x="27054" y="11772"/>
                  </a:lnTo>
                  <a:lnTo>
                    <a:pt x="28036" y="11893"/>
                  </a:lnTo>
                  <a:lnTo>
                    <a:pt x="29019" y="12033"/>
                  </a:lnTo>
                  <a:lnTo>
                    <a:pt x="30002" y="12133"/>
                  </a:lnTo>
                  <a:lnTo>
                    <a:pt x="31024" y="12234"/>
                  </a:lnTo>
                  <a:lnTo>
                    <a:pt x="32027" y="12314"/>
                  </a:lnTo>
                  <a:lnTo>
                    <a:pt x="33070" y="12394"/>
                  </a:lnTo>
                  <a:lnTo>
                    <a:pt x="34113" y="12434"/>
                  </a:lnTo>
                  <a:lnTo>
                    <a:pt x="35156" y="12474"/>
                  </a:lnTo>
                  <a:lnTo>
                    <a:pt x="36219" y="12514"/>
                  </a:lnTo>
                  <a:lnTo>
                    <a:pt x="38284" y="12514"/>
                  </a:lnTo>
                  <a:lnTo>
                    <a:pt x="39267" y="12494"/>
                  </a:lnTo>
                  <a:lnTo>
                    <a:pt x="40250" y="12454"/>
                  </a:lnTo>
                  <a:lnTo>
                    <a:pt x="41212" y="12414"/>
                  </a:lnTo>
                  <a:lnTo>
                    <a:pt x="42155" y="12354"/>
                  </a:lnTo>
                  <a:lnTo>
                    <a:pt x="43097" y="12274"/>
                  </a:lnTo>
                  <a:lnTo>
                    <a:pt x="44040" y="12194"/>
                  </a:lnTo>
                  <a:lnTo>
                    <a:pt x="44962" y="12093"/>
                  </a:lnTo>
                  <a:lnTo>
                    <a:pt x="46767" y="11873"/>
                  </a:lnTo>
                  <a:lnTo>
                    <a:pt x="48552" y="11612"/>
                  </a:lnTo>
                  <a:lnTo>
                    <a:pt x="50277" y="11311"/>
                  </a:lnTo>
                  <a:lnTo>
                    <a:pt x="51961" y="10990"/>
                  </a:lnTo>
                  <a:lnTo>
                    <a:pt x="53606" y="10629"/>
                  </a:lnTo>
                  <a:lnTo>
                    <a:pt x="55190" y="10248"/>
                  </a:lnTo>
                  <a:lnTo>
                    <a:pt x="56714" y="9827"/>
                  </a:lnTo>
                  <a:lnTo>
                    <a:pt x="58198" y="9406"/>
                  </a:lnTo>
                  <a:lnTo>
                    <a:pt x="59642" y="8965"/>
                  </a:lnTo>
                  <a:lnTo>
                    <a:pt x="61026" y="8504"/>
                  </a:lnTo>
                  <a:lnTo>
                    <a:pt x="62330" y="8022"/>
                  </a:lnTo>
                  <a:lnTo>
                    <a:pt x="63593" y="7561"/>
                  </a:lnTo>
                  <a:lnTo>
                    <a:pt x="62410" y="5957"/>
                  </a:lnTo>
                  <a:lnTo>
                    <a:pt x="61106" y="415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43">
              <a:extLst>
                <a:ext uri="{FF2B5EF4-FFF2-40B4-BE49-F238E27FC236}">
                  <a16:creationId xmlns:a16="http://schemas.microsoft.com/office/drawing/2014/main" id="{38DB5881-E91D-0486-6CFE-75C15C106D29}"/>
                </a:ext>
              </a:extLst>
            </p:cNvPr>
            <p:cNvSpPr/>
            <p:nvPr/>
          </p:nvSpPr>
          <p:spPr>
            <a:xfrm>
              <a:off x="9935725" y="4378800"/>
              <a:ext cx="500900" cy="650300"/>
            </a:xfrm>
            <a:custGeom>
              <a:avLst/>
              <a:gdLst/>
              <a:ahLst/>
              <a:cxnLst/>
              <a:rect l="l" t="t" r="r" b="b"/>
              <a:pathLst>
                <a:path w="20036" h="26012" extrusionOk="0">
                  <a:moveTo>
                    <a:pt x="7682" y="0"/>
                  </a:moveTo>
                  <a:lnTo>
                    <a:pt x="7241" y="20"/>
                  </a:lnTo>
                  <a:lnTo>
                    <a:pt x="6799" y="61"/>
                  </a:lnTo>
                  <a:lnTo>
                    <a:pt x="6358" y="121"/>
                  </a:lnTo>
                  <a:lnTo>
                    <a:pt x="5917" y="221"/>
                  </a:lnTo>
                  <a:lnTo>
                    <a:pt x="5476" y="321"/>
                  </a:lnTo>
                  <a:lnTo>
                    <a:pt x="5055" y="442"/>
                  </a:lnTo>
                  <a:lnTo>
                    <a:pt x="4633" y="602"/>
                  </a:lnTo>
                  <a:lnTo>
                    <a:pt x="4212" y="762"/>
                  </a:lnTo>
                  <a:lnTo>
                    <a:pt x="3811" y="943"/>
                  </a:lnTo>
                  <a:lnTo>
                    <a:pt x="3410" y="1164"/>
                  </a:lnTo>
                  <a:lnTo>
                    <a:pt x="3009" y="1384"/>
                  </a:lnTo>
                  <a:lnTo>
                    <a:pt x="2628" y="1645"/>
                  </a:lnTo>
                  <a:lnTo>
                    <a:pt x="2267" y="1906"/>
                  </a:lnTo>
                  <a:lnTo>
                    <a:pt x="1906" y="2186"/>
                  </a:lnTo>
                  <a:lnTo>
                    <a:pt x="1565" y="2507"/>
                  </a:lnTo>
                  <a:lnTo>
                    <a:pt x="1224" y="2828"/>
                  </a:lnTo>
                  <a:lnTo>
                    <a:pt x="923" y="3169"/>
                  </a:lnTo>
                  <a:lnTo>
                    <a:pt x="623" y="3530"/>
                  </a:lnTo>
                  <a:lnTo>
                    <a:pt x="342" y="3911"/>
                  </a:lnTo>
                  <a:lnTo>
                    <a:pt x="262" y="3911"/>
                  </a:lnTo>
                  <a:lnTo>
                    <a:pt x="201" y="3931"/>
                  </a:lnTo>
                  <a:lnTo>
                    <a:pt x="141" y="3951"/>
                  </a:lnTo>
                  <a:lnTo>
                    <a:pt x="81" y="3991"/>
                  </a:lnTo>
                  <a:lnTo>
                    <a:pt x="41" y="4031"/>
                  </a:lnTo>
                  <a:lnTo>
                    <a:pt x="1" y="4092"/>
                  </a:lnTo>
                  <a:lnTo>
                    <a:pt x="1" y="4172"/>
                  </a:lnTo>
                  <a:lnTo>
                    <a:pt x="1" y="4252"/>
                  </a:lnTo>
                  <a:lnTo>
                    <a:pt x="1" y="4292"/>
                  </a:lnTo>
                  <a:lnTo>
                    <a:pt x="101" y="4533"/>
                  </a:lnTo>
                  <a:lnTo>
                    <a:pt x="181" y="4733"/>
                  </a:lnTo>
                  <a:lnTo>
                    <a:pt x="282" y="4994"/>
                  </a:lnTo>
                  <a:lnTo>
                    <a:pt x="422" y="5255"/>
                  </a:lnTo>
                  <a:lnTo>
                    <a:pt x="582" y="5495"/>
                  </a:lnTo>
                  <a:lnTo>
                    <a:pt x="743" y="5736"/>
                  </a:lnTo>
                  <a:lnTo>
                    <a:pt x="863" y="5856"/>
                  </a:lnTo>
                  <a:lnTo>
                    <a:pt x="1004" y="5957"/>
                  </a:lnTo>
                  <a:lnTo>
                    <a:pt x="1104" y="6037"/>
                  </a:lnTo>
                  <a:lnTo>
                    <a:pt x="1244" y="6077"/>
                  </a:lnTo>
                  <a:lnTo>
                    <a:pt x="1365" y="6117"/>
                  </a:lnTo>
                  <a:lnTo>
                    <a:pt x="1505" y="6137"/>
                  </a:lnTo>
                  <a:lnTo>
                    <a:pt x="1685" y="6137"/>
                  </a:lnTo>
                  <a:lnTo>
                    <a:pt x="1866" y="6077"/>
                  </a:lnTo>
                  <a:lnTo>
                    <a:pt x="2046" y="5997"/>
                  </a:lnTo>
                  <a:lnTo>
                    <a:pt x="2227" y="5916"/>
                  </a:lnTo>
                  <a:lnTo>
                    <a:pt x="2588" y="5696"/>
                  </a:lnTo>
                  <a:lnTo>
                    <a:pt x="2909" y="5515"/>
                  </a:lnTo>
                  <a:lnTo>
                    <a:pt x="3410" y="5275"/>
                  </a:lnTo>
                  <a:lnTo>
                    <a:pt x="3912" y="5094"/>
                  </a:lnTo>
                  <a:lnTo>
                    <a:pt x="4172" y="4994"/>
                  </a:lnTo>
                  <a:lnTo>
                    <a:pt x="4433" y="4934"/>
                  </a:lnTo>
                  <a:lnTo>
                    <a:pt x="4714" y="4874"/>
                  </a:lnTo>
                  <a:lnTo>
                    <a:pt x="4974" y="4813"/>
                  </a:lnTo>
                  <a:lnTo>
                    <a:pt x="5315" y="4793"/>
                  </a:lnTo>
                  <a:lnTo>
                    <a:pt x="5636" y="4773"/>
                  </a:lnTo>
                  <a:lnTo>
                    <a:pt x="5937" y="4793"/>
                  </a:lnTo>
                  <a:lnTo>
                    <a:pt x="6218" y="4834"/>
                  </a:lnTo>
                  <a:lnTo>
                    <a:pt x="6499" y="4894"/>
                  </a:lnTo>
                  <a:lnTo>
                    <a:pt x="6759" y="4974"/>
                  </a:lnTo>
                  <a:lnTo>
                    <a:pt x="7000" y="5074"/>
                  </a:lnTo>
                  <a:lnTo>
                    <a:pt x="7241" y="5195"/>
                  </a:lnTo>
                  <a:lnTo>
                    <a:pt x="7461" y="5335"/>
                  </a:lnTo>
                  <a:lnTo>
                    <a:pt x="7662" y="5475"/>
                  </a:lnTo>
                  <a:lnTo>
                    <a:pt x="7862" y="5656"/>
                  </a:lnTo>
                  <a:lnTo>
                    <a:pt x="8043" y="5836"/>
                  </a:lnTo>
                  <a:lnTo>
                    <a:pt x="8223" y="6037"/>
                  </a:lnTo>
                  <a:lnTo>
                    <a:pt x="8384" y="6237"/>
                  </a:lnTo>
                  <a:lnTo>
                    <a:pt x="8524" y="6478"/>
                  </a:lnTo>
                  <a:lnTo>
                    <a:pt x="8664" y="6699"/>
                  </a:lnTo>
                  <a:lnTo>
                    <a:pt x="8785" y="6939"/>
                  </a:lnTo>
                  <a:lnTo>
                    <a:pt x="8905" y="7200"/>
                  </a:lnTo>
                  <a:lnTo>
                    <a:pt x="9106" y="7721"/>
                  </a:lnTo>
                  <a:lnTo>
                    <a:pt x="9286" y="8263"/>
                  </a:lnTo>
                  <a:lnTo>
                    <a:pt x="9427" y="8824"/>
                  </a:lnTo>
                  <a:lnTo>
                    <a:pt x="9527" y="9406"/>
                  </a:lnTo>
                  <a:lnTo>
                    <a:pt x="9607" y="9967"/>
                  </a:lnTo>
                  <a:lnTo>
                    <a:pt x="9667" y="10529"/>
                  </a:lnTo>
                  <a:lnTo>
                    <a:pt x="9707" y="11050"/>
                  </a:lnTo>
                  <a:lnTo>
                    <a:pt x="9707" y="11612"/>
                  </a:lnTo>
                  <a:lnTo>
                    <a:pt x="9727" y="12194"/>
                  </a:lnTo>
                  <a:lnTo>
                    <a:pt x="9687" y="13337"/>
                  </a:lnTo>
                  <a:lnTo>
                    <a:pt x="9627" y="14520"/>
                  </a:lnTo>
                  <a:lnTo>
                    <a:pt x="9527" y="15703"/>
                  </a:lnTo>
                  <a:lnTo>
                    <a:pt x="9427" y="16886"/>
                  </a:lnTo>
                  <a:lnTo>
                    <a:pt x="9346" y="18110"/>
                  </a:lnTo>
                  <a:lnTo>
                    <a:pt x="9286" y="19353"/>
                  </a:lnTo>
                  <a:lnTo>
                    <a:pt x="9266" y="19975"/>
                  </a:lnTo>
                  <a:lnTo>
                    <a:pt x="9266" y="20596"/>
                  </a:lnTo>
                  <a:lnTo>
                    <a:pt x="9286" y="21058"/>
                  </a:lnTo>
                  <a:lnTo>
                    <a:pt x="9346" y="21499"/>
                  </a:lnTo>
                  <a:lnTo>
                    <a:pt x="9447" y="21920"/>
                  </a:lnTo>
                  <a:lnTo>
                    <a:pt x="9567" y="22321"/>
                  </a:lnTo>
                  <a:lnTo>
                    <a:pt x="9727" y="22722"/>
                  </a:lnTo>
                  <a:lnTo>
                    <a:pt x="9928" y="23103"/>
                  </a:lnTo>
                  <a:lnTo>
                    <a:pt x="10128" y="23464"/>
                  </a:lnTo>
                  <a:lnTo>
                    <a:pt x="10369" y="23805"/>
                  </a:lnTo>
                  <a:lnTo>
                    <a:pt x="10630" y="24126"/>
                  </a:lnTo>
                  <a:lnTo>
                    <a:pt x="10931" y="24407"/>
                  </a:lnTo>
                  <a:lnTo>
                    <a:pt x="11231" y="24688"/>
                  </a:lnTo>
                  <a:lnTo>
                    <a:pt x="11552" y="24948"/>
                  </a:lnTo>
                  <a:lnTo>
                    <a:pt x="11893" y="25169"/>
                  </a:lnTo>
                  <a:lnTo>
                    <a:pt x="12254" y="25369"/>
                  </a:lnTo>
                  <a:lnTo>
                    <a:pt x="12615" y="25550"/>
                  </a:lnTo>
                  <a:lnTo>
                    <a:pt x="12996" y="25710"/>
                  </a:lnTo>
                  <a:lnTo>
                    <a:pt x="13397" y="25831"/>
                  </a:lnTo>
                  <a:lnTo>
                    <a:pt x="13818" y="25931"/>
                  </a:lnTo>
                  <a:lnTo>
                    <a:pt x="14159" y="25991"/>
                  </a:lnTo>
                  <a:lnTo>
                    <a:pt x="14220" y="25991"/>
                  </a:lnTo>
                  <a:lnTo>
                    <a:pt x="14601" y="26011"/>
                  </a:lnTo>
                  <a:lnTo>
                    <a:pt x="14962" y="26011"/>
                  </a:lnTo>
                  <a:lnTo>
                    <a:pt x="15343" y="25991"/>
                  </a:lnTo>
                  <a:lnTo>
                    <a:pt x="15704" y="25931"/>
                  </a:lnTo>
                  <a:lnTo>
                    <a:pt x="16085" y="25851"/>
                  </a:lnTo>
                  <a:lnTo>
                    <a:pt x="16446" y="25730"/>
                  </a:lnTo>
                  <a:lnTo>
                    <a:pt x="16787" y="25590"/>
                  </a:lnTo>
                  <a:lnTo>
                    <a:pt x="17147" y="25409"/>
                  </a:lnTo>
                  <a:lnTo>
                    <a:pt x="17388" y="25269"/>
                  </a:lnTo>
                  <a:lnTo>
                    <a:pt x="17609" y="25129"/>
                  </a:lnTo>
                  <a:lnTo>
                    <a:pt x="17829" y="24968"/>
                  </a:lnTo>
                  <a:lnTo>
                    <a:pt x="18030" y="24788"/>
                  </a:lnTo>
                  <a:lnTo>
                    <a:pt x="18230" y="24587"/>
                  </a:lnTo>
                  <a:lnTo>
                    <a:pt x="18551" y="24266"/>
                  </a:lnTo>
                  <a:lnTo>
                    <a:pt x="18852" y="23905"/>
                  </a:lnTo>
                  <a:lnTo>
                    <a:pt x="19133" y="23484"/>
                  </a:lnTo>
                  <a:lnTo>
                    <a:pt x="19394" y="23043"/>
                  </a:lnTo>
                  <a:lnTo>
                    <a:pt x="19534" y="22762"/>
                  </a:lnTo>
                  <a:lnTo>
                    <a:pt x="19654" y="22421"/>
                  </a:lnTo>
                  <a:lnTo>
                    <a:pt x="19755" y="22020"/>
                  </a:lnTo>
                  <a:lnTo>
                    <a:pt x="19835" y="21579"/>
                  </a:lnTo>
                  <a:lnTo>
                    <a:pt x="19915" y="21078"/>
                  </a:lnTo>
                  <a:lnTo>
                    <a:pt x="19975" y="20536"/>
                  </a:lnTo>
                  <a:lnTo>
                    <a:pt x="20015" y="19955"/>
                  </a:lnTo>
                  <a:lnTo>
                    <a:pt x="20035" y="19333"/>
                  </a:lnTo>
                  <a:lnTo>
                    <a:pt x="20035" y="18671"/>
                  </a:lnTo>
                  <a:lnTo>
                    <a:pt x="20015" y="17989"/>
                  </a:lnTo>
                  <a:lnTo>
                    <a:pt x="19975" y="17287"/>
                  </a:lnTo>
                  <a:lnTo>
                    <a:pt x="19915" y="16545"/>
                  </a:lnTo>
                  <a:lnTo>
                    <a:pt x="19835" y="15783"/>
                  </a:lnTo>
                  <a:lnTo>
                    <a:pt x="19735" y="15001"/>
                  </a:lnTo>
                  <a:lnTo>
                    <a:pt x="19594" y="14219"/>
                  </a:lnTo>
                  <a:lnTo>
                    <a:pt x="19454" y="13417"/>
                  </a:lnTo>
                  <a:lnTo>
                    <a:pt x="19273" y="12595"/>
                  </a:lnTo>
                  <a:lnTo>
                    <a:pt x="19073" y="11792"/>
                  </a:lnTo>
                  <a:lnTo>
                    <a:pt x="18852" y="10970"/>
                  </a:lnTo>
                  <a:lnTo>
                    <a:pt x="18591" y="10148"/>
                  </a:lnTo>
                  <a:lnTo>
                    <a:pt x="18311" y="9346"/>
                  </a:lnTo>
                  <a:lnTo>
                    <a:pt x="18010" y="8544"/>
                  </a:lnTo>
                  <a:lnTo>
                    <a:pt x="17669" y="7761"/>
                  </a:lnTo>
                  <a:lnTo>
                    <a:pt x="17288" y="6999"/>
                  </a:lnTo>
                  <a:lnTo>
                    <a:pt x="16887" y="6237"/>
                  </a:lnTo>
                  <a:lnTo>
                    <a:pt x="16466" y="5515"/>
                  </a:lnTo>
                  <a:lnTo>
                    <a:pt x="16004" y="4813"/>
                  </a:lnTo>
                  <a:lnTo>
                    <a:pt x="15503" y="4132"/>
                  </a:lnTo>
                  <a:lnTo>
                    <a:pt x="15242" y="3811"/>
                  </a:lnTo>
                  <a:lnTo>
                    <a:pt x="14982" y="3490"/>
                  </a:lnTo>
                  <a:lnTo>
                    <a:pt x="14701" y="3169"/>
                  </a:lnTo>
                  <a:lnTo>
                    <a:pt x="14420" y="2868"/>
                  </a:lnTo>
                  <a:lnTo>
                    <a:pt x="14119" y="2587"/>
                  </a:lnTo>
                  <a:lnTo>
                    <a:pt x="13818" y="2307"/>
                  </a:lnTo>
                  <a:lnTo>
                    <a:pt x="13518" y="2046"/>
                  </a:lnTo>
                  <a:lnTo>
                    <a:pt x="13197" y="1785"/>
                  </a:lnTo>
                  <a:lnTo>
                    <a:pt x="12796" y="1504"/>
                  </a:lnTo>
                  <a:lnTo>
                    <a:pt x="12415" y="1244"/>
                  </a:lnTo>
                  <a:lnTo>
                    <a:pt x="12014" y="1023"/>
                  </a:lnTo>
                  <a:lnTo>
                    <a:pt x="11612" y="823"/>
                  </a:lnTo>
                  <a:lnTo>
                    <a:pt x="11191" y="622"/>
                  </a:lnTo>
                  <a:lnTo>
                    <a:pt x="10770" y="482"/>
                  </a:lnTo>
                  <a:lnTo>
                    <a:pt x="10329" y="341"/>
                  </a:lnTo>
                  <a:lnTo>
                    <a:pt x="9908" y="221"/>
                  </a:lnTo>
                  <a:lnTo>
                    <a:pt x="9467" y="141"/>
                  </a:lnTo>
                  <a:lnTo>
                    <a:pt x="9025" y="61"/>
                  </a:lnTo>
                  <a:lnTo>
                    <a:pt x="8584" y="20"/>
                  </a:lnTo>
                  <a:lnTo>
                    <a:pt x="81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43">
              <a:extLst>
                <a:ext uri="{FF2B5EF4-FFF2-40B4-BE49-F238E27FC236}">
                  <a16:creationId xmlns:a16="http://schemas.microsoft.com/office/drawing/2014/main" id="{03374674-E831-2E12-3AD3-BD1F7471EA3C}"/>
                </a:ext>
              </a:extLst>
            </p:cNvPr>
            <p:cNvSpPr/>
            <p:nvPr/>
          </p:nvSpPr>
          <p:spPr>
            <a:xfrm>
              <a:off x="9935725" y="4378800"/>
              <a:ext cx="500900" cy="650300"/>
            </a:xfrm>
            <a:custGeom>
              <a:avLst/>
              <a:gdLst/>
              <a:ahLst/>
              <a:cxnLst/>
              <a:rect l="l" t="t" r="r" b="b"/>
              <a:pathLst>
                <a:path w="20036" h="26012" fill="none" extrusionOk="0">
                  <a:moveTo>
                    <a:pt x="19394" y="23043"/>
                  </a:moveTo>
                  <a:lnTo>
                    <a:pt x="19394" y="23043"/>
                  </a:lnTo>
                  <a:lnTo>
                    <a:pt x="19133" y="23484"/>
                  </a:lnTo>
                  <a:lnTo>
                    <a:pt x="18852" y="23905"/>
                  </a:lnTo>
                  <a:lnTo>
                    <a:pt x="18551" y="24266"/>
                  </a:lnTo>
                  <a:lnTo>
                    <a:pt x="18230" y="24587"/>
                  </a:lnTo>
                  <a:lnTo>
                    <a:pt x="18230" y="24587"/>
                  </a:lnTo>
                  <a:lnTo>
                    <a:pt x="18030" y="24788"/>
                  </a:lnTo>
                  <a:lnTo>
                    <a:pt x="17829" y="24968"/>
                  </a:lnTo>
                  <a:lnTo>
                    <a:pt x="17609" y="25129"/>
                  </a:lnTo>
                  <a:lnTo>
                    <a:pt x="17388" y="25269"/>
                  </a:lnTo>
                  <a:lnTo>
                    <a:pt x="17388" y="25269"/>
                  </a:lnTo>
                  <a:lnTo>
                    <a:pt x="17147" y="25409"/>
                  </a:lnTo>
                  <a:lnTo>
                    <a:pt x="17147" y="25409"/>
                  </a:lnTo>
                  <a:lnTo>
                    <a:pt x="16787" y="25590"/>
                  </a:lnTo>
                  <a:lnTo>
                    <a:pt x="16446" y="25730"/>
                  </a:lnTo>
                  <a:lnTo>
                    <a:pt x="16085" y="25851"/>
                  </a:lnTo>
                  <a:lnTo>
                    <a:pt x="15704" y="25931"/>
                  </a:lnTo>
                  <a:lnTo>
                    <a:pt x="15343" y="25991"/>
                  </a:lnTo>
                  <a:lnTo>
                    <a:pt x="14962" y="26011"/>
                  </a:lnTo>
                  <a:lnTo>
                    <a:pt x="14601" y="26011"/>
                  </a:lnTo>
                  <a:lnTo>
                    <a:pt x="14220" y="25991"/>
                  </a:lnTo>
                  <a:lnTo>
                    <a:pt x="14220" y="25991"/>
                  </a:lnTo>
                  <a:lnTo>
                    <a:pt x="14179" y="25991"/>
                  </a:lnTo>
                  <a:lnTo>
                    <a:pt x="14159" y="25991"/>
                  </a:lnTo>
                  <a:lnTo>
                    <a:pt x="14159" y="25991"/>
                  </a:lnTo>
                  <a:lnTo>
                    <a:pt x="13818" y="25931"/>
                  </a:lnTo>
                  <a:lnTo>
                    <a:pt x="13818" y="25931"/>
                  </a:lnTo>
                  <a:lnTo>
                    <a:pt x="13818" y="25931"/>
                  </a:lnTo>
                  <a:lnTo>
                    <a:pt x="13397" y="25831"/>
                  </a:lnTo>
                  <a:lnTo>
                    <a:pt x="12996" y="25710"/>
                  </a:lnTo>
                  <a:lnTo>
                    <a:pt x="12996" y="25710"/>
                  </a:lnTo>
                  <a:lnTo>
                    <a:pt x="12615" y="25550"/>
                  </a:lnTo>
                  <a:lnTo>
                    <a:pt x="12254" y="25369"/>
                  </a:lnTo>
                  <a:lnTo>
                    <a:pt x="11893" y="25169"/>
                  </a:lnTo>
                  <a:lnTo>
                    <a:pt x="11552" y="24948"/>
                  </a:lnTo>
                  <a:lnTo>
                    <a:pt x="11231" y="24688"/>
                  </a:lnTo>
                  <a:lnTo>
                    <a:pt x="10931" y="24407"/>
                  </a:lnTo>
                  <a:lnTo>
                    <a:pt x="10630" y="24126"/>
                  </a:lnTo>
                  <a:lnTo>
                    <a:pt x="10369" y="23805"/>
                  </a:lnTo>
                  <a:lnTo>
                    <a:pt x="10128" y="23464"/>
                  </a:lnTo>
                  <a:lnTo>
                    <a:pt x="9928" y="23103"/>
                  </a:lnTo>
                  <a:lnTo>
                    <a:pt x="9727" y="22722"/>
                  </a:lnTo>
                  <a:lnTo>
                    <a:pt x="9567" y="22321"/>
                  </a:lnTo>
                  <a:lnTo>
                    <a:pt x="9447" y="21920"/>
                  </a:lnTo>
                  <a:lnTo>
                    <a:pt x="9346" y="21499"/>
                  </a:lnTo>
                  <a:lnTo>
                    <a:pt x="9286" y="21058"/>
                  </a:lnTo>
                  <a:lnTo>
                    <a:pt x="9266" y="20596"/>
                  </a:lnTo>
                  <a:lnTo>
                    <a:pt x="9266" y="20596"/>
                  </a:lnTo>
                  <a:lnTo>
                    <a:pt x="9266" y="19975"/>
                  </a:lnTo>
                  <a:lnTo>
                    <a:pt x="9286" y="19353"/>
                  </a:lnTo>
                  <a:lnTo>
                    <a:pt x="9346" y="18110"/>
                  </a:lnTo>
                  <a:lnTo>
                    <a:pt x="9427" y="16886"/>
                  </a:lnTo>
                  <a:lnTo>
                    <a:pt x="9527" y="15703"/>
                  </a:lnTo>
                  <a:lnTo>
                    <a:pt x="9627" y="14520"/>
                  </a:lnTo>
                  <a:lnTo>
                    <a:pt x="9687" y="13337"/>
                  </a:lnTo>
                  <a:lnTo>
                    <a:pt x="9727" y="12194"/>
                  </a:lnTo>
                  <a:lnTo>
                    <a:pt x="9707" y="11612"/>
                  </a:lnTo>
                  <a:lnTo>
                    <a:pt x="9707" y="11050"/>
                  </a:lnTo>
                  <a:lnTo>
                    <a:pt x="9707" y="11050"/>
                  </a:lnTo>
                  <a:lnTo>
                    <a:pt x="9667" y="10529"/>
                  </a:lnTo>
                  <a:lnTo>
                    <a:pt x="9607" y="9967"/>
                  </a:lnTo>
                  <a:lnTo>
                    <a:pt x="9527" y="9406"/>
                  </a:lnTo>
                  <a:lnTo>
                    <a:pt x="9427" y="8824"/>
                  </a:lnTo>
                  <a:lnTo>
                    <a:pt x="9286" y="8263"/>
                  </a:lnTo>
                  <a:lnTo>
                    <a:pt x="9106" y="7721"/>
                  </a:lnTo>
                  <a:lnTo>
                    <a:pt x="8905" y="7200"/>
                  </a:lnTo>
                  <a:lnTo>
                    <a:pt x="8785" y="6939"/>
                  </a:lnTo>
                  <a:lnTo>
                    <a:pt x="8664" y="6699"/>
                  </a:lnTo>
                  <a:lnTo>
                    <a:pt x="8524" y="6478"/>
                  </a:lnTo>
                  <a:lnTo>
                    <a:pt x="8384" y="6237"/>
                  </a:lnTo>
                  <a:lnTo>
                    <a:pt x="8223" y="6037"/>
                  </a:lnTo>
                  <a:lnTo>
                    <a:pt x="8043" y="5836"/>
                  </a:lnTo>
                  <a:lnTo>
                    <a:pt x="7862" y="5656"/>
                  </a:lnTo>
                  <a:lnTo>
                    <a:pt x="7662" y="5475"/>
                  </a:lnTo>
                  <a:lnTo>
                    <a:pt x="7461" y="5335"/>
                  </a:lnTo>
                  <a:lnTo>
                    <a:pt x="7241" y="5195"/>
                  </a:lnTo>
                  <a:lnTo>
                    <a:pt x="7000" y="5074"/>
                  </a:lnTo>
                  <a:lnTo>
                    <a:pt x="6759" y="4974"/>
                  </a:lnTo>
                  <a:lnTo>
                    <a:pt x="6499" y="4894"/>
                  </a:lnTo>
                  <a:lnTo>
                    <a:pt x="6218" y="4834"/>
                  </a:lnTo>
                  <a:lnTo>
                    <a:pt x="5937" y="4793"/>
                  </a:lnTo>
                  <a:lnTo>
                    <a:pt x="5636" y="4773"/>
                  </a:lnTo>
                  <a:lnTo>
                    <a:pt x="5315" y="4793"/>
                  </a:lnTo>
                  <a:lnTo>
                    <a:pt x="4974" y="4813"/>
                  </a:lnTo>
                  <a:lnTo>
                    <a:pt x="4974" y="4813"/>
                  </a:lnTo>
                  <a:lnTo>
                    <a:pt x="4714" y="4874"/>
                  </a:lnTo>
                  <a:lnTo>
                    <a:pt x="4433" y="4934"/>
                  </a:lnTo>
                  <a:lnTo>
                    <a:pt x="4172" y="4994"/>
                  </a:lnTo>
                  <a:lnTo>
                    <a:pt x="3912" y="5094"/>
                  </a:lnTo>
                  <a:lnTo>
                    <a:pt x="3410" y="5275"/>
                  </a:lnTo>
                  <a:lnTo>
                    <a:pt x="2909" y="5515"/>
                  </a:lnTo>
                  <a:lnTo>
                    <a:pt x="2909" y="5515"/>
                  </a:lnTo>
                  <a:lnTo>
                    <a:pt x="2588" y="5696"/>
                  </a:lnTo>
                  <a:lnTo>
                    <a:pt x="2227" y="5916"/>
                  </a:lnTo>
                  <a:lnTo>
                    <a:pt x="2046" y="5997"/>
                  </a:lnTo>
                  <a:lnTo>
                    <a:pt x="1866" y="6077"/>
                  </a:lnTo>
                  <a:lnTo>
                    <a:pt x="1685" y="6137"/>
                  </a:lnTo>
                  <a:lnTo>
                    <a:pt x="1505" y="6137"/>
                  </a:lnTo>
                  <a:lnTo>
                    <a:pt x="1505" y="6137"/>
                  </a:lnTo>
                  <a:lnTo>
                    <a:pt x="1365" y="6117"/>
                  </a:lnTo>
                  <a:lnTo>
                    <a:pt x="1244" y="6077"/>
                  </a:lnTo>
                  <a:lnTo>
                    <a:pt x="1104" y="6037"/>
                  </a:lnTo>
                  <a:lnTo>
                    <a:pt x="1004" y="5957"/>
                  </a:lnTo>
                  <a:lnTo>
                    <a:pt x="1004" y="5957"/>
                  </a:lnTo>
                  <a:lnTo>
                    <a:pt x="863" y="5856"/>
                  </a:lnTo>
                  <a:lnTo>
                    <a:pt x="743" y="5736"/>
                  </a:lnTo>
                  <a:lnTo>
                    <a:pt x="743" y="5736"/>
                  </a:lnTo>
                  <a:lnTo>
                    <a:pt x="582" y="5495"/>
                  </a:lnTo>
                  <a:lnTo>
                    <a:pt x="422" y="5255"/>
                  </a:lnTo>
                  <a:lnTo>
                    <a:pt x="282" y="4994"/>
                  </a:lnTo>
                  <a:lnTo>
                    <a:pt x="181" y="4733"/>
                  </a:lnTo>
                  <a:lnTo>
                    <a:pt x="181" y="4733"/>
                  </a:lnTo>
                  <a:lnTo>
                    <a:pt x="101" y="4533"/>
                  </a:lnTo>
                  <a:lnTo>
                    <a:pt x="101" y="4533"/>
                  </a:lnTo>
                  <a:lnTo>
                    <a:pt x="1" y="4292"/>
                  </a:lnTo>
                  <a:lnTo>
                    <a:pt x="1" y="4292"/>
                  </a:lnTo>
                  <a:lnTo>
                    <a:pt x="1" y="4252"/>
                  </a:lnTo>
                  <a:lnTo>
                    <a:pt x="1" y="4252"/>
                  </a:lnTo>
                  <a:lnTo>
                    <a:pt x="1" y="4172"/>
                  </a:lnTo>
                  <a:lnTo>
                    <a:pt x="1" y="4092"/>
                  </a:lnTo>
                  <a:lnTo>
                    <a:pt x="41" y="4031"/>
                  </a:lnTo>
                  <a:lnTo>
                    <a:pt x="81" y="3991"/>
                  </a:lnTo>
                  <a:lnTo>
                    <a:pt x="141" y="3951"/>
                  </a:lnTo>
                  <a:lnTo>
                    <a:pt x="201" y="3931"/>
                  </a:lnTo>
                  <a:lnTo>
                    <a:pt x="262" y="3911"/>
                  </a:lnTo>
                  <a:lnTo>
                    <a:pt x="342" y="3911"/>
                  </a:lnTo>
                  <a:lnTo>
                    <a:pt x="342" y="3911"/>
                  </a:lnTo>
                  <a:lnTo>
                    <a:pt x="623" y="3530"/>
                  </a:lnTo>
                  <a:lnTo>
                    <a:pt x="923" y="3169"/>
                  </a:lnTo>
                  <a:lnTo>
                    <a:pt x="1224" y="2828"/>
                  </a:lnTo>
                  <a:lnTo>
                    <a:pt x="1565" y="2507"/>
                  </a:lnTo>
                  <a:lnTo>
                    <a:pt x="1906" y="2186"/>
                  </a:lnTo>
                  <a:lnTo>
                    <a:pt x="2267" y="1906"/>
                  </a:lnTo>
                  <a:lnTo>
                    <a:pt x="2628" y="1645"/>
                  </a:lnTo>
                  <a:lnTo>
                    <a:pt x="3009" y="1384"/>
                  </a:lnTo>
                  <a:lnTo>
                    <a:pt x="3410" y="1164"/>
                  </a:lnTo>
                  <a:lnTo>
                    <a:pt x="3811" y="943"/>
                  </a:lnTo>
                  <a:lnTo>
                    <a:pt x="4212" y="762"/>
                  </a:lnTo>
                  <a:lnTo>
                    <a:pt x="4633" y="602"/>
                  </a:lnTo>
                  <a:lnTo>
                    <a:pt x="5055" y="442"/>
                  </a:lnTo>
                  <a:lnTo>
                    <a:pt x="5476" y="321"/>
                  </a:lnTo>
                  <a:lnTo>
                    <a:pt x="5917" y="221"/>
                  </a:lnTo>
                  <a:lnTo>
                    <a:pt x="6358" y="121"/>
                  </a:lnTo>
                  <a:lnTo>
                    <a:pt x="6799" y="61"/>
                  </a:lnTo>
                  <a:lnTo>
                    <a:pt x="7241" y="20"/>
                  </a:lnTo>
                  <a:lnTo>
                    <a:pt x="7682" y="0"/>
                  </a:lnTo>
                  <a:lnTo>
                    <a:pt x="8123" y="0"/>
                  </a:lnTo>
                  <a:lnTo>
                    <a:pt x="8584" y="20"/>
                  </a:lnTo>
                  <a:lnTo>
                    <a:pt x="9025" y="61"/>
                  </a:lnTo>
                  <a:lnTo>
                    <a:pt x="9467" y="141"/>
                  </a:lnTo>
                  <a:lnTo>
                    <a:pt x="9908" y="221"/>
                  </a:lnTo>
                  <a:lnTo>
                    <a:pt x="10329" y="341"/>
                  </a:lnTo>
                  <a:lnTo>
                    <a:pt x="10770" y="482"/>
                  </a:lnTo>
                  <a:lnTo>
                    <a:pt x="11191" y="622"/>
                  </a:lnTo>
                  <a:lnTo>
                    <a:pt x="11612" y="823"/>
                  </a:lnTo>
                  <a:lnTo>
                    <a:pt x="12014" y="1023"/>
                  </a:lnTo>
                  <a:lnTo>
                    <a:pt x="12415" y="1244"/>
                  </a:lnTo>
                  <a:lnTo>
                    <a:pt x="12796" y="1504"/>
                  </a:lnTo>
                  <a:lnTo>
                    <a:pt x="13197" y="1785"/>
                  </a:lnTo>
                  <a:lnTo>
                    <a:pt x="13197" y="1785"/>
                  </a:lnTo>
                  <a:lnTo>
                    <a:pt x="13518" y="2046"/>
                  </a:lnTo>
                  <a:lnTo>
                    <a:pt x="13818" y="2307"/>
                  </a:lnTo>
                  <a:lnTo>
                    <a:pt x="14119" y="2587"/>
                  </a:lnTo>
                  <a:lnTo>
                    <a:pt x="14420" y="2868"/>
                  </a:lnTo>
                  <a:lnTo>
                    <a:pt x="14701" y="3169"/>
                  </a:lnTo>
                  <a:lnTo>
                    <a:pt x="14982" y="3490"/>
                  </a:lnTo>
                  <a:lnTo>
                    <a:pt x="15242" y="3811"/>
                  </a:lnTo>
                  <a:lnTo>
                    <a:pt x="15503" y="4132"/>
                  </a:lnTo>
                  <a:lnTo>
                    <a:pt x="16004" y="4813"/>
                  </a:lnTo>
                  <a:lnTo>
                    <a:pt x="16466" y="5515"/>
                  </a:lnTo>
                  <a:lnTo>
                    <a:pt x="16887" y="6237"/>
                  </a:lnTo>
                  <a:lnTo>
                    <a:pt x="17288" y="6999"/>
                  </a:lnTo>
                  <a:lnTo>
                    <a:pt x="17669" y="7761"/>
                  </a:lnTo>
                  <a:lnTo>
                    <a:pt x="18010" y="8544"/>
                  </a:lnTo>
                  <a:lnTo>
                    <a:pt x="18311" y="9346"/>
                  </a:lnTo>
                  <a:lnTo>
                    <a:pt x="18591" y="10148"/>
                  </a:lnTo>
                  <a:lnTo>
                    <a:pt x="18852" y="10970"/>
                  </a:lnTo>
                  <a:lnTo>
                    <a:pt x="19073" y="11792"/>
                  </a:lnTo>
                  <a:lnTo>
                    <a:pt x="19273" y="12595"/>
                  </a:lnTo>
                  <a:lnTo>
                    <a:pt x="19454" y="13417"/>
                  </a:lnTo>
                  <a:lnTo>
                    <a:pt x="19594" y="14219"/>
                  </a:lnTo>
                  <a:lnTo>
                    <a:pt x="19735" y="15001"/>
                  </a:lnTo>
                  <a:lnTo>
                    <a:pt x="19835" y="15783"/>
                  </a:lnTo>
                  <a:lnTo>
                    <a:pt x="19915" y="16545"/>
                  </a:lnTo>
                  <a:lnTo>
                    <a:pt x="19975" y="17287"/>
                  </a:lnTo>
                  <a:lnTo>
                    <a:pt x="20015" y="17989"/>
                  </a:lnTo>
                  <a:lnTo>
                    <a:pt x="20035" y="18671"/>
                  </a:lnTo>
                  <a:lnTo>
                    <a:pt x="20035" y="19333"/>
                  </a:lnTo>
                  <a:lnTo>
                    <a:pt x="20015" y="19955"/>
                  </a:lnTo>
                  <a:lnTo>
                    <a:pt x="19975" y="20536"/>
                  </a:lnTo>
                  <a:lnTo>
                    <a:pt x="19915" y="21078"/>
                  </a:lnTo>
                  <a:lnTo>
                    <a:pt x="19835" y="21579"/>
                  </a:lnTo>
                  <a:lnTo>
                    <a:pt x="19755" y="22020"/>
                  </a:lnTo>
                  <a:lnTo>
                    <a:pt x="19654" y="22421"/>
                  </a:lnTo>
                  <a:lnTo>
                    <a:pt x="19534" y="22762"/>
                  </a:lnTo>
                  <a:lnTo>
                    <a:pt x="19394" y="230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43">
              <a:extLst>
                <a:ext uri="{FF2B5EF4-FFF2-40B4-BE49-F238E27FC236}">
                  <a16:creationId xmlns:a16="http://schemas.microsoft.com/office/drawing/2014/main" id="{3229D2A8-04F4-AB8B-6AFB-9731ADDB0112}"/>
                </a:ext>
              </a:extLst>
            </p:cNvPr>
            <p:cNvSpPr/>
            <p:nvPr/>
          </p:nvSpPr>
          <p:spPr>
            <a:xfrm>
              <a:off x="9969325" y="4403375"/>
              <a:ext cx="438225" cy="607175"/>
            </a:xfrm>
            <a:custGeom>
              <a:avLst/>
              <a:gdLst/>
              <a:ahLst/>
              <a:cxnLst/>
              <a:rect l="l" t="t" r="r" b="b"/>
              <a:pathLst>
                <a:path w="17529" h="24287" extrusionOk="0">
                  <a:moveTo>
                    <a:pt x="5856" y="0"/>
                  </a:moveTo>
                  <a:lnTo>
                    <a:pt x="5536" y="20"/>
                  </a:lnTo>
                  <a:lnTo>
                    <a:pt x="4874" y="100"/>
                  </a:lnTo>
                  <a:lnTo>
                    <a:pt x="4212" y="221"/>
                  </a:lnTo>
                  <a:lnTo>
                    <a:pt x="3570" y="381"/>
                  </a:lnTo>
                  <a:lnTo>
                    <a:pt x="2949" y="582"/>
                  </a:lnTo>
                  <a:lnTo>
                    <a:pt x="2327" y="822"/>
                  </a:lnTo>
                  <a:lnTo>
                    <a:pt x="1725" y="1103"/>
                  </a:lnTo>
                  <a:lnTo>
                    <a:pt x="1124" y="1424"/>
                  </a:lnTo>
                  <a:lnTo>
                    <a:pt x="562" y="1765"/>
                  </a:lnTo>
                  <a:lnTo>
                    <a:pt x="1" y="2146"/>
                  </a:lnTo>
                  <a:lnTo>
                    <a:pt x="382" y="2306"/>
                  </a:lnTo>
                  <a:lnTo>
                    <a:pt x="983" y="1905"/>
                  </a:lnTo>
                  <a:lnTo>
                    <a:pt x="1605" y="1544"/>
                  </a:lnTo>
                  <a:lnTo>
                    <a:pt x="2247" y="1223"/>
                  </a:lnTo>
                  <a:lnTo>
                    <a:pt x="2588" y="1083"/>
                  </a:lnTo>
                  <a:lnTo>
                    <a:pt x="2908" y="963"/>
                  </a:lnTo>
                  <a:lnTo>
                    <a:pt x="3249" y="842"/>
                  </a:lnTo>
                  <a:lnTo>
                    <a:pt x="3590" y="722"/>
                  </a:lnTo>
                  <a:lnTo>
                    <a:pt x="3951" y="622"/>
                  </a:lnTo>
                  <a:lnTo>
                    <a:pt x="4312" y="542"/>
                  </a:lnTo>
                  <a:lnTo>
                    <a:pt x="4673" y="481"/>
                  </a:lnTo>
                  <a:lnTo>
                    <a:pt x="5034" y="421"/>
                  </a:lnTo>
                  <a:lnTo>
                    <a:pt x="5395" y="381"/>
                  </a:lnTo>
                  <a:lnTo>
                    <a:pt x="5776" y="341"/>
                  </a:lnTo>
                  <a:lnTo>
                    <a:pt x="6518" y="341"/>
                  </a:lnTo>
                  <a:lnTo>
                    <a:pt x="6819" y="361"/>
                  </a:lnTo>
                  <a:lnTo>
                    <a:pt x="7421" y="421"/>
                  </a:lnTo>
                  <a:lnTo>
                    <a:pt x="8002" y="542"/>
                  </a:lnTo>
                  <a:lnTo>
                    <a:pt x="8584" y="702"/>
                  </a:lnTo>
                  <a:lnTo>
                    <a:pt x="9125" y="903"/>
                  </a:lnTo>
                  <a:lnTo>
                    <a:pt x="9667" y="1143"/>
                  </a:lnTo>
                  <a:lnTo>
                    <a:pt x="10168" y="1424"/>
                  </a:lnTo>
                  <a:lnTo>
                    <a:pt x="10670" y="1745"/>
                  </a:lnTo>
                  <a:lnTo>
                    <a:pt x="11131" y="2086"/>
                  </a:lnTo>
                  <a:lnTo>
                    <a:pt x="11572" y="2467"/>
                  </a:lnTo>
                  <a:lnTo>
                    <a:pt x="12013" y="2868"/>
                  </a:lnTo>
                  <a:lnTo>
                    <a:pt x="12414" y="3309"/>
                  </a:lnTo>
                  <a:lnTo>
                    <a:pt x="12795" y="3770"/>
                  </a:lnTo>
                  <a:lnTo>
                    <a:pt x="13156" y="4272"/>
                  </a:lnTo>
                  <a:lnTo>
                    <a:pt x="13477" y="4793"/>
                  </a:lnTo>
                  <a:lnTo>
                    <a:pt x="13798" y="5315"/>
                  </a:lnTo>
                  <a:lnTo>
                    <a:pt x="14079" y="5876"/>
                  </a:lnTo>
                  <a:lnTo>
                    <a:pt x="14360" y="6458"/>
                  </a:lnTo>
                  <a:lnTo>
                    <a:pt x="14620" y="7039"/>
                  </a:lnTo>
                  <a:lnTo>
                    <a:pt x="14861" y="7621"/>
                  </a:lnTo>
                  <a:lnTo>
                    <a:pt x="15082" y="8222"/>
                  </a:lnTo>
                  <a:lnTo>
                    <a:pt x="15282" y="8844"/>
                  </a:lnTo>
                  <a:lnTo>
                    <a:pt x="15483" y="9446"/>
                  </a:lnTo>
                  <a:lnTo>
                    <a:pt x="15683" y="10067"/>
                  </a:lnTo>
                  <a:lnTo>
                    <a:pt x="15844" y="10709"/>
                  </a:lnTo>
                  <a:lnTo>
                    <a:pt x="16004" y="11331"/>
                  </a:lnTo>
                  <a:lnTo>
                    <a:pt x="16305" y="12594"/>
                  </a:lnTo>
                  <a:lnTo>
                    <a:pt x="16546" y="13858"/>
                  </a:lnTo>
                  <a:lnTo>
                    <a:pt x="16766" y="15101"/>
                  </a:lnTo>
                  <a:lnTo>
                    <a:pt x="16886" y="15743"/>
                  </a:lnTo>
                  <a:lnTo>
                    <a:pt x="16967" y="16405"/>
                  </a:lnTo>
                  <a:lnTo>
                    <a:pt x="17047" y="17066"/>
                  </a:lnTo>
                  <a:lnTo>
                    <a:pt x="17107" y="17728"/>
                  </a:lnTo>
                  <a:lnTo>
                    <a:pt x="17147" y="18390"/>
                  </a:lnTo>
                  <a:lnTo>
                    <a:pt x="17187" y="19052"/>
                  </a:lnTo>
                  <a:lnTo>
                    <a:pt x="17187" y="19714"/>
                  </a:lnTo>
                  <a:lnTo>
                    <a:pt x="17187" y="20375"/>
                  </a:lnTo>
                  <a:lnTo>
                    <a:pt x="17167" y="20917"/>
                  </a:lnTo>
                  <a:lnTo>
                    <a:pt x="17107" y="21438"/>
                  </a:lnTo>
                  <a:lnTo>
                    <a:pt x="17027" y="21960"/>
                  </a:lnTo>
                  <a:lnTo>
                    <a:pt x="16927" y="22461"/>
                  </a:lnTo>
                  <a:lnTo>
                    <a:pt x="16786" y="22963"/>
                  </a:lnTo>
                  <a:lnTo>
                    <a:pt x="16686" y="23203"/>
                  </a:lnTo>
                  <a:lnTo>
                    <a:pt x="16586" y="23444"/>
                  </a:lnTo>
                  <a:lnTo>
                    <a:pt x="16465" y="23664"/>
                  </a:lnTo>
                  <a:lnTo>
                    <a:pt x="16345" y="23885"/>
                  </a:lnTo>
                  <a:lnTo>
                    <a:pt x="16205" y="24086"/>
                  </a:lnTo>
                  <a:lnTo>
                    <a:pt x="16044" y="24286"/>
                  </a:lnTo>
                  <a:lnTo>
                    <a:pt x="16044" y="24286"/>
                  </a:lnTo>
                  <a:lnTo>
                    <a:pt x="16265" y="24146"/>
                  </a:lnTo>
                  <a:lnTo>
                    <a:pt x="16485" y="23985"/>
                  </a:lnTo>
                  <a:lnTo>
                    <a:pt x="16686" y="23805"/>
                  </a:lnTo>
                  <a:lnTo>
                    <a:pt x="16886" y="23604"/>
                  </a:lnTo>
                  <a:lnTo>
                    <a:pt x="17007" y="23344"/>
                  </a:lnTo>
                  <a:lnTo>
                    <a:pt x="17107" y="23063"/>
                  </a:lnTo>
                  <a:lnTo>
                    <a:pt x="17207" y="22782"/>
                  </a:lnTo>
                  <a:lnTo>
                    <a:pt x="17288" y="22481"/>
                  </a:lnTo>
                  <a:lnTo>
                    <a:pt x="17348" y="22180"/>
                  </a:lnTo>
                  <a:lnTo>
                    <a:pt x="17408" y="21880"/>
                  </a:lnTo>
                  <a:lnTo>
                    <a:pt x="17468" y="21278"/>
                  </a:lnTo>
                  <a:lnTo>
                    <a:pt x="17528" y="20656"/>
                  </a:lnTo>
                  <a:lnTo>
                    <a:pt x="17528" y="20035"/>
                  </a:lnTo>
                  <a:lnTo>
                    <a:pt x="17528" y="19433"/>
                  </a:lnTo>
                  <a:lnTo>
                    <a:pt x="17508" y="18851"/>
                  </a:lnTo>
                  <a:lnTo>
                    <a:pt x="17488" y="18250"/>
                  </a:lnTo>
                  <a:lnTo>
                    <a:pt x="17448" y="17648"/>
                  </a:lnTo>
                  <a:lnTo>
                    <a:pt x="17388" y="17046"/>
                  </a:lnTo>
                  <a:lnTo>
                    <a:pt x="17328" y="16465"/>
                  </a:lnTo>
                  <a:lnTo>
                    <a:pt x="17147" y="15262"/>
                  </a:lnTo>
                  <a:lnTo>
                    <a:pt x="16947" y="14078"/>
                  </a:lnTo>
                  <a:lnTo>
                    <a:pt x="16686" y="12915"/>
                  </a:lnTo>
                  <a:lnTo>
                    <a:pt x="16405" y="11752"/>
                  </a:lnTo>
                  <a:lnTo>
                    <a:pt x="16104" y="10589"/>
                  </a:lnTo>
                  <a:lnTo>
                    <a:pt x="15763" y="9426"/>
                  </a:lnTo>
                  <a:lnTo>
                    <a:pt x="15463" y="8443"/>
                  </a:lnTo>
                  <a:lnTo>
                    <a:pt x="15122" y="7460"/>
                  </a:lnTo>
                  <a:lnTo>
                    <a:pt x="14921" y="6979"/>
                  </a:lnTo>
                  <a:lnTo>
                    <a:pt x="14741" y="6498"/>
                  </a:lnTo>
                  <a:lnTo>
                    <a:pt x="14520" y="6016"/>
                  </a:lnTo>
                  <a:lnTo>
                    <a:pt x="14299" y="5555"/>
                  </a:lnTo>
                  <a:lnTo>
                    <a:pt x="14059" y="5094"/>
                  </a:lnTo>
                  <a:lnTo>
                    <a:pt x="13798" y="4653"/>
                  </a:lnTo>
                  <a:lnTo>
                    <a:pt x="13517" y="4212"/>
                  </a:lnTo>
                  <a:lnTo>
                    <a:pt x="13237" y="3790"/>
                  </a:lnTo>
                  <a:lnTo>
                    <a:pt x="12916" y="3369"/>
                  </a:lnTo>
                  <a:lnTo>
                    <a:pt x="12595" y="2968"/>
                  </a:lnTo>
                  <a:lnTo>
                    <a:pt x="12234" y="2587"/>
                  </a:lnTo>
                  <a:lnTo>
                    <a:pt x="11853" y="2226"/>
                  </a:lnTo>
                  <a:lnTo>
                    <a:pt x="11572" y="1945"/>
                  </a:lnTo>
                  <a:lnTo>
                    <a:pt x="11251" y="1705"/>
                  </a:lnTo>
                  <a:lnTo>
                    <a:pt x="10930" y="1464"/>
                  </a:lnTo>
                  <a:lnTo>
                    <a:pt x="10609" y="1263"/>
                  </a:lnTo>
                  <a:lnTo>
                    <a:pt x="10268" y="1063"/>
                  </a:lnTo>
                  <a:lnTo>
                    <a:pt x="9928" y="882"/>
                  </a:lnTo>
                  <a:lnTo>
                    <a:pt x="9587" y="702"/>
                  </a:lnTo>
                  <a:lnTo>
                    <a:pt x="9226" y="562"/>
                  </a:lnTo>
                  <a:lnTo>
                    <a:pt x="8865" y="421"/>
                  </a:lnTo>
                  <a:lnTo>
                    <a:pt x="8484" y="321"/>
                  </a:lnTo>
                  <a:lnTo>
                    <a:pt x="8123" y="221"/>
                  </a:lnTo>
                  <a:lnTo>
                    <a:pt x="7742" y="140"/>
                  </a:lnTo>
                  <a:lnTo>
                    <a:pt x="7361" y="80"/>
                  </a:lnTo>
                  <a:lnTo>
                    <a:pt x="6980" y="40"/>
                  </a:lnTo>
                  <a:lnTo>
                    <a:pt x="6578" y="20"/>
                  </a:lnTo>
                  <a:lnTo>
                    <a:pt x="619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43">
              <a:extLst>
                <a:ext uri="{FF2B5EF4-FFF2-40B4-BE49-F238E27FC236}">
                  <a16:creationId xmlns:a16="http://schemas.microsoft.com/office/drawing/2014/main" id="{F5316665-AC7B-D3DA-98F8-DF57F654A8A5}"/>
                </a:ext>
              </a:extLst>
            </p:cNvPr>
            <p:cNvSpPr/>
            <p:nvPr/>
          </p:nvSpPr>
          <p:spPr>
            <a:xfrm>
              <a:off x="10290200" y="5028575"/>
              <a:ext cx="1525" cy="525"/>
            </a:xfrm>
            <a:custGeom>
              <a:avLst/>
              <a:gdLst/>
              <a:ahLst/>
              <a:cxnLst/>
              <a:rect l="l" t="t" r="r" b="b"/>
              <a:pathLst>
                <a:path w="61" h="21" extrusionOk="0">
                  <a:moveTo>
                    <a:pt x="0" y="0"/>
                  </a:moveTo>
                  <a:lnTo>
                    <a:pt x="61" y="2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DEDA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43">
              <a:extLst>
                <a:ext uri="{FF2B5EF4-FFF2-40B4-BE49-F238E27FC236}">
                  <a16:creationId xmlns:a16="http://schemas.microsoft.com/office/drawing/2014/main" id="{D981EA83-3AB4-81BB-A7FF-AB38267D3936}"/>
                </a:ext>
              </a:extLst>
            </p:cNvPr>
            <p:cNvSpPr/>
            <p:nvPr/>
          </p:nvSpPr>
          <p:spPr>
            <a:xfrm>
              <a:off x="10290200" y="5028575"/>
              <a:ext cx="1525" cy="525"/>
            </a:xfrm>
            <a:custGeom>
              <a:avLst/>
              <a:gdLst/>
              <a:ahLst/>
              <a:cxnLst/>
              <a:rect l="l" t="t" r="r" b="b"/>
              <a:pathLst>
                <a:path w="61" h="2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43">
              <a:extLst>
                <a:ext uri="{FF2B5EF4-FFF2-40B4-BE49-F238E27FC236}">
                  <a16:creationId xmlns:a16="http://schemas.microsoft.com/office/drawing/2014/main" id="{E640AA9C-8FDE-119B-66E5-0F7BD749A49C}"/>
                </a:ext>
              </a:extLst>
            </p:cNvPr>
            <p:cNvSpPr/>
            <p:nvPr/>
          </p:nvSpPr>
          <p:spPr>
            <a:xfrm>
              <a:off x="10217500" y="4514175"/>
              <a:ext cx="54675" cy="468800"/>
            </a:xfrm>
            <a:custGeom>
              <a:avLst/>
              <a:gdLst/>
              <a:ahLst/>
              <a:cxnLst/>
              <a:rect l="l" t="t" r="r" b="b"/>
              <a:pathLst>
                <a:path w="2187" h="18752" extrusionOk="0">
                  <a:moveTo>
                    <a:pt x="1" y="0"/>
                  </a:moveTo>
                  <a:lnTo>
                    <a:pt x="321" y="461"/>
                  </a:lnTo>
                  <a:lnTo>
                    <a:pt x="622" y="963"/>
                  </a:lnTo>
                  <a:lnTo>
                    <a:pt x="883" y="1484"/>
                  </a:lnTo>
                  <a:lnTo>
                    <a:pt x="1124" y="2026"/>
                  </a:lnTo>
                  <a:lnTo>
                    <a:pt x="1324" y="2567"/>
                  </a:lnTo>
                  <a:lnTo>
                    <a:pt x="1505" y="3149"/>
                  </a:lnTo>
                  <a:lnTo>
                    <a:pt x="1645" y="3730"/>
                  </a:lnTo>
                  <a:lnTo>
                    <a:pt x="1745" y="4332"/>
                  </a:lnTo>
                  <a:lnTo>
                    <a:pt x="1846" y="4934"/>
                  </a:lnTo>
                  <a:lnTo>
                    <a:pt x="1906" y="5535"/>
                  </a:lnTo>
                  <a:lnTo>
                    <a:pt x="1926" y="6137"/>
                  </a:lnTo>
                  <a:lnTo>
                    <a:pt x="1946" y="6758"/>
                  </a:lnTo>
                  <a:lnTo>
                    <a:pt x="1926" y="7360"/>
                  </a:lnTo>
                  <a:lnTo>
                    <a:pt x="1886" y="7962"/>
                  </a:lnTo>
                  <a:lnTo>
                    <a:pt x="1825" y="8543"/>
                  </a:lnTo>
                  <a:lnTo>
                    <a:pt x="1745" y="9125"/>
                  </a:lnTo>
                  <a:lnTo>
                    <a:pt x="1505" y="12975"/>
                  </a:lnTo>
                  <a:lnTo>
                    <a:pt x="1424" y="14098"/>
                  </a:lnTo>
                  <a:lnTo>
                    <a:pt x="1344" y="15222"/>
                  </a:lnTo>
                  <a:lnTo>
                    <a:pt x="1344" y="15783"/>
                  </a:lnTo>
                  <a:lnTo>
                    <a:pt x="1344" y="16345"/>
                  </a:lnTo>
                  <a:lnTo>
                    <a:pt x="1364" y="16906"/>
                  </a:lnTo>
                  <a:lnTo>
                    <a:pt x="1424" y="17468"/>
                  </a:lnTo>
                  <a:lnTo>
                    <a:pt x="1464" y="17809"/>
                  </a:lnTo>
                  <a:lnTo>
                    <a:pt x="1545" y="18170"/>
                  </a:lnTo>
                  <a:lnTo>
                    <a:pt x="1745" y="18450"/>
                  </a:lnTo>
                  <a:lnTo>
                    <a:pt x="1986" y="18751"/>
                  </a:lnTo>
                  <a:lnTo>
                    <a:pt x="1906" y="18410"/>
                  </a:lnTo>
                  <a:lnTo>
                    <a:pt x="1846" y="18089"/>
                  </a:lnTo>
                  <a:lnTo>
                    <a:pt x="1785" y="17748"/>
                  </a:lnTo>
                  <a:lnTo>
                    <a:pt x="1745" y="17407"/>
                  </a:lnTo>
                  <a:lnTo>
                    <a:pt x="1685" y="16726"/>
                  </a:lnTo>
                  <a:lnTo>
                    <a:pt x="1645" y="16024"/>
                  </a:lnTo>
                  <a:lnTo>
                    <a:pt x="1665" y="15322"/>
                  </a:lnTo>
                  <a:lnTo>
                    <a:pt x="1685" y="14640"/>
                  </a:lnTo>
                  <a:lnTo>
                    <a:pt x="1765" y="13336"/>
                  </a:lnTo>
                  <a:lnTo>
                    <a:pt x="1846" y="12213"/>
                  </a:lnTo>
                  <a:lnTo>
                    <a:pt x="1946" y="11070"/>
                  </a:lnTo>
                  <a:lnTo>
                    <a:pt x="2046" y="9927"/>
                  </a:lnTo>
                  <a:lnTo>
                    <a:pt x="2126" y="8784"/>
                  </a:lnTo>
                  <a:lnTo>
                    <a:pt x="2186" y="7641"/>
                  </a:lnTo>
                  <a:lnTo>
                    <a:pt x="2186" y="7079"/>
                  </a:lnTo>
                  <a:lnTo>
                    <a:pt x="2186" y="6498"/>
                  </a:lnTo>
                  <a:lnTo>
                    <a:pt x="2166" y="5936"/>
                  </a:lnTo>
                  <a:lnTo>
                    <a:pt x="2126" y="5375"/>
                  </a:lnTo>
                  <a:lnTo>
                    <a:pt x="2066" y="4813"/>
                  </a:lnTo>
                  <a:lnTo>
                    <a:pt x="1986" y="4252"/>
                  </a:lnTo>
                  <a:lnTo>
                    <a:pt x="1866" y="3670"/>
                  </a:lnTo>
                  <a:lnTo>
                    <a:pt x="1725" y="3089"/>
                  </a:lnTo>
                  <a:lnTo>
                    <a:pt x="1525" y="2527"/>
                  </a:lnTo>
                  <a:lnTo>
                    <a:pt x="1304" y="1965"/>
                  </a:lnTo>
                  <a:lnTo>
                    <a:pt x="1043" y="1444"/>
                  </a:lnTo>
                  <a:lnTo>
                    <a:pt x="883" y="1183"/>
                  </a:lnTo>
                  <a:lnTo>
                    <a:pt x="722" y="923"/>
                  </a:lnTo>
                  <a:lnTo>
                    <a:pt x="562" y="682"/>
                  </a:lnTo>
                  <a:lnTo>
                    <a:pt x="382" y="441"/>
                  </a:lnTo>
                  <a:lnTo>
                    <a:pt x="201" y="22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43">
              <a:extLst>
                <a:ext uri="{FF2B5EF4-FFF2-40B4-BE49-F238E27FC236}">
                  <a16:creationId xmlns:a16="http://schemas.microsoft.com/office/drawing/2014/main" id="{FD52A9A1-4EC0-7DEB-DDF0-CA3452983C4A}"/>
                </a:ext>
              </a:extLst>
            </p:cNvPr>
            <p:cNvSpPr/>
            <p:nvPr/>
          </p:nvSpPr>
          <p:spPr>
            <a:xfrm>
              <a:off x="10289700" y="5028575"/>
              <a:ext cx="1525" cy="25"/>
            </a:xfrm>
            <a:custGeom>
              <a:avLst/>
              <a:gdLst/>
              <a:ahLst/>
              <a:cxnLst/>
              <a:rect l="l" t="t" r="r" b="b"/>
              <a:pathLst>
                <a:path w="61" h="1" fill="none" extrusionOk="0">
                  <a:moveTo>
                    <a:pt x="2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43">
              <a:extLst>
                <a:ext uri="{FF2B5EF4-FFF2-40B4-BE49-F238E27FC236}">
                  <a16:creationId xmlns:a16="http://schemas.microsoft.com/office/drawing/2014/main" id="{9D8098B8-FD46-A205-127D-211C870944BF}"/>
                </a:ext>
              </a:extLst>
            </p:cNvPr>
            <p:cNvSpPr/>
            <p:nvPr/>
          </p:nvSpPr>
          <p:spPr>
            <a:xfrm>
              <a:off x="10267125" y="4982950"/>
              <a:ext cx="97300" cy="46650"/>
            </a:xfrm>
            <a:custGeom>
              <a:avLst/>
              <a:gdLst/>
              <a:ahLst/>
              <a:cxnLst/>
              <a:rect l="l" t="t" r="r" b="b"/>
              <a:pathLst>
                <a:path w="3892" h="1866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81" y="501"/>
                  </a:lnTo>
                  <a:lnTo>
                    <a:pt x="282" y="742"/>
                  </a:lnTo>
                  <a:lnTo>
                    <a:pt x="402" y="963"/>
                  </a:lnTo>
                  <a:lnTo>
                    <a:pt x="522" y="1203"/>
                  </a:lnTo>
                  <a:lnTo>
                    <a:pt x="663" y="1424"/>
                  </a:lnTo>
                  <a:lnTo>
                    <a:pt x="803" y="1625"/>
                  </a:lnTo>
                  <a:lnTo>
                    <a:pt x="964" y="1825"/>
                  </a:lnTo>
                  <a:lnTo>
                    <a:pt x="964" y="1825"/>
                  </a:lnTo>
                  <a:lnTo>
                    <a:pt x="964" y="1825"/>
                  </a:lnTo>
                  <a:lnTo>
                    <a:pt x="1244" y="1845"/>
                  </a:lnTo>
                  <a:lnTo>
                    <a:pt x="1525" y="1865"/>
                  </a:lnTo>
                  <a:lnTo>
                    <a:pt x="1525" y="1865"/>
                  </a:lnTo>
                  <a:lnTo>
                    <a:pt x="1826" y="1845"/>
                  </a:lnTo>
                  <a:lnTo>
                    <a:pt x="2127" y="1825"/>
                  </a:lnTo>
                  <a:lnTo>
                    <a:pt x="2428" y="1765"/>
                  </a:lnTo>
                  <a:lnTo>
                    <a:pt x="2728" y="1705"/>
                  </a:lnTo>
                  <a:lnTo>
                    <a:pt x="3029" y="1625"/>
                  </a:lnTo>
                  <a:lnTo>
                    <a:pt x="3310" y="1524"/>
                  </a:lnTo>
                  <a:lnTo>
                    <a:pt x="3611" y="1384"/>
                  </a:lnTo>
                  <a:lnTo>
                    <a:pt x="3891" y="1243"/>
                  </a:lnTo>
                  <a:lnTo>
                    <a:pt x="3891" y="1243"/>
                  </a:lnTo>
                  <a:lnTo>
                    <a:pt x="3470" y="1304"/>
                  </a:lnTo>
                  <a:lnTo>
                    <a:pt x="3029" y="1324"/>
                  </a:lnTo>
                  <a:lnTo>
                    <a:pt x="3029" y="1324"/>
                  </a:lnTo>
                  <a:lnTo>
                    <a:pt x="2668" y="1304"/>
                  </a:lnTo>
                  <a:lnTo>
                    <a:pt x="2287" y="1264"/>
                  </a:lnTo>
                  <a:lnTo>
                    <a:pt x="1926" y="1183"/>
                  </a:lnTo>
                  <a:lnTo>
                    <a:pt x="1565" y="1063"/>
                  </a:lnTo>
                  <a:lnTo>
                    <a:pt x="1204" y="903"/>
                  </a:lnTo>
                  <a:lnTo>
                    <a:pt x="843" y="702"/>
                  </a:lnTo>
                  <a:lnTo>
                    <a:pt x="522" y="441"/>
                  </a:lnTo>
                  <a:lnTo>
                    <a:pt x="181" y="161"/>
                  </a:lnTo>
                  <a:lnTo>
                    <a:pt x="181" y="16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43">
              <a:extLst>
                <a:ext uri="{FF2B5EF4-FFF2-40B4-BE49-F238E27FC236}">
                  <a16:creationId xmlns:a16="http://schemas.microsoft.com/office/drawing/2014/main" id="{D7CF4E45-95DA-316D-494A-303CD1C4B210}"/>
                </a:ext>
              </a:extLst>
            </p:cNvPr>
            <p:cNvSpPr/>
            <p:nvPr/>
          </p:nvSpPr>
          <p:spPr>
            <a:xfrm>
              <a:off x="10048050" y="4477075"/>
              <a:ext cx="229650" cy="544500"/>
            </a:xfrm>
            <a:custGeom>
              <a:avLst/>
              <a:gdLst/>
              <a:ahLst/>
              <a:cxnLst/>
              <a:rect l="l" t="t" r="r" b="b"/>
              <a:pathLst>
                <a:path w="9186" h="21780" fill="none" extrusionOk="0">
                  <a:moveTo>
                    <a:pt x="2467" y="0"/>
                  </a:moveTo>
                  <a:lnTo>
                    <a:pt x="2467" y="0"/>
                  </a:lnTo>
                  <a:lnTo>
                    <a:pt x="1845" y="20"/>
                  </a:lnTo>
                  <a:lnTo>
                    <a:pt x="1243" y="80"/>
                  </a:lnTo>
                  <a:lnTo>
                    <a:pt x="622" y="201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381" y="301"/>
                  </a:lnTo>
                  <a:lnTo>
                    <a:pt x="742" y="301"/>
                  </a:lnTo>
                  <a:lnTo>
                    <a:pt x="742" y="301"/>
                  </a:lnTo>
                  <a:lnTo>
                    <a:pt x="1143" y="301"/>
                  </a:lnTo>
                  <a:lnTo>
                    <a:pt x="1544" y="341"/>
                  </a:lnTo>
                  <a:lnTo>
                    <a:pt x="1925" y="401"/>
                  </a:lnTo>
                  <a:lnTo>
                    <a:pt x="2326" y="481"/>
                  </a:lnTo>
                  <a:lnTo>
                    <a:pt x="2326" y="481"/>
                  </a:lnTo>
                  <a:lnTo>
                    <a:pt x="2768" y="622"/>
                  </a:lnTo>
                  <a:lnTo>
                    <a:pt x="3209" y="782"/>
                  </a:lnTo>
                  <a:lnTo>
                    <a:pt x="3610" y="963"/>
                  </a:lnTo>
                  <a:lnTo>
                    <a:pt x="3991" y="1183"/>
                  </a:lnTo>
                  <a:lnTo>
                    <a:pt x="4372" y="1404"/>
                  </a:lnTo>
                  <a:lnTo>
                    <a:pt x="4713" y="1685"/>
                  </a:lnTo>
                  <a:lnTo>
                    <a:pt x="5034" y="1965"/>
                  </a:lnTo>
                  <a:lnTo>
                    <a:pt x="5335" y="2286"/>
                  </a:lnTo>
                  <a:lnTo>
                    <a:pt x="5615" y="2607"/>
                  </a:lnTo>
                  <a:lnTo>
                    <a:pt x="5876" y="2968"/>
                  </a:lnTo>
                  <a:lnTo>
                    <a:pt x="6117" y="3329"/>
                  </a:lnTo>
                  <a:lnTo>
                    <a:pt x="6317" y="3730"/>
                  </a:lnTo>
                  <a:lnTo>
                    <a:pt x="6518" y="4131"/>
                  </a:lnTo>
                  <a:lnTo>
                    <a:pt x="6678" y="4552"/>
                  </a:lnTo>
                  <a:lnTo>
                    <a:pt x="6819" y="4974"/>
                  </a:lnTo>
                  <a:lnTo>
                    <a:pt x="6919" y="5435"/>
                  </a:lnTo>
                  <a:lnTo>
                    <a:pt x="6919" y="5435"/>
                  </a:lnTo>
                  <a:lnTo>
                    <a:pt x="7039" y="6036"/>
                  </a:lnTo>
                  <a:lnTo>
                    <a:pt x="7140" y="6638"/>
                  </a:lnTo>
                  <a:lnTo>
                    <a:pt x="7200" y="7240"/>
                  </a:lnTo>
                  <a:lnTo>
                    <a:pt x="7260" y="7841"/>
                  </a:lnTo>
                  <a:lnTo>
                    <a:pt x="7280" y="8443"/>
                  </a:lnTo>
                  <a:lnTo>
                    <a:pt x="7280" y="9045"/>
                  </a:lnTo>
                  <a:lnTo>
                    <a:pt x="7280" y="9666"/>
                  </a:lnTo>
                  <a:lnTo>
                    <a:pt x="7260" y="10268"/>
                  </a:lnTo>
                  <a:lnTo>
                    <a:pt x="7200" y="11491"/>
                  </a:lnTo>
                  <a:lnTo>
                    <a:pt x="7119" y="12715"/>
                  </a:lnTo>
                  <a:lnTo>
                    <a:pt x="7059" y="13918"/>
                  </a:lnTo>
                  <a:lnTo>
                    <a:pt x="7019" y="15141"/>
                  </a:lnTo>
                  <a:lnTo>
                    <a:pt x="7019" y="15141"/>
                  </a:lnTo>
                  <a:lnTo>
                    <a:pt x="7019" y="16044"/>
                  </a:lnTo>
                  <a:lnTo>
                    <a:pt x="7039" y="16505"/>
                  </a:lnTo>
                  <a:lnTo>
                    <a:pt x="7079" y="16986"/>
                  </a:lnTo>
                  <a:lnTo>
                    <a:pt x="7119" y="17468"/>
                  </a:lnTo>
                  <a:lnTo>
                    <a:pt x="7180" y="17949"/>
                  </a:lnTo>
                  <a:lnTo>
                    <a:pt x="7280" y="18410"/>
                  </a:lnTo>
                  <a:lnTo>
                    <a:pt x="7380" y="18871"/>
                  </a:lnTo>
                  <a:lnTo>
                    <a:pt x="7500" y="19313"/>
                  </a:lnTo>
                  <a:lnTo>
                    <a:pt x="7661" y="19754"/>
                  </a:lnTo>
                  <a:lnTo>
                    <a:pt x="7841" y="20155"/>
                  </a:lnTo>
                  <a:lnTo>
                    <a:pt x="8042" y="20556"/>
                  </a:lnTo>
                  <a:lnTo>
                    <a:pt x="8283" y="20917"/>
                  </a:lnTo>
                  <a:lnTo>
                    <a:pt x="8543" y="21238"/>
                  </a:lnTo>
                  <a:lnTo>
                    <a:pt x="8704" y="21398"/>
                  </a:lnTo>
                  <a:lnTo>
                    <a:pt x="8844" y="21539"/>
                  </a:lnTo>
                  <a:lnTo>
                    <a:pt x="9005" y="21659"/>
                  </a:lnTo>
                  <a:lnTo>
                    <a:pt x="9185" y="21779"/>
                  </a:lnTo>
                  <a:lnTo>
                    <a:pt x="9185" y="21779"/>
                  </a:lnTo>
                  <a:lnTo>
                    <a:pt x="9045" y="21539"/>
                  </a:lnTo>
                  <a:lnTo>
                    <a:pt x="8904" y="21278"/>
                  </a:lnTo>
                  <a:lnTo>
                    <a:pt x="8764" y="21017"/>
                  </a:lnTo>
                  <a:lnTo>
                    <a:pt x="8664" y="20757"/>
                  </a:lnTo>
                  <a:lnTo>
                    <a:pt x="8543" y="20476"/>
                  </a:lnTo>
                  <a:lnTo>
                    <a:pt x="8463" y="20215"/>
                  </a:lnTo>
                  <a:lnTo>
                    <a:pt x="8323" y="19654"/>
                  </a:lnTo>
                  <a:lnTo>
                    <a:pt x="8323" y="19654"/>
                  </a:lnTo>
                  <a:lnTo>
                    <a:pt x="8182" y="19433"/>
                  </a:lnTo>
                  <a:lnTo>
                    <a:pt x="8042" y="19192"/>
                  </a:lnTo>
                  <a:lnTo>
                    <a:pt x="7942" y="18972"/>
                  </a:lnTo>
                  <a:lnTo>
                    <a:pt x="7841" y="18731"/>
                  </a:lnTo>
                  <a:lnTo>
                    <a:pt x="7761" y="18490"/>
                  </a:lnTo>
                  <a:lnTo>
                    <a:pt x="7681" y="18230"/>
                  </a:lnTo>
                  <a:lnTo>
                    <a:pt x="7621" y="17989"/>
                  </a:lnTo>
                  <a:lnTo>
                    <a:pt x="7581" y="17728"/>
                  </a:lnTo>
                  <a:lnTo>
                    <a:pt x="7521" y="17227"/>
                  </a:lnTo>
                  <a:lnTo>
                    <a:pt x="7500" y="16685"/>
                  </a:lnTo>
                  <a:lnTo>
                    <a:pt x="7521" y="16164"/>
                  </a:lnTo>
                  <a:lnTo>
                    <a:pt x="7561" y="15623"/>
                  </a:lnTo>
                  <a:lnTo>
                    <a:pt x="7621" y="15081"/>
                  </a:lnTo>
                  <a:lnTo>
                    <a:pt x="7701" y="14540"/>
                  </a:lnTo>
                  <a:lnTo>
                    <a:pt x="7801" y="13998"/>
                  </a:lnTo>
                  <a:lnTo>
                    <a:pt x="7922" y="13477"/>
                  </a:lnTo>
                  <a:lnTo>
                    <a:pt x="8162" y="12434"/>
                  </a:lnTo>
                  <a:lnTo>
                    <a:pt x="8383" y="11451"/>
                  </a:lnTo>
                  <a:lnTo>
                    <a:pt x="8383" y="11451"/>
                  </a:lnTo>
                  <a:lnTo>
                    <a:pt x="8523" y="10609"/>
                  </a:lnTo>
                  <a:lnTo>
                    <a:pt x="8523" y="10609"/>
                  </a:lnTo>
                  <a:lnTo>
                    <a:pt x="8563" y="9947"/>
                  </a:lnTo>
                  <a:lnTo>
                    <a:pt x="8563" y="9947"/>
                  </a:lnTo>
                  <a:lnTo>
                    <a:pt x="8624" y="8804"/>
                  </a:lnTo>
                  <a:lnTo>
                    <a:pt x="8624" y="8222"/>
                  </a:lnTo>
                  <a:lnTo>
                    <a:pt x="8624" y="7641"/>
                  </a:lnTo>
                  <a:lnTo>
                    <a:pt x="8603" y="7059"/>
                  </a:lnTo>
                  <a:lnTo>
                    <a:pt x="8543" y="6478"/>
                  </a:lnTo>
                  <a:lnTo>
                    <a:pt x="8483" y="5896"/>
                  </a:lnTo>
                  <a:lnTo>
                    <a:pt x="8383" y="5315"/>
                  </a:lnTo>
                  <a:lnTo>
                    <a:pt x="8242" y="4753"/>
                  </a:lnTo>
                  <a:lnTo>
                    <a:pt x="8082" y="4191"/>
                  </a:lnTo>
                  <a:lnTo>
                    <a:pt x="7882" y="3670"/>
                  </a:lnTo>
                  <a:lnTo>
                    <a:pt x="7641" y="3149"/>
                  </a:lnTo>
                  <a:lnTo>
                    <a:pt x="7500" y="2908"/>
                  </a:lnTo>
                  <a:lnTo>
                    <a:pt x="7360" y="2647"/>
                  </a:lnTo>
                  <a:lnTo>
                    <a:pt x="7200" y="2427"/>
                  </a:lnTo>
                  <a:lnTo>
                    <a:pt x="7019" y="2186"/>
                  </a:lnTo>
                  <a:lnTo>
                    <a:pt x="6839" y="1965"/>
                  </a:lnTo>
                  <a:lnTo>
                    <a:pt x="6638" y="1745"/>
                  </a:lnTo>
                  <a:lnTo>
                    <a:pt x="6438" y="1524"/>
                  </a:lnTo>
                  <a:lnTo>
                    <a:pt x="6217" y="1324"/>
                  </a:lnTo>
                  <a:lnTo>
                    <a:pt x="6217" y="1324"/>
                  </a:lnTo>
                  <a:lnTo>
                    <a:pt x="5996" y="1163"/>
                  </a:lnTo>
                  <a:lnTo>
                    <a:pt x="5776" y="983"/>
                  </a:lnTo>
                  <a:lnTo>
                    <a:pt x="5555" y="842"/>
                  </a:lnTo>
                  <a:lnTo>
                    <a:pt x="5335" y="702"/>
                  </a:lnTo>
                  <a:lnTo>
                    <a:pt x="5114" y="582"/>
                  </a:lnTo>
                  <a:lnTo>
                    <a:pt x="4873" y="481"/>
                  </a:lnTo>
                  <a:lnTo>
                    <a:pt x="4653" y="381"/>
                  </a:lnTo>
                  <a:lnTo>
                    <a:pt x="4412" y="301"/>
                  </a:lnTo>
                  <a:lnTo>
                    <a:pt x="3931" y="161"/>
                  </a:lnTo>
                  <a:lnTo>
                    <a:pt x="3449" y="60"/>
                  </a:lnTo>
                  <a:lnTo>
                    <a:pt x="2948" y="0"/>
                  </a:lnTo>
                  <a:lnTo>
                    <a:pt x="246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43">
              <a:extLst>
                <a:ext uri="{FF2B5EF4-FFF2-40B4-BE49-F238E27FC236}">
                  <a16:creationId xmlns:a16="http://schemas.microsoft.com/office/drawing/2014/main" id="{00D2B50E-9783-5300-022D-80BA21E5FD04}"/>
                </a:ext>
              </a:extLst>
            </p:cNvPr>
            <p:cNvSpPr/>
            <p:nvPr/>
          </p:nvSpPr>
          <p:spPr>
            <a:xfrm>
              <a:off x="9994400" y="4450500"/>
              <a:ext cx="223125" cy="63700"/>
            </a:xfrm>
            <a:custGeom>
              <a:avLst/>
              <a:gdLst/>
              <a:ahLst/>
              <a:cxnLst/>
              <a:rect l="l" t="t" r="r" b="b"/>
              <a:pathLst>
                <a:path w="8925" h="2548" fill="none" extrusionOk="0">
                  <a:moveTo>
                    <a:pt x="3570" y="0"/>
                  </a:moveTo>
                  <a:lnTo>
                    <a:pt x="3570" y="0"/>
                  </a:lnTo>
                  <a:lnTo>
                    <a:pt x="3109" y="20"/>
                  </a:lnTo>
                  <a:lnTo>
                    <a:pt x="2647" y="60"/>
                  </a:lnTo>
                  <a:lnTo>
                    <a:pt x="2206" y="121"/>
                  </a:lnTo>
                  <a:lnTo>
                    <a:pt x="1745" y="221"/>
                  </a:lnTo>
                  <a:lnTo>
                    <a:pt x="1304" y="321"/>
                  </a:lnTo>
                  <a:lnTo>
                    <a:pt x="863" y="461"/>
                  </a:lnTo>
                  <a:lnTo>
                    <a:pt x="421" y="602"/>
                  </a:lnTo>
                  <a:lnTo>
                    <a:pt x="0" y="782"/>
                  </a:lnTo>
                  <a:lnTo>
                    <a:pt x="0" y="782"/>
                  </a:lnTo>
                  <a:lnTo>
                    <a:pt x="201" y="943"/>
                  </a:lnTo>
                  <a:lnTo>
                    <a:pt x="381" y="1123"/>
                  </a:lnTo>
                  <a:lnTo>
                    <a:pt x="562" y="1344"/>
                  </a:lnTo>
                  <a:lnTo>
                    <a:pt x="742" y="1564"/>
                  </a:lnTo>
                  <a:lnTo>
                    <a:pt x="742" y="1564"/>
                  </a:lnTo>
                  <a:lnTo>
                    <a:pt x="1183" y="1384"/>
                  </a:lnTo>
                  <a:lnTo>
                    <a:pt x="1645" y="1244"/>
                  </a:lnTo>
                  <a:lnTo>
                    <a:pt x="2106" y="1103"/>
                  </a:lnTo>
                  <a:lnTo>
                    <a:pt x="2567" y="983"/>
                  </a:lnTo>
                  <a:lnTo>
                    <a:pt x="3029" y="883"/>
                  </a:lnTo>
                  <a:lnTo>
                    <a:pt x="3510" y="822"/>
                  </a:lnTo>
                  <a:lnTo>
                    <a:pt x="3971" y="782"/>
                  </a:lnTo>
                  <a:lnTo>
                    <a:pt x="4452" y="762"/>
                  </a:lnTo>
                  <a:lnTo>
                    <a:pt x="4452" y="762"/>
                  </a:lnTo>
                  <a:lnTo>
                    <a:pt x="4793" y="782"/>
                  </a:lnTo>
                  <a:lnTo>
                    <a:pt x="5154" y="802"/>
                  </a:lnTo>
                  <a:lnTo>
                    <a:pt x="5495" y="842"/>
                  </a:lnTo>
                  <a:lnTo>
                    <a:pt x="5836" y="903"/>
                  </a:lnTo>
                  <a:lnTo>
                    <a:pt x="6177" y="983"/>
                  </a:lnTo>
                  <a:lnTo>
                    <a:pt x="6518" y="1083"/>
                  </a:lnTo>
                  <a:lnTo>
                    <a:pt x="6859" y="1183"/>
                  </a:lnTo>
                  <a:lnTo>
                    <a:pt x="7180" y="1324"/>
                  </a:lnTo>
                  <a:lnTo>
                    <a:pt x="7180" y="1324"/>
                  </a:lnTo>
                  <a:lnTo>
                    <a:pt x="7440" y="1444"/>
                  </a:lnTo>
                  <a:lnTo>
                    <a:pt x="7681" y="1584"/>
                  </a:lnTo>
                  <a:lnTo>
                    <a:pt x="7902" y="1705"/>
                  </a:lnTo>
                  <a:lnTo>
                    <a:pt x="8122" y="1865"/>
                  </a:lnTo>
                  <a:lnTo>
                    <a:pt x="8343" y="2026"/>
                  </a:lnTo>
                  <a:lnTo>
                    <a:pt x="8543" y="2186"/>
                  </a:lnTo>
                  <a:lnTo>
                    <a:pt x="8925" y="2547"/>
                  </a:lnTo>
                  <a:lnTo>
                    <a:pt x="8925" y="2547"/>
                  </a:lnTo>
                  <a:lnTo>
                    <a:pt x="8564" y="2126"/>
                  </a:lnTo>
                  <a:lnTo>
                    <a:pt x="8183" y="1745"/>
                  </a:lnTo>
                  <a:lnTo>
                    <a:pt x="7962" y="1564"/>
                  </a:lnTo>
                  <a:lnTo>
                    <a:pt x="7761" y="1384"/>
                  </a:lnTo>
                  <a:lnTo>
                    <a:pt x="7521" y="1224"/>
                  </a:lnTo>
                  <a:lnTo>
                    <a:pt x="7300" y="1063"/>
                  </a:lnTo>
                  <a:lnTo>
                    <a:pt x="7059" y="903"/>
                  </a:lnTo>
                  <a:lnTo>
                    <a:pt x="6799" y="782"/>
                  </a:lnTo>
                  <a:lnTo>
                    <a:pt x="6538" y="642"/>
                  </a:lnTo>
                  <a:lnTo>
                    <a:pt x="6257" y="522"/>
                  </a:lnTo>
                  <a:lnTo>
                    <a:pt x="5977" y="421"/>
                  </a:lnTo>
                  <a:lnTo>
                    <a:pt x="5696" y="321"/>
                  </a:lnTo>
                  <a:lnTo>
                    <a:pt x="5395" y="241"/>
                  </a:lnTo>
                  <a:lnTo>
                    <a:pt x="5074" y="161"/>
                  </a:lnTo>
                  <a:lnTo>
                    <a:pt x="5074" y="161"/>
                  </a:lnTo>
                  <a:lnTo>
                    <a:pt x="4693" y="100"/>
                  </a:lnTo>
                  <a:lnTo>
                    <a:pt x="4332" y="40"/>
                  </a:lnTo>
                  <a:lnTo>
                    <a:pt x="3951" y="20"/>
                  </a:lnTo>
                  <a:lnTo>
                    <a:pt x="357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43">
              <a:extLst>
                <a:ext uri="{FF2B5EF4-FFF2-40B4-BE49-F238E27FC236}">
                  <a16:creationId xmlns:a16="http://schemas.microsoft.com/office/drawing/2014/main" id="{38754038-154C-577F-8576-B32E55D04769}"/>
                </a:ext>
              </a:extLst>
            </p:cNvPr>
            <p:cNvSpPr/>
            <p:nvPr/>
          </p:nvSpPr>
          <p:spPr>
            <a:xfrm>
              <a:off x="10012950" y="4469550"/>
              <a:ext cx="278275" cy="559050"/>
            </a:xfrm>
            <a:custGeom>
              <a:avLst/>
              <a:gdLst/>
              <a:ahLst/>
              <a:cxnLst/>
              <a:rect l="l" t="t" r="r" b="b"/>
              <a:pathLst>
                <a:path w="11131" h="22362" extrusionOk="0">
                  <a:moveTo>
                    <a:pt x="3710" y="0"/>
                  </a:moveTo>
                  <a:lnTo>
                    <a:pt x="3229" y="20"/>
                  </a:lnTo>
                  <a:lnTo>
                    <a:pt x="2768" y="60"/>
                  </a:lnTo>
                  <a:lnTo>
                    <a:pt x="2287" y="121"/>
                  </a:lnTo>
                  <a:lnTo>
                    <a:pt x="1825" y="221"/>
                  </a:lnTo>
                  <a:lnTo>
                    <a:pt x="1364" y="341"/>
                  </a:lnTo>
                  <a:lnTo>
                    <a:pt x="903" y="482"/>
                  </a:lnTo>
                  <a:lnTo>
                    <a:pt x="441" y="622"/>
                  </a:lnTo>
                  <a:lnTo>
                    <a:pt x="0" y="802"/>
                  </a:lnTo>
                  <a:lnTo>
                    <a:pt x="161" y="1043"/>
                  </a:lnTo>
                  <a:lnTo>
                    <a:pt x="301" y="1284"/>
                  </a:lnTo>
                  <a:lnTo>
                    <a:pt x="762" y="1183"/>
                  </a:lnTo>
                  <a:lnTo>
                    <a:pt x="1244" y="1103"/>
                  </a:lnTo>
                  <a:lnTo>
                    <a:pt x="1705" y="1043"/>
                  </a:lnTo>
                  <a:lnTo>
                    <a:pt x="2166" y="1023"/>
                  </a:lnTo>
                  <a:lnTo>
                    <a:pt x="2587" y="1043"/>
                  </a:lnTo>
                  <a:lnTo>
                    <a:pt x="3008" y="1083"/>
                  </a:lnTo>
                  <a:lnTo>
                    <a:pt x="3430" y="1163"/>
                  </a:lnTo>
                  <a:lnTo>
                    <a:pt x="3851" y="1264"/>
                  </a:lnTo>
                  <a:lnTo>
                    <a:pt x="4252" y="1404"/>
                  </a:lnTo>
                  <a:lnTo>
                    <a:pt x="4673" y="1585"/>
                  </a:lnTo>
                  <a:lnTo>
                    <a:pt x="5074" y="1785"/>
                  </a:lnTo>
                  <a:lnTo>
                    <a:pt x="5475" y="2026"/>
                  </a:lnTo>
                  <a:lnTo>
                    <a:pt x="5736" y="2226"/>
                  </a:lnTo>
                  <a:lnTo>
                    <a:pt x="5977" y="2427"/>
                  </a:lnTo>
                  <a:lnTo>
                    <a:pt x="6217" y="2627"/>
                  </a:lnTo>
                  <a:lnTo>
                    <a:pt x="6438" y="2848"/>
                  </a:lnTo>
                  <a:lnTo>
                    <a:pt x="6638" y="3089"/>
                  </a:lnTo>
                  <a:lnTo>
                    <a:pt x="6819" y="3329"/>
                  </a:lnTo>
                  <a:lnTo>
                    <a:pt x="6979" y="3570"/>
                  </a:lnTo>
                  <a:lnTo>
                    <a:pt x="7140" y="3831"/>
                  </a:lnTo>
                  <a:lnTo>
                    <a:pt x="7280" y="4091"/>
                  </a:lnTo>
                  <a:lnTo>
                    <a:pt x="7420" y="4372"/>
                  </a:lnTo>
                  <a:lnTo>
                    <a:pt x="7541" y="4653"/>
                  </a:lnTo>
                  <a:lnTo>
                    <a:pt x="7641" y="4934"/>
                  </a:lnTo>
                  <a:lnTo>
                    <a:pt x="7822" y="5515"/>
                  </a:lnTo>
                  <a:lnTo>
                    <a:pt x="7982" y="6137"/>
                  </a:lnTo>
                  <a:lnTo>
                    <a:pt x="8082" y="6759"/>
                  </a:lnTo>
                  <a:lnTo>
                    <a:pt x="8162" y="7380"/>
                  </a:lnTo>
                  <a:lnTo>
                    <a:pt x="8203" y="8022"/>
                  </a:lnTo>
                  <a:lnTo>
                    <a:pt x="8243" y="8644"/>
                  </a:lnTo>
                  <a:lnTo>
                    <a:pt x="8243" y="9286"/>
                  </a:lnTo>
                  <a:lnTo>
                    <a:pt x="8243" y="9907"/>
                  </a:lnTo>
                  <a:lnTo>
                    <a:pt x="8203" y="11110"/>
                  </a:lnTo>
                  <a:lnTo>
                    <a:pt x="8142" y="12193"/>
                  </a:lnTo>
                  <a:lnTo>
                    <a:pt x="8062" y="13316"/>
                  </a:lnTo>
                  <a:lnTo>
                    <a:pt x="7982" y="14460"/>
                  </a:lnTo>
                  <a:lnTo>
                    <a:pt x="7942" y="15603"/>
                  </a:lnTo>
                  <a:lnTo>
                    <a:pt x="7942" y="16164"/>
                  </a:lnTo>
                  <a:lnTo>
                    <a:pt x="7942" y="16726"/>
                  </a:lnTo>
                  <a:lnTo>
                    <a:pt x="7982" y="17287"/>
                  </a:lnTo>
                  <a:lnTo>
                    <a:pt x="8022" y="17849"/>
                  </a:lnTo>
                  <a:lnTo>
                    <a:pt x="8102" y="18410"/>
                  </a:lnTo>
                  <a:lnTo>
                    <a:pt x="8223" y="18952"/>
                  </a:lnTo>
                  <a:lnTo>
                    <a:pt x="8363" y="19493"/>
                  </a:lnTo>
                  <a:lnTo>
                    <a:pt x="8523" y="20015"/>
                  </a:lnTo>
                  <a:lnTo>
                    <a:pt x="8644" y="20275"/>
                  </a:lnTo>
                  <a:lnTo>
                    <a:pt x="8764" y="20556"/>
                  </a:lnTo>
                  <a:lnTo>
                    <a:pt x="8904" y="20837"/>
                  </a:lnTo>
                  <a:lnTo>
                    <a:pt x="9085" y="21098"/>
                  </a:lnTo>
                  <a:lnTo>
                    <a:pt x="9265" y="21358"/>
                  </a:lnTo>
                  <a:lnTo>
                    <a:pt x="9466" y="21619"/>
                  </a:lnTo>
                  <a:lnTo>
                    <a:pt x="9667" y="21860"/>
                  </a:lnTo>
                  <a:lnTo>
                    <a:pt x="9907" y="22080"/>
                  </a:lnTo>
                  <a:lnTo>
                    <a:pt x="10308" y="22201"/>
                  </a:lnTo>
                  <a:lnTo>
                    <a:pt x="10729" y="22301"/>
                  </a:lnTo>
                  <a:lnTo>
                    <a:pt x="10729" y="22301"/>
                  </a:lnTo>
                  <a:lnTo>
                    <a:pt x="10589" y="22100"/>
                  </a:lnTo>
                  <a:lnTo>
                    <a:pt x="10589" y="22100"/>
                  </a:lnTo>
                  <a:lnTo>
                    <a:pt x="10830" y="22241"/>
                  </a:lnTo>
                  <a:lnTo>
                    <a:pt x="11070" y="22361"/>
                  </a:lnTo>
                  <a:lnTo>
                    <a:pt x="11131" y="22361"/>
                  </a:lnTo>
                  <a:lnTo>
                    <a:pt x="10970" y="22161"/>
                  </a:lnTo>
                  <a:lnTo>
                    <a:pt x="10830" y="21960"/>
                  </a:lnTo>
                  <a:lnTo>
                    <a:pt x="10689" y="21739"/>
                  </a:lnTo>
                  <a:lnTo>
                    <a:pt x="10569" y="21499"/>
                  </a:lnTo>
                  <a:lnTo>
                    <a:pt x="10449" y="21278"/>
                  </a:lnTo>
                  <a:lnTo>
                    <a:pt x="10348" y="21037"/>
                  </a:lnTo>
                  <a:lnTo>
                    <a:pt x="10168" y="20536"/>
                  </a:lnTo>
                  <a:lnTo>
                    <a:pt x="9927" y="20235"/>
                  </a:lnTo>
                  <a:lnTo>
                    <a:pt x="9727" y="19955"/>
                  </a:lnTo>
                  <a:lnTo>
                    <a:pt x="9867" y="20516"/>
                  </a:lnTo>
                  <a:lnTo>
                    <a:pt x="9947" y="20777"/>
                  </a:lnTo>
                  <a:lnTo>
                    <a:pt x="10068" y="21058"/>
                  </a:lnTo>
                  <a:lnTo>
                    <a:pt x="10168" y="21318"/>
                  </a:lnTo>
                  <a:lnTo>
                    <a:pt x="10308" y="21579"/>
                  </a:lnTo>
                  <a:lnTo>
                    <a:pt x="10449" y="21840"/>
                  </a:lnTo>
                  <a:lnTo>
                    <a:pt x="10589" y="22080"/>
                  </a:lnTo>
                  <a:lnTo>
                    <a:pt x="10409" y="21960"/>
                  </a:lnTo>
                  <a:lnTo>
                    <a:pt x="10248" y="21840"/>
                  </a:lnTo>
                  <a:lnTo>
                    <a:pt x="10108" y="21699"/>
                  </a:lnTo>
                  <a:lnTo>
                    <a:pt x="9947" y="21539"/>
                  </a:lnTo>
                  <a:lnTo>
                    <a:pt x="9687" y="21218"/>
                  </a:lnTo>
                  <a:lnTo>
                    <a:pt x="9446" y="20857"/>
                  </a:lnTo>
                  <a:lnTo>
                    <a:pt x="9245" y="20456"/>
                  </a:lnTo>
                  <a:lnTo>
                    <a:pt x="9065" y="20055"/>
                  </a:lnTo>
                  <a:lnTo>
                    <a:pt x="8904" y="19614"/>
                  </a:lnTo>
                  <a:lnTo>
                    <a:pt x="8784" y="19172"/>
                  </a:lnTo>
                  <a:lnTo>
                    <a:pt x="8684" y="18711"/>
                  </a:lnTo>
                  <a:lnTo>
                    <a:pt x="8584" y="18250"/>
                  </a:lnTo>
                  <a:lnTo>
                    <a:pt x="8523" y="17769"/>
                  </a:lnTo>
                  <a:lnTo>
                    <a:pt x="8483" y="17287"/>
                  </a:lnTo>
                  <a:lnTo>
                    <a:pt x="8443" y="16806"/>
                  </a:lnTo>
                  <a:lnTo>
                    <a:pt x="8423" y="16345"/>
                  </a:lnTo>
                  <a:lnTo>
                    <a:pt x="8423" y="15442"/>
                  </a:lnTo>
                  <a:lnTo>
                    <a:pt x="8463" y="14219"/>
                  </a:lnTo>
                  <a:lnTo>
                    <a:pt x="8523" y="13016"/>
                  </a:lnTo>
                  <a:lnTo>
                    <a:pt x="8604" y="11792"/>
                  </a:lnTo>
                  <a:lnTo>
                    <a:pt x="8664" y="10569"/>
                  </a:lnTo>
                  <a:lnTo>
                    <a:pt x="8684" y="9967"/>
                  </a:lnTo>
                  <a:lnTo>
                    <a:pt x="8684" y="9346"/>
                  </a:lnTo>
                  <a:lnTo>
                    <a:pt x="8684" y="8744"/>
                  </a:lnTo>
                  <a:lnTo>
                    <a:pt x="8664" y="8142"/>
                  </a:lnTo>
                  <a:lnTo>
                    <a:pt x="8604" y="7541"/>
                  </a:lnTo>
                  <a:lnTo>
                    <a:pt x="8544" y="6939"/>
                  </a:lnTo>
                  <a:lnTo>
                    <a:pt x="8443" y="6337"/>
                  </a:lnTo>
                  <a:lnTo>
                    <a:pt x="8323" y="5736"/>
                  </a:lnTo>
                  <a:lnTo>
                    <a:pt x="8223" y="5275"/>
                  </a:lnTo>
                  <a:lnTo>
                    <a:pt x="8082" y="4853"/>
                  </a:lnTo>
                  <a:lnTo>
                    <a:pt x="7922" y="4432"/>
                  </a:lnTo>
                  <a:lnTo>
                    <a:pt x="7721" y="4031"/>
                  </a:lnTo>
                  <a:lnTo>
                    <a:pt x="7521" y="3630"/>
                  </a:lnTo>
                  <a:lnTo>
                    <a:pt x="7280" y="3269"/>
                  </a:lnTo>
                  <a:lnTo>
                    <a:pt x="7019" y="2908"/>
                  </a:lnTo>
                  <a:lnTo>
                    <a:pt x="6739" y="2587"/>
                  </a:lnTo>
                  <a:lnTo>
                    <a:pt x="6438" y="2266"/>
                  </a:lnTo>
                  <a:lnTo>
                    <a:pt x="6117" y="1986"/>
                  </a:lnTo>
                  <a:lnTo>
                    <a:pt x="5776" y="1705"/>
                  </a:lnTo>
                  <a:lnTo>
                    <a:pt x="5395" y="1484"/>
                  </a:lnTo>
                  <a:lnTo>
                    <a:pt x="5014" y="1264"/>
                  </a:lnTo>
                  <a:lnTo>
                    <a:pt x="4613" y="1083"/>
                  </a:lnTo>
                  <a:lnTo>
                    <a:pt x="4172" y="923"/>
                  </a:lnTo>
                  <a:lnTo>
                    <a:pt x="3730" y="782"/>
                  </a:lnTo>
                  <a:lnTo>
                    <a:pt x="3329" y="702"/>
                  </a:lnTo>
                  <a:lnTo>
                    <a:pt x="2948" y="642"/>
                  </a:lnTo>
                  <a:lnTo>
                    <a:pt x="2547" y="602"/>
                  </a:lnTo>
                  <a:lnTo>
                    <a:pt x="1785" y="602"/>
                  </a:lnTo>
                  <a:lnTo>
                    <a:pt x="1404" y="642"/>
                  </a:lnTo>
                  <a:lnTo>
                    <a:pt x="2026" y="502"/>
                  </a:lnTo>
                  <a:lnTo>
                    <a:pt x="2647" y="381"/>
                  </a:lnTo>
                  <a:lnTo>
                    <a:pt x="3249" y="321"/>
                  </a:lnTo>
                  <a:lnTo>
                    <a:pt x="3871" y="301"/>
                  </a:lnTo>
                  <a:lnTo>
                    <a:pt x="4352" y="301"/>
                  </a:lnTo>
                  <a:lnTo>
                    <a:pt x="4853" y="361"/>
                  </a:lnTo>
                  <a:lnTo>
                    <a:pt x="5335" y="462"/>
                  </a:lnTo>
                  <a:lnTo>
                    <a:pt x="5816" y="602"/>
                  </a:lnTo>
                  <a:lnTo>
                    <a:pt x="6057" y="682"/>
                  </a:lnTo>
                  <a:lnTo>
                    <a:pt x="6277" y="782"/>
                  </a:lnTo>
                  <a:lnTo>
                    <a:pt x="6518" y="883"/>
                  </a:lnTo>
                  <a:lnTo>
                    <a:pt x="6739" y="1003"/>
                  </a:lnTo>
                  <a:lnTo>
                    <a:pt x="6959" y="1143"/>
                  </a:lnTo>
                  <a:lnTo>
                    <a:pt x="7180" y="1284"/>
                  </a:lnTo>
                  <a:lnTo>
                    <a:pt x="7400" y="1464"/>
                  </a:lnTo>
                  <a:lnTo>
                    <a:pt x="7621" y="1625"/>
                  </a:lnTo>
                  <a:lnTo>
                    <a:pt x="7842" y="1825"/>
                  </a:lnTo>
                  <a:lnTo>
                    <a:pt x="8042" y="2046"/>
                  </a:lnTo>
                  <a:lnTo>
                    <a:pt x="8243" y="2266"/>
                  </a:lnTo>
                  <a:lnTo>
                    <a:pt x="8423" y="2487"/>
                  </a:lnTo>
                  <a:lnTo>
                    <a:pt x="8604" y="2728"/>
                  </a:lnTo>
                  <a:lnTo>
                    <a:pt x="8764" y="2948"/>
                  </a:lnTo>
                  <a:lnTo>
                    <a:pt x="8904" y="3209"/>
                  </a:lnTo>
                  <a:lnTo>
                    <a:pt x="9045" y="3450"/>
                  </a:lnTo>
                  <a:lnTo>
                    <a:pt x="9286" y="3971"/>
                  </a:lnTo>
                  <a:lnTo>
                    <a:pt x="9486" y="4492"/>
                  </a:lnTo>
                  <a:lnTo>
                    <a:pt x="9646" y="5054"/>
                  </a:lnTo>
                  <a:lnTo>
                    <a:pt x="9787" y="5616"/>
                  </a:lnTo>
                  <a:lnTo>
                    <a:pt x="9887" y="6197"/>
                  </a:lnTo>
                  <a:lnTo>
                    <a:pt x="9947" y="6779"/>
                  </a:lnTo>
                  <a:lnTo>
                    <a:pt x="10007" y="7360"/>
                  </a:lnTo>
                  <a:lnTo>
                    <a:pt x="10028" y="7942"/>
                  </a:lnTo>
                  <a:lnTo>
                    <a:pt x="10028" y="8523"/>
                  </a:lnTo>
                  <a:lnTo>
                    <a:pt x="10028" y="9105"/>
                  </a:lnTo>
                  <a:lnTo>
                    <a:pt x="9967" y="10248"/>
                  </a:lnTo>
                  <a:lnTo>
                    <a:pt x="9927" y="10910"/>
                  </a:lnTo>
                  <a:lnTo>
                    <a:pt x="10007" y="10328"/>
                  </a:lnTo>
                  <a:lnTo>
                    <a:pt x="10068" y="9747"/>
                  </a:lnTo>
                  <a:lnTo>
                    <a:pt x="10108" y="9145"/>
                  </a:lnTo>
                  <a:lnTo>
                    <a:pt x="10128" y="8543"/>
                  </a:lnTo>
                  <a:lnTo>
                    <a:pt x="10108" y="7922"/>
                  </a:lnTo>
                  <a:lnTo>
                    <a:pt x="10088" y="7320"/>
                  </a:lnTo>
                  <a:lnTo>
                    <a:pt x="10028" y="6719"/>
                  </a:lnTo>
                  <a:lnTo>
                    <a:pt x="9927" y="6117"/>
                  </a:lnTo>
                  <a:lnTo>
                    <a:pt x="9827" y="5515"/>
                  </a:lnTo>
                  <a:lnTo>
                    <a:pt x="9687" y="4934"/>
                  </a:lnTo>
                  <a:lnTo>
                    <a:pt x="9506" y="4352"/>
                  </a:lnTo>
                  <a:lnTo>
                    <a:pt x="9306" y="3811"/>
                  </a:lnTo>
                  <a:lnTo>
                    <a:pt x="9065" y="3269"/>
                  </a:lnTo>
                  <a:lnTo>
                    <a:pt x="8804" y="2748"/>
                  </a:lnTo>
                  <a:lnTo>
                    <a:pt x="8503" y="2246"/>
                  </a:lnTo>
                  <a:lnTo>
                    <a:pt x="8183" y="1785"/>
                  </a:lnTo>
                  <a:lnTo>
                    <a:pt x="7801" y="1424"/>
                  </a:lnTo>
                  <a:lnTo>
                    <a:pt x="7601" y="1264"/>
                  </a:lnTo>
                  <a:lnTo>
                    <a:pt x="7380" y="1103"/>
                  </a:lnTo>
                  <a:lnTo>
                    <a:pt x="7160" y="943"/>
                  </a:lnTo>
                  <a:lnTo>
                    <a:pt x="6939" y="822"/>
                  </a:lnTo>
                  <a:lnTo>
                    <a:pt x="6698" y="682"/>
                  </a:lnTo>
                  <a:lnTo>
                    <a:pt x="6438" y="562"/>
                  </a:lnTo>
                  <a:lnTo>
                    <a:pt x="6117" y="421"/>
                  </a:lnTo>
                  <a:lnTo>
                    <a:pt x="5776" y="321"/>
                  </a:lnTo>
                  <a:lnTo>
                    <a:pt x="5435" y="221"/>
                  </a:lnTo>
                  <a:lnTo>
                    <a:pt x="5094" y="141"/>
                  </a:lnTo>
                  <a:lnTo>
                    <a:pt x="4753" y="80"/>
                  </a:lnTo>
                  <a:lnTo>
                    <a:pt x="4412" y="40"/>
                  </a:lnTo>
                  <a:lnTo>
                    <a:pt x="4051" y="20"/>
                  </a:lnTo>
                  <a:lnTo>
                    <a:pt x="37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43">
              <a:extLst>
                <a:ext uri="{FF2B5EF4-FFF2-40B4-BE49-F238E27FC236}">
                  <a16:creationId xmlns:a16="http://schemas.microsoft.com/office/drawing/2014/main" id="{F91E4F17-EA88-BFCF-462E-D21DC65D7FD8}"/>
                </a:ext>
              </a:extLst>
            </p:cNvPr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extrusionOk="0">
                  <a:moveTo>
                    <a:pt x="0" y="0"/>
                  </a:moveTo>
                  <a:lnTo>
                    <a:pt x="140" y="20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C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43">
              <a:extLst>
                <a:ext uri="{FF2B5EF4-FFF2-40B4-BE49-F238E27FC236}">
                  <a16:creationId xmlns:a16="http://schemas.microsoft.com/office/drawing/2014/main" id="{A45FFBE1-2B22-EE80-E5D6-8F0F1F1374E8}"/>
                </a:ext>
              </a:extLst>
            </p:cNvPr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43">
              <a:extLst>
                <a:ext uri="{FF2B5EF4-FFF2-40B4-BE49-F238E27FC236}">
                  <a16:creationId xmlns:a16="http://schemas.microsoft.com/office/drawing/2014/main" id="{C4FE175B-13F3-1C56-45AE-5723329CB6A1}"/>
                </a:ext>
              </a:extLst>
            </p:cNvPr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extrusionOk="0">
                  <a:moveTo>
                    <a:pt x="0" y="0"/>
                  </a:moveTo>
                  <a:lnTo>
                    <a:pt x="0" y="0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41" y="14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C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43">
              <a:extLst>
                <a:ext uri="{FF2B5EF4-FFF2-40B4-BE49-F238E27FC236}">
                  <a16:creationId xmlns:a16="http://schemas.microsoft.com/office/drawing/2014/main" id="{0D4F6C8B-3B3F-D044-A2FD-5B3B6CAAB232}"/>
                </a:ext>
              </a:extLst>
            </p:cNvPr>
            <p:cNvSpPr/>
            <p:nvPr/>
          </p:nvSpPr>
          <p:spPr>
            <a:xfrm>
              <a:off x="10277675" y="5022050"/>
              <a:ext cx="3525" cy="5025"/>
            </a:xfrm>
            <a:custGeom>
              <a:avLst/>
              <a:gdLst/>
              <a:ahLst/>
              <a:cxnLst/>
              <a:rect l="l" t="t" r="r" b="b"/>
              <a:pathLst>
                <a:path w="141" h="20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8662;p43">
              <a:extLst>
                <a:ext uri="{FF2B5EF4-FFF2-40B4-BE49-F238E27FC236}">
                  <a16:creationId xmlns:a16="http://schemas.microsoft.com/office/drawing/2014/main" id="{21781FF3-E9A6-B5C2-8C06-823EF6F684A0}"/>
                </a:ext>
              </a:extLst>
            </p:cNvPr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41" y="14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8663;p43">
              <a:extLst>
                <a:ext uri="{FF2B5EF4-FFF2-40B4-BE49-F238E27FC236}">
                  <a16:creationId xmlns:a16="http://schemas.microsoft.com/office/drawing/2014/main" id="{4A28BAD5-062C-CFD9-7256-D090C98F3CC2}"/>
                </a:ext>
              </a:extLst>
            </p:cNvPr>
            <p:cNvSpPr/>
            <p:nvPr/>
          </p:nvSpPr>
          <p:spPr>
            <a:xfrm>
              <a:off x="8482800" y="3920050"/>
              <a:ext cx="143900" cy="186525"/>
            </a:xfrm>
            <a:custGeom>
              <a:avLst/>
              <a:gdLst/>
              <a:ahLst/>
              <a:cxnLst/>
              <a:rect l="l" t="t" r="r" b="b"/>
              <a:pathLst>
                <a:path w="5756" h="7461" extrusionOk="0">
                  <a:moveTo>
                    <a:pt x="1123" y="0"/>
                  </a:moveTo>
                  <a:lnTo>
                    <a:pt x="983" y="21"/>
                  </a:lnTo>
                  <a:lnTo>
                    <a:pt x="842" y="61"/>
                  </a:lnTo>
                  <a:lnTo>
                    <a:pt x="702" y="141"/>
                  </a:lnTo>
                  <a:lnTo>
                    <a:pt x="582" y="221"/>
                  </a:lnTo>
                  <a:lnTo>
                    <a:pt x="481" y="321"/>
                  </a:lnTo>
                  <a:lnTo>
                    <a:pt x="381" y="422"/>
                  </a:lnTo>
                  <a:lnTo>
                    <a:pt x="301" y="562"/>
                  </a:lnTo>
                  <a:lnTo>
                    <a:pt x="221" y="722"/>
                  </a:lnTo>
                  <a:lnTo>
                    <a:pt x="160" y="903"/>
                  </a:lnTo>
                  <a:lnTo>
                    <a:pt x="100" y="1083"/>
                  </a:lnTo>
                  <a:lnTo>
                    <a:pt x="60" y="1284"/>
                  </a:lnTo>
                  <a:lnTo>
                    <a:pt x="0" y="1725"/>
                  </a:lnTo>
                  <a:lnTo>
                    <a:pt x="0" y="2206"/>
                  </a:lnTo>
                  <a:lnTo>
                    <a:pt x="0" y="2728"/>
                  </a:lnTo>
                  <a:lnTo>
                    <a:pt x="40" y="3269"/>
                  </a:lnTo>
                  <a:lnTo>
                    <a:pt x="100" y="3811"/>
                  </a:lnTo>
                  <a:lnTo>
                    <a:pt x="180" y="4372"/>
                  </a:lnTo>
                  <a:lnTo>
                    <a:pt x="281" y="4914"/>
                  </a:lnTo>
                  <a:lnTo>
                    <a:pt x="501" y="5937"/>
                  </a:lnTo>
                  <a:lnTo>
                    <a:pt x="722" y="6799"/>
                  </a:lnTo>
                  <a:lnTo>
                    <a:pt x="902" y="7461"/>
                  </a:lnTo>
                  <a:lnTo>
                    <a:pt x="5756" y="6719"/>
                  </a:lnTo>
                  <a:lnTo>
                    <a:pt x="5615" y="6217"/>
                  </a:lnTo>
                  <a:lnTo>
                    <a:pt x="5475" y="5736"/>
                  </a:lnTo>
                  <a:lnTo>
                    <a:pt x="5335" y="5275"/>
                  </a:lnTo>
                  <a:lnTo>
                    <a:pt x="5174" y="4834"/>
                  </a:lnTo>
                  <a:lnTo>
                    <a:pt x="5014" y="4412"/>
                  </a:lnTo>
                  <a:lnTo>
                    <a:pt x="4853" y="4011"/>
                  </a:lnTo>
                  <a:lnTo>
                    <a:pt x="4673" y="3630"/>
                  </a:lnTo>
                  <a:lnTo>
                    <a:pt x="4492" y="3249"/>
                  </a:lnTo>
                  <a:lnTo>
                    <a:pt x="4131" y="2588"/>
                  </a:lnTo>
                  <a:lnTo>
                    <a:pt x="3951" y="2287"/>
                  </a:lnTo>
                  <a:lnTo>
                    <a:pt x="3770" y="1986"/>
                  </a:lnTo>
                  <a:lnTo>
                    <a:pt x="3590" y="1725"/>
                  </a:lnTo>
                  <a:lnTo>
                    <a:pt x="3389" y="1485"/>
                  </a:lnTo>
                  <a:lnTo>
                    <a:pt x="3209" y="1244"/>
                  </a:lnTo>
                  <a:lnTo>
                    <a:pt x="3008" y="1043"/>
                  </a:lnTo>
                  <a:lnTo>
                    <a:pt x="2828" y="843"/>
                  </a:lnTo>
                  <a:lnTo>
                    <a:pt x="2647" y="682"/>
                  </a:lnTo>
                  <a:lnTo>
                    <a:pt x="2467" y="522"/>
                  </a:lnTo>
                  <a:lnTo>
                    <a:pt x="2286" y="382"/>
                  </a:lnTo>
                  <a:lnTo>
                    <a:pt x="2106" y="281"/>
                  </a:lnTo>
                  <a:lnTo>
                    <a:pt x="1925" y="181"/>
                  </a:lnTo>
                  <a:lnTo>
                    <a:pt x="1745" y="101"/>
                  </a:lnTo>
                  <a:lnTo>
                    <a:pt x="1584" y="61"/>
                  </a:lnTo>
                  <a:lnTo>
                    <a:pt x="1424" y="21"/>
                  </a:lnTo>
                  <a:lnTo>
                    <a:pt x="126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43">
              <a:extLst>
                <a:ext uri="{FF2B5EF4-FFF2-40B4-BE49-F238E27FC236}">
                  <a16:creationId xmlns:a16="http://schemas.microsoft.com/office/drawing/2014/main" id="{76CEA43C-035B-0C8E-39A7-07927F244FBC}"/>
                </a:ext>
              </a:extLst>
            </p:cNvPr>
            <p:cNvSpPr/>
            <p:nvPr/>
          </p:nvSpPr>
          <p:spPr>
            <a:xfrm>
              <a:off x="8482800" y="3920050"/>
              <a:ext cx="143900" cy="186525"/>
            </a:xfrm>
            <a:custGeom>
              <a:avLst/>
              <a:gdLst/>
              <a:ahLst/>
              <a:cxnLst/>
              <a:rect l="l" t="t" r="r" b="b"/>
              <a:pathLst>
                <a:path w="5756" h="7461" fill="none" extrusionOk="0">
                  <a:moveTo>
                    <a:pt x="902" y="7461"/>
                  </a:moveTo>
                  <a:lnTo>
                    <a:pt x="902" y="7461"/>
                  </a:lnTo>
                  <a:lnTo>
                    <a:pt x="722" y="6799"/>
                  </a:lnTo>
                  <a:lnTo>
                    <a:pt x="501" y="5937"/>
                  </a:lnTo>
                  <a:lnTo>
                    <a:pt x="281" y="4914"/>
                  </a:lnTo>
                  <a:lnTo>
                    <a:pt x="180" y="4372"/>
                  </a:lnTo>
                  <a:lnTo>
                    <a:pt x="100" y="3811"/>
                  </a:lnTo>
                  <a:lnTo>
                    <a:pt x="40" y="3269"/>
                  </a:lnTo>
                  <a:lnTo>
                    <a:pt x="0" y="2728"/>
                  </a:lnTo>
                  <a:lnTo>
                    <a:pt x="0" y="2206"/>
                  </a:lnTo>
                  <a:lnTo>
                    <a:pt x="0" y="1725"/>
                  </a:lnTo>
                  <a:lnTo>
                    <a:pt x="60" y="1284"/>
                  </a:lnTo>
                  <a:lnTo>
                    <a:pt x="100" y="1083"/>
                  </a:lnTo>
                  <a:lnTo>
                    <a:pt x="160" y="903"/>
                  </a:lnTo>
                  <a:lnTo>
                    <a:pt x="221" y="722"/>
                  </a:lnTo>
                  <a:lnTo>
                    <a:pt x="301" y="562"/>
                  </a:lnTo>
                  <a:lnTo>
                    <a:pt x="381" y="422"/>
                  </a:lnTo>
                  <a:lnTo>
                    <a:pt x="481" y="321"/>
                  </a:lnTo>
                  <a:lnTo>
                    <a:pt x="481" y="321"/>
                  </a:lnTo>
                  <a:lnTo>
                    <a:pt x="582" y="221"/>
                  </a:lnTo>
                  <a:lnTo>
                    <a:pt x="702" y="141"/>
                  </a:lnTo>
                  <a:lnTo>
                    <a:pt x="842" y="61"/>
                  </a:lnTo>
                  <a:lnTo>
                    <a:pt x="983" y="21"/>
                  </a:lnTo>
                  <a:lnTo>
                    <a:pt x="1123" y="0"/>
                  </a:lnTo>
                  <a:lnTo>
                    <a:pt x="1263" y="0"/>
                  </a:lnTo>
                  <a:lnTo>
                    <a:pt x="1424" y="21"/>
                  </a:lnTo>
                  <a:lnTo>
                    <a:pt x="1584" y="61"/>
                  </a:lnTo>
                  <a:lnTo>
                    <a:pt x="1745" y="101"/>
                  </a:lnTo>
                  <a:lnTo>
                    <a:pt x="1925" y="181"/>
                  </a:lnTo>
                  <a:lnTo>
                    <a:pt x="2106" y="281"/>
                  </a:lnTo>
                  <a:lnTo>
                    <a:pt x="2286" y="382"/>
                  </a:lnTo>
                  <a:lnTo>
                    <a:pt x="2467" y="522"/>
                  </a:lnTo>
                  <a:lnTo>
                    <a:pt x="2647" y="682"/>
                  </a:lnTo>
                  <a:lnTo>
                    <a:pt x="2828" y="843"/>
                  </a:lnTo>
                  <a:lnTo>
                    <a:pt x="3008" y="1043"/>
                  </a:lnTo>
                  <a:lnTo>
                    <a:pt x="3209" y="1244"/>
                  </a:lnTo>
                  <a:lnTo>
                    <a:pt x="3389" y="1485"/>
                  </a:lnTo>
                  <a:lnTo>
                    <a:pt x="3590" y="1725"/>
                  </a:lnTo>
                  <a:lnTo>
                    <a:pt x="3770" y="1986"/>
                  </a:lnTo>
                  <a:lnTo>
                    <a:pt x="3951" y="2287"/>
                  </a:lnTo>
                  <a:lnTo>
                    <a:pt x="4131" y="2588"/>
                  </a:lnTo>
                  <a:lnTo>
                    <a:pt x="4492" y="3249"/>
                  </a:lnTo>
                  <a:lnTo>
                    <a:pt x="4673" y="3630"/>
                  </a:lnTo>
                  <a:lnTo>
                    <a:pt x="4853" y="4011"/>
                  </a:lnTo>
                  <a:lnTo>
                    <a:pt x="5014" y="4412"/>
                  </a:lnTo>
                  <a:lnTo>
                    <a:pt x="5174" y="4834"/>
                  </a:lnTo>
                  <a:lnTo>
                    <a:pt x="5335" y="5275"/>
                  </a:lnTo>
                  <a:lnTo>
                    <a:pt x="5475" y="5736"/>
                  </a:lnTo>
                  <a:lnTo>
                    <a:pt x="5615" y="6217"/>
                  </a:lnTo>
                  <a:lnTo>
                    <a:pt x="5756" y="6719"/>
                  </a:lnTo>
                  <a:lnTo>
                    <a:pt x="902" y="746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43">
              <a:extLst>
                <a:ext uri="{FF2B5EF4-FFF2-40B4-BE49-F238E27FC236}">
                  <a16:creationId xmlns:a16="http://schemas.microsoft.com/office/drawing/2014/main" id="{82D5BC7D-EDF1-964A-DA0A-0FAD4D4BFB1E}"/>
                </a:ext>
              </a:extLst>
            </p:cNvPr>
            <p:cNvSpPr/>
            <p:nvPr/>
          </p:nvSpPr>
          <p:spPr>
            <a:xfrm>
              <a:off x="8364975" y="5252175"/>
              <a:ext cx="1865075" cy="312875"/>
            </a:xfrm>
            <a:custGeom>
              <a:avLst/>
              <a:gdLst/>
              <a:ahLst/>
              <a:cxnLst/>
              <a:rect l="l" t="t" r="r" b="b"/>
              <a:pathLst>
                <a:path w="74603" h="12515" fill="none" extrusionOk="0">
                  <a:moveTo>
                    <a:pt x="74603" y="1865"/>
                  </a:moveTo>
                  <a:lnTo>
                    <a:pt x="74603" y="1865"/>
                  </a:lnTo>
                  <a:lnTo>
                    <a:pt x="74543" y="1946"/>
                  </a:lnTo>
                  <a:lnTo>
                    <a:pt x="74402" y="2066"/>
                  </a:lnTo>
                  <a:lnTo>
                    <a:pt x="74162" y="2247"/>
                  </a:lnTo>
                  <a:lnTo>
                    <a:pt x="73841" y="2487"/>
                  </a:lnTo>
                  <a:lnTo>
                    <a:pt x="73440" y="2748"/>
                  </a:lnTo>
                  <a:lnTo>
                    <a:pt x="72958" y="3049"/>
                  </a:lnTo>
                  <a:lnTo>
                    <a:pt x="72397" y="3390"/>
                  </a:lnTo>
                  <a:lnTo>
                    <a:pt x="71755" y="3771"/>
                  </a:lnTo>
                  <a:lnTo>
                    <a:pt x="71033" y="4152"/>
                  </a:lnTo>
                  <a:lnTo>
                    <a:pt x="70251" y="4573"/>
                  </a:lnTo>
                  <a:lnTo>
                    <a:pt x="69389" y="5014"/>
                  </a:lnTo>
                  <a:lnTo>
                    <a:pt x="68446" y="5475"/>
                  </a:lnTo>
                  <a:lnTo>
                    <a:pt x="67443" y="5937"/>
                  </a:lnTo>
                  <a:lnTo>
                    <a:pt x="66360" y="6418"/>
                  </a:lnTo>
                  <a:lnTo>
                    <a:pt x="65217" y="6919"/>
                  </a:lnTo>
                  <a:lnTo>
                    <a:pt x="64014" y="7401"/>
                  </a:lnTo>
                  <a:lnTo>
                    <a:pt x="62751" y="7882"/>
                  </a:lnTo>
                  <a:lnTo>
                    <a:pt x="61407" y="8363"/>
                  </a:lnTo>
                  <a:lnTo>
                    <a:pt x="60023" y="8824"/>
                  </a:lnTo>
                  <a:lnTo>
                    <a:pt x="58579" y="9286"/>
                  </a:lnTo>
                  <a:lnTo>
                    <a:pt x="57075" y="9727"/>
                  </a:lnTo>
                  <a:lnTo>
                    <a:pt x="55511" y="10148"/>
                  </a:lnTo>
                  <a:lnTo>
                    <a:pt x="53907" y="10549"/>
                  </a:lnTo>
                  <a:lnTo>
                    <a:pt x="52242" y="10930"/>
                  </a:lnTo>
                  <a:lnTo>
                    <a:pt x="50538" y="11271"/>
                  </a:lnTo>
                  <a:lnTo>
                    <a:pt x="48773" y="11572"/>
                  </a:lnTo>
                  <a:lnTo>
                    <a:pt x="46968" y="11853"/>
                  </a:lnTo>
                  <a:lnTo>
                    <a:pt x="46045" y="11973"/>
                  </a:lnTo>
                  <a:lnTo>
                    <a:pt x="45123" y="12073"/>
                  </a:lnTo>
                  <a:lnTo>
                    <a:pt x="44180" y="12174"/>
                  </a:lnTo>
                  <a:lnTo>
                    <a:pt x="43218" y="12274"/>
                  </a:lnTo>
                  <a:lnTo>
                    <a:pt x="42255" y="12334"/>
                  </a:lnTo>
                  <a:lnTo>
                    <a:pt x="41292" y="12394"/>
                  </a:lnTo>
                  <a:lnTo>
                    <a:pt x="40310" y="12454"/>
                  </a:lnTo>
                  <a:lnTo>
                    <a:pt x="39307" y="12494"/>
                  </a:lnTo>
                  <a:lnTo>
                    <a:pt x="38304" y="12514"/>
                  </a:lnTo>
                  <a:lnTo>
                    <a:pt x="37302" y="12514"/>
                  </a:lnTo>
                  <a:lnTo>
                    <a:pt x="37302" y="12514"/>
                  </a:lnTo>
                  <a:lnTo>
                    <a:pt x="36299" y="12514"/>
                  </a:lnTo>
                  <a:lnTo>
                    <a:pt x="35296" y="12494"/>
                  </a:lnTo>
                  <a:lnTo>
                    <a:pt x="34293" y="12454"/>
                  </a:lnTo>
                  <a:lnTo>
                    <a:pt x="33311" y="12394"/>
                  </a:lnTo>
                  <a:lnTo>
                    <a:pt x="32348" y="12334"/>
                  </a:lnTo>
                  <a:lnTo>
                    <a:pt x="31385" y="12274"/>
                  </a:lnTo>
                  <a:lnTo>
                    <a:pt x="30423" y="12174"/>
                  </a:lnTo>
                  <a:lnTo>
                    <a:pt x="29480" y="12073"/>
                  </a:lnTo>
                  <a:lnTo>
                    <a:pt x="28558" y="11973"/>
                  </a:lnTo>
                  <a:lnTo>
                    <a:pt x="27635" y="11853"/>
                  </a:lnTo>
                  <a:lnTo>
                    <a:pt x="25830" y="11572"/>
                  </a:lnTo>
                  <a:lnTo>
                    <a:pt x="24066" y="11271"/>
                  </a:lnTo>
                  <a:lnTo>
                    <a:pt x="22361" y="10930"/>
                  </a:lnTo>
                  <a:lnTo>
                    <a:pt x="20696" y="10549"/>
                  </a:lnTo>
                  <a:lnTo>
                    <a:pt x="19092" y="10148"/>
                  </a:lnTo>
                  <a:lnTo>
                    <a:pt x="17528" y="9727"/>
                  </a:lnTo>
                  <a:lnTo>
                    <a:pt x="16024" y="9286"/>
                  </a:lnTo>
                  <a:lnTo>
                    <a:pt x="14580" y="8824"/>
                  </a:lnTo>
                  <a:lnTo>
                    <a:pt x="13176" y="8363"/>
                  </a:lnTo>
                  <a:lnTo>
                    <a:pt x="11852" y="7882"/>
                  </a:lnTo>
                  <a:lnTo>
                    <a:pt x="10589" y="7401"/>
                  </a:lnTo>
                  <a:lnTo>
                    <a:pt x="9386" y="6919"/>
                  </a:lnTo>
                  <a:lnTo>
                    <a:pt x="8243" y="6418"/>
                  </a:lnTo>
                  <a:lnTo>
                    <a:pt x="7160" y="5937"/>
                  </a:lnTo>
                  <a:lnTo>
                    <a:pt x="6157" y="5475"/>
                  </a:lnTo>
                  <a:lnTo>
                    <a:pt x="5214" y="5014"/>
                  </a:lnTo>
                  <a:lnTo>
                    <a:pt x="4352" y="4573"/>
                  </a:lnTo>
                  <a:lnTo>
                    <a:pt x="3570" y="4152"/>
                  </a:lnTo>
                  <a:lnTo>
                    <a:pt x="2848" y="3771"/>
                  </a:lnTo>
                  <a:lnTo>
                    <a:pt x="2206" y="3390"/>
                  </a:lnTo>
                  <a:lnTo>
                    <a:pt x="1645" y="3049"/>
                  </a:lnTo>
                  <a:lnTo>
                    <a:pt x="1163" y="2748"/>
                  </a:lnTo>
                  <a:lnTo>
                    <a:pt x="762" y="2487"/>
                  </a:lnTo>
                  <a:lnTo>
                    <a:pt x="441" y="2247"/>
                  </a:lnTo>
                  <a:lnTo>
                    <a:pt x="201" y="2066"/>
                  </a:lnTo>
                  <a:lnTo>
                    <a:pt x="60" y="1946"/>
                  </a:lnTo>
                  <a:lnTo>
                    <a:pt x="0" y="1865"/>
                  </a:lnTo>
                  <a:lnTo>
                    <a:pt x="0" y="1865"/>
                  </a:lnTo>
                  <a:lnTo>
                    <a:pt x="0" y="1805"/>
                  </a:lnTo>
                  <a:lnTo>
                    <a:pt x="0" y="1745"/>
                  </a:lnTo>
                  <a:lnTo>
                    <a:pt x="60" y="1605"/>
                  </a:lnTo>
                  <a:lnTo>
                    <a:pt x="161" y="1424"/>
                  </a:lnTo>
                  <a:lnTo>
                    <a:pt x="301" y="1244"/>
                  </a:lnTo>
                  <a:lnTo>
                    <a:pt x="482" y="1063"/>
                  </a:lnTo>
                  <a:lnTo>
                    <a:pt x="702" y="863"/>
                  </a:lnTo>
                  <a:lnTo>
                    <a:pt x="943" y="682"/>
                  </a:lnTo>
                  <a:lnTo>
                    <a:pt x="1203" y="502"/>
                  </a:lnTo>
                  <a:lnTo>
                    <a:pt x="1504" y="341"/>
                  </a:lnTo>
                  <a:lnTo>
                    <a:pt x="1805" y="201"/>
                  </a:lnTo>
                  <a:lnTo>
                    <a:pt x="2126" y="101"/>
                  </a:lnTo>
                  <a:lnTo>
                    <a:pt x="2467" y="20"/>
                  </a:lnTo>
                  <a:lnTo>
                    <a:pt x="2788" y="0"/>
                  </a:lnTo>
                  <a:lnTo>
                    <a:pt x="2968" y="0"/>
                  </a:lnTo>
                  <a:lnTo>
                    <a:pt x="3129" y="20"/>
                  </a:lnTo>
                  <a:lnTo>
                    <a:pt x="3289" y="41"/>
                  </a:lnTo>
                  <a:lnTo>
                    <a:pt x="3470" y="81"/>
                  </a:lnTo>
                  <a:lnTo>
                    <a:pt x="3630" y="141"/>
                  </a:lnTo>
                  <a:lnTo>
                    <a:pt x="3791" y="221"/>
                  </a:lnTo>
                  <a:lnTo>
                    <a:pt x="3791" y="221"/>
                  </a:lnTo>
                  <a:lnTo>
                    <a:pt x="4974" y="823"/>
                  </a:lnTo>
                  <a:lnTo>
                    <a:pt x="6177" y="1384"/>
                  </a:lnTo>
                  <a:lnTo>
                    <a:pt x="7400" y="1926"/>
                  </a:lnTo>
                  <a:lnTo>
                    <a:pt x="8624" y="2427"/>
                  </a:lnTo>
                  <a:lnTo>
                    <a:pt x="9847" y="2908"/>
                  </a:lnTo>
                  <a:lnTo>
                    <a:pt x="11070" y="3350"/>
                  </a:lnTo>
                  <a:lnTo>
                    <a:pt x="12314" y="3771"/>
                  </a:lnTo>
                  <a:lnTo>
                    <a:pt x="13537" y="4172"/>
                  </a:lnTo>
                  <a:lnTo>
                    <a:pt x="14760" y="4533"/>
                  </a:lnTo>
                  <a:lnTo>
                    <a:pt x="15984" y="4874"/>
                  </a:lnTo>
                  <a:lnTo>
                    <a:pt x="17207" y="5195"/>
                  </a:lnTo>
                  <a:lnTo>
                    <a:pt x="18410" y="5495"/>
                  </a:lnTo>
                  <a:lnTo>
                    <a:pt x="19593" y="5776"/>
                  </a:lnTo>
                  <a:lnTo>
                    <a:pt x="20777" y="6017"/>
                  </a:lnTo>
                  <a:lnTo>
                    <a:pt x="21940" y="6257"/>
                  </a:lnTo>
                  <a:lnTo>
                    <a:pt x="23083" y="6458"/>
                  </a:lnTo>
                  <a:lnTo>
                    <a:pt x="24226" y="6659"/>
                  </a:lnTo>
                  <a:lnTo>
                    <a:pt x="25329" y="6839"/>
                  </a:lnTo>
                  <a:lnTo>
                    <a:pt x="26412" y="6979"/>
                  </a:lnTo>
                  <a:lnTo>
                    <a:pt x="27455" y="7120"/>
                  </a:lnTo>
                  <a:lnTo>
                    <a:pt x="29480" y="7360"/>
                  </a:lnTo>
                  <a:lnTo>
                    <a:pt x="31365" y="7541"/>
                  </a:lnTo>
                  <a:lnTo>
                    <a:pt x="33110" y="7661"/>
                  </a:lnTo>
                  <a:lnTo>
                    <a:pt x="34694" y="7741"/>
                  </a:lnTo>
                  <a:lnTo>
                    <a:pt x="36098" y="7782"/>
                  </a:lnTo>
                  <a:lnTo>
                    <a:pt x="37302" y="7802"/>
                  </a:lnTo>
                  <a:lnTo>
                    <a:pt x="37302" y="7802"/>
                  </a:lnTo>
                  <a:lnTo>
                    <a:pt x="38505" y="7782"/>
                  </a:lnTo>
                  <a:lnTo>
                    <a:pt x="39909" y="7741"/>
                  </a:lnTo>
                  <a:lnTo>
                    <a:pt x="41493" y="7661"/>
                  </a:lnTo>
                  <a:lnTo>
                    <a:pt x="43238" y="7541"/>
                  </a:lnTo>
                  <a:lnTo>
                    <a:pt x="45123" y="7360"/>
                  </a:lnTo>
                  <a:lnTo>
                    <a:pt x="47148" y="7120"/>
                  </a:lnTo>
                  <a:lnTo>
                    <a:pt x="48191" y="6979"/>
                  </a:lnTo>
                  <a:lnTo>
                    <a:pt x="49274" y="6839"/>
                  </a:lnTo>
                  <a:lnTo>
                    <a:pt x="50377" y="6659"/>
                  </a:lnTo>
                  <a:lnTo>
                    <a:pt x="51500" y="6458"/>
                  </a:lnTo>
                  <a:lnTo>
                    <a:pt x="52663" y="6257"/>
                  </a:lnTo>
                  <a:lnTo>
                    <a:pt x="53826" y="6017"/>
                  </a:lnTo>
                  <a:lnTo>
                    <a:pt x="54990" y="5776"/>
                  </a:lnTo>
                  <a:lnTo>
                    <a:pt x="56193" y="5495"/>
                  </a:lnTo>
                  <a:lnTo>
                    <a:pt x="57396" y="5195"/>
                  </a:lnTo>
                  <a:lnTo>
                    <a:pt x="58619" y="4874"/>
                  </a:lnTo>
                  <a:lnTo>
                    <a:pt x="59823" y="4533"/>
                  </a:lnTo>
                  <a:lnTo>
                    <a:pt x="61066" y="4172"/>
                  </a:lnTo>
                  <a:lnTo>
                    <a:pt x="62289" y="3771"/>
                  </a:lnTo>
                  <a:lnTo>
                    <a:pt x="63513" y="3350"/>
                  </a:lnTo>
                  <a:lnTo>
                    <a:pt x="64756" y="2908"/>
                  </a:lnTo>
                  <a:lnTo>
                    <a:pt x="65979" y="2427"/>
                  </a:lnTo>
                  <a:lnTo>
                    <a:pt x="67203" y="1926"/>
                  </a:lnTo>
                  <a:lnTo>
                    <a:pt x="68406" y="1384"/>
                  </a:lnTo>
                  <a:lnTo>
                    <a:pt x="69609" y="823"/>
                  </a:lnTo>
                  <a:lnTo>
                    <a:pt x="70813" y="221"/>
                  </a:lnTo>
                  <a:lnTo>
                    <a:pt x="70813" y="221"/>
                  </a:lnTo>
                  <a:lnTo>
                    <a:pt x="70973" y="141"/>
                  </a:lnTo>
                  <a:lnTo>
                    <a:pt x="71133" y="81"/>
                  </a:lnTo>
                  <a:lnTo>
                    <a:pt x="71294" y="41"/>
                  </a:lnTo>
                  <a:lnTo>
                    <a:pt x="71474" y="20"/>
                  </a:lnTo>
                  <a:lnTo>
                    <a:pt x="71635" y="0"/>
                  </a:lnTo>
                  <a:lnTo>
                    <a:pt x="71795" y="0"/>
                  </a:lnTo>
                  <a:lnTo>
                    <a:pt x="72136" y="20"/>
                  </a:lnTo>
                  <a:lnTo>
                    <a:pt x="72457" y="101"/>
                  </a:lnTo>
                  <a:lnTo>
                    <a:pt x="72798" y="201"/>
                  </a:lnTo>
                  <a:lnTo>
                    <a:pt x="73099" y="341"/>
                  </a:lnTo>
                  <a:lnTo>
                    <a:pt x="73380" y="502"/>
                  </a:lnTo>
                  <a:lnTo>
                    <a:pt x="73660" y="682"/>
                  </a:lnTo>
                  <a:lnTo>
                    <a:pt x="73901" y="863"/>
                  </a:lnTo>
                  <a:lnTo>
                    <a:pt x="74122" y="1063"/>
                  </a:lnTo>
                  <a:lnTo>
                    <a:pt x="74302" y="1244"/>
                  </a:lnTo>
                  <a:lnTo>
                    <a:pt x="74442" y="1424"/>
                  </a:lnTo>
                  <a:lnTo>
                    <a:pt x="74543" y="1605"/>
                  </a:lnTo>
                  <a:lnTo>
                    <a:pt x="74603" y="1745"/>
                  </a:lnTo>
                  <a:lnTo>
                    <a:pt x="74603" y="1805"/>
                  </a:lnTo>
                  <a:lnTo>
                    <a:pt x="74603" y="186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43">
              <a:extLst>
                <a:ext uri="{FF2B5EF4-FFF2-40B4-BE49-F238E27FC236}">
                  <a16:creationId xmlns:a16="http://schemas.microsoft.com/office/drawing/2014/main" id="{40F9DD71-EFFA-3096-0C55-DF3F23C53EBE}"/>
                </a:ext>
              </a:extLst>
            </p:cNvPr>
            <p:cNvSpPr/>
            <p:nvPr/>
          </p:nvSpPr>
          <p:spPr>
            <a:xfrm>
              <a:off x="8364975" y="5252175"/>
              <a:ext cx="1865075" cy="312875"/>
            </a:xfrm>
            <a:custGeom>
              <a:avLst/>
              <a:gdLst/>
              <a:ahLst/>
              <a:cxnLst/>
              <a:rect l="l" t="t" r="r" b="b"/>
              <a:pathLst>
                <a:path w="74603" h="12515" extrusionOk="0">
                  <a:moveTo>
                    <a:pt x="71514" y="0"/>
                  </a:moveTo>
                  <a:lnTo>
                    <a:pt x="71274" y="41"/>
                  </a:lnTo>
                  <a:lnTo>
                    <a:pt x="71033" y="121"/>
                  </a:lnTo>
                  <a:lnTo>
                    <a:pt x="70813" y="221"/>
                  </a:lnTo>
                  <a:lnTo>
                    <a:pt x="69449" y="903"/>
                  </a:lnTo>
                  <a:lnTo>
                    <a:pt x="68085" y="1545"/>
                  </a:lnTo>
                  <a:lnTo>
                    <a:pt x="66701" y="2126"/>
                  </a:lnTo>
                  <a:lnTo>
                    <a:pt x="65298" y="2688"/>
                  </a:lnTo>
                  <a:lnTo>
                    <a:pt x="66120" y="4533"/>
                  </a:lnTo>
                  <a:lnTo>
                    <a:pt x="66862" y="6217"/>
                  </a:lnTo>
                  <a:lnTo>
                    <a:pt x="67744" y="5796"/>
                  </a:lnTo>
                  <a:lnTo>
                    <a:pt x="68587" y="5415"/>
                  </a:lnTo>
                  <a:lnTo>
                    <a:pt x="69369" y="5014"/>
                  </a:lnTo>
                  <a:lnTo>
                    <a:pt x="70111" y="4653"/>
                  </a:lnTo>
                  <a:lnTo>
                    <a:pt x="71434" y="3951"/>
                  </a:lnTo>
                  <a:lnTo>
                    <a:pt x="72537" y="3309"/>
                  </a:lnTo>
                  <a:lnTo>
                    <a:pt x="73400" y="2768"/>
                  </a:lnTo>
                  <a:lnTo>
                    <a:pt x="74041" y="2347"/>
                  </a:lnTo>
                  <a:lnTo>
                    <a:pt x="74442" y="2026"/>
                  </a:lnTo>
                  <a:lnTo>
                    <a:pt x="74563" y="1926"/>
                  </a:lnTo>
                  <a:lnTo>
                    <a:pt x="74603" y="1865"/>
                  </a:lnTo>
                  <a:lnTo>
                    <a:pt x="74603" y="1825"/>
                  </a:lnTo>
                  <a:lnTo>
                    <a:pt x="74583" y="1725"/>
                  </a:lnTo>
                  <a:lnTo>
                    <a:pt x="74543" y="1605"/>
                  </a:lnTo>
                  <a:lnTo>
                    <a:pt x="74463" y="1464"/>
                  </a:lnTo>
                  <a:lnTo>
                    <a:pt x="74362" y="1324"/>
                  </a:lnTo>
                  <a:lnTo>
                    <a:pt x="74222" y="1184"/>
                  </a:lnTo>
                  <a:lnTo>
                    <a:pt x="74081" y="1023"/>
                  </a:lnTo>
                  <a:lnTo>
                    <a:pt x="73901" y="863"/>
                  </a:lnTo>
                  <a:lnTo>
                    <a:pt x="73700" y="722"/>
                  </a:lnTo>
                  <a:lnTo>
                    <a:pt x="73500" y="582"/>
                  </a:lnTo>
                  <a:lnTo>
                    <a:pt x="73279" y="442"/>
                  </a:lnTo>
                  <a:lnTo>
                    <a:pt x="73039" y="321"/>
                  </a:lnTo>
                  <a:lnTo>
                    <a:pt x="72798" y="221"/>
                  </a:lnTo>
                  <a:lnTo>
                    <a:pt x="72537" y="121"/>
                  </a:lnTo>
                  <a:lnTo>
                    <a:pt x="72277" y="61"/>
                  </a:lnTo>
                  <a:lnTo>
                    <a:pt x="72016" y="20"/>
                  </a:lnTo>
                  <a:lnTo>
                    <a:pt x="71755" y="0"/>
                  </a:lnTo>
                  <a:close/>
                  <a:moveTo>
                    <a:pt x="2848" y="0"/>
                  </a:moveTo>
                  <a:lnTo>
                    <a:pt x="2587" y="20"/>
                  </a:lnTo>
                  <a:lnTo>
                    <a:pt x="2327" y="61"/>
                  </a:lnTo>
                  <a:lnTo>
                    <a:pt x="2066" y="121"/>
                  </a:lnTo>
                  <a:lnTo>
                    <a:pt x="1805" y="201"/>
                  </a:lnTo>
                  <a:lnTo>
                    <a:pt x="1564" y="321"/>
                  </a:lnTo>
                  <a:lnTo>
                    <a:pt x="1324" y="442"/>
                  </a:lnTo>
                  <a:lnTo>
                    <a:pt x="1103" y="582"/>
                  </a:lnTo>
                  <a:lnTo>
                    <a:pt x="903" y="722"/>
                  </a:lnTo>
                  <a:lnTo>
                    <a:pt x="702" y="863"/>
                  </a:lnTo>
                  <a:lnTo>
                    <a:pt x="522" y="1023"/>
                  </a:lnTo>
                  <a:lnTo>
                    <a:pt x="381" y="1164"/>
                  </a:lnTo>
                  <a:lnTo>
                    <a:pt x="241" y="1324"/>
                  </a:lnTo>
                  <a:lnTo>
                    <a:pt x="141" y="1464"/>
                  </a:lnTo>
                  <a:lnTo>
                    <a:pt x="60" y="1585"/>
                  </a:lnTo>
                  <a:lnTo>
                    <a:pt x="20" y="1705"/>
                  </a:lnTo>
                  <a:lnTo>
                    <a:pt x="0" y="1805"/>
                  </a:lnTo>
                  <a:lnTo>
                    <a:pt x="0" y="1865"/>
                  </a:lnTo>
                  <a:lnTo>
                    <a:pt x="40" y="1906"/>
                  </a:lnTo>
                  <a:lnTo>
                    <a:pt x="121" y="1986"/>
                  </a:lnTo>
                  <a:lnTo>
                    <a:pt x="381" y="2206"/>
                  </a:lnTo>
                  <a:lnTo>
                    <a:pt x="822" y="2527"/>
                  </a:lnTo>
                  <a:lnTo>
                    <a:pt x="1424" y="2908"/>
                  </a:lnTo>
                  <a:lnTo>
                    <a:pt x="2166" y="3370"/>
                  </a:lnTo>
                  <a:lnTo>
                    <a:pt x="3069" y="3891"/>
                  </a:lnTo>
                  <a:lnTo>
                    <a:pt x="4131" y="4453"/>
                  </a:lnTo>
                  <a:lnTo>
                    <a:pt x="5315" y="5074"/>
                  </a:lnTo>
                  <a:lnTo>
                    <a:pt x="6638" y="5716"/>
                  </a:lnTo>
                  <a:lnTo>
                    <a:pt x="8102" y="6358"/>
                  </a:lnTo>
                  <a:lnTo>
                    <a:pt x="9687" y="7040"/>
                  </a:lnTo>
                  <a:lnTo>
                    <a:pt x="10529" y="7380"/>
                  </a:lnTo>
                  <a:lnTo>
                    <a:pt x="11411" y="7721"/>
                  </a:lnTo>
                  <a:lnTo>
                    <a:pt x="12314" y="8042"/>
                  </a:lnTo>
                  <a:lnTo>
                    <a:pt x="13236" y="8383"/>
                  </a:lnTo>
                  <a:lnTo>
                    <a:pt x="14199" y="8704"/>
                  </a:lnTo>
                  <a:lnTo>
                    <a:pt x="15202" y="9025"/>
                  </a:lnTo>
                  <a:lnTo>
                    <a:pt x="16204" y="9346"/>
                  </a:lnTo>
                  <a:lnTo>
                    <a:pt x="17247" y="9647"/>
                  </a:lnTo>
                  <a:lnTo>
                    <a:pt x="18310" y="9947"/>
                  </a:lnTo>
                  <a:lnTo>
                    <a:pt x="19413" y="10248"/>
                  </a:lnTo>
                  <a:lnTo>
                    <a:pt x="19373" y="10128"/>
                  </a:lnTo>
                  <a:lnTo>
                    <a:pt x="19333" y="10008"/>
                  </a:lnTo>
                  <a:lnTo>
                    <a:pt x="19333" y="9988"/>
                  </a:lnTo>
                  <a:lnTo>
                    <a:pt x="19373" y="9827"/>
                  </a:lnTo>
                  <a:lnTo>
                    <a:pt x="19453" y="9546"/>
                  </a:lnTo>
                  <a:lnTo>
                    <a:pt x="19774" y="8704"/>
                  </a:lnTo>
                  <a:lnTo>
                    <a:pt x="20255" y="7501"/>
                  </a:lnTo>
                  <a:lnTo>
                    <a:pt x="20877" y="6037"/>
                  </a:lnTo>
                  <a:lnTo>
                    <a:pt x="19894" y="5836"/>
                  </a:lnTo>
                  <a:lnTo>
                    <a:pt x="18912" y="5616"/>
                  </a:lnTo>
                  <a:lnTo>
                    <a:pt x="17929" y="5375"/>
                  </a:lnTo>
                  <a:lnTo>
                    <a:pt x="16926" y="5134"/>
                  </a:lnTo>
                  <a:lnTo>
                    <a:pt x="15643" y="4793"/>
                  </a:lnTo>
                  <a:lnTo>
                    <a:pt x="15061" y="5535"/>
                  </a:lnTo>
                  <a:lnTo>
                    <a:pt x="14600" y="6097"/>
                  </a:lnTo>
                  <a:lnTo>
                    <a:pt x="14259" y="6498"/>
                  </a:lnTo>
                  <a:lnTo>
                    <a:pt x="14159" y="6598"/>
                  </a:lnTo>
                  <a:lnTo>
                    <a:pt x="14078" y="6659"/>
                  </a:lnTo>
                  <a:lnTo>
                    <a:pt x="13898" y="6739"/>
                  </a:lnTo>
                  <a:lnTo>
                    <a:pt x="13717" y="6799"/>
                  </a:lnTo>
                  <a:lnTo>
                    <a:pt x="13557" y="6819"/>
                  </a:lnTo>
                  <a:lnTo>
                    <a:pt x="13377" y="6839"/>
                  </a:lnTo>
                  <a:lnTo>
                    <a:pt x="13156" y="6819"/>
                  </a:lnTo>
                  <a:lnTo>
                    <a:pt x="12955" y="6759"/>
                  </a:lnTo>
                  <a:lnTo>
                    <a:pt x="12755" y="6699"/>
                  </a:lnTo>
                  <a:lnTo>
                    <a:pt x="12574" y="6598"/>
                  </a:lnTo>
                  <a:lnTo>
                    <a:pt x="12434" y="6458"/>
                  </a:lnTo>
                  <a:lnTo>
                    <a:pt x="12294" y="6318"/>
                  </a:lnTo>
                  <a:lnTo>
                    <a:pt x="12213" y="6157"/>
                  </a:lnTo>
                  <a:lnTo>
                    <a:pt x="12153" y="5977"/>
                  </a:lnTo>
                  <a:lnTo>
                    <a:pt x="12153" y="5957"/>
                  </a:lnTo>
                  <a:lnTo>
                    <a:pt x="12173" y="5856"/>
                  </a:lnTo>
                  <a:lnTo>
                    <a:pt x="12193" y="5716"/>
                  </a:lnTo>
                  <a:lnTo>
                    <a:pt x="12354" y="5295"/>
                  </a:lnTo>
                  <a:lnTo>
                    <a:pt x="12574" y="4693"/>
                  </a:lnTo>
                  <a:lnTo>
                    <a:pt x="12875" y="3951"/>
                  </a:lnTo>
                  <a:lnTo>
                    <a:pt x="11732" y="3570"/>
                  </a:lnTo>
                  <a:lnTo>
                    <a:pt x="10589" y="3169"/>
                  </a:lnTo>
                  <a:lnTo>
                    <a:pt x="9426" y="2748"/>
                  </a:lnTo>
                  <a:lnTo>
                    <a:pt x="8283" y="2287"/>
                  </a:lnTo>
                  <a:lnTo>
                    <a:pt x="7160" y="1805"/>
                  </a:lnTo>
                  <a:lnTo>
                    <a:pt x="6017" y="1304"/>
                  </a:lnTo>
                  <a:lnTo>
                    <a:pt x="4893" y="783"/>
                  </a:lnTo>
                  <a:lnTo>
                    <a:pt x="3791" y="221"/>
                  </a:lnTo>
                  <a:lnTo>
                    <a:pt x="3550" y="121"/>
                  </a:lnTo>
                  <a:lnTo>
                    <a:pt x="3329" y="41"/>
                  </a:lnTo>
                  <a:lnTo>
                    <a:pt x="3089" y="0"/>
                  </a:lnTo>
                  <a:close/>
                  <a:moveTo>
                    <a:pt x="61106" y="4152"/>
                  </a:moveTo>
                  <a:lnTo>
                    <a:pt x="60103" y="4453"/>
                  </a:lnTo>
                  <a:lnTo>
                    <a:pt x="59101" y="4753"/>
                  </a:lnTo>
                  <a:lnTo>
                    <a:pt x="58098" y="5014"/>
                  </a:lnTo>
                  <a:lnTo>
                    <a:pt x="57115" y="5275"/>
                  </a:lnTo>
                  <a:lnTo>
                    <a:pt x="57396" y="5977"/>
                  </a:lnTo>
                  <a:lnTo>
                    <a:pt x="57617" y="6538"/>
                  </a:lnTo>
                  <a:lnTo>
                    <a:pt x="57737" y="6939"/>
                  </a:lnTo>
                  <a:lnTo>
                    <a:pt x="57777" y="7060"/>
                  </a:lnTo>
                  <a:lnTo>
                    <a:pt x="57797" y="7160"/>
                  </a:lnTo>
                  <a:lnTo>
                    <a:pt x="57797" y="7180"/>
                  </a:lnTo>
                  <a:lnTo>
                    <a:pt x="57737" y="7360"/>
                  </a:lnTo>
                  <a:lnTo>
                    <a:pt x="57637" y="7521"/>
                  </a:lnTo>
                  <a:lnTo>
                    <a:pt x="57516" y="7661"/>
                  </a:lnTo>
                  <a:lnTo>
                    <a:pt x="57356" y="7782"/>
                  </a:lnTo>
                  <a:lnTo>
                    <a:pt x="57196" y="7882"/>
                  </a:lnTo>
                  <a:lnTo>
                    <a:pt x="56995" y="7962"/>
                  </a:lnTo>
                  <a:lnTo>
                    <a:pt x="56774" y="8002"/>
                  </a:lnTo>
                  <a:lnTo>
                    <a:pt x="56574" y="8022"/>
                  </a:lnTo>
                  <a:lnTo>
                    <a:pt x="56393" y="8022"/>
                  </a:lnTo>
                  <a:lnTo>
                    <a:pt x="56213" y="7982"/>
                  </a:lnTo>
                  <a:lnTo>
                    <a:pt x="56052" y="7942"/>
                  </a:lnTo>
                  <a:lnTo>
                    <a:pt x="55872" y="7862"/>
                  </a:lnTo>
                  <a:lnTo>
                    <a:pt x="55792" y="7802"/>
                  </a:lnTo>
                  <a:lnTo>
                    <a:pt x="55671" y="7681"/>
                  </a:lnTo>
                  <a:lnTo>
                    <a:pt x="55331" y="7280"/>
                  </a:lnTo>
                  <a:lnTo>
                    <a:pt x="54849" y="6699"/>
                  </a:lnTo>
                  <a:lnTo>
                    <a:pt x="54268" y="5937"/>
                  </a:lnTo>
                  <a:lnTo>
                    <a:pt x="52924" y="6197"/>
                  </a:lnTo>
                  <a:lnTo>
                    <a:pt x="51600" y="6458"/>
                  </a:lnTo>
                  <a:lnTo>
                    <a:pt x="50297" y="6679"/>
                  </a:lnTo>
                  <a:lnTo>
                    <a:pt x="49033" y="6859"/>
                  </a:lnTo>
                  <a:lnTo>
                    <a:pt x="47810" y="7040"/>
                  </a:lnTo>
                  <a:lnTo>
                    <a:pt x="46607" y="7200"/>
                  </a:lnTo>
                  <a:lnTo>
                    <a:pt x="45444" y="7320"/>
                  </a:lnTo>
                  <a:lnTo>
                    <a:pt x="44341" y="7441"/>
                  </a:lnTo>
                  <a:lnTo>
                    <a:pt x="43258" y="7521"/>
                  </a:lnTo>
                  <a:lnTo>
                    <a:pt x="42235" y="7601"/>
                  </a:lnTo>
                  <a:lnTo>
                    <a:pt x="40350" y="7721"/>
                  </a:lnTo>
                  <a:lnTo>
                    <a:pt x="38705" y="7782"/>
                  </a:lnTo>
                  <a:lnTo>
                    <a:pt x="37302" y="7802"/>
                  </a:lnTo>
                  <a:lnTo>
                    <a:pt x="36219" y="7782"/>
                  </a:lnTo>
                  <a:lnTo>
                    <a:pt x="34955" y="7741"/>
                  </a:lnTo>
                  <a:lnTo>
                    <a:pt x="33551" y="7681"/>
                  </a:lnTo>
                  <a:lnTo>
                    <a:pt x="32007" y="7581"/>
                  </a:lnTo>
                  <a:lnTo>
                    <a:pt x="30323" y="7441"/>
                  </a:lnTo>
                  <a:lnTo>
                    <a:pt x="28538" y="7260"/>
                  </a:lnTo>
                  <a:lnTo>
                    <a:pt x="26653" y="7020"/>
                  </a:lnTo>
                  <a:lnTo>
                    <a:pt x="24667" y="6739"/>
                  </a:lnTo>
                  <a:lnTo>
                    <a:pt x="23544" y="8223"/>
                  </a:lnTo>
                  <a:lnTo>
                    <a:pt x="22622" y="9446"/>
                  </a:lnTo>
                  <a:lnTo>
                    <a:pt x="21920" y="10308"/>
                  </a:lnTo>
                  <a:lnTo>
                    <a:pt x="21679" y="10589"/>
                  </a:lnTo>
                  <a:lnTo>
                    <a:pt x="21499" y="10750"/>
                  </a:lnTo>
                  <a:lnTo>
                    <a:pt x="23304" y="11131"/>
                  </a:lnTo>
                  <a:lnTo>
                    <a:pt x="24226" y="11291"/>
                  </a:lnTo>
                  <a:lnTo>
                    <a:pt x="25149" y="11472"/>
                  </a:lnTo>
                  <a:lnTo>
                    <a:pt x="26091" y="11612"/>
                  </a:lnTo>
                  <a:lnTo>
                    <a:pt x="27054" y="11772"/>
                  </a:lnTo>
                  <a:lnTo>
                    <a:pt x="28036" y="11893"/>
                  </a:lnTo>
                  <a:lnTo>
                    <a:pt x="29019" y="12033"/>
                  </a:lnTo>
                  <a:lnTo>
                    <a:pt x="30002" y="12133"/>
                  </a:lnTo>
                  <a:lnTo>
                    <a:pt x="31024" y="12234"/>
                  </a:lnTo>
                  <a:lnTo>
                    <a:pt x="32027" y="12314"/>
                  </a:lnTo>
                  <a:lnTo>
                    <a:pt x="33070" y="12394"/>
                  </a:lnTo>
                  <a:lnTo>
                    <a:pt x="34113" y="12434"/>
                  </a:lnTo>
                  <a:lnTo>
                    <a:pt x="35156" y="12474"/>
                  </a:lnTo>
                  <a:lnTo>
                    <a:pt x="36219" y="12514"/>
                  </a:lnTo>
                  <a:lnTo>
                    <a:pt x="38284" y="12514"/>
                  </a:lnTo>
                  <a:lnTo>
                    <a:pt x="39267" y="12494"/>
                  </a:lnTo>
                  <a:lnTo>
                    <a:pt x="40250" y="12454"/>
                  </a:lnTo>
                  <a:lnTo>
                    <a:pt x="41212" y="12414"/>
                  </a:lnTo>
                  <a:lnTo>
                    <a:pt x="42155" y="12354"/>
                  </a:lnTo>
                  <a:lnTo>
                    <a:pt x="43097" y="12274"/>
                  </a:lnTo>
                  <a:lnTo>
                    <a:pt x="44040" y="12194"/>
                  </a:lnTo>
                  <a:lnTo>
                    <a:pt x="44962" y="12093"/>
                  </a:lnTo>
                  <a:lnTo>
                    <a:pt x="46767" y="11873"/>
                  </a:lnTo>
                  <a:lnTo>
                    <a:pt x="48552" y="11612"/>
                  </a:lnTo>
                  <a:lnTo>
                    <a:pt x="50277" y="11311"/>
                  </a:lnTo>
                  <a:lnTo>
                    <a:pt x="51961" y="10990"/>
                  </a:lnTo>
                  <a:lnTo>
                    <a:pt x="53606" y="10629"/>
                  </a:lnTo>
                  <a:lnTo>
                    <a:pt x="55190" y="10248"/>
                  </a:lnTo>
                  <a:lnTo>
                    <a:pt x="56714" y="9827"/>
                  </a:lnTo>
                  <a:lnTo>
                    <a:pt x="58198" y="9406"/>
                  </a:lnTo>
                  <a:lnTo>
                    <a:pt x="59642" y="8965"/>
                  </a:lnTo>
                  <a:lnTo>
                    <a:pt x="61026" y="8504"/>
                  </a:lnTo>
                  <a:lnTo>
                    <a:pt x="62330" y="8022"/>
                  </a:lnTo>
                  <a:lnTo>
                    <a:pt x="63593" y="7561"/>
                  </a:lnTo>
                  <a:lnTo>
                    <a:pt x="62410" y="5957"/>
                  </a:lnTo>
                  <a:lnTo>
                    <a:pt x="61106" y="4152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8667;p43">
              <a:extLst>
                <a:ext uri="{FF2B5EF4-FFF2-40B4-BE49-F238E27FC236}">
                  <a16:creationId xmlns:a16="http://schemas.microsoft.com/office/drawing/2014/main" id="{F605CB88-6171-B651-E73B-53A5316ECEEF}"/>
                </a:ext>
              </a:extLst>
            </p:cNvPr>
            <p:cNvSpPr/>
            <p:nvPr/>
          </p:nvSpPr>
          <p:spPr>
            <a:xfrm>
              <a:off x="8364975" y="5252175"/>
              <a:ext cx="521925" cy="256225"/>
            </a:xfrm>
            <a:custGeom>
              <a:avLst/>
              <a:gdLst/>
              <a:ahLst/>
              <a:cxnLst/>
              <a:rect l="l" t="t" r="r" b="b"/>
              <a:pathLst>
                <a:path w="20877" h="10249" fill="none" extrusionOk="0">
                  <a:moveTo>
                    <a:pt x="2848" y="0"/>
                  </a:moveTo>
                  <a:lnTo>
                    <a:pt x="2848" y="0"/>
                  </a:lnTo>
                  <a:lnTo>
                    <a:pt x="2587" y="20"/>
                  </a:lnTo>
                  <a:lnTo>
                    <a:pt x="2327" y="61"/>
                  </a:lnTo>
                  <a:lnTo>
                    <a:pt x="2066" y="121"/>
                  </a:lnTo>
                  <a:lnTo>
                    <a:pt x="1805" y="201"/>
                  </a:lnTo>
                  <a:lnTo>
                    <a:pt x="1564" y="321"/>
                  </a:lnTo>
                  <a:lnTo>
                    <a:pt x="1324" y="442"/>
                  </a:lnTo>
                  <a:lnTo>
                    <a:pt x="1103" y="582"/>
                  </a:lnTo>
                  <a:lnTo>
                    <a:pt x="903" y="722"/>
                  </a:lnTo>
                  <a:lnTo>
                    <a:pt x="702" y="863"/>
                  </a:lnTo>
                  <a:lnTo>
                    <a:pt x="522" y="1023"/>
                  </a:lnTo>
                  <a:lnTo>
                    <a:pt x="381" y="1164"/>
                  </a:lnTo>
                  <a:lnTo>
                    <a:pt x="241" y="1324"/>
                  </a:lnTo>
                  <a:lnTo>
                    <a:pt x="141" y="1464"/>
                  </a:lnTo>
                  <a:lnTo>
                    <a:pt x="60" y="1585"/>
                  </a:lnTo>
                  <a:lnTo>
                    <a:pt x="20" y="1705"/>
                  </a:lnTo>
                  <a:lnTo>
                    <a:pt x="0" y="1805"/>
                  </a:lnTo>
                  <a:lnTo>
                    <a:pt x="0" y="1805"/>
                  </a:lnTo>
                  <a:lnTo>
                    <a:pt x="0" y="1865"/>
                  </a:lnTo>
                  <a:lnTo>
                    <a:pt x="0" y="1865"/>
                  </a:lnTo>
                  <a:lnTo>
                    <a:pt x="40" y="1906"/>
                  </a:lnTo>
                  <a:lnTo>
                    <a:pt x="121" y="1986"/>
                  </a:lnTo>
                  <a:lnTo>
                    <a:pt x="381" y="2206"/>
                  </a:lnTo>
                  <a:lnTo>
                    <a:pt x="822" y="2527"/>
                  </a:lnTo>
                  <a:lnTo>
                    <a:pt x="1424" y="2908"/>
                  </a:lnTo>
                  <a:lnTo>
                    <a:pt x="2166" y="3370"/>
                  </a:lnTo>
                  <a:lnTo>
                    <a:pt x="3069" y="3891"/>
                  </a:lnTo>
                  <a:lnTo>
                    <a:pt x="4131" y="4453"/>
                  </a:lnTo>
                  <a:lnTo>
                    <a:pt x="5315" y="5074"/>
                  </a:lnTo>
                  <a:lnTo>
                    <a:pt x="6638" y="5716"/>
                  </a:lnTo>
                  <a:lnTo>
                    <a:pt x="8102" y="6358"/>
                  </a:lnTo>
                  <a:lnTo>
                    <a:pt x="9687" y="7040"/>
                  </a:lnTo>
                  <a:lnTo>
                    <a:pt x="10529" y="7380"/>
                  </a:lnTo>
                  <a:lnTo>
                    <a:pt x="11411" y="7721"/>
                  </a:lnTo>
                  <a:lnTo>
                    <a:pt x="12314" y="8042"/>
                  </a:lnTo>
                  <a:lnTo>
                    <a:pt x="13236" y="8383"/>
                  </a:lnTo>
                  <a:lnTo>
                    <a:pt x="14199" y="8704"/>
                  </a:lnTo>
                  <a:lnTo>
                    <a:pt x="15202" y="9025"/>
                  </a:lnTo>
                  <a:lnTo>
                    <a:pt x="16204" y="9346"/>
                  </a:lnTo>
                  <a:lnTo>
                    <a:pt x="17247" y="9647"/>
                  </a:lnTo>
                  <a:lnTo>
                    <a:pt x="18310" y="9947"/>
                  </a:lnTo>
                  <a:lnTo>
                    <a:pt x="19413" y="10248"/>
                  </a:lnTo>
                  <a:lnTo>
                    <a:pt x="19413" y="10248"/>
                  </a:lnTo>
                  <a:lnTo>
                    <a:pt x="19373" y="10128"/>
                  </a:lnTo>
                  <a:lnTo>
                    <a:pt x="19333" y="10008"/>
                  </a:lnTo>
                  <a:lnTo>
                    <a:pt x="19333" y="10008"/>
                  </a:lnTo>
                  <a:lnTo>
                    <a:pt x="19333" y="9988"/>
                  </a:lnTo>
                  <a:lnTo>
                    <a:pt x="19333" y="9988"/>
                  </a:lnTo>
                  <a:lnTo>
                    <a:pt x="19373" y="9827"/>
                  </a:lnTo>
                  <a:lnTo>
                    <a:pt x="19453" y="9546"/>
                  </a:lnTo>
                  <a:lnTo>
                    <a:pt x="19774" y="8704"/>
                  </a:lnTo>
                  <a:lnTo>
                    <a:pt x="20255" y="7501"/>
                  </a:lnTo>
                  <a:lnTo>
                    <a:pt x="20877" y="6037"/>
                  </a:lnTo>
                  <a:lnTo>
                    <a:pt x="20877" y="6037"/>
                  </a:lnTo>
                  <a:lnTo>
                    <a:pt x="19894" y="5836"/>
                  </a:lnTo>
                  <a:lnTo>
                    <a:pt x="18912" y="5616"/>
                  </a:lnTo>
                  <a:lnTo>
                    <a:pt x="17929" y="5375"/>
                  </a:lnTo>
                  <a:lnTo>
                    <a:pt x="16926" y="5134"/>
                  </a:lnTo>
                  <a:lnTo>
                    <a:pt x="16926" y="5134"/>
                  </a:lnTo>
                  <a:lnTo>
                    <a:pt x="15643" y="4793"/>
                  </a:lnTo>
                  <a:lnTo>
                    <a:pt x="15643" y="4793"/>
                  </a:lnTo>
                  <a:lnTo>
                    <a:pt x="15061" y="5535"/>
                  </a:lnTo>
                  <a:lnTo>
                    <a:pt x="14600" y="6097"/>
                  </a:lnTo>
                  <a:lnTo>
                    <a:pt x="14259" y="6498"/>
                  </a:lnTo>
                  <a:lnTo>
                    <a:pt x="14159" y="6598"/>
                  </a:lnTo>
                  <a:lnTo>
                    <a:pt x="14078" y="6659"/>
                  </a:lnTo>
                  <a:lnTo>
                    <a:pt x="14078" y="6659"/>
                  </a:lnTo>
                  <a:lnTo>
                    <a:pt x="13898" y="6739"/>
                  </a:lnTo>
                  <a:lnTo>
                    <a:pt x="13717" y="6799"/>
                  </a:lnTo>
                  <a:lnTo>
                    <a:pt x="13557" y="6819"/>
                  </a:lnTo>
                  <a:lnTo>
                    <a:pt x="13377" y="6839"/>
                  </a:lnTo>
                  <a:lnTo>
                    <a:pt x="13377" y="6839"/>
                  </a:lnTo>
                  <a:lnTo>
                    <a:pt x="13156" y="6819"/>
                  </a:lnTo>
                  <a:lnTo>
                    <a:pt x="12955" y="6759"/>
                  </a:lnTo>
                  <a:lnTo>
                    <a:pt x="12755" y="6699"/>
                  </a:lnTo>
                  <a:lnTo>
                    <a:pt x="12574" y="6598"/>
                  </a:lnTo>
                  <a:lnTo>
                    <a:pt x="12434" y="6458"/>
                  </a:lnTo>
                  <a:lnTo>
                    <a:pt x="12294" y="6318"/>
                  </a:lnTo>
                  <a:lnTo>
                    <a:pt x="12213" y="6157"/>
                  </a:lnTo>
                  <a:lnTo>
                    <a:pt x="12153" y="5977"/>
                  </a:lnTo>
                  <a:lnTo>
                    <a:pt x="12153" y="5977"/>
                  </a:lnTo>
                  <a:lnTo>
                    <a:pt x="12153" y="5957"/>
                  </a:lnTo>
                  <a:lnTo>
                    <a:pt x="12153" y="5957"/>
                  </a:lnTo>
                  <a:lnTo>
                    <a:pt x="12173" y="5856"/>
                  </a:lnTo>
                  <a:lnTo>
                    <a:pt x="12193" y="5716"/>
                  </a:lnTo>
                  <a:lnTo>
                    <a:pt x="12354" y="5295"/>
                  </a:lnTo>
                  <a:lnTo>
                    <a:pt x="12574" y="4693"/>
                  </a:lnTo>
                  <a:lnTo>
                    <a:pt x="12875" y="3951"/>
                  </a:lnTo>
                  <a:lnTo>
                    <a:pt x="12875" y="3951"/>
                  </a:lnTo>
                  <a:lnTo>
                    <a:pt x="11732" y="3570"/>
                  </a:lnTo>
                  <a:lnTo>
                    <a:pt x="10589" y="3169"/>
                  </a:lnTo>
                  <a:lnTo>
                    <a:pt x="9426" y="2748"/>
                  </a:lnTo>
                  <a:lnTo>
                    <a:pt x="8283" y="2287"/>
                  </a:lnTo>
                  <a:lnTo>
                    <a:pt x="7160" y="1805"/>
                  </a:lnTo>
                  <a:lnTo>
                    <a:pt x="6017" y="1304"/>
                  </a:lnTo>
                  <a:lnTo>
                    <a:pt x="4893" y="783"/>
                  </a:lnTo>
                  <a:lnTo>
                    <a:pt x="3791" y="221"/>
                  </a:lnTo>
                  <a:lnTo>
                    <a:pt x="3791" y="221"/>
                  </a:lnTo>
                  <a:lnTo>
                    <a:pt x="3550" y="121"/>
                  </a:lnTo>
                  <a:lnTo>
                    <a:pt x="3329" y="41"/>
                  </a:lnTo>
                  <a:lnTo>
                    <a:pt x="3089" y="0"/>
                  </a:lnTo>
                  <a:lnTo>
                    <a:pt x="284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8668;p43">
              <a:extLst>
                <a:ext uri="{FF2B5EF4-FFF2-40B4-BE49-F238E27FC236}">
                  <a16:creationId xmlns:a16="http://schemas.microsoft.com/office/drawing/2014/main" id="{5C323D29-D612-303C-E7A6-CA9B32833D89}"/>
                </a:ext>
              </a:extLst>
            </p:cNvPr>
            <p:cNvSpPr/>
            <p:nvPr/>
          </p:nvSpPr>
          <p:spPr>
            <a:xfrm>
              <a:off x="9997400" y="5252175"/>
              <a:ext cx="232650" cy="155450"/>
            </a:xfrm>
            <a:custGeom>
              <a:avLst/>
              <a:gdLst/>
              <a:ahLst/>
              <a:cxnLst/>
              <a:rect l="l" t="t" r="r" b="b"/>
              <a:pathLst>
                <a:path w="9306" h="6218" fill="none" extrusionOk="0">
                  <a:moveTo>
                    <a:pt x="6458" y="0"/>
                  </a:moveTo>
                  <a:lnTo>
                    <a:pt x="6458" y="0"/>
                  </a:lnTo>
                  <a:lnTo>
                    <a:pt x="6217" y="0"/>
                  </a:lnTo>
                  <a:lnTo>
                    <a:pt x="5977" y="41"/>
                  </a:lnTo>
                  <a:lnTo>
                    <a:pt x="5736" y="121"/>
                  </a:lnTo>
                  <a:lnTo>
                    <a:pt x="5516" y="221"/>
                  </a:lnTo>
                  <a:lnTo>
                    <a:pt x="5516" y="221"/>
                  </a:lnTo>
                  <a:lnTo>
                    <a:pt x="4152" y="903"/>
                  </a:lnTo>
                  <a:lnTo>
                    <a:pt x="2788" y="1545"/>
                  </a:lnTo>
                  <a:lnTo>
                    <a:pt x="1404" y="2126"/>
                  </a:lnTo>
                  <a:lnTo>
                    <a:pt x="1" y="2688"/>
                  </a:lnTo>
                  <a:lnTo>
                    <a:pt x="1" y="2688"/>
                  </a:lnTo>
                  <a:lnTo>
                    <a:pt x="823" y="4533"/>
                  </a:lnTo>
                  <a:lnTo>
                    <a:pt x="1565" y="6217"/>
                  </a:lnTo>
                  <a:lnTo>
                    <a:pt x="1565" y="6217"/>
                  </a:lnTo>
                  <a:lnTo>
                    <a:pt x="2447" y="5796"/>
                  </a:lnTo>
                  <a:lnTo>
                    <a:pt x="3290" y="5415"/>
                  </a:lnTo>
                  <a:lnTo>
                    <a:pt x="4072" y="5014"/>
                  </a:lnTo>
                  <a:lnTo>
                    <a:pt x="4814" y="4653"/>
                  </a:lnTo>
                  <a:lnTo>
                    <a:pt x="6137" y="3951"/>
                  </a:lnTo>
                  <a:lnTo>
                    <a:pt x="7240" y="3309"/>
                  </a:lnTo>
                  <a:lnTo>
                    <a:pt x="8103" y="2768"/>
                  </a:lnTo>
                  <a:lnTo>
                    <a:pt x="8744" y="2347"/>
                  </a:lnTo>
                  <a:lnTo>
                    <a:pt x="9145" y="2026"/>
                  </a:lnTo>
                  <a:lnTo>
                    <a:pt x="9266" y="1926"/>
                  </a:lnTo>
                  <a:lnTo>
                    <a:pt x="9306" y="1865"/>
                  </a:lnTo>
                  <a:lnTo>
                    <a:pt x="9306" y="1865"/>
                  </a:lnTo>
                  <a:lnTo>
                    <a:pt x="9306" y="1825"/>
                  </a:lnTo>
                  <a:lnTo>
                    <a:pt x="9306" y="1825"/>
                  </a:lnTo>
                  <a:lnTo>
                    <a:pt x="9286" y="1725"/>
                  </a:lnTo>
                  <a:lnTo>
                    <a:pt x="9246" y="1605"/>
                  </a:lnTo>
                  <a:lnTo>
                    <a:pt x="9166" y="1464"/>
                  </a:lnTo>
                  <a:lnTo>
                    <a:pt x="9065" y="1324"/>
                  </a:lnTo>
                  <a:lnTo>
                    <a:pt x="8925" y="1184"/>
                  </a:lnTo>
                  <a:lnTo>
                    <a:pt x="8784" y="1023"/>
                  </a:lnTo>
                  <a:lnTo>
                    <a:pt x="8604" y="863"/>
                  </a:lnTo>
                  <a:lnTo>
                    <a:pt x="8403" y="722"/>
                  </a:lnTo>
                  <a:lnTo>
                    <a:pt x="8203" y="582"/>
                  </a:lnTo>
                  <a:lnTo>
                    <a:pt x="7982" y="442"/>
                  </a:lnTo>
                  <a:lnTo>
                    <a:pt x="7742" y="321"/>
                  </a:lnTo>
                  <a:lnTo>
                    <a:pt x="7501" y="221"/>
                  </a:lnTo>
                  <a:lnTo>
                    <a:pt x="7240" y="121"/>
                  </a:lnTo>
                  <a:lnTo>
                    <a:pt x="6980" y="61"/>
                  </a:lnTo>
                  <a:lnTo>
                    <a:pt x="6719" y="20"/>
                  </a:lnTo>
                  <a:lnTo>
                    <a:pt x="645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8669;p43">
              <a:extLst>
                <a:ext uri="{FF2B5EF4-FFF2-40B4-BE49-F238E27FC236}">
                  <a16:creationId xmlns:a16="http://schemas.microsoft.com/office/drawing/2014/main" id="{DFF7D273-3C67-AF11-77D1-879ED7A2A1C9}"/>
                </a:ext>
              </a:extLst>
            </p:cNvPr>
            <p:cNvSpPr/>
            <p:nvPr/>
          </p:nvSpPr>
          <p:spPr>
            <a:xfrm>
              <a:off x="884827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extrusionOk="0">
                  <a:moveTo>
                    <a:pt x="8323" y="0"/>
                  </a:moveTo>
                  <a:lnTo>
                    <a:pt x="7000" y="2848"/>
                  </a:lnTo>
                  <a:lnTo>
                    <a:pt x="5656" y="5796"/>
                  </a:lnTo>
                  <a:lnTo>
                    <a:pt x="4112" y="9185"/>
                  </a:lnTo>
                  <a:lnTo>
                    <a:pt x="2568" y="12594"/>
                  </a:lnTo>
                  <a:lnTo>
                    <a:pt x="1244" y="15643"/>
                  </a:lnTo>
                  <a:lnTo>
                    <a:pt x="723" y="16886"/>
                  </a:lnTo>
                  <a:lnTo>
                    <a:pt x="322" y="17889"/>
                  </a:lnTo>
                  <a:lnTo>
                    <a:pt x="81" y="18571"/>
                  </a:lnTo>
                  <a:lnTo>
                    <a:pt x="21" y="18791"/>
                  </a:lnTo>
                  <a:lnTo>
                    <a:pt x="1" y="18912"/>
                  </a:lnTo>
                  <a:lnTo>
                    <a:pt x="41" y="19052"/>
                  </a:lnTo>
                  <a:lnTo>
                    <a:pt x="101" y="19172"/>
                  </a:lnTo>
                  <a:lnTo>
                    <a:pt x="161" y="19293"/>
                  </a:lnTo>
                  <a:lnTo>
                    <a:pt x="241" y="19393"/>
                  </a:lnTo>
                  <a:lnTo>
                    <a:pt x="342" y="19493"/>
                  </a:lnTo>
                  <a:lnTo>
                    <a:pt x="462" y="19573"/>
                  </a:lnTo>
                  <a:lnTo>
                    <a:pt x="582" y="19654"/>
                  </a:lnTo>
                  <a:lnTo>
                    <a:pt x="723" y="19714"/>
                  </a:lnTo>
                  <a:lnTo>
                    <a:pt x="883" y="19774"/>
                  </a:lnTo>
                  <a:lnTo>
                    <a:pt x="1044" y="19814"/>
                  </a:lnTo>
                  <a:lnTo>
                    <a:pt x="1224" y="19854"/>
                  </a:lnTo>
                  <a:lnTo>
                    <a:pt x="1384" y="19854"/>
                  </a:lnTo>
                  <a:lnTo>
                    <a:pt x="1585" y="19834"/>
                  </a:lnTo>
                  <a:lnTo>
                    <a:pt x="1766" y="19814"/>
                  </a:lnTo>
                  <a:lnTo>
                    <a:pt x="1946" y="19754"/>
                  </a:lnTo>
                  <a:lnTo>
                    <a:pt x="2127" y="19674"/>
                  </a:lnTo>
                  <a:lnTo>
                    <a:pt x="2207" y="19614"/>
                  </a:lnTo>
                  <a:lnTo>
                    <a:pt x="2307" y="19513"/>
                  </a:lnTo>
                  <a:lnTo>
                    <a:pt x="2628" y="19152"/>
                  </a:lnTo>
                  <a:lnTo>
                    <a:pt x="3049" y="18631"/>
                  </a:lnTo>
                  <a:lnTo>
                    <a:pt x="3590" y="17969"/>
                  </a:lnTo>
                  <a:lnTo>
                    <a:pt x="4894" y="16224"/>
                  </a:lnTo>
                  <a:lnTo>
                    <a:pt x="6458" y="14119"/>
                  </a:lnTo>
                  <a:lnTo>
                    <a:pt x="8183" y="11752"/>
                  </a:lnTo>
                  <a:lnTo>
                    <a:pt x="9928" y="9306"/>
                  </a:lnTo>
                  <a:lnTo>
                    <a:pt x="13177" y="4753"/>
                  </a:lnTo>
                  <a:lnTo>
                    <a:pt x="15884" y="923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8670;p43">
              <a:extLst>
                <a:ext uri="{FF2B5EF4-FFF2-40B4-BE49-F238E27FC236}">
                  <a16:creationId xmlns:a16="http://schemas.microsoft.com/office/drawing/2014/main" id="{CE80E699-D7D8-EB04-E97E-BF0397E82289}"/>
                </a:ext>
              </a:extLst>
            </p:cNvPr>
            <p:cNvSpPr/>
            <p:nvPr/>
          </p:nvSpPr>
          <p:spPr>
            <a:xfrm>
              <a:off x="884827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fill="none" extrusionOk="0">
                  <a:moveTo>
                    <a:pt x="15884" y="923"/>
                  </a:moveTo>
                  <a:lnTo>
                    <a:pt x="15884" y="923"/>
                  </a:lnTo>
                  <a:lnTo>
                    <a:pt x="13177" y="4753"/>
                  </a:lnTo>
                  <a:lnTo>
                    <a:pt x="13177" y="4753"/>
                  </a:lnTo>
                  <a:lnTo>
                    <a:pt x="9928" y="9306"/>
                  </a:lnTo>
                  <a:lnTo>
                    <a:pt x="8183" y="11752"/>
                  </a:lnTo>
                  <a:lnTo>
                    <a:pt x="6458" y="14119"/>
                  </a:lnTo>
                  <a:lnTo>
                    <a:pt x="4894" y="16224"/>
                  </a:lnTo>
                  <a:lnTo>
                    <a:pt x="3590" y="17969"/>
                  </a:lnTo>
                  <a:lnTo>
                    <a:pt x="3049" y="18631"/>
                  </a:lnTo>
                  <a:lnTo>
                    <a:pt x="2628" y="19152"/>
                  </a:lnTo>
                  <a:lnTo>
                    <a:pt x="2307" y="19513"/>
                  </a:lnTo>
                  <a:lnTo>
                    <a:pt x="2207" y="19614"/>
                  </a:lnTo>
                  <a:lnTo>
                    <a:pt x="2127" y="19674"/>
                  </a:lnTo>
                  <a:lnTo>
                    <a:pt x="2127" y="19674"/>
                  </a:lnTo>
                  <a:lnTo>
                    <a:pt x="1946" y="19754"/>
                  </a:lnTo>
                  <a:lnTo>
                    <a:pt x="1766" y="19814"/>
                  </a:lnTo>
                  <a:lnTo>
                    <a:pt x="1585" y="19834"/>
                  </a:lnTo>
                  <a:lnTo>
                    <a:pt x="1384" y="19854"/>
                  </a:lnTo>
                  <a:lnTo>
                    <a:pt x="1224" y="19854"/>
                  </a:lnTo>
                  <a:lnTo>
                    <a:pt x="1044" y="19814"/>
                  </a:lnTo>
                  <a:lnTo>
                    <a:pt x="883" y="19774"/>
                  </a:lnTo>
                  <a:lnTo>
                    <a:pt x="723" y="19714"/>
                  </a:lnTo>
                  <a:lnTo>
                    <a:pt x="723" y="19714"/>
                  </a:lnTo>
                  <a:lnTo>
                    <a:pt x="582" y="19654"/>
                  </a:lnTo>
                  <a:lnTo>
                    <a:pt x="462" y="19573"/>
                  </a:lnTo>
                  <a:lnTo>
                    <a:pt x="342" y="19493"/>
                  </a:lnTo>
                  <a:lnTo>
                    <a:pt x="241" y="19393"/>
                  </a:lnTo>
                  <a:lnTo>
                    <a:pt x="161" y="19293"/>
                  </a:lnTo>
                  <a:lnTo>
                    <a:pt x="101" y="19172"/>
                  </a:lnTo>
                  <a:lnTo>
                    <a:pt x="41" y="19052"/>
                  </a:lnTo>
                  <a:lnTo>
                    <a:pt x="1" y="18912"/>
                  </a:lnTo>
                  <a:lnTo>
                    <a:pt x="1" y="18912"/>
                  </a:lnTo>
                  <a:lnTo>
                    <a:pt x="21" y="18791"/>
                  </a:lnTo>
                  <a:lnTo>
                    <a:pt x="81" y="18571"/>
                  </a:lnTo>
                  <a:lnTo>
                    <a:pt x="322" y="17889"/>
                  </a:lnTo>
                  <a:lnTo>
                    <a:pt x="723" y="16886"/>
                  </a:lnTo>
                  <a:lnTo>
                    <a:pt x="1244" y="15643"/>
                  </a:lnTo>
                  <a:lnTo>
                    <a:pt x="2568" y="12594"/>
                  </a:lnTo>
                  <a:lnTo>
                    <a:pt x="4112" y="9185"/>
                  </a:lnTo>
                  <a:lnTo>
                    <a:pt x="5656" y="5796"/>
                  </a:lnTo>
                  <a:lnTo>
                    <a:pt x="7000" y="2848"/>
                  </a:lnTo>
                  <a:lnTo>
                    <a:pt x="8323" y="0"/>
                  </a:lnTo>
                  <a:lnTo>
                    <a:pt x="15884" y="9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8671;p43">
              <a:extLst>
                <a:ext uri="{FF2B5EF4-FFF2-40B4-BE49-F238E27FC236}">
                  <a16:creationId xmlns:a16="http://schemas.microsoft.com/office/drawing/2014/main" id="{D20338B2-87B7-F076-0CC4-EAAA5C9A10D9}"/>
                </a:ext>
              </a:extLst>
            </p:cNvPr>
            <p:cNvSpPr/>
            <p:nvPr/>
          </p:nvSpPr>
          <p:spPr>
            <a:xfrm>
              <a:off x="8848275" y="5119825"/>
              <a:ext cx="340950" cy="402600"/>
            </a:xfrm>
            <a:custGeom>
              <a:avLst/>
              <a:gdLst/>
              <a:ahLst/>
              <a:cxnLst/>
              <a:rect l="l" t="t" r="r" b="b"/>
              <a:pathLst>
                <a:path w="13638" h="16104" extrusionOk="0">
                  <a:moveTo>
                    <a:pt x="6659" y="0"/>
                  </a:moveTo>
                  <a:lnTo>
                    <a:pt x="5435" y="2667"/>
                  </a:lnTo>
                  <a:lnTo>
                    <a:pt x="4092" y="5635"/>
                  </a:lnTo>
                  <a:lnTo>
                    <a:pt x="2748" y="8603"/>
                  </a:lnTo>
                  <a:lnTo>
                    <a:pt x="1545" y="11331"/>
                  </a:lnTo>
                  <a:lnTo>
                    <a:pt x="923" y="12795"/>
                  </a:lnTo>
                  <a:lnTo>
                    <a:pt x="442" y="13998"/>
                  </a:lnTo>
                  <a:lnTo>
                    <a:pt x="121" y="14840"/>
                  </a:lnTo>
                  <a:lnTo>
                    <a:pt x="41" y="15121"/>
                  </a:lnTo>
                  <a:lnTo>
                    <a:pt x="1" y="15282"/>
                  </a:lnTo>
                  <a:lnTo>
                    <a:pt x="1" y="15302"/>
                  </a:lnTo>
                  <a:lnTo>
                    <a:pt x="41" y="15442"/>
                  </a:lnTo>
                  <a:lnTo>
                    <a:pt x="101" y="15562"/>
                  </a:lnTo>
                  <a:lnTo>
                    <a:pt x="161" y="15683"/>
                  </a:lnTo>
                  <a:lnTo>
                    <a:pt x="241" y="15783"/>
                  </a:lnTo>
                  <a:lnTo>
                    <a:pt x="342" y="15883"/>
                  </a:lnTo>
                  <a:lnTo>
                    <a:pt x="462" y="15963"/>
                  </a:lnTo>
                  <a:lnTo>
                    <a:pt x="582" y="16044"/>
                  </a:lnTo>
                  <a:lnTo>
                    <a:pt x="723" y="16104"/>
                  </a:lnTo>
                  <a:lnTo>
                    <a:pt x="763" y="15703"/>
                  </a:lnTo>
                  <a:lnTo>
                    <a:pt x="843" y="15282"/>
                  </a:lnTo>
                  <a:lnTo>
                    <a:pt x="923" y="14880"/>
                  </a:lnTo>
                  <a:lnTo>
                    <a:pt x="1024" y="14479"/>
                  </a:lnTo>
                  <a:lnTo>
                    <a:pt x="1144" y="14058"/>
                  </a:lnTo>
                  <a:lnTo>
                    <a:pt x="1264" y="13677"/>
                  </a:lnTo>
                  <a:lnTo>
                    <a:pt x="1565" y="12875"/>
                  </a:lnTo>
                  <a:lnTo>
                    <a:pt x="1886" y="12093"/>
                  </a:lnTo>
                  <a:lnTo>
                    <a:pt x="2247" y="11331"/>
                  </a:lnTo>
                  <a:lnTo>
                    <a:pt x="2608" y="10589"/>
                  </a:lnTo>
                  <a:lnTo>
                    <a:pt x="3009" y="9847"/>
                  </a:lnTo>
                  <a:lnTo>
                    <a:pt x="3831" y="8383"/>
                  </a:lnTo>
                  <a:lnTo>
                    <a:pt x="4252" y="7661"/>
                  </a:lnTo>
                  <a:lnTo>
                    <a:pt x="4693" y="6939"/>
                  </a:lnTo>
                  <a:lnTo>
                    <a:pt x="5175" y="6217"/>
                  </a:lnTo>
                  <a:lnTo>
                    <a:pt x="5676" y="5535"/>
                  </a:lnTo>
                  <a:lnTo>
                    <a:pt x="5937" y="5214"/>
                  </a:lnTo>
                  <a:lnTo>
                    <a:pt x="6198" y="4893"/>
                  </a:lnTo>
                  <a:lnTo>
                    <a:pt x="6478" y="4572"/>
                  </a:lnTo>
                  <a:lnTo>
                    <a:pt x="6779" y="4272"/>
                  </a:lnTo>
                  <a:lnTo>
                    <a:pt x="7120" y="3951"/>
                  </a:lnTo>
                  <a:lnTo>
                    <a:pt x="7461" y="3630"/>
                  </a:lnTo>
                  <a:lnTo>
                    <a:pt x="7822" y="3349"/>
                  </a:lnTo>
                  <a:lnTo>
                    <a:pt x="8203" y="3088"/>
                  </a:lnTo>
                  <a:lnTo>
                    <a:pt x="8584" y="2828"/>
                  </a:lnTo>
                  <a:lnTo>
                    <a:pt x="8965" y="2607"/>
                  </a:lnTo>
                  <a:lnTo>
                    <a:pt x="9366" y="2387"/>
                  </a:lnTo>
                  <a:lnTo>
                    <a:pt x="9767" y="2206"/>
                  </a:lnTo>
                  <a:lnTo>
                    <a:pt x="10168" y="2026"/>
                  </a:lnTo>
                  <a:lnTo>
                    <a:pt x="10589" y="1845"/>
                  </a:lnTo>
                  <a:lnTo>
                    <a:pt x="11011" y="1705"/>
                  </a:lnTo>
                  <a:lnTo>
                    <a:pt x="11432" y="1564"/>
                  </a:lnTo>
                  <a:lnTo>
                    <a:pt x="11853" y="1444"/>
                  </a:lnTo>
                  <a:lnTo>
                    <a:pt x="12294" y="1324"/>
                  </a:lnTo>
                  <a:lnTo>
                    <a:pt x="13177" y="1143"/>
                  </a:lnTo>
                  <a:lnTo>
                    <a:pt x="13638" y="501"/>
                  </a:lnTo>
                  <a:lnTo>
                    <a:pt x="11893" y="421"/>
                  </a:lnTo>
                  <a:lnTo>
                    <a:pt x="10148" y="301"/>
                  </a:lnTo>
                  <a:lnTo>
                    <a:pt x="8384" y="18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43">
              <a:extLst>
                <a:ext uri="{FF2B5EF4-FFF2-40B4-BE49-F238E27FC236}">
                  <a16:creationId xmlns:a16="http://schemas.microsoft.com/office/drawing/2014/main" id="{CDB1022A-B3CF-2B5B-46C7-4EFCCC7F728A}"/>
                </a:ext>
              </a:extLst>
            </p:cNvPr>
            <p:cNvSpPr/>
            <p:nvPr/>
          </p:nvSpPr>
          <p:spPr>
            <a:xfrm>
              <a:off x="8848275" y="5119825"/>
              <a:ext cx="340950" cy="402600"/>
            </a:xfrm>
            <a:custGeom>
              <a:avLst/>
              <a:gdLst/>
              <a:ahLst/>
              <a:cxnLst/>
              <a:rect l="l" t="t" r="r" b="b"/>
              <a:pathLst>
                <a:path w="13638" h="16104" fill="none" extrusionOk="0">
                  <a:moveTo>
                    <a:pt x="6659" y="0"/>
                  </a:moveTo>
                  <a:lnTo>
                    <a:pt x="6659" y="0"/>
                  </a:lnTo>
                  <a:lnTo>
                    <a:pt x="5435" y="2667"/>
                  </a:lnTo>
                  <a:lnTo>
                    <a:pt x="4092" y="5635"/>
                  </a:lnTo>
                  <a:lnTo>
                    <a:pt x="2748" y="8603"/>
                  </a:lnTo>
                  <a:lnTo>
                    <a:pt x="1545" y="11331"/>
                  </a:lnTo>
                  <a:lnTo>
                    <a:pt x="1545" y="11331"/>
                  </a:lnTo>
                  <a:lnTo>
                    <a:pt x="923" y="12795"/>
                  </a:lnTo>
                  <a:lnTo>
                    <a:pt x="442" y="13998"/>
                  </a:lnTo>
                  <a:lnTo>
                    <a:pt x="121" y="14840"/>
                  </a:lnTo>
                  <a:lnTo>
                    <a:pt x="41" y="15121"/>
                  </a:lnTo>
                  <a:lnTo>
                    <a:pt x="1" y="15282"/>
                  </a:lnTo>
                  <a:lnTo>
                    <a:pt x="1" y="15282"/>
                  </a:lnTo>
                  <a:lnTo>
                    <a:pt x="1" y="15302"/>
                  </a:lnTo>
                  <a:lnTo>
                    <a:pt x="1" y="15302"/>
                  </a:lnTo>
                  <a:lnTo>
                    <a:pt x="41" y="15442"/>
                  </a:lnTo>
                  <a:lnTo>
                    <a:pt x="101" y="15562"/>
                  </a:lnTo>
                  <a:lnTo>
                    <a:pt x="161" y="15683"/>
                  </a:lnTo>
                  <a:lnTo>
                    <a:pt x="241" y="15783"/>
                  </a:lnTo>
                  <a:lnTo>
                    <a:pt x="342" y="15883"/>
                  </a:lnTo>
                  <a:lnTo>
                    <a:pt x="462" y="15963"/>
                  </a:lnTo>
                  <a:lnTo>
                    <a:pt x="582" y="16044"/>
                  </a:lnTo>
                  <a:lnTo>
                    <a:pt x="723" y="16104"/>
                  </a:lnTo>
                  <a:lnTo>
                    <a:pt x="723" y="16104"/>
                  </a:lnTo>
                  <a:lnTo>
                    <a:pt x="763" y="15703"/>
                  </a:lnTo>
                  <a:lnTo>
                    <a:pt x="843" y="15282"/>
                  </a:lnTo>
                  <a:lnTo>
                    <a:pt x="923" y="14880"/>
                  </a:lnTo>
                  <a:lnTo>
                    <a:pt x="1024" y="14479"/>
                  </a:lnTo>
                  <a:lnTo>
                    <a:pt x="1144" y="14058"/>
                  </a:lnTo>
                  <a:lnTo>
                    <a:pt x="1264" y="13677"/>
                  </a:lnTo>
                  <a:lnTo>
                    <a:pt x="1565" y="12875"/>
                  </a:lnTo>
                  <a:lnTo>
                    <a:pt x="1886" y="12093"/>
                  </a:lnTo>
                  <a:lnTo>
                    <a:pt x="2247" y="11331"/>
                  </a:lnTo>
                  <a:lnTo>
                    <a:pt x="2608" y="10589"/>
                  </a:lnTo>
                  <a:lnTo>
                    <a:pt x="3009" y="9847"/>
                  </a:lnTo>
                  <a:lnTo>
                    <a:pt x="3009" y="9847"/>
                  </a:lnTo>
                  <a:lnTo>
                    <a:pt x="3831" y="8383"/>
                  </a:lnTo>
                  <a:lnTo>
                    <a:pt x="4252" y="7661"/>
                  </a:lnTo>
                  <a:lnTo>
                    <a:pt x="4693" y="6939"/>
                  </a:lnTo>
                  <a:lnTo>
                    <a:pt x="5175" y="6217"/>
                  </a:lnTo>
                  <a:lnTo>
                    <a:pt x="5676" y="5535"/>
                  </a:lnTo>
                  <a:lnTo>
                    <a:pt x="5937" y="5214"/>
                  </a:lnTo>
                  <a:lnTo>
                    <a:pt x="6198" y="4893"/>
                  </a:lnTo>
                  <a:lnTo>
                    <a:pt x="6478" y="4572"/>
                  </a:lnTo>
                  <a:lnTo>
                    <a:pt x="6779" y="4272"/>
                  </a:lnTo>
                  <a:lnTo>
                    <a:pt x="6779" y="4272"/>
                  </a:lnTo>
                  <a:lnTo>
                    <a:pt x="7120" y="3951"/>
                  </a:lnTo>
                  <a:lnTo>
                    <a:pt x="7461" y="3630"/>
                  </a:lnTo>
                  <a:lnTo>
                    <a:pt x="7822" y="3349"/>
                  </a:lnTo>
                  <a:lnTo>
                    <a:pt x="8203" y="3088"/>
                  </a:lnTo>
                  <a:lnTo>
                    <a:pt x="8584" y="2828"/>
                  </a:lnTo>
                  <a:lnTo>
                    <a:pt x="8965" y="2607"/>
                  </a:lnTo>
                  <a:lnTo>
                    <a:pt x="9366" y="2387"/>
                  </a:lnTo>
                  <a:lnTo>
                    <a:pt x="9767" y="2206"/>
                  </a:lnTo>
                  <a:lnTo>
                    <a:pt x="10168" y="2026"/>
                  </a:lnTo>
                  <a:lnTo>
                    <a:pt x="10589" y="1845"/>
                  </a:lnTo>
                  <a:lnTo>
                    <a:pt x="11011" y="1705"/>
                  </a:lnTo>
                  <a:lnTo>
                    <a:pt x="11432" y="1564"/>
                  </a:lnTo>
                  <a:lnTo>
                    <a:pt x="11853" y="1444"/>
                  </a:lnTo>
                  <a:lnTo>
                    <a:pt x="12294" y="1324"/>
                  </a:lnTo>
                  <a:lnTo>
                    <a:pt x="13177" y="1143"/>
                  </a:lnTo>
                  <a:lnTo>
                    <a:pt x="13177" y="1143"/>
                  </a:lnTo>
                  <a:lnTo>
                    <a:pt x="13638" y="501"/>
                  </a:lnTo>
                  <a:lnTo>
                    <a:pt x="13638" y="501"/>
                  </a:lnTo>
                  <a:lnTo>
                    <a:pt x="11893" y="421"/>
                  </a:lnTo>
                  <a:lnTo>
                    <a:pt x="10148" y="301"/>
                  </a:lnTo>
                  <a:lnTo>
                    <a:pt x="8384" y="180"/>
                  </a:lnTo>
                  <a:lnTo>
                    <a:pt x="665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8673;p43">
              <a:extLst>
                <a:ext uri="{FF2B5EF4-FFF2-40B4-BE49-F238E27FC236}">
                  <a16:creationId xmlns:a16="http://schemas.microsoft.com/office/drawing/2014/main" id="{73DB83BD-6E1C-3FDE-A786-21415B746E66}"/>
                </a:ext>
              </a:extLst>
            </p:cNvPr>
            <p:cNvSpPr/>
            <p:nvPr/>
          </p:nvSpPr>
          <p:spPr>
            <a:xfrm>
              <a:off x="8668800" y="4973925"/>
              <a:ext cx="359500" cy="448725"/>
            </a:xfrm>
            <a:custGeom>
              <a:avLst/>
              <a:gdLst/>
              <a:ahLst/>
              <a:cxnLst/>
              <a:rect l="l" t="t" r="r" b="b"/>
              <a:pathLst>
                <a:path w="14380" h="17949" extrusionOk="0">
                  <a:moveTo>
                    <a:pt x="7521" y="0"/>
                  </a:moveTo>
                  <a:lnTo>
                    <a:pt x="6337" y="2587"/>
                  </a:lnTo>
                  <a:lnTo>
                    <a:pt x="5114" y="5234"/>
                  </a:lnTo>
                  <a:lnTo>
                    <a:pt x="3710" y="8303"/>
                  </a:lnTo>
                  <a:lnTo>
                    <a:pt x="2327" y="11391"/>
                  </a:lnTo>
                  <a:lnTo>
                    <a:pt x="1123" y="14159"/>
                  </a:lnTo>
                  <a:lnTo>
                    <a:pt x="642" y="15282"/>
                  </a:lnTo>
                  <a:lnTo>
                    <a:pt x="281" y="16184"/>
                  </a:lnTo>
                  <a:lnTo>
                    <a:pt x="60" y="16806"/>
                  </a:lnTo>
                  <a:lnTo>
                    <a:pt x="0" y="17006"/>
                  </a:lnTo>
                  <a:lnTo>
                    <a:pt x="0" y="17107"/>
                  </a:lnTo>
                  <a:lnTo>
                    <a:pt x="40" y="17227"/>
                  </a:lnTo>
                  <a:lnTo>
                    <a:pt x="80" y="17347"/>
                  </a:lnTo>
                  <a:lnTo>
                    <a:pt x="161" y="17468"/>
                  </a:lnTo>
                  <a:lnTo>
                    <a:pt x="241" y="17568"/>
                  </a:lnTo>
                  <a:lnTo>
                    <a:pt x="341" y="17648"/>
                  </a:lnTo>
                  <a:lnTo>
                    <a:pt x="441" y="17728"/>
                  </a:lnTo>
                  <a:lnTo>
                    <a:pt x="562" y="17809"/>
                  </a:lnTo>
                  <a:lnTo>
                    <a:pt x="702" y="17869"/>
                  </a:lnTo>
                  <a:lnTo>
                    <a:pt x="843" y="17909"/>
                  </a:lnTo>
                  <a:lnTo>
                    <a:pt x="983" y="17949"/>
                  </a:lnTo>
                  <a:lnTo>
                    <a:pt x="1444" y="17949"/>
                  </a:lnTo>
                  <a:lnTo>
                    <a:pt x="1605" y="17909"/>
                  </a:lnTo>
                  <a:lnTo>
                    <a:pt x="1765" y="17869"/>
                  </a:lnTo>
                  <a:lnTo>
                    <a:pt x="1925" y="17789"/>
                  </a:lnTo>
                  <a:lnTo>
                    <a:pt x="2026" y="17708"/>
                  </a:lnTo>
                  <a:lnTo>
                    <a:pt x="2186" y="17528"/>
                  </a:lnTo>
                  <a:lnTo>
                    <a:pt x="2688" y="16946"/>
                  </a:lnTo>
                  <a:lnTo>
                    <a:pt x="3369" y="16084"/>
                  </a:lnTo>
                  <a:lnTo>
                    <a:pt x="4212" y="14961"/>
                  </a:lnTo>
                  <a:lnTo>
                    <a:pt x="6217" y="12253"/>
                  </a:lnTo>
                  <a:lnTo>
                    <a:pt x="8443" y="9165"/>
                  </a:lnTo>
                  <a:lnTo>
                    <a:pt x="10649" y="6077"/>
                  </a:lnTo>
                  <a:lnTo>
                    <a:pt x="12534" y="3409"/>
                  </a:lnTo>
                  <a:lnTo>
                    <a:pt x="14379" y="822"/>
                  </a:lnTo>
                  <a:lnTo>
                    <a:pt x="752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43">
              <a:extLst>
                <a:ext uri="{FF2B5EF4-FFF2-40B4-BE49-F238E27FC236}">
                  <a16:creationId xmlns:a16="http://schemas.microsoft.com/office/drawing/2014/main" id="{A9EC12DA-2A72-3694-11A3-16FCB98508F3}"/>
                </a:ext>
              </a:extLst>
            </p:cNvPr>
            <p:cNvSpPr/>
            <p:nvPr/>
          </p:nvSpPr>
          <p:spPr>
            <a:xfrm>
              <a:off x="8668800" y="4973925"/>
              <a:ext cx="359500" cy="448725"/>
            </a:xfrm>
            <a:custGeom>
              <a:avLst/>
              <a:gdLst/>
              <a:ahLst/>
              <a:cxnLst/>
              <a:rect l="l" t="t" r="r" b="b"/>
              <a:pathLst>
                <a:path w="14380" h="17949" fill="none" extrusionOk="0">
                  <a:moveTo>
                    <a:pt x="7521" y="0"/>
                  </a:moveTo>
                  <a:lnTo>
                    <a:pt x="7521" y="0"/>
                  </a:lnTo>
                  <a:lnTo>
                    <a:pt x="6337" y="2587"/>
                  </a:lnTo>
                  <a:lnTo>
                    <a:pt x="5114" y="5234"/>
                  </a:lnTo>
                  <a:lnTo>
                    <a:pt x="3710" y="8303"/>
                  </a:lnTo>
                  <a:lnTo>
                    <a:pt x="2327" y="11391"/>
                  </a:lnTo>
                  <a:lnTo>
                    <a:pt x="1123" y="14159"/>
                  </a:lnTo>
                  <a:lnTo>
                    <a:pt x="642" y="15282"/>
                  </a:lnTo>
                  <a:lnTo>
                    <a:pt x="281" y="16184"/>
                  </a:lnTo>
                  <a:lnTo>
                    <a:pt x="60" y="16806"/>
                  </a:lnTo>
                  <a:lnTo>
                    <a:pt x="0" y="17006"/>
                  </a:lnTo>
                  <a:lnTo>
                    <a:pt x="0" y="17107"/>
                  </a:lnTo>
                  <a:lnTo>
                    <a:pt x="0" y="17107"/>
                  </a:lnTo>
                  <a:lnTo>
                    <a:pt x="40" y="17227"/>
                  </a:lnTo>
                  <a:lnTo>
                    <a:pt x="80" y="17347"/>
                  </a:lnTo>
                  <a:lnTo>
                    <a:pt x="161" y="17468"/>
                  </a:lnTo>
                  <a:lnTo>
                    <a:pt x="241" y="17568"/>
                  </a:lnTo>
                  <a:lnTo>
                    <a:pt x="341" y="17648"/>
                  </a:lnTo>
                  <a:lnTo>
                    <a:pt x="441" y="17728"/>
                  </a:lnTo>
                  <a:lnTo>
                    <a:pt x="562" y="17809"/>
                  </a:lnTo>
                  <a:lnTo>
                    <a:pt x="702" y="17869"/>
                  </a:lnTo>
                  <a:lnTo>
                    <a:pt x="843" y="17909"/>
                  </a:lnTo>
                  <a:lnTo>
                    <a:pt x="983" y="17949"/>
                  </a:lnTo>
                  <a:lnTo>
                    <a:pt x="1143" y="17949"/>
                  </a:lnTo>
                  <a:lnTo>
                    <a:pt x="1284" y="17949"/>
                  </a:lnTo>
                  <a:lnTo>
                    <a:pt x="1444" y="17949"/>
                  </a:lnTo>
                  <a:lnTo>
                    <a:pt x="1605" y="17909"/>
                  </a:lnTo>
                  <a:lnTo>
                    <a:pt x="1765" y="17869"/>
                  </a:lnTo>
                  <a:lnTo>
                    <a:pt x="1925" y="17789"/>
                  </a:lnTo>
                  <a:lnTo>
                    <a:pt x="1925" y="17789"/>
                  </a:lnTo>
                  <a:lnTo>
                    <a:pt x="2026" y="17708"/>
                  </a:lnTo>
                  <a:lnTo>
                    <a:pt x="2186" y="17528"/>
                  </a:lnTo>
                  <a:lnTo>
                    <a:pt x="2688" y="16946"/>
                  </a:lnTo>
                  <a:lnTo>
                    <a:pt x="3369" y="16084"/>
                  </a:lnTo>
                  <a:lnTo>
                    <a:pt x="4212" y="14961"/>
                  </a:lnTo>
                  <a:lnTo>
                    <a:pt x="6217" y="12253"/>
                  </a:lnTo>
                  <a:lnTo>
                    <a:pt x="8443" y="9165"/>
                  </a:lnTo>
                  <a:lnTo>
                    <a:pt x="10649" y="6077"/>
                  </a:lnTo>
                  <a:lnTo>
                    <a:pt x="12534" y="3409"/>
                  </a:lnTo>
                  <a:lnTo>
                    <a:pt x="14379" y="822"/>
                  </a:lnTo>
                  <a:lnTo>
                    <a:pt x="752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43">
              <a:extLst>
                <a:ext uri="{FF2B5EF4-FFF2-40B4-BE49-F238E27FC236}">
                  <a16:creationId xmlns:a16="http://schemas.microsoft.com/office/drawing/2014/main" id="{1F69B7EA-36EE-0FC9-13E6-311CAD9CF3DE}"/>
                </a:ext>
              </a:extLst>
            </p:cNvPr>
            <p:cNvSpPr/>
            <p:nvPr/>
          </p:nvSpPr>
          <p:spPr>
            <a:xfrm>
              <a:off x="8668800" y="5072175"/>
              <a:ext cx="277275" cy="350975"/>
            </a:xfrm>
            <a:custGeom>
              <a:avLst/>
              <a:gdLst/>
              <a:ahLst/>
              <a:cxnLst/>
              <a:rect l="l" t="t" r="r" b="b"/>
              <a:pathLst>
                <a:path w="11091" h="14039" extrusionOk="0">
                  <a:moveTo>
                    <a:pt x="5716" y="1"/>
                  </a:moveTo>
                  <a:lnTo>
                    <a:pt x="4412" y="2808"/>
                  </a:lnTo>
                  <a:lnTo>
                    <a:pt x="3049" y="5857"/>
                  </a:lnTo>
                  <a:lnTo>
                    <a:pt x="1765" y="8745"/>
                  </a:lnTo>
                  <a:lnTo>
                    <a:pt x="1203" y="10028"/>
                  </a:lnTo>
                  <a:lnTo>
                    <a:pt x="722" y="11151"/>
                  </a:lnTo>
                  <a:lnTo>
                    <a:pt x="421" y="11893"/>
                  </a:lnTo>
                  <a:lnTo>
                    <a:pt x="201" y="12495"/>
                  </a:lnTo>
                  <a:lnTo>
                    <a:pt x="40" y="12916"/>
                  </a:lnTo>
                  <a:lnTo>
                    <a:pt x="20" y="13056"/>
                  </a:lnTo>
                  <a:lnTo>
                    <a:pt x="0" y="13157"/>
                  </a:lnTo>
                  <a:lnTo>
                    <a:pt x="0" y="13177"/>
                  </a:lnTo>
                  <a:lnTo>
                    <a:pt x="60" y="13357"/>
                  </a:lnTo>
                  <a:lnTo>
                    <a:pt x="141" y="13518"/>
                  </a:lnTo>
                  <a:lnTo>
                    <a:pt x="281" y="13658"/>
                  </a:lnTo>
                  <a:lnTo>
                    <a:pt x="421" y="13798"/>
                  </a:lnTo>
                  <a:lnTo>
                    <a:pt x="602" y="13899"/>
                  </a:lnTo>
                  <a:lnTo>
                    <a:pt x="802" y="13959"/>
                  </a:lnTo>
                  <a:lnTo>
                    <a:pt x="1003" y="14019"/>
                  </a:lnTo>
                  <a:lnTo>
                    <a:pt x="1224" y="14039"/>
                  </a:lnTo>
                  <a:lnTo>
                    <a:pt x="1404" y="14019"/>
                  </a:lnTo>
                  <a:lnTo>
                    <a:pt x="1564" y="13999"/>
                  </a:lnTo>
                  <a:lnTo>
                    <a:pt x="1745" y="13939"/>
                  </a:lnTo>
                  <a:lnTo>
                    <a:pt x="1925" y="13859"/>
                  </a:lnTo>
                  <a:lnTo>
                    <a:pt x="1986" y="13818"/>
                  </a:lnTo>
                  <a:lnTo>
                    <a:pt x="2066" y="13738"/>
                  </a:lnTo>
                  <a:lnTo>
                    <a:pt x="2327" y="13457"/>
                  </a:lnTo>
                  <a:lnTo>
                    <a:pt x="2667" y="13056"/>
                  </a:lnTo>
                  <a:lnTo>
                    <a:pt x="3089" y="12515"/>
                  </a:lnTo>
                  <a:lnTo>
                    <a:pt x="4131" y="11151"/>
                  </a:lnTo>
                  <a:lnTo>
                    <a:pt x="5375" y="9447"/>
                  </a:lnTo>
                  <a:lnTo>
                    <a:pt x="6779" y="7541"/>
                  </a:lnTo>
                  <a:lnTo>
                    <a:pt x="8243" y="5516"/>
                  </a:lnTo>
                  <a:lnTo>
                    <a:pt x="11090" y="1545"/>
                  </a:lnTo>
                  <a:lnTo>
                    <a:pt x="10248" y="1405"/>
                  </a:lnTo>
                  <a:lnTo>
                    <a:pt x="9446" y="1244"/>
                  </a:lnTo>
                  <a:lnTo>
                    <a:pt x="8684" y="1064"/>
                  </a:lnTo>
                  <a:lnTo>
                    <a:pt x="7982" y="883"/>
                  </a:lnTo>
                  <a:lnTo>
                    <a:pt x="7320" y="683"/>
                  </a:lnTo>
                  <a:lnTo>
                    <a:pt x="6718" y="462"/>
                  </a:lnTo>
                  <a:lnTo>
                    <a:pt x="6177" y="241"/>
                  </a:lnTo>
                  <a:lnTo>
                    <a:pt x="5716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43">
              <a:extLst>
                <a:ext uri="{FF2B5EF4-FFF2-40B4-BE49-F238E27FC236}">
                  <a16:creationId xmlns:a16="http://schemas.microsoft.com/office/drawing/2014/main" id="{37C651BB-E1E8-7483-97B6-8A9FA0A68EC0}"/>
                </a:ext>
              </a:extLst>
            </p:cNvPr>
            <p:cNvSpPr/>
            <p:nvPr/>
          </p:nvSpPr>
          <p:spPr>
            <a:xfrm>
              <a:off x="8668800" y="5072175"/>
              <a:ext cx="277275" cy="350975"/>
            </a:xfrm>
            <a:custGeom>
              <a:avLst/>
              <a:gdLst/>
              <a:ahLst/>
              <a:cxnLst/>
              <a:rect l="l" t="t" r="r" b="b"/>
              <a:pathLst>
                <a:path w="11091" h="14039" fill="none" extrusionOk="0">
                  <a:moveTo>
                    <a:pt x="5716" y="1"/>
                  </a:moveTo>
                  <a:lnTo>
                    <a:pt x="5716" y="1"/>
                  </a:lnTo>
                  <a:lnTo>
                    <a:pt x="4412" y="2808"/>
                  </a:lnTo>
                  <a:lnTo>
                    <a:pt x="3049" y="5857"/>
                  </a:lnTo>
                  <a:lnTo>
                    <a:pt x="1765" y="8745"/>
                  </a:lnTo>
                  <a:lnTo>
                    <a:pt x="1203" y="10028"/>
                  </a:lnTo>
                  <a:lnTo>
                    <a:pt x="722" y="11151"/>
                  </a:lnTo>
                  <a:lnTo>
                    <a:pt x="722" y="11151"/>
                  </a:lnTo>
                  <a:lnTo>
                    <a:pt x="421" y="11893"/>
                  </a:lnTo>
                  <a:lnTo>
                    <a:pt x="201" y="12495"/>
                  </a:lnTo>
                  <a:lnTo>
                    <a:pt x="40" y="12916"/>
                  </a:lnTo>
                  <a:lnTo>
                    <a:pt x="20" y="13056"/>
                  </a:lnTo>
                  <a:lnTo>
                    <a:pt x="0" y="13157"/>
                  </a:lnTo>
                  <a:lnTo>
                    <a:pt x="0" y="13157"/>
                  </a:lnTo>
                  <a:lnTo>
                    <a:pt x="0" y="13177"/>
                  </a:lnTo>
                  <a:lnTo>
                    <a:pt x="0" y="13177"/>
                  </a:lnTo>
                  <a:lnTo>
                    <a:pt x="60" y="13357"/>
                  </a:lnTo>
                  <a:lnTo>
                    <a:pt x="141" y="13518"/>
                  </a:lnTo>
                  <a:lnTo>
                    <a:pt x="281" y="13658"/>
                  </a:lnTo>
                  <a:lnTo>
                    <a:pt x="421" y="13798"/>
                  </a:lnTo>
                  <a:lnTo>
                    <a:pt x="602" y="13899"/>
                  </a:lnTo>
                  <a:lnTo>
                    <a:pt x="802" y="13959"/>
                  </a:lnTo>
                  <a:lnTo>
                    <a:pt x="1003" y="14019"/>
                  </a:lnTo>
                  <a:lnTo>
                    <a:pt x="1224" y="14039"/>
                  </a:lnTo>
                  <a:lnTo>
                    <a:pt x="1224" y="14039"/>
                  </a:lnTo>
                  <a:lnTo>
                    <a:pt x="1404" y="14019"/>
                  </a:lnTo>
                  <a:lnTo>
                    <a:pt x="1564" y="13999"/>
                  </a:lnTo>
                  <a:lnTo>
                    <a:pt x="1745" y="13939"/>
                  </a:lnTo>
                  <a:lnTo>
                    <a:pt x="1925" y="13859"/>
                  </a:lnTo>
                  <a:lnTo>
                    <a:pt x="1925" y="13859"/>
                  </a:lnTo>
                  <a:lnTo>
                    <a:pt x="1986" y="13818"/>
                  </a:lnTo>
                  <a:lnTo>
                    <a:pt x="2066" y="13738"/>
                  </a:lnTo>
                  <a:lnTo>
                    <a:pt x="2327" y="13457"/>
                  </a:lnTo>
                  <a:lnTo>
                    <a:pt x="2667" y="13056"/>
                  </a:lnTo>
                  <a:lnTo>
                    <a:pt x="3089" y="12515"/>
                  </a:lnTo>
                  <a:lnTo>
                    <a:pt x="4131" y="11151"/>
                  </a:lnTo>
                  <a:lnTo>
                    <a:pt x="5375" y="9447"/>
                  </a:lnTo>
                  <a:lnTo>
                    <a:pt x="6779" y="7541"/>
                  </a:lnTo>
                  <a:lnTo>
                    <a:pt x="8243" y="5516"/>
                  </a:lnTo>
                  <a:lnTo>
                    <a:pt x="11090" y="1545"/>
                  </a:lnTo>
                  <a:lnTo>
                    <a:pt x="11090" y="1545"/>
                  </a:lnTo>
                  <a:lnTo>
                    <a:pt x="10248" y="1405"/>
                  </a:lnTo>
                  <a:lnTo>
                    <a:pt x="9446" y="1244"/>
                  </a:lnTo>
                  <a:lnTo>
                    <a:pt x="8684" y="1064"/>
                  </a:lnTo>
                  <a:lnTo>
                    <a:pt x="7982" y="883"/>
                  </a:lnTo>
                  <a:lnTo>
                    <a:pt x="7320" y="683"/>
                  </a:lnTo>
                  <a:lnTo>
                    <a:pt x="6718" y="462"/>
                  </a:lnTo>
                  <a:lnTo>
                    <a:pt x="6177" y="241"/>
                  </a:lnTo>
                  <a:lnTo>
                    <a:pt x="571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8677;p43">
              <a:extLst>
                <a:ext uri="{FF2B5EF4-FFF2-40B4-BE49-F238E27FC236}">
                  <a16:creationId xmlns:a16="http://schemas.microsoft.com/office/drawing/2014/main" id="{7D8F284F-CC05-25C1-777B-8DF0F0050391}"/>
                </a:ext>
              </a:extLst>
            </p:cNvPr>
            <p:cNvSpPr/>
            <p:nvPr/>
          </p:nvSpPr>
          <p:spPr>
            <a:xfrm>
              <a:off x="967602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extrusionOk="0">
                  <a:moveTo>
                    <a:pt x="7561" y="0"/>
                  </a:moveTo>
                  <a:lnTo>
                    <a:pt x="1" y="923"/>
                  </a:lnTo>
                  <a:lnTo>
                    <a:pt x="1404" y="2928"/>
                  </a:lnTo>
                  <a:lnTo>
                    <a:pt x="4794" y="7701"/>
                  </a:lnTo>
                  <a:lnTo>
                    <a:pt x="6839" y="10529"/>
                  </a:lnTo>
                  <a:lnTo>
                    <a:pt x="8865" y="13336"/>
                  </a:lnTo>
                  <a:lnTo>
                    <a:pt x="10750" y="15903"/>
                  </a:lnTo>
                  <a:lnTo>
                    <a:pt x="11572" y="17006"/>
                  </a:lnTo>
                  <a:lnTo>
                    <a:pt x="12294" y="17969"/>
                  </a:lnTo>
                  <a:lnTo>
                    <a:pt x="12836" y="18631"/>
                  </a:lnTo>
                  <a:lnTo>
                    <a:pt x="13257" y="19152"/>
                  </a:lnTo>
                  <a:lnTo>
                    <a:pt x="13578" y="19513"/>
                  </a:lnTo>
                  <a:lnTo>
                    <a:pt x="13678" y="19614"/>
                  </a:lnTo>
                  <a:lnTo>
                    <a:pt x="13758" y="19674"/>
                  </a:lnTo>
                  <a:lnTo>
                    <a:pt x="13939" y="19754"/>
                  </a:lnTo>
                  <a:lnTo>
                    <a:pt x="14099" y="19794"/>
                  </a:lnTo>
                  <a:lnTo>
                    <a:pt x="14279" y="19834"/>
                  </a:lnTo>
                  <a:lnTo>
                    <a:pt x="14460" y="19854"/>
                  </a:lnTo>
                  <a:lnTo>
                    <a:pt x="14620" y="19854"/>
                  </a:lnTo>
                  <a:lnTo>
                    <a:pt x="14781" y="19834"/>
                  </a:lnTo>
                  <a:lnTo>
                    <a:pt x="14941" y="19794"/>
                  </a:lnTo>
                  <a:lnTo>
                    <a:pt x="15102" y="19754"/>
                  </a:lnTo>
                  <a:lnTo>
                    <a:pt x="15242" y="19694"/>
                  </a:lnTo>
                  <a:lnTo>
                    <a:pt x="15382" y="19614"/>
                  </a:lnTo>
                  <a:lnTo>
                    <a:pt x="15503" y="19513"/>
                  </a:lnTo>
                  <a:lnTo>
                    <a:pt x="15603" y="19413"/>
                  </a:lnTo>
                  <a:lnTo>
                    <a:pt x="15703" y="19313"/>
                  </a:lnTo>
                  <a:lnTo>
                    <a:pt x="15784" y="19192"/>
                  </a:lnTo>
                  <a:lnTo>
                    <a:pt x="15844" y="19052"/>
                  </a:lnTo>
                  <a:lnTo>
                    <a:pt x="15884" y="18912"/>
                  </a:lnTo>
                  <a:lnTo>
                    <a:pt x="15864" y="18831"/>
                  </a:lnTo>
                  <a:lnTo>
                    <a:pt x="15844" y="18691"/>
                  </a:lnTo>
                  <a:lnTo>
                    <a:pt x="15703" y="18250"/>
                  </a:lnTo>
                  <a:lnTo>
                    <a:pt x="15463" y="17628"/>
                  </a:lnTo>
                  <a:lnTo>
                    <a:pt x="15142" y="16826"/>
                  </a:lnTo>
                  <a:lnTo>
                    <a:pt x="14300" y="14821"/>
                  </a:lnTo>
                  <a:lnTo>
                    <a:pt x="13237" y="12434"/>
                  </a:lnTo>
                  <a:lnTo>
                    <a:pt x="12073" y="9827"/>
                  </a:lnTo>
                  <a:lnTo>
                    <a:pt x="10870" y="7180"/>
                  </a:lnTo>
                  <a:lnTo>
                    <a:pt x="8764" y="2587"/>
                  </a:lnTo>
                  <a:lnTo>
                    <a:pt x="75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8678;p43">
              <a:extLst>
                <a:ext uri="{FF2B5EF4-FFF2-40B4-BE49-F238E27FC236}">
                  <a16:creationId xmlns:a16="http://schemas.microsoft.com/office/drawing/2014/main" id="{119A5985-5375-2210-4EB6-B0ED7E66E2A5}"/>
                </a:ext>
              </a:extLst>
            </p:cNvPr>
            <p:cNvSpPr/>
            <p:nvPr/>
          </p:nvSpPr>
          <p:spPr>
            <a:xfrm>
              <a:off x="967602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fill="none" extrusionOk="0">
                  <a:moveTo>
                    <a:pt x="15884" y="18912"/>
                  </a:moveTo>
                  <a:lnTo>
                    <a:pt x="15884" y="18912"/>
                  </a:lnTo>
                  <a:lnTo>
                    <a:pt x="15844" y="19052"/>
                  </a:lnTo>
                  <a:lnTo>
                    <a:pt x="15784" y="19192"/>
                  </a:lnTo>
                  <a:lnTo>
                    <a:pt x="15703" y="19313"/>
                  </a:lnTo>
                  <a:lnTo>
                    <a:pt x="15603" y="19413"/>
                  </a:lnTo>
                  <a:lnTo>
                    <a:pt x="15503" y="19513"/>
                  </a:lnTo>
                  <a:lnTo>
                    <a:pt x="15382" y="19614"/>
                  </a:lnTo>
                  <a:lnTo>
                    <a:pt x="15242" y="19694"/>
                  </a:lnTo>
                  <a:lnTo>
                    <a:pt x="15102" y="19754"/>
                  </a:lnTo>
                  <a:lnTo>
                    <a:pt x="14941" y="19794"/>
                  </a:lnTo>
                  <a:lnTo>
                    <a:pt x="14781" y="19834"/>
                  </a:lnTo>
                  <a:lnTo>
                    <a:pt x="14620" y="19854"/>
                  </a:lnTo>
                  <a:lnTo>
                    <a:pt x="14460" y="19854"/>
                  </a:lnTo>
                  <a:lnTo>
                    <a:pt x="14279" y="19834"/>
                  </a:lnTo>
                  <a:lnTo>
                    <a:pt x="14099" y="19794"/>
                  </a:lnTo>
                  <a:lnTo>
                    <a:pt x="13939" y="19754"/>
                  </a:lnTo>
                  <a:lnTo>
                    <a:pt x="13758" y="19674"/>
                  </a:lnTo>
                  <a:lnTo>
                    <a:pt x="13758" y="19674"/>
                  </a:lnTo>
                  <a:lnTo>
                    <a:pt x="13678" y="19614"/>
                  </a:lnTo>
                  <a:lnTo>
                    <a:pt x="13578" y="19513"/>
                  </a:lnTo>
                  <a:lnTo>
                    <a:pt x="13257" y="19152"/>
                  </a:lnTo>
                  <a:lnTo>
                    <a:pt x="12836" y="18631"/>
                  </a:lnTo>
                  <a:lnTo>
                    <a:pt x="12294" y="17969"/>
                  </a:lnTo>
                  <a:lnTo>
                    <a:pt x="12294" y="17969"/>
                  </a:lnTo>
                  <a:lnTo>
                    <a:pt x="11572" y="17006"/>
                  </a:lnTo>
                  <a:lnTo>
                    <a:pt x="10750" y="15903"/>
                  </a:lnTo>
                  <a:lnTo>
                    <a:pt x="8865" y="13336"/>
                  </a:lnTo>
                  <a:lnTo>
                    <a:pt x="6839" y="10529"/>
                  </a:lnTo>
                  <a:lnTo>
                    <a:pt x="4794" y="7701"/>
                  </a:lnTo>
                  <a:lnTo>
                    <a:pt x="1404" y="2928"/>
                  </a:lnTo>
                  <a:lnTo>
                    <a:pt x="1" y="923"/>
                  </a:lnTo>
                  <a:lnTo>
                    <a:pt x="7561" y="0"/>
                  </a:lnTo>
                  <a:lnTo>
                    <a:pt x="7561" y="0"/>
                  </a:lnTo>
                  <a:lnTo>
                    <a:pt x="8764" y="2587"/>
                  </a:lnTo>
                  <a:lnTo>
                    <a:pt x="8764" y="2587"/>
                  </a:lnTo>
                  <a:lnTo>
                    <a:pt x="10870" y="7180"/>
                  </a:lnTo>
                  <a:lnTo>
                    <a:pt x="12073" y="9827"/>
                  </a:lnTo>
                  <a:lnTo>
                    <a:pt x="13237" y="12434"/>
                  </a:lnTo>
                  <a:lnTo>
                    <a:pt x="14300" y="14821"/>
                  </a:lnTo>
                  <a:lnTo>
                    <a:pt x="15142" y="16826"/>
                  </a:lnTo>
                  <a:lnTo>
                    <a:pt x="15463" y="17628"/>
                  </a:lnTo>
                  <a:lnTo>
                    <a:pt x="15703" y="18250"/>
                  </a:lnTo>
                  <a:lnTo>
                    <a:pt x="15844" y="18691"/>
                  </a:lnTo>
                  <a:lnTo>
                    <a:pt x="15864" y="18831"/>
                  </a:lnTo>
                  <a:lnTo>
                    <a:pt x="15884" y="1891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43">
              <a:extLst>
                <a:ext uri="{FF2B5EF4-FFF2-40B4-BE49-F238E27FC236}">
                  <a16:creationId xmlns:a16="http://schemas.microsoft.com/office/drawing/2014/main" id="{7C02B1AB-D9CD-A7AB-4397-1CDEBC03A9E2}"/>
                </a:ext>
              </a:extLst>
            </p:cNvPr>
            <p:cNvSpPr/>
            <p:nvPr/>
          </p:nvSpPr>
          <p:spPr>
            <a:xfrm>
              <a:off x="9724650" y="5084725"/>
              <a:ext cx="258750" cy="394100"/>
            </a:xfrm>
            <a:custGeom>
              <a:avLst/>
              <a:gdLst/>
              <a:ahLst/>
              <a:cxnLst/>
              <a:rect l="l" t="t" r="r" b="b"/>
              <a:pathLst>
                <a:path w="10350" h="15764" extrusionOk="0">
                  <a:moveTo>
                    <a:pt x="6639" y="0"/>
                  </a:moveTo>
                  <a:lnTo>
                    <a:pt x="5917" y="241"/>
                  </a:lnTo>
                  <a:lnTo>
                    <a:pt x="5155" y="481"/>
                  </a:lnTo>
                  <a:lnTo>
                    <a:pt x="4373" y="682"/>
                  </a:lnTo>
                  <a:lnTo>
                    <a:pt x="3531" y="883"/>
                  </a:lnTo>
                  <a:lnTo>
                    <a:pt x="2688" y="1063"/>
                  </a:lnTo>
                  <a:lnTo>
                    <a:pt x="1806" y="1203"/>
                  </a:lnTo>
                  <a:lnTo>
                    <a:pt x="903" y="1344"/>
                  </a:lnTo>
                  <a:lnTo>
                    <a:pt x="1" y="1464"/>
                  </a:lnTo>
                  <a:lnTo>
                    <a:pt x="2428" y="4894"/>
                  </a:lnTo>
                  <a:lnTo>
                    <a:pt x="5275" y="8864"/>
                  </a:lnTo>
                  <a:lnTo>
                    <a:pt x="6699" y="10850"/>
                  </a:lnTo>
                  <a:lnTo>
                    <a:pt x="8063" y="12715"/>
                  </a:lnTo>
                  <a:lnTo>
                    <a:pt x="9306" y="14379"/>
                  </a:lnTo>
                  <a:lnTo>
                    <a:pt x="10349" y="15763"/>
                  </a:lnTo>
                  <a:lnTo>
                    <a:pt x="9467" y="14239"/>
                  </a:lnTo>
                  <a:lnTo>
                    <a:pt x="8604" y="12715"/>
                  </a:lnTo>
                  <a:lnTo>
                    <a:pt x="8183" y="11933"/>
                  </a:lnTo>
                  <a:lnTo>
                    <a:pt x="7762" y="11171"/>
                  </a:lnTo>
                  <a:lnTo>
                    <a:pt x="7381" y="10388"/>
                  </a:lnTo>
                  <a:lnTo>
                    <a:pt x="7000" y="9586"/>
                  </a:lnTo>
                  <a:lnTo>
                    <a:pt x="6378" y="8303"/>
                  </a:lnTo>
                  <a:lnTo>
                    <a:pt x="6098" y="7661"/>
                  </a:lnTo>
                  <a:lnTo>
                    <a:pt x="5817" y="6999"/>
                  </a:lnTo>
                  <a:lnTo>
                    <a:pt x="5556" y="6317"/>
                  </a:lnTo>
                  <a:lnTo>
                    <a:pt x="5335" y="5636"/>
                  </a:lnTo>
                  <a:lnTo>
                    <a:pt x="5235" y="5295"/>
                  </a:lnTo>
                  <a:lnTo>
                    <a:pt x="5155" y="4954"/>
                  </a:lnTo>
                  <a:lnTo>
                    <a:pt x="5095" y="4613"/>
                  </a:lnTo>
                  <a:lnTo>
                    <a:pt x="5035" y="4252"/>
                  </a:lnTo>
                  <a:lnTo>
                    <a:pt x="4995" y="3951"/>
                  </a:lnTo>
                  <a:lnTo>
                    <a:pt x="4995" y="3630"/>
                  </a:lnTo>
                  <a:lnTo>
                    <a:pt x="5015" y="3349"/>
                  </a:lnTo>
                  <a:lnTo>
                    <a:pt x="5035" y="3048"/>
                  </a:lnTo>
                  <a:lnTo>
                    <a:pt x="5095" y="2788"/>
                  </a:lnTo>
                  <a:lnTo>
                    <a:pt x="5175" y="2507"/>
                  </a:lnTo>
                  <a:lnTo>
                    <a:pt x="5255" y="2266"/>
                  </a:lnTo>
                  <a:lnTo>
                    <a:pt x="5376" y="2006"/>
                  </a:lnTo>
                  <a:lnTo>
                    <a:pt x="5496" y="1785"/>
                  </a:lnTo>
                  <a:lnTo>
                    <a:pt x="5636" y="1544"/>
                  </a:lnTo>
                  <a:lnTo>
                    <a:pt x="5797" y="1344"/>
                  </a:lnTo>
                  <a:lnTo>
                    <a:pt x="5977" y="1123"/>
                  </a:lnTo>
                  <a:lnTo>
                    <a:pt x="6158" y="923"/>
                  </a:lnTo>
                  <a:lnTo>
                    <a:pt x="6378" y="742"/>
                  </a:lnTo>
                  <a:lnTo>
                    <a:pt x="6579" y="562"/>
                  </a:lnTo>
                  <a:lnTo>
                    <a:pt x="6819" y="381"/>
                  </a:lnTo>
                  <a:lnTo>
                    <a:pt x="663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43">
              <a:extLst>
                <a:ext uri="{FF2B5EF4-FFF2-40B4-BE49-F238E27FC236}">
                  <a16:creationId xmlns:a16="http://schemas.microsoft.com/office/drawing/2014/main" id="{301AEA0F-5364-DFE2-E6F0-BF680CCE4D3E}"/>
                </a:ext>
              </a:extLst>
            </p:cNvPr>
            <p:cNvSpPr/>
            <p:nvPr/>
          </p:nvSpPr>
          <p:spPr>
            <a:xfrm>
              <a:off x="9724650" y="5084725"/>
              <a:ext cx="258750" cy="394100"/>
            </a:xfrm>
            <a:custGeom>
              <a:avLst/>
              <a:gdLst/>
              <a:ahLst/>
              <a:cxnLst/>
              <a:rect l="l" t="t" r="r" b="b"/>
              <a:pathLst>
                <a:path w="10350" h="15764" fill="none" extrusionOk="0">
                  <a:moveTo>
                    <a:pt x="6639" y="0"/>
                  </a:moveTo>
                  <a:lnTo>
                    <a:pt x="6639" y="0"/>
                  </a:lnTo>
                  <a:lnTo>
                    <a:pt x="5917" y="241"/>
                  </a:lnTo>
                  <a:lnTo>
                    <a:pt x="5155" y="481"/>
                  </a:lnTo>
                  <a:lnTo>
                    <a:pt x="4373" y="682"/>
                  </a:lnTo>
                  <a:lnTo>
                    <a:pt x="3531" y="883"/>
                  </a:lnTo>
                  <a:lnTo>
                    <a:pt x="2688" y="1063"/>
                  </a:lnTo>
                  <a:lnTo>
                    <a:pt x="1806" y="1203"/>
                  </a:lnTo>
                  <a:lnTo>
                    <a:pt x="903" y="1344"/>
                  </a:lnTo>
                  <a:lnTo>
                    <a:pt x="1" y="1464"/>
                  </a:lnTo>
                  <a:lnTo>
                    <a:pt x="1" y="1464"/>
                  </a:lnTo>
                  <a:lnTo>
                    <a:pt x="2428" y="4894"/>
                  </a:lnTo>
                  <a:lnTo>
                    <a:pt x="5275" y="8864"/>
                  </a:lnTo>
                  <a:lnTo>
                    <a:pt x="6699" y="10850"/>
                  </a:lnTo>
                  <a:lnTo>
                    <a:pt x="8063" y="12715"/>
                  </a:lnTo>
                  <a:lnTo>
                    <a:pt x="9306" y="14379"/>
                  </a:lnTo>
                  <a:lnTo>
                    <a:pt x="10349" y="15763"/>
                  </a:lnTo>
                  <a:lnTo>
                    <a:pt x="10349" y="15763"/>
                  </a:lnTo>
                  <a:lnTo>
                    <a:pt x="9467" y="14239"/>
                  </a:lnTo>
                  <a:lnTo>
                    <a:pt x="8604" y="12715"/>
                  </a:lnTo>
                  <a:lnTo>
                    <a:pt x="8183" y="11933"/>
                  </a:lnTo>
                  <a:lnTo>
                    <a:pt x="7762" y="11171"/>
                  </a:lnTo>
                  <a:lnTo>
                    <a:pt x="7381" y="10388"/>
                  </a:lnTo>
                  <a:lnTo>
                    <a:pt x="7000" y="9586"/>
                  </a:lnTo>
                  <a:lnTo>
                    <a:pt x="7000" y="9586"/>
                  </a:lnTo>
                  <a:lnTo>
                    <a:pt x="6378" y="8303"/>
                  </a:lnTo>
                  <a:lnTo>
                    <a:pt x="6098" y="7661"/>
                  </a:lnTo>
                  <a:lnTo>
                    <a:pt x="5817" y="6999"/>
                  </a:lnTo>
                  <a:lnTo>
                    <a:pt x="5556" y="6317"/>
                  </a:lnTo>
                  <a:lnTo>
                    <a:pt x="5335" y="5636"/>
                  </a:lnTo>
                  <a:lnTo>
                    <a:pt x="5235" y="5295"/>
                  </a:lnTo>
                  <a:lnTo>
                    <a:pt x="5155" y="4954"/>
                  </a:lnTo>
                  <a:lnTo>
                    <a:pt x="5095" y="4613"/>
                  </a:lnTo>
                  <a:lnTo>
                    <a:pt x="5035" y="4252"/>
                  </a:lnTo>
                  <a:lnTo>
                    <a:pt x="5035" y="4252"/>
                  </a:lnTo>
                  <a:lnTo>
                    <a:pt x="4995" y="3951"/>
                  </a:lnTo>
                  <a:lnTo>
                    <a:pt x="4995" y="3630"/>
                  </a:lnTo>
                  <a:lnTo>
                    <a:pt x="5015" y="3349"/>
                  </a:lnTo>
                  <a:lnTo>
                    <a:pt x="5035" y="3048"/>
                  </a:lnTo>
                  <a:lnTo>
                    <a:pt x="5095" y="2788"/>
                  </a:lnTo>
                  <a:lnTo>
                    <a:pt x="5175" y="2507"/>
                  </a:lnTo>
                  <a:lnTo>
                    <a:pt x="5255" y="2266"/>
                  </a:lnTo>
                  <a:lnTo>
                    <a:pt x="5376" y="2006"/>
                  </a:lnTo>
                  <a:lnTo>
                    <a:pt x="5496" y="1785"/>
                  </a:lnTo>
                  <a:lnTo>
                    <a:pt x="5636" y="1544"/>
                  </a:lnTo>
                  <a:lnTo>
                    <a:pt x="5797" y="1344"/>
                  </a:lnTo>
                  <a:lnTo>
                    <a:pt x="5977" y="1123"/>
                  </a:lnTo>
                  <a:lnTo>
                    <a:pt x="6158" y="923"/>
                  </a:lnTo>
                  <a:lnTo>
                    <a:pt x="6378" y="742"/>
                  </a:lnTo>
                  <a:lnTo>
                    <a:pt x="6579" y="562"/>
                  </a:lnTo>
                  <a:lnTo>
                    <a:pt x="6819" y="381"/>
                  </a:lnTo>
                  <a:lnTo>
                    <a:pt x="6819" y="381"/>
                  </a:lnTo>
                  <a:lnTo>
                    <a:pt x="663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43">
              <a:extLst>
                <a:ext uri="{FF2B5EF4-FFF2-40B4-BE49-F238E27FC236}">
                  <a16:creationId xmlns:a16="http://schemas.microsoft.com/office/drawing/2014/main" id="{61ECF55B-584D-24E2-139C-E4515E0D06DA}"/>
                </a:ext>
              </a:extLst>
            </p:cNvPr>
            <p:cNvSpPr/>
            <p:nvPr/>
          </p:nvSpPr>
          <p:spPr>
            <a:xfrm>
              <a:off x="9450425" y="5004000"/>
              <a:ext cx="359500" cy="448750"/>
            </a:xfrm>
            <a:custGeom>
              <a:avLst/>
              <a:gdLst/>
              <a:ahLst/>
              <a:cxnLst/>
              <a:rect l="l" t="t" r="r" b="b"/>
              <a:pathLst>
                <a:path w="14380" h="17950" extrusionOk="0">
                  <a:moveTo>
                    <a:pt x="6839" y="0"/>
                  </a:moveTo>
                  <a:lnTo>
                    <a:pt x="0" y="823"/>
                  </a:lnTo>
                  <a:lnTo>
                    <a:pt x="1825" y="3410"/>
                  </a:lnTo>
                  <a:lnTo>
                    <a:pt x="3730" y="6077"/>
                  </a:lnTo>
                  <a:lnTo>
                    <a:pt x="5916" y="9145"/>
                  </a:lnTo>
                  <a:lnTo>
                    <a:pt x="8162" y="12234"/>
                  </a:lnTo>
                  <a:lnTo>
                    <a:pt x="10168" y="14961"/>
                  </a:lnTo>
                  <a:lnTo>
                    <a:pt x="11010" y="16064"/>
                  </a:lnTo>
                  <a:lnTo>
                    <a:pt x="11692" y="16947"/>
                  </a:lnTo>
                  <a:lnTo>
                    <a:pt x="12173" y="17528"/>
                  </a:lnTo>
                  <a:lnTo>
                    <a:pt x="12354" y="17709"/>
                  </a:lnTo>
                  <a:lnTo>
                    <a:pt x="12454" y="17789"/>
                  </a:lnTo>
                  <a:lnTo>
                    <a:pt x="12614" y="17849"/>
                  </a:lnTo>
                  <a:lnTo>
                    <a:pt x="12775" y="17909"/>
                  </a:lnTo>
                  <a:lnTo>
                    <a:pt x="12935" y="17929"/>
                  </a:lnTo>
                  <a:lnTo>
                    <a:pt x="13076" y="17949"/>
                  </a:lnTo>
                  <a:lnTo>
                    <a:pt x="13236" y="17949"/>
                  </a:lnTo>
                  <a:lnTo>
                    <a:pt x="13397" y="17929"/>
                  </a:lnTo>
                  <a:lnTo>
                    <a:pt x="13537" y="17909"/>
                  </a:lnTo>
                  <a:lnTo>
                    <a:pt x="13677" y="17849"/>
                  </a:lnTo>
                  <a:lnTo>
                    <a:pt x="13798" y="17809"/>
                  </a:lnTo>
                  <a:lnTo>
                    <a:pt x="13918" y="17729"/>
                  </a:lnTo>
                  <a:lnTo>
                    <a:pt x="14038" y="17648"/>
                  </a:lnTo>
                  <a:lnTo>
                    <a:pt x="14139" y="17548"/>
                  </a:lnTo>
                  <a:lnTo>
                    <a:pt x="14219" y="17448"/>
                  </a:lnTo>
                  <a:lnTo>
                    <a:pt x="14279" y="17348"/>
                  </a:lnTo>
                  <a:lnTo>
                    <a:pt x="14339" y="17227"/>
                  </a:lnTo>
                  <a:lnTo>
                    <a:pt x="14379" y="17107"/>
                  </a:lnTo>
                  <a:lnTo>
                    <a:pt x="14359" y="16987"/>
                  </a:lnTo>
                  <a:lnTo>
                    <a:pt x="14319" y="16806"/>
                  </a:lnTo>
                  <a:lnTo>
                    <a:pt x="14098" y="16164"/>
                  </a:lnTo>
                  <a:lnTo>
                    <a:pt x="13737" y="15262"/>
                  </a:lnTo>
                  <a:lnTo>
                    <a:pt x="13256" y="14139"/>
                  </a:lnTo>
                  <a:lnTo>
                    <a:pt x="12053" y="11391"/>
                  </a:lnTo>
                  <a:lnTo>
                    <a:pt x="10669" y="8303"/>
                  </a:lnTo>
                  <a:lnTo>
                    <a:pt x="9265" y="5235"/>
                  </a:lnTo>
                  <a:lnTo>
                    <a:pt x="8042" y="2567"/>
                  </a:lnTo>
                  <a:lnTo>
                    <a:pt x="683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8682;p43">
              <a:extLst>
                <a:ext uri="{FF2B5EF4-FFF2-40B4-BE49-F238E27FC236}">
                  <a16:creationId xmlns:a16="http://schemas.microsoft.com/office/drawing/2014/main" id="{A1C47B10-F656-7F7D-09E5-FFA5BA6BCB68}"/>
                </a:ext>
              </a:extLst>
            </p:cNvPr>
            <p:cNvSpPr/>
            <p:nvPr/>
          </p:nvSpPr>
          <p:spPr>
            <a:xfrm>
              <a:off x="9450425" y="5004000"/>
              <a:ext cx="359500" cy="448750"/>
            </a:xfrm>
            <a:custGeom>
              <a:avLst/>
              <a:gdLst/>
              <a:ahLst/>
              <a:cxnLst/>
              <a:rect l="l" t="t" r="r" b="b"/>
              <a:pathLst>
                <a:path w="14380" h="17950" fill="none" extrusionOk="0">
                  <a:moveTo>
                    <a:pt x="6839" y="0"/>
                  </a:moveTo>
                  <a:lnTo>
                    <a:pt x="6839" y="0"/>
                  </a:lnTo>
                  <a:lnTo>
                    <a:pt x="8042" y="2567"/>
                  </a:lnTo>
                  <a:lnTo>
                    <a:pt x="9265" y="5235"/>
                  </a:lnTo>
                  <a:lnTo>
                    <a:pt x="10669" y="8303"/>
                  </a:lnTo>
                  <a:lnTo>
                    <a:pt x="12053" y="11391"/>
                  </a:lnTo>
                  <a:lnTo>
                    <a:pt x="13256" y="14139"/>
                  </a:lnTo>
                  <a:lnTo>
                    <a:pt x="13737" y="15262"/>
                  </a:lnTo>
                  <a:lnTo>
                    <a:pt x="14098" y="16164"/>
                  </a:lnTo>
                  <a:lnTo>
                    <a:pt x="14319" y="16806"/>
                  </a:lnTo>
                  <a:lnTo>
                    <a:pt x="14359" y="16987"/>
                  </a:lnTo>
                  <a:lnTo>
                    <a:pt x="14379" y="17107"/>
                  </a:lnTo>
                  <a:lnTo>
                    <a:pt x="14379" y="17107"/>
                  </a:lnTo>
                  <a:lnTo>
                    <a:pt x="14339" y="17227"/>
                  </a:lnTo>
                  <a:lnTo>
                    <a:pt x="14279" y="17348"/>
                  </a:lnTo>
                  <a:lnTo>
                    <a:pt x="14219" y="17448"/>
                  </a:lnTo>
                  <a:lnTo>
                    <a:pt x="14139" y="17548"/>
                  </a:lnTo>
                  <a:lnTo>
                    <a:pt x="14038" y="17648"/>
                  </a:lnTo>
                  <a:lnTo>
                    <a:pt x="13918" y="17729"/>
                  </a:lnTo>
                  <a:lnTo>
                    <a:pt x="13798" y="17809"/>
                  </a:lnTo>
                  <a:lnTo>
                    <a:pt x="13677" y="17849"/>
                  </a:lnTo>
                  <a:lnTo>
                    <a:pt x="13537" y="17909"/>
                  </a:lnTo>
                  <a:lnTo>
                    <a:pt x="13397" y="17929"/>
                  </a:lnTo>
                  <a:lnTo>
                    <a:pt x="13236" y="17949"/>
                  </a:lnTo>
                  <a:lnTo>
                    <a:pt x="13076" y="17949"/>
                  </a:lnTo>
                  <a:lnTo>
                    <a:pt x="12935" y="17929"/>
                  </a:lnTo>
                  <a:lnTo>
                    <a:pt x="12775" y="17909"/>
                  </a:lnTo>
                  <a:lnTo>
                    <a:pt x="12614" y="17849"/>
                  </a:lnTo>
                  <a:lnTo>
                    <a:pt x="12454" y="17789"/>
                  </a:lnTo>
                  <a:lnTo>
                    <a:pt x="12454" y="17789"/>
                  </a:lnTo>
                  <a:lnTo>
                    <a:pt x="12354" y="17709"/>
                  </a:lnTo>
                  <a:lnTo>
                    <a:pt x="12173" y="17528"/>
                  </a:lnTo>
                  <a:lnTo>
                    <a:pt x="11692" y="16947"/>
                  </a:lnTo>
                  <a:lnTo>
                    <a:pt x="11010" y="16064"/>
                  </a:lnTo>
                  <a:lnTo>
                    <a:pt x="10168" y="14961"/>
                  </a:lnTo>
                  <a:lnTo>
                    <a:pt x="8162" y="12234"/>
                  </a:lnTo>
                  <a:lnTo>
                    <a:pt x="5916" y="9145"/>
                  </a:lnTo>
                  <a:lnTo>
                    <a:pt x="3730" y="6077"/>
                  </a:lnTo>
                  <a:lnTo>
                    <a:pt x="1825" y="3410"/>
                  </a:lnTo>
                  <a:lnTo>
                    <a:pt x="0" y="823"/>
                  </a:lnTo>
                  <a:lnTo>
                    <a:pt x="683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43">
              <a:extLst>
                <a:ext uri="{FF2B5EF4-FFF2-40B4-BE49-F238E27FC236}">
                  <a16:creationId xmlns:a16="http://schemas.microsoft.com/office/drawing/2014/main" id="{7ED13B60-FF23-D942-3733-B43A21529A71}"/>
                </a:ext>
              </a:extLst>
            </p:cNvPr>
            <p:cNvSpPr/>
            <p:nvPr/>
          </p:nvSpPr>
          <p:spPr>
            <a:xfrm>
              <a:off x="9528625" y="5126325"/>
              <a:ext cx="281300" cy="326425"/>
            </a:xfrm>
            <a:custGeom>
              <a:avLst/>
              <a:gdLst/>
              <a:ahLst/>
              <a:cxnLst/>
              <a:rect l="l" t="t" r="r" b="b"/>
              <a:pathLst>
                <a:path w="11252" h="13057" extrusionOk="0">
                  <a:moveTo>
                    <a:pt x="5977" y="1"/>
                  </a:moveTo>
                  <a:lnTo>
                    <a:pt x="4433" y="121"/>
                  </a:lnTo>
                  <a:lnTo>
                    <a:pt x="2909" y="221"/>
                  </a:lnTo>
                  <a:lnTo>
                    <a:pt x="1425" y="302"/>
                  </a:lnTo>
                  <a:lnTo>
                    <a:pt x="1" y="342"/>
                  </a:lnTo>
                  <a:lnTo>
                    <a:pt x="2848" y="4353"/>
                  </a:lnTo>
                  <a:lnTo>
                    <a:pt x="4352" y="6418"/>
                  </a:lnTo>
                  <a:lnTo>
                    <a:pt x="5776" y="8363"/>
                  </a:lnTo>
                  <a:lnTo>
                    <a:pt x="7060" y="10108"/>
                  </a:lnTo>
                  <a:lnTo>
                    <a:pt x="8143" y="11512"/>
                  </a:lnTo>
                  <a:lnTo>
                    <a:pt x="8564" y="12054"/>
                  </a:lnTo>
                  <a:lnTo>
                    <a:pt x="8925" y="12475"/>
                  </a:lnTo>
                  <a:lnTo>
                    <a:pt x="9166" y="12755"/>
                  </a:lnTo>
                  <a:lnTo>
                    <a:pt x="9266" y="12856"/>
                  </a:lnTo>
                  <a:lnTo>
                    <a:pt x="9326" y="12896"/>
                  </a:lnTo>
                  <a:lnTo>
                    <a:pt x="9506" y="12976"/>
                  </a:lnTo>
                  <a:lnTo>
                    <a:pt x="9667" y="13016"/>
                  </a:lnTo>
                  <a:lnTo>
                    <a:pt x="9847" y="13056"/>
                  </a:lnTo>
                  <a:lnTo>
                    <a:pt x="10028" y="13056"/>
                  </a:lnTo>
                  <a:lnTo>
                    <a:pt x="10228" y="13036"/>
                  </a:lnTo>
                  <a:lnTo>
                    <a:pt x="10449" y="12996"/>
                  </a:lnTo>
                  <a:lnTo>
                    <a:pt x="10650" y="12916"/>
                  </a:lnTo>
                  <a:lnTo>
                    <a:pt x="10810" y="12816"/>
                  </a:lnTo>
                  <a:lnTo>
                    <a:pt x="10970" y="12695"/>
                  </a:lnTo>
                  <a:lnTo>
                    <a:pt x="11091" y="12555"/>
                  </a:lnTo>
                  <a:lnTo>
                    <a:pt x="11191" y="12394"/>
                  </a:lnTo>
                  <a:lnTo>
                    <a:pt x="11251" y="12214"/>
                  </a:lnTo>
                  <a:lnTo>
                    <a:pt x="11251" y="12194"/>
                  </a:lnTo>
                  <a:lnTo>
                    <a:pt x="11231" y="12094"/>
                  </a:lnTo>
                  <a:lnTo>
                    <a:pt x="11191" y="11973"/>
                  </a:lnTo>
                  <a:lnTo>
                    <a:pt x="11071" y="11572"/>
                  </a:lnTo>
                  <a:lnTo>
                    <a:pt x="10850" y="11011"/>
                  </a:lnTo>
                  <a:lnTo>
                    <a:pt x="10569" y="10309"/>
                  </a:lnTo>
                  <a:lnTo>
                    <a:pt x="9787" y="8464"/>
                  </a:lnTo>
                  <a:lnTo>
                    <a:pt x="8905" y="6478"/>
                  </a:lnTo>
                  <a:lnTo>
                    <a:pt x="7942" y="4312"/>
                  </a:lnTo>
                  <a:lnTo>
                    <a:pt x="597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43">
              <a:extLst>
                <a:ext uri="{FF2B5EF4-FFF2-40B4-BE49-F238E27FC236}">
                  <a16:creationId xmlns:a16="http://schemas.microsoft.com/office/drawing/2014/main" id="{12605A30-FA1A-F29F-11D5-31ECA22DFEBE}"/>
                </a:ext>
              </a:extLst>
            </p:cNvPr>
            <p:cNvSpPr/>
            <p:nvPr/>
          </p:nvSpPr>
          <p:spPr>
            <a:xfrm>
              <a:off x="9528625" y="5126325"/>
              <a:ext cx="281300" cy="326425"/>
            </a:xfrm>
            <a:custGeom>
              <a:avLst/>
              <a:gdLst/>
              <a:ahLst/>
              <a:cxnLst/>
              <a:rect l="l" t="t" r="r" b="b"/>
              <a:pathLst>
                <a:path w="11252" h="13057" fill="none" extrusionOk="0">
                  <a:moveTo>
                    <a:pt x="5977" y="1"/>
                  </a:moveTo>
                  <a:lnTo>
                    <a:pt x="5977" y="1"/>
                  </a:lnTo>
                  <a:lnTo>
                    <a:pt x="4433" y="121"/>
                  </a:lnTo>
                  <a:lnTo>
                    <a:pt x="2909" y="221"/>
                  </a:lnTo>
                  <a:lnTo>
                    <a:pt x="1425" y="302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2848" y="4353"/>
                  </a:lnTo>
                  <a:lnTo>
                    <a:pt x="4352" y="6418"/>
                  </a:lnTo>
                  <a:lnTo>
                    <a:pt x="5776" y="8363"/>
                  </a:lnTo>
                  <a:lnTo>
                    <a:pt x="7060" y="10108"/>
                  </a:lnTo>
                  <a:lnTo>
                    <a:pt x="8143" y="11512"/>
                  </a:lnTo>
                  <a:lnTo>
                    <a:pt x="8564" y="12054"/>
                  </a:lnTo>
                  <a:lnTo>
                    <a:pt x="8925" y="12475"/>
                  </a:lnTo>
                  <a:lnTo>
                    <a:pt x="9166" y="12755"/>
                  </a:lnTo>
                  <a:lnTo>
                    <a:pt x="9266" y="12856"/>
                  </a:lnTo>
                  <a:lnTo>
                    <a:pt x="9326" y="12896"/>
                  </a:lnTo>
                  <a:lnTo>
                    <a:pt x="9326" y="12896"/>
                  </a:lnTo>
                  <a:lnTo>
                    <a:pt x="9506" y="12976"/>
                  </a:lnTo>
                  <a:lnTo>
                    <a:pt x="9667" y="13016"/>
                  </a:lnTo>
                  <a:lnTo>
                    <a:pt x="9847" y="13056"/>
                  </a:lnTo>
                  <a:lnTo>
                    <a:pt x="10028" y="13056"/>
                  </a:lnTo>
                  <a:lnTo>
                    <a:pt x="10028" y="13056"/>
                  </a:lnTo>
                  <a:lnTo>
                    <a:pt x="10228" y="13036"/>
                  </a:lnTo>
                  <a:lnTo>
                    <a:pt x="10449" y="12996"/>
                  </a:lnTo>
                  <a:lnTo>
                    <a:pt x="10650" y="12916"/>
                  </a:lnTo>
                  <a:lnTo>
                    <a:pt x="10810" y="12816"/>
                  </a:lnTo>
                  <a:lnTo>
                    <a:pt x="10970" y="12695"/>
                  </a:lnTo>
                  <a:lnTo>
                    <a:pt x="11091" y="12555"/>
                  </a:lnTo>
                  <a:lnTo>
                    <a:pt x="11191" y="12394"/>
                  </a:lnTo>
                  <a:lnTo>
                    <a:pt x="11251" y="12214"/>
                  </a:lnTo>
                  <a:lnTo>
                    <a:pt x="11251" y="12214"/>
                  </a:lnTo>
                  <a:lnTo>
                    <a:pt x="11251" y="12194"/>
                  </a:lnTo>
                  <a:lnTo>
                    <a:pt x="11251" y="12194"/>
                  </a:lnTo>
                  <a:lnTo>
                    <a:pt x="11231" y="12094"/>
                  </a:lnTo>
                  <a:lnTo>
                    <a:pt x="11191" y="11973"/>
                  </a:lnTo>
                  <a:lnTo>
                    <a:pt x="11071" y="11572"/>
                  </a:lnTo>
                  <a:lnTo>
                    <a:pt x="10850" y="11011"/>
                  </a:lnTo>
                  <a:lnTo>
                    <a:pt x="10569" y="10309"/>
                  </a:lnTo>
                  <a:lnTo>
                    <a:pt x="10569" y="10309"/>
                  </a:lnTo>
                  <a:lnTo>
                    <a:pt x="10569" y="10309"/>
                  </a:lnTo>
                  <a:lnTo>
                    <a:pt x="9787" y="8464"/>
                  </a:lnTo>
                  <a:lnTo>
                    <a:pt x="9787" y="8464"/>
                  </a:lnTo>
                  <a:lnTo>
                    <a:pt x="8905" y="6478"/>
                  </a:lnTo>
                  <a:lnTo>
                    <a:pt x="7942" y="4312"/>
                  </a:lnTo>
                  <a:lnTo>
                    <a:pt x="597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8685;p43">
              <a:extLst>
                <a:ext uri="{FF2B5EF4-FFF2-40B4-BE49-F238E27FC236}">
                  <a16:creationId xmlns:a16="http://schemas.microsoft.com/office/drawing/2014/main" id="{1CEFA0C2-9A61-D24E-2220-F958011EB3A3}"/>
                </a:ext>
              </a:extLst>
            </p:cNvPr>
            <p:cNvSpPr/>
            <p:nvPr/>
          </p:nvSpPr>
          <p:spPr>
            <a:xfrm>
              <a:off x="8256675" y="3979700"/>
              <a:ext cx="1797900" cy="1156175"/>
            </a:xfrm>
            <a:custGeom>
              <a:avLst/>
              <a:gdLst/>
              <a:ahLst/>
              <a:cxnLst/>
              <a:rect l="l" t="t" r="r" b="b"/>
              <a:pathLst>
                <a:path w="71916" h="46247" extrusionOk="0">
                  <a:moveTo>
                    <a:pt x="15964" y="1"/>
                  </a:moveTo>
                  <a:lnTo>
                    <a:pt x="15783" y="41"/>
                  </a:lnTo>
                  <a:lnTo>
                    <a:pt x="15603" y="81"/>
                  </a:lnTo>
                  <a:lnTo>
                    <a:pt x="15402" y="141"/>
                  </a:lnTo>
                  <a:lnTo>
                    <a:pt x="14941" y="302"/>
                  </a:lnTo>
                  <a:lnTo>
                    <a:pt x="14460" y="542"/>
                  </a:lnTo>
                  <a:lnTo>
                    <a:pt x="13918" y="823"/>
                  </a:lnTo>
                  <a:lnTo>
                    <a:pt x="13337" y="1164"/>
                  </a:lnTo>
                  <a:lnTo>
                    <a:pt x="12715" y="1545"/>
                  </a:lnTo>
                  <a:lnTo>
                    <a:pt x="12073" y="1966"/>
                  </a:lnTo>
                  <a:lnTo>
                    <a:pt x="11411" y="2428"/>
                  </a:lnTo>
                  <a:lnTo>
                    <a:pt x="10710" y="2929"/>
                  </a:lnTo>
                  <a:lnTo>
                    <a:pt x="10008" y="3450"/>
                  </a:lnTo>
                  <a:lnTo>
                    <a:pt x="9306" y="4012"/>
                  </a:lnTo>
                  <a:lnTo>
                    <a:pt x="8584" y="4573"/>
                  </a:lnTo>
                  <a:lnTo>
                    <a:pt x="7862" y="5175"/>
                  </a:lnTo>
                  <a:lnTo>
                    <a:pt x="6438" y="6378"/>
                  </a:lnTo>
                  <a:lnTo>
                    <a:pt x="5154" y="7521"/>
                  </a:lnTo>
                  <a:lnTo>
                    <a:pt x="3971" y="8665"/>
                  </a:lnTo>
                  <a:lnTo>
                    <a:pt x="3249" y="9346"/>
                  </a:lnTo>
                  <a:lnTo>
                    <a:pt x="2608" y="10028"/>
                  </a:lnTo>
                  <a:lnTo>
                    <a:pt x="2006" y="10670"/>
                  </a:lnTo>
                  <a:lnTo>
                    <a:pt x="1484" y="11272"/>
                  </a:lnTo>
                  <a:lnTo>
                    <a:pt x="1023" y="11833"/>
                  </a:lnTo>
                  <a:lnTo>
                    <a:pt x="662" y="12335"/>
                  </a:lnTo>
                  <a:lnTo>
                    <a:pt x="522" y="12555"/>
                  </a:lnTo>
                  <a:lnTo>
                    <a:pt x="402" y="12776"/>
                  </a:lnTo>
                  <a:lnTo>
                    <a:pt x="301" y="12956"/>
                  </a:lnTo>
                  <a:lnTo>
                    <a:pt x="221" y="13137"/>
                  </a:lnTo>
                  <a:lnTo>
                    <a:pt x="141" y="13397"/>
                  </a:lnTo>
                  <a:lnTo>
                    <a:pt x="81" y="13658"/>
                  </a:lnTo>
                  <a:lnTo>
                    <a:pt x="41" y="13939"/>
                  </a:lnTo>
                  <a:lnTo>
                    <a:pt x="0" y="14200"/>
                  </a:lnTo>
                  <a:lnTo>
                    <a:pt x="0" y="14480"/>
                  </a:lnTo>
                  <a:lnTo>
                    <a:pt x="0" y="14761"/>
                  </a:lnTo>
                  <a:lnTo>
                    <a:pt x="41" y="15022"/>
                  </a:lnTo>
                  <a:lnTo>
                    <a:pt x="81" y="15303"/>
                  </a:lnTo>
                  <a:lnTo>
                    <a:pt x="121" y="15583"/>
                  </a:lnTo>
                  <a:lnTo>
                    <a:pt x="201" y="15844"/>
                  </a:lnTo>
                  <a:lnTo>
                    <a:pt x="281" y="16125"/>
                  </a:lnTo>
                  <a:lnTo>
                    <a:pt x="381" y="16386"/>
                  </a:lnTo>
                  <a:lnTo>
                    <a:pt x="482" y="16646"/>
                  </a:lnTo>
                  <a:lnTo>
                    <a:pt x="602" y="16907"/>
                  </a:lnTo>
                  <a:lnTo>
                    <a:pt x="863" y="17428"/>
                  </a:lnTo>
                  <a:lnTo>
                    <a:pt x="1184" y="17910"/>
                  </a:lnTo>
                  <a:lnTo>
                    <a:pt x="1525" y="18351"/>
                  </a:lnTo>
                  <a:lnTo>
                    <a:pt x="1886" y="18772"/>
                  </a:lnTo>
                  <a:lnTo>
                    <a:pt x="2267" y="19133"/>
                  </a:lnTo>
                  <a:lnTo>
                    <a:pt x="2688" y="19474"/>
                  </a:lnTo>
                  <a:lnTo>
                    <a:pt x="2888" y="19614"/>
                  </a:lnTo>
                  <a:lnTo>
                    <a:pt x="3109" y="19755"/>
                  </a:lnTo>
                  <a:lnTo>
                    <a:pt x="3309" y="19855"/>
                  </a:lnTo>
                  <a:lnTo>
                    <a:pt x="3530" y="19955"/>
                  </a:lnTo>
                  <a:lnTo>
                    <a:pt x="3731" y="20056"/>
                  </a:lnTo>
                  <a:lnTo>
                    <a:pt x="3951" y="20116"/>
                  </a:lnTo>
                  <a:lnTo>
                    <a:pt x="4212" y="20176"/>
                  </a:lnTo>
                  <a:lnTo>
                    <a:pt x="4493" y="20216"/>
                  </a:lnTo>
                  <a:lnTo>
                    <a:pt x="4834" y="20236"/>
                  </a:lnTo>
                  <a:lnTo>
                    <a:pt x="5195" y="20256"/>
                  </a:lnTo>
                  <a:lnTo>
                    <a:pt x="5576" y="20256"/>
                  </a:lnTo>
                  <a:lnTo>
                    <a:pt x="5997" y="20236"/>
                  </a:lnTo>
                  <a:lnTo>
                    <a:pt x="6879" y="20156"/>
                  </a:lnTo>
                  <a:lnTo>
                    <a:pt x="7822" y="20056"/>
                  </a:lnTo>
                  <a:lnTo>
                    <a:pt x="8824" y="19915"/>
                  </a:lnTo>
                  <a:lnTo>
                    <a:pt x="9807" y="19775"/>
                  </a:lnTo>
                  <a:lnTo>
                    <a:pt x="10790" y="19614"/>
                  </a:lnTo>
                  <a:lnTo>
                    <a:pt x="13497" y="19133"/>
                  </a:lnTo>
                  <a:lnTo>
                    <a:pt x="14400" y="18993"/>
                  </a:lnTo>
                  <a:lnTo>
                    <a:pt x="14680" y="18973"/>
                  </a:lnTo>
                  <a:lnTo>
                    <a:pt x="14821" y="18993"/>
                  </a:lnTo>
                  <a:lnTo>
                    <a:pt x="14841" y="19013"/>
                  </a:lnTo>
                  <a:lnTo>
                    <a:pt x="14881" y="19053"/>
                  </a:lnTo>
                  <a:lnTo>
                    <a:pt x="14941" y="19253"/>
                  </a:lnTo>
                  <a:lnTo>
                    <a:pt x="15101" y="19975"/>
                  </a:lnTo>
                  <a:lnTo>
                    <a:pt x="15322" y="21098"/>
                  </a:lnTo>
                  <a:lnTo>
                    <a:pt x="15583" y="22542"/>
                  </a:lnTo>
                  <a:lnTo>
                    <a:pt x="16245" y="26172"/>
                  </a:lnTo>
                  <a:lnTo>
                    <a:pt x="16626" y="28238"/>
                  </a:lnTo>
                  <a:lnTo>
                    <a:pt x="17067" y="30404"/>
                  </a:lnTo>
                  <a:lnTo>
                    <a:pt x="17568" y="32590"/>
                  </a:lnTo>
                  <a:lnTo>
                    <a:pt x="17829" y="33673"/>
                  </a:lnTo>
                  <a:lnTo>
                    <a:pt x="18090" y="34735"/>
                  </a:lnTo>
                  <a:lnTo>
                    <a:pt x="18370" y="35798"/>
                  </a:lnTo>
                  <a:lnTo>
                    <a:pt x="18671" y="36801"/>
                  </a:lnTo>
                  <a:lnTo>
                    <a:pt x="18972" y="37784"/>
                  </a:lnTo>
                  <a:lnTo>
                    <a:pt x="19273" y="38726"/>
                  </a:lnTo>
                  <a:lnTo>
                    <a:pt x="19594" y="39609"/>
                  </a:lnTo>
                  <a:lnTo>
                    <a:pt x="19935" y="40411"/>
                  </a:lnTo>
                  <a:lnTo>
                    <a:pt x="20276" y="41173"/>
                  </a:lnTo>
                  <a:lnTo>
                    <a:pt x="20616" y="41855"/>
                  </a:lnTo>
                  <a:lnTo>
                    <a:pt x="20797" y="42156"/>
                  </a:lnTo>
                  <a:lnTo>
                    <a:pt x="20977" y="42436"/>
                  </a:lnTo>
                  <a:lnTo>
                    <a:pt x="21158" y="42697"/>
                  </a:lnTo>
                  <a:lnTo>
                    <a:pt x="21358" y="42938"/>
                  </a:lnTo>
                  <a:lnTo>
                    <a:pt x="21539" y="43158"/>
                  </a:lnTo>
                  <a:lnTo>
                    <a:pt x="21739" y="43339"/>
                  </a:lnTo>
                  <a:lnTo>
                    <a:pt x="21920" y="43519"/>
                  </a:lnTo>
                  <a:lnTo>
                    <a:pt x="22121" y="43640"/>
                  </a:lnTo>
                  <a:lnTo>
                    <a:pt x="22562" y="43880"/>
                  </a:lnTo>
                  <a:lnTo>
                    <a:pt x="23043" y="44101"/>
                  </a:lnTo>
                  <a:lnTo>
                    <a:pt x="23585" y="44301"/>
                  </a:lnTo>
                  <a:lnTo>
                    <a:pt x="24166" y="44502"/>
                  </a:lnTo>
                  <a:lnTo>
                    <a:pt x="24808" y="44682"/>
                  </a:lnTo>
                  <a:lnTo>
                    <a:pt x="25510" y="44843"/>
                  </a:lnTo>
                  <a:lnTo>
                    <a:pt x="26232" y="45003"/>
                  </a:lnTo>
                  <a:lnTo>
                    <a:pt x="26994" y="45144"/>
                  </a:lnTo>
                  <a:lnTo>
                    <a:pt x="27776" y="45284"/>
                  </a:lnTo>
                  <a:lnTo>
                    <a:pt x="28598" y="45404"/>
                  </a:lnTo>
                  <a:lnTo>
                    <a:pt x="29460" y="45505"/>
                  </a:lnTo>
                  <a:lnTo>
                    <a:pt x="30323" y="45605"/>
                  </a:lnTo>
                  <a:lnTo>
                    <a:pt x="32108" y="45785"/>
                  </a:lnTo>
                  <a:lnTo>
                    <a:pt x="33913" y="45926"/>
                  </a:lnTo>
                  <a:lnTo>
                    <a:pt x="35717" y="46026"/>
                  </a:lnTo>
                  <a:lnTo>
                    <a:pt x="37502" y="46106"/>
                  </a:lnTo>
                  <a:lnTo>
                    <a:pt x="39227" y="46167"/>
                  </a:lnTo>
                  <a:lnTo>
                    <a:pt x="40851" y="46207"/>
                  </a:lnTo>
                  <a:lnTo>
                    <a:pt x="43719" y="46247"/>
                  </a:lnTo>
                  <a:lnTo>
                    <a:pt x="48051" y="46247"/>
                  </a:lnTo>
                  <a:lnTo>
                    <a:pt x="49455" y="46227"/>
                  </a:lnTo>
                  <a:lnTo>
                    <a:pt x="51039" y="46207"/>
                  </a:lnTo>
                  <a:lnTo>
                    <a:pt x="52724" y="46146"/>
                  </a:lnTo>
                  <a:lnTo>
                    <a:pt x="54488" y="46046"/>
                  </a:lnTo>
                  <a:lnTo>
                    <a:pt x="56313" y="45926"/>
                  </a:lnTo>
                  <a:lnTo>
                    <a:pt x="57216" y="45826"/>
                  </a:lnTo>
                  <a:lnTo>
                    <a:pt x="58138" y="45745"/>
                  </a:lnTo>
                  <a:lnTo>
                    <a:pt x="58921" y="45645"/>
                  </a:lnTo>
                  <a:lnTo>
                    <a:pt x="59703" y="45545"/>
                  </a:lnTo>
                  <a:lnTo>
                    <a:pt x="60485" y="45425"/>
                  </a:lnTo>
                  <a:lnTo>
                    <a:pt x="61247" y="45284"/>
                  </a:lnTo>
                  <a:lnTo>
                    <a:pt x="61989" y="45144"/>
                  </a:lnTo>
                  <a:lnTo>
                    <a:pt x="62711" y="44983"/>
                  </a:lnTo>
                  <a:lnTo>
                    <a:pt x="63393" y="44803"/>
                  </a:lnTo>
                  <a:lnTo>
                    <a:pt x="64075" y="44622"/>
                  </a:lnTo>
                  <a:lnTo>
                    <a:pt x="64716" y="44422"/>
                  </a:lnTo>
                  <a:lnTo>
                    <a:pt x="65338" y="44201"/>
                  </a:lnTo>
                  <a:lnTo>
                    <a:pt x="65920" y="43961"/>
                  </a:lnTo>
                  <a:lnTo>
                    <a:pt x="66461" y="43720"/>
                  </a:lnTo>
                  <a:lnTo>
                    <a:pt x="66962" y="43439"/>
                  </a:lnTo>
                  <a:lnTo>
                    <a:pt x="67424" y="43158"/>
                  </a:lnTo>
                  <a:lnTo>
                    <a:pt x="67845" y="42837"/>
                  </a:lnTo>
                  <a:lnTo>
                    <a:pt x="68025" y="42677"/>
                  </a:lnTo>
                  <a:lnTo>
                    <a:pt x="68206" y="42517"/>
                  </a:lnTo>
                  <a:lnTo>
                    <a:pt x="68386" y="42316"/>
                  </a:lnTo>
                  <a:lnTo>
                    <a:pt x="68567" y="42116"/>
                  </a:lnTo>
                  <a:lnTo>
                    <a:pt x="68747" y="41875"/>
                  </a:lnTo>
                  <a:lnTo>
                    <a:pt x="68908" y="41634"/>
                  </a:lnTo>
                  <a:lnTo>
                    <a:pt x="69249" y="41093"/>
                  </a:lnTo>
                  <a:lnTo>
                    <a:pt x="69549" y="40491"/>
                  </a:lnTo>
                  <a:lnTo>
                    <a:pt x="69850" y="39829"/>
                  </a:lnTo>
                  <a:lnTo>
                    <a:pt x="70131" y="39107"/>
                  </a:lnTo>
                  <a:lnTo>
                    <a:pt x="70392" y="38365"/>
                  </a:lnTo>
                  <a:lnTo>
                    <a:pt x="70652" y="37563"/>
                  </a:lnTo>
                  <a:lnTo>
                    <a:pt x="70873" y="36721"/>
                  </a:lnTo>
                  <a:lnTo>
                    <a:pt x="71074" y="35858"/>
                  </a:lnTo>
                  <a:lnTo>
                    <a:pt x="71254" y="34956"/>
                  </a:lnTo>
                  <a:lnTo>
                    <a:pt x="71435" y="34054"/>
                  </a:lnTo>
                  <a:lnTo>
                    <a:pt x="71575" y="33131"/>
                  </a:lnTo>
                  <a:lnTo>
                    <a:pt x="71695" y="32189"/>
                  </a:lnTo>
                  <a:lnTo>
                    <a:pt x="71775" y="31246"/>
                  </a:lnTo>
                  <a:lnTo>
                    <a:pt x="71856" y="30303"/>
                  </a:lnTo>
                  <a:lnTo>
                    <a:pt x="71896" y="29361"/>
                  </a:lnTo>
                  <a:lnTo>
                    <a:pt x="71916" y="28418"/>
                  </a:lnTo>
                  <a:lnTo>
                    <a:pt x="71916" y="27516"/>
                  </a:lnTo>
                  <a:lnTo>
                    <a:pt x="71876" y="26613"/>
                  </a:lnTo>
                  <a:lnTo>
                    <a:pt x="71816" y="25751"/>
                  </a:lnTo>
                  <a:lnTo>
                    <a:pt x="71715" y="24909"/>
                  </a:lnTo>
                  <a:lnTo>
                    <a:pt x="71595" y="24107"/>
                  </a:lnTo>
                  <a:lnTo>
                    <a:pt x="71435" y="23344"/>
                  </a:lnTo>
                  <a:lnTo>
                    <a:pt x="71254" y="22622"/>
                  </a:lnTo>
                  <a:lnTo>
                    <a:pt x="71033" y="21961"/>
                  </a:lnTo>
                  <a:lnTo>
                    <a:pt x="70913" y="21640"/>
                  </a:lnTo>
                  <a:lnTo>
                    <a:pt x="70793" y="21339"/>
                  </a:lnTo>
                  <a:lnTo>
                    <a:pt x="70652" y="21058"/>
                  </a:lnTo>
                  <a:lnTo>
                    <a:pt x="70512" y="20798"/>
                  </a:lnTo>
                  <a:lnTo>
                    <a:pt x="70352" y="20537"/>
                  </a:lnTo>
                  <a:lnTo>
                    <a:pt x="70191" y="20316"/>
                  </a:lnTo>
                  <a:lnTo>
                    <a:pt x="70011" y="20096"/>
                  </a:lnTo>
                  <a:lnTo>
                    <a:pt x="69830" y="19895"/>
                  </a:lnTo>
                  <a:lnTo>
                    <a:pt x="69650" y="19715"/>
                  </a:lnTo>
                  <a:lnTo>
                    <a:pt x="69449" y="19574"/>
                  </a:lnTo>
                  <a:lnTo>
                    <a:pt x="69229" y="19434"/>
                  </a:lnTo>
                  <a:lnTo>
                    <a:pt x="69028" y="19313"/>
                  </a:lnTo>
                  <a:lnTo>
                    <a:pt x="68587" y="19133"/>
                  </a:lnTo>
                  <a:lnTo>
                    <a:pt x="68105" y="18953"/>
                  </a:lnTo>
                  <a:lnTo>
                    <a:pt x="67584" y="18792"/>
                  </a:lnTo>
                  <a:lnTo>
                    <a:pt x="67002" y="18632"/>
                  </a:lnTo>
                  <a:lnTo>
                    <a:pt x="66381" y="18491"/>
                  </a:lnTo>
                  <a:lnTo>
                    <a:pt x="65739" y="18371"/>
                  </a:lnTo>
                  <a:lnTo>
                    <a:pt x="65057" y="18251"/>
                  </a:lnTo>
                  <a:lnTo>
                    <a:pt x="64335" y="18150"/>
                  </a:lnTo>
                  <a:lnTo>
                    <a:pt x="63573" y="18050"/>
                  </a:lnTo>
                  <a:lnTo>
                    <a:pt x="62791" y="17950"/>
                  </a:lnTo>
                  <a:lnTo>
                    <a:pt x="61127" y="17809"/>
                  </a:lnTo>
                  <a:lnTo>
                    <a:pt x="59382" y="17689"/>
                  </a:lnTo>
                  <a:lnTo>
                    <a:pt x="57577" y="17609"/>
                  </a:lnTo>
                  <a:lnTo>
                    <a:pt x="56554" y="17569"/>
                  </a:lnTo>
                  <a:lnTo>
                    <a:pt x="55511" y="17549"/>
                  </a:lnTo>
                  <a:lnTo>
                    <a:pt x="53486" y="17509"/>
                  </a:lnTo>
                  <a:lnTo>
                    <a:pt x="49375" y="17509"/>
                  </a:lnTo>
                  <a:lnTo>
                    <a:pt x="47329" y="17529"/>
                  </a:lnTo>
                  <a:lnTo>
                    <a:pt x="43418" y="17609"/>
                  </a:lnTo>
                  <a:lnTo>
                    <a:pt x="39809" y="17709"/>
                  </a:lnTo>
                  <a:lnTo>
                    <a:pt x="38124" y="17749"/>
                  </a:lnTo>
                  <a:lnTo>
                    <a:pt x="37743" y="17749"/>
                  </a:lnTo>
                  <a:lnTo>
                    <a:pt x="36480" y="17789"/>
                  </a:lnTo>
                  <a:lnTo>
                    <a:pt x="34875" y="17809"/>
                  </a:lnTo>
                  <a:lnTo>
                    <a:pt x="33592" y="17809"/>
                  </a:lnTo>
                  <a:lnTo>
                    <a:pt x="33090" y="17789"/>
                  </a:lnTo>
                  <a:lnTo>
                    <a:pt x="32689" y="17769"/>
                  </a:lnTo>
                  <a:lnTo>
                    <a:pt x="32388" y="17729"/>
                  </a:lnTo>
                  <a:lnTo>
                    <a:pt x="32188" y="17689"/>
                  </a:lnTo>
                  <a:lnTo>
                    <a:pt x="32027" y="17609"/>
                  </a:lnTo>
                  <a:lnTo>
                    <a:pt x="31847" y="17448"/>
                  </a:lnTo>
                  <a:lnTo>
                    <a:pt x="31626" y="17228"/>
                  </a:lnTo>
                  <a:lnTo>
                    <a:pt x="31366" y="16967"/>
                  </a:lnTo>
                  <a:lnTo>
                    <a:pt x="31105" y="16626"/>
                  </a:lnTo>
                  <a:lnTo>
                    <a:pt x="30804" y="16265"/>
                  </a:lnTo>
                  <a:lnTo>
                    <a:pt x="30122" y="15363"/>
                  </a:lnTo>
                  <a:lnTo>
                    <a:pt x="29380" y="14320"/>
                  </a:lnTo>
                  <a:lnTo>
                    <a:pt x="28538" y="13137"/>
                  </a:lnTo>
                  <a:lnTo>
                    <a:pt x="26693" y="10530"/>
                  </a:lnTo>
                  <a:lnTo>
                    <a:pt x="25710" y="9146"/>
                  </a:lnTo>
                  <a:lnTo>
                    <a:pt x="24688" y="7762"/>
                  </a:lnTo>
                  <a:lnTo>
                    <a:pt x="23645" y="6398"/>
                  </a:lnTo>
                  <a:lnTo>
                    <a:pt x="22602" y="5095"/>
                  </a:lnTo>
                  <a:lnTo>
                    <a:pt x="22080" y="4473"/>
                  </a:lnTo>
                  <a:lnTo>
                    <a:pt x="21559" y="3871"/>
                  </a:lnTo>
                  <a:lnTo>
                    <a:pt x="21038" y="3310"/>
                  </a:lnTo>
                  <a:lnTo>
                    <a:pt x="20536" y="2768"/>
                  </a:lnTo>
                  <a:lnTo>
                    <a:pt x="20015" y="2267"/>
                  </a:lnTo>
                  <a:lnTo>
                    <a:pt x="19534" y="1806"/>
                  </a:lnTo>
                  <a:lnTo>
                    <a:pt x="19032" y="1385"/>
                  </a:lnTo>
                  <a:lnTo>
                    <a:pt x="18551" y="1024"/>
                  </a:lnTo>
                  <a:lnTo>
                    <a:pt x="18250" y="803"/>
                  </a:lnTo>
                  <a:lnTo>
                    <a:pt x="17969" y="623"/>
                  </a:lnTo>
                  <a:lnTo>
                    <a:pt x="17688" y="462"/>
                  </a:lnTo>
                  <a:lnTo>
                    <a:pt x="17408" y="322"/>
                  </a:lnTo>
                  <a:lnTo>
                    <a:pt x="17127" y="202"/>
                  </a:lnTo>
                  <a:lnTo>
                    <a:pt x="16866" y="121"/>
                  </a:lnTo>
                  <a:lnTo>
                    <a:pt x="16606" y="41"/>
                  </a:lnTo>
                  <a:lnTo>
                    <a:pt x="1634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8686;p43">
              <a:extLst>
                <a:ext uri="{FF2B5EF4-FFF2-40B4-BE49-F238E27FC236}">
                  <a16:creationId xmlns:a16="http://schemas.microsoft.com/office/drawing/2014/main" id="{85408221-B1D0-E5C0-2B4A-F0D0D5F1D124}"/>
                </a:ext>
              </a:extLst>
            </p:cNvPr>
            <p:cNvSpPr/>
            <p:nvPr/>
          </p:nvSpPr>
          <p:spPr>
            <a:xfrm>
              <a:off x="8256675" y="3979700"/>
              <a:ext cx="1797900" cy="1156175"/>
            </a:xfrm>
            <a:custGeom>
              <a:avLst/>
              <a:gdLst/>
              <a:ahLst/>
              <a:cxnLst/>
              <a:rect l="l" t="t" r="r" b="b"/>
              <a:pathLst>
                <a:path w="71916" h="46247" fill="none" extrusionOk="0">
                  <a:moveTo>
                    <a:pt x="68206" y="42517"/>
                  </a:moveTo>
                  <a:lnTo>
                    <a:pt x="68206" y="42517"/>
                  </a:lnTo>
                  <a:lnTo>
                    <a:pt x="68025" y="42677"/>
                  </a:lnTo>
                  <a:lnTo>
                    <a:pt x="67845" y="42837"/>
                  </a:lnTo>
                  <a:lnTo>
                    <a:pt x="67424" y="43158"/>
                  </a:lnTo>
                  <a:lnTo>
                    <a:pt x="66962" y="43439"/>
                  </a:lnTo>
                  <a:lnTo>
                    <a:pt x="66461" y="43720"/>
                  </a:lnTo>
                  <a:lnTo>
                    <a:pt x="65920" y="43961"/>
                  </a:lnTo>
                  <a:lnTo>
                    <a:pt x="65338" y="44201"/>
                  </a:lnTo>
                  <a:lnTo>
                    <a:pt x="64716" y="44422"/>
                  </a:lnTo>
                  <a:lnTo>
                    <a:pt x="64075" y="44622"/>
                  </a:lnTo>
                  <a:lnTo>
                    <a:pt x="63393" y="44803"/>
                  </a:lnTo>
                  <a:lnTo>
                    <a:pt x="62711" y="44983"/>
                  </a:lnTo>
                  <a:lnTo>
                    <a:pt x="61989" y="45144"/>
                  </a:lnTo>
                  <a:lnTo>
                    <a:pt x="61247" y="45284"/>
                  </a:lnTo>
                  <a:lnTo>
                    <a:pt x="60485" y="45425"/>
                  </a:lnTo>
                  <a:lnTo>
                    <a:pt x="59703" y="45545"/>
                  </a:lnTo>
                  <a:lnTo>
                    <a:pt x="58921" y="45645"/>
                  </a:lnTo>
                  <a:lnTo>
                    <a:pt x="58138" y="45745"/>
                  </a:lnTo>
                  <a:lnTo>
                    <a:pt x="58138" y="45745"/>
                  </a:lnTo>
                  <a:lnTo>
                    <a:pt x="57216" y="45826"/>
                  </a:lnTo>
                  <a:lnTo>
                    <a:pt x="56313" y="45926"/>
                  </a:lnTo>
                  <a:lnTo>
                    <a:pt x="54488" y="46046"/>
                  </a:lnTo>
                  <a:lnTo>
                    <a:pt x="52724" y="46146"/>
                  </a:lnTo>
                  <a:lnTo>
                    <a:pt x="51039" y="46207"/>
                  </a:lnTo>
                  <a:lnTo>
                    <a:pt x="49455" y="46227"/>
                  </a:lnTo>
                  <a:lnTo>
                    <a:pt x="48051" y="46247"/>
                  </a:lnTo>
                  <a:lnTo>
                    <a:pt x="45825" y="46247"/>
                  </a:lnTo>
                  <a:lnTo>
                    <a:pt x="45825" y="46247"/>
                  </a:lnTo>
                  <a:lnTo>
                    <a:pt x="43719" y="46247"/>
                  </a:lnTo>
                  <a:lnTo>
                    <a:pt x="40851" y="46207"/>
                  </a:lnTo>
                  <a:lnTo>
                    <a:pt x="39227" y="46167"/>
                  </a:lnTo>
                  <a:lnTo>
                    <a:pt x="37502" y="46106"/>
                  </a:lnTo>
                  <a:lnTo>
                    <a:pt x="35717" y="46026"/>
                  </a:lnTo>
                  <a:lnTo>
                    <a:pt x="33913" y="45926"/>
                  </a:lnTo>
                  <a:lnTo>
                    <a:pt x="32108" y="45785"/>
                  </a:lnTo>
                  <a:lnTo>
                    <a:pt x="30323" y="45605"/>
                  </a:lnTo>
                  <a:lnTo>
                    <a:pt x="29460" y="45505"/>
                  </a:lnTo>
                  <a:lnTo>
                    <a:pt x="28598" y="45404"/>
                  </a:lnTo>
                  <a:lnTo>
                    <a:pt x="27776" y="45284"/>
                  </a:lnTo>
                  <a:lnTo>
                    <a:pt x="26994" y="45144"/>
                  </a:lnTo>
                  <a:lnTo>
                    <a:pt x="26232" y="45003"/>
                  </a:lnTo>
                  <a:lnTo>
                    <a:pt x="25510" y="44843"/>
                  </a:lnTo>
                  <a:lnTo>
                    <a:pt x="24808" y="44682"/>
                  </a:lnTo>
                  <a:lnTo>
                    <a:pt x="24166" y="44502"/>
                  </a:lnTo>
                  <a:lnTo>
                    <a:pt x="23585" y="44301"/>
                  </a:lnTo>
                  <a:lnTo>
                    <a:pt x="23043" y="44101"/>
                  </a:lnTo>
                  <a:lnTo>
                    <a:pt x="22562" y="43880"/>
                  </a:lnTo>
                  <a:lnTo>
                    <a:pt x="22121" y="43640"/>
                  </a:lnTo>
                  <a:lnTo>
                    <a:pt x="22121" y="43640"/>
                  </a:lnTo>
                  <a:lnTo>
                    <a:pt x="21920" y="43519"/>
                  </a:lnTo>
                  <a:lnTo>
                    <a:pt x="21739" y="43339"/>
                  </a:lnTo>
                  <a:lnTo>
                    <a:pt x="21539" y="43158"/>
                  </a:lnTo>
                  <a:lnTo>
                    <a:pt x="21358" y="42938"/>
                  </a:lnTo>
                  <a:lnTo>
                    <a:pt x="21158" y="42697"/>
                  </a:lnTo>
                  <a:lnTo>
                    <a:pt x="20977" y="42436"/>
                  </a:lnTo>
                  <a:lnTo>
                    <a:pt x="20797" y="42156"/>
                  </a:lnTo>
                  <a:lnTo>
                    <a:pt x="20616" y="41855"/>
                  </a:lnTo>
                  <a:lnTo>
                    <a:pt x="20276" y="41173"/>
                  </a:lnTo>
                  <a:lnTo>
                    <a:pt x="19935" y="40411"/>
                  </a:lnTo>
                  <a:lnTo>
                    <a:pt x="19594" y="39609"/>
                  </a:lnTo>
                  <a:lnTo>
                    <a:pt x="19273" y="38726"/>
                  </a:lnTo>
                  <a:lnTo>
                    <a:pt x="18972" y="37784"/>
                  </a:lnTo>
                  <a:lnTo>
                    <a:pt x="18671" y="36801"/>
                  </a:lnTo>
                  <a:lnTo>
                    <a:pt x="18370" y="35798"/>
                  </a:lnTo>
                  <a:lnTo>
                    <a:pt x="18090" y="34735"/>
                  </a:lnTo>
                  <a:lnTo>
                    <a:pt x="17829" y="33673"/>
                  </a:lnTo>
                  <a:lnTo>
                    <a:pt x="17568" y="32590"/>
                  </a:lnTo>
                  <a:lnTo>
                    <a:pt x="17067" y="30404"/>
                  </a:lnTo>
                  <a:lnTo>
                    <a:pt x="16626" y="28238"/>
                  </a:lnTo>
                  <a:lnTo>
                    <a:pt x="16245" y="26172"/>
                  </a:lnTo>
                  <a:lnTo>
                    <a:pt x="15583" y="22542"/>
                  </a:lnTo>
                  <a:lnTo>
                    <a:pt x="15322" y="21098"/>
                  </a:lnTo>
                  <a:lnTo>
                    <a:pt x="15101" y="19975"/>
                  </a:lnTo>
                  <a:lnTo>
                    <a:pt x="14941" y="19253"/>
                  </a:lnTo>
                  <a:lnTo>
                    <a:pt x="14881" y="19053"/>
                  </a:lnTo>
                  <a:lnTo>
                    <a:pt x="14841" y="19013"/>
                  </a:lnTo>
                  <a:lnTo>
                    <a:pt x="14821" y="18993"/>
                  </a:lnTo>
                  <a:lnTo>
                    <a:pt x="14821" y="18993"/>
                  </a:lnTo>
                  <a:lnTo>
                    <a:pt x="14680" y="18973"/>
                  </a:lnTo>
                  <a:lnTo>
                    <a:pt x="14400" y="18993"/>
                  </a:lnTo>
                  <a:lnTo>
                    <a:pt x="13497" y="19133"/>
                  </a:lnTo>
                  <a:lnTo>
                    <a:pt x="10790" y="19614"/>
                  </a:lnTo>
                  <a:lnTo>
                    <a:pt x="10790" y="19614"/>
                  </a:lnTo>
                  <a:lnTo>
                    <a:pt x="9807" y="19775"/>
                  </a:lnTo>
                  <a:lnTo>
                    <a:pt x="8824" y="19915"/>
                  </a:lnTo>
                  <a:lnTo>
                    <a:pt x="7822" y="20056"/>
                  </a:lnTo>
                  <a:lnTo>
                    <a:pt x="6879" y="20156"/>
                  </a:lnTo>
                  <a:lnTo>
                    <a:pt x="5997" y="20236"/>
                  </a:lnTo>
                  <a:lnTo>
                    <a:pt x="5576" y="20256"/>
                  </a:lnTo>
                  <a:lnTo>
                    <a:pt x="5195" y="20256"/>
                  </a:lnTo>
                  <a:lnTo>
                    <a:pt x="4834" y="20236"/>
                  </a:lnTo>
                  <a:lnTo>
                    <a:pt x="4493" y="20216"/>
                  </a:lnTo>
                  <a:lnTo>
                    <a:pt x="4212" y="20176"/>
                  </a:lnTo>
                  <a:lnTo>
                    <a:pt x="3951" y="20116"/>
                  </a:lnTo>
                  <a:lnTo>
                    <a:pt x="3951" y="20116"/>
                  </a:lnTo>
                  <a:lnTo>
                    <a:pt x="3731" y="20056"/>
                  </a:lnTo>
                  <a:lnTo>
                    <a:pt x="3530" y="19955"/>
                  </a:lnTo>
                  <a:lnTo>
                    <a:pt x="3309" y="19855"/>
                  </a:lnTo>
                  <a:lnTo>
                    <a:pt x="3109" y="19755"/>
                  </a:lnTo>
                  <a:lnTo>
                    <a:pt x="2888" y="19614"/>
                  </a:lnTo>
                  <a:lnTo>
                    <a:pt x="2688" y="19474"/>
                  </a:lnTo>
                  <a:lnTo>
                    <a:pt x="2267" y="19133"/>
                  </a:lnTo>
                  <a:lnTo>
                    <a:pt x="1886" y="18772"/>
                  </a:lnTo>
                  <a:lnTo>
                    <a:pt x="1525" y="18351"/>
                  </a:lnTo>
                  <a:lnTo>
                    <a:pt x="1184" y="17910"/>
                  </a:lnTo>
                  <a:lnTo>
                    <a:pt x="863" y="17428"/>
                  </a:lnTo>
                  <a:lnTo>
                    <a:pt x="602" y="16907"/>
                  </a:lnTo>
                  <a:lnTo>
                    <a:pt x="482" y="16646"/>
                  </a:lnTo>
                  <a:lnTo>
                    <a:pt x="381" y="16386"/>
                  </a:lnTo>
                  <a:lnTo>
                    <a:pt x="281" y="16125"/>
                  </a:lnTo>
                  <a:lnTo>
                    <a:pt x="201" y="15844"/>
                  </a:lnTo>
                  <a:lnTo>
                    <a:pt x="121" y="15583"/>
                  </a:lnTo>
                  <a:lnTo>
                    <a:pt x="81" y="15303"/>
                  </a:lnTo>
                  <a:lnTo>
                    <a:pt x="41" y="15022"/>
                  </a:lnTo>
                  <a:lnTo>
                    <a:pt x="0" y="14761"/>
                  </a:lnTo>
                  <a:lnTo>
                    <a:pt x="0" y="14480"/>
                  </a:lnTo>
                  <a:lnTo>
                    <a:pt x="0" y="14200"/>
                  </a:lnTo>
                  <a:lnTo>
                    <a:pt x="41" y="13939"/>
                  </a:lnTo>
                  <a:lnTo>
                    <a:pt x="81" y="13658"/>
                  </a:lnTo>
                  <a:lnTo>
                    <a:pt x="141" y="13397"/>
                  </a:lnTo>
                  <a:lnTo>
                    <a:pt x="221" y="13137"/>
                  </a:lnTo>
                  <a:lnTo>
                    <a:pt x="221" y="13137"/>
                  </a:lnTo>
                  <a:lnTo>
                    <a:pt x="301" y="12956"/>
                  </a:lnTo>
                  <a:lnTo>
                    <a:pt x="402" y="12776"/>
                  </a:lnTo>
                  <a:lnTo>
                    <a:pt x="522" y="12555"/>
                  </a:lnTo>
                  <a:lnTo>
                    <a:pt x="662" y="12335"/>
                  </a:lnTo>
                  <a:lnTo>
                    <a:pt x="1023" y="11833"/>
                  </a:lnTo>
                  <a:lnTo>
                    <a:pt x="1484" y="11272"/>
                  </a:lnTo>
                  <a:lnTo>
                    <a:pt x="2006" y="10670"/>
                  </a:lnTo>
                  <a:lnTo>
                    <a:pt x="2608" y="10028"/>
                  </a:lnTo>
                  <a:lnTo>
                    <a:pt x="3249" y="9346"/>
                  </a:lnTo>
                  <a:lnTo>
                    <a:pt x="3971" y="8665"/>
                  </a:lnTo>
                  <a:lnTo>
                    <a:pt x="3971" y="8665"/>
                  </a:lnTo>
                  <a:lnTo>
                    <a:pt x="5154" y="7521"/>
                  </a:lnTo>
                  <a:lnTo>
                    <a:pt x="6438" y="6378"/>
                  </a:lnTo>
                  <a:lnTo>
                    <a:pt x="6438" y="6378"/>
                  </a:lnTo>
                  <a:lnTo>
                    <a:pt x="7862" y="5175"/>
                  </a:lnTo>
                  <a:lnTo>
                    <a:pt x="8584" y="4573"/>
                  </a:lnTo>
                  <a:lnTo>
                    <a:pt x="9306" y="4012"/>
                  </a:lnTo>
                  <a:lnTo>
                    <a:pt x="10008" y="3450"/>
                  </a:lnTo>
                  <a:lnTo>
                    <a:pt x="10710" y="2929"/>
                  </a:lnTo>
                  <a:lnTo>
                    <a:pt x="11411" y="2428"/>
                  </a:lnTo>
                  <a:lnTo>
                    <a:pt x="12073" y="1966"/>
                  </a:lnTo>
                  <a:lnTo>
                    <a:pt x="12715" y="1545"/>
                  </a:lnTo>
                  <a:lnTo>
                    <a:pt x="13337" y="1164"/>
                  </a:lnTo>
                  <a:lnTo>
                    <a:pt x="13918" y="823"/>
                  </a:lnTo>
                  <a:lnTo>
                    <a:pt x="14460" y="542"/>
                  </a:lnTo>
                  <a:lnTo>
                    <a:pt x="14941" y="302"/>
                  </a:lnTo>
                  <a:lnTo>
                    <a:pt x="15402" y="141"/>
                  </a:lnTo>
                  <a:lnTo>
                    <a:pt x="15603" y="81"/>
                  </a:lnTo>
                  <a:lnTo>
                    <a:pt x="15783" y="41"/>
                  </a:lnTo>
                  <a:lnTo>
                    <a:pt x="15964" y="1"/>
                  </a:lnTo>
                  <a:lnTo>
                    <a:pt x="16124" y="1"/>
                  </a:lnTo>
                  <a:lnTo>
                    <a:pt x="16124" y="1"/>
                  </a:lnTo>
                  <a:lnTo>
                    <a:pt x="16345" y="1"/>
                  </a:lnTo>
                  <a:lnTo>
                    <a:pt x="16345" y="1"/>
                  </a:lnTo>
                  <a:lnTo>
                    <a:pt x="16606" y="41"/>
                  </a:lnTo>
                  <a:lnTo>
                    <a:pt x="16866" y="121"/>
                  </a:lnTo>
                  <a:lnTo>
                    <a:pt x="17127" y="202"/>
                  </a:lnTo>
                  <a:lnTo>
                    <a:pt x="17408" y="322"/>
                  </a:lnTo>
                  <a:lnTo>
                    <a:pt x="17688" y="462"/>
                  </a:lnTo>
                  <a:lnTo>
                    <a:pt x="17969" y="623"/>
                  </a:lnTo>
                  <a:lnTo>
                    <a:pt x="18250" y="803"/>
                  </a:lnTo>
                  <a:lnTo>
                    <a:pt x="18551" y="1024"/>
                  </a:lnTo>
                  <a:lnTo>
                    <a:pt x="18551" y="1024"/>
                  </a:lnTo>
                  <a:lnTo>
                    <a:pt x="19032" y="1385"/>
                  </a:lnTo>
                  <a:lnTo>
                    <a:pt x="19534" y="1806"/>
                  </a:lnTo>
                  <a:lnTo>
                    <a:pt x="20015" y="2267"/>
                  </a:lnTo>
                  <a:lnTo>
                    <a:pt x="20536" y="2768"/>
                  </a:lnTo>
                  <a:lnTo>
                    <a:pt x="21038" y="3310"/>
                  </a:lnTo>
                  <a:lnTo>
                    <a:pt x="21559" y="3871"/>
                  </a:lnTo>
                  <a:lnTo>
                    <a:pt x="22080" y="4473"/>
                  </a:lnTo>
                  <a:lnTo>
                    <a:pt x="22602" y="5095"/>
                  </a:lnTo>
                  <a:lnTo>
                    <a:pt x="23645" y="6398"/>
                  </a:lnTo>
                  <a:lnTo>
                    <a:pt x="24688" y="7762"/>
                  </a:lnTo>
                  <a:lnTo>
                    <a:pt x="25710" y="9146"/>
                  </a:lnTo>
                  <a:lnTo>
                    <a:pt x="26693" y="10530"/>
                  </a:lnTo>
                  <a:lnTo>
                    <a:pt x="28538" y="13137"/>
                  </a:lnTo>
                  <a:lnTo>
                    <a:pt x="29380" y="14320"/>
                  </a:lnTo>
                  <a:lnTo>
                    <a:pt x="30122" y="15363"/>
                  </a:lnTo>
                  <a:lnTo>
                    <a:pt x="30804" y="16265"/>
                  </a:lnTo>
                  <a:lnTo>
                    <a:pt x="31105" y="16626"/>
                  </a:lnTo>
                  <a:lnTo>
                    <a:pt x="31366" y="16967"/>
                  </a:lnTo>
                  <a:lnTo>
                    <a:pt x="31626" y="17228"/>
                  </a:lnTo>
                  <a:lnTo>
                    <a:pt x="31847" y="17448"/>
                  </a:lnTo>
                  <a:lnTo>
                    <a:pt x="32027" y="17609"/>
                  </a:lnTo>
                  <a:lnTo>
                    <a:pt x="32188" y="17689"/>
                  </a:lnTo>
                  <a:lnTo>
                    <a:pt x="32188" y="17689"/>
                  </a:lnTo>
                  <a:lnTo>
                    <a:pt x="32388" y="17729"/>
                  </a:lnTo>
                  <a:lnTo>
                    <a:pt x="32689" y="17769"/>
                  </a:lnTo>
                  <a:lnTo>
                    <a:pt x="33090" y="17789"/>
                  </a:lnTo>
                  <a:lnTo>
                    <a:pt x="33592" y="17809"/>
                  </a:lnTo>
                  <a:lnTo>
                    <a:pt x="34875" y="17809"/>
                  </a:lnTo>
                  <a:lnTo>
                    <a:pt x="36480" y="17789"/>
                  </a:lnTo>
                  <a:lnTo>
                    <a:pt x="36480" y="17789"/>
                  </a:lnTo>
                  <a:lnTo>
                    <a:pt x="37743" y="17749"/>
                  </a:lnTo>
                  <a:lnTo>
                    <a:pt x="37743" y="17749"/>
                  </a:lnTo>
                  <a:lnTo>
                    <a:pt x="38124" y="17749"/>
                  </a:lnTo>
                  <a:lnTo>
                    <a:pt x="38124" y="17749"/>
                  </a:lnTo>
                  <a:lnTo>
                    <a:pt x="39809" y="17709"/>
                  </a:lnTo>
                  <a:lnTo>
                    <a:pt x="39809" y="17709"/>
                  </a:lnTo>
                  <a:lnTo>
                    <a:pt x="43418" y="17609"/>
                  </a:lnTo>
                  <a:lnTo>
                    <a:pt x="47329" y="17529"/>
                  </a:lnTo>
                  <a:lnTo>
                    <a:pt x="49375" y="17509"/>
                  </a:lnTo>
                  <a:lnTo>
                    <a:pt x="51420" y="17509"/>
                  </a:lnTo>
                  <a:lnTo>
                    <a:pt x="53486" y="17509"/>
                  </a:lnTo>
                  <a:lnTo>
                    <a:pt x="55511" y="17549"/>
                  </a:lnTo>
                  <a:lnTo>
                    <a:pt x="55511" y="17549"/>
                  </a:lnTo>
                  <a:lnTo>
                    <a:pt x="56554" y="17569"/>
                  </a:lnTo>
                  <a:lnTo>
                    <a:pt x="57577" y="17609"/>
                  </a:lnTo>
                  <a:lnTo>
                    <a:pt x="57577" y="17609"/>
                  </a:lnTo>
                  <a:lnTo>
                    <a:pt x="59382" y="17689"/>
                  </a:lnTo>
                  <a:lnTo>
                    <a:pt x="61127" y="17809"/>
                  </a:lnTo>
                  <a:lnTo>
                    <a:pt x="62791" y="17950"/>
                  </a:lnTo>
                  <a:lnTo>
                    <a:pt x="63573" y="18050"/>
                  </a:lnTo>
                  <a:lnTo>
                    <a:pt x="64335" y="18150"/>
                  </a:lnTo>
                  <a:lnTo>
                    <a:pt x="65057" y="18251"/>
                  </a:lnTo>
                  <a:lnTo>
                    <a:pt x="65739" y="18371"/>
                  </a:lnTo>
                  <a:lnTo>
                    <a:pt x="66381" y="18491"/>
                  </a:lnTo>
                  <a:lnTo>
                    <a:pt x="67002" y="18632"/>
                  </a:lnTo>
                  <a:lnTo>
                    <a:pt x="67584" y="18792"/>
                  </a:lnTo>
                  <a:lnTo>
                    <a:pt x="68105" y="18953"/>
                  </a:lnTo>
                  <a:lnTo>
                    <a:pt x="68587" y="19133"/>
                  </a:lnTo>
                  <a:lnTo>
                    <a:pt x="69028" y="19313"/>
                  </a:lnTo>
                  <a:lnTo>
                    <a:pt x="69028" y="19313"/>
                  </a:lnTo>
                  <a:lnTo>
                    <a:pt x="69229" y="19434"/>
                  </a:lnTo>
                  <a:lnTo>
                    <a:pt x="69449" y="19574"/>
                  </a:lnTo>
                  <a:lnTo>
                    <a:pt x="69650" y="19715"/>
                  </a:lnTo>
                  <a:lnTo>
                    <a:pt x="69830" y="19895"/>
                  </a:lnTo>
                  <a:lnTo>
                    <a:pt x="70011" y="20096"/>
                  </a:lnTo>
                  <a:lnTo>
                    <a:pt x="70191" y="20316"/>
                  </a:lnTo>
                  <a:lnTo>
                    <a:pt x="70352" y="20537"/>
                  </a:lnTo>
                  <a:lnTo>
                    <a:pt x="70512" y="20798"/>
                  </a:lnTo>
                  <a:lnTo>
                    <a:pt x="70652" y="21058"/>
                  </a:lnTo>
                  <a:lnTo>
                    <a:pt x="70793" y="21339"/>
                  </a:lnTo>
                  <a:lnTo>
                    <a:pt x="70913" y="21640"/>
                  </a:lnTo>
                  <a:lnTo>
                    <a:pt x="71033" y="21961"/>
                  </a:lnTo>
                  <a:lnTo>
                    <a:pt x="71254" y="22622"/>
                  </a:lnTo>
                  <a:lnTo>
                    <a:pt x="71435" y="23344"/>
                  </a:lnTo>
                  <a:lnTo>
                    <a:pt x="71595" y="24107"/>
                  </a:lnTo>
                  <a:lnTo>
                    <a:pt x="71715" y="24909"/>
                  </a:lnTo>
                  <a:lnTo>
                    <a:pt x="71816" y="25751"/>
                  </a:lnTo>
                  <a:lnTo>
                    <a:pt x="71876" y="26613"/>
                  </a:lnTo>
                  <a:lnTo>
                    <a:pt x="71916" y="27516"/>
                  </a:lnTo>
                  <a:lnTo>
                    <a:pt x="71916" y="28418"/>
                  </a:lnTo>
                  <a:lnTo>
                    <a:pt x="71896" y="29361"/>
                  </a:lnTo>
                  <a:lnTo>
                    <a:pt x="71856" y="30303"/>
                  </a:lnTo>
                  <a:lnTo>
                    <a:pt x="71775" y="31246"/>
                  </a:lnTo>
                  <a:lnTo>
                    <a:pt x="71695" y="32189"/>
                  </a:lnTo>
                  <a:lnTo>
                    <a:pt x="71575" y="33131"/>
                  </a:lnTo>
                  <a:lnTo>
                    <a:pt x="71435" y="34054"/>
                  </a:lnTo>
                  <a:lnTo>
                    <a:pt x="71254" y="34956"/>
                  </a:lnTo>
                  <a:lnTo>
                    <a:pt x="71074" y="35858"/>
                  </a:lnTo>
                  <a:lnTo>
                    <a:pt x="70873" y="36721"/>
                  </a:lnTo>
                  <a:lnTo>
                    <a:pt x="70652" y="37563"/>
                  </a:lnTo>
                  <a:lnTo>
                    <a:pt x="70392" y="38365"/>
                  </a:lnTo>
                  <a:lnTo>
                    <a:pt x="70131" y="39107"/>
                  </a:lnTo>
                  <a:lnTo>
                    <a:pt x="69850" y="39829"/>
                  </a:lnTo>
                  <a:lnTo>
                    <a:pt x="69549" y="40491"/>
                  </a:lnTo>
                  <a:lnTo>
                    <a:pt x="69249" y="41093"/>
                  </a:lnTo>
                  <a:lnTo>
                    <a:pt x="68908" y="41634"/>
                  </a:lnTo>
                  <a:lnTo>
                    <a:pt x="68747" y="41875"/>
                  </a:lnTo>
                  <a:lnTo>
                    <a:pt x="68567" y="42116"/>
                  </a:lnTo>
                  <a:lnTo>
                    <a:pt x="68386" y="42316"/>
                  </a:lnTo>
                  <a:lnTo>
                    <a:pt x="68206" y="4251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43">
              <a:extLst>
                <a:ext uri="{FF2B5EF4-FFF2-40B4-BE49-F238E27FC236}">
                  <a16:creationId xmlns:a16="http://schemas.microsoft.com/office/drawing/2014/main" id="{CDB5F00C-1A4B-308C-67D2-DBDA784FA14F}"/>
                </a:ext>
              </a:extLst>
            </p:cNvPr>
            <p:cNvSpPr/>
            <p:nvPr/>
          </p:nvSpPr>
          <p:spPr>
            <a:xfrm>
              <a:off x="8256675" y="3979700"/>
              <a:ext cx="1453475" cy="1156175"/>
            </a:xfrm>
            <a:custGeom>
              <a:avLst/>
              <a:gdLst/>
              <a:ahLst/>
              <a:cxnLst/>
              <a:rect l="l" t="t" r="r" b="b"/>
              <a:pathLst>
                <a:path w="58139" h="46247" extrusionOk="0">
                  <a:moveTo>
                    <a:pt x="16064" y="1"/>
                  </a:moveTo>
                  <a:lnTo>
                    <a:pt x="15864" y="21"/>
                  </a:lnTo>
                  <a:lnTo>
                    <a:pt x="15623" y="61"/>
                  </a:lnTo>
                  <a:lnTo>
                    <a:pt x="15362" y="141"/>
                  </a:lnTo>
                  <a:lnTo>
                    <a:pt x="15101" y="242"/>
                  </a:lnTo>
                  <a:lnTo>
                    <a:pt x="14620" y="442"/>
                  </a:lnTo>
                  <a:lnTo>
                    <a:pt x="14099" y="723"/>
                  </a:lnTo>
                  <a:lnTo>
                    <a:pt x="13858" y="964"/>
                  </a:lnTo>
                  <a:lnTo>
                    <a:pt x="13637" y="1224"/>
                  </a:lnTo>
                  <a:lnTo>
                    <a:pt x="13437" y="1485"/>
                  </a:lnTo>
                  <a:lnTo>
                    <a:pt x="13256" y="1726"/>
                  </a:lnTo>
                  <a:lnTo>
                    <a:pt x="12936" y="2227"/>
                  </a:lnTo>
                  <a:lnTo>
                    <a:pt x="12655" y="2708"/>
                  </a:lnTo>
                  <a:lnTo>
                    <a:pt x="13457" y="2067"/>
                  </a:lnTo>
                  <a:lnTo>
                    <a:pt x="14279" y="1465"/>
                  </a:lnTo>
                  <a:lnTo>
                    <a:pt x="15142" y="903"/>
                  </a:lnTo>
                  <a:lnTo>
                    <a:pt x="16004" y="382"/>
                  </a:lnTo>
                  <a:lnTo>
                    <a:pt x="16104" y="422"/>
                  </a:lnTo>
                  <a:lnTo>
                    <a:pt x="16204" y="442"/>
                  </a:lnTo>
                  <a:lnTo>
                    <a:pt x="16285" y="442"/>
                  </a:lnTo>
                  <a:lnTo>
                    <a:pt x="16365" y="402"/>
                  </a:lnTo>
                  <a:lnTo>
                    <a:pt x="16405" y="342"/>
                  </a:lnTo>
                  <a:lnTo>
                    <a:pt x="16445" y="262"/>
                  </a:lnTo>
                  <a:lnTo>
                    <a:pt x="16465" y="202"/>
                  </a:lnTo>
                  <a:lnTo>
                    <a:pt x="16465" y="121"/>
                  </a:lnTo>
                  <a:lnTo>
                    <a:pt x="16425" y="61"/>
                  </a:lnTo>
                  <a:lnTo>
                    <a:pt x="16345" y="1"/>
                  </a:lnTo>
                  <a:close/>
                  <a:moveTo>
                    <a:pt x="7601" y="8885"/>
                  </a:moveTo>
                  <a:lnTo>
                    <a:pt x="7421" y="8985"/>
                  </a:lnTo>
                  <a:lnTo>
                    <a:pt x="7140" y="9126"/>
                  </a:lnTo>
                  <a:lnTo>
                    <a:pt x="6859" y="9246"/>
                  </a:lnTo>
                  <a:lnTo>
                    <a:pt x="6298" y="9447"/>
                  </a:lnTo>
                  <a:lnTo>
                    <a:pt x="5736" y="9607"/>
                  </a:lnTo>
                  <a:lnTo>
                    <a:pt x="5174" y="9707"/>
                  </a:lnTo>
                  <a:lnTo>
                    <a:pt x="6578" y="11412"/>
                  </a:lnTo>
                  <a:lnTo>
                    <a:pt x="6699" y="10991"/>
                  </a:lnTo>
                  <a:lnTo>
                    <a:pt x="6839" y="10590"/>
                  </a:lnTo>
                  <a:lnTo>
                    <a:pt x="7020" y="10169"/>
                  </a:lnTo>
                  <a:lnTo>
                    <a:pt x="7200" y="9727"/>
                  </a:lnTo>
                  <a:lnTo>
                    <a:pt x="7401" y="9306"/>
                  </a:lnTo>
                  <a:lnTo>
                    <a:pt x="7601" y="8885"/>
                  </a:lnTo>
                  <a:close/>
                  <a:moveTo>
                    <a:pt x="2608" y="10028"/>
                  </a:moveTo>
                  <a:lnTo>
                    <a:pt x="2146" y="10510"/>
                  </a:lnTo>
                  <a:lnTo>
                    <a:pt x="1725" y="10971"/>
                  </a:lnTo>
                  <a:lnTo>
                    <a:pt x="1364" y="11412"/>
                  </a:lnTo>
                  <a:lnTo>
                    <a:pt x="1023" y="11833"/>
                  </a:lnTo>
                  <a:lnTo>
                    <a:pt x="742" y="12214"/>
                  </a:lnTo>
                  <a:lnTo>
                    <a:pt x="522" y="12555"/>
                  </a:lnTo>
                  <a:lnTo>
                    <a:pt x="341" y="12876"/>
                  </a:lnTo>
                  <a:lnTo>
                    <a:pt x="221" y="13137"/>
                  </a:lnTo>
                  <a:lnTo>
                    <a:pt x="121" y="13458"/>
                  </a:lnTo>
                  <a:lnTo>
                    <a:pt x="61" y="13798"/>
                  </a:lnTo>
                  <a:lnTo>
                    <a:pt x="20" y="14139"/>
                  </a:lnTo>
                  <a:lnTo>
                    <a:pt x="0" y="14460"/>
                  </a:lnTo>
                  <a:lnTo>
                    <a:pt x="20" y="14942"/>
                  </a:lnTo>
                  <a:lnTo>
                    <a:pt x="101" y="15403"/>
                  </a:lnTo>
                  <a:lnTo>
                    <a:pt x="201" y="15864"/>
                  </a:lnTo>
                  <a:lnTo>
                    <a:pt x="341" y="16325"/>
                  </a:lnTo>
                  <a:lnTo>
                    <a:pt x="522" y="16767"/>
                  </a:lnTo>
                  <a:lnTo>
                    <a:pt x="742" y="17188"/>
                  </a:lnTo>
                  <a:lnTo>
                    <a:pt x="983" y="17609"/>
                  </a:lnTo>
                  <a:lnTo>
                    <a:pt x="1264" y="18010"/>
                  </a:lnTo>
                  <a:lnTo>
                    <a:pt x="1545" y="18391"/>
                  </a:lnTo>
                  <a:lnTo>
                    <a:pt x="1866" y="18732"/>
                  </a:lnTo>
                  <a:lnTo>
                    <a:pt x="2186" y="19053"/>
                  </a:lnTo>
                  <a:lnTo>
                    <a:pt x="2527" y="19354"/>
                  </a:lnTo>
                  <a:lnTo>
                    <a:pt x="2868" y="19614"/>
                  </a:lnTo>
                  <a:lnTo>
                    <a:pt x="3229" y="19815"/>
                  </a:lnTo>
                  <a:lnTo>
                    <a:pt x="3590" y="19995"/>
                  </a:lnTo>
                  <a:lnTo>
                    <a:pt x="3951" y="20116"/>
                  </a:lnTo>
                  <a:lnTo>
                    <a:pt x="4212" y="20176"/>
                  </a:lnTo>
                  <a:lnTo>
                    <a:pt x="4533" y="20216"/>
                  </a:lnTo>
                  <a:lnTo>
                    <a:pt x="4874" y="20236"/>
                  </a:lnTo>
                  <a:lnTo>
                    <a:pt x="5255" y="20256"/>
                  </a:lnTo>
                  <a:lnTo>
                    <a:pt x="5836" y="20236"/>
                  </a:lnTo>
                  <a:lnTo>
                    <a:pt x="6478" y="20196"/>
                  </a:lnTo>
                  <a:lnTo>
                    <a:pt x="7160" y="20136"/>
                  </a:lnTo>
                  <a:lnTo>
                    <a:pt x="7882" y="20056"/>
                  </a:lnTo>
                  <a:lnTo>
                    <a:pt x="9326" y="19855"/>
                  </a:lnTo>
                  <a:lnTo>
                    <a:pt x="10790" y="19614"/>
                  </a:lnTo>
                  <a:lnTo>
                    <a:pt x="11010" y="19574"/>
                  </a:lnTo>
                  <a:lnTo>
                    <a:pt x="10930" y="19554"/>
                  </a:lnTo>
                  <a:lnTo>
                    <a:pt x="10850" y="19474"/>
                  </a:lnTo>
                  <a:lnTo>
                    <a:pt x="10589" y="19233"/>
                  </a:lnTo>
                  <a:lnTo>
                    <a:pt x="10228" y="18892"/>
                  </a:lnTo>
                  <a:lnTo>
                    <a:pt x="9807" y="18431"/>
                  </a:lnTo>
                  <a:lnTo>
                    <a:pt x="8744" y="17248"/>
                  </a:lnTo>
                  <a:lnTo>
                    <a:pt x="7521" y="15844"/>
                  </a:lnTo>
                  <a:lnTo>
                    <a:pt x="7320" y="15664"/>
                  </a:lnTo>
                  <a:lnTo>
                    <a:pt x="7140" y="15483"/>
                  </a:lnTo>
                  <a:lnTo>
                    <a:pt x="6979" y="15262"/>
                  </a:lnTo>
                  <a:lnTo>
                    <a:pt x="6839" y="15042"/>
                  </a:lnTo>
                  <a:lnTo>
                    <a:pt x="5275" y="13217"/>
                  </a:lnTo>
                  <a:lnTo>
                    <a:pt x="3931" y="11613"/>
                  </a:lnTo>
                  <a:lnTo>
                    <a:pt x="2608" y="10028"/>
                  </a:lnTo>
                  <a:close/>
                  <a:moveTo>
                    <a:pt x="17428" y="15523"/>
                  </a:moveTo>
                  <a:lnTo>
                    <a:pt x="16646" y="15744"/>
                  </a:lnTo>
                  <a:lnTo>
                    <a:pt x="15843" y="15944"/>
                  </a:lnTo>
                  <a:lnTo>
                    <a:pt x="15041" y="16125"/>
                  </a:lnTo>
                  <a:lnTo>
                    <a:pt x="14199" y="16305"/>
                  </a:lnTo>
                  <a:lnTo>
                    <a:pt x="13377" y="16446"/>
                  </a:lnTo>
                  <a:lnTo>
                    <a:pt x="12534" y="16566"/>
                  </a:lnTo>
                  <a:lnTo>
                    <a:pt x="11692" y="16646"/>
                  </a:lnTo>
                  <a:lnTo>
                    <a:pt x="11271" y="16666"/>
                  </a:lnTo>
                  <a:lnTo>
                    <a:pt x="10870" y="16666"/>
                  </a:lnTo>
                  <a:lnTo>
                    <a:pt x="12314" y="18451"/>
                  </a:lnTo>
                  <a:lnTo>
                    <a:pt x="12735" y="19013"/>
                  </a:lnTo>
                  <a:lnTo>
                    <a:pt x="12916" y="19233"/>
                  </a:lnTo>
                  <a:lnTo>
                    <a:pt x="14059" y="19053"/>
                  </a:lnTo>
                  <a:lnTo>
                    <a:pt x="14460" y="18993"/>
                  </a:lnTo>
                  <a:lnTo>
                    <a:pt x="14720" y="18973"/>
                  </a:lnTo>
                  <a:lnTo>
                    <a:pt x="14821" y="18993"/>
                  </a:lnTo>
                  <a:lnTo>
                    <a:pt x="14841" y="19013"/>
                  </a:lnTo>
                  <a:lnTo>
                    <a:pt x="14881" y="19053"/>
                  </a:lnTo>
                  <a:lnTo>
                    <a:pt x="14941" y="19253"/>
                  </a:lnTo>
                  <a:lnTo>
                    <a:pt x="15101" y="19975"/>
                  </a:lnTo>
                  <a:lnTo>
                    <a:pt x="15322" y="21098"/>
                  </a:lnTo>
                  <a:lnTo>
                    <a:pt x="15583" y="22542"/>
                  </a:lnTo>
                  <a:lnTo>
                    <a:pt x="16245" y="26172"/>
                  </a:lnTo>
                  <a:lnTo>
                    <a:pt x="16626" y="28238"/>
                  </a:lnTo>
                  <a:lnTo>
                    <a:pt x="17067" y="30404"/>
                  </a:lnTo>
                  <a:lnTo>
                    <a:pt x="17568" y="32590"/>
                  </a:lnTo>
                  <a:lnTo>
                    <a:pt x="17829" y="33673"/>
                  </a:lnTo>
                  <a:lnTo>
                    <a:pt x="18090" y="34735"/>
                  </a:lnTo>
                  <a:lnTo>
                    <a:pt x="18370" y="35798"/>
                  </a:lnTo>
                  <a:lnTo>
                    <a:pt x="18671" y="36801"/>
                  </a:lnTo>
                  <a:lnTo>
                    <a:pt x="18972" y="37784"/>
                  </a:lnTo>
                  <a:lnTo>
                    <a:pt x="19273" y="38726"/>
                  </a:lnTo>
                  <a:lnTo>
                    <a:pt x="19594" y="39609"/>
                  </a:lnTo>
                  <a:lnTo>
                    <a:pt x="19935" y="40411"/>
                  </a:lnTo>
                  <a:lnTo>
                    <a:pt x="20276" y="41173"/>
                  </a:lnTo>
                  <a:lnTo>
                    <a:pt x="20616" y="41855"/>
                  </a:lnTo>
                  <a:lnTo>
                    <a:pt x="20797" y="42156"/>
                  </a:lnTo>
                  <a:lnTo>
                    <a:pt x="20977" y="42436"/>
                  </a:lnTo>
                  <a:lnTo>
                    <a:pt x="21158" y="42697"/>
                  </a:lnTo>
                  <a:lnTo>
                    <a:pt x="21358" y="42938"/>
                  </a:lnTo>
                  <a:lnTo>
                    <a:pt x="21539" y="43158"/>
                  </a:lnTo>
                  <a:lnTo>
                    <a:pt x="21739" y="43339"/>
                  </a:lnTo>
                  <a:lnTo>
                    <a:pt x="21920" y="43519"/>
                  </a:lnTo>
                  <a:lnTo>
                    <a:pt x="22121" y="43640"/>
                  </a:lnTo>
                  <a:lnTo>
                    <a:pt x="22562" y="43880"/>
                  </a:lnTo>
                  <a:lnTo>
                    <a:pt x="23043" y="44101"/>
                  </a:lnTo>
                  <a:lnTo>
                    <a:pt x="23585" y="44301"/>
                  </a:lnTo>
                  <a:lnTo>
                    <a:pt x="24166" y="44502"/>
                  </a:lnTo>
                  <a:lnTo>
                    <a:pt x="24808" y="44682"/>
                  </a:lnTo>
                  <a:lnTo>
                    <a:pt x="25510" y="44843"/>
                  </a:lnTo>
                  <a:lnTo>
                    <a:pt x="26232" y="45003"/>
                  </a:lnTo>
                  <a:lnTo>
                    <a:pt x="26994" y="45144"/>
                  </a:lnTo>
                  <a:lnTo>
                    <a:pt x="27776" y="45284"/>
                  </a:lnTo>
                  <a:lnTo>
                    <a:pt x="28598" y="45404"/>
                  </a:lnTo>
                  <a:lnTo>
                    <a:pt x="29460" y="45505"/>
                  </a:lnTo>
                  <a:lnTo>
                    <a:pt x="30323" y="45605"/>
                  </a:lnTo>
                  <a:lnTo>
                    <a:pt x="32108" y="45785"/>
                  </a:lnTo>
                  <a:lnTo>
                    <a:pt x="33913" y="45926"/>
                  </a:lnTo>
                  <a:lnTo>
                    <a:pt x="35717" y="46026"/>
                  </a:lnTo>
                  <a:lnTo>
                    <a:pt x="37502" y="46106"/>
                  </a:lnTo>
                  <a:lnTo>
                    <a:pt x="39227" y="46167"/>
                  </a:lnTo>
                  <a:lnTo>
                    <a:pt x="40851" y="46207"/>
                  </a:lnTo>
                  <a:lnTo>
                    <a:pt x="43719" y="46247"/>
                  </a:lnTo>
                  <a:lnTo>
                    <a:pt x="47008" y="46247"/>
                  </a:lnTo>
                  <a:lnTo>
                    <a:pt x="49274" y="46227"/>
                  </a:lnTo>
                  <a:lnTo>
                    <a:pt x="50598" y="46207"/>
                  </a:lnTo>
                  <a:lnTo>
                    <a:pt x="52002" y="46167"/>
                  </a:lnTo>
                  <a:lnTo>
                    <a:pt x="53486" y="46106"/>
                  </a:lnTo>
                  <a:lnTo>
                    <a:pt x="55010" y="46026"/>
                  </a:lnTo>
                  <a:lnTo>
                    <a:pt x="56574" y="45886"/>
                  </a:lnTo>
                  <a:lnTo>
                    <a:pt x="58138" y="45745"/>
                  </a:lnTo>
                  <a:lnTo>
                    <a:pt x="56494" y="45745"/>
                  </a:lnTo>
                  <a:lnTo>
                    <a:pt x="55632" y="45705"/>
                  </a:lnTo>
                  <a:lnTo>
                    <a:pt x="54749" y="45665"/>
                  </a:lnTo>
                  <a:lnTo>
                    <a:pt x="53887" y="45625"/>
                  </a:lnTo>
                  <a:lnTo>
                    <a:pt x="53024" y="45545"/>
                  </a:lnTo>
                  <a:lnTo>
                    <a:pt x="52142" y="45465"/>
                  </a:lnTo>
                  <a:lnTo>
                    <a:pt x="51280" y="45384"/>
                  </a:lnTo>
                  <a:lnTo>
                    <a:pt x="50417" y="45264"/>
                  </a:lnTo>
                  <a:lnTo>
                    <a:pt x="48693" y="45023"/>
                  </a:lnTo>
                  <a:lnTo>
                    <a:pt x="46968" y="44723"/>
                  </a:lnTo>
                  <a:lnTo>
                    <a:pt x="45263" y="44402"/>
                  </a:lnTo>
                  <a:lnTo>
                    <a:pt x="43579" y="44021"/>
                  </a:lnTo>
                  <a:lnTo>
                    <a:pt x="41894" y="43620"/>
                  </a:lnTo>
                  <a:lnTo>
                    <a:pt x="40190" y="43198"/>
                  </a:lnTo>
                  <a:lnTo>
                    <a:pt x="38505" y="42737"/>
                  </a:lnTo>
                  <a:lnTo>
                    <a:pt x="37663" y="42497"/>
                  </a:lnTo>
                  <a:lnTo>
                    <a:pt x="36820" y="42236"/>
                  </a:lnTo>
                  <a:lnTo>
                    <a:pt x="35978" y="41955"/>
                  </a:lnTo>
                  <a:lnTo>
                    <a:pt x="35156" y="41654"/>
                  </a:lnTo>
                  <a:lnTo>
                    <a:pt x="34334" y="41353"/>
                  </a:lnTo>
                  <a:lnTo>
                    <a:pt x="33511" y="41033"/>
                  </a:lnTo>
                  <a:lnTo>
                    <a:pt x="32709" y="40692"/>
                  </a:lnTo>
                  <a:lnTo>
                    <a:pt x="31927" y="40331"/>
                  </a:lnTo>
                  <a:lnTo>
                    <a:pt x="31145" y="39950"/>
                  </a:lnTo>
                  <a:lnTo>
                    <a:pt x="30363" y="39528"/>
                  </a:lnTo>
                  <a:lnTo>
                    <a:pt x="29621" y="39107"/>
                  </a:lnTo>
                  <a:lnTo>
                    <a:pt x="28899" y="38666"/>
                  </a:lnTo>
                  <a:lnTo>
                    <a:pt x="28197" y="38185"/>
                  </a:lnTo>
                  <a:lnTo>
                    <a:pt x="27535" y="37683"/>
                  </a:lnTo>
                  <a:lnTo>
                    <a:pt x="26893" y="37162"/>
                  </a:lnTo>
                  <a:lnTo>
                    <a:pt x="26272" y="36601"/>
                  </a:lnTo>
                  <a:lnTo>
                    <a:pt x="25670" y="36039"/>
                  </a:lnTo>
                  <a:lnTo>
                    <a:pt x="25089" y="35437"/>
                  </a:lnTo>
                  <a:lnTo>
                    <a:pt x="24547" y="34816"/>
                  </a:lnTo>
                  <a:lnTo>
                    <a:pt x="24026" y="34174"/>
                  </a:lnTo>
                  <a:lnTo>
                    <a:pt x="23524" y="33512"/>
                  </a:lnTo>
                  <a:lnTo>
                    <a:pt x="23043" y="32830"/>
                  </a:lnTo>
                  <a:lnTo>
                    <a:pt x="22602" y="32128"/>
                  </a:lnTo>
                  <a:lnTo>
                    <a:pt x="22181" y="31386"/>
                  </a:lnTo>
                  <a:lnTo>
                    <a:pt x="21780" y="30644"/>
                  </a:lnTo>
                  <a:lnTo>
                    <a:pt x="21399" y="29862"/>
                  </a:lnTo>
                  <a:lnTo>
                    <a:pt x="21018" y="29020"/>
                  </a:lnTo>
                  <a:lnTo>
                    <a:pt x="20677" y="28178"/>
                  </a:lnTo>
                  <a:lnTo>
                    <a:pt x="20356" y="27315"/>
                  </a:lnTo>
                  <a:lnTo>
                    <a:pt x="20055" y="26433"/>
                  </a:lnTo>
                  <a:lnTo>
                    <a:pt x="19774" y="25571"/>
                  </a:lnTo>
                  <a:lnTo>
                    <a:pt x="19513" y="24688"/>
                  </a:lnTo>
                  <a:lnTo>
                    <a:pt x="19273" y="23786"/>
                  </a:lnTo>
                  <a:lnTo>
                    <a:pt x="19052" y="22883"/>
                  </a:lnTo>
                  <a:lnTo>
                    <a:pt x="18832" y="22001"/>
                  </a:lnTo>
                  <a:lnTo>
                    <a:pt x="18651" y="21098"/>
                  </a:lnTo>
                  <a:lnTo>
                    <a:pt x="18270" y="19273"/>
                  </a:lnTo>
                  <a:lnTo>
                    <a:pt x="17949" y="17468"/>
                  </a:lnTo>
                  <a:lnTo>
                    <a:pt x="17628" y="15644"/>
                  </a:lnTo>
                  <a:lnTo>
                    <a:pt x="17608" y="15603"/>
                  </a:lnTo>
                  <a:lnTo>
                    <a:pt x="17568" y="15563"/>
                  </a:lnTo>
                  <a:lnTo>
                    <a:pt x="17528" y="15523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43">
              <a:extLst>
                <a:ext uri="{FF2B5EF4-FFF2-40B4-BE49-F238E27FC236}">
                  <a16:creationId xmlns:a16="http://schemas.microsoft.com/office/drawing/2014/main" id="{B69690C2-AEC4-435F-D7AB-295B5A1B8237}"/>
                </a:ext>
              </a:extLst>
            </p:cNvPr>
            <p:cNvSpPr/>
            <p:nvPr/>
          </p:nvSpPr>
          <p:spPr>
            <a:xfrm>
              <a:off x="8528400" y="4367775"/>
              <a:ext cx="1181750" cy="768100"/>
            </a:xfrm>
            <a:custGeom>
              <a:avLst/>
              <a:gdLst/>
              <a:ahLst/>
              <a:cxnLst/>
              <a:rect l="l" t="t" r="r" b="b"/>
              <a:pathLst>
                <a:path w="47270" h="30724" fill="none" extrusionOk="0">
                  <a:moveTo>
                    <a:pt x="6599" y="0"/>
                  </a:moveTo>
                  <a:lnTo>
                    <a:pt x="6599" y="0"/>
                  </a:lnTo>
                  <a:lnTo>
                    <a:pt x="6559" y="0"/>
                  </a:lnTo>
                  <a:lnTo>
                    <a:pt x="6559" y="0"/>
                  </a:lnTo>
                  <a:lnTo>
                    <a:pt x="5777" y="221"/>
                  </a:lnTo>
                  <a:lnTo>
                    <a:pt x="4974" y="421"/>
                  </a:lnTo>
                  <a:lnTo>
                    <a:pt x="4172" y="602"/>
                  </a:lnTo>
                  <a:lnTo>
                    <a:pt x="3330" y="782"/>
                  </a:lnTo>
                  <a:lnTo>
                    <a:pt x="2508" y="923"/>
                  </a:lnTo>
                  <a:lnTo>
                    <a:pt x="1665" y="1043"/>
                  </a:lnTo>
                  <a:lnTo>
                    <a:pt x="823" y="1123"/>
                  </a:lnTo>
                  <a:lnTo>
                    <a:pt x="402" y="1143"/>
                  </a:lnTo>
                  <a:lnTo>
                    <a:pt x="1" y="1143"/>
                  </a:lnTo>
                  <a:lnTo>
                    <a:pt x="1" y="1143"/>
                  </a:lnTo>
                  <a:lnTo>
                    <a:pt x="1445" y="2928"/>
                  </a:lnTo>
                  <a:lnTo>
                    <a:pt x="1866" y="3490"/>
                  </a:lnTo>
                  <a:lnTo>
                    <a:pt x="2047" y="3710"/>
                  </a:lnTo>
                  <a:lnTo>
                    <a:pt x="2047" y="3710"/>
                  </a:lnTo>
                  <a:lnTo>
                    <a:pt x="2047" y="3710"/>
                  </a:lnTo>
                  <a:lnTo>
                    <a:pt x="2047" y="3710"/>
                  </a:lnTo>
                  <a:lnTo>
                    <a:pt x="3190" y="3530"/>
                  </a:lnTo>
                  <a:lnTo>
                    <a:pt x="3591" y="3470"/>
                  </a:lnTo>
                  <a:lnTo>
                    <a:pt x="3851" y="3450"/>
                  </a:lnTo>
                  <a:lnTo>
                    <a:pt x="3851" y="3450"/>
                  </a:lnTo>
                  <a:lnTo>
                    <a:pt x="3952" y="3470"/>
                  </a:lnTo>
                  <a:lnTo>
                    <a:pt x="3952" y="3470"/>
                  </a:lnTo>
                  <a:lnTo>
                    <a:pt x="3972" y="3490"/>
                  </a:lnTo>
                  <a:lnTo>
                    <a:pt x="4012" y="3530"/>
                  </a:lnTo>
                  <a:lnTo>
                    <a:pt x="4072" y="3730"/>
                  </a:lnTo>
                  <a:lnTo>
                    <a:pt x="4232" y="4452"/>
                  </a:lnTo>
                  <a:lnTo>
                    <a:pt x="4453" y="5575"/>
                  </a:lnTo>
                  <a:lnTo>
                    <a:pt x="4714" y="7019"/>
                  </a:lnTo>
                  <a:lnTo>
                    <a:pt x="5376" y="10649"/>
                  </a:lnTo>
                  <a:lnTo>
                    <a:pt x="5757" y="12715"/>
                  </a:lnTo>
                  <a:lnTo>
                    <a:pt x="6198" y="14881"/>
                  </a:lnTo>
                  <a:lnTo>
                    <a:pt x="6699" y="17067"/>
                  </a:lnTo>
                  <a:lnTo>
                    <a:pt x="6960" y="18150"/>
                  </a:lnTo>
                  <a:lnTo>
                    <a:pt x="7221" y="19212"/>
                  </a:lnTo>
                  <a:lnTo>
                    <a:pt x="7501" y="20275"/>
                  </a:lnTo>
                  <a:lnTo>
                    <a:pt x="7802" y="21278"/>
                  </a:lnTo>
                  <a:lnTo>
                    <a:pt x="8103" y="22261"/>
                  </a:lnTo>
                  <a:lnTo>
                    <a:pt x="8404" y="23203"/>
                  </a:lnTo>
                  <a:lnTo>
                    <a:pt x="8725" y="24086"/>
                  </a:lnTo>
                  <a:lnTo>
                    <a:pt x="9066" y="24888"/>
                  </a:lnTo>
                  <a:lnTo>
                    <a:pt x="9407" y="25650"/>
                  </a:lnTo>
                  <a:lnTo>
                    <a:pt x="9747" y="26332"/>
                  </a:lnTo>
                  <a:lnTo>
                    <a:pt x="9928" y="26633"/>
                  </a:lnTo>
                  <a:lnTo>
                    <a:pt x="10108" y="26913"/>
                  </a:lnTo>
                  <a:lnTo>
                    <a:pt x="10289" y="27174"/>
                  </a:lnTo>
                  <a:lnTo>
                    <a:pt x="10489" y="27415"/>
                  </a:lnTo>
                  <a:lnTo>
                    <a:pt x="10670" y="27635"/>
                  </a:lnTo>
                  <a:lnTo>
                    <a:pt x="10870" y="27816"/>
                  </a:lnTo>
                  <a:lnTo>
                    <a:pt x="11051" y="27996"/>
                  </a:lnTo>
                  <a:lnTo>
                    <a:pt x="11252" y="28117"/>
                  </a:lnTo>
                  <a:lnTo>
                    <a:pt x="11252" y="28117"/>
                  </a:lnTo>
                  <a:lnTo>
                    <a:pt x="11693" y="28357"/>
                  </a:lnTo>
                  <a:lnTo>
                    <a:pt x="12174" y="28578"/>
                  </a:lnTo>
                  <a:lnTo>
                    <a:pt x="12716" y="28778"/>
                  </a:lnTo>
                  <a:lnTo>
                    <a:pt x="13297" y="28979"/>
                  </a:lnTo>
                  <a:lnTo>
                    <a:pt x="13939" y="29159"/>
                  </a:lnTo>
                  <a:lnTo>
                    <a:pt x="14641" y="29320"/>
                  </a:lnTo>
                  <a:lnTo>
                    <a:pt x="15363" y="29480"/>
                  </a:lnTo>
                  <a:lnTo>
                    <a:pt x="16125" y="29621"/>
                  </a:lnTo>
                  <a:lnTo>
                    <a:pt x="16907" y="29761"/>
                  </a:lnTo>
                  <a:lnTo>
                    <a:pt x="17729" y="29881"/>
                  </a:lnTo>
                  <a:lnTo>
                    <a:pt x="18591" y="29982"/>
                  </a:lnTo>
                  <a:lnTo>
                    <a:pt x="19454" y="30082"/>
                  </a:lnTo>
                  <a:lnTo>
                    <a:pt x="21239" y="30262"/>
                  </a:lnTo>
                  <a:lnTo>
                    <a:pt x="23044" y="30403"/>
                  </a:lnTo>
                  <a:lnTo>
                    <a:pt x="24848" y="30503"/>
                  </a:lnTo>
                  <a:lnTo>
                    <a:pt x="26633" y="30583"/>
                  </a:lnTo>
                  <a:lnTo>
                    <a:pt x="28358" y="30644"/>
                  </a:lnTo>
                  <a:lnTo>
                    <a:pt x="29982" y="30684"/>
                  </a:lnTo>
                  <a:lnTo>
                    <a:pt x="32850" y="30724"/>
                  </a:lnTo>
                  <a:lnTo>
                    <a:pt x="34956" y="30724"/>
                  </a:lnTo>
                  <a:lnTo>
                    <a:pt x="34956" y="30724"/>
                  </a:lnTo>
                  <a:lnTo>
                    <a:pt x="36139" y="30724"/>
                  </a:lnTo>
                  <a:lnTo>
                    <a:pt x="36139" y="30724"/>
                  </a:lnTo>
                  <a:lnTo>
                    <a:pt x="38405" y="30704"/>
                  </a:lnTo>
                  <a:lnTo>
                    <a:pt x="39729" y="30684"/>
                  </a:lnTo>
                  <a:lnTo>
                    <a:pt x="41133" y="30644"/>
                  </a:lnTo>
                  <a:lnTo>
                    <a:pt x="42617" y="30583"/>
                  </a:lnTo>
                  <a:lnTo>
                    <a:pt x="44141" y="30503"/>
                  </a:lnTo>
                  <a:lnTo>
                    <a:pt x="45705" y="30363"/>
                  </a:lnTo>
                  <a:lnTo>
                    <a:pt x="47269" y="30222"/>
                  </a:lnTo>
                  <a:lnTo>
                    <a:pt x="47269" y="30222"/>
                  </a:lnTo>
                  <a:lnTo>
                    <a:pt x="46487" y="30222"/>
                  </a:lnTo>
                  <a:lnTo>
                    <a:pt x="46487" y="30222"/>
                  </a:lnTo>
                  <a:lnTo>
                    <a:pt x="45625" y="30222"/>
                  </a:lnTo>
                  <a:lnTo>
                    <a:pt x="44763" y="30182"/>
                  </a:lnTo>
                  <a:lnTo>
                    <a:pt x="43880" y="30142"/>
                  </a:lnTo>
                  <a:lnTo>
                    <a:pt x="43018" y="30102"/>
                  </a:lnTo>
                  <a:lnTo>
                    <a:pt x="42155" y="30022"/>
                  </a:lnTo>
                  <a:lnTo>
                    <a:pt x="41273" y="29942"/>
                  </a:lnTo>
                  <a:lnTo>
                    <a:pt x="40411" y="29861"/>
                  </a:lnTo>
                  <a:lnTo>
                    <a:pt x="39548" y="29741"/>
                  </a:lnTo>
                  <a:lnTo>
                    <a:pt x="37824" y="29500"/>
                  </a:lnTo>
                  <a:lnTo>
                    <a:pt x="36099" y="29200"/>
                  </a:lnTo>
                  <a:lnTo>
                    <a:pt x="34394" y="28879"/>
                  </a:lnTo>
                  <a:lnTo>
                    <a:pt x="32710" y="28498"/>
                  </a:lnTo>
                  <a:lnTo>
                    <a:pt x="32710" y="28498"/>
                  </a:lnTo>
                  <a:lnTo>
                    <a:pt x="31025" y="28097"/>
                  </a:lnTo>
                  <a:lnTo>
                    <a:pt x="29321" y="27675"/>
                  </a:lnTo>
                  <a:lnTo>
                    <a:pt x="27636" y="27214"/>
                  </a:lnTo>
                  <a:lnTo>
                    <a:pt x="26794" y="26974"/>
                  </a:lnTo>
                  <a:lnTo>
                    <a:pt x="25951" y="26713"/>
                  </a:lnTo>
                  <a:lnTo>
                    <a:pt x="25109" y="26432"/>
                  </a:lnTo>
                  <a:lnTo>
                    <a:pt x="24287" y="26131"/>
                  </a:lnTo>
                  <a:lnTo>
                    <a:pt x="23465" y="25830"/>
                  </a:lnTo>
                  <a:lnTo>
                    <a:pt x="22642" y="25510"/>
                  </a:lnTo>
                  <a:lnTo>
                    <a:pt x="21840" y="25169"/>
                  </a:lnTo>
                  <a:lnTo>
                    <a:pt x="21058" y="24808"/>
                  </a:lnTo>
                  <a:lnTo>
                    <a:pt x="20276" y="24427"/>
                  </a:lnTo>
                  <a:lnTo>
                    <a:pt x="19494" y="24005"/>
                  </a:lnTo>
                  <a:lnTo>
                    <a:pt x="19494" y="24005"/>
                  </a:lnTo>
                  <a:lnTo>
                    <a:pt x="18752" y="23584"/>
                  </a:lnTo>
                  <a:lnTo>
                    <a:pt x="18030" y="23143"/>
                  </a:lnTo>
                  <a:lnTo>
                    <a:pt x="17328" y="22662"/>
                  </a:lnTo>
                  <a:lnTo>
                    <a:pt x="16666" y="22160"/>
                  </a:lnTo>
                  <a:lnTo>
                    <a:pt x="16024" y="21639"/>
                  </a:lnTo>
                  <a:lnTo>
                    <a:pt x="15403" y="21078"/>
                  </a:lnTo>
                  <a:lnTo>
                    <a:pt x="14801" y="20516"/>
                  </a:lnTo>
                  <a:lnTo>
                    <a:pt x="14220" y="19914"/>
                  </a:lnTo>
                  <a:lnTo>
                    <a:pt x="13678" y="19293"/>
                  </a:lnTo>
                  <a:lnTo>
                    <a:pt x="13157" y="18651"/>
                  </a:lnTo>
                  <a:lnTo>
                    <a:pt x="12655" y="17989"/>
                  </a:lnTo>
                  <a:lnTo>
                    <a:pt x="12174" y="17307"/>
                  </a:lnTo>
                  <a:lnTo>
                    <a:pt x="11733" y="16605"/>
                  </a:lnTo>
                  <a:lnTo>
                    <a:pt x="11312" y="15863"/>
                  </a:lnTo>
                  <a:lnTo>
                    <a:pt x="10911" y="15121"/>
                  </a:lnTo>
                  <a:lnTo>
                    <a:pt x="10530" y="14339"/>
                  </a:lnTo>
                  <a:lnTo>
                    <a:pt x="10530" y="14339"/>
                  </a:lnTo>
                  <a:lnTo>
                    <a:pt x="10149" y="13497"/>
                  </a:lnTo>
                  <a:lnTo>
                    <a:pt x="9808" y="12655"/>
                  </a:lnTo>
                  <a:lnTo>
                    <a:pt x="9487" y="11792"/>
                  </a:lnTo>
                  <a:lnTo>
                    <a:pt x="9186" y="10910"/>
                  </a:lnTo>
                  <a:lnTo>
                    <a:pt x="8905" y="10048"/>
                  </a:lnTo>
                  <a:lnTo>
                    <a:pt x="8644" y="9165"/>
                  </a:lnTo>
                  <a:lnTo>
                    <a:pt x="8404" y="8263"/>
                  </a:lnTo>
                  <a:lnTo>
                    <a:pt x="8183" y="7360"/>
                  </a:lnTo>
                  <a:lnTo>
                    <a:pt x="7963" y="6478"/>
                  </a:lnTo>
                  <a:lnTo>
                    <a:pt x="7782" y="5575"/>
                  </a:lnTo>
                  <a:lnTo>
                    <a:pt x="7401" y="3750"/>
                  </a:lnTo>
                  <a:lnTo>
                    <a:pt x="7080" y="1945"/>
                  </a:lnTo>
                  <a:lnTo>
                    <a:pt x="6759" y="121"/>
                  </a:lnTo>
                  <a:lnTo>
                    <a:pt x="6759" y="121"/>
                  </a:lnTo>
                  <a:lnTo>
                    <a:pt x="6739" y="80"/>
                  </a:lnTo>
                  <a:lnTo>
                    <a:pt x="6699" y="40"/>
                  </a:lnTo>
                  <a:lnTo>
                    <a:pt x="6659" y="0"/>
                  </a:lnTo>
                  <a:lnTo>
                    <a:pt x="65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8689;p43">
              <a:extLst>
                <a:ext uri="{FF2B5EF4-FFF2-40B4-BE49-F238E27FC236}">
                  <a16:creationId xmlns:a16="http://schemas.microsoft.com/office/drawing/2014/main" id="{3F5A7BEC-B126-8652-FA74-8F7DDB3D43AA}"/>
                </a:ext>
              </a:extLst>
            </p:cNvPr>
            <p:cNvSpPr/>
            <p:nvPr/>
          </p:nvSpPr>
          <p:spPr>
            <a:xfrm>
              <a:off x="8256675" y="4230400"/>
              <a:ext cx="275275" cy="255725"/>
            </a:xfrm>
            <a:custGeom>
              <a:avLst/>
              <a:gdLst/>
              <a:ahLst/>
              <a:cxnLst/>
              <a:rect l="l" t="t" r="r" b="b"/>
              <a:pathLst>
                <a:path w="11011" h="10229" fill="none" extrusionOk="0">
                  <a:moveTo>
                    <a:pt x="2608" y="0"/>
                  </a:moveTo>
                  <a:lnTo>
                    <a:pt x="2608" y="0"/>
                  </a:lnTo>
                  <a:lnTo>
                    <a:pt x="2146" y="482"/>
                  </a:lnTo>
                  <a:lnTo>
                    <a:pt x="1725" y="943"/>
                  </a:lnTo>
                  <a:lnTo>
                    <a:pt x="1364" y="1384"/>
                  </a:lnTo>
                  <a:lnTo>
                    <a:pt x="1023" y="1805"/>
                  </a:lnTo>
                  <a:lnTo>
                    <a:pt x="742" y="2186"/>
                  </a:lnTo>
                  <a:lnTo>
                    <a:pt x="522" y="2527"/>
                  </a:lnTo>
                  <a:lnTo>
                    <a:pt x="341" y="2848"/>
                  </a:lnTo>
                  <a:lnTo>
                    <a:pt x="221" y="3109"/>
                  </a:lnTo>
                  <a:lnTo>
                    <a:pt x="221" y="3109"/>
                  </a:lnTo>
                  <a:lnTo>
                    <a:pt x="121" y="3430"/>
                  </a:lnTo>
                  <a:lnTo>
                    <a:pt x="61" y="3770"/>
                  </a:lnTo>
                  <a:lnTo>
                    <a:pt x="20" y="4111"/>
                  </a:lnTo>
                  <a:lnTo>
                    <a:pt x="0" y="4432"/>
                  </a:lnTo>
                  <a:lnTo>
                    <a:pt x="0" y="4432"/>
                  </a:lnTo>
                  <a:lnTo>
                    <a:pt x="20" y="4914"/>
                  </a:lnTo>
                  <a:lnTo>
                    <a:pt x="101" y="5375"/>
                  </a:lnTo>
                  <a:lnTo>
                    <a:pt x="201" y="5836"/>
                  </a:lnTo>
                  <a:lnTo>
                    <a:pt x="341" y="6297"/>
                  </a:lnTo>
                  <a:lnTo>
                    <a:pt x="522" y="6739"/>
                  </a:lnTo>
                  <a:lnTo>
                    <a:pt x="742" y="7160"/>
                  </a:lnTo>
                  <a:lnTo>
                    <a:pt x="983" y="7581"/>
                  </a:lnTo>
                  <a:lnTo>
                    <a:pt x="1264" y="7982"/>
                  </a:lnTo>
                  <a:lnTo>
                    <a:pt x="1545" y="8363"/>
                  </a:lnTo>
                  <a:lnTo>
                    <a:pt x="1866" y="8704"/>
                  </a:lnTo>
                  <a:lnTo>
                    <a:pt x="2186" y="9025"/>
                  </a:lnTo>
                  <a:lnTo>
                    <a:pt x="2527" y="9326"/>
                  </a:lnTo>
                  <a:lnTo>
                    <a:pt x="2868" y="9586"/>
                  </a:lnTo>
                  <a:lnTo>
                    <a:pt x="3229" y="9787"/>
                  </a:lnTo>
                  <a:lnTo>
                    <a:pt x="3590" y="9967"/>
                  </a:lnTo>
                  <a:lnTo>
                    <a:pt x="3951" y="10088"/>
                  </a:lnTo>
                  <a:lnTo>
                    <a:pt x="3951" y="10088"/>
                  </a:lnTo>
                  <a:lnTo>
                    <a:pt x="4212" y="10148"/>
                  </a:lnTo>
                  <a:lnTo>
                    <a:pt x="4533" y="10188"/>
                  </a:lnTo>
                  <a:lnTo>
                    <a:pt x="4874" y="10208"/>
                  </a:lnTo>
                  <a:lnTo>
                    <a:pt x="5255" y="10228"/>
                  </a:lnTo>
                  <a:lnTo>
                    <a:pt x="5255" y="10228"/>
                  </a:lnTo>
                  <a:lnTo>
                    <a:pt x="5836" y="10208"/>
                  </a:lnTo>
                  <a:lnTo>
                    <a:pt x="6478" y="10168"/>
                  </a:lnTo>
                  <a:lnTo>
                    <a:pt x="7160" y="10108"/>
                  </a:lnTo>
                  <a:lnTo>
                    <a:pt x="7882" y="10028"/>
                  </a:lnTo>
                  <a:lnTo>
                    <a:pt x="9326" y="9827"/>
                  </a:lnTo>
                  <a:lnTo>
                    <a:pt x="10790" y="9586"/>
                  </a:lnTo>
                  <a:lnTo>
                    <a:pt x="10790" y="9586"/>
                  </a:lnTo>
                  <a:lnTo>
                    <a:pt x="11010" y="9546"/>
                  </a:lnTo>
                  <a:lnTo>
                    <a:pt x="11010" y="9546"/>
                  </a:lnTo>
                  <a:lnTo>
                    <a:pt x="11010" y="9546"/>
                  </a:lnTo>
                  <a:lnTo>
                    <a:pt x="11010" y="9546"/>
                  </a:lnTo>
                  <a:lnTo>
                    <a:pt x="10930" y="9526"/>
                  </a:lnTo>
                  <a:lnTo>
                    <a:pt x="10850" y="9446"/>
                  </a:lnTo>
                  <a:lnTo>
                    <a:pt x="10589" y="9205"/>
                  </a:lnTo>
                  <a:lnTo>
                    <a:pt x="10228" y="8864"/>
                  </a:lnTo>
                  <a:lnTo>
                    <a:pt x="9807" y="8403"/>
                  </a:lnTo>
                  <a:lnTo>
                    <a:pt x="8744" y="7220"/>
                  </a:lnTo>
                  <a:lnTo>
                    <a:pt x="7521" y="5816"/>
                  </a:lnTo>
                  <a:lnTo>
                    <a:pt x="7521" y="5816"/>
                  </a:lnTo>
                  <a:lnTo>
                    <a:pt x="7320" y="5636"/>
                  </a:lnTo>
                  <a:lnTo>
                    <a:pt x="7140" y="5455"/>
                  </a:lnTo>
                  <a:lnTo>
                    <a:pt x="6979" y="5234"/>
                  </a:lnTo>
                  <a:lnTo>
                    <a:pt x="6839" y="5014"/>
                  </a:lnTo>
                  <a:lnTo>
                    <a:pt x="6839" y="5014"/>
                  </a:lnTo>
                  <a:lnTo>
                    <a:pt x="5275" y="3189"/>
                  </a:lnTo>
                  <a:lnTo>
                    <a:pt x="3931" y="1585"/>
                  </a:lnTo>
                  <a:lnTo>
                    <a:pt x="2608" y="0"/>
                  </a:lnTo>
                  <a:lnTo>
                    <a:pt x="2608" y="0"/>
                  </a:lnTo>
                  <a:lnTo>
                    <a:pt x="260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8690;p43">
              <a:extLst>
                <a:ext uri="{FF2B5EF4-FFF2-40B4-BE49-F238E27FC236}">
                  <a16:creationId xmlns:a16="http://schemas.microsoft.com/office/drawing/2014/main" id="{FAB1B22F-25DA-643B-71D9-7078054BDCCB}"/>
                </a:ext>
              </a:extLst>
            </p:cNvPr>
            <p:cNvSpPr/>
            <p:nvPr/>
          </p:nvSpPr>
          <p:spPr>
            <a:xfrm>
              <a:off x="8386025" y="4201825"/>
              <a:ext cx="60700" cy="63175"/>
            </a:xfrm>
            <a:custGeom>
              <a:avLst/>
              <a:gdLst/>
              <a:ahLst/>
              <a:cxnLst/>
              <a:rect l="l" t="t" r="r" b="b"/>
              <a:pathLst>
                <a:path w="2428" h="2527" fill="none" extrusionOk="0">
                  <a:moveTo>
                    <a:pt x="2427" y="0"/>
                  </a:moveTo>
                  <a:lnTo>
                    <a:pt x="2427" y="0"/>
                  </a:lnTo>
                  <a:lnTo>
                    <a:pt x="2247" y="100"/>
                  </a:lnTo>
                  <a:lnTo>
                    <a:pt x="2247" y="100"/>
                  </a:lnTo>
                  <a:lnTo>
                    <a:pt x="1966" y="241"/>
                  </a:lnTo>
                  <a:lnTo>
                    <a:pt x="1685" y="361"/>
                  </a:lnTo>
                  <a:lnTo>
                    <a:pt x="1124" y="562"/>
                  </a:lnTo>
                  <a:lnTo>
                    <a:pt x="562" y="722"/>
                  </a:lnTo>
                  <a:lnTo>
                    <a:pt x="0" y="822"/>
                  </a:lnTo>
                  <a:lnTo>
                    <a:pt x="0" y="822"/>
                  </a:lnTo>
                  <a:lnTo>
                    <a:pt x="1404" y="2527"/>
                  </a:lnTo>
                  <a:lnTo>
                    <a:pt x="1404" y="2527"/>
                  </a:lnTo>
                  <a:lnTo>
                    <a:pt x="1525" y="2106"/>
                  </a:lnTo>
                  <a:lnTo>
                    <a:pt x="1665" y="1705"/>
                  </a:lnTo>
                  <a:lnTo>
                    <a:pt x="1665" y="1705"/>
                  </a:lnTo>
                  <a:lnTo>
                    <a:pt x="1846" y="1284"/>
                  </a:lnTo>
                  <a:lnTo>
                    <a:pt x="2026" y="842"/>
                  </a:lnTo>
                  <a:lnTo>
                    <a:pt x="2227" y="421"/>
                  </a:lnTo>
                  <a:lnTo>
                    <a:pt x="242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43">
              <a:extLst>
                <a:ext uri="{FF2B5EF4-FFF2-40B4-BE49-F238E27FC236}">
                  <a16:creationId xmlns:a16="http://schemas.microsoft.com/office/drawing/2014/main" id="{54B7FCA7-78BD-33B8-23EF-DC57FBEF0ABC}"/>
                </a:ext>
              </a:extLst>
            </p:cNvPr>
            <p:cNvSpPr/>
            <p:nvPr/>
          </p:nvSpPr>
          <p:spPr>
            <a:xfrm>
              <a:off x="8573025" y="3979700"/>
              <a:ext cx="95300" cy="67725"/>
            </a:xfrm>
            <a:custGeom>
              <a:avLst/>
              <a:gdLst/>
              <a:ahLst/>
              <a:cxnLst/>
              <a:rect l="l" t="t" r="r" b="b"/>
              <a:pathLst>
                <a:path w="3812" h="2709" fill="none" extrusionOk="0">
                  <a:moveTo>
                    <a:pt x="3470" y="1"/>
                  </a:moveTo>
                  <a:lnTo>
                    <a:pt x="3470" y="1"/>
                  </a:lnTo>
                  <a:lnTo>
                    <a:pt x="3470" y="1"/>
                  </a:lnTo>
                  <a:lnTo>
                    <a:pt x="3470" y="1"/>
                  </a:lnTo>
                  <a:lnTo>
                    <a:pt x="347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30" y="1"/>
                  </a:lnTo>
                  <a:lnTo>
                    <a:pt x="3430" y="1"/>
                  </a:lnTo>
                  <a:lnTo>
                    <a:pt x="3430" y="1"/>
                  </a:lnTo>
                  <a:lnTo>
                    <a:pt x="343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210" y="21"/>
                  </a:lnTo>
                  <a:lnTo>
                    <a:pt x="2969" y="61"/>
                  </a:lnTo>
                  <a:lnTo>
                    <a:pt x="2708" y="141"/>
                  </a:lnTo>
                  <a:lnTo>
                    <a:pt x="2447" y="242"/>
                  </a:lnTo>
                  <a:lnTo>
                    <a:pt x="2447" y="242"/>
                  </a:lnTo>
                  <a:lnTo>
                    <a:pt x="1966" y="442"/>
                  </a:lnTo>
                  <a:lnTo>
                    <a:pt x="1445" y="723"/>
                  </a:lnTo>
                  <a:lnTo>
                    <a:pt x="1445" y="723"/>
                  </a:lnTo>
                  <a:lnTo>
                    <a:pt x="1445" y="723"/>
                  </a:lnTo>
                  <a:lnTo>
                    <a:pt x="1204" y="964"/>
                  </a:lnTo>
                  <a:lnTo>
                    <a:pt x="983" y="1224"/>
                  </a:lnTo>
                  <a:lnTo>
                    <a:pt x="783" y="1485"/>
                  </a:lnTo>
                  <a:lnTo>
                    <a:pt x="602" y="1726"/>
                  </a:lnTo>
                  <a:lnTo>
                    <a:pt x="282" y="2227"/>
                  </a:lnTo>
                  <a:lnTo>
                    <a:pt x="1" y="2708"/>
                  </a:lnTo>
                  <a:lnTo>
                    <a:pt x="1" y="2708"/>
                  </a:lnTo>
                  <a:lnTo>
                    <a:pt x="803" y="2067"/>
                  </a:lnTo>
                  <a:lnTo>
                    <a:pt x="1625" y="1465"/>
                  </a:lnTo>
                  <a:lnTo>
                    <a:pt x="2488" y="903"/>
                  </a:lnTo>
                  <a:lnTo>
                    <a:pt x="3350" y="382"/>
                  </a:lnTo>
                  <a:lnTo>
                    <a:pt x="3350" y="382"/>
                  </a:lnTo>
                  <a:lnTo>
                    <a:pt x="3450" y="422"/>
                  </a:lnTo>
                  <a:lnTo>
                    <a:pt x="3450" y="422"/>
                  </a:lnTo>
                  <a:lnTo>
                    <a:pt x="3550" y="442"/>
                  </a:lnTo>
                  <a:lnTo>
                    <a:pt x="3550" y="442"/>
                  </a:lnTo>
                  <a:lnTo>
                    <a:pt x="3631" y="442"/>
                  </a:lnTo>
                  <a:lnTo>
                    <a:pt x="3711" y="402"/>
                  </a:lnTo>
                  <a:lnTo>
                    <a:pt x="3751" y="342"/>
                  </a:lnTo>
                  <a:lnTo>
                    <a:pt x="3791" y="262"/>
                  </a:lnTo>
                  <a:lnTo>
                    <a:pt x="3811" y="202"/>
                  </a:lnTo>
                  <a:lnTo>
                    <a:pt x="3811" y="121"/>
                  </a:lnTo>
                  <a:lnTo>
                    <a:pt x="3771" y="61"/>
                  </a:lnTo>
                  <a:lnTo>
                    <a:pt x="3691" y="1"/>
                  </a:lnTo>
                  <a:lnTo>
                    <a:pt x="3691" y="1"/>
                  </a:lnTo>
                  <a:lnTo>
                    <a:pt x="3691" y="1"/>
                  </a:lnTo>
                  <a:lnTo>
                    <a:pt x="347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8692;p43">
              <a:extLst>
                <a:ext uri="{FF2B5EF4-FFF2-40B4-BE49-F238E27FC236}">
                  <a16:creationId xmlns:a16="http://schemas.microsoft.com/office/drawing/2014/main" id="{325AFE60-3E90-3766-CCF3-1DCF9B524ABC}"/>
                </a:ext>
              </a:extLst>
            </p:cNvPr>
            <p:cNvSpPr/>
            <p:nvPr/>
          </p:nvSpPr>
          <p:spPr>
            <a:xfrm>
              <a:off x="9069375" y="4416900"/>
              <a:ext cx="762100" cy="505900"/>
            </a:xfrm>
            <a:custGeom>
              <a:avLst/>
              <a:gdLst/>
              <a:ahLst/>
              <a:cxnLst/>
              <a:rect l="l" t="t" r="r" b="b"/>
              <a:pathLst>
                <a:path w="30484" h="20236" extrusionOk="0">
                  <a:moveTo>
                    <a:pt x="17067" y="1"/>
                  </a:moveTo>
                  <a:lnTo>
                    <a:pt x="14781" y="41"/>
                  </a:lnTo>
                  <a:lnTo>
                    <a:pt x="10329" y="121"/>
                  </a:lnTo>
                  <a:lnTo>
                    <a:pt x="6278" y="221"/>
                  </a:lnTo>
                  <a:lnTo>
                    <a:pt x="3931" y="281"/>
                  </a:lnTo>
                  <a:lnTo>
                    <a:pt x="3450" y="642"/>
                  </a:lnTo>
                  <a:lnTo>
                    <a:pt x="3009" y="1023"/>
                  </a:lnTo>
                  <a:lnTo>
                    <a:pt x="2588" y="1444"/>
                  </a:lnTo>
                  <a:lnTo>
                    <a:pt x="2207" y="1866"/>
                  </a:lnTo>
                  <a:lnTo>
                    <a:pt x="1846" y="2327"/>
                  </a:lnTo>
                  <a:lnTo>
                    <a:pt x="1505" y="2808"/>
                  </a:lnTo>
                  <a:lnTo>
                    <a:pt x="1204" y="3289"/>
                  </a:lnTo>
                  <a:lnTo>
                    <a:pt x="923" y="3811"/>
                  </a:lnTo>
                  <a:lnTo>
                    <a:pt x="683" y="4332"/>
                  </a:lnTo>
                  <a:lnTo>
                    <a:pt x="482" y="4874"/>
                  </a:lnTo>
                  <a:lnTo>
                    <a:pt x="322" y="5435"/>
                  </a:lnTo>
                  <a:lnTo>
                    <a:pt x="181" y="5997"/>
                  </a:lnTo>
                  <a:lnTo>
                    <a:pt x="81" y="6578"/>
                  </a:lnTo>
                  <a:lnTo>
                    <a:pt x="21" y="7180"/>
                  </a:lnTo>
                  <a:lnTo>
                    <a:pt x="1" y="7762"/>
                  </a:lnTo>
                  <a:lnTo>
                    <a:pt x="21" y="8383"/>
                  </a:lnTo>
                  <a:lnTo>
                    <a:pt x="241" y="11331"/>
                  </a:lnTo>
                  <a:lnTo>
                    <a:pt x="282" y="11793"/>
                  </a:lnTo>
                  <a:lnTo>
                    <a:pt x="362" y="12254"/>
                  </a:lnTo>
                  <a:lnTo>
                    <a:pt x="442" y="12715"/>
                  </a:lnTo>
                  <a:lnTo>
                    <a:pt x="562" y="13156"/>
                  </a:lnTo>
                  <a:lnTo>
                    <a:pt x="703" y="13598"/>
                  </a:lnTo>
                  <a:lnTo>
                    <a:pt x="843" y="14019"/>
                  </a:lnTo>
                  <a:lnTo>
                    <a:pt x="1024" y="14440"/>
                  </a:lnTo>
                  <a:lnTo>
                    <a:pt x="1224" y="14841"/>
                  </a:lnTo>
                  <a:lnTo>
                    <a:pt x="1445" y="15222"/>
                  </a:lnTo>
                  <a:lnTo>
                    <a:pt x="1685" y="15623"/>
                  </a:lnTo>
                  <a:lnTo>
                    <a:pt x="1926" y="15984"/>
                  </a:lnTo>
                  <a:lnTo>
                    <a:pt x="2207" y="16345"/>
                  </a:lnTo>
                  <a:lnTo>
                    <a:pt x="2508" y="16706"/>
                  </a:lnTo>
                  <a:lnTo>
                    <a:pt x="2808" y="17027"/>
                  </a:lnTo>
                  <a:lnTo>
                    <a:pt x="3129" y="17348"/>
                  </a:lnTo>
                  <a:lnTo>
                    <a:pt x="3470" y="17669"/>
                  </a:lnTo>
                  <a:lnTo>
                    <a:pt x="3811" y="17949"/>
                  </a:lnTo>
                  <a:lnTo>
                    <a:pt x="4172" y="18230"/>
                  </a:lnTo>
                  <a:lnTo>
                    <a:pt x="4553" y="18491"/>
                  </a:lnTo>
                  <a:lnTo>
                    <a:pt x="4954" y="18731"/>
                  </a:lnTo>
                  <a:lnTo>
                    <a:pt x="5355" y="18972"/>
                  </a:lnTo>
                  <a:lnTo>
                    <a:pt x="5776" y="19173"/>
                  </a:lnTo>
                  <a:lnTo>
                    <a:pt x="6198" y="19373"/>
                  </a:lnTo>
                  <a:lnTo>
                    <a:pt x="6639" y="19534"/>
                  </a:lnTo>
                  <a:lnTo>
                    <a:pt x="7100" y="19694"/>
                  </a:lnTo>
                  <a:lnTo>
                    <a:pt x="7561" y="19834"/>
                  </a:lnTo>
                  <a:lnTo>
                    <a:pt x="8023" y="19955"/>
                  </a:lnTo>
                  <a:lnTo>
                    <a:pt x="8504" y="20055"/>
                  </a:lnTo>
                  <a:lnTo>
                    <a:pt x="8985" y="20135"/>
                  </a:lnTo>
                  <a:lnTo>
                    <a:pt x="9466" y="20175"/>
                  </a:lnTo>
                  <a:lnTo>
                    <a:pt x="9968" y="20216"/>
                  </a:lnTo>
                  <a:lnTo>
                    <a:pt x="10469" y="20236"/>
                  </a:lnTo>
                  <a:lnTo>
                    <a:pt x="20015" y="20236"/>
                  </a:lnTo>
                  <a:lnTo>
                    <a:pt x="20516" y="20216"/>
                  </a:lnTo>
                  <a:lnTo>
                    <a:pt x="21018" y="20175"/>
                  </a:lnTo>
                  <a:lnTo>
                    <a:pt x="21499" y="20135"/>
                  </a:lnTo>
                  <a:lnTo>
                    <a:pt x="22001" y="20055"/>
                  </a:lnTo>
                  <a:lnTo>
                    <a:pt x="22462" y="19955"/>
                  </a:lnTo>
                  <a:lnTo>
                    <a:pt x="22943" y="19834"/>
                  </a:lnTo>
                  <a:lnTo>
                    <a:pt x="23384" y="19694"/>
                  </a:lnTo>
                  <a:lnTo>
                    <a:pt x="23846" y="19534"/>
                  </a:lnTo>
                  <a:lnTo>
                    <a:pt x="24287" y="19373"/>
                  </a:lnTo>
                  <a:lnTo>
                    <a:pt x="24708" y="19173"/>
                  </a:lnTo>
                  <a:lnTo>
                    <a:pt x="25129" y="18972"/>
                  </a:lnTo>
                  <a:lnTo>
                    <a:pt x="25530" y="18731"/>
                  </a:lnTo>
                  <a:lnTo>
                    <a:pt x="25931" y="18491"/>
                  </a:lnTo>
                  <a:lnTo>
                    <a:pt x="26312" y="18230"/>
                  </a:lnTo>
                  <a:lnTo>
                    <a:pt x="26673" y="17949"/>
                  </a:lnTo>
                  <a:lnTo>
                    <a:pt x="27034" y="17669"/>
                  </a:lnTo>
                  <a:lnTo>
                    <a:pt x="27355" y="17348"/>
                  </a:lnTo>
                  <a:lnTo>
                    <a:pt x="27676" y="17027"/>
                  </a:lnTo>
                  <a:lnTo>
                    <a:pt x="27997" y="16706"/>
                  </a:lnTo>
                  <a:lnTo>
                    <a:pt x="28278" y="16345"/>
                  </a:lnTo>
                  <a:lnTo>
                    <a:pt x="28558" y="15984"/>
                  </a:lnTo>
                  <a:lnTo>
                    <a:pt x="28799" y="15623"/>
                  </a:lnTo>
                  <a:lnTo>
                    <a:pt x="29040" y="15222"/>
                  </a:lnTo>
                  <a:lnTo>
                    <a:pt x="29260" y="14841"/>
                  </a:lnTo>
                  <a:lnTo>
                    <a:pt x="29461" y="14440"/>
                  </a:lnTo>
                  <a:lnTo>
                    <a:pt x="29641" y="14019"/>
                  </a:lnTo>
                  <a:lnTo>
                    <a:pt x="29802" y="13598"/>
                  </a:lnTo>
                  <a:lnTo>
                    <a:pt x="29922" y="13156"/>
                  </a:lnTo>
                  <a:lnTo>
                    <a:pt x="30042" y="12715"/>
                  </a:lnTo>
                  <a:lnTo>
                    <a:pt x="30143" y="12254"/>
                  </a:lnTo>
                  <a:lnTo>
                    <a:pt x="30203" y="11793"/>
                  </a:lnTo>
                  <a:lnTo>
                    <a:pt x="30243" y="11331"/>
                  </a:lnTo>
                  <a:lnTo>
                    <a:pt x="30464" y="8383"/>
                  </a:lnTo>
                  <a:lnTo>
                    <a:pt x="30484" y="7762"/>
                  </a:lnTo>
                  <a:lnTo>
                    <a:pt x="30464" y="7140"/>
                  </a:lnTo>
                  <a:lnTo>
                    <a:pt x="30403" y="6538"/>
                  </a:lnTo>
                  <a:lnTo>
                    <a:pt x="30283" y="5937"/>
                  </a:lnTo>
                  <a:lnTo>
                    <a:pt x="30143" y="5355"/>
                  </a:lnTo>
                  <a:lnTo>
                    <a:pt x="29962" y="4774"/>
                  </a:lnTo>
                  <a:lnTo>
                    <a:pt x="29742" y="4232"/>
                  </a:lnTo>
                  <a:lnTo>
                    <a:pt x="29501" y="3691"/>
                  </a:lnTo>
                  <a:lnTo>
                    <a:pt x="29200" y="3169"/>
                  </a:lnTo>
                  <a:lnTo>
                    <a:pt x="28879" y="2668"/>
                  </a:lnTo>
                  <a:lnTo>
                    <a:pt x="28538" y="2186"/>
                  </a:lnTo>
                  <a:lnTo>
                    <a:pt x="28157" y="1725"/>
                  </a:lnTo>
                  <a:lnTo>
                    <a:pt x="27736" y="1284"/>
                  </a:lnTo>
                  <a:lnTo>
                    <a:pt x="27295" y="863"/>
                  </a:lnTo>
                  <a:lnTo>
                    <a:pt x="26834" y="482"/>
                  </a:lnTo>
                  <a:lnTo>
                    <a:pt x="26352" y="121"/>
                  </a:lnTo>
                  <a:lnTo>
                    <a:pt x="25189" y="81"/>
                  </a:lnTo>
                  <a:lnTo>
                    <a:pt x="24026" y="41"/>
                  </a:lnTo>
                  <a:lnTo>
                    <a:pt x="21720" y="21"/>
                  </a:lnTo>
                  <a:lnTo>
                    <a:pt x="1939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8693;p43">
              <a:extLst>
                <a:ext uri="{FF2B5EF4-FFF2-40B4-BE49-F238E27FC236}">
                  <a16:creationId xmlns:a16="http://schemas.microsoft.com/office/drawing/2014/main" id="{DDA26668-F1B0-3952-4513-299A9B382424}"/>
                </a:ext>
              </a:extLst>
            </p:cNvPr>
            <p:cNvSpPr/>
            <p:nvPr/>
          </p:nvSpPr>
          <p:spPr>
            <a:xfrm>
              <a:off x="9161125" y="4416900"/>
              <a:ext cx="579100" cy="406625"/>
            </a:xfrm>
            <a:custGeom>
              <a:avLst/>
              <a:gdLst/>
              <a:ahLst/>
              <a:cxnLst/>
              <a:rect l="l" t="t" r="r" b="b"/>
              <a:pathLst>
                <a:path w="23164" h="16265" extrusionOk="0">
                  <a:moveTo>
                    <a:pt x="13397" y="1"/>
                  </a:moveTo>
                  <a:lnTo>
                    <a:pt x="11111" y="41"/>
                  </a:lnTo>
                  <a:lnTo>
                    <a:pt x="6659" y="121"/>
                  </a:lnTo>
                  <a:lnTo>
                    <a:pt x="2608" y="221"/>
                  </a:lnTo>
                  <a:lnTo>
                    <a:pt x="2287" y="522"/>
                  </a:lnTo>
                  <a:lnTo>
                    <a:pt x="1986" y="823"/>
                  </a:lnTo>
                  <a:lnTo>
                    <a:pt x="1705" y="1164"/>
                  </a:lnTo>
                  <a:lnTo>
                    <a:pt x="1445" y="1505"/>
                  </a:lnTo>
                  <a:lnTo>
                    <a:pt x="1204" y="1866"/>
                  </a:lnTo>
                  <a:lnTo>
                    <a:pt x="983" y="2247"/>
                  </a:lnTo>
                  <a:lnTo>
                    <a:pt x="783" y="2628"/>
                  </a:lnTo>
                  <a:lnTo>
                    <a:pt x="602" y="3029"/>
                  </a:lnTo>
                  <a:lnTo>
                    <a:pt x="442" y="3430"/>
                  </a:lnTo>
                  <a:lnTo>
                    <a:pt x="302" y="3851"/>
                  </a:lnTo>
                  <a:lnTo>
                    <a:pt x="181" y="4272"/>
                  </a:lnTo>
                  <a:lnTo>
                    <a:pt x="101" y="4713"/>
                  </a:lnTo>
                  <a:lnTo>
                    <a:pt x="41" y="5175"/>
                  </a:lnTo>
                  <a:lnTo>
                    <a:pt x="1" y="5616"/>
                  </a:lnTo>
                  <a:lnTo>
                    <a:pt x="1" y="6077"/>
                  </a:lnTo>
                  <a:lnTo>
                    <a:pt x="1" y="6538"/>
                  </a:lnTo>
                  <a:lnTo>
                    <a:pt x="161" y="8965"/>
                  </a:lnTo>
                  <a:lnTo>
                    <a:pt x="201" y="9346"/>
                  </a:lnTo>
                  <a:lnTo>
                    <a:pt x="261" y="9727"/>
                  </a:lnTo>
                  <a:lnTo>
                    <a:pt x="322" y="10088"/>
                  </a:lnTo>
                  <a:lnTo>
                    <a:pt x="422" y="10449"/>
                  </a:lnTo>
                  <a:lnTo>
                    <a:pt x="522" y="10810"/>
                  </a:lnTo>
                  <a:lnTo>
                    <a:pt x="642" y="11171"/>
                  </a:lnTo>
                  <a:lnTo>
                    <a:pt x="763" y="11512"/>
                  </a:lnTo>
                  <a:lnTo>
                    <a:pt x="923" y="11833"/>
                  </a:lnTo>
                  <a:lnTo>
                    <a:pt x="1084" y="12154"/>
                  </a:lnTo>
                  <a:lnTo>
                    <a:pt x="1264" y="12474"/>
                  </a:lnTo>
                  <a:lnTo>
                    <a:pt x="1465" y="12775"/>
                  </a:lnTo>
                  <a:lnTo>
                    <a:pt x="1665" y="13076"/>
                  </a:lnTo>
                  <a:lnTo>
                    <a:pt x="1886" y="13357"/>
                  </a:lnTo>
                  <a:lnTo>
                    <a:pt x="2126" y="13638"/>
                  </a:lnTo>
                  <a:lnTo>
                    <a:pt x="2367" y="13898"/>
                  </a:lnTo>
                  <a:lnTo>
                    <a:pt x="2628" y="14159"/>
                  </a:lnTo>
                  <a:lnTo>
                    <a:pt x="2889" y="14380"/>
                  </a:lnTo>
                  <a:lnTo>
                    <a:pt x="3169" y="14620"/>
                  </a:lnTo>
                  <a:lnTo>
                    <a:pt x="3450" y="14821"/>
                  </a:lnTo>
                  <a:lnTo>
                    <a:pt x="3751" y="15021"/>
                  </a:lnTo>
                  <a:lnTo>
                    <a:pt x="4052" y="15222"/>
                  </a:lnTo>
                  <a:lnTo>
                    <a:pt x="4373" y="15382"/>
                  </a:lnTo>
                  <a:lnTo>
                    <a:pt x="4714" y="15543"/>
                  </a:lnTo>
                  <a:lnTo>
                    <a:pt x="5034" y="15703"/>
                  </a:lnTo>
                  <a:lnTo>
                    <a:pt x="5375" y="15824"/>
                  </a:lnTo>
                  <a:lnTo>
                    <a:pt x="5736" y="15944"/>
                  </a:lnTo>
                  <a:lnTo>
                    <a:pt x="6077" y="16024"/>
                  </a:lnTo>
                  <a:lnTo>
                    <a:pt x="6438" y="16104"/>
                  </a:lnTo>
                  <a:lnTo>
                    <a:pt x="6819" y="16164"/>
                  </a:lnTo>
                  <a:lnTo>
                    <a:pt x="7180" y="16225"/>
                  </a:lnTo>
                  <a:lnTo>
                    <a:pt x="7561" y="16245"/>
                  </a:lnTo>
                  <a:lnTo>
                    <a:pt x="7942" y="16265"/>
                  </a:lnTo>
                  <a:lnTo>
                    <a:pt x="15202" y="16265"/>
                  </a:lnTo>
                  <a:lnTo>
                    <a:pt x="15583" y="16245"/>
                  </a:lnTo>
                  <a:lnTo>
                    <a:pt x="15964" y="16225"/>
                  </a:lnTo>
                  <a:lnTo>
                    <a:pt x="16325" y="16164"/>
                  </a:lnTo>
                  <a:lnTo>
                    <a:pt x="16706" y="16104"/>
                  </a:lnTo>
                  <a:lnTo>
                    <a:pt x="17067" y="16024"/>
                  </a:lnTo>
                  <a:lnTo>
                    <a:pt x="17428" y="15944"/>
                  </a:lnTo>
                  <a:lnTo>
                    <a:pt x="17769" y="15824"/>
                  </a:lnTo>
                  <a:lnTo>
                    <a:pt x="18110" y="15703"/>
                  </a:lnTo>
                  <a:lnTo>
                    <a:pt x="18451" y="15543"/>
                  </a:lnTo>
                  <a:lnTo>
                    <a:pt x="18772" y="15382"/>
                  </a:lnTo>
                  <a:lnTo>
                    <a:pt x="19093" y="15222"/>
                  </a:lnTo>
                  <a:lnTo>
                    <a:pt x="19393" y="15021"/>
                  </a:lnTo>
                  <a:lnTo>
                    <a:pt x="19694" y="14821"/>
                  </a:lnTo>
                  <a:lnTo>
                    <a:pt x="19975" y="14620"/>
                  </a:lnTo>
                  <a:lnTo>
                    <a:pt x="20256" y="14380"/>
                  </a:lnTo>
                  <a:lnTo>
                    <a:pt x="20537" y="14159"/>
                  </a:lnTo>
                  <a:lnTo>
                    <a:pt x="20777" y="13898"/>
                  </a:lnTo>
                  <a:lnTo>
                    <a:pt x="21038" y="13638"/>
                  </a:lnTo>
                  <a:lnTo>
                    <a:pt x="21258" y="13357"/>
                  </a:lnTo>
                  <a:lnTo>
                    <a:pt x="21479" y="13076"/>
                  </a:lnTo>
                  <a:lnTo>
                    <a:pt x="21680" y="12775"/>
                  </a:lnTo>
                  <a:lnTo>
                    <a:pt x="21880" y="12474"/>
                  </a:lnTo>
                  <a:lnTo>
                    <a:pt x="22061" y="12154"/>
                  </a:lnTo>
                  <a:lnTo>
                    <a:pt x="22221" y="11833"/>
                  </a:lnTo>
                  <a:lnTo>
                    <a:pt x="22382" y="11512"/>
                  </a:lnTo>
                  <a:lnTo>
                    <a:pt x="22522" y="11171"/>
                  </a:lnTo>
                  <a:lnTo>
                    <a:pt x="22622" y="10810"/>
                  </a:lnTo>
                  <a:lnTo>
                    <a:pt x="22743" y="10449"/>
                  </a:lnTo>
                  <a:lnTo>
                    <a:pt x="22823" y="10088"/>
                  </a:lnTo>
                  <a:lnTo>
                    <a:pt x="22883" y="9727"/>
                  </a:lnTo>
                  <a:lnTo>
                    <a:pt x="22943" y="9346"/>
                  </a:lnTo>
                  <a:lnTo>
                    <a:pt x="22983" y="8965"/>
                  </a:lnTo>
                  <a:lnTo>
                    <a:pt x="23144" y="6538"/>
                  </a:lnTo>
                  <a:lnTo>
                    <a:pt x="23164" y="6057"/>
                  </a:lnTo>
                  <a:lnTo>
                    <a:pt x="23144" y="5596"/>
                  </a:lnTo>
                  <a:lnTo>
                    <a:pt x="23103" y="5114"/>
                  </a:lnTo>
                  <a:lnTo>
                    <a:pt x="23023" y="4653"/>
                  </a:lnTo>
                  <a:lnTo>
                    <a:pt x="22943" y="4192"/>
                  </a:lnTo>
                  <a:lnTo>
                    <a:pt x="22823" y="3751"/>
                  </a:lnTo>
                  <a:lnTo>
                    <a:pt x="22662" y="3330"/>
                  </a:lnTo>
                  <a:lnTo>
                    <a:pt x="22502" y="2908"/>
                  </a:lnTo>
                  <a:lnTo>
                    <a:pt x="22301" y="2487"/>
                  </a:lnTo>
                  <a:lnTo>
                    <a:pt x="22081" y="2086"/>
                  </a:lnTo>
                  <a:lnTo>
                    <a:pt x="21840" y="1705"/>
                  </a:lnTo>
                  <a:lnTo>
                    <a:pt x="21579" y="1344"/>
                  </a:lnTo>
                  <a:lnTo>
                    <a:pt x="21299" y="1003"/>
                  </a:lnTo>
                  <a:lnTo>
                    <a:pt x="20998" y="662"/>
                  </a:lnTo>
                  <a:lnTo>
                    <a:pt x="20677" y="341"/>
                  </a:lnTo>
                  <a:lnTo>
                    <a:pt x="20356" y="41"/>
                  </a:lnTo>
                  <a:lnTo>
                    <a:pt x="18050" y="21"/>
                  </a:lnTo>
                  <a:lnTo>
                    <a:pt x="1572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8694;p43">
              <a:extLst>
                <a:ext uri="{FF2B5EF4-FFF2-40B4-BE49-F238E27FC236}">
                  <a16:creationId xmlns:a16="http://schemas.microsoft.com/office/drawing/2014/main" id="{101C7177-D167-688F-45A0-173FA1EE30A3}"/>
                </a:ext>
              </a:extLst>
            </p:cNvPr>
            <p:cNvSpPr/>
            <p:nvPr/>
          </p:nvSpPr>
          <p:spPr>
            <a:xfrm>
              <a:off x="8488800" y="5379025"/>
              <a:ext cx="1865100" cy="313375"/>
            </a:xfrm>
            <a:custGeom>
              <a:avLst/>
              <a:gdLst/>
              <a:ahLst/>
              <a:cxnLst/>
              <a:rect l="l" t="t" r="r" b="b"/>
              <a:pathLst>
                <a:path w="74604" h="12535" extrusionOk="0">
                  <a:moveTo>
                    <a:pt x="2808" y="0"/>
                  </a:moveTo>
                  <a:lnTo>
                    <a:pt x="2467" y="40"/>
                  </a:lnTo>
                  <a:lnTo>
                    <a:pt x="2126" y="121"/>
                  </a:lnTo>
                  <a:lnTo>
                    <a:pt x="1806" y="221"/>
                  </a:lnTo>
                  <a:lnTo>
                    <a:pt x="1505" y="361"/>
                  </a:lnTo>
                  <a:lnTo>
                    <a:pt x="1224" y="522"/>
                  </a:lnTo>
                  <a:lnTo>
                    <a:pt x="943" y="702"/>
                  </a:lnTo>
                  <a:lnTo>
                    <a:pt x="703" y="883"/>
                  </a:lnTo>
                  <a:lnTo>
                    <a:pt x="482" y="1083"/>
                  </a:lnTo>
                  <a:lnTo>
                    <a:pt x="301" y="1264"/>
                  </a:lnTo>
                  <a:lnTo>
                    <a:pt x="161" y="1444"/>
                  </a:lnTo>
                  <a:lnTo>
                    <a:pt x="61" y="1605"/>
                  </a:lnTo>
                  <a:lnTo>
                    <a:pt x="21" y="1765"/>
                  </a:lnTo>
                  <a:lnTo>
                    <a:pt x="1" y="1825"/>
                  </a:lnTo>
                  <a:lnTo>
                    <a:pt x="1" y="1885"/>
                  </a:lnTo>
                  <a:lnTo>
                    <a:pt x="61" y="1966"/>
                  </a:lnTo>
                  <a:lnTo>
                    <a:pt x="221" y="2086"/>
                  </a:lnTo>
                  <a:lnTo>
                    <a:pt x="442" y="2266"/>
                  </a:lnTo>
                  <a:lnTo>
                    <a:pt x="763" y="2487"/>
                  </a:lnTo>
                  <a:lnTo>
                    <a:pt x="1164" y="2768"/>
                  </a:lnTo>
                  <a:lnTo>
                    <a:pt x="1645" y="3069"/>
                  </a:lnTo>
                  <a:lnTo>
                    <a:pt x="2207" y="3409"/>
                  </a:lnTo>
                  <a:lnTo>
                    <a:pt x="2848" y="3770"/>
                  </a:lnTo>
                  <a:lnTo>
                    <a:pt x="3570" y="4172"/>
                  </a:lnTo>
                  <a:lnTo>
                    <a:pt x="4352" y="4593"/>
                  </a:lnTo>
                  <a:lnTo>
                    <a:pt x="5215" y="5034"/>
                  </a:lnTo>
                  <a:lnTo>
                    <a:pt x="6157" y="5495"/>
                  </a:lnTo>
                  <a:lnTo>
                    <a:pt x="7160" y="5956"/>
                  </a:lnTo>
                  <a:lnTo>
                    <a:pt x="8243" y="6438"/>
                  </a:lnTo>
                  <a:lnTo>
                    <a:pt x="9386" y="6919"/>
                  </a:lnTo>
                  <a:lnTo>
                    <a:pt x="10589" y="7400"/>
                  </a:lnTo>
                  <a:lnTo>
                    <a:pt x="11853" y="7902"/>
                  </a:lnTo>
                  <a:lnTo>
                    <a:pt x="13176" y="8363"/>
                  </a:lnTo>
                  <a:lnTo>
                    <a:pt x="14580" y="8844"/>
                  </a:lnTo>
                  <a:lnTo>
                    <a:pt x="16024" y="9306"/>
                  </a:lnTo>
                  <a:lnTo>
                    <a:pt x="17528" y="9747"/>
                  </a:lnTo>
                  <a:lnTo>
                    <a:pt x="19093" y="10168"/>
                  </a:lnTo>
                  <a:lnTo>
                    <a:pt x="20697" y="10569"/>
                  </a:lnTo>
                  <a:lnTo>
                    <a:pt x="22361" y="10930"/>
                  </a:lnTo>
                  <a:lnTo>
                    <a:pt x="24066" y="11291"/>
                  </a:lnTo>
                  <a:lnTo>
                    <a:pt x="25831" y="11592"/>
                  </a:lnTo>
                  <a:lnTo>
                    <a:pt x="27636" y="11852"/>
                  </a:lnTo>
                  <a:lnTo>
                    <a:pt x="28558" y="11973"/>
                  </a:lnTo>
                  <a:lnTo>
                    <a:pt x="29501" y="12093"/>
                  </a:lnTo>
                  <a:lnTo>
                    <a:pt x="30423" y="12193"/>
                  </a:lnTo>
                  <a:lnTo>
                    <a:pt x="31386" y="12274"/>
                  </a:lnTo>
                  <a:lnTo>
                    <a:pt x="32349" y="12354"/>
                  </a:lnTo>
                  <a:lnTo>
                    <a:pt x="33311" y="12414"/>
                  </a:lnTo>
                  <a:lnTo>
                    <a:pt x="34294" y="12454"/>
                  </a:lnTo>
                  <a:lnTo>
                    <a:pt x="35297" y="12494"/>
                  </a:lnTo>
                  <a:lnTo>
                    <a:pt x="36299" y="12514"/>
                  </a:lnTo>
                  <a:lnTo>
                    <a:pt x="37302" y="12534"/>
                  </a:lnTo>
                  <a:lnTo>
                    <a:pt x="38305" y="12514"/>
                  </a:lnTo>
                  <a:lnTo>
                    <a:pt x="39307" y="12494"/>
                  </a:lnTo>
                  <a:lnTo>
                    <a:pt x="40310" y="12454"/>
                  </a:lnTo>
                  <a:lnTo>
                    <a:pt x="41293" y="12414"/>
                  </a:lnTo>
                  <a:lnTo>
                    <a:pt x="42255" y="12354"/>
                  </a:lnTo>
                  <a:lnTo>
                    <a:pt x="43218" y="12274"/>
                  </a:lnTo>
                  <a:lnTo>
                    <a:pt x="44181" y="12193"/>
                  </a:lnTo>
                  <a:lnTo>
                    <a:pt x="45123" y="12093"/>
                  </a:lnTo>
                  <a:lnTo>
                    <a:pt x="46046" y="11973"/>
                  </a:lnTo>
                  <a:lnTo>
                    <a:pt x="46968" y="11852"/>
                  </a:lnTo>
                  <a:lnTo>
                    <a:pt x="48773" y="11592"/>
                  </a:lnTo>
                  <a:lnTo>
                    <a:pt x="50538" y="11291"/>
                  </a:lnTo>
                  <a:lnTo>
                    <a:pt x="52243" y="10930"/>
                  </a:lnTo>
                  <a:lnTo>
                    <a:pt x="53907" y="10569"/>
                  </a:lnTo>
                  <a:lnTo>
                    <a:pt x="55511" y="10168"/>
                  </a:lnTo>
                  <a:lnTo>
                    <a:pt x="57076" y="9747"/>
                  </a:lnTo>
                  <a:lnTo>
                    <a:pt x="58580" y="9306"/>
                  </a:lnTo>
                  <a:lnTo>
                    <a:pt x="60024" y="8844"/>
                  </a:lnTo>
                  <a:lnTo>
                    <a:pt x="61428" y="8363"/>
                  </a:lnTo>
                  <a:lnTo>
                    <a:pt x="62751" y="7902"/>
                  </a:lnTo>
                  <a:lnTo>
                    <a:pt x="64015" y="7400"/>
                  </a:lnTo>
                  <a:lnTo>
                    <a:pt x="65218" y="6919"/>
                  </a:lnTo>
                  <a:lnTo>
                    <a:pt x="66361" y="6438"/>
                  </a:lnTo>
                  <a:lnTo>
                    <a:pt x="67444" y="5956"/>
                  </a:lnTo>
                  <a:lnTo>
                    <a:pt x="68447" y="5495"/>
                  </a:lnTo>
                  <a:lnTo>
                    <a:pt x="69389" y="5034"/>
                  </a:lnTo>
                  <a:lnTo>
                    <a:pt x="70252" y="4593"/>
                  </a:lnTo>
                  <a:lnTo>
                    <a:pt x="71034" y="4172"/>
                  </a:lnTo>
                  <a:lnTo>
                    <a:pt x="71756" y="3770"/>
                  </a:lnTo>
                  <a:lnTo>
                    <a:pt x="72397" y="3409"/>
                  </a:lnTo>
                  <a:lnTo>
                    <a:pt x="72959" y="3069"/>
                  </a:lnTo>
                  <a:lnTo>
                    <a:pt x="73440" y="2768"/>
                  </a:lnTo>
                  <a:lnTo>
                    <a:pt x="73841" y="2487"/>
                  </a:lnTo>
                  <a:lnTo>
                    <a:pt x="74162" y="2266"/>
                  </a:lnTo>
                  <a:lnTo>
                    <a:pt x="74403" y="2086"/>
                  </a:lnTo>
                  <a:lnTo>
                    <a:pt x="74543" y="1966"/>
                  </a:lnTo>
                  <a:lnTo>
                    <a:pt x="74603" y="1885"/>
                  </a:lnTo>
                  <a:lnTo>
                    <a:pt x="74603" y="1825"/>
                  </a:lnTo>
                  <a:lnTo>
                    <a:pt x="74603" y="1765"/>
                  </a:lnTo>
                  <a:lnTo>
                    <a:pt x="74543" y="1605"/>
                  </a:lnTo>
                  <a:lnTo>
                    <a:pt x="74443" y="1444"/>
                  </a:lnTo>
                  <a:lnTo>
                    <a:pt x="74303" y="1264"/>
                  </a:lnTo>
                  <a:lnTo>
                    <a:pt x="74122" y="1083"/>
                  </a:lnTo>
                  <a:lnTo>
                    <a:pt x="73901" y="883"/>
                  </a:lnTo>
                  <a:lnTo>
                    <a:pt x="73661" y="702"/>
                  </a:lnTo>
                  <a:lnTo>
                    <a:pt x="73400" y="522"/>
                  </a:lnTo>
                  <a:lnTo>
                    <a:pt x="73099" y="361"/>
                  </a:lnTo>
                  <a:lnTo>
                    <a:pt x="72798" y="221"/>
                  </a:lnTo>
                  <a:lnTo>
                    <a:pt x="72478" y="121"/>
                  </a:lnTo>
                  <a:lnTo>
                    <a:pt x="72137" y="40"/>
                  </a:lnTo>
                  <a:lnTo>
                    <a:pt x="71796" y="0"/>
                  </a:lnTo>
                  <a:lnTo>
                    <a:pt x="71635" y="20"/>
                  </a:lnTo>
                  <a:lnTo>
                    <a:pt x="71475" y="20"/>
                  </a:lnTo>
                  <a:lnTo>
                    <a:pt x="71294" y="60"/>
                  </a:lnTo>
                  <a:lnTo>
                    <a:pt x="71134" y="100"/>
                  </a:lnTo>
                  <a:lnTo>
                    <a:pt x="70973" y="161"/>
                  </a:lnTo>
                  <a:lnTo>
                    <a:pt x="70813" y="221"/>
                  </a:lnTo>
                  <a:lnTo>
                    <a:pt x="69630" y="822"/>
                  </a:lnTo>
                  <a:lnTo>
                    <a:pt x="68407" y="1404"/>
                  </a:lnTo>
                  <a:lnTo>
                    <a:pt x="67203" y="1925"/>
                  </a:lnTo>
                  <a:lnTo>
                    <a:pt x="65980" y="2447"/>
                  </a:lnTo>
                  <a:lnTo>
                    <a:pt x="64757" y="2908"/>
                  </a:lnTo>
                  <a:lnTo>
                    <a:pt x="63513" y="3369"/>
                  </a:lnTo>
                  <a:lnTo>
                    <a:pt x="62290" y="3791"/>
                  </a:lnTo>
                  <a:lnTo>
                    <a:pt x="61067" y="4192"/>
                  </a:lnTo>
                  <a:lnTo>
                    <a:pt x="59843" y="4553"/>
                  </a:lnTo>
                  <a:lnTo>
                    <a:pt x="58620" y="4894"/>
                  </a:lnTo>
                  <a:lnTo>
                    <a:pt x="57397" y="5214"/>
                  </a:lnTo>
                  <a:lnTo>
                    <a:pt x="56193" y="5515"/>
                  </a:lnTo>
                  <a:lnTo>
                    <a:pt x="54990" y="5776"/>
                  </a:lnTo>
                  <a:lnTo>
                    <a:pt x="53827" y="6037"/>
                  </a:lnTo>
                  <a:lnTo>
                    <a:pt x="52664" y="6277"/>
                  </a:lnTo>
                  <a:lnTo>
                    <a:pt x="51501" y="6478"/>
                  </a:lnTo>
                  <a:lnTo>
                    <a:pt x="50378" y="6678"/>
                  </a:lnTo>
                  <a:lnTo>
                    <a:pt x="49275" y="6839"/>
                  </a:lnTo>
                  <a:lnTo>
                    <a:pt x="48192" y="6999"/>
                  </a:lnTo>
                  <a:lnTo>
                    <a:pt x="47149" y="7140"/>
                  </a:lnTo>
                  <a:lnTo>
                    <a:pt x="45123" y="7380"/>
                  </a:lnTo>
                  <a:lnTo>
                    <a:pt x="43238" y="7541"/>
                  </a:lnTo>
                  <a:lnTo>
                    <a:pt x="41493" y="7661"/>
                  </a:lnTo>
                  <a:lnTo>
                    <a:pt x="39909" y="7741"/>
                  </a:lnTo>
                  <a:lnTo>
                    <a:pt x="38505" y="7801"/>
                  </a:lnTo>
                  <a:lnTo>
                    <a:pt x="36099" y="7801"/>
                  </a:lnTo>
                  <a:lnTo>
                    <a:pt x="34695" y="7741"/>
                  </a:lnTo>
                  <a:lnTo>
                    <a:pt x="33111" y="7661"/>
                  </a:lnTo>
                  <a:lnTo>
                    <a:pt x="31366" y="7541"/>
                  </a:lnTo>
                  <a:lnTo>
                    <a:pt x="29481" y="7380"/>
                  </a:lnTo>
                  <a:lnTo>
                    <a:pt x="27455" y="7140"/>
                  </a:lnTo>
                  <a:lnTo>
                    <a:pt x="26412" y="6999"/>
                  </a:lnTo>
                  <a:lnTo>
                    <a:pt x="25329" y="6839"/>
                  </a:lnTo>
                  <a:lnTo>
                    <a:pt x="24226" y="6678"/>
                  </a:lnTo>
                  <a:lnTo>
                    <a:pt x="23103" y="6478"/>
                  </a:lnTo>
                  <a:lnTo>
                    <a:pt x="21940" y="6277"/>
                  </a:lnTo>
                  <a:lnTo>
                    <a:pt x="20777" y="6037"/>
                  </a:lnTo>
                  <a:lnTo>
                    <a:pt x="19614" y="5776"/>
                  </a:lnTo>
                  <a:lnTo>
                    <a:pt x="18411" y="5515"/>
                  </a:lnTo>
                  <a:lnTo>
                    <a:pt x="17207" y="5214"/>
                  </a:lnTo>
                  <a:lnTo>
                    <a:pt x="15984" y="4894"/>
                  </a:lnTo>
                  <a:lnTo>
                    <a:pt x="14761" y="4553"/>
                  </a:lnTo>
                  <a:lnTo>
                    <a:pt x="13537" y="4192"/>
                  </a:lnTo>
                  <a:lnTo>
                    <a:pt x="12314" y="3791"/>
                  </a:lnTo>
                  <a:lnTo>
                    <a:pt x="11091" y="3369"/>
                  </a:lnTo>
                  <a:lnTo>
                    <a:pt x="9847" y="2908"/>
                  </a:lnTo>
                  <a:lnTo>
                    <a:pt x="8624" y="2447"/>
                  </a:lnTo>
                  <a:lnTo>
                    <a:pt x="7401" y="1925"/>
                  </a:lnTo>
                  <a:lnTo>
                    <a:pt x="6197" y="1404"/>
                  </a:lnTo>
                  <a:lnTo>
                    <a:pt x="4974" y="822"/>
                  </a:lnTo>
                  <a:lnTo>
                    <a:pt x="3791" y="221"/>
                  </a:lnTo>
                  <a:lnTo>
                    <a:pt x="3631" y="161"/>
                  </a:lnTo>
                  <a:lnTo>
                    <a:pt x="3470" y="100"/>
                  </a:lnTo>
                  <a:lnTo>
                    <a:pt x="3310" y="60"/>
                  </a:lnTo>
                  <a:lnTo>
                    <a:pt x="3129" y="20"/>
                  </a:lnTo>
                  <a:lnTo>
                    <a:pt x="2969" y="20"/>
                  </a:lnTo>
                  <a:lnTo>
                    <a:pt x="28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8695;p43">
              <a:extLst>
                <a:ext uri="{FF2B5EF4-FFF2-40B4-BE49-F238E27FC236}">
                  <a16:creationId xmlns:a16="http://schemas.microsoft.com/office/drawing/2014/main" id="{7B947744-7053-C729-6B50-8A2B924F9908}"/>
                </a:ext>
              </a:extLst>
            </p:cNvPr>
            <p:cNvSpPr/>
            <p:nvPr/>
          </p:nvSpPr>
          <p:spPr>
            <a:xfrm>
              <a:off x="8544450" y="4249450"/>
              <a:ext cx="70225" cy="70700"/>
            </a:xfrm>
            <a:custGeom>
              <a:avLst/>
              <a:gdLst/>
              <a:ahLst/>
              <a:cxnLst/>
              <a:rect l="l" t="t" r="r" b="b"/>
              <a:pathLst>
                <a:path w="2809" h="2828" extrusionOk="0">
                  <a:moveTo>
                    <a:pt x="1344" y="0"/>
                  </a:moveTo>
                  <a:lnTo>
                    <a:pt x="1184" y="20"/>
                  </a:lnTo>
                  <a:lnTo>
                    <a:pt x="1023" y="60"/>
                  </a:lnTo>
                  <a:lnTo>
                    <a:pt x="883" y="101"/>
                  </a:lnTo>
                  <a:lnTo>
                    <a:pt x="743" y="161"/>
                  </a:lnTo>
                  <a:lnTo>
                    <a:pt x="622" y="241"/>
                  </a:lnTo>
                  <a:lnTo>
                    <a:pt x="502" y="341"/>
                  </a:lnTo>
                  <a:lnTo>
                    <a:pt x="382" y="442"/>
                  </a:lnTo>
                  <a:lnTo>
                    <a:pt x="281" y="562"/>
                  </a:lnTo>
                  <a:lnTo>
                    <a:pt x="201" y="702"/>
                  </a:lnTo>
                  <a:lnTo>
                    <a:pt x="141" y="823"/>
                  </a:lnTo>
                  <a:lnTo>
                    <a:pt x="81" y="983"/>
                  </a:lnTo>
                  <a:lnTo>
                    <a:pt x="41" y="1123"/>
                  </a:lnTo>
                  <a:lnTo>
                    <a:pt x="1" y="1284"/>
                  </a:lnTo>
                  <a:lnTo>
                    <a:pt x="1" y="1444"/>
                  </a:lnTo>
                  <a:lnTo>
                    <a:pt x="1" y="1605"/>
                  </a:lnTo>
                  <a:lnTo>
                    <a:pt x="21" y="1725"/>
                  </a:lnTo>
                  <a:lnTo>
                    <a:pt x="61" y="1845"/>
                  </a:lnTo>
                  <a:lnTo>
                    <a:pt x="161" y="2066"/>
                  </a:lnTo>
                  <a:lnTo>
                    <a:pt x="302" y="2287"/>
                  </a:lnTo>
                  <a:lnTo>
                    <a:pt x="382" y="2387"/>
                  </a:lnTo>
                  <a:lnTo>
                    <a:pt x="482" y="2487"/>
                  </a:lnTo>
                  <a:lnTo>
                    <a:pt x="602" y="2567"/>
                  </a:lnTo>
                  <a:lnTo>
                    <a:pt x="723" y="2627"/>
                  </a:lnTo>
                  <a:lnTo>
                    <a:pt x="843" y="2708"/>
                  </a:lnTo>
                  <a:lnTo>
                    <a:pt x="983" y="2748"/>
                  </a:lnTo>
                  <a:lnTo>
                    <a:pt x="1124" y="2788"/>
                  </a:lnTo>
                  <a:lnTo>
                    <a:pt x="1264" y="2808"/>
                  </a:lnTo>
                  <a:lnTo>
                    <a:pt x="1425" y="2828"/>
                  </a:lnTo>
                  <a:lnTo>
                    <a:pt x="1585" y="2808"/>
                  </a:lnTo>
                  <a:lnTo>
                    <a:pt x="1786" y="2788"/>
                  </a:lnTo>
                  <a:lnTo>
                    <a:pt x="1966" y="2708"/>
                  </a:lnTo>
                  <a:lnTo>
                    <a:pt x="2126" y="2627"/>
                  </a:lnTo>
                  <a:lnTo>
                    <a:pt x="2287" y="2507"/>
                  </a:lnTo>
                  <a:lnTo>
                    <a:pt x="2427" y="2387"/>
                  </a:lnTo>
                  <a:lnTo>
                    <a:pt x="2548" y="2226"/>
                  </a:lnTo>
                  <a:lnTo>
                    <a:pt x="2648" y="2066"/>
                  </a:lnTo>
                  <a:lnTo>
                    <a:pt x="2728" y="1885"/>
                  </a:lnTo>
                  <a:lnTo>
                    <a:pt x="2768" y="1725"/>
                  </a:lnTo>
                  <a:lnTo>
                    <a:pt x="2788" y="1545"/>
                  </a:lnTo>
                  <a:lnTo>
                    <a:pt x="2808" y="1384"/>
                  </a:lnTo>
                  <a:lnTo>
                    <a:pt x="2788" y="1224"/>
                  </a:lnTo>
                  <a:lnTo>
                    <a:pt x="2768" y="1083"/>
                  </a:lnTo>
                  <a:lnTo>
                    <a:pt x="2728" y="923"/>
                  </a:lnTo>
                  <a:lnTo>
                    <a:pt x="2648" y="782"/>
                  </a:lnTo>
                  <a:lnTo>
                    <a:pt x="2568" y="642"/>
                  </a:lnTo>
                  <a:lnTo>
                    <a:pt x="2487" y="522"/>
                  </a:lnTo>
                  <a:lnTo>
                    <a:pt x="2387" y="401"/>
                  </a:lnTo>
                  <a:lnTo>
                    <a:pt x="2267" y="301"/>
                  </a:lnTo>
                  <a:lnTo>
                    <a:pt x="2126" y="221"/>
                  </a:lnTo>
                  <a:lnTo>
                    <a:pt x="1986" y="141"/>
                  </a:lnTo>
                  <a:lnTo>
                    <a:pt x="1826" y="81"/>
                  </a:lnTo>
                  <a:lnTo>
                    <a:pt x="1665" y="40"/>
                  </a:lnTo>
                  <a:lnTo>
                    <a:pt x="1505" y="20"/>
                  </a:lnTo>
                  <a:lnTo>
                    <a:pt x="134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43">
              <a:extLst>
                <a:ext uri="{FF2B5EF4-FFF2-40B4-BE49-F238E27FC236}">
                  <a16:creationId xmlns:a16="http://schemas.microsoft.com/office/drawing/2014/main" id="{7CD472D0-A3B8-6F46-4973-5A0056E57C0C}"/>
                </a:ext>
              </a:extLst>
            </p:cNvPr>
            <p:cNvSpPr/>
            <p:nvPr/>
          </p:nvSpPr>
          <p:spPr>
            <a:xfrm>
              <a:off x="8321350" y="4191275"/>
              <a:ext cx="258225" cy="278800"/>
            </a:xfrm>
            <a:custGeom>
              <a:avLst/>
              <a:gdLst/>
              <a:ahLst/>
              <a:cxnLst/>
              <a:rect l="l" t="t" r="r" b="b"/>
              <a:pathLst>
                <a:path w="10329" h="11152" extrusionOk="0">
                  <a:moveTo>
                    <a:pt x="1565" y="1"/>
                  </a:moveTo>
                  <a:lnTo>
                    <a:pt x="1484" y="41"/>
                  </a:lnTo>
                  <a:lnTo>
                    <a:pt x="1384" y="81"/>
                  </a:lnTo>
                  <a:lnTo>
                    <a:pt x="1124" y="262"/>
                  </a:lnTo>
                  <a:lnTo>
                    <a:pt x="843" y="502"/>
                  </a:lnTo>
                  <a:lnTo>
                    <a:pt x="562" y="763"/>
                  </a:lnTo>
                  <a:lnTo>
                    <a:pt x="321" y="1044"/>
                  </a:lnTo>
                  <a:lnTo>
                    <a:pt x="121" y="1284"/>
                  </a:lnTo>
                  <a:lnTo>
                    <a:pt x="61" y="1385"/>
                  </a:lnTo>
                  <a:lnTo>
                    <a:pt x="0" y="1465"/>
                  </a:lnTo>
                  <a:lnTo>
                    <a:pt x="0" y="1525"/>
                  </a:lnTo>
                  <a:lnTo>
                    <a:pt x="21" y="1565"/>
                  </a:lnTo>
                  <a:lnTo>
                    <a:pt x="1244" y="3029"/>
                  </a:lnTo>
                  <a:lnTo>
                    <a:pt x="2507" y="4553"/>
                  </a:lnTo>
                  <a:lnTo>
                    <a:pt x="3991" y="6278"/>
                  </a:lnTo>
                  <a:lnTo>
                    <a:pt x="5495" y="8023"/>
                  </a:lnTo>
                  <a:lnTo>
                    <a:pt x="6839" y="9567"/>
                  </a:lnTo>
                  <a:lnTo>
                    <a:pt x="7421" y="10189"/>
                  </a:lnTo>
                  <a:lnTo>
                    <a:pt x="7882" y="10670"/>
                  </a:lnTo>
                  <a:lnTo>
                    <a:pt x="8223" y="10991"/>
                  </a:lnTo>
                  <a:lnTo>
                    <a:pt x="8343" y="11071"/>
                  </a:lnTo>
                  <a:lnTo>
                    <a:pt x="8423" y="11111"/>
                  </a:lnTo>
                  <a:lnTo>
                    <a:pt x="8664" y="11151"/>
                  </a:lnTo>
                  <a:lnTo>
                    <a:pt x="8985" y="11151"/>
                  </a:lnTo>
                  <a:lnTo>
                    <a:pt x="9306" y="11131"/>
                  </a:lnTo>
                  <a:lnTo>
                    <a:pt x="9627" y="11091"/>
                  </a:lnTo>
                  <a:lnTo>
                    <a:pt x="9927" y="11031"/>
                  </a:lnTo>
                  <a:lnTo>
                    <a:pt x="10148" y="10951"/>
                  </a:lnTo>
                  <a:lnTo>
                    <a:pt x="10228" y="10911"/>
                  </a:lnTo>
                  <a:lnTo>
                    <a:pt x="10288" y="10871"/>
                  </a:lnTo>
                  <a:lnTo>
                    <a:pt x="10329" y="10830"/>
                  </a:lnTo>
                  <a:lnTo>
                    <a:pt x="10329" y="10770"/>
                  </a:lnTo>
                  <a:lnTo>
                    <a:pt x="10208" y="10610"/>
                  </a:lnTo>
                  <a:lnTo>
                    <a:pt x="9907" y="10249"/>
                  </a:lnTo>
                  <a:lnTo>
                    <a:pt x="8905" y="8985"/>
                  </a:lnTo>
                  <a:lnTo>
                    <a:pt x="5917" y="5295"/>
                  </a:lnTo>
                  <a:lnTo>
                    <a:pt x="15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43">
              <a:extLst>
                <a:ext uri="{FF2B5EF4-FFF2-40B4-BE49-F238E27FC236}">
                  <a16:creationId xmlns:a16="http://schemas.microsoft.com/office/drawing/2014/main" id="{6F1D054D-7811-D29B-6894-7E4E8C262946}"/>
                </a:ext>
              </a:extLst>
            </p:cNvPr>
            <p:cNvSpPr/>
            <p:nvPr/>
          </p:nvSpPr>
          <p:spPr>
            <a:xfrm>
              <a:off x="8321350" y="4191275"/>
              <a:ext cx="258225" cy="278800"/>
            </a:xfrm>
            <a:custGeom>
              <a:avLst/>
              <a:gdLst/>
              <a:ahLst/>
              <a:cxnLst/>
              <a:rect l="l" t="t" r="r" b="b"/>
              <a:pathLst>
                <a:path w="10329" h="11152" fill="none" extrusionOk="0">
                  <a:moveTo>
                    <a:pt x="21" y="1565"/>
                  </a:moveTo>
                  <a:lnTo>
                    <a:pt x="21" y="1565"/>
                  </a:lnTo>
                  <a:lnTo>
                    <a:pt x="0" y="1525"/>
                  </a:lnTo>
                  <a:lnTo>
                    <a:pt x="0" y="1465"/>
                  </a:lnTo>
                  <a:lnTo>
                    <a:pt x="61" y="1385"/>
                  </a:lnTo>
                  <a:lnTo>
                    <a:pt x="121" y="1284"/>
                  </a:lnTo>
                  <a:lnTo>
                    <a:pt x="321" y="1044"/>
                  </a:lnTo>
                  <a:lnTo>
                    <a:pt x="562" y="763"/>
                  </a:lnTo>
                  <a:lnTo>
                    <a:pt x="843" y="502"/>
                  </a:lnTo>
                  <a:lnTo>
                    <a:pt x="1124" y="262"/>
                  </a:lnTo>
                  <a:lnTo>
                    <a:pt x="1384" y="81"/>
                  </a:lnTo>
                  <a:lnTo>
                    <a:pt x="1484" y="41"/>
                  </a:lnTo>
                  <a:lnTo>
                    <a:pt x="1565" y="1"/>
                  </a:lnTo>
                  <a:lnTo>
                    <a:pt x="1565" y="1"/>
                  </a:lnTo>
                  <a:lnTo>
                    <a:pt x="5917" y="5295"/>
                  </a:lnTo>
                  <a:lnTo>
                    <a:pt x="8905" y="8985"/>
                  </a:lnTo>
                  <a:lnTo>
                    <a:pt x="9907" y="10249"/>
                  </a:lnTo>
                  <a:lnTo>
                    <a:pt x="10208" y="10610"/>
                  </a:lnTo>
                  <a:lnTo>
                    <a:pt x="10329" y="10770"/>
                  </a:lnTo>
                  <a:lnTo>
                    <a:pt x="10329" y="10770"/>
                  </a:lnTo>
                  <a:lnTo>
                    <a:pt x="10329" y="10830"/>
                  </a:lnTo>
                  <a:lnTo>
                    <a:pt x="10288" y="10871"/>
                  </a:lnTo>
                  <a:lnTo>
                    <a:pt x="10228" y="10911"/>
                  </a:lnTo>
                  <a:lnTo>
                    <a:pt x="10148" y="10951"/>
                  </a:lnTo>
                  <a:lnTo>
                    <a:pt x="9927" y="11031"/>
                  </a:lnTo>
                  <a:lnTo>
                    <a:pt x="9627" y="11091"/>
                  </a:lnTo>
                  <a:lnTo>
                    <a:pt x="9306" y="11131"/>
                  </a:lnTo>
                  <a:lnTo>
                    <a:pt x="8985" y="11151"/>
                  </a:lnTo>
                  <a:lnTo>
                    <a:pt x="8664" y="11151"/>
                  </a:lnTo>
                  <a:lnTo>
                    <a:pt x="8423" y="11111"/>
                  </a:lnTo>
                  <a:lnTo>
                    <a:pt x="8423" y="11111"/>
                  </a:lnTo>
                  <a:lnTo>
                    <a:pt x="8343" y="11071"/>
                  </a:lnTo>
                  <a:lnTo>
                    <a:pt x="8223" y="10991"/>
                  </a:lnTo>
                  <a:lnTo>
                    <a:pt x="7882" y="10670"/>
                  </a:lnTo>
                  <a:lnTo>
                    <a:pt x="7421" y="10189"/>
                  </a:lnTo>
                  <a:lnTo>
                    <a:pt x="6839" y="9567"/>
                  </a:lnTo>
                  <a:lnTo>
                    <a:pt x="5495" y="8023"/>
                  </a:lnTo>
                  <a:lnTo>
                    <a:pt x="3991" y="6278"/>
                  </a:lnTo>
                  <a:lnTo>
                    <a:pt x="2507" y="4553"/>
                  </a:lnTo>
                  <a:lnTo>
                    <a:pt x="1244" y="3029"/>
                  </a:lnTo>
                  <a:lnTo>
                    <a:pt x="21" y="156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43">
              <a:extLst>
                <a:ext uri="{FF2B5EF4-FFF2-40B4-BE49-F238E27FC236}">
                  <a16:creationId xmlns:a16="http://schemas.microsoft.com/office/drawing/2014/main" id="{678446AB-E86B-52EE-A18B-F1972C912BD2}"/>
                </a:ext>
              </a:extLst>
            </p:cNvPr>
            <p:cNvSpPr/>
            <p:nvPr/>
          </p:nvSpPr>
          <p:spPr>
            <a:xfrm>
              <a:off x="8521400" y="4178250"/>
              <a:ext cx="392075" cy="246700"/>
            </a:xfrm>
            <a:custGeom>
              <a:avLst/>
              <a:gdLst/>
              <a:ahLst/>
              <a:cxnLst/>
              <a:rect l="l" t="t" r="r" b="b"/>
              <a:pathLst>
                <a:path w="15683" h="9868" extrusionOk="0">
                  <a:moveTo>
                    <a:pt x="14339" y="1"/>
                  </a:moveTo>
                  <a:lnTo>
                    <a:pt x="14239" y="21"/>
                  </a:lnTo>
                  <a:lnTo>
                    <a:pt x="13998" y="121"/>
                  </a:lnTo>
                  <a:lnTo>
                    <a:pt x="13497" y="422"/>
                  </a:lnTo>
                  <a:lnTo>
                    <a:pt x="11812" y="1384"/>
                  </a:lnTo>
                  <a:lnTo>
                    <a:pt x="6939" y="4252"/>
                  </a:lnTo>
                  <a:lnTo>
                    <a:pt x="2166" y="7100"/>
                  </a:lnTo>
                  <a:lnTo>
                    <a:pt x="0" y="8383"/>
                  </a:lnTo>
                  <a:lnTo>
                    <a:pt x="1203" y="9867"/>
                  </a:lnTo>
                  <a:lnTo>
                    <a:pt x="3450" y="8704"/>
                  </a:lnTo>
                  <a:lnTo>
                    <a:pt x="5756" y="7501"/>
                  </a:lnTo>
                  <a:lnTo>
                    <a:pt x="8423" y="6097"/>
                  </a:lnTo>
                  <a:lnTo>
                    <a:pt x="11070" y="4693"/>
                  </a:lnTo>
                  <a:lnTo>
                    <a:pt x="13397" y="3410"/>
                  </a:lnTo>
                  <a:lnTo>
                    <a:pt x="14319" y="2888"/>
                  </a:lnTo>
                  <a:lnTo>
                    <a:pt x="15041" y="2447"/>
                  </a:lnTo>
                  <a:lnTo>
                    <a:pt x="15502" y="2146"/>
                  </a:lnTo>
                  <a:lnTo>
                    <a:pt x="15623" y="2046"/>
                  </a:lnTo>
                  <a:lnTo>
                    <a:pt x="15683" y="1986"/>
                  </a:lnTo>
                  <a:lnTo>
                    <a:pt x="15683" y="1866"/>
                  </a:lnTo>
                  <a:lnTo>
                    <a:pt x="15643" y="1745"/>
                  </a:lnTo>
                  <a:lnTo>
                    <a:pt x="15603" y="1605"/>
                  </a:lnTo>
                  <a:lnTo>
                    <a:pt x="15542" y="1444"/>
                  </a:lnTo>
                  <a:lnTo>
                    <a:pt x="15362" y="1104"/>
                  </a:lnTo>
                  <a:lnTo>
                    <a:pt x="15141" y="763"/>
                  </a:lnTo>
                  <a:lnTo>
                    <a:pt x="14901" y="442"/>
                  </a:lnTo>
                  <a:lnTo>
                    <a:pt x="14780" y="321"/>
                  </a:lnTo>
                  <a:lnTo>
                    <a:pt x="14660" y="201"/>
                  </a:lnTo>
                  <a:lnTo>
                    <a:pt x="14540" y="101"/>
                  </a:lnTo>
                  <a:lnTo>
                    <a:pt x="14439" y="41"/>
                  </a:lnTo>
                  <a:lnTo>
                    <a:pt x="143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43">
              <a:extLst>
                <a:ext uri="{FF2B5EF4-FFF2-40B4-BE49-F238E27FC236}">
                  <a16:creationId xmlns:a16="http://schemas.microsoft.com/office/drawing/2014/main" id="{BAC5D581-B1D3-1503-76D2-49E9FF67D5FD}"/>
                </a:ext>
              </a:extLst>
            </p:cNvPr>
            <p:cNvSpPr/>
            <p:nvPr/>
          </p:nvSpPr>
          <p:spPr>
            <a:xfrm>
              <a:off x="8222575" y="3901000"/>
              <a:ext cx="946100" cy="523950"/>
            </a:xfrm>
            <a:custGeom>
              <a:avLst/>
              <a:gdLst/>
              <a:ahLst/>
              <a:cxnLst/>
              <a:rect l="l" t="t" r="r" b="b"/>
              <a:pathLst>
                <a:path w="37844" h="20958" extrusionOk="0">
                  <a:moveTo>
                    <a:pt x="21720" y="0"/>
                  </a:moveTo>
                  <a:lnTo>
                    <a:pt x="21198" y="20"/>
                  </a:lnTo>
                  <a:lnTo>
                    <a:pt x="20697" y="61"/>
                  </a:lnTo>
                  <a:lnTo>
                    <a:pt x="20196" y="141"/>
                  </a:lnTo>
                  <a:lnTo>
                    <a:pt x="19714" y="241"/>
                  </a:lnTo>
                  <a:lnTo>
                    <a:pt x="19213" y="361"/>
                  </a:lnTo>
                  <a:lnTo>
                    <a:pt x="18712" y="502"/>
                  </a:lnTo>
                  <a:lnTo>
                    <a:pt x="18230" y="662"/>
                  </a:lnTo>
                  <a:lnTo>
                    <a:pt x="17749" y="823"/>
                  </a:lnTo>
                  <a:lnTo>
                    <a:pt x="17268" y="1023"/>
                  </a:lnTo>
                  <a:lnTo>
                    <a:pt x="16786" y="1244"/>
                  </a:lnTo>
                  <a:lnTo>
                    <a:pt x="16305" y="1464"/>
                  </a:lnTo>
                  <a:lnTo>
                    <a:pt x="15844" y="1705"/>
                  </a:lnTo>
                  <a:lnTo>
                    <a:pt x="15383" y="1946"/>
                  </a:lnTo>
                  <a:lnTo>
                    <a:pt x="14941" y="2226"/>
                  </a:lnTo>
                  <a:lnTo>
                    <a:pt x="14500" y="2487"/>
                  </a:lnTo>
                  <a:lnTo>
                    <a:pt x="14059" y="2788"/>
                  </a:lnTo>
                  <a:lnTo>
                    <a:pt x="13638" y="3069"/>
                  </a:lnTo>
                  <a:lnTo>
                    <a:pt x="13417" y="3229"/>
                  </a:lnTo>
                  <a:lnTo>
                    <a:pt x="13257" y="3309"/>
                  </a:lnTo>
                  <a:lnTo>
                    <a:pt x="13076" y="3370"/>
                  </a:lnTo>
                  <a:lnTo>
                    <a:pt x="12856" y="3430"/>
                  </a:lnTo>
                  <a:lnTo>
                    <a:pt x="12615" y="3490"/>
                  </a:lnTo>
                  <a:lnTo>
                    <a:pt x="12094" y="3550"/>
                  </a:lnTo>
                  <a:lnTo>
                    <a:pt x="11492" y="3590"/>
                  </a:lnTo>
                  <a:lnTo>
                    <a:pt x="10850" y="3610"/>
                  </a:lnTo>
                  <a:lnTo>
                    <a:pt x="10148" y="3610"/>
                  </a:lnTo>
                  <a:lnTo>
                    <a:pt x="8624" y="3590"/>
                  </a:lnTo>
                  <a:lnTo>
                    <a:pt x="7080" y="3570"/>
                  </a:lnTo>
                  <a:lnTo>
                    <a:pt x="6318" y="3570"/>
                  </a:lnTo>
                  <a:lnTo>
                    <a:pt x="5556" y="3590"/>
                  </a:lnTo>
                  <a:lnTo>
                    <a:pt x="4834" y="3630"/>
                  </a:lnTo>
                  <a:lnTo>
                    <a:pt x="4132" y="3690"/>
                  </a:lnTo>
                  <a:lnTo>
                    <a:pt x="3490" y="3791"/>
                  </a:lnTo>
                  <a:lnTo>
                    <a:pt x="3189" y="3871"/>
                  </a:lnTo>
                  <a:lnTo>
                    <a:pt x="2889" y="3931"/>
                  </a:lnTo>
                  <a:lnTo>
                    <a:pt x="2708" y="3991"/>
                  </a:lnTo>
                  <a:lnTo>
                    <a:pt x="2508" y="4071"/>
                  </a:lnTo>
                  <a:lnTo>
                    <a:pt x="2327" y="4172"/>
                  </a:lnTo>
                  <a:lnTo>
                    <a:pt x="2147" y="4292"/>
                  </a:lnTo>
                  <a:lnTo>
                    <a:pt x="1946" y="4412"/>
                  </a:lnTo>
                  <a:lnTo>
                    <a:pt x="1766" y="4553"/>
                  </a:lnTo>
                  <a:lnTo>
                    <a:pt x="1605" y="4693"/>
                  </a:lnTo>
                  <a:lnTo>
                    <a:pt x="1425" y="4874"/>
                  </a:lnTo>
                  <a:lnTo>
                    <a:pt x="1264" y="5054"/>
                  </a:lnTo>
                  <a:lnTo>
                    <a:pt x="1104" y="5235"/>
                  </a:lnTo>
                  <a:lnTo>
                    <a:pt x="943" y="5435"/>
                  </a:lnTo>
                  <a:lnTo>
                    <a:pt x="803" y="5636"/>
                  </a:lnTo>
                  <a:lnTo>
                    <a:pt x="683" y="5856"/>
                  </a:lnTo>
                  <a:lnTo>
                    <a:pt x="542" y="6097"/>
                  </a:lnTo>
                  <a:lnTo>
                    <a:pt x="442" y="6318"/>
                  </a:lnTo>
                  <a:lnTo>
                    <a:pt x="342" y="6558"/>
                  </a:lnTo>
                  <a:lnTo>
                    <a:pt x="241" y="6819"/>
                  </a:lnTo>
                  <a:lnTo>
                    <a:pt x="181" y="7080"/>
                  </a:lnTo>
                  <a:lnTo>
                    <a:pt x="101" y="7340"/>
                  </a:lnTo>
                  <a:lnTo>
                    <a:pt x="61" y="7601"/>
                  </a:lnTo>
                  <a:lnTo>
                    <a:pt x="21" y="7862"/>
                  </a:lnTo>
                  <a:lnTo>
                    <a:pt x="1" y="8143"/>
                  </a:lnTo>
                  <a:lnTo>
                    <a:pt x="1" y="8423"/>
                  </a:lnTo>
                  <a:lnTo>
                    <a:pt x="21" y="8704"/>
                  </a:lnTo>
                  <a:lnTo>
                    <a:pt x="61" y="8965"/>
                  </a:lnTo>
                  <a:lnTo>
                    <a:pt x="121" y="9246"/>
                  </a:lnTo>
                  <a:lnTo>
                    <a:pt x="181" y="9526"/>
                  </a:lnTo>
                  <a:lnTo>
                    <a:pt x="281" y="9807"/>
                  </a:lnTo>
                  <a:lnTo>
                    <a:pt x="402" y="10088"/>
                  </a:lnTo>
                  <a:lnTo>
                    <a:pt x="542" y="10369"/>
                  </a:lnTo>
                  <a:lnTo>
                    <a:pt x="703" y="10629"/>
                  </a:lnTo>
                  <a:lnTo>
                    <a:pt x="883" y="10910"/>
                  </a:lnTo>
                  <a:lnTo>
                    <a:pt x="1044" y="11091"/>
                  </a:lnTo>
                  <a:lnTo>
                    <a:pt x="1164" y="11251"/>
                  </a:lnTo>
                  <a:lnTo>
                    <a:pt x="1184" y="11271"/>
                  </a:lnTo>
                  <a:lnTo>
                    <a:pt x="1384" y="11472"/>
                  </a:lnTo>
                  <a:lnTo>
                    <a:pt x="1625" y="11672"/>
                  </a:lnTo>
                  <a:lnTo>
                    <a:pt x="1926" y="11913"/>
                  </a:lnTo>
                  <a:lnTo>
                    <a:pt x="2267" y="12113"/>
                  </a:lnTo>
                  <a:lnTo>
                    <a:pt x="2628" y="12314"/>
                  </a:lnTo>
                  <a:lnTo>
                    <a:pt x="3009" y="12494"/>
                  </a:lnTo>
                  <a:lnTo>
                    <a:pt x="3410" y="12635"/>
                  </a:lnTo>
                  <a:lnTo>
                    <a:pt x="3851" y="12755"/>
                  </a:lnTo>
                  <a:lnTo>
                    <a:pt x="4292" y="12855"/>
                  </a:lnTo>
                  <a:lnTo>
                    <a:pt x="4754" y="12916"/>
                  </a:lnTo>
                  <a:lnTo>
                    <a:pt x="5215" y="12936"/>
                  </a:lnTo>
                  <a:lnTo>
                    <a:pt x="5716" y="12936"/>
                  </a:lnTo>
                  <a:lnTo>
                    <a:pt x="6218" y="12916"/>
                  </a:lnTo>
                  <a:lnTo>
                    <a:pt x="6719" y="12835"/>
                  </a:lnTo>
                  <a:lnTo>
                    <a:pt x="7220" y="12715"/>
                  </a:lnTo>
                  <a:lnTo>
                    <a:pt x="7742" y="12575"/>
                  </a:lnTo>
                  <a:lnTo>
                    <a:pt x="8263" y="12374"/>
                  </a:lnTo>
                  <a:lnTo>
                    <a:pt x="8785" y="12133"/>
                  </a:lnTo>
                  <a:lnTo>
                    <a:pt x="9065" y="11993"/>
                  </a:lnTo>
                  <a:lnTo>
                    <a:pt x="9346" y="11813"/>
                  </a:lnTo>
                  <a:lnTo>
                    <a:pt x="9607" y="11652"/>
                  </a:lnTo>
                  <a:lnTo>
                    <a:pt x="9888" y="11452"/>
                  </a:lnTo>
                  <a:lnTo>
                    <a:pt x="10168" y="11251"/>
                  </a:lnTo>
                  <a:lnTo>
                    <a:pt x="10429" y="11030"/>
                  </a:lnTo>
                  <a:lnTo>
                    <a:pt x="10710" y="10790"/>
                  </a:lnTo>
                  <a:lnTo>
                    <a:pt x="10971" y="10529"/>
                  </a:lnTo>
                  <a:lnTo>
                    <a:pt x="11251" y="10268"/>
                  </a:lnTo>
                  <a:lnTo>
                    <a:pt x="11512" y="9968"/>
                  </a:lnTo>
                  <a:lnTo>
                    <a:pt x="11753" y="9667"/>
                  </a:lnTo>
                  <a:lnTo>
                    <a:pt x="12013" y="9366"/>
                  </a:lnTo>
                  <a:lnTo>
                    <a:pt x="12274" y="9025"/>
                  </a:lnTo>
                  <a:lnTo>
                    <a:pt x="12515" y="8664"/>
                  </a:lnTo>
                  <a:lnTo>
                    <a:pt x="12755" y="8303"/>
                  </a:lnTo>
                  <a:lnTo>
                    <a:pt x="12996" y="7902"/>
                  </a:lnTo>
                  <a:lnTo>
                    <a:pt x="13217" y="7481"/>
                  </a:lnTo>
                  <a:lnTo>
                    <a:pt x="13437" y="7019"/>
                  </a:lnTo>
                  <a:lnTo>
                    <a:pt x="13678" y="6538"/>
                  </a:lnTo>
                  <a:lnTo>
                    <a:pt x="13919" y="6037"/>
                  </a:lnTo>
                  <a:lnTo>
                    <a:pt x="14219" y="5515"/>
                  </a:lnTo>
                  <a:lnTo>
                    <a:pt x="14560" y="4974"/>
                  </a:lnTo>
                  <a:lnTo>
                    <a:pt x="14761" y="4693"/>
                  </a:lnTo>
                  <a:lnTo>
                    <a:pt x="14961" y="4412"/>
                  </a:lnTo>
                  <a:lnTo>
                    <a:pt x="15202" y="4152"/>
                  </a:lnTo>
                  <a:lnTo>
                    <a:pt x="15463" y="3871"/>
                  </a:lnTo>
                  <a:lnTo>
                    <a:pt x="15483" y="3851"/>
                  </a:lnTo>
                  <a:lnTo>
                    <a:pt x="16084" y="3550"/>
                  </a:lnTo>
                  <a:lnTo>
                    <a:pt x="16365" y="3430"/>
                  </a:lnTo>
                  <a:lnTo>
                    <a:pt x="16626" y="3329"/>
                  </a:lnTo>
                  <a:lnTo>
                    <a:pt x="16867" y="3249"/>
                  </a:lnTo>
                  <a:lnTo>
                    <a:pt x="17087" y="3189"/>
                  </a:lnTo>
                  <a:lnTo>
                    <a:pt x="17308" y="3149"/>
                  </a:lnTo>
                  <a:lnTo>
                    <a:pt x="17709" y="3149"/>
                  </a:lnTo>
                  <a:lnTo>
                    <a:pt x="17970" y="3189"/>
                  </a:lnTo>
                  <a:lnTo>
                    <a:pt x="18230" y="3269"/>
                  </a:lnTo>
                  <a:lnTo>
                    <a:pt x="18491" y="3350"/>
                  </a:lnTo>
                  <a:lnTo>
                    <a:pt x="18772" y="3470"/>
                  </a:lnTo>
                  <a:lnTo>
                    <a:pt x="19052" y="3610"/>
                  </a:lnTo>
                  <a:lnTo>
                    <a:pt x="19333" y="3771"/>
                  </a:lnTo>
                  <a:lnTo>
                    <a:pt x="19614" y="3951"/>
                  </a:lnTo>
                  <a:lnTo>
                    <a:pt x="19915" y="4172"/>
                  </a:lnTo>
                  <a:lnTo>
                    <a:pt x="20336" y="4493"/>
                  </a:lnTo>
                  <a:lnTo>
                    <a:pt x="20777" y="4854"/>
                  </a:lnTo>
                  <a:lnTo>
                    <a:pt x="21218" y="5255"/>
                  </a:lnTo>
                  <a:lnTo>
                    <a:pt x="21660" y="5676"/>
                  </a:lnTo>
                  <a:lnTo>
                    <a:pt x="22101" y="6137"/>
                  </a:lnTo>
                  <a:lnTo>
                    <a:pt x="22562" y="6618"/>
                  </a:lnTo>
                  <a:lnTo>
                    <a:pt x="23023" y="7120"/>
                  </a:lnTo>
                  <a:lnTo>
                    <a:pt x="23485" y="7661"/>
                  </a:lnTo>
                  <a:lnTo>
                    <a:pt x="24407" y="8764"/>
                  </a:lnTo>
                  <a:lnTo>
                    <a:pt x="25330" y="9947"/>
                  </a:lnTo>
                  <a:lnTo>
                    <a:pt x="26232" y="11151"/>
                  </a:lnTo>
                  <a:lnTo>
                    <a:pt x="27134" y="12374"/>
                  </a:lnTo>
                  <a:lnTo>
                    <a:pt x="27997" y="13577"/>
                  </a:lnTo>
                  <a:lnTo>
                    <a:pt x="28839" y="14761"/>
                  </a:lnTo>
                  <a:lnTo>
                    <a:pt x="30383" y="16987"/>
                  </a:lnTo>
                  <a:lnTo>
                    <a:pt x="31085" y="17969"/>
                  </a:lnTo>
                  <a:lnTo>
                    <a:pt x="31727" y="18832"/>
                  </a:lnTo>
                  <a:lnTo>
                    <a:pt x="32288" y="19574"/>
                  </a:lnTo>
                  <a:lnTo>
                    <a:pt x="32790" y="20175"/>
                  </a:lnTo>
                  <a:lnTo>
                    <a:pt x="32970" y="20376"/>
                  </a:lnTo>
                  <a:lnTo>
                    <a:pt x="33151" y="20536"/>
                  </a:lnTo>
                  <a:lnTo>
                    <a:pt x="33311" y="20677"/>
                  </a:lnTo>
                  <a:lnTo>
                    <a:pt x="33432" y="20777"/>
                  </a:lnTo>
                  <a:lnTo>
                    <a:pt x="33552" y="20837"/>
                  </a:lnTo>
                  <a:lnTo>
                    <a:pt x="33732" y="20877"/>
                  </a:lnTo>
                  <a:lnTo>
                    <a:pt x="33993" y="20917"/>
                  </a:lnTo>
                  <a:lnTo>
                    <a:pt x="34354" y="20937"/>
                  </a:lnTo>
                  <a:lnTo>
                    <a:pt x="34795" y="20937"/>
                  </a:lnTo>
                  <a:lnTo>
                    <a:pt x="34996" y="20957"/>
                  </a:lnTo>
                  <a:lnTo>
                    <a:pt x="35858" y="20957"/>
                  </a:lnTo>
                  <a:lnTo>
                    <a:pt x="36881" y="20937"/>
                  </a:lnTo>
                  <a:lnTo>
                    <a:pt x="37844" y="20937"/>
                  </a:lnTo>
                  <a:lnTo>
                    <a:pt x="37643" y="20336"/>
                  </a:lnTo>
                  <a:lnTo>
                    <a:pt x="37362" y="19433"/>
                  </a:lnTo>
                  <a:lnTo>
                    <a:pt x="37001" y="18270"/>
                  </a:lnTo>
                  <a:lnTo>
                    <a:pt x="36540" y="16906"/>
                  </a:lnTo>
                  <a:lnTo>
                    <a:pt x="35999" y="15362"/>
                  </a:lnTo>
                  <a:lnTo>
                    <a:pt x="35678" y="14560"/>
                  </a:lnTo>
                  <a:lnTo>
                    <a:pt x="35357" y="13718"/>
                  </a:lnTo>
                  <a:lnTo>
                    <a:pt x="34996" y="12855"/>
                  </a:lnTo>
                  <a:lnTo>
                    <a:pt x="34615" y="11973"/>
                  </a:lnTo>
                  <a:lnTo>
                    <a:pt x="34214" y="11091"/>
                  </a:lnTo>
                  <a:lnTo>
                    <a:pt x="33772" y="10208"/>
                  </a:lnTo>
                  <a:lnTo>
                    <a:pt x="33311" y="9326"/>
                  </a:lnTo>
                  <a:lnTo>
                    <a:pt x="32830" y="8443"/>
                  </a:lnTo>
                  <a:lnTo>
                    <a:pt x="32329" y="7581"/>
                  </a:lnTo>
                  <a:lnTo>
                    <a:pt x="31787" y="6739"/>
                  </a:lnTo>
                  <a:lnTo>
                    <a:pt x="31226" y="5916"/>
                  </a:lnTo>
                  <a:lnTo>
                    <a:pt x="30644" y="5134"/>
                  </a:lnTo>
                  <a:lnTo>
                    <a:pt x="30042" y="4372"/>
                  </a:lnTo>
                  <a:lnTo>
                    <a:pt x="29721" y="4011"/>
                  </a:lnTo>
                  <a:lnTo>
                    <a:pt x="29401" y="3670"/>
                  </a:lnTo>
                  <a:lnTo>
                    <a:pt x="29060" y="3329"/>
                  </a:lnTo>
                  <a:lnTo>
                    <a:pt x="28739" y="3009"/>
                  </a:lnTo>
                  <a:lnTo>
                    <a:pt x="28378" y="2688"/>
                  </a:lnTo>
                  <a:lnTo>
                    <a:pt x="28037" y="2387"/>
                  </a:lnTo>
                  <a:lnTo>
                    <a:pt x="27676" y="2106"/>
                  </a:lnTo>
                  <a:lnTo>
                    <a:pt x="27315" y="1825"/>
                  </a:lnTo>
                  <a:lnTo>
                    <a:pt x="26934" y="1585"/>
                  </a:lnTo>
                  <a:lnTo>
                    <a:pt x="26553" y="1344"/>
                  </a:lnTo>
                  <a:lnTo>
                    <a:pt x="26172" y="1123"/>
                  </a:lnTo>
                  <a:lnTo>
                    <a:pt x="25791" y="903"/>
                  </a:lnTo>
                  <a:lnTo>
                    <a:pt x="25390" y="722"/>
                  </a:lnTo>
                  <a:lnTo>
                    <a:pt x="24969" y="562"/>
                  </a:lnTo>
                  <a:lnTo>
                    <a:pt x="24567" y="422"/>
                  </a:lnTo>
                  <a:lnTo>
                    <a:pt x="24146" y="281"/>
                  </a:lnTo>
                  <a:lnTo>
                    <a:pt x="23705" y="181"/>
                  </a:lnTo>
                  <a:lnTo>
                    <a:pt x="23284" y="101"/>
                  </a:lnTo>
                  <a:lnTo>
                    <a:pt x="22763" y="41"/>
                  </a:lnTo>
                  <a:lnTo>
                    <a:pt x="222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8700;p43">
              <a:extLst>
                <a:ext uri="{FF2B5EF4-FFF2-40B4-BE49-F238E27FC236}">
                  <a16:creationId xmlns:a16="http://schemas.microsoft.com/office/drawing/2014/main" id="{0D1D4A09-D57B-B169-4FB6-8CD4F8BC29FC}"/>
                </a:ext>
              </a:extLst>
            </p:cNvPr>
            <p:cNvSpPr/>
            <p:nvPr/>
          </p:nvSpPr>
          <p:spPr>
            <a:xfrm>
              <a:off x="8222575" y="3901000"/>
              <a:ext cx="946100" cy="523950"/>
            </a:xfrm>
            <a:custGeom>
              <a:avLst/>
              <a:gdLst/>
              <a:ahLst/>
              <a:cxnLst/>
              <a:rect l="l" t="t" r="r" b="b"/>
              <a:pathLst>
                <a:path w="37844" h="20958" fill="none" extrusionOk="0">
                  <a:moveTo>
                    <a:pt x="37844" y="20937"/>
                  </a:moveTo>
                  <a:lnTo>
                    <a:pt x="37844" y="20937"/>
                  </a:lnTo>
                  <a:lnTo>
                    <a:pt x="37001" y="20937"/>
                  </a:lnTo>
                  <a:lnTo>
                    <a:pt x="36881" y="20937"/>
                  </a:lnTo>
                  <a:lnTo>
                    <a:pt x="36881" y="20937"/>
                  </a:lnTo>
                  <a:lnTo>
                    <a:pt x="35858" y="20957"/>
                  </a:lnTo>
                  <a:lnTo>
                    <a:pt x="34996" y="20957"/>
                  </a:lnTo>
                  <a:lnTo>
                    <a:pt x="34996" y="20957"/>
                  </a:lnTo>
                  <a:lnTo>
                    <a:pt x="34795" y="20937"/>
                  </a:lnTo>
                  <a:lnTo>
                    <a:pt x="34795" y="20937"/>
                  </a:lnTo>
                  <a:lnTo>
                    <a:pt x="34354" y="20937"/>
                  </a:lnTo>
                  <a:lnTo>
                    <a:pt x="33993" y="20917"/>
                  </a:lnTo>
                  <a:lnTo>
                    <a:pt x="33732" y="20877"/>
                  </a:lnTo>
                  <a:lnTo>
                    <a:pt x="33552" y="20837"/>
                  </a:lnTo>
                  <a:lnTo>
                    <a:pt x="33552" y="20837"/>
                  </a:lnTo>
                  <a:lnTo>
                    <a:pt x="33432" y="20777"/>
                  </a:lnTo>
                  <a:lnTo>
                    <a:pt x="33432" y="20777"/>
                  </a:lnTo>
                  <a:lnTo>
                    <a:pt x="33311" y="20677"/>
                  </a:lnTo>
                  <a:lnTo>
                    <a:pt x="33151" y="20536"/>
                  </a:lnTo>
                  <a:lnTo>
                    <a:pt x="32970" y="20376"/>
                  </a:lnTo>
                  <a:lnTo>
                    <a:pt x="32790" y="20175"/>
                  </a:lnTo>
                  <a:lnTo>
                    <a:pt x="32790" y="20175"/>
                  </a:lnTo>
                  <a:lnTo>
                    <a:pt x="32288" y="19574"/>
                  </a:lnTo>
                  <a:lnTo>
                    <a:pt x="31727" y="18832"/>
                  </a:lnTo>
                  <a:lnTo>
                    <a:pt x="31085" y="17969"/>
                  </a:lnTo>
                  <a:lnTo>
                    <a:pt x="30383" y="16987"/>
                  </a:lnTo>
                  <a:lnTo>
                    <a:pt x="28839" y="14761"/>
                  </a:lnTo>
                  <a:lnTo>
                    <a:pt x="27997" y="13577"/>
                  </a:lnTo>
                  <a:lnTo>
                    <a:pt x="27134" y="12374"/>
                  </a:lnTo>
                  <a:lnTo>
                    <a:pt x="26232" y="11151"/>
                  </a:lnTo>
                  <a:lnTo>
                    <a:pt x="25330" y="9947"/>
                  </a:lnTo>
                  <a:lnTo>
                    <a:pt x="24407" y="8764"/>
                  </a:lnTo>
                  <a:lnTo>
                    <a:pt x="23485" y="7661"/>
                  </a:lnTo>
                  <a:lnTo>
                    <a:pt x="23023" y="7120"/>
                  </a:lnTo>
                  <a:lnTo>
                    <a:pt x="22562" y="6618"/>
                  </a:lnTo>
                  <a:lnTo>
                    <a:pt x="22101" y="6137"/>
                  </a:lnTo>
                  <a:lnTo>
                    <a:pt x="21660" y="5676"/>
                  </a:lnTo>
                  <a:lnTo>
                    <a:pt x="21218" y="5255"/>
                  </a:lnTo>
                  <a:lnTo>
                    <a:pt x="20777" y="4854"/>
                  </a:lnTo>
                  <a:lnTo>
                    <a:pt x="20336" y="4493"/>
                  </a:lnTo>
                  <a:lnTo>
                    <a:pt x="19915" y="4172"/>
                  </a:lnTo>
                  <a:lnTo>
                    <a:pt x="19915" y="4172"/>
                  </a:lnTo>
                  <a:lnTo>
                    <a:pt x="19614" y="3951"/>
                  </a:lnTo>
                  <a:lnTo>
                    <a:pt x="19333" y="3771"/>
                  </a:lnTo>
                  <a:lnTo>
                    <a:pt x="19052" y="3610"/>
                  </a:lnTo>
                  <a:lnTo>
                    <a:pt x="18772" y="3470"/>
                  </a:lnTo>
                  <a:lnTo>
                    <a:pt x="18491" y="3350"/>
                  </a:lnTo>
                  <a:lnTo>
                    <a:pt x="18230" y="3269"/>
                  </a:lnTo>
                  <a:lnTo>
                    <a:pt x="17970" y="3189"/>
                  </a:lnTo>
                  <a:lnTo>
                    <a:pt x="17709" y="3149"/>
                  </a:lnTo>
                  <a:lnTo>
                    <a:pt x="17709" y="3149"/>
                  </a:lnTo>
                  <a:lnTo>
                    <a:pt x="17488" y="3149"/>
                  </a:lnTo>
                  <a:lnTo>
                    <a:pt x="17488" y="3149"/>
                  </a:lnTo>
                  <a:lnTo>
                    <a:pt x="17308" y="3149"/>
                  </a:lnTo>
                  <a:lnTo>
                    <a:pt x="17087" y="3189"/>
                  </a:lnTo>
                  <a:lnTo>
                    <a:pt x="16867" y="3249"/>
                  </a:lnTo>
                  <a:lnTo>
                    <a:pt x="16626" y="3329"/>
                  </a:lnTo>
                  <a:lnTo>
                    <a:pt x="16365" y="3430"/>
                  </a:lnTo>
                  <a:lnTo>
                    <a:pt x="16084" y="3550"/>
                  </a:lnTo>
                  <a:lnTo>
                    <a:pt x="15483" y="3851"/>
                  </a:lnTo>
                  <a:lnTo>
                    <a:pt x="15463" y="3871"/>
                  </a:lnTo>
                  <a:lnTo>
                    <a:pt x="15463" y="3871"/>
                  </a:lnTo>
                  <a:lnTo>
                    <a:pt x="15202" y="4152"/>
                  </a:lnTo>
                  <a:lnTo>
                    <a:pt x="14961" y="4412"/>
                  </a:lnTo>
                  <a:lnTo>
                    <a:pt x="14761" y="4693"/>
                  </a:lnTo>
                  <a:lnTo>
                    <a:pt x="14560" y="4974"/>
                  </a:lnTo>
                  <a:lnTo>
                    <a:pt x="14219" y="5515"/>
                  </a:lnTo>
                  <a:lnTo>
                    <a:pt x="13919" y="6037"/>
                  </a:lnTo>
                  <a:lnTo>
                    <a:pt x="13678" y="6538"/>
                  </a:lnTo>
                  <a:lnTo>
                    <a:pt x="13437" y="7019"/>
                  </a:lnTo>
                  <a:lnTo>
                    <a:pt x="13217" y="7481"/>
                  </a:lnTo>
                  <a:lnTo>
                    <a:pt x="12996" y="7902"/>
                  </a:lnTo>
                  <a:lnTo>
                    <a:pt x="12996" y="7902"/>
                  </a:lnTo>
                  <a:lnTo>
                    <a:pt x="12755" y="8303"/>
                  </a:lnTo>
                  <a:lnTo>
                    <a:pt x="12515" y="8664"/>
                  </a:lnTo>
                  <a:lnTo>
                    <a:pt x="12274" y="9025"/>
                  </a:lnTo>
                  <a:lnTo>
                    <a:pt x="12013" y="9366"/>
                  </a:lnTo>
                  <a:lnTo>
                    <a:pt x="11753" y="9667"/>
                  </a:lnTo>
                  <a:lnTo>
                    <a:pt x="11512" y="9968"/>
                  </a:lnTo>
                  <a:lnTo>
                    <a:pt x="11251" y="10268"/>
                  </a:lnTo>
                  <a:lnTo>
                    <a:pt x="10971" y="10529"/>
                  </a:lnTo>
                  <a:lnTo>
                    <a:pt x="10710" y="10790"/>
                  </a:lnTo>
                  <a:lnTo>
                    <a:pt x="10429" y="11030"/>
                  </a:lnTo>
                  <a:lnTo>
                    <a:pt x="10168" y="11251"/>
                  </a:lnTo>
                  <a:lnTo>
                    <a:pt x="9888" y="11452"/>
                  </a:lnTo>
                  <a:lnTo>
                    <a:pt x="9607" y="11652"/>
                  </a:lnTo>
                  <a:lnTo>
                    <a:pt x="9346" y="11813"/>
                  </a:lnTo>
                  <a:lnTo>
                    <a:pt x="9065" y="11993"/>
                  </a:lnTo>
                  <a:lnTo>
                    <a:pt x="8785" y="12133"/>
                  </a:lnTo>
                  <a:lnTo>
                    <a:pt x="8785" y="12133"/>
                  </a:lnTo>
                  <a:lnTo>
                    <a:pt x="8263" y="12374"/>
                  </a:lnTo>
                  <a:lnTo>
                    <a:pt x="7742" y="12575"/>
                  </a:lnTo>
                  <a:lnTo>
                    <a:pt x="7220" y="12715"/>
                  </a:lnTo>
                  <a:lnTo>
                    <a:pt x="6719" y="12835"/>
                  </a:lnTo>
                  <a:lnTo>
                    <a:pt x="6218" y="12916"/>
                  </a:lnTo>
                  <a:lnTo>
                    <a:pt x="5716" y="12936"/>
                  </a:lnTo>
                  <a:lnTo>
                    <a:pt x="5215" y="12936"/>
                  </a:lnTo>
                  <a:lnTo>
                    <a:pt x="4754" y="12916"/>
                  </a:lnTo>
                  <a:lnTo>
                    <a:pt x="4292" y="12855"/>
                  </a:lnTo>
                  <a:lnTo>
                    <a:pt x="3851" y="12755"/>
                  </a:lnTo>
                  <a:lnTo>
                    <a:pt x="3410" y="12635"/>
                  </a:lnTo>
                  <a:lnTo>
                    <a:pt x="3009" y="12494"/>
                  </a:lnTo>
                  <a:lnTo>
                    <a:pt x="2628" y="12314"/>
                  </a:lnTo>
                  <a:lnTo>
                    <a:pt x="2267" y="12113"/>
                  </a:lnTo>
                  <a:lnTo>
                    <a:pt x="1926" y="11913"/>
                  </a:lnTo>
                  <a:lnTo>
                    <a:pt x="1625" y="11672"/>
                  </a:lnTo>
                  <a:lnTo>
                    <a:pt x="1625" y="11672"/>
                  </a:lnTo>
                  <a:lnTo>
                    <a:pt x="1384" y="11472"/>
                  </a:lnTo>
                  <a:lnTo>
                    <a:pt x="1184" y="11271"/>
                  </a:lnTo>
                  <a:lnTo>
                    <a:pt x="1184" y="11271"/>
                  </a:lnTo>
                  <a:lnTo>
                    <a:pt x="1164" y="11251"/>
                  </a:lnTo>
                  <a:lnTo>
                    <a:pt x="1164" y="11251"/>
                  </a:lnTo>
                  <a:lnTo>
                    <a:pt x="1044" y="11091"/>
                  </a:lnTo>
                  <a:lnTo>
                    <a:pt x="1044" y="11091"/>
                  </a:lnTo>
                  <a:lnTo>
                    <a:pt x="883" y="10910"/>
                  </a:lnTo>
                  <a:lnTo>
                    <a:pt x="883" y="10910"/>
                  </a:lnTo>
                  <a:lnTo>
                    <a:pt x="703" y="10629"/>
                  </a:lnTo>
                  <a:lnTo>
                    <a:pt x="542" y="10369"/>
                  </a:lnTo>
                  <a:lnTo>
                    <a:pt x="402" y="10088"/>
                  </a:lnTo>
                  <a:lnTo>
                    <a:pt x="281" y="9807"/>
                  </a:lnTo>
                  <a:lnTo>
                    <a:pt x="181" y="9526"/>
                  </a:lnTo>
                  <a:lnTo>
                    <a:pt x="121" y="9246"/>
                  </a:lnTo>
                  <a:lnTo>
                    <a:pt x="61" y="8965"/>
                  </a:lnTo>
                  <a:lnTo>
                    <a:pt x="21" y="8704"/>
                  </a:lnTo>
                  <a:lnTo>
                    <a:pt x="1" y="8423"/>
                  </a:lnTo>
                  <a:lnTo>
                    <a:pt x="1" y="8143"/>
                  </a:lnTo>
                  <a:lnTo>
                    <a:pt x="21" y="7862"/>
                  </a:lnTo>
                  <a:lnTo>
                    <a:pt x="61" y="7601"/>
                  </a:lnTo>
                  <a:lnTo>
                    <a:pt x="101" y="7340"/>
                  </a:lnTo>
                  <a:lnTo>
                    <a:pt x="181" y="7080"/>
                  </a:lnTo>
                  <a:lnTo>
                    <a:pt x="241" y="6819"/>
                  </a:lnTo>
                  <a:lnTo>
                    <a:pt x="342" y="6558"/>
                  </a:lnTo>
                  <a:lnTo>
                    <a:pt x="442" y="6318"/>
                  </a:lnTo>
                  <a:lnTo>
                    <a:pt x="542" y="6097"/>
                  </a:lnTo>
                  <a:lnTo>
                    <a:pt x="683" y="5856"/>
                  </a:lnTo>
                  <a:lnTo>
                    <a:pt x="803" y="5636"/>
                  </a:lnTo>
                  <a:lnTo>
                    <a:pt x="943" y="5435"/>
                  </a:lnTo>
                  <a:lnTo>
                    <a:pt x="1104" y="5235"/>
                  </a:lnTo>
                  <a:lnTo>
                    <a:pt x="1264" y="5054"/>
                  </a:lnTo>
                  <a:lnTo>
                    <a:pt x="1425" y="4874"/>
                  </a:lnTo>
                  <a:lnTo>
                    <a:pt x="1605" y="4693"/>
                  </a:lnTo>
                  <a:lnTo>
                    <a:pt x="1766" y="4553"/>
                  </a:lnTo>
                  <a:lnTo>
                    <a:pt x="1946" y="4412"/>
                  </a:lnTo>
                  <a:lnTo>
                    <a:pt x="2147" y="4292"/>
                  </a:lnTo>
                  <a:lnTo>
                    <a:pt x="2327" y="4172"/>
                  </a:lnTo>
                  <a:lnTo>
                    <a:pt x="2508" y="4071"/>
                  </a:lnTo>
                  <a:lnTo>
                    <a:pt x="2708" y="3991"/>
                  </a:lnTo>
                  <a:lnTo>
                    <a:pt x="2889" y="3931"/>
                  </a:lnTo>
                  <a:lnTo>
                    <a:pt x="2889" y="3931"/>
                  </a:lnTo>
                  <a:lnTo>
                    <a:pt x="3189" y="3871"/>
                  </a:lnTo>
                  <a:lnTo>
                    <a:pt x="3490" y="3791"/>
                  </a:lnTo>
                  <a:lnTo>
                    <a:pt x="4132" y="3690"/>
                  </a:lnTo>
                  <a:lnTo>
                    <a:pt x="4834" y="3630"/>
                  </a:lnTo>
                  <a:lnTo>
                    <a:pt x="5556" y="3590"/>
                  </a:lnTo>
                  <a:lnTo>
                    <a:pt x="6318" y="3570"/>
                  </a:lnTo>
                  <a:lnTo>
                    <a:pt x="7080" y="3570"/>
                  </a:lnTo>
                  <a:lnTo>
                    <a:pt x="8624" y="3590"/>
                  </a:lnTo>
                  <a:lnTo>
                    <a:pt x="8624" y="3590"/>
                  </a:lnTo>
                  <a:lnTo>
                    <a:pt x="10148" y="3610"/>
                  </a:lnTo>
                  <a:lnTo>
                    <a:pt x="10850" y="3610"/>
                  </a:lnTo>
                  <a:lnTo>
                    <a:pt x="11492" y="3590"/>
                  </a:lnTo>
                  <a:lnTo>
                    <a:pt x="12094" y="3550"/>
                  </a:lnTo>
                  <a:lnTo>
                    <a:pt x="12615" y="3490"/>
                  </a:lnTo>
                  <a:lnTo>
                    <a:pt x="12856" y="3430"/>
                  </a:lnTo>
                  <a:lnTo>
                    <a:pt x="13076" y="3370"/>
                  </a:lnTo>
                  <a:lnTo>
                    <a:pt x="13257" y="3309"/>
                  </a:lnTo>
                  <a:lnTo>
                    <a:pt x="13417" y="3229"/>
                  </a:lnTo>
                  <a:lnTo>
                    <a:pt x="13417" y="3229"/>
                  </a:lnTo>
                  <a:lnTo>
                    <a:pt x="13638" y="3069"/>
                  </a:lnTo>
                  <a:lnTo>
                    <a:pt x="13638" y="3069"/>
                  </a:lnTo>
                  <a:lnTo>
                    <a:pt x="14059" y="2788"/>
                  </a:lnTo>
                  <a:lnTo>
                    <a:pt x="14500" y="2487"/>
                  </a:lnTo>
                  <a:lnTo>
                    <a:pt x="14941" y="2226"/>
                  </a:lnTo>
                  <a:lnTo>
                    <a:pt x="15383" y="1946"/>
                  </a:lnTo>
                  <a:lnTo>
                    <a:pt x="15844" y="1705"/>
                  </a:lnTo>
                  <a:lnTo>
                    <a:pt x="16305" y="1464"/>
                  </a:lnTo>
                  <a:lnTo>
                    <a:pt x="16786" y="1244"/>
                  </a:lnTo>
                  <a:lnTo>
                    <a:pt x="17268" y="1023"/>
                  </a:lnTo>
                  <a:lnTo>
                    <a:pt x="17749" y="823"/>
                  </a:lnTo>
                  <a:lnTo>
                    <a:pt x="18230" y="662"/>
                  </a:lnTo>
                  <a:lnTo>
                    <a:pt x="18712" y="502"/>
                  </a:lnTo>
                  <a:lnTo>
                    <a:pt x="19213" y="361"/>
                  </a:lnTo>
                  <a:lnTo>
                    <a:pt x="19714" y="241"/>
                  </a:lnTo>
                  <a:lnTo>
                    <a:pt x="20196" y="141"/>
                  </a:lnTo>
                  <a:lnTo>
                    <a:pt x="20697" y="61"/>
                  </a:lnTo>
                  <a:lnTo>
                    <a:pt x="21198" y="20"/>
                  </a:lnTo>
                  <a:lnTo>
                    <a:pt x="21198" y="20"/>
                  </a:lnTo>
                  <a:lnTo>
                    <a:pt x="21720" y="0"/>
                  </a:lnTo>
                  <a:lnTo>
                    <a:pt x="22241" y="0"/>
                  </a:lnTo>
                  <a:lnTo>
                    <a:pt x="22763" y="41"/>
                  </a:lnTo>
                  <a:lnTo>
                    <a:pt x="23284" y="101"/>
                  </a:lnTo>
                  <a:lnTo>
                    <a:pt x="23284" y="101"/>
                  </a:lnTo>
                  <a:lnTo>
                    <a:pt x="23705" y="181"/>
                  </a:lnTo>
                  <a:lnTo>
                    <a:pt x="24146" y="281"/>
                  </a:lnTo>
                  <a:lnTo>
                    <a:pt x="24567" y="422"/>
                  </a:lnTo>
                  <a:lnTo>
                    <a:pt x="24969" y="562"/>
                  </a:lnTo>
                  <a:lnTo>
                    <a:pt x="25390" y="722"/>
                  </a:lnTo>
                  <a:lnTo>
                    <a:pt x="25791" y="903"/>
                  </a:lnTo>
                  <a:lnTo>
                    <a:pt x="26172" y="1123"/>
                  </a:lnTo>
                  <a:lnTo>
                    <a:pt x="26553" y="1344"/>
                  </a:lnTo>
                  <a:lnTo>
                    <a:pt x="26934" y="1585"/>
                  </a:lnTo>
                  <a:lnTo>
                    <a:pt x="27315" y="1825"/>
                  </a:lnTo>
                  <a:lnTo>
                    <a:pt x="27676" y="2106"/>
                  </a:lnTo>
                  <a:lnTo>
                    <a:pt x="28037" y="2387"/>
                  </a:lnTo>
                  <a:lnTo>
                    <a:pt x="28378" y="2688"/>
                  </a:lnTo>
                  <a:lnTo>
                    <a:pt x="28739" y="3009"/>
                  </a:lnTo>
                  <a:lnTo>
                    <a:pt x="29060" y="3329"/>
                  </a:lnTo>
                  <a:lnTo>
                    <a:pt x="29401" y="3670"/>
                  </a:lnTo>
                  <a:lnTo>
                    <a:pt x="29721" y="4011"/>
                  </a:lnTo>
                  <a:lnTo>
                    <a:pt x="30042" y="4372"/>
                  </a:lnTo>
                  <a:lnTo>
                    <a:pt x="30644" y="5134"/>
                  </a:lnTo>
                  <a:lnTo>
                    <a:pt x="31226" y="5916"/>
                  </a:lnTo>
                  <a:lnTo>
                    <a:pt x="31787" y="6739"/>
                  </a:lnTo>
                  <a:lnTo>
                    <a:pt x="32329" y="7581"/>
                  </a:lnTo>
                  <a:lnTo>
                    <a:pt x="32830" y="8443"/>
                  </a:lnTo>
                  <a:lnTo>
                    <a:pt x="33311" y="9326"/>
                  </a:lnTo>
                  <a:lnTo>
                    <a:pt x="33772" y="10208"/>
                  </a:lnTo>
                  <a:lnTo>
                    <a:pt x="34214" y="11091"/>
                  </a:lnTo>
                  <a:lnTo>
                    <a:pt x="34615" y="11973"/>
                  </a:lnTo>
                  <a:lnTo>
                    <a:pt x="34996" y="12855"/>
                  </a:lnTo>
                  <a:lnTo>
                    <a:pt x="35357" y="13718"/>
                  </a:lnTo>
                  <a:lnTo>
                    <a:pt x="35678" y="14560"/>
                  </a:lnTo>
                  <a:lnTo>
                    <a:pt x="35999" y="15362"/>
                  </a:lnTo>
                  <a:lnTo>
                    <a:pt x="36540" y="16906"/>
                  </a:lnTo>
                  <a:lnTo>
                    <a:pt x="37001" y="18270"/>
                  </a:lnTo>
                  <a:lnTo>
                    <a:pt x="37362" y="19433"/>
                  </a:lnTo>
                  <a:lnTo>
                    <a:pt x="37643" y="20336"/>
                  </a:lnTo>
                  <a:lnTo>
                    <a:pt x="37844" y="209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8701;p43">
              <a:extLst>
                <a:ext uri="{FF2B5EF4-FFF2-40B4-BE49-F238E27FC236}">
                  <a16:creationId xmlns:a16="http://schemas.microsoft.com/office/drawing/2014/main" id="{A4E463AF-7094-D103-CCC7-E898FF9DC5FA}"/>
                </a:ext>
              </a:extLst>
            </p:cNvPr>
            <p:cNvSpPr/>
            <p:nvPr/>
          </p:nvSpPr>
          <p:spPr>
            <a:xfrm>
              <a:off x="8369975" y="3928575"/>
              <a:ext cx="777650" cy="496375"/>
            </a:xfrm>
            <a:custGeom>
              <a:avLst/>
              <a:gdLst/>
              <a:ahLst/>
              <a:cxnLst/>
              <a:rect l="l" t="t" r="r" b="b"/>
              <a:pathLst>
                <a:path w="31106" h="19855" extrusionOk="0">
                  <a:moveTo>
                    <a:pt x="14741" y="2106"/>
                  </a:moveTo>
                  <a:lnTo>
                    <a:pt x="15022" y="2206"/>
                  </a:lnTo>
                  <a:lnTo>
                    <a:pt x="15302" y="2307"/>
                  </a:lnTo>
                  <a:lnTo>
                    <a:pt x="15583" y="2427"/>
                  </a:lnTo>
                  <a:lnTo>
                    <a:pt x="15864" y="2547"/>
                  </a:lnTo>
                  <a:lnTo>
                    <a:pt x="16405" y="2868"/>
                  </a:lnTo>
                  <a:lnTo>
                    <a:pt x="16947" y="3209"/>
                  </a:lnTo>
                  <a:lnTo>
                    <a:pt x="17448" y="3570"/>
                  </a:lnTo>
                  <a:lnTo>
                    <a:pt x="17950" y="3951"/>
                  </a:lnTo>
                  <a:lnTo>
                    <a:pt x="18391" y="4352"/>
                  </a:lnTo>
                  <a:lnTo>
                    <a:pt x="18832" y="4713"/>
                  </a:lnTo>
                  <a:lnTo>
                    <a:pt x="19273" y="5134"/>
                  </a:lnTo>
                  <a:lnTo>
                    <a:pt x="19714" y="5576"/>
                  </a:lnTo>
                  <a:lnTo>
                    <a:pt x="20135" y="6017"/>
                  </a:lnTo>
                  <a:lnTo>
                    <a:pt x="20537" y="6478"/>
                  </a:lnTo>
                  <a:lnTo>
                    <a:pt x="20938" y="6959"/>
                  </a:lnTo>
                  <a:lnTo>
                    <a:pt x="21299" y="7441"/>
                  </a:lnTo>
                  <a:lnTo>
                    <a:pt x="21680" y="7942"/>
                  </a:lnTo>
                  <a:lnTo>
                    <a:pt x="22021" y="8443"/>
                  </a:lnTo>
                  <a:lnTo>
                    <a:pt x="22522" y="9225"/>
                  </a:lnTo>
                  <a:lnTo>
                    <a:pt x="22983" y="10008"/>
                  </a:lnTo>
                  <a:lnTo>
                    <a:pt x="23404" y="10810"/>
                  </a:lnTo>
                  <a:lnTo>
                    <a:pt x="23805" y="11612"/>
                  </a:lnTo>
                  <a:lnTo>
                    <a:pt x="24186" y="12434"/>
                  </a:lnTo>
                  <a:lnTo>
                    <a:pt x="24547" y="13256"/>
                  </a:lnTo>
                  <a:lnTo>
                    <a:pt x="25249" y="14921"/>
                  </a:lnTo>
                  <a:lnTo>
                    <a:pt x="24527" y="13658"/>
                  </a:lnTo>
                  <a:lnTo>
                    <a:pt x="23765" y="12414"/>
                  </a:lnTo>
                  <a:lnTo>
                    <a:pt x="22983" y="11191"/>
                  </a:lnTo>
                  <a:lnTo>
                    <a:pt x="22141" y="9988"/>
                  </a:lnTo>
                  <a:lnTo>
                    <a:pt x="21299" y="8804"/>
                  </a:lnTo>
                  <a:lnTo>
                    <a:pt x="20396" y="7661"/>
                  </a:lnTo>
                  <a:lnTo>
                    <a:pt x="19474" y="6538"/>
                  </a:lnTo>
                  <a:lnTo>
                    <a:pt x="18531" y="5455"/>
                  </a:lnTo>
                  <a:lnTo>
                    <a:pt x="17689" y="4513"/>
                  </a:lnTo>
                  <a:lnTo>
                    <a:pt x="17248" y="4051"/>
                  </a:lnTo>
                  <a:lnTo>
                    <a:pt x="16786" y="3610"/>
                  </a:lnTo>
                  <a:lnTo>
                    <a:pt x="16305" y="3169"/>
                  </a:lnTo>
                  <a:lnTo>
                    <a:pt x="15804" y="2788"/>
                  </a:lnTo>
                  <a:lnTo>
                    <a:pt x="15282" y="2427"/>
                  </a:lnTo>
                  <a:lnTo>
                    <a:pt x="15022" y="2267"/>
                  </a:lnTo>
                  <a:lnTo>
                    <a:pt x="14741" y="2106"/>
                  </a:lnTo>
                  <a:close/>
                  <a:moveTo>
                    <a:pt x="14921" y="0"/>
                  </a:moveTo>
                  <a:lnTo>
                    <a:pt x="14540" y="41"/>
                  </a:lnTo>
                  <a:lnTo>
                    <a:pt x="14039" y="101"/>
                  </a:lnTo>
                  <a:lnTo>
                    <a:pt x="13517" y="201"/>
                  </a:lnTo>
                  <a:lnTo>
                    <a:pt x="13016" y="321"/>
                  </a:lnTo>
                  <a:lnTo>
                    <a:pt x="12535" y="462"/>
                  </a:lnTo>
                  <a:lnTo>
                    <a:pt x="11532" y="1123"/>
                  </a:lnTo>
                  <a:lnTo>
                    <a:pt x="12053" y="943"/>
                  </a:lnTo>
                  <a:lnTo>
                    <a:pt x="10991" y="1504"/>
                  </a:lnTo>
                  <a:lnTo>
                    <a:pt x="9848" y="2267"/>
                  </a:lnTo>
                  <a:lnTo>
                    <a:pt x="9266" y="2628"/>
                  </a:lnTo>
                  <a:lnTo>
                    <a:pt x="8684" y="2989"/>
                  </a:lnTo>
                  <a:lnTo>
                    <a:pt x="8404" y="3229"/>
                  </a:lnTo>
                  <a:lnTo>
                    <a:pt x="8123" y="3470"/>
                  </a:lnTo>
                  <a:lnTo>
                    <a:pt x="7581" y="4011"/>
                  </a:lnTo>
                  <a:lnTo>
                    <a:pt x="7060" y="4573"/>
                  </a:lnTo>
                  <a:lnTo>
                    <a:pt x="6579" y="5154"/>
                  </a:lnTo>
                  <a:lnTo>
                    <a:pt x="5616" y="6338"/>
                  </a:lnTo>
                  <a:lnTo>
                    <a:pt x="5155" y="6919"/>
                  </a:lnTo>
                  <a:lnTo>
                    <a:pt x="4693" y="7481"/>
                  </a:lnTo>
                  <a:lnTo>
                    <a:pt x="4212" y="8042"/>
                  </a:lnTo>
                  <a:lnTo>
                    <a:pt x="3691" y="8544"/>
                  </a:lnTo>
                  <a:lnTo>
                    <a:pt x="3430" y="8784"/>
                  </a:lnTo>
                  <a:lnTo>
                    <a:pt x="3169" y="9025"/>
                  </a:lnTo>
                  <a:lnTo>
                    <a:pt x="2889" y="9246"/>
                  </a:lnTo>
                  <a:lnTo>
                    <a:pt x="2608" y="9466"/>
                  </a:lnTo>
                  <a:lnTo>
                    <a:pt x="2307" y="9667"/>
                  </a:lnTo>
                  <a:lnTo>
                    <a:pt x="2006" y="9847"/>
                  </a:lnTo>
                  <a:lnTo>
                    <a:pt x="1705" y="10028"/>
                  </a:lnTo>
                  <a:lnTo>
                    <a:pt x="1385" y="10168"/>
                  </a:lnTo>
                  <a:lnTo>
                    <a:pt x="1044" y="10308"/>
                  </a:lnTo>
                  <a:lnTo>
                    <a:pt x="703" y="10429"/>
                  </a:lnTo>
                  <a:lnTo>
                    <a:pt x="362" y="10529"/>
                  </a:lnTo>
                  <a:lnTo>
                    <a:pt x="1" y="10629"/>
                  </a:lnTo>
                  <a:lnTo>
                    <a:pt x="221" y="10750"/>
                  </a:lnTo>
                  <a:lnTo>
                    <a:pt x="462" y="10850"/>
                  </a:lnTo>
                  <a:lnTo>
                    <a:pt x="883" y="10730"/>
                  </a:lnTo>
                  <a:lnTo>
                    <a:pt x="1304" y="10589"/>
                  </a:lnTo>
                  <a:lnTo>
                    <a:pt x="1565" y="10469"/>
                  </a:lnTo>
                  <a:lnTo>
                    <a:pt x="1806" y="10349"/>
                  </a:lnTo>
                  <a:lnTo>
                    <a:pt x="2307" y="10088"/>
                  </a:lnTo>
                  <a:lnTo>
                    <a:pt x="2768" y="9767"/>
                  </a:lnTo>
                  <a:lnTo>
                    <a:pt x="3209" y="9446"/>
                  </a:lnTo>
                  <a:lnTo>
                    <a:pt x="3611" y="9085"/>
                  </a:lnTo>
                  <a:lnTo>
                    <a:pt x="4012" y="8704"/>
                  </a:lnTo>
                  <a:lnTo>
                    <a:pt x="4393" y="8303"/>
                  </a:lnTo>
                  <a:lnTo>
                    <a:pt x="4754" y="7882"/>
                  </a:lnTo>
                  <a:lnTo>
                    <a:pt x="5115" y="7461"/>
                  </a:lnTo>
                  <a:lnTo>
                    <a:pt x="5476" y="7019"/>
                  </a:lnTo>
                  <a:lnTo>
                    <a:pt x="6157" y="6137"/>
                  </a:lnTo>
                  <a:lnTo>
                    <a:pt x="6859" y="5275"/>
                  </a:lnTo>
                  <a:lnTo>
                    <a:pt x="7220" y="4854"/>
                  </a:lnTo>
                  <a:lnTo>
                    <a:pt x="7581" y="4432"/>
                  </a:lnTo>
                  <a:lnTo>
                    <a:pt x="8063" y="3971"/>
                  </a:lnTo>
                  <a:lnTo>
                    <a:pt x="8544" y="3510"/>
                  </a:lnTo>
                  <a:lnTo>
                    <a:pt x="8825" y="3289"/>
                  </a:lnTo>
                  <a:lnTo>
                    <a:pt x="9085" y="3069"/>
                  </a:lnTo>
                  <a:lnTo>
                    <a:pt x="9366" y="2868"/>
                  </a:lnTo>
                  <a:lnTo>
                    <a:pt x="9647" y="2688"/>
                  </a:lnTo>
                  <a:lnTo>
                    <a:pt x="9948" y="2507"/>
                  </a:lnTo>
                  <a:lnTo>
                    <a:pt x="10249" y="2347"/>
                  </a:lnTo>
                  <a:lnTo>
                    <a:pt x="10549" y="2206"/>
                  </a:lnTo>
                  <a:lnTo>
                    <a:pt x="10870" y="2086"/>
                  </a:lnTo>
                  <a:lnTo>
                    <a:pt x="11191" y="1966"/>
                  </a:lnTo>
                  <a:lnTo>
                    <a:pt x="11512" y="1886"/>
                  </a:lnTo>
                  <a:lnTo>
                    <a:pt x="11853" y="1825"/>
                  </a:lnTo>
                  <a:lnTo>
                    <a:pt x="12174" y="1785"/>
                  </a:lnTo>
                  <a:lnTo>
                    <a:pt x="12816" y="1785"/>
                  </a:lnTo>
                  <a:lnTo>
                    <a:pt x="13136" y="1825"/>
                  </a:lnTo>
                  <a:lnTo>
                    <a:pt x="13437" y="1886"/>
                  </a:lnTo>
                  <a:lnTo>
                    <a:pt x="13738" y="1966"/>
                  </a:lnTo>
                  <a:lnTo>
                    <a:pt x="14039" y="2086"/>
                  </a:lnTo>
                  <a:lnTo>
                    <a:pt x="14340" y="2206"/>
                  </a:lnTo>
                  <a:lnTo>
                    <a:pt x="14620" y="2347"/>
                  </a:lnTo>
                  <a:lnTo>
                    <a:pt x="14901" y="2487"/>
                  </a:lnTo>
                  <a:lnTo>
                    <a:pt x="15182" y="2668"/>
                  </a:lnTo>
                  <a:lnTo>
                    <a:pt x="15443" y="2848"/>
                  </a:lnTo>
                  <a:lnTo>
                    <a:pt x="15964" y="3229"/>
                  </a:lnTo>
                  <a:lnTo>
                    <a:pt x="16445" y="3670"/>
                  </a:lnTo>
                  <a:lnTo>
                    <a:pt x="16907" y="4112"/>
                  </a:lnTo>
                  <a:lnTo>
                    <a:pt x="17809" y="5034"/>
                  </a:lnTo>
                  <a:lnTo>
                    <a:pt x="18692" y="5997"/>
                  </a:lnTo>
                  <a:lnTo>
                    <a:pt x="19534" y="6999"/>
                  </a:lnTo>
                  <a:lnTo>
                    <a:pt x="20336" y="8002"/>
                  </a:lnTo>
                  <a:lnTo>
                    <a:pt x="21118" y="9045"/>
                  </a:lnTo>
                  <a:lnTo>
                    <a:pt x="21880" y="10108"/>
                  </a:lnTo>
                  <a:lnTo>
                    <a:pt x="22622" y="11171"/>
                  </a:lnTo>
                  <a:lnTo>
                    <a:pt x="23324" y="12254"/>
                  </a:lnTo>
                  <a:lnTo>
                    <a:pt x="23825" y="13076"/>
                  </a:lnTo>
                  <a:lnTo>
                    <a:pt x="24307" y="13918"/>
                  </a:lnTo>
                  <a:lnTo>
                    <a:pt x="24788" y="14761"/>
                  </a:lnTo>
                  <a:lnTo>
                    <a:pt x="25229" y="15603"/>
                  </a:lnTo>
                  <a:lnTo>
                    <a:pt x="25670" y="16445"/>
                  </a:lnTo>
                  <a:lnTo>
                    <a:pt x="26092" y="17328"/>
                  </a:lnTo>
                  <a:lnTo>
                    <a:pt x="26493" y="18190"/>
                  </a:lnTo>
                  <a:lnTo>
                    <a:pt x="26894" y="19072"/>
                  </a:lnTo>
                  <a:lnTo>
                    <a:pt x="27074" y="19273"/>
                  </a:lnTo>
                  <a:lnTo>
                    <a:pt x="27255" y="19433"/>
                  </a:lnTo>
                  <a:lnTo>
                    <a:pt x="27415" y="19574"/>
                  </a:lnTo>
                  <a:lnTo>
                    <a:pt x="27536" y="19674"/>
                  </a:lnTo>
                  <a:lnTo>
                    <a:pt x="27114" y="18671"/>
                  </a:lnTo>
                  <a:lnTo>
                    <a:pt x="26653" y="17689"/>
                  </a:lnTo>
                  <a:lnTo>
                    <a:pt x="26653" y="17668"/>
                  </a:lnTo>
                  <a:lnTo>
                    <a:pt x="26453" y="17007"/>
                  </a:lnTo>
                  <a:lnTo>
                    <a:pt x="26232" y="16325"/>
                  </a:lnTo>
                  <a:lnTo>
                    <a:pt x="25991" y="15643"/>
                  </a:lnTo>
                  <a:lnTo>
                    <a:pt x="25751" y="14981"/>
                  </a:lnTo>
                  <a:lnTo>
                    <a:pt x="25470" y="14299"/>
                  </a:lnTo>
                  <a:lnTo>
                    <a:pt x="25189" y="13637"/>
                  </a:lnTo>
                  <a:lnTo>
                    <a:pt x="24888" y="12976"/>
                  </a:lnTo>
                  <a:lnTo>
                    <a:pt x="24588" y="12314"/>
                  </a:lnTo>
                  <a:lnTo>
                    <a:pt x="24247" y="11652"/>
                  </a:lnTo>
                  <a:lnTo>
                    <a:pt x="23906" y="11010"/>
                  </a:lnTo>
                  <a:lnTo>
                    <a:pt x="23545" y="10389"/>
                  </a:lnTo>
                  <a:lnTo>
                    <a:pt x="23184" y="9767"/>
                  </a:lnTo>
                  <a:lnTo>
                    <a:pt x="22803" y="9145"/>
                  </a:lnTo>
                  <a:lnTo>
                    <a:pt x="22422" y="8564"/>
                  </a:lnTo>
                  <a:lnTo>
                    <a:pt x="22001" y="7982"/>
                  </a:lnTo>
                  <a:lnTo>
                    <a:pt x="21599" y="7401"/>
                  </a:lnTo>
                  <a:lnTo>
                    <a:pt x="21218" y="6919"/>
                  </a:lnTo>
                  <a:lnTo>
                    <a:pt x="20817" y="6438"/>
                  </a:lnTo>
                  <a:lnTo>
                    <a:pt x="20396" y="5977"/>
                  </a:lnTo>
                  <a:lnTo>
                    <a:pt x="19975" y="5515"/>
                  </a:lnTo>
                  <a:lnTo>
                    <a:pt x="19534" y="5074"/>
                  </a:lnTo>
                  <a:lnTo>
                    <a:pt x="19093" y="4653"/>
                  </a:lnTo>
                  <a:lnTo>
                    <a:pt x="18611" y="4252"/>
                  </a:lnTo>
                  <a:lnTo>
                    <a:pt x="18130" y="3851"/>
                  </a:lnTo>
                  <a:lnTo>
                    <a:pt x="17729" y="3530"/>
                  </a:lnTo>
                  <a:lnTo>
                    <a:pt x="17288" y="3209"/>
                  </a:lnTo>
                  <a:lnTo>
                    <a:pt x="16826" y="2888"/>
                  </a:lnTo>
                  <a:lnTo>
                    <a:pt x="16345" y="2607"/>
                  </a:lnTo>
                  <a:lnTo>
                    <a:pt x="15844" y="2347"/>
                  </a:lnTo>
                  <a:lnTo>
                    <a:pt x="15583" y="2226"/>
                  </a:lnTo>
                  <a:lnTo>
                    <a:pt x="15342" y="2126"/>
                  </a:lnTo>
                  <a:lnTo>
                    <a:pt x="15082" y="2046"/>
                  </a:lnTo>
                  <a:lnTo>
                    <a:pt x="14821" y="1986"/>
                  </a:lnTo>
                  <a:lnTo>
                    <a:pt x="14560" y="1926"/>
                  </a:lnTo>
                  <a:lnTo>
                    <a:pt x="14300" y="1906"/>
                  </a:lnTo>
                  <a:lnTo>
                    <a:pt x="13858" y="1745"/>
                  </a:lnTo>
                  <a:lnTo>
                    <a:pt x="13397" y="1625"/>
                  </a:lnTo>
                  <a:lnTo>
                    <a:pt x="13156" y="1565"/>
                  </a:lnTo>
                  <a:lnTo>
                    <a:pt x="12916" y="1545"/>
                  </a:lnTo>
                  <a:lnTo>
                    <a:pt x="12675" y="1525"/>
                  </a:lnTo>
                  <a:lnTo>
                    <a:pt x="12414" y="1504"/>
                  </a:lnTo>
                  <a:lnTo>
                    <a:pt x="12174" y="1525"/>
                  </a:lnTo>
                  <a:lnTo>
                    <a:pt x="11933" y="1545"/>
                  </a:lnTo>
                  <a:lnTo>
                    <a:pt x="11672" y="1565"/>
                  </a:lnTo>
                  <a:lnTo>
                    <a:pt x="11432" y="1625"/>
                  </a:lnTo>
                  <a:lnTo>
                    <a:pt x="11151" y="1685"/>
                  </a:lnTo>
                  <a:lnTo>
                    <a:pt x="10870" y="1765"/>
                  </a:lnTo>
                  <a:lnTo>
                    <a:pt x="10610" y="1865"/>
                  </a:lnTo>
                  <a:lnTo>
                    <a:pt x="10349" y="1966"/>
                  </a:lnTo>
                  <a:lnTo>
                    <a:pt x="10870" y="1705"/>
                  </a:lnTo>
                  <a:lnTo>
                    <a:pt x="11372" y="1424"/>
                  </a:lnTo>
                  <a:lnTo>
                    <a:pt x="11873" y="1123"/>
                  </a:lnTo>
                  <a:lnTo>
                    <a:pt x="12374" y="823"/>
                  </a:lnTo>
                  <a:lnTo>
                    <a:pt x="12836" y="682"/>
                  </a:lnTo>
                  <a:lnTo>
                    <a:pt x="13297" y="562"/>
                  </a:lnTo>
                  <a:lnTo>
                    <a:pt x="13778" y="462"/>
                  </a:lnTo>
                  <a:lnTo>
                    <a:pt x="14259" y="381"/>
                  </a:lnTo>
                  <a:lnTo>
                    <a:pt x="14761" y="321"/>
                  </a:lnTo>
                  <a:lnTo>
                    <a:pt x="15282" y="301"/>
                  </a:lnTo>
                  <a:lnTo>
                    <a:pt x="15824" y="321"/>
                  </a:lnTo>
                  <a:lnTo>
                    <a:pt x="16365" y="381"/>
                  </a:lnTo>
                  <a:lnTo>
                    <a:pt x="16907" y="462"/>
                  </a:lnTo>
                  <a:lnTo>
                    <a:pt x="17428" y="582"/>
                  </a:lnTo>
                  <a:lnTo>
                    <a:pt x="17950" y="722"/>
                  </a:lnTo>
                  <a:lnTo>
                    <a:pt x="18471" y="903"/>
                  </a:lnTo>
                  <a:lnTo>
                    <a:pt x="18972" y="1103"/>
                  </a:lnTo>
                  <a:lnTo>
                    <a:pt x="19474" y="1344"/>
                  </a:lnTo>
                  <a:lnTo>
                    <a:pt x="19935" y="1585"/>
                  </a:lnTo>
                  <a:lnTo>
                    <a:pt x="20376" y="1825"/>
                  </a:lnTo>
                  <a:lnTo>
                    <a:pt x="20797" y="2106"/>
                  </a:lnTo>
                  <a:lnTo>
                    <a:pt x="21218" y="2407"/>
                  </a:lnTo>
                  <a:lnTo>
                    <a:pt x="21619" y="2708"/>
                  </a:lnTo>
                  <a:lnTo>
                    <a:pt x="22021" y="3049"/>
                  </a:lnTo>
                  <a:lnTo>
                    <a:pt x="22402" y="3390"/>
                  </a:lnTo>
                  <a:lnTo>
                    <a:pt x="22763" y="3731"/>
                  </a:lnTo>
                  <a:lnTo>
                    <a:pt x="23043" y="4132"/>
                  </a:lnTo>
                  <a:lnTo>
                    <a:pt x="23324" y="4533"/>
                  </a:lnTo>
                  <a:lnTo>
                    <a:pt x="23565" y="4974"/>
                  </a:lnTo>
                  <a:lnTo>
                    <a:pt x="23805" y="5415"/>
                  </a:lnTo>
                  <a:lnTo>
                    <a:pt x="24247" y="6298"/>
                  </a:lnTo>
                  <a:lnTo>
                    <a:pt x="24668" y="7160"/>
                  </a:lnTo>
                  <a:lnTo>
                    <a:pt x="24969" y="7802"/>
                  </a:lnTo>
                  <a:lnTo>
                    <a:pt x="25269" y="8443"/>
                  </a:lnTo>
                  <a:lnTo>
                    <a:pt x="25811" y="9727"/>
                  </a:lnTo>
                  <a:lnTo>
                    <a:pt x="26312" y="11050"/>
                  </a:lnTo>
                  <a:lnTo>
                    <a:pt x="26773" y="12374"/>
                  </a:lnTo>
                  <a:lnTo>
                    <a:pt x="27355" y="14199"/>
                  </a:lnTo>
                  <a:lnTo>
                    <a:pt x="27917" y="16064"/>
                  </a:lnTo>
                  <a:lnTo>
                    <a:pt x="28197" y="17007"/>
                  </a:lnTo>
                  <a:lnTo>
                    <a:pt x="28438" y="17949"/>
                  </a:lnTo>
                  <a:lnTo>
                    <a:pt x="28679" y="18892"/>
                  </a:lnTo>
                  <a:lnTo>
                    <a:pt x="28899" y="19834"/>
                  </a:lnTo>
                  <a:lnTo>
                    <a:pt x="29100" y="19854"/>
                  </a:lnTo>
                  <a:lnTo>
                    <a:pt x="28799" y="18471"/>
                  </a:lnTo>
                  <a:lnTo>
                    <a:pt x="28458" y="17107"/>
                  </a:lnTo>
                  <a:lnTo>
                    <a:pt x="28077" y="15683"/>
                  </a:lnTo>
                  <a:lnTo>
                    <a:pt x="27676" y="14279"/>
                  </a:lnTo>
                  <a:lnTo>
                    <a:pt x="27235" y="12875"/>
                  </a:lnTo>
                  <a:lnTo>
                    <a:pt x="26773" y="11492"/>
                  </a:lnTo>
                  <a:lnTo>
                    <a:pt x="26312" y="10228"/>
                  </a:lnTo>
                  <a:lnTo>
                    <a:pt x="25811" y="8985"/>
                  </a:lnTo>
                  <a:lnTo>
                    <a:pt x="25530" y="8363"/>
                  </a:lnTo>
                  <a:lnTo>
                    <a:pt x="25269" y="7762"/>
                  </a:lnTo>
                  <a:lnTo>
                    <a:pt x="24969" y="7160"/>
                  </a:lnTo>
                  <a:lnTo>
                    <a:pt x="24688" y="6558"/>
                  </a:lnTo>
                  <a:lnTo>
                    <a:pt x="24287" y="5776"/>
                  </a:lnTo>
                  <a:lnTo>
                    <a:pt x="23866" y="4954"/>
                  </a:lnTo>
                  <a:lnTo>
                    <a:pt x="24207" y="5375"/>
                  </a:lnTo>
                  <a:lnTo>
                    <a:pt x="24527" y="5816"/>
                  </a:lnTo>
                  <a:lnTo>
                    <a:pt x="24848" y="6257"/>
                  </a:lnTo>
                  <a:lnTo>
                    <a:pt x="25149" y="6699"/>
                  </a:lnTo>
                  <a:lnTo>
                    <a:pt x="25731" y="7621"/>
                  </a:lnTo>
                  <a:lnTo>
                    <a:pt x="26272" y="8564"/>
                  </a:lnTo>
                  <a:lnTo>
                    <a:pt x="26633" y="9246"/>
                  </a:lnTo>
                  <a:lnTo>
                    <a:pt x="26994" y="9927"/>
                  </a:lnTo>
                  <a:lnTo>
                    <a:pt x="27335" y="10609"/>
                  </a:lnTo>
                  <a:lnTo>
                    <a:pt x="27676" y="11291"/>
                  </a:lnTo>
                  <a:lnTo>
                    <a:pt x="28298" y="12675"/>
                  </a:lnTo>
                  <a:lnTo>
                    <a:pt x="28899" y="14099"/>
                  </a:lnTo>
                  <a:lnTo>
                    <a:pt x="29461" y="15523"/>
                  </a:lnTo>
                  <a:lnTo>
                    <a:pt x="29982" y="16946"/>
                  </a:lnTo>
                  <a:lnTo>
                    <a:pt x="30504" y="18390"/>
                  </a:lnTo>
                  <a:lnTo>
                    <a:pt x="30985" y="19834"/>
                  </a:lnTo>
                  <a:lnTo>
                    <a:pt x="31105" y="19834"/>
                  </a:lnTo>
                  <a:lnTo>
                    <a:pt x="30905" y="19112"/>
                  </a:lnTo>
                  <a:lnTo>
                    <a:pt x="30684" y="18390"/>
                  </a:lnTo>
                  <a:lnTo>
                    <a:pt x="30464" y="17648"/>
                  </a:lnTo>
                  <a:lnTo>
                    <a:pt x="30243" y="16926"/>
                  </a:lnTo>
                  <a:lnTo>
                    <a:pt x="29982" y="16204"/>
                  </a:lnTo>
                  <a:lnTo>
                    <a:pt x="29742" y="15503"/>
                  </a:lnTo>
                  <a:lnTo>
                    <a:pt x="29180" y="14079"/>
                  </a:lnTo>
                  <a:lnTo>
                    <a:pt x="28598" y="12675"/>
                  </a:lnTo>
                  <a:lnTo>
                    <a:pt x="27977" y="11271"/>
                  </a:lnTo>
                  <a:lnTo>
                    <a:pt x="27295" y="9907"/>
                  </a:lnTo>
                  <a:lnTo>
                    <a:pt x="26613" y="8564"/>
                  </a:lnTo>
                  <a:lnTo>
                    <a:pt x="26292" y="7982"/>
                  </a:lnTo>
                  <a:lnTo>
                    <a:pt x="25951" y="7401"/>
                  </a:lnTo>
                  <a:lnTo>
                    <a:pt x="25590" y="6839"/>
                  </a:lnTo>
                  <a:lnTo>
                    <a:pt x="25229" y="6257"/>
                  </a:lnTo>
                  <a:lnTo>
                    <a:pt x="24848" y="5716"/>
                  </a:lnTo>
                  <a:lnTo>
                    <a:pt x="24447" y="5174"/>
                  </a:lnTo>
                  <a:lnTo>
                    <a:pt x="24026" y="4653"/>
                  </a:lnTo>
                  <a:lnTo>
                    <a:pt x="23585" y="4152"/>
                  </a:lnTo>
                  <a:lnTo>
                    <a:pt x="23124" y="3650"/>
                  </a:lnTo>
                  <a:lnTo>
                    <a:pt x="22642" y="3189"/>
                  </a:lnTo>
                  <a:lnTo>
                    <a:pt x="22141" y="2748"/>
                  </a:lnTo>
                  <a:lnTo>
                    <a:pt x="21640" y="2327"/>
                  </a:lnTo>
                  <a:lnTo>
                    <a:pt x="21098" y="1926"/>
                  </a:lnTo>
                  <a:lnTo>
                    <a:pt x="20537" y="1565"/>
                  </a:lnTo>
                  <a:lnTo>
                    <a:pt x="19955" y="1244"/>
                  </a:lnTo>
                  <a:lnTo>
                    <a:pt x="19333" y="943"/>
                  </a:lnTo>
                  <a:lnTo>
                    <a:pt x="18852" y="722"/>
                  </a:lnTo>
                  <a:lnTo>
                    <a:pt x="18371" y="542"/>
                  </a:lnTo>
                  <a:lnTo>
                    <a:pt x="17869" y="381"/>
                  </a:lnTo>
                  <a:lnTo>
                    <a:pt x="17348" y="241"/>
                  </a:lnTo>
                  <a:lnTo>
                    <a:pt x="16847" y="141"/>
                  </a:lnTo>
                  <a:lnTo>
                    <a:pt x="16325" y="61"/>
                  </a:lnTo>
                  <a:lnTo>
                    <a:pt x="15804" y="20"/>
                  </a:lnTo>
                  <a:lnTo>
                    <a:pt x="152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43">
              <a:extLst>
                <a:ext uri="{FF2B5EF4-FFF2-40B4-BE49-F238E27FC236}">
                  <a16:creationId xmlns:a16="http://schemas.microsoft.com/office/drawing/2014/main" id="{B8480E74-8C91-D820-7490-420EEB23E64D}"/>
                </a:ext>
              </a:extLst>
            </p:cNvPr>
            <p:cNvSpPr/>
            <p:nvPr/>
          </p:nvSpPr>
          <p:spPr>
            <a:xfrm>
              <a:off x="8222575" y="3901500"/>
              <a:ext cx="529975" cy="323400"/>
            </a:xfrm>
            <a:custGeom>
              <a:avLst/>
              <a:gdLst/>
              <a:ahLst/>
              <a:cxnLst/>
              <a:rect l="l" t="t" r="r" b="b"/>
              <a:pathLst>
                <a:path w="21199" h="12936" extrusionOk="0">
                  <a:moveTo>
                    <a:pt x="17428" y="2206"/>
                  </a:moveTo>
                  <a:lnTo>
                    <a:pt x="16385" y="2628"/>
                  </a:lnTo>
                  <a:lnTo>
                    <a:pt x="15342" y="3069"/>
                  </a:lnTo>
                  <a:lnTo>
                    <a:pt x="14821" y="3289"/>
                  </a:lnTo>
                  <a:lnTo>
                    <a:pt x="14280" y="3470"/>
                  </a:lnTo>
                  <a:lnTo>
                    <a:pt x="13718" y="3650"/>
                  </a:lnTo>
                  <a:lnTo>
                    <a:pt x="13177" y="3811"/>
                  </a:lnTo>
                  <a:lnTo>
                    <a:pt x="12635" y="3951"/>
                  </a:lnTo>
                  <a:lnTo>
                    <a:pt x="12074" y="4092"/>
                  </a:lnTo>
                  <a:lnTo>
                    <a:pt x="11512" y="4192"/>
                  </a:lnTo>
                  <a:lnTo>
                    <a:pt x="10930" y="4272"/>
                  </a:lnTo>
                  <a:lnTo>
                    <a:pt x="10249" y="4372"/>
                  </a:lnTo>
                  <a:lnTo>
                    <a:pt x="9567" y="4433"/>
                  </a:lnTo>
                  <a:lnTo>
                    <a:pt x="8203" y="4573"/>
                  </a:lnTo>
                  <a:lnTo>
                    <a:pt x="7521" y="4653"/>
                  </a:lnTo>
                  <a:lnTo>
                    <a:pt x="6859" y="4733"/>
                  </a:lnTo>
                  <a:lnTo>
                    <a:pt x="6178" y="4834"/>
                  </a:lnTo>
                  <a:lnTo>
                    <a:pt x="5516" y="4974"/>
                  </a:lnTo>
                  <a:lnTo>
                    <a:pt x="4854" y="5134"/>
                  </a:lnTo>
                  <a:lnTo>
                    <a:pt x="4192" y="5335"/>
                  </a:lnTo>
                  <a:lnTo>
                    <a:pt x="3871" y="5455"/>
                  </a:lnTo>
                  <a:lnTo>
                    <a:pt x="3550" y="5596"/>
                  </a:lnTo>
                  <a:lnTo>
                    <a:pt x="3230" y="5736"/>
                  </a:lnTo>
                  <a:lnTo>
                    <a:pt x="2949" y="5896"/>
                  </a:lnTo>
                  <a:lnTo>
                    <a:pt x="2648" y="6077"/>
                  </a:lnTo>
                  <a:lnTo>
                    <a:pt x="2387" y="6278"/>
                  </a:lnTo>
                  <a:lnTo>
                    <a:pt x="2127" y="6498"/>
                  </a:lnTo>
                  <a:lnTo>
                    <a:pt x="1906" y="6739"/>
                  </a:lnTo>
                  <a:lnTo>
                    <a:pt x="1685" y="6979"/>
                  </a:lnTo>
                  <a:lnTo>
                    <a:pt x="1505" y="7260"/>
                  </a:lnTo>
                  <a:lnTo>
                    <a:pt x="1324" y="7581"/>
                  </a:lnTo>
                  <a:lnTo>
                    <a:pt x="1184" y="7902"/>
                  </a:lnTo>
                  <a:lnTo>
                    <a:pt x="1084" y="8183"/>
                  </a:lnTo>
                  <a:lnTo>
                    <a:pt x="1024" y="8484"/>
                  </a:lnTo>
                  <a:lnTo>
                    <a:pt x="963" y="8764"/>
                  </a:lnTo>
                  <a:lnTo>
                    <a:pt x="943" y="9065"/>
                  </a:lnTo>
                  <a:lnTo>
                    <a:pt x="923" y="9346"/>
                  </a:lnTo>
                  <a:lnTo>
                    <a:pt x="943" y="9647"/>
                  </a:lnTo>
                  <a:lnTo>
                    <a:pt x="983" y="9927"/>
                  </a:lnTo>
                  <a:lnTo>
                    <a:pt x="1024" y="10208"/>
                  </a:lnTo>
                  <a:lnTo>
                    <a:pt x="1044" y="9907"/>
                  </a:lnTo>
                  <a:lnTo>
                    <a:pt x="1084" y="9627"/>
                  </a:lnTo>
                  <a:lnTo>
                    <a:pt x="1164" y="9326"/>
                  </a:lnTo>
                  <a:lnTo>
                    <a:pt x="1264" y="9045"/>
                  </a:lnTo>
                  <a:lnTo>
                    <a:pt x="1384" y="8764"/>
                  </a:lnTo>
                  <a:lnTo>
                    <a:pt x="1545" y="8484"/>
                  </a:lnTo>
                  <a:lnTo>
                    <a:pt x="1725" y="8223"/>
                  </a:lnTo>
                  <a:lnTo>
                    <a:pt x="1926" y="7962"/>
                  </a:lnTo>
                  <a:lnTo>
                    <a:pt x="2147" y="7742"/>
                  </a:lnTo>
                  <a:lnTo>
                    <a:pt x="2367" y="7521"/>
                  </a:lnTo>
                  <a:lnTo>
                    <a:pt x="2628" y="7320"/>
                  </a:lnTo>
                  <a:lnTo>
                    <a:pt x="2889" y="7120"/>
                  </a:lnTo>
                  <a:lnTo>
                    <a:pt x="3149" y="6959"/>
                  </a:lnTo>
                  <a:lnTo>
                    <a:pt x="3430" y="6799"/>
                  </a:lnTo>
                  <a:lnTo>
                    <a:pt x="3711" y="6639"/>
                  </a:lnTo>
                  <a:lnTo>
                    <a:pt x="4012" y="6518"/>
                  </a:lnTo>
                  <a:lnTo>
                    <a:pt x="4613" y="6278"/>
                  </a:lnTo>
                  <a:lnTo>
                    <a:pt x="5235" y="6077"/>
                  </a:lnTo>
                  <a:lnTo>
                    <a:pt x="5857" y="5896"/>
                  </a:lnTo>
                  <a:lnTo>
                    <a:pt x="6478" y="5756"/>
                  </a:lnTo>
                  <a:lnTo>
                    <a:pt x="7260" y="5576"/>
                  </a:lnTo>
                  <a:lnTo>
                    <a:pt x="8063" y="5415"/>
                  </a:lnTo>
                  <a:lnTo>
                    <a:pt x="9647" y="5094"/>
                  </a:lnTo>
                  <a:lnTo>
                    <a:pt x="10449" y="4934"/>
                  </a:lnTo>
                  <a:lnTo>
                    <a:pt x="11231" y="4753"/>
                  </a:lnTo>
                  <a:lnTo>
                    <a:pt x="12013" y="4533"/>
                  </a:lnTo>
                  <a:lnTo>
                    <a:pt x="12795" y="4312"/>
                  </a:lnTo>
                  <a:lnTo>
                    <a:pt x="13838" y="3931"/>
                  </a:lnTo>
                  <a:lnTo>
                    <a:pt x="14881" y="3530"/>
                  </a:lnTo>
                  <a:lnTo>
                    <a:pt x="15884" y="3069"/>
                  </a:lnTo>
                  <a:lnTo>
                    <a:pt x="16887" y="2587"/>
                  </a:lnTo>
                  <a:lnTo>
                    <a:pt x="17428" y="2206"/>
                  </a:lnTo>
                  <a:close/>
                  <a:moveTo>
                    <a:pt x="21198" y="0"/>
                  </a:moveTo>
                  <a:lnTo>
                    <a:pt x="20737" y="41"/>
                  </a:lnTo>
                  <a:lnTo>
                    <a:pt x="20276" y="101"/>
                  </a:lnTo>
                  <a:lnTo>
                    <a:pt x="19815" y="201"/>
                  </a:lnTo>
                  <a:lnTo>
                    <a:pt x="19353" y="301"/>
                  </a:lnTo>
                  <a:lnTo>
                    <a:pt x="18912" y="422"/>
                  </a:lnTo>
                  <a:lnTo>
                    <a:pt x="18451" y="562"/>
                  </a:lnTo>
                  <a:lnTo>
                    <a:pt x="17990" y="722"/>
                  </a:lnTo>
                  <a:lnTo>
                    <a:pt x="17548" y="883"/>
                  </a:lnTo>
                  <a:lnTo>
                    <a:pt x="17107" y="1063"/>
                  </a:lnTo>
                  <a:lnTo>
                    <a:pt x="16666" y="1264"/>
                  </a:lnTo>
                  <a:lnTo>
                    <a:pt x="16245" y="1484"/>
                  </a:lnTo>
                  <a:lnTo>
                    <a:pt x="15804" y="1705"/>
                  </a:lnTo>
                  <a:lnTo>
                    <a:pt x="15383" y="1946"/>
                  </a:lnTo>
                  <a:lnTo>
                    <a:pt x="14961" y="2186"/>
                  </a:lnTo>
                  <a:lnTo>
                    <a:pt x="14159" y="2708"/>
                  </a:lnTo>
                  <a:lnTo>
                    <a:pt x="13638" y="3049"/>
                  </a:lnTo>
                  <a:lnTo>
                    <a:pt x="13417" y="3209"/>
                  </a:lnTo>
                  <a:lnTo>
                    <a:pt x="13177" y="3309"/>
                  </a:lnTo>
                  <a:lnTo>
                    <a:pt x="12896" y="3410"/>
                  </a:lnTo>
                  <a:lnTo>
                    <a:pt x="12575" y="3470"/>
                  </a:lnTo>
                  <a:lnTo>
                    <a:pt x="12194" y="3530"/>
                  </a:lnTo>
                  <a:lnTo>
                    <a:pt x="11793" y="3550"/>
                  </a:lnTo>
                  <a:lnTo>
                    <a:pt x="11372" y="3590"/>
                  </a:lnTo>
                  <a:lnTo>
                    <a:pt x="10389" y="3590"/>
                  </a:lnTo>
                  <a:lnTo>
                    <a:pt x="8624" y="3570"/>
                  </a:lnTo>
                  <a:lnTo>
                    <a:pt x="7722" y="3550"/>
                  </a:lnTo>
                  <a:lnTo>
                    <a:pt x="6799" y="3550"/>
                  </a:lnTo>
                  <a:lnTo>
                    <a:pt x="5716" y="3570"/>
                  </a:lnTo>
                  <a:lnTo>
                    <a:pt x="5215" y="3590"/>
                  </a:lnTo>
                  <a:lnTo>
                    <a:pt x="4693" y="3630"/>
                  </a:lnTo>
                  <a:lnTo>
                    <a:pt x="4212" y="3670"/>
                  </a:lnTo>
                  <a:lnTo>
                    <a:pt x="3751" y="3731"/>
                  </a:lnTo>
                  <a:lnTo>
                    <a:pt x="3310" y="3811"/>
                  </a:lnTo>
                  <a:lnTo>
                    <a:pt x="2889" y="3911"/>
                  </a:lnTo>
                  <a:lnTo>
                    <a:pt x="2628" y="4011"/>
                  </a:lnTo>
                  <a:lnTo>
                    <a:pt x="2367" y="4132"/>
                  </a:lnTo>
                  <a:lnTo>
                    <a:pt x="2106" y="4292"/>
                  </a:lnTo>
                  <a:lnTo>
                    <a:pt x="1846" y="4473"/>
                  </a:lnTo>
                  <a:lnTo>
                    <a:pt x="1585" y="4693"/>
                  </a:lnTo>
                  <a:lnTo>
                    <a:pt x="1344" y="4934"/>
                  </a:lnTo>
                  <a:lnTo>
                    <a:pt x="1124" y="5195"/>
                  </a:lnTo>
                  <a:lnTo>
                    <a:pt x="903" y="5475"/>
                  </a:lnTo>
                  <a:lnTo>
                    <a:pt x="723" y="5776"/>
                  </a:lnTo>
                  <a:lnTo>
                    <a:pt x="542" y="6097"/>
                  </a:lnTo>
                  <a:lnTo>
                    <a:pt x="382" y="6418"/>
                  </a:lnTo>
                  <a:lnTo>
                    <a:pt x="261" y="6779"/>
                  </a:lnTo>
                  <a:lnTo>
                    <a:pt x="141" y="7140"/>
                  </a:lnTo>
                  <a:lnTo>
                    <a:pt x="81" y="7501"/>
                  </a:lnTo>
                  <a:lnTo>
                    <a:pt x="21" y="7882"/>
                  </a:lnTo>
                  <a:lnTo>
                    <a:pt x="1" y="8263"/>
                  </a:lnTo>
                  <a:lnTo>
                    <a:pt x="21" y="8604"/>
                  </a:lnTo>
                  <a:lnTo>
                    <a:pt x="61" y="8925"/>
                  </a:lnTo>
                  <a:lnTo>
                    <a:pt x="121" y="9266"/>
                  </a:lnTo>
                  <a:lnTo>
                    <a:pt x="221" y="9587"/>
                  </a:lnTo>
                  <a:lnTo>
                    <a:pt x="342" y="9907"/>
                  </a:lnTo>
                  <a:lnTo>
                    <a:pt x="482" y="10248"/>
                  </a:lnTo>
                  <a:lnTo>
                    <a:pt x="663" y="10569"/>
                  </a:lnTo>
                  <a:lnTo>
                    <a:pt x="883" y="10890"/>
                  </a:lnTo>
                  <a:lnTo>
                    <a:pt x="1064" y="10990"/>
                  </a:lnTo>
                  <a:lnTo>
                    <a:pt x="1064" y="10990"/>
                  </a:lnTo>
                  <a:lnTo>
                    <a:pt x="943" y="10690"/>
                  </a:lnTo>
                  <a:lnTo>
                    <a:pt x="863" y="10409"/>
                  </a:lnTo>
                  <a:lnTo>
                    <a:pt x="803" y="10108"/>
                  </a:lnTo>
                  <a:lnTo>
                    <a:pt x="763" y="9807"/>
                  </a:lnTo>
                  <a:lnTo>
                    <a:pt x="743" y="9486"/>
                  </a:lnTo>
                  <a:lnTo>
                    <a:pt x="723" y="9185"/>
                  </a:lnTo>
                  <a:lnTo>
                    <a:pt x="743" y="8865"/>
                  </a:lnTo>
                  <a:lnTo>
                    <a:pt x="783" y="8564"/>
                  </a:lnTo>
                  <a:lnTo>
                    <a:pt x="843" y="8243"/>
                  </a:lnTo>
                  <a:lnTo>
                    <a:pt x="943" y="7962"/>
                  </a:lnTo>
                  <a:lnTo>
                    <a:pt x="1044" y="7681"/>
                  </a:lnTo>
                  <a:lnTo>
                    <a:pt x="1164" y="7401"/>
                  </a:lnTo>
                  <a:lnTo>
                    <a:pt x="1284" y="7160"/>
                  </a:lnTo>
                  <a:lnTo>
                    <a:pt x="1445" y="6919"/>
                  </a:lnTo>
                  <a:lnTo>
                    <a:pt x="1625" y="6699"/>
                  </a:lnTo>
                  <a:lnTo>
                    <a:pt x="1806" y="6478"/>
                  </a:lnTo>
                  <a:lnTo>
                    <a:pt x="2006" y="6278"/>
                  </a:lnTo>
                  <a:lnTo>
                    <a:pt x="2227" y="6077"/>
                  </a:lnTo>
                  <a:lnTo>
                    <a:pt x="2447" y="5896"/>
                  </a:lnTo>
                  <a:lnTo>
                    <a:pt x="2688" y="5736"/>
                  </a:lnTo>
                  <a:lnTo>
                    <a:pt x="2929" y="5576"/>
                  </a:lnTo>
                  <a:lnTo>
                    <a:pt x="3209" y="5435"/>
                  </a:lnTo>
                  <a:lnTo>
                    <a:pt x="3470" y="5315"/>
                  </a:lnTo>
                  <a:lnTo>
                    <a:pt x="3751" y="5175"/>
                  </a:lnTo>
                  <a:lnTo>
                    <a:pt x="4072" y="5054"/>
                  </a:lnTo>
                  <a:lnTo>
                    <a:pt x="4393" y="4954"/>
                  </a:lnTo>
                  <a:lnTo>
                    <a:pt x="5034" y="4753"/>
                  </a:lnTo>
                  <a:lnTo>
                    <a:pt x="5696" y="4593"/>
                  </a:lnTo>
                  <a:lnTo>
                    <a:pt x="6358" y="4473"/>
                  </a:lnTo>
                  <a:lnTo>
                    <a:pt x="7020" y="4372"/>
                  </a:lnTo>
                  <a:lnTo>
                    <a:pt x="7702" y="4292"/>
                  </a:lnTo>
                  <a:lnTo>
                    <a:pt x="9045" y="4152"/>
                  </a:lnTo>
                  <a:lnTo>
                    <a:pt x="9827" y="4072"/>
                  </a:lnTo>
                  <a:lnTo>
                    <a:pt x="10610" y="3971"/>
                  </a:lnTo>
                  <a:lnTo>
                    <a:pt x="11372" y="3851"/>
                  </a:lnTo>
                  <a:lnTo>
                    <a:pt x="12134" y="3711"/>
                  </a:lnTo>
                  <a:lnTo>
                    <a:pt x="12876" y="3550"/>
                  </a:lnTo>
                  <a:lnTo>
                    <a:pt x="13638" y="3350"/>
                  </a:lnTo>
                  <a:lnTo>
                    <a:pt x="14380" y="3109"/>
                  </a:lnTo>
                  <a:lnTo>
                    <a:pt x="15122" y="2828"/>
                  </a:lnTo>
                  <a:lnTo>
                    <a:pt x="16766" y="2146"/>
                  </a:lnTo>
                  <a:lnTo>
                    <a:pt x="17589" y="1825"/>
                  </a:lnTo>
                  <a:lnTo>
                    <a:pt x="18010" y="1685"/>
                  </a:lnTo>
                  <a:lnTo>
                    <a:pt x="18431" y="1545"/>
                  </a:lnTo>
                  <a:lnTo>
                    <a:pt x="18992" y="1164"/>
                  </a:lnTo>
                  <a:lnTo>
                    <a:pt x="19574" y="823"/>
                  </a:lnTo>
                  <a:lnTo>
                    <a:pt x="20176" y="482"/>
                  </a:lnTo>
                  <a:lnTo>
                    <a:pt x="20777" y="181"/>
                  </a:lnTo>
                  <a:lnTo>
                    <a:pt x="21198" y="0"/>
                  </a:lnTo>
                  <a:close/>
                  <a:moveTo>
                    <a:pt x="1164" y="11231"/>
                  </a:moveTo>
                  <a:lnTo>
                    <a:pt x="1184" y="11251"/>
                  </a:lnTo>
                  <a:lnTo>
                    <a:pt x="1184" y="11231"/>
                  </a:lnTo>
                  <a:close/>
                  <a:moveTo>
                    <a:pt x="15643" y="3350"/>
                  </a:moveTo>
                  <a:lnTo>
                    <a:pt x="14901" y="3690"/>
                  </a:lnTo>
                  <a:lnTo>
                    <a:pt x="14139" y="3991"/>
                  </a:lnTo>
                  <a:lnTo>
                    <a:pt x="13377" y="4292"/>
                  </a:lnTo>
                  <a:lnTo>
                    <a:pt x="12615" y="4553"/>
                  </a:lnTo>
                  <a:lnTo>
                    <a:pt x="11833" y="4814"/>
                  </a:lnTo>
                  <a:lnTo>
                    <a:pt x="11031" y="5034"/>
                  </a:lnTo>
                  <a:lnTo>
                    <a:pt x="10249" y="5235"/>
                  </a:lnTo>
                  <a:lnTo>
                    <a:pt x="9426" y="5415"/>
                  </a:lnTo>
                  <a:lnTo>
                    <a:pt x="8043" y="5676"/>
                  </a:lnTo>
                  <a:lnTo>
                    <a:pt x="7341" y="5816"/>
                  </a:lnTo>
                  <a:lnTo>
                    <a:pt x="6659" y="5957"/>
                  </a:lnTo>
                  <a:lnTo>
                    <a:pt x="5957" y="6117"/>
                  </a:lnTo>
                  <a:lnTo>
                    <a:pt x="5275" y="6298"/>
                  </a:lnTo>
                  <a:lnTo>
                    <a:pt x="4613" y="6538"/>
                  </a:lnTo>
                  <a:lnTo>
                    <a:pt x="4292" y="6659"/>
                  </a:lnTo>
                  <a:lnTo>
                    <a:pt x="3972" y="6799"/>
                  </a:lnTo>
                  <a:lnTo>
                    <a:pt x="3671" y="6959"/>
                  </a:lnTo>
                  <a:lnTo>
                    <a:pt x="3370" y="7120"/>
                  </a:lnTo>
                  <a:lnTo>
                    <a:pt x="3089" y="7300"/>
                  </a:lnTo>
                  <a:lnTo>
                    <a:pt x="2828" y="7501"/>
                  </a:lnTo>
                  <a:lnTo>
                    <a:pt x="2568" y="7721"/>
                  </a:lnTo>
                  <a:lnTo>
                    <a:pt x="2307" y="7942"/>
                  </a:lnTo>
                  <a:lnTo>
                    <a:pt x="2086" y="8203"/>
                  </a:lnTo>
                  <a:lnTo>
                    <a:pt x="1886" y="8463"/>
                  </a:lnTo>
                  <a:lnTo>
                    <a:pt x="1685" y="8724"/>
                  </a:lnTo>
                  <a:lnTo>
                    <a:pt x="1525" y="9005"/>
                  </a:lnTo>
                  <a:lnTo>
                    <a:pt x="1405" y="9306"/>
                  </a:lnTo>
                  <a:lnTo>
                    <a:pt x="1304" y="9607"/>
                  </a:lnTo>
                  <a:lnTo>
                    <a:pt x="1224" y="9927"/>
                  </a:lnTo>
                  <a:lnTo>
                    <a:pt x="1184" y="10248"/>
                  </a:lnTo>
                  <a:lnTo>
                    <a:pt x="1184" y="10569"/>
                  </a:lnTo>
                  <a:lnTo>
                    <a:pt x="1224" y="10910"/>
                  </a:lnTo>
                  <a:lnTo>
                    <a:pt x="1324" y="11131"/>
                  </a:lnTo>
                  <a:lnTo>
                    <a:pt x="1705" y="11291"/>
                  </a:lnTo>
                  <a:lnTo>
                    <a:pt x="2086" y="11432"/>
                  </a:lnTo>
                  <a:lnTo>
                    <a:pt x="2487" y="11552"/>
                  </a:lnTo>
                  <a:lnTo>
                    <a:pt x="2889" y="11652"/>
                  </a:lnTo>
                  <a:lnTo>
                    <a:pt x="3290" y="11732"/>
                  </a:lnTo>
                  <a:lnTo>
                    <a:pt x="3691" y="11793"/>
                  </a:lnTo>
                  <a:lnTo>
                    <a:pt x="4112" y="11833"/>
                  </a:lnTo>
                  <a:lnTo>
                    <a:pt x="4834" y="11833"/>
                  </a:lnTo>
                  <a:lnTo>
                    <a:pt x="5135" y="11813"/>
                  </a:lnTo>
                  <a:lnTo>
                    <a:pt x="5435" y="11772"/>
                  </a:lnTo>
                  <a:lnTo>
                    <a:pt x="5736" y="11732"/>
                  </a:lnTo>
                  <a:lnTo>
                    <a:pt x="5897" y="11712"/>
                  </a:lnTo>
                  <a:lnTo>
                    <a:pt x="5716" y="11592"/>
                  </a:lnTo>
                  <a:lnTo>
                    <a:pt x="5556" y="11472"/>
                  </a:lnTo>
                  <a:lnTo>
                    <a:pt x="5395" y="11331"/>
                  </a:lnTo>
                  <a:lnTo>
                    <a:pt x="5255" y="11191"/>
                  </a:lnTo>
                  <a:lnTo>
                    <a:pt x="5115" y="11030"/>
                  </a:lnTo>
                  <a:lnTo>
                    <a:pt x="4974" y="10870"/>
                  </a:lnTo>
                  <a:lnTo>
                    <a:pt x="4834" y="10690"/>
                  </a:lnTo>
                  <a:lnTo>
                    <a:pt x="4714" y="10509"/>
                  </a:lnTo>
                  <a:lnTo>
                    <a:pt x="4533" y="10148"/>
                  </a:lnTo>
                  <a:lnTo>
                    <a:pt x="4413" y="9807"/>
                  </a:lnTo>
                  <a:lnTo>
                    <a:pt x="4312" y="9466"/>
                  </a:lnTo>
                  <a:lnTo>
                    <a:pt x="4252" y="9125"/>
                  </a:lnTo>
                  <a:lnTo>
                    <a:pt x="4232" y="8804"/>
                  </a:lnTo>
                  <a:lnTo>
                    <a:pt x="4252" y="8484"/>
                  </a:lnTo>
                  <a:lnTo>
                    <a:pt x="4312" y="8163"/>
                  </a:lnTo>
                  <a:lnTo>
                    <a:pt x="4413" y="7862"/>
                  </a:lnTo>
                  <a:lnTo>
                    <a:pt x="4553" y="7561"/>
                  </a:lnTo>
                  <a:lnTo>
                    <a:pt x="4714" y="7300"/>
                  </a:lnTo>
                  <a:lnTo>
                    <a:pt x="4914" y="7040"/>
                  </a:lnTo>
                  <a:lnTo>
                    <a:pt x="5155" y="6799"/>
                  </a:lnTo>
                  <a:lnTo>
                    <a:pt x="5415" y="6598"/>
                  </a:lnTo>
                  <a:lnTo>
                    <a:pt x="5716" y="6398"/>
                  </a:lnTo>
                  <a:lnTo>
                    <a:pt x="6057" y="6237"/>
                  </a:lnTo>
                  <a:lnTo>
                    <a:pt x="6418" y="6117"/>
                  </a:lnTo>
                  <a:lnTo>
                    <a:pt x="6960" y="5957"/>
                  </a:lnTo>
                  <a:lnTo>
                    <a:pt x="7501" y="5836"/>
                  </a:lnTo>
                  <a:lnTo>
                    <a:pt x="8063" y="5756"/>
                  </a:lnTo>
                  <a:lnTo>
                    <a:pt x="8624" y="5696"/>
                  </a:lnTo>
                  <a:lnTo>
                    <a:pt x="9747" y="5576"/>
                  </a:lnTo>
                  <a:lnTo>
                    <a:pt x="10309" y="5515"/>
                  </a:lnTo>
                  <a:lnTo>
                    <a:pt x="10850" y="5435"/>
                  </a:lnTo>
                  <a:lnTo>
                    <a:pt x="11332" y="5335"/>
                  </a:lnTo>
                  <a:lnTo>
                    <a:pt x="11793" y="5215"/>
                  </a:lnTo>
                  <a:lnTo>
                    <a:pt x="12254" y="5094"/>
                  </a:lnTo>
                  <a:lnTo>
                    <a:pt x="12695" y="4934"/>
                  </a:lnTo>
                  <a:lnTo>
                    <a:pt x="13156" y="4773"/>
                  </a:lnTo>
                  <a:lnTo>
                    <a:pt x="13578" y="4573"/>
                  </a:lnTo>
                  <a:lnTo>
                    <a:pt x="14019" y="4372"/>
                  </a:lnTo>
                  <a:lnTo>
                    <a:pt x="14440" y="4152"/>
                  </a:lnTo>
                  <a:lnTo>
                    <a:pt x="14580" y="4072"/>
                  </a:lnTo>
                  <a:lnTo>
                    <a:pt x="14841" y="3871"/>
                  </a:lnTo>
                  <a:lnTo>
                    <a:pt x="15102" y="3690"/>
                  </a:lnTo>
                  <a:lnTo>
                    <a:pt x="15362" y="3510"/>
                  </a:lnTo>
                  <a:lnTo>
                    <a:pt x="15643" y="3350"/>
                  </a:lnTo>
                  <a:close/>
                  <a:moveTo>
                    <a:pt x="1445" y="11371"/>
                  </a:moveTo>
                  <a:lnTo>
                    <a:pt x="1625" y="11652"/>
                  </a:lnTo>
                  <a:lnTo>
                    <a:pt x="1986" y="11933"/>
                  </a:lnTo>
                  <a:lnTo>
                    <a:pt x="2387" y="12174"/>
                  </a:lnTo>
                  <a:lnTo>
                    <a:pt x="2828" y="12394"/>
                  </a:lnTo>
                  <a:lnTo>
                    <a:pt x="3310" y="12575"/>
                  </a:lnTo>
                  <a:lnTo>
                    <a:pt x="3811" y="12735"/>
                  </a:lnTo>
                  <a:lnTo>
                    <a:pt x="4332" y="12835"/>
                  </a:lnTo>
                  <a:lnTo>
                    <a:pt x="4894" y="12896"/>
                  </a:lnTo>
                  <a:lnTo>
                    <a:pt x="5456" y="12936"/>
                  </a:lnTo>
                  <a:lnTo>
                    <a:pt x="5857" y="12916"/>
                  </a:lnTo>
                  <a:lnTo>
                    <a:pt x="6258" y="12875"/>
                  </a:lnTo>
                  <a:lnTo>
                    <a:pt x="6679" y="12815"/>
                  </a:lnTo>
                  <a:lnTo>
                    <a:pt x="7100" y="12735"/>
                  </a:lnTo>
                  <a:lnTo>
                    <a:pt x="7521" y="12615"/>
                  </a:lnTo>
                  <a:lnTo>
                    <a:pt x="7942" y="12474"/>
                  </a:lnTo>
                  <a:lnTo>
                    <a:pt x="8363" y="12314"/>
                  </a:lnTo>
                  <a:lnTo>
                    <a:pt x="8785" y="12113"/>
                  </a:lnTo>
                  <a:lnTo>
                    <a:pt x="8785" y="12113"/>
                  </a:lnTo>
                  <a:lnTo>
                    <a:pt x="8544" y="12174"/>
                  </a:lnTo>
                  <a:lnTo>
                    <a:pt x="8303" y="12194"/>
                  </a:lnTo>
                  <a:lnTo>
                    <a:pt x="8063" y="12234"/>
                  </a:lnTo>
                  <a:lnTo>
                    <a:pt x="7802" y="12234"/>
                  </a:lnTo>
                  <a:lnTo>
                    <a:pt x="7441" y="12214"/>
                  </a:lnTo>
                  <a:lnTo>
                    <a:pt x="7060" y="12154"/>
                  </a:lnTo>
                  <a:lnTo>
                    <a:pt x="6699" y="12073"/>
                  </a:lnTo>
                  <a:lnTo>
                    <a:pt x="6358" y="11933"/>
                  </a:lnTo>
                  <a:lnTo>
                    <a:pt x="5917" y="12033"/>
                  </a:lnTo>
                  <a:lnTo>
                    <a:pt x="5496" y="12093"/>
                  </a:lnTo>
                  <a:lnTo>
                    <a:pt x="5075" y="12133"/>
                  </a:lnTo>
                  <a:lnTo>
                    <a:pt x="4653" y="12154"/>
                  </a:lnTo>
                  <a:lnTo>
                    <a:pt x="4232" y="12133"/>
                  </a:lnTo>
                  <a:lnTo>
                    <a:pt x="3831" y="12093"/>
                  </a:lnTo>
                  <a:lnTo>
                    <a:pt x="3410" y="12033"/>
                  </a:lnTo>
                  <a:lnTo>
                    <a:pt x="3009" y="11953"/>
                  </a:lnTo>
                  <a:lnTo>
                    <a:pt x="2608" y="11853"/>
                  </a:lnTo>
                  <a:lnTo>
                    <a:pt x="2227" y="11712"/>
                  </a:lnTo>
                  <a:lnTo>
                    <a:pt x="1826" y="11552"/>
                  </a:lnTo>
                  <a:lnTo>
                    <a:pt x="1445" y="1137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8703;p43">
              <a:extLst>
                <a:ext uri="{FF2B5EF4-FFF2-40B4-BE49-F238E27FC236}">
                  <a16:creationId xmlns:a16="http://schemas.microsoft.com/office/drawing/2014/main" id="{82B863A9-F92E-132B-B4F7-835EB0BFB046}"/>
                </a:ext>
              </a:extLst>
            </p:cNvPr>
            <p:cNvSpPr/>
            <p:nvPr/>
          </p:nvSpPr>
          <p:spPr>
            <a:xfrm>
              <a:off x="8258675" y="4185775"/>
              <a:ext cx="183525" cy="39125"/>
            </a:xfrm>
            <a:custGeom>
              <a:avLst/>
              <a:gdLst/>
              <a:ahLst/>
              <a:cxnLst/>
              <a:rect l="l" t="t" r="r" b="b"/>
              <a:pathLst>
                <a:path w="7341" h="156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81" y="281"/>
                  </a:lnTo>
                  <a:lnTo>
                    <a:pt x="181" y="281"/>
                  </a:lnTo>
                  <a:lnTo>
                    <a:pt x="181" y="281"/>
                  </a:lnTo>
                  <a:lnTo>
                    <a:pt x="542" y="562"/>
                  </a:lnTo>
                  <a:lnTo>
                    <a:pt x="943" y="803"/>
                  </a:lnTo>
                  <a:lnTo>
                    <a:pt x="1384" y="1023"/>
                  </a:lnTo>
                  <a:lnTo>
                    <a:pt x="1866" y="1204"/>
                  </a:lnTo>
                  <a:lnTo>
                    <a:pt x="2367" y="1364"/>
                  </a:lnTo>
                  <a:lnTo>
                    <a:pt x="2888" y="1464"/>
                  </a:lnTo>
                  <a:lnTo>
                    <a:pt x="3450" y="1525"/>
                  </a:lnTo>
                  <a:lnTo>
                    <a:pt x="4012" y="1565"/>
                  </a:lnTo>
                  <a:lnTo>
                    <a:pt x="4012" y="1565"/>
                  </a:lnTo>
                  <a:lnTo>
                    <a:pt x="4413" y="1545"/>
                  </a:lnTo>
                  <a:lnTo>
                    <a:pt x="4814" y="1504"/>
                  </a:lnTo>
                  <a:lnTo>
                    <a:pt x="5235" y="1444"/>
                  </a:lnTo>
                  <a:lnTo>
                    <a:pt x="5656" y="1364"/>
                  </a:lnTo>
                  <a:lnTo>
                    <a:pt x="6077" y="1244"/>
                  </a:lnTo>
                  <a:lnTo>
                    <a:pt x="6498" y="1103"/>
                  </a:lnTo>
                  <a:lnTo>
                    <a:pt x="6919" y="943"/>
                  </a:lnTo>
                  <a:lnTo>
                    <a:pt x="7341" y="742"/>
                  </a:lnTo>
                  <a:lnTo>
                    <a:pt x="7341" y="742"/>
                  </a:lnTo>
                  <a:lnTo>
                    <a:pt x="7100" y="803"/>
                  </a:lnTo>
                  <a:lnTo>
                    <a:pt x="6859" y="823"/>
                  </a:lnTo>
                  <a:lnTo>
                    <a:pt x="6619" y="863"/>
                  </a:lnTo>
                  <a:lnTo>
                    <a:pt x="6358" y="863"/>
                  </a:lnTo>
                  <a:lnTo>
                    <a:pt x="6358" y="863"/>
                  </a:lnTo>
                  <a:lnTo>
                    <a:pt x="5997" y="843"/>
                  </a:lnTo>
                  <a:lnTo>
                    <a:pt x="5616" y="783"/>
                  </a:lnTo>
                  <a:lnTo>
                    <a:pt x="5255" y="702"/>
                  </a:lnTo>
                  <a:lnTo>
                    <a:pt x="4914" y="562"/>
                  </a:lnTo>
                  <a:lnTo>
                    <a:pt x="4914" y="562"/>
                  </a:lnTo>
                  <a:lnTo>
                    <a:pt x="4473" y="662"/>
                  </a:lnTo>
                  <a:lnTo>
                    <a:pt x="4052" y="722"/>
                  </a:lnTo>
                  <a:lnTo>
                    <a:pt x="3631" y="762"/>
                  </a:lnTo>
                  <a:lnTo>
                    <a:pt x="3209" y="783"/>
                  </a:lnTo>
                  <a:lnTo>
                    <a:pt x="3209" y="783"/>
                  </a:lnTo>
                  <a:lnTo>
                    <a:pt x="2788" y="762"/>
                  </a:lnTo>
                  <a:lnTo>
                    <a:pt x="2387" y="722"/>
                  </a:lnTo>
                  <a:lnTo>
                    <a:pt x="1966" y="662"/>
                  </a:lnTo>
                  <a:lnTo>
                    <a:pt x="1565" y="582"/>
                  </a:lnTo>
                  <a:lnTo>
                    <a:pt x="1164" y="482"/>
                  </a:lnTo>
                  <a:lnTo>
                    <a:pt x="783" y="341"/>
                  </a:lnTo>
                  <a:lnTo>
                    <a:pt x="382" y="18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8704;p43">
              <a:extLst>
                <a:ext uri="{FF2B5EF4-FFF2-40B4-BE49-F238E27FC236}">
                  <a16:creationId xmlns:a16="http://schemas.microsoft.com/office/drawing/2014/main" id="{31EDBB18-55BC-B639-A1E4-6B49B280C8E8}"/>
                </a:ext>
              </a:extLst>
            </p:cNvPr>
            <p:cNvSpPr/>
            <p:nvPr/>
          </p:nvSpPr>
          <p:spPr>
            <a:xfrm>
              <a:off x="8251650" y="4182250"/>
              <a:ext cx="525" cy="550"/>
            </a:xfrm>
            <a:custGeom>
              <a:avLst/>
              <a:gdLst/>
              <a:ahLst/>
              <a:cxnLst/>
              <a:rect l="l" t="t" r="r" b="b"/>
              <a:pathLst>
                <a:path w="21" h="22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21" y="21"/>
                  </a:lnTo>
                  <a:lnTo>
                    <a:pt x="21" y="21"/>
                  </a:lnTo>
                  <a:lnTo>
                    <a:pt x="2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43">
              <a:extLst>
                <a:ext uri="{FF2B5EF4-FFF2-40B4-BE49-F238E27FC236}">
                  <a16:creationId xmlns:a16="http://schemas.microsoft.com/office/drawing/2014/main" id="{6AC3CAD0-FE79-5AED-878B-242D30011B66}"/>
                </a:ext>
              </a:extLst>
            </p:cNvPr>
            <p:cNvSpPr/>
            <p:nvPr/>
          </p:nvSpPr>
          <p:spPr>
            <a:xfrm>
              <a:off x="8252150" y="3985225"/>
              <a:ext cx="361525" cy="212100"/>
            </a:xfrm>
            <a:custGeom>
              <a:avLst/>
              <a:gdLst/>
              <a:ahLst/>
              <a:cxnLst/>
              <a:rect l="l" t="t" r="r" b="b"/>
              <a:pathLst>
                <a:path w="14461" h="8484" fill="none" extrusionOk="0">
                  <a:moveTo>
                    <a:pt x="14460" y="1"/>
                  </a:moveTo>
                  <a:lnTo>
                    <a:pt x="14460" y="1"/>
                  </a:lnTo>
                  <a:lnTo>
                    <a:pt x="13718" y="341"/>
                  </a:lnTo>
                  <a:lnTo>
                    <a:pt x="12956" y="642"/>
                  </a:lnTo>
                  <a:lnTo>
                    <a:pt x="12194" y="943"/>
                  </a:lnTo>
                  <a:lnTo>
                    <a:pt x="11432" y="1204"/>
                  </a:lnTo>
                  <a:lnTo>
                    <a:pt x="10650" y="1465"/>
                  </a:lnTo>
                  <a:lnTo>
                    <a:pt x="9848" y="1685"/>
                  </a:lnTo>
                  <a:lnTo>
                    <a:pt x="9066" y="1886"/>
                  </a:lnTo>
                  <a:lnTo>
                    <a:pt x="8243" y="2066"/>
                  </a:lnTo>
                  <a:lnTo>
                    <a:pt x="8243" y="2066"/>
                  </a:lnTo>
                  <a:lnTo>
                    <a:pt x="6860" y="2327"/>
                  </a:lnTo>
                  <a:lnTo>
                    <a:pt x="6158" y="2467"/>
                  </a:lnTo>
                  <a:lnTo>
                    <a:pt x="5476" y="2608"/>
                  </a:lnTo>
                  <a:lnTo>
                    <a:pt x="4774" y="2768"/>
                  </a:lnTo>
                  <a:lnTo>
                    <a:pt x="4092" y="2949"/>
                  </a:lnTo>
                  <a:lnTo>
                    <a:pt x="3430" y="3189"/>
                  </a:lnTo>
                  <a:lnTo>
                    <a:pt x="3109" y="3310"/>
                  </a:lnTo>
                  <a:lnTo>
                    <a:pt x="2789" y="3450"/>
                  </a:lnTo>
                  <a:lnTo>
                    <a:pt x="2789" y="3450"/>
                  </a:lnTo>
                  <a:lnTo>
                    <a:pt x="2488" y="3610"/>
                  </a:lnTo>
                  <a:lnTo>
                    <a:pt x="2187" y="3771"/>
                  </a:lnTo>
                  <a:lnTo>
                    <a:pt x="1906" y="3951"/>
                  </a:lnTo>
                  <a:lnTo>
                    <a:pt x="1645" y="4152"/>
                  </a:lnTo>
                  <a:lnTo>
                    <a:pt x="1385" y="4372"/>
                  </a:lnTo>
                  <a:lnTo>
                    <a:pt x="1124" y="4593"/>
                  </a:lnTo>
                  <a:lnTo>
                    <a:pt x="903" y="4854"/>
                  </a:lnTo>
                  <a:lnTo>
                    <a:pt x="703" y="5114"/>
                  </a:lnTo>
                  <a:lnTo>
                    <a:pt x="502" y="5375"/>
                  </a:lnTo>
                  <a:lnTo>
                    <a:pt x="342" y="5656"/>
                  </a:lnTo>
                  <a:lnTo>
                    <a:pt x="222" y="5957"/>
                  </a:lnTo>
                  <a:lnTo>
                    <a:pt x="121" y="6258"/>
                  </a:lnTo>
                  <a:lnTo>
                    <a:pt x="41" y="6578"/>
                  </a:lnTo>
                  <a:lnTo>
                    <a:pt x="1" y="6899"/>
                  </a:lnTo>
                  <a:lnTo>
                    <a:pt x="1" y="7220"/>
                  </a:lnTo>
                  <a:lnTo>
                    <a:pt x="41" y="7561"/>
                  </a:lnTo>
                  <a:lnTo>
                    <a:pt x="41" y="7561"/>
                  </a:lnTo>
                  <a:lnTo>
                    <a:pt x="141" y="7782"/>
                  </a:lnTo>
                  <a:lnTo>
                    <a:pt x="141" y="7782"/>
                  </a:lnTo>
                  <a:lnTo>
                    <a:pt x="522" y="7942"/>
                  </a:lnTo>
                  <a:lnTo>
                    <a:pt x="903" y="8083"/>
                  </a:lnTo>
                  <a:lnTo>
                    <a:pt x="1304" y="8203"/>
                  </a:lnTo>
                  <a:lnTo>
                    <a:pt x="1706" y="8303"/>
                  </a:lnTo>
                  <a:lnTo>
                    <a:pt x="2107" y="8383"/>
                  </a:lnTo>
                  <a:lnTo>
                    <a:pt x="2508" y="8444"/>
                  </a:lnTo>
                  <a:lnTo>
                    <a:pt x="2929" y="8484"/>
                  </a:lnTo>
                  <a:lnTo>
                    <a:pt x="3330" y="8484"/>
                  </a:lnTo>
                  <a:lnTo>
                    <a:pt x="3330" y="8484"/>
                  </a:lnTo>
                  <a:lnTo>
                    <a:pt x="3651" y="8484"/>
                  </a:lnTo>
                  <a:lnTo>
                    <a:pt x="3952" y="8464"/>
                  </a:lnTo>
                  <a:lnTo>
                    <a:pt x="4252" y="8423"/>
                  </a:lnTo>
                  <a:lnTo>
                    <a:pt x="4553" y="8383"/>
                  </a:lnTo>
                  <a:lnTo>
                    <a:pt x="4553" y="8383"/>
                  </a:lnTo>
                  <a:lnTo>
                    <a:pt x="4714" y="8363"/>
                  </a:lnTo>
                  <a:lnTo>
                    <a:pt x="4714" y="8363"/>
                  </a:lnTo>
                  <a:lnTo>
                    <a:pt x="4533" y="8243"/>
                  </a:lnTo>
                  <a:lnTo>
                    <a:pt x="4373" y="8123"/>
                  </a:lnTo>
                  <a:lnTo>
                    <a:pt x="4212" y="7982"/>
                  </a:lnTo>
                  <a:lnTo>
                    <a:pt x="4072" y="7842"/>
                  </a:lnTo>
                  <a:lnTo>
                    <a:pt x="3932" y="7681"/>
                  </a:lnTo>
                  <a:lnTo>
                    <a:pt x="3791" y="7521"/>
                  </a:lnTo>
                  <a:lnTo>
                    <a:pt x="3651" y="7341"/>
                  </a:lnTo>
                  <a:lnTo>
                    <a:pt x="3531" y="7160"/>
                  </a:lnTo>
                  <a:lnTo>
                    <a:pt x="3531" y="7160"/>
                  </a:lnTo>
                  <a:lnTo>
                    <a:pt x="3350" y="6799"/>
                  </a:lnTo>
                  <a:lnTo>
                    <a:pt x="3230" y="6458"/>
                  </a:lnTo>
                  <a:lnTo>
                    <a:pt x="3129" y="6117"/>
                  </a:lnTo>
                  <a:lnTo>
                    <a:pt x="3069" y="5776"/>
                  </a:lnTo>
                  <a:lnTo>
                    <a:pt x="3049" y="5455"/>
                  </a:lnTo>
                  <a:lnTo>
                    <a:pt x="3069" y="5135"/>
                  </a:lnTo>
                  <a:lnTo>
                    <a:pt x="3129" y="4814"/>
                  </a:lnTo>
                  <a:lnTo>
                    <a:pt x="3230" y="4513"/>
                  </a:lnTo>
                  <a:lnTo>
                    <a:pt x="3370" y="4212"/>
                  </a:lnTo>
                  <a:lnTo>
                    <a:pt x="3531" y="3951"/>
                  </a:lnTo>
                  <a:lnTo>
                    <a:pt x="3731" y="3691"/>
                  </a:lnTo>
                  <a:lnTo>
                    <a:pt x="3972" y="3450"/>
                  </a:lnTo>
                  <a:lnTo>
                    <a:pt x="4232" y="3249"/>
                  </a:lnTo>
                  <a:lnTo>
                    <a:pt x="4533" y="3049"/>
                  </a:lnTo>
                  <a:lnTo>
                    <a:pt x="4874" y="2888"/>
                  </a:lnTo>
                  <a:lnTo>
                    <a:pt x="5235" y="2768"/>
                  </a:lnTo>
                  <a:lnTo>
                    <a:pt x="5235" y="2768"/>
                  </a:lnTo>
                  <a:lnTo>
                    <a:pt x="5777" y="2608"/>
                  </a:lnTo>
                  <a:lnTo>
                    <a:pt x="6318" y="2487"/>
                  </a:lnTo>
                  <a:lnTo>
                    <a:pt x="6880" y="2407"/>
                  </a:lnTo>
                  <a:lnTo>
                    <a:pt x="7441" y="2347"/>
                  </a:lnTo>
                  <a:lnTo>
                    <a:pt x="8564" y="2227"/>
                  </a:lnTo>
                  <a:lnTo>
                    <a:pt x="9126" y="2166"/>
                  </a:lnTo>
                  <a:lnTo>
                    <a:pt x="9667" y="2086"/>
                  </a:lnTo>
                  <a:lnTo>
                    <a:pt x="9667" y="2086"/>
                  </a:lnTo>
                  <a:lnTo>
                    <a:pt x="10149" y="1986"/>
                  </a:lnTo>
                  <a:lnTo>
                    <a:pt x="10610" y="1866"/>
                  </a:lnTo>
                  <a:lnTo>
                    <a:pt x="11071" y="1745"/>
                  </a:lnTo>
                  <a:lnTo>
                    <a:pt x="11512" y="1585"/>
                  </a:lnTo>
                  <a:lnTo>
                    <a:pt x="11973" y="1424"/>
                  </a:lnTo>
                  <a:lnTo>
                    <a:pt x="12395" y="1224"/>
                  </a:lnTo>
                  <a:lnTo>
                    <a:pt x="12836" y="1023"/>
                  </a:lnTo>
                  <a:lnTo>
                    <a:pt x="13257" y="803"/>
                  </a:lnTo>
                  <a:lnTo>
                    <a:pt x="13257" y="803"/>
                  </a:lnTo>
                  <a:lnTo>
                    <a:pt x="13397" y="723"/>
                  </a:lnTo>
                  <a:lnTo>
                    <a:pt x="13397" y="723"/>
                  </a:lnTo>
                  <a:lnTo>
                    <a:pt x="13658" y="522"/>
                  </a:lnTo>
                  <a:lnTo>
                    <a:pt x="13919" y="341"/>
                  </a:lnTo>
                  <a:lnTo>
                    <a:pt x="14179" y="161"/>
                  </a:lnTo>
                  <a:lnTo>
                    <a:pt x="1446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43">
              <a:extLst>
                <a:ext uri="{FF2B5EF4-FFF2-40B4-BE49-F238E27FC236}">
                  <a16:creationId xmlns:a16="http://schemas.microsoft.com/office/drawing/2014/main" id="{F738A315-92DE-20C5-D66B-CAB58CF15DA5}"/>
                </a:ext>
              </a:extLst>
            </p:cNvPr>
            <p:cNvSpPr/>
            <p:nvPr/>
          </p:nvSpPr>
          <p:spPr>
            <a:xfrm>
              <a:off x="8245650" y="3956650"/>
              <a:ext cx="412650" cy="200075"/>
            </a:xfrm>
            <a:custGeom>
              <a:avLst/>
              <a:gdLst/>
              <a:ahLst/>
              <a:cxnLst/>
              <a:rect l="l" t="t" r="r" b="b"/>
              <a:pathLst>
                <a:path w="16506" h="8003" fill="none" extrusionOk="0">
                  <a:moveTo>
                    <a:pt x="16505" y="0"/>
                  </a:moveTo>
                  <a:lnTo>
                    <a:pt x="16505" y="0"/>
                  </a:lnTo>
                  <a:lnTo>
                    <a:pt x="15462" y="422"/>
                  </a:lnTo>
                  <a:lnTo>
                    <a:pt x="14419" y="863"/>
                  </a:lnTo>
                  <a:lnTo>
                    <a:pt x="14419" y="863"/>
                  </a:lnTo>
                  <a:lnTo>
                    <a:pt x="13898" y="1083"/>
                  </a:lnTo>
                  <a:lnTo>
                    <a:pt x="13357" y="1264"/>
                  </a:lnTo>
                  <a:lnTo>
                    <a:pt x="12795" y="1444"/>
                  </a:lnTo>
                  <a:lnTo>
                    <a:pt x="12254" y="1605"/>
                  </a:lnTo>
                  <a:lnTo>
                    <a:pt x="11712" y="1745"/>
                  </a:lnTo>
                  <a:lnTo>
                    <a:pt x="11151" y="1886"/>
                  </a:lnTo>
                  <a:lnTo>
                    <a:pt x="10589" y="1986"/>
                  </a:lnTo>
                  <a:lnTo>
                    <a:pt x="10007" y="2066"/>
                  </a:lnTo>
                  <a:lnTo>
                    <a:pt x="10007" y="2066"/>
                  </a:lnTo>
                  <a:lnTo>
                    <a:pt x="9326" y="2166"/>
                  </a:lnTo>
                  <a:lnTo>
                    <a:pt x="8644" y="2227"/>
                  </a:lnTo>
                  <a:lnTo>
                    <a:pt x="7280" y="2367"/>
                  </a:lnTo>
                  <a:lnTo>
                    <a:pt x="6598" y="2447"/>
                  </a:lnTo>
                  <a:lnTo>
                    <a:pt x="5936" y="2527"/>
                  </a:lnTo>
                  <a:lnTo>
                    <a:pt x="5255" y="2628"/>
                  </a:lnTo>
                  <a:lnTo>
                    <a:pt x="4593" y="2768"/>
                  </a:lnTo>
                  <a:lnTo>
                    <a:pt x="4593" y="2768"/>
                  </a:lnTo>
                  <a:lnTo>
                    <a:pt x="3931" y="2928"/>
                  </a:lnTo>
                  <a:lnTo>
                    <a:pt x="3269" y="3129"/>
                  </a:lnTo>
                  <a:lnTo>
                    <a:pt x="2948" y="3249"/>
                  </a:lnTo>
                  <a:lnTo>
                    <a:pt x="2627" y="3390"/>
                  </a:lnTo>
                  <a:lnTo>
                    <a:pt x="2307" y="3530"/>
                  </a:lnTo>
                  <a:lnTo>
                    <a:pt x="2026" y="3690"/>
                  </a:lnTo>
                  <a:lnTo>
                    <a:pt x="1725" y="3871"/>
                  </a:lnTo>
                  <a:lnTo>
                    <a:pt x="1464" y="4072"/>
                  </a:lnTo>
                  <a:lnTo>
                    <a:pt x="1204" y="4292"/>
                  </a:lnTo>
                  <a:lnTo>
                    <a:pt x="983" y="4533"/>
                  </a:lnTo>
                  <a:lnTo>
                    <a:pt x="762" y="4773"/>
                  </a:lnTo>
                  <a:lnTo>
                    <a:pt x="582" y="5054"/>
                  </a:lnTo>
                  <a:lnTo>
                    <a:pt x="401" y="5375"/>
                  </a:lnTo>
                  <a:lnTo>
                    <a:pt x="261" y="5696"/>
                  </a:lnTo>
                  <a:lnTo>
                    <a:pt x="261" y="5696"/>
                  </a:lnTo>
                  <a:lnTo>
                    <a:pt x="161" y="5977"/>
                  </a:lnTo>
                  <a:lnTo>
                    <a:pt x="101" y="6278"/>
                  </a:lnTo>
                  <a:lnTo>
                    <a:pt x="40" y="6558"/>
                  </a:lnTo>
                  <a:lnTo>
                    <a:pt x="20" y="6859"/>
                  </a:lnTo>
                  <a:lnTo>
                    <a:pt x="0" y="7140"/>
                  </a:lnTo>
                  <a:lnTo>
                    <a:pt x="20" y="7441"/>
                  </a:lnTo>
                  <a:lnTo>
                    <a:pt x="60" y="7721"/>
                  </a:lnTo>
                  <a:lnTo>
                    <a:pt x="101" y="8002"/>
                  </a:lnTo>
                  <a:lnTo>
                    <a:pt x="101" y="8002"/>
                  </a:lnTo>
                  <a:lnTo>
                    <a:pt x="121" y="7701"/>
                  </a:lnTo>
                  <a:lnTo>
                    <a:pt x="161" y="7421"/>
                  </a:lnTo>
                  <a:lnTo>
                    <a:pt x="241" y="7120"/>
                  </a:lnTo>
                  <a:lnTo>
                    <a:pt x="341" y="6839"/>
                  </a:lnTo>
                  <a:lnTo>
                    <a:pt x="461" y="6558"/>
                  </a:lnTo>
                  <a:lnTo>
                    <a:pt x="622" y="6278"/>
                  </a:lnTo>
                  <a:lnTo>
                    <a:pt x="802" y="6017"/>
                  </a:lnTo>
                  <a:lnTo>
                    <a:pt x="1003" y="5756"/>
                  </a:lnTo>
                  <a:lnTo>
                    <a:pt x="1003" y="5756"/>
                  </a:lnTo>
                  <a:lnTo>
                    <a:pt x="1224" y="5536"/>
                  </a:lnTo>
                  <a:lnTo>
                    <a:pt x="1444" y="5315"/>
                  </a:lnTo>
                  <a:lnTo>
                    <a:pt x="1705" y="5114"/>
                  </a:lnTo>
                  <a:lnTo>
                    <a:pt x="1966" y="4914"/>
                  </a:lnTo>
                  <a:lnTo>
                    <a:pt x="2226" y="4753"/>
                  </a:lnTo>
                  <a:lnTo>
                    <a:pt x="2507" y="4593"/>
                  </a:lnTo>
                  <a:lnTo>
                    <a:pt x="2788" y="4433"/>
                  </a:lnTo>
                  <a:lnTo>
                    <a:pt x="3089" y="4312"/>
                  </a:lnTo>
                  <a:lnTo>
                    <a:pt x="3690" y="4072"/>
                  </a:lnTo>
                  <a:lnTo>
                    <a:pt x="4312" y="3871"/>
                  </a:lnTo>
                  <a:lnTo>
                    <a:pt x="4934" y="3690"/>
                  </a:lnTo>
                  <a:lnTo>
                    <a:pt x="5555" y="3550"/>
                  </a:lnTo>
                  <a:lnTo>
                    <a:pt x="5555" y="3550"/>
                  </a:lnTo>
                  <a:lnTo>
                    <a:pt x="6337" y="3370"/>
                  </a:lnTo>
                  <a:lnTo>
                    <a:pt x="7140" y="3209"/>
                  </a:lnTo>
                  <a:lnTo>
                    <a:pt x="8724" y="2888"/>
                  </a:lnTo>
                  <a:lnTo>
                    <a:pt x="9526" y="2728"/>
                  </a:lnTo>
                  <a:lnTo>
                    <a:pt x="10308" y="2547"/>
                  </a:lnTo>
                  <a:lnTo>
                    <a:pt x="11090" y="2327"/>
                  </a:lnTo>
                  <a:lnTo>
                    <a:pt x="11872" y="2106"/>
                  </a:lnTo>
                  <a:lnTo>
                    <a:pt x="11872" y="2106"/>
                  </a:lnTo>
                  <a:lnTo>
                    <a:pt x="12915" y="1725"/>
                  </a:lnTo>
                  <a:lnTo>
                    <a:pt x="13958" y="1324"/>
                  </a:lnTo>
                  <a:lnTo>
                    <a:pt x="14961" y="863"/>
                  </a:lnTo>
                  <a:lnTo>
                    <a:pt x="15964" y="381"/>
                  </a:lnTo>
                  <a:lnTo>
                    <a:pt x="15964" y="381"/>
                  </a:lnTo>
                  <a:lnTo>
                    <a:pt x="1650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43">
              <a:extLst>
                <a:ext uri="{FF2B5EF4-FFF2-40B4-BE49-F238E27FC236}">
                  <a16:creationId xmlns:a16="http://schemas.microsoft.com/office/drawing/2014/main" id="{A09838AB-6584-0CB2-9869-EC451AAFDEC8}"/>
                </a:ext>
              </a:extLst>
            </p:cNvPr>
            <p:cNvSpPr/>
            <p:nvPr/>
          </p:nvSpPr>
          <p:spPr>
            <a:xfrm>
              <a:off x="8240625" y="3940100"/>
              <a:ext cx="442725" cy="265250"/>
            </a:xfrm>
            <a:custGeom>
              <a:avLst/>
              <a:gdLst/>
              <a:ahLst/>
              <a:cxnLst/>
              <a:rect l="l" t="t" r="r" b="b"/>
              <a:pathLst>
                <a:path w="17709" h="10610" extrusionOk="0">
                  <a:moveTo>
                    <a:pt x="17709" y="1"/>
                  </a:moveTo>
                  <a:lnTo>
                    <a:pt x="17288" y="141"/>
                  </a:lnTo>
                  <a:lnTo>
                    <a:pt x="16867" y="281"/>
                  </a:lnTo>
                  <a:lnTo>
                    <a:pt x="16044" y="602"/>
                  </a:lnTo>
                  <a:lnTo>
                    <a:pt x="14400" y="1284"/>
                  </a:lnTo>
                  <a:lnTo>
                    <a:pt x="13658" y="1565"/>
                  </a:lnTo>
                  <a:lnTo>
                    <a:pt x="12916" y="1806"/>
                  </a:lnTo>
                  <a:lnTo>
                    <a:pt x="12154" y="2006"/>
                  </a:lnTo>
                  <a:lnTo>
                    <a:pt x="11412" y="2167"/>
                  </a:lnTo>
                  <a:lnTo>
                    <a:pt x="10650" y="2307"/>
                  </a:lnTo>
                  <a:lnTo>
                    <a:pt x="9888" y="2427"/>
                  </a:lnTo>
                  <a:lnTo>
                    <a:pt x="9105" y="2528"/>
                  </a:lnTo>
                  <a:lnTo>
                    <a:pt x="8323" y="2608"/>
                  </a:lnTo>
                  <a:lnTo>
                    <a:pt x="6980" y="2748"/>
                  </a:lnTo>
                  <a:lnTo>
                    <a:pt x="6298" y="2828"/>
                  </a:lnTo>
                  <a:lnTo>
                    <a:pt x="5636" y="2929"/>
                  </a:lnTo>
                  <a:lnTo>
                    <a:pt x="4974" y="3049"/>
                  </a:lnTo>
                  <a:lnTo>
                    <a:pt x="4312" y="3209"/>
                  </a:lnTo>
                  <a:lnTo>
                    <a:pt x="3671" y="3410"/>
                  </a:lnTo>
                  <a:lnTo>
                    <a:pt x="3350" y="3510"/>
                  </a:lnTo>
                  <a:lnTo>
                    <a:pt x="3029" y="3631"/>
                  </a:lnTo>
                  <a:lnTo>
                    <a:pt x="2748" y="3771"/>
                  </a:lnTo>
                  <a:lnTo>
                    <a:pt x="2487" y="3891"/>
                  </a:lnTo>
                  <a:lnTo>
                    <a:pt x="2207" y="4032"/>
                  </a:lnTo>
                  <a:lnTo>
                    <a:pt x="1966" y="4192"/>
                  </a:lnTo>
                  <a:lnTo>
                    <a:pt x="1725" y="4352"/>
                  </a:lnTo>
                  <a:lnTo>
                    <a:pt x="1505" y="4533"/>
                  </a:lnTo>
                  <a:lnTo>
                    <a:pt x="1284" y="4734"/>
                  </a:lnTo>
                  <a:lnTo>
                    <a:pt x="1084" y="4934"/>
                  </a:lnTo>
                  <a:lnTo>
                    <a:pt x="903" y="5155"/>
                  </a:lnTo>
                  <a:lnTo>
                    <a:pt x="723" y="5375"/>
                  </a:lnTo>
                  <a:lnTo>
                    <a:pt x="562" y="5616"/>
                  </a:lnTo>
                  <a:lnTo>
                    <a:pt x="442" y="5857"/>
                  </a:lnTo>
                  <a:lnTo>
                    <a:pt x="322" y="6137"/>
                  </a:lnTo>
                  <a:lnTo>
                    <a:pt x="221" y="6418"/>
                  </a:lnTo>
                  <a:lnTo>
                    <a:pt x="121" y="6699"/>
                  </a:lnTo>
                  <a:lnTo>
                    <a:pt x="61" y="7020"/>
                  </a:lnTo>
                  <a:lnTo>
                    <a:pt x="21" y="7321"/>
                  </a:lnTo>
                  <a:lnTo>
                    <a:pt x="1" y="7641"/>
                  </a:lnTo>
                  <a:lnTo>
                    <a:pt x="21" y="7942"/>
                  </a:lnTo>
                  <a:lnTo>
                    <a:pt x="41" y="8263"/>
                  </a:lnTo>
                  <a:lnTo>
                    <a:pt x="81" y="8564"/>
                  </a:lnTo>
                  <a:lnTo>
                    <a:pt x="141" y="8865"/>
                  </a:lnTo>
                  <a:lnTo>
                    <a:pt x="221" y="9146"/>
                  </a:lnTo>
                  <a:lnTo>
                    <a:pt x="342" y="9446"/>
                  </a:lnTo>
                  <a:lnTo>
                    <a:pt x="342" y="9446"/>
                  </a:lnTo>
                  <a:lnTo>
                    <a:pt x="161" y="9346"/>
                  </a:lnTo>
                  <a:lnTo>
                    <a:pt x="322" y="9527"/>
                  </a:lnTo>
                  <a:lnTo>
                    <a:pt x="442" y="9687"/>
                  </a:lnTo>
                  <a:lnTo>
                    <a:pt x="462" y="9687"/>
                  </a:lnTo>
                  <a:lnTo>
                    <a:pt x="462" y="9707"/>
                  </a:lnTo>
                  <a:lnTo>
                    <a:pt x="662" y="9908"/>
                  </a:lnTo>
                  <a:lnTo>
                    <a:pt x="903" y="10108"/>
                  </a:lnTo>
                  <a:lnTo>
                    <a:pt x="723" y="9827"/>
                  </a:lnTo>
                  <a:lnTo>
                    <a:pt x="723" y="9827"/>
                  </a:lnTo>
                  <a:lnTo>
                    <a:pt x="1104" y="10008"/>
                  </a:lnTo>
                  <a:lnTo>
                    <a:pt x="1505" y="10168"/>
                  </a:lnTo>
                  <a:lnTo>
                    <a:pt x="1886" y="10309"/>
                  </a:lnTo>
                  <a:lnTo>
                    <a:pt x="2287" y="10409"/>
                  </a:lnTo>
                  <a:lnTo>
                    <a:pt x="2688" y="10489"/>
                  </a:lnTo>
                  <a:lnTo>
                    <a:pt x="3109" y="10549"/>
                  </a:lnTo>
                  <a:lnTo>
                    <a:pt x="3510" y="10589"/>
                  </a:lnTo>
                  <a:lnTo>
                    <a:pt x="3931" y="10610"/>
                  </a:lnTo>
                  <a:lnTo>
                    <a:pt x="4353" y="10589"/>
                  </a:lnTo>
                  <a:lnTo>
                    <a:pt x="4774" y="10549"/>
                  </a:lnTo>
                  <a:lnTo>
                    <a:pt x="5195" y="10489"/>
                  </a:lnTo>
                  <a:lnTo>
                    <a:pt x="5636" y="10389"/>
                  </a:lnTo>
                  <a:lnTo>
                    <a:pt x="5395" y="10289"/>
                  </a:lnTo>
                  <a:lnTo>
                    <a:pt x="5175" y="10168"/>
                  </a:lnTo>
                  <a:lnTo>
                    <a:pt x="5014" y="10188"/>
                  </a:lnTo>
                  <a:lnTo>
                    <a:pt x="4713" y="10228"/>
                  </a:lnTo>
                  <a:lnTo>
                    <a:pt x="4413" y="10269"/>
                  </a:lnTo>
                  <a:lnTo>
                    <a:pt x="4112" y="10289"/>
                  </a:lnTo>
                  <a:lnTo>
                    <a:pt x="3390" y="10289"/>
                  </a:lnTo>
                  <a:lnTo>
                    <a:pt x="2969" y="10249"/>
                  </a:lnTo>
                  <a:lnTo>
                    <a:pt x="2568" y="10188"/>
                  </a:lnTo>
                  <a:lnTo>
                    <a:pt x="2167" y="10108"/>
                  </a:lnTo>
                  <a:lnTo>
                    <a:pt x="1765" y="10008"/>
                  </a:lnTo>
                  <a:lnTo>
                    <a:pt x="1364" y="9888"/>
                  </a:lnTo>
                  <a:lnTo>
                    <a:pt x="983" y="9747"/>
                  </a:lnTo>
                  <a:lnTo>
                    <a:pt x="602" y="9587"/>
                  </a:lnTo>
                  <a:lnTo>
                    <a:pt x="502" y="9366"/>
                  </a:lnTo>
                  <a:lnTo>
                    <a:pt x="462" y="9025"/>
                  </a:lnTo>
                  <a:lnTo>
                    <a:pt x="462" y="8704"/>
                  </a:lnTo>
                  <a:lnTo>
                    <a:pt x="502" y="8383"/>
                  </a:lnTo>
                  <a:lnTo>
                    <a:pt x="582" y="8063"/>
                  </a:lnTo>
                  <a:lnTo>
                    <a:pt x="683" y="7762"/>
                  </a:lnTo>
                  <a:lnTo>
                    <a:pt x="803" y="7461"/>
                  </a:lnTo>
                  <a:lnTo>
                    <a:pt x="963" y="7180"/>
                  </a:lnTo>
                  <a:lnTo>
                    <a:pt x="1164" y="6919"/>
                  </a:lnTo>
                  <a:lnTo>
                    <a:pt x="1364" y="6659"/>
                  </a:lnTo>
                  <a:lnTo>
                    <a:pt x="1585" y="6398"/>
                  </a:lnTo>
                  <a:lnTo>
                    <a:pt x="1846" y="6177"/>
                  </a:lnTo>
                  <a:lnTo>
                    <a:pt x="2106" y="5957"/>
                  </a:lnTo>
                  <a:lnTo>
                    <a:pt x="2367" y="5756"/>
                  </a:lnTo>
                  <a:lnTo>
                    <a:pt x="2648" y="5576"/>
                  </a:lnTo>
                  <a:lnTo>
                    <a:pt x="2949" y="5415"/>
                  </a:lnTo>
                  <a:lnTo>
                    <a:pt x="3250" y="5255"/>
                  </a:lnTo>
                  <a:lnTo>
                    <a:pt x="3570" y="5115"/>
                  </a:lnTo>
                  <a:lnTo>
                    <a:pt x="3891" y="4994"/>
                  </a:lnTo>
                  <a:lnTo>
                    <a:pt x="4553" y="4754"/>
                  </a:lnTo>
                  <a:lnTo>
                    <a:pt x="5235" y="4573"/>
                  </a:lnTo>
                  <a:lnTo>
                    <a:pt x="5937" y="4413"/>
                  </a:lnTo>
                  <a:lnTo>
                    <a:pt x="6619" y="4272"/>
                  </a:lnTo>
                  <a:lnTo>
                    <a:pt x="7321" y="4132"/>
                  </a:lnTo>
                  <a:lnTo>
                    <a:pt x="8704" y="3871"/>
                  </a:lnTo>
                  <a:lnTo>
                    <a:pt x="9527" y="3691"/>
                  </a:lnTo>
                  <a:lnTo>
                    <a:pt x="10309" y="3490"/>
                  </a:lnTo>
                  <a:lnTo>
                    <a:pt x="11111" y="3270"/>
                  </a:lnTo>
                  <a:lnTo>
                    <a:pt x="11893" y="3009"/>
                  </a:lnTo>
                  <a:lnTo>
                    <a:pt x="12655" y="2748"/>
                  </a:lnTo>
                  <a:lnTo>
                    <a:pt x="13417" y="2447"/>
                  </a:lnTo>
                  <a:lnTo>
                    <a:pt x="14179" y="2146"/>
                  </a:lnTo>
                  <a:lnTo>
                    <a:pt x="14921" y="1806"/>
                  </a:lnTo>
                  <a:lnTo>
                    <a:pt x="14640" y="1966"/>
                  </a:lnTo>
                  <a:lnTo>
                    <a:pt x="14380" y="2146"/>
                  </a:lnTo>
                  <a:lnTo>
                    <a:pt x="14119" y="2327"/>
                  </a:lnTo>
                  <a:lnTo>
                    <a:pt x="13858" y="2528"/>
                  </a:lnTo>
                  <a:lnTo>
                    <a:pt x="14440" y="2167"/>
                  </a:lnTo>
                  <a:lnTo>
                    <a:pt x="15022" y="1806"/>
                  </a:lnTo>
                  <a:lnTo>
                    <a:pt x="16165" y="1043"/>
                  </a:lnTo>
                  <a:lnTo>
                    <a:pt x="16165" y="1043"/>
                  </a:lnTo>
                  <a:lnTo>
                    <a:pt x="15162" y="1525"/>
                  </a:lnTo>
                  <a:lnTo>
                    <a:pt x="14159" y="1986"/>
                  </a:lnTo>
                  <a:lnTo>
                    <a:pt x="13116" y="2387"/>
                  </a:lnTo>
                  <a:lnTo>
                    <a:pt x="12073" y="2768"/>
                  </a:lnTo>
                  <a:lnTo>
                    <a:pt x="11291" y="2989"/>
                  </a:lnTo>
                  <a:lnTo>
                    <a:pt x="10509" y="3209"/>
                  </a:lnTo>
                  <a:lnTo>
                    <a:pt x="9727" y="3390"/>
                  </a:lnTo>
                  <a:lnTo>
                    <a:pt x="8925" y="3550"/>
                  </a:lnTo>
                  <a:lnTo>
                    <a:pt x="7341" y="3871"/>
                  </a:lnTo>
                  <a:lnTo>
                    <a:pt x="6538" y="4032"/>
                  </a:lnTo>
                  <a:lnTo>
                    <a:pt x="5756" y="4212"/>
                  </a:lnTo>
                  <a:lnTo>
                    <a:pt x="5135" y="4352"/>
                  </a:lnTo>
                  <a:lnTo>
                    <a:pt x="4513" y="4533"/>
                  </a:lnTo>
                  <a:lnTo>
                    <a:pt x="3891" y="4734"/>
                  </a:lnTo>
                  <a:lnTo>
                    <a:pt x="3290" y="4974"/>
                  </a:lnTo>
                  <a:lnTo>
                    <a:pt x="2989" y="5095"/>
                  </a:lnTo>
                  <a:lnTo>
                    <a:pt x="2708" y="5255"/>
                  </a:lnTo>
                  <a:lnTo>
                    <a:pt x="2427" y="5415"/>
                  </a:lnTo>
                  <a:lnTo>
                    <a:pt x="2167" y="5576"/>
                  </a:lnTo>
                  <a:lnTo>
                    <a:pt x="1906" y="5776"/>
                  </a:lnTo>
                  <a:lnTo>
                    <a:pt x="1645" y="5977"/>
                  </a:lnTo>
                  <a:lnTo>
                    <a:pt x="1425" y="6198"/>
                  </a:lnTo>
                  <a:lnTo>
                    <a:pt x="1204" y="6418"/>
                  </a:lnTo>
                  <a:lnTo>
                    <a:pt x="1003" y="6679"/>
                  </a:lnTo>
                  <a:lnTo>
                    <a:pt x="823" y="6940"/>
                  </a:lnTo>
                  <a:lnTo>
                    <a:pt x="662" y="7220"/>
                  </a:lnTo>
                  <a:lnTo>
                    <a:pt x="542" y="7501"/>
                  </a:lnTo>
                  <a:lnTo>
                    <a:pt x="442" y="7782"/>
                  </a:lnTo>
                  <a:lnTo>
                    <a:pt x="362" y="8083"/>
                  </a:lnTo>
                  <a:lnTo>
                    <a:pt x="322" y="8363"/>
                  </a:lnTo>
                  <a:lnTo>
                    <a:pt x="302" y="8664"/>
                  </a:lnTo>
                  <a:lnTo>
                    <a:pt x="261" y="8383"/>
                  </a:lnTo>
                  <a:lnTo>
                    <a:pt x="221" y="8103"/>
                  </a:lnTo>
                  <a:lnTo>
                    <a:pt x="201" y="7802"/>
                  </a:lnTo>
                  <a:lnTo>
                    <a:pt x="221" y="7521"/>
                  </a:lnTo>
                  <a:lnTo>
                    <a:pt x="241" y="7220"/>
                  </a:lnTo>
                  <a:lnTo>
                    <a:pt x="302" y="6940"/>
                  </a:lnTo>
                  <a:lnTo>
                    <a:pt x="362" y="6639"/>
                  </a:lnTo>
                  <a:lnTo>
                    <a:pt x="462" y="6358"/>
                  </a:lnTo>
                  <a:lnTo>
                    <a:pt x="602" y="6037"/>
                  </a:lnTo>
                  <a:lnTo>
                    <a:pt x="783" y="5716"/>
                  </a:lnTo>
                  <a:lnTo>
                    <a:pt x="963" y="5435"/>
                  </a:lnTo>
                  <a:lnTo>
                    <a:pt x="1184" y="5195"/>
                  </a:lnTo>
                  <a:lnTo>
                    <a:pt x="1405" y="4954"/>
                  </a:lnTo>
                  <a:lnTo>
                    <a:pt x="1665" y="4734"/>
                  </a:lnTo>
                  <a:lnTo>
                    <a:pt x="1926" y="4533"/>
                  </a:lnTo>
                  <a:lnTo>
                    <a:pt x="2227" y="4352"/>
                  </a:lnTo>
                  <a:lnTo>
                    <a:pt x="2508" y="4192"/>
                  </a:lnTo>
                  <a:lnTo>
                    <a:pt x="2828" y="4052"/>
                  </a:lnTo>
                  <a:lnTo>
                    <a:pt x="3149" y="3911"/>
                  </a:lnTo>
                  <a:lnTo>
                    <a:pt x="3470" y="3791"/>
                  </a:lnTo>
                  <a:lnTo>
                    <a:pt x="4132" y="3590"/>
                  </a:lnTo>
                  <a:lnTo>
                    <a:pt x="4794" y="3430"/>
                  </a:lnTo>
                  <a:lnTo>
                    <a:pt x="5456" y="3290"/>
                  </a:lnTo>
                  <a:lnTo>
                    <a:pt x="6137" y="3189"/>
                  </a:lnTo>
                  <a:lnTo>
                    <a:pt x="6799" y="3109"/>
                  </a:lnTo>
                  <a:lnTo>
                    <a:pt x="7481" y="3029"/>
                  </a:lnTo>
                  <a:lnTo>
                    <a:pt x="8845" y="2889"/>
                  </a:lnTo>
                  <a:lnTo>
                    <a:pt x="9527" y="2828"/>
                  </a:lnTo>
                  <a:lnTo>
                    <a:pt x="10208" y="2728"/>
                  </a:lnTo>
                  <a:lnTo>
                    <a:pt x="10790" y="2648"/>
                  </a:lnTo>
                  <a:lnTo>
                    <a:pt x="11352" y="2548"/>
                  </a:lnTo>
                  <a:lnTo>
                    <a:pt x="11913" y="2407"/>
                  </a:lnTo>
                  <a:lnTo>
                    <a:pt x="12455" y="2267"/>
                  </a:lnTo>
                  <a:lnTo>
                    <a:pt x="12996" y="2106"/>
                  </a:lnTo>
                  <a:lnTo>
                    <a:pt x="13558" y="1926"/>
                  </a:lnTo>
                  <a:lnTo>
                    <a:pt x="14099" y="1745"/>
                  </a:lnTo>
                  <a:lnTo>
                    <a:pt x="14620" y="1525"/>
                  </a:lnTo>
                  <a:lnTo>
                    <a:pt x="15663" y="1084"/>
                  </a:lnTo>
                  <a:lnTo>
                    <a:pt x="16706" y="662"/>
                  </a:lnTo>
                  <a:lnTo>
                    <a:pt x="1770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43">
              <a:extLst>
                <a:ext uri="{FF2B5EF4-FFF2-40B4-BE49-F238E27FC236}">
                  <a16:creationId xmlns:a16="http://schemas.microsoft.com/office/drawing/2014/main" id="{8E09F3CE-1311-7090-D317-9808170208D4}"/>
                </a:ext>
              </a:extLst>
            </p:cNvPr>
            <p:cNvSpPr/>
            <p:nvPr/>
          </p:nvSpPr>
          <p:spPr>
            <a:xfrm>
              <a:off x="8626675" y="3882950"/>
              <a:ext cx="123375" cy="190050"/>
            </a:xfrm>
            <a:custGeom>
              <a:avLst/>
              <a:gdLst/>
              <a:ahLst/>
              <a:cxnLst/>
              <a:rect l="l" t="t" r="r" b="b"/>
              <a:pathLst>
                <a:path w="4935" h="7602" extrusionOk="0">
                  <a:moveTo>
                    <a:pt x="1665" y="0"/>
                  </a:moveTo>
                  <a:lnTo>
                    <a:pt x="1525" y="41"/>
                  </a:lnTo>
                  <a:lnTo>
                    <a:pt x="1384" y="81"/>
                  </a:lnTo>
                  <a:lnTo>
                    <a:pt x="1264" y="161"/>
                  </a:lnTo>
                  <a:lnTo>
                    <a:pt x="1144" y="261"/>
                  </a:lnTo>
                  <a:lnTo>
                    <a:pt x="1023" y="361"/>
                  </a:lnTo>
                  <a:lnTo>
                    <a:pt x="903" y="502"/>
                  </a:lnTo>
                  <a:lnTo>
                    <a:pt x="803" y="662"/>
                  </a:lnTo>
                  <a:lnTo>
                    <a:pt x="723" y="823"/>
                  </a:lnTo>
                  <a:lnTo>
                    <a:pt x="622" y="1023"/>
                  </a:lnTo>
                  <a:lnTo>
                    <a:pt x="482" y="1444"/>
                  </a:lnTo>
                  <a:lnTo>
                    <a:pt x="342" y="1906"/>
                  </a:lnTo>
                  <a:lnTo>
                    <a:pt x="241" y="2407"/>
                  </a:lnTo>
                  <a:lnTo>
                    <a:pt x="161" y="2928"/>
                  </a:lnTo>
                  <a:lnTo>
                    <a:pt x="101" y="3490"/>
                  </a:lnTo>
                  <a:lnTo>
                    <a:pt x="61" y="4031"/>
                  </a:lnTo>
                  <a:lnTo>
                    <a:pt x="21" y="4593"/>
                  </a:lnTo>
                  <a:lnTo>
                    <a:pt x="1" y="5636"/>
                  </a:lnTo>
                  <a:lnTo>
                    <a:pt x="1" y="6538"/>
                  </a:lnTo>
                  <a:lnTo>
                    <a:pt x="41" y="7220"/>
                  </a:lnTo>
                  <a:lnTo>
                    <a:pt x="4934" y="7601"/>
                  </a:lnTo>
                  <a:lnTo>
                    <a:pt x="4934" y="7601"/>
                  </a:lnTo>
                  <a:lnTo>
                    <a:pt x="4914" y="7080"/>
                  </a:lnTo>
                  <a:lnTo>
                    <a:pt x="4894" y="6578"/>
                  </a:lnTo>
                  <a:lnTo>
                    <a:pt x="4854" y="6097"/>
                  </a:lnTo>
                  <a:lnTo>
                    <a:pt x="4794" y="5636"/>
                  </a:lnTo>
                  <a:lnTo>
                    <a:pt x="4734" y="5175"/>
                  </a:lnTo>
                  <a:lnTo>
                    <a:pt x="4673" y="4753"/>
                  </a:lnTo>
                  <a:lnTo>
                    <a:pt x="4593" y="4332"/>
                  </a:lnTo>
                  <a:lnTo>
                    <a:pt x="4493" y="3951"/>
                  </a:lnTo>
                  <a:lnTo>
                    <a:pt x="4312" y="3209"/>
                  </a:lnTo>
                  <a:lnTo>
                    <a:pt x="4192" y="2868"/>
                  </a:lnTo>
                  <a:lnTo>
                    <a:pt x="4072" y="2547"/>
                  </a:lnTo>
                  <a:lnTo>
                    <a:pt x="3951" y="2247"/>
                  </a:lnTo>
                  <a:lnTo>
                    <a:pt x="3831" y="1966"/>
                  </a:lnTo>
                  <a:lnTo>
                    <a:pt x="3691" y="1685"/>
                  </a:lnTo>
                  <a:lnTo>
                    <a:pt x="3570" y="1444"/>
                  </a:lnTo>
                  <a:lnTo>
                    <a:pt x="3430" y="1224"/>
                  </a:lnTo>
                  <a:lnTo>
                    <a:pt x="3290" y="1003"/>
                  </a:lnTo>
                  <a:lnTo>
                    <a:pt x="3129" y="823"/>
                  </a:lnTo>
                  <a:lnTo>
                    <a:pt x="2989" y="642"/>
                  </a:lnTo>
                  <a:lnTo>
                    <a:pt x="2848" y="502"/>
                  </a:lnTo>
                  <a:lnTo>
                    <a:pt x="2688" y="361"/>
                  </a:lnTo>
                  <a:lnTo>
                    <a:pt x="2548" y="261"/>
                  </a:lnTo>
                  <a:lnTo>
                    <a:pt x="2387" y="161"/>
                  </a:lnTo>
                  <a:lnTo>
                    <a:pt x="2247" y="81"/>
                  </a:lnTo>
                  <a:lnTo>
                    <a:pt x="2086" y="41"/>
                  </a:lnTo>
                  <a:lnTo>
                    <a:pt x="194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09" name="Google Shape;8709;p43">
            <a:extLst>
              <a:ext uri="{FF2B5EF4-FFF2-40B4-BE49-F238E27FC236}">
                <a16:creationId xmlns:a16="http://schemas.microsoft.com/office/drawing/2014/main" id="{57931027-BAD8-0FEB-822D-07EB0AA19F8C}"/>
              </a:ext>
            </a:extLst>
          </p:cNvPr>
          <p:cNvGrpSpPr/>
          <p:nvPr/>
        </p:nvGrpSpPr>
        <p:grpSpPr>
          <a:xfrm>
            <a:off x="252600" y="-75750"/>
            <a:ext cx="260625" cy="1230500"/>
            <a:chOff x="6815325" y="0"/>
            <a:chExt cx="260625" cy="1230500"/>
          </a:xfrm>
        </p:grpSpPr>
        <p:sp>
          <p:nvSpPr>
            <p:cNvPr id="8710" name="Google Shape;8710;p43">
              <a:extLst>
                <a:ext uri="{FF2B5EF4-FFF2-40B4-BE49-F238E27FC236}">
                  <a16:creationId xmlns:a16="http://schemas.microsoft.com/office/drawing/2014/main" id="{379466D0-9F5D-240B-4493-CA8067D61990}"/>
                </a:ext>
              </a:extLst>
            </p:cNvPr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extrusionOk="0">
                  <a:moveTo>
                    <a:pt x="1" y="36662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43">
              <a:extLst>
                <a:ext uri="{FF2B5EF4-FFF2-40B4-BE49-F238E27FC236}">
                  <a16:creationId xmlns:a16="http://schemas.microsoft.com/office/drawing/2014/main" id="{373AE8C6-333F-2E19-BFA6-34454E56DC23}"/>
                </a:ext>
              </a:extLst>
            </p:cNvPr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fill="none" extrusionOk="0">
                  <a:moveTo>
                    <a:pt x="1" y="36662"/>
                  </a:moveTo>
                  <a:lnTo>
                    <a:pt x="1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43">
              <a:extLst>
                <a:ext uri="{FF2B5EF4-FFF2-40B4-BE49-F238E27FC236}">
                  <a16:creationId xmlns:a16="http://schemas.microsoft.com/office/drawing/2014/main" id="{BA38DCC6-60FE-2B03-9222-38D85769C810}"/>
                </a:ext>
              </a:extLst>
            </p:cNvPr>
            <p:cNvSpPr/>
            <p:nvPr/>
          </p:nvSpPr>
          <p:spPr>
            <a:xfrm>
              <a:off x="6933275" y="0"/>
              <a:ext cx="19675" cy="916575"/>
            </a:xfrm>
            <a:custGeom>
              <a:avLst/>
              <a:gdLst/>
              <a:ahLst/>
              <a:cxnLst/>
              <a:rect l="l" t="t" r="r" b="b"/>
              <a:pathLst>
                <a:path w="787" h="36663" extrusionOk="0">
                  <a:moveTo>
                    <a:pt x="0" y="0"/>
                  </a:moveTo>
                  <a:lnTo>
                    <a:pt x="0" y="36662"/>
                  </a:lnTo>
                  <a:lnTo>
                    <a:pt x="787" y="366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43">
              <a:extLst>
                <a:ext uri="{FF2B5EF4-FFF2-40B4-BE49-F238E27FC236}">
                  <a16:creationId xmlns:a16="http://schemas.microsoft.com/office/drawing/2014/main" id="{76AA732D-C957-CCA7-261F-2ABF597108EA}"/>
                </a:ext>
              </a:extLst>
            </p:cNvPr>
            <p:cNvSpPr/>
            <p:nvPr/>
          </p:nvSpPr>
          <p:spPr>
            <a:xfrm>
              <a:off x="6815325" y="847475"/>
              <a:ext cx="260625" cy="383025"/>
            </a:xfrm>
            <a:custGeom>
              <a:avLst/>
              <a:gdLst/>
              <a:ahLst/>
              <a:cxnLst/>
              <a:rect l="l" t="t" r="r" b="b"/>
              <a:pathLst>
                <a:path w="10425" h="15321" extrusionOk="0">
                  <a:moveTo>
                    <a:pt x="7077" y="0"/>
                  </a:moveTo>
                  <a:lnTo>
                    <a:pt x="6718" y="23"/>
                  </a:lnTo>
                  <a:lnTo>
                    <a:pt x="6358" y="45"/>
                  </a:lnTo>
                  <a:lnTo>
                    <a:pt x="5999" y="90"/>
                  </a:lnTo>
                  <a:lnTo>
                    <a:pt x="5662" y="157"/>
                  </a:lnTo>
                  <a:lnTo>
                    <a:pt x="5303" y="247"/>
                  </a:lnTo>
                  <a:lnTo>
                    <a:pt x="4966" y="360"/>
                  </a:lnTo>
                  <a:lnTo>
                    <a:pt x="4651" y="472"/>
                  </a:lnTo>
                  <a:lnTo>
                    <a:pt x="4314" y="607"/>
                  </a:lnTo>
                  <a:lnTo>
                    <a:pt x="4000" y="764"/>
                  </a:lnTo>
                  <a:lnTo>
                    <a:pt x="3708" y="944"/>
                  </a:lnTo>
                  <a:lnTo>
                    <a:pt x="3416" y="1123"/>
                  </a:lnTo>
                  <a:lnTo>
                    <a:pt x="3123" y="1326"/>
                  </a:lnTo>
                  <a:lnTo>
                    <a:pt x="2831" y="1528"/>
                  </a:lnTo>
                  <a:lnTo>
                    <a:pt x="2584" y="1752"/>
                  </a:lnTo>
                  <a:lnTo>
                    <a:pt x="2315" y="1999"/>
                  </a:lnTo>
                  <a:lnTo>
                    <a:pt x="2068" y="2247"/>
                  </a:lnTo>
                  <a:lnTo>
                    <a:pt x="1843" y="2516"/>
                  </a:lnTo>
                  <a:lnTo>
                    <a:pt x="1618" y="2808"/>
                  </a:lnTo>
                  <a:lnTo>
                    <a:pt x="1394" y="3078"/>
                  </a:lnTo>
                  <a:lnTo>
                    <a:pt x="1214" y="3392"/>
                  </a:lnTo>
                  <a:lnTo>
                    <a:pt x="1012" y="3707"/>
                  </a:lnTo>
                  <a:lnTo>
                    <a:pt x="855" y="4021"/>
                  </a:lnTo>
                  <a:lnTo>
                    <a:pt x="697" y="4336"/>
                  </a:lnTo>
                  <a:lnTo>
                    <a:pt x="563" y="4695"/>
                  </a:lnTo>
                  <a:lnTo>
                    <a:pt x="428" y="5032"/>
                  </a:lnTo>
                  <a:lnTo>
                    <a:pt x="315" y="5392"/>
                  </a:lnTo>
                  <a:lnTo>
                    <a:pt x="226" y="5751"/>
                  </a:lnTo>
                  <a:lnTo>
                    <a:pt x="136" y="6110"/>
                  </a:lnTo>
                  <a:lnTo>
                    <a:pt x="68" y="6492"/>
                  </a:lnTo>
                  <a:lnTo>
                    <a:pt x="23" y="6874"/>
                  </a:lnTo>
                  <a:lnTo>
                    <a:pt x="1" y="7256"/>
                  </a:lnTo>
                  <a:lnTo>
                    <a:pt x="1" y="7661"/>
                  </a:lnTo>
                  <a:lnTo>
                    <a:pt x="1" y="8042"/>
                  </a:lnTo>
                  <a:lnTo>
                    <a:pt x="23" y="8447"/>
                  </a:lnTo>
                  <a:lnTo>
                    <a:pt x="68" y="8829"/>
                  </a:lnTo>
                  <a:lnTo>
                    <a:pt x="136" y="9211"/>
                  </a:lnTo>
                  <a:lnTo>
                    <a:pt x="226" y="9570"/>
                  </a:lnTo>
                  <a:lnTo>
                    <a:pt x="315" y="9929"/>
                  </a:lnTo>
                  <a:lnTo>
                    <a:pt x="428" y="10289"/>
                  </a:lnTo>
                  <a:lnTo>
                    <a:pt x="563" y="10648"/>
                  </a:lnTo>
                  <a:lnTo>
                    <a:pt x="697" y="10985"/>
                  </a:lnTo>
                  <a:lnTo>
                    <a:pt x="855" y="11322"/>
                  </a:lnTo>
                  <a:lnTo>
                    <a:pt x="1012" y="11637"/>
                  </a:lnTo>
                  <a:lnTo>
                    <a:pt x="1214" y="11951"/>
                  </a:lnTo>
                  <a:lnTo>
                    <a:pt x="1394" y="12243"/>
                  </a:lnTo>
                  <a:lnTo>
                    <a:pt x="1618" y="12535"/>
                  </a:lnTo>
                  <a:lnTo>
                    <a:pt x="1843" y="12805"/>
                  </a:lnTo>
                  <a:lnTo>
                    <a:pt x="2068" y="13075"/>
                  </a:lnTo>
                  <a:lnTo>
                    <a:pt x="2315" y="13344"/>
                  </a:lnTo>
                  <a:lnTo>
                    <a:pt x="2584" y="13569"/>
                  </a:lnTo>
                  <a:lnTo>
                    <a:pt x="2831" y="13793"/>
                  </a:lnTo>
                  <a:lnTo>
                    <a:pt x="3123" y="14018"/>
                  </a:lnTo>
                  <a:lnTo>
                    <a:pt x="3416" y="14220"/>
                  </a:lnTo>
                  <a:lnTo>
                    <a:pt x="3708" y="14400"/>
                  </a:lnTo>
                  <a:lnTo>
                    <a:pt x="4000" y="14580"/>
                  </a:lnTo>
                  <a:lnTo>
                    <a:pt x="4314" y="14714"/>
                  </a:lnTo>
                  <a:lnTo>
                    <a:pt x="4651" y="14872"/>
                  </a:lnTo>
                  <a:lnTo>
                    <a:pt x="4966" y="14984"/>
                  </a:lnTo>
                  <a:lnTo>
                    <a:pt x="5303" y="15074"/>
                  </a:lnTo>
                  <a:lnTo>
                    <a:pt x="5662" y="15164"/>
                  </a:lnTo>
                  <a:lnTo>
                    <a:pt x="5999" y="15231"/>
                  </a:lnTo>
                  <a:lnTo>
                    <a:pt x="6358" y="15276"/>
                  </a:lnTo>
                  <a:lnTo>
                    <a:pt x="6718" y="15321"/>
                  </a:lnTo>
                  <a:lnTo>
                    <a:pt x="7504" y="15321"/>
                  </a:lnTo>
                  <a:lnTo>
                    <a:pt x="7931" y="15276"/>
                  </a:lnTo>
                  <a:lnTo>
                    <a:pt x="8335" y="15209"/>
                  </a:lnTo>
                  <a:lnTo>
                    <a:pt x="8762" y="15119"/>
                  </a:lnTo>
                  <a:lnTo>
                    <a:pt x="9144" y="14984"/>
                  </a:lnTo>
                  <a:lnTo>
                    <a:pt x="9548" y="14849"/>
                  </a:lnTo>
                  <a:lnTo>
                    <a:pt x="9908" y="14692"/>
                  </a:lnTo>
                  <a:lnTo>
                    <a:pt x="10267" y="14512"/>
                  </a:lnTo>
                  <a:lnTo>
                    <a:pt x="9863" y="14243"/>
                  </a:lnTo>
                  <a:lnTo>
                    <a:pt x="9481" y="13951"/>
                  </a:lnTo>
                  <a:lnTo>
                    <a:pt x="9122" y="13636"/>
                  </a:lnTo>
                  <a:lnTo>
                    <a:pt x="8762" y="13299"/>
                  </a:lnTo>
                  <a:lnTo>
                    <a:pt x="8425" y="12940"/>
                  </a:lnTo>
                  <a:lnTo>
                    <a:pt x="8133" y="12558"/>
                  </a:lnTo>
                  <a:lnTo>
                    <a:pt x="7841" y="12153"/>
                  </a:lnTo>
                  <a:lnTo>
                    <a:pt x="7594" y="11727"/>
                  </a:lnTo>
                  <a:lnTo>
                    <a:pt x="7347" y="11300"/>
                  </a:lnTo>
                  <a:lnTo>
                    <a:pt x="7145" y="10828"/>
                  </a:lnTo>
                  <a:lnTo>
                    <a:pt x="6987" y="10356"/>
                  </a:lnTo>
                  <a:lnTo>
                    <a:pt x="6830" y="9862"/>
                  </a:lnTo>
                  <a:lnTo>
                    <a:pt x="6718" y="9345"/>
                  </a:lnTo>
                  <a:lnTo>
                    <a:pt x="6628" y="8829"/>
                  </a:lnTo>
                  <a:lnTo>
                    <a:pt x="6583" y="8290"/>
                  </a:lnTo>
                  <a:lnTo>
                    <a:pt x="6561" y="7750"/>
                  </a:lnTo>
                  <a:lnTo>
                    <a:pt x="6583" y="7211"/>
                  </a:lnTo>
                  <a:lnTo>
                    <a:pt x="6628" y="6650"/>
                  </a:lnTo>
                  <a:lnTo>
                    <a:pt x="6718" y="6133"/>
                  </a:lnTo>
                  <a:lnTo>
                    <a:pt x="6830" y="5616"/>
                  </a:lnTo>
                  <a:lnTo>
                    <a:pt x="6987" y="5100"/>
                  </a:lnTo>
                  <a:lnTo>
                    <a:pt x="7167" y="4605"/>
                  </a:lnTo>
                  <a:lnTo>
                    <a:pt x="7392" y="4134"/>
                  </a:lnTo>
                  <a:lnTo>
                    <a:pt x="7639" y="3684"/>
                  </a:lnTo>
                  <a:lnTo>
                    <a:pt x="7908" y="3257"/>
                  </a:lnTo>
                  <a:lnTo>
                    <a:pt x="8200" y="2853"/>
                  </a:lnTo>
                  <a:lnTo>
                    <a:pt x="8515" y="2449"/>
                  </a:lnTo>
                  <a:lnTo>
                    <a:pt x="8852" y="2089"/>
                  </a:lnTo>
                  <a:lnTo>
                    <a:pt x="9211" y="1752"/>
                  </a:lnTo>
                  <a:lnTo>
                    <a:pt x="9616" y="1438"/>
                  </a:lnTo>
                  <a:lnTo>
                    <a:pt x="10020" y="1168"/>
                  </a:lnTo>
                  <a:lnTo>
                    <a:pt x="10424" y="921"/>
                  </a:lnTo>
                  <a:lnTo>
                    <a:pt x="10065" y="719"/>
                  </a:lnTo>
                  <a:lnTo>
                    <a:pt x="9661" y="517"/>
                  </a:lnTo>
                  <a:lnTo>
                    <a:pt x="9256" y="382"/>
                  </a:lnTo>
                  <a:lnTo>
                    <a:pt x="8852" y="247"/>
                  </a:lnTo>
                  <a:lnTo>
                    <a:pt x="8425" y="135"/>
                  </a:lnTo>
                  <a:lnTo>
                    <a:pt x="7976" y="68"/>
                  </a:lnTo>
                  <a:lnTo>
                    <a:pt x="7527" y="23"/>
                  </a:lnTo>
                  <a:lnTo>
                    <a:pt x="707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14" name="Google Shape;8714;p43">
            <a:extLst>
              <a:ext uri="{FF2B5EF4-FFF2-40B4-BE49-F238E27FC236}">
                <a16:creationId xmlns:a16="http://schemas.microsoft.com/office/drawing/2014/main" id="{24E8B3AC-2B6F-6CD8-7ACC-FE90266DACAF}"/>
              </a:ext>
            </a:extLst>
          </p:cNvPr>
          <p:cNvGrpSpPr/>
          <p:nvPr/>
        </p:nvGrpSpPr>
        <p:grpSpPr>
          <a:xfrm>
            <a:off x="8227000" y="-77375"/>
            <a:ext cx="599250" cy="1418100"/>
            <a:chOff x="310050" y="-1175"/>
            <a:chExt cx="599250" cy="1418100"/>
          </a:xfrm>
        </p:grpSpPr>
        <p:grpSp>
          <p:nvGrpSpPr>
            <p:cNvPr id="8715" name="Google Shape;8715;p43">
              <a:extLst>
                <a:ext uri="{FF2B5EF4-FFF2-40B4-BE49-F238E27FC236}">
                  <a16:creationId xmlns:a16="http://schemas.microsoft.com/office/drawing/2014/main" id="{20737EEA-6488-9C9C-2EE8-9C59F3510AFF}"/>
                </a:ext>
              </a:extLst>
            </p:cNvPr>
            <p:cNvGrpSpPr/>
            <p:nvPr/>
          </p:nvGrpSpPr>
          <p:grpSpPr>
            <a:xfrm>
              <a:off x="310050" y="-1175"/>
              <a:ext cx="599250" cy="1418100"/>
              <a:chOff x="310050" y="0"/>
              <a:chExt cx="599250" cy="1418100"/>
            </a:xfrm>
          </p:grpSpPr>
          <p:sp>
            <p:nvSpPr>
              <p:cNvPr id="8716" name="Google Shape;8716;p43">
                <a:extLst>
                  <a:ext uri="{FF2B5EF4-FFF2-40B4-BE49-F238E27FC236}">
                    <a16:creationId xmlns:a16="http://schemas.microsoft.com/office/drawing/2014/main" id="{BEB1B689-9AD9-B699-EF3E-2D490ED2E662}"/>
                  </a:ext>
                </a:extLst>
              </p:cNvPr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extrusionOk="0">
                    <a:moveTo>
                      <a:pt x="1" y="36662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7" name="Google Shape;8717;p43">
                <a:extLst>
                  <a:ext uri="{FF2B5EF4-FFF2-40B4-BE49-F238E27FC236}">
                    <a16:creationId xmlns:a16="http://schemas.microsoft.com/office/drawing/2014/main" id="{66D43FDF-BC33-88DC-A5F7-294BA497B80E}"/>
                  </a:ext>
                </a:extLst>
              </p:cNvPr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fill="none" extrusionOk="0">
                    <a:moveTo>
                      <a:pt x="1" y="36662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8" name="Google Shape;8718;p43">
                <a:extLst>
                  <a:ext uri="{FF2B5EF4-FFF2-40B4-BE49-F238E27FC236}">
                    <a16:creationId xmlns:a16="http://schemas.microsoft.com/office/drawing/2014/main" id="{B49C07A6-9281-8C76-4F10-8D7320123F7E}"/>
                  </a:ext>
                </a:extLst>
              </p:cNvPr>
              <p:cNvSpPr/>
              <p:nvPr/>
            </p:nvSpPr>
            <p:spPr>
              <a:xfrm>
                <a:off x="598700" y="0"/>
                <a:ext cx="19700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6663" extrusionOk="0">
                    <a:moveTo>
                      <a:pt x="1" y="0"/>
                    </a:moveTo>
                    <a:lnTo>
                      <a:pt x="1" y="36662"/>
                    </a:lnTo>
                    <a:lnTo>
                      <a:pt x="787" y="3666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9" name="Google Shape;8719;p43">
                <a:extLst>
                  <a:ext uri="{FF2B5EF4-FFF2-40B4-BE49-F238E27FC236}">
                    <a16:creationId xmlns:a16="http://schemas.microsoft.com/office/drawing/2014/main" id="{09F30FC5-6E81-BF47-6FFE-6C2FFCA7ABD9}"/>
                  </a:ext>
                </a:extLst>
              </p:cNvPr>
              <p:cNvSpPr/>
              <p:nvPr/>
            </p:nvSpPr>
            <p:spPr>
              <a:xfrm>
                <a:off x="310050" y="847475"/>
                <a:ext cx="599250" cy="570625"/>
              </a:xfrm>
              <a:custGeom>
                <a:avLst/>
                <a:gdLst/>
                <a:ahLst/>
                <a:cxnLst/>
                <a:rect l="l" t="t" r="r" b="b"/>
                <a:pathLst>
                  <a:path w="23970" h="22825" extrusionOk="0">
                    <a:moveTo>
                      <a:pt x="11996" y="0"/>
                    </a:moveTo>
                    <a:lnTo>
                      <a:pt x="7503" y="6425"/>
                    </a:lnTo>
                    <a:lnTo>
                      <a:pt x="0" y="8716"/>
                    </a:lnTo>
                    <a:lnTo>
                      <a:pt x="4718" y="14984"/>
                    </a:lnTo>
                    <a:lnTo>
                      <a:pt x="4560" y="22824"/>
                    </a:lnTo>
                    <a:lnTo>
                      <a:pt x="11996" y="20286"/>
                    </a:lnTo>
                    <a:lnTo>
                      <a:pt x="19409" y="22824"/>
                    </a:lnTo>
                    <a:lnTo>
                      <a:pt x="19252" y="14984"/>
                    </a:lnTo>
                    <a:lnTo>
                      <a:pt x="23970" y="8716"/>
                    </a:lnTo>
                    <a:lnTo>
                      <a:pt x="16489" y="6425"/>
                    </a:lnTo>
                    <a:lnTo>
                      <a:pt x="1199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720" name="Google Shape;8720;p43">
              <a:extLst>
                <a:ext uri="{FF2B5EF4-FFF2-40B4-BE49-F238E27FC236}">
                  <a16:creationId xmlns:a16="http://schemas.microsoft.com/office/drawing/2014/main" id="{69FD67C4-755F-D651-0734-19D3E84BCE8E}"/>
                </a:ext>
              </a:extLst>
            </p:cNvPr>
            <p:cNvSpPr/>
            <p:nvPr/>
          </p:nvSpPr>
          <p:spPr>
            <a:xfrm>
              <a:off x="445600" y="979650"/>
              <a:ext cx="328149" cy="312474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21" name="Google Shape;8721;p43">
            <a:extLst>
              <a:ext uri="{FF2B5EF4-FFF2-40B4-BE49-F238E27FC236}">
                <a16:creationId xmlns:a16="http://schemas.microsoft.com/office/drawing/2014/main" id="{59A6B2C3-DD8C-C341-FD56-0ECB31388E9E}"/>
              </a:ext>
            </a:extLst>
          </p:cNvPr>
          <p:cNvGrpSpPr/>
          <p:nvPr/>
        </p:nvGrpSpPr>
        <p:grpSpPr>
          <a:xfrm>
            <a:off x="7929900" y="-77375"/>
            <a:ext cx="297100" cy="2315550"/>
            <a:chOff x="8234700" y="-1175"/>
            <a:chExt cx="297100" cy="2315550"/>
          </a:xfrm>
        </p:grpSpPr>
        <p:grpSp>
          <p:nvGrpSpPr>
            <p:cNvPr id="8722" name="Google Shape;8722;p43">
              <a:extLst>
                <a:ext uri="{FF2B5EF4-FFF2-40B4-BE49-F238E27FC236}">
                  <a16:creationId xmlns:a16="http://schemas.microsoft.com/office/drawing/2014/main" id="{E7C6FFCA-3057-EB98-A225-3F6ACD64ECDA}"/>
                </a:ext>
              </a:extLst>
            </p:cNvPr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8723" name="Google Shape;8723;p43">
                <a:extLst>
                  <a:ext uri="{FF2B5EF4-FFF2-40B4-BE49-F238E27FC236}">
                    <a16:creationId xmlns:a16="http://schemas.microsoft.com/office/drawing/2014/main" id="{FF588D48-E995-5B4E-8B58-5295817AA584}"/>
                  </a:ext>
                </a:extLst>
              </p:cNvPr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4" name="Google Shape;8724;p43">
                <a:extLst>
                  <a:ext uri="{FF2B5EF4-FFF2-40B4-BE49-F238E27FC236}">
                    <a16:creationId xmlns:a16="http://schemas.microsoft.com/office/drawing/2014/main" id="{7C98F8EC-8CF9-B661-5AA5-E0DE888898BF}"/>
                  </a:ext>
                </a:extLst>
              </p:cNvPr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5" name="Google Shape;8725;p43">
                <a:extLst>
                  <a:ext uri="{FF2B5EF4-FFF2-40B4-BE49-F238E27FC236}">
                    <a16:creationId xmlns:a16="http://schemas.microsoft.com/office/drawing/2014/main" id="{7D259B7B-C422-7AAB-6039-C541B473308E}"/>
                  </a:ext>
                </a:extLst>
              </p:cNvPr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6" name="Google Shape;8726;p43">
                <a:extLst>
                  <a:ext uri="{FF2B5EF4-FFF2-40B4-BE49-F238E27FC236}">
                    <a16:creationId xmlns:a16="http://schemas.microsoft.com/office/drawing/2014/main" id="{EA5CF7D0-3696-232B-4D33-3D90D8FCB580}"/>
                  </a:ext>
                </a:extLst>
              </p:cNvPr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727" name="Google Shape;8727;p43">
              <a:extLst>
                <a:ext uri="{FF2B5EF4-FFF2-40B4-BE49-F238E27FC236}">
                  <a16:creationId xmlns:a16="http://schemas.microsoft.com/office/drawing/2014/main" id="{DDEC45D7-BB51-3685-52FF-A88C189CDF41}"/>
                </a:ext>
              </a:extLst>
            </p:cNvPr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28" name="Google Shape;8728;p43">
            <a:extLst>
              <a:ext uri="{FF2B5EF4-FFF2-40B4-BE49-F238E27FC236}">
                <a16:creationId xmlns:a16="http://schemas.microsoft.com/office/drawing/2014/main" id="{7224BB59-7F2A-E028-AE2E-88E5D6E6E0A6}"/>
              </a:ext>
            </a:extLst>
          </p:cNvPr>
          <p:cNvGrpSpPr/>
          <p:nvPr/>
        </p:nvGrpSpPr>
        <p:grpSpPr>
          <a:xfrm>
            <a:off x="995550" y="-12300"/>
            <a:ext cx="260625" cy="1561450"/>
            <a:chOff x="6815325" y="-330950"/>
            <a:chExt cx="260625" cy="1561450"/>
          </a:xfrm>
        </p:grpSpPr>
        <p:sp>
          <p:nvSpPr>
            <p:cNvPr id="8729" name="Google Shape;8729;p43">
              <a:extLst>
                <a:ext uri="{FF2B5EF4-FFF2-40B4-BE49-F238E27FC236}">
                  <a16:creationId xmlns:a16="http://schemas.microsoft.com/office/drawing/2014/main" id="{08BBE53A-32C3-9A74-899E-6F0288BE6E98}"/>
                </a:ext>
              </a:extLst>
            </p:cNvPr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extrusionOk="0">
                  <a:moveTo>
                    <a:pt x="1" y="36662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8730;p43">
              <a:extLst>
                <a:ext uri="{FF2B5EF4-FFF2-40B4-BE49-F238E27FC236}">
                  <a16:creationId xmlns:a16="http://schemas.microsoft.com/office/drawing/2014/main" id="{15F215B6-75E1-4CAC-1DF7-A133F8E25D19}"/>
                </a:ext>
              </a:extLst>
            </p:cNvPr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fill="none" extrusionOk="0">
                  <a:moveTo>
                    <a:pt x="1" y="36662"/>
                  </a:moveTo>
                  <a:lnTo>
                    <a:pt x="1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8731;p43">
              <a:extLst>
                <a:ext uri="{FF2B5EF4-FFF2-40B4-BE49-F238E27FC236}">
                  <a16:creationId xmlns:a16="http://schemas.microsoft.com/office/drawing/2014/main" id="{FDCAE09C-E204-52FD-B4CF-26CEBF0DED0F}"/>
                </a:ext>
              </a:extLst>
            </p:cNvPr>
            <p:cNvSpPr/>
            <p:nvPr/>
          </p:nvSpPr>
          <p:spPr>
            <a:xfrm>
              <a:off x="6933275" y="-330950"/>
              <a:ext cx="19675" cy="1247550"/>
            </a:xfrm>
            <a:custGeom>
              <a:avLst/>
              <a:gdLst/>
              <a:ahLst/>
              <a:cxnLst/>
              <a:rect l="l" t="t" r="r" b="b"/>
              <a:pathLst>
                <a:path w="787" h="36663" extrusionOk="0">
                  <a:moveTo>
                    <a:pt x="0" y="0"/>
                  </a:moveTo>
                  <a:lnTo>
                    <a:pt x="0" y="36662"/>
                  </a:lnTo>
                  <a:lnTo>
                    <a:pt x="787" y="366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8732;p43">
              <a:extLst>
                <a:ext uri="{FF2B5EF4-FFF2-40B4-BE49-F238E27FC236}">
                  <a16:creationId xmlns:a16="http://schemas.microsoft.com/office/drawing/2014/main" id="{D27A860E-7661-9B55-0ED8-125303AC5571}"/>
                </a:ext>
              </a:extLst>
            </p:cNvPr>
            <p:cNvSpPr/>
            <p:nvPr/>
          </p:nvSpPr>
          <p:spPr>
            <a:xfrm>
              <a:off x="6815325" y="847475"/>
              <a:ext cx="260625" cy="383025"/>
            </a:xfrm>
            <a:custGeom>
              <a:avLst/>
              <a:gdLst/>
              <a:ahLst/>
              <a:cxnLst/>
              <a:rect l="l" t="t" r="r" b="b"/>
              <a:pathLst>
                <a:path w="10425" h="15321" extrusionOk="0">
                  <a:moveTo>
                    <a:pt x="7077" y="0"/>
                  </a:moveTo>
                  <a:lnTo>
                    <a:pt x="6718" y="23"/>
                  </a:lnTo>
                  <a:lnTo>
                    <a:pt x="6358" y="45"/>
                  </a:lnTo>
                  <a:lnTo>
                    <a:pt x="5999" y="90"/>
                  </a:lnTo>
                  <a:lnTo>
                    <a:pt x="5662" y="157"/>
                  </a:lnTo>
                  <a:lnTo>
                    <a:pt x="5303" y="247"/>
                  </a:lnTo>
                  <a:lnTo>
                    <a:pt x="4966" y="360"/>
                  </a:lnTo>
                  <a:lnTo>
                    <a:pt x="4651" y="472"/>
                  </a:lnTo>
                  <a:lnTo>
                    <a:pt x="4314" y="607"/>
                  </a:lnTo>
                  <a:lnTo>
                    <a:pt x="4000" y="764"/>
                  </a:lnTo>
                  <a:lnTo>
                    <a:pt x="3708" y="944"/>
                  </a:lnTo>
                  <a:lnTo>
                    <a:pt x="3416" y="1123"/>
                  </a:lnTo>
                  <a:lnTo>
                    <a:pt x="3123" y="1326"/>
                  </a:lnTo>
                  <a:lnTo>
                    <a:pt x="2831" y="1528"/>
                  </a:lnTo>
                  <a:lnTo>
                    <a:pt x="2584" y="1752"/>
                  </a:lnTo>
                  <a:lnTo>
                    <a:pt x="2315" y="1999"/>
                  </a:lnTo>
                  <a:lnTo>
                    <a:pt x="2068" y="2247"/>
                  </a:lnTo>
                  <a:lnTo>
                    <a:pt x="1843" y="2516"/>
                  </a:lnTo>
                  <a:lnTo>
                    <a:pt x="1618" y="2808"/>
                  </a:lnTo>
                  <a:lnTo>
                    <a:pt x="1394" y="3078"/>
                  </a:lnTo>
                  <a:lnTo>
                    <a:pt x="1214" y="3392"/>
                  </a:lnTo>
                  <a:lnTo>
                    <a:pt x="1012" y="3707"/>
                  </a:lnTo>
                  <a:lnTo>
                    <a:pt x="855" y="4021"/>
                  </a:lnTo>
                  <a:lnTo>
                    <a:pt x="697" y="4336"/>
                  </a:lnTo>
                  <a:lnTo>
                    <a:pt x="563" y="4695"/>
                  </a:lnTo>
                  <a:lnTo>
                    <a:pt x="428" y="5032"/>
                  </a:lnTo>
                  <a:lnTo>
                    <a:pt x="315" y="5392"/>
                  </a:lnTo>
                  <a:lnTo>
                    <a:pt x="226" y="5751"/>
                  </a:lnTo>
                  <a:lnTo>
                    <a:pt x="136" y="6110"/>
                  </a:lnTo>
                  <a:lnTo>
                    <a:pt x="68" y="6492"/>
                  </a:lnTo>
                  <a:lnTo>
                    <a:pt x="23" y="6874"/>
                  </a:lnTo>
                  <a:lnTo>
                    <a:pt x="1" y="7256"/>
                  </a:lnTo>
                  <a:lnTo>
                    <a:pt x="1" y="7661"/>
                  </a:lnTo>
                  <a:lnTo>
                    <a:pt x="1" y="8042"/>
                  </a:lnTo>
                  <a:lnTo>
                    <a:pt x="23" y="8447"/>
                  </a:lnTo>
                  <a:lnTo>
                    <a:pt x="68" y="8829"/>
                  </a:lnTo>
                  <a:lnTo>
                    <a:pt x="136" y="9211"/>
                  </a:lnTo>
                  <a:lnTo>
                    <a:pt x="226" y="9570"/>
                  </a:lnTo>
                  <a:lnTo>
                    <a:pt x="315" y="9929"/>
                  </a:lnTo>
                  <a:lnTo>
                    <a:pt x="428" y="10289"/>
                  </a:lnTo>
                  <a:lnTo>
                    <a:pt x="563" y="10648"/>
                  </a:lnTo>
                  <a:lnTo>
                    <a:pt x="697" y="10985"/>
                  </a:lnTo>
                  <a:lnTo>
                    <a:pt x="855" y="11322"/>
                  </a:lnTo>
                  <a:lnTo>
                    <a:pt x="1012" y="11637"/>
                  </a:lnTo>
                  <a:lnTo>
                    <a:pt x="1214" y="11951"/>
                  </a:lnTo>
                  <a:lnTo>
                    <a:pt x="1394" y="12243"/>
                  </a:lnTo>
                  <a:lnTo>
                    <a:pt x="1618" y="12535"/>
                  </a:lnTo>
                  <a:lnTo>
                    <a:pt x="1843" y="12805"/>
                  </a:lnTo>
                  <a:lnTo>
                    <a:pt x="2068" y="13075"/>
                  </a:lnTo>
                  <a:lnTo>
                    <a:pt x="2315" y="13344"/>
                  </a:lnTo>
                  <a:lnTo>
                    <a:pt x="2584" y="13569"/>
                  </a:lnTo>
                  <a:lnTo>
                    <a:pt x="2831" y="13793"/>
                  </a:lnTo>
                  <a:lnTo>
                    <a:pt x="3123" y="14018"/>
                  </a:lnTo>
                  <a:lnTo>
                    <a:pt x="3416" y="14220"/>
                  </a:lnTo>
                  <a:lnTo>
                    <a:pt x="3708" y="14400"/>
                  </a:lnTo>
                  <a:lnTo>
                    <a:pt x="4000" y="14580"/>
                  </a:lnTo>
                  <a:lnTo>
                    <a:pt x="4314" y="14714"/>
                  </a:lnTo>
                  <a:lnTo>
                    <a:pt x="4651" y="14872"/>
                  </a:lnTo>
                  <a:lnTo>
                    <a:pt x="4966" y="14984"/>
                  </a:lnTo>
                  <a:lnTo>
                    <a:pt x="5303" y="15074"/>
                  </a:lnTo>
                  <a:lnTo>
                    <a:pt x="5662" y="15164"/>
                  </a:lnTo>
                  <a:lnTo>
                    <a:pt x="5999" y="15231"/>
                  </a:lnTo>
                  <a:lnTo>
                    <a:pt x="6358" y="15276"/>
                  </a:lnTo>
                  <a:lnTo>
                    <a:pt x="6718" y="15321"/>
                  </a:lnTo>
                  <a:lnTo>
                    <a:pt x="7504" y="15321"/>
                  </a:lnTo>
                  <a:lnTo>
                    <a:pt x="7931" y="15276"/>
                  </a:lnTo>
                  <a:lnTo>
                    <a:pt x="8335" y="15209"/>
                  </a:lnTo>
                  <a:lnTo>
                    <a:pt x="8762" y="15119"/>
                  </a:lnTo>
                  <a:lnTo>
                    <a:pt x="9144" y="14984"/>
                  </a:lnTo>
                  <a:lnTo>
                    <a:pt x="9548" y="14849"/>
                  </a:lnTo>
                  <a:lnTo>
                    <a:pt x="9908" y="14692"/>
                  </a:lnTo>
                  <a:lnTo>
                    <a:pt x="10267" y="14512"/>
                  </a:lnTo>
                  <a:lnTo>
                    <a:pt x="9863" y="14243"/>
                  </a:lnTo>
                  <a:lnTo>
                    <a:pt x="9481" y="13951"/>
                  </a:lnTo>
                  <a:lnTo>
                    <a:pt x="9122" y="13636"/>
                  </a:lnTo>
                  <a:lnTo>
                    <a:pt x="8762" y="13299"/>
                  </a:lnTo>
                  <a:lnTo>
                    <a:pt x="8425" y="12940"/>
                  </a:lnTo>
                  <a:lnTo>
                    <a:pt x="8133" y="12558"/>
                  </a:lnTo>
                  <a:lnTo>
                    <a:pt x="7841" y="12153"/>
                  </a:lnTo>
                  <a:lnTo>
                    <a:pt x="7594" y="11727"/>
                  </a:lnTo>
                  <a:lnTo>
                    <a:pt x="7347" y="11300"/>
                  </a:lnTo>
                  <a:lnTo>
                    <a:pt x="7145" y="10828"/>
                  </a:lnTo>
                  <a:lnTo>
                    <a:pt x="6987" y="10356"/>
                  </a:lnTo>
                  <a:lnTo>
                    <a:pt x="6830" y="9862"/>
                  </a:lnTo>
                  <a:lnTo>
                    <a:pt x="6718" y="9345"/>
                  </a:lnTo>
                  <a:lnTo>
                    <a:pt x="6628" y="8829"/>
                  </a:lnTo>
                  <a:lnTo>
                    <a:pt x="6583" y="8290"/>
                  </a:lnTo>
                  <a:lnTo>
                    <a:pt x="6561" y="7750"/>
                  </a:lnTo>
                  <a:lnTo>
                    <a:pt x="6583" y="7211"/>
                  </a:lnTo>
                  <a:lnTo>
                    <a:pt x="6628" y="6650"/>
                  </a:lnTo>
                  <a:lnTo>
                    <a:pt x="6718" y="6133"/>
                  </a:lnTo>
                  <a:lnTo>
                    <a:pt x="6830" y="5616"/>
                  </a:lnTo>
                  <a:lnTo>
                    <a:pt x="6987" y="5100"/>
                  </a:lnTo>
                  <a:lnTo>
                    <a:pt x="7167" y="4605"/>
                  </a:lnTo>
                  <a:lnTo>
                    <a:pt x="7392" y="4134"/>
                  </a:lnTo>
                  <a:lnTo>
                    <a:pt x="7639" y="3684"/>
                  </a:lnTo>
                  <a:lnTo>
                    <a:pt x="7908" y="3257"/>
                  </a:lnTo>
                  <a:lnTo>
                    <a:pt x="8200" y="2853"/>
                  </a:lnTo>
                  <a:lnTo>
                    <a:pt x="8515" y="2449"/>
                  </a:lnTo>
                  <a:lnTo>
                    <a:pt x="8852" y="2089"/>
                  </a:lnTo>
                  <a:lnTo>
                    <a:pt x="9211" y="1752"/>
                  </a:lnTo>
                  <a:lnTo>
                    <a:pt x="9616" y="1438"/>
                  </a:lnTo>
                  <a:lnTo>
                    <a:pt x="10020" y="1168"/>
                  </a:lnTo>
                  <a:lnTo>
                    <a:pt x="10424" y="921"/>
                  </a:lnTo>
                  <a:lnTo>
                    <a:pt x="10065" y="719"/>
                  </a:lnTo>
                  <a:lnTo>
                    <a:pt x="9661" y="517"/>
                  </a:lnTo>
                  <a:lnTo>
                    <a:pt x="9256" y="382"/>
                  </a:lnTo>
                  <a:lnTo>
                    <a:pt x="8852" y="247"/>
                  </a:lnTo>
                  <a:lnTo>
                    <a:pt x="8425" y="135"/>
                  </a:lnTo>
                  <a:lnTo>
                    <a:pt x="7976" y="68"/>
                  </a:lnTo>
                  <a:lnTo>
                    <a:pt x="7527" y="23"/>
                  </a:lnTo>
                  <a:lnTo>
                    <a:pt x="707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" name="Grupa 13">
            <a:extLst>
              <a:ext uri="{FF2B5EF4-FFF2-40B4-BE49-F238E27FC236}">
                <a16:creationId xmlns:a16="http://schemas.microsoft.com/office/drawing/2014/main" id="{94A5E96A-D7C3-35DC-3257-5AD1DA8DCA47}"/>
              </a:ext>
            </a:extLst>
          </p:cNvPr>
          <p:cNvGrpSpPr/>
          <p:nvPr/>
        </p:nvGrpSpPr>
        <p:grpSpPr>
          <a:xfrm>
            <a:off x="1295801" y="1236250"/>
            <a:ext cx="6552398" cy="2221200"/>
            <a:chOff x="1295801" y="1236250"/>
            <a:chExt cx="6552398" cy="2221200"/>
          </a:xfrm>
        </p:grpSpPr>
        <p:sp>
          <p:nvSpPr>
            <p:cNvPr id="15" name="Google Shape;6437;p29">
              <a:extLst>
                <a:ext uri="{FF2B5EF4-FFF2-40B4-BE49-F238E27FC236}">
                  <a16:creationId xmlns:a16="http://schemas.microsoft.com/office/drawing/2014/main" id="{6B6FD332-35A7-3B6F-E1D7-8F0257587131}"/>
                </a:ext>
              </a:extLst>
            </p:cNvPr>
            <p:cNvSpPr/>
            <p:nvPr/>
          </p:nvSpPr>
          <p:spPr>
            <a:xfrm>
              <a:off x="3947250" y="1236250"/>
              <a:ext cx="1249500" cy="1249500"/>
            </a:xfrm>
            <a:prstGeom prst="ellipse">
              <a:avLst/>
            </a:prstGeom>
            <a:solidFill>
              <a:schemeClr val="accent1"/>
            </a:solidFill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6438;p29">
              <a:extLst>
                <a:ext uri="{FF2B5EF4-FFF2-40B4-BE49-F238E27FC236}">
                  <a16:creationId xmlns:a16="http://schemas.microsoft.com/office/drawing/2014/main" id="{D5CA0D11-F7CE-3727-08B1-6D53C9420A6E}"/>
                </a:ext>
              </a:extLst>
            </p:cNvPr>
            <p:cNvSpPr txBox="1">
              <a:spLocks/>
            </p:cNvSpPr>
            <p:nvPr/>
          </p:nvSpPr>
          <p:spPr>
            <a:xfrm>
              <a:off x="1295801" y="2726050"/>
              <a:ext cx="6552398" cy="731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4800"/>
                <a:buFont typeface="BioRhyme"/>
                <a:buNone/>
                <a:defRPr sz="9000" b="1" i="0" u="none" strike="noStrike" cap="none">
                  <a:solidFill>
                    <a:schemeClr val="lt2"/>
                  </a:solidFill>
                  <a:latin typeface="BioRhyme"/>
                  <a:ea typeface="BioRhyme"/>
                  <a:cs typeface="BioRhyme"/>
                  <a:sym typeface="BioRhyme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r>
                <a:rPr lang="en-US" sz="4800" dirty="0" err="1">
                  <a:solidFill>
                    <a:schemeClr val="tx2"/>
                  </a:solidFill>
                </a:rPr>
                <a:t>Korišteni</a:t>
              </a:r>
              <a:r>
                <a:rPr lang="en-US" sz="4800" dirty="0">
                  <a:solidFill>
                    <a:schemeClr val="tx2"/>
                  </a:solidFill>
                </a:rPr>
                <a:t> </a:t>
              </a:r>
              <a:r>
                <a:rPr lang="en-US" sz="4800" dirty="0" err="1">
                  <a:solidFill>
                    <a:schemeClr val="tx2"/>
                  </a:solidFill>
                </a:rPr>
                <a:t>alati</a:t>
              </a:r>
              <a:r>
                <a:rPr lang="en-US" sz="4800" dirty="0">
                  <a:solidFill>
                    <a:schemeClr val="tx2"/>
                  </a:solidFill>
                </a:rPr>
                <a:t> </a:t>
              </a:r>
              <a:r>
                <a:rPr lang="en-US" sz="4800" dirty="0" err="1">
                  <a:solidFill>
                    <a:schemeClr val="tx2"/>
                  </a:solidFill>
                </a:rPr>
                <a:t>i</a:t>
              </a:r>
              <a:r>
                <a:rPr lang="en-US" sz="4800" dirty="0">
                  <a:solidFill>
                    <a:schemeClr val="tx2"/>
                  </a:solidFill>
                </a:rPr>
                <a:t> </a:t>
              </a:r>
              <a:r>
                <a:rPr lang="en-US" sz="4800" dirty="0" err="1">
                  <a:solidFill>
                    <a:schemeClr val="tx2"/>
                  </a:solidFill>
                </a:rPr>
                <a:t>tehnologije</a:t>
              </a:r>
              <a:endParaRPr lang="en-US" sz="4800" dirty="0">
                <a:solidFill>
                  <a:schemeClr val="tx2"/>
                </a:solidFill>
              </a:endParaRPr>
            </a:p>
          </p:txBody>
        </p:sp>
        <p:sp>
          <p:nvSpPr>
            <p:cNvPr id="17" name="Google Shape;6439;p29">
              <a:extLst>
                <a:ext uri="{FF2B5EF4-FFF2-40B4-BE49-F238E27FC236}">
                  <a16:creationId xmlns:a16="http://schemas.microsoft.com/office/drawing/2014/main" id="{7A4897B0-2E51-F230-EECB-3ADF7A6CA9B8}"/>
                </a:ext>
              </a:extLst>
            </p:cNvPr>
            <p:cNvSpPr txBox="1">
              <a:spLocks/>
            </p:cNvSpPr>
            <p:nvPr/>
          </p:nvSpPr>
          <p:spPr>
            <a:xfrm>
              <a:off x="4114800" y="1515548"/>
              <a:ext cx="914400" cy="690900"/>
            </a:xfrm>
            <a:prstGeom prst="rect">
              <a:avLst/>
            </a:prstGeom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/>
              <a:r>
                <a:rPr lang="en" sz="6500" b="1" dirty="0">
                  <a:solidFill>
                    <a:schemeClr val="tx2"/>
                  </a:solidFill>
                  <a:latin typeface="BioRhyme" panose="020B0604020202020204" charset="-18"/>
                  <a:ea typeface="BioRhyme" panose="020B0604020202020204" charset="-18"/>
                </a:rPr>
                <a:t>4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621111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371">
          <a:extLst>
            <a:ext uri="{FF2B5EF4-FFF2-40B4-BE49-F238E27FC236}">
              <a16:creationId xmlns:a16="http://schemas.microsoft.com/office/drawing/2014/main" id="{7FA593B0-5754-0063-F6FA-96DCCA1081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2" name="Google Shape;7372;p35">
            <a:extLst>
              <a:ext uri="{FF2B5EF4-FFF2-40B4-BE49-F238E27FC236}">
                <a16:creationId xmlns:a16="http://schemas.microsoft.com/office/drawing/2014/main" id="{C18B4F76-B7BB-97CC-C1A2-19DA8D325D0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539500"/>
            <a:ext cx="77040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Korišteni alati i tehnologije</a:t>
            </a:r>
            <a:endParaRPr dirty="0"/>
          </a:p>
        </p:txBody>
      </p:sp>
      <p:grpSp>
        <p:nvGrpSpPr>
          <p:cNvPr id="7415" name="Google Shape;7415;p35">
            <a:extLst>
              <a:ext uri="{FF2B5EF4-FFF2-40B4-BE49-F238E27FC236}">
                <a16:creationId xmlns:a16="http://schemas.microsoft.com/office/drawing/2014/main" id="{FE5AE894-1577-2407-91BD-3B83BEDFA0B4}"/>
              </a:ext>
            </a:extLst>
          </p:cNvPr>
          <p:cNvGrpSpPr/>
          <p:nvPr/>
        </p:nvGrpSpPr>
        <p:grpSpPr>
          <a:xfrm>
            <a:off x="7" y="3856427"/>
            <a:ext cx="1342018" cy="1287084"/>
            <a:chOff x="11127038" y="4083763"/>
            <a:chExt cx="1128600" cy="1082402"/>
          </a:xfrm>
        </p:grpSpPr>
        <p:sp>
          <p:nvSpPr>
            <p:cNvPr id="7416" name="Google Shape;7416;p35">
              <a:extLst>
                <a:ext uri="{FF2B5EF4-FFF2-40B4-BE49-F238E27FC236}">
                  <a16:creationId xmlns:a16="http://schemas.microsoft.com/office/drawing/2014/main" id="{0AF459AC-C762-2A30-57C5-BEB1729AD31E}"/>
                </a:ext>
              </a:extLst>
            </p:cNvPr>
            <p:cNvSpPr/>
            <p:nvPr/>
          </p:nvSpPr>
          <p:spPr>
            <a:xfrm>
              <a:off x="11127038" y="4901864"/>
              <a:ext cx="1128600" cy="2643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35">
              <a:extLst>
                <a:ext uri="{FF2B5EF4-FFF2-40B4-BE49-F238E27FC236}">
                  <a16:creationId xmlns:a16="http://schemas.microsoft.com/office/drawing/2014/main" id="{95F7A0D0-FE1F-D8DF-0B0C-4D393AD00A0C}"/>
                </a:ext>
              </a:extLst>
            </p:cNvPr>
            <p:cNvSpPr/>
            <p:nvPr/>
          </p:nvSpPr>
          <p:spPr>
            <a:xfrm>
              <a:off x="12170550" y="4449763"/>
              <a:ext cx="4525" cy="7525"/>
            </a:xfrm>
            <a:custGeom>
              <a:avLst/>
              <a:gdLst/>
              <a:ahLst/>
              <a:cxnLst/>
              <a:rect l="l" t="t" r="r" b="b"/>
              <a:pathLst>
                <a:path w="181" h="301" extrusionOk="0">
                  <a:moveTo>
                    <a:pt x="140" y="0"/>
                  </a:moveTo>
                  <a:lnTo>
                    <a:pt x="0" y="281"/>
                  </a:lnTo>
                  <a:lnTo>
                    <a:pt x="0" y="301"/>
                  </a:lnTo>
                  <a:lnTo>
                    <a:pt x="40" y="301"/>
                  </a:lnTo>
                  <a:lnTo>
                    <a:pt x="181" y="40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DEDA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35">
              <a:extLst>
                <a:ext uri="{FF2B5EF4-FFF2-40B4-BE49-F238E27FC236}">
                  <a16:creationId xmlns:a16="http://schemas.microsoft.com/office/drawing/2014/main" id="{D1DABFE5-62BA-7B03-CB2A-84093E6FC889}"/>
                </a:ext>
              </a:extLst>
            </p:cNvPr>
            <p:cNvSpPr/>
            <p:nvPr/>
          </p:nvSpPr>
          <p:spPr>
            <a:xfrm>
              <a:off x="12170550" y="4449763"/>
              <a:ext cx="4525" cy="7525"/>
            </a:xfrm>
            <a:custGeom>
              <a:avLst/>
              <a:gdLst/>
              <a:ahLst/>
              <a:cxnLst/>
              <a:rect l="l" t="t" r="r" b="b"/>
              <a:pathLst>
                <a:path w="181" h="301" fill="none" extrusionOk="0">
                  <a:moveTo>
                    <a:pt x="140" y="0"/>
                  </a:moveTo>
                  <a:lnTo>
                    <a:pt x="140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0" y="281"/>
                  </a:lnTo>
                  <a:lnTo>
                    <a:pt x="0" y="281"/>
                  </a:lnTo>
                  <a:lnTo>
                    <a:pt x="0" y="301"/>
                  </a:lnTo>
                  <a:lnTo>
                    <a:pt x="20" y="301"/>
                  </a:lnTo>
                  <a:lnTo>
                    <a:pt x="20" y="301"/>
                  </a:lnTo>
                  <a:lnTo>
                    <a:pt x="40" y="301"/>
                  </a:lnTo>
                  <a:lnTo>
                    <a:pt x="40" y="301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60" y="0"/>
                  </a:lnTo>
                  <a:lnTo>
                    <a:pt x="14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35">
              <a:extLst>
                <a:ext uri="{FF2B5EF4-FFF2-40B4-BE49-F238E27FC236}">
                  <a16:creationId xmlns:a16="http://schemas.microsoft.com/office/drawing/2014/main" id="{D7B654C7-7204-D096-820E-7BBA23F06670}"/>
                </a:ext>
              </a:extLst>
            </p:cNvPr>
            <p:cNvSpPr/>
            <p:nvPr/>
          </p:nvSpPr>
          <p:spPr>
            <a:xfrm>
              <a:off x="11250550" y="4336938"/>
              <a:ext cx="896950" cy="640275"/>
            </a:xfrm>
            <a:custGeom>
              <a:avLst/>
              <a:gdLst/>
              <a:ahLst/>
              <a:cxnLst/>
              <a:rect l="l" t="t" r="r" b="b"/>
              <a:pathLst>
                <a:path w="35878" h="25611" extrusionOk="0">
                  <a:moveTo>
                    <a:pt x="0" y="1"/>
                  </a:moveTo>
                  <a:lnTo>
                    <a:pt x="3028" y="25611"/>
                  </a:lnTo>
                  <a:lnTo>
                    <a:pt x="34534" y="25611"/>
                  </a:lnTo>
                  <a:lnTo>
                    <a:pt x="34734" y="21720"/>
                  </a:lnTo>
                  <a:lnTo>
                    <a:pt x="35697" y="3470"/>
                  </a:lnTo>
                  <a:lnTo>
                    <a:pt x="358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35">
              <a:extLst>
                <a:ext uri="{FF2B5EF4-FFF2-40B4-BE49-F238E27FC236}">
                  <a16:creationId xmlns:a16="http://schemas.microsoft.com/office/drawing/2014/main" id="{DEB9E9BC-56B8-7C12-5BF9-6BBE41058DC7}"/>
                </a:ext>
              </a:extLst>
            </p:cNvPr>
            <p:cNvSpPr/>
            <p:nvPr/>
          </p:nvSpPr>
          <p:spPr>
            <a:xfrm>
              <a:off x="11250550" y="4336938"/>
              <a:ext cx="896950" cy="640275"/>
            </a:xfrm>
            <a:custGeom>
              <a:avLst/>
              <a:gdLst/>
              <a:ahLst/>
              <a:cxnLst/>
              <a:rect l="l" t="t" r="r" b="b"/>
              <a:pathLst>
                <a:path w="35878" h="25611" fill="none" extrusionOk="0">
                  <a:moveTo>
                    <a:pt x="35878" y="1"/>
                  </a:moveTo>
                  <a:lnTo>
                    <a:pt x="35697" y="3470"/>
                  </a:lnTo>
                  <a:lnTo>
                    <a:pt x="34734" y="21720"/>
                  </a:lnTo>
                  <a:lnTo>
                    <a:pt x="34534" y="25611"/>
                  </a:lnTo>
                  <a:lnTo>
                    <a:pt x="3028" y="25611"/>
                  </a:lnTo>
                  <a:lnTo>
                    <a:pt x="0" y="1"/>
                  </a:lnTo>
                  <a:lnTo>
                    <a:pt x="3587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35">
              <a:extLst>
                <a:ext uri="{FF2B5EF4-FFF2-40B4-BE49-F238E27FC236}">
                  <a16:creationId xmlns:a16="http://schemas.microsoft.com/office/drawing/2014/main" id="{D6371C40-3C5E-732C-9F4E-302A0E400706}"/>
                </a:ext>
              </a:extLst>
            </p:cNvPr>
            <p:cNvSpPr/>
            <p:nvPr/>
          </p:nvSpPr>
          <p:spPr>
            <a:xfrm>
              <a:off x="11268075" y="4484338"/>
              <a:ext cx="842825" cy="492875"/>
            </a:xfrm>
            <a:custGeom>
              <a:avLst/>
              <a:gdLst/>
              <a:ahLst/>
              <a:cxnLst/>
              <a:rect l="l" t="t" r="r" b="b"/>
              <a:pathLst>
                <a:path w="33713" h="19715" extrusionOk="0">
                  <a:moveTo>
                    <a:pt x="1" y="1"/>
                  </a:moveTo>
                  <a:lnTo>
                    <a:pt x="1585" y="13337"/>
                  </a:lnTo>
                  <a:lnTo>
                    <a:pt x="1706" y="13899"/>
                  </a:lnTo>
                  <a:lnTo>
                    <a:pt x="1806" y="14440"/>
                  </a:lnTo>
                  <a:lnTo>
                    <a:pt x="1946" y="15463"/>
                  </a:lnTo>
                  <a:lnTo>
                    <a:pt x="2026" y="15884"/>
                  </a:lnTo>
                  <a:lnTo>
                    <a:pt x="2107" y="16245"/>
                  </a:lnTo>
                  <a:lnTo>
                    <a:pt x="2147" y="16385"/>
                  </a:lnTo>
                  <a:lnTo>
                    <a:pt x="2187" y="16506"/>
                  </a:lnTo>
                  <a:lnTo>
                    <a:pt x="2227" y="16606"/>
                  </a:lnTo>
                  <a:lnTo>
                    <a:pt x="2287" y="16666"/>
                  </a:lnTo>
                  <a:lnTo>
                    <a:pt x="2468" y="16766"/>
                  </a:lnTo>
                  <a:lnTo>
                    <a:pt x="2728" y="16887"/>
                  </a:lnTo>
                  <a:lnTo>
                    <a:pt x="3129" y="17067"/>
                  </a:lnTo>
                  <a:lnTo>
                    <a:pt x="3631" y="17248"/>
                  </a:lnTo>
                  <a:lnTo>
                    <a:pt x="4212" y="17448"/>
                  </a:lnTo>
                  <a:lnTo>
                    <a:pt x="4894" y="17669"/>
                  </a:lnTo>
                  <a:lnTo>
                    <a:pt x="5676" y="17910"/>
                  </a:lnTo>
                  <a:lnTo>
                    <a:pt x="6539" y="18150"/>
                  </a:lnTo>
                  <a:lnTo>
                    <a:pt x="7461" y="18391"/>
                  </a:lnTo>
                  <a:lnTo>
                    <a:pt x="8464" y="18632"/>
                  </a:lnTo>
                  <a:lnTo>
                    <a:pt x="9547" y="18852"/>
                  </a:lnTo>
                  <a:lnTo>
                    <a:pt x="10690" y="19073"/>
                  </a:lnTo>
                  <a:lnTo>
                    <a:pt x="11873" y="19253"/>
                  </a:lnTo>
                  <a:lnTo>
                    <a:pt x="13117" y="19434"/>
                  </a:lnTo>
                  <a:lnTo>
                    <a:pt x="14400" y="19554"/>
                  </a:lnTo>
                  <a:lnTo>
                    <a:pt x="15724" y="19674"/>
                  </a:lnTo>
                  <a:lnTo>
                    <a:pt x="16566" y="19715"/>
                  </a:lnTo>
                  <a:lnTo>
                    <a:pt x="18030" y="19715"/>
                  </a:lnTo>
                  <a:lnTo>
                    <a:pt x="18632" y="19694"/>
                  </a:lnTo>
                  <a:lnTo>
                    <a:pt x="19313" y="19674"/>
                  </a:lnTo>
                  <a:lnTo>
                    <a:pt x="19995" y="19614"/>
                  </a:lnTo>
                  <a:lnTo>
                    <a:pt x="20657" y="19554"/>
                  </a:lnTo>
                  <a:lnTo>
                    <a:pt x="21339" y="19494"/>
                  </a:lnTo>
                  <a:lnTo>
                    <a:pt x="22642" y="19313"/>
                  </a:lnTo>
                  <a:lnTo>
                    <a:pt x="23926" y="19113"/>
                  </a:lnTo>
                  <a:lnTo>
                    <a:pt x="25149" y="18872"/>
                  </a:lnTo>
                  <a:lnTo>
                    <a:pt x="26333" y="18612"/>
                  </a:lnTo>
                  <a:lnTo>
                    <a:pt x="27456" y="18331"/>
                  </a:lnTo>
                  <a:lnTo>
                    <a:pt x="28498" y="18050"/>
                  </a:lnTo>
                  <a:lnTo>
                    <a:pt x="29481" y="17769"/>
                  </a:lnTo>
                  <a:lnTo>
                    <a:pt x="30363" y="17488"/>
                  </a:lnTo>
                  <a:lnTo>
                    <a:pt x="31146" y="17228"/>
                  </a:lnTo>
                  <a:lnTo>
                    <a:pt x="31847" y="16987"/>
                  </a:lnTo>
                  <a:lnTo>
                    <a:pt x="32870" y="16606"/>
                  </a:lnTo>
                  <a:lnTo>
                    <a:pt x="33412" y="16406"/>
                  </a:lnTo>
                  <a:lnTo>
                    <a:pt x="33492" y="16345"/>
                  </a:lnTo>
                  <a:lnTo>
                    <a:pt x="33572" y="16245"/>
                  </a:lnTo>
                  <a:lnTo>
                    <a:pt x="33652" y="16085"/>
                  </a:lnTo>
                  <a:lnTo>
                    <a:pt x="33713" y="15904"/>
                  </a:lnTo>
                  <a:lnTo>
                    <a:pt x="33713" y="15904"/>
                  </a:lnTo>
                  <a:lnTo>
                    <a:pt x="33031" y="16065"/>
                  </a:lnTo>
                  <a:lnTo>
                    <a:pt x="32128" y="16245"/>
                  </a:lnTo>
                  <a:lnTo>
                    <a:pt x="31065" y="16446"/>
                  </a:lnTo>
                  <a:lnTo>
                    <a:pt x="29842" y="16646"/>
                  </a:lnTo>
                  <a:lnTo>
                    <a:pt x="28458" y="16847"/>
                  </a:lnTo>
                  <a:lnTo>
                    <a:pt x="27736" y="16927"/>
                  </a:lnTo>
                  <a:lnTo>
                    <a:pt x="26974" y="16987"/>
                  </a:lnTo>
                  <a:lnTo>
                    <a:pt x="26172" y="17047"/>
                  </a:lnTo>
                  <a:lnTo>
                    <a:pt x="25370" y="17087"/>
                  </a:lnTo>
                  <a:lnTo>
                    <a:pt x="24528" y="17107"/>
                  </a:lnTo>
                  <a:lnTo>
                    <a:pt x="23685" y="17127"/>
                  </a:lnTo>
                  <a:lnTo>
                    <a:pt x="22462" y="17107"/>
                  </a:lnTo>
                  <a:lnTo>
                    <a:pt x="21239" y="17047"/>
                  </a:lnTo>
                  <a:lnTo>
                    <a:pt x="20617" y="16987"/>
                  </a:lnTo>
                  <a:lnTo>
                    <a:pt x="19975" y="16927"/>
                  </a:lnTo>
                  <a:lnTo>
                    <a:pt x="19354" y="16867"/>
                  </a:lnTo>
                  <a:lnTo>
                    <a:pt x="18712" y="16766"/>
                  </a:lnTo>
                  <a:lnTo>
                    <a:pt x="18070" y="16666"/>
                  </a:lnTo>
                  <a:lnTo>
                    <a:pt x="17428" y="16546"/>
                  </a:lnTo>
                  <a:lnTo>
                    <a:pt x="16787" y="16426"/>
                  </a:lnTo>
                  <a:lnTo>
                    <a:pt x="16145" y="16265"/>
                  </a:lnTo>
                  <a:lnTo>
                    <a:pt x="15503" y="16105"/>
                  </a:lnTo>
                  <a:lnTo>
                    <a:pt x="14861" y="15924"/>
                  </a:lnTo>
                  <a:lnTo>
                    <a:pt x="14220" y="15724"/>
                  </a:lnTo>
                  <a:lnTo>
                    <a:pt x="13578" y="15503"/>
                  </a:lnTo>
                  <a:lnTo>
                    <a:pt x="13197" y="15343"/>
                  </a:lnTo>
                  <a:lnTo>
                    <a:pt x="12836" y="15162"/>
                  </a:lnTo>
                  <a:lnTo>
                    <a:pt x="12475" y="14942"/>
                  </a:lnTo>
                  <a:lnTo>
                    <a:pt x="12134" y="14721"/>
                  </a:lnTo>
                  <a:lnTo>
                    <a:pt x="11833" y="14460"/>
                  </a:lnTo>
                  <a:lnTo>
                    <a:pt x="11532" y="14200"/>
                  </a:lnTo>
                  <a:lnTo>
                    <a:pt x="11272" y="13899"/>
                  </a:lnTo>
                  <a:lnTo>
                    <a:pt x="11031" y="13578"/>
                  </a:lnTo>
                  <a:lnTo>
                    <a:pt x="10810" y="13257"/>
                  </a:lnTo>
                  <a:lnTo>
                    <a:pt x="10630" y="12916"/>
                  </a:lnTo>
                  <a:lnTo>
                    <a:pt x="10469" y="12535"/>
                  </a:lnTo>
                  <a:lnTo>
                    <a:pt x="10349" y="12174"/>
                  </a:lnTo>
                  <a:lnTo>
                    <a:pt x="10249" y="11773"/>
                  </a:lnTo>
                  <a:lnTo>
                    <a:pt x="10189" y="11372"/>
                  </a:lnTo>
                  <a:lnTo>
                    <a:pt x="10149" y="10951"/>
                  </a:lnTo>
                  <a:lnTo>
                    <a:pt x="10149" y="10530"/>
                  </a:lnTo>
                  <a:lnTo>
                    <a:pt x="10189" y="10108"/>
                  </a:lnTo>
                  <a:lnTo>
                    <a:pt x="10269" y="9727"/>
                  </a:lnTo>
                  <a:lnTo>
                    <a:pt x="10369" y="9346"/>
                  </a:lnTo>
                  <a:lnTo>
                    <a:pt x="10510" y="8985"/>
                  </a:lnTo>
                  <a:lnTo>
                    <a:pt x="10670" y="8644"/>
                  </a:lnTo>
                  <a:lnTo>
                    <a:pt x="10850" y="8303"/>
                  </a:lnTo>
                  <a:lnTo>
                    <a:pt x="11071" y="7983"/>
                  </a:lnTo>
                  <a:lnTo>
                    <a:pt x="11312" y="7702"/>
                  </a:lnTo>
                  <a:lnTo>
                    <a:pt x="11572" y="7421"/>
                  </a:lnTo>
                  <a:lnTo>
                    <a:pt x="11853" y="7140"/>
                  </a:lnTo>
                  <a:lnTo>
                    <a:pt x="12134" y="6900"/>
                  </a:lnTo>
                  <a:lnTo>
                    <a:pt x="12455" y="6659"/>
                  </a:lnTo>
                  <a:lnTo>
                    <a:pt x="12776" y="6438"/>
                  </a:lnTo>
                  <a:lnTo>
                    <a:pt x="13117" y="6238"/>
                  </a:lnTo>
                  <a:lnTo>
                    <a:pt x="13458" y="6037"/>
                  </a:lnTo>
                  <a:lnTo>
                    <a:pt x="13819" y="5877"/>
                  </a:lnTo>
                  <a:lnTo>
                    <a:pt x="14540" y="5576"/>
                  </a:lnTo>
                  <a:lnTo>
                    <a:pt x="15282" y="5295"/>
                  </a:lnTo>
                  <a:lnTo>
                    <a:pt x="16045" y="5055"/>
                  </a:lnTo>
                  <a:lnTo>
                    <a:pt x="16807" y="4854"/>
                  </a:lnTo>
                  <a:lnTo>
                    <a:pt x="18351" y="4473"/>
                  </a:lnTo>
                  <a:lnTo>
                    <a:pt x="19895" y="4092"/>
                  </a:lnTo>
                  <a:lnTo>
                    <a:pt x="21580" y="3651"/>
                  </a:lnTo>
                  <a:lnTo>
                    <a:pt x="23244" y="3190"/>
                  </a:lnTo>
                  <a:lnTo>
                    <a:pt x="24086" y="2929"/>
                  </a:lnTo>
                  <a:lnTo>
                    <a:pt x="24929" y="2688"/>
                  </a:lnTo>
                  <a:lnTo>
                    <a:pt x="25751" y="2407"/>
                  </a:lnTo>
                  <a:lnTo>
                    <a:pt x="26573" y="2127"/>
                  </a:lnTo>
                  <a:lnTo>
                    <a:pt x="27335" y="1846"/>
                  </a:lnTo>
                  <a:lnTo>
                    <a:pt x="28097" y="1545"/>
                  </a:lnTo>
                  <a:lnTo>
                    <a:pt x="28097" y="1545"/>
                  </a:lnTo>
                  <a:lnTo>
                    <a:pt x="26834" y="1846"/>
                  </a:lnTo>
                  <a:lnTo>
                    <a:pt x="25510" y="2127"/>
                  </a:lnTo>
                  <a:lnTo>
                    <a:pt x="24147" y="2387"/>
                  </a:lnTo>
                  <a:lnTo>
                    <a:pt x="22723" y="2608"/>
                  </a:lnTo>
                  <a:lnTo>
                    <a:pt x="21279" y="2788"/>
                  </a:lnTo>
                  <a:lnTo>
                    <a:pt x="20537" y="2869"/>
                  </a:lnTo>
                  <a:lnTo>
                    <a:pt x="19795" y="2929"/>
                  </a:lnTo>
                  <a:lnTo>
                    <a:pt x="19033" y="2989"/>
                  </a:lnTo>
                  <a:lnTo>
                    <a:pt x="18291" y="3029"/>
                  </a:lnTo>
                  <a:lnTo>
                    <a:pt x="17529" y="3049"/>
                  </a:lnTo>
                  <a:lnTo>
                    <a:pt x="16767" y="3069"/>
                  </a:lnTo>
                  <a:lnTo>
                    <a:pt x="15724" y="3049"/>
                  </a:lnTo>
                  <a:lnTo>
                    <a:pt x="14701" y="2989"/>
                  </a:lnTo>
                  <a:lnTo>
                    <a:pt x="13458" y="2909"/>
                  </a:lnTo>
                  <a:lnTo>
                    <a:pt x="12254" y="2788"/>
                  </a:lnTo>
                  <a:lnTo>
                    <a:pt x="11071" y="2648"/>
                  </a:lnTo>
                  <a:lnTo>
                    <a:pt x="9928" y="2488"/>
                  </a:lnTo>
                  <a:lnTo>
                    <a:pt x="8825" y="2307"/>
                  </a:lnTo>
                  <a:lnTo>
                    <a:pt x="7742" y="2107"/>
                  </a:lnTo>
                  <a:lnTo>
                    <a:pt x="6719" y="1906"/>
                  </a:lnTo>
                  <a:lnTo>
                    <a:pt x="5757" y="1685"/>
                  </a:lnTo>
                  <a:lnTo>
                    <a:pt x="4834" y="1465"/>
                  </a:lnTo>
                  <a:lnTo>
                    <a:pt x="3952" y="1244"/>
                  </a:lnTo>
                  <a:lnTo>
                    <a:pt x="3129" y="1024"/>
                  </a:lnTo>
                  <a:lnTo>
                    <a:pt x="2367" y="803"/>
                  </a:lnTo>
                  <a:lnTo>
                    <a:pt x="1686" y="582"/>
                  </a:lnTo>
                  <a:lnTo>
                    <a:pt x="1044" y="38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30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35">
              <a:extLst>
                <a:ext uri="{FF2B5EF4-FFF2-40B4-BE49-F238E27FC236}">
                  <a16:creationId xmlns:a16="http://schemas.microsoft.com/office/drawing/2014/main" id="{D0CDAD5E-D37A-7D1C-5EC4-B7CA223297BA}"/>
                </a:ext>
              </a:extLst>
            </p:cNvPr>
            <p:cNvSpPr/>
            <p:nvPr/>
          </p:nvSpPr>
          <p:spPr>
            <a:xfrm>
              <a:off x="11268075" y="4484338"/>
              <a:ext cx="842825" cy="492875"/>
            </a:xfrm>
            <a:custGeom>
              <a:avLst/>
              <a:gdLst/>
              <a:ahLst/>
              <a:cxnLst/>
              <a:rect l="l" t="t" r="r" b="b"/>
              <a:pathLst>
                <a:path w="33713" h="19715" fill="none" extrusionOk="0">
                  <a:moveTo>
                    <a:pt x="1" y="1"/>
                  </a:moveTo>
                  <a:lnTo>
                    <a:pt x="1585" y="13337"/>
                  </a:lnTo>
                  <a:lnTo>
                    <a:pt x="1585" y="13337"/>
                  </a:lnTo>
                  <a:lnTo>
                    <a:pt x="1706" y="13899"/>
                  </a:lnTo>
                  <a:lnTo>
                    <a:pt x="1806" y="14440"/>
                  </a:lnTo>
                  <a:lnTo>
                    <a:pt x="1946" y="15463"/>
                  </a:lnTo>
                  <a:lnTo>
                    <a:pt x="2026" y="15884"/>
                  </a:lnTo>
                  <a:lnTo>
                    <a:pt x="2107" y="16245"/>
                  </a:lnTo>
                  <a:lnTo>
                    <a:pt x="2147" y="16385"/>
                  </a:lnTo>
                  <a:lnTo>
                    <a:pt x="2187" y="16506"/>
                  </a:lnTo>
                  <a:lnTo>
                    <a:pt x="2227" y="16606"/>
                  </a:lnTo>
                  <a:lnTo>
                    <a:pt x="2287" y="16666"/>
                  </a:lnTo>
                  <a:lnTo>
                    <a:pt x="2287" y="16666"/>
                  </a:lnTo>
                  <a:lnTo>
                    <a:pt x="2468" y="16766"/>
                  </a:lnTo>
                  <a:lnTo>
                    <a:pt x="2728" y="16887"/>
                  </a:lnTo>
                  <a:lnTo>
                    <a:pt x="3129" y="17067"/>
                  </a:lnTo>
                  <a:lnTo>
                    <a:pt x="3631" y="17248"/>
                  </a:lnTo>
                  <a:lnTo>
                    <a:pt x="4212" y="17448"/>
                  </a:lnTo>
                  <a:lnTo>
                    <a:pt x="4894" y="17669"/>
                  </a:lnTo>
                  <a:lnTo>
                    <a:pt x="5676" y="17910"/>
                  </a:lnTo>
                  <a:lnTo>
                    <a:pt x="6539" y="18150"/>
                  </a:lnTo>
                  <a:lnTo>
                    <a:pt x="7461" y="18391"/>
                  </a:lnTo>
                  <a:lnTo>
                    <a:pt x="8464" y="18632"/>
                  </a:lnTo>
                  <a:lnTo>
                    <a:pt x="9547" y="18852"/>
                  </a:lnTo>
                  <a:lnTo>
                    <a:pt x="10690" y="19073"/>
                  </a:lnTo>
                  <a:lnTo>
                    <a:pt x="11873" y="19253"/>
                  </a:lnTo>
                  <a:lnTo>
                    <a:pt x="13117" y="19434"/>
                  </a:lnTo>
                  <a:lnTo>
                    <a:pt x="14400" y="19554"/>
                  </a:lnTo>
                  <a:lnTo>
                    <a:pt x="15724" y="19674"/>
                  </a:lnTo>
                  <a:lnTo>
                    <a:pt x="15724" y="19674"/>
                  </a:lnTo>
                  <a:lnTo>
                    <a:pt x="16566" y="19715"/>
                  </a:lnTo>
                  <a:lnTo>
                    <a:pt x="17428" y="19715"/>
                  </a:lnTo>
                  <a:lnTo>
                    <a:pt x="17428" y="19715"/>
                  </a:lnTo>
                  <a:lnTo>
                    <a:pt x="18030" y="19715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9313" y="19674"/>
                  </a:lnTo>
                  <a:lnTo>
                    <a:pt x="19995" y="19614"/>
                  </a:lnTo>
                  <a:lnTo>
                    <a:pt x="20657" y="19554"/>
                  </a:lnTo>
                  <a:lnTo>
                    <a:pt x="21339" y="19494"/>
                  </a:lnTo>
                  <a:lnTo>
                    <a:pt x="22642" y="19313"/>
                  </a:lnTo>
                  <a:lnTo>
                    <a:pt x="23926" y="19113"/>
                  </a:lnTo>
                  <a:lnTo>
                    <a:pt x="25149" y="18872"/>
                  </a:lnTo>
                  <a:lnTo>
                    <a:pt x="26333" y="18612"/>
                  </a:lnTo>
                  <a:lnTo>
                    <a:pt x="27456" y="18331"/>
                  </a:lnTo>
                  <a:lnTo>
                    <a:pt x="28498" y="18050"/>
                  </a:lnTo>
                  <a:lnTo>
                    <a:pt x="29481" y="17769"/>
                  </a:lnTo>
                  <a:lnTo>
                    <a:pt x="30363" y="17488"/>
                  </a:lnTo>
                  <a:lnTo>
                    <a:pt x="31146" y="17228"/>
                  </a:lnTo>
                  <a:lnTo>
                    <a:pt x="31847" y="16987"/>
                  </a:lnTo>
                  <a:lnTo>
                    <a:pt x="32870" y="16606"/>
                  </a:lnTo>
                  <a:lnTo>
                    <a:pt x="33412" y="16406"/>
                  </a:lnTo>
                  <a:lnTo>
                    <a:pt x="33412" y="16406"/>
                  </a:lnTo>
                  <a:lnTo>
                    <a:pt x="33492" y="16345"/>
                  </a:lnTo>
                  <a:lnTo>
                    <a:pt x="33572" y="16245"/>
                  </a:lnTo>
                  <a:lnTo>
                    <a:pt x="33652" y="16085"/>
                  </a:lnTo>
                  <a:lnTo>
                    <a:pt x="33713" y="15904"/>
                  </a:lnTo>
                  <a:lnTo>
                    <a:pt x="33713" y="15904"/>
                  </a:lnTo>
                  <a:lnTo>
                    <a:pt x="33031" y="16065"/>
                  </a:lnTo>
                  <a:lnTo>
                    <a:pt x="32128" y="16245"/>
                  </a:lnTo>
                  <a:lnTo>
                    <a:pt x="31065" y="16446"/>
                  </a:lnTo>
                  <a:lnTo>
                    <a:pt x="29842" y="16646"/>
                  </a:lnTo>
                  <a:lnTo>
                    <a:pt x="28458" y="16847"/>
                  </a:lnTo>
                  <a:lnTo>
                    <a:pt x="27736" y="16927"/>
                  </a:lnTo>
                  <a:lnTo>
                    <a:pt x="26974" y="16987"/>
                  </a:lnTo>
                  <a:lnTo>
                    <a:pt x="26172" y="17047"/>
                  </a:lnTo>
                  <a:lnTo>
                    <a:pt x="25370" y="17087"/>
                  </a:lnTo>
                  <a:lnTo>
                    <a:pt x="24528" y="17107"/>
                  </a:lnTo>
                  <a:lnTo>
                    <a:pt x="23685" y="17127"/>
                  </a:lnTo>
                  <a:lnTo>
                    <a:pt x="23685" y="17127"/>
                  </a:lnTo>
                  <a:lnTo>
                    <a:pt x="22462" y="17107"/>
                  </a:lnTo>
                  <a:lnTo>
                    <a:pt x="21239" y="17047"/>
                  </a:lnTo>
                  <a:lnTo>
                    <a:pt x="20617" y="16987"/>
                  </a:lnTo>
                  <a:lnTo>
                    <a:pt x="19975" y="16927"/>
                  </a:lnTo>
                  <a:lnTo>
                    <a:pt x="19354" y="16867"/>
                  </a:lnTo>
                  <a:lnTo>
                    <a:pt x="18712" y="16766"/>
                  </a:lnTo>
                  <a:lnTo>
                    <a:pt x="18070" y="16666"/>
                  </a:lnTo>
                  <a:lnTo>
                    <a:pt x="17428" y="16546"/>
                  </a:lnTo>
                  <a:lnTo>
                    <a:pt x="16787" y="16426"/>
                  </a:lnTo>
                  <a:lnTo>
                    <a:pt x="16145" y="16265"/>
                  </a:lnTo>
                  <a:lnTo>
                    <a:pt x="15503" y="16105"/>
                  </a:lnTo>
                  <a:lnTo>
                    <a:pt x="14861" y="15924"/>
                  </a:lnTo>
                  <a:lnTo>
                    <a:pt x="14220" y="15724"/>
                  </a:lnTo>
                  <a:lnTo>
                    <a:pt x="13578" y="15503"/>
                  </a:lnTo>
                  <a:lnTo>
                    <a:pt x="13578" y="15503"/>
                  </a:lnTo>
                  <a:lnTo>
                    <a:pt x="13197" y="15343"/>
                  </a:lnTo>
                  <a:lnTo>
                    <a:pt x="12836" y="15162"/>
                  </a:lnTo>
                  <a:lnTo>
                    <a:pt x="12475" y="14942"/>
                  </a:lnTo>
                  <a:lnTo>
                    <a:pt x="12134" y="14721"/>
                  </a:lnTo>
                  <a:lnTo>
                    <a:pt x="11833" y="14460"/>
                  </a:lnTo>
                  <a:lnTo>
                    <a:pt x="11532" y="14200"/>
                  </a:lnTo>
                  <a:lnTo>
                    <a:pt x="11272" y="13899"/>
                  </a:lnTo>
                  <a:lnTo>
                    <a:pt x="11031" y="13578"/>
                  </a:lnTo>
                  <a:lnTo>
                    <a:pt x="10810" y="13257"/>
                  </a:lnTo>
                  <a:lnTo>
                    <a:pt x="10630" y="12916"/>
                  </a:lnTo>
                  <a:lnTo>
                    <a:pt x="10469" y="12535"/>
                  </a:lnTo>
                  <a:lnTo>
                    <a:pt x="10349" y="12174"/>
                  </a:lnTo>
                  <a:lnTo>
                    <a:pt x="10249" y="11773"/>
                  </a:lnTo>
                  <a:lnTo>
                    <a:pt x="10189" y="11372"/>
                  </a:lnTo>
                  <a:lnTo>
                    <a:pt x="10149" y="10951"/>
                  </a:lnTo>
                  <a:lnTo>
                    <a:pt x="10149" y="10530"/>
                  </a:lnTo>
                  <a:lnTo>
                    <a:pt x="10149" y="10530"/>
                  </a:lnTo>
                  <a:lnTo>
                    <a:pt x="10189" y="10108"/>
                  </a:lnTo>
                  <a:lnTo>
                    <a:pt x="10269" y="9727"/>
                  </a:lnTo>
                  <a:lnTo>
                    <a:pt x="10369" y="9346"/>
                  </a:lnTo>
                  <a:lnTo>
                    <a:pt x="10510" y="8985"/>
                  </a:lnTo>
                  <a:lnTo>
                    <a:pt x="10670" y="8644"/>
                  </a:lnTo>
                  <a:lnTo>
                    <a:pt x="10850" y="8303"/>
                  </a:lnTo>
                  <a:lnTo>
                    <a:pt x="11071" y="7983"/>
                  </a:lnTo>
                  <a:lnTo>
                    <a:pt x="11312" y="7702"/>
                  </a:lnTo>
                  <a:lnTo>
                    <a:pt x="11572" y="7421"/>
                  </a:lnTo>
                  <a:lnTo>
                    <a:pt x="11853" y="7140"/>
                  </a:lnTo>
                  <a:lnTo>
                    <a:pt x="12134" y="6900"/>
                  </a:lnTo>
                  <a:lnTo>
                    <a:pt x="12455" y="6659"/>
                  </a:lnTo>
                  <a:lnTo>
                    <a:pt x="12776" y="6438"/>
                  </a:lnTo>
                  <a:lnTo>
                    <a:pt x="13117" y="6238"/>
                  </a:lnTo>
                  <a:lnTo>
                    <a:pt x="13458" y="6037"/>
                  </a:lnTo>
                  <a:lnTo>
                    <a:pt x="13819" y="5877"/>
                  </a:lnTo>
                  <a:lnTo>
                    <a:pt x="13819" y="5877"/>
                  </a:lnTo>
                  <a:lnTo>
                    <a:pt x="14540" y="5576"/>
                  </a:lnTo>
                  <a:lnTo>
                    <a:pt x="15282" y="5295"/>
                  </a:lnTo>
                  <a:lnTo>
                    <a:pt x="16045" y="5055"/>
                  </a:lnTo>
                  <a:lnTo>
                    <a:pt x="16807" y="4854"/>
                  </a:lnTo>
                  <a:lnTo>
                    <a:pt x="18351" y="4473"/>
                  </a:lnTo>
                  <a:lnTo>
                    <a:pt x="19895" y="4092"/>
                  </a:lnTo>
                  <a:lnTo>
                    <a:pt x="19895" y="4092"/>
                  </a:lnTo>
                  <a:lnTo>
                    <a:pt x="21580" y="3651"/>
                  </a:lnTo>
                  <a:lnTo>
                    <a:pt x="23244" y="3190"/>
                  </a:lnTo>
                  <a:lnTo>
                    <a:pt x="24086" y="2929"/>
                  </a:lnTo>
                  <a:lnTo>
                    <a:pt x="24929" y="2688"/>
                  </a:lnTo>
                  <a:lnTo>
                    <a:pt x="25751" y="2407"/>
                  </a:lnTo>
                  <a:lnTo>
                    <a:pt x="26573" y="2127"/>
                  </a:lnTo>
                  <a:lnTo>
                    <a:pt x="26573" y="2127"/>
                  </a:lnTo>
                  <a:lnTo>
                    <a:pt x="27335" y="1846"/>
                  </a:lnTo>
                  <a:lnTo>
                    <a:pt x="28097" y="1545"/>
                  </a:lnTo>
                  <a:lnTo>
                    <a:pt x="28097" y="1545"/>
                  </a:lnTo>
                  <a:lnTo>
                    <a:pt x="26834" y="1846"/>
                  </a:lnTo>
                  <a:lnTo>
                    <a:pt x="25510" y="2127"/>
                  </a:lnTo>
                  <a:lnTo>
                    <a:pt x="24147" y="2387"/>
                  </a:lnTo>
                  <a:lnTo>
                    <a:pt x="22723" y="2608"/>
                  </a:lnTo>
                  <a:lnTo>
                    <a:pt x="21279" y="2788"/>
                  </a:lnTo>
                  <a:lnTo>
                    <a:pt x="20537" y="2869"/>
                  </a:lnTo>
                  <a:lnTo>
                    <a:pt x="19795" y="2929"/>
                  </a:lnTo>
                  <a:lnTo>
                    <a:pt x="19033" y="2989"/>
                  </a:lnTo>
                  <a:lnTo>
                    <a:pt x="18291" y="3029"/>
                  </a:lnTo>
                  <a:lnTo>
                    <a:pt x="17529" y="3049"/>
                  </a:lnTo>
                  <a:lnTo>
                    <a:pt x="16767" y="3069"/>
                  </a:lnTo>
                  <a:lnTo>
                    <a:pt x="16767" y="3069"/>
                  </a:lnTo>
                  <a:lnTo>
                    <a:pt x="15724" y="3049"/>
                  </a:lnTo>
                  <a:lnTo>
                    <a:pt x="14701" y="2989"/>
                  </a:lnTo>
                  <a:lnTo>
                    <a:pt x="14701" y="2989"/>
                  </a:lnTo>
                  <a:lnTo>
                    <a:pt x="13458" y="2909"/>
                  </a:lnTo>
                  <a:lnTo>
                    <a:pt x="12254" y="2788"/>
                  </a:lnTo>
                  <a:lnTo>
                    <a:pt x="11071" y="2648"/>
                  </a:lnTo>
                  <a:lnTo>
                    <a:pt x="9928" y="2488"/>
                  </a:lnTo>
                  <a:lnTo>
                    <a:pt x="8825" y="2307"/>
                  </a:lnTo>
                  <a:lnTo>
                    <a:pt x="7742" y="2107"/>
                  </a:lnTo>
                  <a:lnTo>
                    <a:pt x="6719" y="1906"/>
                  </a:lnTo>
                  <a:lnTo>
                    <a:pt x="5757" y="1685"/>
                  </a:lnTo>
                  <a:lnTo>
                    <a:pt x="4834" y="1465"/>
                  </a:lnTo>
                  <a:lnTo>
                    <a:pt x="3952" y="1244"/>
                  </a:lnTo>
                  <a:lnTo>
                    <a:pt x="3129" y="1024"/>
                  </a:lnTo>
                  <a:lnTo>
                    <a:pt x="2367" y="803"/>
                  </a:lnTo>
                  <a:lnTo>
                    <a:pt x="1686" y="582"/>
                  </a:lnTo>
                  <a:lnTo>
                    <a:pt x="1044" y="382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35">
              <a:extLst>
                <a:ext uri="{FF2B5EF4-FFF2-40B4-BE49-F238E27FC236}">
                  <a16:creationId xmlns:a16="http://schemas.microsoft.com/office/drawing/2014/main" id="{E307966C-8A8B-B3BD-DF39-CC5168721CF9}"/>
                </a:ext>
              </a:extLst>
            </p:cNvPr>
            <p:cNvSpPr/>
            <p:nvPr/>
          </p:nvSpPr>
          <p:spPr>
            <a:xfrm>
              <a:off x="11186375" y="4148438"/>
              <a:ext cx="1004750" cy="412650"/>
            </a:xfrm>
            <a:custGeom>
              <a:avLst/>
              <a:gdLst/>
              <a:ahLst/>
              <a:cxnLst/>
              <a:rect l="l" t="t" r="r" b="b"/>
              <a:pathLst>
                <a:path w="40190" h="16506" extrusionOk="0">
                  <a:moveTo>
                    <a:pt x="19212" y="0"/>
                  </a:moveTo>
                  <a:lnTo>
                    <a:pt x="17889" y="20"/>
                  </a:lnTo>
                  <a:lnTo>
                    <a:pt x="16565" y="61"/>
                  </a:lnTo>
                  <a:lnTo>
                    <a:pt x="15262" y="141"/>
                  </a:lnTo>
                  <a:lnTo>
                    <a:pt x="13998" y="221"/>
                  </a:lnTo>
                  <a:lnTo>
                    <a:pt x="12775" y="321"/>
                  </a:lnTo>
                  <a:lnTo>
                    <a:pt x="11592" y="462"/>
                  </a:lnTo>
                  <a:lnTo>
                    <a:pt x="10469" y="602"/>
                  </a:lnTo>
                  <a:lnTo>
                    <a:pt x="9406" y="782"/>
                  </a:lnTo>
                  <a:lnTo>
                    <a:pt x="8423" y="983"/>
                  </a:lnTo>
                  <a:lnTo>
                    <a:pt x="7541" y="1204"/>
                  </a:lnTo>
                  <a:lnTo>
                    <a:pt x="7119" y="1324"/>
                  </a:lnTo>
                  <a:lnTo>
                    <a:pt x="6738" y="1444"/>
                  </a:lnTo>
                  <a:lnTo>
                    <a:pt x="5776" y="1785"/>
                  </a:lnTo>
                  <a:lnTo>
                    <a:pt x="4893" y="2126"/>
                  </a:lnTo>
                  <a:lnTo>
                    <a:pt x="4111" y="2467"/>
                  </a:lnTo>
                  <a:lnTo>
                    <a:pt x="3389" y="2828"/>
                  </a:lnTo>
                  <a:lnTo>
                    <a:pt x="2768" y="3169"/>
                  </a:lnTo>
                  <a:lnTo>
                    <a:pt x="2206" y="3510"/>
                  </a:lnTo>
                  <a:lnTo>
                    <a:pt x="1705" y="3851"/>
                  </a:lnTo>
                  <a:lnTo>
                    <a:pt x="1284" y="4172"/>
                  </a:lnTo>
                  <a:lnTo>
                    <a:pt x="943" y="4493"/>
                  </a:lnTo>
                  <a:lnTo>
                    <a:pt x="642" y="4793"/>
                  </a:lnTo>
                  <a:lnTo>
                    <a:pt x="401" y="5074"/>
                  </a:lnTo>
                  <a:lnTo>
                    <a:pt x="221" y="5355"/>
                  </a:lnTo>
                  <a:lnTo>
                    <a:pt x="100" y="5596"/>
                  </a:lnTo>
                  <a:lnTo>
                    <a:pt x="20" y="5816"/>
                  </a:lnTo>
                  <a:lnTo>
                    <a:pt x="0" y="603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8891" y="16485"/>
                  </a:lnTo>
                  <a:lnTo>
                    <a:pt x="19814" y="16505"/>
                  </a:lnTo>
                  <a:lnTo>
                    <a:pt x="20736" y="16485"/>
                  </a:lnTo>
                  <a:lnTo>
                    <a:pt x="21639" y="16465"/>
                  </a:lnTo>
                  <a:lnTo>
                    <a:pt x="22561" y="16405"/>
                  </a:lnTo>
                  <a:lnTo>
                    <a:pt x="23464" y="16345"/>
                  </a:lnTo>
                  <a:lnTo>
                    <a:pt x="24366" y="16245"/>
                  </a:lnTo>
                  <a:lnTo>
                    <a:pt x="25249" y="16144"/>
                  </a:lnTo>
                  <a:lnTo>
                    <a:pt x="26131" y="16024"/>
                  </a:lnTo>
                  <a:lnTo>
                    <a:pt x="26993" y="15884"/>
                  </a:lnTo>
                  <a:lnTo>
                    <a:pt x="27836" y="15743"/>
                  </a:lnTo>
                  <a:lnTo>
                    <a:pt x="28678" y="15583"/>
                  </a:lnTo>
                  <a:lnTo>
                    <a:pt x="29480" y="15402"/>
                  </a:lnTo>
                  <a:lnTo>
                    <a:pt x="30282" y="15242"/>
                  </a:lnTo>
                  <a:lnTo>
                    <a:pt x="31786" y="14861"/>
                  </a:lnTo>
                  <a:lnTo>
                    <a:pt x="33190" y="14480"/>
                  </a:lnTo>
                  <a:lnTo>
                    <a:pt x="34474" y="14119"/>
                  </a:lnTo>
                  <a:lnTo>
                    <a:pt x="35637" y="13758"/>
                  </a:lnTo>
                  <a:lnTo>
                    <a:pt x="36640" y="13417"/>
                  </a:lnTo>
                  <a:lnTo>
                    <a:pt x="37482" y="13116"/>
                  </a:lnTo>
                  <a:lnTo>
                    <a:pt x="38164" y="1285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608" y="10990"/>
                  </a:lnTo>
                  <a:lnTo>
                    <a:pt x="39708" y="10549"/>
                  </a:lnTo>
                  <a:lnTo>
                    <a:pt x="39868" y="9627"/>
                  </a:lnTo>
                  <a:lnTo>
                    <a:pt x="40009" y="8644"/>
                  </a:lnTo>
                  <a:lnTo>
                    <a:pt x="40109" y="7681"/>
                  </a:lnTo>
                  <a:lnTo>
                    <a:pt x="40169" y="6799"/>
                  </a:lnTo>
                  <a:lnTo>
                    <a:pt x="40189" y="6037"/>
                  </a:lnTo>
                  <a:lnTo>
                    <a:pt x="40189" y="5736"/>
                  </a:lnTo>
                  <a:lnTo>
                    <a:pt x="40169" y="5495"/>
                  </a:lnTo>
                  <a:lnTo>
                    <a:pt x="40129" y="5315"/>
                  </a:lnTo>
                  <a:lnTo>
                    <a:pt x="40089" y="5194"/>
                  </a:lnTo>
                  <a:lnTo>
                    <a:pt x="40009" y="5094"/>
                  </a:lnTo>
                  <a:lnTo>
                    <a:pt x="39868" y="4934"/>
                  </a:lnTo>
                  <a:lnTo>
                    <a:pt x="39708" y="4753"/>
                  </a:lnTo>
                  <a:lnTo>
                    <a:pt x="39467" y="4533"/>
                  </a:lnTo>
                  <a:lnTo>
                    <a:pt x="39187" y="4312"/>
                  </a:lnTo>
                  <a:lnTo>
                    <a:pt x="38866" y="4031"/>
                  </a:lnTo>
                  <a:lnTo>
                    <a:pt x="38505" y="3771"/>
                  </a:lnTo>
                  <a:lnTo>
                    <a:pt x="38084" y="3470"/>
                  </a:lnTo>
                  <a:lnTo>
                    <a:pt x="37602" y="3169"/>
                  </a:lnTo>
                  <a:lnTo>
                    <a:pt x="37081" y="2868"/>
                  </a:lnTo>
                  <a:lnTo>
                    <a:pt x="36519" y="2567"/>
                  </a:lnTo>
                  <a:lnTo>
                    <a:pt x="35898" y="2267"/>
                  </a:lnTo>
                  <a:lnTo>
                    <a:pt x="35236" y="1966"/>
                  </a:lnTo>
                  <a:lnTo>
                    <a:pt x="34514" y="1705"/>
                  </a:lnTo>
                  <a:lnTo>
                    <a:pt x="33732" y="1424"/>
                  </a:lnTo>
                  <a:lnTo>
                    <a:pt x="32910" y="1184"/>
                  </a:lnTo>
                  <a:lnTo>
                    <a:pt x="32228" y="1023"/>
                  </a:lnTo>
                  <a:lnTo>
                    <a:pt x="31466" y="863"/>
                  </a:lnTo>
                  <a:lnTo>
                    <a:pt x="30623" y="722"/>
                  </a:lnTo>
                  <a:lnTo>
                    <a:pt x="29761" y="582"/>
                  </a:lnTo>
                  <a:lnTo>
                    <a:pt x="28818" y="462"/>
                  </a:lnTo>
                  <a:lnTo>
                    <a:pt x="27856" y="361"/>
                  </a:lnTo>
                  <a:lnTo>
                    <a:pt x="26833" y="261"/>
                  </a:lnTo>
                  <a:lnTo>
                    <a:pt x="25790" y="181"/>
                  </a:lnTo>
                  <a:lnTo>
                    <a:pt x="24527" y="101"/>
                  </a:lnTo>
                  <a:lnTo>
                    <a:pt x="23223" y="40"/>
                  </a:lnTo>
                  <a:lnTo>
                    <a:pt x="21900" y="20"/>
                  </a:lnTo>
                  <a:lnTo>
                    <a:pt x="205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35">
              <a:extLst>
                <a:ext uri="{FF2B5EF4-FFF2-40B4-BE49-F238E27FC236}">
                  <a16:creationId xmlns:a16="http://schemas.microsoft.com/office/drawing/2014/main" id="{D12EDB4F-B399-F2B5-BE3E-3FB1C5831FAD}"/>
                </a:ext>
              </a:extLst>
            </p:cNvPr>
            <p:cNvSpPr/>
            <p:nvPr/>
          </p:nvSpPr>
          <p:spPr>
            <a:xfrm>
              <a:off x="11186375" y="4148438"/>
              <a:ext cx="1004750" cy="412650"/>
            </a:xfrm>
            <a:custGeom>
              <a:avLst/>
              <a:gdLst/>
              <a:ahLst/>
              <a:cxnLst/>
              <a:rect l="l" t="t" r="r" b="b"/>
              <a:pathLst>
                <a:path w="40190" h="16506" fill="none" extrusionOk="0">
                  <a:moveTo>
                    <a:pt x="39507" y="11391"/>
                  </a:moveTo>
                  <a:lnTo>
                    <a:pt x="39507" y="11391"/>
                  </a:lnTo>
                  <a:lnTo>
                    <a:pt x="39367" y="11833"/>
                  </a:lnTo>
                  <a:lnTo>
                    <a:pt x="39227" y="12194"/>
                  </a:lnTo>
                  <a:lnTo>
                    <a:pt x="39146" y="12334"/>
                  </a:lnTo>
                  <a:lnTo>
                    <a:pt x="39066" y="12434"/>
                  </a:lnTo>
                  <a:lnTo>
                    <a:pt x="38986" y="12514"/>
                  </a:lnTo>
                  <a:lnTo>
                    <a:pt x="38906" y="12575"/>
                  </a:lnTo>
                  <a:lnTo>
                    <a:pt x="38906" y="12575"/>
                  </a:lnTo>
                  <a:lnTo>
                    <a:pt x="38164" y="12855"/>
                  </a:lnTo>
                  <a:lnTo>
                    <a:pt x="37482" y="13116"/>
                  </a:lnTo>
                  <a:lnTo>
                    <a:pt x="36640" y="13417"/>
                  </a:lnTo>
                  <a:lnTo>
                    <a:pt x="35637" y="13758"/>
                  </a:lnTo>
                  <a:lnTo>
                    <a:pt x="34474" y="14119"/>
                  </a:lnTo>
                  <a:lnTo>
                    <a:pt x="33190" y="14480"/>
                  </a:lnTo>
                  <a:lnTo>
                    <a:pt x="31786" y="14861"/>
                  </a:lnTo>
                  <a:lnTo>
                    <a:pt x="30282" y="15242"/>
                  </a:lnTo>
                  <a:lnTo>
                    <a:pt x="29480" y="15402"/>
                  </a:lnTo>
                  <a:lnTo>
                    <a:pt x="28678" y="15583"/>
                  </a:lnTo>
                  <a:lnTo>
                    <a:pt x="27836" y="15743"/>
                  </a:lnTo>
                  <a:lnTo>
                    <a:pt x="26993" y="15884"/>
                  </a:lnTo>
                  <a:lnTo>
                    <a:pt x="26131" y="16024"/>
                  </a:lnTo>
                  <a:lnTo>
                    <a:pt x="25249" y="16144"/>
                  </a:lnTo>
                  <a:lnTo>
                    <a:pt x="24366" y="16245"/>
                  </a:lnTo>
                  <a:lnTo>
                    <a:pt x="23464" y="16345"/>
                  </a:lnTo>
                  <a:lnTo>
                    <a:pt x="22561" y="16405"/>
                  </a:lnTo>
                  <a:lnTo>
                    <a:pt x="21639" y="16465"/>
                  </a:lnTo>
                  <a:lnTo>
                    <a:pt x="20736" y="16485"/>
                  </a:lnTo>
                  <a:lnTo>
                    <a:pt x="19814" y="16505"/>
                  </a:lnTo>
                  <a:lnTo>
                    <a:pt x="18891" y="16485"/>
                  </a:lnTo>
                  <a:lnTo>
                    <a:pt x="17969" y="16425"/>
                  </a:lnTo>
                  <a:lnTo>
                    <a:pt x="17969" y="16425"/>
                  </a:lnTo>
                  <a:lnTo>
                    <a:pt x="16385" y="16305"/>
                  </a:lnTo>
                  <a:lnTo>
                    <a:pt x="14860" y="16144"/>
                  </a:lnTo>
                  <a:lnTo>
                    <a:pt x="13396" y="15944"/>
                  </a:lnTo>
                  <a:lnTo>
                    <a:pt x="11993" y="15723"/>
                  </a:lnTo>
                  <a:lnTo>
                    <a:pt x="10649" y="15462"/>
                  </a:lnTo>
                  <a:lnTo>
                    <a:pt x="9366" y="15202"/>
                  </a:lnTo>
                  <a:lnTo>
                    <a:pt x="8182" y="14921"/>
                  </a:lnTo>
                  <a:lnTo>
                    <a:pt x="7059" y="14640"/>
                  </a:lnTo>
                  <a:lnTo>
                    <a:pt x="6057" y="14359"/>
                  </a:lnTo>
                  <a:lnTo>
                    <a:pt x="5134" y="14079"/>
                  </a:lnTo>
                  <a:lnTo>
                    <a:pt x="4312" y="13818"/>
                  </a:lnTo>
                  <a:lnTo>
                    <a:pt x="3610" y="13557"/>
                  </a:lnTo>
                  <a:lnTo>
                    <a:pt x="3028" y="13337"/>
                  </a:lnTo>
                  <a:lnTo>
                    <a:pt x="2567" y="13156"/>
                  </a:lnTo>
                  <a:lnTo>
                    <a:pt x="2246" y="12996"/>
                  </a:lnTo>
                  <a:lnTo>
                    <a:pt x="2046" y="12875"/>
                  </a:lnTo>
                  <a:lnTo>
                    <a:pt x="2046" y="12875"/>
                  </a:lnTo>
                  <a:lnTo>
                    <a:pt x="1985" y="12815"/>
                  </a:lnTo>
                  <a:lnTo>
                    <a:pt x="1905" y="12735"/>
                  </a:lnTo>
                  <a:lnTo>
                    <a:pt x="1765" y="12494"/>
                  </a:lnTo>
                  <a:lnTo>
                    <a:pt x="1625" y="12153"/>
                  </a:lnTo>
                  <a:lnTo>
                    <a:pt x="1464" y="11752"/>
                  </a:lnTo>
                  <a:lnTo>
                    <a:pt x="1324" y="11291"/>
                  </a:lnTo>
                  <a:lnTo>
                    <a:pt x="1163" y="10790"/>
                  </a:lnTo>
                  <a:lnTo>
                    <a:pt x="862" y="9687"/>
                  </a:lnTo>
                  <a:lnTo>
                    <a:pt x="562" y="8584"/>
                  </a:lnTo>
                  <a:lnTo>
                    <a:pt x="321" y="7561"/>
                  </a:lnTo>
                  <a:lnTo>
                    <a:pt x="20" y="6217"/>
                  </a:lnTo>
                  <a:lnTo>
                    <a:pt x="20" y="6217"/>
                  </a:lnTo>
                  <a:lnTo>
                    <a:pt x="0" y="6037"/>
                  </a:lnTo>
                  <a:lnTo>
                    <a:pt x="20" y="5816"/>
                  </a:lnTo>
                  <a:lnTo>
                    <a:pt x="100" y="5596"/>
                  </a:lnTo>
                  <a:lnTo>
                    <a:pt x="221" y="5355"/>
                  </a:lnTo>
                  <a:lnTo>
                    <a:pt x="401" y="5074"/>
                  </a:lnTo>
                  <a:lnTo>
                    <a:pt x="642" y="4793"/>
                  </a:lnTo>
                  <a:lnTo>
                    <a:pt x="943" y="4493"/>
                  </a:lnTo>
                  <a:lnTo>
                    <a:pt x="1284" y="4172"/>
                  </a:lnTo>
                  <a:lnTo>
                    <a:pt x="1705" y="3851"/>
                  </a:lnTo>
                  <a:lnTo>
                    <a:pt x="2206" y="3510"/>
                  </a:lnTo>
                  <a:lnTo>
                    <a:pt x="2768" y="3169"/>
                  </a:lnTo>
                  <a:lnTo>
                    <a:pt x="3389" y="2828"/>
                  </a:lnTo>
                  <a:lnTo>
                    <a:pt x="4111" y="2467"/>
                  </a:lnTo>
                  <a:lnTo>
                    <a:pt x="4893" y="2126"/>
                  </a:lnTo>
                  <a:lnTo>
                    <a:pt x="5776" y="1785"/>
                  </a:lnTo>
                  <a:lnTo>
                    <a:pt x="6738" y="1444"/>
                  </a:lnTo>
                  <a:lnTo>
                    <a:pt x="6738" y="1444"/>
                  </a:lnTo>
                  <a:lnTo>
                    <a:pt x="7119" y="1324"/>
                  </a:lnTo>
                  <a:lnTo>
                    <a:pt x="7541" y="1204"/>
                  </a:lnTo>
                  <a:lnTo>
                    <a:pt x="8423" y="983"/>
                  </a:lnTo>
                  <a:lnTo>
                    <a:pt x="9406" y="782"/>
                  </a:lnTo>
                  <a:lnTo>
                    <a:pt x="10469" y="602"/>
                  </a:lnTo>
                  <a:lnTo>
                    <a:pt x="11592" y="462"/>
                  </a:lnTo>
                  <a:lnTo>
                    <a:pt x="12775" y="321"/>
                  </a:lnTo>
                  <a:lnTo>
                    <a:pt x="13998" y="221"/>
                  </a:lnTo>
                  <a:lnTo>
                    <a:pt x="15262" y="141"/>
                  </a:lnTo>
                  <a:lnTo>
                    <a:pt x="16565" y="61"/>
                  </a:lnTo>
                  <a:lnTo>
                    <a:pt x="17889" y="20"/>
                  </a:lnTo>
                  <a:lnTo>
                    <a:pt x="19212" y="0"/>
                  </a:lnTo>
                  <a:lnTo>
                    <a:pt x="20556" y="0"/>
                  </a:lnTo>
                  <a:lnTo>
                    <a:pt x="21900" y="20"/>
                  </a:lnTo>
                  <a:lnTo>
                    <a:pt x="23223" y="40"/>
                  </a:lnTo>
                  <a:lnTo>
                    <a:pt x="24527" y="101"/>
                  </a:lnTo>
                  <a:lnTo>
                    <a:pt x="25790" y="181"/>
                  </a:lnTo>
                  <a:lnTo>
                    <a:pt x="25790" y="181"/>
                  </a:lnTo>
                  <a:lnTo>
                    <a:pt x="26833" y="261"/>
                  </a:lnTo>
                  <a:lnTo>
                    <a:pt x="27856" y="361"/>
                  </a:lnTo>
                  <a:lnTo>
                    <a:pt x="28818" y="462"/>
                  </a:lnTo>
                  <a:lnTo>
                    <a:pt x="29761" y="582"/>
                  </a:lnTo>
                  <a:lnTo>
                    <a:pt x="30623" y="722"/>
                  </a:lnTo>
                  <a:lnTo>
                    <a:pt x="31466" y="863"/>
                  </a:lnTo>
                  <a:lnTo>
                    <a:pt x="32228" y="1023"/>
                  </a:lnTo>
                  <a:lnTo>
                    <a:pt x="32910" y="1184"/>
                  </a:lnTo>
                  <a:lnTo>
                    <a:pt x="32910" y="1184"/>
                  </a:lnTo>
                  <a:lnTo>
                    <a:pt x="33732" y="1424"/>
                  </a:lnTo>
                  <a:lnTo>
                    <a:pt x="34514" y="1705"/>
                  </a:lnTo>
                  <a:lnTo>
                    <a:pt x="35236" y="1966"/>
                  </a:lnTo>
                  <a:lnTo>
                    <a:pt x="35898" y="2267"/>
                  </a:lnTo>
                  <a:lnTo>
                    <a:pt x="36519" y="2567"/>
                  </a:lnTo>
                  <a:lnTo>
                    <a:pt x="37081" y="2868"/>
                  </a:lnTo>
                  <a:lnTo>
                    <a:pt x="37602" y="3169"/>
                  </a:lnTo>
                  <a:lnTo>
                    <a:pt x="38084" y="3470"/>
                  </a:lnTo>
                  <a:lnTo>
                    <a:pt x="38505" y="3771"/>
                  </a:lnTo>
                  <a:lnTo>
                    <a:pt x="38866" y="4031"/>
                  </a:lnTo>
                  <a:lnTo>
                    <a:pt x="39187" y="4312"/>
                  </a:lnTo>
                  <a:lnTo>
                    <a:pt x="39467" y="4533"/>
                  </a:lnTo>
                  <a:lnTo>
                    <a:pt x="39708" y="4753"/>
                  </a:lnTo>
                  <a:lnTo>
                    <a:pt x="39868" y="4934"/>
                  </a:lnTo>
                  <a:lnTo>
                    <a:pt x="40009" y="5094"/>
                  </a:lnTo>
                  <a:lnTo>
                    <a:pt x="40089" y="5194"/>
                  </a:lnTo>
                  <a:lnTo>
                    <a:pt x="40089" y="5194"/>
                  </a:lnTo>
                  <a:lnTo>
                    <a:pt x="40129" y="5315"/>
                  </a:lnTo>
                  <a:lnTo>
                    <a:pt x="40169" y="5495"/>
                  </a:lnTo>
                  <a:lnTo>
                    <a:pt x="40189" y="5736"/>
                  </a:lnTo>
                  <a:lnTo>
                    <a:pt x="40189" y="6037"/>
                  </a:lnTo>
                  <a:lnTo>
                    <a:pt x="40169" y="6799"/>
                  </a:lnTo>
                  <a:lnTo>
                    <a:pt x="40109" y="7681"/>
                  </a:lnTo>
                  <a:lnTo>
                    <a:pt x="40009" y="8644"/>
                  </a:lnTo>
                  <a:lnTo>
                    <a:pt x="39868" y="9627"/>
                  </a:lnTo>
                  <a:lnTo>
                    <a:pt x="39708" y="10549"/>
                  </a:lnTo>
                  <a:lnTo>
                    <a:pt x="39608" y="10990"/>
                  </a:lnTo>
                  <a:lnTo>
                    <a:pt x="39507" y="1139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35">
              <a:extLst>
                <a:ext uri="{FF2B5EF4-FFF2-40B4-BE49-F238E27FC236}">
                  <a16:creationId xmlns:a16="http://schemas.microsoft.com/office/drawing/2014/main" id="{60D851C6-B31B-2262-BF0A-7F695CF4D044}"/>
                </a:ext>
              </a:extLst>
            </p:cNvPr>
            <p:cNvSpPr/>
            <p:nvPr/>
          </p:nvSpPr>
          <p:spPr>
            <a:xfrm>
              <a:off x="11186375" y="4148438"/>
              <a:ext cx="987700" cy="412650"/>
            </a:xfrm>
            <a:custGeom>
              <a:avLst/>
              <a:gdLst/>
              <a:ahLst/>
              <a:cxnLst/>
              <a:rect l="l" t="t" r="r" b="b"/>
              <a:pathLst>
                <a:path w="39508" h="16506" extrusionOk="0">
                  <a:moveTo>
                    <a:pt x="20115" y="0"/>
                  </a:moveTo>
                  <a:lnTo>
                    <a:pt x="18149" y="20"/>
                  </a:lnTo>
                  <a:lnTo>
                    <a:pt x="16224" y="81"/>
                  </a:lnTo>
                  <a:lnTo>
                    <a:pt x="15282" y="141"/>
                  </a:lnTo>
                  <a:lnTo>
                    <a:pt x="14359" y="201"/>
                  </a:lnTo>
                  <a:lnTo>
                    <a:pt x="13457" y="261"/>
                  </a:lnTo>
                  <a:lnTo>
                    <a:pt x="12554" y="341"/>
                  </a:lnTo>
                  <a:lnTo>
                    <a:pt x="11712" y="442"/>
                  </a:lnTo>
                  <a:lnTo>
                    <a:pt x="10870" y="542"/>
                  </a:lnTo>
                  <a:lnTo>
                    <a:pt x="10087" y="662"/>
                  </a:lnTo>
                  <a:lnTo>
                    <a:pt x="9325" y="803"/>
                  </a:lnTo>
                  <a:lnTo>
                    <a:pt x="8603" y="943"/>
                  </a:lnTo>
                  <a:lnTo>
                    <a:pt x="7922" y="1103"/>
                  </a:lnTo>
                  <a:lnTo>
                    <a:pt x="7300" y="1264"/>
                  </a:lnTo>
                  <a:lnTo>
                    <a:pt x="6738" y="1444"/>
                  </a:lnTo>
                  <a:lnTo>
                    <a:pt x="5816" y="1765"/>
                  </a:lnTo>
                  <a:lnTo>
                    <a:pt x="4994" y="2086"/>
                  </a:lnTo>
                  <a:lnTo>
                    <a:pt x="4232" y="2407"/>
                  </a:lnTo>
                  <a:lnTo>
                    <a:pt x="3550" y="2748"/>
                  </a:lnTo>
                  <a:lnTo>
                    <a:pt x="2928" y="3069"/>
                  </a:lnTo>
                  <a:lnTo>
                    <a:pt x="2367" y="3390"/>
                  </a:lnTo>
                  <a:lnTo>
                    <a:pt x="1885" y="3710"/>
                  </a:lnTo>
                  <a:lnTo>
                    <a:pt x="1464" y="4031"/>
                  </a:lnTo>
                  <a:lnTo>
                    <a:pt x="1103" y="4332"/>
                  </a:lnTo>
                  <a:lnTo>
                    <a:pt x="802" y="4633"/>
                  </a:lnTo>
                  <a:lnTo>
                    <a:pt x="542" y="4914"/>
                  </a:lnTo>
                  <a:lnTo>
                    <a:pt x="341" y="5174"/>
                  </a:lnTo>
                  <a:lnTo>
                    <a:pt x="181" y="5415"/>
                  </a:lnTo>
                  <a:lnTo>
                    <a:pt x="80" y="5656"/>
                  </a:lnTo>
                  <a:lnTo>
                    <a:pt x="20" y="5856"/>
                  </a:lnTo>
                  <a:lnTo>
                    <a:pt x="0" y="605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8992" y="16485"/>
                  </a:lnTo>
                  <a:lnTo>
                    <a:pt x="20035" y="16505"/>
                  </a:lnTo>
                  <a:lnTo>
                    <a:pt x="20897" y="16485"/>
                  </a:lnTo>
                  <a:lnTo>
                    <a:pt x="21739" y="16465"/>
                  </a:lnTo>
                  <a:lnTo>
                    <a:pt x="22602" y="16405"/>
                  </a:lnTo>
                  <a:lnTo>
                    <a:pt x="23444" y="16345"/>
                  </a:lnTo>
                  <a:lnTo>
                    <a:pt x="24286" y="16265"/>
                  </a:lnTo>
                  <a:lnTo>
                    <a:pt x="25108" y="16164"/>
                  </a:lnTo>
                  <a:lnTo>
                    <a:pt x="25931" y="16044"/>
                  </a:lnTo>
                  <a:lnTo>
                    <a:pt x="26733" y="15924"/>
                  </a:lnTo>
                  <a:lnTo>
                    <a:pt x="27515" y="15803"/>
                  </a:lnTo>
                  <a:lnTo>
                    <a:pt x="28297" y="15643"/>
                  </a:lnTo>
                  <a:lnTo>
                    <a:pt x="29801" y="15342"/>
                  </a:lnTo>
                  <a:lnTo>
                    <a:pt x="31245" y="15001"/>
                  </a:lnTo>
                  <a:lnTo>
                    <a:pt x="32589" y="14660"/>
                  </a:lnTo>
                  <a:lnTo>
                    <a:pt x="33832" y="14299"/>
                  </a:lnTo>
                  <a:lnTo>
                    <a:pt x="34975" y="13958"/>
                  </a:lnTo>
                  <a:lnTo>
                    <a:pt x="35998" y="13617"/>
                  </a:lnTo>
                  <a:lnTo>
                    <a:pt x="36900" y="13317"/>
                  </a:lnTo>
                  <a:lnTo>
                    <a:pt x="38224" y="1283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507" y="11391"/>
                  </a:lnTo>
                  <a:lnTo>
                    <a:pt x="38645" y="11632"/>
                  </a:lnTo>
                  <a:lnTo>
                    <a:pt x="37783" y="11873"/>
                  </a:lnTo>
                  <a:lnTo>
                    <a:pt x="36920" y="12073"/>
                  </a:lnTo>
                  <a:lnTo>
                    <a:pt x="36038" y="12274"/>
                  </a:lnTo>
                  <a:lnTo>
                    <a:pt x="35176" y="12474"/>
                  </a:lnTo>
                  <a:lnTo>
                    <a:pt x="34293" y="12635"/>
                  </a:lnTo>
                  <a:lnTo>
                    <a:pt x="33411" y="12795"/>
                  </a:lnTo>
                  <a:lnTo>
                    <a:pt x="32528" y="12936"/>
                  </a:lnTo>
                  <a:lnTo>
                    <a:pt x="31626" y="13056"/>
                  </a:lnTo>
                  <a:lnTo>
                    <a:pt x="30744" y="13156"/>
                  </a:lnTo>
                  <a:lnTo>
                    <a:pt x="29841" y="13256"/>
                  </a:lnTo>
                  <a:lnTo>
                    <a:pt x="28959" y="13317"/>
                  </a:lnTo>
                  <a:lnTo>
                    <a:pt x="28056" y="13377"/>
                  </a:lnTo>
                  <a:lnTo>
                    <a:pt x="27154" y="13417"/>
                  </a:lnTo>
                  <a:lnTo>
                    <a:pt x="26251" y="13437"/>
                  </a:lnTo>
                  <a:lnTo>
                    <a:pt x="25369" y="13457"/>
                  </a:lnTo>
                  <a:lnTo>
                    <a:pt x="24587" y="13437"/>
                  </a:lnTo>
                  <a:lnTo>
                    <a:pt x="23825" y="13437"/>
                  </a:lnTo>
                  <a:lnTo>
                    <a:pt x="23063" y="13397"/>
                  </a:lnTo>
                  <a:lnTo>
                    <a:pt x="22281" y="13357"/>
                  </a:lnTo>
                  <a:lnTo>
                    <a:pt x="21519" y="13297"/>
                  </a:lnTo>
                  <a:lnTo>
                    <a:pt x="20756" y="13236"/>
                  </a:lnTo>
                  <a:lnTo>
                    <a:pt x="19974" y="13156"/>
                  </a:lnTo>
                  <a:lnTo>
                    <a:pt x="19212" y="13056"/>
                  </a:lnTo>
                  <a:lnTo>
                    <a:pt x="18410" y="12956"/>
                  </a:lnTo>
                  <a:lnTo>
                    <a:pt x="17608" y="12835"/>
                  </a:lnTo>
                  <a:lnTo>
                    <a:pt x="16806" y="12695"/>
                  </a:lnTo>
                  <a:lnTo>
                    <a:pt x="16004" y="12554"/>
                  </a:lnTo>
                  <a:lnTo>
                    <a:pt x="15201" y="12374"/>
                  </a:lnTo>
                  <a:lnTo>
                    <a:pt x="14399" y="12214"/>
                  </a:lnTo>
                  <a:lnTo>
                    <a:pt x="13617" y="12013"/>
                  </a:lnTo>
                  <a:lnTo>
                    <a:pt x="12835" y="11792"/>
                  </a:lnTo>
                  <a:lnTo>
                    <a:pt x="12233" y="11612"/>
                  </a:lnTo>
                  <a:lnTo>
                    <a:pt x="11592" y="11391"/>
                  </a:lnTo>
                  <a:lnTo>
                    <a:pt x="11291" y="11271"/>
                  </a:lnTo>
                  <a:lnTo>
                    <a:pt x="10970" y="11131"/>
                  </a:lnTo>
                  <a:lnTo>
                    <a:pt x="10669" y="10970"/>
                  </a:lnTo>
                  <a:lnTo>
                    <a:pt x="10388" y="10810"/>
                  </a:lnTo>
                  <a:lnTo>
                    <a:pt x="9566" y="10629"/>
                  </a:lnTo>
                  <a:lnTo>
                    <a:pt x="8784" y="10429"/>
                  </a:lnTo>
                  <a:lnTo>
                    <a:pt x="7922" y="10188"/>
                  </a:lnTo>
                  <a:lnTo>
                    <a:pt x="7119" y="9907"/>
                  </a:lnTo>
                  <a:lnTo>
                    <a:pt x="6357" y="9627"/>
                  </a:lnTo>
                  <a:lnTo>
                    <a:pt x="5635" y="9346"/>
                  </a:lnTo>
                  <a:lnTo>
                    <a:pt x="4974" y="9045"/>
                  </a:lnTo>
                  <a:lnTo>
                    <a:pt x="4372" y="8724"/>
                  </a:lnTo>
                  <a:lnTo>
                    <a:pt x="3831" y="8423"/>
                  </a:lnTo>
                  <a:lnTo>
                    <a:pt x="3329" y="8122"/>
                  </a:lnTo>
                  <a:lnTo>
                    <a:pt x="2888" y="7802"/>
                  </a:lnTo>
                  <a:lnTo>
                    <a:pt x="2507" y="7501"/>
                  </a:lnTo>
                  <a:lnTo>
                    <a:pt x="2186" y="7220"/>
                  </a:lnTo>
                  <a:lnTo>
                    <a:pt x="1925" y="6939"/>
                  </a:lnTo>
                  <a:lnTo>
                    <a:pt x="1725" y="6679"/>
                  </a:lnTo>
                  <a:lnTo>
                    <a:pt x="1584" y="6438"/>
                  </a:lnTo>
                  <a:lnTo>
                    <a:pt x="1544" y="6318"/>
                  </a:lnTo>
                  <a:lnTo>
                    <a:pt x="1504" y="6197"/>
                  </a:lnTo>
                  <a:lnTo>
                    <a:pt x="1484" y="6097"/>
                  </a:lnTo>
                  <a:lnTo>
                    <a:pt x="1504" y="5997"/>
                  </a:lnTo>
                  <a:lnTo>
                    <a:pt x="1524" y="5856"/>
                  </a:lnTo>
                  <a:lnTo>
                    <a:pt x="1564" y="5736"/>
                  </a:lnTo>
                  <a:lnTo>
                    <a:pt x="1604" y="5596"/>
                  </a:lnTo>
                  <a:lnTo>
                    <a:pt x="1685" y="5455"/>
                  </a:lnTo>
                  <a:lnTo>
                    <a:pt x="1785" y="5315"/>
                  </a:lnTo>
                  <a:lnTo>
                    <a:pt x="1885" y="5174"/>
                  </a:lnTo>
                  <a:lnTo>
                    <a:pt x="2146" y="4874"/>
                  </a:lnTo>
                  <a:lnTo>
                    <a:pt x="2467" y="4593"/>
                  </a:lnTo>
                  <a:lnTo>
                    <a:pt x="2828" y="4312"/>
                  </a:lnTo>
                  <a:lnTo>
                    <a:pt x="3249" y="4011"/>
                  </a:lnTo>
                  <a:lnTo>
                    <a:pt x="3710" y="3730"/>
                  </a:lnTo>
                  <a:lnTo>
                    <a:pt x="4212" y="3470"/>
                  </a:lnTo>
                  <a:lnTo>
                    <a:pt x="4733" y="3209"/>
                  </a:lnTo>
                  <a:lnTo>
                    <a:pt x="5294" y="2948"/>
                  </a:lnTo>
                  <a:lnTo>
                    <a:pt x="5856" y="2728"/>
                  </a:lnTo>
                  <a:lnTo>
                    <a:pt x="6458" y="2507"/>
                  </a:lnTo>
                  <a:lnTo>
                    <a:pt x="7059" y="2307"/>
                  </a:lnTo>
                  <a:lnTo>
                    <a:pt x="7681" y="2126"/>
                  </a:lnTo>
                  <a:lnTo>
                    <a:pt x="8283" y="1966"/>
                  </a:lnTo>
                  <a:lnTo>
                    <a:pt x="8864" y="1845"/>
                  </a:lnTo>
                  <a:lnTo>
                    <a:pt x="9466" y="1725"/>
                  </a:lnTo>
                  <a:lnTo>
                    <a:pt x="10128" y="1605"/>
                  </a:lnTo>
                  <a:lnTo>
                    <a:pt x="10809" y="1504"/>
                  </a:lnTo>
                  <a:lnTo>
                    <a:pt x="12273" y="1324"/>
                  </a:lnTo>
                  <a:lnTo>
                    <a:pt x="13858" y="1164"/>
                  </a:lnTo>
                  <a:lnTo>
                    <a:pt x="15542" y="1063"/>
                  </a:lnTo>
                  <a:lnTo>
                    <a:pt x="17267" y="963"/>
                  </a:lnTo>
                  <a:lnTo>
                    <a:pt x="19032" y="923"/>
                  </a:lnTo>
                  <a:lnTo>
                    <a:pt x="20837" y="903"/>
                  </a:lnTo>
                  <a:lnTo>
                    <a:pt x="21017" y="903"/>
                  </a:lnTo>
                  <a:lnTo>
                    <a:pt x="22200" y="682"/>
                  </a:lnTo>
                  <a:lnTo>
                    <a:pt x="23404" y="482"/>
                  </a:lnTo>
                  <a:lnTo>
                    <a:pt x="24587" y="321"/>
                  </a:lnTo>
                  <a:lnTo>
                    <a:pt x="25790" y="181"/>
                  </a:lnTo>
                  <a:lnTo>
                    <a:pt x="24406" y="101"/>
                  </a:lnTo>
                  <a:lnTo>
                    <a:pt x="23003" y="40"/>
                  </a:lnTo>
                  <a:lnTo>
                    <a:pt x="2155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35">
              <a:extLst>
                <a:ext uri="{FF2B5EF4-FFF2-40B4-BE49-F238E27FC236}">
                  <a16:creationId xmlns:a16="http://schemas.microsoft.com/office/drawing/2014/main" id="{8178990D-0FAF-624C-4909-32066261DACF}"/>
                </a:ext>
              </a:extLst>
            </p:cNvPr>
            <p:cNvSpPr/>
            <p:nvPr/>
          </p:nvSpPr>
          <p:spPr>
            <a:xfrm>
              <a:off x="11186375" y="4148438"/>
              <a:ext cx="987700" cy="412650"/>
            </a:xfrm>
            <a:custGeom>
              <a:avLst/>
              <a:gdLst/>
              <a:ahLst/>
              <a:cxnLst/>
              <a:rect l="l" t="t" r="r" b="b"/>
              <a:pathLst>
                <a:path w="39508" h="16506" fill="none" extrusionOk="0">
                  <a:moveTo>
                    <a:pt x="20115" y="0"/>
                  </a:moveTo>
                  <a:lnTo>
                    <a:pt x="20115" y="0"/>
                  </a:lnTo>
                  <a:lnTo>
                    <a:pt x="18149" y="20"/>
                  </a:lnTo>
                  <a:lnTo>
                    <a:pt x="16224" y="81"/>
                  </a:lnTo>
                  <a:lnTo>
                    <a:pt x="15282" y="141"/>
                  </a:lnTo>
                  <a:lnTo>
                    <a:pt x="14359" y="201"/>
                  </a:lnTo>
                  <a:lnTo>
                    <a:pt x="13457" y="261"/>
                  </a:lnTo>
                  <a:lnTo>
                    <a:pt x="12554" y="341"/>
                  </a:lnTo>
                  <a:lnTo>
                    <a:pt x="11712" y="442"/>
                  </a:lnTo>
                  <a:lnTo>
                    <a:pt x="10870" y="542"/>
                  </a:lnTo>
                  <a:lnTo>
                    <a:pt x="10087" y="662"/>
                  </a:lnTo>
                  <a:lnTo>
                    <a:pt x="9325" y="803"/>
                  </a:lnTo>
                  <a:lnTo>
                    <a:pt x="8603" y="943"/>
                  </a:lnTo>
                  <a:lnTo>
                    <a:pt x="7922" y="1103"/>
                  </a:lnTo>
                  <a:lnTo>
                    <a:pt x="7300" y="1264"/>
                  </a:lnTo>
                  <a:lnTo>
                    <a:pt x="6738" y="1444"/>
                  </a:lnTo>
                  <a:lnTo>
                    <a:pt x="6738" y="1444"/>
                  </a:lnTo>
                  <a:lnTo>
                    <a:pt x="5816" y="1765"/>
                  </a:lnTo>
                  <a:lnTo>
                    <a:pt x="4994" y="2086"/>
                  </a:lnTo>
                  <a:lnTo>
                    <a:pt x="4232" y="2407"/>
                  </a:lnTo>
                  <a:lnTo>
                    <a:pt x="3550" y="2748"/>
                  </a:lnTo>
                  <a:lnTo>
                    <a:pt x="2928" y="3069"/>
                  </a:lnTo>
                  <a:lnTo>
                    <a:pt x="2367" y="3390"/>
                  </a:lnTo>
                  <a:lnTo>
                    <a:pt x="1885" y="3710"/>
                  </a:lnTo>
                  <a:lnTo>
                    <a:pt x="1464" y="4031"/>
                  </a:lnTo>
                  <a:lnTo>
                    <a:pt x="1103" y="4332"/>
                  </a:lnTo>
                  <a:lnTo>
                    <a:pt x="802" y="4633"/>
                  </a:lnTo>
                  <a:lnTo>
                    <a:pt x="542" y="4914"/>
                  </a:lnTo>
                  <a:lnTo>
                    <a:pt x="341" y="5174"/>
                  </a:lnTo>
                  <a:lnTo>
                    <a:pt x="181" y="5415"/>
                  </a:lnTo>
                  <a:lnTo>
                    <a:pt x="80" y="5656"/>
                  </a:lnTo>
                  <a:lnTo>
                    <a:pt x="20" y="5856"/>
                  </a:lnTo>
                  <a:lnTo>
                    <a:pt x="0" y="6057"/>
                  </a:lnTo>
                  <a:lnTo>
                    <a:pt x="0" y="6057"/>
                  </a:lnTo>
                  <a:lnTo>
                    <a:pt x="20" y="621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7969" y="16425"/>
                  </a:lnTo>
                  <a:lnTo>
                    <a:pt x="18992" y="16485"/>
                  </a:lnTo>
                  <a:lnTo>
                    <a:pt x="20035" y="16505"/>
                  </a:lnTo>
                  <a:lnTo>
                    <a:pt x="20035" y="16505"/>
                  </a:lnTo>
                  <a:lnTo>
                    <a:pt x="20897" y="16485"/>
                  </a:lnTo>
                  <a:lnTo>
                    <a:pt x="21739" y="16465"/>
                  </a:lnTo>
                  <a:lnTo>
                    <a:pt x="22602" y="16405"/>
                  </a:lnTo>
                  <a:lnTo>
                    <a:pt x="23444" y="16345"/>
                  </a:lnTo>
                  <a:lnTo>
                    <a:pt x="24286" y="16265"/>
                  </a:lnTo>
                  <a:lnTo>
                    <a:pt x="25108" y="16164"/>
                  </a:lnTo>
                  <a:lnTo>
                    <a:pt x="25931" y="16044"/>
                  </a:lnTo>
                  <a:lnTo>
                    <a:pt x="26733" y="15924"/>
                  </a:lnTo>
                  <a:lnTo>
                    <a:pt x="27515" y="15803"/>
                  </a:lnTo>
                  <a:lnTo>
                    <a:pt x="28297" y="15643"/>
                  </a:lnTo>
                  <a:lnTo>
                    <a:pt x="29801" y="15342"/>
                  </a:lnTo>
                  <a:lnTo>
                    <a:pt x="31245" y="15001"/>
                  </a:lnTo>
                  <a:lnTo>
                    <a:pt x="32589" y="14660"/>
                  </a:lnTo>
                  <a:lnTo>
                    <a:pt x="33832" y="14299"/>
                  </a:lnTo>
                  <a:lnTo>
                    <a:pt x="34975" y="13958"/>
                  </a:lnTo>
                  <a:lnTo>
                    <a:pt x="35998" y="13617"/>
                  </a:lnTo>
                  <a:lnTo>
                    <a:pt x="36900" y="13317"/>
                  </a:lnTo>
                  <a:lnTo>
                    <a:pt x="38224" y="12835"/>
                  </a:lnTo>
                  <a:lnTo>
                    <a:pt x="38906" y="1257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507" y="11391"/>
                  </a:lnTo>
                  <a:lnTo>
                    <a:pt x="38645" y="11632"/>
                  </a:lnTo>
                  <a:lnTo>
                    <a:pt x="37783" y="11873"/>
                  </a:lnTo>
                  <a:lnTo>
                    <a:pt x="36920" y="12073"/>
                  </a:lnTo>
                  <a:lnTo>
                    <a:pt x="36038" y="12274"/>
                  </a:lnTo>
                  <a:lnTo>
                    <a:pt x="35176" y="12474"/>
                  </a:lnTo>
                  <a:lnTo>
                    <a:pt x="34293" y="12635"/>
                  </a:lnTo>
                  <a:lnTo>
                    <a:pt x="33411" y="12795"/>
                  </a:lnTo>
                  <a:lnTo>
                    <a:pt x="32528" y="12936"/>
                  </a:lnTo>
                  <a:lnTo>
                    <a:pt x="31626" y="13056"/>
                  </a:lnTo>
                  <a:lnTo>
                    <a:pt x="30744" y="13156"/>
                  </a:lnTo>
                  <a:lnTo>
                    <a:pt x="29841" y="13256"/>
                  </a:lnTo>
                  <a:lnTo>
                    <a:pt x="28959" y="13317"/>
                  </a:lnTo>
                  <a:lnTo>
                    <a:pt x="28056" y="13377"/>
                  </a:lnTo>
                  <a:lnTo>
                    <a:pt x="27154" y="13417"/>
                  </a:lnTo>
                  <a:lnTo>
                    <a:pt x="26251" y="13437"/>
                  </a:lnTo>
                  <a:lnTo>
                    <a:pt x="25369" y="13457"/>
                  </a:lnTo>
                  <a:lnTo>
                    <a:pt x="25369" y="13457"/>
                  </a:lnTo>
                  <a:lnTo>
                    <a:pt x="24587" y="13437"/>
                  </a:lnTo>
                  <a:lnTo>
                    <a:pt x="23825" y="13437"/>
                  </a:lnTo>
                  <a:lnTo>
                    <a:pt x="23063" y="13397"/>
                  </a:lnTo>
                  <a:lnTo>
                    <a:pt x="22281" y="13357"/>
                  </a:lnTo>
                  <a:lnTo>
                    <a:pt x="21519" y="13297"/>
                  </a:lnTo>
                  <a:lnTo>
                    <a:pt x="20756" y="13236"/>
                  </a:lnTo>
                  <a:lnTo>
                    <a:pt x="19974" y="13156"/>
                  </a:lnTo>
                  <a:lnTo>
                    <a:pt x="19212" y="13056"/>
                  </a:lnTo>
                  <a:lnTo>
                    <a:pt x="19212" y="13056"/>
                  </a:lnTo>
                  <a:lnTo>
                    <a:pt x="18410" y="12956"/>
                  </a:lnTo>
                  <a:lnTo>
                    <a:pt x="17608" y="12835"/>
                  </a:lnTo>
                  <a:lnTo>
                    <a:pt x="16806" y="12695"/>
                  </a:lnTo>
                  <a:lnTo>
                    <a:pt x="16004" y="12554"/>
                  </a:lnTo>
                  <a:lnTo>
                    <a:pt x="15201" y="12374"/>
                  </a:lnTo>
                  <a:lnTo>
                    <a:pt x="14399" y="12214"/>
                  </a:lnTo>
                  <a:lnTo>
                    <a:pt x="13617" y="12013"/>
                  </a:lnTo>
                  <a:lnTo>
                    <a:pt x="12835" y="11792"/>
                  </a:lnTo>
                  <a:lnTo>
                    <a:pt x="12835" y="11792"/>
                  </a:lnTo>
                  <a:lnTo>
                    <a:pt x="12233" y="11612"/>
                  </a:lnTo>
                  <a:lnTo>
                    <a:pt x="11592" y="11391"/>
                  </a:lnTo>
                  <a:lnTo>
                    <a:pt x="11291" y="11271"/>
                  </a:lnTo>
                  <a:lnTo>
                    <a:pt x="10970" y="11131"/>
                  </a:lnTo>
                  <a:lnTo>
                    <a:pt x="10669" y="10970"/>
                  </a:lnTo>
                  <a:lnTo>
                    <a:pt x="10388" y="10810"/>
                  </a:lnTo>
                  <a:lnTo>
                    <a:pt x="10388" y="10810"/>
                  </a:lnTo>
                  <a:lnTo>
                    <a:pt x="9566" y="10629"/>
                  </a:lnTo>
                  <a:lnTo>
                    <a:pt x="8784" y="10429"/>
                  </a:lnTo>
                  <a:lnTo>
                    <a:pt x="8784" y="10429"/>
                  </a:lnTo>
                  <a:lnTo>
                    <a:pt x="7922" y="10188"/>
                  </a:lnTo>
                  <a:lnTo>
                    <a:pt x="7119" y="9907"/>
                  </a:lnTo>
                  <a:lnTo>
                    <a:pt x="6357" y="9627"/>
                  </a:lnTo>
                  <a:lnTo>
                    <a:pt x="5635" y="9346"/>
                  </a:lnTo>
                  <a:lnTo>
                    <a:pt x="4974" y="9045"/>
                  </a:lnTo>
                  <a:lnTo>
                    <a:pt x="4372" y="8724"/>
                  </a:lnTo>
                  <a:lnTo>
                    <a:pt x="3831" y="8423"/>
                  </a:lnTo>
                  <a:lnTo>
                    <a:pt x="3329" y="8122"/>
                  </a:lnTo>
                  <a:lnTo>
                    <a:pt x="2888" y="7802"/>
                  </a:lnTo>
                  <a:lnTo>
                    <a:pt x="2507" y="7501"/>
                  </a:lnTo>
                  <a:lnTo>
                    <a:pt x="2186" y="7220"/>
                  </a:lnTo>
                  <a:lnTo>
                    <a:pt x="1925" y="6939"/>
                  </a:lnTo>
                  <a:lnTo>
                    <a:pt x="1725" y="6679"/>
                  </a:lnTo>
                  <a:lnTo>
                    <a:pt x="1584" y="6438"/>
                  </a:lnTo>
                  <a:lnTo>
                    <a:pt x="1544" y="6318"/>
                  </a:lnTo>
                  <a:lnTo>
                    <a:pt x="1504" y="6197"/>
                  </a:lnTo>
                  <a:lnTo>
                    <a:pt x="1484" y="6097"/>
                  </a:lnTo>
                  <a:lnTo>
                    <a:pt x="1504" y="5997"/>
                  </a:lnTo>
                  <a:lnTo>
                    <a:pt x="1504" y="5997"/>
                  </a:lnTo>
                  <a:lnTo>
                    <a:pt x="1524" y="5856"/>
                  </a:lnTo>
                  <a:lnTo>
                    <a:pt x="1564" y="5736"/>
                  </a:lnTo>
                  <a:lnTo>
                    <a:pt x="1604" y="5596"/>
                  </a:lnTo>
                  <a:lnTo>
                    <a:pt x="1685" y="5455"/>
                  </a:lnTo>
                  <a:lnTo>
                    <a:pt x="1785" y="5315"/>
                  </a:lnTo>
                  <a:lnTo>
                    <a:pt x="1885" y="5174"/>
                  </a:lnTo>
                  <a:lnTo>
                    <a:pt x="2146" y="4874"/>
                  </a:lnTo>
                  <a:lnTo>
                    <a:pt x="2467" y="4593"/>
                  </a:lnTo>
                  <a:lnTo>
                    <a:pt x="2828" y="4312"/>
                  </a:lnTo>
                  <a:lnTo>
                    <a:pt x="3249" y="4011"/>
                  </a:lnTo>
                  <a:lnTo>
                    <a:pt x="3710" y="3730"/>
                  </a:lnTo>
                  <a:lnTo>
                    <a:pt x="4212" y="3470"/>
                  </a:lnTo>
                  <a:lnTo>
                    <a:pt x="4733" y="3209"/>
                  </a:lnTo>
                  <a:lnTo>
                    <a:pt x="5294" y="2948"/>
                  </a:lnTo>
                  <a:lnTo>
                    <a:pt x="5856" y="2728"/>
                  </a:lnTo>
                  <a:lnTo>
                    <a:pt x="6458" y="2507"/>
                  </a:lnTo>
                  <a:lnTo>
                    <a:pt x="7059" y="2307"/>
                  </a:lnTo>
                  <a:lnTo>
                    <a:pt x="7681" y="2126"/>
                  </a:lnTo>
                  <a:lnTo>
                    <a:pt x="8283" y="1966"/>
                  </a:lnTo>
                  <a:lnTo>
                    <a:pt x="8283" y="1966"/>
                  </a:lnTo>
                  <a:lnTo>
                    <a:pt x="8864" y="1845"/>
                  </a:lnTo>
                  <a:lnTo>
                    <a:pt x="9466" y="1725"/>
                  </a:lnTo>
                  <a:lnTo>
                    <a:pt x="10128" y="1605"/>
                  </a:lnTo>
                  <a:lnTo>
                    <a:pt x="10809" y="1504"/>
                  </a:lnTo>
                  <a:lnTo>
                    <a:pt x="12273" y="1324"/>
                  </a:lnTo>
                  <a:lnTo>
                    <a:pt x="13858" y="1164"/>
                  </a:lnTo>
                  <a:lnTo>
                    <a:pt x="15542" y="1063"/>
                  </a:lnTo>
                  <a:lnTo>
                    <a:pt x="17267" y="963"/>
                  </a:lnTo>
                  <a:lnTo>
                    <a:pt x="19032" y="923"/>
                  </a:lnTo>
                  <a:lnTo>
                    <a:pt x="20837" y="903"/>
                  </a:lnTo>
                  <a:lnTo>
                    <a:pt x="20837" y="903"/>
                  </a:lnTo>
                  <a:lnTo>
                    <a:pt x="21017" y="903"/>
                  </a:lnTo>
                  <a:lnTo>
                    <a:pt x="21017" y="903"/>
                  </a:lnTo>
                  <a:lnTo>
                    <a:pt x="22200" y="682"/>
                  </a:lnTo>
                  <a:lnTo>
                    <a:pt x="23404" y="482"/>
                  </a:lnTo>
                  <a:lnTo>
                    <a:pt x="24587" y="321"/>
                  </a:lnTo>
                  <a:lnTo>
                    <a:pt x="25790" y="181"/>
                  </a:lnTo>
                  <a:lnTo>
                    <a:pt x="25790" y="181"/>
                  </a:lnTo>
                  <a:lnTo>
                    <a:pt x="24406" y="101"/>
                  </a:lnTo>
                  <a:lnTo>
                    <a:pt x="23003" y="40"/>
                  </a:lnTo>
                  <a:lnTo>
                    <a:pt x="21559" y="0"/>
                  </a:lnTo>
                  <a:lnTo>
                    <a:pt x="2011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35">
              <a:extLst>
                <a:ext uri="{FF2B5EF4-FFF2-40B4-BE49-F238E27FC236}">
                  <a16:creationId xmlns:a16="http://schemas.microsoft.com/office/drawing/2014/main" id="{1620B297-7237-E273-E26B-2942F9C33B4A}"/>
                </a:ext>
              </a:extLst>
            </p:cNvPr>
            <p:cNvSpPr/>
            <p:nvPr/>
          </p:nvSpPr>
          <p:spPr>
            <a:xfrm>
              <a:off x="11223475" y="4170988"/>
              <a:ext cx="943075" cy="265250"/>
            </a:xfrm>
            <a:custGeom>
              <a:avLst/>
              <a:gdLst/>
              <a:ahLst/>
              <a:cxnLst/>
              <a:rect l="l" t="t" r="r" b="b"/>
              <a:pathLst>
                <a:path w="37723" h="10610" extrusionOk="0">
                  <a:moveTo>
                    <a:pt x="18771" y="1"/>
                  </a:moveTo>
                  <a:lnTo>
                    <a:pt x="17708" y="21"/>
                  </a:lnTo>
                  <a:lnTo>
                    <a:pt x="16665" y="41"/>
                  </a:lnTo>
                  <a:lnTo>
                    <a:pt x="15623" y="81"/>
                  </a:lnTo>
                  <a:lnTo>
                    <a:pt x="14600" y="121"/>
                  </a:lnTo>
                  <a:lnTo>
                    <a:pt x="13577" y="181"/>
                  </a:lnTo>
                  <a:lnTo>
                    <a:pt x="12594" y="262"/>
                  </a:lnTo>
                  <a:lnTo>
                    <a:pt x="11652" y="342"/>
                  </a:lnTo>
                  <a:lnTo>
                    <a:pt x="10729" y="422"/>
                  </a:lnTo>
                  <a:lnTo>
                    <a:pt x="9847" y="542"/>
                  </a:lnTo>
                  <a:lnTo>
                    <a:pt x="9005" y="643"/>
                  </a:lnTo>
                  <a:lnTo>
                    <a:pt x="8222" y="783"/>
                  </a:lnTo>
                  <a:lnTo>
                    <a:pt x="7480" y="903"/>
                  </a:lnTo>
                  <a:lnTo>
                    <a:pt x="6799" y="1064"/>
                  </a:lnTo>
                  <a:lnTo>
                    <a:pt x="6197" y="1224"/>
                  </a:lnTo>
                  <a:lnTo>
                    <a:pt x="5575" y="1405"/>
                  </a:lnTo>
                  <a:lnTo>
                    <a:pt x="4974" y="1605"/>
                  </a:lnTo>
                  <a:lnTo>
                    <a:pt x="4372" y="1826"/>
                  </a:lnTo>
                  <a:lnTo>
                    <a:pt x="3810" y="2046"/>
                  </a:lnTo>
                  <a:lnTo>
                    <a:pt x="3249" y="2307"/>
                  </a:lnTo>
                  <a:lnTo>
                    <a:pt x="2728" y="2568"/>
                  </a:lnTo>
                  <a:lnTo>
                    <a:pt x="2226" y="2828"/>
                  </a:lnTo>
                  <a:lnTo>
                    <a:pt x="1765" y="3109"/>
                  </a:lnTo>
                  <a:lnTo>
                    <a:pt x="1344" y="3410"/>
                  </a:lnTo>
                  <a:lnTo>
                    <a:pt x="983" y="3691"/>
                  </a:lnTo>
                  <a:lnTo>
                    <a:pt x="662" y="3972"/>
                  </a:lnTo>
                  <a:lnTo>
                    <a:pt x="401" y="4272"/>
                  </a:lnTo>
                  <a:lnTo>
                    <a:pt x="301" y="4413"/>
                  </a:lnTo>
                  <a:lnTo>
                    <a:pt x="201" y="4553"/>
                  </a:lnTo>
                  <a:lnTo>
                    <a:pt x="120" y="4694"/>
                  </a:lnTo>
                  <a:lnTo>
                    <a:pt x="80" y="4834"/>
                  </a:lnTo>
                  <a:lnTo>
                    <a:pt x="40" y="4954"/>
                  </a:lnTo>
                  <a:lnTo>
                    <a:pt x="20" y="5095"/>
                  </a:lnTo>
                  <a:lnTo>
                    <a:pt x="0" y="5195"/>
                  </a:lnTo>
                  <a:lnTo>
                    <a:pt x="20" y="5295"/>
                  </a:lnTo>
                  <a:lnTo>
                    <a:pt x="60" y="5416"/>
                  </a:lnTo>
                  <a:lnTo>
                    <a:pt x="100" y="5536"/>
                  </a:lnTo>
                  <a:lnTo>
                    <a:pt x="241" y="5777"/>
                  </a:lnTo>
                  <a:lnTo>
                    <a:pt x="441" y="6037"/>
                  </a:lnTo>
                  <a:lnTo>
                    <a:pt x="702" y="6318"/>
                  </a:lnTo>
                  <a:lnTo>
                    <a:pt x="1023" y="6599"/>
                  </a:lnTo>
                  <a:lnTo>
                    <a:pt x="1404" y="6900"/>
                  </a:lnTo>
                  <a:lnTo>
                    <a:pt x="1845" y="7220"/>
                  </a:lnTo>
                  <a:lnTo>
                    <a:pt x="2347" y="7521"/>
                  </a:lnTo>
                  <a:lnTo>
                    <a:pt x="2888" y="7822"/>
                  </a:lnTo>
                  <a:lnTo>
                    <a:pt x="3490" y="8143"/>
                  </a:lnTo>
                  <a:lnTo>
                    <a:pt x="4151" y="8444"/>
                  </a:lnTo>
                  <a:lnTo>
                    <a:pt x="4873" y="8725"/>
                  </a:lnTo>
                  <a:lnTo>
                    <a:pt x="5635" y="9005"/>
                  </a:lnTo>
                  <a:lnTo>
                    <a:pt x="6438" y="9286"/>
                  </a:lnTo>
                  <a:lnTo>
                    <a:pt x="7300" y="9527"/>
                  </a:lnTo>
                  <a:lnTo>
                    <a:pt x="7962" y="9707"/>
                  </a:lnTo>
                  <a:lnTo>
                    <a:pt x="8664" y="9868"/>
                  </a:lnTo>
                  <a:lnTo>
                    <a:pt x="9386" y="10008"/>
                  </a:lnTo>
                  <a:lnTo>
                    <a:pt x="10128" y="10148"/>
                  </a:lnTo>
                  <a:lnTo>
                    <a:pt x="10890" y="10269"/>
                  </a:lnTo>
                  <a:lnTo>
                    <a:pt x="11672" y="10369"/>
                  </a:lnTo>
                  <a:lnTo>
                    <a:pt x="12494" y="10469"/>
                  </a:lnTo>
                  <a:lnTo>
                    <a:pt x="13336" y="10529"/>
                  </a:lnTo>
                  <a:lnTo>
                    <a:pt x="14139" y="10590"/>
                  </a:lnTo>
                  <a:lnTo>
                    <a:pt x="14981" y="10610"/>
                  </a:lnTo>
                  <a:lnTo>
                    <a:pt x="16706" y="10610"/>
                  </a:lnTo>
                  <a:lnTo>
                    <a:pt x="17608" y="10590"/>
                  </a:lnTo>
                  <a:lnTo>
                    <a:pt x="18510" y="10549"/>
                  </a:lnTo>
                  <a:lnTo>
                    <a:pt x="19433" y="10489"/>
                  </a:lnTo>
                  <a:lnTo>
                    <a:pt x="20355" y="10409"/>
                  </a:lnTo>
                  <a:lnTo>
                    <a:pt x="21278" y="10329"/>
                  </a:lnTo>
                  <a:lnTo>
                    <a:pt x="22220" y="10229"/>
                  </a:lnTo>
                  <a:lnTo>
                    <a:pt x="24086" y="9988"/>
                  </a:lnTo>
                  <a:lnTo>
                    <a:pt x="25911" y="9727"/>
                  </a:lnTo>
                  <a:lnTo>
                    <a:pt x="27695" y="9426"/>
                  </a:lnTo>
                  <a:lnTo>
                    <a:pt x="29420" y="9086"/>
                  </a:lnTo>
                  <a:lnTo>
                    <a:pt x="31024" y="8725"/>
                  </a:lnTo>
                  <a:lnTo>
                    <a:pt x="32508" y="8364"/>
                  </a:lnTo>
                  <a:lnTo>
                    <a:pt x="33852" y="8003"/>
                  </a:lnTo>
                  <a:lnTo>
                    <a:pt x="34454" y="7802"/>
                  </a:lnTo>
                  <a:lnTo>
                    <a:pt x="35015" y="7622"/>
                  </a:lnTo>
                  <a:lnTo>
                    <a:pt x="35517" y="7441"/>
                  </a:lnTo>
                  <a:lnTo>
                    <a:pt x="35978" y="7261"/>
                  </a:lnTo>
                  <a:lnTo>
                    <a:pt x="36379" y="7080"/>
                  </a:lnTo>
                  <a:lnTo>
                    <a:pt x="36720" y="6900"/>
                  </a:lnTo>
                  <a:lnTo>
                    <a:pt x="37021" y="6739"/>
                  </a:lnTo>
                  <a:lnTo>
                    <a:pt x="37241" y="6579"/>
                  </a:lnTo>
                  <a:lnTo>
                    <a:pt x="37402" y="6418"/>
                  </a:lnTo>
                  <a:lnTo>
                    <a:pt x="37522" y="6238"/>
                  </a:lnTo>
                  <a:lnTo>
                    <a:pt x="37622" y="6057"/>
                  </a:lnTo>
                  <a:lnTo>
                    <a:pt x="37683" y="5877"/>
                  </a:lnTo>
                  <a:lnTo>
                    <a:pt x="37723" y="5696"/>
                  </a:lnTo>
                  <a:lnTo>
                    <a:pt x="37703" y="5496"/>
                  </a:lnTo>
                  <a:lnTo>
                    <a:pt x="37662" y="5295"/>
                  </a:lnTo>
                  <a:lnTo>
                    <a:pt x="37602" y="5095"/>
                  </a:lnTo>
                  <a:lnTo>
                    <a:pt x="37502" y="4894"/>
                  </a:lnTo>
                  <a:lnTo>
                    <a:pt x="37382" y="4694"/>
                  </a:lnTo>
                  <a:lnTo>
                    <a:pt x="37241" y="4473"/>
                  </a:lnTo>
                  <a:lnTo>
                    <a:pt x="37061" y="4272"/>
                  </a:lnTo>
                  <a:lnTo>
                    <a:pt x="36860" y="4072"/>
                  </a:lnTo>
                  <a:lnTo>
                    <a:pt x="36640" y="3851"/>
                  </a:lnTo>
                  <a:lnTo>
                    <a:pt x="36399" y="3651"/>
                  </a:lnTo>
                  <a:lnTo>
                    <a:pt x="36138" y="3430"/>
                  </a:lnTo>
                  <a:lnTo>
                    <a:pt x="35858" y="3230"/>
                  </a:lnTo>
                  <a:lnTo>
                    <a:pt x="35577" y="3029"/>
                  </a:lnTo>
                  <a:lnTo>
                    <a:pt x="34935" y="2628"/>
                  </a:lnTo>
                  <a:lnTo>
                    <a:pt x="34233" y="2267"/>
                  </a:lnTo>
                  <a:lnTo>
                    <a:pt x="33491" y="1906"/>
                  </a:lnTo>
                  <a:lnTo>
                    <a:pt x="32709" y="1585"/>
                  </a:lnTo>
                  <a:lnTo>
                    <a:pt x="31907" y="1304"/>
                  </a:lnTo>
                  <a:lnTo>
                    <a:pt x="31085" y="1064"/>
                  </a:lnTo>
                  <a:lnTo>
                    <a:pt x="30242" y="863"/>
                  </a:lnTo>
                  <a:lnTo>
                    <a:pt x="29400" y="703"/>
                  </a:lnTo>
                  <a:lnTo>
                    <a:pt x="28477" y="542"/>
                  </a:lnTo>
                  <a:lnTo>
                    <a:pt x="27495" y="422"/>
                  </a:lnTo>
                  <a:lnTo>
                    <a:pt x="26472" y="302"/>
                  </a:lnTo>
                  <a:lnTo>
                    <a:pt x="25389" y="221"/>
                  </a:lnTo>
                  <a:lnTo>
                    <a:pt x="24266" y="141"/>
                  </a:lnTo>
                  <a:lnTo>
                    <a:pt x="23103" y="81"/>
                  </a:lnTo>
                  <a:lnTo>
                    <a:pt x="21920" y="41"/>
                  </a:lnTo>
                  <a:lnTo>
                    <a:pt x="2087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35">
              <a:extLst>
                <a:ext uri="{FF2B5EF4-FFF2-40B4-BE49-F238E27FC236}">
                  <a16:creationId xmlns:a16="http://schemas.microsoft.com/office/drawing/2014/main" id="{4E472F33-068D-0616-AE93-36F29959CFB5}"/>
                </a:ext>
              </a:extLst>
            </p:cNvPr>
            <p:cNvSpPr/>
            <p:nvPr/>
          </p:nvSpPr>
          <p:spPr>
            <a:xfrm>
              <a:off x="11223475" y="4170988"/>
              <a:ext cx="943075" cy="265250"/>
            </a:xfrm>
            <a:custGeom>
              <a:avLst/>
              <a:gdLst/>
              <a:ahLst/>
              <a:cxnLst/>
              <a:rect l="l" t="t" r="r" b="b"/>
              <a:pathLst>
                <a:path w="37723" h="10610" fill="none" extrusionOk="0">
                  <a:moveTo>
                    <a:pt x="37241" y="6579"/>
                  </a:moveTo>
                  <a:lnTo>
                    <a:pt x="37241" y="6579"/>
                  </a:lnTo>
                  <a:lnTo>
                    <a:pt x="37021" y="6739"/>
                  </a:lnTo>
                  <a:lnTo>
                    <a:pt x="36720" y="6900"/>
                  </a:lnTo>
                  <a:lnTo>
                    <a:pt x="36379" y="7080"/>
                  </a:lnTo>
                  <a:lnTo>
                    <a:pt x="35978" y="7261"/>
                  </a:lnTo>
                  <a:lnTo>
                    <a:pt x="35517" y="7441"/>
                  </a:lnTo>
                  <a:lnTo>
                    <a:pt x="35015" y="7622"/>
                  </a:lnTo>
                  <a:lnTo>
                    <a:pt x="34454" y="7802"/>
                  </a:lnTo>
                  <a:lnTo>
                    <a:pt x="33852" y="8003"/>
                  </a:lnTo>
                  <a:lnTo>
                    <a:pt x="32508" y="8364"/>
                  </a:lnTo>
                  <a:lnTo>
                    <a:pt x="31024" y="8725"/>
                  </a:lnTo>
                  <a:lnTo>
                    <a:pt x="29420" y="9086"/>
                  </a:lnTo>
                  <a:lnTo>
                    <a:pt x="27695" y="9426"/>
                  </a:lnTo>
                  <a:lnTo>
                    <a:pt x="25911" y="9727"/>
                  </a:lnTo>
                  <a:lnTo>
                    <a:pt x="24086" y="9988"/>
                  </a:lnTo>
                  <a:lnTo>
                    <a:pt x="22220" y="10229"/>
                  </a:lnTo>
                  <a:lnTo>
                    <a:pt x="21278" y="10329"/>
                  </a:lnTo>
                  <a:lnTo>
                    <a:pt x="20355" y="10409"/>
                  </a:lnTo>
                  <a:lnTo>
                    <a:pt x="19433" y="10489"/>
                  </a:lnTo>
                  <a:lnTo>
                    <a:pt x="18510" y="10549"/>
                  </a:lnTo>
                  <a:lnTo>
                    <a:pt x="17608" y="10590"/>
                  </a:lnTo>
                  <a:lnTo>
                    <a:pt x="16706" y="10610"/>
                  </a:lnTo>
                  <a:lnTo>
                    <a:pt x="15823" y="10610"/>
                  </a:lnTo>
                  <a:lnTo>
                    <a:pt x="14981" y="10610"/>
                  </a:lnTo>
                  <a:lnTo>
                    <a:pt x="14139" y="10590"/>
                  </a:lnTo>
                  <a:lnTo>
                    <a:pt x="13336" y="10529"/>
                  </a:lnTo>
                  <a:lnTo>
                    <a:pt x="13336" y="10529"/>
                  </a:lnTo>
                  <a:lnTo>
                    <a:pt x="12494" y="10469"/>
                  </a:lnTo>
                  <a:lnTo>
                    <a:pt x="11672" y="10369"/>
                  </a:lnTo>
                  <a:lnTo>
                    <a:pt x="10890" y="10269"/>
                  </a:lnTo>
                  <a:lnTo>
                    <a:pt x="10128" y="10148"/>
                  </a:lnTo>
                  <a:lnTo>
                    <a:pt x="9386" y="10008"/>
                  </a:lnTo>
                  <a:lnTo>
                    <a:pt x="8664" y="9868"/>
                  </a:lnTo>
                  <a:lnTo>
                    <a:pt x="7962" y="9707"/>
                  </a:lnTo>
                  <a:lnTo>
                    <a:pt x="7300" y="9527"/>
                  </a:lnTo>
                  <a:lnTo>
                    <a:pt x="7300" y="9527"/>
                  </a:lnTo>
                  <a:lnTo>
                    <a:pt x="6438" y="9286"/>
                  </a:lnTo>
                  <a:lnTo>
                    <a:pt x="5635" y="9005"/>
                  </a:lnTo>
                  <a:lnTo>
                    <a:pt x="4873" y="8725"/>
                  </a:lnTo>
                  <a:lnTo>
                    <a:pt x="4151" y="8444"/>
                  </a:lnTo>
                  <a:lnTo>
                    <a:pt x="3490" y="8143"/>
                  </a:lnTo>
                  <a:lnTo>
                    <a:pt x="2888" y="7822"/>
                  </a:lnTo>
                  <a:lnTo>
                    <a:pt x="2347" y="7521"/>
                  </a:lnTo>
                  <a:lnTo>
                    <a:pt x="1845" y="7220"/>
                  </a:lnTo>
                  <a:lnTo>
                    <a:pt x="1404" y="6900"/>
                  </a:lnTo>
                  <a:lnTo>
                    <a:pt x="1023" y="6599"/>
                  </a:lnTo>
                  <a:lnTo>
                    <a:pt x="702" y="6318"/>
                  </a:lnTo>
                  <a:lnTo>
                    <a:pt x="441" y="6037"/>
                  </a:lnTo>
                  <a:lnTo>
                    <a:pt x="241" y="5777"/>
                  </a:lnTo>
                  <a:lnTo>
                    <a:pt x="100" y="5536"/>
                  </a:lnTo>
                  <a:lnTo>
                    <a:pt x="60" y="5416"/>
                  </a:lnTo>
                  <a:lnTo>
                    <a:pt x="20" y="5295"/>
                  </a:lnTo>
                  <a:lnTo>
                    <a:pt x="0" y="5195"/>
                  </a:lnTo>
                  <a:lnTo>
                    <a:pt x="20" y="5095"/>
                  </a:lnTo>
                  <a:lnTo>
                    <a:pt x="20" y="5095"/>
                  </a:lnTo>
                  <a:lnTo>
                    <a:pt x="40" y="4954"/>
                  </a:lnTo>
                  <a:lnTo>
                    <a:pt x="80" y="4834"/>
                  </a:lnTo>
                  <a:lnTo>
                    <a:pt x="120" y="4694"/>
                  </a:lnTo>
                  <a:lnTo>
                    <a:pt x="201" y="4553"/>
                  </a:lnTo>
                  <a:lnTo>
                    <a:pt x="301" y="4413"/>
                  </a:lnTo>
                  <a:lnTo>
                    <a:pt x="401" y="4272"/>
                  </a:lnTo>
                  <a:lnTo>
                    <a:pt x="662" y="3972"/>
                  </a:lnTo>
                  <a:lnTo>
                    <a:pt x="983" y="3691"/>
                  </a:lnTo>
                  <a:lnTo>
                    <a:pt x="1344" y="3410"/>
                  </a:lnTo>
                  <a:lnTo>
                    <a:pt x="1765" y="3109"/>
                  </a:lnTo>
                  <a:lnTo>
                    <a:pt x="2226" y="2828"/>
                  </a:lnTo>
                  <a:lnTo>
                    <a:pt x="2728" y="2568"/>
                  </a:lnTo>
                  <a:lnTo>
                    <a:pt x="3249" y="2307"/>
                  </a:lnTo>
                  <a:lnTo>
                    <a:pt x="3810" y="2046"/>
                  </a:lnTo>
                  <a:lnTo>
                    <a:pt x="4372" y="1826"/>
                  </a:lnTo>
                  <a:lnTo>
                    <a:pt x="4974" y="1605"/>
                  </a:lnTo>
                  <a:lnTo>
                    <a:pt x="5575" y="1405"/>
                  </a:lnTo>
                  <a:lnTo>
                    <a:pt x="6197" y="1224"/>
                  </a:lnTo>
                  <a:lnTo>
                    <a:pt x="6799" y="1064"/>
                  </a:lnTo>
                  <a:lnTo>
                    <a:pt x="6799" y="1064"/>
                  </a:lnTo>
                  <a:lnTo>
                    <a:pt x="7480" y="903"/>
                  </a:lnTo>
                  <a:lnTo>
                    <a:pt x="8222" y="783"/>
                  </a:lnTo>
                  <a:lnTo>
                    <a:pt x="9005" y="643"/>
                  </a:lnTo>
                  <a:lnTo>
                    <a:pt x="9847" y="542"/>
                  </a:lnTo>
                  <a:lnTo>
                    <a:pt x="10729" y="422"/>
                  </a:lnTo>
                  <a:lnTo>
                    <a:pt x="11652" y="342"/>
                  </a:lnTo>
                  <a:lnTo>
                    <a:pt x="12594" y="262"/>
                  </a:lnTo>
                  <a:lnTo>
                    <a:pt x="13577" y="181"/>
                  </a:lnTo>
                  <a:lnTo>
                    <a:pt x="14600" y="121"/>
                  </a:lnTo>
                  <a:lnTo>
                    <a:pt x="15623" y="81"/>
                  </a:lnTo>
                  <a:lnTo>
                    <a:pt x="16665" y="41"/>
                  </a:lnTo>
                  <a:lnTo>
                    <a:pt x="17708" y="21"/>
                  </a:lnTo>
                  <a:lnTo>
                    <a:pt x="18771" y="1"/>
                  </a:lnTo>
                  <a:lnTo>
                    <a:pt x="19814" y="1"/>
                  </a:lnTo>
                  <a:lnTo>
                    <a:pt x="20877" y="1"/>
                  </a:lnTo>
                  <a:lnTo>
                    <a:pt x="21920" y="41"/>
                  </a:lnTo>
                  <a:lnTo>
                    <a:pt x="21920" y="41"/>
                  </a:lnTo>
                  <a:lnTo>
                    <a:pt x="21920" y="41"/>
                  </a:lnTo>
                  <a:lnTo>
                    <a:pt x="23103" y="81"/>
                  </a:lnTo>
                  <a:lnTo>
                    <a:pt x="24266" y="141"/>
                  </a:lnTo>
                  <a:lnTo>
                    <a:pt x="25389" y="221"/>
                  </a:lnTo>
                  <a:lnTo>
                    <a:pt x="26472" y="302"/>
                  </a:lnTo>
                  <a:lnTo>
                    <a:pt x="27495" y="422"/>
                  </a:lnTo>
                  <a:lnTo>
                    <a:pt x="28477" y="542"/>
                  </a:lnTo>
                  <a:lnTo>
                    <a:pt x="29400" y="703"/>
                  </a:lnTo>
                  <a:lnTo>
                    <a:pt x="30242" y="863"/>
                  </a:lnTo>
                  <a:lnTo>
                    <a:pt x="30242" y="863"/>
                  </a:lnTo>
                  <a:lnTo>
                    <a:pt x="31085" y="1064"/>
                  </a:lnTo>
                  <a:lnTo>
                    <a:pt x="31907" y="1304"/>
                  </a:lnTo>
                  <a:lnTo>
                    <a:pt x="32709" y="1585"/>
                  </a:lnTo>
                  <a:lnTo>
                    <a:pt x="33491" y="1906"/>
                  </a:lnTo>
                  <a:lnTo>
                    <a:pt x="34233" y="2267"/>
                  </a:lnTo>
                  <a:lnTo>
                    <a:pt x="34935" y="2628"/>
                  </a:lnTo>
                  <a:lnTo>
                    <a:pt x="35577" y="3029"/>
                  </a:lnTo>
                  <a:lnTo>
                    <a:pt x="35858" y="3230"/>
                  </a:lnTo>
                  <a:lnTo>
                    <a:pt x="36138" y="3430"/>
                  </a:lnTo>
                  <a:lnTo>
                    <a:pt x="36399" y="3651"/>
                  </a:lnTo>
                  <a:lnTo>
                    <a:pt x="36640" y="3851"/>
                  </a:lnTo>
                  <a:lnTo>
                    <a:pt x="36860" y="4072"/>
                  </a:lnTo>
                  <a:lnTo>
                    <a:pt x="37061" y="4272"/>
                  </a:lnTo>
                  <a:lnTo>
                    <a:pt x="37241" y="4473"/>
                  </a:lnTo>
                  <a:lnTo>
                    <a:pt x="37382" y="4694"/>
                  </a:lnTo>
                  <a:lnTo>
                    <a:pt x="37502" y="4894"/>
                  </a:lnTo>
                  <a:lnTo>
                    <a:pt x="37602" y="5095"/>
                  </a:lnTo>
                  <a:lnTo>
                    <a:pt x="37662" y="5295"/>
                  </a:lnTo>
                  <a:lnTo>
                    <a:pt x="37703" y="5496"/>
                  </a:lnTo>
                  <a:lnTo>
                    <a:pt x="37723" y="5696"/>
                  </a:lnTo>
                  <a:lnTo>
                    <a:pt x="37683" y="5877"/>
                  </a:lnTo>
                  <a:lnTo>
                    <a:pt x="37622" y="6057"/>
                  </a:lnTo>
                  <a:lnTo>
                    <a:pt x="37522" y="6238"/>
                  </a:lnTo>
                  <a:lnTo>
                    <a:pt x="37402" y="6418"/>
                  </a:lnTo>
                  <a:lnTo>
                    <a:pt x="37241" y="657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35">
              <a:extLst>
                <a:ext uri="{FF2B5EF4-FFF2-40B4-BE49-F238E27FC236}">
                  <a16:creationId xmlns:a16="http://schemas.microsoft.com/office/drawing/2014/main" id="{6D7D8E2B-07C5-5638-E4EC-CFD6A88D9CE2}"/>
                </a:ext>
              </a:extLst>
            </p:cNvPr>
            <p:cNvSpPr/>
            <p:nvPr/>
          </p:nvSpPr>
          <p:spPr>
            <a:xfrm>
              <a:off x="11405950" y="4171988"/>
              <a:ext cx="759600" cy="264250"/>
            </a:xfrm>
            <a:custGeom>
              <a:avLst/>
              <a:gdLst/>
              <a:ahLst/>
              <a:cxnLst/>
              <a:rect l="l" t="t" r="r" b="b"/>
              <a:pathLst>
                <a:path w="30384" h="10570" extrusionOk="0">
                  <a:moveTo>
                    <a:pt x="14621" y="1"/>
                  </a:moveTo>
                  <a:lnTo>
                    <a:pt x="15423" y="121"/>
                  </a:lnTo>
                  <a:lnTo>
                    <a:pt x="16225" y="282"/>
                  </a:lnTo>
                  <a:lnTo>
                    <a:pt x="17067" y="442"/>
                  </a:lnTo>
                  <a:lnTo>
                    <a:pt x="17569" y="242"/>
                  </a:lnTo>
                  <a:lnTo>
                    <a:pt x="17789" y="161"/>
                  </a:lnTo>
                  <a:lnTo>
                    <a:pt x="16245" y="61"/>
                  </a:lnTo>
                  <a:lnTo>
                    <a:pt x="14621" y="1"/>
                  </a:lnTo>
                  <a:close/>
                  <a:moveTo>
                    <a:pt x="20396" y="402"/>
                  </a:moveTo>
                  <a:lnTo>
                    <a:pt x="19033" y="923"/>
                  </a:lnTo>
                  <a:lnTo>
                    <a:pt x="19434" y="1044"/>
                  </a:lnTo>
                  <a:lnTo>
                    <a:pt x="19795" y="1184"/>
                  </a:lnTo>
                  <a:lnTo>
                    <a:pt x="20176" y="1345"/>
                  </a:lnTo>
                  <a:lnTo>
                    <a:pt x="20517" y="1545"/>
                  </a:lnTo>
                  <a:lnTo>
                    <a:pt x="20858" y="1746"/>
                  </a:lnTo>
                  <a:lnTo>
                    <a:pt x="21178" y="1966"/>
                  </a:lnTo>
                  <a:lnTo>
                    <a:pt x="21479" y="2227"/>
                  </a:lnTo>
                  <a:lnTo>
                    <a:pt x="21740" y="2508"/>
                  </a:lnTo>
                  <a:lnTo>
                    <a:pt x="21900" y="2668"/>
                  </a:lnTo>
                  <a:lnTo>
                    <a:pt x="22021" y="2849"/>
                  </a:lnTo>
                  <a:lnTo>
                    <a:pt x="22141" y="3049"/>
                  </a:lnTo>
                  <a:lnTo>
                    <a:pt x="22241" y="3230"/>
                  </a:lnTo>
                  <a:lnTo>
                    <a:pt x="22342" y="3430"/>
                  </a:lnTo>
                  <a:lnTo>
                    <a:pt x="22402" y="3631"/>
                  </a:lnTo>
                  <a:lnTo>
                    <a:pt x="22462" y="3851"/>
                  </a:lnTo>
                  <a:lnTo>
                    <a:pt x="22522" y="4052"/>
                  </a:lnTo>
                  <a:lnTo>
                    <a:pt x="22542" y="4273"/>
                  </a:lnTo>
                  <a:lnTo>
                    <a:pt x="22562" y="4473"/>
                  </a:lnTo>
                  <a:lnTo>
                    <a:pt x="22542" y="4694"/>
                  </a:lnTo>
                  <a:lnTo>
                    <a:pt x="22522" y="4914"/>
                  </a:lnTo>
                  <a:lnTo>
                    <a:pt x="22462" y="5115"/>
                  </a:lnTo>
                  <a:lnTo>
                    <a:pt x="22402" y="5335"/>
                  </a:lnTo>
                  <a:lnTo>
                    <a:pt x="22302" y="5536"/>
                  </a:lnTo>
                  <a:lnTo>
                    <a:pt x="22201" y="5737"/>
                  </a:lnTo>
                  <a:lnTo>
                    <a:pt x="22201" y="5737"/>
                  </a:lnTo>
                  <a:lnTo>
                    <a:pt x="22342" y="5716"/>
                  </a:lnTo>
                  <a:lnTo>
                    <a:pt x="24608" y="5576"/>
                  </a:lnTo>
                  <a:lnTo>
                    <a:pt x="26734" y="5436"/>
                  </a:lnTo>
                  <a:lnTo>
                    <a:pt x="28679" y="5335"/>
                  </a:lnTo>
                  <a:lnTo>
                    <a:pt x="30384" y="5275"/>
                  </a:lnTo>
                  <a:lnTo>
                    <a:pt x="30323" y="5115"/>
                  </a:lnTo>
                  <a:lnTo>
                    <a:pt x="30263" y="4954"/>
                  </a:lnTo>
                  <a:lnTo>
                    <a:pt x="30183" y="4794"/>
                  </a:lnTo>
                  <a:lnTo>
                    <a:pt x="30083" y="4634"/>
                  </a:lnTo>
                  <a:lnTo>
                    <a:pt x="29822" y="4313"/>
                  </a:lnTo>
                  <a:lnTo>
                    <a:pt x="29521" y="3972"/>
                  </a:lnTo>
                  <a:lnTo>
                    <a:pt x="29160" y="3651"/>
                  </a:lnTo>
                  <a:lnTo>
                    <a:pt x="28759" y="3330"/>
                  </a:lnTo>
                  <a:lnTo>
                    <a:pt x="28298" y="3009"/>
                  </a:lnTo>
                  <a:lnTo>
                    <a:pt x="27796" y="2688"/>
                  </a:lnTo>
                  <a:lnTo>
                    <a:pt x="27275" y="2407"/>
                  </a:lnTo>
                  <a:lnTo>
                    <a:pt x="26714" y="2107"/>
                  </a:lnTo>
                  <a:lnTo>
                    <a:pt x="26112" y="1846"/>
                  </a:lnTo>
                  <a:lnTo>
                    <a:pt x="25510" y="1585"/>
                  </a:lnTo>
                  <a:lnTo>
                    <a:pt x="24889" y="1365"/>
                  </a:lnTo>
                  <a:lnTo>
                    <a:pt x="24247" y="1164"/>
                  </a:lnTo>
                  <a:lnTo>
                    <a:pt x="23605" y="964"/>
                  </a:lnTo>
                  <a:lnTo>
                    <a:pt x="22943" y="823"/>
                  </a:lnTo>
                  <a:lnTo>
                    <a:pt x="22362" y="703"/>
                  </a:lnTo>
                  <a:lnTo>
                    <a:pt x="21740" y="603"/>
                  </a:lnTo>
                  <a:lnTo>
                    <a:pt x="21078" y="502"/>
                  </a:lnTo>
                  <a:lnTo>
                    <a:pt x="20396" y="402"/>
                  </a:lnTo>
                  <a:close/>
                  <a:moveTo>
                    <a:pt x="29962" y="6499"/>
                  </a:moveTo>
                  <a:lnTo>
                    <a:pt x="26373" y="6679"/>
                  </a:lnTo>
                  <a:lnTo>
                    <a:pt x="22502" y="6880"/>
                  </a:lnTo>
                  <a:lnTo>
                    <a:pt x="22302" y="6880"/>
                  </a:lnTo>
                  <a:lnTo>
                    <a:pt x="21860" y="6920"/>
                  </a:lnTo>
                  <a:lnTo>
                    <a:pt x="20878" y="6960"/>
                  </a:lnTo>
                  <a:lnTo>
                    <a:pt x="20838" y="6960"/>
                  </a:lnTo>
                  <a:lnTo>
                    <a:pt x="20497" y="7160"/>
                  </a:lnTo>
                  <a:lnTo>
                    <a:pt x="20136" y="7321"/>
                  </a:lnTo>
                  <a:lnTo>
                    <a:pt x="19775" y="7481"/>
                  </a:lnTo>
                  <a:lnTo>
                    <a:pt x="19434" y="7622"/>
                  </a:lnTo>
                  <a:lnTo>
                    <a:pt x="18692" y="7882"/>
                  </a:lnTo>
                  <a:lnTo>
                    <a:pt x="17950" y="8123"/>
                  </a:lnTo>
                  <a:lnTo>
                    <a:pt x="17188" y="8324"/>
                  </a:lnTo>
                  <a:lnTo>
                    <a:pt x="16426" y="8504"/>
                  </a:lnTo>
                  <a:lnTo>
                    <a:pt x="15664" y="8644"/>
                  </a:lnTo>
                  <a:lnTo>
                    <a:pt x="14901" y="8785"/>
                  </a:lnTo>
                  <a:lnTo>
                    <a:pt x="13357" y="9025"/>
                  </a:lnTo>
                  <a:lnTo>
                    <a:pt x="12375" y="9166"/>
                  </a:lnTo>
                  <a:lnTo>
                    <a:pt x="11392" y="9286"/>
                  </a:lnTo>
                  <a:lnTo>
                    <a:pt x="10409" y="9366"/>
                  </a:lnTo>
                  <a:lnTo>
                    <a:pt x="9427" y="9447"/>
                  </a:lnTo>
                  <a:lnTo>
                    <a:pt x="8444" y="9507"/>
                  </a:lnTo>
                  <a:lnTo>
                    <a:pt x="7461" y="9567"/>
                  </a:lnTo>
                  <a:lnTo>
                    <a:pt x="6479" y="9587"/>
                  </a:lnTo>
                  <a:lnTo>
                    <a:pt x="4172" y="9587"/>
                  </a:lnTo>
                  <a:lnTo>
                    <a:pt x="2869" y="9527"/>
                  </a:lnTo>
                  <a:lnTo>
                    <a:pt x="1545" y="9467"/>
                  </a:lnTo>
                  <a:lnTo>
                    <a:pt x="242" y="9346"/>
                  </a:lnTo>
                  <a:lnTo>
                    <a:pt x="222" y="9346"/>
                  </a:lnTo>
                  <a:lnTo>
                    <a:pt x="141" y="9366"/>
                  </a:lnTo>
                  <a:lnTo>
                    <a:pt x="81" y="9386"/>
                  </a:lnTo>
                  <a:lnTo>
                    <a:pt x="41" y="9427"/>
                  </a:lnTo>
                  <a:lnTo>
                    <a:pt x="1" y="9487"/>
                  </a:lnTo>
                  <a:lnTo>
                    <a:pt x="663" y="9667"/>
                  </a:lnTo>
                  <a:lnTo>
                    <a:pt x="1365" y="9828"/>
                  </a:lnTo>
                  <a:lnTo>
                    <a:pt x="2087" y="9968"/>
                  </a:lnTo>
                  <a:lnTo>
                    <a:pt x="2829" y="10108"/>
                  </a:lnTo>
                  <a:lnTo>
                    <a:pt x="3591" y="10229"/>
                  </a:lnTo>
                  <a:lnTo>
                    <a:pt x="4373" y="10329"/>
                  </a:lnTo>
                  <a:lnTo>
                    <a:pt x="5195" y="10429"/>
                  </a:lnTo>
                  <a:lnTo>
                    <a:pt x="6037" y="10489"/>
                  </a:lnTo>
                  <a:lnTo>
                    <a:pt x="7261" y="10550"/>
                  </a:lnTo>
                  <a:lnTo>
                    <a:pt x="8524" y="10570"/>
                  </a:lnTo>
                  <a:lnTo>
                    <a:pt x="9326" y="10570"/>
                  </a:lnTo>
                  <a:lnTo>
                    <a:pt x="10128" y="10550"/>
                  </a:lnTo>
                  <a:lnTo>
                    <a:pt x="10951" y="10509"/>
                  </a:lnTo>
                  <a:lnTo>
                    <a:pt x="11773" y="10469"/>
                  </a:lnTo>
                  <a:lnTo>
                    <a:pt x="13458" y="10329"/>
                  </a:lnTo>
                  <a:lnTo>
                    <a:pt x="15142" y="10169"/>
                  </a:lnTo>
                  <a:lnTo>
                    <a:pt x="16847" y="9948"/>
                  </a:lnTo>
                  <a:lnTo>
                    <a:pt x="18511" y="9707"/>
                  </a:lnTo>
                  <a:lnTo>
                    <a:pt x="20136" y="9427"/>
                  </a:lnTo>
                  <a:lnTo>
                    <a:pt x="21700" y="9126"/>
                  </a:lnTo>
                  <a:lnTo>
                    <a:pt x="23184" y="8825"/>
                  </a:lnTo>
                  <a:lnTo>
                    <a:pt x="24568" y="8484"/>
                  </a:lnTo>
                  <a:lnTo>
                    <a:pt x="25851" y="8163"/>
                  </a:lnTo>
                  <a:lnTo>
                    <a:pt x="26994" y="7822"/>
                  </a:lnTo>
                  <a:lnTo>
                    <a:pt x="27997" y="7481"/>
                  </a:lnTo>
                  <a:lnTo>
                    <a:pt x="28438" y="7321"/>
                  </a:lnTo>
                  <a:lnTo>
                    <a:pt x="28839" y="7140"/>
                  </a:lnTo>
                  <a:lnTo>
                    <a:pt x="29180" y="7000"/>
                  </a:lnTo>
                  <a:lnTo>
                    <a:pt x="29481" y="6840"/>
                  </a:lnTo>
                  <a:lnTo>
                    <a:pt x="29742" y="6679"/>
                  </a:lnTo>
                  <a:lnTo>
                    <a:pt x="29942" y="6539"/>
                  </a:lnTo>
                  <a:lnTo>
                    <a:pt x="29962" y="6499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35">
              <a:extLst>
                <a:ext uri="{FF2B5EF4-FFF2-40B4-BE49-F238E27FC236}">
                  <a16:creationId xmlns:a16="http://schemas.microsoft.com/office/drawing/2014/main" id="{C65A6123-E87D-5AAD-028B-03A9D708E2F1}"/>
                </a:ext>
              </a:extLst>
            </p:cNvPr>
            <p:cNvSpPr/>
            <p:nvPr/>
          </p:nvSpPr>
          <p:spPr>
            <a:xfrm>
              <a:off x="11405950" y="4334438"/>
              <a:ext cx="749075" cy="101800"/>
            </a:xfrm>
            <a:custGeom>
              <a:avLst/>
              <a:gdLst/>
              <a:ahLst/>
              <a:cxnLst/>
              <a:rect l="l" t="t" r="r" b="b"/>
              <a:pathLst>
                <a:path w="29963" h="4072" fill="none" extrusionOk="0">
                  <a:moveTo>
                    <a:pt x="29962" y="1"/>
                  </a:moveTo>
                  <a:lnTo>
                    <a:pt x="29962" y="1"/>
                  </a:lnTo>
                  <a:lnTo>
                    <a:pt x="26373" y="181"/>
                  </a:lnTo>
                  <a:lnTo>
                    <a:pt x="26373" y="181"/>
                  </a:lnTo>
                  <a:lnTo>
                    <a:pt x="22502" y="382"/>
                  </a:lnTo>
                  <a:lnTo>
                    <a:pt x="22502" y="382"/>
                  </a:lnTo>
                  <a:lnTo>
                    <a:pt x="22342" y="382"/>
                  </a:lnTo>
                  <a:lnTo>
                    <a:pt x="22342" y="382"/>
                  </a:lnTo>
                  <a:lnTo>
                    <a:pt x="22302" y="382"/>
                  </a:lnTo>
                  <a:lnTo>
                    <a:pt x="22302" y="382"/>
                  </a:lnTo>
                  <a:lnTo>
                    <a:pt x="21860" y="422"/>
                  </a:lnTo>
                  <a:lnTo>
                    <a:pt x="21860" y="422"/>
                  </a:lnTo>
                  <a:lnTo>
                    <a:pt x="20878" y="462"/>
                  </a:lnTo>
                  <a:lnTo>
                    <a:pt x="20878" y="462"/>
                  </a:lnTo>
                  <a:lnTo>
                    <a:pt x="20838" y="462"/>
                  </a:lnTo>
                  <a:lnTo>
                    <a:pt x="20838" y="462"/>
                  </a:lnTo>
                  <a:lnTo>
                    <a:pt x="20497" y="662"/>
                  </a:lnTo>
                  <a:lnTo>
                    <a:pt x="20136" y="823"/>
                  </a:lnTo>
                  <a:lnTo>
                    <a:pt x="19775" y="983"/>
                  </a:lnTo>
                  <a:lnTo>
                    <a:pt x="19434" y="1124"/>
                  </a:lnTo>
                  <a:lnTo>
                    <a:pt x="19434" y="1124"/>
                  </a:lnTo>
                  <a:lnTo>
                    <a:pt x="18692" y="1384"/>
                  </a:lnTo>
                  <a:lnTo>
                    <a:pt x="17950" y="1625"/>
                  </a:lnTo>
                  <a:lnTo>
                    <a:pt x="17188" y="1826"/>
                  </a:lnTo>
                  <a:lnTo>
                    <a:pt x="16426" y="2006"/>
                  </a:lnTo>
                  <a:lnTo>
                    <a:pt x="15664" y="2146"/>
                  </a:lnTo>
                  <a:lnTo>
                    <a:pt x="14901" y="2287"/>
                  </a:lnTo>
                  <a:lnTo>
                    <a:pt x="13357" y="2527"/>
                  </a:lnTo>
                  <a:lnTo>
                    <a:pt x="13357" y="2527"/>
                  </a:lnTo>
                  <a:lnTo>
                    <a:pt x="12375" y="2668"/>
                  </a:lnTo>
                  <a:lnTo>
                    <a:pt x="11392" y="2788"/>
                  </a:lnTo>
                  <a:lnTo>
                    <a:pt x="10409" y="2868"/>
                  </a:lnTo>
                  <a:lnTo>
                    <a:pt x="9427" y="2949"/>
                  </a:lnTo>
                  <a:lnTo>
                    <a:pt x="8444" y="3009"/>
                  </a:lnTo>
                  <a:lnTo>
                    <a:pt x="7461" y="3069"/>
                  </a:lnTo>
                  <a:lnTo>
                    <a:pt x="6479" y="3089"/>
                  </a:lnTo>
                  <a:lnTo>
                    <a:pt x="5496" y="3089"/>
                  </a:lnTo>
                  <a:lnTo>
                    <a:pt x="5496" y="3089"/>
                  </a:lnTo>
                  <a:lnTo>
                    <a:pt x="4172" y="3089"/>
                  </a:lnTo>
                  <a:lnTo>
                    <a:pt x="2869" y="3029"/>
                  </a:lnTo>
                  <a:lnTo>
                    <a:pt x="1545" y="2969"/>
                  </a:lnTo>
                  <a:lnTo>
                    <a:pt x="242" y="2848"/>
                  </a:lnTo>
                  <a:lnTo>
                    <a:pt x="242" y="2848"/>
                  </a:lnTo>
                  <a:lnTo>
                    <a:pt x="222" y="2848"/>
                  </a:lnTo>
                  <a:lnTo>
                    <a:pt x="222" y="2848"/>
                  </a:lnTo>
                  <a:lnTo>
                    <a:pt x="141" y="2868"/>
                  </a:lnTo>
                  <a:lnTo>
                    <a:pt x="81" y="2888"/>
                  </a:lnTo>
                  <a:lnTo>
                    <a:pt x="41" y="2929"/>
                  </a:lnTo>
                  <a:lnTo>
                    <a:pt x="1" y="2989"/>
                  </a:lnTo>
                  <a:lnTo>
                    <a:pt x="1" y="2989"/>
                  </a:lnTo>
                  <a:lnTo>
                    <a:pt x="663" y="3169"/>
                  </a:lnTo>
                  <a:lnTo>
                    <a:pt x="1365" y="3330"/>
                  </a:lnTo>
                  <a:lnTo>
                    <a:pt x="2087" y="3470"/>
                  </a:lnTo>
                  <a:lnTo>
                    <a:pt x="2829" y="3610"/>
                  </a:lnTo>
                  <a:lnTo>
                    <a:pt x="3591" y="3731"/>
                  </a:lnTo>
                  <a:lnTo>
                    <a:pt x="4373" y="3831"/>
                  </a:lnTo>
                  <a:lnTo>
                    <a:pt x="5195" y="3931"/>
                  </a:lnTo>
                  <a:lnTo>
                    <a:pt x="6037" y="3991"/>
                  </a:lnTo>
                  <a:lnTo>
                    <a:pt x="6037" y="3991"/>
                  </a:lnTo>
                  <a:lnTo>
                    <a:pt x="7261" y="4052"/>
                  </a:lnTo>
                  <a:lnTo>
                    <a:pt x="8524" y="4072"/>
                  </a:lnTo>
                  <a:lnTo>
                    <a:pt x="8524" y="4072"/>
                  </a:lnTo>
                  <a:lnTo>
                    <a:pt x="9326" y="4072"/>
                  </a:lnTo>
                  <a:lnTo>
                    <a:pt x="10128" y="4052"/>
                  </a:lnTo>
                  <a:lnTo>
                    <a:pt x="10951" y="4011"/>
                  </a:lnTo>
                  <a:lnTo>
                    <a:pt x="11773" y="3971"/>
                  </a:lnTo>
                  <a:lnTo>
                    <a:pt x="13458" y="3831"/>
                  </a:lnTo>
                  <a:lnTo>
                    <a:pt x="15142" y="3671"/>
                  </a:lnTo>
                  <a:lnTo>
                    <a:pt x="16847" y="3450"/>
                  </a:lnTo>
                  <a:lnTo>
                    <a:pt x="18511" y="3209"/>
                  </a:lnTo>
                  <a:lnTo>
                    <a:pt x="20136" y="2929"/>
                  </a:lnTo>
                  <a:lnTo>
                    <a:pt x="21700" y="2628"/>
                  </a:lnTo>
                  <a:lnTo>
                    <a:pt x="23184" y="2327"/>
                  </a:lnTo>
                  <a:lnTo>
                    <a:pt x="24568" y="1986"/>
                  </a:lnTo>
                  <a:lnTo>
                    <a:pt x="25851" y="1665"/>
                  </a:lnTo>
                  <a:lnTo>
                    <a:pt x="26994" y="1324"/>
                  </a:lnTo>
                  <a:lnTo>
                    <a:pt x="27997" y="983"/>
                  </a:lnTo>
                  <a:lnTo>
                    <a:pt x="28438" y="823"/>
                  </a:lnTo>
                  <a:lnTo>
                    <a:pt x="28839" y="642"/>
                  </a:lnTo>
                  <a:lnTo>
                    <a:pt x="29180" y="502"/>
                  </a:lnTo>
                  <a:lnTo>
                    <a:pt x="29481" y="342"/>
                  </a:lnTo>
                  <a:lnTo>
                    <a:pt x="29742" y="181"/>
                  </a:lnTo>
                  <a:lnTo>
                    <a:pt x="29942" y="41"/>
                  </a:lnTo>
                  <a:lnTo>
                    <a:pt x="29942" y="41"/>
                  </a:lnTo>
                  <a:lnTo>
                    <a:pt x="299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35">
              <a:extLst>
                <a:ext uri="{FF2B5EF4-FFF2-40B4-BE49-F238E27FC236}">
                  <a16:creationId xmlns:a16="http://schemas.microsoft.com/office/drawing/2014/main" id="{A9A68FCC-E059-B0F0-FF18-5A203DCCF823}"/>
                </a:ext>
              </a:extLst>
            </p:cNvPr>
            <p:cNvSpPr/>
            <p:nvPr/>
          </p:nvSpPr>
          <p:spPr>
            <a:xfrm>
              <a:off x="11881750" y="4182013"/>
              <a:ext cx="283800" cy="133400"/>
            </a:xfrm>
            <a:custGeom>
              <a:avLst/>
              <a:gdLst/>
              <a:ahLst/>
              <a:cxnLst/>
              <a:rect l="l" t="t" r="r" b="b"/>
              <a:pathLst>
                <a:path w="11352" h="5336" fill="none" extrusionOk="0">
                  <a:moveTo>
                    <a:pt x="1364" y="1"/>
                  </a:moveTo>
                  <a:lnTo>
                    <a:pt x="1364" y="1"/>
                  </a:lnTo>
                  <a:lnTo>
                    <a:pt x="1" y="522"/>
                  </a:lnTo>
                  <a:lnTo>
                    <a:pt x="1" y="522"/>
                  </a:lnTo>
                  <a:lnTo>
                    <a:pt x="402" y="643"/>
                  </a:lnTo>
                  <a:lnTo>
                    <a:pt x="763" y="783"/>
                  </a:lnTo>
                  <a:lnTo>
                    <a:pt x="1144" y="944"/>
                  </a:lnTo>
                  <a:lnTo>
                    <a:pt x="1485" y="1144"/>
                  </a:lnTo>
                  <a:lnTo>
                    <a:pt x="1826" y="1345"/>
                  </a:lnTo>
                  <a:lnTo>
                    <a:pt x="2146" y="1565"/>
                  </a:lnTo>
                  <a:lnTo>
                    <a:pt x="2447" y="1826"/>
                  </a:lnTo>
                  <a:lnTo>
                    <a:pt x="2708" y="2107"/>
                  </a:lnTo>
                  <a:lnTo>
                    <a:pt x="2708" y="2107"/>
                  </a:lnTo>
                  <a:lnTo>
                    <a:pt x="2868" y="2267"/>
                  </a:lnTo>
                  <a:lnTo>
                    <a:pt x="2989" y="2448"/>
                  </a:lnTo>
                  <a:lnTo>
                    <a:pt x="3109" y="2648"/>
                  </a:lnTo>
                  <a:lnTo>
                    <a:pt x="3209" y="2829"/>
                  </a:lnTo>
                  <a:lnTo>
                    <a:pt x="3310" y="3029"/>
                  </a:lnTo>
                  <a:lnTo>
                    <a:pt x="3370" y="3230"/>
                  </a:lnTo>
                  <a:lnTo>
                    <a:pt x="3430" y="3450"/>
                  </a:lnTo>
                  <a:lnTo>
                    <a:pt x="3490" y="3651"/>
                  </a:lnTo>
                  <a:lnTo>
                    <a:pt x="3510" y="3872"/>
                  </a:lnTo>
                  <a:lnTo>
                    <a:pt x="3530" y="4072"/>
                  </a:lnTo>
                  <a:lnTo>
                    <a:pt x="3510" y="4293"/>
                  </a:lnTo>
                  <a:lnTo>
                    <a:pt x="3490" y="4513"/>
                  </a:lnTo>
                  <a:lnTo>
                    <a:pt x="3430" y="4714"/>
                  </a:lnTo>
                  <a:lnTo>
                    <a:pt x="3370" y="4934"/>
                  </a:lnTo>
                  <a:lnTo>
                    <a:pt x="3270" y="5135"/>
                  </a:lnTo>
                  <a:lnTo>
                    <a:pt x="3169" y="5336"/>
                  </a:lnTo>
                  <a:lnTo>
                    <a:pt x="3169" y="5336"/>
                  </a:lnTo>
                  <a:lnTo>
                    <a:pt x="3310" y="5315"/>
                  </a:lnTo>
                  <a:lnTo>
                    <a:pt x="3310" y="5315"/>
                  </a:lnTo>
                  <a:lnTo>
                    <a:pt x="5576" y="5175"/>
                  </a:lnTo>
                  <a:lnTo>
                    <a:pt x="7702" y="5035"/>
                  </a:lnTo>
                  <a:lnTo>
                    <a:pt x="9647" y="4934"/>
                  </a:lnTo>
                  <a:lnTo>
                    <a:pt x="11352" y="4874"/>
                  </a:lnTo>
                  <a:lnTo>
                    <a:pt x="11352" y="4874"/>
                  </a:lnTo>
                  <a:lnTo>
                    <a:pt x="11291" y="4714"/>
                  </a:lnTo>
                  <a:lnTo>
                    <a:pt x="11231" y="4553"/>
                  </a:lnTo>
                  <a:lnTo>
                    <a:pt x="11151" y="4393"/>
                  </a:lnTo>
                  <a:lnTo>
                    <a:pt x="11051" y="4233"/>
                  </a:lnTo>
                  <a:lnTo>
                    <a:pt x="10790" y="3912"/>
                  </a:lnTo>
                  <a:lnTo>
                    <a:pt x="10489" y="3571"/>
                  </a:lnTo>
                  <a:lnTo>
                    <a:pt x="10128" y="3250"/>
                  </a:lnTo>
                  <a:lnTo>
                    <a:pt x="9727" y="2929"/>
                  </a:lnTo>
                  <a:lnTo>
                    <a:pt x="9266" y="2608"/>
                  </a:lnTo>
                  <a:lnTo>
                    <a:pt x="8764" y="2287"/>
                  </a:lnTo>
                  <a:lnTo>
                    <a:pt x="8243" y="2006"/>
                  </a:lnTo>
                  <a:lnTo>
                    <a:pt x="7682" y="1706"/>
                  </a:lnTo>
                  <a:lnTo>
                    <a:pt x="7080" y="1445"/>
                  </a:lnTo>
                  <a:lnTo>
                    <a:pt x="6478" y="1184"/>
                  </a:lnTo>
                  <a:lnTo>
                    <a:pt x="5857" y="964"/>
                  </a:lnTo>
                  <a:lnTo>
                    <a:pt x="5215" y="763"/>
                  </a:lnTo>
                  <a:lnTo>
                    <a:pt x="4573" y="563"/>
                  </a:lnTo>
                  <a:lnTo>
                    <a:pt x="3911" y="422"/>
                  </a:lnTo>
                  <a:lnTo>
                    <a:pt x="3911" y="422"/>
                  </a:lnTo>
                  <a:lnTo>
                    <a:pt x="3330" y="302"/>
                  </a:lnTo>
                  <a:lnTo>
                    <a:pt x="2708" y="202"/>
                  </a:lnTo>
                  <a:lnTo>
                    <a:pt x="2046" y="101"/>
                  </a:lnTo>
                  <a:lnTo>
                    <a:pt x="13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35">
              <a:extLst>
                <a:ext uri="{FF2B5EF4-FFF2-40B4-BE49-F238E27FC236}">
                  <a16:creationId xmlns:a16="http://schemas.microsoft.com/office/drawing/2014/main" id="{704B9266-E181-9882-B297-5672E97C2F84}"/>
                </a:ext>
              </a:extLst>
            </p:cNvPr>
            <p:cNvSpPr/>
            <p:nvPr/>
          </p:nvSpPr>
          <p:spPr>
            <a:xfrm>
              <a:off x="11771450" y="4171988"/>
              <a:ext cx="79250" cy="11075"/>
            </a:xfrm>
            <a:custGeom>
              <a:avLst/>
              <a:gdLst/>
              <a:ahLst/>
              <a:cxnLst/>
              <a:rect l="l" t="t" r="r" b="b"/>
              <a:pathLst>
                <a:path w="3170" h="443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803" y="121"/>
                  </a:lnTo>
                  <a:lnTo>
                    <a:pt x="1605" y="282"/>
                  </a:lnTo>
                  <a:lnTo>
                    <a:pt x="1605" y="282"/>
                  </a:lnTo>
                  <a:lnTo>
                    <a:pt x="2447" y="442"/>
                  </a:lnTo>
                  <a:lnTo>
                    <a:pt x="2447" y="442"/>
                  </a:lnTo>
                  <a:lnTo>
                    <a:pt x="2949" y="242"/>
                  </a:lnTo>
                  <a:lnTo>
                    <a:pt x="2949" y="242"/>
                  </a:lnTo>
                  <a:lnTo>
                    <a:pt x="3169" y="161"/>
                  </a:lnTo>
                  <a:lnTo>
                    <a:pt x="3169" y="161"/>
                  </a:lnTo>
                  <a:lnTo>
                    <a:pt x="1625" y="6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35">
              <a:extLst>
                <a:ext uri="{FF2B5EF4-FFF2-40B4-BE49-F238E27FC236}">
                  <a16:creationId xmlns:a16="http://schemas.microsoft.com/office/drawing/2014/main" id="{DFA139CE-209C-24CF-C03A-969ABFD2AA66}"/>
                </a:ext>
              </a:extLst>
            </p:cNvPr>
            <p:cNvSpPr/>
            <p:nvPr/>
          </p:nvSpPr>
          <p:spPr>
            <a:xfrm>
              <a:off x="11246025" y="4817763"/>
              <a:ext cx="920525" cy="297325"/>
            </a:xfrm>
            <a:custGeom>
              <a:avLst/>
              <a:gdLst/>
              <a:ahLst/>
              <a:cxnLst/>
              <a:rect l="l" t="t" r="r" b="b"/>
              <a:pathLst>
                <a:path w="36821" h="11893" extrusionOk="0">
                  <a:moveTo>
                    <a:pt x="2467" y="0"/>
                  </a:moveTo>
                  <a:lnTo>
                    <a:pt x="1886" y="381"/>
                  </a:lnTo>
                  <a:lnTo>
                    <a:pt x="1384" y="742"/>
                  </a:lnTo>
                  <a:lnTo>
                    <a:pt x="963" y="1103"/>
                  </a:lnTo>
                  <a:lnTo>
                    <a:pt x="602" y="1444"/>
                  </a:lnTo>
                  <a:lnTo>
                    <a:pt x="321" y="1745"/>
                  </a:lnTo>
                  <a:lnTo>
                    <a:pt x="201" y="1885"/>
                  </a:lnTo>
                  <a:lnTo>
                    <a:pt x="121" y="2026"/>
                  </a:lnTo>
                  <a:lnTo>
                    <a:pt x="61" y="2146"/>
                  </a:lnTo>
                  <a:lnTo>
                    <a:pt x="21" y="2266"/>
                  </a:lnTo>
                  <a:lnTo>
                    <a:pt x="1" y="236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7308" y="11872"/>
                  </a:lnTo>
                  <a:lnTo>
                    <a:pt x="18150" y="11893"/>
                  </a:lnTo>
                  <a:lnTo>
                    <a:pt x="18992" y="11893"/>
                  </a:lnTo>
                  <a:lnTo>
                    <a:pt x="19834" y="11872"/>
                  </a:lnTo>
                  <a:lnTo>
                    <a:pt x="20677" y="11812"/>
                  </a:lnTo>
                  <a:lnTo>
                    <a:pt x="21499" y="11752"/>
                  </a:lnTo>
                  <a:lnTo>
                    <a:pt x="22321" y="11672"/>
                  </a:lnTo>
                  <a:lnTo>
                    <a:pt x="23143" y="11572"/>
                  </a:lnTo>
                  <a:lnTo>
                    <a:pt x="23946" y="11451"/>
                  </a:lnTo>
                  <a:lnTo>
                    <a:pt x="24728" y="11331"/>
                  </a:lnTo>
                  <a:lnTo>
                    <a:pt x="25510" y="11191"/>
                  </a:lnTo>
                  <a:lnTo>
                    <a:pt x="26272" y="11050"/>
                  </a:lnTo>
                  <a:lnTo>
                    <a:pt x="27736" y="10749"/>
                  </a:lnTo>
                  <a:lnTo>
                    <a:pt x="29120" y="10408"/>
                  </a:lnTo>
                  <a:lnTo>
                    <a:pt x="30403" y="10047"/>
                  </a:lnTo>
                  <a:lnTo>
                    <a:pt x="31586" y="9707"/>
                  </a:lnTo>
                  <a:lnTo>
                    <a:pt x="32649" y="9386"/>
                  </a:lnTo>
                  <a:lnTo>
                    <a:pt x="33572" y="9065"/>
                  </a:lnTo>
                  <a:lnTo>
                    <a:pt x="34334" y="8784"/>
                  </a:lnTo>
                  <a:lnTo>
                    <a:pt x="34956" y="856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6420" y="6137"/>
                  </a:lnTo>
                  <a:lnTo>
                    <a:pt x="36560" y="5315"/>
                  </a:lnTo>
                  <a:lnTo>
                    <a:pt x="36680" y="4472"/>
                  </a:lnTo>
                  <a:lnTo>
                    <a:pt x="36760" y="3630"/>
                  </a:lnTo>
                  <a:lnTo>
                    <a:pt x="36801" y="2888"/>
                  </a:lnTo>
                  <a:lnTo>
                    <a:pt x="36821" y="2246"/>
                  </a:lnTo>
                  <a:lnTo>
                    <a:pt x="36801" y="1785"/>
                  </a:lnTo>
                  <a:lnTo>
                    <a:pt x="36760" y="1645"/>
                  </a:lnTo>
                  <a:lnTo>
                    <a:pt x="36740" y="1544"/>
                  </a:lnTo>
                  <a:lnTo>
                    <a:pt x="36660" y="1464"/>
                  </a:lnTo>
                  <a:lnTo>
                    <a:pt x="36540" y="1344"/>
                  </a:lnTo>
                  <a:lnTo>
                    <a:pt x="36179" y="1023"/>
                  </a:lnTo>
                  <a:lnTo>
                    <a:pt x="35678" y="622"/>
                  </a:lnTo>
                  <a:lnTo>
                    <a:pt x="35036" y="161"/>
                  </a:lnTo>
                  <a:lnTo>
                    <a:pt x="34895" y="1183"/>
                  </a:lnTo>
                  <a:lnTo>
                    <a:pt x="34815" y="1665"/>
                  </a:lnTo>
                  <a:lnTo>
                    <a:pt x="34735" y="2086"/>
                  </a:lnTo>
                  <a:lnTo>
                    <a:pt x="34635" y="2467"/>
                  </a:lnTo>
                  <a:lnTo>
                    <a:pt x="34534" y="2748"/>
                  </a:lnTo>
                  <a:lnTo>
                    <a:pt x="34474" y="2868"/>
                  </a:lnTo>
                  <a:lnTo>
                    <a:pt x="34414" y="2968"/>
                  </a:lnTo>
                  <a:lnTo>
                    <a:pt x="34354" y="3028"/>
                  </a:lnTo>
                  <a:lnTo>
                    <a:pt x="34294" y="3069"/>
                  </a:lnTo>
                  <a:lnTo>
                    <a:pt x="33752" y="3269"/>
                  </a:lnTo>
                  <a:lnTo>
                    <a:pt x="32729" y="3650"/>
                  </a:lnTo>
                  <a:lnTo>
                    <a:pt x="32028" y="3891"/>
                  </a:lnTo>
                  <a:lnTo>
                    <a:pt x="31245" y="4151"/>
                  </a:lnTo>
                  <a:lnTo>
                    <a:pt x="30363" y="4432"/>
                  </a:lnTo>
                  <a:lnTo>
                    <a:pt x="29380" y="4713"/>
                  </a:lnTo>
                  <a:lnTo>
                    <a:pt x="28338" y="4994"/>
                  </a:lnTo>
                  <a:lnTo>
                    <a:pt x="27215" y="5275"/>
                  </a:lnTo>
                  <a:lnTo>
                    <a:pt x="26031" y="5535"/>
                  </a:lnTo>
                  <a:lnTo>
                    <a:pt x="24808" y="5776"/>
                  </a:lnTo>
                  <a:lnTo>
                    <a:pt x="23524" y="5976"/>
                  </a:lnTo>
                  <a:lnTo>
                    <a:pt x="22221" y="6157"/>
                  </a:lnTo>
                  <a:lnTo>
                    <a:pt x="21539" y="6217"/>
                  </a:lnTo>
                  <a:lnTo>
                    <a:pt x="20877" y="6277"/>
                  </a:lnTo>
                  <a:lnTo>
                    <a:pt x="20195" y="6337"/>
                  </a:lnTo>
                  <a:lnTo>
                    <a:pt x="19514" y="6357"/>
                  </a:lnTo>
                  <a:lnTo>
                    <a:pt x="18792" y="6378"/>
                  </a:lnTo>
                  <a:lnTo>
                    <a:pt x="18070" y="6378"/>
                  </a:lnTo>
                  <a:lnTo>
                    <a:pt x="17328" y="6357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42"/>
                  </a:lnTo>
                  <a:lnTo>
                    <a:pt x="24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35">
              <a:extLst>
                <a:ext uri="{FF2B5EF4-FFF2-40B4-BE49-F238E27FC236}">
                  <a16:creationId xmlns:a16="http://schemas.microsoft.com/office/drawing/2014/main" id="{C002D9D1-81EF-ED80-FF67-BD18613F3A77}"/>
                </a:ext>
              </a:extLst>
            </p:cNvPr>
            <p:cNvSpPr/>
            <p:nvPr/>
          </p:nvSpPr>
          <p:spPr>
            <a:xfrm>
              <a:off x="11246025" y="4817763"/>
              <a:ext cx="920525" cy="297325"/>
            </a:xfrm>
            <a:custGeom>
              <a:avLst/>
              <a:gdLst/>
              <a:ahLst/>
              <a:cxnLst/>
              <a:rect l="l" t="t" r="r" b="b"/>
              <a:pathLst>
                <a:path w="36821" h="11893" fill="none" extrusionOk="0">
                  <a:moveTo>
                    <a:pt x="36259" y="6899"/>
                  </a:moveTo>
                  <a:lnTo>
                    <a:pt x="36259" y="6899"/>
                  </a:lnTo>
                  <a:lnTo>
                    <a:pt x="36139" y="7420"/>
                  </a:lnTo>
                  <a:lnTo>
                    <a:pt x="36059" y="7661"/>
                  </a:lnTo>
                  <a:lnTo>
                    <a:pt x="35978" y="7841"/>
                  </a:lnTo>
                  <a:lnTo>
                    <a:pt x="35898" y="8022"/>
                  </a:lnTo>
                  <a:lnTo>
                    <a:pt x="35818" y="8142"/>
                  </a:lnTo>
                  <a:lnTo>
                    <a:pt x="35738" y="8243"/>
                  </a:lnTo>
                  <a:lnTo>
                    <a:pt x="35637" y="8303"/>
                  </a:lnTo>
                  <a:lnTo>
                    <a:pt x="35637" y="8303"/>
                  </a:lnTo>
                  <a:lnTo>
                    <a:pt x="34956" y="8563"/>
                  </a:lnTo>
                  <a:lnTo>
                    <a:pt x="34334" y="8784"/>
                  </a:lnTo>
                  <a:lnTo>
                    <a:pt x="33572" y="9065"/>
                  </a:lnTo>
                  <a:lnTo>
                    <a:pt x="32649" y="9386"/>
                  </a:lnTo>
                  <a:lnTo>
                    <a:pt x="31586" y="9707"/>
                  </a:lnTo>
                  <a:lnTo>
                    <a:pt x="30403" y="10047"/>
                  </a:lnTo>
                  <a:lnTo>
                    <a:pt x="29120" y="10408"/>
                  </a:lnTo>
                  <a:lnTo>
                    <a:pt x="27736" y="10749"/>
                  </a:lnTo>
                  <a:lnTo>
                    <a:pt x="26272" y="11050"/>
                  </a:lnTo>
                  <a:lnTo>
                    <a:pt x="25510" y="11191"/>
                  </a:lnTo>
                  <a:lnTo>
                    <a:pt x="24728" y="11331"/>
                  </a:lnTo>
                  <a:lnTo>
                    <a:pt x="23946" y="11451"/>
                  </a:lnTo>
                  <a:lnTo>
                    <a:pt x="23143" y="11572"/>
                  </a:lnTo>
                  <a:lnTo>
                    <a:pt x="22321" y="11672"/>
                  </a:lnTo>
                  <a:lnTo>
                    <a:pt x="21499" y="11752"/>
                  </a:lnTo>
                  <a:lnTo>
                    <a:pt x="20677" y="11812"/>
                  </a:lnTo>
                  <a:lnTo>
                    <a:pt x="19834" y="11872"/>
                  </a:lnTo>
                  <a:lnTo>
                    <a:pt x="18992" y="11893"/>
                  </a:lnTo>
                  <a:lnTo>
                    <a:pt x="18150" y="11893"/>
                  </a:lnTo>
                  <a:lnTo>
                    <a:pt x="17308" y="11872"/>
                  </a:lnTo>
                  <a:lnTo>
                    <a:pt x="16445" y="11832"/>
                  </a:lnTo>
                  <a:lnTo>
                    <a:pt x="16445" y="11832"/>
                  </a:lnTo>
                  <a:lnTo>
                    <a:pt x="15021" y="11732"/>
                  </a:lnTo>
                  <a:lnTo>
                    <a:pt x="13618" y="11572"/>
                  </a:lnTo>
                  <a:lnTo>
                    <a:pt x="12274" y="11391"/>
                  </a:lnTo>
                  <a:lnTo>
                    <a:pt x="10970" y="11191"/>
                  </a:lnTo>
                  <a:lnTo>
                    <a:pt x="9747" y="10950"/>
                  </a:lnTo>
                  <a:lnTo>
                    <a:pt x="8584" y="10709"/>
                  </a:lnTo>
                  <a:lnTo>
                    <a:pt x="7481" y="10449"/>
                  </a:lnTo>
                  <a:lnTo>
                    <a:pt x="6478" y="10188"/>
                  </a:lnTo>
                  <a:lnTo>
                    <a:pt x="5536" y="9927"/>
                  </a:lnTo>
                  <a:lnTo>
                    <a:pt x="4693" y="9666"/>
                  </a:lnTo>
                  <a:lnTo>
                    <a:pt x="3951" y="9426"/>
                  </a:lnTo>
                  <a:lnTo>
                    <a:pt x="3310" y="9205"/>
                  </a:lnTo>
                  <a:lnTo>
                    <a:pt x="2768" y="9005"/>
                  </a:lnTo>
                  <a:lnTo>
                    <a:pt x="2347" y="8824"/>
                  </a:lnTo>
                  <a:lnTo>
                    <a:pt x="2046" y="8684"/>
                  </a:lnTo>
                  <a:lnTo>
                    <a:pt x="1866" y="8584"/>
                  </a:lnTo>
                  <a:lnTo>
                    <a:pt x="1866" y="8584"/>
                  </a:lnTo>
                  <a:lnTo>
                    <a:pt x="1805" y="8523"/>
                  </a:lnTo>
                  <a:lnTo>
                    <a:pt x="1745" y="8443"/>
                  </a:lnTo>
                  <a:lnTo>
                    <a:pt x="1625" y="8223"/>
                  </a:lnTo>
                  <a:lnTo>
                    <a:pt x="1485" y="7922"/>
                  </a:lnTo>
                  <a:lnTo>
                    <a:pt x="1344" y="7541"/>
                  </a:lnTo>
                  <a:lnTo>
                    <a:pt x="1204" y="7120"/>
                  </a:lnTo>
                  <a:lnTo>
                    <a:pt x="1063" y="6658"/>
                  </a:lnTo>
                  <a:lnTo>
                    <a:pt x="783" y="5656"/>
                  </a:lnTo>
                  <a:lnTo>
                    <a:pt x="522" y="4633"/>
                  </a:lnTo>
                  <a:lnTo>
                    <a:pt x="301" y="3710"/>
                  </a:lnTo>
                  <a:lnTo>
                    <a:pt x="21" y="2467"/>
                  </a:lnTo>
                  <a:lnTo>
                    <a:pt x="21" y="2467"/>
                  </a:lnTo>
                  <a:lnTo>
                    <a:pt x="1" y="2367"/>
                  </a:lnTo>
                  <a:lnTo>
                    <a:pt x="21" y="2266"/>
                  </a:lnTo>
                  <a:lnTo>
                    <a:pt x="61" y="2146"/>
                  </a:lnTo>
                  <a:lnTo>
                    <a:pt x="121" y="2026"/>
                  </a:lnTo>
                  <a:lnTo>
                    <a:pt x="201" y="1885"/>
                  </a:lnTo>
                  <a:lnTo>
                    <a:pt x="321" y="1745"/>
                  </a:lnTo>
                  <a:lnTo>
                    <a:pt x="602" y="1444"/>
                  </a:lnTo>
                  <a:lnTo>
                    <a:pt x="963" y="1103"/>
                  </a:lnTo>
                  <a:lnTo>
                    <a:pt x="1384" y="742"/>
                  </a:lnTo>
                  <a:lnTo>
                    <a:pt x="1886" y="381"/>
                  </a:lnTo>
                  <a:lnTo>
                    <a:pt x="2467" y="0"/>
                  </a:lnTo>
                  <a:lnTo>
                    <a:pt x="2467" y="0"/>
                  </a:lnTo>
                  <a:lnTo>
                    <a:pt x="2588" y="542"/>
                  </a:lnTo>
                  <a:lnTo>
                    <a:pt x="2688" y="1103"/>
                  </a:lnTo>
                  <a:lnTo>
                    <a:pt x="2828" y="2126"/>
                  </a:lnTo>
                  <a:lnTo>
                    <a:pt x="2908" y="2547"/>
                  </a:lnTo>
                  <a:lnTo>
                    <a:pt x="2989" y="2908"/>
                  </a:lnTo>
                  <a:lnTo>
                    <a:pt x="3029" y="3048"/>
                  </a:lnTo>
                  <a:lnTo>
                    <a:pt x="3069" y="3169"/>
                  </a:lnTo>
                  <a:lnTo>
                    <a:pt x="3109" y="3269"/>
                  </a:lnTo>
                  <a:lnTo>
                    <a:pt x="3169" y="3329"/>
                  </a:lnTo>
                  <a:lnTo>
                    <a:pt x="3169" y="3329"/>
                  </a:lnTo>
                  <a:lnTo>
                    <a:pt x="3350" y="3429"/>
                  </a:lnTo>
                  <a:lnTo>
                    <a:pt x="3610" y="3550"/>
                  </a:lnTo>
                  <a:lnTo>
                    <a:pt x="4011" y="3730"/>
                  </a:lnTo>
                  <a:lnTo>
                    <a:pt x="4513" y="3911"/>
                  </a:lnTo>
                  <a:lnTo>
                    <a:pt x="5094" y="4111"/>
                  </a:lnTo>
                  <a:lnTo>
                    <a:pt x="5776" y="4332"/>
                  </a:lnTo>
                  <a:lnTo>
                    <a:pt x="6558" y="4573"/>
                  </a:lnTo>
                  <a:lnTo>
                    <a:pt x="7421" y="4813"/>
                  </a:lnTo>
                  <a:lnTo>
                    <a:pt x="8343" y="5054"/>
                  </a:lnTo>
                  <a:lnTo>
                    <a:pt x="9346" y="5295"/>
                  </a:lnTo>
                  <a:lnTo>
                    <a:pt x="10429" y="5515"/>
                  </a:lnTo>
                  <a:lnTo>
                    <a:pt x="11572" y="5736"/>
                  </a:lnTo>
                  <a:lnTo>
                    <a:pt x="12755" y="5916"/>
                  </a:lnTo>
                  <a:lnTo>
                    <a:pt x="13999" y="6097"/>
                  </a:lnTo>
                  <a:lnTo>
                    <a:pt x="15282" y="6217"/>
                  </a:lnTo>
                  <a:lnTo>
                    <a:pt x="16606" y="6337"/>
                  </a:lnTo>
                  <a:lnTo>
                    <a:pt x="16606" y="6337"/>
                  </a:lnTo>
                  <a:lnTo>
                    <a:pt x="17328" y="6357"/>
                  </a:lnTo>
                  <a:lnTo>
                    <a:pt x="18070" y="6378"/>
                  </a:lnTo>
                  <a:lnTo>
                    <a:pt x="18792" y="6378"/>
                  </a:lnTo>
                  <a:lnTo>
                    <a:pt x="19514" y="6357"/>
                  </a:lnTo>
                  <a:lnTo>
                    <a:pt x="19514" y="6357"/>
                  </a:lnTo>
                  <a:lnTo>
                    <a:pt x="20195" y="6337"/>
                  </a:lnTo>
                  <a:lnTo>
                    <a:pt x="20877" y="6277"/>
                  </a:lnTo>
                  <a:lnTo>
                    <a:pt x="21539" y="6217"/>
                  </a:lnTo>
                  <a:lnTo>
                    <a:pt x="22221" y="6157"/>
                  </a:lnTo>
                  <a:lnTo>
                    <a:pt x="23524" y="5976"/>
                  </a:lnTo>
                  <a:lnTo>
                    <a:pt x="24808" y="5776"/>
                  </a:lnTo>
                  <a:lnTo>
                    <a:pt x="26031" y="5535"/>
                  </a:lnTo>
                  <a:lnTo>
                    <a:pt x="27215" y="5275"/>
                  </a:lnTo>
                  <a:lnTo>
                    <a:pt x="28338" y="4994"/>
                  </a:lnTo>
                  <a:lnTo>
                    <a:pt x="29380" y="4713"/>
                  </a:lnTo>
                  <a:lnTo>
                    <a:pt x="30363" y="4432"/>
                  </a:lnTo>
                  <a:lnTo>
                    <a:pt x="31245" y="4151"/>
                  </a:lnTo>
                  <a:lnTo>
                    <a:pt x="32028" y="3891"/>
                  </a:lnTo>
                  <a:lnTo>
                    <a:pt x="32729" y="3650"/>
                  </a:lnTo>
                  <a:lnTo>
                    <a:pt x="33752" y="3269"/>
                  </a:lnTo>
                  <a:lnTo>
                    <a:pt x="34294" y="3069"/>
                  </a:lnTo>
                  <a:lnTo>
                    <a:pt x="34294" y="3069"/>
                  </a:lnTo>
                  <a:lnTo>
                    <a:pt x="34354" y="3028"/>
                  </a:lnTo>
                  <a:lnTo>
                    <a:pt x="34414" y="2968"/>
                  </a:lnTo>
                  <a:lnTo>
                    <a:pt x="34474" y="2868"/>
                  </a:lnTo>
                  <a:lnTo>
                    <a:pt x="34534" y="2748"/>
                  </a:lnTo>
                  <a:lnTo>
                    <a:pt x="34635" y="2467"/>
                  </a:lnTo>
                  <a:lnTo>
                    <a:pt x="34735" y="2086"/>
                  </a:lnTo>
                  <a:lnTo>
                    <a:pt x="34815" y="1665"/>
                  </a:lnTo>
                  <a:lnTo>
                    <a:pt x="34895" y="1183"/>
                  </a:lnTo>
                  <a:lnTo>
                    <a:pt x="35036" y="161"/>
                  </a:lnTo>
                  <a:lnTo>
                    <a:pt x="35036" y="161"/>
                  </a:lnTo>
                  <a:lnTo>
                    <a:pt x="35678" y="622"/>
                  </a:lnTo>
                  <a:lnTo>
                    <a:pt x="36179" y="1023"/>
                  </a:lnTo>
                  <a:lnTo>
                    <a:pt x="36540" y="1344"/>
                  </a:lnTo>
                  <a:lnTo>
                    <a:pt x="36660" y="1464"/>
                  </a:lnTo>
                  <a:lnTo>
                    <a:pt x="36740" y="1544"/>
                  </a:lnTo>
                  <a:lnTo>
                    <a:pt x="36740" y="1544"/>
                  </a:lnTo>
                  <a:lnTo>
                    <a:pt x="36760" y="1645"/>
                  </a:lnTo>
                  <a:lnTo>
                    <a:pt x="36801" y="1785"/>
                  </a:lnTo>
                  <a:lnTo>
                    <a:pt x="36821" y="2246"/>
                  </a:lnTo>
                  <a:lnTo>
                    <a:pt x="36801" y="2888"/>
                  </a:lnTo>
                  <a:lnTo>
                    <a:pt x="36760" y="3630"/>
                  </a:lnTo>
                  <a:lnTo>
                    <a:pt x="36680" y="4472"/>
                  </a:lnTo>
                  <a:lnTo>
                    <a:pt x="36560" y="5315"/>
                  </a:lnTo>
                  <a:lnTo>
                    <a:pt x="36420" y="6137"/>
                  </a:lnTo>
                  <a:lnTo>
                    <a:pt x="36259" y="689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35">
              <a:extLst>
                <a:ext uri="{FF2B5EF4-FFF2-40B4-BE49-F238E27FC236}">
                  <a16:creationId xmlns:a16="http://schemas.microsoft.com/office/drawing/2014/main" id="{67DE4E5C-8562-1DC9-F248-E89EBA06B8C0}"/>
                </a:ext>
              </a:extLst>
            </p:cNvPr>
            <p:cNvSpPr/>
            <p:nvPr/>
          </p:nvSpPr>
          <p:spPr>
            <a:xfrm>
              <a:off x="11246025" y="4817763"/>
              <a:ext cx="906500" cy="297325"/>
            </a:xfrm>
            <a:custGeom>
              <a:avLst/>
              <a:gdLst/>
              <a:ahLst/>
              <a:cxnLst/>
              <a:rect l="l" t="t" r="r" b="b"/>
              <a:pathLst>
                <a:path w="36260" h="11893" extrusionOk="0">
                  <a:moveTo>
                    <a:pt x="2467" y="0"/>
                  </a:moveTo>
                  <a:lnTo>
                    <a:pt x="1926" y="361"/>
                  </a:lnTo>
                  <a:lnTo>
                    <a:pt x="1445" y="722"/>
                  </a:lnTo>
                  <a:lnTo>
                    <a:pt x="1023" y="1043"/>
                  </a:lnTo>
                  <a:lnTo>
                    <a:pt x="662" y="1364"/>
                  </a:lnTo>
                  <a:lnTo>
                    <a:pt x="382" y="1665"/>
                  </a:lnTo>
                  <a:lnTo>
                    <a:pt x="181" y="1925"/>
                  </a:lnTo>
                  <a:lnTo>
                    <a:pt x="101" y="2066"/>
                  </a:lnTo>
                  <a:lnTo>
                    <a:pt x="41" y="2186"/>
                  </a:lnTo>
                  <a:lnTo>
                    <a:pt x="21" y="2286"/>
                  </a:lnTo>
                  <a:lnTo>
                    <a:pt x="1" y="238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7408" y="11872"/>
                  </a:lnTo>
                  <a:lnTo>
                    <a:pt x="18350" y="11893"/>
                  </a:lnTo>
                  <a:lnTo>
                    <a:pt x="19133" y="11893"/>
                  </a:lnTo>
                  <a:lnTo>
                    <a:pt x="19915" y="11852"/>
                  </a:lnTo>
                  <a:lnTo>
                    <a:pt x="20697" y="11812"/>
                  </a:lnTo>
                  <a:lnTo>
                    <a:pt x="21479" y="11752"/>
                  </a:lnTo>
                  <a:lnTo>
                    <a:pt x="22241" y="11672"/>
                  </a:lnTo>
                  <a:lnTo>
                    <a:pt x="23003" y="11592"/>
                  </a:lnTo>
                  <a:lnTo>
                    <a:pt x="23745" y="11491"/>
                  </a:lnTo>
                  <a:lnTo>
                    <a:pt x="24487" y="11371"/>
                  </a:lnTo>
                  <a:lnTo>
                    <a:pt x="25931" y="11130"/>
                  </a:lnTo>
                  <a:lnTo>
                    <a:pt x="27315" y="10830"/>
                  </a:lnTo>
                  <a:lnTo>
                    <a:pt x="28618" y="10529"/>
                  </a:lnTo>
                  <a:lnTo>
                    <a:pt x="29862" y="10208"/>
                  </a:lnTo>
                  <a:lnTo>
                    <a:pt x="31005" y="9887"/>
                  </a:lnTo>
                  <a:lnTo>
                    <a:pt x="32048" y="9566"/>
                  </a:lnTo>
                  <a:lnTo>
                    <a:pt x="32990" y="9265"/>
                  </a:lnTo>
                  <a:lnTo>
                    <a:pt x="33792" y="8985"/>
                  </a:lnTo>
                  <a:lnTo>
                    <a:pt x="35016" y="854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5016" y="7340"/>
                  </a:lnTo>
                  <a:lnTo>
                    <a:pt x="33752" y="7741"/>
                  </a:lnTo>
                  <a:lnTo>
                    <a:pt x="32469" y="8142"/>
                  </a:lnTo>
                  <a:lnTo>
                    <a:pt x="31205" y="8503"/>
                  </a:lnTo>
                  <a:lnTo>
                    <a:pt x="29922" y="8844"/>
                  </a:lnTo>
                  <a:lnTo>
                    <a:pt x="28618" y="9145"/>
                  </a:lnTo>
                  <a:lnTo>
                    <a:pt x="27335" y="9406"/>
                  </a:lnTo>
                  <a:lnTo>
                    <a:pt x="26031" y="9646"/>
                  </a:lnTo>
                  <a:lnTo>
                    <a:pt x="24728" y="9847"/>
                  </a:lnTo>
                  <a:lnTo>
                    <a:pt x="23404" y="10007"/>
                  </a:lnTo>
                  <a:lnTo>
                    <a:pt x="22742" y="10088"/>
                  </a:lnTo>
                  <a:lnTo>
                    <a:pt x="22081" y="10128"/>
                  </a:lnTo>
                  <a:lnTo>
                    <a:pt x="21419" y="10168"/>
                  </a:lnTo>
                  <a:lnTo>
                    <a:pt x="20737" y="10188"/>
                  </a:lnTo>
                  <a:lnTo>
                    <a:pt x="20035" y="10168"/>
                  </a:lnTo>
                  <a:lnTo>
                    <a:pt x="19333" y="10128"/>
                  </a:lnTo>
                  <a:lnTo>
                    <a:pt x="18631" y="10027"/>
                  </a:lnTo>
                  <a:lnTo>
                    <a:pt x="17929" y="9907"/>
                  </a:lnTo>
                  <a:lnTo>
                    <a:pt x="17649" y="9847"/>
                  </a:lnTo>
                  <a:lnTo>
                    <a:pt x="17348" y="9747"/>
                  </a:lnTo>
                  <a:lnTo>
                    <a:pt x="17047" y="9606"/>
                  </a:lnTo>
                  <a:lnTo>
                    <a:pt x="16786" y="9466"/>
                  </a:lnTo>
                  <a:lnTo>
                    <a:pt x="16525" y="9305"/>
                  </a:lnTo>
                  <a:lnTo>
                    <a:pt x="16305" y="9105"/>
                  </a:lnTo>
                  <a:lnTo>
                    <a:pt x="16225" y="9005"/>
                  </a:lnTo>
                  <a:lnTo>
                    <a:pt x="16144" y="8904"/>
                  </a:lnTo>
                  <a:lnTo>
                    <a:pt x="16084" y="8784"/>
                  </a:lnTo>
                  <a:lnTo>
                    <a:pt x="16044" y="8684"/>
                  </a:lnTo>
                  <a:lnTo>
                    <a:pt x="16024" y="8563"/>
                  </a:lnTo>
                  <a:lnTo>
                    <a:pt x="16004" y="8443"/>
                  </a:lnTo>
                  <a:lnTo>
                    <a:pt x="16024" y="8323"/>
                  </a:lnTo>
                  <a:lnTo>
                    <a:pt x="16064" y="8202"/>
                  </a:lnTo>
                  <a:lnTo>
                    <a:pt x="16124" y="8062"/>
                  </a:lnTo>
                  <a:lnTo>
                    <a:pt x="16205" y="7942"/>
                  </a:lnTo>
                  <a:lnTo>
                    <a:pt x="16325" y="7801"/>
                  </a:lnTo>
                  <a:lnTo>
                    <a:pt x="16465" y="7681"/>
                  </a:lnTo>
                  <a:lnTo>
                    <a:pt x="16646" y="7541"/>
                  </a:lnTo>
                  <a:lnTo>
                    <a:pt x="16846" y="7400"/>
                  </a:lnTo>
                  <a:lnTo>
                    <a:pt x="17067" y="7260"/>
                  </a:lnTo>
                  <a:lnTo>
                    <a:pt x="17348" y="7140"/>
                  </a:lnTo>
                  <a:lnTo>
                    <a:pt x="17649" y="6999"/>
                  </a:lnTo>
                  <a:lnTo>
                    <a:pt x="17989" y="6859"/>
                  </a:lnTo>
                  <a:lnTo>
                    <a:pt x="18350" y="6718"/>
                  </a:lnTo>
                  <a:lnTo>
                    <a:pt x="18772" y="6578"/>
                  </a:lnTo>
                  <a:lnTo>
                    <a:pt x="19514" y="6357"/>
                  </a:lnTo>
                  <a:lnTo>
                    <a:pt x="18912" y="6378"/>
                  </a:lnTo>
                  <a:lnTo>
                    <a:pt x="17448" y="6378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62"/>
                  </a:lnTo>
                  <a:lnTo>
                    <a:pt x="246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35">
              <a:extLst>
                <a:ext uri="{FF2B5EF4-FFF2-40B4-BE49-F238E27FC236}">
                  <a16:creationId xmlns:a16="http://schemas.microsoft.com/office/drawing/2014/main" id="{CAE34A2C-4830-6085-874C-F9A18BE5DE39}"/>
                </a:ext>
              </a:extLst>
            </p:cNvPr>
            <p:cNvSpPr/>
            <p:nvPr/>
          </p:nvSpPr>
          <p:spPr>
            <a:xfrm>
              <a:off x="11246025" y="4817763"/>
              <a:ext cx="906500" cy="297325"/>
            </a:xfrm>
            <a:custGeom>
              <a:avLst/>
              <a:gdLst/>
              <a:ahLst/>
              <a:cxnLst/>
              <a:rect l="l" t="t" r="r" b="b"/>
              <a:pathLst>
                <a:path w="36260" h="11893" fill="none" extrusionOk="0">
                  <a:moveTo>
                    <a:pt x="2467" y="0"/>
                  </a:moveTo>
                  <a:lnTo>
                    <a:pt x="2467" y="0"/>
                  </a:lnTo>
                  <a:lnTo>
                    <a:pt x="1926" y="361"/>
                  </a:lnTo>
                  <a:lnTo>
                    <a:pt x="1445" y="722"/>
                  </a:lnTo>
                  <a:lnTo>
                    <a:pt x="1023" y="1043"/>
                  </a:lnTo>
                  <a:lnTo>
                    <a:pt x="662" y="1364"/>
                  </a:lnTo>
                  <a:lnTo>
                    <a:pt x="382" y="1665"/>
                  </a:lnTo>
                  <a:lnTo>
                    <a:pt x="181" y="1925"/>
                  </a:lnTo>
                  <a:lnTo>
                    <a:pt x="101" y="2066"/>
                  </a:lnTo>
                  <a:lnTo>
                    <a:pt x="41" y="2186"/>
                  </a:lnTo>
                  <a:lnTo>
                    <a:pt x="21" y="2286"/>
                  </a:lnTo>
                  <a:lnTo>
                    <a:pt x="1" y="2387"/>
                  </a:lnTo>
                  <a:lnTo>
                    <a:pt x="1" y="2387"/>
                  </a:lnTo>
                  <a:lnTo>
                    <a:pt x="21" y="246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6445" y="11832"/>
                  </a:lnTo>
                  <a:lnTo>
                    <a:pt x="17408" y="11872"/>
                  </a:lnTo>
                  <a:lnTo>
                    <a:pt x="18350" y="11893"/>
                  </a:lnTo>
                  <a:lnTo>
                    <a:pt x="18350" y="11893"/>
                  </a:lnTo>
                  <a:lnTo>
                    <a:pt x="19133" y="11893"/>
                  </a:lnTo>
                  <a:lnTo>
                    <a:pt x="19915" y="11852"/>
                  </a:lnTo>
                  <a:lnTo>
                    <a:pt x="20697" y="11812"/>
                  </a:lnTo>
                  <a:lnTo>
                    <a:pt x="21479" y="11752"/>
                  </a:lnTo>
                  <a:lnTo>
                    <a:pt x="22241" y="11672"/>
                  </a:lnTo>
                  <a:lnTo>
                    <a:pt x="23003" y="11592"/>
                  </a:lnTo>
                  <a:lnTo>
                    <a:pt x="23745" y="11491"/>
                  </a:lnTo>
                  <a:lnTo>
                    <a:pt x="24487" y="11371"/>
                  </a:lnTo>
                  <a:lnTo>
                    <a:pt x="25931" y="11130"/>
                  </a:lnTo>
                  <a:lnTo>
                    <a:pt x="27315" y="10830"/>
                  </a:lnTo>
                  <a:lnTo>
                    <a:pt x="28618" y="10529"/>
                  </a:lnTo>
                  <a:lnTo>
                    <a:pt x="29862" y="10208"/>
                  </a:lnTo>
                  <a:lnTo>
                    <a:pt x="31005" y="9887"/>
                  </a:lnTo>
                  <a:lnTo>
                    <a:pt x="32048" y="9566"/>
                  </a:lnTo>
                  <a:lnTo>
                    <a:pt x="32990" y="9265"/>
                  </a:lnTo>
                  <a:lnTo>
                    <a:pt x="33792" y="8985"/>
                  </a:lnTo>
                  <a:lnTo>
                    <a:pt x="35016" y="8543"/>
                  </a:lnTo>
                  <a:lnTo>
                    <a:pt x="35637" y="830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6259" y="6899"/>
                  </a:lnTo>
                  <a:lnTo>
                    <a:pt x="35016" y="7340"/>
                  </a:lnTo>
                  <a:lnTo>
                    <a:pt x="33752" y="7741"/>
                  </a:lnTo>
                  <a:lnTo>
                    <a:pt x="32469" y="8142"/>
                  </a:lnTo>
                  <a:lnTo>
                    <a:pt x="31205" y="8503"/>
                  </a:lnTo>
                  <a:lnTo>
                    <a:pt x="29922" y="8844"/>
                  </a:lnTo>
                  <a:lnTo>
                    <a:pt x="28618" y="9145"/>
                  </a:lnTo>
                  <a:lnTo>
                    <a:pt x="27335" y="9406"/>
                  </a:lnTo>
                  <a:lnTo>
                    <a:pt x="26031" y="9646"/>
                  </a:lnTo>
                  <a:lnTo>
                    <a:pt x="26031" y="9646"/>
                  </a:lnTo>
                  <a:lnTo>
                    <a:pt x="24728" y="9847"/>
                  </a:lnTo>
                  <a:lnTo>
                    <a:pt x="23404" y="10007"/>
                  </a:lnTo>
                  <a:lnTo>
                    <a:pt x="22742" y="10088"/>
                  </a:lnTo>
                  <a:lnTo>
                    <a:pt x="22081" y="10128"/>
                  </a:lnTo>
                  <a:lnTo>
                    <a:pt x="21419" y="10168"/>
                  </a:lnTo>
                  <a:lnTo>
                    <a:pt x="20737" y="10188"/>
                  </a:lnTo>
                  <a:lnTo>
                    <a:pt x="20737" y="10188"/>
                  </a:lnTo>
                  <a:lnTo>
                    <a:pt x="20035" y="10168"/>
                  </a:lnTo>
                  <a:lnTo>
                    <a:pt x="19333" y="10128"/>
                  </a:lnTo>
                  <a:lnTo>
                    <a:pt x="18631" y="10027"/>
                  </a:lnTo>
                  <a:lnTo>
                    <a:pt x="17929" y="9907"/>
                  </a:lnTo>
                  <a:lnTo>
                    <a:pt x="17929" y="9907"/>
                  </a:lnTo>
                  <a:lnTo>
                    <a:pt x="17649" y="9847"/>
                  </a:lnTo>
                  <a:lnTo>
                    <a:pt x="17348" y="9747"/>
                  </a:lnTo>
                  <a:lnTo>
                    <a:pt x="17047" y="9606"/>
                  </a:lnTo>
                  <a:lnTo>
                    <a:pt x="16786" y="9466"/>
                  </a:lnTo>
                  <a:lnTo>
                    <a:pt x="16525" y="9305"/>
                  </a:lnTo>
                  <a:lnTo>
                    <a:pt x="16305" y="9105"/>
                  </a:lnTo>
                  <a:lnTo>
                    <a:pt x="16225" y="9005"/>
                  </a:lnTo>
                  <a:lnTo>
                    <a:pt x="16144" y="8904"/>
                  </a:lnTo>
                  <a:lnTo>
                    <a:pt x="16084" y="8784"/>
                  </a:lnTo>
                  <a:lnTo>
                    <a:pt x="16044" y="8684"/>
                  </a:lnTo>
                  <a:lnTo>
                    <a:pt x="16024" y="8563"/>
                  </a:lnTo>
                  <a:lnTo>
                    <a:pt x="16004" y="8443"/>
                  </a:lnTo>
                  <a:lnTo>
                    <a:pt x="16024" y="8323"/>
                  </a:lnTo>
                  <a:lnTo>
                    <a:pt x="16064" y="8202"/>
                  </a:lnTo>
                  <a:lnTo>
                    <a:pt x="16124" y="8062"/>
                  </a:lnTo>
                  <a:lnTo>
                    <a:pt x="16205" y="7942"/>
                  </a:lnTo>
                  <a:lnTo>
                    <a:pt x="16325" y="7801"/>
                  </a:lnTo>
                  <a:lnTo>
                    <a:pt x="16465" y="7681"/>
                  </a:lnTo>
                  <a:lnTo>
                    <a:pt x="16646" y="7541"/>
                  </a:lnTo>
                  <a:lnTo>
                    <a:pt x="16846" y="7400"/>
                  </a:lnTo>
                  <a:lnTo>
                    <a:pt x="17067" y="7260"/>
                  </a:lnTo>
                  <a:lnTo>
                    <a:pt x="17348" y="7140"/>
                  </a:lnTo>
                  <a:lnTo>
                    <a:pt x="17649" y="6999"/>
                  </a:lnTo>
                  <a:lnTo>
                    <a:pt x="17989" y="6859"/>
                  </a:lnTo>
                  <a:lnTo>
                    <a:pt x="18350" y="6718"/>
                  </a:lnTo>
                  <a:lnTo>
                    <a:pt x="18772" y="6578"/>
                  </a:lnTo>
                  <a:lnTo>
                    <a:pt x="18772" y="6578"/>
                  </a:lnTo>
                  <a:lnTo>
                    <a:pt x="19514" y="6357"/>
                  </a:lnTo>
                  <a:lnTo>
                    <a:pt x="19514" y="6357"/>
                  </a:lnTo>
                  <a:lnTo>
                    <a:pt x="18912" y="6378"/>
                  </a:lnTo>
                  <a:lnTo>
                    <a:pt x="18310" y="6378"/>
                  </a:lnTo>
                  <a:lnTo>
                    <a:pt x="18310" y="6378"/>
                  </a:lnTo>
                  <a:lnTo>
                    <a:pt x="17448" y="6378"/>
                  </a:lnTo>
                  <a:lnTo>
                    <a:pt x="16606" y="6337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62"/>
                  </a:lnTo>
                  <a:lnTo>
                    <a:pt x="2467" y="0"/>
                  </a:lnTo>
                  <a:lnTo>
                    <a:pt x="2467" y="0"/>
                  </a:lnTo>
                  <a:lnTo>
                    <a:pt x="246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35">
              <a:extLst>
                <a:ext uri="{FF2B5EF4-FFF2-40B4-BE49-F238E27FC236}">
                  <a16:creationId xmlns:a16="http://schemas.microsoft.com/office/drawing/2014/main" id="{17DE84BC-EBC3-569D-6D91-D8DC0AEAF704}"/>
                </a:ext>
              </a:extLst>
            </p:cNvPr>
            <p:cNvSpPr/>
            <p:nvPr/>
          </p:nvSpPr>
          <p:spPr>
            <a:xfrm>
              <a:off x="11258050" y="4416663"/>
              <a:ext cx="873900" cy="619200"/>
            </a:xfrm>
            <a:custGeom>
              <a:avLst/>
              <a:gdLst/>
              <a:ahLst/>
              <a:cxnLst/>
              <a:rect l="l" t="t" r="r" b="b"/>
              <a:pathLst>
                <a:path w="34956" h="24768" extrusionOk="0">
                  <a:moveTo>
                    <a:pt x="61" y="1"/>
                  </a:moveTo>
                  <a:lnTo>
                    <a:pt x="21" y="41"/>
                  </a:lnTo>
                  <a:lnTo>
                    <a:pt x="1" y="61"/>
                  </a:lnTo>
                  <a:lnTo>
                    <a:pt x="1" y="101"/>
                  </a:lnTo>
                  <a:lnTo>
                    <a:pt x="1" y="141"/>
                  </a:lnTo>
                  <a:lnTo>
                    <a:pt x="282" y="823"/>
                  </a:lnTo>
                  <a:lnTo>
                    <a:pt x="542" y="1505"/>
                  </a:lnTo>
                  <a:lnTo>
                    <a:pt x="783" y="2186"/>
                  </a:lnTo>
                  <a:lnTo>
                    <a:pt x="1024" y="2888"/>
                  </a:lnTo>
                  <a:lnTo>
                    <a:pt x="1224" y="3590"/>
                  </a:lnTo>
                  <a:lnTo>
                    <a:pt x="1425" y="4292"/>
                  </a:lnTo>
                  <a:lnTo>
                    <a:pt x="1806" y="5696"/>
                  </a:lnTo>
                  <a:lnTo>
                    <a:pt x="2528" y="8524"/>
                  </a:lnTo>
                  <a:lnTo>
                    <a:pt x="2909" y="9948"/>
                  </a:lnTo>
                  <a:lnTo>
                    <a:pt x="3310" y="11351"/>
                  </a:lnTo>
                  <a:lnTo>
                    <a:pt x="3831" y="12936"/>
                  </a:lnTo>
                  <a:lnTo>
                    <a:pt x="4453" y="14741"/>
                  </a:lnTo>
                  <a:lnTo>
                    <a:pt x="5135" y="16646"/>
                  </a:lnTo>
                  <a:lnTo>
                    <a:pt x="5817" y="18491"/>
                  </a:lnTo>
                  <a:lnTo>
                    <a:pt x="6960" y="21539"/>
                  </a:lnTo>
                  <a:lnTo>
                    <a:pt x="7441" y="22823"/>
                  </a:lnTo>
                  <a:lnTo>
                    <a:pt x="7461" y="22903"/>
                  </a:lnTo>
                  <a:lnTo>
                    <a:pt x="7501" y="22983"/>
                  </a:lnTo>
                  <a:lnTo>
                    <a:pt x="7561" y="23023"/>
                  </a:lnTo>
                  <a:lnTo>
                    <a:pt x="7722" y="23023"/>
                  </a:lnTo>
                  <a:lnTo>
                    <a:pt x="7802" y="22983"/>
                  </a:lnTo>
                  <a:lnTo>
                    <a:pt x="7862" y="22923"/>
                  </a:lnTo>
                  <a:lnTo>
                    <a:pt x="7882" y="22823"/>
                  </a:lnTo>
                  <a:lnTo>
                    <a:pt x="8584" y="17929"/>
                  </a:lnTo>
                  <a:lnTo>
                    <a:pt x="9286" y="13036"/>
                  </a:lnTo>
                  <a:lnTo>
                    <a:pt x="10028" y="8143"/>
                  </a:lnTo>
                  <a:lnTo>
                    <a:pt x="10409" y="5696"/>
                  </a:lnTo>
                  <a:lnTo>
                    <a:pt x="10810" y="3249"/>
                  </a:lnTo>
                  <a:lnTo>
                    <a:pt x="10951" y="3891"/>
                  </a:lnTo>
                  <a:lnTo>
                    <a:pt x="11131" y="4513"/>
                  </a:lnTo>
                  <a:lnTo>
                    <a:pt x="11332" y="5134"/>
                  </a:lnTo>
                  <a:lnTo>
                    <a:pt x="11532" y="5776"/>
                  </a:lnTo>
                  <a:lnTo>
                    <a:pt x="11973" y="7020"/>
                  </a:lnTo>
                  <a:lnTo>
                    <a:pt x="12395" y="8243"/>
                  </a:lnTo>
                  <a:lnTo>
                    <a:pt x="13337" y="11031"/>
                  </a:lnTo>
                  <a:lnTo>
                    <a:pt x="14280" y="13818"/>
                  </a:lnTo>
                  <a:lnTo>
                    <a:pt x="15202" y="16485"/>
                  </a:lnTo>
                  <a:lnTo>
                    <a:pt x="16125" y="19133"/>
                  </a:lnTo>
                  <a:lnTo>
                    <a:pt x="17107" y="21780"/>
                  </a:lnTo>
                  <a:lnTo>
                    <a:pt x="18110" y="24427"/>
                  </a:lnTo>
                  <a:lnTo>
                    <a:pt x="18190" y="24527"/>
                  </a:lnTo>
                  <a:lnTo>
                    <a:pt x="18331" y="24688"/>
                  </a:lnTo>
                  <a:lnTo>
                    <a:pt x="18411" y="24748"/>
                  </a:lnTo>
                  <a:lnTo>
                    <a:pt x="18491" y="24768"/>
                  </a:lnTo>
                  <a:lnTo>
                    <a:pt x="18551" y="24768"/>
                  </a:lnTo>
                  <a:lnTo>
                    <a:pt x="18571" y="24748"/>
                  </a:lnTo>
                  <a:lnTo>
                    <a:pt x="18591" y="24728"/>
                  </a:lnTo>
                  <a:lnTo>
                    <a:pt x="19875" y="19173"/>
                  </a:lnTo>
                  <a:lnTo>
                    <a:pt x="20497" y="16405"/>
                  </a:lnTo>
                  <a:lnTo>
                    <a:pt x="21098" y="13618"/>
                  </a:lnTo>
                  <a:lnTo>
                    <a:pt x="21640" y="11111"/>
                  </a:lnTo>
                  <a:lnTo>
                    <a:pt x="22161" y="8604"/>
                  </a:lnTo>
                  <a:lnTo>
                    <a:pt x="22402" y="7340"/>
                  </a:lnTo>
                  <a:lnTo>
                    <a:pt x="22622" y="6077"/>
                  </a:lnTo>
                  <a:lnTo>
                    <a:pt x="22843" y="4814"/>
                  </a:lnTo>
                  <a:lnTo>
                    <a:pt x="23023" y="3530"/>
                  </a:lnTo>
                  <a:lnTo>
                    <a:pt x="23344" y="4774"/>
                  </a:lnTo>
                  <a:lnTo>
                    <a:pt x="23705" y="5997"/>
                  </a:lnTo>
                  <a:lnTo>
                    <a:pt x="24066" y="7240"/>
                  </a:lnTo>
                  <a:lnTo>
                    <a:pt x="24447" y="8464"/>
                  </a:lnTo>
                  <a:lnTo>
                    <a:pt x="25249" y="10890"/>
                  </a:lnTo>
                  <a:lnTo>
                    <a:pt x="26052" y="13317"/>
                  </a:lnTo>
                  <a:lnTo>
                    <a:pt x="26914" y="15924"/>
                  </a:lnTo>
                  <a:lnTo>
                    <a:pt x="27796" y="18491"/>
                  </a:lnTo>
                  <a:lnTo>
                    <a:pt x="28719" y="21078"/>
                  </a:lnTo>
                  <a:lnTo>
                    <a:pt x="29661" y="23645"/>
                  </a:lnTo>
                  <a:lnTo>
                    <a:pt x="29702" y="23685"/>
                  </a:lnTo>
                  <a:lnTo>
                    <a:pt x="29762" y="23745"/>
                  </a:lnTo>
                  <a:lnTo>
                    <a:pt x="29942" y="23885"/>
                  </a:lnTo>
                  <a:lnTo>
                    <a:pt x="30043" y="23926"/>
                  </a:lnTo>
                  <a:lnTo>
                    <a:pt x="30123" y="23946"/>
                  </a:lnTo>
                  <a:lnTo>
                    <a:pt x="30203" y="23926"/>
                  </a:lnTo>
                  <a:lnTo>
                    <a:pt x="30223" y="23906"/>
                  </a:lnTo>
                  <a:lnTo>
                    <a:pt x="30243" y="23865"/>
                  </a:lnTo>
                  <a:lnTo>
                    <a:pt x="30604" y="22401"/>
                  </a:lnTo>
                  <a:lnTo>
                    <a:pt x="30945" y="20917"/>
                  </a:lnTo>
                  <a:lnTo>
                    <a:pt x="31286" y="19433"/>
                  </a:lnTo>
                  <a:lnTo>
                    <a:pt x="31607" y="17949"/>
                  </a:lnTo>
                  <a:lnTo>
                    <a:pt x="32228" y="14981"/>
                  </a:lnTo>
                  <a:lnTo>
                    <a:pt x="32830" y="11993"/>
                  </a:lnTo>
                  <a:lnTo>
                    <a:pt x="33432" y="9125"/>
                  </a:lnTo>
                  <a:lnTo>
                    <a:pt x="34013" y="6217"/>
                  </a:lnTo>
                  <a:lnTo>
                    <a:pt x="34274" y="4774"/>
                  </a:lnTo>
                  <a:lnTo>
                    <a:pt x="34535" y="3330"/>
                  </a:lnTo>
                  <a:lnTo>
                    <a:pt x="34755" y="1866"/>
                  </a:lnTo>
                  <a:lnTo>
                    <a:pt x="34956" y="422"/>
                  </a:lnTo>
                  <a:lnTo>
                    <a:pt x="34956" y="382"/>
                  </a:lnTo>
                  <a:lnTo>
                    <a:pt x="34936" y="362"/>
                  </a:lnTo>
                  <a:lnTo>
                    <a:pt x="34896" y="341"/>
                  </a:lnTo>
                  <a:lnTo>
                    <a:pt x="34836" y="341"/>
                  </a:lnTo>
                  <a:lnTo>
                    <a:pt x="34815" y="362"/>
                  </a:lnTo>
                  <a:lnTo>
                    <a:pt x="34815" y="382"/>
                  </a:lnTo>
                  <a:lnTo>
                    <a:pt x="34475" y="1846"/>
                  </a:lnTo>
                  <a:lnTo>
                    <a:pt x="34174" y="3310"/>
                  </a:lnTo>
                  <a:lnTo>
                    <a:pt x="33893" y="4774"/>
                  </a:lnTo>
                  <a:lnTo>
                    <a:pt x="33612" y="6237"/>
                  </a:lnTo>
                  <a:lnTo>
                    <a:pt x="33051" y="9165"/>
                  </a:lnTo>
                  <a:lnTo>
                    <a:pt x="32770" y="10649"/>
                  </a:lnTo>
                  <a:lnTo>
                    <a:pt x="32489" y="12093"/>
                  </a:lnTo>
                  <a:lnTo>
                    <a:pt x="31867" y="14921"/>
                  </a:lnTo>
                  <a:lnTo>
                    <a:pt x="31246" y="17749"/>
                  </a:lnTo>
                  <a:lnTo>
                    <a:pt x="30624" y="20576"/>
                  </a:lnTo>
                  <a:lnTo>
                    <a:pt x="30002" y="23404"/>
                  </a:lnTo>
                  <a:lnTo>
                    <a:pt x="29080" y="20877"/>
                  </a:lnTo>
                  <a:lnTo>
                    <a:pt x="28177" y="18330"/>
                  </a:lnTo>
                  <a:lnTo>
                    <a:pt x="27295" y="15783"/>
                  </a:lnTo>
                  <a:lnTo>
                    <a:pt x="26433" y="13237"/>
                  </a:lnTo>
                  <a:lnTo>
                    <a:pt x="25410" y="10148"/>
                  </a:lnTo>
                  <a:lnTo>
                    <a:pt x="24327" y="6739"/>
                  </a:lnTo>
                  <a:lnTo>
                    <a:pt x="23124" y="2808"/>
                  </a:lnTo>
                  <a:lnTo>
                    <a:pt x="23104" y="2768"/>
                  </a:lnTo>
                  <a:lnTo>
                    <a:pt x="22983" y="2768"/>
                  </a:lnTo>
                  <a:lnTo>
                    <a:pt x="22883" y="2808"/>
                  </a:lnTo>
                  <a:lnTo>
                    <a:pt x="22863" y="2848"/>
                  </a:lnTo>
                  <a:lnTo>
                    <a:pt x="22843" y="2868"/>
                  </a:lnTo>
                  <a:lnTo>
                    <a:pt x="22622" y="4092"/>
                  </a:lnTo>
                  <a:lnTo>
                    <a:pt x="22041" y="6980"/>
                  </a:lnTo>
                  <a:lnTo>
                    <a:pt x="21319" y="10509"/>
                  </a:lnTo>
                  <a:lnTo>
                    <a:pt x="20637" y="13698"/>
                  </a:lnTo>
                  <a:lnTo>
                    <a:pt x="19554" y="18852"/>
                  </a:lnTo>
                  <a:lnTo>
                    <a:pt x="18992" y="21439"/>
                  </a:lnTo>
                  <a:lnTo>
                    <a:pt x="18411" y="24006"/>
                  </a:lnTo>
                  <a:lnTo>
                    <a:pt x="17428" y="21339"/>
                  </a:lnTo>
                  <a:lnTo>
                    <a:pt x="16446" y="18671"/>
                  </a:lnTo>
                  <a:lnTo>
                    <a:pt x="15503" y="16004"/>
                  </a:lnTo>
                  <a:lnTo>
                    <a:pt x="14580" y="13317"/>
                  </a:lnTo>
                  <a:lnTo>
                    <a:pt x="12756" y="7942"/>
                  </a:lnTo>
                  <a:lnTo>
                    <a:pt x="12334" y="6659"/>
                  </a:lnTo>
                  <a:lnTo>
                    <a:pt x="11893" y="5375"/>
                  </a:lnTo>
                  <a:lnTo>
                    <a:pt x="11673" y="4713"/>
                  </a:lnTo>
                  <a:lnTo>
                    <a:pt x="11432" y="4092"/>
                  </a:lnTo>
                  <a:lnTo>
                    <a:pt x="11171" y="3450"/>
                  </a:lnTo>
                  <a:lnTo>
                    <a:pt x="10890" y="2848"/>
                  </a:lnTo>
                  <a:lnTo>
                    <a:pt x="10850" y="2828"/>
                  </a:lnTo>
                  <a:lnTo>
                    <a:pt x="10770" y="2808"/>
                  </a:lnTo>
                  <a:lnTo>
                    <a:pt x="10690" y="2788"/>
                  </a:lnTo>
                  <a:lnTo>
                    <a:pt x="10670" y="2808"/>
                  </a:lnTo>
                  <a:lnTo>
                    <a:pt x="10650" y="2848"/>
                  </a:lnTo>
                  <a:lnTo>
                    <a:pt x="9808" y="7561"/>
                  </a:lnTo>
                  <a:lnTo>
                    <a:pt x="9386" y="9928"/>
                  </a:lnTo>
                  <a:lnTo>
                    <a:pt x="9005" y="12294"/>
                  </a:lnTo>
                  <a:lnTo>
                    <a:pt x="8624" y="14660"/>
                  </a:lnTo>
                  <a:lnTo>
                    <a:pt x="8263" y="17027"/>
                  </a:lnTo>
                  <a:lnTo>
                    <a:pt x="7902" y="19393"/>
                  </a:lnTo>
                  <a:lnTo>
                    <a:pt x="7581" y="21780"/>
                  </a:lnTo>
                  <a:lnTo>
                    <a:pt x="7100" y="20416"/>
                  </a:lnTo>
                  <a:lnTo>
                    <a:pt x="6599" y="19052"/>
                  </a:lnTo>
                  <a:lnTo>
                    <a:pt x="5596" y="16345"/>
                  </a:lnTo>
                  <a:lnTo>
                    <a:pt x="5095" y="14981"/>
                  </a:lnTo>
                  <a:lnTo>
                    <a:pt x="4613" y="13618"/>
                  </a:lnTo>
                  <a:lnTo>
                    <a:pt x="4152" y="12234"/>
                  </a:lnTo>
                  <a:lnTo>
                    <a:pt x="3711" y="10850"/>
                  </a:lnTo>
                  <a:lnTo>
                    <a:pt x="3310" y="9486"/>
                  </a:lnTo>
                  <a:lnTo>
                    <a:pt x="2929" y="8123"/>
                  </a:lnTo>
                  <a:lnTo>
                    <a:pt x="2528" y="6759"/>
                  </a:lnTo>
                  <a:lnTo>
                    <a:pt x="2127" y="5395"/>
                  </a:lnTo>
                  <a:lnTo>
                    <a:pt x="1706" y="4052"/>
                  </a:lnTo>
                  <a:lnTo>
                    <a:pt x="1244" y="2708"/>
                  </a:lnTo>
                  <a:lnTo>
                    <a:pt x="1004" y="2026"/>
                  </a:lnTo>
                  <a:lnTo>
                    <a:pt x="743" y="1364"/>
                  </a:lnTo>
                  <a:lnTo>
                    <a:pt x="482" y="702"/>
                  </a:lnTo>
                  <a:lnTo>
                    <a:pt x="201" y="61"/>
                  </a:lnTo>
                  <a:lnTo>
                    <a:pt x="161" y="21"/>
                  </a:lnTo>
                  <a:lnTo>
                    <a:pt x="14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35">
              <a:extLst>
                <a:ext uri="{FF2B5EF4-FFF2-40B4-BE49-F238E27FC236}">
                  <a16:creationId xmlns:a16="http://schemas.microsoft.com/office/drawing/2014/main" id="{3466CBF9-A7B2-9585-4D00-3CD1B7C46CE2}"/>
                </a:ext>
              </a:extLst>
            </p:cNvPr>
            <p:cNvSpPr/>
            <p:nvPr/>
          </p:nvSpPr>
          <p:spPr>
            <a:xfrm>
              <a:off x="11241025" y="4391588"/>
              <a:ext cx="49150" cy="49175"/>
            </a:xfrm>
            <a:custGeom>
              <a:avLst/>
              <a:gdLst/>
              <a:ahLst/>
              <a:cxnLst/>
              <a:rect l="l" t="t" r="r" b="b"/>
              <a:pathLst>
                <a:path w="1966" h="1967" extrusionOk="0">
                  <a:moveTo>
                    <a:pt x="822" y="1"/>
                  </a:moveTo>
                  <a:lnTo>
                    <a:pt x="722" y="21"/>
                  </a:lnTo>
                  <a:lnTo>
                    <a:pt x="622" y="61"/>
                  </a:lnTo>
                  <a:lnTo>
                    <a:pt x="521" y="101"/>
                  </a:lnTo>
                  <a:lnTo>
                    <a:pt x="421" y="161"/>
                  </a:lnTo>
                  <a:lnTo>
                    <a:pt x="261" y="302"/>
                  </a:lnTo>
                  <a:lnTo>
                    <a:pt x="140" y="482"/>
                  </a:lnTo>
                  <a:lnTo>
                    <a:pt x="40" y="683"/>
                  </a:lnTo>
                  <a:lnTo>
                    <a:pt x="0" y="883"/>
                  </a:lnTo>
                  <a:lnTo>
                    <a:pt x="0" y="1004"/>
                  </a:lnTo>
                  <a:lnTo>
                    <a:pt x="0" y="1124"/>
                  </a:lnTo>
                  <a:lnTo>
                    <a:pt x="40" y="1284"/>
                  </a:lnTo>
                  <a:lnTo>
                    <a:pt x="100" y="1445"/>
                  </a:lnTo>
                  <a:lnTo>
                    <a:pt x="201" y="1605"/>
                  </a:lnTo>
                  <a:lnTo>
                    <a:pt x="341" y="1725"/>
                  </a:lnTo>
                  <a:lnTo>
                    <a:pt x="501" y="1846"/>
                  </a:lnTo>
                  <a:lnTo>
                    <a:pt x="682" y="1926"/>
                  </a:lnTo>
                  <a:lnTo>
                    <a:pt x="882" y="1966"/>
                  </a:lnTo>
                  <a:lnTo>
                    <a:pt x="1103" y="1966"/>
                  </a:lnTo>
                  <a:lnTo>
                    <a:pt x="1243" y="1946"/>
                  </a:lnTo>
                  <a:lnTo>
                    <a:pt x="1384" y="1906"/>
                  </a:lnTo>
                  <a:lnTo>
                    <a:pt x="1504" y="1846"/>
                  </a:lnTo>
                  <a:lnTo>
                    <a:pt x="1604" y="1766"/>
                  </a:lnTo>
                  <a:lnTo>
                    <a:pt x="1705" y="1665"/>
                  </a:lnTo>
                  <a:lnTo>
                    <a:pt x="1785" y="1565"/>
                  </a:lnTo>
                  <a:lnTo>
                    <a:pt x="1865" y="1445"/>
                  </a:lnTo>
                  <a:lnTo>
                    <a:pt x="1905" y="1304"/>
                  </a:lnTo>
                  <a:lnTo>
                    <a:pt x="1945" y="1204"/>
                  </a:lnTo>
                  <a:lnTo>
                    <a:pt x="1965" y="1084"/>
                  </a:lnTo>
                  <a:lnTo>
                    <a:pt x="1965" y="963"/>
                  </a:lnTo>
                  <a:lnTo>
                    <a:pt x="1965" y="863"/>
                  </a:lnTo>
                  <a:lnTo>
                    <a:pt x="1945" y="743"/>
                  </a:lnTo>
                  <a:lnTo>
                    <a:pt x="1905" y="643"/>
                  </a:lnTo>
                  <a:lnTo>
                    <a:pt x="1865" y="542"/>
                  </a:lnTo>
                  <a:lnTo>
                    <a:pt x="1805" y="442"/>
                  </a:lnTo>
                  <a:lnTo>
                    <a:pt x="1745" y="362"/>
                  </a:lnTo>
                  <a:lnTo>
                    <a:pt x="1665" y="282"/>
                  </a:lnTo>
                  <a:lnTo>
                    <a:pt x="1584" y="201"/>
                  </a:lnTo>
                  <a:lnTo>
                    <a:pt x="1504" y="141"/>
                  </a:lnTo>
                  <a:lnTo>
                    <a:pt x="1404" y="81"/>
                  </a:lnTo>
                  <a:lnTo>
                    <a:pt x="1284" y="41"/>
                  </a:lnTo>
                  <a:lnTo>
                    <a:pt x="1183" y="2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35">
              <a:extLst>
                <a:ext uri="{FF2B5EF4-FFF2-40B4-BE49-F238E27FC236}">
                  <a16:creationId xmlns:a16="http://schemas.microsoft.com/office/drawing/2014/main" id="{59B85CB6-41B2-235E-9E17-E48292D7C8FD}"/>
                </a:ext>
              </a:extLst>
            </p:cNvPr>
            <p:cNvSpPr/>
            <p:nvPr/>
          </p:nvSpPr>
          <p:spPr>
            <a:xfrm>
              <a:off x="11700750" y="5008263"/>
              <a:ext cx="49175" cy="49175"/>
            </a:xfrm>
            <a:custGeom>
              <a:avLst/>
              <a:gdLst/>
              <a:ahLst/>
              <a:cxnLst/>
              <a:rect l="l" t="t" r="r" b="b"/>
              <a:pathLst>
                <a:path w="1967" h="1967" extrusionOk="0">
                  <a:moveTo>
                    <a:pt x="823" y="1"/>
                  </a:moveTo>
                  <a:lnTo>
                    <a:pt x="723" y="21"/>
                  </a:lnTo>
                  <a:lnTo>
                    <a:pt x="623" y="61"/>
                  </a:lnTo>
                  <a:lnTo>
                    <a:pt x="522" y="121"/>
                  </a:lnTo>
                  <a:lnTo>
                    <a:pt x="442" y="161"/>
                  </a:lnTo>
                  <a:lnTo>
                    <a:pt x="282" y="302"/>
                  </a:lnTo>
                  <a:lnTo>
                    <a:pt x="141" y="482"/>
                  </a:lnTo>
                  <a:lnTo>
                    <a:pt x="61" y="683"/>
                  </a:lnTo>
                  <a:lnTo>
                    <a:pt x="1" y="903"/>
                  </a:lnTo>
                  <a:lnTo>
                    <a:pt x="1" y="1004"/>
                  </a:lnTo>
                  <a:lnTo>
                    <a:pt x="1" y="1124"/>
                  </a:lnTo>
                  <a:lnTo>
                    <a:pt x="41" y="1284"/>
                  </a:lnTo>
                  <a:lnTo>
                    <a:pt x="101" y="1445"/>
                  </a:lnTo>
                  <a:lnTo>
                    <a:pt x="222" y="1605"/>
                  </a:lnTo>
                  <a:lnTo>
                    <a:pt x="342" y="1746"/>
                  </a:lnTo>
                  <a:lnTo>
                    <a:pt x="502" y="1846"/>
                  </a:lnTo>
                  <a:lnTo>
                    <a:pt x="683" y="1926"/>
                  </a:lnTo>
                  <a:lnTo>
                    <a:pt x="883" y="1966"/>
                  </a:lnTo>
                  <a:lnTo>
                    <a:pt x="1124" y="1966"/>
                  </a:lnTo>
                  <a:lnTo>
                    <a:pt x="1244" y="1946"/>
                  </a:lnTo>
                  <a:lnTo>
                    <a:pt x="1385" y="1906"/>
                  </a:lnTo>
                  <a:lnTo>
                    <a:pt x="1505" y="1846"/>
                  </a:lnTo>
                  <a:lnTo>
                    <a:pt x="1605" y="1766"/>
                  </a:lnTo>
                  <a:lnTo>
                    <a:pt x="1706" y="1665"/>
                  </a:lnTo>
                  <a:lnTo>
                    <a:pt x="1786" y="1565"/>
                  </a:lnTo>
                  <a:lnTo>
                    <a:pt x="1866" y="1445"/>
                  </a:lnTo>
                  <a:lnTo>
                    <a:pt x="1906" y="1324"/>
                  </a:lnTo>
                  <a:lnTo>
                    <a:pt x="1946" y="1204"/>
                  </a:lnTo>
                  <a:lnTo>
                    <a:pt x="1966" y="1084"/>
                  </a:lnTo>
                  <a:lnTo>
                    <a:pt x="1966" y="964"/>
                  </a:lnTo>
                  <a:lnTo>
                    <a:pt x="1966" y="863"/>
                  </a:lnTo>
                  <a:lnTo>
                    <a:pt x="1946" y="743"/>
                  </a:lnTo>
                  <a:lnTo>
                    <a:pt x="1906" y="643"/>
                  </a:lnTo>
                  <a:lnTo>
                    <a:pt x="1866" y="542"/>
                  </a:lnTo>
                  <a:lnTo>
                    <a:pt x="1806" y="442"/>
                  </a:lnTo>
                  <a:lnTo>
                    <a:pt x="1746" y="362"/>
                  </a:lnTo>
                  <a:lnTo>
                    <a:pt x="1666" y="282"/>
                  </a:lnTo>
                  <a:lnTo>
                    <a:pt x="1585" y="201"/>
                  </a:lnTo>
                  <a:lnTo>
                    <a:pt x="1505" y="141"/>
                  </a:lnTo>
                  <a:lnTo>
                    <a:pt x="1405" y="81"/>
                  </a:lnTo>
                  <a:lnTo>
                    <a:pt x="1284" y="41"/>
                  </a:lnTo>
                  <a:lnTo>
                    <a:pt x="1184" y="21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35">
              <a:extLst>
                <a:ext uri="{FF2B5EF4-FFF2-40B4-BE49-F238E27FC236}">
                  <a16:creationId xmlns:a16="http://schemas.microsoft.com/office/drawing/2014/main" id="{78D90586-1DE7-8407-6C1E-BFA34CDBD2AE}"/>
                </a:ext>
              </a:extLst>
            </p:cNvPr>
            <p:cNvSpPr/>
            <p:nvPr/>
          </p:nvSpPr>
          <p:spPr>
            <a:xfrm>
              <a:off x="11503725" y="4464788"/>
              <a:ext cx="49650" cy="49175"/>
            </a:xfrm>
            <a:custGeom>
              <a:avLst/>
              <a:gdLst/>
              <a:ahLst/>
              <a:cxnLst/>
              <a:rect l="l" t="t" r="r" b="b"/>
              <a:pathLst>
                <a:path w="1986" h="1967" extrusionOk="0">
                  <a:moveTo>
                    <a:pt x="843" y="1"/>
                  </a:moveTo>
                  <a:lnTo>
                    <a:pt x="723" y="21"/>
                  </a:lnTo>
                  <a:lnTo>
                    <a:pt x="622" y="61"/>
                  </a:lnTo>
                  <a:lnTo>
                    <a:pt x="522" y="101"/>
                  </a:lnTo>
                  <a:lnTo>
                    <a:pt x="442" y="161"/>
                  </a:lnTo>
                  <a:lnTo>
                    <a:pt x="281" y="302"/>
                  </a:lnTo>
                  <a:lnTo>
                    <a:pt x="141" y="482"/>
                  </a:lnTo>
                  <a:lnTo>
                    <a:pt x="61" y="683"/>
                  </a:lnTo>
                  <a:lnTo>
                    <a:pt x="1" y="883"/>
                  </a:lnTo>
                  <a:lnTo>
                    <a:pt x="1" y="1003"/>
                  </a:lnTo>
                  <a:lnTo>
                    <a:pt x="1" y="1124"/>
                  </a:lnTo>
                  <a:lnTo>
                    <a:pt x="41" y="1284"/>
                  </a:lnTo>
                  <a:lnTo>
                    <a:pt x="121" y="1445"/>
                  </a:lnTo>
                  <a:lnTo>
                    <a:pt x="221" y="1605"/>
                  </a:lnTo>
                  <a:lnTo>
                    <a:pt x="342" y="1725"/>
                  </a:lnTo>
                  <a:lnTo>
                    <a:pt x="502" y="1846"/>
                  </a:lnTo>
                  <a:lnTo>
                    <a:pt x="682" y="1926"/>
                  </a:lnTo>
                  <a:lnTo>
                    <a:pt x="903" y="1966"/>
                  </a:lnTo>
                  <a:lnTo>
                    <a:pt x="1124" y="1966"/>
                  </a:lnTo>
                  <a:lnTo>
                    <a:pt x="1264" y="1946"/>
                  </a:lnTo>
                  <a:lnTo>
                    <a:pt x="1384" y="1906"/>
                  </a:lnTo>
                  <a:lnTo>
                    <a:pt x="1505" y="1846"/>
                  </a:lnTo>
                  <a:lnTo>
                    <a:pt x="1605" y="1766"/>
                  </a:lnTo>
                  <a:lnTo>
                    <a:pt x="1705" y="1665"/>
                  </a:lnTo>
                  <a:lnTo>
                    <a:pt x="1785" y="1565"/>
                  </a:lnTo>
                  <a:lnTo>
                    <a:pt x="1866" y="1445"/>
                  </a:lnTo>
                  <a:lnTo>
                    <a:pt x="1926" y="1324"/>
                  </a:lnTo>
                  <a:lnTo>
                    <a:pt x="1946" y="1204"/>
                  </a:lnTo>
                  <a:lnTo>
                    <a:pt x="1966" y="1084"/>
                  </a:lnTo>
                  <a:lnTo>
                    <a:pt x="1986" y="963"/>
                  </a:lnTo>
                  <a:lnTo>
                    <a:pt x="1966" y="863"/>
                  </a:lnTo>
                  <a:lnTo>
                    <a:pt x="1946" y="743"/>
                  </a:lnTo>
                  <a:lnTo>
                    <a:pt x="1906" y="643"/>
                  </a:lnTo>
                  <a:lnTo>
                    <a:pt x="1866" y="542"/>
                  </a:lnTo>
                  <a:lnTo>
                    <a:pt x="1826" y="442"/>
                  </a:lnTo>
                  <a:lnTo>
                    <a:pt x="1745" y="362"/>
                  </a:lnTo>
                  <a:lnTo>
                    <a:pt x="1685" y="282"/>
                  </a:lnTo>
                  <a:lnTo>
                    <a:pt x="1585" y="201"/>
                  </a:lnTo>
                  <a:lnTo>
                    <a:pt x="1505" y="141"/>
                  </a:lnTo>
                  <a:lnTo>
                    <a:pt x="1404" y="81"/>
                  </a:lnTo>
                  <a:lnTo>
                    <a:pt x="1284" y="41"/>
                  </a:lnTo>
                  <a:lnTo>
                    <a:pt x="1184" y="2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35">
              <a:extLst>
                <a:ext uri="{FF2B5EF4-FFF2-40B4-BE49-F238E27FC236}">
                  <a16:creationId xmlns:a16="http://schemas.microsoft.com/office/drawing/2014/main" id="{9068747F-6B61-DC9A-CAA7-142AB6A73E4B}"/>
                </a:ext>
              </a:extLst>
            </p:cNvPr>
            <p:cNvSpPr/>
            <p:nvPr/>
          </p:nvSpPr>
          <p:spPr>
            <a:xfrm>
              <a:off x="11419000" y="4969163"/>
              <a:ext cx="49150" cy="49675"/>
            </a:xfrm>
            <a:custGeom>
              <a:avLst/>
              <a:gdLst/>
              <a:ahLst/>
              <a:cxnLst/>
              <a:rect l="l" t="t" r="r" b="b"/>
              <a:pathLst>
                <a:path w="1966" h="1987" extrusionOk="0">
                  <a:moveTo>
                    <a:pt x="943" y="1"/>
                  </a:moveTo>
                  <a:lnTo>
                    <a:pt x="823" y="21"/>
                  </a:lnTo>
                  <a:lnTo>
                    <a:pt x="722" y="41"/>
                  </a:lnTo>
                  <a:lnTo>
                    <a:pt x="622" y="81"/>
                  </a:lnTo>
                  <a:lnTo>
                    <a:pt x="522" y="121"/>
                  </a:lnTo>
                  <a:lnTo>
                    <a:pt x="422" y="181"/>
                  </a:lnTo>
                  <a:lnTo>
                    <a:pt x="261" y="322"/>
                  </a:lnTo>
                  <a:lnTo>
                    <a:pt x="141" y="502"/>
                  </a:lnTo>
                  <a:lnTo>
                    <a:pt x="61" y="682"/>
                  </a:lnTo>
                  <a:lnTo>
                    <a:pt x="0" y="903"/>
                  </a:lnTo>
                  <a:lnTo>
                    <a:pt x="0" y="1023"/>
                  </a:lnTo>
                  <a:lnTo>
                    <a:pt x="0" y="1124"/>
                  </a:lnTo>
                  <a:lnTo>
                    <a:pt x="40" y="1304"/>
                  </a:lnTo>
                  <a:lnTo>
                    <a:pt x="101" y="1465"/>
                  </a:lnTo>
                  <a:lnTo>
                    <a:pt x="201" y="1625"/>
                  </a:lnTo>
                  <a:lnTo>
                    <a:pt x="341" y="1745"/>
                  </a:lnTo>
                  <a:lnTo>
                    <a:pt x="502" y="1866"/>
                  </a:lnTo>
                  <a:lnTo>
                    <a:pt x="682" y="1946"/>
                  </a:lnTo>
                  <a:lnTo>
                    <a:pt x="883" y="1986"/>
                  </a:lnTo>
                  <a:lnTo>
                    <a:pt x="1123" y="1986"/>
                  </a:lnTo>
                  <a:lnTo>
                    <a:pt x="1244" y="1966"/>
                  </a:lnTo>
                  <a:lnTo>
                    <a:pt x="1384" y="1926"/>
                  </a:lnTo>
                  <a:lnTo>
                    <a:pt x="1504" y="1846"/>
                  </a:lnTo>
                  <a:lnTo>
                    <a:pt x="1605" y="1785"/>
                  </a:lnTo>
                  <a:lnTo>
                    <a:pt x="1705" y="1685"/>
                  </a:lnTo>
                  <a:lnTo>
                    <a:pt x="1785" y="1585"/>
                  </a:lnTo>
                  <a:lnTo>
                    <a:pt x="1865" y="1465"/>
                  </a:lnTo>
                  <a:lnTo>
                    <a:pt x="1906" y="1324"/>
                  </a:lnTo>
                  <a:lnTo>
                    <a:pt x="1946" y="1224"/>
                  </a:lnTo>
                  <a:lnTo>
                    <a:pt x="1966" y="1104"/>
                  </a:lnTo>
                  <a:lnTo>
                    <a:pt x="1966" y="983"/>
                  </a:lnTo>
                  <a:lnTo>
                    <a:pt x="1966" y="863"/>
                  </a:lnTo>
                  <a:lnTo>
                    <a:pt x="1946" y="763"/>
                  </a:lnTo>
                  <a:lnTo>
                    <a:pt x="1906" y="662"/>
                  </a:lnTo>
                  <a:lnTo>
                    <a:pt x="1865" y="562"/>
                  </a:lnTo>
                  <a:lnTo>
                    <a:pt x="1805" y="462"/>
                  </a:lnTo>
                  <a:lnTo>
                    <a:pt x="1745" y="382"/>
                  </a:lnTo>
                  <a:lnTo>
                    <a:pt x="1665" y="281"/>
                  </a:lnTo>
                  <a:lnTo>
                    <a:pt x="1585" y="221"/>
                  </a:lnTo>
                  <a:lnTo>
                    <a:pt x="1504" y="161"/>
                  </a:lnTo>
                  <a:lnTo>
                    <a:pt x="1404" y="101"/>
                  </a:lnTo>
                  <a:lnTo>
                    <a:pt x="1284" y="61"/>
                  </a:lnTo>
                  <a:lnTo>
                    <a:pt x="1184" y="21"/>
                  </a:lnTo>
                  <a:lnTo>
                    <a:pt x="1063" y="21"/>
                  </a:lnTo>
                  <a:lnTo>
                    <a:pt x="9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35">
              <a:extLst>
                <a:ext uri="{FF2B5EF4-FFF2-40B4-BE49-F238E27FC236}">
                  <a16:creationId xmlns:a16="http://schemas.microsoft.com/office/drawing/2014/main" id="{C72CD101-94C3-143F-9E67-D9A8C255780F}"/>
                </a:ext>
              </a:extLst>
            </p:cNvPr>
            <p:cNvSpPr/>
            <p:nvPr/>
          </p:nvSpPr>
          <p:spPr>
            <a:xfrm>
              <a:off x="12105350" y="4403638"/>
              <a:ext cx="49675" cy="49650"/>
            </a:xfrm>
            <a:custGeom>
              <a:avLst/>
              <a:gdLst/>
              <a:ahLst/>
              <a:cxnLst/>
              <a:rect l="l" t="t" r="r" b="b"/>
              <a:pathLst>
                <a:path w="1987" h="1986" extrusionOk="0">
                  <a:moveTo>
                    <a:pt x="944" y="0"/>
                  </a:moveTo>
                  <a:lnTo>
                    <a:pt x="843" y="20"/>
                  </a:lnTo>
                  <a:lnTo>
                    <a:pt x="743" y="40"/>
                  </a:lnTo>
                  <a:lnTo>
                    <a:pt x="623" y="80"/>
                  </a:lnTo>
                  <a:lnTo>
                    <a:pt x="542" y="120"/>
                  </a:lnTo>
                  <a:lnTo>
                    <a:pt x="442" y="181"/>
                  </a:lnTo>
                  <a:lnTo>
                    <a:pt x="282" y="321"/>
                  </a:lnTo>
                  <a:lnTo>
                    <a:pt x="161" y="481"/>
                  </a:lnTo>
                  <a:lnTo>
                    <a:pt x="61" y="682"/>
                  </a:lnTo>
                  <a:lnTo>
                    <a:pt x="21" y="903"/>
                  </a:lnTo>
                  <a:lnTo>
                    <a:pt x="1" y="1023"/>
                  </a:lnTo>
                  <a:lnTo>
                    <a:pt x="21" y="1123"/>
                  </a:lnTo>
                  <a:lnTo>
                    <a:pt x="41" y="1304"/>
                  </a:lnTo>
                  <a:lnTo>
                    <a:pt x="121" y="1464"/>
                  </a:lnTo>
                  <a:lnTo>
                    <a:pt x="222" y="1604"/>
                  </a:lnTo>
                  <a:lnTo>
                    <a:pt x="362" y="1745"/>
                  </a:lnTo>
                  <a:lnTo>
                    <a:pt x="522" y="1865"/>
                  </a:lnTo>
                  <a:lnTo>
                    <a:pt x="703" y="1925"/>
                  </a:lnTo>
                  <a:lnTo>
                    <a:pt x="903" y="1986"/>
                  </a:lnTo>
                  <a:lnTo>
                    <a:pt x="1124" y="1986"/>
                  </a:lnTo>
                  <a:lnTo>
                    <a:pt x="1264" y="1965"/>
                  </a:lnTo>
                  <a:lnTo>
                    <a:pt x="1385" y="1905"/>
                  </a:lnTo>
                  <a:lnTo>
                    <a:pt x="1505" y="1845"/>
                  </a:lnTo>
                  <a:lnTo>
                    <a:pt x="1625" y="1765"/>
                  </a:lnTo>
                  <a:lnTo>
                    <a:pt x="1706" y="1685"/>
                  </a:lnTo>
                  <a:lnTo>
                    <a:pt x="1806" y="1564"/>
                  </a:lnTo>
                  <a:lnTo>
                    <a:pt x="1866" y="1444"/>
                  </a:lnTo>
                  <a:lnTo>
                    <a:pt x="1926" y="1324"/>
                  </a:lnTo>
                  <a:lnTo>
                    <a:pt x="1966" y="1203"/>
                  </a:lnTo>
                  <a:lnTo>
                    <a:pt x="1986" y="1103"/>
                  </a:lnTo>
                  <a:lnTo>
                    <a:pt x="1986" y="983"/>
                  </a:lnTo>
                  <a:lnTo>
                    <a:pt x="1986" y="862"/>
                  </a:lnTo>
                  <a:lnTo>
                    <a:pt x="1946" y="762"/>
                  </a:lnTo>
                  <a:lnTo>
                    <a:pt x="1926" y="662"/>
                  </a:lnTo>
                  <a:lnTo>
                    <a:pt x="1886" y="542"/>
                  </a:lnTo>
                  <a:lnTo>
                    <a:pt x="1826" y="461"/>
                  </a:lnTo>
                  <a:lnTo>
                    <a:pt x="1766" y="361"/>
                  </a:lnTo>
                  <a:lnTo>
                    <a:pt x="1686" y="281"/>
                  </a:lnTo>
                  <a:lnTo>
                    <a:pt x="1605" y="221"/>
                  </a:lnTo>
                  <a:lnTo>
                    <a:pt x="1505" y="161"/>
                  </a:lnTo>
                  <a:lnTo>
                    <a:pt x="1405" y="100"/>
                  </a:lnTo>
                  <a:lnTo>
                    <a:pt x="1305" y="60"/>
                  </a:lnTo>
                  <a:lnTo>
                    <a:pt x="1184" y="20"/>
                  </a:lnTo>
                  <a:lnTo>
                    <a:pt x="10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35">
              <a:extLst>
                <a:ext uri="{FF2B5EF4-FFF2-40B4-BE49-F238E27FC236}">
                  <a16:creationId xmlns:a16="http://schemas.microsoft.com/office/drawing/2014/main" id="{9B813458-A4E5-BFE0-81C8-DABA691D1EF5}"/>
                </a:ext>
              </a:extLst>
            </p:cNvPr>
            <p:cNvSpPr/>
            <p:nvPr/>
          </p:nvSpPr>
          <p:spPr>
            <a:xfrm>
              <a:off x="11812575" y="4458288"/>
              <a:ext cx="49150" cy="49650"/>
            </a:xfrm>
            <a:custGeom>
              <a:avLst/>
              <a:gdLst/>
              <a:ahLst/>
              <a:cxnLst/>
              <a:rect l="l" t="t" r="r" b="b"/>
              <a:pathLst>
                <a:path w="1966" h="1986" extrusionOk="0">
                  <a:moveTo>
                    <a:pt x="943" y="0"/>
                  </a:moveTo>
                  <a:lnTo>
                    <a:pt x="822" y="20"/>
                  </a:lnTo>
                  <a:lnTo>
                    <a:pt x="722" y="40"/>
                  </a:lnTo>
                  <a:lnTo>
                    <a:pt x="622" y="80"/>
                  </a:lnTo>
                  <a:lnTo>
                    <a:pt x="522" y="120"/>
                  </a:lnTo>
                  <a:lnTo>
                    <a:pt x="441" y="181"/>
                  </a:lnTo>
                  <a:lnTo>
                    <a:pt x="281" y="321"/>
                  </a:lnTo>
                  <a:lnTo>
                    <a:pt x="141" y="481"/>
                  </a:lnTo>
                  <a:lnTo>
                    <a:pt x="60" y="682"/>
                  </a:lnTo>
                  <a:lnTo>
                    <a:pt x="0" y="903"/>
                  </a:lnTo>
                  <a:lnTo>
                    <a:pt x="0" y="1023"/>
                  </a:lnTo>
                  <a:lnTo>
                    <a:pt x="0" y="1123"/>
                  </a:lnTo>
                  <a:lnTo>
                    <a:pt x="40" y="1304"/>
                  </a:lnTo>
                  <a:lnTo>
                    <a:pt x="100" y="1464"/>
                  </a:lnTo>
                  <a:lnTo>
                    <a:pt x="221" y="1604"/>
                  </a:lnTo>
                  <a:lnTo>
                    <a:pt x="341" y="1745"/>
                  </a:lnTo>
                  <a:lnTo>
                    <a:pt x="502" y="1865"/>
                  </a:lnTo>
                  <a:lnTo>
                    <a:pt x="682" y="1945"/>
                  </a:lnTo>
                  <a:lnTo>
                    <a:pt x="883" y="1985"/>
                  </a:lnTo>
                  <a:lnTo>
                    <a:pt x="1123" y="1985"/>
                  </a:lnTo>
                  <a:lnTo>
                    <a:pt x="1244" y="1965"/>
                  </a:lnTo>
                  <a:lnTo>
                    <a:pt x="1384" y="1905"/>
                  </a:lnTo>
                  <a:lnTo>
                    <a:pt x="1504" y="1845"/>
                  </a:lnTo>
                  <a:lnTo>
                    <a:pt x="1605" y="1765"/>
                  </a:lnTo>
                  <a:lnTo>
                    <a:pt x="1705" y="1685"/>
                  </a:lnTo>
                  <a:lnTo>
                    <a:pt x="1785" y="1564"/>
                  </a:lnTo>
                  <a:lnTo>
                    <a:pt x="1865" y="1444"/>
                  </a:lnTo>
                  <a:lnTo>
                    <a:pt x="1905" y="1324"/>
                  </a:lnTo>
                  <a:lnTo>
                    <a:pt x="1945" y="1203"/>
                  </a:lnTo>
                  <a:lnTo>
                    <a:pt x="1965" y="1103"/>
                  </a:lnTo>
                  <a:lnTo>
                    <a:pt x="1965" y="983"/>
                  </a:lnTo>
                  <a:lnTo>
                    <a:pt x="1965" y="862"/>
                  </a:lnTo>
                  <a:lnTo>
                    <a:pt x="1945" y="762"/>
                  </a:lnTo>
                  <a:lnTo>
                    <a:pt x="1905" y="662"/>
                  </a:lnTo>
                  <a:lnTo>
                    <a:pt x="1865" y="542"/>
                  </a:lnTo>
                  <a:lnTo>
                    <a:pt x="1805" y="461"/>
                  </a:lnTo>
                  <a:lnTo>
                    <a:pt x="1745" y="361"/>
                  </a:lnTo>
                  <a:lnTo>
                    <a:pt x="1665" y="281"/>
                  </a:lnTo>
                  <a:lnTo>
                    <a:pt x="1584" y="221"/>
                  </a:lnTo>
                  <a:lnTo>
                    <a:pt x="1504" y="160"/>
                  </a:lnTo>
                  <a:lnTo>
                    <a:pt x="1404" y="100"/>
                  </a:lnTo>
                  <a:lnTo>
                    <a:pt x="1284" y="60"/>
                  </a:lnTo>
                  <a:lnTo>
                    <a:pt x="1183" y="20"/>
                  </a:lnTo>
                  <a:lnTo>
                    <a:pt x="10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35">
              <a:extLst>
                <a:ext uri="{FF2B5EF4-FFF2-40B4-BE49-F238E27FC236}">
                  <a16:creationId xmlns:a16="http://schemas.microsoft.com/office/drawing/2014/main" id="{616C963C-880D-20BE-95EE-FE2D6C12151D}"/>
                </a:ext>
              </a:extLst>
            </p:cNvPr>
            <p:cNvSpPr/>
            <p:nvPr/>
          </p:nvSpPr>
          <p:spPr>
            <a:xfrm>
              <a:off x="11982525" y="4983213"/>
              <a:ext cx="49650" cy="49650"/>
            </a:xfrm>
            <a:custGeom>
              <a:avLst/>
              <a:gdLst/>
              <a:ahLst/>
              <a:cxnLst/>
              <a:rect l="l" t="t" r="r" b="b"/>
              <a:pathLst>
                <a:path w="1986" h="1986" extrusionOk="0">
                  <a:moveTo>
                    <a:pt x="943" y="0"/>
                  </a:moveTo>
                  <a:lnTo>
                    <a:pt x="843" y="20"/>
                  </a:lnTo>
                  <a:lnTo>
                    <a:pt x="723" y="40"/>
                  </a:lnTo>
                  <a:lnTo>
                    <a:pt x="622" y="80"/>
                  </a:lnTo>
                  <a:lnTo>
                    <a:pt x="522" y="120"/>
                  </a:lnTo>
                  <a:lnTo>
                    <a:pt x="442" y="181"/>
                  </a:lnTo>
                  <a:lnTo>
                    <a:pt x="281" y="321"/>
                  </a:lnTo>
                  <a:lnTo>
                    <a:pt x="141" y="502"/>
                  </a:lnTo>
                  <a:lnTo>
                    <a:pt x="61" y="682"/>
                  </a:lnTo>
                  <a:lnTo>
                    <a:pt x="1" y="903"/>
                  </a:lnTo>
                  <a:lnTo>
                    <a:pt x="1" y="1023"/>
                  </a:lnTo>
                  <a:lnTo>
                    <a:pt x="1" y="1123"/>
                  </a:lnTo>
                  <a:lnTo>
                    <a:pt x="41" y="1304"/>
                  </a:lnTo>
                  <a:lnTo>
                    <a:pt x="121" y="1464"/>
                  </a:lnTo>
                  <a:lnTo>
                    <a:pt x="221" y="1625"/>
                  </a:lnTo>
                  <a:lnTo>
                    <a:pt x="342" y="1745"/>
                  </a:lnTo>
                  <a:lnTo>
                    <a:pt x="502" y="1865"/>
                  </a:lnTo>
                  <a:lnTo>
                    <a:pt x="682" y="1945"/>
                  </a:lnTo>
                  <a:lnTo>
                    <a:pt x="903" y="1986"/>
                  </a:lnTo>
                  <a:lnTo>
                    <a:pt x="1124" y="1986"/>
                  </a:lnTo>
                  <a:lnTo>
                    <a:pt x="1264" y="1966"/>
                  </a:lnTo>
                  <a:lnTo>
                    <a:pt x="1384" y="1925"/>
                  </a:lnTo>
                  <a:lnTo>
                    <a:pt x="1505" y="1845"/>
                  </a:lnTo>
                  <a:lnTo>
                    <a:pt x="1605" y="1785"/>
                  </a:lnTo>
                  <a:lnTo>
                    <a:pt x="1705" y="1685"/>
                  </a:lnTo>
                  <a:lnTo>
                    <a:pt x="1785" y="1584"/>
                  </a:lnTo>
                  <a:lnTo>
                    <a:pt x="1866" y="1464"/>
                  </a:lnTo>
                  <a:lnTo>
                    <a:pt x="1926" y="1324"/>
                  </a:lnTo>
                  <a:lnTo>
                    <a:pt x="1946" y="1223"/>
                  </a:lnTo>
                  <a:lnTo>
                    <a:pt x="1966" y="1103"/>
                  </a:lnTo>
                  <a:lnTo>
                    <a:pt x="1986" y="983"/>
                  </a:lnTo>
                  <a:lnTo>
                    <a:pt x="1966" y="863"/>
                  </a:lnTo>
                  <a:lnTo>
                    <a:pt x="1946" y="762"/>
                  </a:lnTo>
                  <a:lnTo>
                    <a:pt x="1926" y="662"/>
                  </a:lnTo>
                  <a:lnTo>
                    <a:pt x="1866" y="562"/>
                  </a:lnTo>
                  <a:lnTo>
                    <a:pt x="1826" y="461"/>
                  </a:lnTo>
                  <a:lnTo>
                    <a:pt x="1745" y="381"/>
                  </a:lnTo>
                  <a:lnTo>
                    <a:pt x="1685" y="281"/>
                  </a:lnTo>
                  <a:lnTo>
                    <a:pt x="1585" y="221"/>
                  </a:lnTo>
                  <a:lnTo>
                    <a:pt x="1505" y="161"/>
                  </a:lnTo>
                  <a:lnTo>
                    <a:pt x="1404" y="100"/>
                  </a:lnTo>
                  <a:lnTo>
                    <a:pt x="1304" y="60"/>
                  </a:lnTo>
                  <a:lnTo>
                    <a:pt x="1184" y="20"/>
                  </a:lnTo>
                  <a:lnTo>
                    <a:pt x="1064" y="20"/>
                  </a:lnTo>
                  <a:lnTo>
                    <a:pt x="9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35">
              <a:extLst>
                <a:ext uri="{FF2B5EF4-FFF2-40B4-BE49-F238E27FC236}">
                  <a16:creationId xmlns:a16="http://schemas.microsoft.com/office/drawing/2014/main" id="{5C2723E4-0DCE-9507-6644-DC59F729E145}"/>
                </a:ext>
              </a:extLst>
            </p:cNvPr>
            <p:cNvSpPr/>
            <p:nvPr/>
          </p:nvSpPr>
          <p:spPr>
            <a:xfrm>
              <a:off x="11386900" y="4083763"/>
              <a:ext cx="726000" cy="320400"/>
            </a:xfrm>
            <a:custGeom>
              <a:avLst/>
              <a:gdLst/>
              <a:ahLst/>
              <a:cxnLst/>
              <a:rect l="l" t="t" r="r" b="b"/>
              <a:pathLst>
                <a:path w="29040" h="12816" extrusionOk="0">
                  <a:moveTo>
                    <a:pt x="28699" y="0"/>
                  </a:moveTo>
                  <a:lnTo>
                    <a:pt x="28518" y="20"/>
                  </a:lnTo>
                  <a:lnTo>
                    <a:pt x="28258" y="81"/>
                  </a:lnTo>
                  <a:lnTo>
                    <a:pt x="27897" y="181"/>
                  </a:lnTo>
                  <a:lnTo>
                    <a:pt x="27476" y="301"/>
                  </a:lnTo>
                  <a:lnTo>
                    <a:pt x="26433" y="662"/>
                  </a:lnTo>
                  <a:lnTo>
                    <a:pt x="25149" y="1123"/>
                  </a:lnTo>
                  <a:lnTo>
                    <a:pt x="23645" y="1685"/>
                  </a:lnTo>
                  <a:lnTo>
                    <a:pt x="21981" y="2327"/>
                  </a:lnTo>
                  <a:lnTo>
                    <a:pt x="18331" y="3771"/>
                  </a:lnTo>
                  <a:lnTo>
                    <a:pt x="17749" y="3991"/>
                  </a:lnTo>
                  <a:lnTo>
                    <a:pt x="16786" y="4392"/>
                  </a:lnTo>
                  <a:lnTo>
                    <a:pt x="12876" y="5957"/>
                  </a:lnTo>
                  <a:lnTo>
                    <a:pt x="6418" y="8564"/>
                  </a:lnTo>
                  <a:lnTo>
                    <a:pt x="6077" y="8644"/>
                  </a:lnTo>
                  <a:lnTo>
                    <a:pt x="5757" y="8724"/>
                  </a:lnTo>
                  <a:lnTo>
                    <a:pt x="5095" y="8844"/>
                  </a:lnTo>
                  <a:lnTo>
                    <a:pt x="4473" y="8925"/>
                  </a:lnTo>
                  <a:lnTo>
                    <a:pt x="3871" y="9005"/>
                  </a:lnTo>
                  <a:lnTo>
                    <a:pt x="3270" y="9085"/>
                  </a:lnTo>
                  <a:lnTo>
                    <a:pt x="2688" y="9185"/>
                  </a:lnTo>
                  <a:lnTo>
                    <a:pt x="2407" y="9266"/>
                  </a:lnTo>
                  <a:lnTo>
                    <a:pt x="2107" y="9346"/>
                  </a:lnTo>
                  <a:lnTo>
                    <a:pt x="1826" y="9466"/>
                  </a:lnTo>
                  <a:lnTo>
                    <a:pt x="1525" y="9586"/>
                  </a:lnTo>
                  <a:lnTo>
                    <a:pt x="1324" y="9687"/>
                  </a:lnTo>
                  <a:lnTo>
                    <a:pt x="984" y="9907"/>
                  </a:lnTo>
                  <a:lnTo>
                    <a:pt x="643" y="10148"/>
                  </a:lnTo>
                  <a:lnTo>
                    <a:pt x="482" y="10288"/>
                  </a:lnTo>
                  <a:lnTo>
                    <a:pt x="342" y="10429"/>
                  </a:lnTo>
                  <a:lnTo>
                    <a:pt x="221" y="10569"/>
                  </a:lnTo>
                  <a:lnTo>
                    <a:pt x="141" y="10729"/>
                  </a:lnTo>
                  <a:lnTo>
                    <a:pt x="61" y="10890"/>
                  </a:lnTo>
                  <a:lnTo>
                    <a:pt x="21" y="11050"/>
                  </a:lnTo>
                  <a:lnTo>
                    <a:pt x="1" y="11231"/>
                  </a:lnTo>
                  <a:lnTo>
                    <a:pt x="1" y="11391"/>
                  </a:lnTo>
                  <a:lnTo>
                    <a:pt x="41" y="11552"/>
                  </a:lnTo>
                  <a:lnTo>
                    <a:pt x="81" y="11712"/>
                  </a:lnTo>
                  <a:lnTo>
                    <a:pt x="141" y="11853"/>
                  </a:lnTo>
                  <a:lnTo>
                    <a:pt x="221" y="12013"/>
                  </a:lnTo>
                  <a:lnTo>
                    <a:pt x="322" y="12153"/>
                  </a:lnTo>
                  <a:lnTo>
                    <a:pt x="422" y="12274"/>
                  </a:lnTo>
                  <a:lnTo>
                    <a:pt x="562" y="12394"/>
                  </a:lnTo>
                  <a:lnTo>
                    <a:pt x="683" y="12494"/>
                  </a:lnTo>
                  <a:lnTo>
                    <a:pt x="823" y="12575"/>
                  </a:lnTo>
                  <a:lnTo>
                    <a:pt x="984" y="12655"/>
                  </a:lnTo>
                  <a:lnTo>
                    <a:pt x="1144" y="12715"/>
                  </a:lnTo>
                  <a:lnTo>
                    <a:pt x="1304" y="12755"/>
                  </a:lnTo>
                  <a:lnTo>
                    <a:pt x="1485" y="12795"/>
                  </a:lnTo>
                  <a:lnTo>
                    <a:pt x="1645" y="12815"/>
                  </a:lnTo>
                  <a:lnTo>
                    <a:pt x="1826" y="12815"/>
                  </a:lnTo>
                  <a:lnTo>
                    <a:pt x="1986" y="12795"/>
                  </a:lnTo>
                  <a:lnTo>
                    <a:pt x="2327" y="12735"/>
                  </a:lnTo>
                  <a:lnTo>
                    <a:pt x="2648" y="12655"/>
                  </a:lnTo>
                  <a:lnTo>
                    <a:pt x="2969" y="12514"/>
                  </a:lnTo>
                  <a:lnTo>
                    <a:pt x="3310" y="12354"/>
                  </a:lnTo>
                  <a:lnTo>
                    <a:pt x="3611" y="12153"/>
                  </a:lnTo>
                  <a:lnTo>
                    <a:pt x="3932" y="11933"/>
                  </a:lnTo>
                  <a:lnTo>
                    <a:pt x="4533" y="11472"/>
                  </a:lnTo>
                  <a:lnTo>
                    <a:pt x="5135" y="11010"/>
                  </a:lnTo>
                  <a:lnTo>
                    <a:pt x="5696" y="10569"/>
                  </a:lnTo>
                  <a:lnTo>
                    <a:pt x="5957" y="10369"/>
                  </a:lnTo>
                  <a:lnTo>
                    <a:pt x="6218" y="10208"/>
                  </a:lnTo>
                  <a:lnTo>
                    <a:pt x="6779" y="9887"/>
                  </a:lnTo>
                  <a:lnTo>
                    <a:pt x="7461" y="9526"/>
                  </a:lnTo>
                  <a:lnTo>
                    <a:pt x="8263" y="9145"/>
                  </a:lnTo>
                  <a:lnTo>
                    <a:pt x="9166" y="8724"/>
                  </a:lnTo>
                  <a:lnTo>
                    <a:pt x="10169" y="8283"/>
                  </a:lnTo>
                  <a:lnTo>
                    <a:pt x="11231" y="7842"/>
                  </a:lnTo>
                  <a:lnTo>
                    <a:pt x="13538" y="6879"/>
                  </a:lnTo>
                  <a:lnTo>
                    <a:pt x="15423" y="6137"/>
                  </a:lnTo>
                  <a:lnTo>
                    <a:pt x="17328" y="5395"/>
                  </a:lnTo>
                  <a:lnTo>
                    <a:pt x="17348" y="5395"/>
                  </a:lnTo>
                  <a:lnTo>
                    <a:pt x="18230" y="5054"/>
                  </a:lnTo>
                  <a:lnTo>
                    <a:pt x="18832" y="4813"/>
                  </a:lnTo>
                  <a:lnTo>
                    <a:pt x="22322" y="3490"/>
                  </a:lnTo>
                  <a:lnTo>
                    <a:pt x="25310" y="2367"/>
                  </a:lnTo>
                  <a:lnTo>
                    <a:pt x="27455" y="1565"/>
                  </a:lnTo>
                  <a:lnTo>
                    <a:pt x="28117" y="1284"/>
                  </a:lnTo>
                  <a:lnTo>
                    <a:pt x="28458" y="1143"/>
                  </a:lnTo>
                  <a:lnTo>
                    <a:pt x="28558" y="1083"/>
                  </a:lnTo>
                  <a:lnTo>
                    <a:pt x="28659" y="1003"/>
                  </a:lnTo>
                  <a:lnTo>
                    <a:pt x="28819" y="843"/>
                  </a:lnTo>
                  <a:lnTo>
                    <a:pt x="28940" y="642"/>
                  </a:lnTo>
                  <a:lnTo>
                    <a:pt x="29020" y="462"/>
                  </a:lnTo>
                  <a:lnTo>
                    <a:pt x="29040" y="361"/>
                  </a:lnTo>
                  <a:lnTo>
                    <a:pt x="29040" y="281"/>
                  </a:lnTo>
                  <a:lnTo>
                    <a:pt x="29040" y="201"/>
                  </a:lnTo>
                  <a:lnTo>
                    <a:pt x="29000" y="141"/>
                  </a:lnTo>
                  <a:lnTo>
                    <a:pt x="28960" y="81"/>
                  </a:lnTo>
                  <a:lnTo>
                    <a:pt x="28899" y="40"/>
                  </a:lnTo>
                  <a:lnTo>
                    <a:pt x="28799" y="20"/>
                  </a:lnTo>
                  <a:lnTo>
                    <a:pt x="286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35">
              <a:extLst>
                <a:ext uri="{FF2B5EF4-FFF2-40B4-BE49-F238E27FC236}">
                  <a16:creationId xmlns:a16="http://schemas.microsoft.com/office/drawing/2014/main" id="{24F638D5-982C-FAEB-E599-81B74354EDAE}"/>
                </a:ext>
              </a:extLst>
            </p:cNvPr>
            <p:cNvSpPr/>
            <p:nvPr/>
          </p:nvSpPr>
          <p:spPr>
            <a:xfrm>
              <a:off x="11386900" y="4083763"/>
              <a:ext cx="726000" cy="320400"/>
            </a:xfrm>
            <a:custGeom>
              <a:avLst/>
              <a:gdLst/>
              <a:ahLst/>
              <a:cxnLst/>
              <a:rect l="l" t="t" r="r" b="b"/>
              <a:pathLst>
                <a:path w="29040" h="12816" fill="none" extrusionOk="0">
                  <a:moveTo>
                    <a:pt x="28458" y="1143"/>
                  </a:moveTo>
                  <a:lnTo>
                    <a:pt x="28458" y="1143"/>
                  </a:lnTo>
                  <a:lnTo>
                    <a:pt x="28117" y="1284"/>
                  </a:lnTo>
                  <a:lnTo>
                    <a:pt x="27455" y="1565"/>
                  </a:lnTo>
                  <a:lnTo>
                    <a:pt x="25310" y="2367"/>
                  </a:lnTo>
                  <a:lnTo>
                    <a:pt x="22322" y="3490"/>
                  </a:lnTo>
                  <a:lnTo>
                    <a:pt x="18832" y="4813"/>
                  </a:lnTo>
                  <a:lnTo>
                    <a:pt x="18832" y="4813"/>
                  </a:lnTo>
                  <a:lnTo>
                    <a:pt x="18230" y="5054"/>
                  </a:lnTo>
                  <a:lnTo>
                    <a:pt x="18230" y="5054"/>
                  </a:lnTo>
                  <a:lnTo>
                    <a:pt x="17348" y="5395"/>
                  </a:lnTo>
                  <a:lnTo>
                    <a:pt x="17348" y="5395"/>
                  </a:lnTo>
                  <a:lnTo>
                    <a:pt x="17328" y="5395"/>
                  </a:lnTo>
                  <a:lnTo>
                    <a:pt x="17328" y="5395"/>
                  </a:lnTo>
                  <a:lnTo>
                    <a:pt x="15423" y="6137"/>
                  </a:lnTo>
                  <a:lnTo>
                    <a:pt x="13538" y="6879"/>
                  </a:lnTo>
                  <a:lnTo>
                    <a:pt x="13538" y="6879"/>
                  </a:lnTo>
                  <a:lnTo>
                    <a:pt x="11231" y="7842"/>
                  </a:lnTo>
                  <a:lnTo>
                    <a:pt x="10169" y="8283"/>
                  </a:lnTo>
                  <a:lnTo>
                    <a:pt x="9166" y="8724"/>
                  </a:lnTo>
                  <a:lnTo>
                    <a:pt x="8263" y="9145"/>
                  </a:lnTo>
                  <a:lnTo>
                    <a:pt x="7461" y="9526"/>
                  </a:lnTo>
                  <a:lnTo>
                    <a:pt x="6779" y="9887"/>
                  </a:lnTo>
                  <a:lnTo>
                    <a:pt x="6218" y="10208"/>
                  </a:lnTo>
                  <a:lnTo>
                    <a:pt x="6218" y="10208"/>
                  </a:lnTo>
                  <a:lnTo>
                    <a:pt x="5957" y="10369"/>
                  </a:lnTo>
                  <a:lnTo>
                    <a:pt x="5696" y="10569"/>
                  </a:lnTo>
                  <a:lnTo>
                    <a:pt x="5135" y="11010"/>
                  </a:lnTo>
                  <a:lnTo>
                    <a:pt x="4533" y="11472"/>
                  </a:lnTo>
                  <a:lnTo>
                    <a:pt x="3932" y="11933"/>
                  </a:lnTo>
                  <a:lnTo>
                    <a:pt x="3611" y="12153"/>
                  </a:lnTo>
                  <a:lnTo>
                    <a:pt x="3310" y="12354"/>
                  </a:lnTo>
                  <a:lnTo>
                    <a:pt x="2969" y="12514"/>
                  </a:lnTo>
                  <a:lnTo>
                    <a:pt x="2648" y="12655"/>
                  </a:lnTo>
                  <a:lnTo>
                    <a:pt x="2327" y="12735"/>
                  </a:lnTo>
                  <a:lnTo>
                    <a:pt x="1986" y="12795"/>
                  </a:lnTo>
                  <a:lnTo>
                    <a:pt x="1826" y="12815"/>
                  </a:lnTo>
                  <a:lnTo>
                    <a:pt x="1645" y="12815"/>
                  </a:lnTo>
                  <a:lnTo>
                    <a:pt x="1485" y="12795"/>
                  </a:lnTo>
                  <a:lnTo>
                    <a:pt x="1304" y="12755"/>
                  </a:lnTo>
                  <a:lnTo>
                    <a:pt x="1304" y="12755"/>
                  </a:lnTo>
                  <a:lnTo>
                    <a:pt x="1144" y="12715"/>
                  </a:lnTo>
                  <a:lnTo>
                    <a:pt x="984" y="12655"/>
                  </a:lnTo>
                  <a:lnTo>
                    <a:pt x="823" y="12575"/>
                  </a:lnTo>
                  <a:lnTo>
                    <a:pt x="683" y="12494"/>
                  </a:lnTo>
                  <a:lnTo>
                    <a:pt x="562" y="12394"/>
                  </a:lnTo>
                  <a:lnTo>
                    <a:pt x="422" y="12274"/>
                  </a:lnTo>
                  <a:lnTo>
                    <a:pt x="322" y="12153"/>
                  </a:lnTo>
                  <a:lnTo>
                    <a:pt x="221" y="12013"/>
                  </a:lnTo>
                  <a:lnTo>
                    <a:pt x="141" y="11853"/>
                  </a:lnTo>
                  <a:lnTo>
                    <a:pt x="81" y="11712"/>
                  </a:lnTo>
                  <a:lnTo>
                    <a:pt x="41" y="11552"/>
                  </a:lnTo>
                  <a:lnTo>
                    <a:pt x="1" y="11391"/>
                  </a:lnTo>
                  <a:lnTo>
                    <a:pt x="1" y="11231"/>
                  </a:lnTo>
                  <a:lnTo>
                    <a:pt x="21" y="11050"/>
                  </a:lnTo>
                  <a:lnTo>
                    <a:pt x="61" y="10890"/>
                  </a:lnTo>
                  <a:lnTo>
                    <a:pt x="141" y="10729"/>
                  </a:lnTo>
                  <a:lnTo>
                    <a:pt x="141" y="10729"/>
                  </a:lnTo>
                  <a:lnTo>
                    <a:pt x="221" y="10569"/>
                  </a:lnTo>
                  <a:lnTo>
                    <a:pt x="342" y="10429"/>
                  </a:lnTo>
                  <a:lnTo>
                    <a:pt x="482" y="10288"/>
                  </a:lnTo>
                  <a:lnTo>
                    <a:pt x="643" y="10148"/>
                  </a:lnTo>
                  <a:lnTo>
                    <a:pt x="984" y="9907"/>
                  </a:lnTo>
                  <a:lnTo>
                    <a:pt x="1324" y="9687"/>
                  </a:lnTo>
                  <a:lnTo>
                    <a:pt x="1324" y="9687"/>
                  </a:lnTo>
                  <a:lnTo>
                    <a:pt x="1525" y="9586"/>
                  </a:lnTo>
                  <a:lnTo>
                    <a:pt x="1525" y="9586"/>
                  </a:lnTo>
                  <a:lnTo>
                    <a:pt x="1826" y="9466"/>
                  </a:lnTo>
                  <a:lnTo>
                    <a:pt x="2107" y="9346"/>
                  </a:lnTo>
                  <a:lnTo>
                    <a:pt x="2407" y="9266"/>
                  </a:lnTo>
                  <a:lnTo>
                    <a:pt x="2688" y="9185"/>
                  </a:lnTo>
                  <a:lnTo>
                    <a:pt x="3270" y="9085"/>
                  </a:lnTo>
                  <a:lnTo>
                    <a:pt x="3871" y="9005"/>
                  </a:lnTo>
                  <a:lnTo>
                    <a:pt x="4473" y="8925"/>
                  </a:lnTo>
                  <a:lnTo>
                    <a:pt x="5095" y="8844"/>
                  </a:lnTo>
                  <a:lnTo>
                    <a:pt x="5757" y="8724"/>
                  </a:lnTo>
                  <a:lnTo>
                    <a:pt x="6077" y="8644"/>
                  </a:lnTo>
                  <a:lnTo>
                    <a:pt x="6418" y="8564"/>
                  </a:lnTo>
                  <a:lnTo>
                    <a:pt x="6418" y="8564"/>
                  </a:lnTo>
                  <a:lnTo>
                    <a:pt x="12876" y="5957"/>
                  </a:lnTo>
                  <a:lnTo>
                    <a:pt x="12876" y="5957"/>
                  </a:lnTo>
                  <a:lnTo>
                    <a:pt x="16786" y="4392"/>
                  </a:lnTo>
                  <a:lnTo>
                    <a:pt x="16786" y="4392"/>
                  </a:lnTo>
                  <a:lnTo>
                    <a:pt x="17749" y="3991"/>
                  </a:lnTo>
                  <a:lnTo>
                    <a:pt x="17749" y="3991"/>
                  </a:lnTo>
                  <a:lnTo>
                    <a:pt x="18331" y="3771"/>
                  </a:lnTo>
                  <a:lnTo>
                    <a:pt x="18331" y="3771"/>
                  </a:lnTo>
                  <a:lnTo>
                    <a:pt x="21981" y="2327"/>
                  </a:lnTo>
                  <a:lnTo>
                    <a:pt x="23645" y="1685"/>
                  </a:lnTo>
                  <a:lnTo>
                    <a:pt x="25149" y="1123"/>
                  </a:lnTo>
                  <a:lnTo>
                    <a:pt x="26433" y="662"/>
                  </a:lnTo>
                  <a:lnTo>
                    <a:pt x="27476" y="301"/>
                  </a:lnTo>
                  <a:lnTo>
                    <a:pt x="27897" y="181"/>
                  </a:lnTo>
                  <a:lnTo>
                    <a:pt x="28258" y="81"/>
                  </a:lnTo>
                  <a:lnTo>
                    <a:pt x="28518" y="20"/>
                  </a:lnTo>
                  <a:lnTo>
                    <a:pt x="28699" y="0"/>
                  </a:lnTo>
                  <a:lnTo>
                    <a:pt x="28699" y="0"/>
                  </a:lnTo>
                  <a:lnTo>
                    <a:pt x="28799" y="20"/>
                  </a:lnTo>
                  <a:lnTo>
                    <a:pt x="28899" y="40"/>
                  </a:lnTo>
                  <a:lnTo>
                    <a:pt x="28960" y="81"/>
                  </a:lnTo>
                  <a:lnTo>
                    <a:pt x="29000" y="141"/>
                  </a:lnTo>
                  <a:lnTo>
                    <a:pt x="29040" y="201"/>
                  </a:lnTo>
                  <a:lnTo>
                    <a:pt x="29040" y="281"/>
                  </a:lnTo>
                  <a:lnTo>
                    <a:pt x="29040" y="361"/>
                  </a:lnTo>
                  <a:lnTo>
                    <a:pt x="29020" y="462"/>
                  </a:lnTo>
                  <a:lnTo>
                    <a:pt x="28940" y="642"/>
                  </a:lnTo>
                  <a:lnTo>
                    <a:pt x="28819" y="843"/>
                  </a:lnTo>
                  <a:lnTo>
                    <a:pt x="28659" y="1003"/>
                  </a:lnTo>
                  <a:lnTo>
                    <a:pt x="28558" y="1083"/>
                  </a:lnTo>
                  <a:lnTo>
                    <a:pt x="28458" y="11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35">
              <a:extLst>
                <a:ext uri="{FF2B5EF4-FFF2-40B4-BE49-F238E27FC236}">
                  <a16:creationId xmlns:a16="http://schemas.microsoft.com/office/drawing/2014/main" id="{6C0B18E1-2B24-6542-9E16-AE49598DAC26}"/>
                </a:ext>
              </a:extLst>
            </p:cNvPr>
            <p:cNvSpPr/>
            <p:nvPr/>
          </p:nvSpPr>
          <p:spPr>
            <a:xfrm>
              <a:off x="11708775" y="4193563"/>
              <a:ext cx="111325" cy="62200"/>
            </a:xfrm>
            <a:custGeom>
              <a:avLst/>
              <a:gdLst/>
              <a:ahLst/>
              <a:cxnLst/>
              <a:rect l="l" t="t" r="r" b="b"/>
              <a:pathLst>
                <a:path w="4453" h="2488" extrusionOk="0">
                  <a:moveTo>
                    <a:pt x="3911" y="0"/>
                  </a:moveTo>
                  <a:lnTo>
                    <a:pt x="1" y="1565"/>
                  </a:lnTo>
                  <a:lnTo>
                    <a:pt x="161" y="1705"/>
                  </a:lnTo>
                  <a:lnTo>
                    <a:pt x="302" y="1845"/>
                  </a:lnTo>
                  <a:lnTo>
                    <a:pt x="442" y="2026"/>
                  </a:lnTo>
                  <a:lnTo>
                    <a:pt x="542" y="2206"/>
                  </a:lnTo>
                  <a:lnTo>
                    <a:pt x="623" y="2347"/>
                  </a:lnTo>
                  <a:lnTo>
                    <a:pt x="663" y="2487"/>
                  </a:lnTo>
                  <a:lnTo>
                    <a:pt x="2548" y="1745"/>
                  </a:lnTo>
                  <a:lnTo>
                    <a:pt x="4453" y="1003"/>
                  </a:lnTo>
                  <a:lnTo>
                    <a:pt x="4353" y="722"/>
                  </a:lnTo>
                  <a:lnTo>
                    <a:pt x="4232" y="462"/>
                  </a:lnTo>
                  <a:lnTo>
                    <a:pt x="4072" y="221"/>
                  </a:lnTo>
                  <a:lnTo>
                    <a:pt x="39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35">
              <a:extLst>
                <a:ext uri="{FF2B5EF4-FFF2-40B4-BE49-F238E27FC236}">
                  <a16:creationId xmlns:a16="http://schemas.microsoft.com/office/drawing/2014/main" id="{9F298022-9324-CCE1-63A0-C2037A9D68DC}"/>
                </a:ext>
              </a:extLst>
            </p:cNvPr>
            <p:cNvSpPr/>
            <p:nvPr/>
          </p:nvSpPr>
          <p:spPr>
            <a:xfrm>
              <a:off x="11708775" y="4193563"/>
              <a:ext cx="111325" cy="62200"/>
            </a:xfrm>
            <a:custGeom>
              <a:avLst/>
              <a:gdLst/>
              <a:ahLst/>
              <a:cxnLst/>
              <a:rect l="l" t="t" r="r" b="b"/>
              <a:pathLst>
                <a:path w="4453" h="2488" fill="none" extrusionOk="0">
                  <a:moveTo>
                    <a:pt x="4453" y="1003"/>
                  </a:moveTo>
                  <a:lnTo>
                    <a:pt x="4453" y="1003"/>
                  </a:lnTo>
                  <a:lnTo>
                    <a:pt x="2548" y="1745"/>
                  </a:lnTo>
                  <a:lnTo>
                    <a:pt x="663" y="2487"/>
                  </a:lnTo>
                  <a:lnTo>
                    <a:pt x="663" y="2487"/>
                  </a:lnTo>
                  <a:lnTo>
                    <a:pt x="623" y="2347"/>
                  </a:lnTo>
                  <a:lnTo>
                    <a:pt x="542" y="2206"/>
                  </a:lnTo>
                  <a:lnTo>
                    <a:pt x="542" y="2206"/>
                  </a:lnTo>
                  <a:lnTo>
                    <a:pt x="442" y="2026"/>
                  </a:lnTo>
                  <a:lnTo>
                    <a:pt x="302" y="1845"/>
                  </a:lnTo>
                  <a:lnTo>
                    <a:pt x="161" y="1705"/>
                  </a:lnTo>
                  <a:lnTo>
                    <a:pt x="1" y="1565"/>
                  </a:lnTo>
                  <a:lnTo>
                    <a:pt x="1" y="1565"/>
                  </a:lnTo>
                  <a:lnTo>
                    <a:pt x="3911" y="0"/>
                  </a:lnTo>
                  <a:lnTo>
                    <a:pt x="3911" y="0"/>
                  </a:lnTo>
                  <a:lnTo>
                    <a:pt x="4072" y="221"/>
                  </a:lnTo>
                  <a:lnTo>
                    <a:pt x="4232" y="462"/>
                  </a:lnTo>
                  <a:lnTo>
                    <a:pt x="4353" y="722"/>
                  </a:lnTo>
                  <a:lnTo>
                    <a:pt x="4453" y="10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35">
              <a:extLst>
                <a:ext uri="{FF2B5EF4-FFF2-40B4-BE49-F238E27FC236}">
                  <a16:creationId xmlns:a16="http://schemas.microsoft.com/office/drawing/2014/main" id="{2ED52996-14FE-224D-A0AD-A3C0CEFB5DB6}"/>
                </a:ext>
              </a:extLst>
            </p:cNvPr>
            <p:cNvSpPr/>
            <p:nvPr/>
          </p:nvSpPr>
          <p:spPr>
            <a:xfrm>
              <a:off x="11830625" y="4178013"/>
              <a:ext cx="27100" cy="32125"/>
            </a:xfrm>
            <a:custGeom>
              <a:avLst/>
              <a:gdLst/>
              <a:ahLst/>
              <a:cxnLst/>
              <a:rect l="l" t="t" r="r" b="b"/>
              <a:pathLst>
                <a:path w="1084" h="1285" extrusionOk="0">
                  <a:moveTo>
                    <a:pt x="582" y="1"/>
                  </a:moveTo>
                  <a:lnTo>
                    <a:pt x="0" y="221"/>
                  </a:lnTo>
                  <a:lnTo>
                    <a:pt x="161" y="462"/>
                  </a:lnTo>
                  <a:lnTo>
                    <a:pt x="281" y="723"/>
                  </a:lnTo>
                  <a:lnTo>
                    <a:pt x="401" y="983"/>
                  </a:lnTo>
                  <a:lnTo>
                    <a:pt x="481" y="1284"/>
                  </a:lnTo>
                  <a:lnTo>
                    <a:pt x="1083" y="1043"/>
                  </a:lnTo>
                  <a:lnTo>
                    <a:pt x="1003" y="763"/>
                  </a:lnTo>
                  <a:lnTo>
                    <a:pt x="883" y="502"/>
                  </a:lnTo>
                  <a:lnTo>
                    <a:pt x="742" y="241"/>
                  </a:lnTo>
                  <a:lnTo>
                    <a:pt x="5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35">
              <a:extLst>
                <a:ext uri="{FF2B5EF4-FFF2-40B4-BE49-F238E27FC236}">
                  <a16:creationId xmlns:a16="http://schemas.microsoft.com/office/drawing/2014/main" id="{8A42ADE5-9BF2-D4A0-E41F-529634171A20}"/>
                </a:ext>
              </a:extLst>
            </p:cNvPr>
            <p:cNvSpPr/>
            <p:nvPr/>
          </p:nvSpPr>
          <p:spPr>
            <a:xfrm>
              <a:off x="11386900" y="4250713"/>
              <a:ext cx="338450" cy="153450"/>
            </a:xfrm>
            <a:custGeom>
              <a:avLst/>
              <a:gdLst/>
              <a:ahLst/>
              <a:cxnLst/>
              <a:rect l="l" t="t" r="r" b="b"/>
              <a:pathLst>
                <a:path w="13538" h="6138" extrusionOk="0">
                  <a:moveTo>
                    <a:pt x="13457" y="0"/>
                  </a:moveTo>
                  <a:lnTo>
                    <a:pt x="11853" y="542"/>
                  </a:lnTo>
                  <a:lnTo>
                    <a:pt x="10529" y="1003"/>
                  </a:lnTo>
                  <a:lnTo>
                    <a:pt x="9206" y="1485"/>
                  </a:lnTo>
                  <a:lnTo>
                    <a:pt x="8544" y="1745"/>
                  </a:lnTo>
                  <a:lnTo>
                    <a:pt x="7902" y="2006"/>
                  </a:lnTo>
                  <a:lnTo>
                    <a:pt x="7261" y="2287"/>
                  </a:lnTo>
                  <a:lnTo>
                    <a:pt x="6619" y="2588"/>
                  </a:lnTo>
                  <a:lnTo>
                    <a:pt x="5977" y="2928"/>
                  </a:lnTo>
                  <a:lnTo>
                    <a:pt x="6278" y="2928"/>
                  </a:lnTo>
                  <a:lnTo>
                    <a:pt x="6579" y="2948"/>
                  </a:lnTo>
                  <a:lnTo>
                    <a:pt x="7120" y="3009"/>
                  </a:lnTo>
                  <a:lnTo>
                    <a:pt x="7722" y="2728"/>
                  </a:lnTo>
                  <a:lnTo>
                    <a:pt x="8404" y="2407"/>
                  </a:lnTo>
                  <a:lnTo>
                    <a:pt x="9928" y="1725"/>
                  </a:lnTo>
                  <a:lnTo>
                    <a:pt x="11653" y="983"/>
                  </a:lnTo>
                  <a:lnTo>
                    <a:pt x="13538" y="201"/>
                  </a:lnTo>
                  <a:lnTo>
                    <a:pt x="13457" y="0"/>
                  </a:lnTo>
                  <a:close/>
                  <a:moveTo>
                    <a:pt x="1324" y="3009"/>
                  </a:moveTo>
                  <a:lnTo>
                    <a:pt x="984" y="3229"/>
                  </a:lnTo>
                  <a:lnTo>
                    <a:pt x="643" y="3470"/>
                  </a:lnTo>
                  <a:lnTo>
                    <a:pt x="482" y="3610"/>
                  </a:lnTo>
                  <a:lnTo>
                    <a:pt x="342" y="3751"/>
                  </a:lnTo>
                  <a:lnTo>
                    <a:pt x="221" y="3891"/>
                  </a:lnTo>
                  <a:lnTo>
                    <a:pt x="141" y="4051"/>
                  </a:lnTo>
                  <a:lnTo>
                    <a:pt x="81" y="4192"/>
                  </a:lnTo>
                  <a:lnTo>
                    <a:pt x="41" y="4332"/>
                  </a:lnTo>
                  <a:lnTo>
                    <a:pt x="21" y="4473"/>
                  </a:lnTo>
                  <a:lnTo>
                    <a:pt x="1" y="4613"/>
                  </a:lnTo>
                  <a:lnTo>
                    <a:pt x="21" y="4733"/>
                  </a:lnTo>
                  <a:lnTo>
                    <a:pt x="41" y="4854"/>
                  </a:lnTo>
                  <a:lnTo>
                    <a:pt x="61" y="4994"/>
                  </a:lnTo>
                  <a:lnTo>
                    <a:pt x="101" y="5114"/>
                  </a:lnTo>
                  <a:lnTo>
                    <a:pt x="242" y="5335"/>
                  </a:lnTo>
                  <a:lnTo>
                    <a:pt x="402" y="5556"/>
                  </a:lnTo>
                  <a:lnTo>
                    <a:pt x="582" y="5736"/>
                  </a:lnTo>
                  <a:lnTo>
                    <a:pt x="803" y="5897"/>
                  </a:lnTo>
                  <a:lnTo>
                    <a:pt x="1044" y="6017"/>
                  </a:lnTo>
                  <a:lnTo>
                    <a:pt x="1304" y="6077"/>
                  </a:lnTo>
                  <a:lnTo>
                    <a:pt x="1525" y="6117"/>
                  </a:lnTo>
                  <a:lnTo>
                    <a:pt x="1766" y="6137"/>
                  </a:lnTo>
                  <a:lnTo>
                    <a:pt x="2006" y="6117"/>
                  </a:lnTo>
                  <a:lnTo>
                    <a:pt x="2247" y="6077"/>
                  </a:lnTo>
                  <a:lnTo>
                    <a:pt x="2468" y="6017"/>
                  </a:lnTo>
                  <a:lnTo>
                    <a:pt x="2708" y="5937"/>
                  </a:lnTo>
                  <a:lnTo>
                    <a:pt x="2949" y="5856"/>
                  </a:lnTo>
                  <a:lnTo>
                    <a:pt x="3169" y="5736"/>
                  </a:lnTo>
                  <a:lnTo>
                    <a:pt x="3410" y="5616"/>
                  </a:lnTo>
                  <a:lnTo>
                    <a:pt x="3631" y="5475"/>
                  </a:lnTo>
                  <a:lnTo>
                    <a:pt x="3490" y="5255"/>
                  </a:lnTo>
                  <a:lnTo>
                    <a:pt x="3390" y="5014"/>
                  </a:lnTo>
                  <a:lnTo>
                    <a:pt x="3310" y="4753"/>
                  </a:lnTo>
                  <a:lnTo>
                    <a:pt x="3290" y="4513"/>
                  </a:lnTo>
                  <a:lnTo>
                    <a:pt x="3290" y="4433"/>
                  </a:lnTo>
                  <a:lnTo>
                    <a:pt x="2989" y="4553"/>
                  </a:lnTo>
                  <a:lnTo>
                    <a:pt x="2648" y="4653"/>
                  </a:lnTo>
                  <a:lnTo>
                    <a:pt x="2327" y="4733"/>
                  </a:lnTo>
                  <a:lnTo>
                    <a:pt x="2167" y="4753"/>
                  </a:lnTo>
                  <a:lnTo>
                    <a:pt x="1866" y="4753"/>
                  </a:lnTo>
                  <a:lnTo>
                    <a:pt x="1746" y="4733"/>
                  </a:lnTo>
                  <a:lnTo>
                    <a:pt x="1625" y="4693"/>
                  </a:lnTo>
                  <a:lnTo>
                    <a:pt x="1505" y="4653"/>
                  </a:lnTo>
                  <a:lnTo>
                    <a:pt x="1405" y="4593"/>
                  </a:lnTo>
                  <a:lnTo>
                    <a:pt x="1304" y="4513"/>
                  </a:lnTo>
                  <a:lnTo>
                    <a:pt x="1204" y="4433"/>
                  </a:lnTo>
                  <a:lnTo>
                    <a:pt x="1124" y="4312"/>
                  </a:lnTo>
                  <a:lnTo>
                    <a:pt x="1044" y="4112"/>
                  </a:lnTo>
                  <a:lnTo>
                    <a:pt x="984" y="3931"/>
                  </a:lnTo>
                  <a:lnTo>
                    <a:pt x="984" y="3771"/>
                  </a:lnTo>
                  <a:lnTo>
                    <a:pt x="1004" y="3610"/>
                  </a:lnTo>
                  <a:lnTo>
                    <a:pt x="1044" y="3470"/>
                  </a:lnTo>
                  <a:lnTo>
                    <a:pt x="1124" y="3309"/>
                  </a:lnTo>
                  <a:lnTo>
                    <a:pt x="1324" y="3009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35">
              <a:extLst>
                <a:ext uri="{FF2B5EF4-FFF2-40B4-BE49-F238E27FC236}">
                  <a16:creationId xmlns:a16="http://schemas.microsoft.com/office/drawing/2014/main" id="{27E68A64-16A3-4C0A-916A-B5DC66277F28}"/>
                </a:ext>
              </a:extLst>
            </p:cNvPr>
            <p:cNvSpPr/>
            <p:nvPr/>
          </p:nvSpPr>
          <p:spPr>
            <a:xfrm>
              <a:off x="11386900" y="4325913"/>
              <a:ext cx="90775" cy="78250"/>
            </a:xfrm>
            <a:custGeom>
              <a:avLst/>
              <a:gdLst/>
              <a:ahLst/>
              <a:cxnLst/>
              <a:rect l="l" t="t" r="r" b="b"/>
              <a:pathLst>
                <a:path w="3631" h="3130" fill="none" extrusionOk="0">
                  <a:moveTo>
                    <a:pt x="1324" y="1"/>
                  </a:moveTo>
                  <a:lnTo>
                    <a:pt x="1324" y="1"/>
                  </a:lnTo>
                  <a:lnTo>
                    <a:pt x="984" y="221"/>
                  </a:lnTo>
                  <a:lnTo>
                    <a:pt x="643" y="462"/>
                  </a:lnTo>
                  <a:lnTo>
                    <a:pt x="482" y="602"/>
                  </a:lnTo>
                  <a:lnTo>
                    <a:pt x="342" y="743"/>
                  </a:lnTo>
                  <a:lnTo>
                    <a:pt x="221" y="883"/>
                  </a:lnTo>
                  <a:lnTo>
                    <a:pt x="141" y="1043"/>
                  </a:lnTo>
                  <a:lnTo>
                    <a:pt x="141" y="1043"/>
                  </a:lnTo>
                  <a:lnTo>
                    <a:pt x="81" y="1184"/>
                  </a:lnTo>
                  <a:lnTo>
                    <a:pt x="41" y="1324"/>
                  </a:lnTo>
                  <a:lnTo>
                    <a:pt x="21" y="1465"/>
                  </a:lnTo>
                  <a:lnTo>
                    <a:pt x="1" y="1605"/>
                  </a:lnTo>
                  <a:lnTo>
                    <a:pt x="1" y="1605"/>
                  </a:lnTo>
                  <a:lnTo>
                    <a:pt x="21" y="1725"/>
                  </a:lnTo>
                  <a:lnTo>
                    <a:pt x="41" y="1846"/>
                  </a:lnTo>
                  <a:lnTo>
                    <a:pt x="61" y="1986"/>
                  </a:lnTo>
                  <a:lnTo>
                    <a:pt x="101" y="2106"/>
                  </a:lnTo>
                  <a:lnTo>
                    <a:pt x="242" y="2327"/>
                  </a:lnTo>
                  <a:lnTo>
                    <a:pt x="402" y="2548"/>
                  </a:lnTo>
                  <a:lnTo>
                    <a:pt x="582" y="2728"/>
                  </a:lnTo>
                  <a:lnTo>
                    <a:pt x="803" y="2889"/>
                  </a:lnTo>
                  <a:lnTo>
                    <a:pt x="1044" y="3009"/>
                  </a:lnTo>
                  <a:lnTo>
                    <a:pt x="1304" y="3069"/>
                  </a:lnTo>
                  <a:lnTo>
                    <a:pt x="1304" y="3069"/>
                  </a:lnTo>
                  <a:lnTo>
                    <a:pt x="1525" y="3109"/>
                  </a:lnTo>
                  <a:lnTo>
                    <a:pt x="1766" y="3129"/>
                  </a:lnTo>
                  <a:lnTo>
                    <a:pt x="1766" y="3129"/>
                  </a:lnTo>
                  <a:lnTo>
                    <a:pt x="2006" y="3109"/>
                  </a:lnTo>
                  <a:lnTo>
                    <a:pt x="2247" y="3069"/>
                  </a:lnTo>
                  <a:lnTo>
                    <a:pt x="2468" y="3009"/>
                  </a:lnTo>
                  <a:lnTo>
                    <a:pt x="2708" y="2929"/>
                  </a:lnTo>
                  <a:lnTo>
                    <a:pt x="2949" y="2848"/>
                  </a:lnTo>
                  <a:lnTo>
                    <a:pt x="3169" y="2728"/>
                  </a:lnTo>
                  <a:lnTo>
                    <a:pt x="3410" y="2608"/>
                  </a:lnTo>
                  <a:lnTo>
                    <a:pt x="3631" y="2467"/>
                  </a:lnTo>
                  <a:lnTo>
                    <a:pt x="3631" y="2467"/>
                  </a:lnTo>
                  <a:lnTo>
                    <a:pt x="3490" y="2247"/>
                  </a:lnTo>
                  <a:lnTo>
                    <a:pt x="3390" y="2006"/>
                  </a:lnTo>
                  <a:lnTo>
                    <a:pt x="3310" y="1745"/>
                  </a:lnTo>
                  <a:lnTo>
                    <a:pt x="3290" y="1505"/>
                  </a:lnTo>
                  <a:lnTo>
                    <a:pt x="3290" y="1505"/>
                  </a:lnTo>
                  <a:lnTo>
                    <a:pt x="3290" y="1425"/>
                  </a:lnTo>
                  <a:lnTo>
                    <a:pt x="3290" y="1425"/>
                  </a:lnTo>
                  <a:lnTo>
                    <a:pt x="2989" y="1545"/>
                  </a:lnTo>
                  <a:lnTo>
                    <a:pt x="2648" y="1645"/>
                  </a:lnTo>
                  <a:lnTo>
                    <a:pt x="2327" y="1725"/>
                  </a:lnTo>
                  <a:lnTo>
                    <a:pt x="2167" y="1745"/>
                  </a:lnTo>
                  <a:lnTo>
                    <a:pt x="2006" y="1745"/>
                  </a:lnTo>
                  <a:lnTo>
                    <a:pt x="2006" y="1745"/>
                  </a:lnTo>
                  <a:lnTo>
                    <a:pt x="1866" y="1745"/>
                  </a:lnTo>
                  <a:lnTo>
                    <a:pt x="1746" y="1725"/>
                  </a:lnTo>
                  <a:lnTo>
                    <a:pt x="1625" y="1685"/>
                  </a:lnTo>
                  <a:lnTo>
                    <a:pt x="1505" y="1645"/>
                  </a:lnTo>
                  <a:lnTo>
                    <a:pt x="1405" y="1585"/>
                  </a:lnTo>
                  <a:lnTo>
                    <a:pt x="1304" y="1505"/>
                  </a:lnTo>
                  <a:lnTo>
                    <a:pt x="1204" y="1425"/>
                  </a:lnTo>
                  <a:lnTo>
                    <a:pt x="1124" y="1304"/>
                  </a:lnTo>
                  <a:lnTo>
                    <a:pt x="1124" y="1304"/>
                  </a:lnTo>
                  <a:lnTo>
                    <a:pt x="1044" y="1104"/>
                  </a:lnTo>
                  <a:lnTo>
                    <a:pt x="984" y="923"/>
                  </a:lnTo>
                  <a:lnTo>
                    <a:pt x="984" y="763"/>
                  </a:lnTo>
                  <a:lnTo>
                    <a:pt x="1004" y="602"/>
                  </a:lnTo>
                  <a:lnTo>
                    <a:pt x="1044" y="462"/>
                  </a:lnTo>
                  <a:lnTo>
                    <a:pt x="1124" y="301"/>
                  </a:lnTo>
                  <a:lnTo>
                    <a:pt x="132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35">
              <a:extLst>
                <a:ext uri="{FF2B5EF4-FFF2-40B4-BE49-F238E27FC236}">
                  <a16:creationId xmlns:a16="http://schemas.microsoft.com/office/drawing/2014/main" id="{04AACF36-8253-69AD-9B0F-C260BE1F55B5}"/>
                </a:ext>
              </a:extLst>
            </p:cNvPr>
            <p:cNvSpPr/>
            <p:nvPr/>
          </p:nvSpPr>
          <p:spPr>
            <a:xfrm>
              <a:off x="11723325" y="4218613"/>
              <a:ext cx="96775" cy="37150"/>
            </a:xfrm>
            <a:custGeom>
              <a:avLst/>
              <a:gdLst/>
              <a:ahLst/>
              <a:cxnLst/>
              <a:rect l="l" t="t" r="r" b="b"/>
              <a:pathLst>
                <a:path w="3871" h="1486" extrusionOk="0">
                  <a:moveTo>
                    <a:pt x="3871" y="1"/>
                  </a:moveTo>
                  <a:lnTo>
                    <a:pt x="1926" y="643"/>
                  </a:lnTo>
                  <a:lnTo>
                    <a:pt x="0" y="1284"/>
                  </a:lnTo>
                  <a:lnTo>
                    <a:pt x="81" y="1485"/>
                  </a:lnTo>
                  <a:lnTo>
                    <a:pt x="1966" y="743"/>
                  </a:lnTo>
                  <a:lnTo>
                    <a:pt x="387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35">
              <a:extLst>
                <a:ext uri="{FF2B5EF4-FFF2-40B4-BE49-F238E27FC236}">
                  <a16:creationId xmlns:a16="http://schemas.microsoft.com/office/drawing/2014/main" id="{72AC5585-37AE-08D6-1EE1-090BBEEEF86E}"/>
                </a:ext>
              </a:extLst>
            </p:cNvPr>
            <p:cNvSpPr/>
            <p:nvPr/>
          </p:nvSpPr>
          <p:spPr>
            <a:xfrm>
              <a:off x="11948925" y="4314888"/>
              <a:ext cx="19600" cy="30100"/>
            </a:xfrm>
            <a:custGeom>
              <a:avLst/>
              <a:gdLst/>
              <a:ahLst/>
              <a:cxnLst/>
              <a:rect l="l" t="t" r="r" b="b"/>
              <a:pathLst>
                <a:path w="784" h="1204" extrusionOk="0">
                  <a:moveTo>
                    <a:pt x="623" y="0"/>
                  </a:moveTo>
                  <a:lnTo>
                    <a:pt x="1" y="61"/>
                  </a:lnTo>
                  <a:lnTo>
                    <a:pt x="81" y="321"/>
                  </a:lnTo>
                  <a:lnTo>
                    <a:pt x="121" y="602"/>
                  </a:lnTo>
                  <a:lnTo>
                    <a:pt x="141" y="903"/>
                  </a:lnTo>
                  <a:lnTo>
                    <a:pt x="141" y="1204"/>
                  </a:lnTo>
                  <a:lnTo>
                    <a:pt x="783" y="1164"/>
                  </a:lnTo>
                  <a:lnTo>
                    <a:pt x="783" y="863"/>
                  </a:lnTo>
                  <a:lnTo>
                    <a:pt x="743" y="562"/>
                  </a:lnTo>
                  <a:lnTo>
                    <a:pt x="703" y="281"/>
                  </a:lnTo>
                  <a:lnTo>
                    <a:pt x="623" y="0"/>
                  </a:lnTo>
                  <a:close/>
                </a:path>
              </a:pathLst>
            </a:custGeom>
            <a:solidFill>
              <a:srgbClr val="CC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35">
              <a:extLst>
                <a:ext uri="{FF2B5EF4-FFF2-40B4-BE49-F238E27FC236}">
                  <a16:creationId xmlns:a16="http://schemas.microsoft.com/office/drawing/2014/main" id="{24D26173-BC84-054F-F7C5-9E45E57DA5AA}"/>
                </a:ext>
              </a:extLst>
            </p:cNvPr>
            <p:cNvSpPr/>
            <p:nvPr/>
          </p:nvSpPr>
          <p:spPr>
            <a:xfrm>
              <a:off x="11948925" y="4314888"/>
              <a:ext cx="19600" cy="30100"/>
            </a:xfrm>
            <a:custGeom>
              <a:avLst/>
              <a:gdLst/>
              <a:ahLst/>
              <a:cxnLst/>
              <a:rect l="l" t="t" r="r" b="b"/>
              <a:pathLst>
                <a:path w="784" h="1204" fill="none" extrusionOk="0">
                  <a:moveTo>
                    <a:pt x="783" y="1164"/>
                  </a:moveTo>
                  <a:lnTo>
                    <a:pt x="783" y="1164"/>
                  </a:lnTo>
                  <a:lnTo>
                    <a:pt x="141" y="1204"/>
                  </a:lnTo>
                  <a:lnTo>
                    <a:pt x="141" y="1204"/>
                  </a:lnTo>
                  <a:lnTo>
                    <a:pt x="141" y="903"/>
                  </a:lnTo>
                  <a:lnTo>
                    <a:pt x="121" y="602"/>
                  </a:lnTo>
                  <a:lnTo>
                    <a:pt x="81" y="321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623" y="0"/>
                  </a:lnTo>
                  <a:lnTo>
                    <a:pt x="623" y="0"/>
                  </a:lnTo>
                  <a:lnTo>
                    <a:pt x="703" y="281"/>
                  </a:lnTo>
                  <a:lnTo>
                    <a:pt x="743" y="562"/>
                  </a:lnTo>
                  <a:lnTo>
                    <a:pt x="783" y="863"/>
                  </a:lnTo>
                  <a:lnTo>
                    <a:pt x="783" y="11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35">
              <a:extLst>
                <a:ext uri="{FF2B5EF4-FFF2-40B4-BE49-F238E27FC236}">
                  <a16:creationId xmlns:a16="http://schemas.microsoft.com/office/drawing/2014/main" id="{C42A495C-BB4D-9EBB-6A6B-347F2E282908}"/>
                </a:ext>
              </a:extLst>
            </p:cNvPr>
            <p:cNvSpPr/>
            <p:nvPr/>
          </p:nvSpPr>
          <p:spPr>
            <a:xfrm>
              <a:off x="11469125" y="4302863"/>
              <a:ext cx="777150" cy="103300"/>
            </a:xfrm>
            <a:custGeom>
              <a:avLst/>
              <a:gdLst/>
              <a:ahLst/>
              <a:cxnLst/>
              <a:rect l="l" t="t" r="r" b="b"/>
              <a:pathLst>
                <a:path w="31086" h="4132" extrusionOk="0">
                  <a:moveTo>
                    <a:pt x="29581" y="0"/>
                  </a:moveTo>
                  <a:lnTo>
                    <a:pt x="28478" y="20"/>
                  </a:lnTo>
                  <a:lnTo>
                    <a:pt x="27094" y="60"/>
                  </a:lnTo>
                  <a:lnTo>
                    <a:pt x="25510" y="141"/>
                  </a:lnTo>
                  <a:lnTo>
                    <a:pt x="23725" y="241"/>
                  </a:lnTo>
                  <a:lnTo>
                    <a:pt x="19815" y="481"/>
                  </a:lnTo>
                  <a:lnTo>
                    <a:pt x="19193" y="542"/>
                  </a:lnTo>
                  <a:lnTo>
                    <a:pt x="18150" y="602"/>
                  </a:lnTo>
                  <a:lnTo>
                    <a:pt x="13939" y="903"/>
                  </a:lnTo>
                  <a:lnTo>
                    <a:pt x="7000" y="1404"/>
                  </a:lnTo>
                  <a:lnTo>
                    <a:pt x="6659" y="1384"/>
                  </a:lnTo>
                  <a:lnTo>
                    <a:pt x="6318" y="1344"/>
                  </a:lnTo>
                  <a:lnTo>
                    <a:pt x="5676" y="1264"/>
                  </a:lnTo>
                  <a:lnTo>
                    <a:pt x="5055" y="1143"/>
                  </a:lnTo>
                  <a:lnTo>
                    <a:pt x="4453" y="1043"/>
                  </a:lnTo>
                  <a:lnTo>
                    <a:pt x="3851" y="943"/>
                  </a:lnTo>
                  <a:lnTo>
                    <a:pt x="3270" y="862"/>
                  </a:lnTo>
                  <a:lnTo>
                    <a:pt x="2969" y="842"/>
                  </a:lnTo>
                  <a:lnTo>
                    <a:pt x="2367" y="842"/>
                  </a:lnTo>
                  <a:lnTo>
                    <a:pt x="2046" y="883"/>
                  </a:lnTo>
                  <a:lnTo>
                    <a:pt x="1625" y="963"/>
                  </a:lnTo>
                  <a:lnTo>
                    <a:pt x="1405" y="1023"/>
                  </a:lnTo>
                  <a:lnTo>
                    <a:pt x="1164" y="1103"/>
                  </a:lnTo>
                  <a:lnTo>
                    <a:pt x="923" y="1183"/>
                  </a:lnTo>
                  <a:lnTo>
                    <a:pt x="703" y="1284"/>
                  </a:lnTo>
                  <a:lnTo>
                    <a:pt x="522" y="1404"/>
                  </a:lnTo>
                  <a:lnTo>
                    <a:pt x="362" y="1544"/>
                  </a:lnTo>
                  <a:lnTo>
                    <a:pt x="241" y="1665"/>
                  </a:lnTo>
                  <a:lnTo>
                    <a:pt x="161" y="1825"/>
                  </a:lnTo>
                  <a:lnTo>
                    <a:pt x="81" y="1965"/>
                  </a:lnTo>
                  <a:lnTo>
                    <a:pt x="41" y="2126"/>
                  </a:lnTo>
                  <a:lnTo>
                    <a:pt x="21" y="2286"/>
                  </a:lnTo>
                  <a:lnTo>
                    <a:pt x="1" y="2467"/>
                  </a:lnTo>
                  <a:lnTo>
                    <a:pt x="21" y="2627"/>
                  </a:lnTo>
                  <a:lnTo>
                    <a:pt x="61" y="2788"/>
                  </a:lnTo>
                  <a:lnTo>
                    <a:pt x="101" y="2948"/>
                  </a:lnTo>
                  <a:lnTo>
                    <a:pt x="161" y="3109"/>
                  </a:lnTo>
                  <a:lnTo>
                    <a:pt x="241" y="3249"/>
                  </a:lnTo>
                  <a:lnTo>
                    <a:pt x="342" y="3389"/>
                  </a:lnTo>
                  <a:lnTo>
                    <a:pt x="462" y="3530"/>
                  </a:lnTo>
                  <a:lnTo>
                    <a:pt x="582" y="3630"/>
                  </a:lnTo>
                  <a:lnTo>
                    <a:pt x="703" y="3750"/>
                  </a:lnTo>
                  <a:lnTo>
                    <a:pt x="843" y="3831"/>
                  </a:lnTo>
                  <a:lnTo>
                    <a:pt x="1004" y="3911"/>
                  </a:lnTo>
                  <a:lnTo>
                    <a:pt x="1164" y="3991"/>
                  </a:lnTo>
                  <a:lnTo>
                    <a:pt x="1324" y="4031"/>
                  </a:lnTo>
                  <a:lnTo>
                    <a:pt x="1485" y="4071"/>
                  </a:lnTo>
                  <a:lnTo>
                    <a:pt x="1826" y="4131"/>
                  </a:lnTo>
                  <a:lnTo>
                    <a:pt x="2167" y="4131"/>
                  </a:lnTo>
                  <a:lnTo>
                    <a:pt x="2528" y="4111"/>
                  </a:lnTo>
                  <a:lnTo>
                    <a:pt x="2869" y="4051"/>
                  </a:lnTo>
                  <a:lnTo>
                    <a:pt x="3230" y="3971"/>
                  </a:lnTo>
                  <a:lnTo>
                    <a:pt x="3591" y="3851"/>
                  </a:lnTo>
                  <a:lnTo>
                    <a:pt x="4313" y="3610"/>
                  </a:lnTo>
                  <a:lnTo>
                    <a:pt x="5034" y="3329"/>
                  </a:lnTo>
                  <a:lnTo>
                    <a:pt x="5696" y="3089"/>
                  </a:lnTo>
                  <a:lnTo>
                    <a:pt x="6017" y="2988"/>
                  </a:lnTo>
                  <a:lnTo>
                    <a:pt x="6318" y="2908"/>
                  </a:lnTo>
                  <a:lnTo>
                    <a:pt x="6940" y="2768"/>
                  </a:lnTo>
                  <a:lnTo>
                    <a:pt x="7702" y="2647"/>
                  </a:lnTo>
                  <a:lnTo>
                    <a:pt x="8584" y="2527"/>
                  </a:lnTo>
                  <a:lnTo>
                    <a:pt x="9567" y="2407"/>
                  </a:lnTo>
                  <a:lnTo>
                    <a:pt x="10650" y="2286"/>
                  </a:lnTo>
                  <a:lnTo>
                    <a:pt x="11813" y="2186"/>
                  </a:lnTo>
                  <a:lnTo>
                    <a:pt x="14300" y="1986"/>
                  </a:lnTo>
                  <a:lnTo>
                    <a:pt x="16305" y="1845"/>
                  </a:lnTo>
                  <a:lnTo>
                    <a:pt x="18351" y="1725"/>
                  </a:lnTo>
                  <a:lnTo>
                    <a:pt x="19333" y="1685"/>
                  </a:lnTo>
                  <a:lnTo>
                    <a:pt x="19975" y="1645"/>
                  </a:lnTo>
                  <a:lnTo>
                    <a:pt x="23846" y="1444"/>
                  </a:lnTo>
                  <a:lnTo>
                    <a:pt x="28217" y="1223"/>
                  </a:lnTo>
                  <a:lnTo>
                    <a:pt x="29581" y="1163"/>
                  </a:lnTo>
                  <a:lnTo>
                    <a:pt x="30022" y="1123"/>
                  </a:lnTo>
                  <a:lnTo>
                    <a:pt x="30263" y="1103"/>
                  </a:lnTo>
                  <a:lnTo>
                    <a:pt x="30363" y="1063"/>
                  </a:lnTo>
                  <a:lnTo>
                    <a:pt x="30484" y="1023"/>
                  </a:lnTo>
                  <a:lnTo>
                    <a:pt x="30684" y="903"/>
                  </a:lnTo>
                  <a:lnTo>
                    <a:pt x="30865" y="762"/>
                  </a:lnTo>
                  <a:lnTo>
                    <a:pt x="31005" y="622"/>
                  </a:lnTo>
                  <a:lnTo>
                    <a:pt x="31045" y="542"/>
                  </a:lnTo>
                  <a:lnTo>
                    <a:pt x="31085" y="461"/>
                  </a:lnTo>
                  <a:lnTo>
                    <a:pt x="31085" y="381"/>
                  </a:lnTo>
                  <a:lnTo>
                    <a:pt x="31085" y="301"/>
                  </a:lnTo>
                  <a:lnTo>
                    <a:pt x="31065" y="241"/>
                  </a:lnTo>
                  <a:lnTo>
                    <a:pt x="31005" y="181"/>
                  </a:lnTo>
                  <a:lnTo>
                    <a:pt x="30925" y="120"/>
                  </a:lnTo>
                  <a:lnTo>
                    <a:pt x="30825" y="80"/>
                  </a:lnTo>
                  <a:lnTo>
                    <a:pt x="30644" y="40"/>
                  </a:lnTo>
                  <a:lnTo>
                    <a:pt x="30383" y="20"/>
                  </a:lnTo>
                  <a:lnTo>
                    <a:pt x="295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35">
              <a:extLst>
                <a:ext uri="{FF2B5EF4-FFF2-40B4-BE49-F238E27FC236}">
                  <a16:creationId xmlns:a16="http://schemas.microsoft.com/office/drawing/2014/main" id="{B3F93219-CAF2-39B7-B951-68D3288D6354}"/>
                </a:ext>
              </a:extLst>
            </p:cNvPr>
            <p:cNvSpPr/>
            <p:nvPr/>
          </p:nvSpPr>
          <p:spPr>
            <a:xfrm>
              <a:off x="11469125" y="4302863"/>
              <a:ext cx="777150" cy="103300"/>
            </a:xfrm>
            <a:custGeom>
              <a:avLst/>
              <a:gdLst/>
              <a:ahLst/>
              <a:cxnLst/>
              <a:rect l="l" t="t" r="r" b="b"/>
              <a:pathLst>
                <a:path w="31086" h="4132" fill="none" extrusionOk="0">
                  <a:moveTo>
                    <a:pt x="30263" y="1103"/>
                  </a:moveTo>
                  <a:lnTo>
                    <a:pt x="30263" y="1103"/>
                  </a:lnTo>
                  <a:lnTo>
                    <a:pt x="30022" y="1123"/>
                  </a:lnTo>
                  <a:lnTo>
                    <a:pt x="29581" y="1163"/>
                  </a:lnTo>
                  <a:lnTo>
                    <a:pt x="28217" y="1223"/>
                  </a:lnTo>
                  <a:lnTo>
                    <a:pt x="23846" y="1444"/>
                  </a:lnTo>
                  <a:lnTo>
                    <a:pt x="23846" y="1444"/>
                  </a:lnTo>
                  <a:lnTo>
                    <a:pt x="19975" y="1645"/>
                  </a:lnTo>
                  <a:lnTo>
                    <a:pt x="19975" y="1645"/>
                  </a:lnTo>
                  <a:lnTo>
                    <a:pt x="19333" y="1685"/>
                  </a:lnTo>
                  <a:lnTo>
                    <a:pt x="19333" y="1685"/>
                  </a:lnTo>
                  <a:lnTo>
                    <a:pt x="18351" y="1725"/>
                  </a:lnTo>
                  <a:lnTo>
                    <a:pt x="18351" y="1725"/>
                  </a:lnTo>
                  <a:lnTo>
                    <a:pt x="16305" y="1845"/>
                  </a:lnTo>
                  <a:lnTo>
                    <a:pt x="14300" y="1986"/>
                  </a:lnTo>
                  <a:lnTo>
                    <a:pt x="14300" y="1986"/>
                  </a:lnTo>
                  <a:lnTo>
                    <a:pt x="11813" y="2186"/>
                  </a:lnTo>
                  <a:lnTo>
                    <a:pt x="10650" y="2286"/>
                  </a:lnTo>
                  <a:lnTo>
                    <a:pt x="9567" y="2407"/>
                  </a:lnTo>
                  <a:lnTo>
                    <a:pt x="8584" y="2527"/>
                  </a:lnTo>
                  <a:lnTo>
                    <a:pt x="7702" y="2647"/>
                  </a:lnTo>
                  <a:lnTo>
                    <a:pt x="6940" y="2768"/>
                  </a:lnTo>
                  <a:lnTo>
                    <a:pt x="6318" y="2908"/>
                  </a:lnTo>
                  <a:lnTo>
                    <a:pt x="6318" y="2908"/>
                  </a:lnTo>
                  <a:lnTo>
                    <a:pt x="6017" y="2988"/>
                  </a:lnTo>
                  <a:lnTo>
                    <a:pt x="5696" y="3089"/>
                  </a:lnTo>
                  <a:lnTo>
                    <a:pt x="5034" y="3329"/>
                  </a:lnTo>
                  <a:lnTo>
                    <a:pt x="4313" y="3610"/>
                  </a:lnTo>
                  <a:lnTo>
                    <a:pt x="3591" y="3851"/>
                  </a:lnTo>
                  <a:lnTo>
                    <a:pt x="3230" y="3971"/>
                  </a:lnTo>
                  <a:lnTo>
                    <a:pt x="2869" y="4051"/>
                  </a:lnTo>
                  <a:lnTo>
                    <a:pt x="2528" y="4111"/>
                  </a:lnTo>
                  <a:lnTo>
                    <a:pt x="2167" y="4131"/>
                  </a:lnTo>
                  <a:lnTo>
                    <a:pt x="1826" y="4131"/>
                  </a:lnTo>
                  <a:lnTo>
                    <a:pt x="1485" y="4071"/>
                  </a:lnTo>
                  <a:lnTo>
                    <a:pt x="1324" y="4031"/>
                  </a:lnTo>
                  <a:lnTo>
                    <a:pt x="1164" y="3991"/>
                  </a:lnTo>
                  <a:lnTo>
                    <a:pt x="1004" y="3911"/>
                  </a:lnTo>
                  <a:lnTo>
                    <a:pt x="843" y="3831"/>
                  </a:lnTo>
                  <a:lnTo>
                    <a:pt x="843" y="3831"/>
                  </a:lnTo>
                  <a:lnTo>
                    <a:pt x="703" y="3750"/>
                  </a:lnTo>
                  <a:lnTo>
                    <a:pt x="582" y="3630"/>
                  </a:lnTo>
                  <a:lnTo>
                    <a:pt x="462" y="3530"/>
                  </a:lnTo>
                  <a:lnTo>
                    <a:pt x="342" y="3389"/>
                  </a:lnTo>
                  <a:lnTo>
                    <a:pt x="241" y="3249"/>
                  </a:lnTo>
                  <a:lnTo>
                    <a:pt x="161" y="3109"/>
                  </a:lnTo>
                  <a:lnTo>
                    <a:pt x="101" y="2948"/>
                  </a:lnTo>
                  <a:lnTo>
                    <a:pt x="61" y="2788"/>
                  </a:lnTo>
                  <a:lnTo>
                    <a:pt x="21" y="2627"/>
                  </a:lnTo>
                  <a:lnTo>
                    <a:pt x="1" y="2467"/>
                  </a:lnTo>
                  <a:lnTo>
                    <a:pt x="21" y="2286"/>
                  </a:lnTo>
                  <a:lnTo>
                    <a:pt x="41" y="2126"/>
                  </a:lnTo>
                  <a:lnTo>
                    <a:pt x="81" y="1965"/>
                  </a:lnTo>
                  <a:lnTo>
                    <a:pt x="161" y="1825"/>
                  </a:lnTo>
                  <a:lnTo>
                    <a:pt x="241" y="1665"/>
                  </a:lnTo>
                  <a:lnTo>
                    <a:pt x="362" y="1544"/>
                  </a:lnTo>
                  <a:lnTo>
                    <a:pt x="362" y="1544"/>
                  </a:lnTo>
                  <a:lnTo>
                    <a:pt x="522" y="1404"/>
                  </a:lnTo>
                  <a:lnTo>
                    <a:pt x="703" y="1284"/>
                  </a:lnTo>
                  <a:lnTo>
                    <a:pt x="923" y="1183"/>
                  </a:lnTo>
                  <a:lnTo>
                    <a:pt x="1164" y="1103"/>
                  </a:lnTo>
                  <a:lnTo>
                    <a:pt x="1405" y="1023"/>
                  </a:lnTo>
                  <a:lnTo>
                    <a:pt x="1625" y="963"/>
                  </a:lnTo>
                  <a:lnTo>
                    <a:pt x="2046" y="883"/>
                  </a:lnTo>
                  <a:lnTo>
                    <a:pt x="2046" y="883"/>
                  </a:lnTo>
                  <a:lnTo>
                    <a:pt x="2046" y="883"/>
                  </a:lnTo>
                  <a:lnTo>
                    <a:pt x="2367" y="842"/>
                  </a:lnTo>
                  <a:lnTo>
                    <a:pt x="2668" y="842"/>
                  </a:lnTo>
                  <a:lnTo>
                    <a:pt x="2969" y="842"/>
                  </a:lnTo>
                  <a:lnTo>
                    <a:pt x="3270" y="862"/>
                  </a:lnTo>
                  <a:lnTo>
                    <a:pt x="3851" y="943"/>
                  </a:lnTo>
                  <a:lnTo>
                    <a:pt x="4453" y="1043"/>
                  </a:lnTo>
                  <a:lnTo>
                    <a:pt x="5055" y="1143"/>
                  </a:lnTo>
                  <a:lnTo>
                    <a:pt x="5676" y="1264"/>
                  </a:lnTo>
                  <a:lnTo>
                    <a:pt x="6318" y="1344"/>
                  </a:lnTo>
                  <a:lnTo>
                    <a:pt x="6659" y="1384"/>
                  </a:lnTo>
                  <a:lnTo>
                    <a:pt x="7000" y="1404"/>
                  </a:lnTo>
                  <a:lnTo>
                    <a:pt x="7000" y="1404"/>
                  </a:lnTo>
                  <a:lnTo>
                    <a:pt x="13939" y="903"/>
                  </a:lnTo>
                  <a:lnTo>
                    <a:pt x="13939" y="903"/>
                  </a:lnTo>
                  <a:lnTo>
                    <a:pt x="18150" y="602"/>
                  </a:lnTo>
                  <a:lnTo>
                    <a:pt x="18150" y="602"/>
                  </a:lnTo>
                  <a:lnTo>
                    <a:pt x="19193" y="542"/>
                  </a:lnTo>
                  <a:lnTo>
                    <a:pt x="19193" y="542"/>
                  </a:lnTo>
                  <a:lnTo>
                    <a:pt x="19815" y="481"/>
                  </a:lnTo>
                  <a:lnTo>
                    <a:pt x="19815" y="481"/>
                  </a:lnTo>
                  <a:lnTo>
                    <a:pt x="23725" y="241"/>
                  </a:lnTo>
                  <a:lnTo>
                    <a:pt x="25510" y="141"/>
                  </a:lnTo>
                  <a:lnTo>
                    <a:pt x="27094" y="60"/>
                  </a:lnTo>
                  <a:lnTo>
                    <a:pt x="28478" y="20"/>
                  </a:lnTo>
                  <a:lnTo>
                    <a:pt x="29581" y="0"/>
                  </a:lnTo>
                  <a:lnTo>
                    <a:pt x="30383" y="20"/>
                  </a:lnTo>
                  <a:lnTo>
                    <a:pt x="30644" y="40"/>
                  </a:lnTo>
                  <a:lnTo>
                    <a:pt x="30825" y="80"/>
                  </a:lnTo>
                  <a:lnTo>
                    <a:pt x="30825" y="80"/>
                  </a:lnTo>
                  <a:lnTo>
                    <a:pt x="30925" y="120"/>
                  </a:lnTo>
                  <a:lnTo>
                    <a:pt x="31005" y="181"/>
                  </a:lnTo>
                  <a:lnTo>
                    <a:pt x="31065" y="241"/>
                  </a:lnTo>
                  <a:lnTo>
                    <a:pt x="31085" y="301"/>
                  </a:lnTo>
                  <a:lnTo>
                    <a:pt x="31085" y="381"/>
                  </a:lnTo>
                  <a:lnTo>
                    <a:pt x="31085" y="461"/>
                  </a:lnTo>
                  <a:lnTo>
                    <a:pt x="31045" y="542"/>
                  </a:lnTo>
                  <a:lnTo>
                    <a:pt x="31005" y="622"/>
                  </a:lnTo>
                  <a:lnTo>
                    <a:pt x="30865" y="762"/>
                  </a:lnTo>
                  <a:lnTo>
                    <a:pt x="30684" y="903"/>
                  </a:lnTo>
                  <a:lnTo>
                    <a:pt x="30484" y="1023"/>
                  </a:lnTo>
                  <a:lnTo>
                    <a:pt x="30363" y="1063"/>
                  </a:lnTo>
                  <a:lnTo>
                    <a:pt x="30263" y="11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35">
              <a:extLst>
                <a:ext uri="{FF2B5EF4-FFF2-40B4-BE49-F238E27FC236}">
                  <a16:creationId xmlns:a16="http://schemas.microsoft.com/office/drawing/2014/main" id="{48C72AFB-9075-766E-DE71-FC0CF170DD9A}"/>
                </a:ext>
              </a:extLst>
            </p:cNvPr>
            <p:cNvSpPr/>
            <p:nvPr/>
          </p:nvSpPr>
          <p:spPr>
            <a:xfrm>
              <a:off x="11817575" y="4317888"/>
              <a:ext cx="110325" cy="34625"/>
            </a:xfrm>
            <a:custGeom>
              <a:avLst/>
              <a:gdLst/>
              <a:ahLst/>
              <a:cxnLst/>
              <a:rect l="l" t="t" r="r" b="b"/>
              <a:pathLst>
                <a:path w="4413" h="1385" extrusionOk="0">
                  <a:moveTo>
                    <a:pt x="4212" y="1"/>
                  </a:moveTo>
                  <a:lnTo>
                    <a:pt x="1" y="302"/>
                  </a:lnTo>
                  <a:lnTo>
                    <a:pt x="121" y="482"/>
                  </a:lnTo>
                  <a:lnTo>
                    <a:pt x="201" y="663"/>
                  </a:lnTo>
                  <a:lnTo>
                    <a:pt x="281" y="863"/>
                  </a:lnTo>
                  <a:lnTo>
                    <a:pt x="342" y="1084"/>
                  </a:lnTo>
                  <a:lnTo>
                    <a:pt x="362" y="1224"/>
                  </a:lnTo>
                  <a:lnTo>
                    <a:pt x="362" y="1385"/>
                  </a:lnTo>
                  <a:lnTo>
                    <a:pt x="2367" y="1244"/>
                  </a:lnTo>
                  <a:lnTo>
                    <a:pt x="4413" y="1124"/>
                  </a:lnTo>
                  <a:lnTo>
                    <a:pt x="4413" y="843"/>
                  </a:lnTo>
                  <a:lnTo>
                    <a:pt x="4373" y="542"/>
                  </a:lnTo>
                  <a:lnTo>
                    <a:pt x="4292" y="261"/>
                  </a:lnTo>
                  <a:lnTo>
                    <a:pt x="42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35">
              <a:extLst>
                <a:ext uri="{FF2B5EF4-FFF2-40B4-BE49-F238E27FC236}">
                  <a16:creationId xmlns:a16="http://schemas.microsoft.com/office/drawing/2014/main" id="{B47E57D6-93DA-BD1D-6D02-98F674D9EBD3}"/>
                </a:ext>
              </a:extLst>
            </p:cNvPr>
            <p:cNvSpPr/>
            <p:nvPr/>
          </p:nvSpPr>
          <p:spPr>
            <a:xfrm>
              <a:off x="11817575" y="4317888"/>
              <a:ext cx="110325" cy="34625"/>
            </a:xfrm>
            <a:custGeom>
              <a:avLst/>
              <a:gdLst/>
              <a:ahLst/>
              <a:cxnLst/>
              <a:rect l="l" t="t" r="r" b="b"/>
              <a:pathLst>
                <a:path w="4413" h="1385" fill="none" extrusionOk="0">
                  <a:moveTo>
                    <a:pt x="4413" y="1124"/>
                  </a:moveTo>
                  <a:lnTo>
                    <a:pt x="4413" y="1124"/>
                  </a:lnTo>
                  <a:lnTo>
                    <a:pt x="2367" y="1244"/>
                  </a:lnTo>
                  <a:lnTo>
                    <a:pt x="362" y="1385"/>
                  </a:lnTo>
                  <a:lnTo>
                    <a:pt x="362" y="1385"/>
                  </a:lnTo>
                  <a:lnTo>
                    <a:pt x="362" y="1224"/>
                  </a:lnTo>
                  <a:lnTo>
                    <a:pt x="342" y="1084"/>
                  </a:lnTo>
                  <a:lnTo>
                    <a:pt x="342" y="1084"/>
                  </a:lnTo>
                  <a:lnTo>
                    <a:pt x="281" y="863"/>
                  </a:lnTo>
                  <a:lnTo>
                    <a:pt x="201" y="663"/>
                  </a:lnTo>
                  <a:lnTo>
                    <a:pt x="121" y="482"/>
                  </a:lnTo>
                  <a:lnTo>
                    <a:pt x="1" y="302"/>
                  </a:lnTo>
                  <a:lnTo>
                    <a:pt x="1" y="302"/>
                  </a:lnTo>
                  <a:lnTo>
                    <a:pt x="4212" y="1"/>
                  </a:lnTo>
                  <a:lnTo>
                    <a:pt x="4212" y="1"/>
                  </a:lnTo>
                  <a:lnTo>
                    <a:pt x="4292" y="261"/>
                  </a:lnTo>
                  <a:lnTo>
                    <a:pt x="4373" y="542"/>
                  </a:lnTo>
                  <a:lnTo>
                    <a:pt x="4413" y="843"/>
                  </a:lnTo>
                  <a:lnTo>
                    <a:pt x="4413" y="112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35">
              <a:extLst>
                <a:ext uri="{FF2B5EF4-FFF2-40B4-BE49-F238E27FC236}">
                  <a16:creationId xmlns:a16="http://schemas.microsoft.com/office/drawing/2014/main" id="{D95572D1-9A39-4F7D-48BE-CC251898A221}"/>
                </a:ext>
              </a:extLst>
            </p:cNvPr>
            <p:cNvSpPr/>
            <p:nvPr/>
          </p:nvSpPr>
          <p:spPr>
            <a:xfrm>
              <a:off x="11469125" y="4324913"/>
              <a:ext cx="596150" cy="81250"/>
            </a:xfrm>
            <a:custGeom>
              <a:avLst/>
              <a:gdLst/>
              <a:ahLst/>
              <a:cxnLst/>
              <a:rect l="l" t="t" r="r" b="b"/>
              <a:pathLst>
                <a:path w="23846" h="3250" extrusionOk="0">
                  <a:moveTo>
                    <a:pt x="2026" y="1"/>
                  </a:moveTo>
                  <a:lnTo>
                    <a:pt x="2018" y="6"/>
                  </a:lnTo>
                  <a:lnTo>
                    <a:pt x="2018" y="6"/>
                  </a:lnTo>
                  <a:lnTo>
                    <a:pt x="2046" y="1"/>
                  </a:lnTo>
                  <a:close/>
                  <a:moveTo>
                    <a:pt x="21259" y="482"/>
                  </a:moveTo>
                  <a:lnTo>
                    <a:pt x="19795" y="502"/>
                  </a:lnTo>
                  <a:lnTo>
                    <a:pt x="18351" y="542"/>
                  </a:lnTo>
                  <a:lnTo>
                    <a:pt x="18351" y="843"/>
                  </a:lnTo>
                  <a:lnTo>
                    <a:pt x="19333" y="803"/>
                  </a:lnTo>
                  <a:lnTo>
                    <a:pt x="19975" y="763"/>
                  </a:lnTo>
                  <a:lnTo>
                    <a:pt x="23846" y="562"/>
                  </a:lnTo>
                  <a:lnTo>
                    <a:pt x="23204" y="522"/>
                  </a:lnTo>
                  <a:lnTo>
                    <a:pt x="22562" y="502"/>
                  </a:lnTo>
                  <a:lnTo>
                    <a:pt x="21259" y="482"/>
                  </a:lnTo>
                  <a:close/>
                  <a:moveTo>
                    <a:pt x="2018" y="6"/>
                  </a:moveTo>
                  <a:lnTo>
                    <a:pt x="1625" y="81"/>
                  </a:lnTo>
                  <a:lnTo>
                    <a:pt x="1405" y="141"/>
                  </a:lnTo>
                  <a:lnTo>
                    <a:pt x="1164" y="221"/>
                  </a:lnTo>
                  <a:lnTo>
                    <a:pt x="923" y="301"/>
                  </a:lnTo>
                  <a:lnTo>
                    <a:pt x="703" y="402"/>
                  </a:lnTo>
                  <a:lnTo>
                    <a:pt x="522" y="522"/>
                  </a:lnTo>
                  <a:lnTo>
                    <a:pt x="362" y="662"/>
                  </a:lnTo>
                  <a:lnTo>
                    <a:pt x="282" y="743"/>
                  </a:lnTo>
                  <a:lnTo>
                    <a:pt x="201" y="863"/>
                  </a:lnTo>
                  <a:lnTo>
                    <a:pt x="141" y="963"/>
                  </a:lnTo>
                  <a:lnTo>
                    <a:pt x="101" y="1063"/>
                  </a:lnTo>
                  <a:lnTo>
                    <a:pt x="21" y="1304"/>
                  </a:lnTo>
                  <a:lnTo>
                    <a:pt x="1" y="1545"/>
                  </a:lnTo>
                  <a:lnTo>
                    <a:pt x="21" y="1745"/>
                  </a:lnTo>
                  <a:lnTo>
                    <a:pt x="61" y="1946"/>
                  </a:lnTo>
                  <a:lnTo>
                    <a:pt x="141" y="2146"/>
                  </a:lnTo>
                  <a:lnTo>
                    <a:pt x="241" y="2347"/>
                  </a:lnTo>
                  <a:lnTo>
                    <a:pt x="362" y="2527"/>
                  </a:lnTo>
                  <a:lnTo>
                    <a:pt x="502" y="2688"/>
                  </a:lnTo>
                  <a:lnTo>
                    <a:pt x="663" y="2828"/>
                  </a:lnTo>
                  <a:lnTo>
                    <a:pt x="843" y="2949"/>
                  </a:lnTo>
                  <a:lnTo>
                    <a:pt x="1144" y="3089"/>
                  </a:lnTo>
                  <a:lnTo>
                    <a:pt x="1445" y="3189"/>
                  </a:lnTo>
                  <a:lnTo>
                    <a:pt x="1746" y="3229"/>
                  </a:lnTo>
                  <a:lnTo>
                    <a:pt x="2066" y="3249"/>
                  </a:lnTo>
                  <a:lnTo>
                    <a:pt x="2327" y="3249"/>
                  </a:lnTo>
                  <a:lnTo>
                    <a:pt x="2608" y="3209"/>
                  </a:lnTo>
                  <a:lnTo>
                    <a:pt x="2869" y="3169"/>
                  </a:lnTo>
                  <a:lnTo>
                    <a:pt x="3149" y="3109"/>
                  </a:lnTo>
                  <a:lnTo>
                    <a:pt x="3711" y="2949"/>
                  </a:lnTo>
                  <a:lnTo>
                    <a:pt x="4272" y="2748"/>
                  </a:lnTo>
                  <a:lnTo>
                    <a:pt x="5335" y="2327"/>
                  </a:lnTo>
                  <a:lnTo>
                    <a:pt x="5837" y="2146"/>
                  </a:lnTo>
                  <a:lnTo>
                    <a:pt x="6318" y="2026"/>
                  </a:lnTo>
                  <a:lnTo>
                    <a:pt x="6940" y="1886"/>
                  </a:lnTo>
                  <a:lnTo>
                    <a:pt x="7702" y="1765"/>
                  </a:lnTo>
                  <a:lnTo>
                    <a:pt x="8584" y="1645"/>
                  </a:lnTo>
                  <a:lnTo>
                    <a:pt x="9567" y="1525"/>
                  </a:lnTo>
                  <a:lnTo>
                    <a:pt x="10650" y="1404"/>
                  </a:lnTo>
                  <a:lnTo>
                    <a:pt x="11813" y="1304"/>
                  </a:lnTo>
                  <a:lnTo>
                    <a:pt x="14300" y="1104"/>
                  </a:lnTo>
                  <a:lnTo>
                    <a:pt x="14300" y="943"/>
                  </a:lnTo>
                  <a:lnTo>
                    <a:pt x="14280" y="803"/>
                  </a:lnTo>
                  <a:lnTo>
                    <a:pt x="14260" y="763"/>
                  </a:lnTo>
                  <a:lnTo>
                    <a:pt x="12876" y="823"/>
                  </a:lnTo>
                  <a:lnTo>
                    <a:pt x="11472" y="863"/>
                  </a:lnTo>
                  <a:lnTo>
                    <a:pt x="10068" y="923"/>
                  </a:lnTo>
                  <a:lnTo>
                    <a:pt x="9366" y="983"/>
                  </a:lnTo>
                  <a:lnTo>
                    <a:pt x="8664" y="1043"/>
                  </a:lnTo>
                  <a:lnTo>
                    <a:pt x="7962" y="1124"/>
                  </a:lnTo>
                  <a:lnTo>
                    <a:pt x="7261" y="1224"/>
                  </a:lnTo>
                  <a:lnTo>
                    <a:pt x="6519" y="1364"/>
                  </a:lnTo>
                  <a:lnTo>
                    <a:pt x="5777" y="1505"/>
                  </a:lnTo>
                  <a:lnTo>
                    <a:pt x="5034" y="1665"/>
                  </a:lnTo>
                  <a:lnTo>
                    <a:pt x="4292" y="1805"/>
                  </a:lnTo>
                  <a:lnTo>
                    <a:pt x="3591" y="1926"/>
                  </a:lnTo>
                  <a:lnTo>
                    <a:pt x="3210" y="1986"/>
                  </a:lnTo>
                  <a:lnTo>
                    <a:pt x="2849" y="2006"/>
                  </a:lnTo>
                  <a:lnTo>
                    <a:pt x="2668" y="1986"/>
                  </a:lnTo>
                  <a:lnTo>
                    <a:pt x="2508" y="1966"/>
                  </a:lnTo>
                  <a:lnTo>
                    <a:pt x="2267" y="1926"/>
                  </a:lnTo>
                  <a:lnTo>
                    <a:pt x="2066" y="1846"/>
                  </a:lnTo>
                  <a:lnTo>
                    <a:pt x="1886" y="1765"/>
                  </a:lnTo>
                  <a:lnTo>
                    <a:pt x="1726" y="1665"/>
                  </a:lnTo>
                  <a:lnTo>
                    <a:pt x="1605" y="1545"/>
                  </a:lnTo>
                  <a:lnTo>
                    <a:pt x="1505" y="1404"/>
                  </a:lnTo>
                  <a:lnTo>
                    <a:pt x="1445" y="1284"/>
                  </a:lnTo>
                  <a:lnTo>
                    <a:pt x="1385" y="1124"/>
                  </a:lnTo>
                  <a:lnTo>
                    <a:pt x="1365" y="983"/>
                  </a:lnTo>
                  <a:lnTo>
                    <a:pt x="1385" y="823"/>
                  </a:lnTo>
                  <a:lnTo>
                    <a:pt x="1425" y="682"/>
                  </a:lnTo>
                  <a:lnTo>
                    <a:pt x="1485" y="542"/>
                  </a:lnTo>
                  <a:lnTo>
                    <a:pt x="1585" y="382"/>
                  </a:lnTo>
                  <a:lnTo>
                    <a:pt x="1705" y="261"/>
                  </a:lnTo>
                  <a:lnTo>
                    <a:pt x="1846" y="121"/>
                  </a:lnTo>
                  <a:lnTo>
                    <a:pt x="2018" y="6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35">
              <a:extLst>
                <a:ext uri="{FF2B5EF4-FFF2-40B4-BE49-F238E27FC236}">
                  <a16:creationId xmlns:a16="http://schemas.microsoft.com/office/drawing/2014/main" id="{E96580EF-2271-890D-81E6-F8BE54687185}"/>
                </a:ext>
              </a:extLst>
            </p:cNvPr>
            <p:cNvSpPr/>
            <p:nvPr/>
          </p:nvSpPr>
          <p:spPr>
            <a:xfrm>
              <a:off x="11825600" y="4338463"/>
              <a:ext cx="102300" cy="14050"/>
            </a:xfrm>
            <a:custGeom>
              <a:avLst/>
              <a:gdLst/>
              <a:ahLst/>
              <a:cxnLst/>
              <a:rect l="l" t="t" r="r" b="b"/>
              <a:pathLst>
                <a:path w="4092" h="562" extrusionOk="0">
                  <a:moveTo>
                    <a:pt x="4092" y="0"/>
                  </a:moveTo>
                  <a:lnTo>
                    <a:pt x="2046" y="100"/>
                  </a:lnTo>
                  <a:lnTo>
                    <a:pt x="1" y="221"/>
                  </a:lnTo>
                  <a:lnTo>
                    <a:pt x="21" y="261"/>
                  </a:lnTo>
                  <a:lnTo>
                    <a:pt x="41" y="401"/>
                  </a:lnTo>
                  <a:lnTo>
                    <a:pt x="41" y="562"/>
                  </a:lnTo>
                  <a:lnTo>
                    <a:pt x="3209" y="361"/>
                  </a:lnTo>
                  <a:lnTo>
                    <a:pt x="4092" y="301"/>
                  </a:lnTo>
                  <a:lnTo>
                    <a:pt x="409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61" name="Google Shape;7461;p35">
            <a:extLst>
              <a:ext uri="{FF2B5EF4-FFF2-40B4-BE49-F238E27FC236}">
                <a16:creationId xmlns:a16="http://schemas.microsoft.com/office/drawing/2014/main" id="{673BB1BD-A95D-318A-EF85-0BCE7B0E3F43}"/>
              </a:ext>
            </a:extLst>
          </p:cNvPr>
          <p:cNvGrpSpPr/>
          <p:nvPr/>
        </p:nvGrpSpPr>
        <p:grpSpPr>
          <a:xfrm>
            <a:off x="7563331" y="3964350"/>
            <a:ext cx="1445336" cy="1115411"/>
            <a:chOff x="12761825" y="3127225"/>
            <a:chExt cx="2554500" cy="1971388"/>
          </a:xfrm>
        </p:grpSpPr>
        <p:sp>
          <p:nvSpPr>
            <p:cNvPr id="7462" name="Google Shape;7462;p35">
              <a:extLst>
                <a:ext uri="{FF2B5EF4-FFF2-40B4-BE49-F238E27FC236}">
                  <a16:creationId xmlns:a16="http://schemas.microsoft.com/office/drawing/2014/main" id="{BABF2151-E55E-2031-A7B2-C5A452383945}"/>
                </a:ext>
              </a:extLst>
            </p:cNvPr>
            <p:cNvSpPr/>
            <p:nvPr/>
          </p:nvSpPr>
          <p:spPr>
            <a:xfrm>
              <a:off x="12761825" y="4921613"/>
              <a:ext cx="2554500" cy="1770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35">
              <a:extLst>
                <a:ext uri="{FF2B5EF4-FFF2-40B4-BE49-F238E27FC236}">
                  <a16:creationId xmlns:a16="http://schemas.microsoft.com/office/drawing/2014/main" id="{850644F5-987E-6075-1EAE-A1404556DD17}"/>
                </a:ext>
              </a:extLst>
            </p:cNvPr>
            <p:cNvSpPr/>
            <p:nvPr/>
          </p:nvSpPr>
          <p:spPr>
            <a:xfrm>
              <a:off x="13559425" y="3153675"/>
              <a:ext cx="384100" cy="241500"/>
            </a:xfrm>
            <a:custGeom>
              <a:avLst/>
              <a:gdLst/>
              <a:ahLst/>
              <a:cxnLst/>
              <a:rect l="l" t="t" r="r" b="b"/>
              <a:pathLst>
                <a:path w="15364" h="9660" extrusionOk="0">
                  <a:moveTo>
                    <a:pt x="3544" y="1"/>
                  </a:moveTo>
                  <a:lnTo>
                    <a:pt x="2701" y="23"/>
                  </a:lnTo>
                  <a:lnTo>
                    <a:pt x="1837" y="87"/>
                  </a:lnTo>
                  <a:lnTo>
                    <a:pt x="929" y="174"/>
                  </a:lnTo>
                  <a:lnTo>
                    <a:pt x="0" y="325"/>
                  </a:lnTo>
                  <a:lnTo>
                    <a:pt x="454" y="2940"/>
                  </a:lnTo>
                  <a:lnTo>
                    <a:pt x="1275" y="2832"/>
                  </a:lnTo>
                  <a:lnTo>
                    <a:pt x="2075" y="2745"/>
                  </a:lnTo>
                  <a:lnTo>
                    <a:pt x="2831" y="2680"/>
                  </a:lnTo>
                  <a:lnTo>
                    <a:pt x="3544" y="2659"/>
                  </a:lnTo>
                  <a:lnTo>
                    <a:pt x="4322" y="2680"/>
                  </a:lnTo>
                  <a:lnTo>
                    <a:pt x="5056" y="2745"/>
                  </a:lnTo>
                  <a:lnTo>
                    <a:pt x="5726" y="2853"/>
                  </a:lnTo>
                  <a:lnTo>
                    <a:pt x="6374" y="2983"/>
                  </a:lnTo>
                  <a:lnTo>
                    <a:pt x="6893" y="3112"/>
                  </a:lnTo>
                  <a:lnTo>
                    <a:pt x="7390" y="3285"/>
                  </a:lnTo>
                  <a:lnTo>
                    <a:pt x="7844" y="3458"/>
                  </a:lnTo>
                  <a:lnTo>
                    <a:pt x="8276" y="3653"/>
                  </a:lnTo>
                  <a:lnTo>
                    <a:pt x="8622" y="3847"/>
                  </a:lnTo>
                  <a:lnTo>
                    <a:pt x="8967" y="4042"/>
                  </a:lnTo>
                  <a:lnTo>
                    <a:pt x="9270" y="4258"/>
                  </a:lnTo>
                  <a:lnTo>
                    <a:pt x="9572" y="4474"/>
                  </a:lnTo>
                  <a:lnTo>
                    <a:pt x="9853" y="4690"/>
                  </a:lnTo>
                  <a:lnTo>
                    <a:pt x="10113" y="4928"/>
                  </a:lnTo>
                  <a:lnTo>
                    <a:pt x="10372" y="5165"/>
                  </a:lnTo>
                  <a:lnTo>
                    <a:pt x="10588" y="5403"/>
                  </a:lnTo>
                  <a:lnTo>
                    <a:pt x="10912" y="5770"/>
                  </a:lnTo>
                  <a:lnTo>
                    <a:pt x="11193" y="6138"/>
                  </a:lnTo>
                  <a:lnTo>
                    <a:pt x="11452" y="6526"/>
                  </a:lnTo>
                  <a:lnTo>
                    <a:pt x="11690" y="6894"/>
                  </a:lnTo>
                  <a:lnTo>
                    <a:pt x="11971" y="7456"/>
                  </a:lnTo>
                  <a:lnTo>
                    <a:pt x="12208" y="7974"/>
                  </a:lnTo>
                  <a:lnTo>
                    <a:pt x="12381" y="8450"/>
                  </a:lnTo>
                  <a:lnTo>
                    <a:pt x="12533" y="8882"/>
                  </a:lnTo>
                  <a:lnTo>
                    <a:pt x="12619" y="9206"/>
                  </a:lnTo>
                  <a:lnTo>
                    <a:pt x="12684" y="9465"/>
                  </a:lnTo>
                  <a:lnTo>
                    <a:pt x="12705" y="9616"/>
                  </a:lnTo>
                  <a:lnTo>
                    <a:pt x="12705" y="9638"/>
                  </a:lnTo>
                  <a:lnTo>
                    <a:pt x="15363" y="9292"/>
                  </a:lnTo>
                  <a:lnTo>
                    <a:pt x="15277" y="8838"/>
                  </a:lnTo>
                  <a:lnTo>
                    <a:pt x="15147" y="8363"/>
                  </a:lnTo>
                  <a:lnTo>
                    <a:pt x="14974" y="7780"/>
                  </a:lnTo>
                  <a:lnTo>
                    <a:pt x="14801" y="7261"/>
                  </a:lnTo>
                  <a:lnTo>
                    <a:pt x="14564" y="6699"/>
                  </a:lnTo>
                  <a:lnTo>
                    <a:pt x="14283" y="6116"/>
                  </a:lnTo>
                  <a:lnTo>
                    <a:pt x="13937" y="5489"/>
                  </a:lnTo>
                  <a:lnTo>
                    <a:pt x="13656" y="4992"/>
                  </a:lnTo>
                  <a:lnTo>
                    <a:pt x="13310" y="4517"/>
                  </a:lnTo>
                  <a:lnTo>
                    <a:pt x="12943" y="4020"/>
                  </a:lnTo>
                  <a:lnTo>
                    <a:pt x="12511" y="3545"/>
                  </a:lnTo>
                  <a:lnTo>
                    <a:pt x="12165" y="3199"/>
                  </a:lnTo>
                  <a:lnTo>
                    <a:pt x="11798" y="2853"/>
                  </a:lnTo>
                  <a:lnTo>
                    <a:pt x="11387" y="2507"/>
                  </a:lnTo>
                  <a:lnTo>
                    <a:pt x="10977" y="2183"/>
                  </a:lnTo>
                  <a:lnTo>
                    <a:pt x="10523" y="1859"/>
                  </a:lnTo>
                  <a:lnTo>
                    <a:pt x="10026" y="1578"/>
                  </a:lnTo>
                  <a:lnTo>
                    <a:pt x="9508" y="1297"/>
                  </a:lnTo>
                  <a:lnTo>
                    <a:pt x="8967" y="1038"/>
                  </a:lnTo>
                  <a:lnTo>
                    <a:pt x="8406" y="822"/>
                  </a:lnTo>
                  <a:lnTo>
                    <a:pt x="7801" y="606"/>
                  </a:lnTo>
                  <a:lnTo>
                    <a:pt x="7152" y="433"/>
                  </a:lnTo>
                  <a:lnTo>
                    <a:pt x="6504" y="282"/>
                  </a:lnTo>
                  <a:lnTo>
                    <a:pt x="5813" y="152"/>
                  </a:lnTo>
                  <a:lnTo>
                    <a:pt x="5078" y="66"/>
                  </a:lnTo>
                  <a:lnTo>
                    <a:pt x="4322" y="23"/>
                  </a:lnTo>
                  <a:lnTo>
                    <a:pt x="3544" y="1"/>
                  </a:lnTo>
                  <a:close/>
                  <a:moveTo>
                    <a:pt x="13894" y="9487"/>
                  </a:moveTo>
                  <a:lnTo>
                    <a:pt x="12705" y="9638"/>
                  </a:lnTo>
                  <a:lnTo>
                    <a:pt x="12705" y="9660"/>
                  </a:lnTo>
                  <a:lnTo>
                    <a:pt x="13894" y="948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35">
              <a:extLst>
                <a:ext uri="{FF2B5EF4-FFF2-40B4-BE49-F238E27FC236}">
                  <a16:creationId xmlns:a16="http://schemas.microsoft.com/office/drawing/2014/main" id="{2A48FE2C-ACD8-846A-EDC4-828FB2CDF71E}"/>
                </a:ext>
              </a:extLst>
            </p:cNvPr>
            <p:cNvSpPr/>
            <p:nvPr/>
          </p:nvSpPr>
          <p:spPr>
            <a:xfrm>
              <a:off x="12808025" y="4457700"/>
              <a:ext cx="221500" cy="227450"/>
            </a:xfrm>
            <a:custGeom>
              <a:avLst/>
              <a:gdLst/>
              <a:ahLst/>
              <a:cxnLst/>
              <a:rect l="l" t="t" r="r" b="b"/>
              <a:pathLst>
                <a:path w="8860" h="9098" extrusionOk="0">
                  <a:moveTo>
                    <a:pt x="4775" y="1"/>
                  </a:moveTo>
                  <a:lnTo>
                    <a:pt x="4343" y="130"/>
                  </a:lnTo>
                  <a:lnTo>
                    <a:pt x="3868" y="260"/>
                  </a:lnTo>
                  <a:lnTo>
                    <a:pt x="3306" y="476"/>
                  </a:lnTo>
                  <a:lnTo>
                    <a:pt x="2658" y="735"/>
                  </a:lnTo>
                  <a:lnTo>
                    <a:pt x="2334" y="908"/>
                  </a:lnTo>
                  <a:lnTo>
                    <a:pt x="1988" y="1081"/>
                  </a:lnTo>
                  <a:lnTo>
                    <a:pt x="1664" y="1254"/>
                  </a:lnTo>
                  <a:lnTo>
                    <a:pt x="1361" y="1470"/>
                  </a:lnTo>
                  <a:lnTo>
                    <a:pt x="1059" y="1686"/>
                  </a:lnTo>
                  <a:lnTo>
                    <a:pt x="800" y="1924"/>
                  </a:lnTo>
                  <a:lnTo>
                    <a:pt x="562" y="2161"/>
                  </a:lnTo>
                  <a:lnTo>
                    <a:pt x="346" y="2421"/>
                  </a:lnTo>
                  <a:lnTo>
                    <a:pt x="195" y="2702"/>
                  </a:lnTo>
                  <a:lnTo>
                    <a:pt x="130" y="2853"/>
                  </a:lnTo>
                  <a:lnTo>
                    <a:pt x="65" y="3004"/>
                  </a:lnTo>
                  <a:lnTo>
                    <a:pt x="22" y="3155"/>
                  </a:lnTo>
                  <a:lnTo>
                    <a:pt x="0" y="3328"/>
                  </a:lnTo>
                  <a:lnTo>
                    <a:pt x="0" y="3479"/>
                  </a:lnTo>
                  <a:lnTo>
                    <a:pt x="0" y="3652"/>
                  </a:lnTo>
                  <a:lnTo>
                    <a:pt x="22" y="3825"/>
                  </a:lnTo>
                  <a:lnTo>
                    <a:pt x="43" y="3998"/>
                  </a:lnTo>
                  <a:lnTo>
                    <a:pt x="108" y="4171"/>
                  </a:lnTo>
                  <a:lnTo>
                    <a:pt x="173" y="4365"/>
                  </a:lnTo>
                  <a:lnTo>
                    <a:pt x="259" y="4538"/>
                  </a:lnTo>
                  <a:lnTo>
                    <a:pt x="368" y="4733"/>
                  </a:lnTo>
                  <a:lnTo>
                    <a:pt x="497" y="4927"/>
                  </a:lnTo>
                  <a:lnTo>
                    <a:pt x="648" y="5122"/>
                  </a:lnTo>
                  <a:lnTo>
                    <a:pt x="821" y="5338"/>
                  </a:lnTo>
                  <a:lnTo>
                    <a:pt x="1016" y="5532"/>
                  </a:lnTo>
                  <a:lnTo>
                    <a:pt x="1232" y="5748"/>
                  </a:lnTo>
                  <a:lnTo>
                    <a:pt x="1470" y="5964"/>
                  </a:lnTo>
                  <a:lnTo>
                    <a:pt x="2010" y="6396"/>
                  </a:lnTo>
                  <a:lnTo>
                    <a:pt x="2658" y="6872"/>
                  </a:lnTo>
                  <a:lnTo>
                    <a:pt x="3436" y="7347"/>
                  </a:lnTo>
                  <a:lnTo>
                    <a:pt x="4300" y="7823"/>
                  </a:lnTo>
                  <a:lnTo>
                    <a:pt x="5186" y="8276"/>
                  </a:lnTo>
                  <a:lnTo>
                    <a:pt x="5942" y="8622"/>
                  </a:lnTo>
                  <a:lnTo>
                    <a:pt x="6288" y="8752"/>
                  </a:lnTo>
                  <a:lnTo>
                    <a:pt x="6612" y="8860"/>
                  </a:lnTo>
                  <a:lnTo>
                    <a:pt x="6915" y="8968"/>
                  </a:lnTo>
                  <a:lnTo>
                    <a:pt x="7174" y="9033"/>
                  </a:lnTo>
                  <a:lnTo>
                    <a:pt x="7433" y="9076"/>
                  </a:lnTo>
                  <a:lnTo>
                    <a:pt x="7649" y="9097"/>
                  </a:lnTo>
                  <a:lnTo>
                    <a:pt x="8038" y="9097"/>
                  </a:lnTo>
                  <a:lnTo>
                    <a:pt x="8211" y="9054"/>
                  </a:lnTo>
                  <a:lnTo>
                    <a:pt x="8341" y="9011"/>
                  </a:lnTo>
                  <a:lnTo>
                    <a:pt x="8470" y="8946"/>
                  </a:lnTo>
                  <a:lnTo>
                    <a:pt x="8578" y="8860"/>
                  </a:lnTo>
                  <a:lnTo>
                    <a:pt x="8665" y="8752"/>
                  </a:lnTo>
                  <a:lnTo>
                    <a:pt x="8730" y="8644"/>
                  </a:lnTo>
                  <a:lnTo>
                    <a:pt x="8794" y="8514"/>
                  </a:lnTo>
                  <a:lnTo>
                    <a:pt x="8816" y="8384"/>
                  </a:lnTo>
                  <a:lnTo>
                    <a:pt x="8838" y="8233"/>
                  </a:lnTo>
                  <a:lnTo>
                    <a:pt x="8859" y="8060"/>
                  </a:lnTo>
                  <a:lnTo>
                    <a:pt x="8838" y="7693"/>
                  </a:lnTo>
                  <a:lnTo>
                    <a:pt x="8751" y="7304"/>
                  </a:lnTo>
                  <a:lnTo>
                    <a:pt x="8622" y="6872"/>
                  </a:lnTo>
                  <a:lnTo>
                    <a:pt x="8470" y="6396"/>
                  </a:lnTo>
                  <a:lnTo>
                    <a:pt x="8276" y="5921"/>
                  </a:lnTo>
                  <a:lnTo>
                    <a:pt x="8038" y="5424"/>
                  </a:lnTo>
                  <a:lnTo>
                    <a:pt x="7801" y="4906"/>
                  </a:lnTo>
                  <a:lnTo>
                    <a:pt x="7520" y="4409"/>
                  </a:lnTo>
                  <a:lnTo>
                    <a:pt x="7239" y="3890"/>
                  </a:lnTo>
                  <a:lnTo>
                    <a:pt x="6677" y="2896"/>
                  </a:lnTo>
                  <a:lnTo>
                    <a:pt x="6094" y="1967"/>
                  </a:lnTo>
                  <a:lnTo>
                    <a:pt x="5575" y="1189"/>
                  </a:lnTo>
                  <a:lnTo>
                    <a:pt x="5164" y="562"/>
                  </a:lnTo>
                  <a:lnTo>
                    <a:pt x="47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35">
              <a:extLst>
                <a:ext uri="{FF2B5EF4-FFF2-40B4-BE49-F238E27FC236}">
                  <a16:creationId xmlns:a16="http://schemas.microsoft.com/office/drawing/2014/main" id="{CCC1461B-B312-485A-618F-03F79DF8401F}"/>
                </a:ext>
              </a:extLst>
            </p:cNvPr>
            <p:cNvSpPr/>
            <p:nvPr/>
          </p:nvSpPr>
          <p:spPr>
            <a:xfrm>
              <a:off x="12876625" y="3375700"/>
              <a:ext cx="2329850" cy="1362375"/>
            </a:xfrm>
            <a:custGeom>
              <a:avLst/>
              <a:gdLst/>
              <a:ahLst/>
              <a:cxnLst/>
              <a:rect l="l" t="t" r="r" b="b"/>
              <a:pathLst>
                <a:path w="93194" h="54495" extrusionOk="0">
                  <a:moveTo>
                    <a:pt x="40385" y="1"/>
                  </a:moveTo>
                  <a:lnTo>
                    <a:pt x="38915" y="22"/>
                  </a:lnTo>
                  <a:lnTo>
                    <a:pt x="37489" y="109"/>
                  </a:lnTo>
                  <a:lnTo>
                    <a:pt x="36128" y="217"/>
                  </a:lnTo>
                  <a:lnTo>
                    <a:pt x="34832" y="368"/>
                  </a:lnTo>
                  <a:lnTo>
                    <a:pt x="33578" y="584"/>
                  </a:lnTo>
                  <a:lnTo>
                    <a:pt x="32368" y="822"/>
                  </a:lnTo>
                  <a:lnTo>
                    <a:pt x="31202" y="1103"/>
                  </a:lnTo>
                  <a:lnTo>
                    <a:pt x="30100" y="1427"/>
                  </a:lnTo>
                  <a:lnTo>
                    <a:pt x="29041" y="1773"/>
                  </a:lnTo>
                  <a:lnTo>
                    <a:pt x="28047" y="2161"/>
                  </a:lnTo>
                  <a:lnTo>
                    <a:pt x="27075" y="2594"/>
                  </a:lnTo>
                  <a:lnTo>
                    <a:pt x="26167" y="3047"/>
                  </a:lnTo>
                  <a:lnTo>
                    <a:pt x="25281" y="3523"/>
                  </a:lnTo>
                  <a:lnTo>
                    <a:pt x="24460" y="4041"/>
                  </a:lnTo>
                  <a:lnTo>
                    <a:pt x="23682" y="4581"/>
                  </a:lnTo>
                  <a:lnTo>
                    <a:pt x="22926" y="5143"/>
                  </a:lnTo>
                  <a:lnTo>
                    <a:pt x="22213" y="5748"/>
                  </a:lnTo>
                  <a:lnTo>
                    <a:pt x="21565" y="6353"/>
                  </a:lnTo>
                  <a:lnTo>
                    <a:pt x="20916" y="6980"/>
                  </a:lnTo>
                  <a:lnTo>
                    <a:pt x="20333" y="7650"/>
                  </a:lnTo>
                  <a:lnTo>
                    <a:pt x="19771" y="8320"/>
                  </a:lnTo>
                  <a:lnTo>
                    <a:pt x="19253" y="9011"/>
                  </a:lnTo>
                  <a:lnTo>
                    <a:pt x="18777" y="9702"/>
                  </a:lnTo>
                  <a:lnTo>
                    <a:pt x="18324" y="10416"/>
                  </a:lnTo>
                  <a:lnTo>
                    <a:pt x="17891" y="11150"/>
                  </a:lnTo>
                  <a:lnTo>
                    <a:pt x="17502" y="11885"/>
                  </a:lnTo>
                  <a:lnTo>
                    <a:pt x="17135" y="12641"/>
                  </a:lnTo>
                  <a:lnTo>
                    <a:pt x="16811" y="13397"/>
                  </a:lnTo>
                  <a:lnTo>
                    <a:pt x="16508" y="14154"/>
                  </a:lnTo>
                  <a:lnTo>
                    <a:pt x="16228" y="14932"/>
                  </a:lnTo>
                  <a:lnTo>
                    <a:pt x="15968" y="15709"/>
                  </a:lnTo>
                  <a:lnTo>
                    <a:pt x="15731" y="16466"/>
                  </a:lnTo>
                  <a:lnTo>
                    <a:pt x="15536" y="17244"/>
                  </a:lnTo>
                  <a:lnTo>
                    <a:pt x="15342" y="18021"/>
                  </a:lnTo>
                  <a:lnTo>
                    <a:pt x="15190" y="18778"/>
                  </a:lnTo>
                  <a:lnTo>
                    <a:pt x="15039" y="19534"/>
                  </a:lnTo>
                  <a:lnTo>
                    <a:pt x="14931" y="20290"/>
                  </a:lnTo>
                  <a:lnTo>
                    <a:pt x="14823" y="21046"/>
                  </a:lnTo>
                  <a:lnTo>
                    <a:pt x="14737" y="21781"/>
                  </a:lnTo>
                  <a:lnTo>
                    <a:pt x="14650" y="22516"/>
                  </a:lnTo>
                  <a:lnTo>
                    <a:pt x="14607" y="23229"/>
                  </a:lnTo>
                  <a:lnTo>
                    <a:pt x="14564" y="23942"/>
                  </a:lnTo>
                  <a:lnTo>
                    <a:pt x="14521" y="25303"/>
                  </a:lnTo>
                  <a:lnTo>
                    <a:pt x="14521" y="26600"/>
                  </a:lnTo>
                  <a:lnTo>
                    <a:pt x="14542" y="27788"/>
                  </a:lnTo>
                  <a:lnTo>
                    <a:pt x="14607" y="28912"/>
                  </a:lnTo>
                  <a:lnTo>
                    <a:pt x="14693" y="29906"/>
                  </a:lnTo>
                  <a:lnTo>
                    <a:pt x="14780" y="30770"/>
                  </a:lnTo>
                  <a:lnTo>
                    <a:pt x="14866" y="31526"/>
                  </a:lnTo>
                  <a:lnTo>
                    <a:pt x="15039" y="32563"/>
                  </a:lnTo>
                  <a:lnTo>
                    <a:pt x="15104" y="32931"/>
                  </a:lnTo>
                  <a:lnTo>
                    <a:pt x="14910" y="32952"/>
                  </a:lnTo>
                  <a:lnTo>
                    <a:pt x="14391" y="33017"/>
                  </a:lnTo>
                  <a:lnTo>
                    <a:pt x="13570" y="33147"/>
                  </a:lnTo>
                  <a:lnTo>
                    <a:pt x="13073" y="33255"/>
                  </a:lnTo>
                  <a:lnTo>
                    <a:pt x="12511" y="33384"/>
                  </a:lnTo>
                  <a:lnTo>
                    <a:pt x="11906" y="33536"/>
                  </a:lnTo>
                  <a:lnTo>
                    <a:pt x="11279" y="33752"/>
                  </a:lnTo>
                  <a:lnTo>
                    <a:pt x="10588" y="33989"/>
                  </a:lnTo>
                  <a:lnTo>
                    <a:pt x="9897" y="34270"/>
                  </a:lnTo>
                  <a:lnTo>
                    <a:pt x="9184" y="34594"/>
                  </a:lnTo>
                  <a:lnTo>
                    <a:pt x="8449" y="34983"/>
                  </a:lnTo>
                  <a:lnTo>
                    <a:pt x="7693" y="35415"/>
                  </a:lnTo>
                  <a:lnTo>
                    <a:pt x="6958" y="35912"/>
                  </a:lnTo>
                  <a:lnTo>
                    <a:pt x="6591" y="36172"/>
                  </a:lnTo>
                  <a:lnTo>
                    <a:pt x="6202" y="36474"/>
                  </a:lnTo>
                  <a:lnTo>
                    <a:pt x="5856" y="36755"/>
                  </a:lnTo>
                  <a:lnTo>
                    <a:pt x="5489" y="37079"/>
                  </a:lnTo>
                  <a:lnTo>
                    <a:pt x="5121" y="37425"/>
                  </a:lnTo>
                  <a:lnTo>
                    <a:pt x="4776" y="37771"/>
                  </a:lnTo>
                  <a:lnTo>
                    <a:pt x="4430" y="38138"/>
                  </a:lnTo>
                  <a:lnTo>
                    <a:pt x="4084" y="38527"/>
                  </a:lnTo>
                  <a:lnTo>
                    <a:pt x="3760" y="38937"/>
                  </a:lnTo>
                  <a:lnTo>
                    <a:pt x="3436" y="39348"/>
                  </a:lnTo>
                  <a:lnTo>
                    <a:pt x="3112" y="39802"/>
                  </a:lnTo>
                  <a:lnTo>
                    <a:pt x="2809" y="40277"/>
                  </a:lnTo>
                  <a:lnTo>
                    <a:pt x="2528" y="40753"/>
                  </a:lnTo>
                  <a:lnTo>
                    <a:pt x="2248" y="41271"/>
                  </a:lnTo>
                  <a:lnTo>
                    <a:pt x="1967" y="41790"/>
                  </a:lnTo>
                  <a:lnTo>
                    <a:pt x="1729" y="42351"/>
                  </a:lnTo>
                  <a:lnTo>
                    <a:pt x="1491" y="42913"/>
                  </a:lnTo>
                  <a:lnTo>
                    <a:pt x="1254" y="43518"/>
                  </a:lnTo>
                  <a:lnTo>
                    <a:pt x="1038" y="44123"/>
                  </a:lnTo>
                  <a:lnTo>
                    <a:pt x="865" y="44772"/>
                  </a:lnTo>
                  <a:lnTo>
                    <a:pt x="670" y="45441"/>
                  </a:lnTo>
                  <a:lnTo>
                    <a:pt x="519" y="46133"/>
                  </a:lnTo>
                  <a:lnTo>
                    <a:pt x="389" y="46846"/>
                  </a:lnTo>
                  <a:lnTo>
                    <a:pt x="260" y="47581"/>
                  </a:lnTo>
                  <a:lnTo>
                    <a:pt x="173" y="48358"/>
                  </a:lnTo>
                  <a:lnTo>
                    <a:pt x="87" y="49158"/>
                  </a:lnTo>
                  <a:lnTo>
                    <a:pt x="44" y="49979"/>
                  </a:lnTo>
                  <a:lnTo>
                    <a:pt x="0" y="50822"/>
                  </a:lnTo>
                  <a:lnTo>
                    <a:pt x="0" y="51686"/>
                  </a:lnTo>
                  <a:lnTo>
                    <a:pt x="22" y="52593"/>
                  </a:lnTo>
                  <a:lnTo>
                    <a:pt x="65" y="53523"/>
                  </a:lnTo>
                  <a:lnTo>
                    <a:pt x="130" y="54495"/>
                  </a:lnTo>
                  <a:lnTo>
                    <a:pt x="93193" y="54495"/>
                  </a:lnTo>
                  <a:lnTo>
                    <a:pt x="93193" y="54214"/>
                  </a:lnTo>
                  <a:lnTo>
                    <a:pt x="93193" y="53415"/>
                  </a:lnTo>
                  <a:lnTo>
                    <a:pt x="93172" y="52831"/>
                  </a:lnTo>
                  <a:lnTo>
                    <a:pt x="93150" y="52161"/>
                  </a:lnTo>
                  <a:lnTo>
                    <a:pt x="93085" y="51405"/>
                  </a:lnTo>
                  <a:lnTo>
                    <a:pt x="92999" y="50562"/>
                  </a:lnTo>
                  <a:lnTo>
                    <a:pt x="92869" y="49655"/>
                  </a:lnTo>
                  <a:lnTo>
                    <a:pt x="92696" y="48704"/>
                  </a:lnTo>
                  <a:lnTo>
                    <a:pt x="92480" y="47667"/>
                  </a:lnTo>
                  <a:lnTo>
                    <a:pt x="92221" y="46608"/>
                  </a:lnTo>
                  <a:lnTo>
                    <a:pt x="91897" y="45528"/>
                  </a:lnTo>
                  <a:lnTo>
                    <a:pt x="91724" y="44966"/>
                  </a:lnTo>
                  <a:lnTo>
                    <a:pt x="91530" y="44426"/>
                  </a:lnTo>
                  <a:lnTo>
                    <a:pt x="91314" y="43864"/>
                  </a:lnTo>
                  <a:lnTo>
                    <a:pt x="91076" y="43302"/>
                  </a:lnTo>
                  <a:lnTo>
                    <a:pt x="90817" y="42740"/>
                  </a:lnTo>
                  <a:lnTo>
                    <a:pt x="90557" y="42179"/>
                  </a:lnTo>
                  <a:lnTo>
                    <a:pt x="90255" y="41617"/>
                  </a:lnTo>
                  <a:lnTo>
                    <a:pt x="89952" y="41055"/>
                  </a:lnTo>
                  <a:lnTo>
                    <a:pt x="89628" y="40515"/>
                  </a:lnTo>
                  <a:lnTo>
                    <a:pt x="89261" y="39975"/>
                  </a:lnTo>
                  <a:lnTo>
                    <a:pt x="88894" y="39434"/>
                  </a:lnTo>
                  <a:lnTo>
                    <a:pt x="88483" y="38916"/>
                  </a:lnTo>
                  <a:lnTo>
                    <a:pt x="88072" y="38397"/>
                  </a:lnTo>
                  <a:lnTo>
                    <a:pt x="87619" y="37879"/>
                  </a:lnTo>
                  <a:lnTo>
                    <a:pt x="87143" y="37382"/>
                  </a:lnTo>
                  <a:lnTo>
                    <a:pt x="86646" y="36906"/>
                  </a:lnTo>
                  <a:lnTo>
                    <a:pt x="86128" y="36431"/>
                  </a:lnTo>
                  <a:lnTo>
                    <a:pt x="85588" y="35977"/>
                  </a:lnTo>
                  <a:lnTo>
                    <a:pt x="85004" y="35545"/>
                  </a:lnTo>
                  <a:lnTo>
                    <a:pt x="84399" y="35135"/>
                  </a:lnTo>
                  <a:lnTo>
                    <a:pt x="83751" y="34724"/>
                  </a:lnTo>
                  <a:lnTo>
                    <a:pt x="83081" y="34357"/>
                  </a:lnTo>
                  <a:lnTo>
                    <a:pt x="82390" y="34011"/>
                  </a:lnTo>
                  <a:lnTo>
                    <a:pt x="81677" y="33665"/>
                  </a:lnTo>
                  <a:lnTo>
                    <a:pt x="80899" y="33363"/>
                  </a:lnTo>
                  <a:lnTo>
                    <a:pt x="80121" y="33082"/>
                  </a:lnTo>
                  <a:lnTo>
                    <a:pt x="79300" y="32823"/>
                  </a:lnTo>
                  <a:lnTo>
                    <a:pt x="78436" y="32606"/>
                  </a:lnTo>
                  <a:lnTo>
                    <a:pt x="77528" y="32412"/>
                  </a:lnTo>
                  <a:lnTo>
                    <a:pt x="76599" y="32239"/>
                  </a:lnTo>
                  <a:lnTo>
                    <a:pt x="75648" y="32110"/>
                  </a:lnTo>
                  <a:lnTo>
                    <a:pt x="74654" y="32001"/>
                  </a:lnTo>
                  <a:lnTo>
                    <a:pt x="73595" y="31937"/>
                  </a:lnTo>
                  <a:lnTo>
                    <a:pt x="72537" y="31915"/>
                  </a:lnTo>
                  <a:lnTo>
                    <a:pt x="71413" y="31915"/>
                  </a:lnTo>
                  <a:lnTo>
                    <a:pt x="70268" y="31958"/>
                  </a:lnTo>
                  <a:lnTo>
                    <a:pt x="69058" y="32045"/>
                  </a:lnTo>
                  <a:lnTo>
                    <a:pt x="67826" y="32153"/>
                  </a:lnTo>
                  <a:lnTo>
                    <a:pt x="67826" y="32153"/>
                  </a:lnTo>
                  <a:lnTo>
                    <a:pt x="67869" y="31807"/>
                  </a:lnTo>
                  <a:lnTo>
                    <a:pt x="67978" y="30770"/>
                  </a:lnTo>
                  <a:lnTo>
                    <a:pt x="68021" y="30057"/>
                  </a:lnTo>
                  <a:lnTo>
                    <a:pt x="68042" y="29192"/>
                  </a:lnTo>
                  <a:lnTo>
                    <a:pt x="68064" y="28220"/>
                  </a:lnTo>
                  <a:lnTo>
                    <a:pt x="68042" y="27140"/>
                  </a:lnTo>
                  <a:lnTo>
                    <a:pt x="67999" y="25951"/>
                  </a:lnTo>
                  <a:lnTo>
                    <a:pt x="67913" y="24698"/>
                  </a:lnTo>
                  <a:lnTo>
                    <a:pt x="67783" y="23380"/>
                  </a:lnTo>
                  <a:lnTo>
                    <a:pt x="67697" y="22689"/>
                  </a:lnTo>
                  <a:lnTo>
                    <a:pt x="67589" y="21997"/>
                  </a:lnTo>
                  <a:lnTo>
                    <a:pt x="67481" y="21284"/>
                  </a:lnTo>
                  <a:lnTo>
                    <a:pt x="67329" y="20549"/>
                  </a:lnTo>
                  <a:lnTo>
                    <a:pt x="67178" y="19815"/>
                  </a:lnTo>
                  <a:lnTo>
                    <a:pt x="67005" y="19080"/>
                  </a:lnTo>
                  <a:lnTo>
                    <a:pt x="66832" y="18345"/>
                  </a:lnTo>
                  <a:lnTo>
                    <a:pt x="66616" y="17589"/>
                  </a:lnTo>
                  <a:lnTo>
                    <a:pt x="66379" y="16833"/>
                  </a:lnTo>
                  <a:lnTo>
                    <a:pt x="66119" y="16077"/>
                  </a:lnTo>
                  <a:lnTo>
                    <a:pt x="65838" y="15320"/>
                  </a:lnTo>
                  <a:lnTo>
                    <a:pt x="65536" y="14586"/>
                  </a:lnTo>
                  <a:lnTo>
                    <a:pt x="65212" y="13830"/>
                  </a:lnTo>
                  <a:lnTo>
                    <a:pt x="64844" y="13073"/>
                  </a:lnTo>
                  <a:lnTo>
                    <a:pt x="64477" y="12339"/>
                  </a:lnTo>
                  <a:lnTo>
                    <a:pt x="64067" y="11604"/>
                  </a:lnTo>
                  <a:lnTo>
                    <a:pt x="63613" y="10891"/>
                  </a:lnTo>
                  <a:lnTo>
                    <a:pt x="63137" y="10178"/>
                  </a:lnTo>
                  <a:lnTo>
                    <a:pt x="62640" y="9486"/>
                  </a:lnTo>
                  <a:lnTo>
                    <a:pt x="62122" y="8795"/>
                  </a:lnTo>
                  <a:lnTo>
                    <a:pt x="61538" y="8125"/>
                  </a:lnTo>
                  <a:lnTo>
                    <a:pt x="60955" y="7455"/>
                  </a:lnTo>
                  <a:lnTo>
                    <a:pt x="60307" y="6829"/>
                  </a:lnTo>
                  <a:lnTo>
                    <a:pt x="59637" y="6202"/>
                  </a:lnTo>
                  <a:lnTo>
                    <a:pt x="58924" y="5597"/>
                  </a:lnTo>
                  <a:lnTo>
                    <a:pt x="58189" y="5035"/>
                  </a:lnTo>
                  <a:lnTo>
                    <a:pt x="57411" y="4473"/>
                  </a:lnTo>
                  <a:lnTo>
                    <a:pt x="56590" y="3955"/>
                  </a:lnTo>
                  <a:lnTo>
                    <a:pt x="55726" y="3436"/>
                  </a:lnTo>
                  <a:lnTo>
                    <a:pt x="54819" y="2961"/>
                  </a:lnTo>
                  <a:lnTo>
                    <a:pt x="53868" y="2529"/>
                  </a:lnTo>
                  <a:lnTo>
                    <a:pt x="52874" y="2118"/>
                  </a:lnTo>
                  <a:lnTo>
                    <a:pt x="51837" y="1729"/>
                  </a:lnTo>
                  <a:lnTo>
                    <a:pt x="50756" y="1384"/>
                  </a:lnTo>
                  <a:lnTo>
                    <a:pt x="49633" y="1081"/>
                  </a:lnTo>
                  <a:lnTo>
                    <a:pt x="48466" y="800"/>
                  </a:lnTo>
                  <a:lnTo>
                    <a:pt x="47234" y="562"/>
                  </a:lnTo>
                  <a:lnTo>
                    <a:pt x="45981" y="368"/>
                  </a:lnTo>
                  <a:lnTo>
                    <a:pt x="44663" y="217"/>
                  </a:lnTo>
                  <a:lnTo>
                    <a:pt x="43280" y="87"/>
                  </a:lnTo>
                  <a:lnTo>
                    <a:pt x="41854" y="22"/>
                  </a:lnTo>
                  <a:lnTo>
                    <a:pt x="4038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35">
              <a:extLst>
                <a:ext uri="{FF2B5EF4-FFF2-40B4-BE49-F238E27FC236}">
                  <a16:creationId xmlns:a16="http://schemas.microsoft.com/office/drawing/2014/main" id="{00E231D6-B2EC-C459-6FB8-879AFFB26ADC}"/>
                </a:ext>
              </a:extLst>
            </p:cNvPr>
            <p:cNvSpPr/>
            <p:nvPr/>
          </p:nvSpPr>
          <p:spPr>
            <a:xfrm>
              <a:off x="12876625" y="3375700"/>
              <a:ext cx="2329850" cy="1362375"/>
            </a:xfrm>
            <a:custGeom>
              <a:avLst/>
              <a:gdLst/>
              <a:ahLst/>
              <a:cxnLst/>
              <a:rect l="l" t="t" r="r" b="b"/>
              <a:pathLst>
                <a:path w="93194" h="54495" fill="none" extrusionOk="0">
                  <a:moveTo>
                    <a:pt x="67826" y="32153"/>
                  </a:moveTo>
                  <a:lnTo>
                    <a:pt x="67826" y="32153"/>
                  </a:lnTo>
                  <a:lnTo>
                    <a:pt x="67869" y="31807"/>
                  </a:lnTo>
                  <a:lnTo>
                    <a:pt x="67978" y="30770"/>
                  </a:lnTo>
                  <a:lnTo>
                    <a:pt x="68021" y="30057"/>
                  </a:lnTo>
                  <a:lnTo>
                    <a:pt x="68042" y="29192"/>
                  </a:lnTo>
                  <a:lnTo>
                    <a:pt x="68064" y="28220"/>
                  </a:lnTo>
                  <a:lnTo>
                    <a:pt x="68042" y="27140"/>
                  </a:lnTo>
                  <a:lnTo>
                    <a:pt x="67999" y="25951"/>
                  </a:lnTo>
                  <a:lnTo>
                    <a:pt x="67913" y="24698"/>
                  </a:lnTo>
                  <a:lnTo>
                    <a:pt x="67783" y="23380"/>
                  </a:lnTo>
                  <a:lnTo>
                    <a:pt x="67697" y="22689"/>
                  </a:lnTo>
                  <a:lnTo>
                    <a:pt x="67589" y="21997"/>
                  </a:lnTo>
                  <a:lnTo>
                    <a:pt x="67481" y="21284"/>
                  </a:lnTo>
                  <a:lnTo>
                    <a:pt x="67329" y="20549"/>
                  </a:lnTo>
                  <a:lnTo>
                    <a:pt x="67178" y="19815"/>
                  </a:lnTo>
                  <a:lnTo>
                    <a:pt x="67005" y="19080"/>
                  </a:lnTo>
                  <a:lnTo>
                    <a:pt x="66832" y="18345"/>
                  </a:lnTo>
                  <a:lnTo>
                    <a:pt x="66616" y="17589"/>
                  </a:lnTo>
                  <a:lnTo>
                    <a:pt x="66379" y="16833"/>
                  </a:lnTo>
                  <a:lnTo>
                    <a:pt x="66119" y="16077"/>
                  </a:lnTo>
                  <a:lnTo>
                    <a:pt x="65838" y="15320"/>
                  </a:lnTo>
                  <a:lnTo>
                    <a:pt x="65536" y="14586"/>
                  </a:lnTo>
                  <a:lnTo>
                    <a:pt x="65212" y="13830"/>
                  </a:lnTo>
                  <a:lnTo>
                    <a:pt x="64844" y="13073"/>
                  </a:lnTo>
                  <a:lnTo>
                    <a:pt x="64477" y="12339"/>
                  </a:lnTo>
                  <a:lnTo>
                    <a:pt x="64067" y="11604"/>
                  </a:lnTo>
                  <a:lnTo>
                    <a:pt x="63613" y="10891"/>
                  </a:lnTo>
                  <a:lnTo>
                    <a:pt x="63137" y="10178"/>
                  </a:lnTo>
                  <a:lnTo>
                    <a:pt x="62640" y="9486"/>
                  </a:lnTo>
                  <a:lnTo>
                    <a:pt x="62122" y="8795"/>
                  </a:lnTo>
                  <a:lnTo>
                    <a:pt x="61538" y="8125"/>
                  </a:lnTo>
                  <a:lnTo>
                    <a:pt x="60955" y="7455"/>
                  </a:lnTo>
                  <a:lnTo>
                    <a:pt x="60307" y="6829"/>
                  </a:lnTo>
                  <a:lnTo>
                    <a:pt x="59637" y="6202"/>
                  </a:lnTo>
                  <a:lnTo>
                    <a:pt x="58924" y="5597"/>
                  </a:lnTo>
                  <a:lnTo>
                    <a:pt x="58189" y="5035"/>
                  </a:lnTo>
                  <a:lnTo>
                    <a:pt x="57411" y="4473"/>
                  </a:lnTo>
                  <a:lnTo>
                    <a:pt x="56590" y="3955"/>
                  </a:lnTo>
                  <a:lnTo>
                    <a:pt x="55726" y="3436"/>
                  </a:lnTo>
                  <a:lnTo>
                    <a:pt x="54819" y="2961"/>
                  </a:lnTo>
                  <a:lnTo>
                    <a:pt x="53868" y="2529"/>
                  </a:lnTo>
                  <a:lnTo>
                    <a:pt x="52874" y="2118"/>
                  </a:lnTo>
                  <a:lnTo>
                    <a:pt x="51837" y="1729"/>
                  </a:lnTo>
                  <a:lnTo>
                    <a:pt x="50756" y="1384"/>
                  </a:lnTo>
                  <a:lnTo>
                    <a:pt x="49633" y="1081"/>
                  </a:lnTo>
                  <a:lnTo>
                    <a:pt x="48466" y="800"/>
                  </a:lnTo>
                  <a:lnTo>
                    <a:pt x="47234" y="562"/>
                  </a:lnTo>
                  <a:lnTo>
                    <a:pt x="45981" y="368"/>
                  </a:lnTo>
                  <a:lnTo>
                    <a:pt x="44663" y="217"/>
                  </a:lnTo>
                  <a:lnTo>
                    <a:pt x="43280" y="87"/>
                  </a:lnTo>
                  <a:lnTo>
                    <a:pt x="41854" y="22"/>
                  </a:lnTo>
                  <a:lnTo>
                    <a:pt x="40385" y="1"/>
                  </a:lnTo>
                  <a:lnTo>
                    <a:pt x="40385" y="1"/>
                  </a:lnTo>
                  <a:lnTo>
                    <a:pt x="38915" y="22"/>
                  </a:lnTo>
                  <a:lnTo>
                    <a:pt x="37489" y="109"/>
                  </a:lnTo>
                  <a:lnTo>
                    <a:pt x="36128" y="217"/>
                  </a:lnTo>
                  <a:lnTo>
                    <a:pt x="34832" y="368"/>
                  </a:lnTo>
                  <a:lnTo>
                    <a:pt x="33578" y="584"/>
                  </a:lnTo>
                  <a:lnTo>
                    <a:pt x="32368" y="822"/>
                  </a:lnTo>
                  <a:lnTo>
                    <a:pt x="31202" y="1103"/>
                  </a:lnTo>
                  <a:lnTo>
                    <a:pt x="30100" y="1427"/>
                  </a:lnTo>
                  <a:lnTo>
                    <a:pt x="29041" y="1773"/>
                  </a:lnTo>
                  <a:lnTo>
                    <a:pt x="28047" y="2161"/>
                  </a:lnTo>
                  <a:lnTo>
                    <a:pt x="27075" y="2594"/>
                  </a:lnTo>
                  <a:lnTo>
                    <a:pt x="26167" y="3047"/>
                  </a:lnTo>
                  <a:lnTo>
                    <a:pt x="25281" y="3523"/>
                  </a:lnTo>
                  <a:lnTo>
                    <a:pt x="24460" y="4041"/>
                  </a:lnTo>
                  <a:lnTo>
                    <a:pt x="23682" y="4581"/>
                  </a:lnTo>
                  <a:lnTo>
                    <a:pt x="22926" y="5143"/>
                  </a:lnTo>
                  <a:lnTo>
                    <a:pt x="22213" y="5748"/>
                  </a:lnTo>
                  <a:lnTo>
                    <a:pt x="21565" y="6353"/>
                  </a:lnTo>
                  <a:lnTo>
                    <a:pt x="20916" y="6980"/>
                  </a:lnTo>
                  <a:lnTo>
                    <a:pt x="20333" y="7650"/>
                  </a:lnTo>
                  <a:lnTo>
                    <a:pt x="19771" y="8320"/>
                  </a:lnTo>
                  <a:lnTo>
                    <a:pt x="19253" y="9011"/>
                  </a:lnTo>
                  <a:lnTo>
                    <a:pt x="18777" y="9702"/>
                  </a:lnTo>
                  <a:lnTo>
                    <a:pt x="18324" y="10416"/>
                  </a:lnTo>
                  <a:lnTo>
                    <a:pt x="17891" y="11150"/>
                  </a:lnTo>
                  <a:lnTo>
                    <a:pt x="17502" y="11885"/>
                  </a:lnTo>
                  <a:lnTo>
                    <a:pt x="17135" y="12641"/>
                  </a:lnTo>
                  <a:lnTo>
                    <a:pt x="16811" y="13397"/>
                  </a:lnTo>
                  <a:lnTo>
                    <a:pt x="16508" y="14154"/>
                  </a:lnTo>
                  <a:lnTo>
                    <a:pt x="16228" y="14932"/>
                  </a:lnTo>
                  <a:lnTo>
                    <a:pt x="15968" y="15709"/>
                  </a:lnTo>
                  <a:lnTo>
                    <a:pt x="15731" y="16466"/>
                  </a:lnTo>
                  <a:lnTo>
                    <a:pt x="15536" y="17244"/>
                  </a:lnTo>
                  <a:lnTo>
                    <a:pt x="15342" y="18021"/>
                  </a:lnTo>
                  <a:lnTo>
                    <a:pt x="15190" y="18778"/>
                  </a:lnTo>
                  <a:lnTo>
                    <a:pt x="15039" y="19534"/>
                  </a:lnTo>
                  <a:lnTo>
                    <a:pt x="14931" y="20290"/>
                  </a:lnTo>
                  <a:lnTo>
                    <a:pt x="14823" y="21046"/>
                  </a:lnTo>
                  <a:lnTo>
                    <a:pt x="14737" y="21781"/>
                  </a:lnTo>
                  <a:lnTo>
                    <a:pt x="14650" y="22516"/>
                  </a:lnTo>
                  <a:lnTo>
                    <a:pt x="14607" y="23229"/>
                  </a:lnTo>
                  <a:lnTo>
                    <a:pt x="14564" y="23942"/>
                  </a:lnTo>
                  <a:lnTo>
                    <a:pt x="14521" y="25303"/>
                  </a:lnTo>
                  <a:lnTo>
                    <a:pt x="14521" y="26600"/>
                  </a:lnTo>
                  <a:lnTo>
                    <a:pt x="14542" y="27788"/>
                  </a:lnTo>
                  <a:lnTo>
                    <a:pt x="14607" y="28912"/>
                  </a:lnTo>
                  <a:lnTo>
                    <a:pt x="14693" y="29906"/>
                  </a:lnTo>
                  <a:lnTo>
                    <a:pt x="14780" y="30770"/>
                  </a:lnTo>
                  <a:lnTo>
                    <a:pt x="14866" y="31526"/>
                  </a:lnTo>
                  <a:lnTo>
                    <a:pt x="15039" y="32563"/>
                  </a:lnTo>
                  <a:lnTo>
                    <a:pt x="15104" y="32931"/>
                  </a:lnTo>
                  <a:lnTo>
                    <a:pt x="15104" y="32931"/>
                  </a:lnTo>
                  <a:lnTo>
                    <a:pt x="14910" y="32952"/>
                  </a:lnTo>
                  <a:lnTo>
                    <a:pt x="14391" y="33017"/>
                  </a:lnTo>
                  <a:lnTo>
                    <a:pt x="13570" y="33147"/>
                  </a:lnTo>
                  <a:lnTo>
                    <a:pt x="13073" y="33255"/>
                  </a:lnTo>
                  <a:lnTo>
                    <a:pt x="12511" y="33384"/>
                  </a:lnTo>
                  <a:lnTo>
                    <a:pt x="11906" y="33536"/>
                  </a:lnTo>
                  <a:lnTo>
                    <a:pt x="11279" y="33752"/>
                  </a:lnTo>
                  <a:lnTo>
                    <a:pt x="10588" y="33989"/>
                  </a:lnTo>
                  <a:lnTo>
                    <a:pt x="9897" y="34270"/>
                  </a:lnTo>
                  <a:lnTo>
                    <a:pt x="9184" y="34594"/>
                  </a:lnTo>
                  <a:lnTo>
                    <a:pt x="8449" y="34983"/>
                  </a:lnTo>
                  <a:lnTo>
                    <a:pt x="7693" y="35415"/>
                  </a:lnTo>
                  <a:lnTo>
                    <a:pt x="6958" y="35912"/>
                  </a:lnTo>
                  <a:lnTo>
                    <a:pt x="6591" y="36172"/>
                  </a:lnTo>
                  <a:lnTo>
                    <a:pt x="6202" y="36474"/>
                  </a:lnTo>
                  <a:lnTo>
                    <a:pt x="5856" y="36755"/>
                  </a:lnTo>
                  <a:lnTo>
                    <a:pt x="5489" y="37079"/>
                  </a:lnTo>
                  <a:lnTo>
                    <a:pt x="5121" y="37425"/>
                  </a:lnTo>
                  <a:lnTo>
                    <a:pt x="4776" y="37771"/>
                  </a:lnTo>
                  <a:lnTo>
                    <a:pt x="4430" y="38138"/>
                  </a:lnTo>
                  <a:lnTo>
                    <a:pt x="4084" y="38527"/>
                  </a:lnTo>
                  <a:lnTo>
                    <a:pt x="3760" y="38937"/>
                  </a:lnTo>
                  <a:lnTo>
                    <a:pt x="3436" y="39348"/>
                  </a:lnTo>
                  <a:lnTo>
                    <a:pt x="3112" y="39802"/>
                  </a:lnTo>
                  <a:lnTo>
                    <a:pt x="2809" y="40277"/>
                  </a:lnTo>
                  <a:lnTo>
                    <a:pt x="2528" y="40753"/>
                  </a:lnTo>
                  <a:lnTo>
                    <a:pt x="2248" y="41271"/>
                  </a:lnTo>
                  <a:lnTo>
                    <a:pt x="1967" y="41790"/>
                  </a:lnTo>
                  <a:lnTo>
                    <a:pt x="1729" y="42351"/>
                  </a:lnTo>
                  <a:lnTo>
                    <a:pt x="1491" y="42913"/>
                  </a:lnTo>
                  <a:lnTo>
                    <a:pt x="1254" y="43518"/>
                  </a:lnTo>
                  <a:lnTo>
                    <a:pt x="1038" y="44123"/>
                  </a:lnTo>
                  <a:lnTo>
                    <a:pt x="865" y="44772"/>
                  </a:lnTo>
                  <a:lnTo>
                    <a:pt x="670" y="45441"/>
                  </a:lnTo>
                  <a:lnTo>
                    <a:pt x="519" y="46133"/>
                  </a:lnTo>
                  <a:lnTo>
                    <a:pt x="389" y="46846"/>
                  </a:lnTo>
                  <a:lnTo>
                    <a:pt x="260" y="47581"/>
                  </a:lnTo>
                  <a:lnTo>
                    <a:pt x="173" y="48358"/>
                  </a:lnTo>
                  <a:lnTo>
                    <a:pt x="87" y="49158"/>
                  </a:lnTo>
                  <a:lnTo>
                    <a:pt x="44" y="49979"/>
                  </a:lnTo>
                  <a:lnTo>
                    <a:pt x="0" y="50822"/>
                  </a:lnTo>
                  <a:lnTo>
                    <a:pt x="0" y="51686"/>
                  </a:lnTo>
                  <a:lnTo>
                    <a:pt x="22" y="52593"/>
                  </a:lnTo>
                  <a:lnTo>
                    <a:pt x="65" y="53523"/>
                  </a:lnTo>
                  <a:lnTo>
                    <a:pt x="130" y="54495"/>
                  </a:lnTo>
                  <a:lnTo>
                    <a:pt x="93193" y="54495"/>
                  </a:lnTo>
                  <a:lnTo>
                    <a:pt x="93193" y="54495"/>
                  </a:lnTo>
                  <a:lnTo>
                    <a:pt x="93193" y="54214"/>
                  </a:lnTo>
                  <a:lnTo>
                    <a:pt x="93193" y="53415"/>
                  </a:lnTo>
                  <a:lnTo>
                    <a:pt x="93172" y="52831"/>
                  </a:lnTo>
                  <a:lnTo>
                    <a:pt x="93150" y="52161"/>
                  </a:lnTo>
                  <a:lnTo>
                    <a:pt x="93085" y="51405"/>
                  </a:lnTo>
                  <a:lnTo>
                    <a:pt x="92999" y="50562"/>
                  </a:lnTo>
                  <a:lnTo>
                    <a:pt x="92869" y="49655"/>
                  </a:lnTo>
                  <a:lnTo>
                    <a:pt x="92696" y="48704"/>
                  </a:lnTo>
                  <a:lnTo>
                    <a:pt x="92480" y="47667"/>
                  </a:lnTo>
                  <a:lnTo>
                    <a:pt x="92221" y="46608"/>
                  </a:lnTo>
                  <a:lnTo>
                    <a:pt x="91897" y="45528"/>
                  </a:lnTo>
                  <a:lnTo>
                    <a:pt x="91724" y="44966"/>
                  </a:lnTo>
                  <a:lnTo>
                    <a:pt x="91530" y="44426"/>
                  </a:lnTo>
                  <a:lnTo>
                    <a:pt x="91314" y="43864"/>
                  </a:lnTo>
                  <a:lnTo>
                    <a:pt x="91076" y="43302"/>
                  </a:lnTo>
                  <a:lnTo>
                    <a:pt x="90817" y="42740"/>
                  </a:lnTo>
                  <a:lnTo>
                    <a:pt x="90557" y="42179"/>
                  </a:lnTo>
                  <a:lnTo>
                    <a:pt x="90255" y="41617"/>
                  </a:lnTo>
                  <a:lnTo>
                    <a:pt x="89952" y="41055"/>
                  </a:lnTo>
                  <a:lnTo>
                    <a:pt x="89628" y="40515"/>
                  </a:lnTo>
                  <a:lnTo>
                    <a:pt x="89261" y="39975"/>
                  </a:lnTo>
                  <a:lnTo>
                    <a:pt x="88894" y="39434"/>
                  </a:lnTo>
                  <a:lnTo>
                    <a:pt x="88483" y="38916"/>
                  </a:lnTo>
                  <a:lnTo>
                    <a:pt x="88072" y="38397"/>
                  </a:lnTo>
                  <a:lnTo>
                    <a:pt x="87619" y="37879"/>
                  </a:lnTo>
                  <a:lnTo>
                    <a:pt x="87143" y="37382"/>
                  </a:lnTo>
                  <a:lnTo>
                    <a:pt x="86646" y="36906"/>
                  </a:lnTo>
                  <a:lnTo>
                    <a:pt x="86128" y="36431"/>
                  </a:lnTo>
                  <a:lnTo>
                    <a:pt x="85588" y="35977"/>
                  </a:lnTo>
                  <a:lnTo>
                    <a:pt x="85004" y="35545"/>
                  </a:lnTo>
                  <a:lnTo>
                    <a:pt x="84399" y="35135"/>
                  </a:lnTo>
                  <a:lnTo>
                    <a:pt x="83751" y="34724"/>
                  </a:lnTo>
                  <a:lnTo>
                    <a:pt x="83081" y="34357"/>
                  </a:lnTo>
                  <a:lnTo>
                    <a:pt x="82390" y="34011"/>
                  </a:lnTo>
                  <a:lnTo>
                    <a:pt x="81677" y="33665"/>
                  </a:lnTo>
                  <a:lnTo>
                    <a:pt x="80899" y="33363"/>
                  </a:lnTo>
                  <a:lnTo>
                    <a:pt x="80121" y="33082"/>
                  </a:lnTo>
                  <a:lnTo>
                    <a:pt x="79300" y="32823"/>
                  </a:lnTo>
                  <a:lnTo>
                    <a:pt x="78436" y="32606"/>
                  </a:lnTo>
                  <a:lnTo>
                    <a:pt x="77528" y="32412"/>
                  </a:lnTo>
                  <a:lnTo>
                    <a:pt x="76599" y="32239"/>
                  </a:lnTo>
                  <a:lnTo>
                    <a:pt x="75648" y="32110"/>
                  </a:lnTo>
                  <a:lnTo>
                    <a:pt x="74654" y="32001"/>
                  </a:lnTo>
                  <a:lnTo>
                    <a:pt x="73595" y="31937"/>
                  </a:lnTo>
                  <a:lnTo>
                    <a:pt x="72537" y="31915"/>
                  </a:lnTo>
                  <a:lnTo>
                    <a:pt x="71413" y="31915"/>
                  </a:lnTo>
                  <a:lnTo>
                    <a:pt x="70268" y="31958"/>
                  </a:lnTo>
                  <a:lnTo>
                    <a:pt x="69058" y="32045"/>
                  </a:lnTo>
                  <a:lnTo>
                    <a:pt x="67826" y="3215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35">
              <a:extLst>
                <a:ext uri="{FF2B5EF4-FFF2-40B4-BE49-F238E27FC236}">
                  <a16:creationId xmlns:a16="http://schemas.microsoft.com/office/drawing/2014/main" id="{66DC9E6C-ACD1-62D2-A704-CAED45003AE9}"/>
                </a:ext>
              </a:extLst>
            </p:cNvPr>
            <p:cNvSpPr/>
            <p:nvPr/>
          </p:nvSpPr>
          <p:spPr>
            <a:xfrm>
              <a:off x="13137000" y="4377750"/>
              <a:ext cx="667150" cy="667150"/>
            </a:xfrm>
            <a:custGeom>
              <a:avLst/>
              <a:gdLst/>
              <a:ahLst/>
              <a:cxnLst/>
              <a:rect l="l" t="t" r="r" b="b"/>
              <a:pathLst>
                <a:path w="26686" h="26686" extrusionOk="0">
                  <a:moveTo>
                    <a:pt x="13354" y="1"/>
                  </a:moveTo>
                  <a:lnTo>
                    <a:pt x="12662" y="22"/>
                  </a:lnTo>
                  <a:lnTo>
                    <a:pt x="11992" y="66"/>
                  </a:lnTo>
                  <a:lnTo>
                    <a:pt x="11322" y="152"/>
                  </a:lnTo>
                  <a:lnTo>
                    <a:pt x="10653" y="260"/>
                  </a:lnTo>
                  <a:lnTo>
                    <a:pt x="10004" y="411"/>
                  </a:lnTo>
                  <a:lnTo>
                    <a:pt x="9378" y="606"/>
                  </a:lnTo>
                  <a:lnTo>
                    <a:pt x="8751" y="800"/>
                  </a:lnTo>
                  <a:lnTo>
                    <a:pt x="8146" y="1038"/>
                  </a:lnTo>
                  <a:lnTo>
                    <a:pt x="7563" y="1319"/>
                  </a:lnTo>
                  <a:lnTo>
                    <a:pt x="6979" y="1600"/>
                  </a:lnTo>
                  <a:lnTo>
                    <a:pt x="6418" y="1924"/>
                  </a:lnTo>
                  <a:lnTo>
                    <a:pt x="5877" y="2269"/>
                  </a:lnTo>
                  <a:lnTo>
                    <a:pt x="5359" y="2658"/>
                  </a:lnTo>
                  <a:lnTo>
                    <a:pt x="4862" y="3047"/>
                  </a:lnTo>
                  <a:lnTo>
                    <a:pt x="4365" y="3458"/>
                  </a:lnTo>
                  <a:lnTo>
                    <a:pt x="3911" y="3912"/>
                  </a:lnTo>
                  <a:lnTo>
                    <a:pt x="3479" y="4365"/>
                  </a:lnTo>
                  <a:lnTo>
                    <a:pt x="3047" y="4862"/>
                  </a:lnTo>
                  <a:lnTo>
                    <a:pt x="2658" y="5359"/>
                  </a:lnTo>
                  <a:lnTo>
                    <a:pt x="2291" y="5878"/>
                  </a:lnTo>
                  <a:lnTo>
                    <a:pt x="1945" y="6418"/>
                  </a:lnTo>
                  <a:lnTo>
                    <a:pt x="1621" y="6980"/>
                  </a:lnTo>
                  <a:lnTo>
                    <a:pt x="1318" y="7563"/>
                  </a:lnTo>
                  <a:lnTo>
                    <a:pt x="1059" y="8147"/>
                  </a:lnTo>
                  <a:lnTo>
                    <a:pt x="821" y="8752"/>
                  </a:lnTo>
                  <a:lnTo>
                    <a:pt x="605" y="9378"/>
                  </a:lnTo>
                  <a:lnTo>
                    <a:pt x="432" y="10005"/>
                  </a:lnTo>
                  <a:lnTo>
                    <a:pt x="281" y="10653"/>
                  </a:lnTo>
                  <a:lnTo>
                    <a:pt x="151" y="11301"/>
                  </a:lnTo>
                  <a:lnTo>
                    <a:pt x="65" y="11971"/>
                  </a:lnTo>
                  <a:lnTo>
                    <a:pt x="22" y="12663"/>
                  </a:lnTo>
                  <a:lnTo>
                    <a:pt x="0" y="13333"/>
                  </a:lnTo>
                  <a:lnTo>
                    <a:pt x="22" y="14024"/>
                  </a:lnTo>
                  <a:lnTo>
                    <a:pt x="65" y="14715"/>
                  </a:lnTo>
                  <a:lnTo>
                    <a:pt x="151" y="15364"/>
                  </a:lnTo>
                  <a:lnTo>
                    <a:pt x="281" y="16033"/>
                  </a:lnTo>
                  <a:lnTo>
                    <a:pt x="432" y="16682"/>
                  </a:lnTo>
                  <a:lnTo>
                    <a:pt x="605" y="17308"/>
                  </a:lnTo>
                  <a:lnTo>
                    <a:pt x="821" y="17935"/>
                  </a:lnTo>
                  <a:lnTo>
                    <a:pt x="1059" y="18540"/>
                  </a:lnTo>
                  <a:lnTo>
                    <a:pt x="1318" y="19123"/>
                  </a:lnTo>
                  <a:lnTo>
                    <a:pt x="1621" y="19707"/>
                  </a:lnTo>
                  <a:lnTo>
                    <a:pt x="1945" y="20269"/>
                  </a:lnTo>
                  <a:lnTo>
                    <a:pt x="2291" y="20809"/>
                  </a:lnTo>
                  <a:lnTo>
                    <a:pt x="2658" y="21327"/>
                  </a:lnTo>
                  <a:lnTo>
                    <a:pt x="3047" y="21824"/>
                  </a:lnTo>
                  <a:lnTo>
                    <a:pt x="3479" y="22321"/>
                  </a:lnTo>
                  <a:lnTo>
                    <a:pt x="3911" y="22775"/>
                  </a:lnTo>
                  <a:lnTo>
                    <a:pt x="4365" y="23229"/>
                  </a:lnTo>
                  <a:lnTo>
                    <a:pt x="4862" y="23639"/>
                  </a:lnTo>
                  <a:lnTo>
                    <a:pt x="5359" y="24028"/>
                  </a:lnTo>
                  <a:lnTo>
                    <a:pt x="5877" y="24417"/>
                  </a:lnTo>
                  <a:lnTo>
                    <a:pt x="6418" y="24763"/>
                  </a:lnTo>
                  <a:lnTo>
                    <a:pt x="6979" y="25065"/>
                  </a:lnTo>
                  <a:lnTo>
                    <a:pt x="7563" y="25368"/>
                  </a:lnTo>
                  <a:lnTo>
                    <a:pt x="8146" y="25627"/>
                  </a:lnTo>
                  <a:lnTo>
                    <a:pt x="8751" y="25887"/>
                  </a:lnTo>
                  <a:lnTo>
                    <a:pt x="9378" y="26081"/>
                  </a:lnTo>
                  <a:lnTo>
                    <a:pt x="10004" y="26275"/>
                  </a:lnTo>
                  <a:lnTo>
                    <a:pt x="10653" y="26405"/>
                  </a:lnTo>
                  <a:lnTo>
                    <a:pt x="11322" y="26535"/>
                  </a:lnTo>
                  <a:lnTo>
                    <a:pt x="11992" y="26621"/>
                  </a:lnTo>
                  <a:lnTo>
                    <a:pt x="12662" y="26664"/>
                  </a:lnTo>
                  <a:lnTo>
                    <a:pt x="13354" y="26686"/>
                  </a:lnTo>
                  <a:lnTo>
                    <a:pt x="14023" y="26664"/>
                  </a:lnTo>
                  <a:lnTo>
                    <a:pt x="14715" y="26621"/>
                  </a:lnTo>
                  <a:lnTo>
                    <a:pt x="15385" y="26535"/>
                  </a:lnTo>
                  <a:lnTo>
                    <a:pt x="16033" y="26405"/>
                  </a:lnTo>
                  <a:lnTo>
                    <a:pt x="16681" y="26275"/>
                  </a:lnTo>
                  <a:lnTo>
                    <a:pt x="17308" y="26081"/>
                  </a:lnTo>
                  <a:lnTo>
                    <a:pt x="17934" y="25887"/>
                  </a:lnTo>
                  <a:lnTo>
                    <a:pt x="18539" y="25627"/>
                  </a:lnTo>
                  <a:lnTo>
                    <a:pt x="19123" y="25368"/>
                  </a:lnTo>
                  <a:lnTo>
                    <a:pt x="19706" y="25065"/>
                  </a:lnTo>
                  <a:lnTo>
                    <a:pt x="20268" y="24763"/>
                  </a:lnTo>
                  <a:lnTo>
                    <a:pt x="20808" y="24417"/>
                  </a:lnTo>
                  <a:lnTo>
                    <a:pt x="21327" y="24028"/>
                  </a:lnTo>
                  <a:lnTo>
                    <a:pt x="21845" y="23639"/>
                  </a:lnTo>
                  <a:lnTo>
                    <a:pt x="22321" y="23229"/>
                  </a:lnTo>
                  <a:lnTo>
                    <a:pt x="22774" y="22775"/>
                  </a:lnTo>
                  <a:lnTo>
                    <a:pt x="23228" y="22321"/>
                  </a:lnTo>
                  <a:lnTo>
                    <a:pt x="23639" y="21824"/>
                  </a:lnTo>
                  <a:lnTo>
                    <a:pt x="24049" y="21327"/>
                  </a:lnTo>
                  <a:lnTo>
                    <a:pt x="24417" y="20809"/>
                  </a:lnTo>
                  <a:lnTo>
                    <a:pt x="24762" y="20269"/>
                  </a:lnTo>
                  <a:lnTo>
                    <a:pt x="25086" y="19707"/>
                  </a:lnTo>
                  <a:lnTo>
                    <a:pt x="25367" y="19123"/>
                  </a:lnTo>
                  <a:lnTo>
                    <a:pt x="25648" y="18540"/>
                  </a:lnTo>
                  <a:lnTo>
                    <a:pt x="25886" y="17935"/>
                  </a:lnTo>
                  <a:lnTo>
                    <a:pt x="26080" y="17308"/>
                  </a:lnTo>
                  <a:lnTo>
                    <a:pt x="26275" y="16682"/>
                  </a:lnTo>
                  <a:lnTo>
                    <a:pt x="26426" y="16033"/>
                  </a:lnTo>
                  <a:lnTo>
                    <a:pt x="26534" y="15364"/>
                  </a:lnTo>
                  <a:lnTo>
                    <a:pt x="26621" y="14715"/>
                  </a:lnTo>
                  <a:lnTo>
                    <a:pt x="26664" y="14024"/>
                  </a:lnTo>
                  <a:lnTo>
                    <a:pt x="26685" y="13333"/>
                  </a:lnTo>
                  <a:lnTo>
                    <a:pt x="26664" y="12663"/>
                  </a:lnTo>
                  <a:lnTo>
                    <a:pt x="26621" y="11971"/>
                  </a:lnTo>
                  <a:lnTo>
                    <a:pt x="26534" y="11301"/>
                  </a:lnTo>
                  <a:lnTo>
                    <a:pt x="26426" y="10653"/>
                  </a:lnTo>
                  <a:lnTo>
                    <a:pt x="26275" y="10005"/>
                  </a:lnTo>
                  <a:lnTo>
                    <a:pt x="26080" y="9378"/>
                  </a:lnTo>
                  <a:lnTo>
                    <a:pt x="25886" y="8752"/>
                  </a:lnTo>
                  <a:lnTo>
                    <a:pt x="25648" y="8147"/>
                  </a:lnTo>
                  <a:lnTo>
                    <a:pt x="25367" y="7563"/>
                  </a:lnTo>
                  <a:lnTo>
                    <a:pt x="25086" y="6980"/>
                  </a:lnTo>
                  <a:lnTo>
                    <a:pt x="24762" y="6418"/>
                  </a:lnTo>
                  <a:lnTo>
                    <a:pt x="24417" y="5878"/>
                  </a:lnTo>
                  <a:lnTo>
                    <a:pt x="24049" y="5359"/>
                  </a:lnTo>
                  <a:lnTo>
                    <a:pt x="23639" y="4862"/>
                  </a:lnTo>
                  <a:lnTo>
                    <a:pt x="23228" y="4365"/>
                  </a:lnTo>
                  <a:lnTo>
                    <a:pt x="22774" y="3912"/>
                  </a:lnTo>
                  <a:lnTo>
                    <a:pt x="22321" y="3458"/>
                  </a:lnTo>
                  <a:lnTo>
                    <a:pt x="21845" y="3047"/>
                  </a:lnTo>
                  <a:lnTo>
                    <a:pt x="21327" y="2658"/>
                  </a:lnTo>
                  <a:lnTo>
                    <a:pt x="20808" y="2269"/>
                  </a:lnTo>
                  <a:lnTo>
                    <a:pt x="20268" y="1924"/>
                  </a:lnTo>
                  <a:lnTo>
                    <a:pt x="19706" y="1600"/>
                  </a:lnTo>
                  <a:lnTo>
                    <a:pt x="19123" y="1319"/>
                  </a:lnTo>
                  <a:lnTo>
                    <a:pt x="18539" y="1038"/>
                  </a:lnTo>
                  <a:lnTo>
                    <a:pt x="17934" y="800"/>
                  </a:lnTo>
                  <a:lnTo>
                    <a:pt x="17308" y="606"/>
                  </a:lnTo>
                  <a:lnTo>
                    <a:pt x="16681" y="411"/>
                  </a:lnTo>
                  <a:lnTo>
                    <a:pt x="16033" y="260"/>
                  </a:lnTo>
                  <a:lnTo>
                    <a:pt x="15385" y="152"/>
                  </a:lnTo>
                  <a:lnTo>
                    <a:pt x="14715" y="66"/>
                  </a:lnTo>
                  <a:lnTo>
                    <a:pt x="14023" y="22"/>
                  </a:lnTo>
                  <a:lnTo>
                    <a:pt x="1335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35">
              <a:extLst>
                <a:ext uri="{FF2B5EF4-FFF2-40B4-BE49-F238E27FC236}">
                  <a16:creationId xmlns:a16="http://schemas.microsoft.com/office/drawing/2014/main" id="{4D90D430-406B-4CAC-284B-5125048825BE}"/>
                </a:ext>
              </a:extLst>
            </p:cNvPr>
            <p:cNvSpPr/>
            <p:nvPr/>
          </p:nvSpPr>
          <p:spPr>
            <a:xfrm>
              <a:off x="13297425" y="4537650"/>
              <a:ext cx="346825" cy="347375"/>
            </a:xfrm>
            <a:custGeom>
              <a:avLst/>
              <a:gdLst/>
              <a:ahLst/>
              <a:cxnLst/>
              <a:rect l="l" t="t" r="r" b="b"/>
              <a:pathLst>
                <a:path w="13873" h="13895" extrusionOk="0">
                  <a:moveTo>
                    <a:pt x="6937" y="1"/>
                  </a:moveTo>
                  <a:lnTo>
                    <a:pt x="6569" y="22"/>
                  </a:lnTo>
                  <a:lnTo>
                    <a:pt x="6224" y="44"/>
                  </a:lnTo>
                  <a:lnTo>
                    <a:pt x="5878" y="87"/>
                  </a:lnTo>
                  <a:lnTo>
                    <a:pt x="5532" y="152"/>
                  </a:lnTo>
                  <a:lnTo>
                    <a:pt x="5186" y="217"/>
                  </a:lnTo>
                  <a:lnTo>
                    <a:pt x="4862" y="325"/>
                  </a:lnTo>
                  <a:lnTo>
                    <a:pt x="4538" y="433"/>
                  </a:lnTo>
                  <a:lnTo>
                    <a:pt x="4236" y="562"/>
                  </a:lnTo>
                  <a:lnTo>
                    <a:pt x="3912" y="692"/>
                  </a:lnTo>
                  <a:lnTo>
                    <a:pt x="3631" y="843"/>
                  </a:lnTo>
                  <a:lnTo>
                    <a:pt x="3328" y="1016"/>
                  </a:lnTo>
                  <a:lnTo>
                    <a:pt x="3047" y="1189"/>
                  </a:lnTo>
                  <a:lnTo>
                    <a:pt x="2788" y="1383"/>
                  </a:lnTo>
                  <a:lnTo>
                    <a:pt x="2507" y="1599"/>
                  </a:lnTo>
                  <a:lnTo>
                    <a:pt x="2269" y="1816"/>
                  </a:lnTo>
                  <a:lnTo>
                    <a:pt x="2032" y="2032"/>
                  </a:lnTo>
                  <a:lnTo>
                    <a:pt x="1794" y="2291"/>
                  </a:lnTo>
                  <a:lnTo>
                    <a:pt x="1578" y="2529"/>
                  </a:lnTo>
                  <a:lnTo>
                    <a:pt x="1362" y="2788"/>
                  </a:lnTo>
                  <a:lnTo>
                    <a:pt x="1167" y="3069"/>
                  </a:lnTo>
                  <a:lnTo>
                    <a:pt x="995" y="3350"/>
                  </a:lnTo>
                  <a:lnTo>
                    <a:pt x="822" y="3631"/>
                  </a:lnTo>
                  <a:lnTo>
                    <a:pt x="670" y="3933"/>
                  </a:lnTo>
                  <a:lnTo>
                    <a:pt x="541" y="4236"/>
                  </a:lnTo>
                  <a:lnTo>
                    <a:pt x="411" y="4560"/>
                  </a:lnTo>
                  <a:lnTo>
                    <a:pt x="303" y="4884"/>
                  </a:lnTo>
                  <a:lnTo>
                    <a:pt x="217" y="5208"/>
                  </a:lnTo>
                  <a:lnTo>
                    <a:pt x="130" y="5554"/>
                  </a:lnTo>
                  <a:lnTo>
                    <a:pt x="65" y="5899"/>
                  </a:lnTo>
                  <a:lnTo>
                    <a:pt x="22" y="6245"/>
                  </a:lnTo>
                  <a:lnTo>
                    <a:pt x="1" y="6591"/>
                  </a:lnTo>
                  <a:lnTo>
                    <a:pt x="1" y="6937"/>
                  </a:lnTo>
                  <a:lnTo>
                    <a:pt x="1" y="7304"/>
                  </a:lnTo>
                  <a:lnTo>
                    <a:pt x="22" y="7650"/>
                  </a:lnTo>
                  <a:lnTo>
                    <a:pt x="65" y="7995"/>
                  </a:lnTo>
                  <a:lnTo>
                    <a:pt x="130" y="8341"/>
                  </a:lnTo>
                  <a:lnTo>
                    <a:pt x="217" y="8687"/>
                  </a:lnTo>
                  <a:lnTo>
                    <a:pt x="303" y="9011"/>
                  </a:lnTo>
                  <a:lnTo>
                    <a:pt x="411" y="9335"/>
                  </a:lnTo>
                  <a:lnTo>
                    <a:pt x="541" y="9637"/>
                  </a:lnTo>
                  <a:lnTo>
                    <a:pt x="670" y="9962"/>
                  </a:lnTo>
                  <a:lnTo>
                    <a:pt x="822" y="10264"/>
                  </a:lnTo>
                  <a:lnTo>
                    <a:pt x="995" y="10545"/>
                  </a:lnTo>
                  <a:lnTo>
                    <a:pt x="1167" y="10826"/>
                  </a:lnTo>
                  <a:lnTo>
                    <a:pt x="1362" y="11107"/>
                  </a:lnTo>
                  <a:lnTo>
                    <a:pt x="1578" y="11366"/>
                  </a:lnTo>
                  <a:lnTo>
                    <a:pt x="1794" y="11604"/>
                  </a:lnTo>
                  <a:lnTo>
                    <a:pt x="2032" y="11863"/>
                  </a:lnTo>
                  <a:lnTo>
                    <a:pt x="2269" y="12079"/>
                  </a:lnTo>
                  <a:lnTo>
                    <a:pt x="2507" y="12295"/>
                  </a:lnTo>
                  <a:lnTo>
                    <a:pt x="2788" y="12511"/>
                  </a:lnTo>
                  <a:lnTo>
                    <a:pt x="3047" y="12706"/>
                  </a:lnTo>
                  <a:lnTo>
                    <a:pt x="3328" y="12879"/>
                  </a:lnTo>
                  <a:lnTo>
                    <a:pt x="3631" y="13051"/>
                  </a:lnTo>
                  <a:lnTo>
                    <a:pt x="3912" y="13203"/>
                  </a:lnTo>
                  <a:lnTo>
                    <a:pt x="4236" y="13332"/>
                  </a:lnTo>
                  <a:lnTo>
                    <a:pt x="4538" y="13462"/>
                  </a:lnTo>
                  <a:lnTo>
                    <a:pt x="4862" y="13570"/>
                  </a:lnTo>
                  <a:lnTo>
                    <a:pt x="5186" y="13656"/>
                  </a:lnTo>
                  <a:lnTo>
                    <a:pt x="5532" y="13743"/>
                  </a:lnTo>
                  <a:lnTo>
                    <a:pt x="5878" y="13808"/>
                  </a:lnTo>
                  <a:lnTo>
                    <a:pt x="6224" y="13851"/>
                  </a:lnTo>
                  <a:lnTo>
                    <a:pt x="6569" y="13873"/>
                  </a:lnTo>
                  <a:lnTo>
                    <a:pt x="6937" y="13894"/>
                  </a:lnTo>
                  <a:lnTo>
                    <a:pt x="7282" y="13873"/>
                  </a:lnTo>
                  <a:lnTo>
                    <a:pt x="7650" y="13851"/>
                  </a:lnTo>
                  <a:lnTo>
                    <a:pt x="7995" y="13808"/>
                  </a:lnTo>
                  <a:lnTo>
                    <a:pt x="8319" y="13743"/>
                  </a:lnTo>
                  <a:lnTo>
                    <a:pt x="8665" y="13656"/>
                  </a:lnTo>
                  <a:lnTo>
                    <a:pt x="8989" y="13570"/>
                  </a:lnTo>
                  <a:lnTo>
                    <a:pt x="9313" y="13462"/>
                  </a:lnTo>
                  <a:lnTo>
                    <a:pt x="9638" y="13332"/>
                  </a:lnTo>
                  <a:lnTo>
                    <a:pt x="9940" y="13203"/>
                  </a:lnTo>
                  <a:lnTo>
                    <a:pt x="10243" y="13051"/>
                  </a:lnTo>
                  <a:lnTo>
                    <a:pt x="10523" y="12879"/>
                  </a:lnTo>
                  <a:lnTo>
                    <a:pt x="10804" y="12706"/>
                  </a:lnTo>
                  <a:lnTo>
                    <a:pt x="11085" y="12511"/>
                  </a:lnTo>
                  <a:lnTo>
                    <a:pt x="11345" y="12295"/>
                  </a:lnTo>
                  <a:lnTo>
                    <a:pt x="11604" y="12079"/>
                  </a:lnTo>
                  <a:lnTo>
                    <a:pt x="11841" y="11863"/>
                  </a:lnTo>
                  <a:lnTo>
                    <a:pt x="12058" y="11604"/>
                  </a:lnTo>
                  <a:lnTo>
                    <a:pt x="12295" y="11366"/>
                  </a:lnTo>
                  <a:lnTo>
                    <a:pt x="12490" y="11107"/>
                  </a:lnTo>
                  <a:lnTo>
                    <a:pt x="12684" y="10826"/>
                  </a:lnTo>
                  <a:lnTo>
                    <a:pt x="12857" y="10545"/>
                  </a:lnTo>
                  <a:lnTo>
                    <a:pt x="13030" y="10264"/>
                  </a:lnTo>
                  <a:lnTo>
                    <a:pt x="13181" y="9962"/>
                  </a:lnTo>
                  <a:lnTo>
                    <a:pt x="13332" y="9637"/>
                  </a:lnTo>
                  <a:lnTo>
                    <a:pt x="13440" y="9335"/>
                  </a:lnTo>
                  <a:lnTo>
                    <a:pt x="13548" y="9011"/>
                  </a:lnTo>
                  <a:lnTo>
                    <a:pt x="13657" y="8687"/>
                  </a:lnTo>
                  <a:lnTo>
                    <a:pt x="13721" y="8341"/>
                  </a:lnTo>
                  <a:lnTo>
                    <a:pt x="13786" y="7995"/>
                  </a:lnTo>
                  <a:lnTo>
                    <a:pt x="13829" y="7650"/>
                  </a:lnTo>
                  <a:lnTo>
                    <a:pt x="13851" y="7304"/>
                  </a:lnTo>
                  <a:lnTo>
                    <a:pt x="13873" y="6937"/>
                  </a:lnTo>
                  <a:lnTo>
                    <a:pt x="13851" y="6591"/>
                  </a:lnTo>
                  <a:lnTo>
                    <a:pt x="13829" y="6245"/>
                  </a:lnTo>
                  <a:lnTo>
                    <a:pt x="13786" y="5899"/>
                  </a:lnTo>
                  <a:lnTo>
                    <a:pt x="13721" y="5554"/>
                  </a:lnTo>
                  <a:lnTo>
                    <a:pt x="13657" y="5208"/>
                  </a:lnTo>
                  <a:lnTo>
                    <a:pt x="13548" y="4884"/>
                  </a:lnTo>
                  <a:lnTo>
                    <a:pt x="13440" y="4560"/>
                  </a:lnTo>
                  <a:lnTo>
                    <a:pt x="13332" y="4236"/>
                  </a:lnTo>
                  <a:lnTo>
                    <a:pt x="13181" y="3933"/>
                  </a:lnTo>
                  <a:lnTo>
                    <a:pt x="13030" y="3631"/>
                  </a:lnTo>
                  <a:lnTo>
                    <a:pt x="12857" y="3350"/>
                  </a:lnTo>
                  <a:lnTo>
                    <a:pt x="12684" y="3069"/>
                  </a:lnTo>
                  <a:lnTo>
                    <a:pt x="12490" y="2788"/>
                  </a:lnTo>
                  <a:lnTo>
                    <a:pt x="12295" y="2529"/>
                  </a:lnTo>
                  <a:lnTo>
                    <a:pt x="12058" y="2291"/>
                  </a:lnTo>
                  <a:lnTo>
                    <a:pt x="11841" y="2032"/>
                  </a:lnTo>
                  <a:lnTo>
                    <a:pt x="11604" y="1816"/>
                  </a:lnTo>
                  <a:lnTo>
                    <a:pt x="11345" y="1599"/>
                  </a:lnTo>
                  <a:lnTo>
                    <a:pt x="11085" y="1383"/>
                  </a:lnTo>
                  <a:lnTo>
                    <a:pt x="10804" y="1189"/>
                  </a:lnTo>
                  <a:lnTo>
                    <a:pt x="10523" y="1016"/>
                  </a:lnTo>
                  <a:lnTo>
                    <a:pt x="10243" y="843"/>
                  </a:lnTo>
                  <a:lnTo>
                    <a:pt x="9940" y="692"/>
                  </a:lnTo>
                  <a:lnTo>
                    <a:pt x="9638" y="562"/>
                  </a:lnTo>
                  <a:lnTo>
                    <a:pt x="9313" y="433"/>
                  </a:lnTo>
                  <a:lnTo>
                    <a:pt x="8989" y="325"/>
                  </a:lnTo>
                  <a:lnTo>
                    <a:pt x="8665" y="217"/>
                  </a:lnTo>
                  <a:lnTo>
                    <a:pt x="8319" y="152"/>
                  </a:lnTo>
                  <a:lnTo>
                    <a:pt x="7995" y="87"/>
                  </a:lnTo>
                  <a:lnTo>
                    <a:pt x="7650" y="44"/>
                  </a:lnTo>
                  <a:lnTo>
                    <a:pt x="7282" y="22"/>
                  </a:lnTo>
                  <a:lnTo>
                    <a:pt x="693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35">
              <a:extLst>
                <a:ext uri="{FF2B5EF4-FFF2-40B4-BE49-F238E27FC236}">
                  <a16:creationId xmlns:a16="http://schemas.microsoft.com/office/drawing/2014/main" id="{9F49F61C-475B-B345-D78E-6D7E0ED54723}"/>
                </a:ext>
              </a:extLst>
            </p:cNvPr>
            <p:cNvSpPr/>
            <p:nvPr/>
          </p:nvSpPr>
          <p:spPr>
            <a:xfrm>
              <a:off x="14097975" y="4377750"/>
              <a:ext cx="667175" cy="667150"/>
            </a:xfrm>
            <a:custGeom>
              <a:avLst/>
              <a:gdLst/>
              <a:ahLst/>
              <a:cxnLst/>
              <a:rect l="l" t="t" r="r" b="b"/>
              <a:pathLst>
                <a:path w="26687" h="26686" extrusionOk="0">
                  <a:moveTo>
                    <a:pt x="13333" y="1"/>
                  </a:moveTo>
                  <a:lnTo>
                    <a:pt x="12641" y="22"/>
                  </a:lnTo>
                  <a:lnTo>
                    <a:pt x="11971" y="66"/>
                  </a:lnTo>
                  <a:lnTo>
                    <a:pt x="11302" y="152"/>
                  </a:lnTo>
                  <a:lnTo>
                    <a:pt x="10653" y="260"/>
                  </a:lnTo>
                  <a:lnTo>
                    <a:pt x="10005" y="411"/>
                  </a:lnTo>
                  <a:lnTo>
                    <a:pt x="9379" y="606"/>
                  </a:lnTo>
                  <a:lnTo>
                    <a:pt x="8752" y="800"/>
                  </a:lnTo>
                  <a:lnTo>
                    <a:pt x="8147" y="1038"/>
                  </a:lnTo>
                  <a:lnTo>
                    <a:pt x="7564" y="1319"/>
                  </a:lnTo>
                  <a:lnTo>
                    <a:pt x="6980" y="1600"/>
                  </a:lnTo>
                  <a:lnTo>
                    <a:pt x="6418" y="1924"/>
                  </a:lnTo>
                  <a:lnTo>
                    <a:pt x="5878" y="2269"/>
                  </a:lnTo>
                  <a:lnTo>
                    <a:pt x="5360" y="2658"/>
                  </a:lnTo>
                  <a:lnTo>
                    <a:pt x="4841" y="3047"/>
                  </a:lnTo>
                  <a:lnTo>
                    <a:pt x="4366" y="3458"/>
                  </a:lnTo>
                  <a:lnTo>
                    <a:pt x="3912" y="3912"/>
                  </a:lnTo>
                  <a:lnTo>
                    <a:pt x="3458" y="4365"/>
                  </a:lnTo>
                  <a:lnTo>
                    <a:pt x="3048" y="4862"/>
                  </a:lnTo>
                  <a:lnTo>
                    <a:pt x="2637" y="5359"/>
                  </a:lnTo>
                  <a:lnTo>
                    <a:pt x="2270" y="5878"/>
                  </a:lnTo>
                  <a:lnTo>
                    <a:pt x="1924" y="6418"/>
                  </a:lnTo>
                  <a:lnTo>
                    <a:pt x="1600" y="6980"/>
                  </a:lnTo>
                  <a:lnTo>
                    <a:pt x="1319" y="7563"/>
                  </a:lnTo>
                  <a:lnTo>
                    <a:pt x="1038" y="8147"/>
                  </a:lnTo>
                  <a:lnTo>
                    <a:pt x="800" y="8752"/>
                  </a:lnTo>
                  <a:lnTo>
                    <a:pt x="584" y="9378"/>
                  </a:lnTo>
                  <a:lnTo>
                    <a:pt x="411" y="10005"/>
                  </a:lnTo>
                  <a:lnTo>
                    <a:pt x="260" y="10653"/>
                  </a:lnTo>
                  <a:lnTo>
                    <a:pt x="152" y="11301"/>
                  </a:lnTo>
                  <a:lnTo>
                    <a:pt x="66" y="11971"/>
                  </a:lnTo>
                  <a:lnTo>
                    <a:pt x="22" y="12663"/>
                  </a:lnTo>
                  <a:lnTo>
                    <a:pt x="1" y="13333"/>
                  </a:lnTo>
                  <a:lnTo>
                    <a:pt x="22" y="14024"/>
                  </a:lnTo>
                  <a:lnTo>
                    <a:pt x="66" y="14715"/>
                  </a:lnTo>
                  <a:lnTo>
                    <a:pt x="152" y="15364"/>
                  </a:lnTo>
                  <a:lnTo>
                    <a:pt x="260" y="16033"/>
                  </a:lnTo>
                  <a:lnTo>
                    <a:pt x="411" y="16682"/>
                  </a:lnTo>
                  <a:lnTo>
                    <a:pt x="584" y="17308"/>
                  </a:lnTo>
                  <a:lnTo>
                    <a:pt x="800" y="17935"/>
                  </a:lnTo>
                  <a:lnTo>
                    <a:pt x="1038" y="18540"/>
                  </a:lnTo>
                  <a:lnTo>
                    <a:pt x="1319" y="19123"/>
                  </a:lnTo>
                  <a:lnTo>
                    <a:pt x="1600" y="19707"/>
                  </a:lnTo>
                  <a:lnTo>
                    <a:pt x="1924" y="20269"/>
                  </a:lnTo>
                  <a:lnTo>
                    <a:pt x="2270" y="20809"/>
                  </a:lnTo>
                  <a:lnTo>
                    <a:pt x="2637" y="21327"/>
                  </a:lnTo>
                  <a:lnTo>
                    <a:pt x="3048" y="21824"/>
                  </a:lnTo>
                  <a:lnTo>
                    <a:pt x="3458" y="22321"/>
                  </a:lnTo>
                  <a:lnTo>
                    <a:pt x="3912" y="22775"/>
                  </a:lnTo>
                  <a:lnTo>
                    <a:pt x="4366" y="23229"/>
                  </a:lnTo>
                  <a:lnTo>
                    <a:pt x="4841" y="23639"/>
                  </a:lnTo>
                  <a:lnTo>
                    <a:pt x="5360" y="24028"/>
                  </a:lnTo>
                  <a:lnTo>
                    <a:pt x="5878" y="24417"/>
                  </a:lnTo>
                  <a:lnTo>
                    <a:pt x="6418" y="24763"/>
                  </a:lnTo>
                  <a:lnTo>
                    <a:pt x="6980" y="25065"/>
                  </a:lnTo>
                  <a:lnTo>
                    <a:pt x="7564" y="25368"/>
                  </a:lnTo>
                  <a:lnTo>
                    <a:pt x="8147" y="25627"/>
                  </a:lnTo>
                  <a:lnTo>
                    <a:pt x="8752" y="25887"/>
                  </a:lnTo>
                  <a:lnTo>
                    <a:pt x="9379" y="26081"/>
                  </a:lnTo>
                  <a:lnTo>
                    <a:pt x="10005" y="26275"/>
                  </a:lnTo>
                  <a:lnTo>
                    <a:pt x="10653" y="26405"/>
                  </a:lnTo>
                  <a:lnTo>
                    <a:pt x="11302" y="26535"/>
                  </a:lnTo>
                  <a:lnTo>
                    <a:pt x="11971" y="26621"/>
                  </a:lnTo>
                  <a:lnTo>
                    <a:pt x="12641" y="26664"/>
                  </a:lnTo>
                  <a:lnTo>
                    <a:pt x="13333" y="26686"/>
                  </a:lnTo>
                  <a:lnTo>
                    <a:pt x="14024" y="26664"/>
                  </a:lnTo>
                  <a:lnTo>
                    <a:pt x="14694" y="26621"/>
                  </a:lnTo>
                  <a:lnTo>
                    <a:pt x="15364" y="26535"/>
                  </a:lnTo>
                  <a:lnTo>
                    <a:pt x="16034" y="26405"/>
                  </a:lnTo>
                  <a:lnTo>
                    <a:pt x="16682" y="26275"/>
                  </a:lnTo>
                  <a:lnTo>
                    <a:pt x="17308" y="26081"/>
                  </a:lnTo>
                  <a:lnTo>
                    <a:pt x="17935" y="25887"/>
                  </a:lnTo>
                  <a:lnTo>
                    <a:pt x="18540" y="25627"/>
                  </a:lnTo>
                  <a:lnTo>
                    <a:pt x="19124" y="25368"/>
                  </a:lnTo>
                  <a:lnTo>
                    <a:pt x="19707" y="25065"/>
                  </a:lnTo>
                  <a:lnTo>
                    <a:pt x="20269" y="24763"/>
                  </a:lnTo>
                  <a:lnTo>
                    <a:pt x="20809" y="24417"/>
                  </a:lnTo>
                  <a:lnTo>
                    <a:pt x="21327" y="24028"/>
                  </a:lnTo>
                  <a:lnTo>
                    <a:pt x="21824" y="23639"/>
                  </a:lnTo>
                  <a:lnTo>
                    <a:pt x="22321" y="23229"/>
                  </a:lnTo>
                  <a:lnTo>
                    <a:pt x="22775" y="22775"/>
                  </a:lnTo>
                  <a:lnTo>
                    <a:pt x="23207" y="22321"/>
                  </a:lnTo>
                  <a:lnTo>
                    <a:pt x="23639" y="21824"/>
                  </a:lnTo>
                  <a:lnTo>
                    <a:pt x="24028" y="21327"/>
                  </a:lnTo>
                  <a:lnTo>
                    <a:pt x="24396" y="20809"/>
                  </a:lnTo>
                  <a:lnTo>
                    <a:pt x="24741" y="20269"/>
                  </a:lnTo>
                  <a:lnTo>
                    <a:pt x="25066" y="19707"/>
                  </a:lnTo>
                  <a:lnTo>
                    <a:pt x="25368" y="19123"/>
                  </a:lnTo>
                  <a:lnTo>
                    <a:pt x="25627" y="18540"/>
                  </a:lnTo>
                  <a:lnTo>
                    <a:pt x="25865" y="17935"/>
                  </a:lnTo>
                  <a:lnTo>
                    <a:pt x="26081" y="17308"/>
                  </a:lnTo>
                  <a:lnTo>
                    <a:pt x="26254" y="16682"/>
                  </a:lnTo>
                  <a:lnTo>
                    <a:pt x="26405" y="16033"/>
                  </a:lnTo>
                  <a:lnTo>
                    <a:pt x="26535" y="15364"/>
                  </a:lnTo>
                  <a:lnTo>
                    <a:pt x="26621" y="14715"/>
                  </a:lnTo>
                  <a:lnTo>
                    <a:pt x="26665" y="14024"/>
                  </a:lnTo>
                  <a:lnTo>
                    <a:pt x="26686" y="13333"/>
                  </a:lnTo>
                  <a:lnTo>
                    <a:pt x="26665" y="12663"/>
                  </a:lnTo>
                  <a:lnTo>
                    <a:pt x="26621" y="11971"/>
                  </a:lnTo>
                  <a:lnTo>
                    <a:pt x="26535" y="11301"/>
                  </a:lnTo>
                  <a:lnTo>
                    <a:pt x="26405" y="10653"/>
                  </a:lnTo>
                  <a:lnTo>
                    <a:pt x="26254" y="10005"/>
                  </a:lnTo>
                  <a:lnTo>
                    <a:pt x="26081" y="9378"/>
                  </a:lnTo>
                  <a:lnTo>
                    <a:pt x="25865" y="8752"/>
                  </a:lnTo>
                  <a:lnTo>
                    <a:pt x="25627" y="8147"/>
                  </a:lnTo>
                  <a:lnTo>
                    <a:pt x="25368" y="7563"/>
                  </a:lnTo>
                  <a:lnTo>
                    <a:pt x="25066" y="6980"/>
                  </a:lnTo>
                  <a:lnTo>
                    <a:pt x="24741" y="6418"/>
                  </a:lnTo>
                  <a:lnTo>
                    <a:pt x="24396" y="5878"/>
                  </a:lnTo>
                  <a:lnTo>
                    <a:pt x="24028" y="5359"/>
                  </a:lnTo>
                  <a:lnTo>
                    <a:pt x="23639" y="4862"/>
                  </a:lnTo>
                  <a:lnTo>
                    <a:pt x="23207" y="4365"/>
                  </a:lnTo>
                  <a:lnTo>
                    <a:pt x="22775" y="3912"/>
                  </a:lnTo>
                  <a:lnTo>
                    <a:pt x="22321" y="3458"/>
                  </a:lnTo>
                  <a:lnTo>
                    <a:pt x="21824" y="3047"/>
                  </a:lnTo>
                  <a:lnTo>
                    <a:pt x="21327" y="2658"/>
                  </a:lnTo>
                  <a:lnTo>
                    <a:pt x="20809" y="2269"/>
                  </a:lnTo>
                  <a:lnTo>
                    <a:pt x="20269" y="1924"/>
                  </a:lnTo>
                  <a:lnTo>
                    <a:pt x="19707" y="1600"/>
                  </a:lnTo>
                  <a:lnTo>
                    <a:pt x="19124" y="1319"/>
                  </a:lnTo>
                  <a:lnTo>
                    <a:pt x="18540" y="1038"/>
                  </a:lnTo>
                  <a:lnTo>
                    <a:pt x="17935" y="800"/>
                  </a:lnTo>
                  <a:lnTo>
                    <a:pt x="17308" y="606"/>
                  </a:lnTo>
                  <a:lnTo>
                    <a:pt x="16682" y="411"/>
                  </a:lnTo>
                  <a:lnTo>
                    <a:pt x="16034" y="260"/>
                  </a:lnTo>
                  <a:lnTo>
                    <a:pt x="15364" y="152"/>
                  </a:lnTo>
                  <a:lnTo>
                    <a:pt x="14694" y="66"/>
                  </a:lnTo>
                  <a:lnTo>
                    <a:pt x="14024" y="22"/>
                  </a:lnTo>
                  <a:lnTo>
                    <a:pt x="1333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35">
              <a:extLst>
                <a:ext uri="{FF2B5EF4-FFF2-40B4-BE49-F238E27FC236}">
                  <a16:creationId xmlns:a16="http://schemas.microsoft.com/office/drawing/2014/main" id="{86883995-F9D0-B3F6-027F-D2495CB86EF4}"/>
                </a:ext>
              </a:extLst>
            </p:cNvPr>
            <p:cNvSpPr/>
            <p:nvPr/>
          </p:nvSpPr>
          <p:spPr>
            <a:xfrm>
              <a:off x="14257875" y="4537650"/>
              <a:ext cx="346825" cy="347375"/>
            </a:xfrm>
            <a:custGeom>
              <a:avLst/>
              <a:gdLst/>
              <a:ahLst/>
              <a:cxnLst/>
              <a:rect l="l" t="t" r="r" b="b"/>
              <a:pathLst>
                <a:path w="13873" h="13895" extrusionOk="0">
                  <a:moveTo>
                    <a:pt x="6937" y="1"/>
                  </a:moveTo>
                  <a:lnTo>
                    <a:pt x="6591" y="22"/>
                  </a:lnTo>
                  <a:lnTo>
                    <a:pt x="6224" y="44"/>
                  </a:lnTo>
                  <a:lnTo>
                    <a:pt x="5878" y="87"/>
                  </a:lnTo>
                  <a:lnTo>
                    <a:pt x="5554" y="152"/>
                  </a:lnTo>
                  <a:lnTo>
                    <a:pt x="5208" y="217"/>
                  </a:lnTo>
                  <a:lnTo>
                    <a:pt x="4884" y="325"/>
                  </a:lnTo>
                  <a:lnTo>
                    <a:pt x="4560" y="433"/>
                  </a:lnTo>
                  <a:lnTo>
                    <a:pt x="4236" y="562"/>
                  </a:lnTo>
                  <a:lnTo>
                    <a:pt x="3933" y="692"/>
                  </a:lnTo>
                  <a:lnTo>
                    <a:pt x="3631" y="843"/>
                  </a:lnTo>
                  <a:lnTo>
                    <a:pt x="3350" y="1016"/>
                  </a:lnTo>
                  <a:lnTo>
                    <a:pt x="3069" y="1189"/>
                  </a:lnTo>
                  <a:lnTo>
                    <a:pt x="2788" y="1383"/>
                  </a:lnTo>
                  <a:lnTo>
                    <a:pt x="2529" y="1599"/>
                  </a:lnTo>
                  <a:lnTo>
                    <a:pt x="2269" y="1816"/>
                  </a:lnTo>
                  <a:lnTo>
                    <a:pt x="2032" y="2032"/>
                  </a:lnTo>
                  <a:lnTo>
                    <a:pt x="1816" y="2291"/>
                  </a:lnTo>
                  <a:lnTo>
                    <a:pt x="1578" y="2529"/>
                  </a:lnTo>
                  <a:lnTo>
                    <a:pt x="1384" y="2788"/>
                  </a:lnTo>
                  <a:lnTo>
                    <a:pt x="1189" y="3069"/>
                  </a:lnTo>
                  <a:lnTo>
                    <a:pt x="1016" y="3350"/>
                  </a:lnTo>
                  <a:lnTo>
                    <a:pt x="843" y="3631"/>
                  </a:lnTo>
                  <a:lnTo>
                    <a:pt x="692" y="3933"/>
                  </a:lnTo>
                  <a:lnTo>
                    <a:pt x="541" y="4236"/>
                  </a:lnTo>
                  <a:lnTo>
                    <a:pt x="433" y="4560"/>
                  </a:lnTo>
                  <a:lnTo>
                    <a:pt x="325" y="4884"/>
                  </a:lnTo>
                  <a:lnTo>
                    <a:pt x="217" y="5208"/>
                  </a:lnTo>
                  <a:lnTo>
                    <a:pt x="152" y="5554"/>
                  </a:lnTo>
                  <a:lnTo>
                    <a:pt x="87" y="5899"/>
                  </a:lnTo>
                  <a:lnTo>
                    <a:pt x="44" y="6245"/>
                  </a:lnTo>
                  <a:lnTo>
                    <a:pt x="22" y="6591"/>
                  </a:lnTo>
                  <a:lnTo>
                    <a:pt x="1" y="6937"/>
                  </a:lnTo>
                  <a:lnTo>
                    <a:pt x="22" y="7304"/>
                  </a:lnTo>
                  <a:lnTo>
                    <a:pt x="44" y="7650"/>
                  </a:lnTo>
                  <a:lnTo>
                    <a:pt x="87" y="7995"/>
                  </a:lnTo>
                  <a:lnTo>
                    <a:pt x="152" y="8341"/>
                  </a:lnTo>
                  <a:lnTo>
                    <a:pt x="217" y="8687"/>
                  </a:lnTo>
                  <a:lnTo>
                    <a:pt x="325" y="9011"/>
                  </a:lnTo>
                  <a:lnTo>
                    <a:pt x="433" y="9335"/>
                  </a:lnTo>
                  <a:lnTo>
                    <a:pt x="541" y="9637"/>
                  </a:lnTo>
                  <a:lnTo>
                    <a:pt x="692" y="9962"/>
                  </a:lnTo>
                  <a:lnTo>
                    <a:pt x="843" y="10264"/>
                  </a:lnTo>
                  <a:lnTo>
                    <a:pt x="1016" y="10545"/>
                  </a:lnTo>
                  <a:lnTo>
                    <a:pt x="1189" y="10826"/>
                  </a:lnTo>
                  <a:lnTo>
                    <a:pt x="1384" y="11107"/>
                  </a:lnTo>
                  <a:lnTo>
                    <a:pt x="1578" y="11366"/>
                  </a:lnTo>
                  <a:lnTo>
                    <a:pt x="1816" y="11604"/>
                  </a:lnTo>
                  <a:lnTo>
                    <a:pt x="2032" y="11863"/>
                  </a:lnTo>
                  <a:lnTo>
                    <a:pt x="2269" y="12079"/>
                  </a:lnTo>
                  <a:lnTo>
                    <a:pt x="2529" y="12295"/>
                  </a:lnTo>
                  <a:lnTo>
                    <a:pt x="2788" y="12511"/>
                  </a:lnTo>
                  <a:lnTo>
                    <a:pt x="3069" y="12706"/>
                  </a:lnTo>
                  <a:lnTo>
                    <a:pt x="3350" y="12879"/>
                  </a:lnTo>
                  <a:lnTo>
                    <a:pt x="3631" y="13051"/>
                  </a:lnTo>
                  <a:lnTo>
                    <a:pt x="3933" y="13203"/>
                  </a:lnTo>
                  <a:lnTo>
                    <a:pt x="4236" y="13332"/>
                  </a:lnTo>
                  <a:lnTo>
                    <a:pt x="4560" y="13462"/>
                  </a:lnTo>
                  <a:lnTo>
                    <a:pt x="4884" y="13570"/>
                  </a:lnTo>
                  <a:lnTo>
                    <a:pt x="5208" y="13656"/>
                  </a:lnTo>
                  <a:lnTo>
                    <a:pt x="5554" y="13743"/>
                  </a:lnTo>
                  <a:lnTo>
                    <a:pt x="5878" y="13808"/>
                  </a:lnTo>
                  <a:lnTo>
                    <a:pt x="6224" y="13851"/>
                  </a:lnTo>
                  <a:lnTo>
                    <a:pt x="6591" y="13873"/>
                  </a:lnTo>
                  <a:lnTo>
                    <a:pt x="6937" y="13894"/>
                  </a:lnTo>
                  <a:lnTo>
                    <a:pt x="7304" y="13873"/>
                  </a:lnTo>
                  <a:lnTo>
                    <a:pt x="7650" y="13851"/>
                  </a:lnTo>
                  <a:lnTo>
                    <a:pt x="7995" y="13808"/>
                  </a:lnTo>
                  <a:lnTo>
                    <a:pt x="8341" y="13743"/>
                  </a:lnTo>
                  <a:lnTo>
                    <a:pt x="8687" y="13656"/>
                  </a:lnTo>
                  <a:lnTo>
                    <a:pt x="9011" y="13570"/>
                  </a:lnTo>
                  <a:lnTo>
                    <a:pt x="9335" y="13462"/>
                  </a:lnTo>
                  <a:lnTo>
                    <a:pt x="9638" y="13332"/>
                  </a:lnTo>
                  <a:lnTo>
                    <a:pt x="9940" y="13203"/>
                  </a:lnTo>
                  <a:lnTo>
                    <a:pt x="10243" y="13051"/>
                  </a:lnTo>
                  <a:lnTo>
                    <a:pt x="10545" y="12879"/>
                  </a:lnTo>
                  <a:lnTo>
                    <a:pt x="10826" y="12706"/>
                  </a:lnTo>
                  <a:lnTo>
                    <a:pt x="11085" y="12511"/>
                  </a:lnTo>
                  <a:lnTo>
                    <a:pt x="11366" y="12295"/>
                  </a:lnTo>
                  <a:lnTo>
                    <a:pt x="11604" y="12079"/>
                  </a:lnTo>
                  <a:lnTo>
                    <a:pt x="11842" y="11863"/>
                  </a:lnTo>
                  <a:lnTo>
                    <a:pt x="12079" y="11604"/>
                  </a:lnTo>
                  <a:lnTo>
                    <a:pt x="12295" y="11366"/>
                  </a:lnTo>
                  <a:lnTo>
                    <a:pt x="12511" y="11107"/>
                  </a:lnTo>
                  <a:lnTo>
                    <a:pt x="12706" y="10826"/>
                  </a:lnTo>
                  <a:lnTo>
                    <a:pt x="12879" y="10545"/>
                  </a:lnTo>
                  <a:lnTo>
                    <a:pt x="13052" y="10264"/>
                  </a:lnTo>
                  <a:lnTo>
                    <a:pt x="13203" y="9962"/>
                  </a:lnTo>
                  <a:lnTo>
                    <a:pt x="13333" y="9637"/>
                  </a:lnTo>
                  <a:lnTo>
                    <a:pt x="13462" y="9335"/>
                  </a:lnTo>
                  <a:lnTo>
                    <a:pt x="13570" y="9011"/>
                  </a:lnTo>
                  <a:lnTo>
                    <a:pt x="13657" y="8687"/>
                  </a:lnTo>
                  <a:lnTo>
                    <a:pt x="13743" y="8341"/>
                  </a:lnTo>
                  <a:lnTo>
                    <a:pt x="13808" y="7995"/>
                  </a:lnTo>
                  <a:lnTo>
                    <a:pt x="13851" y="7650"/>
                  </a:lnTo>
                  <a:lnTo>
                    <a:pt x="13873" y="7304"/>
                  </a:lnTo>
                  <a:lnTo>
                    <a:pt x="13873" y="6937"/>
                  </a:lnTo>
                  <a:lnTo>
                    <a:pt x="13873" y="6591"/>
                  </a:lnTo>
                  <a:lnTo>
                    <a:pt x="13851" y="6245"/>
                  </a:lnTo>
                  <a:lnTo>
                    <a:pt x="13808" y="5899"/>
                  </a:lnTo>
                  <a:lnTo>
                    <a:pt x="13743" y="5554"/>
                  </a:lnTo>
                  <a:lnTo>
                    <a:pt x="13657" y="5208"/>
                  </a:lnTo>
                  <a:lnTo>
                    <a:pt x="13570" y="4884"/>
                  </a:lnTo>
                  <a:lnTo>
                    <a:pt x="13462" y="4560"/>
                  </a:lnTo>
                  <a:lnTo>
                    <a:pt x="13333" y="4236"/>
                  </a:lnTo>
                  <a:lnTo>
                    <a:pt x="13203" y="3933"/>
                  </a:lnTo>
                  <a:lnTo>
                    <a:pt x="13052" y="3631"/>
                  </a:lnTo>
                  <a:lnTo>
                    <a:pt x="12879" y="3350"/>
                  </a:lnTo>
                  <a:lnTo>
                    <a:pt x="12706" y="3069"/>
                  </a:lnTo>
                  <a:lnTo>
                    <a:pt x="12511" y="2788"/>
                  </a:lnTo>
                  <a:lnTo>
                    <a:pt x="12295" y="2529"/>
                  </a:lnTo>
                  <a:lnTo>
                    <a:pt x="12079" y="2291"/>
                  </a:lnTo>
                  <a:lnTo>
                    <a:pt x="11842" y="2032"/>
                  </a:lnTo>
                  <a:lnTo>
                    <a:pt x="11604" y="1816"/>
                  </a:lnTo>
                  <a:lnTo>
                    <a:pt x="11366" y="1599"/>
                  </a:lnTo>
                  <a:lnTo>
                    <a:pt x="11085" y="1383"/>
                  </a:lnTo>
                  <a:lnTo>
                    <a:pt x="10826" y="1189"/>
                  </a:lnTo>
                  <a:lnTo>
                    <a:pt x="10545" y="1016"/>
                  </a:lnTo>
                  <a:lnTo>
                    <a:pt x="10243" y="843"/>
                  </a:lnTo>
                  <a:lnTo>
                    <a:pt x="9940" y="692"/>
                  </a:lnTo>
                  <a:lnTo>
                    <a:pt x="9638" y="562"/>
                  </a:lnTo>
                  <a:lnTo>
                    <a:pt x="9335" y="433"/>
                  </a:lnTo>
                  <a:lnTo>
                    <a:pt x="9011" y="325"/>
                  </a:lnTo>
                  <a:lnTo>
                    <a:pt x="8687" y="217"/>
                  </a:lnTo>
                  <a:lnTo>
                    <a:pt x="8341" y="152"/>
                  </a:lnTo>
                  <a:lnTo>
                    <a:pt x="7995" y="87"/>
                  </a:lnTo>
                  <a:lnTo>
                    <a:pt x="7650" y="44"/>
                  </a:lnTo>
                  <a:lnTo>
                    <a:pt x="7304" y="22"/>
                  </a:lnTo>
                  <a:lnTo>
                    <a:pt x="693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35">
              <a:extLst>
                <a:ext uri="{FF2B5EF4-FFF2-40B4-BE49-F238E27FC236}">
                  <a16:creationId xmlns:a16="http://schemas.microsoft.com/office/drawing/2014/main" id="{50E9354F-3580-21B9-56D7-032B87A5A1CD}"/>
                </a:ext>
              </a:extLst>
            </p:cNvPr>
            <p:cNvSpPr/>
            <p:nvPr/>
          </p:nvSpPr>
          <p:spPr>
            <a:xfrm>
              <a:off x="13389250" y="3497250"/>
              <a:ext cx="435975" cy="693625"/>
            </a:xfrm>
            <a:custGeom>
              <a:avLst/>
              <a:gdLst/>
              <a:ahLst/>
              <a:cxnLst/>
              <a:rect l="l" t="t" r="r" b="b"/>
              <a:pathLst>
                <a:path w="17439" h="27745" extrusionOk="0">
                  <a:moveTo>
                    <a:pt x="17438" y="0"/>
                  </a:moveTo>
                  <a:lnTo>
                    <a:pt x="16423" y="195"/>
                  </a:lnTo>
                  <a:lnTo>
                    <a:pt x="15429" y="454"/>
                  </a:lnTo>
                  <a:lnTo>
                    <a:pt x="14478" y="713"/>
                  </a:lnTo>
                  <a:lnTo>
                    <a:pt x="13570" y="1016"/>
                  </a:lnTo>
                  <a:lnTo>
                    <a:pt x="12684" y="1318"/>
                  </a:lnTo>
                  <a:lnTo>
                    <a:pt x="11842" y="1664"/>
                  </a:lnTo>
                  <a:lnTo>
                    <a:pt x="11042" y="2031"/>
                  </a:lnTo>
                  <a:lnTo>
                    <a:pt x="10286" y="2399"/>
                  </a:lnTo>
                  <a:lnTo>
                    <a:pt x="9551" y="2809"/>
                  </a:lnTo>
                  <a:lnTo>
                    <a:pt x="8860" y="3242"/>
                  </a:lnTo>
                  <a:lnTo>
                    <a:pt x="8190" y="3674"/>
                  </a:lnTo>
                  <a:lnTo>
                    <a:pt x="7563" y="4127"/>
                  </a:lnTo>
                  <a:lnTo>
                    <a:pt x="6958" y="4603"/>
                  </a:lnTo>
                  <a:lnTo>
                    <a:pt x="6397" y="5100"/>
                  </a:lnTo>
                  <a:lnTo>
                    <a:pt x="5856" y="5618"/>
                  </a:lnTo>
                  <a:lnTo>
                    <a:pt x="5360" y="6137"/>
                  </a:lnTo>
                  <a:lnTo>
                    <a:pt x="4884" y="6656"/>
                  </a:lnTo>
                  <a:lnTo>
                    <a:pt x="4430" y="7196"/>
                  </a:lnTo>
                  <a:lnTo>
                    <a:pt x="3998" y="7757"/>
                  </a:lnTo>
                  <a:lnTo>
                    <a:pt x="3609" y="8319"/>
                  </a:lnTo>
                  <a:lnTo>
                    <a:pt x="3242" y="8881"/>
                  </a:lnTo>
                  <a:lnTo>
                    <a:pt x="2896" y="9464"/>
                  </a:lnTo>
                  <a:lnTo>
                    <a:pt x="2572" y="10048"/>
                  </a:lnTo>
                  <a:lnTo>
                    <a:pt x="2270" y="10653"/>
                  </a:lnTo>
                  <a:lnTo>
                    <a:pt x="1989" y="11236"/>
                  </a:lnTo>
                  <a:lnTo>
                    <a:pt x="1729" y="11841"/>
                  </a:lnTo>
                  <a:lnTo>
                    <a:pt x="1513" y="12446"/>
                  </a:lnTo>
                  <a:lnTo>
                    <a:pt x="1297" y="13051"/>
                  </a:lnTo>
                  <a:lnTo>
                    <a:pt x="1103" y="13656"/>
                  </a:lnTo>
                  <a:lnTo>
                    <a:pt x="930" y="14261"/>
                  </a:lnTo>
                  <a:lnTo>
                    <a:pt x="757" y="14866"/>
                  </a:lnTo>
                  <a:lnTo>
                    <a:pt x="627" y="15471"/>
                  </a:lnTo>
                  <a:lnTo>
                    <a:pt x="498" y="16076"/>
                  </a:lnTo>
                  <a:lnTo>
                    <a:pt x="390" y="16660"/>
                  </a:lnTo>
                  <a:lnTo>
                    <a:pt x="303" y="17243"/>
                  </a:lnTo>
                  <a:lnTo>
                    <a:pt x="217" y="17827"/>
                  </a:lnTo>
                  <a:lnTo>
                    <a:pt x="109" y="18972"/>
                  </a:lnTo>
                  <a:lnTo>
                    <a:pt x="44" y="20095"/>
                  </a:lnTo>
                  <a:lnTo>
                    <a:pt x="1" y="21154"/>
                  </a:lnTo>
                  <a:lnTo>
                    <a:pt x="1" y="22170"/>
                  </a:lnTo>
                  <a:lnTo>
                    <a:pt x="44" y="23120"/>
                  </a:lnTo>
                  <a:lnTo>
                    <a:pt x="109" y="24006"/>
                  </a:lnTo>
                  <a:lnTo>
                    <a:pt x="174" y="24827"/>
                  </a:lnTo>
                  <a:lnTo>
                    <a:pt x="260" y="25541"/>
                  </a:lnTo>
                  <a:lnTo>
                    <a:pt x="347" y="26189"/>
                  </a:lnTo>
                  <a:lnTo>
                    <a:pt x="433" y="26729"/>
                  </a:lnTo>
                  <a:lnTo>
                    <a:pt x="563" y="27485"/>
                  </a:lnTo>
                  <a:lnTo>
                    <a:pt x="627" y="27744"/>
                  </a:lnTo>
                  <a:lnTo>
                    <a:pt x="17438" y="27744"/>
                  </a:lnTo>
                  <a:lnTo>
                    <a:pt x="1743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35">
              <a:extLst>
                <a:ext uri="{FF2B5EF4-FFF2-40B4-BE49-F238E27FC236}">
                  <a16:creationId xmlns:a16="http://schemas.microsoft.com/office/drawing/2014/main" id="{7C8EA610-770D-D69F-DCB8-D6DC4BBE1CE1}"/>
                </a:ext>
              </a:extLst>
            </p:cNvPr>
            <p:cNvSpPr/>
            <p:nvPr/>
          </p:nvSpPr>
          <p:spPr>
            <a:xfrm>
              <a:off x="13389250" y="3497250"/>
              <a:ext cx="435975" cy="693625"/>
            </a:xfrm>
            <a:custGeom>
              <a:avLst/>
              <a:gdLst/>
              <a:ahLst/>
              <a:cxnLst/>
              <a:rect l="l" t="t" r="r" b="b"/>
              <a:pathLst>
                <a:path w="17439" h="27745" fill="none" extrusionOk="0">
                  <a:moveTo>
                    <a:pt x="627" y="27744"/>
                  </a:moveTo>
                  <a:lnTo>
                    <a:pt x="627" y="27744"/>
                  </a:lnTo>
                  <a:lnTo>
                    <a:pt x="563" y="27485"/>
                  </a:lnTo>
                  <a:lnTo>
                    <a:pt x="433" y="26729"/>
                  </a:lnTo>
                  <a:lnTo>
                    <a:pt x="347" y="26189"/>
                  </a:lnTo>
                  <a:lnTo>
                    <a:pt x="260" y="25541"/>
                  </a:lnTo>
                  <a:lnTo>
                    <a:pt x="174" y="24827"/>
                  </a:lnTo>
                  <a:lnTo>
                    <a:pt x="109" y="24006"/>
                  </a:lnTo>
                  <a:lnTo>
                    <a:pt x="44" y="23120"/>
                  </a:lnTo>
                  <a:lnTo>
                    <a:pt x="1" y="22170"/>
                  </a:lnTo>
                  <a:lnTo>
                    <a:pt x="1" y="21154"/>
                  </a:lnTo>
                  <a:lnTo>
                    <a:pt x="44" y="20095"/>
                  </a:lnTo>
                  <a:lnTo>
                    <a:pt x="109" y="18972"/>
                  </a:lnTo>
                  <a:lnTo>
                    <a:pt x="217" y="17827"/>
                  </a:lnTo>
                  <a:lnTo>
                    <a:pt x="303" y="17243"/>
                  </a:lnTo>
                  <a:lnTo>
                    <a:pt x="390" y="16660"/>
                  </a:lnTo>
                  <a:lnTo>
                    <a:pt x="498" y="16076"/>
                  </a:lnTo>
                  <a:lnTo>
                    <a:pt x="627" y="15471"/>
                  </a:lnTo>
                  <a:lnTo>
                    <a:pt x="757" y="14866"/>
                  </a:lnTo>
                  <a:lnTo>
                    <a:pt x="930" y="14261"/>
                  </a:lnTo>
                  <a:lnTo>
                    <a:pt x="1103" y="13656"/>
                  </a:lnTo>
                  <a:lnTo>
                    <a:pt x="1297" y="13051"/>
                  </a:lnTo>
                  <a:lnTo>
                    <a:pt x="1513" y="12446"/>
                  </a:lnTo>
                  <a:lnTo>
                    <a:pt x="1729" y="11841"/>
                  </a:lnTo>
                  <a:lnTo>
                    <a:pt x="1989" y="11236"/>
                  </a:lnTo>
                  <a:lnTo>
                    <a:pt x="2270" y="10653"/>
                  </a:lnTo>
                  <a:lnTo>
                    <a:pt x="2572" y="10048"/>
                  </a:lnTo>
                  <a:lnTo>
                    <a:pt x="2896" y="9464"/>
                  </a:lnTo>
                  <a:lnTo>
                    <a:pt x="3242" y="8881"/>
                  </a:lnTo>
                  <a:lnTo>
                    <a:pt x="3609" y="8319"/>
                  </a:lnTo>
                  <a:lnTo>
                    <a:pt x="3998" y="7757"/>
                  </a:lnTo>
                  <a:lnTo>
                    <a:pt x="4430" y="7196"/>
                  </a:lnTo>
                  <a:lnTo>
                    <a:pt x="4884" y="6656"/>
                  </a:lnTo>
                  <a:lnTo>
                    <a:pt x="5360" y="6137"/>
                  </a:lnTo>
                  <a:lnTo>
                    <a:pt x="5856" y="5618"/>
                  </a:lnTo>
                  <a:lnTo>
                    <a:pt x="6397" y="5100"/>
                  </a:lnTo>
                  <a:lnTo>
                    <a:pt x="6958" y="4603"/>
                  </a:lnTo>
                  <a:lnTo>
                    <a:pt x="7563" y="4127"/>
                  </a:lnTo>
                  <a:lnTo>
                    <a:pt x="8190" y="3674"/>
                  </a:lnTo>
                  <a:lnTo>
                    <a:pt x="8860" y="3242"/>
                  </a:lnTo>
                  <a:lnTo>
                    <a:pt x="9551" y="2809"/>
                  </a:lnTo>
                  <a:lnTo>
                    <a:pt x="10286" y="2399"/>
                  </a:lnTo>
                  <a:lnTo>
                    <a:pt x="11042" y="2031"/>
                  </a:lnTo>
                  <a:lnTo>
                    <a:pt x="11842" y="1664"/>
                  </a:lnTo>
                  <a:lnTo>
                    <a:pt x="12684" y="1318"/>
                  </a:lnTo>
                  <a:lnTo>
                    <a:pt x="13570" y="1016"/>
                  </a:lnTo>
                  <a:lnTo>
                    <a:pt x="14478" y="713"/>
                  </a:lnTo>
                  <a:lnTo>
                    <a:pt x="15429" y="454"/>
                  </a:lnTo>
                  <a:lnTo>
                    <a:pt x="16423" y="195"/>
                  </a:lnTo>
                  <a:lnTo>
                    <a:pt x="17438" y="0"/>
                  </a:lnTo>
                  <a:lnTo>
                    <a:pt x="17438" y="27744"/>
                  </a:lnTo>
                  <a:lnTo>
                    <a:pt x="627" y="2774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35">
              <a:extLst>
                <a:ext uri="{FF2B5EF4-FFF2-40B4-BE49-F238E27FC236}">
                  <a16:creationId xmlns:a16="http://schemas.microsoft.com/office/drawing/2014/main" id="{AA1545E7-2834-1CE1-9DAB-D3511B1E7138}"/>
                </a:ext>
              </a:extLst>
            </p:cNvPr>
            <p:cNvSpPr/>
            <p:nvPr/>
          </p:nvSpPr>
          <p:spPr>
            <a:xfrm>
              <a:off x="13402775" y="3582600"/>
              <a:ext cx="422450" cy="608275"/>
            </a:xfrm>
            <a:custGeom>
              <a:avLst/>
              <a:gdLst/>
              <a:ahLst/>
              <a:cxnLst/>
              <a:rect l="l" t="t" r="r" b="b"/>
              <a:pathLst>
                <a:path w="16898" h="24331" extrusionOk="0">
                  <a:moveTo>
                    <a:pt x="16897" y="0"/>
                  </a:moveTo>
                  <a:lnTo>
                    <a:pt x="16292" y="130"/>
                  </a:lnTo>
                  <a:lnTo>
                    <a:pt x="15687" y="303"/>
                  </a:lnTo>
                  <a:lnTo>
                    <a:pt x="15082" y="476"/>
                  </a:lnTo>
                  <a:lnTo>
                    <a:pt x="14499" y="670"/>
                  </a:lnTo>
                  <a:lnTo>
                    <a:pt x="14585" y="1426"/>
                  </a:lnTo>
                  <a:lnTo>
                    <a:pt x="14650" y="2161"/>
                  </a:lnTo>
                  <a:lnTo>
                    <a:pt x="14693" y="2939"/>
                  </a:lnTo>
                  <a:lnTo>
                    <a:pt x="14715" y="3695"/>
                  </a:lnTo>
                  <a:lnTo>
                    <a:pt x="14693" y="4560"/>
                  </a:lnTo>
                  <a:lnTo>
                    <a:pt x="14628" y="5424"/>
                  </a:lnTo>
                  <a:lnTo>
                    <a:pt x="14542" y="6288"/>
                  </a:lnTo>
                  <a:lnTo>
                    <a:pt x="14434" y="7131"/>
                  </a:lnTo>
                  <a:lnTo>
                    <a:pt x="14261" y="7952"/>
                  </a:lnTo>
                  <a:lnTo>
                    <a:pt x="14088" y="8795"/>
                  </a:lnTo>
                  <a:lnTo>
                    <a:pt x="13850" y="9594"/>
                  </a:lnTo>
                  <a:lnTo>
                    <a:pt x="13613" y="10394"/>
                  </a:lnTo>
                  <a:lnTo>
                    <a:pt x="13310" y="11193"/>
                  </a:lnTo>
                  <a:lnTo>
                    <a:pt x="13008" y="11949"/>
                  </a:lnTo>
                  <a:lnTo>
                    <a:pt x="12662" y="12706"/>
                  </a:lnTo>
                  <a:lnTo>
                    <a:pt x="12295" y="13462"/>
                  </a:lnTo>
                  <a:lnTo>
                    <a:pt x="11884" y="14175"/>
                  </a:lnTo>
                  <a:lnTo>
                    <a:pt x="11474" y="14888"/>
                  </a:lnTo>
                  <a:lnTo>
                    <a:pt x="11020" y="15579"/>
                  </a:lnTo>
                  <a:lnTo>
                    <a:pt x="10545" y="16249"/>
                  </a:lnTo>
                  <a:lnTo>
                    <a:pt x="10026" y="16919"/>
                  </a:lnTo>
                  <a:lnTo>
                    <a:pt x="9507" y="17546"/>
                  </a:lnTo>
                  <a:lnTo>
                    <a:pt x="8946" y="18172"/>
                  </a:lnTo>
                  <a:lnTo>
                    <a:pt x="8384" y="18756"/>
                  </a:lnTo>
                  <a:lnTo>
                    <a:pt x="7779" y="19339"/>
                  </a:lnTo>
                  <a:lnTo>
                    <a:pt x="7174" y="19879"/>
                  </a:lnTo>
                  <a:lnTo>
                    <a:pt x="6526" y="20398"/>
                  </a:lnTo>
                  <a:lnTo>
                    <a:pt x="5877" y="20916"/>
                  </a:lnTo>
                  <a:lnTo>
                    <a:pt x="5207" y="21392"/>
                  </a:lnTo>
                  <a:lnTo>
                    <a:pt x="4516" y="21846"/>
                  </a:lnTo>
                  <a:lnTo>
                    <a:pt x="3803" y="22256"/>
                  </a:lnTo>
                  <a:lnTo>
                    <a:pt x="3068" y="22667"/>
                  </a:lnTo>
                  <a:lnTo>
                    <a:pt x="2334" y="23034"/>
                  </a:lnTo>
                  <a:lnTo>
                    <a:pt x="1577" y="23380"/>
                  </a:lnTo>
                  <a:lnTo>
                    <a:pt x="800" y="23682"/>
                  </a:lnTo>
                  <a:lnTo>
                    <a:pt x="0" y="23963"/>
                  </a:lnTo>
                  <a:lnTo>
                    <a:pt x="86" y="24330"/>
                  </a:lnTo>
                  <a:lnTo>
                    <a:pt x="16897" y="24330"/>
                  </a:lnTo>
                  <a:lnTo>
                    <a:pt x="1689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35">
              <a:extLst>
                <a:ext uri="{FF2B5EF4-FFF2-40B4-BE49-F238E27FC236}">
                  <a16:creationId xmlns:a16="http://schemas.microsoft.com/office/drawing/2014/main" id="{2F2F47A5-9C44-05F2-DFFC-3E27180E07D2}"/>
                </a:ext>
              </a:extLst>
            </p:cNvPr>
            <p:cNvSpPr/>
            <p:nvPr/>
          </p:nvSpPr>
          <p:spPr>
            <a:xfrm>
              <a:off x="13402775" y="3582600"/>
              <a:ext cx="422450" cy="608275"/>
            </a:xfrm>
            <a:custGeom>
              <a:avLst/>
              <a:gdLst/>
              <a:ahLst/>
              <a:cxnLst/>
              <a:rect l="l" t="t" r="r" b="b"/>
              <a:pathLst>
                <a:path w="16898" h="24331" fill="none" extrusionOk="0">
                  <a:moveTo>
                    <a:pt x="16897" y="0"/>
                  </a:moveTo>
                  <a:lnTo>
                    <a:pt x="16897" y="0"/>
                  </a:lnTo>
                  <a:lnTo>
                    <a:pt x="16292" y="130"/>
                  </a:lnTo>
                  <a:lnTo>
                    <a:pt x="15687" y="303"/>
                  </a:lnTo>
                  <a:lnTo>
                    <a:pt x="15082" y="476"/>
                  </a:lnTo>
                  <a:lnTo>
                    <a:pt x="14499" y="670"/>
                  </a:lnTo>
                  <a:lnTo>
                    <a:pt x="14499" y="670"/>
                  </a:lnTo>
                  <a:lnTo>
                    <a:pt x="14585" y="1426"/>
                  </a:lnTo>
                  <a:lnTo>
                    <a:pt x="14650" y="2161"/>
                  </a:lnTo>
                  <a:lnTo>
                    <a:pt x="14693" y="2939"/>
                  </a:lnTo>
                  <a:lnTo>
                    <a:pt x="14715" y="3695"/>
                  </a:lnTo>
                  <a:lnTo>
                    <a:pt x="14715" y="3695"/>
                  </a:lnTo>
                  <a:lnTo>
                    <a:pt x="14693" y="4560"/>
                  </a:lnTo>
                  <a:lnTo>
                    <a:pt x="14628" y="5424"/>
                  </a:lnTo>
                  <a:lnTo>
                    <a:pt x="14542" y="6288"/>
                  </a:lnTo>
                  <a:lnTo>
                    <a:pt x="14434" y="7131"/>
                  </a:lnTo>
                  <a:lnTo>
                    <a:pt x="14261" y="7952"/>
                  </a:lnTo>
                  <a:lnTo>
                    <a:pt x="14088" y="8795"/>
                  </a:lnTo>
                  <a:lnTo>
                    <a:pt x="13850" y="9594"/>
                  </a:lnTo>
                  <a:lnTo>
                    <a:pt x="13613" y="10394"/>
                  </a:lnTo>
                  <a:lnTo>
                    <a:pt x="13310" y="11193"/>
                  </a:lnTo>
                  <a:lnTo>
                    <a:pt x="13008" y="11949"/>
                  </a:lnTo>
                  <a:lnTo>
                    <a:pt x="12662" y="12706"/>
                  </a:lnTo>
                  <a:lnTo>
                    <a:pt x="12295" y="13462"/>
                  </a:lnTo>
                  <a:lnTo>
                    <a:pt x="11884" y="14175"/>
                  </a:lnTo>
                  <a:lnTo>
                    <a:pt x="11474" y="14888"/>
                  </a:lnTo>
                  <a:lnTo>
                    <a:pt x="11020" y="15579"/>
                  </a:lnTo>
                  <a:lnTo>
                    <a:pt x="10545" y="16249"/>
                  </a:lnTo>
                  <a:lnTo>
                    <a:pt x="10026" y="16919"/>
                  </a:lnTo>
                  <a:lnTo>
                    <a:pt x="9507" y="17546"/>
                  </a:lnTo>
                  <a:lnTo>
                    <a:pt x="8946" y="18172"/>
                  </a:lnTo>
                  <a:lnTo>
                    <a:pt x="8384" y="18756"/>
                  </a:lnTo>
                  <a:lnTo>
                    <a:pt x="7779" y="19339"/>
                  </a:lnTo>
                  <a:lnTo>
                    <a:pt x="7174" y="19879"/>
                  </a:lnTo>
                  <a:lnTo>
                    <a:pt x="6526" y="20398"/>
                  </a:lnTo>
                  <a:lnTo>
                    <a:pt x="5877" y="20916"/>
                  </a:lnTo>
                  <a:lnTo>
                    <a:pt x="5207" y="21392"/>
                  </a:lnTo>
                  <a:lnTo>
                    <a:pt x="4516" y="21846"/>
                  </a:lnTo>
                  <a:lnTo>
                    <a:pt x="3803" y="22256"/>
                  </a:lnTo>
                  <a:lnTo>
                    <a:pt x="3068" y="22667"/>
                  </a:lnTo>
                  <a:lnTo>
                    <a:pt x="2334" y="23034"/>
                  </a:lnTo>
                  <a:lnTo>
                    <a:pt x="1577" y="23380"/>
                  </a:lnTo>
                  <a:lnTo>
                    <a:pt x="800" y="23682"/>
                  </a:lnTo>
                  <a:lnTo>
                    <a:pt x="0" y="23963"/>
                  </a:lnTo>
                  <a:lnTo>
                    <a:pt x="0" y="23963"/>
                  </a:lnTo>
                  <a:lnTo>
                    <a:pt x="86" y="24330"/>
                  </a:lnTo>
                  <a:lnTo>
                    <a:pt x="16897" y="24330"/>
                  </a:lnTo>
                  <a:lnTo>
                    <a:pt x="1689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35">
              <a:extLst>
                <a:ext uri="{FF2B5EF4-FFF2-40B4-BE49-F238E27FC236}">
                  <a16:creationId xmlns:a16="http://schemas.microsoft.com/office/drawing/2014/main" id="{8E4B29E1-EA6B-EAD3-8DBD-65E435DECCEE}"/>
                </a:ext>
              </a:extLst>
            </p:cNvPr>
            <p:cNvSpPr/>
            <p:nvPr/>
          </p:nvSpPr>
          <p:spPr>
            <a:xfrm>
              <a:off x="13825200" y="3497250"/>
              <a:ext cx="6500" cy="83750"/>
            </a:xfrm>
            <a:custGeom>
              <a:avLst/>
              <a:gdLst/>
              <a:ahLst/>
              <a:cxnLst/>
              <a:rect l="l" t="t" r="r" b="b"/>
              <a:pathLst>
                <a:path w="260" h="3350" extrusionOk="0">
                  <a:moveTo>
                    <a:pt x="259" y="0"/>
                  </a:moveTo>
                  <a:lnTo>
                    <a:pt x="259" y="0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59" y="0"/>
                  </a:lnTo>
                  <a:lnTo>
                    <a:pt x="259" y="3350"/>
                  </a:lnTo>
                  <a:lnTo>
                    <a:pt x="259" y="335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AB0D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35">
              <a:extLst>
                <a:ext uri="{FF2B5EF4-FFF2-40B4-BE49-F238E27FC236}">
                  <a16:creationId xmlns:a16="http://schemas.microsoft.com/office/drawing/2014/main" id="{1949E685-36F9-BBAC-4046-B819C29F7CEA}"/>
                </a:ext>
              </a:extLst>
            </p:cNvPr>
            <p:cNvSpPr/>
            <p:nvPr/>
          </p:nvSpPr>
          <p:spPr>
            <a:xfrm>
              <a:off x="13825200" y="3497250"/>
              <a:ext cx="6500" cy="83750"/>
            </a:xfrm>
            <a:custGeom>
              <a:avLst/>
              <a:gdLst/>
              <a:ahLst/>
              <a:cxnLst/>
              <a:rect l="l" t="t" r="r" b="b"/>
              <a:pathLst>
                <a:path w="260" h="3350" fill="none" extrusionOk="0">
                  <a:moveTo>
                    <a:pt x="259" y="0"/>
                  </a:moveTo>
                  <a:lnTo>
                    <a:pt x="259" y="0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59" y="0"/>
                  </a:lnTo>
                  <a:lnTo>
                    <a:pt x="259" y="3350"/>
                  </a:lnTo>
                  <a:lnTo>
                    <a:pt x="259" y="3350"/>
                  </a:lnTo>
                  <a:lnTo>
                    <a:pt x="25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35">
              <a:extLst>
                <a:ext uri="{FF2B5EF4-FFF2-40B4-BE49-F238E27FC236}">
                  <a16:creationId xmlns:a16="http://schemas.microsoft.com/office/drawing/2014/main" id="{444E3A42-99F0-1CA8-ADC8-E6DE791DE9AF}"/>
                </a:ext>
              </a:extLst>
            </p:cNvPr>
            <p:cNvSpPr/>
            <p:nvPr/>
          </p:nvSpPr>
          <p:spPr>
            <a:xfrm>
              <a:off x="13390875" y="3498325"/>
              <a:ext cx="434350" cy="679575"/>
            </a:xfrm>
            <a:custGeom>
              <a:avLst/>
              <a:gdLst/>
              <a:ahLst/>
              <a:cxnLst/>
              <a:rect l="l" t="t" r="r" b="b"/>
              <a:pathLst>
                <a:path w="17374" h="27183" extrusionOk="0">
                  <a:moveTo>
                    <a:pt x="17373" y="1"/>
                  </a:moveTo>
                  <a:lnTo>
                    <a:pt x="16444" y="195"/>
                  </a:lnTo>
                  <a:lnTo>
                    <a:pt x="15558" y="411"/>
                  </a:lnTo>
                  <a:lnTo>
                    <a:pt x="15072" y="557"/>
                  </a:lnTo>
                  <a:lnTo>
                    <a:pt x="15072" y="557"/>
                  </a:lnTo>
                  <a:lnTo>
                    <a:pt x="15753" y="368"/>
                  </a:lnTo>
                  <a:lnTo>
                    <a:pt x="16552" y="173"/>
                  </a:lnTo>
                  <a:lnTo>
                    <a:pt x="17373" y="1"/>
                  </a:lnTo>
                  <a:close/>
                  <a:moveTo>
                    <a:pt x="15072" y="557"/>
                  </a:moveTo>
                  <a:lnTo>
                    <a:pt x="14975" y="584"/>
                  </a:lnTo>
                  <a:lnTo>
                    <a:pt x="14823" y="632"/>
                  </a:lnTo>
                  <a:lnTo>
                    <a:pt x="14823" y="632"/>
                  </a:lnTo>
                  <a:lnTo>
                    <a:pt x="15072" y="557"/>
                  </a:lnTo>
                  <a:close/>
                  <a:moveTo>
                    <a:pt x="14823" y="632"/>
                  </a:moveTo>
                  <a:lnTo>
                    <a:pt x="14694" y="670"/>
                  </a:lnTo>
                  <a:lnTo>
                    <a:pt x="13851" y="930"/>
                  </a:lnTo>
                  <a:lnTo>
                    <a:pt x="13052" y="1211"/>
                  </a:lnTo>
                  <a:lnTo>
                    <a:pt x="12295" y="1513"/>
                  </a:lnTo>
                  <a:lnTo>
                    <a:pt x="11539" y="1837"/>
                  </a:lnTo>
                  <a:lnTo>
                    <a:pt x="10848" y="2183"/>
                  </a:lnTo>
                  <a:lnTo>
                    <a:pt x="10156" y="2529"/>
                  </a:lnTo>
                  <a:lnTo>
                    <a:pt x="9508" y="2918"/>
                  </a:lnTo>
                  <a:lnTo>
                    <a:pt x="8881" y="3307"/>
                  </a:lnTo>
                  <a:lnTo>
                    <a:pt x="8276" y="3695"/>
                  </a:lnTo>
                  <a:lnTo>
                    <a:pt x="7715" y="4128"/>
                  </a:lnTo>
                  <a:lnTo>
                    <a:pt x="7153" y="4560"/>
                  </a:lnTo>
                  <a:lnTo>
                    <a:pt x="6634" y="4992"/>
                  </a:lnTo>
                  <a:lnTo>
                    <a:pt x="6137" y="5446"/>
                  </a:lnTo>
                  <a:lnTo>
                    <a:pt x="5662" y="5921"/>
                  </a:lnTo>
                  <a:lnTo>
                    <a:pt x="5230" y="6396"/>
                  </a:lnTo>
                  <a:lnTo>
                    <a:pt x="4798" y="6893"/>
                  </a:lnTo>
                  <a:lnTo>
                    <a:pt x="4387" y="7390"/>
                  </a:lnTo>
                  <a:lnTo>
                    <a:pt x="4020" y="7887"/>
                  </a:lnTo>
                  <a:lnTo>
                    <a:pt x="3652" y="8406"/>
                  </a:lnTo>
                  <a:lnTo>
                    <a:pt x="3328" y="8925"/>
                  </a:lnTo>
                  <a:lnTo>
                    <a:pt x="3004" y="9443"/>
                  </a:lnTo>
                  <a:lnTo>
                    <a:pt x="2702" y="9983"/>
                  </a:lnTo>
                  <a:lnTo>
                    <a:pt x="2421" y="10523"/>
                  </a:lnTo>
                  <a:lnTo>
                    <a:pt x="2161" y="11064"/>
                  </a:lnTo>
                  <a:lnTo>
                    <a:pt x="1924" y="11604"/>
                  </a:lnTo>
                  <a:lnTo>
                    <a:pt x="1708" y="12144"/>
                  </a:lnTo>
                  <a:lnTo>
                    <a:pt x="1492" y="12706"/>
                  </a:lnTo>
                  <a:lnTo>
                    <a:pt x="1297" y="13246"/>
                  </a:lnTo>
                  <a:lnTo>
                    <a:pt x="1124" y="13808"/>
                  </a:lnTo>
                  <a:lnTo>
                    <a:pt x="973" y="14348"/>
                  </a:lnTo>
                  <a:lnTo>
                    <a:pt x="822" y="14888"/>
                  </a:lnTo>
                  <a:lnTo>
                    <a:pt x="562" y="15990"/>
                  </a:lnTo>
                  <a:lnTo>
                    <a:pt x="368" y="17071"/>
                  </a:lnTo>
                  <a:lnTo>
                    <a:pt x="217" y="18129"/>
                  </a:lnTo>
                  <a:lnTo>
                    <a:pt x="109" y="19145"/>
                  </a:lnTo>
                  <a:lnTo>
                    <a:pt x="44" y="20160"/>
                  </a:lnTo>
                  <a:lnTo>
                    <a:pt x="1" y="21111"/>
                  </a:lnTo>
                  <a:lnTo>
                    <a:pt x="1" y="22040"/>
                  </a:lnTo>
                  <a:lnTo>
                    <a:pt x="22" y="22905"/>
                  </a:lnTo>
                  <a:lnTo>
                    <a:pt x="66" y="23726"/>
                  </a:lnTo>
                  <a:lnTo>
                    <a:pt x="109" y="24504"/>
                  </a:lnTo>
                  <a:lnTo>
                    <a:pt x="174" y="25195"/>
                  </a:lnTo>
                  <a:lnTo>
                    <a:pt x="325" y="26362"/>
                  </a:lnTo>
                  <a:lnTo>
                    <a:pt x="454" y="27183"/>
                  </a:lnTo>
                  <a:lnTo>
                    <a:pt x="390" y="26513"/>
                  </a:lnTo>
                  <a:lnTo>
                    <a:pt x="325" y="25843"/>
                  </a:lnTo>
                  <a:lnTo>
                    <a:pt x="282" y="25173"/>
                  </a:lnTo>
                  <a:lnTo>
                    <a:pt x="282" y="24504"/>
                  </a:lnTo>
                  <a:lnTo>
                    <a:pt x="303" y="23618"/>
                  </a:lnTo>
                  <a:lnTo>
                    <a:pt x="346" y="22753"/>
                  </a:lnTo>
                  <a:lnTo>
                    <a:pt x="433" y="21911"/>
                  </a:lnTo>
                  <a:lnTo>
                    <a:pt x="562" y="21046"/>
                  </a:lnTo>
                  <a:lnTo>
                    <a:pt x="714" y="20204"/>
                  </a:lnTo>
                  <a:lnTo>
                    <a:pt x="908" y="19383"/>
                  </a:lnTo>
                  <a:lnTo>
                    <a:pt x="1124" y="18561"/>
                  </a:lnTo>
                  <a:lnTo>
                    <a:pt x="1384" y="17762"/>
                  </a:lnTo>
                  <a:lnTo>
                    <a:pt x="1664" y="16984"/>
                  </a:lnTo>
                  <a:lnTo>
                    <a:pt x="1989" y="16206"/>
                  </a:lnTo>
                  <a:lnTo>
                    <a:pt x="2313" y="15428"/>
                  </a:lnTo>
                  <a:lnTo>
                    <a:pt x="2702" y="14694"/>
                  </a:lnTo>
                  <a:lnTo>
                    <a:pt x="3091" y="13959"/>
                  </a:lnTo>
                  <a:lnTo>
                    <a:pt x="3523" y="13246"/>
                  </a:lnTo>
                  <a:lnTo>
                    <a:pt x="3976" y="12533"/>
                  </a:lnTo>
                  <a:lnTo>
                    <a:pt x="4452" y="11863"/>
                  </a:lnTo>
                  <a:lnTo>
                    <a:pt x="4949" y="11193"/>
                  </a:lnTo>
                  <a:lnTo>
                    <a:pt x="5467" y="10567"/>
                  </a:lnTo>
                  <a:lnTo>
                    <a:pt x="6029" y="9940"/>
                  </a:lnTo>
                  <a:lnTo>
                    <a:pt x="6591" y="9335"/>
                  </a:lnTo>
                  <a:lnTo>
                    <a:pt x="7196" y="8752"/>
                  </a:lnTo>
                  <a:lnTo>
                    <a:pt x="7801" y="8211"/>
                  </a:lnTo>
                  <a:lnTo>
                    <a:pt x="8449" y="7671"/>
                  </a:lnTo>
                  <a:lnTo>
                    <a:pt x="9097" y="7174"/>
                  </a:lnTo>
                  <a:lnTo>
                    <a:pt x="9767" y="6677"/>
                  </a:lnTo>
                  <a:lnTo>
                    <a:pt x="10459" y="6224"/>
                  </a:lnTo>
                  <a:lnTo>
                    <a:pt x="11172" y="5791"/>
                  </a:lnTo>
                  <a:lnTo>
                    <a:pt x="11906" y="5381"/>
                  </a:lnTo>
                  <a:lnTo>
                    <a:pt x="12641" y="5014"/>
                  </a:lnTo>
                  <a:lnTo>
                    <a:pt x="13397" y="4646"/>
                  </a:lnTo>
                  <a:lnTo>
                    <a:pt x="14175" y="4344"/>
                  </a:lnTo>
                  <a:lnTo>
                    <a:pt x="14975" y="4041"/>
                  </a:lnTo>
                  <a:lnTo>
                    <a:pt x="14823" y="3220"/>
                  </a:lnTo>
                  <a:lnTo>
                    <a:pt x="14651" y="2399"/>
                  </a:lnTo>
                  <a:lnTo>
                    <a:pt x="14456" y="1600"/>
                  </a:lnTo>
                  <a:lnTo>
                    <a:pt x="14218" y="822"/>
                  </a:lnTo>
                  <a:lnTo>
                    <a:pt x="14823" y="632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35">
              <a:extLst>
                <a:ext uri="{FF2B5EF4-FFF2-40B4-BE49-F238E27FC236}">
                  <a16:creationId xmlns:a16="http://schemas.microsoft.com/office/drawing/2014/main" id="{86CB0084-F7E8-B430-86B5-059F3EA8E5D6}"/>
                </a:ext>
              </a:extLst>
            </p:cNvPr>
            <p:cNvSpPr/>
            <p:nvPr/>
          </p:nvSpPr>
          <p:spPr>
            <a:xfrm>
              <a:off x="13390875" y="3498325"/>
              <a:ext cx="434350" cy="679575"/>
            </a:xfrm>
            <a:custGeom>
              <a:avLst/>
              <a:gdLst/>
              <a:ahLst/>
              <a:cxnLst/>
              <a:rect l="l" t="t" r="r" b="b"/>
              <a:pathLst>
                <a:path w="17374" h="27183" fill="none" extrusionOk="0">
                  <a:moveTo>
                    <a:pt x="17373" y="1"/>
                  </a:moveTo>
                  <a:lnTo>
                    <a:pt x="17373" y="1"/>
                  </a:lnTo>
                  <a:lnTo>
                    <a:pt x="16444" y="195"/>
                  </a:lnTo>
                  <a:lnTo>
                    <a:pt x="15558" y="411"/>
                  </a:lnTo>
                  <a:lnTo>
                    <a:pt x="14694" y="670"/>
                  </a:lnTo>
                  <a:lnTo>
                    <a:pt x="13851" y="930"/>
                  </a:lnTo>
                  <a:lnTo>
                    <a:pt x="13052" y="1211"/>
                  </a:lnTo>
                  <a:lnTo>
                    <a:pt x="12295" y="1513"/>
                  </a:lnTo>
                  <a:lnTo>
                    <a:pt x="11539" y="1837"/>
                  </a:lnTo>
                  <a:lnTo>
                    <a:pt x="10848" y="2183"/>
                  </a:lnTo>
                  <a:lnTo>
                    <a:pt x="10156" y="2529"/>
                  </a:lnTo>
                  <a:lnTo>
                    <a:pt x="9508" y="2918"/>
                  </a:lnTo>
                  <a:lnTo>
                    <a:pt x="8881" y="3307"/>
                  </a:lnTo>
                  <a:lnTo>
                    <a:pt x="8276" y="3695"/>
                  </a:lnTo>
                  <a:lnTo>
                    <a:pt x="7715" y="4128"/>
                  </a:lnTo>
                  <a:lnTo>
                    <a:pt x="7153" y="4560"/>
                  </a:lnTo>
                  <a:lnTo>
                    <a:pt x="6634" y="4992"/>
                  </a:lnTo>
                  <a:lnTo>
                    <a:pt x="6137" y="5446"/>
                  </a:lnTo>
                  <a:lnTo>
                    <a:pt x="5662" y="5921"/>
                  </a:lnTo>
                  <a:lnTo>
                    <a:pt x="5230" y="6396"/>
                  </a:lnTo>
                  <a:lnTo>
                    <a:pt x="4798" y="6893"/>
                  </a:lnTo>
                  <a:lnTo>
                    <a:pt x="4387" y="7390"/>
                  </a:lnTo>
                  <a:lnTo>
                    <a:pt x="4020" y="7887"/>
                  </a:lnTo>
                  <a:lnTo>
                    <a:pt x="3652" y="8406"/>
                  </a:lnTo>
                  <a:lnTo>
                    <a:pt x="3328" y="8925"/>
                  </a:lnTo>
                  <a:lnTo>
                    <a:pt x="3004" y="9443"/>
                  </a:lnTo>
                  <a:lnTo>
                    <a:pt x="2702" y="9983"/>
                  </a:lnTo>
                  <a:lnTo>
                    <a:pt x="2421" y="10523"/>
                  </a:lnTo>
                  <a:lnTo>
                    <a:pt x="2161" y="11064"/>
                  </a:lnTo>
                  <a:lnTo>
                    <a:pt x="1924" y="11604"/>
                  </a:lnTo>
                  <a:lnTo>
                    <a:pt x="1708" y="12144"/>
                  </a:lnTo>
                  <a:lnTo>
                    <a:pt x="1492" y="12706"/>
                  </a:lnTo>
                  <a:lnTo>
                    <a:pt x="1297" y="13246"/>
                  </a:lnTo>
                  <a:lnTo>
                    <a:pt x="1124" y="13808"/>
                  </a:lnTo>
                  <a:lnTo>
                    <a:pt x="973" y="14348"/>
                  </a:lnTo>
                  <a:lnTo>
                    <a:pt x="822" y="14888"/>
                  </a:lnTo>
                  <a:lnTo>
                    <a:pt x="562" y="15990"/>
                  </a:lnTo>
                  <a:lnTo>
                    <a:pt x="368" y="17071"/>
                  </a:lnTo>
                  <a:lnTo>
                    <a:pt x="217" y="18129"/>
                  </a:lnTo>
                  <a:lnTo>
                    <a:pt x="109" y="19145"/>
                  </a:lnTo>
                  <a:lnTo>
                    <a:pt x="44" y="20160"/>
                  </a:lnTo>
                  <a:lnTo>
                    <a:pt x="1" y="21111"/>
                  </a:lnTo>
                  <a:lnTo>
                    <a:pt x="1" y="22040"/>
                  </a:lnTo>
                  <a:lnTo>
                    <a:pt x="22" y="22905"/>
                  </a:lnTo>
                  <a:lnTo>
                    <a:pt x="66" y="23726"/>
                  </a:lnTo>
                  <a:lnTo>
                    <a:pt x="109" y="24504"/>
                  </a:lnTo>
                  <a:lnTo>
                    <a:pt x="174" y="25195"/>
                  </a:lnTo>
                  <a:lnTo>
                    <a:pt x="325" y="26362"/>
                  </a:lnTo>
                  <a:lnTo>
                    <a:pt x="454" y="27183"/>
                  </a:lnTo>
                  <a:lnTo>
                    <a:pt x="454" y="27183"/>
                  </a:lnTo>
                  <a:lnTo>
                    <a:pt x="390" y="26513"/>
                  </a:lnTo>
                  <a:lnTo>
                    <a:pt x="325" y="25843"/>
                  </a:lnTo>
                  <a:lnTo>
                    <a:pt x="282" y="25173"/>
                  </a:lnTo>
                  <a:lnTo>
                    <a:pt x="282" y="24504"/>
                  </a:lnTo>
                  <a:lnTo>
                    <a:pt x="282" y="24504"/>
                  </a:lnTo>
                  <a:lnTo>
                    <a:pt x="303" y="23618"/>
                  </a:lnTo>
                  <a:lnTo>
                    <a:pt x="346" y="22753"/>
                  </a:lnTo>
                  <a:lnTo>
                    <a:pt x="433" y="21911"/>
                  </a:lnTo>
                  <a:lnTo>
                    <a:pt x="562" y="21046"/>
                  </a:lnTo>
                  <a:lnTo>
                    <a:pt x="714" y="20204"/>
                  </a:lnTo>
                  <a:lnTo>
                    <a:pt x="908" y="19383"/>
                  </a:lnTo>
                  <a:lnTo>
                    <a:pt x="1124" y="18561"/>
                  </a:lnTo>
                  <a:lnTo>
                    <a:pt x="1384" y="17762"/>
                  </a:lnTo>
                  <a:lnTo>
                    <a:pt x="1664" y="16984"/>
                  </a:lnTo>
                  <a:lnTo>
                    <a:pt x="1989" y="16206"/>
                  </a:lnTo>
                  <a:lnTo>
                    <a:pt x="2313" y="15428"/>
                  </a:lnTo>
                  <a:lnTo>
                    <a:pt x="2702" y="14694"/>
                  </a:lnTo>
                  <a:lnTo>
                    <a:pt x="3091" y="13959"/>
                  </a:lnTo>
                  <a:lnTo>
                    <a:pt x="3523" y="13246"/>
                  </a:lnTo>
                  <a:lnTo>
                    <a:pt x="3976" y="12533"/>
                  </a:lnTo>
                  <a:lnTo>
                    <a:pt x="4452" y="11863"/>
                  </a:lnTo>
                  <a:lnTo>
                    <a:pt x="4949" y="11193"/>
                  </a:lnTo>
                  <a:lnTo>
                    <a:pt x="5467" y="10567"/>
                  </a:lnTo>
                  <a:lnTo>
                    <a:pt x="6029" y="9940"/>
                  </a:lnTo>
                  <a:lnTo>
                    <a:pt x="6591" y="9335"/>
                  </a:lnTo>
                  <a:lnTo>
                    <a:pt x="7196" y="8752"/>
                  </a:lnTo>
                  <a:lnTo>
                    <a:pt x="7801" y="8211"/>
                  </a:lnTo>
                  <a:lnTo>
                    <a:pt x="8449" y="7671"/>
                  </a:lnTo>
                  <a:lnTo>
                    <a:pt x="9097" y="7174"/>
                  </a:lnTo>
                  <a:lnTo>
                    <a:pt x="9767" y="6677"/>
                  </a:lnTo>
                  <a:lnTo>
                    <a:pt x="10459" y="6224"/>
                  </a:lnTo>
                  <a:lnTo>
                    <a:pt x="11172" y="5791"/>
                  </a:lnTo>
                  <a:lnTo>
                    <a:pt x="11906" y="5381"/>
                  </a:lnTo>
                  <a:lnTo>
                    <a:pt x="12641" y="5014"/>
                  </a:lnTo>
                  <a:lnTo>
                    <a:pt x="13397" y="4646"/>
                  </a:lnTo>
                  <a:lnTo>
                    <a:pt x="14175" y="4344"/>
                  </a:lnTo>
                  <a:lnTo>
                    <a:pt x="14975" y="4041"/>
                  </a:lnTo>
                  <a:lnTo>
                    <a:pt x="14975" y="4041"/>
                  </a:lnTo>
                  <a:lnTo>
                    <a:pt x="14823" y="3220"/>
                  </a:lnTo>
                  <a:lnTo>
                    <a:pt x="14651" y="2399"/>
                  </a:lnTo>
                  <a:lnTo>
                    <a:pt x="14456" y="1600"/>
                  </a:lnTo>
                  <a:lnTo>
                    <a:pt x="14218" y="822"/>
                  </a:lnTo>
                  <a:lnTo>
                    <a:pt x="14218" y="822"/>
                  </a:lnTo>
                  <a:lnTo>
                    <a:pt x="14975" y="584"/>
                  </a:lnTo>
                  <a:lnTo>
                    <a:pt x="15753" y="368"/>
                  </a:lnTo>
                  <a:lnTo>
                    <a:pt x="16552" y="173"/>
                  </a:lnTo>
                  <a:lnTo>
                    <a:pt x="17373" y="1"/>
                  </a:lnTo>
                  <a:lnTo>
                    <a:pt x="1737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35">
              <a:extLst>
                <a:ext uri="{FF2B5EF4-FFF2-40B4-BE49-F238E27FC236}">
                  <a16:creationId xmlns:a16="http://schemas.microsoft.com/office/drawing/2014/main" id="{B53FDD1D-6FFE-ECD5-4E60-9011BEB6D697}"/>
                </a:ext>
              </a:extLst>
            </p:cNvPr>
            <p:cNvSpPr/>
            <p:nvPr/>
          </p:nvSpPr>
          <p:spPr>
            <a:xfrm>
              <a:off x="13746325" y="3498325"/>
              <a:ext cx="78900" cy="101050"/>
            </a:xfrm>
            <a:custGeom>
              <a:avLst/>
              <a:gdLst/>
              <a:ahLst/>
              <a:cxnLst/>
              <a:rect l="l" t="t" r="r" b="b"/>
              <a:pathLst>
                <a:path w="3156" h="4042" extrusionOk="0">
                  <a:moveTo>
                    <a:pt x="3155" y="1"/>
                  </a:moveTo>
                  <a:lnTo>
                    <a:pt x="2334" y="173"/>
                  </a:lnTo>
                  <a:lnTo>
                    <a:pt x="1535" y="368"/>
                  </a:lnTo>
                  <a:lnTo>
                    <a:pt x="757" y="584"/>
                  </a:lnTo>
                  <a:lnTo>
                    <a:pt x="0" y="822"/>
                  </a:lnTo>
                  <a:lnTo>
                    <a:pt x="238" y="1600"/>
                  </a:lnTo>
                  <a:lnTo>
                    <a:pt x="433" y="2399"/>
                  </a:lnTo>
                  <a:lnTo>
                    <a:pt x="605" y="3220"/>
                  </a:lnTo>
                  <a:lnTo>
                    <a:pt x="757" y="4041"/>
                  </a:lnTo>
                  <a:lnTo>
                    <a:pt x="1340" y="3847"/>
                  </a:lnTo>
                  <a:lnTo>
                    <a:pt x="1945" y="3674"/>
                  </a:lnTo>
                  <a:lnTo>
                    <a:pt x="2550" y="3501"/>
                  </a:lnTo>
                  <a:lnTo>
                    <a:pt x="3155" y="3371"/>
                  </a:lnTo>
                  <a:lnTo>
                    <a:pt x="3155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35">
              <a:extLst>
                <a:ext uri="{FF2B5EF4-FFF2-40B4-BE49-F238E27FC236}">
                  <a16:creationId xmlns:a16="http://schemas.microsoft.com/office/drawing/2014/main" id="{0EF7939B-9FF3-EE92-E4B4-A2FA451EC4D3}"/>
                </a:ext>
              </a:extLst>
            </p:cNvPr>
            <p:cNvSpPr/>
            <p:nvPr/>
          </p:nvSpPr>
          <p:spPr>
            <a:xfrm>
              <a:off x="13746325" y="3498325"/>
              <a:ext cx="78900" cy="101050"/>
            </a:xfrm>
            <a:custGeom>
              <a:avLst/>
              <a:gdLst/>
              <a:ahLst/>
              <a:cxnLst/>
              <a:rect l="l" t="t" r="r" b="b"/>
              <a:pathLst>
                <a:path w="3156" h="4042" fill="none" extrusionOk="0">
                  <a:moveTo>
                    <a:pt x="3155" y="1"/>
                  </a:moveTo>
                  <a:lnTo>
                    <a:pt x="3155" y="1"/>
                  </a:lnTo>
                  <a:lnTo>
                    <a:pt x="2334" y="173"/>
                  </a:lnTo>
                  <a:lnTo>
                    <a:pt x="1535" y="368"/>
                  </a:lnTo>
                  <a:lnTo>
                    <a:pt x="757" y="584"/>
                  </a:lnTo>
                  <a:lnTo>
                    <a:pt x="0" y="822"/>
                  </a:lnTo>
                  <a:lnTo>
                    <a:pt x="0" y="822"/>
                  </a:lnTo>
                  <a:lnTo>
                    <a:pt x="238" y="1600"/>
                  </a:lnTo>
                  <a:lnTo>
                    <a:pt x="433" y="2399"/>
                  </a:lnTo>
                  <a:lnTo>
                    <a:pt x="605" y="3220"/>
                  </a:lnTo>
                  <a:lnTo>
                    <a:pt x="757" y="4041"/>
                  </a:lnTo>
                  <a:lnTo>
                    <a:pt x="757" y="4041"/>
                  </a:lnTo>
                  <a:lnTo>
                    <a:pt x="1340" y="3847"/>
                  </a:lnTo>
                  <a:lnTo>
                    <a:pt x="1945" y="3674"/>
                  </a:lnTo>
                  <a:lnTo>
                    <a:pt x="2550" y="3501"/>
                  </a:lnTo>
                  <a:lnTo>
                    <a:pt x="3155" y="3371"/>
                  </a:lnTo>
                  <a:lnTo>
                    <a:pt x="315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35">
              <a:extLst>
                <a:ext uri="{FF2B5EF4-FFF2-40B4-BE49-F238E27FC236}">
                  <a16:creationId xmlns:a16="http://schemas.microsoft.com/office/drawing/2014/main" id="{FFBD9B64-A848-EEB0-2BF4-AC54618CEC24}"/>
                </a:ext>
              </a:extLst>
            </p:cNvPr>
            <p:cNvSpPr/>
            <p:nvPr/>
          </p:nvSpPr>
          <p:spPr>
            <a:xfrm>
              <a:off x="13985625" y="3497250"/>
              <a:ext cx="448925" cy="693625"/>
            </a:xfrm>
            <a:custGeom>
              <a:avLst/>
              <a:gdLst/>
              <a:ahLst/>
              <a:cxnLst/>
              <a:rect l="l" t="t" r="r" b="b"/>
              <a:pathLst>
                <a:path w="17957" h="27745" extrusionOk="0">
                  <a:moveTo>
                    <a:pt x="1" y="0"/>
                  </a:moveTo>
                  <a:lnTo>
                    <a:pt x="1" y="27744"/>
                  </a:lnTo>
                  <a:lnTo>
                    <a:pt x="17503" y="27744"/>
                  </a:lnTo>
                  <a:lnTo>
                    <a:pt x="17567" y="27485"/>
                  </a:lnTo>
                  <a:lnTo>
                    <a:pt x="17675" y="26729"/>
                  </a:lnTo>
                  <a:lnTo>
                    <a:pt x="17740" y="26189"/>
                  </a:lnTo>
                  <a:lnTo>
                    <a:pt x="17827" y="25541"/>
                  </a:lnTo>
                  <a:lnTo>
                    <a:pt x="17870" y="24827"/>
                  </a:lnTo>
                  <a:lnTo>
                    <a:pt x="17935" y="24006"/>
                  </a:lnTo>
                  <a:lnTo>
                    <a:pt x="17956" y="23120"/>
                  </a:lnTo>
                  <a:lnTo>
                    <a:pt x="17956" y="22170"/>
                  </a:lnTo>
                  <a:lnTo>
                    <a:pt x="17935" y="21154"/>
                  </a:lnTo>
                  <a:lnTo>
                    <a:pt x="17870" y="20095"/>
                  </a:lnTo>
                  <a:lnTo>
                    <a:pt x="17784" y="18972"/>
                  </a:lnTo>
                  <a:lnTo>
                    <a:pt x="17632" y="17827"/>
                  </a:lnTo>
                  <a:lnTo>
                    <a:pt x="17524" y="17243"/>
                  </a:lnTo>
                  <a:lnTo>
                    <a:pt x="17416" y="16660"/>
                  </a:lnTo>
                  <a:lnTo>
                    <a:pt x="17308" y="16076"/>
                  </a:lnTo>
                  <a:lnTo>
                    <a:pt x="17157" y="15471"/>
                  </a:lnTo>
                  <a:lnTo>
                    <a:pt x="17006" y="14866"/>
                  </a:lnTo>
                  <a:lnTo>
                    <a:pt x="16833" y="14261"/>
                  </a:lnTo>
                  <a:lnTo>
                    <a:pt x="16638" y="13656"/>
                  </a:lnTo>
                  <a:lnTo>
                    <a:pt x="16422" y="13051"/>
                  </a:lnTo>
                  <a:lnTo>
                    <a:pt x="16206" y="12446"/>
                  </a:lnTo>
                  <a:lnTo>
                    <a:pt x="15947" y="11841"/>
                  </a:lnTo>
                  <a:lnTo>
                    <a:pt x="15688" y="11236"/>
                  </a:lnTo>
                  <a:lnTo>
                    <a:pt x="15385" y="10653"/>
                  </a:lnTo>
                  <a:lnTo>
                    <a:pt x="15083" y="10048"/>
                  </a:lnTo>
                  <a:lnTo>
                    <a:pt x="14737" y="9464"/>
                  </a:lnTo>
                  <a:lnTo>
                    <a:pt x="14370" y="8881"/>
                  </a:lnTo>
                  <a:lnTo>
                    <a:pt x="13981" y="8319"/>
                  </a:lnTo>
                  <a:lnTo>
                    <a:pt x="13570" y="7757"/>
                  </a:lnTo>
                  <a:lnTo>
                    <a:pt x="13138" y="7196"/>
                  </a:lnTo>
                  <a:lnTo>
                    <a:pt x="12684" y="6656"/>
                  </a:lnTo>
                  <a:lnTo>
                    <a:pt x="12187" y="6137"/>
                  </a:lnTo>
                  <a:lnTo>
                    <a:pt x="11669" y="5618"/>
                  </a:lnTo>
                  <a:lnTo>
                    <a:pt x="11128" y="5100"/>
                  </a:lnTo>
                  <a:lnTo>
                    <a:pt x="10545" y="4603"/>
                  </a:lnTo>
                  <a:lnTo>
                    <a:pt x="9940" y="4127"/>
                  </a:lnTo>
                  <a:lnTo>
                    <a:pt x="9292" y="3674"/>
                  </a:lnTo>
                  <a:lnTo>
                    <a:pt x="8622" y="3242"/>
                  </a:lnTo>
                  <a:lnTo>
                    <a:pt x="7930" y="2809"/>
                  </a:lnTo>
                  <a:lnTo>
                    <a:pt x="7174" y="2399"/>
                  </a:lnTo>
                  <a:lnTo>
                    <a:pt x="6418" y="2031"/>
                  </a:lnTo>
                  <a:lnTo>
                    <a:pt x="5597" y="1664"/>
                  </a:lnTo>
                  <a:lnTo>
                    <a:pt x="4754" y="1318"/>
                  </a:lnTo>
                  <a:lnTo>
                    <a:pt x="3890" y="1016"/>
                  </a:lnTo>
                  <a:lnTo>
                    <a:pt x="2961" y="713"/>
                  </a:lnTo>
                  <a:lnTo>
                    <a:pt x="2010" y="454"/>
                  </a:lnTo>
                  <a:lnTo>
                    <a:pt x="1016" y="19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35">
              <a:extLst>
                <a:ext uri="{FF2B5EF4-FFF2-40B4-BE49-F238E27FC236}">
                  <a16:creationId xmlns:a16="http://schemas.microsoft.com/office/drawing/2014/main" id="{164975EF-4DBB-72E5-F0C9-210EC1B90160}"/>
                </a:ext>
              </a:extLst>
            </p:cNvPr>
            <p:cNvSpPr/>
            <p:nvPr/>
          </p:nvSpPr>
          <p:spPr>
            <a:xfrm>
              <a:off x="13985625" y="3497250"/>
              <a:ext cx="448925" cy="693625"/>
            </a:xfrm>
            <a:custGeom>
              <a:avLst/>
              <a:gdLst/>
              <a:ahLst/>
              <a:cxnLst/>
              <a:rect l="l" t="t" r="r" b="b"/>
              <a:pathLst>
                <a:path w="17957" h="27745" fill="none" extrusionOk="0">
                  <a:moveTo>
                    <a:pt x="17503" y="27744"/>
                  </a:moveTo>
                  <a:lnTo>
                    <a:pt x="17503" y="27744"/>
                  </a:lnTo>
                  <a:lnTo>
                    <a:pt x="17567" y="27485"/>
                  </a:lnTo>
                  <a:lnTo>
                    <a:pt x="17675" y="26729"/>
                  </a:lnTo>
                  <a:lnTo>
                    <a:pt x="17740" y="26189"/>
                  </a:lnTo>
                  <a:lnTo>
                    <a:pt x="17827" y="25541"/>
                  </a:lnTo>
                  <a:lnTo>
                    <a:pt x="17870" y="24827"/>
                  </a:lnTo>
                  <a:lnTo>
                    <a:pt x="17935" y="24006"/>
                  </a:lnTo>
                  <a:lnTo>
                    <a:pt x="17956" y="23120"/>
                  </a:lnTo>
                  <a:lnTo>
                    <a:pt x="17956" y="22170"/>
                  </a:lnTo>
                  <a:lnTo>
                    <a:pt x="17935" y="21154"/>
                  </a:lnTo>
                  <a:lnTo>
                    <a:pt x="17870" y="20095"/>
                  </a:lnTo>
                  <a:lnTo>
                    <a:pt x="17784" y="18972"/>
                  </a:lnTo>
                  <a:lnTo>
                    <a:pt x="17632" y="17827"/>
                  </a:lnTo>
                  <a:lnTo>
                    <a:pt x="17524" y="17243"/>
                  </a:lnTo>
                  <a:lnTo>
                    <a:pt x="17416" y="16660"/>
                  </a:lnTo>
                  <a:lnTo>
                    <a:pt x="17308" y="16076"/>
                  </a:lnTo>
                  <a:lnTo>
                    <a:pt x="17157" y="15471"/>
                  </a:lnTo>
                  <a:lnTo>
                    <a:pt x="17006" y="14866"/>
                  </a:lnTo>
                  <a:lnTo>
                    <a:pt x="16833" y="14261"/>
                  </a:lnTo>
                  <a:lnTo>
                    <a:pt x="16638" y="13656"/>
                  </a:lnTo>
                  <a:lnTo>
                    <a:pt x="16422" y="13051"/>
                  </a:lnTo>
                  <a:lnTo>
                    <a:pt x="16206" y="12446"/>
                  </a:lnTo>
                  <a:lnTo>
                    <a:pt x="15947" y="11841"/>
                  </a:lnTo>
                  <a:lnTo>
                    <a:pt x="15688" y="11236"/>
                  </a:lnTo>
                  <a:lnTo>
                    <a:pt x="15385" y="10653"/>
                  </a:lnTo>
                  <a:lnTo>
                    <a:pt x="15083" y="10048"/>
                  </a:lnTo>
                  <a:lnTo>
                    <a:pt x="14737" y="9464"/>
                  </a:lnTo>
                  <a:lnTo>
                    <a:pt x="14370" y="8881"/>
                  </a:lnTo>
                  <a:lnTo>
                    <a:pt x="13981" y="8319"/>
                  </a:lnTo>
                  <a:lnTo>
                    <a:pt x="13570" y="7757"/>
                  </a:lnTo>
                  <a:lnTo>
                    <a:pt x="13138" y="7196"/>
                  </a:lnTo>
                  <a:lnTo>
                    <a:pt x="12684" y="6656"/>
                  </a:lnTo>
                  <a:lnTo>
                    <a:pt x="12187" y="6137"/>
                  </a:lnTo>
                  <a:lnTo>
                    <a:pt x="11669" y="5618"/>
                  </a:lnTo>
                  <a:lnTo>
                    <a:pt x="11128" y="5100"/>
                  </a:lnTo>
                  <a:lnTo>
                    <a:pt x="10545" y="4603"/>
                  </a:lnTo>
                  <a:lnTo>
                    <a:pt x="9940" y="4127"/>
                  </a:lnTo>
                  <a:lnTo>
                    <a:pt x="9292" y="3674"/>
                  </a:lnTo>
                  <a:lnTo>
                    <a:pt x="8622" y="3242"/>
                  </a:lnTo>
                  <a:lnTo>
                    <a:pt x="7930" y="2809"/>
                  </a:lnTo>
                  <a:lnTo>
                    <a:pt x="7174" y="2399"/>
                  </a:lnTo>
                  <a:lnTo>
                    <a:pt x="6418" y="2031"/>
                  </a:lnTo>
                  <a:lnTo>
                    <a:pt x="5597" y="1664"/>
                  </a:lnTo>
                  <a:lnTo>
                    <a:pt x="4754" y="1318"/>
                  </a:lnTo>
                  <a:lnTo>
                    <a:pt x="3890" y="1016"/>
                  </a:lnTo>
                  <a:lnTo>
                    <a:pt x="2961" y="713"/>
                  </a:lnTo>
                  <a:lnTo>
                    <a:pt x="2010" y="454"/>
                  </a:lnTo>
                  <a:lnTo>
                    <a:pt x="1016" y="195"/>
                  </a:lnTo>
                  <a:lnTo>
                    <a:pt x="1" y="0"/>
                  </a:lnTo>
                  <a:lnTo>
                    <a:pt x="1" y="27744"/>
                  </a:lnTo>
                  <a:lnTo>
                    <a:pt x="17503" y="2774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35">
              <a:extLst>
                <a:ext uri="{FF2B5EF4-FFF2-40B4-BE49-F238E27FC236}">
                  <a16:creationId xmlns:a16="http://schemas.microsoft.com/office/drawing/2014/main" id="{08D1F1B0-1EE7-CAD0-99C6-2FBDD7463BED}"/>
                </a:ext>
              </a:extLst>
            </p:cNvPr>
            <p:cNvSpPr/>
            <p:nvPr/>
          </p:nvSpPr>
          <p:spPr>
            <a:xfrm>
              <a:off x="14423175" y="4181675"/>
              <a:ext cx="2200" cy="9200"/>
            </a:xfrm>
            <a:custGeom>
              <a:avLst/>
              <a:gdLst/>
              <a:ahLst/>
              <a:cxnLst/>
              <a:rect l="l" t="t" r="r" b="b"/>
              <a:pathLst>
                <a:path w="88" h="368" extrusionOk="0">
                  <a:moveTo>
                    <a:pt x="87" y="0"/>
                  </a:moveTo>
                  <a:lnTo>
                    <a:pt x="87" y="0"/>
                  </a:lnTo>
                  <a:lnTo>
                    <a:pt x="1" y="367"/>
                  </a:lnTo>
                  <a:lnTo>
                    <a:pt x="1" y="367"/>
                  </a:lnTo>
                  <a:lnTo>
                    <a:pt x="87" y="0"/>
                  </a:lnTo>
                  <a:lnTo>
                    <a:pt x="87" y="0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AB0D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35">
              <a:extLst>
                <a:ext uri="{FF2B5EF4-FFF2-40B4-BE49-F238E27FC236}">
                  <a16:creationId xmlns:a16="http://schemas.microsoft.com/office/drawing/2014/main" id="{6D81EC78-9C38-97D8-08D4-75B07A6CDD1A}"/>
                </a:ext>
              </a:extLst>
            </p:cNvPr>
            <p:cNvSpPr/>
            <p:nvPr/>
          </p:nvSpPr>
          <p:spPr>
            <a:xfrm>
              <a:off x="14423175" y="4181675"/>
              <a:ext cx="2200" cy="9200"/>
            </a:xfrm>
            <a:custGeom>
              <a:avLst/>
              <a:gdLst/>
              <a:ahLst/>
              <a:cxnLst/>
              <a:rect l="l" t="t" r="r" b="b"/>
              <a:pathLst>
                <a:path w="88" h="368" fill="none" extrusionOk="0">
                  <a:moveTo>
                    <a:pt x="87" y="0"/>
                  </a:moveTo>
                  <a:lnTo>
                    <a:pt x="87" y="0"/>
                  </a:lnTo>
                  <a:lnTo>
                    <a:pt x="1" y="367"/>
                  </a:lnTo>
                  <a:lnTo>
                    <a:pt x="1" y="367"/>
                  </a:lnTo>
                  <a:lnTo>
                    <a:pt x="87" y="0"/>
                  </a:lnTo>
                  <a:lnTo>
                    <a:pt x="87" y="0"/>
                  </a:lnTo>
                  <a:lnTo>
                    <a:pt x="8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35">
              <a:extLst>
                <a:ext uri="{FF2B5EF4-FFF2-40B4-BE49-F238E27FC236}">
                  <a16:creationId xmlns:a16="http://schemas.microsoft.com/office/drawing/2014/main" id="{15C7CA79-E03C-A3D2-B50B-06DCE586192C}"/>
                </a:ext>
              </a:extLst>
            </p:cNvPr>
            <p:cNvSpPr/>
            <p:nvPr/>
          </p:nvSpPr>
          <p:spPr>
            <a:xfrm>
              <a:off x="13996425" y="3580975"/>
              <a:ext cx="428950" cy="609900"/>
            </a:xfrm>
            <a:custGeom>
              <a:avLst/>
              <a:gdLst/>
              <a:ahLst/>
              <a:cxnLst/>
              <a:rect l="l" t="t" r="r" b="b"/>
              <a:pathLst>
                <a:path w="17158" h="24396" extrusionOk="0">
                  <a:moveTo>
                    <a:pt x="1" y="1"/>
                  </a:moveTo>
                  <a:lnTo>
                    <a:pt x="1" y="24395"/>
                  </a:lnTo>
                  <a:lnTo>
                    <a:pt x="17071" y="24395"/>
                  </a:lnTo>
                  <a:lnTo>
                    <a:pt x="17157" y="24028"/>
                  </a:lnTo>
                  <a:lnTo>
                    <a:pt x="16358" y="23747"/>
                  </a:lnTo>
                  <a:lnTo>
                    <a:pt x="15580" y="23445"/>
                  </a:lnTo>
                  <a:lnTo>
                    <a:pt x="14823" y="23099"/>
                  </a:lnTo>
                  <a:lnTo>
                    <a:pt x="14089" y="22732"/>
                  </a:lnTo>
                  <a:lnTo>
                    <a:pt x="13354" y="22321"/>
                  </a:lnTo>
                  <a:lnTo>
                    <a:pt x="12641" y="21911"/>
                  </a:lnTo>
                  <a:lnTo>
                    <a:pt x="11950" y="21457"/>
                  </a:lnTo>
                  <a:lnTo>
                    <a:pt x="11280" y="20981"/>
                  </a:lnTo>
                  <a:lnTo>
                    <a:pt x="10632" y="20463"/>
                  </a:lnTo>
                  <a:lnTo>
                    <a:pt x="9983" y="19944"/>
                  </a:lnTo>
                  <a:lnTo>
                    <a:pt x="9378" y="19404"/>
                  </a:lnTo>
                  <a:lnTo>
                    <a:pt x="8773" y="18821"/>
                  </a:lnTo>
                  <a:lnTo>
                    <a:pt x="8212" y="18237"/>
                  </a:lnTo>
                  <a:lnTo>
                    <a:pt x="7650" y="17611"/>
                  </a:lnTo>
                  <a:lnTo>
                    <a:pt x="7131" y="16984"/>
                  </a:lnTo>
                  <a:lnTo>
                    <a:pt x="6634" y="16314"/>
                  </a:lnTo>
                  <a:lnTo>
                    <a:pt x="6159" y="15644"/>
                  </a:lnTo>
                  <a:lnTo>
                    <a:pt x="5705" y="14953"/>
                  </a:lnTo>
                  <a:lnTo>
                    <a:pt x="5273" y="14240"/>
                  </a:lnTo>
                  <a:lnTo>
                    <a:pt x="4862" y="13527"/>
                  </a:lnTo>
                  <a:lnTo>
                    <a:pt x="4495" y="12771"/>
                  </a:lnTo>
                  <a:lnTo>
                    <a:pt x="4149" y="12014"/>
                  </a:lnTo>
                  <a:lnTo>
                    <a:pt x="3847" y="11236"/>
                  </a:lnTo>
                  <a:lnTo>
                    <a:pt x="3566" y="10459"/>
                  </a:lnTo>
                  <a:lnTo>
                    <a:pt x="3307" y="9659"/>
                  </a:lnTo>
                  <a:lnTo>
                    <a:pt x="3091" y="8838"/>
                  </a:lnTo>
                  <a:lnTo>
                    <a:pt x="2896" y="8017"/>
                  </a:lnTo>
                  <a:lnTo>
                    <a:pt x="2745" y="7196"/>
                  </a:lnTo>
                  <a:lnTo>
                    <a:pt x="2615" y="6353"/>
                  </a:lnTo>
                  <a:lnTo>
                    <a:pt x="2529" y="5489"/>
                  </a:lnTo>
                  <a:lnTo>
                    <a:pt x="2464" y="4625"/>
                  </a:lnTo>
                  <a:lnTo>
                    <a:pt x="2464" y="3760"/>
                  </a:lnTo>
                  <a:lnTo>
                    <a:pt x="2464" y="3004"/>
                  </a:lnTo>
                  <a:lnTo>
                    <a:pt x="2507" y="2226"/>
                  </a:lnTo>
                  <a:lnTo>
                    <a:pt x="2572" y="1491"/>
                  </a:lnTo>
                  <a:lnTo>
                    <a:pt x="2680" y="735"/>
                  </a:lnTo>
                  <a:lnTo>
                    <a:pt x="2010" y="519"/>
                  </a:lnTo>
                  <a:lnTo>
                    <a:pt x="1362" y="325"/>
                  </a:lnTo>
                  <a:lnTo>
                    <a:pt x="671" y="15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35">
              <a:extLst>
                <a:ext uri="{FF2B5EF4-FFF2-40B4-BE49-F238E27FC236}">
                  <a16:creationId xmlns:a16="http://schemas.microsoft.com/office/drawing/2014/main" id="{3EDD92D5-FBE7-9ED3-A104-E30332C90478}"/>
                </a:ext>
              </a:extLst>
            </p:cNvPr>
            <p:cNvSpPr/>
            <p:nvPr/>
          </p:nvSpPr>
          <p:spPr>
            <a:xfrm>
              <a:off x="13996425" y="3499400"/>
              <a:ext cx="428950" cy="691475"/>
            </a:xfrm>
            <a:custGeom>
              <a:avLst/>
              <a:gdLst/>
              <a:ahLst/>
              <a:cxnLst/>
              <a:rect l="l" t="t" r="r" b="b"/>
              <a:pathLst>
                <a:path w="17158" h="27659" fill="none" extrusionOk="0">
                  <a:moveTo>
                    <a:pt x="1" y="1"/>
                  </a:moveTo>
                  <a:lnTo>
                    <a:pt x="1" y="27658"/>
                  </a:lnTo>
                  <a:lnTo>
                    <a:pt x="17071" y="27658"/>
                  </a:lnTo>
                  <a:lnTo>
                    <a:pt x="17071" y="27658"/>
                  </a:lnTo>
                  <a:lnTo>
                    <a:pt x="17071" y="27658"/>
                  </a:lnTo>
                  <a:lnTo>
                    <a:pt x="17157" y="27291"/>
                  </a:lnTo>
                  <a:lnTo>
                    <a:pt x="17157" y="27291"/>
                  </a:lnTo>
                  <a:lnTo>
                    <a:pt x="16358" y="27010"/>
                  </a:lnTo>
                  <a:lnTo>
                    <a:pt x="15580" y="26708"/>
                  </a:lnTo>
                  <a:lnTo>
                    <a:pt x="14823" y="26362"/>
                  </a:lnTo>
                  <a:lnTo>
                    <a:pt x="14089" y="25995"/>
                  </a:lnTo>
                  <a:lnTo>
                    <a:pt x="13354" y="25584"/>
                  </a:lnTo>
                  <a:lnTo>
                    <a:pt x="12641" y="25174"/>
                  </a:lnTo>
                  <a:lnTo>
                    <a:pt x="11950" y="24720"/>
                  </a:lnTo>
                  <a:lnTo>
                    <a:pt x="11280" y="24244"/>
                  </a:lnTo>
                  <a:lnTo>
                    <a:pt x="10632" y="23726"/>
                  </a:lnTo>
                  <a:lnTo>
                    <a:pt x="9983" y="23207"/>
                  </a:lnTo>
                  <a:lnTo>
                    <a:pt x="9378" y="22667"/>
                  </a:lnTo>
                  <a:lnTo>
                    <a:pt x="8773" y="22084"/>
                  </a:lnTo>
                  <a:lnTo>
                    <a:pt x="8212" y="21500"/>
                  </a:lnTo>
                  <a:lnTo>
                    <a:pt x="7650" y="20874"/>
                  </a:lnTo>
                  <a:lnTo>
                    <a:pt x="7131" y="20247"/>
                  </a:lnTo>
                  <a:lnTo>
                    <a:pt x="6634" y="19577"/>
                  </a:lnTo>
                  <a:lnTo>
                    <a:pt x="6159" y="18907"/>
                  </a:lnTo>
                  <a:lnTo>
                    <a:pt x="5705" y="18216"/>
                  </a:lnTo>
                  <a:lnTo>
                    <a:pt x="5273" y="17503"/>
                  </a:lnTo>
                  <a:lnTo>
                    <a:pt x="4862" y="16790"/>
                  </a:lnTo>
                  <a:lnTo>
                    <a:pt x="4495" y="16034"/>
                  </a:lnTo>
                  <a:lnTo>
                    <a:pt x="4149" y="15277"/>
                  </a:lnTo>
                  <a:lnTo>
                    <a:pt x="3847" y="14499"/>
                  </a:lnTo>
                  <a:lnTo>
                    <a:pt x="3566" y="13722"/>
                  </a:lnTo>
                  <a:lnTo>
                    <a:pt x="3307" y="12922"/>
                  </a:lnTo>
                  <a:lnTo>
                    <a:pt x="3091" y="12101"/>
                  </a:lnTo>
                  <a:lnTo>
                    <a:pt x="2896" y="11280"/>
                  </a:lnTo>
                  <a:lnTo>
                    <a:pt x="2745" y="10459"/>
                  </a:lnTo>
                  <a:lnTo>
                    <a:pt x="2615" y="9616"/>
                  </a:lnTo>
                  <a:lnTo>
                    <a:pt x="2529" y="8752"/>
                  </a:lnTo>
                  <a:lnTo>
                    <a:pt x="2464" y="7888"/>
                  </a:lnTo>
                  <a:lnTo>
                    <a:pt x="2464" y="7023"/>
                  </a:lnTo>
                  <a:lnTo>
                    <a:pt x="2464" y="7023"/>
                  </a:lnTo>
                  <a:lnTo>
                    <a:pt x="2464" y="6267"/>
                  </a:lnTo>
                  <a:lnTo>
                    <a:pt x="2507" y="5489"/>
                  </a:lnTo>
                  <a:lnTo>
                    <a:pt x="2572" y="4754"/>
                  </a:lnTo>
                  <a:lnTo>
                    <a:pt x="2680" y="3998"/>
                  </a:lnTo>
                  <a:lnTo>
                    <a:pt x="2680" y="3998"/>
                  </a:lnTo>
                  <a:lnTo>
                    <a:pt x="2010" y="3782"/>
                  </a:lnTo>
                  <a:lnTo>
                    <a:pt x="1362" y="3588"/>
                  </a:lnTo>
                  <a:lnTo>
                    <a:pt x="671" y="3415"/>
                  </a:lnTo>
                  <a:lnTo>
                    <a:pt x="1" y="3264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35">
              <a:extLst>
                <a:ext uri="{FF2B5EF4-FFF2-40B4-BE49-F238E27FC236}">
                  <a16:creationId xmlns:a16="http://schemas.microsoft.com/office/drawing/2014/main" id="{092D6442-5527-8BED-6441-DACD8CF57D5B}"/>
                </a:ext>
              </a:extLst>
            </p:cNvPr>
            <p:cNvSpPr/>
            <p:nvPr/>
          </p:nvSpPr>
          <p:spPr>
            <a:xfrm>
              <a:off x="14063425" y="3521550"/>
              <a:ext cx="371125" cy="648800"/>
            </a:xfrm>
            <a:custGeom>
              <a:avLst/>
              <a:gdLst/>
              <a:ahLst/>
              <a:cxnLst/>
              <a:rect l="l" t="t" r="r" b="b"/>
              <a:pathLst>
                <a:path w="14845" h="25952" extrusionOk="0">
                  <a:moveTo>
                    <a:pt x="691" y="1"/>
                  </a:moveTo>
                  <a:lnTo>
                    <a:pt x="475" y="779"/>
                  </a:lnTo>
                  <a:lnTo>
                    <a:pt x="281" y="1535"/>
                  </a:lnTo>
                  <a:lnTo>
                    <a:pt x="130" y="2334"/>
                  </a:lnTo>
                  <a:lnTo>
                    <a:pt x="0" y="3112"/>
                  </a:lnTo>
                  <a:lnTo>
                    <a:pt x="778" y="3415"/>
                  </a:lnTo>
                  <a:lnTo>
                    <a:pt x="1556" y="3717"/>
                  </a:lnTo>
                  <a:lnTo>
                    <a:pt x="2312" y="4085"/>
                  </a:lnTo>
                  <a:lnTo>
                    <a:pt x="3047" y="4452"/>
                  </a:lnTo>
                  <a:lnTo>
                    <a:pt x="3781" y="4862"/>
                  </a:lnTo>
                  <a:lnTo>
                    <a:pt x="4494" y="5295"/>
                  </a:lnTo>
                  <a:lnTo>
                    <a:pt x="5186" y="5748"/>
                  </a:lnTo>
                  <a:lnTo>
                    <a:pt x="5856" y="6245"/>
                  </a:lnTo>
                  <a:lnTo>
                    <a:pt x="6525" y="6742"/>
                  </a:lnTo>
                  <a:lnTo>
                    <a:pt x="7152" y="7282"/>
                  </a:lnTo>
                  <a:lnTo>
                    <a:pt x="7779" y="7823"/>
                  </a:lnTo>
                  <a:lnTo>
                    <a:pt x="8362" y="8406"/>
                  </a:lnTo>
                  <a:lnTo>
                    <a:pt x="8946" y="9011"/>
                  </a:lnTo>
                  <a:lnTo>
                    <a:pt x="9486" y="9638"/>
                  </a:lnTo>
                  <a:lnTo>
                    <a:pt x="10004" y="10264"/>
                  </a:lnTo>
                  <a:lnTo>
                    <a:pt x="10523" y="10934"/>
                  </a:lnTo>
                  <a:lnTo>
                    <a:pt x="10998" y="11604"/>
                  </a:lnTo>
                  <a:lnTo>
                    <a:pt x="11452" y="12317"/>
                  </a:lnTo>
                  <a:lnTo>
                    <a:pt x="11863" y="13030"/>
                  </a:lnTo>
                  <a:lnTo>
                    <a:pt x="12273" y="13765"/>
                  </a:lnTo>
                  <a:lnTo>
                    <a:pt x="12640" y="14499"/>
                  </a:lnTo>
                  <a:lnTo>
                    <a:pt x="12986" y="15277"/>
                  </a:lnTo>
                  <a:lnTo>
                    <a:pt x="13289" y="16055"/>
                  </a:lnTo>
                  <a:lnTo>
                    <a:pt x="13570" y="16833"/>
                  </a:lnTo>
                  <a:lnTo>
                    <a:pt x="13829" y="17632"/>
                  </a:lnTo>
                  <a:lnTo>
                    <a:pt x="14045" y="18454"/>
                  </a:lnTo>
                  <a:lnTo>
                    <a:pt x="14239" y="19275"/>
                  </a:lnTo>
                  <a:lnTo>
                    <a:pt x="14391" y="20117"/>
                  </a:lnTo>
                  <a:lnTo>
                    <a:pt x="14520" y="20982"/>
                  </a:lnTo>
                  <a:lnTo>
                    <a:pt x="14607" y="21824"/>
                  </a:lnTo>
                  <a:lnTo>
                    <a:pt x="14672" y="22689"/>
                  </a:lnTo>
                  <a:lnTo>
                    <a:pt x="14672" y="23575"/>
                  </a:lnTo>
                  <a:lnTo>
                    <a:pt x="14672" y="24180"/>
                  </a:lnTo>
                  <a:lnTo>
                    <a:pt x="14650" y="24763"/>
                  </a:lnTo>
                  <a:lnTo>
                    <a:pt x="14607" y="25368"/>
                  </a:lnTo>
                  <a:lnTo>
                    <a:pt x="14542" y="25951"/>
                  </a:lnTo>
                  <a:lnTo>
                    <a:pt x="14650" y="25087"/>
                  </a:lnTo>
                  <a:lnTo>
                    <a:pt x="14758" y="23942"/>
                  </a:lnTo>
                  <a:lnTo>
                    <a:pt x="14801" y="23272"/>
                  </a:lnTo>
                  <a:lnTo>
                    <a:pt x="14844" y="22559"/>
                  </a:lnTo>
                  <a:lnTo>
                    <a:pt x="14844" y="21803"/>
                  </a:lnTo>
                  <a:lnTo>
                    <a:pt x="14844" y="21003"/>
                  </a:lnTo>
                  <a:lnTo>
                    <a:pt x="14823" y="20161"/>
                  </a:lnTo>
                  <a:lnTo>
                    <a:pt x="14780" y="19275"/>
                  </a:lnTo>
                  <a:lnTo>
                    <a:pt x="14715" y="18367"/>
                  </a:lnTo>
                  <a:lnTo>
                    <a:pt x="14607" y="17438"/>
                  </a:lnTo>
                  <a:lnTo>
                    <a:pt x="14455" y="16487"/>
                  </a:lnTo>
                  <a:lnTo>
                    <a:pt x="14283" y="15515"/>
                  </a:lnTo>
                  <a:lnTo>
                    <a:pt x="14045" y="14521"/>
                  </a:lnTo>
                  <a:lnTo>
                    <a:pt x="13786" y="13527"/>
                  </a:lnTo>
                  <a:lnTo>
                    <a:pt x="13461" y="12511"/>
                  </a:lnTo>
                  <a:lnTo>
                    <a:pt x="13116" y="11518"/>
                  </a:lnTo>
                  <a:lnTo>
                    <a:pt x="12900" y="11021"/>
                  </a:lnTo>
                  <a:lnTo>
                    <a:pt x="12684" y="10524"/>
                  </a:lnTo>
                  <a:lnTo>
                    <a:pt x="12446" y="10027"/>
                  </a:lnTo>
                  <a:lnTo>
                    <a:pt x="12208" y="9530"/>
                  </a:lnTo>
                  <a:lnTo>
                    <a:pt x="11949" y="9054"/>
                  </a:lnTo>
                  <a:lnTo>
                    <a:pt x="11668" y="8557"/>
                  </a:lnTo>
                  <a:lnTo>
                    <a:pt x="11366" y="8082"/>
                  </a:lnTo>
                  <a:lnTo>
                    <a:pt x="11063" y="7607"/>
                  </a:lnTo>
                  <a:lnTo>
                    <a:pt x="10739" y="7131"/>
                  </a:lnTo>
                  <a:lnTo>
                    <a:pt x="10393" y="6677"/>
                  </a:lnTo>
                  <a:lnTo>
                    <a:pt x="10026" y="6224"/>
                  </a:lnTo>
                  <a:lnTo>
                    <a:pt x="9637" y="5770"/>
                  </a:lnTo>
                  <a:lnTo>
                    <a:pt x="9226" y="5316"/>
                  </a:lnTo>
                  <a:lnTo>
                    <a:pt x="8816" y="4884"/>
                  </a:lnTo>
                  <a:lnTo>
                    <a:pt x="8384" y="4473"/>
                  </a:lnTo>
                  <a:lnTo>
                    <a:pt x="7908" y="4063"/>
                  </a:lnTo>
                  <a:lnTo>
                    <a:pt x="7433" y="3652"/>
                  </a:lnTo>
                  <a:lnTo>
                    <a:pt x="6936" y="3242"/>
                  </a:lnTo>
                  <a:lnTo>
                    <a:pt x="6417" y="2875"/>
                  </a:lnTo>
                  <a:lnTo>
                    <a:pt x="5877" y="2507"/>
                  </a:lnTo>
                  <a:lnTo>
                    <a:pt x="5315" y="2140"/>
                  </a:lnTo>
                  <a:lnTo>
                    <a:pt x="4710" y="1794"/>
                  </a:lnTo>
                  <a:lnTo>
                    <a:pt x="4105" y="1448"/>
                  </a:lnTo>
                  <a:lnTo>
                    <a:pt x="3479" y="1146"/>
                  </a:lnTo>
                  <a:lnTo>
                    <a:pt x="2809" y="822"/>
                  </a:lnTo>
                  <a:lnTo>
                    <a:pt x="2139" y="541"/>
                  </a:lnTo>
                  <a:lnTo>
                    <a:pt x="1426" y="260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35">
              <a:extLst>
                <a:ext uri="{FF2B5EF4-FFF2-40B4-BE49-F238E27FC236}">
                  <a16:creationId xmlns:a16="http://schemas.microsoft.com/office/drawing/2014/main" id="{B2B8E7E9-5E1C-5144-B530-71300B5A597E}"/>
                </a:ext>
              </a:extLst>
            </p:cNvPr>
            <p:cNvSpPr/>
            <p:nvPr/>
          </p:nvSpPr>
          <p:spPr>
            <a:xfrm>
              <a:off x="14063425" y="3521550"/>
              <a:ext cx="371125" cy="648800"/>
            </a:xfrm>
            <a:custGeom>
              <a:avLst/>
              <a:gdLst/>
              <a:ahLst/>
              <a:cxnLst/>
              <a:rect l="l" t="t" r="r" b="b"/>
              <a:pathLst>
                <a:path w="14845" h="25952" fill="none" extrusionOk="0">
                  <a:moveTo>
                    <a:pt x="691" y="1"/>
                  </a:moveTo>
                  <a:lnTo>
                    <a:pt x="691" y="1"/>
                  </a:lnTo>
                  <a:lnTo>
                    <a:pt x="475" y="779"/>
                  </a:lnTo>
                  <a:lnTo>
                    <a:pt x="281" y="1535"/>
                  </a:lnTo>
                  <a:lnTo>
                    <a:pt x="130" y="2334"/>
                  </a:lnTo>
                  <a:lnTo>
                    <a:pt x="0" y="3112"/>
                  </a:lnTo>
                  <a:lnTo>
                    <a:pt x="0" y="3112"/>
                  </a:lnTo>
                  <a:lnTo>
                    <a:pt x="778" y="3415"/>
                  </a:lnTo>
                  <a:lnTo>
                    <a:pt x="1556" y="3717"/>
                  </a:lnTo>
                  <a:lnTo>
                    <a:pt x="2312" y="4085"/>
                  </a:lnTo>
                  <a:lnTo>
                    <a:pt x="3047" y="4452"/>
                  </a:lnTo>
                  <a:lnTo>
                    <a:pt x="3781" y="4862"/>
                  </a:lnTo>
                  <a:lnTo>
                    <a:pt x="4494" y="5295"/>
                  </a:lnTo>
                  <a:lnTo>
                    <a:pt x="5186" y="5748"/>
                  </a:lnTo>
                  <a:lnTo>
                    <a:pt x="5856" y="6245"/>
                  </a:lnTo>
                  <a:lnTo>
                    <a:pt x="6525" y="6742"/>
                  </a:lnTo>
                  <a:lnTo>
                    <a:pt x="7152" y="7282"/>
                  </a:lnTo>
                  <a:lnTo>
                    <a:pt x="7779" y="7823"/>
                  </a:lnTo>
                  <a:lnTo>
                    <a:pt x="8362" y="8406"/>
                  </a:lnTo>
                  <a:lnTo>
                    <a:pt x="8946" y="9011"/>
                  </a:lnTo>
                  <a:lnTo>
                    <a:pt x="9486" y="9638"/>
                  </a:lnTo>
                  <a:lnTo>
                    <a:pt x="10004" y="10264"/>
                  </a:lnTo>
                  <a:lnTo>
                    <a:pt x="10523" y="10934"/>
                  </a:lnTo>
                  <a:lnTo>
                    <a:pt x="10998" y="11604"/>
                  </a:lnTo>
                  <a:lnTo>
                    <a:pt x="11452" y="12317"/>
                  </a:lnTo>
                  <a:lnTo>
                    <a:pt x="11863" y="13030"/>
                  </a:lnTo>
                  <a:lnTo>
                    <a:pt x="12273" y="13765"/>
                  </a:lnTo>
                  <a:lnTo>
                    <a:pt x="12640" y="14499"/>
                  </a:lnTo>
                  <a:lnTo>
                    <a:pt x="12986" y="15277"/>
                  </a:lnTo>
                  <a:lnTo>
                    <a:pt x="13289" y="16055"/>
                  </a:lnTo>
                  <a:lnTo>
                    <a:pt x="13570" y="16833"/>
                  </a:lnTo>
                  <a:lnTo>
                    <a:pt x="13829" y="17632"/>
                  </a:lnTo>
                  <a:lnTo>
                    <a:pt x="14045" y="18454"/>
                  </a:lnTo>
                  <a:lnTo>
                    <a:pt x="14239" y="19275"/>
                  </a:lnTo>
                  <a:lnTo>
                    <a:pt x="14391" y="20117"/>
                  </a:lnTo>
                  <a:lnTo>
                    <a:pt x="14520" y="20982"/>
                  </a:lnTo>
                  <a:lnTo>
                    <a:pt x="14607" y="21824"/>
                  </a:lnTo>
                  <a:lnTo>
                    <a:pt x="14672" y="22689"/>
                  </a:lnTo>
                  <a:lnTo>
                    <a:pt x="14672" y="23575"/>
                  </a:lnTo>
                  <a:lnTo>
                    <a:pt x="14672" y="23575"/>
                  </a:lnTo>
                  <a:lnTo>
                    <a:pt x="14672" y="24180"/>
                  </a:lnTo>
                  <a:lnTo>
                    <a:pt x="14650" y="24763"/>
                  </a:lnTo>
                  <a:lnTo>
                    <a:pt x="14607" y="25368"/>
                  </a:lnTo>
                  <a:lnTo>
                    <a:pt x="14542" y="25951"/>
                  </a:lnTo>
                  <a:lnTo>
                    <a:pt x="14542" y="25951"/>
                  </a:lnTo>
                  <a:lnTo>
                    <a:pt x="14650" y="25087"/>
                  </a:lnTo>
                  <a:lnTo>
                    <a:pt x="14758" y="23942"/>
                  </a:lnTo>
                  <a:lnTo>
                    <a:pt x="14801" y="23272"/>
                  </a:lnTo>
                  <a:lnTo>
                    <a:pt x="14844" y="22559"/>
                  </a:lnTo>
                  <a:lnTo>
                    <a:pt x="14844" y="21803"/>
                  </a:lnTo>
                  <a:lnTo>
                    <a:pt x="14844" y="21003"/>
                  </a:lnTo>
                  <a:lnTo>
                    <a:pt x="14823" y="20161"/>
                  </a:lnTo>
                  <a:lnTo>
                    <a:pt x="14780" y="19275"/>
                  </a:lnTo>
                  <a:lnTo>
                    <a:pt x="14715" y="18367"/>
                  </a:lnTo>
                  <a:lnTo>
                    <a:pt x="14607" y="17438"/>
                  </a:lnTo>
                  <a:lnTo>
                    <a:pt x="14455" y="16487"/>
                  </a:lnTo>
                  <a:lnTo>
                    <a:pt x="14283" y="15515"/>
                  </a:lnTo>
                  <a:lnTo>
                    <a:pt x="14045" y="14521"/>
                  </a:lnTo>
                  <a:lnTo>
                    <a:pt x="13786" y="13527"/>
                  </a:lnTo>
                  <a:lnTo>
                    <a:pt x="13461" y="12511"/>
                  </a:lnTo>
                  <a:lnTo>
                    <a:pt x="13116" y="11518"/>
                  </a:lnTo>
                  <a:lnTo>
                    <a:pt x="12900" y="11021"/>
                  </a:lnTo>
                  <a:lnTo>
                    <a:pt x="12684" y="10524"/>
                  </a:lnTo>
                  <a:lnTo>
                    <a:pt x="12446" y="10027"/>
                  </a:lnTo>
                  <a:lnTo>
                    <a:pt x="12208" y="9530"/>
                  </a:lnTo>
                  <a:lnTo>
                    <a:pt x="11949" y="9054"/>
                  </a:lnTo>
                  <a:lnTo>
                    <a:pt x="11668" y="8557"/>
                  </a:lnTo>
                  <a:lnTo>
                    <a:pt x="11366" y="8082"/>
                  </a:lnTo>
                  <a:lnTo>
                    <a:pt x="11063" y="7607"/>
                  </a:lnTo>
                  <a:lnTo>
                    <a:pt x="10739" y="7131"/>
                  </a:lnTo>
                  <a:lnTo>
                    <a:pt x="10393" y="6677"/>
                  </a:lnTo>
                  <a:lnTo>
                    <a:pt x="10026" y="6224"/>
                  </a:lnTo>
                  <a:lnTo>
                    <a:pt x="9637" y="5770"/>
                  </a:lnTo>
                  <a:lnTo>
                    <a:pt x="9226" y="5316"/>
                  </a:lnTo>
                  <a:lnTo>
                    <a:pt x="8816" y="4884"/>
                  </a:lnTo>
                  <a:lnTo>
                    <a:pt x="8384" y="4473"/>
                  </a:lnTo>
                  <a:lnTo>
                    <a:pt x="7908" y="4063"/>
                  </a:lnTo>
                  <a:lnTo>
                    <a:pt x="7433" y="3652"/>
                  </a:lnTo>
                  <a:lnTo>
                    <a:pt x="6936" y="3242"/>
                  </a:lnTo>
                  <a:lnTo>
                    <a:pt x="6417" y="2875"/>
                  </a:lnTo>
                  <a:lnTo>
                    <a:pt x="5877" y="2507"/>
                  </a:lnTo>
                  <a:lnTo>
                    <a:pt x="5315" y="2140"/>
                  </a:lnTo>
                  <a:lnTo>
                    <a:pt x="4710" y="1794"/>
                  </a:lnTo>
                  <a:lnTo>
                    <a:pt x="4105" y="1448"/>
                  </a:lnTo>
                  <a:lnTo>
                    <a:pt x="3479" y="1146"/>
                  </a:lnTo>
                  <a:lnTo>
                    <a:pt x="2809" y="822"/>
                  </a:lnTo>
                  <a:lnTo>
                    <a:pt x="2139" y="541"/>
                  </a:lnTo>
                  <a:lnTo>
                    <a:pt x="1426" y="260"/>
                  </a:lnTo>
                  <a:lnTo>
                    <a:pt x="69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35">
              <a:extLst>
                <a:ext uri="{FF2B5EF4-FFF2-40B4-BE49-F238E27FC236}">
                  <a16:creationId xmlns:a16="http://schemas.microsoft.com/office/drawing/2014/main" id="{E22BD73E-1C4C-663A-1C8E-CB30B86FAEA1}"/>
                </a:ext>
              </a:extLst>
            </p:cNvPr>
            <p:cNvSpPr/>
            <p:nvPr/>
          </p:nvSpPr>
          <p:spPr>
            <a:xfrm>
              <a:off x="13996425" y="3499400"/>
              <a:ext cx="84300" cy="99975"/>
            </a:xfrm>
            <a:custGeom>
              <a:avLst/>
              <a:gdLst/>
              <a:ahLst/>
              <a:cxnLst/>
              <a:rect l="l" t="t" r="r" b="b"/>
              <a:pathLst>
                <a:path w="3372" h="3999" extrusionOk="0">
                  <a:moveTo>
                    <a:pt x="1" y="1"/>
                  </a:moveTo>
                  <a:lnTo>
                    <a:pt x="1" y="3264"/>
                  </a:lnTo>
                  <a:lnTo>
                    <a:pt x="671" y="3415"/>
                  </a:lnTo>
                  <a:lnTo>
                    <a:pt x="1362" y="3588"/>
                  </a:lnTo>
                  <a:lnTo>
                    <a:pt x="2010" y="3782"/>
                  </a:lnTo>
                  <a:lnTo>
                    <a:pt x="2680" y="3998"/>
                  </a:lnTo>
                  <a:lnTo>
                    <a:pt x="2810" y="3220"/>
                  </a:lnTo>
                  <a:lnTo>
                    <a:pt x="2961" y="2421"/>
                  </a:lnTo>
                  <a:lnTo>
                    <a:pt x="3155" y="1665"/>
                  </a:lnTo>
                  <a:lnTo>
                    <a:pt x="3371" y="887"/>
                  </a:lnTo>
                  <a:lnTo>
                    <a:pt x="2572" y="649"/>
                  </a:lnTo>
                  <a:lnTo>
                    <a:pt x="1751" y="411"/>
                  </a:lnTo>
                  <a:lnTo>
                    <a:pt x="887" y="19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35">
              <a:extLst>
                <a:ext uri="{FF2B5EF4-FFF2-40B4-BE49-F238E27FC236}">
                  <a16:creationId xmlns:a16="http://schemas.microsoft.com/office/drawing/2014/main" id="{16379B6F-E394-2B77-2918-32876BED32F1}"/>
                </a:ext>
              </a:extLst>
            </p:cNvPr>
            <p:cNvSpPr/>
            <p:nvPr/>
          </p:nvSpPr>
          <p:spPr>
            <a:xfrm>
              <a:off x="13996425" y="3499400"/>
              <a:ext cx="84300" cy="99975"/>
            </a:xfrm>
            <a:custGeom>
              <a:avLst/>
              <a:gdLst/>
              <a:ahLst/>
              <a:cxnLst/>
              <a:rect l="l" t="t" r="r" b="b"/>
              <a:pathLst>
                <a:path w="3372" h="3999" fill="none" extrusionOk="0">
                  <a:moveTo>
                    <a:pt x="1" y="1"/>
                  </a:moveTo>
                  <a:lnTo>
                    <a:pt x="1" y="3264"/>
                  </a:lnTo>
                  <a:lnTo>
                    <a:pt x="1" y="3264"/>
                  </a:lnTo>
                  <a:lnTo>
                    <a:pt x="671" y="3415"/>
                  </a:lnTo>
                  <a:lnTo>
                    <a:pt x="1362" y="3588"/>
                  </a:lnTo>
                  <a:lnTo>
                    <a:pt x="2010" y="3782"/>
                  </a:lnTo>
                  <a:lnTo>
                    <a:pt x="2680" y="3998"/>
                  </a:lnTo>
                  <a:lnTo>
                    <a:pt x="2680" y="3998"/>
                  </a:lnTo>
                  <a:lnTo>
                    <a:pt x="2810" y="3220"/>
                  </a:lnTo>
                  <a:lnTo>
                    <a:pt x="2961" y="2421"/>
                  </a:lnTo>
                  <a:lnTo>
                    <a:pt x="3155" y="1665"/>
                  </a:lnTo>
                  <a:lnTo>
                    <a:pt x="3371" y="887"/>
                  </a:lnTo>
                  <a:lnTo>
                    <a:pt x="3371" y="887"/>
                  </a:lnTo>
                  <a:lnTo>
                    <a:pt x="2572" y="649"/>
                  </a:lnTo>
                  <a:lnTo>
                    <a:pt x="1751" y="411"/>
                  </a:lnTo>
                  <a:lnTo>
                    <a:pt x="887" y="195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35">
              <a:extLst>
                <a:ext uri="{FF2B5EF4-FFF2-40B4-BE49-F238E27FC236}">
                  <a16:creationId xmlns:a16="http://schemas.microsoft.com/office/drawing/2014/main" id="{D56FA59E-A7E2-56EC-109B-0BB8557A4712}"/>
                </a:ext>
              </a:extLst>
            </p:cNvPr>
            <p:cNvSpPr/>
            <p:nvPr/>
          </p:nvSpPr>
          <p:spPr>
            <a:xfrm>
              <a:off x="13972125" y="4297800"/>
              <a:ext cx="240400" cy="66475"/>
            </a:xfrm>
            <a:custGeom>
              <a:avLst/>
              <a:gdLst/>
              <a:ahLst/>
              <a:cxnLst/>
              <a:rect l="l" t="t" r="r" b="b"/>
              <a:pathLst>
                <a:path w="9616" h="2659" extrusionOk="0">
                  <a:moveTo>
                    <a:pt x="1254" y="1"/>
                  </a:moveTo>
                  <a:lnTo>
                    <a:pt x="994" y="22"/>
                  </a:lnTo>
                  <a:lnTo>
                    <a:pt x="757" y="87"/>
                  </a:lnTo>
                  <a:lnTo>
                    <a:pt x="541" y="217"/>
                  </a:lnTo>
                  <a:lnTo>
                    <a:pt x="368" y="368"/>
                  </a:lnTo>
                  <a:lnTo>
                    <a:pt x="216" y="541"/>
                  </a:lnTo>
                  <a:lnTo>
                    <a:pt x="108" y="757"/>
                  </a:lnTo>
                  <a:lnTo>
                    <a:pt x="22" y="995"/>
                  </a:lnTo>
                  <a:lnTo>
                    <a:pt x="0" y="1232"/>
                  </a:lnTo>
                  <a:lnTo>
                    <a:pt x="0" y="1427"/>
                  </a:lnTo>
                  <a:lnTo>
                    <a:pt x="22" y="1665"/>
                  </a:lnTo>
                  <a:lnTo>
                    <a:pt x="108" y="1902"/>
                  </a:lnTo>
                  <a:lnTo>
                    <a:pt x="216" y="2118"/>
                  </a:lnTo>
                  <a:lnTo>
                    <a:pt x="368" y="2291"/>
                  </a:lnTo>
                  <a:lnTo>
                    <a:pt x="541" y="2442"/>
                  </a:lnTo>
                  <a:lnTo>
                    <a:pt x="757" y="2572"/>
                  </a:lnTo>
                  <a:lnTo>
                    <a:pt x="994" y="2637"/>
                  </a:lnTo>
                  <a:lnTo>
                    <a:pt x="1254" y="2658"/>
                  </a:lnTo>
                  <a:lnTo>
                    <a:pt x="8362" y="2658"/>
                  </a:lnTo>
                  <a:lnTo>
                    <a:pt x="8622" y="2637"/>
                  </a:lnTo>
                  <a:lnTo>
                    <a:pt x="8838" y="2572"/>
                  </a:lnTo>
                  <a:lnTo>
                    <a:pt x="9054" y="2442"/>
                  </a:lnTo>
                  <a:lnTo>
                    <a:pt x="9248" y="2291"/>
                  </a:lnTo>
                  <a:lnTo>
                    <a:pt x="9400" y="2118"/>
                  </a:lnTo>
                  <a:lnTo>
                    <a:pt x="9508" y="1902"/>
                  </a:lnTo>
                  <a:lnTo>
                    <a:pt x="9572" y="1665"/>
                  </a:lnTo>
                  <a:lnTo>
                    <a:pt x="9616" y="1427"/>
                  </a:lnTo>
                  <a:lnTo>
                    <a:pt x="9616" y="1232"/>
                  </a:lnTo>
                  <a:lnTo>
                    <a:pt x="9572" y="995"/>
                  </a:lnTo>
                  <a:lnTo>
                    <a:pt x="9508" y="757"/>
                  </a:lnTo>
                  <a:lnTo>
                    <a:pt x="9400" y="541"/>
                  </a:lnTo>
                  <a:lnTo>
                    <a:pt x="9248" y="368"/>
                  </a:lnTo>
                  <a:lnTo>
                    <a:pt x="9054" y="217"/>
                  </a:lnTo>
                  <a:lnTo>
                    <a:pt x="8838" y="87"/>
                  </a:lnTo>
                  <a:lnTo>
                    <a:pt x="8622" y="22"/>
                  </a:lnTo>
                  <a:lnTo>
                    <a:pt x="836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35">
              <a:extLst>
                <a:ext uri="{FF2B5EF4-FFF2-40B4-BE49-F238E27FC236}">
                  <a16:creationId xmlns:a16="http://schemas.microsoft.com/office/drawing/2014/main" id="{E8A51259-76F4-4D17-E955-FE8FCF2DBF6B}"/>
                </a:ext>
              </a:extLst>
            </p:cNvPr>
            <p:cNvSpPr/>
            <p:nvPr/>
          </p:nvSpPr>
          <p:spPr>
            <a:xfrm>
              <a:off x="13972125" y="4297800"/>
              <a:ext cx="240400" cy="66475"/>
            </a:xfrm>
            <a:custGeom>
              <a:avLst/>
              <a:gdLst/>
              <a:ahLst/>
              <a:cxnLst/>
              <a:rect l="l" t="t" r="r" b="b"/>
              <a:pathLst>
                <a:path w="9616" h="2659" fill="none" extrusionOk="0">
                  <a:moveTo>
                    <a:pt x="8362" y="1"/>
                  </a:moveTo>
                  <a:lnTo>
                    <a:pt x="1254" y="1"/>
                  </a:lnTo>
                  <a:lnTo>
                    <a:pt x="1254" y="1"/>
                  </a:lnTo>
                  <a:lnTo>
                    <a:pt x="994" y="22"/>
                  </a:lnTo>
                  <a:lnTo>
                    <a:pt x="757" y="87"/>
                  </a:lnTo>
                  <a:lnTo>
                    <a:pt x="541" y="217"/>
                  </a:lnTo>
                  <a:lnTo>
                    <a:pt x="368" y="368"/>
                  </a:lnTo>
                  <a:lnTo>
                    <a:pt x="216" y="541"/>
                  </a:lnTo>
                  <a:lnTo>
                    <a:pt x="108" y="757"/>
                  </a:lnTo>
                  <a:lnTo>
                    <a:pt x="22" y="995"/>
                  </a:lnTo>
                  <a:lnTo>
                    <a:pt x="0" y="1232"/>
                  </a:lnTo>
                  <a:lnTo>
                    <a:pt x="0" y="1427"/>
                  </a:lnTo>
                  <a:lnTo>
                    <a:pt x="0" y="1427"/>
                  </a:lnTo>
                  <a:lnTo>
                    <a:pt x="22" y="1665"/>
                  </a:lnTo>
                  <a:lnTo>
                    <a:pt x="108" y="1902"/>
                  </a:lnTo>
                  <a:lnTo>
                    <a:pt x="216" y="2118"/>
                  </a:lnTo>
                  <a:lnTo>
                    <a:pt x="368" y="2291"/>
                  </a:lnTo>
                  <a:lnTo>
                    <a:pt x="541" y="2442"/>
                  </a:lnTo>
                  <a:lnTo>
                    <a:pt x="757" y="2572"/>
                  </a:lnTo>
                  <a:lnTo>
                    <a:pt x="994" y="2637"/>
                  </a:lnTo>
                  <a:lnTo>
                    <a:pt x="1254" y="2658"/>
                  </a:lnTo>
                  <a:lnTo>
                    <a:pt x="8362" y="2658"/>
                  </a:lnTo>
                  <a:lnTo>
                    <a:pt x="8362" y="2658"/>
                  </a:lnTo>
                  <a:lnTo>
                    <a:pt x="8622" y="2637"/>
                  </a:lnTo>
                  <a:lnTo>
                    <a:pt x="8838" y="2572"/>
                  </a:lnTo>
                  <a:lnTo>
                    <a:pt x="9054" y="2442"/>
                  </a:lnTo>
                  <a:lnTo>
                    <a:pt x="9248" y="2291"/>
                  </a:lnTo>
                  <a:lnTo>
                    <a:pt x="9400" y="2118"/>
                  </a:lnTo>
                  <a:lnTo>
                    <a:pt x="9508" y="1902"/>
                  </a:lnTo>
                  <a:lnTo>
                    <a:pt x="9572" y="1665"/>
                  </a:lnTo>
                  <a:lnTo>
                    <a:pt x="9616" y="1427"/>
                  </a:lnTo>
                  <a:lnTo>
                    <a:pt x="9616" y="1232"/>
                  </a:lnTo>
                  <a:lnTo>
                    <a:pt x="9616" y="1232"/>
                  </a:lnTo>
                  <a:lnTo>
                    <a:pt x="9572" y="995"/>
                  </a:lnTo>
                  <a:lnTo>
                    <a:pt x="9508" y="757"/>
                  </a:lnTo>
                  <a:lnTo>
                    <a:pt x="9400" y="541"/>
                  </a:lnTo>
                  <a:lnTo>
                    <a:pt x="9248" y="368"/>
                  </a:lnTo>
                  <a:lnTo>
                    <a:pt x="9054" y="217"/>
                  </a:lnTo>
                  <a:lnTo>
                    <a:pt x="8838" y="87"/>
                  </a:lnTo>
                  <a:lnTo>
                    <a:pt x="8622" y="22"/>
                  </a:lnTo>
                  <a:lnTo>
                    <a:pt x="83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35">
              <a:extLst>
                <a:ext uri="{FF2B5EF4-FFF2-40B4-BE49-F238E27FC236}">
                  <a16:creationId xmlns:a16="http://schemas.microsoft.com/office/drawing/2014/main" id="{275FCDA7-A70B-0105-E43F-33299BC97334}"/>
                </a:ext>
              </a:extLst>
            </p:cNvPr>
            <p:cNvSpPr/>
            <p:nvPr/>
          </p:nvSpPr>
          <p:spPr>
            <a:xfrm>
              <a:off x="13488650" y="3127225"/>
              <a:ext cx="129675" cy="129675"/>
            </a:xfrm>
            <a:custGeom>
              <a:avLst/>
              <a:gdLst/>
              <a:ahLst/>
              <a:cxnLst/>
              <a:rect l="l" t="t" r="r" b="b"/>
              <a:pathLst>
                <a:path w="5187" h="5187" extrusionOk="0">
                  <a:moveTo>
                    <a:pt x="2313" y="0"/>
                  </a:moveTo>
                  <a:lnTo>
                    <a:pt x="2053" y="43"/>
                  </a:lnTo>
                  <a:lnTo>
                    <a:pt x="1816" y="108"/>
                  </a:lnTo>
                  <a:lnTo>
                    <a:pt x="1578" y="195"/>
                  </a:lnTo>
                  <a:lnTo>
                    <a:pt x="1340" y="303"/>
                  </a:lnTo>
                  <a:lnTo>
                    <a:pt x="1146" y="432"/>
                  </a:lnTo>
                  <a:lnTo>
                    <a:pt x="930" y="584"/>
                  </a:lnTo>
                  <a:lnTo>
                    <a:pt x="757" y="756"/>
                  </a:lnTo>
                  <a:lnTo>
                    <a:pt x="584" y="929"/>
                  </a:lnTo>
                  <a:lnTo>
                    <a:pt x="433" y="1145"/>
                  </a:lnTo>
                  <a:lnTo>
                    <a:pt x="303" y="1361"/>
                  </a:lnTo>
                  <a:lnTo>
                    <a:pt x="195" y="1578"/>
                  </a:lnTo>
                  <a:lnTo>
                    <a:pt x="109" y="1815"/>
                  </a:lnTo>
                  <a:lnTo>
                    <a:pt x="44" y="2075"/>
                  </a:lnTo>
                  <a:lnTo>
                    <a:pt x="1" y="2334"/>
                  </a:lnTo>
                  <a:lnTo>
                    <a:pt x="1" y="2593"/>
                  </a:lnTo>
                  <a:lnTo>
                    <a:pt x="1" y="2852"/>
                  </a:lnTo>
                  <a:lnTo>
                    <a:pt x="44" y="3112"/>
                  </a:lnTo>
                  <a:lnTo>
                    <a:pt x="109" y="3371"/>
                  </a:lnTo>
                  <a:lnTo>
                    <a:pt x="195" y="3609"/>
                  </a:lnTo>
                  <a:lnTo>
                    <a:pt x="303" y="3825"/>
                  </a:lnTo>
                  <a:lnTo>
                    <a:pt x="433" y="4041"/>
                  </a:lnTo>
                  <a:lnTo>
                    <a:pt x="584" y="4235"/>
                  </a:lnTo>
                  <a:lnTo>
                    <a:pt x="757" y="4430"/>
                  </a:lnTo>
                  <a:lnTo>
                    <a:pt x="930" y="4581"/>
                  </a:lnTo>
                  <a:lnTo>
                    <a:pt x="1146" y="4732"/>
                  </a:lnTo>
                  <a:lnTo>
                    <a:pt x="1340" y="4862"/>
                  </a:lnTo>
                  <a:lnTo>
                    <a:pt x="1578" y="4970"/>
                  </a:lnTo>
                  <a:lnTo>
                    <a:pt x="1816" y="5056"/>
                  </a:lnTo>
                  <a:lnTo>
                    <a:pt x="2053" y="5121"/>
                  </a:lnTo>
                  <a:lnTo>
                    <a:pt x="2313" y="5164"/>
                  </a:lnTo>
                  <a:lnTo>
                    <a:pt x="2594" y="5186"/>
                  </a:lnTo>
                  <a:lnTo>
                    <a:pt x="2853" y="5164"/>
                  </a:lnTo>
                  <a:lnTo>
                    <a:pt x="3112" y="5121"/>
                  </a:lnTo>
                  <a:lnTo>
                    <a:pt x="3350" y="5056"/>
                  </a:lnTo>
                  <a:lnTo>
                    <a:pt x="3587" y="4970"/>
                  </a:lnTo>
                  <a:lnTo>
                    <a:pt x="3825" y="4862"/>
                  </a:lnTo>
                  <a:lnTo>
                    <a:pt x="4041" y="4732"/>
                  </a:lnTo>
                  <a:lnTo>
                    <a:pt x="4236" y="4581"/>
                  </a:lnTo>
                  <a:lnTo>
                    <a:pt x="4430" y="4430"/>
                  </a:lnTo>
                  <a:lnTo>
                    <a:pt x="4581" y="4235"/>
                  </a:lnTo>
                  <a:lnTo>
                    <a:pt x="4733" y="4041"/>
                  </a:lnTo>
                  <a:lnTo>
                    <a:pt x="4862" y="3825"/>
                  </a:lnTo>
                  <a:lnTo>
                    <a:pt x="4970" y="3609"/>
                  </a:lnTo>
                  <a:lnTo>
                    <a:pt x="5057" y="3371"/>
                  </a:lnTo>
                  <a:lnTo>
                    <a:pt x="5122" y="3112"/>
                  </a:lnTo>
                  <a:lnTo>
                    <a:pt x="5165" y="2852"/>
                  </a:lnTo>
                  <a:lnTo>
                    <a:pt x="5186" y="2593"/>
                  </a:lnTo>
                  <a:lnTo>
                    <a:pt x="5165" y="2334"/>
                  </a:lnTo>
                  <a:lnTo>
                    <a:pt x="5122" y="2075"/>
                  </a:lnTo>
                  <a:lnTo>
                    <a:pt x="5057" y="1815"/>
                  </a:lnTo>
                  <a:lnTo>
                    <a:pt x="4970" y="1578"/>
                  </a:lnTo>
                  <a:lnTo>
                    <a:pt x="4862" y="1361"/>
                  </a:lnTo>
                  <a:lnTo>
                    <a:pt x="4733" y="1145"/>
                  </a:lnTo>
                  <a:lnTo>
                    <a:pt x="4581" y="929"/>
                  </a:lnTo>
                  <a:lnTo>
                    <a:pt x="4430" y="756"/>
                  </a:lnTo>
                  <a:lnTo>
                    <a:pt x="4236" y="584"/>
                  </a:lnTo>
                  <a:lnTo>
                    <a:pt x="4041" y="432"/>
                  </a:lnTo>
                  <a:lnTo>
                    <a:pt x="3825" y="303"/>
                  </a:lnTo>
                  <a:lnTo>
                    <a:pt x="3587" y="195"/>
                  </a:lnTo>
                  <a:lnTo>
                    <a:pt x="3350" y="108"/>
                  </a:lnTo>
                  <a:lnTo>
                    <a:pt x="3112" y="43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35">
              <a:extLst>
                <a:ext uri="{FF2B5EF4-FFF2-40B4-BE49-F238E27FC236}">
                  <a16:creationId xmlns:a16="http://schemas.microsoft.com/office/drawing/2014/main" id="{9238F5ED-3CAB-056B-1738-F8ED5B08C435}"/>
                </a:ext>
              </a:extLst>
            </p:cNvPr>
            <p:cNvSpPr/>
            <p:nvPr/>
          </p:nvSpPr>
          <p:spPr>
            <a:xfrm>
              <a:off x="15015225" y="4337250"/>
              <a:ext cx="177750" cy="240400"/>
            </a:xfrm>
            <a:custGeom>
              <a:avLst/>
              <a:gdLst/>
              <a:ahLst/>
              <a:cxnLst/>
              <a:rect l="l" t="t" r="r" b="b"/>
              <a:pathLst>
                <a:path w="7110" h="9616" extrusionOk="0">
                  <a:moveTo>
                    <a:pt x="2356" y="0"/>
                  </a:moveTo>
                  <a:lnTo>
                    <a:pt x="0" y="9615"/>
                  </a:lnTo>
                  <a:lnTo>
                    <a:pt x="7109" y="9615"/>
                  </a:lnTo>
                  <a:lnTo>
                    <a:pt x="7109" y="9356"/>
                  </a:lnTo>
                  <a:lnTo>
                    <a:pt x="7088" y="9032"/>
                  </a:lnTo>
                  <a:lnTo>
                    <a:pt x="7044" y="8600"/>
                  </a:lnTo>
                  <a:lnTo>
                    <a:pt x="6980" y="8081"/>
                  </a:lnTo>
                  <a:lnTo>
                    <a:pt x="6893" y="7476"/>
                  </a:lnTo>
                  <a:lnTo>
                    <a:pt x="6742" y="6806"/>
                  </a:lnTo>
                  <a:lnTo>
                    <a:pt x="6547" y="6072"/>
                  </a:lnTo>
                  <a:lnTo>
                    <a:pt x="6310" y="5316"/>
                  </a:lnTo>
                  <a:lnTo>
                    <a:pt x="6159" y="4927"/>
                  </a:lnTo>
                  <a:lnTo>
                    <a:pt x="5986" y="4516"/>
                  </a:lnTo>
                  <a:lnTo>
                    <a:pt x="5813" y="4127"/>
                  </a:lnTo>
                  <a:lnTo>
                    <a:pt x="5618" y="3717"/>
                  </a:lnTo>
                  <a:lnTo>
                    <a:pt x="5381" y="3328"/>
                  </a:lnTo>
                  <a:lnTo>
                    <a:pt x="5143" y="2917"/>
                  </a:lnTo>
                  <a:lnTo>
                    <a:pt x="4884" y="2528"/>
                  </a:lnTo>
                  <a:lnTo>
                    <a:pt x="4603" y="2139"/>
                  </a:lnTo>
                  <a:lnTo>
                    <a:pt x="4279" y="1750"/>
                  </a:lnTo>
                  <a:lnTo>
                    <a:pt x="3955" y="1383"/>
                  </a:lnTo>
                  <a:lnTo>
                    <a:pt x="3587" y="1016"/>
                  </a:lnTo>
                  <a:lnTo>
                    <a:pt x="3198" y="670"/>
                  </a:lnTo>
                  <a:lnTo>
                    <a:pt x="2788" y="324"/>
                  </a:lnTo>
                  <a:lnTo>
                    <a:pt x="23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35">
              <a:extLst>
                <a:ext uri="{FF2B5EF4-FFF2-40B4-BE49-F238E27FC236}">
                  <a16:creationId xmlns:a16="http://schemas.microsoft.com/office/drawing/2014/main" id="{0EE07D2B-670C-E904-188E-A3A0A27EDBB4}"/>
                </a:ext>
              </a:extLst>
            </p:cNvPr>
            <p:cNvSpPr/>
            <p:nvPr/>
          </p:nvSpPr>
          <p:spPr>
            <a:xfrm>
              <a:off x="15015225" y="4337250"/>
              <a:ext cx="177750" cy="240400"/>
            </a:xfrm>
            <a:custGeom>
              <a:avLst/>
              <a:gdLst/>
              <a:ahLst/>
              <a:cxnLst/>
              <a:rect l="l" t="t" r="r" b="b"/>
              <a:pathLst>
                <a:path w="7110" h="9616" extrusionOk="0">
                  <a:moveTo>
                    <a:pt x="2356" y="0"/>
                  </a:moveTo>
                  <a:lnTo>
                    <a:pt x="0" y="9615"/>
                  </a:lnTo>
                  <a:lnTo>
                    <a:pt x="7109" y="9615"/>
                  </a:lnTo>
                  <a:lnTo>
                    <a:pt x="7109" y="9572"/>
                  </a:lnTo>
                  <a:lnTo>
                    <a:pt x="6677" y="9529"/>
                  </a:lnTo>
                  <a:lnTo>
                    <a:pt x="6288" y="9464"/>
                  </a:lnTo>
                  <a:lnTo>
                    <a:pt x="5899" y="9378"/>
                  </a:lnTo>
                  <a:lnTo>
                    <a:pt x="5554" y="9248"/>
                  </a:lnTo>
                  <a:lnTo>
                    <a:pt x="5208" y="9097"/>
                  </a:lnTo>
                  <a:lnTo>
                    <a:pt x="4884" y="8924"/>
                  </a:lnTo>
                  <a:lnTo>
                    <a:pt x="4581" y="8751"/>
                  </a:lnTo>
                  <a:lnTo>
                    <a:pt x="4300" y="8535"/>
                  </a:lnTo>
                  <a:lnTo>
                    <a:pt x="4041" y="8297"/>
                  </a:lnTo>
                  <a:lnTo>
                    <a:pt x="3803" y="8060"/>
                  </a:lnTo>
                  <a:lnTo>
                    <a:pt x="3587" y="7800"/>
                  </a:lnTo>
                  <a:lnTo>
                    <a:pt x="3393" y="7520"/>
                  </a:lnTo>
                  <a:lnTo>
                    <a:pt x="3220" y="7217"/>
                  </a:lnTo>
                  <a:lnTo>
                    <a:pt x="3047" y="6915"/>
                  </a:lnTo>
                  <a:lnTo>
                    <a:pt x="2917" y="6612"/>
                  </a:lnTo>
                  <a:lnTo>
                    <a:pt x="2809" y="6288"/>
                  </a:lnTo>
                  <a:lnTo>
                    <a:pt x="2701" y="5964"/>
                  </a:lnTo>
                  <a:lnTo>
                    <a:pt x="2615" y="5618"/>
                  </a:lnTo>
                  <a:lnTo>
                    <a:pt x="2572" y="5294"/>
                  </a:lnTo>
                  <a:lnTo>
                    <a:pt x="2528" y="4948"/>
                  </a:lnTo>
                  <a:lnTo>
                    <a:pt x="2507" y="4603"/>
                  </a:lnTo>
                  <a:lnTo>
                    <a:pt x="2507" y="4257"/>
                  </a:lnTo>
                  <a:lnTo>
                    <a:pt x="2528" y="3911"/>
                  </a:lnTo>
                  <a:lnTo>
                    <a:pt x="2572" y="3565"/>
                  </a:lnTo>
                  <a:lnTo>
                    <a:pt x="2637" y="3220"/>
                  </a:lnTo>
                  <a:lnTo>
                    <a:pt x="2723" y="2896"/>
                  </a:lnTo>
                  <a:lnTo>
                    <a:pt x="2831" y="2571"/>
                  </a:lnTo>
                  <a:lnTo>
                    <a:pt x="2961" y="2247"/>
                  </a:lnTo>
                  <a:lnTo>
                    <a:pt x="3090" y="1923"/>
                  </a:lnTo>
                  <a:lnTo>
                    <a:pt x="3263" y="1621"/>
                  </a:lnTo>
                  <a:lnTo>
                    <a:pt x="3436" y="1340"/>
                  </a:lnTo>
                  <a:lnTo>
                    <a:pt x="3652" y="1059"/>
                  </a:lnTo>
                  <a:lnTo>
                    <a:pt x="3350" y="800"/>
                  </a:lnTo>
                  <a:lnTo>
                    <a:pt x="3025" y="519"/>
                  </a:lnTo>
                  <a:lnTo>
                    <a:pt x="2701" y="259"/>
                  </a:lnTo>
                  <a:lnTo>
                    <a:pt x="23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35">
              <a:extLst>
                <a:ext uri="{FF2B5EF4-FFF2-40B4-BE49-F238E27FC236}">
                  <a16:creationId xmlns:a16="http://schemas.microsoft.com/office/drawing/2014/main" id="{55EB5188-8456-7CF7-3CC0-1EB9C0AA3BBB}"/>
                </a:ext>
              </a:extLst>
            </p:cNvPr>
            <p:cNvSpPr/>
            <p:nvPr/>
          </p:nvSpPr>
          <p:spPr>
            <a:xfrm>
              <a:off x="15015225" y="4337250"/>
              <a:ext cx="177750" cy="240400"/>
            </a:xfrm>
            <a:custGeom>
              <a:avLst/>
              <a:gdLst/>
              <a:ahLst/>
              <a:cxnLst/>
              <a:rect l="l" t="t" r="r" b="b"/>
              <a:pathLst>
                <a:path w="7110" h="9616" fill="none" extrusionOk="0">
                  <a:moveTo>
                    <a:pt x="2356" y="0"/>
                  </a:moveTo>
                  <a:lnTo>
                    <a:pt x="0" y="9615"/>
                  </a:lnTo>
                  <a:lnTo>
                    <a:pt x="7109" y="9615"/>
                  </a:lnTo>
                  <a:lnTo>
                    <a:pt x="7109" y="9615"/>
                  </a:lnTo>
                  <a:lnTo>
                    <a:pt x="7109" y="9615"/>
                  </a:lnTo>
                  <a:lnTo>
                    <a:pt x="7109" y="9615"/>
                  </a:lnTo>
                  <a:lnTo>
                    <a:pt x="7109" y="9572"/>
                  </a:lnTo>
                  <a:lnTo>
                    <a:pt x="7109" y="9572"/>
                  </a:lnTo>
                  <a:lnTo>
                    <a:pt x="6677" y="9529"/>
                  </a:lnTo>
                  <a:lnTo>
                    <a:pt x="6288" y="9464"/>
                  </a:lnTo>
                  <a:lnTo>
                    <a:pt x="5899" y="9378"/>
                  </a:lnTo>
                  <a:lnTo>
                    <a:pt x="5554" y="9248"/>
                  </a:lnTo>
                  <a:lnTo>
                    <a:pt x="5208" y="9097"/>
                  </a:lnTo>
                  <a:lnTo>
                    <a:pt x="4884" y="8924"/>
                  </a:lnTo>
                  <a:lnTo>
                    <a:pt x="4581" y="8751"/>
                  </a:lnTo>
                  <a:lnTo>
                    <a:pt x="4300" y="8535"/>
                  </a:lnTo>
                  <a:lnTo>
                    <a:pt x="4041" y="8297"/>
                  </a:lnTo>
                  <a:lnTo>
                    <a:pt x="3803" y="8060"/>
                  </a:lnTo>
                  <a:lnTo>
                    <a:pt x="3587" y="7800"/>
                  </a:lnTo>
                  <a:lnTo>
                    <a:pt x="3393" y="7520"/>
                  </a:lnTo>
                  <a:lnTo>
                    <a:pt x="3220" y="7217"/>
                  </a:lnTo>
                  <a:lnTo>
                    <a:pt x="3047" y="6915"/>
                  </a:lnTo>
                  <a:lnTo>
                    <a:pt x="2917" y="6612"/>
                  </a:lnTo>
                  <a:lnTo>
                    <a:pt x="2809" y="6288"/>
                  </a:lnTo>
                  <a:lnTo>
                    <a:pt x="2701" y="5964"/>
                  </a:lnTo>
                  <a:lnTo>
                    <a:pt x="2615" y="5618"/>
                  </a:lnTo>
                  <a:lnTo>
                    <a:pt x="2572" y="5294"/>
                  </a:lnTo>
                  <a:lnTo>
                    <a:pt x="2528" y="4948"/>
                  </a:lnTo>
                  <a:lnTo>
                    <a:pt x="2507" y="4603"/>
                  </a:lnTo>
                  <a:lnTo>
                    <a:pt x="2507" y="4257"/>
                  </a:lnTo>
                  <a:lnTo>
                    <a:pt x="2528" y="3911"/>
                  </a:lnTo>
                  <a:lnTo>
                    <a:pt x="2572" y="3565"/>
                  </a:lnTo>
                  <a:lnTo>
                    <a:pt x="2637" y="3220"/>
                  </a:lnTo>
                  <a:lnTo>
                    <a:pt x="2723" y="2896"/>
                  </a:lnTo>
                  <a:lnTo>
                    <a:pt x="2831" y="2571"/>
                  </a:lnTo>
                  <a:lnTo>
                    <a:pt x="2961" y="2247"/>
                  </a:lnTo>
                  <a:lnTo>
                    <a:pt x="3090" y="1923"/>
                  </a:lnTo>
                  <a:lnTo>
                    <a:pt x="3263" y="1621"/>
                  </a:lnTo>
                  <a:lnTo>
                    <a:pt x="3436" y="1340"/>
                  </a:lnTo>
                  <a:lnTo>
                    <a:pt x="3652" y="1059"/>
                  </a:lnTo>
                  <a:lnTo>
                    <a:pt x="3652" y="1059"/>
                  </a:lnTo>
                  <a:lnTo>
                    <a:pt x="3350" y="800"/>
                  </a:lnTo>
                  <a:lnTo>
                    <a:pt x="3025" y="519"/>
                  </a:lnTo>
                  <a:lnTo>
                    <a:pt x="2701" y="259"/>
                  </a:lnTo>
                  <a:lnTo>
                    <a:pt x="2356" y="0"/>
                  </a:lnTo>
                  <a:lnTo>
                    <a:pt x="235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" name="TekstniOkvir 5">
            <a:extLst>
              <a:ext uri="{FF2B5EF4-FFF2-40B4-BE49-F238E27FC236}">
                <a16:creationId xmlns:a16="http://schemas.microsoft.com/office/drawing/2014/main" id="{FE294FE4-5640-5AA9-4CB9-70EE39BBDAA5}"/>
              </a:ext>
            </a:extLst>
          </p:cNvPr>
          <p:cNvSpPr txBox="1"/>
          <p:nvPr/>
        </p:nvSpPr>
        <p:spPr>
          <a:xfrm>
            <a:off x="373159" y="1387366"/>
            <a:ext cx="4198841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ALATI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0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razvoj</a:t>
            </a:r>
            <a:r>
              <a:rPr lang="en-US" sz="20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: PyCharm, </a:t>
            </a:r>
            <a:r>
              <a:rPr lang="en-US" sz="20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VSC</a:t>
            </a:r>
            <a:r>
              <a:rPr lang="en-US" sz="20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, Git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0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dizajn</a:t>
            </a:r>
            <a:r>
              <a:rPr lang="en-US" sz="20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: Canva, Figma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0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testiranje</a:t>
            </a:r>
            <a:r>
              <a:rPr lang="en-US" sz="20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: Playwright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0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dokumentacija</a:t>
            </a:r>
            <a:r>
              <a:rPr lang="en-US" sz="20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: Astah UML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0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koordinacija</a:t>
            </a:r>
            <a:r>
              <a:rPr lang="en-US" sz="20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: Notion</a:t>
            </a:r>
          </a:p>
        </p:txBody>
      </p:sp>
      <p:sp>
        <p:nvSpPr>
          <p:cNvPr id="7" name="TekstniOkvir 6">
            <a:extLst>
              <a:ext uri="{FF2B5EF4-FFF2-40B4-BE49-F238E27FC236}">
                <a16:creationId xmlns:a16="http://schemas.microsoft.com/office/drawing/2014/main" id="{D4252BE4-4324-AB2B-1292-B066002CB6E1}"/>
              </a:ext>
            </a:extLst>
          </p:cNvPr>
          <p:cNvSpPr txBox="1"/>
          <p:nvPr/>
        </p:nvSpPr>
        <p:spPr>
          <a:xfrm>
            <a:off x="4004400" y="2572675"/>
            <a:ext cx="4419600" cy="20313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TEHNOLOGIJE</a:t>
            </a:r>
            <a:endParaRPr lang="en-US" sz="1800" dirty="0">
              <a:latin typeface="Alef" panose="00000500000000000000" pitchFamily="2" charset="-79"/>
              <a:ea typeface="BioRhyme" panose="020B0604020202020204" charset="-18"/>
              <a:cs typeface="Alef" panose="00000500000000000000" pitchFamily="2" charset="-79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razvoj</a:t>
            </a:r>
            <a:r>
              <a:rPr lang="en-US" sz="1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: </a:t>
            </a: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Nuxt</a:t>
            </a:r>
            <a:r>
              <a:rPr lang="en-US" sz="1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 UI, Tailwind CSS, Django REST Framework, </a:t>
            </a: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Vue.js</a:t>
            </a:r>
            <a:r>
              <a:rPr lang="en-US" sz="1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 SQLite + </a:t>
            </a: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HTML5</a:t>
            </a:r>
            <a:r>
              <a:rPr lang="en-US" sz="1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/</a:t>
            </a: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CSS3</a:t>
            </a:r>
            <a:r>
              <a:rPr lang="en-US" sz="1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/JS ES 2025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baza</a:t>
            </a:r>
            <a:r>
              <a:rPr lang="en-US" sz="1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 </a:t>
            </a: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podataka</a:t>
            </a:r>
            <a:r>
              <a:rPr lang="en-US" sz="1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: </a:t>
            </a: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PostegreSQL</a:t>
            </a:r>
            <a:endParaRPr lang="en-US" sz="1800" dirty="0">
              <a:latin typeface="Alef" panose="00000500000000000000" pitchFamily="2" charset="-79"/>
              <a:ea typeface="BioRhyme" panose="020B0604020202020204" charset="-18"/>
              <a:cs typeface="Alef" panose="00000500000000000000" pitchFamily="2" charset="-79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cloud: </a:t>
            </a: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DigitalOcean</a:t>
            </a:r>
            <a:endParaRPr lang="en-US" sz="1800" dirty="0">
              <a:latin typeface="Alef" panose="00000500000000000000" pitchFamily="2" charset="-79"/>
              <a:ea typeface="BioRhyme" panose="020B0604020202020204" charset="-18"/>
              <a:cs typeface="Alef" panose="00000500000000000000" pitchFamily="2" charset="-79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800" dirty="0">
              <a:latin typeface="Alef" panose="00000500000000000000" pitchFamily="2" charset="-79"/>
              <a:ea typeface="BioRhyme" panose="020B0604020202020204" charset="-18"/>
              <a:cs typeface="Alef" panose="00000500000000000000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89200261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06">
          <a:extLst>
            <a:ext uri="{FF2B5EF4-FFF2-40B4-BE49-F238E27FC236}">
              <a16:creationId xmlns:a16="http://schemas.microsoft.com/office/drawing/2014/main" id="{C48F19BC-6F55-E6C4-6081-B39E4CD3C9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09" name="Google Shape;8409;p42">
            <a:extLst>
              <a:ext uri="{FF2B5EF4-FFF2-40B4-BE49-F238E27FC236}">
                <a16:creationId xmlns:a16="http://schemas.microsoft.com/office/drawing/2014/main" id="{96E1C23C-66B4-0814-F6AE-8FCB3E45F10B}"/>
              </a:ext>
            </a:extLst>
          </p:cNvPr>
          <p:cNvGrpSpPr/>
          <p:nvPr/>
        </p:nvGrpSpPr>
        <p:grpSpPr>
          <a:xfrm>
            <a:off x="7221950" y="3079325"/>
            <a:ext cx="1765300" cy="1903938"/>
            <a:chOff x="9755600" y="2300713"/>
            <a:chExt cx="1765300" cy="1903938"/>
          </a:xfrm>
        </p:grpSpPr>
        <p:sp>
          <p:nvSpPr>
            <p:cNvPr id="8410" name="Google Shape;8410;p42">
              <a:extLst>
                <a:ext uri="{FF2B5EF4-FFF2-40B4-BE49-F238E27FC236}">
                  <a16:creationId xmlns:a16="http://schemas.microsoft.com/office/drawing/2014/main" id="{400E1F35-A313-325C-4F97-3182815D6591}"/>
                </a:ext>
              </a:extLst>
            </p:cNvPr>
            <p:cNvSpPr/>
            <p:nvPr/>
          </p:nvSpPr>
          <p:spPr>
            <a:xfrm>
              <a:off x="10095063" y="4128450"/>
              <a:ext cx="1092900" cy="762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42">
              <a:extLst>
                <a:ext uri="{FF2B5EF4-FFF2-40B4-BE49-F238E27FC236}">
                  <a16:creationId xmlns:a16="http://schemas.microsoft.com/office/drawing/2014/main" id="{615980AB-260C-713F-06BE-6159F5E89FBC}"/>
                </a:ext>
              </a:extLst>
            </p:cNvPr>
            <p:cNvSpPr/>
            <p:nvPr/>
          </p:nvSpPr>
          <p:spPr>
            <a:xfrm>
              <a:off x="10628450" y="2356363"/>
              <a:ext cx="26600" cy="257225"/>
            </a:xfrm>
            <a:custGeom>
              <a:avLst/>
              <a:gdLst/>
              <a:ahLst/>
              <a:cxnLst/>
              <a:rect l="l" t="t" r="r" b="b"/>
              <a:pathLst>
                <a:path w="1064" h="10289" extrusionOk="0">
                  <a:moveTo>
                    <a:pt x="322" y="0"/>
                  </a:moveTo>
                  <a:lnTo>
                    <a:pt x="1" y="10288"/>
                  </a:lnTo>
                  <a:lnTo>
                    <a:pt x="1064" y="10288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42">
              <a:extLst>
                <a:ext uri="{FF2B5EF4-FFF2-40B4-BE49-F238E27FC236}">
                  <a16:creationId xmlns:a16="http://schemas.microsoft.com/office/drawing/2014/main" id="{B43CD81C-FCD1-2FAD-5BC3-D91F799C8F4F}"/>
                </a:ext>
              </a:extLst>
            </p:cNvPr>
            <p:cNvSpPr/>
            <p:nvPr/>
          </p:nvSpPr>
          <p:spPr>
            <a:xfrm>
              <a:off x="9851350" y="3122938"/>
              <a:ext cx="299325" cy="309375"/>
            </a:xfrm>
            <a:custGeom>
              <a:avLst/>
              <a:gdLst/>
              <a:ahLst/>
              <a:cxnLst/>
              <a:rect l="l" t="t" r="r" b="b"/>
              <a:pathLst>
                <a:path w="11973" h="12375" extrusionOk="0">
                  <a:moveTo>
                    <a:pt x="1144" y="0"/>
                  </a:moveTo>
                  <a:lnTo>
                    <a:pt x="923" y="21"/>
                  </a:lnTo>
                  <a:lnTo>
                    <a:pt x="722" y="81"/>
                  </a:lnTo>
                  <a:lnTo>
                    <a:pt x="522" y="161"/>
                  </a:lnTo>
                  <a:lnTo>
                    <a:pt x="422" y="221"/>
                  </a:lnTo>
                  <a:lnTo>
                    <a:pt x="341" y="301"/>
                  </a:lnTo>
                  <a:lnTo>
                    <a:pt x="261" y="382"/>
                  </a:lnTo>
                  <a:lnTo>
                    <a:pt x="201" y="482"/>
                  </a:lnTo>
                  <a:lnTo>
                    <a:pt x="141" y="582"/>
                  </a:lnTo>
                  <a:lnTo>
                    <a:pt x="101" y="702"/>
                  </a:lnTo>
                  <a:lnTo>
                    <a:pt x="81" y="823"/>
                  </a:lnTo>
                  <a:lnTo>
                    <a:pt x="61" y="963"/>
                  </a:lnTo>
                  <a:lnTo>
                    <a:pt x="21" y="2086"/>
                  </a:lnTo>
                  <a:lnTo>
                    <a:pt x="0" y="3309"/>
                  </a:lnTo>
                  <a:lnTo>
                    <a:pt x="0" y="3951"/>
                  </a:lnTo>
                  <a:lnTo>
                    <a:pt x="21" y="4613"/>
                  </a:lnTo>
                  <a:lnTo>
                    <a:pt x="61" y="5255"/>
                  </a:lnTo>
                  <a:lnTo>
                    <a:pt x="121" y="5917"/>
                  </a:lnTo>
                  <a:lnTo>
                    <a:pt x="201" y="6558"/>
                  </a:lnTo>
                  <a:lnTo>
                    <a:pt x="301" y="7200"/>
                  </a:lnTo>
                  <a:lnTo>
                    <a:pt x="462" y="7822"/>
                  </a:lnTo>
                  <a:lnTo>
                    <a:pt x="642" y="8403"/>
                  </a:lnTo>
                  <a:lnTo>
                    <a:pt x="742" y="8704"/>
                  </a:lnTo>
                  <a:lnTo>
                    <a:pt x="843" y="8965"/>
                  </a:lnTo>
                  <a:lnTo>
                    <a:pt x="983" y="9246"/>
                  </a:lnTo>
                  <a:lnTo>
                    <a:pt x="1103" y="9506"/>
                  </a:lnTo>
                  <a:lnTo>
                    <a:pt x="1264" y="9747"/>
                  </a:lnTo>
                  <a:lnTo>
                    <a:pt x="1424" y="9988"/>
                  </a:lnTo>
                  <a:lnTo>
                    <a:pt x="1585" y="10228"/>
                  </a:lnTo>
                  <a:lnTo>
                    <a:pt x="1765" y="10449"/>
                  </a:lnTo>
                  <a:lnTo>
                    <a:pt x="1966" y="10649"/>
                  </a:lnTo>
                  <a:lnTo>
                    <a:pt x="2166" y="10850"/>
                  </a:lnTo>
                  <a:lnTo>
                    <a:pt x="2407" y="11010"/>
                  </a:lnTo>
                  <a:lnTo>
                    <a:pt x="2628" y="11191"/>
                  </a:lnTo>
                  <a:lnTo>
                    <a:pt x="2888" y="11331"/>
                  </a:lnTo>
                  <a:lnTo>
                    <a:pt x="3129" y="11472"/>
                  </a:lnTo>
                  <a:lnTo>
                    <a:pt x="3410" y="11592"/>
                  </a:lnTo>
                  <a:lnTo>
                    <a:pt x="3690" y="11712"/>
                  </a:lnTo>
                  <a:lnTo>
                    <a:pt x="3971" y="11813"/>
                  </a:lnTo>
                  <a:lnTo>
                    <a:pt x="4252" y="11913"/>
                  </a:lnTo>
                  <a:lnTo>
                    <a:pt x="4854" y="12073"/>
                  </a:lnTo>
                  <a:lnTo>
                    <a:pt x="5475" y="12194"/>
                  </a:lnTo>
                  <a:lnTo>
                    <a:pt x="6117" y="12274"/>
                  </a:lnTo>
                  <a:lnTo>
                    <a:pt x="6779" y="12334"/>
                  </a:lnTo>
                  <a:lnTo>
                    <a:pt x="7421" y="12374"/>
                  </a:lnTo>
                  <a:lnTo>
                    <a:pt x="8704" y="12374"/>
                  </a:lnTo>
                  <a:lnTo>
                    <a:pt x="9326" y="12354"/>
                  </a:lnTo>
                  <a:lnTo>
                    <a:pt x="9927" y="12314"/>
                  </a:lnTo>
                  <a:lnTo>
                    <a:pt x="11030" y="12234"/>
                  </a:lnTo>
                  <a:lnTo>
                    <a:pt x="11211" y="12194"/>
                  </a:lnTo>
                  <a:lnTo>
                    <a:pt x="11351" y="12154"/>
                  </a:lnTo>
                  <a:lnTo>
                    <a:pt x="11512" y="12053"/>
                  </a:lnTo>
                  <a:lnTo>
                    <a:pt x="11652" y="11953"/>
                  </a:lnTo>
                  <a:lnTo>
                    <a:pt x="11752" y="11813"/>
                  </a:lnTo>
                  <a:lnTo>
                    <a:pt x="11853" y="11672"/>
                  </a:lnTo>
                  <a:lnTo>
                    <a:pt x="11913" y="11512"/>
                  </a:lnTo>
                  <a:lnTo>
                    <a:pt x="11953" y="11351"/>
                  </a:lnTo>
                  <a:lnTo>
                    <a:pt x="11973" y="11191"/>
                  </a:lnTo>
                  <a:lnTo>
                    <a:pt x="11953" y="11030"/>
                  </a:lnTo>
                  <a:lnTo>
                    <a:pt x="11913" y="10870"/>
                  </a:lnTo>
                  <a:lnTo>
                    <a:pt x="11873" y="10710"/>
                  </a:lnTo>
                  <a:lnTo>
                    <a:pt x="11792" y="10589"/>
                  </a:lnTo>
                  <a:lnTo>
                    <a:pt x="11672" y="10469"/>
                  </a:lnTo>
                  <a:lnTo>
                    <a:pt x="11552" y="10369"/>
                  </a:lnTo>
                  <a:lnTo>
                    <a:pt x="11391" y="10309"/>
                  </a:lnTo>
                  <a:lnTo>
                    <a:pt x="11231" y="10268"/>
                  </a:lnTo>
                  <a:lnTo>
                    <a:pt x="11030" y="10268"/>
                  </a:lnTo>
                  <a:lnTo>
                    <a:pt x="10128" y="10349"/>
                  </a:lnTo>
                  <a:lnTo>
                    <a:pt x="9085" y="10409"/>
                  </a:lnTo>
                  <a:lnTo>
                    <a:pt x="8544" y="10429"/>
                  </a:lnTo>
                  <a:lnTo>
                    <a:pt x="7982" y="10449"/>
                  </a:lnTo>
                  <a:lnTo>
                    <a:pt x="7421" y="10429"/>
                  </a:lnTo>
                  <a:lnTo>
                    <a:pt x="6839" y="10409"/>
                  </a:lnTo>
                  <a:lnTo>
                    <a:pt x="6278" y="10349"/>
                  </a:lnTo>
                  <a:lnTo>
                    <a:pt x="5736" y="10288"/>
                  </a:lnTo>
                  <a:lnTo>
                    <a:pt x="5215" y="10168"/>
                  </a:lnTo>
                  <a:lnTo>
                    <a:pt x="4713" y="10028"/>
                  </a:lnTo>
                  <a:lnTo>
                    <a:pt x="4473" y="9948"/>
                  </a:lnTo>
                  <a:lnTo>
                    <a:pt x="4252" y="9847"/>
                  </a:lnTo>
                  <a:lnTo>
                    <a:pt x="4031" y="9727"/>
                  </a:lnTo>
                  <a:lnTo>
                    <a:pt x="3831" y="9627"/>
                  </a:lnTo>
                  <a:lnTo>
                    <a:pt x="3630" y="9486"/>
                  </a:lnTo>
                  <a:lnTo>
                    <a:pt x="3470" y="9346"/>
                  </a:lnTo>
                  <a:lnTo>
                    <a:pt x="3289" y="9185"/>
                  </a:lnTo>
                  <a:lnTo>
                    <a:pt x="3149" y="9025"/>
                  </a:lnTo>
                  <a:lnTo>
                    <a:pt x="3009" y="8845"/>
                  </a:lnTo>
                  <a:lnTo>
                    <a:pt x="2888" y="8644"/>
                  </a:lnTo>
                  <a:lnTo>
                    <a:pt x="2768" y="8443"/>
                  </a:lnTo>
                  <a:lnTo>
                    <a:pt x="2648" y="8243"/>
                  </a:lnTo>
                  <a:lnTo>
                    <a:pt x="2467" y="7782"/>
                  </a:lnTo>
                  <a:lnTo>
                    <a:pt x="2307" y="7300"/>
                  </a:lnTo>
                  <a:lnTo>
                    <a:pt x="2186" y="6779"/>
                  </a:lnTo>
                  <a:lnTo>
                    <a:pt x="2086" y="6257"/>
                  </a:lnTo>
                  <a:lnTo>
                    <a:pt x="2026" y="5696"/>
                  </a:lnTo>
                  <a:lnTo>
                    <a:pt x="1966" y="5154"/>
                  </a:lnTo>
                  <a:lnTo>
                    <a:pt x="1946" y="4593"/>
                  </a:lnTo>
                  <a:lnTo>
                    <a:pt x="1926" y="4031"/>
                  </a:lnTo>
                  <a:lnTo>
                    <a:pt x="1946" y="2928"/>
                  </a:lnTo>
                  <a:lnTo>
                    <a:pt x="1986" y="1886"/>
                  </a:lnTo>
                  <a:lnTo>
                    <a:pt x="2026" y="963"/>
                  </a:lnTo>
                  <a:lnTo>
                    <a:pt x="2026" y="763"/>
                  </a:lnTo>
                  <a:lnTo>
                    <a:pt x="1986" y="602"/>
                  </a:lnTo>
                  <a:lnTo>
                    <a:pt x="1926" y="462"/>
                  </a:lnTo>
                  <a:lnTo>
                    <a:pt x="1845" y="341"/>
                  </a:lnTo>
                  <a:lnTo>
                    <a:pt x="1745" y="241"/>
                  </a:lnTo>
                  <a:lnTo>
                    <a:pt x="1625" y="141"/>
                  </a:lnTo>
                  <a:lnTo>
                    <a:pt x="1505" y="81"/>
                  </a:lnTo>
                  <a:lnTo>
                    <a:pt x="1364" y="41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42">
              <a:extLst>
                <a:ext uri="{FF2B5EF4-FFF2-40B4-BE49-F238E27FC236}">
                  <a16:creationId xmlns:a16="http://schemas.microsoft.com/office/drawing/2014/main" id="{40E25F26-1EF9-6826-3C08-B974F5ADDB17}"/>
                </a:ext>
              </a:extLst>
            </p:cNvPr>
            <p:cNvSpPr/>
            <p:nvPr/>
          </p:nvSpPr>
          <p:spPr>
            <a:xfrm>
              <a:off x="9851350" y="3122938"/>
              <a:ext cx="299325" cy="309375"/>
            </a:xfrm>
            <a:custGeom>
              <a:avLst/>
              <a:gdLst/>
              <a:ahLst/>
              <a:cxnLst/>
              <a:rect l="l" t="t" r="r" b="b"/>
              <a:pathLst>
                <a:path w="11973" h="12375" fill="none" extrusionOk="0">
                  <a:moveTo>
                    <a:pt x="11351" y="12154"/>
                  </a:moveTo>
                  <a:lnTo>
                    <a:pt x="11351" y="12154"/>
                  </a:lnTo>
                  <a:lnTo>
                    <a:pt x="11211" y="12194"/>
                  </a:lnTo>
                  <a:lnTo>
                    <a:pt x="11030" y="12234"/>
                  </a:lnTo>
                  <a:lnTo>
                    <a:pt x="11030" y="12234"/>
                  </a:lnTo>
                  <a:lnTo>
                    <a:pt x="9927" y="12314"/>
                  </a:lnTo>
                  <a:lnTo>
                    <a:pt x="9326" y="12354"/>
                  </a:lnTo>
                  <a:lnTo>
                    <a:pt x="8704" y="12374"/>
                  </a:lnTo>
                  <a:lnTo>
                    <a:pt x="8062" y="12374"/>
                  </a:lnTo>
                  <a:lnTo>
                    <a:pt x="7421" y="12374"/>
                  </a:lnTo>
                  <a:lnTo>
                    <a:pt x="6779" y="12334"/>
                  </a:lnTo>
                  <a:lnTo>
                    <a:pt x="6117" y="12274"/>
                  </a:lnTo>
                  <a:lnTo>
                    <a:pt x="5475" y="12194"/>
                  </a:lnTo>
                  <a:lnTo>
                    <a:pt x="4854" y="12073"/>
                  </a:lnTo>
                  <a:lnTo>
                    <a:pt x="4252" y="11913"/>
                  </a:lnTo>
                  <a:lnTo>
                    <a:pt x="3971" y="11813"/>
                  </a:lnTo>
                  <a:lnTo>
                    <a:pt x="3690" y="11712"/>
                  </a:lnTo>
                  <a:lnTo>
                    <a:pt x="3410" y="11592"/>
                  </a:lnTo>
                  <a:lnTo>
                    <a:pt x="3129" y="11472"/>
                  </a:lnTo>
                  <a:lnTo>
                    <a:pt x="2888" y="11331"/>
                  </a:lnTo>
                  <a:lnTo>
                    <a:pt x="2628" y="11191"/>
                  </a:lnTo>
                  <a:lnTo>
                    <a:pt x="2407" y="11010"/>
                  </a:lnTo>
                  <a:lnTo>
                    <a:pt x="2166" y="10850"/>
                  </a:lnTo>
                  <a:lnTo>
                    <a:pt x="1966" y="10649"/>
                  </a:lnTo>
                  <a:lnTo>
                    <a:pt x="1765" y="10449"/>
                  </a:lnTo>
                  <a:lnTo>
                    <a:pt x="1765" y="10449"/>
                  </a:lnTo>
                  <a:lnTo>
                    <a:pt x="1585" y="10228"/>
                  </a:lnTo>
                  <a:lnTo>
                    <a:pt x="1424" y="9988"/>
                  </a:lnTo>
                  <a:lnTo>
                    <a:pt x="1264" y="9747"/>
                  </a:lnTo>
                  <a:lnTo>
                    <a:pt x="1103" y="9506"/>
                  </a:lnTo>
                  <a:lnTo>
                    <a:pt x="983" y="9246"/>
                  </a:lnTo>
                  <a:lnTo>
                    <a:pt x="843" y="8965"/>
                  </a:lnTo>
                  <a:lnTo>
                    <a:pt x="742" y="8704"/>
                  </a:lnTo>
                  <a:lnTo>
                    <a:pt x="642" y="8403"/>
                  </a:lnTo>
                  <a:lnTo>
                    <a:pt x="462" y="7822"/>
                  </a:lnTo>
                  <a:lnTo>
                    <a:pt x="301" y="7200"/>
                  </a:lnTo>
                  <a:lnTo>
                    <a:pt x="201" y="6558"/>
                  </a:lnTo>
                  <a:lnTo>
                    <a:pt x="121" y="5917"/>
                  </a:lnTo>
                  <a:lnTo>
                    <a:pt x="61" y="5255"/>
                  </a:lnTo>
                  <a:lnTo>
                    <a:pt x="21" y="4613"/>
                  </a:lnTo>
                  <a:lnTo>
                    <a:pt x="0" y="3951"/>
                  </a:lnTo>
                  <a:lnTo>
                    <a:pt x="0" y="3309"/>
                  </a:lnTo>
                  <a:lnTo>
                    <a:pt x="21" y="2086"/>
                  </a:lnTo>
                  <a:lnTo>
                    <a:pt x="61" y="963"/>
                  </a:lnTo>
                  <a:lnTo>
                    <a:pt x="61" y="963"/>
                  </a:lnTo>
                  <a:lnTo>
                    <a:pt x="81" y="823"/>
                  </a:lnTo>
                  <a:lnTo>
                    <a:pt x="101" y="702"/>
                  </a:lnTo>
                  <a:lnTo>
                    <a:pt x="141" y="582"/>
                  </a:lnTo>
                  <a:lnTo>
                    <a:pt x="201" y="482"/>
                  </a:lnTo>
                  <a:lnTo>
                    <a:pt x="261" y="382"/>
                  </a:lnTo>
                  <a:lnTo>
                    <a:pt x="341" y="301"/>
                  </a:lnTo>
                  <a:lnTo>
                    <a:pt x="422" y="221"/>
                  </a:lnTo>
                  <a:lnTo>
                    <a:pt x="522" y="161"/>
                  </a:lnTo>
                  <a:lnTo>
                    <a:pt x="722" y="81"/>
                  </a:lnTo>
                  <a:lnTo>
                    <a:pt x="923" y="21"/>
                  </a:lnTo>
                  <a:lnTo>
                    <a:pt x="1144" y="0"/>
                  </a:lnTo>
                  <a:lnTo>
                    <a:pt x="1364" y="41"/>
                  </a:lnTo>
                  <a:lnTo>
                    <a:pt x="1364" y="41"/>
                  </a:lnTo>
                  <a:lnTo>
                    <a:pt x="1505" y="81"/>
                  </a:lnTo>
                  <a:lnTo>
                    <a:pt x="1625" y="141"/>
                  </a:lnTo>
                  <a:lnTo>
                    <a:pt x="1745" y="241"/>
                  </a:lnTo>
                  <a:lnTo>
                    <a:pt x="1845" y="341"/>
                  </a:lnTo>
                  <a:lnTo>
                    <a:pt x="1926" y="462"/>
                  </a:lnTo>
                  <a:lnTo>
                    <a:pt x="1986" y="602"/>
                  </a:lnTo>
                  <a:lnTo>
                    <a:pt x="2026" y="763"/>
                  </a:lnTo>
                  <a:lnTo>
                    <a:pt x="2026" y="963"/>
                  </a:lnTo>
                  <a:lnTo>
                    <a:pt x="2026" y="963"/>
                  </a:lnTo>
                  <a:lnTo>
                    <a:pt x="1986" y="1886"/>
                  </a:lnTo>
                  <a:lnTo>
                    <a:pt x="1946" y="2928"/>
                  </a:lnTo>
                  <a:lnTo>
                    <a:pt x="1926" y="4031"/>
                  </a:lnTo>
                  <a:lnTo>
                    <a:pt x="1946" y="4593"/>
                  </a:lnTo>
                  <a:lnTo>
                    <a:pt x="1966" y="5154"/>
                  </a:lnTo>
                  <a:lnTo>
                    <a:pt x="2026" y="5696"/>
                  </a:lnTo>
                  <a:lnTo>
                    <a:pt x="2086" y="6257"/>
                  </a:lnTo>
                  <a:lnTo>
                    <a:pt x="2186" y="6779"/>
                  </a:lnTo>
                  <a:lnTo>
                    <a:pt x="2307" y="7300"/>
                  </a:lnTo>
                  <a:lnTo>
                    <a:pt x="2467" y="7782"/>
                  </a:lnTo>
                  <a:lnTo>
                    <a:pt x="2648" y="8243"/>
                  </a:lnTo>
                  <a:lnTo>
                    <a:pt x="2768" y="8443"/>
                  </a:lnTo>
                  <a:lnTo>
                    <a:pt x="2888" y="8644"/>
                  </a:lnTo>
                  <a:lnTo>
                    <a:pt x="3009" y="8845"/>
                  </a:lnTo>
                  <a:lnTo>
                    <a:pt x="3149" y="9025"/>
                  </a:lnTo>
                  <a:lnTo>
                    <a:pt x="3149" y="9025"/>
                  </a:lnTo>
                  <a:lnTo>
                    <a:pt x="3289" y="9185"/>
                  </a:lnTo>
                  <a:lnTo>
                    <a:pt x="3470" y="9346"/>
                  </a:lnTo>
                  <a:lnTo>
                    <a:pt x="3630" y="9486"/>
                  </a:lnTo>
                  <a:lnTo>
                    <a:pt x="3831" y="9627"/>
                  </a:lnTo>
                  <a:lnTo>
                    <a:pt x="4031" y="9727"/>
                  </a:lnTo>
                  <a:lnTo>
                    <a:pt x="4252" y="9847"/>
                  </a:lnTo>
                  <a:lnTo>
                    <a:pt x="4473" y="9948"/>
                  </a:lnTo>
                  <a:lnTo>
                    <a:pt x="4713" y="10028"/>
                  </a:lnTo>
                  <a:lnTo>
                    <a:pt x="5215" y="10168"/>
                  </a:lnTo>
                  <a:lnTo>
                    <a:pt x="5736" y="10288"/>
                  </a:lnTo>
                  <a:lnTo>
                    <a:pt x="6278" y="10349"/>
                  </a:lnTo>
                  <a:lnTo>
                    <a:pt x="6839" y="10409"/>
                  </a:lnTo>
                  <a:lnTo>
                    <a:pt x="7421" y="10429"/>
                  </a:lnTo>
                  <a:lnTo>
                    <a:pt x="7982" y="10449"/>
                  </a:lnTo>
                  <a:lnTo>
                    <a:pt x="8544" y="10429"/>
                  </a:lnTo>
                  <a:lnTo>
                    <a:pt x="9085" y="10409"/>
                  </a:lnTo>
                  <a:lnTo>
                    <a:pt x="10128" y="10349"/>
                  </a:lnTo>
                  <a:lnTo>
                    <a:pt x="11030" y="10268"/>
                  </a:lnTo>
                  <a:lnTo>
                    <a:pt x="11030" y="10268"/>
                  </a:lnTo>
                  <a:lnTo>
                    <a:pt x="11231" y="10268"/>
                  </a:lnTo>
                  <a:lnTo>
                    <a:pt x="11391" y="10309"/>
                  </a:lnTo>
                  <a:lnTo>
                    <a:pt x="11552" y="10369"/>
                  </a:lnTo>
                  <a:lnTo>
                    <a:pt x="11672" y="10469"/>
                  </a:lnTo>
                  <a:lnTo>
                    <a:pt x="11792" y="10589"/>
                  </a:lnTo>
                  <a:lnTo>
                    <a:pt x="11873" y="10710"/>
                  </a:lnTo>
                  <a:lnTo>
                    <a:pt x="11913" y="10870"/>
                  </a:lnTo>
                  <a:lnTo>
                    <a:pt x="11953" y="11030"/>
                  </a:lnTo>
                  <a:lnTo>
                    <a:pt x="11973" y="11191"/>
                  </a:lnTo>
                  <a:lnTo>
                    <a:pt x="11953" y="11351"/>
                  </a:lnTo>
                  <a:lnTo>
                    <a:pt x="11913" y="11512"/>
                  </a:lnTo>
                  <a:lnTo>
                    <a:pt x="11853" y="11672"/>
                  </a:lnTo>
                  <a:lnTo>
                    <a:pt x="11752" y="11813"/>
                  </a:lnTo>
                  <a:lnTo>
                    <a:pt x="11652" y="11953"/>
                  </a:lnTo>
                  <a:lnTo>
                    <a:pt x="11512" y="12053"/>
                  </a:lnTo>
                  <a:lnTo>
                    <a:pt x="11351" y="121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42">
              <a:extLst>
                <a:ext uri="{FF2B5EF4-FFF2-40B4-BE49-F238E27FC236}">
                  <a16:creationId xmlns:a16="http://schemas.microsoft.com/office/drawing/2014/main" id="{13FBE6C8-4DA9-2417-8165-079A3B64090D}"/>
                </a:ext>
              </a:extLst>
            </p:cNvPr>
            <p:cNvSpPr/>
            <p:nvPr/>
          </p:nvSpPr>
          <p:spPr>
            <a:xfrm>
              <a:off x="9851350" y="3162038"/>
              <a:ext cx="200575" cy="270275"/>
            </a:xfrm>
            <a:custGeom>
              <a:avLst/>
              <a:gdLst/>
              <a:ahLst/>
              <a:cxnLst/>
              <a:rect l="l" t="t" r="r" b="b"/>
              <a:pathLst>
                <a:path w="8023" h="10811" extrusionOk="0">
                  <a:moveTo>
                    <a:pt x="41" y="1"/>
                  </a:moveTo>
                  <a:lnTo>
                    <a:pt x="0" y="923"/>
                  </a:lnTo>
                  <a:lnTo>
                    <a:pt x="0" y="1906"/>
                  </a:lnTo>
                  <a:lnTo>
                    <a:pt x="0" y="2869"/>
                  </a:lnTo>
                  <a:lnTo>
                    <a:pt x="61" y="3831"/>
                  </a:lnTo>
                  <a:lnTo>
                    <a:pt x="101" y="4292"/>
                  </a:lnTo>
                  <a:lnTo>
                    <a:pt x="161" y="4774"/>
                  </a:lnTo>
                  <a:lnTo>
                    <a:pt x="241" y="5255"/>
                  </a:lnTo>
                  <a:lnTo>
                    <a:pt x="321" y="5716"/>
                  </a:lnTo>
                  <a:lnTo>
                    <a:pt x="422" y="6157"/>
                  </a:lnTo>
                  <a:lnTo>
                    <a:pt x="562" y="6599"/>
                  </a:lnTo>
                  <a:lnTo>
                    <a:pt x="702" y="7040"/>
                  </a:lnTo>
                  <a:lnTo>
                    <a:pt x="863" y="7441"/>
                  </a:lnTo>
                  <a:lnTo>
                    <a:pt x="1063" y="7842"/>
                  </a:lnTo>
                  <a:lnTo>
                    <a:pt x="1264" y="8203"/>
                  </a:lnTo>
                  <a:lnTo>
                    <a:pt x="1505" y="8564"/>
                  </a:lnTo>
                  <a:lnTo>
                    <a:pt x="1765" y="8885"/>
                  </a:lnTo>
                  <a:lnTo>
                    <a:pt x="2046" y="9166"/>
                  </a:lnTo>
                  <a:lnTo>
                    <a:pt x="2327" y="9406"/>
                  </a:lnTo>
                  <a:lnTo>
                    <a:pt x="2648" y="9627"/>
                  </a:lnTo>
                  <a:lnTo>
                    <a:pt x="2989" y="9827"/>
                  </a:lnTo>
                  <a:lnTo>
                    <a:pt x="3350" y="10008"/>
                  </a:lnTo>
                  <a:lnTo>
                    <a:pt x="3731" y="10168"/>
                  </a:lnTo>
                  <a:lnTo>
                    <a:pt x="4132" y="10309"/>
                  </a:lnTo>
                  <a:lnTo>
                    <a:pt x="4533" y="10429"/>
                  </a:lnTo>
                  <a:lnTo>
                    <a:pt x="4954" y="10529"/>
                  </a:lnTo>
                  <a:lnTo>
                    <a:pt x="5375" y="10610"/>
                  </a:lnTo>
                  <a:lnTo>
                    <a:pt x="5816" y="10670"/>
                  </a:lnTo>
                  <a:lnTo>
                    <a:pt x="6257" y="10730"/>
                  </a:lnTo>
                  <a:lnTo>
                    <a:pt x="6699" y="10770"/>
                  </a:lnTo>
                  <a:lnTo>
                    <a:pt x="7140" y="10790"/>
                  </a:lnTo>
                  <a:lnTo>
                    <a:pt x="8022" y="10810"/>
                  </a:lnTo>
                  <a:lnTo>
                    <a:pt x="8022" y="10810"/>
                  </a:lnTo>
                  <a:lnTo>
                    <a:pt x="8002" y="10549"/>
                  </a:lnTo>
                  <a:lnTo>
                    <a:pt x="8002" y="10409"/>
                  </a:lnTo>
                  <a:lnTo>
                    <a:pt x="7240" y="10329"/>
                  </a:lnTo>
                  <a:lnTo>
                    <a:pt x="6458" y="10208"/>
                  </a:lnTo>
                  <a:lnTo>
                    <a:pt x="6097" y="10128"/>
                  </a:lnTo>
                  <a:lnTo>
                    <a:pt x="5716" y="10028"/>
                  </a:lnTo>
                  <a:lnTo>
                    <a:pt x="5355" y="9928"/>
                  </a:lnTo>
                  <a:lnTo>
                    <a:pt x="4994" y="9807"/>
                  </a:lnTo>
                  <a:lnTo>
                    <a:pt x="4653" y="9687"/>
                  </a:lnTo>
                  <a:lnTo>
                    <a:pt x="4312" y="9527"/>
                  </a:lnTo>
                  <a:lnTo>
                    <a:pt x="3971" y="9366"/>
                  </a:lnTo>
                  <a:lnTo>
                    <a:pt x="3650" y="9166"/>
                  </a:lnTo>
                  <a:lnTo>
                    <a:pt x="3350" y="8965"/>
                  </a:lnTo>
                  <a:lnTo>
                    <a:pt x="3049" y="8745"/>
                  </a:lnTo>
                  <a:lnTo>
                    <a:pt x="2768" y="8484"/>
                  </a:lnTo>
                  <a:lnTo>
                    <a:pt x="2507" y="8203"/>
                  </a:lnTo>
                  <a:lnTo>
                    <a:pt x="2287" y="7942"/>
                  </a:lnTo>
                  <a:lnTo>
                    <a:pt x="2106" y="7682"/>
                  </a:lnTo>
                  <a:lnTo>
                    <a:pt x="1946" y="7401"/>
                  </a:lnTo>
                  <a:lnTo>
                    <a:pt x="1805" y="7120"/>
                  </a:lnTo>
                  <a:lnTo>
                    <a:pt x="1685" y="6819"/>
                  </a:lnTo>
                  <a:lnTo>
                    <a:pt x="1585" y="6518"/>
                  </a:lnTo>
                  <a:lnTo>
                    <a:pt x="1505" y="6218"/>
                  </a:lnTo>
                  <a:lnTo>
                    <a:pt x="1444" y="5917"/>
                  </a:lnTo>
                  <a:lnTo>
                    <a:pt x="1384" y="5596"/>
                  </a:lnTo>
                  <a:lnTo>
                    <a:pt x="1344" y="5275"/>
                  </a:lnTo>
                  <a:lnTo>
                    <a:pt x="1304" y="4633"/>
                  </a:lnTo>
                  <a:lnTo>
                    <a:pt x="1284" y="3992"/>
                  </a:lnTo>
                  <a:lnTo>
                    <a:pt x="1284" y="3330"/>
                  </a:lnTo>
                  <a:lnTo>
                    <a:pt x="1264" y="1685"/>
                  </a:lnTo>
                  <a:lnTo>
                    <a:pt x="1304" y="41"/>
                  </a:lnTo>
                  <a:lnTo>
                    <a:pt x="522" y="41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8415;p42">
              <a:extLst>
                <a:ext uri="{FF2B5EF4-FFF2-40B4-BE49-F238E27FC236}">
                  <a16:creationId xmlns:a16="http://schemas.microsoft.com/office/drawing/2014/main" id="{5EAFA700-1E03-BD22-A285-7E61A9BBFCC3}"/>
                </a:ext>
              </a:extLst>
            </p:cNvPr>
            <p:cNvSpPr/>
            <p:nvPr/>
          </p:nvSpPr>
          <p:spPr>
            <a:xfrm>
              <a:off x="9851350" y="3162038"/>
              <a:ext cx="200575" cy="270275"/>
            </a:xfrm>
            <a:custGeom>
              <a:avLst/>
              <a:gdLst/>
              <a:ahLst/>
              <a:cxnLst/>
              <a:rect l="l" t="t" r="r" b="b"/>
              <a:pathLst>
                <a:path w="8023" h="10811" fill="none" extrusionOk="0">
                  <a:moveTo>
                    <a:pt x="41" y="1"/>
                  </a:moveTo>
                  <a:lnTo>
                    <a:pt x="41" y="1"/>
                  </a:lnTo>
                  <a:lnTo>
                    <a:pt x="0" y="923"/>
                  </a:lnTo>
                  <a:lnTo>
                    <a:pt x="0" y="1906"/>
                  </a:lnTo>
                  <a:lnTo>
                    <a:pt x="0" y="1906"/>
                  </a:lnTo>
                  <a:lnTo>
                    <a:pt x="0" y="2869"/>
                  </a:lnTo>
                  <a:lnTo>
                    <a:pt x="61" y="3831"/>
                  </a:lnTo>
                  <a:lnTo>
                    <a:pt x="101" y="4292"/>
                  </a:lnTo>
                  <a:lnTo>
                    <a:pt x="161" y="4774"/>
                  </a:lnTo>
                  <a:lnTo>
                    <a:pt x="241" y="5255"/>
                  </a:lnTo>
                  <a:lnTo>
                    <a:pt x="321" y="5716"/>
                  </a:lnTo>
                  <a:lnTo>
                    <a:pt x="422" y="6157"/>
                  </a:lnTo>
                  <a:lnTo>
                    <a:pt x="562" y="6599"/>
                  </a:lnTo>
                  <a:lnTo>
                    <a:pt x="702" y="7040"/>
                  </a:lnTo>
                  <a:lnTo>
                    <a:pt x="863" y="7441"/>
                  </a:lnTo>
                  <a:lnTo>
                    <a:pt x="1063" y="7842"/>
                  </a:lnTo>
                  <a:lnTo>
                    <a:pt x="1264" y="8203"/>
                  </a:lnTo>
                  <a:lnTo>
                    <a:pt x="1505" y="8564"/>
                  </a:lnTo>
                  <a:lnTo>
                    <a:pt x="1765" y="8885"/>
                  </a:lnTo>
                  <a:lnTo>
                    <a:pt x="1765" y="8885"/>
                  </a:lnTo>
                  <a:lnTo>
                    <a:pt x="2046" y="9166"/>
                  </a:lnTo>
                  <a:lnTo>
                    <a:pt x="2327" y="9406"/>
                  </a:lnTo>
                  <a:lnTo>
                    <a:pt x="2648" y="9627"/>
                  </a:lnTo>
                  <a:lnTo>
                    <a:pt x="2989" y="9827"/>
                  </a:lnTo>
                  <a:lnTo>
                    <a:pt x="3350" y="10008"/>
                  </a:lnTo>
                  <a:lnTo>
                    <a:pt x="3731" y="10168"/>
                  </a:lnTo>
                  <a:lnTo>
                    <a:pt x="4132" y="10309"/>
                  </a:lnTo>
                  <a:lnTo>
                    <a:pt x="4533" y="10429"/>
                  </a:lnTo>
                  <a:lnTo>
                    <a:pt x="4954" y="10529"/>
                  </a:lnTo>
                  <a:lnTo>
                    <a:pt x="5375" y="10610"/>
                  </a:lnTo>
                  <a:lnTo>
                    <a:pt x="5816" y="10670"/>
                  </a:lnTo>
                  <a:lnTo>
                    <a:pt x="6257" y="10730"/>
                  </a:lnTo>
                  <a:lnTo>
                    <a:pt x="6699" y="10770"/>
                  </a:lnTo>
                  <a:lnTo>
                    <a:pt x="7140" y="10790"/>
                  </a:lnTo>
                  <a:lnTo>
                    <a:pt x="8022" y="10810"/>
                  </a:lnTo>
                  <a:lnTo>
                    <a:pt x="8022" y="10810"/>
                  </a:lnTo>
                  <a:lnTo>
                    <a:pt x="8002" y="10549"/>
                  </a:lnTo>
                  <a:lnTo>
                    <a:pt x="8002" y="10409"/>
                  </a:lnTo>
                  <a:lnTo>
                    <a:pt x="8002" y="10409"/>
                  </a:lnTo>
                  <a:lnTo>
                    <a:pt x="7240" y="10329"/>
                  </a:lnTo>
                  <a:lnTo>
                    <a:pt x="6458" y="10208"/>
                  </a:lnTo>
                  <a:lnTo>
                    <a:pt x="6097" y="10128"/>
                  </a:lnTo>
                  <a:lnTo>
                    <a:pt x="5716" y="10028"/>
                  </a:lnTo>
                  <a:lnTo>
                    <a:pt x="5355" y="9928"/>
                  </a:lnTo>
                  <a:lnTo>
                    <a:pt x="4994" y="9807"/>
                  </a:lnTo>
                  <a:lnTo>
                    <a:pt x="4653" y="9687"/>
                  </a:lnTo>
                  <a:lnTo>
                    <a:pt x="4312" y="9527"/>
                  </a:lnTo>
                  <a:lnTo>
                    <a:pt x="3971" y="9366"/>
                  </a:lnTo>
                  <a:lnTo>
                    <a:pt x="3650" y="9166"/>
                  </a:lnTo>
                  <a:lnTo>
                    <a:pt x="3350" y="8965"/>
                  </a:lnTo>
                  <a:lnTo>
                    <a:pt x="3049" y="8745"/>
                  </a:lnTo>
                  <a:lnTo>
                    <a:pt x="2768" y="8484"/>
                  </a:lnTo>
                  <a:lnTo>
                    <a:pt x="2507" y="8203"/>
                  </a:lnTo>
                  <a:lnTo>
                    <a:pt x="2507" y="8203"/>
                  </a:lnTo>
                  <a:lnTo>
                    <a:pt x="2287" y="7942"/>
                  </a:lnTo>
                  <a:lnTo>
                    <a:pt x="2106" y="7682"/>
                  </a:lnTo>
                  <a:lnTo>
                    <a:pt x="1946" y="7401"/>
                  </a:lnTo>
                  <a:lnTo>
                    <a:pt x="1805" y="7120"/>
                  </a:lnTo>
                  <a:lnTo>
                    <a:pt x="1685" y="6819"/>
                  </a:lnTo>
                  <a:lnTo>
                    <a:pt x="1585" y="6518"/>
                  </a:lnTo>
                  <a:lnTo>
                    <a:pt x="1505" y="6218"/>
                  </a:lnTo>
                  <a:lnTo>
                    <a:pt x="1444" y="5917"/>
                  </a:lnTo>
                  <a:lnTo>
                    <a:pt x="1384" y="5596"/>
                  </a:lnTo>
                  <a:lnTo>
                    <a:pt x="1344" y="5275"/>
                  </a:lnTo>
                  <a:lnTo>
                    <a:pt x="1304" y="4633"/>
                  </a:lnTo>
                  <a:lnTo>
                    <a:pt x="1284" y="3992"/>
                  </a:lnTo>
                  <a:lnTo>
                    <a:pt x="1284" y="3330"/>
                  </a:lnTo>
                  <a:lnTo>
                    <a:pt x="1284" y="3330"/>
                  </a:lnTo>
                  <a:lnTo>
                    <a:pt x="1264" y="1685"/>
                  </a:lnTo>
                  <a:lnTo>
                    <a:pt x="1304" y="41"/>
                  </a:lnTo>
                  <a:lnTo>
                    <a:pt x="1304" y="41"/>
                  </a:lnTo>
                  <a:lnTo>
                    <a:pt x="1144" y="41"/>
                  </a:lnTo>
                  <a:lnTo>
                    <a:pt x="1144" y="41"/>
                  </a:lnTo>
                  <a:lnTo>
                    <a:pt x="1023" y="41"/>
                  </a:lnTo>
                  <a:lnTo>
                    <a:pt x="1023" y="41"/>
                  </a:lnTo>
                  <a:lnTo>
                    <a:pt x="903" y="41"/>
                  </a:lnTo>
                  <a:lnTo>
                    <a:pt x="903" y="41"/>
                  </a:lnTo>
                  <a:lnTo>
                    <a:pt x="522" y="41"/>
                  </a:lnTo>
                  <a:lnTo>
                    <a:pt x="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42">
              <a:extLst>
                <a:ext uri="{FF2B5EF4-FFF2-40B4-BE49-F238E27FC236}">
                  <a16:creationId xmlns:a16="http://schemas.microsoft.com/office/drawing/2014/main" id="{C5A35DCA-2298-16A0-930B-5540550979E8}"/>
                </a:ext>
              </a:extLst>
            </p:cNvPr>
            <p:cNvSpPr/>
            <p:nvPr/>
          </p:nvSpPr>
          <p:spPr>
            <a:xfrm>
              <a:off x="9755600" y="3008638"/>
              <a:ext cx="242675" cy="154425"/>
            </a:xfrm>
            <a:custGeom>
              <a:avLst/>
              <a:gdLst/>
              <a:ahLst/>
              <a:cxnLst/>
              <a:rect l="l" t="t" r="r" b="b"/>
              <a:pathLst>
                <a:path w="9707" h="6177" extrusionOk="0">
                  <a:moveTo>
                    <a:pt x="140" y="0"/>
                  </a:moveTo>
                  <a:lnTo>
                    <a:pt x="120" y="120"/>
                  </a:lnTo>
                  <a:lnTo>
                    <a:pt x="60" y="461"/>
                  </a:lnTo>
                  <a:lnTo>
                    <a:pt x="0" y="963"/>
                  </a:lnTo>
                  <a:lnTo>
                    <a:pt x="0" y="1284"/>
                  </a:lnTo>
                  <a:lnTo>
                    <a:pt x="0" y="1604"/>
                  </a:lnTo>
                  <a:lnTo>
                    <a:pt x="0" y="1965"/>
                  </a:lnTo>
                  <a:lnTo>
                    <a:pt x="40" y="2326"/>
                  </a:lnTo>
                  <a:lnTo>
                    <a:pt x="100" y="2707"/>
                  </a:lnTo>
                  <a:lnTo>
                    <a:pt x="201" y="3088"/>
                  </a:lnTo>
                  <a:lnTo>
                    <a:pt x="321" y="3449"/>
                  </a:lnTo>
                  <a:lnTo>
                    <a:pt x="481" y="3830"/>
                  </a:lnTo>
                  <a:lnTo>
                    <a:pt x="682" y="4171"/>
                  </a:lnTo>
                  <a:lnTo>
                    <a:pt x="802" y="4352"/>
                  </a:lnTo>
                  <a:lnTo>
                    <a:pt x="923" y="4512"/>
                  </a:lnTo>
                  <a:lnTo>
                    <a:pt x="1203" y="4813"/>
                  </a:lnTo>
                  <a:lnTo>
                    <a:pt x="1484" y="5074"/>
                  </a:lnTo>
                  <a:lnTo>
                    <a:pt x="1765" y="5294"/>
                  </a:lnTo>
                  <a:lnTo>
                    <a:pt x="2046" y="5495"/>
                  </a:lnTo>
                  <a:lnTo>
                    <a:pt x="2346" y="5655"/>
                  </a:lnTo>
                  <a:lnTo>
                    <a:pt x="2627" y="5796"/>
                  </a:lnTo>
                  <a:lnTo>
                    <a:pt x="2908" y="5896"/>
                  </a:lnTo>
                  <a:lnTo>
                    <a:pt x="3169" y="5996"/>
                  </a:lnTo>
                  <a:lnTo>
                    <a:pt x="3429" y="6057"/>
                  </a:lnTo>
                  <a:lnTo>
                    <a:pt x="3690" y="6097"/>
                  </a:lnTo>
                  <a:lnTo>
                    <a:pt x="4151" y="6157"/>
                  </a:lnTo>
                  <a:lnTo>
                    <a:pt x="4552" y="6177"/>
                  </a:lnTo>
                  <a:lnTo>
                    <a:pt x="5154" y="6177"/>
                  </a:lnTo>
                  <a:lnTo>
                    <a:pt x="5555" y="6157"/>
                  </a:lnTo>
                  <a:lnTo>
                    <a:pt x="6016" y="6097"/>
                  </a:lnTo>
                  <a:lnTo>
                    <a:pt x="6277" y="6057"/>
                  </a:lnTo>
                  <a:lnTo>
                    <a:pt x="6538" y="5996"/>
                  </a:lnTo>
                  <a:lnTo>
                    <a:pt x="6799" y="5896"/>
                  </a:lnTo>
                  <a:lnTo>
                    <a:pt x="7079" y="5796"/>
                  </a:lnTo>
                  <a:lnTo>
                    <a:pt x="7360" y="5655"/>
                  </a:lnTo>
                  <a:lnTo>
                    <a:pt x="7661" y="5495"/>
                  </a:lnTo>
                  <a:lnTo>
                    <a:pt x="7942" y="5294"/>
                  </a:lnTo>
                  <a:lnTo>
                    <a:pt x="8222" y="5074"/>
                  </a:lnTo>
                  <a:lnTo>
                    <a:pt x="8503" y="4813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345" y="3550"/>
                  </a:lnTo>
                  <a:lnTo>
                    <a:pt x="9466" y="3209"/>
                  </a:lnTo>
                  <a:lnTo>
                    <a:pt x="9566" y="2868"/>
                  </a:lnTo>
                  <a:lnTo>
                    <a:pt x="9626" y="2547"/>
                  </a:lnTo>
                  <a:lnTo>
                    <a:pt x="9666" y="2206"/>
                  </a:lnTo>
                  <a:lnTo>
                    <a:pt x="9706" y="1905"/>
                  </a:lnTo>
                  <a:lnTo>
                    <a:pt x="9706" y="1584"/>
                  </a:lnTo>
                  <a:lnTo>
                    <a:pt x="9706" y="1304"/>
                  </a:lnTo>
                  <a:lnTo>
                    <a:pt x="9686" y="762"/>
                  </a:lnTo>
                  <a:lnTo>
                    <a:pt x="9626" y="361"/>
                  </a:lnTo>
                  <a:lnTo>
                    <a:pt x="9566" y="0"/>
                  </a:lnTo>
                  <a:lnTo>
                    <a:pt x="6879" y="0"/>
                  </a:lnTo>
                  <a:lnTo>
                    <a:pt x="6899" y="140"/>
                  </a:lnTo>
                  <a:lnTo>
                    <a:pt x="6939" y="501"/>
                  </a:lnTo>
                  <a:lnTo>
                    <a:pt x="6959" y="762"/>
                  </a:lnTo>
                  <a:lnTo>
                    <a:pt x="6959" y="1043"/>
                  </a:lnTo>
                  <a:lnTo>
                    <a:pt x="6919" y="1344"/>
                  </a:lnTo>
                  <a:lnTo>
                    <a:pt x="6879" y="1645"/>
                  </a:lnTo>
                  <a:lnTo>
                    <a:pt x="6799" y="1945"/>
                  </a:lnTo>
                  <a:lnTo>
                    <a:pt x="6678" y="2246"/>
                  </a:lnTo>
                  <a:lnTo>
                    <a:pt x="6598" y="2387"/>
                  </a:lnTo>
                  <a:lnTo>
                    <a:pt x="6518" y="2527"/>
                  </a:lnTo>
                  <a:lnTo>
                    <a:pt x="6417" y="2647"/>
                  </a:lnTo>
                  <a:lnTo>
                    <a:pt x="6297" y="2768"/>
                  </a:lnTo>
                  <a:lnTo>
                    <a:pt x="6177" y="2888"/>
                  </a:lnTo>
                  <a:lnTo>
                    <a:pt x="6036" y="2988"/>
                  </a:lnTo>
                  <a:lnTo>
                    <a:pt x="5876" y="3068"/>
                  </a:lnTo>
                  <a:lnTo>
                    <a:pt x="5716" y="3149"/>
                  </a:lnTo>
                  <a:lnTo>
                    <a:pt x="5515" y="3209"/>
                  </a:lnTo>
                  <a:lnTo>
                    <a:pt x="5314" y="3249"/>
                  </a:lnTo>
                  <a:lnTo>
                    <a:pt x="5094" y="3289"/>
                  </a:lnTo>
                  <a:lnTo>
                    <a:pt x="4613" y="3289"/>
                  </a:lnTo>
                  <a:lnTo>
                    <a:pt x="4392" y="3249"/>
                  </a:lnTo>
                  <a:lnTo>
                    <a:pt x="4191" y="3209"/>
                  </a:lnTo>
                  <a:lnTo>
                    <a:pt x="3991" y="3149"/>
                  </a:lnTo>
                  <a:lnTo>
                    <a:pt x="3830" y="3068"/>
                  </a:lnTo>
                  <a:lnTo>
                    <a:pt x="3670" y="2988"/>
                  </a:lnTo>
                  <a:lnTo>
                    <a:pt x="3530" y="2888"/>
                  </a:lnTo>
                  <a:lnTo>
                    <a:pt x="3409" y="2768"/>
                  </a:lnTo>
                  <a:lnTo>
                    <a:pt x="3289" y="2647"/>
                  </a:lnTo>
                  <a:lnTo>
                    <a:pt x="3189" y="2527"/>
                  </a:lnTo>
                  <a:lnTo>
                    <a:pt x="3108" y="2387"/>
                  </a:lnTo>
                  <a:lnTo>
                    <a:pt x="3028" y="2246"/>
                  </a:lnTo>
                  <a:lnTo>
                    <a:pt x="2908" y="1945"/>
                  </a:lnTo>
                  <a:lnTo>
                    <a:pt x="2828" y="1645"/>
                  </a:lnTo>
                  <a:lnTo>
                    <a:pt x="2788" y="1344"/>
                  </a:lnTo>
                  <a:lnTo>
                    <a:pt x="2748" y="1043"/>
                  </a:lnTo>
                  <a:lnTo>
                    <a:pt x="2748" y="762"/>
                  </a:lnTo>
                  <a:lnTo>
                    <a:pt x="2768" y="501"/>
                  </a:lnTo>
                  <a:lnTo>
                    <a:pt x="2788" y="140"/>
                  </a:lnTo>
                  <a:lnTo>
                    <a:pt x="2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42">
              <a:extLst>
                <a:ext uri="{FF2B5EF4-FFF2-40B4-BE49-F238E27FC236}">
                  <a16:creationId xmlns:a16="http://schemas.microsoft.com/office/drawing/2014/main" id="{DC02BED4-FEF1-9555-19C7-1D1E705E0E03}"/>
                </a:ext>
              </a:extLst>
            </p:cNvPr>
            <p:cNvSpPr/>
            <p:nvPr/>
          </p:nvSpPr>
          <p:spPr>
            <a:xfrm>
              <a:off x="9755600" y="3008638"/>
              <a:ext cx="242675" cy="154425"/>
            </a:xfrm>
            <a:custGeom>
              <a:avLst/>
              <a:gdLst/>
              <a:ahLst/>
              <a:cxnLst/>
              <a:rect l="l" t="t" r="r" b="b"/>
              <a:pathLst>
                <a:path w="9707" h="6177" fill="none" extrusionOk="0">
                  <a:moveTo>
                    <a:pt x="9205" y="3871"/>
                  </a:moveTo>
                  <a:lnTo>
                    <a:pt x="9205" y="3871"/>
                  </a:lnTo>
                  <a:lnTo>
                    <a:pt x="9005" y="4191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503" y="4813"/>
                  </a:lnTo>
                  <a:lnTo>
                    <a:pt x="8222" y="5074"/>
                  </a:lnTo>
                  <a:lnTo>
                    <a:pt x="7942" y="5294"/>
                  </a:lnTo>
                  <a:lnTo>
                    <a:pt x="7661" y="5495"/>
                  </a:lnTo>
                  <a:lnTo>
                    <a:pt x="7360" y="5655"/>
                  </a:lnTo>
                  <a:lnTo>
                    <a:pt x="7079" y="5796"/>
                  </a:lnTo>
                  <a:lnTo>
                    <a:pt x="6799" y="5896"/>
                  </a:lnTo>
                  <a:lnTo>
                    <a:pt x="6538" y="5996"/>
                  </a:lnTo>
                  <a:lnTo>
                    <a:pt x="6277" y="6057"/>
                  </a:lnTo>
                  <a:lnTo>
                    <a:pt x="6016" y="6097"/>
                  </a:lnTo>
                  <a:lnTo>
                    <a:pt x="5555" y="6157"/>
                  </a:lnTo>
                  <a:lnTo>
                    <a:pt x="5154" y="6177"/>
                  </a:lnTo>
                  <a:lnTo>
                    <a:pt x="4853" y="6177"/>
                  </a:lnTo>
                  <a:lnTo>
                    <a:pt x="4853" y="6177"/>
                  </a:lnTo>
                  <a:lnTo>
                    <a:pt x="4552" y="6177"/>
                  </a:lnTo>
                  <a:lnTo>
                    <a:pt x="4151" y="6157"/>
                  </a:lnTo>
                  <a:lnTo>
                    <a:pt x="3690" y="6097"/>
                  </a:lnTo>
                  <a:lnTo>
                    <a:pt x="3429" y="6057"/>
                  </a:lnTo>
                  <a:lnTo>
                    <a:pt x="3169" y="5996"/>
                  </a:lnTo>
                  <a:lnTo>
                    <a:pt x="2908" y="5896"/>
                  </a:lnTo>
                  <a:lnTo>
                    <a:pt x="2627" y="5796"/>
                  </a:lnTo>
                  <a:lnTo>
                    <a:pt x="2346" y="5655"/>
                  </a:lnTo>
                  <a:lnTo>
                    <a:pt x="2046" y="5495"/>
                  </a:lnTo>
                  <a:lnTo>
                    <a:pt x="1765" y="5294"/>
                  </a:lnTo>
                  <a:lnTo>
                    <a:pt x="1484" y="5074"/>
                  </a:lnTo>
                  <a:lnTo>
                    <a:pt x="1203" y="4813"/>
                  </a:lnTo>
                  <a:lnTo>
                    <a:pt x="923" y="4512"/>
                  </a:lnTo>
                  <a:lnTo>
                    <a:pt x="923" y="4512"/>
                  </a:lnTo>
                  <a:lnTo>
                    <a:pt x="802" y="4352"/>
                  </a:lnTo>
                  <a:lnTo>
                    <a:pt x="682" y="4171"/>
                  </a:lnTo>
                  <a:lnTo>
                    <a:pt x="481" y="3830"/>
                  </a:lnTo>
                  <a:lnTo>
                    <a:pt x="321" y="3449"/>
                  </a:lnTo>
                  <a:lnTo>
                    <a:pt x="201" y="3088"/>
                  </a:lnTo>
                  <a:lnTo>
                    <a:pt x="100" y="2707"/>
                  </a:lnTo>
                  <a:lnTo>
                    <a:pt x="40" y="2326"/>
                  </a:lnTo>
                  <a:lnTo>
                    <a:pt x="0" y="1965"/>
                  </a:lnTo>
                  <a:lnTo>
                    <a:pt x="0" y="1604"/>
                  </a:lnTo>
                  <a:lnTo>
                    <a:pt x="0" y="1284"/>
                  </a:lnTo>
                  <a:lnTo>
                    <a:pt x="0" y="963"/>
                  </a:lnTo>
                  <a:lnTo>
                    <a:pt x="60" y="461"/>
                  </a:lnTo>
                  <a:lnTo>
                    <a:pt x="120" y="120"/>
                  </a:lnTo>
                  <a:lnTo>
                    <a:pt x="140" y="0"/>
                  </a:lnTo>
                  <a:lnTo>
                    <a:pt x="2828" y="0"/>
                  </a:lnTo>
                  <a:lnTo>
                    <a:pt x="2828" y="0"/>
                  </a:lnTo>
                  <a:lnTo>
                    <a:pt x="2788" y="140"/>
                  </a:lnTo>
                  <a:lnTo>
                    <a:pt x="2768" y="501"/>
                  </a:lnTo>
                  <a:lnTo>
                    <a:pt x="2748" y="762"/>
                  </a:lnTo>
                  <a:lnTo>
                    <a:pt x="2748" y="1043"/>
                  </a:lnTo>
                  <a:lnTo>
                    <a:pt x="2788" y="1344"/>
                  </a:lnTo>
                  <a:lnTo>
                    <a:pt x="2828" y="1645"/>
                  </a:lnTo>
                  <a:lnTo>
                    <a:pt x="2908" y="1945"/>
                  </a:lnTo>
                  <a:lnTo>
                    <a:pt x="3028" y="2246"/>
                  </a:lnTo>
                  <a:lnTo>
                    <a:pt x="3108" y="2387"/>
                  </a:lnTo>
                  <a:lnTo>
                    <a:pt x="3189" y="2527"/>
                  </a:lnTo>
                  <a:lnTo>
                    <a:pt x="3289" y="2647"/>
                  </a:lnTo>
                  <a:lnTo>
                    <a:pt x="3409" y="2768"/>
                  </a:lnTo>
                  <a:lnTo>
                    <a:pt x="3530" y="2888"/>
                  </a:lnTo>
                  <a:lnTo>
                    <a:pt x="3670" y="2988"/>
                  </a:lnTo>
                  <a:lnTo>
                    <a:pt x="3830" y="3068"/>
                  </a:lnTo>
                  <a:lnTo>
                    <a:pt x="3991" y="3149"/>
                  </a:lnTo>
                  <a:lnTo>
                    <a:pt x="4191" y="3209"/>
                  </a:lnTo>
                  <a:lnTo>
                    <a:pt x="4392" y="3249"/>
                  </a:lnTo>
                  <a:lnTo>
                    <a:pt x="4613" y="3289"/>
                  </a:lnTo>
                  <a:lnTo>
                    <a:pt x="4853" y="3289"/>
                  </a:lnTo>
                  <a:lnTo>
                    <a:pt x="4853" y="3289"/>
                  </a:lnTo>
                  <a:lnTo>
                    <a:pt x="5094" y="3289"/>
                  </a:lnTo>
                  <a:lnTo>
                    <a:pt x="5314" y="3249"/>
                  </a:lnTo>
                  <a:lnTo>
                    <a:pt x="5515" y="3209"/>
                  </a:lnTo>
                  <a:lnTo>
                    <a:pt x="5716" y="3149"/>
                  </a:lnTo>
                  <a:lnTo>
                    <a:pt x="5876" y="3068"/>
                  </a:lnTo>
                  <a:lnTo>
                    <a:pt x="6036" y="2988"/>
                  </a:lnTo>
                  <a:lnTo>
                    <a:pt x="6177" y="2888"/>
                  </a:lnTo>
                  <a:lnTo>
                    <a:pt x="6297" y="2768"/>
                  </a:lnTo>
                  <a:lnTo>
                    <a:pt x="6417" y="2647"/>
                  </a:lnTo>
                  <a:lnTo>
                    <a:pt x="6518" y="2527"/>
                  </a:lnTo>
                  <a:lnTo>
                    <a:pt x="6598" y="2387"/>
                  </a:lnTo>
                  <a:lnTo>
                    <a:pt x="6678" y="2246"/>
                  </a:lnTo>
                  <a:lnTo>
                    <a:pt x="6799" y="1945"/>
                  </a:lnTo>
                  <a:lnTo>
                    <a:pt x="6879" y="1645"/>
                  </a:lnTo>
                  <a:lnTo>
                    <a:pt x="6919" y="1344"/>
                  </a:lnTo>
                  <a:lnTo>
                    <a:pt x="6959" y="1043"/>
                  </a:lnTo>
                  <a:lnTo>
                    <a:pt x="6959" y="762"/>
                  </a:lnTo>
                  <a:lnTo>
                    <a:pt x="6939" y="501"/>
                  </a:lnTo>
                  <a:lnTo>
                    <a:pt x="6899" y="140"/>
                  </a:lnTo>
                  <a:lnTo>
                    <a:pt x="6879" y="0"/>
                  </a:lnTo>
                  <a:lnTo>
                    <a:pt x="9566" y="0"/>
                  </a:lnTo>
                  <a:lnTo>
                    <a:pt x="9566" y="0"/>
                  </a:lnTo>
                  <a:lnTo>
                    <a:pt x="9626" y="361"/>
                  </a:lnTo>
                  <a:lnTo>
                    <a:pt x="9686" y="762"/>
                  </a:lnTo>
                  <a:lnTo>
                    <a:pt x="9706" y="1304"/>
                  </a:lnTo>
                  <a:lnTo>
                    <a:pt x="9706" y="1584"/>
                  </a:lnTo>
                  <a:lnTo>
                    <a:pt x="9706" y="1905"/>
                  </a:lnTo>
                  <a:lnTo>
                    <a:pt x="9666" y="2206"/>
                  </a:lnTo>
                  <a:lnTo>
                    <a:pt x="9626" y="2547"/>
                  </a:lnTo>
                  <a:lnTo>
                    <a:pt x="9566" y="2868"/>
                  </a:lnTo>
                  <a:lnTo>
                    <a:pt x="9466" y="3209"/>
                  </a:lnTo>
                  <a:lnTo>
                    <a:pt x="9345" y="3550"/>
                  </a:lnTo>
                  <a:lnTo>
                    <a:pt x="9205" y="387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42">
              <a:extLst>
                <a:ext uri="{FF2B5EF4-FFF2-40B4-BE49-F238E27FC236}">
                  <a16:creationId xmlns:a16="http://schemas.microsoft.com/office/drawing/2014/main" id="{65505F8F-C096-23C2-56A0-EE72A1E64089}"/>
                </a:ext>
              </a:extLst>
            </p:cNvPr>
            <p:cNvSpPr/>
            <p:nvPr/>
          </p:nvSpPr>
          <p:spPr>
            <a:xfrm>
              <a:off x="9755600" y="3008638"/>
              <a:ext cx="230150" cy="154425"/>
            </a:xfrm>
            <a:custGeom>
              <a:avLst/>
              <a:gdLst/>
              <a:ahLst/>
              <a:cxnLst/>
              <a:rect l="l" t="t" r="r" b="b"/>
              <a:pathLst>
                <a:path w="9206" h="6177" extrusionOk="0">
                  <a:moveTo>
                    <a:pt x="140" y="0"/>
                  </a:moveTo>
                  <a:lnTo>
                    <a:pt x="120" y="100"/>
                  </a:lnTo>
                  <a:lnTo>
                    <a:pt x="60" y="421"/>
                  </a:lnTo>
                  <a:lnTo>
                    <a:pt x="20" y="882"/>
                  </a:lnTo>
                  <a:lnTo>
                    <a:pt x="0" y="1163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0" y="2226"/>
                  </a:lnTo>
                  <a:lnTo>
                    <a:pt x="80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1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2" y="4332"/>
                  </a:lnTo>
                  <a:lnTo>
                    <a:pt x="923" y="4512"/>
                  </a:lnTo>
                  <a:lnTo>
                    <a:pt x="1183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1985" y="5455"/>
                  </a:lnTo>
                  <a:lnTo>
                    <a:pt x="2266" y="5615"/>
                  </a:lnTo>
                  <a:lnTo>
                    <a:pt x="2527" y="5756"/>
                  </a:lnTo>
                  <a:lnTo>
                    <a:pt x="2808" y="5876"/>
                  </a:lnTo>
                  <a:lnTo>
                    <a:pt x="3068" y="5956"/>
                  </a:lnTo>
                  <a:lnTo>
                    <a:pt x="3309" y="6036"/>
                  </a:lnTo>
                  <a:lnTo>
                    <a:pt x="355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5294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7" y="6036"/>
                  </a:lnTo>
                  <a:lnTo>
                    <a:pt x="6638" y="5956"/>
                  </a:lnTo>
                  <a:lnTo>
                    <a:pt x="6899" y="5876"/>
                  </a:lnTo>
                  <a:lnTo>
                    <a:pt x="7180" y="5756"/>
                  </a:lnTo>
                  <a:lnTo>
                    <a:pt x="7440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42" y="5054"/>
                  </a:lnTo>
                  <a:lnTo>
                    <a:pt x="8523" y="4793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205" y="3871"/>
                  </a:lnTo>
                  <a:lnTo>
                    <a:pt x="8824" y="4131"/>
                  </a:lnTo>
                  <a:lnTo>
                    <a:pt x="8403" y="4352"/>
                  </a:lnTo>
                  <a:lnTo>
                    <a:pt x="7982" y="4552"/>
                  </a:lnTo>
                  <a:lnTo>
                    <a:pt x="7541" y="4693"/>
                  </a:lnTo>
                  <a:lnTo>
                    <a:pt x="7099" y="4813"/>
                  </a:lnTo>
                  <a:lnTo>
                    <a:pt x="6638" y="4913"/>
                  </a:lnTo>
                  <a:lnTo>
                    <a:pt x="6157" y="4954"/>
                  </a:lnTo>
                  <a:lnTo>
                    <a:pt x="5675" y="4974"/>
                  </a:lnTo>
                  <a:lnTo>
                    <a:pt x="5375" y="4974"/>
                  </a:lnTo>
                  <a:lnTo>
                    <a:pt x="5094" y="4954"/>
                  </a:lnTo>
                  <a:lnTo>
                    <a:pt x="4793" y="4913"/>
                  </a:lnTo>
                  <a:lnTo>
                    <a:pt x="4492" y="4873"/>
                  </a:lnTo>
                  <a:lnTo>
                    <a:pt x="4071" y="4773"/>
                  </a:lnTo>
                  <a:lnTo>
                    <a:pt x="3650" y="4653"/>
                  </a:lnTo>
                  <a:lnTo>
                    <a:pt x="3249" y="4472"/>
                  </a:lnTo>
                  <a:lnTo>
                    <a:pt x="3048" y="4372"/>
                  </a:lnTo>
                  <a:lnTo>
                    <a:pt x="2868" y="4272"/>
                  </a:lnTo>
                  <a:lnTo>
                    <a:pt x="2687" y="4151"/>
                  </a:lnTo>
                  <a:lnTo>
                    <a:pt x="2507" y="4011"/>
                  </a:lnTo>
                  <a:lnTo>
                    <a:pt x="2366" y="3851"/>
                  </a:lnTo>
                  <a:lnTo>
                    <a:pt x="2226" y="3690"/>
                  </a:lnTo>
                  <a:lnTo>
                    <a:pt x="2086" y="3510"/>
                  </a:lnTo>
                  <a:lnTo>
                    <a:pt x="1985" y="3329"/>
                  </a:lnTo>
                  <a:lnTo>
                    <a:pt x="1885" y="3129"/>
                  </a:lnTo>
                  <a:lnTo>
                    <a:pt x="1805" y="2908"/>
                  </a:lnTo>
                  <a:lnTo>
                    <a:pt x="1725" y="2547"/>
                  </a:lnTo>
                  <a:lnTo>
                    <a:pt x="1705" y="2166"/>
                  </a:lnTo>
                  <a:lnTo>
                    <a:pt x="1685" y="1805"/>
                  </a:lnTo>
                  <a:lnTo>
                    <a:pt x="1725" y="1444"/>
                  </a:lnTo>
                  <a:lnTo>
                    <a:pt x="1785" y="1083"/>
                  </a:lnTo>
                  <a:lnTo>
                    <a:pt x="1845" y="702"/>
                  </a:lnTo>
                  <a:lnTo>
                    <a:pt x="1945" y="361"/>
                  </a:lnTo>
                  <a:lnTo>
                    <a:pt x="204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42">
              <a:extLst>
                <a:ext uri="{FF2B5EF4-FFF2-40B4-BE49-F238E27FC236}">
                  <a16:creationId xmlns:a16="http://schemas.microsoft.com/office/drawing/2014/main" id="{91BFCC3D-BE5B-2DFC-30D3-B46B9C6AA6FC}"/>
                </a:ext>
              </a:extLst>
            </p:cNvPr>
            <p:cNvSpPr/>
            <p:nvPr/>
          </p:nvSpPr>
          <p:spPr>
            <a:xfrm>
              <a:off x="9755600" y="3008638"/>
              <a:ext cx="230150" cy="154425"/>
            </a:xfrm>
            <a:custGeom>
              <a:avLst/>
              <a:gdLst/>
              <a:ahLst/>
              <a:cxnLst/>
              <a:rect l="l" t="t" r="r" b="b"/>
              <a:pathLst>
                <a:path w="9206" h="6177" fill="none" extrusionOk="0">
                  <a:moveTo>
                    <a:pt x="2046" y="0"/>
                  </a:moveTo>
                  <a:lnTo>
                    <a:pt x="140" y="0"/>
                  </a:lnTo>
                  <a:lnTo>
                    <a:pt x="140" y="0"/>
                  </a:lnTo>
                  <a:lnTo>
                    <a:pt x="120" y="100"/>
                  </a:lnTo>
                  <a:lnTo>
                    <a:pt x="60" y="421"/>
                  </a:lnTo>
                  <a:lnTo>
                    <a:pt x="20" y="882"/>
                  </a:lnTo>
                  <a:lnTo>
                    <a:pt x="0" y="1163"/>
                  </a:lnTo>
                  <a:lnTo>
                    <a:pt x="0" y="1484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0" y="2226"/>
                  </a:lnTo>
                  <a:lnTo>
                    <a:pt x="80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1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2" y="4332"/>
                  </a:lnTo>
                  <a:lnTo>
                    <a:pt x="923" y="4512"/>
                  </a:lnTo>
                  <a:lnTo>
                    <a:pt x="923" y="4512"/>
                  </a:lnTo>
                  <a:lnTo>
                    <a:pt x="1183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1985" y="5455"/>
                  </a:lnTo>
                  <a:lnTo>
                    <a:pt x="2266" y="5615"/>
                  </a:lnTo>
                  <a:lnTo>
                    <a:pt x="2527" y="5756"/>
                  </a:lnTo>
                  <a:lnTo>
                    <a:pt x="2808" y="5876"/>
                  </a:lnTo>
                  <a:lnTo>
                    <a:pt x="3068" y="5956"/>
                  </a:lnTo>
                  <a:lnTo>
                    <a:pt x="3309" y="6036"/>
                  </a:lnTo>
                  <a:lnTo>
                    <a:pt x="355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4733" y="6177"/>
                  </a:lnTo>
                  <a:lnTo>
                    <a:pt x="4733" y="6177"/>
                  </a:lnTo>
                  <a:lnTo>
                    <a:pt x="4853" y="6177"/>
                  </a:lnTo>
                  <a:lnTo>
                    <a:pt x="4853" y="6177"/>
                  </a:lnTo>
                  <a:lnTo>
                    <a:pt x="4974" y="6177"/>
                  </a:lnTo>
                  <a:lnTo>
                    <a:pt x="4974" y="6177"/>
                  </a:lnTo>
                  <a:lnTo>
                    <a:pt x="5294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7" y="6036"/>
                  </a:lnTo>
                  <a:lnTo>
                    <a:pt x="6638" y="5956"/>
                  </a:lnTo>
                  <a:lnTo>
                    <a:pt x="6899" y="5876"/>
                  </a:lnTo>
                  <a:lnTo>
                    <a:pt x="7180" y="5756"/>
                  </a:lnTo>
                  <a:lnTo>
                    <a:pt x="7440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42" y="5054"/>
                  </a:lnTo>
                  <a:lnTo>
                    <a:pt x="8523" y="4793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205" y="3871"/>
                  </a:lnTo>
                  <a:lnTo>
                    <a:pt x="8824" y="4131"/>
                  </a:lnTo>
                  <a:lnTo>
                    <a:pt x="8403" y="4352"/>
                  </a:lnTo>
                  <a:lnTo>
                    <a:pt x="7982" y="4552"/>
                  </a:lnTo>
                  <a:lnTo>
                    <a:pt x="7541" y="4693"/>
                  </a:lnTo>
                  <a:lnTo>
                    <a:pt x="7099" y="4813"/>
                  </a:lnTo>
                  <a:lnTo>
                    <a:pt x="6638" y="4913"/>
                  </a:lnTo>
                  <a:lnTo>
                    <a:pt x="6157" y="4954"/>
                  </a:lnTo>
                  <a:lnTo>
                    <a:pt x="5675" y="4974"/>
                  </a:lnTo>
                  <a:lnTo>
                    <a:pt x="5675" y="4974"/>
                  </a:lnTo>
                  <a:lnTo>
                    <a:pt x="5375" y="4974"/>
                  </a:lnTo>
                  <a:lnTo>
                    <a:pt x="5094" y="4954"/>
                  </a:lnTo>
                  <a:lnTo>
                    <a:pt x="4793" y="4913"/>
                  </a:lnTo>
                  <a:lnTo>
                    <a:pt x="4492" y="4873"/>
                  </a:lnTo>
                  <a:lnTo>
                    <a:pt x="4492" y="4873"/>
                  </a:lnTo>
                  <a:lnTo>
                    <a:pt x="4071" y="4773"/>
                  </a:lnTo>
                  <a:lnTo>
                    <a:pt x="3650" y="4653"/>
                  </a:lnTo>
                  <a:lnTo>
                    <a:pt x="3249" y="4472"/>
                  </a:lnTo>
                  <a:lnTo>
                    <a:pt x="3048" y="4372"/>
                  </a:lnTo>
                  <a:lnTo>
                    <a:pt x="2868" y="4272"/>
                  </a:lnTo>
                  <a:lnTo>
                    <a:pt x="2687" y="4151"/>
                  </a:lnTo>
                  <a:lnTo>
                    <a:pt x="2507" y="4011"/>
                  </a:lnTo>
                  <a:lnTo>
                    <a:pt x="2366" y="3851"/>
                  </a:lnTo>
                  <a:lnTo>
                    <a:pt x="2226" y="3690"/>
                  </a:lnTo>
                  <a:lnTo>
                    <a:pt x="2086" y="3510"/>
                  </a:lnTo>
                  <a:lnTo>
                    <a:pt x="1985" y="3329"/>
                  </a:lnTo>
                  <a:lnTo>
                    <a:pt x="1885" y="3129"/>
                  </a:lnTo>
                  <a:lnTo>
                    <a:pt x="1805" y="2908"/>
                  </a:lnTo>
                  <a:lnTo>
                    <a:pt x="1805" y="2908"/>
                  </a:lnTo>
                  <a:lnTo>
                    <a:pt x="1725" y="2547"/>
                  </a:lnTo>
                  <a:lnTo>
                    <a:pt x="1705" y="2166"/>
                  </a:lnTo>
                  <a:lnTo>
                    <a:pt x="1685" y="1805"/>
                  </a:lnTo>
                  <a:lnTo>
                    <a:pt x="1725" y="1444"/>
                  </a:lnTo>
                  <a:lnTo>
                    <a:pt x="1785" y="1083"/>
                  </a:lnTo>
                  <a:lnTo>
                    <a:pt x="1845" y="702"/>
                  </a:lnTo>
                  <a:lnTo>
                    <a:pt x="1945" y="361"/>
                  </a:lnTo>
                  <a:lnTo>
                    <a:pt x="204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42">
              <a:extLst>
                <a:ext uri="{FF2B5EF4-FFF2-40B4-BE49-F238E27FC236}">
                  <a16:creationId xmlns:a16="http://schemas.microsoft.com/office/drawing/2014/main" id="{F2F9C54F-CD6F-A0DE-45E3-68F8C540DF70}"/>
                </a:ext>
              </a:extLst>
            </p:cNvPr>
            <p:cNvSpPr/>
            <p:nvPr/>
          </p:nvSpPr>
          <p:spPr>
            <a:xfrm>
              <a:off x="10051400" y="3285888"/>
              <a:ext cx="142900" cy="211600"/>
            </a:xfrm>
            <a:custGeom>
              <a:avLst/>
              <a:gdLst/>
              <a:ahLst/>
              <a:cxnLst/>
              <a:rect l="l" t="t" r="r" b="b"/>
              <a:pathLst>
                <a:path w="5716" h="8464" extrusionOk="0">
                  <a:moveTo>
                    <a:pt x="2607" y="0"/>
                  </a:moveTo>
                  <a:lnTo>
                    <a:pt x="2347" y="40"/>
                  </a:lnTo>
                  <a:lnTo>
                    <a:pt x="2106" y="100"/>
                  </a:lnTo>
                  <a:lnTo>
                    <a:pt x="1865" y="181"/>
                  </a:lnTo>
                  <a:lnTo>
                    <a:pt x="1625" y="281"/>
                  </a:lnTo>
                  <a:lnTo>
                    <a:pt x="1404" y="401"/>
                  </a:lnTo>
                  <a:lnTo>
                    <a:pt x="1203" y="522"/>
                  </a:lnTo>
                  <a:lnTo>
                    <a:pt x="1003" y="682"/>
                  </a:lnTo>
                  <a:lnTo>
                    <a:pt x="822" y="842"/>
                  </a:lnTo>
                  <a:lnTo>
                    <a:pt x="662" y="1023"/>
                  </a:lnTo>
                  <a:lnTo>
                    <a:pt x="522" y="1224"/>
                  </a:lnTo>
                  <a:lnTo>
                    <a:pt x="381" y="1424"/>
                  </a:lnTo>
                  <a:lnTo>
                    <a:pt x="281" y="1645"/>
                  </a:lnTo>
                  <a:lnTo>
                    <a:pt x="181" y="1885"/>
                  </a:lnTo>
                  <a:lnTo>
                    <a:pt x="100" y="2126"/>
                  </a:lnTo>
                  <a:lnTo>
                    <a:pt x="60" y="2367"/>
                  </a:lnTo>
                  <a:lnTo>
                    <a:pt x="20" y="2607"/>
                  </a:lnTo>
                  <a:lnTo>
                    <a:pt x="0" y="2848"/>
                  </a:lnTo>
                  <a:lnTo>
                    <a:pt x="0" y="5595"/>
                  </a:lnTo>
                  <a:lnTo>
                    <a:pt x="20" y="5896"/>
                  </a:lnTo>
                  <a:lnTo>
                    <a:pt x="60" y="6177"/>
                  </a:lnTo>
                  <a:lnTo>
                    <a:pt x="141" y="6458"/>
                  </a:lnTo>
                  <a:lnTo>
                    <a:pt x="241" y="6718"/>
                  </a:lnTo>
                  <a:lnTo>
                    <a:pt x="361" y="6959"/>
                  </a:lnTo>
                  <a:lnTo>
                    <a:pt x="502" y="7200"/>
                  </a:lnTo>
                  <a:lnTo>
                    <a:pt x="662" y="7420"/>
                  </a:lnTo>
                  <a:lnTo>
                    <a:pt x="842" y="7621"/>
                  </a:lnTo>
                  <a:lnTo>
                    <a:pt x="1103" y="7862"/>
                  </a:lnTo>
                  <a:lnTo>
                    <a:pt x="1404" y="8062"/>
                  </a:lnTo>
                  <a:lnTo>
                    <a:pt x="1705" y="8223"/>
                  </a:lnTo>
                  <a:lnTo>
                    <a:pt x="2046" y="8343"/>
                  </a:lnTo>
                  <a:lnTo>
                    <a:pt x="2246" y="8383"/>
                  </a:lnTo>
                  <a:lnTo>
                    <a:pt x="2447" y="8423"/>
                  </a:lnTo>
                  <a:lnTo>
                    <a:pt x="2647" y="8443"/>
                  </a:lnTo>
                  <a:lnTo>
                    <a:pt x="2868" y="8463"/>
                  </a:lnTo>
                  <a:lnTo>
                    <a:pt x="3149" y="8443"/>
                  </a:lnTo>
                  <a:lnTo>
                    <a:pt x="3430" y="8403"/>
                  </a:lnTo>
                  <a:lnTo>
                    <a:pt x="3710" y="8323"/>
                  </a:lnTo>
                  <a:lnTo>
                    <a:pt x="3971" y="8243"/>
                  </a:lnTo>
                  <a:lnTo>
                    <a:pt x="4212" y="8122"/>
                  </a:lnTo>
                  <a:lnTo>
                    <a:pt x="4452" y="7962"/>
                  </a:lnTo>
                  <a:lnTo>
                    <a:pt x="4673" y="7801"/>
                  </a:lnTo>
                  <a:lnTo>
                    <a:pt x="4873" y="7621"/>
                  </a:lnTo>
                  <a:lnTo>
                    <a:pt x="5054" y="7420"/>
                  </a:lnTo>
                  <a:lnTo>
                    <a:pt x="5234" y="7200"/>
                  </a:lnTo>
                  <a:lnTo>
                    <a:pt x="5375" y="6959"/>
                  </a:lnTo>
                  <a:lnTo>
                    <a:pt x="5495" y="6718"/>
                  </a:lnTo>
                  <a:lnTo>
                    <a:pt x="5595" y="6458"/>
                  </a:lnTo>
                  <a:lnTo>
                    <a:pt x="5656" y="6177"/>
                  </a:lnTo>
                  <a:lnTo>
                    <a:pt x="5696" y="5896"/>
                  </a:lnTo>
                  <a:lnTo>
                    <a:pt x="5716" y="5595"/>
                  </a:lnTo>
                  <a:lnTo>
                    <a:pt x="5716" y="2848"/>
                  </a:lnTo>
                  <a:lnTo>
                    <a:pt x="5696" y="2567"/>
                  </a:lnTo>
                  <a:lnTo>
                    <a:pt x="5656" y="2286"/>
                  </a:lnTo>
                  <a:lnTo>
                    <a:pt x="5595" y="2006"/>
                  </a:lnTo>
                  <a:lnTo>
                    <a:pt x="5495" y="1745"/>
                  </a:lnTo>
                  <a:lnTo>
                    <a:pt x="5375" y="1484"/>
                  </a:lnTo>
                  <a:lnTo>
                    <a:pt x="5234" y="1264"/>
                  </a:lnTo>
                  <a:lnTo>
                    <a:pt x="5054" y="1043"/>
                  </a:lnTo>
                  <a:lnTo>
                    <a:pt x="4873" y="842"/>
                  </a:lnTo>
                  <a:lnTo>
                    <a:pt x="4673" y="642"/>
                  </a:lnTo>
                  <a:lnTo>
                    <a:pt x="4452" y="482"/>
                  </a:lnTo>
                  <a:lnTo>
                    <a:pt x="4232" y="341"/>
                  </a:lnTo>
                  <a:lnTo>
                    <a:pt x="3971" y="221"/>
                  </a:lnTo>
                  <a:lnTo>
                    <a:pt x="3710" y="121"/>
                  </a:lnTo>
                  <a:lnTo>
                    <a:pt x="3430" y="60"/>
                  </a:lnTo>
                  <a:lnTo>
                    <a:pt x="3149" y="20"/>
                  </a:lnTo>
                  <a:lnTo>
                    <a:pt x="286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42">
              <a:extLst>
                <a:ext uri="{FF2B5EF4-FFF2-40B4-BE49-F238E27FC236}">
                  <a16:creationId xmlns:a16="http://schemas.microsoft.com/office/drawing/2014/main" id="{92C581A3-9FE2-2270-69D5-A334451F67F1}"/>
                </a:ext>
              </a:extLst>
            </p:cNvPr>
            <p:cNvSpPr/>
            <p:nvPr/>
          </p:nvSpPr>
          <p:spPr>
            <a:xfrm>
              <a:off x="10051400" y="3285888"/>
              <a:ext cx="142900" cy="211600"/>
            </a:xfrm>
            <a:custGeom>
              <a:avLst/>
              <a:gdLst/>
              <a:ahLst/>
              <a:cxnLst/>
              <a:rect l="l" t="t" r="r" b="b"/>
              <a:pathLst>
                <a:path w="5716" h="8464" fill="none" extrusionOk="0">
                  <a:moveTo>
                    <a:pt x="5716" y="2848"/>
                  </a:moveTo>
                  <a:lnTo>
                    <a:pt x="5716" y="5595"/>
                  </a:lnTo>
                  <a:lnTo>
                    <a:pt x="5716" y="5595"/>
                  </a:lnTo>
                  <a:lnTo>
                    <a:pt x="5696" y="5896"/>
                  </a:lnTo>
                  <a:lnTo>
                    <a:pt x="5656" y="6177"/>
                  </a:lnTo>
                  <a:lnTo>
                    <a:pt x="5595" y="6458"/>
                  </a:lnTo>
                  <a:lnTo>
                    <a:pt x="5495" y="6718"/>
                  </a:lnTo>
                  <a:lnTo>
                    <a:pt x="5375" y="6959"/>
                  </a:lnTo>
                  <a:lnTo>
                    <a:pt x="5234" y="7200"/>
                  </a:lnTo>
                  <a:lnTo>
                    <a:pt x="5054" y="7420"/>
                  </a:lnTo>
                  <a:lnTo>
                    <a:pt x="4873" y="7621"/>
                  </a:lnTo>
                  <a:lnTo>
                    <a:pt x="4673" y="7801"/>
                  </a:lnTo>
                  <a:lnTo>
                    <a:pt x="4452" y="7962"/>
                  </a:lnTo>
                  <a:lnTo>
                    <a:pt x="4212" y="8122"/>
                  </a:lnTo>
                  <a:lnTo>
                    <a:pt x="3971" y="8243"/>
                  </a:lnTo>
                  <a:lnTo>
                    <a:pt x="3710" y="8323"/>
                  </a:lnTo>
                  <a:lnTo>
                    <a:pt x="3430" y="8403"/>
                  </a:lnTo>
                  <a:lnTo>
                    <a:pt x="3149" y="8443"/>
                  </a:lnTo>
                  <a:lnTo>
                    <a:pt x="2868" y="8463"/>
                  </a:lnTo>
                  <a:lnTo>
                    <a:pt x="2868" y="8463"/>
                  </a:lnTo>
                  <a:lnTo>
                    <a:pt x="2647" y="8443"/>
                  </a:lnTo>
                  <a:lnTo>
                    <a:pt x="2447" y="8423"/>
                  </a:lnTo>
                  <a:lnTo>
                    <a:pt x="2246" y="8383"/>
                  </a:lnTo>
                  <a:lnTo>
                    <a:pt x="2046" y="8343"/>
                  </a:lnTo>
                  <a:lnTo>
                    <a:pt x="2046" y="8343"/>
                  </a:lnTo>
                  <a:lnTo>
                    <a:pt x="1705" y="8223"/>
                  </a:lnTo>
                  <a:lnTo>
                    <a:pt x="1404" y="8062"/>
                  </a:lnTo>
                  <a:lnTo>
                    <a:pt x="1103" y="7862"/>
                  </a:lnTo>
                  <a:lnTo>
                    <a:pt x="842" y="7621"/>
                  </a:lnTo>
                  <a:lnTo>
                    <a:pt x="842" y="7621"/>
                  </a:lnTo>
                  <a:lnTo>
                    <a:pt x="662" y="7420"/>
                  </a:lnTo>
                  <a:lnTo>
                    <a:pt x="502" y="7200"/>
                  </a:lnTo>
                  <a:lnTo>
                    <a:pt x="361" y="6959"/>
                  </a:lnTo>
                  <a:lnTo>
                    <a:pt x="241" y="6718"/>
                  </a:lnTo>
                  <a:lnTo>
                    <a:pt x="141" y="6458"/>
                  </a:lnTo>
                  <a:lnTo>
                    <a:pt x="60" y="6177"/>
                  </a:lnTo>
                  <a:lnTo>
                    <a:pt x="20" y="5896"/>
                  </a:lnTo>
                  <a:lnTo>
                    <a:pt x="0" y="5595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607"/>
                  </a:lnTo>
                  <a:lnTo>
                    <a:pt x="60" y="2367"/>
                  </a:lnTo>
                  <a:lnTo>
                    <a:pt x="60" y="2367"/>
                  </a:lnTo>
                  <a:lnTo>
                    <a:pt x="100" y="2126"/>
                  </a:lnTo>
                  <a:lnTo>
                    <a:pt x="181" y="1885"/>
                  </a:lnTo>
                  <a:lnTo>
                    <a:pt x="281" y="1645"/>
                  </a:lnTo>
                  <a:lnTo>
                    <a:pt x="381" y="1424"/>
                  </a:lnTo>
                  <a:lnTo>
                    <a:pt x="522" y="1224"/>
                  </a:lnTo>
                  <a:lnTo>
                    <a:pt x="662" y="1023"/>
                  </a:lnTo>
                  <a:lnTo>
                    <a:pt x="822" y="842"/>
                  </a:lnTo>
                  <a:lnTo>
                    <a:pt x="1003" y="682"/>
                  </a:lnTo>
                  <a:lnTo>
                    <a:pt x="1203" y="522"/>
                  </a:lnTo>
                  <a:lnTo>
                    <a:pt x="1404" y="401"/>
                  </a:lnTo>
                  <a:lnTo>
                    <a:pt x="1625" y="281"/>
                  </a:lnTo>
                  <a:lnTo>
                    <a:pt x="1865" y="181"/>
                  </a:lnTo>
                  <a:lnTo>
                    <a:pt x="2106" y="100"/>
                  </a:lnTo>
                  <a:lnTo>
                    <a:pt x="2347" y="40"/>
                  </a:lnTo>
                  <a:lnTo>
                    <a:pt x="2607" y="0"/>
                  </a:lnTo>
                  <a:lnTo>
                    <a:pt x="2868" y="0"/>
                  </a:lnTo>
                  <a:lnTo>
                    <a:pt x="2868" y="0"/>
                  </a:lnTo>
                  <a:lnTo>
                    <a:pt x="3149" y="20"/>
                  </a:lnTo>
                  <a:lnTo>
                    <a:pt x="3430" y="60"/>
                  </a:lnTo>
                  <a:lnTo>
                    <a:pt x="3710" y="121"/>
                  </a:lnTo>
                  <a:lnTo>
                    <a:pt x="3971" y="221"/>
                  </a:lnTo>
                  <a:lnTo>
                    <a:pt x="4232" y="341"/>
                  </a:lnTo>
                  <a:lnTo>
                    <a:pt x="4452" y="482"/>
                  </a:lnTo>
                  <a:lnTo>
                    <a:pt x="4673" y="642"/>
                  </a:lnTo>
                  <a:lnTo>
                    <a:pt x="4873" y="842"/>
                  </a:lnTo>
                  <a:lnTo>
                    <a:pt x="4873" y="842"/>
                  </a:lnTo>
                  <a:lnTo>
                    <a:pt x="5054" y="1043"/>
                  </a:lnTo>
                  <a:lnTo>
                    <a:pt x="5234" y="1264"/>
                  </a:lnTo>
                  <a:lnTo>
                    <a:pt x="5375" y="1484"/>
                  </a:lnTo>
                  <a:lnTo>
                    <a:pt x="5495" y="1745"/>
                  </a:lnTo>
                  <a:lnTo>
                    <a:pt x="5595" y="2006"/>
                  </a:lnTo>
                  <a:lnTo>
                    <a:pt x="5656" y="2286"/>
                  </a:lnTo>
                  <a:lnTo>
                    <a:pt x="5696" y="2567"/>
                  </a:lnTo>
                  <a:lnTo>
                    <a:pt x="5716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8422;p42">
              <a:extLst>
                <a:ext uri="{FF2B5EF4-FFF2-40B4-BE49-F238E27FC236}">
                  <a16:creationId xmlns:a16="http://schemas.microsoft.com/office/drawing/2014/main" id="{3FED9298-AC8B-653C-8761-76880849C67B}"/>
                </a:ext>
              </a:extLst>
            </p:cNvPr>
            <p:cNvSpPr/>
            <p:nvPr/>
          </p:nvSpPr>
          <p:spPr>
            <a:xfrm>
              <a:off x="10052900" y="3285888"/>
              <a:ext cx="90275" cy="211600"/>
            </a:xfrm>
            <a:custGeom>
              <a:avLst/>
              <a:gdLst/>
              <a:ahLst/>
              <a:cxnLst/>
              <a:rect l="l" t="t" r="r" b="b"/>
              <a:pathLst>
                <a:path w="3611" h="8464" extrusionOk="0">
                  <a:moveTo>
                    <a:pt x="2547" y="0"/>
                  </a:moveTo>
                  <a:lnTo>
                    <a:pt x="2287" y="40"/>
                  </a:lnTo>
                  <a:lnTo>
                    <a:pt x="2046" y="100"/>
                  </a:lnTo>
                  <a:lnTo>
                    <a:pt x="1805" y="181"/>
                  </a:lnTo>
                  <a:lnTo>
                    <a:pt x="1565" y="281"/>
                  </a:lnTo>
                  <a:lnTo>
                    <a:pt x="1344" y="401"/>
                  </a:lnTo>
                  <a:lnTo>
                    <a:pt x="1143" y="522"/>
                  </a:lnTo>
                  <a:lnTo>
                    <a:pt x="943" y="682"/>
                  </a:lnTo>
                  <a:lnTo>
                    <a:pt x="762" y="842"/>
                  </a:lnTo>
                  <a:lnTo>
                    <a:pt x="602" y="1023"/>
                  </a:lnTo>
                  <a:lnTo>
                    <a:pt x="462" y="1224"/>
                  </a:lnTo>
                  <a:lnTo>
                    <a:pt x="321" y="1424"/>
                  </a:lnTo>
                  <a:lnTo>
                    <a:pt x="221" y="1645"/>
                  </a:lnTo>
                  <a:lnTo>
                    <a:pt x="121" y="1885"/>
                  </a:lnTo>
                  <a:lnTo>
                    <a:pt x="40" y="2126"/>
                  </a:lnTo>
                  <a:lnTo>
                    <a:pt x="0" y="2367"/>
                  </a:lnTo>
                  <a:lnTo>
                    <a:pt x="241" y="2347"/>
                  </a:lnTo>
                  <a:lnTo>
                    <a:pt x="421" y="2367"/>
                  </a:lnTo>
                  <a:lnTo>
                    <a:pt x="582" y="2387"/>
                  </a:lnTo>
                  <a:lnTo>
                    <a:pt x="722" y="2447"/>
                  </a:lnTo>
                  <a:lnTo>
                    <a:pt x="863" y="2507"/>
                  </a:lnTo>
                  <a:lnTo>
                    <a:pt x="1003" y="2607"/>
                  </a:lnTo>
                  <a:lnTo>
                    <a:pt x="1123" y="2708"/>
                  </a:lnTo>
                  <a:lnTo>
                    <a:pt x="1224" y="2828"/>
                  </a:lnTo>
                  <a:lnTo>
                    <a:pt x="1324" y="2968"/>
                  </a:lnTo>
                  <a:lnTo>
                    <a:pt x="1404" y="3129"/>
                  </a:lnTo>
                  <a:lnTo>
                    <a:pt x="1504" y="3289"/>
                  </a:lnTo>
                  <a:lnTo>
                    <a:pt x="1625" y="3630"/>
                  </a:lnTo>
                  <a:lnTo>
                    <a:pt x="1745" y="4031"/>
                  </a:lnTo>
                  <a:lnTo>
                    <a:pt x="1825" y="4452"/>
                  </a:lnTo>
                  <a:lnTo>
                    <a:pt x="1885" y="4894"/>
                  </a:lnTo>
                  <a:lnTo>
                    <a:pt x="1946" y="5335"/>
                  </a:lnTo>
                  <a:lnTo>
                    <a:pt x="1966" y="5776"/>
                  </a:lnTo>
                  <a:lnTo>
                    <a:pt x="1986" y="6197"/>
                  </a:lnTo>
                  <a:lnTo>
                    <a:pt x="2006" y="6979"/>
                  </a:lnTo>
                  <a:lnTo>
                    <a:pt x="2006" y="7621"/>
                  </a:lnTo>
                  <a:lnTo>
                    <a:pt x="2006" y="7942"/>
                  </a:lnTo>
                  <a:lnTo>
                    <a:pt x="1986" y="8343"/>
                  </a:lnTo>
                  <a:lnTo>
                    <a:pt x="2186" y="8383"/>
                  </a:lnTo>
                  <a:lnTo>
                    <a:pt x="2387" y="8423"/>
                  </a:lnTo>
                  <a:lnTo>
                    <a:pt x="2587" y="8443"/>
                  </a:lnTo>
                  <a:lnTo>
                    <a:pt x="2808" y="8463"/>
                  </a:lnTo>
                  <a:lnTo>
                    <a:pt x="3109" y="8443"/>
                  </a:lnTo>
                  <a:lnTo>
                    <a:pt x="3390" y="8403"/>
                  </a:lnTo>
                  <a:lnTo>
                    <a:pt x="3390" y="2006"/>
                  </a:lnTo>
                  <a:lnTo>
                    <a:pt x="3410" y="1524"/>
                  </a:lnTo>
                  <a:lnTo>
                    <a:pt x="3450" y="1043"/>
                  </a:lnTo>
                  <a:lnTo>
                    <a:pt x="3510" y="582"/>
                  </a:lnTo>
                  <a:lnTo>
                    <a:pt x="3610" y="121"/>
                  </a:lnTo>
                  <a:lnTo>
                    <a:pt x="3410" y="60"/>
                  </a:lnTo>
                  <a:lnTo>
                    <a:pt x="3209" y="20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42">
              <a:extLst>
                <a:ext uri="{FF2B5EF4-FFF2-40B4-BE49-F238E27FC236}">
                  <a16:creationId xmlns:a16="http://schemas.microsoft.com/office/drawing/2014/main" id="{CCE03D44-3C1F-3735-2172-FAA9EF0B15F5}"/>
                </a:ext>
              </a:extLst>
            </p:cNvPr>
            <p:cNvSpPr/>
            <p:nvPr/>
          </p:nvSpPr>
          <p:spPr>
            <a:xfrm>
              <a:off x="10052900" y="3285888"/>
              <a:ext cx="90275" cy="211600"/>
            </a:xfrm>
            <a:custGeom>
              <a:avLst/>
              <a:gdLst/>
              <a:ahLst/>
              <a:cxnLst/>
              <a:rect l="l" t="t" r="r" b="b"/>
              <a:pathLst>
                <a:path w="3611" h="8464" fill="none" extrusionOk="0">
                  <a:moveTo>
                    <a:pt x="2808" y="0"/>
                  </a:moveTo>
                  <a:lnTo>
                    <a:pt x="2808" y="0"/>
                  </a:lnTo>
                  <a:lnTo>
                    <a:pt x="2547" y="0"/>
                  </a:lnTo>
                  <a:lnTo>
                    <a:pt x="2287" y="40"/>
                  </a:lnTo>
                  <a:lnTo>
                    <a:pt x="2046" y="100"/>
                  </a:lnTo>
                  <a:lnTo>
                    <a:pt x="1805" y="181"/>
                  </a:lnTo>
                  <a:lnTo>
                    <a:pt x="1565" y="281"/>
                  </a:lnTo>
                  <a:lnTo>
                    <a:pt x="1344" y="401"/>
                  </a:lnTo>
                  <a:lnTo>
                    <a:pt x="1143" y="522"/>
                  </a:lnTo>
                  <a:lnTo>
                    <a:pt x="943" y="682"/>
                  </a:lnTo>
                  <a:lnTo>
                    <a:pt x="762" y="842"/>
                  </a:lnTo>
                  <a:lnTo>
                    <a:pt x="602" y="1023"/>
                  </a:lnTo>
                  <a:lnTo>
                    <a:pt x="462" y="1224"/>
                  </a:lnTo>
                  <a:lnTo>
                    <a:pt x="321" y="1424"/>
                  </a:lnTo>
                  <a:lnTo>
                    <a:pt x="221" y="1645"/>
                  </a:lnTo>
                  <a:lnTo>
                    <a:pt x="121" y="1885"/>
                  </a:lnTo>
                  <a:lnTo>
                    <a:pt x="40" y="2126"/>
                  </a:lnTo>
                  <a:lnTo>
                    <a:pt x="0" y="2367"/>
                  </a:lnTo>
                  <a:lnTo>
                    <a:pt x="0" y="2367"/>
                  </a:lnTo>
                  <a:lnTo>
                    <a:pt x="241" y="2347"/>
                  </a:lnTo>
                  <a:lnTo>
                    <a:pt x="241" y="2347"/>
                  </a:lnTo>
                  <a:lnTo>
                    <a:pt x="421" y="2367"/>
                  </a:lnTo>
                  <a:lnTo>
                    <a:pt x="582" y="2387"/>
                  </a:lnTo>
                  <a:lnTo>
                    <a:pt x="722" y="2447"/>
                  </a:lnTo>
                  <a:lnTo>
                    <a:pt x="863" y="2507"/>
                  </a:lnTo>
                  <a:lnTo>
                    <a:pt x="1003" y="2607"/>
                  </a:lnTo>
                  <a:lnTo>
                    <a:pt x="1123" y="2708"/>
                  </a:lnTo>
                  <a:lnTo>
                    <a:pt x="1224" y="2828"/>
                  </a:lnTo>
                  <a:lnTo>
                    <a:pt x="1324" y="2968"/>
                  </a:lnTo>
                  <a:lnTo>
                    <a:pt x="1404" y="3129"/>
                  </a:lnTo>
                  <a:lnTo>
                    <a:pt x="1504" y="3289"/>
                  </a:lnTo>
                  <a:lnTo>
                    <a:pt x="1625" y="3630"/>
                  </a:lnTo>
                  <a:lnTo>
                    <a:pt x="1745" y="4031"/>
                  </a:lnTo>
                  <a:lnTo>
                    <a:pt x="1825" y="4452"/>
                  </a:lnTo>
                  <a:lnTo>
                    <a:pt x="1885" y="4894"/>
                  </a:lnTo>
                  <a:lnTo>
                    <a:pt x="1946" y="5335"/>
                  </a:lnTo>
                  <a:lnTo>
                    <a:pt x="1966" y="5776"/>
                  </a:lnTo>
                  <a:lnTo>
                    <a:pt x="1986" y="6197"/>
                  </a:lnTo>
                  <a:lnTo>
                    <a:pt x="2006" y="6979"/>
                  </a:lnTo>
                  <a:lnTo>
                    <a:pt x="2006" y="7621"/>
                  </a:lnTo>
                  <a:lnTo>
                    <a:pt x="2006" y="7621"/>
                  </a:lnTo>
                  <a:lnTo>
                    <a:pt x="2006" y="7942"/>
                  </a:lnTo>
                  <a:lnTo>
                    <a:pt x="1986" y="8343"/>
                  </a:lnTo>
                  <a:lnTo>
                    <a:pt x="1986" y="8343"/>
                  </a:lnTo>
                  <a:lnTo>
                    <a:pt x="2186" y="8383"/>
                  </a:lnTo>
                  <a:lnTo>
                    <a:pt x="2387" y="8423"/>
                  </a:lnTo>
                  <a:lnTo>
                    <a:pt x="2587" y="8443"/>
                  </a:lnTo>
                  <a:lnTo>
                    <a:pt x="2808" y="8463"/>
                  </a:lnTo>
                  <a:lnTo>
                    <a:pt x="2808" y="8463"/>
                  </a:lnTo>
                  <a:lnTo>
                    <a:pt x="3109" y="8443"/>
                  </a:lnTo>
                  <a:lnTo>
                    <a:pt x="3390" y="8403"/>
                  </a:lnTo>
                  <a:lnTo>
                    <a:pt x="3390" y="2006"/>
                  </a:lnTo>
                  <a:lnTo>
                    <a:pt x="3390" y="2006"/>
                  </a:lnTo>
                  <a:lnTo>
                    <a:pt x="3390" y="2006"/>
                  </a:lnTo>
                  <a:lnTo>
                    <a:pt x="3410" y="1524"/>
                  </a:lnTo>
                  <a:lnTo>
                    <a:pt x="3450" y="1043"/>
                  </a:lnTo>
                  <a:lnTo>
                    <a:pt x="3510" y="582"/>
                  </a:lnTo>
                  <a:lnTo>
                    <a:pt x="3610" y="121"/>
                  </a:lnTo>
                  <a:lnTo>
                    <a:pt x="3610" y="121"/>
                  </a:lnTo>
                  <a:lnTo>
                    <a:pt x="3410" y="60"/>
                  </a:lnTo>
                  <a:lnTo>
                    <a:pt x="3209" y="20"/>
                  </a:lnTo>
                  <a:lnTo>
                    <a:pt x="3009" y="0"/>
                  </a:lnTo>
                  <a:lnTo>
                    <a:pt x="280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42">
              <a:extLst>
                <a:ext uri="{FF2B5EF4-FFF2-40B4-BE49-F238E27FC236}">
                  <a16:creationId xmlns:a16="http://schemas.microsoft.com/office/drawing/2014/main" id="{1DBAEAB2-1352-7C4C-1ECC-D1B872DE9AF8}"/>
                </a:ext>
              </a:extLst>
            </p:cNvPr>
            <p:cNvSpPr/>
            <p:nvPr/>
          </p:nvSpPr>
          <p:spPr>
            <a:xfrm>
              <a:off x="10509125" y="2553388"/>
              <a:ext cx="265250" cy="142925"/>
            </a:xfrm>
            <a:custGeom>
              <a:avLst/>
              <a:gdLst/>
              <a:ahLst/>
              <a:cxnLst/>
              <a:rect l="l" t="t" r="r" b="b"/>
              <a:pathLst>
                <a:path w="10610" h="5717" extrusionOk="0">
                  <a:moveTo>
                    <a:pt x="2849" y="0"/>
                  </a:move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3149"/>
                  </a:lnTo>
                  <a:lnTo>
                    <a:pt x="61" y="3430"/>
                  </a:lnTo>
                  <a:lnTo>
                    <a:pt x="121" y="3711"/>
                  </a:lnTo>
                  <a:lnTo>
                    <a:pt x="222" y="3971"/>
                  </a:lnTo>
                  <a:lnTo>
                    <a:pt x="342" y="4212"/>
                  </a:lnTo>
                  <a:lnTo>
                    <a:pt x="482" y="4453"/>
                  </a:lnTo>
                  <a:lnTo>
                    <a:pt x="643" y="4673"/>
                  </a:lnTo>
                  <a:lnTo>
                    <a:pt x="823" y="4874"/>
                  </a:lnTo>
                  <a:lnTo>
                    <a:pt x="1024" y="5054"/>
                  </a:lnTo>
                  <a:lnTo>
                    <a:pt x="1244" y="5215"/>
                  </a:lnTo>
                  <a:lnTo>
                    <a:pt x="1485" y="5375"/>
                  </a:lnTo>
                  <a:lnTo>
                    <a:pt x="1746" y="5495"/>
                  </a:lnTo>
                  <a:lnTo>
                    <a:pt x="2006" y="5576"/>
                  </a:lnTo>
                  <a:lnTo>
                    <a:pt x="2267" y="5656"/>
                  </a:lnTo>
                  <a:lnTo>
                    <a:pt x="2548" y="5696"/>
                  </a:lnTo>
                  <a:lnTo>
                    <a:pt x="2849" y="5716"/>
                  </a:lnTo>
                  <a:lnTo>
                    <a:pt x="7742" y="5716"/>
                  </a:lnTo>
                  <a:lnTo>
                    <a:pt x="8043" y="5696"/>
                  </a:lnTo>
                  <a:lnTo>
                    <a:pt x="8324" y="5656"/>
                  </a:lnTo>
                  <a:lnTo>
                    <a:pt x="8604" y="5576"/>
                  </a:lnTo>
                  <a:lnTo>
                    <a:pt x="8865" y="5495"/>
                  </a:lnTo>
                  <a:lnTo>
                    <a:pt x="9106" y="5375"/>
                  </a:lnTo>
                  <a:lnTo>
                    <a:pt x="9346" y="5215"/>
                  </a:lnTo>
                  <a:lnTo>
                    <a:pt x="9567" y="5054"/>
                  </a:lnTo>
                  <a:lnTo>
                    <a:pt x="9767" y="4874"/>
                  </a:lnTo>
                  <a:lnTo>
                    <a:pt x="9888" y="4733"/>
                  </a:lnTo>
                  <a:lnTo>
                    <a:pt x="10048" y="4553"/>
                  </a:lnTo>
                  <a:lnTo>
                    <a:pt x="10189" y="4332"/>
                  </a:lnTo>
                  <a:lnTo>
                    <a:pt x="10309" y="4112"/>
                  </a:lnTo>
                  <a:lnTo>
                    <a:pt x="10409" y="3871"/>
                  </a:lnTo>
                  <a:lnTo>
                    <a:pt x="10489" y="3630"/>
                  </a:lnTo>
                  <a:lnTo>
                    <a:pt x="10550" y="3390"/>
                  </a:lnTo>
                  <a:lnTo>
                    <a:pt x="10590" y="3129"/>
                  </a:lnTo>
                  <a:lnTo>
                    <a:pt x="10610" y="2848"/>
                  </a:lnTo>
                  <a:lnTo>
                    <a:pt x="10590" y="2567"/>
                  </a:lnTo>
                  <a:lnTo>
                    <a:pt x="10550" y="2287"/>
                  </a:lnTo>
                  <a:lnTo>
                    <a:pt x="10469" y="2006"/>
                  </a:lnTo>
                  <a:lnTo>
                    <a:pt x="10369" y="1745"/>
                  </a:lnTo>
                  <a:lnTo>
                    <a:pt x="10249" y="1505"/>
                  </a:lnTo>
                  <a:lnTo>
                    <a:pt x="10108" y="1264"/>
                  </a:lnTo>
                  <a:lnTo>
                    <a:pt x="9948" y="1043"/>
                  </a:lnTo>
                  <a:lnTo>
                    <a:pt x="9767" y="843"/>
                  </a:lnTo>
                  <a:lnTo>
                    <a:pt x="9567" y="662"/>
                  </a:lnTo>
                  <a:lnTo>
                    <a:pt x="9346" y="482"/>
                  </a:lnTo>
                  <a:lnTo>
                    <a:pt x="9106" y="341"/>
                  </a:lnTo>
                  <a:lnTo>
                    <a:pt x="8865" y="221"/>
                  </a:lnTo>
                  <a:lnTo>
                    <a:pt x="8604" y="121"/>
                  </a:lnTo>
                  <a:lnTo>
                    <a:pt x="8324" y="61"/>
                  </a:lnTo>
                  <a:lnTo>
                    <a:pt x="8043" y="21"/>
                  </a:lnTo>
                  <a:lnTo>
                    <a:pt x="77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42">
              <a:extLst>
                <a:ext uri="{FF2B5EF4-FFF2-40B4-BE49-F238E27FC236}">
                  <a16:creationId xmlns:a16="http://schemas.microsoft.com/office/drawing/2014/main" id="{8A057EB1-8194-FC89-E74D-F72A48D6A4C6}"/>
                </a:ext>
              </a:extLst>
            </p:cNvPr>
            <p:cNvSpPr/>
            <p:nvPr/>
          </p:nvSpPr>
          <p:spPr>
            <a:xfrm>
              <a:off x="10509125" y="2553388"/>
              <a:ext cx="265250" cy="142925"/>
            </a:xfrm>
            <a:custGeom>
              <a:avLst/>
              <a:gdLst/>
              <a:ahLst/>
              <a:cxnLst/>
              <a:rect l="l" t="t" r="r" b="b"/>
              <a:pathLst>
                <a:path w="10610" h="5717" fill="none" extrusionOk="0">
                  <a:moveTo>
                    <a:pt x="10610" y="2848"/>
                  </a:moveTo>
                  <a:lnTo>
                    <a:pt x="10610" y="2848"/>
                  </a:lnTo>
                  <a:lnTo>
                    <a:pt x="10590" y="3129"/>
                  </a:lnTo>
                  <a:lnTo>
                    <a:pt x="10550" y="3390"/>
                  </a:lnTo>
                  <a:lnTo>
                    <a:pt x="10489" y="3630"/>
                  </a:lnTo>
                  <a:lnTo>
                    <a:pt x="10409" y="3871"/>
                  </a:lnTo>
                  <a:lnTo>
                    <a:pt x="10309" y="4112"/>
                  </a:lnTo>
                  <a:lnTo>
                    <a:pt x="10189" y="4332"/>
                  </a:lnTo>
                  <a:lnTo>
                    <a:pt x="10048" y="4553"/>
                  </a:lnTo>
                  <a:lnTo>
                    <a:pt x="9888" y="4733"/>
                  </a:lnTo>
                  <a:lnTo>
                    <a:pt x="9888" y="4733"/>
                  </a:lnTo>
                  <a:lnTo>
                    <a:pt x="9767" y="4874"/>
                  </a:lnTo>
                  <a:lnTo>
                    <a:pt x="9767" y="4874"/>
                  </a:lnTo>
                  <a:lnTo>
                    <a:pt x="9567" y="5054"/>
                  </a:lnTo>
                  <a:lnTo>
                    <a:pt x="9346" y="5215"/>
                  </a:lnTo>
                  <a:lnTo>
                    <a:pt x="9106" y="5375"/>
                  </a:lnTo>
                  <a:lnTo>
                    <a:pt x="8865" y="5495"/>
                  </a:lnTo>
                  <a:lnTo>
                    <a:pt x="8604" y="5576"/>
                  </a:lnTo>
                  <a:lnTo>
                    <a:pt x="8324" y="5656"/>
                  </a:lnTo>
                  <a:lnTo>
                    <a:pt x="8043" y="5696"/>
                  </a:lnTo>
                  <a:lnTo>
                    <a:pt x="7742" y="5716"/>
                  </a:lnTo>
                  <a:lnTo>
                    <a:pt x="2849" y="5716"/>
                  </a:lnTo>
                  <a:lnTo>
                    <a:pt x="2849" y="5716"/>
                  </a:lnTo>
                  <a:lnTo>
                    <a:pt x="2548" y="5696"/>
                  </a:lnTo>
                  <a:lnTo>
                    <a:pt x="2267" y="5656"/>
                  </a:lnTo>
                  <a:lnTo>
                    <a:pt x="2006" y="5576"/>
                  </a:lnTo>
                  <a:lnTo>
                    <a:pt x="1746" y="5495"/>
                  </a:lnTo>
                  <a:lnTo>
                    <a:pt x="1485" y="5375"/>
                  </a:lnTo>
                  <a:lnTo>
                    <a:pt x="1244" y="5215"/>
                  </a:lnTo>
                  <a:lnTo>
                    <a:pt x="1024" y="5054"/>
                  </a:lnTo>
                  <a:lnTo>
                    <a:pt x="823" y="4874"/>
                  </a:lnTo>
                  <a:lnTo>
                    <a:pt x="643" y="4673"/>
                  </a:lnTo>
                  <a:lnTo>
                    <a:pt x="482" y="4453"/>
                  </a:lnTo>
                  <a:lnTo>
                    <a:pt x="342" y="4212"/>
                  </a:lnTo>
                  <a:lnTo>
                    <a:pt x="222" y="3971"/>
                  </a:lnTo>
                  <a:lnTo>
                    <a:pt x="121" y="3711"/>
                  </a:lnTo>
                  <a:lnTo>
                    <a:pt x="61" y="3430"/>
                  </a:lnTo>
                  <a:lnTo>
                    <a:pt x="1" y="3149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1" y="2567"/>
                  </a:lnTo>
                  <a:lnTo>
                    <a:pt x="41" y="2287"/>
                  </a:lnTo>
                  <a:lnTo>
                    <a:pt x="121" y="2006"/>
                  </a:lnTo>
                  <a:lnTo>
                    <a:pt x="222" y="1745"/>
                  </a:lnTo>
                  <a:lnTo>
                    <a:pt x="342" y="1505"/>
                  </a:lnTo>
                  <a:lnTo>
                    <a:pt x="482" y="1264"/>
                  </a:lnTo>
                  <a:lnTo>
                    <a:pt x="643" y="1043"/>
                  </a:lnTo>
                  <a:lnTo>
                    <a:pt x="823" y="843"/>
                  </a:lnTo>
                  <a:lnTo>
                    <a:pt x="823" y="843"/>
                  </a:lnTo>
                  <a:lnTo>
                    <a:pt x="1024" y="642"/>
                  </a:lnTo>
                  <a:lnTo>
                    <a:pt x="1244" y="482"/>
                  </a:lnTo>
                  <a:lnTo>
                    <a:pt x="1485" y="341"/>
                  </a:lnTo>
                  <a:lnTo>
                    <a:pt x="1746" y="221"/>
                  </a:lnTo>
                  <a:lnTo>
                    <a:pt x="2006" y="121"/>
                  </a:lnTo>
                  <a:lnTo>
                    <a:pt x="2267" y="61"/>
                  </a:lnTo>
                  <a:lnTo>
                    <a:pt x="2568" y="21"/>
                  </a:lnTo>
                  <a:lnTo>
                    <a:pt x="2849" y="0"/>
                  </a:lnTo>
                  <a:lnTo>
                    <a:pt x="7742" y="0"/>
                  </a:lnTo>
                  <a:lnTo>
                    <a:pt x="7742" y="0"/>
                  </a:lnTo>
                  <a:lnTo>
                    <a:pt x="8043" y="21"/>
                  </a:lnTo>
                  <a:lnTo>
                    <a:pt x="8324" y="61"/>
                  </a:lnTo>
                  <a:lnTo>
                    <a:pt x="8604" y="121"/>
                  </a:lnTo>
                  <a:lnTo>
                    <a:pt x="8865" y="221"/>
                  </a:lnTo>
                  <a:lnTo>
                    <a:pt x="9106" y="341"/>
                  </a:lnTo>
                  <a:lnTo>
                    <a:pt x="9346" y="482"/>
                  </a:lnTo>
                  <a:lnTo>
                    <a:pt x="9567" y="662"/>
                  </a:lnTo>
                  <a:lnTo>
                    <a:pt x="9767" y="843"/>
                  </a:lnTo>
                  <a:lnTo>
                    <a:pt x="9948" y="1043"/>
                  </a:lnTo>
                  <a:lnTo>
                    <a:pt x="10108" y="1264"/>
                  </a:lnTo>
                  <a:lnTo>
                    <a:pt x="10249" y="1505"/>
                  </a:lnTo>
                  <a:lnTo>
                    <a:pt x="10369" y="1745"/>
                  </a:lnTo>
                  <a:lnTo>
                    <a:pt x="10469" y="2006"/>
                  </a:lnTo>
                  <a:lnTo>
                    <a:pt x="10550" y="2287"/>
                  </a:lnTo>
                  <a:lnTo>
                    <a:pt x="10590" y="2567"/>
                  </a:lnTo>
                  <a:lnTo>
                    <a:pt x="10610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42">
              <a:extLst>
                <a:ext uri="{FF2B5EF4-FFF2-40B4-BE49-F238E27FC236}">
                  <a16:creationId xmlns:a16="http://schemas.microsoft.com/office/drawing/2014/main" id="{D41B4313-FDD2-3A07-7FC7-FABBDBCACF6D}"/>
                </a:ext>
              </a:extLst>
            </p:cNvPr>
            <p:cNvSpPr/>
            <p:nvPr/>
          </p:nvSpPr>
          <p:spPr>
            <a:xfrm>
              <a:off x="10509125" y="2553388"/>
              <a:ext cx="97300" cy="97800"/>
            </a:xfrm>
            <a:custGeom>
              <a:avLst/>
              <a:gdLst/>
              <a:ahLst/>
              <a:cxnLst/>
              <a:rect l="l" t="t" r="r" b="b"/>
              <a:pathLst>
                <a:path w="3892" h="3912" extrusionOk="0">
                  <a:moveTo>
                    <a:pt x="2849" y="0"/>
                  </a:move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3129"/>
                  </a:lnTo>
                  <a:lnTo>
                    <a:pt x="41" y="3390"/>
                  </a:lnTo>
                  <a:lnTo>
                    <a:pt x="101" y="3650"/>
                  </a:lnTo>
                  <a:lnTo>
                    <a:pt x="201" y="3911"/>
                  </a:lnTo>
                  <a:lnTo>
                    <a:pt x="2889" y="3911"/>
                  </a:lnTo>
                  <a:lnTo>
                    <a:pt x="2768" y="3670"/>
                  </a:lnTo>
                  <a:lnTo>
                    <a:pt x="2688" y="3430"/>
                  </a:lnTo>
                  <a:lnTo>
                    <a:pt x="2628" y="3169"/>
                  </a:lnTo>
                  <a:lnTo>
                    <a:pt x="2608" y="2908"/>
                  </a:lnTo>
                  <a:lnTo>
                    <a:pt x="2608" y="2648"/>
                  </a:lnTo>
                  <a:lnTo>
                    <a:pt x="2648" y="2367"/>
                  </a:lnTo>
                  <a:lnTo>
                    <a:pt x="2688" y="2106"/>
                  </a:lnTo>
                  <a:lnTo>
                    <a:pt x="2748" y="1866"/>
                  </a:lnTo>
                  <a:lnTo>
                    <a:pt x="2829" y="1605"/>
                  </a:lnTo>
                  <a:lnTo>
                    <a:pt x="2929" y="1344"/>
                  </a:lnTo>
                  <a:lnTo>
                    <a:pt x="3049" y="1083"/>
                  </a:lnTo>
                  <a:lnTo>
                    <a:pt x="3190" y="843"/>
                  </a:lnTo>
                  <a:lnTo>
                    <a:pt x="3350" y="622"/>
                  </a:lnTo>
                  <a:lnTo>
                    <a:pt x="3510" y="402"/>
                  </a:lnTo>
                  <a:lnTo>
                    <a:pt x="3711" y="201"/>
                  </a:lnTo>
                  <a:lnTo>
                    <a:pt x="389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42">
              <a:extLst>
                <a:ext uri="{FF2B5EF4-FFF2-40B4-BE49-F238E27FC236}">
                  <a16:creationId xmlns:a16="http://schemas.microsoft.com/office/drawing/2014/main" id="{DAB5EF27-B5B7-7A8E-A3AD-92F2B67611EE}"/>
                </a:ext>
              </a:extLst>
            </p:cNvPr>
            <p:cNvSpPr/>
            <p:nvPr/>
          </p:nvSpPr>
          <p:spPr>
            <a:xfrm>
              <a:off x="10509125" y="2553388"/>
              <a:ext cx="97300" cy="97800"/>
            </a:xfrm>
            <a:custGeom>
              <a:avLst/>
              <a:gdLst/>
              <a:ahLst/>
              <a:cxnLst/>
              <a:rect l="l" t="t" r="r" b="b"/>
              <a:pathLst>
                <a:path w="3892" h="3912" fill="none" extrusionOk="0">
                  <a:moveTo>
                    <a:pt x="3892" y="0"/>
                  </a:moveTo>
                  <a:lnTo>
                    <a:pt x="2849" y="0"/>
                  </a:lnTo>
                  <a:lnTo>
                    <a:pt x="2849" y="0"/>
                  </a:ln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1" y="3129"/>
                  </a:lnTo>
                  <a:lnTo>
                    <a:pt x="41" y="3390"/>
                  </a:lnTo>
                  <a:lnTo>
                    <a:pt x="101" y="3650"/>
                  </a:lnTo>
                  <a:lnTo>
                    <a:pt x="201" y="3911"/>
                  </a:lnTo>
                  <a:lnTo>
                    <a:pt x="2889" y="3911"/>
                  </a:lnTo>
                  <a:lnTo>
                    <a:pt x="2889" y="3911"/>
                  </a:lnTo>
                  <a:lnTo>
                    <a:pt x="2768" y="3670"/>
                  </a:lnTo>
                  <a:lnTo>
                    <a:pt x="2688" y="3430"/>
                  </a:lnTo>
                  <a:lnTo>
                    <a:pt x="2628" y="3169"/>
                  </a:lnTo>
                  <a:lnTo>
                    <a:pt x="2608" y="2908"/>
                  </a:lnTo>
                  <a:lnTo>
                    <a:pt x="2608" y="2648"/>
                  </a:lnTo>
                  <a:lnTo>
                    <a:pt x="2648" y="2367"/>
                  </a:lnTo>
                  <a:lnTo>
                    <a:pt x="2688" y="2106"/>
                  </a:lnTo>
                  <a:lnTo>
                    <a:pt x="2748" y="1866"/>
                  </a:lnTo>
                  <a:lnTo>
                    <a:pt x="2748" y="1866"/>
                  </a:lnTo>
                  <a:lnTo>
                    <a:pt x="2829" y="1605"/>
                  </a:lnTo>
                  <a:lnTo>
                    <a:pt x="2929" y="1344"/>
                  </a:lnTo>
                  <a:lnTo>
                    <a:pt x="3049" y="1083"/>
                  </a:lnTo>
                  <a:lnTo>
                    <a:pt x="3190" y="843"/>
                  </a:lnTo>
                  <a:lnTo>
                    <a:pt x="3350" y="622"/>
                  </a:lnTo>
                  <a:lnTo>
                    <a:pt x="3510" y="402"/>
                  </a:lnTo>
                  <a:lnTo>
                    <a:pt x="3711" y="201"/>
                  </a:lnTo>
                  <a:lnTo>
                    <a:pt x="389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8428;p42">
              <a:extLst>
                <a:ext uri="{FF2B5EF4-FFF2-40B4-BE49-F238E27FC236}">
                  <a16:creationId xmlns:a16="http://schemas.microsoft.com/office/drawing/2014/main" id="{2221A172-EF3D-69BA-4300-B5870B7F582C}"/>
                </a:ext>
              </a:extLst>
            </p:cNvPr>
            <p:cNvSpPr/>
            <p:nvPr/>
          </p:nvSpPr>
          <p:spPr>
            <a:xfrm>
              <a:off x="10710175" y="2566413"/>
              <a:ext cx="43150" cy="46650"/>
            </a:xfrm>
            <a:custGeom>
              <a:avLst/>
              <a:gdLst/>
              <a:ahLst/>
              <a:cxnLst/>
              <a:rect l="l" t="t" r="r" b="b"/>
              <a:pathLst>
                <a:path w="1726" h="1866" extrusionOk="0">
                  <a:moveTo>
                    <a:pt x="261" y="1"/>
                  </a:moveTo>
                  <a:lnTo>
                    <a:pt x="181" y="21"/>
                  </a:lnTo>
                  <a:lnTo>
                    <a:pt x="101" y="61"/>
                  </a:lnTo>
                  <a:lnTo>
                    <a:pt x="61" y="121"/>
                  </a:lnTo>
                  <a:lnTo>
                    <a:pt x="21" y="181"/>
                  </a:lnTo>
                  <a:lnTo>
                    <a:pt x="1" y="262"/>
                  </a:lnTo>
                  <a:lnTo>
                    <a:pt x="1" y="342"/>
                  </a:lnTo>
                  <a:lnTo>
                    <a:pt x="41" y="422"/>
                  </a:lnTo>
                  <a:lnTo>
                    <a:pt x="101" y="502"/>
                  </a:lnTo>
                  <a:lnTo>
                    <a:pt x="181" y="582"/>
                  </a:lnTo>
                  <a:lnTo>
                    <a:pt x="362" y="723"/>
                  </a:lnTo>
                  <a:lnTo>
                    <a:pt x="542" y="863"/>
                  </a:lnTo>
                  <a:lnTo>
                    <a:pt x="643" y="943"/>
                  </a:lnTo>
                  <a:lnTo>
                    <a:pt x="723" y="1024"/>
                  </a:lnTo>
                  <a:lnTo>
                    <a:pt x="843" y="1204"/>
                  </a:lnTo>
                  <a:lnTo>
                    <a:pt x="943" y="1385"/>
                  </a:lnTo>
                  <a:lnTo>
                    <a:pt x="1044" y="1645"/>
                  </a:lnTo>
                  <a:lnTo>
                    <a:pt x="1124" y="1746"/>
                  </a:lnTo>
                  <a:lnTo>
                    <a:pt x="1184" y="1786"/>
                  </a:lnTo>
                  <a:lnTo>
                    <a:pt x="1244" y="1826"/>
                  </a:lnTo>
                  <a:lnTo>
                    <a:pt x="1324" y="1866"/>
                  </a:lnTo>
                  <a:lnTo>
                    <a:pt x="1425" y="1866"/>
                  </a:lnTo>
                  <a:lnTo>
                    <a:pt x="1525" y="1846"/>
                  </a:lnTo>
                  <a:lnTo>
                    <a:pt x="1565" y="1826"/>
                  </a:lnTo>
                  <a:lnTo>
                    <a:pt x="1605" y="1786"/>
                  </a:lnTo>
                  <a:lnTo>
                    <a:pt x="1645" y="1706"/>
                  </a:lnTo>
                  <a:lnTo>
                    <a:pt x="1685" y="1645"/>
                  </a:lnTo>
                  <a:lnTo>
                    <a:pt x="1725" y="1485"/>
                  </a:lnTo>
                  <a:lnTo>
                    <a:pt x="1705" y="1345"/>
                  </a:lnTo>
                  <a:lnTo>
                    <a:pt x="1665" y="1184"/>
                  </a:lnTo>
                  <a:lnTo>
                    <a:pt x="1605" y="1024"/>
                  </a:lnTo>
                  <a:lnTo>
                    <a:pt x="1525" y="883"/>
                  </a:lnTo>
                  <a:lnTo>
                    <a:pt x="1324" y="623"/>
                  </a:lnTo>
                  <a:lnTo>
                    <a:pt x="1224" y="502"/>
                  </a:lnTo>
                  <a:lnTo>
                    <a:pt x="1104" y="402"/>
                  </a:lnTo>
                  <a:lnTo>
                    <a:pt x="1004" y="322"/>
                  </a:lnTo>
                  <a:lnTo>
                    <a:pt x="883" y="242"/>
                  </a:lnTo>
                  <a:lnTo>
                    <a:pt x="622" y="121"/>
                  </a:lnTo>
                  <a:lnTo>
                    <a:pt x="342" y="21"/>
                  </a:lnTo>
                  <a:lnTo>
                    <a:pt x="26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8429;p42">
              <a:extLst>
                <a:ext uri="{FF2B5EF4-FFF2-40B4-BE49-F238E27FC236}">
                  <a16:creationId xmlns:a16="http://schemas.microsoft.com/office/drawing/2014/main" id="{53FECF87-5E38-5F4F-93F9-4E0679B0EC51}"/>
                </a:ext>
              </a:extLst>
            </p:cNvPr>
            <p:cNvSpPr/>
            <p:nvPr/>
          </p:nvSpPr>
          <p:spPr>
            <a:xfrm>
              <a:off x="10742775" y="2621563"/>
              <a:ext cx="12050" cy="12575"/>
            </a:xfrm>
            <a:custGeom>
              <a:avLst/>
              <a:gdLst/>
              <a:ahLst/>
              <a:cxnLst/>
              <a:rect l="l" t="t" r="r" b="b"/>
              <a:pathLst>
                <a:path w="482" h="503" extrusionOk="0">
                  <a:moveTo>
                    <a:pt x="241" y="1"/>
                  </a:moveTo>
                  <a:lnTo>
                    <a:pt x="181" y="21"/>
                  </a:lnTo>
                  <a:lnTo>
                    <a:pt x="121" y="41"/>
                  </a:lnTo>
                  <a:lnTo>
                    <a:pt x="40" y="101"/>
                  </a:lnTo>
                  <a:lnTo>
                    <a:pt x="20" y="181"/>
                  </a:lnTo>
                  <a:lnTo>
                    <a:pt x="0" y="242"/>
                  </a:lnTo>
                  <a:lnTo>
                    <a:pt x="0" y="322"/>
                  </a:lnTo>
                  <a:lnTo>
                    <a:pt x="40" y="402"/>
                  </a:lnTo>
                  <a:lnTo>
                    <a:pt x="81" y="462"/>
                  </a:lnTo>
                  <a:lnTo>
                    <a:pt x="161" y="502"/>
                  </a:lnTo>
                  <a:lnTo>
                    <a:pt x="321" y="502"/>
                  </a:lnTo>
                  <a:lnTo>
                    <a:pt x="381" y="462"/>
                  </a:lnTo>
                  <a:lnTo>
                    <a:pt x="442" y="402"/>
                  </a:lnTo>
                  <a:lnTo>
                    <a:pt x="462" y="322"/>
                  </a:lnTo>
                  <a:lnTo>
                    <a:pt x="482" y="242"/>
                  </a:lnTo>
                  <a:lnTo>
                    <a:pt x="462" y="181"/>
                  </a:lnTo>
                  <a:lnTo>
                    <a:pt x="421" y="101"/>
                  </a:lnTo>
                  <a:lnTo>
                    <a:pt x="361" y="41"/>
                  </a:lnTo>
                  <a:lnTo>
                    <a:pt x="301" y="21"/>
                  </a:lnTo>
                  <a:lnTo>
                    <a:pt x="24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8430;p42">
              <a:extLst>
                <a:ext uri="{FF2B5EF4-FFF2-40B4-BE49-F238E27FC236}">
                  <a16:creationId xmlns:a16="http://schemas.microsoft.com/office/drawing/2014/main" id="{26E08CDC-24AF-4292-9F1C-9258FD996E8D}"/>
                </a:ext>
              </a:extLst>
            </p:cNvPr>
            <p:cNvSpPr/>
            <p:nvPr/>
          </p:nvSpPr>
          <p:spPr>
            <a:xfrm>
              <a:off x="10391825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extrusionOk="0">
                  <a:moveTo>
                    <a:pt x="943" y="0"/>
                  </a:moveTo>
                  <a:lnTo>
                    <a:pt x="822" y="20"/>
                  </a:lnTo>
                  <a:lnTo>
                    <a:pt x="682" y="40"/>
                  </a:lnTo>
                  <a:lnTo>
                    <a:pt x="562" y="81"/>
                  </a:lnTo>
                  <a:lnTo>
                    <a:pt x="441" y="141"/>
                  </a:lnTo>
                  <a:lnTo>
                    <a:pt x="341" y="221"/>
                  </a:lnTo>
                  <a:lnTo>
                    <a:pt x="241" y="301"/>
                  </a:lnTo>
                  <a:lnTo>
                    <a:pt x="161" y="401"/>
                  </a:lnTo>
                  <a:lnTo>
                    <a:pt x="100" y="522"/>
                  </a:lnTo>
                  <a:lnTo>
                    <a:pt x="40" y="642"/>
                  </a:lnTo>
                  <a:lnTo>
                    <a:pt x="0" y="802"/>
                  </a:lnTo>
                  <a:lnTo>
                    <a:pt x="0" y="963"/>
                  </a:lnTo>
                  <a:lnTo>
                    <a:pt x="0" y="11572"/>
                  </a:lnTo>
                  <a:lnTo>
                    <a:pt x="0" y="11692"/>
                  </a:lnTo>
                  <a:lnTo>
                    <a:pt x="20" y="11812"/>
                  </a:lnTo>
                  <a:lnTo>
                    <a:pt x="60" y="11933"/>
                  </a:lnTo>
                  <a:lnTo>
                    <a:pt x="100" y="12013"/>
                  </a:lnTo>
                  <a:lnTo>
                    <a:pt x="161" y="12113"/>
                  </a:lnTo>
                  <a:lnTo>
                    <a:pt x="221" y="12193"/>
                  </a:lnTo>
                  <a:lnTo>
                    <a:pt x="361" y="12334"/>
                  </a:lnTo>
                  <a:lnTo>
                    <a:pt x="542" y="12434"/>
                  </a:lnTo>
                  <a:lnTo>
                    <a:pt x="742" y="12494"/>
                  </a:lnTo>
                  <a:lnTo>
                    <a:pt x="943" y="12514"/>
                  </a:lnTo>
                  <a:lnTo>
                    <a:pt x="1143" y="12494"/>
                  </a:lnTo>
                  <a:lnTo>
                    <a:pt x="1304" y="12474"/>
                  </a:lnTo>
                  <a:lnTo>
                    <a:pt x="1444" y="12414"/>
                  </a:lnTo>
                  <a:lnTo>
                    <a:pt x="1584" y="12334"/>
                  </a:lnTo>
                  <a:lnTo>
                    <a:pt x="1705" y="12214"/>
                  </a:lnTo>
                  <a:lnTo>
                    <a:pt x="1825" y="12093"/>
                  </a:lnTo>
                  <a:lnTo>
                    <a:pt x="1885" y="11953"/>
                  </a:lnTo>
                  <a:lnTo>
                    <a:pt x="1945" y="11772"/>
                  </a:lnTo>
                  <a:lnTo>
                    <a:pt x="1966" y="11572"/>
                  </a:lnTo>
                  <a:lnTo>
                    <a:pt x="1966" y="963"/>
                  </a:lnTo>
                  <a:lnTo>
                    <a:pt x="1945" y="823"/>
                  </a:lnTo>
                  <a:lnTo>
                    <a:pt x="1925" y="702"/>
                  </a:lnTo>
                  <a:lnTo>
                    <a:pt x="1905" y="582"/>
                  </a:lnTo>
                  <a:lnTo>
                    <a:pt x="1845" y="482"/>
                  </a:lnTo>
                  <a:lnTo>
                    <a:pt x="1785" y="381"/>
                  </a:lnTo>
                  <a:lnTo>
                    <a:pt x="1725" y="301"/>
                  </a:lnTo>
                  <a:lnTo>
                    <a:pt x="1645" y="241"/>
                  </a:lnTo>
                  <a:lnTo>
                    <a:pt x="1564" y="181"/>
                  </a:lnTo>
                  <a:lnTo>
                    <a:pt x="1444" y="101"/>
                  </a:lnTo>
                  <a:lnTo>
                    <a:pt x="1324" y="60"/>
                  </a:lnTo>
                  <a:lnTo>
                    <a:pt x="1203" y="20"/>
                  </a:lnTo>
                  <a:lnTo>
                    <a:pt x="108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8431;p42">
              <a:extLst>
                <a:ext uri="{FF2B5EF4-FFF2-40B4-BE49-F238E27FC236}">
                  <a16:creationId xmlns:a16="http://schemas.microsoft.com/office/drawing/2014/main" id="{1D49FD5C-6AAD-EC0F-7CC0-95969D7CF417}"/>
                </a:ext>
              </a:extLst>
            </p:cNvPr>
            <p:cNvSpPr/>
            <p:nvPr/>
          </p:nvSpPr>
          <p:spPr>
            <a:xfrm>
              <a:off x="10287025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7" y="281"/>
                  </a:lnTo>
                  <a:lnTo>
                    <a:pt x="1826" y="421"/>
                  </a:lnTo>
                  <a:lnTo>
                    <a:pt x="1545" y="602"/>
                  </a:lnTo>
                  <a:lnTo>
                    <a:pt x="1264" y="802"/>
                  </a:lnTo>
                  <a:lnTo>
                    <a:pt x="1024" y="1023"/>
                  </a:lnTo>
                  <a:lnTo>
                    <a:pt x="803" y="1284"/>
                  </a:lnTo>
                  <a:lnTo>
                    <a:pt x="602" y="1544"/>
                  </a:lnTo>
                  <a:lnTo>
                    <a:pt x="422" y="1825"/>
                  </a:lnTo>
                  <a:lnTo>
                    <a:pt x="282" y="2146"/>
                  </a:lnTo>
                  <a:lnTo>
                    <a:pt x="161" y="2467"/>
                  </a:lnTo>
                  <a:lnTo>
                    <a:pt x="61" y="2788"/>
                  </a:lnTo>
                  <a:lnTo>
                    <a:pt x="21" y="3149"/>
                  </a:lnTo>
                  <a:lnTo>
                    <a:pt x="1" y="3490"/>
                  </a:lnTo>
                  <a:lnTo>
                    <a:pt x="21" y="3790"/>
                  </a:lnTo>
                  <a:lnTo>
                    <a:pt x="10329" y="3790"/>
                  </a:lnTo>
                  <a:lnTo>
                    <a:pt x="10349" y="3490"/>
                  </a:lnTo>
                  <a:lnTo>
                    <a:pt x="10329" y="3149"/>
                  </a:lnTo>
                  <a:lnTo>
                    <a:pt x="10269" y="2788"/>
                  </a:lnTo>
                  <a:lnTo>
                    <a:pt x="10188" y="2467"/>
                  </a:lnTo>
                  <a:lnTo>
                    <a:pt x="10068" y="2146"/>
                  </a:lnTo>
                  <a:lnTo>
                    <a:pt x="9928" y="1825"/>
                  </a:lnTo>
                  <a:lnTo>
                    <a:pt x="9747" y="1544"/>
                  </a:lnTo>
                  <a:lnTo>
                    <a:pt x="9547" y="1284"/>
                  </a:lnTo>
                  <a:lnTo>
                    <a:pt x="9326" y="1023"/>
                  </a:lnTo>
                  <a:lnTo>
                    <a:pt x="9065" y="802"/>
                  </a:lnTo>
                  <a:lnTo>
                    <a:pt x="8805" y="602"/>
                  </a:lnTo>
                  <a:lnTo>
                    <a:pt x="8524" y="421"/>
                  </a:lnTo>
                  <a:lnTo>
                    <a:pt x="8223" y="281"/>
                  </a:lnTo>
                  <a:lnTo>
                    <a:pt x="7902" y="160"/>
                  </a:lnTo>
                  <a:lnTo>
                    <a:pt x="7561" y="80"/>
                  </a:lnTo>
                  <a:lnTo>
                    <a:pt x="7220" y="20"/>
                  </a:lnTo>
                  <a:lnTo>
                    <a:pt x="685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42">
              <a:extLst>
                <a:ext uri="{FF2B5EF4-FFF2-40B4-BE49-F238E27FC236}">
                  <a16:creationId xmlns:a16="http://schemas.microsoft.com/office/drawing/2014/main" id="{28783DEC-882F-6036-8404-7942AE98FF50}"/>
                </a:ext>
              </a:extLst>
            </p:cNvPr>
            <p:cNvSpPr/>
            <p:nvPr/>
          </p:nvSpPr>
          <p:spPr>
            <a:xfrm>
              <a:off x="10287025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fill="none" extrusionOk="0">
                  <a:moveTo>
                    <a:pt x="10349" y="3490"/>
                  </a:moveTo>
                  <a:lnTo>
                    <a:pt x="10349" y="3490"/>
                  </a:lnTo>
                  <a:lnTo>
                    <a:pt x="10329" y="3790"/>
                  </a:lnTo>
                  <a:lnTo>
                    <a:pt x="21" y="3790"/>
                  </a:lnTo>
                  <a:lnTo>
                    <a:pt x="21" y="3790"/>
                  </a:lnTo>
                  <a:lnTo>
                    <a:pt x="1" y="3490"/>
                  </a:lnTo>
                  <a:lnTo>
                    <a:pt x="1" y="3490"/>
                  </a:lnTo>
                  <a:lnTo>
                    <a:pt x="21" y="3149"/>
                  </a:lnTo>
                  <a:lnTo>
                    <a:pt x="61" y="2788"/>
                  </a:lnTo>
                  <a:lnTo>
                    <a:pt x="161" y="2467"/>
                  </a:lnTo>
                  <a:lnTo>
                    <a:pt x="282" y="2146"/>
                  </a:lnTo>
                  <a:lnTo>
                    <a:pt x="422" y="1825"/>
                  </a:lnTo>
                  <a:lnTo>
                    <a:pt x="602" y="1544"/>
                  </a:lnTo>
                  <a:lnTo>
                    <a:pt x="803" y="1284"/>
                  </a:lnTo>
                  <a:lnTo>
                    <a:pt x="1024" y="1023"/>
                  </a:lnTo>
                  <a:lnTo>
                    <a:pt x="1024" y="1023"/>
                  </a:lnTo>
                  <a:lnTo>
                    <a:pt x="1264" y="802"/>
                  </a:lnTo>
                  <a:lnTo>
                    <a:pt x="1545" y="602"/>
                  </a:lnTo>
                  <a:lnTo>
                    <a:pt x="1826" y="421"/>
                  </a:lnTo>
                  <a:lnTo>
                    <a:pt x="2127" y="281"/>
                  </a:lnTo>
                  <a:lnTo>
                    <a:pt x="2447" y="160"/>
                  </a:lnTo>
                  <a:lnTo>
                    <a:pt x="2788" y="80"/>
                  </a:lnTo>
                  <a:lnTo>
                    <a:pt x="3129" y="20"/>
                  </a:lnTo>
                  <a:lnTo>
                    <a:pt x="3490" y="0"/>
                  </a:lnTo>
                  <a:lnTo>
                    <a:pt x="6859" y="0"/>
                  </a:lnTo>
                  <a:lnTo>
                    <a:pt x="6859" y="0"/>
                  </a:lnTo>
                  <a:lnTo>
                    <a:pt x="7220" y="20"/>
                  </a:lnTo>
                  <a:lnTo>
                    <a:pt x="7561" y="80"/>
                  </a:lnTo>
                  <a:lnTo>
                    <a:pt x="7902" y="160"/>
                  </a:lnTo>
                  <a:lnTo>
                    <a:pt x="8223" y="281"/>
                  </a:lnTo>
                  <a:lnTo>
                    <a:pt x="8524" y="421"/>
                  </a:lnTo>
                  <a:lnTo>
                    <a:pt x="8805" y="602"/>
                  </a:lnTo>
                  <a:lnTo>
                    <a:pt x="9065" y="802"/>
                  </a:lnTo>
                  <a:lnTo>
                    <a:pt x="9326" y="1023"/>
                  </a:lnTo>
                  <a:lnTo>
                    <a:pt x="9547" y="1284"/>
                  </a:lnTo>
                  <a:lnTo>
                    <a:pt x="9747" y="1544"/>
                  </a:lnTo>
                  <a:lnTo>
                    <a:pt x="9928" y="1825"/>
                  </a:lnTo>
                  <a:lnTo>
                    <a:pt x="10068" y="2146"/>
                  </a:lnTo>
                  <a:lnTo>
                    <a:pt x="10188" y="2467"/>
                  </a:lnTo>
                  <a:lnTo>
                    <a:pt x="10269" y="2788"/>
                  </a:lnTo>
                  <a:lnTo>
                    <a:pt x="10329" y="3149"/>
                  </a:lnTo>
                  <a:lnTo>
                    <a:pt x="10349" y="34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42">
              <a:extLst>
                <a:ext uri="{FF2B5EF4-FFF2-40B4-BE49-F238E27FC236}">
                  <a16:creationId xmlns:a16="http://schemas.microsoft.com/office/drawing/2014/main" id="{633EB6FD-8B20-7048-020F-EC54C793B6A1}"/>
                </a:ext>
              </a:extLst>
            </p:cNvPr>
            <p:cNvSpPr/>
            <p:nvPr/>
          </p:nvSpPr>
          <p:spPr>
            <a:xfrm>
              <a:off x="10402850" y="4163263"/>
              <a:ext cx="18075" cy="6550"/>
            </a:xfrm>
            <a:custGeom>
              <a:avLst/>
              <a:gdLst/>
              <a:ahLst/>
              <a:cxnLst/>
              <a:rect l="l" t="t" r="r" b="b"/>
              <a:pathLst>
                <a:path w="723" h="262" fill="none" extrusionOk="0">
                  <a:moveTo>
                    <a:pt x="0" y="1"/>
                  </a:moveTo>
                  <a:lnTo>
                    <a:pt x="0" y="261"/>
                  </a:lnTo>
                  <a:lnTo>
                    <a:pt x="722" y="261"/>
                  </a:lnTo>
                  <a:lnTo>
                    <a:pt x="722" y="26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261" y="12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42">
              <a:extLst>
                <a:ext uri="{FF2B5EF4-FFF2-40B4-BE49-F238E27FC236}">
                  <a16:creationId xmlns:a16="http://schemas.microsoft.com/office/drawing/2014/main" id="{EE645F26-127F-F163-D60F-8831C80A2F25}"/>
                </a:ext>
              </a:extLst>
            </p:cNvPr>
            <p:cNvSpPr/>
            <p:nvPr/>
          </p:nvSpPr>
          <p:spPr>
            <a:xfrm>
              <a:off x="10478550" y="4103613"/>
              <a:ext cx="17075" cy="17575"/>
            </a:xfrm>
            <a:custGeom>
              <a:avLst/>
              <a:gdLst/>
              <a:ahLst/>
              <a:cxnLst/>
              <a:rect l="l" t="t" r="r" b="b"/>
              <a:pathLst>
                <a:path w="683" h="703" extrusionOk="0">
                  <a:moveTo>
                    <a:pt x="261" y="0"/>
                  </a:moveTo>
                  <a:lnTo>
                    <a:pt x="201" y="20"/>
                  </a:lnTo>
                  <a:lnTo>
                    <a:pt x="141" y="60"/>
                  </a:lnTo>
                  <a:lnTo>
                    <a:pt x="81" y="100"/>
                  </a:lnTo>
                  <a:lnTo>
                    <a:pt x="41" y="161"/>
                  </a:lnTo>
                  <a:lnTo>
                    <a:pt x="21" y="221"/>
                  </a:lnTo>
                  <a:lnTo>
                    <a:pt x="1" y="341"/>
                  </a:lnTo>
                  <a:lnTo>
                    <a:pt x="21" y="481"/>
                  </a:lnTo>
                  <a:lnTo>
                    <a:pt x="41" y="542"/>
                  </a:lnTo>
                  <a:lnTo>
                    <a:pt x="81" y="602"/>
                  </a:lnTo>
                  <a:lnTo>
                    <a:pt x="141" y="642"/>
                  </a:lnTo>
                  <a:lnTo>
                    <a:pt x="201" y="662"/>
                  </a:lnTo>
                  <a:lnTo>
                    <a:pt x="261" y="702"/>
                  </a:lnTo>
                  <a:lnTo>
                    <a:pt x="422" y="702"/>
                  </a:lnTo>
                  <a:lnTo>
                    <a:pt x="502" y="662"/>
                  </a:lnTo>
                  <a:lnTo>
                    <a:pt x="542" y="642"/>
                  </a:lnTo>
                  <a:lnTo>
                    <a:pt x="602" y="602"/>
                  </a:lnTo>
                  <a:lnTo>
                    <a:pt x="642" y="542"/>
                  </a:lnTo>
                  <a:lnTo>
                    <a:pt x="662" y="481"/>
                  </a:lnTo>
                  <a:lnTo>
                    <a:pt x="682" y="341"/>
                  </a:lnTo>
                  <a:lnTo>
                    <a:pt x="662" y="221"/>
                  </a:lnTo>
                  <a:lnTo>
                    <a:pt x="642" y="161"/>
                  </a:lnTo>
                  <a:lnTo>
                    <a:pt x="602" y="100"/>
                  </a:lnTo>
                  <a:lnTo>
                    <a:pt x="542" y="60"/>
                  </a:lnTo>
                  <a:lnTo>
                    <a:pt x="502" y="20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42">
              <a:extLst>
                <a:ext uri="{FF2B5EF4-FFF2-40B4-BE49-F238E27FC236}">
                  <a16:creationId xmlns:a16="http://schemas.microsoft.com/office/drawing/2014/main" id="{E65E0FFA-5226-A3B0-714D-3CBC4368F706}"/>
                </a:ext>
              </a:extLst>
            </p:cNvPr>
            <p:cNvSpPr/>
            <p:nvPr/>
          </p:nvSpPr>
          <p:spPr>
            <a:xfrm>
              <a:off x="10310600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extrusionOk="0">
                  <a:moveTo>
                    <a:pt x="2567" y="0"/>
                  </a:moveTo>
                  <a:lnTo>
                    <a:pt x="2287" y="60"/>
                  </a:lnTo>
                  <a:lnTo>
                    <a:pt x="2006" y="121"/>
                  </a:lnTo>
                  <a:lnTo>
                    <a:pt x="1745" y="221"/>
                  </a:lnTo>
                  <a:lnTo>
                    <a:pt x="1504" y="341"/>
                  </a:lnTo>
                  <a:lnTo>
                    <a:pt x="1264" y="482"/>
                  </a:lnTo>
                  <a:lnTo>
                    <a:pt x="1043" y="642"/>
                  </a:lnTo>
                  <a:lnTo>
                    <a:pt x="843" y="823"/>
                  </a:lnTo>
                  <a:lnTo>
                    <a:pt x="642" y="1043"/>
                  </a:lnTo>
                  <a:lnTo>
                    <a:pt x="482" y="1244"/>
                  </a:lnTo>
                  <a:lnTo>
                    <a:pt x="341" y="1484"/>
                  </a:lnTo>
                  <a:lnTo>
                    <a:pt x="221" y="1745"/>
                  </a:lnTo>
                  <a:lnTo>
                    <a:pt x="121" y="2006"/>
                  </a:lnTo>
                  <a:lnTo>
                    <a:pt x="61" y="2266"/>
                  </a:lnTo>
                  <a:lnTo>
                    <a:pt x="20" y="2547"/>
                  </a:lnTo>
                  <a:lnTo>
                    <a:pt x="0" y="2848"/>
                  </a:lnTo>
                  <a:lnTo>
                    <a:pt x="20" y="3209"/>
                  </a:lnTo>
                  <a:lnTo>
                    <a:pt x="81" y="3570"/>
                  </a:lnTo>
                  <a:lnTo>
                    <a:pt x="201" y="3891"/>
                  </a:lnTo>
                  <a:lnTo>
                    <a:pt x="341" y="4212"/>
                  </a:lnTo>
                  <a:lnTo>
                    <a:pt x="522" y="4493"/>
                  </a:lnTo>
                  <a:lnTo>
                    <a:pt x="742" y="4773"/>
                  </a:lnTo>
                  <a:lnTo>
                    <a:pt x="983" y="5014"/>
                  </a:lnTo>
                  <a:lnTo>
                    <a:pt x="1244" y="5215"/>
                  </a:lnTo>
                  <a:lnTo>
                    <a:pt x="1424" y="5315"/>
                  </a:lnTo>
                  <a:lnTo>
                    <a:pt x="1605" y="5415"/>
                  </a:lnTo>
                  <a:lnTo>
                    <a:pt x="1805" y="5515"/>
                  </a:lnTo>
                  <a:lnTo>
                    <a:pt x="2006" y="5575"/>
                  </a:lnTo>
                  <a:lnTo>
                    <a:pt x="2206" y="5636"/>
                  </a:lnTo>
                  <a:lnTo>
                    <a:pt x="2427" y="5676"/>
                  </a:lnTo>
                  <a:lnTo>
                    <a:pt x="2627" y="5696"/>
                  </a:lnTo>
                  <a:lnTo>
                    <a:pt x="5896" y="5696"/>
                  </a:lnTo>
                  <a:lnTo>
                    <a:pt x="6177" y="5656"/>
                  </a:lnTo>
                  <a:lnTo>
                    <a:pt x="6458" y="5575"/>
                  </a:lnTo>
                  <a:lnTo>
                    <a:pt x="6719" y="5475"/>
                  </a:lnTo>
                  <a:lnTo>
                    <a:pt x="6959" y="5355"/>
                  </a:lnTo>
                  <a:lnTo>
                    <a:pt x="7200" y="5215"/>
                  </a:lnTo>
                  <a:lnTo>
                    <a:pt x="7421" y="5054"/>
                  </a:lnTo>
                  <a:lnTo>
                    <a:pt x="7621" y="4874"/>
                  </a:lnTo>
                  <a:lnTo>
                    <a:pt x="7781" y="4693"/>
                  </a:lnTo>
                  <a:lnTo>
                    <a:pt x="7942" y="4513"/>
                  </a:lnTo>
                  <a:lnTo>
                    <a:pt x="8062" y="4312"/>
                  </a:lnTo>
                  <a:lnTo>
                    <a:pt x="8183" y="4091"/>
                  </a:lnTo>
                  <a:lnTo>
                    <a:pt x="8283" y="3871"/>
                  </a:lnTo>
                  <a:lnTo>
                    <a:pt x="8343" y="3630"/>
                  </a:lnTo>
                  <a:lnTo>
                    <a:pt x="8403" y="3390"/>
                  </a:lnTo>
                  <a:lnTo>
                    <a:pt x="8443" y="3149"/>
                  </a:lnTo>
                  <a:lnTo>
                    <a:pt x="8463" y="2848"/>
                  </a:lnTo>
                  <a:lnTo>
                    <a:pt x="8443" y="2567"/>
                  </a:lnTo>
                  <a:lnTo>
                    <a:pt x="8403" y="2266"/>
                  </a:lnTo>
                  <a:lnTo>
                    <a:pt x="8323" y="2006"/>
                  </a:lnTo>
                  <a:lnTo>
                    <a:pt x="8243" y="1745"/>
                  </a:lnTo>
                  <a:lnTo>
                    <a:pt x="8122" y="1484"/>
                  </a:lnTo>
                  <a:lnTo>
                    <a:pt x="7982" y="1244"/>
                  </a:lnTo>
                  <a:lnTo>
                    <a:pt x="7802" y="1043"/>
                  </a:lnTo>
                  <a:lnTo>
                    <a:pt x="7621" y="823"/>
                  </a:lnTo>
                  <a:lnTo>
                    <a:pt x="7421" y="642"/>
                  </a:lnTo>
                  <a:lnTo>
                    <a:pt x="7200" y="482"/>
                  </a:lnTo>
                  <a:lnTo>
                    <a:pt x="6959" y="341"/>
                  </a:lnTo>
                  <a:lnTo>
                    <a:pt x="6719" y="221"/>
                  </a:lnTo>
                  <a:lnTo>
                    <a:pt x="6458" y="121"/>
                  </a:lnTo>
                  <a:lnTo>
                    <a:pt x="6177" y="60"/>
                  </a:lnTo>
                  <a:lnTo>
                    <a:pt x="58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42">
              <a:extLst>
                <a:ext uri="{FF2B5EF4-FFF2-40B4-BE49-F238E27FC236}">
                  <a16:creationId xmlns:a16="http://schemas.microsoft.com/office/drawing/2014/main" id="{DE058A2D-B5DA-08B4-83D0-9AA0EC5E2F9A}"/>
                </a:ext>
              </a:extLst>
            </p:cNvPr>
            <p:cNvSpPr/>
            <p:nvPr/>
          </p:nvSpPr>
          <p:spPr>
            <a:xfrm>
              <a:off x="10310600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fill="none" extrusionOk="0">
                  <a:moveTo>
                    <a:pt x="8463" y="2848"/>
                  </a:moveTo>
                  <a:lnTo>
                    <a:pt x="8463" y="2848"/>
                  </a:lnTo>
                  <a:lnTo>
                    <a:pt x="8443" y="3149"/>
                  </a:lnTo>
                  <a:lnTo>
                    <a:pt x="8443" y="3149"/>
                  </a:lnTo>
                  <a:lnTo>
                    <a:pt x="8403" y="3390"/>
                  </a:lnTo>
                  <a:lnTo>
                    <a:pt x="8343" y="3630"/>
                  </a:lnTo>
                  <a:lnTo>
                    <a:pt x="8283" y="3871"/>
                  </a:lnTo>
                  <a:lnTo>
                    <a:pt x="8183" y="4091"/>
                  </a:lnTo>
                  <a:lnTo>
                    <a:pt x="8062" y="4312"/>
                  </a:lnTo>
                  <a:lnTo>
                    <a:pt x="7942" y="4513"/>
                  </a:lnTo>
                  <a:lnTo>
                    <a:pt x="7781" y="4693"/>
                  </a:lnTo>
                  <a:lnTo>
                    <a:pt x="7621" y="4874"/>
                  </a:lnTo>
                  <a:lnTo>
                    <a:pt x="7621" y="4874"/>
                  </a:lnTo>
                  <a:lnTo>
                    <a:pt x="7421" y="5054"/>
                  </a:lnTo>
                  <a:lnTo>
                    <a:pt x="7200" y="5215"/>
                  </a:lnTo>
                  <a:lnTo>
                    <a:pt x="6959" y="5355"/>
                  </a:lnTo>
                  <a:lnTo>
                    <a:pt x="6719" y="5475"/>
                  </a:lnTo>
                  <a:lnTo>
                    <a:pt x="6458" y="5575"/>
                  </a:lnTo>
                  <a:lnTo>
                    <a:pt x="6177" y="5656"/>
                  </a:lnTo>
                  <a:lnTo>
                    <a:pt x="5896" y="5696"/>
                  </a:lnTo>
                  <a:lnTo>
                    <a:pt x="5596" y="5696"/>
                  </a:lnTo>
                  <a:lnTo>
                    <a:pt x="2848" y="5696"/>
                  </a:lnTo>
                  <a:lnTo>
                    <a:pt x="2848" y="5696"/>
                  </a:lnTo>
                  <a:lnTo>
                    <a:pt x="2627" y="5696"/>
                  </a:lnTo>
                  <a:lnTo>
                    <a:pt x="2427" y="5676"/>
                  </a:lnTo>
                  <a:lnTo>
                    <a:pt x="2206" y="5636"/>
                  </a:lnTo>
                  <a:lnTo>
                    <a:pt x="2006" y="5575"/>
                  </a:lnTo>
                  <a:lnTo>
                    <a:pt x="1805" y="5515"/>
                  </a:lnTo>
                  <a:lnTo>
                    <a:pt x="1605" y="5415"/>
                  </a:lnTo>
                  <a:lnTo>
                    <a:pt x="1424" y="5315"/>
                  </a:lnTo>
                  <a:lnTo>
                    <a:pt x="1244" y="5215"/>
                  </a:lnTo>
                  <a:lnTo>
                    <a:pt x="1244" y="5215"/>
                  </a:lnTo>
                  <a:lnTo>
                    <a:pt x="983" y="5014"/>
                  </a:lnTo>
                  <a:lnTo>
                    <a:pt x="742" y="4773"/>
                  </a:lnTo>
                  <a:lnTo>
                    <a:pt x="522" y="4493"/>
                  </a:lnTo>
                  <a:lnTo>
                    <a:pt x="341" y="4212"/>
                  </a:lnTo>
                  <a:lnTo>
                    <a:pt x="201" y="3891"/>
                  </a:lnTo>
                  <a:lnTo>
                    <a:pt x="81" y="3570"/>
                  </a:lnTo>
                  <a:lnTo>
                    <a:pt x="20" y="3209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547"/>
                  </a:lnTo>
                  <a:lnTo>
                    <a:pt x="61" y="2266"/>
                  </a:lnTo>
                  <a:lnTo>
                    <a:pt x="121" y="2006"/>
                  </a:lnTo>
                  <a:lnTo>
                    <a:pt x="221" y="1745"/>
                  </a:lnTo>
                  <a:lnTo>
                    <a:pt x="341" y="1484"/>
                  </a:lnTo>
                  <a:lnTo>
                    <a:pt x="482" y="1244"/>
                  </a:lnTo>
                  <a:lnTo>
                    <a:pt x="642" y="1043"/>
                  </a:lnTo>
                  <a:lnTo>
                    <a:pt x="843" y="823"/>
                  </a:lnTo>
                  <a:lnTo>
                    <a:pt x="843" y="823"/>
                  </a:lnTo>
                  <a:lnTo>
                    <a:pt x="1043" y="642"/>
                  </a:lnTo>
                  <a:lnTo>
                    <a:pt x="1264" y="482"/>
                  </a:lnTo>
                  <a:lnTo>
                    <a:pt x="1504" y="341"/>
                  </a:lnTo>
                  <a:lnTo>
                    <a:pt x="1745" y="221"/>
                  </a:lnTo>
                  <a:lnTo>
                    <a:pt x="2006" y="121"/>
                  </a:lnTo>
                  <a:lnTo>
                    <a:pt x="2287" y="60"/>
                  </a:lnTo>
                  <a:lnTo>
                    <a:pt x="2567" y="0"/>
                  </a:lnTo>
                  <a:lnTo>
                    <a:pt x="2848" y="0"/>
                  </a:lnTo>
                  <a:lnTo>
                    <a:pt x="5596" y="0"/>
                  </a:lnTo>
                  <a:lnTo>
                    <a:pt x="5596" y="0"/>
                  </a:lnTo>
                  <a:lnTo>
                    <a:pt x="5896" y="0"/>
                  </a:lnTo>
                  <a:lnTo>
                    <a:pt x="6177" y="60"/>
                  </a:lnTo>
                  <a:lnTo>
                    <a:pt x="6458" y="121"/>
                  </a:lnTo>
                  <a:lnTo>
                    <a:pt x="6719" y="221"/>
                  </a:lnTo>
                  <a:lnTo>
                    <a:pt x="6959" y="341"/>
                  </a:lnTo>
                  <a:lnTo>
                    <a:pt x="7200" y="482"/>
                  </a:lnTo>
                  <a:lnTo>
                    <a:pt x="7421" y="642"/>
                  </a:lnTo>
                  <a:lnTo>
                    <a:pt x="7621" y="823"/>
                  </a:lnTo>
                  <a:lnTo>
                    <a:pt x="7802" y="1043"/>
                  </a:lnTo>
                  <a:lnTo>
                    <a:pt x="7982" y="1244"/>
                  </a:lnTo>
                  <a:lnTo>
                    <a:pt x="8122" y="1484"/>
                  </a:lnTo>
                  <a:lnTo>
                    <a:pt x="8243" y="1745"/>
                  </a:lnTo>
                  <a:lnTo>
                    <a:pt x="8323" y="2006"/>
                  </a:lnTo>
                  <a:lnTo>
                    <a:pt x="8403" y="2266"/>
                  </a:lnTo>
                  <a:lnTo>
                    <a:pt x="8443" y="2567"/>
                  </a:lnTo>
                  <a:lnTo>
                    <a:pt x="8463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42">
              <a:extLst>
                <a:ext uri="{FF2B5EF4-FFF2-40B4-BE49-F238E27FC236}">
                  <a16:creationId xmlns:a16="http://schemas.microsoft.com/office/drawing/2014/main" id="{1966D476-A062-1494-35ED-679D821D31FA}"/>
                </a:ext>
              </a:extLst>
            </p:cNvPr>
            <p:cNvSpPr/>
            <p:nvPr/>
          </p:nvSpPr>
          <p:spPr>
            <a:xfrm>
              <a:off x="10310600" y="3828363"/>
              <a:ext cx="211600" cy="76225"/>
            </a:xfrm>
            <a:custGeom>
              <a:avLst/>
              <a:gdLst/>
              <a:ahLst/>
              <a:cxnLst/>
              <a:rect l="l" t="t" r="r" b="b"/>
              <a:pathLst>
                <a:path w="8464" h="3049" extrusionOk="0">
                  <a:moveTo>
                    <a:pt x="81" y="0"/>
                  </a:moveTo>
                  <a:lnTo>
                    <a:pt x="20" y="341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81" y="1404"/>
                  </a:lnTo>
                  <a:lnTo>
                    <a:pt x="201" y="1725"/>
                  </a:lnTo>
                  <a:lnTo>
                    <a:pt x="341" y="2046"/>
                  </a:lnTo>
                  <a:lnTo>
                    <a:pt x="522" y="2327"/>
                  </a:lnTo>
                  <a:lnTo>
                    <a:pt x="742" y="2607"/>
                  </a:lnTo>
                  <a:lnTo>
                    <a:pt x="983" y="2848"/>
                  </a:lnTo>
                  <a:lnTo>
                    <a:pt x="1244" y="3049"/>
                  </a:lnTo>
                  <a:lnTo>
                    <a:pt x="1364" y="2828"/>
                  </a:lnTo>
                  <a:lnTo>
                    <a:pt x="1524" y="2627"/>
                  </a:lnTo>
                  <a:lnTo>
                    <a:pt x="1705" y="2427"/>
                  </a:lnTo>
                  <a:lnTo>
                    <a:pt x="1926" y="2266"/>
                  </a:lnTo>
                  <a:lnTo>
                    <a:pt x="2146" y="2106"/>
                  </a:lnTo>
                  <a:lnTo>
                    <a:pt x="2407" y="1946"/>
                  </a:lnTo>
                  <a:lnTo>
                    <a:pt x="2668" y="1805"/>
                  </a:lnTo>
                  <a:lnTo>
                    <a:pt x="2948" y="1685"/>
                  </a:lnTo>
                  <a:lnTo>
                    <a:pt x="3229" y="1564"/>
                  </a:lnTo>
                  <a:lnTo>
                    <a:pt x="3510" y="1464"/>
                  </a:lnTo>
                  <a:lnTo>
                    <a:pt x="4071" y="1304"/>
                  </a:lnTo>
                  <a:lnTo>
                    <a:pt x="4573" y="1183"/>
                  </a:lnTo>
                  <a:lnTo>
                    <a:pt x="5034" y="1083"/>
                  </a:lnTo>
                  <a:lnTo>
                    <a:pt x="5535" y="1023"/>
                  </a:lnTo>
                  <a:lnTo>
                    <a:pt x="6057" y="963"/>
                  </a:lnTo>
                  <a:lnTo>
                    <a:pt x="6558" y="943"/>
                  </a:lnTo>
                  <a:lnTo>
                    <a:pt x="7080" y="923"/>
                  </a:lnTo>
                  <a:lnTo>
                    <a:pt x="7761" y="943"/>
                  </a:lnTo>
                  <a:lnTo>
                    <a:pt x="8443" y="983"/>
                  </a:lnTo>
                  <a:lnTo>
                    <a:pt x="8463" y="682"/>
                  </a:lnTo>
                  <a:lnTo>
                    <a:pt x="8443" y="381"/>
                  </a:lnTo>
                  <a:lnTo>
                    <a:pt x="8403" y="80"/>
                  </a:lnTo>
                  <a:lnTo>
                    <a:pt x="1023" y="80"/>
                  </a:lnTo>
                  <a:lnTo>
                    <a:pt x="702" y="6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42">
              <a:extLst>
                <a:ext uri="{FF2B5EF4-FFF2-40B4-BE49-F238E27FC236}">
                  <a16:creationId xmlns:a16="http://schemas.microsoft.com/office/drawing/2014/main" id="{B68017E6-7968-E775-7832-672C935CD5E5}"/>
                </a:ext>
              </a:extLst>
            </p:cNvPr>
            <p:cNvSpPr/>
            <p:nvPr/>
          </p:nvSpPr>
          <p:spPr>
            <a:xfrm>
              <a:off x="10310600" y="3828363"/>
              <a:ext cx="211600" cy="76225"/>
            </a:xfrm>
            <a:custGeom>
              <a:avLst/>
              <a:gdLst/>
              <a:ahLst/>
              <a:cxnLst/>
              <a:rect l="l" t="t" r="r" b="b"/>
              <a:pathLst>
                <a:path w="8464" h="3049" fill="none" extrusionOk="0">
                  <a:moveTo>
                    <a:pt x="81" y="0"/>
                  </a:moveTo>
                  <a:lnTo>
                    <a:pt x="81" y="0"/>
                  </a:lnTo>
                  <a:lnTo>
                    <a:pt x="20" y="341"/>
                  </a:lnTo>
                  <a:lnTo>
                    <a:pt x="0" y="682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81" y="1404"/>
                  </a:lnTo>
                  <a:lnTo>
                    <a:pt x="201" y="1725"/>
                  </a:lnTo>
                  <a:lnTo>
                    <a:pt x="341" y="2046"/>
                  </a:lnTo>
                  <a:lnTo>
                    <a:pt x="522" y="2327"/>
                  </a:lnTo>
                  <a:lnTo>
                    <a:pt x="742" y="2607"/>
                  </a:lnTo>
                  <a:lnTo>
                    <a:pt x="983" y="2848"/>
                  </a:lnTo>
                  <a:lnTo>
                    <a:pt x="1244" y="3049"/>
                  </a:lnTo>
                  <a:lnTo>
                    <a:pt x="1244" y="3049"/>
                  </a:lnTo>
                  <a:lnTo>
                    <a:pt x="1364" y="2828"/>
                  </a:lnTo>
                  <a:lnTo>
                    <a:pt x="1524" y="2627"/>
                  </a:lnTo>
                  <a:lnTo>
                    <a:pt x="1705" y="2427"/>
                  </a:lnTo>
                  <a:lnTo>
                    <a:pt x="1926" y="2266"/>
                  </a:lnTo>
                  <a:lnTo>
                    <a:pt x="2146" y="2106"/>
                  </a:lnTo>
                  <a:lnTo>
                    <a:pt x="2407" y="1946"/>
                  </a:lnTo>
                  <a:lnTo>
                    <a:pt x="2668" y="1805"/>
                  </a:lnTo>
                  <a:lnTo>
                    <a:pt x="2948" y="1685"/>
                  </a:lnTo>
                  <a:lnTo>
                    <a:pt x="3229" y="1564"/>
                  </a:lnTo>
                  <a:lnTo>
                    <a:pt x="3510" y="1464"/>
                  </a:lnTo>
                  <a:lnTo>
                    <a:pt x="4071" y="1304"/>
                  </a:lnTo>
                  <a:lnTo>
                    <a:pt x="4573" y="1183"/>
                  </a:lnTo>
                  <a:lnTo>
                    <a:pt x="5034" y="1083"/>
                  </a:lnTo>
                  <a:lnTo>
                    <a:pt x="5034" y="1083"/>
                  </a:lnTo>
                  <a:lnTo>
                    <a:pt x="5535" y="1023"/>
                  </a:lnTo>
                  <a:lnTo>
                    <a:pt x="6057" y="963"/>
                  </a:lnTo>
                  <a:lnTo>
                    <a:pt x="6558" y="943"/>
                  </a:lnTo>
                  <a:lnTo>
                    <a:pt x="7080" y="923"/>
                  </a:lnTo>
                  <a:lnTo>
                    <a:pt x="7080" y="923"/>
                  </a:lnTo>
                  <a:lnTo>
                    <a:pt x="7761" y="943"/>
                  </a:lnTo>
                  <a:lnTo>
                    <a:pt x="8443" y="983"/>
                  </a:lnTo>
                  <a:lnTo>
                    <a:pt x="8443" y="983"/>
                  </a:lnTo>
                  <a:lnTo>
                    <a:pt x="8463" y="682"/>
                  </a:lnTo>
                  <a:lnTo>
                    <a:pt x="8463" y="682"/>
                  </a:lnTo>
                  <a:lnTo>
                    <a:pt x="8443" y="381"/>
                  </a:lnTo>
                  <a:lnTo>
                    <a:pt x="8403" y="80"/>
                  </a:lnTo>
                  <a:lnTo>
                    <a:pt x="1344" y="80"/>
                  </a:lnTo>
                  <a:lnTo>
                    <a:pt x="1344" y="80"/>
                  </a:lnTo>
                  <a:lnTo>
                    <a:pt x="1023" y="80"/>
                  </a:lnTo>
                  <a:lnTo>
                    <a:pt x="702" y="60"/>
                  </a:lnTo>
                  <a:lnTo>
                    <a:pt x="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42">
              <a:extLst>
                <a:ext uri="{FF2B5EF4-FFF2-40B4-BE49-F238E27FC236}">
                  <a16:creationId xmlns:a16="http://schemas.microsoft.com/office/drawing/2014/main" id="{46CBAAAB-0C2E-ACAE-DFB0-0888B8531083}"/>
                </a:ext>
              </a:extLst>
            </p:cNvPr>
            <p:cNvSpPr/>
            <p:nvPr/>
          </p:nvSpPr>
          <p:spPr>
            <a:xfrm>
              <a:off x="10842050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extrusionOk="0">
                  <a:moveTo>
                    <a:pt x="923" y="0"/>
                  </a:moveTo>
                  <a:lnTo>
                    <a:pt x="722" y="40"/>
                  </a:lnTo>
                  <a:lnTo>
                    <a:pt x="542" y="101"/>
                  </a:lnTo>
                  <a:lnTo>
                    <a:pt x="361" y="201"/>
                  </a:lnTo>
                  <a:lnTo>
                    <a:pt x="221" y="341"/>
                  </a:lnTo>
                  <a:lnTo>
                    <a:pt x="161" y="421"/>
                  </a:lnTo>
                  <a:lnTo>
                    <a:pt x="100" y="502"/>
                  </a:lnTo>
                  <a:lnTo>
                    <a:pt x="60" y="602"/>
                  </a:lnTo>
                  <a:lnTo>
                    <a:pt x="40" y="722"/>
                  </a:lnTo>
                  <a:lnTo>
                    <a:pt x="20" y="823"/>
                  </a:lnTo>
                  <a:lnTo>
                    <a:pt x="0" y="963"/>
                  </a:lnTo>
                  <a:lnTo>
                    <a:pt x="0" y="11572"/>
                  </a:lnTo>
                  <a:lnTo>
                    <a:pt x="20" y="11712"/>
                  </a:lnTo>
                  <a:lnTo>
                    <a:pt x="40" y="11832"/>
                  </a:lnTo>
                  <a:lnTo>
                    <a:pt x="80" y="11953"/>
                  </a:lnTo>
                  <a:lnTo>
                    <a:pt x="120" y="12053"/>
                  </a:lnTo>
                  <a:lnTo>
                    <a:pt x="181" y="12153"/>
                  </a:lnTo>
                  <a:lnTo>
                    <a:pt x="261" y="12234"/>
                  </a:lnTo>
                  <a:lnTo>
                    <a:pt x="341" y="12314"/>
                  </a:lnTo>
                  <a:lnTo>
                    <a:pt x="441" y="12374"/>
                  </a:lnTo>
                  <a:lnTo>
                    <a:pt x="522" y="12414"/>
                  </a:lnTo>
                  <a:lnTo>
                    <a:pt x="642" y="12454"/>
                  </a:lnTo>
                  <a:lnTo>
                    <a:pt x="842" y="12514"/>
                  </a:lnTo>
                  <a:lnTo>
                    <a:pt x="1063" y="12514"/>
                  </a:lnTo>
                  <a:lnTo>
                    <a:pt x="1284" y="12474"/>
                  </a:lnTo>
                  <a:lnTo>
                    <a:pt x="1424" y="12434"/>
                  </a:lnTo>
                  <a:lnTo>
                    <a:pt x="1544" y="12354"/>
                  </a:lnTo>
                  <a:lnTo>
                    <a:pt x="1665" y="12274"/>
                  </a:lnTo>
                  <a:lnTo>
                    <a:pt x="1765" y="12173"/>
                  </a:lnTo>
                  <a:lnTo>
                    <a:pt x="1845" y="12053"/>
                  </a:lnTo>
                  <a:lnTo>
                    <a:pt x="1905" y="11913"/>
                  </a:lnTo>
                  <a:lnTo>
                    <a:pt x="1945" y="11752"/>
                  </a:lnTo>
                  <a:lnTo>
                    <a:pt x="1965" y="11572"/>
                  </a:lnTo>
                  <a:lnTo>
                    <a:pt x="1965" y="963"/>
                  </a:lnTo>
                  <a:lnTo>
                    <a:pt x="1945" y="742"/>
                  </a:lnTo>
                  <a:lnTo>
                    <a:pt x="1905" y="582"/>
                  </a:lnTo>
                  <a:lnTo>
                    <a:pt x="1825" y="421"/>
                  </a:lnTo>
                  <a:lnTo>
                    <a:pt x="1705" y="281"/>
                  </a:lnTo>
                  <a:lnTo>
                    <a:pt x="1584" y="181"/>
                  </a:lnTo>
                  <a:lnTo>
                    <a:pt x="1444" y="101"/>
                  </a:lnTo>
                  <a:lnTo>
                    <a:pt x="1284" y="40"/>
                  </a:lnTo>
                  <a:lnTo>
                    <a:pt x="1123" y="20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42">
              <a:extLst>
                <a:ext uri="{FF2B5EF4-FFF2-40B4-BE49-F238E27FC236}">
                  <a16:creationId xmlns:a16="http://schemas.microsoft.com/office/drawing/2014/main" id="{C9A6B807-ECA3-9625-887D-2A93ACA9A571}"/>
                </a:ext>
              </a:extLst>
            </p:cNvPr>
            <p:cNvSpPr/>
            <p:nvPr/>
          </p:nvSpPr>
          <p:spPr>
            <a:xfrm>
              <a:off x="10842050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fill="none" extrusionOk="0">
                  <a:moveTo>
                    <a:pt x="1965" y="963"/>
                  </a:moveTo>
                  <a:lnTo>
                    <a:pt x="1965" y="11572"/>
                  </a:lnTo>
                  <a:lnTo>
                    <a:pt x="1965" y="11572"/>
                  </a:lnTo>
                  <a:lnTo>
                    <a:pt x="1945" y="11752"/>
                  </a:lnTo>
                  <a:lnTo>
                    <a:pt x="1905" y="11913"/>
                  </a:lnTo>
                  <a:lnTo>
                    <a:pt x="1845" y="12053"/>
                  </a:lnTo>
                  <a:lnTo>
                    <a:pt x="1765" y="12173"/>
                  </a:lnTo>
                  <a:lnTo>
                    <a:pt x="1665" y="12274"/>
                  </a:lnTo>
                  <a:lnTo>
                    <a:pt x="1544" y="12354"/>
                  </a:lnTo>
                  <a:lnTo>
                    <a:pt x="1424" y="12434"/>
                  </a:lnTo>
                  <a:lnTo>
                    <a:pt x="1284" y="12474"/>
                  </a:lnTo>
                  <a:lnTo>
                    <a:pt x="1284" y="12474"/>
                  </a:lnTo>
                  <a:lnTo>
                    <a:pt x="1063" y="12514"/>
                  </a:lnTo>
                  <a:lnTo>
                    <a:pt x="842" y="12514"/>
                  </a:lnTo>
                  <a:lnTo>
                    <a:pt x="642" y="12454"/>
                  </a:lnTo>
                  <a:lnTo>
                    <a:pt x="522" y="12414"/>
                  </a:lnTo>
                  <a:lnTo>
                    <a:pt x="441" y="12374"/>
                  </a:lnTo>
                  <a:lnTo>
                    <a:pt x="341" y="12314"/>
                  </a:lnTo>
                  <a:lnTo>
                    <a:pt x="261" y="12234"/>
                  </a:lnTo>
                  <a:lnTo>
                    <a:pt x="181" y="12153"/>
                  </a:lnTo>
                  <a:lnTo>
                    <a:pt x="120" y="12053"/>
                  </a:lnTo>
                  <a:lnTo>
                    <a:pt x="80" y="11953"/>
                  </a:lnTo>
                  <a:lnTo>
                    <a:pt x="40" y="11832"/>
                  </a:lnTo>
                  <a:lnTo>
                    <a:pt x="20" y="11712"/>
                  </a:lnTo>
                  <a:lnTo>
                    <a:pt x="0" y="11572"/>
                  </a:lnTo>
                  <a:lnTo>
                    <a:pt x="0" y="963"/>
                  </a:lnTo>
                  <a:lnTo>
                    <a:pt x="0" y="963"/>
                  </a:lnTo>
                  <a:lnTo>
                    <a:pt x="20" y="823"/>
                  </a:lnTo>
                  <a:lnTo>
                    <a:pt x="40" y="722"/>
                  </a:lnTo>
                  <a:lnTo>
                    <a:pt x="60" y="602"/>
                  </a:lnTo>
                  <a:lnTo>
                    <a:pt x="100" y="502"/>
                  </a:lnTo>
                  <a:lnTo>
                    <a:pt x="161" y="421"/>
                  </a:lnTo>
                  <a:lnTo>
                    <a:pt x="221" y="341"/>
                  </a:lnTo>
                  <a:lnTo>
                    <a:pt x="361" y="201"/>
                  </a:lnTo>
                  <a:lnTo>
                    <a:pt x="542" y="101"/>
                  </a:lnTo>
                  <a:lnTo>
                    <a:pt x="722" y="40"/>
                  </a:lnTo>
                  <a:lnTo>
                    <a:pt x="923" y="0"/>
                  </a:lnTo>
                  <a:lnTo>
                    <a:pt x="1123" y="20"/>
                  </a:lnTo>
                  <a:lnTo>
                    <a:pt x="1123" y="20"/>
                  </a:lnTo>
                  <a:lnTo>
                    <a:pt x="1284" y="40"/>
                  </a:lnTo>
                  <a:lnTo>
                    <a:pt x="1444" y="101"/>
                  </a:lnTo>
                  <a:lnTo>
                    <a:pt x="1584" y="181"/>
                  </a:lnTo>
                  <a:lnTo>
                    <a:pt x="1705" y="281"/>
                  </a:lnTo>
                  <a:lnTo>
                    <a:pt x="1825" y="421"/>
                  </a:lnTo>
                  <a:lnTo>
                    <a:pt x="1905" y="582"/>
                  </a:lnTo>
                  <a:lnTo>
                    <a:pt x="1945" y="742"/>
                  </a:lnTo>
                  <a:lnTo>
                    <a:pt x="1965" y="96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8441;p42">
              <a:extLst>
                <a:ext uri="{FF2B5EF4-FFF2-40B4-BE49-F238E27FC236}">
                  <a16:creationId xmlns:a16="http://schemas.microsoft.com/office/drawing/2014/main" id="{8586FE44-BB95-6C33-1395-973AF9DFB40B}"/>
                </a:ext>
              </a:extLst>
            </p:cNvPr>
            <p:cNvSpPr/>
            <p:nvPr/>
          </p:nvSpPr>
          <p:spPr>
            <a:xfrm>
              <a:off x="10842050" y="3916588"/>
              <a:ext cx="25575" cy="158475"/>
            </a:xfrm>
            <a:custGeom>
              <a:avLst/>
              <a:gdLst/>
              <a:ahLst/>
              <a:cxnLst/>
              <a:rect l="l" t="t" r="r" b="b"/>
              <a:pathLst>
                <a:path w="1023" h="6339" extrusionOk="0">
                  <a:moveTo>
                    <a:pt x="0" y="1"/>
                  </a:moveTo>
                  <a:lnTo>
                    <a:pt x="0" y="6338"/>
                  </a:lnTo>
                  <a:lnTo>
                    <a:pt x="1023" y="6338"/>
                  </a:lnTo>
                  <a:lnTo>
                    <a:pt x="963" y="4754"/>
                  </a:lnTo>
                  <a:lnTo>
                    <a:pt x="943" y="3169"/>
                  </a:lnTo>
                  <a:lnTo>
                    <a:pt x="943" y="1585"/>
                  </a:lnTo>
                  <a:lnTo>
                    <a:pt x="9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8442;p42">
              <a:extLst>
                <a:ext uri="{FF2B5EF4-FFF2-40B4-BE49-F238E27FC236}">
                  <a16:creationId xmlns:a16="http://schemas.microsoft.com/office/drawing/2014/main" id="{6C1B1E5D-F1B4-624D-DF92-7AA5151F8F82}"/>
                </a:ext>
              </a:extLst>
            </p:cNvPr>
            <p:cNvSpPr/>
            <p:nvPr/>
          </p:nvSpPr>
          <p:spPr>
            <a:xfrm>
              <a:off x="10732750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10328" y="3790"/>
                  </a:lnTo>
                  <a:lnTo>
                    <a:pt x="10348" y="3490"/>
                  </a:lnTo>
                  <a:lnTo>
                    <a:pt x="10328" y="3149"/>
                  </a:lnTo>
                  <a:lnTo>
                    <a:pt x="10268" y="2788"/>
                  </a:lnTo>
                  <a:lnTo>
                    <a:pt x="10188" y="2467"/>
                  </a:lnTo>
                  <a:lnTo>
                    <a:pt x="10068" y="2146"/>
                  </a:lnTo>
                  <a:lnTo>
                    <a:pt x="9927" y="1825"/>
                  </a:lnTo>
                  <a:lnTo>
                    <a:pt x="9747" y="1544"/>
                  </a:lnTo>
                  <a:lnTo>
                    <a:pt x="9546" y="1284"/>
                  </a:lnTo>
                  <a:lnTo>
                    <a:pt x="9326" y="1023"/>
                  </a:lnTo>
                  <a:lnTo>
                    <a:pt x="9085" y="802"/>
                  </a:lnTo>
                  <a:lnTo>
                    <a:pt x="8804" y="602"/>
                  </a:lnTo>
                  <a:lnTo>
                    <a:pt x="8523" y="421"/>
                  </a:lnTo>
                  <a:lnTo>
                    <a:pt x="8223" y="281"/>
                  </a:lnTo>
                  <a:lnTo>
                    <a:pt x="7902" y="160"/>
                  </a:lnTo>
                  <a:lnTo>
                    <a:pt x="7561" y="80"/>
                  </a:lnTo>
                  <a:lnTo>
                    <a:pt x="7220" y="20"/>
                  </a:lnTo>
                  <a:lnTo>
                    <a:pt x="685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8443;p42">
              <a:extLst>
                <a:ext uri="{FF2B5EF4-FFF2-40B4-BE49-F238E27FC236}">
                  <a16:creationId xmlns:a16="http://schemas.microsoft.com/office/drawing/2014/main" id="{2B987612-1F04-49FD-818D-9AB6129E179F}"/>
                </a:ext>
              </a:extLst>
            </p:cNvPr>
            <p:cNvSpPr/>
            <p:nvPr/>
          </p:nvSpPr>
          <p:spPr>
            <a:xfrm>
              <a:off x="10732750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fill="none" extrusionOk="0">
                  <a:moveTo>
                    <a:pt x="10348" y="3490"/>
                  </a:moveTo>
                  <a:lnTo>
                    <a:pt x="10348" y="3490"/>
                  </a:lnTo>
                  <a:lnTo>
                    <a:pt x="10328" y="3790"/>
                  </a:lnTo>
                  <a:lnTo>
                    <a:pt x="20" y="3790"/>
                  </a:lnTo>
                  <a:lnTo>
                    <a:pt x="20" y="3790"/>
                  </a:lnTo>
                  <a:lnTo>
                    <a:pt x="0" y="3490"/>
                  </a:lnTo>
                  <a:lnTo>
                    <a:pt x="0" y="3490"/>
                  </a:lnTo>
                  <a:lnTo>
                    <a:pt x="20" y="3149"/>
                  </a:lnTo>
                  <a:lnTo>
                    <a:pt x="80" y="2788"/>
                  </a:lnTo>
                  <a:lnTo>
                    <a:pt x="161" y="2467"/>
                  </a:lnTo>
                  <a:lnTo>
                    <a:pt x="281" y="2146"/>
                  </a:lnTo>
                  <a:lnTo>
                    <a:pt x="421" y="1825"/>
                  </a:lnTo>
                  <a:lnTo>
                    <a:pt x="602" y="1544"/>
                  </a:lnTo>
                  <a:lnTo>
                    <a:pt x="802" y="1284"/>
                  </a:lnTo>
                  <a:lnTo>
                    <a:pt x="1023" y="1023"/>
                  </a:lnTo>
                  <a:lnTo>
                    <a:pt x="1023" y="1023"/>
                  </a:lnTo>
                  <a:lnTo>
                    <a:pt x="1264" y="802"/>
                  </a:lnTo>
                  <a:lnTo>
                    <a:pt x="1544" y="602"/>
                  </a:lnTo>
                  <a:lnTo>
                    <a:pt x="1825" y="421"/>
                  </a:lnTo>
                  <a:lnTo>
                    <a:pt x="2126" y="281"/>
                  </a:lnTo>
                  <a:lnTo>
                    <a:pt x="2447" y="160"/>
                  </a:lnTo>
                  <a:lnTo>
                    <a:pt x="2788" y="80"/>
                  </a:lnTo>
                  <a:lnTo>
                    <a:pt x="3129" y="20"/>
                  </a:lnTo>
                  <a:lnTo>
                    <a:pt x="3490" y="0"/>
                  </a:lnTo>
                  <a:lnTo>
                    <a:pt x="6859" y="0"/>
                  </a:lnTo>
                  <a:lnTo>
                    <a:pt x="6859" y="0"/>
                  </a:lnTo>
                  <a:lnTo>
                    <a:pt x="7220" y="20"/>
                  </a:lnTo>
                  <a:lnTo>
                    <a:pt x="7561" y="80"/>
                  </a:lnTo>
                  <a:lnTo>
                    <a:pt x="7902" y="160"/>
                  </a:lnTo>
                  <a:lnTo>
                    <a:pt x="8223" y="281"/>
                  </a:lnTo>
                  <a:lnTo>
                    <a:pt x="8523" y="421"/>
                  </a:lnTo>
                  <a:lnTo>
                    <a:pt x="8804" y="602"/>
                  </a:lnTo>
                  <a:lnTo>
                    <a:pt x="9085" y="802"/>
                  </a:lnTo>
                  <a:lnTo>
                    <a:pt x="9326" y="1023"/>
                  </a:lnTo>
                  <a:lnTo>
                    <a:pt x="9546" y="1284"/>
                  </a:lnTo>
                  <a:lnTo>
                    <a:pt x="9747" y="1544"/>
                  </a:lnTo>
                  <a:lnTo>
                    <a:pt x="9927" y="1825"/>
                  </a:lnTo>
                  <a:lnTo>
                    <a:pt x="10068" y="2146"/>
                  </a:lnTo>
                  <a:lnTo>
                    <a:pt x="10188" y="2467"/>
                  </a:lnTo>
                  <a:lnTo>
                    <a:pt x="10268" y="2788"/>
                  </a:lnTo>
                  <a:lnTo>
                    <a:pt x="10328" y="3149"/>
                  </a:lnTo>
                  <a:lnTo>
                    <a:pt x="10348" y="34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8444;p42">
              <a:extLst>
                <a:ext uri="{FF2B5EF4-FFF2-40B4-BE49-F238E27FC236}">
                  <a16:creationId xmlns:a16="http://schemas.microsoft.com/office/drawing/2014/main" id="{6276410D-0C45-2453-D66B-2AD0EDEF2DCC}"/>
                </a:ext>
              </a:extLst>
            </p:cNvPr>
            <p:cNvSpPr/>
            <p:nvPr/>
          </p:nvSpPr>
          <p:spPr>
            <a:xfrm>
              <a:off x="10732750" y="4075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42">
              <a:extLst>
                <a:ext uri="{FF2B5EF4-FFF2-40B4-BE49-F238E27FC236}">
                  <a16:creationId xmlns:a16="http://schemas.microsoft.com/office/drawing/2014/main" id="{DA570A70-FB78-7D9C-3C2C-A2EBB8F06F9E}"/>
                </a:ext>
              </a:extLst>
            </p:cNvPr>
            <p:cNvSpPr/>
            <p:nvPr/>
          </p:nvSpPr>
          <p:spPr>
            <a:xfrm>
              <a:off x="10732750" y="4075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fill="none" extrusionOk="0">
                  <a:moveTo>
                    <a:pt x="5495" y="0"/>
                  </a:moveTo>
                  <a:lnTo>
                    <a:pt x="5395" y="0"/>
                  </a:lnTo>
                  <a:lnTo>
                    <a:pt x="4372" y="0"/>
                  </a:lnTo>
                  <a:lnTo>
                    <a:pt x="3490" y="0"/>
                  </a:lnTo>
                  <a:lnTo>
                    <a:pt x="3490" y="0"/>
                  </a:ln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42">
              <a:extLst>
                <a:ext uri="{FF2B5EF4-FFF2-40B4-BE49-F238E27FC236}">
                  <a16:creationId xmlns:a16="http://schemas.microsoft.com/office/drawing/2014/main" id="{419927C0-D323-914B-32EE-FAC79E9D74FD}"/>
                </a:ext>
              </a:extLst>
            </p:cNvPr>
            <p:cNvSpPr/>
            <p:nvPr/>
          </p:nvSpPr>
          <p:spPr>
            <a:xfrm>
              <a:off x="10928275" y="4096088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61" y="0"/>
                  </a:moveTo>
                  <a:lnTo>
                    <a:pt x="261" y="20"/>
                  </a:lnTo>
                  <a:lnTo>
                    <a:pt x="181" y="61"/>
                  </a:lnTo>
                  <a:lnTo>
                    <a:pt x="81" y="141"/>
                  </a:lnTo>
                  <a:lnTo>
                    <a:pt x="21" y="261"/>
                  </a:lnTo>
                  <a:lnTo>
                    <a:pt x="0" y="381"/>
                  </a:lnTo>
                  <a:lnTo>
                    <a:pt x="21" y="502"/>
                  </a:lnTo>
                  <a:lnTo>
                    <a:pt x="61" y="602"/>
                  </a:lnTo>
                  <a:lnTo>
                    <a:pt x="121" y="682"/>
                  </a:lnTo>
                  <a:lnTo>
                    <a:pt x="241" y="742"/>
                  </a:lnTo>
                  <a:lnTo>
                    <a:pt x="301" y="762"/>
                  </a:lnTo>
                  <a:lnTo>
                    <a:pt x="361" y="762"/>
                  </a:lnTo>
                  <a:lnTo>
                    <a:pt x="502" y="742"/>
                  </a:lnTo>
                  <a:lnTo>
                    <a:pt x="602" y="682"/>
                  </a:lnTo>
                  <a:lnTo>
                    <a:pt x="682" y="602"/>
                  </a:lnTo>
                  <a:lnTo>
                    <a:pt x="722" y="502"/>
                  </a:lnTo>
                  <a:lnTo>
                    <a:pt x="742" y="381"/>
                  </a:lnTo>
                  <a:lnTo>
                    <a:pt x="722" y="261"/>
                  </a:lnTo>
                  <a:lnTo>
                    <a:pt x="662" y="141"/>
                  </a:lnTo>
                  <a:lnTo>
                    <a:pt x="562" y="61"/>
                  </a:lnTo>
                  <a:lnTo>
                    <a:pt x="462" y="2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8447;p42">
              <a:extLst>
                <a:ext uri="{FF2B5EF4-FFF2-40B4-BE49-F238E27FC236}">
                  <a16:creationId xmlns:a16="http://schemas.microsoft.com/office/drawing/2014/main" id="{DE7377D6-3EC0-3544-8828-553106A057C2}"/>
                </a:ext>
              </a:extLst>
            </p:cNvPr>
            <p:cNvSpPr/>
            <p:nvPr/>
          </p:nvSpPr>
          <p:spPr>
            <a:xfrm>
              <a:off x="10760825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extrusionOk="0">
                  <a:moveTo>
                    <a:pt x="2567" y="0"/>
                  </a:moveTo>
                  <a:lnTo>
                    <a:pt x="2286" y="60"/>
                  </a:lnTo>
                  <a:lnTo>
                    <a:pt x="2006" y="121"/>
                  </a:lnTo>
                  <a:lnTo>
                    <a:pt x="1745" y="221"/>
                  </a:lnTo>
                  <a:lnTo>
                    <a:pt x="1504" y="341"/>
                  </a:lnTo>
                  <a:lnTo>
                    <a:pt x="1264" y="482"/>
                  </a:lnTo>
                  <a:lnTo>
                    <a:pt x="1043" y="642"/>
                  </a:lnTo>
                  <a:lnTo>
                    <a:pt x="843" y="823"/>
                  </a:lnTo>
                  <a:lnTo>
                    <a:pt x="662" y="1043"/>
                  </a:lnTo>
                  <a:lnTo>
                    <a:pt x="502" y="1244"/>
                  </a:lnTo>
                  <a:lnTo>
                    <a:pt x="341" y="1484"/>
                  </a:lnTo>
                  <a:lnTo>
                    <a:pt x="221" y="1745"/>
                  </a:lnTo>
                  <a:lnTo>
                    <a:pt x="141" y="2006"/>
                  </a:lnTo>
                  <a:lnTo>
                    <a:pt x="60" y="2266"/>
                  </a:lnTo>
                  <a:lnTo>
                    <a:pt x="20" y="2547"/>
                  </a:lnTo>
                  <a:lnTo>
                    <a:pt x="0" y="2848"/>
                  </a:lnTo>
                  <a:lnTo>
                    <a:pt x="20" y="3209"/>
                  </a:lnTo>
                  <a:lnTo>
                    <a:pt x="101" y="3550"/>
                  </a:lnTo>
                  <a:lnTo>
                    <a:pt x="201" y="3871"/>
                  </a:lnTo>
                  <a:lnTo>
                    <a:pt x="341" y="4192"/>
                  </a:lnTo>
                  <a:lnTo>
                    <a:pt x="522" y="4472"/>
                  </a:lnTo>
                  <a:lnTo>
                    <a:pt x="722" y="4753"/>
                  </a:lnTo>
                  <a:lnTo>
                    <a:pt x="963" y="4974"/>
                  </a:lnTo>
                  <a:lnTo>
                    <a:pt x="1224" y="5194"/>
                  </a:lnTo>
                  <a:lnTo>
                    <a:pt x="1404" y="5315"/>
                  </a:lnTo>
                  <a:lnTo>
                    <a:pt x="1605" y="5415"/>
                  </a:lnTo>
                  <a:lnTo>
                    <a:pt x="1785" y="5495"/>
                  </a:lnTo>
                  <a:lnTo>
                    <a:pt x="1986" y="5575"/>
                  </a:lnTo>
                  <a:lnTo>
                    <a:pt x="2206" y="5636"/>
                  </a:lnTo>
                  <a:lnTo>
                    <a:pt x="2407" y="5676"/>
                  </a:lnTo>
                  <a:lnTo>
                    <a:pt x="2627" y="5696"/>
                  </a:lnTo>
                  <a:lnTo>
                    <a:pt x="5896" y="5696"/>
                  </a:lnTo>
                  <a:lnTo>
                    <a:pt x="6197" y="5656"/>
                  </a:lnTo>
                  <a:lnTo>
                    <a:pt x="6458" y="5575"/>
                  </a:lnTo>
                  <a:lnTo>
                    <a:pt x="6719" y="5475"/>
                  </a:lnTo>
                  <a:lnTo>
                    <a:pt x="6979" y="5355"/>
                  </a:lnTo>
                  <a:lnTo>
                    <a:pt x="7200" y="5215"/>
                  </a:lnTo>
                  <a:lnTo>
                    <a:pt x="7420" y="5054"/>
                  </a:lnTo>
                  <a:lnTo>
                    <a:pt x="7621" y="4874"/>
                  </a:lnTo>
                  <a:lnTo>
                    <a:pt x="7781" y="4713"/>
                  </a:lnTo>
                  <a:lnTo>
                    <a:pt x="7922" y="4533"/>
                  </a:lnTo>
                  <a:lnTo>
                    <a:pt x="8042" y="4352"/>
                  </a:lnTo>
                  <a:lnTo>
                    <a:pt x="8142" y="4152"/>
                  </a:lnTo>
                  <a:lnTo>
                    <a:pt x="8243" y="3951"/>
                  </a:lnTo>
                  <a:lnTo>
                    <a:pt x="8323" y="3751"/>
                  </a:lnTo>
                  <a:lnTo>
                    <a:pt x="8383" y="3530"/>
                  </a:lnTo>
                  <a:lnTo>
                    <a:pt x="8423" y="3309"/>
                  </a:lnTo>
                  <a:lnTo>
                    <a:pt x="8463" y="3069"/>
                  </a:lnTo>
                  <a:lnTo>
                    <a:pt x="8463" y="2848"/>
                  </a:lnTo>
                  <a:lnTo>
                    <a:pt x="8443" y="2567"/>
                  </a:lnTo>
                  <a:lnTo>
                    <a:pt x="8403" y="2266"/>
                  </a:lnTo>
                  <a:lnTo>
                    <a:pt x="8343" y="2006"/>
                  </a:lnTo>
                  <a:lnTo>
                    <a:pt x="8243" y="1745"/>
                  </a:lnTo>
                  <a:lnTo>
                    <a:pt x="8122" y="1484"/>
                  </a:lnTo>
                  <a:lnTo>
                    <a:pt x="7982" y="1244"/>
                  </a:lnTo>
                  <a:lnTo>
                    <a:pt x="7822" y="1043"/>
                  </a:lnTo>
                  <a:lnTo>
                    <a:pt x="7641" y="823"/>
                  </a:lnTo>
                  <a:lnTo>
                    <a:pt x="7420" y="642"/>
                  </a:lnTo>
                  <a:lnTo>
                    <a:pt x="7200" y="482"/>
                  </a:lnTo>
                  <a:lnTo>
                    <a:pt x="6979" y="341"/>
                  </a:lnTo>
                  <a:lnTo>
                    <a:pt x="6719" y="221"/>
                  </a:lnTo>
                  <a:lnTo>
                    <a:pt x="6458" y="121"/>
                  </a:lnTo>
                  <a:lnTo>
                    <a:pt x="6197" y="60"/>
                  </a:lnTo>
                  <a:lnTo>
                    <a:pt x="58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8448;p42">
              <a:extLst>
                <a:ext uri="{FF2B5EF4-FFF2-40B4-BE49-F238E27FC236}">
                  <a16:creationId xmlns:a16="http://schemas.microsoft.com/office/drawing/2014/main" id="{DFA0D765-5B07-F7B6-15DF-BE151B069775}"/>
                </a:ext>
              </a:extLst>
            </p:cNvPr>
            <p:cNvSpPr/>
            <p:nvPr/>
          </p:nvSpPr>
          <p:spPr>
            <a:xfrm>
              <a:off x="10760825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fill="none" extrusionOk="0">
                  <a:moveTo>
                    <a:pt x="8463" y="2848"/>
                  </a:moveTo>
                  <a:lnTo>
                    <a:pt x="8463" y="2848"/>
                  </a:lnTo>
                  <a:lnTo>
                    <a:pt x="8463" y="3069"/>
                  </a:lnTo>
                  <a:lnTo>
                    <a:pt x="8423" y="3309"/>
                  </a:lnTo>
                  <a:lnTo>
                    <a:pt x="8423" y="3309"/>
                  </a:lnTo>
                  <a:lnTo>
                    <a:pt x="8383" y="3530"/>
                  </a:lnTo>
                  <a:lnTo>
                    <a:pt x="8323" y="3751"/>
                  </a:lnTo>
                  <a:lnTo>
                    <a:pt x="8243" y="3951"/>
                  </a:lnTo>
                  <a:lnTo>
                    <a:pt x="8142" y="4152"/>
                  </a:lnTo>
                  <a:lnTo>
                    <a:pt x="8042" y="4352"/>
                  </a:lnTo>
                  <a:lnTo>
                    <a:pt x="7922" y="4533"/>
                  </a:lnTo>
                  <a:lnTo>
                    <a:pt x="7781" y="4713"/>
                  </a:lnTo>
                  <a:lnTo>
                    <a:pt x="7621" y="4874"/>
                  </a:lnTo>
                  <a:lnTo>
                    <a:pt x="7621" y="4874"/>
                  </a:lnTo>
                  <a:lnTo>
                    <a:pt x="7420" y="5054"/>
                  </a:lnTo>
                  <a:lnTo>
                    <a:pt x="7200" y="5215"/>
                  </a:lnTo>
                  <a:lnTo>
                    <a:pt x="6979" y="5355"/>
                  </a:lnTo>
                  <a:lnTo>
                    <a:pt x="6719" y="5475"/>
                  </a:lnTo>
                  <a:lnTo>
                    <a:pt x="6458" y="5575"/>
                  </a:lnTo>
                  <a:lnTo>
                    <a:pt x="6197" y="5656"/>
                  </a:lnTo>
                  <a:lnTo>
                    <a:pt x="5896" y="5696"/>
                  </a:lnTo>
                  <a:lnTo>
                    <a:pt x="5616" y="5696"/>
                  </a:lnTo>
                  <a:lnTo>
                    <a:pt x="2868" y="5696"/>
                  </a:lnTo>
                  <a:lnTo>
                    <a:pt x="2868" y="5696"/>
                  </a:lnTo>
                  <a:lnTo>
                    <a:pt x="2627" y="5696"/>
                  </a:lnTo>
                  <a:lnTo>
                    <a:pt x="2407" y="5676"/>
                  </a:lnTo>
                  <a:lnTo>
                    <a:pt x="2206" y="5636"/>
                  </a:lnTo>
                  <a:lnTo>
                    <a:pt x="1986" y="5575"/>
                  </a:lnTo>
                  <a:lnTo>
                    <a:pt x="1785" y="5495"/>
                  </a:lnTo>
                  <a:lnTo>
                    <a:pt x="1605" y="5415"/>
                  </a:lnTo>
                  <a:lnTo>
                    <a:pt x="1404" y="5315"/>
                  </a:lnTo>
                  <a:lnTo>
                    <a:pt x="1224" y="5194"/>
                  </a:lnTo>
                  <a:lnTo>
                    <a:pt x="1224" y="5194"/>
                  </a:lnTo>
                  <a:lnTo>
                    <a:pt x="963" y="4974"/>
                  </a:lnTo>
                  <a:lnTo>
                    <a:pt x="722" y="4753"/>
                  </a:lnTo>
                  <a:lnTo>
                    <a:pt x="522" y="4472"/>
                  </a:lnTo>
                  <a:lnTo>
                    <a:pt x="341" y="4192"/>
                  </a:lnTo>
                  <a:lnTo>
                    <a:pt x="201" y="3871"/>
                  </a:lnTo>
                  <a:lnTo>
                    <a:pt x="101" y="3550"/>
                  </a:lnTo>
                  <a:lnTo>
                    <a:pt x="20" y="3209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547"/>
                  </a:lnTo>
                  <a:lnTo>
                    <a:pt x="60" y="2266"/>
                  </a:lnTo>
                  <a:lnTo>
                    <a:pt x="141" y="2006"/>
                  </a:lnTo>
                  <a:lnTo>
                    <a:pt x="221" y="1745"/>
                  </a:lnTo>
                  <a:lnTo>
                    <a:pt x="341" y="1484"/>
                  </a:lnTo>
                  <a:lnTo>
                    <a:pt x="502" y="1244"/>
                  </a:lnTo>
                  <a:lnTo>
                    <a:pt x="662" y="1043"/>
                  </a:lnTo>
                  <a:lnTo>
                    <a:pt x="843" y="823"/>
                  </a:lnTo>
                  <a:lnTo>
                    <a:pt x="843" y="823"/>
                  </a:lnTo>
                  <a:lnTo>
                    <a:pt x="1043" y="642"/>
                  </a:lnTo>
                  <a:lnTo>
                    <a:pt x="1264" y="482"/>
                  </a:lnTo>
                  <a:lnTo>
                    <a:pt x="1504" y="341"/>
                  </a:lnTo>
                  <a:lnTo>
                    <a:pt x="1745" y="221"/>
                  </a:lnTo>
                  <a:lnTo>
                    <a:pt x="2006" y="121"/>
                  </a:lnTo>
                  <a:lnTo>
                    <a:pt x="2286" y="60"/>
                  </a:lnTo>
                  <a:lnTo>
                    <a:pt x="2567" y="0"/>
                  </a:lnTo>
                  <a:lnTo>
                    <a:pt x="2868" y="0"/>
                  </a:lnTo>
                  <a:lnTo>
                    <a:pt x="5616" y="0"/>
                  </a:lnTo>
                  <a:lnTo>
                    <a:pt x="5616" y="0"/>
                  </a:lnTo>
                  <a:lnTo>
                    <a:pt x="5896" y="0"/>
                  </a:lnTo>
                  <a:lnTo>
                    <a:pt x="6197" y="60"/>
                  </a:lnTo>
                  <a:lnTo>
                    <a:pt x="6458" y="121"/>
                  </a:lnTo>
                  <a:lnTo>
                    <a:pt x="6719" y="221"/>
                  </a:lnTo>
                  <a:lnTo>
                    <a:pt x="6979" y="341"/>
                  </a:lnTo>
                  <a:lnTo>
                    <a:pt x="7200" y="482"/>
                  </a:lnTo>
                  <a:lnTo>
                    <a:pt x="7420" y="642"/>
                  </a:lnTo>
                  <a:lnTo>
                    <a:pt x="7641" y="823"/>
                  </a:lnTo>
                  <a:lnTo>
                    <a:pt x="7822" y="1043"/>
                  </a:lnTo>
                  <a:lnTo>
                    <a:pt x="7982" y="1244"/>
                  </a:lnTo>
                  <a:lnTo>
                    <a:pt x="8122" y="1484"/>
                  </a:lnTo>
                  <a:lnTo>
                    <a:pt x="8243" y="1745"/>
                  </a:lnTo>
                  <a:lnTo>
                    <a:pt x="8343" y="2006"/>
                  </a:lnTo>
                  <a:lnTo>
                    <a:pt x="8403" y="2266"/>
                  </a:lnTo>
                  <a:lnTo>
                    <a:pt x="8443" y="2567"/>
                  </a:lnTo>
                  <a:lnTo>
                    <a:pt x="8463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8449;p42">
              <a:extLst>
                <a:ext uri="{FF2B5EF4-FFF2-40B4-BE49-F238E27FC236}">
                  <a16:creationId xmlns:a16="http://schemas.microsoft.com/office/drawing/2014/main" id="{E3506B65-9A2E-D3E5-3ED0-073F3AC7231C}"/>
                </a:ext>
              </a:extLst>
            </p:cNvPr>
            <p:cNvSpPr/>
            <p:nvPr/>
          </p:nvSpPr>
          <p:spPr>
            <a:xfrm>
              <a:off x="10760825" y="3828363"/>
              <a:ext cx="211600" cy="75725"/>
            </a:xfrm>
            <a:custGeom>
              <a:avLst/>
              <a:gdLst/>
              <a:ahLst/>
              <a:cxnLst/>
              <a:rect l="l" t="t" r="r" b="b"/>
              <a:pathLst>
                <a:path w="8464" h="3029" extrusionOk="0">
                  <a:moveTo>
                    <a:pt x="8383" y="0"/>
                  </a:moveTo>
                  <a:lnTo>
                    <a:pt x="7761" y="60"/>
                  </a:lnTo>
                  <a:lnTo>
                    <a:pt x="7140" y="80"/>
                  </a:lnTo>
                  <a:lnTo>
                    <a:pt x="60" y="80"/>
                  </a:lnTo>
                  <a:lnTo>
                    <a:pt x="20" y="381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101" y="1384"/>
                  </a:lnTo>
                  <a:lnTo>
                    <a:pt x="201" y="1705"/>
                  </a:lnTo>
                  <a:lnTo>
                    <a:pt x="341" y="2026"/>
                  </a:lnTo>
                  <a:lnTo>
                    <a:pt x="522" y="2306"/>
                  </a:lnTo>
                  <a:lnTo>
                    <a:pt x="722" y="2587"/>
                  </a:lnTo>
                  <a:lnTo>
                    <a:pt x="963" y="2808"/>
                  </a:lnTo>
                  <a:lnTo>
                    <a:pt x="1224" y="3028"/>
                  </a:lnTo>
                  <a:lnTo>
                    <a:pt x="1304" y="2828"/>
                  </a:lnTo>
                  <a:lnTo>
                    <a:pt x="1404" y="2647"/>
                  </a:lnTo>
                  <a:lnTo>
                    <a:pt x="1504" y="2487"/>
                  </a:lnTo>
                  <a:lnTo>
                    <a:pt x="1625" y="2306"/>
                  </a:lnTo>
                  <a:lnTo>
                    <a:pt x="1765" y="2166"/>
                  </a:lnTo>
                  <a:lnTo>
                    <a:pt x="1926" y="2006"/>
                  </a:lnTo>
                  <a:lnTo>
                    <a:pt x="2086" y="1885"/>
                  </a:lnTo>
                  <a:lnTo>
                    <a:pt x="2246" y="1765"/>
                  </a:lnTo>
                  <a:lnTo>
                    <a:pt x="2547" y="1605"/>
                  </a:lnTo>
                  <a:lnTo>
                    <a:pt x="2848" y="1464"/>
                  </a:lnTo>
                  <a:lnTo>
                    <a:pt x="3169" y="1364"/>
                  </a:lnTo>
                  <a:lnTo>
                    <a:pt x="3490" y="1284"/>
                  </a:lnTo>
                  <a:lnTo>
                    <a:pt x="3811" y="1203"/>
                  </a:lnTo>
                  <a:lnTo>
                    <a:pt x="4152" y="1163"/>
                  </a:lnTo>
                  <a:lnTo>
                    <a:pt x="4793" y="1083"/>
                  </a:lnTo>
                  <a:lnTo>
                    <a:pt x="5575" y="1023"/>
                  </a:lnTo>
                  <a:lnTo>
                    <a:pt x="6859" y="1023"/>
                  </a:lnTo>
                  <a:lnTo>
                    <a:pt x="7380" y="1043"/>
                  </a:lnTo>
                  <a:lnTo>
                    <a:pt x="7902" y="1083"/>
                  </a:lnTo>
                  <a:lnTo>
                    <a:pt x="8423" y="1143"/>
                  </a:lnTo>
                  <a:lnTo>
                    <a:pt x="8463" y="903"/>
                  </a:lnTo>
                  <a:lnTo>
                    <a:pt x="8463" y="682"/>
                  </a:lnTo>
                  <a:lnTo>
                    <a:pt x="8443" y="341"/>
                  </a:lnTo>
                  <a:lnTo>
                    <a:pt x="838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8450;p42">
              <a:extLst>
                <a:ext uri="{FF2B5EF4-FFF2-40B4-BE49-F238E27FC236}">
                  <a16:creationId xmlns:a16="http://schemas.microsoft.com/office/drawing/2014/main" id="{855CCC75-2D9F-3132-6A7F-924190C45CD0}"/>
                </a:ext>
              </a:extLst>
            </p:cNvPr>
            <p:cNvSpPr/>
            <p:nvPr/>
          </p:nvSpPr>
          <p:spPr>
            <a:xfrm>
              <a:off x="10760825" y="3828363"/>
              <a:ext cx="211600" cy="75725"/>
            </a:xfrm>
            <a:custGeom>
              <a:avLst/>
              <a:gdLst/>
              <a:ahLst/>
              <a:cxnLst/>
              <a:rect l="l" t="t" r="r" b="b"/>
              <a:pathLst>
                <a:path w="8464" h="3029" fill="none" extrusionOk="0">
                  <a:moveTo>
                    <a:pt x="8383" y="0"/>
                  </a:moveTo>
                  <a:lnTo>
                    <a:pt x="8383" y="0"/>
                  </a:lnTo>
                  <a:lnTo>
                    <a:pt x="7761" y="60"/>
                  </a:lnTo>
                  <a:lnTo>
                    <a:pt x="714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20" y="381"/>
                  </a:lnTo>
                  <a:lnTo>
                    <a:pt x="0" y="682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101" y="1384"/>
                  </a:lnTo>
                  <a:lnTo>
                    <a:pt x="201" y="1705"/>
                  </a:lnTo>
                  <a:lnTo>
                    <a:pt x="341" y="2026"/>
                  </a:lnTo>
                  <a:lnTo>
                    <a:pt x="522" y="2306"/>
                  </a:lnTo>
                  <a:lnTo>
                    <a:pt x="722" y="2587"/>
                  </a:lnTo>
                  <a:lnTo>
                    <a:pt x="963" y="2808"/>
                  </a:lnTo>
                  <a:lnTo>
                    <a:pt x="1224" y="3028"/>
                  </a:lnTo>
                  <a:lnTo>
                    <a:pt x="1224" y="3028"/>
                  </a:lnTo>
                  <a:lnTo>
                    <a:pt x="1304" y="2828"/>
                  </a:lnTo>
                  <a:lnTo>
                    <a:pt x="1404" y="2647"/>
                  </a:lnTo>
                  <a:lnTo>
                    <a:pt x="1504" y="2487"/>
                  </a:lnTo>
                  <a:lnTo>
                    <a:pt x="1625" y="2306"/>
                  </a:lnTo>
                  <a:lnTo>
                    <a:pt x="1765" y="2166"/>
                  </a:lnTo>
                  <a:lnTo>
                    <a:pt x="1926" y="2006"/>
                  </a:lnTo>
                  <a:lnTo>
                    <a:pt x="2086" y="1885"/>
                  </a:lnTo>
                  <a:lnTo>
                    <a:pt x="2246" y="1765"/>
                  </a:lnTo>
                  <a:lnTo>
                    <a:pt x="2246" y="1765"/>
                  </a:lnTo>
                  <a:lnTo>
                    <a:pt x="2547" y="1605"/>
                  </a:lnTo>
                  <a:lnTo>
                    <a:pt x="2848" y="1464"/>
                  </a:lnTo>
                  <a:lnTo>
                    <a:pt x="3169" y="1364"/>
                  </a:lnTo>
                  <a:lnTo>
                    <a:pt x="3490" y="1284"/>
                  </a:lnTo>
                  <a:lnTo>
                    <a:pt x="3811" y="1203"/>
                  </a:lnTo>
                  <a:lnTo>
                    <a:pt x="4152" y="1163"/>
                  </a:lnTo>
                  <a:lnTo>
                    <a:pt x="4793" y="1083"/>
                  </a:lnTo>
                  <a:lnTo>
                    <a:pt x="4793" y="1083"/>
                  </a:lnTo>
                  <a:lnTo>
                    <a:pt x="5575" y="1023"/>
                  </a:lnTo>
                  <a:lnTo>
                    <a:pt x="6337" y="1023"/>
                  </a:lnTo>
                  <a:lnTo>
                    <a:pt x="6337" y="1023"/>
                  </a:lnTo>
                  <a:lnTo>
                    <a:pt x="6859" y="1023"/>
                  </a:lnTo>
                  <a:lnTo>
                    <a:pt x="7380" y="1043"/>
                  </a:lnTo>
                  <a:lnTo>
                    <a:pt x="7902" y="1083"/>
                  </a:lnTo>
                  <a:lnTo>
                    <a:pt x="8423" y="1143"/>
                  </a:lnTo>
                  <a:lnTo>
                    <a:pt x="8423" y="1143"/>
                  </a:lnTo>
                  <a:lnTo>
                    <a:pt x="8463" y="903"/>
                  </a:lnTo>
                  <a:lnTo>
                    <a:pt x="8463" y="682"/>
                  </a:lnTo>
                  <a:lnTo>
                    <a:pt x="8463" y="682"/>
                  </a:lnTo>
                  <a:lnTo>
                    <a:pt x="8443" y="341"/>
                  </a:lnTo>
                  <a:lnTo>
                    <a:pt x="838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8451;p42">
              <a:extLst>
                <a:ext uri="{FF2B5EF4-FFF2-40B4-BE49-F238E27FC236}">
                  <a16:creationId xmlns:a16="http://schemas.microsoft.com/office/drawing/2014/main" id="{A6334B14-9E0E-E38B-29BA-B895CE80186B}"/>
                </a:ext>
              </a:extLst>
            </p:cNvPr>
            <p:cNvSpPr/>
            <p:nvPr/>
          </p:nvSpPr>
          <p:spPr>
            <a:xfrm>
              <a:off x="11125800" y="3122938"/>
              <a:ext cx="299350" cy="309375"/>
            </a:xfrm>
            <a:custGeom>
              <a:avLst/>
              <a:gdLst/>
              <a:ahLst/>
              <a:cxnLst/>
              <a:rect l="l" t="t" r="r" b="b"/>
              <a:pathLst>
                <a:path w="11974" h="12375" extrusionOk="0">
                  <a:moveTo>
                    <a:pt x="10830" y="0"/>
                  </a:moveTo>
                  <a:lnTo>
                    <a:pt x="10650" y="21"/>
                  </a:lnTo>
                  <a:lnTo>
                    <a:pt x="10489" y="81"/>
                  </a:lnTo>
                  <a:lnTo>
                    <a:pt x="10329" y="141"/>
                  </a:lnTo>
                  <a:lnTo>
                    <a:pt x="10189" y="261"/>
                  </a:lnTo>
                  <a:lnTo>
                    <a:pt x="10088" y="382"/>
                  </a:lnTo>
                  <a:lnTo>
                    <a:pt x="9988" y="542"/>
                  </a:lnTo>
                  <a:lnTo>
                    <a:pt x="9948" y="742"/>
                  </a:lnTo>
                  <a:lnTo>
                    <a:pt x="9928" y="963"/>
                  </a:lnTo>
                  <a:lnTo>
                    <a:pt x="9968" y="1886"/>
                  </a:lnTo>
                  <a:lnTo>
                    <a:pt x="10008" y="2928"/>
                  </a:lnTo>
                  <a:lnTo>
                    <a:pt x="10028" y="4031"/>
                  </a:lnTo>
                  <a:lnTo>
                    <a:pt x="10008" y="4593"/>
                  </a:lnTo>
                  <a:lnTo>
                    <a:pt x="9988" y="5154"/>
                  </a:lnTo>
                  <a:lnTo>
                    <a:pt x="9948" y="5696"/>
                  </a:lnTo>
                  <a:lnTo>
                    <a:pt x="9868" y="6257"/>
                  </a:lnTo>
                  <a:lnTo>
                    <a:pt x="9767" y="6779"/>
                  </a:lnTo>
                  <a:lnTo>
                    <a:pt x="9647" y="7300"/>
                  </a:lnTo>
                  <a:lnTo>
                    <a:pt x="9507" y="7782"/>
                  </a:lnTo>
                  <a:lnTo>
                    <a:pt x="9306" y="8243"/>
                  </a:lnTo>
                  <a:lnTo>
                    <a:pt x="9206" y="8443"/>
                  </a:lnTo>
                  <a:lnTo>
                    <a:pt x="9086" y="8644"/>
                  </a:lnTo>
                  <a:lnTo>
                    <a:pt x="8945" y="8845"/>
                  </a:lnTo>
                  <a:lnTo>
                    <a:pt x="8825" y="9025"/>
                  </a:lnTo>
                  <a:lnTo>
                    <a:pt x="8664" y="9185"/>
                  </a:lnTo>
                  <a:lnTo>
                    <a:pt x="8504" y="9346"/>
                  </a:lnTo>
                  <a:lnTo>
                    <a:pt x="8324" y="9486"/>
                  </a:lnTo>
                  <a:lnTo>
                    <a:pt x="8123" y="9627"/>
                  </a:lnTo>
                  <a:lnTo>
                    <a:pt x="7922" y="9747"/>
                  </a:lnTo>
                  <a:lnTo>
                    <a:pt x="7702" y="9847"/>
                  </a:lnTo>
                  <a:lnTo>
                    <a:pt x="7481" y="9948"/>
                  </a:lnTo>
                  <a:lnTo>
                    <a:pt x="7241" y="10028"/>
                  </a:lnTo>
                  <a:lnTo>
                    <a:pt x="6759" y="10168"/>
                  </a:lnTo>
                  <a:lnTo>
                    <a:pt x="6218" y="10288"/>
                  </a:lnTo>
                  <a:lnTo>
                    <a:pt x="5676" y="10369"/>
                  </a:lnTo>
                  <a:lnTo>
                    <a:pt x="5115" y="10409"/>
                  </a:lnTo>
                  <a:lnTo>
                    <a:pt x="4553" y="10429"/>
                  </a:lnTo>
                  <a:lnTo>
                    <a:pt x="3972" y="10449"/>
                  </a:lnTo>
                  <a:lnTo>
                    <a:pt x="3410" y="10429"/>
                  </a:lnTo>
                  <a:lnTo>
                    <a:pt x="2869" y="10409"/>
                  </a:lnTo>
                  <a:lnTo>
                    <a:pt x="1826" y="10349"/>
                  </a:lnTo>
                  <a:lnTo>
                    <a:pt x="944" y="10268"/>
                  </a:lnTo>
                  <a:lnTo>
                    <a:pt x="723" y="10268"/>
                  </a:lnTo>
                  <a:lnTo>
                    <a:pt x="522" y="10309"/>
                  </a:lnTo>
                  <a:lnTo>
                    <a:pt x="362" y="10409"/>
                  </a:lnTo>
                  <a:lnTo>
                    <a:pt x="222" y="10509"/>
                  </a:lnTo>
                  <a:lnTo>
                    <a:pt x="121" y="10649"/>
                  </a:lnTo>
                  <a:lnTo>
                    <a:pt x="61" y="10810"/>
                  </a:lnTo>
                  <a:lnTo>
                    <a:pt x="1" y="10990"/>
                  </a:lnTo>
                  <a:lnTo>
                    <a:pt x="1" y="11171"/>
                  </a:lnTo>
                  <a:lnTo>
                    <a:pt x="21" y="11351"/>
                  </a:lnTo>
                  <a:lnTo>
                    <a:pt x="61" y="11532"/>
                  </a:lnTo>
                  <a:lnTo>
                    <a:pt x="121" y="11712"/>
                  </a:lnTo>
                  <a:lnTo>
                    <a:pt x="242" y="11873"/>
                  </a:lnTo>
                  <a:lnTo>
                    <a:pt x="362" y="11993"/>
                  </a:lnTo>
                  <a:lnTo>
                    <a:pt x="522" y="12113"/>
                  </a:lnTo>
                  <a:lnTo>
                    <a:pt x="723" y="12194"/>
                  </a:lnTo>
                  <a:lnTo>
                    <a:pt x="944" y="12234"/>
                  </a:lnTo>
                  <a:lnTo>
                    <a:pt x="2247" y="12334"/>
                  </a:lnTo>
                  <a:lnTo>
                    <a:pt x="2949" y="12354"/>
                  </a:lnTo>
                  <a:lnTo>
                    <a:pt x="3691" y="12374"/>
                  </a:lnTo>
                  <a:lnTo>
                    <a:pt x="4613" y="12354"/>
                  </a:lnTo>
                  <a:lnTo>
                    <a:pt x="5055" y="12334"/>
                  </a:lnTo>
                  <a:lnTo>
                    <a:pt x="5516" y="12314"/>
                  </a:lnTo>
                  <a:lnTo>
                    <a:pt x="5977" y="12254"/>
                  </a:lnTo>
                  <a:lnTo>
                    <a:pt x="6438" y="12194"/>
                  </a:lnTo>
                  <a:lnTo>
                    <a:pt x="6880" y="12113"/>
                  </a:lnTo>
                  <a:lnTo>
                    <a:pt x="7301" y="12013"/>
                  </a:lnTo>
                  <a:lnTo>
                    <a:pt x="7742" y="11893"/>
                  </a:lnTo>
                  <a:lnTo>
                    <a:pt x="8143" y="11772"/>
                  </a:lnTo>
                  <a:lnTo>
                    <a:pt x="8544" y="11612"/>
                  </a:lnTo>
                  <a:lnTo>
                    <a:pt x="8905" y="11432"/>
                  </a:lnTo>
                  <a:lnTo>
                    <a:pt x="9266" y="11211"/>
                  </a:lnTo>
                  <a:lnTo>
                    <a:pt x="9607" y="10990"/>
                  </a:lnTo>
                  <a:lnTo>
                    <a:pt x="9908" y="10730"/>
                  </a:lnTo>
                  <a:lnTo>
                    <a:pt x="10189" y="10449"/>
                  </a:lnTo>
                  <a:lnTo>
                    <a:pt x="10369" y="10228"/>
                  </a:lnTo>
                  <a:lnTo>
                    <a:pt x="10550" y="9988"/>
                  </a:lnTo>
                  <a:lnTo>
                    <a:pt x="10710" y="9747"/>
                  </a:lnTo>
                  <a:lnTo>
                    <a:pt x="10850" y="9506"/>
                  </a:lnTo>
                  <a:lnTo>
                    <a:pt x="10991" y="9246"/>
                  </a:lnTo>
                  <a:lnTo>
                    <a:pt x="11111" y="8965"/>
                  </a:lnTo>
                  <a:lnTo>
                    <a:pt x="11231" y="8704"/>
                  </a:lnTo>
                  <a:lnTo>
                    <a:pt x="11332" y="8403"/>
                  </a:lnTo>
                  <a:lnTo>
                    <a:pt x="11512" y="7822"/>
                  </a:lnTo>
                  <a:lnTo>
                    <a:pt x="11653" y="7200"/>
                  </a:lnTo>
                  <a:lnTo>
                    <a:pt x="11773" y="6558"/>
                  </a:lnTo>
                  <a:lnTo>
                    <a:pt x="11853" y="5917"/>
                  </a:lnTo>
                  <a:lnTo>
                    <a:pt x="11913" y="5255"/>
                  </a:lnTo>
                  <a:lnTo>
                    <a:pt x="11953" y="4613"/>
                  </a:lnTo>
                  <a:lnTo>
                    <a:pt x="11973" y="3951"/>
                  </a:lnTo>
                  <a:lnTo>
                    <a:pt x="11973" y="3309"/>
                  </a:lnTo>
                  <a:lnTo>
                    <a:pt x="11933" y="2086"/>
                  </a:lnTo>
                  <a:lnTo>
                    <a:pt x="11893" y="963"/>
                  </a:lnTo>
                  <a:lnTo>
                    <a:pt x="11893" y="843"/>
                  </a:lnTo>
                  <a:lnTo>
                    <a:pt x="11853" y="722"/>
                  </a:lnTo>
                  <a:lnTo>
                    <a:pt x="11793" y="522"/>
                  </a:lnTo>
                  <a:lnTo>
                    <a:pt x="11673" y="361"/>
                  </a:lnTo>
                  <a:lnTo>
                    <a:pt x="11532" y="241"/>
                  </a:lnTo>
                  <a:lnTo>
                    <a:pt x="11372" y="121"/>
                  </a:lnTo>
                  <a:lnTo>
                    <a:pt x="11211" y="61"/>
                  </a:lnTo>
                  <a:lnTo>
                    <a:pt x="11011" y="21"/>
                  </a:lnTo>
                  <a:lnTo>
                    <a:pt x="1083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42">
              <a:extLst>
                <a:ext uri="{FF2B5EF4-FFF2-40B4-BE49-F238E27FC236}">
                  <a16:creationId xmlns:a16="http://schemas.microsoft.com/office/drawing/2014/main" id="{F9DDCF82-D24A-D97B-B237-591D2858BF85}"/>
                </a:ext>
              </a:extLst>
            </p:cNvPr>
            <p:cNvSpPr/>
            <p:nvPr/>
          </p:nvSpPr>
          <p:spPr>
            <a:xfrm>
              <a:off x="11125800" y="3122938"/>
              <a:ext cx="299350" cy="309375"/>
            </a:xfrm>
            <a:custGeom>
              <a:avLst/>
              <a:gdLst/>
              <a:ahLst/>
              <a:cxnLst/>
              <a:rect l="l" t="t" r="r" b="b"/>
              <a:pathLst>
                <a:path w="11974" h="12375" fill="none" extrusionOk="0">
                  <a:moveTo>
                    <a:pt x="10189" y="10449"/>
                  </a:moveTo>
                  <a:lnTo>
                    <a:pt x="10189" y="10449"/>
                  </a:lnTo>
                  <a:lnTo>
                    <a:pt x="9908" y="10730"/>
                  </a:lnTo>
                  <a:lnTo>
                    <a:pt x="9607" y="10990"/>
                  </a:lnTo>
                  <a:lnTo>
                    <a:pt x="9266" y="11211"/>
                  </a:lnTo>
                  <a:lnTo>
                    <a:pt x="8905" y="11432"/>
                  </a:lnTo>
                  <a:lnTo>
                    <a:pt x="8544" y="11612"/>
                  </a:lnTo>
                  <a:lnTo>
                    <a:pt x="8143" y="11772"/>
                  </a:lnTo>
                  <a:lnTo>
                    <a:pt x="7742" y="11893"/>
                  </a:lnTo>
                  <a:lnTo>
                    <a:pt x="7301" y="12013"/>
                  </a:lnTo>
                  <a:lnTo>
                    <a:pt x="6880" y="12113"/>
                  </a:lnTo>
                  <a:lnTo>
                    <a:pt x="6438" y="12194"/>
                  </a:lnTo>
                  <a:lnTo>
                    <a:pt x="5977" y="12254"/>
                  </a:lnTo>
                  <a:lnTo>
                    <a:pt x="5516" y="12314"/>
                  </a:lnTo>
                  <a:lnTo>
                    <a:pt x="5055" y="12334"/>
                  </a:lnTo>
                  <a:lnTo>
                    <a:pt x="4613" y="12354"/>
                  </a:lnTo>
                  <a:lnTo>
                    <a:pt x="3691" y="12374"/>
                  </a:lnTo>
                  <a:lnTo>
                    <a:pt x="3691" y="12374"/>
                  </a:lnTo>
                  <a:lnTo>
                    <a:pt x="2949" y="12354"/>
                  </a:lnTo>
                  <a:lnTo>
                    <a:pt x="2247" y="12334"/>
                  </a:lnTo>
                  <a:lnTo>
                    <a:pt x="944" y="12234"/>
                  </a:lnTo>
                  <a:lnTo>
                    <a:pt x="944" y="12234"/>
                  </a:lnTo>
                  <a:lnTo>
                    <a:pt x="723" y="12194"/>
                  </a:lnTo>
                  <a:lnTo>
                    <a:pt x="522" y="12113"/>
                  </a:lnTo>
                  <a:lnTo>
                    <a:pt x="362" y="11993"/>
                  </a:lnTo>
                  <a:lnTo>
                    <a:pt x="242" y="11873"/>
                  </a:lnTo>
                  <a:lnTo>
                    <a:pt x="121" y="11712"/>
                  </a:lnTo>
                  <a:lnTo>
                    <a:pt x="61" y="11532"/>
                  </a:lnTo>
                  <a:lnTo>
                    <a:pt x="21" y="11351"/>
                  </a:lnTo>
                  <a:lnTo>
                    <a:pt x="1" y="11171"/>
                  </a:lnTo>
                  <a:lnTo>
                    <a:pt x="1" y="10990"/>
                  </a:lnTo>
                  <a:lnTo>
                    <a:pt x="61" y="10810"/>
                  </a:lnTo>
                  <a:lnTo>
                    <a:pt x="121" y="10649"/>
                  </a:lnTo>
                  <a:lnTo>
                    <a:pt x="222" y="10509"/>
                  </a:lnTo>
                  <a:lnTo>
                    <a:pt x="362" y="10409"/>
                  </a:lnTo>
                  <a:lnTo>
                    <a:pt x="522" y="10309"/>
                  </a:lnTo>
                  <a:lnTo>
                    <a:pt x="723" y="10268"/>
                  </a:lnTo>
                  <a:lnTo>
                    <a:pt x="944" y="10268"/>
                  </a:lnTo>
                  <a:lnTo>
                    <a:pt x="944" y="10268"/>
                  </a:lnTo>
                  <a:lnTo>
                    <a:pt x="1826" y="10349"/>
                  </a:lnTo>
                  <a:lnTo>
                    <a:pt x="2869" y="10409"/>
                  </a:lnTo>
                  <a:lnTo>
                    <a:pt x="3410" y="10429"/>
                  </a:lnTo>
                  <a:lnTo>
                    <a:pt x="3972" y="10449"/>
                  </a:lnTo>
                  <a:lnTo>
                    <a:pt x="4553" y="10429"/>
                  </a:lnTo>
                  <a:lnTo>
                    <a:pt x="5115" y="10409"/>
                  </a:lnTo>
                  <a:lnTo>
                    <a:pt x="5676" y="10369"/>
                  </a:lnTo>
                  <a:lnTo>
                    <a:pt x="6218" y="10288"/>
                  </a:lnTo>
                  <a:lnTo>
                    <a:pt x="6759" y="10168"/>
                  </a:lnTo>
                  <a:lnTo>
                    <a:pt x="7241" y="10028"/>
                  </a:lnTo>
                  <a:lnTo>
                    <a:pt x="7481" y="9948"/>
                  </a:lnTo>
                  <a:lnTo>
                    <a:pt x="7702" y="9847"/>
                  </a:lnTo>
                  <a:lnTo>
                    <a:pt x="7922" y="9747"/>
                  </a:lnTo>
                  <a:lnTo>
                    <a:pt x="8123" y="9627"/>
                  </a:lnTo>
                  <a:lnTo>
                    <a:pt x="8324" y="9486"/>
                  </a:lnTo>
                  <a:lnTo>
                    <a:pt x="8504" y="9346"/>
                  </a:lnTo>
                  <a:lnTo>
                    <a:pt x="8664" y="9185"/>
                  </a:lnTo>
                  <a:lnTo>
                    <a:pt x="8825" y="9025"/>
                  </a:lnTo>
                  <a:lnTo>
                    <a:pt x="8825" y="9025"/>
                  </a:lnTo>
                  <a:lnTo>
                    <a:pt x="8945" y="8845"/>
                  </a:lnTo>
                  <a:lnTo>
                    <a:pt x="9086" y="8644"/>
                  </a:lnTo>
                  <a:lnTo>
                    <a:pt x="9206" y="8443"/>
                  </a:lnTo>
                  <a:lnTo>
                    <a:pt x="9306" y="8243"/>
                  </a:lnTo>
                  <a:lnTo>
                    <a:pt x="9507" y="7782"/>
                  </a:lnTo>
                  <a:lnTo>
                    <a:pt x="9647" y="7300"/>
                  </a:lnTo>
                  <a:lnTo>
                    <a:pt x="9767" y="6779"/>
                  </a:lnTo>
                  <a:lnTo>
                    <a:pt x="9868" y="6257"/>
                  </a:lnTo>
                  <a:lnTo>
                    <a:pt x="9948" y="5696"/>
                  </a:lnTo>
                  <a:lnTo>
                    <a:pt x="9988" y="5154"/>
                  </a:lnTo>
                  <a:lnTo>
                    <a:pt x="10008" y="4593"/>
                  </a:lnTo>
                  <a:lnTo>
                    <a:pt x="10028" y="4031"/>
                  </a:lnTo>
                  <a:lnTo>
                    <a:pt x="10008" y="2928"/>
                  </a:lnTo>
                  <a:lnTo>
                    <a:pt x="9968" y="1886"/>
                  </a:lnTo>
                  <a:lnTo>
                    <a:pt x="9928" y="963"/>
                  </a:lnTo>
                  <a:lnTo>
                    <a:pt x="9928" y="963"/>
                  </a:lnTo>
                  <a:lnTo>
                    <a:pt x="9948" y="742"/>
                  </a:lnTo>
                  <a:lnTo>
                    <a:pt x="9988" y="542"/>
                  </a:lnTo>
                  <a:lnTo>
                    <a:pt x="10088" y="382"/>
                  </a:lnTo>
                  <a:lnTo>
                    <a:pt x="10189" y="261"/>
                  </a:lnTo>
                  <a:lnTo>
                    <a:pt x="10329" y="141"/>
                  </a:lnTo>
                  <a:lnTo>
                    <a:pt x="10489" y="81"/>
                  </a:lnTo>
                  <a:lnTo>
                    <a:pt x="10650" y="21"/>
                  </a:lnTo>
                  <a:lnTo>
                    <a:pt x="10830" y="0"/>
                  </a:lnTo>
                  <a:lnTo>
                    <a:pt x="10830" y="0"/>
                  </a:lnTo>
                  <a:lnTo>
                    <a:pt x="11011" y="21"/>
                  </a:lnTo>
                  <a:lnTo>
                    <a:pt x="11211" y="61"/>
                  </a:lnTo>
                  <a:lnTo>
                    <a:pt x="11372" y="121"/>
                  </a:lnTo>
                  <a:lnTo>
                    <a:pt x="11532" y="241"/>
                  </a:lnTo>
                  <a:lnTo>
                    <a:pt x="11673" y="361"/>
                  </a:lnTo>
                  <a:lnTo>
                    <a:pt x="11793" y="522"/>
                  </a:lnTo>
                  <a:lnTo>
                    <a:pt x="11853" y="722"/>
                  </a:lnTo>
                  <a:lnTo>
                    <a:pt x="11893" y="843"/>
                  </a:lnTo>
                  <a:lnTo>
                    <a:pt x="11893" y="963"/>
                  </a:lnTo>
                  <a:lnTo>
                    <a:pt x="11893" y="963"/>
                  </a:lnTo>
                  <a:lnTo>
                    <a:pt x="11933" y="2086"/>
                  </a:lnTo>
                  <a:lnTo>
                    <a:pt x="11973" y="3309"/>
                  </a:lnTo>
                  <a:lnTo>
                    <a:pt x="11973" y="3951"/>
                  </a:lnTo>
                  <a:lnTo>
                    <a:pt x="11953" y="4613"/>
                  </a:lnTo>
                  <a:lnTo>
                    <a:pt x="11913" y="5255"/>
                  </a:lnTo>
                  <a:lnTo>
                    <a:pt x="11853" y="5917"/>
                  </a:lnTo>
                  <a:lnTo>
                    <a:pt x="11773" y="6558"/>
                  </a:lnTo>
                  <a:lnTo>
                    <a:pt x="11653" y="7200"/>
                  </a:lnTo>
                  <a:lnTo>
                    <a:pt x="11512" y="7822"/>
                  </a:lnTo>
                  <a:lnTo>
                    <a:pt x="11332" y="8403"/>
                  </a:lnTo>
                  <a:lnTo>
                    <a:pt x="11231" y="8704"/>
                  </a:lnTo>
                  <a:lnTo>
                    <a:pt x="11111" y="8965"/>
                  </a:lnTo>
                  <a:lnTo>
                    <a:pt x="10991" y="9246"/>
                  </a:lnTo>
                  <a:lnTo>
                    <a:pt x="10850" y="9506"/>
                  </a:lnTo>
                  <a:lnTo>
                    <a:pt x="10710" y="9747"/>
                  </a:lnTo>
                  <a:lnTo>
                    <a:pt x="10550" y="9988"/>
                  </a:lnTo>
                  <a:lnTo>
                    <a:pt x="10369" y="10228"/>
                  </a:lnTo>
                  <a:lnTo>
                    <a:pt x="10189" y="1044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42">
              <a:extLst>
                <a:ext uri="{FF2B5EF4-FFF2-40B4-BE49-F238E27FC236}">
                  <a16:creationId xmlns:a16="http://schemas.microsoft.com/office/drawing/2014/main" id="{2C12D446-5F00-3DC9-C8A5-1FA0C25EAC49}"/>
                </a:ext>
              </a:extLst>
            </p:cNvPr>
            <p:cNvSpPr/>
            <p:nvPr/>
          </p:nvSpPr>
          <p:spPr>
            <a:xfrm>
              <a:off x="11231600" y="3162038"/>
              <a:ext cx="168475" cy="252725"/>
            </a:xfrm>
            <a:custGeom>
              <a:avLst/>
              <a:gdLst/>
              <a:ahLst/>
              <a:cxnLst/>
              <a:rect l="l" t="t" r="r" b="b"/>
              <a:pathLst>
                <a:path w="6739" h="10109" extrusionOk="0">
                  <a:moveTo>
                    <a:pt x="5736" y="1"/>
                  </a:moveTo>
                  <a:lnTo>
                    <a:pt x="5776" y="1064"/>
                  </a:lnTo>
                  <a:lnTo>
                    <a:pt x="5796" y="2227"/>
                  </a:lnTo>
                  <a:lnTo>
                    <a:pt x="5796" y="2969"/>
                  </a:lnTo>
                  <a:lnTo>
                    <a:pt x="5756" y="3691"/>
                  </a:lnTo>
                  <a:lnTo>
                    <a:pt x="5676" y="4413"/>
                  </a:lnTo>
                  <a:lnTo>
                    <a:pt x="5636" y="4774"/>
                  </a:lnTo>
                  <a:lnTo>
                    <a:pt x="5576" y="5115"/>
                  </a:lnTo>
                  <a:lnTo>
                    <a:pt x="5495" y="5456"/>
                  </a:lnTo>
                  <a:lnTo>
                    <a:pt x="5415" y="5776"/>
                  </a:lnTo>
                  <a:lnTo>
                    <a:pt x="5315" y="6097"/>
                  </a:lnTo>
                  <a:lnTo>
                    <a:pt x="5195" y="6398"/>
                  </a:lnTo>
                  <a:lnTo>
                    <a:pt x="5074" y="6699"/>
                  </a:lnTo>
                  <a:lnTo>
                    <a:pt x="4914" y="6960"/>
                  </a:lnTo>
                  <a:lnTo>
                    <a:pt x="4753" y="7220"/>
                  </a:lnTo>
                  <a:lnTo>
                    <a:pt x="4593" y="7461"/>
                  </a:lnTo>
                  <a:lnTo>
                    <a:pt x="4412" y="7662"/>
                  </a:lnTo>
                  <a:lnTo>
                    <a:pt x="4192" y="7842"/>
                  </a:lnTo>
                  <a:lnTo>
                    <a:pt x="3971" y="8002"/>
                  </a:lnTo>
                  <a:lnTo>
                    <a:pt x="3731" y="8143"/>
                  </a:lnTo>
                  <a:lnTo>
                    <a:pt x="3490" y="8283"/>
                  </a:lnTo>
                  <a:lnTo>
                    <a:pt x="3209" y="8384"/>
                  </a:lnTo>
                  <a:lnTo>
                    <a:pt x="2928" y="8484"/>
                  </a:lnTo>
                  <a:lnTo>
                    <a:pt x="2628" y="8584"/>
                  </a:lnTo>
                  <a:lnTo>
                    <a:pt x="2327" y="8644"/>
                  </a:lnTo>
                  <a:lnTo>
                    <a:pt x="2006" y="8724"/>
                  </a:lnTo>
                  <a:lnTo>
                    <a:pt x="1344" y="8805"/>
                  </a:lnTo>
                  <a:lnTo>
                    <a:pt x="682" y="8865"/>
                  </a:lnTo>
                  <a:lnTo>
                    <a:pt x="0" y="8885"/>
                  </a:lnTo>
                  <a:lnTo>
                    <a:pt x="0" y="10108"/>
                  </a:lnTo>
                  <a:lnTo>
                    <a:pt x="121" y="10048"/>
                  </a:lnTo>
                  <a:lnTo>
                    <a:pt x="301" y="9948"/>
                  </a:lnTo>
                  <a:lnTo>
                    <a:pt x="502" y="9868"/>
                  </a:lnTo>
                  <a:lnTo>
                    <a:pt x="903" y="9727"/>
                  </a:lnTo>
                  <a:lnTo>
                    <a:pt x="1725" y="9507"/>
                  </a:lnTo>
                  <a:lnTo>
                    <a:pt x="2447" y="9286"/>
                  </a:lnTo>
                  <a:lnTo>
                    <a:pt x="2788" y="9166"/>
                  </a:lnTo>
                  <a:lnTo>
                    <a:pt x="3129" y="9025"/>
                  </a:lnTo>
                  <a:lnTo>
                    <a:pt x="3470" y="8865"/>
                  </a:lnTo>
                  <a:lnTo>
                    <a:pt x="3811" y="8704"/>
                  </a:lnTo>
                  <a:lnTo>
                    <a:pt x="4132" y="8524"/>
                  </a:lnTo>
                  <a:lnTo>
                    <a:pt x="4432" y="8323"/>
                  </a:lnTo>
                  <a:lnTo>
                    <a:pt x="4733" y="8103"/>
                  </a:lnTo>
                  <a:lnTo>
                    <a:pt x="5014" y="7882"/>
                  </a:lnTo>
                  <a:lnTo>
                    <a:pt x="5275" y="7621"/>
                  </a:lnTo>
                  <a:lnTo>
                    <a:pt x="5515" y="7361"/>
                  </a:lnTo>
                  <a:lnTo>
                    <a:pt x="5756" y="7060"/>
                  </a:lnTo>
                  <a:lnTo>
                    <a:pt x="5957" y="6759"/>
                  </a:lnTo>
                  <a:lnTo>
                    <a:pt x="6137" y="6438"/>
                  </a:lnTo>
                  <a:lnTo>
                    <a:pt x="6298" y="6077"/>
                  </a:lnTo>
                  <a:lnTo>
                    <a:pt x="6418" y="5716"/>
                  </a:lnTo>
                  <a:lnTo>
                    <a:pt x="6518" y="5355"/>
                  </a:lnTo>
                  <a:lnTo>
                    <a:pt x="6598" y="4974"/>
                  </a:lnTo>
                  <a:lnTo>
                    <a:pt x="6659" y="4593"/>
                  </a:lnTo>
                  <a:lnTo>
                    <a:pt x="6699" y="4232"/>
                  </a:lnTo>
                  <a:lnTo>
                    <a:pt x="6719" y="3851"/>
                  </a:lnTo>
                  <a:lnTo>
                    <a:pt x="6739" y="3470"/>
                  </a:lnTo>
                  <a:lnTo>
                    <a:pt x="6739" y="3089"/>
                  </a:lnTo>
                  <a:lnTo>
                    <a:pt x="6699" y="2327"/>
                  </a:lnTo>
                  <a:lnTo>
                    <a:pt x="6638" y="1565"/>
                  </a:lnTo>
                  <a:lnTo>
                    <a:pt x="6598" y="803"/>
                  </a:lnTo>
                  <a:lnTo>
                    <a:pt x="6558" y="41"/>
                  </a:lnTo>
                  <a:lnTo>
                    <a:pt x="6177" y="41"/>
                  </a:lnTo>
                  <a:lnTo>
                    <a:pt x="5736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42">
              <a:extLst>
                <a:ext uri="{FF2B5EF4-FFF2-40B4-BE49-F238E27FC236}">
                  <a16:creationId xmlns:a16="http://schemas.microsoft.com/office/drawing/2014/main" id="{FA6D0AA2-9375-144F-920C-BE5BAF5ED957}"/>
                </a:ext>
              </a:extLst>
            </p:cNvPr>
            <p:cNvSpPr/>
            <p:nvPr/>
          </p:nvSpPr>
          <p:spPr>
            <a:xfrm>
              <a:off x="11277725" y="3008638"/>
              <a:ext cx="243175" cy="154425"/>
            </a:xfrm>
            <a:custGeom>
              <a:avLst/>
              <a:gdLst/>
              <a:ahLst/>
              <a:cxnLst/>
              <a:rect l="l" t="t" r="r" b="b"/>
              <a:pathLst>
                <a:path w="9727" h="6177" extrusionOk="0">
                  <a:moveTo>
                    <a:pt x="141" y="0"/>
                  </a:moveTo>
                  <a:lnTo>
                    <a:pt x="121" y="120"/>
                  </a:lnTo>
                  <a:lnTo>
                    <a:pt x="61" y="461"/>
                  </a:lnTo>
                  <a:lnTo>
                    <a:pt x="21" y="963"/>
                  </a:lnTo>
                  <a:lnTo>
                    <a:pt x="0" y="1284"/>
                  </a:lnTo>
                  <a:lnTo>
                    <a:pt x="0" y="1604"/>
                  </a:lnTo>
                  <a:lnTo>
                    <a:pt x="21" y="1965"/>
                  </a:lnTo>
                  <a:lnTo>
                    <a:pt x="61" y="2326"/>
                  </a:lnTo>
                  <a:lnTo>
                    <a:pt x="121" y="2707"/>
                  </a:lnTo>
                  <a:lnTo>
                    <a:pt x="201" y="3088"/>
                  </a:lnTo>
                  <a:lnTo>
                    <a:pt x="321" y="3449"/>
                  </a:lnTo>
                  <a:lnTo>
                    <a:pt x="482" y="3830"/>
                  </a:lnTo>
                  <a:lnTo>
                    <a:pt x="682" y="4171"/>
                  </a:lnTo>
                  <a:lnTo>
                    <a:pt x="803" y="4352"/>
                  </a:lnTo>
                  <a:lnTo>
                    <a:pt x="943" y="4512"/>
                  </a:lnTo>
                  <a:lnTo>
                    <a:pt x="1204" y="4813"/>
                  </a:lnTo>
                  <a:lnTo>
                    <a:pt x="1484" y="5074"/>
                  </a:lnTo>
                  <a:lnTo>
                    <a:pt x="1785" y="5294"/>
                  </a:lnTo>
                  <a:lnTo>
                    <a:pt x="2066" y="5495"/>
                  </a:lnTo>
                  <a:lnTo>
                    <a:pt x="2347" y="5655"/>
                  </a:lnTo>
                  <a:lnTo>
                    <a:pt x="2628" y="5796"/>
                  </a:lnTo>
                  <a:lnTo>
                    <a:pt x="2908" y="5896"/>
                  </a:lnTo>
                  <a:lnTo>
                    <a:pt x="3189" y="5996"/>
                  </a:lnTo>
                  <a:lnTo>
                    <a:pt x="3450" y="6057"/>
                  </a:lnTo>
                  <a:lnTo>
                    <a:pt x="3690" y="6097"/>
                  </a:lnTo>
                  <a:lnTo>
                    <a:pt x="4152" y="6157"/>
                  </a:lnTo>
                  <a:lnTo>
                    <a:pt x="4553" y="6177"/>
                  </a:lnTo>
                  <a:lnTo>
                    <a:pt x="5175" y="6177"/>
                  </a:lnTo>
                  <a:lnTo>
                    <a:pt x="5556" y="6157"/>
                  </a:lnTo>
                  <a:lnTo>
                    <a:pt x="6017" y="6097"/>
                  </a:lnTo>
                  <a:lnTo>
                    <a:pt x="6278" y="6057"/>
                  </a:lnTo>
                  <a:lnTo>
                    <a:pt x="6538" y="5996"/>
                  </a:lnTo>
                  <a:lnTo>
                    <a:pt x="6819" y="5896"/>
                  </a:lnTo>
                  <a:lnTo>
                    <a:pt x="7100" y="5796"/>
                  </a:lnTo>
                  <a:lnTo>
                    <a:pt x="7381" y="5655"/>
                  </a:lnTo>
                  <a:lnTo>
                    <a:pt x="7661" y="5495"/>
                  </a:lnTo>
                  <a:lnTo>
                    <a:pt x="7942" y="5294"/>
                  </a:lnTo>
                  <a:lnTo>
                    <a:pt x="8223" y="5074"/>
                  </a:lnTo>
                  <a:lnTo>
                    <a:pt x="8504" y="4813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985" y="4252"/>
                  </a:lnTo>
                  <a:lnTo>
                    <a:pt x="9085" y="4071"/>
                  </a:lnTo>
                  <a:lnTo>
                    <a:pt x="9286" y="3730"/>
                  </a:lnTo>
                  <a:lnTo>
                    <a:pt x="9426" y="3369"/>
                  </a:lnTo>
                  <a:lnTo>
                    <a:pt x="9546" y="2988"/>
                  </a:lnTo>
                  <a:lnTo>
                    <a:pt x="9627" y="2627"/>
                  </a:lnTo>
                  <a:lnTo>
                    <a:pt x="9687" y="2246"/>
                  </a:lnTo>
                  <a:lnTo>
                    <a:pt x="9707" y="1905"/>
                  </a:lnTo>
                  <a:lnTo>
                    <a:pt x="9727" y="1564"/>
                  </a:lnTo>
                  <a:lnTo>
                    <a:pt x="9727" y="1223"/>
                  </a:lnTo>
                  <a:lnTo>
                    <a:pt x="9707" y="943"/>
                  </a:lnTo>
                  <a:lnTo>
                    <a:pt x="9647" y="441"/>
                  </a:lnTo>
                  <a:lnTo>
                    <a:pt x="9607" y="120"/>
                  </a:lnTo>
                  <a:lnTo>
                    <a:pt x="9566" y="0"/>
                  </a:lnTo>
                  <a:lnTo>
                    <a:pt x="6899" y="0"/>
                  </a:lnTo>
                  <a:lnTo>
                    <a:pt x="6919" y="140"/>
                  </a:lnTo>
                  <a:lnTo>
                    <a:pt x="6959" y="501"/>
                  </a:lnTo>
                  <a:lnTo>
                    <a:pt x="6959" y="762"/>
                  </a:lnTo>
                  <a:lnTo>
                    <a:pt x="6959" y="1043"/>
                  </a:lnTo>
                  <a:lnTo>
                    <a:pt x="6939" y="1344"/>
                  </a:lnTo>
                  <a:lnTo>
                    <a:pt x="6879" y="1645"/>
                  </a:lnTo>
                  <a:lnTo>
                    <a:pt x="6799" y="1945"/>
                  </a:lnTo>
                  <a:lnTo>
                    <a:pt x="6679" y="2246"/>
                  </a:lnTo>
                  <a:lnTo>
                    <a:pt x="6598" y="2387"/>
                  </a:lnTo>
                  <a:lnTo>
                    <a:pt x="6518" y="2527"/>
                  </a:lnTo>
                  <a:lnTo>
                    <a:pt x="6418" y="2647"/>
                  </a:lnTo>
                  <a:lnTo>
                    <a:pt x="6318" y="2768"/>
                  </a:lnTo>
                  <a:lnTo>
                    <a:pt x="6177" y="2888"/>
                  </a:lnTo>
                  <a:lnTo>
                    <a:pt x="6037" y="2988"/>
                  </a:lnTo>
                  <a:lnTo>
                    <a:pt x="5896" y="3068"/>
                  </a:lnTo>
                  <a:lnTo>
                    <a:pt x="5716" y="3149"/>
                  </a:lnTo>
                  <a:lnTo>
                    <a:pt x="5535" y="3209"/>
                  </a:lnTo>
                  <a:lnTo>
                    <a:pt x="5335" y="3249"/>
                  </a:lnTo>
                  <a:lnTo>
                    <a:pt x="5094" y="3289"/>
                  </a:lnTo>
                  <a:lnTo>
                    <a:pt x="4613" y="3289"/>
                  </a:lnTo>
                  <a:lnTo>
                    <a:pt x="4392" y="3249"/>
                  </a:lnTo>
                  <a:lnTo>
                    <a:pt x="4192" y="3209"/>
                  </a:lnTo>
                  <a:lnTo>
                    <a:pt x="4011" y="3149"/>
                  </a:lnTo>
                  <a:lnTo>
                    <a:pt x="3831" y="3068"/>
                  </a:lnTo>
                  <a:lnTo>
                    <a:pt x="3670" y="2988"/>
                  </a:lnTo>
                  <a:lnTo>
                    <a:pt x="3530" y="2888"/>
                  </a:lnTo>
                  <a:lnTo>
                    <a:pt x="3410" y="2768"/>
                  </a:lnTo>
                  <a:lnTo>
                    <a:pt x="3309" y="2647"/>
                  </a:lnTo>
                  <a:lnTo>
                    <a:pt x="3209" y="2527"/>
                  </a:lnTo>
                  <a:lnTo>
                    <a:pt x="3109" y="2387"/>
                  </a:lnTo>
                  <a:lnTo>
                    <a:pt x="3049" y="2246"/>
                  </a:lnTo>
                  <a:lnTo>
                    <a:pt x="2928" y="1945"/>
                  </a:lnTo>
                  <a:lnTo>
                    <a:pt x="2848" y="1645"/>
                  </a:lnTo>
                  <a:lnTo>
                    <a:pt x="2788" y="1344"/>
                  </a:lnTo>
                  <a:lnTo>
                    <a:pt x="2768" y="1043"/>
                  </a:lnTo>
                  <a:lnTo>
                    <a:pt x="2768" y="762"/>
                  </a:lnTo>
                  <a:lnTo>
                    <a:pt x="2768" y="501"/>
                  </a:lnTo>
                  <a:lnTo>
                    <a:pt x="2808" y="140"/>
                  </a:lnTo>
                  <a:lnTo>
                    <a:pt x="2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42">
              <a:extLst>
                <a:ext uri="{FF2B5EF4-FFF2-40B4-BE49-F238E27FC236}">
                  <a16:creationId xmlns:a16="http://schemas.microsoft.com/office/drawing/2014/main" id="{AE366395-FA0A-A0CA-4621-4D274BF44C42}"/>
                </a:ext>
              </a:extLst>
            </p:cNvPr>
            <p:cNvSpPr/>
            <p:nvPr/>
          </p:nvSpPr>
          <p:spPr>
            <a:xfrm>
              <a:off x="11277725" y="3008638"/>
              <a:ext cx="243175" cy="154425"/>
            </a:xfrm>
            <a:custGeom>
              <a:avLst/>
              <a:gdLst/>
              <a:ahLst/>
              <a:cxnLst/>
              <a:rect l="l" t="t" r="r" b="b"/>
              <a:pathLst>
                <a:path w="9727" h="6177" fill="none" extrusionOk="0">
                  <a:moveTo>
                    <a:pt x="8865" y="4412"/>
                  </a:moveTo>
                  <a:lnTo>
                    <a:pt x="8865" y="4412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504" y="4813"/>
                  </a:lnTo>
                  <a:lnTo>
                    <a:pt x="8223" y="5074"/>
                  </a:lnTo>
                  <a:lnTo>
                    <a:pt x="7942" y="5294"/>
                  </a:lnTo>
                  <a:lnTo>
                    <a:pt x="7661" y="5495"/>
                  </a:lnTo>
                  <a:lnTo>
                    <a:pt x="7381" y="5655"/>
                  </a:lnTo>
                  <a:lnTo>
                    <a:pt x="7100" y="5796"/>
                  </a:lnTo>
                  <a:lnTo>
                    <a:pt x="6819" y="5896"/>
                  </a:lnTo>
                  <a:lnTo>
                    <a:pt x="6538" y="5996"/>
                  </a:lnTo>
                  <a:lnTo>
                    <a:pt x="6278" y="6057"/>
                  </a:lnTo>
                  <a:lnTo>
                    <a:pt x="6017" y="6097"/>
                  </a:lnTo>
                  <a:lnTo>
                    <a:pt x="5556" y="6157"/>
                  </a:lnTo>
                  <a:lnTo>
                    <a:pt x="5175" y="6177"/>
                  </a:lnTo>
                  <a:lnTo>
                    <a:pt x="4854" y="6177"/>
                  </a:lnTo>
                  <a:lnTo>
                    <a:pt x="4854" y="6177"/>
                  </a:lnTo>
                  <a:lnTo>
                    <a:pt x="4553" y="6177"/>
                  </a:lnTo>
                  <a:lnTo>
                    <a:pt x="4152" y="6157"/>
                  </a:lnTo>
                  <a:lnTo>
                    <a:pt x="3690" y="6097"/>
                  </a:lnTo>
                  <a:lnTo>
                    <a:pt x="3450" y="6057"/>
                  </a:lnTo>
                  <a:lnTo>
                    <a:pt x="3189" y="5996"/>
                  </a:lnTo>
                  <a:lnTo>
                    <a:pt x="2908" y="5896"/>
                  </a:lnTo>
                  <a:lnTo>
                    <a:pt x="2628" y="5796"/>
                  </a:lnTo>
                  <a:lnTo>
                    <a:pt x="2347" y="5655"/>
                  </a:lnTo>
                  <a:lnTo>
                    <a:pt x="2066" y="5495"/>
                  </a:lnTo>
                  <a:lnTo>
                    <a:pt x="1785" y="5294"/>
                  </a:lnTo>
                  <a:lnTo>
                    <a:pt x="1484" y="5074"/>
                  </a:lnTo>
                  <a:lnTo>
                    <a:pt x="1204" y="4813"/>
                  </a:lnTo>
                  <a:lnTo>
                    <a:pt x="943" y="4512"/>
                  </a:lnTo>
                  <a:lnTo>
                    <a:pt x="943" y="4512"/>
                  </a:lnTo>
                  <a:lnTo>
                    <a:pt x="803" y="4352"/>
                  </a:lnTo>
                  <a:lnTo>
                    <a:pt x="682" y="4171"/>
                  </a:lnTo>
                  <a:lnTo>
                    <a:pt x="482" y="3830"/>
                  </a:lnTo>
                  <a:lnTo>
                    <a:pt x="321" y="3449"/>
                  </a:lnTo>
                  <a:lnTo>
                    <a:pt x="201" y="3088"/>
                  </a:lnTo>
                  <a:lnTo>
                    <a:pt x="121" y="2707"/>
                  </a:lnTo>
                  <a:lnTo>
                    <a:pt x="61" y="2326"/>
                  </a:lnTo>
                  <a:lnTo>
                    <a:pt x="21" y="1965"/>
                  </a:lnTo>
                  <a:lnTo>
                    <a:pt x="0" y="1604"/>
                  </a:lnTo>
                  <a:lnTo>
                    <a:pt x="0" y="1284"/>
                  </a:lnTo>
                  <a:lnTo>
                    <a:pt x="21" y="963"/>
                  </a:lnTo>
                  <a:lnTo>
                    <a:pt x="61" y="461"/>
                  </a:lnTo>
                  <a:lnTo>
                    <a:pt x="121" y="120"/>
                  </a:lnTo>
                  <a:lnTo>
                    <a:pt x="141" y="0"/>
                  </a:lnTo>
                  <a:lnTo>
                    <a:pt x="2828" y="0"/>
                  </a:lnTo>
                  <a:lnTo>
                    <a:pt x="2828" y="0"/>
                  </a:lnTo>
                  <a:lnTo>
                    <a:pt x="2808" y="140"/>
                  </a:lnTo>
                  <a:lnTo>
                    <a:pt x="2768" y="501"/>
                  </a:lnTo>
                  <a:lnTo>
                    <a:pt x="2768" y="762"/>
                  </a:lnTo>
                  <a:lnTo>
                    <a:pt x="2768" y="1043"/>
                  </a:lnTo>
                  <a:lnTo>
                    <a:pt x="2788" y="1344"/>
                  </a:lnTo>
                  <a:lnTo>
                    <a:pt x="2848" y="1645"/>
                  </a:lnTo>
                  <a:lnTo>
                    <a:pt x="2928" y="1945"/>
                  </a:lnTo>
                  <a:lnTo>
                    <a:pt x="3049" y="2246"/>
                  </a:lnTo>
                  <a:lnTo>
                    <a:pt x="3109" y="2387"/>
                  </a:lnTo>
                  <a:lnTo>
                    <a:pt x="3209" y="2527"/>
                  </a:lnTo>
                  <a:lnTo>
                    <a:pt x="3309" y="2647"/>
                  </a:lnTo>
                  <a:lnTo>
                    <a:pt x="3410" y="2768"/>
                  </a:lnTo>
                  <a:lnTo>
                    <a:pt x="3530" y="2888"/>
                  </a:lnTo>
                  <a:lnTo>
                    <a:pt x="3670" y="2988"/>
                  </a:lnTo>
                  <a:lnTo>
                    <a:pt x="3831" y="3068"/>
                  </a:lnTo>
                  <a:lnTo>
                    <a:pt x="4011" y="3149"/>
                  </a:lnTo>
                  <a:lnTo>
                    <a:pt x="4192" y="3209"/>
                  </a:lnTo>
                  <a:lnTo>
                    <a:pt x="4392" y="3249"/>
                  </a:lnTo>
                  <a:lnTo>
                    <a:pt x="4613" y="3289"/>
                  </a:lnTo>
                  <a:lnTo>
                    <a:pt x="4854" y="3289"/>
                  </a:lnTo>
                  <a:lnTo>
                    <a:pt x="4854" y="3289"/>
                  </a:lnTo>
                  <a:lnTo>
                    <a:pt x="5094" y="3289"/>
                  </a:lnTo>
                  <a:lnTo>
                    <a:pt x="5335" y="3249"/>
                  </a:lnTo>
                  <a:lnTo>
                    <a:pt x="5535" y="3209"/>
                  </a:lnTo>
                  <a:lnTo>
                    <a:pt x="5716" y="3149"/>
                  </a:lnTo>
                  <a:lnTo>
                    <a:pt x="5896" y="3068"/>
                  </a:lnTo>
                  <a:lnTo>
                    <a:pt x="6037" y="2988"/>
                  </a:lnTo>
                  <a:lnTo>
                    <a:pt x="6177" y="2888"/>
                  </a:lnTo>
                  <a:lnTo>
                    <a:pt x="6318" y="2768"/>
                  </a:lnTo>
                  <a:lnTo>
                    <a:pt x="6418" y="2647"/>
                  </a:lnTo>
                  <a:lnTo>
                    <a:pt x="6518" y="2527"/>
                  </a:lnTo>
                  <a:lnTo>
                    <a:pt x="6598" y="2387"/>
                  </a:lnTo>
                  <a:lnTo>
                    <a:pt x="6679" y="2246"/>
                  </a:lnTo>
                  <a:lnTo>
                    <a:pt x="6799" y="1945"/>
                  </a:lnTo>
                  <a:lnTo>
                    <a:pt x="6879" y="1645"/>
                  </a:lnTo>
                  <a:lnTo>
                    <a:pt x="6939" y="1344"/>
                  </a:lnTo>
                  <a:lnTo>
                    <a:pt x="6959" y="1043"/>
                  </a:lnTo>
                  <a:lnTo>
                    <a:pt x="6959" y="762"/>
                  </a:lnTo>
                  <a:lnTo>
                    <a:pt x="6959" y="501"/>
                  </a:lnTo>
                  <a:lnTo>
                    <a:pt x="6919" y="140"/>
                  </a:lnTo>
                  <a:lnTo>
                    <a:pt x="6899" y="0"/>
                  </a:lnTo>
                  <a:lnTo>
                    <a:pt x="9566" y="0"/>
                  </a:lnTo>
                  <a:lnTo>
                    <a:pt x="9566" y="0"/>
                  </a:lnTo>
                  <a:lnTo>
                    <a:pt x="9607" y="120"/>
                  </a:lnTo>
                  <a:lnTo>
                    <a:pt x="9647" y="441"/>
                  </a:lnTo>
                  <a:lnTo>
                    <a:pt x="9707" y="943"/>
                  </a:lnTo>
                  <a:lnTo>
                    <a:pt x="9727" y="1223"/>
                  </a:lnTo>
                  <a:lnTo>
                    <a:pt x="9727" y="1564"/>
                  </a:lnTo>
                  <a:lnTo>
                    <a:pt x="9707" y="1905"/>
                  </a:lnTo>
                  <a:lnTo>
                    <a:pt x="9687" y="2246"/>
                  </a:lnTo>
                  <a:lnTo>
                    <a:pt x="9627" y="2627"/>
                  </a:lnTo>
                  <a:lnTo>
                    <a:pt x="9546" y="2988"/>
                  </a:lnTo>
                  <a:lnTo>
                    <a:pt x="9426" y="3369"/>
                  </a:lnTo>
                  <a:lnTo>
                    <a:pt x="9286" y="3730"/>
                  </a:lnTo>
                  <a:lnTo>
                    <a:pt x="9085" y="4071"/>
                  </a:lnTo>
                  <a:lnTo>
                    <a:pt x="8985" y="4252"/>
                  </a:lnTo>
                  <a:lnTo>
                    <a:pt x="8865" y="441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42">
              <a:extLst>
                <a:ext uri="{FF2B5EF4-FFF2-40B4-BE49-F238E27FC236}">
                  <a16:creationId xmlns:a16="http://schemas.microsoft.com/office/drawing/2014/main" id="{1C740CD8-FF13-45DC-ED1C-37CFFE648F69}"/>
                </a:ext>
              </a:extLst>
            </p:cNvPr>
            <p:cNvSpPr/>
            <p:nvPr/>
          </p:nvSpPr>
          <p:spPr>
            <a:xfrm>
              <a:off x="11277725" y="3008638"/>
              <a:ext cx="221625" cy="154425"/>
            </a:xfrm>
            <a:custGeom>
              <a:avLst/>
              <a:gdLst/>
              <a:ahLst/>
              <a:cxnLst/>
              <a:rect l="l" t="t" r="r" b="b"/>
              <a:pathLst>
                <a:path w="8865" h="6177" extrusionOk="0">
                  <a:moveTo>
                    <a:pt x="141" y="0"/>
                  </a:moveTo>
                  <a:lnTo>
                    <a:pt x="121" y="100"/>
                  </a:lnTo>
                  <a:lnTo>
                    <a:pt x="81" y="421"/>
                  </a:lnTo>
                  <a:lnTo>
                    <a:pt x="21" y="902"/>
                  </a:lnTo>
                  <a:lnTo>
                    <a:pt x="0" y="1183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1" y="2226"/>
                  </a:lnTo>
                  <a:lnTo>
                    <a:pt x="101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2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3" y="4332"/>
                  </a:lnTo>
                  <a:lnTo>
                    <a:pt x="943" y="4512"/>
                  </a:lnTo>
                  <a:lnTo>
                    <a:pt x="1204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2006" y="5455"/>
                  </a:lnTo>
                  <a:lnTo>
                    <a:pt x="2267" y="5615"/>
                  </a:lnTo>
                  <a:lnTo>
                    <a:pt x="2547" y="5756"/>
                  </a:lnTo>
                  <a:lnTo>
                    <a:pt x="2808" y="5876"/>
                  </a:lnTo>
                  <a:lnTo>
                    <a:pt x="3069" y="5956"/>
                  </a:lnTo>
                  <a:lnTo>
                    <a:pt x="3329" y="6036"/>
                  </a:lnTo>
                  <a:lnTo>
                    <a:pt x="357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5295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8" y="6036"/>
                  </a:lnTo>
                  <a:lnTo>
                    <a:pt x="6659" y="5956"/>
                  </a:lnTo>
                  <a:lnTo>
                    <a:pt x="6919" y="5876"/>
                  </a:lnTo>
                  <a:lnTo>
                    <a:pt x="7180" y="5756"/>
                  </a:lnTo>
                  <a:lnTo>
                    <a:pt x="7441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63" y="5054"/>
                  </a:lnTo>
                  <a:lnTo>
                    <a:pt x="8524" y="4793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544" y="4613"/>
                  </a:lnTo>
                  <a:lnTo>
                    <a:pt x="8203" y="4813"/>
                  </a:lnTo>
                  <a:lnTo>
                    <a:pt x="7842" y="4954"/>
                  </a:lnTo>
                  <a:lnTo>
                    <a:pt x="7481" y="5094"/>
                  </a:lnTo>
                  <a:lnTo>
                    <a:pt x="7100" y="5194"/>
                  </a:lnTo>
                  <a:lnTo>
                    <a:pt x="6719" y="5274"/>
                  </a:lnTo>
                  <a:lnTo>
                    <a:pt x="6338" y="5314"/>
                  </a:lnTo>
                  <a:lnTo>
                    <a:pt x="5937" y="5335"/>
                  </a:lnTo>
                  <a:lnTo>
                    <a:pt x="5676" y="5314"/>
                  </a:lnTo>
                  <a:lnTo>
                    <a:pt x="5415" y="5294"/>
                  </a:lnTo>
                  <a:lnTo>
                    <a:pt x="5154" y="5274"/>
                  </a:lnTo>
                  <a:lnTo>
                    <a:pt x="4914" y="5214"/>
                  </a:lnTo>
                  <a:lnTo>
                    <a:pt x="4653" y="5154"/>
                  </a:lnTo>
                  <a:lnTo>
                    <a:pt x="4412" y="5074"/>
                  </a:lnTo>
                  <a:lnTo>
                    <a:pt x="4152" y="4994"/>
                  </a:lnTo>
                  <a:lnTo>
                    <a:pt x="3911" y="4893"/>
                  </a:lnTo>
                  <a:lnTo>
                    <a:pt x="3550" y="4693"/>
                  </a:lnTo>
                  <a:lnTo>
                    <a:pt x="3209" y="4472"/>
                  </a:lnTo>
                  <a:lnTo>
                    <a:pt x="2908" y="4252"/>
                  </a:lnTo>
                  <a:lnTo>
                    <a:pt x="2648" y="3991"/>
                  </a:lnTo>
                  <a:lnTo>
                    <a:pt x="2427" y="3710"/>
                  </a:lnTo>
                  <a:lnTo>
                    <a:pt x="2227" y="3429"/>
                  </a:lnTo>
                  <a:lnTo>
                    <a:pt x="2066" y="3129"/>
                  </a:lnTo>
                  <a:lnTo>
                    <a:pt x="1946" y="2808"/>
                  </a:lnTo>
                  <a:lnTo>
                    <a:pt x="1825" y="2487"/>
                  </a:lnTo>
                  <a:lnTo>
                    <a:pt x="1765" y="2146"/>
                  </a:lnTo>
                  <a:lnTo>
                    <a:pt x="1725" y="1805"/>
                  </a:lnTo>
                  <a:lnTo>
                    <a:pt x="1705" y="1444"/>
                  </a:lnTo>
                  <a:lnTo>
                    <a:pt x="1705" y="1083"/>
                  </a:lnTo>
                  <a:lnTo>
                    <a:pt x="1745" y="722"/>
                  </a:lnTo>
                  <a:lnTo>
                    <a:pt x="1805" y="361"/>
                  </a:lnTo>
                  <a:lnTo>
                    <a:pt x="190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42">
              <a:extLst>
                <a:ext uri="{FF2B5EF4-FFF2-40B4-BE49-F238E27FC236}">
                  <a16:creationId xmlns:a16="http://schemas.microsoft.com/office/drawing/2014/main" id="{C9F59305-4AFD-DA04-2AED-BCB76D7A8AF5}"/>
                </a:ext>
              </a:extLst>
            </p:cNvPr>
            <p:cNvSpPr/>
            <p:nvPr/>
          </p:nvSpPr>
          <p:spPr>
            <a:xfrm>
              <a:off x="11277725" y="3008638"/>
              <a:ext cx="221625" cy="154425"/>
            </a:xfrm>
            <a:custGeom>
              <a:avLst/>
              <a:gdLst/>
              <a:ahLst/>
              <a:cxnLst/>
              <a:rect l="l" t="t" r="r" b="b"/>
              <a:pathLst>
                <a:path w="8865" h="6177" fill="none" extrusionOk="0">
                  <a:moveTo>
                    <a:pt x="1906" y="0"/>
                  </a:moveTo>
                  <a:lnTo>
                    <a:pt x="141" y="0"/>
                  </a:lnTo>
                  <a:lnTo>
                    <a:pt x="141" y="0"/>
                  </a:lnTo>
                  <a:lnTo>
                    <a:pt x="121" y="100"/>
                  </a:lnTo>
                  <a:lnTo>
                    <a:pt x="81" y="421"/>
                  </a:lnTo>
                  <a:lnTo>
                    <a:pt x="21" y="902"/>
                  </a:lnTo>
                  <a:lnTo>
                    <a:pt x="0" y="1183"/>
                  </a:lnTo>
                  <a:lnTo>
                    <a:pt x="0" y="1484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1" y="2226"/>
                  </a:lnTo>
                  <a:lnTo>
                    <a:pt x="101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2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3" y="4332"/>
                  </a:lnTo>
                  <a:lnTo>
                    <a:pt x="943" y="4512"/>
                  </a:lnTo>
                  <a:lnTo>
                    <a:pt x="943" y="4512"/>
                  </a:lnTo>
                  <a:lnTo>
                    <a:pt x="1204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2006" y="5455"/>
                  </a:lnTo>
                  <a:lnTo>
                    <a:pt x="2267" y="5615"/>
                  </a:lnTo>
                  <a:lnTo>
                    <a:pt x="2547" y="5756"/>
                  </a:lnTo>
                  <a:lnTo>
                    <a:pt x="2808" y="5876"/>
                  </a:lnTo>
                  <a:lnTo>
                    <a:pt x="3069" y="5956"/>
                  </a:lnTo>
                  <a:lnTo>
                    <a:pt x="3329" y="6036"/>
                  </a:lnTo>
                  <a:lnTo>
                    <a:pt x="357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4753" y="6177"/>
                  </a:lnTo>
                  <a:lnTo>
                    <a:pt x="4753" y="6177"/>
                  </a:lnTo>
                  <a:lnTo>
                    <a:pt x="4854" y="6177"/>
                  </a:lnTo>
                  <a:lnTo>
                    <a:pt x="4854" y="6177"/>
                  </a:lnTo>
                  <a:lnTo>
                    <a:pt x="4974" y="6177"/>
                  </a:lnTo>
                  <a:lnTo>
                    <a:pt x="4974" y="6177"/>
                  </a:lnTo>
                  <a:lnTo>
                    <a:pt x="5295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8" y="6036"/>
                  </a:lnTo>
                  <a:lnTo>
                    <a:pt x="6659" y="5956"/>
                  </a:lnTo>
                  <a:lnTo>
                    <a:pt x="6919" y="5876"/>
                  </a:lnTo>
                  <a:lnTo>
                    <a:pt x="7180" y="5756"/>
                  </a:lnTo>
                  <a:lnTo>
                    <a:pt x="7441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63" y="5054"/>
                  </a:lnTo>
                  <a:lnTo>
                    <a:pt x="8524" y="4793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865" y="4412"/>
                  </a:lnTo>
                  <a:lnTo>
                    <a:pt x="8544" y="4613"/>
                  </a:lnTo>
                  <a:lnTo>
                    <a:pt x="8203" y="4813"/>
                  </a:lnTo>
                  <a:lnTo>
                    <a:pt x="7842" y="4954"/>
                  </a:lnTo>
                  <a:lnTo>
                    <a:pt x="7481" y="5094"/>
                  </a:lnTo>
                  <a:lnTo>
                    <a:pt x="7100" y="5194"/>
                  </a:lnTo>
                  <a:lnTo>
                    <a:pt x="6719" y="5274"/>
                  </a:lnTo>
                  <a:lnTo>
                    <a:pt x="6338" y="5314"/>
                  </a:lnTo>
                  <a:lnTo>
                    <a:pt x="5937" y="5335"/>
                  </a:lnTo>
                  <a:lnTo>
                    <a:pt x="5937" y="5335"/>
                  </a:lnTo>
                  <a:lnTo>
                    <a:pt x="5676" y="5314"/>
                  </a:lnTo>
                  <a:lnTo>
                    <a:pt x="5415" y="5294"/>
                  </a:lnTo>
                  <a:lnTo>
                    <a:pt x="5154" y="5274"/>
                  </a:lnTo>
                  <a:lnTo>
                    <a:pt x="4914" y="5214"/>
                  </a:lnTo>
                  <a:lnTo>
                    <a:pt x="4653" y="5154"/>
                  </a:lnTo>
                  <a:lnTo>
                    <a:pt x="4412" y="5074"/>
                  </a:lnTo>
                  <a:lnTo>
                    <a:pt x="4152" y="4994"/>
                  </a:lnTo>
                  <a:lnTo>
                    <a:pt x="3911" y="4893"/>
                  </a:lnTo>
                  <a:lnTo>
                    <a:pt x="3911" y="4893"/>
                  </a:lnTo>
                  <a:lnTo>
                    <a:pt x="3550" y="4693"/>
                  </a:lnTo>
                  <a:lnTo>
                    <a:pt x="3209" y="4472"/>
                  </a:lnTo>
                  <a:lnTo>
                    <a:pt x="2908" y="4252"/>
                  </a:lnTo>
                  <a:lnTo>
                    <a:pt x="2648" y="3991"/>
                  </a:lnTo>
                  <a:lnTo>
                    <a:pt x="2427" y="3710"/>
                  </a:lnTo>
                  <a:lnTo>
                    <a:pt x="2227" y="3429"/>
                  </a:lnTo>
                  <a:lnTo>
                    <a:pt x="2066" y="3129"/>
                  </a:lnTo>
                  <a:lnTo>
                    <a:pt x="1946" y="2808"/>
                  </a:lnTo>
                  <a:lnTo>
                    <a:pt x="1825" y="2487"/>
                  </a:lnTo>
                  <a:lnTo>
                    <a:pt x="1765" y="2146"/>
                  </a:lnTo>
                  <a:lnTo>
                    <a:pt x="1725" y="1805"/>
                  </a:lnTo>
                  <a:lnTo>
                    <a:pt x="1705" y="1444"/>
                  </a:lnTo>
                  <a:lnTo>
                    <a:pt x="1705" y="1083"/>
                  </a:lnTo>
                  <a:lnTo>
                    <a:pt x="1745" y="722"/>
                  </a:lnTo>
                  <a:lnTo>
                    <a:pt x="1805" y="361"/>
                  </a:lnTo>
                  <a:lnTo>
                    <a:pt x="190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42">
              <a:extLst>
                <a:ext uri="{FF2B5EF4-FFF2-40B4-BE49-F238E27FC236}">
                  <a16:creationId xmlns:a16="http://schemas.microsoft.com/office/drawing/2014/main" id="{45443892-A7FA-B62B-5173-5DFB14D49185}"/>
                </a:ext>
              </a:extLst>
            </p:cNvPr>
            <p:cNvSpPr/>
            <p:nvPr/>
          </p:nvSpPr>
          <p:spPr>
            <a:xfrm>
              <a:off x="11088700" y="3285888"/>
              <a:ext cx="142925" cy="211600"/>
            </a:xfrm>
            <a:custGeom>
              <a:avLst/>
              <a:gdLst/>
              <a:ahLst/>
              <a:cxnLst/>
              <a:rect l="l" t="t" r="r" b="b"/>
              <a:pathLst>
                <a:path w="5717" h="8464" extrusionOk="0">
                  <a:moveTo>
                    <a:pt x="2869" y="0"/>
                  </a:moveTo>
                  <a:lnTo>
                    <a:pt x="2568" y="20"/>
                  </a:lnTo>
                  <a:lnTo>
                    <a:pt x="2287" y="60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505" y="341"/>
                  </a:lnTo>
                  <a:lnTo>
                    <a:pt x="1264" y="482"/>
                  </a:lnTo>
                  <a:lnTo>
                    <a:pt x="1044" y="642"/>
                  </a:lnTo>
                  <a:lnTo>
                    <a:pt x="843" y="842"/>
                  </a:lnTo>
                  <a:lnTo>
                    <a:pt x="663" y="1043"/>
                  </a:lnTo>
                  <a:lnTo>
                    <a:pt x="482" y="1264"/>
                  </a:lnTo>
                  <a:lnTo>
                    <a:pt x="342" y="1484"/>
                  </a:lnTo>
                  <a:lnTo>
                    <a:pt x="222" y="1745"/>
                  </a:lnTo>
                  <a:lnTo>
                    <a:pt x="141" y="2006"/>
                  </a:lnTo>
                  <a:lnTo>
                    <a:pt x="61" y="2286"/>
                  </a:lnTo>
                  <a:lnTo>
                    <a:pt x="21" y="2567"/>
                  </a:lnTo>
                  <a:lnTo>
                    <a:pt x="1" y="2848"/>
                  </a:lnTo>
                  <a:lnTo>
                    <a:pt x="1" y="5595"/>
                  </a:lnTo>
                  <a:lnTo>
                    <a:pt x="21" y="5896"/>
                  </a:lnTo>
                  <a:lnTo>
                    <a:pt x="61" y="6177"/>
                  </a:lnTo>
                  <a:lnTo>
                    <a:pt x="141" y="6458"/>
                  </a:lnTo>
                  <a:lnTo>
                    <a:pt x="222" y="6718"/>
                  </a:lnTo>
                  <a:lnTo>
                    <a:pt x="342" y="6959"/>
                  </a:lnTo>
                  <a:lnTo>
                    <a:pt x="482" y="7200"/>
                  </a:lnTo>
                  <a:lnTo>
                    <a:pt x="663" y="7420"/>
                  </a:lnTo>
                  <a:lnTo>
                    <a:pt x="843" y="7621"/>
                  </a:lnTo>
                  <a:lnTo>
                    <a:pt x="1044" y="7801"/>
                  </a:lnTo>
                  <a:lnTo>
                    <a:pt x="1264" y="7982"/>
                  </a:lnTo>
                  <a:lnTo>
                    <a:pt x="1505" y="8122"/>
                  </a:lnTo>
                  <a:lnTo>
                    <a:pt x="1746" y="8243"/>
                  </a:lnTo>
                  <a:lnTo>
                    <a:pt x="2006" y="8323"/>
                  </a:lnTo>
                  <a:lnTo>
                    <a:pt x="2287" y="8403"/>
                  </a:lnTo>
                  <a:lnTo>
                    <a:pt x="2568" y="8443"/>
                  </a:lnTo>
                  <a:lnTo>
                    <a:pt x="2869" y="8463"/>
                  </a:lnTo>
                  <a:lnTo>
                    <a:pt x="3170" y="8443"/>
                  </a:lnTo>
                  <a:lnTo>
                    <a:pt x="3470" y="8403"/>
                  </a:lnTo>
                  <a:lnTo>
                    <a:pt x="3751" y="8323"/>
                  </a:lnTo>
                  <a:lnTo>
                    <a:pt x="4032" y="8203"/>
                  </a:lnTo>
                  <a:lnTo>
                    <a:pt x="4293" y="8082"/>
                  </a:lnTo>
                  <a:lnTo>
                    <a:pt x="4533" y="7922"/>
                  </a:lnTo>
                  <a:lnTo>
                    <a:pt x="4754" y="7741"/>
                  </a:lnTo>
                  <a:lnTo>
                    <a:pt x="4954" y="7541"/>
                  </a:lnTo>
                  <a:lnTo>
                    <a:pt x="5135" y="7340"/>
                  </a:lnTo>
                  <a:lnTo>
                    <a:pt x="5275" y="7120"/>
                  </a:lnTo>
                  <a:lnTo>
                    <a:pt x="5416" y="6899"/>
                  </a:lnTo>
                  <a:lnTo>
                    <a:pt x="5516" y="6658"/>
                  </a:lnTo>
                  <a:lnTo>
                    <a:pt x="5596" y="6398"/>
                  </a:lnTo>
                  <a:lnTo>
                    <a:pt x="5656" y="6157"/>
                  </a:lnTo>
                  <a:lnTo>
                    <a:pt x="5696" y="5876"/>
                  </a:lnTo>
                  <a:lnTo>
                    <a:pt x="5716" y="5595"/>
                  </a:lnTo>
                  <a:lnTo>
                    <a:pt x="5716" y="2848"/>
                  </a:lnTo>
                  <a:lnTo>
                    <a:pt x="5696" y="2567"/>
                  </a:lnTo>
                  <a:lnTo>
                    <a:pt x="5656" y="2286"/>
                  </a:lnTo>
                  <a:lnTo>
                    <a:pt x="5596" y="2006"/>
                  </a:lnTo>
                  <a:lnTo>
                    <a:pt x="5496" y="1745"/>
                  </a:lnTo>
                  <a:lnTo>
                    <a:pt x="5376" y="1484"/>
                  </a:lnTo>
                  <a:lnTo>
                    <a:pt x="5235" y="1264"/>
                  </a:lnTo>
                  <a:lnTo>
                    <a:pt x="5055" y="1043"/>
                  </a:lnTo>
                  <a:lnTo>
                    <a:pt x="4874" y="842"/>
                  </a:lnTo>
                  <a:lnTo>
                    <a:pt x="4654" y="642"/>
                  </a:lnTo>
                  <a:lnTo>
                    <a:pt x="4413" y="461"/>
                  </a:lnTo>
                  <a:lnTo>
                    <a:pt x="4152" y="301"/>
                  </a:lnTo>
                  <a:lnTo>
                    <a:pt x="3871" y="181"/>
                  </a:lnTo>
                  <a:lnTo>
                    <a:pt x="3631" y="100"/>
                  </a:lnTo>
                  <a:lnTo>
                    <a:pt x="3390" y="40"/>
                  </a:lnTo>
                  <a:lnTo>
                    <a:pt x="3129" y="20"/>
                  </a:lnTo>
                  <a:lnTo>
                    <a:pt x="28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42">
              <a:extLst>
                <a:ext uri="{FF2B5EF4-FFF2-40B4-BE49-F238E27FC236}">
                  <a16:creationId xmlns:a16="http://schemas.microsoft.com/office/drawing/2014/main" id="{75C2C125-E917-C1EF-C37D-39B9633C757E}"/>
                </a:ext>
              </a:extLst>
            </p:cNvPr>
            <p:cNvSpPr/>
            <p:nvPr/>
          </p:nvSpPr>
          <p:spPr>
            <a:xfrm>
              <a:off x="11088700" y="3285888"/>
              <a:ext cx="142925" cy="211600"/>
            </a:xfrm>
            <a:custGeom>
              <a:avLst/>
              <a:gdLst/>
              <a:ahLst/>
              <a:cxnLst/>
              <a:rect l="l" t="t" r="r" b="b"/>
              <a:pathLst>
                <a:path w="5717" h="8464" fill="none" extrusionOk="0">
                  <a:moveTo>
                    <a:pt x="5716" y="2848"/>
                  </a:moveTo>
                  <a:lnTo>
                    <a:pt x="5716" y="5595"/>
                  </a:lnTo>
                  <a:lnTo>
                    <a:pt x="5716" y="5595"/>
                  </a:lnTo>
                  <a:lnTo>
                    <a:pt x="5696" y="5876"/>
                  </a:lnTo>
                  <a:lnTo>
                    <a:pt x="5656" y="6157"/>
                  </a:lnTo>
                  <a:lnTo>
                    <a:pt x="5596" y="6398"/>
                  </a:lnTo>
                  <a:lnTo>
                    <a:pt x="5516" y="6658"/>
                  </a:lnTo>
                  <a:lnTo>
                    <a:pt x="5416" y="6899"/>
                  </a:lnTo>
                  <a:lnTo>
                    <a:pt x="5275" y="7120"/>
                  </a:lnTo>
                  <a:lnTo>
                    <a:pt x="5135" y="7340"/>
                  </a:lnTo>
                  <a:lnTo>
                    <a:pt x="4954" y="7541"/>
                  </a:lnTo>
                  <a:lnTo>
                    <a:pt x="4954" y="7541"/>
                  </a:lnTo>
                  <a:lnTo>
                    <a:pt x="4754" y="7741"/>
                  </a:lnTo>
                  <a:lnTo>
                    <a:pt x="4533" y="7922"/>
                  </a:lnTo>
                  <a:lnTo>
                    <a:pt x="4293" y="8082"/>
                  </a:lnTo>
                  <a:lnTo>
                    <a:pt x="4032" y="8203"/>
                  </a:lnTo>
                  <a:lnTo>
                    <a:pt x="3751" y="8323"/>
                  </a:lnTo>
                  <a:lnTo>
                    <a:pt x="3470" y="8403"/>
                  </a:lnTo>
                  <a:lnTo>
                    <a:pt x="3170" y="8443"/>
                  </a:lnTo>
                  <a:lnTo>
                    <a:pt x="2869" y="8463"/>
                  </a:lnTo>
                  <a:lnTo>
                    <a:pt x="2869" y="8463"/>
                  </a:lnTo>
                  <a:lnTo>
                    <a:pt x="2568" y="8443"/>
                  </a:lnTo>
                  <a:lnTo>
                    <a:pt x="2287" y="8403"/>
                  </a:lnTo>
                  <a:lnTo>
                    <a:pt x="2006" y="8323"/>
                  </a:lnTo>
                  <a:lnTo>
                    <a:pt x="1746" y="8243"/>
                  </a:lnTo>
                  <a:lnTo>
                    <a:pt x="1505" y="8122"/>
                  </a:lnTo>
                  <a:lnTo>
                    <a:pt x="1264" y="7982"/>
                  </a:lnTo>
                  <a:lnTo>
                    <a:pt x="1044" y="7801"/>
                  </a:lnTo>
                  <a:lnTo>
                    <a:pt x="843" y="7621"/>
                  </a:lnTo>
                  <a:lnTo>
                    <a:pt x="843" y="7621"/>
                  </a:lnTo>
                  <a:lnTo>
                    <a:pt x="663" y="7420"/>
                  </a:lnTo>
                  <a:lnTo>
                    <a:pt x="482" y="7200"/>
                  </a:lnTo>
                  <a:lnTo>
                    <a:pt x="342" y="6959"/>
                  </a:lnTo>
                  <a:lnTo>
                    <a:pt x="222" y="6718"/>
                  </a:lnTo>
                  <a:lnTo>
                    <a:pt x="141" y="6458"/>
                  </a:lnTo>
                  <a:lnTo>
                    <a:pt x="61" y="6177"/>
                  </a:lnTo>
                  <a:lnTo>
                    <a:pt x="21" y="5896"/>
                  </a:lnTo>
                  <a:lnTo>
                    <a:pt x="1" y="5595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21" y="2567"/>
                  </a:lnTo>
                  <a:lnTo>
                    <a:pt x="61" y="2286"/>
                  </a:lnTo>
                  <a:lnTo>
                    <a:pt x="141" y="2006"/>
                  </a:lnTo>
                  <a:lnTo>
                    <a:pt x="222" y="1745"/>
                  </a:lnTo>
                  <a:lnTo>
                    <a:pt x="342" y="1484"/>
                  </a:lnTo>
                  <a:lnTo>
                    <a:pt x="482" y="1264"/>
                  </a:lnTo>
                  <a:lnTo>
                    <a:pt x="663" y="1043"/>
                  </a:lnTo>
                  <a:lnTo>
                    <a:pt x="843" y="842"/>
                  </a:lnTo>
                  <a:lnTo>
                    <a:pt x="1044" y="642"/>
                  </a:lnTo>
                  <a:lnTo>
                    <a:pt x="1264" y="482"/>
                  </a:lnTo>
                  <a:lnTo>
                    <a:pt x="1505" y="341"/>
                  </a:lnTo>
                  <a:lnTo>
                    <a:pt x="1746" y="221"/>
                  </a:lnTo>
                  <a:lnTo>
                    <a:pt x="2006" y="121"/>
                  </a:lnTo>
                  <a:lnTo>
                    <a:pt x="2287" y="60"/>
                  </a:lnTo>
                  <a:lnTo>
                    <a:pt x="2568" y="20"/>
                  </a:lnTo>
                  <a:lnTo>
                    <a:pt x="2869" y="0"/>
                  </a:lnTo>
                  <a:lnTo>
                    <a:pt x="2869" y="0"/>
                  </a:lnTo>
                  <a:lnTo>
                    <a:pt x="3129" y="20"/>
                  </a:lnTo>
                  <a:lnTo>
                    <a:pt x="3390" y="40"/>
                  </a:lnTo>
                  <a:lnTo>
                    <a:pt x="3631" y="100"/>
                  </a:lnTo>
                  <a:lnTo>
                    <a:pt x="3871" y="181"/>
                  </a:lnTo>
                  <a:lnTo>
                    <a:pt x="3871" y="181"/>
                  </a:lnTo>
                  <a:lnTo>
                    <a:pt x="4152" y="301"/>
                  </a:lnTo>
                  <a:lnTo>
                    <a:pt x="4413" y="461"/>
                  </a:lnTo>
                  <a:lnTo>
                    <a:pt x="4654" y="642"/>
                  </a:lnTo>
                  <a:lnTo>
                    <a:pt x="4874" y="842"/>
                  </a:lnTo>
                  <a:lnTo>
                    <a:pt x="4874" y="842"/>
                  </a:lnTo>
                  <a:lnTo>
                    <a:pt x="5055" y="1043"/>
                  </a:lnTo>
                  <a:lnTo>
                    <a:pt x="5235" y="1264"/>
                  </a:lnTo>
                  <a:lnTo>
                    <a:pt x="5376" y="1484"/>
                  </a:lnTo>
                  <a:lnTo>
                    <a:pt x="5496" y="1745"/>
                  </a:lnTo>
                  <a:lnTo>
                    <a:pt x="5596" y="2006"/>
                  </a:lnTo>
                  <a:lnTo>
                    <a:pt x="5656" y="2286"/>
                  </a:lnTo>
                  <a:lnTo>
                    <a:pt x="5696" y="2567"/>
                  </a:lnTo>
                  <a:lnTo>
                    <a:pt x="5716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42">
              <a:extLst>
                <a:ext uri="{FF2B5EF4-FFF2-40B4-BE49-F238E27FC236}">
                  <a16:creationId xmlns:a16="http://schemas.microsoft.com/office/drawing/2014/main" id="{9BDBA594-594C-FC8E-7654-57A6D9A809E1}"/>
                </a:ext>
              </a:extLst>
            </p:cNvPr>
            <p:cNvSpPr/>
            <p:nvPr/>
          </p:nvSpPr>
          <p:spPr>
            <a:xfrm>
              <a:off x="11139850" y="3285888"/>
              <a:ext cx="72725" cy="211600"/>
            </a:xfrm>
            <a:custGeom>
              <a:avLst/>
              <a:gdLst/>
              <a:ahLst/>
              <a:cxnLst/>
              <a:rect l="l" t="t" r="r" b="b"/>
              <a:pathLst>
                <a:path w="2909" h="8464" extrusionOk="0">
                  <a:moveTo>
                    <a:pt x="602" y="0"/>
                  </a:moveTo>
                  <a:lnTo>
                    <a:pt x="402" y="20"/>
                  </a:lnTo>
                  <a:lnTo>
                    <a:pt x="201" y="60"/>
                  </a:lnTo>
                  <a:lnTo>
                    <a:pt x="0" y="121"/>
                  </a:lnTo>
                  <a:lnTo>
                    <a:pt x="101" y="582"/>
                  </a:lnTo>
                  <a:lnTo>
                    <a:pt x="161" y="1043"/>
                  </a:lnTo>
                  <a:lnTo>
                    <a:pt x="201" y="1524"/>
                  </a:lnTo>
                  <a:lnTo>
                    <a:pt x="221" y="2006"/>
                  </a:lnTo>
                  <a:lnTo>
                    <a:pt x="221" y="8403"/>
                  </a:lnTo>
                  <a:lnTo>
                    <a:pt x="522" y="8443"/>
                  </a:lnTo>
                  <a:lnTo>
                    <a:pt x="823" y="8463"/>
                  </a:lnTo>
                  <a:lnTo>
                    <a:pt x="1124" y="8443"/>
                  </a:lnTo>
                  <a:lnTo>
                    <a:pt x="1424" y="8403"/>
                  </a:lnTo>
                  <a:lnTo>
                    <a:pt x="1705" y="8323"/>
                  </a:lnTo>
                  <a:lnTo>
                    <a:pt x="1986" y="8203"/>
                  </a:lnTo>
                  <a:lnTo>
                    <a:pt x="2247" y="8082"/>
                  </a:lnTo>
                  <a:lnTo>
                    <a:pt x="2487" y="7922"/>
                  </a:lnTo>
                  <a:lnTo>
                    <a:pt x="2708" y="7741"/>
                  </a:lnTo>
                  <a:lnTo>
                    <a:pt x="2908" y="7541"/>
                  </a:lnTo>
                  <a:lnTo>
                    <a:pt x="2788" y="7460"/>
                  </a:lnTo>
                  <a:lnTo>
                    <a:pt x="2628" y="7360"/>
                  </a:lnTo>
                  <a:lnTo>
                    <a:pt x="2507" y="7240"/>
                  </a:lnTo>
                  <a:lnTo>
                    <a:pt x="2367" y="7100"/>
                  </a:lnTo>
                  <a:lnTo>
                    <a:pt x="2267" y="6959"/>
                  </a:lnTo>
                  <a:lnTo>
                    <a:pt x="2066" y="6658"/>
                  </a:lnTo>
                  <a:lnTo>
                    <a:pt x="1886" y="6337"/>
                  </a:lnTo>
                  <a:lnTo>
                    <a:pt x="1765" y="5997"/>
                  </a:lnTo>
                  <a:lnTo>
                    <a:pt x="1645" y="5656"/>
                  </a:lnTo>
                  <a:lnTo>
                    <a:pt x="1545" y="5295"/>
                  </a:lnTo>
                  <a:lnTo>
                    <a:pt x="1464" y="4954"/>
                  </a:lnTo>
                  <a:lnTo>
                    <a:pt x="1384" y="4533"/>
                  </a:lnTo>
                  <a:lnTo>
                    <a:pt x="1304" y="3971"/>
                  </a:lnTo>
                  <a:lnTo>
                    <a:pt x="1244" y="3309"/>
                  </a:lnTo>
                  <a:lnTo>
                    <a:pt x="1224" y="2968"/>
                  </a:lnTo>
                  <a:lnTo>
                    <a:pt x="1224" y="2607"/>
                  </a:lnTo>
                  <a:lnTo>
                    <a:pt x="1224" y="2266"/>
                  </a:lnTo>
                  <a:lnTo>
                    <a:pt x="1264" y="1905"/>
                  </a:lnTo>
                  <a:lnTo>
                    <a:pt x="1304" y="1564"/>
                  </a:lnTo>
                  <a:lnTo>
                    <a:pt x="1364" y="1244"/>
                  </a:lnTo>
                  <a:lnTo>
                    <a:pt x="1444" y="943"/>
                  </a:lnTo>
                  <a:lnTo>
                    <a:pt x="1545" y="662"/>
                  </a:lnTo>
                  <a:lnTo>
                    <a:pt x="1685" y="401"/>
                  </a:lnTo>
                  <a:lnTo>
                    <a:pt x="1825" y="181"/>
                  </a:lnTo>
                  <a:lnTo>
                    <a:pt x="1585" y="100"/>
                  </a:lnTo>
                  <a:lnTo>
                    <a:pt x="1344" y="40"/>
                  </a:lnTo>
                  <a:lnTo>
                    <a:pt x="1083" y="20"/>
                  </a:lnTo>
                  <a:lnTo>
                    <a:pt x="82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42">
              <a:extLst>
                <a:ext uri="{FF2B5EF4-FFF2-40B4-BE49-F238E27FC236}">
                  <a16:creationId xmlns:a16="http://schemas.microsoft.com/office/drawing/2014/main" id="{1C7FBA18-3CC7-D0DB-62BD-789183593C04}"/>
                </a:ext>
              </a:extLst>
            </p:cNvPr>
            <p:cNvSpPr/>
            <p:nvPr/>
          </p:nvSpPr>
          <p:spPr>
            <a:xfrm>
              <a:off x="11139850" y="3285888"/>
              <a:ext cx="72725" cy="211600"/>
            </a:xfrm>
            <a:custGeom>
              <a:avLst/>
              <a:gdLst/>
              <a:ahLst/>
              <a:cxnLst/>
              <a:rect l="l" t="t" r="r" b="b"/>
              <a:pathLst>
                <a:path w="2909" h="8464" fill="none" extrusionOk="0">
                  <a:moveTo>
                    <a:pt x="823" y="0"/>
                  </a:moveTo>
                  <a:lnTo>
                    <a:pt x="823" y="0"/>
                  </a:lnTo>
                  <a:lnTo>
                    <a:pt x="602" y="0"/>
                  </a:lnTo>
                  <a:lnTo>
                    <a:pt x="402" y="20"/>
                  </a:lnTo>
                  <a:lnTo>
                    <a:pt x="201" y="60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101" y="582"/>
                  </a:lnTo>
                  <a:lnTo>
                    <a:pt x="161" y="1043"/>
                  </a:lnTo>
                  <a:lnTo>
                    <a:pt x="201" y="1524"/>
                  </a:lnTo>
                  <a:lnTo>
                    <a:pt x="221" y="2006"/>
                  </a:lnTo>
                  <a:lnTo>
                    <a:pt x="221" y="8403"/>
                  </a:lnTo>
                  <a:lnTo>
                    <a:pt x="221" y="8403"/>
                  </a:lnTo>
                  <a:lnTo>
                    <a:pt x="522" y="8443"/>
                  </a:lnTo>
                  <a:lnTo>
                    <a:pt x="823" y="8463"/>
                  </a:lnTo>
                  <a:lnTo>
                    <a:pt x="823" y="8463"/>
                  </a:lnTo>
                  <a:lnTo>
                    <a:pt x="1124" y="8443"/>
                  </a:lnTo>
                  <a:lnTo>
                    <a:pt x="1424" y="8403"/>
                  </a:lnTo>
                  <a:lnTo>
                    <a:pt x="1705" y="8323"/>
                  </a:lnTo>
                  <a:lnTo>
                    <a:pt x="1986" y="8203"/>
                  </a:lnTo>
                  <a:lnTo>
                    <a:pt x="2247" y="8082"/>
                  </a:lnTo>
                  <a:lnTo>
                    <a:pt x="2487" y="7922"/>
                  </a:lnTo>
                  <a:lnTo>
                    <a:pt x="2708" y="7741"/>
                  </a:lnTo>
                  <a:lnTo>
                    <a:pt x="2908" y="7541"/>
                  </a:lnTo>
                  <a:lnTo>
                    <a:pt x="2908" y="7541"/>
                  </a:lnTo>
                  <a:lnTo>
                    <a:pt x="2788" y="7460"/>
                  </a:lnTo>
                  <a:lnTo>
                    <a:pt x="2788" y="7460"/>
                  </a:lnTo>
                  <a:lnTo>
                    <a:pt x="2628" y="7360"/>
                  </a:lnTo>
                  <a:lnTo>
                    <a:pt x="2507" y="7240"/>
                  </a:lnTo>
                  <a:lnTo>
                    <a:pt x="2367" y="7100"/>
                  </a:lnTo>
                  <a:lnTo>
                    <a:pt x="2267" y="6959"/>
                  </a:lnTo>
                  <a:lnTo>
                    <a:pt x="2066" y="6658"/>
                  </a:lnTo>
                  <a:lnTo>
                    <a:pt x="1886" y="6337"/>
                  </a:lnTo>
                  <a:lnTo>
                    <a:pt x="1765" y="5997"/>
                  </a:lnTo>
                  <a:lnTo>
                    <a:pt x="1645" y="5656"/>
                  </a:lnTo>
                  <a:lnTo>
                    <a:pt x="1545" y="5295"/>
                  </a:lnTo>
                  <a:lnTo>
                    <a:pt x="1464" y="4954"/>
                  </a:lnTo>
                  <a:lnTo>
                    <a:pt x="1464" y="4954"/>
                  </a:lnTo>
                  <a:lnTo>
                    <a:pt x="1384" y="4533"/>
                  </a:lnTo>
                  <a:lnTo>
                    <a:pt x="1304" y="3971"/>
                  </a:lnTo>
                  <a:lnTo>
                    <a:pt x="1244" y="3309"/>
                  </a:lnTo>
                  <a:lnTo>
                    <a:pt x="1224" y="2968"/>
                  </a:lnTo>
                  <a:lnTo>
                    <a:pt x="1224" y="2607"/>
                  </a:lnTo>
                  <a:lnTo>
                    <a:pt x="1224" y="2266"/>
                  </a:lnTo>
                  <a:lnTo>
                    <a:pt x="1264" y="1905"/>
                  </a:lnTo>
                  <a:lnTo>
                    <a:pt x="1304" y="1564"/>
                  </a:lnTo>
                  <a:lnTo>
                    <a:pt x="1364" y="1244"/>
                  </a:lnTo>
                  <a:lnTo>
                    <a:pt x="1444" y="943"/>
                  </a:lnTo>
                  <a:lnTo>
                    <a:pt x="1545" y="662"/>
                  </a:lnTo>
                  <a:lnTo>
                    <a:pt x="1685" y="401"/>
                  </a:lnTo>
                  <a:lnTo>
                    <a:pt x="1825" y="181"/>
                  </a:lnTo>
                  <a:lnTo>
                    <a:pt x="1825" y="181"/>
                  </a:lnTo>
                  <a:lnTo>
                    <a:pt x="1585" y="100"/>
                  </a:lnTo>
                  <a:lnTo>
                    <a:pt x="1344" y="40"/>
                  </a:lnTo>
                  <a:lnTo>
                    <a:pt x="1083" y="20"/>
                  </a:lnTo>
                  <a:lnTo>
                    <a:pt x="8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42">
              <a:extLst>
                <a:ext uri="{FF2B5EF4-FFF2-40B4-BE49-F238E27FC236}">
                  <a16:creationId xmlns:a16="http://schemas.microsoft.com/office/drawing/2014/main" id="{D6E166BE-89F4-73D1-054B-B278ACC61525}"/>
                </a:ext>
              </a:extLst>
            </p:cNvPr>
            <p:cNvSpPr/>
            <p:nvPr/>
          </p:nvSpPr>
          <p:spPr>
            <a:xfrm>
              <a:off x="10603400" y="2300713"/>
              <a:ext cx="76225" cy="76225"/>
            </a:xfrm>
            <a:custGeom>
              <a:avLst/>
              <a:gdLst/>
              <a:ahLst/>
              <a:cxnLst/>
              <a:rect l="l" t="t" r="r" b="b"/>
              <a:pathLst>
                <a:path w="3049" h="3049" extrusionOk="0">
                  <a:moveTo>
                    <a:pt x="1464" y="0"/>
                  </a:moveTo>
                  <a:lnTo>
                    <a:pt x="1284" y="20"/>
                  </a:lnTo>
                  <a:lnTo>
                    <a:pt x="1123" y="60"/>
                  </a:lnTo>
                  <a:lnTo>
                    <a:pt x="963" y="120"/>
                  </a:lnTo>
                  <a:lnTo>
                    <a:pt x="822" y="180"/>
                  </a:lnTo>
                  <a:lnTo>
                    <a:pt x="682" y="261"/>
                  </a:lnTo>
                  <a:lnTo>
                    <a:pt x="542" y="361"/>
                  </a:lnTo>
                  <a:lnTo>
                    <a:pt x="441" y="481"/>
                  </a:lnTo>
                  <a:lnTo>
                    <a:pt x="321" y="622"/>
                  </a:lnTo>
                  <a:lnTo>
                    <a:pt x="241" y="742"/>
                  </a:lnTo>
                  <a:lnTo>
                    <a:pt x="161" y="902"/>
                  </a:lnTo>
                  <a:lnTo>
                    <a:pt x="100" y="1043"/>
                  </a:lnTo>
                  <a:lnTo>
                    <a:pt x="40" y="1223"/>
                  </a:lnTo>
                  <a:lnTo>
                    <a:pt x="20" y="1384"/>
                  </a:lnTo>
                  <a:lnTo>
                    <a:pt x="0" y="1564"/>
                  </a:lnTo>
                  <a:lnTo>
                    <a:pt x="20" y="1725"/>
                  </a:lnTo>
                  <a:lnTo>
                    <a:pt x="40" y="1865"/>
                  </a:lnTo>
                  <a:lnTo>
                    <a:pt x="80" y="1985"/>
                  </a:lnTo>
                  <a:lnTo>
                    <a:pt x="121" y="2126"/>
                  </a:lnTo>
                  <a:lnTo>
                    <a:pt x="181" y="2246"/>
                  </a:lnTo>
                  <a:lnTo>
                    <a:pt x="261" y="2366"/>
                  </a:lnTo>
                  <a:lnTo>
                    <a:pt x="341" y="2467"/>
                  </a:lnTo>
                  <a:lnTo>
                    <a:pt x="441" y="2587"/>
                  </a:lnTo>
                  <a:lnTo>
                    <a:pt x="542" y="2687"/>
                  </a:lnTo>
                  <a:lnTo>
                    <a:pt x="662" y="2768"/>
                  </a:lnTo>
                  <a:lnTo>
                    <a:pt x="782" y="2848"/>
                  </a:lnTo>
                  <a:lnTo>
                    <a:pt x="923" y="2908"/>
                  </a:lnTo>
                  <a:lnTo>
                    <a:pt x="1063" y="2968"/>
                  </a:lnTo>
                  <a:lnTo>
                    <a:pt x="1223" y="3008"/>
                  </a:lnTo>
                  <a:lnTo>
                    <a:pt x="1384" y="3028"/>
                  </a:lnTo>
                  <a:lnTo>
                    <a:pt x="1544" y="3048"/>
                  </a:lnTo>
                  <a:lnTo>
                    <a:pt x="1725" y="3028"/>
                  </a:lnTo>
                  <a:lnTo>
                    <a:pt x="1925" y="3008"/>
                  </a:lnTo>
                  <a:lnTo>
                    <a:pt x="2126" y="2928"/>
                  </a:lnTo>
                  <a:lnTo>
                    <a:pt x="2306" y="2848"/>
                  </a:lnTo>
                  <a:lnTo>
                    <a:pt x="2487" y="2727"/>
                  </a:lnTo>
                  <a:lnTo>
                    <a:pt x="2627" y="2567"/>
                  </a:lnTo>
                  <a:lnTo>
                    <a:pt x="2768" y="2407"/>
                  </a:lnTo>
                  <a:lnTo>
                    <a:pt x="2868" y="2226"/>
                  </a:lnTo>
                  <a:lnTo>
                    <a:pt x="2948" y="2026"/>
                  </a:lnTo>
                  <a:lnTo>
                    <a:pt x="3008" y="1865"/>
                  </a:lnTo>
                  <a:lnTo>
                    <a:pt x="3028" y="1685"/>
                  </a:lnTo>
                  <a:lnTo>
                    <a:pt x="3048" y="1504"/>
                  </a:lnTo>
                  <a:lnTo>
                    <a:pt x="3028" y="1324"/>
                  </a:lnTo>
                  <a:lnTo>
                    <a:pt x="3008" y="1163"/>
                  </a:lnTo>
                  <a:lnTo>
                    <a:pt x="2948" y="1003"/>
                  </a:lnTo>
                  <a:lnTo>
                    <a:pt x="2888" y="842"/>
                  </a:lnTo>
                  <a:lnTo>
                    <a:pt x="2788" y="702"/>
                  </a:lnTo>
                  <a:lnTo>
                    <a:pt x="2687" y="562"/>
                  </a:lnTo>
                  <a:lnTo>
                    <a:pt x="2587" y="441"/>
                  </a:lnTo>
                  <a:lnTo>
                    <a:pt x="2447" y="321"/>
                  </a:lnTo>
                  <a:lnTo>
                    <a:pt x="2306" y="221"/>
                  </a:lnTo>
                  <a:lnTo>
                    <a:pt x="2166" y="140"/>
                  </a:lnTo>
                  <a:lnTo>
                    <a:pt x="1986" y="80"/>
                  </a:lnTo>
                  <a:lnTo>
                    <a:pt x="1825" y="40"/>
                  </a:lnTo>
                  <a:lnTo>
                    <a:pt x="1645" y="20"/>
                  </a:lnTo>
                  <a:lnTo>
                    <a:pt x="14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42">
              <a:extLst>
                <a:ext uri="{FF2B5EF4-FFF2-40B4-BE49-F238E27FC236}">
                  <a16:creationId xmlns:a16="http://schemas.microsoft.com/office/drawing/2014/main" id="{BD46E7A7-4E34-E1FA-FBE1-46362A5396BA}"/>
                </a:ext>
              </a:extLst>
            </p:cNvPr>
            <p:cNvSpPr/>
            <p:nvPr/>
          </p:nvSpPr>
          <p:spPr>
            <a:xfrm>
              <a:off x="10137625" y="2651163"/>
              <a:ext cx="1007775" cy="478825"/>
            </a:xfrm>
            <a:custGeom>
              <a:avLst/>
              <a:gdLst/>
              <a:ahLst/>
              <a:cxnLst/>
              <a:rect l="l" t="t" r="r" b="b"/>
              <a:pathLst>
                <a:path w="40311" h="19153" extrusionOk="0">
                  <a:moveTo>
                    <a:pt x="5877" y="0"/>
                  </a:move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8184" y="17608"/>
                  </a:lnTo>
                  <a:lnTo>
                    <a:pt x="38445" y="17387"/>
                  </a:lnTo>
                  <a:lnTo>
                    <a:pt x="38686" y="17127"/>
                  </a:lnTo>
                  <a:lnTo>
                    <a:pt x="38906" y="16866"/>
                  </a:lnTo>
                  <a:lnTo>
                    <a:pt x="39127" y="16605"/>
                  </a:lnTo>
                  <a:lnTo>
                    <a:pt x="39307" y="16325"/>
                  </a:lnTo>
                  <a:lnTo>
                    <a:pt x="39488" y="16024"/>
                  </a:lnTo>
                  <a:lnTo>
                    <a:pt x="39668" y="15723"/>
                  </a:lnTo>
                  <a:lnTo>
                    <a:pt x="39809" y="15402"/>
                  </a:lnTo>
                  <a:lnTo>
                    <a:pt x="39929" y="15081"/>
                  </a:lnTo>
                  <a:lnTo>
                    <a:pt x="40049" y="14740"/>
                  </a:lnTo>
                  <a:lnTo>
                    <a:pt x="40150" y="14399"/>
                  </a:lnTo>
                  <a:lnTo>
                    <a:pt x="40210" y="14038"/>
                  </a:lnTo>
                  <a:lnTo>
                    <a:pt x="40270" y="13677"/>
                  </a:lnTo>
                  <a:lnTo>
                    <a:pt x="40290" y="13316"/>
                  </a:lnTo>
                  <a:lnTo>
                    <a:pt x="40310" y="12955"/>
                  </a:lnTo>
                  <a:lnTo>
                    <a:pt x="40310" y="6197"/>
                  </a:lnTo>
                  <a:lnTo>
                    <a:pt x="40310" y="5876"/>
                  </a:lnTo>
                  <a:lnTo>
                    <a:pt x="40270" y="5555"/>
                  </a:lnTo>
                  <a:lnTo>
                    <a:pt x="40230" y="5254"/>
                  </a:lnTo>
                  <a:lnTo>
                    <a:pt x="40190" y="4934"/>
                  </a:lnTo>
                  <a:lnTo>
                    <a:pt x="40110" y="4633"/>
                  </a:lnTo>
                  <a:lnTo>
                    <a:pt x="40029" y="4352"/>
                  </a:lnTo>
                  <a:lnTo>
                    <a:pt x="39929" y="4051"/>
                  </a:lnTo>
                  <a:lnTo>
                    <a:pt x="39829" y="3770"/>
                  </a:lnTo>
                  <a:lnTo>
                    <a:pt x="39688" y="3510"/>
                  </a:lnTo>
                  <a:lnTo>
                    <a:pt x="39568" y="3229"/>
                  </a:lnTo>
                  <a:lnTo>
                    <a:pt x="39408" y="2988"/>
                  </a:lnTo>
                  <a:lnTo>
                    <a:pt x="39247" y="2728"/>
                  </a:lnTo>
                  <a:lnTo>
                    <a:pt x="39087" y="2487"/>
                  </a:lnTo>
                  <a:lnTo>
                    <a:pt x="38886" y="2246"/>
                  </a:lnTo>
                  <a:lnTo>
                    <a:pt x="38706" y="2026"/>
                  </a:lnTo>
                  <a:lnTo>
                    <a:pt x="38485" y="1805"/>
                  </a:lnTo>
                  <a:lnTo>
                    <a:pt x="38285" y="1604"/>
                  </a:lnTo>
                  <a:lnTo>
                    <a:pt x="38064" y="1404"/>
                  </a:lnTo>
                  <a:lnTo>
                    <a:pt x="37823" y="1223"/>
                  </a:lnTo>
                  <a:lnTo>
                    <a:pt x="37583" y="1063"/>
                  </a:lnTo>
                  <a:lnTo>
                    <a:pt x="37322" y="903"/>
                  </a:lnTo>
                  <a:lnTo>
                    <a:pt x="37061" y="742"/>
                  </a:lnTo>
                  <a:lnTo>
                    <a:pt x="36801" y="602"/>
                  </a:lnTo>
                  <a:lnTo>
                    <a:pt x="36520" y="481"/>
                  </a:lnTo>
                  <a:lnTo>
                    <a:pt x="36239" y="381"/>
                  </a:lnTo>
                  <a:lnTo>
                    <a:pt x="35958" y="281"/>
                  </a:lnTo>
                  <a:lnTo>
                    <a:pt x="35657" y="201"/>
                  </a:lnTo>
                  <a:lnTo>
                    <a:pt x="35357" y="120"/>
                  </a:lnTo>
                  <a:lnTo>
                    <a:pt x="35056" y="60"/>
                  </a:lnTo>
                  <a:lnTo>
                    <a:pt x="34755" y="20"/>
                  </a:lnTo>
                  <a:lnTo>
                    <a:pt x="344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42">
              <a:extLst>
                <a:ext uri="{FF2B5EF4-FFF2-40B4-BE49-F238E27FC236}">
                  <a16:creationId xmlns:a16="http://schemas.microsoft.com/office/drawing/2014/main" id="{CDC88113-AC8F-7DA7-A151-14CEF727DB99}"/>
                </a:ext>
              </a:extLst>
            </p:cNvPr>
            <p:cNvSpPr/>
            <p:nvPr/>
          </p:nvSpPr>
          <p:spPr>
            <a:xfrm>
              <a:off x="10137625" y="2651163"/>
              <a:ext cx="1007775" cy="478825"/>
            </a:xfrm>
            <a:custGeom>
              <a:avLst/>
              <a:gdLst/>
              <a:ahLst/>
              <a:cxnLst/>
              <a:rect l="l" t="t" r="r" b="b"/>
              <a:pathLst>
                <a:path w="40311" h="19153" fill="none" extrusionOk="0">
                  <a:moveTo>
                    <a:pt x="40310" y="6197"/>
                  </a:moveTo>
                  <a:lnTo>
                    <a:pt x="40310" y="12955"/>
                  </a:lnTo>
                  <a:lnTo>
                    <a:pt x="40310" y="12955"/>
                  </a:lnTo>
                  <a:lnTo>
                    <a:pt x="40290" y="13316"/>
                  </a:lnTo>
                  <a:lnTo>
                    <a:pt x="40270" y="13677"/>
                  </a:lnTo>
                  <a:lnTo>
                    <a:pt x="40210" y="14038"/>
                  </a:lnTo>
                  <a:lnTo>
                    <a:pt x="40150" y="14399"/>
                  </a:lnTo>
                  <a:lnTo>
                    <a:pt x="40049" y="14740"/>
                  </a:lnTo>
                  <a:lnTo>
                    <a:pt x="39929" y="15081"/>
                  </a:lnTo>
                  <a:lnTo>
                    <a:pt x="39809" y="15402"/>
                  </a:lnTo>
                  <a:lnTo>
                    <a:pt x="39668" y="15723"/>
                  </a:lnTo>
                  <a:lnTo>
                    <a:pt x="39488" y="16024"/>
                  </a:lnTo>
                  <a:lnTo>
                    <a:pt x="39307" y="16325"/>
                  </a:lnTo>
                  <a:lnTo>
                    <a:pt x="39127" y="16605"/>
                  </a:lnTo>
                  <a:lnTo>
                    <a:pt x="38906" y="16866"/>
                  </a:lnTo>
                  <a:lnTo>
                    <a:pt x="38686" y="17127"/>
                  </a:lnTo>
                  <a:lnTo>
                    <a:pt x="38445" y="17387"/>
                  </a:lnTo>
                  <a:lnTo>
                    <a:pt x="38184" y="17608"/>
                  </a:lnTo>
                  <a:lnTo>
                    <a:pt x="37924" y="17829"/>
                  </a:lnTo>
                  <a:lnTo>
                    <a:pt x="37924" y="17829"/>
                  </a:lnTo>
                  <a:lnTo>
                    <a:pt x="37522" y="18129"/>
                  </a:lnTo>
                  <a:lnTo>
                    <a:pt x="37081" y="18390"/>
                  </a:lnTo>
                  <a:lnTo>
                    <a:pt x="36640" y="18611"/>
                  </a:lnTo>
                  <a:lnTo>
                    <a:pt x="36159" y="18791"/>
                  </a:lnTo>
                  <a:lnTo>
                    <a:pt x="35677" y="18952"/>
                  </a:lnTo>
                  <a:lnTo>
                    <a:pt x="35176" y="19052"/>
                  </a:lnTo>
                  <a:lnTo>
                    <a:pt x="34655" y="19132"/>
                  </a:lnTo>
                  <a:lnTo>
                    <a:pt x="34113" y="19152"/>
                  </a:lnTo>
                  <a:lnTo>
                    <a:pt x="6197" y="19152"/>
                  </a:lnTo>
                  <a:lnTo>
                    <a:pt x="6197" y="19152"/>
                  </a:lnTo>
                  <a:lnTo>
                    <a:pt x="5877" y="19132"/>
                  </a:lnTo>
                  <a:lnTo>
                    <a:pt x="5576" y="19112"/>
                  </a:lnTo>
                  <a:lnTo>
                    <a:pt x="5255" y="19072"/>
                  </a:lnTo>
                  <a:lnTo>
                    <a:pt x="4954" y="19012"/>
                  </a:lnTo>
                  <a:lnTo>
                    <a:pt x="4653" y="18952"/>
                  </a:lnTo>
                  <a:lnTo>
                    <a:pt x="4352" y="18871"/>
                  </a:lnTo>
                  <a:lnTo>
                    <a:pt x="4072" y="18771"/>
                  </a:lnTo>
                  <a:lnTo>
                    <a:pt x="3791" y="18651"/>
                  </a:lnTo>
                  <a:lnTo>
                    <a:pt x="3510" y="18531"/>
                  </a:lnTo>
                  <a:lnTo>
                    <a:pt x="3249" y="18390"/>
                  </a:lnTo>
                  <a:lnTo>
                    <a:pt x="2989" y="18250"/>
                  </a:lnTo>
                  <a:lnTo>
                    <a:pt x="2728" y="18089"/>
                  </a:lnTo>
                  <a:lnTo>
                    <a:pt x="2487" y="17909"/>
                  </a:lnTo>
                  <a:lnTo>
                    <a:pt x="2267" y="17728"/>
                  </a:lnTo>
                  <a:lnTo>
                    <a:pt x="2046" y="17528"/>
                  </a:lnTo>
                  <a:lnTo>
                    <a:pt x="1826" y="17327"/>
                  </a:lnTo>
                  <a:lnTo>
                    <a:pt x="1625" y="17107"/>
                  </a:lnTo>
                  <a:lnTo>
                    <a:pt x="1424" y="16886"/>
                  </a:lnTo>
                  <a:lnTo>
                    <a:pt x="1244" y="16665"/>
                  </a:lnTo>
                  <a:lnTo>
                    <a:pt x="1063" y="16405"/>
                  </a:lnTo>
                  <a:lnTo>
                    <a:pt x="903" y="16164"/>
                  </a:lnTo>
                  <a:lnTo>
                    <a:pt x="763" y="15903"/>
                  </a:lnTo>
                  <a:lnTo>
                    <a:pt x="622" y="15643"/>
                  </a:lnTo>
                  <a:lnTo>
                    <a:pt x="502" y="15362"/>
                  </a:lnTo>
                  <a:lnTo>
                    <a:pt x="382" y="15081"/>
                  </a:lnTo>
                  <a:lnTo>
                    <a:pt x="281" y="14800"/>
                  </a:lnTo>
                  <a:lnTo>
                    <a:pt x="201" y="14500"/>
                  </a:lnTo>
                  <a:lnTo>
                    <a:pt x="141" y="14199"/>
                  </a:lnTo>
                  <a:lnTo>
                    <a:pt x="81" y="13898"/>
                  </a:lnTo>
                  <a:lnTo>
                    <a:pt x="41" y="13577"/>
                  </a:lnTo>
                  <a:lnTo>
                    <a:pt x="21" y="13276"/>
                  </a:lnTo>
                  <a:lnTo>
                    <a:pt x="1" y="12955"/>
                  </a:lnTo>
                  <a:lnTo>
                    <a:pt x="1" y="6197"/>
                  </a:lnTo>
                  <a:lnTo>
                    <a:pt x="1" y="6197"/>
                  </a:lnTo>
                  <a:lnTo>
                    <a:pt x="21" y="5876"/>
                  </a:lnTo>
                  <a:lnTo>
                    <a:pt x="41" y="5555"/>
                  </a:lnTo>
                  <a:lnTo>
                    <a:pt x="81" y="5254"/>
                  </a:lnTo>
                  <a:lnTo>
                    <a:pt x="141" y="4934"/>
                  </a:lnTo>
                  <a:lnTo>
                    <a:pt x="201" y="4633"/>
                  </a:lnTo>
                  <a:lnTo>
                    <a:pt x="281" y="4352"/>
                  </a:lnTo>
                  <a:lnTo>
                    <a:pt x="382" y="4051"/>
                  </a:lnTo>
                  <a:lnTo>
                    <a:pt x="502" y="3770"/>
                  </a:lnTo>
                  <a:lnTo>
                    <a:pt x="622" y="3510"/>
                  </a:lnTo>
                  <a:lnTo>
                    <a:pt x="763" y="3229"/>
                  </a:lnTo>
                  <a:lnTo>
                    <a:pt x="903" y="2988"/>
                  </a:lnTo>
                  <a:lnTo>
                    <a:pt x="1063" y="2728"/>
                  </a:lnTo>
                  <a:lnTo>
                    <a:pt x="1244" y="2487"/>
                  </a:lnTo>
                  <a:lnTo>
                    <a:pt x="1424" y="2246"/>
                  </a:lnTo>
                  <a:lnTo>
                    <a:pt x="1625" y="2026"/>
                  </a:lnTo>
                  <a:lnTo>
                    <a:pt x="1826" y="1805"/>
                  </a:lnTo>
                  <a:lnTo>
                    <a:pt x="2046" y="1604"/>
                  </a:lnTo>
                  <a:lnTo>
                    <a:pt x="2267" y="1404"/>
                  </a:lnTo>
                  <a:lnTo>
                    <a:pt x="2487" y="1223"/>
                  </a:lnTo>
                  <a:lnTo>
                    <a:pt x="2728" y="1063"/>
                  </a:lnTo>
                  <a:lnTo>
                    <a:pt x="2989" y="903"/>
                  </a:lnTo>
                  <a:lnTo>
                    <a:pt x="3249" y="742"/>
                  </a:lnTo>
                  <a:lnTo>
                    <a:pt x="3510" y="602"/>
                  </a:lnTo>
                  <a:lnTo>
                    <a:pt x="3791" y="481"/>
                  </a:lnTo>
                  <a:lnTo>
                    <a:pt x="4072" y="381"/>
                  </a:lnTo>
                  <a:lnTo>
                    <a:pt x="4352" y="281"/>
                  </a:lnTo>
                  <a:lnTo>
                    <a:pt x="4653" y="201"/>
                  </a:lnTo>
                  <a:lnTo>
                    <a:pt x="4954" y="120"/>
                  </a:lnTo>
                  <a:lnTo>
                    <a:pt x="5255" y="60"/>
                  </a:lnTo>
                  <a:lnTo>
                    <a:pt x="5576" y="20"/>
                  </a:lnTo>
                  <a:lnTo>
                    <a:pt x="5877" y="0"/>
                  </a:lnTo>
                  <a:lnTo>
                    <a:pt x="6197" y="0"/>
                  </a:lnTo>
                  <a:lnTo>
                    <a:pt x="34113" y="0"/>
                  </a:lnTo>
                  <a:lnTo>
                    <a:pt x="34113" y="0"/>
                  </a:lnTo>
                  <a:lnTo>
                    <a:pt x="34434" y="0"/>
                  </a:lnTo>
                  <a:lnTo>
                    <a:pt x="34755" y="20"/>
                  </a:lnTo>
                  <a:lnTo>
                    <a:pt x="35056" y="60"/>
                  </a:lnTo>
                  <a:lnTo>
                    <a:pt x="35357" y="120"/>
                  </a:lnTo>
                  <a:lnTo>
                    <a:pt x="35657" y="201"/>
                  </a:lnTo>
                  <a:lnTo>
                    <a:pt x="35958" y="281"/>
                  </a:lnTo>
                  <a:lnTo>
                    <a:pt x="36239" y="381"/>
                  </a:lnTo>
                  <a:lnTo>
                    <a:pt x="36520" y="481"/>
                  </a:lnTo>
                  <a:lnTo>
                    <a:pt x="36801" y="602"/>
                  </a:lnTo>
                  <a:lnTo>
                    <a:pt x="37061" y="742"/>
                  </a:lnTo>
                  <a:lnTo>
                    <a:pt x="37322" y="903"/>
                  </a:lnTo>
                  <a:lnTo>
                    <a:pt x="37583" y="1063"/>
                  </a:lnTo>
                  <a:lnTo>
                    <a:pt x="37823" y="1223"/>
                  </a:lnTo>
                  <a:lnTo>
                    <a:pt x="38064" y="1404"/>
                  </a:lnTo>
                  <a:lnTo>
                    <a:pt x="38285" y="1604"/>
                  </a:lnTo>
                  <a:lnTo>
                    <a:pt x="38485" y="1805"/>
                  </a:lnTo>
                  <a:lnTo>
                    <a:pt x="38706" y="2026"/>
                  </a:lnTo>
                  <a:lnTo>
                    <a:pt x="38886" y="2246"/>
                  </a:lnTo>
                  <a:lnTo>
                    <a:pt x="39087" y="2487"/>
                  </a:lnTo>
                  <a:lnTo>
                    <a:pt x="39247" y="2728"/>
                  </a:lnTo>
                  <a:lnTo>
                    <a:pt x="39408" y="2988"/>
                  </a:lnTo>
                  <a:lnTo>
                    <a:pt x="39568" y="3229"/>
                  </a:lnTo>
                  <a:lnTo>
                    <a:pt x="39688" y="3510"/>
                  </a:lnTo>
                  <a:lnTo>
                    <a:pt x="39829" y="3770"/>
                  </a:lnTo>
                  <a:lnTo>
                    <a:pt x="39929" y="4051"/>
                  </a:lnTo>
                  <a:lnTo>
                    <a:pt x="40029" y="4352"/>
                  </a:lnTo>
                  <a:lnTo>
                    <a:pt x="40110" y="4633"/>
                  </a:lnTo>
                  <a:lnTo>
                    <a:pt x="40190" y="4934"/>
                  </a:lnTo>
                  <a:lnTo>
                    <a:pt x="40230" y="5254"/>
                  </a:lnTo>
                  <a:lnTo>
                    <a:pt x="40270" y="5555"/>
                  </a:lnTo>
                  <a:lnTo>
                    <a:pt x="40310" y="5876"/>
                  </a:lnTo>
                  <a:lnTo>
                    <a:pt x="40310" y="619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42">
              <a:extLst>
                <a:ext uri="{FF2B5EF4-FFF2-40B4-BE49-F238E27FC236}">
                  <a16:creationId xmlns:a16="http://schemas.microsoft.com/office/drawing/2014/main" id="{C1AC1348-58F6-8AC7-DDE5-06129468AE54}"/>
                </a:ext>
              </a:extLst>
            </p:cNvPr>
            <p:cNvSpPr/>
            <p:nvPr/>
          </p:nvSpPr>
          <p:spPr>
            <a:xfrm>
              <a:off x="10137625" y="2651163"/>
              <a:ext cx="948100" cy="478825"/>
            </a:xfrm>
            <a:custGeom>
              <a:avLst/>
              <a:gdLst/>
              <a:ahLst/>
              <a:cxnLst/>
              <a:rect l="l" t="t" r="r" b="b"/>
              <a:pathLst>
                <a:path w="37924" h="19153" extrusionOk="0">
                  <a:moveTo>
                    <a:pt x="5877" y="0"/>
                  </a:move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6640" y="18069"/>
                  </a:lnTo>
                  <a:lnTo>
                    <a:pt x="35357" y="18250"/>
                  </a:lnTo>
                  <a:lnTo>
                    <a:pt x="34073" y="18410"/>
                  </a:lnTo>
                  <a:lnTo>
                    <a:pt x="32770" y="18510"/>
                  </a:lnTo>
                  <a:lnTo>
                    <a:pt x="31466" y="18611"/>
                  </a:lnTo>
                  <a:lnTo>
                    <a:pt x="30163" y="18671"/>
                  </a:lnTo>
                  <a:lnTo>
                    <a:pt x="28859" y="18691"/>
                  </a:lnTo>
                  <a:lnTo>
                    <a:pt x="27535" y="18711"/>
                  </a:lnTo>
                  <a:lnTo>
                    <a:pt x="25650" y="18691"/>
                  </a:lnTo>
                  <a:lnTo>
                    <a:pt x="23745" y="18631"/>
                  </a:lnTo>
                  <a:lnTo>
                    <a:pt x="21860" y="18551"/>
                  </a:lnTo>
                  <a:lnTo>
                    <a:pt x="19995" y="18470"/>
                  </a:lnTo>
                  <a:lnTo>
                    <a:pt x="18571" y="18390"/>
                  </a:lnTo>
                  <a:lnTo>
                    <a:pt x="17147" y="18290"/>
                  </a:lnTo>
                  <a:lnTo>
                    <a:pt x="15703" y="18190"/>
                  </a:lnTo>
                  <a:lnTo>
                    <a:pt x="14259" y="18029"/>
                  </a:lnTo>
                  <a:lnTo>
                    <a:pt x="13557" y="17949"/>
                  </a:lnTo>
                  <a:lnTo>
                    <a:pt x="12835" y="17829"/>
                  </a:lnTo>
                  <a:lnTo>
                    <a:pt x="12134" y="17708"/>
                  </a:lnTo>
                  <a:lnTo>
                    <a:pt x="11432" y="17568"/>
                  </a:lnTo>
                  <a:lnTo>
                    <a:pt x="10730" y="17407"/>
                  </a:lnTo>
                  <a:lnTo>
                    <a:pt x="10028" y="17227"/>
                  </a:lnTo>
                  <a:lnTo>
                    <a:pt x="9326" y="17026"/>
                  </a:lnTo>
                  <a:lnTo>
                    <a:pt x="8644" y="16806"/>
                  </a:lnTo>
                  <a:lnTo>
                    <a:pt x="8002" y="16565"/>
                  </a:lnTo>
                  <a:lnTo>
                    <a:pt x="7381" y="16304"/>
                  </a:lnTo>
                  <a:lnTo>
                    <a:pt x="7080" y="16144"/>
                  </a:lnTo>
                  <a:lnTo>
                    <a:pt x="6799" y="15984"/>
                  </a:lnTo>
                  <a:lnTo>
                    <a:pt x="6498" y="15803"/>
                  </a:lnTo>
                  <a:lnTo>
                    <a:pt x="6217" y="15623"/>
                  </a:lnTo>
                  <a:lnTo>
                    <a:pt x="5957" y="15402"/>
                  </a:lnTo>
                  <a:lnTo>
                    <a:pt x="5696" y="15201"/>
                  </a:lnTo>
                  <a:lnTo>
                    <a:pt x="5435" y="14961"/>
                  </a:lnTo>
                  <a:lnTo>
                    <a:pt x="5215" y="14720"/>
                  </a:lnTo>
                  <a:lnTo>
                    <a:pt x="4974" y="14459"/>
                  </a:lnTo>
                  <a:lnTo>
                    <a:pt x="4774" y="14179"/>
                  </a:lnTo>
                  <a:lnTo>
                    <a:pt x="4573" y="13878"/>
                  </a:lnTo>
                  <a:lnTo>
                    <a:pt x="4413" y="13577"/>
                  </a:lnTo>
                  <a:lnTo>
                    <a:pt x="4252" y="13276"/>
                  </a:lnTo>
                  <a:lnTo>
                    <a:pt x="4052" y="12955"/>
                  </a:lnTo>
                  <a:lnTo>
                    <a:pt x="3851" y="12614"/>
                  </a:lnTo>
                  <a:lnTo>
                    <a:pt x="3671" y="12274"/>
                  </a:lnTo>
                  <a:lnTo>
                    <a:pt x="3530" y="11913"/>
                  </a:lnTo>
                  <a:lnTo>
                    <a:pt x="3410" y="11552"/>
                  </a:lnTo>
                  <a:lnTo>
                    <a:pt x="3289" y="11191"/>
                  </a:lnTo>
                  <a:lnTo>
                    <a:pt x="3229" y="10830"/>
                  </a:lnTo>
                  <a:lnTo>
                    <a:pt x="3169" y="10469"/>
                  </a:lnTo>
                  <a:lnTo>
                    <a:pt x="3129" y="9967"/>
                  </a:lnTo>
                  <a:lnTo>
                    <a:pt x="3129" y="9486"/>
                  </a:lnTo>
                  <a:lnTo>
                    <a:pt x="3169" y="9005"/>
                  </a:lnTo>
                  <a:lnTo>
                    <a:pt x="3229" y="8543"/>
                  </a:lnTo>
                  <a:lnTo>
                    <a:pt x="3229" y="7801"/>
                  </a:lnTo>
                  <a:lnTo>
                    <a:pt x="3249" y="7240"/>
                  </a:lnTo>
                  <a:lnTo>
                    <a:pt x="3289" y="6678"/>
                  </a:lnTo>
                  <a:lnTo>
                    <a:pt x="3370" y="6137"/>
                  </a:lnTo>
                  <a:lnTo>
                    <a:pt x="3450" y="5595"/>
                  </a:lnTo>
                  <a:lnTo>
                    <a:pt x="3570" y="5054"/>
                  </a:lnTo>
                  <a:lnTo>
                    <a:pt x="3711" y="4532"/>
                  </a:lnTo>
                  <a:lnTo>
                    <a:pt x="3891" y="4011"/>
                  </a:lnTo>
                  <a:lnTo>
                    <a:pt x="4072" y="3510"/>
                  </a:lnTo>
                  <a:lnTo>
                    <a:pt x="4292" y="3008"/>
                  </a:lnTo>
                  <a:lnTo>
                    <a:pt x="4533" y="2527"/>
                  </a:lnTo>
                  <a:lnTo>
                    <a:pt x="4794" y="2066"/>
                  </a:lnTo>
                  <a:lnTo>
                    <a:pt x="5074" y="1604"/>
                  </a:lnTo>
                  <a:lnTo>
                    <a:pt x="5375" y="1183"/>
                  </a:lnTo>
                  <a:lnTo>
                    <a:pt x="5696" y="762"/>
                  </a:lnTo>
                  <a:lnTo>
                    <a:pt x="6037" y="361"/>
                  </a:lnTo>
                  <a:lnTo>
                    <a:pt x="6418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42">
              <a:extLst>
                <a:ext uri="{FF2B5EF4-FFF2-40B4-BE49-F238E27FC236}">
                  <a16:creationId xmlns:a16="http://schemas.microsoft.com/office/drawing/2014/main" id="{26B4DC55-0F1F-D81E-EA9F-512FAC9A44A5}"/>
                </a:ext>
              </a:extLst>
            </p:cNvPr>
            <p:cNvSpPr/>
            <p:nvPr/>
          </p:nvSpPr>
          <p:spPr>
            <a:xfrm>
              <a:off x="10137625" y="2651163"/>
              <a:ext cx="948100" cy="478825"/>
            </a:xfrm>
            <a:custGeom>
              <a:avLst/>
              <a:gdLst/>
              <a:ahLst/>
              <a:cxnLst/>
              <a:rect l="l" t="t" r="r" b="b"/>
              <a:pathLst>
                <a:path w="37924" h="19153" fill="none" extrusionOk="0">
                  <a:moveTo>
                    <a:pt x="6418" y="0"/>
                  </a:moveTo>
                  <a:lnTo>
                    <a:pt x="6197" y="0"/>
                  </a:lnTo>
                  <a:lnTo>
                    <a:pt x="6197" y="0"/>
                  </a:lnTo>
                  <a:lnTo>
                    <a:pt x="5877" y="0"/>
                  </a:ln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8263" y="19152"/>
                  </a:lnTo>
                  <a:lnTo>
                    <a:pt x="8263" y="19152"/>
                  </a:lnTo>
                  <a:lnTo>
                    <a:pt x="32068" y="19152"/>
                  </a:lnTo>
                  <a:lnTo>
                    <a:pt x="32068" y="19152"/>
                  </a:lnTo>
                  <a:lnTo>
                    <a:pt x="34113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7924" y="17829"/>
                  </a:lnTo>
                  <a:lnTo>
                    <a:pt x="36640" y="18069"/>
                  </a:lnTo>
                  <a:lnTo>
                    <a:pt x="35357" y="18250"/>
                  </a:lnTo>
                  <a:lnTo>
                    <a:pt x="34073" y="18410"/>
                  </a:lnTo>
                  <a:lnTo>
                    <a:pt x="32770" y="18510"/>
                  </a:lnTo>
                  <a:lnTo>
                    <a:pt x="31466" y="18611"/>
                  </a:lnTo>
                  <a:lnTo>
                    <a:pt x="30163" y="18671"/>
                  </a:lnTo>
                  <a:lnTo>
                    <a:pt x="28859" y="18691"/>
                  </a:lnTo>
                  <a:lnTo>
                    <a:pt x="27535" y="18711"/>
                  </a:lnTo>
                  <a:lnTo>
                    <a:pt x="27535" y="18711"/>
                  </a:lnTo>
                  <a:lnTo>
                    <a:pt x="25650" y="18691"/>
                  </a:lnTo>
                  <a:lnTo>
                    <a:pt x="23745" y="18631"/>
                  </a:lnTo>
                  <a:lnTo>
                    <a:pt x="21860" y="18551"/>
                  </a:lnTo>
                  <a:lnTo>
                    <a:pt x="19995" y="18470"/>
                  </a:lnTo>
                  <a:lnTo>
                    <a:pt x="19995" y="18470"/>
                  </a:lnTo>
                  <a:lnTo>
                    <a:pt x="18571" y="18390"/>
                  </a:lnTo>
                  <a:lnTo>
                    <a:pt x="17147" y="18290"/>
                  </a:lnTo>
                  <a:lnTo>
                    <a:pt x="15703" y="18190"/>
                  </a:lnTo>
                  <a:lnTo>
                    <a:pt x="14259" y="18029"/>
                  </a:lnTo>
                  <a:lnTo>
                    <a:pt x="13557" y="17949"/>
                  </a:lnTo>
                  <a:lnTo>
                    <a:pt x="12835" y="17829"/>
                  </a:lnTo>
                  <a:lnTo>
                    <a:pt x="12134" y="17708"/>
                  </a:lnTo>
                  <a:lnTo>
                    <a:pt x="11432" y="17568"/>
                  </a:lnTo>
                  <a:lnTo>
                    <a:pt x="10730" y="17407"/>
                  </a:lnTo>
                  <a:lnTo>
                    <a:pt x="10028" y="17227"/>
                  </a:lnTo>
                  <a:lnTo>
                    <a:pt x="9326" y="17026"/>
                  </a:lnTo>
                  <a:lnTo>
                    <a:pt x="8644" y="16806"/>
                  </a:lnTo>
                  <a:lnTo>
                    <a:pt x="8644" y="16806"/>
                  </a:lnTo>
                  <a:lnTo>
                    <a:pt x="8002" y="16565"/>
                  </a:lnTo>
                  <a:lnTo>
                    <a:pt x="7381" y="16304"/>
                  </a:lnTo>
                  <a:lnTo>
                    <a:pt x="7080" y="16144"/>
                  </a:lnTo>
                  <a:lnTo>
                    <a:pt x="6799" y="15984"/>
                  </a:lnTo>
                  <a:lnTo>
                    <a:pt x="6498" y="15803"/>
                  </a:lnTo>
                  <a:lnTo>
                    <a:pt x="6217" y="15623"/>
                  </a:lnTo>
                  <a:lnTo>
                    <a:pt x="5957" y="15402"/>
                  </a:lnTo>
                  <a:lnTo>
                    <a:pt x="5696" y="15201"/>
                  </a:lnTo>
                  <a:lnTo>
                    <a:pt x="5435" y="14961"/>
                  </a:lnTo>
                  <a:lnTo>
                    <a:pt x="5215" y="14720"/>
                  </a:lnTo>
                  <a:lnTo>
                    <a:pt x="4974" y="14459"/>
                  </a:lnTo>
                  <a:lnTo>
                    <a:pt x="4774" y="14179"/>
                  </a:lnTo>
                  <a:lnTo>
                    <a:pt x="4573" y="13878"/>
                  </a:lnTo>
                  <a:lnTo>
                    <a:pt x="4413" y="13577"/>
                  </a:lnTo>
                  <a:lnTo>
                    <a:pt x="4413" y="13577"/>
                  </a:lnTo>
                  <a:lnTo>
                    <a:pt x="4252" y="13276"/>
                  </a:lnTo>
                  <a:lnTo>
                    <a:pt x="4252" y="13276"/>
                  </a:lnTo>
                  <a:lnTo>
                    <a:pt x="4052" y="12955"/>
                  </a:lnTo>
                  <a:lnTo>
                    <a:pt x="3851" y="12614"/>
                  </a:lnTo>
                  <a:lnTo>
                    <a:pt x="3671" y="12274"/>
                  </a:lnTo>
                  <a:lnTo>
                    <a:pt x="3530" y="11913"/>
                  </a:lnTo>
                  <a:lnTo>
                    <a:pt x="3410" y="11552"/>
                  </a:lnTo>
                  <a:lnTo>
                    <a:pt x="3289" y="11191"/>
                  </a:lnTo>
                  <a:lnTo>
                    <a:pt x="3229" y="10830"/>
                  </a:lnTo>
                  <a:lnTo>
                    <a:pt x="3169" y="10469"/>
                  </a:lnTo>
                  <a:lnTo>
                    <a:pt x="3169" y="10469"/>
                  </a:lnTo>
                  <a:lnTo>
                    <a:pt x="3129" y="9967"/>
                  </a:lnTo>
                  <a:lnTo>
                    <a:pt x="3129" y="9486"/>
                  </a:lnTo>
                  <a:lnTo>
                    <a:pt x="3169" y="9005"/>
                  </a:lnTo>
                  <a:lnTo>
                    <a:pt x="3229" y="8543"/>
                  </a:lnTo>
                  <a:lnTo>
                    <a:pt x="3229" y="8543"/>
                  </a:lnTo>
                  <a:lnTo>
                    <a:pt x="3229" y="7801"/>
                  </a:lnTo>
                  <a:lnTo>
                    <a:pt x="3229" y="7801"/>
                  </a:lnTo>
                  <a:lnTo>
                    <a:pt x="3249" y="7240"/>
                  </a:lnTo>
                  <a:lnTo>
                    <a:pt x="3289" y="6678"/>
                  </a:lnTo>
                  <a:lnTo>
                    <a:pt x="3370" y="6137"/>
                  </a:lnTo>
                  <a:lnTo>
                    <a:pt x="3450" y="5595"/>
                  </a:lnTo>
                  <a:lnTo>
                    <a:pt x="3570" y="5054"/>
                  </a:lnTo>
                  <a:lnTo>
                    <a:pt x="3711" y="4532"/>
                  </a:lnTo>
                  <a:lnTo>
                    <a:pt x="3891" y="4011"/>
                  </a:lnTo>
                  <a:lnTo>
                    <a:pt x="4072" y="3510"/>
                  </a:lnTo>
                  <a:lnTo>
                    <a:pt x="4292" y="3008"/>
                  </a:lnTo>
                  <a:lnTo>
                    <a:pt x="4533" y="2527"/>
                  </a:lnTo>
                  <a:lnTo>
                    <a:pt x="4794" y="2066"/>
                  </a:lnTo>
                  <a:lnTo>
                    <a:pt x="5074" y="1604"/>
                  </a:lnTo>
                  <a:lnTo>
                    <a:pt x="5375" y="1183"/>
                  </a:lnTo>
                  <a:lnTo>
                    <a:pt x="5696" y="762"/>
                  </a:lnTo>
                  <a:lnTo>
                    <a:pt x="6037" y="361"/>
                  </a:lnTo>
                  <a:lnTo>
                    <a:pt x="641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42">
              <a:extLst>
                <a:ext uri="{FF2B5EF4-FFF2-40B4-BE49-F238E27FC236}">
                  <a16:creationId xmlns:a16="http://schemas.microsoft.com/office/drawing/2014/main" id="{AE0460CA-C88A-CD79-E27D-015A86DD1FCA}"/>
                </a:ext>
              </a:extLst>
            </p:cNvPr>
            <p:cNvSpPr/>
            <p:nvPr/>
          </p:nvSpPr>
          <p:spPr>
            <a:xfrm>
              <a:off x="11027550" y="2695763"/>
              <a:ext cx="54675" cy="50175"/>
            </a:xfrm>
            <a:custGeom>
              <a:avLst/>
              <a:gdLst/>
              <a:ahLst/>
              <a:cxnLst/>
              <a:rect l="l" t="t" r="r" b="b"/>
              <a:pathLst>
                <a:path w="2187" h="2007" extrusionOk="0">
                  <a:moveTo>
                    <a:pt x="421" y="1"/>
                  </a:moveTo>
                  <a:lnTo>
                    <a:pt x="261" y="21"/>
                  </a:lnTo>
                  <a:lnTo>
                    <a:pt x="121" y="81"/>
                  </a:lnTo>
                  <a:lnTo>
                    <a:pt x="60" y="121"/>
                  </a:lnTo>
                  <a:lnTo>
                    <a:pt x="20" y="202"/>
                  </a:lnTo>
                  <a:lnTo>
                    <a:pt x="0" y="282"/>
                  </a:lnTo>
                  <a:lnTo>
                    <a:pt x="40" y="362"/>
                  </a:lnTo>
                  <a:lnTo>
                    <a:pt x="121" y="442"/>
                  </a:lnTo>
                  <a:lnTo>
                    <a:pt x="201" y="522"/>
                  </a:lnTo>
                  <a:lnTo>
                    <a:pt x="401" y="663"/>
                  </a:lnTo>
                  <a:lnTo>
                    <a:pt x="602" y="803"/>
                  </a:lnTo>
                  <a:lnTo>
                    <a:pt x="802" y="944"/>
                  </a:lnTo>
                  <a:lnTo>
                    <a:pt x="983" y="1104"/>
                  </a:lnTo>
                  <a:lnTo>
                    <a:pt x="1163" y="1305"/>
                  </a:lnTo>
                  <a:lnTo>
                    <a:pt x="1304" y="1525"/>
                  </a:lnTo>
                  <a:lnTo>
                    <a:pt x="1404" y="1746"/>
                  </a:lnTo>
                  <a:lnTo>
                    <a:pt x="1444" y="1826"/>
                  </a:lnTo>
                  <a:lnTo>
                    <a:pt x="1504" y="1906"/>
                  </a:lnTo>
                  <a:lnTo>
                    <a:pt x="1565" y="1946"/>
                  </a:lnTo>
                  <a:lnTo>
                    <a:pt x="1625" y="1986"/>
                  </a:lnTo>
                  <a:lnTo>
                    <a:pt x="1685" y="2006"/>
                  </a:lnTo>
                  <a:lnTo>
                    <a:pt x="1905" y="2006"/>
                  </a:lnTo>
                  <a:lnTo>
                    <a:pt x="1986" y="1966"/>
                  </a:lnTo>
                  <a:lnTo>
                    <a:pt x="2046" y="1946"/>
                  </a:lnTo>
                  <a:lnTo>
                    <a:pt x="2086" y="1886"/>
                  </a:lnTo>
                  <a:lnTo>
                    <a:pt x="2146" y="1846"/>
                  </a:lnTo>
                  <a:lnTo>
                    <a:pt x="2166" y="1786"/>
                  </a:lnTo>
                  <a:lnTo>
                    <a:pt x="2186" y="1706"/>
                  </a:lnTo>
                  <a:lnTo>
                    <a:pt x="2186" y="1625"/>
                  </a:lnTo>
                  <a:lnTo>
                    <a:pt x="2146" y="1545"/>
                  </a:lnTo>
                  <a:lnTo>
                    <a:pt x="2006" y="1224"/>
                  </a:lnTo>
                  <a:lnTo>
                    <a:pt x="1825" y="923"/>
                  </a:lnTo>
                  <a:lnTo>
                    <a:pt x="1725" y="763"/>
                  </a:lnTo>
                  <a:lnTo>
                    <a:pt x="1605" y="643"/>
                  </a:lnTo>
                  <a:lnTo>
                    <a:pt x="1464" y="522"/>
                  </a:lnTo>
                  <a:lnTo>
                    <a:pt x="1344" y="402"/>
                  </a:lnTo>
                  <a:lnTo>
                    <a:pt x="1204" y="302"/>
                  </a:lnTo>
                  <a:lnTo>
                    <a:pt x="1063" y="202"/>
                  </a:lnTo>
                  <a:lnTo>
                    <a:pt x="923" y="141"/>
                  </a:lnTo>
                  <a:lnTo>
                    <a:pt x="762" y="61"/>
                  </a:lnTo>
                  <a:lnTo>
                    <a:pt x="582" y="21"/>
                  </a:lnTo>
                  <a:lnTo>
                    <a:pt x="42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42">
              <a:extLst>
                <a:ext uri="{FF2B5EF4-FFF2-40B4-BE49-F238E27FC236}">
                  <a16:creationId xmlns:a16="http://schemas.microsoft.com/office/drawing/2014/main" id="{B0CC4E44-956D-BD4E-B4DB-C2120483EC0B}"/>
                </a:ext>
              </a:extLst>
            </p:cNvPr>
            <p:cNvSpPr/>
            <p:nvPr/>
          </p:nvSpPr>
          <p:spPr>
            <a:xfrm>
              <a:off x="11073675" y="2762963"/>
              <a:ext cx="15550" cy="16575"/>
            </a:xfrm>
            <a:custGeom>
              <a:avLst/>
              <a:gdLst/>
              <a:ahLst/>
              <a:cxnLst/>
              <a:rect l="l" t="t" r="r" b="b"/>
              <a:pathLst>
                <a:path w="622" h="663" extrusionOk="0">
                  <a:moveTo>
                    <a:pt x="241" y="0"/>
                  </a:moveTo>
                  <a:lnTo>
                    <a:pt x="161" y="40"/>
                  </a:lnTo>
                  <a:lnTo>
                    <a:pt x="141" y="40"/>
                  </a:lnTo>
                  <a:lnTo>
                    <a:pt x="60" y="121"/>
                  </a:lnTo>
                  <a:lnTo>
                    <a:pt x="20" y="221"/>
                  </a:lnTo>
                  <a:lnTo>
                    <a:pt x="0" y="321"/>
                  </a:lnTo>
                  <a:lnTo>
                    <a:pt x="0" y="421"/>
                  </a:lnTo>
                  <a:lnTo>
                    <a:pt x="40" y="502"/>
                  </a:lnTo>
                  <a:lnTo>
                    <a:pt x="101" y="582"/>
                  </a:lnTo>
                  <a:lnTo>
                    <a:pt x="201" y="642"/>
                  </a:lnTo>
                  <a:lnTo>
                    <a:pt x="321" y="662"/>
                  </a:lnTo>
                  <a:lnTo>
                    <a:pt x="421" y="642"/>
                  </a:lnTo>
                  <a:lnTo>
                    <a:pt x="522" y="582"/>
                  </a:lnTo>
                  <a:lnTo>
                    <a:pt x="582" y="502"/>
                  </a:lnTo>
                  <a:lnTo>
                    <a:pt x="622" y="421"/>
                  </a:lnTo>
                  <a:lnTo>
                    <a:pt x="622" y="321"/>
                  </a:lnTo>
                  <a:lnTo>
                    <a:pt x="602" y="221"/>
                  </a:lnTo>
                  <a:lnTo>
                    <a:pt x="562" y="121"/>
                  </a:lnTo>
                  <a:lnTo>
                    <a:pt x="482" y="40"/>
                  </a:lnTo>
                  <a:lnTo>
                    <a:pt x="462" y="40"/>
                  </a:lnTo>
                  <a:lnTo>
                    <a:pt x="4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42">
              <a:extLst>
                <a:ext uri="{FF2B5EF4-FFF2-40B4-BE49-F238E27FC236}">
                  <a16:creationId xmlns:a16="http://schemas.microsoft.com/office/drawing/2014/main" id="{C1B97F2D-D331-2958-5A14-E09BE715D83C}"/>
                </a:ext>
              </a:extLst>
            </p:cNvPr>
            <p:cNvSpPr/>
            <p:nvPr/>
          </p:nvSpPr>
          <p:spPr>
            <a:xfrm>
              <a:off x="10215850" y="2725863"/>
              <a:ext cx="327900" cy="328925"/>
            </a:xfrm>
            <a:custGeom>
              <a:avLst/>
              <a:gdLst/>
              <a:ahLst/>
              <a:cxnLst/>
              <a:rect l="l" t="t" r="r" b="b"/>
              <a:pathLst>
                <a:path w="13116" h="13157" extrusionOk="0">
                  <a:moveTo>
                    <a:pt x="6658" y="0"/>
                  </a:moveTo>
                  <a:lnTo>
                    <a:pt x="6277" y="20"/>
                  </a:lnTo>
                  <a:lnTo>
                    <a:pt x="5896" y="40"/>
                  </a:lnTo>
                  <a:lnTo>
                    <a:pt x="5535" y="80"/>
                  </a:lnTo>
                  <a:lnTo>
                    <a:pt x="5174" y="141"/>
                  </a:lnTo>
                  <a:lnTo>
                    <a:pt x="4833" y="241"/>
                  </a:lnTo>
                  <a:lnTo>
                    <a:pt x="4472" y="341"/>
                  </a:lnTo>
                  <a:lnTo>
                    <a:pt x="4151" y="462"/>
                  </a:lnTo>
                  <a:lnTo>
                    <a:pt x="3810" y="622"/>
                  </a:lnTo>
                  <a:lnTo>
                    <a:pt x="3490" y="782"/>
                  </a:lnTo>
                  <a:lnTo>
                    <a:pt x="3189" y="963"/>
                  </a:lnTo>
                  <a:lnTo>
                    <a:pt x="2888" y="1143"/>
                  </a:lnTo>
                  <a:lnTo>
                    <a:pt x="2607" y="1364"/>
                  </a:lnTo>
                  <a:lnTo>
                    <a:pt x="2326" y="1585"/>
                  </a:lnTo>
                  <a:lnTo>
                    <a:pt x="2066" y="1825"/>
                  </a:lnTo>
                  <a:lnTo>
                    <a:pt x="1825" y="2086"/>
                  </a:lnTo>
                  <a:lnTo>
                    <a:pt x="1584" y="2347"/>
                  </a:lnTo>
                  <a:lnTo>
                    <a:pt x="1364" y="2627"/>
                  </a:lnTo>
                  <a:lnTo>
                    <a:pt x="1163" y="2928"/>
                  </a:lnTo>
                  <a:lnTo>
                    <a:pt x="963" y="3229"/>
                  </a:lnTo>
                  <a:lnTo>
                    <a:pt x="802" y="3550"/>
                  </a:lnTo>
                  <a:lnTo>
                    <a:pt x="642" y="3871"/>
                  </a:lnTo>
                  <a:lnTo>
                    <a:pt x="501" y="4192"/>
                  </a:lnTo>
                  <a:lnTo>
                    <a:pt x="361" y="4533"/>
                  </a:lnTo>
                  <a:lnTo>
                    <a:pt x="261" y="4894"/>
                  </a:lnTo>
                  <a:lnTo>
                    <a:pt x="160" y="5234"/>
                  </a:lnTo>
                  <a:lnTo>
                    <a:pt x="100" y="5595"/>
                  </a:lnTo>
                  <a:lnTo>
                    <a:pt x="40" y="5977"/>
                  </a:lnTo>
                  <a:lnTo>
                    <a:pt x="20" y="6337"/>
                  </a:lnTo>
                  <a:lnTo>
                    <a:pt x="0" y="6719"/>
                  </a:lnTo>
                  <a:lnTo>
                    <a:pt x="0" y="7100"/>
                  </a:lnTo>
                  <a:lnTo>
                    <a:pt x="40" y="7481"/>
                  </a:lnTo>
                  <a:lnTo>
                    <a:pt x="80" y="7761"/>
                  </a:lnTo>
                  <a:lnTo>
                    <a:pt x="120" y="8042"/>
                  </a:lnTo>
                  <a:lnTo>
                    <a:pt x="201" y="8323"/>
                  </a:lnTo>
                  <a:lnTo>
                    <a:pt x="281" y="8604"/>
                  </a:lnTo>
                  <a:lnTo>
                    <a:pt x="381" y="8864"/>
                  </a:lnTo>
                  <a:lnTo>
                    <a:pt x="481" y="9145"/>
                  </a:lnTo>
                  <a:lnTo>
                    <a:pt x="602" y="9406"/>
                  </a:lnTo>
                  <a:lnTo>
                    <a:pt x="742" y="9687"/>
                  </a:lnTo>
                  <a:lnTo>
                    <a:pt x="903" y="9947"/>
                  </a:lnTo>
                  <a:lnTo>
                    <a:pt x="1063" y="10188"/>
                  </a:lnTo>
                  <a:lnTo>
                    <a:pt x="1243" y="10449"/>
                  </a:lnTo>
                  <a:lnTo>
                    <a:pt x="1424" y="10689"/>
                  </a:lnTo>
                  <a:lnTo>
                    <a:pt x="1624" y="10930"/>
                  </a:lnTo>
                  <a:lnTo>
                    <a:pt x="1845" y="11151"/>
                  </a:lnTo>
                  <a:lnTo>
                    <a:pt x="2066" y="11371"/>
                  </a:lnTo>
                  <a:lnTo>
                    <a:pt x="2306" y="11572"/>
                  </a:lnTo>
                  <a:lnTo>
                    <a:pt x="2547" y="11772"/>
                  </a:lnTo>
                  <a:lnTo>
                    <a:pt x="2808" y="11953"/>
                  </a:lnTo>
                  <a:lnTo>
                    <a:pt x="3068" y="12133"/>
                  </a:lnTo>
                  <a:lnTo>
                    <a:pt x="3349" y="12294"/>
                  </a:lnTo>
                  <a:lnTo>
                    <a:pt x="3650" y="12454"/>
                  </a:lnTo>
                  <a:lnTo>
                    <a:pt x="3931" y="12595"/>
                  </a:lnTo>
                  <a:lnTo>
                    <a:pt x="4252" y="12715"/>
                  </a:lnTo>
                  <a:lnTo>
                    <a:pt x="4572" y="12835"/>
                  </a:lnTo>
                  <a:lnTo>
                    <a:pt x="4893" y="12935"/>
                  </a:lnTo>
                  <a:lnTo>
                    <a:pt x="5234" y="13016"/>
                  </a:lnTo>
                  <a:lnTo>
                    <a:pt x="5575" y="13076"/>
                  </a:lnTo>
                  <a:lnTo>
                    <a:pt x="5936" y="13116"/>
                  </a:lnTo>
                  <a:lnTo>
                    <a:pt x="6297" y="13156"/>
                  </a:lnTo>
                  <a:lnTo>
                    <a:pt x="7039" y="13156"/>
                  </a:lnTo>
                  <a:lnTo>
                    <a:pt x="7420" y="13116"/>
                  </a:lnTo>
                  <a:lnTo>
                    <a:pt x="7881" y="13056"/>
                  </a:lnTo>
                  <a:lnTo>
                    <a:pt x="8323" y="12976"/>
                  </a:lnTo>
                  <a:lnTo>
                    <a:pt x="8764" y="12835"/>
                  </a:lnTo>
                  <a:lnTo>
                    <a:pt x="9185" y="12675"/>
                  </a:lnTo>
                  <a:lnTo>
                    <a:pt x="9586" y="12494"/>
                  </a:lnTo>
                  <a:lnTo>
                    <a:pt x="9967" y="12274"/>
                  </a:lnTo>
                  <a:lnTo>
                    <a:pt x="10348" y="12013"/>
                  </a:lnTo>
                  <a:lnTo>
                    <a:pt x="10689" y="11752"/>
                  </a:lnTo>
                  <a:lnTo>
                    <a:pt x="11030" y="11451"/>
                  </a:lnTo>
                  <a:lnTo>
                    <a:pt x="11331" y="11131"/>
                  </a:lnTo>
                  <a:lnTo>
                    <a:pt x="11632" y="10790"/>
                  </a:lnTo>
                  <a:lnTo>
                    <a:pt x="11892" y="10409"/>
                  </a:lnTo>
                  <a:lnTo>
                    <a:pt x="12153" y="10028"/>
                  </a:lnTo>
                  <a:lnTo>
                    <a:pt x="12374" y="9626"/>
                  </a:lnTo>
                  <a:lnTo>
                    <a:pt x="12554" y="9225"/>
                  </a:lnTo>
                  <a:lnTo>
                    <a:pt x="12735" y="8784"/>
                  </a:lnTo>
                  <a:lnTo>
                    <a:pt x="12855" y="8403"/>
                  </a:lnTo>
                  <a:lnTo>
                    <a:pt x="12955" y="8022"/>
                  </a:lnTo>
                  <a:lnTo>
                    <a:pt x="13035" y="7641"/>
                  </a:lnTo>
                  <a:lnTo>
                    <a:pt x="13096" y="7240"/>
                  </a:lnTo>
                  <a:lnTo>
                    <a:pt x="13116" y="6859"/>
                  </a:lnTo>
                  <a:lnTo>
                    <a:pt x="13116" y="6478"/>
                  </a:lnTo>
                  <a:lnTo>
                    <a:pt x="13116" y="6117"/>
                  </a:lnTo>
                  <a:lnTo>
                    <a:pt x="13076" y="5736"/>
                  </a:lnTo>
                  <a:lnTo>
                    <a:pt x="13015" y="5375"/>
                  </a:lnTo>
                  <a:lnTo>
                    <a:pt x="12935" y="5014"/>
                  </a:lnTo>
                  <a:lnTo>
                    <a:pt x="12835" y="4653"/>
                  </a:lnTo>
                  <a:lnTo>
                    <a:pt x="12715" y="4312"/>
                  </a:lnTo>
                  <a:lnTo>
                    <a:pt x="12574" y="3971"/>
                  </a:lnTo>
                  <a:lnTo>
                    <a:pt x="12414" y="3650"/>
                  </a:lnTo>
                  <a:lnTo>
                    <a:pt x="12253" y="3329"/>
                  </a:lnTo>
                  <a:lnTo>
                    <a:pt x="12053" y="3008"/>
                  </a:lnTo>
                  <a:lnTo>
                    <a:pt x="11852" y="2708"/>
                  </a:lnTo>
                  <a:lnTo>
                    <a:pt x="11632" y="2427"/>
                  </a:lnTo>
                  <a:lnTo>
                    <a:pt x="11391" y="2146"/>
                  </a:lnTo>
                  <a:lnTo>
                    <a:pt x="11130" y="1885"/>
                  </a:lnTo>
                  <a:lnTo>
                    <a:pt x="10850" y="1645"/>
                  </a:lnTo>
                  <a:lnTo>
                    <a:pt x="10569" y="1404"/>
                  </a:lnTo>
                  <a:lnTo>
                    <a:pt x="10268" y="1183"/>
                  </a:lnTo>
                  <a:lnTo>
                    <a:pt x="9967" y="983"/>
                  </a:lnTo>
                  <a:lnTo>
                    <a:pt x="9626" y="802"/>
                  </a:lnTo>
                  <a:lnTo>
                    <a:pt x="9305" y="622"/>
                  </a:lnTo>
                  <a:lnTo>
                    <a:pt x="8944" y="482"/>
                  </a:lnTo>
                  <a:lnTo>
                    <a:pt x="8583" y="341"/>
                  </a:lnTo>
                  <a:lnTo>
                    <a:pt x="8222" y="241"/>
                  </a:lnTo>
                  <a:lnTo>
                    <a:pt x="7841" y="141"/>
                  </a:lnTo>
                  <a:lnTo>
                    <a:pt x="7440" y="80"/>
                  </a:lnTo>
                  <a:lnTo>
                    <a:pt x="7039" y="40"/>
                  </a:lnTo>
                  <a:lnTo>
                    <a:pt x="66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42">
              <a:extLst>
                <a:ext uri="{FF2B5EF4-FFF2-40B4-BE49-F238E27FC236}">
                  <a16:creationId xmlns:a16="http://schemas.microsoft.com/office/drawing/2014/main" id="{FD938775-E2E5-14D3-9877-32005A14B6BF}"/>
                </a:ext>
              </a:extLst>
            </p:cNvPr>
            <p:cNvSpPr/>
            <p:nvPr/>
          </p:nvSpPr>
          <p:spPr>
            <a:xfrm>
              <a:off x="10215850" y="2725863"/>
              <a:ext cx="327900" cy="328925"/>
            </a:xfrm>
            <a:custGeom>
              <a:avLst/>
              <a:gdLst/>
              <a:ahLst/>
              <a:cxnLst/>
              <a:rect l="l" t="t" r="r" b="b"/>
              <a:pathLst>
                <a:path w="13116" h="13157" fill="none" extrusionOk="0">
                  <a:moveTo>
                    <a:pt x="40" y="7481"/>
                  </a:moveTo>
                  <a:lnTo>
                    <a:pt x="40" y="7481"/>
                  </a:lnTo>
                  <a:lnTo>
                    <a:pt x="80" y="7761"/>
                  </a:lnTo>
                  <a:lnTo>
                    <a:pt x="120" y="8042"/>
                  </a:lnTo>
                  <a:lnTo>
                    <a:pt x="201" y="8323"/>
                  </a:lnTo>
                  <a:lnTo>
                    <a:pt x="281" y="8604"/>
                  </a:lnTo>
                  <a:lnTo>
                    <a:pt x="381" y="8864"/>
                  </a:lnTo>
                  <a:lnTo>
                    <a:pt x="481" y="9145"/>
                  </a:lnTo>
                  <a:lnTo>
                    <a:pt x="602" y="9406"/>
                  </a:lnTo>
                  <a:lnTo>
                    <a:pt x="742" y="9687"/>
                  </a:lnTo>
                  <a:lnTo>
                    <a:pt x="903" y="9947"/>
                  </a:lnTo>
                  <a:lnTo>
                    <a:pt x="1063" y="10188"/>
                  </a:lnTo>
                  <a:lnTo>
                    <a:pt x="1243" y="10449"/>
                  </a:lnTo>
                  <a:lnTo>
                    <a:pt x="1424" y="10689"/>
                  </a:lnTo>
                  <a:lnTo>
                    <a:pt x="1624" y="10930"/>
                  </a:lnTo>
                  <a:lnTo>
                    <a:pt x="1845" y="11151"/>
                  </a:lnTo>
                  <a:lnTo>
                    <a:pt x="2066" y="11371"/>
                  </a:lnTo>
                  <a:lnTo>
                    <a:pt x="2306" y="11572"/>
                  </a:lnTo>
                  <a:lnTo>
                    <a:pt x="2547" y="11772"/>
                  </a:lnTo>
                  <a:lnTo>
                    <a:pt x="2808" y="11953"/>
                  </a:lnTo>
                  <a:lnTo>
                    <a:pt x="3068" y="12133"/>
                  </a:lnTo>
                  <a:lnTo>
                    <a:pt x="3349" y="12294"/>
                  </a:lnTo>
                  <a:lnTo>
                    <a:pt x="3650" y="12454"/>
                  </a:lnTo>
                  <a:lnTo>
                    <a:pt x="3931" y="12595"/>
                  </a:lnTo>
                  <a:lnTo>
                    <a:pt x="4252" y="12715"/>
                  </a:lnTo>
                  <a:lnTo>
                    <a:pt x="4572" y="12835"/>
                  </a:lnTo>
                  <a:lnTo>
                    <a:pt x="4893" y="12935"/>
                  </a:lnTo>
                  <a:lnTo>
                    <a:pt x="5234" y="13016"/>
                  </a:lnTo>
                  <a:lnTo>
                    <a:pt x="5575" y="13076"/>
                  </a:lnTo>
                  <a:lnTo>
                    <a:pt x="5936" y="13116"/>
                  </a:lnTo>
                  <a:lnTo>
                    <a:pt x="6297" y="13156"/>
                  </a:lnTo>
                  <a:lnTo>
                    <a:pt x="6658" y="13156"/>
                  </a:lnTo>
                  <a:lnTo>
                    <a:pt x="7039" y="13156"/>
                  </a:lnTo>
                  <a:lnTo>
                    <a:pt x="7420" y="13116"/>
                  </a:lnTo>
                  <a:lnTo>
                    <a:pt x="7420" y="13116"/>
                  </a:lnTo>
                  <a:lnTo>
                    <a:pt x="7881" y="13056"/>
                  </a:lnTo>
                  <a:lnTo>
                    <a:pt x="8323" y="12976"/>
                  </a:lnTo>
                  <a:lnTo>
                    <a:pt x="8764" y="12835"/>
                  </a:lnTo>
                  <a:lnTo>
                    <a:pt x="9185" y="12675"/>
                  </a:lnTo>
                  <a:lnTo>
                    <a:pt x="9586" y="12494"/>
                  </a:lnTo>
                  <a:lnTo>
                    <a:pt x="9967" y="12274"/>
                  </a:lnTo>
                  <a:lnTo>
                    <a:pt x="10348" y="12013"/>
                  </a:lnTo>
                  <a:lnTo>
                    <a:pt x="10689" y="11752"/>
                  </a:lnTo>
                  <a:lnTo>
                    <a:pt x="11030" y="11451"/>
                  </a:lnTo>
                  <a:lnTo>
                    <a:pt x="11331" y="11131"/>
                  </a:lnTo>
                  <a:lnTo>
                    <a:pt x="11632" y="10790"/>
                  </a:lnTo>
                  <a:lnTo>
                    <a:pt x="11892" y="10409"/>
                  </a:lnTo>
                  <a:lnTo>
                    <a:pt x="12153" y="10028"/>
                  </a:lnTo>
                  <a:lnTo>
                    <a:pt x="12374" y="9626"/>
                  </a:lnTo>
                  <a:lnTo>
                    <a:pt x="12554" y="9225"/>
                  </a:lnTo>
                  <a:lnTo>
                    <a:pt x="12735" y="8784"/>
                  </a:lnTo>
                  <a:lnTo>
                    <a:pt x="12735" y="8784"/>
                  </a:lnTo>
                  <a:lnTo>
                    <a:pt x="12855" y="8403"/>
                  </a:lnTo>
                  <a:lnTo>
                    <a:pt x="12955" y="8022"/>
                  </a:lnTo>
                  <a:lnTo>
                    <a:pt x="13035" y="7641"/>
                  </a:lnTo>
                  <a:lnTo>
                    <a:pt x="13096" y="7240"/>
                  </a:lnTo>
                  <a:lnTo>
                    <a:pt x="13116" y="6859"/>
                  </a:lnTo>
                  <a:lnTo>
                    <a:pt x="13116" y="6478"/>
                  </a:lnTo>
                  <a:lnTo>
                    <a:pt x="13116" y="6117"/>
                  </a:lnTo>
                  <a:lnTo>
                    <a:pt x="13076" y="5736"/>
                  </a:lnTo>
                  <a:lnTo>
                    <a:pt x="13015" y="5375"/>
                  </a:lnTo>
                  <a:lnTo>
                    <a:pt x="12935" y="5014"/>
                  </a:lnTo>
                  <a:lnTo>
                    <a:pt x="12835" y="4653"/>
                  </a:lnTo>
                  <a:lnTo>
                    <a:pt x="12715" y="4312"/>
                  </a:lnTo>
                  <a:lnTo>
                    <a:pt x="12574" y="3971"/>
                  </a:lnTo>
                  <a:lnTo>
                    <a:pt x="12414" y="3650"/>
                  </a:lnTo>
                  <a:lnTo>
                    <a:pt x="12253" y="3329"/>
                  </a:lnTo>
                  <a:lnTo>
                    <a:pt x="12053" y="3008"/>
                  </a:lnTo>
                  <a:lnTo>
                    <a:pt x="11852" y="2708"/>
                  </a:lnTo>
                  <a:lnTo>
                    <a:pt x="11632" y="2427"/>
                  </a:lnTo>
                  <a:lnTo>
                    <a:pt x="11391" y="2146"/>
                  </a:lnTo>
                  <a:lnTo>
                    <a:pt x="11130" y="1885"/>
                  </a:lnTo>
                  <a:lnTo>
                    <a:pt x="10850" y="1645"/>
                  </a:lnTo>
                  <a:lnTo>
                    <a:pt x="10569" y="1404"/>
                  </a:lnTo>
                  <a:lnTo>
                    <a:pt x="10268" y="1183"/>
                  </a:lnTo>
                  <a:lnTo>
                    <a:pt x="9967" y="983"/>
                  </a:lnTo>
                  <a:lnTo>
                    <a:pt x="9626" y="802"/>
                  </a:lnTo>
                  <a:lnTo>
                    <a:pt x="9305" y="622"/>
                  </a:lnTo>
                  <a:lnTo>
                    <a:pt x="8944" y="482"/>
                  </a:lnTo>
                  <a:lnTo>
                    <a:pt x="8583" y="341"/>
                  </a:lnTo>
                  <a:lnTo>
                    <a:pt x="8222" y="241"/>
                  </a:lnTo>
                  <a:lnTo>
                    <a:pt x="7841" y="141"/>
                  </a:lnTo>
                  <a:lnTo>
                    <a:pt x="7440" y="80"/>
                  </a:lnTo>
                  <a:lnTo>
                    <a:pt x="7039" y="40"/>
                  </a:lnTo>
                  <a:lnTo>
                    <a:pt x="7039" y="40"/>
                  </a:lnTo>
                  <a:lnTo>
                    <a:pt x="6658" y="0"/>
                  </a:lnTo>
                  <a:lnTo>
                    <a:pt x="6277" y="20"/>
                  </a:lnTo>
                  <a:lnTo>
                    <a:pt x="5896" y="40"/>
                  </a:lnTo>
                  <a:lnTo>
                    <a:pt x="5535" y="80"/>
                  </a:lnTo>
                  <a:lnTo>
                    <a:pt x="5174" y="141"/>
                  </a:lnTo>
                  <a:lnTo>
                    <a:pt x="4833" y="241"/>
                  </a:lnTo>
                  <a:lnTo>
                    <a:pt x="4472" y="341"/>
                  </a:lnTo>
                  <a:lnTo>
                    <a:pt x="4151" y="462"/>
                  </a:lnTo>
                  <a:lnTo>
                    <a:pt x="3810" y="622"/>
                  </a:lnTo>
                  <a:lnTo>
                    <a:pt x="3490" y="782"/>
                  </a:lnTo>
                  <a:lnTo>
                    <a:pt x="3189" y="963"/>
                  </a:lnTo>
                  <a:lnTo>
                    <a:pt x="2888" y="1143"/>
                  </a:lnTo>
                  <a:lnTo>
                    <a:pt x="2607" y="1364"/>
                  </a:lnTo>
                  <a:lnTo>
                    <a:pt x="2326" y="1585"/>
                  </a:lnTo>
                  <a:lnTo>
                    <a:pt x="2066" y="1825"/>
                  </a:lnTo>
                  <a:lnTo>
                    <a:pt x="1825" y="2086"/>
                  </a:lnTo>
                  <a:lnTo>
                    <a:pt x="1584" y="2347"/>
                  </a:lnTo>
                  <a:lnTo>
                    <a:pt x="1364" y="2627"/>
                  </a:lnTo>
                  <a:lnTo>
                    <a:pt x="1163" y="2928"/>
                  </a:lnTo>
                  <a:lnTo>
                    <a:pt x="963" y="3229"/>
                  </a:lnTo>
                  <a:lnTo>
                    <a:pt x="802" y="3550"/>
                  </a:lnTo>
                  <a:lnTo>
                    <a:pt x="642" y="3871"/>
                  </a:lnTo>
                  <a:lnTo>
                    <a:pt x="501" y="4192"/>
                  </a:lnTo>
                  <a:lnTo>
                    <a:pt x="361" y="4533"/>
                  </a:lnTo>
                  <a:lnTo>
                    <a:pt x="261" y="4894"/>
                  </a:lnTo>
                  <a:lnTo>
                    <a:pt x="160" y="5234"/>
                  </a:lnTo>
                  <a:lnTo>
                    <a:pt x="100" y="5595"/>
                  </a:lnTo>
                  <a:lnTo>
                    <a:pt x="40" y="5977"/>
                  </a:lnTo>
                  <a:lnTo>
                    <a:pt x="20" y="6337"/>
                  </a:lnTo>
                  <a:lnTo>
                    <a:pt x="0" y="6719"/>
                  </a:lnTo>
                  <a:lnTo>
                    <a:pt x="0" y="7100"/>
                  </a:lnTo>
                  <a:lnTo>
                    <a:pt x="40" y="74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42">
              <a:extLst>
                <a:ext uri="{FF2B5EF4-FFF2-40B4-BE49-F238E27FC236}">
                  <a16:creationId xmlns:a16="http://schemas.microsoft.com/office/drawing/2014/main" id="{E7146DF7-4339-D55E-8BB8-0E5AA880F4A5}"/>
                </a:ext>
              </a:extLst>
            </p:cNvPr>
            <p:cNvSpPr/>
            <p:nvPr/>
          </p:nvSpPr>
          <p:spPr>
            <a:xfrm>
              <a:off x="10253450" y="2763463"/>
              <a:ext cx="253200" cy="253700"/>
            </a:xfrm>
            <a:custGeom>
              <a:avLst/>
              <a:gdLst/>
              <a:ahLst/>
              <a:cxnLst/>
              <a:rect l="l" t="t" r="r" b="b"/>
              <a:pathLst>
                <a:path w="10128" h="10148" extrusionOk="0">
                  <a:moveTo>
                    <a:pt x="4853" y="0"/>
                  </a:moveTo>
                  <a:lnTo>
                    <a:pt x="4573" y="20"/>
                  </a:lnTo>
                  <a:lnTo>
                    <a:pt x="4292" y="61"/>
                  </a:lnTo>
                  <a:lnTo>
                    <a:pt x="4011" y="101"/>
                  </a:lnTo>
                  <a:lnTo>
                    <a:pt x="3750" y="181"/>
                  </a:lnTo>
                  <a:lnTo>
                    <a:pt x="3490" y="241"/>
                  </a:lnTo>
                  <a:lnTo>
                    <a:pt x="3229" y="341"/>
                  </a:lnTo>
                  <a:lnTo>
                    <a:pt x="2968" y="442"/>
                  </a:lnTo>
                  <a:lnTo>
                    <a:pt x="2728" y="582"/>
                  </a:lnTo>
                  <a:lnTo>
                    <a:pt x="2507" y="702"/>
                  </a:lnTo>
                  <a:lnTo>
                    <a:pt x="2266" y="843"/>
                  </a:lnTo>
                  <a:lnTo>
                    <a:pt x="2066" y="1003"/>
                  </a:lnTo>
                  <a:lnTo>
                    <a:pt x="1845" y="1184"/>
                  </a:lnTo>
                  <a:lnTo>
                    <a:pt x="1645" y="1364"/>
                  </a:lnTo>
                  <a:lnTo>
                    <a:pt x="1464" y="1545"/>
                  </a:lnTo>
                  <a:lnTo>
                    <a:pt x="1264" y="1765"/>
                  </a:lnTo>
                  <a:lnTo>
                    <a:pt x="1083" y="1986"/>
                  </a:lnTo>
                  <a:lnTo>
                    <a:pt x="923" y="2206"/>
                  </a:lnTo>
                  <a:lnTo>
                    <a:pt x="782" y="2447"/>
                  </a:lnTo>
                  <a:lnTo>
                    <a:pt x="622" y="2688"/>
                  </a:lnTo>
                  <a:lnTo>
                    <a:pt x="502" y="2928"/>
                  </a:lnTo>
                  <a:lnTo>
                    <a:pt x="381" y="3189"/>
                  </a:lnTo>
                  <a:lnTo>
                    <a:pt x="281" y="3470"/>
                  </a:lnTo>
                  <a:lnTo>
                    <a:pt x="201" y="3730"/>
                  </a:lnTo>
                  <a:lnTo>
                    <a:pt x="120" y="4011"/>
                  </a:lnTo>
                  <a:lnTo>
                    <a:pt x="60" y="4292"/>
                  </a:lnTo>
                  <a:lnTo>
                    <a:pt x="20" y="4593"/>
                  </a:lnTo>
                  <a:lnTo>
                    <a:pt x="0" y="4874"/>
                  </a:lnTo>
                  <a:lnTo>
                    <a:pt x="0" y="5174"/>
                  </a:lnTo>
                  <a:lnTo>
                    <a:pt x="0" y="5475"/>
                  </a:lnTo>
                  <a:lnTo>
                    <a:pt x="20" y="5776"/>
                  </a:lnTo>
                  <a:lnTo>
                    <a:pt x="100" y="6197"/>
                  </a:lnTo>
                  <a:lnTo>
                    <a:pt x="201" y="6638"/>
                  </a:lnTo>
                  <a:lnTo>
                    <a:pt x="361" y="7060"/>
                  </a:lnTo>
                  <a:lnTo>
                    <a:pt x="562" y="7461"/>
                  </a:lnTo>
                  <a:lnTo>
                    <a:pt x="802" y="7862"/>
                  </a:lnTo>
                  <a:lnTo>
                    <a:pt x="1103" y="8243"/>
                  </a:lnTo>
                  <a:lnTo>
                    <a:pt x="1404" y="8604"/>
                  </a:lnTo>
                  <a:lnTo>
                    <a:pt x="1765" y="8925"/>
                  </a:lnTo>
                  <a:lnTo>
                    <a:pt x="2166" y="9225"/>
                  </a:lnTo>
                  <a:lnTo>
                    <a:pt x="2367" y="9366"/>
                  </a:lnTo>
                  <a:lnTo>
                    <a:pt x="2587" y="9486"/>
                  </a:lnTo>
                  <a:lnTo>
                    <a:pt x="2808" y="9606"/>
                  </a:lnTo>
                  <a:lnTo>
                    <a:pt x="3028" y="9727"/>
                  </a:lnTo>
                  <a:lnTo>
                    <a:pt x="3269" y="9807"/>
                  </a:lnTo>
                  <a:lnTo>
                    <a:pt x="3510" y="9907"/>
                  </a:lnTo>
                  <a:lnTo>
                    <a:pt x="3770" y="9967"/>
                  </a:lnTo>
                  <a:lnTo>
                    <a:pt x="4031" y="10048"/>
                  </a:lnTo>
                  <a:lnTo>
                    <a:pt x="4292" y="10088"/>
                  </a:lnTo>
                  <a:lnTo>
                    <a:pt x="4573" y="10128"/>
                  </a:lnTo>
                  <a:lnTo>
                    <a:pt x="4853" y="10148"/>
                  </a:lnTo>
                  <a:lnTo>
                    <a:pt x="5435" y="10148"/>
                  </a:lnTo>
                  <a:lnTo>
                    <a:pt x="5716" y="10128"/>
                  </a:lnTo>
                  <a:lnTo>
                    <a:pt x="6077" y="10088"/>
                  </a:lnTo>
                  <a:lnTo>
                    <a:pt x="6418" y="10008"/>
                  </a:lnTo>
                  <a:lnTo>
                    <a:pt x="6759" y="9907"/>
                  </a:lnTo>
                  <a:lnTo>
                    <a:pt x="7079" y="9787"/>
                  </a:lnTo>
                  <a:lnTo>
                    <a:pt x="7400" y="9647"/>
                  </a:lnTo>
                  <a:lnTo>
                    <a:pt x="7681" y="9466"/>
                  </a:lnTo>
                  <a:lnTo>
                    <a:pt x="7982" y="9286"/>
                  </a:lnTo>
                  <a:lnTo>
                    <a:pt x="8243" y="9065"/>
                  </a:lnTo>
                  <a:lnTo>
                    <a:pt x="8503" y="8824"/>
                  </a:lnTo>
                  <a:lnTo>
                    <a:pt x="8744" y="8584"/>
                  </a:lnTo>
                  <a:lnTo>
                    <a:pt x="8964" y="8323"/>
                  </a:lnTo>
                  <a:lnTo>
                    <a:pt x="9185" y="8042"/>
                  </a:lnTo>
                  <a:lnTo>
                    <a:pt x="9366" y="7741"/>
                  </a:lnTo>
                  <a:lnTo>
                    <a:pt x="9546" y="7441"/>
                  </a:lnTo>
                  <a:lnTo>
                    <a:pt x="9686" y="7120"/>
                  </a:lnTo>
                  <a:lnTo>
                    <a:pt x="9827" y="6779"/>
                  </a:lnTo>
                  <a:lnTo>
                    <a:pt x="9887" y="6598"/>
                  </a:lnTo>
                  <a:lnTo>
                    <a:pt x="9967" y="6318"/>
                  </a:lnTo>
                  <a:lnTo>
                    <a:pt x="10027" y="6017"/>
                  </a:lnTo>
                  <a:lnTo>
                    <a:pt x="10067" y="5736"/>
                  </a:lnTo>
                  <a:lnTo>
                    <a:pt x="10108" y="5435"/>
                  </a:lnTo>
                  <a:lnTo>
                    <a:pt x="10128" y="5154"/>
                  </a:lnTo>
                  <a:lnTo>
                    <a:pt x="10128" y="4874"/>
                  </a:lnTo>
                  <a:lnTo>
                    <a:pt x="10108" y="4573"/>
                  </a:lnTo>
                  <a:lnTo>
                    <a:pt x="10067" y="4292"/>
                  </a:lnTo>
                  <a:lnTo>
                    <a:pt x="10007" y="4031"/>
                  </a:lnTo>
                  <a:lnTo>
                    <a:pt x="9947" y="3751"/>
                  </a:lnTo>
                  <a:lnTo>
                    <a:pt x="9867" y="3490"/>
                  </a:lnTo>
                  <a:lnTo>
                    <a:pt x="9767" y="3229"/>
                  </a:lnTo>
                  <a:lnTo>
                    <a:pt x="9666" y="2968"/>
                  </a:lnTo>
                  <a:lnTo>
                    <a:pt x="9546" y="2728"/>
                  </a:lnTo>
                  <a:lnTo>
                    <a:pt x="9406" y="2487"/>
                  </a:lnTo>
                  <a:lnTo>
                    <a:pt x="9245" y="2246"/>
                  </a:lnTo>
                  <a:lnTo>
                    <a:pt x="9085" y="2026"/>
                  </a:lnTo>
                  <a:lnTo>
                    <a:pt x="8924" y="1805"/>
                  </a:lnTo>
                  <a:lnTo>
                    <a:pt x="8724" y="1605"/>
                  </a:lnTo>
                  <a:lnTo>
                    <a:pt x="8543" y="1404"/>
                  </a:lnTo>
                  <a:lnTo>
                    <a:pt x="8323" y="1224"/>
                  </a:lnTo>
                  <a:lnTo>
                    <a:pt x="8102" y="1043"/>
                  </a:lnTo>
                  <a:lnTo>
                    <a:pt x="7882" y="883"/>
                  </a:lnTo>
                  <a:lnTo>
                    <a:pt x="7641" y="742"/>
                  </a:lnTo>
                  <a:lnTo>
                    <a:pt x="7400" y="602"/>
                  </a:lnTo>
                  <a:lnTo>
                    <a:pt x="7140" y="462"/>
                  </a:lnTo>
                  <a:lnTo>
                    <a:pt x="6879" y="361"/>
                  </a:lnTo>
                  <a:lnTo>
                    <a:pt x="6598" y="261"/>
                  </a:lnTo>
                  <a:lnTo>
                    <a:pt x="6317" y="181"/>
                  </a:lnTo>
                  <a:lnTo>
                    <a:pt x="6037" y="121"/>
                  </a:lnTo>
                  <a:lnTo>
                    <a:pt x="5736" y="61"/>
                  </a:lnTo>
                  <a:lnTo>
                    <a:pt x="5435" y="20"/>
                  </a:lnTo>
                  <a:lnTo>
                    <a:pt x="513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42">
              <a:extLst>
                <a:ext uri="{FF2B5EF4-FFF2-40B4-BE49-F238E27FC236}">
                  <a16:creationId xmlns:a16="http://schemas.microsoft.com/office/drawing/2014/main" id="{DCFD7DC5-0AA4-3AD2-635C-1886BC509CC0}"/>
                </a:ext>
              </a:extLst>
            </p:cNvPr>
            <p:cNvSpPr/>
            <p:nvPr/>
          </p:nvSpPr>
          <p:spPr>
            <a:xfrm>
              <a:off x="10253450" y="2763463"/>
              <a:ext cx="253200" cy="253700"/>
            </a:xfrm>
            <a:custGeom>
              <a:avLst/>
              <a:gdLst/>
              <a:ahLst/>
              <a:cxnLst/>
              <a:rect l="l" t="t" r="r" b="b"/>
              <a:pathLst>
                <a:path w="10128" h="10148" fill="none" extrusionOk="0">
                  <a:moveTo>
                    <a:pt x="9887" y="6598"/>
                  </a:moveTo>
                  <a:lnTo>
                    <a:pt x="9887" y="6598"/>
                  </a:lnTo>
                  <a:lnTo>
                    <a:pt x="9827" y="6779"/>
                  </a:lnTo>
                  <a:lnTo>
                    <a:pt x="9827" y="6779"/>
                  </a:lnTo>
                  <a:lnTo>
                    <a:pt x="9686" y="7120"/>
                  </a:lnTo>
                  <a:lnTo>
                    <a:pt x="9546" y="7441"/>
                  </a:lnTo>
                  <a:lnTo>
                    <a:pt x="9366" y="7741"/>
                  </a:lnTo>
                  <a:lnTo>
                    <a:pt x="9185" y="8042"/>
                  </a:lnTo>
                  <a:lnTo>
                    <a:pt x="8964" y="8323"/>
                  </a:lnTo>
                  <a:lnTo>
                    <a:pt x="8744" y="8584"/>
                  </a:lnTo>
                  <a:lnTo>
                    <a:pt x="8503" y="8824"/>
                  </a:lnTo>
                  <a:lnTo>
                    <a:pt x="8243" y="9065"/>
                  </a:lnTo>
                  <a:lnTo>
                    <a:pt x="7982" y="9286"/>
                  </a:lnTo>
                  <a:lnTo>
                    <a:pt x="7681" y="9466"/>
                  </a:lnTo>
                  <a:lnTo>
                    <a:pt x="7400" y="9647"/>
                  </a:lnTo>
                  <a:lnTo>
                    <a:pt x="7079" y="9787"/>
                  </a:lnTo>
                  <a:lnTo>
                    <a:pt x="6759" y="9907"/>
                  </a:lnTo>
                  <a:lnTo>
                    <a:pt x="6418" y="10008"/>
                  </a:lnTo>
                  <a:lnTo>
                    <a:pt x="6077" y="10088"/>
                  </a:lnTo>
                  <a:lnTo>
                    <a:pt x="5716" y="10128"/>
                  </a:lnTo>
                  <a:lnTo>
                    <a:pt x="5716" y="10128"/>
                  </a:lnTo>
                  <a:lnTo>
                    <a:pt x="5435" y="10148"/>
                  </a:lnTo>
                  <a:lnTo>
                    <a:pt x="5134" y="10148"/>
                  </a:lnTo>
                  <a:lnTo>
                    <a:pt x="4853" y="10148"/>
                  </a:lnTo>
                  <a:lnTo>
                    <a:pt x="4573" y="10128"/>
                  </a:lnTo>
                  <a:lnTo>
                    <a:pt x="4292" y="10088"/>
                  </a:lnTo>
                  <a:lnTo>
                    <a:pt x="4031" y="10048"/>
                  </a:lnTo>
                  <a:lnTo>
                    <a:pt x="3770" y="9967"/>
                  </a:lnTo>
                  <a:lnTo>
                    <a:pt x="3510" y="9907"/>
                  </a:lnTo>
                  <a:lnTo>
                    <a:pt x="3269" y="9807"/>
                  </a:lnTo>
                  <a:lnTo>
                    <a:pt x="3028" y="9727"/>
                  </a:lnTo>
                  <a:lnTo>
                    <a:pt x="2808" y="9606"/>
                  </a:lnTo>
                  <a:lnTo>
                    <a:pt x="2587" y="9486"/>
                  </a:lnTo>
                  <a:lnTo>
                    <a:pt x="2367" y="9366"/>
                  </a:lnTo>
                  <a:lnTo>
                    <a:pt x="2166" y="9225"/>
                  </a:lnTo>
                  <a:lnTo>
                    <a:pt x="1765" y="8925"/>
                  </a:lnTo>
                  <a:lnTo>
                    <a:pt x="1404" y="8604"/>
                  </a:lnTo>
                  <a:lnTo>
                    <a:pt x="1103" y="8243"/>
                  </a:lnTo>
                  <a:lnTo>
                    <a:pt x="802" y="7862"/>
                  </a:lnTo>
                  <a:lnTo>
                    <a:pt x="562" y="7461"/>
                  </a:lnTo>
                  <a:lnTo>
                    <a:pt x="361" y="7060"/>
                  </a:lnTo>
                  <a:lnTo>
                    <a:pt x="201" y="6638"/>
                  </a:lnTo>
                  <a:lnTo>
                    <a:pt x="100" y="6197"/>
                  </a:lnTo>
                  <a:lnTo>
                    <a:pt x="20" y="5776"/>
                  </a:lnTo>
                  <a:lnTo>
                    <a:pt x="20" y="5776"/>
                  </a:lnTo>
                  <a:lnTo>
                    <a:pt x="0" y="5475"/>
                  </a:lnTo>
                  <a:lnTo>
                    <a:pt x="0" y="5174"/>
                  </a:lnTo>
                  <a:lnTo>
                    <a:pt x="0" y="4874"/>
                  </a:lnTo>
                  <a:lnTo>
                    <a:pt x="20" y="4593"/>
                  </a:lnTo>
                  <a:lnTo>
                    <a:pt x="60" y="4292"/>
                  </a:lnTo>
                  <a:lnTo>
                    <a:pt x="120" y="4011"/>
                  </a:lnTo>
                  <a:lnTo>
                    <a:pt x="201" y="3730"/>
                  </a:lnTo>
                  <a:lnTo>
                    <a:pt x="281" y="3470"/>
                  </a:lnTo>
                  <a:lnTo>
                    <a:pt x="381" y="3189"/>
                  </a:lnTo>
                  <a:lnTo>
                    <a:pt x="502" y="2928"/>
                  </a:lnTo>
                  <a:lnTo>
                    <a:pt x="622" y="2688"/>
                  </a:lnTo>
                  <a:lnTo>
                    <a:pt x="782" y="2447"/>
                  </a:lnTo>
                  <a:lnTo>
                    <a:pt x="923" y="2206"/>
                  </a:lnTo>
                  <a:lnTo>
                    <a:pt x="1083" y="1986"/>
                  </a:lnTo>
                  <a:lnTo>
                    <a:pt x="1264" y="1765"/>
                  </a:lnTo>
                  <a:lnTo>
                    <a:pt x="1464" y="1545"/>
                  </a:lnTo>
                  <a:lnTo>
                    <a:pt x="1464" y="1545"/>
                  </a:lnTo>
                  <a:lnTo>
                    <a:pt x="1645" y="1364"/>
                  </a:lnTo>
                  <a:lnTo>
                    <a:pt x="1845" y="1184"/>
                  </a:lnTo>
                  <a:lnTo>
                    <a:pt x="2066" y="1003"/>
                  </a:lnTo>
                  <a:lnTo>
                    <a:pt x="2266" y="843"/>
                  </a:lnTo>
                  <a:lnTo>
                    <a:pt x="2507" y="702"/>
                  </a:lnTo>
                  <a:lnTo>
                    <a:pt x="2728" y="582"/>
                  </a:lnTo>
                  <a:lnTo>
                    <a:pt x="2968" y="442"/>
                  </a:lnTo>
                  <a:lnTo>
                    <a:pt x="3229" y="341"/>
                  </a:lnTo>
                  <a:lnTo>
                    <a:pt x="3490" y="241"/>
                  </a:lnTo>
                  <a:lnTo>
                    <a:pt x="3750" y="181"/>
                  </a:lnTo>
                  <a:lnTo>
                    <a:pt x="4011" y="101"/>
                  </a:lnTo>
                  <a:lnTo>
                    <a:pt x="4292" y="61"/>
                  </a:lnTo>
                  <a:lnTo>
                    <a:pt x="4573" y="20"/>
                  </a:lnTo>
                  <a:lnTo>
                    <a:pt x="4853" y="0"/>
                  </a:lnTo>
                  <a:lnTo>
                    <a:pt x="5134" y="0"/>
                  </a:lnTo>
                  <a:lnTo>
                    <a:pt x="5435" y="20"/>
                  </a:lnTo>
                  <a:lnTo>
                    <a:pt x="5435" y="20"/>
                  </a:lnTo>
                  <a:lnTo>
                    <a:pt x="5736" y="61"/>
                  </a:lnTo>
                  <a:lnTo>
                    <a:pt x="6037" y="121"/>
                  </a:lnTo>
                  <a:lnTo>
                    <a:pt x="6317" y="181"/>
                  </a:lnTo>
                  <a:lnTo>
                    <a:pt x="6598" y="261"/>
                  </a:lnTo>
                  <a:lnTo>
                    <a:pt x="6879" y="361"/>
                  </a:lnTo>
                  <a:lnTo>
                    <a:pt x="7140" y="462"/>
                  </a:lnTo>
                  <a:lnTo>
                    <a:pt x="7400" y="602"/>
                  </a:lnTo>
                  <a:lnTo>
                    <a:pt x="7641" y="742"/>
                  </a:lnTo>
                  <a:lnTo>
                    <a:pt x="7882" y="883"/>
                  </a:lnTo>
                  <a:lnTo>
                    <a:pt x="8102" y="1043"/>
                  </a:lnTo>
                  <a:lnTo>
                    <a:pt x="8323" y="1224"/>
                  </a:lnTo>
                  <a:lnTo>
                    <a:pt x="8543" y="1404"/>
                  </a:lnTo>
                  <a:lnTo>
                    <a:pt x="8724" y="1605"/>
                  </a:lnTo>
                  <a:lnTo>
                    <a:pt x="8924" y="1805"/>
                  </a:lnTo>
                  <a:lnTo>
                    <a:pt x="9085" y="2026"/>
                  </a:lnTo>
                  <a:lnTo>
                    <a:pt x="9245" y="2246"/>
                  </a:lnTo>
                  <a:lnTo>
                    <a:pt x="9406" y="2487"/>
                  </a:lnTo>
                  <a:lnTo>
                    <a:pt x="9546" y="2728"/>
                  </a:lnTo>
                  <a:lnTo>
                    <a:pt x="9666" y="2968"/>
                  </a:lnTo>
                  <a:lnTo>
                    <a:pt x="9767" y="3229"/>
                  </a:lnTo>
                  <a:lnTo>
                    <a:pt x="9867" y="3490"/>
                  </a:lnTo>
                  <a:lnTo>
                    <a:pt x="9947" y="3751"/>
                  </a:lnTo>
                  <a:lnTo>
                    <a:pt x="10007" y="4031"/>
                  </a:lnTo>
                  <a:lnTo>
                    <a:pt x="10067" y="4292"/>
                  </a:lnTo>
                  <a:lnTo>
                    <a:pt x="10108" y="4573"/>
                  </a:lnTo>
                  <a:lnTo>
                    <a:pt x="10128" y="4874"/>
                  </a:lnTo>
                  <a:lnTo>
                    <a:pt x="10128" y="5154"/>
                  </a:lnTo>
                  <a:lnTo>
                    <a:pt x="10108" y="5435"/>
                  </a:lnTo>
                  <a:lnTo>
                    <a:pt x="10067" y="5736"/>
                  </a:lnTo>
                  <a:lnTo>
                    <a:pt x="10027" y="6017"/>
                  </a:lnTo>
                  <a:lnTo>
                    <a:pt x="9967" y="6318"/>
                  </a:lnTo>
                  <a:lnTo>
                    <a:pt x="9887" y="65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42">
              <a:extLst>
                <a:ext uri="{FF2B5EF4-FFF2-40B4-BE49-F238E27FC236}">
                  <a16:creationId xmlns:a16="http://schemas.microsoft.com/office/drawing/2014/main" id="{4B904620-7A6D-0EAE-ABB0-791BDB5B1542}"/>
                </a:ext>
              </a:extLst>
            </p:cNvPr>
            <p:cNvSpPr/>
            <p:nvPr/>
          </p:nvSpPr>
          <p:spPr>
            <a:xfrm>
              <a:off x="10253450" y="2802063"/>
              <a:ext cx="247175" cy="215100"/>
            </a:xfrm>
            <a:custGeom>
              <a:avLst/>
              <a:gdLst/>
              <a:ahLst/>
              <a:cxnLst/>
              <a:rect l="l" t="t" r="r" b="b"/>
              <a:pathLst>
                <a:path w="9887" h="8604" extrusionOk="0">
                  <a:moveTo>
                    <a:pt x="1464" y="1"/>
                  </a:moveTo>
                  <a:lnTo>
                    <a:pt x="1123" y="382"/>
                  </a:lnTo>
                  <a:lnTo>
                    <a:pt x="842" y="783"/>
                  </a:lnTo>
                  <a:lnTo>
                    <a:pt x="602" y="1224"/>
                  </a:lnTo>
                  <a:lnTo>
                    <a:pt x="381" y="1665"/>
                  </a:lnTo>
                  <a:lnTo>
                    <a:pt x="221" y="2146"/>
                  </a:lnTo>
                  <a:lnTo>
                    <a:pt x="141" y="2387"/>
                  </a:lnTo>
                  <a:lnTo>
                    <a:pt x="100" y="2628"/>
                  </a:lnTo>
                  <a:lnTo>
                    <a:pt x="40" y="2888"/>
                  </a:lnTo>
                  <a:lnTo>
                    <a:pt x="20" y="3149"/>
                  </a:lnTo>
                  <a:lnTo>
                    <a:pt x="0" y="3410"/>
                  </a:lnTo>
                  <a:lnTo>
                    <a:pt x="0" y="3671"/>
                  </a:lnTo>
                  <a:lnTo>
                    <a:pt x="0" y="3951"/>
                  </a:lnTo>
                  <a:lnTo>
                    <a:pt x="20" y="4232"/>
                  </a:lnTo>
                  <a:lnTo>
                    <a:pt x="80" y="4633"/>
                  </a:lnTo>
                  <a:lnTo>
                    <a:pt x="201" y="5034"/>
                  </a:lnTo>
                  <a:lnTo>
                    <a:pt x="341" y="5435"/>
                  </a:lnTo>
                  <a:lnTo>
                    <a:pt x="522" y="5816"/>
                  </a:lnTo>
                  <a:lnTo>
                    <a:pt x="742" y="6197"/>
                  </a:lnTo>
                  <a:lnTo>
                    <a:pt x="983" y="6558"/>
                  </a:lnTo>
                  <a:lnTo>
                    <a:pt x="1284" y="6919"/>
                  </a:lnTo>
                  <a:lnTo>
                    <a:pt x="1584" y="7240"/>
                  </a:lnTo>
                  <a:lnTo>
                    <a:pt x="1945" y="7521"/>
                  </a:lnTo>
                  <a:lnTo>
                    <a:pt x="2326" y="7802"/>
                  </a:lnTo>
                  <a:lnTo>
                    <a:pt x="2728" y="8022"/>
                  </a:lnTo>
                  <a:lnTo>
                    <a:pt x="3169" y="8223"/>
                  </a:lnTo>
                  <a:lnTo>
                    <a:pt x="3630" y="8383"/>
                  </a:lnTo>
                  <a:lnTo>
                    <a:pt x="3871" y="8464"/>
                  </a:lnTo>
                  <a:lnTo>
                    <a:pt x="4111" y="8504"/>
                  </a:lnTo>
                  <a:lnTo>
                    <a:pt x="4372" y="8564"/>
                  </a:lnTo>
                  <a:lnTo>
                    <a:pt x="4633" y="8584"/>
                  </a:lnTo>
                  <a:lnTo>
                    <a:pt x="4893" y="8604"/>
                  </a:lnTo>
                  <a:lnTo>
                    <a:pt x="5435" y="8604"/>
                  </a:lnTo>
                  <a:lnTo>
                    <a:pt x="5716" y="8584"/>
                  </a:lnTo>
                  <a:lnTo>
                    <a:pt x="6077" y="8544"/>
                  </a:lnTo>
                  <a:lnTo>
                    <a:pt x="6418" y="8464"/>
                  </a:lnTo>
                  <a:lnTo>
                    <a:pt x="6759" y="8363"/>
                  </a:lnTo>
                  <a:lnTo>
                    <a:pt x="7079" y="8243"/>
                  </a:lnTo>
                  <a:lnTo>
                    <a:pt x="7400" y="8103"/>
                  </a:lnTo>
                  <a:lnTo>
                    <a:pt x="7681" y="7922"/>
                  </a:lnTo>
                  <a:lnTo>
                    <a:pt x="7982" y="7742"/>
                  </a:lnTo>
                  <a:lnTo>
                    <a:pt x="8243" y="7521"/>
                  </a:lnTo>
                  <a:lnTo>
                    <a:pt x="8503" y="7280"/>
                  </a:lnTo>
                  <a:lnTo>
                    <a:pt x="8744" y="7040"/>
                  </a:lnTo>
                  <a:lnTo>
                    <a:pt x="8964" y="6779"/>
                  </a:lnTo>
                  <a:lnTo>
                    <a:pt x="9185" y="6498"/>
                  </a:lnTo>
                  <a:lnTo>
                    <a:pt x="9366" y="6197"/>
                  </a:lnTo>
                  <a:lnTo>
                    <a:pt x="9546" y="5897"/>
                  </a:lnTo>
                  <a:lnTo>
                    <a:pt x="9686" y="5576"/>
                  </a:lnTo>
                  <a:lnTo>
                    <a:pt x="9827" y="5235"/>
                  </a:lnTo>
                  <a:lnTo>
                    <a:pt x="9887" y="5054"/>
                  </a:lnTo>
                  <a:lnTo>
                    <a:pt x="9666" y="5335"/>
                  </a:lnTo>
                  <a:lnTo>
                    <a:pt x="9446" y="5596"/>
                  </a:lnTo>
                  <a:lnTo>
                    <a:pt x="9205" y="5836"/>
                  </a:lnTo>
                  <a:lnTo>
                    <a:pt x="8944" y="6077"/>
                  </a:lnTo>
                  <a:lnTo>
                    <a:pt x="8684" y="6278"/>
                  </a:lnTo>
                  <a:lnTo>
                    <a:pt x="8403" y="6478"/>
                  </a:lnTo>
                  <a:lnTo>
                    <a:pt x="8082" y="6659"/>
                  </a:lnTo>
                  <a:lnTo>
                    <a:pt x="7781" y="6799"/>
                  </a:lnTo>
                  <a:lnTo>
                    <a:pt x="7380" y="6939"/>
                  </a:lnTo>
                  <a:lnTo>
                    <a:pt x="6999" y="7040"/>
                  </a:lnTo>
                  <a:lnTo>
                    <a:pt x="6598" y="7100"/>
                  </a:lnTo>
                  <a:lnTo>
                    <a:pt x="6197" y="7120"/>
                  </a:lnTo>
                  <a:lnTo>
                    <a:pt x="5776" y="7100"/>
                  </a:lnTo>
                  <a:lnTo>
                    <a:pt x="5355" y="7040"/>
                  </a:lnTo>
                  <a:lnTo>
                    <a:pt x="4954" y="6939"/>
                  </a:lnTo>
                  <a:lnTo>
                    <a:pt x="4553" y="6819"/>
                  </a:lnTo>
                  <a:lnTo>
                    <a:pt x="4171" y="6659"/>
                  </a:lnTo>
                  <a:lnTo>
                    <a:pt x="3790" y="6478"/>
                  </a:lnTo>
                  <a:lnTo>
                    <a:pt x="3429" y="6258"/>
                  </a:lnTo>
                  <a:lnTo>
                    <a:pt x="3089" y="6017"/>
                  </a:lnTo>
                  <a:lnTo>
                    <a:pt x="2748" y="5756"/>
                  </a:lnTo>
                  <a:lnTo>
                    <a:pt x="2447" y="5455"/>
                  </a:lnTo>
                  <a:lnTo>
                    <a:pt x="2186" y="5114"/>
                  </a:lnTo>
                  <a:lnTo>
                    <a:pt x="1925" y="4774"/>
                  </a:lnTo>
                  <a:lnTo>
                    <a:pt x="1705" y="4413"/>
                  </a:lnTo>
                  <a:lnTo>
                    <a:pt x="1524" y="4032"/>
                  </a:lnTo>
                  <a:lnTo>
                    <a:pt x="1364" y="3650"/>
                  </a:lnTo>
                  <a:lnTo>
                    <a:pt x="1244" y="3249"/>
                  </a:lnTo>
                  <a:lnTo>
                    <a:pt x="1143" y="2828"/>
                  </a:lnTo>
                  <a:lnTo>
                    <a:pt x="1083" y="2427"/>
                  </a:lnTo>
                  <a:lnTo>
                    <a:pt x="1063" y="2006"/>
                  </a:lnTo>
                  <a:lnTo>
                    <a:pt x="1063" y="1585"/>
                  </a:lnTo>
                  <a:lnTo>
                    <a:pt x="1123" y="1184"/>
                  </a:lnTo>
                  <a:lnTo>
                    <a:pt x="1183" y="783"/>
                  </a:lnTo>
                  <a:lnTo>
                    <a:pt x="1304" y="382"/>
                  </a:lnTo>
                  <a:lnTo>
                    <a:pt x="146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42">
              <a:extLst>
                <a:ext uri="{FF2B5EF4-FFF2-40B4-BE49-F238E27FC236}">
                  <a16:creationId xmlns:a16="http://schemas.microsoft.com/office/drawing/2014/main" id="{B6AC3DCF-9710-EF8A-0E31-01E6C03EFEE2}"/>
                </a:ext>
              </a:extLst>
            </p:cNvPr>
            <p:cNvSpPr/>
            <p:nvPr/>
          </p:nvSpPr>
          <p:spPr>
            <a:xfrm>
              <a:off x="10253450" y="2802063"/>
              <a:ext cx="247175" cy="215100"/>
            </a:xfrm>
            <a:custGeom>
              <a:avLst/>
              <a:gdLst/>
              <a:ahLst/>
              <a:cxnLst/>
              <a:rect l="l" t="t" r="r" b="b"/>
              <a:pathLst>
                <a:path w="9887" h="8604" fill="none" extrusionOk="0">
                  <a:moveTo>
                    <a:pt x="1464" y="1"/>
                  </a:moveTo>
                  <a:lnTo>
                    <a:pt x="1464" y="1"/>
                  </a:lnTo>
                  <a:lnTo>
                    <a:pt x="1123" y="382"/>
                  </a:lnTo>
                  <a:lnTo>
                    <a:pt x="842" y="783"/>
                  </a:lnTo>
                  <a:lnTo>
                    <a:pt x="602" y="1224"/>
                  </a:lnTo>
                  <a:lnTo>
                    <a:pt x="381" y="1665"/>
                  </a:lnTo>
                  <a:lnTo>
                    <a:pt x="221" y="2146"/>
                  </a:lnTo>
                  <a:lnTo>
                    <a:pt x="141" y="2387"/>
                  </a:lnTo>
                  <a:lnTo>
                    <a:pt x="100" y="2628"/>
                  </a:lnTo>
                  <a:lnTo>
                    <a:pt x="40" y="2888"/>
                  </a:lnTo>
                  <a:lnTo>
                    <a:pt x="20" y="3149"/>
                  </a:lnTo>
                  <a:lnTo>
                    <a:pt x="0" y="3410"/>
                  </a:lnTo>
                  <a:lnTo>
                    <a:pt x="0" y="3671"/>
                  </a:lnTo>
                  <a:lnTo>
                    <a:pt x="0" y="3671"/>
                  </a:lnTo>
                  <a:lnTo>
                    <a:pt x="0" y="3951"/>
                  </a:lnTo>
                  <a:lnTo>
                    <a:pt x="20" y="4232"/>
                  </a:lnTo>
                  <a:lnTo>
                    <a:pt x="20" y="4232"/>
                  </a:lnTo>
                  <a:lnTo>
                    <a:pt x="80" y="4633"/>
                  </a:lnTo>
                  <a:lnTo>
                    <a:pt x="201" y="5034"/>
                  </a:lnTo>
                  <a:lnTo>
                    <a:pt x="341" y="5435"/>
                  </a:lnTo>
                  <a:lnTo>
                    <a:pt x="522" y="5816"/>
                  </a:lnTo>
                  <a:lnTo>
                    <a:pt x="742" y="6197"/>
                  </a:lnTo>
                  <a:lnTo>
                    <a:pt x="983" y="6558"/>
                  </a:lnTo>
                  <a:lnTo>
                    <a:pt x="1284" y="6919"/>
                  </a:lnTo>
                  <a:lnTo>
                    <a:pt x="1584" y="7240"/>
                  </a:lnTo>
                  <a:lnTo>
                    <a:pt x="1945" y="7521"/>
                  </a:lnTo>
                  <a:lnTo>
                    <a:pt x="2326" y="7802"/>
                  </a:lnTo>
                  <a:lnTo>
                    <a:pt x="2728" y="8022"/>
                  </a:lnTo>
                  <a:lnTo>
                    <a:pt x="3169" y="8223"/>
                  </a:lnTo>
                  <a:lnTo>
                    <a:pt x="3630" y="8383"/>
                  </a:lnTo>
                  <a:lnTo>
                    <a:pt x="3871" y="8464"/>
                  </a:lnTo>
                  <a:lnTo>
                    <a:pt x="4111" y="8504"/>
                  </a:lnTo>
                  <a:lnTo>
                    <a:pt x="4372" y="8564"/>
                  </a:lnTo>
                  <a:lnTo>
                    <a:pt x="4633" y="8584"/>
                  </a:lnTo>
                  <a:lnTo>
                    <a:pt x="4893" y="8604"/>
                  </a:lnTo>
                  <a:lnTo>
                    <a:pt x="5154" y="8604"/>
                  </a:lnTo>
                  <a:lnTo>
                    <a:pt x="5154" y="8604"/>
                  </a:lnTo>
                  <a:lnTo>
                    <a:pt x="5435" y="8604"/>
                  </a:lnTo>
                  <a:lnTo>
                    <a:pt x="5716" y="8584"/>
                  </a:lnTo>
                  <a:lnTo>
                    <a:pt x="5716" y="8584"/>
                  </a:lnTo>
                  <a:lnTo>
                    <a:pt x="6077" y="8544"/>
                  </a:lnTo>
                  <a:lnTo>
                    <a:pt x="6418" y="8464"/>
                  </a:lnTo>
                  <a:lnTo>
                    <a:pt x="6759" y="8363"/>
                  </a:lnTo>
                  <a:lnTo>
                    <a:pt x="7079" y="8243"/>
                  </a:lnTo>
                  <a:lnTo>
                    <a:pt x="7400" y="8103"/>
                  </a:lnTo>
                  <a:lnTo>
                    <a:pt x="7681" y="7922"/>
                  </a:lnTo>
                  <a:lnTo>
                    <a:pt x="7982" y="7742"/>
                  </a:lnTo>
                  <a:lnTo>
                    <a:pt x="8243" y="7521"/>
                  </a:lnTo>
                  <a:lnTo>
                    <a:pt x="8503" y="7280"/>
                  </a:lnTo>
                  <a:lnTo>
                    <a:pt x="8744" y="7040"/>
                  </a:lnTo>
                  <a:lnTo>
                    <a:pt x="8964" y="6779"/>
                  </a:lnTo>
                  <a:lnTo>
                    <a:pt x="9185" y="6498"/>
                  </a:lnTo>
                  <a:lnTo>
                    <a:pt x="9366" y="6197"/>
                  </a:lnTo>
                  <a:lnTo>
                    <a:pt x="9546" y="5897"/>
                  </a:lnTo>
                  <a:lnTo>
                    <a:pt x="9686" y="5576"/>
                  </a:lnTo>
                  <a:lnTo>
                    <a:pt x="9827" y="5235"/>
                  </a:lnTo>
                  <a:lnTo>
                    <a:pt x="9827" y="5235"/>
                  </a:lnTo>
                  <a:lnTo>
                    <a:pt x="9887" y="5054"/>
                  </a:lnTo>
                  <a:lnTo>
                    <a:pt x="9887" y="5054"/>
                  </a:lnTo>
                  <a:lnTo>
                    <a:pt x="9666" y="5335"/>
                  </a:lnTo>
                  <a:lnTo>
                    <a:pt x="9446" y="5596"/>
                  </a:lnTo>
                  <a:lnTo>
                    <a:pt x="9205" y="5836"/>
                  </a:lnTo>
                  <a:lnTo>
                    <a:pt x="8944" y="6077"/>
                  </a:lnTo>
                  <a:lnTo>
                    <a:pt x="8684" y="6278"/>
                  </a:lnTo>
                  <a:lnTo>
                    <a:pt x="8403" y="6478"/>
                  </a:lnTo>
                  <a:lnTo>
                    <a:pt x="8082" y="6659"/>
                  </a:lnTo>
                  <a:lnTo>
                    <a:pt x="7781" y="6799"/>
                  </a:lnTo>
                  <a:lnTo>
                    <a:pt x="7781" y="6799"/>
                  </a:lnTo>
                  <a:lnTo>
                    <a:pt x="7380" y="6939"/>
                  </a:lnTo>
                  <a:lnTo>
                    <a:pt x="6999" y="7040"/>
                  </a:lnTo>
                  <a:lnTo>
                    <a:pt x="6598" y="7100"/>
                  </a:lnTo>
                  <a:lnTo>
                    <a:pt x="6197" y="7120"/>
                  </a:lnTo>
                  <a:lnTo>
                    <a:pt x="6197" y="7120"/>
                  </a:lnTo>
                  <a:lnTo>
                    <a:pt x="5776" y="7100"/>
                  </a:lnTo>
                  <a:lnTo>
                    <a:pt x="5355" y="7040"/>
                  </a:lnTo>
                  <a:lnTo>
                    <a:pt x="4954" y="6939"/>
                  </a:lnTo>
                  <a:lnTo>
                    <a:pt x="4553" y="6819"/>
                  </a:lnTo>
                  <a:lnTo>
                    <a:pt x="4171" y="6659"/>
                  </a:lnTo>
                  <a:lnTo>
                    <a:pt x="3790" y="6478"/>
                  </a:lnTo>
                  <a:lnTo>
                    <a:pt x="3429" y="6258"/>
                  </a:lnTo>
                  <a:lnTo>
                    <a:pt x="3089" y="6017"/>
                  </a:lnTo>
                  <a:lnTo>
                    <a:pt x="3089" y="6017"/>
                  </a:lnTo>
                  <a:lnTo>
                    <a:pt x="2748" y="5756"/>
                  </a:lnTo>
                  <a:lnTo>
                    <a:pt x="2447" y="5455"/>
                  </a:lnTo>
                  <a:lnTo>
                    <a:pt x="2186" y="5114"/>
                  </a:lnTo>
                  <a:lnTo>
                    <a:pt x="1925" y="4774"/>
                  </a:lnTo>
                  <a:lnTo>
                    <a:pt x="1705" y="4413"/>
                  </a:lnTo>
                  <a:lnTo>
                    <a:pt x="1524" y="4032"/>
                  </a:lnTo>
                  <a:lnTo>
                    <a:pt x="1364" y="3650"/>
                  </a:lnTo>
                  <a:lnTo>
                    <a:pt x="1244" y="3249"/>
                  </a:lnTo>
                  <a:lnTo>
                    <a:pt x="1143" y="2828"/>
                  </a:lnTo>
                  <a:lnTo>
                    <a:pt x="1083" y="2427"/>
                  </a:lnTo>
                  <a:lnTo>
                    <a:pt x="1063" y="2006"/>
                  </a:lnTo>
                  <a:lnTo>
                    <a:pt x="1063" y="1585"/>
                  </a:lnTo>
                  <a:lnTo>
                    <a:pt x="1123" y="1184"/>
                  </a:lnTo>
                  <a:lnTo>
                    <a:pt x="1183" y="783"/>
                  </a:lnTo>
                  <a:lnTo>
                    <a:pt x="1304" y="382"/>
                  </a:lnTo>
                  <a:lnTo>
                    <a:pt x="14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42">
              <a:extLst>
                <a:ext uri="{FF2B5EF4-FFF2-40B4-BE49-F238E27FC236}">
                  <a16:creationId xmlns:a16="http://schemas.microsoft.com/office/drawing/2014/main" id="{E601230D-FF4C-69FF-22DA-31FE9D8E1B70}"/>
                </a:ext>
              </a:extLst>
            </p:cNvPr>
            <p:cNvSpPr/>
            <p:nvPr/>
          </p:nvSpPr>
          <p:spPr>
            <a:xfrm>
              <a:off x="10739250" y="2725863"/>
              <a:ext cx="327925" cy="328925"/>
            </a:xfrm>
            <a:custGeom>
              <a:avLst/>
              <a:gdLst/>
              <a:ahLst/>
              <a:cxnLst/>
              <a:rect l="l" t="t" r="r" b="b"/>
              <a:pathLst>
                <a:path w="13117" h="13157" extrusionOk="0">
                  <a:moveTo>
                    <a:pt x="6659" y="0"/>
                  </a:moveTo>
                  <a:lnTo>
                    <a:pt x="6278" y="20"/>
                  </a:lnTo>
                  <a:lnTo>
                    <a:pt x="5897" y="40"/>
                  </a:lnTo>
                  <a:lnTo>
                    <a:pt x="5536" y="80"/>
                  </a:lnTo>
                  <a:lnTo>
                    <a:pt x="5175" y="141"/>
                  </a:lnTo>
                  <a:lnTo>
                    <a:pt x="4814" y="241"/>
                  </a:lnTo>
                  <a:lnTo>
                    <a:pt x="4473" y="341"/>
                  </a:lnTo>
                  <a:lnTo>
                    <a:pt x="4132" y="462"/>
                  </a:lnTo>
                  <a:lnTo>
                    <a:pt x="3811" y="622"/>
                  </a:lnTo>
                  <a:lnTo>
                    <a:pt x="3490" y="782"/>
                  </a:lnTo>
                  <a:lnTo>
                    <a:pt x="3190" y="963"/>
                  </a:lnTo>
                  <a:lnTo>
                    <a:pt x="2889" y="1143"/>
                  </a:lnTo>
                  <a:lnTo>
                    <a:pt x="2608" y="1364"/>
                  </a:lnTo>
                  <a:lnTo>
                    <a:pt x="2327" y="1585"/>
                  </a:lnTo>
                  <a:lnTo>
                    <a:pt x="2067" y="1825"/>
                  </a:lnTo>
                  <a:lnTo>
                    <a:pt x="1826" y="2086"/>
                  </a:lnTo>
                  <a:lnTo>
                    <a:pt x="1585" y="2347"/>
                  </a:lnTo>
                  <a:lnTo>
                    <a:pt x="1365" y="2627"/>
                  </a:lnTo>
                  <a:lnTo>
                    <a:pt x="1164" y="2928"/>
                  </a:lnTo>
                  <a:lnTo>
                    <a:pt x="964" y="3229"/>
                  </a:lnTo>
                  <a:lnTo>
                    <a:pt x="803" y="3550"/>
                  </a:lnTo>
                  <a:lnTo>
                    <a:pt x="643" y="3871"/>
                  </a:lnTo>
                  <a:lnTo>
                    <a:pt x="482" y="4192"/>
                  </a:lnTo>
                  <a:lnTo>
                    <a:pt x="362" y="4533"/>
                  </a:lnTo>
                  <a:lnTo>
                    <a:pt x="262" y="4894"/>
                  </a:lnTo>
                  <a:lnTo>
                    <a:pt x="161" y="5234"/>
                  </a:lnTo>
                  <a:lnTo>
                    <a:pt x="101" y="5595"/>
                  </a:lnTo>
                  <a:lnTo>
                    <a:pt x="41" y="5977"/>
                  </a:lnTo>
                  <a:lnTo>
                    <a:pt x="1" y="6337"/>
                  </a:lnTo>
                  <a:lnTo>
                    <a:pt x="1" y="6719"/>
                  </a:lnTo>
                  <a:lnTo>
                    <a:pt x="1" y="7100"/>
                  </a:lnTo>
                  <a:lnTo>
                    <a:pt x="41" y="7481"/>
                  </a:lnTo>
                  <a:lnTo>
                    <a:pt x="81" y="7761"/>
                  </a:lnTo>
                  <a:lnTo>
                    <a:pt x="121" y="8042"/>
                  </a:lnTo>
                  <a:lnTo>
                    <a:pt x="201" y="8323"/>
                  </a:lnTo>
                  <a:lnTo>
                    <a:pt x="282" y="8604"/>
                  </a:lnTo>
                  <a:lnTo>
                    <a:pt x="382" y="8864"/>
                  </a:lnTo>
                  <a:lnTo>
                    <a:pt x="482" y="9145"/>
                  </a:lnTo>
                  <a:lnTo>
                    <a:pt x="603" y="9406"/>
                  </a:lnTo>
                  <a:lnTo>
                    <a:pt x="743" y="9687"/>
                  </a:lnTo>
                  <a:lnTo>
                    <a:pt x="903" y="9947"/>
                  </a:lnTo>
                  <a:lnTo>
                    <a:pt x="1064" y="10188"/>
                  </a:lnTo>
                  <a:lnTo>
                    <a:pt x="1244" y="10449"/>
                  </a:lnTo>
                  <a:lnTo>
                    <a:pt x="1425" y="10689"/>
                  </a:lnTo>
                  <a:lnTo>
                    <a:pt x="1625" y="10930"/>
                  </a:lnTo>
                  <a:lnTo>
                    <a:pt x="1846" y="11151"/>
                  </a:lnTo>
                  <a:lnTo>
                    <a:pt x="2067" y="11371"/>
                  </a:lnTo>
                  <a:lnTo>
                    <a:pt x="2307" y="11572"/>
                  </a:lnTo>
                  <a:lnTo>
                    <a:pt x="2548" y="11772"/>
                  </a:lnTo>
                  <a:lnTo>
                    <a:pt x="2809" y="11953"/>
                  </a:lnTo>
                  <a:lnTo>
                    <a:pt x="3069" y="12133"/>
                  </a:lnTo>
                  <a:lnTo>
                    <a:pt x="3350" y="12294"/>
                  </a:lnTo>
                  <a:lnTo>
                    <a:pt x="3631" y="12454"/>
                  </a:lnTo>
                  <a:lnTo>
                    <a:pt x="3932" y="12595"/>
                  </a:lnTo>
                  <a:lnTo>
                    <a:pt x="4252" y="12715"/>
                  </a:lnTo>
                  <a:lnTo>
                    <a:pt x="4573" y="12835"/>
                  </a:lnTo>
                  <a:lnTo>
                    <a:pt x="4894" y="12935"/>
                  </a:lnTo>
                  <a:lnTo>
                    <a:pt x="5235" y="13016"/>
                  </a:lnTo>
                  <a:lnTo>
                    <a:pt x="5576" y="13076"/>
                  </a:lnTo>
                  <a:lnTo>
                    <a:pt x="5937" y="13116"/>
                  </a:lnTo>
                  <a:lnTo>
                    <a:pt x="6298" y="13156"/>
                  </a:lnTo>
                  <a:lnTo>
                    <a:pt x="7040" y="13156"/>
                  </a:lnTo>
                  <a:lnTo>
                    <a:pt x="7421" y="13116"/>
                  </a:lnTo>
                  <a:lnTo>
                    <a:pt x="7882" y="13056"/>
                  </a:lnTo>
                  <a:lnTo>
                    <a:pt x="8324" y="12976"/>
                  </a:lnTo>
                  <a:lnTo>
                    <a:pt x="8765" y="12835"/>
                  </a:lnTo>
                  <a:lnTo>
                    <a:pt x="9186" y="12675"/>
                  </a:lnTo>
                  <a:lnTo>
                    <a:pt x="9587" y="12494"/>
                  </a:lnTo>
                  <a:lnTo>
                    <a:pt x="9968" y="12274"/>
                  </a:lnTo>
                  <a:lnTo>
                    <a:pt x="10349" y="12013"/>
                  </a:lnTo>
                  <a:lnTo>
                    <a:pt x="10690" y="11752"/>
                  </a:lnTo>
                  <a:lnTo>
                    <a:pt x="11031" y="11451"/>
                  </a:lnTo>
                  <a:lnTo>
                    <a:pt x="11332" y="11131"/>
                  </a:lnTo>
                  <a:lnTo>
                    <a:pt x="11633" y="10790"/>
                  </a:lnTo>
                  <a:lnTo>
                    <a:pt x="11893" y="10409"/>
                  </a:lnTo>
                  <a:lnTo>
                    <a:pt x="12134" y="10028"/>
                  </a:lnTo>
                  <a:lnTo>
                    <a:pt x="12355" y="9626"/>
                  </a:lnTo>
                  <a:lnTo>
                    <a:pt x="12555" y="9225"/>
                  </a:lnTo>
                  <a:lnTo>
                    <a:pt x="12736" y="8784"/>
                  </a:lnTo>
                  <a:lnTo>
                    <a:pt x="12856" y="8403"/>
                  </a:lnTo>
                  <a:lnTo>
                    <a:pt x="12956" y="8022"/>
                  </a:lnTo>
                  <a:lnTo>
                    <a:pt x="13036" y="7641"/>
                  </a:lnTo>
                  <a:lnTo>
                    <a:pt x="13076" y="7240"/>
                  </a:lnTo>
                  <a:lnTo>
                    <a:pt x="13117" y="6859"/>
                  </a:lnTo>
                  <a:lnTo>
                    <a:pt x="13117" y="6478"/>
                  </a:lnTo>
                  <a:lnTo>
                    <a:pt x="13097" y="6117"/>
                  </a:lnTo>
                  <a:lnTo>
                    <a:pt x="13076" y="5736"/>
                  </a:lnTo>
                  <a:lnTo>
                    <a:pt x="13016" y="5375"/>
                  </a:lnTo>
                  <a:lnTo>
                    <a:pt x="12936" y="5014"/>
                  </a:lnTo>
                  <a:lnTo>
                    <a:pt x="12836" y="4653"/>
                  </a:lnTo>
                  <a:lnTo>
                    <a:pt x="12715" y="4312"/>
                  </a:lnTo>
                  <a:lnTo>
                    <a:pt x="12575" y="3971"/>
                  </a:lnTo>
                  <a:lnTo>
                    <a:pt x="12415" y="3650"/>
                  </a:lnTo>
                  <a:lnTo>
                    <a:pt x="12254" y="3329"/>
                  </a:lnTo>
                  <a:lnTo>
                    <a:pt x="12054" y="3008"/>
                  </a:lnTo>
                  <a:lnTo>
                    <a:pt x="11853" y="2708"/>
                  </a:lnTo>
                  <a:lnTo>
                    <a:pt x="11633" y="2427"/>
                  </a:lnTo>
                  <a:lnTo>
                    <a:pt x="11392" y="2146"/>
                  </a:lnTo>
                  <a:lnTo>
                    <a:pt x="11131" y="1885"/>
                  </a:lnTo>
                  <a:lnTo>
                    <a:pt x="10850" y="1645"/>
                  </a:lnTo>
                  <a:lnTo>
                    <a:pt x="10570" y="1404"/>
                  </a:lnTo>
                  <a:lnTo>
                    <a:pt x="10269" y="1183"/>
                  </a:lnTo>
                  <a:lnTo>
                    <a:pt x="9948" y="983"/>
                  </a:lnTo>
                  <a:lnTo>
                    <a:pt x="9627" y="802"/>
                  </a:lnTo>
                  <a:lnTo>
                    <a:pt x="9286" y="622"/>
                  </a:lnTo>
                  <a:lnTo>
                    <a:pt x="8945" y="482"/>
                  </a:lnTo>
                  <a:lnTo>
                    <a:pt x="8584" y="341"/>
                  </a:lnTo>
                  <a:lnTo>
                    <a:pt x="8203" y="241"/>
                  </a:lnTo>
                  <a:lnTo>
                    <a:pt x="7822" y="141"/>
                  </a:lnTo>
                  <a:lnTo>
                    <a:pt x="7441" y="80"/>
                  </a:lnTo>
                  <a:lnTo>
                    <a:pt x="7040" y="4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42">
              <a:extLst>
                <a:ext uri="{FF2B5EF4-FFF2-40B4-BE49-F238E27FC236}">
                  <a16:creationId xmlns:a16="http://schemas.microsoft.com/office/drawing/2014/main" id="{743360D9-B2B6-FD9A-9A89-30119D5A4BA3}"/>
                </a:ext>
              </a:extLst>
            </p:cNvPr>
            <p:cNvSpPr/>
            <p:nvPr/>
          </p:nvSpPr>
          <p:spPr>
            <a:xfrm>
              <a:off x="10739250" y="2725863"/>
              <a:ext cx="327925" cy="328925"/>
            </a:xfrm>
            <a:custGeom>
              <a:avLst/>
              <a:gdLst/>
              <a:ahLst/>
              <a:cxnLst/>
              <a:rect l="l" t="t" r="r" b="b"/>
              <a:pathLst>
                <a:path w="13117" h="13157" fill="none" extrusionOk="0">
                  <a:moveTo>
                    <a:pt x="41" y="7481"/>
                  </a:moveTo>
                  <a:lnTo>
                    <a:pt x="41" y="7481"/>
                  </a:lnTo>
                  <a:lnTo>
                    <a:pt x="81" y="7761"/>
                  </a:lnTo>
                  <a:lnTo>
                    <a:pt x="121" y="8042"/>
                  </a:lnTo>
                  <a:lnTo>
                    <a:pt x="201" y="8323"/>
                  </a:lnTo>
                  <a:lnTo>
                    <a:pt x="282" y="8604"/>
                  </a:lnTo>
                  <a:lnTo>
                    <a:pt x="382" y="8864"/>
                  </a:lnTo>
                  <a:lnTo>
                    <a:pt x="482" y="9145"/>
                  </a:lnTo>
                  <a:lnTo>
                    <a:pt x="603" y="9406"/>
                  </a:lnTo>
                  <a:lnTo>
                    <a:pt x="743" y="9687"/>
                  </a:lnTo>
                  <a:lnTo>
                    <a:pt x="903" y="9947"/>
                  </a:lnTo>
                  <a:lnTo>
                    <a:pt x="1064" y="10188"/>
                  </a:lnTo>
                  <a:lnTo>
                    <a:pt x="1244" y="10449"/>
                  </a:lnTo>
                  <a:lnTo>
                    <a:pt x="1425" y="10689"/>
                  </a:lnTo>
                  <a:lnTo>
                    <a:pt x="1625" y="10930"/>
                  </a:lnTo>
                  <a:lnTo>
                    <a:pt x="1846" y="11151"/>
                  </a:lnTo>
                  <a:lnTo>
                    <a:pt x="2067" y="11371"/>
                  </a:lnTo>
                  <a:lnTo>
                    <a:pt x="2307" y="11572"/>
                  </a:lnTo>
                  <a:lnTo>
                    <a:pt x="2548" y="11772"/>
                  </a:lnTo>
                  <a:lnTo>
                    <a:pt x="2809" y="11953"/>
                  </a:lnTo>
                  <a:lnTo>
                    <a:pt x="3069" y="12133"/>
                  </a:lnTo>
                  <a:lnTo>
                    <a:pt x="3350" y="12294"/>
                  </a:lnTo>
                  <a:lnTo>
                    <a:pt x="3631" y="12454"/>
                  </a:lnTo>
                  <a:lnTo>
                    <a:pt x="3932" y="12595"/>
                  </a:lnTo>
                  <a:lnTo>
                    <a:pt x="4252" y="12715"/>
                  </a:lnTo>
                  <a:lnTo>
                    <a:pt x="4573" y="12835"/>
                  </a:lnTo>
                  <a:lnTo>
                    <a:pt x="4894" y="12935"/>
                  </a:lnTo>
                  <a:lnTo>
                    <a:pt x="5235" y="13016"/>
                  </a:lnTo>
                  <a:lnTo>
                    <a:pt x="5576" y="13076"/>
                  </a:lnTo>
                  <a:lnTo>
                    <a:pt x="5937" y="13116"/>
                  </a:lnTo>
                  <a:lnTo>
                    <a:pt x="6298" y="13156"/>
                  </a:lnTo>
                  <a:lnTo>
                    <a:pt x="6659" y="13156"/>
                  </a:lnTo>
                  <a:lnTo>
                    <a:pt x="7040" y="13156"/>
                  </a:lnTo>
                  <a:lnTo>
                    <a:pt x="7421" y="13116"/>
                  </a:lnTo>
                  <a:lnTo>
                    <a:pt x="7421" y="13116"/>
                  </a:lnTo>
                  <a:lnTo>
                    <a:pt x="7882" y="13056"/>
                  </a:lnTo>
                  <a:lnTo>
                    <a:pt x="8324" y="12976"/>
                  </a:lnTo>
                  <a:lnTo>
                    <a:pt x="8765" y="12835"/>
                  </a:lnTo>
                  <a:lnTo>
                    <a:pt x="9186" y="12675"/>
                  </a:lnTo>
                  <a:lnTo>
                    <a:pt x="9587" y="12494"/>
                  </a:lnTo>
                  <a:lnTo>
                    <a:pt x="9968" y="12274"/>
                  </a:lnTo>
                  <a:lnTo>
                    <a:pt x="10349" y="12013"/>
                  </a:lnTo>
                  <a:lnTo>
                    <a:pt x="10690" y="11752"/>
                  </a:lnTo>
                  <a:lnTo>
                    <a:pt x="11031" y="11451"/>
                  </a:lnTo>
                  <a:lnTo>
                    <a:pt x="11332" y="11131"/>
                  </a:lnTo>
                  <a:lnTo>
                    <a:pt x="11633" y="10790"/>
                  </a:lnTo>
                  <a:lnTo>
                    <a:pt x="11893" y="10409"/>
                  </a:lnTo>
                  <a:lnTo>
                    <a:pt x="12134" y="10028"/>
                  </a:lnTo>
                  <a:lnTo>
                    <a:pt x="12355" y="9626"/>
                  </a:lnTo>
                  <a:lnTo>
                    <a:pt x="12555" y="9225"/>
                  </a:lnTo>
                  <a:lnTo>
                    <a:pt x="12736" y="8784"/>
                  </a:lnTo>
                  <a:lnTo>
                    <a:pt x="12736" y="8784"/>
                  </a:lnTo>
                  <a:lnTo>
                    <a:pt x="12856" y="8403"/>
                  </a:lnTo>
                  <a:lnTo>
                    <a:pt x="12956" y="8022"/>
                  </a:lnTo>
                  <a:lnTo>
                    <a:pt x="13036" y="7641"/>
                  </a:lnTo>
                  <a:lnTo>
                    <a:pt x="13076" y="7240"/>
                  </a:lnTo>
                  <a:lnTo>
                    <a:pt x="13117" y="6859"/>
                  </a:lnTo>
                  <a:lnTo>
                    <a:pt x="13117" y="6478"/>
                  </a:lnTo>
                  <a:lnTo>
                    <a:pt x="13097" y="6117"/>
                  </a:lnTo>
                  <a:lnTo>
                    <a:pt x="13076" y="5736"/>
                  </a:lnTo>
                  <a:lnTo>
                    <a:pt x="13016" y="5375"/>
                  </a:lnTo>
                  <a:lnTo>
                    <a:pt x="12936" y="5014"/>
                  </a:lnTo>
                  <a:lnTo>
                    <a:pt x="12836" y="4653"/>
                  </a:lnTo>
                  <a:lnTo>
                    <a:pt x="12715" y="4312"/>
                  </a:lnTo>
                  <a:lnTo>
                    <a:pt x="12575" y="3971"/>
                  </a:lnTo>
                  <a:lnTo>
                    <a:pt x="12415" y="3650"/>
                  </a:lnTo>
                  <a:lnTo>
                    <a:pt x="12254" y="3329"/>
                  </a:lnTo>
                  <a:lnTo>
                    <a:pt x="12054" y="3008"/>
                  </a:lnTo>
                  <a:lnTo>
                    <a:pt x="11853" y="2708"/>
                  </a:lnTo>
                  <a:lnTo>
                    <a:pt x="11633" y="2427"/>
                  </a:lnTo>
                  <a:lnTo>
                    <a:pt x="11392" y="2146"/>
                  </a:lnTo>
                  <a:lnTo>
                    <a:pt x="11131" y="1885"/>
                  </a:lnTo>
                  <a:lnTo>
                    <a:pt x="10850" y="1645"/>
                  </a:lnTo>
                  <a:lnTo>
                    <a:pt x="10570" y="1404"/>
                  </a:lnTo>
                  <a:lnTo>
                    <a:pt x="10269" y="1183"/>
                  </a:lnTo>
                  <a:lnTo>
                    <a:pt x="9948" y="983"/>
                  </a:lnTo>
                  <a:lnTo>
                    <a:pt x="9627" y="802"/>
                  </a:lnTo>
                  <a:lnTo>
                    <a:pt x="9286" y="622"/>
                  </a:lnTo>
                  <a:lnTo>
                    <a:pt x="8945" y="482"/>
                  </a:lnTo>
                  <a:lnTo>
                    <a:pt x="8584" y="341"/>
                  </a:lnTo>
                  <a:lnTo>
                    <a:pt x="8203" y="241"/>
                  </a:lnTo>
                  <a:lnTo>
                    <a:pt x="7822" y="141"/>
                  </a:lnTo>
                  <a:lnTo>
                    <a:pt x="7441" y="80"/>
                  </a:lnTo>
                  <a:lnTo>
                    <a:pt x="7040" y="40"/>
                  </a:lnTo>
                  <a:lnTo>
                    <a:pt x="7040" y="40"/>
                  </a:lnTo>
                  <a:lnTo>
                    <a:pt x="6659" y="0"/>
                  </a:lnTo>
                  <a:lnTo>
                    <a:pt x="6278" y="20"/>
                  </a:lnTo>
                  <a:lnTo>
                    <a:pt x="5897" y="40"/>
                  </a:lnTo>
                  <a:lnTo>
                    <a:pt x="5536" y="80"/>
                  </a:lnTo>
                  <a:lnTo>
                    <a:pt x="5175" y="141"/>
                  </a:lnTo>
                  <a:lnTo>
                    <a:pt x="4814" y="241"/>
                  </a:lnTo>
                  <a:lnTo>
                    <a:pt x="4473" y="341"/>
                  </a:lnTo>
                  <a:lnTo>
                    <a:pt x="4132" y="462"/>
                  </a:lnTo>
                  <a:lnTo>
                    <a:pt x="3811" y="622"/>
                  </a:lnTo>
                  <a:lnTo>
                    <a:pt x="3490" y="782"/>
                  </a:lnTo>
                  <a:lnTo>
                    <a:pt x="3190" y="963"/>
                  </a:lnTo>
                  <a:lnTo>
                    <a:pt x="2889" y="1143"/>
                  </a:lnTo>
                  <a:lnTo>
                    <a:pt x="2608" y="1364"/>
                  </a:lnTo>
                  <a:lnTo>
                    <a:pt x="2327" y="1585"/>
                  </a:lnTo>
                  <a:lnTo>
                    <a:pt x="2067" y="1825"/>
                  </a:lnTo>
                  <a:lnTo>
                    <a:pt x="1826" y="2086"/>
                  </a:lnTo>
                  <a:lnTo>
                    <a:pt x="1585" y="2347"/>
                  </a:lnTo>
                  <a:lnTo>
                    <a:pt x="1365" y="2627"/>
                  </a:lnTo>
                  <a:lnTo>
                    <a:pt x="1164" y="2928"/>
                  </a:lnTo>
                  <a:lnTo>
                    <a:pt x="964" y="3229"/>
                  </a:lnTo>
                  <a:lnTo>
                    <a:pt x="803" y="3550"/>
                  </a:lnTo>
                  <a:lnTo>
                    <a:pt x="643" y="3871"/>
                  </a:lnTo>
                  <a:lnTo>
                    <a:pt x="482" y="4192"/>
                  </a:lnTo>
                  <a:lnTo>
                    <a:pt x="362" y="4533"/>
                  </a:lnTo>
                  <a:lnTo>
                    <a:pt x="262" y="4894"/>
                  </a:lnTo>
                  <a:lnTo>
                    <a:pt x="161" y="5234"/>
                  </a:lnTo>
                  <a:lnTo>
                    <a:pt x="101" y="5595"/>
                  </a:lnTo>
                  <a:lnTo>
                    <a:pt x="41" y="5977"/>
                  </a:lnTo>
                  <a:lnTo>
                    <a:pt x="1" y="6337"/>
                  </a:lnTo>
                  <a:lnTo>
                    <a:pt x="1" y="6719"/>
                  </a:lnTo>
                  <a:lnTo>
                    <a:pt x="1" y="7100"/>
                  </a:lnTo>
                  <a:lnTo>
                    <a:pt x="41" y="74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42">
              <a:extLst>
                <a:ext uri="{FF2B5EF4-FFF2-40B4-BE49-F238E27FC236}">
                  <a16:creationId xmlns:a16="http://schemas.microsoft.com/office/drawing/2014/main" id="{8007D697-8222-554C-007B-1DE390956836}"/>
                </a:ext>
              </a:extLst>
            </p:cNvPr>
            <p:cNvSpPr/>
            <p:nvPr/>
          </p:nvSpPr>
          <p:spPr>
            <a:xfrm>
              <a:off x="10776350" y="2763463"/>
              <a:ext cx="253725" cy="253700"/>
            </a:xfrm>
            <a:custGeom>
              <a:avLst/>
              <a:gdLst/>
              <a:ahLst/>
              <a:cxnLst/>
              <a:rect l="l" t="t" r="r" b="b"/>
              <a:pathLst>
                <a:path w="10149" h="10148" extrusionOk="0">
                  <a:moveTo>
                    <a:pt x="4874" y="0"/>
                  </a:moveTo>
                  <a:lnTo>
                    <a:pt x="4573" y="20"/>
                  </a:lnTo>
                  <a:lnTo>
                    <a:pt x="4313" y="61"/>
                  </a:lnTo>
                  <a:lnTo>
                    <a:pt x="4032" y="101"/>
                  </a:lnTo>
                  <a:lnTo>
                    <a:pt x="3771" y="181"/>
                  </a:lnTo>
                  <a:lnTo>
                    <a:pt x="3490" y="241"/>
                  </a:lnTo>
                  <a:lnTo>
                    <a:pt x="3250" y="341"/>
                  </a:lnTo>
                  <a:lnTo>
                    <a:pt x="2989" y="442"/>
                  </a:lnTo>
                  <a:lnTo>
                    <a:pt x="2748" y="582"/>
                  </a:lnTo>
                  <a:lnTo>
                    <a:pt x="2528" y="702"/>
                  </a:lnTo>
                  <a:lnTo>
                    <a:pt x="2287" y="843"/>
                  </a:lnTo>
                  <a:lnTo>
                    <a:pt x="2067" y="1003"/>
                  </a:lnTo>
                  <a:lnTo>
                    <a:pt x="1866" y="1184"/>
                  </a:lnTo>
                  <a:lnTo>
                    <a:pt x="1665" y="1364"/>
                  </a:lnTo>
                  <a:lnTo>
                    <a:pt x="1465" y="1545"/>
                  </a:lnTo>
                  <a:lnTo>
                    <a:pt x="1284" y="1765"/>
                  </a:lnTo>
                  <a:lnTo>
                    <a:pt x="1104" y="1986"/>
                  </a:lnTo>
                  <a:lnTo>
                    <a:pt x="944" y="2206"/>
                  </a:lnTo>
                  <a:lnTo>
                    <a:pt x="783" y="2447"/>
                  </a:lnTo>
                  <a:lnTo>
                    <a:pt x="643" y="2688"/>
                  </a:lnTo>
                  <a:lnTo>
                    <a:pt x="522" y="2928"/>
                  </a:lnTo>
                  <a:lnTo>
                    <a:pt x="402" y="3189"/>
                  </a:lnTo>
                  <a:lnTo>
                    <a:pt x="302" y="3470"/>
                  </a:lnTo>
                  <a:lnTo>
                    <a:pt x="222" y="3730"/>
                  </a:lnTo>
                  <a:lnTo>
                    <a:pt x="141" y="4011"/>
                  </a:lnTo>
                  <a:lnTo>
                    <a:pt x="81" y="4292"/>
                  </a:lnTo>
                  <a:lnTo>
                    <a:pt x="41" y="4593"/>
                  </a:lnTo>
                  <a:lnTo>
                    <a:pt x="21" y="4874"/>
                  </a:lnTo>
                  <a:lnTo>
                    <a:pt x="1" y="5174"/>
                  </a:lnTo>
                  <a:lnTo>
                    <a:pt x="21" y="5475"/>
                  </a:lnTo>
                  <a:lnTo>
                    <a:pt x="41" y="5776"/>
                  </a:lnTo>
                  <a:lnTo>
                    <a:pt x="101" y="6197"/>
                  </a:lnTo>
                  <a:lnTo>
                    <a:pt x="222" y="6638"/>
                  </a:lnTo>
                  <a:lnTo>
                    <a:pt x="382" y="7060"/>
                  </a:lnTo>
                  <a:lnTo>
                    <a:pt x="583" y="7461"/>
                  </a:lnTo>
                  <a:lnTo>
                    <a:pt x="823" y="7862"/>
                  </a:lnTo>
                  <a:lnTo>
                    <a:pt x="1104" y="8243"/>
                  </a:lnTo>
                  <a:lnTo>
                    <a:pt x="1425" y="8604"/>
                  </a:lnTo>
                  <a:lnTo>
                    <a:pt x="1786" y="8925"/>
                  </a:lnTo>
                  <a:lnTo>
                    <a:pt x="2167" y="9225"/>
                  </a:lnTo>
                  <a:lnTo>
                    <a:pt x="2387" y="9366"/>
                  </a:lnTo>
                  <a:lnTo>
                    <a:pt x="2588" y="9486"/>
                  </a:lnTo>
                  <a:lnTo>
                    <a:pt x="2829" y="9606"/>
                  </a:lnTo>
                  <a:lnTo>
                    <a:pt x="3049" y="9727"/>
                  </a:lnTo>
                  <a:lnTo>
                    <a:pt x="3290" y="9807"/>
                  </a:lnTo>
                  <a:lnTo>
                    <a:pt x="3531" y="9907"/>
                  </a:lnTo>
                  <a:lnTo>
                    <a:pt x="3791" y="9967"/>
                  </a:lnTo>
                  <a:lnTo>
                    <a:pt x="4052" y="10048"/>
                  </a:lnTo>
                  <a:lnTo>
                    <a:pt x="4313" y="10088"/>
                  </a:lnTo>
                  <a:lnTo>
                    <a:pt x="4593" y="10128"/>
                  </a:lnTo>
                  <a:lnTo>
                    <a:pt x="4874" y="10148"/>
                  </a:lnTo>
                  <a:lnTo>
                    <a:pt x="5456" y="10148"/>
                  </a:lnTo>
                  <a:lnTo>
                    <a:pt x="5737" y="10128"/>
                  </a:lnTo>
                  <a:lnTo>
                    <a:pt x="6098" y="10088"/>
                  </a:lnTo>
                  <a:lnTo>
                    <a:pt x="6438" y="10008"/>
                  </a:lnTo>
                  <a:lnTo>
                    <a:pt x="6779" y="9907"/>
                  </a:lnTo>
                  <a:lnTo>
                    <a:pt x="7100" y="9787"/>
                  </a:lnTo>
                  <a:lnTo>
                    <a:pt x="7401" y="9647"/>
                  </a:lnTo>
                  <a:lnTo>
                    <a:pt x="7702" y="9466"/>
                  </a:lnTo>
                  <a:lnTo>
                    <a:pt x="8003" y="9286"/>
                  </a:lnTo>
                  <a:lnTo>
                    <a:pt x="8263" y="9065"/>
                  </a:lnTo>
                  <a:lnTo>
                    <a:pt x="8524" y="8824"/>
                  </a:lnTo>
                  <a:lnTo>
                    <a:pt x="8765" y="8584"/>
                  </a:lnTo>
                  <a:lnTo>
                    <a:pt x="8985" y="8323"/>
                  </a:lnTo>
                  <a:lnTo>
                    <a:pt x="9206" y="8042"/>
                  </a:lnTo>
                  <a:lnTo>
                    <a:pt x="9386" y="7741"/>
                  </a:lnTo>
                  <a:lnTo>
                    <a:pt x="9547" y="7441"/>
                  </a:lnTo>
                  <a:lnTo>
                    <a:pt x="9707" y="7120"/>
                  </a:lnTo>
                  <a:lnTo>
                    <a:pt x="9828" y="6779"/>
                  </a:lnTo>
                  <a:lnTo>
                    <a:pt x="9888" y="6598"/>
                  </a:lnTo>
                  <a:lnTo>
                    <a:pt x="9988" y="6318"/>
                  </a:lnTo>
                  <a:lnTo>
                    <a:pt x="10048" y="6017"/>
                  </a:lnTo>
                  <a:lnTo>
                    <a:pt x="10088" y="5736"/>
                  </a:lnTo>
                  <a:lnTo>
                    <a:pt x="10128" y="5435"/>
                  </a:lnTo>
                  <a:lnTo>
                    <a:pt x="10149" y="5154"/>
                  </a:lnTo>
                  <a:lnTo>
                    <a:pt x="10128" y="4874"/>
                  </a:lnTo>
                  <a:lnTo>
                    <a:pt x="10108" y="4573"/>
                  </a:lnTo>
                  <a:lnTo>
                    <a:pt x="10088" y="4292"/>
                  </a:lnTo>
                  <a:lnTo>
                    <a:pt x="10028" y="4031"/>
                  </a:lnTo>
                  <a:lnTo>
                    <a:pt x="9968" y="3751"/>
                  </a:lnTo>
                  <a:lnTo>
                    <a:pt x="9888" y="3490"/>
                  </a:lnTo>
                  <a:lnTo>
                    <a:pt x="9788" y="3229"/>
                  </a:lnTo>
                  <a:lnTo>
                    <a:pt x="9687" y="2968"/>
                  </a:lnTo>
                  <a:lnTo>
                    <a:pt x="9567" y="2728"/>
                  </a:lnTo>
                  <a:lnTo>
                    <a:pt x="9427" y="2487"/>
                  </a:lnTo>
                  <a:lnTo>
                    <a:pt x="9266" y="2246"/>
                  </a:lnTo>
                  <a:lnTo>
                    <a:pt x="9106" y="2026"/>
                  </a:lnTo>
                  <a:lnTo>
                    <a:pt x="8945" y="1805"/>
                  </a:lnTo>
                  <a:lnTo>
                    <a:pt x="8745" y="1605"/>
                  </a:lnTo>
                  <a:lnTo>
                    <a:pt x="8544" y="1404"/>
                  </a:lnTo>
                  <a:lnTo>
                    <a:pt x="8344" y="1224"/>
                  </a:lnTo>
                  <a:lnTo>
                    <a:pt x="8123" y="1043"/>
                  </a:lnTo>
                  <a:lnTo>
                    <a:pt x="7902" y="883"/>
                  </a:lnTo>
                  <a:lnTo>
                    <a:pt x="7662" y="742"/>
                  </a:lnTo>
                  <a:lnTo>
                    <a:pt x="7421" y="602"/>
                  </a:lnTo>
                  <a:lnTo>
                    <a:pt x="7160" y="462"/>
                  </a:lnTo>
                  <a:lnTo>
                    <a:pt x="6900" y="361"/>
                  </a:lnTo>
                  <a:lnTo>
                    <a:pt x="6619" y="261"/>
                  </a:lnTo>
                  <a:lnTo>
                    <a:pt x="6338" y="181"/>
                  </a:lnTo>
                  <a:lnTo>
                    <a:pt x="6037" y="121"/>
                  </a:lnTo>
                  <a:lnTo>
                    <a:pt x="5757" y="61"/>
                  </a:lnTo>
                  <a:lnTo>
                    <a:pt x="5436" y="20"/>
                  </a:lnTo>
                  <a:lnTo>
                    <a:pt x="515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42">
              <a:extLst>
                <a:ext uri="{FF2B5EF4-FFF2-40B4-BE49-F238E27FC236}">
                  <a16:creationId xmlns:a16="http://schemas.microsoft.com/office/drawing/2014/main" id="{18C2C5C9-8B47-5F9D-A583-389BA4AF69FA}"/>
                </a:ext>
              </a:extLst>
            </p:cNvPr>
            <p:cNvSpPr/>
            <p:nvPr/>
          </p:nvSpPr>
          <p:spPr>
            <a:xfrm>
              <a:off x="10776350" y="2763463"/>
              <a:ext cx="253725" cy="253700"/>
            </a:xfrm>
            <a:custGeom>
              <a:avLst/>
              <a:gdLst/>
              <a:ahLst/>
              <a:cxnLst/>
              <a:rect l="l" t="t" r="r" b="b"/>
              <a:pathLst>
                <a:path w="10149" h="10148" fill="none" extrusionOk="0">
                  <a:moveTo>
                    <a:pt x="9888" y="6598"/>
                  </a:moveTo>
                  <a:lnTo>
                    <a:pt x="9888" y="6598"/>
                  </a:lnTo>
                  <a:lnTo>
                    <a:pt x="9828" y="6779"/>
                  </a:lnTo>
                  <a:lnTo>
                    <a:pt x="9828" y="6779"/>
                  </a:lnTo>
                  <a:lnTo>
                    <a:pt x="9707" y="7120"/>
                  </a:lnTo>
                  <a:lnTo>
                    <a:pt x="9547" y="7441"/>
                  </a:lnTo>
                  <a:lnTo>
                    <a:pt x="9386" y="7741"/>
                  </a:lnTo>
                  <a:lnTo>
                    <a:pt x="9206" y="8042"/>
                  </a:lnTo>
                  <a:lnTo>
                    <a:pt x="8985" y="8323"/>
                  </a:lnTo>
                  <a:lnTo>
                    <a:pt x="8765" y="8584"/>
                  </a:lnTo>
                  <a:lnTo>
                    <a:pt x="8524" y="8824"/>
                  </a:lnTo>
                  <a:lnTo>
                    <a:pt x="8263" y="9065"/>
                  </a:lnTo>
                  <a:lnTo>
                    <a:pt x="8003" y="9286"/>
                  </a:lnTo>
                  <a:lnTo>
                    <a:pt x="7702" y="9466"/>
                  </a:lnTo>
                  <a:lnTo>
                    <a:pt x="7401" y="9647"/>
                  </a:lnTo>
                  <a:lnTo>
                    <a:pt x="7100" y="9787"/>
                  </a:lnTo>
                  <a:lnTo>
                    <a:pt x="6779" y="9907"/>
                  </a:lnTo>
                  <a:lnTo>
                    <a:pt x="6438" y="10008"/>
                  </a:lnTo>
                  <a:lnTo>
                    <a:pt x="6098" y="10088"/>
                  </a:lnTo>
                  <a:lnTo>
                    <a:pt x="5737" y="10128"/>
                  </a:lnTo>
                  <a:lnTo>
                    <a:pt x="5737" y="10128"/>
                  </a:lnTo>
                  <a:lnTo>
                    <a:pt x="5456" y="10148"/>
                  </a:lnTo>
                  <a:lnTo>
                    <a:pt x="5155" y="10148"/>
                  </a:lnTo>
                  <a:lnTo>
                    <a:pt x="4874" y="10148"/>
                  </a:lnTo>
                  <a:lnTo>
                    <a:pt x="4593" y="10128"/>
                  </a:lnTo>
                  <a:lnTo>
                    <a:pt x="4313" y="10088"/>
                  </a:lnTo>
                  <a:lnTo>
                    <a:pt x="4052" y="10048"/>
                  </a:lnTo>
                  <a:lnTo>
                    <a:pt x="3791" y="9967"/>
                  </a:lnTo>
                  <a:lnTo>
                    <a:pt x="3531" y="9907"/>
                  </a:lnTo>
                  <a:lnTo>
                    <a:pt x="3290" y="9807"/>
                  </a:lnTo>
                  <a:lnTo>
                    <a:pt x="3049" y="9727"/>
                  </a:lnTo>
                  <a:lnTo>
                    <a:pt x="2829" y="9606"/>
                  </a:lnTo>
                  <a:lnTo>
                    <a:pt x="2588" y="9486"/>
                  </a:lnTo>
                  <a:lnTo>
                    <a:pt x="2387" y="9366"/>
                  </a:lnTo>
                  <a:lnTo>
                    <a:pt x="2167" y="9225"/>
                  </a:lnTo>
                  <a:lnTo>
                    <a:pt x="1786" y="8925"/>
                  </a:lnTo>
                  <a:lnTo>
                    <a:pt x="1425" y="8604"/>
                  </a:lnTo>
                  <a:lnTo>
                    <a:pt x="1104" y="8243"/>
                  </a:lnTo>
                  <a:lnTo>
                    <a:pt x="823" y="7862"/>
                  </a:lnTo>
                  <a:lnTo>
                    <a:pt x="583" y="7461"/>
                  </a:lnTo>
                  <a:lnTo>
                    <a:pt x="382" y="7060"/>
                  </a:lnTo>
                  <a:lnTo>
                    <a:pt x="222" y="6638"/>
                  </a:lnTo>
                  <a:lnTo>
                    <a:pt x="101" y="6197"/>
                  </a:lnTo>
                  <a:lnTo>
                    <a:pt x="41" y="5776"/>
                  </a:lnTo>
                  <a:lnTo>
                    <a:pt x="41" y="5776"/>
                  </a:lnTo>
                  <a:lnTo>
                    <a:pt x="21" y="5475"/>
                  </a:lnTo>
                  <a:lnTo>
                    <a:pt x="1" y="5174"/>
                  </a:lnTo>
                  <a:lnTo>
                    <a:pt x="21" y="4874"/>
                  </a:lnTo>
                  <a:lnTo>
                    <a:pt x="41" y="4593"/>
                  </a:lnTo>
                  <a:lnTo>
                    <a:pt x="81" y="4292"/>
                  </a:lnTo>
                  <a:lnTo>
                    <a:pt x="141" y="4011"/>
                  </a:lnTo>
                  <a:lnTo>
                    <a:pt x="222" y="3730"/>
                  </a:lnTo>
                  <a:lnTo>
                    <a:pt x="302" y="3470"/>
                  </a:lnTo>
                  <a:lnTo>
                    <a:pt x="402" y="3189"/>
                  </a:lnTo>
                  <a:lnTo>
                    <a:pt x="522" y="2928"/>
                  </a:lnTo>
                  <a:lnTo>
                    <a:pt x="643" y="2688"/>
                  </a:lnTo>
                  <a:lnTo>
                    <a:pt x="783" y="2447"/>
                  </a:lnTo>
                  <a:lnTo>
                    <a:pt x="944" y="2206"/>
                  </a:lnTo>
                  <a:lnTo>
                    <a:pt x="1104" y="1986"/>
                  </a:lnTo>
                  <a:lnTo>
                    <a:pt x="1284" y="1765"/>
                  </a:lnTo>
                  <a:lnTo>
                    <a:pt x="1465" y="1545"/>
                  </a:lnTo>
                  <a:lnTo>
                    <a:pt x="1465" y="1545"/>
                  </a:lnTo>
                  <a:lnTo>
                    <a:pt x="1665" y="1364"/>
                  </a:lnTo>
                  <a:lnTo>
                    <a:pt x="1866" y="1184"/>
                  </a:lnTo>
                  <a:lnTo>
                    <a:pt x="2067" y="1003"/>
                  </a:lnTo>
                  <a:lnTo>
                    <a:pt x="2287" y="843"/>
                  </a:lnTo>
                  <a:lnTo>
                    <a:pt x="2528" y="702"/>
                  </a:lnTo>
                  <a:lnTo>
                    <a:pt x="2748" y="582"/>
                  </a:lnTo>
                  <a:lnTo>
                    <a:pt x="2989" y="442"/>
                  </a:lnTo>
                  <a:lnTo>
                    <a:pt x="3250" y="341"/>
                  </a:lnTo>
                  <a:lnTo>
                    <a:pt x="3490" y="241"/>
                  </a:lnTo>
                  <a:lnTo>
                    <a:pt x="3771" y="181"/>
                  </a:lnTo>
                  <a:lnTo>
                    <a:pt x="4032" y="101"/>
                  </a:lnTo>
                  <a:lnTo>
                    <a:pt x="4313" y="61"/>
                  </a:lnTo>
                  <a:lnTo>
                    <a:pt x="4573" y="20"/>
                  </a:lnTo>
                  <a:lnTo>
                    <a:pt x="4874" y="0"/>
                  </a:lnTo>
                  <a:lnTo>
                    <a:pt x="5155" y="0"/>
                  </a:lnTo>
                  <a:lnTo>
                    <a:pt x="5436" y="20"/>
                  </a:lnTo>
                  <a:lnTo>
                    <a:pt x="5436" y="20"/>
                  </a:lnTo>
                  <a:lnTo>
                    <a:pt x="5757" y="61"/>
                  </a:lnTo>
                  <a:lnTo>
                    <a:pt x="6037" y="121"/>
                  </a:lnTo>
                  <a:lnTo>
                    <a:pt x="6338" y="181"/>
                  </a:lnTo>
                  <a:lnTo>
                    <a:pt x="6619" y="261"/>
                  </a:lnTo>
                  <a:lnTo>
                    <a:pt x="6900" y="361"/>
                  </a:lnTo>
                  <a:lnTo>
                    <a:pt x="7160" y="462"/>
                  </a:lnTo>
                  <a:lnTo>
                    <a:pt x="7421" y="602"/>
                  </a:lnTo>
                  <a:lnTo>
                    <a:pt x="7662" y="742"/>
                  </a:lnTo>
                  <a:lnTo>
                    <a:pt x="7902" y="883"/>
                  </a:lnTo>
                  <a:lnTo>
                    <a:pt x="8123" y="1043"/>
                  </a:lnTo>
                  <a:lnTo>
                    <a:pt x="8344" y="1224"/>
                  </a:lnTo>
                  <a:lnTo>
                    <a:pt x="8544" y="1404"/>
                  </a:lnTo>
                  <a:lnTo>
                    <a:pt x="8745" y="1605"/>
                  </a:lnTo>
                  <a:lnTo>
                    <a:pt x="8945" y="1805"/>
                  </a:lnTo>
                  <a:lnTo>
                    <a:pt x="9106" y="2026"/>
                  </a:lnTo>
                  <a:lnTo>
                    <a:pt x="9266" y="2246"/>
                  </a:lnTo>
                  <a:lnTo>
                    <a:pt x="9427" y="2487"/>
                  </a:lnTo>
                  <a:lnTo>
                    <a:pt x="9567" y="2728"/>
                  </a:lnTo>
                  <a:lnTo>
                    <a:pt x="9687" y="2968"/>
                  </a:lnTo>
                  <a:lnTo>
                    <a:pt x="9788" y="3229"/>
                  </a:lnTo>
                  <a:lnTo>
                    <a:pt x="9888" y="3490"/>
                  </a:lnTo>
                  <a:lnTo>
                    <a:pt x="9968" y="3751"/>
                  </a:lnTo>
                  <a:lnTo>
                    <a:pt x="10028" y="4031"/>
                  </a:lnTo>
                  <a:lnTo>
                    <a:pt x="10088" y="4292"/>
                  </a:lnTo>
                  <a:lnTo>
                    <a:pt x="10108" y="4573"/>
                  </a:lnTo>
                  <a:lnTo>
                    <a:pt x="10128" y="4874"/>
                  </a:lnTo>
                  <a:lnTo>
                    <a:pt x="10149" y="5154"/>
                  </a:lnTo>
                  <a:lnTo>
                    <a:pt x="10128" y="5435"/>
                  </a:lnTo>
                  <a:lnTo>
                    <a:pt x="10088" y="5736"/>
                  </a:lnTo>
                  <a:lnTo>
                    <a:pt x="10048" y="6017"/>
                  </a:lnTo>
                  <a:lnTo>
                    <a:pt x="9988" y="6318"/>
                  </a:lnTo>
                  <a:lnTo>
                    <a:pt x="9888" y="65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42">
              <a:extLst>
                <a:ext uri="{FF2B5EF4-FFF2-40B4-BE49-F238E27FC236}">
                  <a16:creationId xmlns:a16="http://schemas.microsoft.com/office/drawing/2014/main" id="{317997F4-1258-FF16-5A9D-762BB8776786}"/>
                </a:ext>
              </a:extLst>
            </p:cNvPr>
            <p:cNvSpPr/>
            <p:nvPr/>
          </p:nvSpPr>
          <p:spPr>
            <a:xfrm>
              <a:off x="10776350" y="2802063"/>
              <a:ext cx="247200" cy="215100"/>
            </a:xfrm>
            <a:custGeom>
              <a:avLst/>
              <a:gdLst/>
              <a:ahLst/>
              <a:cxnLst/>
              <a:rect l="l" t="t" r="r" b="b"/>
              <a:pathLst>
                <a:path w="9888" h="8604" extrusionOk="0">
                  <a:moveTo>
                    <a:pt x="1465" y="1"/>
                  </a:moveTo>
                  <a:lnTo>
                    <a:pt x="1144" y="382"/>
                  </a:lnTo>
                  <a:lnTo>
                    <a:pt x="863" y="783"/>
                  </a:lnTo>
                  <a:lnTo>
                    <a:pt x="603" y="1224"/>
                  </a:lnTo>
                  <a:lnTo>
                    <a:pt x="402" y="1665"/>
                  </a:lnTo>
                  <a:lnTo>
                    <a:pt x="242" y="2146"/>
                  </a:lnTo>
                  <a:lnTo>
                    <a:pt x="161" y="2387"/>
                  </a:lnTo>
                  <a:lnTo>
                    <a:pt x="101" y="2628"/>
                  </a:lnTo>
                  <a:lnTo>
                    <a:pt x="61" y="2888"/>
                  </a:lnTo>
                  <a:lnTo>
                    <a:pt x="41" y="3149"/>
                  </a:lnTo>
                  <a:lnTo>
                    <a:pt x="21" y="3410"/>
                  </a:lnTo>
                  <a:lnTo>
                    <a:pt x="1" y="3671"/>
                  </a:lnTo>
                  <a:lnTo>
                    <a:pt x="21" y="3951"/>
                  </a:lnTo>
                  <a:lnTo>
                    <a:pt x="41" y="4232"/>
                  </a:lnTo>
                  <a:lnTo>
                    <a:pt x="101" y="4633"/>
                  </a:lnTo>
                  <a:lnTo>
                    <a:pt x="202" y="5034"/>
                  </a:lnTo>
                  <a:lnTo>
                    <a:pt x="362" y="5435"/>
                  </a:lnTo>
                  <a:lnTo>
                    <a:pt x="542" y="5816"/>
                  </a:lnTo>
                  <a:lnTo>
                    <a:pt x="763" y="6197"/>
                  </a:lnTo>
                  <a:lnTo>
                    <a:pt x="1004" y="6558"/>
                  </a:lnTo>
                  <a:lnTo>
                    <a:pt x="1284" y="6919"/>
                  </a:lnTo>
                  <a:lnTo>
                    <a:pt x="1605" y="7240"/>
                  </a:lnTo>
                  <a:lnTo>
                    <a:pt x="1966" y="7521"/>
                  </a:lnTo>
                  <a:lnTo>
                    <a:pt x="2347" y="7802"/>
                  </a:lnTo>
                  <a:lnTo>
                    <a:pt x="2748" y="8022"/>
                  </a:lnTo>
                  <a:lnTo>
                    <a:pt x="3190" y="8223"/>
                  </a:lnTo>
                  <a:lnTo>
                    <a:pt x="3651" y="8383"/>
                  </a:lnTo>
                  <a:lnTo>
                    <a:pt x="3892" y="8464"/>
                  </a:lnTo>
                  <a:lnTo>
                    <a:pt x="4132" y="8504"/>
                  </a:lnTo>
                  <a:lnTo>
                    <a:pt x="4393" y="8564"/>
                  </a:lnTo>
                  <a:lnTo>
                    <a:pt x="4654" y="8584"/>
                  </a:lnTo>
                  <a:lnTo>
                    <a:pt x="4914" y="8604"/>
                  </a:lnTo>
                  <a:lnTo>
                    <a:pt x="5456" y="8604"/>
                  </a:lnTo>
                  <a:lnTo>
                    <a:pt x="5737" y="8584"/>
                  </a:lnTo>
                  <a:lnTo>
                    <a:pt x="6098" y="8544"/>
                  </a:lnTo>
                  <a:lnTo>
                    <a:pt x="6438" y="8464"/>
                  </a:lnTo>
                  <a:lnTo>
                    <a:pt x="6779" y="8363"/>
                  </a:lnTo>
                  <a:lnTo>
                    <a:pt x="7100" y="8243"/>
                  </a:lnTo>
                  <a:lnTo>
                    <a:pt x="7401" y="8103"/>
                  </a:lnTo>
                  <a:lnTo>
                    <a:pt x="7702" y="7922"/>
                  </a:lnTo>
                  <a:lnTo>
                    <a:pt x="8003" y="7742"/>
                  </a:lnTo>
                  <a:lnTo>
                    <a:pt x="8263" y="7521"/>
                  </a:lnTo>
                  <a:lnTo>
                    <a:pt x="8524" y="7280"/>
                  </a:lnTo>
                  <a:lnTo>
                    <a:pt x="8765" y="7040"/>
                  </a:lnTo>
                  <a:lnTo>
                    <a:pt x="8985" y="6779"/>
                  </a:lnTo>
                  <a:lnTo>
                    <a:pt x="9206" y="6498"/>
                  </a:lnTo>
                  <a:lnTo>
                    <a:pt x="9386" y="6197"/>
                  </a:lnTo>
                  <a:lnTo>
                    <a:pt x="9547" y="5897"/>
                  </a:lnTo>
                  <a:lnTo>
                    <a:pt x="9707" y="5576"/>
                  </a:lnTo>
                  <a:lnTo>
                    <a:pt x="9828" y="5235"/>
                  </a:lnTo>
                  <a:lnTo>
                    <a:pt x="9888" y="5054"/>
                  </a:lnTo>
                  <a:lnTo>
                    <a:pt x="9687" y="5335"/>
                  </a:lnTo>
                  <a:lnTo>
                    <a:pt x="9467" y="5596"/>
                  </a:lnTo>
                  <a:lnTo>
                    <a:pt x="9226" y="5836"/>
                  </a:lnTo>
                  <a:lnTo>
                    <a:pt x="8965" y="6077"/>
                  </a:lnTo>
                  <a:lnTo>
                    <a:pt x="8705" y="6278"/>
                  </a:lnTo>
                  <a:lnTo>
                    <a:pt x="8404" y="6478"/>
                  </a:lnTo>
                  <a:lnTo>
                    <a:pt x="8103" y="6659"/>
                  </a:lnTo>
                  <a:lnTo>
                    <a:pt x="7782" y="6799"/>
                  </a:lnTo>
                  <a:lnTo>
                    <a:pt x="7401" y="6939"/>
                  </a:lnTo>
                  <a:lnTo>
                    <a:pt x="7000" y="7040"/>
                  </a:lnTo>
                  <a:lnTo>
                    <a:pt x="6619" y="7100"/>
                  </a:lnTo>
                  <a:lnTo>
                    <a:pt x="6218" y="7120"/>
                  </a:lnTo>
                  <a:lnTo>
                    <a:pt x="5797" y="7100"/>
                  </a:lnTo>
                  <a:lnTo>
                    <a:pt x="5376" y="7040"/>
                  </a:lnTo>
                  <a:lnTo>
                    <a:pt x="4974" y="6939"/>
                  </a:lnTo>
                  <a:lnTo>
                    <a:pt x="4573" y="6819"/>
                  </a:lnTo>
                  <a:lnTo>
                    <a:pt x="4192" y="6659"/>
                  </a:lnTo>
                  <a:lnTo>
                    <a:pt x="3811" y="6478"/>
                  </a:lnTo>
                  <a:lnTo>
                    <a:pt x="3450" y="6258"/>
                  </a:lnTo>
                  <a:lnTo>
                    <a:pt x="3109" y="6017"/>
                  </a:lnTo>
                  <a:lnTo>
                    <a:pt x="2768" y="5756"/>
                  </a:lnTo>
                  <a:lnTo>
                    <a:pt x="2468" y="5455"/>
                  </a:lnTo>
                  <a:lnTo>
                    <a:pt x="2187" y="5114"/>
                  </a:lnTo>
                  <a:lnTo>
                    <a:pt x="1946" y="4774"/>
                  </a:lnTo>
                  <a:lnTo>
                    <a:pt x="1726" y="4413"/>
                  </a:lnTo>
                  <a:lnTo>
                    <a:pt x="1545" y="4032"/>
                  </a:lnTo>
                  <a:lnTo>
                    <a:pt x="1385" y="3650"/>
                  </a:lnTo>
                  <a:lnTo>
                    <a:pt x="1264" y="3249"/>
                  </a:lnTo>
                  <a:lnTo>
                    <a:pt x="1164" y="2828"/>
                  </a:lnTo>
                  <a:lnTo>
                    <a:pt x="1104" y="2427"/>
                  </a:lnTo>
                  <a:lnTo>
                    <a:pt x="1084" y="2006"/>
                  </a:lnTo>
                  <a:lnTo>
                    <a:pt x="1084" y="1585"/>
                  </a:lnTo>
                  <a:lnTo>
                    <a:pt x="1124" y="1184"/>
                  </a:lnTo>
                  <a:lnTo>
                    <a:pt x="1204" y="783"/>
                  </a:lnTo>
                  <a:lnTo>
                    <a:pt x="1325" y="382"/>
                  </a:lnTo>
                  <a:lnTo>
                    <a:pt x="1465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42">
              <a:extLst>
                <a:ext uri="{FF2B5EF4-FFF2-40B4-BE49-F238E27FC236}">
                  <a16:creationId xmlns:a16="http://schemas.microsoft.com/office/drawing/2014/main" id="{20809922-4F3C-2649-225D-24A426C6E1F0}"/>
                </a:ext>
              </a:extLst>
            </p:cNvPr>
            <p:cNvSpPr/>
            <p:nvPr/>
          </p:nvSpPr>
          <p:spPr>
            <a:xfrm>
              <a:off x="10776350" y="2802063"/>
              <a:ext cx="247200" cy="215100"/>
            </a:xfrm>
            <a:custGeom>
              <a:avLst/>
              <a:gdLst/>
              <a:ahLst/>
              <a:cxnLst/>
              <a:rect l="l" t="t" r="r" b="b"/>
              <a:pathLst>
                <a:path w="9888" h="8604" fill="none" extrusionOk="0">
                  <a:moveTo>
                    <a:pt x="1465" y="1"/>
                  </a:moveTo>
                  <a:lnTo>
                    <a:pt x="1465" y="1"/>
                  </a:lnTo>
                  <a:lnTo>
                    <a:pt x="1144" y="382"/>
                  </a:lnTo>
                  <a:lnTo>
                    <a:pt x="863" y="783"/>
                  </a:lnTo>
                  <a:lnTo>
                    <a:pt x="603" y="1224"/>
                  </a:lnTo>
                  <a:lnTo>
                    <a:pt x="402" y="1665"/>
                  </a:lnTo>
                  <a:lnTo>
                    <a:pt x="242" y="2146"/>
                  </a:lnTo>
                  <a:lnTo>
                    <a:pt x="161" y="2387"/>
                  </a:lnTo>
                  <a:lnTo>
                    <a:pt x="101" y="2628"/>
                  </a:lnTo>
                  <a:lnTo>
                    <a:pt x="61" y="2888"/>
                  </a:lnTo>
                  <a:lnTo>
                    <a:pt x="41" y="3149"/>
                  </a:lnTo>
                  <a:lnTo>
                    <a:pt x="21" y="3410"/>
                  </a:lnTo>
                  <a:lnTo>
                    <a:pt x="1" y="3671"/>
                  </a:lnTo>
                  <a:lnTo>
                    <a:pt x="1" y="3671"/>
                  </a:lnTo>
                  <a:lnTo>
                    <a:pt x="21" y="3951"/>
                  </a:lnTo>
                  <a:lnTo>
                    <a:pt x="41" y="4232"/>
                  </a:lnTo>
                  <a:lnTo>
                    <a:pt x="41" y="4232"/>
                  </a:lnTo>
                  <a:lnTo>
                    <a:pt x="101" y="4633"/>
                  </a:lnTo>
                  <a:lnTo>
                    <a:pt x="202" y="5034"/>
                  </a:lnTo>
                  <a:lnTo>
                    <a:pt x="362" y="5435"/>
                  </a:lnTo>
                  <a:lnTo>
                    <a:pt x="542" y="5816"/>
                  </a:lnTo>
                  <a:lnTo>
                    <a:pt x="763" y="6197"/>
                  </a:lnTo>
                  <a:lnTo>
                    <a:pt x="1004" y="6558"/>
                  </a:lnTo>
                  <a:lnTo>
                    <a:pt x="1284" y="6919"/>
                  </a:lnTo>
                  <a:lnTo>
                    <a:pt x="1605" y="7240"/>
                  </a:lnTo>
                  <a:lnTo>
                    <a:pt x="1966" y="7521"/>
                  </a:lnTo>
                  <a:lnTo>
                    <a:pt x="2347" y="7802"/>
                  </a:lnTo>
                  <a:lnTo>
                    <a:pt x="2748" y="8022"/>
                  </a:lnTo>
                  <a:lnTo>
                    <a:pt x="3190" y="8223"/>
                  </a:lnTo>
                  <a:lnTo>
                    <a:pt x="3651" y="8383"/>
                  </a:lnTo>
                  <a:lnTo>
                    <a:pt x="3892" y="8464"/>
                  </a:lnTo>
                  <a:lnTo>
                    <a:pt x="4132" y="8504"/>
                  </a:lnTo>
                  <a:lnTo>
                    <a:pt x="4393" y="8564"/>
                  </a:lnTo>
                  <a:lnTo>
                    <a:pt x="4654" y="8584"/>
                  </a:lnTo>
                  <a:lnTo>
                    <a:pt x="4914" y="8604"/>
                  </a:lnTo>
                  <a:lnTo>
                    <a:pt x="5175" y="8604"/>
                  </a:lnTo>
                  <a:lnTo>
                    <a:pt x="5175" y="8604"/>
                  </a:lnTo>
                  <a:lnTo>
                    <a:pt x="5456" y="8604"/>
                  </a:lnTo>
                  <a:lnTo>
                    <a:pt x="5737" y="8584"/>
                  </a:lnTo>
                  <a:lnTo>
                    <a:pt x="5737" y="8584"/>
                  </a:lnTo>
                  <a:lnTo>
                    <a:pt x="6098" y="8544"/>
                  </a:lnTo>
                  <a:lnTo>
                    <a:pt x="6438" y="8464"/>
                  </a:lnTo>
                  <a:lnTo>
                    <a:pt x="6779" y="8363"/>
                  </a:lnTo>
                  <a:lnTo>
                    <a:pt x="7100" y="8243"/>
                  </a:lnTo>
                  <a:lnTo>
                    <a:pt x="7401" y="8103"/>
                  </a:lnTo>
                  <a:lnTo>
                    <a:pt x="7702" y="7922"/>
                  </a:lnTo>
                  <a:lnTo>
                    <a:pt x="8003" y="7742"/>
                  </a:lnTo>
                  <a:lnTo>
                    <a:pt x="8263" y="7521"/>
                  </a:lnTo>
                  <a:lnTo>
                    <a:pt x="8524" y="7280"/>
                  </a:lnTo>
                  <a:lnTo>
                    <a:pt x="8765" y="7040"/>
                  </a:lnTo>
                  <a:lnTo>
                    <a:pt x="8985" y="6779"/>
                  </a:lnTo>
                  <a:lnTo>
                    <a:pt x="9206" y="6498"/>
                  </a:lnTo>
                  <a:lnTo>
                    <a:pt x="9386" y="6197"/>
                  </a:lnTo>
                  <a:lnTo>
                    <a:pt x="9547" y="5897"/>
                  </a:lnTo>
                  <a:lnTo>
                    <a:pt x="9707" y="5576"/>
                  </a:lnTo>
                  <a:lnTo>
                    <a:pt x="9828" y="5235"/>
                  </a:lnTo>
                  <a:lnTo>
                    <a:pt x="9828" y="5235"/>
                  </a:lnTo>
                  <a:lnTo>
                    <a:pt x="9888" y="5054"/>
                  </a:lnTo>
                  <a:lnTo>
                    <a:pt x="9888" y="5054"/>
                  </a:lnTo>
                  <a:lnTo>
                    <a:pt x="9687" y="5335"/>
                  </a:lnTo>
                  <a:lnTo>
                    <a:pt x="9467" y="5596"/>
                  </a:lnTo>
                  <a:lnTo>
                    <a:pt x="9226" y="5836"/>
                  </a:lnTo>
                  <a:lnTo>
                    <a:pt x="8965" y="6077"/>
                  </a:lnTo>
                  <a:lnTo>
                    <a:pt x="8705" y="6278"/>
                  </a:lnTo>
                  <a:lnTo>
                    <a:pt x="8404" y="6478"/>
                  </a:lnTo>
                  <a:lnTo>
                    <a:pt x="8103" y="6659"/>
                  </a:lnTo>
                  <a:lnTo>
                    <a:pt x="7782" y="6799"/>
                  </a:lnTo>
                  <a:lnTo>
                    <a:pt x="7782" y="6799"/>
                  </a:lnTo>
                  <a:lnTo>
                    <a:pt x="7401" y="6939"/>
                  </a:lnTo>
                  <a:lnTo>
                    <a:pt x="7000" y="7040"/>
                  </a:lnTo>
                  <a:lnTo>
                    <a:pt x="6619" y="7100"/>
                  </a:lnTo>
                  <a:lnTo>
                    <a:pt x="6218" y="7120"/>
                  </a:lnTo>
                  <a:lnTo>
                    <a:pt x="6218" y="7120"/>
                  </a:lnTo>
                  <a:lnTo>
                    <a:pt x="5797" y="7100"/>
                  </a:lnTo>
                  <a:lnTo>
                    <a:pt x="5376" y="7040"/>
                  </a:lnTo>
                  <a:lnTo>
                    <a:pt x="4974" y="6939"/>
                  </a:lnTo>
                  <a:lnTo>
                    <a:pt x="4573" y="6819"/>
                  </a:lnTo>
                  <a:lnTo>
                    <a:pt x="4192" y="6659"/>
                  </a:lnTo>
                  <a:lnTo>
                    <a:pt x="3811" y="6478"/>
                  </a:lnTo>
                  <a:lnTo>
                    <a:pt x="3450" y="6258"/>
                  </a:lnTo>
                  <a:lnTo>
                    <a:pt x="3109" y="6017"/>
                  </a:lnTo>
                  <a:lnTo>
                    <a:pt x="3109" y="6017"/>
                  </a:lnTo>
                  <a:lnTo>
                    <a:pt x="2768" y="5756"/>
                  </a:lnTo>
                  <a:lnTo>
                    <a:pt x="2468" y="5455"/>
                  </a:lnTo>
                  <a:lnTo>
                    <a:pt x="2187" y="5114"/>
                  </a:lnTo>
                  <a:lnTo>
                    <a:pt x="1946" y="4774"/>
                  </a:lnTo>
                  <a:lnTo>
                    <a:pt x="1726" y="4413"/>
                  </a:lnTo>
                  <a:lnTo>
                    <a:pt x="1545" y="4032"/>
                  </a:lnTo>
                  <a:lnTo>
                    <a:pt x="1385" y="3650"/>
                  </a:lnTo>
                  <a:lnTo>
                    <a:pt x="1264" y="3249"/>
                  </a:lnTo>
                  <a:lnTo>
                    <a:pt x="1164" y="2828"/>
                  </a:lnTo>
                  <a:lnTo>
                    <a:pt x="1104" y="2427"/>
                  </a:lnTo>
                  <a:lnTo>
                    <a:pt x="1084" y="2006"/>
                  </a:lnTo>
                  <a:lnTo>
                    <a:pt x="1084" y="1585"/>
                  </a:lnTo>
                  <a:lnTo>
                    <a:pt x="1124" y="1184"/>
                  </a:lnTo>
                  <a:lnTo>
                    <a:pt x="1204" y="783"/>
                  </a:lnTo>
                  <a:lnTo>
                    <a:pt x="1325" y="382"/>
                  </a:lnTo>
                  <a:lnTo>
                    <a:pt x="146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42">
              <a:extLst>
                <a:ext uri="{FF2B5EF4-FFF2-40B4-BE49-F238E27FC236}">
                  <a16:creationId xmlns:a16="http://schemas.microsoft.com/office/drawing/2014/main" id="{C27BE0E2-77A4-C591-DFDE-4DCD13733DD3}"/>
                </a:ext>
              </a:extLst>
            </p:cNvPr>
            <p:cNvSpPr/>
            <p:nvPr/>
          </p:nvSpPr>
          <p:spPr>
            <a:xfrm>
              <a:off x="10567800" y="2947463"/>
              <a:ext cx="147425" cy="55675"/>
            </a:xfrm>
            <a:custGeom>
              <a:avLst/>
              <a:gdLst/>
              <a:ahLst/>
              <a:cxnLst/>
              <a:rect l="l" t="t" r="r" b="b"/>
              <a:pathLst>
                <a:path w="5897" h="2227" extrusionOk="0">
                  <a:moveTo>
                    <a:pt x="1123" y="0"/>
                  </a:moveTo>
                  <a:lnTo>
                    <a:pt x="903" y="20"/>
                  </a:lnTo>
                  <a:lnTo>
                    <a:pt x="682" y="81"/>
                  </a:lnTo>
                  <a:lnTo>
                    <a:pt x="502" y="181"/>
                  </a:lnTo>
                  <a:lnTo>
                    <a:pt x="321" y="321"/>
                  </a:lnTo>
                  <a:lnTo>
                    <a:pt x="201" y="482"/>
                  </a:lnTo>
                  <a:lnTo>
                    <a:pt x="101" y="682"/>
                  </a:lnTo>
                  <a:lnTo>
                    <a:pt x="20" y="883"/>
                  </a:lnTo>
                  <a:lnTo>
                    <a:pt x="0" y="1103"/>
                  </a:lnTo>
                  <a:lnTo>
                    <a:pt x="20" y="1324"/>
                  </a:lnTo>
                  <a:lnTo>
                    <a:pt x="101" y="1545"/>
                  </a:lnTo>
                  <a:lnTo>
                    <a:pt x="201" y="1725"/>
                  </a:lnTo>
                  <a:lnTo>
                    <a:pt x="321" y="1886"/>
                  </a:lnTo>
                  <a:lnTo>
                    <a:pt x="502" y="2026"/>
                  </a:lnTo>
                  <a:lnTo>
                    <a:pt x="682" y="2126"/>
                  </a:lnTo>
                  <a:lnTo>
                    <a:pt x="903" y="2206"/>
                  </a:lnTo>
                  <a:lnTo>
                    <a:pt x="1123" y="2226"/>
                  </a:lnTo>
                  <a:lnTo>
                    <a:pt x="4793" y="2226"/>
                  </a:lnTo>
                  <a:lnTo>
                    <a:pt x="5014" y="2206"/>
                  </a:lnTo>
                  <a:lnTo>
                    <a:pt x="5214" y="2126"/>
                  </a:lnTo>
                  <a:lnTo>
                    <a:pt x="5415" y="2026"/>
                  </a:lnTo>
                  <a:lnTo>
                    <a:pt x="5575" y="1886"/>
                  </a:lnTo>
                  <a:lnTo>
                    <a:pt x="5716" y="1725"/>
                  </a:lnTo>
                  <a:lnTo>
                    <a:pt x="5816" y="1545"/>
                  </a:lnTo>
                  <a:lnTo>
                    <a:pt x="5876" y="1324"/>
                  </a:lnTo>
                  <a:lnTo>
                    <a:pt x="5896" y="1103"/>
                  </a:lnTo>
                  <a:lnTo>
                    <a:pt x="5876" y="883"/>
                  </a:lnTo>
                  <a:lnTo>
                    <a:pt x="5816" y="682"/>
                  </a:lnTo>
                  <a:lnTo>
                    <a:pt x="5716" y="482"/>
                  </a:lnTo>
                  <a:lnTo>
                    <a:pt x="5575" y="321"/>
                  </a:lnTo>
                  <a:lnTo>
                    <a:pt x="5415" y="181"/>
                  </a:lnTo>
                  <a:lnTo>
                    <a:pt x="5214" y="81"/>
                  </a:lnTo>
                  <a:lnTo>
                    <a:pt x="5014" y="20"/>
                  </a:lnTo>
                  <a:lnTo>
                    <a:pt x="479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42">
              <a:extLst>
                <a:ext uri="{FF2B5EF4-FFF2-40B4-BE49-F238E27FC236}">
                  <a16:creationId xmlns:a16="http://schemas.microsoft.com/office/drawing/2014/main" id="{FFD8EB64-BD54-F916-B4DC-EEA87E2042A0}"/>
                </a:ext>
              </a:extLst>
            </p:cNvPr>
            <p:cNvSpPr/>
            <p:nvPr/>
          </p:nvSpPr>
          <p:spPr>
            <a:xfrm>
              <a:off x="10137625" y="3129963"/>
              <a:ext cx="1007775" cy="700425"/>
            </a:xfrm>
            <a:custGeom>
              <a:avLst/>
              <a:gdLst/>
              <a:ahLst/>
              <a:cxnLst/>
              <a:rect l="l" t="t" r="r" b="b"/>
              <a:pathLst>
                <a:path w="40311" h="28017" extrusionOk="0">
                  <a:moveTo>
                    <a:pt x="8263" y="0"/>
                  </a:moveTo>
                  <a:lnTo>
                    <a:pt x="7681" y="20"/>
                  </a:lnTo>
                  <a:lnTo>
                    <a:pt x="7280" y="60"/>
                  </a:lnTo>
                  <a:lnTo>
                    <a:pt x="6879" y="101"/>
                  </a:lnTo>
                  <a:lnTo>
                    <a:pt x="6498" y="181"/>
                  </a:lnTo>
                  <a:lnTo>
                    <a:pt x="6117" y="281"/>
                  </a:lnTo>
                  <a:lnTo>
                    <a:pt x="5736" y="381"/>
                  </a:lnTo>
                  <a:lnTo>
                    <a:pt x="5375" y="502"/>
                  </a:lnTo>
                  <a:lnTo>
                    <a:pt x="5014" y="662"/>
                  </a:lnTo>
                  <a:lnTo>
                    <a:pt x="4673" y="822"/>
                  </a:lnTo>
                  <a:lnTo>
                    <a:pt x="4332" y="983"/>
                  </a:lnTo>
                  <a:lnTo>
                    <a:pt x="3991" y="1183"/>
                  </a:lnTo>
                  <a:lnTo>
                    <a:pt x="3671" y="1384"/>
                  </a:lnTo>
                  <a:lnTo>
                    <a:pt x="3370" y="1605"/>
                  </a:lnTo>
                  <a:lnTo>
                    <a:pt x="3069" y="1825"/>
                  </a:lnTo>
                  <a:lnTo>
                    <a:pt x="2768" y="2066"/>
                  </a:lnTo>
                  <a:lnTo>
                    <a:pt x="2507" y="2327"/>
                  </a:lnTo>
                  <a:lnTo>
                    <a:pt x="2227" y="2607"/>
                  </a:lnTo>
                  <a:lnTo>
                    <a:pt x="1986" y="2888"/>
                  </a:lnTo>
                  <a:lnTo>
                    <a:pt x="1745" y="3189"/>
                  </a:lnTo>
                  <a:lnTo>
                    <a:pt x="1525" y="3490"/>
                  </a:lnTo>
                  <a:lnTo>
                    <a:pt x="1304" y="3791"/>
                  </a:lnTo>
                  <a:lnTo>
                    <a:pt x="1104" y="4131"/>
                  </a:lnTo>
                  <a:lnTo>
                    <a:pt x="923" y="4452"/>
                  </a:lnTo>
                  <a:lnTo>
                    <a:pt x="763" y="4813"/>
                  </a:lnTo>
                  <a:lnTo>
                    <a:pt x="602" y="5154"/>
                  </a:lnTo>
                  <a:lnTo>
                    <a:pt x="462" y="5515"/>
                  </a:lnTo>
                  <a:lnTo>
                    <a:pt x="341" y="5896"/>
                  </a:lnTo>
                  <a:lnTo>
                    <a:pt x="241" y="6257"/>
                  </a:lnTo>
                  <a:lnTo>
                    <a:pt x="161" y="6638"/>
                  </a:lnTo>
                  <a:lnTo>
                    <a:pt x="101" y="7039"/>
                  </a:lnTo>
                  <a:lnTo>
                    <a:pt x="41" y="7440"/>
                  </a:lnTo>
                  <a:lnTo>
                    <a:pt x="21" y="7842"/>
                  </a:lnTo>
                  <a:lnTo>
                    <a:pt x="1" y="8243"/>
                  </a:lnTo>
                  <a:lnTo>
                    <a:pt x="1" y="19774"/>
                  </a:lnTo>
                  <a:lnTo>
                    <a:pt x="21" y="20195"/>
                  </a:lnTo>
                  <a:lnTo>
                    <a:pt x="41" y="20616"/>
                  </a:lnTo>
                  <a:lnTo>
                    <a:pt x="101" y="21037"/>
                  </a:lnTo>
                  <a:lnTo>
                    <a:pt x="181" y="21439"/>
                  </a:lnTo>
                  <a:lnTo>
                    <a:pt x="261" y="21840"/>
                  </a:lnTo>
                  <a:lnTo>
                    <a:pt x="382" y="22241"/>
                  </a:lnTo>
                  <a:lnTo>
                    <a:pt x="502" y="22622"/>
                  </a:lnTo>
                  <a:lnTo>
                    <a:pt x="662" y="22983"/>
                  </a:lnTo>
                  <a:lnTo>
                    <a:pt x="823" y="23364"/>
                  </a:lnTo>
                  <a:lnTo>
                    <a:pt x="1003" y="23705"/>
                  </a:lnTo>
                  <a:lnTo>
                    <a:pt x="1204" y="24046"/>
                  </a:lnTo>
                  <a:lnTo>
                    <a:pt x="1424" y="24387"/>
                  </a:lnTo>
                  <a:lnTo>
                    <a:pt x="1645" y="24707"/>
                  </a:lnTo>
                  <a:lnTo>
                    <a:pt x="1886" y="25028"/>
                  </a:lnTo>
                  <a:lnTo>
                    <a:pt x="2146" y="25329"/>
                  </a:lnTo>
                  <a:lnTo>
                    <a:pt x="2427" y="25610"/>
                  </a:lnTo>
                  <a:lnTo>
                    <a:pt x="2708" y="25891"/>
                  </a:lnTo>
                  <a:lnTo>
                    <a:pt x="3009" y="26151"/>
                  </a:lnTo>
                  <a:lnTo>
                    <a:pt x="3330" y="26392"/>
                  </a:lnTo>
                  <a:lnTo>
                    <a:pt x="3650" y="26613"/>
                  </a:lnTo>
                  <a:lnTo>
                    <a:pt x="3971" y="26833"/>
                  </a:lnTo>
                  <a:lnTo>
                    <a:pt x="4332" y="27034"/>
                  </a:lnTo>
                  <a:lnTo>
                    <a:pt x="4673" y="27214"/>
                  </a:lnTo>
                  <a:lnTo>
                    <a:pt x="5034" y="27375"/>
                  </a:lnTo>
                  <a:lnTo>
                    <a:pt x="5415" y="27535"/>
                  </a:lnTo>
                  <a:lnTo>
                    <a:pt x="5796" y="27655"/>
                  </a:lnTo>
                  <a:lnTo>
                    <a:pt x="6197" y="27776"/>
                  </a:lnTo>
                  <a:lnTo>
                    <a:pt x="6598" y="27856"/>
                  </a:lnTo>
                  <a:lnTo>
                    <a:pt x="7000" y="27936"/>
                  </a:lnTo>
                  <a:lnTo>
                    <a:pt x="7401" y="27976"/>
                  </a:lnTo>
                  <a:lnTo>
                    <a:pt x="7822" y="28016"/>
                  </a:lnTo>
                  <a:lnTo>
                    <a:pt x="32068" y="28016"/>
                  </a:lnTo>
                  <a:lnTo>
                    <a:pt x="32649" y="27996"/>
                  </a:lnTo>
                  <a:lnTo>
                    <a:pt x="33251" y="27936"/>
                  </a:lnTo>
                  <a:lnTo>
                    <a:pt x="33812" y="27836"/>
                  </a:lnTo>
                  <a:lnTo>
                    <a:pt x="34374" y="27696"/>
                  </a:lnTo>
                  <a:lnTo>
                    <a:pt x="34915" y="27515"/>
                  </a:lnTo>
                  <a:lnTo>
                    <a:pt x="35437" y="27315"/>
                  </a:lnTo>
                  <a:lnTo>
                    <a:pt x="35938" y="27054"/>
                  </a:lnTo>
                  <a:lnTo>
                    <a:pt x="36420" y="26773"/>
                  </a:lnTo>
                  <a:lnTo>
                    <a:pt x="36901" y="26472"/>
                  </a:lnTo>
                  <a:lnTo>
                    <a:pt x="37322" y="26131"/>
                  </a:lnTo>
                  <a:lnTo>
                    <a:pt x="37743" y="25750"/>
                  </a:lnTo>
                  <a:lnTo>
                    <a:pt x="38144" y="25349"/>
                  </a:lnTo>
                  <a:lnTo>
                    <a:pt x="38505" y="24928"/>
                  </a:lnTo>
                  <a:lnTo>
                    <a:pt x="38826" y="24487"/>
                  </a:lnTo>
                  <a:lnTo>
                    <a:pt x="39147" y="24006"/>
                  </a:lnTo>
                  <a:lnTo>
                    <a:pt x="39408" y="23524"/>
                  </a:lnTo>
                  <a:lnTo>
                    <a:pt x="39608" y="23103"/>
                  </a:lnTo>
                  <a:lnTo>
                    <a:pt x="39789" y="22662"/>
                  </a:lnTo>
                  <a:lnTo>
                    <a:pt x="39949" y="22201"/>
                  </a:lnTo>
                  <a:lnTo>
                    <a:pt x="40069" y="21739"/>
                  </a:lnTo>
                  <a:lnTo>
                    <a:pt x="40170" y="21258"/>
                  </a:lnTo>
                  <a:lnTo>
                    <a:pt x="40250" y="20777"/>
                  </a:lnTo>
                  <a:lnTo>
                    <a:pt x="40290" y="20275"/>
                  </a:lnTo>
                  <a:lnTo>
                    <a:pt x="40310" y="19774"/>
                  </a:lnTo>
                  <a:lnTo>
                    <a:pt x="40310" y="8243"/>
                  </a:lnTo>
                  <a:lnTo>
                    <a:pt x="40290" y="7822"/>
                  </a:lnTo>
                  <a:lnTo>
                    <a:pt x="40270" y="7400"/>
                  </a:lnTo>
                  <a:lnTo>
                    <a:pt x="40210" y="6979"/>
                  </a:lnTo>
                  <a:lnTo>
                    <a:pt x="40150" y="6578"/>
                  </a:lnTo>
                  <a:lnTo>
                    <a:pt x="40049" y="6177"/>
                  </a:lnTo>
                  <a:lnTo>
                    <a:pt x="39929" y="5796"/>
                  </a:lnTo>
                  <a:lnTo>
                    <a:pt x="39809" y="5395"/>
                  </a:lnTo>
                  <a:lnTo>
                    <a:pt x="39668" y="5034"/>
                  </a:lnTo>
                  <a:lnTo>
                    <a:pt x="39488" y="4673"/>
                  </a:lnTo>
                  <a:lnTo>
                    <a:pt x="39307" y="4312"/>
                  </a:lnTo>
                  <a:lnTo>
                    <a:pt x="39107" y="3971"/>
                  </a:lnTo>
                  <a:lnTo>
                    <a:pt x="38906" y="3630"/>
                  </a:lnTo>
                  <a:lnTo>
                    <a:pt x="38666" y="3309"/>
                  </a:lnTo>
                  <a:lnTo>
                    <a:pt x="38425" y="2988"/>
                  </a:lnTo>
                  <a:lnTo>
                    <a:pt x="38164" y="2688"/>
                  </a:lnTo>
                  <a:lnTo>
                    <a:pt x="37904" y="2407"/>
                  </a:lnTo>
                  <a:lnTo>
                    <a:pt x="37603" y="2126"/>
                  </a:lnTo>
                  <a:lnTo>
                    <a:pt x="37302" y="1885"/>
                  </a:lnTo>
                  <a:lnTo>
                    <a:pt x="37001" y="1625"/>
                  </a:lnTo>
                  <a:lnTo>
                    <a:pt x="36680" y="1404"/>
                  </a:lnTo>
                  <a:lnTo>
                    <a:pt x="36339" y="1183"/>
                  </a:lnTo>
                  <a:lnTo>
                    <a:pt x="35998" y="983"/>
                  </a:lnTo>
                  <a:lnTo>
                    <a:pt x="35637" y="802"/>
                  </a:lnTo>
                  <a:lnTo>
                    <a:pt x="35276" y="642"/>
                  </a:lnTo>
                  <a:lnTo>
                    <a:pt x="34895" y="502"/>
                  </a:lnTo>
                  <a:lnTo>
                    <a:pt x="34514" y="361"/>
                  </a:lnTo>
                  <a:lnTo>
                    <a:pt x="34133" y="261"/>
                  </a:lnTo>
                  <a:lnTo>
                    <a:pt x="33732" y="161"/>
                  </a:lnTo>
                  <a:lnTo>
                    <a:pt x="33311" y="80"/>
                  </a:lnTo>
                  <a:lnTo>
                    <a:pt x="32910" y="40"/>
                  </a:lnTo>
                  <a:lnTo>
                    <a:pt x="324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42">
              <a:extLst>
                <a:ext uri="{FF2B5EF4-FFF2-40B4-BE49-F238E27FC236}">
                  <a16:creationId xmlns:a16="http://schemas.microsoft.com/office/drawing/2014/main" id="{68615636-08A4-6CE6-1F0E-32330BF3444F}"/>
                </a:ext>
              </a:extLst>
            </p:cNvPr>
            <p:cNvSpPr/>
            <p:nvPr/>
          </p:nvSpPr>
          <p:spPr>
            <a:xfrm>
              <a:off x="10137625" y="3129963"/>
              <a:ext cx="1007775" cy="700425"/>
            </a:xfrm>
            <a:custGeom>
              <a:avLst/>
              <a:gdLst/>
              <a:ahLst/>
              <a:cxnLst/>
              <a:rect l="l" t="t" r="r" b="b"/>
              <a:pathLst>
                <a:path w="40311" h="28017" fill="none" extrusionOk="0">
                  <a:moveTo>
                    <a:pt x="40310" y="8243"/>
                  </a:moveTo>
                  <a:lnTo>
                    <a:pt x="40310" y="19774"/>
                  </a:lnTo>
                  <a:lnTo>
                    <a:pt x="40310" y="19774"/>
                  </a:lnTo>
                  <a:lnTo>
                    <a:pt x="40290" y="20275"/>
                  </a:lnTo>
                  <a:lnTo>
                    <a:pt x="40250" y="20777"/>
                  </a:lnTo>
                  <a:lnTo>
                    <a:pt x="40170" y="21258"/>
                  </a:lnTo>
                  <a:lnTo>
                    <a:pt x="40069" y="21739"/>
                  </a:lnTo>
                  <a:lnTo>
                    <a:pt x="39949" y="22201"/>
                  </a:lnTo>
                  <a:lnTo>
                    <a:pt x="39789" y="22662"/>
                  </a:lnTo>
                  <a:lnTo>
                    <a:pt x="39608" y="23103"/>
                  </a:lnTo>
                  <a:lnTo>
                    <a:pt x="39408" y="23524"/>
                  </a:lnTo>
                  <a:lnTo>
                    <a:pt x="39408" y="23524"/>
                  </a:lnTo>
                  <a:lnTo>
                    <a:pt x="39147" y="24006"/>
                  </a:lnTo>
                  <a:lnTo>
                    <a:pt x="38826" y="24487"/>
                  </a:lnTo>
                  <a:lnTo>
                    <a:pt x="38505" y="24928"/>
                  </a:lnTo>
                  <a:lnTo>
                    <a:pt x="38144" y="25349"/>
                  </a:lnTo>
                  <a:lnTo>
                    <a:pt x="37743" y="25750"/>
                  </a:lnTo>
                  <a:lnTo>
                    <a:pt x="37322" y="26131"/>
                  </a:lnTo>
                  <a:lnTo>
                    <a:pt x="36901" y="26472"/>
                  </a:lnTo>
                  <a:lnTo>
                    <a:pt x="36420" y="26773"/>
                  </a:lnTo>
                  <a:lnTo>
                    <a:pt x="35938" y="27054"/>
                  </a:lnTo>
                  <a:lnTo>
                    <a:pt x="35437" y="27315"/>
                  </a:lnTo>
                  <a:lnTo>
                    <a:pt x="34915" y="27515"/>
                  </a:lnTo>
                  <a:lnTo>
                    <a:pt x="34374" y="27696"/>
                  </a:lnTo>
                  <a:lnTo>
                    <a:pt x="33812" y="27836"/>
                  </a:lnTo>
                  <a:lnTo>
                    <a:pt x="33251" y="27936"/>
                  </a:lnTo>
                  <a:lnTo>
                    <a:pt x="32649" y="27996"/>
                  </a:lnTo>
                  <a:lnTo>
                    <a:pt x="32068" y="28016"/>
                  </a:lnTo>
                  <a:lnTo>
                    <a:pt x="8263" y="28016"/>
                  </a:lnTo>
                  <a:lnTo>
                    <a:pt x="8263" y="28016"/>
                  </a:lnTo>
                  <a:lnTo>
                    <a:pt x="7822" y="28016"/>
                  </a:lnTo>
                  <a:lnTo>
                    <a:pt x="7401" y="27976"/>
                  </a:lnTo>
                  <a:lnTo>
                    <a:pt x="7000" y="27936"/>
                  </a:lnTo>
                  <a:lnTo>
                    <a:pt x="6598" y="27856"/>
                  </a:lnTo>
                  <a:lnTo>
                    <a:pt x="6197" y="27776"/>
                  </a:lnTo>
                  <a:lnTo>
                    <a:pt x="5796" y="27655"/>
                  </a:lnTo>
                  <a:lnTo>
                    <a:pt x="5415" y="27535"/>
                  </a:lnTo>
                  <a:lnTo>
                    <a:pt x="5034" y="27375"/>
                  </a:lnTo>
                  <a:lnTo>
                    <a:pt x="4673" y="27214"/>
                  </a:lnTo>
                  <a:lnTo>
                    <a:pt x="4332" y="27034"/>
                  </a:lnTo>
                  <a:lnTo>
                    <a:pt x="3971" y="26833"/>
                  </a:lnTo>
                  <a:lnTo>
                    <a:pt x="3650" y="26613"/>
                  </a:lnTo>
                  <a:lnTo>
                    <a:pt x="3330" y="26392"/>
                  </a:lnTo>
                  <a:lnTo>
                    <a:pt x="3009" y="26151"/>
                  </a:lnTo>
                  <a:lnTo>
                    <a:pt x="2708" y="25891"/>
                  </a:lnTo>
                  <a:lnTo>
                    <a:pt x="2427" y="25610"/>
                  </a:lnTo>
                  <a:lnTo>
                    <a:pt x="2146" y="25329"/>
                  </a:lnTo>
                  <a:lnTo>
                    <a:pt x="1886" y="25028"/>
                  </a:lnTo>
                  <a:lnTo>
                    <a:pt x="1645" y="24707"/>
                  </a:lnTo>
                  <a:lnTo>
                    <a:pt x="1424" y="24387"/>
                  </a:lnTo>
                  <a:lnTo>
                    <a:pt x="1204" y="24046"/>
                  </a:lnTo>
                  <a:lnTo>
                    <a:pt x="1003" y="23705"/>
                  </a:lnTo>
                  <a:lnTo>
                    <a:pt x="823" y="23364"/>
                  </a:lnTo>
                  <a:lnTo>
                    <a:pt x="662" y="22983"/>
                  </a:lnTo>
                  <a:lnTo>
                    <a:pt x="502" y="22622"/>
                  </a:lnTo>
                  <a:lnTo>
                    <a:pt x="382" y="22241"/>
                  </a:lnTo>
                  <a:lnTo>
                    <a:pt x="261" y="21840"/>
                  </a:lnTo>
                  <a:lnTo>
                    <a:pt x="181" y="21439"/>
                  </a:lnTo>
                  <a:lnTo>
                    <a:pt x="101" y="21037"/>
                  </a:lnTo>
                  <a:lnTo>
                    <a:pt x="41" y="20616"/>
                  </a:lnTo>
                  <a:lnTo>
                    <a:pt x="21" y="20195"/>
                  </a:lnTo>
                  <a:lnTo>
                    <a:pt x="1" y="19774"/>
                  </a:lnTo>
                  <a:lnTo>
                    <a:pt x="1" y="8243"/>
                  </a:lnTo>
                  <a:lnTo>
                    <a:pt x="1" y="8243"/>
                  </a:lnTo>
                  <a:lnTo>
                    <a:pt x="21" y="7842"/>
                  </a:lnTo>
                  <a:lnTo>
                    <a:pt x="41" y="7440"/>
                  </a:lnTo>
                  <a:lnTo>
                    <a:pt x="101" y="7039"/>
                  </a:lnTo>
                  <a:lnTo>
                    <a:pt x="161" y="6638"/>
                  </a:lnTo>
                  <a:lnTo>
                    <a:pt x="241" y="6257"/>
                  </a:lnTo>
                  <a:lnTo>
                    <a:pt x="341" y="5896"/>
                  </a:lnTo>
                  <a:lnTo>
                    <a:pt x="462" y="5515"/>
                  </a:lnTo>
                  <a:lnTo>
                    <a:pt x="602" y="5154"/>
                  </a:lnTo>
                  <a:lnTo>
                    <a:pt x="763" y="4813"/>
                  </a:lnTo>
                  <a:lnTo>
                    <a:pt x="923" y="4452"/>
                  </a:lnTo>
                  <a:lnTo>
                    <a:pt x="1104" y="4131"/>
                  </a:lnTo>
                  <a:lnTo>
                    <a:pt x="1304" y="3791"/>
                  </a:lnTo>
                  <a:lnTo>
                    <a:pt x="1525" y="3490"/>
                  </a:lnTo>
                  <a:lnTo>
                    <a:pt x="1745" y="3189"/>
                  </a:lnTo>
                  <a:lnTo>
                    <a:pt x="1986" y="2888"/>
                  </a:lnTo>
                  <a:lnTo>
                    <a:pt x="2227" y="2607"/>
                  </a:lnTo>
                  <a:lnTo>
                    <a:pt x="2507" y="2327"/>
                  </a:lnTo>
                  <a:lnTo>
                    <a:pt x="2768" y="2066"/>
                  </a:lnTo>
                  <a:lnTo>
                    <a:pt x="3069" y="1825"/>
                  </a:lnTo>
                  <a:lnTo>
                    <a:pt x="3370" y="1605"/>
                  </a:lnTo>
                  <a:lnTo>
                    <a:pt x="3671" y="1384"/>
                  </a:lnTo>
                  <a:lnTo>
                    <a:pt x="3991" y="1183"/>
                  </a:lnTo>
                  <a:lnTo>
                    <a:pt x="4332" y="983"/>
                  </a:lnTo>
                  <a:lnTo>
                    <a:pt x="4673" y="822"/>
                  </a:lnTo>
                  <a:lnTo>
                    <a:pt x="5014" y="662"/>
                  </a:lnTo>
                  <a:lnTo>
                    <a:pt x="5375" y="502"/>
                  </a:lnTo>
                  <a:lnTo>
                    <a:pt x="5736" y="381"/>
                  </a:lnTo>
                  <a:lnTo>
                    <a:pt x="6117" y="281"/>
                  </a:lnTo>
                  <a:lnTo>
                    <a:pt x="6498" y="181"/>
                  </a:lnTo>
                  <a:lnTo>
                    <a:pt x="6879" y="101"/>
                  </a:lnTo>
                  <a:lnTo>
                    <a:pt x="7280" y="60"/>
                  </a:lnTo>
                  <a:lnTo>
                    <a:pt x="7681" y="20"/>
                  </a:lnTo>
                  <a:lnTo>
                    <a:pt x="7681" y="20"/>
                  </a:lnTo>
                  <a:lnTo>
                    <a:pt x="8263" y="0"/>
                  </a:lnTo>
                  <a:lnTo>
                    <a:pt x="32068" y="0"/>
                  </a:lnTo>
                  <a:lnTo>
                    <a:pt x="32068" y="0"/>
                  </a:lnTo>
                  <a:lnTo>
                    <a:pt x="32489" y="0"/>
                  </a:lnTo>
                  <a:lnTo>
                    <a:pt x="32910" y="40"/>
                  </a:lnTo>
                  <a:lnTo>
                    <a:pt x="33311" y="80"/>
                  </a:lnTo>
                  <a:lnTo>
                    <a:pt x="33732" y="161"/>
                  </a:lnTo>
                  <a:lnTo>
                    <a:pt x="34133" y="261"/>
                  </a:lnTo>
                  <a:lnTo>
                    <a:pt x="34514" y="361"/>
                  </a:lnTo>
                  <a:lnTo>
                    <a:pt x="34895" y="502"/>
                  </a:lnTo>
                  <a:lnTo>
                    <a:pt x="35276" y="642"/>
                  </a:lnTo>
                  <a:lnTo>
                    <a:pt x="35637" y="802"/>
                  </a:lnTo>
                  <a:lnTo>
                    <a:pt x="35998" y="983"/>
                  </a:lnTo>
                  <a:lnTo>
                    <a:pt x="36339" y="1183"/>
                  </a:lnTo>
                  <a:lnTo>
                    <a:pt x="36680" y="1404"/>
                  </a:lnTo>
                  <a:lnTo>
                    <a:pt x="37001" y="1625"/>
                  </a:lnTo>
                  <a:lnTo>
                    <a:pt x="37302" y="1885"/>
                  </a:lnTo>
                  <a:lnTo>
                    <a:pt x="37603" y="2126"/>
                  </a:lnTo>
                  <a:lnTo>
                    <a:pt x="37904" y="2407"/>
                  </a:lnTo>
                  <a:lnTo>
                    <a:pt x="38164" y="2688"/>
                  </a:lnTo>
                  <a:lnTo>
                    <a:pt x="38425" y="2988"/>
                  </a:lnTo>
                  <a:lnTo>
                    <a:pt x="38666" y="3309"/>
                  </a:lnTo>
                  <a:lnTo>
                    <a:pt x="38906" y="3630"/>
                  </a:lnTo>
                  <a:lnTo>
                    <a:pt x="39107" y="3971"/>
                  </a:lnTo>
                  <a:lnTo>
                    <a:pt x="39307" y="4312"/>
                  </a:lnTo>
                  <a:lnTo>
                    <a:pt x="39488" y="4673"/>
                  </a:lnTo>
                  <a:lnTo>
                    <a:pt x="39668" y="5034"/>
                  </a:lnTo>
                  <a:lnTo>
                    <a:pt x="39809" y="5395"/>
                  </a:lnTo>
                  <a:lnTo>
                    <a:pt x="39929" y="5796"/>
                  </a:lnTo>
                  <a:lnTo>
                    <a:pt x="40049" y="6177"/>
                  </a:lnTo>
                  <a:lnTo>
                    <a:pt x="40150" y="6578"/>
                  </a:lnTo>
                  <a:lnTo>
                    <a:pt x="40210" y="6979"/>
                  </a:lnTo>
                  <a:lnTo>
                    <a:pt x="40270" y="7400"/>
                  </a:lnTo>
                  <a:lnTo>
                    <a:pt x="40290" y="7822"/>
                  </a:lnTo>
                  <a:lnTo>
                    <a:pt x="40310" y="82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42">
              <a:extLst>
                <a:ext uri="{FF2B5EF4-FFF2-40B4-BE49-F238E27FC236}">
                  <a16:creationId xmlns:a16="http://schemas.microsoft.com/office/drawing/2014/main" id="{B95EC24E-AD39-2EED-3F13-D029F33A2D7E}"/>
                </a:ext>
              </a:extLst>
            </p:cNvPr>
            <p:cNvSpPr/>
            <p:nvPr/>
          </p:nvSpPr>
          <p:spPr>
            <a:xfrm>
              <a:off x="103557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42">
              <a:extLst>
                <a:ext uri="{FF2B5EF4-FFF2-40B4-BE49-F238E27FC236}">
                  <a16:creationId xmlns:a16="http://schemas.microsoft.com/office/drawing/2014/main" id="{E836B0F1-4053-E99E-29DF-25AF862B1ABA}"/>
                </a:ext>
              </a:extLst>
            </p:cNvPr>
            <p:cNvSpPr/>
            <p:nvPr/>
          </p:nvSpPr>
          <p:spPr>
            <a:xfrm>
              <a:off x="103557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42">
              <a:extLst>
                <a:ext uri="{FF2B5EF4-FFF2-40B4-BE49-F238E27FC236}">
                  <a16:creationId xmlns:a16="http://schemas.microsoft.com/office/drawing/2014/main" id="{6D85D624-66AD-ECEA-C44F-0FB2DA5D36A8}"/>
                </a:ext>
              </a:extLst>
            </p:cNvPr>
            <p:cNvSpPr/>
            <p:nvPr/>
          </p:nvSpPr>
          <p:spPr>
            <a:xfrm>
              <a:off x="104319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63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63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42">
              <a:extLst>
                <a:ext uri="{FF2B5EF4-FFF2-40B4-BE49-F238E27FC236}">
                  <a16:creationId xmlns:a16="http://schemas.microsoft.com/office/drawing/2014/main" id="{3A37110F-CBE2-9779-EC16-EBCBBE2F9E2A}"/>
                </a:ext>
              </a:extLst>
            </p:cNvPr>
            <p:cNvSpPr/>
            <p:nvPr/>
          </p:nvSpPr>
          <p:spPr>
            <a:xfrm>
              <a:off x="104319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63" y="1"/>
                  </a:moveTo>
                  <a:lnTo>
                    <a:pt x="763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63" y="4333"/>
                  </a:lnTo>
                  <a:lnTo>
                    <a:pt x="763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42">
              <a:extLst>
                <a:ext uri="{FF2B5EF4-FFF2-40B4-BE49-F238E27FC236}">
                  <a16:creationId xmlns:a16="http://schemas.microsoft.com/office/drawing/2014/main" id="{C514DC67-6ECF-ED09-7225-1A7B2C34F5EC}"/>
                </a:ext>
              </a:extLst>
            </p:cNvPr>
            <p:cNvSpPr/>
            <p:nvPr/>
          </p:nvSpPr>
          <p:spPr>
            <a:xfrm>
              <a:off x="1050862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3" y="1"/>
                  </a:moveTo>
                  <a:lnTo>
                    <a:pt x="582" y="21"/>
                  </a:lnTo>
                  <a:lnTo>
                    <a:pt x="442" y="61"/>
                  </a:lnTo>
                  <a:lnTo>
                    <a:pt x="322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2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3" y="4333"/>
                  </a:lnTo>
                  <a:lnTo>
                    <a:pt x="883" y="4313"/>
                  </a:lnTo>
                  <a:lnTo>
                    <a:pt x="1024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5" y="3992"/>
                  </a:lnTo>
                  <a:lnTo>
                    <a:pt x="1425" y="3872"/>
                  </a:lnTo>
                  <a:lnTo>
                    <a:pt x="1465" y="3731"/>
                  </a:lnTo>
                  <a:lnTo>
                    <a:pt x="1485" y="3591"/>
                  </a:lnTo>
                  <a:lnTo>
                    <a:pt x="1485" y="763"/>
                  </a:lnTo>
                  <a:lnTo>
                    <a:pt x="1465" y="603"/>
                  </a:lnTo>
                  <a:lnTo>
                    <a:pt x="1425" y="462"/>
                  </a:lnTo>
                  <a:lnTo>
                    <a:pt x="1365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24" y="61"/>
                  </a:lnTo>
                  <a:lnTo>
                    <a:pt x="883" y="21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42">
              <a:extLst>
                <a:ext uri="{FF2B5EF4-FFF2-40B4-BE49-F238E27FC236}">
                  <a16:creationId xmlns:a16="http://schemas.microsoft.com/office/drawing/2014/main" id="{CFECCE6A-1ECA-B65E-AB05-A3645160780F}"/>
                </a:ext>
              </a:extLst>
            </p:cNvPr>
            <p:cNvSpPr/>
            <p:nvPr/>
          </p:nvSpPr>
          <p:spPr>
            <a:xfrm>
              <a:off x="1050862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3" y="1"/>
                  </a:moveTo>
                  <a:lnTo>
                    <a:pt x="743" y="1"/>
                  </a:lnTo>
                  <a:lnTo>
                    <a:pt x="582" y="21"/>
                  </a:lnTo>
                  <a:lnTo>
                    <a:pt x="442" y="61"/>
                  </a:lnTo>
                  <a:lnTo>
                    <a:pt x="322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1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2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3" y="4333"/>
                  </a:lnTo>
                  <a:lnTo>
                    <a:pt x="743" y="4333"/>
                  </a:lnTo>
                  <a:lnTo>
                    <a:pt x="883" y="4313"/>
                  </a:lnTo>
                  <a:lnTo>
                    <a:pt x="1024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5" y="3992"/>
                  </a:lnTo>
                  <a:lnTo>
                    <a:pt x="1425" y="3872"/>
                  </a:lnTo>
                  <a:lnTo>
                    <a:pt x="1465" y="3731"/>
                  </a:lnTo>
                  <a:lnTo>
                    <a:pt x="1485" y="3591"/>
                  </a:lnTo>
                  <a:lnTo>
                    <a:pt x="1485" y="763"/>
                  </a:lnTo>
                  <a:lnTo>
                    <a:pt x="1485" y="763"/>
                  </a:lnTo>
                  <a:lnTo>
                    <a:pt x="1465" y="603"/>
                  </a:lnTo>
                  <a:lnTo>
                    <a:pt x="1425" y="462"/>
                  </a:lnTo>
                  <a:lnTo>
                    <a:pt x="1365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24" y="61"/>
                  </a:lnTo>
                  <a:lnTo>
                    <a:pt x="883" y="21"/>
                  </a:lnTo>
                  <a:lnTo>
                    <a:pt x="7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42">
              <a:extLst>
                <a:ext uri="{FF2B5EF4-FFF2-40B4-BE49-F238E27FC236}">
                  <a16:creationId xmlns:a16="http://schemas.microsoft.com/office/drawing/2014/main" id="{229A33DE-4BA1-C7C7-087F-797B42C0FDD1}"/>
                </a:ext>
              </a:extLst>
            </p:cNvPr>
            <p:cNvSpPr/>
            <p:nvPr/>
          </p:nvSpPr>
          <p:spPr>
            <a:xfrm>
              <a:off x="105848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1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20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42">
              <a:extLst>
                <a:ext uri="{FF2B5EF4-FFF2-40B4-BE49-F238E27FC236}">
                  <a16:creationId xmlns:a16="http://schemas.microsoft.com/office/drawing/2014/main" id="{E9E7589C-DE07-29FA-3271-80CC925D66BB}"/>
                </a:ext>
              </a:extLst>
            </p:cNvPr>
            <p:cNvSpPr/>
            <p:nvPr/>
          </p:nvSpPr>
          <p:spPr>
            <a:xfrm>
              <a:off x="105848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1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20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42">
              <a:extLst>
                <a:ext uri="{FF2B5EF4-FFF2-40B4-BE49-F238E27FC236}">
                  <a16:creationId xmlns:a16="http://schemas.microsoft.com/office/drawing/2014/main" id="{91209599-010C-88D7-3CB9-37B943898D7A}"/>
                </a:ext>
              </a:extLst>
            </p:cNvPr>
            <p:cNvSpPr/>
            <p:nvPr/>
          </p:nvSpPr>
          <p:spPr>
            <a:xfrm>
              <a:off x="106610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8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42">
              <a:extLst>
                <a:ext uri="{FF2B5EF4-FFF2-40B4-BE49-F238E27FC236}">
                  <a16:creationId xmlns:a16="http://schemas.microsoft.com/office/drawing/2014/main" id="{E0D7615C-7260-E07D-8C51-05001B16CF9C}"/>
                </a:ext>
              </a:extLst>
            </p:cNvPr>
            <p:cNvSpPr/>
            <p:nvPr/>
          </p:nvSpPr>
          <p:spPr>
            <a:xfrm>
              <a:off x="106610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8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8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42">
              <a:extLst>
                <a:ext uri="{FF2B5EF4-FFF2-40B4-BE49-F238E27FC236}">
                  <a16:creationId xmlns:a16="http://schemas.microsoft.com/office/drawing/2014/main" id="{147B7AFB-616A-BF42-7073-B0DC2FFE13FE}"/>
                </a:ext>
              </a:extLst>
            </p:cNvPr>
            <p:cNvSpPr/>
            <p:nvPr/>
          </p:nvSpPr>
          <p:spPr>
            <a:xfrm>
              <a:off x="10737250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43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2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2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3" y="4333"/>
                  </a:lnTo>
                  <a:lnTo>
                    <a:pt x="903" y="4313"/>
                  </a:lnTo>
                  <a:lnTo>
                    <a:pt x="1044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5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5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4" y="61"/>
                  </a:lnTo>
                  <a:lnTo>
                    <a:pt x="903" y="21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42">
              <a:extLst>
                <a:ext uri="{FF2B5EF4-FFF2-40B4-BE49-F238E27FC236}">
                  <a16:creationId xmlns:a16="http://schemas.microsoft.com/office/drawing/2014/main" id="{49696F09-E0C3-5758-B6EA-2C46395E1797}"/>
                </a:ext>
              </a:extLst>
            </p:cNvPr>
            <p:cNvSpPr/>
            <p:nvPr/>
          </p:nvSpPr>
          <p:spPr>
            <a:xfrm>
              <a:off x="10737250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43" y="1"/>
                  </a:moveTo>
                  <a:lnTo>
                    <a:pt x="743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2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2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3" y="4333"/>
                  </a:lnTo>
                  <a:lnTo>
                    <a:pt x="743" y="4333"/>
                  </a:lnTo>
                  <a:lnTo>
                    <a:pt x="903" y="4313"/>
                  </a:lnTo>
                  <a:lnTo>
                    <a:pt x="1044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5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5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4" y="61"/>
                  </a:lnTo>
                  <a:lnTo>
                    <a:pt x="903" y="21"/>
                  </a:lnTo>
                  <a:lnTo>
                    <a:pt x="7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42">
              <a:extLst>
                <a:ext uri="{FF2B5EF4-FFF2-40B4-BE49-F238E27FC236}">
                  <a16:creationId xmlns:a16="http://schemas.microsoft.com/office/drawing/2014/main" id="{B75783A7-7B1F-8602-660B-DF73E768BA9F}"/>
                </a:ext>
              </a:extLst>
            </p:cNvPr>
            <p:cNvSpPr/>
            <p:nvPr/>
          </p:nvSpPr>
          <p:spPr>
            <a:xfrm>
              <a:off x="1081347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62" y="1"/>
                  </a:moveTo>
                  <a:lnTo>
                    <a:pt x="602" y="21"/>
                  </a:lnTo>
                  <a:lnTo>
                    <a:pt x="461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0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62" y="4333"/>
                  </a:lnTo>
                  <a:lnTo>
                    <a:pt x="902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3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3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2" y="21"/>
                  </a:lnTo>
                  <a:lnTo>
                    <a:pt x="76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42">
              <a:extLst>
                <a:ext uri="{FF2B5EF4-FFF2-40B4-BE49-F238E27FC236}">
                  <a16:creationId xmlns:a16="http://schemas.microsoft.com/office/drawing/2014/main" id="{5114801B-64A7-B2A5-CACA-7BE9A4E6C6ED}"/>
                </a:ext>
              </a:extLst>
            </p:cNvPr>
            <p:cNvSpPr/>
            <p:nvPr/>
          </p:nvSpPr>
          <p:spPr>
            <a:xfrm>
              <a:off x="1081347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62" y="1"/>
                  </a:moveTo>
                  <a:lnTo>
                    <a:pt x="762" y="1"/>
                  </a:lnTo>
                  <a:lnTo>
                    <a:pt x="602" y="21"/>
                  </a:lnTo>
                  <a:lnTo>
                    <a:pt x="461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0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62" y="4333"/>
                  </a:lnTo>
                  <a:lnTo>
                    <a:pt x="762" y="4333"/>
                  </a:lnTo>
                  <a:lnTo>
                    <a:pt x="902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3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3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2" y="21"/>
                  </a:lnTo>
                  <a:lnTo>
                    <a:pt x="7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42">
              <a:extLst>
                <a:ext uri="{FF2B5EF4-FFF2-40B4-BE49-F238E27FC236}">
                  <a16:creationId xmlns:a16="http://schemas.microsoft.com/office/drawing/2014/main" id="{90B7DC33-2CFA-D824-E16C-8F3B4F96B8DA}"/>
                </a:ext>
              </a:extLst>
            </p:cNvPr>
            <p:cNvSpPr/>
            <p:nvPr/>
          </p:nvSpPr>
          <p:spPr>
            <a:xfrm>
              <a:off x="1089017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582" y="21"/>
                  </a:lnTo>
                  <a:lnTo>
                    <a:pt x="44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42">
              <a:extLst>
                <a:ext uri="{FF2B5EF4-FFF2-40B4-BE49-F238E27FC236}">
                  <a16:creationId xmlns:a16="http://schemas.microsoft.com/office/drawing/2014/main" id="{116E7C10-102A-1ED7-7D16-35E80B7A9B79}"/>
                </a:ext>
              </a:extLst>
            </p:cNvPr>
            <p:cNvSpPr/>
            <p:nvPr/>
          </p:nvSpPr>
          <p:spPr>
            <a:xfrm>
              <a:off x="1089017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582" y="21"/>
                  </a:lnTo>
                  <a:lnTo>
                    <a:pt x="44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42">
              <a:extLst>
                <a:ext uri="{FF2B5EF4-FFF2-40B4-BE49-F238E27FC236}">
                  <a16:creationId xmlns:a16="http://schemas.microsoft.com/office/drawing/2014/main" id="{AC94FBD7-7BA7-92DF-2F58-E76CC98CA68A}"/>
                </a:ext>
              </a:extLst>
            </p:cNvPr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extrusionOk="0">
                  <a:moveTo>
                    <a:pt x="2988" y="1"/>
                  </a:moveTo>
                  <a:lnTo>
                    <a:pt x="2668" y="21"/>
                  </a:lnTo>
                  <a:lnTo>
                    <a:pt x="2347" y="81"/>
                  </a:lnTo>
                  <a:lnTo>
                    <a:pt x="2046" y="181"/>
                  </a:lnTo>
                  <a:lnTo>
                    <a:pt x="1745" y="302"/>
                  </a:lnTo>
                  <a:lnTo>
                    <a:pt x="1464" y="462"/>
                  </a:lnTo>
                  <a:lnTo>
                    <a:pt x="1224" y="643"/>
                  </a:lnTo>
                  <a:lnTo>
                    <a:pt x="983" y="843"/>
                  </a:lnTo>
                  <a:lnTo>
                    <a:pt x="762" y="1084"/>
                  </a:lnTo>
                  <a:lnTo>
                    <a:pt x="582" y="1325"/>
                  </a:lnTo>
                  <a:lnTo>
                    <a:pt x="401" y="1605"/>
                  </a:lnTo>
                  <a:lnTo>
                    <a:pt x="261" y="1886"/>
                  </a:lnTo>
                  <a:lnTo>
                    <a:pt x="161" y="2187"/>
                  </a:lnTo>
                  <a:lnTo>
                    <a:pt x="80" y="2488"/>
                  </a:lnTo>
                  <a:lnTo>
                    <a:pt x="20" y="2809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41" y="3992"/>
                  </a:lnTo>
                  <a:lnTo>
                    <a:pt x="241" y="4253"/>
                  </a:lnTo>
                  <a:lnTo>
                    <a:pt x="361" y="4513"/>
                  </a:lnTo>
                  <a:lnTo>
                    <a:pt x="502" y="4754"/>
                  </a:lnTo>
                  <a:lnTo>
                    <a:pt x="662" y="4974"/>
                  </a:lnTo>
                  <a:lnTo>
                    <a:pt x="863" y="5195"/>
                  </a:lnTo>
                  <a:lnTo>
                    <a:pt x="1083" y="5396"/>
                  </a:lnTo>
                  <a:lnTo>
                    <a:pt x="1304" y="5576"/>
                  </a:lnTo>
                  <a:lnTo>
                    <a:pt x="1565" y="5716"/>
                  </a:lnTo>
                  <a:lnTo>
                    <a:pt x="1845" y="5857"/>
                  </a:lnTo>
                  <a:lnTo>
                    <a:pt x="2126" y="5977"/>
                  </a:lnTo>
                  <a:lnTo>
                    <a:pt x="2447" y="6057"/>
                  </a:lnTo>
                  <a:lnTo>
                    <a:pt x="2768" y="609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6037" y="3751"/>
                  </a:lnTo>
                  <a:lnTo>
                    <a:pt x="6097" y="3410"/>
                  </a:lnTo>
                  <a:lnTo>
                    <a:pt x="6117" y="3089"/>
                  </a:lnTo>
                  <a:lnTo>
                    <a:pt x="6097" y="2748"/>
                  </a:lnTo>
                  <a:lnTo>
                    <a:pt x="6057" y="2488"/>
                  </a:lnTo>
                  <a:lnTo>
                    <a:pt x="5997" y="2247"/>
                  </a:lnTo>
                  <a:lnTo>
                    <a:pt x="5916" y="1986"/>
                  </a:lnTo>
                  <a:lnTo>
                    <a:pt x="5816" y="1746"/>
                  </a:lnTo>
                  <a:lnTo>
                    <a:pt x="5696" y="1525"/>
                  </a:lnTo>
                  <a:lnTo>
                    <a:pt x="5555" y="1304"/>
                  </a:lnTo>
                  <a:lnTo>
                    <a:pt x="5395" y="1104"/>
                  </a:lnTo>
                  <a:lnTo>
                    <a:pt x="5214" y="903"/>
                  </a:lnTo>
                  <a:lnTo>
                    <a:pt x="5014" y="743"/>
                  </a:lnTo>
                  <a:lnTo>
                    <a:pt x="4813" y="583"/>
                  </a:lnTo>
                  <a:lnTo>
                    <a:pt x="4593" y="422"/>
                  </a:lnTo>
                  <a:lnTo>
                    <a:pt x="4352" y="302"/>
                  </a:lnTo>
                  <a:lnTo>
                    <a:pt x="4091" y="201"/>
                  </a:lnTo>
                  <a:lnTo>
                    <a:pt x="3831" y="121"/>
                  </a:lnTo>
                  <a:lnTo>
                    <a:pt x="3570" y="61"/>
                  </a:lnTo>
                  <a:lnTo>
                    <a:pt x="3289" y="21"/>
                  </a:lnTo>
                  <a:lnTo>
                    <a:pt x="298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42">
              <a:extLst>
                <a:ext uri="{FF2B5EF4-FFF2-40B4-BE49-F238E27FC236}">
                  <a16:creationId xmlns:a16="http://schemas.microsoft.com/office/drawing/2014/main" id="{FDC1C545-D2D7-4654-B65C-EDDD81FA66B0}"/>
                </a:ext>
              </a:extLst>
            </p:cNvPr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fill="none" extrusionOk="0">
                  <a:moveTo>
                    <a:pt x="5936" y="4092"/>
                  </a:moveTo>
                  <a:lnTo>
                    <a:pt x="5936" y="4092"/>
                  </a:lnTo>
                  <a:lnTo>
                    <a:pt x="5856" y="4293"/>
                  </a:lnTo>
                  <a:lnTo>
                    <a:pt x="5756" y="4493"/>
                  </a:lnTo>
                  <a:lnTo>
                    <a:pt x="5656" y="4674"/>
                  </a:lnTo>
                  <a:lnTo>
                    <a:pt x="5535" y="4854"/>
                  </a:lnTo>
                  <a:lnTo>
                    <a:pt x="5415" y="5015"/>
                  </a:lnTo>
                  <a:lnTo>
                    <a:pt x="5275" y="5175"/>
                  </a:lnTo>
                  <a:lnTo>
                    <a:pt x="5134" y="5335"/>
                  </a:lnTo>
                  <a:lnTo>
                    <a:pt x="4974" y="5476"/>
                  </a:lnTo>
                  <a:lnTo>
                    <a:pt x="4813" y="5596"/>
                  </a:lnTo>
                  <a:lnTo>
                    <a:pt x="4653" y="5716"/>
                  </a:lnTo>
                  <a:lnTo>
                    <a:pt x="4472" y="5817"/>
                  </a:lnTo>
                  <a:lnTo>
                    <a:pt x="4272" y="5897"/>
                  </a:lnTo>
                  <a:lnTo>
                    <a:pt x="4091" y="5977"/>
                  </a:lnTo>
                  <a:lnTo>
                    <a:pt x="3891" y="6037"/>
                  </a:lnTo>
                  <a:lnTo>
                    <a:pt x="3670" y="6077"/>
                  </a:lnTo>
                  <a:lnTo>
                    <a:pt x="3470" y="6098"/>
                  </a:lnTo>
                  <a:lnTo>
                    <a:pt x="3470" y="6098"/>
                  </a:lnTo>
                  <a:lnTo>
                    <a:pt x="3109" y="6118"/>
                  </a:lnTo>
                  <a:lnTo>
                    <a:pt x="2768" y="6098"/>
                  </a:lnTo>
                  <a:lnTo>
                    <a:pt x="2447" y="6057"/>
                  </a:lnTo>
                  <a:lnTo>
                    <a:pt x="2126" y="5977"/>
                  </a:lnTo>
                  <a:lnTo>
                    <a:pt x="1845" y="5857"/>
                  </a:lnTo>
                  <a:lnTo>
                    <a:pt x="1565" y="5716"/>
                  </a:lnTo>
                  <a:lnTo>
                    <a:pt x="1304" y="5576"/>
                  </a:lnTo>
                  <a:lnTo>
                    <a:pt x="1083" y="5396"/>
                  </a:lnTo>
                  <a:lnTo>
                    <a:pt x="863" y="5195"/>
                  </a:lnTo>
                  <a:lnTo>
                    <a:pt x="662" y="4974"/>
                  </a:lnTo>
                  <a:lnTo>
                    <a:pt x="502" y="4754"/>
                  </a:lnTo>
                  <a:lnTo>
                    <a:pt x="361" y="4513"/>
                  </a:lnTo>
                  <a:lnTo>
                    <a:pt x="241" y="4253"/>
                  </a:lnTo>
                  <a:lnTo>
                    <a:pt x="141" y="3992"/>
                  </a:lnTo>
                  <a:lnTo>
                    <a:pt x="60" y="3731"/>
                  </a:lnTo>
                  <a:lnTo>
                    <a:pt x="20" y="3470"/>
                  </a:lnTo>
                  <a:lnTo>
                    <a:pt x="20" y="3470"/>
                  </a:lnTo>
                  <a:lnTo>
                    <a:pt x="0" y="3150"/>
                  </a:lnTo>
                  <a:lnTo>
                    <a:pt x="20" y="2809"/>
                  </a:lnTo>
                  <a:lnTo>
                    <a:pt x="80" y="2488"/>
                  </a:lnTo>
                  <a:lnTo>
                    <a:pt x="161" y="2187"/>
                  </a:lnTo>
                  <a:lnTo>
                    <a:pt x="261" y="1886"/>
                  </a:lnTo>
                  <a:lnTo>
                    <a:pt x="401" y="1605"/>
                  </a:lnTo>
                  <a:lnTo>
                    <a:pt x="582" y="1325"/>
                  </a:lnTo>
                  <a:lnTo>
                    <a:pt x="762" y="1084"/>
                  </a:lnTo>
                  <a:lnTo>
                    <a:pt x="983" y="843"/>
                  </a:lnTo>
                  <a:lnTo>
                    <a:pt x="1224" y="643"/>
                  </a:lnTo>
                  <a:lnTo>
                    <a:pt x="1464" y="462"/>
                  </a:lnTo>
                  <a:lnTo>
                    <a:pt x="1745" y="302"/>
                  </a:lnTo>
                  <a:lnTo>
                    <a:pt x="2046" y="181"/>
                  </a:lnTo>
                  <a:lnTo>
                    <a:pt x="2347" y="81"/>
                  </a:lnTo>
                  <a:lnTo>
                    <a:pt x="2668" y="21"/>
                  </a:lnTo>
                  <a:lnTo>
                    <a:pt x="2988" y="1"/>
                  </a:lnTo>
                  <a:lnTo>
                    <a:pt x="2988" y="1"/>
                  </a:lnTo>
                  <a:lnTo>
                    <a:pt x="3289" y="21"/>
                  </a:lnTo>
                  <a:lnTo>
                    <a:pt x="3289" y="21"/>
                  </a:lnTo>
                  <a:lnTo>
                    <a:pt x="3570" y="61"/>
                  </a:lnTo>
                  <a:lnTo>
                    <a:pt x="3831" y="121"/>
                  </a:lnTo>
                  <a:lnTo>
                    <a:pt x="4091" y="201"/>
                  </a:lnTo>
                  <a:lnTo>
                    <a:pt x="4352" y="302"/>
                  </a:lnTo>
                  <a:lnTo>
                    <a:pt x="4593" y="422"/>
                  </a:lnTo>
                  <a:lnTo>
                    <a:pt x="4813" y="583"/>
                  </a:lnTo>
                  <a:lnTo>
                    <a:pt x="5014" y="743"/>
                  </a:lnTo>
                  <a:lnTo>
                    <a:pt x="5214" y="903"/>
                  </a:lnTo>
                  <a:lnTo>
                    <a:pt x="5395" y="1104"/>
                  </a:lnTo>
                  <a:lnTo>
                    <a:pt x="5555" y="1304"/>
                  </a:lnTo>
                  <a:lnTo>
                    <a:pt x="5696" y="1525"/>
                  </a:lnTo>
                  <a:lnTo>
                    <a:pt x="5816" y="1746"/>
                  </a:lnTo>
                  <a:lnTo>
                    <a:pt x="5916" y="1986"/>
                  </a:lnTo>
                  <a:lnTo>
                    <a:pt x="5997" y="2247"/>
                  </a:lnTo>
                  <a:lnTo>
                    <a:pt x="6057" y="2488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117" y="3089"/>
                  </a:lnTo>
                  <a:lnTo>
                    <a:pt x="6097" y="3410"/>
                  </a:lnTo>
                  <a:lnTo>
                    <a:pt x="6037" y="3751"/>
                  </a:lnTo>
                  <a:lnTo>
                    <a:pt x="5936" y="409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42">
              <a:extLst>
                <a:ext uri="{FF2B5EF4-FFF2-40B4-BE49-F238E27FC236}">
                  <a16:creationId xmlns:a16="http://schemas.microsoft.com/office/drawing/2014/main" id="{49E3FEA9-6BEB-0B15-6AED-8DDD3F4BE4CF}"/>
                </a:ext>
              </a:extLst>
            </p:cNvPr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extrusionOk="0">
                  <a:moveTo>
                    <a:pt x="2988" y="1"/>
                  </a:moveTo>
                  <a:lnTo>
                    <a:pt x="2688" y="21"/>
                  </a:lnTo>
                  <a:lnTo>
                    <a:pt x="2387" y="81"/>
                  </a:lnTo>
                  <a:lnTo>
                    <a:pt x="2086" y="161"/>
                  </a:lnTo>
                  <a:lnTo>
                    <a:pt x="1825" y="262"/>
                  </a:lnTo>
                  <a:lnTo>
                    <a:pt x="1565" y="402"/>
                  </a:lnTo>
                  <a:lnTo>
                    <a:pt x="1304" y="562"/>
                  </a:lnTo>
                  <a:lnTo>
                    <a:pt x="1083" y="763"/>
                  </a:lnTo>
                  <a:lnTo>
                    <a:pt x="863" y="964"/>
                  </a:lnTo>
                  <a:lnTo>
                    <a:pt x="682" y="1184"/>
                  </a:lnTo>
                  <a:lnTo>
                    <a:pt x="502" y="1425"/>
                  </a:lnTo>
                  <a:lnTo>
                    <a:pt x="361" y="1686"/>
                  </a:lnTo>
                  <a:lnTo>
                    <a:pt x="241" y="1946"/>
                  </a:lnTo>
                  <a:lnTo>
                    <a:pt x="141" y="2247"/>
                  </a:lnTo>
                  <a:lnTo>
                    <a:pt x="60" y="2528"/>
                  </a:lnTo>
                  <a:lnTo>
                    <a:pt x="20" y="2829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21" y="3972"/>
                  </a:lnTo>
                  <a:lnTo>
                    <a:pt x="221" y="4212"/>
                  </a:lnTo>
                  <a:lnTo>
                    <a:pt x="321" y="4453"/>
                  </a:lnTo>
                  <a:lnTo>
                    <a:pt x="462" y="4674"/>
                  </a:lnTo>
                  <a:lnTo>
                    <a:pt x="602" y="4894"/>
                  </a:lnTo>
                  <a:lnTo>
                    <a:pt x="782" y="5095"/>
                  </a:lnTo>
                  <a:lnTo>
                    <a:pt x="963" y="5295"/>
                  </a:lnTo>
                  <a:lnTo>
                    <a:pt x="1183" y="5476"/>
                  </a:lnTo>
                  <a:lnTo>
                    <a:pt x="1404" y="5636"/>
                  </a:lnTo>
                  <a:lnTo>
                    <a:pt x="1665" y="5777"/>
                  </a:lnTo>
                  <a:lnTo>
                    <a:pt x="1925" y="5897"/>
                  </a:lnTo>
                  <a:lnTo>
                    <a:pt x="2186" y="5997"/>
                  </a:lnTo>
                  <a:lnTo>
                    <a:pt x="2487" y="6057"/>
                  </a:lnTo>
                  <a:lnTo>
                    <a:pt x="2788" y="611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6017" y="3831"/>
                  </a:lnTo>
                  <a:lnTo>
                    <a:pt x="6077" y="3571"/>
                  </a:lnTo>
                  <a:lnTo>
                    <a:pt x="6097" y="3310"/>
                  </a:lnTo>
                  <a:lnTo>
                    <a:pt x="6117" y="3049"/>
                  </a:lnTo>
                  <a:lnTo>
                    <a:pt x="6097" y="2748"/>
                  </a:lnTo>
                  <a:lnTo>
                    <a:pt x="6017" y="2949"/>
                  </a:lnTo>
                  <a:lnTo>
                    <a:pt x="5936" y="3150"/>
                  </a:lnTo>
                  <a:lnTo>
                    <a:pt x="5836" y="3330"/>
                  </a:lnTo>
                  <a:lnTo>
                    <a:pt x="5716" y="3510"/>
                  </a:lnTo>
                  <a:lnTo>
                    <a:pt x="5595" y="3671"/>
                  </a:lnTo>
                  <a:lnTo>
                    <a:pt x="5455" y="3831"/>
                  </a:lnTo>
                  <a:lnTo>
                    <a:pt x="5315" y="3992"/>
                  </a:lnTo>
                  <a:lnTo>
                    <a:pt x="5154" y="4112"/>
                  </a:lnTo>
                  <a:lnTo>
                    <a:pt x="4994" y="4232"/>
                  </a:lnTo>
                  <a:lnTo>
                    <a:pt x="4833" y="4353"/>
                  </a:lnTo>
                  <a:lnTo>
                    <a:pt x="4653" y="4453"/>
                  </a:lnTo>
                  <a:lnTo>
                    <a:pt x="4452" y="4533"/>
                  </a:lnTo>
                  <a:lnTo>
                    <a:pt x="4272" y="4593"/>
                  </a:lnTo>
                  <a:lnTo>
                    <a:pt x="4071" y="4634"/>
                  </a:lnTo>
                  <a:lnTo>
                    <a:pt x="3871" y="4654"/>
                  </a:lnTo>
                  <a:lnTo>
                    <a:pt x="3670" y="4674"/>
                  </a:lnTo>
                  <a:lnTo>
                    <a:pt x="3510" y="4674"/>
                  </a:lnTo>
                  <a:lnTo>
                    <a:pt x="3349" y="4654"/>
                  </a:lnTo>
                  <a:lnTo>
                    <a:pt x="3189" y="4613"/>
                  </a:lnTo>
                  <a:lnTo>
                    <a:pt x="3028" y="4573"/>
                  </a:lnTo>
                  <a:lnTo>
                    <a:pt x="2868" y="4513"/>
                  </a:lnTo>
                  <a:lnTo>
                    <a:pt x="2708" y="4453"/>
                  </a:lnTo>
                  <a:lnTo>
                    <a:pt x="2527" y="4353"/>
                  </a:lnTo>
                  <a:lnTo>
                    <a:pt x="2367" y="4253"/>
                  </a:lnTo>
                  <a:lnTo>
                    <a:pt x="2226" y="4152"/>
                  </a:lnTo>
                  <a:lnTo>
                    <a:pt x="2086" y="4032"/>
                  </a:lnTo>
                  <a:lnTo>
                    <a:pt x="1946" y="3892"/>
                  </a:lnTo>
                  <a:lnTo>
                    <a:pt x="1825" y="3751"/>
                  </a:lnTo>
                  <a:lnTo>
                    <a:pt x="1725" y="3611"/>
                  </a:lnTo>
                  <a:lnTo>
                    <a:pt x="1625" y="3450"/>
                  </a:lnTo>
                  <a:lnTo>
                    <a:pt x="1524" y="3270"/>
                  </a:lnTo>
                  <a:lnTo>
                    <a:pt x="1464" y="3109"/>
                  </a:lnTo>
                  <a:lnTo>
                    <a:pt x="1404" y="2929"/>
                  </a:lnTo>
                  <a:lnTo>
                    <a:pt x="1344" y="2748"/>
                  </a:lnTo>
                  <a:lnTo>
                    <a:pt x="1324" y="2568"/>
                  </a:lnTo>
                  <a:lnTo>
                    <a:pt x="1304" y="2387"/>
                  </a:lnTo>
                  <a:lnTo>
                    <a:pt x="1304" y="2187"/>
                  </a:lnTo>
                  <a:lnTo>
                    <a:pt x="1304" y="2006"/>
                  </a:lnTo>
                  <a:lnTo>
                    <a:pt x="1344" y="1826"/>
                  </a:lnTo>
                  <a:lnTo>
                    <a:pt x="1384" y="1645"/>
                  </a:lnTo>
                  <a:lnTo>
                    <a:pt x="1484" y="1345"/>
                  </a:lnTo>
                  <a:lnTo>
                    <a:pt x="1625" y="1084"/>
                  </a:lnTo>
                  <a:lnTo>
                    <a:pt x="1805" y="843"/>
                  </a:lnTo>
                  <a:lnTo>
                    <a:pt x="1986" y="643"/>
                  </a:lnTo>
                  <a:lnTo>
                    <a:pt x="2226" y="442"/>
                  </a:lnTo>
                  <a:lnTo>
                    <a:pt x="2467" y="282"/>
                  </a:lnTo>
                  <a:lnTo>
                    <a:pt x="2708" y="141"/>
                  </a:lnTo>
                  <a:lnTo>
                    <a:pt x="298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42">
              <a:extLst>
                <a:ext uri="{FF2B5EF4-FFF2-40B4-BE49-F238E27FC236}">
                  <a16:creationId xmlns:a16="http://schemas.microsoft.com/office/drawing/2014/main" id="{21891A0C-18BD-8B19-A14F-251E528C0F19}"/>
                </a:ext>
              </a:extLst>
            </p:cNvPr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fill="none" extrusionOk="0">
                  <a:moveTo>
                    <a:pt x="2988" y="1"/>
                  </a:moveTo>
                  <a:lnTo>
                    <a:pt x="2988" y="1"/>
                  </a:lnTo>
                  <a:lnTo>
                    <a:pt x="2688" y="21"/>
                  </a:lnTo>
                  <a:lnTo>
                    <a:pt x="2387" y="81"/>
                  </a:lnTo>
                  <a:lnTo>
                    <a:pt x="2086" y="161"/>
                  </a:lnTo>
                  <a:lnTo>
                    <a:pt x="1825" y="262"/>
                  </a:lnTo>
                  <a:lnTo>
                    <a:pt x="1565" y="402"/>
                  </a:lnTo>
                  <a:lnTo>
                    <a:pt x="1304" y="562"/>
                  </a:lnTo>
                  <a:lnTo>
                    <a:pt x="1083" y="763"/>
                  </a:lnTo>
                  <a:lnTo>
                    <a:pt x="863" y="964"/>
                  </a:lnTo>
                  <a:lnTo>
                    <a:pt x="682" y="1184"/>
                  </a:lnTo>
                  <a:lnTo>
                    <a:pt x="502" y="1425"/>
                  </a:lnTo>
                  <a:lnTo>
                    <a:pt x="361" y="1686"/>
                  </a:lnTo>
                  <a:lnTo>
                    <a:pt x="241" y="1946"/>
                  </a:lnTo>
                  <a:lnTo>
                    <a:pt x="141" y="2247"/>
                  </a:lnTo>
                  <a:lnTo>
                    <a:pt x="60" y="2528"/>
                  </a:lnTo>
                  <a:lnTo>
                    <a:pt x="20" y="2829"/>
                  </a:lnTo>
                  <a:lnTo>
                    <a:pt x="0" y="3150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21" y="3972"/>
                  </a:lnTo>
                  <a:lnTo>
                    <a:pt x="221" y="4212"/>
                  </a:lnTo>
                  <a:lnTo>
                    <a:pt x="321" y="4453"/>
                  </a:lnTo>
                  <a:lnTo>
                    <a:pt x="462" y="4674"/>
                  </a:lnTo>
                  <a:lnTo>
                    <a:pt x="602" y="4894"/>
                  </a:lnTo>
                  <a:lnTo>
                    <a:pt x="782" y="5095"/>
                  </a:lnTo>
                  <a:lnTo>
                    <a:pt x="963" y="5295"/>
                  </a:lnTo>
                  <a:lnTo>
                    <a:pt x="1183" y="5476"/>
                  </a:lnTo>
                  <a:lnTo>
                    <a:pt x="1404" y="5636"/>
                  </a:lnTo>
                  <a:lnTo>
                    <a:pt x="1665" y="5777"/>
                  </a:lnTo>
                  <a:lnTo>
                    <a:pt x="1925" y="5897"/>
                  </a:lnTo>
                  <a:lnTo>
                    <a:pt x="2186" y="5997"/>
                  </a:lnTo>
                  <a:lnTo>
                    <a:pt x="2487" y="6057"/>
                  </a:lnTo>
                  <a:lnTo>
                    <a:pt x="2788" y="6118"/>
                  </a:lnTo>
                  <a:lnTo>
                    <a:pt x="3109" y="611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5936" y="4092"/>
                  </a:lnTo>
                  <a:lnTo>
                    <a:pt x="6017" y="3831"/>
                  </a:lnTo>
                  <a:lnTo>
                    <a:pt x="6077" y="3571"/>
                  </a:lnTo>
                  <a:lnTo>
                    <a:pt x="6097" y="3310"/>
                  </a:lnTo>
                  <a:lnTo>
                    <a:pt x="6117" y="3049"/>
                  </a:lnTo>
                  <a:lnTo>
                    <a:pt x="6117" y="3049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017" y="2949"/>
                  </a:lnTo>
                  <a:lnTo>
                    <a:pt x="5936" y="3150"/>
                  </a:lnTo>
                  <a:lnTo>
                    <a:pt x="5836" y="3330"/>
                  </a:lnTo>
                  <a:lnTo>
                    <a:pt x="5716" y="3510"/>
                  </a:lnTo>
                  <a:lnTo>
                    <a:pt x="5595" y="3671"/>
                  </a:lnTo>
                  <a:lnTo>
                    <a:pt x="5455" y="3831"/>
                  </a:lnTo>
                  <a:lnTo>
                    <a:pt x="5315" y="3992"/>
                  </a:lnTo>
                  <a:lnTo>
                    <a:pt x="5154" y="4112"/>
                  </a:lnTo>
                  <a:lnTo>
                    <a:pt x="4994" y="4232"/>
                  </a:lnTo>
                  <a:lnTo>
                    <a:pt x="4833" y="4353"/>
                  </a:lnTo>
                  <a:lnTo>
                    <a:pt x="4653" y="4453"/>
                  </a:lnTo>
                  <a:lnTo>
                    <a:pt x="4452" y="4533"/>
                  </a:lnTo>
                  <a:lnTo>
                    <a:pt x="4272" y="4593"/>
                  </a:lnTo>
                  <a:lnTo>
                    <a:pt x="4071" y="4634"/>
                  </a:lnTo>
                  <a:lnTo>
                    <a:pt x="3871" y="4654"/>
                  </a:lnTo>
                  <a:lnTo>
                    <a:pt x="3670" y="4674"/>
                  </a:lnTo>
                  <a:lnTo>
                    <a:pt x="3670" y="4674"/>
                  </a:lnTo>
                  <a:lnTo>
                    <a:pt x="3510" y="4674"/>
                  </a:lnTo>
                  <a:lnTo>
                    <a:pt x="3349" y="4654"/>
                  </a:lnTo>
                  <a:lnTo>
                    <a:pt x="3189" y="4613"/>
                  </a:lnTo>
                  <a:lnTo>
                    <a:pt x="3028" y="4573"/>
                  </a:lnTo>
                  <a:lnTo>
                    <a:pt x="2868" y="4513"/>
                  </a:lnTo>
                  <a:lnTo>
                    <a:pt x="2708" y="4453"/>
                  </a:lnTo>
                  <a:lnTo>
                    <a:pt x="2527" y="4353"/>
                  </a:lnTo>
                  <a:lnTo>
                    <a:pt x="2367" y="4253"/>
                  </a:lnTo>
                  <a:lnTo>
                    <a:pt x="2367" y="4253"/>
                  </a:lnTo>
                  <a:lnTo>
                    <a:pt x="2226" y="4152"/>
                  </a:lnTo>
                  <a:lnTo>
                    <a:pt x="2086" y="4032"/>
                  </a:lnTo>
                  <a:lnTo>
                    <a:pt x="1946" y="3892"/>
                  </a:lnTo>
                  <a:lnTo>
                    <a:pt x="1825" y="3751"/>
                  </a:lnTo>
                  <a:lnTo>
                    <a:pt x="1725" y="3611"/>
                  </a:lnTo>
                  <a:lnTo>
                    <a:pt x="1625" y="3450"/>
                  </a:lnTo>
                  <a:lnTo>
                    <a:pt x="1524" y="3270"/>
                  </a:lnTo>
                  <a:lnTo>
                    <a:pt x="1464" y="3109"/>
                  </a:lnTo>
                  <a:lnTo>
                    <a:pt x="1404" y="2929"/>
                  </a:lnTo>
                  <a:lnTo>
                    <a:pt x="1344" y="2748"/>
                  </a:lnTo>
                  <a:lnTo>
                    <a:pt x="1324" y="2568"/>
                  </a:lnTo>
                  <a:lnTo>
                    <a:pt x="1304" y="2387"/>
                  </a:lnTo>
                  <a:lnTo>
                    <a:pt x="1304" y="2187"/>
                  </a:lnTo>
                  <a:lnTo>
                    <a:pt x="1304" y="2006"/>
                  </a:lnTo>
                  <a:lnTo>
                    <a:pt x="1344" y="1826"/>
                  </a:lnTo>
                  <a:lnTo>
                    <a:pt x="1384" y="1645"/>
                  </a:lnTo>
                  <a:lnTo>
                    <a:pt x="1384" y="1645"/>
                  </a:lnTo>
                  <a:lnTo>
                    <a:pt x="1484" y="1345"/>
                  </a:lnTo>
                  <a:lnTo>
                    <a:pt x="1625" y="1084"/>
                  </a:lnTo>
                  <a:lnTo>
                    <a:pt x="1805" y="843"/>
                  </a:lnTo>
                  <a:lnTo>
                    <a:pt x="1986" y="643"/>
                  </a:lnTo>
                  <a:lnTo>
                    <a:pt x="2226" y="442"/>
                  </a:lnTo>
                  <a:lnTo>
                    <a:pt x="2467" y="282"/>
                  </a:lnTo>
                  <a:lnTo>
                    <a:pt x="2708" y="141"/>
                  </a:lnTo>
                  <a:lnTo>
                    <a:pt x="298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42">
              <a:extLst>
                <a:ext uri="{FF2B5EF4-FFF2-40B4-BE49-F238E27FC236}">
                  <a16:creationId xmlns:a16="http://schemas.microsoft.com/office/drawing/2014/main" id="{D1779453-9359-501E-5AE8-5E627F419127}"/>
                </a:ext>
              </a:extLst>
            </p:cNvPr>
            <p:cNvSpPr/>
            <p:nvPr/>
          </p:nvSpPr>
          <p:spPr>
            <a:xfrm>
              <a:off x="10460000" y="3355563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82" y="1"/>
                  </a:moveTo>
                  <a:lnTo>
                    <a:pt x="281" y="21"/>
                  </a:lnTo>
                  <a:lnTo>
                    <a:pt x="221" y="41"/>
                  </a:lnTo>
                  <a:lnTo>
                    <a:pt x="161" y="81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2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3"/>
                  </a:lnTo>
                  <a:lnTo>
                    <a:pt x="161" y="703"/>
                  </a:lnTo>
                  <a:lnTo>
                    <a:pt x="221" y="743"/>
                  </a:lnTo>
                  <a:lnTo>
                    <a:pt x="281" y="763"/>
                  </a:lnTo>
                  <a:lnTo>
                    <a:pt x="462" y="763"/>
                  </a:lnTo>
                  <a:lnTo>
                    <a:pt x="542" y="743"/>
                  </a:lnTo>
                  <a:lnTo>
                    <a:pt x="602" y="703"/>
                  </a:lnTo>
                  <a:lnTo>
                    <a:pt x="662" y="643"/>
                  </a:lnTo>
                  <a:lnTo>
                    <a:pt x="702" y="582"/>
                  </a:lnTo>
                  <a:lnTo>
                    <a:pt x="723" y="522"/>
                  </a:lnTo>
                  <a:lnTo>
                    <a:pt x="743" y="382"/>
                  </a:lnTo>
                  <a:lnTo>
                    <a:pt x="723" y="241"/>
                  </a:lnTo>
                  <a:lnTo>
                    <a:pt x="702" y="181"/>
                  </a:lnTo>
                  <a:lnTo>
                    <a:pt x="662" y="121"/>
                  </a:lnTo>
                  <a:lnTo>
                    <a:pt x="602" y="81"/>
                  </a:lnTo>
                  <a:lnTo>
                    <a:pt x="542" y="41"/>
                  </a:lnTo>
                  <a:lnTo>
                    <a:pt x="462" y="21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42">
              <a:extLst>
                <a:ext uri="{FF2B5EF4-FFF2-40B4-BE49-F238E27FC236}">
                  <a16:creationId xmlns:a16="http://schemas.microsoft.com/office/drawing/2014/main" id="{2EB92AC7-15F9-65D6-8006-1A4EAB68A286}"/>
                </a:ext>
              </a:extLst>
            </p:cNvPr>
            <p:cNvSpPr/>
            <p:nvPr/>
          </p:nvSpPr>
          <p:spPr>
            <a:xfrm>
              <a:off x="106144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extrusionOk="0">
                  <a:moveTo>
                    <a:pt x="1083" y="0"/>
                  </a:move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215" y="1304"/>
                  </a:lnTo>
                  <a:lnTo>
                    <a:pt x="5215" y="1183"/>
                  </a:lnTo>
                  <a:lnTo>
                    <a:pt x="5215" y="1063"/>
                  </a:lnTo>
                  <a:lnTo>
                    <a:pt x="5194" y="943"/>
                  </a:lnTo>
                  <a:lnTo>
                    <a:pt x="5114" y="722"/>
                  </a:lnTo>
                  <a:lnTo>
                    <a:pt x="5014" y="521"/>
                  </a:lnTo>
                  <a:lnTo>
                    <a:pt x="4874" y="341"/>
                  </a:lnTo>
                  <a:lnTo>
                    <a:pt x="4693" y="201"/>
                  </a:lnTo>
                  <a:lnTo>
                    <a:pt x="4493" y="80"/>
                  </a:lnTo>
                  <a:lnTo>
                    <a:pt x="4272" y="20"/>
                  </a:lnTo>
                  <a:lnTo>
                    <a:pt x="41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42">
              <a:extLst>
                <a:ext uri="{FF2B5EF4-FFF2-40B4-BE49-F238E27FC236}">
                  <a16:creationId xmlns:a16="http://schemas.microsoft.com/office/drawing/2014/main" id="{B07CBA55-144E-8956-4AD1-074085F3FD49}"/>
                </a:ext>
              </a:extLst>
            </p:cNvPr>
            <p:cNvSpPr/>
            <p:nvPr/>
          </p:nvSpPr>
          <p:spPr>
            <a:xfrm>
              <a:off x="106144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fill="none" extrusionOk="0">
                  <a:moveTo>
                    <a:pt x="5215" y="1183"/>
                  </a:moveTo>
                  <a:lnTo>
                    <a:pt x="5215" y="1183"/>
                  </a:lnTo>
                  <a:lnTo>
                    <a:pt x="5215" y="130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5134" y="1584"/>
                  </a:lnTo>
                  <a:lnTo>
                    <a:pt x="5074" y="1745"/>
                  </a:lnTo>
                  <a:lnTo>
                    <a:pt x="4974" y="1885"/>
                  </a:lnTo>
                  <a:lnTo>
                    <a:pt x="4874" y="2026"/>
                  </a:lnTo>
                  <a:lnTo>
                    <a:pt x="4874" y="2026"/>
                  </a:lnTo>
                  <a:lnTo>
                    <a:pt x="4693" y="2166"/>
                  </a:lnTo>
                  <a:lnTo>
                    <a:pt x="4493" y="2286"/>
                  </a:lnTo>
                  <a:lnTo>
                    <a:pt x="4272" y="2346"/>
                  </a:lnTo>
                  <a:lnTo>
                    <a:pt x="4152" y="2367"/>
                  </a:lnTo>
                  <a:lnTo>
                    <a:pt x="4031" y="2367"/>
                  </a:lnTo>
                  <a:lnTo>
                    <a:pt x="1204" y="2367"/>
                  </a:lnTo>
                  <a:lnTo>
                    <a:pt x="1204" y="2367"/>
                  </a:lnTo>
                  <a:lnTo>
                    <a:pt x="1083" y="2367"/>
                  </a:lnTo>
                  <a:lnTo>
                    <a:pt x="963" y="2346"/>
                  </a:lnTo>
                  <a:lnTo>
                    <a:pt x="742" y="2286"/>
                  </a:lnTo>
                  <a:lnTo>
                    <a:pt x="522" y="2166"/>
                  </a:lnTo>
                  <a:lnTo>
                    <a:pt x="361" y="2026"/>
                  </a:lnTo>
                  <a:lnTo>
                    <a:pt x="201" y="1845"/>
                  </a:lnTo>
                  <a:lnTo>
                    <a:pt x="101" y="1645"/>
                  </a:lnTo>
                  <a:lnTo>
                    <a:pt x="40" y="1424"/>
                  </a:lnTo>
                  <a:lnTo>
                    <a:pt x="20" y="1304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20" y="1063"/>
                  </a:lnTo>
                  <a:lnTo>
                    <a:pt x="40" y="943"/>
                  </a:lnTo>
                  <a:lnTo>
                    <a:pt x="101" y="722"/>
                  </a:lnTo>
                  <a:lnTo>
                    <a:pt x="221" y="52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542" y="201"/>
                  </a:lnTo>
                  <a:lnTo>
                    <a:pt x="742" y="80"/>
                  </a:lnTo>
                  <a:lnTo>
                    <a:pt x="963" y="20"/>
                  </a:lnTo>
                  <a:lnTo>
                    <a:pt x="1083" y="0"/>
                  </a:lnTo>
                  <a:lnTo>
                    <a:pt x="1204" y="0"/>
                  </a:lnTo>
                  <a:lnTo>
                    <a:pt x="4031" y="0"/>
                  </a:lnTo>
                  <a:lnTo>
                    <a:pt x="4031" y="0"/>
                  </a:lnTo>
                  <a:lnTo>
                    <a:pt x="4152" y="0"/>
                  </a:lnTo>
                  <a:lnTo>
                    <a:pt x="4272" y="20"/>
                  </a:lnTo>
                  <a:lnTo>
                    <a:pt x="4493" y="80"/>
                  </a:lnTo>
                  <a:lnTo>
                    <a:pt x="4693" y="201"/>
                  </a:lnTo>
                  <a:lnTo>
                    <a:pt x="4874" y="341"/>
                  </a:lnTo>
                  <a:lnTo>
                    <a:pt x="5014" y="521"/>
                  </a:lnTo>
                  <a:lnTo>
                    <a:pt x="5114" y="722"/>
                  </a:lnTo>
                  <a:lnTo>
                    <a:pt x="5194" y="943"/>
                  </a:lnTo>
                  <a:lnTo>
                    <a:pt x="5215" y="1063"/>
                  </a:lnTo>
                  <a:lnTo>
                    <a:pt x="5215" y="11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42">
              <a:extLst>
                <a:ext uri="{FF2B5EF4-FFF2-40B4-BE49-F238E27FC236}">
                  <a16:creationId xmlns:a16="http://schemas.microsoft.com/office/drawing/2014/main" id="{89AD7256-87A0-B3ED-C370-D6D407CB5A9D}"/>
                </a:ext>
              </a:extLst>
            </p:cNvPr>
            <p:cNvSpPr/>
            <p:nvPr/>
          </p:nvSpPr>
          <p:spPr>
            <a:xfrm>
              <a:off x="106144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extrusionOk="0">
                  <a:moveTo>
                    <a:pt x="1083" y="0"/>
                  </a:move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72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8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4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42">
              <a:extLst>
                <a:ext uri="{FF2B5EF4-FFF2-40B4-BE49-F238E27FC236}">
                  <a16:creationId xmlns:a16="http://schemas.microsoft.com/office/drawing/2014/main" id="{42ACE621-AFAD-5281-C74D-2FD2893C21E8}"/>
                </a:ext>
              </a:extLst>
            </p:cNvPr>
            <p:cNvSpPr/>
            <p:nvPr/>
          </p:nvSpPr>
          <p:spPr>
            <a:xfrm>
              <a:off x="106144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fill="none" extrusionOk="0">
                  <a:moveTo>
                    <a:pt x="1525" y="0"/>
                  </a:moveTo>
                  <a:lnTo>
                    <a:pt x="1204" y="0"/>
                  </a:lnTo>
                  <a:lnTo>
                    <a:pt x="1204" y="0"/>
                  </a:lnTo>
                  <a:lnTo>
                    <a:pt x="1083" y="0"/>
                  </a:ln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1204" y="2367"/>
                  </a:lnTo>
                  <a:lnTo>
                    <a:pt x="4031" y="2367"/>
                  </a:lnTo>
                  <a:lnTo>
                    <a:pt x="4031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865" y="1424"/>
                  </a:lnTo>
                  <a:lnTo>
                    <a:pt x="172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8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4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42">
              <a:extLst>
                <a:ext uri="{FF2B5EF4-FFF2-40B4-BE49-F238E27FC236}">
                  <a16:creationId xmlns:a16="http://schemas.microsoft.com/office/drawing/2014/main" id="{6238AEC9-81FC-9DF9-E44B-5521EA7ECCB4}"/>
                </a:ext>
              </a:extLst>
            </p:cNvPr>
            <p:cNvSpPr/>
            <p:nvPr/>
          </p:nvSpPr>
          <p:spPr>
            <a:xfrm>
              <a:off x="10711675" y="3387163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62" y="0"/>
                  </a:moveTo>
                  <a:lnTo>
                    <a:pt x="282" y="20"/>
                  </a:lnTo>
                  <a:lnTo>
                    <a:pt x="222" y="40"/>
                  </a:lnTo>
                  <a:lnTo>
                    <a:pt x="141" y="80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1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2"/>
                  </a:lnTo>
                  <a:lnTo>
                    <a:pt x="141" y="682"/>
                  </a:lnTo>
                  <a:lnTo>
                    <a:pt x="222" y="722"/>
                  </a:lnTo>
                  <a:lnTo>
                    <a:pt x="282" y="742"/>
                  </a:lnTo>
                  <a:lnTo>
                    <a:pt x="362" y="762"/>
                  </a:lnTo>
                  <a:lnTo>
                    <a:pt x="462" y="742"/>
                  </a:lnTo>
                  <a:lnTo>
                    <a:pt x="522" y="722"/>
                  </a:lnTo>
                  <a:lnTo>
                    <a:pt x="583" y="682"/>
                  </a:lnTo>
                  <a:lnTo>
                    <a:pt x="643" y="642"/>
                  </a:lnTo>
                  <a:lnTo>
                    <a:pt x="683" y="582"/>
                  </a:lnTo>
                  <a:lnTo>
                    <a:pt x="703" y="522"/>
                  </a:lnTo>
                  <a:lnTo>
                    <a:pt x="743" y="381"/>
                  </a:lnTo>
                  <a:lnTo>
                    <a:pt x="703" y="241"/>
                  </a:lnTo>
                  <a:lnTo>
                    <a:pt x="683" y="181"/>
                  </a:lnTo>
                  <a:lnTo>
                    <a:pt x="643" y="121"/>
                  </a:lnTo>
                  <a:lnTo>
                    <a:pt x="583" y="80"/>
                  </a:lnTo>
                  <a:lnTo>
                    <a:pt x="522" y="40"/>
                  </a:lnTo>
                  <a:lnTo>
                    <a:pt x="462" y="2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42">
              <a:extLst>
                <a:ext uri="{FF2B5EF4-FFF2-40B4-BE49-F238E27FC236}">
                  <a16:creationId xmlns:a16="http://schemas.microsoft.com/office/drawing/2014/main" id="{17D76E17-75B2-2141-E452-AABC28E9D8A9}"/>
                </a:ext>
              </a:extLst>
            </p:cNvPr>
            <p:cNvSpPr/>
            <p:nvPr/>
          </p:nvSpPr>
          <p:spPr>
            <a:xfrm>
              <a:off x="107969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extrusionOk="0">
                  <a:moveTo>
                    <a:pt x="1063" y="0"/>
                  </a:move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214" y="1304"/>
                  </a:lnTo>
                  <a:lnTo>
                    <a:pt x="5214" y="1183"/>
                  </a:lnTo>
                  <a:lnTo>
                    <a:pt x="5214" y="1063"/>
                  </a:lnTo>
                  <a:lnTo>
                    <a:pt x="5194" y="943"/>
                  </a:lnTo>
                  <a:lnTo>
                    <a:pt x="5114" y="722"/>
                  </a:lnTo>
                  <a:lnTo>
                    <a:pt x="5014" y="521"/>
                  </a:lnTo>
                  <a:lnTo>
                    <a:pt x="4873" y="341"/>
                  </a:lnTo>
                  <a:lnTo>
                    <a:pt x="4693" y="201"/>
                  </a:lnTo>
                  <a:lnTo>
                    <a:pt x="4492" y="80"/>
                  </a:lnTo>
                  <a:lnTo>
                    <a:pt x="4272" y="20"/>
                  </a:lnTo>
                  <a:lnTo>
                    <a:pt x="41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42">
              <a:extLst>
                <a:ext uri="{FF2B5EF4-FFF2-40B4-BE49-F238E27FC236}">
                  <a16:creationId xmlns:a16="http://schemas.microsoft.com/office/drawing/2014/main" id="{6DF0F82A-91EB-3B0A-78A1-45D5BF21F141}"/>
                </a:ext>
              </a:extLst>
            </p:cNvPr>
            <p:cNvSpPr/>
            <p:nvPr/>
          </p:nvSpPr>
          <p:spPr>
            <a:xfrm>
              <a:off x="107969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fill="none" extrusionOk="0">
                  <a:moveTo>
                    <a:pt x="5214" y="1183"/>
                  </a:moveTo>
                  <a:lnTo>
                    <a:pt x="5214" y="1183"/>
                  </a:lnTo>
                  <a:lnTo>
                    <a:pt x="5214" y="130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5134" y="1584"/>
                  </a:lnTo>
                  <a:lnTo>
                    <a:pt x="5074" y="1745"/>
                  </a:lnTo>
                  <a:lnTo>
                    <a:pt x="4974" y="1885"/>
                  </a:lnTo>
                  <a:lnTo>
                    <a:pt x="4853" y="2026"/>
                  </a:lnTo>
                  <a:lnTo>
                    <a:pt x="4853" y="2026"/>
                  </a:lnTo>
                  <a:lnTo>
                    <a:pt x="4693" y="2166"/>
                  </a:lnTo>
                  <a:lnTo>
                    <a:pt x="4492" y="2286"/>
                  </a:lnTo>
                  <a:lnTo>
                    <a:pt x="4272" y="2346"/>
                  </a:lnTo>
                  <a:lnTo>
                    <a:pt x="4151" y="2367"/>
                  </a:lnTo>
                  <a:lnTo>
                    <a:pt x="4031" y="2367"/>
                  </a:lnTo>
                  <a:lnTo>
                    <a:pt x="1203" y="2367"/>
                  </a:lnTo>
                  <a:lnTo>
                    <a:pt x="1203" y="2367"/>
                  </a:lnTo>
                  <a:lnTo>
                    <a:pt x="1063" y="2367"/>
                  </a:lnTo>
                  <a:lnTo>
                    <a:pt x="963" y="2346"/>
                  </a:lnTo>
                  <a:lnTo>
                    <a:pt x="722" y="2286"/>
                  </a:lnTo>
                  <a:lnTo>
                    <a:pt x="522" y="2166"/>
                  </a:lnTo>
                  <a:lnTo>
                    <a:pt x="361" y="2026"/>
                  </a:lnTo>
                  <a:lnTo>
                    <a:pt x="201" y="1845"/>
                  </a:lnTo>
                  <a:lnTo>
                    <a:pt x="100" y="1645"/>
                  </a:lnTo>
                  <a:lnTo>
                    <a:pt x="20" y="1424"/>
                  </a:lnTo>
                  <a:lnTo>
                    <a:pt x="0" y="1304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0" y="1063"/>
                  </a:lnTo>
                  <a:lnTo>
                    <a:pt x="20" y="943"/>
                  </a:lnTo>
                  <a:lnTo>
                    <a:pt x="100" y="722"/>
                  </a:lnTo>
                  <a:lnTo>
                    <a:pt x="201" y="52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522" y="201"/>
                  </a:lnTo>
                  <a:lnTo>
                    <a:pt x="722" y="80"/>
                  </a:lnTo>
                  <a:lnTo>
                    <a:pt x="963" y="20"/>
                  </a:lnTo>
                  <a:lnTo>
                    <a:pt x="1063" y="0"/>
                  </a:lnTo>
                  <a:lnTo>
                    <a:pt x="1203" y="0"/>
                  </a:lnTo>
                  <a:lnTo>
                    <a:pt x="4031" y="0"/>
                  </a:lnTo>
                  <a:lnTo>
                    <a:pt x="4031" y="0"/>
                  </a:lnTo>
                  <a:lnTo>
                    <a:pt x="4151" y="0"/>
                  </a:lnTo>
                  <a:lnTo>
                    <a:pt x="4272" y="20"/>
                  </a:lnTo>
                  <a:lnTo>
                    <a:pt x="4492" y="80"/>
                  </a:lnTo>
                  <a:lnTo>
                    <a:pt x="4693" y="201"/>
                  </a:lnTo>
                  <a:lnTo>
                    <a:pt x="4873" y="341"/>
                  </a:lnTo>
                  <a:lnTo>
                    <a:pt x="5014" y="521"/>
                  </a:lnTo>
                  <a:lnTo>
                    <a:pt x="5114" y="722"/>
                  </a:lnTo>
                  <a:lnTo>
                    <a:pt x="5194" y="943"/>
                  </a:lnTo>
                  <a:lnTo>
                    <a:pt x="5214" y="1063"/>
                  </a:lnTo>
                  <a:lnTo>
                    <a:pt x="5214" y="11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42">
              <a:extLst>
                <a:ext uri="{FF2B5EF4-FFF2-40B4-BE49-F238E27FC236}">
                  <a16:creationId xmlns:a16="http://schemas.microsoft.com/office/drawing/2014/main" id="{779C27CA-D5CD-66F9-CC2B-AD405FC6BBF9}"/>
                </a:ext>
              </a:extLst>
            </p:cNvPr>
            <p:cNvSpPr/>
            <p:nvPr/>
          </p:nvSpPr>
          <p:spPr>
            <a:xfrm>
              <a:off x="107969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extrusionOk="0">
                  <a:moveTo>
                    <a:pt x="1063" y="0"/>
                  </a:move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70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6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2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4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42">
              <a:extLst>
                <a:ext uri="{FF2B5EF4-FFF2-40B4-BE49-F238E27FC236}">
                  <a16:creationId xmlns:a16="http://schemas.microsoft.com/office/drawing/2014/main" id="{851D9361-1B4B-4DBD-1F71-35DE77824F7E}"/>
                </a:ext>
              </a:extLst>
            </p:cNvPr>
            <p:cNvSpPr/>
            <p:nvPr/>
          </p:nvSpPr>
          <p:spPr>
            <a:xfrm>
              <a:off x="107969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fill="none" extrusionOk="0">
                  <a:moveTo>
                    <a:pt x="1524" y="0"/>
                  </a:moveTo>
                  <a:lnTo>
                    <a:pt x="1203" y="0"/>
                  </a:lnTo>
                  <a:lnTo>
                    <a:pt x="1203" y="0"/>
                  </a:lnTo>
                  <a:lnTo>
                    <a:pt x="1063" y="0"/>
                  </a:ln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1203" y="2367"/>
                  </a:lnTo>
                  <a:lnTo>
                    <a:pt x="4031" y="2367"/>
                  </a:lnTo>
                  <a:lnTo>
                    <a:pt x="4031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865" y="1424"/>
                  </a:lnTo>
                  <a:lnTo>
                    <a:pt x="170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6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2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42">
              <a:extLst>
                <a:ext uri="{FF2B5EF4-FFF2-40B4-BE49-F238E27FC236}">
                  <a16:creationId xmlns:a16="http://schemas.microsoft.com/office/drawing/2014/main" id="{FC1675F4-10BD-20B8-B00E-1D1F5C167469}"/>
                </a:ext>
              </a:extLst>
            </p:cNvPr>
            <p:cNvSpPr/>
            <p:nvPr/>
          </p:nvSpPr>
          <p:spPr>
            <a:xfrm>
              <a:off x="10894175" y="3387163"/>
              <a:ext cx="18075" cy="19075"/>
            </a:xfrm>
            <a:custGeom>
              <a:avLst/>
              <a:gdLst/>
              <a:ahLst/>
              <a:cxnLst/>
              <a:rect l="l" t="t" r="r" b="b"/>
              <a:pathLst>
                <a:path w="723" h="763" extrusionOk="0">
                  <a:moveTo>
                    <a:pt x="362" y="0"/>
                  </a:moveTo>
                  <a:lnTo>
                    <a:pt x="282" y="20"/>
                  </a:lnTo>
                  <a:lnTo>
                    <a:pt x="201" y="40"/>
                  </a:lnTo>
                  <a:lnTo>
                    <a:pt x="141" y="80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1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2"/>
                  </a:lnTo>
                  <a:lnTo>
                    <a:pt x="141" y="682"/>
                  </a:lnTo>
                  <a:lnTo>
                    <a:pt x="201" y="722"/>
                  </a:lnTo>
                  <a:lnTo>
                    <a:pt x="282" y="742"/>
                  </a:lnTo>
                  <a:lnTo>
                    <a:pt x="362" y="762"/>
                  </a:lnTo>
                  <a:lnTo>
                    <a:pt x="442" y="742"/>
                  </a:lnTo>
                  <a:lnTo>
                    <a:pt x="522" y="722"/>
                  </a:lnTo>
                  <a:lnTo>
                    <a:pt x="582" y="682"/>
                  </a:lnTo>
                  <a:lnTo>
                    <a:pt x="643" y="642"/>
                  </a:lnTo>
                  <a:lnTo>
                    <a:pt x="683" y="582"/>
                  </a:lnTo>
                  <a:lnTo>
                    <a:pt x="703" y="522"/>
                  </a:lnTo>
                  <a:lnTo>
                    <a:pt x="723" y="381"/>
                  </a:lnTo>
                  <a:lnTo>
                    <a:pt x="703" y="241"/>
                  </a:lnTo>
                  <a:lnTo>
                    <a:pt x="683" y="181"/>
                  </a:lnTo>
                  <a:lnTo>
                    <a:pt x="643" y="121"/>
                  </a:lnTo>
                  <a:lnTo>
                    <a:pt x="582" y="80"/>
                  </a:lnTo>
                  <a:lnTo>
                    <a:pt x="522" y="40"/>
                  </a:lnTo>
                  <a:lnTo>
                    <a:pt x="442" y="2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42">
              <a:extLst>
                <a:ext uri="{FF2B5EF4-FFF2-40B4-BE49-F238E27FC236}">
                  <a16:creationId xmlns:a16="http://schemas.microsoft.com/office/drawing/2014/main" id="{11FF0168-3E01-ED4B-4118-EA236D05C24E}"/>
                </a:ext>
              </a:extLst>
            </p:cNvPr>
            <p:cNvSpPr/>
            <p:nvPr/>
          </p:nvSpPr>
          <p:spPr>
            <a:xfrm>
              <a:off x="10137625" y="3130463"/>
              <a:ext cx="985200" cy="699925"/>
            </a:xfrm>
            <a:custGeom>
              <a:avLst/>
              <a:gdLst/>
              <a:ahLst/>
              <a:cxnLst/>
              <a:rect l="l" t="t" r="r" b="b"/>
              <a:pathLst>
                <a:path w="39408" h="27997" extrusionOk="0">
                  <a:moveTo>
                    <a:pt x="7681" y="0"/>
                  </a:moveTo>
                  <a:lnTo>
                    <a:pt x="7341" y="20"/>
                  </a:lnTo>
                  <a:lnTo>
                    <a:pt x="7000" y="81"/>
                  </a:lnTo>
                  <a:lnTo>
                    <a:pt x="6659" y="121"/>
                  </a:lnTo>
                  <a:lnTo>
                    <a:pt x="6338" y="201"/>
                  </a:lnTo>
                  <a:lnTo>
                    <a:pt x="6017" y="281"/>
                  </a:lnTo>
                  <a:lnTo>
                    <a:pt x="5696" y="381"/>
                  </a:lnTo>
                  <a:lnTo>
                    <a:pt x="5395" y="482"/>
                  </a:lnTo>
                  <a:lnTo>
                    <a:pt x="5094" y="602"/>
                  </a:lnTo>
                  <a:lnTo>
                    <a:pt x="4794" y="742"/>
                  </a:lnTo>
                  <a:lnTo>
                    <a:pt x="4493" y="883"/>
                  </a:lnTo>
                  <a:lnTo>
                    <a:pt x="4212" y="1043"/>
                  </a:lnTo>
                  <a:lnTo>
                    <a:pt x="3931" y="1204"/>
                  </a:lnTo>
                  <a:lnTo>
                    <a:pt x="3650" y="1364"/>
                  </a:lnTo>
                  <a:lnTo>
                    <a:pt x="3390" y="1565"/>
                  </a:lnTo>
                  <a:lnTo>
                    <a:pt x="3129" y="1745"/>
                  </a:lnTo>
                  <a:lnTo>
                    <a:pt x="2888" y="1966"/>
                  </a:lnTo>
                  <a:lnTo>
                    <a:pt x="2648" y="2166"/>
                  </a:lnTo>
                  <a:lnTo>
                    <a:pt x="2407" y="2407"/>
                  </a:lnTo>
                  <a:lnTo>
                    <a:pt x="2186" y="2627"/>
                  </a:lnTo>
                  <a:lnTo>
                    <a:pt x="1986" y="2868"/>
                  </a:lnTo>
                  <a:lnTo>
                    <a:pt x="1765" y="3129"/>
                  </a:lnTo>
                  <a:lnTo>
                    <a:pt x="1585" y="3369"/>
                  </a:lnTo>
                  <a:lnTo>
                    <a:pt x="1384" y="3650"/>
                  </a:lnTo>
                  <a:lnTo>
                    <a:pt x="1224" y="3911"/>
                  </a:lnTo>
                  <a:lnTo>
                    <a:pt x="1063" y="4192"/>
                  </a:lnTo>
                  <a:lnTo>
                    <a:pt x="903" y="4493"/>
                  </a:lnTo>
                  <a:lnTo>
                    <a:pt x="763" y="4773"/>
                  </a:lnTo>
                  <a:lnTo>
                    <a:pt x="622" y="5074"/>
                  </a:lnTo>
                  <a:lnTo>
                    <a:pt x="502" y="5375"/>
                  </a:lnTo>
                  <a:lnTo>
                    <a:pt x="402" y="5696"/>
                  </a:lnTo>
                  <a:lnTo>
                    <a:pt x="301" y="6017"/>
                  </a:lnTo>
                  <a:lnTo>
                    <a:pt x="221" y="6338"/>
                  </a:lnTo>
                  <a:lnTo>
                    <a:pt x="121" y="6799"/>
                  </a:lnTo>
                  <a:lnTo>
                    <a:pt x="61" y="7260"/>
                  </a:lnTo>
                  <a:lnTo>
                    <a:pt x="21" y="7741"/>
                  </a:lnTo>
                  <a:lnTo>
                    <a:pt x="1" y="8223"/>
                  </a:lnTo>
                  <a:lnTo>
                    <a:pt x="1" y="19754"/>
                  </a:lnTo>
                  <a:lnTo>
                    <a:pt x="21" y="20175"/>
                  </a:lnTo>
                  <a:lnTo>
                    <a:pt x="41" y="20596"/>
                  </a:lnTo>
                  <a:lnTo>
                    <a:pt x="101" y="21017"/>
                  </a:lnTo>
                  <a:lnTo>
                    <a:pt x="181" y="21419"/>
                  </a:lnTo>
                  <a:lnTo>
                    <a:pt x="261" y="21820"/>
                  </a:lnTo>
                  <a:lnTo>
                    <a:pt x="382" y="22221"/>
                  </a:lnTo>
                  <a:lnTo>
                    <a:pt x="502" y="22602"/>
                  </a:lnTo>
                  <a:lnTo>
                    <a:pt x="662" y="22963"/>
                  </a:lnTo>
                  <a:lnTo>
                    <a:pt x="823" y="23344"/>
                  </a:lnTo>
                  <a:lnTo>
                    <a:pt x="1003" y="23685"/>
                  </a:lnTo>
                  <a:lnTo>
                    <a:pt x="1204" y="24026"/>
                  </a:lnTo>
                  <a:lnTo>
                    <a:pt x="1424" y="24367"/>
                  </a:lnTo>
                  <a:lnTo>
                    <a:pt x="1645" y="24687"/>
                  </a:lnTo>
                  <a:lnTo>
                    <a:pt x="1886" y="25008"/>
                  </a:lnTo>
                  <a:lnTo>
                    <a:pt x="2146" y="25309"/>
                  </a:lnTo>
                  <a:lnTo>
                    <a:pt x="2427" y="25590"/>
                  </a:lnTo>
                  <a:lnTo>
                    <a:pt x="2708" y="25871"/>
                  </a:lnTo>
                  <a:lnTo>
                    <a:pt x="3009" y="26131"/>
                  </a:lnTo>
                  <a:lnTo>
                    <a:pt x="3330" y="26372"/>
                  </a:lnTo>
                  <a:lnTo>
                    <a:pt x="3650" y="26593"/>
                  </a:lnTo>
                  <a:lnTo>
                    <a:pt x="3971" y="26813"/>
                  </a:lnTo>
                  <a:lnTo>
                    <a:pt x="4332" y="27014"/>
                  </a:lnTo>
                  <a:lnTo>
                    <a:pt x="4673" y="27194"/>
                  </a:lnTo>
                  <a:lnTo>
                    <a:pt x="5034" y="27355"/>
                  </a:lnTo>
                  <a:lnTo>
                    <a:pt x="5415" y="27515"/>
                  </a:lnTo>
                  <a:lnTo>
                    <a:pt x="5796" y="27635"/>
                  </a:lnTo>
                  <a:lnTo>
                    <a:pt x="6197" y="27756"/>
                  </a:lnTo>
                  <a:lnTo>
                    <a:pt x="6598" y="27836"/>
                  </a:lnTo>
                  <a:lnTo>
                    <a:pt x="7000" y="27916"/>
                  </a:lnTo>
                  <a:lnTo>
                    <a:pt x="7401" y="27956"/>
                  </a:lnTo>
                  <a:lnTo>
                    <a:pt x="7822" y="27996"/>
                  </a:lnTo>
                  <a:lnTo>
                    <a:pt x="32068" y="27996"/>
                  </a:lnTo>
                  <a:lnTo>
                    <a:pt x="32649" y="27976"/>
                  </a:lnTo>
                  <a:lnTo>
                    <a:pt x="33251" y="27916"/>
                  </a:lnTo>
                  <a:lnTo>
                    <a:pt x="33812" y="27816"/>
                  </a:lnTo>
                  <a:lnTo>
                    <a:pt x="34374" y="27676"/>
                  </a:lnTo>
                  <a:lnTo>
                    <a:pt x="34915" y="27495"/>
                  </a:lnTo>
                  <a:lnTo>
                    <a:pt x="35437" y="27295"/>
                  </a:lnTo>
                  <a:lnTo>
                    <a:pt x="35938" y="27034"/>
                  </a:lnTo>
                  <a:lnTo>
                    <a:pt x="36420" y="26753"/>
                  </a:lnTo>
                  <a:lnTo>
                    <a:pt x="36901" y="26452"/>
                  </a:lnTo>
                  <a:lnTo>
                    <a:pt x="37322" y="26111"/>
                  </a:lnTo>
                  <a:lnTo>
                    <a:pt x="37743" y="25730"/>
                  </a:lnTo>
                  <a:lnTo>
                    <a:pt x="38144" y="25329"/>
                  </a:lnTo>
                  <a:lnTo>
                    <a:pt x="38505" y="24908"/>
                  </a:lnTo>
                  <a:lnTo>
                    <a:pt x="38826" y="24467"/>
                  </a:lnTo>
                  <a:lnTo>
                    <a:pt x="39147" y="23986"/>
                  </a:lnTo>
                  <a:lnTo>
                    <a:pt x="39408" y="23504"/>
                  </a:lnTo>
                  <a:lnTo>
                    <a:pt x="39408" y="23504"/>
                  </a:lnTo>
                  <a:lnTo>
                    <a:pt x="39007" y="23705"/>
                  </a:lnTo>
                  <a:lnTo>
                    <a:pt x="38605" y="23885"/>
                  </a:lnTo>
                  <a:lnTo>
                    <a:pt x="38204" y="24066"/>
                  </a:lnTo>
                  <a:lnTo>
                    <a:pt x="37803" y="24226"/>
                  </a:lnTo>
                  <a:lnTo>
                    <a:pt x="37382" y="24387"/>
                  </a:lnTo>
                  <a:lnTo>
                    <a:pt x="36961" y="24527"/>
                  </a:lnTo>
                  <a:lnTo>
                    <a:pt x="36099" y="24768"/>
                  </a:lnTo>
                  <a:lnTo>
                    <a:pt x="35216" y="24988"/>
                  </a:lnTo>
                  <a:lnTo>
                    <a:pt x="34334" y="25149"/>
                  </a:lnTo>
                  <a:lnTo>
                    <a:pt x="33451" y="25289"/>
                  </a:lnTo>
                  <a:lnTo>
                    <a:pt x="32569" y="25409"/>
                  </a:lnTo>
                  <a:lnTo>
                    <a:pt x="31085" y="25550"/>
                  </a:lnTo>
                  <a:lnTo>
                    <a:pt x="29581" y="25630"/>
                  </a:lnTo>
                  <a:lnTo>
                    <a:pt x="28077" y="25690"/>
                  </a:lnTo>
                  <a:lnTo>
                    <a:pt x="26573" y="25710"/>
                  </a:lnTo>
                  <a:lnTo>
                    <a:pt x="24788" y="25690"/>
                  </a:lnTo>
                  <a:lnTo>
                    <a:pt x="23003" y="25610"/>
                  </a:lnTo>
                  <a:lnTo>
                    <a:pt x="21218" y="25510"/>
                  </a:lnTo>
                  <a:lnTo>
                    <a:pt x="19433" y="25369"/>
                  </a:lnTo>
                  <a:lnTo>
                    <a:pt x="17709" y="25209"/>
                  </a:lnTo>
                  <a:lnTo>
                    <a:pt x="15984" y="25008"/>
                  </a:lnTo>
                  <a:lnTo>
                    <a:pt x="15122" y="24888"/>
                  </a:lnTo>
                  <a:lnTo>
                    <a:pt x="14259" y="24768"/>
                  </a:lnTo>
                  <a:lnTo>
                    <a:pt x="13397" y="24607"/>
                  </a:lnTo>
                  <a:lnTo>
                    <a:pt x="12555" y="24427"/>
                  </a:lnTo>
                  <a:lnTo>
                    <a:pt x="11813" y="24266"/>
                  </a:lnTo>
                  <a:lnTo>
                    <a:pt x="11071" y="24046"/>
                  </a:lnTo>
                  <a:lnTo>
                    <a:pt x="10329" y="23825"/>
                  </a:lnTo>
                  <a:lnTo>
                    <a:pt x="9948" y="23685"/>
                  </a:lnTo>
                  <a:lnTo>
                    <a:pt x="9587" y="23544"/>
                  </a:lnTo>
                  <a:lnTo>
                    <a:pt x="9246" y="23384"/>
                  </a:lnTo>
                  <a:lnTo>
                    <a:pt x="8885" y="23203"/>
                  </a:lnTo>
                  <a:lnTo>
                    <a:pt x="8564" y="23023"/>
                  </a:lnTo>
                  <a:lnTo>
                    <a:pt x="8223" y="22822"/>
                  </a:lnTo>
                  <a:lnTo>
                    <a:pt x="7902" y="22602"/>
                  </a:lnTo>
                  <a:lnTo>
                    <a:pt x="7601" y="22381"/>
                  </a:lnTo>
                  <a:lnTo>
                    <a:pt x="7300" y="22141"/>
                  </a:lnTo>
                  <a:lnTo>
                    <a:pt x="7020" y="21880"/>
                  </a:lnTo>
                  <a:lnTo>
                    <a:pt x="6759" y="21579"/>
                  </a:lnTo>
                  <a:lnTo>
                    <a:pt x="6518" y="21258"/>
                  </a:lnTo>
                  <a:lnTo>
                    <a:pt x="6298" y="20937"/>
                  </a:lnTo>
                  <a:lnTo>
                    <a:pt x="6097" y="20596"/>
                  </a:lnTo>
                  <a:lnTo>
                    <a:pt x="5917" y="20255"/>
                  </a:lnTo>
                  <a:lnTo>
                    <a:pt x="5756" y="19874"/>
                  </a:lnTo>
                  <a:lnTo>
                    <a:pt x="5616" y="19513"/>
                  </a:lnTo>
                  <a:lnTo>
                    <a:pt x="5495" y="19132"/>
                  </a:lnTo>
                  <a:lnTo>
                    <a:pt x="5375" y="18731"/>
                  </a:lnTo>
                  <a:lnTo>
                    <a:pt x="5275" y="18350"/>
                  </a:lnTo>
                  <a:lnTo>
                    <a:pt x="5094" y="17548"/>
                  </a:lnTo>
                  <a:lnTo>
                    <a:pt x="4954" y="16766"/>
                  </a:lnTo>
                  <a:lnTo>
                    <a:pt x="4834" y="16004"/>
                  </a:lnTo>
                  <a:lnTo>
                    <a:pt x="4713" y="15162"/>
                  </a:lnTo>
                  <a:lnTo>
                    <a:pt x="4633" y="14319"/>
                  </a:lnTo>
                  <a:lnTo>
                    <a:pt x="4553" y="13477"/>
                  </a:lnTo>
                  <a:lnTo>
                    <a:pt x="4513" y="12635"/>
                  </a:lnTo>
                  <a:lnTo>
                    <a:pt x="4513" y="11792"/>
                  </a:lnTo>
                  <a:lnTo>
                    <a:pt x="4513" y="10950"/>
                  </a:lnTo>
                  <a:lnTo>
                    <a:pt x="4533" y="10108"/>
                  </a:lnTo>
                  <a:lnTo>
                    <a:pt x="4593" y="9265"/>
                  </a:lnTo>
                  <a:lnTo>
                    <a:pt x="4633" y="8664"/>
                  </a:lnTo>
                  <a:lnTo>
                    <a:pt x="4693" y="8062"/>
                  </a:lnTo>
                  <a:lnTo>
                    <a:pt x="4774" y="7461"/>
                  </a:lnTo>
                  <a:lnTo>
                    <a:pt x="4874" y="6839"/>
                  </a:lnTo>
                  <a:lnTo>
                    <a:pt x="4974" y="6217"/>
                  </a:lnTo>
                  <a:lnTo>
                    <a:pt x="5094" y="5596"/>
                  </a:lnTo>
                  <a:lnTo>
                    <a:pt x="5255" y="4974"/>
                  </a:lnTo>
                  <a:lnTo>
                    <a:pt x="5415" y="4352"/>
                  </a:lnTo>
                  <a:lnTo>
                    <a:pt x="5616" y="3750"/>
                  </a:lnTo>
                  <a:lnTo>
                    <a:pt x="5816" y="3169"/>
                  </a:lnTo>
                  <a:lnTo>
                    <a:pt x="6057" y="2587"/>
                  </a:lnTo>
                  <a:lnTo>
                    <a:pt x="6318" y="2026"/>
                  </a:lnTo>
                  <a:lnTo>
                    <a:pt x="6619" y="1484"/>
                  </a:lnTo>
                  <a:lnTo>
                    <a:pt x="6939" y="963"/>
                  </a:lnTo>
                  <a:lnTo>
                    <a:pt x="7280" y="462"/>
                  </a:lnTo>
                  <a:lnTo>
                    <a:pt x="768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42">
              <a:extLst>
                <a:ext uri="{FF2B5EF4-FFF2-40B4-BE49-F238E27FC236}">
                  <a16:creationId xmlns:a16="http://schemas.microsoft.com/office/drawing/2014/main" id="{FE3A0B75-2CD9-C4BD-E775-808C96C88F46}"/>
                </a:ext>
              </a:extLst>
            </p:cNvPr>
            <p:cNvSpPr/>
            <p:nvPr/>
          </p:nvSpPr>
          <p:spPr>
            <a:xfrm>
              <a:off x="10137625" y="3130463"/>
              <a:ext cx="985200" cy="699925"/>
            </a:xfrm>
            <a:custGeom>
              <a:avLst/>
              <a:gdLst/>
              <a:ahLst/>
              <a:cxnLst/>
              <a:rect l="l" t="t" r="r" b="b"/>
              <a:pathLst>
                <a:path w="39408" h="27997" fill="none" extrusionOk="0">
                  <a:moveTo>
                    <a:pt x="7681" y="0"/>
                  </a:moveTo>
                  <a:lnTo>
                    <a:pt x="7681" y="0"/>
                  </a:lnTo>
                  <a:lnTo>
                    <a:pt x="7341" y="20"/>
                  </a:lnTo>
                  <a:lnTo>
                    <a:pt x="7000" y="81"/>
                  </a:lnTo>
                  <a:lnTo>
                    <a:pt x="6659" y="121"/>
                  </a:lnTo>
                  <a:lnTo>
                    <a:pt x="6338" y="201"/>
                  </a:lnTo>
                  <a:lnTo>
                    <a:pt x="6017" y="281"/>
                  </a:lnTo>
                  <a:lnTo>
                    <a:pt x="5696" y="381"/>
                  </a:lnTo>
                  <a:lnTo>
                    <a:pt x="5395" y="482"/>
                  </a:lnTo>
                  <a:lnTo>
                    <a:pt x="5094" y="602"/>
                  </a:lnTo>
                  <a:lnTo>
                    <a:pt x="4794" y="742"/>
                  </a:lnTo>
                  <a:lnTo>
                    <a:pt x="4493" y="883"/>
                  </a:lnTo>
                  <a:lnTo>
                    <a:pt x="4212" y="1043"/>
                  </a:lnTo>
                  <a:lnTo>
                    <a:pt x="3931" y="1204"/>
                  </a:lnTo>
                  <a:lnTo>
                    <a:pt x="3650" y="1364"/>
                  </a:lnTo>
                  <a:lnTo>
                    <a:pt x="3390" y="1565"/>
                  </a:lnTo>
                  <a:lnTo>
                    <a:pt x="3129" y="1745"/>
                  </a:lnTo>
                  <a:lnTo>
                    <a:pt x="2888" y="1966"/>
                  </a:lnTo>
                  <a:lnTo>
                    <a:pt x="2648" y="2166"/>
                  </a:lnTo>
                  <a:lnTo>
                    <a:pt x="2407" y="2407"/>
                  </a:lnTo>
                  <a:lnTo>
                    <a:pt x="2186" y="2627"/>
                  </a:lnTo>
                  <a:lnTo>
                    <a:pt x="1986" y="2868"/>
                  </a:lnTo>
                  <a:lnTo>
                    <a:pt x="1765" y="3129"/>
                  </a:lnTo>
                  <a:lnTo>
                    <a:pt x="1585" y="3369"/>
                  </a:lnTo>
                  <a:lnTo>
                    <a:pt x="1384" y="3650"/>
                  </a:lnTo>
                  <a:lnTo>
                    <a:pt x="1224" y="3911"/>
                  </a:lnTo>
                  <a:lnTo>
                    <a:pt x="1063" y="4192"/>
                  </a:lnTo>
                  <a:lnTo>
                    <a:pt x="903" y="4493"/>
                  </a:lnTo>
                  <a:lnTo>
                    <a:pt x="763" y="4773"/>
                  </a:lnTo>
                  <a:lnTo>
                    <a:pt x="622" y="5074"/>
                  </a:lnTo>
                  <a:lnTo>
                    <a:pt x="502" y="5375"/>
                  </a:lnTo>
                  <a:lnTo>
                    <a:pt x="402" y="5696"/>
                  </a:lnTo>
                  <a:lnTo>
                    <a:pt x="301" y="6017"/>
                  </a:lnTo>
                  <a:lnTo>
                    <a:pt x="221" y="6338"/>
                  </a:lnTo>
                  <a:lnTo>
                    <a:pt x="221" y="6338"/>
                  </a:lnTo>
                  <a:lnTo>
                    <a:pt x="121" y="6799"/>
                  </a:lnTo>
                  <a:lnTo>
                    <a:pt x="61" y="7260"/>
                  </a:lnTo>
                  <a:lnTo>
                    <a:pt x="21" y="7741"/>
                  </a:lnTo>
                  <a:lnTo>
                    <a:pt x="1" y="8223"/>
                  </a:lnTo>
                  <a:lnTo>
                    <a:pt x="1" y="19754"/>
                  </a:lnTo>
                  <a:lnTo>
                    <a:pt x="1" y="19754"/>
                  </a:lnTo>
                  <a:lnTo>
                    <a:pt x="21" y="20175"/>
                  </a:lnTo>
                  <a:lnTo>
                    <a:pt x="41" y="20596"/>
                  </a:lnTo>
                  <a:lnTo>
                    <a:pt x="101" y="21017"/>
                  </a:lnTo>
                  <a:lnTo>
                    <a:pt x="181" y="21419"/>
                  </a:lnTo>
                  <a:lnTo>
                    <a:pt x="261" y="21820"/>
                  </a:lnTo>
                  <a:lnTo>
                    <a:pt x="382" y="22221"/>
                  </a:lnTo>
                  <a:lnTo>
                    <a:pt x="502" y="22602"/>
                  </a:lnTo>
                  <a:lnTo>
                    <a:pt x="662" y="22963"/>
                  </a:lnTo>
                  <a:lnTo>
                    <a:pt x="823" y="23344"/>
                  </a:lnTo>
                  <a:lnTo>
                    <a:pt x="1003" y="23685"/>
                  </a:lnTo>
                  <a:lnTo>
                    <a:pt x="1204" y="24026"/>
                  </a:lnTo>
                  <a:lnTo>
                    <a:pt x="1424" y="24367"/>
                  </a:lnTo>
                  <a:lnTo>
                    <a:pt x="1645" y="24687"/>
                  </a:lnTo>
                  <a:lnTo>
                    <a:pt x="1886" y="25008"/>
                  </a:lnTo>
                  <a:lnTo>
                    <a:pt x="2146" y="25309"/>
                  </a:lnTo>
                  <a:lnTo>
                    <a:pt x="2427" y="25590"/>
                  </a:lnTo>
                  <a:lnTo>
                    <a:pt x="2708" y="25871"/>
                  </a:lnTo>
                  <a:lnTo>
                    <a:pt x="3009" y="26131"/>
                  </a:lnTo>
                  <a:lnTo>
                    <a:pt x="3330" y="26372"/>
                  </a:lnTo>
                  <a:lnTo>
                    <a:pt x="3650" y="26593"/>
                  </a:lnTo>
                  <a:lnTo>
                    <a:pt x="3971" y="26813"/>
                  </a:lnTo>
                  <a:lnTo>
                    <a:pt x="4332" y="27014"/>
                  </a:lnTo>
                  <a:lnTo>
                    <a:pt x="4673" y="27194"/>
                  </a:lnTo>
                  <a:lnTo>
                    <a:pt x="5034" y="27355"/>
                  </a:lnTo>
                  <a:lnTo>
                    <a:pt x="5415" y="27515"/>
                  </a:lnTo>
                  <a:lnTo>
                    <a:pt x="5796" y="27635"/>
                  </a:lnTo>
                  <a:lnTo>
                    <a:pt x="6197" y="27756"/>
                  </a:lnTo>
                  <a:lnTo>
                    <a:pt x="6598" y="27836"/>
                  </a:lnTo>
                  <a:lnTo>
                    <a:pt x="7000" y="27916"/>
                  </a:lnTo>
                  <a:lnTo>
                    <a:pt x="7401" y="27956"/>
                  </a:lnTo>
                  <a:lnTo>
                    <a:pt x="7822" y="27996"/>
                  </a:lnTo>
                  <a:lnTo>
                    <a:pt x="8263" y="27996"/>
                  </a:lnTo>
                  <a:lnTo>
                    <a:pt x="32068" y="27996"/>
                  </a:lnTo>
                  <a:lnTo>
                    <a:pt x="32068" y="27996"/>
                  </a:lnTo>
                  <a:lnTo>
                    <a:pt x="32649" y="27976"/>
                  </a:lnTo>
                  <a:lnTo>
                    <a:pt x="33251" y="27916"/>
                  </a:lnTo>
                  <a:lnTo>
                    <a:pt x="33812" y="27816"/>
                  </a:lnTo>
                  <a:lnTo>
                    <a:pt x="34374" y="27676"/>
                  </a:lnTo>
                  <a:lnTo>
                    <a:pt x="34915" y="27495"/>
                  </a:lnTo>
                  <a:lnTo>
                    <a:pt x="35437" y="27295"/>
                  </a:lnTo>
                  <a:lnTo>
                    <a:pt x="35938" y="27034"/>
                  </a:lnTo>
                  <a:lnTo>
                    <a:pt x="36420" y="26753"/>
                  </a:lnTo>
                  <a:lnTo>
                    <a:pt x="36901" y="26452"/>
                  </a:lnTo>
                  <a:lnTo>
                    <a:pt x="37322" y="26111"/>
                  </a:lnTo>
                  <a:lnTo>
                    <a:pt x="37743" y="25730"/>
                  </a:lnTo>
                  <a:lnTo>
                    <a:pt x="38144" y="25329"/>
                  </a:lnTo>
                  <a:lnTo>
                    <a:pt x="38505" y="24908"/>
                  </a:lnTo>
                  <a:lnTo>
                    <a:pt x="38826" y="24467"/>
                  </a:lnTo>
                  <a:lnTo>
                    <a:pt x="39147" y="23986"/>
                  </a:lnTo>
                  <a:lnTo>
                    <a:pt x="39408" y="23504"/>
                  </a:lnTo>
                  <a:lnTo>
                    <a:pt x="39408" y="23504"/>
                  </a:lnTo>
                  <a:lnTo>
                    <a:pt x="39007" y="23705"/>
                  </a:lnTo>
                  <a:lnTo>
                    <a:pt x="38605" y="23885"/>
                  </a:lnTo>
                  <a:lnTo>
                    <a:pt x="38204" y="24066"/>
                  </a:lnTo>
                  <a:lnTo>
                    <a:pt x="37803" y="24226"/>
                  </a:lnTo>
                  <a:lnTo>
                    <a:pt x="37382" y="24387"/>
                  </a:lnTo>
                  <a:lnTo>
                    <a:pt x="36961" y="24527"/>
                  </a:lnTo>
                  <a:lnTo>
                    <a:pt x="36099" y="24768"/>
                  </a:lnTo>
                  <a:lnTo>
                    <a:pt x="35216" y="24988"/>
                  </a:lnTo>
                  <a:lnTo>
                    <a:pt x="34334" y="25149"/>
                  </a:lnTo>
                  <a:lnTo>
                    <a:pt x="33451" y="25289"/>
                  </a:lnTo>
                  <a:lnTo>
                    <a:pt x="32569" y="25409"/>
                  </a:lnTo>
                  <a:lnTo>
                    <a:pt x="32569" y="25409"/>
                  </a:lnTo>
                  <a:lnTo>
                    <a:pt x="31085" y="25550"/>
                  </a:lnTo>
                  <a:lnTo>
                    <a:pt x="29581" y="25630"/>
                  </a:lnTo>
                  <a:lnTo>
                    <a:pt x="28077" y="25690"/>
                  </a:lnTo>
                  <a:lnTo>
                    <a:pt x="26573" y="25710"/>
                  </a:lnTo>
                  <a:lnTo>
                    <a:pt x="26573" y="25710"/>
                  </a:lnTo>
                  <a:lnTo>
                    <a:pt x="24788" y="25690"/>
                  </a:lnTo>
                  <a:lnTo>
                    <a:pt x="23003" y="25610"/>
                  </a:lnTo>
                  <a:lnTo>
                    <a:pt x="21218" y="25510"/>
                  </a:lnTo>
                  <a:lnTo>
                    <a:pt x="19433" y="25369"/>
                  </a:lnTo>
                  <a:lnTo>
                    <a:pt x="19433" y="25369"/>
                  </a:lnTo>
                  <a:lnTo>
                    <a:pt x="17709" y="25209"/>
                  </a:lnTo>
                  <a:lnTo>
                    <a:pt x="15984" y="25008"/>
                  </a:lnTo>
                  <a:lnTo>
                    <a:pt x="15122" y="24888"/>
                  </a:lnTo>
                  <a:lnTo>
                    <a:pt x="14259" y="24768"/>
                  </a:lnTo>
                  <a:lnTo>
                    <a:pt x="13397" y="24607"/>
                  </a:lnTo>
                  <a:lnTo>
                    <a:pt x="12555" y="24427"/>
                  </a:lnTo>
                  <a:lnTo>
                    <a:pt x="12555" y="24427"/>
                  </a:lnTo>
                  <a:lnTo>
                    <a:pt x="11813" y="24266"/>
                  </a:lnTo>
                  <a:lnTo>
                    <a:pt x="11071" y="24046"/>
                  </a:lnTo>
                  <a:lnTo>
                    <a:pt x="10329" y="23825"/>
                  </a:lnTo>
                  <a:lnTo>
                    <a:pt x="9948" y="23685"/>
                  </a:lnTo>
                  <a:lnTo>
                    <a:pt x="9587" y="23544"/>
                  </a:lnTo>
                  <a:lnTo>
                    <a:pt x="9246" y="23384"/>
                  </a:lnTo>
                  <a:lnTo>
                    <a:pt x="8885" y="23203"/>
                  </a:lnTo>
                  <a:lnTo>
                    <a:pt x="8564" y="23023"/>
                  </a:lnTo>
                  <a:lnTo>
                    <a:pt x="8223" y="22822"/>
                  </a:lnTo>
                  <a:lnTo>
                    <a:pt x="7902" y="22602"/>
                  </a:lnTo>
                  <a:lnTo>
                    <a:pt x="7601" y="22381"/>
                  </a:lnTo>
                  <a:lnTo>
                    <a:pt x="7300" y="22141"/>
                  </a:lnTo>
                  <a:lnTo>
                    <a:pt x="7020" y="21880"/>
                  </a:lnTo>
                  <a:lnTo>
                    <a:pt x="7020" y="21880"/>
                  </a:lnTo>
                  <a:lnTo>
                    <a:pt x="6759" y="21579"/>
                  </a:lnTo>
                  <a:lnTo>
                    <a:pt x="6518" y="21258"/>
                  </a:lnTo>
                  <a:lnTo>
                    <a:pt x="6298" y="20937"/>
                  </a:lnTo>
                  <a:lnTo>
                    <a:pt x="6097" y="20596"/>
                  </a:lnTo>
                  <a:lnTo>
                    <a:pt x="5917" y="20255"/>
                  </a:lnTo>
                  <a:lnTo>
                    <a:pt x="5756" y="19874"/>
                  </a:lnTo>
                  <a:lnTo>
                    <a:pt x="5616" y="19513"/>
                  </a:lnTo>
                  <a:lnTo>
                    <a:pt x="5495" y="19132"/>
                  </a:lnTo>
                  <a:lnTo>
                    <a:pt x="5375" y="18731"/>
                  </a:lnTo>
                  <a:lnTo>
                    <a:pt x="5275" y="18350"/>
                  </a:lnTo>
                  <a:lnTo>
                    <a:pt x="5094" y="17548"/>
                  </a:lnTo>
                  <a:lnTo>
                    <a:pt x="4954" y="16766"/>
                  </a:lnTo>
                  <a:lnTo>
                    <a:pt x="4834" y="16004"/>
                  </a:lnTo>
                  <a:lnTo>
                    <a:pt x="4834" y="16004"/>
                  </a:lnTo>
                  <a:lnTo>
                    <a:pt x="4713" y="15162"/>
                  </a:lnTo>
                  <a:lnTo>
                    <a:pt x="4633" y="14319"/>
                  </a:lnTo>
                  <a:lnTo>
                    <a:pt x="4553" y="13477"/>
                  </a:lnTo>
                  <a:lnTo>
                    <a:pt x="4513" y="12635"/>
                  </a:lnTo>
                  <a:lnTo>
                    <a:pt x="4513" y="11792"/>
                  </a:lnTo>
                  <a:lnTo>
                    <a:pt x="4513" y="10950"/>
                  </a:lnTo>
                  <a:lnTo>
                    <a:pt x="4533" y="10108"/>
                  </a:lnTo>
                  <a:lnTo>
                    <a:pt x="4593" y="9265"/>
                  </a:lnTo>
                  <a:lnTo>
                    <a:pt x="4593" y="9265"/>
                  </a:lnTo>
                  <a:lnTo>
                    <a:pt x="4633" y="8664"/>
                  </a:lnTo>
                  <a:lnTo>
                    <a:pt x="4693" y="8062"/>
                  </a:lnTo>
                  <a:lnTo>
                    <a:pt x="4774" y="7461"/>
                  </a:lnTo>
                  <a:lnTo>
                    <a:pt x="4874" y="6839"/>
                  </a:lnTo>
                  <a:lnTo>
                    <a:pt x="4974" y="6217"/>
                  </a:lnTo>
                  <a:lnTo>
                    <a:pt x="5094" y="5596"/>
                  </a:lnTo>
                  <a:lnTo>
                    <a:pt x="5255" y="4974"/>
                  </a:lnTo>
                  <a:lnTo>
                    <a:pt x="5415" y="4352"/>
                  </a:lnTo>
                  <a:lnTo>
                    <a:pt x="5616" y="3750"/>
                  </a:lnTo>
                  <a:lnTo>
                    <a:pt x="5816" y="3169"/>
                  </a:lnTo>
                  <a:lnTo>
                    <a:pt x="6057" y="2587"/>
                  </a:lnTo>
                  <a:lnTo>
                    <a:pt x="6318" y="2026"/>
                  </a:lnTo>
                  <a:lnTo>
                    <a:pt x="6619" y="1484"/>
                  </a:lnTo>
                  <a:lnTo>
                    <a:pt x="6939" y="963"/>
                  </a:lnTo>
                  <a:lnTo>
                    <a:pt x="7280" y="462"/>
                  </a:lnTo>
                  <a:lnTo>
                    <a:pt x="76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42">
              <a:extLst>
                <a:ext uri="{FF2B5EF4-FFF2-40B4-BE49-F238E27FC236}">
                  <a16:creationId xmlns:a16="http://schemas.microsoft.com/office/drawing/2014/main" id="{2CB5CCCC-4D4B-5897-7125-318F4B893179}"/>
                </a:ext>
              </a:extLst>
            </p:cNvPr>
            <p:cNvSpPr/>
            <p:nvPr/>
          </p:nvSpPr>
          <p:spPr>
            <a:xfrm>
              <a:off x="10986425" y="3187613"/>
              <a:ext cx="99800" cy="93775"/>
            </a:xfrm>
            <a:custGeom>
              <a:avLst/>
              <a:gdLst/>
              <a:ahLst/>
              <a:cxnLst/>
              <a:rect l="l" t="t" r="r" b="b"/>
              <a:pathLst>
                <a:path w="3992" h="3751" extrusionOk="0">
                  <a:moveTo>
                    <a:pt x="241" y="1"/>
                  </a:moveTo>
                  <a:lnTo>
                    <a:pt x="161" y="21"/>
                  </a:lnTo>
                  <a:lnTo>
                    <a:pt x="101" y="41"/>
                  </a:lnTo>
                  <a:lnTo>
                    <a:pt x="41" y="101"/>
                  </a:lnTo>
                  <a:lnTo>
                    <a:pt x="21" y="181"/>
                  </a:lnTo>
                  <a:lnTo>
                    <a:pt x="1" y="241"/>
                  </a:lnTo>
                  <a:lnTo>
                    <a:pt x="21" y="321"/>
                  </a:lnTo>
                  <a:lnTo>
                    <a:pt x="61" y="382"/>
                  </a:lnTo>
                  <a:lnTo>
                    <a:pt x="121" y="442"/>
                  </a:lnTo>
                  <a:lnTo>
                    <a:pt x="362" y="582"/>
                  </a:lnTo>
                  <a:lnTo>
                    <a:pt x="622" y="702"/>
                  </a:lnTo>
                  <a:lnTo>
                    <a:pt x="1144" y="943"/>
                  </a:lnTo>
                  <a:lnTo>
                    <a:pt x="1405" y="1063"/>
                  </a:lnTo>
                  <a:lnTo>
                    <a:pt x="1665" y="1204"/>
                  </a:lnTo>
                  <a:lnTo>
                    <a:pt x="1906" y="1364"/>
                  </a:lnTo>
                  <a:lnTo>
                    <a:pt x="2127" y="1545"/>
                  </a:lnTo>
                  <a:lnTo>
                    <a:pt x="2347" y="1765"/>
                  </a:lnTo>
                  <a:lnTo>
                    <a:pt x="2528" y="2006"/>
                  </a:lnTo>
                  <a:lnTo>
                    <a:pt x="2688" y="2247"/>
                  </a:lnTo>
                  <a:lnTo>
                    <a:pt x="2828" y="2507"/>
                  </a:lnTo>
                  <a:lnTo>
                    <a:pt x="3069" y="3049"/>
                  </a:lnTo>
                  <a:lnTo>
                    <a:pt x="3210" y="3330"/>
                  </a:lnTo>
                  <a:lnTo>
                    <a:pt x="3350" y="3590"/>
                  </a:lnTo>
                  <a:lnTo>
                    <a:pt x="3390" y="3650"/>
                  </a:lnTo>
                  <a:lnTo>
                    <a:pt x="3430" y="3691"/>
                  </a:lnTo>
                  <a:lnTo>
                    <a:pt x="3490" y="3731"/>
                  </a:lnTo>
                  <a:lnTo>
                    <a:pt x="3550" y="3751"/>
                  </a:lnTo>
                  <a:lnTo>
                    <a:pt x="3671" y="3751"/>
                  </a:lnTo>
                  <a:lnTo>
                    <a:pt x="3771" y="3731"/>
                  </a:lnTo>
                  <a:lnTo>
                    <a:pt x="3871" y="3670"/>
                  </a:lnTo>
                  <a:lnTo>
                    <a:pt x="3952" y="3570"/>
                  </a:lnTo>
                  <a:lnTo>
                    <a:pt x="3992" y="3450"/>
                  </a:lnTo>
                  <a:lnTo>
                    <a:pt x="3992" y="3390"/>
                  </a:lnTo>
                  <a:lnTo>
                    <a:pt x="3992" y="3310"/>
                  </a:lnTo>
                  <a:lnTo>
                    <a:pt x="3911" y="3009"/>
                  </a:lnTo>
                  <a:lnTo>
                    <a:pt x="3811" y="2688"/>
                  </a:lnTo>
                  <a:lnTo>
                    <a:pt x="3671" y="2367"/>
                  </a:lnTo>
                  <a:lnTo>
                    <a:pt x="3530" y="2066"/>
                  </a:lnTo>
                  <a:lnTo>
                    <a:pt x="3350" y="1785"/>
                  </a:lnTo>
                  <a:lnTo>
                    <a:pt x="3149" y="1505"/>
                  </a:lnTo>
                  <a:lnTo>
                    <a:pt x="2909" y="1244"/>
                  </a:lnTo>
                  <a:lnTo>
                    <a:pt x="2668" y="983"/>
                  </a:lnTo>
                  <a:lnTo>
                    <a:pt x="2407" y="763"/>
                  </a:lnTo>
                  <a:lnTo>
                    <a:pt x="2147" y="562"/>
                  </a:lnTo>
                  <a:lnTo>
                    <a:pt x="1846" y="382"/>
                  </a:lnTo>
                  <a:lnTo>
                    <a:pt x="1545" y="241"/>
                  </a:lnTo>
                  <a:lnTo>
                    <a:pt x="1224" y="121"/>
                  </a:lnTo>
                  <a:lnTo>
                    <a:pt x="903" y="41"/>
                  </a:lnTo>
                  <a:lnTo>
                    <a:pt x="5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42">
              <a:extLst>
                <a:ext uri="{FF2B5EF4-FFF2-40B4-BE49-F238E27FC236}">
                  <a16:creationId xmlns:a16="http://schemas.microsoft.com/office/drawing/2014/main" id="{3413F0A4-BEB5-E54D-A6BA-5AA004126572}"/>
                </a:ext>
              </a:extLst>
            </p:cNvPr>
            <p:cNvSpPr/>
            <p:nvPr/>
          </p:nvSpPr>
          <p:spPr>
            <a:xfrm>
              <a:off x="11080175" y="3306938"/>
              <a:ext cx="17575" cy="18075"/>
            </a:xfrm>
            <a:custGeom>
              <a:avLst/>
              <a:gdLst/>
              <a:ahLst/>
              <a:cxnLst/>
              <a:rect l="l" t="t" r="r" b="b"/>
              <a:pathLst>
                <a:path w="703" h="723" extrusionOk="0">
                  <a:moveTo>
                    <a:pt x="262" y="0"/>
                  </a:moveTo>
                  <a:lnTo>
                    <a:pt x="181" y="21"/>
                  </a:lnTo>
                  <a:lnTo>
                    <a:pt x="121" y="61"/>
                  </a:lnTo>
                  <a:lnTo>
                    <a:pt x="81" y="101"/>
                  </a:lnTo>
                  <a:lnTo>
                    <a:pt x="41" y="161"/>
                  </a:lnTo>
                  <a:lnTo>
                    <a:pt x="21" y="221"/>
                  </a:lnTo>
                  <a:lnTo>
                    <a:pt x="1" y="361"/>
                  </a:lnTo>
                  <a:lnTo>
                    <a:pt x="21" y="502"/>
                  </a:lnTo>
                  <a:lnTo>
                    <a:pt x="41" y="562"/>
                  </a:lnTo>
                  <a:lnTo>
                    <a:pt x="81" y="622"/>
                  </a:lnTo>
                  <a:lnTo>
                    <a:pt x="121" y="662"/>
                  </a:lnTo>
                  <a:lnTo>
                    <a:pt x="181" y="702"/>
                  </a:lnTo>
                  <a:lnTo>
                    <a:pt x="262" y="722"/>
                  </a:lnTo>
                  <a:lnTo>
                    <a:pt x="422" y="722"/>
                  </a:lnTo>
                  <a:lnTo>
                    <a:pt x="502" y="702"/>
                  </a:lnTo>
                  <a:lnTo>
                    <a:pt x="563" y="662"/>
                  </a:lnTo>
                  <a:lnTo>
                    <a:pt x="603" y="622"/>
                  </a:lnTo>
                  <a:lnTo>
                    <a:pt x="643" y="562"/>
                  </a:lnTo>
                  <a:lnTo>
                    <a:pt x="683" y="502"/>
                  </a:lnTo>
                  <a:lnTo>
                    <a:pt x="703" y="361"/>
                  </a:lnTo>
                  <a:lnTo>
                    <a:pt x="683" y="221"/>
                  </a:lnTo>
                  <a:lnTo>
                    <a:pt x="643" y="161"/>
                  </a:lnTo>
                  <a:lnTo>
                    <a:pt x="603" y="101"/>
                  </a:lnTo>
                  <a:lnTo>
                    <a:pt x="563" y="61"/>
                  </a:lnTo>
                  <a:lnTo>
                    <a:pt x="502" y="21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42">
              <a:extLst>
                <a:ext uri="{FF2B5EF4-FFF2-40B4-BE49-F238E27FC236}">
                  <a16:creationId xmlns:a16="http://schemas.microsoft.com/office/drawing/2014/main" id="{0D2D1250-95F0-CD56-5D63-DEF937434B3F}"/>
                </a:ext>
              </a:extLst>
            </p:cNvPr>
            <p:cNvSpPr/>
            <p:nvPr/>
          </p:nvSpPr>
          <p:spPr>
            <a:xfrm>
              <a:off x="10287620" y="4074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42">
              <a:extLst>
                <a:ext uri="{FF2B5EF4-FFF2-40B4-BE49-F238E27FC236}">
                  <a16:creationId xmlns:a16="http://schemas.microsoft.com/office/drawing/2014/main" id="{460E63E4-B004-02B9-96D5-2676078A77EC}"/>
                </a:ext>
              </a:extLst>
            </p:cNvPr>
            <p:cNvSpPr/>
            <p:nvPr/>
          </p:nvSpPr>
          <p:spPr>
            <a:xfrm>
              <a:off x="10393350" y="3917588"/>
              <a:ext cx="25575" cy="158475"/>
            </a:xfrm>
            <a:custGeom>
              <a:avLst/>
              <a:gdLst/>
              <a:ahLst/>
              <a:cxnLst/>
              <a:rect l="l" t="t" r="r" b="b"/>
              <a:pathLst>
                <a:path w="1023" h="6339" extrusionOk="0">
                  <a:moveTo>
                    <a:pt x="0" y="1"/>
                  </a:moveTo>
                  <a:lnTo>
                    <a:pt x="0" y="6338"/>
                  </a:lnTo>
                  <a:lnTo>
                    <a:pt x="1023" y="6338"/>
                  </a:lnTo>
                  <a:lnTo>
                    <a:pt x="963" y="4754"/>
                  </a:lnTo>
                  <a:lnTo>
                    <a:pt x="943" y="3169"/>
                  </a:lnTo>
                  <a:lnTo>
                    <a:pt x="943" y="1585"/>
                  </a:lnTo>
                  <a:lnTo>
                    <a:pt x="9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21" name="Google Shape;8521;p42">
            <a:extLst>
              <a:ext uri="{FF2B5EF4-FFF2-40B4-BE49-F238E27FC236}">
                <a16:creationId xmlns:a16="http://schemas.microsoft.com/office/drawing/2014/main" id="{A135EA3E-C7A0-1030-3EE7-669D9D3B18DD}"/>
              </a:ext>
            </a:extLst>
          </p:cNvPr>
          <p:cNvGrpSpPr/>
          <p:nvPr/>
        </p:nvGrpSpPr>
        <p:grpSpPr>
          <a:xfrm>
            <a:off x="260032" y="3763127"/>
            <a:ext cx="1342018" cy="1287084"/>
            <a:chOff x="11127038" y="4083763"/>
            <a:chExt cx="1128600" cy="1082402"/>
          </a:xfrm>
        </p:grpSpPr>
        <p:sp>
          <p:nvSpPr>
            <p:cNvPr id="8522" name="Google Shape;8522;p42">
              <a:extLst>
                <a:ext uri="{FF2B5EF4-FFF2-40B4-BE49-F238E27FC236}">
                  <a16:creationId xmlns:a16="http://schemas.microsoft.com/office/drawing/2014/main" id="{59AAB55C-74ED-8D2F-CCBA-2D52803BC6A0}"/>
                </a:ext>
              </a:extLst>
            </p:cNvPr>
            <p:cNvSpPr/>
            <p:nvPr/>
          </p:nvSpPr>
          <p:spPr>
            <a:xfrm>
              <a:off x="11127038" y="4901864"/>
              <a:ext cx="1128600" cy="2643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8523;p42">
              <a:extLst>
                <a:ext uri="{FF2B5EF4-FFF2-40B4-BE49-F238E27FC236}">
                  <a16:creationId xmlns:a16="http://schemas.microsoft.com/office/drawing/2014/main" id="{75909A36-D4F1-4A34-1629-74999A428C00}"/>
                </a:ext>
              </a:extLst>
            </p:cNvPr>
            <p:cNvSpPr/>
            <p:nvPr/>
          </p:nvSpPr>
          <p:spPr>
            <a:xfrm>
              <a:off x="12170550" y="4449763"/>
              <a:ext cx="4525" cy="7525"/>
            </a:xfrm>
            <a:custGeom>
              <a:avLst/>
              <a:gdLst/>
              <a:ahLst/>
              <a:cxnLst/>
              <a:rect l="l" t="t" r="r" b="b"/>
              <a:pathLst>
                <a:path w="181" h="301" extrusionOk="0">
                  <a:moveTo>
                    <a:pt x="140" y="0"/>
                  </a:moveTo>
                  <a:lnTo>
                    <a:pt x="0" y="281"/>
                  </a:lnTo>
                  <a:lnTo>
                    <a:pt x="0" y="301"/>
                  </a:lnTo>
                  <a:lnTo>
                    <a:pt x="40" y="301"/>
                  </a:lnTo>
                  <a:lnTo>
                    <a:pt x="181" y="40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DEDA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42">
              <a:extLst>
                <a:ext uri="{FF2B5EF4-FFF2-40B4-BE49-F238E27FC236}">
                  <a16:creationId xmlns:a16="http://schemas.microsoft.com/office/drawing/2014/main" id="{430CD58A-844C-A035-4876-4BBBB823BAE1}"/>
                </a:ext>
              </a:extLst>
            </p:cNvPr>
            <p:cNvSpPr/>
            <p:nvPr/>
          </p:nvSpPr>
          <p:spPr>
            <a:xfrm>
              <a:off x="12170550" y="4449763"/>
              <a:ext cx="4525" cy="7525"/>
            </a:xfrm>
            <a:custGeom>
              <a:avLst/>
              <a:gdLst/>
              <a:ahLst/>
              <a:cxnLst/>
              <a:rect l="l" t="t" r="r" b="b"/>
              <a:pathLst>
                <a:path w="181" h="301" fill="none" extrusionOk="0">
                  <a:moveTo>
                    <a:pt x="140" y="0"/>
                  </a:moveTo>
                  <a:lnTo>
                    <a:pt x="140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0" y="281"/>
                  </a:lnTo>
                  <a:lnTo>
                    <a:pt x="0" y="281"/>
                  </a:lnTo>
                  <a:lnTo>
                    <a:pt x="0" y="301"/>
                  </a:lnTo>
                  <a:lnTo>
                    <a:pt x="20" y="301"/>
                  </a:lnTo>
                  <a:lnTo>
                    <a:pt x="20" y="301"/>
                  </a:lnTo>
                  <a:lnTo>
                    <a:pt x="40" y="301"/>
                  </a:lnTo>
                  <a:lnTo>
                    <a:pt x="40" y="301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60" y="0"/>
                  </a:lnTo>
                  <a:lnTo>
                    <a:pt x="14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42">
              <a:extLst>
                <a:ext uri="{FF2B5EF4-FFF2-40B4-BE49-F238E27FC236}">
                  <a16:creationId xmlns:a16="http://schemas.microsoft.com/office/drawing/2014/main" id="{33F25BC7-8677-252F-F3BF-89AAC3F14D8E}"/>
                </a:ext>
              </a:extLst>
            </p:cNvPr>
            <p:cNvSpPr/>
            <p:nvPr/>
          </p:nvSpPr>
          <p:spPr>
            <a:xfrm>
              <a:off x="11250550" y="4336938"/>
              <a:ext cx="896950" cy="640275"/>
            </a:xfrm>
            <a:custGeom>
              <a:avLst/>
              <a:gdLst/>
              <a:ahLst/>
              <a:cxnLst/>
              <a:rect l="l" t="t" r="r" b="b"/>
              <a:pathLst>
                <a:path w="35878" h="25611" extrusionOk="0">
                  <a:moveTo>
                    <a:pt x="0" y="1"/>
                  </a:moveTo>
                  <a:lnTo>
                    <a:pt x="3028" y="25611"/>
                  </a:lnTo>
                  <a:lnTo>
                    <a:pt x="34534" y="25611"/>
                  </a:lnTo>
                  <a:lnTo>
                    <a:pt x="34734" y="21720"/>
                  </a:lnTo>
                  <a:lnTo>
                    <a:pt x="35697" y="3470"/>
                  </a:lnTo>
                  <a:lnTo>
                    <a:pt x="358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42">
              <a:extLst>
                <a:ext uri="{FF2B5EF4-FFF2-40B4-BE49-F238E27FC236}">
                  <a16:creationId xmlns:a16="http://schemas.microsoft.com/office/drawing/2014/main" id="{DC34E31E-34C8-C293-38B6-E56C81DF9053}"/>
                </a:ext>
              </a:extLst>
            </p:cNvPr>
            <p:cNvSpPr/>
            <p:nvPr/>
          </p:nvSpPr>
          <p:spPr>
            <a:xfrm>
              <a:off x="11250550" y="4336938"/>
              <a:ext cx="896950" cy="640275"/>
            </a:xfrm>
            <a:custGeom>
              <a:avLst/>
              <a:gdLst/>
              <a:ahLst/>
              <a:cxnLst/>
              <a:rect l="l" t="t" r="r" b="b"/>
              <a:pathLst>
                <a:path w="35878" h="25611" fill="none" extrusionOk="0">
                  <a:moveTo>
                    <a:pt x="35878" y="1"/>
                  </a:moveTo>
                  <a:lnTo>
                    <a:pt x="35697" y="3470"/>
                  </a:lnTo>
                  <a:lnTo>
                    <a:pt x="34734" y="21720"/>
                  </a:lnTo>
                  <a:lnTo>
                    <a:pt x="34534" y="25611"/>
                  </a:lnTo>
                  <a:lnTo>
                    <a:pt x="3028" y="25611"/>
                  </a:lnTo>
                  <a:lnTo>
                    <a:pt x="0" y="1"/>
                  </a:lnTo>
                  <a:lnTo>
                    <a:pt x="3587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42">
              <a:extLst>
                <a:ext uri="{FF2B5EF4-FFF2-40B4-BE49-F238E27FC236}">
                  <a16:creationId xmlns:a16="http://schemas.microsoft.com/office/drawing/2014/main" id="{2E953049-3FFB-0D19-D6AE-AE442DF31153}"/>
                </a:ext>
              </a:extLst>
            </p:cNvPr>
            <p:cNvSpPr/>
            <p:nvPr/>
          </p:nvSpPr>
          <p:spPr>
            <a:xfrm>
              <a:off x="11268075" y="4484338"/>
              <a:ext cx="842825" cy="492875"/>
            </a:xfrm>
            <a:custGeom>
              <a:avLst/>
              <a:gdLst/>
              <a:ahLst/>
              <a:cxnLst/>
              <a:rect l="l" t="t" r="r" b="b"/>
              <a:pathLst>
                <a:path w="33713" h="19715" extrusionOk="0">
                  <a:moveTo>
                    <a:pt x="1" y="1"/>
                  </a:moveTo>
                  <a:lnTo>
                    <a:pt x="1585" y="13337"/>
                  </a:lnTo>
                  <a:lnTo>
                    <a:pt x="1706" y="13899"/>
                  </a:lnTo>
                  <a:lnTo>
                    <a:pt x="1806" y="14440"/>
                  </a:lnTo>
                  <a:lnTo>
                    <a:pt x="1946" y="15463"/>
                  </a:lnTo>
                  <a:lnTo>
                    <a:pt x="2026" y="15884"/>
                  </a:lnTo>
                  <a:lnTo>
                    <a:pt x="2107" y="16245"/>
                  </a:lnTo>
                  <a:lnTo>
                    <a:pt x="2147" y="16385"/>
                  </a:lnTo>
                  <a:lnTo>
                    <a:pt x="2187" y="16506"/>
                  </a:lnTo>
                  <a:lnTo>
                    <a:pt x="2227" y="16606"/>
                  </a:lnTo>
                  <a:lnTo>
                    <a:pt x="2287" y="16666"/>
                  </a:lnTo>
                  <a:lnTo>
                    <a:pt x="2468" y="16766"/>
                  </a:lnTo>
                  <a:lnTo>
                    <a:pt x="2728" y="16887"/>
                  </a:lnTo>
                  <a:lnTo>
                    <a:pt x="3129" y="17067"/>
                  </a:lnTo>
                  <a:lnTo>
                    <a:pt x="3631" y="17248"/>
                  </a:lnTo>
                  <a:lnTo>
                    <a:pt x="4212" y="17448"/>
                  </a:lnTo>
                  <a:lnTo>
                    <a:pt x="4894" y="17669"/>
                  </a:lnTo>
                  <a:lnTo>
                    <a:pt x="5676" y="17910"/>
                  </a:lnTo>
                  <a:lnTo>
                    <a:pt x="6539" y="18150"/>
                  </a:lnTo>
                  <a:lnTo>
                    <a:pt x="7461" y="18391"/>
                  </a:lnTo>
                  <a:lnTo>
                    <a:pt x="8464" y="18632"/>
                  </a:lnTo>
                  <a:lnTo>
                    <a:pt x="9547" y="18852"/>
                  </a:lnTo>
                  <a:lnTo>
                    <a:pt x="10690" y="19073"/>
                  </a:lnTo>
                  <a:lnTo>
                    <a:pt x="11873" y="19253"/>
                  </a:lnTo>
                  <a:lnTo>
                    <a:pt x="13117" y="19434"/>
                  </a:lnTo>
                  <a:lnTo>
                    <a:pt x="14400" y="19554"/>
                  </a:lnTo>
                  <a:lnTo>
                    <a:pt x="15724" y="19674"/>
                  </a:lnTo>
                  <a:lnTo>
                    <a:pt x="16566" y="19715"/>
                  </a:lnTo>
                  <a:lnTo>
                    <a:pt x="18030" y="19715"/>
                  </a:lnTo>
                  <a:lnTo>
                    <a:pt x="18632" y="19694"/>
                  </a:lnTo>
                  <a:lnTo>
                    <a:pt x="19313" y="19674"/>
                  </a:lnTo>
                  <a:lnTo>
                    <a:pt x="19995" y="19614"/>
                  </a:lnTo>
                  <a:lnTo>
                    <a:pt x="20657" y="19554"/>
                  </a:lnTo>
                  <a:lnTo>
                    <a:pt x="21339" y="19494"/>
                  </a:lnTo>
                  <a:lnTo>
                    <a:pt x="22642" y="19313"/>
                  </a:lnTo>
                  <a:lnTo>
                    <a:pt x="23926" y="19113"/>
                  </a:lnTo>
                  <a:lnTo>
                    <a:pt x="25149" y="18872"/>
                  </a:lnTo>
                  <a:lnTo>
                    <a:pt x="26333" y="18612"/>
                  </a:lnTo>
                  <a:lnTo>
                    <a:pt x="27456" y="18331"/>
                  </a:lnTo>
                  <a:lnTo>
                    <a:pt x="28498" y="18050"/>
                  </a:lnTo>
                  <a:lnTo>
                    <a:pt x="29481" y="17769"/>
                  </a:lnTo>
                  <a:lnTo>
                    <a:pt x="30363" y="17488"/>
                  </a:lnTo>
                  <a:lnTo>
                    <a:pt x="31146" y="17228"/>
                  </a:lnTo>
                  <a:lnTo>
                    <a:pt x="31847" y="16987"/>
                  </a:lnTo>
                  <a:lnTo>
                    <a:pt x="32870" y="16606"/>
                  </a:lnTo>
                  <a:lnTo>
                    <a:pt x="33412" y="16406"/>
                  </a:lnTo>
                  <a:lnTo>
                    <a:pt x="33492" y="16345"/>
                  </a:lnTo>
                  <a:lnTo>
                    <a:pt x="33572" y="16245"/>
                  </a:lnTo>
                  <a:lnTo>
                    <a:pt x="33652" y="16085"/>
                  </a:lnTo>
                  <a:lnTo>
                    <a:pt x="33713" y="15904"/>
                  </a:lnTo>
                  <a:lnTo>
                    <a:pt x="33713" y="15904"/>
                  </a:lnTo>
                  <a:lnTo>
                    <a:pt x="33031" y="16065"/>
                  </a:lnTo>
                  <a:lnTo>
                    <a:pt x="32128" y="16245"/>
                  </a:lnTo>
                  <a:lnTo>
                    <a:pt x="31065" y="16446"/>
                  </a:lnTo>
                  <a:lnTo>
                    <a:pt x="29842" y="16646"/>
                  </a:lnTo>
                  <a:lnTo>
                    <a:pt x="28458" y="16847"/>
                  </a:lnTo>
                  <a:lnTo>
                    <a:pt x="27736" y="16927"/>
                  </a:lnTo>
                  <a:lnTo>
                    <a:pt x="26974" y="16987"/>
                  </a:lnTo>
                  <a:lnTo>
                    <a:pt x="26172" y="17047"/>
                  </a:lnTo>
                  <a:lnTo>
                    <a:pt x="25370" y="17087"/>
                  </a:lnTo>
                  <a:lnTo>
                    <a:pt x="24528" y="17107"/>
                  </a:lnTo>
                  <a:lnTo>
                    <a:pt x="23685" y="17127"/>
                  </a:lnTo>
                  <a:lnTo>
                    <a:pt x="22462" y="17107"/>
                  </a:lnTo>
                  <a:lnTo>
                    <a:pt x="21239" y="17047"/>
                  </a:lnTo>
                  <a:lnTo>
                    <a:pt x="20617" y="16987"/>
                  </a:lnTo>
                  <a:lnTo>
                    <a:pt x="19975" y="16927"/>
                  </a:lnTo>
                  <a:lnTo>
                    <a:pt x="19354" y="16867"/>
                  </a:lnTo>
                  <a:lnTo>
                    <a:pt x="18712" y="16766"/>
                  </a:lnTo>
                  <a:lnTo>
                    <a:pt x="18070" y="16666"/>
                  </a:lnTo>
                  <a:lnTo>
                    <a:pt x="17428" y="16546"/>
                  </a:lnTo>
                  <a:lnTo>
                    <a:pt x="16787" y="16426"/>
                  </a:lnTo>
                  <a:lnTo>
                    <a:pt x="16145" y="16265"/>
                  </a:lnTo>
                  <a:lnTo>
                    <a:pt x="15503" y="16105"/>
                  </a:lnTo>
                  <a:lnTo>
                    <a:pt x="14861" y="15924"/>
                  </a:lnTo>
                  <a:lnTo>
                    <a:pt x="14220" y="15724"/>
                  </a:lnTo>
                  <a:lnTo>
                    <a:pt x="13578" y="15503"/>
                  </a:lnTo>
                  <a:lnTo>
                    <a:pt x="13197" y="15343"/>
                  </a:lnTo>
                  <a:lnTo>
                    <a:pt x="12836" y="15162"/>
                  </a:lnTo>
                  <a:lnTo>
                    <a:pt x="12475" y="14942"/>
                  </a:lnTo>
                  <a:lnTo>
                    <a:pt x="12134" y="14721"/>
                  </a:lnTo>
                  <a:lnTo>
                    <a:pt x="11833" y="14460"/>
                  </a:lnTo>
                  <a:lnTo>
                    <a:pt x="11532" y="14200"/>
                  </a:lnTo>
                  <a:lnTo>
                    <a:pt x="11272" y="13899"/>
                  </a:lnTo>
                  <a:lnTo>
                    <a:pt x="11031" y="13578"/>
                  </a:lnTo>
                  <a:lnTo>
                    <a:pt x="10810" y="13257"/>
                  </a:lnTo>
                  <a:lnTo>
                    <a:pt x="10630" y="12916"/>
                  </a:lnTo>
                  <a:lnTo>
                    <a:pt x="10469" y="12535"/>
                  </a:lnTo>
                  <a:lnTo>
                    <a:pt x="10349" y="12174"/>
                  </a:lnTo>
                  <a:lnTo>
                    <a:pt x="10249" y="11773"/>
                  </a:lnTo>
                  <a:lnTo>
                    <a:pt x="10189" y="11372"/>
                  </a:lnTo>
                  <a:lnTo>
                    <a:pt x="10149" y="10951"/>
                  </a:lnTo>
                  <a:lnTo>
                    <a:pt x="10149" y="10530"/>
                  </a:lnTo>
                  <a:lnTo>
                    <a:pt x="10189" y="10108"/>
                  </a:lnTo>
                  <a:lnTo>
                    <a:pt x="10269" y="9727"/>
                  </a:lnTo>
                  <a:lnTo>
                    <a:pt x="10369" y="9346"/>
                  </a:lnTo>
                  <a:lnTo>
                    <a:pt x="10510" y="8985"/>
                  </a:lnTo>
                  <a:lnTo>
                    <a:pt x="10670" y="8644"/>
                  </a:lnTo>
                  <a:lnTo>
                    <a:pt x="10850" y="8303"/>
                  </a:lnTo>
                  <a:lnTo>
                    <a:pt x="11071" y="7983"/>
                  </a:lnTo>
                  <a:lnTo>
                    <a:pt x="11312" y="7702"/>
                  </a:lnTo>
                  <a:lnTo>
                    <a:pt x="11572" y="7421"/>
                  </a:lnTo>
                  <a:lnTo>
                    <a:pt x="11853" y="7140"/>
                  </a:lnTo>
                  <a:lnTo>
                    <a:pt x="12134" y="6900"/>
                  </a:lnTo>
                  <a:lnTo>
                    <a:pt x="12455" y="6659"/>
                  </a:lnTo>
                  <a:lnTo>
                    <a:pt x="12776" y="6438"/>
                  </a:lnTo>
                  <a:lnTo>
                    <a:pt x="13117" y="6238"/>
                  </a:lnTo>
                  <a:lnTo>
                    <a:pt x="13458" y="6037"/>
                  </a:lnTo>
                  <a:lnTo>
                    <a:pt x="13819" y="5877"/>
                  </a:lnTo>
                  <a:lnTo>
                    <a:pt x="14540" y="5576"/>
                  </a:lnTo>
                  <a:lnTo>
                    <a:pt x="15282" y="5295"/>
                  </a:lnTo>
                  <a:lnTo>
                    <a:pt x="16045" y="5055"/>
                  </a:lnTo>
                  <a:lnTo>
                    <a:pt x="16807" y="4854"/>
                  </a:lnTo>
                  <a:lnTo>
                    <a:pt x="18351" y="4473"/>
                  </a:lnTo>
                  <a:lnTo>
                    <a:pt x="19895" y="4092"/>
                  </a:lnTo>
                  <a:lnTo>
                    <a:pt x="21580" y="3651"/>
                  </a:lnTo>
                  <a:lnTo>
                    <a:pt x="23244" y="3190"/>
                  </a:lnTo>
                  <a:lnTo>
                    <a:pt x="24086" y="2929"/>
                  </a:lnTo>
                  <a:lnTo>
                    <a:pt x="24929" y="2688"/>
                  </a:lnTo>
                  <a:lnTo>
                    <a:pt x="25751" y="2407"/>
                  </a:lnTo>
                  <a:lnTo>
                    <a:pt x="26573" y="2127"/>
                  </a:lnTo>
                  <a:lnTo>
                    <a:pt x="27335" y="1846"/>
                  </a:lnTo>
                  <a:lnTo>
                    <a:pt x="28097" y="1545"/>
                  </a:lnTo>
                  <a:lnTo>
                    <a:pt x="28097" y="1545"/>
                  </a:lnTo>
                  <a:lnTo>
                    <a:pt x="26834" y="1846"/>
                  </a:lnTo>
                  <a:lnTo>
                    <a:pt x="25510" y="2127"/>
                  </a:lnTo>
                  <a:lnTo>
                    <a:pt x="24147" y="2387"/>
                  </a:lnTo>
                  <a:lnTo>
                    <a:pt x="22723" y="2608"/>
                  </a:lnTo>
                  <a:lnTo>
                    <a:pt x="21279" y="2788"/>
                  </a:lnTo>
                  <a:lnTo>
                    <a:pt x="20537" y="2869"/>
                  </a:lnTo>
                  <a:lnTo>
                    <a:pt x="19795" y="2929"/>
                  </a:lnTo>
                  <a:lnTo>
                    <a:pt x="19033" y="2989"/>
                  </a:lnTo>
                  <a:lnTo>
                    <a:pt x="18291" y="3029"/>
                  </a:lnTo>
                  <a:lnTo>
                    <a:pt x="17529" y="3049"/>
                  </a:lnTo>
                  <a:lnTo>
                    <a:pt x="16767" y="3069"/>
                  </a:lnTo>
                  <a:lnTo>
                    <a:pt x="15724" y="3049"/>
                  </a:lnTo>
                  <a:lnTo>
                    <a:pt x="14701" y="2989"/>
                  </a:lnTo>
                  <a:lnTo>
                    <a:pt x="13458" y="2909"/>
                  </a:lnTo>
                  <a:lnTo>
                    <a:pt x="12254" y="2788"/>
                  </a:lnTo>
                  <a:lnTo>
                    <a:pt x="11071" y="2648"/>
                  </a:lnTo>
                  <a:lnTo>
                    <a:pt x="9928" y="2488"/>
                  </a:lnTo>
                  <a:lnTo>
                    <a:pt x="8825" y="2307"/>
                  </a:lnTo>
                  <a:lnTo>
                    <a:pt x="7742" y="2107"/>
                  </a:lnTo>
                  <a:lnTo>
                    <a:pt x="6719" y="1906"/>
                  </a:lnTo>
                  <a:lnTo>
                    <a:pt x="5757" y="1685"/>
                  </a:lnTo>
                  <a:lnTo>
                    <a:pt x="4834" y="1465"/>
                  </a:lnTo>
                  <a:lnTo>
                    <a:pt x="3952" y="1244"/>
                  </a:lnTo>
                  <a:lnTo>
                    <a:pt x="3129" y="1024"/>
                  </a:lnTo>
                  <a:lnTo>
                    <a:pt x="2367" y="803"/>
                  </a:lnTo>
                  <a:lnTo>
                    <a:pt x="1686" y="582"/>
                  </a:lnTo>
                  <a:lnTo>
                    <a:pt x="1044" y="38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30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42">
              <a:extLst>
                <a:ext uri="{FF2B5EF4-FFF2-40B4-BE49-F238E27FC236}">
                  <a16:creationId xmlns:a16="http://schemas.microsoft.com/office/drawing/2014/main" id="{BCDCCACB-B768-9675-DDF8-18EBF7D2C147}"/>
                </a:ext>
              </a:extLst>
            </p:cNvPr>
            <p:cNvSpPr/>
            <p:nvPr/>
          </p:nvSpPr>
          <p:spPr>
            <a:xfrm>
              <a:off x="11268075" y="4484338"/>
              <a:ext cx="842825" cy="492875"/>
            </a:xfrm>
            <a:custGeom>
              <a:avLst/>
              <a:gdLst/>
              <a:ahLst/>
              <a:cxnLst/>
              <a:rect l="l" t="t" r="r" b="b"/>
              <a:pathLst>
                <a:path w="33713" h="19715" fill="none" extrusionOk="0">
                  <a:moveTo>
                    <a:pt x="1" y="1"/>
                  </a:moveTo>
                  <a:lnTo>
                    <a:pt x="1585" y="13337"/>
                  </a:lnTo>
                  <a:lnTo>
                    <a:pt x="1585" y="13337"/>
                  </a:lnTo>
                  <a:lnTo>
                    <a:pt x="1706" y="13899"/>
                  </a:lnTo>
                  <a:lnTo>
                    <a:pt x="1806" y="14440"/>
                  </a:lnTo>
                  <a:lnTo>
                    <a:pt x="1946" y="15463"/>
                  </a:lnTo>
                  <a:lnTo>
                    <a:pt x="2026" y="15884"/>
                  </a:lnTo>
                  <a:lnTo>
                    <a:pt x="2107" y="16245"/>
                  </a:lnTo>
                  <a:lnTo>
                    <a:pt x="2147" y="16385"/>
                  </a:lnTo>
                  <a:lnTo>
                    <a:pt x="2187" y="16506"/>
                  </a:lnTo>
                  <a:lnTo>
                    <a:pt x="2227" y="16606"/>
                  </a:lnTo>
                  <a:lnTo>
                    <a:pt x="2287" y="16666"/>
                  </a:lnTo>
                  <a:lnTo>
                    <a:pt x="2287" y="16666"/>
                  </a:lnTo>
                  <a:lnTo>
                    <a:pt x="2468" y="16766"/>
                  </a:lnTo>
                  <a:lnTo>
                    <a:pt x="2728" y="16887"/>
                  </a:lnTo>
                  <a:lnTo>
                    <a:pt x="3129" y="17067"/>
                  </a:lnTo>
                  <a:lnTo>
                    <a:pt x="3631" y="17248"/>
                  </a:lnTo>
                  <a:lnTo>
                    <a:pt x="4212" y="17448"/>
                  </a:lnTo>
                  <a:lnTo>
                    <a:pt x="4894" y="17669"/>
                  </a:lnTo>
                  <a:lnTo>
                    <a:pt x="5676" y="17910"/>
                  </a:lnTo>
                  <a:lnTo>
                    <a:pt x="6539" y="18150"/>
                  </a:lnTo>
                  <a:lnTo>
                    <a:pt x="7461" y="18391"/>
                  </a:lnTo>
                  <a:lnTo>
                    <a:pt x="8464" y="18632"/>
                  </a:lnTo>
                  <a:lnTo>
                    <a:pt x="9547" y="18852"/>
                  </a:lnTo>
                  <a:lnTo>
                    <a:pt x="10690" y="19073"/>
                  </a:lnTo>
                  <a:lnTo>
                    <a:pt x="11873" y="19253"/>
                  </a:lnTo>
                  <a:lnTo>
                    <a:pt x="13117" y="19434"/>
                  </a:lnTo>
                  <a:lnTo>
                    <a:pt x="14400" y="19554"/>
                  </a:lnTo>
                  <a:lnTo>
                    <a:pt x="15724" y="19674"/>
                  </a:lnTo>
                  <a:lnTo>
                    <a:pt x="15724" y="19674"/>
                  </a:lnTo>
                  <a:lnTo>
                    <a:pt x="16566" y="19715"/>
                  </a:lnTo>
                  <a:lnTo>
                    <a:pt x="17428" y="19715"/>
                  </a:lnTo>
                  <a:lnTo>
                    <a:pt x="17428" y="19715"/>
                  </a:lnTo>
                  <a:lnTo>
                    <a:pt x="18030" y="19715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9313" y="19674"/>
                  </a:lnTo>
                  <a:lnTo>
                    <a:pt x="19995" y="19614"/>
                  </a:lnTo>
                  <a:lnTo>
                    <a:pt x="20657" y="19554"/>
                  </a:lnTo>
                  <a:lnTo>
                    <a:pt x="21339" y="19494"/>
                  </a:lnTo>
                  <a:lnTo>
                    <a:pt x="22642" y="19313"/>
                  </a:lnTo>
                  <a:lnTo>
                    <a:pt x="23926" y="19113"/>
                  </a:lnTo>
                  <a:lnTo>
                    <a:pt x="25149" y="18872"/>
                  </a:lnTo>
                  <a:lnTo>
                    <a:pt x="26333" y="18612"/>
                  </a:lnTo>
                  <a:lnTo>
                    <a:pt x="27456" y="18331"/>
                  </a:lnTo>
                  <a:lnTo>
                    <a:pt x="28498" y="18050"/>
                  </a:lnTo>
                  <a:lnTo>
                    <a:pt x="29481" y="17769"/>
                  </a:lnTo>
                  <a:lnTo>
                    <a:pt x="30363" y="17488"/>
                  </a:lnTo>
                  <a:lnTo>
                    <a:pt x="31146" y="17228"/>
                  </a:lnTo>
                  <a:lnTo>
                    <a:pt x="31847" y="16987"/>
                  </a:lnTo>
                  <a:lnTo>
                    <a:pt x="32870" y="16606"/>
                  </a:lnTo>
                  <a:lnTo>
                    <a:pt x="33412" y="16406"/>
                  </a:lnTo>
                  <a:lnTo>
                    <a:pt x="33412" y="16406"/>
                  </a:lnTo>
                  <a:lnTo>
                    <a:pt x="33492" y="16345"/>
                  </a:lnTo>
                  <a:lnTo>
                    <a:pt x="33572" y="16245"/>
                  </a:lnTo>
                  <a:lnTo>
                    <a:pt x="33652" y="16085"/>
                  </a:lnTo>
                  <a:lnTo>
                    <a:pt x="33713" y="15904"/>
                  </a:lnTo>
                  <a:lnTo>
                    <a:pt x="33713" y="15904"/>
                  </a:lnTo>
                  <a:lnTo>
                    <a:pt x="33031" y="16065"/>
                  </a:lnTo>
                  <a:lnTo>
                    <a:pt x="32128" y="16245"/>
                  </a:lnTo>
                  <a:lnTo>
                    <a:pt x="31065" y="16446"/>
                  </a:lnTo>
                  <a:lnTo>
                    <a:pt x="29842" y="16646"/>
                  </a:lnTo>
                  <a:lnTo>
                    <a:pt x="28458" y="16847"/>
                  </a:lnTo>
                  <a:lnTo>
                    <a:pt x="27736" y="16927"/>
                  </a:lnTo>
                  <a:lnTo>
                    <a:pt x="26974" y="16987"/>
                  </a:lnTo>
                  <a:lnTo>
                    <a:pt x="26172" y="17047"/>
                  </a:lnTo>
                  <a:lnTo>
                    <a:pt x="25370" y="17087"/>
                  </a:lnTo>
                  <a:lnTo>
                    <a:pt x="24528" y="17107"/>
                  </a:lnTo>
                  <a:lnTo>
                    <a:pt x="23685" y="17127"/>
                  </a:lnTo>
                  <a:lnTo>
                    <a:pt x="23685" y="17127"/>
                  </a:lnTo>
                  <a:lnTo>
                    <a:pt x="22462" y="17107"/>
                  </a:lnTo>
                  <a:lnTo>
                    <a:pt x="21239" y="17047"/>
                  </a:lnTo>
                  <a:lnTo>
                    <a:pt x="20617" y="16987"/>
                  </a:lnTo>
                  <a:lnTo>
                    <a:pt x="19975" y="16927"/>
                  </a:lnTo>
                  <a:lnTo>
                    <a:pt x="19354" y="16867"/>
                  </a:lnTo>
                  <a:lnTo>
                    <a:pt x="18712" y="16766"/>
                  </a:lnTo>
                  <a:lnTo>
                    <a:pt x="18070" y="16666"/>
                  </a:lnTo>
                  <a:lnTo>
                    <a:pt x="17428" y="16546"/>
                  </a:lnTo>
                  <a:lnTo>
                    <a:pt x="16787" y="16426"/>
                  </a:lnTo>
                  <a:lnTo>
                    <a:pt x="16145" y="16265"/>
                  </a:lnTo>
                  <a:lnTo>
                    <a:pt x="15503" y="16105"/>
                  </a:lnTo>
                  <a:lnTo>
                    <a:pt x="14861" y="15924"/>
                  </a:lnTo>
                  <a:lnTo>
                    <a:pt x="14220" y="15724"/>
                  </a:lnTo>
                  <a:lnTo>
                    <a:pt x="13578" y="15503"/>
                  </a:lnTo>
                  <a:lnTo>
                    <a:pt x="13578" y="15503"/>
                  </a:lnTo>
                  <a:lnTo>
                    <a:pt x="13197" y="15343"/>
                  </a:lnTo>
                  <a:lnTo>
                    <a:pt x="12836" y="15162"/>
                  </a:lnTo>
                  <a:lnTo>
                    <a:pt x="12475" y="14942"/>
                  </a:lnTo>
                  <a:lnTo>
                    <a:pt x="12134" y="14721"/>
                  </a:lnTo>
                  <a:lnTo>
                    <a:pt x="11833" y="14460"/>
                  </a:lnTo>
                  <a:lnTo>
                    <a:pt x="11532" y="14200"/>
                  </a:lnTo>
                  <a:lnTo>
                    <a:pt x="11272" y="13899"/>
                  </a:lnTo>
                  <a:lnTo>
                    <a:pt x="11031" y="13578"/>
                  </a:lnTo>
                  <a:lnTo>
                    <a:pt x="10810" y="13257"/>
                  </a:lnTo>
                  <a:lnTo>
                    <a:pt x="10630" y="12916"/>
                  </a:lnTo>
                  <a:lnTo>
                    <a:pt x="10469" y="12535"/>
                  </a:lnTo>
                  <a:lnTo>
                    <a:pt x="10349" y="12174"/>
                  </a:lnTo>
                  <a:lnTo>
                    <a:pt x="10249" y="11773"/>
                  </a:lnTo>
                  <a:lnTo>
                    <a:pt x="10189" y="11372"/>
                  </a:lnTo>
                  <a:lnTo>
                    <a:pt x="10149" y="10951"/>
                  </a:lnTo>
                  <a:lnTo>
                    <a:pt x="10149" y="10530"/>
                  </a:lnTo>
                  <a:lnTo>
                    <a:pt x="10149" y="10530"/>
                  </a:lnTo>
                  <a:lnTo>
                    <a:pt x="10189" y="10108"/>
                  </a:lnTo>
                  <a:lnTo>
                    <a:pt x="10269" y="9727"/>
                  </a:lnTo>
                  <a:lnTo>
                    <a:pt x="10369" y="9346"/>
                  </a:lnTo>
                  <a:lnTo>
                    <a:pt x="10510" y="8985"/>
                  </a:lnTo>
                  <a:lnTo>
                    <a:pt x="10670" y="8644"/>
                  </a:lnTo>
                  <a:lnTo>
                    <a:pt x="10850" y="8303"/>
                  </a:lnTo>
                  <a:lnTo>
                    <a:pt x="11071" y="7983"/>
                  </a:lnTo>
                  <a:lnTo>
                    <a:pt x="11312" y="7702"/>
                  </a:lnTo>
                  <a:lnTo>
                    <a:pt x="11572" y="7421"/>
                  </a:lnTo>
                  <a:lnTo>
                    <a:pt x="11853" y="7140"/>
                  </a:lnTo>
                  <a:lnTo>
                    <a:pt x="12134" y="6900"/>
                  </a:lnTo>
                  <a:lnTo>
                    <a:pt x="12455" y="6659"/>
                  </a:lnTo>
                  <a:lnTo>
                    <a:pt x="12776" y="6438"/>
                  </a:lnTo>
                  <a:lnTo>
                    <a:pt x="13117" y="6238"/>
                  </a:lnTo>
                  <a:lnTo>
                    <a:pt x="13458" y="6037"/>
                  </a:lnTo>
                  <a:lnTo>
                    <a:pt x="13819" y="5877"/>
                  </a:lnTo>
                  <a:lnTo>
                    <a:pt x="13819" y="5877"/>
                  </a:lnTo>
                  <a:lnTo>
                    <a:pt x="14540" y="5576"/>
                  </a:lnTo>
                  <a:lnTo>
                    <a:pt x="15282" y="5295"/>
                  </a:lnTo>
                  <a:lnTo>
                    <a:pt x="16045" y="5055"/>
                  </a:lnTo>
                  <a:lnTo>
                    <a:pt x="16807" y="4854"/>
                  </a:lnTo>
                  <a:lnTo>
                    <a:pt x="18351" y="4473"/>
                  </a:lnTo>
                  <a:lnTo>
                    <a:pt x="19895" y="4092"/>
                  </a:lnTo>
                  <a:lnTo>
                    <a:pt x="19895" y="4092"/>
                  </a:lnTo>
                  <a:lnTo>
                    <a:pt x="21580" y="3651"/>
                  </a:lnTo>
                  <a:lnTo>
                    <a:pt x="23244" y="3190"/>
                  </a:lnTo>
                  <a:lnTo>
                    <a:pt x="24086" y="2929"/>
                  </a:lnTo>
                  <a:lnTo>
                    <a:pt x="24929" y="2688"/>
                  </a:lnTo>
                  <a:lnTo>
                    <a:pt x="25751" y="2407"/>
                  </a:lnTo>
                  <a:lnTo>
                    <a:pt x="26573" y="2127"/>
                  </a:lnTo>
                  <a:lnTo>
                    <a:pt x="26573" y="2127"/>
                  </a:lnTo>
                  <a:lnTo>
                    <a:pt x="27335" y="1846"/>
                  </a:lnTo>
                  <a:lnTo>
                    <a:pt x="28097" y="1545"/>
                  </a:lnTo>
                  <a:lnTo>
                    <a:pt x="28097" y="1545"/>
                  </a:lnTo>
                  <a:lnTo>
                    <a:pt x="26834" y="1846"/>
                  </a:lnTo>
                  <a:lnTo>
                    <a:pt x="25510" y="2127"/>
                  </a:lnTo>
                  <a:lnTo>
                    <a:pt x="24147" y="2387"/>
                  </a:lnTo>
                  <a:lnTo>
                    <a:pt x="22723" y="2608"/>
                  </a:lnTo>
                  <a:lnTo>
                    <a:pt x="21279" y="2788"/>
                  </a:lnTo>
                  <a:lnTo>
                    <a:pt x="20537" y="2869"/>
                  </a:lnTo>
                  <a:lnTo>
                    <a:pt x="19795" y="2929"/>
                  </a:lnTo>
                  <a:lnTo>
                    <a:pt x="19033" y="2989"/>
                  </a:lnTo>
                  <a:lnTo>
                    <a:pt x="18291" y="3029"/>
                  </a:lnTo>
                  <a:lnTo>
                    <a:pt x="17529" y="3049"/>
                  </a:lnTo>
                  <a:lnTo>
                    <a:pt x="16767" y="3069"/>
                  </a:lnTo>
                  <a:lnTo>
                    <a:pt x="16767" y="3069"/>
                  </a:lnTo>
                  <a:lnTo>
                    <a:pt x="15724" y="3049"/>
                  </a:lnTo>
                  <a:lnTo>
                    <a:pt x="14701" y="2989"/>
                  </a:lnTo>
                  <a:lnTo>
                    <a:pt x="14701" y="2989"/>
                  </a:lnTo>
                  <a:lnTo>
                    <a:pt x="13458" y="2909"/>
                  </a:lnTo>
                  <a:lnTo>
                    <a:pt x="12254" y="2788"/>
                  </a:lnTo>
                  <a:lnTo>
                    <a:pt x="11071" y="2648"/>
                  </a:lnTo>
                  <a:lnTo>
                    <a:pt x="9928" y="2488"/>
                  </a:lnTo>
                  <a:lnTo>
                    <a:pt x="8825" y="2307"/>
                  </a:lnTo>
                  <a:lnTo>
                    <a:pt x="7742" y="2107"/>
                  </a:lnTo>
                  <a:lnTo>
                    <a:pt x="6719" y="1906"/>
                  </a:lnTo>
                  <a:lnTo>
                    <a:pt x="5757" y="1685"/>
                  </a:lnTo>
                  <a:lnTo>
                    <a:pt x="4834" y="1465"/>
                  </a:lnTo>
                  <a:lnTo>
                    <a:pt x="3952" y="1244"/>
                  </a:lnTo>
                  <a:lnTo>
                    <a:pt x="3129" y="1024"/>
                  </a:lnTo>
                  <a:lnTo>
                    <a:pt x="2367" y="803"/>
                  </a:lnTo>
                  <a:lnTo>
                    <a:pt x="1686" y="582"/>
                  </a:lnTo>
                  <a:lnTo>
                    <a:pt x="1044" y="382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42">
              <a:extLst>
                <a:ext uri="{FF2B5EF4-FFF2-40B4-BE49-F238E27FC236}">
                  <a16:creationId xmlns:a16="http://schemas.microsoft.com/office/drawing/2014/main" id="{13604B38-7E57-7F0A-07C2-2A204B6F93CE}"/>
                </a:ext>
              </a:extLst>
            </p:cNvPr>
            <p:cNvSpPr/>
            <p:nvPr/>
          </p:nvSpPr>
          <p:spPr>
            <a:xfrm>
              <a:off x="11186375" y="4148438"/>
              <a:ext cx="1004750" cy="412650"/>
            </a:xfrm>
            <a:custGeom>
              <a:avLst/>
              <a:gdLst/>
              <a:ahLst/>
              <a:cxnLst/>
              <a:rect l="l" t="t" r="r" b="b"/>
              <a:pathLst>
                <a:path w="40190" h="16506" extrusionOk="0">
                  <a:moveTo>
                    <a:pt x="19212" y="0"/>
                  </a:moveTo>
                  <a:lnTo>
                    <a:pt x="17889" y="20"/>
                  </a:lnTo>
                  <a:lnTo>
                    <a:pt x="16565" y="61"/>
                  </a:lnTo>
                  <a:lnTo>
                    <a:pt x="15262" y="141"/>
                  </a:lnTo>
                  <a:lnTo>
                    <a:pt x="13998" y="221"/>
                  </a:lnTo>
                  <a:lnTo>
                    <a:pt x="12775" y="321"/>
                  </a:lnTo>
                  <a:lnTo>
                    <a:pt x="11592" y="462"/>
                  </a:lnTo>
                  <a:lnTo>
                    <a:pt x="10469" y="602"/>
                  </a:lnTo>
                  <a:lnTo>
                    <a:pt x="9406" y="782"/>
                  </a:lnTo>
                  <a:lnTo>
                    <a:pt x="8423" y="983"/>
                  </a:lnTo>
                  <a:lnTo>
                    <a:pt x="7541" y="1204"/>
                  </a:lnTo>
                  <a:lnTo>
                    <a:pt x="7119" y="1324"/>
                  </a:lnTo>
                  <a:lnTo>
                    <a:pt x="6738" y="1444"/>
                  </a:lnTo>
                  <a:lnTo>
                    <a:pt x="5776" y="1785"/>
                  </a:lnTo>
                  <a:lnTo>
                    <a:pt x="4893" y="2126"/>
                  </a:lnTo>
                  <a:lnTo>
                    <a:pt x="4111" y="2467"/>
                  </a:lnTo>
                  <a:lnTo>
                    <a:pt x="3389" y="2828"/>
                  </a:lnTo>
                  <a:lnTo>
                    <a:pt x="2768" y="3169"/>
                  </a:lnTo>
                  <a:lnTo>
                    <a:pt x="2206" y="3510"/>
                  </a:lnTo>
                  <a:lnTo>
                    <a:pt x="1705" y="3851"/>
                  </a:lnTo>
                  <a:lnTo>
                    <a:pt x="1284" y="4172"/>
                  </a:lnTo>
                  <a:lnTo>
                    <a:pt x="943" y="4493"/>
                  </a:lnTo>
                  <a:lnTo>
                    <a:pt x="642" y="4793"/>
                  </a:lnTo>
                  <a:lnTo>
                    <a:pt x="401" y="5074"/>
                  </a:lnTo>
                  <a:lnTo>
                    <a:pt x="221" y="5355"/>
                  </a:lnTo>
                  <a:lnTo>
                    <a:pt x="100" y="5596"/>
                  </a:lnTo>
                  <a:lnTo>
                    <a:pt x="20" y="5816"/>
                  </a:lnTo>
                  <a:lnTo>
                    <a:pt x="0" y="603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8891" y="16485"/>
                  </a:lnTo>
                  <a:lnTo>
                    <a:pt x="19814" y="16505"/>
                  </a:lnTo>
                  <a:lnTo>
                    <a:pt x="20736" y="16485"/>
                  </a:lnTo>
                  <a:lnTo>
                    <a:pt x="21639" y="16465"/>
                  </a:lnTo>
                  <a:lnTo>
                    <a:pt x="22561" y="16405"/>
                  </a:lnTo>
                  <a:lnTo>
                    <a:pt x="23464" y="16345"/>
                  </a:lnTo>
                  <a:lnTo>
                    <a:pt x="24366" y="16245"/>
                  </a:lnTo>
                  <a:lnTo>
                    <a:pt x="25249" y="16144"/>
                  </a:lnTo>
                  <a:lnTo>
                    <a:pt x="26131" y="16024"/>
                  </a:lnTo>
                  <a:lnTo>
                    <a:pt x="26993" y="15884"/>
                  </a:lnTo>
                  <a:lnTo>
                    <a:pt x="27836" y="15743"/>
                  </a:lnTo>
                  <a:lnTo>
                    <a:pt x="28678" y="15583"/>
                  </a:lnTo>
                  <a:lnTo>
                    <a:pt x="29480" y="15402"/>
                  </a:lnTo>
                  <a:lnTo>
                    <a:pt x="30282" y="15242"/>
                  </a:lnTo>
                  <a:lnTo>
                    <a:pt x="31786" y="14861"/>
                  </a:lnTo>
                  <a:lnTo>
                    <a:pt x="33190" y="14480"/>
                  </a:lnTo>
                  <a:lnTo>
                    <a:pt x="34474" y="14119"/>
                  </a:lnTo>
                  <a:lnTo>
                    <a:pt x="35637" y="13758"/>
                  </a:lnTo>
                  <a:lnTo>
                    <a:pt x="36640" y="13417"/>
                  </a:lnTo>
                  <a:lnTo>
                    <a:pt x="37482" y="13116"/>
                  </a:lnTo>
                  <a:lnTo>
                    <a:pt x="38164" y="1285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608" y="10990"/>
                  </a:lnTo>
                  <a:lnTo>
                    <a:pt x="39708" y="10549"/>
                  </a:lnTo>
                  <a:lnTo>
                    <a:pt x="39868" y="9627"/>
                  </a:lnTo>
                  <a:lnTo>
                    <a:pt x="40009" y="8644"/>
                  </a:lnTo>
                  <a:lnTo>
                    <a:pt x="40109" y="7681"/>
                  </a:lnTo>
                  <a:lnTo>
                    <a:pt x="40169" y="6799"/>
                  </a:lnTo>
                  <a:lnTo>
                    <a:pt x="40189" y="6037"/>
                  </a:lnTo>
                  <a:lnTo>
                    <a:pt x="40189" y="5736"/>
                  </a:lnTo>
                  <a:lnTo>
                    <a:pt x="40169" y="5495"/>
                  </a:lnTo>
                  <a:lnTo>
                    <a:pt x="40129" y="5315"/>
                  </a:lnTo>
                  <a:lnTo>
                    <a:pt x="40089" y="5194"/>
                  </a:lnTo>
                  <a:lnTo>
                    <a:pt x="40009" y="5094"/>
                  </a:lnTo>
                  <a:lnTo>
                    <a:pt x="39868" y="4934"/>
                  </a:lnTo>
                  <a:lnTo>
                    <a:pt x="39708" y="4753"/>
                  </a:lnTo>
                  <a:lnTo>
                    <a:pt x="39467" y="4533"/>
                  </a:lnTo>
                  <a:lnTo>
                    <a:pt x="39187" y="4312"/>
                  </a:lnTo>
                  <a:lnTo>
                    <a:pt x="38866" y="4031"/>
                  </a:lnTo>
                  <a:lnTo>
                    <a:pt x="38505" y="3771"/>
                  </a:lnTo>
                  <a:lnTo>
                    <a:pt x="38084" y="3470"/>
                  </a:lnTo>
                  <a:lnTo>
                    <a:pt x="37602" y="3169"/>
                  </a:lnTo>
                  <a:lnTo>
                    <a:pt x="37081" y="2868"/>
                  </a:lnTo>
                  <a:lnTo>
                    <a:pt x="36519" y="2567"/>
                  </a:lnTo>
                  <a:lnTo>
                    <a:pt x="35898" y="2267"/>
                  </a:lnTo>
                  <a:lnTo>
                    <a:pt x="35236" y="1966"/>
                  </a:lnTo>
                  <a:lnTo>
                    <a:pt x="34514" y="1705"/>
                  </a:lnTo>
                  <a:lnTo>
                    <a:pt x="33732" y="1424"/>
                  </a:lnTo>
                  <a:lnTo>
                    <a:pt x="32910" y="1184"/>
                  </a:lnTo>
                  <a:lnTo>
                    <a:pt x="32228" y="1023"/>
                  </a:lnTo>
                  <a:lnTo>
                    <a:pt x="31466" y="863"/>
                  </a:lnTo>
                  <a:lnTo>
                    <a:pt x="30623" y="722"/>
                  </a:lnTo>
                  <a:lnTo>
                    <a:pt x="29761" y="582"/>
                  </a:lnTo>
                  <a:lnTo>
                    <a:pt x="28818" y="462"/>
                  </a:lnTo>
                  <a:lnTo>
                    <a:pt x="27856" y="361"/>
                  </a:lnTo>
                  <a:lnTo>
                    <a:pt x="26833" y="261"/>
                  </a:lnTo>
                  <a:lnTo>
                    <a:pt x="25790" y="181"/>
                  </a:lnTo>
                  <a:lnTo>
                    <a:pt x="24527" y="101"/>
                  </a:lnTo>
                  <a:lnTo>
                    <a:pt x="23223" y="40"/>
                  </a:lnTo>
                  <a:lnTo>
                    <a:pt x="21900" y="20"/>
                  </a:lnTo>
                  <a:lnTo>
                    <a:pt x="205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42">
              <a:extLst>
                <a:ext uri="{FF2B5EF4-FFF2-40B4-BE49-F238E27FC236}">
                  <a16:creationId xmlns:a16="http://schemas.microsoft.com/office/drawing/2014/main" id="{64108511-3018-0FCA-994C-73CE0F567548}"/>
                </a:ext>
              </a:extLst>
            </p:cNvPr>
            <p:cNvSpPr/>
            <p:nvPr/>
          </p:nvSpPr>
          <p:spPr>
            <a:xfrm>
              <a:off x="11186375" y="4148438"/>
              <a:ext cx="1004750" cy="412650"/>
            </a:xfrm>
            <a:custGeom>
              <a:avLst/>
              <a:gdLst/>
              <a:ahLst/>
              <a:cxnLst/>
              <a:rect l="l" t="t" r="r" b="b"/>
              <a:pathLst>
                <a:path w="40190" h="16506" fill="none" extrusionOk="0">
                  <a:moveTo>
                    <a:pt x="39507" y="11391"/>
                  </a:moveTo>
                  <a:lnTo>
                    <a:pt x="39507" y="11391"/>
                  </a:lnTo>
                  <a:lnTo>
                    <a:pt x="39367" y="11833"/>
                  </a:lnTo>
                  <a:lnTo>
                    <a:pt x="39227" y="12194"/>
                  </a:lnTo>
                  <a:lnTo>
                    <a:pt x="39146" y="12334"/>
                  </a:lnTo>
                  <a:lnTo>
                    <a:pt x="39066" y="12434"/>
                  </a:lnTo>
                  <a:lnTo>
                    <a:pt x="38986" y="12514"/>
                  </a:lnTo>
                  <a:lnTo>
                    <a:pt x="38906" y="12575"/>
                  </a:lnTo>
                  <a:lnTo>
                    <a:pt x="38906" y="12575"/>
                  </a:lnTo>
                  <a:lnTo>
                    <a:pt x="38164" y="12855"/>
                  </a:lnTo>
                  <a:lnTo>
                    <a:pt x="37482" y="13116"/>
                  </a:lnTo>
                  <a:lnTo>
                    <a:pt x="36640" y="13417"/>
                  </a:lnTo>
                  <a:lnTo>
                    <a:pt x="35637" y="13758"/>
                  </a:lnTo>
                  <a:lnTo>
                    <a:pt x="34474" y="14119"/>
                  </a:lnTo>
                  <a:lnTo>
                    <a:pt x="33190" y="14480"/>
                  </a:lnTo>
                  <a:lnTo>
                    <a:pt x="31786" y="14861"/>
                  </a:lnTo>
                  <a:lnTo>
                    <a:pt x="30282" y="15242"/>
                  </a:lnTo>
                  <a:lnTo>
                    <a:pt x="29480" y="15402"/>
                  </a:lnTo>
                  <a:lnTo>
                    <a:pt x="28678" y="15583"/>
                  </a:lnTo>
                  <a:lnTo>
                    <a:pt x="27836" y="15743"/>
                  </a:lnTo>
                  <a:lnTo>
                    <a:pt x="26993" y="15884"/>
                  </a:lnTo>
                  <a:lnTo>
                    <a:pt x="26131" y="16024"/>
                  </a:lnTo>
                  <a:lnTo>
                    <a:pt x="25249" y="16144"/>
                  </a:lnTo>
                  <a:lnTo>
                    <a:pt x="24366" y="16245"/>
                  </a:lnTo>
                  <a:lnTo>
                    <a:pt x="23464" y="16345"/>
                  </a:lnTo>
                  <a:lnTo>
                    <a:pt x="22561" y="16405"/>
                  </a:lnTo>
                  <a:lnTo>
                    <a:pt x="21639" y="16465"/>
                  </a:lnTo>
                  <a:lnTo>
                    <a:pt x="20736" y="16485"/>
                  </a:lnTo>
                  <a:lnTo>
                    <a:pt x="19814" y="16505"/>
                  </a:lnTo>
                  <a:lnTo>
                    <a:pt x="18891" y="16485"/>
                  </a:lnTo>
                  <a:lnTo>
                    <a:pt x="17969" y="16425"/>
                  </a:lnTo>
                  <a:lnTo>
                    <a:pt x="17969" y="16425"/>
                  </a:lnTo>
                  <a:lnTo>
                    <a:pt x="16385" y="16305"/>
                  </a:lnTo>
                  <a:lnTo>
                    <a:pt x="14860" y="16144"/>
                  </a:lnTo>
                  <a:lnTo>
                    <a:pt x="13396" y="15944"/>
                  </a:lnTo>
                  <a:lnTo>
                    <a:pt x="11993" y="15723"/>
                  </a:lnTo>
                  <a:lnTo>
                    <a:pt x="10649" y="15462"/>
                  </a:lnTo>
                  <a:lnTo>
                    <a:pt x="9366" y="15202"/>
                  </a:lnTo>
                  <a:lnTo>
                    <a:pt x="8182" y="14921"/>
                  </a:lnTo>
                  <a:lnTo>
                    <a:pt x="7059" y="14640"/>
                  </a:lnTo>
                  <a:lnTo>
                    <a:pt x="6057" y="14359"/>
                  </a:lnTo>
                  <a:lnTo>
                    <a:pt x="5134" y="14079"/>
                  </a:lnTo>
                  <a:lnTo>
                    <a:pt x="4312" y="13818"/>
                  </a:lnTo>
                  <a:lnTo>
                    <a:pt x="3610" y="13557"/>
                  </a:lnTo>
                  <a:lnTo>
                    <a:pt x="3028" y="13337"/>
                  </a:lnTo>
                  <a:lnTo>
                    <a:pt x="2567" y="13156"/>
                  </a:lnTo>
                  <a:lnTo>
                    <a:pt x="2246" y="12996"/>
                  </a:lnTo>
                  <a:lnTo>
                    <a:pt x="2046" y="12875"/>
                  </a:lnTo>
                  <a:lnTo>
                    <a:pt x="2046" y="12875"/>
                  </a:lnTo>
                  <a:lnTo>
                    <a:pt x="1985" y="12815"/>
                  </a:lnTo>
                  <a:lnTo>
                    <a:pt x="1905" y="12735"/>
                  </a:lnTo>
                  <a:lnTo>
                    <a:pt x="1765" y="12494"/>
                  </a:lnTo>
                  <a:lnTo>
                    <a:pt x="1625" y="12153"/>
                  </a:lnTo>
                  <a:lnTo>
                    <a:pt x="1464" y="11752"/>
                  </a:lnTo>
                  <a:lnTo>
                    <a:pt x="1324" y="11291"/>
                  </a:lnTo>
                  <a:lnTo>
                    <a:pt x="1163" y="10790"/>
                  </a:lnTo>
                  <a:lnTo>
                    <a:pt x="862" y="9687"/>
                  </a:lnTo>
                  <a:lnTo>
                    <a:pt x="562" y="8584"/>
                  </a:lnTo>
                  <a:lnTo>
                    <a:pt x="321" y="7561"/>
                  </a:lnTo>
                  <a:lnTo>
                    <a:pt x="20" y="6217"/>
                  </a:lnTo>
                  <a:lnTo>
                    <a:pt x="20" y="6217"/>
                  </a:lnTo>
                  <a:lnTo>
                    <a:pt x="0" y="6037"/>
                  </a:lnTo>
                  <a:lnTo>
                    <a:pt x="20" y="5816"/>
                  </a:lnTo>
                  <a:lnTo>
                    <a:pt x="100" y="5596"/>
                  </a:lnTo>
                  <a:lnTo>
                    <a:pt x="221" y="5355"/>
                  </a:lnTo>
                  <a:lnTo>
                    <a:pt x="401" y="5074"/>
                  </a:lnTo>
                  <a:lnTo>
                    <a:pt x="642" y="4793"/>
                  </a:lnTo>
                  <a:lnTo>
                    <a:pt x="943" y="4493"/>
                  </a:lnTo>
                  <a:lnTo>
                    <a:pt x="1284" y="4172"/>
                  </a:lnTo>
                  <a:lnTo>
                    <a:pt x="1705" y="3851"/>
                  </a:lnTo>
                  <a:lnTo>
                    <a:pt x="2206" y="3510"/>
                  </a:lnTo>
                  <a:lnTo>
                    <a:pt x="2768" y="3169"/>
                  </a:lnTo>
                  <a:lnTo>
                    <a:pt x="3389" y="2828"/>
                  </a:lnTo>
                  <a:lnTo>
                    <a:pt x="4111" y="2467"/>
                  </a:lnTo>
                  <a:lnTo>
                    <a:pt x="4893" y="2126"/>
                  </a:lnTo>
                  <a:lnTo>
                    <a:pt x="5776" y="1785"/>
                  </a:lnTo>
                  <a:lnTo>
                    <a:pt x="6738" y="1444"/>
                  </a:lnTo>
                  <a:lnTo>
                    <a:pt x="6738" y="1444"/>
                  </a:lnTo>
                  <a:lnTo>
                    <a:pt x="7119" y="1324"/>
                  </a:lnTo>
                  <a:lnTo>
                    <a:pt x="7541" y="1204"/>
                  </a:lnTo>
                  <a:lnTo>
                    <a:pt x="8423" y="983"/>
                  </a:lnTo>
                  <a:lnTo>
                    <a:pt x="9406" y="782"/>
                  </a:lnTo>
                  <a:lnTo>
                    <a:pt x="10469" y="602"/>
                  </a:lnTo>
                  <a:lnTo>
                    <a:pt x="11592" y="462"/>
                  </a:lnTo>
                  <a:lnTo>
                    <a:pt x="12775" y="321"/>
                  </a:lnTo>
                  <a:lnTo>
                    <a:pt x="13998" y="221"/>
                  </a:lnTo>
                  <a:lnTo>
                    <a:pt x="15262" y="141"/>
                  </a:lnTo>
                  <a:lnTo>
                    <a:pt x="16565" y="61"/>
                  </a:lnTo>
                  <a:lnTo>
                    <a:pt x="17889" y="20"/>
                  </a:lnTo>
                  <a:lnTo>
                    <a:pt x="19212" y="0"/>
                  </a:lnTo>
                  <a:lnTo>
                    <a:pt x="20556" y="0"/>
                  </a:lnTo>
                  <a:lnTo>
                    <a:pt x="21900" y="20"/>
                  </a:lnTo>
                  <a:lnTo>
                    <a:pt x="23223" y="40"/>
                  </a:lnTo>
                  <a:lnTo>
                    <a:pt x="24527" y="101"/>
                  </a:lnTo>
                  <a:lnTo>
                    <a:pt x="25790" y="181"/>
                  </a:lnTo>
                  <a:lnTo>
                    <a:pt x="25790" y="181"/>
                  </a:lnTo>
                  <a:lnTo>
                    <a:pt x="26833" y="261"/>
                  </a:lnTo>
                  <a:lnTo>
                    <a:pt x="27856" y="361"/>
                  </a:lnTo>
                  <a:lnTo>
                    <a:pt x="28818" y="462"/>
                  </a:lnTo>
                  <a:lnTo>
                    <a:pt x="29761" y="582"/>
                  </a:lnTo>
                  <a:lnTo>
                    <a:pt x="30623" y="722"/>
                  </a:lnTo>
                  <a:lnTo>
                    <a:pt x="31466" y="863"/>
                  </a:lnTo>
                  <a:lnTo>
                    <a:pt x="32228" y="1023"/>
                  </a:lnTo>
                  <a:lnTo>
                    <a:pt x="32910" y="1184"/>
                  </a:lnTo>
                  <a:lnTo>
                    <a:pt x="32910" y="1184"/>
                  </a:lnTo>
                  <a:lnTo>
                    <a:pt x="33732" y="1424"/>
                  </a:lnTo>
                  <a:lnTo>
                    <a:pt x="34514" y="1705"/>
                  </a:lnTo>
                  <a:lnTo>
                    <a:pt x="35236" y="1966"/>
                  </a:lnTo>
                  <a:lnTo>
                    <a:pt x="35898" y="2267"/>
                  </a:lnTo>
                  <a:lnTo>
                    <a:pt x="36519" y="2567"/>
                  </a:lnTo>
                  <a:lnTo>
                    <a:pt x="37081" y="2868"/>
                  </a:lnTo>
                  <a:lnTo>
                    <a:pt x="37602" y="3169"/>
                  </a:lnTo>
                  <a:lnTo>
                    <a:pt x="38084" y="3470"/>
                  </a:lnTo>
                  <a:lnTo>
                    <a:pt x="38505" y="3771"/>
                  </a:lnTo>
                  <a:lnTo>
                    <a:pt x="38866" y="4031"/>
                  </a:lnTo>
                  <a:lnTo>
                    <a:pt x="39187" y="4312"/>
                  </a:lnTo>
                  <a:lnTo>
                    <a:pt x="39467" y="4533"/>
                  </a:lnTo>
                  <a:lnTo>
                    <a:pt x="39708" y="4753"/>
                  </a:lnTo>
                  <a:lnTo>
                    <a:pt x="39868" y="4934"/>
                  </a:lnTo>
                  <a:lnTo>
                    <a:pt x="40009" y="5094"/>
                  </a:lnTo>
                  <a:lnTo>
                    <a:pt x="40089" y="5194"/>
                  </a:lnTo>
                  <a:lnTo>
                    <a:pt x="40089" y="5194"/>
                  </a:lnTo>
                  <a:lnTo>
                    <a:pt x="40129" y="5315"/>
                  </a:lnTo>
                  <a:lnTo>
                    <a:pt x="40169" y="5495"/>
                  </a:lnTo>
                  <a:lnTo>
                    <a:pt x="40189" y="5736"/>
                  </a:lnTo>
                  <a:lnTo>
                    <a:pt x="40189" y="6037"/>
                  </a:lnTo>
                  <a:lnTo>
                    <a:pt x="40169" y="6799"/>
                  </a:lnTo>
                  <a:lnTo>
                    <a:pt x="40109" y="7681"/>
                  </a:lnTo>
                  <a:lnTo>
                    <a:pt x="40009" y="8644"/>
                  </a:lnTo>
                  <a:lnTo>
                    <a:pt x="39868" y="9627"/>
                  </a:lnTo>
                  <a:lnTo>
                    <a:pt x="39708" y="10549"/>
                  </a:lnTo>
                  <a:lnTo>
                    <a:pt x="39608" y="10990"/>
                  </a:lnTo>
                  <a:lnTo>
                    <a:pt x="39507" y="1139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42">
              <a:extLst>
                <a:ext uri="{FF2B5EF4-FFF2-40B4-BE49-F238E27FC236}">
                  <a16:creationId xmlns:a16="http://schemas.microsoft.com/office/drawing/2014/main" id="{BB2A3B20-0D86-0D0C-6863-69F5A839CF77}"/>
                </a:ext>
              </a:extLst>
            </p:cNvPr>
            <p:cNvSpPr/>
            <p:nvPr/>
          </p:nvSpPr>
          <p:spPr>
            <a:xfrm>
              <a:off x="11186375" y="4148438"/>
              <a:ext cx="987700" cy="412650"/>
            </a:xfrm>
            <a:custGeom>
              <a:avLst/>
              <a:gdLst/>
              <a:ahLst/>
              <a:cxnLst/>
              <a:rect l="l" t="t" r="r" b="b"/>
              <a:pathLst>
                <a:path w="39508" h="16506" extrusionOk="0">
                  <a:moveTo>
                    <a:pt x="20115" y="0"/>
                  </a:moveTo>
                  <a:lnTo>
                    <a:pt x="18149" y="20"/>
                  </a:lnTo>
                  <a:lnTo>
                    <a:pt x="16224" y="81"/>
                  </a:lnTo>
                  <a:lnTo>
                    <a:pt x="15282" y="141"/>
                  </a:lnTo>
                  <a:lnTo>
                    <a:pt x="14359" y="201"/>
                  </a:lnTo>
                  <a:lnTo>
                    <a:pt x="13457" y="261"/>
                  </a:lnTo>
                  <a:lnTo>
                    <a:pt x="12554" y="341"/>
                  </a:lnTo>
                  <a:lnTo>
                    <a:pt x="11712" y="442"/>
                  </a:lnTo>
                  <a:lnTo>
                    <a:pt x="10870" y="542"/>
                  </a:lnTo>
                  <a:lnTo>
                    <a:pt x="10087" y="662"/>
                  </a:lnTo>
                  <a:lnTo>
                    <a:pt x="9325" y="803"/>
                  </a:lnTo>
                  <a:lnTo>
                    <a:pt x="8603" y="943"/>
                  </a:lnTo>
                  <a:lnTo>
                    <a:pt x="7922" y="1103"/>
                  </a:lnTo>
                  <a:lnTo>
                    <a:pt x="7300" y="1264"/>
                  </a:lnTo>
                  <a:lnTo>
                    <a:pt x="6738" y="1444"/>
                  </a:lnTo>
                  <a:lnTo>
                    <a:pt x="5816" y="1765"/>
                  </a:lnTo>
                  <a:lnTo>
                    <a:pt x="4994" y="2086"/>
                  </a:lnTo>
                  <a:lnTo>
                    <a:pt x="4232" y="2407"/>
                  </a:lnTo>
                  <a:lnTo>
                    <a:pt x="3550" y="2748"/>
                  </a:lnTo>
                  <a:lnTo>
                    <a:pt x="2928" y="3069"/>
                  </a:lnTo>
                  <a:lnTo>
                    <a:pt x="2367" y="3390"/>
                  </a:lnTo>
                  <a:lnTo>
                    <a:pt x="1885" y="3710"/>
                  </a:lnTo>
                  <a:lnTo>
                    <a:pt x="1464" y="4031"/>
                  </a:lnTo>
                  <a:lnTo>
                    <a:pt x="1103" y="4332"/>
                  </a:lnTo>
                  <a:lnTo>
                    <a:pt x="802" y="4633"/>
                  </a:lnTo>
                  <a:lnTo>
                    <a:pt x="542" y="4914"/>
                  </a:lnTo>
                  <a:lnTo>
                    <a:pt x="341" y="5174"/>
                  </a:lnTo>
                  <a:lnTo>
                    <a:pt x="181" y="5415"/>
                  </a:lnTo>
                  <a:lnTo>
                    <a:pt x="80" y="5656"/>
                  </a:lnTo>
                  <a:lnTo>
                    <a:pt x="20" y="5856"/>
                  </a:lnTo>
                  <a:lnTo>
                    <a:pt x="0" y="605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8992" y="16485"/>
                  </a:lnTo>
                  <a:lnTo>
                    <a:pt x="20035" y="16505"/>
                  </a:lnTo>
                  <a:lnTo>
                    <a:pt x="20897" y="16485"/>
                  </a:lnTo>
                  <a:lnTo>
                    <a:pt x="21739" y="16465"/>
                  </a:lnTo>
                  <a:lnTo>
                    <a:pt x="22602" y="16405"/>
                  </a:lnTo>
                  <a:lnTo>
                    <a:pt x="23444" y="16345"/>
                  </a:lnTo>
                  <a:lnTo>
                    <a:pt x="24286" y="16265"/>
                  </a:lnTo>
                  <a:lnTo>
                    <a:pt x="25108" y="16164"/>
                  </a:lnTo>
                  <a:lnTo>
                    <a:pt x="25931" y="16044"/>
                  </a:lnTo>
                  <a:lnTo>
                    <a:pt x="26733" y="15924"/>
                  </a:lnTo>
                  <a:lnTo>
                    <a:pt x="27515" y="15803"/>
                  </a:lnTo>
                  <a:lnTo>
                    <a:pt x="28297" y="15643"/>
                  </a:lnTo>
                  <a:lnTo>
                    <a:pt x="29801" y="15342"/>
                  </a:lnTo>
                  <a:lnTo>
                    <a:pt x="31245" y="15001"/>
                  </a:lnTo>
                  <a:lnTo>
                    <a:pt x="32589" y="14660"/>
                  </a:lnTo>
                  <a:lnTo>
                    <a:pt x="33832" y="14299"/>
                  </a:lnTo>
                  <a:lnTo>
                    <a:pt x="34975" y="13958"/>
                  </a:lnTo>
                  <a:lnTo>
                    <a:pt x="35998" y="13617"/>
                  </a:lnTo>
                  <a:lnTo>
                    <a:pt x="36900" y="13317"/>
                  </a:lnTo>
                  <a:lnTo>
                    <a:pt x="38224" y="1283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507" y="11391"/>
                  </a:lnTo>
                  <a:lnTo>
                    <a:pt x="38645" y="11632"/>
                  </a:lnTo>
                  <a:lnTo>
                    <a:pt x="37783" y="11873"/>
                  </a:lnTo>
                  <a:lnTo>
                    <a:pt x="36920" y="12073"/>
                  </a:lnTo>
                  <a:lnTo>
                    <a:pt x="36038" y="12274"/>
                  </a:lnTo>
                  <a:lnTo>
                    <a:pt x="35176" y="12474"/>
                  </a:lnTo>
                  <a:lnTo>
                    <a:pt x="34293" y="12635"/>
                  </a:lnTo>
                  <a:lnTo>
                    <a:pt x="33411" y="12795"/>
                  </a:lnTo>
                  <a:lnTo>
                    <a:pt x="32528" y="12936"/>
                  </a:lnTo>
                  <a:lnTo>
                    <a:pt x="31626" y="13056"/>
                  </a:lnTo>
                  <a:lnTo>
                    <a:pt x="30744" y="13156"/>
                  </a:lnTo>
                  <a:lnTo>
                    <a:pt x="29841" y="13256"/>
                  </a:lnTo>
                  <a:lnTo>
                    <a:pt x="28959" y="13317"/>
                  </a:lnTo>
                  <a:lnTo>
                    <a:pt x="28056" y="13377"/>
                  </a:lnTo>
                  <a:lnTo>
                    <a:pt x="27154" y="13417"/>
                  </a:lnTo>
                  <a:lnTo>
                    <a:pt x="26251" y="13437"/>
                  </a:lnTo>
                  <a:lnTo>
                    <a:pt x="25369" y="13457"/>
                  </a:lnTo>
                  <a:lnTo>
                    <a:pt x="24587" y="13437"/>
                  </a:lnTo>
                  <a:lnTo>
                    <a:pt x="23825" y="13437"/>
                  </a:lnTo>
                  <a:lnTo>
                    <a:pt x="23063" y="13397"/>
                  </a:lnTo>
                  <a:lnTo>
                    <a:pt x="22281" y="13357"/>
                  </a:lnTo>
                  <a:lnTo>
                    <a:pt x="21519" y="13297"/>
                  </a:lnTo>
                  <a:lnTo>
                    <a:pt x="20756" y="13236"/>
                  </a:lnTo>
                  <a:lnTo>
                    <a:pt x="19974" y="13156"/>
                  </a:lnTo>
                  <a:lnTo>
                    <a:pt x="19212" y="13056"/>
                  </a:lnTo>
                  <a:lnTo>
                    <a:pt x="18410" y="12956"/>
                  </a:lnTo>
                  <a:lnTo>
                    <a:pt x="17608" y="12835"/>
                  </a:lnTo>
                  <a:lnTo>
                    <a:pt x="16806" y="12695"/>
                  </a:lnTo>
                  <a:lnTo>
                    <a:pt x="16004" y="12554"/>
                  </a:lnTo>
                  <a:lnTo>
                    <a:pt x="15201" y="12374"/>
                  </a:lnTo>
                  <a:lnTo>
                    <a:pt x="14399" y="12214"/>
                  </a:lnTo>
                  <a:lnTo>
                    <a:pt x="13617" y="12013"/>
                  </a:lnTo>
                  <a:lnTo>
                    <a:pt x="12835" y="11792"/>
                  </a:lnTo>
                  <a:lnTo>
                    <a:pt x="12233" y="11612"/>
                  </a:lnTo>
                  <a:lnTo>
                    <a:pt x="11592" y="11391"/>
                  </a:lnTo>
                  <a:lnTo>
                    <a:pt x="11291" y="11271"/>
                  </a:lnTo>
                  <a:lnTo>
                    <a:pt x="10970" y="11131"/>
                  </a:lnTo>
                  <a:lnTo>
                    <a:pt x="10669" y="10970"/>
                  </a:lnTo>
                  <a:lnTo>
                    <a:pt x="10388" y="10810"/>
                  </a:lnTo>
                  <a:lnTo>
                    <a:pt x="9566" y="10629"/>
                  </a:lnTo>
                  <a:lnTo>
                    <a:pt x="8784" y="10429"/>
                  </a:lnTo>
                  <a:lnTo>
                    <a:pt x="7922" y="10188"/>
                  </a:lnTo>
                  <a:lnTo>
                    <a:pt x="7119" y="9907"/>
                  </a:lnTo>
                  <a:lnTo>
                    <a:pt x="6357" y="9627"/>
                  </a:lnTo>
                  <a:lnTo>
                    <a:pt x="5635" y="9346"/>
                  </a:lnTo>
                  <a:lnTo>
                    <a:pt x="4974" y="9045"/>
                  </a:lnTo>
                  <a:lnTo>
                    <a:pt x="4372" y="8724"/>
                  </a:lnTo>
                  <a:lnTo>
                    <a:pt x="3831" y="8423"/>
                  </a:lnTo>
                  <a:lnTo>
                    <a:pt x="3329" y="8122"/>
                  </a:lnTo>
                  <a:lnTo>
                    <a:pt x="2888" y="7802"/>
                  </a:lnTo>
                  <a:lnTo>
                    <a:pt x="2507" y="7501"/>
                  </a:lnTo>
                  <a:lnTo>
                    <a:pt x="2186" y="7220"/>
                  </a:lnTo>
                  <a:lnTo>
                    <a:pt x="1925" y="6939"/>
                  </a:lnTo>
                  <a:lnTo>
                    <a:pt x="1725" y="6679"/>
                  </a:lnTo>
                  <a:lnTo>
                    <a:pt x="1584" y="6438"/>
                  </a:lnTo>
                  <a:lnTo>
                    <a:pt x="1544" y="6318"/>
                  </a:lnTo>
                  <a:lnTo>
                    <a:pt x="1504" y="6197"/>
                  </a:lnTo>
                  <a:lnTo>
                    <a:pt x="1484" y="6097"/>
                  </a:lnTo>
                  <a:lnTo>
                    <a:pt x="1504" y="5997"/>
                  </a:lnTo>
                  <a:lnTo>
                    <a:pt x="1524" y="5856"/>
                  </a:lnTo>
                  <a:lnTo>
                    <a:pt x="1564" y="5736"/>
                  </a:lnTo>
                  <a:lnTo>
                    <a:pt x="1604" y="5596"/>
                  </a:lnTo>
                  <a:lnTo>
                    <a:pt x="1685" y="5455"/>
                  </a:lnTo>
                  <a:lnTo>
                    <a:pt x="1785" y="5315"/>
                  </a:lnTo>
                  <a:lnTo>
                    <a:pt x="1885" y="5174"/>
                  </a:lnTo>
                  <a:lnTo>
                    <a:pt x="2146" y="4874"/>
                  </a:lnTo>
                  <a:lnTo>
                    <a:pt x="2467" y="4593"/>
                  </a:lnTo>
                  <a:lnTo>
                    <a:pt x="2828" y="4312"/>
                  </a:lnTo>
                  <a:lnTo>
                    <a:pt x="3249" y="4011"/>
                  </a:lnTo>
                  <a:lnTo>
                    <a:pt x="3710" y="3730"/>
                  </a:lnTo>
                  <a:lnTo>
                    <a:pt x="4212" y="3470"/>
                  </a:lnTo>
                  <a:lnTo>
                    <a:pt x="4733" y="3209"/>
                  </a:lnTo>
                  <a:lnTo>
                    <a:pt x="5294" y="2948"/>
                  </a:lnTo>
                  <a:lnTo>
                    <a:pt x="5856" y="2728"/>
                  </a:lnTo>
                  <a:lnTo>
                    <a:pt x="6458" y="2507"/>
                  </a:lnTo>
                  <a:lnTo>
                    <a:pt x="7059" y="2307"/>
                  </a:lnTo>
                  <a:lnTo>
                    <a:pt x="7681" y="2126"/>
                  </a:lnTo>
                  <a:lnTo>
                    <a:pt x="8283" y="1966"/>
                  </a:lnTo>
                  <a:lnTo>
                    <a:pt x="8864" y="1845"/>
                  </a:lnTo>
                  <a:lnTo>
                    <a:pt x="9466" y="1725"/>
                  </a:lnTo>
                  <a:lnTo>
                    <a:pt x="10128" y="1605"/>
                  </a:lnTo>
                  <a:lnTo>
                    <a:pt x="10809" y="1504"/>
                  </a:lnTo>
                  <a:lnTo>
                    <a:pt x="12273" y="1324"/>
                  </a:lnTo>
                  <a:lnTo>
                    <a:pt x="13858" y="1164"/>
                  </a:lnTo>
                  <a:lnTo>
                    <a:pt x="15542" y="1063"/>
                  </a:lnTo>
                  <a:lnTo>
                    <a:pt x="17267" y="963"/>
                  </a:lnTo>
                  <a:lnTo>
                    <a:pt x="19032" y="923"/>
                  </a:lnTo>
                  <a:lnTo>
                    <a:pt x="20837" y="903"/>
                  </a:lnTo>
                  <a:lnTo>
                    <a:pt x="21017" y="903"/>
                  </a:lnTo>
                  <a:lnTo>
                    <a:pt x="22200" y="682"/>
                  </a:lnTo>
                  <a:lnTo>
                    <a:pt x="23404" y="482"/>
                  </a:lnTo>
                  <a:lnTo>
                    <a:pt x="24587" y="321"/>
                  </a:lnTo>
                  <a:lnTo>
                    <a:pt x="25790" y="181"/>
                  </a:lnTo>
                  <a:lnTo>
                    <a:pt x="24406" y="101"/>
                  </a:lnTo>
                  <a:lnTo>
                    <a:pt x="23003" y="40"/>
                  </a:lnTo>
                  <a:lnTo>
                    <a:pt x="2155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42">
              <a:extLst>
                <a:ext uri="{FF2B5EF4-FFF2-40B4-BE49-F238E27FC236}">
                  <a16:creationId xmlns:a16="http://schemas.microsoft.com/office/drawing/2014/main" id="{103C392D-C0B8-0A89-B0C6-B8713C25B187}"/>
                </a:ext>
              </a:extLst>
            </p:cNvPr>
            <p:cNvSpPr/>
            <p:nvPr/>
          </p:nvSpPr>
          <p:spPr>
            <a:xfrm>
              <a:off x="11186375" y="4148438"/>
              <a:ext cx="987700" cy="412650"/>
            </a:xfrm>
            <a:custGeom>
              <a:avLst/>
              <a:gdLst/>
              <a:ahLst/>
              <a:cxnLst/>
              <a:rect l="l" t="t" r="r" b="b"/>
              <a:pathLst>
                <a:path w="39508" h="16506" fill="none" extrusionOk="0">
                  <a:moveTo>
                    <a:pt x="20115" y="0"/>
                  </a:moveTo>
                  <a:lnTo>
                    <a:pt x="20115" y="0"/>
                  </a:lnTo>
                  <a:lnTo>
                    <a:pt x="18149" y="20"/>
                  </a:lnTo>
                  <a:lnTo>
                    <a:pt x="16224" y="81"/>
                  </a:lnTo>
                  <a:lnTo>
                    <a:pt x="15282" y="141"/>
                  </a:lnTo>
                  <a:lnTo>
                    <a:pt x="14359" y="201"/>
                  </a:lnTo>
                  <a:lnTo>
                    <a:pt x="13457" y="261"/>
                  </a:lnTo>
                  <a:lnTo>
                    <a:pt x="12554" y="341"/>
                  </a:lnTo>
                  <a:lnTo>
                    <a:pt x="11712" y="442"/>
                  </a:lnTo>
                  <a:lnTo>
                    <a:pt x="10870" y="542"/>
                  </a:lnTo>
                  <a:lnTo>
                    <a:pt x="10087" y="662"/>
                  </a:lnTo>
                  <a:lnTo>
                    <a:pt x="9325" y="803"/>
                  </a:lnTo>
                  <a:lnTo>
                    <a:pt x="8603" y="943"/>
                  </a:lnTo>
                  <a:lnTo>
                    <a:pt x="7922" y="1103"/>
                  </a:lnTo>
                  <a:lnTo>
                    <a:pt x="7300" y="1264"/>
                  </a:lnTo>
                  <a:lnTo>
                    <a:pt x="6738" y="1444"/>
                  </a:lnTo>
                  <a:lnTo>
                    <a:pt x="6738" y="1444"/>
                  </a:lnTo>
                  <a:lnTo>
                    <a:pt x="5816" y="1765"/>
                  </a:lnTo>
                  <a:lnTo>
                    <a:pt x="4994" y="2086"/>
                  </a:lnTo>
                  <a:lnTo>
                    <a:pt x="4232" y="2407"/>
                  </a:lnTo>
                  <a:lnTo>
                    <a:pt x="3550" y="2748"/>
                  </a:lnTo>
                  <a:lnTo>
                    <a:pt x="2928" y="3069"/>
                  </a:lnTo>
                  <a:lnTo>
                    <a:pt x="2367" y="3390"/>
                  </a:lnTo>
                  <a:lnTo>
                    <a:pt x="1885" y="3710"/>
                  </a:lnTo>
                  <a:lnTo>
                    <a:pt x="1464" y="4031"/>
                  </a:lnTo>
                  <a:lnTo>
                    <a:pt x="1103" y="4332"/>
                  </a:lnTo>
                  <a:lnTo>
                    <a:pt x="802" y="4633"/>
                  </a:lnTo>
                  <a:lnTo>
                    <a:pt x="542" y="4914"/>
                  </a:lnTo>
                  <a:lnTo>
                    <a:pt x="341" y="5174"/>
                  </a:lnTo>
                  <a:lnTo>
                    <a:pt x="181" y="5415"/>
                  </a:lnTo>
                  <a:lnTo>
                    <a:pt x="80" y="5656"/>
                  </a:lnTo>
                  <a:lnTo>
                    <a:pt x="20" y="5856"/>
                  </a:lnTo>
                  <a:lnTo>
                    <a:pt x="0" y="6057"/>
                  </a:lnTo>
                  <a:lnTo>
                    <a:pt x="0" y="6057"/>
                  </a:lnTo>
                  <a:lnTo>
                    <a:pt x="20" y="621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7969" y="16425"/>
                  </a:lnTo>
                  <a:lnTo>
                    <a:pt x="18992" y="16485"/>
                  </a:lnTo>
                  <a:lnTo>
                    <a:pt x="20035" y="16505"/>
                  </a:lnTo>
                  <a:lnTo>
                    <a:pt x="20035" y="16505"/>
                  </a:lnTo>
                  <a:lnTo>
                    <a:pt x="20897" y="16485"/>
                  </a:lnTo>
                  <a:lnTo>
                    <a:pt x="21739" y="16465"/>
                  </a:lnTo>
                  <a:lnTo>
                    <a:pt x="22602" y="16405"/>
                  </a:lnTo>
                  <a:lnTo>
                    <a:pt x="23444" y="16345"/>
                  </a:lnTo>
                  <a:lnTo>
                    <a:pt x="24286" y="16265"/>
                  </a:lnTo>
                  <a:lnTo>
                    <a:pt x="25108" y="16164"/>
                  </a:lnTo>
                  <a:lnTo>
                    <a:pt x="25931" y="16044"/>
                  </a:lnTo>
                  <a:lnTo>
                    <a:pt x="26733" y="15924"/>
                  </a:lnTo>
                  <a:lnTo>
                    <a:pt x="27515" y="15803"/>
                  </a:lnTo>
                  <a:lnTo>
                    <a:pt x="28297" y="15643"/>
                  </a:lnTo>
                  <a:lnTo>
                    <a:pt x="29801" y="15342"/>
                  </a:lnTo>
                  <a:lnTo>
                    <a:pt x="31245" y="15001"/>
                  </a:lnTo>
                  <a:lnTo>
                    <a:pt x="32589" y="14660"/>
                  </a:lnTo>
                  <a:lnTo>
                    <a:pt x="33832" y="14299"/>
                  </a:lnTo>
                  <a:lnTo>
                    <a:pt x="34975" y="13958"/>
                  </a:lnTo>
                  <a:lnTo>
                    <a:pt x="35998" y="13617"/>
                  </a:lnTo>
                  <a:lnTo>
                    <a:pt x="36900" y="13317"/>
                  </a:lnTo>
                  <a:lnTo>
                    <a:pt x="38224" y="12835"/>
                  </a:lnTo>
                  <a:lnTo>
                    <a:pt x="38906" y="1257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507" y="11391"/>
                  </a:lnTo>
                  <a:lnTo>
                    <a:pt x="38645" y="11632"/>
                  </a:lnTo>
                  <a:lnTo>
                    <a:pt x="37783" y="11873"/>
                  </a:lnTo>
                  <a:lnTo>
                    <a:pt x="36920" y="12073"/>
                  </a:lnTo>
                  <a:lnTo>
                    <a:pt x="36038" y="12274"/>
                  </a:lnTo>
                  <a:lnTo>
                    <a:pt x="35176" y="12474"/>
                  </a:lnTo>
                  <a:lnTo>
                    <a:pt x="34293" y="12635"/>
                  </a:lnTo>
                  <a:lnTo>
                    <a:pt x="33411" y="12795"/>
                  </a:lnTo>
                  <a:lnTo>
                    <a:pt x="32528" y="12936"/>
                  </a:lnTo>
                  <a:lnTo>
                    <a:pt x="31626" y="13056"/>
                  </a:lnTo>
                  <a:lnTo>
                    <a:pt x="30744" y="13156"/>
                  </a:lnTo>
                  <a:lnTo>
                    <a:pt x="29841" y="13256"/>
                  </a:lnTo>
                  <a:lnTo>
                    <a:pt x="28959" y="13317"/>
                  </a:lnTo>
                  <a:lnTo>
                    <a:pt x="28056" y="13377"/>
                  </a:lnTo>
                  <a:lnTo>
                    <a:pt x="27154" y="13417"/>
                  </a:lnTo>
                  <a:lnTo>
                    <a:pt x="26251" y="13437"/>
                  </a:lnTo>
                  <a:lnTo>
                    <a:pt x="25369" y="13457"/>
                  </a:lnTo>
                  <a:lnTo>
                    <a:pt x="25369" y="13457"/>
                  </a:lnTo>
                  <a:lnTo>
                    <a:pt x="24587" y="13437"/>
                  </a:lnTo>
                  <a:lnTo>
                    <a:pt x="23825" y="13437"/>
                  </a:lnTo>
                  <a:lnTo>
                    <a:pt x="23063" y="13397"/>
                  </a:lnTo>
                  <a:lnTo>
                    <a:pt x="22281" y="13357"/>
                  </a:lnTo>
                  <a:lnTo>
                    <a:pt x="21519" y="13297"/>
                  </a:lnTo>
                  <a:lnTo>
                    <a:pt x="20756" y="13236"/>
                  </a:lnTo>
                  <a:lnTo>
                    <a:pt x="19974" y="13156"/>
                  </a:lnTo>
                  <a:lnTo>
                    <a:pt x="19212" y="13056"/>
                  </a:lnTo>
                  <a:lnTo>
                    <a:pt x="19212" y="13056"/>
                  </a:lnTo>
                  <a:lnTo>
                    <a:pt x="18410" y="12956"/>
                  </a:lnTo>
                  <a:lnTo>
                    <a:pt x="17608" y="12835"/>
                  </a:lnTo>
                  <a:lnTo>
                    <a:pt x="16806" y="12695"/>
                  </a:lnTo>
                  <a:lnTo>
                    <a:pt x="16004" y="12554"/>
                  </a:lnTo>
                  <a:lnTo>
                    <a:pt x="15201" y="12374"/>
                  </a:lnTo>
                  <a:lnTo>
                    <a:pt x="14399" y="12214"/>
                  </a:lnTo>
                  <a:lnTo>
                    <a:pt x="13617" y="12013"/>
                  </a:lnTo>
                  <a:lnTo>
                    <a:pt x="12835" y="11792"/>
                  </a:lnTo>
                  <a:lnTo>
                    <a:pt x="12835" y="11792"/>
                  </a:lnTo>
                  <a:lnTo>
                    <a:pt x="12233" y="11612"/>
                  </a:lnTo>
                  <a:lnTo>
                    <a:pt x="11592" y="11391"/>
                  </a:lnTo>
                  <a:lnTo>
                    <a:pt x="11291" y="11271"/>
                  </a:lnTo>
                  <a:lnTo>
                    <a:pt x="10970" y="11131"/>
                  </a:lnTo>
                  <a:lnTo>
                    <a:pt x="10669" y="10970"/>
                  </a:lnTo>
                  <a:lnTo>
                    <a:pt x="10388" y="10810"/>
                  </a:lnTo>
                  <a:lnTo>
                    <a:pt x="10388" y="10810"/>
                  </a:lnTo>
                  <a:lnTo>
                    <a:pt x="9566" y="10629"/>
                  </a:lnTo>
                  <a:lnTo>
                    <a:pt x="8784" y="10429"/>
                  </a:lnTo>
                  <a:lnTo>
                    <a:pt x="8784" y="10429"/>
                  </a:lnTo>
                  <a:lnTo>
                    <a:pt x="7922" y="10188"/>
                  </a:lnTo>
                  <a:lnTo>
                    <a:pt x="7119" y="9907"/>
                  </a:lnTo>
                  <a:lnTo>
                    <a:pt x="6357" y="9627"/>
                  </a:lnTo>
                  <a:lnTo>
                    <a:pt x="5635" y="9346"/>
                  </a:lnTo>
                  <a:lnTo>
                    <a:pt x="4974" y="9045"/>
                  </a:lnTo>
                  <a:lnTo>
                    <a:pt x="4372" y="8724"/>
                  </a:lnTo>
                  <a:lnTo>
                    <a:pt x="3831" y="8423"/>
                  </a:lnTo>
                  <a:lnTo>
                    <a:pt x="3329" y="8122"/>
                  </a:lnTo>
                  <a:lnTo>
                    <a:pt x="2888" y="7802"/>
                  </a:lnTo>
                  <a:lnTo>
                    <a:pt x="2507" y="7501"/>
                  </a:lnTo>
                  <a:lnTo>
                    <a:pt x="2186" y="7220"/>
                  </a:lnTo>
                  <a:lnTo>
                    <a:pt x="1925" y="6939"/>
                  </a:lnTo>
                  <a:lnTo>
                    <a:pt x="1725" y="6679"/>
                  </a:lnTo>
                  <a:lnTo>
                    <a:pt x="1584" y="6438"/>
                  </a:lnTo>
                  <a:lnTo>
                    <a:pt x="1544" y="6318"/>
                  </a:lnTo>
                  <a:lnTo>
                    <a:pt x="1504" y="6197"/>
                  </a:lnTo>
                  <a:lnTo>
                    <a:pt x="1484" y="6097"/>
                  </a:lnTo>
                  <a:lnTo>
                    <a:pt x="1504" y="5997"/>
                  </a:lnTo>
                  <a:lnTo>
                    <a:pt x="1504" y="5997"/>
                  </a:lnTo>
                  <a:lnTo>
                    <a:pt x="1524" y="5856"/>
                  </a:lnTo>
                  <a:lnTo>
                    <a:pt x="1564" y="5736"/>
                  </a:lnTo>
                  <a:lnTo>
                    <a:pt x="1604" y="5596"/>
                  </a:lnTo>
                  <a:lnTo>
                    <a:pt x="1685" y="5455"/>
                  </a:lnTo>
                  <a:lnTo>
                    <a:pt x="1785" y="5315"/>
                  </a:lnTo>
                  <a:lnTo>
                    <a:pt x="1885" y="5174"/>
                  </a:lnTo>
                  <a:lnTo>
                    <a:pt x="2146" y="4874"/>
                  </a:lnTo>
                  <a:lnTo>
                    <a:pt x="2467" y="4593"/>
                  </a:lnTo>
                  <a:lnTo>
                    <a:pt x="2828" y="4312"/>
                  </a:lnTo>
                  <a:lnTo>
                    <a:pt x="3249" y="4011"/>
                  </a:lnTo>
                  <a:lnTo>
                    <a:pt x="3710" y="3730"/>
                  </a:lnTo>
                  <a:lnTo>
                    <a:pt x="4212" y="3470"/>
                  </a:lnTo>
                  <a:lnTo>
                    <a:pt x="4733" y="3209"/>
                  </a:lnTo>
                  <a:lnTo>
                    <a:pt x="5294" y="2948"/>
                  </a:lnTo>
                  <a:lnTo>
                    <a:pt x="5856" y="2728"/>
                  </a:lnTo>
                  <a:lnTo>
                    <a:pt x="6458" y="2507"/>
                  </a:lnTo>
                  <a:lnTo>
                    <a:pt x="7059" y="2307"/>
                  </a:lnTo>
                  <a:lnTo>
                    <a:pt x="7681" y="2126"/>
                  </a:lnTo>
                  <a:lnTo>
                    <a:pt x="8283" y="1966"/>
                  </a:lnTo>
                  <a:lnTo>
                    <a:pt x="8283" y="1966"/>
                  </a:lnTo>
                  <a:lnTo>
                    <a:pt x="8864" y="1845"/>
                  </a:lnTo>
                  <a:lnTo>
                    <a:pt x="9466" y="1725"/>
                  </a:lnTo>
                  <a:lnTo>
                    <a:pt x="10128" y="1605"/>
                  </a:lnTo>
                  <a:lnTo>
                    <a:pt x="10809" y="1504"/>
                  </a:lnTo>
                  <a:lnTo>
                    <a:pt x="12273" y="1324"/>
                  </a:lnTo>
                  <a:lnTo>
                    <a:pt x="13858" y="1164"/>
                  </a:lnTo>
                  <a:lnTo>
                    <a:pt x="15542" y="1063"/>
                  </a:lnTo>
                  <a:lnTo>
                    <a:pt x="17267" y="963"/>
                  </a:lnTo>
                  <a:lnTo>
                    <a:pt x="19032" y="923"/>
                  </a:lnTo>
                  <a:lnTo>
                    <a:pt x="20837" y="903"/>
                  </a:lnTo>
                  <a:lnTo>
                    <a:pt x="20837" y="903"/>
                  </a:lnTo>
                  <a:lnTo>
                    <a:pt x="21017" y="903"/>
                  </a:lnTo>
                  <a:lnTo>
                    <a:pt x="21017" y="903"/>
                  </a:lnTo>
                  <a:lnTo>
                    <a:pt x="22200" y="682"/>
                  </a:lnTo>
                  <a:lnTo>
                    <a:pt x="23404" y="482"/>
                  </a:lnTo>
                  <a:lnTo>
                    <a:pt x="24587" y="321"/>
                  </a:lnTo>
                  <a:lnTo>
                    <a:pt x="25790" y="181"/>
                  </a:lnTo>
                  <a:lnTo>
                    <a:pt x="25790" y="181"/>
                  </a:lnTo>
                  <a:lnTo>
                    <a:pt x="24406" y="101"/>
                  </a:lnTo>
                  <a:lnTo>
                    <a:pt x="23003" y="40"/>
                  </a:lnTo>
                  <a:lnTo>
                    <a:pt x="21559" y="0"/>
                  </a:lnTo>
                  <a:lnTo>
                    <a:pt x="2011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42">
              <a:extLst>
                <a:ext uri="{FF2B5EF4-FFF2-40B4-BE49-F238E27FC236}">
                  <a16:creationId xmlns:a16="http://schemas.microsoft.com/office/drawing/2014/main" id="{69A81308-DBE3-DCB7-B973-D6CA2F16AD5E}"/>
                </a:ext>
              </a:extLst>
            </p:cNvPr>
            <p:cNvSpPr/>
            <p:nvPr/>
          </p:nvSpPr>
          <p:spPr>
            <a:xfrm>
              <a:off x="11223475" y="4170988"/>
              <a:ext cx="943075" cy="265250"/>
            </a:xfrm>
            <a:custGeom>
              <a:avLst/>
              <a:gdLst/>
              <a:ahLst/>
              <a:cxnLst/>
              <a:rect l="l" t="t" r="r" b="b"/>
              <a:pathLst>
                <a:path w="37723" h="10610" extrusionOk="0">
                  <a:moveTo>
                    <a:pt x="18771" y="1"/>
                  </a:moveTo>
                  <a:lnTo>
                    <a:pt x="17708" y="21"/>
                  </a:lnTo>
                  <a:lnTo>
                    <a:pt x="16665" y="41"/>
                  </a:lnTo>
                  <a:lnTo>
                    <a:pt x="15623" y="81"/>
                  </a:lnTo>
                  <a:lnTo>
                    <a:pt x="14600" y="121"/>
                  </a:lnTo>
                  <a:lnTo>
                    <a:pt x="13577" y="181"/>
                  </a:lnTo>
                  <a:lnTo>
                    <a:pt x="12594" y="262"/>
                  </a:lnTo>
                  <a:lnTo>
                    <a:pt x="11652" y="342"/>
                  </a:lnTo>
                  <a:lnTo>
                    <a:pt x="10729" y="422"/>
                  </a:lnTo>
                  <a:lnTo>
                    <a:pt x="9847" y="542"/>
                  </a:lnTo>
                  <a:lnTo>
                    <a:pt x="9005" y="643"/>
                  </a:lnTo>
                  <a:lnTo>
                    <a:pt x="8222" y="783"/>
                  </a:lnTo>
                  <a:lnTo>
                    <a:pt x="7480" y="903"/>
                  </a:lnTo>
                  <a:lnTo>
                    <a:pt x="6799" y="1064"/>
                  </a:lnTo>
                  <a:lnTo>
                    <a:pt x="6197" y="1224"/>
                  </a:lnTo>
                  <a:lnTo>
                    <a:pt x="5575" y="1405"/>
                  </a:lnTo>
                  <a:lnTo>
                    <a:pt x="4974" y="1605"/>
                  </a:lnTo>
                  <a:lnTo>
                    <a:pt x="4372" y="1826"/>
                  </a:lnTo>
                  <a:lnTo>
                    <a:pt x="3810" y="2046"/>
                  </a:lnTo>
                  <a:lnTo>
                    <a:pt x="3249" y="2307"/>
                  </a:lnTo>
                  <a:lnTo>
                    <a:pt x="2728" y="2568"/>
                  </a:lnTo>
                  <a:lnTo>
                    <a:pt x="2226" y="2828"/>
                  </a:lnTo>
                  <a:lnTo>
                    <a:pt x="1765" y="3109"/>
                  </a:lnTo>
                  <a:lnTo>
                    <a:pt x="1344" y="3410"/>
                  </a:lnTo>
                  <a:lnTo>
                    <a:pt x="983" y="3691"/>
                  </a:lnTo>
                  <a:lnTo>
                    <a:pt x="662" y="3972"/>
                  </a:lnTo>
                  <a:lnTo>
                    <a:pt x="401" y="4272"/>
                  </a:lnTo>
                  <a:lnTo>
                    <a:pt x="301" y="4413"/>
                  </a:lnTo>
                  <a:lnTo>
                    <a:pt x="201" y="4553"/>
                  </a:lnTo>
                  <a:lnTo>
                    <a:pt x="120" y="4694"/>
                  </a:lnTo>
                  <a:lnTo>
                    <a:pt x="80" y="4834"/>
                  </a:lnTo>
                  <a:lnTo>
                    <a:pt x="40" y="4954"/>
                  </a:lnTo>
                  <a:lnTo>
                    <a:pt x="20" y="5095"/>
                  </a:lnTo>
                  <a:lnTo>
                    <a:pt x="0" y="5195"/>
                  </a:lnTo>
                  <a:lnTo>
                    <a:pt x="20" y="5295"/>
                  </a:lnTo>
                  <a:lnTo>
                    <a:pt x="60" y="5416"/>
                  </a:lnTo>
                  <a:lnTo>
                    <a:pt x="100" y="5536"/>
                  </a:lnTo>
                  <a:lnTo>
                    <a:pt x="241" y="5777"/>
                  </a:lnTo>
                  <a:lnTo>
                    <a:pt x="441" y="6037"/>
                  </a:lnTo>
                  <a:lnTo>
                    <a:pt x="702" y="6318"/>
                  </a:lnTo>
                  <a:lnTo>
                    <a:pt x="1023" y="6599"/>
                  </a:lnTo>
                  <a:lnTo>
                    <a:pt x="1404" y="6900"/>
                  </a:lnTo>
                  <a:lnTo>
                    <a:pt x="1845" y="7220"/>
                  </a:lnTo>
                  <a:lnTo>
                    <a:pt x="2347" y="7521"/>
                  </a:lnTo>
                  <a:lnTo>
                    <a:pt x="2888" y="7822"/>
                  </a:lnTo>
                  <a:lnTo>
                    <a:pt x="3490" y="8143"/>
                  </a:lnTo>
                  <a:lnTo>
                    <a:pt x="4151" y="8444"/>
                  </a:lnTo>
                  <a:lnTo>
                    <a:pt x="4873" y="8725"/>
                  </a:lnTo>
                  <a:lnTo>
                    <a:pt x="5635" y="9005"/>
                  </a:lnTo>
                  <a:lnTo>
                    <a:pt x="6438" y="9286"/>
                  </a:lnTo>
                  <a:lnTo>
                    <a:pt x="7300" y="9527"/>
                  </a:lnTo>
                  <a:lnTo>
                    <a:pt x="7962" y="9707"/>
                  </a:lnTo>
                  <a:lnTo>
                    <a:pt x="8664" y="9868"/>
                  </a:lnTo>
                  <a:lnTo>
                    <a:pt x="9386" y="10008"/>
                  </a:lnTo>
                  <a:lnTo>
                    <a:pt x="10128" y="10148"/>
                  </a:lnTo>
                  <a:lnTo>
                    <a:pt x="10890" y="10269"/>
                  </a:lnTo>
                  <a:lnTo>
                    <a:pt x="11672" y="10369"/>
                  </a:lnTo>
                  <a:lnTo>
                    <a:pt x="12494" y="10469"/>
                  </a:lnTo>
                  <a:lnTo>
                    <a:pt x="13336" y="10529"/>
                  </a:lnTo>
                  <a:lnTo>
                    <a:pt x="14139" y="10590"/>
                  </a:lnTo>
                  <a:lnTo>
                    <a:pt x="14981" y="10610"/>
                  </a:lnTo>
                  <a:lnTo>
                    <a:pt x="16706" y="10610"/>
                  </a:lnTo>
                  <a:lnTo>
                    <a:pt x="17608" y="10590"/>
                  </a:lnTo>
                  <a:lnTo>
                    <a:pt x="18510" y="10549"/>
                  </a:lnTo>
                  <a:lnTo>
                    <a:pt x="19433" y="10489"/>
                  </a:lnTo>
                  <a:lnTo>
                    <a:pt x="20355" y="10409"/>
                  </a:lnTo>
                  <a:lnTo>
                    <a:pt x="21278" y="10329"/>
                  </a:lnTo>
                  <a:lnTo>
                    <a:pt x="22220" y="10229"/>
                  </a:lnTo>
                  <a:lnTo>
                    <a:pt x="24086" y="9988"/>
                  </a:lnTo>
                  <a:lnTo>
                    <a:pt x="25911" y="9727"/>
                  </a:lnTo>
                  <a:lnTo>
                    <a:pt x="27695" y="9426"/>
                  </a:lnTo>
                  <a:lnTo>
                    <a:pt x="29420" y="9086"/>
                  </a:lnTo>
                  <a:lnTo>
                    <a:pt x="31024" y="8725"/>
                  </a:lnTo>
                  <a:lnTo>
                    <a:pt x="32508" y="8364"/>
                  </a:lnTo>
                  <a:lnTo>
                    <a:pt x="33852" y="8003"/>
                  </a:lnTo>
                  <a:lnTo>
                    <a:pt x="34454" y="7802"/>
                  </a:lnTo>
                  <a:lnTo>
                    <a:pt x="35015" y="7622"/>
                  </a:lnTo>
                  <a:lnTo>
                    <a:pt x="35517" y="7441"/>
                  </a:lnTo>
                  <a:lnTo>
                    <a:pt x="35978" y="7261"/>
                  </a:lnTo>
                  <a:lnTo>
                    <a:pt x="36379" y="7080"/>
                  </a:lnTo>
                  <a:lnTo>
                    <a:pt x="36720" y="6900"/>
                  </a:lnTo>
                  <a:lnTo>
                    <a:pt x="37021" y="6739"/>
                  </a:lnTo>
                  <a:lnTo>
                    <a:pt x="37241" y="6579"/>
                  </a:lnTo>
                  <a:lnTo>
                    <a:pt x="37402" y="6418"/>
                  </a:lnTo>
                  <a:lnTo>
                    <a:pt x="37522" y="6238"/>
                  </a:lnTo>
                  <a:lnTo>
                    <a:pt x="37622" y="6057"/>
                  </a:lnTo>
                  <a:lnTo>
                    <a:pt x="37683" y="5877"/>
                  </a:lnTo>
                  <a:lnTo>
                    <a:pt x="37723" y="5696"/>
                  </a:lnTo>
                  <a:lnTo>
                    <a:pt x="37703" y="5496"/>
                  </a:lnTo>
                  <a:lnTo>
                    <a:pt x="37662" y="5295"/>
                  </a:lnTo>
                  <a:lnTo>
                    <a:pt x="37602" y="5095"/>
                  </a:lnTo>
                  <a:lnTo>
                    <a:pt x="37502" y="4894"/>
                  </a:lnTo>
                  <a:lnTo>
                    <a:pt x="37382" y="4694"/>
                  </a:lnTo>
                  <a:lnTo>
                    <a:pt x="37241" y="4473"/>
                  </a:lnTo>
                  <a:lnTo>
                    <a:pt x="37061" y="4272"/>
                  </a:lnTo>
                  <a:lnTo>
                    <a:pt x="36860" y="4072"/>
                  </a:lnTo>
                  <a:lnTo>
                    <a:pt x="36640" y="3851"/>
                  </a:lnTo>
                  <a:lnTo>
                    <a:pt x="36399" y="3651"/>
                  </a:lnTo>
                  <a:lnTo>
                    <a:pt x="36138" y="3430"/>
                  </a:lnTo>
                  <a:lnTo>
                    <a:pt x="35858" y="3230"/>
                  </a:lnTo>
                  <a:lnTo>
                    <a:pt x="35577" y="3029"/>
                  </a:lnTo>
                  <a:lnTo>
                    <a:pt x="34935" y="2628"/>
                  </a:lnTo>
                  <a:lnTo>
                    <a:pt x="34233" y="2267"/>
                  </a:lnTo>
                  <a:lnTo>
                    <a:pt x="33491" y="1906"/>
                  </a:lnTo>
                  <a:lnTo>
                    <a:pt x="32709" y="1585"/>
                  </a:lnTo>
                  <a:lnTo>
                    <a:pt x="31907" y="1304"/>
                  </a:lnTo>
                  <a:lnTo>
                    <a:pt x="31085" y="1064"/>
                  </a:lnTo>
                  <a:lnTo>
                    <a:pt x="30242" y="863"/>
                  </a:lnTo>
                  <a:lnTo>
                    <a:pt x="29400" y="703"/>
                  </a:lnTo>
                  <a:lnTo>
                    <a:pt x="28477" y="542"/>
                  </a:lnTo>
                  <a:lnTo>
                    <a:pt x="27495" y="422"/>
                  </a:lnTo>
                  <a:lnTo>
                    <a:pt x="26472" y="302"/>
                  </a:lnTo>
                  <a:lnTo>
                    <a:pt x="25389" y="221"/>
                  </a:lnTo>
                  <a:lnTo>
                    <a:pt x="24266" y="141"/>
                  </a:lnTo>
                  <a:lnTo>
                    <a:pt x="23103" y="81"/>
                  </a:lnTo>
                  <a:lnTo>
                    <a:pt x="21920" y="41"/>
                  </a:lnTo>
                  <a:lnTo>
                    <a:pt x="2087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42">
              <a:extLst>
                <a:ext uri="{FF2B5EF4-FFF2-40B4-BE49-F238E27FC236}">
                  <a16:creationId xmlns:a16="http://schemas.microsoft.com/office/drawing/2014/main" id="{7FC21556-18BD-A898-2548-C9EF22E80341}"/>
                </a:ext>
              </a:extLst>
            </p:cNvPr>
            <p:cNvSpPr/>
            <p:nvPr/>
          </p:nvSpPr>
          <p:spPr>
            <a:xfrm>
              <a:off x="11223475" y="4170988"/>
              <a:ext cx="943075" cy="265250"/>
            </a:xfrm>
            <a:custGeom>
              <a:avLst/>
              <a:gdLst/>
              <a:ahLst/>
              <a:cxnLst/>
              <a:rect l="l" t="t" r="r" b="b"/>
              <a:pathLst>
                <a:path w="37723" h="10610" fill="none" extrusionOk="0">
                  <a:moveTo>
                    <a:pt x="37241" y="6579"/>
                  </a:moveTo>
                  <a:lnTo>
                    <a:pt x="37241" y="6579"/>
                  </a:lnTo>
                  <a:lnTo>
                    <a:pt x="37021" y="6739"/>
                  </a:lnTo>
                  <a:lnTo>
                    <a:pt x="36720" y="6900"/>
                  </a:lnTo>
                  <a:lnTo>
                    <a:pt x="36379" y="7080"/>
                  </a:lnTo>
                  <a:lnTo>
                    <a:pt x="35978" y="7261"/>
                  </a:lnTo>
                  <a:lnTo>
                    <a:pt x="35517" y="7441"/>
                  </a:lnTo>
                  <a:lnTo>
                    <a:pt x="35015" y="7622"/>
                  </a:lnTo>
                  <a:lnTo>
                    <a:pt x="34454" y="7802"/>
                  </a:lnTo>
                  <a:lnTo>
                    <a:pt x="33852" y="8003"/>
                  </a:lnTo>
                  <a:lnTo>
                    <a:pt x="32508" y="8364"/>
                  </a:lnTo>
                  <a:lnTo>
                    <a:pt x="31024" y="8725"/>
                  </a:lnTo>
                  <a:lnTo>
                    <a:pt x="29420" y="9086"/>
                  </a:lnTo>
                  <a:lnTo>
                    <a:pt x="27695" y="9426"/>
                  </a:lnTo>
                  <a:lnTo>
                    <a:pt x="25911" y="9727"/>
                  </a:lnTo>
                  <a:lnTo>
                    <a:pt x="24086" y="9988"/>
                  </a:lnTo>
                  <a:lnTo>
                    <a:pt x="22220" y="10229"/>
                  </a:lnTo>
                  <a:lnTo>
                    <a:pt x="21278" y="10329"/>
                  </a:lnTo>
                  <a:lnTo>
                    <a:pt x="20355" y="10409"/>
                  </a:lnTo>
                  <a:lnTo>
                    <a:pt x="19433" y="10489"/>
                  </a:lnTo>
                  <a:lnTo>
                    <a:pt x="18510" y="10549"/>
                  </a:lnTo>
                  <a:lnTo>
                    <a:pt x="17608" y="10590"/>
                  </a:lnTo>
                  <a:lnTo>
                    <a:pt x="16706" y="10610"/>
                  </a:lnTo>
                  <a:lnTo>
                    <a:pt x="15823" y="10610"/>
                  </a:lnTo>
                  <a:lnTo>
                    <a:pt x="14981" y="10610"/>
                  </a:lnTo>
                  <a:lnTo>
                    <a:pt x="14139" y="10590"/>
                  </a:lnTo>
                  <a:lnTo>
                    <a:pt x="13336" y="10529"/>
                  </a:lnTo>
                  <a:lnTo>
                    <a:pt x="13336" y="10529"/>
                  </a:lnTo>
                  <a:lnTo>
                    <a:pt x="12494" y="10469"/>
                  </a:lnTo>
                  <a:lnTo>
                    <a:pt x="11672" y="10369"/>
                  </a:lnTo>
                  <a:lnTo>
                    <a:pt x="10890" y="10269"/>
                  </a:lnTo>
                  <a:lnTo>
                    <a:pt x="10128" y="10148"/>
                  </a:lnTo>
                  <a:lnTo>
                    <a:pt x="9386" y="10008"/>
                  </a:lnTo>
                  <a:lnTo>
                    <a:pt x="8664" y="9868"/>
                  </a:lnTo>
                  <a:lnTo>
                    <a:pt x="7962" y="9707"/>
                  </a:lnTo>
                  <a:lnTo>
                    <a:pt x="7300" y="9527"/>
                  </a:lnTo>
                  <a:lnTo>
                    <a:pt x="7300" y="9527"/>
                  </a:lnTo>
                  <a:lnTo>
                    <a:pt x="6438" y="9286"/>
                  </a:lnTo>
                  <a:lnTo>
                    <a:pt x="5635" y="9005"/>
                  </a:lnTo>
                  <a:lnTo>
                    <a:pt x="4873" y="8725"/>
                  </a:lnTo>
                  <a:lnTo>
                    <a:pt x="4151" y="8444"/>
                  </a:lnTo>
                  <a:lnTo>
                    <a:pt x="3490" y="8143"/>
                  </a:lnTo>
                  <a:lnTo>
                    <a:pt x="2888" y="7822"/>
                  </a:lnTo>
                  <a:lnTo>
                    <a:pt x="2347" y="7521"/>
                  </a:lnTo>
                  <a:lnTo>
                    <a:pt x="1845" y="7220"/>
                  </a:lnTo>
                  <a:lnTo>
                    <a:pt x="1404" y="6900"/>
                  </a:lnTo>
                  <a:lnTo>
                    <a:pt x="1023" y="6599"/>
                  </a:lnTo>
                  <a:lnTo>
                    <a:pt x="702" y="6318"/>
                  </a:lnTo>
                  <a:lnTo>
                    <a:pt x="441" y="6037"/>
                  </a:lnTo>
                  <a:lnTo>
                    <a:pt x="241" y="5777"/>
                  </a:lnTo>
                  <a:lnTo>
                    <a:pt x="100" y="5536"/>
                  </a:lnTo>
                  <a:lnTo>
                    <a:pt x="60" y="5416"/>
                  </a:lnTo>
                  <a:lnTo>
                    <a:pt x="20" y="5295"/>
                  </a:lnTo>
                  <a:lnTo>
                    <a:pt x="0" y="5195"/>
                  </a:lnTo>
                  <a:lnTo>
                    <a:pt x="20" y="5095"/>
                  </a:lnTo>
                  <a:lnTo>
                    <a:pt x="20" y="5095"/>
                  </a:lnTo>
                  <a:lnTo>
                    <a:pt x="40" y="4954"/>
                  </a:lnTo>
                  <a:lnTo>
                    <a:pt x="80" y="4834"/>
                  </a:lnTo>
                  <a:lnTo>
                    <a:pt x="120" y="4694"/>
                  </a:lnTo>
                  <a:lnTo>
                    <a:pt x="201" y="4553"/>
                  </a:lnTo>
                  <a:lnTo>
                    <a:pt x="301" y="4413"/>
                  </a:lnTo>
                  <a:lnTo>
                    <a:pt x="401" y="4272"/>
                  </a:lnTo>
                  <a:lnTo>
                    <a:pt x="662" y="3972"/>
                  </a:lnTo>
                  <a:lnTo>
                    <a:pt x="983" y="3691"/>
                  </a:lnTo>
                  <a:lnTo>
                    <a:pt x="1344" y="3410"/>
                  </a:lnTo>
                  <a:lnTo>
                    <a:pt x="1765" y="3109"/>
                  </a:lnTo>
                  <a:lnTo>
                    <a:pt x="2226" y="2828"/>
                  </a:lnTo>
                  <a:lnTo>
                    <a:pt x="2728" y="2568"/>
                  </a:lnTo>
                  <a:lnTo>
                    <a:pt x="3249" y="2307"/>
                  </a:lnTo>
                  <a:lnTo>
                    <a:pt x="3810" y="2046"/>
                  </a:lnTo>
                  <a:lnTo>
                    <a:pt x="4372" y="1826"/>
                  </a:lnTo>
                  <a:lnTo>
                    <a:pt x="4974" y="1605"/>
                  </a:lnTo>
                  <a:lnTo>
                    <a:pt x="5575" y="1405"/>
                  </a:lnTo>
                  <a:lnTo>
                    <a:pt x="6197" y="1224"/>
                  </a:lnTo>
                  <a:lnTo>
                    <a:pt x="6799" y="1064"/>
                  </a:lnTo>
                  <a:lnTo>
                    <a:pt x="6799" y="1064"/>
                  </a:lnTo>
                  <a:lnTo>
                    <a:pt x="7480" y="903"/>
                  </a:lnTo>
                  <a:lnTo>
                    <a:pt x="8222" y="783"/>
                  </a:lnTo>
                  <a:lnTo>
                    <a:pt x="9005" y="643"/>
                  </a:lnTo>
                  <a:lnTo>
                    <a:pt x="9847" y="542"/>
                  </a:lnTo>
                  <a:lnTo>
                    <a:pt x="10729" y="422"/>
                  </a:lnTo>
                  <a:lnTo>
                    <a:pt x="11652" y="342"/>
                  </a:lnTo>
                  <a:lnTo>
                    <a:pt x="12594" y="262"/>
                  </a:lnTo>
                  <a:lnTo>
                    <a:pt x="13577" y="181"/>
                  </a:lnTo>
                  <a:lnTo>
                    <a:pt x="14600" y="121"/>
                  </a:lnTo>
                  <a:lnTo>
                    <a:pt x="15623" y="81"/>
                  </a:lnTo>
                  <a:lnTo>
                    <a:pt x="16665" y="41"/>
                  </a:lnTo>
                  <a:lnTo>
                    <a:pt x="17708" y="21"/>
                  </a:lnTo>
                  <a:lnTo>
                    <a:pt x="18771" y="1"/>
                  </a:lnTo>
                  <a:lnTo>
                    <a:pt x="19814" y="1"/>
                  </a:lnTo>
                  <a:lnTo>
                    <a:pt x="20877" y="1"/>
                  </a:lnTo>
                  <a:lnTo>
                    <a:pt x="21920" y="41"/>
                  </a:lnTo>
                  <a:lnTo>
                    <a:pt x="21920" y="41"/>
                  </a:lnTo>
                  <a:lnTo>
                    <a:pt x="21920" y="41"/>
                  </a:lnTo>
                  <a:lnTo>
                    <a:pt x="23103" y="81"/>
                  </a:lnTo>
                  <a:lnTo>
                    <a:pt x="24266" y="141"/>
                  </a:lnTo>
                  <a:lnTo>
                    <a:pt x="25389" y="221"/>
                  </a:lnTo>
                  <a:lnTo>
                    <a:pt x="26472" y="302"/>
                  </a:lnTo>
                  <a:lnTo>
                    <a:pt x="27495" y="422"/>
                  </a:lnTo>
                  <a:lnTo>
                    <a:pt x="28477" y="542"/>
                  </a:lnTo>
                  <a:lnTo>
                    <a:pt x="29400" y="703"/>
                  </a:lnTo>
                  <a:lnTo>
                    <a:pt x="30242" y="863"/>
                  </a:lnTo>
                  <a:lnTo>
                    <a:pt x="30242" y="863"/>
                  </a:lnTo>
                  <a:lnTo>
                    <a:pt x="31085" y="1064"/>
                  </a:lnTo>
                  <a:lnTo>
                    <a:pt x="31907" y="1304"/>
                  </a:lnTo>
                  <a:lnTo>
                    <a:pt x="32709" y="1585"/>
                  </a:lnTo>
                  <a:lnTo>
                    <a:pt x="33491" y="1906"/>
                  </a:lnTo>
                  <a:lnTo>
                    <a:pt x="34233" y="2267"/>
                  </a:lnTo>
                  <a:lnTo>
                    <a:pt x="34935" y="2628"/>
                  </a:lnTo>
                  <a:lnTo>
                    <a:pt x="35577" y="3029"/>
                  </a:lnTo>
                  <a:lnTo>
                    <a:pt x="35858" y="3230"/>
                  </a:lnTo>
                  <a:lnTo>
                    <a:pt x="36138" y="3430"/>
                  </a:lnTo>
                  <a:lnTo>
                    <a:pt x="36399" y="3651"/>
                  </a:lnTo>
                  <a:lnTo>
                    <a:pt x="36640" y="3851"/>
                  </a:lnTo>
                  <a:lnTo>
                    <a:pt x="36860" y="4072"/>
                  </a:lnTo>
                  <a:lnTo>
                    <a:pt x="37061" y="4272"/>
                  </a:lnTo>
                  <a:lnTo>
                    <a:pt x="37241" y="4473"/>
                  </a:lnTo>
                  <a:lnTo>
                    <a:pt x="37382" y="4694"/>
                  </a:lnTo>
                  <a:lnTo>
                    <a:pt x="37502" y="4894"/>
                  </a:lnTo>
                  <a:lnTo>
                    <a:pt x="37602" y="5095"/>
                  </a:lnTo>
                  <a:lnTo>
                    <a:pt x="37662" y="5295"/>
                  </a:lnTo>
                  <a:lnTo>
                    <a:pt x="37703" y="5496"/>
                  </a:lnTo>
                  <a:lnTo>
                    <a:pt x="37723" y="5696"/>
                  </a:lnTo>
                  <a:lnTo>
                    <a:pt x="37683" y="5877"/>
                  </a:lnTo>
                  <a:lnTo>
                    <a:pt x="37622" y="6057"/>
                  </a:lnTo>
                  <a:lnTo>
                    <a:pt x="37522" y="6238"/>
                  </a:lnTo>
                  <a:lnTo>
                    <a:pt x="37402" y="6418"/>
                  </a:lnTo>
                  <a:lnTo>
                    <a:pt x="37241" y="657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42">
              <a:extLst>
                <a:ext uri="{FF2B5EF4-FFF2-40B4-BE49-F238E27FC236}">
                  <a16:creationId xmlns:a16="http://schemas.microsoft.com/office/drawing/2014/main" id="{018D3421-BB4C-2995-96D0-7E5D2E599F3D}"/>
                </a:ext>
              </a:extLst>
            </p:cNvPr>
            <p:cNvSpPr/>
            <p:nvPr/>
          </p:nvSpPr>
          <p:spPr>
            <a:xfrm>
              <a:off x="11405950" y="4171988"/>
              <a:ext cx="759600" cy="264250"/>
            </a:xfrm>
            <a:custGeom>
              <a:avLst/>
              <a:gdLst/>
              <a:ahLst/>
              <a:cxnLst/>
              <a:rect l="l" t="t" r="r" b="b"/>
              <a:pathLst>
                <a:path w="30384" h="10570" extrusionOk="0">
                  <a:moveTo>
                    <a:pt x="14621" y="1"/>
                  </a:moveTo>
                  <a:lnTo>
                    <a:pt x="15423" y="121"/>
                  </a:lnTo>
                  <a:lnTo>
                    <a:pt x="16225" y="282"/>
                  </a:lnTo>
                  <a:lnTo>
                    <a:pt x="17067" y="442"/>
                  </a:lnTo>
                  <a:lnTo>
                    <a:pt x="17569" y="242"/>
                  </a:lnTo>
                  <a:lnTo>
                    <a:pt x="17789" y="161"/>
                  </a:lnTo>
                  <a:lnTo>
                    <a:pt x="16245" y="61"/>
                  </a:lnTo>
                  <a:lnTo>
                    <a:pt x="14621" y="1"/>
                  </a:lnTo>
                  <a:close/>
                  <a:moveTo>
                    <a:pt x="20396" y="402"/>
                  </a:moveTo>
                  <a:lnTo>
                    <a:pt x="19033" y="923"/>
                  </a:lnTo>
                  <a:lnTo>
                    <a:pt x="19434" y="1044"/>
                  </a:lnTo>
                  <a:lnTo>
                    <a:pt x="19795" y="1184"/>
                  </a:lnTo>
                  <a:lnTo>
                    <a:pt x="20176" y="1345"/>
                  </a:lnTo>
                  <a:lnTo>
                    <a:pt x="20517" y="1545"/>
                  </a:lnTo>
                  <a:lnTo>
                    <a:pt x="20858" y="1746"/>
                  </a:lnTo>
                  <a:lnTo>
                    <a:pt x="21178" y="1966"/>
                  </a:lnTo>
                  <a:lnTo>
                    <a:pt x="21479" y="2227"/>
                  </a:lnTo>
                  <a:lnTo>
                    <a:pt x="21740" y="2508"/>
                  </a:lnTo>
                  <a:lnTo>
                    <a:pt x="21900" y="2668"/>
                  </a:lnTo>
                  <a:lnTo>
                    <a:pt x="22021" y="2849"/>
                  </a:lnTo>
                  <a:lnTo>
                    <a:pt x="22141" y="3049"/>
                  </a:lnTo>
                  <a:lnTo>
                    <a:pt x="22241" y="3230"/>
                  </a:lnTo>
                  <a:lnTo>
                    <a:pt x="22342" y="3430"/>
                  </a:lnTo>
                  <a:lnTo>
                    <a:pt x="22402" y="3631"/>
                  </a:lnTo>
                  <a:lnTo>
                    <a:pt x="22462" y="3851"/>
                  </a:lnTo>
                  <a:lnTo>
                    <a:pt x="22522" y="4052"/>
                  </a:lnTo>
                  <a:lnTo>
                    <a:pt x="22542" y="4273"/>
                  </a:lnTo>
                  <a:lnTo>
                    <a:pt x="22562" y="4473"/>
                  </a:lnTo>
                  <a:lnTo>
                    <a:pt x="22542" y="4694"/>
                  </a:lnTo>
                  <a:lnTo>
                    <a:pt x="22522" y="4914"/>
                  </a:lnTo>
                  <a:lnTo>
                    <a:pt x="22462" y="5115"/>
                  </a:lnTo>
                  <a:lnTo>
                    <a:pt x="22402" y="5335"/>
                  </a:lnTo>
                  <a:lnTo>
                    <a:pt x="22302" y="5536"/>
                  </a:lnTo>
                  <a:lnTo>
                    <a:pt x="22201" y="5737"/>
                  </a:lnTo>
                  <a:lnTo>
                    <a:pt x="22201" y="5737"/>
                  </a:lnTo>
                  <a:lnTo>
                    <a:pt x="22342" y="5716"/>
                  </a:lnTo>
                  <a:lnTo>
                    <a:pt x="24608" y="5576"/>
                  </a:lnTo>
                  <a:lnTo>
                    <a:pt x="26734" y="5436"/>
                  </a:lnTo>
                  <a:lnTo>
                    <a:pt x="28679" y="5335"/>
                  </a:lnTo>
                  <a:lnTo>
                    <a:pt x="30384" y="5275"/>
                  </a:lnTo>
                  <a:lnTo>
                    <a:pt x="30323" y="5115"/>
                  </a:lnTo>
                  <a:lnTo>
                    <a:pt x="30263" y="4954"/>
                  </a:lnTo>
                  <a:lnTo>
                    <a:pt x="30183" y="4794"/>
                  </a:lnTo>
                  <a:lnTo>
                    <a:pt x="30083" y="4634"/>
                  </a:lnTo>
                  <a:lnTo>
                    <a:pt x="29822" y="4313"/>
                  </a:lnTo>
                  <a:lnTo>
                    <a:pt x="29521" y="3972"/>
                  </a:lnTo>
                  <a:lnTo>
                    <a:pt x="29160" y="3651"/>
                  </a:lnTo>
                  <a:lnTo>
                    <a:pt x="28759" y="3330"/>
                  </a:lnTo>
                  <a:lnTo>
                    <a:pt x="28298" y="3009"/>
                  </a:lnTo>
                  <a:lnTo>
                    <a:pt x="27796" y="2688"/>
                  </a:lnTo>
                  <a:lnTo>
                    <a:pt x="27275" y="2407"/>
                  </a:lnTo>
                  <a:lnTo>
                    <a:pt x="26714" y="2107"/>
                  </a:lnTo>
                  <a:lnTo>
                    <a:pt x="26112" y="1846"/>
                  </a:lnTo>
                  <a:lnTo>
                    <a:pt x="25510" y="1585"/>
                  </a:lnTo>
                  <a:lnTo>
                    <a:pt x="24889" y="1365"/>
                  </a:lnTo>
                  <a:lnTo>
                    <a:pt x="24247" y="1164"/>
                  </a:lnTo>
                  <a:lnTo>
                    <a:pt x="23605" y="964"/>
                  </a:lnTo>
                  <a:lnTo>
                    <a:pt x="22943" y="823"/>
                  </a:lnTo>
                  <a:lnTo>
                    <a:pt x="22362" y="703"/>
                  </a:lnTo>
                  <a:lnTo>
                    <a:pt x="21740" y="603"/>
                  </a:lnTo>
                  <a:lnTo>
                    <a:pt x="21078" y="502"/>
                  </a:lnTo>
                  <a:lnTo>
                    <a:pt x="20396" y="402"/>
                  </a:lnTo>
                  <a:close/>
                  <a:moveTo>
                    <a:pt x="29962" y="6499"/>
                  </a:moveTo>
                  <a:lnTo>
                    <a:pt x="26373" y="6679"/>
                  </a:lnTo>
                  <a:lnTo>
                    <a:pt x="22502" y="6880"/>
                  </a:lnTo>
                  <a:lnTo>
                    <a:pt x="22302" y="6880"/>
                  </a:lnTo>
                  <a:lnTo>
                    <a:pt x="21860" y="6920"/>
                  </a:lnTo>
                  <a:lnTo>
                    <a:pt x="20878" y="6960"/>
                  </a:lnTo>
                  <a:lnTo>
                    <a:pt x="20838" y="6960"/>
                  </a:lnTo>
                  <a:lnTo>
                    <a:pt x="20497" y="7160"/>
                  </a:lnTo>
                  <a:lnTo>
                    <a:pt x="20136" y="7321"/>
                  </a:lnTo>
                  <a:lnTo>
                    <a:pt x="19775" y="7481"/>
                  </a:lnTo>
                  <a:lnTo>
                    <a:pt x="19434" y="7622"/>
                  </a:lnTo>
                  <a:lnTo>
                    <a:pt x="18692" y="7882"/>
                  </a:lnTo>
                  <a:lnTo>
                    <a:pt x="17950" y="8123"/>
                  </a:lnTo>
                  <a:lnTo>
                    <a:pt x="17188" y="8324"/>
                  </a:lnTo>
                  <a:lnTo>
                    <a:pt x="16426" y="8504"/>
                  </a:lnTo>
                  <a:lnTo>
                    <a:pt x="15664" y="8644"/>
                  </a:lnTo>
                  <a:lnTo>
                    <a:pt x="14901" y="8785"/>
                  </a:lnTo>
                  <a:lnTo>
                    <a:pt x="13357" y="9025"/>
                  </a:lnTo>
                  <a:lnTo>
                    <a:pt x="12375" y="9166"/>
                  </a:lnTo>
                  <a:lnTo>
                    <a:pt x="11392" y="9286"/>
                  </a:lnTo>
                  <a:lnTo>
                    <a:pt x="10409" y="9366"/>
                  </a:lnTo>
                  <a:lnTo>
                    <a:pt x="9427" y="9447"/>
                  </a:lnTo>
                  <a:lnTo>
                    <a:pt x="8444" y="9507"/>
                  </a:lnTo>
                  <a:lnTo>
                    <a:pt x="7461" y="9567"/>
                  </a:lnTo>
                  <a:lnTo>
                    <a:pt x="6479" y="9587"/>
                  </a:lnTo>
                  <a:lnTo>
                    <a:pt x="4172" y="9587"/>
                  </a:lnTo>
                  <a:lnTo>
                    <a:pt x="2869" y="9527"/>
                  </a:lnTo>
                  <a:lnTo>
                    <a:pt x="1545" y="9467"/>
                  </a:lnTo>
                  <a:lnTo>
                    <a:pt x="242" y="9346"/>
                  </a:lnTo>
                  <a:lnTo>
                    <a:pt x="222" y="9346"/>
                  </a:lnTo>
                  <a:lnTo>
                    <a:pt x="141" y="9366"/>
                  </a:lnTo>
                  <a:lnTo>
                    <a:pt x="81" y="9386"/>
                  </a:lnTo>
                  <a:lnTo>
                    <a:pt x="41" y="9427"/>
                  </a:lnTo>
                  <a:lnTo>
                    <a:pt x="1" y="9487"/>
                  </a:lnTo>
                  <a:lnTo>
                    <a:pt x="663" y="9667"/>
                  </a:lnTo>
                  <a:lnTo>
                    <a:pt x="1365" y="9828"/>
                  </a:lnTo>
                  <a:lnTo>
                    <a:pt x="2087" y="9968"/>
                  </a:lnTo>
                  <a:lnTo>
                    <a:pt x="2829" y="10108"/>
                  </a:lnTo>
                  <a:lnTo>
                    <a:pt x="3591" y="10229"/>
                  </a:lnTo>
                  <a:lnTo>
                    <a:pt x="4373" y="10329"/>
                  </a:lnTo>
                  <a:lnTo>
                    <a:pt x="5195" y="10429"/>
                  </a:lnTo>
                  <a:lnTo>
                    <a:pt x="6037" y="10489"/>
                  </a:lnTo>
                  <a:lnTo>
                    <a:pt x="7261" y="10550"/>
                  </a:lnTo>
                  <a:lnTo>
                    <a:pt x="8524" y="10570"/>
                  </a:lnTo>
                  <a:lnTo>
                    <a:pt x="9326" y="10570"/>
                  </a:lnTo>
                  <a:lnTo>
                    <a:pt x="10128" y="10550"/>
                  </a:lnTo>
                  <a:lnTo>
                    <a:pt x="10951" y="10509"/>
                  </a:lnTo>
                  <a:lnTo>
                    <a:pt x="11773" y="10469"/>
                  </a:lnTo>
                  <a:lnTo>
                    <a:pt x="13458" y="10329"/>
                  </a:lnTo>
                  <a:lnTo>
                    <a:pt x="15142" y="10169"/>
                  </a:lnTo>
                  <a:lnTo>
                    <a:pt x="16847" y="9948"/>
                  </a:lnTo>
                  <a:lnTo>
                    <a:pt x="18511" y="9707"/>
                  </a:lnTo>
                  <a:lnTo>
                    <a:pt x="20136" y="9427"/>
                  </a:lnTo>
                  <a:lnTo>
                    <a:pt x="21700" y="9126"/>
                  </a:lnTo>
                  <a:lnTo>
                    <a:pt x="23184" y="8825"/>
                  </a:lnTo>
                  <a:lnTo>
                    <a:pt x="24568" y="8484"/>
                  </a:lnTo>
                  <a:lnTo>
                    <a:pt x="25851" y="8163"/>
                  </a:lnTo>
                  <a:lnTo>
                    <a:pt x="26994" y="7822"/>
                  </a:lnTo>
                  <a:lnTo>
                    <a:pt x="27997" y="7481"/>
                  </a:lnTo>
                  <a:lnTo>
                    <a:pt x="28438" y="7321"/>
                  </a:lnTo>
                  <a:lnTo>
                    <a:pt x="28839" y="7140"/>
                  </a:lnTo>
                  <a:lnTo>
                    <a:pt x="29180" y="7000"/>
                  </a:lnTo>
                  <a:lnTo>
                    <a:pt x="29481" y="6840"/>
                  </a:lnTo>
                  <a:lnTo>
                    <a:pt x="29742" y="6679"/>
                  </a:lnTo>
                  <a:lnTo>
                    <a:pt x="29942" y="6539"/>
                  </a:lnTo>
                  <a:lnTo>
                    <a:pt x="29962" y="6499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42">
              <a:extLst>
                <a:ext uri="{FF2B5EF4-FFF2-40B4-BE49-F238E27FC236}">
                  <a16:creationId xmlns:a16="http://schemas.microsoft.com/office/drawing/2014/main" id="{07CCD029-1CB7-4A76-F91B-B26446E664CC}"/>
                </a:ext>
              </a:extLst>
            </p:cNvPr>
            <p:cNvSpPr/>
            <p:nvPr/>
          </p:nvSpPr>
          <p:spPr>
            <a:xfrm>
              <a:off x="11405950" y="4334438"/>
              <a:ext cx="749075" cy="101800"/>
            </a:xfrm>
            <a:custGeom>
              <a:avLst/>
              <a:gdLst/>
              <a:ahLst/>
              <a:cxnLst/>
              <a:rect l="l" t="t" r="r" b="b"/>
              <a:pathLst>
                <a:path w="29963" h="4072" fill="none" extrusionOk="0">
                  <a:moveTo>
                    <a:pt x="29962" y="1"/>
                  </a:moveTo>
                  <a:lnTo>
                    <a:pt x="29962" y="1"/>
                  </a:lnTo>
                  <a:lnTo>
                    <a:pt x="26373" y="181"/>
                  </a:lnTo>
                  <a:lnTo>
                    <a:pt x="26373" y="181"/>
                  </a:lnTo>
                  <a:lnTo>
                    <a:pt x="22502" y="382"/>
                  </a:lnTo>
                  <a:lnTo>
                    <a:pt x="22502" y="382"/>
                  </a:lnTo>
                  <a:lnTo>
                    <a:pt x="22342" y="382"/>
                  </a:lnTo>
                  <a:lnTo>
                    <a:pt x="22342" y="382"/>
                  </a:lnTo>
                  <a:lnTo>
                    <a:pt x="22302" y="382"/>
                  </a:lnTo>
                  <a:lnTo>
                    <a:pt x="22302" y="382"/>
                  </a:lnTo>
                  <a:lnTo>
                    <a:pt x="21860" y="422"/>
                  </a:lnTo>
                  <a:lnTo>
                    <a:pt x="21860" y="422"/>
                  </a:lnTo>
                  <a:lnTo>
                    <a:pt x="20878" y="462"/>
                  </a:lnTo>
                  <a:lnTo>
                    <a:pt x="20878" y="462"/>
                  </a:lnTo>
                  <a:lnTo>
                    <a:pt x="20838" y="462"/>
                  </a:lnTo>
                  <a:lnTo>
                    <a:pt x="20838" y="462"/>
                  </a:lnTo>
                  <a:lnTo>
                    <a:pt x="20497" y="662"/>
                  </a:lnTo>
                  <a:lnTo>
                    <a:pt x="20136" y="823"/>
                  </a:lnTo>
                  <a:lnTo>
                    <a:pt x="19775" y="983"/>
                  </a:lnTo>
                  <a:lnTo>
                    <a:pt x="19434" y="1124"/>
                  </a:lnTo>
                  <a:lnTo>
                    <a:pt x="19434" y="1124"/>
                  </a:lnTo>
                  <a:lnTo>
                    <a:pt x="18692" y="1384"/>
                  </a:lnTo>
                  <a:lnTo>
                    <a:pt x="17950" y="1625"/>
                  </a:lnTo>
                  <a:lnTo>
                    <a:pt x="17188" y="1826"/>
                  </a:lnTo>
                  <a:lnTo>
                    <a:pt x="16426" y="2006"/>
                  </a:lnTo>
                  <a:lnTo>
                    <a:pt x="15664" y="2146"/>
                  </a:lnTo>
                  <a:lnTo>
                    <a:pt x="14901" y="2287"/>
                  </a:lnTo>
                  <a:lnTo>
                    <a:pt x="13357" y="2527"/>
                  </a:lnTo>
                  <a:lnTo>
                    <a:pt x="13357" y="2527"/>
                  </a:lnTo>
                  <a:lnTo>
                    <a:pt x="12375" y="2668"/>
                  </a:lnTo>
                  <a:lnTo>
                    <a:pt x="11392" y="2788"/>
                  </a:lnTo>
                  <a:lnTo>
                    <a:pt x="10409" y="2868"/>
                  </a:lnTo>
                  <a:lnTo>
                    <a:pt x="9427" y="2949"/>
                  </a:lnTo>
                  <a:lnTo>
                    <a:pt x="8444" y="3009"/>
                  </a:lnTo>
                  <a:lnTo>
                    <a:pt x="7461" y="3069"/>
                  </a:lnTo>
                  <a:lnTo>
                    <a:pt x="6479" y="3089"/>
                  </a:lnTo>
                  <a:lnTo>
                    <a:pt x="5496" y="3089"/>
                  </a:lnTo>
                  <a:lnTo>
                    <a:pt x="5496" y="3089"/>
                  </a:lnTo>
                  <a:lnTo>
                    <a:pt x="4172" y="3089"/>
                  </a:lnTo>
                  <a:lnTo>
                    <a:pt x="2869" y="3029"/>
                  </a:lnTo>
                  <a:lnTo>
                    <a:pt x="1545" y="2969"/>
                  </a:lnTo>
                  <a:lnTo>
                    <a:pt x="242" y="2848"/>
                  </a:lnTo>
                  <a:lnTo>
                    <a:pt x="242" y="2848"/>
                  </a:lnTo>
                  <a:lnTo>
                    <a:pt x="222" y="2848"/>
                  </a:lnTo>
                  <a:lnTo>
                    <a:pt x="222" y="2848"/>
                  </a:lnTo>
                  <a:lnTo>
                    <a:pt x="141" y="2868"/>
                  </a:lnTo>
                  <a:lnTo>
                    <a:pt x="81" y="2888"/>
                  </a:lnTo>
                  <a:lnTo>
                    <a:pt x="41" y="2929"/>
                  </a:lnTo>
                  <a:lnTo>
                    <a:pt x="1" y="2989"/>
                  </a:lnTo>
                  <a:lnTo>
                    <a:pt x="1" y="2989"/>
                  </a:lnTo>
                  <a:lnTo>
                    <a:pt x="663" y="3169"/>
                  </a:lnTo>
                  <a:lnTo>
                    <a:pt x="1365" y="3330"/>
                  </a:lnTo>
                  <a:lnTo>
                    <a:pt x="2087" y="3470"/>
                  </a:lnTo>
                  <a:lnTo>
                    <a:pt x="2829" y="3610"/>
                  </a:lnTo>
                  <a:lnTo>
                    <a:pt x="3591" y="3731"/>
                  </a:lnTo>
                  <a:lnTo>
                    <a:pt x="4373" y="3831"/>
                  </a:lnTo>
                  <a:lnTo>
                    <a:pt x="5195" y="3931"/>
                  </a:lnTo>
                  <a:lnTo>
                    <a:pt x="6037" y="3991"/>
                  </a:lnTo>
                  <a:lnTo>
                    <a:pt x="6037" y="3991"/>
                  </a:lnTo>
                  <a:lnTo>
                    <a:pt x="7261" y="4052"/>
                  </a:lnTo>
                  <a:lnTo>
                    <a:pt x="8524" y="4072"/>
                  </a:lnTo>
                  <a:lnTo>
                    <a:pt x="8524" y="4072"/>
                  </a:lnTo>
                  <a:lnTo>
                    <a:pt x="9326" y="4072"/>
                  </a:lnTo>
                  <a:lnTo>
                    <a:pt x="10128" y="4052"/>
                  </a:lnTo>
                  <a:lnTo>
                    <a:pt x="10951" y="4011"/>
                  </a:lnTo>
                  <a:lnTo>
                    <a:pt x="11773" y="3971"/>
                  </a:lnTo>
                  <a:lnTo>
                    <a:pt x="13458" y="3831"/>
                  </a:lnTo>
                  <a:lnTo>
                    <a:pt x="15142" y="3671"/>
                  </a:lnTo>
                  <a:lnTo>
                    <a:pt x="16847" y="3450"/>
                  </a:lnTo>
                  <a:lnTo>
                    <a:pt x="18511" y="3209"/>
                  </a:lnTo>
                  <a:lnTo>
                    <a:pt x="20136" y="2929"/>
                  </a:lnTo>
                  <a:lnTo>
                    <a:pt x="21700" y="2628"/>
                  </a:lnTo>
                  <a:lnTo>
                    <a:pt x="23184" y="2327"/>
                  </a:lnTo>
                  <a:lnTo>
                    <a:pt x="24568" y="1986"/>
                  </a:lnTo>
                  <a:lnTo>
                    <a:pt x="25851" y="1665"/>
                  </a:lnTo>
                  <a:lnTo>
                    <a:pt x="26994" y="1324"/>
                  </a:lnTo>
                  <a:lnTo>
                    <a:pt x="27997" y="983"/>
                  </a:lnTo>
                  <a:lnTo>
                    <a:pt x="28438" y="823"/>
                  </a:lnTo>
                  <a:lnTo>
                    <a:pt x="28839" y="642"/>
                  </a:lnTo>
                  <a:lnTo>
                    <a:pt x="29180" y="502"/>
                  </a:lnTo>
                  <a:lnTo>
                    <a:pt x="29481" y="342"/>
                  </a:lnTo>
                  <a:lnTo>
                    <a:pt x="29742" y="181"/>
                  </a:lnTo>
                  <a:lnTo>
                    <a:pt x="29942" y="41"/>
                  </a:lnTo>
                  <a:lnTo>
                    <a:pt x="29942" y="41"/>
                  </a:lnTo>
                  <a:lnTo>
                    <a:pt x="299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42">
              <a:extLst>
                <a:ext uri="{FF2B5EF4-FFF2-40B4-BE49-F238E27FC236}">
                  <a16:creationId xmlns:a16="http://schemas.microsoft.com/office/drawing/2014/main" id="{3854D30A-1612-9AEE-AB16-820AF411F88F}"/>
                </a:ext>
              </a:extLst>
            </p:cNvPr>
            <p:cNvSpPr/>
            <p:nvPr/>
          </p:nvSpPr>
          <p:spPr>
            <a:xfrm>
              <a:off x="11881750" y="4182013"/>
              <a:ext cx="283800" cy="133400"/>
            </a:xfrm>
            <a:custGeom>
              <a:avLst/>
              <a:gdLst/>
              <a:ahLst/>
              <a:cxnLst/>
              <a:rect l="l" t="t" r="r" b="b"/>
              <a:pathLst>
                <a:path w="11352" h="5336" fill="none" extrusionOk="0">
                  <a:moveTo>
                    <a:pt x="1364" y="1"/>
                  </a:moveTo>
                  <a:lnTo>
                    <a:pt x="1364" y="1"/>
                  </a:lnTo>
                  <a:lnTo>
                    <a:pt x="1" y="522"/>
                  </a:lnTo>
                  <a:lnTo>
                    <a:pt x="1" y="522"/>
                  </a:lnTo>
                  <a:lnTo>
                    <a:pt x="402" y="643"/>
                  </a:lnTo>
                  <a:lnTo>
                    <a:pt x="763" y="783"/>
                  </a:lnTo>
                  <a:lnTo>
                    <a:pt x="1144" y="944"/>
                  </a:lnTo>
                  <a:lnTo>
                    <a:pt x="1485" y="1144"/>
                  </a:lnTo>
                  <a:lnTo>
                    <a:pt x="1826" y="1345"/>
                  </a:lnTo>
                  <a:lnTo>
                    <a:pt x="2146" y="1565"/>
                  </a:lnTo>
                  <a:lnTo>
                    <a:pt x="2447" y="1826"/>
                  </a:lnTo>
                  <a:lnTo>
                    <a:pt x="2708" y="2107"/>
                  </a:lnTo>
                  <a:lnTo>
                    <a:pt x="2708" y="2107"/>
                  </a:lnTo>
                  <a:lnTo>
                    <a:pt x="2868" y="2267"/>
                  </a:lnTo>
                  <a:lnTo>
                    <a:pt x="2989" y="2448"/>
                  </a:lnTo>
                  <a:lnTo>
                    <a:pt x="3109" y="2648"/>
                  </a:lnTo>
                  <a:lnTo>
                    <a:pt x="3209" y="2829"/>
                  </a:lnTo>
                  <a:lnTo>
                    <a:pt x="3310" y="3029"/>
                  </a:lnTo>
                  <a:lnTo>
                    <a:pt x="3370" y="3230"/>
                  </a:lnTo>
                  <a:lnTo>
                    <a:pt x="3430" y="3450"/>
                  </a:lnTo>
                  <a:lnTo>
                    <a:pt x="3490" y="3651"/>
                  </a:lnTo>
                  <a:lnTo>
                    <a:pt x="3510" y="3872"/>
                  </a:lnTo>
                  <a:lnTo>
                    <a:pt x="3530" y="4072"/>
                  </a:lnTo>
                  <a:lnTo>
                    <a:pt x="3510" y="4293"/>
                  </a:lnTo>
                  <a:lnTo>
                    <a:pt x="3490" y="4513"/>
                  </a:lnTo>
                  <a:lnTo>
                    <a:pt x="3430" y="4714"/>
                  </a:lnTo>
                  <a:lnTo>
                    <a:pt x="3370" y="4934"/>
                  </a:lnTo>
                  <a:lnTo>
                    <a:pt x="3270" y="5135"/>
                  </a:lnTo>
                  <a:lnTo>
                    <a:pt x="3169" y="5336"/>
                  </a:lnTo>
                  <a:lnTo>
                    <a:pt x="3169" y="5336"/>
                  </a:lnTo>
                  <a:lnTo>
                    <a:pt x="3310" y="5315"/>
                  </a:lnTo>
                  <a:lnTo>
                    <a:pt x="3310" y="5315"/>
                  </a:lnTo>
                  <a:lnTo>
                    <a:pt x="5576" y="5175"/>
                  </a:lnTo>
                  <a:lnTo>
                    <a:pt x="7702" y="5035"/>
                  </a:lnTo>
                  <a:lnTo>
                    <a:pt x="9647" y="4934"/>
                  </a:lnTo>
                  <a:lnTo>
                    <a:pt x="11352" y="4874"/>
                  </a:lnTo>
                  <a:lnTo>
                    <a:pt x="11352" y="4874"/>
                  </a:lnTo>
                  <a:lnTo>
                    <a:pt x="11291" y="4714"/>
                  </a:lnTo>
                  <a:lnTo>
                    <a:pt x="11231" y="4553"/>
                  </a:lnTo>
                  <a:lnTo>
                    <a:pt x="11151" y="4393"/>
                  </a:lnTo>
                  <a:lnTo>
                    <a:pt x="11051" y="4233"/>
                  </a:lnTo>
                  <a:lnTo>
                    <a:pt x="10790" y="3912"/>
                  </a:lnTo>
                  <a:lnTo>
                    <a:pt x="10489" y="3571"/>
                  </a:lnTo>
                  <a:lnTo>
                    <a:pt x="10128" y="3250"/>
                  </a:lnTo>
                  <a:lnTo>
                    <a:pt x="9727" y="2929"/>
                  </a:lnTo>
                  <a:lnTo>
                    <a:pt x="9266" y="2608"/>
                  </a:lnTo>
                  <a:lnTo>
                    <a:pt x="8764" y="2287"/>
                  </a:lnTo>
                  <a:lnTo>
                    <a:pt x="8243" y="2006"/>
                  </a:lnTo>
                  <a:lnTo>
                    <a:pt x="7682" y="1706"/>
                  </a:lnTo>
                  <a:lnTo>
                    <a:pt x="7080" y="1445"/>
                  </a:lnTo>
                  <a:lnTo>
                    <a:pt x="6478" y="1184"/>
                  </a:lnTo>
                  <a:lnTo>
                    <a:pt x="5857" y="964"/>
                  </a:lnTo>
                  <a:lnTo>
                    <a:pt x="5215" y="763"/>
                  </a:lnTo>
                  <a:lnTo>
                    <a:pt x="4573" y="563"/>
                  </a:lnTo>
                  <a:lnTo>
                    <a:pt x="3911" y="422"/>
                  </a:lnTo>
                  <a:lnTo>
                    <a:pt x="3911" y="422"/>
                  </a:lnTo>
                  <a:lnTo>
                    <a:pt x="3330" y="302"/>
                  </a:lnTo>
                  <a:lnTo>
                    <a:pt x="2708" y="202"/>
                  </a:lnTo>
                  <a:lnTo>
                    <a:pt x="2046" y="101"/>
                  </a:lnTo>
                  <a:lnTo>
                    <a:pt x="13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42">
              <a:extLst>
                <a:ext uri="{FF2B5EF4-FFF2-40B4-BE49-F238E27FC236}">
                  <a16:creationId xmlns:a16="http://schemas.microsoft.com/office/drawing/2014/main" id="{ECF75A22-66CC-6280-CAE2-518931C198BB}"/>
                </a:ext>
              </a:extLst>
            </p:cNvPr>
            <p:cNvSpPr/>
            <p:nvPr/>
          </p:nvSpPr>
          <p:spPr>
            <a:xfrm>
              <a:off x="11771450" y="4171988"/>
              <a:ext cx="79250" cy="11075"/>
            </a:xfrm>
            <a:custGeom>
              <a:avLst/>
              <a:gdLst/>
              <a:ahLst/>
              <a:cxnLst/>
              <a:rect l="l" t="t" r="r" b="b"/>
              <a:pathLst>
                <a:path w="3170" h="443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803" y="121"/>
                  </a:lnTo>
                  <a:lnTo>
                    <a:pt x="1605" y="282"/>
                  </a:lnTo>
                  <a:lnTo>
                    <a:pt x="1605" y="282"/>
                  </a:lnTo>
                  <a:lnTo>
                    <a:pt x="2447" y="442"/>
                  </a:lnTo>
                  <a:lnTo>
                    <a:pt x="2447" y="442"/>
                  </a:lnTo>
                  <a:lnTo>
                    <a:pt x="2949" y="242"/>
                  </a:lnTo>
                  <a:lnTo>
                    <a:pt x="2949" y="242"/>
                  </a:lnTo>
                  <a:lnTo>
                    <a:pt x="3169" y="161"/>
                  </a:lnTo>
                  <a:lnTo>
                    <a:pt x="3169" y="161"/>
                  </a:lnTo>
                  <a:lnTo>
                    <a:pt x="1625" y="6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42">
              <a:extLst>
                <a:ext uri="{FF2B5EF4-FFF2-40B4-BE49-F238E27FC236}">
                  <a16:creationId xmlns:a16="http://schemas.microsoft.com/office/drawing/2014/main" id="{EE4D5E23-0E73-BE46-6318-79FB1A4416C1}"/>
                </a:ext>
              </a:extLst>
            </p:cNvPr>
            <p:cNvSpPr/>
            <p:nvPr/>
          </p:nvSpPr>
          <p:spPr>
            <a:xfrm>
              <a:off x="11246025" y="4817763"/>
              <a:ext cx="920525" cy="297325"/>
            </a:xfrm>
            <a:custGeom>
              <a:avLst/>
              <a:gdLst/>
              <a:ahLst/>
              <a:cxnLst/>
              <a:rect l="l" t="t" r="r" b="b"/>
              <a:pathLst>
                <a:path w="36821" h="11893" extrusionOk="0">
                  <a:moveTo>
                    <a:pt x="2467" y="0"/>
                  </a:moveTo>
                  <a:lnTo>
                    <a:pt x="1886" y="381"/>
                  </a:lnTo>
                  <a:lnTo>
                    <a:pt x="1384" y="742"/>
                  </a:lnTo>
                  <a:lnTo>
                    <a:pt x="963" y="1103"/>
                  </a:lnTo>
                  <a:lnTo>
                    <a:pt x="602" y="1444"/>
                  </a:lnTo>
                  <a:lnTo>
                    <a:pt x="321" y="1745"/>
                  </a:lnTo>
                  <a:lnTo>
                    <a:pt x="201" y="1885"/>
                  </a:lnTo>
                  <a:lnTo>
                    <a:pt x="121" y="2026"/>
                  </a:lnTo>
                  <a:lnTo>
                    <a:pt x="61" y="2146"/>
                  </a:lnTo>
                  <a:lnTo>
                    <a:pt x="21" y="2266"/>
                  </a:lnTo>
                  <a:lnTo>
                    <a:pt x="1" y="236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7308" y="11872"/>
                  </a:lnTo>
                  <a:lnTo>
                    <a:pt x="18150" y="11893"/>
                  </a:lnTo>
                  <a:lnTo>
                    <a:pt x="18992" y="11893"/>
                  </a:lnTo>
                  <a:lnTo>
                    <a:pt x="19834" y="11872"/>
                  </a:lnTo>
                  <a:lnTo>
                    <a:pt x="20677" y="11812"/>
                  </a:lnTo>
                  <a:lnTo>
                    <a:pt x="21499" y="11752"/>
                  </a:lnTo>
                  <a:lnTo>
                    <a:pt x="22321" y="11672"/>
                  </a:lnTo>
                  <a:lnTo>
                    <a:pt x="23143" y="11572"/>
                  </a:lnTo>
                  <a:lnTo>
                    <a:pt x="23946" y="11451"/>
                  </a:lnTo>
                  <a:lnTo>
                    <a:pt x="24728" y="11331"/>
                  </a:lnTo>
                  <a:lnTo>
                    <a:pt x="25510" y="11191"/>
                  </a:lnTo>
                  <a:lnTo>
                    <a:pt x="26272" y="11050"/>
                  </a:lnTo>
                  <a:lnTo>
                    <a:pt x="27736" y="10749"/>
                  </a:lnTo>
                  <a:lnTo>
                    <a:pt x="29120" y="10408"/>
                  </a:lnTo>
                  <a:lnTo>
                    <a:pt x="30403" y="10047"/>
                  </a:lnTo>
                  <a:lnTo>
                    <a:pt x="31586" y="9707"/>
                  </a:lnTo>
                  <a:lnTo>
                    <a:pt x="32649" y="9386"/>
                  </a:lnTo>
                  <a:lnTo>
                    <a:pt x="33572" y="9065"/>
                  </a:lnTo>
                  <a:lnTo>
                    <a:pt x="34334" y="8784"/>
                  </a:lnTo>
                  <a:lnTo>
                    <a:pt x="34956" y="856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6420" y="6137"/>
                  </a:lnTo>
                  <a:lnTo>
                    <a:pt x="36560" y="5315"/>
                  </a:lnTo>
                  <a:lnTo>
                    <a:pt x="36680" y="4472"/>
                  </a:lnTo>
                  <a:lnTo>
                    <a:pt x="36760" y="3630"/>
                  </a:lnTo>
                  <a:lnTo>
                    <a:pt x="36801" y="2888"/>
                  </a:lnTo>
                  <a:lnTo>
                    <a:pt x="36821" y="2246"/>
                  </a:lnTo>
                  <a:lnTo>
                    <a:pt x="36801" y="1785"/>
                  </a:lnTo>
                  <a:lnTo>
                    <a:pt x="36760" y="1645"/>
                  </a:lnTo>
                  <a:lnTo>
                    <a:pt x="36740" y="1544"/>
                  </a:lnTo>
                  <a:lnTo>
                    <a:pt x="36660" y="1464"/>
                  </a:lnTo>
                  <a:lnTo>
                    <a:pt x="36540" y="1344"/>
                  </a:lnTo>
                  <a:lnTo>
                    <a:pt x="36179" y="1023"/>
                  </a:lnTo>
                  <a:lnTo>
                    <a:pt x="35678" y="622"/>
                  </a:lnTo>
                  <a:lnTo>
                    <a:pt x="35036" y="161"/>
                  </a:lnTo>
                  <a:lnTo>
                    <a:pt x="34895" y="1183"/>
                  </a:lnTo>
                  <a:lnTo>
                    <a:pt x="34815" y="1665"/>
                  </a:lnTo>
                  <a:lnTo>
                    <a:pt x="34735" y="2086"/>
                  </a:lnTo>
                  <a:lnTo>
                    <a:pt x="34635" y="2467"/>
                  </a:lnTo>
                  <a:lnTo>
                    <a:pt x="34534" y="2748"/>
                  </a:lnTo>
                  <a:lnTo>
                    <a:pt x="34474" y="2868"/>
                  </a:lnTo>
                  <a:lnTo>
                    <a:pt x="34414" y="2968"/>
                  </a:lnTo>
                  <a:lnTo>
                    <a:pt x="34354" y="3028"/>
                  </a:lnTo>
                  <a:lnTo>
                    <a:pt x="34294" y="3069"/>
                  </a:lnTo>
                  <a:lnTo>
                    <a:pt x="33752" y="3269"/>
                  </a:lnTo>
                  <a:lnTo>
                    <a:pt x="32729" y="3650"/>
                  </a:lnTo>
                  <a:lnTo>
                    <a:pt x="32028" y="3891"/>
                  </a:lnTo>
                  <a:lnTo>
                    <a:pt x="31245" y="4151"/>
                  </a:lnTo>
                  <a:lnTo>
                    <a:pt x="30363" y="4432"/>
                  </a:lnTo>
                  <a:lnTo>
                    <a:pt x="29380" y="4713"/>
                  </a:lnTo>
                  <a:lnTo>
                    <a:pt x="28338" y="4994"/>
                  </a:lnTo>
                  <a:lnTo>
                    <a:pt x="27215" y="5275"/>
                  </a:lnTo>
                  <a:lnTo>
                    <a:pt x="26031" y="5535"/>
                  </a:lnTo>
                  <a:lnTo>
                    <a:pt x="24808" y="5776"/>
                  </a:lnTo>
                  <a:lnTo>
                    <a:pt x="23524" y="5976"/>
                  </a:lnTo>
                  <a:lnTo>
                    <a:pt x="22221" y="6157"/>
                  </a:lnTo>
                  <a:lnTo>
                    <a:pt x="21539" y="6217"/>
                  </a:lnTo>
                  <a:lnTo>
                    <a:pt x="20877" y="6277"/>
                  </a:lnTo>
                  <a:lnTo>
                    <a:pt x="20195" y="6337"/>
                  </a:lnTo>
                  <a:lnTo>
                    <a:pt x="19514" y="6357"/>
                  </a:lnTo>
                  <a:lnTo>
                    <a:pt x="18792" y="6378"/>
                  </a:lnTo>
                  <a:lnTo>
                    <a:pt x="18070" y="6378"/>
                  </a:lnTo>
                  <a:lnTo>
                    <a:pt x="17328" y="6357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42"/>
                  </a:lnTo>
                  <a:lnTo>
                    <a:pt x="24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8540;p42">
              <a:extLst>
                <a:ext uri="{FF2B5EF4-FFF2-40B4-BE49-F238E27FC236}">
                  <a16:creationId xmlns:a16="http://schemas.microsoft.com/office/drawing/2014/main" id="{20ECC015-64F9-A114-3EFC-FC195049A786}"/>
                </a:ext>
              </a:extLst>
            </p:cNvPr>
            <p:cNvSpPr/>
            <p:nvPr/>
          </p:nvSpPr>
          <p:spPr>
            <a:xfrm>
              <a:off x="11246025" y="4817763"/>
              <a:ext cx="920525" cy="297325"/>
            </a:xfrm>
            <a:custGeom>
              <a:avLst/>
              <a:gdLst/>
              <a:ahLst/>
              <a:cxnLst/>
              <a:rect l="l" t="t" r="r" b="b"/>
              <a:pathLst>
                <a:path w="36821" h="11893" fill="none" extrusionOk="0">
                  <a:moveTo>
                    <a:pt x="36259" y="6899"/>
                  </a:moveTo>
                  <a:lnTo>
                    <a:pt x="36259" y="6899"/>
                  </a:lnTo>
                  <a:lnTo>
                    <a:pt x="36139" y="7420"/>
                  </a:lnTo>
                  <a:lnTo>
                    <a:pt x="36059" y="7661"/>
                  </a:lnTo>
                  <a:lnTo>
                    <a:pt x="35978" y="7841"/>
                  </a:lnTo>
                  <a:lnTo>
                    <a:pt x="35898" y="8022"/>
                  </a:lnTo>
                  <a:lnTo>
                    <a:pt x="35818" y="8142"/>
                  </a:lnTo>
                  <a:lnTo>
                    <a:pt x="35738" y="8243"/>
                  </a:lnTo>
                  <a:lnTo>
                    <a:pt x="35637" y="8303"/>
                  </a:lnTo>
                  <a:lnTo>
                    <a:pt x="35637" y="8303"/>
                  </a:lnTo>
                  <a:lnTo>
                    <a:pt x="34956" y="8563"/>
                  </a:lnTo>
                  <a:lnTo>
                    <a:pt x="34334" y="8784"/>
                  </a:lnTo>
                  <a:lnTo>
                    <a:pt x="33572" y="9065"/>
                  </a:lnTo>
                  <a:lnTo>
                    <a:pt x="32649" y="9386"/>
                  </a:lnTo>
                  <a:lnTo>
                    <a:pt x="31586" y="9707"/>
                  </a:lnTo>
                  <a:lnTo>
                    <a:pt x="30403" y="10047"/>
                  </a:lnTo>
                  <a:lnTo>
                    <a:pt x="29120" y="10408"/>
                  </a:lnTo>
                  <a:lnTo>
                    <a:pt x="27736" y="10749"/>
                  </a:lnTo>
                  <a:lnTo>
                    <a:pt x="26272" y="11050"/>
                  </a:lnTo>
                  <a:lnTo>
                    <a:pt x="25510" y="11191"/>
                  </a:lnTo>
                  <a:lnTo>
                    <a:pt x="24728" y="11331"/>
                  </a:lnTo>
                  <a:lnTo>
                    <a:pt x="23946" y="11451"/>
                  </a:lnTo>
                  <a:lnTo>
                    <a:pt x="23143" y="11572"/>
                  </a:lnTo>
                  <a:lnTo>
                    <a:pt x="22321" y="11672"/>
                  </a:lnTo>
                  <a:lnTo>
                    <a:pt x="21499" y="11752"/>
                  </a:lnTo>
                  <a:lnTo>
                    <a:pt x="20677" y="11812"/>
                  </a:lnTo>
                  <a:lnTo>
                    <a:pt x="19834" y="11872"/>
                  </a:lnTo>
                  <a:lnTo>
                    <a:pt x="18992" y="11893"/>
                  </a:lnTo>
                  <a:lnTo>
                    <a:pt x="18150" y="11893"/>
                  </a:lnTo>
                  <a:lnTo>
                    <a:pt x="17308" y="11872"/>
                  </a:lnTo>
                  <a:lnTo>
                    <a:pt x="16445" y="11832"/>
                  </a:lnTo>
                  <a:lnTo>
                    <a:pt x="16445" y="11832"/>
                  </a:lnTo>
                  <a:lnTo>
                    <a:pt x="15021" y="11732"/>
                  </a:lnTo>
                  <a:lnTo>
                    <a:pt x="13618" y="11572"/>
                  </a:lnTo>
                  <a:lnTo>
                    <a:pt x="12274" y="11391"/>
                  </a:lnTo>
                  <a:lnTo>
                    <a:pt x="10970" y="11191"/>
                  </a:lnTo>
                  <a:lnTo>
                    <a:pt x="9747" y="10950"/>
                  </a:lnTo>
                  <a:lnTo>
                    <a:pt x="8584" y="10709"/>
                  </a:lnTo>
                  <a:lnTo>
                    <a:pt x="7481" y="10449"/>
                  </a:lnTo>
                  <a:lnTo>
                    <a:pt x="6478" y="10188"/>
                  </a:lnTo>
                  <a:lnTo>
                    <a:pt x="5536" y="9927"/>
                  </a:lnTo>
                  <a:lnTo>
                    <a:pt x="4693" y="9666"/>
                  </a:lnTo>
                  <a:lnTo>
                    <a:pt x="3951" y="9426"/>
                  </a:lnTo>
                  <a:lnTo>
                    <a:pt x="3310" y="9205"/>
                  </a:lnTo>
                  <a:lnTo>
                    <a:pt x="2768" y="9005"/>
                  </a:lnTo>
                  <a:lnTo>
                    <a:pt x="2347" y="8824"/>
                  </a:lnTo>
                  <a:lnTo>
                    <a:pt x="2046" y="8684"/>
                  </a:lnTo>
                  <a:lnTo>
                    <a:pt x="1866" y="8584"/>
                  </a:lnTo>
                  <a:lnTo>
                    <a:pt x="1866" y="8584"/>
                  </a:lnTo>
                  <a:lnTo>
                    <a:pt x="1805" y="8523"/>
                  </a:lnTo>
                  <a:lnTo>
                    <a:pt x="1745" y="8443"/>
                  </a:lnTo>
                  <a:lnTo>
                    <a:pt x="1625" y="8223"/>
                  </a:lnTo>
                  <a:lnTo>
                    <a:pt x="1485" y="7922"/>
                  </a:lnTo>
                  <a:lnTo>
                    <a:pt x="1344" y="7541"/>
                  </a:lnTo>
                  <a:lnTo>
                    <a:pt x="1204" y="7120"/>
                  </a:lnTo>
                  <a:lnTo>
                    <a:pt x="1063" y="6658"/>
                  </a:lnTo>
                  <a:lnTo>
                    <a:pt x="783" y="5656"/>
                  </a:lnTo>
                  <a:lnTo>
                    <a:pt x="522" y="4633"/>
                  </a:lnTo>
                  <a:lnTo>
                    <a:pt x="301" y="3710"/>
                  </a:lnTo>
                  <a:lnTo>
                    <a:pt x="21" y="2467"/>
                  </a:lnTo>
                  <a:lnTo>
                    <a:pt x="21" y="2467"/>
                  </a:lnTo>
                  <a:lnTo>
                    <a:pt x="1" y="2367"/>
                  </a:lnTo>
                  <a:lnTo>
                    <a:pt x="21" y="2266"/>
                  </a:lnTo>
                  <a:lnTo>
                    <a:pt x="61" y="2146"/>
                  </a:lnTo>
                  <a:lnTo>
                    <a:pt x="121" y="2026"/>
                  </a:lnTo>
                  <a:lnTo>
                    <a:pt x="201" y="1885"/>
                  </a:lnTo>
                  <a:lnTo>
                    <a:pt x="321" y="1745"/>
                  </a:lnTo>
                  <a:lnTo>
                    <a:pt x="602" y="1444"/>
                  </a:lnTo>
                  <a:lnTo>
                    <a:pt x="963" y="1103"/>
                  </a:lnTo>
                  <a:lnTo>
                    <a:pt x="1384" y="742"/>
                  </a:lnTo>
                  <a:lnTo>
                    <a:pt x="1886" y="381"/>
                  </a:lnTo>
                  <a:lnTo>
                    <a:pt x="2467" y="0"/>
                  </a:lnTo>
                  <a:lnTo>
                    <a:pt x="2467" y="0"/>
                  </a:lnTo>
                  <a:lnTo>
                    <a:pt x="2588" y="542"/>
                  </a:lnTo>
                  <a:lnTo>
                    <a:pt x="2688" y="1103"/>
                  </a:lnTo>
                  <a:lnTo>
                    <a:pt x="2828" y="2126"/>
                  </a:lnTo>
                  <a:lnTo>
                    <a:pt x="2908" y="2547"/>
                  </a:lnTo>
                  <a:lnTo>
                    <a:pt x="2989" y="2908"/>
                  </a:lnTo>
                  <a:lnTo>
                    <a:pt x="3029" y="3048"/>
                  </a:lnTo>
                  <a:lnTo>
                    <a:pt x="3069" y="3169"/>
                  </a:lnTo>
                  <a:lnTo>
                    <a:pt x="3109" y="3269"/>
                  </a:lnTo>
                  <a:lnTo>
                    <a:pt x="3169" y="3329"/>
                  </a:lnTo>
                  <a:lnTo>
                    <a:pt x="3169" y="3329"/>
                  </a:lnTo>
                  <a:lnTo>
                    <a:pt x="3350" y="3429"/>
                  </a:lnTo>
                  <a:lnTo>
                    <a:pt x="3610" y="3550"/>
                  </a:lnTo>
                  <a:lnTo>
                    <a:pt x="4011" y="3730"/>
                  </a:lnTo>
                  <a:lnTo>
                    <a:pt x="4513" y="3911"/>
                  </a:lnTo>
                  <a:lnTo>
                    <a:pt x="5094" y="4111"/>
                  </a:lnTo>
                  <a:lnTo>
                    <a:pt x="5776" y="4332"/>
                  </a:lnTo>
                  <a:lnTo>
                    <a:pt x="6558" y="4573"/>
                  </a:lnTo>
                  <a:lnTo>
                    <a:pt x="7421" y="4813"/>
                  </a:lnTo>
                  <a:lnTo>
                    <a:pt x="8343" y="5054"/>
                  </a:lnTo>
                  <a:lnTo>
                    <a:pt x="9346" y="5295"/>
                  </a:lnTo>
                  <a:lnTo>
                    <a:pt x="10429" y="5515"/>
                  </a:lnTo>
                  <a:lnTo>
                    <a:pt x="11572" y="5736"/>
                  </a:lnTo>
                  <a:lnTo>
                    <a:pt x="12755" y="5916"/>
                  </a:lnTo>
                  <a:lnTo>
                    <a:pt x="13999" y="6097"/>
                  </a:lnTo>
                  <a:lnTo>
                    <a:pt x="15282" y="6217"/>
                  </a:lnTo>
                  <a:lnTo>
                    <a:pt x="16606" y="6337"/>
                  </a:lnTo>
                  <a:lnTo>
                    <a:pt x="16606" y="6337"/>
                  </a:lnTo>
                  <a:lnTo>
                    <a:pt x="17328" y="6357"/>
                  </a:lnTo>
                  <a:lnTo>
                    <a:pt x="18070" y="6378"/>
                  </a:lnTo>
                  <a:lnTo>
                    <a:pt x="18792" y="6378"/>
                  </a:lnTo>
                  <a:lnTo>
                    <a:pt x="19514" y="6357"/>
                  </a:lnTo>
                  <a:lnTo>
                    <a:pt x="19514" y="6357"/>
                  </a:lnTo>
                  <a:lnTo>
                    <a:pt x="20195" y="6337"/>
                  </a:lnTo>
                  <a:lnTo>
                    <a:pt x="20877" y="6277"/>
                  </a:lnTo>
                  <a:lnTo>
                    <a:pt x="21539" y="6217"/>
                  </a:lnTo>
                  <a:lnTo>
                    <a:pt x="22221" y="6157"/>
                  </a:lnTo>
                  <a:lnTo>
                    <a:pt x="23524" y="5976"/>
                  </a:lnTo>
                  <a:lnTo>
                    <a:pt x="24808" y="5776"/>
                  </a:lnTo>
                  <a:lnTo>
                    <a:pt x="26031" y="5535"/>
                  </a:lnTo>
                  <a:lnTo>
                    <a:pt x="27215" y="5275"/>
                  </a:lnTo>
                  <a:lnTo>
                    <a:pt x="28338" y="4994"/>
                  </a:lnTo>
                  <a:lnTo>
                    <a:pt x="29380" y="4713"/>
                  </a:lnTo>
                  <a:lnTo>
                    <a:pt x="30363" y="4432"/>
                  </a:lnTo>
                  <a:lnTo>
                    <a:pt x="31245" y="4151"/>
                  </a:lnTo>
                  <a:lnTo>
                    <a:pt x="32028" y="3891"/>
                  </a:lnTo>
                  <a:lnTo>
                    <a:pt x="32729" y="3650"/>
                  </a:lnTo>
                  <a:lnTo>
                    <a:pt x="33752" y="3269"/>
                  </a:lnTo>
                  <a:lnTo>
                    <a:pt x="34294" y="3069"/>
                  </a:lnTo>
                  <a:lnTo>
                    <a:pt x="34294" y="3069"/>
                  </a:lnTo>
                  <a:lnTo>
                    <a:pt x="34354" y="3028"/>
                  </a:lnTo>
                  <a:lnTo>
                    <a:pt x="34414" y="2968"/>
                  </a:lnTo>
                  <a:lnTo>
                    <a:pt x="34474" y="2868"/>
                  </a:lnTo>
                  <a:lnTo>
                    <a:pt x="34534" y="2748"/>
                  </a:lnTo>
                  <a:lnTo>
                    <a:pt x="34635" y="2467"/>
                  </a:lnTo>
                  <a:lnTo>
                    <a:pt x="34735" y="2086"/>
                  </a:lnTo>
                  <a:lnTo>
                    <a:pt x="34815" y="1665"/>
                  </a:lnTo>
                  <a:lnTo>
                    <a:pt x="34895" y="1183"/>
                  </a:lnTo>
                  <a:lnTo>
                    <a:pt x="35036" y="161"/>
                  </a:lnTo>
                  <a:lnTo>
                    <a:pt x="35036" y="161"/>
                  </a:lnTo>
                  <a:lnTo>
                    <a:pt x="35678" y="622"/>
                  </a:lnTo>
                  <a:lnTo>
                    <a:pt x="36179" y="1023"/>
                  </a:lnTo>
                  <a:lnTo>
                    <a:pt x="36540" y="1344"/>
                  </a:lnTo>
                  <a:lnTo>
                    <a:pt x="36660" y="1464"/>
                  </a:lnTo>
                  <a:lnTo>
                    <a:pt x="36740" y="1544"/>
                  </a:lnTo>
                  <a:lnTo>
                    <a:pt x="36740" y="1544"/>
                  </a:lnTo>
                  <a:lnTo>
                    <a:pt x="36760" y="1645"/>
                  </a:lnTo>
                  <a:lnTo>
                    <a:pt x="36801" y="1785"/>
                  </a:lnTo>
                  <a:lnTo>
                    <a:pt x="36821" y="2246"/>
                  </a:lnTo>
                  <a:lnTo>
                    <a:pt x="36801" y="2888"/>
                  </a:lnTo>
                  <a:lnTo>
                    <a:pt x="36760" y="3630"/>
                  </a:lnTo>
                  <a:lnTo>
                    <a:pt x="36680" y="4472"/>
                  </a:lnTo>
                  <a:lnTo>
                    <a:pt x="36560" y="5315"/>
                  </a:lnTo>
                  <a:lnTo>
                    <a:pt x="36420" y="6137"/>
                  </a:lnTo>
                  <a:lnTo>
                    <a:pt x="36259" y="689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42">
              <a:extLst>
                <a:ext uri="{FF2B5EF4-FFF2-40B4-BE49-F238E27FC236}">
                  <a16:creationId xmlns:a16="http://schemas.microsoft.com/office/drawing/2014/main" id="{0D725E0A-1DD7-BB62-5A78-33C85E7CCCBA}"/>
                </a:ext>
              </a:extLst>
            </p:cNvPr>
            <p:cNvSpPr/>
            <p:nvPr/>
          </p:nvSpPr>
          <p:spPr>
            <a:xfrm>
              <a:off x="11246025" y="4817763"/>
              <a:ext cx="906500" cy="297325"/>
            </a:xfrm>
            <a:custGeom>
              <a:avLst/>
              <a:gdLst/>
              <a:ahLst/>
              <a:cxnLst/>
              <a:rect l="l" t="t" r="r" b="b"/>
              <a:pathLst>
                <a:path w="36260" h="11893" extrusionOk="0">
                  <a:moveTo>
                    <a:pt x="2467" y="0"/>
                  </a:moveTo>
                  <a:lnTo>
                    <a:pt x="1926" y="361"/>
                  </a:lnTo>
                  <a:lnTo>
                    <a:pt x="1445" y="722"/>
                  </a:lnTo>
                  <a:lnTo>
                    <a:pt x="1023" y="1043"/>
                  </a:lnTo>
                  <a:lnTo>
                    <a:pt x="662" y="1364"/>
                  </a:lnTo>
                  <a:lnTo>
                    <a:pt x="382" y="1665"/>
                  </a:lnTo>
                  <a:lnTo>
                    <a:pt x="181" y="1925"/>
                  </a:lnTo>
                  <a:lnTo>
                    <a:pt x="101" y="2066"/>
                  </a:lnTo>
                  <a:lnTo>
                    <a:pt x="41" y="2186"/>
                  </a:lnTo>
                  <a:lnTo>
                    <a:pt x="21" y="2286"/>
                  </a:lnTo>
                  <a:lnTo>
                    <a:pt x="1" y="238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7408" y="11872"/>
                  </a:lnTo>
                  <a:lnTo>
                    <a:pt x="18350" y="11893"/>
                  </a:lnTo>
                  <a:lnTo>
                    <a:pt x="19133" y="11893"/>
                  </a:lnTo>
                  <a:lnTo>
                    <a:pt x="19915" y="11852"/>
                  </a:lnTo>
                  <a:lnTo>
                    <a:pt x="20697" y="11812"/>
                  </a:lnTo>
                  <a:lnTo>
                    <a:pt x="21479" y="11752"/>
                  </a:lnTo>
                  <a:lnTo>
                    <a:pt x="22241" y="11672"/>
                  </a:lnTo>
                  <a:lnTo>
                    <a:pt x="23003" y="11592"/>
                  </a:lnTo>
                  <a:lnTo>
                    <a:pt x="23745" y="11491"/>
                  </a:lnTo>
                  <a:lnTo>
                    <a:pt x="24487" y="11371"/>
                  </a:lnTo>
                  <a:lnTo>
                    <a:pt x="25931" y="11130"/>
                  </a:lnTo>
                  <a:lnTo>
                    <a:pt x="27315" y="10830"/>
                  </a:lnTo>
                  <a:lnTo>
                    <a:pt x="28618" y="10529"/>
                  </a:lnTo>
                  <a:lnTo>
                    <a:pt x="29862" y="10208"/>
                  </a:lnTo>
                  <a:lnTo>
                    <a:pt x="31005" y="9887"/>
                  </a:lnTo>
                  <a:lnTo>
                    <a:pt x="32048" y="9566"/>
                  </a:lnTo>
                  <a:lnTo>
                    <a:pt x="32990" y="9265"/>
                  </a:lnTo>
                  <a:lnTo>
                    <a:pt x="33792" y="8985"/>
                  </a:lnTo>
                  <a:lnTo>
                    <a:pt x="35016" y="854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5016" y="7340"/>
                  </a:lnTo>
                  <a:lnTo>
                    <a:pt x="33752" y="7741"/>
                  </a:lnTo>
                  <a:lnTo>
                    <a:pt x="32469" y="8142"/>
                  </a:lnTo>
                  <a:lnTo>
                    <a:pt x="31205" y="8503"/>
                  </a:lnTo>
                  <a:lnTo>
                    <a:pt x="29922" y="8844"/>
                  </a:lnTo>
                  <a:lnTo>
                    <a:pt x="28618" y="9145"/>
                  </a:lnTo>
                  <a:lnTo>
                    <a:pt x="27335" y="9406"/>
                  </a:lnTo>
                  <a:lnTo>
                    <a:pt x="26031" y="9646"/>
                  </a:lnTo>
                  <a:lnTo>
                    <a:pt x="24728" y="9847"/>
                  </a:lnTo>
                  <a:lnTo>
                    <a:pt x="23404" y="10007"/>
                  </a:lnTo>
                  <a:lnTo>
                    <a:pt x="22742" y="10088"/>
                  </a:lnTo>
                  <a:lnTo>
                    <a:pt x="22081" y="10128"/>
                  </a:lnTo>
                  <a:lnTo>
                    <a:pt x="21419" y="10168"/>
                  </a:lnTo>
                  <a:lnTo>
                    <a:pt x="20737" y="10188"/>
                  </a:lnTo>
                  <a:lnTo>
                    <a:pt x="20035" y="10168"/>
                  </a:lnTo>
                  <a:lnTo>
                    <a:pt x="19333" y="10128"/>
                  </a:lnTo>
                  <a:lnTo>
                    <a:pt x="18631" y="10027"/>
                  </a:lnTo>
                  <a:lnTo>
                    <a:pt x="17929" y="9907"/>
                  </a:lnTo>
                  <a:lnTo>
                    <a:pt x="17649" y="9847"/>
                  </a:lnTo>
                  <a:lnTo>
                    <a:pt x="17348" y="9747"/>
                  </a:lnTo>
                  <a:lnTo>
                    <a:pt x="17047" y="9606"/>
                  </a:lnTo>
                  <a:lnTo>
                    <a:pt x="16786" y="9466"/>
                  </a:lnTo>
                  <a:lnTo>
                    <a:pt x="16525" y="9305"/>
                  </a:lnTo>
                  <a:lnTo>
                    <a:pt x="16305" y="9105"/>
                  </a:lnTo>
                  <a:lnTo>
                    <a:pt x="16225" y="9005"/>
                  </a:lnTo>
                  <a:lnTo>
                    <a:pt x="16144" y="8904"/>
                  </a:lnTo>
                  <a:lnTo>
                    <a:pt x="16084" y="8784"/>
                  </a:lnTo>
                  <a:lnTo>
                    <a:pt x="16044" y="8684"/>
                  </a:lnTo>
                  <a:lnTo>
                    <a:pt x="16024" y="8563"/>
                  </a:lnTo>
                  <a:lnTo>
                    <a:pt x="16004" y="8443"/>
                  </a:lnTo>
                  <a:lnTo>
                    <a:pt x="16024" y="8323"/>
                  </a:lnTo>
                  <a:lnTo>
                    <a:pt x="16064" y="8202"/>
                  </a:lnTo>
                  <a:lnTo>
                    <a:pt x="16124" y="8062"/>
                  </a:lnTo>
                  <a:lnTo>
                    <a:pt x="16205" y="7942"/>
                  </a:lnTo>
                  <a:lnTo>
                    <a:pt x="16325" y="7801"/>
                  </a:lnTo>
                  <a:lnTo>
                    <a:pt x="16465" y="7681"/>
                  </a:lnTo>
                  <a:lnTo>
                    <a:pt x="16646" y="7541"/>
                  </a:lnTo>
                  <a:lnTo>
                    <a:pt x="16846" y="7400"/>
                  </a:lnTo>
                  <a:lnTo>
                    <a:pt x="17067" y="7260"/>
                  </a:lnTo>
                  <a:lnTo>
                    <a:pt x="17348" y="7140"/>
                  </a:lnTo>
                  <a:lnTo>
                    <a:pt x="17649" y="6999"/>
                  </a:lnTo>
                  <a:lnTo>
                    <a:pt x="17989" y="6859"/>
                  </a:lnTo>
                  <a:lnTo>
                    <a:pt x="18350" y="6718"/>
                  </a:lnTo>
                  <a:lnTo>
                    <a:pt x="18772" y="6578"/>
                  </a:lnTo>
                  <a:lnTo>
                    <a:pt x="19514" y="6357"/>
                  </a:lnTo>
                  <a:lnTo>
                    <a:pt x="18912" y="6378"/>
                  </a:lnTo>
                  <a:lnTo>
                    <a:pt x="17448" y="6378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62"/>
                  </a:lnTo>
                  <a:lnTo>
                    <a:pt x="246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42">
              <a:extLst>
                <a:ext uri="{FF2B5EF4-FFF2-40B4-BE49-F238E27FC236}">
                  <a16:creationId xmlns:a16="http://schemas.microsoft.com/office/drawing/2014/main" id="{30289484-D9EC-2A23-0A80-1CACEF1772DE}"/>
                </a:ext>
              </a:extLst>
            </p:cNvPr>
            <p:cNvSpPr/>
            <p:nvPr/>
          </p:nvSpPr>
          <p:spPr>
            <a:xfrm>
              <a:off x="11246025" y="4817763"/>
              <a:ext cx="906500" cy="297325"/>
            </a:xfrm>
            <a:custGeom>
              <a:avLst/>
              <a:gdLst/>
              <a:ahLst/>
              <a:cxnLst/>
              <a:rect l="l" t="t" r="r" b="b"/>
              <a:pathLst>
                <a:path w="36260" h="11893" fill="none" extrusionOk="0">
                  <a:moveTo>
                    <a:pt x="2467" y="0"/>
                  </a:moveTo>
                  <a:lnTo>
                    <a:pt x="2467" y="0"/>
                  </a:lnTo>
                  <a:lnTo>
                    <a:pt x="1926" y="361"/>
                  </a:lnTo>
                  <a:lnTo>
                    <a:pt x="1445" y="722"/>
                  </a:lnTo>
                  <a:lnTo>
                    <a:pt x="1023" y="1043"/>
                  </a:lnTo>
                  <a:lnTo>
                    <a:pt x="662" y="1364"/>
                  </a:lnTo>
                  <a:lnTo>
                    <a:pt x="382" y="1665"/>
                  </a:lnTo>
                  <a:lnTo>
                    <a:pt x="181" y="1925"/>
                  </a:lnTo>
                  <a:lnTo>
                    <a:pt x="101" y="2066"/>
                  </a:lnTo>
                  <a:lnTo>
                    <a:pt x="41" y="2186"/>
                  </a:lnTo>
                  <a:lnTo>
                    <a:pt x="21" y="2286"/>
                  </a:lnTo>
                  <a:lnTo>
                    <a:pt x="1" y="2387"/>
                  </a:lnTo>
                  <a:lnTo>
                    <a:pt x="1" y="2387"/>
                  </a:lnTo>
                  <a:lnTo>
                    <a:pt x="21" y="246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6445" y="11832"/>
                  </a:lnTo>
                  <a:lnTo>
                    <a:pt x="17408" y="11872"/>
                  </a:lnTo>
                  <a:lnTo>
                    <a:pt x="18350" y="11893"/>
                  </a:lnTo>
                  <a:lnTo>
                    <a:pt x="18350" y="11893"/>
                  </a:lnTo>
                  <a:lnTo>
                    <a:pt x="19133" y="11893"/>
                  </a:lnTo>
                  <a:lnTo>
                    <a:pt x="19915" y="11852"/>
                  </a:lnTo>
                  <a:lnTo>
                    <a:pt x="20697" y="11812"/>
                  </a:lnTo>
                  <a:lnTo>
                    <a:pt x="21479" y="11752"/>
                  </a:lnTo>
                  <a:lnTo>
                    <a:pt x="22241" y="11672"/>
                  </a:lnTo>
                  <a:lnTo>
                    <a:pt x="23003" y="11592"/>
                  </a:lnTo>
                  <a:lnTo>
                    <a:pt x="23745" y="11491"/>
                  </a:lnTo>
                  <a:lnTo>
                    <a:pt x="24487" y="11371"/>
                  </a:lnTo>
                  <a:lnTo>
                    <a:pt x="25931" y="11130"/>
                  </a:lnTo>
                  <a:lnTo>
                    <a:pt x="27315" y="10830"/>
                  </a:lnTo>
                  <a:lnTo>
                    <a:pt x="28618" y="10529"/>
                  </a:lnTo>
                  <a:lnTo>
                    <a:pt x="29862" y="10208"/>
                  </a:lnTo>
                  <a:lnTo>
                    <a:pt x="31005" y="9887"/>
                  </a:lnTo>
                  <a:lnTo>
                    <a:pt x="32048" y="9566"/>
                  </a:lnTo>
                  <a:lnTo>
                    <a:pt x="32990" y="9265"/>
                  </a:lnTo>
                  <a:lnTo>
                    <a:pt x="33792" y="8985"/>
                  </a:lnTo>
                  <a:lnTo>
                    <a:pt x="35016" y="8543"/>
                  </a:lnTo>
                  <a:lnTo>
                    <a:pt x="35637" y="830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6259" y="6899"/>
                  </a:lnTo>
                  <a:lnTo>
                    <a:pt x="35016" y="7340"/>
                  </a:lnTo>
                  <a:lnTo>
                    <a:pt x="33752" y="7741"/>
                  </a:lnTo>
                  <a:lnTo>
                    <a:pt x="32469" y="8142"/>
                  </a:lnTo>
                  <a:lnTo>
                    <a:pt x="31205" y="8503"/>
                  </a:lnTo>
                  <a:lnTo>
                    <a:pt x="29922" y="8844"/>
                  </a:lnTo>
                  <a:lnTo>
                    <a:pt x="28618" y="9145"/>
                  </a:lnTo>
                  <a:lnTo>
                    <a:pt x="27335" y="9406"/>
                  </a:lnTo>
                  <a:lnTo>
                    <a:pt x="26031" y="9646"/>
                  </a:lnTo>
                  <a:lnTo>
                    <a:pt x="26031" y="9646"/>
                  </a:lnTo>
                  <a:lnTo>
                    <a:pt x="24728" y="9847"/>
                  </a:lnTo>
                  <a:lnTo>
                    <a:pt x="23404" y="10007"/>
                  </a:lnTo>
                  <a:lnTo>
                    <a:pt x="22742" y="10088"/>
                  </a:lnTo>
                  <a:lnTo>
                    <a:pt x="22081" y="10128"/>
                  </a:lnTo>
                  <a:lnTo>
                    <a:pt x="21419" y="10168"/>
                  </a:lnTo>
                  <a:lnTo>
                    <a:pt x="20737" y="10188"/>
                  </a:lnTo>
                  <a:lnTo>
                    <a:pt x="20737" y="10188"/>
                  </a:lnTo>
                  <a:lnTo>
                    <a:pt x="20035" y="10168"/>
                  </a:lnTo>
                  <a:lnTo>
                    <a:pt x="19333" y="10128"/>
                  </a:lnTo>
                  <a:lnTo>
                    <a:pt x="18631" y="10027"/>
                  </a:lnTo>
                  <a:lnTo>
                    <a:pt x="17929" y="9907"/>
                  </a:lnTo>
                  <a:lnTo>
                    <a:pt x="17929" y="9907"/>
                  </a:lnTo>
                  <a:lnTo>
                    <a:pt x="17649" y="9847"/>
                  </a:lnTo>
                  <a:lnTo>
                    <a:pt x="17348" y="9747"/>
                  </a:lnTo>
                  <a:lnTo>
                    <a:pt x="17047" y="9606"/>
                  </a:lnTo>
                  <a:lnTo>
                    <a:pt x="16786" y="9466"/>
                  </a:lnTo>
                  <a:lnTo>
                    <a:pt x="16525" y="9305"/>
                  </a:lnTo>
                  <a:lnTo>
                    <a:pt x="16305" y="9105"/>
                  </a:lnTo>
                  <a:lnTo>
                    <a:pt x="16225" y="9005"/>
                  </a:lnTo>
                  <a:lnTo>
                    <a:pt x="16144" y="8904"/>
                  </a:lnTo>
                  <a:lnTo>
                    <a:pt x="16084" y="8784"/>
                  </a:lnTo>
                  <a:lnTo>
                    <a:pt x="16044" y="8684"/>
                  </a:lnTo>
                  <a:lnTo>
                    <a:pt x="16024" y="8563"/>
                  </a:lnTo>
                  <a:lnTo>
                    <a:pt x="16004" y="8443"/>
                  </a:lnTo>
                  <a:lnTo>
                    <a:pt x="16024" y="8323"/>
                  </a:lnTo>
                  <a:lnTo>
                    <a:pt x="16064" y="8202"/>
                  </a:lnTo>
                  <a:lnTo>
                    <a:pt x="16124" y="8062"/>
                  </a:lnTo>
                  <a:lnTo>
                    <a:pt x="16205" y="7942"/>
                  </a:lnTo>
                  <a:lnTo>
                    <a:pt x="16325" y="7801"/>
                  </a:lnTo>
                  <a:lnTo>
                    <a:pt x="16465" y="7681"/>
                  </a:lnTo>
                  <a:lnTo>
                    <a:pt x="16646" y="7541"/>
                  </a:lnTo>
                  <a:lnTo>
                    <a:pt x="16846" y="7400"/>
                  </a:lnTo>
                  <a:lnTo>
                    <a:pt x="17067" y="7260"/>
                  </a:lnTo>
                  <a:lnTo>
                    <a:pt x="17348" y="7140"/>
                  </a:lnTo>
                  <a:lnTo>
                    <a:pt x="17649" y="6999"/>
                  </a:lnTo>
                  <a:lnTo>
                    <a:pt x="17989" y="6859"/>
                  </a:lnTo>
                  <a:lnTo>
                    <a:pt x="18350" y="6718"/>
                  </a:lnTo>
                  <a:lnTo>
                    <a:pt x="18772" y="6578"/>
                  </a:lnTo>
                  <a:lnTo>
                    <a:pt x="18772" y="6578"/>
                  </a:lnTo>
                  <a:lnTo>
                    <a:pt x="19514" y="6357"/>
                  </a:lnTo>
                  <a:lnTo>
                    <a:pt x="19514" y="6357"/>
                  </a:lnTo>
                  <a:lnTo>
                    <a:pt x="18912" y="6378"/>
                  </a:lnTo>
                  <a:lnTo>
                    <a:pt x="18310" y="6378"/>
                  </a:lnTo>
                  <a:lnTo>
                    <a:pt x="18310" y="6378"/>
                  </a:lnTo>
                  <a:lnTo>
                    <a:pt x="17448" y="6378"/>
                  </a:lnTo>
                  <a:lnTo>
                    <a:pt x="16606" y="6337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62"/>
                  </a:lnTo>
                  <a:lnTo>
                    <a:pt x="2467" y="0"/>
                  </a:lnTo>
                  <a:lnTo>
                    <a:pt x="2467" y="0"/>
                  </a:lnTo>
                  <a:lnTo>
                    <a:pt x="246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42">
              <a:extLst>
                <a:ext uri="{FF2B5EF4-FFF2-40B4-BE49-F238E27FC236}">
                  <a16:creationId xmlns:a16="http://schemas.microsoft.com/office/drawing/2014/main" id="{679DC205-B137-9D2C-E584-536E6BA9E571}"/>
                </a:ext>
              </a:extLst>
            </p:cNvPr>
            <p:cNvSpPr/>
            <p:nvPr/>
          </p:nvSpPr>
          <p:spPr>
            <a:xfrm>
              <a:off x="11258050" y="4416663"/>
              <a:ext cx="873900" cy="619200"/>
            </a:xfrm>
            <a:custGeom>
              <a:avLst/>
              <a:gdLst/>
              <a:ahLst/>
              <a:cxnLst/>
              <a:rect l="l" t="t" r="r" b="b"/>
              <a:pathLst>
                <a:path w="34956" h="24768" extrusionOk="0">
                  <a:moveTo>
                    <a:pt x="61" y="1"/>
                  </a:moveTo>
                  <a:lnTo>
                    <a:pt x="21" y="41"/>
                  </a:lnTo>
                  <a:lnTo>
                    <a:pt x="1" y="61"/>
                  </a:lnTo>
                  <a:lnTo>
                    <a:pt x="1" y="101"/>
                  </a:lnTo>
                  <a:lnTo>
                    <a:pt x="1" y="141"/>
                  </a:lnTo>
                  <a:lnTo>
                    <a:pt x="282" y="823"/>
                  </a:lnTo>
                  <a:lnTo>
                    <a:pt x="542" y="1505"/>
                  </a:lnTo>
                  <a:lnTo>
                    <a:pt x="783" y="2186"/>
                  </a:lnTo>
                  <a:lnTo>
                    <a:pt x="1024" y="2888"/>
                  </a:lnTo>
                  <a:lnTo>
                    <a:pt x="1224" y="3590"/>
                  </a:lnTo>
                  <a:lnTo>
                    <a:pt x="1425" y="4292"/>
                  </a:lnTo>
                  <a:lnTo>
                    <a:pt x="1806" y="5696"/>
                  </a:lnTo>
                  <a:lnTo>
                    <a:pt x="2528" y="8524"/>
                  </a:lnTo>
                  <a:lnTo>
                    <a:pt x="2909" y="9948"/>
                  </a:lnTo>
                  <a:lnTo>
                    <a:pt x="3310" y="11351"/>
                  </a:lnTo>
                  <a:lnTo>
                    <a:pt x="3831" y="12936"/>
                  </a:lnTo>
                  <a:lnTo>
                    <a:pt x="4453" y="14741"/>
                  </a:lnTo>
                  <a:lnTo>
                    <a:pt x="5135" y="16646"/>
                  </a:lnTo>
                  <a:lnTo>
                    <a:pt x="5817" y="18491"/>
                  </a:lnTo>
                  <a:lnTo>
                    <a:pt x="6960" y="21539"/>
                  </a:lnTo>
                  <a:lnTo>
                    <a:pt x="7441" y="22823"/>
                  </a:lnTo>
                  <a:lnTo>
                    <a:pt x="7461" y="22903"/>
                  </a:lnTo>
                  <a:lnTo>
                    <a:pt x="7501" y="22983"/>
                  </a:lnTo>
                  <a:lnTo>
                    <a:pt x="7561" y="23023"/>
                  </a:lnTo>
                  <a:lnTo>
                    <a:pt x="7722" y="23023"/>
                  </a:lnTo>
                  <a:lnTo>
                    <a:pt x="7802" y="22983"/>
                  </a:lnTo>
                  <a:lnTo>
                    <a:pt x="7862" y="22923"/>
                  </a:lnTo>
                  <a:lnTo>
                    <a:pt x="7882" y="22823"/>
                  </a:lnTo>
                  <a:lnTo>
                    <a:pt x="8584" y="17929"/>
                  </a:lnTo>
                  <a:lnTo>
                    <a:pt x="9286" y="13036"/>
                  </a:lnTo>
                  <a:lnTo>
                    <a:pt x="10028" y="8143"/>
                  </a:lnTo>
                  <a:lnTo>
                    <a:pt x="10409" y="5696"/>
                  </a:lnTo>
                  <a:lnTo>
                    <a:pt x="10810" y="3249"/>
                  </a:lnTo>
                  <a:lnTo>
                    <a:pt x="10951" y="3891"/>
                  </a:lnTo>
                  <a:lnTo>
                    <a:pt x="11131" y="4513"/>
                  </a:lnTo>
                  <a:lnTo>
                    <a:pt x="11332" y="5134"/>
                  </a:lnTo>
                  <a:lnTo>
                    <a:pt x="11532" y="5776"/>
                  </a:lnTo>
                  <a:lnTo>
                    <a:pt x="11973" y="7020"/>
                  </a:lnTo>
                  <a:lnTo>
                    <a:pt x="12395" y="8243"/>
                  </a:lnTo>
                  <a:lnTo>
                    <a:pt x="13337" y="11031"/>
                  </a:lnTo>
                  <a:lnTo>
                    <a:pt x="14280" y="13818"/>
                  </a:lnTo>
                  <a:lnTo>
                    <a:pt x="15202" y="16485"/>
                  </a:lnTo>
                  <a:lnTo>
                    <a:pt x="16125" y="19133"/>
                  </a:lnTo>
                  <a:lnTo>
                    <a:pt x="17107" y="21780"/>
                  </a:lnTo>
                  <a:lnTo>
                    <a:pt x="18110" y="24427"/>
                  </a:lnTo>
                  <a:lnTo>
                    <a:pt x="18190" y="24527"/>
                  </a:lnTo>
                  <a:lnTo>
                    <a:pt x="18331" y="24688"/>
                  </a:lnTo>
                  <a:lnTo>
                    <a:pt x="18411" y="24748"/>
                  </a:lnTo>
                  <a:lnTo>
                    <a:pt x="18491" y="24768"/>
                  </a:lnTo>
                  <a:lnTo>
                    <a:pt x="18551" y="24768"/>
                  </a:lnTo>
                  <a:lnTo>
                    <a:pt x="18571" y="24748"/>
                  </a:lnTo>
                  <a:lnTo>
                    <a:pt x="18591" y="24728"/>
                  </a:lnTo>
                  <a:lnTo>
                    <a:pt x="19875" y="19173"/>
                  </a:lnTo>
                  <a:lnTo>
                    <a:pt x="20497" y="16405"/>
                  </a:lnTo>
                  <a:lnTo>
                    <a:pt x="21098" y="13618"/>
                  </a:lnTo>
                  <a:lnTo>
                    <a:pt x="21640" y="11111"/>
                  </a:lnTo>
                  <a:lnTo>
                    <a:pt x="22161" y="8604"/>
                  </a:lnTo>
                  <a:lnTo>
                    <a:pt x="22402" y="7340"/>
                  </a:lnTo>
                  <a:lnTo>
                    <a:pt x="22622" y="6077"/>
                  </a:lnTo>
                  <a:lnTo>
                    <a:pt x="22843" y="4814"/>
                  </a:lnTo>
                  <a:lnTo>
                    <a:pt x="23023" y="3530"/>
                  </a:lnTo>
                  <a:lnTo>
                    <a:pt x="23344" y="4774"/>
                  </a:lnTo>
                  <a:lnTo>
                    <a:pt x="23705" y="5997"/>
                  </a:lnTo>
                  <a:lnTo>
                    <a:pt x="24066" y="7240"/>
                  </a:lnTo>
                  <a:lnTo>
                    <a:pt x="24447" y="8464"/>
                  </a:lnTo>
                  <a:lnTo>
                    <a:pt x="25249" y="10890"/>
                  </a:lnTo>
                  <a:lnTo>
                    <a:pt x="26052" y="13317"/>
                  </a:lnTo>
                  <a:lnTo>
                    <a:pt x="26914" y="15924"/>
                  </a:lnTo>
                  <a:lnTo>
                    <a:pt x="27796" y="18491"/>
                  </a:lnTo>
                  <a:lnTo>
                    <a:pt x="28719" y="21078"/>
                  </a:lnTo>
                  <a:lnTo>
                    <a:pt x="29661" y="23645"/>
                  </a:lnTo>
                  <a:lnTo>
                    <a:pt x="29702" y="23685"/>
                  </a:lnTo>
                  <a:lnTo>
                    <a:pt x="29762" y="23745"/>
                  </a:lnTo>
                  <a:lnTo>
                    <a:pt x="29942" y="23885"/>
                  </a:lnTo>
                  <a:lnTo>
                    <a:pt x="30043" y="23926"/>
                  </a:lnTo>
                  <a:lnTo>
                    <a:pt x="30123" y="23946"/>
                  </a:lnTo>
                  <a:lnTo>
                    <a:pt x="30203" y="23926"/>
                  </a:lnTo>
                  <a:lnTo>
                    <a:pt x="30223" y="23906"/>
                  </a:lnTo>
                  <a:lnTo>
                    <a:pt x="30243" y="23865"/>
                  </a:lnTo>
                  <a:lnTo>
                    <a:pt x="30604" y="22401"/>
                  </a:lnTo>
                  <a:lnTo>
                    <a:pt x="30945" y="20917"/>
                  </a:lnTo>
                  <a:lnTo>
                    <a:pt x="31286" y="19433"/>
                  </a:lnTo>
                  <a:lnTo>
                    <a:pt x="31607" y="17949"/>
                  </a:lnTo>
                  <a:lnTo>
                    <a:pt x="32228" y="14981"/>
                  </a:lnTo>
                  <a:lnTo>
                    <a:pt x="32830" y="11993"/>
                  </a:lnTo>
                  <a:lnTo>
                    <a:pt x="33432" y="9125"/>
                  </a:lnTo>
                  <a:lnTo>
                    <a:pt x="34013" y="6217"/>
                  </a:lnTo>
                  <a:lnTo>
                    <a:pt x="34274" y="4774"/>
                  </a:lnTo>
                  <a:lnTo>
                    <a:pt x="34535" y="3330"/>
                  </a:lnTo>
                  <a:lnTo>
                    <a:pt x="34755" y="1866"/>
                  </a:lnTo>
                  <a:lnTo>
                    <a:pt x="34956" y="422"/>
                  </a:lnTo>
                  <a:lnTo>
                    <a:pt x="34956" y="382"/>
                  </a:lnTo>
                  <a:lnTo>
                    <a:pt x="34936" y="362"/>
                  </a:lnTo>
                  <a:lnTo>
                    <a:pt x="34896" y="341"/>
                  </a:lnTo>
                  <a:lnTo>
                    <a:pt x="34836" y="341"/>
                  </a:lnTo>
                  <a:lnTo>
                    <a:pt x="34815" y="362"/>
                  </a:lnTo>
                  <a:lnTo>
                    <a:pt x="34815" y="382"/>
                  </a:lnTo>
                  <a:lnTo>
                    <a:pt x="34475" y="1846"/>
                  </a:lnTo>
                  <a:lnTo>
                    <a:pt x="34174" y="3310"/>
                  </a:lnTo>
                  <a:lnTo>
                    <a:pt x="33893" y="4774"/>
                  </a:lnTo>
                  <a:lnTo>
                    <a:pt x="33612" y="6237"/>
                  </a:lnTo>
                  <a:lnTo>
                    <a:pt x="33051" y="9165"/>
                  </a:lnTo>
                  <a:lnTo>
                    <a:pt x="32770" y="10649"/>
                  </a:lnTo>
                  <a:lnTo>
                    <a:pt x="32489" y="12093"/>
                  </a:lnTo>
                  <a:lnTo>
                    <a:pt x="31867" y="14921"/>
                  </a:lnTo>
                  <a:lnTo>
                    <a:pt x="31246" y="17749"/>
                  </a:lnTo>
                  <a:lnTo>
                    <a:pt x="30624" y="20576"/>
                  </a:lnTo>
                  <a:lnTo>
                    <a:pt x="30002" y="23404"/>
                  </a:lnTo>
                  <a:lnTo>
                    <a:pt x="29080" y="20877"/>
                  </a:lnTo>
                  <a:lnTo>
                    <a:pt x="28177" y="18330"/>
                  </a:lnTo>
                  <a:lnTo>
                    <a:pt x="27295" y="15783"/>
                  </a:lnTo>
                  <a:lnTo>
                    <a:pt x="26433" y="13237"/>
                  </a:lnTo>
                  <a:lnTo>
                    <a:pt x="25410" y="10148"/>
                  </a:lnTo>
                  <a:lnTo>
                    <a:pt x="24327" y="6739"/>
                  </a:lnTo>
                  <a:lnTo>
                    <a:pt x="23124" y="2808"/>
                  </a:lnTo>
                  <a:lnTo>
                    <a:pt x="23104" y="2768"/>
                  </a:lnTo>
                  <a:lnTo>
                    <a:pt x="22983" y="2768"/>
                  </a:lnTo>
                  <a:lnTo>
                    <a:pt x="22883" y="2808"/>
                  </a:lnTo>
                  <a:lnTo>
                    <a:pt x="22863" y="2848"/>
                  </a:lnTo>
                  <a:lnTo>
                    <a:pt x="22843" y="2868"/>
                  </a:lnTo>
                  <a:lnTo>
                    <a:pt x="22622" y="4092"/>
                  </a:lnTo>
                  <a:lnTo>
                    <a:pt x="22041" y="6980"/>
                  </a:lnTo>
                  <a:lnTo>
                    <a:pt x="21319" y="10509"/>
                  </a:lnTo>
                  <a:lnTo>
                    <a:pt x="20637" y="13698"/>
                  </a:lnTo>
                  <a:lnTo>
                    <a:pt x="19554" y="18852"/>
                  </a:lnTo>
                  <a:lnTo>
                    <a:pt x="18992" y="21439"/>
                  </a:lnTo>
                  <a:lnTo>
                    <a:pt x="18411" y="24006"/>
                  </a:lnTo>
                  <a:lnTo>
                    <a:pt x="17428" y="21339"/>
                  </a:lnTo>
                  <a:lnTo>
                    <a:pt x="16446" y="18671"/>
                  </a:lnTo>
                  <a:lnTo>
                    <a:pt x="15503" y="16004"/>
                  </a:lnTo>
                  <a:lnTo>
                    <a:pt x="14580" y="13317"/>
                  </a:lnTo>
                  <a:lnTo>
                    <a:pt x="12756" y="7942"/>
                  </a:lnTo>
                  <a:lnTo>
                    <a:pt x="12334" y="6659"/>
                  </a:lnTo>
                  <a:lnTo>
                    <a:pt x="11893" y="5375"/>
                  </a:lnTo>
                  <a:lnTo>
                    <a:pt x="11673" y="4713"/>
                  </a:lnTo>
                  <a:lnTo>
                    <a:pt x="11432" y="4092"/>
                  </a:lnTo>
                  <a:lnTo>
                    <a:pt x="11171" y="3450"/>
                  </a:lnTo>
                  <a:lnTo>
                    <a:pt x="10890" y="2848"/>
                  </a:lnTo>
                  <a:lnTo>
                    <a:pt x="10850" y="2828"/>
                  </a:lnTo>
                  <a:lnTo>
                    <a:pt x="10770" y="2808"/>
                  </a:lnTo>
                  <a:lnTo>
                    <a:pt x="10690" y="2788"/>
                  </a:lnTo>
                  <a:lnTo>
                    <a:pt x="10670" y="2808"/>
                  </a:lnTo>
                  <a:lnTo>
                    <a:pt x="10650" y="2848"/>
                  </a:lnTo>
                  <a:lnTo>
                    <a:pt x="9808" y="7561"/>
                  </a:lnTo>
                  <a:lnTo>
                    <a:pt x="9386" y="9928"/>
                  </a:lnTo>
                  <a:lnTo>
                    <a:pt x="9005" y="12294"/>
                  </a:lnTo>
                  <a:lnTo>
                    <a:pt x="8624" y="14660"/>
                  </a:lnTo>
                  <a:lnTo>
                    <a:pt x="8263" y="17027"/>
                  </a:lnTo>
                  <a:lnTo>
                    <a:pt x="7902" y="19393"/>
                  </a:lnTo>
                  <a:lnTo>
                    <a:pt x="7581" y="21780"/>
                  </a:lnTo>
                  <a:lnTo>
                    <a:pt x="7100" y="20416"/>
                  </a:lnTo>
                  <a:lnTo>
                    <a:pt x="6599" y="19052"/>
                  </a:lnTo>
                  <a:lnTo>
                    <a:pt x="5596" y="16345"/>
                  </a:lnTo>
                  <a:lnTo>
                    <a:pt x="5095" y="14981"/>
                  </a:lnTo>
                  <a:lnTo>
                    <a:pt x="4613" y="13618"/>
                  </a:lnTo>
                  <a:lnTo>
                    <a:pt x="4152" y="12234"/>
                  </a:lnTo>
                  <a:lnTo>
                    <a:pt x="3711" y="10850"/>
                  </a:lnTo>
                  <a:lnTo>
                    <a:pt x="3310" y="9486"/>
                  </a:lnTo>
                  <a:lnTo>
                    <a:pt x="2929" y="8123"/>
                  </a:lnTo>
                  <a:lnTo>
                    <a:pt x="2528" y="6759"/>
                  </a:lnTo>
                  <a:lnTo>
                    <a:pt x="2127" y="5395"/>
                  </a:lnTo>
                  <a:lnTo>
                    <a:pt x="1706" y="4052"/>
                  </a:lnTo>
                  <a:lnTo>
                    <a:pt x="1244" y="2708"/>
                  </a:lnTo>
                  <a:lnTo>
                    <a:pt x="1004" y="2026"/>
                  </a:lnTo>
                  <a:lnTo>
                    <a:pt x="743" y="1364"/>
                  </a:lnTo>
                  <a:lnTo>
                    <a:pt x="482" y="702"/>
                  </a:lnTo>
                  <a:lnTo>
                    <a:pt x="201" y="61"/>
                  </a:lnTo>
                  <a:lnTo>
                    <a:pt x="161" y="21"/>
                  </a:lnTo>
                  <a:lnTo>
                    <a:pt x="14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42">
              <a:extLst>
                <a:ext uri="{FF2B5EF4-FFF2-40B4-BE49-F238E27FC236}">
                  <a16:creationId xmlns:a16="http://schemas.microsoft.com/office/drawing/2014/main" id="{1B0885AB-56C0-FD91-B7D1-3C7C11347576}"/>
                </a:ext>
              </a:extLst>
            </p:cNvPr>
            <p:cNvSpPr/>
            <p:nvPr/>
          </p:nvSpPr>
          <p:spPr>
            <a:xfrm>
              <a:off x="11241025" y="4391588"/>
              <a:ext cx="49150" cy="49175"/>
            </a:xfrm>
            <a:custGeom>
              <a:avLst/>
              <a:gdLst/>
              <a:ahLst/>
              <a:cxnLst/>
              <a:rect l="l" t="t" r="r" b="b"/>
              <a:pathLst>
                <a:path w="1966" h="1967" extrusionOk="0">
                  <a:moveTo>
                    <a:pt x="822" y="1"/>
                  </a:moveTo>
                  <a:lnTo>
                    <a:pt x="722" y="21"/>
                  </a:lnTo>
                  <a:lnTo>
                    <a:pt x="622" y="61"/>
                  </a:lnTo>
                  <a:lnTo>
                    <a:pt x="521" y="101"/>
                  </a:lnTo>
                  <a:lnTo>
                    <a:pt x="421" y="161"/>
                  </a:lnTo>
                  <a:lnTo>
                    <a:pt x="261" y="302"/>
                  </a:lnTo>
                  <a:lnTo>
                    <a:pt x="140" y="482"/>
                  </a:lnTo>
                  <a:lnTo>
                    <a:pt x="40" y="683"/>
                  </a:lnTo>
                  <a:lnTo>
                    <a:pt x="0" y="883"/>
                  </a:lnTo>
                  <a:lnTo>
                    <a:pt x="0" y="1004"/>
                  </a:lnTo>
                  <a:lnTo>
                    <a:pt x="0" y="1124"/>
                  </a:lnTo>
                  <a:lnTo>
                    <a:pt x="40" y="1284"/>
                  </a:lnTo>
                  <a:lnTo>
                    <a:pt x="100" y="1445"/>
                  </a:lnTo>
                  <a:lnTo>
                    <a:pt x="201" y="1605"/>
                  </a:lnTo>
                  <a:lnTo>
                    <a:pt x="341" y="1725"/>
                  </a:lnTo>
                  <a:lnTo>
                    <a:pt x="501" y="1846"/>
                  </a:lnTo>
                  <a:lnTo>
                    <a:pt x="682" y="1926"/>
                  </a:lnTo>
                  <a:lnTo>
                    <a:pt x="882" y="1966"/>
                  </a:lnTo>
                  <a:lnTo>
                    <a:pt x="1103" y="1966"/>
                  </a:lnTo>
                  <a:lnTo>
                    <a:pt x="1243" y="1946"/>
                  </a:lnTo>
                  <a:lnTo>
                    <a:pt x="1384" y="1906"/>
                  </a:lnTo>
                  <a:lnTo>
                    <a:pt x="1504" y="1846"/>
                  </a:lnTo>
                  <a:lnTo>
                    <a:pt x="1604" y="1766"/>
                  </a:lnTo>
                  <a:lnTo>
                    <a:pt x="1705" y="1665"/>
                  </a:lnTo>
                  <a:lnTo>
                    <a:pt x="1785" y="1565"/>
                  </a:lnTo>
                  <a:lnTo>
                    <a:pt x="1865" y="1445"/>
                  </a:lnTo>
                  <a:lnTo>
                    <a:pt x="1905" y="1304"/>
                  </a:lnTo>
                  <a:lnTo>
                    <a:pt x="1945" y="1204"/>
                  </a:lnTo>
                  <a:lnTo>
                    <a:pt x="1965" y="1084"/>
                  </a:lnTo>
                  <a:lnTo>
                    <a:pt x="1965" y="963"/>
                  </a:lnTo>
                  <a:lnTo>
                    <a:pt x="1965" y="863"/>
                  </a:lnTo>
                  <a:lnTo>
                    <a:pt x="1945" y="743"/>
                  </a:lnTo>
                  <a:lnTo>
                    <a:pt x="1905" y="643"/>
                  </a:lnTo>
                  <a:lnTo>
                    <a:pt x="1865" y="542"/>
                  </a:lnTo>
                  <a:lnTo>
                    <a:pt x="1805" y="442"/>
                  </a:lnTo>
                  <a:lnTo>
                    <a:pt x="1745" y="362"/>
                  </a:lnTo>
                  <a:lnTo>
                    <a:pt x="1665" y="282"/>
                  </a:lnTo>
                  <a:lnTo>
                    <a:pt x="1584" y="201"/>
                  </a:lnTo>
                  <a:lnTo>
                    <a:pt x="1504" y="141"/>
                  </a:lnTo>
                  <a:lnTo>
                    <a:pt x="1404" y="81"/>
                  </a:lnTo>
                  <a:lnTo>
                    <a:pt x="1284" y="41"/>
                  </a:lnTo>
                  <a:lnTo>
                    <a:pt x="1183" y="2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42">
              <a:extLst>
                <a:ext uri="{FF2B5EF4-FFF2-40B4-BE49-F238E27FC236}">
                  <a16:creationId xmlns:a16="http://schemas.microsoft.com/office/drawing/2014/main" id="{B5763331-C687-44D6-7FF6-E4D7EDBF562F}"/>
                </a:ext>
              </a:extLst>
            </p:cNvPr>
            <p:cNvSpPr/>
            <p:nvPr/>
          </p:nvSpPr>
          <p:spPr>
            <a:xfrm>
              <a:off x="11700750" y="5008263"/>
              <a:ext cx="49175" cy="49175"/>
            </a:xfrm>
            <a:custGeom>
              <a:avLst/>
              <a:gdLst/>
              <a:ahLst/>
              <a:cxnLst/>
              <a:rect l="l" t="t" r="r" b="b"/>
              <a:pathLst>
                <a:path w="1967" h="1967" extrusionOk="0">
                  <a:moveTo>
                    <a:pt x="823" y="1"/>
                  </a:moveTo>
                  <a:lnTo>
                    <a:pt x="723" y="21"/>
                  </a:lnTo>
                  <a:lnTo>
                    <a:pt x="623" y="61"/>
                  </a:lnTo>
                  <a:lnTo>
                    <a:pt x="522" y="121"/>
                  </a:lnTo>
                  <a:lnTo>
                    <a:pt x="442" y="161"/>
                  </a:lnTo>
                  <a:lnTo>
                    <a:pt x="282" y="302"/>
                  </a:lnTo>
                  <a:lnTo>
                    <a:pt x="141" y="482"/>
                  </a:lnTo>
                  <a:lnTo>
                    <a:pt x="61" y="683"/>
                  </a:lnTo>
                  <a:lnTo>
                    <a:pt x="1" y="903"/>
                  </a:lnTo>
                  <a:lnTo>
                    <a:pt x="1" y="1004"/>
                  </a:lnTo>
                  <a:lnTo>
                    <a:pt x="1" y="1124"/>
                  </a:lnTo>
                  <a:lnTo>
                    <a:pt x="41" y="1284"/>
                  </a:lnTo>
                  <a:lnTo>
                    <a:pt x="101" y="1445"/>
                  </a:lnTo>
                  <a:lnTo>
                    <a:pt x="222" y="1605"/>
                  </a:lnTo>
                  <a:lnTo>
                    <a:pt x="342" y="1746"/>
                  </a:lnTo>
                  <a:lnTo>
                    <a:pt x="502" y="1846"/>
                  </a:lnTo>
                  <a:lnTo>
                    <a:pt x="683" y="1926"/>
                  </a:lnTo>
                  <a:lnTo>
                    <a:pt x="883" y="1966"/>
                  </a:lnTo>
                  <a:lnTo>
                    <a:pt x="1124" y="1966"/>
                  </a:lnTo>
                  <a:lnTo>
                    <a:pt x="1244" y="1946"/>
                  </a:lnTo>
                  <a:lnTo>
                    <a:pt x="1385" y="1906"/>
                  </a:lnTo>
                  <a:lnTo>
                    <a:pt x="1505" y="1846"/>
                  </a:lnTo>
                  <a:lnTo>
                    <a:pt x="1605" y="1766"/>
                  </a:lnTo>
                  <a:lnTo>
                    <a:pt x="1706" y="1665"/>
                  </a:lnTo>
                  <a:lnTo>
                    <a:pt x="1786" y="1565"/>
                  </a:lnTo>
                  <a:lnTo>
                    <a:pt x="1866" y="1445"/>
                  </a:lnTo>
                  <a:lnTo>
                    <a:pt x="1906" y="1324"/>
                  </a:lnTo>
                  <a:lnTo>
                    <a:pt x="1946" y="1204"/>
                  </a:lnTo>
                  <a:lnTo>
                    <a:pt x="1966" y="1084"/>
                  </a:lnTo>
                  <a:lnTo>
                    <a:pt x="1966" y="964"/>
                  </a:lnTo>
                  <a:lnTo>
                    <a:pt x="1966" y="863"/>
                  </a:lnTo>
                  <a:lnTo>
                    <a:pt x="1946" y="743"/>
                  </a:lnTo>
                  <a:lnTo>
                    <a:pt x="1906" y="643"/>
                  </a:lnTo>
                  <a:lnTo>
                    <a:pt x="1866" y="542"/>
                  </a:lnTo>
                  <a:lnTo>
                    <a:pt x="1806" y="442"/>
                  </a:lnTo>
                  <a:lnTo>
                    <a:pt x="1746" y="362"/>
                  </a:lnTo>
                  <a:lnTo>
                    <a:pt x="1666" y="282"/>
                  </a:lnTo>
                  <a:lnTo>
                    <a:pt x="1585" y="201"/>
                  </a:lnTo>
                  <a:lnTo>
                    <a:pt x="1505" y="141"/>
                  </a:lnTo>
                  <a:lnTo>
                    <a:pt x="1405" y="81"/>
                  </a:lnTo>
                  <a:lnTo>
                    <a:pt x="1284" y="41"/>
                  </a:lnTo>
                  <a:lnTo>
                    <a:pt x="1184" y="21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42">
              <a:extLst>
                <a:ext uri="{FF2B5EF4-FFF2-40B4-BE49-F238E27FC236}">
                  <a16:creationId xmlns:a16="http://schemas.microsoft.com/office/drawing/2014/main" id="{19253D0E-A367-13EC-D621-F6D918CD2174}"/>
                </a:ext>
              </a:extLst>
            </p:cNvPr>
            <p:cNvSpPr/>
            <p:nvPr/>
          </p:nvSpPr>
          <p:spPr>
            <a:xfrm>
              <a:off x="11503725" y="4464788"/>
              <a:ext cx="49650" cy="49175"/>
            </a:xfrm>
            <a:custGeom>
              <a:avLst/>
              <a:gdLst/>
              <a:ahLst/>
              <a:cxnLst/>
              <a:rect l="l" t="t" r="r" b="b"/>
              <a:pathLst>
                <a:path w="1986" h="1967" extrusionOk="0">
                  <a:moveTo>
                    <a:pt x="843" y="1"/>
                  </a:moveTo>
                  <a:lnTo>
                    <a:pt x="723" y="21"/>
                  </a:lnTo>
                  <a:lnTo>
                    <a:pt x="622" y="61"/>
                  </a:lnTo>
                  <a:lnTo>
                    <a:pt x="522" y="101"/>
                  </a:lnTo>
                  <a:lnTo>
                    <a:pt x="442" y="161"/>
                  </a:lnTo>
                  <a:lnTo>
                    <a:pt x="281" y="302"/>
                  </a:lnTo>
                  <a:lnTo>
                    <a:pt x="141" y="482"/>
                  </a:lnTo>
                  <a:lnTo>
                    <a:pt x="61" y="683"/>
                  </a:lnTo>
                  <a:lnTo>
                    <a:pt x="1" y="883"/>
                  </a:lnTo>
                  <a:lnTo>
                    <a:pt x="1" y="1003"/>
                  </a:lnTo>
                  <a:lnTo>
                    <a:pt x="1" y="1124"/>
                  </a:lnTo>
                  <a:lnTo>
                    <a:pt x="41" y="1284"/>
                  </a:lnTo>
                  <a:lnTo>
                    <a:pt x="121" y="1445"/>
                  </a:lnTo>
                  <a:lnTo>
                    <a:pt x="221" y="1605"/>
                  </a:lnTo>
                  <a:lnTo>
                    <a:pt x="342" y="1725"/>
                  </a:lnTo>
                  <a:lnTo>
                    <a:pt x="502" y="1846"/>
                  </a:lnTo>
                  <a:lnTo>
                    <a:pt x="682" y="1926"/>
                  </a:lnTo>
                  <a:lnTo>
                    <a:pt x="903" y="1966"/>
                  </a:lnTo>
                  <a:lnTo>
                    <a:pt x="1124" y="1966"/>
                  </a:lnTo>
                  <a:lnTo>
                    <a:pt x="1264" y="1946"/>
                  </a:lnTo>
                  <a:lnTo>
                    <a:pt x="1384" y="1906"/>
                  </a:lnTo>
                  <a:lnTo>
                    <a:pt x="1505" y="1846"/>
                  </a:lnTo>
                  <a:lnTo>
                    <a:pt x="1605" y="1766"/>
                  </a:lnTo>
                  <a:lnTo>
                    <a:pt x="1705" y="1665"/>
                  </a:lnTo>
                  <a:lnTo>
                    <a:pt x="1785" y="1565"/>
                  </a:lnTo>
                  <a:lnTo>
                    <a:pt x="1866" y="1445"/>
                  </a:lnTo>
                  <a:lnTo>
                    <a:pt x="1926" y="1324"/>
                  </a:lnTo>
                  <a:lnTo>
                    <a:pt x="1946" y="1204"/>
                  </a:lnTo>
                  <a:lnTo>
                    <a:pt x="1966" y="1084"/>
                  </a:lnTo>
                  <a:lnTo>
                    <a:pt x="1986" y="963"/>
                  </a:lnTo>
                  <a:lnTo>
                    <a:pt x="1966" y="863"/>
                  </a:lnTo>
                  <a:lnTo>
                    <a:pt x="1946" y="743"/>
                  </a:lnTo>
                  <a:lnTo>
                    <a:pt x="1906" y="643"/>
                  </a:lnTo>
                  <a:lnTo>
                    <a:pt x="1866" y="542"/>
                  </a:lnTo>
                  <a:lnTo>
                    <a:pt x="1826" y="442"/>
                  </a:lnTo>
                  <a:lnTo>
                    <a:pt x="1745" y="362"/>
                  </a:lnTo>
                  <a:lnTo>
                    <a:pt x="1685" y="282"/>
                  </a:lnTo>
                  <a:lnTo>
                    <a:pt x="1585" y="201"/>
                  </a:lnTo>
                  <a:lnTo>
                    <a:pt x="1505" y="141"/>
                  </a:lnTo>
                  <a:lnTo>
                    <a:pt x="1404" y="81"/>
                  </a:lnTo>
                  <a:lnTo>
                    <a:pt x="1284" y="41"/>
                  </a:lnTo>
                  <a:lnTo>
                    <a:pt x="1184" y="2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42">
              <a:extLst>
                <a:ext uri="{FF2B5EF4-FFF2-40B4-BE49-F238E27FC236}">
                  <a16:creationId xmlns:a16="http://schemas.microsoft.com/office/drawing/2014/main" id="{CA80744A-4C86-E103-6513-FCB590B9037B}"/>
                </a:ext>
              </a:extLst>
            </p:cNvPr>
            <p:cNvSpPr/>
            <p:nvPr/>
          </p:nvSpPr>
          <p:spPr>
            <a:xfrm>
              <a:off x="11419000" y="4969163"/>
              <a:ext cx="49150" cy="49675"/>
            </a:xfrm>
            <a:custGeom>
              <a:avLst/>
              <a:gdLst/>
              <a:ahLst/>
              <a:cxnLst/>
              <a:rect l="l" t="t" r="r" b="b"/>
              <a:pathLst>
                <a:path w="1966" h="1987" extrusionOk="0">
                  <a:moveTo>
                    <a:pt x="943" y="1"/>
                  </a:moveTo>
                  <a:lnTo>
                    <a:pt x="823" y="21"/>
                  </a:lnTo>
                  <a:lnTo>
                    <a:pt x="722" y="41"/>
                  </a:lnTo>
                  <a:lnTo>
                    <a:pt x="622" y="81"/>
                  </a:lnTo>
                  <a:lnTo>
                    <a:pt x="522" y="121"/>
                  </a:lnTo>
                  <a:lnTo>
                    <a:pt x="422" y="181"/>
                  </a:lnTo>
                  <a:lnTo>
                    <a:pt x="261" y="322"/>
                  </a:lnTo>
                  <a:lnTo>
                    <a:pt x="141" y="502"/>
                  </a:lnTo>
                  <a:lnTo>
                    <a:pt x="61" y="682"/>
                  </a:lnTo>
                  <a:lnTo>
                    <a:pt x="0" y="903"/>
                  </a:lnTo>
                  <a:lnTo>
                    <a:pt x="0" y="1023"/>
                  </a:lnTo>
                  <a:lnTo>
                    <a:pt x="0" y="1124"/>
                  </a:lnTo>
                  <a:lnTo>
                    <a:pt x="40" y="1304"/>
                  </a:lnTo>
                  <a:lnTo>
                    <a:pt x="101" y="1465"/>
                  </a:lnTo>
                  <a:lnTo>
                    <a:pt x="201" y="1625"/>
                  </a:lnTo>
                  <a:lnTo>
                    <a:pt x="341" y="1745"/>
                  </a:lnTo>
                  <a:lnTo>
                    <a:pt x="502" y="1866"/>
                  </a:lnTo>
                  <a:lnTo>
                    <a:pt x="682" y="1946"/>
                  </a:lnTo>
                  <a:lnTo>
                    <a:pt x="883" y="1986"/>
                  </a:lnTo>
                  <a:lnTo>
                    <a:pt x="1123" y="1986"/>
                  </a:lnTo>
                  <a:lnTo>
                    <a:pt x="1244" y="1966"/>
                  </a:lnTo>
                  <a:lnTo>
                    <a:pt x="1384" y="1926"/>
                  </a:lnTo>
                  <a:lnTo>
                    <a:pt x="1504" y="1846"/>
                  </a:lnTo>
                  <a:lnTo>
                    <a:pt x="1605" y="1785"/>
                  </a:lnTo>
                  <a:lnTo>
                    <a:pt x="1705" y="1685"/>
                  </a:lnTo>
                  <a:lnTo>
                    <a:pt x="1785" y="1585"/>
                  </a:lnTo>
                  <a:lnTo>
                    <a:pt x="1865" y="1465"/>
                  </a:lnTo>
                  <a:lnTo>
                    <a:pt x="1906" y="1324"/>
                  </a:lnTo>
                  <a:lnTo>
                    <a:pt x="1946" y="1224"/>
                  </a:lnTo>
                  <a:lnTo>
                    <a:pt x="1966" y="1104"/>
                  </a:lnTo>
                  <a:lnTo>
                    <a:pt x="1966" y="983"/>
                  </a:lnTo>
                  <a:lnTo>
                    <a:pt x="1966" y="863"/>
                  </a:lnTo>
                  <a:lnTo>
                    <a:pt x="1946" y="763"/>
                  </a:lnTo>
                  <a:lnTo>
                    <a:pt x="1906" y="662"/>
                  </a:lnTo>
                  <a:lnTo>
                    <a:pt x="1865" y="562"/>
                  </a:lnTo>
                  <a:lnTo>
                    <a:pt x="1805" y="462"/>
                  </a:lnTo>
                  <a:lnTo>
                    <a:pt x="1745" y="382"/>
                  </a:lnTo>
                  <a:lnTo>
                    <a:pt x="1665" y="281"/>
                  </a:lnTo>
                  <a:lnTo>
                    <a:pt x="1585" y="221"/>
                  </a:lnTo>
                  <a:lnTo>
                    <a:pt x="1504" y="161"/>
                  </a:lnTo>
                  <a:lnTo>
                    <a:pt x="1404" y="101"/>
                  </a:lnTo>
                  <a:lnTo>
                    <a:pt x="1284" y="61"/>
                  </a:lnTo>
                  <a:lnTo>
                    <a:pt x="1184" y="21"/>
                  </a:lnTo>
                  <a:lnTo>
                    <a:pt x="1063" y="21"/>
                  </a:lnTo>
                  <a:lnTo>
                    <a:pt x="9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42">
              <a:extLst>
                <a:ext uri="{FF2B5EF4-FFF2-40B4-BE49-F238E27FC236}">
                  <a16:creationId xmlns:a16="http://schemas.microsoft.com/office/drawing/2014/main" id="{5A011567-4D92-806F-3EE7-5410F6291695}"/>
                </a:ext>
              </a:extLst>
            </p:cNvPr>
            <p:cNvSpPr/>
            <p:nvPr/>
          </p:nvSpPr>
          <p:spPr>
            <a:xfrm>
              <a:off x="12105350" y="4403638"/>
              <a:ext cx="49675" cy="49650"/>
            </a:xfrm>
            <a:custGeom>
              <a:avLst/>
              <a:gdLst/>
              <a:ahLst/>
              <a:cxnLst/>
              <a:rect l="l" t="t" r="r" b="b"/>
              <a:pathLst>
                <a:path w="1987" h="1986" extrusionOk="0">
                  <a:moveTo>
                    <a:pt x="944" y="0"/>
                  </a:moveTo>
                  <a:lnTo>
                    <a:pt x="843" y="20"/>
                  </a:lnTo>
                  <a:lnTo>
                    <a:pt x="743" y="40"/>
                  </a:lnTo>
                  <a:lnTo>
                    <a:pt x="623" y="80"/>
                  </a:lnTo>
                  <a:lnTo>
                    <a:pt x="542" y="120"/>
                  </a:lnTo>
                  <a:lnTo>
                    <a:pt x="442" y="181"/>
                  </a:lnTo>
                  <a:lnTo>
                    <a:pt x="282" y="321"/>
                  </a:lnTo>
                  <a:lnTo>
                    <a:pt x="161" y="481"/>
                  </a:lnTo>
                  <a:lnTo>
                    <a:pt x="61" y="682"/>
                  </a:lnTo>
                  <a:lnTo>
                    <a:pt x="21" y="903"/>
                  </a:lnTo>
                  <a:lnTo>
                    <a:pt x="1" y="1023"/>
                  </a:lnTo>
                  <a:lnTo>
                    <a:pt x="21" y="1123"/>
                  </a:lnTo>
                  <a:lnTo>
                    <a:pt x="41" y="1304"/>
                  </a:lnTo>
                  <a:lnTo>
                    <a:pt x="121" y="1464"/>
                  </a:lnTo>
                  <a:lnTo>
                    <a:pt x="222" y="1604"/>
                  </a:lnTo>
                  <a:lnTo>
                    <a:pt x="362" y="1745"/>
                  </a:lnTo>
                  <a:lnTo>
                    <a:pt x="522" y="1865"/>
                  </a:lnTo>
                  <a:lnTo>
                    <a:pt x="703" y="1925"/>
                  </a:lnTo>
                  <a:lnTo>
                    <a:pt x="903" y="1986"/>
                  </a:lnTo>
                  <a:lnTo>
                    <a:pt x="1124" y="1986"/>
                  </a:lnTo>
                  <a:lnTo>
                    <a:pt x="1264" y="1965"/>
                  </a:lnTo>
                  <a:lnTo>
                    <a:pt x="1385" y="1905"/>
                  </a:lnTo>
                  <a:lnTo>
                    <a:pt x="1505" y="1845"/>
                  </a:lnTo>
                  <a:lnTo>
                    <a:pt x="1625" y="1765"/>
                  </a:lnTo>
                  <a:lnTo>
                    <a:pt x="1706" y="1685"/>
                  </a:lnTo>
                  <a:lnTo>
                    <a:pt x="1806" y="1564"/>
                  </a:lnTo>
                  <a:lnTo>
                    <a:pt x="1866" y="1444"/>
                  </a:lnTo>
                  <a:lnTo>
                    <a:pt x="1926" y="1324"/>
                  </a:lnTo>
                  <a:lnTo>
                    <a:pt x="1966" y="1203"/>
                  </a:lnTo>
                  <a:lnTo>
                    <a:pt x="1986" y="1103"/>
                  </a:lnTo>
                  <a:lnTo>
                    <a:pt x="1986" y="983"/>
                  </a:lnTo>
                  <a:lnTo>
                    <a:pt x="1986" y="862"/>
                  </a:lnTo>
                  <a:lnTo>
                    <a:pt x="1946" y="762"/>
                  </a:lnTo>
                  <a:lnTo>
                    <a:pt x="1926" y="662"/>
                  </a:lnTo>
                  <a:lnTo>
                    <a:pt x="1886" y="542"/>
                  </a:lnTo>
                  <a:lnTo>
                    <a:pt x="1826" y="461"/>
                  </a:lnTo>
                  <a:lnTo>
                    <a:pt x="1766" y="361"/>
                  </a:lnTo>
                  <a:lnTo>
                    <a:pt x="1686" y="281"/>
                  </a:lnTo>
                  <a:lnTo>
                    <a:pt x="1605" y="221"/>
                  </a:lnTo>
                  <a:lnTo>
                    <a:pt x="1505" y="161"/>
                  </a:lnTo>
                  <a:lnTo>
                    <a:pt x="1405" y="100"/>
                  </a:lnTo>
                  <a:lnTo>
                    <a:pt x="1305" y="60"/>
                  </a:lnTo>
                  <a:lnTo>
                    <a:pt x="1184" y="20"/>
                  </a:lnTo>
                  <a:lnTo>
                    <a:pt x="10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8549;p42">
              <a:extLst>
                <a:ext uri="{FF2B5EF4-FFF2-40B4-BE49-F238E27FC236}">
                  <a16:creationId xmlns:a16="http://schemas.microsoft.com/office/drawing/2014/main" id="{E2655EC3-7A12-A5D2-43C5-62E216517B41}"/>
                </a:ext>
              </a:extLst>
            </p:cNvPr>
            <p:cNvSpPr/>
            <p:nvPr/>
          </p:nvSpPr>
          <p:spPr>
            <a:xfrm>
              <a:off x="11812575" y="4458288"/>
              <a:ext cx="49150" cy="49650"/>
            </a:xfrm>
            <a:custGeom>
              <a:avLst/>
              <a:gdLst/>
              <a:ahLst/>
              <a:cxnLst/>
              <a:rect l="l" t="t" r="r" b="b"/>
              <a:pathLst>
                <a:path w="1966" h="1986" extrusionOk="0">
                  <a:moveTo>
                    <a:pt x="943" y="0"/>
                  </a:moveTo>
                  <a:lnTo>
                    <a:pt x="822" y="20"/>
                  </a:lnTo>
                  <a:lnTo>
                    <a:pt x="722" y="40"/>
                  </a:lnTo>
                  <a:lnTo>
                    <a:pt x="622" y="80"/>
                  </a:lnTo>
                  <a:lnTo>
                    <a:pt x="522" y="120"/>
                  </a:lnTo>
                  <a:lnTo>
                    <a:pt x="441" y="181"/>
                  </a:lnTo>
                  <a:lnTo>
                    <a:pt x="281" y="321"/>
                  </a:lnTo>
                  <a:lnTo>
                    <a:pt x="141" y="481"/>
                  </a:lnTo>
                  <a:lnTo>
                    <a:pt x="60" y="682"/>
                  </a:lnTo>
                  <a:lnTo>
                    <a:pt x="0" y="903"/>
                  </a:lnTo>
                  <a:lnTo>
                    <a:pt x="0" y="1023"/>
                  </a:lnTo>
                  <a:lnTo>
                    <a:pt x="0" y="1123"/>
                  </a:lnTo>
                  <a:lnTo>
                    <a:pt x="40" y="1304"/>
                  </a:lnTo>
                  <a:lnTo>
                    <a:pt x="100" y="1464"/>
                  </a:lnTo>
                  <a:lnTo>
                    <a:pt x="221" y="1604"/>
                  </a:lnTo>
                  <a:lnTo>
                    <a:pt x="341" y="1745"/>
                  </a:lnTo>
                  <a:lnTo>
                    <a:pt x="502" y="1865"/>
                  </a:lnTo>
                  <a:lnTo>
                    <a:pt x="682" y="1945"/>
                  </a:lnTo>
                  <a:lnTo>
                    <a:pt x="883" y="1985"/>
                  </a:lnTo>
                  <a:lnTo>
                    <a:pt x="1123" y="1985"/>
                  </a:lnTo>
                  <a:lnTo>
                    <a:pt x="1244" y="1965"/>
                  </a:lnTo>
                  <a:lnTo>
                    <a:pt x="1384" y="1905"/>
                  </a:lnTo>
                  <a:lnTo>
                    <a:pt x="1504" y="1845"/>
                  </a:lnTo>
                  <a:lnTo>
                    <a:pt x="1605" y="1765"/>
                  </a:lnTo>
                  <a:lnTo>
                    <a:pt x="1705" y="1685"/>
                  </a:lnTo>
                  <a:lnTo>
                    <a:pt x="1785" y="1564"/>
                  </a:lnTo>
                  <a:lnTo>
                    <a:pt x="1865" y="1444"/>
                  </a:lnTo>
                  <a:lnTo>
                    <a:pt x="1905" y="1324"/>
                  </a:lnTo>
                  <a:lnTo>
                    <a:pt x="1945" y="1203"/>
                  </a:lnTo>
                  <a:lnTo>
                    <a:pt x="1965" y="1103"/>
                  </a:lnTo>
                  <a:lnTo>
                    <a:pt x="1965" y="983"/>
                  </a:lnTo>
                  <a:lnTo>
                    <a:pt x="1965" y="862"/>
                  </a:lnTo>
                  <a:lnTo>
                    <a:pt x="1945" y="762"/>
                  </a:lnTo>
                  <a:lnTo>
                    <a:pt x="1905" y="662"/>
                  </a:lnTo>
                  <a:lnTo>
                    <a:pt x="1865" y="542"/>
                  </a:lnTo>
                  <a:lnTo>
                    <a:pt x="1805" y="461"/>
                  </a:lnTo>
                  <a:lnTo>
                    <a:pt x="1745" y="361"/>
                  </a:lnTo>
                  <a:lnTo>
                    <a:pt x="1665" y="281"/>
                  </a:lnTo>
                  <a:lnTo>
                    <a:pt x="1584" y="221"/>
                  </a:lnTo>
                  <a:lnTo>
                    <a:pt x="1504" y="160"/>
                  </a:lnTo>
                  <a:lnTo>
                    <a:pt x="1404" y="100"/>
                  </a:lnTo>
                  <a:lnTo>
                    <a:pt x="1284" y="60"/>
                  </a:lnTo>
                  <a:lnTo>
                    <a:pt x="1183" y="20"/>
                  </a:lnTo>
                  <a:lnTo>
                    <a:pt x="10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42">
              <a:extLst>
                <a:ext uri="{FF2B5EF4-FFF2-40B4-BE49-F238E27FC236}">
                  <a16:creationId xmlns:a16="http://schemas.microsoft.com/office/drawing/2014/main" id="{4C50F4FB-D797-573B-CBF1-5DE6D6CD83EE}"/>
                </a:ext>
              </a:extLst>
            </p:cNvPr>
            <p:cNvSpPr/>
            <p:nvPr/>
          </p:nvSpPr>
          <p:spPr>
            <a:xfrm>
              <a:off x="11982525" y="4983213"/>
              <a:ext cx="49650" cy="49650"/>
            </a:xfrm>
            <a:custGeom>
              <a:avLst/>
              <a:gdLst/>
              <a:ahLst/>
              <a:cxnLst/>
              <a:rect l="l" t="t" r="r" b="b"/>
              <a:pathLst>
                <a:path w="1986" h="1986" extrusionOk="0">
                  <a:moveTo>
                    <a:pt x="943" y="0"/>
                  </a:moveTo>
                  <a:lnTo>
                    <a:pt x="843" y="20"/>
                  </a:lnTo>
                  <a:lnTo>
                    <a:pt x="723" y="40"/>
                  </a:lnTo>
                  <a:lnTo>
                    <a:pt x="622" y="80"/>
                  </a:lnTo>
                  <a:lnTo>
                    <a:pt x="522" y="120"/>
                  </a:lnTo>
                  <a:lnTo>
                    <a:pt x="442" y="181"/>
                  </a:lnTo>
                  <a:lnTo>
                    <a:pt x="281" y="321"/>
                  </a:lnTo>
                  <a:lnTo>
                    <a:pt x="141" y="502"/>
                  </a:lnTo>
                  <a:lnTo>
                    <a:pt x="61" y="682"/>
                  </a:lnTo>
                  <a:lnTo>
                    <a:pt x="1" y="903"/>
                  </a:lnTo>
                  <a:lnTo>
                    <a:pt x="1" y="1023"/>
                  </a:lnTo>
                  <a:lnTo>
                    <a:pt x="1" y="1123"/>
                  </a:lnTo>
                  <a:lnTo>
                    <a:pt x="41" y="1304"/>
                  </a:lnTo>
                  <a:lnTo>
                    <a:pt x="121" y="1464"/>
                  </a:lnTo>
                  <a:lnTo>
                    <a:pt x="221" y="1625"/>
                  </a:lnTo>
                  <a:lnTo>
                    <a:pt x="342" y="1745"/>
                  </a:lnTo>
                  <a:lnTo>
                    <a:pt x="502" y="1865"/>
                  </a:lnTo>
                  <a:lnTo>
                    <a:pt x="682" y="1945"/>
                  </a:lnTo>
                  <a:lnTo>
                    <a:pt x="903" y="1986"/>
                  </a:lnTo>
                  <a:lnTo>
                    <a:pt x="1124" y="1986"/>
                  </a:lnTo>
                  <a:lnTo>
                    <a:pt x="1264" y="1966"/>
                  </a:lnTo>
                  <a:lnTo>
                    <a:pt x="1384" y="1925"/>
                  </a:lnTo>
                  <a:lnTo>
                    <a:pt x="1505" y="1845"/>
                  </a:lnTo>
                  <a:lnTo>
                    <a:pt x="1605" y="1785"/>
                  </a:lnTo>
                  <a:lnTo>
                    <a:pt x="1705" y="1685"/>
                  </a:lnTo>
                  <a:lnTo>
                    <a:pt x="1785" y="1584"/>
                  </a:lnTo>
                  <a:lnTo>
                    <a:pt x="1866" y="1464"/>
                  </a:lnTo>
                  <a:lnTo>
                    <a:pt x="1926" y="1324"/>
                  </a:lnTo>
                  <a:lnTo>
                    <a:pt x="1946" y="1223"/>
                  </a:lnTo>
                  <a:lnTo>
                    <a:pt x="1966" y="1103"/>
                  </a:lnTo>
                  <a:lnTo>
                    <a:pt x="1986" y="983"/>
                  </a:lnTo>
                  <a:lnTo>
                    <a:pt x="1966" y="863"/>
                  </a:lnTo>
                  <a:lnTo>
                    <a:pt x="1946" y="762"/>
                  </a:lnTo>
                  <a:lnTo>
                    <a:pt x="1926" y="662"/>
                  </a:lnTo>
                  <a:lnTo>
                    <a:pt x="1866" y="562"/>
                  </a:lnTo>
                  <a:lnTo>
                    <a:pt x="1826" y="461"/>
                  </a:lnTo>
                  <a:lnTo>
                    <a:pt x="1745" y="381"/>
                  </a:lnTo>
                  <a:lnTo>
                    <a:pt x="1685" y="281"/>
                  </a:lnTo>
                  <a:lnTo>
                    <a:pt x="1585" y="221"/>
                  </a:lnTo>
                  <a:lnTo>
                    <a:pt x="1505" y="161"/>
                  </a:lnTo>
                  <a:lnTo>
                    <a:pt x="1404" y="100"/>
                  </a:lnTo>
                  <a:lnTo>
                    <a:pt x="1304" y="60"/>
                  </a:lnTo>
                  <a:lnTo>
                    <a:pt x="1184" y="20"/>
                  </a:lnTo>
                  <a:lnTo>
                    <a:pt x="1064" y="20"/>
                  </a:lnTo>
                  <a:lnTo>
                    <a:pt x="9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42">
              <a:extLst>
                <a:ext uri="{FF2B5EF4-FFF2-40B4-BE49-F238E27FC236}">
                  <a16:creationId xmlns:a16="http://schemas.microsoft.com/office/drawing/2014/main" id="{28A2A69B-A695-BA96-4A3D-CC765A126BB1}"/>
                </a:ext>
              </a:extLst>
            </p:cNvPr>
            <p:cNvSpPr/>
            <p:nvPr/>
          </p:nvSpPr>
          <p:spPr>
            <a:xfrm>
              <a:off x="11386900" y="4083763"/>
              <a:ext cx="726000" cy="320400"/>
            </a:xfrm>
            <a:custGeom>
              <a:avLst/>
              <a:gdLst/>
              <a:ahLst/>
              <a:cxnLst/>
              <a:rect l="l" t="t" r="r" b="b"/>
              <a:pathLst>
                <a:path w="29040" h="12816" extrusionOk="0">
                  <a:moveTo>
                    <a:pt x="28699" y="0"/>
                  </a:moveTo>
                  <a:lnTo>
                    <a:pt x="28518" y="20"/>
                  </a:lnTo>
                  <a:lnTo>
                    <a:pt x="28258" y="81"/>
                  </a:lnTo>
                  <a:lnTo>
                    <a:pt x="27897" y="181"/>
                  </a:lnTo>
                  <a:lnTo>
                    <a:pt x="27476" y="301"/>
                  </a:lnTo>
                  <a:lnTo>
                    <a:pt x="26433" y="662"/>
                  </a:lnTo>
                  <a:lnTo>
                    <a:pt x="25149" y="1123"/>
                  </a:lnTo>
                  <a:lnTo>
                    <a:pt x="23645" y="1685"/>
                  </a:lnTo>
                  <a:lnTo>
                    <a:pt x="21981" y="2327"/>
                  </a:lnTo>
                  <a:lnTo>
                    <a:pt x="18331" y="3771"/>
                  </a:lnTo>
                  <a:lnTo>
                    <a:pt x="17749" y="3991"/>
                  </a:lnTo>
                  <a:lnTo>
                    <a:pt x="16786" y="4392"/>
                  </a:lnTo>
                  <a:lnTo>
                    <a:pt x="12876" y="5957"/>
                  </a:lnTo>
                  <a:lnTo>
                    <a:pt x="6418" y="8564"/>
                  </a:lnTo>
                  <a:lnTo>
                    <a:pt x="6077" y="8644"/>
                  </a:lnTo>
                  <a:lnTo>
                    <a:pt x="5757" y="8724"/>
                  </a:lnTo>
                  <a:lnTo>
                    <a:pt x="5095" y="8844"/>
                  </a:lnTo>
                  <a:lnTo>
                    <a:pt x="4473" y="8925"/>
                  </a:lnTo>
                  <a:lnTo>
                    <a:pt x="3871" y="9005"/>
                  </a:lnTo>
                  <a:lnTo>
                    <a:pt x="3270" y="9085"/>
                  </a:lnTo>
                  <a:lnTo>
                    <a:pt x="2688" y="9185"/>
                  </a:lnTo>
                  <a:lnTo>
                    <a:pt x="2407" y="9266"/>
                  </a:lnTo>
                  <a:lnTo>
                    <a:pt x="2107" y="9346"/>
                  </a:lnTo>
                  <a:lnTo>
                    <a:pt x="1826" y="9466"/>
                  </a:lnTo>
                  <a:lnTo>
                    <a:pt x="1525" y="9586"/>
                  </a:lnTo>
                  <a:lnTo>
                    <a:pt x="1324" y="9687"/>
                  </a:lnTo>
                  <a:lnTo>
                    <a:pt x="984" y="9907"/>
                  </a:lnTo>
                  <a:lnTo>
                    <a:pt x="643" y="10148"/>
                  </a:lnTo>
                  <a:lnTo>
                    <a:pt x="482" y="10288"/>
                  </a:lnTo>
                  <a:lnTo>
                    <a:pt x="342" y="10429"/>
                  </a:lnTo>
                  <a:lnTo>
                    <a:pt x="221" y="10569"/>
                  </a:lnTo>
                  <a:lnTo>
                    <a:pt x="141" y="10729"/>
                  </a:lnTo>
                  <a:lnTo>
                    <a:pt x="61" y="10890"/>
                  </a:lnTo>
                  <a:lnTo>
                    <a:pt x="21" y="11050"/>
                  </a:lnTo>
                  <a:lnTo>
                    <a:pt x="1" y="11231"/>
                  </a:lnTo>
                  <a:lnTo>
                    <a:pt x="1" y="11391"/>
                  </a:lnTo>
                  <a:lnTo>
                    <a:pt x="41" y="11552"/>
                  </a:lnTo>
                  <a:lnTo>
                    <a:pt x="81" y="11712"/>
                  </a:lnTo>
                  <a:lnTo>
                    <a:pt x="141" y="11853"/>
                  </a:lnTo>
                  <a:lnTo>
                    <a:pt x="221" y="12013"/>
                  </a:lnTo>
                  <a:lnTo>
                    <a:pt x="322" y="12153"/>
                  </a:lnTo>
                  <a:lnTo>
                    <a:pt x="422" y="12274"/>
                  </a:lnTo>
                  <a:lnTo>
                    <a:pt x="562" y="12394"/>
                  </a:lnTo>
                  <a:lnTo>
                    <a:pt x="683" y="12494"/>
                  </a:lnTo>
                  <a:lnTo>
                    <a:pt x="823" y="12575"/>
                  </a:lnTo>
                  <a:lnTo>
                    <a:pt x="984" y="12655"/>
                  </a:lnTo>
                  <a:lnTo>
                    <a:pt x="1144" y="12715"/>
                  </a:lnTo>
                  <a:lnTo>
                    <a:pt x="1304" y="12755"/>
                  </a:lnTo>
                  <a:lnTo>
                    <a:pt x="1485" y="12795"/>
                  </a:lnTo>
                  <a:lnTo>
                    <a:pt x="1645" y="12815"/>
                  </a:lnTo>
                  <a:lnTo>
                    <a:pt x="1826" y="12815"/>
                  </a:lnTo>
                  <a:lnTo>
                    <a:pt x="1986" y="12795"/>
                  </a:lnTo>
                  <a:lnTo>
                    <a:pt x="2327" y="12735"/>
                  </a:lnTo>
                  <a:lnTo>
                    <a:pt x="2648" y="12655"/>
                  </a:lnTo>
                  <a:lnTo>
                    <a:pt x="2969" y="12514"/>
                  </a:lnTo>
                  <a:lnTo>
                    <a:pt x="3310" y="12354"/>
                  </a:lnTo>
                  <a:lnTo>
                    <a:pt x="3611" y="12153"/>
                  </a:lnTo>
                  <a:lnTo>
                    <a:pt x="3932" y="11933"/>
                  </a:lnTo>
                  <a:lnTo>
                    <a:pt x="4533" y="11472"/>
                  </a:lnTo>
                  <a:lnTo>
                    <a:pt x="5135" y="11010"/>
                  </a:lnTo>
                  <a:lnTo>
                    <a:pt x="5696" y="10569"/>
                  </a:lnTo>
                  <a:lnTo>
                    <a:pt x="5957" y="10369"/>
                  </a:lnTo>
                  <a:lnTo>
                    <a:pt x="6218" y="10208"/>
                  </a:lnTo>
                  <a:lnTo>
                    <a:pt x="6779" y="9887"/>
                  </a:lnTo>
                  <a:lnTo>
                    <a:pt x="7461" y="9526"/>
                  </a:lnTo>
                  <a:lnTo>
                    <a:pt x="8263" y="9145"/>
                  </a:lnTo>
                  <a:lnTo>
                    <a:pt x="9166" y="8724"/>
                  </a:lnTo>
                  <a:lnTo>
                    <a:pt x="10169" y="8283"/>
                  </a:lnTo>
                  <a:lnTo>
                    <a:pt x="11231" y="7842"/>
                  </a:lnTo>
                  <a:lnTo>
                    <a:pt x="13538" y="6879"/>
                  </a:lnTo>
                  <a:lnTo>
                    <a:pt x="15423" y="6137"/>
                  </a:lnTo>
                  <a:lnTo>
                    <a:pt x="17328" y="5395"/>
                  </a:lnTo>
                  <a:lnTo>
                    <a:pt x="17348" y="5395"/>
                  </a:lnTo>
                  <a:lnTo>
                    <a:pt x="18230" y="5054"/>
                  </a:lnTo>
                  <a:lnTo>
                    <a:pt x="18832" y="4813"/>
                  </a:lnTo>
                  <a:lnTo>
                    <a:pt x="22322" y="3490"/>
                  </a:lnTo>
                  <a:lnTo>
                    <a:pt x="25310" y="2367"/>
                  </a:lnTo>
                  <a:lnTo>
                    <a:pt x="27455" y="1565"/>
                  </a:lnTo>
                  <a:lnTo>
                    <a:pt x="28117" y="1284"/>
                  </a:lnTo>
                  <a:lnTo>
                    <a:pt x="28458" y="1143"/>
                  </a:lnTo>
                  <a:lnTo>
                    <a:pt x="28558" y="1083"/>
                  </a:lnTo>
                  <a:lnTo>
                    <a:pt x="28659" y="1003"/>
                  </a:lnTo>
                  <a:lnTo>
                    <a:pt x="28819" y="843"/>
                  </a:lnTo>
                  <a:lnTo>
                    <a:pt x="28940" y="642"/>
                  </a:lnTo>
                  <a:lnTo>
                    <a:pt x="29020" y="462"/>
                  </a:lnTo>
                  <a:lnTo>
                    <a:pt x="29040" y="361"/>
                  </a:lnTo>
                  <a:lnTo>
                    <a:pt x="29040" y="281"/>
                  </a:lnTo>
                  <a:lnTo>
                    <a:pt x="29040" y="201"/>
                  </a:lnTo>
                  <a:lnTo>
                    <a:pt x="29000" y="141"/>
                  </a:lnTo>
                  <a:lnTo>
                    <a:pt x="28960" y="81"/>
                  </a:lnTo>
                  <a:lnTo>
                    <a:pt x="28899" y="40"/>
                  </a:lnTo>
                  <a:lnTo>
                    <a:pt x="28799" y="20"/>
                  </a:lnTo>
                  <a:lnTo>
                    <a:pt x="286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42">
              <a:extLst>
                <a:ext uri="{FF2B5EF4-FFF2-40B4-BE49-F238E27FC236}">
                  <a16:creationId xmlns:a16="http://schemas.microsoft.com/office/drawing/2014/main" id="{79F1E1A1-C128-84F2-310F-7ADD712DEC2E}"/>
                </a:ext>
              </a:extLst>
            </p:cNvPr>
            <p:cNvSpPr/>
            <p:nvPr/>
          </p:nvSpPr>
          <p:spPr>
            <a:xfrm>
              <a:off x="11386900" y="4083763"/>
              <a:ext cx="726000" cy="320400"/>
            </a:xfrm>
            <a:custGeom>
              <a:avLst/>
              <a:gdLst/>
              <a:ahLst/>
              <a:cxnLst/>
              <a:rect l="l" t="t" r="r" b="b"/>
              <a:pathLst>
                <a:path w="29040" h="12816" fill="none" extrusionOk="0">
                  <a:moveTo>
                    <a:pt x="28458" y="1143"/>
                  </a:moveTo>
                  <a:lnTo>
                    <a:pt x="28458" y="1143"/>
                  </a:lnTo>
                  <a:lnTo>
                    <a:pt x="28117" y="1284"/>
                  </a:lnTo>
                  <a:lnTo>
                    <a:pt x="27455" y="1565"/>
                  </a:lnTo>
                  <a:lnTo>
                    <a:pt x="25310" y="2367"/>
                  </a:lnTo>
                  <a:lnTo>
                    <a:pt x="22322" y="3490"/>
                  </a:lnTo>
                  <a:lnTo>
                    <a:pt x="18832" y="4813"/>
                  </a:lnTo>
                  <a:lnTo>
                    <a:pt x="18832" y="4813"/>
                  </a:lnTo>
                  <a:lnTo>
                    <a:pt x="18230" y="5054"/>
                  </a:lnTo>
                  <a:lnTo>
                    <a:pt x="18230" y="5054"/>
                  </a:lnTo>
                  <a:lnTo>
                    <a:pt x="17348" y="5395"/>
                  </a:lnTo>
                  <a:lnTo>
                    <a:pt x="17348" y="5395"/>
                  </a:lnTo>
                  <a:lnTo>
                    <a:pt x="17328" y="5395"/>
                  </a:lnTo>
                  <a:lnTo>
                    <a:pt x="17328" y="5395"/>
                  </a:lnTo>
                  <a:lnTo>
                    <a:pt x="15423" y="6137"/>
                  </a:lnTo>
                  <a:lnTo>
                    <a:pt x="13538" y="6879"/>
                  </a:lnTo>
                  <a:lnTo>
                    <a:pt x="13538" y="6879"/>
                  </a:lnTo>
                  <a:lnTo>
                    <a:pt x="11231" y="7842"/>
                  </a:lnTo>
                  <a:lnTo>
                    <a:pt x="10169" y="8283"/>
                  </a:lnTo>
                  <a:lnTo>
                    <a:pt x="9166" y="8724"/>
                  </a:lnTo>
                  <a:lnTo>
                    <a:pt x="8263" y="9145"/>
                  </a:lnTo>
                  <a:lnTo>
                    <a:pt x="7461" y="9526"/>
                  </a:lnTo>
                  <a:lnTo>
                    <a:pt x="6779" y="9887"/>
                  </a:lnTo>
                  <a:lnTo>
                    <a:pt x="6218" y="10208"/>
                  </a:lnTo>
                  <a:lnTo>
                    <a:pt x="6218" y="10208"/>
                  </a:lnTo>
                  <a:lnTo>
                    <a:pt x="5957" y="10369"/>
                  </a:lnTo>
                  <a:lnTo>
                    <a:pt x="5696" y="10569"/>
                  </a:lnTo>
                  <a:lnTo>
                    <a:pt x="5135" y="11010"/>
                  </a:lnTo>
                  <a:lnTo>
                    <a:pt x="4533" y="11472"/>
                  </a:lnTo>
                  <a:lnTo>
                    <a:pt x="3932" y="11933"/>
                  </a:lnTo>
                  <a:lnTo>
                    <a:pt x="3611" y="12153"/>
                  </a:lnTo>
                  <a:lnTo>
                    <a:pt x="3310" y="12354"/>
                  </a:lnTo>
                  <a:lnTo>
                    <a:pt x="2969" y="12514"/>
                  </a:lnTo>
                  <a:lnTo>
                    <a:pt x="2648" y="12655"/>
                  </a:lnTo>
                  <a:lnTo>
                    <a:pt x="2327" y="12735"/>
                  </a:lnTo>
                  <a:lnTo>
                    <a:pt x="1986" y="12795"/>
                  </a:lnTo>
                  <a:lnTo>
                    <a:pt x="1826" y="12815"/>
                  </a:lnTo>
                  <a:lnTo>
                    <a:pt x="1645" y="12815"/>
                  </a:lnTo>
                  <a:lnTo>
                    <a:pt x="1485" y="12795"/>
                  </a:lnTo>
                  <a:lnTo>
                    <a:pt x="1304" y="12755"/>
                  </a:lnTo>
                  <a:lnTo>
                    <a:pt x="1304" y="12755"/>
                  </a:lnTo>
                  <a:lnTo>
                    <a:pt x="1144" y="12715"/>
                  </a:lnTo>
                  <a:lnTo>
                    <a:pt x="984" y="12655"/>
                  </a:lnTo>
                  <a:lnTo>
                    <a:pt x="823" y="12575"/>
                  </a:lnTo>
                  <a:lnTo>
                    <a:pt x="683" y="12494"/>
                  </a:lnTo>
                  <a:lnTo>
                    <a:pt x="562" y="12394"/>
                  </a:lnTo>
                  <a:lnTo>
                    <a:pt x="422" y="12274"/>
                  </a:lnTo>
                  <a:lnTo>
                    <a:pt x="322" y="12153"/>
                  </a:lnTo>
                  <a:lnTo>
                    <a:pt x="221" y="12013"/>
                  </a:lnTo>
                  <a:lnTo>
                    <a:pt x="141" y="11853"/>
                  </a:lnTo>
                  <a:lnTo>
                    <a:pt x="81" y="11712"/>
                  </a:lnTo>
                  <a:lnTo>
                    <a:pt x="41" y="11552"/>
                  </a:lnTo>
                  <a:lnTo>
                    <a:pt x="1" y="11391"/>
                  </a:lnTo>
                  <a:lnTo>
                    <a:pt x="1" y="11231"/>
                  </a:lnTo>
                  <a:lnTo>
                    <a:pt x="21" y="11050"/>
                  </a:lnTo>
                  <a:lnTo>
                    <a:pt x="61" y="10890"/>
                  </a:lnTo>
                  <a:lnTo>
                    <a:pt x="141" y="10729"/>
                  </a:lnTo>
                  <a:lnTo>
                    <a:pt x="141" y="10729"/>
                  </a:lnTo>
                  <a:lnTo>
                    <a:pt x="221" y="10569"/>
                  </a:lnTo>
                  <a:lnTo>
                    <a:pt x="342" y="10429"/>
                  </a:lnTo>
                  <a:lnTo>
                    <a:pt x="482" y="10288"/>
                  </a:lnTo>
                  <a:lnTo>
                    <a:pt x="643" y="10148"/>
                  </a:lnTo>
                  <a:lnTo>
                    <a:pt x="984" y="9907"/>
                  </a:lnTo>
                  <a:lnTo>
                    <a:pt x="1324" y="9687"/>
                  </a:lnTo>
                  <a:lnTo>
                    <a:pt x="1324" y="9687"/>
                  </a:lnTo>
                  <a:lnTo>
                    <a:pt x="1525" y="9586"/>
                  </a:lnTo>
                  <a:lnTo>
                    <a:pt x="1525" y="9586"/>
                  </a:lnTo>
                  <a:lnTo>
                    <a:pt x="1826" y="9466"/>
                  </a:lnTo>
                  <a:lnTo>
                    <a:pt x="2107" y="9346"/>
                  </a:lnTo>
                  <a:lnTo>
                    <a:pt x="2407" y="9266"/>
                  </a:lnTo>
                  <a:lnTo>
                    <a:pt x="2688" y="9185"/>
                  </a:lnTo>
                  <a:lnTo>
                    <a:pt x="3270" y="9085"/>
                  </a:lnTo>
                  <a:lnTo>
                    <a:pt x="3871" y="9005"/>
                  </a:lnTo>
                  <a:lnTo>
                    <a:pt x="4473" y="8925"/>
                  </a:lnTo>
                  <a:lnTo>
                    <a:pt x="5095" y="8844"/>
                  </a:lnTo>
                  <a:lnTo>
                    <a:pt x="5757" y="8724"/>
                  </a:lnTo>
                  <a:lnTo>
                    <a:pt x="6077" y="8644"/>
                  </a:lnTo>
                  <a:lnTo>
                    <a:pt x="6418" y="8564"/>
                  </a:lnTo>
                  <a:lnTo>
                    <a:pt x="6418" y="8564"/>
                  </a:lnTo>
                  <a:lnTo>
                    <a:pt x="12876" y="5957"/>
                  </a:lnTo>
                  <a:lnTo>
                    <a:pt x="12876" y="5957"/>
                  </a:lnTo>
                  <a:lnTo>
                    <a:pt x="16786" y="4392"/>
                  </a:lnTo>
                  <a:lnTo>
                    <a:pt x="16786" y="4392"/>
                  </a:lnTo>
                  <a:lnTo>
                    <a:pt x="17749" y="3991"/>
                  </a:lnTo>
                  <a:lnTo>
                    <a:pt x="17749" y="3991"/>
                  </a:lnTo>
                  <a:lnTo>
                    <a:pt x="18331" y="3771"/>
                  </a:lnTo>
                  <a:lnTo>
                    <a:pt x="18331" y="3771"/>
                  </a:lnTo>
                  <a:lnTo>
                    <a:pt x="21981" y="2327"/>
                  </a:lnTo>
                  <a:lnTo>
                    <a:pt x="23645" y="1685"/>
                  </a:lnTo>
                  <a:lnTo>
                    <a:pt x="25149" y="1123"/>
                  </a:lnTo>
                  <a:lnTo>
                    <a:pt x="26433" y="662"/>
                  </a:lnTo>
                  <a:lnTo>
                    <a:pt x="27476" y="301"/>
                  </a:lnTo>
                  <a:lnTo>
                    <a:pt x="27897" y="181"/>
                  </a:lnTo>
                  <a:lnTo>
                    <a:pt x="28258" y="81"/>
                  </a:lnTo>
                  <a:lnTo>
                    <a:pt x="28518" y="20"/>
                  </a:lnTo>
                  <a:lnTo>
                    <a:pt x="28699" y="0"/>
                  </a:lnTo>
                  <a:lnTo>
                    <a:pt x="28699" y="0"/>
                  </a:lnTo>
                  <a:lnTo>
                    <a:pt x="28799" y="20"/>
                  </a:lnTo>
                  <a:lnTo>
                    <a:pt x="28899" y="40"/>
                  </a:lnTo>
                  <a:lnTo>
                    <a:pt x="28960" y="81"/>
                  </a:lnTo>
                  <a:lnTo>
                    <a:pt x="29000" y="141"/>
                  </a:lnTo>
                  <a:lnTo>
                    <a:pt x="29040" y="201"/>
                  </a:lnTo>
                  <a:lnTo>
                    <a:pt x="29040" y="281"/>
                  </a:lnTo>
                  <a:lnTo>
                    <a:pt x="29040" y="361"/>
                  </a:lnTo>
                  <a:lnTo>
                    <a:pt x="29020" y="462"/>
                  </a:lnTo>
                  <a:lnTo>
                    <a:pt x="28940" y="642"/>
                  </a:lnTo>
                  <a:lnTo>
                    <a:pt x="28819" y="843"/>
                  </a:lnTo>
                  <a:lnTo>
                    <a:pt x="28659" y="1003"/>
                  </a:lnTo>
                  <a:lnTo>
                    <a:pt x="28558" y="1083"/>
                  </a:lnTo>
                  <a:lnTo>
                    <a:pt x="28458" y="11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42">
              <a:extLst>
                <a:ext uri="{FF2B5EF4-FFF2-40B4-BE49-F238E27FC236}">
                  <a16:creationId xmlns:a16="http://schemas.microsoft.com/office/drawing/2014/main" id="{DF3961FF-0289-5C21-E8D5-441B3C11F962}"/>
                </a:ext>
              </a:extLst>
            </p:cNvPr>
            <p:cNvSpPr/>
            <p:nvPr/>
          </p:nvSpPr>
          <p:spPr>
            <a:xfrm>
              <a:off x="11708775" y="4193563"/>
              <a:ext cx="111325" cy="62200"/>
            </a:xfrm>
            <a:custGeom>
              <a:avLst/>
              <a:gdLst/>
              <a:ahLst/>
              <a:cxnLst/>
              <a:rect l="l" t="t" r="r" b="b"/>
              <a:pathLst>
                <a:path w="4453" h="2488" extrusionOk="0">
                  <a:moveTo>
                    <a:pt x="3911" y="0"/>
                  </a:moveTo>
                  <a:lnTo>
                    <a:pt x="1" y="1565"/>
                  </a:lnTo>
                  <a:lnTo>
                    <a:pt x="161" y="1705"/>
                  </a:lnTo>
                  <a:lnTo>
                    <a:pt x="302" y="1845"/>
                  </a:lnTo>
                  <a:lnTo>
                    <a:pt x="442" y="2026"/>
                  </a:lnTo>
                  <a:lnTo>
                    <a:pt x="542" y="2206"/>
                  </a:lnTo>
                  <a:lnTo>
                    <a:pt x="623" y="2347"/>
                  </a:lnTo>
                  <a:lnTo>
                    <a:pt x="663" y="2487"/>
                  </a:lnTo>
                  <a:lnTo>
                    <a:pt x="2548" y="1745"/>
                  </a:lnTo>
                  <a:lnTo>
                    <a:pt x="4453" y="1003"/>
                  </a:lnTo>
                  <a:lnTo>
                    <a:pt x="4353" y="722"/>
                  </a:lnTo>
                  <a:lnTo>
                    <a:pt x="4232" y="462"/>
                  </a:lnTo>
                  <a:lnTo>
                    <a:pt x="4072" y="221"/>
                  </a:lnTo>
                  <a:lnTo>
                    <a:pt x="39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42">
              <a:extLst>
                <a:ext uri="{FF2B5EF4-FFF2-40B4-BE49-F238E27FC236}">
                  <a16:creationId xmlns:a16="http://schemas.microsoft.com/office/drawing/2014/main" id="{81F0051A-4887-75FD-95C7-30D9C424F9E9}"/>
                </a:ext>
              </a:extLst>
            </p:cNvPr>
            <p:cNvSpPr/>
            <p:nvPr/>
          </p:nvSpPr>
          <p:spPr>
            <a:xfrm>
              <a:off x="11708775" y="4193563"/>
              <a:ext cx="111325" cy="62200"/>
            </a:xfrm>
            <a:custGeom>
              <a:avLst/>
              <a:gdLst/>
              <a:ahLst/>
              <a:cxnLst/>
              <a:rect l="l" t="t" r="r" b="b"/>
              <a:pathLst>
                <a:path w="4453" h="2488" fill="none" extrusionOk="0">
                  <a:moveTo>
                    <a:pt x="4453" y="1003"/>
                  </a:moveTo>
                  <a:lnTo>
                    <a:pt x="4453" y="1003"/>
                  </a:lnTo>
                  <a:lnTo>
                    <a:pt x="2548" y="1745"/>
                  </a:lnTo>
                  <a:lnTo>
                    <a:pt x="663" y="2487"/>
                  </a:lnTo>
                  <a:lnTo>
                    <a:pt x="663" y="2487"/>
                  </a:lnTo>
                  <a:lnTo>
                    <a:pt x="623" y="2347"/>
                  </a:lnTo>
                  <a:lnTo>
                    <a:pt x="542" y="2206"/>
                  </a:lnTo>
                  <a:lnTo>
                    <a:pt x="542" y="2206"/>
                  </a:lnTo>
                  <a:lnTo>
                    <a:pt x="442" y="2026"/>
                  </a:lnTo>
                  <a:lnTo>
                    <a:pt x="302" y="1845"/>
                  </a:lnTo>
                  <a:lnTo>
                    <a:pt x="161" y="1705"/>
                  </a:lnTo>
                  <a:lnTo>
                    <a:pt x="1" y="1565"/>
                  </a:lnTo>
                  <a:lnTo>
                    <a:pt x="1" y="1565"/>
                  </a:lnTo>
                  <a:lnTo>
                    <a:pt x="3911" y="0"/>
                  </a:lnTo>
                  <a:lnTo>
                    <a:pt x="3911" y="0"/>
                  </a:lnTo>
                  <a:lnTo>
                    <a:pt x="4072" y="221"/>
                  </a:lnTo>
                  <a:lnTo>
                    <a:pt x="4232" y="462"/>
                  </a:lnTo>
                  <a:lnTo>
                    <a:pt x="4353" y="722"/>
                  </a:lnTo>
                  <a:lnTo>
                    <a:pt x="4453" y="10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8555;p42">
              <a:extLst>
                <a:ext uri="{FF2B5EF4-FFF2-40B4-BE49-F238E27FC236}">
                  <a16:creationId xmlns:a16="http://schemas.microsoft.com/office/drawing/2014/main" id="{DD98943E-0432-86DE-D330-4C709BCB2FD2}"/>
                </a:ext>
              </a:extLst>
            </p:cNvPr>
            <p:cNvSpPr/>
            <p:nvPr/>
          </p:nvSpPr>
          <p:spPr>
            <a:xfrm>
              <a:off x="11830625" y="4178013"/>
              <a:ext cx="27100" cy="32125"/>
            </a:xfrm>
            <a:custGeom>
              <a:avLst/>
              <a:gdLst/>
              <a:ahLst/>
              <a:cxnLst/>
              <a:rect l="l" t="t" r="r" b="b"/>
              <a:pathLst>
                <a:path w="1084" h="1285" extrusionOk="0">
                  <a:moveTo>
                    <a:pt x="582" y="1"/>
                  </a:moveTo>
                  <a:lnTo>
                    <a:pt x="0" y="221"/>
                  </a:lnTo>
                  <a:lnTo>
                    <a:pt x="161" y="462"/>
                  </a:lnTo>
                  <a:lnTo>
                    <a:pt x="281" y="723"/>
                  </a:lnTo>
                  <a:lnTo>
                    <a:pt x="401" y="983"/>
                  </a:lnTo>
                  <a:lnTo>
                    <a:pt x="481" y="1284"/>
                  </a:lnTo>
                  <a:lnTo>
                    <a:pt x="1083" y="1043"/>
                  </a:lnTo>
                  <a:lnTo>
                    <a:pt x="1003" y="763"/>
                  </a:lnTo>
                  <a:lnTo>
                    <a:pt x="883" y="502"/>
                  </a:lnTo>
                  <a:lnTo>
                    <a:pt x="742" y="241"/>
                  </a:lnTo>
                  <a:lnTo>
                    <a:pt x="5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8556;p42">
              <a:extLst>
                <a:ext uri="{FF2B5EF4-FFF2-40B4-BE49-F238E27FC236}">
                  <a16:creationId xmlns:a16="http://schemas.microsoft.com/office/drawing/2014/main" id="{6C7DC1FE-8C73-631C-BBC5-77338E093927}"/>
                </a:ext>
              </a:extLst>
            </p:cNvPr>
            <p:cNvSpPr/>
            <p:nvPr/>
          </p:nvSpPr>
          <p:spPr>
            <a:xfrm>
              <a:off x="11386900" y="4250713"/>
              <a:ext cx="338450" cy="153450"/>
            </a:xfrm>
            <a:custGeom>
              <a:avLst/>
              <a:gdLst/>
              <a:ahLst/>
              <a:cxnLst/>
              <a:rect l="l" t="t" r="r" b="b"/>
              <a:pathLst>
                <a:path w="13538" h="6138" extrusionOk="0">
                  <a:moveTo>
                    <a:pt x="13457" y="0"/>
                  </a:moveTo>
                  <a:lnTo>
                    <a:pt x="11853" y="542"/>
                  </a:lnTo>
                  <a:lnTo>
                    <a:pt x="10529" y="1003"/>
                  </a:lnTo>
                  <a:lnTo>
                    <a:pt x="9206" y="1485"/>
                  </a:lnTo>
                  <a:lnTo>
                    <a:pt x="8544" y="1745"/>
                  </a:lnTo>
                  <a:lnTo>
                    <a:pt x="7902" y="2006"/>
                  </a:lnTo>
                  <a:lnTo>
                    <a:pt x="7261" y="2287"/>
                  </a:lnTo>
                  <a:lnTo>
                    <a:pt x="6619" y="2588"/>
                  </a:lnTo>
                  <a:lnTo>
                    <a:pt x="5977" y="2928"/>
                  </a:lnTo>
                  <a:lnTo>
                    <a:pt x="6278" y="2928"/>
                  </a:lnTo>
                  <a:lnTo>
                    <a:pt x="6579" y="2948"/>
                  </a:lnTo>
                  <a:lnTo>
                    <a:pt x="7120" y="3009"/>
                  </a:lnTo>
                  <a:lnTo>
                    <a:pt x="7722" y="2728"/>
                  </a:lnTo>
                  <a:lnTo>
                    <a:pt x="8404" y="2407"/>
                  </a:lnTo>
                  <a:lnTo>
                    <a:pt x="9928" y="1725"/>
                  </a:lnTo>
                  <a:lnTo>
                    <a:pt x="11653" y="983"/>
                  </a:lnTo>
                  <a:lnTo>
                    <a:pt x="13538" y="201"/>
                  </a:lnTo>
                  <a:lnTo>
                    <a:pt x="13457" y="0"/>
                  </a:lnTo>
                  <a:close/>
                  <a:moveTo>
                    <a:pt x="1324" y="3009"/>
                  </a:moveTo>
                  <a:lnTo>
                    <a:pt x="984" y="3229"/>
                  </a:lnTo>
                  <a:lnTo>
                    <a:pt x="643" y="3470"/>
                  </a:lnTo>
                  <a:lnTo>
                    <a:pt x="482" y="3610"/>
                  </a:lnTo>
                  <a:lnTo>
                    <a:pt x="342" y="3751"/>
                  </a:lnTo>
                  <a:lnTo>
                    <a:pt x="221" y="3891"/>
                  </a:lnTo>
                  <a:lnTo>
                    <a:pt x="141" y="4051"/>
                  </a:lnTo>
                  <a:lnTo>
                    <a:pt x="81" y="4192"/>
                  </a:lnTo>
                  <a:lnTo>
                    <a:pt x="41" y="4332"/>
                  </a:lnTo>
                  <a:lnTo>
                    <a:pt x="21" y="4473"/>
                  </a:lnTo>
                  <a:lnTo>
                    <a:pt x="1" y="4613"/>
                  </a:lnTo>
                  <a:lnTo>
                    <a:pt x="21" y="4733"/>
                  </a:lnTo>
                  <a:lnTo>
                    <a:pt x="41" y="4854"/>
                  </a:lnTo>
                  <a:lnTo>
                    <a:pt x="61" y="4994"/>
                  </a:lnTo>
                  <a:lnTo>
                    <a:pt x="101" y="5114"/>
                  </a:lnTo>
                  <a:lnTo>
                    <a:pt x="242" y="5335"/>
                  </a:lnTo>
                  <a:lnTo>
                    <a:pt x="402" y="5556"/>
                  </a:lnTo>
                  <a:lnTo>
                    <a:pt x="582" y="5736"/>
                  </a:lnTo>
                  <a:lnTo>
                    <a:pt x="803" y="5897"/>
                  </a:lnTo>
                  <a:lnTo>
                    <a:pt x="1044" y="6017"/>
                  </a:lnTo>
                  <a:lnTo>
                    <a:pt x="1304" y="6077"/>
                  </a:lnTo>
                  <a:lnTo>
                    <a:pt x="1525" y="6117"/>
                  </a:lnTo>
                  <a:lnTo>
                    <a:pt x="1766" y="6137"/>
                  </a:lnTo>
                  <a:lnTo>
                    <a:pt x="2006" y="6117"/>
                  </a:lnTo>
                  <a:lnTo>
                    <a:pt x="2247" y="6077"/>
                  </a:lnTo>
                  <a:lnTo>
                    <a:pt x="2468" y="6017"/>
                  </a:lnTo>
                  <a:lnTo>
                    <a:pt x="2708" y="5937"/>
                  </a:lnTo>
                  <a:lnTo>
                    <a:pt x="2949" y="5856"/>
                  </a:lnTo>
                  <a:lnTo>
                    <a:pt x="3169" y="5736"/>
                  </a:lnTo>
                  <a:lnTo>
                    <a:pt x="3410" y="5616"/>
                  </a:lnTo>
                  <a:lnTo>
                    <a:pt x="3631" y="5475"/>
                  </a:lnTo>
                  <a:lnTo>
                    <a:pt x="3490" y="5255"/>
                  </a:lnTo>
                  <a:lnTo>
                    <a:pt x="3390" y="5014"/>
                  </a:lnTo>
                  <a:lnTo>
                    <a:pt x="3310" y="4753"/>
                  </a:lnTo>
                  <a:lnTo>
                    <a:pt x="3290" y="4513"/>
                  </a:lnTo>
                  <a:lnTo>
                    <a:pt x="3290" y="4433"/>
                  </a:lnTo>
                  <a:lnTo>
                    <a:pt x="2989" y="4553"/>
                  </a:lnTo>
                  <a:lnTo>
                    <a:pt x="2648" y="4653"/>
                  </a:lnTo>
                  <a:lnTo>
                    <a:pt x="2327" y="4733"/>
                  </a:lnTo>
                  <a:lnTo>
                    <a:pt x="2167" y="4753"/>
                  </a:lnTo>
                  <a:lnTo>
                    <a:pt x="1866" y="4753"/>
                  </a:lnTo>
                  <a:lnTo>
                    <a:pt x="1746" y="4733"/>
                  </a:lnTo>
                  <a:lnTo>
                    <a:pt x="1625" y="4693"/>
                  </a:lnTo>
                  <a:lnTo>
                    <a:pt x="1505" y="4653"/>
                  </a:lnTo>
                  <a:lnTo>
                    <a:pt x="1405" y="4593"/>
                  </a:lnTo>
                  <a:lnTo>
                    <a:pt x="1304" y="4513"/>
                  </a:lnTo>
                  <a:lnTo>
                    <a:pt x="1204" y="4433"/>
                  </a:lnTo>
                  <a:lnTo>
                    <a:pt x="1124" y="4312"/>
                  </a:lnTo>
                  <a:lnTo>
                    <a:pt x="1044" y="4112"/>
                  </a:lnTo>
                  <a:lnTo>
                    <a:pt x="984" y="3931"/>
                  </a:lnTo>
                  <a:lnTo>
                    <a:pt x="984" y="3771"/>
                  </a:lnTo>
                  <a:lnTo>
                    <a:pt x="1004" y="3610"/>
                  </a:lnTo>
                  <a:lnTo>
                    <a:pt x="1044" y="3470"/>
                  </a:lnTo>
                  <a:lnTo>
                    <a:pt x="1124" y="3309"/>
                  </a:lnTo>
                  <a:lnTo>
                    <a:pt x="1324" y="3009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42">
              <a:extLst>
                <a:ext uri="{FF2B5EF4-FFF2-40B4-BE49-F238E27FC236}">
                  <a16:creationId xmlns:a16="http://schemas.microsoft.com/office/drawing/2014/main" id="{817D051C-6A76-0BFC-BEAB-2CC66E4F1AAA}"/>
                </a:ext>
              </a:extLst>
            </p:cNvPr>
            <p:cNvSpPr/>
            <p:nvPr/>
          </p:nvSpPr>
          <p:spPr>
            <a:xfrm>
              <a:off x="11386900" y="4325913"/>
              <a:ext cx="90775" cy="78250"/>
            </a:xfrm>
            <a:custGeom>
              <a:avLst/>
              <a:gdLst/>
              <a:ahLst/>
              <a:cxnLst/>
              <a:rect l="l" t="t" r="r" b="b"/>
              <a:pathLst>
                <a:path w="3631" h="3130" fill="none" extrusionOk="0">
                  <a:moveTo>
                    <a:pt x="1324" y="1"/>
                  </a:moveTo>
                  <a:lnTo>
                    <a:pt x="1324" y="1"/>
                  </a:lnTo>
                  <a:lnTo>
                    <a:pt x="984" y="221"/>
                  </a:lnTo>
                  <a:lnTo>
                    <a:pt x="643" y="462"/>
                  </a:lnTo>
                  <a:lnTo>
                    <a:pt x="482" y="602"/>
                  </a:lnTo>
                  <a:lnTo>
                    <a:pt x="342" y="743"/>
                  </a:lnTo>
                  <a:lnTo>
                    <a:pt x="221" y="883"/>
                  </a:lnTo>
                  <a:lnTo>
                    <a:pt x="141" y="1043"/>
                  </a:lnTo>
                  <a:lnTo>
                    <a:pt x="141" y="1043"/>
                  </a:lnTo>
                  <a:lnTo>
                    <a:pt x="81" y="1184"/>
                  </a:lnTo>
                  <a:lnTo>
                    <a:pt x="41" y="1324"/>
                  </a:lnTo>
                  <a:lnTo>
                    <a:pt x="21" y="1465"/>
                  </a:lnTo>
                  <a:lnTo>
                    <a:pt x="1" y="1605"/>
                  </a:lnTo>
                  <a:lnTo>
                    <a:pt x="1" y="1605"/>
                  </a:lnTo>
                  <a:lnTo>
                    <a:pt x="21" y="1725"/>
                  </a:lnTo>
                  <a:lnTo>
                    <a:pt x="41" y="1846"/>
                  </a:lnTo>
                  <a:lnTo>
                    <a:pt x="61" y="1986"/>
                  </a:lnTo>
                  <a:lnTo>
                    <a:pt x="101" y="2106"/>
                  </a:lnTo>
                  <a:lnTo>
                    <a:pt x="242" y="2327"/>
                  </a:lnTo>
                  <a:lnTo>
                    <a:pt x="402" y="2548"/>
                  </a:lnTo>
                  <a:lnTo>
                    <a:pt x="582" y="2728"/>
                  </a:lnTo>
                  <a:lnTo>
                    <a:pt x="803" y="2889"/>
                  </a:lnTo>
                  <a:lnTo>
                    <a:pt x="1044" y="3009"/>
                  </a:lnTo>
                  <a:lnTo>
                    <a:pt x="1304" y="3069"/>
                  </a:lnTo>
                  <a:lnTo>
                    <a:pt x="1304" y="3069"/>
                  </a:lnTo>
                  <a:lnTo>
                    <a:pt x="1525" y="3109"/>
                  </a:lnTo>
                  <a:lnTo>
                    <a:pt x="1766" y="3129"/>
                  </a:lnTo>
                  <a:lnTo>
                    <a:pt x="1766" y="3129"/>
                  </a:lnTo>
                  <a:lnTo>
                    <a:pt x="2006" y="3109"/>
                  </a:lnTo>
                  <a:lnTo>
                    <a:pt x="2247" y="3069"/>
                  </a:lnTo>
                  <a:lnTo>
                    <a:pt x="2468" y="3009"/>
                  </a:lnTo>
                  <a:lnTo>
                    <a:pt x="2708" y="2929"/>
                  </a:lnTo>
                  <a:lnTo>
                    <a:pt x="2949" y="2848"/>
                  </a:lnTo>
                  <a:lnTo>
                    <a:pt x="3169" y="2728"/>
                  </a:lnTo>
                  <a:lnTo>
                    <a:pt x="3410" y="2608"/>
                  </a:lnTo>
                  <a:lnTo>
                    <a:pt x="3631" y="2467"/>
                  </a:lnTo>
                  <a:lnTo>
                    <a:pt x="3631" y="2467"/>
                  </a:lnTo>
                  <a:lnTo>
                    <a:pt x="3490" y="2247"/>
                  </a:lnTo>
                  <a:lnTo>
                    <a:pt x="3390" y="2006"/>
                  </a:lnTo>
                  <a:lnTo>
                    <a:pt x="3310" y="1745"/>
                  </a:lnTo>
                  <a:lnTo>
                    <a:pt x="3290" y="1505"/>
                  </a:lnTo>
                  <a:lnTo>
                    <a:pt x="3290" y="1505"/>
                  </a:lnTo>
                  <a:lnTo>
                    <a:pt x="3290" y="1425"/>
                  </a:lnTo>
                  <a:lnTo>
                    <a:pt x="3290" y="1425"/>
                  </a:lnTo>
                  <a:lnTo>
                    <a:pt x="2989" y="1545"/>
                  </a:lnTo>
                  <a:lnTo>
                    <a:pt x="2648" y="1645"/>
                  </a:lnTo>
                  <a:lnTo>
                    <a:pt x="2327" y="1725"/>
                  </a:lnTo>
                  <a:lnTo>
                    <a:pt x="2167" y="1745"/>
                  </a:lnTo>
                  <a:lnTo>
                    <a:pt x="2006" y="1745"/>
                  </a:lnTo>
                  <a:lnTo>
                    <a:pt x="2006" y="1745"/>
                  </a:lnTo>
                  <a:lnTo>
                    <a:pt x="1866" y="1745"/>
                  </a:lnTo>
                  <a:lnTo>
                    <a:pt x="1746" y="1725"/>
                  </a:lnTo>
                  <a:lnTo>
                    <a:pt x="1625" y="1685"/>
                  </a:lnTo>
                  <a:lnTo>
                    <a:pt x="1505" y="1645"/>
                  </a:lnTo>
                  <a:lnTo>
                    <a:pt x="1405" y="1585"/>
                  </a:lnTo>
                  <a:lnTo>
                    <a:pt x="1304" y="1505"/>
                  </a:lnTo>
                  <a:lnTo>
                    <a:pt x="1204" y="1425"/>
                  </a:lnTo>
                  <a:lnTo>
                    <a:pt x="1124" y="1304"/>
                  </a:lnTo>
                  <a:lnTo>
                    <a:pt x="1124" y="1304"/>
                  </a:lnTo>
                  <a:lnTo>
                    <a:pt x="1044" y="1104"/>
                  </a:lnTo>
                  <a:lnTo>
                    <a:pt x="984" y="923"/>
                  </a:lnTo>
                  <a:lnTo>
                    <a:pt x="984" y="763"/>
                  </a:lnTo>
                  <a:lnTo>
                    <a:pt x="1004" y="602"/>
                  </a:lnTo>
                  <a:lnTo>
                    <a:pt x="1044" y="462"/>
                  </a:lnTo>
                  <a:lnTo>
                    <a:pt x="1124" y="301"/>
                  </a:lnTo>
                  <a:lnTo>
                    <a:pt x="132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42">
              <a:extLst>
                <a:ext uri="{FF2B5EF4-FFF2-40B4-BE49-F238E27FC236}">
                  <a16:creationId xmlns:a16="http://schemas.microsoft.com/office/drawing/2014/main" id="{82AFA9F5-A3EA-C2AA-0F50-2D26681DABAC}"/>
                </a:ext>
              </a:extLst>
            </p:cNvPr>
            <p:cNvSpPr/>
            <p:nvPr/>
          </p:nvSpPr>
          <p:spPr>
            <a:xfrm>
              <a:off x="11723325" y="4218613"/>
              <a:ext cx="96775" cy="37150"/>
            </a:xfrm>
            <a:custGeom>
              <a:avLst/>
              <a:gdLst/>
              <a:ahLst/>
              <a:cxnLst/>
              <a:rect l="l" t="t" r="r" b="b"/>
              <a:pathLst>
                <a:path w="3871" h="1486" extrusionOk="0">
                  <a:moveTo>
                    <a:pt x="3871" y="1"/>
                  </a:moveTo>
                  <a:lnTo>
                    <a:pt x="1926" y="643"/>
                  </a:lnTo>
                  <a:lnTo>
                    <a:pt x="0" y="1284"/>
                  </a:lnTo>
                  <a:lnTo>
                    <a:pt x="81" y="1485"/>
                  </a:lnTo>
                  <a:lnTo>
                    <a:pt x="1966" y="743"/>
                  </a:lnTo>
                  <a:lnTo>
                    <a:pt x="387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42">
              <a:extLst>
                <a:ext uri="{FF2B5EF4-FFF2-40B4-BE49-F238E27FC236}">
                  <a16:creationId xmlns:a16="http://schemas.microsoft.com/office/drawing/2014/main" id="{72D64BB8-796D-4538-2DF3-687788156B45}"/>
                </a:ext>
              </a:extLst>
            </p:cNvPr>
            <p:cNvSpPr/>
            <p:nvPr/>
          </p:nvSpPr>
          <p:spPr>
            <a:xfrm>
              <a:off x="11948925" y="4314888"/>
              <a:ext cx="19600" cy="30100"/>
            </a:xfrm>
            <a:custGeom>
              <a:avLst/>
              <a:gdLst/>
              <a:ahLst/>
              <a:cxnLst/>
              <a:rect l="l" t="t" r="r" b="b"/>
              <a:pathLst>
                <a:path w="784" h="1204" extrusionOk="0">
                  <a:moveTo>
                    <a:pt x="623" y="0"/>
                  </a:moveTo>
                  <a:lnTo>
                    <a:pt x="1" y="61"/>
                  </a:lnTo>
                  <a:lnTo>
                    <a:pt x="81" y="321"/>
                  </a:lnTo>
                  <a:lnTo>
                    <a:pt x="121" y="602"/>
                  </a:lnTo>
                  <a:lnTo>
                    <a:pt x="141" y="903"/>
                  </a:lnTo>
                  <a:lnTo>
                    <a:pt x="141" y="1204"/>
                  </a:lnTo>
                  <a:lnTo>
                    <a:pt x="783" y="1164"/>
                  </a:lnTo>
                  <a:lnTo>
                    <a:pt x="783" y="863"/>
                  </a:lnTo>
                  <a:lnTo>
                    <a:pt x="743" y="562"/>
                  </a:lnTo>
                  <a:lnTo>
                    <a:pt x="703" y="281"/>
                  </a:lnTo>
                  <a:lnTo>
                    <a:pt x="623" y="0"/>
                  </a:lnTo>
                  <a:close/>
                </a:path>
              </a:pathLst>
            </a:custGeom>
            <a:solidFill>
              <a:srgbClr val="CC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42">
              <a:extLst>
                <a:ext uri="{FF2B5EF4-FFF2-40B4-BE49-F238E27FC236}">
                  <a16:creationId xmlns:a16="http://schemas.microsoft.com/office/drawing/2014/main" id="{050F22E6-C92F-D2DD-ED6A-2AD6A9B2FDC7}"/>
                </a:ext>
              </a:extLst>
            </p:cNvPr>
            <p:cNvSpPr/>
            <p:nvPr/>
          </p:nvSpPr>
          <p:spPr>
            <a:xfrm>
              <a:off x="11948925" y="4314888"/>
              <a:ext cx="19600" cy="30100"/>
            </a:xfrm>
            <a:custGeom>
              <a:avLst/>
              <a:gdLst/>
              <a:ahLst/>
              <a:cxnLst/>
              <a:rect l="l" t="t" r="r" b="b"/>
              <a:pathLst>
                <a:path w="784" h="1204" fill="none" extrusionOk="0">
                  <a:moveTo>
                    <a:pt x="783" y="1164"/>
                  </a:moveTo>
                  <a:lnTo>
                    <a:pt x="783" y="1164"/>
                  </a:lnTo>
                  <a:lnTo>
                    <a:pt x="141" y="1204"/>
                  </a:lnTo>
                  <a:lnTo>
                    <a:pt x="141" y="1204"/>
                  </a:lnTo>
                  <a:lnTo>
                    <a:pt x="141" y="903"/>
                  </a:lnTo>
                  <a:lnTo>
                    <a:pt x="121" y="602"/>
                  </a:lnTo>
                  <a:lnTo>
                    <a:pt x="81" y="321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623" y="0"/>
                  </a:lnTo>
                  <a:lnTo>
                    <a:pt x="623" y="0"/>
                  </a:lnTo>
                  <a:lnTo>
                    <a:pt x="703" y="281"/>
                  </a:lnTo>
                  <a:lnTo>
                    <a:pt x="743" y="562"/>
                  </a:lnTo>
                  <a:lnTo>
                    <a:pt x="783" y="863"/>
                  </a:lnTo>
                  <a:lnTo>
                    <a:pt x="783" y="11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42">
              <a:extLst>
                <a:ext uri="{FF2B5EF4-FFF2-40B4-BE49-F238E27FC236}">
                  <a16:creationId xmlns:a16="http://schemas.microsoft.com/office/drawing/2014/main" id="{4A8975D4-C6BB-3510-B323-3359327D3D92}"/>
                </a:ext>
              </a:extLst>
            </p:cNvPr>
            <p:cNvSpPr/>
            <p:nvPr/>
          </p:nvSpPr>
          <p:spPr>
            <a:xfrm>
              <a:off x="11469125" y="4302863"/>
              <a:ext cx="777150" cy="103300"/>
            </a:xfrm>
            <a:custGeom>
              <a:avLst/>
              <a:gdLst/>
              <a:ahLst/>
              <a:cxnLst/>
              <a:rect l="l" t="t" r="r" b="b"/>
              <a:pathLst>
                <a:path w="31086" h="4132" extrusionOk="0">
                  <a:moveTo>
                    <a:pt x="29581" y="0"/>
                  </a:moveTo>
                  <a:lnTo>
                    <a:pt x="28478" y="20"/>
                  </a:lnTo>
                  <a:lnTo>
                    <a:pt x="27094" y="60"/>
                  </a:lnTo>
                  <a:lnTo>
                    <a:pt x="25510" y="141"/>
                  </a:lnTo>
                  <a:lnTo>
                    <a:pt x="23725" y="241"/>
                  </a:lnTo>
                  <a:lnTo>
                    <a:pt x="19815" y="481"/>
                  </a:lnTo>
                  <a:lnTo>
                    <a:pt x="19193" y="542"/>
                  </a:lnTo>
                  <a:lnTo>
                    <a:pt x="18150" y="602"/>
                  </a:lnTo>
                  <a:lnTo>
                    <a:pt x="13939" y="903"/>
                  </a:lnTo>
                  <a:lnTo>
                    <a:pt x="7000" y="1404"/>
                  </a:lnTo>
                  <a:lnTo>
                    <a:pt x="6659" y="1384"/>
                  </a:lnTo>
                  <a:lnTo>
                    <a:pt x="6318" y="1344"/>
                  </a:lnTo>
                  <a:lnTo>
                    <a:pt x="5676" y="1264"/>
                  </a:lnTo>
                  <a:lnTo>
                    <a:pt x="5055" y="1143"/>
                  </a:lnTo>
                  <a:lnTo>
                    <a:pt x="4453" y="1043"/>
                  </a:lnTo>
                  <a:lnTo>
                    <a:pt x="3851" y="943"/>
                  </a:lnTo>
                  <a:lnTo>
                    <a:pt x="3270" y="862"/>
                  </a:lnTo>
                  <a:lnTo>
                    <a:pt x="2969" y="842"/>
                  </a:lnTo>
                  <a:lnTo>
                    <a:pt x="2367" y="842"/>
                  </a:lnTo>
                  <a:lnTo>
                    <a:pt x="2046" y="883"/>
                  </a:lnTo>
                  <a:lnTo>
                    <a:pt x="1625" y="963"/>
                  </a:lnTo>
                  <a:lnTo>
                    <a:pt x="1405" y="1023"/>
                  </a:lnTo>
                  <a:lnTo>
                    <a:pt x="1164" y="1103"/>
                  </a:lnTo>
                  <a:lnTo>
                    <a:pt x="923" y="1183"/>
                  </a:lnTo>
                  <a:lnTo>
                    <a:pt x="703" y="1284"/>
                  </a:lnTo>
                  <a:lnTo>
                    <a:pt x="522" y="1404"/>
                  </a:lnTo>
                  <a:lnTo>
                    <a:pt x="362" y="1544"/>
                  </a:lnTo>
                  <a:lnTo>
                    <a:pt x="241" y="1665"/>
                  </a:lnTo>
                  <a:lnTo>
                    <a:pt x="161" y="1825"/>
                  </a:lnTo>
                  <a:lnTo>
                    <a:pt x="81" y="1965"/>
                  </a:lnTo>
                  <a:lnTo>
                    <a:pt x="41" y="2126"/>
                  </a:lnTo>
                  <a:lnTo>
                    <a:pt x="21" y="2286"/>
                  </a:lnTo>
                  <a:lnTo>
                    <a:pt x="1" y="2467"/>
                  </a:lnTo>
                  <a:lnTo>
                    <a:pt x="21" y="2627"/>
                  </a:lnTo>
                  <a:lnTo>
                    <a:pt x="61" y="2788"/>
                  </a:lnTo>
                  <a:lnTo>
                    <a:pt x="101" y="2948"/>
                  </a:lnTo>
                  <a:lnTo>
                    <a:pt x="161" y="3109"/>
                  </a:lnTo>
                  <a:lnTo>
                    <a:pt x="241" y="3249"/>
                  </a:lnTo>
                  <a:lnTo>
                    <a:pt x="342" y="3389"/>
                  </a:lnTo>
                  <a:lnTo>
                    <a:pt x="462" y="3530"/>
                  </a:lnTo>
                  <a:lnTo>
                    <a:pt x="582" y="3630"/>
                  </a:lnTo>
                  <a:lnTo>
                    <a:pt x="703" y="3750"/>
                  </a:lnTo>
                  <a:lnTo>
                    <a:pt x="843" y="3831"/>
                  </a:lnTo>
                  <a:lnTo>
                    <a:pt x="1004" y="3911"/>
                  </a:lnTo>
                  <a:lnTo>
                    <a:pt x="1164" y="3991"/>
                  </a:lnTo>
                  <a:lnTo>
                    <a:pt x="1324" y="4031"/>
                  </a:lnTo>
                  <a:lnTo>
                    <a:pt x="1485" y="4071"/>
                  </a:lnTo>
                  <a:lnTo>
                    <a:pt x="1826" y="4131"/>
                  </a:lnTo>
                  <a:lnTo>
                    <a:pt x="2167" y="4131"/>
                  </a:lnTo>
                  <a:lnTo>
                    <a:pt x="2528" y="4111"/>
                  </a:lnTo>
                  <a:lnTo>
                    <a:pt x="2869" y="4051"/>
                  </a:lnTo>
                  <a:lnTo>
                    <a:pt x="3230" y="3971"/>
                  </a:lnTo>
                  <a:lnTo>
                    <a:pt x="3591" y="3851"/>
                  </a:lnTo>
                  <a:lnTo>
                    <a:pt x="4313" y="3610"/>
                  </a:lnTo>
                  <a:lnTo>
                    <a:pt x="5034" y="3329"/>
                  </a:lnTo>
                  <a:lnTo>
                    <a:pt x="5696" y="3089"/>
                  </a:lnTo>
                  <a:lnTo>
                    <a:pt x="6017" y="2988"/>
                  </a:lnTo>
                  <a:lnTo>
                    <a:pt x="6318" y="2908"/>
                  </a:lnTo>
                  <a:lnTo>
                    <a:pt x="6940" y="2768"/>
                  </a:lnTo>
                  <a:lnTo>
                    <a:pt x="7702" y="2647"/>
                  </a:lnTo>
                  <a:lnTo>
                    <a:pt x="8584" y="2527"/>
                  </a:lnTo>
                  <a:lnTo>
                    <a:pt x="9567" y="2407"/>
                  </a:lnTo>
                  <a:lnTo>
                    <a:pt x="10650" y="2286"/>
                  </a:lnTo>
                  <a:lnTo>
                    <a:pt x="11813" y="2186"/>
                  </a:lnTo>
                  <a:lnTo>
                    <a:pt x="14300" y="1986"/>
                  </a:lnTo>
                  <a:lnTo>
                    <a:pt x="16305" y="1845"/>
                  </a:lnTo>
                  <a:lnTo>
                    <a:pt x="18351" y="1725"/>
                  </a:lnTo>
                  <a:lnTo>
                    <a:pt x="19333" y="1685"/>
                  </a:lnTo>
                  <a:lnTo>
                    <a:pt x="19975" y="1645"/>
                  </a:lnTo>
                  <a:lnTo>
                    <a:pt x="23846" y="1444"/>
                  </a:lnTo>
                  <a:lnTo>
                    <a:pt x="28217" y="1223"/>
                  </a:lnTo>
                  <a:lnTo>
                    <a:pt x="29581" y="1163"/>
                  </a:lnTo>
                  <a:lnTo>
                    <a:pt x="30022" y="1123"/>
                  </a:lnTo>
                  <a:lnTo>
                    <a:pt x="30263" y="1103"/>
                  </a:lnTo>
                  <a:lnTo>
                    <a:pt x="30363" y="1063"/>
                  </a:lnTo>
                  <a:lnTo>
                    <a:pt x="30484" y="1023"/>
                  </a:lnTo>
                  <a:lnTo>
                    <a:pt x="30684" y="903"/>
                  </a:lnTo>
                  <a:lnTo>
                    <a:pt x="30865" y="762"/>
                  </a:lnTo>
                  <a:lnTo>
                    <a:pt x="31005" y="622"/>
                  </a:lnTo>
                  <a:lnTo>
                    <a:pt x="31045" y="542"/>
                  </a:lnTo>
                  <a:lnTo>
                    <a:pt x="31085" y="461"/>
                  </a:lnTo>
                  <a:lnTo>
                    <a:pt x="31085" y="381"/>
                  </a:lnTo>
                  <a:lnTo>
                    <a:pt x="31085" y="301"/>
                  </a:lnTo>
                  <a:lnTo>
                    <a:pt x="31065" y="241"/>
                  </a:lnTo>
                  <a:lnTo>
                    <a:pt x="31005" y="181"/>
                  </a:lnTo>
                  <a:lnTo>
                    <a:pt x="30925" y="120"/>
                  </a:lnTo>
                  <a:lnTo>
                    <a:pt x="30825" y="80"/>
                  </a:lnTo>
                  <a:lnTo>
                    <a:pt x="30644" y="40"/>
                  </a:lnTo>
                  <a:lnTo>
                    <a:pt x="30383" y="20"/>
                  </a:lnTo>
                  <a:lnTo>
                    <a:pt x="295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42">
              <a:extLst>
                <a:ext uri="{FF2B5EF4-FFF2-40B4-BE49-F238E27FC236}">
                  <a16:creationId xmlns:a16="http://schemas.microsoft.com/office/drawing/2014/main" id="{6B8B29CE-8A00-B171-250A-00157280F00A}"/>
                </a:ext>
              </a:extLst>
            </p:cNvPr>
            <p:cNvSpPr/>
            <p:nvPr/>
          </p:nvSpPr>
          <p:spPr>
            <a:xfrm>
              <a:off x="11469125" y="4302863"/>
              <a:ext cx="777150" cy="103300"/>
            </a:xfrm>
            <a:custGeom>
              <a:avLst/>
              <a:gdLst/>
              <a:ahLst/>
              <a:cxnLst/>
              <a:rect l="l" t="t" r="r" b="b"/>
              <a:pathLst>
                <a:path w="31086" h="4132" fill="none" extrusionOk="0">
                  <a:moveTo>
                    <a:pt x="30263" y="1103"/>
                  </a:moveTo>
                  <a:lnTo>
                    <a:pt x="30263" y="1103"/>
                  </a:lnTo>
                  <a:lnTo>
                    <a:pt x="30022" y="1123"/>
                  </a:lnTo>
                  <a:lnTo>
                    <a:pt x="29581" y="1163"/>
                  </a:lnTo>
                  <a:lnTo>
                    <a:pt x="28217" y="1223"/>
                  </a:lnTo>
                  <a:lnTo>
                    <a:pt x="23846" y="1444"/>
                  </a:lnTo>
                  <a:lnTo>
                    <a:pt x="23846" y="1444"/>
                  </a:lnTo>
                  <a:lnTo>
                    <a:pt x="19975" y="1645"/>
                  </a:lnTo>
                  <a:lnTo>
                    <a:pt x="19975" y="1645"/>
                  </a:lnTo>
                  <a:lnTo>
                    <a:pt x="19333" y="1685"/>
                  </a:lnTo>
                  <a:lnTo>
                    <a:pt x="19333" y="1685"/>
                  </a:lnTo>
                  <a:lnTo>
                    <a:pt x="18351" y="1725"/>
                  </a:lnTo>
                  <a:lnTo>
                    <a:pt x="18351" y="1725"/>
                  </a:lnTo>
                  <a:lnTo>
                    <a:pt x="16305" y="1845"/>
                  </a:lnTo>
                  <a:lnTo>
                    <a:pt x="14300" y="1986"/>
                  </a:lnTo>
                  <a:lnTo>
                    <a:pt x="14300" y="1986"/>
                  </a:lnTo>
                  <a:lnTo>
                    <a:pt x="11813" y="2186"/>
                  </a:lnTo>
                  <a:lnTo>
                    <a:pt x="10650" y="2286"/>
                  </a:lnTo>
                  <a:lnTo>
                    <a:pt x="9567" y="2407"/>
                  </a:lnTo>
                  <a:lnTo>
                    <a:pt x="8584" y="2527"/>
                  </a:lnTo>
                  <a:lnTo>
                    <a:pt x="7702" y="2647"/>
                  </a:lnTo>
                  <a:lnTo>
                    <a:pt x="6940" y="2768"/>
                  </a:lnTo>
                  <a:lnTo>
                    <a:pt x="6318" y="2908"/>
                  </a:lnTo>
                  <a:lnTo>
                    <a:pt x="6318" y="2908"/>
                  </a:lnTo>
                  <a:lnTo>
                    <a:pt x="6017" y="2988"/>
                  </a:lnTo>
                  <a:lnTo>
                    <a:pt x="5696" y="3089"/>
                  </a:lnTo>
                  <a:lnTo>
                    <a:pt x="5034" y="3329"/>
                  </a:lnTo>
                  <a:lnTo>
                    <a:pt x="4313" y="3610"/>
                  </a:lnTo>
                  <a:lnTo>
                    <a:pt x="3591" y="3851"/>
                  </a:lnTo>
                  <a:lnTo>
                    <a:pt x="3230" y="3971"/>
                  </a:lnTo>
                  <a:lnTo>
                    <a:pt x="2869" y="4051"/>
                  </a:lnTo>
                  <a:lnTo>
                    <a:pt x="2528" y="4111"/>
                  </a:lnTo>
                  <a:lnTo>
                    <a:pt x="2167" y="4131"/>
                  </a:lnTo>
                  <a:lnTo>
                    <a:pt x="1826" y="4131"/>
                  </a:lnTo>
                  <a:lnTo>
                    <a:pt x="1485" y="4071"/>
                  </a:lnTo>
                  <a:lnTo>
                    <a:pt x="1324" y="4031"/>
                  </a:lnTo>
                  <a:lnTo>
                    <a:pt x="1164" y="3991"/>
                  </a:lnTo>
                  <a:lnTo>
                    <a:pt x="1004" y="3911"/>
                  </a:lnTo>
                  <a:lnTo>
                    <a:pt x="843" y="3831"/>
                  </a:lnTo>
                  <a:lnTo>
                    <a:pt x="843" y="3831"/>
                  </a:lnTo>
                  <a:lnTo>
                    <a:pt x="703" y="3750"/>
                  </a:lnTo>
                  <a:lnTo>
                    <a:pt x="582" y="3630"/>
                  </a:lnTo>
                  <a:lnTo>
                    <a:pt x="462" y="3530"/>
                  </a:lnTo>
                  <a:lnTo>
                    <a:pt x="342" y="3389"/>
                  </a:lnTo>
                  <a:lnTo>
                    <a:pt x="241" y="3249"/>
                  </a:lnTo>
                  <a:lnTo>
                    <a:pt x="161" y="3109"/>
                  </a:lnTo>
                  <a:lnTo>
                    <a:pt x="101" y="2948"/>
                  </a:lnTo>
                  <a:lnTo>
                    <a:pt x="61" y="2788"/>
                  </a:lnTo>
                  <a:lnTo>
                    <a:pt x="21" y="2627"/>
                  </a:lnTo>
                  <a:lnTo>
                    <a:pt x="1" y="2467"/>
                  </a:lnTo>
                  <a:lnTo>
                    <a:pt x="21" y="2286"/>
                  </a:lnTo>
                  <a:lnTo>
                    <a:pt x="41" y="2126"/>
                  </a:lnTo>
                  <a:lnTo>
                    <a:pt x="81" y="1965"/>
                  </a:lnTo>
                  <a:lnTo>
                    <a:pt x="161" y="1825"/>
                  </a:lnTo>
                  <a:lnTo>
                    <a:pt x="241" y="1665"/>
                  </a:lnTo>
                  <a:lnTo>
                    <a:pt x="362" y="1544"/>
                  </a:lnTo>
                  <a:lnTo>
                    <a:pt x="362" y="1544"/>
                  </a:lnTo>
                  <a:lnTo>
                    <a:pt x="522" y="1404"/>
                  </a:lnTo>
                  <a:lnTo>
                    <a:pt x="703" y="1284"/>
                  </a:lnTo>
                  <a:lnTo>
                    <a:pt x="923" y="1183"/>
                  </a:lnTo>
                  <a:lnTo>
                    <a:pt x="1164" y="1103"/>
                  </a:lnTo>
                  <a:lnTo>
                    <a:pt x="1405" y="1023"/>
                  </a:lnTo>
                  <a:lnTo>
                    <a:pt x="1625" y="963"/>
                  </a:lnTo>
                  <a:lnTo>
                    <a:pt x="2046" y="883"/>
                  </a:lnTo>
                  <a:lnTo>
                    <a:pt x="2046" y="883"/>
                  </a:lnTo>
                  <a:lnTo>
                    <a:pt x="2046" y="883"/>
                  </a:lnTo>
                  <a:lnTo>
                    <a:pt x="2367" y="842"/>
                  </a:lnTo>
                  <a:lnTo>
                    <a:pt x="2668" y="842"/>
                  </a:lnTo>
                  <a:lnTo>
                    <a:pt x="2969" y="842"/>
                  </a:lnTo>
                  <a:lnTo>
                    <a:pt x="3270" y="862"/>
                  </a:lnTo>
                  <a:lnTo>
                    <a:pt x="3851" y="943"/>
                  </a:lnTo>
                  <a:lnTo>
                    <a:pt x="4453" y="1043"/>
                  </a:lnTo>
                  <a:lnTo>
                    <a:pt x="5055" y="1143"/>
                  </a:lnTo>
                  <a:lnTo>
                    <a:pt x="5676" y="1264"/>
                  </a:lnTo>
                  <a:lnTo>
                    <a:pt x="6318" y="1344"/>
                  </a:lnTo>
                  <a:lnTo>
                    <a:pt x="6659" y="1384"/>
                  </a:lnTo>
                  <a:lnTo>
                    <a:pt x="7000" y="1404"/>
                  </a:lnTo>
                  <a:lnTo>
                    <a:pt x="7000" y="1404"/>
                  </a:lnTo>
                  <a:lnTo>
                    <a:pt x="13939" y="903"/>
                  </a:lnTo>
                  <a:lnTo>
                    <a:pt x="13939" y="903"/>
                  </a:lnTo>
                  <a:lnTo>
                    <a:pt x="18150" y="602"/>
                  </a:lnTo>
                  <a:lnTo>
                    <a:pt x="18150" y="602"/>
                  </a:lnTo>
                  <a:lnTo>
                    <a:pt x="19193" y="542"/>
                  </a:lnTo>
                  <a:lnTo>
                    <a:pt x="19193" y="542"/>
                  </a:lnTo>
                  <a:lnTo>
                    <a:pt x="19815" y="481"/>
                  </a:lnTo>
                  <a:lnTo>
                    <a:pt x="19815" y="481"/>
                  </a:lnTo>
                  <a:lnTo>
                    <a:pt x="23725" y="241"/>
                  </a:lnTo>
                  <a:lnTo>
                    <a:pt x="25510" y="141"/>
                  </a:lnTo>
                  <a:lnTo>
                    <a:pt x="27094" y="60"/>
                  </a:lnTo>
                  <a:lnTo>
                    <a:pt x="28478" y="20"/>
                  </a:lnTo>
                  <a:lnTo>
                    <a:pt x="29581" y="0"/>
                  </a:lnTo>
                  <a:lnTo>
                    <a:pt x="30383" y="20"/>
                  </a:lnTo>
                  <a:lnTo>
                    <a:pt x="30644" y="40"/>
                  </a:lnTo>
                  <a:lnTo>
                    <a:pt x="30825" y="80"/>
                  </a:lnTo>
                  <a:lnTo>
                    <a:pt x="30825" y="80"/>
                  </a:lnTo>
                  <a:lnTo>
                    <a:pt x="30925" y="120"/>
                  </a:lnTo>
                  <a:lnTo>
                    <a:pt x="31005" y="181"/>
                  </a:lnTo>
                  <a:lnTo>
                    <a:pt x="31065" y="241"/>
                  </a:lnTo>
                  <a:lnTo>
                    <a:pt x="31085" y="301"/>
                  </a:lnTo>
                  <a:lnTo>
                    <a:pt x="31085" y="381"/>
                  </a:lnTo>
                  <a:lnTo>
                    <a:pt x="31085" y="461"/>
                  </a:lnTo>
                  <a:lnTo>
                    <a:pt x="31045" y="542"/>
                  </a:lnTo>
                  <a:lnTo>
                    <a:pt x="31005" y="622"/>
                  </a:lnTo>
                  <a:lnTo>
                    <a:pt x="30865" y="762"/>
                  </a:lnTo>
                  <a:lnTo>
                    <a:pt x="30684" y="903"/>
                  </a:lnTo>
                  <a:lnTo>
                    <a:pt x="30484" y="1023"/>
                  </a:lnTo>
                  <a:lnTo>
                    <a:pt x="30363" y="1063"/>
                  </a:lnTo>
                  <a:lnTo>
                    <a:pt x="30263" y="11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42">
              <a:extLst>
                <a:ext uri="{FF2B5EF4-FFF2-40B4-BE49-F238E27FC236}">
                  <a16:creationId xmlns:a16="http://schemas.microsoft.com/office/drawing/2014/main" id="{75F05E9A-399E-2186-9751-AD4439D24869}"/>
                </a:ext>
              </a:extLst>
            </p:cNvPr>
            <p:cNvSpPr/>
            <p:nvPr/>
          </p:nvSpPr>
          <p:spPr>
            <a:xfrm>
              <a:off x="11817575" y="4317888"/>
              <a:ext cx="110325" cy="34625"/>
            </a:xfrm>
            <a:custGeom>
              <a:avLst/>
              <a:gdLst/>
              <a:ahLst/>
              <a:cxnLst/>
              <a:rect l="l" t="t" r="r" b="b"/>
              <a:pathLst>
                <a:path w="4413" h="1385" extrusionOk="0">
                  <a:moveTo>
                    <a:pt x="4212" y="1"/>
                  </a:moveTo>
                  <a:lnTo>
                    <a:pt x="1" y="302"/>
                  </a:lnTo>
                  <a:lnTo>
                    <a:pt x="121" y="482"/>
                  </a:lnTo>
                  <a:lnTo>
                    <a:pt x="201" y="663"/>
                  </a:lnTo>
                  <a:lnTo>
                    <a:pt x="281" y="863"/>
                  </a:lnTo>
                  <a:lnTo>
                    <a:pt x="342" y="1084"/>
                  </a:lnTo>
                  <a:lnTo>
                    <a:pt x="362" y="1224"/>
                  </a:lnTo>
                  <a:lnTo>
                    <a:pt x="362" y="1385"/>
                  </a:lnTo>
                  <a:lnTo>
                    <a:pt x="2367" y="1244"/>
                  </a:lnTo>
                  <a:lnTo>
                    <a:pt x="4413" y="1124"/>
                  </a:lnTo>
                  <a:lnTo>
                    <a:pt x="4413" y="843"/>
                  </a:lnTo>
                  <a:lnTo>
                    <a:pt x="4373" y="542"/>
                  </a:lnTo>
                  <a:lnTo>
                    <a:pt x="4292" y="261"/>
                  </a:lnTo>
                  <a:lnTo>
                    <a:pt x="42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42">
              <a:extLst>
                <a:ext uri="{FF2B5EF4-FFF2-40B4-BE49-F238E27FC236}">
                  <a16:creationId xmlns:a16="http://schemas.microsoft.com/office/drawing/2014/main" id="{917EF0E4-13F7-BF7F-CB5F-50E4CFF4E9B5}"/>
                </a:ext>
              </a:extLst>
            </p:cNvPr>
            <p:cNvSpPr/>
            <p:nvPr/>
          </p:nvSpPr>
          <p:spPr>
            <a:xfrm>
              <a:off x="11817575" y="4317888"/>
              <a:ext cx="110325" cy="34625"/>
            </a:xfrm>
            <a:custGeom>
              <a:avLst/>
              <a:gdLst/>
              <a:ahLst/>
              <a:cxnLst/>
              <a:rect l="l" t="t" r="r" b="b"/>
              <a:pathLst>
                <a:path w="4413" h="1385" fill="none" extrusionOk="0">
                  <a:moveTo>
                    <a:pt x="4413" y="1124"/>
                  </a:moveTo>
                  <a:lnTo>
                    <a:pt x="4413" y="1124"/>
                  </a:lnTo>
                  <a:lnTo>
                    <a:pt x="2367" y="1244"/>
                  </a:lnTo>
                  <a:lnTo>
                    <a:pt x="362" y="1385"/>
                  </a:lnTo>
                  <a:lnTo>
                    <a:pt x="362" y="1385"/>
                  </a:lnTo>
                  <a:lnTo>
                    <a:pt x="362" y="1224"/>
                  </a:lnTo>
                  <a:lnTo>
                    <a:pt x="342" y="1084"/>
                  </a:lnTo>
                  <a:lnTo>
                    <a:pt x="342" y="1084"/>
                  </a:lnTo>
                  <a:lnTo>
                    <a:pt x="281" y="863"/>
                  </a:lnTo>
                  <a:lnTo>
                    <a:pt x="201" y="663"/>
                  </a:lnTo>
                  <a:lnTo>
                    <a:pt x="121" y="482"/>
                  </a:lnTo>
                  <a:lnTo>
                    <a:pt x="1" y="302"/>
                  </a:lnTo>
                  <a:lnTo>
                    <a:pt x="1" y="302"/>
                  </a:lnTo>
                  <a:lnTo>
                    <a:pt x="4212" y="1"/>
                  </a:lnTo>
                  <a:lnTo>
                    <a:pt x="4212" y="1"/>
                  </a:lnTo>
                  <a:lnTo>
                    <a:pt x="4292" y="261"/>
                  </a:lnTo>
                  <a:lnTo>
                    <a:pt x="4373" y="542"/>
                  </a:lnTo>
                  <a:lnTo>
                    <a:pt x="4413" y="843"/>
                  </a:lnTo>
                  <a:lnTo>
                    <a:pt x="4413" y="112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42">
              <a:extLst>
                <a:ext uri="{FF2B5EF4-FFF2-40B4-BE49-F238E27FC236}">
                  <a16:creationId xmlns:a16="http://schemas.microsoft.com/office/drawing/2014/main" id="{9A85E239-E008-DC6A-6888-8AC355D5C494}"/>
                </a:ext>
              </a:extLst>
            </p:cNvPr>
            <p:cNvSpPr/>
            <p:nvPr/>
          </p:nvSpPr>
          <p:spPr>
            <a:xfrm>
              <a:off x="11469125" y="4324913"/>
              <a:ext cx="596150" cy="81250"/>
            </a:xfrm>
            <a:custGeom>
              <a:avLst/>
              <a:gdLst/>
              <a:ahLst/>
              <a:cxnLst/>
              <a:rect l="l" t="t" r="r" b="b"/>
              <a:pathLst>
                <a:path w="23846" h="3250" extrusionOk="0">
                  <a:moveTo>
                    <a:pt x="2026" y="1"/>
                  </a:moveTo>
                  <a:lnTo>
                    <a:pt x="2018" y="6"/>
                  </a:lnTo>
                  <a:lnTo>
                    <a:pt x="2018" y="6"/>
                  </a:lnTo>
                  <a:lnTo>
                    <a:pt x="2046" y="1"/>
                  </a:lnTo>
                  <a:close/>
                  <a:moveTo>
                    <a:pt x="21259" y="482"/>
                  </a:moveTo>
                  <a:lnTo>
                    <a:pt x="19795" y="502"/>
                  </a:lnTo>
                  <a:lnTo>
                    <a:pt x="18351" y="542"/>
                  </a:lnTo>
                  <a:lnTo>
                    <a:pt x="18351" y="843"/>
                  </a:lnTo>
                  <a:lnTo>
                    <a:pt x="19333" y="803"/>
                  </a:lnTo>
                  <a:lnTo>
                    <a:pt x="19975" y="763"/>
                  </a:lnTo>
                  <a:lnTo>
                    <a:pt x="23846" y="562"/>
                  </a:lnTo>
                  <a:lnTo>
                    <a:pt x="23204" y="522"/>
                  </a:lnTo>
                  <a:lnTo>
                    <a:pt x="22562" y="502"/>
                  </a:lnTo>
                  <a:lnTo>
                    <a:pt x="21259" y="482"/>
                  </a:lnTo>
                  <a:close/>
                  <a:moveTo>
                    <a:pt x="2018" y="6"/>
                  </a:moveTo>
                  <a:lnTo>
                    <a:pt x="1625" y="81"/>
                  </a:lnTo>
                  <a:lnTo>
                    <a:pt x="1405" y="141"/>
                  </a:lnTo>
                  <a:lnTo>
                    <a:pt x="1164" y="221"/>
                  </a:lnTo>
                  <a:lnTo>
                    <a:pt x="923" y="301"/>
                  </a:lnTo>
                  <a:lnTo>
                    <a:pt x="703" y="402"/>
                  </a:lnTo>
                  <a:lnTo>
                    <a:pt x="522" y="522"/>
                  </a:lnTo>
                  <a:lnTo>
                    <a:pt x="362" y="662"/>
                  </a:lnTo>
                  <a:lnTo>
                    <a:pt x="282" y="743"/>
                  </a:lnTo>
                  <a:lnTo>
                    <a:pt x="201" y="863"/>
                  </a:lnTo>
                  <a:lnTo>
                    <a:pt x="141" y="963"/>
                  </a:lnTo>
                  <a:lnTo>
                    <a:pt x="101" y="1063"/>
                  </a:lnTo>
                  <a:lnTo>
                    <a:pt x="21" y="1304"/>
                  </a:lnTo>
                  <a:lnTo>
                    <a:pt x="1" y="1545"/>
                  </a:lnTo>
                  <a:lnTo>
                    <a:pt x="21" y="1745"/>
                  </a:lnTo>
                  <a:lnTo>
                    <a:pt x="61" y="1946"/>
                  </a:lnTo>
                  <a:lnTo>
                    <a:pt x="141" y="2146"/>
                  </a:lnTo>
                  <a:lnTo>
                    <a:pt x="241" y="2347"/>
                  </a:lnTo>
                  <a:lnTo>
                    <a:pt x="362" y="2527"/>
                  </a:lnTo>
                  <a:lnTo>
                    <a:pt x="502" y="2688"/>
                  </a:lnTo>
                  <a:lnTo>
                    <a:pt x="663" y="2828"/>
                  </a:lnTo>
                  <a:lnTo>
                    <a:pt x="843" y="2949"/>
                  </a:lnTo>
                  <a:lnTo>
                    <a:pt x="1144" y="3089"/>
                  </a:lnTo>
                  <a:lnTo>
                    <a:pt x="1445" y="3189"/>
                  </a:lnTo>
                  <a:lnTo>
                    <a:pt x="1746" y="3229"/>
                  </a:lnTo>
                  <a:lnTo>
                    <a:pt x="2066" y="3249"/>
                  </a:lnTo>
                  <a:lnTo>
                    <a:pt x="2327" y="3249"/>
                  </a:lnTo>
                  <a:lnTo>
                    <a:pt x="2608" y="3209"/>
                  </a:lnTo>
                  <a:lnTo>
                    <a:pt x="2869" y="3169"/>
                  </a:lnTo>
                  <a:lnTo>
                    <a:pt x="3149" y="3109"/>
                  </a:lnTo>
                  <a:lnTo>
                    <a:pt x="3711" y="2949"/>
                  </a:lnTo>
                  <a:lnTo>
                    <a:pt x="4272" y="2748"/>
                  </a:lnTo>
                  <a:lnTo>
                    <a:pt x="5335" y="2327"/>
                  </a:lnTo>
                  <a:lnTo>
                    <a:pt x="5837" y="2146"/>
                  </a:lnTo>
                  <a:lnTo>
                    <a:pt x="6318" y="2026"/>
                  </a:lnTo>
                  <a:lnTo>
                    <a:pt x="6940" y="1886"/>
                  </a:lnTo>
                  <a:lnTo>
                    <a:pt x="7702" y="1765"/>
                  </a:lnTo>
                  <a:lnTo>
                    <a:pt x="8584" y="1645"/>
                  </a:lnTo>
                  <a:lnTo>
                    <a:pt x="9567" y="1525"/>
                  </a:lnTo>
                  <a:lnTo>
                    <a:pt x="10650" y="1404"/>
                  </a:lnTo>
                  <a:lnTo>
                    <a:pt x="11813" y="1304"/>
                  </a:lnTo>
                  <a:lnTo>
                    <a:pt x="14300" y="1104"/>
                  </a:lnTo>
                  <a:lnTo>
                    <a:pt x="14300" y="943"/>
                  </a:lnTo>
                  <a:lnTo>
                    <a:pt x="14280" y="803"/>
                  </a:lnTo>
                  <a:lnTo>
                    <a:pt x="14260" y="763"/>
                  </a:lnTo>
                  <a:lnTo>
                    <a:pt x="12876" y="823"/>
                  </a:lnTo>
                  <a:lnTo>
                    <a:pt x="11472" y="863"/>
                  </a:lnTo>
                  <a:lnTo>
                    <a:pt x="10068" y="923"/>
                  </a:lnTo>
                  <a:lnTo>
                    <a:pt x="9366" y="983"/>
                  </a:lnTo>
                  <a:lnTo>
                    <a:pt x="8664" y="1043"/>
                  </a:lnTo>
                  <a:lnTo>
                    <a:pt x="7962" y="1124"/>
                  </a:lnTo>
                  <a:lnTo>
                    <a:pt x="7261" y="1224"/>
                  </a:lnTo>
                  <a:lnTo>
                    <a:pt x="6519" y="1364"/>
                  </a:lnTo>
                  <a:lnTo>
                    <a:pt x="5777" y="1505"/>
                  </a:lnTo>
                  <a:lnTo>
                    <a:pt x="5034" y="1665"/>
                  </a:lnTo>
                  <a:lnTo>
                    <a:pt x="4292" y="1805"/>
                  </a:lnTo>
                  <a:lnTo>
                    <a:pt x="3591" y="1926"/>
                  </a:lnTo>
                  <a:lnTo>
                    <a:pt x="3210" y="1986"/>
                  </a:lnTo>
                  <a:lnTo>
                    <a:pt x="2849" y="2006"/>
                  </a:lnTo>
                  <a:lnTo>
                    <a:pt x="2668" y="1986"/>
                  </a:lnTo>
                  <a:lnTo>
                    <a:pt x="2508" y="1966"/>
                  </a:lnTo>
                  <a:lnTo>
                    <a:pt x="2267" y="1926"/>
                  </a:lnTo>
                  <a:lnTo>
                    <a:pt x="2066" y="1846"/>
                  </a:lnTo>
                  <a:lnTo>
                    <a:pt x="1886" y="1765"/>
                  </a:lnTo>
                  <a:lnTo>
                    <a:pt x="1726" y="1665"/>
                  </a:lnTo>
                  <a:lnTo>
                    <a:pt x="1605" y="1545"/>
                  </a:lnTo>
                  <a:lnTo>
                    <a:pt x="1505" y="1404"/>
                  </a:lnTo>
                  <a:lnTo>
                    <a:pt x="1445" y="1284"/>
                  </a:lnTo>
                  <a:lnTo>
                    <a:pt x="1385" y="1124"/>
                  </a:lnTo>
                  <a:lnTo>
                    <a:pt x="1365" y="983"/>
                  </a:lnTo>
                  <a:lnTo>
                    <a:pt x="1385" y="823"/>
                  </a:lnTo>
                  <a:lnTo>
                    <a:pt x="1425" y="682"/>
                  </a:lnTo>
                  <a:lnTo>
                    <a:pt x="1485" y="542"/>
                  </a:lnTo>
                  <a:lnTo>
                    <a:pt x="1585" y="382"/>
                  </a:lnTo>
                  <a:lnTo>
                    <a:pt x="1705" y="261"/>
                  </a:lnTo>
                  <a:lnTo>
                    <a:pt x="1846" y="121"/>
                  </a:lnTo>
                  <a:lnTo>
                    <a:pt x="2018" y="6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42">
              <a:extLst>
                <a:ext uri="{FF2B5EF4-FFF2-40B4-BE49-F238E27FC236}">
                  <a16:creationId xmlns:a16="http://schemas.microsoft.com/office/drawing/2014/main" id="{E932C96A-AA75-8D3B-402E-7CC6671237C5}"/>
                </a:ext>
              </a:extLst>
            </p:cNvPr>
            <p:cNvSpPr/>
            <p:nvPr/>
          </p:nvSpPr>
          <p:spPr>
            <a:xfrm>
              <a:off x="11825600" y="4338463"/>
              <a:ext cx="102300" cy="14050"/>
            </a:xfrm>
            <a:custGeom>
              <a:avLst/>
              <a:gdLst/>
              <a:ahLst/>
              <a:cxnLst/>
              <a:rect l="l" t="t" r="r" b="b"/>
              <a:pathLst>
                <a:path w="4092" h="562" extrusionOk="0">
                  <a:moveTo>
                    <a:pt x="4092" y="0"/>
                  </a:moveTo>
                  <a:lnTo>
                    <a:pt x="2046" y="100"/>
                  </a:lnTo>
                  <a:lnTo>
                    <a:pt x="1" y="221"/>
                  </a:lnTo>
                  <a:lnTo>
                    <a:pt x="21" y="261"/>
                  </a:lnTo>
                  <a:lnTo>
                    <a:pt x="41" y="401"/>
                  </a:lnTo>
                  <a:lnTo>
                    <a:pt x="41" y="562"/>
                  </a:lnTo>
                  <a:lnTo>
                    <a:pt x="3209" y="361"/>
                  </a:lnTo>
                  <a:lnTo>
                    <a:pt x="4092" y="301"/>
                  </a:lnTo>
                  <a:lnTo>
                    <a:pt x="409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67" name="Google Shape;8567;p42">
            <a:extLst>
              <a:ext uri="{FF2B5EF4-FFF2-40B4-BE49-F238E27FC236}">
                <a16:creationId xmlns:a16="http://schemas.microsoft.com/office/drawing/2014/main" id="{DECD1359-37AD-9A2B-30B0-3F2640209585}"/>
              </a:ext>
            </a:extLst>
          </p:cNvPr>
          <p:cNvGrpSpPr/>
          <p:nvPr/>
        </p:nvGrpSpPr>
        <p:grpSpPr>
          <a:xfrm>
            <a:off x="6961713" y="-153575"/>
            <a:ext cx="260625" cy="1230500"/>
            <a:chOff x="6815325" y="0"/>
            <a:chExt cx="260625" cy="1230500"/>
          </a:xfrm>
        </p:grpSpPr>
        <p:sp>
          <p:nvSpPr>
            <p:cNvPr id="8568" name="Google Shape;8568;p42">
              <a:extLst>
                <a:ext uri="{FF2B5EF4-FFF2-40B4-BE49-F238E27FC236}">
                  <a16:creationId xmlns:a16="http://schemas.microsoft.com/office/drawing/2014/main" id="{462DD16E-EF22-F3B0-80A5-AFD9FC9533F5}"/>
                </a:ext>
              </a:extLst>
            </p:cNvPr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extrusionOk="0">
                  <a:moveTo>
                    <a:pt x="1" y="36662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42">
              <a:extLst>
                <a:ext uri="{FF2B5EF4-FFF2-40B4-BE49-F238E27FC236}">
                  <a16:creationId xmlns:a16="http://schemas.microsoft.com/office/drawing/2014/main" id="{8D6261A8-FCBC-81B7-C28F-00DDDE9125AE}"/>
                </a:ext>
              </a:extLst>
            </p:cNvPr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fill="none" extrusionOk="0">
                  <a:moveTo>
                    <a:pt x="1" y="36662"/>
                  </a:moveTo>
                  <a:lnTo>
                    <a:pt x="1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42">
              <a:extLst>
                <a:ext uri="{FF2B5EF4-FFF2-40B4-BE49-F238E27FC236}">
                  <a16:creationId xmlns:a16="http://schemas.microsoft.com/office/drawing/2014/main" id="{EADBE37F-2A4B-2F58-79F8-075B1109F331}"/>
                </a:ext>
              </a:extLst>
            </p:cNvPr>
            <p:cNvSpPr/>
            <p:nvPr/>
          </p:nvSpPr>
          <p:spPr>
            <a:xfrm>
              <a:off x="6933275" y="0"/>
              <a:ext cx="19675" cy="916575"/>
            </a:xfrm>
            <a:custGeom>
              <a:avLst/>
              <a:gdLst/>
              <a:ahLst/>
              <a:cxnLst/>
              <a:rect l="l" t="t" r="r" b="b"/>
              <a:pathLst>
                <a:path w="787" h="36663" extrusionOk="0">
                  <a:moveTo>
                    <a:pt x="0" y="0"/>
                  </a:moveTo>
                  <a:lnTo>
                    <a:pt x="0" y="36662"/>
                  </a:lnTo>
                  <a:lnTo>
                    <a:pt x="787" y="366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42">
              <a:extLst>
                <a:ext uri="{FF2B5EF4-FFF2-40B4-BE49-F238E27FC236}">
                  <a16:creationId xmlns:a16="http://schemas.microsoft.com/office/drawing/2014/main" id="{A2C2E9A0-BF8A-0948-A776-CACED9C33EE9}"/>
                </a:ext>
              </a:extLst>
            </p:cNvPr>
            <p:cNvSpPr/>
            <p:nvPr/>
          </p:nvSpPr>
          <p:spPr>
            <a:xfrm>
              <a:off x="6815325" y="847475"/>
              <a:ext cx="260625" cy="383025"/>
            </a:xfrm>
            <a:custGeom>
              <a:avLst/>
              <a:gdLst/>
              <a:ahLst/>
              <a:cxnLst/>
              <a:rect l="l" t="t" r="r" b="b"/>
              <a:pathLst>
                <a:path w="10425" h="15321" extrusionOk="0">
                  <a:moveTo>
                    <a:pt x="7077" y="0"/>
                  </a:moveTo>
                  <a:lnTo>
                    <a:pt x="6718" y="23"/>
                  </a:lnTo>
                  <a:lnTo>
                    <a:pt x="6358" y="45"/>
                  </a:lnTo>
                  <a:lnTo>
                    <a:pt x="5999" y="90"/>
                  </a:lnTo>
                  <a:lnTo>
                    <a:pt x="5662" y="157"/>
                  </a:lnTo>
                  <a:lnTo>
                    <a:pt x="5303" y="247"/>
                  </a:lnTo>
                  <a:lnTo>
                    <a:pt x="4966" y="360"/>
                  </a:lnTo>
                  <a:lnTo>
                    <a:pt x="4651" y="472"/>
                  </a:lnTo>
                  <a:lnTo>
                    <a:pt x="4314" y="607"/>
                  </a:lnTo>
                  <a:lnTo>
                    <a:pt x="4000" y="764"/>
                  </a:lnTo>
                  <a:lnTo>
                    <a:pt x="3708" y="944"/>
                  </a:lnTo>
                  <a:lnTo>
                    <a:pt x="3416" y="1123"/>
                  </a:lnTo>
                  <a:lnTo>
                    <a:pt x="3123" y="1326"/>
                  </a:lnTo>
                  <a:lnTo>
                    <a:pt x="2831" y="1528"/>
                  </a:lnTo>
                  <a:lnTo>
                    <a:pt x="2584" y="1752"/>
                  </a:lnTo>
                  <a:lnTo>
                    <a:pt x="2315" y="1999"/>
                  </a:lnTo>
                  <a:lnTo>
                    <a:pt x="2068" y="2247"/>
                  </a:lnTo>
                  <a:lnTo>
                    <a:pt x="1843" y="2516"/>
                  </a:lnTo>
                  <a:lnTo>
                    <a:pt x="1618" y="2808"/>
                  </a:lnTo>
                  <a:lnTo>
                    <a:pt x="1394" y="3078"/>
                  </a:lnTo>
                  <a:lnTo>
                    <a:pt x="1214" y="3392"/>
                  </a:lnTo>
                  <a:lnTo>
                    <a:pt x="1012" y="3707"/>
                  </a:lnTo>
                  <a:lnTo>
                    <a:pt x="855" y="4021"/>
                  </a:lnTo>
                  <a:lnTo>
                    <a:pt x="697" y="4336"/>
                  </a:lnTo>
                  <a:lnTo>
                    <a:pt x="563" y="4695"/>
                  </a:lnTo>
                  <a:lnTo>
                    <a:pt x="428" y="5032"/>
                  </a:lnTo>
                  <a:lnTo>
                    <a:pt x="315" y="5392"/>
                  </a:lnTo>
                  <a:lnTo>
                    <a:pt x="226" y="5751"/>
                  </a:lnTo>
                  <a:lnTo>
                    <a:pt x="136" y="6110"/>
                  </a:lnTo>
                  <a:lnTo>
                    <a:pt x="68" y="6492"/>
                  </a:lnTo>
                  <a:lnTo>
                    <a:pt x="23" y="6874"/>
                  </a:lnTo>
                  <a:lnTo>
                    <a:pt x="1" y="7256"/>
                  </a:lnTo>
                  <a:lnTo>
                    <a:pt x="1" y="7661"/>
                  </a:lnTo>
                  <a:lnTo>
                    <a:pt x="1" y="8042"/>
                  </a:lnTo>
                  <a:lnTo>
                    <a:pt x="23" y="8447"/>
                  </a:lnTo>
                  <a:lnTo>
                    <a:pt x="68" y="8829"/>
                  </a:lnTo>
                  <a:lnTo>
                    <a:pt x="136" y="9211"/>
                  </a:lnTo>
                  <a:lnTo>
                    <a:pt x="226" y="9570"/>
                  </a:lnTo>
                  <a:lnTo>
                    <a:pt x="315" y="9929"/>
                  </a:lnTo>
                  <a:lnTo>
                    <a:pt x="428" y="10289"/>
                  </a:lnTo>
                  <a:lnTo>
                    <a:pt x="563" y="10648"/>
                  </a:lnTo>
                  <a:lnTo>
                    <a:pt x="697" y="10985"/>
                  </a:lnTo>
                  <a:lnTo>
                    <a:pt x="855" y="11322"/>
                  </a:lnTo>
                  <a:lnTo>
                    <a:pt x="1012" y="11637"/>
                  </a:lnTo>
                  <a:lnTo>
                    <a:pt x="1214" y="11951"/>
                  </a:lnTo>
                  <a:lnTo>
                    <a:pt x="1394" y="12243"/>
                  </a:lnTo>
                  <a:lnTo>
                    <a:pt x="1618" y="12535"/>
                  </a:lnTo>
                  <a:lnTo>
                    <a:pt x="1843" y="12805"/>
                  </a:lnTo>
                  <a:lnTo>
                    <a:pt x="2068" y="13075"/>
                  </a:lnTo>
                  <a:lnTo>
                    <a:pt x="2315" y="13344"/>
                  </a:lnTo>
                  <a:lnTo>
                    <a:pt x="2584" y="13569"/>
                  </a:lnTo>
                  <a:lnTo>
                    <a:pt x="2831" y="13793"/>
                  </a:lnTo>
                  <a:lnTo>
                    <a:pt x="3123" y="14018"/>
                  </a:lnTo>
                  <a:lnTo>
                    <a:pt x="3416" y="14220"/>
                  </a:lnTo>
                  <a:lnTo>
                    <a:pt x="3708" y="14400"/>
                  </a:lnTo>
                  <a:lnTo>
                    <a:pt x="4000" y="14580"/>
                  </a:lnTo>
                  <a:lnTo>
                    <a:pt x="4314" y="14714"/>
                  </a:lnTo>
                  <a:lnTo>
                    <a:pt x="4651" y="14872"/>
                  </a:lnTo>
                  <a:lnTo>
                    <a:pt x="4966" y="14984"/>
                  </a:lnTo>
                  <a:lnTo>
                    <a:pt x="5303" y="15074"/>
                  </a:lnTo>
                  <a:lnTo>
                    <a:pt x="5662" y="15164"/>
                  </a:lnTo>
                  <a:lnTo>
                    <a:pt x="5999" y="15231"/>
                  </a:lnTo>
                  <a:lnTo>
                    <a:pt x="6358" y="15276"/>
                  </a:lnTo>
                  <a:lnTo>
                    <a:pt x="6718" y="15321"/>
                  </a:lnTo>
                  <a:lnTo>
                    <a:pt x="7504" y="15321"/>
                  </a:lnTo>
                  <a:lnTo>
                    <a:pt x="7931" y="15276"/>
                  </a:lnTo>
                  <a:lnTo>
                    <a:pt x="8335" y="15209"/>
                  </a:lnTo>
                  <a:lnTo>
                    <a:pt x="8762" y="15119"/>
                  </a:lnTo>
                  <a:lnTo>
                    <a:pt x="9144" y="14984"/>
                  </a:lnTo>
                  <a:lnTo>
                    <a:pt x="9548" y="14849"/>
                  </a:lnTo>
                  <a:lnTo>
                    <a:pt x="9908" y="14692"/>
                  </a:lnTo>
                  <a:lnTo>
                    <a:pt x="10267" y="14512"/>
                  </a:lnTo>
                  <a:lnTo>
                    <a:pt x="9863" y="14243"/>
                  </a:lnTo>
                  <a:lnTo>
                    <a:pt x="9481" y="13951"/>
                  </a:lnTo>
                  <a:lnTo>
                    <a:pt x="9122" y="13636"/>
                  </a:lnTo>
                  <a:lnTo>
                    <a:pt x="8762" y="13299"/>
                  </a:lnTo>
                  <a:lnTo>
                    <a:pt x="8425" y="12940"/>
                  </a:lnTo>
                  <a:lnTo>
                    <a:pt x="8133" y="12558"/>
                  </a:lnTo>
                  <a:lnTo>
                    <a:pt x="7841" y="12153"/>
                  </a:lnTo>
                  <a:lnTo>
                    <a:pt x="7594" y="11727"/>
                  </a:lnTo>
                  <a:lnTo>
                    <a:pt x="7347" y="11300"/>
                  </a:lnTo>
                  <a:lnTo>
                    <a:pt x="7145" y="10828"/>
                  </a:lnTo>
                  <a:lnTo>
                    <a:pt x="6987" y="10356"/>
                  </a:lnTo>
                  <a:lnTo>
                    <a:pt x="6830" y="9862"/>
                  </a:lnTo>
                  <a:lnTo>
                    <a:pt x="6718" y="9345"/>
                  </a:lnTo>
                  <a:lnTo>
                    <a:pt x="6628" y="8829"/>
                  </a:lnTo>
                  <a:lnTo>
                    <a:pt x="6583" y="8290"/>
                  </a:lnTo>
                  <a:lnTo>
                    <a:pt x="6561" y="7750"/>
                  </a:lnTo>
                  <a:lnTo>
                    <a:pt x="6583" y="7211"/>
                  </a:lnTo>
                  <a:lnTo>
                    <a:pt x="6628" y="6650"/>
                  </a:lnTo>
                  <a:lnTo>
                    <a:pt x="6718" y="6133"/>
                  </a:lnTo>
                  <a:lnTo>
                    <a:pt x="6830" y="5616"/>
                  </a:lnTo>
                  <a:lnTo>
                    <a:pt x="6987" y="5100"/>
                  </a:lnTo>
                  <a:lnTo>
                    <a:pt x="7167" y="4605"/>
                  </a:lnTo>
                  <a:lnTo>
                    <a:pt x="7392" y="4134"/>
                  </a:lnTo>
                  <a:lnTo>
                    <a:pt x="7639" y="3684"/>
                  </a:lnTo>
                  <a:lnTo>
                    <a:pt x="7908" y="3257"/>
                  </a:lnTo>
                  <a:lnTo>
                    <a:pt x="8200" y="2853"/>
                  </a:lnTo>
                  <a:lnTo>
                    <a:pt x="8515" y="2449"/>
                  </a:lnTo>
                  <a:lnTo>
                    <a:pt x="8852" y="2089"/>
                  </a:lnTo>
                  <a:lnTo>
                    <a:pt x="9211" y="1752"/>
                  </a:lnTo>
                  <a:lnTo>
                    <a:pt x="9616" y="1438"/>
                  </a:lnTo>
                  <a:lnTo>
                    <a:pt x="10020" y="1168"/>
                  </a:lnTo>
                  <a:lnTo>
                    <a:pt x="10424" y="921"/>
                  </a:lnTo>
                  <a:lnTo>
                    <a:pt x="10065" y="719"/>
                  </a:lnTo>
                  <a:lnTo>
                    <a:pt x="9661" y="517"/>
                  </a:lnTo>
                  <a:lnTo>
                    <a:pt x="9256" y="382"/>
                  </a:lnTo>
                  <a:lnTo>
                    <a:pt x="8852" y="247"/>
                  </a:lnTo>
                  <a:lnTo>
                    <a:pt x="8425" y="135"/>
                  </a:lnTo>
                  <a:lnTo>
                    <a:pt x="7976" y="68"/>
                  </a:lnTo>
                  <a:lnTo>
                    <a:pt x="7527" y="23"/>
                  </a:lnTo>
                  <a:lnTo>
                    <a:pt x="707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72" name="Google Shape;8572;p42">
            <a:extLst>
              <a:ext uri="{FF2B5EF4-FFF2-40B4-BE49-F238E27FC236}">
                <a16:creationId xmlns:a16="http://schemas.microsoft.com/office/drawing/2014/main" id="{1B2E3FF3-DDB8-8B0C-E1D6-A29179484C5A}"/>
              </a:ext>
            </a:extLst>
          </p:cNvPr>
          <p:cNvGrpSpPr/>
          <p:nvPr/>
        </p:nvGrpSpPr>
        <p:grpSpPr>
          <a:xfrm>
            <a:off x="3761613" y="-153575"/>
            <a:ext cx="599250" cy="1418100"/>
            <a:chOff x="310050" y="-1175"/>
            <a:chExt cx="599250" cy="1418100"/>
          </a:xfrm>
        </p:grpSpPr>
        <p:grpSp>
          <p:nvGrpSpPr>
            <p:cNvPr id="8573" name="Google Shape;8573;p42">
              <a:extLst>
                <a:ext uri="{FF2B5EF4-FFF2-40B4-BE49-F238E27FC236}">
                  <a16:creationId xmlns:a16="http://schemas.microsoft.com/office/drawing/2014/main" id="{12E6656C-621D-2AA7-A3F5-ABF4CAC8FA6F}"/>
                </a:ext>
              </a:extLst>
            </p:cNvPr>
            <p:cNvGrpSpPr/>
            <p:nvPr/>
          </p:nvGrpSpPr>
          <p:grpSpPr>
            <a:xfrm>
              <a:off x="310050" y="-1175"/>
              <a:ext cx="599250" cy="1418100"/>
              <a:chOff x="310050" y="0"/>
              <a:chExt cx="599250" cy="1418100"/>
            </a:xfrm>
          </p:grpSpPr>
          <p:sp>
            <p:nvSpPr>
              <p:cNvPr id="8574" name="Google Shape;8574;p42">
                <a:extLst>
                  <a:ext uri="{FF2B5EF4-FFF2-40B4-BE49-F238E27FC236}">
                    <a16:creationId xmlns:a16="http://schemas.microsoft.com/office/drawing/2014/main" id="{2BE01BE5-F308-3913-7DF1-812470E1CCA5}"/>
                  </a:ext>
                </a:extLst>
              </p:cNvPr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extrusionOk="0">
                    <a:moveTo>
                      <a:pt x="1" y="36662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5" name="Google Shape;8575;p42">
                <a:extLst>
                  <a:ext uri="{FF2B5EF4-FFF2-40B4-BE49-F238E27FC236}">
                    <a16:creationId xmlns:a16="http://schemas.microsoft.com/office/drawing/2014/main" id="{5FD84333-3D58-E881-A223-0B2E930C89B8}"/>
                  </a:ext>
                </a:extLst>
              </p:cNvPr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fill="none" extrusionOk="0">
                    <a:moveTo>
                      <a:pt x="1" y="36662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6" name="Google Shape;8576;p42">
                <a:extLst>
                  <a:ext uri="{FF2B5EF4-FFF2-40B4-BE49-F238E27FC236}">
                    <a16:creationId xmlns:a16="http://schemas.microsoft.com/office/drawing/2014/main" id="{A0EE2BC5-E3FB-49A6-0B70-D31ABC086C7A}"/>
                  </a:ext>
                </a:extLst>
              </p:cNvPr>
              <p:cNvSpPr/>
              <p:nvPr/>
            </p:nvSpPr>
            <p:spPr>
              <a:xfrm>
                <a:off x="598700" y="0"/>
                <a:ext cx="19700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6663" extrusionOk="0">
                    <a:moveTo>
                      <a:pt x="1" y="0"/>
                    </a:moveTo>
                    <a:lnTo>
                      <a:pt x="1" y="36662"/>
                    </a:lnTo>
                    <a:lnTo>
                      <a:pt x="787" y="3666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7" name="Google Shape;8577;p42">
                <a:extLst>
                  <a:ext uri="{FF2B5EF4-FFF2-40B4-BE49-F238E27FC236}">
                    <a16:creationId xmlns:a16="http://schemas.microsoft.com/office/drawing/2014/main" id="{2A8F6A34-9020-7C32-9873-20936A82949A}"/>
                  </a:ext>
                </a:extLst>
              </p:cNvPr>
              <p:cNvSpPr/>
              <p:nvPr/>
            </p:nvSpPr>
            <p:spPr>
              <a:xfrm>
                <a:off x="310050" y="847475"/>
                <a:ext cx="599250" cy="570625"/>
              </a:xfrm>
              <a:custGeom>
                <a:avLst/>
                <a:gdLst/>
                <a:ahLst/>
                <a:cxnLst/>
                <a:rect l="l" t="t" r="r" b="b"/>
                <a:pathLst>
                  <a:path w="23970" h="22825" extrusionOk="0">
                    <a:moveTo>
                      <a:pt x="11996" y="0"/>
                    </a:moveTo>
                    <a:lnTo>
                      <a:pt x="7503" y="6425"/>
                    </a:lnTo>
                    <a:lnTo>
                      <a:pt x="0" y="8716"/>
                    </a:lnTo>
                    <a:lnTo>
                      <a:pt x="4718" y="14984"/>
                    </a:lnTo>
                    <a:lnTo>
                      <a:pt x="4560" y="22824"/>
                    </a:lnTo>
                    <a:lnTo>
                      <a:pt x="11996" y="20286"/>
                    </a:lnTo>
                    <a:lnTo>
                      <a:pt x="19409" y="22824"/>
                    </a:lnTo>
                    <a:lnTo>
                      <a:pt x="19252" y="14984"/>
                    </a:lnTo>
                    <a:lnTo>
                      <a:pt x="23970" y="8716"/>
                    </a:lnTo>
                    <a:lnTo>
                      <a:pt x="16489" y="6425"/>
                    </a:lnTo>
                    <a:lnTo>
                      <a:pt x="1199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578" name="Google Shape;8578;p42">
              <a:extLst>
                <a:ext uri="{FF2B5EF4-FFF2-40B4-BE49-F238E27FC236}">
                  <a16:creationId xmlns:a16="http://schemas.microsoft.com/office/drawing/2014/main" id="{A26CF182-3107-1101-BD10-A69C1BB7093D}"/>
                </a:ext>
              </a:extLst>
            </p:cNvPr>
            <p:cNvSpPr/>
            <p:nvPr/>
          </p:nvSpPr>
          <p:spPr>
            <a:xfrm>
              <a:off x="445600" y="979650"/>
              <a:ext cx="328149" cy="312474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79" name="Google Shape;8579;p42">
            <a:extLst>
              <a:ext uri="{FF2B5EF4-FFF2-40B4-BE49-F238E27FC236}">
                <a16:creationId xmlns:a16="http://schemas.microsoft.com/office/drawing/2014/main" id="{382B5810-27AD-CD66-1247-DE5CE42C452D}"/>
              </a:ext>
            </a:extLst>
          </p:cNvPr>
          <p:cNvGrpSpPr/>
          <p:nvPr/>
        </p:nvGrpSpPr>
        <p:grpSpPr>
          <a:xfrm>
            <a:off x="8381088" y="-153575"/>
            <a:ext cx="297100" cy="2315550"/>
            <a:chOff x="8234700" y="-1175"/>
            <a:chExt cx="297100" cy="2315550"/>
          </a:xfrm>
        </p:grpSpPr>
        <p:grpSp>
          <p:nvGrpSpPr>
            <p:cNvPr id="8580" name="Google Shape;8580;p42">
              <a:extLst>
                <a:ext uri="{FF2B5EF4-FFF2-40B4-BE49-F238E27FC236}">
                  <a16:creationId xmlns:a16="http://schemas.microsoft.com/office/drawing/2014/main" id="{1D70CC25-6498-2867-D7C2-D1D4F28FDEE3}"/>
                </a:ext>
              </a:extLst>
            </p:cNvPr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8581" name="Google Shape;8581;p42">
                <a:extLst>
                  <a:ext uri="{FF2B5EF4-FFF2-40B4-BE49-F238E27FC236}">
                    <a16:creationId xmlns:a16="http://schemas.microsoft.com/office/drawing/2014/main" id="{CF778459-605B-DDCE-00FF-34BB9FA83394}"/>
                  </a:ext>
                </a:extLst>
              </p:cNvPr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2" name="Google Shape;8582;p42">
                <a:extLst>
                  <a:ext uri="{FF2B5EF4-FFF2-40B4-BE49-F238E27FC236}">
                    <a16:creationId xmlns:a16="http://schemas.microsoft.com/office/drawing/2014/main" id="{5872216C-809A-ADAE-EAAE-53F526F43E83}"/>
                  </a:ext>
                </a:extLst>
              </p:cNvPr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3" name="Google Shape;8583;p42">
                <a:extLst>
                  <a:ext uri="{FF2B5EF4-FFF2-40B4-BE49-F238E27FC236}">
                    <a16:creationId xmlns:a16="http://schemas.microsoft.com/office/drawing/2014/main" id="{A88D7EC9-F968-B2CC-FD5F-0E2E3B148CF6}"/>
                  </a:ext>
                </a:extLst>
              </p:cNvPr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4" name="Google Shape;8584;p42">
                <a:extLst>
                  <a:ext uri="{FF2B5EF4-FFF2-40B4-BE49-F238E27FC236}">
                    <a16:creationId xmlns:a16="http://schemas.microsoft.com/office/drawing/2014/main" id="{FA988844-78DE-C2E2-2856-A678A7CB2765}"/>
                  </a:ext>
                </a:extLst>
              </p:cNvPr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585" name="Google Shape;8585;p42">
              <a:extLst>
                <a:ext uri="{FF2B5EF4-FFF2-40B4-BE49-F238E27FC236}">
                  <a16:creationId xmlns:a16="http://schemas.microsoft.com/office/drawing/2014/main" id="{7652819D-E975-0F33-5C23-A2EC1E6B929A}"/>
                </a:ext>
              </a:extLst>
            </p:cNvPr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86" name="Google Shape;8586;p42">
            <a:extLst>
              <a:ext uri="{FF2B5EF4-FFF2-40B4-BE49-F238E27FC236}">
                <a16:creationId xmlns:a16="http://schemas.microsoft.com/office/drawing/2014/main" id="{777C0B70-A33E-79A1-294E-6D8F4D87EC20}"/>
              </a:ext>
            </a:extLst>
          </p:cNvPr>
          <p:cNvGrpSpPr/>
          <p:nvPr/>
        </p:nvGrpSpPr>
        <p:grpSpPr>
          <a:xfrm>
            <a:off x="4999863" y="-153575"/>
            <a:ext cx="599250" cy="1418100"/>
            <a:chOff x="310050" y="-1175"/>
            <a:chExt cx="599250" cy="1418100"/>
          </a:xfrm>
        </p:grpSpPr>
        <p:grpSp>
          <p:nvGrpSpPr>
            <p:cNvPr id="8587" name="Google Shape;8587;p42">
              <a:extLst>
                <a:ext uri="{FF2B5EF4-FFF2-40B4-BE49-F238E27FC236}">
                  <a16:creationId xmlns:a16="http://schemas.microsoft.com/office/drawing/2014/main" id="{8C8D4B7B-D369-D6E1-85FB-107436D363E1}"/>
                </a:ext>
              </a:extLst>
            </p:cNvPr>
            <p:cNvGrpSpPr/>
            <p:nvPr/>
          </p:nvGrpSpPr>
          <p:grpSpPr>
            <a:xfrm>
              <a:off x="310050" y="-1175"/>
              <a:ext cx="599250" cy="1418100"/>
              <a:chOff x="310050" y="0"/>
              <a:chExt cx="599250" cy="1418100"/>
            </a:xfrm>
          </p:grpSpPr>
          <p:sp>
            <p:nvSpPr>
              <p:cNvPr id="8588" name="Google Shape;8588;p42">
                <a:extLst>
                  <a:ext uri="{FF2B5EF4-FFF2-40B4-BE49-F238E27FC236}">
                    <a16:creationId xmlns:a16="http://schemas.microsoft.com/office/drawing/2014/main" id="{01FBE2AF-35CC-1553-317C-DA4F3C667C04}"/>
                  </a:ext>
                </a:extLst>
              </p:cNvPr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extrusionOk="0">
                    <a:moveTo>
                      <a:pt x="1" y="36662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9" name="Google Shape;8589;p42">
                <a:extLst>
                  <a:ext uri="{FF2B5EF4-FFF2-40B4-BE49-F238E27FC236}">
                    <a16:creationId xmlns:a16="http://schemas.microsoft.com/office/drawing/2014/main" id="{4FCD02B5-07FA-5576-F3A7-F540BB39CFFA}"/>
                  </a:ext>
                </a:extLst>
              </p:cNvPr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fill="none" extrusionOk="0">
                    <a:moveTo>
                      <a:pt x="1" y="36662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0" name="Google Shape;8590;p42">
                <a:extLst>
                  <a:ext uri="{FF2B5EF4-FFF2-40B4-BE49-F238E27FC236}">
                    <a16:creationId xmlns:a16="http://schemas.microsoft.com/office/drawing/2014/main" id="{440A399F-6AC4-C267-E8A9-E372F9D23602}"/>
                  </a:ext>
                </a:extLst>
              </p:cNvPr>
              <p:cNvSpPr/>
              <p:nvPr/>
            </p:nvSpPr>
            <p:spPr>
              <a:xfrm>
                <a:off x="598700" y="0"/>
                <a:ext cx="19700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6663" extrusionOk="0">
                    <a:moveTo>
                      <a:pt x="1" y="0"/>
                    </a:moveTo>
                    <a:lnTo>
                      <a:pt x="1" y="36662"/>
                    </a:lnTo>
                    <a:lnTo>
                      <a:pt x="787" y="3666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1" name="Google Shape;8591;p42">
                <a:extLst>
                  <a:ext uri="{FF2B5EF4-FFF2-40B4-BE49-F238E27FC236}">
                    <a16:creationId xmlns:a16="http://schemas.microsoft.com/office/drawing/2014/main" id="{D15F780D-284C-AA5F-678A-32A94F3170E3}"/>
                  </a:ext>
                </a:extLst>
              </p:cNvPr>
              <p:cNvSpPr/>
              <p:nvPr/>
            </p:nvSpPr>
            <p:spPr>
              <a:xfrm>
                <a:off x="310050" y="847475"/>
                <a:ext cx="599250" cy="570625"/>
              </a:xfrm>
              <a:custGeom>
                <a:avLst/>
                <a:gdLst/>
                <a:ahLst/>
                <a:cxnLst/>
                <a:rect l="l" t="t" r="r" b="b"/>
                <a:pathLst>
                  <a:path w="23970" h="22825" extrusionOk="0">
                    <a:moveTo>
                      <a:pt x="11996" y="0"/>
                    </a:moveTo>
                    <a:lnTo>
                      <a:pt x="7503" y="6425"/>
                    </a:lnTo>
                    <a:lnTo>
                      <a:pt x="0" y="8716"/>
                    </a:lnTo>
                    <a:lnTo>
                      <a:pt x="4718" y="14984"/>
                    </a:lnTo>
                    <a:lnTo>
                      <a:pt x="4560" y="22824"/>
                    </a:lnTo>
                    <a:lnTo>
                      <a:pt x="11996" y="20286"/>
                    </a:lnTo>
                    <a:lnTo>
                      <a:pt x="19409" y="22824"/>
                    </a:lnTo>
                    <a:lnTo>
                      <a:pt x="19252" y="14984"/>
                    </a:lnTo>
                    <a:lnTo>
                      <a:pt x="23970" y="8716"/>
                    </a:lnTo>
                    <a:lnTo>
                      <a:pt x="16489" y="6425"/>
                    </a:lnTo>
                    <a:lnTo>
                      <a:pt x="1199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592" name="Google Shape;8592;p42">
              <a:extLst>
                <a:ext uri="{FF2B5EF4-FFF2-40B4-BE49-F238E27FC236}">
                  <a16:creationId xmlns:a16="http://schemas.microsoft.com/office/drawing/2014/main" id="{EBEF5761-0C4B-131D-4B05-7CE259D7F625}"/>
                </a:ext>
              </a:extLst>
            </p:cNvPr>
            <p:cNvSpPr/>
            <p:nvPr/>
          </p:nvSpPr>
          <p:spPr>
            <a:xfrm>
              <a:off x="445600" y="979650"/>
              <a:ext cx="328149" cy="312474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93" name="Google Shape;8593;p42">
            <a:extLst>
              <a:ext uri="{FF2B5EF4-FFF2-40B4-BE49-F238E27FC236}">
                <a16:creationId xmlns:a16="http://schemas.microsoft.com/office/drawing/2014/main" id="{4BFF3E95-12BE-2810-F3D4-5313CF1C2805}"/>
              </a:ext>
            </a:extLst>
          </p:cNvPr>
          <p:cNvGrpSpPr/>
          <p:nvPr/>
        </p:nvGrpSpPr>
        <p:grpSpPr>
          <a:xfrm>
            <a:off x="465813" y="-153575"/>
            <a:ext cx="297100" cy="2315550"/>
            <a:chOff x="8234700" y="-1175"/>
            <a:chExt cx="297100" cy="2315550"/>
          </a:xfrm>
        </p:grpSpPr>
        <p:grpSp>
          <p:nvGrpSpPr>
            <p:cNvPr id="8594" name="Google Shape;8594;p42">
              <a:extLst>
                <a:ext uri="{FF2B5EF4-FFF2-40B4-BE49-F238E27FC236}">
                  <a16:creationId xmlns:a16="http://schemas.microsoft.com/office/drawing/2014/main" id="{29685853-7786-8A7E-E96F-D369E88AB45E}"/>
                </a:ext>
              </a:extLst>
            </p:cNvPr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8595" name="Google Shape;8595;p42">
                <a:extLst>
                  <a:ext uri="{FF2B5EF4-FFF2-40B4-BE49-F238E27FC236}">
                    <a16:creationId xmlns:a16="http://schemas.microsoft.com/office/drawing/2014/main" id="{98BC34C7-DABA-C639-D47F-756063980B01}"/>
                  </a:ext>
                </a:extLst>
              </p:cNvPr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6" name="Google Shape;8596;p42">
                <a:extLst>
                  <a:ext uri="{FF2B5EF4-FFF2-40B4-BE49-F238E27FC236}">
                    <a16:creationId xmlns:a16="http://schemas.microsoft.com/office/drawing/2014/main" id="{1F803D57-5A96-A295-FE2D-0E377D42446A}"/>
                  </a:ext>
                </a:extLst>
              </p:cNvPr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7" name="Google Shape;8597;p42">
                <a:extLst>
                  <a:ext uri="{FF2B5EF4-FFF2-40B4-BE49-F238E27FC236}">
                    <a16:creationId xmlns:a16="http://schemas.microsoft.com/office/drawing/2014/main" id="{77715394-D5DF-EB24-E6E2-E7E51749EF6F}"/>
                  </a:ext>
                </a:extLst>
              </p:cNvPr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8" name="Google Shape;8598;p42">
                <a:extLst>
                  <a:ext uri="{FF2B5EF4-FFF2-40B4-BE49-F238E27FC236}">
                    <a16:creationId xmlns:a16="http://schemas.microsoft.com/office/drawing/2014/main" id="{5AE2DC77-A441-01CC-0816-0DC92174BD71}"/>
                  </a:ext>
                </a:extLst>
              </p:cNvPr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599" name="Google Shape;8599;p42">
              <a:extLst>
                <a:ext uri="{FF2B5EF4-FFF2-40B4-BE49-F238E27FC236}">
                  <a16:creationId xmlns:a16="http://schemas.microsoft.com/office/drawing/2014/main" id="{4F9B3192-B12F-F7E0-491F-672192633EEC}"/>
                </a:ext>
              </a:extLst>
            </p:cNvPr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" name="Grupa 5">
            <a:extLst>
              <a:ext uri="{FF2B5EF4-FFF2-40B4-BE49-F238E27FC236}">
                <a16:creationId xmlns:a16="http://schemas.microsoft.com/office/drawing/2014/main" id="{FF984FC0-EECA-B622-A173-7CAA359DBA02}"/>
              </a:ext>
            </a:extLst>
          </p:cNvPr>
          <p:cNvGrpSpPr/>
          <p:nvPr/>
        </p:nvGrpSpPr>
        <p:grpSpPr>
          <a:xfrm>
            <a:off x="1295801" y="1236250"/>
            <a:ext cx="6552398" cy="2221200"/>
            <a:chOff x="1295801" y="1236250"/>
            <a:chExt cx="6552398" cy="2221200"/>
          </a:xfrm>
        </p:grpSpPr>
        <p:sp>
          <p:nvSpPr>
            <p:cNvPr id="7" name="Google Shape;6437;p29">
              <a:extLst>
                <a:ext uri="{FF2B5EF4-FFF2-40B4-BE49-F238E27FC236}">
                  <a16:creationId xmlns:a16="http://schemas.microsoft.com/office/drawing/2014/main" id="{2C186B25-C869-909B-2D49-BB6159BA8F67}"/>
                </a:ext>
              </a:extLst>
            </p:cNvPr>
            <p:cNvSpPr/>
            <p:nvPr/>
          </p:nvSpPr>
          <p:spPr>
            <a:xfrm>
              <a:off x="3947250" y="1236250"/>
              <a:ext cx="1249500" cy="1249500"/>
            </a:xfrm>
            <a:prstGeom prst="ellipse">
              <a:avLst/>
            </a:prstGeom>
            <a:solidFill>
              <a:schemeClr val="accent1"/>
            </a:solidFill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6438;p29">
              <a:extLst>
                <a:ext uri="{FF2B5EF4-FFF2-40B4-BE49-F238E27FC236}">
                  <a16:creationId xmlns:a16="http://schemas.microsoft.com/office/drawing/2014/main" id="{DEC78C17-CB06-C8BC-3C24-C3D01CC2AA08}"/>
                </a:ext>
              </a:extLst>
            </p:cNvPr>
            <p:cNvSpPr txBox="1">
              <a:spLocks/>
            </p:cNvSpPr>
            <p:nvPr/>
          </p:nvSpPr>
          <p:spPr>
            <a:xfrm>
              <a:off x="1295801" y="2726050"/>
              <a:ext cx="6552398" cy="731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4800"/>
                <a:buFont typeface="BioRhyme"/>
                <a:buNone/>
                <a:defRPr sz="9000" b="1" i="0" u="none" strike="noStrike" cap="none">
                  <a:solidFill>
                    <a:schemeClr val="lt2"/>
                  </a:solidFill>
                  <a:latin typeface="BioRhyme"/>
                  <a:ea typeface="BioRhyme"/>
                  <a:cs typeface="BioRhyme"/>
                  <a:sym typeface="BioRhyme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r>
                <a:rPr lang="en-US" sz="4800" dirty="0" err="1">
                  <a:solidFill>
                    <a:schemeClr val="tx2"/>
                  </a:solidFill>
                </a:rPr>
                <a:t>Arhitektura</a:t>
              </a:r>
              <a:endParaRPr lang="en-US" sz="4800" dirty="0">
                <a:solidFill>
                  <a:schemeClr val="tx2"/>
                </a:solidFill>
              </a:endParaRPr>
            </a:p>
          </p:txBody>
        </p:sp>
        <p:sp>
          <p:nvSpPr>
            <p:cNvPr id="9" name="Google Shape;6439;p29">
              <a:extLst>
                <a:ext uri="{FF2B5EF4-FFF2-40B4-BE49-F238E27FC236}">
                  <a16:creationId xmlns:a16="http://schemas.microsoft.com/office/drawing/2014/main" id="{890134D5-2B41-0BC9-3296-E3AED031CC2B}"/>
                </a:ext>
              </a:extLst>
            </p:cNvPr>
            <p:cNvSpPr txBox="1">
              <a:spLocks/>
            </p:cNvSpPr>
            <p:nvPr/>
          </p:nvSpPr>
          <p:spPr>
            <a:xfrm>
              <a:off x="4114800" y="1515548"/>
              <a:ext cx="914400" cy="690900"/>
            </a:xfrm>
            <a:prstGeom prst="rect">
              <a:avLst/>
            </a:prstGeom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/>
              <a:r>
                <a:rPr lang="en" sz="6500" b="1" dirty="0">
                  <a:solidFill>
                    <a:schemeClr val="tx2"/>
                  </a:solidFill>
                  <a:latin typeface="BioRhyme" panose="020B0604020202020204" charset="-18"/>
                  <a:ea typeface="BioRhyme" panose="020B0604020202020204" charset="-18"/>
                </a:rPr>
                <a:t>5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4713790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371">
          <a:extLst>
            <a:ext uri="{FF2B5EF4-FFF2-40B4-BE49-F238E27FC236}">
              <a16:creationId xmlns:a16="http://schemas.microsoft.com/office/drawing/2014/main" id="{B90D82F7-A0BD-7A5B-B4F1-17C90FE4D3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2" name="Google Shape;7372;p35">
            <a:extLst>
              <a:ext uri="{FF2B5EF4-FFF2-40B4-BE49-F238E27FC236}">
                <a16:creationId xmlns:a16="http://schemas.microsoft.com/office/drawing/2014/main" id="{D69749A5-EBA4-6232-C72F-575433802DF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539500"/>
            <a:ext cx="77040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Klijent-poslužitelj arhitektura</a:t>
            </a:r>
            <a:endParaRPr dirty="0"/>
          </a:p>
        </p:txBody>
      </p:sp>
      <p:sp>
        <p:nvSpPr>
          <p:cNvPr id="7373" name="Google Shape;7373;p35">
            <a:extLst>
              <a:ext uri="{FF2B5EF4-FFF2-40B4-BE49-F238E27FC236}">
                <a16:creationId xmlns:a16="http://schemas.microsoft.com/office/drawing/2014/main" id="{86CCDE8F-D903-C938-8EF0-B08ABC8D72B4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708714" y="2525490"/>
            <a:ext cx="1838056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Frontend</a:t>
            </a:r>
            <a:endParaRPr dirty="0"/>
          </a:p>
        </p:txBody>
      </p:sp>
      <p:sp>
        <p:nvSpPr>
          <p:cNvPr id="7374" name="Google Shape;7374;p35">
            <a:extLst>
              <a:ext uri="{FF2B5EF4-FFF2-40B4-BE49-F238E27FC236}">
                <a16:creationId xmlns:a16="http://schemas.microsoft.com/office/drawing/2014/main" id="{04F8EED1-210A-9D9B-DEFE-1D45E8336906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-320768" y="2448672"/>
            <a:ext cx="2501700" cy="510803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Vue.js Framework</a:t>
            </a:r>
            <a:endParaRPr dirty="0"/>
          </a:p>
        </p:txBody>
      </p:sp>
      <p:grpSp>
        <p:nvGrpSpPr>
          <p:cNvPr id="7415" name="Google Shape;7415;p35">
            <a:extLst>
              <a:ext uri="{FF2B5EF4-FFF2-40B4-BE49-F238E27FC236}">
                <a16:creationId xmlns:a16="http://schemas.microsoft.com/office/drawing/2014/main" id="{968BBBBE-780E-3F4B-8B28-FEB2974A2DAF}"/>
              </a:ext>
            </a:extLst>
          </p:cNvPr>
          <p:cNvGrpSpPr/>
          <p:nvPr/>
        </p:nvGrpSpPr>
        <p:grpSpPr>
          <a:xfrm>
            <a:off x="7" y="3856427"/>
            <a:ext cx="1342018" cy="1287084"/>
            <a:chOff x="11127038" y="4083763"/>
            <a:chExt cx="1128600" cy="1082402"/>
          </a:xfrm>
        </p:grpSpPr>
        <p:sp>
          <p:nvSpPr>
            <p:cNvPr id="7416" name="Google Shape;7416;p35">
              <a:extLst>
                <a:ext uri="{FF2B5EF4-FFF2-40B4-BE49-F238E27FC236}">
                  <a16:creationId xmlns:a16="http://schemas.microsoft.com/office/drawing/2014/main" id="{580DC77B-E2C8-F28D-36DA-DDA823733F30}"/>
                </a:ext>
              </a:extLst>
            </p:cNvPr>
            <p:cNvSpPr/>
            <p:nvPr/>
          </p:nvSpPr>
          <p:spPr>
            <a:xfrm>
              <a:off x="11127038" y="4901864"/>
              <a:ext cx="1128600" cy="2643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35">
              <a:extLst>
                <a:ext uri="{FF2B5EF4-FFF2-40B4-BE49-F238E27FC236}">
                  <a16:creationId xmlns:a16="http://schemas.microsoft.com/office/drawing/2014/main" id="{66C7A70B-E264-4914-6D2D-4F4283585D6D}"/>
                </a:ext>
              </a:extLst>
            </p:cNvPr>
            <p:cNvSpPr/>
            <p:nvPr/>
          </p:nvSpPr>
          <p:spPr>
            <a:xfrm>
              <a:off x="12170550" y="4449763"/>
              <a:ext cx="4525" cy="7525"/>
            </a:xfrm>
            <a:custGeom>
              <a:avLst/>
              <a:gdLst/>
              <a:ahLst/>
              <a:cxnLst/>
              <a:rect l="l" t="t" r="r" b="b"/>
              <a:pathLst>
                <a:path w="181" h="301" extrusionOk="0">
                  <a:moveTo>
                    <a:pt x="140" y="0"/>
                  </a:moveTo>
                  <a:lnTo>
                    <a:pt x="0" y="281"/>
                  </a:lnTo>
                  <a:lnTo>
                    <a:pt x="0" y="301"/>
                  </a:lnTo>
                  <a:lnTo>
                    <a:pt x="40" y="301"/>
                  </a:lnTo>
                  <a:lnTo>
                    <a:pt x="181" y="40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DEDA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35">
              <a:extLst>
                <a:ext uri="{FF2B5EF4-FFF2-40B4-BE49-F238E27FC236}">
                  <a16:creationId xmlns:a16="http://schemas.microsoft.com/office/drawing/2014/main" id="{154A879E-70F9-8078-5A63-C95163509873}"/>
                </a:ext>
              </a:extLst>
            </p:cNvPr>
            <p:cNvSpPr/>
            <p:nvPr/>
          </p:nvSpPr>
          <p:spPr>
            <a:xfrm>
              <a:off x="12170550" y="4449763"/>
              <a:ext cx="4525" cy="7525"/>
            </a:xfrm>
            <a:custGeom>
              <a:avLst/>
              <a:gdLst/>
              <a:ahLst/>
              <a:cxnLst/>
              <a:rect l="l" t="t" r="r" b="b"/>
              <a:pathLst>
                <a:path w="181" h="301" fill="none" extrusionOk="0">
                  <a:moveTo>
                    <a:pt x="140" y="0"/>
                  </a:moveTo>
                  <a:lnTo>
                    <a:pt x="140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0" y="281"/>
                  </a:lnTo>
                  <a:lnTo>
                    <a:pt x="0" y="281"/>
                  </a:lnTo>
                  <a:lnTo>
                    <a:pt x="0" y="301"/>
                  </a:lnTo>
                  <a:lnTo>
                    <a:pt x="20" y="301"/>
                  </a:lnTo>
                  <a:lnTo>
                    <a:pt x="20" y="301"/>
                  </a:lnTo>
                  <a:lnTo>
                    <a:pt x="40" y="301"/>
                  </a:lnTo>
                  <a:lnTo>
                    <a:pt x="40" y="301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60" y="0"/>
                  </a:lnTo>
                  <a:lnTo>
                    <a:pt x="14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35">
              <a:extLst>
                <a:ext uri="{FF2B5EF4-FFF2-40B4-BE49-F238E27FC236}">
                  <a16:creationId xmlns:a16="http://schemas.microsoft.com/office/drawing/2014/main" id="{48C38A46-9563-E4A0-FD4B-48586D63A67D}"/>
                </a:ext>
              </a:extLst>
            </p:cNvPr>
            <p:cNvSpPr/>
            <p:nvPr/>
          </p:nvSpPr>
          <p:spPr>
            <a:xfrm>
              <a:off x="11250550" y="4336938"/>
              <a:ext cx="896950" cy="640275"/>
            </a:xfrm>
            <a:custGeom>
              <a:avLst/>
              <a:gdLst/>
              <a:ahLst/>
              <a:cxnLst/>
              <a:rect l="l" t="t" r="r" b="b"/>
              <a:pathLst>
                <a:path w="35878" h="25611" extrusionOk="0">
                  <a:moveTo>
                    <a:pt x="0" y="1"/>
                  </a:moveTo>
                  <a:lnTo>
                    <a:pt x="3028" y="25611"/>
                  </a:lnTo>
                  <a:lnTo>
                    <a:pt x="34534" y="25611"/>
                  </a:lnTo>
                  <a:lnTo>
                    <a:pt x="34734" y="21720"/>
                  </a:lnTo>
                  <a:lnTo>
                    <a:pt x="35697" y="3470"/>
                  </a:lnTo>
                  <a:lnTo>
                    <a:pt x="358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35">
              <a:extLst>
                <a:ext uri="{FF2B5EF4-FFF2-40B4-BE49-F238E27FC236}">
                  <a16:creationId xmlns:a16="http://schemas.microsoft.com/office/drawing/2014/main" id="{FDE1889B-630B-BC83-B817-5130CCF3388C}"/>
                </a:ext>
              </a:extLst>
            </p:cNvPr>
            <p:cNvSpPr/>
            <p:nvPr/>
          </p:nvSpPr>
          <p:spPr>
            <a:xfrm>
              <a:off x="11250550" y="4336938"/>
              <a:ext cx="896950" cy="640275"/>
            </a:xfrm>
            <a:custGeom>
              <a:avLst/>
              <a:gdLst/>
              <a:ahLst/>
              <a:cxnLst/>
              <a:rect l="l" t="t" r="r" b="b"/>
              <a:pathLst>
                <a:path w="35878" h="25611" fill="none" extrusionOk="0">
                  <a:moveTo>
                    <a:pt x="35878" y="1"/>
                  </a:moveTo>
                  <a:lnTo>
                    <a:pt x="35697" y="3470"/>
                  </a:lnTo>
                  <a:lnTo>
                    <a:pt x="34734" y="21720"/>
                  </a:lnTo>
                  <a:lnTo>
                    <a:pt x="34534" y="25611"/>
                  </a:lnTo>
                  <a:lnTo>
                    <a:pt x="3028" y="25611"/>
                  </a:lnTo>
                  <a:lnTo>
                    <a:pt x="0" y="1"/>
                  </a:lnTo>
                  <a:lnTo>
                    <a:pt x="3587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35">
              <a:extLst>
                <a:ext uri="{FF2B5EF4-FFF2-40B4-BE49-F238E27FC236}">
                  <a16:creationId xmlns:a16="http://schemas.microsoft.com/office/drawing/2014/main" id="{8F5CFC35-D3F8-79AF-1D36-079B274F01E5}"/>
                </a:ext>
              </a:extLst>
            </p:cNvPr>
            <p:cNvSpPr/>
            <p:nvPr/>
          </p:nvSpPr>
          <p:spPr>
            <a:xfrm>
              <a:off x="11268075" y="4484338"/>
              <a:ext cx="842825" cy="492875"/>
            </a:xfrm>
            <a:custGeom>
              <a:avLst/>
              <a:gdLst/>
              <a:ahLst/>
              <a:cxnLst/>
              <a:rect l="l" t="t" r="r" b="b"/>
              <a:pathLst>
                <a:path w="33713" h="19715" extrusionOk="0">
                  <a:moveTo>
                    <a:pt x="1" y="1"/>
                  </a:moveTo>
                  <a:lnTo>
                    <a:pt x="1585" y="13337"/>
                  </a:lnTo>
                  <a:lnTo>
                    <a:pt x="1706" y="13899"/>
                  </a:lnTo>
                  <a:lnTo>
                    <a:pt x="1806" y="14440"/>
                  </a:lnTo>
                  <a:lnTo>
                    <a:pt x="1946" y="15463"/>
                  </a:lnTo>
                  <a:lnTo>
                    <a:pt x="2026" y="15884"/>
                  </a:lnTo>
                  <a:lnTo>
                    <a:pt x="2107" y="16245"/>
                  </a:lnTo>
                  <a:lnTo>
                    <a:pt x="2147" y="16385"/>
                  </a:lnTo>
                  <a:lnTo>
                    <a:pt x="2187" y="16506"/>
                  </a:lnTo>
                  <a:lnTo>
                    <a:pt x="2227" y="16606"/>
                  </a:lnTo>
                  <a:lnTo>
                    <a:pt x="2287" y="16666"/>
                  </a:lnTo>
                  <a:lnTo>
                    <a:pt x="2468" y="16766"/>
                  </a:lnTo>
                  <a:lnTo>
                    <a:pt x="2728" y="16887"/>
                  </a:lnTo>
                  <a:lnTo>
                    <a:pt x="3129" y="17067"/>
                  </a:lnTo>
                  <a:lnTo>
                    <a:pt x="3631" y="17248"/>
                  </a:lnTo>
                  <a:lnTo>
                    <a:pt x="4212" y="17448"/>
                  </a:lnTo>
                  <a:lnTo>
                    <a:pt x="4894" y="17669"/>
                  </a:lnTo>
                  <a:lnTo>
                    <a:pt x="5676" y="17910"/>
                  </a:lnTo>
                  <a:lnTo>
                    <a:pt x="6539" y="18150"/>
                  </a:lnTo>
                  <a:lnTo>
                    <a:pt x="7461" y="18391"/>
                  </a:lnTo>
                  <a:lnTo>
                    <a:pt x="8464" y="18632"/>
                  </a:lnTo>
                  <a:lnTo>
                    <a:pt x="9547" y="18852"/>
                  </a:lnTo>
                  <a:lnTo>
                    <a:pt x="10690" y="19073"/>
                  </a:lnTo>
                  <a:lnTo>
                    <a:pt x="11873" y="19253"/>
                  </a:lnTo>
                  <a:lnTo>
                    <a:pt x="13117" y="19434"/>
                  </a:lnTo>
                  <a:lnTo>
                    <a:pt x="14400" y="19554"/>
                  </a:lnTo>
                  <a:lnTo>
                    <a:pt x="15724" y="19674"/>
                  </a:lnTo>
                  <a:lnTo>
                    <a:pt x="16566" y="19715"/>
                  </a:lnTo>
                  <a:lnTo>
                    <a:pt x="18030" y="19715"/>
                  </a:lnTo>
                  <a:lnTo>
                    <a:pt x="18632" y="19694"/>
                  </a:lnTo>
                  <a:lnTo>
                    <a:pt x="19313" y="19674"/>
                  </a:lnTo>
                  <a:lnTo>
                    <a:pt x="19995" y="19614"/>
                  </a:lnTo>
                  <a:lnTo>
                    <a:pt x="20657" y="19554"/>
                  </a:lnTo>
                  <a:lnTo>
                    <a:pt x="21339" y="19494"/>
                  </a:lnTo>
                  <a:lnTo>
                    <a:pt x="22642" y="19313"/>
                  </a:lnTo>
                  <a:lnTo>
                    <a:pt x="23926" y="19113"/>
                  </a:lnTo>
                  <a:lnTo>
                    <a:pt x="25149" y="18872"/>
                  </a:lnTo>
                  <a:lnTo>
                    <a:pt x="26333" y="18612"/>
                  </a:lnTo>
                  <a:lnTo>
                    <a:pt x="27456" y="18331"/>
                  </a:lnTo>
                  <a:lnTo>
                    <a:pt x="28498" y="18050"/>
                  </a:lnTo>
                  <a:lnTo>
                    <a:pt x="29481" y="17769"/>
                  </a:lnTo>
                  <a:lnTo>
                    <a:pt x="30363" y="17488"/>
                  </a:lnTo>
                  <a:lnTo>
                    <a:pt x="31146" y="17228"/>
                  </a:lnTo>
                  <a:lnTo>
                    <a:pt x="31847" y="16987"/>
                  </a:lnTo>
                  <a:lnTo>
                    <a:pt x="32870" y="16606"/>
                  </a:lnTo>
                  <a:lnTo>
                    <a:pt x="33412" y="16406"/>
                  </a:lnTo>
                  <a:lnTo>
                    <a:pt x="33492" y="16345"/>
                  </a:lnTo>
                  <a:lnTo>
                    <a:pt x="33572" y="16245"/>
                  </a:lnTo>
                  <a:lnTo>
                    <a:pt x="33652" y="16085"/>
                  </a:lnTo>
                  <a:lnTo>
                    <a:pt x="33713" y="15904"/>
                  </a:lnTo>
                  <a:lnTo>
                    <a:pt x="33713" y="15904"/>
                  </a:lnTo>
                  <a:lnTo>
                    <a:pt x="33031" y="16065"/>
                  </a:lnTo>
                  <a:lnTo>
                    <a:pt x="32128" y="16245"/>
                  </a:lnTo>
                  <a:lnTo>
                    <a:pt x="31065" y="16446"/>
                  </a:lnTo>
                  <a:lnTo>
                    <a:pt x="29842" y="16646"/>
                  </a:lnTo>
                  <a:lnTo>
                    <a:pt x="28458" y="16847"/>
                  </a:lnTo>
                  <a:lnTo>
                    <a:pt x="27736" y="16927"/>
                  </a:lnTo>
                  <a:lnTo>
                    <a:pt x="26974" y="16987"/>
                  </a:lnTo>
                  <a:lnTo>
                    <a:pt x="26172" y="17047"/>
                  </a:lnTo>
                  <a:lnTo>
                    <a:pt x="25370" y="17087"/>
                  </a:lnTo>
                  <a:lnTo>
                    <a:pt x="24528" y="17107"/>
                  </a:lnTo>
                  <a:lnTo>
                    <a:pt x="23685" y="17127"/>
                  </a:lnTo>
                  <a:lnTo>
                    <a:pt x="22462" y="17107"/>
                  </a:lnTo>
                  <a:lnTo>
                    <a:pt x="21239" y="17047"/>
                  </a:lnTo>
                  <a:lnTo>
                    <a:pt x="20617" y="16987"/>
                  </a:lnTo>
                  <a:lnTo>
                    <a:pt x="19975" y="16927"/>
                  </a:lnTo>
                  <a:lnTo>
                    <a:pt x="19354" y="16867"/>
                  </a:lnTo>
                  <a:lnTo>
                    <a:pt x="18712" y="16766"/>
                  </a:lnTo>
                  <a:lnTo>
                    <a:pt x="18070" y="16666"/>
                  </a:lnTo>
                  <a:lnTo>
                    <a:pt x="17428" y="16546"/>
                  </a:lnTo>
                  <a:lnTo>
                    <a:pt x="16787" y="16426"/>
                  </a:lnTo>
                  <a:lnTo>
                    <a:pt x="16145" y="16265"/>
                  </a:lnTo>
                  <a:lnTo>
                    <a:pt x="15503" y="16105"/>
                  </a:lnTo>
                  <a:lnTo>
                    <a:pt x="14861" y="15924"/>
                  </a:lnTo>
                  <a:lnTo>
                    <a:pt x="14220" y="15724"/>
                  </a:lnTo>
                  <a:lnTo>
                    <a:pt x="13578" y="15503"/>
                  </a:lnTo>
                  <a:lnTo>
                    <a:pt x="13197" y="15343"/>
                  </a:lnTo>
                  <a:lnTo>
                    <a:pt x="12836" y="15162"/>
                  </a:lnTo>
                  <a:lnTo>
                    <a:pt x="12475" y="14942"/>
                  </a:lnTo>
                  <a:lnTo>
                    <a:pt x="12134" y="14721"/>
                  </a:lnTo>
                  <a:lnTo>
                    <a:pt x="11833" y="14460"/>
                  </a:lnTo>
                  <a:lnTo>
                    <a:pt x="11532" y="14200"/>
                  </a:lnTo>
                  <a:lnTo>
                    <a:pt x="11272" y="13899"/>
                  </a:lnTo>
                  <a:lnTo>
                    <a:pt x="11031" y="13578"/>
                  </a:lnTo>
                  <a:lnTo>
                    <a:pt x="10810" y="13257"/>
                  </a:lnTo>
                  <a:lnTo>
                    <a:pt x="10630" y="12916"/>
                  </a:lnTo>
                  <a:lnTo>
                    <a:pt x="10469" y="12535"/>
                  </a:lnTo>
                  <a:lnTo>
                    <a:pt x="10349" y="12174"/>
                  </a:lnTo>
                  <a:lnTo>
                    <a:pt x="10249" y="11773"/>
                  </a:lnTo>
                  <a:lnTo>
                    <a:pt x="10189" y="11372"/>
                  </a:lnTo>
                  <a:lnTo>
                    <a:pt x="10149" y="10951"/>
                  </a:lnTo>
                  <a:lnTo>
                    <a:pt x="10149" y="10530"/>
                  </a:lnTo>
                  <a:lnTo>
                    <a:pt x="10189" y="10108"/>
                  </a:lnTo>
                  <a:lnTo>
                    <a:pt x="10269" y="9727"/>
                  </a:lnTo>
                  <a:lnTo>
                    <a:pt x="10369" y="9346"/>
                  </a:lnTo>
                  <a:lnTo>
                    <a:pt x="10510" y="8985"/>
                  </a:lnTo>
                  <a:lnTo>
                    <a:pt x="10670" y="8644"/>
                  </a:lnTo>
                  <a:lnTo>
                    <a:pt x="10850" y="8303"/>
                  </a:lnTo>
                  <a:lnTo>
                    <a:pt x="11071" y="7983"/>
                  </a:lnTo>
                  <a:lnTo>
                    <a:pt x="11312" y="7702"/>
                  </a:lnTo>
                  <a:lnTo>
                    <a:pt x="11572" y="7421"/>
                  </a:lnTo>
                  <a:lnTo>
                    <a:pt x="11853" y="7140"/>
                  </a:lnTo>
                  <a:lnTo>
                    <a:pt x="12134" y="6900"/>
                  </a:lnTo>
                  <a:lnTo>
                    <a:pt x="12455" y="6659"/>
                  </a:lnTo>
                  <a:lnTo>
                    <a:pt x="12776" y="6438"/>
                  </a:lnTo>
                  <a:lnTo>
                    <a:pt x="13117" y="6238"/>
                  </a:lnTo>
                  <a:lnTo>
                    <a:pt x="13458" y="6037"/>
                  </a:lnTo>
                  <a:lnTo>
                    <a:pt x="13819" y="5877"/>
                  </a:lnTo>
                  <a:lnTo>
                    <a:pt x="14540" y="5576"/>
                  </a:lnTo>
                  <a:lnTo>
                    <a:pt x="15282" y="5295"/>
                  </a:lnTo>
                  <a:lnTo>
                    <a:pt x="16045" y="5055"/>
                  </a:lnTo>
                  <a:lnTo>
                    <a:pt x="16807" y="4854"/>
                  </a:lnTo>
                  <a:lnTo>
                    <a:pt x="18351" y="4473"/>
                  </a:lnTo>
                  <a:lnTo>
                    <a:pt x="19895" y="4092"/>
                  </a:lnTo>
                  <a:lnTo>
                    <a:pt x="21580" y="3651"/>
                  </a:lnTo>
                  <a:lnTo>
                    <a:pt x="23244" y="3190"/>
                  </a:lnTo>
                  <a:lnTo>
                    <a:pt x="24086" y="2929"/>
                  </a:lnTo>
                  <a:lnTo>
                    <a:pt x="24929" y="2688"/>
                  </a:lnTo>
                  <a:lnTo>
                    <a:pt x="25751" y="2407"/>
                  </a:lnTo>
                  <a:lnTo>
                    <a:pt x="26573" y="2127"/>
                  </a:lnTo>
                  <a:lnTo>
                    <a:pt x="27335" y="1846"/>
                  </a:lnTo>
                  <a:lnTo>
                    <a:pt x="28097" y="1545"/>
                  </a:lnTo>
                  <a:lnTo>
                    <a:pt x="28097" y="1545"/>
                  </a:lnTo>
                  <a:lnTo>
                    <a:pt x="26834" y="1846"/>
                  </a:lnTo>
                  <a:lnTo>
                    <a:pt x="25510" y="2127"/>
                  </a:lnTo>
                  <a:lnTo>
                    <a:pt x="24147" y="2387"/>
                  </a:lnTo>
                  <a:lnTo>
                    <a:pt x="22723" y="2608"/>
                  </a:lnTo>
                  <a:lnTo>
                    <a:pt x="21279" y="2788"/>
                  </a:lnTo>
                  <a:lnTo>
                    <a:pt x="20537" y="2869"/>
                  </a:lnTo>
                  <a:lnTo>
                    <a:pt x="19795" y="2929"/>
                  </a:lnTo>
                  <a:lnTo>
                    <a:pt x="19033" y="2989"/>
                  </a:lnTo>
                  <a:lnTo>
                    <a:pt x="18291" y="3029"/>
                  </a:lnTo>
                  <a:lnTo>
                    <a:pt x="17529" y="3049"/>
                  </a:lnTo>
                  <a:lnTo>
                    <a:pt x="16767" y="3069"/>
                  </a:lnTo>
                  <a:lnTo>
                    <a:pt x="15724" y="3049"/>
                  </a:lnTo>
                  <a:lnTo>
                    <a:pt x="14701" y="2989"/>
                  </a:lnTo>
                  <a:lnTo>
                    <a:pt x="13458" y="2909"/>
                  </a:lnTo>
                  <a:lnTo>
                    <a:pt x="12254" y="2788"/>
                  </a:lnTo>
                  <a:lnTo>
                    <a:pt x="11071" y="2648"/>
                  </a:lnTo>
                  <a:lnTo>
                    <a:pt x="9928" y="2488"/>
                  </a:lnTo>
                  <a:lnTo>
                    <a:pt x="8825" y="2307"/>
                  </a:lnTo>
                  <a:lnTo>
                    <a:pt x="7742" y="2107"/>
                  </a:lnTo>
                  <a:lnTo>
                    <a:pt x="6719" y="1906"/>
                  </a:lnTo>
                  <a:lnTo>
                    <a:pt x="5757" y="1685"/>
                  </a:lnTo>
                  <a:lnTo>
                    <a:pt x="4834" y="1465"/>
                  </a:lnTo>
                  <a:lnTo>
                    <a:pt x="3952" y="1244"/>
                  </a:lnTo>
                  <a:lnTo>
                    <a:pt x="3129" y="1024"/>
                  </a:lnTo>
                  <a:lnTo>
                    <a:pt x="2367" y="803"/>
                  </a:lnTo>
                  <a:lnTo>
                    <a:pt x="1686" y="582"/>
                  </a:lnTo>
                  <a:lnTo>
                    <a:pt x="1044" y="38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30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35">
              <a:extLst>
                <a:ext uri="{FF2B5EF4-FFF2-40B4-BE49-F238E27FC236}">
                  <a16:creationId xmlns:a16="http://schemas.microsoft.com/office/drawing/2014/main" id="{0E118837-8BE3-0FD6-4CCB-BF575C26F4AF}"/>
                </a:ext>
              </a:extLst>
            </p:cNvPr>
            <p:cNvSpPr/>
            <p:nvPr/>
          </p:nvSpPr>
          <p:spPr>
            <a:xfrm>
              <a:off x="11268075" y="4484338"/>
              <a:ext cx="842825" cy="492875"/>
            </a:xfrm>
            <a:custGeom>
              <a:avLst/>
              <a:gdLst/>
              <a:ahLst/>
              <a:cxnLst/>
              <a:rect l="l" t="t" r="r" b="b"/>
              <a:pathLst>
                <a:path w="33713" h="19715" fill="none" extrusionOk="0">
                  <a:moveTo>
                    <a:pt x="1" y="1"/>
                  </a:moveTo>
                  <a:lnTo>
                    <a:pt x="1585" y="13337"/>
                  </a:lnTo>
                  <a:lnTo>
                    <a:pt x="1585" y="13337"/>
                  </a:lnTo>
                  <a:lnTo>
                    <a:pt x="1706" y="13899"/>
                  </a:lnTo>
                  <a:lnTo>
                    <a:pt x="1806" y="14440"/>
                  </a:lnTo>
                  <a:lnTo>
                    <a:pt x="1946" y="15463"/>
                  </a:lnTo>
                  <a:lnTo>
                    <a:pt x="2026" y="15884"/>
                  </a:lnTo>
                  <a:lnTo>
                    <a:pt x="2107" y="16245"/>
                  </a:lnTo>
                  <a:lnTo>
                    <a:pt x="2147" y="16385"/>
                  </a:lnTo>
                  <a:lnTo>
                    <a:pt x="2187" y="16506"/>
                  </a:lnTo>
                  <a:lnTo>
                    <a:pt x="2227" y="16606"/>
                  </a:lnTo>
                  <a:lnTo>
                    <a:pt x="2287" y="16666"/>
                  </a:lnTo>
                  <a:lnTo>
                    <a:pt x="2287" y="16666"/>
                  </a:lnTo>
                  <a:lnTo>
                    <a:pt x="2468" y="16766"/>
                  </a:lnTo>
                  <a:lnTo>
                    <a:pt x="2728" y="16887"/>
                  </a:lnTo>
                  <a:lnTo>
                    <a:pt x="3129" y="17067"/>
                  </a:lnTo>
                  <a:lnTo>
                    <a:pt x="3631" y="17248"/>
                  </a:lnTo>
                  <a:lnTo>
                    <a:pt x="4212" y="17448"/>
                  </a:lnTo>
                  <a:lnTo>
                    <a:pt x="4894" y="17669"/>
                  </a:lnTo>
                  <a:lnTo>
                    <a:pt x="5676" y="17910"/>
                  </a:lnTo>
                  <a:lnTo>
                    <a:pt x="6539" y="18150"/>
                  </a:lnTo>
                  <a:lnTo>
                    <a:pt x="7461" y="18391"/>
                  </a:lnTo>
                  <a:lnTo>
                    <a:pt x="8464" y="18632"/>
                  </a:lnTo>
                  <a:lnTo>
                    <a:pt x="9547" y="18852"/>
                  </a:lnTo>
                  <a:lnTo>
                    <a:pt x="10690" y="19073"/>
                  </a:lnTo>
                  <a:lnTo>
                    <a:pt x="11873" y="19253"/>
                  </a:lnTo>
                  <a:lnTo>
                    <a:pt x="13117" y="19434"/>
                  </a:lnTo>
                  <a:lnTo>
                    <a:pt x="14400" y="19554"/>
                  </a:lnTo>
                  <a:lnTo>
                    <a:pt x="15724" y="19674"/>
                  </a:lnTo>
                  <a:lnTo>
                    <a:pt x="15724" y="19674"/>
                  </a:lnTo>
                  <a:lnTo>
                    <a:pt x="16566" y="19715"/>
                  </a:lnTo>
                  <a:lnTo>
                    <a:pt x="17428" y="19715"/>
                  </a:lnTo>
                  <a:lnTo>
                    <a:pt x="17428" y="19715"/>
                  </a:lnTo>
                  <a:lnTo>
                    <a:pt x="18030" y="19715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9313" y="19674"/>
                  </a:lnTo>
                  <a:lnTo>
                    <a:pt x="19995" y="19614"/>
                  </a:lnTo>
                  <a:lnTo>
                    <a:pt x="20657" y="19554"/>
                  </a:lnTo>
                  <a:lnTo>
                    <a:pt x="21339" y="19494"/>
                  </a:lnTo>
                  <a:lnTo>
                    <a:pt x="22642" y="19313"/>
                  </a:lnTo>
                  <a:lnTo>
                    <a:pt x="23926" y="19113"/>
                  </a:lnTo>
                  <a:lnTo>
                    <a:pt x="25149" y="18872"/>
                  </a:lnTo>
                  <a:lnTo>
                    <a:pt x="26333" y="18612"/>
                  </a:lnTo>
                  <a:lnTo>
                    <a:pt x="27456" y="18331"/>
                  </a:lnTo>
                  <a:lnTo>
                    <a:pt x="28498" y="18050"/>
                  </a:lnTo>
                  <a:lnTo>
                    <a:pt x="29481" y="17769"/>
                  </a:lnTo>
                  <a:lnTo>
                    <a:pt x="30363" y="17488"/>
                  </a:lnTo>
                  <a:lnTo>
                    <a:pt x="31146" y="17228"/>
                  </a:lnTo>
                  <a:lnTo>
                    <a:pt x="31847" y="16987"/>
                  </a:lnTo>
                  <a:lnTo>
                    <a:pt x="32870" y="16606"/>
                  </a:lnTo>
                  <a:lnTo>
                    <a:pt x="33412" y="16406"/>
                  </a:lnTo>
                  <a:lnTo>
                    <a:pt x="33412" y="16406"/>
                  </a:lnTo>
                  <a:lnTo>
                    <a:pt x="33492" y="16345"/>
                  </a:lnTo>
                  <a:lnTo>
                    <a:pt x="33572" y="16245"/>
                  </a:lnTo>
                  <a:lnTo>
                    <a:pt x="33652" y="16085"/>
                  </a:lnTo>
                  <a:lnTo>
                    <a:pt x="33713" y="15904"/>
                  </a:lnTo>
                  <a:lnTo>
                    <a:pt x="33713" y="15904"/>
                  </a:lnTo>
                  <a:lnTo>
                    <a:pt x="33031" y="16065"/>
                  </a:lnTo>
                  <a:lnTo>
                    <a:pt x="32128" y="16245"/>
                  </a:lnTo>
                  <a:lnTo>
                    <a:pt x="31065" y="16446"/>
                  </a:lnTo>
                  <a:lnTo>
                    <a:pt x="29842" y="16646"/>
                  </a:lnTo>
                  <a:lnTo>
                    <a:pt x="28458" y="16847"/>
                  </a:lnTo>
                  <a:lnTo>
                    <a:pt x="27736" y="16927"/>
                  </a:lnTo>
                  <a:lnTo>
                    <a:pt x="26974" y="16987"/>
                  </a:lnTo>
                  <a:lnTo>
                    <a:pt x="26172" y="17047"/>
                  </a:lnTo>
                  <a:lnTo>
                    <a:pt x="25370" y="17087"/>
                  </a:lnTo>
                  <a:lnTo>
                    <a:pt x="24528" y="17107"/>
                  </a:lnTo>
                  <a:lnTo>
                    <a:pt x="23685" y="17127"/>
                  </a:lnTo>
                  <a:lnTo>
                    <a:pt x="23685" y="17127"/>
                  </a:lnTo>
                  <a:lnTo>
                    <a:pt x="22462" y="17107"/>
                  </a:lnTo>
                  <a:lnTo>
                    <a:pt x="21239" y="17047"/>
                  </a:lnTo>
                  <a:lnTo>
                    <a:pt x="20617" y="16987"/>
                  </a:lnTo>
                  <a:lnTo>
                    <a:pt x="19975" y="16927"/>
                  </a:lnTo>
                  <a:lnTo>
                    <a:pt x="19354" y="16867"/>
                  </a:lnTo>
                  <a:lnTo>
                    <a:pt x="18712" y="16766"/>
                  </a:lnTo>
                  <a:lnTo>
                    <a:pt x="18070" y="16666"/>
                  </a:lnTo>
                  <a:lnTo>
                    <a:pt x="17428" y="16546"/>
                  </a:lnTo>
                  <a:lnTo>
                    <a:pt x="16787" y="16426"/>
                  </a:lnTo>
                  <a:lnTo>
                    <a:pt x="16145" y="16265"/>
                  </a:lnTo>
                  <a:lnTo>
                    <a:pt x="15503" y="16105"/>
                  </a:lnTo>
                  <a:lnTo>
                    <a:pt x="14861" y="15924"/>
                  </a:lnTo>
                  <a:lnTo>
                    <a:pt x="14220" y="15724"/>
                  </a:lnTo>
                  <a:lnTo>
                    <a:pt x="13578" y="15503"/>
                  </a:lnTo>
                  <a:lnTo>
                    <a:pt x="13578" y="15503"/>
                  </a:lnTo>
                  <a:lnTo>
                    <a:pt x="13197" y="15343"/>
                  </a:lnTo>
                  <a:lnTo>
                    <a:pt x="12836" y="15162"/>
                  </a:lnTo>
                  <a:lnTo>
                    <a:pt x="12475" y="14942"/>
                  </a:lnTo>
                  <a:lnTo>
                    <a:pt x="12134" y="14721"/>
                  </a:lnTo>
                  <a:lnTo>
                    <a:pt x="11833" y="14460"/>
                  </a:lnTo>
                  <a:lnTo>
                    <a:pt x="11532" y="14200"/>
                  </a:lnTo>
                  <a:lnTo>
                    <a:pt x="11272" y="13899"/>
                  </a:lnTo>
                  <a:lnTo>
                    <a:pt x="11031" y="13578"/>
                  </a:lnTo>
                  <a:lnTo>
                    <a:pt x="10810" y="13257"/>
                  </a:lnTo>
                  <a:lnTo>
                    <a:pt x="10630" y="12916"/>
                  </a:lnTo>
                  <a:lnTo>
                    <a:pt x="10469" y="12535"/>
                  </a:lnTo>
                  <a:lnTo>
                    <a:pt x="10349" y="12174"/>
                  </a:lnTo>
                  <a:lnTo>
                    <a:pt x="10249" y="11773"/>
                  </a:lnTo>
                  <a:lnTo>
                    <a:pt x="10189" y="11372"/>
                  </a:lnTo>
                  <a:lnTo>
                    <a:pt x="10149" y="10951"/>
                  </a:lnTo>
                  <a:lnTo>
                    <a:pt x="10149" y="10530"/>
                  </a:lnTo>
                  <a:lnTo>
                    <a:pt x="10149" y="10530"/>
                  </a:lnTo>
                  <a:lnTo>
                    <a:pt x="10189" y="10108"/>
                  </a:lnTo>
                  <a:lnTo>
                    <a:pt x="10269" y="9727"/>
                  </a:lnTo>
                  <a:lnTo>
                    <a:pt x="10369" y="9346"/>
                  </a:lnTo>
                  <a:lnTo>
                    <a:pt x="10510" y="8985"/>
                  </a:lnTo>
                  <a:lnTo>
                    <a:pt x="10670" y="8644"/>
                  </a:lnTo>
                  <a:lnTo>
                    <a:pt x="10850" y="8303"/>
                  </a:lnTo>
                  <a:lnTo>
                    <a:pt x="11071" y="7983"/>
                  </a:lnTo>
                  <a:lnTo>
                    <a:pt x="11312" y="7702"/>
                  </a:lnTo>
                  <a:lnTo>
                    <a:pt x="11572" y="7421"/>
                  </a:lnTo>
                  <a:lnTo>
                    <a:pt x="11853" y="7140"/>
                  </a:lnTo>
                  <a:lnTo>
                    <a:pt x="12134" y="6900"/>
                  </a:lnTo>
                  <a:lnTo>
                    <a:pt x="12455" y="6659"/>
                  </a:lnTo>
                  <a:lnTo>
                    <a:pt x="12776" y="6438"/>
                  </a:lnTo>
                  <a:lnTo>
                    <a:pt x="13117" y="6238"/>
                  </a:lnTo>
                  <a:lnTo>
                    <a:pt x="13458" y="6037"/>
                  </a:lnTo>
                  <a:lnTo>
                    <a:pt x="13819" y="5877"/>
                  </a:lnTo>
                  <a:lnTo>
                    <a:pt x="13819" y="5877"/>
                  </a:lnTo>
                  <a:lnTo>
                    <a:pt x="14540" y="5576"/>
                  </a:lnTo>
                  <a:lnTo>
                    <a:pt x="15282" y="5295"/>
                  </a:lnTo>
                  <a:lnTo>
                    <a:pt x="16045" y="5055"/>
                  </a:lnTo>
                  <a:lnTo>
                    <a:pt x="16807" y="4854"/>
                  </a:lnTo>
                  <a:lnTo>
                    <a:pt x="18351" y="4473"/>
                  </a:lnTo>
                  <a:lnTo>
                    <a:pt x="19895" y="4092"/>
                  </a:lnTo>
                  <a:lnTo>
                    <a:pt x="19895" y="4092"/>
                  </a:lnTo>
                  <a:lnTo>
                    <a:pt x="21580" y="3651"/>
                  </a:lnTo>
                  <a:lnTo>
                    <a:pt x="23244" y="3190"/>
                  </a:lnTo>
                  <a:lnTo>
                    <a:pt x="24086" y="2929"/>
                  </a:lnTo>
                  <a:lnTo>
                    <a:pt x="24929" y="2688"/>
                  </a:lnTo>
                  <a:lnTo>
                    <a:pt x="25751" y="2407"/>
                  </a:lnTo>
                  <a:lnTo>
                    <a:pt x="26573" y="2127"/>
                  </a:lnTo>
                  <a:lnTo>
                    <a:pt x="26573" y="2127"/>
                  </a:lnTo>
                  <a:lnTo>
                    <a:pt x="27335" y="1846"/>
                  </a:lnTo>
                  <a:lnTo>
                    <a:pt x="28097" y="1545"/>
                  </a:lnTo>
                  <a:lnTo>
                    <a:pt x="28097" y="1545"/>
                  </a:lnTo>
                  <a:lnTo>
                    <a:pt x="26834" y="1846"/>
                  </a:lnTo>
                  <a:lnTo>
                    <a:pt x="25510" y="2127"/>
                  </a:lnTo>
                  <a:lnTo>
                    <a:pt x="24147" y="2387"/>
                  </a:lnTo>
                  <a:lnTo>
                    <a:pt x="22723" y="2608"/>
                  </a:lnTo>
                  <a:lnTo>
                    <a:pt x="21279" y="2788"/>
                  </a:lnTo>
                  <a:lnTo>
                    <a:pt x="20537" y="2869"/>
                  </a:lnTo>
                  <a:lnTo>
                    <a:pt x="19795" y="2929"/>
                  </a:lnTo>
                  <a:lnTo>
                    <a:pt x="19033" y="2989"/>
                  </a:lnTo>
                  <a:lnTo>
                    <a:pt x="18291" y="3029"/>
                  </a:lnTo>
                  <a:lnTo>
                    <a:pt x="17529" y="3049"/>
                  </a:lnTo>
                  <a:lnTo>
                    <a:pt x="16767" y="3069"/>
                  </a:lnTo>
                  <a:lnTo>
                    <a:pt x="16767" y="3069"/>
                  </a:lnTo>
                  <a:lnTo>
                    <a:pt x="15724" y="3049"/>
                  </a:lnTo>
                  <a:lnTo>
                    <a:pt x="14701" y="2989"/>
                  </a:lnTo>
                  <a:lnTo>
                    <a:pt x="14701" y="2989"/>
                  </a:lnTo>
                  <a:lnTo>
                    <a:pt x="13458" y="2909"/>
                  </a:lnTo>
                  <a:lnTo>
                    <a:pt x="12254" y="2788"/>
                  </a:lnTo>
                  <a:lnTo>
                    <a:pt x="11071" y="2648"/>
                  </a:lnTo>
                  <a:lnTo>
                    <a:pt x="9928" y="2488"/>
                  </a:lnTo>
                  <a:lnTo>
                    <a:pt x="8825" y="2307"/>
                  </a:lnTo>
                  <a:lnTo>
                    <a:pt x="7742" y="2107"/>
                  </a:lnTo>
                  <a:lnTo>
                    <a:pt x="6719" y="1906"/>
                  </a:lnTo>
                  <a:lnTo>
                    <a:pt x="5757" y="1685"/>
                  </a:lnTo>
                  <a:lnTo>
                    <a:pt x="4834" y="1465"/>
                  </a:lnTo>
                  <a:lnTo>
                    <a:pt x="3952" y="1244"/>
                  </a:lnTo>
                  <a:lnTo>
                    <a:pt x="3129" y="1024"/>
                  </a:lnTo>
                  <a:lnTo>
                    <a:pt x="2367" y="803"/>
                  </a:lnTo>
                  <a:lnTo>
                    <a:pt x="1686" y="582"/>
                  </a:lnTo>
                  <a:lnTo>
                    <a:pt x="1044" y="382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35">
              <a:extLst>
                <a:ext uri="{FF2B5EF4-FFF2-40B4-BE49-F238E27FC236}">
                  <a16:creationId xmlns:a16="http://schemas.microsoft.com/office/drawing/2014/main" id="{B1B7AD87-BE20-E80D-B074-B046F2143026}"/>
                </a:ext>
              </a:extLst>
            </p:cNvPr>
            <p:cNvSpPr/>
            <p:nvPr/>
          </p:nvSpPr>
          <p:spPr>
            <a:xfrm>
              <a:off x="11186375" y="4148438"/>
              <a:ext cx="1004750" cy="412650"/>
            </a:xfrm>
            <a:custGeom>
              <a:avLst/>
              <a:gdLst/>
              <a:ahLst/>
              <a:cxnLst/>
              <a:rect l="l" t="t" r="r" b="b"/>
              <a:pathLst>
                <a:path w="40190" h="16506" extrusionOk="0">
                  <a:moveTo>
                    <a:pt x="19212" y="0"/>
                  </a:moveTo>
                  <a:lnTo>
                    <a:pt x="17889" y="20"/>
                  </a:lnTo>
                  <a:lnTo>
                    <a:pt x="16565" y="61"/>
                  </a:lnTo>
                  <a:lnTo>
                    <a:pt x="15262" y="141"/>
                  </a:lnTo>
                  <a:lnTo>
                    <a:pt x="13998" y="221"/>
                  </a:lnTo>
                  <a:lnTo>
                    <a:pt x="12775" y="321"/>
                  </a:lnTo>
                  <a:lnTo>
                    <a:pt x="11592" y="462"/>
                  </a:lnTo>
                  <a:lnTo>
                    <a:pt x="10469" y="602"/>
                  </a:lnTo>
                  <a:lnTo>
                    <a:pt x="9406" y="782"/>
                  </a:lnTo>
                  <a:lnTo>
                    <a:pt x="8423" y="983"/>
                  </a:lnTo>
                  <a:lnTo>
                    <a:pt x="7541" y="1204"/>
                  </a:lnTo>
                  <a:lnTo>
                    <a:pt x="7119" y="1324"/>
                  </a:lnTo>
                  <a:lnTo>
                    <a:pt x="6738" y="1444"/>
                  </a:lnTo>
                  <a:lnTo>
                    <a:pt x="5776" y="1785"/>
                  </a:lnTo>
                  <a:lnTo>
                    <a:pt x="4893" y="2126"/>
                  </a:lnTo>
                  <a:lnTo>
                    <a:pt x="4111" y="2467"/>
                  </a:lnTo>
                  <a:lnTo>
                    <a:pt x="3389" y="2828"/>
                  </a:lnTo>
                  <a:lnTo>
                    <a:pt x="2768" y="3169"/>
                  </a:lnTo>
                  <a:lnTo>
                    <a:pt x="2206" y="3510"/>
                  </a:lnTo>
                  <a:lnTo>
                    <a:pt x="1705" y="3851"/>
                  </a:lnTo>
                  <a:lnTo>
                    <a:pt x="1284" y="4172"/>
                  </a:lnTo>
                  <a:lnTo>
                    <a:pt x="943" y="4493"/>
                  </a:lnTo>
                  <a:lnTo>
                    <a:pt x="642" y="4793"/>
                  </a:lnTo>
                  <a:lnTo>
                    <a:pt x="401" y="5074"/>
                  </a:lnTo>
                  <a:lnTo>
                    <a:pt x="221" y="5355"/>
                  </a:lnTo>
                  <a:lnTo>
                    <a:pt x="100" y="5596"/>
                  </a:lnTo>
                  <a:lnTo>
                    <a:pt x="20" y="5816"/>
                  </a:lnTo>
                  <a:lnTo>
                    <a:pt x="0" y="603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8891" y="16485"/>
                  </a:lnTo>
                  <a:lnTo>
                    <a:pt x="19814" y="16505"/>
                  </a:lnTo>
                  <a:lnTo>
                    <a:pt x="20736" y="16485"/>
                  </a:lnTo>
                  <a:lnTo>
                    <a:pt x="21639" y="16465"/>
                  </a:lnTo>
                  <a:lnTo>
                    <a:pt x="22561" y="16405"/>
                  </a:lnTo>
                  <a:lnTo>
                    <a:pt x="23464" y="16345"/>
                  </a:lnTo>
                  <a:lnTo>
                    <a:pt x="24366" y="16245"/>
                  </a:lnTo>
                  <a:lnTo>
                    <a:pt x="25249" y="16144"/>
                  </a:lnTo>
                  <a:lnTo>
                    <a:pt x="26131" y="16024"/>
                  </a:lnTo>
                  <a:lnTo>
                    <a:pt x="26993" y="15884"/>
                  </a:lnTo>
                  <a:lnTo>
                    <a:pt x="27836" y="15743"/>
                  </a:lnTo>
                  <a:lnTo>
                    <a:pt x="28678" y="15583"/>
                  </a:lnTo>
                  <a:lnTo>
                    <a:pt x="29480" y="15402"/>
                  </a:lnTo>
                  <a:lnTo>
                    <a:pt x="30282" y="15242"/>
                  </a:lnTo>
                  <a:lnTo>
                    <a:pt x="31786" y="14861"/>
                  </a:lnTo>
                  <a:lnTo>
                    <a:pt x="33190" y="14480"/>
                  </a:lnTo>
                  <a:lnTo>
                    <a:pt x="34474" y="14119"/>
                  </a:lnTo>
                  <a:lnTo>
                    <a:pt x="35637" y="13758"/>
                  </a:lnTo>
                  <a:lnTo>
                    <a:pt x="36640" y="13417"/>
                  </a:lnTo>
                  <a:lnTo>
                    <a:pt x="37482" y="13116"/>
                  </a:lnTo>
                  <a:lnTo>
                    <a:pt x="38164" y="1285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608" y="10990"/>
                  </a:lnTo>
                  <a:lnTo>
                    <a:pt x="39708" y="10549"/>
                  </a:lnTo>
                  <a:lnTo>
                    <a:pt x="39868" y="9627"/>
                  </a:lnTo>
                  <a:lnTo>
                    <a:pt x="40009" y="8644"/>
                  </a:lnTo>
                  <a:lnTo>
                    <a:pt x="40109" y="7681"/>
                  </a:lnTo>
                  <a:lnTo>
                    <a:pt x="40169" y="6799"/>
                  </a:lnTo>
                  <a:lnTo>
                    <a:pt x="40189" y="6037"/>
                  </a:lnTo>
                  <a:lnTo>
                    <a:pt x="40189" y="5736"/>
                  </a:lnTo>
                  <a:lnTo>
                    <a:pt x="40169" y="5495"/>
                  </a:lnTo>
                  <a:lnTo>
                    <a:pt x="40129" y="5315"/>
                  </a:lnTo>
                  <a:lnTo>
                    <a:pt x="40089" y="5194"/>
                  </a:lnTo>
                  <a:lnTo>
                    <a:pt x="40009" y="5094"/>
                  </a:lnTo>
                  <a:lnTo>
                    <a:pt x="39868" y="4934"/>
                  </a:lnTo>
                  <a:lnTo>
                    <a:pt x="39708" y="4753"/>
                  </a:lnTo>
                  <a:lnTo>
                    <a:pt x="39467" y="4533"/>
                  </a:lnTo>
                  <a:lnTo>
                    <a:pt x="39187" y="4312"/>
                  </a:lnTo>
                  <a:lnTo>
                    <a:pt x="38866" y="4031"/>
                  </a:lnTo>
                  <a:lnTo>
                    <a:pt x="38505" y="3771"/>
                  </a:lnTo>
                  <a:lnTo>
                    <a:pt x="38084" y="3470"/>
                  </a:lnTo>
                  <a:lnTo>
                    <a:pt x="37602" y="3169"/>
                  </a:lnTo>
                  <a:lnTo>
                    <a:pt x="37081" y="2868"/>
                  </a:lnTo>
                  <a:lnTo>
                    <a:pt x="36519" y="2567"/>
                  </a:lnTo>
                  <a:lnTo>
                    <a:pt x="35898" y="2267"/>
                  </a:lnTo>
                  <a:lnTo>
                    <a:pt x="35236" y="1966"/>
                  </a:lnTo>
                  <a:lnTo>
                    <a:pt x="34514" y="1705"/>
                  </a:lnTo>
                  <a:lnTo>
                    <a:pt x="33732" y="1424"/>
                  </a:lnTo>
                  <a:lnTo>
                    <a:pt x="32910" y="1184"/>
                  </a:lnTo>
                  <a:lnTo>
                    <a:pt x="32228" y="1023"/>
                  </a:lnTo>
                  <a:lnTo>
                    <a:pt x="31466" y="863"/>
                  </a:lnTo>
                  <a:lnTo>
                    <a:pt x="30623" y="722"/>
                  </a:lnTo>
                  <a:lnTo>
                    <a:pt x="29761" y="582"/>
                  </a:lnTo>
                  <a:lnTo>
                    <a:pt x="28818" y="462"/>
                  </a:lnTo>
                  <a:lnTo>
                    <a:pt x="27856" y="361"/>
                  </a:lnTo>
                  <a:lnTo>
                    <a:pt x="26833" y="261"/>
                  </a:lnTo>
                  <a:lnTo>
                    <a:pt x="25790" y="181"/>
                  </a:lnTo>
                  <a:lnTo>
                    <a:pt x="24527" y="101"/>
                  </a:lnTo>
                  <a:lnTo>
                    <a:pt x="23223" y="40"/>
                  </a:lnTo>
                  <a:lnTo>
                    <a:pt x="21900" y="20"/>
                  </a:lnTo>
                  <a:lnTo>
                    <a:pt x="205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35">
              <a:extLst>
                <a:ext uri="{FF2B5EF4-FFF2-40B4-BE49-F238E27FC236}">
                  <a16:creationId xmlns:a16="http://schemas.microsoft.com/office/drawing/2014/main" id="{67C16A55-6142-2F07-E2F1-BEA0EC279D45}"/>
                </a:ext>
              </a:extLst>
            </p:cNvPr>
            <p:cNvSpPr/>
            <p:nvPr/>
          </p:nvSpPr>
          <p:spPr>
            <a:xfrm>
              <a:off x="11186375" y="4148438"/>
              <a:ext cx="1004750" cy="412650"/>
            </a:xfrm>
            <a:custGeom>
              <a:avLst/>
              <a:gdLst/>
              <a:ahLst/>
              <a:cxnLst/>
              <a:rect l="l" t="t" r="r" b="b"/>
              <a:pathLst>
                <a:path w="40190" h="16506" fill="none" extrusionOk="0">
                  <a:moveTo>
                    <a:pt x="39507" y="11391"/>
                  </a:moveTo>
                  <a:lnTo>
                    <a:pt x="39507" y="11391"/>
                  </a:lnTo>
                  <a:lnTo>
                    <a:pt x="39367" y="11833"/>
                  </a:lnTo>
                  <a:lnTo>
                    <a:pt x="39227" y="12194"/>
                  </a:lnTo>
                  <a:lnTo>
                    <a:pt x="39146" y="12334"/>
                  </a:lnTo>
                  <a:lnTo>
                    <a:pt x="39066" y="12434"/>
                  </a:lnTo>
                  <a:lnTo>
                    <a:pt x="38986" y="12514"/>
                  </a:lnTo>
                  <a:lnTo>
                    <a:pt x="38906" y="12575"/>
                  </a:lnTo>
                  <a:lnTo>
                    <a:pt x="38906" y="12575"/>
                  </a:lnTo>
                  <a:lnTo>
                    <a:pt x="38164" y="12855"/>
                  </a:lnTo>
                  <a:lnTo>
                    <a:pt x="37482" y="13116"/>
                  </a:lnTo>
                  <a:lnTo>
                    <a:pt x="36640" y="13417"/>
                  </a:lnTo>
                  <a:lnTo>
                    <a:pt x="35637" y="13758"/>
                  </a:lnTo>
                  <a:lnTo>
                    <a:pt x="34474" y="14119"/>
                  </a:lnTo>
                  <a:lnTo>
                    <a:pt x="33190" y="14480"/>
                  </a:lnTo>
                  <a:lnTo>
                    <a:pt x="31786" y="14861"/>
                  </a:lnTo>
                  <a:lnTo>
                    <a:pt x="30282" y="15242"/>
                  </a:lnTo>
                  <a:lnTo>
                    <a:pt x="29480" y="15402"/>
                  </a:lnTo>
                  <a:lnTo>
                    <a:pt x="28678" y="15583"/>
                  </a:lnTo>
                  <a:lnTo>
                    <a:pt x="27836" y="15743"/>
                  </a:lnTo>
                  <a:lnTo>
                    <a:pt x="26993" y="15884"/>
                  </a:lnTo>
                  <a:lnTo>
                    <a:pt x="26131" y="16024"/>
                  </a:lnTo>
                  <a:lnTo>
                    <a:pt x="25249" y="16144"/>
                  </a:lnTo>
                  <a:lnTo>
                    <a:pt x="24366" y="16245"/>
                  </a:lnTo>
                  <a:lnTo>
                    <a:pt x="23464" y="16345"/>
                  </a:lnTo>
                  <a:lnTo>
                    <a:pt x="22561" y="16405"/>
                  </a:lnTo>
                  <a:lnTo>
                    <a:pt x="21639" y="16465"/>
                  </a:lnTo>
                  <a:lnTo>
                    <a:pt x="20736" y="16485"/>
                  </a:lnTo>
                  <a:lnTo>
                    <a:pt x="19814" y="16505"/>
                  </a:lnTo>
                  <a:lnTo>
                    <a:pt x="18891" y="16485"/>
                  </a:lnTo>
                  <a:lnTo>
                    <a:pt x="17969" y="16425"/>
                  </a:lnTo>
                  <a:lnTo>
                    <a:pt x="17969" y="16425"/>
                  </a:lnTo>
                  <a:lnTo>
                    <a:pt x="16385" y="16305"/>
                  </a:lnTo>
                  <a:lnTo>
                    <a:pt x="14860" y="16144"/>
                  </a:lnTo>
                  <a:lnTo>
                    <a:pt x="13396" y="15944"/>
                  </a:lnTo>
                  <a:lnTo>
                    <a:pt x="11993" y="15723"/>
                  </a:lnTo>
                  <a:lnTo>
                    <a:pt x="10649" y="15462"/>
                  </a:lnTo>
                  <a:lnTo>
                    <a:pt x="9366" y="15202"/>
                  </a:lnTo>
                  <a:lnTo>
                    <a:pt x="8182" y="14921"/>
                  </a:lnTo>
                  <a:lnTo>
                    <a:pt x="7059" y="14640"/>
                  </a:lnTo>
                  <a:lnTo>
                    <a:pt x="6057" y="14359"/>
                  </a:lnTo>
                  <a:lnTo>
                    <a:pt x="5134" y="14079"/>
                  </a:lnTo>
                  <a:lnTo>
                    <a:pt x="4312" y="13818"/>
                  </a:lnTo>
                  <a:lnTo>
                    <a:pt x="3610" y="13557"/>
                  </a:lnTo>
                  <a:lnTo>
                    <a:pt x="3028" y="13337"/>
                  </a:lnTo>
                  <a:lnTo>
                    <a:pt x="2567" y="13156"/>
                  </a:lnTo>
                  <a:lnTo>
                    <a:pt x="2246" y="12996"/>
                  </a:lnTo>
                  <a:lnTo>
                    <a:pt x="2046" y="12875"/>
                  </a:lnTo>
                  <a:lnTo>
                    <a:pt x="2046" y="12875"/>
                  </a:lnTo>
                  <a:lnTo>
                    <a:pt x="1985" y="12815"/>
                  </a:lnTo>
                  <a:lnTo>
                    <a:pt x="1905" y="12735"/>
                  </a:lnTo>
                  <a:lnTo>
                    <a:pt x="1765" y="12494"/>
                  </a:lnTo>
                  <a:lnTo>
                    <a:pt x="1625" y="12153"/>
                  </a:lnTo>
                  <a:lnTo>
                    <a:pt x="1464" y="11752"/>
                  </a:lnTo>
                  <a:lnTo>
                    <a:pt x="1324" y="11291"/>
                  </a:lnTo>
                  <a:lnTo>
                    <a:pt x="1163" y="10790"/>
                  </a:lnTo>
                  <a:lnTo>
                    <a:pt x="862" y="9687"/>
                  </a:lnTo>
                  <a:lnTo>
                    <a:pt x="562" y="8584"/>
                  </a:lnTo>
                  <a:lnTo>
                    <a:pt x="321" y="7561"/>
                  </a:lnTo>
                  <a:lnTo>
                    <a:pt x="20" y="6217"/>
                  </a:lnTo>
                  <a:lnTo>
                    <a:pt x="20" y="6217"/>
                  </a:lnTo>
                  <a:lnTo>
                    <a:pt x="0" y="6037"/>
                  </a:lnTo>
                  <a:lnTo>
                    <a:pt x="20" y="5816"/>
                  </a:lnTo>
                  <a:lnTo>
                    <a:pt x="100" y="5596"/>
                  </a:lnTo>
                  <a:lnTo>
                    <a:pt x="221" y="5355"/>
                  </a:lnTo>
                  <a:lnTo>
                    <a:pt x="401" y="5074"/>
                  </a:lnTo>
                  <a:lnTo>
                    <a:pt x="642" y="4793"/>
                  </a:lnTo>
                  <a:lnTo>
                    <a:pt x="943" y="4493"/>
                  </a:lnTo>
                  <a:lnTo>
                    <a:pt x="1284" y="4172"/>
                  </a:lnTo>
                  <a:lnTo>
                    <a:pt x="1705" y="3851"/>
                  </a:lnTo>
                  <a:lnTo>
                    <a:pt x="2206" y="3510"/>
                  </a:lnTo>
                  <a:lnTo>
                    <a:pt x="2768" y="3169"/>
                  </a:lnTo>
                  <a:lnTo>
                    <a:pt x="3389" y="2828"/>
                  </a:lnTo>
                  <a:lnTo>
                    <a:pt x="4111" y="2467"/>
                  </a:lnTo>
                  <a:lnTo>
                    <a:pt x="4893" y="2126"/>
                  </a:lnTo>
                  <a:lnTo>
                    <a:pt x="5776" y="1785"/>
                  </a:lnTo>
                  <a:lnTo>
                    <a:pt x="6738" y="1444"/>
                  </a:lnTo>
                  <a:lnTo>
                    <a:pt x="6738" y="1444"/>
                  </a:lnTo>
                  <a:lnTo>
                    <a:pt x="7119" y="1324"/>
                  </a:lnTo>
                  <a:lnTo>
                    <a:pt x="7541" y="1204"/>
                  </a:lnTo>
                  <a:lnTo>
                    <a:pt x="8423" y="983"/>
                  </a:lnTo>
                  <a:lnTo>
                    <a:pt x="9406" y="782"/>
                  </a:lnTo>
                  <a:lnTo>
                    <a:pt x="10469" y="602"/>
                  </a:lnTo>
                  <a:lnTo>
                    <a:pt x="11592" y="462"/>
                  </a:lnTo>
                  <a:lnTo>
                    <a:pt x="12775" y="321"/>
                  </a:lnTo>
                  <a:lnTo>
                    <a:pt x="13998" y="221"/>
                  </a:lnTo>
                  <a:lnTo>
                    <a:pt x="15262" y="141"/>
                  </a:lnTo>
                  <a:lnTo>
                    <a:pt x="16565" y="61"/>
                  </a:lnTo>
                  <a:lnTo>
                    <a:pt x="17889" y="20"/>
                  </a:lnTo>
                  <a:lnTo>
                    <a:pt x="19212" y="0"/>
                  </a:lnTo>
                  <a:lnTo>
                    <a:pt x="20556" y="0"/>
                  </a:lnTo>
                  <a:lnTo>
                    <a:pt x="21900" y="20"/>
                  </a:lnTo>
                  <a:lnTo>
                    <a:pt x="23223" y="40"/>
                  </a:lnTo>
                  <a:lnTo>
                    <a:pt x="24527" y="101"/>
                  </a:lnTo>
                  <a:lnTo>
                    <a:pt x="25790" y="181"/>
                  </a:lnTo>
                  <a:lnTo>
                    <a:pt x="25790" y="181"/>
                  </a:lnTo>
                  <a:lnTo>
                    <a:pt x="26833" y="261"/>
                  </a:lnTo>
                  <a:lnTo>
                    <a:pt x="27856" y="361"/>
                  </a:lnTo>
                  <a:lnTo>
                    <a:pt x="28818" y="462"/>
                  </a:lnTo>
                  <a:lnTo>
                    <a:pt x="29761" y="582"/>
                  </a:lnTo>
                  <a:lnTo>
                    <a:pt x="30623" y="722"/>
                  </a:lnTo>
                  <a:lnTo>
                    <a:pt x="31466" y="863"/>
                  </a:lnTo>
                  <a:lnTo>
                    <a:pt x="32228" y="1023"/>
                  </a:lnTo>
                  <a:lnTo>
                    <a:pt x="32910" y="1184"/>
                  </a:lnTo>
                  <a:lnTo>
                    <a:pt x="32910" y="1184"/>
                  </a:lnTo>
                  <a:lnTo>
                    <a:pt x="33732" y="1424"/>
                  </a:lnTo>
                  <a:lnTo>
                    <a:pt x="34514" y="1705"/>
                  </a:lnTo>
                  <a:lnTo>
                    <a:pt x="35236" y="1966"/>
                  </a:lnTo>
                  <a:lnTo>
                    <a:pt x="35898" y="2267"/>
                  </a:lnTo>
                  <a:lnTo>
                    <a:pt x="36519" y="2567"/>
                  </a:lnTo>
                  <a:lnTo>
                    <a:pt x="37081" y="2868"/>
                  </a:lnTo>
                  <a:lnTo>
                    <a:pt x="37602" y="3169"/>
                  </a:lnTo>
                  <a:lnTo>
                    <a:pt x="38084" y="3470"/>
                  </a:lnTo>
                  <a:lnTo>
                    <a:pt x="38505" y="3771"/>
                  </a:lnTo>
                  <a:lnTo>
                    <a:pt x="38866" y="4031"/>
                  </a:lnTo>
                  <a:lnTo>
                    <a:pt x="39187" y="4312"/>
                  </a:lnTo>
                  <a:lnTo>
                    <a:pt x="39467" y="4533"/>
                  </a:lnTo>
                  <a:lnTo>
                    <a:pt x="39708" y="4753"/>
                  </a:lnTo>
                  <a:lnTo>
                    <a:pt x="39868" y="4934"/>
                  </a:lnTo>
                  <a:lnTo>
                    <a:pt x="40009" y="5094"/>
                  </a:lnTo>
                  <a:lnTo>
                    <a:pt x="40089" y="5194"/>
                  </a:lnTo>
                  <a:lnTo>
                    <a:pt x="40089" y="5194"/>
                  </a:lnTo>
                  <a:lnTo>
                    <a:pt x="40129" y="5315"/>
                  </a:lnTo>
                  <a:lnTo>
                    <a:pt x="40169" y="5495"/>
                  </a:lnTo>
                  <a:lnTo>
                    <a:pt x="40189" y="5736"/>
                  </a:lnTo>
                  <a:lnTo>
                    <a:pt x="40189" y="6037"/>
                  </a:lnTo>
                  <a:lnTo>
                    <a:pt x="40169" y="6799"/>
                  </a:lnTo>
                  <a:lnTo>
                    <a:pt x="40109" y="7681"/>
                  </a:lnTo>
                  <a:lnTo>
                    <a:pt x="40009" y="8644"/>
                  </a:lnTo>
                  <a:lnTo>
                    <a:pt x="39868" y="9627"/>
                  </a:lnTo>
                  <a:lnTo>
                    <a:pt x="39708" y="10549"/>
                  </a:lnTo>
                  <a:lnTo>
                    <a:pt x="39608" y="10990"/>
                  </a:lnTo>
                  <a:lnTo>
                    <a:pt x="39507" y="1139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35">
              <a:extLst>
                <a:ext uri="{FF2B5EF4-FFF2-40B4-BE49-F238E27FC236}">
                  <a16:creationId xmlns:a16="http://schemas.microsoft.com/office/drawing/2014/main" id="{8BC7513F-734B-1D1C-ED13-D2B842FAE3EB}"/>
                </a:ext>
              </a:extLst>
            </p:cNvPr>
            <p:cNvSpPr/>
            <p:nvPr/>
          </p:nvSpPr>
          <p:spPr>
            <a:xfrm>
              <a:off x="11186375" y="4148438"/>
              <a:ext cx="987700" cy="412650"/>
            </a:xfrm>
            <a:custGeom>
              <a:avLst/>
              <a:gdLst/>
              <a:ahLst/>
              <a:cxnLst/>
              <a:rect l="l" t="t" r="r" b="b"/>
              <a:pathLst>
                <a:path w="39508" h="16506" extrusionOk="0">
                  <a:moveTo>
                    <a:pt x="20115" y="0"/>
                  </a:moveTo>
                  <a:lnTo>
                    <a:pt x="18149" y="20"/>
                  </a:lnTo>
                  <a:lnTo>
                    <a:pt x="16224" y="81"/>
                  </a:lnTo>
                  <a:lnTo>
                    <a:pt x="15282" y="141"/>
                  </a:lnTo>
                  <a:lnTo>
                    <a:pt x="14359" y="201"/>
                  </a:lnTo>
                  <a:lnTo>
                    <a:pt x="13457" y="261"/>
                  </a:lnTo>
                  <a:lnTo>
                    <a:pt x="12554" y="341"/>
                  </a:lnTo>
                  <a:lnTo>
                    <a:pt x="11712" y="442"/>
                  </a:lnTo>
                  <a:lnTo>
                    <a:pt x="10870" y="542"/>
                  </a:lnTo>
                  <a:lnTo>
                    <a:pt x="10087" y="662"/>
                  </a:lnTo>
                  <a:lnTo>
                    <a:pt x="9325" y="803"/>
                  </a:lnTo>
                  <a:lnTo>
                    <a:pt x="8603" y="943"/>
                  </a:lnTo>
                  <a:lnTo>
                    <a:pt x="7922" y="1103"/>
                  </a:lnTo>
                  <a:lnTo>
                    <a:pt x="7300" y="1264"/>
                  </a:lnTo>
                  <a:lnTo>
                    <a:pt x="6738" y="1444"/>
                  </a:lnTo>
                  <a:lnTo>
                    <a:pt x="5816" y="1765"/>
                  </a:lnTo>
                  <a:lnTo>
                    <a:pt x="4994" y="2086"/>
                  </a:lnTo>
                  <a:lnTo>
                    <a:pt x="4232" y="2407"/>
                  </a:lnTo>
                  <a:lnTo>
                    <a:pt x="3550" y="2748"/>
                  </a:lnTo>
                  <a:lnTo>
                    <a:pt x="2928" y="3069"/>
                  </a:lnTo>
                  <a:lnTo>
                    <a:pt x="2367" y="3390"/>
                  </a:lnTo>
                  <a:lnTo>
                    <a:pt x="1885" y="3710"/>
                  </a:lnTo>
                  <a:lnTo>
                    <a:pt x="1464" y="4031"/>
                  </a:lnTo>
                  <a:lnTo>
                    <a:pt x="1103" y="4332"/>
                  </a:lnTo>
                  <a:lnTo>
                    <a:pt x="802" y="4633"/>
                  </a:lnTo>
                  <a:lnTo>
                    <a:pt x="542" y="4914"/>
                  </a:lnTo>
                  <a:lnTo>
                    <a:pt x="341" y="5174"/>
                  </a:lnTo>
                  <a:lnTo>
                    <a:pt x="181" y="5415"/>
                  </a:lnTo>
                  <a:lnTo>
                    <a:pt x="80" y="5656"/>
                  </a:lnTo>
                  <a:lnTo>
                    <a:pt x="20" y="5856"/>
                  </a:lnTo>
                  <a:lnTo>
                    <a:pt x="0" y="605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8992" y="16485"/>
                  </a:lnTo>
                  <a:lnTo>
                    <a:pt x="20035" y="16505"/>
                  </a:lnTo>
                  <a:lnTo>
                    <a:pt x="20897" y="16485"/>
                  </a:lnTo>
                  <a:lnTo>
                    <a:pt x="21739" y="16465"/>
                  </a:lnTo>
                  <a:lnTo>
                    <a:pt x="22602" y="16405"/>
                  </a:lnTo>
                  <a:lnTo>
                    <a:pt x="23444" y="16345"/>
                  </a:lnTo>
                  <a:lnTo>
                    <a:pt x="24286" y="16265"/>
                  </a:lnTo>
                  <a:lnTo>
                    <a:pt x="25108" y="16164"/>
                  </a:lnTo>
                  <a:lnTo>
                    <a:pt x="25931" y="16044"/>
                  </a:lnTo>
                  <a:lnTo>
                    <a:pt x="26733" y="15924"/>
                  </a:lnTo>
                  <a:lnTo>
                    <a:pt x="27515" y="15803"/>
                  </a:lnTo>
                  <a:lnTo>
                    <a:pt x="28297" y="15643"/>
                  </a:lnTo>
                  <a:lnTo>
                    <a:pt x="29801" y="15342"/>
                  </a:lnTo>
                  <a:lnTo>
                    <a:pt x="31245" y="15001"/>
                  </a:lnTo>
                  <a:lnTo>
                    <a:pt x="32589" y="14660"/>
                  </a:lnTo>
                  <a:lnTo>
                    <a:pt x="33832" y="14299"/>
                  </a:lnTo>
                  <a:lnTo>
                    <a:pt x="34975" y="13958"/>
                  </a:lnTo>
                  <a:lnTo>
                    <a:pt x="35998" y="13617"/>
                  </a:lnTo>
                  <a:lnTo>
                    <a:pt x="36900" y="13317"/>
                  </a:lnTo>
                  <a:lnTo>
                    <a:pt x="38224" y="1283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507" y="11391"/>
                  </a:lnTo>
                  <a:lnTo>
                    <a:pt x="38645" y="11632"/>
                  </a:lnTo>
                  <a:lnTo>
                    <a:pt x="37783" y="11873"/>
                  </a:lnTo>
                  <a:lnTo>
                    <a:pt x="36920" y="12073"/>
                  </a:lnTo>
                  <a:lnTo>
                    <a:pt x="36038" y="12274"/>
                  </a:lnTo>
                  <a:lnTo>
                    <a:pt x="35176" y="12474"/>
                  </a:lnTo>
                  <a:lnTo>
                    <a:pt x="34293" y="12635"/>
                  </a:lnTo>
                  <a:lnTo>
                    <a:pt x="33411" y="12795"/>
                  </a:lnTo>
                  <a:lnTo>
                    <a:pt x="32528" y="12936"/>
                  </a:lnTo>
                  <a:lnTo>
                    <a:pt x="31626" y="13056"/>
                  </a:lnTo>
                  <a:lnTo>
                    <a:pt x="30744" y="13156"/>
                  </a:lnTo>
                  <a:lnTo>
                    <a:pt x="29841" y="13256"/>
                  </a:lnTo>
                  <a:lnTo>
                    <a:pt x="28959" y="13317"/>
                  </a:lnTo>
                  <a:lnTo>
                    <a:pt x="28056" y="13377"/>
                  </a:lnTo>
                  <a:lnTo>
                    <a:pt x="27154" y="13417"/>
                  </a:lnTo>
                  <a:lnTo>
                    <a:pt x="26251" y="13437"/>
                  </a:lnTo>
                  <a:lnTo>
                    <a:pt x="25369" y="13457"/>
                  </a:lnTo>
                  <a:lnTo>
                    <a:pt x="24587" y="13437"/>
                  </a:lnTo>
                  <a:lnTo>
                    <a:pt x="23825" y="13437"/>
                  </a:lnTo>
                  <a:lnTo>
                    <a:pt x="23063" y="13397"/>
                  </a:lnTo>
                  <a:lnTo>
                    <a:pt x="22281" y="13357"/>
                  </a:lnTo>
                  <a:lnTo>
                    <a:pt x="21519" y="13297"/>
                  </a:lnTo>
                  <a:lnTo>
                    <a:pt x="20756" y="13236"/>
                  </a:lnTo>
                  <a:lnTo>
                    <a:pt x="19974" y="13156"/>
                  </a:lnTo>
                  <a:lnTo>
                    <a:pt x="19212" y="13056"/>
                  </a:lnTo>
                  <a:lnTo>
                    <a:pt x="18410" y="12956"/>
                  </a:lnTo>
                  <a:lnTo>
                    <a:pt x="17608" y="12835"/>
                  </a:lnTo>
                  <a:lnTo>
                    <a:pt x="16806" y="12695"/>
                  </a:lnTo>
                  <a:lnTo>
                    <a:pt x="16004" y="12554"/>
                  </a:lnTo>
                  <a:lnTo>
                    <a:pt x="15201" y="12374"/>
                  </a:lnTo>
                  <a:lnTo>
                    <a:pt x="14399" y="12214"/>
                  </a:lnTo>
                  <a:lnTo>
                    <a:pt x="13617" y="12013"/>
                  </a:lnTo>
                  <a:lnTo>
                    <a:pt x="12835" y="11792"/>
                  </a:lnTo>
                  <a:lnTo>
                    <a:pt x="12233" y="11612"/>
                  </a:lnTo>
                  <a:lnTo>
                    <a:pt x="11592" y="11391"/>
                  </a:lnTo>
                  <a:lnTo>
                    <a:pt x="11291" y="11271"/>
                  </a:lnTo>
                  <a:lnTo>
                    <a:pt x="10970" y="11131"/>
                  </a:lnTo>
                  <a:lnTo>
                    <a:pt x="10669" y="10970"/>
                  </a:lnTo>
                  <a:lnTo>
                    <a:pt x="10388" y="10810"/>
                  </a:lnTo>
                  <a:lnTo>
                    <a:pt x="9566" y="10629"/>
                  </a:lnTo>
                  <a:lnTo>
                    <a:pt x="8784" y="10429"/>
                  </a:lnTo>
                  <a:lnTo>
                    <a:pt x="7922" y="10188"/>
                  </a:lnTo>
                  <a:lnTo>
                    <a:pt x="7119" y="9907"/>
                  </a:lnTo>
                  <a:lnTo>
                    <a:pt x="6357" y="9627"/>
                  </a:lnTo>
                  <a:lnTo>
                    <a:pt x="5635" y="9346"/>
                  </a:lnTo>
                  <a:lnTo>
                    <a:pt x="4974" y="9045"/>
                  </a:lnTo>
                  <a:lnTo>
                    <a:pt x="4372" y="8724"/>
                  </a:lnTo>
                  <a:lnTo>
                    <a:pt x="3831" y="8423"/>
                  </a:lnTo>
                  <a:lnTo>
                    <a:pt x="3329" y="8122"/>
                  </a:lnTo>
                  <a:lnTo>
                    <a:pt x="2888" y="7802"/>
                  </a:lnTo>
                  <a:lnTo>
                    <a:pt x="2507" y="7501"/>
                  </a:lnTo>
                  <a:lnTo>
                    <a:pt x="2186" y="7220"/>
                  </a:lnTo>
                  <a:lnTo>
                    <a:pt x="1925" y="6939"/>
                  </a:lnTo>
                  <a:lnTo>
                    <a:pt x="1725" y="6679"/>
                  </a:lnTo>
                  <a:lnTo>
                    <a:pt x="1584" y="6438"/>
                  </a:lnTo>
                  <a:lnTo>
                    <a:pt x="1544" y="6318"/>
                  </a:lnTo>
                  <a:lnTo>
                    <a:pt x="1504" y="6197"/>
                  </a:lnTo>
                  <a:lnTo>
                    <a:pt x="1484" y="6097"/>
                  </a:lnTo>
                  <a:lnTo>
                    <a:pt x="1504" y="5997"/>
                  </a:lnTo>
                  <a:lnTo>
                    <a:pt x="1524" y="5856"/>
                  </a:lnTo>
                  <a:lnTo>
                    <a:pt x="1564" y="5736"/>
                  </a:lnTo>
                  <a:lnTo>
                    <a:pt x="1604" y="5596"/>
                  </a:lnTo>
                  <a:lnTo>
                    <a:pt x="1685" y="5455"/>
                  </a:lnTo>
                  <a:lnTo>
                    <a:pt x="1785" y="5315"/>
                  </a:lnTo>
                  <a:lnTo>
                    <a:pt x="1885" y="5174"/>
                  </a:lnTo>
                  <a:lnTo>
                    <a:pt x="2146" y="4874"/>
                  </a:lnTo>
                  <a:lnTo>
                    <a:pt x="2467" y="4593"/>
                  </a:lnTo>
                  <a:lnTo>
                    <a:pt x="2828" y="4312"/>
                  </a:lnTo>
                  <a:lnTo>
                    <a:pt x="3249" y="4011"/>
                  </a:lnTo>
                  <a:lnTo>
                    <a:pt x="3710" y="3730"/>
                  </a:lnTo>
                  <a:lnTo>
                    <a:pt x="4212" y="3470"/>
                  </a:lnTo>
                  <a:lnTo>
                    <a:pt x="4733" y="3209"/>
                  </a:lnTo>
                  <a:lnTo>
                    <a:pt x="5294" y="2948"/>
                  </a:lnTo>
                  <a:lnTo>
                    <a:pt x="5856" y="2728"/>
                  </a:lnTo>
                  <a:lnTo>
                    <a:pt x="6458" y="2507"/>
                  </a:lnTo>
                  <a:lnTo>
                    <a:pt x="7059" y="2307"/>
                  </a:lnTo>
                  <a:lnTo>
                    <a:pt x="7681" y="2126"/>
                  </a:lnTo>
                  <a:lnTo>
                    <a:pt x="8283" y="1966"/>
                  </a:lnTo>
                  <a:lnTo>
                    <a:pt x="8864" y="1845"/>
                  </a:lnTo>
                  <a:lnTo>
                    <a:pt x="9466" y="1725"/>
                  </a:lnTo>
                  <a:lnTo>
                    <a:pt x="10128" y="1605"/>
                  </a:lnTo>
                  <a:lnTo>
                    <a:pt x="10809" y="1504"/>
                  </a:lnTo>
                  <a:lnTo>
                    <a:pt x="12273" y="1324"/>
                  </a:lnTo>
                  <a:lnTo>
                    <a:pt x="13858" y="1164"/>
                  </a:lnTo>
                  <a:lnTo>
                    <a:pt x="15542" y="1063"/>
                  </a:lnTo>
                  <a:lnTo>
                    <a:pt x="17267" y="963"/>
                  </a:lnTo>
                  <a:lnTo>
                    <a:pt x="19032" y="923"/>
                  </a:lnTo>
                  <a:lnTo>
                    <a:pt x="20837" y="903"/>
                  </a:lnTo>
                  <a:lnTo>
                    <a:pt x="21017" y="903"/>
                  </a:lnTo>
                  <a:lnTo>
                    <a:pt x="22200" y="682"/>
                  </a:lnTo>
                  <a:lnTo>
                    <a:pt x="23404" y="482"/>
                  </a:lnTo>
                  <a:lnTo>
                    <a:pt x="24587" y="321"/>
                  </a:lnTo>
                  <a:lnTo>
                    <a:pt x="25790" y="181"/>
                  </a:lnTo>
                  <a:lnTo>
                    <a:pt x="24406" y="101"/>
                  </a:lnTo>
                  <a:lnTo>
                    <a:pt x="23003" y="40"/>
                  </a:lnTo>
                  <a:lnTo>
                    <a:pt x="2155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35">
              <a:extLst>
                <a:ext uri="{FF2B5EF4-FFF2-40B4-BE49-F238E27FC236}">
                  <a16:creationId xmlns:a16="http://schemas.microsoft.com/office/drawing/2014/main" id="{289F31E2-D204-C32C-79F7-05160BB26FD1}"/>
                </a:ext>
              </a:extLst>
            </p:cNvPr>
            <p:cNvSpPr/>
            <p:nvPr/>
          </p:nvSpPr>
          <p:spPr>
            <a:xfrm>
              <a:off x="11186375" y="4148438"/>
              <a:ext cx="987700" cy="412650"/>
            </a:xfrm>
            <a:custGeom>
              <a:avLst/>
              <a:gdLst/>
              <a:ahLst/>
              <a:cxnLst/>
              <a:rect l="l" t="t" r="r" b="b"/>
              <a:pathLst>
                <a:path w="39508" h="16506" fill="none" extrusionOk="0">
                  <a:moveTo>
                    <a:pt x="20115" y="0"/>
                  </a:moveTo>
                  <a:lnTo>
                    <a:pt x="20115" y="0"/>
                  </a:lnTo>
                  <a:lnTo>
                    <a:pt x="18149" y="20"/>
                  </a:lnTo>
                  <a:lnTo>
                    <a:pt x="16224" y="81"/>
                  </a:lnTo>
                  <a:lnTo>
                    <a:pt x="15282" y="141"/>
                  </a:lnTo>
                  <a:lnTo>
                    <a:pt x="14359" y="201"/>
                  </a:lnTo>
                  <a:lnTo>
                    <a:pt x="13457" y="261"/>
                  </a:lnTo>
                  <a:lnTo>
                    <a:pt x="12554" y="341"/>
                  </a:lnTo>
                  <a:lnTo>
                    <a:pt x="11712" y="442"/>
                  </a:lnTo>
                  <a:lnTo>
                    <a:pt x="10870" y="542"/>
                  </a:lnTo>
                  <a:lnTo>
                    <a:pt x="10087" y="662"/>
                  </a:lnTo>
                  <a:lnTo>
                    <a:pt x="9325" y="803"/>
                  </a:lnTo>
                  <a:lnTo>
                    <a:pt x="8603" y="943"/>
                  </a:lnTo>
                  <a:lnTo>
                    <a:pt x="7922" y="1103"/>
                  </a:lnTo>
                  <a:lnTo>
                    <a:pt x="7300" y="1264"/>
                  </a:lnTo>
                  <a:lnTo>
                    <a:pt x="6738" y="1444"/>
                  </a:lnTo>
                  <a:lnTo>
                    <a:pt x="6738" y="1444"/>
                  </a:lnTo>
                  <a:lnTo>
                    <a:pt x="5816" y="1765"/>
                  </a:lnTo>
                  <a:lnTo>
                    <a:pt x="4994" y="2086"/>
                  </a:lnTo>
                  <a:lnTo>
                    <a:pt x="4232" y="2407"/>
                  </a:lnTo>
                  <a:lnTo>
                    <a:pt x="3550" y="2748"/>
                  </a:lnTo>
                  <a:lnTo>
                    <a:pt x="2928" y="3069"/>
                  </a:lnTo>
                  <a:lnTo>
                    <a:pt x="2367" y="3390"/>
                  </a:lnTo>
                  <a:lnTo>
                    <a:pt x="1885" y="3710"/>
                  </a:lnTo>
                  <a:lnTo>
                    <a:pt x="1464" y="4031"/>
                  </a:lnTo>
                  <a:lnTo>
                    <a:pt x="1103" y="4332"/>
                  </a:lnTo>
                  <a:lnTo>
                    <a:pt x="802" y="4633"/>
                  </a:lnTo>
                  <a:lnTo>
                    <a:pt x="542" y="4914"/>
                  </a:lnTo>
                  <a:lnTo>
                    <a:pt x="341" y="5174"/>
                  </a:lnTo>
                  <a:lnTo>
                    <a:pt x="181" y="5415"/>
                  </a:lnTo>
                  <a:lnTo>
                    <a:pt x="80" y="5656"/>
                  </a:lnTo>
                  <a:lnTo>
                    <a:pt x="20" y="5856"/>
                  </a:lnTo>
                  <a:lnTo>
                    <a:pt x="0" y="6057"/>
                  </a:lnTo>
                  <a:lnTo>
                    <a:pt x="0" y="6057"/>
                  </a:lnTo>
                  <a:lnTo>
                    <a:pt x="20" y="621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7969" y="16425"/>
                  </a:lnTo>
                  <a:lnTo>
                    <a:pt x="18992" y="16485"/>
                  </a:lnTo>
                  <a:lnTo>
                    <a:pt x="20035" y="16505"/>
                  </a:lnTo>
                  <a:lnTo>
                    <a:pt x="20035" y="16505"/>
                  </a:lnTo>
                  <a:lnTo>
                    <a:pt x="20897" y="16485"/>
                  </a:lnTo>
                  <a:lnTo>
                    <a:pt x="21739" y="16465"/>
                  </a:lnTo>
                  <a:lnTo>
                    <a:pt x="22602" y="16405"/>
                  </a:lnTo>
                  <a:lnTo>
                    <a:pt x="23444" y="16345"/>
                  </a:lnTo>
                  <a:lnTo>
                    <a:pt x="24286" y="16265"/>
                  </a:lnTo>
                  <a:lnTo>
                    <a:pt x="25108" y="16164"/>
                  </a:lnTo>
                  <a:lnTo>
                    <a:pt x="25931" y="16044"/>
                  </a:lnTo>
                  <a:lnTo>
                    <a:pt x="26733" y="15924"/>
                  </a:lnTo>
                  <a:lnTo>
                    <a:pt x="27515" y="15803"/>
                  </a:lnTo>
                  <a:lnTo>
                    <a:pt x="28297" y="15643"/>
                  </a:lnTo>
                  <a:lnTo>
                    <a:pt x="29801" y="15342"/>
                  </a:lnTo>
                  <a:lnTo>
                    <a:pt x="31245" y="15001"/>
                  </a:lnTo>
                  <a:lnTo>
                    <a:pt x="32589" y="14660"/>
                  </a:lnTo>
                  <a:lnTo>
                    <a:pt x="33832" y="14299"/>
                  </a:lnTo>
                  <a:lnTo>
                    <a:pt x="34975" y="13958"/>
                  </a:lnTo>
                  <a:lnTo>
                    <a:pt x="35998" y="13617"/>
                  </a:lnTo>
                  <a:lnTo>
                    <a:pt x="36900" y="13317"/>
                  </a:lnTo>
                  <a:lnTo>
                    <a:pt x="38224" y="12835"/>
                  </a:lnTo>
                  <a:lnTo>
                    <a:pt x="38906" y="1257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507" y="11391"/>
                  </a:lnTo>
                  <a:lnTo>
                    <a:pt x="38645" y="11632"/>
                  </a:lnTo>
                  <a:lnTo>
                    <a:pt x="37783" y="11873"/>
                  </a:lnTo>
                  <a:lnTo>
                    <a:pt x="36920" y="12073"/>
                  </a:lnTo>
                  <a:lnTo>
                    <a:pt x="36038" y="12274"/>
                  </a:lnTo>
                  <a:lnTo>
                    <a:pt x="35176" y="12474"/>
                  </a:lnTo>
                  <a:lnTo>
                    <a:pt x="34293" y="12635"/>
                  </a:lnTo>
                  <a:lnTo>
                    <a:pt x="33411" y="12795"/>
                  </a:lnTo>
                  <a:lnTo>
                    <a:pt x="32528" y="12936"/>
                  </a:lnTo>
                  <a:lnTo>
                    <a:pt x="31626" y="13056"/>
                  </a:lnTo>
                  <a:lnTo>
                    <a:pt x="30744" y="13156"/>
                  </a:lnTo>
                  <a:lnTo>
                    <a:pt x="29841" y="13256"/>
                  </a:lnTo>
                  <a:lnTo>
                    <a:pt x="28959" y="13317"/>
                  </a:lnTo>
                  <a:lnTo>
                    <a:pt x="28056" y="13377"/>
                  </a:lnTo>
                  <a:lnTo>
                    <a:pt x="27154" y="13417"/>
                  </a:lnTo>
                  <a:lnTo>
                    <a:pt x="26251" y="13437"/>
                  </a:lnTo>
                  <a:lnTo>
                    <a:pt x="25369" y="13457"/>
                  </a:lnTo>
                  <a:lnTo>
                    <a:pt x="25369" y="13457"/>
                  </a:lnTo>
                  <a:lnTo>
                    <a:pt x="24587" y="13437"/>
                  </a:lnTo>
                  <a:lnTo>
                    <a:pt x="23825" y="13437"/>
                  </a:lnTo>
                  <a:lnTo>
                    <a:pt x="23063" y="13397"/>
                  </a:lnTo>
                  <a:lnTo>
                    <a:pt x="22281" y="13357"/>
                  </a:lnTo>
                  <a:lnTo>
                    <a:pt x="21519" y="13297"/>
                  </a:lnTo>
                  <a:lnTo>
                    <a:pt x="20756" y="13236"/>
                  </a:lnTo>
                  <a:lnTo>
                    <a:pt x="19974" y="13156"/>
                  </a:lnTo>
                  <a:lnTo>
                    <a:pt x="19212" y="13056"/>
                  </a:lnTo>
                  <a:lnTo>
                    <a:pt x="19212" y="13056"/>
                  </a:lnTo>
                  <a:lnTo>
                    <a:pt x="18410" y="12956"/>
                  </a:lnTo>
                  <a:lnTo>
                    <a:pt x="17608" y="12835"/>
                  </a:lnTo>
                  <a:lnTo>
                    <a:pt x="16806" y="12695"/>
                  </a:lnTo>
                  <a:lnTo>
                    <a:pt x="16004" y="12554"/>
                  </a:lnTo>
                  <a:lnTo>
                    <a:pt x="15201" y="12374"/>
                  </a:lnTo>
                  <a:lnTo>
                    <a:pt x="14399" y="12214"/>
                  </a:lnTo>
                  <a:lnTo>
                    <a:pt x="13617" y="12013"/>
                  </a:lnTo>
                  <a:lnTo>
                    <a:pt x="12835" y="11792"/>
                  </a:lnTo>
                  <a:lnTo>
                    <a:pt x="12835" y="11792"/>
                  </a:lnTo>
                  <a:lnTo>
                    <a:pt x="12233" y="11612"/>
                  </a:lnTo>
                  <a:lnTo>
                    <a:pt x="11592" y="11391"/>
                  </a:lnTo>
                  <a:lnTo>
                    <a:pt x="11291" y="11271"/>
                  </a:lnTo>
                  <a:lnTo>
                    <a:pt x="10970" y="11131"/>
                  </a:lnTo>
                  <a:lnTo>
                    <a:pt x="10669" y="10970"/>
                  </a:lnTo>
                  <a:lnTo>
                    <a:pt x="10388" y="10810"/>
                  </a:lnTo>
                  <a:lnTo>
                    <a:pt x="10388" y="10810"/>
                  </a:lnTo>
                  <a:lnTo>
                    <a:pt x="9566" y="10629"/>
                  </a:lnTo>
                  <a:lnTo>
                    <a:pt x="8784" y="10429"/>
                  </a:lnTo>
                  <a:lnTo>
                    <a:pt x="8784" y="10429"/>
                  </a:lnTo>
                  <a:lnTo>
                    <a:pt x="7922" y="10188"/>
                  </a:lnTo>
                  <a:lnTo>
                    <a:pt x="7119" y="9907"/>
                  </a:lnTo>
                  <a:lnTo>
                    <a:pt x="6357" y="9627"/>
                  </a:lnTo>
                  <a:lnTo>
                    <a:pt x="5635" y="9346"/>
                  </a:lnTo>
                  <a:lnTo>
                    <a:pt x="4974" y="9045"/>
                  </a:lnTo>
                  <a:lnTo>
                    <a:pt x="4372" y="8724"/>
                  </a:lnTo>
                  <a:lnTo>
                    <a:pt x="3831" y="8423"/>
                  </a:lnTo>
                  <a:lnTo>
                    <a:pt x="3329" y="8122"/>
                  </a:lnTo>
                  <a:lnTo>
                    <a:pt x="2888" y="7802"/>
                  </a:lnTo>
                  <a:lnTo>
                    <a:pt x="2507" y="7501"/>
                  </a:lnTo>
                  <a:lnTo>
                    <a:pt x="2186" y="7220"/>
                  </a:lnTo>
                  <a:lnTo>
                    <a:pt x="1925" y="6939"/>
                  </a:lnTo>
                  <a:lnTo>
                    <a:pt x="1725" y="6679"/>
                  </a:lnTo>
                  <a:lnTo>
                    <a:pt x="1584" y="6438"/>
                  </a:lnTo>
                  <a:lnTo>
                    <a:pt x="1544" y="6318"/>
                  </a:lnTo>
                  <a:lnTo>
                    <a:pt x="1504" y="6197"/>
                  </a:lnTo>
                  <a:lnTo>
                    <a:pt x="1484" y="6097"/>
                  </a:lnTo>
                  <a:lnTo>
                    <a:pt x="1504" y="5997"/>
                  </a:lnTo>
                  <a:lnTo>
                    <a:pt x="1504" y="5997"/>
                  </a:lnTo>
                  <a:lnTo>
                    <a:pt x="1524" y="5856"/>
                  </a:lnTo>
                  <a:lnTo>
                    <a:pt x="1564" y="5736"/>
                  </a:lnTo>
                  <a:lnTo>
                    <a:pt x="1604" y="5596"/>
                  </a:lnTo>
                  <a:lnTo>
                    <a:pt x="1685" y="5455"/>
                  </a:lnTo>
                  <a:lnTo>
                    <a:pt x="1785" y="5315"/>
                  </a:lnTo>
                  <a:lnTo>
                    <a:pt x="1885" y="5174"/>
                  </a:lnTo>
                  <a:lnTo>
                    <a:pt x="2146" y="4874"/>
                  </a:lnTo>
                  <a:lnTo>
                    <a:pt x="2467" y="4593"/>
                  </a:lnTo>
                  <a:lnTo>
                    <a:pt x="2828" y="4312"/>
                  </a:lnTo>
                  <a:lnTo>
                    <a:pt x="3249" y="4011"/>
                  </a:lnTo>
                  <a:lnTo>
                    <a:pt x="3710" y="3730"/>
                  </a:lnTo>
                  <a:lnTo>
                    <a:pt x="4212" y="3470"/>
                  </a:lnTo>
                  <a:lnTo>
                    <a:pt x="4733" y="3209"/>
                  </a:lnTo>
                  <a:lnTo>
                    <a:pt x="5294" y="2948"/>
                  </a:lnTo>
                  <a:lnTo>
                    <a:pt x="5856" y="2728"/>
                  </a:lnTo>
                  <a:lnTo>
                    <a:pt x="6458" y="2507"/>
                  </a:lnTo>
                  <a:lnTo>
                    <a:pt x="7059" y="2307"/>
                  </a:lnTo>
                  <a:lnTo>
                    <a:pt x="7681" y="2126"/>
                  </a:lnTo>
                  <a:lnTo>
                    <a:pt x="8283" y="1966"/>
                  </a:lnTo>
                  <a:lnTo>
                    <a:pt x="8283" y="1966"/>
                  </a:lnTo>
                  <a:lnTo>
                    <a:pt x="8864" y="1845"/>
                  </a:lnTo>
                  <a:lnTo>
                    <a:pt x="9466" y="1725"/>
                  </a:lnTo>
                  <a:lnTo>
                    <a:pt x="10128" y="1605"/>
                  </a:lnTo>
                  <a:lnTo>
                    <a:pt x="10809" y="1504"/>
                  </a:lnTo>
                  <a:lnTo>
                    <a:pt x="12273" y="1324"/>
                  </a:lnTo>
                  <a:lnTo>
                    <a:pt x="13858" y="1164"/>
                  </a:lnTo>
                  <a:lnTo>
                    <a:pt x="15542" y="1063"/>
                  </a:lnTo>
                  <a:lnTo>
                    <a:pt x="17267" y="963"/>
                  </a:lnTo>
                  <a:lnTo>
                    <a:pt x="19032" y="923"/>
                  </a:lnTo>
                  <a:lnTo>
                    <a:pt x="20837" y="903"/>
                  </a:lnTo>
                  <a:lnTo>
                    <a:pt x="20837" y="903"/>
                  </a:lnTo>
                  <a:lnTo>
                    <a:pt x="21017" y="903"/>
                  </a:lnTo>
                  <a:lnTo>
                    <a:pt x="21017" y="903"/>
                  </a:lnTo>
                  <a:lnTo>
                    <a:pt x="22200" y="682"/>
                  </a:lnTo>
                  <a:lnTo>
                    <a:pt x="23404" y="482"/>
                  </a:lnTo>
                  <a:lnTo>
                    <a:pt x="24587" y="321"/>
                  </a:lnTo>
                  <a:lnTo>
                    <a:pt x="25790" y="181"/>
                  </a:lnTo>
                  <a:lnTo>
                    <a:pt x="25790" y="181"/>
                  </a:lnTo>
                  <a:lnTo>
                    <a:pt x="24406" y="101"/>
                  </a:lnTo>
                  <a:lnTo>
                    <a:pt x="23003" y="40"/>
                  </a:lnTo>
                  <a:lnTo>
                    <a:pt x="21559" y="0"/>
                  </a:lnTo>
                  <a:lnTo>
                    <a:pt x="2011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35">
              <a:extLst>
                <a:ext uri="{FF2B5EF4-FFF2-40B4-BE49-F238E27FC236}">
                  <a16:creationId xmlns:a16="http://schemas.microsoft.com/office/drawing/2014/main" id="{CECABEA1-1DC0-D6FE-BD36-CC942B1D7E46}"/>
                </a:ext>
              </a:extLst>
            </p:cNvPr>
            <p:cNvSpPr/>
            <p:nvPr/>
          </p:nvSpPr>
          <p:spPr>
            <a:xfrm>
              <a:off x="11223475" y="4170988"/>
              <a:ext cx="943075" cy="265250"/>
            </a:xfrm>
            <a:custGeom>
              <a:avLst/>
              <a:gdLst/>
              <a:ahLst/>
              <a:cxnLst/>
              <a:rect l="l" t="t" r="r" b="b"/>
              <a:pathLst>
                <a:path w="37723" h="10610" extrusionOk="0">
                  <a:moveTo>
                    <a:pt x="18771" y="1"/>
                  </a:moveTo>
                  <a:lnTo>
                    <a:pt x="17708" y="21"/>
                  </a:lnTo>
                  <a:lnTo>
                    <a:pt x="16665" y="41"/>
                  </a:lnTo>
                  <a:lnTo>
                    <a:pt x="15623" y="81"/>
                  </a:lnTo>
                  <a:lnTo>
                    <a:pt x="14600" y="121"/>
                  </a:lnTo>
                  <a:lnTo>
                    <a:pt x="13577" y="181"/>
                  </a:lnTo>
                  <a:lnTo>
                    <a:pt x="12594" y="262"/>
                  </a:lnTo>
                  <a:lnTo>
                    <a:pt x="11652" y="342"/>
                  </a:lnTo>
                  <a:lnTo>
                    <a:pt x="10729" y="422"/>
                  </a:lnTo>
                  <a:lnTo>
                    <a:pt x="9847" y="542"/>
                  </a:lnTo>
                  <a:lnTo>
                    <a:pt x="9005" y="643"/>
                  </a:lnTo>
                  <a:lnTo>
                    <a:pt x="8222" y="783"/>
                  </a:lnTo>
                  <a:lnTo>
                    <a:pt x="7480" y="903"/>
                  </a:lnTo>
                  <a:lnTo>
                    <a:pt x="6799" y="1064"/>
                  </a:lnTo>
                  <a:lnTo>
                    <a:pt x="6197" y="1224"/>
                  </a:lnTo>
                  <a:lnTo>
                    <a:pt x="5575" y="1405"/>
                  </a:lnTo>
                  <a:lnTo>
                    <a:pt x="4974" y="1605"/>
                  </a:lnTo>
                  <a:lnTo>
                    <a:pt x="4372" y="1826"/>
                  </a:lnTo>
                  <a:lnTo>
                    <a:pt x="3810" y="2046"/>
                  </a:lnTo>
                  <a:lnTo>
                    <a:pt x="3249" y="2307"/>
                  </a:lnTo>
                  <a:lnTo>
                    <a:pt x="2728" y="2568"/>
                  </a:lnTo>
                  <a:lnTo>
                    <a:pt x="2226" y="2828"/>
                  </a:lnTo>
                  <a:lnTo>
                    <a:pt x="1765" y="3109"/>
                  </a:lnTo>
                  <a:lnTo>
                    <a:pt x="1344" y="3410"/>
                  </a:lnTo>
                  <a:lnTo>
                    <a:pt x="983" y="3691"/>
                  </a:lnTo>
                  <a:lnTo>
                    <a:pt x="662" y="3972"/>
                  </a:lnTo>
                  <a:lnTo>
                    <a:pt x="401" y="4272"/>
                  </a:lnTo>
                  <a:lnTo>
                    <a:pt x="301" y="4413"/>
                  </a:lnTo>
                  <a:lnTo>
                    <a:pt x="201" y="4553"/>
                  </a:lnTo>
                  <a:lnTo>
                    <a:pt x="120" y="4694"/>
                  </a:lnTo>
                  <a:lnTo>
                    <a:pt x="80" y="4834"/>
                  </a:lnTo>
                  <a:lnTo>
                    <a:pt x="40" y="4954"/>
                  </a:lnTo>
                  <a:lnTo>
                    <a:pt x="20" y="5095"/>
                  </a:lnTo>
                  <a:lnTo>
                    <a:pt x="0" y="5195"/>
                  </a:lnTo>
                  <a:lnTo>
                    <a:pt x="20" y="5295"/>
                  </a:lnTo>
                  <a:lnTo>
                    <a:pt x="60" y="5416"/>
                  </a:lnTo>
                  <a:lnTo>
                    <a:pt x="100" y="5536"/>
                  </a:lnTo>
                  <a:lnTo>
                    <a:pt x="241" y="5777"/>
                  </a:lnTo>
                  <a:lnTo>
                    <a:pt x="441" y="6037"/>
                  </a:lnTo>
                  <a:lnTo>
                    <a:pt x="702" y="6318"/>
                  </a:lnTo>
                  <a:lnTo>
                    <a:pt x="1023" y="6599"/>
                  </a:lnTo>
                  <a:lnTo>
                    <a:pt x="1404" y="6900"/>
                  </a:lnTo>
                  <a:lnTo>
                    <a:pt x="1845" y="7220"/>
                  </a:lnTo>
                  <a:lnTo>
                    <a:pt x="2347" y="7521"/>
                  </a:lnTo>
                  <a:lnTo>
                    <a:pt x="2888" y="7822"/>
                  </a:lnTo>
                  <a:lnTo>
                    <a:pt x="3490" y="8143"/>
                  </a:lnTo>
                  <a:lnTo>
                    <a:pt x="4151" y="8444"/>
                  </a:lnTo>
                  <a:lnTo>
                    <a:pt x="4873" y="8725"/>
                  </a:lnTo>
                  <a:lnTo>
                    <a:pt x="5635" y="9005"/>
                  </a:lnTo>
                  <a:lnTo>
                    <a:pt x="6438" y="9286"/>
                  </a:lnTo>
                  <a:lnTo>
                    <a:pt x="7300" y="9527"/>
                  </a:lnTo>
                  <a:lnTo>
                    <a:pt x="7962" y="9707"/>
                  </a:lnTo>
                  <a:lnTo>
                    <a:pt x="8664" y="9868"/>
                  </a:lnTo>
                  <a:lnTo>
                    <a:pt x="9386" y="10008"/>
                  </a:lnTo>
                  <a:lnTo>
                    <a:pt x="10128" y="10148"/>
                  </a:lnTo>
                  <a:lnTo>
                    <a:pt x="10890" y="10269"/>
                  </a:lnTo>
                  <a:lnTo>
                    <a:pt x="11672" y="10369"/>
                  </a:lnTo>
                  <a:lnTo>
                    <a:pt x="12494" y="10469"/>
                  </a:lnTo>
                  <a:lnTo>
                    <a:pt x="13336" y="10529"/>
                  </a:lnTo>
                  <a:lnTo>
                    <a:pt x="14139" y="10590"/>
                  </a:lnTo>
                  <a:lnTo>
                    <a:pt x="14981" y="10610"/>
                  </a:lnTo>
                  <a:lnTo>
                    <a:pt x="16706" y="10610"/>
                  </a:lnTo>
                  <a:lnTo>
                    <a:pt x="17608" y="10590"/>
                  </a:lnTo>
                  <a:lnTo>
                    <a:pt x="18510" y="10549"/>
                  </a:lnTo>
                  <a:lnTo>
                    <a:pt x="19433" y="10489"/>
                  </a:lnTo>
                  <a:lnTo>
                    <a:pt x="20355" y="10409"/>
                  </a:lnTo>
                  <a:lnTo>
                    <a:pt x="21278" y="10329"/>
                  </a:lnTo>
                  <a:lnTo>
                    <a:pt x="22220" y="10229"/>
                  </a:lnTo>
                  <a:lnTo>
                    <a:pt x="24086" y="9988"/>
                  </a:lnTo>
                  <a:lnTo>
                    <a:pt x="25911" y="9727"/>
                  </a:lnTo>
                  <a:lnTo>
                    <a:pt x="27695" y="9426"/>
                  </a:lnTo>
                  <a:lnTo>
                    <a:pt x="29420" y="9086"/>
                  </a:lnTo>
                  <a:lnTo>
                    <a:pt x="31024" y="8725"/>
                  </a:lnTo>
                  <a:lnTo>
                    <a:pt x="32508" y="8364"/>
                  </a:lnTo>
                  <a:lnTo>
                    <a:pt x="33852" y="8003"/>
                  </a:lnTo>
                  <a:lnTo>
                    <a:pt x="34454" y="7802"/>
                  </a:lnTo>
                  <a:lnTo>
                    <a:pt x="35015" y="7622"/>
                  </a:lnTo>
                  <a:lnTo>
                    <a:pt x="35517" y="7441"/>
                  </a:lnTo>
                  <a:lnTo>
                    <a:pt x="35978" y="7261"/>
                  </a:lnTo>
                  <a:lnTo>
                    <a:pt x="36379" y="7080"/>
                  </a:lnTo>
                  <a:lnTo>
                    <a:pt x="36720" y="6900"/>
                  </a:lnTo>
                  <a:lnTo>
                    <a:pt x="37021" y="6739"/>
                  </a:lnTo>
                  <a:lnTo>
                    <a:pt x="37241" y="6579"/>
                  </a:lnTo>
                  <a:lnTo>
                    <a:pt x="37402" y="6418"/>
                  </a:lnTo>
                  <a:lnTo>
                    <a:pt x="37522" y="6238"/>
                  </a:lnTo>
                  <a:lnTo>
                    <a:pt x="37622" y="6057"/>
                  </a:lnTo>
                  <a:lnTo>
                    <a:pt x="37683" y="5877"/>
                  </a:lnTo>
                  <a:lnTo>
                    <a:pt x="37723" y="5696"/>
                  </a:lnTo>
                  <a:lnTo>
                    <a:pt x="37703" y="5496"/>
                  </a:lnTo>
                  <a:lnTo>
                    <a:pt x="37662" y="5295"/>
                  </a:lnTo>
                  <a:lnTo>
                    <a:pt x="37602" y="5095"/>
                  </a:lnTo>
                  <a:lnTo>
                    <a:pt x="37502" y="4894"/>
                  </a:lnTo>
                  <a:lnTo>
                    <a:pt x="37382" y="4694"/>
                  </a:lnTo>
                  <a:lnTo>
                    <a:pt x="37241" y="4473"/>
                  </a:lnTo>
                  <a:lnTo>
                    <a:pt x="37061" y="4272"/>
                  </a:lnTo>
                  <a:lnTo>
                    <a:pt x="36860" y="4072"/>
                  </a:lnTo>
                  <a:lnTo>
                    <a:pt x="36640" y="3851"/>
                  </a:lnTo>
                  <a:lnTo>
                    <a:pt x="36399" y="3651"/>
                  </a:lnTo>
                  <a:lnTo>
                    <a:pt x="36138" y="3430"/>
                  </a:lnTo>
                  <a:lnTo>
                    <a:pt x="35858" y="3230"/>
                  </a:lnTo>
                  <a:lnTo>
                    <a:pt x="35577" y="3029"/>
                  </a:lnTo>
                  <a:lnTo>
                    <a:pt x="34935" y="2628"/>
                  </a:lnTo>
                  <a:lnTo>
                    <a:pt x="34233" y="2267"/>
                  </a:lnTo>
                  <a:lnTo>
                    <a:pt x="33491" y="1906"/>
                  </a:lnTo>
                  <a:lnTo>
                    <a:pt x="32709" y="1585"/>
                  </a:lnTo>
                  <a:lnTo>
                    <a:pt x="31907" y="1304"/>
                  </a:lnTo>
                  <a:lnTo>
                    <a:pt x="31085" y="1064"/>
                  </a:lnTo>
                  <a:lnTo>
                    <a:pt x="30242" y="863"/>
                  </a:lnTo>
                  <a:lnTo>
                    <a:pt x="29400" y="703"/>
                  </a:lnTo>
                  <a:lnTo>
                    <a:pt x="28477" y="542"/>
                  </a:lnTo>
                  <a:lnTo>
                    <a:pt x="27495" y="422"/>
                  </a:lnTo>
                  <a:lnTo>
                    <a:pt x="26472" y="302"/>
                  </a:lnTo>
                  <a:lnTo>
                    <a:pt x="25389" y="221"/>
                  </a:lnTo>
                  <a:lnTo>
                    <a:pt x="24266" y="141"/>
                  </a:lnTo>
                  <a:lnTo>
                    <a:pt x="23103" y="81"/>
                  </a:lnTo>
                  <a:lnTo>
                    <a:pt x="21920" y="41"/>
                  </a:lnTo>
                  <a:lnTo>
                    <a:pt x="2087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35">
              <a:extLst>
                <a:ext uri="{FF2B5EF4-FFF2-40B4-BE49-F238E27FC236}">
                  <a16:creationId xmlns:a16="http://schemas.microsoft.com/office/drawing/2014/main" id="{6494B84A-ABBD-CD9D-EEC8-7C4A67A76436}"/>
                </a:ext>
              </a:extLst>
            </p:cNvPr>
            <p:cNvSpPr/>
            <p:nvPr/>
          </p:nvSpPr>
          <p:spPr>
            <a:xfrm>
              <a:off x="11223475" y="4170988"/>
              <a:ext cx="943075" cy="265250"/>
            </a:xfrm>
            <a:custGeom>
              <a:avLst/>
              <a:gdLst/>
              <a:ahLst/>
              <a:cxnLst/>
              <a:rect l="l" t="t" r="r" b="b"/>
              <a:pathLst>
                <a:path w="37723" h="10610" fill="none" extrusionOk="0">
                  <a:moveTo>
                    <a:pt x="37241" y="6579"/>
                  </a:moveTo>
                  <a:lnTo>
                    <a:pt x="37241" y="6579"/>
                  </a:lnTo>
                  <a:lnTo>
                    <a:pt x="37021" y="6739"/>
                  </a:lnTo>
                  <a:lnTo>
                    <a:pt x="36720" y="6900"/>
                  </a:lnTo>
                  <a:lnTo>
                    <a:pt x="36379" y="7080"/>
                  </a:lnTo>
                  <a:lnTo>
                    <a:pt x="35978" y="7261"/>
                  </a:lnTo>
                  <a:lnTo>
                    <a:pt x="35517" y="7441"/>
                  </a:lnTo>
                  <a:lnTo>
                    <a:pt x="35015" y="7622"/>
                  </a:lnTo>
                  <a:lnTo>
                    <a:pt x="34454" y="7802"/>
                  </a:lnTo>
                  <a:lnTo>
                    <a:pt x="33852" y="8003"/>
                  </a:lnTo>
                  <a:lnTo>
                    <a:pt x="32508" y="8364"/>
                  </a:lnTo>
                  <a:lnTo>
                    <a:pt x="31024" y="8725"/>
                  </a:lnTo>
                  <a:lnTo>
                    <a:pt x="29420" y="9086"/>
                  </a:lnTo>
                  <a:lnTo>
                    <a:pt x="27695" y="9426"/>
                  </a:lnTo>
                  <a:lnTo>
                    <a:pt x="25911" y="9727"/>
                  </a:lnTo>
                  <a:lnTo>
                    <a:pt x="24086" y="9988"/>
                  </a:lnTo>
                  <a:lnTo>
                    <a:pt x="22220" y="10229"/>
                  </a:lnTo>
                  <a:lnTo>
                    <a:pt x="21278" y="10329"/>
                  </a:lnTo>
                  <a:lnTo>
                    <a:pt x="20355" y="10409"/>
                  </a:lnTo>
                  <a:lnTo>
                    <a:pt x="19433" y="10489"/>
                  </a:lnTo>
                  <a:lnTo>
                    <a:pt x="18510" y="10549"/>
                  </a:lnTo>
                  <a:lnTo>
                    <a:pt x="17608" y="10590"/>
                  </a:lnTo>
                  <a:lnTo>
                    <a:pt x="16706" y="10610"/>
                  </a:lnTo>
                  <a:lnTo>
                    <a:pt x="15823" y="10610"/>
                  </a:lnTo>
                  <a:lnTo>
                    <a:pt x="14981" y="10610"/>
                  </a:lnTo>
                  <a:lnTo>
                    <a:pt x="14139" y="10590"/>
                  </a:lnTo>
                  <a:lnTo>
                    <a:pt x="13336" y="10529"/>
                  </a:lnTo>
                  <a:lnTo>
                    <a:pt x="13336" y="10529"/>
                  </a:lnTo>
                  <a:lnTo>
                    <a:pt x="12494" y="10469"/>
                  </a:lnTo>
                  <a:lnTo>
                    <a:pt x="11672" y="10369"/>
                  </a:lnTo>
                  <a:lnTo>
                    <a:pt x="10890" y="10269"/>
                  </a:lnTo>
                  <a:lnTo>
                    <a:pt x="10128" y="10148"/>
                  </a:lnTo>
                  <a:lnTo>
                    <a:pt x="9386" y="10008"/>
                  </a:lnTo>
                  <a:lnTo>
                    <a:pt x="8664" y="9868"/>
                  </a:lnTo>
                  <a:lnTo>
                    <a:pt x="7962" y="9707"/>
                  </a:lnTo>
                  <a:lnTo>
                    <a:pt x="7300" y="9527"/>
                  </a:lnTo>
                  <a:lnTo>
                    <a:pt x="7300" y="9527"/>
                  </a:lnTo>
                  <a:lnTo>
                    <a:pt x="6438" y="9286"/>
                  </a:lnTo>
                  <a:lnTo>
                    <a:pt x="5635" y="9005"/>
                  </a:lnTo>
                  <a:lnTo>
                    <a:pt x="4873" y="8725"/>
                  </a:lnTo>
                  <a:lnTo>
                    <a:pt x="4151" y="8444"/>
                  </a:lnTo>
                  <a:lnTo>
                    <a:pt x="3490" y="8143"/>
                  </a:lnTo>
                  <a:lnTo>
                    <a:pt x="2888" y="7822"/>
                  </a:lnTo>
                  <a:lnTo>
                    <a:pt x="2347" y="7521"/>
                  </a:lnTo>
                  <a:lnTo>
                    <a:pt x="1845" y="7220"/>
                  </a:lnTo>
                  <a:lnTo>
                    <a:pt x="1404" y="6900"/>
                  </a:lnTo>
                  <a:lnTo>
                    <a:pt x="1023" y="6599"/>
                  </a:lnTo>
                  <a:lnTo>
                    <a:pt x="702" y="6318"/>
                  </a:lnTo>
                  <a:lnTo>
                    <a:pt x="441" y="6037"/>
                  </a:lnTo>
                  <a:lnTo>
                    <a:pt x="241" y="5777"/>
                  </a:lnTo>
                  <a:lnTo>
                    <a:pt x="100" y="5536"/>
                  </a:lnTo>
                  <a:lnTo>
                    <a:pt x="60" y="5416"/>
                  </a:lnTo>
                  <a:lnTo>
                    <a:pt x="20" y="5295"/>
                  </a:lnTo>
                  <a:lnTo>
                    <a:pt x="0" y="5195"/>
                  </a:lnTo>
                  <a:lnTo>
                    <a:pt x="20" y="5095"/>
                  </a:lnTo>
                  <a:lnTo>
                    <a:pt x="20" y="5095"/>
                  </a:lnTo>
                  <a:lnTo>
                    <a:pt x="40" y="4954"/>
                  </a:lnTo>
                  <a:lnTo>
                    <a:pt x="80" y="4834"/>
                  </a:lnTo>
                  <a:lnTo>
                    <a:pt x="120" y="4694"/>
                  </a:lnTo>
                  <a:lnTo>
                    <a:pt x="201" y="4553"/>
                  </a:lnTo>
                  <a:lnTo>
                    <a:pt x="301" y="4413"/>
                  </a:lnTo>
                  <a:lnTo>
                    <a:pt x="401" y="4272"/>
                  </a:lnTo>
                  <a:lnTo>
                    <a:pt x="662" y="3972"/>
                  </a:lnTo>
                  <a:lnTo>
                    <a:pt x="983" y="3691"/>
                  </a:lnTo>
                  <a:lnTo>
                    <a:pt x="1344" y="3410"/>
                  </a:lnTo>
                  <a:lnTo>
                    <a:pt x="1765" y="3109"/>
                  </a:lnTo>
                  <a:lnTo>
                    <a:pt x="2226" y="2828"/>
                  </a:lnTo>
                  <a:lnTo>
                    <a:pt x="2728" y="2568"/>
                  </a:lnTo>
                  <a:lnTo>
                    <a:pt x="3249" y="2307"/>
                  </a:lnTo>
                  <a:lnTo>
                    <a:pt x="3810" y="2046"/>
                  </a:lnTo>
                  <a:lnTo>
                    <a:pt x="4372" y="1826"/>
                  </a:lnTo>
                  <a:lnTo>
                    <a:pt x="4974" y="1605"/>
                  </a:lnTo>
                  <a:lnTo>
                    <a:pt x="5575" y="1405"/>
                  </a:lnTo>
                  <a:lnTo>
                    <a:pt x="6197" y="1224"/>
                  </a:lnTo>
                  <a:lnTo>
                    <a:pt x="6799" y="1064"/>
                  </a:lnTo>
                  <a:lnTo>
                    <a:pt x="6799" y="1064"/>
                  </a:lnTo>
                  <a:lnTo>
                    <a:pt x="7480" y="903"/>
                  </a:lnTo>
                  <a:lnTo>
                    <a:pt x="8222" y="783"/>
                  </a:lnTo>
                  <a:lnTo>
                    <a:pt x="9005" y="643"/>
                  </a:lnTo>
                  <a:lnTo>
                    <a:pt x="9847" y="542"/>
                  </a:lnTo>
                  <a:lnTo>
                    <a:pt x="10729" y="422"/>
                  </a:lnTo>
                  <a:lnTo>
                    <a:pt x="11652" y="342"/>
                  </a:lnTo>
                  <a:lnTo>
                    <a:pt x="12594" y="262"/>
                  </a:lnTo>
                  <a:lnTo>
                    <a:pt x="13577" y="181"/>
                  </a:lnTo>
                  <a:lnTo>
                    <a:pt x="14600" y="121"/>
                  </a:lnTo>
                  <a:lnTo>
                    <a:pt x="15623" y="81"/>
                  </a:lnTo>
                  <a:lnTo>
                    <a:pt x="16665" y="41"/>
                  </a:lnTo>
                  <a:lnTo>
                    <a:pt x="17708" y="21"/>
                  </a:lnTo>
                  <a:lnTo>
                    <a:pt x="18771" y="1"/>
                  </a:lnTo>
                  <a:lnTo>
                    <a:pt x="19814" y="1"/>
                  </a:lnTo>
                  <a:lnTo>
                    <a:pt x="20877" y="1"/>
                  </a:lnTo>
                  <a:lnTo>
                    <a:pt x="21920" y="41"/>
                  </a:lnTo>
                  <a:lnTo>
                    <a:pt x="21920" y="41"/>
                  </a:lnTo>
                  <a:lnTo>
                    <a:pt x="21920" y="41"/>
                  </a:lnTo>
                  <a:lnTo>
                    <a:pt x="23103" y="81"/>
                  </a:lnTo>
                  <a:lnTo>
                    <a:pt x="24266" y="141"/>
                  </a:lnTo>
                  <a:lnTo>
                    <a:pt x="25389" y="221"/>
                  </a:lnTo>
                  <a:lnTo>
                    <a:pt x="26472" y="302"/>
                  </a:lnTo>
                  <a:lnTo>
                    <a:pt x="27495" y="422"/>
                  </a:lnTo>
                  <a:lnTo>
                    <a:pt x="28477" y="542"/>
                  </a:lnTo>
                  <a:lnTo>
                    <a:pt x="29400" y="703"/>
                  </a:lnTo>
                  <a:lnTo>
                    <a:pt x="30242" y="863"/>
                  </a:lnTo>
                  <a:lnTo>
                    <a:pt x="30242" y="863"/>
                  </a:lnTo>
                  <a:lnTo>
                    <a:pt x="31085" y="1064"/>
                  </a:lnTo>
                  <a:lnTo>
                    <a:pt x="31907" y="1304"/>
                  </a:lnTo>
                  <a:lnTo>
                    <a:pt x="32709" y="1585"/>
                  </a:lnTo>
                  <a:lnTo>
                    <a:pt x="33491" y="1906"/>
                  </a:lnTo>
                  <a:lnTo>
                    <a:pt x="34233" y="2267"/>
                  </a:lnTo>
                  <a:lnTo>
                    <a:pt x="34935" y="2628"/>
                  </a:lnTo>
                  <a:lnTo>
                    <a:pt x="35577" y="3029"/>
                  </a:lnTo>
                  <a:lnTo>
                    <a:pt x="35858" y="3230"/>
                  </a:lnTo>
                  <a:lnTo>
                    <a:pt x="36138" y="3430"/>
                  </a:lnTo>
                  <a:lnTo>
                    <a:pt x="36399" y="3651"/>
                  </a:lnTo>
                  <a:lnTo>
                    <a:pt x="36640" y="3851"/>
                  </a:lnTo>
                  <a:lnTo>
                    <a:pt x="36860" y="4072"/>
                  </a:lnTo>
                  <a:lnTo>
                    <a:pt x="37061" y="4272"/>
                  </a:lnTo>
                  <a:lnTo>
                    <a:pt x="37241" y="4473"/>
                  </a:lnTo>
                  <a:lnTo>
                    <a:pt x="37382" y="4694"/>
                  </a:lnTo>
                  <a:lnTo>
                    <a:pt x="37502" y="4894"/>
                  </a:lnTo>
                  <a:lnTo>
                    <a:pt x="37602" y="5095"/>
                  </a:lnTo>
                  <a:lnTo>
                    <a:pt x="37662" y="5295"/>
                  </a:lnTo>
                  <a:lnTo>
                    <a:pt x="37703" y="5496"/>
                  </a:lnTo>
                  <a:lnTo>
                    <a:pt x="37723" y="5696"/>
                  </a:lnTo>
                  <a:lnTo>
                    <a:pt x="37683" y="5877"/>
                  </a:lnTo>
                  <a:lnTo>
                    <a:pt x="37622" y="6057"/>
                  </a:lnTo>
                  <a:lnTo>
                    <a:pt x="37522" y="6238"/>
                  </a:lnTo>
                  <a:lnTo>
                    <a:pt x="37402" y="6418"/>
                  </a:lnTo>
                  <a:lnTo>
                    <a:pt x="37241" y="657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35">
              <a:extLst>
                <a:ext uri="{FF2B5EF4-FFF2-40B4-BE49-F238E27FC236}">
                  <a16:creationId xmlns:a16="http://schemas.microsoft.com/office/drawing/2014/main" id="{65BE90CA-4F68-F961-5414-D908D0E2A5E6}"/>
                </a:ext>
              </a:extLst>
            </p:cNvPr>
            <p:cNvSpPr/>
            <p:nvPr/>
          </p:nvSpPr>
          <p:spPr>
            <a:xfrm>
              <a:off x="11405950" y="4171988"/>
              <a:ext cx="759600" cy="264250"/>
            </a:xfrm>
            <a:custGeom>
              <a:avLst/>
              <a:gdLst/>
              <a:ahLst/>
              <a:cxnLst/>
              <a:rect l="l" t="t" r="r" b="b"/>
              <a:pathLst>
                <a:path w="30384" h="10570" extrusionOk="0">
                  <a:moveTo>
                    <a:pt x="14621" y="1"/>
                  </a:moveTo>
                  <a:lnTo>
                    <a:pt x="15423" y="121"/>
                  </a:lnTo>
                  <a:lnTo>
                    <a:pt x="16225" y="282"/>
                  </a:lnTo>
                  <a:lnTo>
                    <a:pt x="17067" y="442"/>
                  </a:lnTo>
                  <a:lnTo>
                    <a:pt x="17569" y="242"/>
                  </a:lnTo>
                  <a:lnTo>
                    <a:pt x="17789" y="161"/>
                  </a:lnTo>
                  <a:lnTo>
                    <a:pt x="16245" y="61"/>
                  </a:lnTo>
                  <a:lnTo>
                    <a:pt x="14621" y="1"/>
                  </a:lnTo>
                  <a:close/>
                  <a:moveTo>
                    <a:pt x="20396" y="402"/>
                  </a:moveTo>
                  <a:lnTo>
                    <a:pt x="19033" y="923"/>
                  </a:lnTo>
                  <a:lnTo>
                    <a:pt x="19434" y="1044"/>
                  </a:lnTo>
                  <a:lnTo>
                    <a:pt x="19795" y="1184"/>
                  </a:lnTo>
                  <a:lnTo>
                    <a:pt x="20176" y="1345"/>
                  </a:lnTo>
                  <a:lnTo>
                    <a:pt x="20517" y="1545"/>
                  </a:lnTo>
                  <a:lnTo>
                    <a:pt x="20858" y="1746"/>
                  </a:lnTo>
                  <a:lnTo>
                    <a:pt x="21178" y="1966"/>
                  </a:lnTo>
                  <a:lnTo>
                    <a:pt x="21479" y="2227"/>
                  </a:lnTo>
                  <a:lnTo>
                    <a:pt x="21740" y="2508"/>
                  </a:lnTo>
                  <a:lnTo>
                    <a:pt x="21900" y="2668"/>
                  </a:lnTo>
                  <a:lnTo>
                    <a:pt x="22021" y="2849"/>
                  </a:lnTo>
                  <a:lnTo>
                    <a:pt x="22141" y="3049"/>
                  </a:lnTo>
                  <a:lnTo>
                    <a:pt x="22241" y="3230"/>
                  </a:lnTo>
                  <a:lnTo>
                    <a:pt x="22342" y="3430"/>
                  </a:lnTo>
                  <a:lnTo>
                    <a:pt x="22402" y="3631"/>
                  </a:lnTo>
                  <a:lnTo>
                    <a:pt x="22462" y="3851"/>
                  </a:lnTo>
                  <a:lnTo>
                    <a:pt x="22522" y="4052"/>
                  </a:lnTo>
                  <a:lnTo>
                    <a:pt x="22542" y="4273"/>
                  </a:lnTo>
                  <a:lnTo>
                    <a:pt x="22562" y="4473"/>
                  </a:lnTo>
                  <a:lnTo>
                    <a:pt x="22542" y="4694"/>
                  </a:lnTo>
                  <a:lnTo>
                    <a:pt x="22522" y="4914"/>
                  </a:lnTo>
                  <a:lnTo>
                    <a:pt x="22462" y="5115"/>
                  </a:lnTo>
                  <a:lnTo>
                    <a:pt x="22402" y="5335"/>
                  </a:lnTo>
                  <a:lnTo>
                    <a:pt x="22302" y="5536"/>
                  </a:lnTo>
                  <a:lnTo>
                    <a:pt x="22201" y="5737"/>
                  </a:lnTo>
                  <a:lnTo>
                    <a:pt x="22201" y="5737"/>
                  </a:lnTo>
                  <a:lnTo>
                    <a:pt x="22342" y="5716"/>
                  </a:lnTo>
                  <a:lnTo>
                    <a:pt x="24608" y="5576"/>
                  </a:lnTo>
                  <a:lnTo>
                    <a:pt x="26734" y="5436"/>
                  </a:lnTo>
                  <a:lnTo>
                    <a:pt x="28679" y="5335"/>
                  </a:lnTo>
                  <a:lnTo>
                    <a:pt x="30384" y="5275"/>
                  </a:lnTo>
                  <a:lnTo>
                    <a:pt x="30323" y="5115"/>
                  </a:lnTo>
                  <a:lnTo>
                    <a:pt x="30263" y="4954"/>
                  </a:lnTo>
                  <a:lnTo>
                    <a:pt x="30183" y="4794"/>
                  </a:lnTo>
                  <a:lnTo>
                    <a:pt x="30083" y="4634"/>
                  </a:lnTo>
                  <a:lnTo>
                    <a:pt x="29822" y="4313"/>
                  </a:lnTo>
                  <a:lnTo>
                    <a:pt x="29521" y="3972"/>
                  </a:lnTo>
                  <a:lnTo>
                    <a:pt x="29160" y="3651"/>
                  </a:lnTo>
                  <a:lnTo>
                    <a:pt x="28759" y="3330"/>
                  </a:lnTo>
                  <a:lnTo>
                    <a:pt x="28298" y="3009"/>
                  </a:lnTo>
                  <a:lnTo>
                    <a:pt x="27796" y="2688"/>
                  </a:lnTo>
                  <a:lnTo>
                    <a:pt x="27275" y="2407"/>
                  </a:lnTo>
                  <a:lnTo>
                    <a:pt x="26714" y="2107"/>
                  </a:lnTo>
                  <a:lnTo>
                    <a:pt x="26112" y="1846"/>
                  </a:lnTo>
                  <a:lnTo>
                    <a:pt x="25510" y="1585"/>
                  </a:lnTo>
                  <a:lnTo>
                    <a:pt x="24889" y="1365"/>
                  </a:lnTo>
                  <a:lnTo>
                    <a:pt x="24247" y="1164"/>
                  </a:lnTo>
                  <a:lnTo>
                    <a:pt x="23605" y="964"/>
                  </a:lnTo>
                  <a:lnTo>
                    <a:pt x="22943" y="823"/>
                  </a:lnTo>
                  <a:lnTo>
                    <a:pt x="22362" y="703"/>
                  </a:lnTo>
                  <a:lnTo>
                    <a:pt x="21740" y="603"/>
                  </a:lnTo>
                  <a:lnTo>
                    <a:pt x="21078" y="502"/>
                  </a:lnTo>
                  <a:lnTo>
                    <a:pt x="20396" y="402"/>
                  </a:lnTo>
                  <a:close/>
                  <a:moveTo>
                    <a:pt x="29962" y="6499"/>
                  </a:moveTo>
                  <a:lnTo>
                    <a:pt x="26373" y="6679"/>
                  </a:lnTo>
                  <a:lnTo>
                    <a:pt x="22502" y="6880"/>
                  </a:lnTo>
                  <a:lnTo>
                    <a:pt x="22302" y="6880"/>
                  </a:lnTo>
                  <a:lnTo>
                    <a:pt x="21860" y="6920"/>
                  </a:lnTo>
                  <a:lnTo>
                    <a:pt x="20878" y="6960"/>
                  </a:lnTo>
                  <a:lnTo>
                    <a:pt x="20838" y="6960"/>
                  </a:lnTo>
                  <a:lnTo>
                    <a:pt x="20497" y="7160"/>
                  </a:lnTo>
                  <a:lnTo>
                    <a:pt x="20136" y="7321"/>
                  </a:lnTo>
                  <a:lnTo>
                    <a:pt x="19775" y="7481"/>
                  </a:lnTo>
                  <a:lnTo>
                    <a:pt x="19434" y="7622"/>
                  </a:lnTo>
                  <a:lnTo>
                    <a:pt x="18692" y="7882"/>
                  </a:lnTo>
                  <a:lnTo>
                    <a:pt x="17950" y="8123"/>
                  </a:lnTo>
                  <a:lnTo>
                    <a:pt x="17188" y="8324"/>
                  </a:lnTo>
                  <a:lnTo>
                    <a:pt x="16426" y="8504"/>
                  </a:lnTo>
                  <a:lnTo>
                    <a:pt x="15664" y="8644"/>
                  </a:lnTo>
                  <a:lnTo>
                    <a:pt x="14901" y="8785"/>
                  </a:lnTo>
                  <a:lnTo>
                    <a:pt x="13357" y="9025"/>
                  </a:lnTo>
                  <a:lnTo>
                    <a:pt x="12375" y="9166"/>
                  </a:lnTo>
                  <a:lnTo>
                    <a:pt x="11392" y="9286"/>
                  </a:lnTo>
                  <a:lnTo>
                    <a:pt x="10409" y="9366"/>
                  </a:lnTo>
                  <a:lnTo>
                    <a:pt x="9427" y="9447"/>
                  </a:lnTo>
                  <a:lnTo>
                    <a:pt x="8444" y="9507"/>
                  </a:lnTo>
                  <a:lnTo>
                    <a:pt x="7461" y="9567"/>
                  </a:lnTo>
                  <a:lnTo>
                    <a:pt x="6479" y="9587"/>
                  </a:lnTo>
                  <a:lnTo>
                    <a:pt x="4172" y="9587"/>
                  </a:lnTo>
                  <a:lnTo>
                    <a:pt x="2869" y="9527"/>
                  </a:lnTo>
                  <a:lnTo>
                    <a:pt x="1545" y="9467"/>
                  </a:lnTo>
                  <a:lnTo>
                    <a:pt x="242" y="9346"/>
                  </a:lnTo>
                  <a:lnTo>
                    <a:pt x="222" y="9346"/>
                  </a:lnTo>
                  <a:lnTo>
                    <a:pt x="141" y="9366"/>
                  </a:lnTo>
                  <a:lnTo>
                    <a:pt x="81" y="9386"/>
                  </a:lnTo>
                  <a:lnTo>
                    <a:pt x="41" y="9427"/>
                  </a:lnTo>
                  <a:lnTo>
                    <a:pt x="1" y="9487"/>
                  </a:lnTo>
                  <a:lnTo>
                    <a:pt x="663" y="9667"/>
                  </a:lnTo>
                  <a:lnTo>
                    <a:pt x="1365" y="9828"/>
                  </a:lnTo>
                  <a:lnTo>
                    <a:pt x="2087" y="9968"/>
                  </a:lnTo>
                  <a:lnTo>
                    <a:pt x="2829" y="10108"/>
                  </a:lnTo>
                  <a:lnTo>
                    <a:pt x="3591" y="10229"/>
                  </a:lnTo>
                  <a:lnTo>
                    <a:pt x="4373" y="10329"/>
                  </a:lnTo>
                  <a:lnTo>
                    <a:pt x="5195" y="10429"/>
                  </a:lnTo>
                  <a:lnTo>
                    <a:pt x="6037" y="10489"/>
                  </a:lnTo>
                  <a:lnTo>
                    <a:pt x="7261" y="10550"/>
                  </a:lnTo>
                  <a:lnTo>
                    <a:pt x="8524" y="10570"/>
                  </a:lnTo>
                  <a:lnTo>
                    <a:pt x="9326" y="10570"/>
                  </a:lnTo>
                  <a:lnTo>
                    <a:pt x="10128" y="10550"/>
                  </a:lnTo>
                  <a:lnTo>
                    <a:pt x="10951" y="10509"/>
                  </a:lnTo>
                  <a:lnTo>
                    <a:pt x="11773" y="10469"/>
                  </a:lnTo>
                  <a:lnTo>
                    <a:pt x="13458" y="10329"/>
                  </a:lnTo>
                  <a:lnTo>
                    <a:pt x="15142" y="10169"/>
                  </a:lnTo>
                  <a:lnTo>
                    <a:pt x="16847" y="9948"/>
                  </a:lnTo>
                  <a:lnTo>
                    <a:pt x="18511" y="9707"/>
                  </a:lnTo>
                  <a:lnTo>
                    <a:pt x="20136" y="9427"/>
                  </a:lnTo>
                  <a:lnTo>
                    <a:pt x="21700" y="9126"/>
                  </a:lnTo>
                  <a:lnTo>
                    <a:pt x="23184" y="8825"/>
                  </a:lnTo>
                  <a:lnTo>
                    <a:pt x="24568" y="8484"/>
                  </a:lnTo>
                  <a:lnTo>
                    <a:pt x="25851" y="8163"/>
                  </a:lnTo>
                  <a:lnTo>
                    <a:pt x="26994" y="7822"/>
                  </a:lnTo>
                  <a:lnTo>
                    <a:pt x="27997" y="7481"/>
                  </a:lnTo>
                  <a:lnTo>
                    <a:pt x="28438" y="7321"/>
                  </a:lnTo>
                  <a:lnTo>
                    <a:pt x="28839" y="7140"/>
                  </a:lnTo>
                  <a:lnTo>
                    <a:pt x="29180" y="7000"/>
                  </a:lnTo>
                  <a:lnTo>
                    <a:pt x="29481" y="6840"/>
                  </a:lnTo>
                  <a:lnTo>
                    <a:pt x="29742" y="6679"/>
                  </a:lnTo>
                  <a:lnTo>
                    <a:pt x="29942" y="6539"/>
                  </a:lnTo>
                  <a:lnTo>
                    <a:pt x="29962" y="6499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35">
              <a:extLst>
                <a:ext uri="{FF2B5EF4-FFF2-40B4-BE49-F238E27FC236}">
                  <a16:creationId xmlns:a16="http://schemas.microsoft.com/office/drawing/2014/main" id="{7A4DA1B2-6E60-5B4C-EF87-5FDC198FEF29}"/>
                </a:ext>
              </a:extLst>
            </p:cNvPr>
            <p:cNvSpPr/>
            <p:nvPr/>
          </p:nvSpPr>
          <p:spPr>
            <a:xfrm>
              <a:off x="11405950" y="4334438"/>
              <a:ext cx="749075" cy="101800"/>
            </a:xfrm>
            <a:custGeom>
              <a:avLst/>
              <a:gdLst/>
              <a:ahLst/>
              <a:cxnLst/>
              <a:rect l="l" t="t" r="r" b="b"/>
              <a:pathLst>
                <a:path w="29963" h="4072" fill="none" extrusionOk="0">
                  <a:moveTo>
                    <a:pt x="29962" y="1"/>
                  </a:moveTo>
                  <a:lnTo>
                    <a:pt x="29962" y="1"/>
                  </a:lnTo>
                  <a:lnTo>
                    <a:pt x="26373" y="181"/>
                  </a:lnTo>
                  <a:lnTo>
                    <a:pt x="26373" y="181"/>
                  </a:lnTo>
                  <a:lnTo>
                    <a:pt x="22502" y="382"/>
                  </a:lnTo>
                  <a:lnTo>
                    <a:pt x="22502" y="382"/>
                  </a:lnTo>
                  <a:lnTo>
                    <a:pt x="22342" y="382"/>
                  </a:lnTo>
                  <a:lnTo>
                    <a:pt x="22342" y="382"/>
                  </a:lnTo>
                  <a:lnTo>
                    <a:pt x="22302" y="382"/>
                  </a:lnTo>
                  <a:lnTo>
                    <a:pt x="22302" y="382"/>
                  </a:lnTo>
                  <a:lnTo>
                    <a:pt x="21860" y="422"/>
                  </a:lnTo>
                  <a:lnTo>
                    <a:pt x="21860" y="422"/>
                  </a:lnTo>
                  <a:lnTo>
                    <a:pt x="20878" y="462"/>
                  </a:lnTo>
                  <a:lnTo>
                    <a:pt x="20878" y="462"/>
                  </a:lnTo>
                  <a:lnTo>
                    <a:pt x="20838" y="462"/>
                  </a:lnTo>
                  <a:lnTo>
                    <a:pt x="20838" y="462"/>
                  </a:lnTo>
                  <a:lnTo>
                    <a:pt x="20497" y="662"/>
                  </a:lnTo>
                  <a:lnTo>
                    <a:pt x="20136" y="823"/>
                  </a:lnTo>
                  <a:lnTo>
                    <a:pt x="19775" y="983"/>
                  </a:lnTo>
                  <a:lnTo>
                    <a:pt x="19434" y="1124"/>
                  </a:lnTo>
                  <a:lnTo>
                    <a:pt x="19434" y="1124"/>
                  </a:lnTo>
                  <a:lnTo>
                    <a:pt x="18692" y="1384"/>
                  </a:lnTo>
                  <a:lnTo>
                    <a:pt x="17950" y="1625"/>
                  </a:lnTo>
                  <a:lnTo>
                    <a:pt x="17188" y="1826"/>
                  </a:lnTo>
                  <a:lnTo>
                    <a:pt x="16426" y="2006"/>
                  </a:lnTo>
                  <a:lnTo>
                    <a:pt x="15664" y="2146"/>
                  </a:lnTo>
                  <a:lnTo>
                    <a:pt x="14901" y="2287"/>
                  </a:lnTo>
                  <a:lnTo>
                    <a:pt x="13357" y="2527"/>
                  </a:lnTo>
                  <a:lnTo>
                    <a:pt x="13357" y="2527"/>
                  </a:lnTo>
                  <a:lnTo>
                    <a:pt x="12375" y="2668"/>
                  </a:lnTo>
                  <a:lnTo>
                    <a:pt x="11392" y="2788"/>
                  </a:lnTo>
                  <a:lnTo>
                    <a:pt x="10409" y="2868"/>
                  </a:lnTo>
                  <a:lnTo>
                    <a:pt x="9427" y="2949"/>
                  </a:lnTo>
                  <a:lnTo>
                    <a:pt x="8444" y="3009"/>
                  </a:lnTo>
                  <a:lnTo>
                    <a:pt x="7461" y="3069"/>
                  </a:lnTo>
                  <a:lnTo>
                    <a:pt x="6479" y="3089"/>
                  </a:lnTo>
                  <a:lnTo>
                    <a:pt x="5496" y="3089"/>
                  </a:lnTo>
                  <a:lnTo>
                    <a:pt x="5496" y="3089"/>
                  </a:lnTo>
                  <a:lnTo>
                    <a:pt x="4172" y="3089"/>
                  </a:lnTo>
                  <a:lnTo>
                    <a:pt x="2869" y="3029"/>
                  </a:lnTo>
                  <a:lnTo>
                    <a:pt x="1545" y="2969"/>
                  </a:lnTo>
                  <a:lnTo>
                    <a:pt x="242" y="2848"/>
                  </a:lnTo>
                  <a:lnTo>
                    <a:pt x="242" y="2848"/>
                  </a:lnTo>
                  <a:lnTo>
                    <a:pt x="222" y="2848"/>
                  </a:lnTo>
                  <a:lnTo>
                    <a:pt x="222" y="2848"/>
                  </a:lnTo>
                  <a:lnTo>
                    <a:pt x="141" y="2868"/>
                  </a:lnTo>
                  <a:lnTo>
                    <a:pt x="81" y="2888"/>
                  </a:lnTo>
                  <a:lnTo>
                    <a:pt x="41" y="2929"/>
                  </a:lnTo>
                  <a:lnTo>
                    <a:pt x="1" y="2989"/>
                  </a:lnTo>
                  <a:lnTo>
                    <a:pt x="1" y="2989"/>
                  </a:lnTo>
                  <a:lnTo>
                    <a:pt x="663" y="3169"/>
                  </a:lnTo>
                  <a:lnTo>
                    <a:pt x="1365" y="3330"/>
                  </a:lnTo>
                  <a:lnTo>
                    <a:pt x="2087" y="3470"/>
                  </a:lnTo>
                  <a:lnTo>
                    <a:pt x="2829" y="3610"/>
                  </a:lnTo>
                  <a:lnTo>
                    <a:pt x="3591" y="3731"/>
                  </a:lnTo>
                  <a:lnTo>
                    <a:pt x="4373" y="3831"/>
                  </a:lnTo>
                  <a:lnTo>
                    <a:pt x="5195" y="3931"/>
                  </a:lnTo>
                  <a:lnTo>
                    <a:pt x="6037" y="3991"/>
                  </a:lnTo>
                  <a:lnTo>
                    <a:pt x="6037" y="3991"/>
                  </a:lnTo>
                  <a:lnTo>
                    <a:pt x="7261" y="4052"/>
                  </a:lnTo>
                  <a:lnTo>
                    <a:pt x="8524" y="4072"/>
                  </a:lnTo>
                  <a:lnTo>
                    <a:pt x="8524" y="4072"/>
                  </a:lnTo>
                  <a:lnTo>
                    <a:pt x="9326" y="4072"/>
                  </a:lnTo>
                  <a:lnTo>
                    <a:pt x="10128" y="4052"/>
                  </a:lnTo>
                  <a:lnTo>
                    <a:pt x="10951" y="4011"/>
                  </a:lnTo>
                  <a:lnTo>
                    <a:pt x="11773" y="3971"/>
                  </a:lnTo>
                  <a:lnTo>
                    <a:pt x="13458" y="3831"/>
                  </a:lnTo>
                  <a:lnTo>
                    <a:pt x="15142" y="3671"/>
                  </a:lnTo>
                  <a:lnTo>
                    <a:pt x="16847" y="3450"/>
                  </a:lnTo>
                  <a:lnTo>
                    <a:pt x="18511" y="3209"/>
                  </a:lnTo>
                  <a:lnTo>
                    <a:pt x="20136" y="2929"/>
                  </a:lnTo>
                  <a:lnTo>
                    <a:pt x="21700" y="2628"/>
                  </a:lnTo>
                  <a:lnTo>
                    <a:pt x="23184" y="2327"/>
                  </a:lnTo>
                  <a:lnTo>
                    <a:pt x="24568" y="1986"/>
                  </a:lnTo>
                  <a:lnTo>
                    <a:pt x="25851" y="1665"/>
                  </a:lnTo>
                  <a:lnTo>
                    <a:pt x="26994" y="1324"/>
                  </a:lnTo>
                  <a:lnTo>
                    <a:pt x="27997" y="983"/>
                  </a:lnTo>
                  <a:lnTo>
                    <a:pt x="28438" y="823"/>
                  </a:lnTo>
                  <a:lnTo>
                    <a:pt x="28839" y="642"/>
                  </a:lnTo>
                  <a:lnTo>
                    <a:pt x="29180" y="502"/>
                  </a:lnTo>
                  <a:lnTo>
                    <a:pt x="29481" y="342"/>
                  </a:lnTo>
                  <a:lnTo>
                    <a:pt x="29742" y="181"/>
                  </a:lnTo>
                  <a:lnTo>
                    <a:pt x="29942" y="41"/>
                  </a:lnTo>
                  <a:lnTo>
                    <a:pt x="29942" y="41"/>
                  </a:lnTo>
                  <a:lnTo>
                    <a:pt x="299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35">
              <a:extLst>
                <a:ext uri="{FF2B5EF4-FFF2-40B4-BE49-F238E27FC236}">
                  <a16:creationId xmlns:a16="http://schemas.microsoft.com/office/drawing/2014/main" id="{F6EFAC9C-E7AB-38B6-FBEB-F2D6EA6B74ED}"/>
                </a:ext>
              </a:extLst>
            </p:cNvPr>
            <p:cNvSpPr/>
            <p:nvPr/>
          </p:nvSpPr>
          <p:spPr>
            <a:xfrm>
              <a:off x="11881750" y="4182013"/>
              <a:ext cx="283800" cy="133400"/>
            </a:xfrm>
            <a:custGeom>
              <a:avLst/>
              <a:gdLst/>
              <a:ahLst/>
              <a:cxnLst/>
              <a:rect l="l" t="t" r="r" b="b"/>
              <a:pathLst>
                <a:path w="11352" h="5336" fill="none" extrusionOk="0">
                  <a:moveTo>
                    <a:pt x="1364" y="1"/>
                  </a:moveTo>
                  <a:lnTo>
                    <a:pt x="1364" y="1"/>
                  </a:lnTo>
                  <a:lnTo>
                    <a:pt x="1" y="522"/>
                  </a:lnTo>
                  <a:lnTo>
                    <a:pt x="1" y="522"/>
                  </a:lnTo>
                  <a:lnTo>
                    <a:pt x="402" y="643"/>
                  </a:lnTo>
                  <a:lnTo>
                    <a:pt x="763" y="783"/>
                  </a:lnTo>
                  <a:lnTo>
                    <a:pt x="1144" y="944"/>
                  </a:lnTo>
                  <a:lnTo>
                    <a:pt x="1485" y="1144"/>
                  </a:lnTo>
                  <a:lnTo>
                    <a:pt x="1826" y="1345"/>
                  </a:lnTo>
                  <a:lnTo>
                    <a:pt x="2146" y="1565"/>
                  </a:lnTo>
                  <a:lnTo>
                    <a:pt x="2447" y="1826"/>
                  </a:lnTo>
                  <a:lnTo>
                    <a:pt x="2708" y="2107"/>
                  </a:lnTo>
                  <a:lnTo>
                    <a:pt x="2708" y="2107"/>
                  </a:lnTo>
                  <a:lnTo>
                    <a:pt x="2868" y="2267"/>
                  </a:lnTo>
                  <a:lnTo>
                    <a:pt x="2989" y="2448"/>
                  </a:lnTo>
                  <a:lnTo>
                    <a:pt x="3109" y="2648"/>
                  </a:lnTo>
                  <a:lnTo>
                    <a:pt x="3209" y="2829"/>
                  </a:lnTo>
                  <a:lnTo>
                    <a:pt x="3310" y="3029"/>
                  </a:lnTo>
                  <a:lnTo>
                    <a:pt x="3370" y="3230"/>
                  </a:lnTo>
                  <a:lnTo>
                    <a:pt x="3430" y="3450"/>
                  </a:lnTo>
                  <a:lnTo>
                    <a:pt x="3490" y="3651"/>
                  </a:lnTo>
                  <a:lnTo>
                    <a:pt x="3510" y="3872"/>
                  </a:lnTo>
                  <a:lnTo>
                    <a:pt x="3530" y="4072"/>
                  </a:lnTo>
                  <a:lnTo>
                    <a:pt x="3510" y="4293"/>
                  </a:lnTo>
                  <a:lnTo>
                    <a:pt x="3490" y="4513"/>
                  </a:lnTo>
                  <a:lnTo>
                    <a:pt x="3430" y="4714"/>
                  </a:lnTo>
                  <a:lnTo>
                    <a:pt x="3370" y="4934"/>
                  </a:lnTo>
                  <a:lnTo>
                    <a:pt x="3270" y="5135"/>
                  </a:lnTo>
                  <a:lnTo>
                    <a:pt x="3169" y="5336"/>
                  </a:lnTo>
                  <a:lnTo>
                    <a:pt x="3169" y="5336"/>
                  </a:lnTo>
                  <a:lnTo>
                    <a:pt x="3310" y="5315"/>
                  </a:lnTo>
                  <a:lnTo>
                    <a:pt x="3310" y="5315"/>
                  </a:lnTo>
                  <a:lnTo>
                    <a:pt x="5576" y="5175"/>
                  </a:lnTo>
                  <a:lnTo>
                    <a:pt x="7702" y="5035"/>
                  </a:lnTo>
                  <a:lnTo>
                    <a:pt x="9647" y="4934"/>
                  </a:lnTo>
                  <a:lnTo>
                    <a:pt x="11352" y="4874"/>
                  </a:lnTo>
                  <a:lnTo>
                    <a:pt x="11352" y="4874"/>
                  </a:lnTo>
                  <a:lnTo>
                    <a:pt x="11291" y="4714"/>
                  </a:lnTo>
                  <a:lnTo>
                    <a:pt x="11231" y="4553"/>
                  </a:lnTo>
                  <a:lnTo>
                    <a:pt x="11151" y="4393"/>
                  </a:lnTo>
                  <a:lnTo>
                    <a:pt x="11051" y="4233"/>
                  </a:lnTo>
                  <a:lnTo>
                    <a:pt x="10790" y="3912"/>
                  </a:lnTo>
                  <a:lnTo>
                    <a:pt x="10489" y="3571"/>
                  </a:lnTo>
                  <a:lnTo>
                    <a:pt x="10128" y="3250"/>
                  </a:lnTo>
                  <a:lnTo>
                    <a:pt x="9727" y="2929"/>
                  </a:lnTo>
                  <a:lnTo>
                    <a:pt x="9266" y="2608"/>
                  </a:lnTo>
                  <a:lnTo>
                    <a:pt x="8764" y="2287"/>
                  </a:lnTo>
                  <a:lnTo>
                    <a:pt x="8243" y="2006"/>
                  </a:lnTo>
                  <a:lnTo>
                    <a:pt x="7682" y="1706"/>
                  </a:lnTo>
                  <a:lnTo>
                    <a:pt x="7080" y="1445"/>
                  </a:lnTo>
                  <a:lnTo>
                    <a:pt x="6478" y="1184"/>
                  </a:lnTo>
                  <a:lnTo>
                    <a:pt x="5857" y="964"/>
                  </a:lnTo>
                  <a:lnTo>
                    <a:pt x="5215" y="763"/>
                  </a:lnTo>
                  <a:lnTo>
                    <a:pt x="4573" y="563"/>
                  </a:lnTo>
                  <a:lnTo>
                    <a:pt x="3911" y="422"/>
                  </a:lnTo>
                  <a:lnTo>
                    <a:pt x="3911" y="422"/>
                  </a:lnTo>
                  <a:lnTo>
                    <a:pt x="3330" y="302"/>
                  </a:lnTo>
                  <a:lnTo>
                    <a:pt x="2708" y="202"/>
                  </a:lnTo>
                  <a:lnTo>
                    <a:pt x="2046" y="101"/>
                  </a:lnTo>
                  <a:lnTo>
                    <a:pt x="13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35">
              <a:extLst>
                <a:ext uri="{FF2B5EF4-FFF2-40B4-BE49-F238E27FC236}">
                  <a16:creationId xmlns:a16="http://schemas.microsoft.com/office/drawing/2014/main" id="{823B241E-3AAB-211E-E5B1-C0715F77D1E0}"/>
                </a:ext>
              </a:extLst>
            </p:cNvPr>
            <p:cNvSpPr/>
            <p:nvPr/>
          </p:nvSpPr>
          <p:spPr>
            <a:xfrm>
              <a:off x="11771450" y="4171988"/>
              <a:ext cx="79250" cy="11075"/>
            </a:xfrm>
            <a:custGeom>
              <a:avLst/>
              <a:gdLst/>
              <a:ahLst/>
              <a:cxnLst/>
              <a:rect l="l" t="t" r="r" b="b"/>
              <a:pathLst>
                <a:path w="3170" h="443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803" y="121"/>
                  </a:lnTo>
                  <a:lnTo>
                    <a:pt x="1605" y="282"/>
                  </a:lnTo>
                  <a:lnTo>
                    <a:pt x="1605" y="282"/>
                  </a:lnTo>
                  <a:lnTo>
                    <a:pt x="2447" y="442"/>
                  </a:lnTo>
                  <a:lnTo>
                    <a:pt x="2447" y="442"/>
                  </a:lnTo>
                  <a:lnTo>
                    <a:pt x="2949" y="242"/>
                  </a:lnTo>
                  <a:lnTo>
                    <a:pt x="2949" y="242"/>
                  </a:lnTo>
                  <a:lnTo>
                    <a:pt x="3169" y="161"/>
                  </a:lnTo>
                  <a:lnTo>
                    <a:pt x="3169" y="161"/>
                  </a:lnTo>
                  <a:lnTo>
                    <a:pt x="1625" y="6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35">
              <a:extLst>
                <a:ext uri="{FF2B5EF4-FFF2-40B4-BE49-F238E27FC236}">
                  <a16:creationId xmlns:a16="http://schemas.microsoft.com/office/drawing/2014/main" id="{0D7EF939-6EFC-B1D2-1117-EA9E88B43E6F}"/>
                </a:ext>
              </a:extLst>
            </p:cNvPr>
            <p:cNvSpPr/>
            <p:nvPr/>
          </p:nvSpPr>
          <p:spPr>
            <a:xfrm>
              <a:off x="11246025" y="4817763"/>
              <a:ext cx="920525" cy="297325"/>
            </a:xfrm>
            <a:custGeom>
              <a:avLst/>
              <a:gdLst/>
              <a:ahLst/>
              <a:cxnLst/>
              <a:rect l="l" t="t" r="r" b="b"/>
              <a:pathLst>
                <a:path w="36821" h="11893" extrusionOk="0">
                  <a:moveTo>
                    <a:pt x="2467" y="0"/>
                  </a:moveTo>
                  <a:lnTo>
                    <a:pt x="1886" y="381"/>
                  </a:lnTo>
                  <a:lnTo>
                    <a:pt x="1384" y="742"/>
                  </a:lnTo>
                  <a:lnTo>
                    <a:pt x="963" y="1103"/>
                  </a:lnTo>
                  <a:lnTo>
                    <a:pt x="602" y="1444"/>
                  </a:lnTo>
                  <a:lnTo>
                    <a:pt x="321" y="1745"/>
                  </a:lnTo>
                  <a:lnTo>
                    <a:pt x="201" y="1885"/>
                  </a:lnTo>
                  <a:lnTo>
                    <a:pt x="121" y="2026"/>
                  </a:lnTo>
                  <a:lnTo>
                    <a:pt x="61" y="2146"/>
                  </a:lnTo>
                  <a:lnTo>
                    <a:pt x="21" y="2266"/>
                  </a:lnTo>
                  <a:lnTo>
                    <a:pt x="1" y="236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7308" y="11872"/>
                  </a:lnTo>
                  <a:lnTo>
                    <a:pt x="18150" y="11893"/>
                  </a:lnTo>
                  <a:lnTo>
                    <a:pt x="18992" y="11893"/>
                  </a:lnTo>
                  <a:lnTo>
                    <a:pt x="19834" y="11872"/>
                  </a:lnTo>
                  <a:lnTo>
                    <a:pt x="20677" y="11812"/>
                  </a:lnTo>
                  <a:lnTo>
                    <a:pt x="21499" y="11752"/>
                  </a:lnTo>
                  <a:lnTo>
                    <a:pt x="22321" y="11672"/>
                  </a:lnTo>
                  <a:lnTo>
                    <a:pt x="23143" y="11572"/>
                  </a:lnTo>
                  <a:lnTo>
                    <a:pt x="23946" y="11451"/>
                  </a:lnTo>
                  <a:lnTo>
                    <a:pt x="24728" y="11331"/>
                  </a:lnTo>
                  <a:lnTo>
                    <a:pt x="25510" y="11191"/>
                  </a:lnTo>
                  <a:lnTo>
                    <a:pt x="26272" y="11050"/>
                  </a:lnTo>
                  <a:lnTo>
                    <a:pt x="27736" y="10749"/>
                  </a:lnTo>
                  <a:lnTo>
                    <a:pt x="29120" y="10408"/>
                  </a:lnTo>
                  <a:lnTo>
                    <a:pt x="30403" y="10047"/>
                  </a:lnTo>
                  <a:lnTo>
                    <a:pt x="31586" y="9707"/>
                  </a:lnTo>
                  <a:lnTo>
                    <a:pt x="32649" y="9386"/>
                  </a:lnTo>
                  <a:lnTo>
                    <a:pt x="33572" y="9065"/>
                  </a:lnTo>
                  <a:lnTo>
                    <a:pt x="34334" y="8784"/>
                  </a:lnTo>
                  <a:lnTo>
                    <a:pt x="34956" y="856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6420" y="6137"/>
                  </a:lnTo>
                  <a:lnTo>
                    <a:pt x="36560" y="5315"/>
                  </a:lnTo>
                  <a:lnTo>
                    <a:pt x="36680" y="4472"/>
                  </a:lnTo>
                  <a:lnTo>
                    <a:pt x="36760" y="3630"/>
                  </a:lnTo>
                  <a:lnTo>
                    <a:pt x="36801" y="2888"/>
                  </a:lnTo>
                  <a:lnTo>
                    <a:pt x="36821" y="2246"/>
                  </a:lnTo>
                  <a:lnTo>
                    <a:pt x="36801" y="1785"/>
                  </a:lnTo>
                  <a:lnTo>
                    <a:pt x="36760" y="1645"/>
                  </a:lnTo>
                  <a:lnTo>
                    <a:pt x="36740" y="1544"/>
                  </a:lnTo>
                  <a:lnTo>
                    <a:pt x="36660" y="1464"/>
                  </a:lnTo>
                  <a:lnTo>
                    <a:pt x="36540" y="1344"/>
                  </a:lnTo>
                  <a:lnTo>
                    <a:pt x="36179" y="1023"/>
                  </a:lnTo>
                  <a:lnTo>
                    <a:pt x="35678" y="622"/>
                  </a:lnTo>
                  <a:lnTo>
                    <a:pt x="35036" y="161"/>
                  </a:lnTo>
                  <a:lnTo>
                    <a:pt x="34895" y="1183"/>
                  </a:lnTo>
                  <a:lnTo>
                    <a:pt x="34815" y="1665"/>
                  </a:lnTo>
                  <a:lnTo>
                    <a:pt x="34735" y="2086"/>
                  </a:lnTo>
                  <a:lnTo>
                    <a:pt x="34635" y="2467"/>
                  </a:lnTo>
                  <a:lnTo>
                    <a:pt x="34534" y="2748"/>
                  </a:lnTo>
                  <a:lnTo>
                    <a:pt x="34474" y="2868"/>
                  </a:lnTo>
                  <a:lnTo>
                    <a:pt x="34414" y="2968"/>
                  </a:lnTo>
                  <a:lnTo>
                    <a:pt x="34354" y="3028"/>
                  </a:lnTo>
                  <a:lnTo>
                    <a:pt x="34294" y="3069"/>
                  </a:lnTo>
                  <a:lnTo>
                    <a:pt x="33752" y="3269"/>
                  </a:lnTo>
                  <a:lnTo>
                    <a:pt x="32729" y="3650"/>
                  </a:lnTo>
                  <a:lnTo>
                    <a:pt x="32028" y="3891"/>
                  </a:lnTo>
                  <a:lnTo>
                    <a:pt x="31245" y="4151"/>
                  </a:lnTo>
                  <a:lnTo>
                    <a:pt x="30363" y="4432"/>
                  </a:lnTo>
                  <a:lnTo>
                    <a:pt x="29380" y="4713"/>
                  </a:lnTo>
                  <a:lnTo>
                    <a:pt x="28338" y="4994"/>
                  </a:lnTo>
                  <a:lnTo>
                    <a:pt x="27215" y="5275"/>
                  </a:lnTo>
                  <a:lnTo>
                    <a:pt x="26031" y="5535"/>
                  </a:lnTo>
                  <a:lnTo>
                    <a:pt x="24808" y="5776"/>
                  </a:lnTo>
                  <a:lnTo>
                    <a:pt x="23524" y="5976"/>
                  </a:lnTo>
                  <a:lnTo>
                    <a:pt x="22221" y="6157"/>
                  </a:lnTo>
                  <a:lnTo>
                    <a:pt x="21539" y="6217"/>
                  </a:lnTo>
                  <a:lnTo>
                    <a:pt x="20877" y="6277"/>
                  </a:lnTo>
                  <a:lnTo>
                    <a:pt x="20195" y="6337"/>
                  </a:lnTo>
                  <a:lnTo>
                    <a:pt x="19514" y="6357"/>
                  </a:lnTo>
                  <a:lnTo>
                    <a:pt x="18792" y="6378"/>
                  </a:lnTo>
                  <a:lnTo>
                    <a:pt x="18070" y="6378"/>
                  </a:lnTo>
                  <a:lnTo>
                    <a:pt x="17328" y="6357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42"/>
                  </a:lnTo>
                  <a:lnTo>
                    <a:pt x="24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35">
              <a:extLst>
                <a:ext uri="{FF2B5EF4-FFF2-40B4-BE49-F238E27FC236}">
                  <a16:creationId xmlns:a16="http://schemas.microsoft.com/office/drawing/2014/main" id="{9A706CF6-853A-AB74-1A3D-A0962EF058BF}"/>
                </a:ext>
              </a:extLst>
            </p:cNvPr>
            <p:cNvSpPr/>
            <p:nvPr/>
          </p:nvSpPr>
          <p:spPr>
            <a:xfrm>
              <a:off x="11246025" y="4817763"/>
              <a:ext cx="920525" cy="297325"/>
            </a:xfrm>
            <a:custGeom>
              <a:avLst/>
              <a:gdLst/>
              <a:ahLst/>
              <a:cxnLst/>
              <a:rect l="l" t="t" r="r" b="b"/>
              <a:pathLst>
                <a:path w="36821" h="11893" fill="none" extrusionOk="0">
                  <a:moveTo>
                    <a:pt x="36259" y="6899"/>
                  </a:moveTo>
                  <a:lnTo>
                    <a:pt x="36259" y="6899"/>
                  </a:lnTo>
                  <a:lnTo>
                    <a:pt x="36139" y="7420"/>
                  </a:lnTo>
                  <a:lnTo>
                    <a:pt x="36059" y="7661"/>
                  </a:lnTo>
                  <a:lnTo>
                    <a:pt x="35978" y="7841"/>
                  </a:lnTo>
                  <a:lnTo>
                    <a:pt x="35898" y="8022"/>
                  </a:lnTo>
                  <a:lnTo>
                    <a:pt x="35818" y="8142"/>
                  </a:lnTo>
                  <a:lnTo>
                    <a:pt x="35738" y="8243"/>
                  </a:lnTo>
                  <a:lnTo>
                    <a:pt x="35637" y="8303"/>
                  </a:lnTo>
                  <a:lnTo>
                    <a:pt x="35637" y="8303"/>
                  </a:lnTo>
                  <a:lnTo>
                    <a:pt x="34956" y="8563"/>
                  </a:lnTo>
                  <a:lnTo>
                    <a:pt x="34334" y="8784"/>
                  </a:lnTo>
                  <a:lnTo>
                    <a:pt x="33572" y="9065"/>
                  </a:lnTo>
                  <a:lnTo>
                    <a:pt x="32649" y="9386"/>
                  </a:lnTo>
                  <a:lnTo>
                    <a:pt x="31586" y="9707"/>
                  </a:lnTo>
                  <a:lnTo>
                    <a:pt x="30403" y="10047"/>
                  </a:lnTo>
                  <a:lnTo>
                    <a:pt x="29120" y="10408"/>
                  </a:lnTo>
                  <a:lnTo>
                    <a:pt x="27736" y="10749"/>
                  </a:lnTo>
                  <a:lnTo>
                    <a:pt x="26272" y="11050"/>
                  </a:lnTo>
                  <a:lnTo>
                    <a:pt x="25510" y="11191"/>
                  </a:lnTo>
                  <a:lnTo>
                    <a:pt x="24728" y="11331"/>
                  </a:lnTo>
                  <a:lnTo>
                    <a:pt x="23946" y="11451"/>
                  </a:lnTo>
                  <a:lnTo>
                    <a:pt x="23143" y="11572"/>
                  </a:lnTo>
                  <a:lnTo>
                    <a:pt x="22321" y="11672"/>
                  </a:lnTo>
                  <a:lnTo>
                    <a:pt x="21499" y="11752"/>
                  </a:lnTo>
                  <a:lnTo>
                    <a:pt x="20677" y="11812"/>
                  </a:lnTo>
                  <a:lnTo>
                    <a:pt x="19834" y="11872"/>
                  </a:lnTo>
                  <a:lnTo>
                    <a:pt x="18992" y="11893"/>
                  </a:lnTo>
                  <a:lnTo>
                    <a:pt x="18150" y="11893"/>
                  </a:lnTo>
                  <a:lnTo>
                    <a:pt x="17308" y="11872"/>
                  </a:lnTo>
                  <a:lnTo>
                    <a:pt x="16445" y="11832"/>
                  </a:lnTo>
                  <a:lnTo>
                    <a:pt x="16445" y="11832"/>
                  </a:lnTo>
                  <a:lnTo>
                    <a:pt x="15021" y="11732"/>
                  </a:lnTo>
                  <a:lnTo>
                    <a:pt x="13618" y="11572"/>
                  </a:lnTo>
                  <a:lnTo>
                    <a:pt x="12274" y="11391"/>
                  </a:lnTo>
                  <a:lnTo>
                    <a:pt x="10970" y="11191"/>
                  </a:lnTo>
                  <a:lnTo>
                    <a:pt x="9747" y="10950"/>
                  </a:lnTo>
                  <a:lnTo>
                    <a:pt x="8584" y="10709"/>
                  </a:lnTo>
                  <a:lnTo>
                    <a:pt x="7481" y="10449"/>
                  </a:lnTo>
                  <a:lnTo>
                    <a:pt x="6478" y="10188"/>
                  </a:lnTo>
                  <a:lnTo>
                    <a:pt x="5536" y="9927"/>
                  </a:lnTo>
                  <a:lnTo>
                    <a:pt x="4693" y="9666"/>
                  </a:lnTo>
                  <a:lnTo>
                    <a:pt x="3951" y="9426"/>
                  </a:lnTo>
                  <a:lnTo>
                    <a:pt x="3310" y="9205"/>
                  </a:lnTo>
                  <a:lnTo>
                    <a:pt x="2768" y="9005"/>
                  </a:lnTo>
                  <a:lnTo>
                    <a:pt x="2347" y="8824"/>
                  </a:lnTo>
                  <a:lnTo>
                    <a:pt x="2046" y="8684"/>
                  </a:lnTo>
                  <a:lnTo>
                    <a:pt x="1866" y="8584"/>
                  </a:lnTo>
                  <a:lnTo>
                    <a:pt x="1866" y="8584"/>
                  </a:lnTo>
                  <a:lnTo>
                    <a:pt x="1805" y="8523"/>
                  </a:lnTo>
                  <a:lnTo>
                    <a:pt x="1745" y="8443"/>
                  </a:lnTo>
                  <a:lnTo>
                    <a:pt x="1625" y="8223"/>
                  </a:lnTo>
                  <a:lnTo>
                    <a:pt x="1485" y="7922"/>
                  </a:lnTo>
                  <a:lnTo>
                    <a:pt x="1344" y="7541"/>
                  </a:lnTo>
                  <a:lnTo>
                    <a:pt x="1204" y="7120"/>
                  </a:lnTo>
                  <a:lnTo>
                    <a:pt x="1063" y="6658"/>
                  </a:lnTo>
                  <a:lnTo>
                    <a:pt x="783" y="5656"/>
                  </a:lnTo>
                  <a:lnTo>
                    <a:pt x="522" y="4633"/>
                  </a:lnTo>
                  <a:lnTo>
                    <a:pt x="301" y="3710"/>
                  </a:lnTo>
                  <a:lnTo>
                    <a:pt x="21" y="2467"/>
                  </a:lnTo>
                  <a:lnTo>
                    <a:pt x="21" y="2467"/>
                  </a:lnTo>
                  <a:lnTo>
                    <a:pt x="1" y="2367"/>
                  </a:lnTo>
                  <a:lnTo>
                    <a:pt x="21" y="2266"/>
                  </a:lnTo>
                  <a:lnTo>
                    <a:pt x="61" y="2146"/>
                  </a:lnTo>
                  <a:lnTo>
                    <a:pt x="121" y="2026"/>
                  </a:lnTo>
                  <a:lnTo>
                    <a:pt x="201" y="1885"/>
                  </a:lnTo>
                  <a:lnTo>
                    <a:pt x="321" y="1745"/>
                  </a:lnTo>
                  <a:lnTo>
                    <a:pt x="602" y="1444"/>
                  </a:lnTo>
                  <a:lnTo>
                    <a:pt x="963" y="1103"/>
                  </a:lnTo>
                  <a:lnTo>
                    <a:pt x="1384" y="742"/>
                  </a:lnTo>
                  <a:lnTo>
                    <a:pt x="1886" y="381"/>
                  </a:lnTo>
                  <a:lnTo>
                    <a:pt x="2467" y="0"/>
                  </a:lnTo>
                  <a:lnTo>
                    <a:pt x="2467" y="0"/>
                  </a:lnTo>
                  <a:lnTo>
                    <a:pt x="2588" y="542"/>
                  </a:lnTo>
                  <a:lnTo>
                    <a:pt x="2688" y="1103"/>
                  </a:lnTo>
                  <a:lnTo>
                    <a:pt x="2828" y="2126"/>
                  </a:lnTo>
                  <a:lnTo>
                    <a:pt x="2908" y="2547"/>
                  </a:lnTo>
                  <a:lnTo>
                    <a:pt x="2989" y="2908"/>
                  </a:lnTo>
                  <a:lnTo>
                    <a:pt x="3029" y="3048"/>
                  </a:lnTo>
                  <a:lnTo>
                    <a:pt x="3069" y="3169"/>
                  </a:lnTo>
                  <a:lnTo>
                    <a:pt x="3109" y="3269"/>
                  </a:lnTo>
                  <a:lnTo>
                    <a:pt x="3169" y="3329"/>
                  </a:lnTo>
                  <a:lnTo>
                    <a:pt x="3169" y="3329"/>
                  </a:lnTo>
                  <a:lnTo>
                    <a:pt x="3350" y="3429"/>
                  </a:lnTo>
                  <a:lnTo>
                    <a:pt x="3610" y="3550"/>
                  </a:lnTo>
                  <a:lnTo>
                    <a:pt x="4011" y="3730"/>
                  </a:lnTo>
                  <a:lnTo>
                    <a:pt x="4513" y="3911"/>
                  </a:lnTo>
                  <a:lnTo>
                    <a:pt x="5094" y="4111"/>
                  </a:lnTo>
                  <a:lnTo>
                    <a:pt x="5776" y="4332"/>
                  </a:lnTo>
                  <a:lnTo>
                    <a:pt x="6558" y="4573"/>
                  </a:lnTo>
                  <a:lnTo>
                    <a:pt x="7421" y="4813"/>
                  </a:lnTo>
                  <a:lnTo>
                    <a:pt x="8343" y="5054"/>
                  </a:lnTo>
                  <a:lnTo>
                    <a:pt x="9346" y="5295"/>
                  </a:lnTo>
                  <a:lnTo>
                    <a:pt x="10429" y="5515"/>
                  </a:lnTo>
                  <a:lnTo>
                    <a:pt x="11572" y="5736"/>
                  </a:lnTo>
                  <a:lnTo>
                    <a:pt x="12755" y="5916"/>
                  </a:lnTo>
                  <a:lnTo>
                    <a:pt x="13999" y="6097"/>
                  </a:lnTo>
                  <a:lnTo>
                    <a:pt x="15282" y="6217"/>
                  </a:lnTo>
                  <a:lnTo>
                    <a:pt x="16606" y="6337"/>
                  </a:lnTo>
                  <a:lnTo>
                    <a:pt x="16606" y="6337"/>
                  </a:lnTo>
                  <a:lnTo>
                    <a:pt x="17328" y="6357"/>
                  </a:lnTo>
                  <a:lnTo>
                    <a:pt x="18070" y="6378"/>
                  </a:lnTo>
                  <a:lnTo>
                    <a:pt x="18792" y="6378"/>
                  </a:lnTo>
                  <a:lnTo>
                    <a:pt x="19514" y="6357"/>
                  </a:lnTo>
                  <a:lnTo>
                    <a:pt x="19514" y="6357"/>
                  </a:lnTo>
                  <a:lnTo>
                    <a:pt x="20195" y="6337"/>
                  </a:lnTo>
                  <a:lnTo>
                    <a:pt x="20877" y="6277"/>
                  </a:lnTo>
                  <a:lnTo>
                    <a:pt x="21539" y="6217"/>
                  </a:lnTo>
                  <a:lnTo>
                    <a:pt x="22221" y="6157"/>
                  </a:lnTo>
                  <a:lnTo>
                    <a:pt x="23524" y="5976"/>
                  </a:lnTo>
                  <a:lnTo>
                    <a:pt x="24808" y="5776"/>
                  </a:lnTo>
                  <a:lnTo>
                    <a:pt x="26031" y="5535"/>
                  </a:lnTo>
                  <a:lnTo>
                    <a:pt x="27215" y="5275"/>
                  </a:lnTo>
                  <a:lnTo>
                    <a:pt x="28338" y="4994"/>
                  </a:lnTo>
                  <a:lnTo>
                    <a:pt x="29380" y="4713"/>
                  </a:lnTo>
                  <a:lnTo>
                    <a:pt x="30363" y="4432"/>
                  </a:lnTo>
                  <a:lnTo>
                    <a:pt x="31245" y="4151"/>
                  </a:lnTo>
                  <a:lnTo>
                    <a:pt x="32028" y="3891"/>
                  </a:lnTo>
                  <a:lnTo>
                    <a:pt x="32729" y="3650"/>
                  </a:lnTo>
                  <a:lnTo>
                    <a:pt x="33752" y="3269"/>
                  </a:lnTo>
                  <a:lnTo>
                    <a:pt x="34294" y="3069"/>
                  </a:lnTo>
                  <a:lnTo>
                    <a:pt x="34294" y="3069"/>
                  </a:lnTo>
                  <a:lnTo>
                    <a:pt x="34354" y="3028"/>
                  </a:lnTo>
                  <a:lnTo>
                    <a:pt x="34414" y="2968"/>
                  </a:lnTo>
                  <a:lnTo>
                    <a:pt x="34474" y="2868"/>
                  </a:lnTo>
                  <a:lnTo>
                    <a:pt x="34534" y="2748"/>
                  </a:lnTo>
                  <a:lnTo>
                    <a:pt x="34635" y="2467"/>
                  </a:lnTo>
                  <a:lnTo>
                    <a:pt x="34735" y="2086"/>
                  </a:lnTo>
                  <a:lnTo>
                    <a:pt x="34815" y="1665"/>
                  </a:lnTo>
                  <a:lnTo>
                    <a:pt x="34895" y="1183"/>
                  </a:lnTo>
                  <a:lnTo>
                    <a:pt x="35036" y="161"/>
                  </a:lnTo>
                  <a:lnTo>
                    <a:pt x="35036" y="161"/>
                  </a:lnTo>
                  <a:lnTo>
                    <a:pt x="35678" y="622"/>
                  </a:lnTo>
                  <a:lnTo>
                    <a:pt x="36179" y="1023"/>
                  </a:lnTo>
                  <a:lnTo>
                    <a:pt x="36540" y="1344"/>
                  </a:lnTo>
                  <a:lnTo>
                    <a:pt x="36660" y="1464"/>
                  </a:lnTo>
                  <a:lnTo>
                    <a:pt x="36740" y="1544"/>
                  </a:lnTo>
                  <a:lnTo>
                    <a:pt x="36740" y="1544"/>
                  </a:lnTo>
                  <a:lnTo>
                    <a:pt x="36760" y="1645"/>
                  </a:lnTo>
                  <a:lnTo>
                    <a:pt x="36801" y="1785"/>
                  </a:lnTo>
                  <a:lnTo>
                    <a:pt x="36821" y="2246"/>
                  </a:lnTo>
                  <a:lnTo>
                    <a:pt x="36801" y="2888"/>
                  </a:lnTo>
                  <a:lnTo>
                    <a:pt x="36760" y="3630"/>
                  </a:lnTo>
                  <a:lnTo>
                    <a:pt x="36680" y="4472"/>
                  </a:lnTo>
                  <a:lnTo>
                    <a:pt x="36560" y="5315"/>
                  </a:lnTo>
                  <a:lnTo>
                    <a:pt x="36420" y="6137"/>
                  </a:lnTo>
                  <a:lnTo>
                    <a:pt x="36259" y="689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35">
              <a:extLst>
                <a:ext uri="{FF2B5EF4-FFF2-40B4-BE49-F238E27FC236}">
                  <a16:creationId xmlns:a16="http://schemas.microsoft.com/office/drawing/2014/main" id="{6431C5DE-08E2-70B5-816D-C0382700C4D4}"/>
                </a:ext>
              </a:extLst>
            </p:cNvPr>
            <p:cNvSpPr/>
            <p:nvPr/>
          </p:nvSpPr>
          <p:spPr>
            <a:xfrm>
              <a:off x="11246025" y="4817763"/>
              <a:ext cx="906500" cy="297325"/>
            </a:xfrm>
            <a:custGeom>
              <a:avLst/>
              <a:gdLst/>
              <a:ahLst/>
              <a:cxnLst/>
              <a:rect l="l" t="t" r="r" b="b"/>
              <a:pathLst>
                <a:path w="36260" h="11893" extrusionOk="0">
                  <a:moveTo>
                    <a:pt x="2467" y="0"/>
                  </a:moveTo>
                  <a:lnTo>
                    <a:pt x="1926" y="361"/>
                  </a:lnTo>
                  <a:lnTo>
                    <a:pt x="1445" y="722"/>
                  </a:lnTo>
                  <a:lnTo>
                    <a:pt x="1023" y="1043"/>
                  </a:lnTo>
                  <a:lnTo>
                    <a:pt x="662" y="1364"/>
                  </a:lnTo>
                  <a:lnTo>
                    <a:pt x="382" y="1665"/>
                  </a:lnTo>
                  <a:lnTo>
                    <a:pt x="181" y="1925"/>
                  </a:lnTo>
                  <a:lnTo>
                    <a:pt x="101" y="2066"/>
                  </a:lnTo>
                  <a:lnTo>
                    <a:pt x="41" y="2186"/>
                  </a:lnTo>
                  <a:lnTo>
                    <a:pt x="21" y="2286"/>
                  </a:lnTo>
                  <a:lnTo>
                    <a:pt x="1" y="238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7408" y="11872"/>
                  </a:lnTo>
                  <a:lnTo>
                    <a:pt x="18350" y="11893"/>
                  </a:lnTo>
                  <a:lnTo>
                    <a:pt x="19133" y="11893"/>
                  </a:lnTo>
                  <a:lnTo>
                    <a:pt x="19915" y="11852"/>
                  </a:lnTo>
                  <a:lnTo>
                    <a:pt x="20697" y="11812"/>
                  </a:lnTo>
                  <a:lnTo>
                    <a:pt x="21479" y="11752"/>
                  </a:lnTo>
                  <a:lnTo>
                    <a:pt x="22241" y="11672"/>
                  </a:lnTo>
                  <a:lnTo>
                    <a:pt x="23003" y="11592"/>
                  </a:lnTo>
                  <a:lnTo>
                    <a:pt x="23745" y="11491"/>
                  </a:lnTo>
                  <a:lnTo>
                    <a:pt x="24487" y="11371"/>
                  </a:lnTo>
                  <a:lnTo>
                    <a:pt x="25931" y="11130"/>
                  </a:lnTo>
                  <a:lnTo>
                    <a:pt x="27315" y="10830"/>
                  </a:lnTo>
                  <a:lnTo>
                    <a:pt x="28618" y="10529"/>
                  </a:lnTo>
                  <a:lnTo>
                    <a:pt x="29862" y="10208"/>
                  </a:lnTo>
                  <a:lnTo>
                    <a:pt x="31005" y="9887"/>
                  </a:lnTo>
                  <a:lnTo>
                    <a:pt x="32048" y="9566"/>
                  </a:lnTo>
                  <a:lnTo>
                    <a:pt x="32990" y="9265"/>
                  </a:lnTo>
                  <a:lnTo>
                    <a:pt x="33792" y="8985"/>
                  </a:lnTo>
                  <a:lnTo>
                    <a:pt x="35016" y="854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5016" y="7340"/>
                  </a:lnTo>
                  <a:lnTo>
                    <a:pt x="33752" y="7741"/>
                  </a:lnTo>
                  <a:lnTo>
                    <a:pt x="32469" y="8142"/>
                  </a:lnTo>
                  <a:lnTo>
                    <a:pt x="31205" y="8503"/>
                  </a:lnTo>
                  <a:lnTo>
                    <a:pt x="29922" y="8844"/>
                  </a:lnTo>
                  <a:lnTo>
                    <a:pt x="28618" y="9145"/>
                  </a:lnTo>
                  <a:lnTo>
                    <a:pt x="27335" y="9406"/>
                  </a:lnTo>
                  <a:lnTo>
                    <a:pt x="26031" y="9646"/>
                  </a:lnTo>
                  <a:lnTo>
                    <a:pt x="24728" y="9847"/>
                  </a:lnTo>
                  <a:lnTo>
                    <a:pt x="23404" y="10007"/>
                  </a:lnTo>
                  <a:lnTo>
                    <a:pt x="22742" y="10088"/>
                  </a:lnTo>
                  <a:lnTo>
                    <a:pt x="22081" y="10128"/>
                  </a:lnTo>
                  <a:lnTo>
                    <a:pt x="21419" y="10168"/>
                  </a:lnTo>
                  <a:lnTo>
                    <a:pt x="20737" y="10188"/>
                  </a:lnTo>
                  <a:lnTo>
                    <a:pt x="20035" y="10168"/>
                  </a:lnTo>
                  <a:lnTo>
                    <a:pt x="19333" y="10128"/>
                  </a:lnTo>
                  <a:lnTo>
                    <a:pt x="18631" y="10027"/>
                  </a:lnTo>
                  <a:lnTo>
                    <a:pt x="17929" y="9907"/>
                  </a:lnTo>
                  <a:lnTo>
                    <a:pt x="17649" y="9847"/>
                  </a:lnTo>
                  <a:lnTo>
                    <a:pt x="17348" y="9747"/>
                  </a:lnTo>
                  <a:lnTo>
                    <a:pt x="17047" y="9606"/>
                  </a:lnTo>
                  <a:lnTo>
                    <a:pt x="16786" y="9466"/>
                  </a:lnTo>
                  <a:lnTo>
                    <a:pt x="16525" y="9305"/>
                  </a:lnTo>
                  <a:lnTo>
                    <a:pt x="16305" y="9105"/>
                  </a:lnTo>
                  <a:lnTo>
                    <a:pt x="16225" y="9005"/>
                  </a:lnTo>
                  <a:lnTo>
                    <a:pt x="16144" y="8904"/>
                  </a:lnTo>
                  <a:lnTo>
                    <a:pt x="16084" y="8784"/>
                  </a:lnTo>
                  <a:lnTo>
                    <a:pt x="16044" y="8684"/>
                  </a:lnTo>
                  <a:lnTo>
                    <a:pt x="16024" y="8563"/>
                  </a:lnTo>
                  <a:lnTo>
                    <a:pt x="16004" y="8443"/>
                  </a:lnTo>
                  <a:lnTo>
                    <a:pt x="16024" y="8323"/>
                  </a:lnTo>
                  <a:lnTo>
                    <a:pt x="16064" y="8202"/>
                  </a:lnTo>
                  <a:lnTo>
                    <a:pt x="16124" y="8062"/>
                  </a:lnTo>
                  <a:lnTo>
                    <a:pt x="16205" y="7942"/>
                  </a:lnTo>
                  <a:lnTo>
                    <a:pt x="16325" y="7801"/>
                  </a:lnTo>
                  <a:lnTo>
                    <a:pt x="16465" y="7681"/>
                  </a:lnTo>
                  <a:lnTo>
                    <a:pt x="16646" y="7541"/>
                  </a:lnTo>
                  <a:lnTo>
                    <a:pt x="16846" y="7400"/>
                  </a:lnTo>
                  <a:lnTo>
                    <a:pt x="17067" y="7260"/>
                  </a:lnTo>
                  <a:lnTo>
                    <a:pt x="17348" y="7140"/>
                  </a:lnTo>
                  <a:lnTo>
                    <a:pt x="17649" y="6999"/>
                  </a:lnTo>
                  <a:lnTo>
                    <a:pt x="17989" y="6859"/>
                  </a:lnTo>
                  <a:lnTo>
                    <a:pt x="18350" y="6718"/>
                  </a:lnTo>
                  <a:lnTo>
                    <a:pt x="18772" y="6578"/>
                  </a:lnTo>
                  <a:lnTo>
                    <a:pt x="19514" y="6357"/>
                  </a:lnTo>
                  <a:lnTo>
                    <a:pt x="18912" y="6378"/>
                  </a:lnTo>
                  <a:lnTo>
                    <a:pt x="17448" y="6378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62"/>
                  </a:lnTo>
                  <a:lnTo>
                    <a:pt x="246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35">
              <a:extLst>
                <a:ext uri="{FF2B5EF4-FFF2-40B4-BE49-F238E27FC236}">
                  <a16:creationId xmlns:a16="http://schemas.microsoft.com/office/drawing/2014/main" id="{9F8E4E97-7085-DC67-5C0E-E13D0C7DC702}"/>
                </a:ext>
              </a:extLst>
            </p:cNvPr>
            <p:cNvSpPr/>
            <p:nvPr/>
          </p:nvSpPr>
          <p:spPr>
            <a:xfrm>
              <a:off x="11246025" y="4817763"/>
              <a:ext cx="906500" cy="297325"/>
            </a:xfrm>
            <a:custGeom>
              <a:avLst/>
              <a:gdLst/>
              <a:ahLst/>
              <a:cxnLst/>
              <a:rect l="l" t="t" r="r" b="b"/>
              <a:pathLst>
                <a:path w="36260" h="11893" fill="none" extrusionOk="0">
                  <a:moveTo>
                    <a:pt x="2467" y="0"/>
                  </a:moveTo>
                  <a:lnTo>
                    <a:pt x="2467" y="0"/>
                  </a:lnTo>
                  <a:lnTo>
                    <a:pt x="1926" y="361"/>
                  </a:lnTo>
                  <a:lnTo>
                    <a:pt x="1445" y="722"/>
                  </a:lnTo>
                  <a:lnTo>
                    <a:pt x="1023" y="1043"/>
                  </a:lnTo>
                  <a:lnTo>
                    <a:pt x="662" y="1364"/>
                  </a:lnTo>
                  <a:lnTo>
                    <a:pt x="382" y="1665"/>
                  </a:lnTo>
                  <a:lnTo>
                    <a:pt x="181" y="1925"/>
                  </a:lnTo>
                  <a:lnTo>
                    <a:pt x="101" y="2066"/>
                  </a:lnTo>
                  <a:lnTo>
                    <a:pt x="41" y="2186"/>
                  </a:lnTo>
                  <a:lnTo>
                    <a:pt x="21" y="2286"/>
                  </a:lnTo>
                  <a:lnTo>
                    <a:pt x="1" y="2387"/>
                  </a:lnTo>
                  <a:lnTo>
                    <a:pt x="1" y="2387"/>
                  </a:lnTo>
                  <a:lnTo>
                    <a:pt x="21" y="246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6445" y="11832"/>
                  </a:lnTo>
                  <a:lnTo>
                    <a:pt x="17408" y="11872"/>
                  </a:lnTo>
                  <a:lnTo>
                    <a:pt x="18350" y="11893"/>
                  </a:lnTo>
                  <a:lnTo>
                    <a:pt x="18350" y="11893"/>
                  </a:lnTo>
                  <a:lnTo>
                    <a:pt x="19133" y="11893"/>
                  </a:lnTo>
                  <a:lnTo>
                    <a:pt x="19915" y="11852"/>
                  </a:lnTo>
                  <a:lnTo>
                    <a:pt x="20697" y="11812"/>
                  </a:lnTo>
                  <a:lnTo>
                    <a:pt x="21479" y="11752"/>
                  </a:lnTo>
                  <a:lnTo>
                    <a:pt x="22241" y="11672"/>
                  </a:lnTo>
                  <a:lnTo>
                    <a:pt x="23003" y="11592"/>
                  </a:lnTo>
                  <a:lnTo>
                    <a:pt x="23745" y="11491"/>
                  </a:lnTo>
                  <a:lnTo>
                    <a:pt x="24487" y="11371"/>
                  </a:lnTo>
                  <a:lnTo>
                    <a:pt x="25931" y="11130"/>
                  </a:lnTo>
                  <a:lnTo>
                    <a:pt x="27315" y="10830"/>
                  </a:lnTo>
                  <a:lnTo>
                    <a:pt x="28618" y="10529"/>
                  </a:lnTo>
                  <a:lnTo>
                    <a:pt x="29862" y="10208"/>
                  </a:lnTo>
                  <a:lnTo>
                    <a:pt x="31005" y="9887"/>
                  </a:lnTo>
                  <a:lnTo>
                    <a:pt x="32048" y="9566"/>
                  </a:lnTo>
                  <a:lnTo>
                    <a:pt x="32990" y="9265"/>
                  </a:lnTo>
                  <a:lnTo>
                    <a:pt x="33792" y="8985"/>
                  </a:lnTo>
                  <a:lnTo>
                    <a:pt x="35016" y="8543"/>
                  </a:lnTo>
                  <a:lnTo>
                    <a:pt x="35637" y="830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6259" y="6899"/>
                  </a:lnTo>
                  <a:lnTo>
                    <a:pt x="35016" y="7340"/>
                  </a:lnTo>
                  <a:lnTo>
                    <a:pt x="33752" y="7741"/>
                  </a:lnTo>
                  <a:lnTo>
                    <a:pt x="32469" y="8142"/>
                  </a:lnTo>
                  <a:lnTo>
                    <a:pt x="31205" y="8503"/>
                  </a:lnTo>
                  <a:lnTo>
                    <a:pt x="29922" y="8844"/>
                  </a:lnTo>
                  <a:lnTo>
                    <a:pt x="28618" y="9145"/>
                  </a:lnTo>
                  <a:lnTo>
                    <a:pt x="27335" y="9406"/>
                  </a:lnTo>
                  <a:lnTo>
                    <a:pt x="26031" y="9646"/>
                  </a:lnTo>
                  <a:lnTo>
                    <a:pt x="26031" y="9646"/>
                  </a:lnTo>
                  <a:lnTo>
                    <a:pt x="24728" y="9847"/>
                  </a:lnTo>
                  <a:lnTo>
                    <a:pt x="23404" y="10007"/>
                  </a:lnTo>
                  <a:lnTo>
                    <a:pt x="22742" y="10088"/>
                  </a:lnTo>
                  <a:lnTo>
                    <a:pt x="22081" y="10128"/>
                  </a:lnTo>
                  <a:lnTo>
                    <a:pt x="21419" y="10168"/>
                  </a:lnTo>
                  <a:lnTo>
                    <a:pt x="20737" y="10188"/>
                  </a:lnTo>
                  <a:lnTo>
                    <a:pt x="20737" y="10188"/>
                  </a:lnTo>
                  <a:lnTo>
                    <a:pt x="20035" y="10168"/>
                  </a:lnTo>
                  <a:lnTo>
                    <a:pt x="19333" y="10128"/>
                  </a:lnTo>
                  <a:lnTo>
                    <a:pt x="18631" y="10027"/>
                  </a:lnTo>
                  <a:lnTo>
                    <a:pt x="17929" y="9907"/>
                  </a:lnTo>
                  <a:lnTo>
                    <a:pt x="17929" y="9907"/>
                  </a:lnTo>
                  <a:lnTo>
                    <a:pt x="17649" y="9847"/>
                  </a:lnTo>
                  <a:lnTo>
                    <a:pt x="17348" y="9747"/>
                  </a:lnTo>
                  <a:lnTo>
                    <a:pt x="17047" y="9606"/>
                  </a:lnTo>
                  <a:lnTo>
                    <a:pt x="16786" y="9466"/>
                  </a:lnTo>
                  <a:lnTo>
                    <a:pt x="16525" y="9305"/>
                  </a:lnTo>
                  <a:lnTo>
                    <a:pt x="16305" y="9105"/>
                  </a:lnTo>
                  <a:lnTo>
                    <a:pt x="16225" y="9005"/>
                  </a:lnTo>
                  <a:lnTo>
                    <a:pt x="16144" y="8904"/>
                  </a:lnTo>
                  <a:lnTo>
                    <a:pt x="16084" y="8784"/>
                  </a:lnTo>
                  <a:lnTo>
                    <a:pt x="16044" y="8684"/>
                  </a:lnTo>
                  <a:lnTo>
                    <a:pt x="16024" y="8563"/>
                  </a:lnTo>
                  <a:lnTo>
                    <a:pt x="16004" y="8443"/>
                  </a:lnTo>
                  <a:lnTo>
                    <a:pt x="16024" y="8323"/>
                  </a:lnTo>
                  <a:lnTo>
                    <a:pt x="16064" y="8202"/>
                  </a:lnTo>
                  <a:lnTo>
                    <a:pt x="16124" y="8062"/>
                  </a:lnTo>
                  <a:lnTo>
                    <a:pt x="16205" y="7942"/>
                  </a:lnTo>
                  <a:lnTo>
                    <a:pt x="16325" y="7801"/>
                  </a:lnTo>
                  <a:lnTo>
                    <a:pt x="16465" y="7681"/>
                  </a:lnTo>
                  <a:lnTo>
                    <a:pt x="16646" y="7541"/>
                  </a:lnTo>
                  <a:lnTo>
                    <a:pt x="16846" y="7400"/>
                  </a:lnTo>
                  <a:lnTo>
                    <a:pt x="17067" y="7260"/>
                  </a:lnTo>
                  <a:lnTo>
                    <a:pt x="17348" y="7140"/>
                  </a:lnTo>
                  <a:lnTo>
                    <a:pt x="17649" y="6999"/>
                  </a:lnTo>
                  <a:lnTo>
                    <a:pt x="17989" y="6859"/>
                  </a:lnTo>
                  <a:lnTo>
                    <a:pt x="18350" y="6718"/>
                  </a:lnTo>
                  <a:lnTo>
                    <a:pt x="18772" y="6578"/>
                  </a:lnTo>
                  <a:lnTo>
                    <a:pt x="18772" y="6578"/>
                  </a:lnTo>
                  <a:lnTo>
                    <a:pt x="19514" y="6357"/>
                  </a:lnTo>
                  <a:lnTo>
                    <a:pt x="19514" y="6357"/>
                  </a:lnTo>
                  <a:lnTo>
                    <a:pt x="18912" y="6378"/>
                  </a:lnTo>
                  <a:lnTo>
                    <a:pt x="18310" y="6378"/>
                  </a:lnTo>
                  <a:lnTo>
                    <a:pt x="18310" y="6378"/>
                  </a:lnTo>
                  <a:lnTo>
                    <a:pt x="17448" y="6378"/>
                  </a:lnTo>
                  <a:lnTo>
                    <a:pt x="16606" y="6337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62"/>
                  </a:lnTo>
                  <a:lnTo>
                    <a:pt x="2467" y="0"/>
                  </a:lnTo>
                  <a:lnTo>
                    <a:pt x="2467" y="0"/>
                  </a:lnTo>
                  <a:lnTo>
                    <a:pt x="246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35">
              <a:extLst>
                <a:ext uri="{FF2B5EF4-FFF2-40B4-BE49-F238E27FC236}">
                  <a16:creationId xmlns:a16="http://schemas.microsoft.com/office/drawing/2014/main" id="{D8CC4C6B-CCD7-F2E0-AF26-379FE81A941F}"/>
                </a:ext>
              </a:extLst>
            </p:cNvPr>
            <p:cNvSpPr/>
            <p:nvPr/>
          </p:nvSpPr>
          <p:spPr>
            <a:xfrm>
              <a:off x="11258050" y="4416663"/>
              <a:ext cx="873900" cy="619200"/>
            </a:xfrm>
            <a:custGeom>
              <a:avLst/>
              <a:gdLst/>
              <a:ahLst/>
              <a:cxnLst/>
              <a:rect l="l" t="t" r="r" b="b"/>
              <a:pathLst>
                <a:path w="34956" h="24768" extrusionOk="0">
                  <a:moveTo>
                    <a:pt x="61" y="1"/>
                  </a:moveTo>
                  <a:lnTo>
                    <a:pt x="21" y="41"/>
                  </a:lnTo>
                  <a:lnTo>
                    <a:pt x="1" y="61"/>
                  </a:lnTo>
                  <a:lnTo>
                    <a:pt x="1" y="101"/>
                  </a:lnTo>
                  <a:lnTo>
                    <a:pt x="1" y="141"/>
                  </a:lnTo>
                  <a:lnTo>
                    <a:pt x="282" y="823"/>
                  </a:lnTo>
                  <a:lnTo>
                    <a:pt x="542" y="1505"/>
                  </a:lnTo>
                  <a:lnTo>
                    <a:pt x="783" y="2186"/>
                  </a:lnTo>
                  <a:lnTo>
                    <a:pt x="1024" y="2888"/>
                  </a:lnTo>
                  <a:lnTo>
                    <a:pt x="1224" y="3590"/>
                  </a:lnTo>
                  <a:lnTo>
                    <a:pt x="1425" y="4292"/>
                  </a:lnTo>
                  <a:lnTo>
                    <a:pt x="1806" y="5696"/>
                  </a:lnTo>
                  <a:lnTo>
                    <a:pt x="2528" y="8524"/>
                  </a:lnTo>
                  <a:lnTo>
                    <a:pt x="2909" y="9948"/>
                  </a:lnTo>
                  <a:lnTo>
                    <a:pt x="3310" y="11351"/>
                  </a:lnTo>
                  <a:lnTo>
                    <a:pt x="3831" y="12936"/>
                  </a:lnTo>
                  <a:lnTo>
                    <a:pt x="4453" y="14741"/>
                  </a:lnTo>
                  <a:lnTo>
                    <a:pt x="5135" y="16646"/>
                  </a:lnTo>
                  <a:lnTo>
                    <a:pt x="5817" y="18491"/>
                  </a:lnTo>
                  <a:lnTo>
                    <a:pt x="6960" y="21539"/>
                  </a:lnTo>
                  <a:lnTo>
                    <a:pt x="7441" y="22823"/>
                  </a:lnTo>
                  <a:lnTo>
                    <a:pt x="7461" y="22903"/>
                  </a:lnTo>
                  <a:lnTo>
                    <a:pt x="7501" y="22983"/>
                  </a:lnTo>
                  <a:lnTo>
                    <a:pt x="7561" y="23023"/>
                  </a:lnTo>
                  <a:lnTo>
                    <a:pt x="7722" y="23023"/>
                  </a:lnTo>
                  <a:lnTo>
                    <a:pt x="7802" y="22983"/>
                  </a:lnTo>
                  <a:lnTo>
                    <a:pt x="7862" y="22923"/>
                  </a:lnTo>
                  <a:lnTo>
                    <a:pt x="7882" y="22823"/>
                  </a:lnTo>
                  <a:lnTo>
                    <a:pt x="8584" y="17929"/>
                  </a:lnTo>
                  <a:lnTo>
                    <a:pt x="9286" y="13036"/>
                  </a:lnTo>
                  <a:lnTo>
                    <a:pt x="10028" y="8143"/>
                  </a:lnTo>
                  <a:lnTo>
                    <a:pt x="10409" y="5696"/>
                  </a:lnTo>
                  <a:lnTo>
                    <a:pt x="10810" y="3249"/>
                  </a:lnTo>
                  <a:lnTo>
                    <a:pt x="10951" y="3891"/>
                  </a:lnTo>
                  <a:lnTo>
                    <a:pt x="11131" y="4513"/>
                  </a:lnTo>
                  <a:lnTo>
                    <a:pt x="11332" y="5134"/>
                  </a:lnTo>
                  <a:lnTo>
                    <a:pt x="11532" y="5776"/>
                  </a:lnTo>
                  <a:lnTo>
                    <a:pt x="11973" y="7020"/>
                  </a:lnTo>
                  <a:lnTo>
                    <a:pt x="12395" y="8243"/>
                  </a:lnTo>
                  <a:lnTo>
                    <a:pt x="13337" y="11031"/>
                  </a:lnTo>
                  <a:lnTo>
                    <a:pt x="14280" y="13818"/>
                  </a:lnTo>
                  <a:lnTo>
                    <a:pt x="15202" y="16485"/>
                  </a:lnTo>
                  <a:lnTo>
                    <a:pt x="16125" y="19133"/>
                  </a:lnTo>
                  <a:lnTo>
                    <a:pt x="17107" y="21780"/>
                  </a:lnTo>
                  <a:lnTo>
                    <a:pt x="18110" y="24427"/>
                  </a:lnTo>
                  <a:lnTo>
                    <a:pt x="18190" y="24527"/>
                  </a:lnTo>
                  <a:lnTo>
                    <a:pt x="18331" y="24688"/>
                  </a:lnTo>
                  <a:lnTo>
                    <a:pt x="18411" y="24748"/>
                  </a:lnTo>
                  <a:lnTo>
                    <a:pt x="18491" y="24768"/>
                  </a:lnTo>
                  <a:lnTo>
                    <a:pt x="18551" y="24768"/>
                  </a:lnTo>
                  <a:lnTo>
                    <a:pt x="18571" y="24748"/>
                  </a:lnTo>
                  <a:lnTo>
                    <a:pt x="18591" y="24728"/>
                  </a:lnTo>
                  <a:lnTo>
                    <a:pt x="19875" y="19173"/>
                  </a:lnTo>
                  <a:lnTo>
                    <a:pt x="20497" y="16405"/>
                  </a:lnTo>
                  <a:lnTo>
                    <a:pt x="21098" y="13618"/>
                  </a:lnTo>
                  <a:lnTo>
                    <a:pt x="21640" y="11111"/>
                  </a:lnTo>
                  <a:lnTo>
                    <a:pt x="22161" y="8604"/>
                  </a:lnTo>
                  <a:lnTo>
                    <a:pt x="22402" y="7340"/>
                  </a:lnTo>
                  <a:lnTo>
                    <a:pt x="22622" y="6077"/>
                  </a:lnTo>
                  <a:lnTo>
                    <a:pt x="22843" y="4814"/>
                  </a:lnTo>
                  <a:lnTo>
                    <a:pt x="23023" y="3530"/>
                  </a:lnTo>
                  <a:lnTo>
                    <a:pt x="23344" y="4774"/>
                  </a:lnTo>
                  <a:lnTo>
                    <a:pt x="23705" y="5997"/>
                  </a:lnTo>
                  <a:lnTo>
                    <a:pt x="24066" y="7240"/>
                  </a:lnTo>
                  <a:lnTo>
                    <a:pt x="24447" y="8464"/>
                  </a:lnTo>
                  <a:lnTo>
                    <a:pt x="25249" y="10890"/>
                  </a:lnTo>
                  <a:lnTo>
                    <a:pt x="26052" y="13317"/>
                  </a:lnTo>
                  <a:lnTo>
                    <a:pt x="26914" y="15924"/>
                  </a:lnTo>
                  <a:lnTo>
                    <a:pt x="27796" y="18491"/>
                  </a:lnTo>
                  <a:lnTo>
                    <a:pt x="28719" y="21078"/>
                  </a:lnTo>
                  <a:lnTo>
                    <a:pt x="29661" y="23645"/>
                  </a:lnTo>
                  <a:lnTo>
                    <a:pt x="29702" y="23685"/>
                  </a:lnTo>
                  <a:lnTo>
                    <a:pt x="29762" y="23745"/>
                  </a:lnTo>
                  <a:lnTo>
                    <a:pt x="29942" y="23885"/>
                  </a:lnTo>
                  <a:lnTo>
                    <a:pt x="30043" y="23926"/>
                  </a:lnTo>
                  <a:lnTo>
                    <a:pt x="30123" y="23946"/>
                  </a:lnTo>
                  <a:lnTo>
                    <a:pt x="30203" y="23926"/>
                  </a:lnTo>
                  <a:lnTo>
                    <a:pt x="30223" y="23906"/>
                  </a:lnTo>
                  <a:lnTo>
                    <a:pt x="30243" y="23865"/>
                  </a:lnTo>
                  <a:lnTo>
                    <a:pt x="30604" y="22401"/>
                  </a:lnTo>
                  <a:lnTo>
                    <a:pt x="30945" y="20917"/>
                  </a:lnTo>
                  <a:lnTo>
                    <a:pt x="31286" y="19433"/>
                  </a:lnTo>
                  <a:lnTo>
                    <a:pt x="31607" y="17949"/>
                  </a:lnTo>
                  <a:lnTo>
                    <a:pt x="32228" y="14981"/>
                  </a:lnTo>
                  <a:lnTo>
                    <a:pt x="32830" y="11993"/>
                  </a:lnTo>
                  <a:lnTo>
                    <a:pt x="33432" y="9125"/>
                  </a:lnTo>
                  <a:lnTo>
                    <a:pt x="34013" y="6217"/>
                  </a:lnTo>
                  <a:lnTo>
                    <a:pt x="34274" y="4774"/>
                  </a:lnTo>
                  <a:lnTo>
                    <a:pt x="34535" y="3330"/>
                  </a:lnTo>
                  <a:lnTo>
                    <a:pt x="34755" y="1866"/>
                  </a:lnTo>
                  <a:lnTo>
                    <a:pt x="34956" y="422"/>
                  </a:lnTo>
                  <a:lnTo>
                    <a:pt x="34956" y="382"/>
                  </a:lnTo>
                  <a:lnTo>
                    <a:pt x="34936" y="362"/>
                  </a:lnTo>
                  <a:lnTo>
                    <a:pt x="34896" y="341"/>
                  </a:lnTo>
                  <a:lnTo>
                    <a:pt x="34836" y="341"/>
                  </a:lnTo>
                  <a:lnTo>
                    <a:pt x="34815" y="362"/>
                  </a:lnTo>
                  <a:lnTo>
                    <a:pt x="34815" y="382"/>
                  </a:lnTo>
                  <a:lnTo>
                    <a:pt x="34475" y="1846"/>
                  </a:lnTo>
                  <a:lnTo>
                    <a:pt x="34174" y="3310"/>
                  </a:lnTo>
                  <a:lnTo>
                    <a:pt x="33893" y="4774"/>
                  </a:lnTo>
                  <a:lnTo>
                    <a:pt x="33612" y="6237"/>
                  </a:lnTo>
                  <a:lnTo>
                    <a:pt x="33051" y="9165"/>
                  </a:lnTo>
                  <a:lnTo>
                    <a:pt x="32770" y="10649"/>
                  </a:lnTo>
                  <a:lnTo>
                    <a:pt x="32489" y="12093"/>
                  </a:lnTo>
                  <a:lnTo>
                    <a:pt x="31867" y="14921"/>
                  </a:lnTo>
                  <a:lnTo>
                    <a:pt x="31246" y="17749"/>
                  </a:lnTo>
                  <a:lnTo>
                    <a:pt x="30624" y="20576"/>
                  </a:lnTo>
                  <a:lnTo>
                    <a:pt x="30002" y="23404"/>
                  </a:lnTo>
                  <a:lnTo>
                    <a:pt x="29080" y="20877"/>
                  </a:lnTo>
                  <a:lnTo>
                    <a:pt x="28177" y="18330"/>
                  </a:lnTo>
                  <a:lnTo>
                    <a:pt x="27295" y="15783"/>
                  </a:lnTo>
                  <a:lnTo>
                    <a:pt x="26433" y="13237"/>
                  </a:lnTo>
                  <a:lnTo>
                    <a:pt x="25410" y="10148"/>
                  </a:lnTo>
                  <a:lnTo>
                    <a:pt x="24327" y="6739"/>
                  </a:lnTo>
                  <a:lnTo>
                    <a:pt x="23124" y="2808"/>
                  </a:lnTo>
                  <a:lnTo>
                    <a:pt x="23104" y="2768"/>
                  </a:lnTo>
                  <a:lnTo>
                    <a:pt x="22983" y="2768"/>
                  </a:lnTo>
                  <a:lnTo>
                    <a:pt x="22883" y="2808"/>
                  </a:lnTo>
                  <a:lnTo>
                    <a:pt x="22863" y="2848"/>
                  </a:lnTo>
                  <a:lnTo>
                    <a:pt x="22843" y="2868"/>
                  </a:lnTo>
                  <a:lnTo>
                    <a:pt x="22622" y="4092"/>
                  </a:lnTo>
                  <a:lnTo>
                    <a:pt x="22041" y="6980"/>
                  </a:lnTo>
                  <a:lnTo>
                    <a:pt x="21319" y="10509"/>
                  </a:lnTo>
                  <a:lnTo>
                    <a:pt x="20637" y="13698"/>
                  </a:lnTo>
                  <a:lnTo>
                    <a:pt x="19554" y="18852"/>
                  </a:lnTo>
                  <a:lnTo>
                    <a:pt x="18992" y="21439"/>
                  </a:lnTo>
                  <a:lnTo>
                    <a:pt x="18411" y="24006"/>
                  </a:lnTo>
                  <a:lnTo>
                    <a:pt x="17428" y="21339"/>
                  </a:lnTo>
                  <a:lnTo>
                    <a:pt x="16446" y="18671"/>
                  </a:lnTo>
                  <a:lnTo>
                    <a:pt x="15503" y="16004"/>
                  </a:lnTo>
                  <a:lnTo>
                    <a:pt x="14580" y="13317"/>
                  </a:lnTo>
                  <a:lnTo>
                    <a:pt x="12756" y="7942"/>
                  </a:lnTo>
                  <a:lnTo>
                    <a:pt x="12334" y="6659"/>
                  </a:lnTo>
                  <a:lnTo>
                    <a:pt x="11893" y="5375"/>
                  </a:lnTo>
                  <a:lnTo>
                    <a:pt x="11673" y="4713"/>
                  </a:lnTo>
                  <a:lnTo>
                    <a:pt x="11432" y="4092"/>
                  </a:lnTo>
                  <a:lnTo>
                    <a:pt x="11171" y="3450"/>
                  </a:lnTo>
                  <a:lnTo>
                    <a:pt x="10890" y="2848"/>
                  </a:lnTo>
                  <a:lnTo>
                    <a:pt x="10850" y="2828"/>
                  </a:lnTo>
                  <a:lnTo>
                    <a:pt x="10770" y="2808"/>
                  </a:lnTo>
                  <a:lnTo>
                    <a:pt x="10690" y="2788"/>
                  </a:lnTo>
                  <a:lnTo>
                    <a:pt x="10670" y="2808"/>
                  </a:lnTo>
                  <a:lnTo>
                    <a:pt x="10650" y="2848"/>
                  </a:lnTo>
                  <a:lnTo>
                    <a:pt x="9808" y="7561"/>
                  </a:lnTo>
                  <a:lnTo>
                    <a:pt x="9386" y="9928"/>
                  </a:lnTo>
                  <a:lnTo>
                    <a:pt x="9005" y="12294"/>
                  </a:lnTo>
                  <a:lnTo>
                    <a:pt x="8624" y="14660"/>
                  </a:lnTo>
                  <a:lnTo>
                    <a:pt x="8263" y="17027"/>
                  </a:lnTo>
                  <a:lnTo>
                    <a:pt x="7902" y="19393"/>
                  </a:lnTo>
                  <a:lnTo>
                    <a:pt x="7581" y="21780"/>
                  </a:lnTo>
                  <a:lnTo>
                    <a:pt x="7100" y="20416"/>
                  </a:lnTo>
                  <a:lnTo>
                    <a:pt x="6599" y="19052"/>
                  </a:lnTo>
                  <a:lnTo>
                    <a:pt x="5596" y="16345"/>
                  </a:lnTo>
                  <a:lnTo>
                    <a:pt x="5095" y="14981"/>
                  </a:lnTo>
                  <a:lnTo>
                    <a:pt x="4613" y="13618"/>
                  </a:lnTo>
                  <a:lnTo>
                    <a:pt x="4152" y="12234"/>
                  </a:lnTo>
                  <a:lnTo>
                    <a:pt x="3711" y="10850"/>
                  </a:lnTo>
                  <a:lnTo>
                    <a:pt x="3310" y="9486"/>
                  </a:lnTo>
                  <a:lnTo>
                    <a:pt x="2929" y="8123"/>
                  </a:lnTo>
                  <a:lnTo>
                    <a:pt x="2528" y="6759"/>
                  </a:lnTo>
                  <a:lnTo>
                    <a:pt x="2127" y="5395"/>
                  </a:lnTo>
                  <a:lnTo>
                    <a:pt x="1706" y="4052"/>
                  </a:lnTo>
                  <a:lnTo>
                    <a:pt x="1244" y="2708"/>
                  </a:lnTo>
                  <a:lnTo>
                    <a:pt x="1004" y="2026"/>
                  </a:lnTo>
                  <a:lnTo>
                    <a:pt x="743" y="1364"/>
                  </a:lnTo>
                  <a:lnTo>
                    <a:pt x="482" y="702"/>
                  </a:lnTo>
                  <a:lnTo>
                    <a:pt x="201" y="61"/>
                  </a:lnTo>
                  <a:lnTo>
                    <a:pt x="161" y="21"/>
                  </a:lnTo>
                  <a:lnTo>
                    <a:pt x="14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35">
              <a:extLst>
                <a:ext uri="{FF2B5EF4-FFF2-40B4-BE49-F238E27FC236}">
                  <a16:creationId xmlns:a16="http://schemas.microsoft.com/office/drawing/2014/main" id="{FBCF49C7-EE12-95BD-D618-0E5EDA4E2CA9}"/>
                </a:ext>
              </a:extLst>
            </p:cNvPr>
            <p:cNvSpPr/>
            <p:nvPr/>
          </p:nvSpPr>
          <p:spPr>
            <a:xfrm>
              <a:off x="11241025" y="4391588"/>
              <a:ext cx="49150" cy="49175"/>
            </a:xfrm>
            <a:custGeom>
              <a:avLst/>
              <a:gdLst/>
              <a:ahLst/>
              <a:cxnLst/>
              <a:rect l="l" t="t" r="r" b="b"/>
              <a:pathLst>
                <a:path w="1966" h="1967" extrusionOk="0">
                  <a:moveTo>
                    <a:pt x="822" y="1"/>
                  </a:moveTo>
                  <a:lnTo>
                    <a:pt x="722" y="21"/>
                  </a:lnTo>
                  <a:lnTo>
                    <a:pt x="622" y="61"/>
                  </a:lnTo>
                  <a:lnTo>
                    <a:pt x="521" y="101"/>
                  </a:lnTo>
                  <a:lnTo>
                    <a:pt x="421" y="161"/>
                  </a:lnTo>
                  <a:lnTo>
                    <a:pt x="261" y="302"/>
                  </a:lnTo>
                  <a:lnTo>
                    <a:pt x="140" y="482"/>
                  </a:lnTo>
                  <a:lnTo>
                    <a:pt x="40" y="683"/>
                  </a:lnTo>
                  <a:lnTo>
                    <a:pt x="0" y="883"/>
                  </a:lnTo>
                  <a:lnTo>
                    <a:pt x="0" y="1004"/>
                  </a:lnTo>
                  <a:lnTo>
                    <a:pt x="0" y="1124"/>
                  </a:lnTo>
                  <a:lnTo>
                    <a:pt x="40" y="1284"/>
                  </a:lnTo>
                  <a:lnTo>
                    <a:pt x="100" y="1445"/>
                  </a:lnTo>
                  <a:lnTo>
                    <a:pt x="201" y="1605"/>
                  </a:lnTo>
                  <a:lnTo>
                    <a:pt x="341" y="1725"/>
                  </a:lnTo>
                  <a:lnTo>
                    <a:pt x="501" y="1846"/>
                  </a:lnTo>
                  <a:lnTo>
                    <a:pt x="682" y="1926"/>
                  </a:lnTo>
                  <a:lnTo>
                    <a:pt x="882" y="1966"/>
                  </a:lnTo>
                  <a:lnTo>
                    <a:pt x="1103" y="1966"/>
                  </a:lnTo>
                  <a:lnTo>
                    <a:pt x="1243" y="1946"/>
                  </a:lnTo>
                  <a:lnTo>
                    <a:pt x="1384" y="1906"/>
                  </a:lnTo>
                  <a:lnTo>
                    <a:pt x="1504" y="1846"/>
                  </a:lnTo>
                  <a:lnTo>
                    <a:pt x="1604" y="1766"/>
                  </a:lnTo>
                  <a:lnTo>
                    <a:pt x="1705" y="1665"/>
                  </a:lnTo>
                  <a:lnTo>
                    <a:pt x="1785" y="1565"/>
                  </a:lnTo>
                  <a:lnTo>
                    <a:pt x="1865" y="1445"/>
                  </a:lnTo>
                  <a:lnTo>
                    <a:pt x="1905" y="1304"/>
                  </a:lnTo>
                  <a:lnTo>
                    <a:pt x="1945" y="1204"/>
                  </a:lnTo>
                  <a:lnTo>
                    <a:pt x="1965" y="1084"/>
                  </a:lnTo>
                  <a:lnTo>
                    <a:pt x="1965" y="963"/>
                  </a:lnTo>
                  <a:lnTo>
                    <a:pt x="1965" y="863"/>
                  </a:lnTo>
                  <a:lnTo>
                    <a:pt x="1945" y="743"/>
                  </a:lnTo>
                  <a:lnTo>
                    <a:pt x="1905" y="643"/>
                  </a:lnTo>
                  <a:lnTo>
                    <a:pt x="1865" y="542"/>
                  </a:lnTo>
                  <a:lnTo>
                    <a:pt x="1805" y="442"/>
                  </a:lnTo>
                  <a:lnTo>
                    <a:pt x="1745" y="362"/>
                  </a:lnTo>
                  <a:lnTo>
                    <a:pt x="1665" y="282"/>
                  </a:lnTo>
                  <a:lnTo>
                    <a:pt x="1584" y="201"/>
                  </a:lnTo>
                  <a:lnTo>
                    <a:pt x="1504" y="141"/>
                  </a:lnTo>
                  <a:lnTo>
                    <a:pt x="1404" y="81"/>
                  </a:lnTo>
                  <a:lnTo>
                    <a:pt x="1284" y="41"/>
                  </a:lnTo>
                  <a:lnTo>
                    <a:pt x="1183" y="2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35">
              <a:extLst>
                <a:ext uri="{FF2B5EF4-FFF2-40B4-BE49-F238E27FC236}">
                  <a16:creationId xmlns:a16="http://schemas.microsoft.com/office/drawing/2014/main" id="{4DE9DE55-4CE1-59FF-A82F-4EF5383C4298}"/>
                </a:ext>
              </a:extLst>
            </p:cNvPr>
            <p:cNvSpPr/>
            <p:nvPr/>
          </p:nvSpPr>
          <p:spPr>
            <a:xfrm>
              <a:off x="11700750" y="5008263"/>
              <a:ext cx="49175" cy="49175"/>
            </a:xfrm>
            <a:custGeom>
              <a:avLst/>
              <a:gdLst/>
              <a:ahLst/>
              <a:cxnLst/>
              <a:rect l="l" t="t" r="r" b="b"/>
              <a:pathLst>
                <a:path w="1967" h="1967" extrusionOk="0">
                  <a:moveTo>
                    <a:pt x="823" y="1"/>
                  </a:moveTo>
                  <a:lnTo>
                    <a:pt x="723" y="21"/>
                  </a:lnTo>
                  <a:lnTo>
                    <a:pt x="623" y="61"/>
                  </a:lnTo>
                  <a:lnTo>
                    <a:pt x="522" y="121"/>
                  </a:lnTo>
                  <a:lnTo>
                    <a:pt x="442" y="161"/>
                  </a:lnTo>
                  <a:lnTo>
                    <a:pt x="282" y="302"/>
                  </a:lnTo>
                  <a:lnTo>
                    <a:pt x="141" y="482"/>
                  </a:lnTo>
                  <a:lnTo>
                    <a:pt x="61" y="683"/>
                  </a:lnTo>
                  <a:lnTo>
                    <a:pt x="1" y="903"/>
                  </a:lnTo>
                  <a:lnTo>
                    <a:pt x="1" y="1004"/>
                  </a:lnTo>
                  <a:lnTo>
                    <a:pt x="1" y="1124"/>
                  </a:lnTo>
                  <a:lnTo>
                    <a:pt x="41" y="1284"/>
                  </a:lnTo>
                  <a:lnTo>
                    <a:pt x="101" y="1445"/>
                  </a:lnTo>
                  <a:lnTo>
                    <a:pt x="222" y="1605"/>
                  </a:lnTo>
                  <a:lnTo>
                    <a:pt x="342" y="1746"/>
                  </a:lnTo>
                  <a:lnTo>
                    <a:pt x="502" y="1846"/>
                  </a:lnTo>
                  <a:lnTo>
                    <a:pt x="683" y="1926"/>
                  </a:lnTo>
                  <a:lnTo>
                    <a:pt x="883" y="1966"/>
                  </a:lnTo>
                  <a:lnTo>
                    <a:pt x="1124" y="1966"/>
                  </a:lnTo>
                  <a:lnTo>
                    <a:pt x="1244" y="1946"/>
                  </a:lnTo>
                  <a:lnTo>
                    <a:pt x="1385" y="1906"/>
                  </a:lnTo>
                  <a:lnTo>
                    <a:pt x="1505" y="1846"/>
                  </a:lnTo>
                  <a:lnTo>
                    <a:pt x="1605" y="1766"/>
                  </a:lnTo>
                  <a:lnTo>
                    <a:pt x="1706" y="1665"/>
                  </a:lnTo>
                  <a:lnTo>
                    <a:pt x="1786" y="1565"/>
                  </a:lnTo>
                  <a:lnTo>
                    <a:pt x="1866" y="1445"/>
                  </a:lnTo>
                  <a:lnTo>
                    <a:pt x="1906" y="1324"/>
                  </a:lnTo>
                  <a:lnTo>
                    <a:pt x="1946" y="1204"/>
                  </a:lnTo>
                  <a:lnTo>
                    <a:pt x="1966" y="1084"/>
                  </a:lnTo>
                  <a:lnTo>
                    <a:pt x="1966" y="964"/>
                  </a:lnTo>
                  <a:lnTo>
                    <a:pt x="1966" y="863"/>
                  </a:lnTo>
                  <a:lnTo>
                    <a:pt x="1946" y="743"/>
                  </a:lnTo>
                  <a:lnTo>
                    <a:pt x="1906" y="643"/>
                  </a:lnTo>
                  <a:lnTo>
                    <a:pt x="1866" y="542"/>
                  </a:lnTo>
                  <a:lnTo>
                    <a:pt x="1806" y="442"/>
                  </a:lnTo>
                  <a:lnTo>
                    <a:pt x="1746" y="362"/>
                  </a:lnTo>
                  <a:lnTo>
                    <a:pt x="1666" y="282"/>
                  </a:lnTo>
                  <a:lnTo>
                    <a:pt x="1585" y="201"/>
                  </a:lnTo>
                  <a:lnTo>
                    <a:pt x="1505" y="141"/>
                  </a:lnTo>
                  <a:lnTo>
                    <a:pt x="1405" y="81"/>
                  </a:lnTo>
                  <a:lnTo>
                    <a:pt x="1284" y="41"/>
                  </a:lnTo>
                  <a:lnTo>
                    <a:pt x="1184" y="21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35">
              <a:extLst>
                <a:ext uri="{FF2B5EF4-FFF2-40B4-BE49-F238E27FC236}">
                  <a16:creationId xmlns:a16="http://schemas.microsoft.com/office/drawing/2014/main" id="{131FAD7D-B285-57B5-522E-12208CACD5F8}"/>
                </a:ext>
              </a:extLst>
            </p:cNvPr>
            <p:cNvSpPr/>
            <p:nvPr/>
          </p:nvSpPr>
          <p:spPr>
            <a:xfrm>
              <a:off x="11503725" y="4464788"/>
              <a:ext cx="49650" cy="49175"/>
            </a:xfrm>
            <a:custGeom>
              <a:avLst/>
              <a:gdLst/>
              <a:ahLst/>
              <a:cxnLst/>
              <a:rect l="l" t="t" r="r" b="b"/>
              <a:pathLst>
                <a:path w="1986" h="1967" extrusionOk="0">
                  <a:moveTo>
                    <a:pt x="843" y="1"/>
                  </a:moveTo>
                  <a:lnTo>
                    <a:pt x="723" y="21"/>
                  </a:lnTo>
                  <a:lnTo>
                    <a:pt x="622" y="61"/>
                  </a:lnTo>
                  <a:lnTo>
                    <a:pt x="522" y="101"/>
                  </a:lnTo>
                  <a:lnTo>
                    <a:pt x="442" y="161"/>
                  </a:lnTo>
                  <a:lnTo>
                    <a:pt x="281" y="302"/>
                  </a:lnTo>
                  <a:lnTo>
                    <a:pt x="141" y="482"/>
                  </a:lnTo>
                  <a:lnTo>
                    <a:pt x="61" y="683"/>
                  </a:lnTo>
                  <a:lnTo>
                    <a:pt x="1" y="883"/>
                  </a:lnTo>
                  <a:lnTo>
                    <a:pt x="1" y="1003"/>
                  </a:lnTo>
                  <a:lnTo>
                    <a:pt x="1" y="1124"/>
                  </a:lnTo>
                  <a:lnTo>
                    <a:pt x="41" y="1284"/>
                  </a:lnTo>
                  <a:lnTo>
                    <a:pt x="121" y="1445"/>
                  </a:lnTo>
                  <a:lnTo>
                    <a:pt x="221" y="1605"/>
                  </a:lnTo>
                  <a:lnTo>
                    <a:pt x="342" y="1725"/>
                  </a:lnTo>
                  <a:lnTo>
                    <a:pt x="502" y="1846"/>
                  </a:lnTo>
                  <a:lnTo>
                    <a:pt x="682" y="1926"/>
                  </a:lnTo>
                  <a:lnTo>
                    <a:pt x="903" y="1966"/>
                  </a:lnTo>
                  <a:lnTo>
                    <a:pt x="1124" y="1966"/>
                  </a:lnTo>
                  <a:lnTo>
                    <a:pt x="1264" y="1946"/>
                  </a:lnTo>
                  <a:lnTo>
                    <a:pt x="1384" y="1906"/>
                  </a:lnTo>
                  <a:lnTo>
                    <a:pt x="1505" y="1846"/>
                  </a:lnTo>
                  <a:lnTo>
                    <a:pt x="1605" y="1766"/>
                  </a:lnTo>
                  <a:lnTo>
                    <a:pt x="1705" y="1665"/>
                  </a:lnTo>
                  <a:lnTo>
                    <a:pt x="1785" y="1565"/>
                  </a:lnTo>
                  <a:lnTo>
                    <a:pt x="1866" y="1445"/>
                  </a:lnTo>
                  <a:lnTo>
                    <a:pt x="1926" y="1324"/>
                  </a:lnTo>
                  <a:lnTo>
                    <a:pt x="1946" y="1204"/>
                  </a:lnTo>
                  <a:lnTo>
                    <a:pt x="1966" y="1084"/>
                  </a:lnTo>
                  <a:lnTo>
                    <a:pt x="1986" y="963"/>
                  </a:lnTo>
                  <a:lnTo>
                    <a:pt x="1966" y="863"/>
                  </a:lnTo>
                  <a:lnTo>
                    <a:pt x="1946" y="743"/>
                  </a:lnTo>
                  <a:lnTo>
                    <a:pt x="1906" y="643"/>
                  </a:lnTo>
                  <a:lnTo>
                    <a:pt x="1866" y="542"/>
                  </a:lnTo>
                  <a:lnTo>
                    <a:pt x="1826" y="442"/>
                  </a:lnTo>
                  <a:lnTo>
                    <a:pt x="1745" y="362"/>
                  </a:lnTo>
                  <a:lnTo>
                    <a:pt x="1685" y="282"/>
                  </a:lnTo>
                  <a:lnTo>
                    <a:pt x="1585" y="201"/>
                  </a:lnTo>
                  <a:lnTo>
                    <a:pt x="1505" y="141"/>
                  </a:lnTo>
                  <a:lnTo>
                    <a:pt x="1404" y="81"/>
                  </a:lnTo>
                  <a:lnTo>
                    <a:pt x="1284" y="41"/>
                  </a:lnTo>
                  <a:lnTo>
                    <a:pt x="1184" y="2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35">
              <a:extLst>
                <a:ext uri="{FF2B5EF4-FFF2-40B4-BE49-F238E27FC236}">
                  <a16:creationId xmlns:a16="http://schemas.microsoft.com/office/drawing/2014/main" id="{CC2CAD40-D33F-FC4F-C3A9-134559A52E74}"/>
                </a:ext>
              </a:extLst>
            </p:cNvPr>
            <p:cNvSpPr/>
            <p:nvPr/>
          </p:nvSpPr>
          <p:spPr>
            <a:xfrm>
              <a:off x="11419000" y="4969163"/>
              <a:ext cx="49150" cy="49675"/>
            </a:xfrm>
            <a:custGeom>
              <a:avLst/>
              <a:gdLst/>
              <a:ahLst/>
              <a:cxnLst/>
              <a:rect l="l" t="t" r="r" b="b"/>
              <a:pathLst>
                <a:path w="1966" h="1987" extrusionOk="0">
                  <a:moveTo>
                    <a:pt x="943" y="1"/>
                  </a:moveTo>
                  <a:lnTo>
                    <a:pt x="823" y="21"/>
                  </a:lnTo>
                  <a:lnTo>
                    <a:pt x="722" y="41"/>
                  </a:lnTo>
                  <a:lnTo>
                    <a:pt x="622" y="81"/>
                  </a:lnTo>
                  <a:lnTo>
                    <a:pt x="522" y="121"/>
                  </a:lnTo>
                  <a:lnTo>
                    <a:pt x="422" y="181"/>
                  </a:lnTo>
                  <a:lnTo>
                    <a:pt x="261" y="322"/>
                  </a:lnTo>
                  <a:lnTo>
                    <a:pt x="141" y="502"/>
                  </a:lnTo>
                  <a:lnTo>
                    <a:pt x="61" y="682"/>
                  </a:lnTo>
                  <a:lnTo>
                    <a:pt x="0" y="903"/>
                  </a:lnTo>
                  <a:lnTo>
                    <a:pt x="0" y="1023"/>
                  </a:lnTo>
                  <a:lnTo>
                    <a:pt x="0" y="1124"/>
                  </a:lnTo>
                  <a:lnTo>
                    <a:pt x="40" y="1304"/>
                  </a:lnTo>
                  <a:lnTo>
                    <a:pt x="101" y="1465"/>
                  </a:lnTo>
                  <a:lnTo>
                    <a:pt x="201" y="1625"/>
                  </a:lnTo>
                  <a:lnTo>
                    <a:pt x="341" y="1745"/>
                  </a:lnTo>
                  <a:lnTo>
                    <a:pt x="502" y="1866"/>
                  </a:lnTo>
                  <a:lnTo>
                    <a:pt x="682" y="1946"/>
                  </a:lnTo>
                  <a:lnTo>
                    <a:pt x="883" y="1986"/>
                  </a:lnTo>
                  <a:lnTo>
                    <a:pt x="1123" y="1986"/>
                  </a:lnTo>
                  <a:lnTo>
                    <a:pt x="1244" y="1966"/>
                  </a:lnTo>
                  <a:lnTo>
                    <a:pt x="1384" y="1926"/>
                  </a:lnTo>
                  <a:lnTo>
                    <a:pt x="1504" y="1846"/>
                  </a:lnTo>
                  <a:lnTo>
                    <a:pt x="1605" y="1785"/>
                  </a:lnTo>
                  <a:lnTo>
                    <a:pt x="1705" y="1685"/>
                  </a:lnTo>
                  <a:lnTo>
                    <a:pt x="1785" y="1585"/>
                  </a:lnTo>
                  <a:lnTo>
                    <a:pt x="1865" y="1465"/>
                  </a:lnTo>
                  <a:lnTo>
                    <a:pt x="1906" y="1324"/>
                  </a:lnTo>
                  <a:lnTo>
                    <a:pt x="1946" y="1224"/>
                  </a:lnTo>
                  <a:lnTo>
                    <a:pt x="1966" y="1104"/>
                  </a:lnTo>
                  <a:lnTo>
                    <a:pt x="1966" y="983"/>
                  </a:lnTo>
                  <a:lnTo>
                    <a:pt x="1966" y="863"/>
                  </a:lnTo>
                  <a:lnTo>
                    <a:pt x="1946" y="763"/>
                  </a:lnTo>
                  <a:lnTo>
                    <a:pt x="1906" y="662"/>
                  </a:lnTo>
                  <a:lnTo>
                    <a:pt x="1865" y="562"/>
                  </a:lnTo>
                  <a:lnTo>
                    <a:pt x="1805" y="462"/>
                  </a:lnTo>
                  <a:lnTo>
                    <a:pt x="1745" y="382"/>
                  </a:lnTo>
                  <a:lnTo>
                    <a:pt x="1665" y="281"/>
                  </a:lnTo>
                  <a:lnTo>
                    <a:pt x="1585" y="221"/>
                  </a:lnTo>
                  <a:lnTo>
                    <a:pt x="1504" y="161"/>
                  </a:lnTo>
                  <a:lnTo>
                    <a:pt x="1404" y="101"/>
                  </a:lnTo>
                  <a:lnTo>
                    <a:pt x="1284" y="61"/>
                  </a:lnTo>
                  <a:lnTo>
                    <a:pt x="1184" y="21"/>
                  </a:lnTo>
                  <a:lnTo>
                    <a:pt x="1063" y="21"/>
                  </a:lnTo>
                  <a:lnTo>
                    <a:pt x="9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35">
              <a:extLst>
                <a:ext uri="{FF2B5EF4-FFF2-40B4-BE49-F238E27FC236}">
                  <a16:creationId xmlns:a16="http://schemas.microsoft.com/office/drawing/2014/main" id="{B30B9424-6E41-BF67-B3D5-12D4B8189078}"/>
                </a:ext>
              </a:extLst>
            </p:cNvPr>
            <p:cNvSpPr/>
            <p:nvPr/>
          </p:nvSpPr>
          <p:spPr>
            <a:xfrm>
              <a:off x="12105350" y="4403638"/>
              <a:ext cx="49675" cy="49650"/>
            </a:xfrm>
            <a:custGeom>
              <a:avLst/>
              <a:gdLst/>
              <a:ahLst/>
              <a:cxnLst/>
              <a:rect l="l" t="t" r="r" b="b"/>
              <a:pathLst>
                <a:path w="1987" h="1986" extrusionOk="0">
                  <a:moveTo>
                    <a:pt x="944" y="0"/>
                  </a:moveTo>
                  <a:lnTo>
                    <a:pt x="843" y="20"/>
                  </a:lnTo>
                  <a:lnTo>
                    <a:pt x="743" y="40"/>
                  </a:lnTo>
                  <a:lnTo>
                    <a:pt x="623" y="80"/>
                  </a:lnTo>
                  <a:lnTo>
                    <a:pt x="542" y="120"/>
                  </a:lnTo>
                  <a:lnTo>
                    <a:pt x="442" y="181"/>
                  </a:lnTo>
                  <a:lnTo>
                    <a:pt x="282" y="321"/>
                  </a:lnTo>
                  <a:lnTo>
                    <a:pt x="161" y="481"/>
                  </a:lnTo>
                  <a:lnTo>
                    <a:pt x="61" y="682"/>
                  </a:lnTo>
                  <a:lnTo>
                    <a:pt x="21" y="903"/>
                  </a:lnTo>
                  <a:lnTo>
                    <a:pt x="1" y="1023"/>
                  </a:lnTo>
                  <a:lnTo>
                    <a:pt x="21" y="1123"/>
                  </a:lnTo>
                  <a:lnTo>
                    <a:pt x="41" y="1304"/>
                  </a:lnTo>
                  <a:lnTo>
                    <a:pt x="121" y="1464"/>
                  </a:lnTo>
                  <a:lnTo>
                    <a:pt x="222" y="1604"/>
                  </a:lnTo>
                  <a:lnTo>
                    <a:pt x="362" y="1745"/>
                  </a:lnTo>
                  <a:lnTo>
                    <a:pt x="522" y="1865"/>
                  </a:lnTo>
                  <a:lnTo>
                    <a:pt x="703" y="1925"/>
                  </a:lnTo>
                  <a:lnTo>
                    <a:pt x="903" y="1986"/>
                  </a:lnTo>
                  <a:lnTo>
                    <a:pt x="1124" y="1986"/>
                  </a:lnTo>
                  <a:lnTo>
                    <a:pt x="1264" y="1965"/>
                  </a:lnTo>
                  <a:lnTo>
                    <a:pt x="1385" y="1905"/>
                  </a:lnTo>
                  <a:lnTo>
                    <a:pt x="1505" y="1845"/>
                  </a:lnTo>
                  <a:lnTo>
                    <a:pt x="1625" y="1765"/>
                  </a:lnTo>
                  <a:lnTo>
                    <a:pt x="1706" y="1685"/>
                  </a:lnTo>
                  <a:lnTo>
                    <a:pt x="1806" y="1564"/>
                  </a:lnTo>
                  <a:lnTo>
                    <a:pt x="1866" y="1444"/>
                  </a:lnTo>
                  <a:lnTo>
                    <a:pt x="1926" y="1324"/>
                  </a:lnTo>
                  <a:lnTo>
                    <a:pt x="1966" y="1203"/>
                  </a:lnTo>
                  <a:lnTo>
                    <a:pt x="1986" y="1103"/>
                  </a:lnTo>
                  <a:lnTo>
                    <a:pt x="1986" y="983"/>
                  </a:lnTo>
                  <a:lnTo>
                    <a:pt x="1986" y="862"/>
                  </a:lnTo>
                  <a:lnTo>
                    <a:pt x="1946" y="762"/>
                  </a:lnTo>
                  <a:lnTo>
                    <a:pt x="1926" y="662"/>
                  </a:lnTo>
                  <a:lnTo>
                    <a:pt x="1886" y="542"/>
                  </a:lnTo>
                  <a:lnTo>
                    <a:pt x="1826" y="461"/>
                  </a:lnTo>
                  <a:lnTo>
                    <a:pt x="1766" y="361"/>
                  </a:lnTo>
                  <a:lnTo>
                    <a:pt x="1686" y="281"/>
                  </a:lnTo>
                  <a:lnTo>
                    <a:pt x="1605" y="221"/>
                  </a:lnTo>
                  <a:lnTo>
                    <a:pt x="1505" y="161"/>
                  </a:lnTo>
                  <a:lnTo>
                    <a:pt x="1405" y="100"/>
                  </a:lnTo>
                  <a:lnTo>
                    <a:pt x="1305" y="60"/>
                  </a:lnTo>
                  <a:lnTo>
                    <a:pt x="1184" y="20"/>
                  </a:lnTo>
                  <a:lnTo>
                    <a:pt x="10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35">
              <a:extLst>
                <a:ext uri="{FF2B5EF4-FFF2-40B4-BE49-F238E27FC236}">
                  <a16:creationId xmlns:a16="http://schemas.microsoft.com/office/drawing/2014/main" id="{5E34AE82-7C1E-9E2E-FA88-EB55BC1E06EB}"/>
                </a:ext>
              </a:extLst>
            </p:cNvPr>
            <p:cNvSpPr/>
            <p:nvPr/>
          </p:nvSpPr>
          <p:spPr>
            <a:xfrm>
              <a:off x="11812575" y="4458288"/>
              <a:ext cx="49150" cy="49650"/>
            </a:xfrm>
            <a:custGeom>
              <a:avLst/>
              <a:gdLst/>
              <a:ahLst/>
              <a:cxnLst/>
              <a:rect l="l" t="t" r="r" b="b"/>
              <a:pathLst>
                <a:path w="1966" h="1986" extrusionOk="0">
                  <a:moveTo>
                    <a:pt x="943" y="0"/>
                  </a:moveTo>
                  <a:lnTo>
                    <a:pt x="822" y="20"/>
                  </a:lnTo>
                  <a:lnTo>
                    <a:pt x="722" y="40"/>
                  </a:lnTo>
                  <a:lnTo>
                    <a:pt x="622" y="80"/>
                  </a:lnTo>
                  <a:lnTo>
                    <a:pt x="522" y="120"/>
                  </a:lnTo>
                  <a:lnTo>
                    <a:pt x="441" y="181"/>
                  </a:lnTo>
                  <a:lnTo>
                    <a:pt x="281" y="321"/>
                  </a:lnTo>
                  <a:lnTo>
                    <a:pt x="141" y="481"/>
                  </a:lnTo>
                  <a:lnTo>
                    <a:pt x="60" y="682"/>
                  </a:lnTo>
                  <a:lnTo>
                    <a:pt x="0" y="903"/>
                  </a:lnTo>
                  <a:lnTo>
                    <a:pt x="0" y="1023"/>
                  </a:lnTo>
                  <a:lnTo>
                    <a:pt x="0" y="1123"/>
                  </a:lnTo>
                  <a:lnTo>
                    <a:pt x="40" y="1304"/>
                  </a:lnTo>
                  <a:lnTo>
                    <a:pt x="100" y="1464"/>
                  </a:lnTo>
                  <a:lnTo>
                    <a:pt x="221" y="1604"/>
                  </a:lnTo>
                  <a:lnTo>
                    <a:pt x="341" y="1745"/>
                  </a:lnTo>
                  <a:lnTo>
                    <a:pt x="502" y="1865"/>
                  </a:lnTo>
                  <a:lnTo>
                    <a:pt x="682" y="1945"/>
                  </a:lnTo>
                  <a:lnTo>
                    <a:pt x="883" y="1985"/>
                  </a:lnTo>
                  <a:lnTo>
                    <a:pt x="1123" y="1985"/>
                  </a:lnTo>
                  <a:lnTo>
                    <a:pt x="1244" y="1965"/>
                  </a:lnTo>
                  <a:lnTo>
                    <a:pt x="1384" y="1905"/>
                  </a:lnTo>
                  <a:lnTo>
                    <a:pt x="1504" y="1845"/>
                  </a:lnTo>
                  <a:lnTo>
                    <a:pt x="1605" y="1765"/>
                  </a:lnTo>
                  <a:lnTo>
                    <a:pt x="1705" y="1685"/>
                  </a:lnTo>
                  <a:lnTo>
                    <a:pt x="1785" y="1564"/>
                  </a:lnTo>
                  <a:lnTo>
                    <a:pt x="1865" y="1444"/>
                  </a:lnTo>
                  <a:lnTo>
                    <a:pt x="1905" y="1324"/>
                  </a:lnTo>
                  <a:lnTo>
                    <a:pt x="1945" y="1203"/>
                  </a:lnTo>
                  <a:lnTo>
                    <a:pt x="1965" y="1103"/>
                  </a:lnTo>
                  <a:lnTo>
                    <a:pt x="1965" y="983"/>
                  </a:lnTo>
                  <a:lnTo>
                    <a:pt x="1965" y="862"/>
                  </a:lnTo>
                  <a:lnTo>
                    <a:pt x="1945" y="762"/>
                  </a:lnTo>
                  <a:lnTo>
                    <a:pt x="1905" y="662"/>
                  </a:lnTo>
                  <a:lnTo>
                    <a:pt x="1865" y="542"/>
                  </a:lnTo>
                  <a:lnTo>
                    <a:pt x="1805" y="461"/>
                  </a:lnTo>
                  <a:lnTo>
                    <a:pt x="1745" y="361"/>
                  </a:lnTo>
                  <a:lnTo>
                    <a:pt x="1665" y="281"/>
                  </a:lnTo>
                  <a:lnTo>
                    <a:pt x="1584" y="221"/>
                  </a:lnTo>
                  <a:lnTo>
                    <a:pt x="1504" y="160"/>
                  </a:lnTo>
                  <a:lnTo>
                    <a:pt x="1404" y="100"/>
                  </a:lnTo>
                  <a:lnTo>
                    <a:pt x="1284" y="60"/>
                  </a:lnTo>
                  <a:lnTo>
                    <a:pt x="1183" y="20"/>
                  </a:lnTo>
                  <a:lnTo>
                    <a:pt x="10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35">
              <a:extLst>
                <a:ext uri="{FF2B5EF4-FFF2-40B4-BE49-F238E27FC236}">
                  <a16:creationId xmlns:a16="http://schemas.microsoft.com/office/drawing/2014/main" id="{279030F7-4025-BBD0-149C-0743B01413FA}"/>
                </a:ext>
              </a:extLst>
            </p:cNvPr>
            <p:cNvSpPr/>
            <p:nvPr/>
          </p:nvSpPr>
          <p:spPr>
            <a:xfrm>
              <a:off x="11982525" y="4983213"/>
              <a:ext cx="49650" cy="49650"/>
            </a:xfrm>
            <a:custGeom>
              <a:avLst/>
              <a:gdLst/>
              <a:ahLst/>
              <a:cxnLst/>
              <a:rect l="l" t="t" r="r" b="b"/>
              <a:pathLst>
                <a:path w="1986" h="1986" extrusionOk="0">
                  <a:moveTo>
                    <a:pt x="943" y="0"/>
                  </a:moveTo>
                  <a:lnTo>
                    <a:pt x="843" y="20"/>
                  </a:lnTo>
                  <a:lnTo>
                    <a:pt x="723" y="40"/>
                  </a:lnTo>
                  <a:lnTo>
                    <a:pt x="622" y="80"/>
                  </a:lnTo>
                  <a:lnTo>
                    <a:pt x="522" y="120"/>
                  </a:lnTo>
                  <a:lnTo>
                    <a:pt x="442" y="181"/>
                  </a:lnTo>
                  <a:lnTo>
                    <a:pt x="281" y="321"/>
                  </a:lnTo>
                  <a:lnTo>
                    <a:pt x="141" y="502"/>
                  </a:lnTo>
                  <a:lnTo>
                    <a:pt x="61" y="682"/>
                  </a:lnTo>
                  <a:lnTo>
                    <a:pt x="1" y="903"/>
                  </a:lnTo>
                  <a:lnTo>
                    <a:pt x="1" y="1023"/>
                  </a:lnTo>
                  <a:lnTo>
                    <a:pt x="1" y="1123"/>
                  </a:lnTo>
                  <a:lnTo>
                    <a:pt x="41" y="1304"/>
                  </a:lnTo>
                  <a:lnTo>
                    <a:pt x="121" y="1464"/>
                  </a:lnTo>
                  <a:lnTo>
                    <a:pt x="221" y="1625"/>
                  </a:lnTo>
                  <a:lnTo>
                    <a:pt x="342" y="1745"/>
                  </a:lnTo>
                  <a:lnTo>
                    <a:pt x="502" y="1865"/>
                  </a:lnTo>
                  <a:lnTo>
                    <a:pt x="682" y="1945"/>
                  </a:lnTo>
                  <a:lnTo>
                    <a:pt x="903" y="1986"/>
                  </a:lnTo>
                  <a:lnTo>
                    <a:pt x="1124" y="1986"/>
                  </a:lnTo>
                  <a:lnTo>
                    <a:pt x="1264" y="1966"/>
                  </a:lnTo>
                  <a:lnTo>
                    <a:pt x="1384" y="1925"/>
                  </a:lnTo>
                  <a:lnTo>
                    <a:pt x="1505" y="1845"/>
                  </a:lnTo>
                  <a:lnTo>
                    <a:pt x="1605" y="1785"/>
                  </a:lnTo>
                  <a:lnTo>
                    <a:pt x="1705" y="1685"/>
                  </a:lnTo>
                  <a:lnTo>
                    <a:pt x="1785" y="1584"/>
                  </a:lnTo>
                  <a:lnTo>
                    <a:pt x="1866" y="1464"/>
                  </a:lnTo>
                  <a:lnTo>
                    <a:pt x="1926" y="1324"/>
                  </a:lnTo>
                  <a:lnTo>
                    <a:pt x="1946" y="1223"/>
                  </a:lnTo>
                  <a:lnTo>
                    <a:pt x="1966" y="1103"/>
                  </a:lnTo>
                  <a:lnTo>
                    <a:pt x="1986" y="983"/>
                  </a:lnTo>
                  <a:lnTo>
                    <a:pt x="1966" y="863"/>
                  </a:lnTo>
                  <a:lnTo>
                    <a:pt x="1946" y="762"/>
                  </a:lnTo>
                  <a:lnTo>
                    <a:pt x="1926" y="662"/>
                  </a:lnTo>
                  <a:lnTo>
                    <a:pt x="1866" y="562"/>
                  </a:lnTo>
                  <a:lnTo>
                    <a:pt x="1826" y="461"/>
                  </a:lnTo>
                  <a:lnTo>
                    <a:pt x="1745" y="381"/>
                  </a:lnTo>
                  <a:lnTo>
                    <a:pt x="1685" y="281"/>
                  </a:lnTo>
                  <a:lnTo>
                    <a:pt x="1585" y="221"/>
                  </a:lnTo>
                  <a:lnTo>
                    <a:pt x="1505" y="161"/>
                  </a:lnTo>
                  <a:lnTo>
                    <a:pt x="1404" y="100"/>
                  </a:lnTo>
                  <a:lnTo>
                    <a:pt x="1304" y="60"/>
                  </a:lnTo>
                  <a:lnTo>
                    <a:pt x="1184" y="20"/>
                  </a:lnTo>
                  <a:lnTo>
                    <a:pt x="1064" y="20"/>
                  </a:lnTo>
                  <a:lnTo>
                    <a:pt x="9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35">
              <a:extLst>
                <a:ext uri="{FF2B5EF4-FFF2-40B4-BE49-F238E27FC236}">
                  <a16:creationId xmlns:a16="http://schemas.microsoft.com/office/drawing/2014/main" id="{6788AFAD-37F4-7443-34E1-A398D5094259}"/>
                </a:ext>
              </a:extLst>
            </p:cNvPr>
            <p:cNvSpPr/>
            <p:nvPr/>
          </p:nvSpPr>
          <p:spPr>
            <a:xfrm>
              <a:off x="11386900" y="4083763"/>
              <a:ext cx="726000" cy="320400"/>
            </a:xfrm>
            <a:custGeom>
              <a:avLst/>
              <a:gdLst/>
              <a:ahLst/>
              <a:cxnLst/>
              <a:rect l="l" t="t" r="r" b="b"/>
              <a:pathLst>
                <a:path w="29040" h="12816" extrusionOk="0">
                  <a:moveTo>
                    <a:pt x="28699" y="0"/>
                  </a:moveTo>
                  <a:lnTo>
                    <a:pt x="28518" y="20"/>
                  </a:lnTo>
                  <a:lnTo>
                    <a:pt x="28258" y="81"/>
                  </a:lnTo>
                  <a:lnTo>
                    <a:pt x="27897" y="181"/>
                  </a:lnTo>
                  <a:lnTo>
                    <a:pt x="27476" y="301"/>
                  </a:lnTo>
                  <a:lnTo>
                    <a:pt x="26433" y="662"/>
                  </a:lnTo>
                  <a:lnTo>
                    <a:pt x="25149" y="1123"/>
                  </a:lnTo>
                  <a:lnTo>
                    <a:pt x="23645" y="1685"/>
                  </a:lnTo>
                  <a:lnTo>
                    <a:pt x="21981" y="2327"/>
                  </a:lnTo>
                  <a:lnTo>
                    <a:pt x="18331" y="3771"/>
                  </a:lnTo>
                  <a:lnTo>
                    <a:pt x="17749" y="3991"/>
                  </a:lnTo>
                  <a:lnTo>
                    <a:pt x="16786" y="4392"/>
                  </a:lnTo>
                  <a:lnTo>
                    <a:pt x="12876" y="5957"/>
                  </a:lnTo>
                  <a:lnTo>
                    <a:pt x="6418" y="8564"/>
                  </a:lnTo>
                  <a:lnTo>
                    <a:pt x="6077" y="8644"/>
                  </a:lnTo>
                  <a:lnTo>
                    <a:pt x="5757" y="8724"/>
                  </a:lnTo>
                  <a:lnTo>
                    <a:pt x="5095" y="8844"/>
                  </a:lnTo>
                  <a:lnTo>
                    <a:pt x="4473" y="8925"/>
                  </a:lnTo>
                  <a:lnTo>
                    <a:pt x="3871" y="9005"/>
                  </a:lnTo>
                  <a:lnTo>
                    <a:pt x="3270" y="9085"/>
                  </a:lnTo>
                  <a:lnTo>
                    <a:pt x="2688" y="9185"/>
                  </a:lnTo>
                  <a:lnTo>
                    <a:pt x="2407" y="9266"/>
                  </a:lnTo>
                  <a:lnTo>
                    <a:pt x="2107" y="9346"/>
                  </a:lnTo>
                  <a:lnTo>
                    <a:pt x="1826" y="9466"/>
                  </a:lnTo>
                  <a:lnTo>
                    <a:pt x="1525" y="9586"/>
                  </a:lnTo>
                  <a:lnTo>
                    <a:pt x="1324" y="9687"/>
                  </a:lnTo>
                  <a:lnTo>
                    <a:pt x="984" y="9907"/>
                  </a:lnTo>
                  <a:lnTo>
                    <a:pt x="643" y="10148"/>
                  </a:lnTo>
                  <a:lnTo>
                    <a:pt x="482" y="10288"/>
                  </a:lnTo>
                  <a:lnTo>
                    <a:pt x="342" y="10429"/>
                  </a:lnTo>
                  <a:lnTo>
                    <a:pt x="221" y="10569"/>
                  </a:lnTo>
                  <a:lnTo>
                    <a:pt x="141" y="10729"/>
                  </a:lnTo>
                  <a:lnTo>
                    <a:pt x="61" y="10890"/>
                  </a:lnTo>
                  <a:lnTo>
                    <a:pt x="21" y="11050"/>
                  </a:lnTo>
                  <a:lnTo>
                    <a:pt x="1" y="11231"/>
                  </a:lnTo>
                  <a:lnTo>
                    <a:pt x="1" y="11391"/>
                  </a:lnTo>
                  <a:lnTo>
                    <a:pt x="41" y="11552"/>
                  </a:lnTo>
                  <a:lnTo>
                    <a:pt x="81" y="11712"/>
                  </a:lnTo>
                  <a:lnTo>
                    <a:pt x="141" y="11853"/>
                  </a:lnTo>
                  <a:lnTo>
                    <a:pt x="221" y="12013"/>
                  </a:lnTo>
                  <a:lnTo>
                    <a:pt x="322" y="12153"/>
                  </a:lnTo>
                  <a:lnTo>
                    <a:pt x="422" y="12274"/>
                  </a:lnTo>
                  <a:lnTo>
                    <a:pt x="562" y="12394"/>
                  </a:lnTo>
                  <a:lnTo>
                    <a:pt x="683" y="12494"/>
                  </a:lnTo>
                  <a:lnTo>
                    <a:pt x="823" y="12575"/>
                  </a:lnTo>
                  <a:lnTo>
                    <a:pt x="984" y="12655"/>
                  </a:lnTo>
                  <a:lnTo>
                    <a:pt x="1144" y="12715"/>
                  </a:lnTo>
                  <a:lnTo>
                    <a:pt x="1304" y="12755"/>
                  </a:lnTo>
                  <a:lnTo>
                    <a:pt x="1485" y="12795"/>
                  </a:lnTo>
                  <a:lnTo>
                    <a:pt x="1645" y="12815"/>
                  </a:lnTo>
                  <a:lnTo>
                    <a:pt x="1826" y="12815"/>
                  </a:lnTo>
                  <a:lnTo>
                    <a:pt x="1986" y="12795"/>
                  </a:lnTo>
                  <a:lnTo>
                    <a:pt x="2327" y="12735"/>
                  </a:lnTo>
                  <a:lnTo>
                    <a:pt x="2648" y="12655"/>
                  </a:lnTo>
                  <a:lnTo>
                    <a:pt x="2969" y="12514"/>
                  </a:lnTo>
                  <a:lnTo>
                    <a:pt x="3310" y="12354"/>
                  </a:lnTo>
                  <a:lnTo>
                    <a:pt x="3611" y="12153"/>
                  </a:lnTo>
                  <a:lnTo>
                    <a:pt x="3932" y="11933"/>
                  </a:lnTo>
                  <a:lnTo>
                    <a:pt x="4533" y="11472"/>
                  </a:lnTo>
                  <a:lnTo>
                    <a:pt x="5135" y="11010"/>
                  </a:lnTo>
                  <a:lnTo>
                    <a:pt x="5696" y="10569"/>
                  </a:lnTo>
                  <a:lnTo>
                    <a:pt x="5957" y="10369"/>
                  </a:lnTo>
                  <a:lnTo>
                    <a:pt x="6218" y="10208"/>
                  </a:lnTo>
                  <a:lnTo>
                    <a:pt x="6779" y="9887"/>
                  </a:lnTo>
                  <a:lnTo>
                    <a:pt x="7461" y="9526"/>
                  </a:lnTo>
                  <a:lnTo>
                    <a:pt x="8263" y="9145"/>
                  </a:lnTo>
                  <a:lnTo>
                    <a:pt x="9166" y="8724"/>
                  </a:lnTo>
                  <a:lnTo>
                    <a:pt x="10169" y="8283"/>
                  </a:lnTo>
                  <a:lnTo>
                    <a:pt x="11231" y="7842"/>
                  </a:lnTo>
                  <a:lnTo>
                    <a:pt x="13538" y="6879"/>
                  </a:lnTo>
                  <a:lnTo>
                    <a:pt x="15423" y="6137"/>
                  </a:lnTo>
                  <a:lnTo>
                    <a:pt x="17328" y="5395"/>
                  </a:lnTo>
                  <a:lnTo>
                    <a:pt x="17348" y="5395"/>
                  </a:lnTo>
                  <a:lnTo>
                    <a:pt x="18230" y="5054"/>
                  </a:lnTo>
                  <a:lnTo>
                    <a:pt x="18832" y="4813"/>
                  </a:lnTo>
                  <a:lnTo>
                    <a:pt x="22322" y="3490"/>
                  </a:lnTo>
                  <a:lnTo>
                    <a:pt x="25310" y="2367"/>
                  </a:lnTo>
                  <a:lnTo>
                    <a:pt x="27455" y="1565"/>
                  </a:lnTo>
                  <a:lnTo>
                    <a:pt x="28117" y="1284"/>
                  </a:lnTo>
                  <a:lnTo>
                    <a:pt x="28458" y="1143"/>
                  </a:lnTo>
                  <a:lnTo>
                    <a:pt x="28558" y="1083"/>
                  </a:lnTo>
                  <a:lnTo>
                    <a:pt x="28659" y="1003"/>
                  </a:lnTo>
                  <a:lnTo>
                    <a:pt x="28819" y="843"/>
                  </a:lnTo>
                  <a:lnTo>
                    <a:pt x="28940" y="642"/>
                  </a:lnTo>
                  <a:lnTo>
                    <a:pt x="29020" y="462"/>
                  </a:lnTo>
                  <a:lnTo>
                    <a:pt x="29040" y="361"/>
                  </a:lnTo>
                  <a:lnTo>
                    <a:pt x="29040" y="281"/>
                  </a:lnTo>
                  <a:lnTo>
                    <a:pt x="29040" y="201"/>
                  </a:lnTo>
                  <a:lnTo>
                    <a:pt x="29000" y="141"/>
                  </a:lnTo>
                  <a:lnTo>
                    <a:pt x="28960" y="81"/>
                  </a:lnTo>
                  <a:lnTo>
                    <a:pt x="28899" y="40"/>
                  </a:lnTo>
                  <a:lnTo>
                    <a:pt x="28799" y="20"/>
                  </a:lnTo>
                  <a:lnTo>
                    <a:pt x="286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35">
              <a:extLst>
                <a:ext uri="{FF2B5EF4-FFF2-40B4-BE49-F238E27FC236}">
                  <a16:creationId xmlns:a16="http://schemas.microsoft.com/office/drawing/2014/main" id="{AC2D2AFF-8D70-8ED5-A686-5D53ABCDDB9B}"/>
                </a:ext>
              </a:extLst>
            </p:cNvPr>
            <p:cNvSpPr/>
            <p:nvPr/>
          </p:nvSpPr>
          <p:spPr>
            <a:xfrm>
              <a:off x="11386900" y="4083763"/>
              <a:ext cx="726000" cy="320400"/>
            </a:xfrm>
            <a:custGeom>
              <a:avLst/>
              <a:gdLst/>
              <a:ahLst/>
              <a:cxnLst/>
              <a:rect l="l" t="t" r="r" b="b"/>
              <a:pathLst>
                <a:path w="29040" h="12816" fill="none" extrusionOk="0">
                  <a:moveTo>
                    <a:pt x="28458" y="1143"/>
                  </a:moveTo>
                  <a:lnTo>
                    <a:pt x="28458" y="1143"/>
                  </a:lnTo>
                  <a:lnTo>
                    <a:pt x="28117" y="1284"/>
                  </a:lnTo>
                  <a:lnTo>
                    <a:pt x="27455" y="1565"/>
                  </a:lnTo>
                  <a:lnTo>
                    <a:pt x="25310" y="2367"/>
                  </a:lnTo>
                  <a:lnTo>
                    <a:pt x="22322" y="3490"/>
                  </a:lnTo>
                  <a:lnTo>
                    <a:pt x="18832" y="4813"/>
                  </a:lnTo>
                  <a:lnTo>
                    <a:pt x="18832" y="4813"/>
                  </a:lnTo>
                  <a:lnTo>
                    <a:pt x="18230" y="5054"/>
                  </a:lnTo>
                  <a:lnTo>
                    <a:pt x="18230" y="5054"/>
                  </a:lnTo>
                  <a:lnTo>
                    <a:pt x="17348" y="5395"/>
                  </a:lnTo>
                  <a:lnTo>
                    <a:pt x="17348" y="5395"/>
                  </a:lnTo>
                  <a:lnTo>
                    <a:pt x="17328" y="5395"/>
                  </a:lnTo>
                  <a:lnTo>
                    <a:pt x="17328" y="5395"/>
                  </a:lnTo>
                  <a:lnTo>
                    <a:pt x="15423" y="6137"/>
                  </a:lnTo>
                  <a:lnTo>
                    <a:pt x="13538" y="6879"/>
                  </a:lnTo>
                  <a:lnTo>
                    <a:pt x="13538" y="6879"/>
                  </a:lnTo>
                  <a:lnTo>
                    <a:pt x="11231" y="7842"/>
                  </a:lnTo>
                  <a:lnTo>
                    <a:pt x="10169" y="8283"/>
                  </a:lnTo>
                  <a:lnTo>
                    <a:pt x="9166" y="8724"/>
                  </a:lnTo>
                  <a:lnTo>
                    <a:pt x="8263" y="9145"/>
                  </a:lnTo>
                  <a:lnTo>
                    <a:pt x="7461" y="9526"/>
                  </a:lnTo>
                  <a:lnTo>
                    <a:pt x="6779" y="9887"/>
                  </a:lnTo>
                  <a:lnTo>
                    <a:pt x="6218" y="10208"/>
                  </a:lnTo>
                  <a:lnTo>
                    <a:pt x="6218" y="10208"/>
                  </a:lnTo>
                  <a:lnTo>
                    <a:pt x="5957" y="10369"/>
                  </a:lnTo>
                  <a:lnTo>
                    <a:pt x="5696" y="10569"/>
                  </a:lnTo>
                  <a:lnTo>
                    <a:pt x="5135" y="11010"/>
                  </a:lnTo>
                  <a:lnTo>
                    <a:pt x="4533" y="11472"/>
                  </a:lnTo>
                  <a:lnTo>
                    <a:pt x="3932" y="11933"/>
                  </a:lnTo>
                  <a:lnTo>
                    <a:pt x="3611" y="12153"/>
                  </a:lnTo>
                  <a:lnTo>
                    <a:pt x="3310" y="12354"/>
                  </a:lnTo>
                  <a:lnTo>
                    <a:pt x="2969" y="12514"/>
                  </a:lnTo>
                  <a:lnTo>
                    <a:pt x="2648" y="12655"/>
                  </a:lnTo>
                  <a:lnTo>
                    <a:pt x="2327" y="12735"/>
                  </a:lnTo>
                  <a:lnTo>
                    <a:pt x="1986" y="12795"/>
                  </a:lnTo>
                  <a:lnTo>
                    <a:pt x="1826" y="12815"/>
                  </a:lnTo>
                  <a:lnTo>
                    <a:pt x="1645" y="12815"/>
                  </a:lnTo>
                  <a:lnTo>
                    <a:pt x="1485" y="12795"/>
                  </a:lnTo>
                  <a:lnTo>
                    <a:pt x="1304" y="12755"/>
                  </a:lnTo>
                  <a:lnTo>
                    <a:pt x="1304" y="12755"/>
                  </a:lnTo>
                  <a:lnTo>
                    <a:pt x="1144" y="12715"/>
                  </a:lnTo>
                  <a:lnTo>
                    <a:pt x="984" y="12655"/>
                  </a:lnTo>
                  <a:lnTo>
                    <a:pt x="823" y="12575"/>
                  </a:lnTo>
                  <a:lnTo>
                    <a:pt x="683" y="12494"/>
                  </a:lnTo>
                  <a:lnTo>
                    <a:pt x="562" y="12394"/>
                  </a:lnTo>
                  <a:lnTo>
                    <a:pt x="422" y="12274"/>
                  </a:lnTo>
                  <a:lnTo>
                    <a:pt x="322" y="12153"/>
                  </a:lnTo>
                  <a:lnTo>
                    <a:pt x="221" y="12013"/>
                  </a:lnTo>
                  <a:lnTo>
                    <a:pt x="141" y="11853"/>
                  </a:lnTo>
                  <a:lnTo>
                    <a:pt x="81" y="11712"/>
                  </a:lnTo>
                  <a:lnTo>
                    <a:pt x="41" y="11552"/>
                  </a:lnTo>
                  <a:lnTo>
                    <a:pt x="1" y="11391"/>
                  </a:lnTo>
                  <a:lnTo>
                    <a:pt x="1" y="11231"/>
                  </a:lnTo>
                  <a:lnTo>
                    <a:pt x="21" y="11050"/>
                  </a:lnTo>
                  <a:lnTo>
                    <a:pt x="61" y="10890"/>
                  </a:lnTo>
                  <a:lnTo>
                    <a:pt x="141" y="10729"/>
                  </a:lnTo>
                  <a:lnTo>
                    <a:pt x="141" y="10729"/>
                  </a:lnTo>
                  <a:lnTo>
                    <a:pt x="221" y="10569"/>
                  </a:lnTo>
                  <a:lnTo>
                    <a:pt x="342" y="10429"/>
                  </a:lnTo>
                  <a:lnTo>
                    <a:pt x="482" y="10288"/>
                  </a:lnTo>
                  <a:lnTo>
                    <a:pt x="643" y="10148"/>
                  </a:lnTo>
                  <a:lnTo>
                    <a:pt x="984" y="9907"/>
                  </a:lnTo>
                  <a:lnTo>
                    <a:pt x="1324" y="9687"/>
                  </a:lnTo>
                  <a:lnTo>
                    <a:pt x="1324" y="9687"/>
                  </a:lnTo>
                  <a:lnTo>
                    <a:pt x="1525" y="9586"/>
                  </a:lnTo>
                  <a:lnTo>
                    <a:pt x="1525" y="9586"/>
                  </a:lnTo>
                  <a:lnTo>
                    <a:pt x="1826" y="9466"/>
                  </a:lnTo>
                  <a:lnTo>
                    <a:pt x="2107" y="9346"/>
                  </a:lnTo>
                  <a:lnTo>
                    <a:pt x="2407" y="9266"/>
                  </a:lnTo>
                  <a:lnTo>
                    <a:pt x="2688" y="9185"/>
                  </a:lnTo>
                  <a:lnTo>
                    <a:pt x="3270" y="9085"/>
                  </a:lnTo>
                  <a:lnTo>
                    <a:pt x="3871" y="9005"/>
                  </a:lnTo>
                  <a:lnTo>
                    <a:pt x="4473" y="8925"/>
                  </a:lnTo>
                  <a:lnTo>
                    <a:pt x="5095" y="8844"/>
                  </a:lnTo>
                  <a:lnTo>
                    <a:pt x="5757" y="8724"/>
                  </a:lnTo>
                  <a:lnTo>
                    <a:pt x="6077" y="8644"/>
                  </a:lnTo>
                  <a:lnTo>
                    <a:pt x="6418" y="8564"/>
                  </a:lnTo>
                  <a:lnTo>
                    <a:pt x="6418" y="8564"/>
                  </a:lnTo>
                  <a:lnTo>
                    <a:pt x="12876" y="5957"/>
                  </a:lnTo>
                  <a:lnTo>
                    <a:pt x="12876" y="5957"/>
                  </a:lnTo>
                  <a:lnTo>
                    <a:pt x="16786" y="4392"/>
                  </a:lnTo>
                  <a:lnTo>
                    <a:pt x="16786" y="4392"/>
                  </a:lnTo>
                  <a:lnTo>
                    <a:pt x="17749" y="3991"/>
                  </a:lnTo>
                  <a:lnTo>
                    <a:pt x="17749" y="3991"/>
                  </a:lnTo>
                  <a:lnTo>
                    <a:pt x="18331" y="3771"/>
                  </a:lnTo>
                  <a:lnTo>
                    <a:pt x="18331" y="3771"/>
                  </a:lnTo>
                  <a:lnTo>
                    <a:pt x="21981" y="2327"/>
                  </a:lnTo>
                  <a:lnTo>
                    <a:pt x="23645" y="1685"/>
                  </a:lnTo>
                  <a:lnTo>
                    <a:pt x="25149" y="1123"/>
                  </a:lnTo>
                  <a:lnTo>
                    <a:pt x="26433" y="662"/>
                  </a:lnTo>
                  <a:lnTo>
                    <a:pt x="27476" y="301"/>
                  </a:lnTo>
                  <a:lnTo>
                    <a:pt x="27897" y="181"/>
                  </a:lnTo>
                  <a:lnTo>
                    <a:pt x="28258" y="81"/>
                  </a:lnTo>
                  <a:lnTo>
                    <a:pt x="28518" y="20"/>
                  </a:lnTo>
                  <a:lnTo>
                    <a:pt x="28699" y="0"/>
                  </a:lnTo>
                  <a:lnTo>
                    <a:pt x="28699" y="0"/>
                  </a:lnTo>
                  <a:lnTo>
                    <a:pt x="28799" y="20"/>
                  </a:lnTo>
                  <a:lnTo>
                    <a:pt x="28899" y="40"/>
                  </a:lnTo>
                  <a:lnTo>
                    <a:pt x="28960" y="81"/>
                  </a:lnTo>
                  <a:lnTo>
                    <a:pt x="29000" y="141"/>
                  </a:lnTo>
                  <a:lnTo>
                    <a:pt x="29040" y="201"/>
                  </a:lnTo>
                  <a:lnTo>
                    <a:pt x="29040" y="281"/>
                  </a:lnTo>
                  <a:lnTo>
                    <a:pt x="29040" y="361"/>
                  </a:lnTo>
                  <a:lnTo>
                    <a:pt x="29020" y="462"/>
                  </a:lnTo>
                  <a:lnTo>
                    <a:pt x="28940" y="642"/>
                  </a:lnTo>
                  <a:lnTo>
                    <a:pt x="28819" y="843"/>
                  </a:lnTo>
                  <a:lnTo>
                    <a:pt x="28659" y="1003"/>
                  </a:lnTo>
                  <a:lnTo>
                    <a:pt x="28558" y="1083"/>
                  </a:lnTo>
                  <a:lnTo>
                    <a:pt x="28458" y="11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35">
              <a:extLst>
                <a:ext uri="{FF2B5EF4-FFF2-40B4-BE49-F238E27FC236}">
                  <a16:creationId xmlns:a16="http://schemas.microsoft.com/office/drawing/2014/main" id="{08A31323-31F6-C480-9B9E-922547C7D4AE}"/>
                </a:ext>
              </a:extLst>
            </p:cNvPr>
            <p:cNvSpPr/>
            <p:nvPr/>
          </p:nvSpPr>
          <p:spPr>
            <a:xfrm>
              <a:off x="11708775" y="4193563"/>
              <a:ext cx="111325" cy="62200"/>
            </a:xfrm>
            <a:custGeom>
              <a:avLst/>
              <a:gdLst/>
              <a:ahLst/>
              <a:cxnLst/>
              <a:rect l="l" t="t" r="r" b="b"/>
              <a:pathLst>
                <a:path w="4453" h="2488" extrusionOk="0">
                  <a:moveTo>
                    <a:pt x="3911" y="0"/>
                  </a:moveTo>
                  <a:lnTo>
                    <a:pt x="1" y="1565"/>
                  </a:lnTo>
                  <a:lnTo>
                    <a:pt x="161" y="1705"/>
                  </a:lnTo>
                  <a:lnTo>
                    <a:pt x="302" y="1845"/>
                  </a:lnTo>
                  <a:lnTo>
                    <a:pt x="442" y="2026"/>
                  </a:lnTo>
                  <a:lnTo>
                    <a:pt x="542" y="2206"/>
                  </a:lnTo>
                  <a:lnTo>
                    <a:pt x="623" y="2347"/>
                  </a:lnTo>
                  <a:lnTo>
                    <a:pt x="663" y="2487"/>
                  </a:lnTo>
                  <a:lnTo>
                    <a:pt x="2548" y="1745"/>
                  </a:lnTo>
                  <a:lnTo>
                    <a:pt x="4453" y="1003"/>
                  </a:lnTo>
                  <a:lnTo>
                    <a:pt x="4353" y="722"/>
                  </a:lnTo>
                  <a:lnTo>
                    <a:pt x="4232" y="462"/>
                  </a:lnTo>
                  <a:lnTo>
                    <a:pt x="4072" y="221"/>
                  </a:lnTo>
                  <a:lnTo>
                    <a:pt x="39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35">
              <a:extLst>
                <a:ext uri="{FF2B5EF4-FFF2-40B4-BE49-F238E27FC236}">
                  <a16:creationId xmlns:a16="http://schemas.microsoft.com/office/drawing/2014/main" id="{0E0797CF-12E3-71A4-8108-C8D98E041026}"/>
                </a:ext>
              </a:extLst>
            </p:cNvPr>
            <p:cNvSpPr/>
            <p:nvPr/>
          </p:nvSpPr>
          <p:spPr>
            <a:xfrm>
              <a:off x="11708775" y="4193563"/>
              <a:ext cx="111325" cy="62200"/>
            </a:xfrm>
            <a:custGeom>
              <a:avLst/>
              <a:gdLst/>
              <a:ahLst/>
              <a:cxnLst/>
              <a:rect l="l" t="t" r="r" b="b"/>
              <a:pathLst>
                <a:path w="4453" h="2488" fill="none" extrusionOk="0">
                  <a:moveTo>
                    <a:pt x="4453" y="1003"/>
                  </a:moveTo>
                  <a:lnTo>
                    <a:pt x="4453" y="1003"/>
                  </a:lnTo>
                  <a:lnTo>
                    <a:pt x="2548" y="1745"/>
                  </a:lnTo>
                  <a:lnTo>
                    <a:pt x="663" y="2487"/>
                  </a:lnTo>
                  <a:lnTo>
                    <a:pt x="663" y="2487"/>
                  </a:lnTo>
                  <a:lnTo>
                    <a:pt x="623" y="2347"/>
                  </a:lnTo>
                  <a:lnTo>
                    <a:pt x="542" y="2206"/>
                  </a:lnTo>
                  <a:lnTo>
                    <a:pt x="542" y="2206"/>
                  </a:lnTo>
                  <a:lnTo>
                    <a:pt x="442" y="2026"/>
                  </a:lnTo>
                  <a:lnTo>
                    <a:pt x="302" y="1845"/>
                  </a:lnTo>
                  <a:lnTo>
                    <a:pt x="161" y="1705"/>
                  </a:lnTo>
                  <a:lnTo>
                    <a:pt x="1" y="1565"/>
                  </a:lnTo>
                  <a:lnTo>
                    <a:pt x="1" y="1565"/>
                  </a:lnTo>
                  <a:lnTo>
                    <a:pt x="3911" y="0"/>
                  </a:lnTo>
                  <a:lnTo>
                    <a:pt x="3911" y="0"/>
                  </a:lnTo>
                  <a:lnTo>
                    <a:pt x="4072" y="221"/>
                  </a:lnTo>
                  <a:lnTo>
                    <a:pt x="4232" y="462"/>
                  </a:lnTo>
                  <a:lnTo>
                    <a:pt x="4353" y="722"/>
                  </a:lnTo>
                  <a:lnTo>
                    <a:pt x="4453" y="10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35">
              <a:extLst>
                <a:ext uri="{FF2B5EF4-FFF2-40B4-BE49-F238E27FC236}">
                  <a16:creationId xmlns:a16="http://schemas.microsoft.com/office/drawing/2014/main" id="{3E948477-45CB-F40F-53D0-C18C9965D11D}"/>
                </a:ext>
              </a:extLst>
            </p:cNvPr>
            <p:cNvSpPr/>
            <p:nvPr/>
          </p:nvSpPr>
          <p:spPr>
            <a:xfrm>
              <a:off x="11830625" y="4178013"/>
              <a:ext cx="27100" cy="32125"/>
            </a:xfrm>
            <a:custGeom>
              <a:avLst/>
              <a:gdLst/>
              <a:ahLst/>
              <a:cxnLst/>
              <a:rect l="l" t="t" r="r" b="b"/>
              <a:pathLst>
                <a:path w="1084" h="1285" extrusionOk="0">
                  <a:moveTo>
                    <a:pt x="582" y="1"/>
                  </a:moveTo>
                  <a:lnTo>
                    <a:pt x="0" y="221"/>
                  </a:lnTo>
                  <a:lnTo>
                    <a:pt x="161" y="462"/>
                  </a:lnTo>
                  <a:lnTo>
                    <a:pt x="281" y="723"/>
                  </a:lnTo>
                  <a:lnTo>
                    <a:pt x="401" y="983"/>
                  </a:lnTo>
                  <a:lnTo>
                    <a:pt x="481" y="1284"/>
                  </a:lnTo>
                  <a:lnTo>
                    <a:pt x="1083" y="1043"/>
                  </a:lnTo>
                  <a:lnTo>
                    <a:pt x="1003" y="763"/>
                  </a:lnTo>
                  <a:lnTo>
                    <a:pt x="883" y="502"/>
                  </a:lnTo>
                  <a:lnTo>
                    <a:pt x="742" y="241"/>
                  </a:lnTo>
                  <a:lnTo>
                    <a:pt x="5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35">
              <a:extLst>
                <a:ext uri="{FF2B5EF4-FFF2-40B4-BE49-F238E27FC236}">
                  <a16:creationId xmlns:a16="http://schemas.microsoft.com/office/drawing/2014/main" id="{D12CC59A-9751-3F69-6B9F-0EB648A9BF82}"/>
                </a:ext>
              </a:extLst>
            </p:cNvPr>
            <p:cNvSpPr/>
            <p:nvPr/>
          </p:nvSpPr>
          <p:spPr>
            <a:xfrm>
              <a:off x="11386900" y="4250713"/>
              <a:ext cx="338450" cy="153450"/>
            </a:xfrm>
            <a:custGeom>
              <a:avLst/>
              <a:gdLst/>
              <a:ahLst/>
              <a:cxnLst/>
              <a:rect l="l" t="t" r="r" b="b"/>
              <a:pathLst>
                <a:path w="13538" h="6138" extrusionOk="0">
                  <a:moveTo>
                    <a:pt x="13457" y="0"/>
                  </a:moveTo>
                  <a:lnTo>
                    <a:pt x="11853" y="542"/>
                  </a:lnTo>
                  <a:lnTo>
                    <a:pt x="10529" y="1003"/>
                  </a:lnTo>
                  <a:lnTo>
                    <a:pt x="9206" y="1485"/>
                  </a:lnTo>
                  <a:lnTo>
                    <a:pt x="8544" y="1745"/>
                  </a:lnTo>
                  <a:lnTo>
                    <a:pt x="7902" y="2006"/>
                  </a:lnTo>
                  <a:lnTo>
                    <a:pt x="7261" y="2287"/>
                  </a:lnTo>
                  <a:lnTo>
                    <a:pt x="6619" y="2588"/>
                  </a:lnTo>
                  <a:lnTo>
                    <a:pt x="5977" y="2928"/>
                  </a:lnTo>
                  <a:lnTo>
                    <a:pt x="6278" y="2928"/>
                  </a:lnTo>
                  <a:lnTo>
                    <a:pt x="6579" y="2948"/>
                  </a:lnTo>
                  <a:lnTo>
                    <a:pt x="7120" y="3009"/>
                  </a:lnTo>
                  <a:lnTo>
                    <a:pt x="7722" y="2728"/>
                  </a:lnTo>
                  <a:lnTo>
                    <a:pt x="8404" y="2407"/>
                  </a:lnTo>
                  <a:lnTo>
                    <a:pt x="9928" y="1725"/>
                  </a:lnTo>
                  <a:lnTo>
                    <a:pt x="11653" y="983"/>
                  </a:lnTo>
                  <a:lnTo>
                    <a:pt x="13538" y="201"/>
                  </a:lnTo>
                  <a:lnTo>
                    <a:pt x="13457" y="0"/>
                  </a:lnTo>
                  <a:close/>
                  <a:moveTo>
                    <a:pt x="1324" y="3009"/>
                  </a:moveTo>
                  <a:lnTo>
                    <a:pt x="984" y="3229"/>
                  </a:lnTo>
                  <a:lnTo>
                    <a:pt x="643" y="3470"/>
                  </a:lnTo>
                  <a:lnTo>
                    <a:pt x="482" y="3610"/>
                  </a:lnTo>
                  <a:lnTo>
                    <a:pt x="342" y="3751"/>
                  </a:lnTo>
                  <a:lnTo>
                    <a:pt x="221" y="3891"/>
                  </a:lnTo>
                  <a:lnTo>
                    <a:pt x="141" y="4051"/>
                  </a:lnTo>
                  <a:lnTo>
                    <a:pt x="81" y="4192"/>
                  </a:lnTo>
                  <a:lnTo>
                    <a:pt x="41" y="4332"/>
                  </a:lnTo>
                  <a:lnTo>
                    <a:pt x="21" y="4473"/>
                  </a:lnTo>
                  <a:lnTo>
                    <a:pt x="1" y="4613"/>
                  </a:lnTo>
                  <a:lnTo>
                    <a:pt x="21" y="4733"/>
                  </a:lnTo>
                  <a:lnTo>
                    <a:pt x="41" y="4854"/>
                  </a:lnTo>
                  <a:lnTo>
                    <a:pt x="61" y="4994"/>
                  </a:lnTo>
                  <a:lnTo>
                    <a:pt x="101" y="5114"/>
                  </a:lnTo>
                  <a:lnTo>
                    <a:pt x="242" y="5335"/>
                  </a:lnTo>
                  <a:lnTo>
                    <a:pt x="402" y="5556"/>
                  </a:lnTo>
                  <a:lnTo>
                    <a:pt x="582" y="5736"/>
                  </a:lnTo>
                  <a:lnTo>
                    <a:pt x="803" y="5897"/>
                  </a:lnTo>
                  <a:lnTo>
                    <a:pt x="1044" y="6017"/>
                  </a:lnTo>
                  <a:lnTo>
                    <a:pt x="1304" y="6077"/>
                  </a:lnTo>
                  <a:lnTo>
                    <a:pt x="1525" y="6117"/>
                  </a:lnTo>
                  <a:lnTo>
                    <a:pt x="1766" y="6137"/>
                  </a:lnTo>
                  <a:lnTo>
                    <a:pt x="2006" y="6117"/>
                  </a:lnTo>
                  <a:lnTo>
                    <a:pt x="2247" y="6077"/>
                  </a:lnTo>
                  <a:lnTo>
                    <a:pt x="2468" y="6017"/>
                  </a:lnTo>
                  <a:lnTo>
                    <a:pt x="2708" y="5937"/>
                  </a:lnTo>
                  <a:lnTo>
                    <a:pt x="2949" y="5856"/>
                  </a:lnTo>
                  <a:lnTo>
                    <a:pt x="3169" y="5736"/>
                  </a:lnTo>
                  <a:lnTo>
                    <a:pt x="3410" y="5616"/>
                  </a:lnTo>
                  <a:lnTo>
                    <a:pt x="3631" y="5475"/>
                  </a:lnTo>
                  <a:lnTo>
                    <a:pt x="3490" y="5255"/>
                  </a:lnTo>
                  <a:lnTo>
                    <a:pt x="3390" y="5014"/>
                  </a:lnTo>
                  <a:lnTo>
                    <a:pt x="3310" y="4753"/>
                  </a:lnTo>
                  <a:lnTo>
                    <a:pt x="3290" y="4513"/>
                  </a:lnTo>
                  <a:lnTo>
                    <a:pt x="3290" y="4433"/>
                  </a:lnTo>
                  <a:lnTo>
                    <a:pt x="2989" y="4553"/>
                  </a:lnTo>
                  <a:lnTo>
                    <a:pt x="2648" y="4653"/>
                  </a:lnTo>
                  <a:lnTo>
                    <a:pt x="2327" y="4733"/>
                  </a:lnTo>
                  <a:lnTo>
                    <a:pt x="2167" y="4753"/>
                  </a:lnTo>
                  <a:lnTo>
                    <a:pt x="1866" y="4753"/>
                  </a:lnTo>
                  <a:lnTo>
                    <a:pt x="1746" y="4733"/>
                  </a:lnTo>
                  <a:lnTo>
                    <a:pt x="1625" y="4693"/>
                  </a:lnTo>
                  <a:lnTo>
                    <a:pt x="1505" y="4653"/>
                  </a:lnTo>
                  <a:lnTo>
                    <a:pt x="1405" y="4593"/>
                  </a:lnTo>
                  <a:lnTo>
                    <a:pt x="1304" y="4513"/>
                  </a:lnTo>
                  <a:lnTo>
                    <a:pt x="1204" y="4433"/>
                  </a:lnTo>
                  <a:lnTo>
                    <a:pt x="1124" y="4312"/>
                  </a:lnTo>
                  <a:lnTo>
                    <a:pt x="1044" y="4112"/>
                  </a:lnTo>
                  <a:lnTo>
                    <a:pt x="984" y="3931"/>
                  </a:lnTo>
                  <a:lnTo>
                    <a:pt x="984" y="3771"/>
                  </a:lnTo>
                  <a:lnTo>
                    <a:pt x="1004" y="3610"/>
                  </a:lnTo>
                  <a:lnTo>
                    <a:pt x="1044" y="3470"/>
                  </a:lnTo>
                  <a:lnTo>
                    <a:pt x="1124" y="3309"/>
                  </a:lnTo>
                  <a:lnTo>
                    <a:pt x="1324" y="3009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35">
              <a:extLst>
                <a:ext uri="{FF2B5EF4-FFF2-40B4-BE49-F238E27FC236}">
                  <a16:creationId xmlns:a16="http://schemas.microsoft.com/office/drawing/2014/main" id="{B3CFBA19-3D70-B76C-4B8F-DD98A4CDADB1}"/>
                </a:ext>
              </a:extLst>
            </p:cNvPr>
            <p:cNvSpPr/>
            <p:nvPr/>
          </p:nvSpPr>
          <p:spPr>
            <a:xfrm>
              <a:off x="11386900" y="4325913"/>
              <a:ext cx="90775" cy="78250"/>
            </a:xfrm>
            <a:custGeom>
              <a:avLst/>
              <a:gdLst/>
              <a:ahLst/>
              <a:cxnLst/>
              <a:rect l="l" t="t" r="r" b="b"/>
              <a:pathLst>
                <a:path w="3631" h="3130" fill="none" extrusionOk="0">
                  <a:moveTo>
                    <a:pt x="1324" y="1"/>
                  </a:moveTo>
                  <a:lnTo>
                    <a:pt x="1324" y="1"/>
                  </a:lnTo>
                  <a:lnTo>
                    <a:pt x="984" y="221"/>
                  </a:lnTo>
                  <a:lnTo>
                    <a:pt x="643" y="462"/>
                  </a:lnTo>
                  <a:lnTo>
                    <a:pt x="482" y="602"/>
                  </a:lnTo>
                  <a:lnTo>
                    <a:pt x="342" y="743"/>
                  </a:lnTo>
                  <a:lnTo>
                    <a:pt x="221" y="883"/>
                  </a:lnTo>
                  <a:lnTo>
                    <a:pt x="141" y="1043"/>
                  </a:lnTo>
                  <a:lnTo>
                    <a:pt x="141" y="1043"/>
                  </a:lnTo>
                  <a:lnTo>
                    <a:pt x="81" y="1184"/>
                  </a:lnTo>
                  <a:lnTo>
                    <a:pt x="41" y="1324"/>
                  </a:lnTo>
                  <a:lnTo>
                    <a:pt x="21" y="1465"/>
                  </a:lnTo>
                  <a:lnTo>
                    <a:pt x="1" y="1605"/>
                  </a:lnTo>
                  <a:lnTo>
                    <a:pt x="1" y="1605"/>
                  </a:lnTo>
                  <a:lnTo>
                    <a:pt x="21" y="1725"/>
                  </a:lnTo>
                  <a:lnTo>
                    <a:pt x="41" y="1846"/>
                  </a:lnTo>
                  <a:lnTo>
                    <a:pt x="61" y="1986"/>
                  </a:lnTo>
                  <a:lnTo>
                    <a:pt x="101" y="2106"/>
                  </a:lnTo>
                  <a:lnTo>
                    <a:pt x="242" y="2327"/>
                  </a:lnTo>
                  <a:lnTo>
                    <a:pt x="402" y="2548"/>
                  </a:lnTo>
                  <a:lnTo>
                    <a:pt x="582" y="2728"/>
                  </a:lnTo>
                  <a:lnTo>
                    <a:pt x="803" y="2889"/>
                  </a:lnTo>
                  <a:lnTo>
                    <a:pt x="1044" y="3009"/>
                  </a:lnTo>
                  <a:lnTo>
                    <a:pt x="1304" y="3069"/>
                  </a:lnTo>
                  <a:lnTo>
                    <a:pt x="1304" y="3069"/>
                  </a:lnTo>
                  <a:lnTo>
                    <a:pt x="1525" y="3109"/>
                  </a:lnTo>
                  <a:lnTo>
                    <a:pt x="1766" y="3129"/>
                  </a:lnTo>
                  <a:lnTo>
                    <a:pt x="1766" y="3129"/>
                  </a:lnTo>
                  <a:lnTo>
                    <a:pt x="2006" y="3109"/>
                  </a:lnTo>
                  <a:lnTo>
                    <a:pt x="2247" y="3069"/>
                  </a:lnTo>
                  <a:lnTo>
                    <a:pt x="2468" y="3009"/>
                  </a:lnTo>
                  <a:lnTo>
                    <a:pt x="2708" y="2929"/>
                  </a:lnTo>
                  <a:lnTo>
                    <a:pt x="2949" y="2848"/>
                  </a:lnTo>
                  <a:lnTo>
                    <a:pt x="3169" y="2728"/>
                  </a:lnTo>
                  <a:lnTo>
                    <a:pt x="3410" y="2608"/>
                  </a:lnTo>
                  <a:lnTo>
                    <a:pt x="3631" y="2467"/>
                  </a:lnTo>
                  <a:lnTo>
                    <a:pt x="3631" y="2467"/>
                  </a:lnTo>
                  <a:lnTo>
                    <a:pt x="3490" y="2247"/>
                  </a:lnTo>
                  <a:lnTo>
                    <a:pt x="3390" y="2006"/>
                  </a:lnTo>
                  <a:lnTo>
                    <a:pt x="3310" y="1745"/>
                  </a:lnTo>
                  <a:lnTo>
                    <a:pt x="3290" y="1505"/>
                  </a:lnTo>
                  <a:lnTo>
                    <a:pt x="3290" y="1505"/>
                  </a:lnTo>
                  <a:lnTo>
                    <a:pt x="3290" y="1425"/>
                  </a:lnTo>
                  <a:lnTo>
                    <a:pt x="3290" y="1425"/>
                  </a:lnTo>
                  <a:lnTo>
                    <a:pt x="2989" y="1545"/>
                  </a:lnTo>
                  <a:lnTo>
                    <a:pt x="2648" y="1645"/>
                  </a:lnTo>
                  <a:lnTo>
                    <a:pt x="2327" y="1725"/>
                  </a:lnTo>
                  <a:lnTo>
                    <a:pt x="2167" y="1745"/>
                  </a:lnTo>
                  <a:lnTo>
                    <a:pt x="2006" y="1745"/>
                  </a:lnTo>
                  <a:lnTo>
                    <a:pt x="2006" y="1745"/>
                  </a:lnTo>
                  <a:lnTo>
                    <a:pt x="1866" y="1745"/>
                  </a:lnTo>
                  <a:lnTo>
                    <a:pt x="1746" y="1725"/>
                  </a:lnTo>
                  <a:lnTo>
                    <a:pt x="1625" y="1685"/>
                  </a:lnTo>
                  <a:lnTo>
                    <a:pt x="1505" y="1645"/>
                  </a:lnTo>
                  <a:lnTo>
                    <a:pt x="1405" y="1585"/>
                  </a:lnTo>
                  <a:lnTo>
                    <a:pt x="1304" y="1505"/>
                  </a:lnTo>
                  <a:lnTo>
                    <a:pt x="1204" y="1425"/>
                  </a:lnTo>
                  <a:lnTo>
                    <a:pt x="1124" y="1304"/>
                  </a:lnTo>
                  <a:lnTo>
                    <a:pt x="1124" y="1304"/>
                  </a:lnTo>
                  <a:lnTo>
                    <a:pt x="1044" y="1104"/>
                  </a:lnTo>
                  <a:lnTo>
                    <a:pt x="984" y="923"/>
                  </a:lnTo>
                  <a:lnTo>
                    <a:pt x="984" y="763"/>
                  </a:lnTo>
                  <a:lnTo>
                    <a:pt x="1004" y="602"/>
                  </a:lnTo>
                  <a:lnTo>
                    <a:pt x="1044" y="462"/>
                  </a:lnTo>
                  <a:lnTo>
                    <a:pt x="1124" y="301"/>
                  </a:lnTo>
                  <a:lnTo>
                    <a:pt x="132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35">
              <a:extLst>
                <a:ext uri="{FF2B5EF4-FFF2-40B4-BE49-F238E27FC236}">
                  <a16:creationId xmlns:a16="http://schemas.microsoft.com/office/drawing/2014/main" id="{FD259D30-C37E-235F-8FE7-7C60830F1BF8}"/>
                </a:ext>
              </a:extLst>
            </p:cNvPr>
            <p:cNvSpPr/>
            <p:nvPr/>
          </p:nvSpPr>
          <p:spPr>
            <a:xfrm>
              <a:off x="11723325" y="4218613"/>
              <a:ext cx="96775" cy="37150"/>
            </a:xfrm>
            <a:custGeom>
              <a:avLst/>
              <a:gdLst/>
              <a:ahLst/>
              <a:cxnLst/>
              <a:rect l="l" t="t" r="r" b="b"/>
              <a:pathLst>
                <a:path w="3871" h="1486" extrusionOk="0">
                  <a:moveTo>
                    <a:pt x="3871" y="1"/>
                  </a:moveTo>
                  <a:lnTo>
                    <a:pt x="1926" y="643"/>
                  </a:lnTo>
                  <a:lnTo>
                    <a:pt x="0" y="1284"/>
                  </a:lnTo>
                  <a:lnTo>
                    <a:pt x="81" y="1485"/>
                  </a:lnTo>
                  <a:lnTo>
                    <a:pt x="1966" y="743"/>
                  </a:lnTo>
                  <a:lnTo>
                    <a:pt x="387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35">
              <a:extLst>
                <a:ext uri="{FF2B5EF4-FFF2-40B4-BE49-F238E27FC236}">
                  <a16:creationId xmlns:a16="http://schemas.microsoft.com/office/drawing/2014/main" id="{E3219E57-FC00-DDE5-97BE-102DE4A5C345}"/>
                </a:ext>
              </a:extLst>
            </p:cNvPr>
            <p:cNvSpPr/>
            <p:nvPr/>
          </p:nvSpPr>
          <p:spPr>
            <a:xfrm>
              <a:off x="11948925" y="4314888"/>
              <a:ext cx="19600" cy="30100"/>
            </a:xfrm>
            <a:custGeom>
              <a:avLst/>
              <a:gdLst/>
              <a:ahLst/>
              <a:cxnLst/>
              <a:rect l="l" t="t" r="r" b="b"/>
              <a:pathLst>
                <a:path w="784" h="1204" extrusionOk="0">
                  <a:moveTo>
                    <a:pt x="623" y="0"/>
                  </a:moveTo>
                  <a:lnTo>
                    <a:pt x="1" y="61"/>
                  </a:lnTo>
                  <a:lnTo>
                    <a:pt x="81" y="321"/>
                  </a:lnTo>
                  <a:lnTo>
                    <a:pt x="121" y="602"/>
                  </a:lnTo>
                  <a:lnTo>
                    <a:pt x="141" y="903"/>
                  </a:lnTo>
                  <a:lnTo>
                    <a:pt x="141" y="1204"/>
                  </a:lnTo>
                  <a:lnTo>
                    <a:pt x="783" y="1164"/>
                  </a:lnTo>
                  <a:lnTo>
                    <a:pt x="783" y="863"/>
                  </a:lnTo>
                  <a:lnTo>
                    <a:pt x="743" y="562"/>
                  </a:lnTo>
                  <a:lnTo>
                    <a:pt x="703" y="281"/>
                  </a:lnTo>
                  <a:lnTo>
                    <a:pt x="623" y="0"/>
                  </a:lnTo>
                  <a:close/>
                </a:path>
              </a:pathLst>
            </a:custGeom>
            <a:solidFill>
              <a:srgbClr val="CC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35">
              <a:extLst>
                <a:ext uri="{FF2B5EF4-FFF2-40B4-BE49-F238E27FC236}">
                  <a16:creationId xmlns:a16="http://schemas.microsoft.com/office/drawing/2014/main" id="{B7E6725B-CC2C-65A6-56EF-14AA7899097E}"/>
                </a:ext>
              </a:extLst>
            </p:cNvPr>
            <p:cNvSpPr/>
            <p:nvPr/>
          </p:nvSpPr>
          <p:spPr>
            <a:xfrm>
              <a:off x="11948925" y="4314888"/>
              <a:ext cx="19600" cy="30100"/>
            </a:xfrm>
            <a:custGeom>
              <a:avLst/>
              <a:gdLst/>
              <a:ahLst/>
              <a:cxnLst/>
              <a:rect l="l" t="t" r="r" b="b"/>
              <a:pathLst>
                <a:path w="784" h="1204" fill="none" extrusionOk="0">
                  <a:moveTo>
                    <a:pt x="783" y="1164"/>
                  </a:moveTo>
                  <a:lnTo>
                    <a:pt x="783" y="1164"/>
                  </a:lnTo>
                  <a:lnTo>
                    <a:pt x="141" y="1204"/>
                  </a:lnTo>
                  <a:lnTo>
                    <a:pt x="141" y="1204"/>
                  </a:lnTo>
                  <a:lnTo>
                    <a:pt x="141" y="903"/>
                  </a:lnTo>
                  <a:lnTo>
                    <a:pt x="121" y="602"/>
                  </a:lnTo>
                  <a:lnTo>
                    <a:pt x="81" y="321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623" y="0"/>
                  </a:lnTo>
                  <a:lnTo>
                    <a:pt x="623" y="0"/>
                  </a:lnTo>
                  <a:lnTo>
                    <a:pt x="703" y="281"/>
                  </a:lnTo>
                  <a:lnTo>
                    <a:pt x="743" y="562"/>
                  </a:lnTo>
                  <a:lnTo>
                    <a:pt x="783" y="863"/>
                  </a:lnTo>
                  <a:lnTo>
                    <a:pt x="783" y="11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35">
              <a:extLst>
                <a:ext uri="{FF2B5EF4-FFF2-40B4-BE49-F238E27FC236}">
                  <a16:creationId xmlns:a16="http://schemas.microsoft.com/office/drawing/2014/main" id="{73D5DD9D-67B3-98EA-35FA-1D5FA242A9BB}"/>
                </a:ext>
              </a:extLst>
            </p:cNvPr>
            <p:cNvSpPr/>
            <p:nvPr/>
          </p:nvSpPr>
          <p:spPr>
            <a:xfrm>
              <a:off x="11469125" y="4302863"/>
              <a:ext cx="777150" cy="103300"/>
            </a:xfrm>
            <a:custGeom>
              <a:avLst/>
              <a:gdLst/>
              <a:ahLst/>
              <a:cxnLst/>
              <a:rect l="l" t="t" r="r" b="b"/>
              <a:pathLst>
                <a:path w="31086" h="4132" extrusionOk="0">
                  <a:moveTo>
                    <a:pt x="29581" y="0"/>
                  </a:moveTo>
                  <a:lnTo>
                    <a:pt x="28478" y="20"/>
                  </a:lnTo>
                  <a:lnTo>
                    <a:pt x="27094" y="60"/>
                  </a:lnTo>
                  <a:lnTo>
                    <a:pt x="25510" y="141"/>
                  </a:lnTo>
                  <a:lnTo>
                    <a:pt x="23725" y="241"/>
                  </a:lnTo>
                  <a:lnTo>
                    <a:pt x="19815" y="481"/>
                  </a:lnTo>
                  <a:lnTo>
                    <a:pt x="19193" y="542"/>
                  </a:lnTo>
                  <a:lnTo>
                    <a:pt x="18150" y="602"/>
                  </a:lnTo>
                  <a:lnTo>
                    <a:pt x="13939" y="903"/>
                  </a:lnTo>
                  <a:lnTo>
                    <a:pt x="7000" y="1404"/>
                  </a:lnTo>
                  <a:lnTo>
                    <a:pt x="6659" y="1384"/>
                  </a:lnTo>
                  <a:lnTo>
                    <a:pt x="6318" y="1344"/>
                  </a:lnTo>
                  <a:lnTo>
                    <a:pt x="5676" y="1264"/>
                  </a:lnTo>
                  <a:lnTo>
                    <a:pt x="5055" y="1143"/>
                  </a:lnTo>
                  <a:lnTo>
                    <a:pt x="4453" y="1043"/>
                  </a:lnTo>
                  <a:lnTo>
                    <a:pt x="3851" y="943"/>
                  </a:lnTo>
                  <a:lnTo>
                    <a:pt x="3270" y="862"/>
                  </a:lnTo>
                  <a:lnTo>
                    <a:pt x="2969" y="842"/>
                  </a:lnTo>
                  <a:lnTo>
                    <a:pt x="2367" y="842"/>
                  </a:lnTo>
                  <a:lnTo>
                    <a:pt x="2046" y="883"/>
                  </a:lnTo>
                  <a:lnTo>
                    <a:pt x="1625" y="963"/>
                  </a:lnTo>
                  <a:lnTo>
                    <a:pt x="1405" y="1023"/>
                  </a:lnTo>
                  <a:lnTo>
                    <a:pt x="1164" y="1103"/>
                  </a:lnTo>
                  <a:lnTo>
                    <a:pt x="923" y="1183"/>
                  </a:lnTo>
                  <a:lnTo>
                    <a:pt x="703" y="1284"/>
                  </a:lnTo>
                  <a:lnTo>
                    <a:pt x="522" y="1404"/>
                  </a:lnTo>
                  <a:lnTo>
                    <a:pt x="362" y="1544"/>
                  </a:lnTo>
                  <a:lnTo>
                    <a:pt x="241" y="1665"/>
                  </a:lnTo>
                  <a:lnTo>
                    <a:pt x="161" y="1825"/>
                  </a:lnTo>
                  <a:lnTo>
                    <a:pt x="81" y="1965"/>
                  </a:lnTo>
                  <a:lnTo>
                    <a:pt x="41" y="2126"/>
                  </a:lnTo>
                  <a:lnTo>
                    <a:pt x="21" y="2286"/>
                  </a:lnTo>
                  <a:lnTo>
                    <a:pt x="1" y="2467"/>
                  </a:lnTo>
                  <a:lnTo>
                    <a:pt x="21" y="2627"/>
                  </a:lnTo>
                  <a:lnTo>
                    <a:pt x="61" y="2788"/>
                  </a:lnTo>
                  <a:lnTo>
                    <a:pt x="101" y="2948"/>
                  </a:lnTo>
                  <a:lnTo>
                    <a:pt x="161" y="3109"/>
                  </a:lnTo>
                  <a:lnTo>
                    <a:pt x="241" y="3249"/>
                  </a:lnTo>
                  <a:lnTo>
                    <a:pt x="342" y="3389"/>
                  </a:lnTo>
                  <a:lnTo>
                    <a:pt x="462" y="3530"/>
                  </a:lnTo>
                  <a:lnTo>
                    <a:pt x="582" y="3630"/>
                  </a:lnTo>
                  <a:lnTo>
                    <a:pt x="703" y="3750"/>
                  </a:lnTo>
                  <a:lnTo>
                    <a:pt x="843" y="3831"/>
                  </a:lnTo>
                  <a:lnTo>
                    <a:pt x="1004" y="3911"/>
                  </a:lnTo>
                  <a:lnTo>
                    <a:pt x="1164" y="3991"/>
                  </a:lnTo>
                  <a:lnTo>
                    <a:pt x="1324" y="4031"/>
                  </a:lnTo>
                  <a:lnTo>
                    <a:pt x="1485" y="4071"/>
                  </a:lnTo>
                  <a:lnTo>
                    <a:pt x="1826" y="4131"/>
                  </a:lnTo>
                  <a:lnTo>
                    <a:pt x="2167" y="4131"/>
                  </a:lnTo>
                  <a:lnTo>
                    <a:pt x="2528" y="4111"/>
                  </a:lnTo>
                  <a:lnTo>
                    <a:pt x="2869" y="4051"/>
                  </a:lnTo>
                  <a:lnTo>
                    <a:pt x="3230" y="3971"/>
                  </a:lnTo>
                  <a:lnTo>
                    <a:pt x="3591" y="3851"/>
                  </a:lnTo>
                  <a:lnTo>
                    <a:pt x="4313" y="3610"/>
                  </a:lnTo>
                  <a:lnTo>
                    <a:pt x="5034" y="3329"/>
                  </a:lnTo>
                  <a:lnTo>
                    <a:pt x="5696" y="3089"/>
                  </a:lnTo>
                  <a:lnTo>
                    <a:pt x="6017" y="2988"/>
                  </a:lnTo>
                  <a:lnTo>
                    <a:pt x="6318" y="2908"/>
                  </a:lnTo>
                  <a:lnTo>
                    <a:pt x="6940" y="2768"/>
                  </a:lnTo>
                  <a:lnTo>
                    <a:pt x="7702" y="2647"/>
                  </a:lnTo>
                  <a:lnTo>
                    <a:pt x="8584" y="2527"/>
                  </a:lnTo>
                  <a:lnTo>
                    <a:pt x="9567" y="2407"/>
                  </a:lnTo>
                  <a:lnTo>
                    <a:pt x="10650" y="2286"/>
                  </a:lnTo>
                  <a:lnTo>
                    <a:pt x="11813" y="2186"/>
                  </a:lnTo>
                  <a:lnTo>
                    <a:pt x="14300" y="1986"/>
                  </a:lnTo>
                  <a:lnTo>
                    <a:pt x="16305" y="1845"/>
                  </a:lnTo>
                  <a:lnTo>
                    <a:pt x="18351" y="1725"/>
                  </a:lnTo>
                  <a:lnTo>
                    <a:pt x="19333" y="1685"/>
                  </a:lnTo>
                  <a:lnTo>
                    <a:pt x="19975" y="1645"/>
                  </a:lnTo>
                  <a:lnTo>
                    <a:pt x="23846" y="1444"/>
                  </a:lnTo>
                  <a:lnTo>
                    <a:pt x="28217" y="1223"/>
                  </a:lnTo>
                  <a:lnTo>
                    <a:pt x="29581" y="1163"/>
                  </a:lnTo>
                  <a:lnTo>
                    <a:pt x="30022" y="1123"/>
                  </a:lnTo>
                  <a:lnTo>
                    <a:pt x="30263" y="1103"/>
                  </a:lnTo>
                  <a:lnTo>
                    <a:pt x="30363" y="1063"/>
                  </a:lnTo>
                  <a:lnTo>
                    <a:pt x="30484" y="1023"/>
                  </a:lnTo>
                  <a:lnTo>
                    <a:pt x="30684" y="903"/>
                  </a:lnTo>
                  <a:lnTo>
                    <a:pt x="30865" y="762"/>
                  </a:lnTo>
                  <a:lnTo>
                    <a:pt x="31005" y="622"/>
                  </a:lnTo>
                  <a:lnTo>
                    <a:pt x="31045" y="542"/>
                  </a:lnTo>
                  <a:lnTo>
                    <a:pt x="31085" y="461"/>
                  </a:lnTo>
                  <a:lnTo>
                    <a:pt x="31085" y="381"/>
                  </a:lnTo>
                  <a:lnTo>
                    <a:pt x="31085" y="301"/>
                  </a:lnTo>
                  <a:lnTo>
                    <a:pt x="31065" y="241"/>
                  </a:lnTo>
                  <a:lnTo>
                    <a:pt x="31005" y="181"/>
                  </a:lnTo>
                  <a:lnTo>
                    <a:pt x="30925" y="120"/>
                  </a:lnTo>
                  <a:lnTo>
                    <a:pt x="30825" y="80"/>
                  </a:lnTo>
                  <a:lnTo>
                    <a:pt x="30644" y="40"/>
                  </a:lnTo>
                  <a:lnTo>
                    <a:pt x="30383" y="20"/>
                  </a:lnTo>
                  <a:lnTo>
                    <a:pt x="295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35">
              <a:extLst>
                <a:ext uri="{FF2B5EF4-FFF2-40B4-BE49-F238E27FC236}">
                  <a16:creationId xmlns:a16="http://schemas.microsoft.com/office/drawing/2014/main" id="{95C4BCCD-984D-E3FC-4C7F-0E0EEC1BEC98}"/>
                </a:ext>
              </a:extLst>
            </p:cNvPr>
            <p:cNvSpPr/>
            <p:nvPr/>
          </p:nvSpPr>
          <p:spPr>
            <a:xfrm>
              <a:off x="11469125" y="4302863"/>
              <a:ext cx="777150" cy="103300"/>
            </a:xfrm>
            <a:custGeom>
              <a:avLst/>
              <a:gdLst/>
              <a:ahLst/>
              <a:cxnLst/>
              <a:rect l="l" t="t" r="r" b="b"/>
              <a:pathLst>
                <a:path w="31086" h="4132" fill="none" extrusionOk="0">
                  <a:moveTo>
                    <a:pt x="30263" y="1103"/>
                  </a:moveTo>
                  <a:lnTo>
                    <a:pt x="30263" y="1103"/>
                  </a:lnTo>
                  <a:lnTo>
                    <a:pt x="30022" y="1123"/>
                  </a:lnTo>
                  <a:lnTo>
                    <a:pt x="29581" y="1163"/>
                  </a:lnTo>
                  <a:lnTo>
                    <a:pt x="28217" y="1223"/>
                  </a:lnTo>
                  <a:lnTo>
                    <a:pt x="23846" y="1444"/>
                  </a:lnTo>
                  <a:lnTo>
                    <a:pt x="23846" y="1444"/>
                  </a:lnTo>
                  <a:lnTo>
                    <a:pt x="19975" y="1645"/>
                  </a:lnTo>
                  <a:lnTo>
                    <a:pt x="19975" y="1645"/>
                  </a:lnTo>
                  <a:lnTo>
                    <a:pt x="19333" y="1685"/>
                  </a:lnTo>
                  <a:lnTo>
                    <a:pt x="19333" y="1685"/>
                  </a:lnTo>
                  <a:lnTo>
                    <a:pt x="18351" y="1725"/>
                  </a:lnTo>
                  <a:lnTo>
                    <a:pt x="18351" y="1725"/>
                  </a:lnTo>
                  <a:lnTo>
                    <a:pt x="16305" y="1845"/>
                  </a:lnTo>
                  <a:lnTo>
                    <a:pt x="14300" y="1986"/>
                  </a:lnTo>
                  <a:lnTo>
                    <a:pt x="14300" y="1986"/>
                  </a:lnTo>
                  <a:lnTo>
                    <a:pt x="11813" y="2186"/>
                  </a:lnTo>
                  <a:lnTo>
                    <a:pt x="10650" y="2286"/>
                  </a:lnTo>
                  <a:lnTo>
                    <a:pt x="9567" y="2407"/>
                  </a:lnTo>
                  <a:lnTo>
                    <a:pt x="8584" y="2527"/>
                  </a:lnTo>
                  <a:lnTo>
                    <a:pt x="7702" y="2647"/>
                  </a:lnTo>
                  <a:lnTo>
                    <a:pt x="6940" y="2768"/>
                  </a:lnTo>
                  <a:lnTo>
                    <a:pt x="6318" y="2908"/>
                  </a:lnTo>
                  <a:lnTo>
                    <a:pt x="6318" y="2908"/>
                  </a:lnTo>
                  <a:lnTo>
                    <a:pt x="6017" y="2988"/>
                  </a:lnTo>
                  <a:lnTo>
                    <a:pt x="5696" y="3089"/>
                  </a:lnTo>
                  <a:lnTo>
                    <a:pt x="5034" y="3329"/>
                  </a:lnTo>
                  <a:lnTo>
                    <a:pt x="4313" y="3610"/>
                  </a:lnTo>
                  <a:lnTo>
                    <a:pt x="3591" y="3851"/>
                  </a:lnTo>
                  <a:lnTo>
                    <a:pt x="3230" y="3971"/>
                  </a:lnTo>
                  <a:lnTo>
                    <a:pt x="2869" y="4051"/>
                  </a:lnTo>
                  <a:lnTo>
                    <a:pt x="2528" y="4111"/>
                  </a:lnTo>
                  <a:lnTo>
                    <a:pt x="2167" y="4131"/>
                  </a:lnTo>
                  <a:lnTo>
                    <a:pt x="1826" y="4131"/>
                  </a:lnTo>
                  <a:lnTo>
                    <a:pt x="1485" y="4071"/>
                  </a:lnTo>
                  <a:lnTo>
                    <a:pt x="1324" y="4031"/>
                  </a:lnTo>
                  <a:lnTo>
                    <a:pt x="1164" y="3991"/>
                  </a:lnTo>
                  <a:lnTo>
                    <a:pt x="1004" y="3911"/>
                  </a:lnTo>
                  <a:lnTo>
                    <a:pt x="843" y="3831"/>
                  </a:lnTo>
                  <a:lnTo>
                    <a:pt x="843" y="3831"/>
                  </a:lnTo>
                  <a:lnTo>
                    <a:pt x="703" y="3750"/>
                  </a:lnTo>
                  <a:lnTo>
                    <a:pt x="582" y="3630"/>
                  </a:lnTo>
                  <a:lnTo>
                    <a:pt x="462" y="3530"/>
                  </a:lnTo>
                  <a:lnTo>
                    <a:pt x="342" y="3389"/>
                  </a:lnTo>
                  <a:lnTo>
                    <a:pt x="241" y="3249"/>
                  </a:lnTo>
                  <a:lnTo>
                    <a:pt x="161" y="3109"/>
                  </a:lnTo>
                  <a:lnTo>
                    <a:pt x="101" y="2948"/>
                  </a:lnTo>
                  <a:lnTo>
                    <a:pt x="61" y="2788"/>
                  </a:lnTo>
                  <a:lnTo>
                    <a:pt x="21" y="2627"/>
                  </a:lnTo>
                  <a:lnTo>
                    <a:pt x="1" y="2467"/>
                  </a:lnTo>
                  <a:lnTo>
                    <a:pt x="21" y="2286"/>
                  </a:lnTo>
                  <a:lnTo>
                    <a:pt x="41" y="2126"/>
                  </a:lnTo>
                  <a:lnTo>
                    <a:pt x="81" y="1965"/>
                  </a:lnTo>
                  <a:lnTo>
                    <a:pt x="161" y="1825"/>
                  </a:lnTo>
                  <a:lnTo>
                    <a:pt x="241" y="1665"/>
                  </a:lnTo>
                  <a:lnTo>
                    <a:pt x="362" y="1544"/>
                  </a:lnTo>
                  <a:lnTo>
                    <a:pt x="362" y="1544"/>
                  </a:lnTo>
                  <a:lnTo>
                    <a:pt x="522" y="1404"/>
                  </a:lnTo>
                  <a:lnTo>
                    <a:pt x="703" y="1284"/>
                  </a:lnTo>
                  <a:lnTo>
                    <a:pt x="923" y="1183"/>
                  </a:lnTo>
                  <a:lnTo>
                    <a:pt x="1164" y="1103"/>
                  </a:lnTo>
                  <a:lnTo>
                    <a:pt x="1405" y="1023"/>
                  </a:lnTo>
                  <a:lnTo>
                    <a:pt x="1625" y="963"/>
                  </a:lnTo>
                  <a:lnTo>
                    <a:pt x="2046" y="883"/>
                  </a:lnTo>
                  <a:lnTo>
                    <a:pt x="2046" y="883"/>
                  </a:lnTo>
                  <a:lnTo>
                    <a:pt x="2046" y="883"/>
                  </a:lnTo>
                  <a:lnTo>
                    <a:pt x="2367" y="842"/>
                  </a:lnTo>
                  <a:lnTo>
                    <a:pt x="2668" y="842"/>
                  </a:lnTo>
                  <a:lnTo>
                    <a:pt x="2969" y="842"/>
                  </a:lnTo>
                  <a:lnTo>
                    <a:pt x="3270" y="862"/>
                  </a:lnTo>
                  <a:lnTo>
                    <a:pt x="3851" y="943"/>
                  </a:lnTo>
                  <a:lnTo>
                    <a:pt x="4453" y="1043"/>
                  </a:lnTo>
                  <a:lnTo>
                    <a:pt x="5055" y="1143"/>
                  </a:lnTo>
                  <a:lnTo>
                    <a:pt x="5676" y="1264"/>
                  </a:lnTo>
                  <a:lnTo>
                    <a:pt x="6318" y="1344"/>
                  </a:lnTo>
                  <a:lnTo>
                    <a:pt x="6659" y="1384"/>
                  </a:lnTo>
                  <a:lnTo>
                    <a:pt x="7000" y="1404"/>
                  </a:lnTo>
                  <a:lnTo>
                    <a:pt x="7000" y="1404"/>
                  </a:lnTo>
                  <a:lnTo>
                    <a:pt x="13939" y="903"/>
                  </a:lnTo>
                  <a:lnTo>
                    <a:pt x="13939" y="903"/>
                  </a:lnTo>
                  <a:lnTo>
                    <a:pt x="18150" y="602"/>
                  </a:lnTo>
                  <a:lnTo>
                    <a:pt x="18150" y="602"/>
                  </a:lnTo>
                  <a:lnTo>
                    <a:pt x="19193" y="542"/>
                  </a:lnTo>
                  <a:lnTo>
                    <a:pt x="19193" y="542"/>
                  </a:lnTo>
                  <a:lnTo>
                    <a:pt x="19815" y="481"/>
                  </a:lnTo>
                  <a:lnTo>
                    <a:pt x="19815" y="481"/>
                  </a:lnTo>
                  <a:lnTo>
                    <a:pt x="23725" y="241"/>
                  </a:lnTo>
                  <a:lnTo>
                    <a:pt x="25510" y="141"/>
                  </a:lnTo>
                  <a:lnTo>
                    <a:pt x="27094" y="60"/>
                  </a:lnTo>
                  <a:lnTo>
                    <a:pt x="28478" y="20"/>
                  </a:lnTo>
                  <a:lnTo>
                    <a:pt x="29581" y="0"/>
                  </a:lnTo>
                  <a:lnTo>
                    <a:pt x="30383" y="20"/>
                  </a:lnTo>
                  <a:lnTo>
                    <a:pt x="30644" y="40"/>
                  </a:lnTo>
                  <a:lnTo>
                    <a:pt x="30825" y="80"/>
                  </a:lnTo>
                  <a:lnTo>
                    <a:pt x="30825" y="80"/>
                  </a:lnTo>
                  <a:lnTo>
                    <a:pt x="30925" y="120"/>
                  </a:lnTo>
                  <a:lnTo>
                    <a:pt x="31005" y="181"/>
                  </a:lnTo>
                  <a:lnTo>
                    <a:pt x="31065" y="241"/>
                  </a:lnTo>
                  <a:lnTo>
                    <a:pt x="31085" y="301"/>
                  </a:lnTo>
                  <a:lnTo>
                    <a:pt x="31085" y="381"/>
                  </a:lnTo>
                  <a:lnTo>
                    <a:pt x="31085" y="461"/>
                  </a:lnTo>
                  <a:lnTo>
                    <a:pt x="31045" y="542"/>
                  </a:lnTo>
                  <a:lnTo>
                    <a:pt x="31005" y="622"/>
                  </a:lnTo>
                  <a:lnTo>
                    <a:pt x="30865" y="762"/>
                  </a:lnTo>
                  <a:lnTo>
                    <a:pt x="30684" y="903"/>
                  </a:lnTo>
                  <a:lnTo>
                    <a:pt x="30484" y="1023"/>
                  </a:lnTo>
                  <a:lnTo>
                    <a:pt x="30363" y="1063"/>
                  </a:lnTo>
                  <a:lnTo>
                    <a:pt x="30263" y="11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35">
              <a:extLst>
                <a:ext uri="{FF2B5EF4-FFF2-40B4-BE49-F238E27FC236}">
                  <a16:creationId xmlns:a16="http://schemas.microsoft.com/office/drawing/2014/main" id="{445FAB9E-39CE-CE33-8F3C-784D785E7FA8}"/>
                </a:ext>
              </a:extLst>
            </p:cNvPr>
            <p:cNvSpPr/>
            <p:nvPr/>
          </p:nvSpPr>
          <p:spPr>
            <a:xfrm>
              <a:off x="11817575" y="4317888"/>
              <a:ext cx="110325" cy="34625"/>
            </a:xfrm>
            <a:custGeom>
              <a:avLst/>
              <a:gdLst/>
              <a:ahLst/>
              <a:cxnLst/>
              <a:rect l="l" t="t" r="r" b="b"/>
              <a:pathLst>
                <a:path w="4413" h="1385" extrusionOk="0">
                  <a:moveTo>
                    <a:pt x="4212" y="1"/>
                  </a:moveTo>
                  <a:lnTo>
                    <a:pt x="1" y="302"/>
                  </a:lnTo>
                  <a:lnTo>
                    <a:pt x="121" y="482"/>
                  </a:lnTo>
                  <a:lnTo>
                    <a:pt x="201" y="663"/>
                  </a:lnTo>
                  <a:lnTo>
                    <a:pt x="281" y="863"/>
                  </a:lnTo>
                  <a:lnTo>
                    <a:pt x="342" y="1084"/>
                  </a:lnTo>
                  <a:lnTo>
                    <a:pt x="362" y="1224"/>
                  </a:lnTo>
                  <a:lnTo>
                    <a:pt x="362" y="1385"/>
                  </a:lnTo>
                  <a:lnTo>
                    <a:pt x="2367" y="1244"/>
                  </a:lnTo>
                  <a:lnTo>
                    <a:pt x="4413" y="1124"/>
                  </a:lnTo>
                  <a:lnTo>
                    <a:pt x="4413" y="843"/>
                  </a:lnTo>
                  <a:lnTo>
                    <a:pt x="4373" y="542"/>
                  </a:lnTo>
                  <a:lnTo>
                    <a:pt x="4292" y="261"/>
                  </a:lnTo>
                  <a:lnTo>
                    <a:pt x="42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35">
              <a:extLst>
                <a:ext uri="{FF2B5EF4-FFF2-40B4-BE49-F238E27FC236}">
                  <a16:creationId xmlns:a16="http://schemas.microsoft.com/office/drawing/2014/main" id="{EBEBC3C6-1DB4-FF87-0E89-886E4374A277}"/>
                </a:ext>
              </a:extLst>
            </p:cNvPr>
            <p:cNvSpPr/>
            <p:nvPr/>
          </p:nvSpPr>
          <p:spPr>
            <a:xfrm>
              <a:off x="11817575" y="4317888"/>
              <a:ext cx="110325" cy="34625"/>
            </a:xfrm>
            <a:custGeom>
              <a:avLst/>
              <a:gdLst/>
              <a:ahLst/>
              <a:cxnLst/>
              <a:rect l="l" t="t" r="r" b="b"/>
              <a:pathLst>
                <a:path w="4413" h="1385" fill="none" extrusionOk="0">
                  <a:moveTo>
                    <a:pt x="4413" y="1124"/>
                  </a:moveTo>
                  <a:lnTo>
                    <a:pt x="4413" y="1124"/>
                  </a:lnTo>
                  <a:lnTo>
                    <a:pt x="2367" y="1244"/>
                  </a:lnTo>
                  <a:lnTo>
                    <a:pt x="362" y="1385"/>
                  </a:lnTo>
                  <a:lnTo>
                    <a:pt x="362" y="1385"/>
                  </a:lnTo>
                  <a:lnTo>
                    <a:pt x="362" y="1224"/>
                  </a:lnTo>
                  <a:lnTo>
                    <a:pt x="342" y="1084"/>
                  </a:lnTo>
                  <a:lnTo>
                    <a:pt x="342" y="1084"/>
                  </a:lnTo>
                  <a:lnTo>
                    <a:pt x="281" y="863"/>
                  </a:lnTo>
                  <a:lnTo>
                    <a:pt x="201" y="663"/>
                  </a:lnTo>
                  <a:lnTo>
                    <a:pt x="121" y="482"/>
                  </a:lnTo>
                  <a:lnTo>
                    <a:pt x="1" y="302"/>
                  </a:lnTo>
                  <a:lnTo>
                    <a:pt x="1" y="302"/>
                  </a:lnTo>
                  <a:lnTo>
                    <a:pt x="4212" y="1"/>
                  </a:lnTo>
                  <a:lnTo>
                    <a:pt x="4212" y="1"/>
                  </a:lnTo>
                  <a:lnTo>
                    <a:pt x="4292" y="261"/>
                  </a:lnTo>
                  <a:lnTo>
                    <a:pt x="4373" y="542"/>
                  </a:lnTo>
                  <a:lnTo>
                    <a:pt x="4413" y="843"/>
                  </a:lnTo>
                  <a:lnTo>
                    <a:pt x="4413" y="112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35">
              <a:extLst>
                <a:ext uri="{FF2B5EF4-FFF2-40B4-BE49-F238E27FC236}">
                  <a16:creationId xmlns:a16="http://schemas.microsoft.com/office/drawing/2014/main" id="{B6D9B249-A51A-37F6-4288-819796FA1DB1}"/>
                </a:ext>
              </a:extLst>
            </p:cNvPr>
            <p:cNvSpPr/>
            <p:nvPr/>
          </p:nvSpPr>
          <p:spPr>
            <a:xfrm>
              <a:off x="11469125" y="4324913"/>
              <a:ext cx="596150" cy="81250"/>
            </a:xfrm>
            <a:custGeom>
              <a:avLst/>
              <a:gdLst/>
              <a:ahLst/>
              <a:cxnLst/>
              <a:rect l="l" t="t" r="r" b="b"/>
              <a:pathLst>
                <a:path w="23846" h="3250" extrusionOk="0">
                  <a:moveTo>
                    <a:pt x="2026" y="1"/>
                  </a:moveTo>
                  <a:lnTo>
                    <a:pt x="2018" y="6"/>
                  </a:lnTo>
                  <a:lnTo>
                    <a:pt x="2018" y="6"/>
                  </a:lnTo>
                  <a:lnTo>
                    <a:pt x="2046" y="1"/>
                  </a:lnTo>
                  <a:close/>
                  <a:moveTo>
                    <a:pt x="21259" y="482"/>
                  </a:moveTo>
                  <a:lnTo>
                    <a:pt x="19795" y="502"/>
                  </a:lnTo>
                  <a:lnTo>
                    <a:pt x="18351" y="542"/>
                  </a:lnTo>
                  <a:lnTo>
                    <a:pt x="18351" y="843"/>
                  </a:lnTo>
                  <a:lnTo>
                    <a:pt x="19333" y="803"/>
                  </a:lnTo>
                  <a:lnTo>
                    <a:pt x="19975" y="763"/>
                  </a:lnTo>
                  <a:lnTo>
                    <a:pt x="23846" y="562"/>
                  </a:lnTo>
                  <a:lnTo>
                    <a:pt x="23204" y="522"/>
                  </a:lnTo>
                  <a:lnTo>
                    <a:pt x="22562" y="502"/>
                  </a:lnTo>
                  <a:lnTo>
                    <a:pt x="21259" y="482"/>
                  </a:lnTo>
                  <a:close/>
                  <a:moveTo>
                    <a:pt x="2018" y="6"/>
                  </a:moveTo>
                  <a:lnTo>
                    <a:pt x="1625" y="81"/>
                  </a:lnTo>
                  <a:lnTo>
                    <a:pt x="1405" y="141"/>
                  </a:lnTo>
                  <a:lnTo>
                    <a:pt x="1164" y="221"/>
                  </a:lnTo>
                  <a:lnTo>
                    <a:pt x="923" y="301"/>
                  </a:lnTo>
                  <a:lnTo>
                    <a:pt x="703" y="402"/>
                  </a:lnTo>
                  <a:lnTo>
                    <a:pt x="522" y="522"/>
                  </a:lnTo>
                  <a:lnTo>
                    <a:pt x="362" y="662"/>
                  </a:lnTo>
                  <a:lnTo>
                    <a:pt x="282" y="743"/>
                  </a:lnTo>
                  <a:lnTo>
                    <a:pt x="201" y="863"/>
                  </a:lnTo>
                  <a:lnTo>
                    <a:pt x="141" y="963"/>
                  </a:lnTo>
                  <a:lnTo>
                    <a:pt x="101" y="1063"/>
                  </a:lnTo>
                  <a:lnTo>
                    <a:pt x="21" y="1304"/>
                  </a:lnTo>
                  <a:lnTo>
                    <a:pt x="1" y="1545"/>
                  </a:lnTo>
                  <a:lnTo>
                    <a:pt x="21" y="1745"/>
                  </a:lnTo>
                  <a:lnTo>
                    <a:pt x="61" y="1946"/>
                  </a:lnTo>
                  <a:lnTo>
                    <a:pt x="141" y="2146"/>
                  </a:lnTo>
                  <a:lnTo>
                    <a:pt x="241" y="2347"/>
                  </a:lnTo>
                  <a:lnTo>
                    <a:pt x="362" y="2527"/>
                  </a:lnTo>
                  <a:lnTo>
                    <a:pt x="502" y="2688"/>
                  </a:lnTo>
                  <a:lnTo>
                    <a:pt x="663" y="2828"/>
                  </a:lnTo>
                  <a:lnTo>
                    <a:pt x="843" y="2949"/>
                  </a:lnTo>
                  <a:lnTo>
                    <a:pt x="1144" y="3089"/>
                  </a:lnTo>
                  <a:lnTo>
                    <a:pt x="1445" y="3189"/>
                  </a:lnTo>
                  <a:lnTo>
                    <a:pt x="1746" y="3229"/>
                  </a:lnTo>
                  <a:lnTo>
                    <a:pt x="2066" y="3249"/>
                  </a:lnTo>
                  <a:lnTo>
                    <a:pt x="2327" y="3249"/>
                  </a:lnTo>
                  <a:lnTo>
                    <a:pt x="2608" y="3209"/>
                  </a:lnTo>
                  <a:lnTo>
                    <a:pt x="2869" y="3169"/>
                  </a:lnTo>
                  <a:lnTo>
                    <a:pt x="3149" y="3109"/>
                  </a:lnTo>
                  <a:lnTo>
                    <a:pt x="3711" y="2949"/>
                  </a:lnTo>
                  <a:lnTo>
                    <a:pt x="4272" y="2748"/>
                  </a:lnTo>
                  <a:lnTo>
                    <a:pt x="5335" y="2327"/>
                  </a:lnTo>
                  <a:lnTo>
                    <a:pt x="5837" y="2146"/>
                  </a:lnTo>
                  <a:lnTo>
                    <a:pt x="6318" y="2026"/>
                  </a:lnTo>
                  <a:lnTo>
                    <a:pt x="6940" y="1886"/>
                  </a:lnTo>
                  <a:lnTo>
                    <a:pt x="7702" y="1765"/>
                  </a:lnTo>
                  <a:lnTo>
                    <a:pt x="8584" y="1645"/>
                  </a:lnTo>
                  <a:lnTo>
                    <a:pt x="9567" y="1525"/>
                  </a:lnTo>
                  <a:lnTo>
                    <a:pt x="10650" y="1404"/>
                  </a:lnTo>
                  <a:lnTo>
                    <a:pt x="11813" y="1304"/>
                  </a:lnTo>
                  <a:lnTo>
                    <a:pt x="14300" y="1104"/>
                  </a:lnTo>
                  <a:lnTo>
                    <a:pt x="14300" y="943"/>
                  </a:lnTo>
                  <a:lnTo>
                    <a:pt x="14280" y="803"/>
                  </a:lnTo>
                  <a:lnTo>
                    <a:pt x="14260" y="763"/>
                  </a:lnTo>
                  <a:lnTo>
                    <a:pt x="12876" y="823"/>
                  </a:lnTo>
                  <a:lnTo>
                    <a:pt x="11472" y="863"/>
                  </a:lnTo>
                  <a:lnTo>
                    <a:pt x="10068" y="923"/>
                  </a:lnTo>
                  <a:lnTo>
                    <a:pt x="9366" y="983"/>
                  </a:lnTo>
                  <a:lnTo>
                    <a:pt x="8664" y="1043"/>
                  </a:lnTo>
                  <a:lnTo>
                    <a:pt x="7962" y="1124"/>
                  </a:lnTo>
                  <a:lnTo>
                    <a:pt x="7261" y="1224"/>
                  </a:lnTo>
                  <a:lnTo>
                    <a:pt x="6519" y="1364"/>
                  </a:lnTo>
                  <a:lnTo>
                    <a:pt x="5777" y="1505"/>
                  </a:lnTo>
                  <a:lnTo>
                    <a:pt x="5034" y="1665"/>
                  </a:lnTo>
                  <a:lnTo>
                    <a:pt x="4292" y="1805"/>
                  </a:lnTo>
                  <a:lnTo>
                    <a:pt x="3591" y="1926"/>
                  </a:lnTo>
                  <a:lnTo>
                    <a:pt x="3210" y="1986"/>
                  </a:lnTo>
                  <a:lnTo>
                    <a:pt x="2849" y="2006"/>
                  </a:lnTo>
                  <a:lnTo>
                    <a:pt x="2668" y="1986"/>
                  </a:lnTo>
                  <a:lnTo>
                    <a:pt x="2508" y="1966"/>
                  </a:lnTo>
                  <a:lnTo>
                    <a:pt x="2267" y="1926"/>
                  </a:lnTo>
                  <a:lnTo>
                    <a:pt x="2066" y="1846"/>
                  </a:lnTo>
                  <a:lnTo>
                    <a:pt x="1886" y="1765"/>
                  </a:lnTo>
                  <a:lnTo>
                    <a:pt x="1726" y="1665"/>
                  </a:lnTo>
                  <a:lnTo>
                    <a:pt x="1605" y="1545"/>
                  </a:lnTo>
                  <a:lnTo>
                    <a:pt x="1505" y="1404"/>
                  </a:lnTo>
                  <a:lnTo>
                    <a:pt x="1445" y="1284"/>
                  </a:lnTo>
                  <a:lnTo>
                    <a:pt x="1385" y="1124"/>
                  </a:lnTo>
                  <a:lnTo>
                    <a:pt x="1365" y="983"/>
                  </a:lnTo>
                  <a:lnTo>
                    <a:pt x="1385" y="823"/>
                  </a:lnTo>
                  <a:lnTo>
                    <a:pt x="1425" y="682"/>
                  </a:lnTo>
                  <a:lnTo>
                    <a:pt x="1485" y="542"/>
                  </a:lnTo>
                  <a:lnTo>
                    <a:pt x="1585" y="382"/>
                  </a:lnTo>
                  <a:lnTo>
                    <a:pt x="1705" y="261"/>
                  </a:lnTo>
                  <a:lnTo>
                    <a:pt x="1846" y="121"/>
                  </a:lnTo>
                  <a:lnTo>
                    <a:pt x="2018" y="6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35">
              <a:extLst>
                <a:ext uri="{FF2B5EF4-FFF2-40B4-BE49-F238E27FC236}">
                  <a16:creationId xmlns:a16="http://schemas.microsoft.com/office/drawing/2014/main" id="{5AA8DC7F-E502-15C5-4D33-6B2EC73D6A8B}"/>
                </a:ext>
              </a:extLst>
            </p:cNvPr>
            <p:cNvSpPr/>
            <p:nvPr/>
          </p:nvSpPr>
          <p:spPr>
            <a:xfrm>
              <a:off x="11825600" y="4338463"/>
              <a:ext cx="102300" cy="14050"/>
            </a:xfrm>
            <a:custGeom>
              <a:avLst/>
              <a:gdLst/>
              <a:ahLst/>
              <a:cxnLst/>
              <a:rect l="l" t="t" r="r" b="b"/>
              <a:pathLst>
                <a:path w="4092" h="562" extrusionOk="0">
                  <a:moveTo>
                    <a:pt x="4092" y="0"/>
                  </a:moveTo>
                  <a:lnTo>
                    <a:pt x="2046" y="100"/>
                  </a:lnTo>
                  <a:lnTo>
                    <a:pt x="1" y="221"/>
                  </a:lnTo>
                  <a:lnTo>
                    <a:pt x="21" y="261"/>
                  </a:lnTo>
                  <a:lnTo>
                    <a:pt x="41" y="401"/>
                  </a:lnTo>
                  <a:lnTo>
                    <a:pt x="41" y="562"/>
                  </a:lnTo>
                  <a:lnTo>
                    <a:pt x="3209" y="361"/>
                  </a:lnTo>
                  <a:lnTo>
                    <a:pt x="4092" y="301"/>
                  </a:lnTo>
                  <a:lnTo>
                    <a:pt x="409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61" name="Google Shape;7461;p35">
            <a:extLst>
              <a:ext uri="{FF2B5EF4-FFF2-40B4-BE49-F238E27FC236}">
                <a16:creationId xmlns:a16="http://schemas.microsoft.com/office/drawing/2014/main" id="{0492774B-54BE-20CF-CCC7-BA1154C967F4}"/>
              </a:ext>
            </a:extLst>
          </p:cNvPr>
          <p:cNvGrpSpPr/>
          <p:nvPr/>
        </p:nvGrpSpPr>
        <p:grpSpPr>
          <a:xfrm>
            <a:off x="7563331" y="3964350"/>
            <a:ext cx="1445336" cy="1115411"/>
            <a:chOff x="12761825" y="3127225"/>
            <a:chExt cx="2554500" cy="1971388"/>
          </a:xfrm>
        </p:grpSpPr>
        <p:sp>
          <p:nvSpPr>
            <p:cNvPr id="7462" name="Google Shape;7462;p35">
              <a:extLst>
                <a:ext uri="{FF2B5EF4-FFF2-40B4-BE49-F238E27FC236}">
                  <a16:creationId xmlns:a16="http://schemas.microsoft.com/office/drawing/2014/main" id="{BCF4C8B1-8B9B-6CCD-01CC-06215252BEF2}"/>
                </a:ext>
              </a:extLst>
            </p:cNvPr>
            <p:cNvSpPr/>
            <p:nvPr/>
          </p:nvSpPr>
          <p:spPr>
            <a:xfrm>
              <a:off x="12761825" y="4921613"/>
              <a:ext cx="2554500" cy="1770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35">
              <a:extLst>
                <a:ext uri="{FF2B5EF4-FFF2-40B4-BE49-F238E27FC236}">
                  <a16:creationId xmlns:a16="http://schemas.microsoft.com/office/drawing/2014/main" id="{1D6BF166-D282-7ABF-B0EC-99AFD57AD2B1}"/>
                </a:ext>
              </a:extLst>
            </p:cNvPr>
            <p:cNvSpPr/>
            <p:nvPr/>
          </p:nvSpPr>
          <p:spPr>
            <a:xfrm>
              <a:off x="13559425" y="3153675"/>
              <a:ext cx="384100" cy="241500"/>
            </a:xfrm>
            <a:custGeom>
              <a:avLst/>
              <a:gdLst/>
              <a:ahLst/>
              <a:cxnLst/>
              <a:rect l="l" t="t" r="r" b="b"/>
              <a:pathLst>
                <a:path w="15364" h="9660" extrusionOk="0">
                  <a:moveTo>
                    <a:pt x="3544" y="1"/>
                  </a:moveTo>
                  <a:lnTo>
                    <a:pt x="2701" y="23"/>
                  </a:lnTo>
                  <a:lnTo>
                    <a:pt x="1837" y="87"/>
                  </a:lnTo>
                  <a:lnTo>
                    <a:pt x="929" y="174"/>
                  </a:lnTo>
                  <a:lnTo>
                    <a:pt x="0" y="325"/>
                  </a:lnTo>
                  <a:lnTo>
                    <a:pt x="454" y="2940"/>
                  </a:lnTo>
                  <a:lnTo>
                    <a:pt x="1275" y="2832"/>
                  </a:lnTo>
                  <a:lnTo>
                    <a:pt x="2075" y="2745"/>
                  </a:lnTo>
                  <a:lnTo>
                    <a:pt x="2831" y="2680"/>
                  </a:lnTo>
                  <a:lnTo>
                    <a:pt x="3544" y="2659"/>
                  </a:lnTo>
                  <a:lnTo>
                    <a:pt x="4322" y="2680"/>
                  </a:lnTo>
                  <a:lnTo>
                    <a:pt x="5056" y="2745"/>
                  </a:lnTo>
                  <a:lnTo>
                    <a:pt x="5726" y="2853"/>
                  </a:lnTo>
                  <a:lnTo>
                    <a:pt x="6374" y="2983"/>
                  </a:lnTo>
                  <a:lnTo>
                    <a:pt x="6893" y="3112"/>
                  </a:lnTo>
                  <a:lnTo>
                    <a:pt x="7390" y="3285"/>
                  </a:lnTo>
                  <a:lnTo>
                    <a:pt x="7844" y="3458"/>
                  </a:lnTo>
                  <a:lnTo>
                    <a:pt x="8276" y="3653"/>
                  </a:lnTo>
                  <a:lnTo>
                    <a:pt x="8622" y="3847"/>
                  </a:lnTo>
                  <a:lnTo>
                    <a:pt x="8967" y="4042"/>
                  </a:lnTo>
                  <a:lnTo>
                    <a:pt x="9270" y="4258"/>
                  </a:lnTo>
                  <a:lnTo>
                    <a:pt x="9572" y="4474"/>
                  </a:lnTo>
                  <a:lnTo>
                    <a:pt x="9853" y="4690"/>
                  </a:lnTo>
                  <a:lnTo>
                    <a:pt x="10113" y="4928"/>
                  </a:lnTo>
                  <a:lnTo>
                    <a:pt x="10372" y="5165"/>
                  </a:lnTo>
                  <a:lnTo>
                    <a:pt x="10588" y="5403"/>
                  </a:lnTo>
                  <a:lnTo>
                    <a:pt x="10912" y="5770"/>
                  </a:lnTo>
                  <a:lnTo>
                    <a:pt x="11193" y="6138"/>
                  </a:lnTo>
                  <a:lnTo>
                    <a:pt x="11452" y="6526"/>
                  </a:lnTo>
                  <a:lnTo>
                    <a:pt x="11690" y="6894"/>
                  </a:lnTo>
                  <a:lnTo>
                    <a:pt x="11971" y="7456"/>
                  </a:lnTo>
                  <a:lnTo>
                    <a:pt x="12208" y="7974"/>
                  </a:lnTo>
                  <a:lnTo>
                    <a:pt x="12381" y="8450"/>
                  </a:lnTo>
                  <a:lnTo>
                    <a:pt x="12533" y="8882"/>
                  </a:lnTo>
                  <a:lnTo>
                    <a:pt x="12619" y="9206"/>
                  </a:lnTo>
                  <a:lnTo>
                    <a:pt x="12684" y="9465"/>
                  </a:lnTo>
                  <a:lnTo>
                    <a:pt x="12705" y="9616"/>
                  </a:lnTo>
                  <a:lnTo>
                    <a:pt x="12705" y="9638"/>
                  </a:lnTo>
                  <a:lnTo>
                    <a:pt x="15363" y="9292"/>
                  </a:lnTo>
                  <a:lnTo>
                    <a:pt x="15277" y="8838"/>
                  </a:lnTo>
                  <a:lnTo>
                    <a:pt x="15147" y="8363"/>
                  </a:lnTo>
                  <a:lnTo>
                    <a:pt x="14974" y="7780"/>
                  </a:lnTo>
                  <a:lnTo>
                    <a:pt x="14801" y="7261"/>
                  </a:lnTo>
                  <a:lnTo>
                    <a:pt x="14564" y="6699"/>
                  </a:lnTo>
                  <a:lnTo>
                    <a:pt x="14283" y="6116"/>
                  </a:lnTo>
                  <a:lnTo>
                    <a:pt x="13937" y="5489"/>
                  </a:lnTo>
                  <a:lnTo>
                    <a:pt x="13656" y="4992"/>
                  </a:lnTo>
                  <a:lnTo>
                    <a:pt x="13310" y="4517"/>
                  </a:lnTo>
                  <a:lnTo>
                    <a:pt x="12943" y="4020"/>
                  </a:lnTo>
                  <a:lnTo>
                    <a:pt x="12511" y="3545"/>
                  </a:lnTo>
                  <a:lnTo>
                    <a:pt x="12165" y="3199"/>
                  </a:lnTo>
                  <a:lnTo>
                    <a:pt x="11798" y="2853"/>
                  </a:lnTo>
                  <a:lnTo>
                    <a:pt x="11387" y="2507"/>
                  </a:lnTo>
                  <a:lnTo>
                    <a:pt x="10977" y="2183"/>
                  </a:lnTo>
                  <a:lnTo>
                    <a:pt x="10523" y="1859"/>
                  </a:lnTo>
                  <a:lnTo>
                    <a:pt x="10026" y="1578"/>
                  </a:lnTo>
                  <a:lnTo>
                    <a:pt x="9508" y="1297"/>
                  </a:lnTo>
                  <a:lnTo>
                    <a:pt x="8967" y="1038"/>
                  </a:lnTo>
                  <a:lnTo>
                    <a:pt x="8406" y="822"/>
                  </a:lnTo>
                  <a:lnTo>
                    <a:pt x="7801" y="606"/>
                  </a:lnTo>
                  <a:lnTo>
                    <a:pt x="7152" y="433"/>
                  </a:lnTo>
                  <a:lnTo>
                    <a:pt x="6504" y="282"/>
                  </a:lnTo>
                  <a:lnTo>
                    <a:pt x="5813" y="152"/>
                  </a:lnTo>
                  <a:lnTo>
                    <a:pt x="5078" y="66"/>
                  </a:lnTo>
                  <a:lnTo>
                    <a:pt x="4322" y="23"/>
                  </a:lnTo>
                  <a:lnTo>
                    <a:pt x="3544" y="1"/>
                  </a:lnTo>
                  <a:close/>
                  <a:moveTo>
                    <a:pt x="13894" y="9487"/>
                  </a:moveTo>
                  <a:lnTo>
                    <a:pt x="12705" y="9638"/>
                  </a:lnTo>
                  <a:lnTo>
                    <a:pt x="12705" y="9660"/>
                  </a:lnTo>
                  <a:lnTo>
                    <a:pt x="13894" y="948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35">
              <a:extLst>
                <a:ext uri="{FF2B5EF4-FFF2-40B4-BE49-F238E27FC236}">
                  <a16:creationId xmlns:a16="http://schemas.microsoft.com/office/drawing/2014/main" id="{3D7F76E5-9F1E-F7BC-0DBA-B0D4A018372C}"/>
                </a:ext>
              </a:extLst>
            </p:cNvPr>
            <p:cNvSpPr/>
            <p:nvPr/>
          </p:nvSpPr>
          <p:spPr>
            <a:xfrm>
              <a:off x="12808025" y="4457700"/>
              <a:ext cx="221500" cy="227450"/>
            </a:xfrm>
            <a:custGeom>
              <a:avLst/>
              <a:gdLst/>
              <a:ahLst/>
              <a:cxnLst/>
              <a:rect l="l" t="t" r="r" b="b"/>
              <a:pathLst>
                <a:path w="8860" h="9098" extrusionOk="0">
                  <a:moveTo>
                    <a:pt x="4775" y="1"/>
                  </a:moveTo>
                  <a:lnTo>
                    <a:pt x="4343" y="130"/>
                  </a:lnTo>
                  <a:lnTo>
                    <a:pt x="3868" y="260"/>
                  </a:lnTo>
                  <a:lnTo>
                    <a:pt x="3306" y="476"/>
                  </a:lnTo>
                  <a:lnTo>
                    <a:pt x="2658" y="735"/>
                  </a:lnTo>
                  <a:lnTo>
                    <a:pt x="2334" y="908"/>
                  </a:lnTo>
                  <a:lnTo>
                    <a:pt x="1988" y="1081"/>
                  </a:lnTo>
                  <a:lnTo>
                    <a:pt x="1664" y="1254"/>
                  </a:lnTo>
                  <a:lnTo>
                    <a:pt x="1361" y="1470"/>
                  </a:lnTo>
                  <a:lnTo>
                    <a:pt x="1059" y="1686"/>
                  </a:lnTo>
                  <a:lnTo>
                    <a:pt x="800" y="1924"/>
                  </a:lnTo>
                  <a:lnTo>
                    <a:pt x="562" y="2161"/>
                  </a:lnTo>
                  <a:lnTo>
                    <a:pt x="346" y="2421"/>
                  </a:lnTo>
                  <a:lnTo>
                    <a:pt x="195" y="2702"/>
                  </a:lnTo>
                  <a:lnTo>
                    <a:pt x="130" y="2853"/>
                  </a:lnTo>
                  <a:lnTo>
                    <a:pt x="65" y="3004"/>
                  </a:lnTo>
                  <a:lnTo>
                    <a:pt x="22" y="3155"/>
                  </a:lnTo>
                  <a:lnTo>
                    <a:pt x="0" y="3328"/>
                  </a:lnTo>
                  <a:lnTo>
                    <a:pt x="0" y="3479"/>
                  </a:lnTo>
                  <a:lnTo>
                    <a:pt x="0" y="3652"/>
                  </a:lnTo>
                  <a:lnTo>
                    <a:pt x="22" y="3825"/>
                  </a:lnTo>
                  <a:lnTo>
                    <a:pt x="43" y="3998"/>
                  </a:lnTo>
                  <a:lnTo>
                    <a:pt x="108" y="4171"/>
                  </a:lnTo>
                  <a:lnTo>
                    <a:pt x="173" y="4365"/>
                  </a:lnTo>
                  <a:lnTo>
                    <a:pt x="259" y="4538"/>
                  </a:lnTo>
                  <a:lnTo>
                    <a:pt x="368" y="4733"/>
                  </a:lnTo>
                  <a:lnTo>
                    <a:pt x="497" y="4927"/>
                  </a:lnTo>
                  <a:lnTo>
                    <a:pt x="648" y="5122"/>
                  </a:lnTo>
                  <a:lnTo>
                    <a:pt x="821" y="5338"/>
                  </a:lnTo>
                  <a:lnTo>
                    <a:pt x="1016" y="5532"/>
                  </a:lnTo>
                  <a:lnTo>
                    <a:pt x="1232" y="5748"/>
                  </a:lnTo>
                  <a:lnTo>
                    <a:pt x="1470" y="5964"/>
                  </a:lnTo>
                  <a:lnTo>
                    <a:pt x="2010" y="6396"/>
                  </a:lnTo>
                  <a:lnTo>
                    <a:pt x="2658" y="6872"/>
                  </a:lnTo>
                  <a:lnTo>
                    <a:pt x="3436" y="7347"/>
                  </a:lnTo>
                  <a:lnTo>
                    <a:pt x="4300" y="7823"/>
                  </a:lnTo>
                  <a:lnTo>
                    <a:pt x="5186" y="8276"/>
                  </a:lnTo>
                  <a:lnTo>
                    <a:pt x="5942" y="8622"/>
                  </a:lnTo>
                  <a:lnTo>
                    <a:pt x="6288" y="8752"/>
                  </a:lnTo>
                  <a:lnTo>
                    <a:pt x="6612" y="8860"/>
                  </a:lnTo>
                  <a:lnTo>
                    <a:pt x="6915" y="8968"/>
                  </a:lnTo>
                  <a:lnTo>
                    <a:pt x="7174" y="9033"/>
                  </a:lnTo>
                  <a:lnTo>
                    <a:pt x="7433" y="9076"/>
                  </a:lnTo>
                  <a:lnTo>
                    <a:pt x="7649" y="9097"/>
                  </a:lnTo>
                  <a:lnTo>
                    <a:pt x="8038" y="9097"/>
                  </a:lnTo>
                  <a:lnTo>
                    <a:pt x="8211" y="9054"/>
                  </a:lnTo>
                  <a:lnTo>
                    <a:pt x="8341" y="9011"/>
                  </a:lnTo>
                  <a:lnTo>
                    <a:pt x="8470" y="8946"/>
                  </a:lnTo>
                  <a:lnTo>
                    <a:pt x="8578" y="8860"/>
                  </a:lnTo>
                  <a:lnTo>
                    <a:pt x="8665" y="8752"/>
                  </a:lnTo>
                  <a:lnTo>
                    <a:pt x="8730" y="8644"/>
                  </a:lnTo>
                  <a:lnTo>
                    <a:pt x="8794" y="8514"/>
                  </a:lnTo>
                  <a:lnTo>
                    <a:pt x="8816" y="8384"/>
                  </a:lnTo>
                  <a:lnTo>
                    <a:pt x="8838" y="8233"/>
                  </a:lnTo>
                  <a:lnTo>
                    <a:pt x="8859" y="8060"/>
                  </a:lnTo>
                  <a:lnTo>
                    <a:pt x="8838" y="7693"/>
                  </a:lnTo>
                  <a:lnTo>
                    <a:pt x="8751" y="7304"/>
                  </a:lnTo>
                  <a:lnTo>
                    <a:pt x="8622" y="6872"/>
                  </a:lnTo>
                  <a:lnTo>
                    <a:pt x="8470" y="6396"/>
                  </a:lnTo>
                  <a:lnTo>
                    <a:pt x="8276" y="5921"/>
                  </a:lnTo>
                  <a:lnTo>
                    <a:pt x="8038" y="5424"/>
                  </a:lnTo>
                  <a:lnTo>
                    <a:pt x="7801" y="4906"/>
                  </a:lnTo>
                  <a:lnTo>
                    <a:pt x="7520" y="4409"/>
                  </a:lnTo>
                  <a:lnTo>
                    <a:pt x="7239" y="3890"/>
                  </a:lnTo>
                  <a:lnTo>
                    <a:pt x="6677" y="2896"/>
                  </a:lnTo>
                  <a:lnTo>
                    <a:pt x="6094" y="1967"/>
                  </a:lnTo>
                  <a:lnTo>
                    <a:pt x="5575" y="1189"/>
                  </a:lnTo>
                  <a:lnTo>
                    <a:pt x="5164" y="562"/>
                  </a:lnTo>
                  <a:lnTo>
                    <a:pt x="47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35">
              <a:extLst>
                <a:ext uri="{FF2B5EF4-FFF2-40B4-BE49-F238E27FC236}">
                  <a16:creationId xmlns:a16="http://schemas.microsoft.com/office/drawing/2014/main" id="{8D3E1609-8869-27B1-7236-CBAFB24F28B4}"/>
                </a:ext>
              </a:extLst>
            </p:cNvPr>
            <p:cNvSpPr/>
            <p:nvPr/>
          </p:nvSpPr>
          <p:spPr>
            <a:xfrm>
              <a:off x="12876625" y="3375700"/>
              <a:ext cx="2329850" cy="1362375"/>
            </a:xfrm>
            <a:custGeom>
              <a:avLst/>
              <a:gdLst/>
              <a:ahLst/>
              <a:cxnLst/>
              <a:rect l="l" t="t" r="r" b="b"/>
              <a:pathLst>
                <a:path w="93194" h="54495" extrusionOk="0">
                  <a:moveTo>
                    <a:pt x="40385" y="1"/>
                  </a:moveTo>
                  <a:lnTo>
                    <a:pt x="38915" y="22"/>
                  </a:lnTo>
                  <a:lnTo>
                    <a:pt x="37489" y="109"/>
                  </a:lnTo>
                  <a:lnTo>
                    <a:pt x="36128" y="217"/>
                  </a:lnTo>
                  <a:lnTo>
                    <a:pt x="34832" y="368"/>
                  </a:lnTo>
                  <a:lnTo>
                    <a:pt x="33578" y="584"/>
                  </a:lnTo>
                  <a:lnTo>
                    <a:pt x="32368" y="822"/>
                  </a:lnTo>
                  <a:lnTo>
                    <a:pt x="31202" y="1103"/>
                  </a:lnTo>
                  <a:lnTo>
                    <a:pt x="30100" y="1427"/>
                  </a:lnTo>
                  <a:lnTo>
                    <a:pt x="29041" y="1773"/>
                  </a:lnTo>
                  <a:lnTo>
                    <a:pt x="28047" y="2161"/>
                  </a:lnTo>
                  <a:lnTo>
                    <a:pt x="27075" y="2594"/>
                  </a:lnTo>
                  <a:lnTo>
                    <a:pt x="26167" y="3047"/>
                  </a:lnTo>
                  <a:lnTo>
                    <a:pt x="25281" y="3523"/>
                  </a:lnTo>
                  <a:lnTo>
                    <a:pt x="24460" y="4041"/>
                  </a:lnTo>
                  <a:lnTo>
                    <a:pt x="23682" y="4581"/>
                  </a:lnTo>
                  <a:lnTo>
                    <a:pt x="22926" y="5143"/>
                  </a:lnTo>
                  <a:lnTo>
                    <a:pt x="22213" y="5748"/>
                  </a:lnTo>
                  <a:lnTo>
                    <a:pt x="21565" y="6353"/>
                  </a:lnTo>
                  <a:lnTo>
                    <a:pt x="20916" y="6980"/>
                  </a:lnTo>
                  <a:lnTo>
                    <a:pt x="20333" y="7650"/>
                  </a:lnTo>
                  <a:lnTo>
                    <a:pt x="19771" y="8320"/>
                  </a:lnTo>
                  <a:lnTo>
                    <a:pt x="19253" y="9011"/>
                  </a:lnTo>
                  <a:lnTo>
                    <a:pt x="18777" y="9702"/>
                  </a:lnTo>
                  <a:lnTo>
                    <a:pt x="18324" y="10416"/>
                  </a:lnTo>
                  <a:lnTo>
                    <a:pt x="17891" y="11150"/>
                  </a:lnTo>
                  <a:lnTo>
                    <a:pt x="17502" y="11885"/>
                  </a:lnTo>
                  <a:lnTo>
                    <a:pt x="17135" y="12641"/>
                  </a:lnTo>
                  <a:lnTo>
                    <a:pt x="16811" y="13397"/>
                  </a:lnTo>
                  <a:lnTo>
                    <a:pt x="16508" y="14154"/>
                  </a:lnTo>
                  <a:lnTo>
                    <a:pt x="16228" y="14932"/>
                  </a:lnTo>
                  <a:lnTo>
                    <a:pt x="15968" y="15709"/>
                  </a:lnTo>
                  <a:lnTo>
                    <a:pt x="15731" y="16466"/>
                  </a:lnTo>
                  <a:lnTo>
                    <a:pt x="15536" y="17244"/>
                  </a:lnTo>
                  <a:lnTo>
                    <a:pt x="15342" y="18021"/>
                  </a:lnTo>
                  <a:lnTo>
                    <a:pt x="15190" y="18778"/>
                  </a:lnTo>
                  <a:lnTo>
                    <a:pt x="15039" y="19534"/>
                  </a:lnTo>
                  <a:lnTo>
                    <a:pt x="14931" y="20290"/>
                  </a:lnTo>
                  <a:lnTo>
                    <a:pt x="14823" y="21046"/>
                  </a:lnTo>
                  <a:lnTo>
                    <a:pt x="14737" y="21781"/>
                  </a:lnTo>
                  <a:lnTo>
                    <a:pt x="14650" y="22516"/>
                  </a:lnTo>
                  <a:lnTo>
                    <a:pt x="14607" y="23229"/>
                  </a:lnTo>
                  <a:lnTo>
                    <a:pt x="14564" y="23942"/>
                  </a:lnTo>
                  <a:lnTo>
                    <a:pt x="14521" y="25303"/>
                  </a:lnTo>
                  <a:lnTo>
                    <a:pt x="14521" y="26600"/>
                  </a:lnTo>
                  <a:lnTo>
                    <a:pt x="14542" y="27788"/>
                  </a:lnTo>
                  <a:lnTo>
                    <a:pt x="14607" y="28912"/>
                  </a:lnTo>
                  <a:lnTo>
                    <a:pt x="14693" y="29906"/>
                  </a:lnTo>
                  <a:lnTo>
                    <a:pt x="14780" y="30770"/>
                  </a:lnTo>
                  <a:lnTo>
                    <a:pt x="14866" y="31526"/>
                  </a:lnTo>
                  <a:lnTo>
                    <a:pt x="15039" y="32563"/>
                  </a:lnTo>
                  <a:lnTo>
                    <a:pt x="15104" y="32931"/>
                  </a:lnTo>
                  <a:lnTo>
                    <a:pt x="14910" y="32952"/>
                  </a:lnTo>
                  <a:lnTo>
                    <a:pt x="14391" y="33017"/>
                  </a:lnTo>
                  <a:lnTo>
                    <a:pt x="13570" y="33147"/>
                  </a:lnTo>
                  <a:lnTo>
                    <a:pt x="13073" y="33255"/>
                  </a:lnTo>
                  <a:lnTo>
                    <a:pt x="12511" y="33384"/>
                  </a:lnTo>
                  <a:lnTo>
                    <a:pt x="11906" y="33536"/>
                  </a:lnTo>
                  <a:lnTo>
                    <a:pt x="11279" y="33752"/>
                  </a:lnTo>
                  <a:lnTo>
                    <a:pt x="10588" y="33989"/>
                  </a:lnTo>
                  <a:lnTo>
                    <a:pt x="9897" y="34270"/>
                  </a:lnTo>
                  <a:lnTo>
                    <a:pt x="9184" y="34594"/>
                  </a:lnTo>
                  <a:lnTo>
                    <a:pt x="8449" y="34983"/>
                  </a:lnTo>
                  <a:lnTo>
                    <a:pt x="7693" y="35415"/>
                  </a:lnTo>
                  <a:lnTo>
                    <a:pt x="6958" y="35912"/>
                  </a:lnTo>
                  <a:lnTo>
                    <a:pt x="6591" y="36172"/>
                  </a:lnTo>
                  <a:lnTo>
                    <a:pt x="6202" y="36474"/>
                  </a:lnTo>
                  <a:lnTo>
                    <a:pt x="5856" y="36755"/>
                  </a:lnTo>
                  <a:lnTo>
                    <a:pt x="5489" y="37079"/>
                  </a:lnTo>
                  <a:lnTo>
                    <a:pt x="5121" y="37425"/>
                  </a:lnTo>
                  <a:lnTo>
                    <a:pt x="4776" y="37771"/>
                  </a:lnTo>
                  <a:lnTo>
                    <a:pt x="4430" y="38138"/>
                  </a:lnTo>
                  <a:lnTo>
                    <a:pt x="4084" y="38527"/>
                  </a:lnTo>
                  <a:lnTo>
                    <a:pt x="3760" y="38937"/>
                  </a:lnTo>
                  <a:lnTo>
                    <a:pt x="3436" y="39348"/>
                  </a:lnTo>
                  <a:lnTo>
                    <a:pt x="3112" y="39802"/>
                  </a:lnTo>
                  <a:lnTo>
                    <a:pt x="2809" y="40277"/>
                  </a:lnTo>
                  <a:lnTo>
                    <a:pt x="2528" y="40753"/>
                  </a:lnTo>
                  <a:lnTo>
                    <a:pt x="2248" y="41271"/>
                  </a:lnTo>
                  <a:lnTo>
                    <a:pt x="1967" y="41790"/>
                  </a:lnTo>
                  <a:lnTo>
                    <a:pt x="1729" y="42351"/>
                  </a:lnTo>
                  <a:lnTo>
                    <a:pt x="1491" y="42913"/>
                  </a:lnTo>
                  <a:lnTo>
                    <a:pt x="1254" y="43518"/>
                  </a:lnTo>
                  <a:lnTo>
                    <a:pt x="1038" y="44123"/>
                  </a:lnTo>
                  <a:lnTo>
                    <a:pt x="865" y="44772"/>
                  </a:lnTo>
                  <a:lnTo>
                    <a:pt x="670" y="45441"/>
                  </a:lnTo>
                  <a:lnTo>
                    <a:pt x="519" y="46133"/>
                  </a:lnTo>
                  <a:lnTo>
                    <a:pt x="389" y="46846"/>
                  </a:lnTo>
                  <a:lnTo>
                    <a:pt x="260" y="47581"/>
                  </a:lnTo>
                  <a:lnTo>
                    <a:pt x="173" y="48358"/>
                  </a:lnTo>
                  <a:lnTo>
                    <a:pt x="87" y="49158"/>
                  </a:lnTo>
                  <a:lnTo>
                    <a:pt x="44" y="49979"/>
                  </a:lnTo>
                  <a:lnTo>
                    <a:pt x="0" y="50822"/>
                  </a:lnTo>
                  <a:lnTo>
                    <a:pt x="0" y="51686"/>
                  </a:lnTo>
                  <a:lnTo>
                    <a:pt x="22" y="52593"/>
                  </a:lnTo>
                  <a:lnTo>
                    <a:pt x="65" y="53523"/>
                  </a:lnTo>
                  <a:lnTo>
                    <a:pt x="130" y="54495"/>
                  </a:lnTo>
                  <a:lnTo>
                    <a:pt x="93193" y="54495"/>
                  </a:lnTo>
                  <a:lnTo>
                    <a:pt x="93193" y="54214"/>
                  </a:lnTo>
                  <a:lnTo>
                    <a:pt x="93193" y="53415"/>
                  </a:lnTo>
                  <a:lnTo>
                    <a:pt x="93172" y="52831"/>
                  </a:lnTo>
                  <a:lnTo>
                    <a:pt x="93150" y="52161"/>
                  </a:lnTo>
                  <a:lnTo>
                    <a:pt x="93085" y="51405"/>
                  </a:lnTo>
                  <a:lnTo>
                    <a:pt x="92999" y="50562"/>
                  </a:lnTo>
                  <a:lnTo>
                    <a:pt x="92869" y="49655"/>
                  </a:lnTo>
                  <a:lnTo>
                    <a:pt x="92696" y="48704"/>
                  </a:lnTo>
                  <a:lnTo>
                    <a:pt x="92480" y="47667"/>
                  </a:lnTo>
                  <a:lnTo>
                    <a:pt x="92221" y="46608"/>
                  </a:lnTo>
                  <a:lnTo>
                    <a:pt x="91897" y="45528"/>
                  </a:lnTo>
                  <a:lnTo>
                    <a:pt x="91724" y="44966"/>
                  </a:lnTo>
                  <a:lnTo>
                    <a:pt x="91530" y="44426"/>
                  </a:lnTo>
                  <a:lnTo>
                    <a:pt x="91314" y="43864"/>
                  </a:lnTo>
                  <a:lnTo>
                    <a:pt x="91076" y="43302"/>
                  </a:lnTo>
                  <a:lnTo>
                    <a:pt x="90817" y="42740"/>
                  </a:lnTo>
                  <a:lnTo>
                    <a:pt x="90557" y="42179"/>
                  </a:lnTo>
                  <a:lnTo>
                    <a:pt x="90255" y="41617"/>
                  </a:lnTo>
                  <a:lnTo>
                    <a:pt x="89952" y="41055"/>
                  </a:lnTo>
                  <a:lnTo>
                    <a:pt x="89628" y="40515"/>
                  </a:lnTo>
                  <a:lnTo>
                    <a:pt x="89261" y="39975"/>
                  </a:lnTo>
                  <a:lnTo>
                    <a:pt x="88894" y="39434"/>
                  </a:lnTo>
                  <a:lnTo>
                    <a:pt x="88483" y="38916"/>
                  </a:lnTo>
                  <a:lnTo>
                    <a:pt x="88072" y="38397"/>
                  </a:lnTo>
                  <a:lnTo>
                    <a:pt x="87619" y="37879"/>
                  </a:lnTo>
                  <a:lnTo>
                    <a:pt x="87143" y="37382"/>
                  </a:lnTo>
                  <a:lnTo>
                    <a:pt x="86646" y="36906"/>
                  </a:lnTo>
                  <a:lnTo>
                    <a:pt x="86128" y="36431"/>
                  </a:lnTo>
                  <a:lnTo>
                    <a:pt x="85588" y="35977"/>
                  </a:lnTo>
                  <a:lnTo>
                    <a:pt x="85004" y="35545"/>
                  </a:lnTo>
                  <a:lnTo>
                    <a:pt x="84399" y="35135"/>
                  </a:lnTo>
                  <a:lnTo>
                    <a:pt x="83751" y="34724"/>
                  </a:lnTo>
                  <a:lnTo>
                    <a:pt x="83081" y="34357"/>
                  </a:lnTo>
                  <a:lnTo>
                    <a:pt x="82390" y="34011"/>
                  </a:lnTo>
                  <a:lnTo>
                    <a:pt x="81677" y="33665"/>
                  </a:lnTo>
                  <a:lnTo>
                    <a:pt x="80899" y="33363"/>
                  </a:lnTo>
                  <a:lnTo>
                    <a:pt x="80121" y="33082"/>
                  </a:lnTo>
                  <a:lnTo>
                    <a:pt x="79300" y="32823"/>
                  </a:lnTo>
                  <a:lnTo>
                    <a:pt x="78436" y="32606"/>
                  </a:lnTo>
                  <a:lnTo>
                    <a:pt x="77528" y="32412"/>
                  </a:lnTo>
                  <a:lnTo>
                    <a:pt x="76599" y="32239"/>
                  </a:lnTo>
                  <a:lnTo>
                    <a:pt x="75648" y="32110"/>
                  </a:lnTo>
                  <a:lnTo>
                    <a:pt x="74654" y="32001"/>
                  </a:lnTo>
                  <a:lnTo>
                    <a:pt x="73595" y="31937"/>
                  </a:lnTo>
                  <a:lnTo>
                    <a:pt x="72537" y="31915"/>
                  </a:lnTo>
                  <a:lnTo>
                    <a:pt x="71413" y="31915"/>
                  </a:lnTo>
                  <a:lnTo>
                    <a:pt x="70268" y="31958"/>
                  </a:lnTo>
                  <a:lnTo>
                    <a:pt x="69058" y="32045"/>
                  </a:lnTo>
                  <a:lnTo>
                    <a:pt x="67826" y="32153"/>
                  </a:lnTo>
                  <a:lnTo>
                    <a:pt x="67826" y="32153"/>
                  </a:lnTo>
                  <a:lnTo>
                    <a:pt x="67869" y="31807"/>
                  </a:lnTo>
                  <a:lnTo>
                    <a:pt x="67978" y="30770"/>
                  </a:lnTo>
                  <a:lnTo>
                    <a:pt x="68021" y="30057"/>
                  </a:lnTo>
                  <a:lnTo>
                    <a:pt x="68042" y="29192"/>
                  </a:lnTo>
                  <a:lnTo>
                    <a:pt x="68064" y="28220"/>
                  </a:lnTo>
                  <a:lnTo>
                    <a:pt x="68042" y="27140"/>
                  </a:lnTo>
                  <a:lnTo>
                    <a:pt x="67999" y="25951"/>
                  </a:lnTo>
                  <a:lnTo>
                    <a:pt x="67913" y="24698"/>
                  </a:lnTo>
                  <a:lnTo>
                    <a:pt x="67783" y="23380"/>
                  </a:lnTo>
                  <a:lnTo>
                    <a:pt x="67697" y="22689"/>
                  </a:lnTo>
                  <a:lnTo>
                    <a:pt x="67589" y="21997"/>
                  </a:lnTo>
                  <a:lnTo>
                    <a:pt x="67481" y="21284"/>
                  </a:lnTo>
                  <a:lnTo>
                    <a:pt x="67329" y="20549"/>
                  </a:lnTo>
                  <a:lnTo>
                    <a:pt x="67178" y="19815"/>
                  </a:lnTo>
                  <a:lnTo>
                    <a:pt x="67005" y="19080"/>
                  </a:lnTo>
                  <a:lnTo>
                    <a:pt x="66832" y="18345"/>
                  </a:lnTo>
                  <a:lnTo>
                    <a:pt x="66616" y="17589"/>
                  </a:lnTo>
                  <a:lnTo>
                    <a:pt x="66379" y="16833"/>
                  </a:lnTo>
                  <a:lnTo>
                    <a:pt x="66119" y="16077"/>
                  </a:lnTo>
                  <a:lnTo>
                    <a:pt x="65838" y="15320"/>
                  </a:lnTo>
                  <a:lnTo>
                    <a:pt x="65536" y="14586"/>
                  </a:lnTo>
                  <a:lnTo>
                    <a:pt x="65212" y="13830"/>
                  </a:lnTo>
                  <a:lnTo>
                    <a:pt x="64844" y="13073"/>
                  </a:lnTo>
                  <a:lnTo>
                    <a:pt x="64477" y="12339"/>
                  </a:lnTo>
                  <a:lnTo>
                    <a:pt x="64067" y="11604"/>
                  </a:lnTo>
                  <a:lnTo>
                    <a:pt x="63613" y="10891"/>
                  </a:lnTo>
                  <a:lnTo>
                    <a:pt x="63137" y="10178"/>
                  </a:lnTo>
                  <a:lnTo>
                    <a:pt x="62640" y="9486"/>
                  </a:lnTo>
                  <a:lnTo>
                    <a:pt x="62122" y="8795"/>
                  </a:lnTo>
                  <a:lnTo>
                    <a:pt x="61538" y="8125"/>
                  </a:lnTo>
                  <a:lnTo>
                    <a:pt x="60955" y="7455"/>
                  </a:lnTo>
                  <a:lnTo>
                    <a:pt x="60307" y="6829"/>
                  </a:lnTo>
                  <a:lnTo>
                    <a:pt x="59637" y="6202"/>
                  </a:lnTo>
                  <a:lnTo>
                    <a:pt x="58924" y="5597"/>
                  </a:lnTo>
                  <a:lnTo>
                    <a:pt x="58189" y="5035"/>
                  </a:lnTo>
                  <a:lnTo>
                    <a:pt x="57411" y="4473"/>
                  </a:lnTo>
                  <a:lnTo>
                    <a:pt x="56590" y="3955"/>
                  </a:lnTo>
                  <a:lnTo>
                    <a:pt x="55726" y="3436"/>
                  </a:lnTo>
                  <a:lnTo>
                    <a:pt x="54819" y="2961"/>
                  </a:lnTo>
                  <a:lnTo>
                    <a:pt x="53868" y="2529"/>
                  </a:lnTo>
                  <a:lnTo>
                    <a:pt x="52874" y="2118"/>
                  </a:lnTo>
                  <a:lnTo>
                    <a:pt x="51837" y="1729"/>
                  </a:lnTo>
                  <a:lnTo>
                    <a:pt x="50756" y="1384"/>
                  </a:lnTo>
                  <a:lnTo>
                    <a:pt x="49633" y="1081"/>
                  </a:lnTo>
                  <a:lnTo>
                    <a:pt x="48466" y="800"/>
                  </a:lnTo>
                  <a:lnTo>
                    <a:pt x="47234" y="562"/>
                  </a:lnTo>
                  <a:lnTo>
                    <a:pt x="45981" y="368"/>
                  </a:lnTo>
                  <a:lnTo>
                    <a:pt x="44663" y="217"/>
                  </a:lnTo>
                  <a:lnTo>
                    <a:pt x="43280" y="87"/>
                  </a:lnTo>
                  <a:lnTo>
                    <a:pt x="41854" y="22"/>
                  </a:lnTo>
                  <a:lnTo>
                    <a:pt x="4038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35">
              <a:extLst>
                <a:ext uri="{FF2B5EF4-FFF2-40B4-BE49-F238E27FC236}">
                  <a16:creationId xmlns:a16="http://schemas.microsoft.com/office/drawing/2014/main" id="{FC8FCE95-0710-02AA-F6D7-ABBD7B51262C}"/>
                </a:ext>
              </a:extLst>
            </p:cNvPr>
            <p:cNvSpPr/>
            <p:nvPr/>
          </p:nvSpPr>
          <p:spPr>
            <a:xfrm>
              <a:off x="12876625" y="3375700"/>
              <a:ext cx="2329850" cy="1362375"/>
            </a:xfrm>
            <a:custGeom>
              <a:avLst/>
              <a:gdLst/>
              <a:ahLst/>
              <a:cxnLst/>
              <a:rect l="l" t="t" r="r" b="b"/>
              <a:pathLst>
                <a:path w="93194" h="54495" fill="none" extrusionOk="0">
                  <a:moveTo>
                    <a:pt x="67826" y="32153"/>
                  </a:moveTo>
                  <a:lnTo>
                    <a:pt x="67826" y="32153"/>
                  </a:lnTo>
                  <a:lnTo>
                    <a:pt x="67869" y="31807"/>
                  </a:lnTo>
                  <a:lnTo>
                    <a:pt x="67978" y="30770"/>
                  </a:lnTo>
                  <a:lnTo>
                    <a:pt x="68021" y="30057"/>
                  </a:lnTo>
                  <a:lnTo>
                    <a:pt x="68042" y="29192"/>
                  </a:lnTo>
                  <a:lnTo>
                    <a:pt x="68064" y="28220"/>
                  </a:lnTo>
                  <a:lnTo>
                    <a:pt x="68042" y="27140"/>
                  </a:lnTo>
                  <a:lnTo>
                    <a:pt x="67999" y="25951"/>
                  </a:lnTo>
                  <a:lnTo>
                    <a:pt x="67913" y="24698"/>
                  </a:lnTo>
                  <a:lnTo>
                    <a:pt x="67783" y="23380"/>
                  </a:lnTo>
                  <a:lnTo>
                    <a:pt x="67697" y="22689"/>
                  </a:lnTo>
                  <a:lnTo>
                    <a:pt x="67589" y="21997"/>
                  </a:lnTo>
                  <a:lnTo>
                    <a:pt x="67481" y="21284"/>
                  </a:lnTo>
                  <a:lnTo>
                    <a:pt x="67329" y="20549"/>
                  </a:lnTo>
                  <a:lnTo>
                    <a:pt x="67178" y="19815"/>
                  </a:lnTo>
                  <a:lnTo>
                    <a:pt x="67005" y="19080"/>
                  </a:lnTo>
                  <a:lnTo>
                    <a:pt x="66832" y="18345"/>
                  </a:lnTo>
                  <a:lnTo>
                    <a:pt x="66616" y="17589"/>
                  </a:lnTo>
                  <a:lnTo>
                    <a:pt x="66379" y="16833"/>
                  </a:lnTo>
                  <a:lnTo>
                    <a:pt x="66119" y="16077"/>
                  </a:lnTo>
                  <a:lnTo>
                    <a:pt x="65838" y="15320"/>
                  </a:lnTo>
                  <a:lnTo>
                    <a:pt x="65536" y="14586"/>
                  </a:lnTo>
                  <a:lnTo>
                    <a:pt x="65212" y="13830"/>
                  </a:lnTo>
                  <a:lnTo>
                    <a:pt x="64844" y="13073"/>
                  </a:lnTo>
                  <a:lnTo>
                    <a:pt x="64477" y="12339"/>
                  </a:lnTo>
                  <a:lnTo>
                    <a:pt x="64067" y="11604"/>
                  </a:lnTo>
                  <a:lnTo>
                    <a:pt x="63613" y="10891"/>
                  </a:lnTo>
                  <a:lnTo>
                    <a:pt x="63137" y="10178"/>
                  </a:lnTo>
                  <a:lnTo>
                    <a:pt x="62640" y="9486"/>
                  </a:lnTo>
                  <a:lnTo>
                    <a:pt x="62122" y="8795"/>
                  </a:lnTo>
                  <a:lnTo>
                    <a:pt x="61538" y="8125"/>
                  </a:lnTo>
                  <a:lnTo>
                    <a:pt x="60955" y="7455"/>
                  </a:lnTo>
                  <a:lnTo>
                    <a:pt x="60307" y="6829"/>
                  </a:lnTo>
                  <a:lnTo>
                    <a:pt x="59637" y="6202"/>
                  </a:lnTo>
                  <a:lnTo>
                    <a:pt x="58924" y="5597"/>
                  </a:lnTo>
                  <a:lnTo>
                    <a:pt x="58189" y="5035"/>
                  </a:lnTo>
                  <a:lnTo>
                    <a:pt x="57411" y="4473"/>
                  </a:lnTo>
                  <a:lnTo>
                    <a:pt x="56590" y="3955"/>
                  </a:lnTo>
                  <a:lnTo>
                    <a:pt x="55726" y="3436"/>
                  </a:lnTo>
                  <a:lnTo>
                    <a:pt x="54819" y="2961"/>
                  </a:lnTo>
                  <a:lnTo>
                    <a:pt x="53868" y="2529"/>
                  </a:lnTo>
                  <a:lnTo>
                    <a:pt x="52874" y="2118"/>
                  </a:lnTo>
                  <a:lnTo>
                    <a:pt x="51837" y="1729"/>
                  </a:lnTo>
                  <a:lnTo>
                    <a:pt x="50756" y="1384"/>
                  </a:lnTo>
                  <a:lnTo>
                    <a:pt x="49633" y="1081"/>
                  </a:lnTo>
                  <a:lnTo>
                    <a:pt x="48466" y="800"/>
                  </a:lnTo>
                  <a:lnTo>
                    <a:pt x="47234" y="562"/>
                  </a:lnTo>
                  <a:lnTo>
                    <a:pt x="45981" y="368"/>
                  </a:lnTo>
                  <a:lnTo>
                    <a:pt x="44663" y="217"/>
                  </a:lnTo>
                  <a:lnTo>
                    <a:pt x="43280" y="87"/>
                  </a:lnTo>
                  <a:lnTo>
                    <a:pt x="41854" y="22"/>
                  </a:lnTo>
                  <a:lnTo>
                    <a:pt x="40385" y="1"/>
                  </a:lnTo>
                  <a:lnTo>
                    <a:pt x="40385" y="1"/>
                  </a:lnTo>
                  <a:lnTo>
                    <a:pt x="38915" y="22"/>
                  </a:lnTo>
                  <a:lnTo>
                    <a:pt x="37489" y="109"/>
                  </a:lnTo>
                  <a:lnTo>
                    <a:pt x="36128" y="217"/>
                  </a:lnTo>
                  <a:lnTo>
                    <a:pt x="34832" y="368"/>
                  </a:lnTo>
                  <a:lnTo>
                    <a:pt x="33578" y="584"/>
                  </a:lnTo>
                  <a:lnTo>
                    <a:pt x="32368" y="822"/>
                  </a:lnTo>
                  <a:lnTo>
                    <a:pt x="31202" y="1103"/>
                  </a:lnTo>
                  <a:lnTo>
                    <a:pt x="30100" y="1427"/>
                  </a:lnTo>
                  <a:lnTo>
                    <a:pt x="29041" y="1773"/>
                  </a:lnTo>
                  <a:lnTo>
                    <a:pt x="28047" y="2161"/>
                  </a:lnTo>
                  <a:lnTo>
                    <a:pt x="27075" y="2594"/>
                  </a:lnTo>
                  <a:lnTo>
                    <a:pt x="26167" y="3047"/>
                  </a:lnTo>
                  <a:lnTo>
                    <a:pt x="25281" y="3523"/>
                  </a:lnTo>
                  <a:lnTo>
                    <a:pt x="24460" y="4041"/>
                  </a:lnTo>
                  <a:lnTo>
                    <a:pt x="23682" y="4581"/>
                  </a:lnTo>
                  <a:lnTo>
                    <a:pt x="22926" y="5143"/>
                  </a:lnTo>
                  <a:lnTo>
                    <a:pt x="22213" y="5748"/>
                  </a:lnTo>
                  <a:lnTo>
                    <a:pt x="21565" y="6353"/>
                  </a:lnTo>
                  <a:lnTo>
                    <a:pt x="20916" y="6980"/>
                  </a:lnTo>
                  <a:lnTo>
                    <a:pt x="20333" y="7650"/>
                  </a:lnTo>
                  <a:lnTo>
                    <a:pt x="19771" y="8320"/>
                  </a:lnTo>
                  <a:lnTo>
                    <a:pt x="19253" y="9011"/>
                  </a:lnTo>
                  <a:lnTo>
                    <a:pt x="18777" y="9702"/>
                  </a:lnTo>
                  <a:lnTo>
                    <a:pt x="18324" y="10416"/>
                  </a:lnTo>
                  <a:lnTo>
                    <a:pt x="17891" y="11150"/>
                  </a:lnTo>
                  <a:lnTo>
                    <a:pt x="17502" y="11885"/>
                  </a:lnTo>
                  <a:lnTo>
                    <a:pt x="17135" y="12641"/>
                  </a:lnTo>
                  <a:lnTo>
                    <a:pt x="16811" y="13397"/>
                  </a:lnTo>
                  <a:lnTo>
                    <a:pt x="16508" y="14154"/>
                  </a:lnTo>
                  <a:lnTo>
                    <a:pt x="16228" y="14932"/>
                  </a:lnTo>
                  <a:lnTo>
                    <a:pt x="15968" y="15709"/>
                  </a:lnTo>
                  <a:lnTo>
                    <a:pt x="15731" y="16466"/>
                  </a:lnTo>
                  <a:lnTo>
                    <a:pt x="15536" y="17244"/>
                  </a:lnTo>
                  <a:lnTo>
                    <a:pt x="15342" y="18021"/>
                  </a:lnTo>
                  <a:lnTo>
                    <a:pt x="15190" y="18778"/>
                  </a:lnTo>
                  <a:lnTo>
                    <a:pt x="15039" y="19534"/>
                  </a:lnTo>
                  <a:lnTo>
                    <a:pt x="14931" y="20290"/>
                  </a:lnTo>
                  <a:lnTo>
                    <a:pt x="14823" y="21046"/>
                  </a:lnTo>
                  <a:lnTo>
                    <a:pt x="14737" y="21781"/>
                  </a:lnTo>
                  <a:lnTo>
                    <a:pt x="14650" y="22516"/>
                  </a:lnTo>
                  <a:lnTo>
                    <a:pt x="14607" y="23229"/>
                  </a:lnTo>
                  <a:lnTo>
                    <a:pt x="14564" y="23942"/>
                  </a:lnTo>
                  <a:lnTo>
                    <a:pt x="14521" y="25303"/>
                  </a:lnTo>
                  <a:lnTo>
                    <a:pt x="14521" y="26600"/>
                  </a:lnTo>
                  <a:lnTo>
                    <a:pt x="14542" y="27788"/>
                  </a:lnTo>
                  <a:lnTo>
                    <a:pt x="14607" y="28912"/>
                  </a:lnTo>
                  <a:lnTo>
                    <a:pt x="14693" y="29906"/>
                  </a:lnTo>
                  <a:lnTo>
                    <a:pt x="14780" y="30770"/>
                  </a:lnTo>
                  <a:lnTo>
                    <a:pt x="14866" y="31526"/>
                  </a:lnTo>
                  <a:lnTo>
                    <a:pt x="15039" y="32563"/>
                  </a:lnTo>
                  <a:lnTo>
                    <a:pt x="15104" y="32931"/>
                  </a:lnTo>
                  <a:lnTo>
                    <a:pt x="15104" y="32931"/>
                  </a:lnTo>
                  <a:lnTo>
                    <a:pt x="14910" y="32952"/>
                  </a:lnTo>
                  <a:lnTo>
                    <a:pt x="14391" y="33017"/>
                  </a:lnTo>
                  <a:lnTo>
                    <a:pt x="13570" y="33147"/>
                  </a:lnTo>
                  <a:lnTo>
                    <a:pt x="13073" y="33255"/>
                  </a:lnTo>
                  <a:lnTo>
                    <a:pt x="12511" y="33384"/>
                  </a:lnTo>
                  <a:lnTo>
                    <a:pt x="11906" y="33536"/>
                  </a:lnTo>
                  <a:lnTo>
                    <a:pt x="11279" y="33752"/>
                  </a:lnTo>
                  <a:lnTo>
                    <a:pt x="10588" y="33989"/>
                  </a:lnTo>
                  <a:lnTo>
                    <a:pt x="9897" y="34270"/>
                  </a:lnTo>
                  <a:lnTo>
                    <a:pt x="9184" y="34594"/>
                  </a:lnTo>
                  <a:lnTo>
                    <a:pt x="8449" y="34983"/>
                  </a:lnTo>
                  <a:lnTo>
                    <a:pt x="7693" y="35415"/>
                  </a:lnTo>
                  <a:lnTo>
                    <a:pt x="6958" y="35912"/>
                  </a:lnTo>
                  <a:lnTo>
                    <a:pt x="6591" y="36172"/>
                  </a:lnTo>
                  <a:lnTo>
                    <a:pt x="6202" y="36474"/>
                  </a:lnTo>
                  <a:lnTo>
                    <a:pt x="5856" y="36755"/>
                  </a:lnTo>
                  <a:lnTo>
                    <a:pt x="5489" y="37079"/>
                  </a:lnTo>
                  <a:lnTo>
                    <a:pt x="5121" y="37425"/>
                  </a:lnTo>
                  <a:lnTo>
                    <a:pt x="4776" y="37771"/>
                  </a:lnTo>
                  <a:lnTo>
                    <a:pt x="4430" y="38138"/>
                  </a:lnTo>
                  <a:lnTo>
                    <a:pt x="4084" y="38527"/>
                  </a:lnTo>
                  <a:lnTo>
                    <a:pt x="3760" y="38937"/>
                  </a:lnTo>
                  <a:lnTo>
                    <a:pt x="3436" y="39348"/>
                  </a:lnTo>
                  <a:lnTo>
                    <a:pt x="3112" y="39802"/>
                  </a:lnTo>
                  <a:lnTo>
                    <a:pt x="2809" y="40277"/>
                  </a:lnTo>
                  <a:lnTo>
                    <a:pt x="2528" y="40753"/>
                  </a:lnTo>
                  <a:lnTo>
                    <a:pt x="2248" y="41271"/>
                  </a:lnTo>
                  <a:lnTo>
                    <a:pt x="1967" y="41790"/>
                  </a:lnTo>
                  <a:lnTo>
                    <a:pt x="1729" y="42351"/>
                  </a:lnTo>
                  <a:lnTo>
                    <a:pt x="1491" y="42913"/>
                  </a:lnTo>
                  <a:lnTo>
                    <a:pt x="1254" y="43518"/>
                  </a:lnTo>
                  <a:lnTo>
                    <a:pt x="1038" y="44123"/>
                  </a:lnTo>
                  <a:lnTo>
                    <a:pt x="865" y="44772"/>
                  </a:lnTo>
                  <a:lnTo>
                    <a:pt x="670" y="45441"/>
                  </a:lnTo>
                  <a:lnTo>
                    <a:pt x="519" y="46133"/>
                  </a:lnTo>
                  <a:lnTo>
                    <a:pt x="389" y="46846"/>
                  </a:lnTo>
                  <a:lnTo>
                    <a:pt x="260" y="47581"/>
                  </a:lnTo>
                  <a:lnTo>
                    <a:pt x="173" y="48358"/>
                  </a:lnTo>
                  <a:lnTo>
                    <a:pt x="87" y="49158"/>
                  </a:lnTo>
                  <a:lnTo>
                    <a:pt x="44" y="49979"/>
                  </a:lnTo>
                  <a:lnTo>
                    <a:pt x="0" y="50822"/>
                  </a:lnTo>
                  <a:lnTo>
                    <a:pt x="0" y="51686"/>
                  </a:lnTo>
                  <a:lnTo>
                    <a:pt x="22" y="52593"/>
                  </a:lnTo>
                  <a:lnTo>
                    <a:pt x="65" y="53523"/>
                  </a:lnTo>
                  <a:lnTo>
                    <a:pt x="130" y="54495"/>
                  </a:lnTo>
                  <a:lnTo>
                    <a:pt x="93193" y="54495"/>
                  </a:lnTo>
                  <a:lnTo>
                    <a:pt x="93193" y="54495"/>
                  </a:lnTo>
                  <a:lnTo>
                    <a:pt x="93193" y="54214"/>
                  </a:lnTo>
                  <a:lnTo>
                    <a:pt x="93193" y="53415"/>
                  </a:lnTo>
                  <a:lnTo>
                    <a:pt x="93172" y="52831"/>
                  </a:lnTo>
                  <a:lnTo>
                    <a:pt x="93150" y="52161"/>
                  </a:lnTo>
                  <a:lnTo>
                    <a:pt x="93085" y="51405"/>
                  </a:lnTo>
                  <a:lnTo>
                    <a:pt x="92999" y="50562"/>
                  </a:lnTo>
                  <a:lnTo>
                    <a:pt x="92869" y="49655"/>
                  </a:lnTo>
                  <a:lnTo>
                    <a:pt x="92696" y="48704"/>
                  </a:lnTo>
                  <a:lnTo>
                    <a:pt x="92480" y="47667"/>
                  </a:lnTo>
                  <a:lnTo>
                    <a:pt x="92221" y="46608"/>
                  </a:lnTo>
                  <a:lnTo>
                    <a:pt x="91897" y="45528"/>
                  </a:lnTo>
                  <a:lnTo>
                    <a:pt x="91724" y="44966"/>
                  </a:lnTo>
                  <a:lnTo>
                    <a:pt x="91530" y="44426"/>
                  </a:lnTo>
                  <a:lnTo>
                    <a:pt x="91314" y="43864"/>
                  </a:lnTo>
                  <a:lnTo>
                    <a:pt x="91076" y="43302"/>
                  </a:lnTo>
                  <a:lnTo>
                    <a:pt x="90817" y="42740"/>
                  </a:lnTo>
                  <a:lnTo>
                    <a:pt x="90557" y="42179"/>
                  </a:lnTo>
                  <a:lnTo>
                    <a:pt x="90255" y="41617"/>
                  </a:lnTo>
                  <a:lnTo>
                    <a:pt x="89952" y="41055"/>
                  </a:lnTo>
                  <a:lnTo>
                    <a:pt x="89628" y="40515"/>
                  </a:lnTo>
                  <a:lnTo>
                    <a:pt x="89261" y="39975"/>
                  </a:lnTo>
                  <a:lnTo>
                    <a:pt x="88894" y="39434"/>
                  </a:lnTo>
                  <a:lnTo>
                    <a:pt x="88483" y="38916"/>
                  </a:lnTo>
                  <a:lnTo>
                    <a:pt x="88072" y="38397"/>
                  </a:lnTo>
                  <a:lnTo>
                    <a:pt x="87619" y="37879"/>
                  </a:lnTo>
                  <a:lnTo>
                    <a:pt x="87143" y="37382"/>
                  </a:lnTo>
                  <a:lnTo>
                    <a:pt x="86646" y="36906"/>
                  </a:lnTo>
                  <a:lnTo>
                    <a:pt x="86128" y="36431"/>
                  </a:lnTo>
                  <a:lnTo>
                    <a:pt x="85588" y="35977"/>
                  </a:lnTo>
                  <a:lnTo>
                    <a:pt x="85004" y="35545"/>
                  </a:lnTo>
                  <a:lnTo>
                    <a:pt x="84399" y="35135"/>
                  </a:lnTo>
                  <a:lnTo>
                    <a:pt x="83751" y="34724"/>
                  </a:lnTo>
                  <a:lnTo>
                    <a:pt x="83081" y="34357"/>
                  </a:lnTo>
                  <a:lnTo>
                    <a:pt x="82390" y="34011"/>
                  </a:lnTo>
                  <a:lnTo>
                    <a:pt x="81677" y="33665"/>
                  </a:lnTo>
                  <a:lnTo>
                    <a:pt x="80899" y="33363"/>
                  </a:lnTo>
                  <a:lnTo>
                    <a:pt x="80121" y="33082"/>
                  </a:lnTo>
                  <a:lnTo>
                    <a:pt x="79300" y="32823"/>
                  </a:lnTo>
                  <a:lnTo>
                    <a:pt x="78436" y="32606"/>
                  </a:lnTo>
                  <a:lnTo>
                    <a:pt x="77528" y="32412"/>
                  </a:lnTo>
                  <a:lnTo>
                    <a:pt x="76599" y="32239"/>
                  </a:lnTo>
                  <a:lnTo>
                    <a:pt x="75648" y="32110"/>
                  </a:lnTo>
                  <a:lnTo>
                    <a:pt x="74654" y="32001"/>
                  </a:lnTo>
                  <a:lnTo>
                    <a:pt x="73595" y="31937"/>
                  </a:lnTo>
                  <a:lnTo>
                    <a:pt x="72537" y="31915"/>
                  </a:lnTo>
                  <a:lnTo>
                    <a:pt x="71413" y="31915"/>
                  </a:lnTo>
                  <a:lnTo>
                    <a:pt x="70268" y="31958"/>
                  </a:lnTo>
                  <a:lnTo>
                    <a:pt x="69058" y="32045"/>
                  </a:lnTo>
                  <a:lnTo>
                    <a:pt x="67826" y="3215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35">
              <a:extLst>
                <a:ext uri="{FF2B5EF4-FFF2-40B4-BE49-F238E27FC236}">
                  <a16:creationId xmlns:a16="http://schemas.microsoft.com/office/drawing/2014/main" id="{C551DF0B-DDF9-864F-5B76-02AB1E576046}"/>
                </a:ext>
              </a:extLst>
            </p:cNvPr>
            <p:cNvSpPr/>
            <p:nvPr/>
          </p:nvSpPr>
          <p:spPr>
            <a:xfrm>
              <a:off x="13137000" y="4377750"/>
              <a:ext cx="667150" cy="667150"/>
            </a:xfrm>
            <a:custGeom>
              <a:avLst/>
              <a:gdLst/>
              <a:ahLst/>
              <a:cxnLst/>
              <a:rect l="l" t="t" r="r" b="b"/>
              <a:pathLst>
                <a:path w="26686" h="26686" extrusionOk="0">
                  <a:moveTo>
                    <a:pt x="13354" y="1"/>
                  </a:moveTo>
                  <a:lnTo>
                    <a:pt x="12662" y="22"/>
                  </a:lnTo>
                  <a:lnTo>
                    <a:pt x="11992" y="66"/>
                  </a:lnTo>
                  <a:lnTo>
                    <a:pt x="11322" y="152"/>
                  </a:lnTo>
                  <a:lnTo>
                    <a:pt x="10653" y="260"/>
                  </a:lnTo>
                  <a:lnTo>
                    <a:pt x="10004" y="411"/>
                  </a:lnTo>
                  <a:lnTo>
                    <a:pt x="9378" y="606"/>
                  </a:lnTo>
                  <a:lnTo>
                    <a:pt x="8751" y="800"/>
                  </a:lnTo>
                  <a:lnTo>
                    <a:pt x="8146" y="1038"/>
                  </a:lnTo>
                  <a:lnTo>
                    <a:pt x="7563" y="1319"/>
                  </a:lnTo>
                  <a:lnTo>
                    <a:pt x="6979" y="1600"/>
                  </a:lnTo>
                  <a:lnTo>
                    <a:pt x="6418" y="1924"/>
                  </a:lnTo>
                  <a:lnTo>
                    <a:pt x="5877" y="2269"/>
                  </a:lnTo>
                  <a:lnTo>
                    <a:pt x="5359" y="2658"/>
                  </a:lnTo>
                  <a:lnTo>
                    <a:pt x="4862" y="3047"/>
                  </a:lnTo>
                  <a:lnTo>
                    <a:pt x="4365" y="3458"/>
                  </a:lnTo>
                  <a:lnTo>
                    <a:pt x="3911" y="3912"/>
                  </a:lnTo>
                  <a:lnTo>
                    <a:pt x="3479" y="4365"/>
                  </a:lnTo>
                  <a:lnTo>
                    <a:pt x="3047" y="4862"/>
                  </a:lnTo>
                  <a:lnTo>
                    <a:pt x="2658" y="5359"/>
                  </a:lnTo>
                  <a:lnTo>
                    <a:pt x="2291" y="5878"/>
                  </a:lnTo>
                  <a:lnTo>
                    <a:pt x="1945" y="6418"/>
                  </a:lnTo>
                  <a:lnTo>
                    <a:pt x="1621" y="6980"/>
                  </a:lnTo>
                  <a:lnTo>
                    <a:pt x="1318" y="7563"/>
                  </a:lnTo>
                  <a:lnTo>
                    <a:pt x="1059" y="8147"/>
                  </a:lnTo>
                  <a:lnTo>
                    <a:pt x="821" y="8752"/>
                  </a:lnTo>
                  <a:lnTo>
                    <a:pt x="605" y="9378"/>
                  </a:lnTo>
                  <a:lnTo>
                    <a:pt x="432" y="10005"/>
                  </a:lnTo>
                  <a:lnTo>
                    <a:pt x="281" y="10653"/>
                  </a:lnTo>
                  <a:lnTo>
                    <a:pt x="151" y="11301"/>
                  </a:lnTo>
                  <a:lnTo>
                    <a:pt x="65" y="11971"/>
                  </a:lnTo>
                  <a:lnTo>
                    <a:pt x="22" y="12663"/>
                  </a:lnTo>
                  <a:lnTo>
                    <a:pt x="0" y="13333"/>
                  </a:lnTo>
                  <a:lnTo>
                    <a:pt x="22" y="14024"/>
                  </a:lnTo>
                  <a:lnTo>
                    <a:pt x="65" y="14715"/>
                  </a:lnTo>
                  <a:lnTo>
                    <a:pt x="151" y="15364"/>
                  </a:lnTo>
                  <a:lnTo>
                    <a:pt x="281" y="16033"/>
                  </a:lnTo>
                  <a:lnTo>
                    <a:pt x="432" y="16682"/>
                  </a:lnTo>
                  <a:lnTo>
                    <a:pt x="605" y="17308"/>
                  </a:lnTo>
                  <a:lnTo>
                    <a:pt x="821" y="17935"/>
                  </a:lnTo>
                  <a:lnTo>
                    <a:pt x="1059" y="18540"/>
                  </a:lnTo>
                  <a:lnTo>
                    <a:pt x="1318" y="19123"/>
                  </a:lnTo>
                  <a:lnTo>
                    <a:pt x="1621" y="19707"/>
                  </a:lnTo>
                  <a:lnTo>
                    <a:pt x="1945" y="20269"/>
                  </a:lnTo>
                  <a:lnTo>
                    <a:pt x="2291" y="20809"/>
                  </a:lnTo>
                  <a:lnTo>
                    <a:pt x="2658" y="21327"/>
                  </a:lnTo>
                  <a:lnTo>
                    <a:pt x="3047" y="21824"/>
                  </a:lnTo>
                  <a:lnTo>
                    <a:pt x="3479" y="22321"/>
                  </a:lnTo>
                  <a:lnTo>
                    <a:pt x="3911" y="22775"/>
                  </a:lnTo>
                  <a:lnTo>
                    <a:pt x="4365" y="23229"/>
                  </a:lnTo>
                  <a:lnTo>
                    <a:pt x="4862" y="23639"/>
                  </a:lnTo>
                  <a:lnTo>
                    <a:pt x="5359" y="24028"/>
                  </a:lnTo>
                  <a:lnTo>
                    <a:pt x="5877" y="24417"/>
                  </a:lnTo>
                  <a:lnTo>
                    <a:pt x="6418" y="24763"/>
                  </a:lnTo>
                  <a:lnTo>
                    <a:pt x="6979" y="25065"/>
                  </a:lnTo>
                  <a:lnTo>
                    <a:pt x="7563" y="25368"/>
                  </a:lnTo>
                  <a:lnTo>
                    <a:pt x="8146" y="25627"/>
                  </a:lnTo>
                  <a:lnTo>
                    <a:pt x="8751" y="25887"/>
                  </a:lnTo>
                  <a:lnTo>
                    <a:pt x="9378" y="26081"/>
                  </a:lnTo>
                  <a:lnTo>
                    <a:pt x="10004" y="26275"/>
                  </a:lnTo>
                  <a:lnTo>
                    <a:pt x="10653" y="26405"/>
                  </a:lnTo>
                  <a:lnTo>
                    <a:pt x="11322" y="26535"/>
                  </a:lnTo>
                  <a:lnTo>
                    <a:pt x="11992" y="26621"/>
                  </a:lnTo>
                  <a:lnTo>
                    <a:pt x="12662" y="26664"/>
                  </a:lnTo>
                  <a:lnTo>
                    <a:pt x="13354" y="26686"/>
                  </a:lnTo>
                  <a:lnTo>
                    <a:pt x="14023" y="26664"/>
                  </a:lnTo>
                  <a:lnTo>
                    <a:pt x="14715" y="26621"/>
                  </a:lnTo>
                  <a:lnTo>
                    <a:pt x="15385" y="26535"/>
                  </a:lnTo>
                  <a:lnTo>
                    <a:pt x="16033" y="26405"/>
                  </a:lnTo>
                  <a:lnTo>
                    <a:pt x="16681" y="26275"/>
                  </a:lnTo>
                  <a:lnTo>
                    <a:pt x="17308" y="26081"/>
                  </a:lnTo>
                  <a:lnTo>
                    <a:pt x="17934" y="25887"/>
                  </a:lnTo>
                  <a:lnTo>
                    <a:pt x="18539" y="25627"/>
                  </a:lnTo>
                  <a:lnTo>
                    <a:pt x="19123" y="25368"/>
                  </a:lnTo>
                  <a:lnTo>
                    <a:pt x="19706" y="25065"/>
                  </a:lnTo>
                  <a:lnTo>
                    <a:pt x="20268" y="24763"/>
                  </a:lnTo>
                  <a:lnTo>
                    <a:pt x="20808" y="24417"/>
                  </a:lnTo>
                  <a:lnTo>
                    <a:pt x="21327" y="24028"/>
                  </a:lnTo>
                  <a:lnTo>
                    <a:pt x="21845" y="23639"/>
                  </a:lnTo>
                  <a:lnTo>
                    <a:pt x="22321" y="23229"/>
                  </a:lnTo>
                  <a:lnTo>
                    <a:pt x="22774" y="22775"/>
                  </a:lnTo>
                  <a:lnTo>
                    <a:pt x="23228" y="22321"/>
                  </a:lnTo>
                  <a:lnTo>
                    <a:pt x="23639" y="21824"/>
                  </a:lnTo>
                  <a:lnTo>
                    <a:pt x="24049" y="21327"/>
                  </a:lnTo>
                  <a:lnTo>
                    <a:pt x="24417" y="20809"/>
                  </a:lnTo>
                  <a:lnTo>
                    <a:pt x="24762" y="20269"/>
                  </a:lnTo>
                  <a:lnTo>
                    <a:pt x="25086" y="19707"/>
                  </a:lnTo>
                  <a:lnTo>
                    <a:pt x="25367" y="19123"/>
                  </a:lnTo>
                  <a:lnTo>
                    <a:pt x="25648" y="18540"/>
                  </a:lnTo>
                  <a:lnTo>
                    <a:pt x="25886" y="17935"/>
                  </a:lnTo>
                  <a:lnTo>
                    <a:pt x="26080" y="17308"/>
                  </a:lnTo>
                  <a:lnTo>
                    <a:pt x="26275" y="16682"/>
                  </a:lnTo>
                  <a:lnTo>
                    <a:pt x="26426" y="16033"/>
                  </a:lnTo>
                  <a:lnTo>
                    <a:pt x="26534" y="15364"/>
                  </a:lnTo>
                  <a:lnTo>
                    <a:pt x="26621" y="14715"/>
                  </a:lnTo>
                  <a:lnTo>
                    <a:pt x="26664" y="14024"/>
                  </a:lnTo>
                  <a:lnTo>
                    <a:pt x="26685" y="13333"/>
                  </a:lnTo>
                  <a:lnTo>
                    <a:pt x="26664" y="12663"/>
                  </a:lnTo>
                  <a:lnTo>
                    <a:pt x="26621" y="11971"/>
                  </a:lnTo>
                  <a:lnTo>
                    <a:pt x="26534" y="11301"/>
                  </a:lnTo>
                  <a:lnTo>
                    <a:pt x="26426" y="10653"/>
                  </a:lnTo>
                  <a:lnTo>
                    <a:pt x="26275" y="10005"/>
                  </a:lnTo>
                  <a:lnTo>
                    <a:pt x="26080" y="9378"/>
                  </a:lnTo>
                  <a:lnTo>
                    <a:pt x="25886" y="8752"/>
                  </a:lnTo>
                  <a:lnTo>
                    <a:pt x="25648" y="8147"/>
                  </a:lnTo>
                  <a:lnTo>
                    <a:pt x="25367" y="7563"/>
                  </a:lnTo>
                  <a:lnTo>
                    <a:pt x="25086" y="6980"/>
                  </a:lnTo>
                  <a:lnTo>
                    <a:pt x="24762" y="6418"/>
                  </a:lnTo>
                  <a:lnTo>
                    <a:pt x="24417" y="5878"/>
                  </a:lnTo>
                  <a:lnTo>
                    <a:pt x="24049" y="5359"/>
                  </a:lnTo>
                  <a:lnTo>
                    <a:pt x="23639" y="4862"/>
                  </a:lnTo>
                  <a:lnTo>
                    <a:pt x="23228" y="4365"/>
                  </a:lnTo>
                  <a:lnTo>
                    <a:pt x="22774" y="3912"/>
                  </a:lnTo>
                  <a:lnTo>
                    <a:pt x="22321" y="3458"/>
                  </a:lnTo>
                  <a:lnTo>
                    <a:pt x="21845" y="3047"/>
                  </a:lnTo>
                  <a:lnTo>
                    <a:pt x="21327" y="2658"/>
                  </a:lnTo>
                  <a:lnTo>
                    <a:pt x="20808" y="2269"/>
                  </a:lnTo>
                  <a:lnTo>
                    <a:pt x="20268" y="1924"/>
                  </a:lnTo>
                  <a:lnTo>
                    <a:pt x="19706" y="1600"/>
                  </a:lnTo>
                  <a:lnTo>
                    <a:pt x="19123" y="1319"/>
                  </a:lnTo>
                  <a:lnTo>
                    <a:pt x="18539" y="1038"/>
                  </a:lnTo>
                  <a:lnTo>
                    <a:pt x="17934" y="800"/>
                  </a:lnTo>
                  <a:lnTo>
                    <a:pt x="17308" y="606"/>
                  </a:lnTo>
                  <a:lnTo>
                    <a:pt x="16681" y="411"/>
                  </a:lnTo>
                  <a:lnTo>
                    <a:pt x="16033" y="260"/>
                  </a:lnTo>
                  <a:lnTo>
                    <a:pt x="15385" y="152"/>
                  </a:lnTo>
                  <a:lnTo>
                    <a:pt x="14715" y="66"/>
                  </a:lnTo>
                  <a:lnTo>
                    <a:pt x="14023" y="22"/>
                  </a:lnTo>
                  <a:lnTo>
                    <a:pt x="1335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35">
              <a:extLst>
                <a:ext uri="{FF2B5EF4-FFF2-40B4-BE49-F238E27FC236}">
                  <a16:creationId xmlns:a16="http://schemas.microsoft.com/office/drawing/2014/main" id="{444AFC78-7C3B-2BB6-9B74-6CF2509E911B}"/>
                </a:ext>
              </a:extLst>
            </p:cNvPr>
            <p:cNvSpPr/>
            <p:nvPr/>
          </p:nvSpPr>
          <p:spPr>
            <a:xfrm>
              <a:off x="13297425" y="4537650"/>
              <a:ext cx="346825" cy="347375"/>
            </a:xfrm>
            <a:custGeom>
              <a:avLst/>
              <a:gdLst/>
              <a:ahLst/>
              <a:cxnLst/>
              <a:rect l="l" t="t" r="r" b="b"/>
              <a:pathLst>
                <a:path w="13873" h="13895" extrusionOk="0">
                  <a:moveTo>
                    <a:pt x="6937" y="1"/>
                  </a:moveTo>
                  <a:lnTo>
                    <a:pt x="6569" y="22"/>
                  </a:lnTo>
                  <a:lnTo>
                    <a:pt x="6224" y="44"/>
                  </a:lnTo>
                  <a:lnTo>
                    <a:pt x="5878" y="87"/>
                  </a:lnTo>
                  <a:lnTo>
                    <a:pt x="5532" y="152"/>
                  </a:lnTo>
                  <a:lnTo>
                    <a:pt x="5186" y="217"/>
                  </a:lnTo>
                  <a:lnTo>
                    <a:pt x="4862" y="325"/>
                  </a:lnTo>
                  <a:lnTo>
                    <a:pt x="4538" y="433"/>
                  </a:lnTo>
                  <a:lnTo>
                    <a:pt x="4236" y="562"/>
                  </a:lnTo>
                  <a:lnTo>
                    <a:pt x="3912" y="692"/>
                  </a:lnTo>
                  <a:lnTo>
                    <a:pt x="3631" y="843"/>
                  </a:lnTo>
                  <a:lnTo>
                    <a:pt x="3328" y="1016"/>
                  </a:lnTo>
                  <a:lnTo>
                    <a:pt x="3047" y="1189"/>
                  </a:lnTo>
                  <a:lnTo>
                    <a:pt x="2788" y="1383"/>
                  </a:lnTo>
                  <a:lnTo>
                    <a:pt x="2507" y="1599"/>
                  </a:lnTo>
                  <a:lnTo>
                    <a:pt x="2269" y="1816"/>
                  </a:lnTo>
                  <a:lnTo>
                    <a:pt x="2032" y="2032"/>
                  </a:lnTo>
                  <a:lnTo>
                    <a:pt x="1794" y="2291"/>
                  </a:lnTo>
                  <a:lnTo>
                    <a:pt x="1578" y="2529"/>
                  </a:lnTo>
                  <a:lnTo>
                    <a:pt x="1362" y="2788"/>
                  </a:lnTo>
                  <a:lnTo>
                    <a:pt x="1167" y="3069"/>
                  </a:lnTo>
                  <a:lnTo>
                    <a:pt x="995" y="3350"/>
                  </a:lnTo>
                  <a:lnTo>
                    <a:pt x="822" y="3631"/>
                  </a:lnTo>
                  <a:lnTo>
                    <a:pt x="670" y="3933"/>
                  </a:lnTo>
                  <a:lnTo>
                    <a:pt x="541" y="4236"/>
                  </a:lnTo>
                  <a:lnTo>
                    <a:pt x="411" y="4560"/>
                  </a:lnTo>
                  <a:lnTo>
                    <a:pt x="303" y="4884"/>
                  </a:lnTo>
                  <a:lnTo>
                    <a:pt x="217" y="5208"/>
                  </a:lnTo>
                  <a:lnTo>
                    <a:pt x="130" y="5554"/>
                  </a:lnTo>
                  <a:lnTo>
                    <a:pt x="65" y="5899"/>
                  </a:lnTo>
                  <a:lnTo>
                    <a:pt x="22" y="6245"/>
                  </a:lnTo>
                  <a:lnTo>
                    <a:pt x="1" y="6591"/>
                  </a:lnTo>
                  <a:lnTo>
                    <a:pt x="1" y="6937"/>
                  </a:lnTo>
                  <a:lnTo>
                    <a:pt x="1" y="7304"/>
                  </a:lnTo>
                  <a:lnTo>
                    <a:pt x="22" y="7650"/>
                  </a:lnTo>
                  <a:lnTo>
                    <a:pt x="65" y="7995"/>
                  </a:lnTo>
                  <a:lnTo>
                    <a:pt x="130" y="8341"/>
                  </a:lnTo>
                  <a:lnTo>
                    <a:pt x="217" y="8687"/>
                  </a:lnTo>
                  <a:lnTo>
                    <a:pt x="303" y="9011"/>
                  </a:lnTo>
                  <a:lnTo>
                    <a:pt x="411" y="9335"/>
                  </a:lnTo>
                  <a:lnTo>
                    <a:pt x="541" y="9637"/>
                  </a:lnTo>
                  <a:lnTo>
                    <a:pt x="670" y="9962"/>
                  </a:lnTo>
                  <a:lnTo>
                    <a:pt x="822" y="10264"/>
                  </a:lnTo>
                  <a:lnTo>
                    <a:pt x="995" y="10545"/>
                  </a:lnTo>
                  <a:lnTo>
                    <a:pt x="1167" y="10826"/>
                  </a:lnTo>
                  <a:lnTo>
                    <a:pt x="1362" y="11107"/>
                  </a:lnTo>
                  <a:lnTo>
                    <a:pt x="1578" y="11366"/>
                  </a:lnTo>
                  <a:lnTo>
                    <a:pt x="1794" y="11604"/>
                  </a:lnTo>
                  <a:lnTo>
                    <a:pt x="2032" y="11863"/>
                  </a:lnTo>
                  <a:lnTo>
                    <a:pt x="2269" y="12079"/>
                  </a:lnTo>
                  <a:lnTo>
                    <a:pt x="2507" y="12295"/>
                  </a:lnTo>
                  <a:lnTo>
                    <a:pt x="2788" y="12511"/>
                  </a:lnTo>
                  <a:lnTo>
                    <a:pt x="3047" y="12706"/>
                  </a:lnTo>
                  <a:lnTo>
                    <a:pt x="3328" y="12879"/>
                  </a:lnTo>
                  <a:lnTo>
                    <a:pt x="3631" y="13051"/>
                  </a:lnTo>
                  <a:lnTo>
                    <a:pt x="3912" y="13203"/>
                  </a:lnTo>
                  <a:lnTo>
                    <a:pt x="4236" y="13332"/>
                  </a:lnTo>
                  <a:lnTo>
                    <a:pt x="4538" y="13462"/>
                  </a:lnTo>
                  <a:lnTo>
                    <a:pt x="4862" y="13570"/>
                  </a:lnTo>
                  <a:lnTo>
                    <a:pt x="5186" y="13656"/>
                  </a:lnTo>
                  <a:lnTo>
                    <a:pt x="5532" y="13743"/>
                  </a:lnTo>
                  <a:lnTo>
                    <a:pt x="5878" y="13808"/>
                  </a:lnTo>
                  <a:lnTo>
                    <a:pt x="6224" y="13851"/>
                  </a:lnTo>
                  <a:lnTo>
                    <a:pt x="6569" y="13873"/>
                  </a:lnTo>
                  <a:lnTo>
                    <a:pt x="6937" y="13894"/>
                  </a:lnTo>
                  <a:lnTo>
                    <a:pt x="7282" y="13873"/>
                  </a:lnTo>
                  <a:lnTo>
                    <a:pt x="7650" y="13851"/>
                  </a:lnTo>
                  <a:lnTo>
                    <a:pt x="7995" y="13808"/>
                  </a:lnTo>
                  <a:lnTo>
                    <a:pt x="8319" y="13743"/>
                  </a:lnTo>
                  <a:lnTo>
                    <a:pt x="8665" y="13656"/>
                  </a:lnTo>
                  <a:lnTo>
                    <a:pt x="8989" y="13570"/>
                  </a:lnTo>
                  <a:lnTo>
                    <a:pt x="9313" y="13462"/>
                  </a:lnTo>
                  <a:lnTo>
                    <a:pt x="9638" y="13332"/>
                  </a:lnTo>
                  <a:lnTo>
                    <a:pt x="9940" y="13203"/>
                  </a:lnTo>
                  <a:lnTo>
                    <a:pt x="10243" y="13051"/>
                  </a:lnTo>
                  <a:lnTo>
                    <a:pt x="10523" y="12879"/>
                  </a:lnTo>
                  <a:lnTo>
                    <a:pt x="10804" y="12706"/>
                  </a:lnTo>
                  <a:lnTo>
                    <a:pt x="11085" y="12511"/>
                  </a:lnTo>
                  <a:lnTo>
                    <a:pt x="11345" y="12295"/>
                  </a:lnTo>
                  <a:lnTo>
                    <a:pt x="11604" y="12079"/>
                  </a:lnTo>
                  <a:lnTo>
                    <a:pt x="11841" y="11863"/>
                  </a:lnTo>
                  <a:lnTo>
                    <a:pt x="12058" y="11604"/>
                  </a:lnTo>
                  <a:lnTo>
                    <a:pt x="12295" y="11366"/>
                  </a:lnTo>
                  <a:lnTo>
                    <a:pt x="12490" y="11107"/>
                  </a:lnTo>
                  <a:lnTo>
                    <a:pt x="12684" y="10826"/>
                  </a:lnTo>
                  <a:lnTo>
                    <a:pt x="12857" y="10545"/>
                  </a:lnTo>
                  <a:lnTo>
                    <a:pt x="13030" y="10264"/>
                  </a:lnTo>
                  <a:lnTo>
                    <a:pt x="13181" y="9962"/>
                  </a:lnTo>
                  <a:lnTo>
                    <a:pt x="13332" y="9637"/>
                  </a:lnTo>
                  <a:lnTo>
                    <a:pt x="13440" y="9335"/>
                  </a:lnTo>
                  <a:lnTo>
                    <a:pt x="13548" y="9011"/>
                  </a:lnTo>
                  <a:lnTo>
                    <a:pt x="13657" y="8687"/>
                  </a:lnTo>
                  <a:lnTo>
                    <a:pt x="13721" y="8341"/>
                  </a:lnTo>
                  <a:lnTo>
                    <a:pt x="13786" y="7995"/>
                  </a:lnTo>
                  <a:lnTo>
                    <a:pt x="13829" y="7650"/>
                  </a:lnTo>
                  <a:lnTo>
                    <a:pt x="13851" y="7304"/>
                  </a:lnTo>
                  <a:lnTo>
                    <a:pt x="13873" y="6937"/>
                  </a:lnTo>
                  <a:lnTo>
                    <a:pt x="13851" y="6591"/>
                  </a:lnTo>
                  <a:lnTo>
                    <a:pt x="13829" y="6245"/>
                  </a:lnTo>
                  <a:lnTo>
                    <a:pt x="13786" y="5899"/>
                  </a:lnTo>
                  <a:lnTo>
                    <a:pt x="13721" y="5554"/>
                  </a:lnTo>
                  <a:lnTo>
                    <a:pt x="13657" y="5208"/>
                  </a:lnTo>
                  <a:lnTo>
                    <a:pt x="13548" y="4884"/>
                  </a:lnTo>
                  <a:lnTo>
                    <a:pt x="13440" y="4560"/>
                  </a:lnTo>
                  <a:lnTo>
                    <a:pt x="13332" y="4236"/>
                  </a:lnTo>
                  <a:lnTo>
                    <a:pt x="13181" y="3933"/>
                  </a:lnTo>
                  <a:lnTo>
                    <a:pt x="13030" y="3631"/>
                  </a:lnTo>
                  <a:lnTo>
                    <a:pt x="12857" y="3350"/>
                  </a:lnTo>
                  <a:lnTo>
                    <a:pt x="12684" y="3069"/>
                  </a:lnTo>
                  <a:lnTo>
                    <a:pt x="12490" y="2788"/>
                  </a:lnTo>
                  <a:lnTo>
                    <a:pt x="12295" y="2529"/>
                  </a:lnTo>
                  <a:lnTo>
                    <a:pt x="12058" y="2291"/>
                  </a:lnTo>
                  <a:lnTo>
                    <a:pt x="11841" y="2032"/>
                  </a:lnTo>
                  <a:lnTo>
                    <a:pt x="11604" y="1816"/>
                  </a:lnTo>
                  <a:lnTo>
                    <a:pt x="11345" y="1599"/>
                  </a:lnTo>
                  <a:lnTo>
                    <a:pt x="11085" y="1383"/>
                  </a:lnTo>
                  <a:lnTo>
                    <a:pt x="10804" y="1189"/>
                  </a:lnTo>
                  <a:lnTo>
                    <a:pt x="10523" y="1016"/>
                  </a:lnTo>
                  <a:lnTo>
                    <a:pt x="10243" y="843"/>
                  </a:lnTo>
                  <a:lnTo>
                    <a:pt x="9940" y="692"/>
                  </a:lnTo>
                  <a:lnTo>
                    <a:pt x="9638" y="562"/>
                  </a:lnTo>
                  <a:lnTo>
                    <a:pt x="9313" y="433"/>
                  </a:lnTo>
                  <a:lnTo>
                    <a:pt x="8989" y="325"/>
                  </a:lnTo>
                  <a:lnTo>
                    <a:pt x="8665" y="217"/>
                  </a:lnTo>
                  <a:lnTo>
                    <a:pt x="8319" y="152"/>
                  </a:lnTo>
                  <a:lnTo>
                    <a:pt x="7995" y="87"/>
                  </a:lnTo>
                  <a:lnTo>
                    <a:pt x="7650" y="44"/>
                  </a:lnTo>
                  <a:lnTo>
                    <a:pt x="7282" y="22"/>
                  </a:lnTo>
                  <a:lnTo>
                    <a:pt x="693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35">
              <a:extLst>
                <a:ext uri="{FF2B5EF4-FFF2-40B4-BE49-F238E27FC236}">
                  <a16:creationId xmlns:a16="http://schemas.microsoft.com/office/drawing/2014/main" id="{B44F54EA-3A4F-F3D3-981A-A273FD505345}"/>
                </a:ext>
              </a:extLst>
            </p:cNvPr>
            <p:cNvSpPr/>
            <p:nvPr/>
          </p:nvSpPr>
          <p:spPr>
            <a:xfrm>
              <a:off x="14097975" y="4377750"/>
              <a:ext cx="667175" cy="667150"/>
            </a:xfrm>
            <a:custGeom>
              <a:avLst/>
              <a:gdLst/>
              <a:ahLst/>
              <a:cxnLst/>
              <a:rect l="l" t="t" r="r" b="b"/>
              <a:pathLst>
                <a:path w="26687" h="26686" extrusionOk="0">
                  <a:moveTo>
                    <a:pt x="13333" y="1"/>
                  </a:moveTo>
                  <a:lnTo>
                    <a:pt x="12641" y="22"/>
                  </a:lnTo>
                  <a:lnTo>
                    <a:pt x="11971" y="66"/>
                  </a:lnTo>
                  <a:lnTo>
                    <a:pt x="11302" y="152"/>
                  </a:lnTo>
                  <a:lnTo>
                    <a:pt x="10653" y="260"/>
                  </a:lnTo>
                  <a:lnTo>
                    <a:pt x="10005" y="411"/>
                  </a:lnTo>
                  <a:lnTo>
                    <a:pt x="9379" y="606"/>
                  </a:lnTo>
                  <a:lnTo>
                    <a:pt x="8752" y="800"/>
                  </a:lnTo>
                  <a:lnTo>
                    <a:pt x="8147" y="1038"/>
                  </a:lnTo>
                  <a:lnTo>
                    <a:pt x="7564" y="1319"/>
                  </a:lnTo>
                  <a:lnTo>
                    <a:pt x="6980" y="1600"/>
                  </a:lnTo>
                  <a:lnTo>
                    <a:pt x="6418" y="1924"/>
                  </a:lnTo>
                  <a:lnTo>
                    <a:pt x="5878" y="2269"/>
                  </a:lnTo>
                  <a:lnTo>
                    <a:pt x="5360" y="2658"/>
                  </a:lnTo>
                  <a:lnTo>
                    <a:pt x="4841" y="3047"/>
                  </a:lnTo>
                  <a:lnTo>
                    <a:pt x="4366" y="3458"/>
                  </a:lnTo>
                  <a:lnTo>
                    <a:pt x="3912" y="3912"/>
                  </a:lnTo>
                  <a:lnTo>
                    <a:pt x="3458" y="4365"/>
                  </a:lnTo>
                  <a:lnTo>
                    <a:pt x="3048" y="4862"/>
                  </a:lnTo>
                  <a:lnTo>
                    <a:pt x="2637" y="5359"/>
                  </a:lnTo>
                  <a:lnTo>
                    <a:pt x="2270" y="5878"/>
                  </a:lnTo>
                  <a:lnTo>
                    <a:pt x="1924" y="6418"/>
                  </a:lnTo>
                  <a:lnTo>
                    <a:pt x="1600" y="6980"/>
                  </a:lnTo>
                  <a:lnTo>
                    <a:pt x="1319" y="7563"/>
                  </a:lnTo>
                  <a:lnTo>
                    <a:pt x="1038" y="8147"/>
                  </a:lnTo>
                  <a:lnTo>
                    <a:pt x="800" y="8752"/>
                  </a:lnTo>
                  <a:lnTo>
                    <a:pt x="584" y="9378"/>
                  </a:lnTo>
                  <a:lnTo>
                    <a:pt x="411" y="10005"/>
                  </a:lnTo>
                  <a:lnTo>
                    <a:pt x="260" y="10653"/>
                  </a:lnTo>
                  <a:lnTo>
                    <a:pt x="152" y="11301"/>
                  </a:lnTo>
                  <a:lnTo>
                    <a:pt x="66" y="11971"/>
                  </a:lnTo>
                  <a:lnTo>
                    <a:pt x="22" y="12663"/>
                  </a:lnTo>
                  <a:lnTo>
                    <a:pt x="1" y="13333"/>
                  </a:lnTo>
                  <a:lnTo>
                    <a:pt x="22" y="14024"/>
                  </a:lnTo>
                  <a:lnTo>
                    <a:pt x="66" y="14715"/>
                  </a:lnTo>
                  <a:lnTo>
                    <a:pt x="152" y="15364"/>
                  </a:lnTo>
                  <a:lnTo>
                    <a:pt x="260" y="16033"/>
                  </a:lnTo>
                  <a:lnTo>
                    <a:pt x="411" y="16682"/>
                  </a:lnTo>
                  <a:lnTo>
                    <a:pt x="584" y="17308"/>
                  </a:lnTo>
                  <a:lnTo>
                    <a:pt x="800" y="17935"/>
                  </a:lnTo>
                  <a:lnTo>
                    <a:pt x="1038" y="18540"/>
                  </a:lnTo>
                  <a:lnTo>
                    <a:pt x="1319" y="19123"/>
                  </a:lnTo>
                  <a:lnTo>
                    <a:pt x="1600" y="19707"/>
                  </a:lnTo>
                  <a:lnTo>
                    <a:pt x="1924" y="20269"/>
                  </a:lnTo>
                  <a:lnTo>
                    <a:pt x="2270" y="20809"/>
                  </a:lnTo>
                  <a:lnTo>
                    <a:pt x="2637" y="21327"/>
                  </a:lnTo>
                  <a:lnTo>
                    <a:pt x="3048" y="21824"/>
                  </a:lnTo>
                  <a:lnTo>
                    <a:pt x="3458" y="22321"/>
                  </a:lnTo>
                  <a:lnTo>
                    <a:pt x="3912" y="22775"/>
                  </a:lnTo>
                  <a:lnTo>
                    <a:pt x="4366" y="23229"/>
                  </a:lnTo>
                  <a:lnTo>
                    <a:pt x="4841" y="23639"/>
                  </a:lnTo>
                  <a:lnTo>
                    <a:pt x="5360" y="24028"/>
                  </a:lnTo>
                  <a:lnTo>
                    <a:pt x="5878" y="24417"/>
                  </a:lnTo>
                  <a:lnTo>
                    <a:pt x="6418" y="24763"/>
                  </a:lnTo>
                  <a:lnTo>
                    <a:pt x="6980" y="25065"/>
                  </a:lnTo>
                  <a:lnTo>
                    <a:pt x="7564" y="25368"/>
                  </a:lnTo>
                  <a:lnTo>
                    <a:pt x="8147" y="25627"/>
                  </a:lnTo>
                  <a:lnTo>
                    <a:pt x="8752" y="25887"/>
                  </a:lnTo>
                  <a:lnTo>
                    <a:pt x="9379" y="26081"/>
                  </a:lnTo>
                  <a:lnTo>
                    <a:pt x="10005" y="26275"/>
                  </a:lnTo>
                  <a:lnTo>
                    <a:pt x="10653" y="26405"/>
                  </a:lnTo>
                  <a:lnTo>
                    <a:pt x="11302" y="26535"/>
                  </a:lnTo>
                  <a:lnTo>
                    <a:pt x="11971" y="26621"/>
                  </a:lnTo>
                  <a:lnTo>
                    <a:pt x="12641" y="26664"/>
                  </a:lnTo>
                  <a:lnTo>
                    <a:pt x="13333" y="26686"/>
                  </a:lnTo>
                  <a:lnTo>
                    <a:pt x="14024" y="26664"/>
                  </a:lnTo>
                  <a:lnTo>
                    <a:pt x="14694" y="26621"/>
                  </a:lnTo>
                  <a:lnTo>
                    <a:pt x="15364" y="26535"/>
                  </a:lnTo>
                  <a:lnTo>
                    <a:pt x="16034" y="26405"/>
                  </a:lnTo>
                  <a:lnTo>
                    <a:pt x="16682" y="26275"/>
                  </a:lnTo>
                  <a:lnTo>
                    <a:pt x="17308" y="26081"/>
                  </a:lnTo>
                  <a:lnTo>
                    <a:pt x="17935" y="25887"/>
                  </a:lnTo>
                  <a:lnTo>
                    <a:pt x="18540" y="25627"/>
                  </a:lnTo>
                  <a:lnTo>
                    <a:pt x="19124" y="25368"/>
                  </a:lnTo>
                  <a:lnTo>
                    <a:pt x="19707" y="25065"/>
                  </a:lnTo>
                  <a:lnTo>
                    <a:pt x="20269" y="24763"/>
                  </a:lnTo>
                  <a:lnTo>
                    <a:pt x="20809" y="24417"/>
                  </a:lnTo>
                  <a:lnTo>
                    <a:pt x="21327" y="24028"/>
                  </a:lnTo>
                  <a:lnTo>
                    <a:pt x="21824" y="23639"/>
                  </a:lnTo>
                  <a:lnTo>
                    <a:pt x="22321" y="23229"/>
                  </a:lnTo>
                  <a:lnTo>
                    <a:pt x="22775" y="22775"/>
                  </a:lnTo>
                  <a:lnTo>
                    <a:pt x="23207" y="22321"/>
                  </a:lnTo>
                  <a:lnTo>
                    <a:pt x="23639" y="21824"/>
                  </a:lnTo>
                  <a:lnTo>
                    <a:pt x="24028" y="21327"/>
                  </a:lnTo>
                  <a:lnTo>
                    <a:pt x="24396" y="20809"/>
                  </a:lnTo>
                  <a:lnTo>
                    <a:pt x="24741" y="20269"/>
                  </a:lnTo>
                  <a:lnTo>
                    <a:pt x="25066" y="19707"/>
                  </a:lnTo>
                  <a:lnTo>
                    <a:pt x="25368" y="19123"/>
                  </a:lnTo>
                  <a:lnTo>
                    <a:pt x="25627" y="18540"/>
                  </a:lnTo>
                  <a:lnTo>
                    <a:pt x="25865" y="17935"/>
                  </a:lnTo>
                  <a:lnTo>
                    <a:pt x="26081" y="17308"/>
                  </a:lnTo>
                  <a:lnTo>
                    <a:pt x="26254" y="16682"/>
                  </a:lnTo>
                  <a:lnTo>
                    <a:pt x="26405" y="16033"/>
                  </a:lnTo>
                  <a:lnTo>
                    <a:pt x="26535" y="15364"/>
                  </a:lnTo>
                  <a:lnTo>
                    <a:pt x="26621" y="14715"/>
                  </a:lnTo>
                  <a:lnTo>
                    <a:pt x="26665" y="14024"/>
                  </a:lnTo>
                  <a:lnTo>
                    <a:pt x="26686" y="13333"/>
                  </a:lnTo>
                  <a:lnTo>
                    <a:pt x="26665" y="12663"/>
                  </a:lnTo>
                  <a:lnTo>
                    <a:pt x="26621" y="11971"/>
                  </a:lnTo>
                  <a:lnTo>
                    <a:pt x="26535" y="11301"/>
                  </a:lnTo>
                  <a:lnTo>
                    <a:pt x="26405" y="10653"/>
                  </a:lnTo>
                  <a:lnTo>
                    <a:pt x="26254" y="10005"/>
                  </a:lnTo>
                  <a:lnTo>
                    <a:pt x="26081" y="9378"/>
                  </a:lnTo>
                  <a:lnTo>
                    <a:pt x="25865" y="8752"/>
                  </a:lnTo>
                  <a:lnTo>
                    <a:pt x="25627" y="8147"/>
                  </a:lnTo>
                  <a:lnTo>
                    <a:pt x="25368" y="7563"/>
                  </a:lnTo>
                  <a:lnTo>
                    <a:pt x="25066" y="6980"/>
                  </a:lnTo>
                  <a:lnTo>
                    <a:pt x="24741" y="6418"/>
                  </a:lnTo>
                  <a:lnTo>
                    <a:pt x="24396" y="5878"/>
                  </a:lnTo>
                  <a:lnTo>
                    <a:pt x="24028" y="5359"/>
                  </a:lnTo>
                  <a:lnTo>
                    <a:pt x="23639" y="4862"/>
                  </a:lnTo>
                  <a:lnTo>
                    <a:pt x="23207" y="4365"/>
                  </a:lnTo>
                  <a:lnTo>
                    <a:pt x="22775" y="3912"/>
                  </a:lnTo>
                  <a:lnTo>
                    <a:pt x="22321" y="3458"/>
                  </a:lnTo>
                  <a:lnTo>
                    <a:pt x="21824" y="3047"/>
                  </a:lnTo>
                  <a:lnTo>
                    <a:pt x="21327" y="2658"/>
                  </a:lnTo>
                  <a:lnTo>
                    <a:pt x="20809" y="2269"/>
                  </a:lnTo>
                  <a:lnTo>
                    <a:pt x="20269" y="1924"/>
                  </a:lnTo>
                  <a:lnTo>
                    <a:pt x="19707" y="1600"/>
                  </a:lnTo>
                  <a:lnTo>
                    <a:pt x="19124" y="1319"/>
                  </a:lnTo>
                  <a:lnTo>
                    <a:pt x="18540" y="1038"/>
                  </a:lnTo>
                  <a:lnTo>
                    <a:pt x="17935" y="800"/>
                  </a:lnTo>
                  <a:lnTo>
                    <a:pt x="17308" y="606"/>
                  </a:lnTo>
                  <a:lnTo>
                    <a:pt x="16682" y="411"/>
                  </a:lnTo>
                  <a:lnTo>
                    <a:pt x="16034" y="260"/>
                  </a:lnTo>
                  <a:lnTo>
                    <a:pt x="15364" y="152"/>
                  </a:lnTo>
                  <a:lnTo>
                    <a:pt x="14694" y="66"/>
                  </a:lnTo>
                  <a:lnTo>
                    <a:pt x="14024" y="22"/>
                  </a:lnTo>
                  <a:lnTo>
                    <a:pt x="1333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35">
              <a:extLst>
                <a:ext uri="{FF2B5EF4-FFF2-40B4-BE49-F238E27FC236}">
                  <a16:creationId xmlns:a16="http://schemas.microsoft.com/office/drawing/2014/main" id="{0F93FDC1-F7C4-1075-772B-02FB31571AF4}"/>
                </a:ext>
              </a:extLst>
            </p:cNvPr>
            <p:cNvSpPr/>
            <p:nvPr/>
          </p:nvSpPr>
          <p:spPr>
            <a:xfrm>
              <a:off x="14257875" y="4537650"/>
              <a:ext cx="346825" cy="347375"/>
            </a:xfrm>
            <a:custGeom>
              <a:avLst/>
              <a:gdLst/>
              <a:ahLst/>
              <a:cxnLst/>
              <a:rect l="l" t="t" r="r" b="b"/>
              <a:pathLst>
                <a:path w="13873" h="13895" extrusionOk="0">
                  <a:moveTo>
                    <a:pt x="6937" y="1"/>
                  </a:moveTo>
                  <a:lnTo>
                    <a:pt x="6591" y="22"/>
                  </a:lnTo>
                  <a:lnTo>
                    <a:pt x="6224" y="44"/>
                  </a:lnTo>
                  <a:lnTo>
                    <a:pt x="5878" y="87"/>
                  </a:lnTo>
                  <a:lnTo>
                    <a:pt x="5554" y="152"/>
                  </a:lnTo>
                  <a:lnTo>
                    <a:pt x="5208" y="217"/>
                  </a:lnTo>
                  <a:lnTo>
                    <a:pt x="4884" y="325"/>
                  </a:lnTo>
                  <a:lnTo>
                    <a:pt x="4560" y="433"/>
                  </a:lnTo>
                  <a:lnTo>
                    <a:pt x="4236" y="562"/>
                  </a:lnTo>
                  <a:lnTo>
                    <a:pt x="3933" y="692"/>
                  </a:lnTo>
                  <a:lnTo>
                    <a:pt x="3631" y="843"/>
                  </a:lnTo>
                  <a:lnTo>
                    <a:pt x="3350" y="1016"/>
                  </a:lnTo>
                  <a:lnTo>
                    <a:pt x="3069" y="1189"/>
                  </a:lnTo>
                  <a:lnTo>
                    <a:pt x="2788" y="1383"/>
                  </a:lnTo>
                  <a:lnTo>
                    <a:pt x="2529" y="1599"/>
                  </a:lnTo>
                  <a:lnTo>
                    <a:pt x="2269" y="1816"/>
                  </a:lnTo>
                  <a:lnTo>
                    <a:pt x="2032" y="2032"/>
                  </a:lnTo>
                  <a:lnTo>
                    <a:pt x="1816" y="2291"/>
                  </a:lnTo>
                  <a:lnTo>
                    <a:pt x="1578" y="2529"/>
                  </a:lnTo>
                  <a:lnTo>
                    <a:pt x="1384" y="2788"/>
                  </a:lnTo>
                  <a:lnTo>
                    <a:pt x="1189" y="3069"/>
                  </a:lnTo>
                  <a:lnTo>
                    <a:pt x="1016" y="3350"/>
                  </a:lnTo>
                  <a:lnTo>
                    <a:pt x="843" y="3631"/>
                  </a:lnTo>
                  <a:lnTo>
                    <a:pt x="692" y="3933"/>
                  </a:lnTo>
                  <a:lnTo>
                    <a:pt x="541" y="4236"/>
                  </a:lnTo>
                  <a:lnTo>
                    <a:pt x="433" y="4560"/>
                  </a:lnTo>
                  <a:lnTo>
                    <a:pt x="325" y="4884"/>
                  </a:lnTo>
                  <a:lnTo>
                    <a:pt x="217" y="5208"/>
                  </a:lnTo>
                  <a:lnTo>
                    <a:pt x="152" y="5554"/>
                  </a:lnTo>
                  <a:lnTo>
                    <a:pt x="87" y="5899"/>
                  </a:lnTo>
                  <a:lnTo>
                    <a:pt x="44" y="6245"/>
                  </a:lnTo>
                  <a:lnTo>
                    <a:pt x="22" y="6591"/>
                  </a:lnTo>
                  <a:lnTo>
                    <a:pt x="1" y="6937"/>
                  </a:lnTo>
                  <a:lnTo>
                    <a:pt x="22" y="7304"/>
                  </a:lnTo>
                  <a:lnTo>
                    <a:pt x="44" y="7650"/>
                  </a:lnTo>
                  <a:lnTo>
                    <a:pt x="87" y="7995"/>
                  </a:lnTo>
                  <a:lnTo>
                    <a:pt x="152" y="8341"/>
                  </a:lnTo>
                  <a:lnTo>
                    <a:pt x="217" y="8687"/>
                  </a:lnTo>
                  <a:lnTo>
                    <a:pt x="325" y="9011"/>
                  </a:lnTo>
                  <a:lnTo>
                    <a:pt x="433" y="9335"/>
                  </a:lnTo>
                  <a:lnTo>
                    <a:pt x="541" y="9637"/>
                  </a:lnTo>
                  <a:lnTo>
                    <a:pt x="692" y="9962"/>
                  </a:lnTo>
                  <a:lnTo>
                    <a:pt x="843" y="10264"/>
                  </a:lnTo>
                  <a:lnTo>
                    <a:pt x="1016" y="10545"/>
                  </a:lnTo>
                  <a:lnTo>
                    <a:pt x="1189" y="10826"/>
                  </a:lnTo>
                  <a:lnTo>
                    <a:pt x="1384" y="11107"/>
                  </a:lnTo>
                  <a:lnTo>
                    <a:pt x="1578" y="11366"/>
                  </a:lnTo>
                  <a:lnTo>
                    <a:pt x="1816" y="11604"/>
                  </a:lnTo>
                  <a:lnTo>
                    <a:pt x="2032" y="11863"/>
                  </a:lnTo>
                  <a:lnTo>
                    <a:pt x="2269" y="12079"/>
                  </a:lnTo>
                  <a:lnTo>
                    <a:pt x="2529" y="12295"/>
                  </a:lnTo>
                  <a:lnTo>
                    <a:pt x="2788" y="12511"/>
                  </a:lnTo>
                  <a:lnTo>
                    <a:pt x="3069" y="12706"/>
                  </a:lnTo>
                  <a:lnTo>
                    <a:pt x="3350" y="12879"/>
                  </a:lnTo>
                  <a:lnTo>
                    <a:pt x="3631" y="13051"/>
                  </a:lnTo>
                  <a:lnTo>
                    <a:pt x="3933" y="13203"/>
                  </a:lnTo>
                  <a:lnTo>
                    <a:pt x="4236" y="13332"/>
                  </a:lnTo>
                  <a:lnTo>
                    <a:pt x="4560" y="13462"/>
                  </a:lnTo>
                  <a:lnTo>
                    <a:pt x="4884" y="13570"/>
                  </a:lnTo>
                  <a:lnTo>
                    <a:pt x="5208" y="13656"/>
                  </a:lnTo>
                  <a:lnTo>
                    <a:pt x="5554" y="13743"/>
                  </a:lnTo>
                  <a:lnTo>
                    <a:pt x="5878" y="13808"/>
                  </a:lnTo>
                  <a:lnTo>
                    <a:pt x="6224" y="13851"/>
                  </a:lnTo>
                  <a:lnTo>
                    <a:pt x="6591" y="13873"/>
                  </a:lnTo>
                  <a:lnTo>
                    <a:pt x="6937" y="13894"/>
                  </a:lnTo>
                  <a:lnTo>
                    <a:pt x="7304" y="13873"/>
                  </a:lnTo>
                  <a:lnTo>
                    <a:pt x="7650" y="13851"/>
                  </a:lnTo>
                  <a:lnTo>
                    <a:pt x="7995" y="13808"/>
                  </a:lnTo>
                  <a:lnTo>
                    <a:pt x="8341" y="13743"/>
                  </a:lnTo>
                  <a:lnTo>
                    <a:pt x="8687" y="13656"/>
                  </a:lnTo>
                  <a:lnTo>
                    <a:pt x="9011" y="13570"/>
                  </a:lnTo>
                  <a:lnTo>
                    <a:pt x="9335" y="13462"/>
                  </a:lnTo>
                  <a:lnTo>
                    <a:pt x="9638" y="13332"/>
                  </a:lnTo>
                  <a:lnTo>
                    <a:pt x="9940" y="13203"/>
                  </a:lnTo>
                  <a:lnTo>
                    <a:pt x="10243" y="13051"/>
                  </a:lnTo>
                  <a:lnTo>
                    <a:pt x="10545" y="12879"/>
                  </a:lnTo>
                  <a:lnTo>
                    <a:pt x="10826" y="12706"/>
                  </a:lnTo>
                  <a:lnTo>
                    <a:pt x="11085" y="12511"/>
                  </a:lnTo>
                  <a:lnTo>
                    <a:pt x="11366" y="12295"/>
                  </a:lnTo>
                  <a:lnTo>
                    <a:pt x="11604" y="12079"/>
                  </a:lnTo>
                  <a:lnTo>
                    <a:pt x="11842" y="11863"/>
                  </a:lnTo>
                  <a:lnTo>
                    <a:pt x="12079" y="11604"/>
                  </a:lnTo>
                  <a:lnTo>
                    <a:pt x="12295" y="11366"/>
                  </a:lnTo>
                  <a:lnTo>
                    <a:pt x="12511" y="11107"/>
                  </a:lnTo>
                  <a:lnTo>
                    <a:pt x="12706" y="10826"/>
                  </a:lnTo>
                  <a:lnTo>
                    <a:pt x="12879" y="10545"/>
                  </a:lnTo>
                  <a:lnTo>
                    <a:pt x="13052" y="10264"/>
                  </a:lnTo>
                  <a:lnTo>
                    <a:pt x="13203" y="9962"/>
                  </a:lnTo>
                  <a:lnTo>
                    <a:pt x="13333" y="9637"/>
                  </a:lnTo>
                  <a:lnTo>
                    <a:pt x="13462" y="9335"/>
                  </a:lnTo>
                  <a:lnTo>
                    <a:pt x="13570" y="9011"/>
                  </a:lnTo>
                  <a:lnTo>
                    <a:pt x="13657" y="8687"/>
                  </a:lnTo>
                  <a:lnTo>
                    <a:pt x="13743" y="8341"/>
                  </a:lnTo>
                  <a:lnTo>
                    <a:pt x="13808" y="7995"/>
                  </a:lnTo>
                  <a:lnTo>
                    <a:pt x="13851" y="7650"/>
                  </a:lnTo>
                  <a:lnTo>
                    <a:pt x="13873" y="7304"/>
                  </a:lnTo>
                  <a:lnTo>
                    <a:pt x="13873" y="6937"/>
                  </a:lnTo>
                  <a:lnTo>
                    <a:pt x="13873" y="6591"/>
                  </a:lnTo>
                  <a:lnTo>
                    <a:pt x="13851" y="6245"/>
                  </a:lnTo>
                  <a:lnTo>
                    <a:pt x="13808" y="5899"/>
                  </a:lnTo>
                  <a:lnTo>
                    <a:pt x="13743" y="5554"/>
                  </a:lnTo>
                  <a:lnTo>
                    <a:pt x="13657" y="5208"/>
                  </a:lnTo>
                  <a:lnTo>
                    <a:pt x="13570" y="4884"/>
                  </a:lnTo>
                  <a:lnTo>
                    <a:pt x="13462" y="4560"/>
                  </a:lnTo>
                  <a:lnTo>
                    <a:pt x="13333" y="4236"/>
                  </a:lnTo>
                  <a:lnTo>
                    <a:pt x="13203" y="3933"/>
                  </a:lnTo>
                  <a:lnTo>
                    <a:pt x="13052" y="3631"/>
                  </a:lnTo>
                  <a:lnTo>
                    <a:pt x="12879" y="3350"/>
                  </a:lnTo>
                  <a:lnTo>
                    <a:pt x="12706" y="3069"/>
                  </a:lnTo>
                  <a:lnTo>
                    <a:pt x="12511" y="2788"/>
                  </a:lnTo>
                  <a:lnTo>
                    <a:pt x="12295" y="2529"/>
                  </a:lnTo>
                  <a:lnTo>
                    <a:pt x="12079" y="2291"/>
                  </a:lnTo>
                  <a:lnTo>
                    <a:pt x="11842" y="2032"/>
                  </a:lnTo>
                  <a:lnTo>
                    <a:pt x="11604" y="1816"/>
                  </a:lnTo>
                  <a:lnTo>
                    <a:pt x="11366" y="1599"/>
                  </a:lnTo>
                  <a:lnTo>
                    <a:pt x="11085" y="1383"/>
                  </a:lnTo>
                  <a:lnTo>
                    <a:pt x="10826" y="1189"/>
                  </a:lnTo>
                  <a:lnTo>
                    <a:pt x="10545" y="1016"/>
                  </a:lnTo>
                  <a:lnTo>
                    <a:pt x="10243" y="843"/>
                  </a:lnTo>
                  <a:lnTo>
                    <a:pt x="9940" y="692"/>
                  </a:lnTo>
                  <a:lnTo>
                    <a:pt x="9638" y="562"/>
                  </a:lnTo>
                  <a:lnTo>
                    <a:pt x="9335" y="433"/>
                  </a:lnTo>
                  <a:lnTo>
                    <a:pt x="9011" y="325"/>
                  </a:lnTo>
                  <a:lnTo>
                    <a:pt x="8687" y="217"/>
                  </a:lnTo>
                  <a:lnTo>
                    <a:pt x="8341" y="152"/>
                  </a:lnTo>
                  <a:lnTo>
                    <a:pt x="7995" y="87"/>
                  </a:lnTo>
                  <a:lnTo>
                    <a:pt x="7650" y="44"/>
                  </a:lnTo>
                  <a:lnTo>
                    <a:pt x="7304" y="22"/>
                  </a:lnTo>
                  <a:lnTo>
                    <a:pt x="693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35">
              <a:extLst>
                <a:ext uri="{FF2B5EF4-FFF2-40B4-BE49-F238E27FC236}">
                  <a16:creationId xmlns:a16="http://schemas.microsoft.com/office/drawing/2014/main" id="{8FFE2E2B-B1D9-FF69-C416-7F2B5B2D2DC6}"/>
                </a:ext>
              </a:extLst>
            </p:cNvPr>
            <p:cNvSpPr/>
            <p:nvPr/>
          </p:nvSpPr>
          <p:spPr>
            <a:xfrm>
              <a:off x="13389250" y="3497250"/>
              <a:ext cx="435975" cy="693625"/>
            </a:xfrm>
            <a:custGeom>
              <a:avLst/>
              <a:gdLst/>
              <a:ahLst/>
              <a:cxnLst/>
              <a:rect l="l" t="t" r="r" b="b"/>
              <a:pathLst>
                <a:path w="17439" h="27745" extrusionOk="0">
                  <a:moveTo>
                    <a:pt x="17438" y="0"/>
                  </a:moveTo>
                  <a:lnTo>
                    <a:pt x="16423" y="195"/>
                  </a:lnTo>
                  <a:lnTo>
                    <a:pt x="15429" y="454"/>
                  </a:lnTo>
                  <a:lnTo>
                    <a:pt x="14478" y="713"/>
                  </a:lnTo>
                  <a:lnTo>
                    <a:pt x="13570" y="1016"/>
                  </a:lnTo>
                  <a:lnTo>
                    <a:pt x="12684" y="1318"/>
                  </a:lnTo>
                  <a:lnTo>
                    <a:pt x="11842" y="1664"/>
                  </a:lnTo>
                  <a:lnTo>
                    <a:pt x="11042" y="2031"/>
                  </a:lnTo>
                  <a:lnTo>
                    <a:pt x="10286" y="2399"/>
                  </a:lnTo>
                  <a:lnTo>
                    <a:pt x="9551" y="2809"/>
                  </a:lnTo>
                  <a:lnTo>
                    <a:pt x="8860" y="3242"/>
                  </a:lnTo>
                  <a:lnTo>
                    <a:pt x="8190" y="3674"/>
                  </a:lnTo>
                  <a:lnTo>
                    <a:pt x="7563" y="4127"/>
                  </a:lnTo>
                  <a:lnTo>
                    <a:pt x="6958" y="4603"/>
                  </a:lnTo>
                  <a:lnTo>
                    <a:pt x="6397" y="5100"/>
                  </a:lnTo>
                  <a:lnTo>
                    <a:pt x="5856" y="5618"/>
                  </a:lnTo>
                  <a:lnTo>
                    <a:pt x="5360" y="6137"/>
                  </a:lnTo>
                  <a:lnTo>
                    <a:pt x="4884" y="6656"/>
                  </a:lnTo>
                  <a:lnTo>
                    <a:pt x="4430" y="7196"/>
                  </a:lnTo>
                  <a:lnTo>
                    <a:pt x="3998" y="7757"/>
                  </a:lnTo>
                  <a:lnTo>
                    <a:pt x="3609" y="8319"/>
                  </a:lnTo>
                  <a:lnTo>
                    <a:pt x="3242" y="8881"/>
                  </a:lnTo>
                  <a:lnTo>
                    <a:pt x="2896" y="9464"/>
                  </a:lnTo>
                  <a:lnTo>
                    <a:pt x="2572" y="10048"/>
                  </a:lnTo>
                  <a:lnTo>
                    <a:pt x="2270" y="10653"/>
                  </a:lnTo>
                  <a:lnTo>
                    <a:pt x="1989" y="11236"/>
                  </a:lnTo>
                  <a:lnTo>
                    <a:pt x="1729" y="11841"/>
                  </a:lnTo>
                  <a:lnTo>
                    <a:pt x="1513" y="12446"/>
                  </a:lnTo>
                  <a:lnTo>
                    <a:pt x="1297" y="13051"/>
                  </a:lnTo>
                  <a:lnTo>
                    <a:pt x="1103" y="13656"/>
                  </a:lnTo>
                  <a:lnTo>
                    <a:pt x="930" y="14261"/>
                  </a:lnTo>
                  <a:lnTo>
                    <a:pt x="757" y="14866"/>
                  </a:lnTo>
                  <a:lnTo>
                    <a:pt x="627" y="15471"/>
                  </a:lnTo>
                  <a:lnTo>
                    <a:pt x="498" y="16076"/>
                  </a:lnTo>
                  <a:lnTo>
                    <a:pt x="390" y="16660"/>
                  </a:lnTo>
                  <a:lnTo>
                    <a:pt x="303" y="17243"/>
                  </a:lnTo>
                  <a:lnTo>
                    <a:pt x="217" y="17827"/>
                  </a:lnTo>
                  <a:lnTo>
                    <a:pt x="109" y="18972"/>
                  </a:lnTo>
                  <a:lnTo>
                    <a:pt x="44" y="20095"/>
                  </a:lnTo>
                  <a:lnTo>
                    <a:pt x="1" y="21154"/>
                  </a:lnTo>
                  <a:lnTo>
                    <a:pt x="1" y="22170"/>
                  </a:lnTo>
                  <a:lnTo>
                    <a:pt x="44" y="23120"/>
                  </a:lnTo>
                  <a:lnTo>
                    <a:pt x="109" y="24006"/>
                  </a:lnTo>
                  <a:lnTo>
                    <a:pt x="174" y="24827"/>
                  </a:lnTo>
                  <a:lnTo>
                    <a:pt x="260" y="25541"/>
                  </a:lnTo>
                  <a:lnTo>
                    <a:pt x="347" y="26189"/>
                  </a:lnTo>
                  <a:lnTo>
                    <a:pt x="433" y="26729"/>
                  </a:lnTo>
                  <a:lnTo>
                    <a:pt x="563" y="27485"/>
                  </a:lnTo>
                  <a:lnTo>
                    <a:pt x="627" y="27744"/>
                  </a:lnTo>
                  <a:lnTo>
                    <a:pt x="17438" y="27744"/>
                  </a:lnTo>
                  <a:lnTo>
                    <a:pt x="1743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35">
              <a:extLst>
                <a:ext uri="{FF2B5EF4-FFF2-40B4-BE49-F238E27FC236}">
                  <a16:creationId xmlns:a16="http://schemas.microsoft.com/office/drawing/2014/main" id="{C0D86951-DB50-36AA-E7EC-DE66F0E2DBD1}"/>
                </a:ext>
              </a:extLst>
            </p:cNvPr>
            <p:cNvSpPr/>
            <p:nvPr/>
          </p:nvSpPr>
          <p:spPr>
            <a:xfrm>
              <a:off x="13389250" y="3497250"/>
              <a:ext cx="435975" cy="693625"/>
            </a:xfrm>
            <a:custGeom>
              <a:avLst/>
              <a:gdLst/>
              <a:ahLst/>
              <a:cxnLst/>
              <a:rect l="l" t="t" r="r" b="b"/>
              <a:pathLst>
                <a:path w="17439" h="27745" fill="none" extrusionOk="0">
                  <a:moveTo>
                    <a:pt x="627" y="27744"/>
                  </a:moveTo>
                  <a:lnTo>
                    <a:pt x="627" y="27744"/>
                  </a:lnTo>
                  <a:lnTo>
                    <a:pt x="563" y="27485"/>
                  </a:lnTo>
                  <a:lnTo>
                    <a:pt x="433" y="26729"/>
                  </a:lnTo>
                  <a:lnTo>
                    <a:pt x="347" y="26189"/>
                  </a:lnTo>
                  <a:lnTo>
                    <a:pt x="260" y="25541"/>
                  </a:lnTo>
                  <a:lnTo>
                    <a:pt x="174" y="24827"/>
                  </a:lnTo>
                  <a:lnTo>
                    <a:pt x="109" y="24006"/>
                  </a:lnTo>
                  <a:lnTo>
                    <a:pt x="44" y="23120"/>
                  </a:lnTo>
                  <a:lnTo>
                    <a:pt x="1" y="22170"/>
                  </a:lnTo>
                  <a:lnTo>
                    <a:pt x="1" y="21154"/>
                  </a:lnTo>
                  <a:lnTo>
                    <a:pt x="44" y="20095"/>
                  </a:lnTo>
                  <a:lnTo>
                    <a:pt x="109" y="18972"/>
                  </a:lnTo>
                  <a:lnTo>
                    <a:pt x="217" y="17827"/>
                  </a:lnTo>
                  <a:lnTo>
                    <a:pt x="303" y="17243"/>
                  </a:lnTo>
                  <a:lnTo>
                    <a:pt x="390" y="16660"/>
                  </a:lnTo>
                  <a:lnTo>
                    <a:pt x="498" y="16076"/>
                  </a:lnTo>
                  <a:lnTo>
                    <a:pt x="627" y="15471"/>
                  </a:lnTo>
                  <a:lnTo>
                    <a:pt x="757" y="14866"/>
                  </a:lnTo>
                  <a:lnTo>
                    <a:pt x="930" y="14261"/>
                  </a:lnTo>
                  <a:lnTo>
                    <a:pt x="1103" y="13656"/>
                  </a:lnTo>
                  <a:lnTo>
                    <a:pt x="1297" y="13051"/>
                  </a:lnTo>
                  <a:lnTo>
                    <a:pt x="1513" y="12446"/>
                  </a:lnTo>
                  <a:lnTo>
                    <a:pt x="1729" y="11841"/>
                  </a:lnTo>
                  <a:lnTo>
                    <a:pt x="1989" y="11236"/>
                  </a:lnTo>
                  <a:lnTo>
                    <a:pt x="2270" y="10653"/>
                  </a:lnTo>
                  <a:lnTo>
                    <a:pt x="2572" y="10048"/>
                  </a:lnTo>
                  <a:lnTo>
                    <a:pt x="2896" y="9464"/>
                  </a:lnTo>
                  <a:lnTo>
                    <a:pt x="3242" y="8881"/>
                  </a:lnTo>
                  <a:lnTo>
                    <a:pt x="3609" y="8319"/>
                  </a:lnTo>
                  <a:lnTo>
                    <a:pt x="3998" y="7757"/>
                  </a:lnTo>
                  <a:lnTo>
                    <a:pt x="4430" y="7196"/>
                  </a:lnTo>
                  <a:lnTo>
                    <a:pt x="4884" y="6656"/>
                  </a:lnTo>
                  <a:lnTo>
                    <a:pt x="5360" y="6137"/>
                  </a:lnTo>
                  <a:lnTo>
                    <a:pt x="5856" y="5618"/>
                  </a:lnTo>
                  <a:lnTo>
                    <a:pt x="6397" y="5100"/>
                  </a:lnTo>
                  <a:lnTo>
                    <a:pt x="6958" y="4603"/>
                  </a:lnTo>
                  <a:lnTo>
                    <a:pt x="7563" y="4127"/>
                  </a:lnTo>
                  <a:lnTo>
                    <a:pt x="8190" y="3674"/>
                  </a:lnTo>
                  <a:lnTo>
                    <a:pt x="8860" y="3242"/>
                  </a:lnTo>
                  <a:lnTo>
                    <a:pt x="9551" y="2809"/>
                  </a:lnTo>
                  <a:lnTo>
                    <a:pt x="10286" y="2399"/>
                  </a:lnTo>
                  <a:lnTo>
                    <a:pt x="11042" y="2031"/>
                  </a:lnTo>
                  <a:lnTo>
                    <a:pt x="11842" y="1664"/>
                  </a:lnTo>
                  <a:lnTo>
                    <a:pt x="12684" y="1318"/>
                  </a:lnTo>
                  <a:lnTo>
                    <a:pt x="13570" y="1016"/>
                  </a:lnTo>
                  <a:lnTo>
                    <a:pt x="14478" y="713"/>
                  </a:lnTo>
                  <a:lnTo>
                    <a:pt x="15429" y="454"/>
                  </a:lnTo>
                  <a:lnTo>
                    <a:pt x="16423" y="195"/>
                  </a:lnTo>
                  <a:lnTo>
                    <a:pt x="17438" y="0"/>
                  </a:lnTo>
                  <a:lnTo>
                    <a:pt x="17438" y="27744"/>
                  </a:lnTo>
                  <a:lnTo>
                    <a:pt x="627" y="2774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35">
              <a:extLst>
                <a:ext uri="{FF2B5EF4-FFF2-40B4-BE49-F238E27FC236}">
                  <a16:creationId xmlns:a16="http://schemas.microsoft.com/office/drawing/2014/main" id="{B76B5CC8-7F6F-23DA-C4C9-C74643DC6F59}"/>
                </a:ext>
              </a:extLst>
            </p:cNvPr>
            <p:cNvSpPr/>
            <p:nvPr/>
          </p:nvSpPr>
          <p:spPr>
            <a:xfrm>
              <a:off x="13402775" y="3582600"/>
              <a:ext cx="422450" cy="608275"/>
            </a:xfrm>
            <a:custGeom>
              <a:avLst/>
              <a:gdLst/>
              <a:ahLst/>
              <a:cxnLst/>
              <a:rect l="l" t="t" r="r" b="b"/>
              <a:pathLst>
                <a:path w="16898" h="24331" extrusionOk="0">
                  <a:moveTo>
                    <a:pt x="16897" y="0"/>
                  </a:moveTo>
                  <a:lnTo>
                    <a:pt x="16292" y="130"/>
                  </a:lnTo>
                  <a:lnTo>
                    <a:pt x="15687" y="303"/>
                  </a:lnTo>
                  <a:lnTo>
                    <a:pt x="15082" y="476"/>
                  </a:lnTo>
                  <a:lnTo>
                    <a:pt x="14499" y="670"/>
                  </a:lnTo>
                  <a:lnTo>
                    <a:pt x="14585" y="1426"/>
                  </a:lnTo>
                  <a:lnTo>
                    <a:pt x="14650" y="2161"/>
                  </a:lnTo>
                  <a:lnTo>
                    <a:pt x="14693" y="2939"/>
                  </a:lnTo>
                  <a:lnTo>
                    <a:pt x="14715" y="3695"/>
                  </a:lnTo>
                  <a:lnTo>
                    <a:pt x="14693" y="4560"/>
                  </a:lnTo>
                  <a:lnTo>
                    <a:pt x="14628" y="5424"/>
                  </a:lnTo>
                  <a:lnTo>
                    <a:pt x="14542" y="6288"/>
                  </a:lnTo>
                  <a:lnTo>
                    <a:pt x="14434" y="7131"/>
                  </a:lnTo>
                  <a:lnTo>
                    <a:pt x="14261" y="7952"/>
                  </a:lnTo>
                  <a:lnTo>
                    <a:pt x="14088" y="8795"/>
                  </a:lnTo>
                  <a:lnTo>
                    <a:pt x="13850" y="9594"/>
                  </a:lnTo>
                  <a:lnTo>
                    <a:pt x="13613" y="10394"/>
                  </a:lnTo>
                  <a:lnTo>
                    <a:pt x="13310" y="11193"/>
                  </a:lnTo>
                  <a:lnTo>
                    <a:pt x="13008" y="11949"/>
                  </a:lnTo>
                  <a:lnTo>
                    <a:pt x="12662" y="12706"/>
                  </a:lnTo>
                  <a:lnTo>
                    <a:pt x="12295" y="13462"/>
                  </a:lnTo>
                  <a:lnTo>
                    <a:pt x="11884" y="14175"/>
                  </a:lnTo>
                  <a:lnTo>
                    <a:pt x="11474" y="14888"/>
                  </a:lnTo>
                  <a:lnTo>
                    <a:pt x="11020" y="15579"/>
                  </a:lnTo>
                  <a:lnTo>
                    <a:pt x="10545" y="16249"/>
                  </a:lnTo>
                  <a:lnTo>
                    <a:pt x="10026" y="16919"/>
                  </a:lnTo>
                  <a:lnTo>
                    <a:pt x="9507" y="17546"/>
                  </a:lnTo>
                  <a:lnTo>
                    <a:pt x="8946" y="18172"/>
                  </a:lnTo>
                  <a:lnTo>
                    <a:pt x="8384" y="18756"/>
                  </a:lnTo>
                  <a:lnTo>
                    <a:pt x="7779" y="19339"/>
                  </a:lnTo>
                  <a:lnTo>
                    <a:pt x="7174" y="19879"/>
                  </a:lnTo>
                  <a:lnTo>
                    <a:pt x="6526" y="20398"/>
                  </a:lnTo>
                  <a:lnTo>
                    <a:pt x="5877" y="20916"/>
                  </a:lnTo>
                  <a:lnTo>
                    <a:pt x="5207" y="21392"/>
                  </a:lnTo>
                  <a:lnTo>
                    <a:pt x="4516" y="21846"/>
                  </a:lnTo>
                  <a:lnTo>
                    <a:pt x="3803" y="22256"/>
                  </a:lnTo>
                  <a:lnTo>
                    <a:pt x="3068" y="22667"/>
                  </a:lnTo>
                  <a:lnTo>
                    <a:pt x="2334" y="23034"/>
                  </a:lnTo>
                  <a:lnTo>
                    <a:pt x="1577" y="23380"/>
                  </a:lnTo>
                  <a:lnTo>
                    <a:pt x="800" y="23682"/>
                  </a:lnTo>
                  <a:lnTo>
                    <a:pt x="0" y="23963"/>
                  </a:lnTo>
                  <a:lnTo>
                    <a:pt x="86" y="24330"/>
                  </a:lnTo>
                  <a:lnTo>
                    <a:pt x="16897" y="24330"/>
                  </a:lnTo>
                  <a:lnTo>
                    <a:pt x="1689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35">
              <a:extLst>
                <a:ext uri="{FF2B5EF4-FFF2-40B4-BE49-F238E27FC236}">
                  <a16:creationId xmlns:a16="http://schemas.microsoft.com/office/drawing/2014/main" id="{07384B0C-8BDF-3269-1C3B-0A8D4E18DD71}"/>
                </a:ext>
              </a:extLst>
            </p:cNvPr>
            <p:cNvSpPr/>
            <p:nvPr/>
          </p:nvSpPr>
          <p:spPr>
            <a:xfrm>
              <a:off x="13402775" y="3582600"/>
              <a:ext cx="422450" cy="608275"/>
            </a:xfrm>
            <a:custGeom>
              <a:avLst/>
              <a:gdLst/>
              <a:ahLst/>
              <a:cxnLst/>
              <a:rect l="l" t="t" r="r" b="b"/>
              <a:pathLst>
                <a:path w="16898" h="24331" fill="none" extrusionOk="0">
                  <a:moveTo>
                    <a:pt x="16897" y="0"/>
                  </a:moveTo>
                  <a:lnTo>
                    <a:pt x="16897" y="0"/>
                  </a:lnTo>
                  <a:lnTo>
                    <a:pt x="16292" y="130"/>
                  </a:lnTo>
                  <a:lnTo>
                    <a:pt x="15687" y="303"/>
                  </a:lnTo>
                  <a:lnTo>
                    <a:pt x="15082" y="476"/>
                  </a:lnTo>
                  <a:lnTo>
                    <a:pt x="14499" y="670"/>
                  </a:lnTo>
                  <a:lnTo>
                    <a:pt x="14499" y="670"/>
                  </a:lnTo>
                  <a:lnTo>
                    <a:pt x="14585" y="1426"/>
                  </a:lnTo>
                  <a:lnTo>
                    <a:pt x="14650" y="2161"/>
                  </a:lnTo>
                  <a:lnTo>
                    <a:pt x="14693" y="2939"/>
                  </a:lnTo>
                  <a:lnTo>
                    <a:pt x="14715" y="3695"/>
                  </a:lnTo>
                  <a:lnTo>
                    <a:pt x="14715" y="3695"/>
                  </a:lnTo>
                  <a:lnTo>
                    <a:pt x="14693" y="4560"/>
                  </a:lnTo>
                  <a:lnTo>
                    <a:pt x="14628" y="5424"/>
                  </a:lnTo>
                  <a:lnTo>
                    <a:pt x="14542" y="6288"/>
                  </a:lnTo>
                  <a:lnTo>
                    <a:pt x="14434" y="7131"/>
                  </a:lnTo>
                  <a:lnTo>
                    <a:pt x="14261" y="7952"/>
                  </a:lnTo>
                  <a:lnTo>
                    <a:pt x="14088" y="8795"/>
                  </a:lnTo>
                  <a:lnTo>
                    <a:pt x="13850" y="9594"/>
                  </a:lnTo>
                  <a:lnTo>
                    <a:pt x="13613" y="10394"/>
                  </a:lnTo>
                  <a:lnTo>
                    <a:pt x="13310" y="11193"/>
                  </a:lnTo>
                  <a:lnTo>
                    <a:pt x="13008" y="11949"/>
                  </a:lnTo>
                  <a:lnTo>
                    <a:pt x="12662" y="12706"/>
                  </a:lnTo>
                  <a:lnTo>
                    <a:pt x="12295" y="13462"/>
                  </a:lnTo>
                  <a:lnTo>
                    <a:pt x="11884" y="14175"/>
                  </a:lnTo>
                  <a:lnTo>
                    <a:pt x="11474" y="14888"/>
                  </a:lnTo>
                  <a:lnTo>
                    <a:pt x="11020" y="15579"/>
                  </a:lnTo>
                  <a:lnTo>
                    <a:pt x="10545" y="16249"/>
                  </a:lnTo>
                  <a:lnTo>
                    <a:pt x="10026" y="16919"/>
                  </a:lnTo>
                  <a:lnTo>
                    <a:pt x="9507" y="17546"/>
                  </a:lnTo>
                  <a:lnTo>
                    <a:pt x="8946" y="18172"/>
                  </a:lnTo>
                  <a:lnTo>
                    <a:pt x="8384" y="18756"/>
                  </a:lnTo>
                  <a:lnTo>
                    <a:pt x="7779" y="19339"/>
                  </a:lnTo>
                  <a:lnTo>
                    <a:pt x="7174" y="19879"/>
                  </a:lnTo>
                  <a:lnTo>
                    <a:pt x="6526" y="20398"/>
                  </a:lnTo>
                  <a:lnTo>
                    <a:pt x="5877" y="20916"/>
                  </a:lnTo>
                  <a:lnTo>
                    <a:pt x="5207" y="21392"/>
                  </a:lnTo>
                  <a:lnTo>
                    <a:pt x="4516" y="21846"/>
                  </a:lnTo>
                  <a:lnTo>
                    <a:pt x="3803" y="22256"/>
                  </a:lnTo>
                  <a:lnTo>
                    <a:pt x="3068" y="22667"/>
                  </a:lnTo>
                  <a:lnTo>
                    <a:pt x="2334" y="23034"/>
                  </a:lnTo>
                  <a:lnTo>
                    <a:pt x="1577" y="23380"/>
                  </a:lnTo>
                  <a:lnTo>
                    <a:pt x="800" y="23682"/>
                  </a:lnTo>
                  <a:lnTo>
                    <a:pt x="0" y="23963"/>
                  </a:lnTo>
                  <a:lnTo>
                    <a:pt x="0" y="23963"/>
                  </a:lnTo>
                  <a:lnTo>
                    <a:pt x="86" y="24330"/>
                  </a:lnTo>
                  <a:lnTo>
                    <a:pt x="16897" y="24330"/>
                  </a:lnTo>
                  <a:lnTo>
                    <a:pt x="1689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35">
              <a:extLst>
                <a:ext uri="{FF2B5EF4-FFF2-40B4-BE49-F238E27FC236}">
                  <a16:creationId xmlns:a16="http://schemas.microsoft.com/office/drawing/2014/main" id="{DE0E22A2-A8CC-05E7-22D4-82051866777E}"/>
                </a:ext>
              </a:extLst>
            </p:cNvPr>
            <p:cNvSpPr/>
            <p:nvPr/>
          </p:nvSpPr>
          <p:spPr>
            <a:xfrm>
              <a:off x="13825200" y="3497250"/>
              <a:ext cx="6500" cy="83750"/>
            </a:xfrm>
            <a:custGeom>
              <a:avLst/>
              <a:gdLst/>
              <a:ahLst/>
              <a:cxnLst/>
              <a:rect l="l" t="t" r="r" b="b"/>
              <a:pathLst>
                <a:path w="260" h="3350" extrusionOk="0">
                  <a:moveTo>
                    <a:pt x="259" y="0"/>
                  </a:moveTo>
                  <a:lnTo>
                    <a:pt x="259" y="0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59" y="0"/>
                  </a:lnTo>
                  <a:lnTo>
                    <a:pt x="259" y="3350"/>
                  </a:lnTo>
                  <a:lnTo>
                    <a:pt x="259" y="335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AB0D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35">
              <a:extLst>
                <a:ext uri="{FF2B5EF4-FFF2-40B4-BE49-F238E27FC236}">
                  <a16:creationId xmlns:a16="http://schemas.microsoft.com/office/drawing/2014/main" id="{53166E29-1A3F-9915-039C-31D45E3E93C6}"/>
                </a:ext>
              </a:extLst>
            </p:cNvPr>
            <p:cNvSpPr/>
            <p:nvPr/>
          </p:nvSpPr>
          <p:spPr>
            <a:xfrm>
              <a:off x="13825200" y="3497250"/>
              <a:ext cx="6500" cy="83750"/>
            </a:xfrm>
            <a:custGeom>
              <a:avLst/>
              <a:gdLst/>
              <a:ahLst/>
              <a:cxnLst/>
              <a:rect l="l" t="t" r="r" b="b"/>
              <a:pathLst>
                <a:path w="260" h="3350" fill="none" extrusionOk="0">
                  <a:moveTo>
                    <a:pt x="259" y="0"/>
                  </a:moveTo>
                  <a:lnTo>
                    <a:pt x="259" y="0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59" y="0"/>
                  </a:lnTo>
                  <a:lnTo>
                    <a:pt x="259" y="3350"/>
                  </a:lnTo>
                  <a:lnTo>
                    <a:pt x="259" y="3350"/>
                  </a:lnTo>
                  <a:lnTo>
                    <a:pt x="25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35">
              <a:extLst>
                <a:ext uri="{FF2B5EF4-FFF2-40B4-BE49-F238E27FC236}">
                  <a16:creationId xmlns:a16="http://schemas.microsoft.com/office/drawing/2014/main" id="{C620E07F-4A85-A316-A29E-C32CA0F1279A}"/>
                </a:ext>
              </a:extLst>
            </p:cNvPr>
            <p:cNvSpPr/>
            <p:nvPr/>
          </p:nvSpPr>
          <p:spPr>
            <a:xfrm>
              <a:off x="13390875" y="3498325"/>
              <a:ext cx="434350" cy="679575"/>
            </a:xfrm>
            <a:custGeom>
              <a:avLst/>
              <a:gdLst/>
              <a:ahLst/>
              <a:cxnLst/>
              <a:rect l="l" t="t" r="r" b="b"/>
              <a:pathLst>
                <a:path w="17374" h="27183" extrusionOk="0">
                  <a:moveTo>
                    <a:pt x="17373" y="1"/>
                  </a:moveTo>
                  <a:lnTo>
                    <a:pt x="16444" y="195"/>
                  </a:lnTo>
                  <a:lnTo>
                    <a:pt x="15558" y="411"/>
                  </a:lnTo>
                  <a:lnTo>
                    <a:pt x="15072" y="557"/>
                  </a:lnTo>
                  <a:lnTo>
                    <a:pt x="15072" y="557"/>
                  </a:lnTo>
                  <a:lnTo>
                    <a:pt x="15753" y="368"/>
                  </a:lnTo>
                  <a:lnTo>
                    <a:pt x="16552" y="173"/>
                  </a:lnTo>
                  <a:lnTo>
                    <a:pt x="17373" y="1"/>
                  </a:lnTo>
                  <a:close/>
                  <a:moveTo>
                    <a:pt x="15072" y="557"/>
                  </a:moveTo>
                  <a:lnTo>
                    <a:pt x="14975" y="584"/>
                  </a:lnTo>
                  <a:lnTo>
                    <a:pt x="14823" y="632"/>
                  </a:lnTo>
                  <a:lnTo>
                    <a:pt x="14823" y="632"/>
                  </a:lnTo>
                  <a:lnTo>
                    <a:pt x="15072" y="557"/>
                  </a:lnTo>
                  <a:close/>
                  <a:moveTo>
                    <a:pt x="14823" y="632"/>
                  </a:moveTo>
                  <a:lnTo>
                    <a:pt x="14694" y="670"/>
                  </a:lnTo>
                  <a:lnTo>
                    <a:pt x="13851" y="930"/>
                  </a:lnTo>
                  <a:lnTo>
                    <a:pt x="13052" y="1211"/>
                  </a:lnTo>
                  <a:lnTo>
                    <a:pt x="12295" y="1513"/>
                  </a:lnTo>
                  <a:lnTo>
                    <a:pt x="11539" y="1837"/>
                  </a:lnTo>
                  <a:lnTo>
                    <a:pt x="10848" y="2183"/>
                  </a:lnTo>
                  <a:lnTo>
                    <a:pt x="10156" y="2529"/>
                  </a:lnTo>
                  <a:lnTo>
                    <a:pt x="9508" y="2918"/>
                  </a:lnTo>
                  <a:lnTo>
                    <a:pt x="8881" y="3307"/>
                  </a:lnTo>
                  <a:lnTo>
                    <a:pt x="8276" y="3695"/>
                  </a:lnTo>
                  <a:lnTo>
                    <a:pt x="7715" y="4128"/>
                  </a:lnTo>
                  <a:lnTo>
                    <a:pt x="7153" y="4560"/>
                  </a:lnTo>
                  <a:lnTo>
                    <a:pt x="6634" y="4992"/>
                  </a:lnTo>
                  <a:lnTo>
                    <a:pt x="6137" y="5446"/>
                  </a:lnTo>
                  <a:lnTo>
                    <a:pt x="5662" y="5921"/>
                  </a:lnTo>
                  <a:lnTo>
                    <a:pt x="5230" y="6396"/>
                  </a:lnTo>
                  <a:lnTo>
                    <a:pt x="4798" y="6893"/>
                  </a:lnTo>
                  <a:lnTo>
                    <a:pt x="4387" y="7390"/>
                  </a:lnTo>
                  <a:lnTo>
                    <a:pt x="4020" y="7887"/>
                  </a:lnTo>
                  <a:lnTo>
                    <a:pt x="3652" y="8406"/>
                  </a:lnTo>
                  <a:lnTo>
                    <a:pt x="3328" y="8925"/>
                  </a:lnTo>
                  <a:lnTo>
                    <a:pt x="3004" y="9443"/>
                  </a:lnTo>
                  <a:lnTo>
                    <a:pt x="2702" y="9983"/>
                  </a:lnTo>
                  <a:lnTo>
                    <a:pt x="2421" y="10523"/>
                  </a:lnTo>
                  <a:lnTo>
                    <a:pt x="2161" y="11064"/>
                  </a:lnTo>
                  <a:lnTo>
                    <a:pt x="1924" y="11604"/>
                  </a:lnTo>
                  <a:lnTo>
                    <a:pt x="1708" y="12144"/>
                  </a:lnTo>
                  <a:lnTo>
                    <a:pt x="1492" y="12706"/>
                  </a:lnTo>
                  <a:lnTo>
                    <a:pt x="1297" y="13246"/>
                  </a:lnTo>
                  <a:lnTo>
                    <a:pt x="1124" y="13808"/>
                  </a:lnTo>
                  <a:lnTo>
                    <a:pt x="973" y="14348"/>
                  </a:lnTo>
                  <a:lnTo>
                    <a:pt x="822" y="14888"/>
                  </a:lnTo>
                  <a:lnTo>
                    <a:pt x="562" y="15990"/>
                  </a:lnTo>
                  <a:lnTo>
                    <a:pt x="368" y="17071"/>
                  </a:lnTo>
                  <a:lnTo>
                    <a:pt x="217" y="18129"/>
                  </a:lnTo>
                  <a:lnTo>
                    <a:pt x="109" y="19145"/>
                  </a:lnTo>
                  <a:lnTo>
                    <a:pt x="44" y="20160"/>
                  </a:lnTo>
                  <a:lnTo>
                    <a:pt x="1" y="21111"/>
                  </a:lnTo>
                  <a:lnTo>
                    <a:pt x="1" y="22040"/>
                  </a:lnTo>
                  <a:lnTo>
                    <a:pt x="22" y="22905"/>
                  </a:lnTo>
                  <a:lnTo>
                    <a:pt x="66" y="23726"/>
                  </a:lnTo>
                  <a:lnTo>
                    <a:pt x="109" y="24504"/>
                  </a:lnTo>
                  <a:lnTo>
                    <a:pt x="174" y="25195"/>
                  </a:lnTo>
                  <a:lnTo>
                    <a:pt x="325" y="26362"/>
                  </a:lnTo>
                  <a:lnTo>
                    <a:pt x="454" y="27183"/>
                  </a:lnTo>
                  <a:lnTo>
                    <a:pt x="390" y="26513"/>
                  </a:lnTo>
                  <a:lnTo>
                    <a:pt x="325" y="25843"/>
                  </a:lnTo>
                  <a:lnTo>
                    <a:pt x="282" y="25173"/>
                  </a:lnTo>
                  <a:lnTo>
                    <a:pt x="282" y="24504"/>
                  </a:lnTo>
                  <a:lnTo>
                    <a:pt x="303" y="23618"/>
                  </a:lnTo>
                  <a:lnTo>
                    <a:pt x="346" y="22753"/>
                  </a:lnTo>
                  <a:lnTo>
                    <a:pt x="433" y="21911"/>
                  </a:lnTo>
                  <a:lnTo>
                    <a:pt x="562" y="21046"/>
                  </a:lnTo>
                  <a:lnTo>
                    <a:pt x="714" y="20204"/>
                  </a:lnTo>
                  <a:lnTo>
                    <a:pt x="908" y="19383"/>
                  </a:lnTo>
                  <a:lnTo>
                    <a:pt x="1124" y="18561"/>
                  </a:lnTo>
                  <a:lnTo>
                    <a:pt x="1384" y="17762"/>
                  </a:lnTo>
                  <a:lnTo>
                    <a:pt x="1664" y="16984"/>
                  </a:lnTo>
                  <a:lnTo>
                    <a:pt x="1989" y="16206"/>
                  </a:lnTo>
                  <a:lnTo>
                    <a:pt x="2313" y="15428"/>
                  </a:lnTo>
                  <a:lnTo>
                    <a:pt x="2702" y="14694"/>
                  </a:lnTo>
                  <a:lnTo>
                    <a:pt x="3091" y="13959"/>
                  </a:lnTo>
                  <a:lnTo>
                    <a:pt x="3523" y="13246"/>
                  </a:lnTo>
                  <a:lnTo>
                    <a:pt x="3976" y="12533"/>
                  </a:lnTo>
                  <a:lnTo>
                    <a:pt x="4452" y="11863"/>
                  </a:lnTo>
                  <a:lnTo>
                    <a:pt x="4949" y="11193"/>
                  </a:lnTo>
                  <a:lnTo>
                    <a:pt x="5467" y="10567"/>
                  </a:lnTo>
                  <a:lnTo>
                    <a:pt x="6029" y="9940"/>
                  </a:lnTo>
                  <a:lnTo>
                    <a:pt x="6591" y="9335"/>
                  </a:lnTo>
                  <a:lnTo>
                    <a:pt x="7196" y="8752"/>
                  </a:lnTo>
                  <a:lnTo>
                    <a:pt x="7801" y="8211"/>
                  </a:lnTo>
                  <a:lnTo>
                    <a:pt x="8449" y="7671"/>
                  </a:lnTo>
                  <a:lnTo>
                    <a:pt x="9097" y="7174"/>
                  </a:lnTo>
                  <a:lnTo>
                    <a:pt x="9767" y="6677"/>
                  </a:lnTo>
                  <a:lnTo>
                    <a:pt x="10459" y="6224"/>
                  </a:lnTo>
                  <a:lnTo>
                    <a:pt x="11172" y="5791"/>
                  </a:lnTo>
                  <a:lnTo>
                    <a:pt x="11906" y="5381"/>
                  </a:lnTo>
                  <a:lnTo>
                    <a:pt x="12641" y="5014"/>
                  </a:lnTo>
                  <a:lnTo>
                    <a:pt x="13397" y="4646"/>
                  </a:lnTo>
                  <a:lnTo>
                    <a:pt x="14175" y="4344"/>
                  </a:lnTo>
                  <a:lnTo>
                    <a:pt x="14975" y="4041"/>
                  </a:lnTo>
                  <a:lnTo>
                    <a:pt x="14823" y="3220"/>
                  </a:lnTo>
                  <a:lnTo>
                    <a:pt x="14651" y="2399"/>
                  </a:lnTo>
                  <a:lnTo>
                    <a:pt x="14456" y="1600"/>
                  </a:lnTo>
                  <a:lnTo>
                    <a:pt x="14218" y="822"/>
                  </a:lnTo>
                  <a:lnTo>
                    <a:pt x="14823" y="632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35">
              <a:extLst>
                <a:ext uri="{FF2B5EF4-FFF2-40B4-BE49-F238E27FC236}">
                  <a16:creationId xmlns:a16="http://schemas.microsoft.com/office/drawing/2014/main" id="{2FFAAF78-AC11-1F42-022B-6B2D4EE5C951}"/>
                </a:ext>
              </a:extLst>
            </p:cNvPr>
            <p:cNvSpPr/>
            <p:nvPr/>
          </p:nvSpPr>
          <p:spPr>
            <a:xfrm>
              <a:off x="13390875" y="3498325"/>
              <a:ext cx="434350" cy="679575"/>
            </a:xfrm>
            <a:custGeom>
              <a:avLst/>
              <a:gdLst/>
              <a:ahLst/>
              <a:cxnLst/>
              <a:rect l="l" t="t" r="r" b="b"/>
              <a:pathLst>
                <a:path w="17374" h="27183" fill="none" extrusionOk="0">
                  <a:moveTo>
                    <a:pt x="17373" y="1"/>
                  </a:moveTo>
                  <a:lnTo>
                    <a:pt x="17373" y="1"/>
                  </a:lnTo>
                  <a:lnTo>
                    <a:pt x="16444" y="195"/>
                  </a:lnTo>
                  <a:lnTo>
                    <a:pt x="15558" y="411"/>
                  </a:lnTo>
                  <a:lnTo>
                    <a:pt x="14694" y="670"/>
                  </a:lnTo>
                  <a:lnTo>
                    <a:pt x="13851" y="930"/>
                  </a:lnTo>
                  <a:lnTo>
                    <a:pt x="13052" y="1211"/>
                  </a:lnTo>
                  <a:lnTo>
                    <a:pt x="12295" y="1513"/>
                  </a:lnTo>
                  <a:lnTo>
                    <a:pt x="11539" y="1837"/>
                  </a:lnTo>
                  <a:lnTo>
                    <a:pt x="10848" y="2183"/>
                  </a:lnTo>
                  <a:lnTo>
                    <a:pt x="10156" y="2529"/>
                  </a:lnTo>
                  <a:lnTo>
                    <a:pt x="9508" y="2918"/>
                  </a:lnTo>
                  <a:lnTo>
                    <a:pt x="8881" y="3307"/>
                  </a:lnTo>
                  <a:lnTo>
                    <a:pt x="8276" y="3695"/>
                  </a:lnTo>
                  <a:lnTo>
                    <a:pt x="7715" y="4128"/>
                  </a:lnTo>
                  <a:lnTo>
                    <a:pt x="7153" y="4560"/>
                  </a:lnTo>
                  <a:lnTo>
                    <a:pt x="6634" y="4992"/>
                  </a:lnTo>
                  <a:lnTo>
                    <a:pt x="6137" y="5446"/>
                  </a:lnTo>
                  <a:lnTo>
                    <a:pt x="5662" y="5921"/>
                  </a:lnTo>
                  <a:lnTo>
                    <a:pt x="5230" y="6396"/>
                  </a:lnTo>
                  <a:lnTo>
                    <a:pt x="4798" y="6893"/>
                  </a:lnTo>
                  <a:lnTo>
                    <a:pt x="4387" y="7390"/>
                  </a:lnTo>
                  <a:lnTo>
                    <a:pt x="4020" y="7887"/>
                  </a:lnTo>
                  <a:lnTo>
                    <a:pt x="3652" y="8406"/>
                  </a:lnTo>
                  <a:lnTo>
                    <a:pt x="3328" y="8925"/>
                  </a:lnTo>
                  <a:lnTo>
                    <a:pt x="3004" y="9443"/>
                  </a:lnTo>
                  <a:lnTo>
                    <a:pt x="2702" y="9983"/>
                  </a:lnTo>
                  <a:lnTo>
                    <a:pt x="2421" y="10523"/>
                  </a:lnTo>
                  <a:lnTo>
                    <a:pt x="2161" y="11064"/>
                  </a:lnTo>
                  <a:lnTo>
                    <a:pt x="1924" y="11604"/>
                  </a:lnTo>
                  <a:lnTo>
                    <a:pt x="1708" y="12144"/>
                  </a:lnTo>
                  <a:lnTo>
                    <a:pt x="1492" y="12706"/>
                  </a:lnTo>
                  <a:lnTo>
                    <a:pt x="1297" y="13246"/>
                  </a:lnTo>
                  <a:lnTo>
                    <a:pt x="1124" y="13808"/>
                  </a:lnTo>
                  <a:lnTo>
                    <a:pt x="973" y="14348"/>
                  </a:lnTo>
                  <a:lnTo>
                    <a:pt x="822" y="14888"/>
                  </a:lnTo>
                  <a:lnTo>
                    <a:pt x="562" y="15990"/>
                  </a:lnTo>
                  <a:lnTo>
                    <a:pt x="368" y="17071"/>
                  </a:lnTo>
                  <a:lnTo>
                    <a:pt x="217" y="18129"/>
                  </a:lnTo>
                  <a:lnTo>
                    <a:pt x="109" y="19145"/>
                  </a:lnTo>
                  <a:lnTo>
                    <a:pt x="44" y="20160"/>
                  </a:lnTo>
                  <a:lnTo>
                    <a:pt x="1" y="21111"/>
                  </a:lnTo>
                  <a:lnTo>
                    <a:pt x="1" y="22040"/>
                  </a:lnTo>
                  <a:lnTo>
                    <a:pt x="22" y="22905"/>
                  </a:lnTo>
                  <a:lnTo>
                    <a:pt x="66" y="23726"/>
                  </a:lnTo>
                  <a:lnTo>
                    <a:pt x="109" y="24504"/>
                  </a:lnTo>
                  <a:lnTo>
                    <a:pt x="174" y="25195"/>
                  </a:lnTo>
                  <a:lnTo>
                    <a:pt x="325" y="26362"/>
                  </a:lnTo>
                  <a:lnTo>
                    <a:pt x="454" y="27183"/>
                  </a:lnTo>
                  <a:lnTo>
                    <a:pt x="454" y="27183"/>
                  </a:lnTo>
                  <a:lnTo>
                    <a:pt x="390" y="26513"/>
                  </a:lnTo>
                  <a:lnTo>
                    <a:pt x="325" y="25843"/>
                  </a:lnTo>
                  <a:lnTo>
                    <a:pt x="282" y="25173"/>
                  </a:lnTo>
                  <a:lnTo>
                    <a:pt x="282" y="24504"/>
                  </a:lnTo>
                  <a:lnTo>
                    <a:pt x="282" y="24504"/>
                  </a:lnTo>
                  <a:lnTo>
                    <a:pt x="303" y="23618"/>
                  </a:lnTo>
                  <a:lnTo>
                    <a:pt x="346" y="22753"/>
                  </a:lnTo>
                  <a:lnTo>
                    <a:pt x="433" y="21911"/>
                  </a:lnTo>
                  <a:lnTo>
                    <a:pt x="562" y="21046"/>
                  </a:lnTo>
                  <a:lnTo>
                    <a:pt x="714" y="20204"/>
                  </a:lnTo>
                  <a:lnTo>
                    <a:pt x="908" y="19383"/>
                  </a:lnTo>
                  <a:lnTo>
                    <a:pt x="1124" y="18561"/>
                  </a:lnTo>
                  <a:lnTo>
                    <a:pt x="1384" y="17762"/>
                  </a:lnTo>
                  <a:lnTo>
                    <a:pt x="1664" y="16984"/>
                  </a:lnTo>
                  <a:lnTo>
                    <a:pt x="1989" y="16206"/>
                  </a:lnTo>
                  <a:lnTo>
                    <a:pt x="2313" y="15428"/>
                  </a:lnTo>
                  <a:lnTo>
                    <a:pt x="2702" y="14694"/>
                  </a:lnTo>
                  <a:lnTo>
                    <a:pt x="3091" y="13959"/>
                  </a:lnTo>
                  <a:lnTo>
                    <a:pt x="3523" y="13246"/>
                  </a:lnTo>
                  <a:lnTo>
                    <a:pt x="3976" y="12533"/>
                  </a:lnTo>
                  <a:lnTo>
                    <a:pt x="4452" y="11863"/>
                  </a:lnTo>
                  <a:lnTo>
                    <a:pt x="4949" y="11193"/>
                  </a:lnTo>
                  <a:lnTo>
                    <a:pt x="5467" y="10567"/>
                  </a:lnTo>
                  <a:lnTo>
                    <a:pt x="6029" y="9940"/>
                  </a:lnTo>
                  <a:lnTo>
                    <a:pt x="6591" y="9335"/>
                  </a:lnTo>
                  <a:lnTo>
                    <a:pt x="7196" y="8752"/>
                  </a:lnTo>
                  <a:lnTo>
                    <a:pt x="7801" y="8211"/>
                  </a:lnTo>
                  <a:lnTo>
                    <a:pt x="8449" y="7671"/>
                  </a:lnTo>
                  <a:lnTo>
                    <a:pt x="9097" y="7174"/>
                  </a:lnTo>
                  <a:lnTo>
                    <a:pt x="9767" y="6677"/>
                  </a:lnTo>
                  <a:lnTo>
                    <a:pt x="10459" y="6224"/>
                  </a:lnTo>
                  <a:lnTo>
                    <a:pt x="11172" y="5791"/>
                  </a:lnTo>
                  <a:lnTo>
                    <a:pt x="11906" y="5381"/>
                  </a:lnTo>
                  <a:lnTo>
                    <a:pt x="12641" y="5014"/>
                  </a:lnTo>
                  <a:lnTo>
                    <a:pt x="13397" y="4646"/>
                  </a:lnTo>
                  <a:lnTo>
                    <a:pt x="14175" y="4344"/>
                  </a:lnTo>
                  <a:lnTo>
                    <a:pt x="14975" y="4041"/>
                  </a:lnTo>
                  <a:lnTo>
                    <a:pt x="14975" y="4041"/>
                  </a:lnTo>
                  <a:lnTo>
                    <a:pt x="14823" y="3220"/>
                  </a:lnTo>
                  <a:lnTo>
                    <a:pt x="14651" y="2399"/>
                  </a:lnTo>
                  <a:lnTo>
                    <a:pt x="14456" y="1600"/>
                  </a:lnTo>
                  <a:lnTo>
                    <a:pt x="14218" y="822"/>
                  </a:lnTo>
                  <a:lnTo>
                    <a:pt x="14218" y="822"/>
                  </a:lnTo>
                  <a:lnTo>
                    <a:pt x="14975" y="584"/>
                  </a:lnTo>
                  <a:lnTo>
                    <a:pt x="15753" y="368"/>
                  </a:lnTo>
                  <a:lnTo>
                    <a:pt x="16552" y="173"/>
                  </a:lnTo>
                  <a:lnTo>
                    <a:pt x="17373" y="1"/>
                  </a:lnTo>
                  <a:lnTo>
                    <a:pt x="1737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35">
              <a:extLst>
                <a:ext uri="{FF2B5EF4-FFF2-40B4-BE49-F238E27FC236}">
                  <a16:creationId xmlns:a16="http://schemas.microsoft.com/office/drawing/2014/main" id="{F69E48A1-2EA9-56FC-DA1F-13221F93625C}"/>
                </a:ext>
              </a:extLst>
            </p:cNvPr>
            <p:cNvSpPr/>
            <p:nvPr/>
          </p:nvSpPr>
          <p:spPr>
            <a:xfrm>
              <a:off x="13746325" y="3498325"/>
              <a:ext cx="78900" cy="101050"/>
            </a:xfrm>
            <a:custGeom>
              <a:avLst/>
              <a:gdLst/>
              <a:ahLst/>
              <a:cxnLst/>
              <a:rect l="l" t="t" r="r" b="b"/>
              <a:pathLst>
                <a:path w="3156" h="4042" extrusionOk="0">
                  <a:moveTo>
                    <a:pt x="3155" y="1"/>
                  </a:moveTo>
                  <a:lnTo>
                    <a:pt x="2334" y="173"/>
                  </a:lnTo>
                  <a:lnTo>
                    <a:pt x="1535" y="368"/>
                  </a:lnTo>
                  <a:lnTo>
                    <a:pt x="757" y="584"/>
                  </a:lnTo>
                  <a:lnTo>
                    <a:pt x="0" y="822"/>
                  </a:lnTo>
                  <a:lnTo>
                    <a:pt x="238" y="1600"/>
                  </a:lnTo>
                  <a:lnTo>
                    <a:pt x="433" y="2399"/>
                  </a:lnTo>
                  <a:lnTo>
                    <a:pt x="605" y="3220"/>
                  </a:lnTo>
                  <a:lnTo>
                    <a:pt x="757" y="4041"/>
                  </a:lnTo>
                  <a:lnTo>
                    <a:pt x="1340" y="3847"/>
                  </a:lnTo>
                  <a:lnTo>
                    <a:pt x="1945" y="3674"/>
                  </a:lnTo>
                  <a:lnTo>
                    <a:pt x="2550" y="3501"/>
                  </a:lnTo>
                  <a:lnTo>
                    <a:pt x="3155" y="3371"/>
                  </a:lnTo>
                  <a:lnTo>
                    <a:pt x="3155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35">
              <a:extLst>
                <a:ext uri="{FF2B5EF4-FFF2-40B4-BE49-F238E27FC236}">
                  <a16:creationId xmlns:a16="http://schemas.microsoft.com/office/drawing/2014/main" id="{F491E83F-552F-B68D-FFB2-1D9EA1E0D321}"/>
                </a:ext>
              </a:extLst>
            </p:cNvPr>
            <p:cNvSpPr/>
            <p:nvPr/>
          </p:nvSpPr>
          <p:spPr>
            <a:xfrm>
              <a:off x="13746325" y="3498325"/>
              <a:ext cx="78900" cy="101050"/>
            </a:xfrm>
            <a:custGeom>
              <a:avLst/>
              <a:gdLst/>
              <a:ahLst/>
              <a:cxnLst/>
              <a:rect l="l" t="t" r="r" b="b"/>
              <a:pathLst>
                <a:path w="3156" h="4042" fill="none" extrusionOk="0">
                  <a:moveTo>
                    <a:pt x="3155" y="1"/>
                  </a:moveTo>
                  <a:lnTo>
                    <a:pt x="3155" y="1"/>
                  </a:lnTo>
                  <a:lnTo>
                    <a:pt x="2334" y="173"/>
                  </a:lnTo>
                  <a:lnTo>
                    <a:pt x="1535" y="368"/>
                  </a:lnTo>
                  <a:lnTo>
                    <a:pt x="757" y="584"/>
                  </a:lnTo>
                  <a:lnTo>
                    <a:pt x="0" y="822"/>
                  </a:lnTo>
                  <a:lnTo>
                    <a:pt x="0" y="822"/>
                  </a:lnTo>
                  <a:lnTo>
                    <a:pt x="238" y="1600"/>
                  </a:lnTo>
                  <a:lnTo>
                    <a:pt x="433" y="2399"/>
                  </a:lnTo>
                  <a:lnTo>
                    <a:pt x="605" y="3220"/>
                  </a:lnTo>
                  <a:lnTo>
                    <a:pt x="757" y="4041"/>
                  </a:lnTo>
                  <a:lnTo>
                    <a:pt x="757" y="4041"/>
                  </a:lnTo>
                  <a:lnTo>
                    <a:pt x="1340" y="3847"/>
                  </a:lnTo>
                  <a:lnTo>
                    <a:pt x="1945" y="3674"/>
                  </a:lnTo>
                  <a:lnTo>
                    <a:pt x="2550" y="3501"/>
                  </a:lnTo>
                  <a:lnTo>
                    <a:pt x="3155" y="3371"/>
                  </a:lnTo>
                  <a:lnTo>
                    <a:pt x="315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35">
              <a:extLst>
                <a:ext uri="{FF2B5EF4-FFF2-40B4-BE49-F238E27FC236}">
                  <a16:creationId xmlns:a16="http://schemas.microsoft.com/office/drawing/2014/main" id="{427ADCE3-0347-D7F8-0409-B71F1E630731}"/>
                </a:ext>
              </a:extLst>
            </p:cNvPr>
            <p:cNvSpPr/>
            <p:nvPr/>
          </p:nvSpPr>
          <p:spPr>
            <a:xfrm>
              <a:off x="13985625" y="3497250"/>
              <a:ext cx="448925" cy="693625"/>
            </a:xfrm>
            <a:custGeom>
              <a:avLst/>
              <a:gdLst/>
              <a:ahLst/>
              <a:cxnLst/>
              <a:rect l="l" t="t" r="r" b="b"/>
              <a:pathLst>
                <a:path w="17957" h="27745" extrusionOk="0">
                  <a:moveTo>
                    <a:pt x="1" y="0"/>
                  </a:moveTo>
                  <a:lnTo>
                    <a:pt x="1" y="27744"/>
                  </a:lnTo>
                  <a:lnTo>
                    <a:pt x="17503" y="27744"/>
                  </a:lnTo>
                  <a:lnTo>
                    <a:pt x="17567" y="27485"/>
                  </a:lnTo>
                  <a:lnTo>
                    <a:pt x="17675" y="26729"/>
                  </a:lnTo>
                  <a:lnTo>
                    <a:pt x="17740" y="26189"/>
                  </a:lnTo>
                  <a:lnTo>
                    <a:pt x="17827" y="25541"/>
                  </a:lnTo>
                  <a:lnTo>
                    <a:pt x="17870" y="24827"/>
                  </a:lnTo>
                  <a:lnTo>
                    <a:pt x="17935" y="24006"/>
                  </a:lnTo>
                  <a:lnTo>
                    <a:pt x="17956" y="23120"/>
                  </a:lnTo>
                  <a:lnTo>
                    <a:pt x="17956" y="22170"/>
                  </a:lnTo>
                  <a:lnTo>
                    <a:pt x="17935" y="21154"/>
                  </a:lnTo>
                  <a:lnTo>
                    <a:pt x="17870" y="20095"/>
                  </a:lnTo>
                  <a:lnTo>
                    <a:pt x="17784" y="18972"/>
                  </a:lnTo>
                  <a:lnTo>
                    <a:pt x="17632" y="17827"/>
                  </a:lnTo>
                  <a:lnTo>
                    <a:pt x="17524" y="17243"/>
                  </a:lnTo>
                  <a:lnTo>
                    <a:pt x="17416" y="16660"/>
                  </a:lnTo>
                  <a:lnTo>
                    <a:pt x="17308" y="16076"/>
                  </a:lnTo>
                  <a:lnTo>
                    <a:pt x="17157" y="15471"/>
                  </a:lnTo>
                  <a:lnTo>
                    <a:pt x="17006" y="14866"/>
                  </a:lnTo>
                  <a:lnTo>
                    <a:pt x="16833" y="14261"/>
                  </a:lnTo>
                  <a:lnTo>
                    <a:pt x="16638" y="13656"/>
                  </a:lnTo>
                  <a:lnTo>
                    <a:pt x="16422" y="13051"/>
                  </a:lnTo>
                  <a:lnTo>
                    <a:pt x="16206" y="12446"/>
                  </a:lnTo>
                  <a:lnTo>
                    <a:pt x="15947" y="11841"/>
                  </a:lnTo>
                  <a:lnTo>
                    <a:pt x="15688" y="11236"/>
                  </a:lnTo>
                  <a:lnTo>
                    <a:pt x="15385" y="10653"/>
                  </a:lnTo>
                  <a:lnTo>
                    <a:pt x="15083" y="10048"/>
                  </a:lnTo>
                  <a:lnTo>
                    <a:pt x="14737" y="9464"/>
                  </a:lnTo>
                  <a:lnTo>
                    <a:pt x="14370" y="8881"/>
                  </a:lnTo>
                  <a:lnTo>
                    <a:pt x="13981" y="8319"/>
                  </a:lnTo>
                  <a:lnTo>
                    <a:pt x="13570" y="7757"/>
                  </a:lnTo>
                  <a:lnTo>
                    <a:pt x="13138" y="7196"/>
                  </a:lnTo>
                  <a:lnTo>
                    <a:pt x="12684" y="6656"/>
                  </a:lnTo>
                  <a:lnTo>
                    <a:pt x="12187" y="6137"/>
                  </a:lnTo>
                  <a:lnTo>
                    <a:pt x="11669" y="5618"/>
                  </a:lnTo>
                  <a:lnTo>
                    <a:pt x="11128" y="5100"/>
                  </a:lnTo>
                  <a:lnTo>
                    <a:pt x="10545" y="4603"/>
                  </a:lnTo>
                  <a:lnTo>
                    <a:pt x="9940" y="4127"/>
                  </a:lnTo>
                  <a:lnTo>
                    <a:pt x="9292" y="3674"/>
                  </a:lnTo>
                  <a:lnTo>
                    <a:pt x="8622" y="3242"/>
                  </a:lnTo>
                  <a:lnTo>
                    <a:pt x="7930" y="2809"/>
                  </a:lnTo>
                  <a:lnTo>
                    <a:pt x="7174" y="2399"/>
                  </a:lnTo>
                  <a:lnTo>
                    <a:pt x="6418" y="2031"/>
                  </a:lnTo>
                  <a:lnTo>
                    <a:pt x="5597" y="1664"/>
                  </a:lnTo>
                  <a:lnTo>
                    <a:pt x="4754" y="1318"/>
                  </a:lnTo>
                  <a:lnTo>
                    <a:pt x="3890" y="1016"/>
                  </a:lnTo>
                  <a:lnTo>
                    <a:pt x="2961" y="713"/>
                  </a:lnTo>
                  <a:lnTo>
                    <a:pt x="2010" y="454"/>
                  </a:lnTo>
                  <a:lnTo>
                    <a:pt x="1016" y="19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35">
              <a:extLst>
                <a:ext uri="{FF2B5EF4-FFF2-40B4-BE49-F238E27FC236}">
                  <a16:creationId xmlns:a16="http://schemas.microsoft.com/office/drawing/2014/main" id="{036A6604-10F9-A0E0-007A-A911FA715CF4}"/>
                </a:ext>
              </a:extLst>
            </p:cNvPr>
            <p:cNvSpPr/>
            <p:nvPr/>
          </p:nvSpPr>
          <p:spPr>
            <a:xfrm>
              <a:off x="13985625" y="3497250"/>
              <a:ext cx="448925" cy="693625"/>
            </a:xfrm>
            <a:custGeom>
              <a:avLst/>
              <a:gdLst/>
              <a:ahLst/>
              <a:cxnLst/>
              <a:rect l="l" t="t" r="r" b="b"/>
              <a:pathLst>
                <a:path w="17957" h="27745" fill="none" extrusionOk="0">
                  <a:moveTo>
                    <a:pt x="17503" y="27744"/>
                  </a:moveTo>
                  <a:lnTo>
                    <a:pt x="17503" y="27744"/>
                  </a:lnTo>
                  <a:lnTo>
                    <a:pt x="17567" y="27485"/>
                  </a:lnTo>
                  <a:lnTo>
                    <a:pt x="17675" y="26729"/>
                  </a:lnTo>
                  <a:lnTo>
                    <a:pt x="17740" y="26189"/>
                  </a:lnTo>
                  <a:lnTo>
                    <a:pt x="17827" y="25541"/>
                  </a:lnTo>
                  <a:lnTo>
                    <a:pt x="17870" y="24827"/>
                  </a:lnTo>
                  <a:lnTo>
                    <a:pt x="17935" y="24006"/>
                  </a:lnTo>
                  <a:lnTo>
                    <a:pt x="17956" y="23120"/>
                  </a:lnTo>
                  <a:lnTo>
                    <a:pt x="17956" y="22170"/>
                  </a:lnTo>
                  <a:lnTo>
                    <a:pt x="17935" y="21154"/>
                  </a:lnTo>
                  <a:lnTo>
                    <a:pt x="17870" y="20095"/>
                  </a:lnTo>
                  <a:lnTo>
                    <a:pt x="17784" y="18972"/>
                  </a:lnTo>
                  <a:lnTo>
                    <a:pt x="17632" y="17827"/>
                  </a:lnTo>
                  <a:lnTo>
                    <a:pt x="17524" y="17243"/>
                  </a:lnTo>
                  <a:lnTo>
                    <a:pt x="17416" y="16660"/>
                  </a:lnTo>
                  <a:lnTo>
                    <a:pt x="17308" y="16076"/>
                  </a:lnTo>
                  <a:lnTo>
                    <a:pt x="17157" y="15471"/>
                  </a:lnTo>
                  <a:lnTo>
                    <a:pt x="17006" y="14866"/>
                  </a:lnTo>
                  <a:lnTo>
                    <a:pt x="16833" y="14261"/>
                  </a:lnTo>
                  <a:lnTo>
                    <a:pt x="16638" y="13656"/>
                  </a:lnTo>
                  <a:lnTo>
                    <a:pt x="16422" y="13051"/>
                  </a:lnTo>
                  <a:lnTo>
                    <a:pt x="16206" y="12446"/>
                  </a:lnTo>
                  <a:lnTo>
                    <a:pt x="15947" y="11841"/>
                  </a:lnTo>
                  <a:lnTo>
                    <a:pt x="15688" y="11236"/>
                  </a:lnTo>
                  <a:lnTo>
                    <a:pt x="15385" y="10653"/>
                  </a:lnTo>
                  <a:lnTo>
                    <a:pt x="15083" y="10048"/>
                  </a:lnTo>
                  <a:lnTo>
                    <a:pt x="14737" y="9464"/>
                  </a:lnTo>
                  <a:lnTo>
                    <a:pt x="14370" y="8881"/>
                  </a:lnTo>
                  <a:lnTo>
                    <a:pt x="13981" y="8319"/>
                  </a:lnTo>
                  <a:lnTo>
                    <a:pt x="13570" y="7757"/>
                  </a:lnTo>
                  <a:lnTo>
                    <a:pt x="13138" y="7196"/>
                  </a:lnTo>
                  <a:lnTo>
                    <a:pt x="12684" y="6656"/>
                  </a:lnTo>
                  <a:lnTo>
                    <a:pt x="12187" y="6137"/>
                  </a:lnTo>
                  <a:lnTo>
                    <a:pt x="11669" y="5618"/>
                  </a:lnTo>
                  <a:lnTo>
                    <a:pt x="11128" y="5100"/>
                  </a:lnTo>
                  <a:lnTo>
                    <a:pt x="10545" y="4603"/>
                  </a:lnTo>
                  <a:lnTo>
                    <a:pt x="9940" y="4127"/>
                  </a:lnTo>
                  <a:lnTo>
                    <a:pt x="9292" y="3674"/>
                  </a:lnTo>
                  <a:lnTo>
                    <a:pt x="8622" y="3242"/>
                  </a:lnTo>
                  <a:lnTo>
                    <a:pt x="7930" y="2809"/>
                  </a:lnTo>
                  <a:lnTo>
                    <a:pt x="7174" y="2399"/>
                  </a:lnTo>
                  <a:lnTo>
                    <a:pt x="6418" y="2031"/>
                  </a:lnTo>
                  <a:lnTo>
                    <a:pt x="5597" y="1664"/>
                  </a:lnTo>
                  <a:lnTo>
                    <a:pt x="4754" y="1318"/>
                  </a:lnTo>
                  <a:lnTo>
                    <a:pt x="3890" y="1016"/>
                  </a:lnTo>
                  <a:lnTo>
                    <a:pt x="2961" y="713"/>
                  </a:lnTo>
                  <a:lnTo>
                    <a:pt x="2010" y="454"/>
                  </a:lnTo>
                  <a:lnTo>
                    <a:pt x="1016" y="195"/>
                  </a:lnTo>
                  <a:lnTo>
                    <a:pt x="1" y="0"/>
                  </a:lnTo>
                  <a:lnTo>
                    <a:pt x="1" y="27744"/>
                  </a:lnTo>
                  <a:lnTo>
                    <a:pt x="17503" y="2774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35">
              <a:extLst>
                <a:ext uri="{FF2B5EF4-FFF2-40B4-BE49-F238E27FC236}">
                  <a16:creationId xmlns:a16="http://schemas.microsoft.com/office/drawing/2014/main" id="{68294891-510D-A421-808F-1AC7592ACF27}"/>
                </a:ext>
              </a:extLst>
            </p:cNvPr>
            <p:cNvSpPr/>
            <p:nvPr/>
          </p:nvSpPr>
          <p:spPr>
            <a:xfrm>
              <a:off x="14423175" y="4181675"/>
              <a:ext cx="2200" cy="9200"/>
            </a:xfrm>
            <a:custGeom>
              <a:avLst/>
              <a:gdLst/>
              <a:ahLst/>
              <a:cxnLst/>
              <a:rect l="l" t="t" r="r" b="b"/>
              <a:pathLst>
                <a:path w="88" h="368" extrusionOk="0">
                  <a:moveTo>
                    <a:pt x="87" y="0"/>
                  </a:moveTo>
                  <a:lnTo>
                    <a:pt x="87" y="0"/>
                  </a:lnTo>
                  <a:lnTo>
                    <a:pt x="1" y="367"/>
                  </a:lnTo>
                  <a:lnTo>
                    <a:pt x="1" y="367"/>
                  </a:lnTo>
                  <a:lnTo>
                    <a:pt x="87" y="0"/>
                  </a:lnTo>
                  <a:lnTo>
                    <a:pt x="87" y="0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AB0D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35">
              <a:extLst>
                <a:ext uri="{FF2B5EF4-FFF2-40B4-BE49-F238E27FC236}">
                  <a16:creationId xmlns:a16="http://schemas.microsoft.com/office/drawing/2014/main" id="{0F180C6E-A3EE-5B1C-5EDB-A2A6B9466C06}"/>
                </a:ext>
              </a:extLst>
            </p:cNvPr>
            <p:cNvSpPr/>
            <p:nvPr/>
          </p:nvSpPr>
          <p:spPr>
            <a:xfrm>
              <a:off x="14423175" y="4181675"/>
              <a:ext cx="2200" cy="9200"/>
            </a:xfrm>
            <a:custGeom>
              <a:avLst/>
              <a:gdLst/>
              <a:ahLst/>
              <a:cxnLst/>
              <a:rect l="l" t="t" r="r" b="b"/>
              <a:pathLst>
                <a:path w="88" h="368" fill="none" extrusionOk="0">
                  <a:moveTo>
                    <a:pt x="87" y="0"/>
                  </a:moveTo>
                  <a:lnTo>
                    <a:pt x="87" y="0"/>
                  </a:lnTo>
                  <a:lnTo>
                    <a:pt x="1" y="367"/>
                  </a:lnTo>
                  <a:lnTo>
                    <a:pt x="1" y="367"/>
                  </a:lnTo>
                  <a:lnTo>
                    <a:pt x="87" y="0"/>
                  </a:lnTo>
                  <a:lnTo>
                    <a:pt x="87" y="0"/>
                  </a:lnTo>
                  <a:lnTo>
                    <a:pt x="8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35">
              <a:extLst>
                <a:ext uri="{FF2B5EF4-FFF2-40B4-BE49-F238E27FC236}">
                  <a16:creationId xmlns:a16="http://schemas.microsoft.com/office/drawing/2014/main" id="{2EE6C55B-E9BC-2F67-3C3F-14E8FD12850D}"/>
                </a:ext>
              </a:extLst>
            </p:cNvPr>
            <p:cNvSpPr/>
            <p:nvPr/>
          </p:nvSpPr>
          <p:spPr>
            <a:xfrm>
              <a:off x="13996425" y="3580975"/>
              <a:ext cx="428950" cy="609900"/>
            </a:xfrm>
            <a:custGeom>
              <a:avLst/>
              <a:gdLst/>
              <a:ahLst/>
              <a:cxnLst/>
              <a:rect l="l" t="t" r="r" b="b"/>
              <a:pathLst>
                <a:path w="17158" h="24396" extrusionOk="0">
                  <a:moveTo>
                    <a:pt x="1" y="1"/>
                  </a:moveTo>
                  <a:lnTo>
                    <a:pt x="1" y="24395"/>
                  </a:lnTo>
                  <a:lnTo>
                    <a:pt x="17071" y="24395"/>
                  </a:lnTo>
                  <a:lnTo>
                    <a:pt x="17157" y="24028"/>
                  </a:lnTo>
                  <a:lnTo>
                    <a:pt x="16358" y="23747"/>
                  </a:lnTo>
                  <a:lnTo>
                    <a:pt x="15580" y="23445"/>
                  </a:lnTo>
                  <a:lnTo>
                    <a:pt x="14823" y="23099"/>
                  </a:lnTo>
                  <a:lnTo>
                    <a:pt x="14089" y="22732"/>
                  </a:lnTo>
                  <a:lnTo>
                    <a:pt x="13354" y="22321"/>
                  </a:lnTo>
                  <a:lnTo>
                    <a:pt x="12641" y="21911"/>
                  </a:lnTo>
                  <a:lnTo>
                    <a:pt x="11950" y="21457"/>
                  </a:lnTo>
                  <a:lnTo>
                    <a:pt x="11280" y="20981"/>
                  </a:lnTo>
                  <a:lnTo>
                    <a:pt x="10632" y="20463"/>
                  </a:lnTo>
                  <a:lnTo>
                    <a:pt x="9983" y="19944"/>
                  </a:lnTo>
                  <a:lnTo>
                    <a:pt x="9378" y="19404"/>
                  </a:lnTo>
                  <a:lnTo>
                    <a:pt x="8773" y="18821"/>
                  </a:lnTo>
                  <a:lnTo>
                    <a:pt x="8212" y="18237"/>
                  </a:lnTo>
                  <a:lnTo>
                    <a:pt x="7650" y="17611"/>
                  </a:lnTo>
                  <a:lnTo>
                    <a:pt x="7131" y="16984"/>
                  </a:lnTo>
                  <a:lnTo>
                    <a:pt x="6634" y="16314"/>
                  </a:lnTo>
                  <a:lnTo>
                    <a:pt x="6159" y="15644"/>
                  </a:lnTo>
                  <a:lnTo>
                    <a:pt x="5705" y="14953"/>
                  </a:lnTo>
                  <a:lnTo>
                    <a:pt x="5273" y="14240"/>
                  </a:lnTo>
                  <a:lnTo>
                    <a:pt x="4862" y="13527"/>
                  </a:lnTo>
                  <a:lnTo>
                    <a:pt x="4495" y="12771"/>
                  </a:lnTo>
                  <a:lnTo>
                    <a:pt x="4149" y="12014"/>
                  </a:lnTo>
                  <a:lnTo>
                    <a:pt x="3847" y="11236"/>
                  </a:lnTo>
                  <a:lnTo>
                    <a:pt x="3566" y="10459"/>
                  </a:lnTo>
                  <a:lnTo>
                    <a:pt x="3307" y="9659"/>
                  </a:lnTo>
                  <a:lnTo>
                    <a:pt x="3091" y="8838"/>
                  </a:lnTo>
                  <a:lnTo>
                    <a:pt x="2896" y="8017"/>
                  </a:lnTo>
                  <a:lnTo>
                    <a:pt x="2745" y="7196"/>
                  </a:lnTo>
                  <a:lnTo>
                    <a:pt x="2615" y="6353"/>
                  </a:lnTo>
                  <a:lnTo>
                    <a:pt x="2529" y="5489"/>
                  </a:lnTo>
                  <a:lnTo>
                    <a:pt x="2464" y="4625"/>
                  </a:lnTo>
                  <a:lnTo>
                    <a:pt x="2464" y="3760"/>
                  </a:lnTo>
                  <a:lnTo>
                    <a:pt x="2464" y="3004"/>
                  </a:lnTo>
                  <a:lnTo>
                    <a:pt x="2507" y="2226"/>
                  </a:lnTo>
                  <a:lnTo>
                    <a:pt x="2572" y="1491"/>
                  </a:lnTo>
                  <a:lnTo>
                    <a:pt x="2680" y="735"/>
                  </a:lnTo>
                  <a:lnTo>
                    <a:pt x="2010" y="519"/>
                  </a:lnTo>
                  <a:lnTo>
                    <a:pt x="1362" y="325"/>
                  </a:lnTo>
                  <a:lnTo>
                    <a:pt x="671" y="15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35">
              <a:extLst>
                <a:ext uri="{FF2B5EF4-FFF2-40B4-BE49-F238E27FC236}">
                  <a16:creationId xmlns:a16="http://schemas.microsoft.com/office/drawing/2014/main" id="{41C467A2-2662-FBC7-B650-E486B8B4636D}"/>
                </a:ext>
              </a:extLst>
            </p:cNvPr>
            <p:cNvSpPr/>
            <p:nvPr/>
          </p:nvSpPr>
          <p:spPr>
            <a:xfrm>
              <a:off x="13996425" y="3499400"/>
              <a:ext cx="428950" cy="691475"/>
            </a:xfrm>
            <a:custGeom>
              <a:avLst/>
              <a:gdLst/>
              <a:ahLst/>
              <a:cxnLst/>
              <a:rect l="l" t="t" r="r" b="b"/>
              <a:pathLst>
                <a:path w="17158" h="27659" fill="none" extrusionOk="0">
                  <a:moveTo>
                    <a:pt x="1" y="1"/>
                  </a:moveTo>
                  <a:lnTo>
                    <a:pt x="1" y="27658"/>
                  </a:lnTo>
                  <a:lnTo>
                    <a:pt x="17071" y="27658"/>
                  </a:lnTo>
                  <a:lnTo>
                    <a:pt x="17071" y="27658"/>
                  </a:lnTo>
                  <a:lnTo>
                    <a:pt x="17071" y="27658"/>
                  </a:lnTo>
                  <a:lnTo>
                    <a:pt x="17157" y="27291"/>
                  </a:lnTo>
                  <a:lnTo>
                    <a:pt x="17157" y="27291"/>
                  </a:lnTo>
                  <a:lnTo>
                    <a:pt x="16358" y="27010"/>
                  </a:lnTo>
                  <a:lnTo>
                    <a:pt x="15580" y="26708"/>
                  </a:lnTo>
                  <a:lnTo>
                    <a:pt x="14823" y="26362"/>
                  </a:lnTo>
                  <a:lnTo>
                    <a:pt x="14089" y="25995"/>
                  </a:lnTo>
                  <a:lnTo>
                    <a:pt x="13354" y="25584"/>
                  </a:lnTo>
                  <a:lnTo>
                    <a:pt x="12641" y="25174"/>
                  </a:lnTo>
                  <a:lnTo>
                    <a:pt x="11950" y="24720"/>
                  </a:lnTo>
                  <a:lnTo>
                    <a:pt x="11280" y="24244"/>
                  </a:lnTo>
                  <a:lnTo>
                    <a:pt x="10632" y="23726"/>
                  </a:lnTo>
                  <a:lnTo>
                    <a:pt x="9983" y="23207"/>
                  </a:lnTo>
                  <a:lnTo>
                    <a:pt x="9378" y="22667"/>
                  </a:lnTo>
                  <a:lnTo>
                    <a:pt x="8773" y="22084"/>
                  </a:lnTo>
                  <a:lnTo>
                    <a:pt x="8212" y="21500"/>
                  </a:lnTo>
                  <a:lnTo>
                    <a:pt x="7650" y="20874"/>
                  </a:lnTo>
                  <a:lnTo>
                    <a:pt x="7131" y="20247"/>
                  </a:lnTo>
                  <a:lnTo>
                    <a:pt x="6634" y="19577"/>
                  </a:lnTo>
                  <a:lnTo>
                    <a:pt x="6159" y="18907"/>
                  </a:lnTo>
                  <a:lnTo>
                    <a:pt x="5705" y="18216"/>
                  </a:lnTo>
                  <a:lnTo>
                    <a:pt x="5273" y="17503"/>
                  </a:lnTo>
                  <a:lnTo>
                    <a:pt x="4862" y="16790"/>
                  </a:lnTo>
                  <a:lnTo>
                    <a:pt x="4495" y="16034"/>
                  </a:lnTo>
                  <a:lnTo>
                    <a:pt x="4149" y="15277"/>
                  </a:lnTo>
                  <a:lnTo>
                    <a:pt x="3847" y="14499"/>
                  </a:lnTo>
                  <a:lnTo>
                    <a:pt x="3566" y="13722"/>
                  </a:lnTo>
                  <a:lnTo>
                    <a:pt x="3307" y="12922"/>
                  </a:lnTo>
                  <a:lnTo>
                    <a:pt x="3091" y="12101"/>
                  </a:lnTo>
                  <a:lnTo>
                    <a:pt x="2896" y="11280"/>
                  </a:lnTo>
                  <a:lnTo>
                    <a:pt x="2745" y="10459"/>
                  </a:lnTo>
                  <a:lnTo>
                    <a:pt x="2615" y="9616"/>
                  </a:lnTo>
                  <a:lnTo>
                    <a:pt x="2529" y="8752"/>
                  </a:lnTo>
                  <a:lnTo>
                    <a:pt x="2464" y="7888"/>
                  </a:lnTo>
                  <a:lnTo>
                    <a:pt x="2464" y="7023"/>
                  </a:lnTo>
                  <a:lnTo>
                    <a:pt x="2464" y="7023"/>
                  </a:lnTo>
                  <a:lnTo>
                    <a:pt x="2464" y="6267"/>
                  </a:lnTo>
                  <a:lnTo>
                    <a:pt x="2507" y="5489"/>
                  </a:lnTo>
                  <a:lnTo>
                    <a:pt x="2572" y="4754"/>
                  </a:lnTo>
                  <a:lnTo>
                    <a:pt x="2680" y="3998"/>
                  </a:lnTo>
                  <a:lnTo>
                    <a:pt x="2680" y="3998"/>
                  </a:lnTo>
                  <a:lnTo>
                    <a:pt x="2010" y="3782"/>
                  </a:lnTo>
                  <a:lnTo>
                    <a:pt x="1362" y="3588"/>
                  </a:lnTo>
                  <a:lnTo>
                    <a:pt x="671" y="3415"/>
                  </a:lnTo>
                  <a:lnTo>
                    <a:pt x="1" y="3264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35">
              <a:extLst>
                <a:ext uri="{FF2B5EF4-FFF2-40B4-BE49-F238E27FC236}">
                  <a16:creationId xmlns:a16="http://schemas.microsoft.com/office/drawing/2014/main" id="{C8D94B4F-638E-D7B8-FF55-ECD0EFB63E63}"/>
                </a:ext>
              </a:extLst>
            </p:cNvPr>
            <p:cNvSpPr/>
            <p:nvPr/>
          </p:nvSpPr>
          <p:spPr>
            <a:xfrm>
              <a:off x="14063425" y="3521550"/>
              <a:ext cx="371125" cy="648800"/>
            </a:xfrm>
            <a:custGeom>
              <a:avLst/>
              <a:gdLst/>
              <a:ahLst/>
              <a:cxnLst/>
              <a:rect l="l" t="t" r="r" b="b"/>
              <a:pathLst>
                <a:path w="14845" h="25952" extrusionOk="0">
                  <a:moveTo>
                    <a:pt x="691" y="1"/>
                  </a:moveTo>
                  <a:lnTo>
                    <a:pt x="475" y="779"/>
                  </a:lnTo>
                  <a:lnTo>
                    <a:pt x="281" y="1535"/>
                  </a:lnTo>
                  <a:lnTo>
                    <a:pt x="130" y="2334"/>
                  </a:lnTo>
                  <a:lnTo>
                    <a:pt x="0" y="3112"/>
                  </a:lnTo>
                  <a:lnTo>
                    <a:pt x="778" y="3415"/>
                  </a:lnTo>
                  <a:lnTo>
                    <a:pt x="1556" y="3717"/>
                  </a:lnTo>
                  <a:lnTo>
                    <a:pt x="2312" y="4085"/>
                  </a:lnTo>
                  <a:lnTo>
                    <a:pt x="3047" y="4452"/>
                  </a:lnTo>
                  <a:lnTo>
                    <a:pt x="3781" y="4862"/>
                  </a:lnTo>
                  <a:lnTo>
                    <a:pt x="4494" y="5295"/>
                  </a:lnTo>
                  <a:lnTo>
                    <a:pt x="5186" y="5748"/>
                  </a:lnTo>
                  <a:lnTo>
                    <a:pt x="5856" y="6245"/>
                  </a:lnTo>
                  <a:lnTo>
                    <a:pt x="6525" y="6742"/>
                  </a:lnTo>
                  <a:lnTo>
                    <a:pt x="7152" y="7282"/>
                  </a:lnTo>
                  <a:lnTo>
                    <a:pt x="7779" y="7823"/>
                  </a:lnTo>
                  <a:lnTo>
                    <a:pt x="8362" y="8406"/>
                  </a:lnTo>
                  <a:lnTo>
                    <a:pt x="8946" y="9011"/>
                  </a:lnTo>
                  <a:lnTo>
                    <a:pt x="9486" y="9638"/>
                  </a:lnTo>
                  <a:lnTo>
                    <a:pt x="10004" y="10264"/>
                  </a:lnTo>
                  <a:lnTo>
                    <a:pt x="10523" y="10934"/>
                  </a:lnTo>
                  <a:lnTo>
                    <a:pt x="10998" y="11604"/>
                  </a:lnTo>
                  <a:lnTo>
                    <a:pt x="11452" y="12317"/>
                  </a:lnTo>
                  <a:lnTo>
                    <a:pt x="11863" y="13030"/>
                  </a:lnTo>
                  <a:lnTo>
                    <a:pt x="12273" y="13765"/>
                  </a:lnTo>
                  <a:lnTo>
                    <a:pt x="12640" y="14499"/>
                  </a:lnTo>
                  <a:lnTo>
                    <a:pt x="12986" y="15277"/>
                  </a:lnTo>
                  <a:lnTo>
                    <a:pt x="13289" y="16055"/>
                  </a:lnTo>
                  <a:lnTo>
                    <a:pt x="13570" y="16833"/>
                  </a:lnTo>
                  <a:lnTo>
                    <a:pt x="13829" y="17632"/>
                  </a:lnTo>
                  <a:lnTo>
                    <a:pt x="14045" y="18454"/>
                  </a:lnTo>
                  <a:lnTo>
                    <a:pt x="14239" y="19275"/>
                  </a:lnTo>
                  <a:lnTo>
                    <a:pt x="14391" y="20117"/>
                  </a:lnTo>
                  <a:lnTo>
                    <a:pt x="14520" y="20982"/>
                  </a:lnTo>
                  <a:lnTo>
                    <a:pt x="14607" y="21824"/>
                  </a:lnTo>
                  <a:lnTo>
                    <a:pt x="14672" y="22689"/>
                  </a:lnTo>
                  <a:lnTo>
                    <a:pt x="14672" y="23575"/>
                  </a:lnTo>
                  <a:lnTo>
                    <a:pt x="14672" y="24180"/>
                  </a:lnTo>
                  <a:lnTo>
                    <a:pt x="14650" y="24763"/>
                  </a:lnTo>
                  <a:lnTo>
                    <a:pt x="14607" y="25368"/>
                  </a:lnTo>
                  <a:lnTo>
                    <a:pt x="14542" y="25951"/>
                  </a:lnTo>
                  <a:lnTo>
                    <a:pt x="14650" y="25087"/>
                  </a:lnTo>
                  <a:lnTo>
                    <a:pt x="14758" y="23942"/>
                  </a:lnTo>
                  <a:lnTo>
                    <a:pt x="14801" y="23272"/>
                  </a:lnTo>
                  <a:lnTo>
                    <a:pt x="14844" y="22559"/>
                  </a:lnTo>
                  <a:lnTo>
                    <a:pt x="14844" y="21803"/>
                  </a:lnTo>
                  <a:lnTo>
                    <a:pt x="14844" y="21003"/>
                  </a:lnTo>
                  <a:lnTo>
                    <a:pt x="14823" y="20161"/>
                  </a:lnTo>
                  <a:lnTo>
                    <a:pt x="14780" y="19275"/>
                  </a:lnTo>
                  <a:lnTo>
                    <a:pt x="14715" y="18367"/>
                  </a:lnTo>
                  <a:lnTo>
                    <a:pt x="14607" y="17438"/>
                  </a:lnTo>
                  <a:lnTo>
                    <a:pt x="14455" y="16487"/>
                  </a:lnTo>
                  <a:lnTo>
                    <a:pt x="14283" y="15515"/>
                  </a:lnTo>
                  <a:lnTo>
                    <a:pt x="14045" y="14521"/>
                  </a:lnTo>
                  <a:lnTo>
                    <a:pt x="13786" y="13527"/>
                  </a:lnTo>
                  <a:lnTo>
                    <a:pt x="13461" y="12511"/>
                  </a:lnTo>
                  <a:lnTo>
                    <a:pt x="13116" y="11518"/>
                  </a:lnTo>
                  <a:lnTo>
                    <a:pt x="12900" y="11021"/>
                  </a:lnTo>
                  <a:lnTo>
                    <a:pt x="12684" y="10524"/>
                  </a:lnTo>
                  <a:lnTo>
                    <a:pt x="12446" y="10027"/>
                  </a:lnTo>
                  <a:lnTo>
                    <a:pt x="12208" y="9530"/>
                  </a:lnTo>
                  <a:lnTo>
                    <a:pt x="11949" y="9054"/>
                  </a:lnTo>
                  <a:lnTo>
                    <a:pt x="11668" y="8557"/>
                  </a:lnTo>
                  <a:lnTo>
                    <a:pt x="11366" y="8082"/>
                  </a:lnTo>
                  <a:lnTo>
                    <a:pt x="11063" y="7607"/>
                  </a:lnTo>
                  <a:lnTo>
                    <a:pt x="10739" y="7131"/>
                  </a:lnTo>
                  <a:lnTo>
                    <a:pt x="10393" y="6677"/>
                  </a:lnTo>
                  <a:lnTo>
                    <a:pt x="10026" y="6224"/>
                  </a:lnTo>
                  <a:lnTo>
                    <a:pt x="9637" y="5770"/>
                  </a:lnTo>
                  <a:lnTo>
                    <a:pt x="9226" y="5316"/>
                  </a:lnTo>
                  <a:lnTo>
                    <a:pt x="8816" y="4884"/>
                  </a:lnTo>
                  <a:lnTo>
                    <a:pt x="8384" y="4473"/>
                  </a:lnTo>
                  <a:lnTo>
                    <a:pt x="7908" y="4063"/>
                  </a:lnTo>
                  <a:lnTo>
                    <a:pt x="7433" y="3652"/>
                  </a:lnTo>
                  <a:lnTo>
                    <a:pt x="6936" y="3242"/>
                  </a:lnTo>
                  <a:lnTo>
                    <a:pt x="6417" y="2875"/>
                  </a:lnTo>
                  <a:lnTo>
                    <a:pt x="5877" y="2507"/>
                  </a:lnTo>
                  <a:lnTo>
                    <a:pt x="5315" y="2140"/>
                  </a:lnTo>
                  <a:lnTo>
                    <a:pt x="4710" y="1794"/>
                  </a:lnTo>
                  <a:lnTo>
                    <a:pt x="4105" y="1448"/>
                  </a:lnTo>
                  <a:lnTo>
                    <a:pt x="3479" y="1146"/>
                  </a:lnTo>
                  <a:lnTo>
                    <a:pt x="2809" y="822"/>
                  </a:lnTo>
                  <a:lnTo>
                    <a:pt x="2139" y="541"/>
                  </a:lnTo>
                  <a:lnTo>
                    <a:pt x="1426" y="260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35">
              <a:extLst>
                <a:ext uri="{FF2B5EF4-FFF2-40B4-BE49-F238E27FC236}">
                  <a16:creationId xmlns:a16="http://schemas.microsoft.com/office/drawing/2014/main" id="{1A3C5D5B-B38B-C29C-29EC-E88DC32DE8D0}"/>
                </a:ext>
              </a:extLst>
            </p:cNvPr>
            <p:cNvSpPr/>
            <p:nvPr/>
          </p:nvSpPr>
          <p:spPr>
            <a:xfrm>
              <a:off x="14063425" y="3521550"/>
              <a:ext cx="371125" cy="648800"/>
            </a:xfrm>
            <a:custGeom>
              <a:avLst/>
              <a:gdLst/>
              <a:ahLst/>
              <a:cxnLst/>
              <a:rect l="l" t="t" r="r" b="b"/>
              <a:pathLst>
                <a:path w="14845" h="25952" fill="none" extrusionOk="0">
                  <a:moveTo>
                    <a:pt x="691" y="1"/>
                  </a:moveTo>
                  <a:lnTo>
                    <a:pt x="691" y="1"/>
                  </a:lnTo>
                  <a:lnTo>
                    <a:pt x="475" y="779"/>
                  </a:lnTo>
                  <a:lnTo>
                    <a:pt x="281" y="1535"/>
                  </a:lnTo>
                  <a:lnTo>
                    <a:pt x="130" y="2334"/>
                  </a:lnTo>
                  <a:lnTo>
                    <a:pt x="0" y="3112"/>
                  </a:lnTo>
                  <a:lnTo>
                    <a:pt x="0" y="3112"/>
                  </a:lnTo>
                  <a:lnTo>
                    <a:pt x="778" y="3415"/>
                  </a:lnTo>
                  <a:lnTo>
                    <a:pt x="1556" y="3717"/>
                  </a:lnTo>
                  <a:lnTo>
                    <a:pt x="2312" y="4085"/>
                  </a:lnTo>
                  <a:lnTo>
                    <a:pt x="3047" y="4452"/>
                  </a:lnTo>
                  <a:lnTo>
                    <a:pt x="3781" y="4862"/>
                  </a:lnTo>
                  <a:lnTo>
                    <a:pt x="4494" y="5295"/>
                  </a:lnTo>
                  <a:lnTo>
                    <a:pt x="5186" y="5748"/>
                  </a:lnTo>
                  <a:lnTo>
                    <a:pt x="5856" y="6245"/>
                  </a:lnTo>
                  <a:lnTo>
                    <a:pt x="6525" y="6742"/>
                  </a:lnTo>
                  <a:lnTo>
                    <a:pt x="7152" y="7282"/>
                  </a:lnTo>
                  <a:lnTo>
                    <a:pt x="7779" y="7823"/>
                  </a:lnTo>
                  <a:lnTo>
                    <a:pt x="8362" y="8406"/>
                  </a:lnTo>
                  <a:lnTo>
                    <a:pt x="8946" y="9011"/>
                  </a:lnTo>
                  <a:lnTo>
                    <a:pt x="9486" y="9638"/>
                  </a:lnTo>
                  <a:lnTo>
                    <a:pt x="10004" y="10264"/>
                  </a:lnTo>
                  <a:lnTo>
                    <a:pt x="10523" y="10934"/>
                  </a:lnTo>
                  <a:lnTo>
                    <a:pt x="10998" y="11604"/>
                  </a:lnTo>
                  <a:lnTo>
                    <a:pt x="11452" y="12317"/>
                  </a:lnTo>
                  <a:lnTo>
                    <a:pt x="11863" y="13030"/>
                  </a:lnTo>
                  <a:lnTo>
                    <a:pt x="12273" y="13765"/>
                  </a:lnTo>
                  <a:lnTo>
                    <a:pt x="12640" y="14499"/>
                  </a:lnTo>
                  <a:lnTo>
                    <a:pt x="12986" y="15277"/>
                  </a:lnTo>
                  <a:lnTo>
                    <a:pt x="13289" y="16055"/>
                  </a:lnTo>
                  <a:lnTo>
                    <a:pt x="13570" y="16833"/>
                  </a:lnTo>
                  <a:lnTo>
                    <a:pt x="13829" y="17632"/>
                  </a:lnTo>
                  <a:lnTo>
                    <a:pt x="14045" y="18454"/>
                  </a:lnTo>
                  <a:lnTo>
                    <a:pt x="14239" y="19275"/>
                  </a:lnTo>
                  <a:lnTo>
                    <a:pt x="14391" y="20117"/>
                  </a:lnTo>
                  <a:lnTo>
                    <a:pt x="14520" y="20982"/>
                  </a:lnTo>
                  <a:lnTo>
                    <a:pt x="14607" y="21824"/>
                  </a:lnTo>
                  <a:lnTo>
                    <a:pt x="14672" y="22689"/>
                  </a:lnTo>
                  <a:lnTo>
                    <a:pt x="14672" y="23575"/>
                  </a:lnTo>
                  <a:lnTo>
                    <a:pt x="14672" y="23575"/>
                  </a:lnTo>
                  <a:lnTo>
                    <a:pt x="14672" y="24180"/>
                  </a:lnTo>
                  <a:lnTo>
                    <a:pt x="14650" y="24763"/>
                  </a:lnTo>
                  <a:lnTo>
                    <a:pt x="14607" y="25368"/>
                  </a:lnTo>
                  <a:lnTo>
                    <a:pt x="14542" y="25951"/>
                  </a:lnTo>
                  <a:lnTo>
                    <a:pt x="14542" y="25951"/>
                  </a:lnTo>
                  <a:lnTo>
                    <a:pt x="14650" y="25087"/>
                  </a:lnTo>
                  <a:lnTo>
                    <a:pt x="14758" y="23942"/>
                  </a:lnTo>
                  <a:lnTo>
                    <a:pt x="14801" y="23272"/>
                  </a:lnTo>
                  <a:lnTo>
                    <a:pt x="14844" y="22559"/>
                  </a:lnTo>
                  <a:lnTo>
                    <a:pt x="14844" y="21803"/>
                  </a:lnTo>
                  <a:lnTo>
                    <a:pt x="14844" y="21003"/>
                  </a:lnTo>
                  <a:lnTo>
                    <a:pt x="14823" y="20161"/>
                  </a:lnTo>
                  <a:lnTo>
                    <a:pt x="14780" y="19275"/>
                  </a:lnTo>
                  <a:lnTo>
                    <a:pt x="14715" y="18367"/>
                  </a:lnTo>
                  <a:lnTo>
                    <a:pt x="14607" y="17438"/>
                  </a:lnTo>
                  <a:lnTo>
                    <a:pt x="14455" y="16487"/>
                  </a:lnTo>
                  <a:lnTo>
                    <a:pt x="14283" y="15515"/>
                  </a:lnTo>
                  <a:lnTo>
                    <a:pt x="14045" y="14521"/>
                  </a:lnTo>
                  <a:lnTo>
                    <a:pt x="13786" y="13527"/>
                  </a:lnTo>
                  <a:lnTo>
                    <a:pt x="13461" y="12511"/>
                  </a:lnTo>
                  <a:lnTo>
                    <a:pt x="13116" y="11518"/>
                  </a:lnTo>
                  <a:lnTo>
                    <a:pt x="12900" y="11021"/>
                  </a:lnTo>
                  <a:lnTo>
                    <a:pt x="12684" y="10524"/>
                  </a:lnTo>
                  <a:lnTo>
                    <a:pt x="12446" y="10027"/>
                  </a:lnTo>
                  <a:lnTo>
                    <a:pt x="12208" y="9530"/>
                  </a:lnTo>
                  <a:lnTo>
                    <a:pt x="11949" y="9054"/>
                  </a:lnTo>
                  <a:lnTo>
                    <a:pt x="11668" y="8557"/>
                  </a:lnTo>
                  <a:lnTo>
                    <a:pt x="11366" y="8082"/>
                  </a:lnTo>
                  <a:lnTo>
                    <a:pt x="11063" y="7607"/>
                  </a:lnTo>
                  <a:lnTo>
                    <a:pt x="10739" y="7131"/>
                  </a:lnTo>
                  <a:lnTo>
                    <a:pt x="10393" y="6677"/>
                  </a:lnTo>
                  <a:lnTo>
                    <a:pt x="10026" y="6224"/>
                  </a:lnTo>
                  <a:lnTo>
                    <a:pt x="9637" y="5770"/>
                  </a:lnTo>
                  <a:lnTo>
                    <a:pt x="9226" y="5316"/>
                  </a:lnTo>
                  <a:lnTo>
                    <a:pt x="8816" y="4884"/>
                  </a:lnTo>
                  <a:lnTo>
                    <a:pt x="8384" y="4473"/>
                  </a:lnTo>
                  <a:lnTo>
                    <a:pt x="7908" y="4063"/>
                  </a:lnTo>
                  <a:lnTo>
                    <a:pt x="7433" y="3652"/>
                  </a:lnTo>
                  <a:lnTo>
                    <a:pt x="6936" y="3242"/>
                  </a:lnTo>
                  <a:lnTo>
                    <a:pt x="6417" y="2875"/>
                  </a:lnTo>
                  <a:lnTo>
                    <a:pt x="5877" y="2507"/>
                  </a:lnTo>
                  <a:lnTo>
                    <a:pt x="5315" y="2140"/>
                  </a:lnTo>
                  <a:lnTo>
                    <a:pt x="4710" y="1794"/>
                  </a:lnTo>
                  <a:lnTo>
                    <a:pt x="4105" y="1448"/>
                  </a:lnTo>
                  <a:lnTo>
                    <a:pt x="3479" y="1146"/>
                  </a:lnTo>
                  <a:lnTo>
                    <a:pt x="2809" y="822"/>
                  </a:lnTo>
                  <a:lnTo>
                    <a:pt x="2139" y="541"/>
                  </a:lnTo>
                  <a:lnTo>
                    <a:pt x="1426" y="260"/>
                  </a:lnTo>
                  <a:lnTo>
                    <a:pt x="69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35">
              <a:extLst>
                <a:ext uri="{FF2B5EF4-FFF2-40B4-BE49-F238E27FC236}">
                  <a16:creationId xmlns:a16="http://schemas.microsoft.com/office/drawing/2014/main" id="{E4CA27BF-AB4C-7959-3AB2-498E16BD4EFB}"/>
                </a:ext>
              </a:extLst>
            </p:cNvPr>
            <p:cNvSpPr/>
            <p:nvPr/>
          </p:nvSpPr>
          <p:spPr>
            <a:xfrm>
              <a:off x="13996425" y="3499400"/>
              <a:ext cx="84300" cy="99975"/>
            </a:xfrm>
            <a:custGeom>
              <a:avLst/>
              <a:gdLst/>
              <a:ahLst/>
              <a:cxnLst/>
              <a:rect l="l" t="t" r="r" b="b"/>
              <a:pathLst>
                <a:path w="3372" h="3999" extrusionOk="0">
                  <a:moveTo>
                    <a:pt x="1" y="1"/>
                  </a:moveTo>
                  <a:lnTo>
                    <a:pt x="1" y="3264"/>
                  </a:lnTo>
                  <a:lnTo>
                    <a:pt x="671" y="3415"/>
                  </a:lnTo>
                  <a:lnTo>
                    <a:pt x="1362" y="3588"/>
                  </a:lnTo>
                  <a:lnTo>
                    <a:pt x="2010" y="3782"/>
                  </a:lnTo>
                  <a:lnTo>
                    <a:pt x="2680" y="3998"/>
                  </a:lnTo>
                  <a:lnTo>
                    <a:pt x="2810" y="3220"/>
                  </a:lnTo>
                  <a:lnTo>
                    <a:pt x="2961" y="2421"/>
                  </a:lnTo>
                  <a:lnTo>
                    <a:pt x="3155" y="1665"/>
                  </a:lnTo>
                  <a:lnTo>
                    <a:pt x="3371" y="887"/>
                  </a:lnTo>
                  <a:lnTo>
                    <a:pt x="2572" y="649"/>
                  </a:lnTo>
                  <a:lnTo>
                    <a:pt x="1751" y="411"/>
                  </a:lnTo>
                  <a:lnTo>
                    <a:pt x="887" y="19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35">
              <a:extLst>
                <a:ext uri="{FF2B5EF4-FFF2-40B4-BE49-F238E27FC236}">
                  <a16:creationId xmlns:a16="http://schemas.microsoft.com/office/drawing/2014/main" id="{0586EA93-EC02-C89F-8565-E9DF8998EC96}"/>
                </a:ext>
              </a:extLst>
            </p:cNvPr>
            <p:cNvSpPr/>
            <p:nvPr/>
          </p:nvSpPr>
          <p:spPr>
            <a:xfrm>
              <a:off x="13996425" y="3499400"/>
              <a:ext cx="84300" cy="99975"/>
            </a:xfrm>
            <a:custGeom>
              <a:avLst/>
              <a:gdLst/>
              <a:ahLst/>
              <a:cxnLst/>
              <a:rect l="l" t="t" r="r" b="b"/>
              <a:pathLst>
                <a:path w="3372" h="3999" fill="none" extrusionOk="0">
                  <a:moveTo>
                    <a:pt x="1" y="1"/>
                  </a:moveTo>
                  <a:lnTo>
                    <a:pt x="1" y="3264"/>
                  </a:lnTo>
                  <a:lnTo>
                    <a:pt x="1" y="3264"/>
                  </a:lnTo>
                  <a:lnTo>
                    <a:pt x="671" y="3415"/>
                  </a:lnTo>
                  <a:lnTo>
                    <a:pt x="1362" y="3588"/>
                  </a:lnTo>
                  <a:lnTo>
                    <a:pt x="2010" y="3782"/>
                  </a:lnTo>
                  <a:lnTo>
                    <a:pt x="2680" y="3998"/>
                  </a:lnTo>
                  <a:lnTo>
                    <a:pt x="2680" y="3998"/>
                  </a:lnTo>
                  <a:lnTo>
                    <a:pt x="2810" y="3220"/>
                  </a:lnTo>
                  <a:lnTo>
                    <a:pt x="2961" y="2421"/>
                  </a:lnTo>
                  <a:lnTo>
                    <a:pt x="3155" y="1665"/>
                  </a:lnTo>
                  <a:lnTo>
                    <a:pt x="3371" y="887"/>
                  </a:lnTo>
                  <a:lnTo>
                    <a:pt x="3371" y="887"/>
                  </a:lnTo>
                  <a:lnTo>
                    <a:pt x="2572" y="649"/>
                  </a:lnTo>
                  <a:lnTo>
                    <a:pt x="1751" y="411"/>
                  </a:lnTo>
                  <a:lnTo>
                    <a:pt x="887" y="195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35">
              <a:extLst>
                <a:ext uri="{FF2B5EF4-FFF2-40B4-BE49-F238E27FC236}">
                  <a16:creationId xmlns:a16="http://schemas.microsoft.com/office/drawing/2014/main" id="{F67857DB-F09B-45C5-8A62-D172ADFC3D6A}"/>
                </a:ext>
              </a:extLst>
            </p:cNvPr>
            <p:cNvSpPr/>
            <p:nvPr/>
          </p:nvSpPr>
          <p:spPr>
            <a:xfrm>
              <a:off x="13972125" y="4297800"/>
              <a:ext cx="240400" cy="66475"/>
            </a:xfrm>
            <a:custGeom>
              <a:avLst/>
              <a:gdLst/>
              <a:ahLst/>
              <a:cxnLst/>
              <a:rect l="l" t="t" r="r" b="b"/>
              <a:pathLst>
                <a:path w="9616" h="2659" extrusionOk="0">
                  <a:moveTo>
                    <a:pt x="1254" y="1"/>
                  </a:moveTo>
                  <a:lnTo>
                    <a:pt x="994" y="22"/>
                  </a:lnTo>
                  <a:lnTo>
                    <a:pt x="757" y="87"/>
                  </a:lnTo>
                  <a:lnTo>
                    <a:pt x="541" y="217"/>
                  </a:lnTo>
                  <a:lnTo>
                    <a:pt x="368" y="368"/>
                  </a:lnTo>
                  <a:lnTo>
                    <a:pt x="216" y="541"/>
                  </a:lnTo>
                  <a:lnTo>
                    <a:pt x="108" y="757"/>
                  </a:lnTo>
                  <a:lnTo>
                    <a:pt x="22" y="995"/>
                  </a:lnTo>
                  <a:lnTo>
                    <a:pt x="0" y="1232"/>
                  </a:lnTo>
                  <a:lnTo>
                    <a:pt x="0" y="1427"/>
                  </a:lnTo>
                  <a:lnTo>
                    <a:pt x="22" y="1665"/>
                  </a:lnTo>
                  <a:lnTo>
                    <a:pt x="108" y="1902"/>
                  </a:lnTo>
                  <a:lnTo>
                    <a:pt x="216" y="2118"/>
                  </a:lnTo>
                  <a:lnTo>
                    <a:pt x="368" y="2291"/>
                  </a:lnTo>
                  <a:lnTo>
                    <a:pt x="541" y="2442"/>
                  </a:lnTo>
                  <a:lnTo>
                    <a:pt x="757" y="2572"/>
                  </a:lnTo>
                  <a:lnTo>
                    <a:pt x="994" y="2637"/>
                  </a:lnTo>
                  <a:lnTo>
                    <a:pt x="1254" y="2658"/>
                  </a:lnTo>
                  <a:lnTo>
                    <a:pt x="8362" y="2658"/>
                  </a:lnTo>
                  <a:lnTo>
                    <a:pt x="8622" y="2637"/>
                  </a:lnTo>
                  <a:lnTo>
                    <a:pt x="8838" y="2572"/>
                  </a:lnTo>
                  <a:lnTo>
                    <a:pt x="9054" y="2442"/>
                  </a:lnTo>
                  <a:lnTo>
                    <a:pt x="9248" y="2291"/>
                  </a:lnTo>
                  <a:lnTo>
                    <a:pt x="9400" y="2118"/>
                  </a:lnTo>
                  <a:lnTo>
                    <a:pt x="9508" y="1902"/>
                  </a:lnTo>
                  <a:lnTo>
                    <a:pt x="9572" y="1665"/>
                  </a:lnTo>
                  <a:lnTo>
                    <a:pt x="9616" y="1427"/>
                  </a:lnTo>
                  <a:lnTo>
                    <a:pt x="9616" y="1232"/>
                  </a:lnTo>
                  <a:lnTo>
                    <a:pt x="9572" y="995"/>
                  </a:lnTo>
                  <a:lnTo>
                    <a:pt x="9508" y="757"/>
                  </a:lnTo>
                  <a:lnTo>
                    <a:pt x="9400" y="541"/>
                  </a:lnTo>
                  <a:lnTo>
                    <a:pt x="9248" y="368"/>
                  </a:lnTo>
                  <a:lnTo>
                    <a:pt x="9054" y="217"/>
                  </a:lnTo>
                  <a:lnTo>
                    <a:pt x="8838" y="87"/>
                  </a:lnTo>
                  <a:lnTo>
                    <a:pt x="8622" y="22"/>
                  </a:lnTo>
                  <a:lnTo>
                    <a:pt x="836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35">
              <a:extLst>
                <a:ext uri="{FF2B5EF4-FFF2-40B4-BE49-F238E27FC236}">
                  <a16:creationId xmlns:a16="http://schemas.microsoft.com/office/drawing/2014/main" id="{DEDF932C-7C8E-A95A-C08B-4699891E303E}"/>
                </a:ext>
              </a:extLst>
            </p:cNvPr>
            <p:cNvSpPr/>
            <p:nvPr/>
          </p:nvSpPr>
          <p:spPr>
            <a:xfrm>
              <a:off x="13972125" y="4297800"/>
              <a:ext cx="240400" cy="66475"/>
            </a:xfrm>
            <a:custGeom>
              <a:avLst/>
              <a:gdLst/>
              <a:ahLst/>
              <a:cxnLst/>
              <a:rect l="l" t="t" r="r" b="b"/>
              <a:pathLst>
                <a:path w="9616" h="2659" fill="none" extrusionOk="0">
                  <a:moveTo>
                    <a:pt x="8362" y="1"/>
                  </a:moveTo>
                  <a:lnTo>
                    <a:pt x="1254" y="1"/>
                  </a:lnTo>
                  <a:lnTo>
                    <a:pt x="1254" y="1"/>
                  </a:lnTo>
                  <a:lnTo>
                    <a:pt x="994" y="22"/>
                  </a:lnTo>
                  <a:lnTo>
                    <a:pt x="757" y="87"/>
                  </a:lnTo>
                  <a:lnTo>
                    <a:pt x="541" y="217"/>
                  </a:lnTo>
                  <a:lnTo>
                    <a:pt x="368" y="368"/>
                  </a:lnTo>
                  <a:lnTo>
                    <a:pt x="216" y="541"/>
                  </a:lnTo>
                  <a:lnTo>
                    <a:pt x="108" y="757"/>
                  </a:lnTo>
                  <a:lnTo>
                    <a:pt x="22" y="995"/>
                  </a:lnTo>
                  <a:lnTo>
                    <a:pt x="0" y="1232"/>
                  </a:lnTo>
                  <a:lnTo>
                    <a:pt x="0" y="1427"/>
                  </a:lnTo>
                  <a:lnTo>
                    <a:pt x="0" y="1427"/>
                  </a:lnTo>
                  <a:lnTo>
                    <a:pt x="22" y="1665"/>
                  </a:lnTo>
                  <a:lnTo>
                    <a:pt x="108" y="1902"/>
                  </a:lnTo>
                  <a:lnTo>
                    <a:pt x="216" y="2118"/>
                  </a:lnTo>
                  <a:lnTo>
                    <a:pt x="368" y="2291"/>
                  </a:lnTo>
                  <a:lnTo>
                    <a:pt x="541" y="2442"/>
                  </a:lnTo>
                  <a:lnTo>
                    <a:pt x="757" y="2572"/>
                  </a:lnTo>
                  <a:lnTo>
                    <a:pt x="994" y="2637"/>
                  </a:lnTo>
                  <a:lnTo>
                    <a:pt x="1254" y="2658"/>
                  </a:lnTo>
                  <a:lnTo>
                    <a:pt x="8362" y="2658"/>
                  </a:lnTo>
                  <a:lnTo>
                    <a:pt x="8362" y="2658"/>
                  </a:lnTo>
                  <a:lnTo>
                    <a:pt x="8622" y="2637"/>
                  </a:lnTo>
                  <a:lnTo>
                    <a:pt x="8838" y="2572"/>
                  </a:lnTo>
                  <a:lnTo>
                    <a:pt x="9054" y="2442"/>
                  </a:lnTo>
                  <a:lnTo>
                    <a:pt x="9248" y="2291"/>
                  </a:lnTo>
                  <a:lnTo>
                    <a:pt x="9400" y="2118"/>
                  </a:lnTo>
                  <a:lnTo>
                    <a:pt x="9508" y="1902"/>
                  </a:lnTo>
                  <a:lnTo>
                    <a:pt x="9572" y="1665"/>
                  </a:lnTo>
                  <a:lnTo>
                    <a:pt x="9616" y="1427"/>
                  </a:lnTo>
                  <a:lnTo>
                    <a:pt x="9616" y="1232"/>
                  </a:lnTo>
                  <a:lnTo>
                    <a:pt x="9616" y="1232"/>
                  </a:lnTo>
                  <a:lnTo>
                    <a:pt x="9572" y="995"/>
                  </a:lnTo>
                  <a:lnTo>
                    <a:pt x="9508" y="757"/>
                  </a:lnTo>
                  <a:lnTo>
                    <a:pt x="9400" y="541"/>
                  </a:lnTo>
                  <a:lnTo>
                    <a:pt x="9248" y="368"/>
                  </a:lnTo>
                  <a:lnTo>
                    <a:pt x="9054" y="217"/>
                  </a:lnTo>
                  <a:lnTo>
                    <a:pt x="8838" y="87"/>
                  </a:lnTo>
                  <a:lnTo>
                    <a:pt x="8622" y="22"/>
                  </a:lnTo>
                  <a:lnTo>
                    <a:pt x="83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35">
              <a:extLst>
                <a:ext uri="{FF2B5EF4-FFF2-40B4-BE49-F238E27FC236}">
                  <a16:creationId xmlns:a16="http://schemas.microsoft.com/office/drawing/2014/main" id="{F71491CE-D15D-F1CB-28D2-C9F7A31F2A33}"/>
                </a:ext>
              </a:extLst>
            </p:cNvPr>
            <p:cNvSpPr/>
            <p:nvPr/>
          </p:nvSpPr>
          <p:spPr>
            <a:xfrm>
              <a:off x="13488650" y="3127225"/>
              <a:ext cx="129675" cy="129675"/>
            </a:xfrm>
            <a:custGeom>
              <a:avLst/>
              <a:gdLst/>
              <a:ahLst/>
              <a:cxnLst/>
              <a:rect l="l" t="t" r="r" b="b"/>
              <a:pathLst>
                <a:path w="5187" h="5187" extrusionOk="0">
                  <a:moveTo>
                    <a:pt x="2313" y="0"/>
                  </a:moveTo>
                  <a:lnTo>
                    <a:pt x="2053" y="43"/>
                  </a:lnTo>
                  <a:lnTo>
                    <a:pt x="1816" y="108"/>
                  </a:lnTo>
                  <a:lnTo>
                    <a:pt x="1578" y="195"/>
                  </a:lnTo>
                  <a:lnTo>
                    <a:pt x="1340" y="303"/>
                  </a:lnTo>
                  <a:lnTo>
                    <a:pt x="1146" y="432"/>
                  </a:lnTo>
                  <a:lnTo>
                    <a:pt x="930" y="584"/>
                  </a:lnTo>
                  <a:lnTo>
                    <a:pt x="757" y="756"/>
                  </a:lnTo>
                  <a:lnTo>
                    <a:pt x="584" y="929"/>
                  </a:lnTo>
                  <a:lnTo>
                    <a:pt x="433" y="1145"/>
                  </a:lnTo>
                  <a:lnTo>
                    <a:pt x="303" y="1361"/>
                  </a:lnTo>
                  <a:lnTo>
                    <a:pt x="195" y="1578"/>
                  </a:lnTo>
                  <a:lnTo>
                    <a:pt x="109" y="1815"/>
                  </a:lnTo>
                  <a:lnTo>
                    <a:pt x="44" y="2075"/>
                  </a:lnTo>
                  <a:lnTo>
                    <a:pt x="1" y="2334"/>
                  </a:lnTo>
                  <a:lnTo>
                    <a:pt x="1" y="2593"/>
                  </a:lnTo>
                  <a:lnTo>
                    <a:pt x="1" y="2852"/>
                  </a:lnTo>
                  <a:lnTo>
                    <a:pt x="44" y="3112"/>
                  </a:lnTo>
                  <a:lnTo>
                    <a:pt x="109" y="3371"/>
                  </a:lnTo>
                  <a:lnTo>
                    <a:pt x="195" y="3609"/>
                  </a:lnTo>
                  <a:lnTo>
                    <a:pt x="303" y="3825"/>
                  </a:lnTo>
                  <a:lnTo>
                    <a:pt x="433" y="4041"/>
                  </a:lnTo>
                  <a:lnTo>
                    <a:pt x="584" y="4235"/>
                  </a:lnTo>
                  <a:lnTo>
                    <a:pt x="757" y="4430"/>
                  </a:lnTo>
                  <a:lnTo>
                    <a:pt x="930" y="4581"/>
                  </a:lnTo>
                  <a:lnTo>
                    <a:pt x="1146" y="4732"/>
                  </a:lnTo>
                  <a:lnTo>
                    <a:pt x="1340" y="4862"/>
                  </a:lnTo>
                  <a:lnTo>
                    <a:pt x="1578" y="4970"/>
                  </a:lnTo>
                  <a:lnTo>
                    <a:pt x="1816" y="5056"/>
                  </a:lnTo>
                  <a:lnTo>
                    <a:pt x="2053" y="5121"/>
                  </a:lnTo>
                  <a:lnTo>
                    <a:pt x="2313" y="5164"/>
                  </a:lnTo>
                  <a:lnTo>
                    <a:pt x="2594" y="5186"/>
                  </a:lnTo>
                  <a:lnTo>
                    <a:pt x="2853" y="5164"/>
                  </a:lnTo>
                  <a:lnTo>
                    <a:pt x="3112" y="5121"/>
                  </a:lnTo>
                  <a:lnTo>
                    <a:pt x="3350" y="5056"/>
                  </a:lnTo>
                  <a:lnTo>
                    <a:pt x="3587" y="4970"/>
                  </a:lnTo>
                  <a:lnTo>
                    <a:pt x="3825" y="4862"/>
                  </a:lnTo>
                  <a:lnTo>
                    <a:pt x="4041" y="4732"/>
                  </a:lnTo>
                  <a:lnTo>
                    <a:pt x="4236" y="4581"/>
                  </a:lnTo>
                  <a:lnTo>
                    <a:pt x="4430" y="4430"/>
                  </a:lnTo>
                  <a:lnTo>
                    <a:pt x="4581" y="4235"/>
                  </a:lnTo>
                  <a:lnTo>
                    <a:pt x="4733" y="4041"/>
                  </a:lnTo>
                  <a:lnTo>
                    <a:pt x="4862" y="3825"/>
                  </a:lnTo>
                  <a:lnTo>
                    <a:pt x="4970" y="3609"/>
                  </a:lnTo>
                  <a:lnTo>
                    <a:pt x="5057" y="3371"/>
                  </a:lnTo>
                  <a:lnTo>
                    <a:pt x="5122" y="3112"/>
                  </a:lnTo>
                  <a:lnTo>
                    <a:pt x="5165" y="2852"/>
                  </a:lnTo>
                  <a:lnTo>
                    <a:pt x="5186" y="2593"/>
                  </a:lnTo>
                  <a:lnTo>
                    <a:pt x="5165" y="2334"/>
                  </a:lnTo>
                  <a:lnTo>
                    <a:pt x="5122" y="2075"/>
                  </a:lnTo>
                  <a:lnTo>
                    <a:pt x="5057" y="1815"/>
                  </a:lnTo>
                  <a:lnTo>
                    <a:pt x="4970" y="1578"/>
                  </a:lnTo>
                  <a:lnTo>
                    <a:pt x="4862" y="1361"/>
                  </a:lnTo>
                  <a:lnTo>
                    <a:pt x="4733" y="1145"/>
                  </a:lnTo>
                  <a:lnTo>
                    <a:pt x="4581" y="929"/>
                  </a:lnTo>
                  <a:lnTo>
                    <a:pt x="4430" y="756"/>
                  </a:lnTo>
                  <a:lnTo>
                    <a:pt x="4236" y="584"/>
                  </a:lnTo>
                  <a:lnTo>
                    <a:pt x="4041" y="432"/>
                  </a:lnTo>
                  <a:lnTo>
                    <a:pt x="3825" y="303"/>
                  </a:lnTo>
                  <a:lnTo>
                    <a:pt x="3587" y="195"/>
                  </a:lnTo>
                  <a:lnTo>
                    <a:pt x="3350" y="108"/>
                  </a:lnTo>
                  <a:lnTo>
                    <a:pt x="3112" y="43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35">
              <a:extLst>
                <a:ext uri="{FF2B5EF4-FFF2-40B4-BE49-F238E27FC236}">
                  <a16:creationId xmlns:a16="http://schemas.microsoft.com/office/drawing/2014/main" id="{F326C433-AFC2-76CE-0858-C7974337A513}"/>
                </a:ext>
              </a:extLst>
            </p:cNvPr>
            <p:cNvSpPr/>
            <p:nvPr/>
          </p:nvSpPr>
          <p:spPr>
            <a:xfrm>
              <a:off x="15015225" y="4337250"/>
              <a:ext cx="177750" cy="240400"/>
            </a:xfrm>
            <a:custGeom>
              <a:avLst/>
              <a:gdLst/>
              <a:ahLst/>
              <a:cxnLst/>
              <a:rect l="l" t="t" r="r" b="b"/>
              <a:pathLst>
                <a:path w="7110" h="9616" extrusionOk="0">
                  <a:moveTo>
                    <a:pt x="2356" y="0"/>
                  </a:moveTo>
                  <a:lnTo>
                    <a:pt x="0" y="9615"/>
                  </a:lnTo>
                  <a:lnTo>
                    <a:pt x="7109" y="9615"/>
                  </a:lnTo>
                  <a:lnTo>
                    <a:pt x="7109" y="9356"/>
                  </a:lnTo>
                  <a:lnTo>
                    <a:pt x="7088" y="9032"/>
                  </a:lnTo>
                  <a:lnTo>
                    <a:pt x="7044" y="8600"/>
                  </a:lnTo>
                  <a:lnTo>
                    <a:pt x="6980" y="8081"/>
                  </a:lnTo>
                  <a:lnTo>
                    <a:pt x="6893" y="7476"/>
                  </a:lnTo>
                  <a:lnTo>
                    <a:pt x="6742" y="6806"/>
                  </a:lnTo>
                  <a:lnTo>
                    <a:pt x="6547" y="6072"/>
                  </a:lnTo>
                  <a:lnTo>
                    <a:pt x="6310" y="5316"/>
                  </a:lnTo>
                  <a:lnTo>
                    <a:pt x="6159" y="4927"/>
                  </a:lnTo>
                  <a:lnTo>
                    <a:pt x="5986" y="4516"/>
                  </a:lnTo>
                  <a:lnTo>
                    <a:pt x="5813" y="4127"/>
                  </a:lnTo>
                  <a:lnTo>
                    <a:pt x="5618" y="3717"/>
                  </a:lnTo>
                  <a:lnTo>
                    <a:pt x="5381" y="3328"/>
                  </a:lnTo>
                  <a:lnTo>
                    <a:pt x="5143" y="2917"/>
                  </a:lnTo>
                  <a:lnTo>
                    <a:pt x="4884" y="2528"/>
                  </a:lnTo>
                  <a:lnTo>
                    <a:pt x="4603" y="2139"/>
                  </a:lnTo>
                  <a:lnTo>
                    <a:pt x="4279" y="1750"/>
                  </a:lnTo>
                  <a:lnTo>
                    <a:pt x="3955" y="1383"/>
                  </a:lnTo>
                  <a:lnTo>
                    <a:pt x="3587" y="1016"/>
                  </a:lnTo>
                  <a:lnTo>
                    <a:pt x="3198" y="670"/>
                  </a:lnTo>
                  <a:lnTo>
                    <a:pt x="2788" y="324"/>
                  </a:lnTo>
                  <a:lnTo>
                    <a:pt x="23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35">
              <a:extLst>
                <a:ext uri="{FF2B5EF4-FFF2-40B4-BE49-F238E27FC236}">
                  <a16:creationId xmlns:a16="http://schemas.microsoft.com/office/drawing/2014/main" id="{56979808-AE73-EF47-A241-6E1ECC1CDA80}"/>
                </a:ext>
              </a:extLst>
            </p:cNvPr>
            <p:cNvSpPr/>
            <p:nvPr/>
          </p:nvSpPr>
          <p:spPr>
            <a:xfrm>
              <a:off x="15015225" y="4337250"/>
              <a:ext cx="177750" cy="240400"/>
            </a:xfrm>
            <a:custGeom>
              <a:avLst/>
              <a:gdLst/>
              <a:ahLst/>
              <a:cxnLst/>
              <a:rect l="l" t="t" r="r" b="b"/>
              <a:pathLst>
                <a:path w="7110" h="9616" extrusionOk="0">
                  <a:moveTo>
                    <a:pt x="2356" y="0"/>
                  </a:moveTo>
                  <a:lnTo>
                    <a:pt x="0" y="9615"/>
                  </a:lnTo>
                  <a:lnTo>
                    <a:pt x="7109" y="9615"/>
                  </a:lnTo>
                  <a:lnTo>
                    <a:pt x="7109" y="9572"/>
                  </a:lnTo>
                  <a:lnTo>
                    <a:pt x="6677" y="9529"/>
                  </a:lnTo>
                  <a:lnTo>
                    <a:pt x="6288" y="9464"/>
                  </a:lnTo>
                  <a:lnTo>
                    <a:pt x="5899" y="9378"/>
                  </a:lnTo>
                  <a:lnTo>
                    <a:pt x="5554" y="9248"/>
                  </a:lnTo>
                  <a:lnTo>
                    <a:pt x="5208" y="9097"/>
                  </a:lnTo>
                  <a:lnTo>
                    <a:pt x="4884" y="8924"/>
                  </a:lnTo>
                  <a:lnTo>
                    <a:pt x="4581" y="8751"/>
                  </a:lnTo>
                  <a:lnTo>
                    <a:pt x="4300" y="8535"/>
                  </a:lnTo>
                  <a:lnTo>
                    <a:pt x="4041" y="8297"/>
                  </a:lnTo>
                  <a:lnTo>
                    <a:pt x="3803" y="8060"/>
                  </a:lnTo>
                  <a:lnTo>
                    <a:pt x="3587" y="7800"/>
                  </a:lnTo>
                  <a:lnTo>
                    <a:pt x="3393" y="7520"/>
                  </a:lnTo>
                  <a:lnTo>
                    <a:pt x="3220" y="7217"/>
                  </a:lnTo>
                  <a:lnTo>
                    <a:pt x="3047" y="6915"/>
                  </a:lnTo>
                  <a:lnTo>
                    <a:pt x="2917" y="6612"/>
                  </a:lnTo>
                  <a:lnTo>
                    <a:pt x="2809" y="6288"/>
                  </a:lnTo>
                  <a:lnTo>
                    <a:pt x="2701" y="5964"/>
                  </a:lnTo>
                  <a:lnTo>
                    <a:pt x="2615" y="5618"/>
                  </a:lnTo>
                  <a:lnTo>
                    <a:pt x="2572" y="5294"/>
                  </a:lnTo>
                  <a:lnTo>
                    <a:pt x="2528" y="4948"/>
                  </a:lnTo>
                  <a:lnTo>
                    <a:pt x="2507" y="4603"/>
                  </a:lnTo>
                  <a:lnTo>
                    <a:pt x="2507" y="4257"/>
                  </a:lnTo>
                  <a:lnTo>
                    <a:pt x="2528" y="3911"/>
                  </a:lnTo>
                  <a:lnTo>
                    <a:pt x="2572" y="3565"/>
                  </a:lnTo>
                  <a:lnTo>
                    <a:pt x="2637" y="3220"/>
                  </a:lnTo>
                  <a:lnTo>
                    <a:pt x="2723" y="2896"/>
                  </a:lnTo>
                  <a:lnTo>
                    <a:pt x="2831" y="2571"/>
                  </a:lnTo>
                  <a:lnTo>
                    <a:pt x="2961" y="2247"/>
                  </a:lnTo>
                  <a:lnTo>
                    <a:pt x="3090" y="1923"/>
                  </a:lnTo>
                  <a:lnTo>
                    <a:pt x="3263" y="1621"/>
                  </a:lnTo>
                  <a:lnTo>
                    <a:pt x="3436" y="1340"/>
                  </a:lnTo>
                  <a:lnTo>
                    <a:pt x="3652" y="1059"/>
                  </a:lnTo>
                  <a:lnTo>
                    <a:pt x="3350" y="800"/>
                  </a:lnTo>
                  <a:lnTo>
                    <a:pt x="3025" y="519"/>
                  </a:lnTo>
                  <a:lnTo>
                    <a:pt x="2701" y="259"/>
                  </a:lnTo>
                  <a:lnTo>
                    <a:pt x="23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35">
              <a:extLst>
                <a:ext uri="{FF2B5EF4-FFF2-40B4-BE49-F238E27FC236}">
                  <a16:creationId xmlns:a16="http://schemas.microsoft.com/office/drawing/2014/main" id="{CC9A7044-C583-D2D4-0BB2-76F0E3B5D3EC}"/>
                </a:ext>
              </a:extLst>
            </p:cNvPr>
            <p:cNvSpPr/>
            <p:nvPr/>
          </p:nvSpPr>
          <p:spPr>
            <a:xfrm>
              <a:off x="15015225" y="4337250"/>
              <a:ext cx="177750" cy="240400"/>
            </a:xfrm>
            <a:custGeom>
              <a:avLst/>
              <a:gdLst/>
              <a:ahLst/>
              <a:cxnLst/>
              <a:rect l="l" t="t" r="r" b="b"/>
              <a:pathLst>
                <a:path w="7110" h="9616" fill="none" extrusionOk="0">
                  <a:moveTo>
                    <a:pt x="2356" y="0"/>
                  </a:moveTo>
                  <a:lnTo>
                    <a:pt x="0" y="9615"/>
                  </a:lnTo>
                  <a:lnTo>
                    <a:pt x="7109" y="9615"/>
                  </a:lnTo>
                  <a:lnTo>
                    <a:pt x="7109" y="9615"/>
                  </a:lnTo>
                  <a:lnTo>
                    <a:pt x="7109" y="9615"/>
                  </a:lnTo>
                  <a:lnTo>
                    <a:pt x="7109" y="9615"/>
                  </a:lnTo>
                  <a:lnTo>
                    <a:pt x="7109" y="9572"/>
                  </a:lnTo>
                  <a:lnTo>
                    <a:pt x="7109" y="9572"/>
                  </a:lnTo>
                  <a:lnTo>
                    <a:pt x="6677" y="9529"/>
                  </a:lnTo>
                  <a:lnTo>
                    <a:pt x="6288" y="9464"/>
                  </a:lnTo>
                  <a:lnTo>
                    <a:pt x="5899" y="9378"/>
                  </a:lnTo>
                  <a:lnTo>
                    <a:pt x="5554" y="9248"/>
                  </a:lnTo>
                  <a:lnTo>
                    <a:pt x="5208" y="9097"/>
                  </a:lnTo>
                  <a:lnTo>
                    <a:pt x="4884" y="8924"/>
                  </a:lnTo>
                  <a:lnTo>
                    <a:pt x="4581" y="8751"/>
                  </a:lnTo>
                  <a:lnTo>
                    <a:pt x="4300" y="8535"/>
                  </a:lnTo>
                  <a:lnTo>
                    <a:pt x="4041" y="8297"/>
                  </a:lnTo>
                  <a:lnTo>
                    <a:pt x="3803" y="8060"/>
                  </a:lnTo>
                  <a:lnTo>
                    <a:pt x="3587" y="7800"/>
                  </a:lnTo>
                  <a:lnTo>
                    <a:pt x="3393" y="7520"/>
                  </a:lnTo>
                  <a:lnTo>
                    <a:pt x="3220" y="7217"/>
                  </a:lnTo>
                  <a:lnTo>
                    <a:pt x="3047" y="6915"/>
                  </a:lnTo>
                  <a:lnTo>
                    <a:pt x="2917" y="6612"/>
                  </a:lnTo>
                  <a:lnTo>
                    <a:pt x="2809" y="6288"/>
                  </a:lnTo>
                  <a:lnTo>
                    <a:pt x="2701" y="5964"/>
                  </a:lnTo>
                  <a:lnTo>
                    <a:pt x="2615" y="5618"/>
                  </a:lnTo>
                  <a:lnTo>
                    <a:pt x="2572" y="5294"/>
                  </a:lnTo>
                  <a:lnTo>
                    <a:pt x="2528" y="4948"/>
                  </a:lnTo>
                  <a:lnTo>
                    <a:pt x="2507" y="4603"/>
                  </a:lnTo>
                  <a:lnTo>
                    <a:pt x="2507" y="4257"/>
                  </a:lnTo>
                  <a:lnTo>
                    <a:pt x="2528" y="3911"/>
                  </a:lnTo>
                  <a:lnTo>
                    <a:pt x="2572" y="3565"/>
                  </a:lnTo>
                  <a:lnTo>
                    <a:pt x="2637" y="3220"/>
                  </a:lnTo>
                  <a:lnTo>
                    <a:pt x="2723" y="2896"/>
                  </a:lnTo>
                  <a:lnTo>
                    <a:pt x="2831" y="2571"/>
                  </a:lnTo>
                  <a:lnTo>
                    <a:pt x="2961" y="2247"/>
                  </a:lnTo>
                  <a:lnTo>
                    <a:pt x="3090" y="1923"/>
                  </a:lnTo>
                  <a:lnTo>
                    <a:pt x="3263" y="1621"/>
                  </a:lnTo>
                  <a:lnTo>
                    <a:pt x="3436" y="1340"/>
                  </a:lnTo>
                  <a:lnTo>
                    <a:pt x="3652" y="1059"/>
                  </a:lnTo>
                  <a:lnTo>
                    <a:pt x="3652" y="1059"/>
                  </a:lnTo>
                  <a:lnTo>
                    <a:pt x="3350" y="800"/>
                  </a:lnTo>
                  <a:lnTo>
                    <a:pt x="3025" y="519"/>
                  </a:lnTo>
                  <a:lnTo>
                    <a:pt x="2701" y="259"/>
                  </a:lnTo>
                  <a:lnTo>
                    <a:pt x="2356" y="0"/>
                  </a:lnTo>
                  <a:lnTo>
                    <a:pt x="235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" name="Google Shape;7373;p35">
            <a:extLst>
              <a:ext uri="{FF2B5EF4-FFF2-40B4-BE49-F238E27FC236}">
                <a16:creationId xmlns:a16="http://schemas.microsoft.com/office/drawing/2014/main" id="{9D952F94-C34E-6F26-F9DD-FC08CEC38301}"/>
              </a:ext>
            </a:extLst>
          </p:cNvPr>
          <p:cNvSpPr txBox="1">
            <a:spLocks/>
          </p:cNvSpPr>
          <p:nvPr/>
        </p:nvSpPr>
        <p:spPr>
          <a:xfrm>
            <a:off x="3321150" y="1339414"/>
            <a:ext cx="25017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Titillium Web"/>
              <a:buNone/>
              <a:defRPr sz="2500" b="0" i="0" u="none" strike="noStrike" cap="none">
                <a:solidFill>
                  <a:schemeClr val="dk1"/>
                </a:solidFill>
                <a:latin typeface="BioRhyme"/>
                <a:ea typeface="BioRhyme"/>
                <a:cs typeface="BioRhyme"/>
                <a:sym typeface="BioRhyme"/>
              </a:defRPr>
            </a:lvl1pPr>
            <a:lvl2pPr marL="914400" marR="0" lvl="1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2pPr>
            <a:lvl3pPr marL="1371600" marR="0" lvl="2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3pPr>
            <a:lvl4pPr marL="1828800" marR="0" lvl="3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4pPr>
            <a:lvl5pPr marL="2286000" marR="0" lvl="4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5pPr>
            <a:lvl6pPr marL="2743200" marR="0" lvl="5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6pPr>
            <a:lvl7pPr marL="3200400" marR="0" lvl="6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7pPr>
            <a:lvl8pPr marL="3657600" marR="0" lvl="7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8pPr>
            <a:lvl9pPr marL="4114800" marR="0" lvl="8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9pPr>
          </a:lstStyle>
          <a:p>
            <a:pPr marL="0" indent="0"/>
            <a:r>
              <a:rPr lang="en-US" dirty="0"/>
              <a:t>Backend</a:t>
            </a:r>
          </a:p>
        </p:txBody>
      </p:sp>
      <p:sp>
        <p:nvSpPr>
          <p:cNvPr id="26" name="Google Shape;7374;p35">
            <a:extLst>
              <a:ext uri="{FF2B5EF4-FFF2-40B4-BE49-F238E27FC236}">
                <a16:creationId xmlns:a16="http://schemas.microsoft.com/office/drawing/2014/main" id="{6E04782E-8B59-9A6C-F6CC-42FFCE652A33}"/>
              </a:ext>
            </a:extLst>
          </p:cNvPr>
          <p:cNvSpPr txBox="1">
            <a:spLocks/>
          </p:cNvSpPr>
          <p:nvPr/>
        </p:nvSpPr>
        <p:spPr>
          <a:xfrm>
            <a:off x="3321150" y="968210"/>
            <a:ext cx="2501700" cy="510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15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1pPr>
            <a:lvl2pPr marL="914400" marR="0" lvl="1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2pPr>
            <a:lvl3pPr marL="1371600" marR="0" lvl="2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3pPr>
            <a:lvl4pPr marL="1828800" marR="0" lvl="3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4pPr>
            <a:lvl5pPr marL="2286000" marR="0" lvl="4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5pPr>
            <a:lvl6pPr marL="2743200" marR="0" lvl="5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6pPr>
            <a:lvl7pPr marL="3200400" marR="0" lvl="6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7pPr>
            <a:lvl8pPr marL="3657600" marR="0" lvl="7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8pPr>
            <a:lvl9pPr marL="4114800" marR="0" lvl="8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9pPr>
          </a:lstStyle>
          <a:p>
            <a:pPr marL="0" indent="0"/>
            <a:r>
              <a:rPr lang="en-US" dirty="0"/>
              <a:t>Django REST Framework</a:t>
            </a:r>
          </a:p>
        </p:txBody>
      </p:sp>
      <p:sp>
        <p:nvSpPr>
          <p:cNvPr id="47" name="Google Shape;7373;p35">
            <a:extLst>
              <a:ext uri="{FF2B5EF4-FFF2-40B4-BE49-F238E27FC236}">
                <a16:creationId xmlns:a16="http://schemas.microsoft.com/office/drawing/2014/main" id="{DBC15E15-FD19-71C2-B145-1CE74D949C09}"/>
              </a:ext>
            </a:extLst>
          </p:cNvPr>
          <p:cNvSpPr txBox="1">
            <a:spLocks/>
          </p:cNvSpPr>
          <p:nvPr/>
        </p:nvSpPr>
        <p:spPr>
          <a:xfrm>
            <a:off x="5576252" y="2551542"/>
            <a:ext cx="1597531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Titillium Web"/>
              <a:buNone/>
              <a:defRPr sz="2500" b="0" i="0" u="none" strike="noStrike" cap="none">
                <a:solidFill>
                  <a:schemeClr val="dk1"/>
                </a:solidFill>
                <a:latin typeface="BioRhyme"/>
                <a:ea typeface="BioRhyme"/>
                <a:cs typeface="BioRhyme"/>
                <a:sym typeface="BioRhyme"/>
              </a:defRPr>
            </a:lvl1pPr>
            <a:lvl2pPr marL="914400" marR="0" lvl="1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2pPr>
            <a:lvl3pPr marL="1371600" marR="0" lvl="2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3pPr>
            <a:lvl4pPr marL="1828800" marR="0" lvl="3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4pPr>
            <a:lvl5pPr marL="2286000" marR="0" lvl="4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5pPr>
            <a:lvl6pPr marL="2743200" marR="0" lvl="5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6pPr>
            <a:lvl7pPr marL="3200400" marR="0" lvl="6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7pPr>
            <a:lvl8pPr marL="3657600" marR="0" lvl="7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8pPr>
            <a:lvl9pPr marL="4114800" marR="0" lvl="8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9pPr>
          </a:lstStyle>
          <a:p>
            <a:pPr marL="0" indent="0"/>
            <a:r>
              <a:rPr lang="en-US" dirty="0"/>
              <a:t>Deploy</a:t>
            </a:r>
          </a:p>
        </p:txBody>
      </p:sp>
      <p:sp>
        <p:nvSpPr>
          <p:cNvPr id="48" name="Google Shape;7374;p35">
            <a:extLst>
              <a:ext uri="{FF2B5EF4-FFF2-40B4-BE49-F238E27FC236}">
                <a16:creationId xmlns:a16="http://schemas.microsoft.com/office/drawing/2014/main" id="{6C57A1C7-0600-9876-1F84-BB56CE296C53}"/>
              </a:ext>
            </a:extLst>
          </p:cNvPr>
          <p:cNvSpPr txBox="1">
            <a:spLocks/>
          </p:cNvSpPr>
          <p:nvPr/>
        </p:nvSpPr>
        <p:spPr>
          <a:xfrm>
            <a:off x="6771129" y="2478990"/>
            <a:ext cx="2501700" cy="510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15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1pPr>
            <a:lvl2pPr marL="914400" marR="0" lvl="1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2pPr>
            <a:lvl3pPr marL="1371600" marR="0" lvl="2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3pPr>
            <a:lvl4pPr marL="1828800" marR="0" lvl="3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4pPr>
            <a:lvl5pPr marL="2286000" marR="0" lvl="4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5pPr>
            <a:lvl6pPr marL="2743200" marR="0" lvl="5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6pPr>
            <a:lvl7pPr marL="3200400" marR="0" lvl="6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7pPr>
            <a:lvl8pPr marL="3657600" marR="0" lvl="7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8pPr>
            <a:lvl9pPr marL="4114800" marR="0" lvl="8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9pPr>
          </a:lstStyle>
          <a:p>
            <a:pPr marL="0" indent="0"/>
            <a:r>
              <a:rPr lang="en-US" dirty="0" err="1"/>
              <a:t>DigitalOcean</a:t>
            </a:r>
            <a:r>
              <a:rPr lang="en-US" dirty="0"/>
              <a:t> + Docker </a:t>
            </a:r>
            <a:r>
              <a:rPr lang="en-US" dirty="0" err="1"/>
              <a:t>kontejner</a:t>
            </a:r>
            <a:endParaRPr lang="en-US" dirty="0"/>
          </a:p>
        </p:txBody>
      </p:sp>
      <p:sp>
        <p:nvSpPr>
          <p:cNvPr id="58" name="Google Shape;7373;p35">
            <a:extLst>
              <a:ext uri="{FF2B5EF4-FFF2-40B4-BE49-F238E27FC236}">
                <a16:creationId xmlns:a16="http://schemas.microsoft.com/office/drawing/2014/main" id="{CC5ACEFB-8865-5317-888D-F1A15B6E9906}"/>
              </a:ext>
            </a:extLst>
          </p:cNvPr>
          <p:cNvSpPr txBox="1">
            <a:spLocks/>
          </p:cNvSpPr>
          <p:nvPr/>
        </p:nvSpPr>
        <p:spPr>
          <a:xfrm>
            <a:off x="3162240" y="3659849"/>
            <a:ext cx="2819519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Titillium Web"/>
              <a:buNone/>
              <a:defRPr sz="2500" b="0" i="0" u="none" strike="noStrike" cap="none">
                <a:solidFill>
                  <a:schemeClr val="dk1"/>
                </a:solidFill>
                <a:latin typeface="BioRhyme"/>
                <a:ea typeface="BioRhyme"/>
                <a:cs typeface="BioRhyme"/>
                <a:sym typeface="BioRhyme"/>
              </a:defRPr>
            </a:lvl1pPr>
            <a:lvl2pPr marL="914400" marR="0" lvl="1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2pPr>
            <a:lvl3pPr marL="1371600" marR="0" lvl="2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3pPr>
            <a:lvl4pPr marL="1828800" marR="0" lvl="3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4pPr>
            <a:lvl5pPr marL="2286000" marR="0" lvl="4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5pPr>
            <a:lvl6pPr marL="2743200" marR="0" lvl="5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6pPr>
            <a:lvl7pPr marL="3200400" marR="0" lvl="6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7pPr>
            <a:lvl8pPr marL="3657600" marR="0" lvl="7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8pPr>
            <a:lvl9pPr marL="4114800" marR="0" lvl="8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9pPr>
          </a:lstStyle>
          <a:p>
            <a:pPr marL="0" indent="0"/>
            <a:r>
              <a:rPr lang="en-US" dirty="0"/>
              <a:t>Baza </a:t>
            </a:r>
            <a:r>
              <a:rPr lang="en-US" dirty="0" err="1"/>
              <a:t>podataka</a:t>
            </a:r>
            <a:endParaRPr lang="en-US" dirty="0"/>
          </a:p>
        </p:txBody>
      </p:sp>
      <p:sp>
        <p:nvSpPr>
          <p:cNvPr id="59" name="Google Shape;7374;p35">
            <a:extLst>
              <a:ext uri="{FF2B5EF4-FFF2-40B4-BE49-F238E27FC236}">
                <a16:creationId xmlns:a16="http://schemas.microsoft.com/office/drawing/2014/main" id="{92002194-B485-86A5-0720-89D8B5DAF48D}"/>
              </a:ext>
            </a:extLst>
          </p:cNvPr>
          <p:cNvSpPr txBox="1">
            <a:spLocks/>
          </p:cNvSpPr>
          <p:nvPr/>
        </p:nvSpPr>
        <p:spPr>
          <a:xfrm>
            <a:off x="3321150" y="3937667"/>
            <a:ext cx="2501700" cy="510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15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1pPr>
            <a:lvl2pPr marL="914400" marR="0" lvl="1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2pPr>
            <a:lvl3pPr marL="1371600" marR="0" lvl="2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3pPr>
            <a:lvl4pPr marL="1828800" marR="0" lvl="3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4pPr>
            <a:lvl5pPr marL="2286000" marR="0" lvl="4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5pPr>
            <a:lvl6pPr marL="2743200" marR="0" lvl="5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6pPr>
            <a:lvl7pPr marL="3200400" marR="0" lvl="6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7pPr>
            <a:lvl8pPr marL="3657600" marR="0" lvl="7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8pPr>
            <a:lvl9pPr marL="4114800" marR="0" lvl="8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ef"/>
              <a:buNone/>
              <a:defRPr sz="2800" b="0" i="0" u="none" strike="noStrike" cap="none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9pPr>
          </a:lstStyle>
          <a:p>
            <a:pPr marL="0" indent="0"/>
            <a:r>
              <a:rPr lang="en-US" dirty="0" err="1"/>
              <a:t>PostegreSQL</a:t>
            </a:r>
            <a:r>
              <a:rPr lang="en-US" dirty="0"/>
              <a:t> server</a:t>
            </a:r>
          </a:p>
        </p:txBody>
      </p:sp>
      <p:pic>
        <p:nvPicPr>
          <p:cNvPr id="7366" name="Grafika 7365" descr="Circles with lines outline">
            <a:extLst>
              <a:ext uri="{FF2B5EF4-FFF2-40B4-BE49-F238E27FC236}">
                <a16:creationId xmlns:a16="http://schemas.microsoft.com/office/drawing/2014/main" id="{F3F3E1C1-B8E4-C7C2-F89C-0C930A0DE2E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263656" y="1395730"/>
            <a:ext cx="2616688" cy="26166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8526344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436">
          <a:extLst>
            <a:ext uri="{FF2B5EF4-FFF2-40B4-BE49-F238E27FC236}">
              <a16:creationId xmlns:a16="http://schemas.microsoft.com/office/drawing/2014/main" id="{183EE6A1-2579-C858-79ED-4B160FF612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7" name="Google Shape;6437;p29">
            <a:extLst>
              <a:ext uri="{FF2B5EF4-FFF2-40B4-BE49-F238E27FC236}">
                <a16:creationId xmlns:a16="http://schemas.microsoft.com/office/drawing/2014/main" id="{47E20C1A-C08F-B07D-DB61-ED9B9224C964}"/>
              </a:ext>
            </a:extLst>
          </p:cNvPr>
          <p:cNvSpPr/>
          <p:nvPr/>
        </p:nvSpPr>
        <p:spPr>
          <a:xfrm>
            <a:off x="3947250" y="1236250"/>
            <a:ext cx="1249500" cy="12495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38" name="Google Shape;6438;p29">
            <a:extLst>
              <a:ext uri="{FF2B5EF4-FFF2-40B4-BE49-F238E27FC236}">
                <a16:creationId xmlns:a16="http://schemas.microsoft.com/office/drawing/2014/main" id="{9F362FDB-FC30-4C66-9AA7-1B09CE5D897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929449" y="2733933"/>
            <a:ext cx="5813273" cy="731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Demonstracija</a:t>
            </a:r>
            <a:endParaRPr dirty="0"/>
          </a:p>
        </p:txBody>
      </p:sp>
      <p:sp>
        <p:nvSpPr>
          <p:cNvPr id="6439" name="Google Shape;6439;p29">
            <a:extLst>
              <a:ext uri="{FF2B5EF4-FFF2-40B4-BE49-F238E27FC236}">
                <a16:creationId xmlns:a16="http://schemas.microsoft.com/office/drawing/2014/main" id="{EC2F34C1-69F3-773C-F929-73464E25723C}"/>
              </a:ext>
            </a:extLst>
          </p:cNvPr>
          <p:cNvSpPr txBox="1">
            <a:spLocks noGrp="1"/>
          </p:cNvSpPr>
          <p:nvPr>
            <p:ph type="title" idx="2"/>
          </p:nvPr>
        </p:nvSpPr>
        <p:spPr>
          <a:xfrm>
            <a:off x="4114800" y="1515548"/>
            <a:ext cx="914400" cy="69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tx2"/>
                </a:solidFill>
              </a:rPr>
              <a:t>6</a:t>
            </a:r>
            <a:endParaRPr dirty="0">
              <a:solidFill>
                <a:schemeClr val="tx2"/>
              </a:solidFill>
            </a:endParaRPr>
          </a:p>
        </p:txBody>
      </p:sp>
      <p:grpSp>
        <p:nvGrpSpPr>
          <p:cNvPr id="6441" name="Google Shape;6441;p29">
            <a:extLst>
              <a:ext uri="{FF2B5EF4-FFF2-40B4-BE49-F238E27FC236}">
                <a16:creationId xmlns:a16="http://schemas.microsoft.com/office/drawing/2014/main" id="{8A32FAB2-07FA-4741-340A-865A2411A8DA}"/>
              </a:ext>
            </a:extLst>
          </p:cNvPr>
          <p:cNvGrpSpPr/>
          <p:nvPr/>
        </p:nvGrpSpPr>
        <p:grpSpPr>
          <a:xfrm>
            <a:off x="91091" y="1874876"/>
            <a:ext cx="2080599" cy="3087774"/>
            <a:chOff x="10840075" y="2678300"/>
            <a:chExt cx="1616250" cy="2398644"/>
          </a:xfrm>
        </p:grpSpPr>
        <p:sp>
          <p:nvSpPr>
            <p:cNvPr id="6442" name="Google Shape;6442;p29">
              <a:extLst>
                <a:ext uri="{FF2B5EF4-FFF2-40B4-BE49-F238E27FC236}">
                  <a16:creationId xmlns:a16="http://schemas.microsoft.com/office/drawing/2014/main" id="{AC2DC052-291A-6931-D575-5B24FC1F92A8}"/>
                </a:ext>
              </a:extLst>
            </p:cNvPr>
            <p:cNvSpPr/>
            <p:nvPr/>
          </p:nvSpPr>
          <p:spPr>
            <a:xfrm>
              <a:off x="11029175" y="4899944"/>
              <a:ext cx="1417500" cy="1770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443" name="Google Shape;6443;p29">
              <a:extLst>
                <a:ext uri="{FF2B5EF4-FFF2-40B4-BE49-F238E27FC236}">
                  <a16:creationId xmlns:a16="http://schemas.microsoft.com/office/drawing/2014/main" id="{AEA7A45F-4CAC-B697-D579-D46F4DAF5131}"/>
                </a:ext>
              </a:extLst>
            </p:cNvPr>
            <p:cNvGrpSpPr/>
            <p:nvPr/>
          </p:nvGrpSpPr>
          <p:grpSpPr>
            <a:xfrm>
              <a:off x="10840075" y="2678300"/>
              <a:ext cx="1616250" cy="2366600"/>
              <a:chOff x="10840075" y="2678300"/>
              <a:chExt cx="1616250" cy="2366600"/>
            </a:xfrm>
          </p:grpSpPr>
          <p:sp>
            <p:nvSpPr>
              <p:cNvPr id="6444" name="Google Shape;6444;p29">
                <a:extLst>
                  <a:ext uri="{FF2B5EF4-FFF2-40B4-BE49-F238E27FC236}">
                    <a16:creationId xmlns:a16="http://schemas.microsoft.com/office/drawing/2014/main" id="{8D1C4EA6-2035-D57A-1024-E3E468D6B6CD}"/>
                  </a:ext>
                </a:extLst>
              </p:cNvPr>
              <p:cNvSpPr/>
              <p:nvPr/>
            </p:nvSpPr>
            <p:spPr>
              <a:xfrm>
                <a:off x="11083150" y="4162750"/>
                <a:ext cx="381925" cy="528325"/>
              </a:xfrm>
              <a:custGeom>
                <a:avLst/>
                <a:gdLst/>
                <a:ahLst/>
                <a:cxnLst/>
                <a:rect l="l" t="t" r="r" b="b"/>
                <a:pathLst>
                  <a:path w="15277" h="21133" extrusionOk="0">
                    <a:moveTo>
                      <a:pt x="14045" y="0"/>
                    </a:moveTo>
                    <a:lnTo>
                      <a:pt x="13894" y="22"/>
                    </a:lnTo>
                    <a:lnTo>
                      <a:pt x="13591" y="65"/>
                    </a:lnTo>
                    <a:lnTo>
                      <a:pt x="13289" y="151"/>
                    </a:lnTo>
                    <a:lnTo>
                      <a:pt x="12943" y="303"/>
                    </a:lnTo>
                    <a:lnTo>
                      <a:pt x="12598" y="497"/>
                    </a:lnTo>
                    <a:lnTo>
                      <a:pt x="12230" y="735"/>
                    </a:lnTo>
                    <a:lnTo>
                      <a:pt x="11841" y="994"/>
                    </a:lnTo>
                    <a:lnTo>
                      <a:pt x="11452" y="1297"/>
                    </a:lnTo>
                    <a:lnTo>
                      <a:pt x="11042" y="1621"/>
                    </a:lnTo>
                    <a:lnTo>
                      <a:pt x="10653" y="1988"/>
                    </a:lnTo>
                    <a:lnTo>
                      <a:pt x="10242" y="2377"/>
                    </a:lnTo>
                    <a:lnTo>
                      <a:pt x="9832" y="2766"/>
                    </a:lnTo>
                    <a:lnTo>
                      <a:pt x="9011" y="3609"/>
                    </a:lnTo>
                    <a:lnTo>
                      <a:pt x="8211" y="4495"/>
                    </a:lnTo>
                    <a:lnTo>
                      <a:pt x="7433" y="5380"/>
                    </a:lnTo>
                    <a:lnTo>
                      <a:pt x="6720" y="6245"/>
                    </a:lnTo>
                    <a:lnTo>
                      <a:pt x="6072" y="7044"/>
                    </a:lnTo>
                    <a:lnTo>
                      <a:pt x="5510" y="7779"/>
                    </a:lnTo>
                    <a:lnTo>
                      <a:pt x="5035" y="8427"/>
                    </a:lnTo>
                    <a:lnTo>
                      <a:pt x="4689" y="8924"/>
                    </a:lnTo>
                    <a:lnTo>
                      <a:pt x="3868" y="10156"/>
                    </a:lnTo>
                    <a:lnTo>
                      <a:pt x="3328" y="10998"/>
                    </a:lnTo>
                    <a:lnTo>
                      <a:pt x="2766" y="11949"/>
                    </a:lnTo>
                    <a:lnTo>
                      <a:pt x="2183" y="12965"/>
                    </a:lnTo>
                    <a:lnTo>
                      <a:pt x="1599" y="14045"/>
                    </a:lnTo>
                    <a:lnTo>
                      <a:pt x="1340" y="14585"/>
                    </a:lnTo>
                    <a:lnTo>
                      <a:pt x="1081" y="15147"/>
                    </a:lnTo>
                    <a:lnTo>
                      <a:pt x="843" y="15687"/>
                    </a:lnTo>
                    <a:lnTo>
                      <a:pt x="627" y="16227"/>
                    </a:lnTo>
                    <a:lnTo>
                      <a:pt x="454" y="16746"/>
                    </a:lnTo>
                    <a:lnTo>
                      <a:pt x="281" y="17265"/>
                    </a:lnTo>
                    <a:lnTo>
                      <a:pt x="152" y="17783"/>
                    </a:lnTo>
                    <a:lnTo>
                      <a:pt x="65" y="18259"/>
                    </a:lnTo>
                    <a:lnTo>
                      <a:pt x="22" y="18712"/>
                    </a:lnTo>
                    <a:lnTo>
                      <a:pt x="0" y="19144"/>
                    </a:lnTo>
                    <a:lnTo>
                      <a:pt x="22" y="19339"/>
                    </a:lnTo>
                    <a:lnTo>
                      <a:pt x="44" y="19533"/>
                    </a:lnTo>
                    <a:lnTo>
                      <a:pt x="87" y="19728"/>
                    </a:lnTo>
                    <a:lnTo>
                      <a:pt x="130" y="19901"/>
                    </a:lnTo>
                    <a:lnTo>
                      <a:pt x="195" y="20074"/>
                    </a:lnTo>
                    <a:lnTo>
                      <a:pt x="281" y="20225"/>
                    </a:lnTo>
                    <a:lnTo>
                      <a:pt x="368" y="20376"/>
                    </a:lnTo>
                    <a:lnTo>
                      <a:pt x="476" y="20506"/>
                    </a:lnTo>
                    <a:lnTo>
                      <a:pt x="605" y="20614"/>
                    </a:lnTo>
                    <a:lnTo>
                      <a:pt x="735" y="20743"/>
                    </a:lnTo>
                    <a:lnTo>
                      <a:pt x="908" y="20830"/>
                    </a:lnTo>
                    <a:lnTo>
                      <a:pt x="1081" y="20916"/>
                    </a:lnTo>
                    <a:lnTo>
                      <a:pt x="1254" y="20981"/>
                    </a:lnTo>
                    <a:lnTo>
                      <a:pt x="1470" y="21046"/>
                    </a:lnTo>
                    <a:lnTo>
                      <a:pt x="1686" y="21089"/>
                    </a:lnTo>
                    <a:lnTo>
                      <a:pt x="1945" y="21111"/>
                    </a:lnTo>
                    <a:lnTo>
                      <a:pt x="2204" y="21132"/>
                    </a:lnTo>
                    <a:lnTo>
                      <a:pt x="2485" y="21132"/>
                    </a:lnTo>
                    <a:lnTo>
                      <a:pt x="2788" y="21111"/>
                    </a:lnTo>
                    <a:lnTo>
                      <a:pt x="3112" y="21089"/>
                    </a:lnTo>
                    <a:lnTo>
                      <a:pt x="3587" y="21003"/>
                    </a:lnTo>
                    <a:lnTo>
                      <a:pt x="4041" y="20895"/>
                    </a:lnTo>
                    <a:lnTo>
                      <a:pt x="4473" y="20765"/>
                    </a:lnTo>
                    <a:lnTo>
                      <a:pt x="4884" y="20592"/>
                    </a:lnTo>
                    <a:lnTo>
                      <a:pt x="5273" y="20419"/>
                    </a:lnTo>
                    <a:lnTo>
                      <a:pt x="5618" y="20203"/>
                    </a:lnTo>
                    <a:lnTo>
                      <a:pt x="5964" y="19987"/>
                    </a:lnTo>
                    <a:lnTo>
                      <a:pt x="6288" y="19728"/>
                    </a:lnTo>
                    <a:lnTo>
                      <a:pt x="6591" y="19469"/>
                    </a:lnTo>
                    <a:lnTo>
                      <a:pt x="6872" y="19188"/>
                    </a:lnTo>
                    <a:lnTo>
                      <a:pt x="7152" y="18885"/>
                    </a:lnTo>
                    <a:lnTo>
                      <a:pt x="7412" y="18583"/>
                    </a:lnTo>
                    <a:lnTo>
                      <a:pt x="7649" y="18259"/>
                    </a:lnTo>
                    <a:lnTo>
                      <a:pt x="7866" y="17934"/>
                    </a:lnTo>
                    <a:lnTo>
                      <a:pt x="8082" y="17589"/>
                    </a:lnTo>
                    <a:lnTo>
                      <a:pt x="8276" y="17243"/>
                    </a:lnTo>
                    <a:lnTo>
                      <a:pt x="8643" y="16530"/>
                    </a:lnTo>
                    <a:lnTo>
                      <a:pt x="8967" y="15795"/>
                    </a:lnTo>
                    <a:lnTo>
                      <a:pt x="9248" y="15061"/>
                    </a:lnTo>
                    <a:lnTo>
                      <a:pt x="9529" y="14348"/>
                    </a:lnTo>
                    <a:lnTo>
                      <a:pt x="10026" y="12986"/>
                    </a:lnTo>
                    <a:lnTo>
                      <a:pt x="10286" y="12381"/>
                    </a:lnTo>
                    <a:lnTo>
                      <a:pt x="10545" y="11819"/>
                    </a:lnTo>
                    <a:lnTo>
                      <a:pt x="10826" y="11279"/>
                    </a:lnTo>
                    <a:lnTo>
                      <a:pt x="11171" y="10674"/>
                    </a:lnTo>
                    <a:lnTo>
                      <a:pt x="11993" y="9313"/>
                    </a:lnTo>
                    <a:lnTo>
                      <a:pt x="12900" y="7779"/>
                    </a:lnTo>
                    <a:lnTo>
                      <a:pt x="13354" y="7001"/>
                    </a:lnTo>
                    <a:lnTo>
                      <a:pt x="13786" y="6180"/>
                    </a:lnTo>
                    <a:lnTo>
                      <a:pt x="14196" y="5380"/>
                    </a:lnTo>
                    <a:lnTo>
                      <a:pt x="14542" y="4603"/>
                    </a:lnTo>
                    <a:lnTo>
                      <a:pt x="14845" y="3825"/>
                    </a:lnTo>
                    <a:lnTo>
                      <a:pt x="14974" y="3457"/>
                    </a:lnTo>
                    <a:lnTo>
                      <a:pt x="15061" y="3090"/>
                    </a:lnTo>
                    <a:lnTo>
                      <a:pt x="15147" y="2744"/>
                    </a:lnTo>
                    <a:lnTo>
                      <a:pt x="15212" y="2399"/>
                    </a:lnTo>
                    <a:lnTo>
                      <a:pt x="15255" y="2074"/>
                    </a:lnTo>
                    <a:lnTo>
                      <a:pt x="15277" y="1750"/>
                    </a:lnTo>
                    <a:lnTo>
                      <a:pt x="15255" y="1448"/>
                    </a:lnTo>
                    <a:lnTo>
                      <a:pt x="15212" y="1167"/>
                    </a:lnTo>
                    <a:lnTo>
                      <a:pt x="15126" y="908"/>
                    </a:lnTo>
                    <a:lnTo>
                      <a:pt x="15018" y="648"/>
                    </a:lnTo>
                    <a:lnTo>
                      <a:pt x="14953" y="519"/>
                    </a:lnTo>
                    <a:lnTo>
                      <a:pt x="14866" y="389"/>
                    </a:lnTo>
                    <a:lnTo>
                      <a:pt x="14758" y="303"/>
                    </a:lnTo>
                    <a:lnTo>
                      <a:pt x="14650" y="216"/>
                    </a:lnTo>
                    <a:lnTo>
                      <a:pt x="14542" y="130"/>
                    </a:lnTo>
                    <a:lnTo>
                      <a:pt x="14434" y="87"/>
                    </a:lnTo>
                    <a:lnTo>
                      <a:pt x="14305" y="43"/>
                    </a:lnTo>
                    <a:lnTo>
                      <a:pt x="14175" y="22"/>
                    </a:lnTo>
                    <a:lnTo>
                      <a:pt x="14045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5" name="Google Shape;6445;p29">
                <a:extLst>
                  <a:ext uri="{FF2B5EF4-FFF2-40B4-BE49-F238E27FC236}">
                    <a16:creationId xmlns:a16="http://schemas.microsoft.com/office/drawing/2014/main" id="{0476800E-E25B-DA0D-EF03-4D8A3F563737}"/>
                  </a:ext>
                </a:extLst>
              </p:cNvPr>
              <p:cNvSpPr/>
              <p:nvPr/>
            </p:nvSpPr>
            <p:spPr>
              <a:xfrm>
                <a:off x="11200375" y="4162750"/>
                <a:ext cx="264175" cy="286850"/>
              </a:xfrm>
              <a:custGeom>
                <a:avLst/>
                <a:gdLst/>
                <a:ahLst/>
                <a:cxnLst/>
                <a:rect l="l" t="t" r="r" b="b"/>
                <a:pathLst>
                  <a:path w="10567" h="11474" extrusionOk="0">
                    <a:moveTo>
                      <a:pt x="9356" y="0"/>
                    </a:moveTo>
                    <a:lnTo>
                      <a:pt x="9205" y="22"/>
                    </a:lnTo>
                    <a:lnTo>
                      <a:pt x="8902" y="65"/>
                    </a:lnTo>
                    <a:lnTo>
                      <a:pt x="8600" y="151"/>
                    </a:lnTo>
                    <a:lnTo>
                      <a:pt x="8254" y="303"/>
                    </a:lnTo>
                    <a:lnTo>
                      <a:pt x="7909" y="497"/>
                    </a:lnTo>
                    <a:lnTo>
                      <a:pt x="7541" y="735"/>
                    </a:lnTo>
                    <a:lnTo>
                      <a:pt x="7152" y="994"/>
                    </a:lnTo>
                    <a:lnTo>
                      <a:pt x="6763" y="1297"/>
                    </a:lnTo>
                    <a:lnTo>
                      <a:pt x="6374" y="1621"/>
                    </a:lnTo>
                    <a:lnTo>
                      <a:pt x="5964" y="1988"/>
                    </a:lnTo>
                    <a:lnTo>
                      <a:pt x="5553" y="2355"/>
                    </a:lnTo>
                    <a:lnTo>
                      <a:pt x="5143" y="2766"/>
                    </a:lnTo>
                    <a:lnTo>
                      <a:pt x="4322" y="3609"/>
                    </a:lnTo>
                    <a:lnTo>
                      <a:pt x="3522" y="4473"/>
                    </a:lnTo>
                    <a:lnTo>
                      <a:pt x="2766" y="5359"/>
                    </a:lnTo>
                    <a:lnTo>
                      <a:pt x="2031" y="6223"/>
                    </a:lnTo>
                    <a:lnTo>
                      <a:pt x="1383" y="7044"/>
                    </a:lnTo>
                    <a:lnTo>
                      <a:pt x="821" y="7779"/>
                    </a:lnTo>
                    <a:lnTo>
                      <a:pt x="346" y="8405"/>
                    </a:lnTo>
                    <a:lnTo>
                      <a:pt x="0" y="8924"/>
                    </a:lnTo>
                    <a:lnTo>
                      <a:pt x="346" y="9162"/>
                    </a:lnTo>
                    <a:lnTo>
                      <a:pt x="713" y="9399"/>
                    </a:lnTo>
                    <a:lnTo>
                      <a:pt x="1081" y="9637"/>
                    </a:lnTo>
                    <a:lnTo>
                      <a:pt x="1448" y="9832"/>
                    </a:lnTo>
                    <a:lnTo>
                      <a:pt x="1837" y="10048"/>
                    </a:lnTo>
                    <a:lnTo>
                      <a:pt x="2204" y="10221"/>
                    </a:lnTo>
                    <a:lnTo>
                      <a:pt x="2982" y="10545"/>
                    </a:lnTo>
                    <a:lnTo>
                      <a:pt x="3760" y="10826"/>
                    </a:lnTo>
                    <a:lnTo>
                      <a:pt x="4538" y="11085"/>
                    </a:lnTo>
                    <a:lnTo>
                      <a:pt x="5294" y="11279"/>
                    </a:lnTo>
                    <a:lnTo>
                      <a:pt x="6029" y="11474"/>
                    </a:lnTo>
                    <a:lnTo>
                      <a:pt x="6353" y="10912"/>
                    </a:lnTo>
                    <a:lnTo>
                      <a:pt x="6720" y="10285"/>
                    </a:lnTo>
                    <a:lnTo>
                      <a:pt x="7541" y="8924"/>
                    </a:lnTo>
                    <a:lnTo>
                      <a:pt x="8406" y="7455"/>
                    </a:lnTo>
                    <a:lnTo>
                      <a:pt x="8838" y="6677"/>
                    </a:lnTo>
                    <a:lnTo>
                      <a:pt x="9227" y="5921"/>
                    </a:lnTo>
                    <a:lnTo>
                      <a:pt x="9616" y="5143"/>
                    </a:lnTo>
                    <a:lnTo>
                      <a:pt x="9940" y="4408"/>
                    </a:lnTo>
                    <a:lnTo>
                      <a:pt x="10199" y="3673"/>
                    </a:lnTo>
                    <a:lnTo>
                      <a:pt x="10329" y="3328"/>
                    </a:lnTo>
                    <a:lnTo>
                      <a:pt x="10415" y="2982"/>
                    </a:lnTo>
                    <a:lnTo>
                      <a:pt x="10480" y="2636"/>
                    </a:lnTo>
                    <a:lnTo>
                      <a:pt x="10545" y="2312"/>
                    </a:lnTo>
                    <a:lnTo>
                      <a:pt x="10566" y="2010"/>
                    </a:lnTo>
                    <a:lnTo>
                      <a:pt x="10566" y="1707"/>
                    </a:lnTo>
                    <a:lnTo>
                      <a:pt x="10566" y="1426"/>
                    </a:lnTo>
                    <a:lnTo>
                      <a:pt x="10523" y="1145"/>
                    </a:lnTo>
                    <a:lnTo>
                      <a:pt x="10437" y="886"/>
                    </a:lnTo>
                    <a:lnTo>
                      <a:pt x="10329" y="648"/>
                    </a:lnTo>
                    <a:lnTo>
                      <a:pt x="10264" y="519"/>
                    </a:lnTo>
                    <a:lnTo>
                      <a:pt x="10177" y="389"/>
                    </a:lnTo>
                    <a:lnTo>
                      <a:pt x="10069" y="303"/>
                    </a:lnTo>
                    <a:lnTo>
                      <a:pt x="9961" y="216"/>
                    </a:lnTo>
                    <a:lnTo>
                      <a:pt x="9853" y="130"/>
                    </a:lnTo>
                    <a:lnTo>
                      <a:pt x="9745" y="87"/>
                    </a:lnTo>
                    <a:lnTo>
                      <a:pt x="9616" y="43"/>
                    </a:lnTo>
                    <a:lnTo>
                      <a:pt x="9486" y="22"/>
                    </a:lnTo>
                    <a:lnTo>
                      <a:pt x="935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6" name="Google Shape;6446;p29">
                <a:extLst>
                  <a:ext uri="{FF2B5EF4-FFF2-40B4-BE49-F238E27FC236}">
                    <a16:creationId xmlns:a16="http://schemas.microsoft.com/office/drawing/2014/main" id="{16B7D80E-9E81-F853-D69C-E9DF2ECADDAB}"/>
                  </a:ext>
                </a:extLst>
              </p:cNvPr>
              <p:cNvSpPr/>
              <p:nvPr/>
            </p:nvSpPr>
            <p:spPr>
              <a:xfrm>
                <a:off x="11200375" y="4162750"/>
                <a:ext cx="264175" cy="286850"/>
              </a:xfrm>
              <a:custGeom>
                <a:avLst/>
                <a:gdLst/>
                <a:ahLst/>
                <a:cxnLst/>
                <a:rect l="l" t="t" r="r" b="b"/>
                <a:pathLst>
                  <a:path w="10567" h="11474" extrusionOk="0">
                    <a:moveTo>
                      <a:pt x="9356" y="0"/>
                    </a:moveTo>
                    <a:lnTo>
                      <a:pt x="9205" y="22"/>
                    </a:lnTo>
                    <a:lnTo>
                      <a:pt x="8902" y="65"/>
                    </a:lnTo>
                    <a:lnTo>
                      <a:pt x="8600" y="151"/>
                    </a:lnTo>
                    <a:lnTo>
                      <a:pt x="8254" y="303"/>
                    </a:lnTo>
                    <a:lnTo>
                      <a:pt x="7909" y="497"/>
                    </a:lnTo>
                    <a:lnTo>
                      <a:pt x="7541" y="735"/>
                    </a:lnTo>
                    <a:lnTo>
                      <a:pt x="7152" y="994"/>
                    </a:lnTo>
                    <a:lnTo>
                      <a:pt x="6763" y="1297"/>
                    </a:lnTo>
                    <a:lnTo>
                      <a:pt x="6374" y="1621"/>
                    </a:lnTo>
                    <a:lnTo>
                      <a:pt x="5964" y="1988"/>
                    </a:lnTo>
                    <a:lnTo>
                      <a:pt x="5553" y="2355"/>
                    </a:lnTo>
                    <a:lnTo>
                      <a:pt x="5143" y="2766"/>
                    </a:lnTo>
                    <a:lnTo>
                      <a:pt x="4322" y="3609"/>
                    </a:lnTo>
                    <a:lnTo>
                      <a:pt x="3522" y="4473"/>
                    </a:lnTo>
                    <a:lnTo>
                      <a:pt x="2766" y="5359"/>
                    </a:lnTo>
                    <a:lnTo>
                      <a:pt x="2031" y="6223"/>
                    </a:lnTo>
                    <a:lnTo>
                      <a:pt x="1383" y="7044"/>
                    </a:lnTo>
                    <a:lnTo>
                      <a:pt x="821" y="7779"/>
                    </a:lnTo>
                    <a:lnTo>
                      <a:pt x="346" y="8405"/>
                    </a:lnTo>
                    <a:lnTo>
                      <a:pt x="0" y="8924"/>
                    </a:lnTo>
                    <a:lnTo>
                      <a:pt x="346" y="9162"/>
                    </a:lnTo>
                    <a:lnTo>
                      <a:pt x="713" y="9399"/>
                    </a:lnTo>
                    <a:lnTo>
                      <a:pt x="1081" y="9637"/>
                    </a:lnTo>
                    <a:lnTo>
                      <a:pt x="1448" y="9832"/>
                    </a:lnTo>
                    <a:lnTo>
                      <a:pt x="1837" y="10048"/>
                    </a:lnTo>
                    <a:lnTo>
                      <a:pt x="2204" y="10221"/>
                    </a:lnTo>
                    <a:lnTo>
                      <a:pt x="2982" y="10545"/>
                    </a:lnTo>
                    <a:lnTo>
                      <a:pt x="3760" y="10826"/>
                    </a:lnTo>
                    <a:lnTo>
                      <a:pt x="4538" y="11085"/>
                    </a:lnTo>
                    <a:lnTo>
                      <a:pt x="5294" y="11279"/>
                    </a:lnTo>
                    <a:lnTo>
                      <a:pt x="6029" y="11474"/>
                    </a:lnTo>
                    <a:lnTo>
                      <a:pt x="6353" y="10912"/>
                    </a:lnTo>
                    <a:lnTo>
                      <a:pt x="6720" y="10285"/>
                    </a:lnTo>
                    <a:lnTo>
                      <a:pt x="7541" y="8924"/>
                    </a:lnTo>
                    <a:lnTo>
                      <a:pt x="8406" y="7455"/>
                    </a:lnTo>
                    <a:lnTo>
                      <a:pt x="8838" y="6677"/>
                    </a:lnTo>
                    <a:lnTo>
                      <a:pt x="9227" y="5921"/>
                    </a:lnTo>
                    <a:lnTo>
                      <a:pt x="9616" y="5143"/>
                    </a:lnTo>
                    <a:lnTo>
                      <a:pt x="9940" y="4408"/>
                    </a:lnTo>
                    <a:lnTo>
                      <a:pt x="10199" y="3673"/>
                    </a:lnTo>
                    <a:lnTo>
                      <a:pt x="10329" y="3328"/>
                    </a:lnTo>
                    <a:lnTo>
                      <a:pt x="10415" y="2982"/>
                    </a:lnTo>
                    <a:lnTo>
                      <a:pt x="10480" y="2636"/>
                    </a:lnTo>
                    <a:lnTo>
                      <a:pt x="10545" y="2312"/>
                    </a:lnTo>
                    <a:lnTo>
                      <a:pt x="10566" y="2010"/>
                    </a:lnTo>
                    <a:lnTo>
                      <a:pt x="10566" y="1707"/>
                    </a:lnTo>
                    <a:lnTo>
                      <a:pt x="10566" y="1426"/>
                    </a:lnTo>
                    <a:lnTo>
                      <a:pt x="10523" y="1145"/>
                    </a:lnTo>
                    <a:lnTo>
                      <a:pt x="10437" y="886"/>
                    </a:lnTo>
                    <a:lnTo>
                      <a:pt x="10329" y="648"/>
                    </a:lnTo>
                    <a:lnTo>
                      <a:pt x="10264" y="519"/>
                    </a:lnTo>
                    <a:lnTo>
                      <a:pt x="10177" y="389"/>
                    </a:lnTo>
                    <a:lnTo>
                      <a:pt x="10069" y="303"/>
                    </a:lnTo>
                    <a:lnTo>
                      <a:pt x="9961" y="216"/>
                    </a:lnTo>
                    <a:lnTo>
                      <a:pt x="9853" y="130"/>
                    </a:lnTo>
                    <a:lnTo>
                      <a:pt x="9745" y="87"/>
                    </a:lnTo>
                    <a:lnTo>
                      <a:pt x="9616" y="43"/>
                    </a:lnTo>
                    <a:lnTo>
                      <a:pt x="9486" y="22"/>
                    </a:lnTo>
                    <a:lnTo>
                      <a:pt x="9356" y="0"/>
                    </a:lnTo>
                    <a:close/>
                  </a:path>
                </a:pathLst>
              </a:custGeom>
              <a:solidFill>
                <a:srgbClr val="424242">
                  <a:alpha val="162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7" name="Google Shape;6447;p29">
                <a:extLst>
                  <a:ext uri="{FF2B5EF4-FFF2-40B4-BE49-F238E27FC236}">
                    <a16:creationId xmlns:a16="http://schemas.microsoft.com/office/drawing/2014/main" id="{9A44B73F-67FA-9951-CD5D-DB06D0A73B26}"/>
                  </a:ext>
                </a:extLst>
              </p:cNvPr>
              <p:cNvSpPr/>
              <p:nvPr/>
            </p:nvSpPr>
            <p:spPr>
              <a:xfrm>
                <a:off x="12044150" y="4138975"/>
                <a:ext cx="412175" cy="50617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20247" extrusionOk="0">
                    <a:moveTo>
                      <a:pt x="1080" y="0"/>
                    </a:moveTo>
                    <a:lnTo>
                      <a:pt x="951" y="22"/>
                    </a:lnTo>
                    <a:lnTo>
                      <a:pt x="821" y="65"/>
                    </a:lnTo>
                    <a:lnTo>
                      <a:pt x="713" y="108"/>
                    </a:lnTo>
                    <a:lnTo>
                      <a:pt x="605" y="173"/>
                    </a:lnTo>
                    <a:lnTo>
                      <a:pt x="497" y="260"/>
                    </a:lnTo>
                    <a:lnTo>
                      <a:pt x="389" y="346"/>
                    </a:lnTo>
                    <a:lnTo>
                      <a:pt x="303" y="454"/>
                    </a:lnTo>
                    <a:lnTo>
                      <a:pt x="238" y="584"/>
                    </a:lnTo>
                    <a:lnTo>
                      <a:pt x="151" y="735"/>
                    </a:lnTo>
                    <a:lnTo>
                      <a:pt x="65" y="973"/>
                    </a:lnTo>
                    <a:lnTo>
                      <a:pt x="22" y="1254"/>
                    </a:lnTo>
                    <a:lnTo>
                      <a:pt x="0" y="1535"/>
                    </a:lnTo>
                    <a:lnTo>
                      <a:pt x="0" y="1837"/>
                    </a:lnTo>
                    <a:lnTo>
                      <a:pt x="22" y="2161"/>
                    </a:lnTo>
                    <a:lnTo>
                      <a:pt x="87" y="2485"/>
                    </a:lnTo>
                    <a:lnTo>
                      <a:pt x="173" y="2809"/>
                    </a:lnTo>
                    <a:lnTo>
                      <a:pt x="281" y="3155"/>
                    </a:lnTo>
                    <a:lnTo>
                      <a:pt x="411" y="3522"/>
                    </a:lnTo>
                    <a:lnTo>
                      <a:pt x="562" y="3890"/>
                    </a:lnTo>
                    <a:lnTo>
                      <a:pt x="929" y="4624"/>
                    </a:lnTo>
                    <a:lnTo>
                      <a:pt x="1340" y="5381"/>
                    </a:lnTo>
                    <a:lnTo>
                      <a:pt x="1794" y="6159"/>
                    </a:lnTo>
                    <a:lnTo>
                      <a:pt x="2290" y="6915"/>
                    </a:lnTo>
                    <a:lnTo>
                      <a:pt x="2787" y="7693"/>
                    </a:lnTo>
                    <a:lnTo>
                      <a:pt x="3803" y="9140"/>
                    </a:lnTo>
                    <a:lnTo>
                      <a:pt x="4732" y="10437"/>
                    </a:lnTo>
                    <a:lnTo>
                      <a:pt x="5121" y="11020"/>
                    </a:lnTo>
                    <a:lnTo>
                      <a:pt x="5445" y="11539"/>
                    </a:lnTo>
                    <a:lnTo>
                      <a:pt x="5748" y="12079"/>
                    </a:lnTo>
                    <a:lnTo>
                      <a:pt x="6050" y="12662"/>
                    </a:lnTo>
                    <a:lnTo>
                      <a:pt x="6634" y="13981"/>
                    </a:lnTo>
                    <a:lnTo>
                      <a:pt x="6958" y="14672"/>
                    </a:lnTo>
                    <a:lnTo>
                      <a:pt x="7303" y="15385"/>
                    </a:lnTo>
                    <a:lnTo>
                      <a:pt x="7692" y="16076"/>
                    </a:lnTo>
                    <a:lnTo>
                      <a:pt x="8103" y="16768"/>
                    </a:lnTo>
                    <a:lnTo>
                      <a:pt x="8319" y="17114"/>
                    </a:lnTo>
                    <a:lnTo>
                      <a:pt x="8557" y="17438"/>
                    </a:lnTo>
                    <a:lnTo>
                      <a:pt x="8816" y="17740"/>
                    </a:lnTo>
                    <a:lnTo>
                      <a:pt x="9075" y="18043"/>
                    </a:lnTo>
                    <a:lnTo>
                      <a:pt x="9335" y="18345"/>
                    </a:lnTo>
                    <a:lnTo>
                      <a:pt x="9637" y="18626"/>
                    </a:lnTo>
                    <a:lnTo>
                      <a:pt x="9940" y="18885"/>
                    </a:lnTo>
                    <a:lnTo>
                      <a:pt x="10264" y="19123"/>
                    </a:lnTo>
                    <a:lnTo>
                      <a:pt x="10588" y="19339"/>
                    </a:lnTo>
                    <a:lnTo>
                      <a:pt x="10955" y="19555"/>
                    </a:lnTo>
                    <a:lnTo>
                      <a:pt x="11344" y="19728"/>
                    </a:lnTo>
                    <a:lnTo>
                      <a:pt x="11733" y="19879"/>
                    </a:lnTo>
                    <a:lnTo>
                      <a:pt x="12144" y="20009"/>
                    </a:lnTo>
                    <a:lnTo>
                      <a:pt x="12597" y="20117"/>
                    </a:lnTo>
                    <a:lnTo>
                      <a:pt x="13051" y="20182"/>
                    </a:lnTo>
                    <a:lnTo>
                      <a:pt x="13548" y="20225"/>
                    </a:lnTo>
                    <a:lnTo>
                      <a:pt x="13872" y="20247"/>
                    </a:lnTo>
                    <a:lnTo>
                      <a:pt x="14175" y="20247"/>
                    </a:lnTo>
                    <a:lnTo>
                      <a:pt x="14434" y="20225"/>
                    </a:lnTo>
                    <a:lnTo>
                      <a:pt x="14715" y="20182"/>
                    </a:lnTo>
                    <a:lnTo>
                      <a:pt x="14952" y="20139"/>
                    </a:lnTo>
                    <a:lnTo>
                      <a:pt x="15169" y="20074"/>
                    </a:lnTo>
                    <a:lnTo>
                      <a:pt x="15363" y="20009"/>
                    </a:lnTo>
                    <a:lnTo>
                      <a:pt x="15557" y="19923"/>
                    </a:lnTo>
                    <a:lnTo>
                      <a:pt x="15709" y="19815"/>
                    </a:lnTo>
                    <a:lnTo>
                      <a:pt x="15860" y="19707"/>
                    </a:lnTo>
                    <a:lnTo>
                      <a:pt x="15990" y="19598"/>
                    </a:lnTo>
                    <a:lnTo>
                      <a:pt x="16119" y="19469"/>
                    </a:lnTo>
                    <a:lnTo>
                      <a:pt x="16206" y="19318"/>
                    </a:lnTo>
                    <a:lnTo>
                      <a:pt x="16292" y="19166"/>
                    </a:lnTo>
                    <a:lnTo>
                      <a:pt x="16357" y="18993"/>
                    </a:lnTo>
                    <a:lnTo>
                      <a:pt x="16400" y="18842"/>
                    </a:lnTo>
                    <a:lnTo>
                      <a:pt x="16443" y="18648"/>
                    </a:lnTo>
                    <a:lnTo>
                      <a:pt x="16465" y="18475"/>
                    </a:lnTo>
                    <a:lnTo>
                      <a:pt x="16487" y="18259"/>
                    </a:lnTo>
                    <a:lnTo>
                      <a:pt x="16487" y="18064"/>
                    </a:lnTo>
                    <a:lnTo>
                      <a:pt x="16443" y="17632"/>
                    </a:lnTo>
                    <a:lnTo>
                      <a:pt x="16357" y="17178"/>
                    </a:lnTo>
                    <a:lnTo>
                      <a:pt x="16227" y="16725"/>
                    </a:lnTo>
                    <a:lnTo>
                      <a:pt x="16076" y="16228"/>
                    </a:lnTo>
                    <a:lnTo>
                      <a:pt x="15882" y="15731"/>
                    </a:lnTo>
                    <a:lnTo>
                      <a:pt x="15644" y="15212"/>
                    </a:lnTo>
                    <a:lnTo>
                      <a:pt x="15385" y="14672"/>
                    </a:lnTo>
                    <a:lnTo>
                      <a:pt x="15125" y="14153"/>
                    </a:lnTo>
                    <a:lnTo>
                      <a:pt x="14823" y="13635"/>
                    </a:lnTo>
                    <a:lnTo>
                      <a:pt x="14520" y="13095"/>
                    </a:lnTo>
                    <a:lnTo>
                      <a:pt x="13872" y="12079"/>
                    </a:lnTo>
                    <a:lnTo>
                      <a:pt x="13224" y="11085"/>
                    </a:lnTo>
                    <a:lnTo>
                      <a:pt x="12576" y="10178"/>
                    </a:lnTo>
                    <a:lnTo>
                      <a:pt x="11992" y="9400"/>
                    </a:lnTo>
                    <a:lnTo>
                      <a:pt x="11085" y="8211"/>
                    </a:lnTo>
                    <a:lnTo>
                      <a:pt x="10696" y="7736"/>
                    </a:lnTo>
                    <a:lnTo>
                      <a:pt x="10177" y="7153"/>
                    </a:lnTo>
                    <a:lnTo>
                      <a:pt x="9551" y="6461"/>
                    </a:lnTo>
                    <a:lnTo>
                      <a:pt x="8838" y="5683"/>
                    </a:lnTo>
                    <a:lnTo>
                      <a:pt x="8060" y="4884"/>
                    </a:lnTo>
                    <a:lnTo>
                      <a:pt x="7239" y="4041"/>
                    </a:lnTo>
                    <a:lnTo>
                      <a:pt x="6374" y="3242"/>
                    </a:lnTo>
                    <a:lnTo>
                      <a:pt x="5488" y="2464"/>
                    </a:lnTo>
                    <a:lnTo>
                      <a:pt x="5056" y="2075"/>
                    </a:lnTo>
                    <a:lnTo>
                      <a:pt x="4624" y="1729"/>
                    </a:lnTo>
                    <a:lnTo>
                      <a:pt x="4192" y="1405"/>
                    </a:lnTo>
                    <a:lnTo>
                      <a:pt x="3760" y="1102"/>
                    </a:lnTo>
                    <a:lnTo>
                      <a:pt x="3349" y="843"/>
                    </a:lnTo>
                    <a:lnTo>
                      <a:pt x="2960" y="605"/>
                    </a:lnTo>
                    <a:lnTo>
                      <a:pt x="2571" y="389"/>
                    </a:lnTo>
                    <a:lnTo>
                      <a:pt x="2204" y="238"/>
                    </a:lnTo>
                    <a:lnTo>
                      <a:pt x="1858" y="108"/>
                    </a:lnTo>
                    <a:lnTo>
                      <a:pt x="1534" y="22"/>
                    </a:lnTo>
                    <a:lnTo>
                      <a:pt x="1232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8" name="Google Shape;6448;p29">
                <a:extLst>
                  <a:ext uri="{FF2B5EF4-FFF2-40B4-BE49-F238E27FC236}">
                    <a16:creationId xmlns:a16="http://schemas.microsoft.com/office/drawing/2014/main" id="{A5CCAF66-0E5A-981E-3BB8-C50BC8D7C0F1}"/>
                  </a:ext>
                </a:extLst>
              </p:cNvPr>
              <p:cNvSpPr/>
              <p:nvPr/>
            </p:nvSpPr>
            <p:spPr>
              <a:xfrm>
                <a:off x="12044150" y="4138975"/>
                <a:ext cx="277125" cy="279850"/>
              </a:xfrm>
              <a:custGeom>
                <a:avLst/>
                <a:gdLst/>
                <a:ahLst/>
                <a:cxnLst/>
                <a:rect l="l" t="t" r="r" b="b"/>
                <a:pathLst>
                  <a:path w="11085" h="11194" extrusionOk="0">
                    <a:moveTo>
                      <a:pt x="1080" y="0"/>
                    </a:moveTo>
                    <a:lnTo>
                      <a:pt x="951" y="22"/>
                    </a:lnTo>
                    <a:lnTo>
                      <a:pt x="821" y="65"/>
                    </a:lnTo>
                    <a:lnTo>
                      <a:pt x="713" y="108"/>
                    </a:lnTo>
                    <a:lnTo>
                      <a:pt x="605" y="173"/>
                    </a:lnTo>
                    <a:lnTo>
                      <a:pt x="497" y="260"/>
                    </a:lnTo>
                    <a:lnTo>
                      <a:pt x="389" y="346"/>
                    </a:lnTo>
                    <a:lnTo>
                      <a:pt x="303" y="454"/>
                    </a:lnTo>
                    <a:lnTo>
                      <a:pt x="238" y="584"/>
                    </a:lnTo>
                    <a:lnTo>
                      <a:pt x="151" y="735"/>
                    </a:lnTo>
                    <a:lnTo>
                      <a:pt x="65" y="973"/>
                    </a:lnTo>
                    <a:lnTo>
                      <a:pt x="22" y="1232"/>
                    </a:lnTo>
                    <a:lnTo>
                      <a:pt x="0" y="1513"/>
                    </a:lnTo>
                    <a:lnTo>
                      <a:pt x="0" y="1794"/>
                    </a:lnTo>
                    <a:lnTo>
                      <a:pt x="22" y="2096"/>
                    </a:lnTo>
                    <a:lnTo>
                      <a:pt x="87" y="2399"/>
                    </a:lnTo>
                    <a:lnTo>
                      <a:pt x="151" y="2723"/>
                    </a:lnTo>
                    <a:lnTo>
                      <a:pt x="259" y="3047"/>
                    </a:lnTo>
                    <a:lnTo>
                      <a:pt x="367" y="3393"/>
                    </a:lnTo>
                    <a:lnTo>
                      <a:pt x="497" y="3739"/>
                    </a:lnTo>
                    <a:lnTo>
                      <a:pt x="821" y="4430"/>
                    </a:lnTo>
                    <a:lnTo>
                      <a:pt x="1210" y="5165"/>
                    </a:lnTo>
                    <a:lnTo>
                      <a:pt x="1642" y="5899"/>
                    </a:lnTo>
                    <a:lnTo>
                      <a:pt x="2096" y="6634"/>
                    </a:lnTo>
                    <a:lnTo>
                      <a:pt x="2571" y="7369"/>
                    </a:lnTo>
                    <a:lnTo>
                      <a:pt x="3565" y="8773"/>
                    </a:lnTo>
                    <a:lnTo>
                      <a:pt x="4473" y="10070"/>
                    </a:lnTo>
                    <a:lnTo>
                      <a:pt x="4883" y="10653"/>
                    </a:lnTo>
                    <a:lnTo>
                      <a:pt x="5229" y="11193"/>
                    </a:lnTo>
                    <a:lnTo>
                      <a:pt x="5964" y="10955"/>
                    </a:lnTo>
                    <a:lnTo>
                      <a:pt x="6698" y="10696"/>
                    </a:lnTo>
                    <a:lnTo>
                      <a:pt x="7455" y="10394"/>
                    </a:lnTo>
                    <a:lnTo>
                      <a:pt x="8211" y="10048"/>
                    </a:lnTo>
                    <a:lnTo>
                      <a:pt x="8967" y="9681"/>
                    </a:lnTo>
                    <a:lnTo>
                      <a:pt x="9335" y="9465"/>
                    </a:lnTo>
                    <a:lnTo>
                      <a:pt x="9680" y="9248"/>
                    </a:lnTo>
                    <a:lnTo>
                      <a:pt x="10048" y="9011"/>
                    </a:lnTo>
                    <a:lnTo>
                      <a:pt x="10393" y="8751"/>
                    </a:lnTo>
                    <a:lnTo>
                      <a:pt x="10739" y="8492"/>
                    </a:lnTo>
                    <a:lnTo>
                      <a:pt x="11085" y="8211"/>
                    </a:lnTo>
                    <a:lnTo>
                      <a:pt x="10674" y="7736"/>
                    </a:lnTo>
                    <a:lnTo>
                      <a:pt x="10177" y="7131"/>
                    </a:lnTo>
                    <a:lnTo>
                      <a:pt x="9551" y="6439"/>
                    </a:lnTo>
                    <a:lnTo>
                      <a:pt x="8838" y="5683"/>
                    </a:lnTo>
                    <a:lnTo>
                      <a:pt x="8060" y="4862"/>
                    </a:lnTo>
                    <a:lnTo>
                      <a:pt x="7239" y="4041"/>
                    </a:lnTo>
                    <a:lnTo>
                      <a:pt x="6374" y="3220"/>
                    </a:lnTo>
                    <a:lnTo>
                      <a:pt x="5488" y="2442"/>
                    </a:lnTo>
                    <a:lnTo>
                      <a:pt x="5056" y="2075"/>
                    </a:lnTo>
                    <a:lnTo>
                      <a:pt x="4624" y="1729"/>
                    </a:lnTo>
                    <a:lnTo>
                      <a:pt x="4192" y="1405"/>
                    </a:lnTo>
                    <a:lnTo>
                      <a:pt x="3760" y="1102"/>
                    </a:lnTo>
                    <a:lnTo>
                      <a:pt x="3349" y="843"/>
                    </a:lnTo>
                    <a:lnTo>
                      <a:pt x="2960" y="584"/>
                    </a:lnTo>
                    <a:lnTo>
                      <a:pt x="2571" y="389"/>
                    </a:lnTo>
                    <a:lnTo>
                      <a:pt x="2204" y="216"/>
                    </a:lnTo>
                    <a:lnTo>
                      <a:pt x="1858" y="108"/>
                    </a:lnTo>
                    <a:lnTo>
                      <a:pt x="1534" y="22"/>
                    </a:lnTo>
                    <a:lnTo>
                      <a:pt x="1232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9" name="Google Shape;6449;p29">
                <a:extLst>
                  <a:ext uri="{FF2B5EF4-FFF2-40B4-BE49-F238E27FC236}">
                    <a16:creationId xmlns:a16="http://schemas.microsoft.com/office/drawing/2014/main" id="{8E63A342-DBD5-735E-A49A-EEC1B74A58C9}"/>
                  </a:ext>
                </a:extLst>
              </p:cNvPr>
              <p:cNvSpPr/>
              <p:nvPr/>
            </p:nvSpPr>
            <p:spPr>
              <a:xfrm>
                <a:off x="11734625" y="2678300"/>
                <a:ext cx="387325" cy="748200"/>
              </a:xfrm>
              <a:custGeom>
                <a:avLst/>
                <a:gdLst/>
                <a:ahLst/>
                <a:cxnLst/>
                <a:rect l="l" t="t" r="r" b="b"/>
                <a:pathLst>
                  <a:path w="15493" h="29928" extrusionOk="0">
                    <a:moveTo>
                      <a:pt x="10199" y="1"/>
                    </a:moveTo>
                    <a:lnTo>
                      <a:pt x="9680" y="44"/>
                    </a:lnTo>
                    <a:lnTo>
                      <a:pt x="9162" y="152"/>
                    </a:lnTo>
                    <a:lnTo>
                      <a:pt x="8643" y="303"/>
                    </a:lnTo>
                    <a:lnTo>
                      <a:pt x="8103" y="498"/>
                    </a:lnTo>
                    <a:lnTo>
                      <a:pt x="7563" y="735"/>
                    </a:lnTo>
                    <a:lnTo>
                      <a:pt x="7022" y="1059"/>
                    </a:lnTo>
                    <a:lnTo>
                      <a:pt x="6482" y="1405"/>
                    </a:lnTo>
                    <a:lnTo>
                      <a:pt x="5964" y="1837"/>
                    </a:lnTo>
                    <a:lnTo>
                      <a:pt x="5423" y="2313"/>
                    </a:lnTo>
                    <a:lnTo>
                      <a:pt x="4883" y="2874"/>
                    </a:lnTo>
                    <a:lnTo>
                      <a:pt x="4365" y="3458"/>
                    </a:lnTo>
                    <a:lnTo>
                      <a:pt x="3868" y="4084"/>
                    </a:lnTo>
                    <a:lnTo>
                      <a:pt x="3414" y="4754"/>
                    </a:lnTo>
                    <a:lnTo>
                      <a:pt x="3003" y="5424"/>
                    </a:lnTo>
                    <a:lnTo>
                      <a:pt x="2615" y="6116"/>
                    </a:lnTo>
                    <a:lnTo>
                      <a:pt x="2269" y="6850"/>
                    </a:lnTo>
                    <a:lnTo>
                      <a:pt x="1945" y="7585"/>
                    </a:lnTo>
                    <a:lnTo>
                      <a:pt x="1642" y="8341"/>
                    </a:lnTo>
                    <a:lnTo>
                      <a:pt x="1383" y="9119"/>
                    </a:lnTo>
                    <a:lnTo>
                      <a:pt x="1145" y="9918"/>
                    </a:lnTo>
                    <a:lnTo>
                      <a:pt x="929" y="10740"/>
                    </a:lnTo>
                    <a:lnTo>
                      <a:pt x="735" y="11561"/>
                    </a:lnTo>
                    <a:lnTo>
                      <a:pt x="562" y="12382"/>
                    </a:lnTo>
                    <a:lnTo>
                      <a:pt x="432" y="13224"/>
                    </a:lnTo>
                    <a:lnTo>
                      <a:pt x="303" y="14089"/>
                    </a:lnTo>
                    <a:lnTo>
                      <a:pt x="216" y="14931"/>
                    </a:lnTo>
                    <a:lnTo>
                      <a:pt x="130" y="15796"/>
                    </a:lnTo>
                    <a:lnTo>
                      <a:pt x="65" y="16660"/>
                    </a:lnTo>
                    <a:lnTo>
                      <a:pt x="22" y="17524"/>
                    </a:lnTo>
                    <a:lnTo>
                      <a:pt x="0" y="18389"/>
                    </a:lnTo>
                    <a:lnTo>
                      <a:pt x="0" y="19253"/>
                    </a:lnTo>
                    <a:lnTo>
                      <a:pt x="0" y="20096"/>
                    </a:lnTo>
                    <a:lnTo>
                      <a:pt x="22" y="20960"/>
                    </a:lnTo>
                    <a:lnTo>
                      <a:pt x="86" y="22645"/>
                    </a:lnTo>
                    <a:lnTo>
                      <a:pt x="216" y="24287"/>
                    </a:lnTo>
                    <a:lnTo>
                      <a:pt x="389" y="25886"/>
                    </a:lnTo>
                    <a:lnTo>
                      <a:pt x="562" y="27421"/>
                    </a:lnTo>
                    <a:lnTo>
                      <a:pt x="691" y="27550"/>
                    </a:lnTo>
                    <a:lnTo>
                      <a:pt x="864" y="27745"/>
                    </a:lnTo>
                    <a:lnTo>
                      <a:pt x="1210" y="28220"/>
                    </a:lnTo>
                    <a:lnTo>
                      <a:pt x="1642" y="28739"/>
                    </a:lnTo>
                    <a:lnTo>
                      <a:pt x="1880" y="28998"/>
                    </a:lnTo>
                    <a:lnTo>
                      <a:pt x="2118" y="29257"/>
                    </a:lnTo>
                    <a:lnTo>
                      <a:pt x="2398" y="29473"/>
                    </a:lnTo>
                    <a:lnTo>
                      <a:pt x="2679" y="29668"/>
                    </a:lnTo>
                    <a:lnTo>
                      <a:pt x="2809" y="29754"/>
                    </a:lnTo>
                    <a:lnTo>
                      <a:pt x="2960" y="29819"/>
                    </a:lnTo>
                    <a:lnTo>
                      <a:pt x="3111" y="29862"/>
                    </a:lnTo>
                    <a:lnTo>
                      <a:pt x="3284" y="29905"/>
                    </a:lnTo>
                    <a:lnTo>
                      <a:pt x="3436" y="29927"/>
                    </a:lnTo>
                    <a:lnTo>
                      <a:pt x="3608" y="29927"/>
                    </a:lnTo>
                    <a:lnTo>
                      <a:pt x="3760" y="29905"/>
                    </a:lnTo>
                    <a:lnTo>
                      <a:pt x="3933" y="29862"/>
                    </a:lnTo>
                    <a:lnTo>
                      <a:pt x="4105" y="29797"/>
                    </a:lnTo>
                    <a:lnTo>
                      <a:pt x="4278" y="29711"/>
                    </a:lnTo>
                    <a:lnTo>
                      <a:pt x="4451" y="29603"/>
                    </a:lnTo>
                    <a:lnTo>
                      <a:pt x="4646" y="29473"/>
                    </a:lnTo>
                    <a:lnTo>
                      <a:pt x="5186" y="28155"/>
                    </a:lnTo>
                    <a:lnTo>
                      <a:pt x="5748" y="26859"/>
                    </a:lnTo>
                    <a:lnTo>
                      <a:pt x="6353" y="25562"/>
                    </a:lnTo>
                    <a:lnTo>
                      <a:pt x="6979" y="24287"/>
                    </a:lnTo>
                    <a:lnTo>
                      <a:pt x="7606" y="23013"/>
                    </a:lnTo>
                    <a:lnTo>
                      <a:pt x="8254" y="21738"/>
                    </a:lnTo>
                    <a:lnTo>
                      <a:pt x="9572" y="19188"/>
                    </a:lnTo>
                    <a:lnTo>
                      <a:pt x="10890" y="16660"/>
                    </a:lnTo>
                    <a:lnTo>
                      <a:pt x="12208" y="14132"/>
                    </a:lnTo>
                    <a:lnTo>
                      <a:pt x="12835" y="12879"/>
                    </a:lnTo>
                    <a:lnTo>
                      <a:pt x="13461" y="11604"/>
                    </a:lnTo>
                    <a:lnTo>
                      <a:pt x="14066" y="10351"/>
                    </a:lnTo>
                    <a:lnTo>
                      <a:pt x="14650" y="9076"/>
                    </a:lnTo>
                    <a:lnTo>
                      <a:pt x="14931" y="8384"/>
                    </a:lnTo>
                    <a:lnTo>
                      <a:pt x="15147" y="7715"/>
                    </a:lnTo>
                    <a:lnTo>
                      <a:pt x="15320" y="7045"/>
                    </a:lnTo>
                    <a:lnTo>
                      <a:pt x="15428" y="6418"/>
                    </a:lnTo>
                    <a:lnTo>
                      <a:pt x="15493" y="5813"/>
                    </a:lnTo>
                    <a:lnTo>
                      <a:pt x="15493" y="5230"/>
                    </a:lnTo>
                    <a:lnTo>
                      <a:pt x="15471" y="4646"/>
                    </a:lnTo>
                    <a:lnTo>
                      <a:pt x="15385" y="4106"/>
                    </a:lnTo>
                    <a:lnTo>
                      <a:pt x="15255" y="3609"/>
                    </a:lnTo>
                    <a:lnTo>
                      <a:pt x="15104" y="3112"/>
                    </a:lnTo>
                    <a:lnTo>
                      <a:pt x="14888" y="2658"/>
                    </a:lnTo>
                    <a:lnTo>
                      <a:pt x="14650" y="2248"/>
                    </a:lnTo>
                    <a:lnTo>
                      <a:pt x="14391" y="1859"/>
                    </a:lnTo>
                    <a:lnTo>
                      <a:pt x="14066" y="1492"/>
                    </a:lnTo>
                    <a:lnTo>
                      <a:pt x="13742" y="1167"/>
                    </a:lnTo>
                    <a:lnTo>
                      <a:pt x="13375" y="887"/>
                    </a:lnTo>
                    <a:lnTo>
                      <a:pt x="12986" y="627"/>
                    </a:lnTo>
                    <a:lnTo>
                      <a:pt x="12554" y="411"/>
                    </a:lnTo>
                    <a:lnTo>
                      <a:pt x="12122" y="238"/>
                    </a:lnTo>
                    <a:lnTo>
                      <a:pt x="11668" y="109"/>
                    </a:lnTo>
                    <a:lnTo>
                      <a:pt x="11193" y="22"/>
                    </a:lnTo>
                    <a:lnTo>
                      <a:pt x="10696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0" name="Google Shape;6450;p29">
                <a:extLst>
                  <a:ext uri="{FF2B5EF4-FFF2-40B4-BE49-F238E27FC236}">
                    <a16:creationId xmlns:a16="http://schemas.microsoft.com/office/drawing/2014/main" id="{656F1715-0961-E094-13A3-989B1DBEA80A}"/>
                  </a:ext>
                </a:extLst>
              </p:cNvPr>
              <p:cNvSpPr/>
              <p:nvPr/>
            </p:nvSpPr>
            <p:spPr>
              <a:xfrm>
                <a:off x="10840075" y="2932725"/>
                <a:ext cx="599625" cy="608825"/>
              </a:xfrm>
              <a:custGeom>
                <a:avLst/>
                <a:gdLst/>
                <a:ahLst/>
                <a:cxnLst/>
                <a:rect l="l" t="t" r="r" b="b"/>
                <a:pathLst>
                  <a:path w="23985" h="24353" extrusionOk="0">
                    <a:moveTo>
                      <a:pt x="5661" y="1"/>
                    </a:moveTo>
                    <a:lnTo>
                      <a:pt x="5078" y="22"/>
                    </a:lnTo>
                    <a:lnTo>
                      <a:pt x="4494" y="87"/>
                    </a:lnTo>
                    <a:lnTo>
                      <a:pt x="3954" y="195"/>
                    </a:lnTo>
                    <a:lnTo>
                      <a:pt x="3457" y="346"/>
                    </a:lnTo>
                    <a:lnTo>
                      <a:pt x="2982" y="541"/>
                    </a:lnTo>
                    <a:lnTo>
                      <a:pt x="2528" y="757"/>
                    </a:lnTo>
                    <a:lnTo>
                      <a:pt x="2096" y="1016"/>
                    </a:lnTo>
                    <a:lnTo>
                      <a:pt x="1729" y="1319"/>
                    </a:lnTo>
                    <a:lnTo>
                      <a:pt x="1361" y="1643"/>
                    </a:lnTo>
                    <a:lnTo>
                      <a:pt x="1059" y="1989"/>
                    </a:lnTo>
                    <a:lnTo>
                      <a:pt x="778" y="2356"/>
                    </a:lnTo>
                    <a:lnTo>
                      <a:pt x="540" y="2767"/>
                    </a:lnTo>
                    <a:lnTo>
                      <a:pt x="346" y="3177"/>
                    </a:lnTo>
                    <a:lnTo>
                      <a:pt x="194" y="3631"/>
                    </a:lnTo>
                    <a:lnTo>
                      <a:pt x="86" y="4085"/>
                    </a:lnTo>
                    <a:lnTo>
                      <a:pt x="22" y="4560"/>
                    </a:lnTo>
                    <a:lnTo>
                      <a:pt x="0" y="5035"/>
                    </a:lnTo>
                    <a:lnTo>
                      <a:pt x="22" y="5532"/>
                    </a:lnTo>
                    <a:lnTo>
                      <a:pt x="86" y="6051"/>
                    </a:lnTo>
                    <a:lnTo>
                      <a:pt x="216" y="6569"/>
                    </a:lnTo>
                    <a:lnTo>
                      <a:pt x="389" y="7066"/>
                    </a:lnTo>
                    <a:lnTo>
                      <a:pt x="605" y="7585"/>
                    </a:lnTo>
                    <a:lnTo>
                      <a:pt x="886" y="8125"/>
                    </a:lnTo>
                    <a:lnTo>
                      <a:pt x="1210" y="8622"/>
                    </a:lnTo>
                    <a:lnTo>
                      <a:pt x="1599" y="9141"/>
                    </a:lnTo>
                    <a:lnTo>
                      <a:pt x="2053" y="9659"/>
                    </a:lnTo>
                    <a:lnTo>
                      <a:pt x="2550" y="10156"/>
                    </a:lnTo>
                    <a:lnTo>
                      <a:pt x="3111" y="10632"/>
                    </a:lnTo>
                    <a:lnTo>
                      <a:pt x="4213" y="11518"/>
                    </a:lnTo>
                    <a:lnTo>
                      <a:pt x="5315" y="12360"/>
                    </a:lnTo>
                    <a:lnTo>
                      <a:pt x="6461" y="13225"/>
                    </a:lnTo>
                    <a:lnTo>
                      <a:pt x="7584" y="14067"/>
                    </a:lnTo>
                    <a:lnTo>
                      <a:pt x="9896" y="15709"/>
                    </a:lnTo>
                    <a:lnTo>
                      <a:pt x="12230" y="17373"/>
                    </a:lnTo>
                    <a:lnTo>
                      <a:pt x="14542" y="19037"/>
                    </a:lnTo>
                    <a:lnTo>
                      <a:pt x="15709" y="19880"/>
                    </a:lnTo>
                    <a:lnTo>
                      <a:pt x="16854" y="20722"/>
                    </a:lnTo>
                    <a:lnTo>
                      <a:pt x="17977" y="21608"/>
                    </a:lnTo>
                    <a:lnTo>
                      <a:pt x="19101" y="22473"/>
                    </a:lnTo>
                    <a:lnTo>
                      <a:pt x="20203" y="23380"/>
                    </a:lnTo>
                    <a:lnTo>
                      <a:pt x="21283" y="24309"/>
                    </a:lnTo>
                    <a:lnTo>
                      <a:pt x="21499" y="24331"/>
                    </a:lnTo>
                    <a:lnTo>
                      <a:pt x="21716" y="24352"/>
                    </a:lnTo>
                    <a:lnTo>
                      <a:pt x="21910" y="24352"/>
                    </a:lnTo>
                    <a:lnTo>
                      <a:pt x="22083" y="24331"/>
                    </a:lnTo>
                    <a:lnTo>
                      <a:pt x="22256" y="24288"/>
                    </a:lnTo>
                    <a:lnTo>
                      <a:pt x="22407" y="24223"/>
                    </a:lnTo>
                    <a:lnTo>
                      <a:pt x="22558" y="24158"/>
                    </a:lnTo>
                    <a:lnTo>
                      <a:pt x="22688" y="24072"/>
                    </a:lnTo>
                    <a:lnTo>
                      <a:pt x="22818" y="23964"/>
                    </a:lnTo>
                    <a:lnTo>
                      <a:pt x="22926" y="23855"/>
                    </a:lnTo>
                    <a:lnTo>
                      <a:pt x="23034" y="23726"/>
                    </a:lnTo>
                    <a:lnTo>
                      <a:pt x="23120" y="23596"/>
                    </a:lnTo>
                    <a:lnTo>
                      <a:pt x="23293" y="23294"/>
                    </a:lnTo>
                    <a:lnTo>
                      <a:pt x="23423" y="22970"/>
                    </a:lnTo>
                    <a:lnTo>
                      <a:pt x="23531" y="22624"/>
                    </a:lnTo>
                    <a:lnTo>
                      <a:pt x="23617" y="22300"/>
                    </a:lnTo>
                    <a:lnTo>
                      <a:pt x="23768" y="21630"/>
                    </a:lnTo>
                    <a:lnTo>
                      <a:pt x="23876" y="21047"/>
                    </a:lnTo>
                    <a:lnTo>
                      <a:pt x="23919" y="20809"/>
                    </a:lnTo>
                    <a:lnTo>
                      <a:pt x="23984" y="20614"/>
                    </a:lnTo>
                    <a:lnTo>
                      <a:pt x="23444" y="19167"/>
                    </a:lnTo>
                    <a:lnTo>
                      <a:pt x="22882" y="17676"/>
                    </a:lnTo>
                    <a:lnTo>
                      <a:pt x="22234" y="16163"/>
                    </a:lnTo>
                    <a:lnTo>
                      <a:pt x="21543" y="14607"/>
                    </a:lnTo>
                    <a:lnTo>
                      <a:pt x="21175" y="13851"/>
                    </a:lnTo>
                    <a:lnTo>
                      <a:pt x="20786" y="13073"/>
                    </a:lnTo>
                    <a:lnTo>
                      <a:pt x="20397" y="12317"/>
                    </a:lnTo>
                    <a:lnTo>
                      <a:pt x="19987" y="11561"/>
                    </a:lnTo>
                    <a:lnTo>
                      <a:pt x="19555" y="10805"/>
                    </a:lnTo>
                    <a:lnTo>
                      <a:pt x="19101" y="10070"/>
                    </a:lnTo>
                    <a:lnTo>
                      <a:pt x="18647" y="9335"/>
                    </a:lnTo>
                    <a:lnTo>
                      <a:pt x="18172" y="8622"/>
                    </a:lnTo>
                    <a:lnTo>
                      <a:pt x="17675" y="7909"/>
                    </a:lnTo>
                    <a:lnTo>
                      <a:pt x="17178" y="7218"/>
                    </a:lnTo>
                    <a:lnTo>
                      <a:pt x="16638" y="6569"/>
                    </a:lnTo>
                    <a:lnTo>
                      <a:pt x="16098" y="5921"/>
                    </a:lnTo>
                    <a:lnTo>
                      <a:pt x="15536" y="5295"/>
                    </a:lnTo>
                    <a:lnTo>
                      <a:pt x="14974" y="4690"/>
                    </a:lnTo>
                    <a:lnTo>
                      <a:pt x="14391" y="4106"/>
                    </a:lnTo>
                    <a:lnTo>
                      <a:pt x="13764" y="3566"/>
                    </a:lnTo>
                    <a:lnTo>
                      <a:pt x="13137" y="3047"/>
                    </a:lnTo>
                    <a:lnTo>
                      <a:pt x="12511" y="2572"/>
                    </a:lnTo>
                    <a:lnTo>
                      <a:pt x="11841" y="2118"/>
                    </a:lnTo>
                    <a:lnTo>
                      <a:pt x="11171" y="1708"/>
                    </a:lnTo>
                    <a:lnTo>
                      <a:pt x="10480" y="1319"/>
                    </a:lnTo>
                    <a:lnTo>
                      <a:pt x="9767" y="995"/>
                    </a:lnTo>
                    <a:lnTo>
                      <a:pt x="9032" y="692"/>
                    </a:lnTo>
                    <a:lnTo>
                      <a:pt x="8276" y="433"/>
                    </a:lnTo>
                    <a:lnTo>
                      <a:pt x="7584" y="260"/>
                    </a:lnTo>
                    <a:lnTo>
                      <a:pt x="6936" y="109"/>
                    </a:lnTo>
                    <a:lnTo>
                      <a:pt x="6288" y="44"/>
                    </a:lnTo>
                    <a:lnTo>
                      <a:pt x="5661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1" name="Google Shape;6451;p29">
                <a:extLst>
                  <a:ext uri="{FF2B5EF4-FFF2-40B4-BE49-F238E27FC236}">
                    <a16:creationId xmlns:a16="http://schemas.microsoft.com/office/drawing/2014/main" id="{147EC49B-16A1-2411-D37A-8DECBADC133C}"/>
                  </a:ext>
                </a:extLst>
              </p:cNvPr>
              <p:cNvSpPr/>
              <p:nvPr/>
            </p:nvSpPr>
            <p:spPr>
              <a:xfrm>
                <a:off x="12044150" y="4138975"/>
                <a:ext cx="277125" cy="279850"/>
              </a:xfrm>
              <a:custGeom>
                <a:avLst/>
                <a:gdLst/>
                <a:ahLst/>
                <a:cxnLst/>
                <a:rect l="l" t="t" r="r" b="b"/>
                <a:pathLst>
                  <a:path w="11085" h="11194" extrusionOk="0">
                    <a:moveTo>
                      <a:pt x="1080" y="0"/>
                    </a:moveTo>
                    <a:lnTo>
                      <a:pt x="951" y="22"/>
                    </a:lnTo>
                    <a:lnTo>
                      <a:pt x="821" y="65"/>
                    </a:lnTo>
                    <a:lnTo>
                      <a:pt x="713" y="108"/>
                    </a:lnTo>
                    <a:lnTo>
                      <a:pt x="605" y="173"/>
                    </a:lnTo>
                    <a:lnTo>
                      <a:pt x="497" y="260"/>
                    </a:lnTo>
                    <a:lnTo>
                      <a:pt x="389" y="346"/>
                    </a:lnTo>
                    <a:lnTo>
                      <a:pt x="303" y="454"/>
                    </a:lnTo>
                    <a:lnTo>
                      <a:pt x="238" y="584"/>
                    </a:lnTo>
                    <a:lnTo>
                      <a:pt x="151" y="735"/>
                    </a:lnTo>
                    <a:lnTo>
                      <a:pt x="65" y="973"/>
                    </a:lnTo>
                    <a:lnTo>
                      <a:pt x="22" y="1232"/>
                    </a:lnTo>
                    <a:lnTo>
                      <a:pt x="0" y="1513"/>
                    </a:lnTo>
                    <a:lnTo>
                      <a:pt x="0" y="1794"/>
                    </a:lnTo>
                    <a:lnTo>
                      <a:pt x="22" y="2096"/>
                    </a:lnTo>
                    <a:lnTo>
                      <a:pt x="87" y="2399"/>
                    </a:lnTo>
                    <a:lnTo>
                      <a:pt x="151" y="2723"/>
                    </a:lnTo>
                    <a:lnTo>
                      <a:pt x="259" y="3047"/>
                    </a:lnTo>
                    <a:lnTo>
                      <a:pt x="367" y="3393"/>
                    </a:lnTo>
                    <a:lnTo>
                      <a:pt x="497" y="3739"/>
                    </a:lnTo>
                    <a:lnTo>
                      <a:pt x="821" y="4430"/>
                    </a:lnTo>
                    <a:lnTo>
                      <a:pt x="1210" y="5165"/>
                    </a:lnTo>
                    <a:lnTo>
                      <a:pt x="1642" y="5899"/>
                    </a:lnTo>
                    <a:lnTo>
                      <a:pt x="2096" y="6634"/>
                    </a:lnTo>
                    <a:lnTo>
                      <a:pt x="2571" y="7369"/>
                    </a:lnTo>
                    <a:lnTo>
                      <a:pt x="3565" y="8773"/>
                    </a:lnTo>
                    <a:lnTo>
                      <a:pt x="4473" y="10070"/>
                    </a:lnTo>
                    <a:lnTo>
                      <a:pt x="4883" y="10653"/>
                    </a:lnTo>
                    <a:lnTo>
                      <a:pt x="5229" y="11193"/>
                    </a:lnTo>
                    <a:lnTo>
                      <a:pt x="5964" y="10955"/>
                    </a:lnTo>
                    <a:lnTo>
                      <a:pt x="6698" y="10696"/>
                    </a:lnTo>
                    <a:lnTo>
                      <a:pt x="7455" y="10394"/>
                    </a:lnTo>
                    <a:lnTo>
                      <a:pt x="8211" y="10048"/>
                    </a:lnTo>
                    <a:lnTo>
                      <a:pt x="8967" y="9681"/>
                    </a:lnTo>
                    <a:lnTo>
                      <a:pt x="9335" y="9465"/>
                    </a:lnTo>
                    <a:lnTo>
                      <a:pt x="9680" y="9248"/>
                    </a:lnTo>
                    <a:lnTo>
                      <a:pt x="10048" y="9011"/>
                    </a:lnTo>
                    <a:lnTo>
                      <a:pt x="10393" y="8751"/>
                    </a:lnTo>
                    <a:lnTo>
                      <a:pt x="10739" y="8492"/>
                    </a:lnTo>
                    <a:lnTo>
                      <a:pt x="11085" y="8211"/>
                    </a:lnTo>
                    <a:lnTo>
                      <a:pt x="10674" y="7736"/>
                    </a:lnTo>
                    <a:lnTo>
                      <a:pt x="10177" y="7131"/>
                    </a:lnTo>
                    <a:lnTo>
                      <a:pt x="9551" y="6439"/>
                    </a:lnTo>
                    <a:lnTo>
                      <a:pt x="8838" y="5683"/>
                    </a:lnTo>
                    <a:lnTo>
                      <a:pt x="8060" y="4862"/>
                    </a:lnTo>
                    <a:lnTo>
                      <a:pt x="7239" y="4041"/>
                    </a:lnTo>
                    <a:lnTo>
                      <a:pt x="6374" y="3220"/>
                    </a:lnTo>
                    <a:lnTo>
                      <a:pt x="5488" y="2442"/>
                    </a:lnTo>
                    <a:lnTo>
                      <a:pt x="5056" y="2075"/>
                    </a:lnTo>
                    <a:lnTo>
                      <a:pt x="4624" y="1729"/>
                    </a:lnTo>
                    <a:lnTo>
                      <a:pt x="4192" y="1405"/>
                    </a:lnTo>
                    <a:lnTo>
                      <a:pt x="3760" y="1102"/>
                    </a:lnTo>
                    <a:lnTo>
                      <a:pt x="3349" y="843"/>
                    </a:lnTo>
                    <a:lnTo>
                      <a:pt x="2960" y="584"/>
                    </a:lnTo>
                    <a:lnTo>
                      <a:pt x="2571" y="389"/>
                    </a:lnTo>
                    <a:lnTo>
                      <a:pt x="2204" y="216"/>
                    </a:lnTo>
                    <a:lnTo>
                      <a:pt x="1858" y="108"/>
                    </a:lnTo>
                    <a:lnTo>
                      <a:pt x="1534" y="22"/>
                    </a:lnTo>
                    <a:lnTo>
                      <a:pt x="1232" y="0"/>
                    </a:lnTo>
                    <a:close/>
                  </a:path>
                </a:pathLst>
              </a:custGeom>
              <a:solidFill>
                <a:srgbClr val="424242">
                  <a:alpha val="162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2" name="Google Shape;6452;p29">
                <a:extLst>
                  <a:ext uri="{FF2B5EF4-FFF2-40B4-BE49-F238E27FC236}">
                    <a16:creationId xmlns:a16="http://schemas.microsoft.com/office/drawing/2014/main" id="{801C1D4E-633C-1A23-A14F-BB2B914174E8}"/>
                  </a:ext>
                </a:extLst>
              </p:cNvPr>
              <p:cNvSpPr/>
              <p:nvPr/>
            </p:nvSpPr>
            <p:spPr>
              <a:xfrm>
                <a:off x="11304625" y="4043350"/>
                <a:ext cx="896725" cy="910250"/>
              </a:xfrm>
              <a:custGeom>
                <a:avLst/>
                <a:gdLst/>
                <a:ahLst/>
                <a:cxnLst/>
                <a:rect l="l" t="t" r="r" b="b"/>
                <a:pathLst>
                  <a:path w="35869" h="36410" extrusionOk="0">
                    <a:moveTo>
                      <a:pt x="18324" y="1"/>
                    </a:moveTo>
                    <a:lnTo>
                      <a:pt x="17827" y="22"/>
                    </a:lnTo>
                    <a:lnTo>
                      <a:pt x="16941" y="87"/>
                    </a:lnTo>
                    <a:lnTo>
                      <a:pt x="16055" y="217"/>
                    </a:lnTo>
                    <a:lnTo>
                      <a:pt x="15169" y="368"/>
                    </a:lnTo>
                    <a:lnTo>
                      <a:pt x="14326" y="563"/>
                    </a:lnTo>
                    <a:lnTo>
                      <a:pt x="13484" y="800"/>
                    </a:lnTo>
                    <a:lnTo>
                      <a:pt x="12641" y="1060"/>
                    </a:lnTo>
                    <a:lnTo>
                      <a:pt x="11841" y="1384"/>
                    </a:lnTo>
                    <a:lnTo>
                      <a:pt x="11042" y="1729"/>
                    </a:lnTo>
                    <a:lnTo>
                      <a:pt x="10286" y="2118"/>
                    </a:lnTo>
                    <a:lnTo>
                      <a:pt x="9529" y="2529"/>
                    </a:lnTo>
                    <a:lnTo>
                      <a:pt x="8795" y="2983"/>
                    </a:lnTo>
                    <a:lnTo>
                      <a:pt x="8082" y="3458"/>
                    </a:lnTo>
                    <a:lnTo>
                      <a:pt x="7412" y="3955"/>
                    </a:lnTo>
                    <a:lnTo>
                      <a:pt x="6742" y="4517"/>
                    </a:lnTo>
                    <a:lnTo>
                      <a:pt x="6115" y="5079"/>
                    </a:lnTo>
                    <a:lnTo>
                      <a:pt x="5510" y="5662"/>
                    </a:lnTo>
                    <a:lnTo>
                      <a:pt x="4927" y="6289"/>
                    </a:lnTo>
                    <a:lnTo>
                      <a:pt x="4365" y="6937"/>
                    </a:lnTo>
                    <a:lnTo>
                      <a:pt x="3847" y="7607"/>
                    </a:lnTo>
                    <a:lnTo>
                      <a:pt x="3350" y="8298"/>
                    </a:lnTo>
                    <a:lnTo>
                      <a:pt x="2874" y="9033"/>
                    </a:lnTo>
                    <a:lnTo>
                      <a:pt x="2442" y="9767"/>
                    </a:lnTo>
                    <a:lnTo>
                      <a:pt x="2032" y="10524"/>
                    </a:lnTo>
                    <a:lnTo>
                      <a:pt x="1664" y="11280"/>
                    </a:lnTo>
                    <a:lnTo>
                      <a:pt x="1340" y="12080"/>
                    </a:lnTo>
                    <a:lnTo>
                      <a:pt x="1038" y="12879"/>
                    </a:lnTo>
                    <a:lnTo>
                      <a:pt x="778" y="13722"/>
                    </a:lnTo>
                    <a:lnTo>
                      <a:pt x="541" y="14543"/>
                    </a:lnTo>
                    <a:lnTo>
                      <a:pt x="346" y="15407"/>
                    </a:lnTo>
                    <a:lnTo>
                      <a:pt x="195" y="16250"/>
                    </a:lnTo>
                    <a:lnTo>
                      <a:pt x="87" y="17136"/>
                    </a:lnTo>
                    <a:lnTo>
                      <a:pt x="22" y="18000"/>
                    </a:lnTo>
                    <a:lnTo>
                      <a:pt x="0" y="18929"/>
                    </a:lnTo>
                    <a:lnTo>
                      <a:pt x="22" y="19858"/>
                    </a:lnTo>
                    <a:lnTo>
                      <a:pt x="87" y="20766"/>
                    </a:lnTo>
                    <a:lnTo>
                      <a:pt x="217" y="21652"/>
                    </a:lnTo>
                    <a:lnTo>
                      <a:pt x="368" y="22516"/>
                    </a:lnTo>
                    <a:lnTo>
                      <a:pt x="584" y="23359"/>
                    </a:lnTo>
                    <a:lnTo>
                      <a:pt x="843" y="24180"/>
                    </a:lnTo>
                    <a:lnTo>
                      <a:pt x="1146" y="25001"/>
                    </a:lnTo>
                    <a:lnTo>
                      <a:pt x="1470" y="25800"/>
                    </a:lnTo>
                    <a:lnTo>
                      <a:pt x="1859" y="26557"/>
                    </a:lnTo>
                    <a:lnTo>
                      <a:pt x="2269" y="27313"/>
                    </a:lnTo>
                    <a:lnTo>
                      <a:pt x="2723" y="28026"/>
                    </a:lnTo>
                    <a:lnTo>
                      <a:pt x="3220" y="28739"/>
                    </a:lnTo>
                    <a:lnTo>
                      <a:pt x="3739" y="29409"/>
                    </a:lnTo>
                    <a:lnTo>
                      <a:pt x="4300" y="30057"/>
                    </a:lnTo>
                    <a:lnTo>
                      <a:pt x="4884" y="30684"/>
                    </a:lnTo>
                    <a:lnTo>
                      <a:pt x="5489" y="31267"/>
                    </a:lnTo>
                    <a:lnTo>
                      <a:pt x="6137" y="31850"/>
                    </a:lnTo>
                    <a:lnTo>
                      <a:pt x="6828" y="32391"/>
                    </a:lnTo>
                    <a:lnTo>
                      <a:pt x="7520" y="32888"/>
                    </a:lnTo>
                    <a:lnTo>
                      <a:pt x="8255" y="33363"/>
                    </a:lnTo>
                    <a:lnTo>
                      <a:pt x="8989" y="33817"/>
                    </a:lnTo>
                    <a:lnTo>
                      <a:pt x="9767" y="34227"/>
                    </a:lnTo>
                    <a:lnTo>
                      <a:pt x="10567" y="34616"/>
                    </a:lnTo>
                    <a:lnTo>
                      <a:pt x="11388" y="34962"/>
                    </a:lnTo>
                    <a:lnTo>
                      <a:pt x="12209" y="35264"/>
                    </a:lnTo>
                    <a:lnTo>
                      <a:pt x="13051" y="35545"/>
                    </a:lnTo>
                    <a:lnTo>
                      <a:pt x="13937" y="35783"/>
                    </a:lnTo>
                    <a:lnTo>
                      <a:pt x="14802" y="35999"/>
                    </a:lnTo>
                    <a:lnTo>
                      <a:pt x="15709" y="36150"/>
                    </a:lnTo>
                    <a:lnTo>
                      <a:pt x="16617" y="36280"/>
                    </a:lnTo>
                    <a:lnTo>
                      <a:pt x="17524" y="36366"/>
                    </a:lnTo>
                    <a:lnTo>
                      <a:pt x="18021" y="36388"/>
                    </a:lnTo>
                    <a:lnTo>
                      <a:pt x="18540" y="36410"/>
                    </a:lnTo>
                    <a:lnTo>
                      <a:pt x="19512" y="36410"/>
                    </a:lnTo>
                    <a:lnTo>
                      <a:pt x="20009" y="36388"/>
                    </a:lnTo>
                    <a:lnTo>
                      <a:pt x="20484" y="36345"/>
                    </a:lnTo>
                    <a:lnTo>
                      <a:pt x="20960" y="36280"/>
                    </a:lnTo>
                    <a:lnTo>
                      <a:pt x="21435" y="36237"/>
                    </a:lnTo>
                    <a:lnTo>
                      <a:pt x="21910" y="36150"/>
                    </a:lnTo>
                    <a:lnTo>
                      <a:pt x="22364" y="36064"/>
                    </a:lnTo>
                    <a:lnTo>
                      <a:pt x="23272" y="35848"/>
                    </a:lnTo>
                    <a:lnTo>
                      <a:pt x="24158" y="35589"/>
                    </a:lnTo>
                    <a:lnTo>
                      <a:pt x="25000" y="35286"/>
                    </a:lnTo>
                    <a:lnTo>
                      <a:pt x="25843" y="34940"/>
                    </a:lnTo>
                    <a:lnTo>
                      <a:pt x="26642" y="34551"/>
                    </a:lnTo>
                    <a:lnTo>
                      <a:pt x="27420" y="34119"/>
                    </a:lnTo>
                    <a:lnTo>
                      <a:pt x="28177" y="33665"/>
                    </a:lnTo>
                    <a:lnTo>
                      <a:pt x="28911" y="33147"/>
                    </a:lnTo>
                    <a:lnTo>
                      <a:pt x="29603" y="32607"/>
                    </a:lnTo>
                    <a:lnTo>
                      <a:pt x="30251" y="32045"/>
                    </a:lnTo>
                    <a:lnTo>
                      <a:pt x="30878" y="31418"/>
                    </a:lnTo>
                    <a:lnTo>
                      <a:pt x="31483" y="30792"/>
                    </a:lnTo>
                    <a:lnTo>
                      <a:pt x="32044" y="30100"/>
                    </a:lnTo>
                    <a:lnTo>
                      <a:pt x="32585" y="29409"/>
                    </a:lnTo>
                    <a:lnTo>
                      <a:pt x="33060" y="28674"/>
                    </a:lnTo>
                    <a:lnTo>
                      <a:pt x="33514" y="27918"/>
                    </a:lnTo>
                    <a:lnTo>
                      <a:pt x="33946" y="27140"/>
                    </a:lnTo>
                    <a:lnTo>
                      <a:pt x="34313" y="26340"/>
                    </a:lnTo>
                    <a:lnTo>
                      <a:pt x="34659" y="25519"/>
                    </a:lnTo>
                    <a:lnTo>
                      <a:pt x="34961" y="24677"/>
                    </a:lnTo>
                    <a:lnTo>
                      <a:pt x="35221" y="23812"/>
                    </a:lnTo>
                    <a:lnTo>
                      <a:pt x="35437" y="22948"/>
                    </a:lnTo>
                    <a:lnTo>
                      <a:pt x="35610" y="22041"/>
                    </a:lnTo>
                    <a:lnTo>
                      <a:pt x="35739" y="21133"/>
                    </a:lnTo>
                    <a:lnTo>
                      <a:pt x="35826" y="20226"/>
                    </a:lnTo>
                    <a:lnTo>
                      <a:pt x="35869" y="19296"/>
                    </a:lnTo>
                    <a:lnTo>
                      <a:pt x="35869" y="18346"/>
                    </a:lnTo>
                    <a:lnTo>
                      <a:pt x="35804" y="17460"/>
                    </a:lnTo>
                    <a:lnTo>
                      <a:pt x="35718" y="16574"/>
                    </a:lnTo>
                    <a:lnTo>
                      <a:pt x="35588" y="15710"/>
                    </a:lnTo>
                    <a:lnTo>
                      <a:pt x="35415" y="14824"/>
                    </a:lnTo>
                    <a:lnTo>
                      <a:pt x="35221" y="13959"/>
                    </a:lnTo>
                    <a:lnTo>
                      <a:pt x="34983" y="13095"/>
                    </a:lnTo>
                    <a:lnTo>
                      <a:pt x="34702" y="12252"/>
                    </a:lnTo>
                    <a:lnTo>
                      <a:pt x="34378" y="11431"/>
                    </a:lnTo>
                    <a:lnTo>
                      <a:pt x="34032" y="10610"/>
                    </a:lnTo>
                    <a:lnTo>
                      <a:pt x="33665" y="9811"/>
                    </a:lnTo>
                    <a:lnTo>
                      <a:pt x="33233" y="9011"/>
                    </a:lnTo>
                    <a:lnTo>
                      <a:pt x="32779" y="8255"/>
                    </a:lnTo>
                    <a:lnTo>
                      <a:pt x="32304" y="7520"/>
                    </a:lnTo>
                    <a:lnTo>
                      <a:pt x="31785" y="6786"/>
                    </a:lnTo>
                    <a:lnTo>
                      <a:pt x="31245" y="6094"/>
                    </a:lnTo>
                    <a:lnTo>
                      <a:pt x="30661" y="5446"/>
                    </a:lnTo>
                    <a:lnTo>
                      <a:pt x="30056" y="4798"/>
                    </a:lnTo>
                    <a:lnTo>
                      <a:pt x="29430" y="4193"/>
                    </a:lnTo>
                    <a:lnTo>
                      <a:pt x="28760" y="3631"/>
                    </a:lnTo>
                    <a:lnTo>
                      <a:pt x="28069" y="3091"/>
                    </a:lnTo>
                    <a:lnTo>
                      <a:pt x="27356" y="2594"/>
                    </a:lnTo>
                    <a:lnTo>
                      <a:pt x="26621" y="2118"/>
                    </a:lnTo>
                    <a:lnTo>
                      <a:pt x="25843" y="1708"/>
                    </a:lnTo>
                    <a:lnTo>
                      <a:pt x="25044" y="1319"/>
                    </a:lnTo>
                    <a:lnTo>
                      <a:pt x="24222" y="995"/>
                    </a:lnTo>
                    <a:lnTo>
                      <a:pt x="23812" y="844"/>
                    </a:lnTo>
                    <a:lnTo>
                      <a:pt x="23380" y="692"/>
                    </a:lnTo>
                    <a:lnTo>
                      <a:pt x="22948" y="563"/>
                    </a:lnTo>
                    <a:lnTo>
                      <a:pt x="22515" y="455"/>
                    </a:lnTo>
                    <a:lnTo>
                      <a:pt x="22062" y="347"/>
                    </a:lnTo>
                    <a:lnTo>
                      <a:pt x="21608" y="260"/>
                    </a:lnTo>
                    <a:lnTo>
                      <a:pt x="21154" y="174"/>
                    </a:lnTo>
                    <a:lnTo>
                      <a:pt x="20700" y="131"/>
                    </a:lnTo>
                    <a:lnTo>
                      <a:pt x="20247" y="66"/>
                    </a:lnTo>
                    <a:lnTo>
                      <a:pt x="19771" y="22"/>
                    </a:lnTo>
                    <a:lnTo>
                      <a:pt x="19296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3" name="Google Shape;6453;p29">
                <a:extLst>
                  <a:ext uri="{FF2B5EF4-FFF2-40B4-BE49-F238E27FC236}">
                    <a16:creationId xmlns:a16="http://schemas.microsoft.com/office/drawing/2014/main" id="{876710CB-84DC-8626-93C8-6D2E1B63768F}"/>
                  </a:ext>
                </a:extLst>
              </p:cNvPr>
              <p:cNvSpPr/>
              <p:nvPr/>
            </p:nvSpPr>
            <p:spPr>
              <a:xfrm>
                <a:off x="11097200" y="4756950"/>
                <a:ext cx="554800" cy="287950"/>
              </a:xfrm>
              <a:custGeom>
                <a:avLst/>
                <a:gdLst/>
                <a:ahLst/>
                <a:cxnLst/>
                <a:rect l="l" t="t" r="r" b="b"/>
                <a:pathLst>
                  <a:path w="22192" h="11518" extrusionOk="0">
                    <a:moveTo>
                      <a:pt x="14023" y="0"/>
                    </a:moveTo>
                    <a:lnTo>
                      <a:pt x="13548" y="22"/>
                    </a:lnTo>
                    <a:lnTo>
                      <a:pt x="13029" y="65"/>
                    </a:lnTo>
                    <a:lnTo>
                      <a:pt x="11949" y="195"/>
                    </a:lnTo>
                    <a:lnTo>
                      <a:pt x="10804" y="368"/>
                    </a:lnTo>
                    <a:lnTo>
                      <a:pt x="9594" y="605"/>
                    </a:lnTo>
                    <a:lnTo>
                      <a:pt x="8384" y="886"/>
                    </a:lnTo>
                    <a:lnTo>
                      <a:pt x="7174" y="1210"/>
                    </a:lnTo>
                    <a:lnTo>
                      <a:pt x="5985" y="1578"/>
                    </a:lnTo>
                    <a:lnTo>
                      <a:pt x="4840" y="1945"/>
                    </a:lnTo>
                    <a:lnTo>
                      <a:pt x="3760" y="2377"/>
                    </a:lnTo>
                    <a:lnTo>
                      <a:pt x="3263" y="2593"/>
                    </a:lnTo>
                    <a:lnTo>
                      <a:pt x="2788" y="2809"/>
                    </a:lnTo>
                    <a:lnTo>
                      <a:pt x="2334" y="3026"/>
                    </a:lnTo>
                    <a:lnTo>
                      <a:pt x="1902" y="3263"/>
                    </a:lnTo>
                    <a:lnTo>
                      <a:pt x="1534" y="3479"/>
                    </a:lnTo>
                    <a:lnTo>
                      <a:pt x="1167" y="3717"/>
                    </a:lnTo>
                    <a:lnTo>
                      <a:pt x="864" y="3955"/>
                    </a:lnTo>
                    <a:lnTo>
                      <a:pt x="605" y="4192"/>
                    </a:lnTo>
                    <a:lnTo>
                      <a:pt x="389" y="4430"/>
                    </a:lnTo>
                    <a:lnTo>
                      <a:pt x="216" y="4646"/>
                    </a:lnTo>
                    <a:lnTo>
                      <a:pt x="108" y="4884"/>
                    </a:lnTo>
                    <a:lnTo>
                      <a:pt x="65" y="5013"/>
                    </a:lnTo>
                    <a:lnTo>
                      <a:pt x="43" y="5121"/>
                    </a:lnTo>
                    <a:lnTo>
                      <a:pt x="22" y="5359"/>
                    </a:lnTo>
                    <a:lnTo>
                      <a:pt x="0" y="5597"/>
                    </a:lnTo>
                    <a:lnTo>
                      <a:pt x="22" y="5834"/>
                    </a:lnTo>
                    <a:lnTo>
                      <a:pt x="43" y="6072"/>
                    </a:lnTo>
                    <a:lnTo>
                      <a:pt x="108" y="6331"/>
                    </a:lnTo>
                    <a:lnTo>
                      <a:pt x="173" y="6569"/>
                    </a:lnTo>
                    <a:lnTo>
                      <a:pt x="259" y="6828"/>
                    </a:lnTo>
                    <a:lnTo>
                      <a:pt x="367" y="7066"/>
                    </a:lnTo>
                    <a:lnTo>
                      <a:pt x="497" y="7325"/>
                    </a:lnTo>
                    <a:lnTo>
                      <a:pt x="627" y="7563"/>
                    </a:lnTo>
                    <a:lnTo>
                      <a:pt x="778" y="7822"/>
                    </a:lnTo>
                    <a:lnTo>
                      <a:pt x="951" y="8060"/>
                    </a:lnTo>
                    <a:lnTo>
                      <a:pt x="1145" y="8298"/>
                    </a:lnTo>
                    <a:lnTo>
                      <a:pt x="1340" y="8535"/>
                    </a:lnTo>
                    <a:lnTo>
                      <a:pt x="1578" y="8773"/>
                    </a:lnTo>
                    <a:lnTo>
                      <a:pt x="1794" y="9011"/>
                    </a:lnTo>
                    <a:lnTo>
                      <a:pt x="2053" y="9227"/>
                    </a:lnTo>
                    <a:lnTo>
                      <a:pt x="2312" y="9443"/>
                    </a:lnTo>
                    <a:lnTo>
                      <a:pt x="2593" y="9659"/>
                    </a:lnTo>
                    <a:lnTo>
                      <a:pt x="2874" y="9853"/>
                    </a:lnTo>
                    <a:lnTo>
                      <a:pt x="3198" y="10048"/>
                    </a:lnTo>
                    <a:lnTo>
                      <a:pt x="3501" y="10242"/>
                    </a:lnTo>
                    <a:lnTo>
                      <a:pt x="3846" y="10415"/>
                    </a:lnTo>
                    <a:lnTo>
                      <a:pt x="4170" y="10588"/>
                    </a:lnTo>
                    <a:lnTo>
                      <a:pt x="4538" y="10739"/>
                    </a:lnTo>
                    <a:lnTo>
                      <a:pt x="4905" y="10869"/>
                    </a:lnTo>
                    <a:lnTo>
                      <a:pt x="5272" y="11020"/>
                    </a:lnTo>
                    <a:lnTo>
                      <a:pt x="5661" y="11128"/>
                    </a:lnTo>
                    <a:lnTo>
                      <a:pt x="6072" y="11236"/>
                    </a:lnTo>
                    <a:lnTo>
                      <a:pt x="6482" y="11323"/>
                    </a:lnTo>
                    <a:lnTo>
                      <a:pt x="6893" y="11409"/>
                    </a:lnTo>
                    <a:lnTo>
                      <a:pt x="7325" y="11474"/>
                    </a:lnTo>
                    <a:lnTo>
                      <a:pt x="7779" y="11496"/>
                    </a:lnTo>
                    <a:lnTo>
                      <a:pt x="8233" y="11517"/>
                    </a:lnTo>
                    <a:lnTo>
                      <a:pt x="8686" y="11517"/>
                    </a:lnTo>
                    <a:lnTo>
                      <a:pt x="9162" y="11496"/>
                    </a:lnTo>
                    <a:lnTo>
                      <a:pt x="9659" y="11431"/>
                    </a:lnTo>
                    <a:lnTo>
                      <a:pt x="10134" y="11366"/>
                    </a:lnTo>
                    <a:lnTo>
                      <a:pt x="10631" y="11280"/>
                    </a:lnTo>
                    <a:lnTo>
                      <a:pt x="11150" y="11172"/>
                    </a:lnTo>
                    <a:lnTo>
                      <a:pt x="11647" y="11064"/>
                    </a:lnTo>
                    <a:lnTo>
                      <a:pt x="12165" y="10912"/>
                    </a:lnTo>
                    <a:lnTo>
                      <a:pt x="12684" y="10761"/>
                    </a:lnTo>
                    <a:lnTo>
                      <a:pt x="13202" y="10588"/>
                    </a:lnTo>
                    <a:lnTo>
                      <a:pt x="14240" y="10221"/>
                    </a:lnTo>
                    <a:lnTo>
                      <a:pt x="15255" y="9810"/>
                    </a:lnTo>
                    <a:lnTo>
                      <a:pt x="16271" y="9357"/>
                    </a:lnTo>
                    <a:lnTo>
                      <a:pt x="17265" y="8881"/>
                    </a:lnTo>
                    <a:lnTo>
                      <a:pt x="18215" y="8384"/>
                    </a:lnTo>
                    <a:lnTo>
                      <a:pt x="19123" y="7866"/>
                    </a:lnTo>
                    <a:lnTo>
                      <a:pt x="19987" y="7347"/>
                    </a:lnTo>
                    <a:lnTo>
                      <a:pt x="20808" y="6850"/>
                    </a:lnTo>
                    <a:lnTo>
                      <a:pt x="21543" y="6353"/>
                    </a:lnTo>
                    <a:lnTo>
                      <a:pt x="22191" y="5878"/>
                    </a:lnTo>
                    <a:lnTo>
                      <a:pt x="1490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4" name="Google Shape;6454;p29">
                <a:extLst>
                  <a:ext uri="{FF2B5EF4-FFF2-40B4-BE49-F238E27FC236}">
                    <a16:creationId xmlns:a16="http://schemas.microsoft.com/office/drawing/2014/main" id="{9B1ECEE8-09B7-2333-0A51-5BE621386441}"/>
                  </a:ext>
                </a:extLst>
              </p:cNvPr>
              <p:cNvSpPr/>
              <p:nvPr/>
            </p:nvSpPr>
            <p:spPr>
              <a:xfrm>
                <a:off x="11877225" y="4710500"/>
                <a:ext cx="539675" cy="307925"/>
              </a:xfrm>
              <a:custGeom>
                <a:avLst/>
                <a:gdLst/>
                <a:ahLst/>
                <a:cxnLst/>
                <a:rect l="l" t="t" r="r" b="b"/>
                <a:pathLst>
                  <a:path w="21587" h="12317" extrusionOk="0">
                    <a:moveTo>
                      <a:pt x="15385" y="0"/>
                    </a:moveTo>
                    <a:lnTo>
                      <a:pt x="14953" y="22"/>
                    </a:lnTo>
                    <a:lnTo>
                      <a:pt x="14521" y="43"/>
                    </a:lnTo>
                    <a:lnTo>
                      <a:pt x="14088" y="108"/>
                    </a:lnTo>
                    <a:lnTo>
                      <a:pt x="13203" y="238"/>
                    </a:lnTo>
                    <a:lnTo>
                      <a:pt x="12295" y="389"/>
                    </a:lnTo>
                    <a:lnTo>
                      <a:pt x="11388" y="584"/>
                    </a:lnTo>
                    <a:lnTo>
                      <a:pt x="9529" y="1016"/>
                    </a:lnTo>
                    <a:lnTo>
                      <a:pt x="8600" y="1232"/>
                    </a:lnTo>
                    <a:lnTo>
                      <a:pt x="7649" y="1448"/>
                    </a:lnTo>
                    <a:lnTo>
                      <a:pt x="6720" y="1621"/>
                    </a:lnTo>
                    <a:lnTo>
                      <a:pt x="5770" y="1772"/>
                    </a:lnTo>
                    <a:lnTo>
                      <a:pt x="0" y="7455"/>
                    </a:lnTo>
                    <a:lnTo>
                      <a:pt x="368" y="7865"/>
                    </a:lnTo>
                    <a:lnTo>
                      <a:pt x="778" y="8254"/>
                    </a:lnTo>
                    <a:lnTo>
                      <a:pt x="1210" y="8622"/>
                    </a:lnTo>
                    <a:lnTo>
                      <a:pt x="1643" y="8967"/>
                    </a:lnTo>
                    <a:lnTo>
                      <a:pt x="2096" y="9313"/>
                    </a:lnTo>
                    <a:lnTo>
                      <a:pt x="2572" y="9637"/>
                    </a:lnTo>
                    <a:lnTo>
                      <a:pt x="3047" y="9918"/>
                    </a:lnTo>
                    <a:lnTo>
                      <a:pt x="3544" y="10199"/>
                    </a:lnTo>
                    <a:lnTo>
                      <a:pt x="4063" y="10480"/>
                    </a:lnTo>
                    <a:lnTo>
                      <a:pt x="4581" y="10718"/>
                    </a:lnTo>
                    <a:lnTo>
                      <a:pt x="5121" y="10955"/>
                    </a:lnTo>
                    <a:lnTo>
                      <a:pt x="5662" y="11150"/>
                    </a:lnTo>
                    <a:lnTo>
                      <a:pt x="6202" y="11344"/>
                    </a:lnTo>
                    <a:lnTo>
                      <a:pt x="6742" y="11517"/>
                    </a:lnTo>
                    <a:lnTo>
                      <a:pt x="7304" y="11690"/>
                    </a:lnTo>
                    <a:lnTo>
                      <a:pt x="7866" y="11820"/>
                    </a:lnTo>
                    <a:lnTo>
                      <a:pt x="8427" y="11949"/>
                    </a:lnTo>
                    <a:lnTo>
                      <a:pt x="8989" y="12036"/>
                    </a:lnTo>
                    <a:lnTo>
                      <a:pt x="9551" y="12144"/>
                    </a:lnTo>
                    <a:lnTo>
                      <a:pt x="10113" y="12208"/>
                    </a:lnTo>
                    <a:lnTo>
                      <a:pt x="10674" y="12252"/>
                    </a:lnTo>
                    <a:lnTo>
                      <a:pt x="11236" y="12295"/>
                    </a:lnTo>
                    <a:lnTo>
                      <a:pt x="11798" y="12317"/>
                    </a:lnTo>
                    <a:lnTo>
                      <a:pt x="12338" y="12317"/>
                    </a:lnTo>
                    <a:lnTo>
                      <a:pt x="12878" y="12295"/>
                    </a:lnTo>
                    <a:lnTo>
                      <a:pt x="13419" y="12273"/>
                    </a:lnTo>
                    <a:lnTo>
                      <a:pt x="13937" y="12208"/>
                    </a:lnTo>
                    <a:lnTo>
                      <a:pt x="14456" y="12144"/>
                    </a:lnTo>
                    <a:lnTo>
                      <a:pt x="14953" y="12057"/>
                    </a:lnTo>
                    <a:lnTo>
                      <a:pt x="15450" y="11971"/>
                    </a:lnTo>
                    <a:lnTo>
                      <a:pt x="15925" y="11841"/>
                    </a:lnTo>
                    <a:lnTo>
                      <a:pt x="16379" y="11711"/>
                    </a:lnTo>
                    <a:lnTo>
                      <a:pt x="16833" y="11560"/>
                    </a:lnTo>
                    <a:lnTo>
                      <a:pt x="17243" y="11366"/>
                    </a:lnTo>
                    <a:lnTo>
                      <a:pt x="17675" y="11171"/>
                    </a:lnTo>
                    <a:lnTo>
                      <a:pt x="18064" y="10934"/>
                    </a:lnTo>
                    <a:lnTo>
                      <a:pt x="18432" y="10674"/>
                    </a:lnTo>
                    <a:lnTo>
                      <a:pt x="18799" y="10393"/>
                    </a:lnTo>
                    <a:lnTo>
                      <a:pt x="19145" y="10091"/>
                    </a:lnTo>
                    <a:lnTo>
                      <a:pt x="19469" y="9767"/>
                    </a:lnTo>
                    <a:lnTo>
                      <a:pt x="19771" y="9443"/>
                    </a:lnTo>
                    <a:lnTo>
                      <a:pt x="20052" y="9097"/>
                    </a:lnTo>
                    <a:lnTo>
                      <a:pt x="20311" y="8730"/>
                    </a:lnTo>
                    <a:lnTo>
                      <a:pt x="20549" y="8362"/>
                    </a:lnTo>
                    <a:lnTo>
                      <a:pt x="20765" y="7973"/>
                    </a:lnTo>
                    <a:lnTo>
                      <a:pt x="20960" y="7584"/>
                    </a:lnTo>
                    <a:lnTo>
                      <a:pt x="21133" y="7196"/>
                    </a:lnTo>
                    <a:lnTo>
                      <a:pt x="21262" y="6807"/>
                    </a:lnTo>
                    <a:lnTo>
                      <a:pt x="21392" y="6396"/>
                    </a:lnTo>
                    <a:lnTo>
                      <a:pt x="21478" y="5985"/>
                    </a:lnTo>
                    <a:lnTo>
                      <a:pt x="21543" y="5597"/>
                    </a:lnTo>
                    <a:lnTo>
                      <a:pt x="21586" y="5186"/>
                    </a:lnTo>
                    <a:lnTo>
                      <a:pt x="21586" y="4797"/>
                    </a:lnTo>
                    <a:lnTo>
                      <a:pt x="21586" y="4387"/>
                    </a:lnTo>
                    <a:lnTo>
                      <a:pt x="21521" y="3998"/>
                    </a:lnTo>
                    <a:lnTo>
                      <a:pt x="21457" y="3630"/>
                    </a:lnTo>
                    <a:lnTo>
                      <a:pt x="21349" y="3263"/>
                    </a:lnTo>
                    <a:lnTo>
                      <a:pt x="21219" y="2896"/>
                    </a:lnTo>
                    <a:lnTo>
                      <a:pt x="21046" y="2572"/>
                    </a:lnTo>
                    <a:lnTo>
                      <a:pt x="20830" y="2226"/>
                    </a:lnTo>
                    <a:lnTo>
                      <a:pt x="20592" y="1923"/>
                    </a:lnTo>
                    <a:lnTo>
                      <a:pt x="20333" y="1621"/>
                    </a:lnTo>
                    <a:lnTo>
                      <a:pt x="20031" y="1361"/>
                    </a:lnTo>
                    <a:lnTo>
                      <a:pt x="19685" y="1102"/>
                    </a:lnTo>
                    <a:lnTo>
                      <a:pt x="19339" y="886"/>
                    </a:lnTo>
                    <a:lnTo>
                      <a:pt x="18972" y="692"/>
                    </a:lnTo>
                    <a:lnTo>
                      <a:pt x="18604" y="519"/>
                    </a:lnTo>
                    <a:lnTo>
                      <a:pt x="18216" y="368"/>
                    </a:lnTo>
                    <a:lnTo>
                      <a:pt x="17827" y="259"/>
                    </a:lnTo>
                    <a:lnTo>
                      <a:pt x="17438" y="151"/>
                    </a:lnTo>
                    <a:lnTo>
                      <a:pt x="17027" y="87"/>
                    </a:lnTo>
                    <a:lnTo>
                      <a:pt x="16617" y="43"/>
                    </a:lnTo>
                    <a:lnTo>
                      <a:pt x="1620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5" name="Google Shape;6455;p29">
                <a:extLst>
                  <a:ext uri="{FF2B5EF4-FFF2-40B4-BE49-F238E27FC236}">
                    <a16:creationId xmlns:a16="http://schemas.microsoft.com/office/drawing/2014/main" id="{960A18D0-AFC5-4E35-327B-ACE8F9D35081}"/>
                  </a:ext>
                </a:extLst>
              </p:cNvPr>
              <p:cNvSpPr/>
              <p:nvPr/>
            </p:nvSpPr>
            <p:spPr>
              <a:xfrm>
                <a:off x="11304625" y="4043350"/>
                <a:ext cx="896725" cy="595875"/>
              </a:xfrm>
              <a:custGeom>
                <a:avLst/>
                <a:gdLst/>
                <a:ahLst/>
                <a:cxnLst/>
                <a:rect l="l" t="t" r="r" b="b"/>
                <a:pathLst>
                  <a:path w="35869" h="23835" extrusionOk="0">
                    <a:moveTo>
                      <a:pt x="18324" y="1"/>
                    </a:moveTo>
                    <a:lnTo>
                      <a:pt x="17827" y="22"/>
                    </a:lnTo>
                    <a:lnTo>
                      <a:pt x="16941" y="87"/>
                    </a:lnTo>
                    <a:lnTo>
                      <a:pt x="16055" y="217"/>
                    </a:lnTo>
                    <a:lnTo>
                      <a:pt x="15169" y="368"/>
                    </a:lnTo>
                    <a:lnTo>
                      <a:pt x="14326" y="563"/>
                    </a:lnTo>
                    <a:lnTo>
                      <a:pt x="13484" y="800"/>
                    </a:lnTo>
                    <a:lnTo>
                      <a:pt x="12641" y="1060"/>
                    </a:lnTo>
                    <a:lnTo>
                      <a:pt x="11841" y="1384"/>
                    </a:lnTo>
                    <a:lnTo>
                      <a:pt x="11042" y="1729"/>
                    </a:lnTo>
                    <a:lnTo>
                      <a:pt x="10286" y="2118"/>
                    </a:lnTo>
                    <a:lnTo>
                      <a:pt x="9529" y="2529"/>
                    </a:lnTo>
                    <a:lnTo>
                      <a:pt x="8795" y="2983"/>
                    </a:lnTo>
                    <a:lnTo>
                      <a:pt x="8082" y="3458"/>
                    </a:lnTo>
                    <a:lnTo>
                      <a:pt x="7412" y="3977"/>
                    </a:lnTo>
                    <a:lnTo>
                      <a:pt x="6742" y="4517"/>
                    </a:lnTo>
                    <a:lnTo>
                      <a:pt x="6115" y="5079"/>
                    </a:lnTo>
                    <a:lnTo>
                      <a:pt x="5510" y="5684"/>
                    </a:lnTo>
                    <a:lnTo>
                      <a:pt x="4927" y="6289"/>
                    </a:lnTo>
                    <a:lnTo>
                      <a:pt x="4365" y="6937"/>
                    </a:lnTo>
                    <a:lnTo>
                      <a:pt x="3847" y="7607"/>
                    </a:lnTo>
                    <a:lnTo>
                      <a:pt x="3350" y="8298"/>
                    </a:lnTo>
                    <a:lnTo>
                      <a:pt x="2874" y="9033"/>
                    </a:lnTo>
                    <a:lnTo>
                      <a:pt x="2442" y="9767"/>
                    </a:lnTo>
                    <a:lnTo>
                      <a:pt x="2032" y="10524"/>
                    </a:lnTo>
                    <a:lnTo>
                      <a:pt x="1664" y="11280"/>
                    </a:lnTo>
                    <a:lnTo>
                      <a:pt x="1340" y="12080"/>
                    </a:lnTo>
                    <a:lnTo>
                      <a:pt x="1038" y="12879"/>
                    </a:lnTo>
                    <a:lnTo>
                      <a:pt x="778" y="13722"/>
                    </a:lnTo>
                    <a:lnTo>
                      <a:pt x="541" y="14543"/>
                    </a:lnTo>
                    <a:lnTo>
                      <a:pt x="346" y="15407"/>
                    </a:lnTo>
                    <a:lnTo>
                      <a:pt x="195" y="16250"/>
                    </a:lnTo>
                    <a:lnTo>
                      <a:pt x="87" y="17136"/>
                    </a:lnTo>
                    <a:lnTo>
                      <a:pt x="22" y="18000"/>
                    </a:lnTo>
                    <a:lnTo>
                      <a:pt x="0" y="18540"/>
                    </a:lnTo>
                    <a:lnTo>
                      <a:pt x="0" y="19059"/>
                    </a:lnTo>
                    <a:lnTo>
                      <a:pt x="0" y="19577"/>
                    </a:lnTo>
                    <a:lnTo>
                      <a:pt x="44" y="20096"/>
                    </a:lnTo>
                    <a:lnTo>
                      <a:pt x="87" y="20614"/>
                    </a:lnTo>
                    <a:lnTo>
                      <a:pt x="130" y="21111"/>
                    </a:lnTo>
                    <a:lnTo>
                      <a:pt x="217" y="21630"/>
                    </a:lnTo>
                    <a:lnTo>
                      <a:pt x="303" y="22105"/>
                    </a:lnTo>
                    <a:lnTo>
                      <a:pt x="1621" y="22430"/>
                    </a:lnTo>
                    <a:lnTo>
                      <a:pt x="2961" y="22732"/>
                    </a:lnTo>
                    <a:lnTo>
                      <a:pt x="4300" y="22970"/>
                    </a:lnTo>
                    <a:lnTo>
                      <a:pt x="5618" y="23186"/>
                    </a:lnTo>
                    <a:lnTo>
                      <a:pt x="6958" y="23380"/>
                    </a:lnTo>
                    <a:lnTo>
                      <a:pt x="8276" y="23532"/>
                    </a:lnTo>
                    <a:lnTo>
                      <a:pt x="9573" y="23640"/>
                    </a:lnTo>
                    <a:lnTo>
                      <a:pt x="10869" y="23748"/>
                    </a:lnTo>
                    <a:lnTo>
                      <a:pt x="12165" y="23791"/>
                    </a:lnTo>
                    <a:lnTo>
                      <a:pt x="13440" y="23834"/>
                    </a:lnTo>
                    <a:lnTo>
                      <a:pt x="15947" y="23834"/>
                    </a:lnTo>
                    <a:lnTo>
                      <a:pt x="17178" y="23791"/>
                    </a:lnTo>
                    <a:lnTo>
                      <a:pt x="18410" y="23726"/>
                    </a:lnTo>
                    <a:lnTo>
                      <a:pt x="19598" y="23640"/>
                    </a:lnTo>
                    <a:lnTo>
                      <a:pt x="20787" y="23553"/>
                    </a:lnTo>
                    <a:lnTo>
                      <a:pt x="21932" y="23423"/>
                    </a:lnTo>
                    <a:lnTo>
                      <a:pt x="23077" y="23294"/>
                    </a:lnTo>
                    <a:lnTo>
                      <a:pt x="24179" y="23143"/>
                    </a:lnTo>
                    <a:lnTo>
                      <a:pt x="25260" y="22991"/>
                    </a:lnTo>
                    <a:lnTo>
                      <a:pt x="26318" y="22818"/>
                    </a:lnTo>
                    <a:lnTo>
                      <a:pt x="27356" y="22624"/>
                    </a:lnTo>
                    <a:lnTo>
                      <a:pt x="28349" y="22430"/>
                    </a:lnTo>
                    <a:lnTo>
                      <a:pt x="29322" y="22235"/>
                    </a:lnTo>
                    <a:lnTo>
                      <a:pt x="30251" y="22019"/>
                    </a:lnTo>
                    <a:lnTo>
                      <a:pt x="31158" y="21803"/>
                    </a:lnTo>
                    <a:lnTo>
                      <a:pt x="32865" y="21349"/>
                    </a:lnTo>
                    <a:lnTo>
                      <a:pt x="34421" y="20917"/>
                    </a:lnTo>
                    <a:lnTo>
                      <a:pt x="35804" y="20463"/>
                    </a:lnTo>
                    <a:lnTo>
                      <a:pt x="35847" y="19945"/>
                    </a:lnTo>
                    <a:lnTo>
                      <a:pt x="35869" y="19404"/>
                    </a:lnTo>
                    <a:lnTo>
                      <a:pt x="35869" y="18886"/>
                    </a:lnTo>
                    <a:lnTo>
                      <a:pt x="35869" y="18346"/>
                    </a:lnTo>
                    <a:lnTo>
                      <a:pt x="35804" y="17460"/>
                    </a:lnTo>
                    <a:lnTo>
                      <a:pt x="35718" y="16574"/>
                    </a:lnTo>
                    <a:lnTo>
                      <a:pt x="35588" y="15710"/>
                    </a:lnTo>
                    <a:lnTo>
                      <a:pt x="35415" y="14824"/>
                    </a:lnTo>
                    <a:lnTo>
                      <a:pt x="35221" y="13959"/>
                    </a:lnTo>
                    <a:lnTo>
                      <a:pt x="34983" y="13095"/>
                    </a:lnTo>
                    <a:lnTo>
                      <a:pt x="34702" y="12252"/>
                    </a:lnTo>
                    <a:lnTo>
                      <a:pt x="34378" y="11431"/>
                    </a:lnTo>
                    <a:lnTo>
                      <a:pt x="34032" y="10610"/>
                    </a:lnTo>
                    <a:lnTo>
                      <a:pt x="33665" y="9811"/>
                    </a:lnTo>
                    <a:lnTo>
                      <a:pt x="33233" y="9011"/>
                    </a:lnTo>
                    <a:lnTo>
                      <a:pt x="32779" y="8255"/>
                    </a:lnTo>
                    <a:lnTo>
                      <a:pt x="32304" y="7520"/>
                    </a:lnTo>
                    <a:lnTo>
                      <a:pt x="31785" y="6786"/>
                    </a:lnTo>
                    <a:lnTo>
                      <a:pt x="31245" y="6094"/>
                    </a:lnTo>
                    <a:lnTo>
                      <a:pt x="30683" y="5446"/>
                    </a:lnTo>
                    <a:lnTo>
                      <a:pt x="30078" y="4798"/>
                    </a:lnTo>
                    <a:lnTo>
                      <a:pt x="29430" y="4193"/>
                    </a:lnTo>
                    <a:lnTo>
                      <a:pt x="28760" y="3631"/>
                    </a:lnTo>
                    <a:lnTo>
                      <a:pt x="28069" y="3091"/>
                    </a:lnTo>
                    <a:lnTo>
                      <a:pt x="27356" y="2594"/>
                    </a:lnTo>
                    <a:lnTo>
                      <a:pt x="26621" y="2118"/>
                    </a:lnTo>
                    <a:lnTo>
                      <a:pt x="25843" y="1708"/>
                    </a:lnTo>
                    <a:lnTo>
                      <a:pt x="25044" y="1319"/>
                    </a:lnTo>
                    <a:lnTo>
                      <a:pt x="24222" y="995"/>
                    </a:lnTo>
                    <a:lnTo>
                      <a:pt x="23812" y="844"/>
                    </a:lnTo>
                    <a:lnTo>
                      <a:pt x="23380" y="692"/>
                    </a:lnTo>
                    <a:lnTo>
                      <a:pt x="22948" y="563"/>
                    </a:lnTo>
                    <a:lnTo>
                      <a:pt x="22515" y="455"/>
                    </a:lnTo>
                    <a:lnTo>
                      <a:pt x="22062" y="347"/>
                    </a:lnTo>
                    <a:lnTo>
                      <a:pt x="21608" y="260"/>
                    </a:lnTo>
                    <a:lnTo>
                      <a:pt x="21154" y="195"/>
                    </a:lnTo>
                    <a:lnTo>
                      <a:pt x="20700" y="131"/>
                    </a:lnTo>
                    <a:lnTo>
                      <a:pt x="20247" y="66"/>
                    </a:lnTo>
                    <a:lnTo>
                      <a:pt x="19771" y="22"/>
                    </a:lnTo>
                    <a:lnTo>
                      <a:pt x="19296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6" name="Google Shape;6456;p29">
                <a:extLst>
                  <a:ext uri="{FF2B5EF4-FFF2-40B4-BE49-F238E27FC236}">
                    <a16:creationId xmlns:a16="http://schemas.microsoft.com/office/drawing/2014/main" id="{75D9857B-7741-5A94-18D2-1414921D0695}"/>
                  </a:ext>
                </a:extLst>
              </p:cNvPr>
              <p:cNvSpPr/>
              <p:nvPr/>
            </p:nvSpPr>
            <p:spPr>
              <a:xfrm>
                <a:off x="11710850" y="4225400"/>
                <a:ext cx="53500" cy="135075"/>
              </a:xfrm>
              <a:custGeom>
                <a:avLst/>
                <a:gdLst/>
                <a:ahLst/>
                <a:cxnLst/>
                <a:rect l="l" t="t" r="r" b="b"/>
                <a:pathLst>
                  <a:path w="2140" h="5403" extrusionOk="0">
                    <a:moveTo>
                      <a:pt x="757" y="1"/>
                    </a:moveTo>
                    <a:lnTo>
                      <a:pt x="0" y="2896"/>
                    </a:lnTo>
                    <a:lnTo>
                      <a:pt x="1642" y="5403"/>
                    </a:lnTo>
                    <a:lnTo>
                      <a:pt x="1707" y="5186"/>
                    </a:lnTo>
                    <a:lnTo>
                      <a:pt x="2139" y="2507"/>
                    </a:lnTo>
                    <a:lnTo>
                      <a:pt x="75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7" name="Google Shape;6457;p29">
                <a:extLst>
                  <a:ext uri="{FF2B5EF4-FFF2-40B4-BE49-F238E27FC236}">
                    <a16:creationId xmlns:a16="http://schemas.microsoft.com/office/drawing/2014/main" id="{9DE483EB-4A4A-DB25-56CF-2D69CD92EBA1}"/>
                  </a:ext>
                </a:extLst>
              </p:cNvPr>
              <p:cNvSpPr/>
              <p:nvPr/>
            </p:nvSpPr>
            <p:spPr>
              <a:xfrm>
                <a:off x="11617400" y="4304800"/>
                <a:ext cx="116700" cy="66475"/>
              </a:xfrm>
              <a:custGeom>
                <a:avLst/>
                <a:gdLst/>
                <a:ahLst/>
                <a:cxnLst/>
                <a:rect l="l" t="t" r="r" b="b"/>
                <a:pathLst>
                  <a:path w="4668" h="2659" extrusionOk="0">
                    <a:moveTo>
                      <a:pt x="0" y="1"/>
                    </a:moveTo>
                    <a:lnTo>
                      <a:pt x="1491" y="2140"/>
                    </a:lnTo>
                    <a:lnTo>
                      <a:pt x="4667" y="2659"/>
                    </a:lnTo>
                    <a:lnTo>
                      <a:pt x="3198" y="52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8" name="Google Shape;6458;p29">
                <a:extLst>
                  <a:ext uri="{FF2B5EF4-FFF2-40B4-BE49-F238E27FC236}">
                    <a16:creationId xmlns:a16="http://schemas.microsoft.com/office/drawing/2014/main" id="{2517AC15-AF50-7B79-D1A1-0023285D3450}"/>
                  </a:ext>
                </a:extLst>
              </p:cNvPr>
              <p:cNvSpPr/>
              <p:nvPr/>
            </p:nvSpPr>
            <p:spPr>
              <a:xfrm>
                <a:off x="11774575" y="4242700"/>
                <a:ext cx="60525" cy="117775"/>
              </a:xfrm>
              <a:custGeom>
                <a:avLst/>
                <a:gdLst/>
                <a:ahLst/>
                <a:cxnLst/>
                <a:rect l="l" t="t" r="r" b="b"/>
                <a:pathLst>
                  <a:path w="2421" h="4711" extrusionOk="0">
                    <a:moveTo>
                      <a:pt x="2421" y="0"/>
                    </a:moveTo>
                    <a:lnTo>
                      <a:pt x="476" y="1772"/>
                    </a:lnTo>
                    <a:lnTo>
                      <a:pt x="1" y="4711"/>
                    </a:lnTo>
                    <a:lnTo>
                      <a:pt x="2227" y="2982"/>
                    </a:lnTo>
                    <a:lnTo>
                      <a:pt x="242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9" name="Google Shape;6459;p29">
                <a:extLst>
                  <a:ext uri="{FF2B5EF4-FFF2-40B4-BE49-F238E27FC236}">
                    <a16:creationId xmlns:a16="http://schemas.microsoft.com/office/drawing/2014/main" id="{981C769B-BA58-D8BD-129D-6E94904299E2}"/>
                  </a:ext>
                </a:extLst>
              </p:cNvPr>
              <p:cNvSpPr/>
              <p:nvPr/>
            </p:nvSpPr>
            <p:spPr>
              <a:xfrm>
                <a:off x="11784300" y="4340475"/>
                <a:ext cx="131850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5274" h="2075" extrusionOk="0">
                    <a:moveTo>
                      <a:pt x="2097" y="0"/>
                    </a:moveTo>
                    <a:lnTo>
                      <a:pt x="1" y="1556"/>
                    </a:lnTo>
                    <a:lnTo>
                      <a:pt x="3199" y="2074"/>
                    </a:lnTo>
                    <a:lnTo>
                      <a:pt x="5273" y="519"/>
                    </a:lnTo>
                    <a:lnTo>
                      <a:pt x="20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0" name="Google Shape;6460;p29">
                <a:extLst>
                  <a:ext uri="{FF2B5EF4-FFF2-40B4-BE49-F238E27FC236}">
                    <a16:creationId xmlns:a16="http://schemas.microsoft.com/office/drawing/2014/main" id="{C66BAD99-DD57-105A-3D1C-0882519AFBB6}"/>
                  </a:ext>
                </a:extLst>
              </p:cNvPr>
              <p:cNvSpPr/>
              <p:nvPr/>
            </p:nvSpPr>
            <p:spPr>
              <a:xfrm>
                <a:off x="11751350" y="4406900"/>
                <a:ext cx="54050" cy="135075"/>
              </a:xfrm>
              <a:custGeom>
                <a:avLst/>
                <a:gdLst/>
                <a:ahLst/>
                <a:cxnLst/>
                <a:rect l="l" t="t" r="r" b="b"/>
                <a:pathLst>
                  <a:path w="2162" h="5403" extrusionOk="0">
                    <a:moveTo>
                      <a:pt x="498" y="1"/>
                    </a:moveTo>
                    <a:lnTo>
                      <a:pt x="455" y="217"/>
                    </a:lnTo>
                    <a:lnTo>
                      <a:pt x="1" y="2896"/>
                    </a:lnTo>
                    <a:lnTo>
                      <a:pt x="1405" y="5403"/>
                    </a:lnTo>
                    <a:lnTo>
                      <a:pt x="2162" y="2507"/>
                    </a:lnTo>
                    <a:lnTo>
                      <a:pt x="49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1" name="Google Shape;6461;p29">
                <a:extLst>
                  <a:ext uri="{FF2B5EF4-FFF2-40B4-BE49-F238E27FC236}">
                    <a16:creationId xmlns:a16="http://schemas.microsoft.com/office/drawing/2014/main" id="{97211A1D-2CC2-322B-099C-C526DA3DA047}"/>
                  </a:ext>
                </a:extLst>
              </p:cNvPr>
              <p:cNvSpPr/>
              <p:nvPr/>
            </p:nvSpPr>
            <p:spPr>
              <a:xfrm>
                <a:off x="11782150" y="4395575"/>
                <a:ext cx="116700" cy="67000"/>
              </a:xfrm>
              <a:custGeom>
                <a:avLst/>
                <a:gdLst/>
                <a:ahLst/>
                <a:cxnLst/>
                <a:rect l="l" t="t" r="r" b="b"/>
                <a:pathLst>
                  <a:path w="4668" h="2680" extrusionOk="0">
                    <a:moveTo>
                      <a:pt x="0" y="0"/>
                    </a:moveTo>
                    <a:lnTo>
                      <a:pt x="1470" y="2161"/>
                    </a:lnTo>
                    <a:lnTo>
                      <a:pt x="4668" y="2679"/>
                    </a:lnTo>
                    <a:lnTo>
                      <a:pt x="3177" y="5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2" name="Google Shape;6462;p29">
                <a:extLst>
                  <a:ext uri="{FF2B5EF4-FFF2-40B4-BE49-F238E27FC236}">
                    <a16:creationId xmlns:a16="http://schemas.microsoft.com/office/drawing/2014/main" id="{E57380EC-BCBD-6A3B-2907-01A6A1D379B1}"/>
                  </a:ext>
                </a:extLst>
              </p:cNvPr>
              <p:cNvSpPr/>
              <p:nvPr/>
            </p:nvSpPr>
            <p:spPr>
              <a:xfrm>
                <a:off x="11681125" y="4406375"/>
                <a:ext cx="60525" cy="118325"/>
              </a:xfrm>
              <a:custGeom>
                <a:avLst/>
                <a:gdLst/>
                <a:ahLst/>
                <a:cxnLst/>
                <a:rect l="l" t="t" r="r" b="b"/>
                <a:pathLst>
                  <a:path w="2421" h="4733" extrusionOk="0">
                    <a:moveTo>
                      <a:pt x="2421" y="0"/>
                    </a:moveTo>
                    <a:lnTo>
                      <a:pt x="195" y="1750"/>
                    </a:lnTo>
                    <a:lnTo>
                      <a:pt x="1" y="4732"/>
                    </a:lnTo>
                    <a:lnTo>
                      <a:pt x="1946" y="2960"/>
                    </a:lnTo>
                    <a:lnTo>
                      <a:pt x="242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3" name="Google Shape;6463;p29">
                <a:extLst>
                  <a:ext uri="{FF2B5EF4-FFF2-40B4-BE49-F238E27FC236}">
                    <a16:creationId xmlns:a16="http://schemas.microsoft.com/office/drawing/2014/main" id="{5E83AB01-C6E7-5FBA-D26A-3BF298DC329C}"/>
                  </a:ext>
                </a:extLst>
              </p:cNvPr>
              <p:cNvSpPr/>
              <p:nvPr/>
            </p:nvSpPr>
            <p:spPr>
              <a:xfrm>
                <a:off x="11599575" y="4374500"/>
                <a:ext cx="131825" cy="52425"/>
              </a:xfrm>
              <a:custGeom>
                <a:avLst/>
                <a:gdLst/>
                <a:ahLst/>
                <a:cxnLst/>
                <a:rect l="l" t="t" r="r" b="b"/>
                <a:pathLst>
                  <a:path w="5273" h="2097" extrusionOk="0">
                    <a:moveTo>
                      <a:pt x="2096" y="0"/>
                    </a:moveTo>
                    <a:lnTo>
                      <a:pt x="0" y="1578"/>
                    </a:lnTo>
                    <a:lnTo>
                      <a:pt x="3198" y="2096"/>
                    </a:lnTo>
                    <a:lnTo>
                      <a:pt x="5272" y="519"/>
                    </a:lnTo>
                    <a:lnTo>
                      <a:pt x="2096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4" name="Google Shape;6464;p29">
                <a:extLst>
                  <a:ext uri="{FF2B5EF4-FFF2-40B4-BE49-F238E27FC236}">
                    <a16:creationId xmlns:a16="http://schemas.microsoft.com/office/drawing/2014/main" id="{7A1D3374-45DC-EA9F-B0F0-9CC25D918CD6}"/>
                  </a:ext>
                </a:extLst>
              </p:cNvPr>
              <p:cNvSpPr/>
              <p:nvPr/>
            </p:nvSpPr>
            <p:spPr>
              <a:xfrm>
                <a:off x="11749200" y="4369625"/>
                <a:ext cx="22175" cy="21650"/>
              </a:xfrm>
              <a:custGeom>
                <a:avLst/>
                <a:gdLst/>
                <a:ahLst/>
                <a:cxnLst/>
                <a:rect l="l" t="t" r="r" b="b"/>
                <a:pathLst>
                  <a:path w="887" h="866" extrusionOk="0">
                    <a:moveTo>
                      <a:pt x="346" y="1"/>
                    </a:moveTo>
                    <a:lnTo>
                      <a:pt x="260" y="22"/>
                    </a:lnTo>
                    <a:lnTo>
                      <a:pt x="195" y="66"/>
                    </a:lnTo>
                    <a:lnTo>
                      <a:pt x="130" y="130"/>
                    </a:lnTo>
                    <a:lnTo>
                      <a:pt x="65" y="195"/>
                    </a:lnTo>
                    <a:lnTo>
                      <a:pt x="44" y="282"/>
                    </a:lnTo>
                    <a:lnTo>
                      <a:pt x="22" y="368"/>
                    </a:lnTo>
                    <a:lnTo>
                      <a:pt x="0" y="455"/>
                    </a:lnTo>
                    <a:lnTo>
                      <a:pt x="22" y="541"/>
                    </a:lnTo>
                    <a:lnTo>
                      <a:pt x="44" y="606"/>
                    </a:lnTo>
                    <a:lnTo>
                      <a:pt x="87" y="692"/>
                    </a:lnTo>
                    <a:lnTo>
                      <a:pt x="152" y="736"/>
                    </a:lnTo>
                    <a:lnTo>
                      <a:pt x="216" y="800"/>
                    </a:lnTo>
                    <a:lnTo>
                      <a:pt x="281" y="844"/>
                    </a:lnTo>
                    <a:lnTo>
                      <a:pt x="368" y="865"/>
                    </a:lnTo>
                    <a:lnTo>
                      <a:pt x="454" y="865"/>
                    </a:lnTo>
                    <a:lnTo>
                      <a:pt x="541" y="844"/>
                    </a:lnTo>
                    <a:lnTo>
                      <a:pt x="627" y="822"/>
                    </a:lnTo>
                    <a:lnTo>
                      <a:pt x="692" y="779"/>
                    </a:lnTo>
                    <a:lnTo>
                      <a:pt x="757" y="736"/>
                    </a:lnTo>
                    <a:lnTo>
                      <a:pt x="821" y="649"/>
                    </a:lnTo>
                    <a:lnTo>
                      <a:pt x="843" y="584"/>
                    </a:lnTo>
                    <a:lnTo>
                      <a:pt x="865" y="498"/>
                    </a:lnTo>
                    <a:lnTo>
                      <a:pt x="886" y="411"/>
                    </a:lnTo>
                    <a:lnTo>
                      <a:pt x="865" y="325"/>
                    </a:lnTo>
                    <a:lnTo>
                      <a:pt x="843" y="239"/>
                    </a:lnTo>
                    <a:lnTo>
                      <a:pt x="800" y="174"/>
                    </a:lnTo>
                    <a:lnTo>
                      <a:pt x="735" y="109"/>
                    </a:lnTo>
                    <a:lnTo>
                      <a:pt x="670" y="66"/>
                    </a:lnTo>
                    <a:lnTo>
                      <a:pt x="605" y="22"/>
                    </a:lnTo>
                    <a:lnTo>
                      <a:pt x="519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5" name="Google Shape;6465;p29">
                <a:extLst>
                  <a:ext uri="{FF2B5EF4-FFF2-40B4-BE49-F238E27FC236}">
                    <a16:creationId xmlns:a16="http://schemas.microsoft.com/office/drawing/2014/main" id="{CC23FA80-5E82-1DF4-2D5C-9DE7EE973231}"/>
                  </a:ext>
                </a:extLst>
              </p:cNvPr>
              <p:cNvSpPr/>
              <p:nvPr/>
            </p:nvSpPr>
            <p:spPr>
              <a:xfrm>
                <a:off x="11734625" y="2678300"/>
                <a:ext cx="387325" cy="748200"/>
              </a:xfrm>
              <a:custGeom>
                <a:avLst/>
                <a:gdLst/>
                <a:ahLst/>
                <a:cxnLst/>
                <a:rect l="l" t="t" r="r" b="b"/>
                <a:pathLst>
                  <a:path w="15493" h="29928" extrusionOk="0">
                    <a:moveTo>
                      <a:pt x="10199" y="1"/>
                    </a:moveTo>
                    <a:lnTo>
                      <a:pt x="9680" y="44"/>
                    </a:lnTo>
                    <a:lnTo>
                      <a:pt x="9162" y="152"/>
                    </a:lnTo>
                    <a:lnTo>
                      <a:pt x="8643" y="303"/>
                    </a:lnTo>
                    <a:lnTo>
                      <a:pt x="8103" y="498"/>
                    </a:lnTo>
                    <a:lnTo>
                      <a:pt x="7563" y="735"/>
                    </a:lnTo>
                    <a:lnTo>
                      <a:pt x="7022" y="1059"/>
                    </a:lnTo>
                    <a:lnTo>
                      <a:pt x="6482" y="1405"/>
                    </a:lnTo>
                    <a:lnTo>
                      <a:pt x="5964" y="1837"/>
                    </a:lnTo>
                    <a:lnTo>
                      <a:pt x="5423" y="2313"/>
                    </a:lnTo>
                    <a:lnTo>
                      <a:pt x="4883" y="2874"/>
                    </a:lnTo>
                    <a:lnTo>
                      <a:pt x="4365" y="3458"/>
                    </a:lnTo>
                    <a:lnTo>
                      <a:pt x="3868" y="4084"/>
                    </a:lnTo>
                    <a:lnTo>
                      <a:pt x="3414" y="4754"/>
                    </a:lnTo>
                    <a:lnTo>
                      <a:pt x="3003" y="5424"/>
                    </a:lnTo>
                    <a:lnTo>
                      <a:pt x="2615" y="6116"/>
                    </a:lnTo>
                    <a:lnTo>
                      <a:pt x="2269" y="6850"/>
                    </a:lnTo>
                    <a:lnTo>
                      <a:pt x="1945" y="7585"/>
                    </a:lnTo>
                    <a:lnTo>
                      <a:pt x="1642" y="8341"/>
                    </a:lnTo>
                    <a:lnTo>
                      <a:pt x="1383" y="9119"/>
                    </a:lnTo>
                    <a:lnTo>
                      <a:pt x="1145" y="9918"/>
                    </a:lnTo>
                    <a:lnTo>
                      <a:pt x="929" y="10740"/>
                    </a:lnTo>
                    <a:lnTo>
                      <a:pt x="735" y="11561"/>
                    </a:lnTo>
                    <a:lnTo>
                      <a:pt x="562" y="12382"/>
                    </a:lnTo>
                    <a:lnTo>
                      <a:pt x="432" y="13224"/>
                    </a:lnTo>
                    <a:lnTo>
                      <a:pt x="303" y="14089"/>
                    </a:lnTo>
                    <a:lnTo>
                      <a:pt x="216" y="14931"/>
                    </a:lnTo>
                    <a:lnTo>
                      <a:pt x="130" y="15796"/>
                    </a:lnTo>
                    <a:lnTo>
                      <a:pt x="65" y="16660"/>
                    </a:lnTo>
                    <a:lnTo>
                      <a:pt x="22" y="17524"/>
                    </a:lnTo>
                    <a:lnTo>
                      <a:pt x="0" y="18389"/>
                    </a:lnTo>
                    <a:lnTo>
                      <a:pt x="0" y="19253"/>
                    </a:lnTo>
                    <a:lnTo>
                      <a:pt x="0" y="20096"/>
                    </a:lnTo>
                    <a:lnTo>
                      <a:pt x="22" y="20960"/>
                    </a:lnTo>
                    <a:lnTo>
                      <a:pt x="86" y="22645"/>
                    </a:lnTo>
                    <a:lnTo>
                      <a:pt x="216" y="24287"/>
                    </a:lnTo>
                    <a:lnTo>
                      <a:pt x="389" y="25886"/>
                    </a:lnTo>
                    <a:lnTo>
                      <a:pt x="562" y="27421"/>
                    </a:lnTo>
                    <a:lnTo>
                      <a:pt x="691" y="27550"/>
                    </a:lnTo>
                    <a:lnTo>
                      <a:pt x="864" y="27745"/>
                    </a:lnTo>
                    <a:lnTo>
                      <a:pt x="1210" y="28220"/>
                    </a:lnTo>
                    <a:lnTo>
                      <a:pt x="1642" y="28739"/>
                    </a:lnTo>
                    <a:lnTo>
                      <a:pt x="1880" y="28998"/>
                    </a:lnTo>
                    <a:lnTo>
                      <a:pt x="2118" y="29257"/>
                    </a:lnTo>
                    <a:lnTo>
                      <a:pt x="2398" y="29473"/>
                    </a:lnTo>
                    <a:lnTo>
                      <a:pt x="2679" y="29668"/>
                    </a:lnTo>
                    <a:lnTo>
                      <a:pt x="2809" y="29754"/>
                    </a:lnTo>
                    <a:lnTo>
                      <a:pt x="2960" y="29819"/>
                    </a:lnTo>
                    <a:lnTo>
                      <a:pt x="3111" y="29862"/>
                    </a:lnTo>
                    <a:lnTo>
                      <a:pt x="3284" y="29905"/>
                    </a:lnTo>
                    <a:lnTo>
                      <a:pt x="3436" y="29927"/>
                    </a:lnTo>
                    <a:lnTo>
                      <a:pt x="3608" y="29927"/>
                    </a:lnTo>
                    <a:lnTo>
                      <a:pt x="3760" y="29905"/>
                    </a:lnTo>
                    <a:lnTo>
                      <a:pt x="3933" y="29862"/>
                    </a:lnTo>
                    <a:lnTo>
                      <a:pt x="4105" y="29797"/>
                    </a:lnTo>
                    <a:lnTo>
                      <a:pt x="4278" y="29711"/>
                    </a:lnTo>
                    <a:lnTo>
                      <a:pt x="4451" y="29603"/>
                    </a:lnTo>
                    <a:lnTo>
                      <a:pt x="4646" y="29473"/>
                    </a:lnTo>
                    <a:lnTo>
                      <a:pt x="5186" y="28155"/>
                    </a:lnTo>
                    <a:lnTo>
                      <a:pt x="5748" y="26859"/>
                    </a:lnTo>
                    <a:lnTo>
                      <a:pt x="6353" y="25562"/>
                    </a:lnTo>
                    <a:lnTo>
                      <a:pt x="6979" y="24287"/>
                    </a:lnTo>
                    <a:lnTo>
                      <a:pt x="7606" y="23013"/>
                    </a:lnTo>
                    <a:lnTo>
                      <a:pt x="8254" y="21738"/>
                    </a:lnTo>
                    <a:lnTo>
                      <a:pt x="9572" y="19188"/>
                    </a:lnTo>
                    <a:lnTo>
                      <a:pt x="10890" y="16660"/>
                    </a:lnTo>
                    <a:lnTo>
                      <a:pt x="12208" y="14132"/>
                    </a:lnTo>
                    <a:lnTo>
                      <a:pt x="12835" y="12879"/>
                    </a:lnTo>
                    <a:lnTo>
                      <a:pt x="13461" y="11604"/>
                    </a:lnTo>
                    <a:lnTo>
                      <a:pt x="14066" y="10351"/>
                    </a:lnTo>
                    <a:lnTo>
                      <a:pt x="14650" y="9076"/>
                    </a:lnTo>
                    <a:lnTo>
                      <a:pt x="14931" y="8384"/>
                    </a:lnTo>
                    <a:lnTo>
                      <a:pt x="15147" y="7715"/>
                    </a:lnTo>
                    <a:lnTo>
                      <a:pt x="15320" y="7045"/>
                    </a:lnTo>
                    <a:lnTo>
                      <a:pt x="15428" y="6418"/>
                    </a:lnTo>
                    <a:lnTo>
                      <a:pt x="15493" y="5813"/>
                    </a:lnTo>
                    <a:lnTo>
                      <a:pt x="15493" y="5230"/>
                    </a:lnTo>
                    <a:lnTo>
                      <a:pt x="15471" y="4646"/>
                    </a:lnTo>
                    <a:lnTo>
                      <a:pt x="15385" y="4106"/>
                    </a:lnTo>
                    <a:lnTo>
                      <a:pt x="15255" y="3609"/>
                    </a:lnTo>
                    <a:lnTo>
                      <a:pt x="15104" y="3112"/>
                    </a:lnTo>
                    <a:lnTo>
                      <a:pt x="14888" y="2658"/>
                    </a:lnTo>
                    <a:lnTo>
                      <a:pt x="14650" y="2248"/>
                    </a:lnTo>
                    <a:lnTo>
                      <a:pt x="14391" y="1859"/>
                    </a:lnTo>
                    <a:lnTo>
                      <a:pt x="14066" y="1492"/>
                    </a:lnTo>
                    <a:lnTo>
                      <a:pt x="13742" y="1167"/>
                    </a:lnTo>
                    <a:lnTo>
                      <a:pt x="13375" y="887"/>
                    </a:lnTo>
                    <a:lnTo>
                      <a:pt x="12986" y="627"/>
                    </a:lnTo>
                    <a:lnTo>
                      <a:pt x="12554" y="411"/>
                    </a:lnTo>
                    <a:lnTo>
                      <a:pt x="12122" y="238"/>
                    </a:lnTo>
                    <a:lnTo>
                      <a:pt x="11668" y="109"/>
                    </a:lnTo>
                    <a:lnTo>
                      <a:pt x="11193" y="22"/>
                    </a:lnTo>
                    <a:lnTo>
                      <a:pt x="10696" y="1"/>
                    </a:lnTo>
                    <a:close/>
                  </a:path>
                </a:pathLst>
              </a:custGeom>
              <a:solidFill>
                <a:srgbClr val="424242">
                  <a:alpha val="55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6" name="Google Shape;6466;p29">
                <a:extLst>
                  <a:ext uri="{FF2B5EF4-FFF2-40B4-BE49-F238E27FC236}">
                    <a16:creationId xmlns:a16="http://schemas.microsoft.com/office/drawing/2014/main" id="{4A4765B0-3742-B981-26A9-1FBDA9BE3C54}"/>
                  </a:ext>
                </a:extLst>
              </p:cNvPr>
              <p:cNvSpPr/>
              <p:nvPr/>
            </p:nvSpPr>
            <p:spPr>
              <a:xfrm>
                <a:off x="10840075" y="2932725"/>
                <a:ext cx="599625" cy="608825"/>
              </a:xfrm>
              <a:custGeom>
                <a:avLst/>
                <a:gdLst/>
                <a:ahLst/>
                <a:cxnLst/>
                <a:rect l="l" t="t" r="r" b="b"/>
                <a:pathLst>
                  <a:path w="23985" h="24353" extrusionOk="0">
                    <a:moveTo>
                      <a:pt x="5661" y="1"/>
                    </a:moveTo>
                    <a:lnTo>
                      <a:pt x="5078" y="22"/>
                    </a:lnTo>
                    <a:lnTo>
                      <a:pt x="4494" y="87"/>
                    </a:lnTo>
                    <a:lnTo>
                      <a:pt x="3954" y="195"/>
                    </a:lnTo>
                    <a:lnTo>
                      <a:pt x="3457" y="346"/>
                    </a:lnTo>
                    <a:lnTo>
                      <a:pt x="2982" y="541"/>
                    </a:lnTo>
                    <a:lnTo>
                      <a:pt x="2528" y="757"/>
                    </a:lnTo>
                    <a:lnTo>
                      <a:pt x="2096" y="1016"/>
                    </a:lnTo>
                    <a:lnTo>
                      <a:pt x="1729" y="1319"/>
                    </a:lnTo>
                    <a:lnTo>
                      <a:pt x="1361" y="1643"/>
                    </a:lnTo>
                    <a:lnTo>
                      <a:pt x="1059" y="1989"/>
                    </a:lnTo>
                    <a:lnTo>
                      <a:pt x="778" y="2356"/>
                    </a:lnTo>
                    <a:lnTo>
                      <a:pt x="540" y="2767"/>
                    </a:lnTo>
                    <a:lnTo>
                      <a:pt x="346" y="3177"/>
                    </a:lnTo>
                    <a:lnTo>
                      <a:pt x="194" y="3631"/>
                    </a:lnTo>
                    <a:lnTo>
                      <a:pt x="86" y="4085"/>
                    </a:lnTo>
                    <a:lnTo>
                      <a:pt x="22" y="4560"/>
                    </a:lnTo>
                    <a:lnTo>
                      <a:pt x="0" y="5035"/>
                    </a:lnTo>
                    <a:lnTo>
                      <a:pt x="22" y="5532"/>
                    </a:lnTo>
                    <a:lnTo>
                      <a:pt x="86" y="6051"/>
                    </a:lnTo>
                    <a:lnTo>
                      <a:pt x="216" y="6569"/>
                    </a:lnTo>
                    <a:lnTo>
                      <a:pt x="389" y="7066"/>
                    </a:lnTo>
                    <a:lnTo>
                      <a:pt x="605" y="7585"/>
                    </a:lnTo>
                    <a:lnTo>
                      <a:pt x="886" y="8125"/>
                    </a:lnTo>
                    <a:lnTo>
                      <a:pt x="1210" y="8622"/>
                    </a:lnTo>
                    <a:lnTo>
                      <a:pt x="1599" y="9141"/>
                    </a:lnTo>
                    <a:lnTo>
                      <a:pt x="2053" y="9659"/>
                    </a:lnTo>
                    <a:lnTo>
                      <a:pt x="2550" y="10156"/>
                    </a:lnTo>
                    <a:lnTo>
                      <a:pt x="3111" y="10632"/>
                    </a:lnTo>
                    <a:lnTo>
                      <a:pt x="4213" y="11518"/>
                    </a:lnTo>
                    <a:lnTo>
                      <a:pt x="5315" y="12360"/>
                    </a:lnTo>
                    <a:lnTo>
                      <a:pt x="6461" y="13225"/>
                    </a:lnTo>
                    <a:lnTo>
                      <a:pt x="7584" y="14067"/>
                    </a:lnTo>
                    <a:lnTo>
                      <a:pt x="9896" y="15709"/>
                    </a:lnTo>
                    <a:lnTo>
                      <a:pt x="12230" y="17373"/>
                    </a:lnTo>
                    <a:lnTo>
                      <a:pt x="14542" y="19037"/>
                    </a:lnTo>
                    <a:lnTo>
                      <a:pt x="15709" y="19880"/>
                    </a:lnTo>
                    <a:lnTo>
                      <a:pt x="16854" y="20722"/>
                    </a:lnTo>
                    <a:lnTo>
                      <a:pt x="17977" y="21608"/>
                    </a:lnTo>
                    <a:lnTo>
                      <a:pt x="19101" y="22473"/>
                    </a:lnTo>
                    <a:lnTo>
                      <a:pt x="20203" y="23380"/>
                    </a:lnTo>
                    <a:lnTo>
                      <a:pt x="21283" y="24309"/>
                    </a:lnTo>
                    <a:lnTo>
                      <a:pt x="21499" y="24331"/>
                    </a:lnTo>
                    <a:lnTo>
                      <a:pt x="21716" y="24352"/>
                    </a:lnTo>
                    <a:lnTo>
                      <a:pt x="21910" y="24352"/>
                    </a:lnTo>
                    <a:lnTo>
                      <a:pt x="22083" y="24331"/>
                    </a:lnTo>
                    <a:lnTo>
                      <a:pt x="22256" y="24288"/>
                    </a:lnTo>
                    <a:lnTo>
                      <a:pt x="22407" y="24223"/>
                    </a:lnTo>
                    <a:lnTo>
                      <a:pt x="22558" y="24158"/>
                    </a:lnTo>
                    <a:lnTo>
                      <a:pt x="22688" y="24072"/>
                    </a:lnTo>
                    <a:lnTo>
                      <a:pt x="22818" y="23964"/>
                    </a:lnTo>
                    <a:lnTo>
                      <a:pt x="22926" y="23855"/>
                    </a:lnTo>
                    <a:lnTo>
                      <a:pt x="23034" y="23726"/>
                    </a:lnTo>
                    <a:lnTo>
                      <a:pt x="23120" y="23596"/>
                    </a:lnTo>
                    <a:lnTo>
                      <a:pt x="23293" y="23294"/>
                    </a:lnTo>
                    <a:lnTo>
                      <a:pt x="23423" y="22970"/>
                    </a:lnTo>
                    <a:lnTo>
                      <a:pt x="23531" y="22624"/>
                    </a:lnTo>
                    <a:lnTo>
                      <a:pt x="23617" y="22300"/>
                    </a:lnTo>
                    <a:lnTo>
                      <a:pt x="23768" y="21630"/>
                    </a:lnTo>
                    <a:lnTo>
                      <a:pt x="23876" y="21047"/>
                    </a:lnTo>
                    <a:lnTo>
                      <a:pt x="23919" y="20809"/>
                    </a:lnTo>
                    <a:lnTo>
                      <a:pt x="23984" y="20614"/>
                    </a:lnTo>
                    <a:lnTo>
                      <a:pt x="23444" y="19167"/>
                    </a:lnTo>
                    <a:lnTo>
                      <a:pt x="22882" y="17676"/>
                    </a:lnTo>
                    <a:lnTo>
                      <a:pt x="22234" y="16163"/>
                    </a:lnTo>
                    <a:lnTo>
                      <a:pt x="21543" y="14607"/>
                    </a:lnTo>
                    <a:lnTo>
                      <a:pt x="21175" y="13851"/>
                    </a:lnTo>
                    <a:lnTo>
                      <a:pt x="20786" y="13073"/>
                    </a:lnTo>
                    <a:lnTo>
                      <a:pt x="20397" y="12317"/>
                    </a:lnTo>
                    <a:lnTo>
                      <a:pt x="19987" y="11561"/>
                    </a:lnTo>
                    <a:lnTo>
                      <a:pt x="19555" y="10805"/>
                    </a:lnTo>
                    <a:lnTo>
                      <a:pt x="19101" y="10070"/>
                    </a:lnTo>
                    <a:lnTo>
                      <a:pt x="18647" y="9335"/>
                    </a:lnTo>
                    <a:lnTo>
                      <a:pt x="18172" y="8622"/>
                    </a:lnTo>
                    <a:lnTo>
                      <a:pt x="17675" y="7909"/>
                    </a:lnTo>
                    <a:lnTo>
                      <a:pt x="17178" y="7218"/>
                    </a:lnTo>
                    <a:lnTo>
                      <a:pt x="16638" y="6569"/>
                    </a:lnTo>
                    <a:lnTo>
                      <a:pt x="16098" y="5921"/>
                    </a:lnTo>
                    <a:lnTo>
                      <a:pt x="15536" y="5295"/>
                    </a:lnTo>
                    <a:lnTo>
                      <a:pt x="14974" y="4690"/>
                    </a:lnTo>
                    <a:lnTo>
                      <a:pt x="14391" y="4106"/>
                    </a:lnTo>
                    <a:lnTo>
                      <a:pt x="13764" y="3566"/>
                    </a:lnTo>
                    <a:lnTo>
                      <a:pt x="13137" y="3047"/>
                    </a:lnTo>
                    <a:lnTo>
                      <a:pt x="12511" y="2572"/>
                    </a:lnTo>
                    <a:lnTo>
                      <a:pt x="11841" y="2118"/>
                    </a:lnTo>
                    <a:lnTo>
                      <a:pt x="11171" y="1708"/>
                    </a:lnTo>
                    <a:lnTo>
                      <a:pt x="10480" y="1319"/>
                    </a:lnTo>
                    <a:lnTo>
                      <a:pt x="9767" y="995"/>
                    </a:lnTo>
                    <a:lnTo>
                      <a:pt x="9032" y="692"/>
                    </a:lnTo>
                    <a:lnTo>
                      <a:pt x="8276" y="433"/>
                    </a:lnTo>
                    <a:lnTo>
                      <a:pt x="7584" y="260"/>
                    </a:lnTo>
                    <a:lnTo>
                      <a:pt x="6936" y="109"/>
                    </a:lnTo>
                    <a:lnTo>
                      <a:pt x="6288" y="44"/>
                    </a:lnTo>
                    <a:lnTo>
                      <a:pt x="5661" y="1"/>
                    </a:lnTo>
                    <a:close/>
                  </a:path>
                </a:pathLst>
              </a:custGeom>
              <a:solidFill>
                <a:srgbClr val="424242">
                  <a:alpha val="55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7" name="Google Shape;6467;p29">
                <a:extLst>
                  <a:ext uri="{FF2B5EF4-FFF2-40B4-BE49-F238E27FC236}">
                    <a16:creationId xmlns:a16="http://schemas.microsoft.com/office/drawing/2014/main" id="{1BDBBD8E-D2EE-DE7D-96D4-B10326B95897}"/>
                  </a:ext>
                </a:extLst>
              </p:cNvPr>
              <p:cNvSpPr/>
              <p:nvPr/>
            </p:nvSpPr>
            <p:spPr>
              <a:xfrm>
                <a:off x="11127450" y="3207700"/>
                <a:ext cx="284700" cy="298200"/>
              </a:xfrm>
              <a:custGeom>
                <a:avLst/>
                <a:gdLst/>
                <a:ahLst/>
                <a:cxnLst/>
                <a:rect l="l" t="t" r="r" b="b"/>
                <a:pathLst>
                  <a:path w="11388" h="11928" extrusionOk="0">
                    <a:moveTo>
                      <a:pt x="2485" y="0"/>
                    </a:moveTo>
                    <a:lnTo>
                      <a:pt x="1923" y="22"/>
                    </a:lnTo>
                    <a:lnTo>
                      <a:pt x="1664" y="43"/>
                    </a:lnTo>
                    <a:lnTo>
                      <a:pt x="1426" y="65"/>
                    </a:lnTo>
                    <a:lnTo>
                      <a:pt x="1210" y="108"/>
                    </a:lnTo>
                    <a:lnTo>
                      <a:pt x="1016" y="173"/>
                    </a:lnTo>
                    <a:lnTo>
                      <a:pt x="843" y="216"/>
                    </a:lnTo>
                    <a:lnTo>
                      <a:pt x="692" y="303"/>
                    </a:lnTo>
                    <a:lnTo>
                      <a:pt x="540" y="367"/>
                    </a:lnTo>
                    <a:lnTo>
                      <a:pt x="432" y="475"/>
                    </a:lnTo>
                    <a:lnTo>
                      <a:pt x="324" y="562"/>
                    </a:lnTo>
                    <a:lnTo>
                      <a:pt x="238" y="670"/>
                    </a:lnTo>
                    <a:lnTo>
                      <a:pt x="151" y="778"/>
                    </a:lnTo>
                    <a:lnTo>
                      <a:pt x="108" y="886"/>
                    </a:lnTo>
                    <a:lnTo>
                      <a:pt x="65" y="1016"/>
                    </a:lnTo>
                    <a:lnTo>
                      <a:pt x="22" y="1124"/>
                    </a:lnTo>
                    <a:lnTo>
                      <a:pt x="0" y="1253"/>
                    </a:lnTo>
                    <a:lnTo>
                      <a:pt x="0" y="1383"/>
                    </a:lnTo>
                    <a:lnTo>
                      <a:pt x="43" y="1664"/>
                    </a:lnTo>
                    <a:lnTo>
                      <a:pt x="108" y="1945"/>
                    </a:lnTo>
                    <a:lnTo>
                      <a:pt x="238" y="2226"/>
                    </a:lnTo>
                    <a:lnTo>
                      <a:pt x="411" y="2528"/>
                    </a:lnTo>
                    <a:lnTo>
                      <a:pt x="605" y="2809"/>
                    </a:lnTo>
                    <a:lnTo>
                      <a:pt x="821" y="3090"/>
                    </a:lnTo>
                    <a:lnTo>
                      <a:pt x="1081" y="3349"/>
                    </a:lnTo>
                    <a:lnTo>
                      <a:pt x="1880" y="4105"/>
                    </a:lnTo>
                    <a:lnTo>
                      <a:pt x="3068" y="5207"/>
                    </a:lnTo>
                    <a:lnTo>
                      <a:pt x="6094" y="7952"/>
                    </a:lnTo>
                    <a:lnTo>
                      <a:pt x="8946" y="10544"/>
                    </a:lnTo>
                    <a:lnTo>
                      <a:pt x="9918" y="11452"/>
                    </a:lnTo>
                    <a:lnTo>
                      <a:pt x="10393" y="11927"/>
                    </a:lnTo>
                    <a:lnTo>
                      <a:pt x="11387" y="11106"/>
                    </a:lnTo>
                    <a:lnTo>
                      <a:pt x="11193" y="10609"/>
                    </a:lnTo>
                    <a:lnTo>
                      <a:pt x="10912" y="9983"/>
                    </a:lnTo>
                    <a:lnTo>
                      <a:pt x="10566" y="9226"/>
                    </a:lnTo>
                    <a:lnTo>
                      <a:pt x="10134" y="8405"/>
                    </a:lnTo>
                    <a:lnTo>
                      <a:pt x="9637" y="7519"/>
                    </a:lnTo>
                    <a:lnTo>
                      <a:pt x="9097" y="6590"/>
                    </a:lnTo>
                    <a:lnTo>
                      <a:pt x="8514" y="5661"/>
                    </a:lnTo>
                    <a:lnTo>
                      <a:pt x="7887" y="4710"/>
                    </a:lnTo>
                    <a:lnTo>
                      <a:pt x="7217" y="3803"/>
                    </a:lnTo>
                    <a:lnTo>
                      <a:pt x="6547" y="2939"/>
                    </a:lnTo>
                    <a:lnTo>
                      <a:pt x="6202" y="2528"/>
                    </a:lnTo>
                    <a:lnTo>
                      <a:pt x="5856" y="2139"/>
                    </a:lnTo>
                    <a:lnTo>
                      <a:pt x="5488" y="1772"/>
                    </a:lnTo>
                    <a:lnTo>
                      <a:pt x="5143" y="1448"/>
                    </a:lnTo>
                    <a:lnTo>
                      <a:pt x="4797" y="1145"/>
                    </a:lnTo>
                    <a:lnTo>
                      <a:pt x="4451" y="864"/>
                    </a:lnTo>
                    <a:lnTo>
                      <a:pt x="4106" y="605"/>
                    </a:lnTo>
                    <a:lnTo>
                      <a:pt x="3781" y="411"/>
                    </a:lnTo>
                    <a:lnTo>
                      <a:pt x="3436" y="238"/>
                    </a:lnTo>
                    <a:lnTo>
                      <a:pt x="3112" y="108"/>
                    </a:lnTo>
                    <a:lnTo>
                      <a:pt x="2809" y="43"/>
                    </a:lnTo>
                    <a:lnTo>
                      <a:pt x="248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8" name="Google Shape;6468;p29">
                <a:extLst>
                  <a:ext uri="{FF2B5EF4-FFF2-40B4-BE49-F238E27FC236}">
                    <a16:creationId xmlns:a16="http://schemas.microsoft.com/office/drawing/2014/main" id="{4D4E1A2B-5845-C75B-42DF-4344ACD0A7BB}"/>
                  </a:ext>
                </a:extLst>
              </p:cNvPr>
              <p:cNvSpPr/>
              <p:nvPr/>
            </p:nvSpPr>
            <p:spPr>
              <a:xfrm>
                <a:off x="11791325" y="3020250"/>
                <a:ext cx="149125" cy="369500"/>
              </a:xfrm>
              <a:custGeom>
                <a:avLst/>
                <a:gdLst/>
                <a:ahLst/>
                <a:cxnLst/>
                <a:rect l="l" t="t" r="r" b="b"/>
                <a:pathLst>
                  <a:path w="5965" h="14780" extrusionOk="0">
                    <a:moveTo>
                      <a:pt x="4495" y="0"/>
                    </a:moveTo>
                    <a:lnTo>
                      <a:pt x="4322" y="43"/>
                    </a:lnTo>
                    <a:lnTo>
                      <a:pt x="4128" y="87"/>
                    </a:lnTo>
                    <a:lnTo>
                      <a:pt x="3912" y="130"/>
                    </a:lnTo>
                    <a:lnTo>
                      <a:pt x="3696" y="216"/>
                    </a:lnTo>
                    <a:lnTo>
                      <a:pt x="3458" y="303"/>
                    </a:lnTo>
                    <a:lnTo>
                      <a:pt x="2939" y="562"/>
                    </a:lnTo>
                    <a:lnTo>
                      <a:pt x="2680" y="735"/>
                    </a:lnTo>
                    <a:lnTo>
                      <a:pt x="2442" y="951"/>
                    </a:lnTo>
                    <a:lnTo>
                      <a:pt x="2205" y="1210"/>
                    </a:lnTo>
                    <a:lnTo>
                      <a:pt x="1989" y="1513"/>
                    </a:lnTo>
                    <a:lnTo>
                      <a:pt x="1773" y="1858"/>
                    </a:lnTo>
                    <a:lnTo>
                      <a:pt x="1578" y="2226"/>
                    </a:lnTo>
                    <a:lnTo>
                      <a:pt x="1405" y="2636"/>
                    </a:lnTo>
                    <a:lnTo>
                      <a:pt x="1232" y="3068"/>
                    </a:lnTo>
                    <a:lnTo>
                      <a:pt x="1081" y="3522"/>
                    </a:lnTo>
                    <a:lnTo>
                      <a:pt x="952" y="4019"/>
                    </a:lnTo>
                    <a:lnTo>
                      <a:pt x="822" y="4516"/>
                    </a:lnTo>
                    <a:lnTo>
                      <a:pt x="692" y="5035"/>
                    </a:lnTo>
                    <a:lnTo>
                      <a:pt x="476" y="6115"/>
                    </a:lnTo>
                    <a:lnTo>
                      <a:pt x="325" y="7217"/>
                    </a:lnTo>
                    <a:lnTo>
                      <a:pt x="195" y="8341"/>
                    </a:lnTo>
                    <a:lnTo>
                      <a:pt x="87" y="9464"/>
                    </a:lnTo>
                    <a:lnTo>
                      <a:pt x="44" y="10523"/>
                    </a:lnTo>
                    <a:lnTo>
                      <a:pt x="1" y="11539"/>
                    </a:lnTo>
                    <a:lnTo>
                      <a:pt x="1" y="12468"/>
                    </a:lnTo>
                    <a:lnTo>
                      <a:pt x="22" y="13289"/>
                    </a:lnTo>
                    <a:lnTo>
                      <a:pt x="66" y="13980"/>
                    </a:lnTo>
                    <a:lnTo>
                      <a:pt x="130" y="14520"/>
                    </a:lnTo>
                    <a:lnTo>
                      <a:pt x="1384" y="14780"/>
                    </a:lnTo>
                    <a:lnTo>
                      <a:pt x="1600" y="14153"/>
                    </a:lnTo>
                    <a:lnTo>
                      <a:pt x="2054" y="12900"/>
                    </a:lnTo>
                    <a:lnTo>
                      <a:pt x="3393" y="9291"/>
                    </a:lnTo>
                    <a:lnTo>
                      <a:pt x="4819" y="5445"/>
                    </a:lnTo>
                    <a:lnTo>
                      <a:pt x="5381" y="3933"/>
                    </a:lnTo>
                    <a:lnTo>
                      <a:pt x="5727" y="2896"/>
                    </a:lnTo>
                    <a:lnTo>
                      <a:pt x="5835" y="2550"/>
                    </a:lnTo>
                    <a:lnTo>
                      <a:pt x="5921" y="2204"/>
                    </a:lnTo>
                    <a:lnTo>
                      <a:pt x="5964" y="1858"/>
                    </a:lnTo>
                    <a:lnTo>
                      <a:pt x="5964" y="1513"/>
                    </a:lnTo>
                    <a:lnTo>
                      <a:pt x="5943" y="1210"/>
                    </a:lnTo>
                    <a:lnTo>
                      <a:pt x="5878" y="929"/>
                    </a:lnTo>
                    <a:lnTo>
                      <a:pt x="5792" y="670"/>
                    </a:lnTo>
                    <a:lnTo>
                      <a:pt x="5727" y="540"/>
                    </a:lnTo>
                    <a:lnTo>
                      <a:pt x="5640" y="432"/>
                    </a:lnTo>
                    <a:lnTo>
                      <a:pt x="5576" y="346"/>
                    </a:lnTo>
                    <a:lnTo>
                      <a:pt x="5467" y="259"/>
                    </a:lnTo>
                    <a:lnTo>
                      <a:pt x="5359" y="173"/>
                    </a:lnTo>
                    <a:lnTo>
                      <a:pt x="5251" y="108"/>
                    </a:lnTo>
                    <a:lnTo>
                      <a:pt x="5122" y="65"/>
                    </a:lnTo>
                    <a:lnTo>
                      <a:pt x="4992" y="22"/>
                    </a:lnTo>
                    <a:lnTo>
                      <a:pt x="484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9" name="Google Shape;6469;p29">
                <a:extLst>
                  <a:ext uri="{FF2B5EF4-FFF2-40B4-BE49-F238E27FC236}">
                    <a16:creationId xmlns:a16="http://schemas.microsoft.com/office/drawing/2014/main" id="{E25CC5FA-0EEF-FAB6-CAF1-F0A7C59C2180}"/>
                  </a:ext>
                </a:extLst>
              </p:cNvPr>
              <p:cNvSpPr/>
              <p:nvPr/>
            </p:nvSpPr>
            <p:spPr>
              <a:xfrm>
                <a:off x="11244675" y="3352450"/>
                <a:ext cx="874575" cy="874600"/>
              </a:xfrm>
              <a:custGeom>
                <a:avLst/>
                <a:gdLst/>
                <a:ahLst/>
                <a:cxnLst/>
                <a:rect l="l" t="t" r="r" b="b"/>
                <a:pathLst>
                  <a:path w="34983" h="34984" extrusionOk="0">
                    <a:moveTo>
                      <a:pt x="17221" y="1"/>
                    </a:moveTo>
                    <a:lnTo>
                      <a:pt x="16314" y="44"/>
                    </a:lnTo>
                    <a:lnTo>
                      <a:pt x="15428" y="109"/>
                    </a:lnTo>
                    <a:lnTo>
                      <a:pt x="14542" y="239"/>
                    </a:lnTo>
                    <a:lnTo>
                      <a:pt x="13678" y="411"/>
                    </a:lnTo>
                    <a:lnTo>
                      <a:pt x="12835" y="627"/>
                    </a:lnTo>
                    <a:lnTo>
                      <a:pt x="11992" y="865"/>
                    </a:lnTo>
                    <a:lnTo>
                      <a:pt x="11171" y="1168"/>
                    </a:lnTo>
                    <a:lnTo>
                      <a:pt x="10393" y="1492"/>
                    </a:lnTo>
                    <a:lnTo>
                      <a:pt x="9615" y="1859"/>
                    </a:lnTo>
                    <a:lnTo>
                      <a:pt x="8859" y="2270"/>
                    </a:lnTo>
                    <a:lnTo>
                      <a:pt x="8146" y="2702"/>
                    </a:lnTo>
                    <a:lnTo>
                      <a:pt x="7433" y="3177"/>
                    </a:lnTo>
                    <a:lnTo>
                      <a:pt x="6763" y="3674"/>
                    </a:lnTo>
                    <a:lnTo>
                      <a:pt x="6115" y="4193"/>
                    </a:lnTo>
                    <a:lnTo>
                      <a:pt x="5488" y="4754"/>
                    </a:lnTo>
                    <a:lnTo>
                      <a:pt x="4883" y="5360"/>
                    </a:lnTo>
                    <a:lnTo>
                      <a:pt x="4322" y="5965"/>
                    </a:lnTo>
                    <a:lnTo>
                      <a:pt x="3781" y="6613"/>
                    </a:lnTo>
                    <a:lnTo>
                      <a:pt x="3284" y="7283"/>
                    </a:lnTo>
                    <a:lnTo>
                      <a:pt x="2809" y="7974"/>
                    </a:lnTo>
                    <a:lnTo>
                      <a:pt x="2355" y="8687"/>
                    </a:lnTo>
                    <a:lnTo>
                      <a:pt x="1945" y="9443"/>
                    </a:lnTo>
                    <a:lnTo>
                      <a:pt x="1577" y="10200"/>
                    </a:lnTo>
                    <a:lnTo>
                      <a:pt x="1253" y="10977"/>
                    </a:lnTo>
                    <a:lnTo>
                      <a:pt x="951" y="11777"/>
                    </a:lnTo>
                    <a:lnTo>
                      <a:pt x="691" y="12576"/>
                    </a:lnTo>
                    <a:lnTo>
                      <a:pt x="475" y="13419"/>
                    </a:lnTo>
                    <a:lnTo>
                      <a:pt x="281" y="14262"/>
                    </a:lnTo>
                    <a:lnTo>
                      <a:pt x="151" y="15105"/>
                    </a:lnTo>
                    <a:lnTo>
                      <a:pt x="65" y="15990"/>
                    </a:lnTo>
                    <a:lnTo>
                      <a:pt x="0" y="16855"/>
                    </a:lnTo>
                    <a:lnTo>
                      <a:pt x="0" y="17762"/>
                    </a:lnTo>
                    <a:lnTo>
                      <a:pt x="22" y="18648"/>
                    </a:lnTo>
                    <a:lnTo>
                      <a:pt x="108" y="19556"/>
                    </a:lnTo>
                    <a:lnTo>
                      <a:pt x="238" y="20442"/>
                    </a:lnTo>
                    <a:lnTo>
                      <a:pt x="411" y="21306"/>
                    </a:lnTo>
                    <a:lnTo>
                      <a:pt x="627" y="22149"/>
                    </a:lnTo>
                    <a:lnTo>
                      <a:pt x="864" y="22991"/>
                    </a:lnTo>
                    <a:lnTo>
                      <a:pt x="1167" y="23791"/>
                    </a:lnTo>
                    <a:lnTo>
                      <a:pt x="1491" y="24590"/>
                    </a:lnTo>
                    <a:lnTo>
                      <a:pt x="1858" y="25368"/>
                    </a:lnTo>
                    <a:lnTo>
                      <a:pt x="2269" y="26103"/>
                    </a:lnTo>
                    <a:lnTo>
                      <a:pt x="2701" y="26837"/>
                    </a:lnTo>
                    <a:lnTo>
                      <a:pt x="3155" y="27529"/>
                    </a:lnTo>
                    <a:lnTo>
                      <a:pt x="3673" y="28220"/>
                    </a:lnTo>
                    <a:lnTo>
                      <a:pt x="4192" y="28869"/>
                    </a:lnTo>
                    <a:lnTo>
                      <a:pt x="4754" y="29495"/>
                    </a:lnTo>
                    <a:lnTo>
                      <a:pt x="5359" y="30079"/>
                    </a:lnTo>
                    <a:lnTo>
                      <a:pt x="5964" y="30662"/>
                    </a:lnTo>
                    <a:lnTo>
                      <a:pt x="6612" y="31202"/>
                    </a:lnTo>
                    <a:lnTo>
                      <a:pt x="7282" y="31699"/>
                    </a:lnTo>
                    <a:lnTo>
                      <a:pt x="7973" y="32174"/>
                    </a:lnTo>
                    <a:lnTo>
                      <a:pt x="8686" y="32607"/>
                    </a:lnTo>
                    <a:lnTo>
                      <a:pt x="9442" y="33017"/>
                    </a:lnTo>
                    <a:lnTo>
                      <a:pt x="10199" y="33384"/>
                    </a:lnTo>
                    <a:lnTo>
                      <a:pt x="10977" y="33730"/>
                    </a:lnTo>
                    <a:lnTo>
                      <a:pt x="11776" y="34033"/>
                    </a:lnTo>
                    <a:lnTo>
                      <a:pt x="12576" y="34292"/>
                    </a:lnTo>
                    <a:lnTo>
                      <a:pt x="13418" y="34508"/>
                    </a:lnTo>
                    <a:lnTo>
                      <a:pt x="14261" y="34681"/>
                    </a:lnTo>
                    <a:lnTo>
                      <a:pt x="15104" y="34832"/>
                    </a:lnTo>
                    <a:lnTo>
                      <a:pt x="15990" y="34919"/>
                    </a:lnTo>
                    <a:lnTo>
                      <a:pt x="16854" y="34962"/>
                    </a:lnTo>
                    <a:lnTo>
                      <a:pt x="17761" y="34983"/>
                    </a:lnTo>
                    <a:lnTo>
                      <a:pt x="18647" y="34940"/>
                    </a:lnTo>
                    <a:lnTo>
                      <a:pt x="19555" y="34854"/>
                    </a:lnTo>
                    <a:lnTo>
                      <a:pt x="20441" y="34724"/>
                    </a:lnTo>
                    <a:lnTo>
                      <a:pt x="21305" y="34573"/>
                    </a:lnTo>
                    <a:lnTo>
                      <a:pt x="22148" y="34357"/>
                    </a:lnTo>
                    <a:lnTo>
                      <a:pt x="22969" y="34098"/>
                    </a:lnTo>
                    <a:lnTo>
                      <a:pt x="23790" y="33817"/>
                    </a:lnTo>
                    <a:lnTo>
                      <a:pt x="24589" y="33471"/>
                    </a:lnTo>
                    <a:lnTo>
                      <a:pt x="25346" y="33125"/>
                    </a:lnTo>
                    <a:lnTo>
                      <a:pt x="26102" y="32715"/>
                    </a:lnTo>
                    <a:lnTo>
                      <a:pt x="26837" y="32283"/>
                    </a:lnTo>
                    <a:lnTo>
                      <a:pt x="27528" y="31807"/>
                    </a:lnTo>
                    <a:lnTo>
                      <a:pt x="28219" y="31310"/>
                    </a:lnTo>
                    <a:lnTo>
                      <a:pt x="28868" y="30770"/>
                    </a:lnTo>
                    <a:lnTo>
                      <a:pt x="29494" y="30208"/>
                    </a:lnTo>
                    <a:lnTo>
                      <a:pt x="30078" y="29625"/>
                    </a:lnTo>
                    <a:lnTo>
                      <a:pt x="30661" y="28998"/>
                    </a:lnTo>
                    <a:lnTo>
                      <a:pt x="31180" y="28350"/>
                    </a:lnTo>
                    <a:lnTo>
                      <a:pt x="31698" y="27680"/>
                    </a:lnTo>
                    <a:lnTo>
                      <a:pt x="32174" y="26989"/>
                    </a:lnTo>
                    <a:lnTo>
                      <a:pt x="32606" y="26276"/>
                    </a:lnTo>
                    <a:lnTo>
                      <a:pt x="33016" y="25541"/>
                    </a:lnTo>
                    <a:lnTo>
                      <a:pt x="33384" y="24785"/>
                    </a:lnTo>
                    <a:lnTo>
                      <a:pt x="33729" y="24007"/>
                    </a:lnTo>
                    <a:lnTo>
                      <a:pt x="34032" y="23207"/>
                    </a:lnTo>
                    <a:lnTo>
                      <a:pt x="34291" y="22386"/>
                    </a:lnTo>
                    <a:lnTo>
                      <a:pt x="34507" y="21565"/>
                    </a:lnTo>
                    <a:lnTo>
                      <a:pt x="34680" y="20722"/>
                    </a:lnTo>
                    <a:lnTo>
                      <a:pt x="34810" y="19858"/>
                    </a:lnTo>
                    <a:lnTo>
                      <a:pt x="34918" y="18994"/>
                    </a:lnTo>
                    <a:lnTo>
                      <a:pt x="34961" y="18108"/>
                    </a:lnTo>
                    <a:lnTo>
                      <a:pt x="34983" y="17222"/>
                    </a:lnTo>
                    <a:lnTo>
                      <a:pt x="34939" y="16315"/>
                    </a:lnTo>
                    <a:lnTo>
                      <a:pt x="34853" y="15429"/>
                    </a:lnTo>
                    <a:lnTo>
                      <a:pt x="34723" y="14543"/>
                    </a:lnTo>
                    <a:lnTo>
                      <a:pt x="34550" y="13678"/>
                    </a:lnTo>
                    <a:lnTo>
                      <a:pt x="34356" y="12836"/>
                    </a:lnTo>
                    <a:lnTo>
                      <a:pt x="34097" y="11993"/>
                    </a:lnTo>
                    <a:lnTo>
                      <a:pt x="33816" y="11172"/>
                    </a:lnTo>
                    <a:lnTo>
                      <a:pt x="33470" y="10394"/>
                    </a:lnTo>
                    <a:lnTo>
                      <a:pt x="33103" y="9616"/>
                    </a:lnTo>
                    <a:lnTo>
                      <a:pt x="32714" y="8860"/>
                    </a:lnTo>
                    <a:lnTo>
                      <a:pt x="32282" y="8147"/>
                    </a:lnTo>
                    <a:lnTo>
                      <a:pt x="31806" y="7434"/>
                    </a:lnTo>
                    <a:lnTo>
                      <a:pt x="31309" y="6764"/>
                    </a:lnTo>
                    <a:lnTo>
                      <a:pt x="30769" y="6116"/>
                    </a:lnTo>
                    <a:lnTo>
                      <a:pt x="30207" y="5489"/>
                    </a:lnTo>
                    <a:lnTo>
                      <a:pt x="29624" y="4884"/>
                    </a:lnTo>
                    <a:lnTo>
                      <a:pt x="28997" y="4322"/>
                    </a:lnTo>
                    <a:lnTo>
                      <a:pt x="28349" y="3782"/>
                    </a:lnTo>
                    <a:lnTo>
                      <a:pt x="27679" y="3285"/>
                    </a:lnTo>
                    <a:lnTo>
                      <a:pt x="26988" y="2810"/>
                    </a:lnTo>
                    <a:lnTo>
                      <a:pt x="26275" y="2356"/>
                    </a:lnTo>
                    <a:lnTo>
                      <a:pt x="25540" y="1946"/>
                    </a:lnTo>
                    <a:lnTo>
                      <a:pt x="24784" y="1578"/>
                    </a:lnTo>
                    <a:lnTo>
                      <a:pt x="24006" y="1254"/>
                    </a:lnTo>
                    <a:lnTo>
                      <a:pt x="23206" y="952"/>
                    </a:lnTo>
                    <a:lnTo>
                      <a:pt x="22385" y="692"/>
                    </a:lnTo>
                    <a:lnTo>
                      <a:pt x="21564" y="476"/>
                    </a:lnTo>
                    <a:lnTo>
                      <a:pt x="20722" y="282"/>
                    </a:lnTo>
                    <a:lnTo>
                      <a:pt x="19857" y="152"/>
                    </a:lnTo>
                    <a:lnTo>
                      <a:pt x="18993" y="66"/>
                    </a:lnTo>
                    <a:lnTo>
                      <a:pt x="18107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0" name="Google Shape;6470;p29">
                <a:extLst>
                  <a:ext uri="{FF2B5EF4-FFF2-40B4-BE49-F238E27FC236}">
                    <a16:creationId xmlns:a16="http://schemas.microsoft.com/office/drawing/2014/main" id="{D2279F41-8B16-F532-D4DE-485E9D128434}"/>
                  </a:ext>
                </a:extLst>
              </p:cNvPr>
              <p:cNvSpPr/>
              <p:nvPr/>
            </p:nvSpPr>
            <p:spPr>
              <a:xfrm>
                <a:off x="11507725" y="3671175"/>
                <a:ext cx="61075" cy="83200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3328" extrusionOk="0">
                    <a:moveTo>
                      <a:pt x="1103" y="0"/>
                    </a:moveTo>
                    <a:lnTo>
                      <a:pt x="973" y="22"/>
                    </a:lnTo>
                    <a:lnTo>
                      <a:pt x="865" y="65"/>
                    </a:lnTo>
                    <a:lnTo>
                      <a:pt x="736" y="108"/>
                    </a:lnTo>
                    <a:lnTo>
                      <a:pt x="627" y="173"/>
                    </a:lnTo>
                    <a:lnTo>
                      <a:pt x="519" y="238"/>
                    </a:lnTo>
                    <a:lnTo>
                      <a:pt x="433" y="346"/>
                    </a:lnTo>
                    <a:lnTo>
                      <a:pt x="347" y="454"/>
                    </a:lnTo>
                    <a:lnTo>
                      <a:pt x="260" y="584"/>
                    </a:lnTo>
                    <a:lnTo>
                      <a:pt x="131" y="843"/>
                    </a:lnTo>
                    <a:lnTo>
                      <a:pt x="44" y="1124"/>
                    </a:lnTo>
                    <a:lnTo>
                      <a:pt x="1" y="1426"/>
                    </a:lnTo>
                    <a:lnTo>
                      <a:pt x="1" y="1750"/>
                    </a:lnTo>
                    <a:lnTo>
                      <a:pt x="44" y="2075"/>
                    </a:lnTo>
                    <a:lnTo>
                      <a:pt x="131" y="2356"/>
                    </a:lnTo>
                    <a:lnTo>
                      <a:pt x="260" y="2636"/>
                    </a:lnTo>
                    <a:lnTo>
                      <a:pt x="411" y="2874"/>
                    </a:lnTo>
                    <a:lnTo>
                      <a:pt x="606" y="3047"/>
                    </a:lnTo>
                    <a:lnTo>
                      <a:pt x="692" y="3133"/>
                    </a:lnTo>
                    <a:lnTo>
                      <a:pt x="800" y="3198"/>
                    </a:lnTo>
                    <a:lnTo>
                      <a:pt x="908" y="3263"/>
                    </a:lnTo>
                    <a:lnTo>
                      <a:pt x="1038" y="3285"/>
                    </a:lnTo>
                    <a:lnTo>
                      <a:pt x="1146" y="3306"/>
                    </a:lnTo>
                    <a:lnTo>
                      <a:pt x="1276" y="3328"/>
                    </a:lnTo>
                    <a:lnTo>
                      <a:pt x="1341" y="3328"/>
                    </a:lnTo>
                    <a:lnTo>
                      <a:pt x="1449" y="3306"/>
                    </a:lnTo>
                    <a:lnTo>
                      <a:pt x="1578" y="3263"/>
                    </a:lnTo>
                    <a:lnTo>
                      <a:pt x="1686" y="3220"/>
                    </a:lnTo>
                    <a:lnTo>
                      <a:pt x="1794" y="3155"/>
                    </a:lnTo>
                    <a:lnTo>
                      <a:pt x="1902" y="3090"/>
                    </a:lnTo>
                    <a:lnTo>
                      <a:pt x="1989" y="2982"/>
                    </a:lnTo>
                    <a:lnTo>
                      <a:pt x="2075" y="2896"/>
                    </a:lnTo>
                    <a:lnTo>
                      <a:pt x="2162" y="2788"/>
                    </a:lnTo>
                    <a:lnTo>
                      <a:pt x="2291" y="2528"/>
                    </a:lnTo>
                    <a:lnTo>
                      <a:pt x="2378" y="2226"/>
                    </a:lnTo>
                    <a:lnTo>
                      <a:pt x="2443" y="1923"/>
                    </a:lnTo>
                    <a:lnTo>
                      <a:pt x="2443" y="1578"/>
                    </a:lnTo>
                    <a:lnTo>
                      <a:pt x="2399" y="1254"/>
                    </a:lnTo>
                    <a:lnTo>
                      <a:pt x="2291" y="951"/>
                    </a:lnTo>
                    <a:lnTo>
                      <a:pt x="2162" y="670"/>
                    </a:lnTo>
                    <a:lnTo>
                      <a:pt x="2010" y="432"/>
                    </a:lnTo>
                    <a:lnTo>
                      <a:pt x="1902" y="324"/>
                    </a:lnTo>
                    <a:lnTo>
                      <a:pt x="1816" y="238"/>
                    </a:lnTo>
                    <a:lnTo>
                      <a:pt x="1708" y="173"/>
                    </a:lnTo>
                    <a:lnTo>
                      <a:pt x="1600" y="108"/>
                    </a:lnTo>
                    <a:lnTo>
                      <a:pt x="1470" y="43"/>
                    </a:lnTo>
                    <a:lnTo>
                      <a:pt x="1362" y="22"/>
                    </a:lnTo>
                    <a:lnTo>
                      <a:pt x="1232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1" name="Google Shape;6471;p29">
                <a:extLst>
                  <a:ext uri="{FF2B5EF4-FFF2-40B4-BE49-F238E27FC236}">
                    <a16:creationId xmlns:a16="http://schemas.microsoft.com/office/drawing/2014/main" id="{A1DE4904-825A-49D6-5A95-D4B7532D9F0A}"/>
                  </a:ext>
                </a:extLst>
              </p:cNvPr>
              <p:cNvSpPr/>
              <p:nvPr/>
            </p:nvSpPr>
            <p:spPr>
              <a:xfrm>
                <a:off x="11783225" y="3652800"/>
                <a:ext cx="61075" cy="83225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3329" extrusionOk="0">
                    <a:moveTo>
                      <a:pt x="1124" y="1"/>
                    </a:moveTo>
                    <a:lnTo>
                      <a:pt x="995" y="22"/>
                    </a:lnTo>
                    <a:lnTo>
                      <a:pt x="865" y="44"/>
                    </a:lnTo>
                    <a:lnTo>
                      <a:pt x="757" y="109"/>
                    </a:lnTo>
                    <a:lnTo>
                      <a:pt x="649" y="173"/>
                    </a:lnTo>
                    <a:lnTo>
                      <a:pt x="541" y="238"/>
                    </a:lnTo>
                    <a:lnTo>
                      <a:pt x="454" y="325"/>
                    </a:lnTo>
                    <a:lnTo>
                      <a:pt x="368" y="433"/>
                    </a:lnTo>
                    <a:lnTo>
                      <a:pt x="282" y="541"/>
                    </a:lnTo>
                    <a:lnTo>
                      <a:pt x="152" y="800"/>
                    </a:lnTo>
                    <a:lnTo>
                      <a:pt x="66" y="1081"/>
                    </a:lnTo>
                    <a:lnTo>
                      <a:pt x="1" y="1405"/>
                    </a:lnTo>
                    <a:lnTo>
                      <a:pt x="1" y="1751"/>
                    </a:lnTo>
                    <a:lnTo>
                      <a:pt x="44" y="2053"/>
                    </a:lnTo>
                    <a:lnTo>
                      <a:pt x="130" y="2356"/>
                    </a:lnTo>
                    <a:lnTo>
                      <a:pt x="260" y="2637"/>
                    </a:lnTo>
                    <a:lnTo>
                      <a:pt x="411" y="2853"/>
                    </a:lnTo>
                    <a:lnTo>
                      <a:pt x="606" y="3047"/>
                    </a:lnTo>
                    <a:lnTo>
                      <a:pt x="714" y="3134"/>
                    </a:lnTo>
                    <a:lnTo>
                      <a:pt x="822" y="3199"/>
                    </a:lnTo>
                    <a:lnTo>
                      <a:pt x="930" y="3242"/>
                    </a:lnTo>
                    <a:lnTo>
                      <a:pt x="1038" y="3285"/>
                    </a:lnTo>
                    <a:lnTo>
                      <a:pt x="1146" y="3307"/>
                    </a:lnTo>
                    <a:lnTo>
                      <a:pt x="1276" y="3328"/>
                    </a:lnTo>
                    <a:lnTo>
                      <a:pt x="1340" y="3328"/>
                    </a:lnTo>
                    <a:lnTo>
                      <a:pt x="1470" y="3307"/>
                    </a:lnTo>
                    <a:lnTo>
                      <a:pt x="1578" y="3263"/>
                    </a:lnTo>
                    <a:lnTo>
                      <a:pt x="1708" y="3220"/>
                    </a:lnTo>
                    <a:lnTo>
                      <a:pt x="1816" y="3155"/>
                    </a:lnTo>
                    <a:lnTo>
                      <a:pt x="1924" y="3069"/>
                    </a:lnTo>
                    <a:lnTo>
                      <a:pt x="2010" y="2982"/>
                    </a:lnTo>
                    <a:lnTo>
                      <a:pt x="2097" y="2874"/>
                    </a:lnTo>
                    <a:lnTo>
                      <a:pt x="2183" y="2745"/>
                    </a:lnTo>
                    <a:lnTo>
                      <a:pt x="2313" y="2485"/>
                    </a:lnTo>
                    <a:lnTo>
                      <a:pt x="2399" y="2205"/>
                    </a:lnTo>
                    <a:lnTo>
                      <a:pt x="2442" y="1902"/>
                    </a:lnTo>
                    <a:lnTo>
                      <a:pt x="2442" y="1578"/>
                    </a:lnTo>
                    <a:lnTo>
                      <a:pt x="2399" y="1254"/>
                    </a:lnTo>
                    <a:lnTo>
                      <a:pt x="2313" y="951"/>
                    </a:lnTo>
                    <a:lnTo>
                      <a:pt x="2183" y="692"/>
                    </a:lnTo>
                    <a:lnTo>
                      <a:pt x="2032" y="454"/>
                    </a:lnTo>
                    <a:lnTo>
                      <a:pt x="1859" y="260"/>
                    </a:lnTo>
                    <a:lnTo>
                      <a:pt x="1751" y="195"/>
                    </a:lnTo>
                    <a:lnTo>
                      <a:pt x="1643" y="130"/>
                    </a:lnTo>
                    <a:lnTo>
                      <a:pt x="1535" y="65"/>
                    </a:lnTo>
                    <a:lnTo>
                      <a:pt x="1427" y="22"/>
                    </a:lnTo>
                    <a:lnTo>
                      <a:pt x="129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2" name="Google Shape;6472;p29">
                <a:extLst>
                  <a:ext uri="{FF2B5EF4-FFF2-40B4-BE49-F238E27FC236}">
                    <a16:creationId xmlns:a16="http://schemas.microsoft.com/office/drawing/2014/main" id="{AF204482-D7F0-FC79-99BC-DE9DBDF4C6ED}"/>
                  </a:ext>
                </a:extLst>
              </p:cNvPr>
              <p:cNvSpPr/>
              <p:nvPr/>
            </p:nvSpPr>
            <p:spPr>
              <a:xfrm>
                <a:off x="11587150" y="3786225"/>
                <a:ext cx="195025" cy="121575"/>
              </a:xfrm>
              <a:custGeom>
                <a:avLst/>
                <a:gdLst/>
                <a:ahLst/>
                <a:cxnLst/>
                <a:rect l="l" t="t" r="r" b="b"/>
                <a:pathLst>
                  <a:path w="7801" h="4863" extrusionOk="0">
                    <a:moveTo>
                      <a:pt x="3911" y="1"/>
                    </a:moveTo>
                    <a:lnTo>
                      <a:pt x="3501" y="44"/>
                    </a:lnTo>
                    <a:lnTo>
                      <a:pt x="3198" y="109"/>
                    </a:lnTo>
                    <a:lnTo>
                      <a:pt x="2874" y="174"/>
                    </a:lnTo>
                    <a:lnTo>
                      <a:pt x="2550" y="260"/>
                    </a:lnTo>
                    <a:lnTo>
                      <a:pt x="2226" y="368"/>
                    </a:lnTo>
                    <a:lnTo>
                      <a:pt x="1923" y="476"/>
                    </a:lnTo>
                    <a:lnTo>
                      <a:pt x="1621" y="606"/>
                    </a:lnTo>
                    <a:lnTo>
                      <a:pt x="1340" y="735"/>
                    </a:lnTo>
                    <a:lnTo>
                      <a:pt x="1081" y="865"/>
                    </a:lnTo>
                    <a:lnTo>
                      <a:pt x="843" y="1016"/>
                    </a:lnTo>
                    <a:lnTo>
                      <a:pt x="605" y="1189"/>
                    </a:lnTo>
                    <a:lnTo>
                      <a:pt x="411" y="1340"/>
                    </a:lnTo>
                    <a:lnTo>
                      <a:pt x="259" y="1492"/>
                    </a:lnTo>
                    <a:lnTo>
                      <a:pt x="130" y="1664"/>
                    </a:lnTo>
                    <a:lnTo>
                      <a:pt x="43" y="1816"/>
                    </a:lnTo>
                    <a:lnTo>
                      <a:pt x="0" y="1989"/>
                    </a:lnTo>
                    <a:lnTo>
                      <a:pt x="0" y="2140"/>
                    </a:lnTo>
                    <a:lnTo>
                      <a:pt x="22" y="2334"/>
                    </a:lnTo>
                    <a:lnTo>
                      <a:pt x="108" y="2529"/>
                    </a:lnTo>
                    <a:lnTo>
                      <a:pt x="195" y="2745"/>
                    </a:lnTo>
                    <a:lnTo>
                      <a:pt x="324" y="2961"/>
                    </a:lnTo>
                    <a:lnTo>
                      <a:pt x="476" y="3177"/>
                    </a:lnTo>
                    <a:lnTo>
                      <a:pt x="670" y="3415"/>
                    </a:lnTo>
                    <a:lnTo>
                      <a:pt x="886" y="3631"/>
                    </a:lnTo>
                    <a:lnTo>
                      <a:pt x="1124" y="3847"/>
                    </a:lnTo>
                    <a:lnTo>
                      <a:pt x="1383" y="4063"/>
                    </a:lnTo>
                    <a:lnTo>
                      <a:pt x="1664" y="4236"/>
                    </a:lnTo>
                    <a:lnTo>
                      <a:pt x="1966" y="4409"/>
                    </a:lnTo>
                    <a:lnTo>
                      <a:pt x="2312" y="4560"/>
                    </a:lnTo>
                    <a:lnTo>
                      <a:pt x="2658" y="4690"/>
                    </a:lnTo>
                    <a:lnTo>
                      <a:pt x="3025" y="4776"/>
                    </a:lnTo>
                    <a:lnTo>
                      <a:pt x="3414" y="4841"/>
                    </a:lnTo>
                    <a:lnTo>
                      <a:pt x="3825" y="4862"/>
                    </a:lnTo>
                    <a:lnTo>
                      <a:pt x="4019" y="4862"/>
                    </a:lnTo>
                    <a:lnTo>
                      <a:pt x="4451" y="4819"/>
                    </a:lnTo>
                    <a:lnTo>
                      <a:pt x="4883" y="4733"/>
                    </a:lnTo>
                    <a:lnTo>
                      <a:pt x="5272" y="4603"/>
                    </a:lnTo>
                    <a:lnTo>
                      <a:pt x="5618" y="4430"/>
                    </a:lnTo>
                    <a:lnTo>
                      <a:pt x="5964" y="4236"/>
                    </a:lnTo>
                    <a:lnTo>
                      <a:pt x="6266" y="4020"/>
                    </a:lnTo>
                    <a:lnTo>
                      <a:pt x="6547" y="3782"/>
                    </a:lnTo>
                    <a:lnTo>
                      <a:pt x="6807" y="3523"/>
                    </a:lnTo>
                    <a:lnTo>
                      <a:pt x="7023" y="3263"/>
                    </a:lnTo>
                    <a:lnTo>
                      <a:pt x="7239" y="3004"/>
                    </a:lnTo>
                    <a:lnTo>
                      <a:pt x="7390" y="2723"/>
                    </a:lnTo>
                    <a:lnTo>
                      <a:pt x="7541" y="2464"/>
                    </a:lnTo>
                    <a:lnTo>
                      <a:pt x="7649" y="2205"/>
                    </a:lnTo>
                    <a:lnTo>
                      <a:pt x="7736" y="1967"/>
                    </a:lnTo>
                    <a:lnTo>
                      <a:pt x="7779" y="1751"/>
                    </a:lnTo>
                    <a:lnTo>
                      <a:pt x="7800" y="1578"/>
                    </a:lnTo>
                    <a:lnTo>
                      <a:pt x="7800" y="1405"/>
                    </a:lnTo>
                    <a:lnTo>
                      <a:pt x="7757" y="1232"/>
                    </a:lnTo>
                    <a:lnTo>
                      <a:pt x="7671" y="1081"/>
                    </a:lnTo>
                    <a:lnTo>
                      <a:pt x="7541" y="930"/>
                    </a:lnTo>
                    <a:lnTo>
                      <a:pt x="7433" y="822"/>
                    </a:lnTo>
                    <a:lnTo>
                      <a:pt x="7303" y="735"/>
                    </a:lnTo>
                    <a:lnTo>
                      <a:pt x="7001" y="562"/>
                    </a:lnTo>
                    <a:lnTo>
                      <a:pt x="6655" y="390"/>
                    </a:lnTo>
                    <a:lnTo>
                      <a:pt x="6245" y="260"/>
                    </a:lnTo>
                    <a:lnTo>
                      <a:pt x="5813" y="152"/>
                    </a:lnTo>
                    <a:lnTo>
                      <a:pt x="5337" y="66"/>
                    </a:lnTo>
                    <a:lnTo>
                      <a:pt x="484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3" name="Google Shape;6473;p29">
                <a:extLst>
                  <a:ext uri="{FF2B5EF4-FFF2-40B4-BE49-F238E27FC236}">
                    <a16:creationId xmlns:a16="http://schemas.microsoft.com/office/drawing/2014/main" id="{D274B57E-F846-F057-7522-D1FF64EAF0A0}"/>
                  </a:ext>
                </a:extLst>
              </p:cNvPr>
              <p:cNvSpPr/>
              <p:nvPr/>
            </p:nvSpPr>
            <p:spPr>
              <a:xfrm>
                <a:off x="11589850" y="3894275"/>
                <a:ext cx="207450" cy="117775"/>
              </a:xfrm>
              <a:custGeom>
                <a:avLst/>
                <a:gdLst/>
                <a:ahLst/>
                <a:cxnLst/>
                <a:rect l="l" t="t" r="r" b="b"/>
                <a:pathLst>
                  <a:path w="8298" h="4711" extrusionOk="0">
                    <a:moveTo>
                      <a:pt x="3868" y="0"/>
                    </a:moveTo>
                    <a:lnTo>
                      <a:pt x="3803" y="43"/>
                    </a:lnTo>
                    <a:lnTo>
                      <a:pt x="3738" y="87"/>
                    </a:lnTo>
                    <a:lnTo>
                      <a:pt x="3673" y="130"/>
                    </a:lnTo>
                    <a:lnTo>
                      <a:pt x="3630" y="195"/>
                    </a:lnTo>
                    <a:lnTo>
                      <a:pt x="3609" y="259"/>
                    </a:lnTo>
                    <a:lnTo>
                      <a:pt x="3587" y="346"/>
                    </a:lnTo>
                    <a:lnTo>
                      <a:pt x="3587" y="432"/>
                    </a:lnTo>
                    <a:lnTo>
                      <a:pt x="3803" y="3868"/>
                    </a:lnTo>
                    <a:lnTo>
                      <a:pt x="3436" y="3846"/>
                    </a:lnTo>
                    <a:lnTo>
                      <a:pt x="3068" y="3782"/>
                    </a:lnTo>
                    <a:lnTo>
                      <a:pt x="2680" y="3695"/>
                    </a:lnTo>
                    <a:lnTo>
                      <a:pt x="2291" y="3587"/>
                    </a:lnTo>
                    <a:lnTo>
                      <a:pt x="1880" y="3436"/>
                    </a:lnTo>
                    <a:lnTo>
                      <a:pt x="1470" y="3263"/>
                    </a:lnTo>
                    <a:lnTo>
                      <a:pt x="1059" y="3047"/>
                    </a:lnTo>
                    <a:lnTo>
                      <a:pt x="627" y="2809"/>
                    </a:lnTo>
                    <a:lnTo>
                      <a:pt x="540" y="2766"/>
                    </a:lnTo>
                    <a:lnTo>
                      <a:pt x="476" y="2744"/>
                    </a:lnTo>
                    <a:lnTo>
                      <a:pt x="389" y="2744"/>
                    </a:lnTo>
                    <a:lnTo>
                      <a:pt x="303" y="2766"/>
                    </a:lnTo>
                    <a:lnTo>
                      <a:pt x="238" y="2788"/>
                    </a:lnTo>
                    <a:lnTo>
                      <a:pt x="173" y="2831"/>
                    </a:lnTo>
                    <a:lnTo>
                      <a:pt x="108" y="2874"/>
                    </a:lnTo>
                    <a:lnTo>
                      <a:pt x="65" y="2939"/>
                    </a:lnTo>
                    <a:lnTo>
                      <a:pt x="22" y="3025"/>
                    </a:lnTo>
                    <a:lnTo>
                      <a:pt x="0" y="3112"/>
                    </a:lnTo>
                    <a:lnTo>
                      <a:pt x="0" y="3177"/>
                    </a:lnTo>
                    <a:lnTo>
                      <a:pt x="22" y="3263"/>
                    </a:lnTo>
                    <a:lnTo>
                      <a:pt x="43" y="3328"/>
                    </a:lnTo>
                    <a:lnTo>
                      <a:pt x="87" y="3393"/>
                    </a:lnTo>
                    <a:lnTo>
                      <a:pt x="151" y="3457"/>
                    </a:lnTo>
                    <a:lnTo>
                      <a:pt x="216" y="3501"/>
                    </a:lnTo>
                    <a:lnTo>
                      <a:pt x="713" y="3782"/>
                    </a:lnTo>
                    <a:lnTo>
                      <a:pt x="1210" y="4041"/>
                    </a:lnTo>
                    <a:lnTo>
                      <a:pt x="1686" y="4235"/>
                    </a:lnTo>
                    <a:lnTo>
                      <a:pt x="2139" y="4408"/>
                    </a:lnTo>
                    <a:lnTo>
                      <a:pt x="2615" y="4538"/>
                    </a:lnTo>
                    <a:lnTo>
                      <a:pt x="3047" y="4624"/>
                    </a:lnTo>
                    <a:lnTo>
                      <a:pt x="3501" y="4689"/>
                    </a:lnTo>
                    <a:lnTo>
                      <a:pt x="3933" y="4711"/>
                    </a:lnTo>
                    <a:lnTo>
                      <a:pt x="4192" y="4689"/>
                    </a:lnTo>
                    <a:lnTo>
                      <a:pt x="4451" y="4667"/>
                    </a:lnTo>
                    <a:lnTo>
                      <a:pt x="4711" y="4646"/>
                    </a:lnTo>
                    <a:lnTo>
                      <a:pt x="4970" y="4603"/>
                    </a:lnTo>
                    <a:lnTo>
                      <a:pt x="5229" y="4538"/>
                    </a:lnTo>
                    <a:lnTo>
                      <a:pt x="5489" y="4473"/>
                    </a:lnTo>
                    <a:lnTo>
                      <a:pt x="6007" y="4278"/>
                    </a:lnTo>
                    <a:lnTo>
                      <a:pt x="6526" y="4041"/>
                    </a:lnTo>
                    <a:lnTo>
                      <a:pt x="7066" y="3738"/>
                    </a:lnTo>
                    <a:lnTo>
                      <a:pt x="7584" y="3393"/>
                    </a:lnTo>
                    <a:lnTo>
                      <a:pt x="8146" y="2982"/>
                    </a:lnTo>
                    <a:lnTo>
                      <a:pt x="8211" y="2917"/>
                    </a:lnTo>
                    <a:lnTo>
                      <a:pt x="8254" y="2852"/>
                    </a:lnTo>
                    <a:lnTo>
                      <a:pt x="8276" y="2788"/>
                    </a:lnTo>
                    <a:lnTo>
                      <a:pt x="8297" y="2701"/>
                    </a:lnTo>
                    <a:lnTo>
                      <a:pt x="8297" y="2636"/>
                    </a:lnTo>
                    <a:lnTo>
                      <a:pt x="8297" y="2550"/>
                    </a:lnTo>
                    <a:lnTo>
                      <a:pt x="8254" y="2485"/>
                    </a:lnTo>
                    <a:lnTo>
                      <a:pt x="8211" y="2399"/>
                    </a:lnTo>
                    <a:lnTo>
                      <a:pt x="8168" y="2334"/>
                    </a:lnTo>
                    <a:lnTo>
                      <a:pt x="8081" y="2291"/>
                    </a:lnTo>
                    <a:lnTo>
                      <a:pt x="8017" y="2269"/>
                    </a:lnTo>
                    <a:lnTo>
                      <a:pt x="7952" y="2247"/>
                    </a:lnTo>
                    <a:lnTo>
                      <a:pt x="7865" y="2247"/>
                    </a:lnTo>
                    <a:lnTo>
                      <a:pt x="7779" y="2269"/>
                    </a:lnTo>
                    <a:lnTo>
                      <a:pt x="7714" y="2291"/>
                    </a:lnTo>
                    <a:lnTo>
                      <a:pt x="7649" y="2334"/>
                    </a:lnTo>
                    <a:lnTo>
                      <a:pt x="7239" y="2636"/>
                    </a:lnTo>
                    <a:lnTo>
                      <a:pt x="6850" y="2896"/>
                    </a:lnTo>
                    <a:lnTo>
                      <a:pt x="6482" y="3133"/>
                    </a:lnTo>
                    <a:lnTo>
                      <a:pt x="6094" y="3328"/>
                    </a:lnTo>
                    <a:lnTo>
                      <a:pt x="5726" y="3501"/>
                    </a:lnTo>
                    <a:lnTo>
                      <a:pt x="5359" y="3630"/>
                    </a:lnTo>
                    <a:lnTo>
                      <a:pt x="4992" y="3738"/>
                    </a:lnTo>
                    <a:lnTo>
                      <a:pt x="4624" y="3825"/>
                    </a:lnTo>
                    <a:lnTo>
                      <a:pt x="4387" y="368"/>
                    </a:lnTo>
                    <a:lnTo>
                      <a:pt x="4387" y="303"/>
                    </a:lnTo>
                    <a:lnTo>
                      <a:pt x="4343" y="216"/>
                    </a:lnTo>
                    <a:lnTo>
                      <a:pt x="4300" y="151"/>
                    </a:lnTo>
                    <a:lnTo>
                      <a:pt x="4257" y="87"/>
                    </a:lnTo>
                    <a:lnTo>
                      <a:pt x="4192" y="43"/>
                    </a:lnTo>
                    <a:lnTo>
                      <a:pt x="4127" y="22"/>
                    </a:lnTo>
                    <a:lnTo>
                      <a:pt x="404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4" name="Google Shape;6474;p29">
                <a:extLst>
                  <a:ext uri="{FF2B5EF4-FFF2-40B4-BE49-F238E27FC236}">
                    <a16:creationId xmlns:a16="http://schemas.microsoft.com/office/drawing/2014/main" id="{43B738C2-A892-C0A1-0B00-8AA24B04448F}"/>
                  </a:ext>
                </a:extLst>
              </p:cNvPr>
              <p:cNvSpPr/>
              <p:nvPr/>
            </p:nvSpPr>
            <p:spPr>
              <a:xfrm>
                <a:off x="11613600" y="3813775"/>
                <a:ext cx="54600" cy="37300"/>
              </a:xfrm>
              <a:custGeom>
                <a:avLst/>
                <a:gdLst/>
                <a:ahLst/>
                <a:cxnLst/>
                <a:rect l="l" t="t" r="r" b="b"/>
                <a:pathLst>
                  <a:path w="2184" h="1492" extrusionOk="0">
                    <a:moveTo>
                      <a:pt x="1773" y="1"/>
                    </a:moveTo>
                    <a:lnTo>
                      <a:pt x="1513" y="44"/>
                    </a:lnTo>
                    <a:lnTo>
                      <a:pt x="1276" y="87"/>
                    </a:lnTo>
                    <a:lnTo>
                      <a:pt x="1038" y="152"/>
                    </a:lnTo>
                    <a:lnTo>
                      <a:pt x="822" y="260"/>
                    </a:lnTo>
                    <a:lnTo>
                      <a:pt x="606" y="368"/>
                    </a:lnTo>
                    <a:lnTo>
                      <a:pt x="390" y="498"/>
                    </a:lnTo>
                    <a:lnTo>
                      <a:pt x="217" y="671"/>
                    </a:lnTo>
                    <a:lnTo>
                      <a:pt x="66" y="865"/>
                    </a:lnTo>
                    <a:lnTo>
                      <a:pt x="1" y="951"/>
                    </a:lnTo>
                    <a:lnTo>
                      <a:pt x="1" y="1059"/>
                    </a:lnTo>
                    <a:lnTo>
                      <a:pt x="1" y="1167"/>
                    </a:lnTo>
                    <a:lnTo>
                      <a:pt x="66" y="1276"/>
                    </a:lnTo>
                    <a:lnTo>
                      <a:pt x="131" y="1362"/>
                    </a:lnTo>
                    <a:lnTo>
                      <a:pt x="217" y="1427"/>
                    </a:lnTo>
                    <a:lnTo>
                      <a:pt x="303" y="1470"/>
                    </a:lnTo>
                    <a:lnTo>
                      <a:pt x="411" y="1492"/>
                    </a:lnTo>
                    <a:lnTo>
                      <a:pt x="628" y="1448"/>
                    </a:lnTo>
                    <a:lnTo>
                      <a:pt x="800" y="1405"/>
                    </a:lnTo>
                    <a:lnTo>
                      <a:pt x="995" y="1340"/>
                    </a:lnTo>
                    <a:lnTo>
                      <a:pt x="1168" y="1254"/>
                    </a:lnTo>
                    <a:lnTo>
                      <a:pt x="1492" y="1059"/>
                    </a:lnTo>
                    <a:lnTo>
                      <a:pt x="1838" y="865"/>
                    </a:lnTo>
                    <a:lnTo>
                      <a:pt x="1924" y="822"/>
                    </a:lnTo>
                    <a:lnTo>
                      <a:pt x="1967" y="757"/>
                    </a:lnTo>
                    <a:lnTo>
                      <a:pt x="2054" y="692"/>
                    </a:lnTo>
                    <a:lnTo>
                      <a:pt x="2118" y="627"/>
                    </a:lnTo>
                    <a:lnTo>
                      <a:pt x="2162" y="519"/>
                    </a:lnTo>
                    <a:lnTo>
                      <a:pt x="2183" y="411"/>
                    </a:lnTo>
                    <a:lnTo>
                      <a:pt x="2162" y="346"/>
                    </a:lnTo>
                    <a:lnTo>
                      <a:pt x="2140" y="260"/>
                    </a:lnTo>
                    <a:lnTo>
                      <a:pt x="2097" y="195"/>
                    </a:lnTo>
                    <a:lnTo>
                      <a:pt x="2054" y="130"/>
                    </a:lnTo>
                    <a:lnTo>
                      <a:pt x="1989" y="65"/>
                    </a:lnTo>
                    <a:lnTo>
                      <a:pt x="1924" y="22"/>
                    </a:lnTo>
                    <a:lnTo>
                      <a:pt x="183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475" name="Google Shape;6475;p29">
            <a:extLst>
              <a:ext uri="{FF2B5EF4-FFF2-40B4-BE49-F238E27FC236}">
                <a16:creationId xmlns:a16="http://schemas.microsoft.com/office/drawing/2014/main" id="{91D329D9-F08B-F4B2-C496-1E2C4505A3EA}"/>
              </a:ext>
            </a:extLst>
          </p:cNvPr>
          <p:cNvGrpSpPr/>
          <p:nvPr/>
        </p:nvGrpSpPr>
        <p:grpSpPr>
          <a:xfrm>
            <a:off x="7337107" y="3675577"/>
            <a:ext cx="1342018" cy="1287084"/>
            <a:chOff x="11127038" y="4083763"/>
            <a:chExt cx="1128600" cy="1082402"/>
          </a:xfrm>
        </p:grpSpPr>
        <p:sp>
          <p:nvSpPr>
            <p:cNvPr id="6476" name="Google Shape;6476;p29">
              <a:extLst>
                <a:ext uri="{FF2B5EF4-FFF2-40B4-BE49-F238E27FC236}">
                  <a16:creationId xmlns:a16="http://schemas.microsoft.com/office/drawing/2014/main" id="{5A7BF707-0060-02C2-B229-3C91B5DE849D}"/>
                </a:ext>
              </a:extLst>
            </p:cNvPr>
            <p:cNvSpPr/>
            <p:nvPr/>
          </p:nvSpPr>
          <p:spPr>
            <a:xfrm>
              <a:off x="11127038" y="4901864"/>
              <a:ext cx="1128600" cy="2643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29">
              <a:extLst>
                <a:ext uri="{FF2B5EF4-FFF2-40B4-BE49-F238E27FC236}">
                  <a16:creationId xmlns:a16="http://schemas.microsoft.com/office/drawing/2014/main" id="{2D99653C-618A-142F-33B2-A473140DF891}"/>
                </a:ext>
              </a:extLst>
            </p:cNvPr>
            <p:cNvSpPr/>
            <p:nvPr/>
          </p:nvSpPr>
          <p:spPr>
            <a:xfrm>
              <a:off x="12170550" y="4449763"/>
              <a:ext cx="4525" cy="7525"/>
            </a:xfrm>
            <a:custGeom>
              <a:avLst/>
              <a:gdLst/>
              <a:ahLst/>
              <a:cxnLst/>
              <a:rect l="l" t="t" r="r" b="b"/>
              <a:pathLst>
                <a:path w="181" h="301" extrusionOk="0">
                  <a:moveTo>
                    <a:pt x="140" y="0"/>
                  </a:moveTo>
                  <a:lnTo>
                    <a:pt x="0" y="281"/>
                  </a:lnTo>
                  <a:lnTo>
                    <a:pt x="0" y="301"/>
                  </a:lnTo>
                  <a:lnTo>
                    <a:pt x="40" y="301"/>
                  </a:lnTo>
                  <a:lnTo>
                    <a:pt x="181" y="40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DEDA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29">
              <a:extLst>
                <a:ext uri="{FF2B5EF4-FFF2-40B4-BE49-F238E27FC236}">
                  <a16:creationId xmlns:a16="http://schemas.microsoft.com/office/drawing/2014/main" id="{727C238C-016D-22ED-444C-763E960AEA87}"/>
                </a:ext>
              </a:extLst>
            </p:cNvPr>
            <p:cNvSpPr/>
            <p:nvPr/>
          </p:nvSpPr>
          <p:spPr>
            <a:xfrm>
              <a:off x="12170550" y="4449763"/>
              <a:ext cx="4525" cy="7525"/>
            </a:xfrm>
            <a:custGeom>
              <a:avLst/>
              <a:gdLst/>
              <a:ahLst/>
              <a:cxnLst/>
              <a:rect l="l" t="t" r="r" b="b"/>
              <a:pathLst>
                <a:path w="181" h="301" fill="none" extrusionOk="0">
                  <a:moveTo>
                    <a:pt x="140" y="0"/>
                  </a:moveTo>
                  <a:lnTo>
                    <a:pt x="140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0" y="281"/>
                  </a:lnTo>
                  <a:lnTo>
                    <a:pt x="0" y="281"/>
                  </a:lnTo>
                  <a:lnTo>
                    <a:pt x="0" y="301"/>
                  </a:lnTo>
                  <a:lnTo>
                    <a:pt x="20" y="301"/>
                  </a:lnTo>
                  <a:lnTo>
                    <a:pt x="20" y="301"/>
                  </a:lnTo>
                  <a:lnTo>
                    <a:pt x="40" y="301"/>
                  </a:lnTo>
                  <a:lnTo>
                    <a:pt x="40" y="301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60" y="0"/>
                  </a:lnTo>
                  <a:lnTo>
                    <a:pt x="14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29">
              <a:extLst>
                <a:ext uri="{FF2B5EF4-FFF2-40B4-BE49-F238E27FC236}">
                  <a16:creationId xmlns:a16="http://schemas.microsoft.com/office/drawing/2014/main" id="{B89CAC53-BDD2-3961-FD9E-A3C1634FA3FC}"/>
                </a:ext>
              </a:extLst>
            </p:cNvPr>
            <p:cNvSpPr/>
            <p:nvPr/>
          </p:nvSpPr>
          <p:spPr>
            <a:xfrm>
              <a:off x="11250550" y="4336938"/>
              <a:ext cx="896950" cy="640275"/>
            </a:xfrm>
            <a:custGeom>
              <a:avLst/>
              <a:gdLst/>
              <a:ahLst/>
              <a:cxnLst/>
              <a:rect l="l" t="t" r="r" b="b"/>
              <a:pathLst>
                <a:path w="35878" h="25611" extrusionOk="0">
                  <a:moveTo>
                    <a:pt x="0" y="1"/>
                  </a:moveTo>
                  <a:lnTo>
                    <a:pt x="3028" y="25611"/>
                  </a:lnTo>
                  <a:lnTo>
                    <a:pt x="34534" y="25611"/>
                  </a:lnTo>
                  <a:lnTo>
                    <a:pt x="34734" y="21720"/>
                  </a:lnTo>
                  <a:lnTo>
                    <a:pt x="35697" y="3470"/>
                  </a:lnTo>
                  <a:lnTo>
                    <a:pt x="358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29">
              <a:extLst>
                <a:ext uri="{FF2B5EF4-FFF2-40B4-BE49-F238E27FC236}">
                  <a16:creationId xmlns:a16="http://schemas.microsoft.com/office/drawing/2014/main" id="{A5C3FCBD-ED76-C879-21BB-CC173BFD8FC7}"/>
                </a:ext>
              </a:extLst>
            </p:cNvPr>
            <p:cNvSpPr/>
            <p:nvPr/>
          </p:nvSpPr>
          <p:spPr>
            <a:xfrm>
              <a:off x="11250550" y="4336938"/>
              <a:ext cx="896950" cy="640275"/>
            </a:xfrm>
            <a:custGeom>
              <a:avLst/>
              <a:gdLst/>
              <a:ahLst/>
              <a:cxnLst/>
              <a:rect l="l" t="t" r="r" b="b"/>
              <a:pathLst>
                <a:path w="35878" h="25611" fill="none" extrusionOk="0">
                  <a:moveTo>
                    <a:pt x="35878" y="1"/>
                  </a:moveTo>
                  <a:lnTo>
                    <a:pt x="35697" y="3470"/>
                  </a:lnTo>
                  <a:lnTo>
                    <a:pt x="34734" y="21720"/>
                  </a:lnTo>
                  <a:lnTo>
                    <a:pt x="34534" y="25611"/>
                  </a:lnTo>
                  <a:lnTo>
                    <a:pt x="3028" y="25611"/>
                  </a:lnTo>
                  <a:lnTo>
                    <a:pt x="0" y="1"/>
                  </a:lnTo>
                  <a:lnTo>
                    <a:pt x="3587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29">
              <a:extLst>
                <a:ext uri="{FF2B5EF4-FFF2-40B4-BE49-F238E27FC236}">
                  <a16:creationId xmlns:a16="http://schemas.microsoft.com/office/drawing/2014/main" id="{D2A76F49-4203-F653-1417-00F481105A21}"/>
                </a:ext>
              </a:extLst>
            </p:cNvPr>
            <p:cNvSpPr/>
            <p:nvPr/>
          </p:nvSpPr>
          <p:spPr>
            <a:xfrm>
              <a:off x="11268075" y="4484338"/>
              <a:ext cx="842825" cy="492875"/>
            </a:xfrm>
            <a:custGeom>
              <a:avLst/>
              <a:gdLst/>
              <a:ahLst/>
              <a:cxnLst/>
              <a:rect l="l" t="t" r="r" b="b"/>
              <a:pathLst>
                <a:path w="33713" h="19715" extrusionOk="0">
                  <a:moveTo>
                    <a:pt x="1" y="1"/>
                  </a:moveTo>
                  <a:lnTo>
                    <a:pt x="1585" y="13337"/>
                  </a:lnTo>
                  <a:lnTo>
                    <a:pt x="1706" y="13899"/>
                  </a:lnTo>
                  <a:lnTo>
                    <a:pt x="1806" y="14440"/>
                  </a:lnTo>
                  <a:lnTo>
                    <a:pt x="1946" y="15463"/>
                  </a:lnTo>
                  <a:lnTo>
                    <a:pt x="2026" y="15884"/>
                  </a:lnTo>
                  <a:lnTo>
                    <a:pt x="2107" y="16245"/>
                  </a:lnTo>
                  <a:lnTo>
                    <a:pt x="2147" y="16385"/>
                  </a:lnTo>
                  <a:lnTo>
                    <a:pt x="2187" y="16506"/>
                  </a:lnTo>
                  <a:lnTo>
                    <a:pt x="2227" y="16606"/>
                  </a:lnTo>
                  <a:lnTo>
                    <a:pt x="2287" y="16666"/>
                  </a:lnTo>
                  <a:lnTo>
                    <a:pt x="2468" y="16766"/>
                  </a:lnTo>
                  <a:lnTo>
                    <a:pt x="2728" y="16887"/>
                  </a:lnTo>
                  <a:lnTo>
                    <a:pt x="3129" y="17067"/>
                  </a:lnTo>
                  <a:lnTo>
                    <a:pt x="3631" y="17248"/>
                  </a:lnTo>
                  <a:lnTo>
                    <a:pt x="4212" y="17448"/>
                  </a:lnTo>
                  <a:lnTo>
                    <a:pt x="4894" y="17669"/>
                  </a:lnTo>
                  <a:lnTo>
                    <a:pt x="5676" y="17910"/>
                  </a:lnTo>
                  <a:lnTo>
                    <a:pt x="6539" y="18150"/>
                  </a:lnTo>
                  <a:lnTo>
                    <a:pt x="7461" y="18391"/>
                  </a:lnTo>
                  <a:lnTo>
                    <a:pt x="8464" y="18632"/>
                  </a:lnTo>
                  <a:lnTo>
                    <a:pt x="9547" y="18852"/>
                  </a:lnTo>
                  <a:lnTo>
                    <a:pt x="10690" y="19073"/>
                  </a:lnTo>
                  <a:lnTo>
                    <a:pt x="11873" y="19253"/>
                  </a:lnTo>
                  <a:lnTo>
                    <a:pt x="13117" y="19434"/>
                  </a:lnTo>
                  <a:lnTo>
                    <a:pt x="14400" y="19554"/>
                  </a:lnTo>
                  <a:lnTo>
                    <a:pt x="15724" y="19674"/>
                  </a:lnTo>
                  <a:lnTo>
                    <a:pt x="16566" y="19715"/>
                  </a:lnTo>
                  <a:lnTo>
                    <a:pt x="18030" y="19715"/>
                  </a:lnTo>
                  <a:lnTo>
                    <a:pt x="18632" y="19694"/>
                  </a:lnTo>
                  <a:lnTo>
                    <a:pt x="19313" y="19674"/>
                  </a:lnTo>
                  <a:lnTo>
                    <a:pt x="19995" y="19614"/>
                  </a:lnTo>
                  <a:lnTo>
                    <a:pt x="20657" y="19554"/>
                  </a:lnTo>
                  <a:lnTo>
                    <a:pt x="21339" y="19494"/>
                  </a:lnTo>
                  <a:lnTo>
                    <a:pt x="22642" y="19313"/>
                  </a:lnTo>
                  <a:lnTo>
                    <a:pt x="23926" y="19113"/>
                  </a:lnTo>
                  <a:lnTo>
                    <a:pt x="25149" y="18872"/>
                  </a:lnTo>
                  <a:lnTo>
                    <a:pt x="26333" y="18612"/>
                  </a:lnTo>
                  <a:lnTo>
                    <a:pt x="27456" y="18331"/>
                  </a:lnTo>
                  <a:lnTo>
                    <a:pt x="28498" y="18050"/>
                  </a:lnTo>
                  <a:lnTo>
                    <a:pt x="29481" y="17769"/>
                  </a:lnTo>
                  <a:lnTo>
                    <a:pt x="30363" y="17488"/>
                  </a:lnTo>
                  <a:lnTo>
                    <a:pt x="31146" y="17228"/>
                  </a:lnTo>
                  <a:lnTo>
                    <a:pt x="31847" y="16987"/>
                  </a:lnTo>
                  <a:lnTo>
                    <a:pt x="32870" y="16606"/>
                  </a:lnTo>
                  <a:lnTo>
                    <a:pt x="33412" y="16406"/>
                  </a:lnTo>
                  <a:lnTo>
                    <a:pt x="33492" y="16345"/>
                  </a:lnTo>
                  <a:lnTo>
                    <a:pt x="33572" y="16245"/>
                  </a:lnTo>
                  <a:lnTo>
                    <a:pt x="33652" y="16085"/>
                  </a:lnTo>
                  <a:lnTo>
                    <a:pt x="33713" y="15904"/>
                  </a:lnTo>
                  <a:lnTo>
                    <a:pt x="33713" y="15904"/>
                  </a:lnTo>
                  <a:lnTo>
                    <a:pt x="33031" y="16065"/>
                  </a:lnTo>
                  <a:lnTo>
                    <a:pt x="32128" y="16245"/>
                  </a:lnTo>
                  <a:lnTo>
                    <a:pt x="31065" y="16446"/>
                  </a:lnTo>
                  <a:lnTo>
                    <a:pt x="29842" y="16646"/>
                  </a:lnTo>
                  <a:lnTo>
                    <a:pt x="28458" y="16847"/>
                  </a:lnTo>
                  <a:lnTo>
                    <a:pt x="27736" y="16927"/>
                  </a:lnTo>
                  <a:lnTo>
                    <a:pt x="26974" y="16987"/>
                  </a:lnTo>
                  <a:lnTo>
                    <a:pt x="26172" y="17047"/>
                  </a:lnTo>
                  <a:lnTo>
                    <a:pt x="25370" y="17087"/>
                  </a:lnTo>
                  <a:lnTo>
                    <a:pt x="24528" y="17107"/>
                  </a:lnTo>
                  <a:lnTo>
                    <a:pt x="23685" y="17127"/>
                  </a:lnTo>
                  <a:lnTo>
                    <a:pt x="22462" y="17107"/>
                  </a:lnTo>
                  <a:lnTo>
                    <a:pt x="21239" y="17047"/>
                  </a:lnTo>
                  <a:lnTo>
                    <a:pt x="20617" y="16987"/>
                  </a:lnTo>
                  <a:lnTo>
                    <a:pt x="19975" y="16927"/>
                  </a:lnTo>
                  <a:lnTo>
                    <a:pt x="19354" y="16867"/>
                  </a:lnTo>
                  <a:lnTo>
                    <a:pt x="18712" y="16766"/>
                  </a:lnTo>
                  <a:lnTo>
                    <a:pt x="18070" y="16666"/>
                  </a:lnTo>
                  <a:lnTo>
                    <a:pt x="17428" y="16546"/>
                  </a:lnTo>
                  <a:lnTo>
                    <a:pt x="16787" y="16426"/>
                  </a:lnTo>
                  <a:lnTo>
                    <a:pt x="16145" y="16265"/>
                  </a:lnTo>
                  <a:lnTo>
                    <a:pt x="15503" y="16105"/>
                  </a:lnTo>
                  <a:lnTo>
                    <a:pt x="14861" y="15924"/>
                  </a:lnTo>
                  <a:lnTo>
                    <a:pt x="14220" y="15724"/>
                  </a:lnTo>
                  <a:lnTo>
                    <a:pt x="13578" y="15503"/>
                  </a:lnTo>
                  <a:lnTo>
                    <a:pt x="13197" y="15343"/>
                  </a:lnTo>
                  <a:lnTo>
                    <a:pt x="12836" y="15162"/>
                  </a:lnTo>
                  <a:lnTo>
                    <a:pt x="12475" y="14942"/>
                  </a:lnTo>
                  <a:lnTo>
                    <a:pt x="12134" y="14721"/>
                  </a:lnTo>
                  <a:lnTo>
                    <a:pt x="11833" y="14460"/>
                  </a:lnTo>
                  <a:lnTo>
                    <a:pt x="11532" y="14200"/>
                  </a:lnTo>
                  <a:lnTo>
                    <a:pt x="11272" y="13899"/>
                  </a:lnTo>
                  <a:lnTo>
                    <a:pt x="11031" y="13578"/>
                  </a:lnTo>
                  <a:lnTo>
                    <a:pt x="10810" y="13257"/>
                  </a:lnTo>
                  <a:lnTo>
                    <a:pt x="10630" y="12916"/>
                  </a:lnTo>
                  <a:lnTo>
                    <a:pt x="10469" y="12535"/>
                  </a:lnTo>
                  <a:lnTo>
                    <a:pt x="10349" y="12174"/>
                  </a:lnTo>
                  <a:lnTo>
                    <a:pt x="10249" y="11773"/>
                  </a:lnTo>
                  <a:lnTo>
                    <a:pt x="10189" y="11372"/>
                  </a:lnTo>
                  <a:lnTo>
                    <a:pt x="10149" y="10951"/>
                  </a:lnTo>
                  <a:lnTo>
                    <a:pt x="10149" y="10530"/>
                  </a:lnTo>
                  <a:lnTo>
                    <a:pt x="10189" y="10108"/>
                  </a:lnTo>
                  <a:lnTo>
                    <a:pt x="10269" y="9727"/>
                  </a:lnTo>
                  <a:lnTo>
                    <a:pt x="10369" y="9346"/>
                  </a:lnTo>
                  <a:lnTo>
                    <a:pt x="10510" y="8985"/>
                  </a:lnTo>
                  <a:lnTo>
                    <a:pt x="10670" y="8644"/>
                  </a:lnTo>
                  <a:lnTo>
                    <a:pt x="10850" y="8303"/>
                  </a:lnTo>
                  <a:lnTo>
                    <a:pt x="11071" y="7983"/>
                  </a:lnTo>
                  <a:lnTo>
                    <a:pt x="11312" y="7702"/>
                  </a:lnTo>
                  <a:lnTo>
                    <a:pt x="11572" y="7421"/>
                  </a:lnTo>
                  <a:lnTo>
                    <a:pt x="11853" y="7140"/>
                  </a:lnTo>
                  <a:lnTo>
                    <a:pt x="12134" y="6900"/>
                  </a:lnTo>
                  <a:lnTo>
                    <a:pt x="12455" y="6659"/>
                  </a:lnTo>
                  <a:lnTo>
                    <a:pt x="12776" y="6438"/>
                  </a:lnTo>
                  <a:lnTo>
                    <a:pt x="13117" y="6238"/>
                  </a:lnTo>
                  <a:lnTo>
                    <a:pt x="13458" y="6037"/>
                  </a:lnTo>
                  <a:lnTo>
                    <a:pt x="13819" y="5877"/>
                  </a:lnTo>
                  <a:lnTo>
                    <a:pt x="14540" y="5576"/>
                  </a:lnTo>
                  <a:lnTo>
                    <a:pt x="15282" y="5295"/>
                  </a:lnTo>
                  <a:lnTo>
                    <a:pt x="16045" y="5055"/>
                  </a:lnTo>
                  <a:lnTo>
                    <a:pt x="16807" y="4854"/>
                  </a:lnTo>
                  <a:lnTo>
                    <a:pt x="18351" y="4473"/>
                  </a:lnTo>
                  <a:lnTo>
                    <a:pt x="19895" y="4092"/>
                  </a:lnTo>
                  <a:lnTo>
                    <a:pt x="21580" y="3651"/>
                  </a:lnTo>
                  <a:lnTo>
                    <a:pt x="23244" y="3190"/>
                  </a:lnTo>
                  <a:lnTo>
                    <a:pt x="24086" y="2929"/>
                  </a:lnTo>
                  <a:lnTo>
                    <a:pt x="24929" y="2688"/>
                  </a:lnTo>
                  <a:lnTo>
                    <a:pt x="25751" y="2407"/>
                  </a:lnTo>
                  <a:lnTo>
                    <a:pt x="26573" y="2127"/>
                  </a:lnTo>
                  <a:lnTo>
                    <a:pt x="27335" y="1846"/>
                  </a:lnTo>
                  <a:lnTo>
                    <a:pt x="28097" y="1545"/>
                  </a:lnTo>
                  <a:lnTo>
                    <a:pt x="28097" y="1545"/>
                  </a:lnTo>
                  <a:lnTo>
                    <a:pt x="26834" y="1846"/>
                  </a:lnTo>
                  <a:lnTo>
                    <a:pt x="25510" y="2127"/>
                  </a:lnTo>
                  <a:lnTo>
                    <a:pt x="24147" y="2387"/>
                  </a:lnTo>
                  <a:lnTo>
                    <a:pt x="22723" y="2608"/>
                  </a:lnTo>
                  <a:lnTo>
                    <a:pt x="21279" y="2788"/>
                  </a:lnTo>
                  <a:lnTo>
                    <a:pt x="20537" y="2869"/>
                  </a:lnTo>
                  <a:lnTo>
                    <a:pt x="19795" y="2929"/>
                  </a:lnTo>
                  <a:lnTo>
                    <a:pt x="19033" y="2989"/>
                  </a:lnTo>
                  <a:lnTo>
                    <a:pt x="18291" y="3029"/>
                  </a:lnTo>
                  <a:lnTo>
                    <a:pt x="17529" y="3049"/>
                  </a:lnTo>
                  <a:lnTo>
                    <a:pt x="16767" y="3069"/>
                  </a:lnTo>
                  <a:lnTo>
                    <a:pt x="15724" y="3049"/>
                  </a:lnTo>
                  <a:lnTo>
                    <a:pt x="14701" y="2989"/>
                  </a:lnTo>
                  <a:lnTo>
                    <a:pt x="13458" y="2909"/>
                  </a:lnTo>
                  <a:lnTo>
                    <a:pt x="12254" y="2788"/>
                  </a:lnTo>
                  <a:lnTo>
                    <a:pt x="11071" y="2648"/>
                  </a:lnTo>
                  <a:lnTo>
                    <a:pt x="9928" y="2488"/>
                  </a:lnTo>
                  <a:lnTo>
                    <a:pt x="8825" y="2307"/>
                  </a:lnTo>
                  <a:lnTo>
                    <a:pt x="7742" y="2107"/>
                  </a:lnTo>
                  <a:lnTo>
                    <a:pt x="6719" y="1906"/>
                  </a:lnTo>
                  <a:lnTo>
                    <a:pt x="5757" y="1685"/>
                  </a:lnTo>
                  <a:lnTo>
                    <a:pt x="4834" y="1465"/>
                  </a:lnTo>
                  <a:lnTo>
                    <a:pt x="3952" y="1244"/>
                  </a:lnTo>
                  <a:lnTo>
                    <a:pt x="3129" y="1024"/>
                  </a:lnTo>
                  <a:lnTo>
                    <a:pt x="2367" y="803"/>
                  </a:lnTo>
                  <a:lnTo>
                    <a:pt x="1686" y="582"/>
                  </a:lnTo>
                  <a:lnTo>
                    <a:pt x="1044" y="38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30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29">
              <a:extLst>
                <a:ext uri="{FF2B5EF4-FFF2-40B4-BE49-F238E27FC236}">
                  <a16:creationId xmlns:a16="http://schemas.microsoft.com/office/drawing/2014/main" id="{BAFC4660-853E-24D8-C0D5-3166DD9B781A}"/>
                </a:ext>
              </a:extLst>
            </p:cNvPr>
            <p:cNvSpPr/>
            <p:nvPr/>
          </p:nvSpPr>
          <p:spPr>
            <a:xfrm>
              <a:off x="11268075" y="4484338"/>
              <a:ext cx="842825" cy="492875"/>
            </a:xfrm>
            <a:custGeom>
              <a:avLst/>
              <a:gdLst/>
              <a:ahLst/>
              <a:cxnLst/>
              <a:rect l="l" t="t" r="r" b="b"/>
              <a:pathLst>
                <a:path w="33713" h="19715" fill="none" extrusionOk="0">
                  <a:moveTo>
                    <a:pt x="1" y="1"/>
                  </a:moveTo>
                  <a:lnTo>
                    <a:pt x="1585" y="13337"/>
                  </a:lnTo>
                  <a:lnTo>
                    <a:pt x="1585" y="13337"/>
                  </a:lnTo>
                  <a:lnTo>
                    <a:pt x="1706" y="13899"/>
                  </a:lnTo>
                  <a:lnTo>
                    <a:pt x="1806" y="14440"/>
                  </a:lnTo>
                  <a:lnTo>
                    <a:pt x="1946" y="15463"/>
                  </a:lnTo>
                  <a:lnTo>
                    <a:pt x="2026" y="15884"/>
                  </a:lnTo>
                  <a:lnTo>
                    <a:pt x="2107" y="16245"/>
                  </a:lnTo>
                  <a:lnTo>
                    <a:pt x="2147" y="16385"/>
                  </a:lnTo>
                  <a:lnTo>
                    <a:pt x="2187" y="16506"/>
                  </a:lnTo>
                  <a:lnTo>
                    <a:pt x="2227" y="16606"/>
                  </a:lnTo>
                  <a:lnTo>
                    <a:pt x="2287" y="16666"/>
                  </a:lnTo>
                  <a:lnTo>
                    <a:pt x="2287" y="16666"/>
                  </a:lnTo>
                  <a:lnTo>
                    <a:pt x="2468" y="16766"/>
                  </a:lnTo>
                  <a:lnTo>
                    <a:pt x="2728" y="16887"/>
                  </a:lnTo>
                  <a:lnTo>
                    <a:pt x="3129" y="17067"/>
                  </a:lnTo>
                  <a:lnTo>
                    <a:pt x="3631" y="17248"/>
                  </a:lnTo>
                  <a:lnTo>
                    <a:pt x="4212" y="17448"/>
                  </a:lnTo>
                  <a:lnTo>
                    <a:pt x="4894" y="17669"/>
                  </a:lnTo>
                  <a:lnTo>
                    <a:pt x="5676" y="17910"/>
                  </a:lnTo>
                  <a:lnTo>
                    <a:pt x="6539" y="18150"/>
                  </a:lnTo>
                  <a:lnTo>
                    <a:pt x="7461" y="18391"/>
                  </a:lnTo>
                  <a:lnTo>
                    <a:pt x="8464" y="18632"/>
                  </a:lnTo>
                  <a:lnTo>
                    <a:pt x="9547" y="18852"/>
                  </a:lnTo>
                  <a:lnTo>
                    <a:pt x="10690" y="19073"/>
                  </a:lnTo>
                  <a:lnTo>
                    <a:pt x="11873" y="19253"/>
                  </a:lnTo>
                  <a:lnTo>
                    <a:pt x="13117" y="19434"/>
                  </a:lnTo>
                  <a:lnTo>
                    <a:pt x="14400" y="19554"/>
                  </a:lnTo>
                  <a:lnTo>
                    <a:pt x="15724" y="19674"/>
                  </a:lnTo>
                  <a:lnTo>
                    <a:pt x="15724" y="19674"/>
                  </a:lnTo>
                  <a:lnTo>
                    <a:pt x="16566" y="19715"/>
                  </a:lnTo>
                  <a:lnTo>
                    <a:pt x="17428" y="19715"/>
                  </a:lnTo>
                  <a:lnTo>
                    <a:pt x="17428" y="19715"/>
                  </a:lnTo>
                  <a:lnTo>
                    <a:pt x="18030" y="19715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9313" y="19674"/>
                  </a:lnTo>
                  <a:lnTo>
                    <a:pt x="19995" y="19614"/>
                  </a:lnTo>
                  <a:lnTo>
                    <a:pt x="20657" y="19554"/>
                  </a:lnTo>
                  <a:lnTo>
                    <a:pt x="21339" y="19494"/>
                  </a:lnTo>
                  <a:lnTo>
                    <a:pt x="22642" y="19313"/>
                  </a:lnTo>
                  <a:lnTo>
                    <a:pt x="23926" y="19113"/>
                  </a:lnTo>
                  <a:lnTo>
                    <a:pt x="25149" y="18872"/>
                  </a:lnTo>
                  <a:lnTo>
                    <a:pt x="26333" y="18612"/>
                  </a:lnTo>
                  <a:lnTo>
                    <a:pt x="27456" y="18331"/>
                  </a:lnTo>
                  <a:lnTo>
                    <a:pt x="28498" y="18050"/>
                  </a:lnTo>
                  <a:lnTo>
                    <a:pt x="29481" y="17769"/>
                  </a:lnTo>
                  <a:lnTo>
                    <a:pt x="30363" y="17488"/>
                  </a:lnTo>
                  <a:lnTo>
                    <a:pt x="31146" y="17228"/>
                  </a:lnTo>
                  <a:lnTo>
                    <a:pt x="31847" y="16987"/>
                  </a:lnTo>
                  <a:lnTo>
                    <a:pt x="32870" y="16606"/>
                  </a:lnTo>
                  <a:lnTo>
                    <a:pt x="33412" y="16406"/>
                  </a:lnTo>
                  <a:lnTo>
                    <a:pt x="33412" y="16406"/>
                  </a:lnTo>
                  <a:lnTo>
                    <a:pt x="33492" y="16345"/>
                  </a:lnTo>
                  <a:lnTo>
                    <a:pt x="33572" y="16245"/>
                  </a:lnTo>
                  <a:lnTo>
                    <a:pt x="33652" y="16085"/>
                  </a:lnTo>
                  <a:lnTo>
                    <a:pt x="33713" y="15904"/>
                  </a:lnTo>
                  <a:lnTo>
                    <a:pt x="33713" y="15904"/>
                  </a:lnTo>
                  <a:lnTo>
                    <a:pt x="33031" y="16065"/>
                  </a:lnTo>
                  <a:lnTo>
                    <a:pt x="32128" y="16245"/>
                  </a:lnTo>
                  <a:lnTo>
                    <a:pt x="31065" y="16446"/>
                  </a:lnTo>
                  <a:lnTo>
                    <a:pt x="29842" y="16646"/>
                  </a:lnTo>
                  <a:lnTo>
                    <a:pt x="28458" y="16847"/>
                  </a:lnTo>
                  <a:lnTo>
                    <a:pt x="27736" y="16927"/>
                  </a:lnTo>
                  <a:lnTo>
                    <a:pt x="26974" y="16987"/>
                  </a:lnTo>
                  <a:lnTo>
                    <a:pt x="26172" y="17047"/>
                  </a:lnTo>
                  <a:lnTo>
                    <a:pt x="25370" y="17087"/>
                  </a:lnTo>
                  <a:lnTo>
                    <a:pt x="24528" y="17107"/>
                  </a:lnTo>
                  <a:lnTo>
                    <a:pt x="23685" y="17127"/>
                  </a:lnTo>
                  <a:lnTo>
                    <a:pt x="23685" y="17127"/>
                  </a:lnTo>
                  <a:lnTo>
                    <a:pt x="22462" y="17107"/>
                  </a:lnTo>
                  <a:lnTo>
                    <a:pt x="21239" y="17047"/>
                  </a:lnTo>
                  <a:lnTo>
                    <a:pt x="20617" y="16987"/>
                  </a:lnTo>
                  <a:lnTo>
                    <a:pt x="19975" y="16927"/>
                  </a:lnTo>
                  <a:lnTo>
                    <a:pt x="19354" y="16867"/>
                  </a:lnTo>
                  <a:lnTo>
                    <a:pt x="18712" y="16766"/>
                  </a:lnTo>
                  <a:lnTo>
                    <a:pt x="18070" y="16666"/>
                  </a:lnTo>
                  <a:lnTo>
                    <a:pt x="17428" y="16546"/>
                  </a:lnTo>
                  <a:lnTo>
                    <a:pt x="16787" y="16426"/>
                  </a:lnTo>
                  <a:lnTo>
                    <a:pt x="16145" y="16265"/>
                  </a:lnTo>
                  <a:lnTo>
                    <a:pt x="15503" y="16105"/>
                  </a:lnTo>
                  <a:lnTo>
                    <a:pt x="14861" y="15924"/>
                  </a:lnTo>
                  <a:lnTo>
                    <a:pt x="14220" y="15724"/>
                  </a:lnTo>
                  <a:lnTo>
                    <a:pt x="13578" y="15503"/>
                  </a:lnTo>
                  <a:lnTo>
                    <a:pt x="13578" y="15503"/>
                  </a:lnTo>
                  <a:lnTo>
                    <a:pt x="13197" y="15343"/>
                  </a:lnTo>
                  <a:lnTo>
                    <a:pt x="12836" y="15162"/>
                  </a:lnTo>
                  <a:lnTo>
                    <a:pt x="12475" y="14942"/>
                  </a:lnTo>
                  <a:lnTo>
                    <a:pt x="12134" y="14721"/>
                  </a:lnTo>
                  <a:lnTo>
                    <a:pt x="11833" y="14460"/>
                  </a:lnTo>
                  <a:lnTo>
                    <a:pt x="11532" y="14200"/>
                  </a:lnTo>
                  <a:lnTo>
                    <a:pt x="11272" y="13899"/>
                  </a:lnTo>
                  <a:lnTo>
                    <a:pt x="11031" y="13578"/>
                  </a:lnTo>
                  <a:lnTo>
                    <a:pt x="10810" y="13257"/>
                  </a:lnTo>
                  <a:lnTo>
                    <a:pt x="10630" y="12916"/>
                  </a:lnTo>
                  <a:lnTo>
                    <a:pt x="10469" y="12535"/>
                  </a:lnTo>
                  <a:lnTo>
                    <a:pt x="10349" y="12174"/>
                  </a:lnTo>
                  <a:lnTo>
                    <a:pt x="10249" y="11773"/>
                  </a:lnTo>
                  <a:lnTo>
                    <a:pt x="10189" y="11372"/>
                  </a:lnTo>
                  <a:lnTo>
                    <a:pt x="10149" y="10951"/>
                  </a:lnTo>
                  <a:lnTo>
                    <a:pt x="10149" y="10530"/>
                  </a:lnTo>
                  <a:lnTo>
                    <a:pt x="10149" y="10530"/>
                  </a:lnTo>
                  <a:lnTo>
                    <a:pt x="10189" y="10108"/>
                  </a:lnTo>
                  <a:lnTo>
                    <a:pt x="10269" y="9727"/>
                  </a:lnTo>
                  <a:lnTo>
                    <a:pt x="10369" y="9346"/>
                  </a:lnTo>
                  <a:lnTo>
                    <a:pt x="10510" y="8985"/>
                  </a:lnTo>
                  <a:lnTo>
                    <a:pt x="10670" y="8644"/>
                  </a:lnTo>
                  <a:lnTo>
                    <a:pt x="10850" y="8303"/>
                  </a:lnTo>
                  <a:lnTo>
                    <a:pt x="11071" y="7983"/>
                  </a:lnTo>
                  <a:lnTo>
                    <a:pt x="11312" y="7702"/>
                  </a:lnTo>
                  <a:lnTo>
                    <a:pt x="11572" y="7421"/>
                  </a:lnTo>
                  <a:lnTo>
                    <a:pt x="11853" y="7140"/>
                  </a:lnTo>
                  <a:lnTo>
                    <a:pt x="12134" y="6900"/>
                  </a:lnTo>
                  <a:lnTo>
                    <a:pt x="12455" y="6659"/>
                  </a:lnTo>
                  <a:lnTo>
                    <a:pt x="12776" y="6438"/>
                  </a:lnTo>
                  <a:lnTo>
                    <a:pt x="13117" y="6238"/>
                  </a:lnTo>
                  <a:lnTo>
                    <a:pt x="13458" y="6037"/>
                  </a:lnTo>
                  <a:lnTo>
                    <a:pt x="13819" y="5877"/>
                  </a:lnTo>
                  <a:lnTo>
                    <a:pt x="13819" y="5877"/>
                  </a:lnTo>
                  <a:lnTo>
                    <a:pt x="14540" y="5576"/>
                  </a:lnTo>
                  <a:lnTo>
                    <a:pt x="15282" y="5295"/>
                  </a:lnTo>
                  <a:lnTo>
                    <a:pt x="16045" y="5055"/>
                  </a:lnTo>
                  <a:lnTo>
                    <a:pt x="16807" y="4854"/>
                  </a:lnTo>
                  <a:lnTo>
                    <a:pt x="18351" y="4473"/>
                  </a:lnTo>
                  <a:lnTo>
                    <a:pt x="19895" y="4092"/>
                  </a:lnTo>
                  <a:lnTo>
                    <a:pt x="19895" y="4092"/>
                  </a:lnTo>
                  <a:lnTo>
                    <a:pt x="21580" y="3651"/>
                  </a:lnTo>
                  <a:lnTo>
                    <a:pt x="23244" y="3190"/>
                  </a:lnTo>
                  <a:lnTo>
                    <a:pt x="24086" y="2929"/>
                  </a:lnTo>
                  <a:lnTo>
                    <a:pt x="24929" y="2688"/>
                  </a:lnTo>
                  <a:lnTo>
                    <a:pt x="25751" y="2407"/>
                  </a:lnTo>
                  <a:lnTo>
                    <a:pt x="26573" y="2127"/>
                  </a:lnTo>
                  <a:lnTo>
                    <a:pt x="26573" y="2127"/>
                  </a:lnTo>
                  <a:lnTo>
                    <a:pt x="27335" y="1846"/>
                  </a:lnTo>
                  <a:lnTo>
                    <a:pt x="28097" y="1545"/>
                  </a:lnTo>
                  <a:lnTo>
                    <a:pt x="28097" y="1545"/>
                  </a:lnTo>
                  <a:lnTo>
                    <a:pt x="26834" y="1846"/>
                  </a:lnTo>
                  <a:lnTo>
                    <a:pt x="25510" y="2127"/>
                  </a:lnTo>
                  <a:lnTo>
                    <a:pt x="24147" y="2387"/>
                  </a:lnTo>
                  <a:lnTo>
                    <a:pt x="22723" y="2608"/>
                  </a:lnTo>
                  <a:lnTo>
                    <a:pt x="21279" y="2788"/>
                  </a:lnTo>
                  <a:lnTo>
                    <a:pt x="20537" y="2869"/>
                  </a:lnTo>
                  <a:lnTo>
                    <a:pt x="19795" y="2929"/>
                  </a:lnTo>
                  <a:lnTo>
                    <a:pt x="19033" y="2989"/>
                  </a:lnTo>
                  <a:lnTo>
                    <a:pt x="18291" y="3029"/>
                  </a:lnTo>
                  <a:lnTo>
                    <a:pt x="17529" y="3049"/>
                  </a:lnTo>
                  <a:lnTo>
                    <a:pt x="16767" y="3069"/>
                  </a:lnTo>
                  <a:lnTo>
                    <a:pt x="16767" y="3069"/>
                  </a:lnTo>
                  <a:lnTo>
                    <a:pt x="15724" y="3049"/>
                  </a:lnTo>
                  <a:lnTo>
                    <a:pt x="14701" y="2989"/>
                  </a:lnTo>
                  <a:lnTo>
                    <a:pt x="14701" y="2989"/>
                  </a:lnTo>
                  <a:lnTo>
                    <a:pt x="13458" y="2909"/>
                  </a:lnTo>
                  <a:lnTo>
                    <a:pt x="12254" y="2788"/>
                  </a:lnTo>
                  <a:lnTo>
                    <a:pt x="11071" y="2648"/>
                  </a:lnTo>
                  <a:lnTo>
                    <a:pt x="9928" y="2488"/>
                  </a:lnTo>
                  <a:lnTo>
                    <a:pt x="8825" y="2307"/>
                  </a:lnTo>
                  <a:lnTo>
                    <a:pt x="7742" y="2107"/>
                  </a:lnTo>
                  <a:lnTo>
                    <a:pt x="6719" y="1906"/>
                  </a:lnTo>
                  <a:lnTo>
                    <a:pt x="5757" y="1685"/>
                  </a:lnTo>
                  <a:lnTo>
                    <a:pt x="4834" y="1465"/>
                  </a:lnTo>
                  <a:lnTo>
                    <a:pt x="3952" y="1244"/>
                  </a:lnTo>
                  <a:lnTo>
                    <a:pt x="3129" y="1024"/>
                  </a:lnTo>
                  <a:lnTo>
                    <a:pt x="2367" y="803"/>
                  </a:lnTo>
                  <a:lnTo>
                    <a:pt x="1686" y="582"/>
                  </a:lnTo>
                  <a:lnTo>
                    <a:pt x="1044" y="382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29">
              <a:extLst>
                <a:ext uri="{FF2B5EF4-FFF2-40B4-BE49-F238E27FC236}">
                  <a16:creationId xmlns:a16="http://schemas.microsoft.com/office/drawing/2014/main" id="{FDBC5B6A-956B-0EC4-CCFE-45DB04FF75EF}"/>
                </a:ext>
              </a:extLst>
            </p:cNvPr>
            <p:cNvSpPr/>
            <p:nvPr/>
          </p:nvSpPr>
          <p:spPr>
            <a:xfrm>
              <a:off x="11186375" y="4148438"/>
              <a:ext cx="1004750" cy="412650"/>
            </a:xfrm>
            <a:custGeom>
              <a:avLst/>
              <a:gdLst/>
              <a:ahLst/>
              <a:cxnLst/>
              <a:rect l="l" t="t" r="r" b="b"/>
              <a:pathLst>
                <a:path w="40190" h="16506" extrusionOk="0">
                  <a:moveTo>
                    <a:pt x="19212" y="0"/>
                  </a:moveTo>
                  <a:lnTo>
                    <a:pt x="17889" y="20"/>
                  </a:lnTo>
                  <a:lnTo>
                    <a:pt x="16565" y="61"/>
                  </a:lnTo>
                  <a:lnTo>
                    <a:pt x="15262" y="141"/>
                  </a:lnTo>
                  <a:lnTo>
                    <a:pt x="13998" y="221"/>
                  </a:lnTo>
                  <a:lnTo>
                    <a:pt x="12775" y="321"/>
                  </a:lnTo>
                  <a:lnTo>
                    <a:pt x="11592" y="462"/>
                  </a:lnTo>
                  <a:lnTo>
                    <a:pt x="10469" y="602"/>
                  </a:lnTo>
                  <a:lnTo>
                    <a:pt x="9406" y="782"/>
                  </a:lnTo>
                  <a:lnTo>
                    <a:pt x="8423" y="983"/>
                  </a:lnTo>
                  <a:lnTo>
                    <a:pt x="7541" y="1204"/>
                  </a:lnTo>
                  <a:lnTo>
                    <a:pt x="7119" y="1324"/>
                  </a:lnTo>
                  <a:lnTo>
                    <a:pt x="6738" y="1444"/>
                  </a:lnTo>
                  <a:lnTo>
                    <a:pt x="5776" y="1785"/>
                  </a:lnTo>
                  <a:lnTo>
                    <a:pt x="4893" y="2126"/>
                  </a:lnTo>
                  <a:lnTo>
                    <a:pt x="4111" y="2467"/>
                  </a:lnTo>
                  <a:lnTo>
                    <a:pt x="3389" y="2828"/>
                  </a:lnTo>
                  <a:lnTo>
                    <a:pt x="2768" y="3169"/>
                  </a:lnTo>
                  <a:lnTo>
                    <a:pt x="2206" y="3510"/>
                  </a:lnTo>
                  <a:lnTo>
                    <a:pt x="1705" y="3851"/>
                  </a:lnTo>
                  <a:lnTo>
                    <a:pt x="1284" y="4172"/>
                  </a:lnTo>
                  <a:lnTo>
                    <a:pt x="943" y="4493"/>
                  </a:lnTo>
                  <a:lnTo>
                    <a:pt x="642" y="4793"/>
                  </a:lnTo>
                  <a:lnTo>
                    <a:pt x="401" y="5074"/>
                  </a:lnTo>
                  <a:lnTo>
                    <a:pt x="221" y="5355"/>
                  </a:lnTo>
                  <a:lnTo>
                    <a:pt x="100" y="5596"/>
                  </a:lnTo>
                  <a:lnTo>
                    <a:pt x="20" y="5816"/>
                  </a:lnTo>
                  <a:lnTo>
                    <a:pt x="0" y="603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8891" y="16485"/>
                  </a:lnTo>
                  <a:lnTo>
                    <a:pt x="19814" y="16505"/>
                  </a:lnTo>
                  <a:lnTo>
                    <a:pt x="20736" y="16485"/>
                  </a:lnTo>
                  <a:lnTo>
                    <a:pt x="21639" y="16465"/>
                  </a:lnTo>
                  <a:lnTo>
                    <a:pt x="22561" y="16405"/>
                  </a:lnTo>
                  <a:lnTo>
                    <a:pt x="23464" y="16345"/>
                  </a:lnTo>
                  <a:lnTo>
                    <a:pt x="24366" y="16245"/>
                  </a:lnTo>
                  <a:lnTo>
                    <a:pt x="25249" y="16144"/>
                  </a:lnTo>
                  <a:lnTo>
                    <a:pt x="26131" y="16024"/>
                  </a:lnTo>
                  <a:lnTo>
                    <a:pt x="26993" y="15884"/>
                  </a:lnTo>
                  <a:lnTo>
                    <a:pt x="27836" y="15743"/>
                  </a:lnTo>
                  <a:lnTo>
                    <a:pt x="28678" y="15583"/>
                  </a:lnTo>
                  <a:lnTo>
                    <a:pt x="29480" y="15402"/>
                  </a:lnTo>
                  <a:lnTo>
                    <a:pt x="30282" y="15242"/>
                  </a:lnTo>
                  <a:lnTo>
                    <a:pt x="31786" y="14861"/>
                  </a:lnTo>
                  <a:lnTo>
                    <a:pt x="33190" y="14480"/>
                  </a:lnTo>
                  <a:lnTo>
                    <a:pt x="34474" y="14119"/>
                  </a:lnTo>
                  <a:lnTo>
                    <a:pt x="35637" y="13758"/>
                  </a:lnTo>
                  <a:lnTo>
                    <a:pt x="36640" y="13417"/>
                  </a:lnTo>
                  <a:lnTo>
                    <a:pt x="37482" y="13116"/>
                  </a:lnTo>
                  <a:lnTo>
                    <a:pt x="38164" y="1285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608" y="10990"/>
                  </a:lnTo>
                  <a:lnTo>
                    <a:pt x="39708" y="10549"/>
                  </a:lnTo>
                  <a:lnTo>
                    <a:pt x="39868" y="9627"/>
                  </a:lnTo>
                  <a:lnTo>
                    <a:pt x="40009" y="8644"/>
                  </a:lnTo>
                  <a:lnTo>
                    <a:pt x="40109" y="7681"/>
                  </a:lnTo>
                  <a:lnTo>
                    <a:pt x="40169" y="6799"/>
                  </a:lnTo>
                  <a:lnTo>
                    <a:pt x="40189" y="6037"/>
                  </a:lnTo>
                  <a:lnTo>
                    <a:pt x="40189" y="5736"/>
                  </a:lnTo>
                  <a:lnTo>
                    <a:pt x="40169" y="5495"/>
                  </a:lnTo>
                  <a:lnTo>
                    <a:pt x="40129" y="5315"/>
                  </a:lnTo>
                  <a:lnTo>
                    <a:pt x="40089" y="5194"/>
                  </a:lnTo>
                  <a:lnTo>
                    <a:pt x="40009" y="5094"/>
                  </a:lnTo>
                  <a:lnTo>
                    <a:pt x="39868" y="4934"/>
                  </a:lnTo>
                  <a:lnTo>
                    <a:pt x="39708" y="4753"/>
                  </a:lnTo>
                  <a:lnTo>
                    <a:pt x="39467" y="4533"/>
                  </a:lnTo>
                  <a:lnTo>
                    <a:pt x="39187" y="4312"/>
                  </a:lnTo>
                  <a:lnTo>
                    <a:pt x="38866" y="4031"/>
                  </a:lnTo>
                  <a:lnTo>
                    <a:pt x="38505" y="3771"/>
                  </a:lnTo>
                  <a:lnTo>
                    <a:pt x="38084" y="3470"/>
                  </a:lnTo>
                  <a:lnTo>
                    <a:pt x="37602" y="3169"/>
                  </a:lnTo>
                  <a:lnTo>
                    <a:pt x="37081" y="2868"/>
                  </a:lnTo>
                  <a:lnTo>
                    <a:pt x="36519" y="2567"/>
                  </a:lnTo>
                  <a:lnTo>
                    <a:pt x="35898" y="2267"/>
                  </a:lnTo>
                  <a:lnTo>
                    <a:pt x="35236" y="1966"/>
                  </a:lnTo>
                  <a:lnTo>
                    <a:pt x="34514" y="1705"/>
                  </a:lnTo>
                  <a:lnTo>
                    <a:pt x="33732" y="1424"/>
                  </a:lnTo>
                  <a:lnTo>
                    <a:pt x="32910" y="1184"/>
                  </a:lnTo>
                  <a:lnTo>
                    <a:pt x="32228" y="1023"/>
                  </a:lnTo>
                  <a:lnTo>
                    <a:pt x="31466" y="863"/>
                  </a:lnTo>
                  <a:lnTo>
                    <a:pt x="30623" y="722"/>
                  </a:lnTo>
                  <a:lnTo>
                    <a:pt x="29761" y="582"/>
                  </a:lnTo>
                  <a:lnTo>
                    <a:pt x="28818" y="462"/>
                  </a:lnTo>
                  <a:lnTo>
                    <a:pt x="27856" y="361"/>
                  </a:lnTo>
                  <a:lnTo>
                    <a:pt x="26833" y="261"/>
                  </a:lnTo>
                  <a:lnTo>
                    <a:pt x="25790" y="181"/>
                  </a:lnTo>
                  <a:lnTo>
                    <a:pt x="24527" y="101"/>
                  </a:lnTo>
                  <a:lnTo>
                    <a:pt x="23223" y="40"/>
                  </a:lnTo>
                  <a:lnTo>
                    <a:pt x="21900" y="20"/>
                  </a:lnTo>
                  <a:lnTo>
                    <a:pt x="205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29">
              <a:extLst>
                <a:ext uri="{FF2B5EF4-FFF2-40B4-BE49-F238E27FC236}">
                  <a16:creationId xmlns:a16="http://schemas.microsoft.com/office/drawing/2014/main" id="{B1EE069F-AF8E-7399-3A91-1EF53C74E800}"/>
                </a:ext>
              </a:extLst>
            </p:cNvPr>
            <p:cNvSpPr/>
            <p:nvPr/>
          </p:nvSpPr>
          <p:spPr>
            <a:xfrm>
              <a:off x="11186375" y="4148438"/>
              <a:ext cx="1004750" cy="412650"/>
            </a:xfrm>
            <a:custGeom>
              <a:avLst/>
              <a:gdLst/>
              <a:ahLst/>
              <a:cxnLst/>
              <a:rect l="l" t="t" r="r" b="b"/>
              <a:pathLst>
                <a:path w="40190" h="16506" fill="none" extrusionOk="0">
                  <a:moveTo>
                    <a:pt x="39507" y="11391"/>
                  </a:moveTo>
                  <a:lnTo>
                    <a:pt x="39507" y="11391"/>
                  </a:lnTo>
                  <a:lnTo>
                    <a:pt x="39367" y="11833"/>
                  </a:lnTo>
                  <a:lnTo>
                    <a:pt x="39227" y="12194"/>
                  </a:lnTo>
                  <a:lnTo>
                    <a:pt x="39146" y="12334"/>
                  </a:lnTo>
                  <a:lnTo>
                    <a:pt x="39066" y="12434"/>
                  </a:lnTo>
                  <a:lnTo>
                    <a:pt x="38986" y="12514"/>
                  </a:lnTo>
                  <a:lnTo>
                    <a:pt x="38906" y="12575"/>
                  </a:lnTo>
                  <a:lnTo>
                    <a:pt x="38906" y="12575"/>
                  </a:lnTo>
                  <a:lnTo>
                    <a:pt x="38164" y="12855"/>
                  </a:lnTo>
                  <a:lnTo>
                    <a:pt x="37482" y="13116"/>
                  </a:lnTo>
                  <a:lnTo>
                    <a:pt x="36640" y="13417"/>
                  </a:lnTo>
                  <a:lnTo>
                    <a:pt x="35637" y="13758"/>
                  </a:lnTo>
                  <a:lnTo>
                    <a:pt x="34474" y="14119"/>
                  </a:lnTo>
                  <a:lnTo>
                    <a:pt x="33190" y="14480"/>
                  </a:lnTo>
                  <a:lnTo>
                    <a:pt x="31786" y="14861"/>
                  </a:lnTo>
                  <a:lnTo>
                    <a:pt x="30282" y="15242"/>
                  </a:lnTo>
                  <a:lnTo>
                    <a:pt x="29480" y="15402"/>
                  </a:lnTo>
                  <a:lnTo>
                    <a:pt x="28678" y="15583"/>
                  </a:lnTo>
                  <a:lnTo>
                    <a:pt x="27836" y="15743"/>
                  </a:lnTo>
                  <a:lnTo>
                    <a:pt x="26993" y="15884"/>
                  </a:lnTo>
                  <a:lnTo>
                    <a:pt x="26131" y="16024"/>
                  </a:lnTo>
                  <a:lnTo>
                    <a:pt x="25249" y="16144"/>
                  </a:lnTo>
                  <a:lnTo>
                    <a:pt x="24366" y="16245"/>
                  </a:lnTo>
                  <a:lnTo>
                    <a:pt x="23464" y="16345"/>
                  </a:lnTo>
                  <a:lnTo>
                    <a:pt x="22561" y="16405"/>
                  </a:lnTo>
                  <a:lnTo>
                    <a:pt x="21639" y="16465"/>
                  </a:lnTo>
                  <a:lnTo>
                    <a:pt x="20736" y="16485"/>
                  </a:lnTo>
                  <a:lnTo>
                    <a:pt x="19814" y="16505"/>
                  </a:lnTo>
                  <a:lnTo>
                    <a:pt x="18891" y="16485"/>
                  </a:lnTo>
                  <a:lnTo>
                    <a:pt x="17969" y="16425"/>
                  </a:lnTo>
                  <a:lnTo>
                    <a:pt x="17969" y="16425"/>
                  </a:lnTo>
                  <a:lnTo>
                    <a:pt x="16385" y="16305"/>
                  </a:lnTo>
                  <a:lnTo>
                    <a:pt x="14860" y="16144"/>
                  </a:lnTo>
                  <a:lnTo>
                    <a:pt x="13396" y="15944"/>
                  </a:lnTo>
                  <a:lnTo>
                    <a:pt x="11993" y="15723"/>
                  </a:lnTo>
                  <a:lnTo>
                    <a:pt x="10649" y="15462"/>
                  </a:lnTo>
                  <a:lnTo>
                    <a:pt x="9366" y="15202"/>
                  </a:lnTo>
                  <a:lnTo>
                    <a:pt x="8182" y="14921"/>
                  </a:lnTo>
                  <a:lnTo>
                    <a:pt x="7059" y="14640"/>
                  </a:lnTo>
                  <a:lnTo>
                    <a:pt x="6057" y="14359"/>
                  </a:lnTo>
                  <a:lnTo>
                    <a:pt x="5134" y="14079"/>
                  </a:lnTo>
                  <a:lnTo>
                    <a:pt x="4312" y="13818"/>
                  </a:lnTo>
                  <a:lnTo>
                    <a:pt x="3610" y="13557"/>
                  </a:lnTo>
                  <a:lnTo>
                    <a:pt x="3028" y="13337"/>
                  </a:lnTo>
                  <a:lnTo>
                    <a:pt x="2567" y="13156"/>
                  </a:lnTo>
                  <a:lnTo>
                    <a:pt x="2246" y="12996"/>
                  </a:lnTo>
                  <a:lnTo>
                    <a:pt x="2046" y="12875"/>
                  </a:lnTo>
                  <a:lnTo>
                    <a:pt x="2046" y="12875"/>
                  </a:lnTo>
                  <a:lnTo>
                    <a:pt x="1985" y="12815"/>
                  </a:lnTo>
                  <a:lnTo>
                    <a:pt x="1905" y="12735"/>
                  </a:lnTo>
                  <a:lnTo>
                    <a:pt x="1765" y="12494"/>
                  </a:lnTo>
                  <a:lnTo>
                    <a:pt x="1625" y="12153"/>
                  </a:lnTo>
                  <a:lnTo>
                    <a:pt x="1464" y="11752"/>
                  </a:lnTo>
                  <a:lnTo>
                    <a:pt x="1324" y="11291"/>
                  </a:lnTo>
                  <a:lnTo>
                    <a:pt x="1163" y="10790"/>
                  </a:lnTo>
                  <a:lnTo>
                    <a:pt x="862" y="9687"/>
                  </a:lnTo>
                  <a:lnTo>
                    <a:pt x="562" y="8584"/>
                  </a:lnTo>
                  <a:lnTo>
                    <a:pt x="321" y="7561"/>
                  </a:lnTo>
                  <a:lnTo>
                    <a:pt x="20" y="6217"/>
                  </a:lnTo>
                  <a:lnTo>
                    <a:pt x="20" y="6217"/>
                  </a:lnTo>
                  <a:lnTo>
                    <a:pt x="0" y="6037"/>
                  </a:lnTo>
                  <a:lnTo>
                    <a:pt x="20" y="5816"/>
                  </a:lnTo>
                  <a:lnTo>
                    <a:pt x="100" y="5596"/>
                  </a:lnTo>
                  <a:lnTo>
                    <a:pt x="221" y="5355"/>
                  </a:lnTo>
                  <a:lnTo>
                    <a:pt x="401" y="5074"/>
                  </a:lnTo>
                  <a:lnTo>
                    <a:pt x="642" y="4793"/>
                  </a:lnTo>
                  <a:lnTo>
                    <a:pt x="943" y="4493"/>
                  </a:lnTo>
                  <a:lnTo>
                    <a:pt x="1284" y="4172"/>
                  </a:lnTo>
                  <a:lnTo>
                    <a:pt x="1705" y="3851"/>
                  </a:lnTo>
                  <a:lnTo>
                    <a:pt x="2206" y="3510"/>
                  </a:lnTo>
                  <a:lnTo>
                    <a:pt x="2768" y="3169"/>
                  </a:lnTo>
                  <a:lnTo>
                    <a:pt x="3389" y="2828"/>
                  </a:lnTo>
                  <a:lnTo>
                    <a:pt x="4111" y="2467"/>
                  </a:lnTo>
                  <a:lnTo>
                    <a:pt x="4893" y="2126"/>
                  </a:lnTo>
                  <a:lnTo>
                    <a:pt x="5776" y="1785"/>
                  </a:lnTo>
                  <a:lnTo>
                    <a:pt x="6738" y="1444"/>
                  </a:lnTo>
                  <a:lnTo>
                    <a:pt x="6738" y="1444"/>
                  </a:lnTo>
                  <a:lnTo>
                    <a:pt x="7119" y="1324"/>
                  </a:lnTo>
                  <a:lnTo>
                    <a:pt x="7541" y="1204"/>
                  </a:lnTo>
                  <a:lnTo>
                    <a:pt x="8423" y="983"/>
                  </a:lnTo>
                  <a:lnTo>
                    <a:pt x="9406" y="782"/>
                  </a:lnTo>
                  <a:lnTo>
                    <a:pt x="10469" y="602"/>
                  </a:lnTo>
                  <a:lnTo>
                    <a:pt x="11592" y="462"/>
                  </a:lnTo>
                  <a:lnTo>
                    <a:pt x="12775" y="321"/>
                  </a:lnTo>
                  <a:lnTo>
                    <a:pt x="13998" y="221"/>
                  </a:lnTo>
                  <a:lnTo>
                    <a:pt x="15262" y="141"/>
                  </a:lnTo>
                  <a:lnTo>
                    <a:pt x="16565" y="61"/>
                  </a:lnTo>
                  <a:lnTo>
                    <a:pt x="17889" y="20"/>
                  </a:lnTo>
                  <a:lnTo>
                    <a:pt x="19212" y="0"/>
                  </a:lnTo>
                  <a:lnTo>
                    <a:pt x="20556" y="0"/>
                  </a:lnTo>
                  <a:lnTo>
                    <a:pt x="21900" y="20"/>
                  </a:lnTo>
                  <a:lnTo>
                    <a:pt x="23223" y="40"/>
                  </a:lnTo>
                  <a:lnTo>
                    <a:pt x="24527" y="101"/>
                  </a:lnTo>
                  <a:lnTo>
                    <a:pt x="25790" y="181"/>
                  </a:lnTo>
                  <a:lnTo>
                    <a:pt x="25790" y="181"/>
                  </a:lnTo>
                  <a:lnTo>
                    <a:pt x="26833" y="261"/>
                  </a:lnTo>
                  <a:lnTo>
                    <a:pt x="27856" y="361"/>
                  </a:lnTo>
                  <a:lnTo>
                    <a:pt x="28818" y="462"/>
                  </a:lnTo>
                  <a:lnTo>
                    <a:pt x="29761" y="582"/>
                  </a:lnTo>
                  <a:lnTo>
                    <a:pt x="30623" y="722"/>
                  </a:lnTo>
                  <a:lnTo>
                    <a:pt x="31466" y="863"/>
                  </a:lnTo>
                  <a:lnTo>
                    <a:pt x="32228" y="1023"/>
                  </a:lnTo>
                  <a:lnTo>
                    <a:pt x="32910" y="1184"/>
                  </a:lnTo>
                  <a:lnTo>
                    <a:pt x="32910" y="1184"/>
                  </a:lnTo>
                  <a:lnTo>
                    <a:pt x="33732" y="1424"/>
                  </a:lnTo>
                  <a:lnTo>
                    <a:pt x="34514" y="1705"/>
                  </a:lnTo>
                  <a:lnTo>
                    <a:pt x="35236" y="1966"/>
                  </a:lnTo>
                  <a:lnTo>
                    <a:pt x="35898" y="2267"/>
                  </a:lnTo>
                  <a:lnTo>
                    <a:pt x="36519" y="2567"/>
                  </a:lnTo>
                  <a:lnTo>
                    <a:pt x="37081" y="2868"/>
                  </a:lnTo>
                  <a:lnTo>
                    <a:pt x="37602" y="3169"/>
                  </a:lnTo>
                  <a:lnTo>
                    <a:pt x="38084" y="3470"/>
                  </a:lnTo>
                  <a:lnTo>
                    <a:pt x="38505" y="3771"/>
                  </a:lnTo>
                  <a:lnTo>
                    <a:pt x="38866" y="4031"/>
                  </a:lnTo>
                  <a:lnTo>
                    <a:pt x="39187" y="4312"/>
                  </a:lnTo>
                  <a:lnTo>
                    <a:pt x="39467" y="4533"/>
                  </a:lnTo>
                  <a:lnTo>
                    <a:pt x="39708" y="4753"/>
                  </a:lnTo>
                  <a:lnTo>
                    <a:pt x="39868" y="4934"/>
                  </a:lnTo>
                  <a:lnTo>
                    <a:pt x="40009" y="5094"/>
                  </a:lnTo>
                  <a:lnTo>
                    <a:pt x="40089" y="5194"/>
                  </a:lnTo>
                  <a:lnTo>
                    <a:pt x="40089" y="5194"/>
                  </a:lnTo>
                  <a:lnTo>
                    <a:pt x="40129" y="5315"/>
                  </a:lnTo>
                  <a:lnTo>
                    <a:pt x="40169" y="5495"/>
                  </a:lnTo>
                  <a:lnTo>
                    <a:pt x="40189" y="5736"/>
                  </a:lnTo>
                  <a:lnTo>
                    <a:pt x="40189" y="6037"/>
                  </a:lnTo>
                  <a:lnTo>
                    <a:pt x="40169" y="6799"/>
                  </a:lnTo>
                  <a:lnTo>
                    <a:pt x="40109" y="7681"/>
                  </a:lnTo>
                  <a:lnTo>
                    <a:pt x="40009" y="8644"/>
                  </a:lnTo>
                  <a:lnTo>
                    <a:pt x="39868" y="9627"/>
                  </a:lnTo>
                  <a:lnTo>
                    <a:pt x="39708" y="10549"/>
                  </a:lnTo>
                  <a:lnTo>
                    <a:pt x="39608" y="10990"/>
                  </a:lnTo>
                  <a:lnTo>
                    <a:pt x="39507" y="1139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29">
              <a:extLst>
                <a:ext uri="{FF2B5EF4-FFF2-40B4-BE49-F238E27FC236}">
                  <a16:creationId xmlns:a16="http://schemas.microsoft.com/office/drawing/2014/main" id="{846A686F-91FC-997E-2F0A-44B36DCE0DA5}"/>
                </a:ext>
              </a:extLst>
            </p:cNvPr>
            <p:cNvSpPr/>
            <p:nvPr/>
          </p:nvSpPr>
          <p:spPr>
            <a:xfrm>
              <a:off x="11186375" y="4148438"/>
              <a:ext cx="987700" cy="412650"/>
            </a:xfrm>
            <a:custGeom>
              <a:avLst/>
              <a:gdLst/>
              <a:ahLst/>
              <a:cxnLst/>
              <a:rect l="l" t="t" r="r" b="b"/>
              <a:pathLst>
                <a:path w="39508" h="16506" extrusionOk="0">
                  <a:moveTo>
                    <a:pt x="20115" y="0"/>
                  </a:moveTo>
                  <a:lnTo>
                    <a:pt x="18149" y="20"/>
                  </a:lnTo>
                  <a:lnTo>
                    <a:pt x="16224" y="81"/>
                  </a:lnTo>
                  <a:lnTo>
                    <a:pt x="15282" y="141"/>
                  </a:lnTo>
                  <a:lnTo>
                    <a:pt x="14359" y="201"/>
                  </a:lnTo>
                  <a:lnTo>
                    <a:pt x="13457" y="261"/>
                  </a:lnTo>
                  <a:lnTo>
                    <a:pt x="12554" y="341"/>
                  </a:lnTo>
                  <a:lnTo>
                    <a:pt x="11712" y="442"/>
                  </a:lnTo>
                  <a:lnTo>
                    <a:pt x="10870" y="542"/>
                  </a:lnTo>
                  <a:lnTo>
                    <a:pt x="10087" y="662"/>
                  </a:lnTo>
                  <a:lnTo>
                    <a:pt x="9325" y="803"/>
                  </a:lnTo>
                  <a:lnTo>
                    <a:pt x="8603" y="943"/>
                  </a:lnTo>
                  <a:lnTo>
                    <a:pt x="7922" y="1103"/>
                  </a:lnTo>
                  <a:lnTo>
                    <a:pt x="7300" y="1264"/>
                  </a:lnTo>
                  <a:lnTo>
                    <a:pt x="6738" y="1444"/>
                  </a:lnTo>
                  <a:lnTo>
                    <a:pt x="5816" y="1765"/>
                  </a:lnTo>
                  <a:lnTo>
                    <a:pt x="4994" y="2086"/>
                  </a:lnTo>
                  <a:lnTo>
                    <a:pt x="4232" y="2407"/>
                  </a:lnTo>
                  <a:lnTo>
                    <a:pt x="3550" y="2748"/>
                  </a:lnTo>
                  <a:lnTo>
                    <a:pt x="2928" y="3069"/>
                  </a:lnTo>
                  <a:lnTo>
                    <a:pt x="2367" y="3390"/>
                  </a:lnTo>
                  <a:lnTo>
                    <a:pt x="1885" y="3710"/>
                  </a:lnTo>
                  <a:lnTo>
                    <a:pt x="1464" y="4031"/>
                  </a:lnTo>
                  <a:lnTo>
                    <a:pt x="1103" y="4332"/>
                  </a:lnTo>
                  <a:lnTo>
                    <a:pt x="802" y="4633"/>
                  </a:lnTo>
                  <a:lnTo>
                    <a:pt x="542" y="4914"/>
                  </a:lnTo>
                  <a:lnTo>
                    <a:pt x="341" y="5174"/>
                  </a:lnTo>
                  <a:lnTo>
                    <a:pt x="181" y="5415"/>
                  </a:lnTo>
                  <a:lnTo>
                    <a:pt x="80" y="5656"/>
                  </a:lnTo>
                  <a:lnTo>
                    <a:pt x="20" y="5856"/>
                  </a:lnTo>
                  <a:lnTo>
                    <a:pt x="0" y="605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8992" y="16485"/>
                  </a:lnTo>
                  <a:lnTo>
                    <a:pt x="20035" y="16505"/>
                  </a:lnTo>
                  <a:lnTo>
                    <a:pt x="20897" y="16485"/>
                  </a:lnTo>
                  <a:lnTo>
                    <a:pt x="21739" y="16465"/>
                  </a:lnTo>
                  <a:lnTo>
                    <a:pt x="22602" y="16405"/>
                  </a:lnTo>
                  <a:lnTo>
                    <a:pt x="23444" y="16345"/>
                  </a:lnTo>
                  <a:lnTo>
                    <a:pt x="24286" y="16265"/>
                  </a:lnTo>
                  <a:lnTo>
                    <a:pt x="25108" y="16164"/>
                  </a:lnTo>
                  <a:lnTo>
                    <a:pt x="25931" y="16044"/>
                  </a:lnTo>
                  <a:lnTo>
                    <a:pt x="26733" y="15924"/>
                  </a:lnTo>
                  <a:lnTo>
                    <a:pt x="27515" y="15803"/>
                  </a:lnTo>
                  <a:lnTo>
                    <a:pt x="28297" y="15643"/>
                  </a:lnTo>
                  <a:lnTo>
                    <a:pt x="29801" y="15342"/>
                  </a:lnTo>
                  <a:lnTo>
                    <a:pt x="31245" y="15001"/>
                  </a:lnTo>
                  <a:lnTo>
                    <a:pt x="32589" y="14660"/>
                  </a:lnTo>
                  <a:lnTo>
                    <a:pt x="33832" y="14299"/>
                  </a:lnTo>
                  <a:lnTo>
                    <a:pt x="34975" y="13958"/>
                  </a:lnTo>
                  <a:lnTo>
                    <a:pt x="35998" y="13617"/>
                  </a:lnTo>
                  <a:lnTo>
                    <a:pt x="36900" y="13317"/>
                  </a:lnTo>
                  <a:lnTo>
                    <a:pt x="38224" y="1283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507" y="11391"/>
                  </a:lnTo>
                  <a:lnTo>
                    <a:pt x="38645" y="11632"/>
                  </a:lnTo>
                  <a:lnTo>
                    <a:pt x="37783" y="11873"/>
                  </a:lnTo>
                  <a:lnTo>
                    <a:pt x="36920" y="12073"/>
                  </a:lnTo>
                  <a:lnTo>
                    <a:pt x="36038" y="12274"/>
                  </a:lnTo>
                  <a:lnTo>
                    <a:pt x="35176" y="12474"/>
                  </a:lnTo>
                  <a:lnTo>
                    <a:pt x="34293" y="12635"/>
                  </a:lnTo>
                  <a:lnTo>
                    <a:pt x="33411" y="12795"/>
                  </a:lnTo>
                  <a:lnTo>
                    <a:pt x="32528" y="12936"/>
                  </a:lnTo>
                  <a:lnTo>
                    <a:pt x="31626" y="13056"/>
                  </a:lnTo>
                  <a:lnTo>
                    <a:pt x="30744" y="13156"/>
                  </a:lnTo>
                  <a:lnTo>
                    <a:pt x="29841" y="13256"/>
                  </a:lnTo>
                  <a:lnTo>
                    <a:pt x="28959" y="13317"/>
                  </a:lnTo>
                  <a:lnTo>
                    <a:pt x="28056" y="13377"/>
                  </a:lnTo>
                  <a:lnTo>
                    <a:pt x="27154" y="13417"/>
                  </a:lnTo>
                  <a:lnTo>
                    <a:pt x="26251" y="13437"/>
                  </a:lnTo>
                  <a:lnTo>
                    <a:pt x="25369" y="13457"/>
                  </a:lnTo>
                  <a:lnTo>
                    <a:pt x="24587" y="13437"/>
                  </a:lnTo>
                  <a:lnTo>
                    <a:pt x="23825" y="13437"/>
                  </a:lnTo>
                  <a:lnTo>
                    <a:pt x="23063" y="13397"/>
                  </a:lnTo>
                  <a:lnTo>
                    <a:pt x="22281" y="13357"/>
                  </a:lnTo>
                  <a:lnTo>
                    <a:pt x="21519" y="13297"/>
                  </a:lnTo>
                  <a:lnTo>
                    <a:pt x="20756" y="13236"/>
                  </a:lnTo>
                  <a:lnTo>
                    <a:pt x="19974" y="13156"/>
                  </a:lnTo>
                  <a:lnTo>
                    <a:pt x="19212" y="13056"/>
                  </a:lnTo>
                  <a:lnTo>
                    <a:pt x="18410" y="12956"/>
                  </a:lnTo>
                  <a:lnTo>
                    <a:pt x="17608" y="12835"/>
                  </a:lnTo>
                  <a:lnTo>
                    <a:pt x="16806" y="12695"/>
                  </a:lnTo>
                  <a:lnTo>
                    <a:pt x="16004" y="12554"/>
                  </a:lnTo>
                  <a:lnTo>
                    <a:pt x="15201" y="12374"/>
                  </a:lnTo>
                  <a:lnTo>
                    <a:pt x="14399" y="12214"/>
                  </a:lnTo>
                  <a:lnTo>
                    <a:pt x="13617" y="12013"/>
                  </a:lnTo>
                  <a:lnTo>
                    <a:pt x="12835" y="11792"/>
                  </a:lnTo>
                  <a:lnTo>
                    <a:pt x="12233" y="11612"/>
                  </a:lnTo>
                  <a:lnTo>
                    <a:pt x="11592" y="11391"/>
                  </a:lnTo>
                  <a:lnTo>
                    <a:pt x="11291" y="11271"/>
                  </a:lnTo>
                  <a:lnTo>
                    <a:pt x="10970" y="11131"/>
                  </a:lnTo>
                  <a:lnTo>
                    <a:pt x="10669" y="10970"/>
                  </a:lnTo>
                  <a:lnTo>
                    <a:pt x="10388" y="10810"/>
                  </a:lnTo>
                  <a:lnTo>
                    <a:pt x="9566" y="10629"/>
                  </a:lnTo>
                  <a:lnTo>
                    <a:pt x="8784" y="10429"/>
                  </a:lnTo>
                  <a:lnTo>
                    <a:pt x="7922" y="10188"/>
                  </a:lnTo>
                  <a:lnTo>
                    <a:pt x="7119" y="9907"/>
                  </a:lnTo>
                  <a:lnTo>
                    <a:pt x="6357" y="9627"/>
                  </a:lnTo>
                  <a:lnTo>
                    <a:pt x="5635" y="9346"/>
                  </a:lnTo>
                  <a:lnTo>
                    <a:pt x="4974" y="9045"/>
                  </a:lnTo>
                  <a:lnTo>
                    <a:pt x="4372" y="8724"/>
                  </a:lnTo>
                  <a:lnTo>
                    <a:pt x="3831" y="8423"/>
                  </a:lnTo>
                  <a:lnTo>
                    <a:pt x="3329" y="8122"/>
                  </a:lnTo>
                  <a:lnTo>
                    <a:pt x="2888" y="7802"/>
                  </a:lnTo>
                  <a:lnTo>
                    <a:pt x="2507" y="7501"/>
                  </a:lnTo>
                  <a:lnTo>
                    <a:pt x="2186" y="7220"/>
                  </a:lnTo>
                  <a:lnTo>
                    <a:pt x="1925" y="6939"/>
                  </a:lnTo>
                  <a:lnTo>
                    <a:pt x="1725" y="6679"/>
                  </a:lnTo>
                  <a:lnTo>
                    <a:pt x="1584" y="6438"/>
                  </a:lnTo>
                  <a:lnTo>
                    <a:pt x="1544" y="6318"/>
                  </a:lnTo>
                  <a:lnTo>
                    <a:pt x="1504" y="6197"/>
                  </a:lnTo>
                  <a:lnTo>
                    <a:pt x="1484" y="6097"/>
                  </a:lnTo>
                  <a:lnTo>
                    <a:pt x="1504" y="5997"/>
                  </a:lnTo>
                  <a:lnTo>
                    <a:pt x="1524" y="5856"/>
                  </a:lnTo>
                  <a:lnTo>
                    <a:pt x="1564" y="5736"/>
                  </a:lnTo>
                  <a:lnTo>
                    <a:pt x="1604" y="5596"/>
                  </a:lnTo>
                  <a:lnTo>
                    <a:pt x="1685" y="5455"/>
                  </a:lnTo>
                  <a:lnTo>
                    <a:pt x="1785" y="5315"/>
                  </a:lnTo>
                  <a:lnTo>
                    <a:pt x="1885" y="5174"/>
                  </a:lnTo>
                  <a:lnTo>
                    <a:pt x="2146" y="4874"/>
                  </a:lnTo>
                  <a:lnTo>
                    <a:pt x="2467" y="4593"/>
                  </a:lnTo>
                  <a:lnTo>
                    <a:pt x="2828" y="4312"/>
                  </a:lnTo>
                  <a:lnTo>
                    <a:pt x="3249" y="4011"/>
                  </a:lnTo>
                  <a:lnTo>
                    <a:pt x="3710" y="3730"/>
                  </a:lnTo>
                  <a:lnTo>
                    <a:pt x="4212" y="3470"/>
                  </a:lnTo>
                  <a:lnTo>
                    <a:pt x="4733" y="3209"/>
                  </a:lnTo>
                  <a:lnTo>
                    <a:pt x="5294" y="2948"/>
                  </a:lnTo>
                  <a:lnTo>
                    <a:pt x="5856" y="2728"/>
                  </a:lnTo>
                  <a:lnTo>
                    <a:pt x="6458" y="2507"/>
                  </a:lnTo>
                  <a:lnTo>
                    <a:pt x="7059" y="2307"/>
                  </a:lnTo>
                  <a:lnTo>
                    <a:pt x="7681" y="2126"/>
                  </a:lnTo>
                  <a:lnTo>
                    <a:pt x="8283" y="1966"/>
                  </a:lnTo>
                  <a:lnTo>
                    <a:pt x="8864" y="1845"/>
                  </a:lnTo>
                  <a:lnTo>
                    <a:pt x="9466" y="1725"/>
                  </a:lnTo>
                  <a:lnTo>
                    <a:pt x="10128" y="1605"/>
                  </a:lnTo>
                  <a:lnTo>
                    <a:pt x="10809" y="1504"/>
                  </a:lnTo>
                  <a:lnTo>
                    <a:pt x="12273" y="1324"/>
                  </a:lnTo>
                  <a:lnTo>
                    <a:pt x="13858" y="1164"/>
                  </a:lnTo>
                  <a:lnTo>
                    <a:pt x="15542" y="1063"/>
                  </a:lnTo>
                  <a:lnTo>
                    <a:pt x="17267" y="963"/>
                  </a:lnTo>
                  <a:lnTo>
                    <a:pt x="19032" y="923"/>
                  </a:lnTo>
                  <a:lnTo>
                    <a:pt x="20837" y="903"/>
                  </a:lnTo>
                  <a:lnTo>
                    <a:pt x="21017" y="903"/>
                  </a:lnTo>
                  <a:lnTo>
                    <a:pt x="22200" y="682"/>
                  </a:lnTo>
                  <a:lnTo>
                    <a:pt x="23404" y="482"/>
                  </a:lnTo>
                  <a:lnTo>
                    <a:pt x="24587" y="321"/>
                  </a:lnTo>
                  <a:lnTo>
                    <a:pt x="25790" y="181"/>
                  </a:lnTo>
                  <a:lnTo>
                    <a:pt x="24406" y="101"/>
                  </a:lnTo>
                  <a:lnTo>
                    <a:pt x="23003" y="40"/>
                  </a:lnTo>
                  <a:lnTo>
                    <a:pt x="2155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29">
              <a:extLst>
                <a:ext uri="{FF2B5EF4-FFF2-40B4-BE49-F238E27FC236}">
                  <a16:creationId xmlns:a16="http://schemas.microsoft.com/office/drawing/2014/main" id="{650B0CA2-80A2-2135-009E-426A048483ED}"/>
                </a:ext>
              </a:extLst>
            </p:cNvPr>
            <p:cNvSpPr/>
            <p:nvPr/>
          </p:nvSpPr>
          <p:spPr>
            <a:xfrm>
              <a:off x="11186375" y="4148438"/>
              <a:ext cx="987700" cy="412650"/>
            </a:xfrm>
            <a:custGeom>
              <a:avLst/>
              <a:gdLst/>
              <a:ahLst/>
              <a:cxnLst/>
              <a:rect l="l" t="t" r="r" b="b"/>
              <a:pathLst>
                <a:path w="39508" h="16506" fill="none" extrusionOk="0">
                  <a:moveTo>
                    <a:pt x="20115" y="0"/>
                  </a:moveTo>
                  <a:lnTo>
                    <a:pt x="20115" y="0"/>
                  </a:lnTo>
                  <a:lnTo>
                    <a:pt x="18149" y="20"/>
                  </a:lnTo>
                  <a:lnTo>
                    <a:pt x="16224" y="81"/>
                  </a:lnTo>
                  <a:lnTo>
                    <a:pt x="15282" y="141"/>
                  </a:lnTo>
                  <a:lnTo>
                    <a:pt x="14359" y="201"/>
                  </a:lnTo>
                  <a:lnTo>
                    <a:pt x="13457" y="261"/>
                  </a:lnTo>
                  <a:lnTo>
                    <a:pt x="12554" y="341"/>
                  </a:lnTo>
                  <a:lnTo>
                    <a:pt x="11712" y="442"/>
                  </a:lnTo>
                  <a:lnTo>
                    <a:pt x="10870" y="542"/>
                  </a:lnTo>
                  <a:lnTo>
                    <a:pt x="10087" y="662"/>
                  </a:lnTo>
                  <a:lnTo>
                    <a:pt x="9325" y="803"/>
                  </a:lnTo>
                  <a:lnTo>
                    <a:pt x="8603" y="943"/>
                  </a:lnTo>
                  <a:lnTo>
                    <a:pt x="7922" y="1103"/>
                  </a:lnTo>
                  <a:lnTo>
                    <a:pt x="7300" y="1264"/>
                  </a:lnTo>
                  <a:lnTo>
                    <a:pt x="6738" y="1444"/>
                  </a:lnTo>
                  <a:lnTo>
                    <a:pt x="6738" y="1444"/>
                  </a:lnTo>
                  <a:lnTo>
                    <a:pt x="5816" y="1765"/>
                  </a:lnTo>
                  <a:lnTo>
                    <a:pt x="4994" y="2086"/>
                  </a:lnTo>
                  <a:lnTo>
                    <a:pt x="4232" y="2407"/>
                  </a:lnTo>
                  <a:lnTo>
                    <a:pt x="3550" y="2748"/>
                  </a:lnTo>
                  <a:lnTo>
                    <a:pt x="2928" y="3069"/>
                  </a:lnTo>
                  <a:lnTo>
                    <a:pt x="2367" y="3390"/>
                  </a:lnTo>
                  <a:lnTo>
                    <a:pt x="1885" y="3710"/>
                  </a:lnTo>
                  <a:lnTo>
                    <a:pt x="1464" y="4031"/>
                  </a:lnTo>
                  <a:lnTo>
                    <a:pt x="1103" y="4332"/>
                  </a:lnTo>
                  <a:lnTo>
                    <a:pt x="802" y="4633"/>
                  </a:lnTo>
                  <a:lnTo>
                    <a:pt x="542" y="4914"/>
                  </a:lnTo>
                  <a:lnTo>
                    <a:pt x="341" y="5174"/>
                  </a:lnTo>
                  <a:lnTo>
                    <a:pt x="181" y="5415"/>
                  </a:lnTo>
                  <a:lnTo>
                    <a:pt x="80" y="5656"/>
                  </a:lnTo>
                  <a:lnTo>
                    <a:pt x="20" y="5856"/>
                  </a:lnTo>
                  <a:lnTo>
                    <a:pt x="0" y="6057"/>
                  </a:lnTo>
                  <a:lnTo>
                    <a:pt x="0" y="6057"/>
                  </a:lnTo>
                  <a:lnTo>
                    <a:pt x="20" y="621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7969" y="16425"/>
                  </a:lnTo>
                  <a:lnTo>
                    <a:pt x="18992" y="16485"/>
                  </a:lnTo>
                  <a:lnTo>
                    <a:pt x="20035" y="16505"/>
                  </a:lnTo>
                  <a:lnTo>
                    <a:pt x="20035" y="16505"/>
                  </a:lnTo>
                  <a:lnTo>
                    <a:pt x="20897" y="16485"/>
                  </a:lnTo>
                  <a:lnTo>
                    <a:pt x="21739" y="16465"/>
                  </a:lnTo>
                  <a:lnTo>
                    <a:pt x="22602" y="16405"/>
                  </a:lnTo>
                  <a:lnTo>
                    <a:pt x="23444" y="16345"/>
                  </a:lnTo>
                  <a:lnTo>
                    <a:pt x="24286" y="16265"/>
                  </a:lnTo>
                  <a:lnTo>
                    <a:pt x="25108" y="16164"/>
                  </a:lnTo>
                  <a:lnTo>
                    <a:pt x="25931" y="16044"/>
                  </a:lnTo>
                  <a:lnTo>
                    <a:pt x="26733" y="15924"/>
                  </a:lnTo>
                  <a:lnTo>
                    <a:pt x="27515" y="15803"/>
                  </a:lnTo>
                  <a:lnTo>
                    <a:pt x="28297" y="15643"/>
                  </a:lnTo>
                  <a:lnTo>
                    <a:pt x="29801" y="15342"/>
                  </a:lnTo>
                  <a:lnTo>
                    <a:pt x="31245" y="15001"/>
                  </a:lnTo>
                  <a:lnTo>
                    <a:pt x="32589" y="14660"/>
                  </a:lnTo>
                  <a:lnTo>
                    <a:pt x="33832" y="14299"/>
                  </a:lnTo>
                  <a:lnTo>
                    <a:pt x="34975" y="13958"/>
                  </a:lnTo>
                  <a:lnTo>
                    <a:pt x="35998" y="13617"/>
                  </a:lnTo>
                  <a:lnTo>
                    <a:pt x="36900" y="13317"/>
                  </a:lnTo>
                  <a:lnTo>
                    <a:pt x="38224" y="12835"/>
                  </a:lnTo>
                  <a:lnTo>
                    <a:pt x="38906" y="1257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507" y="11391"/>
                  </a:lnTo>
                  <a:lnTo>
                    <a:pt x="38645" y="11632"/>
                  </a:lnTo>
                  <a:lnTo>
                    <a:pt x="37783" y="11873"/>
                  </a:lnTo>
                  <a:lnTo>
                    <a:pt x="36920" y="12073"/>
                  </a:lnTo>
                  <a:lnTo>
                    <a:pt x="36038" y="12274"/>
                  </a:lnTo>
                  <a:lnTo>
                    <a:pt x="35176" y="12474"/>
                  </a:lnTo>
                  <a:lnTo>
                    <a:pt x="34293" y="12635"/>
                  </a:lnTo>
                  <a:lnTo>
                    <a:pt x="33411" y="12795"/>
                  </a:lnTo>
                  <a:lnTo>
                    <a:pt x="32528" y="12936"/>
                  </a:lnTo>
                  <a:lnTo>
                    <a:pt x="31626" y="13056"/>
                  </a:lnTo>
                  <a:lnTo>
                    <a:pt x="30744" y="13156"/>
                  </a:lnTo>
                  <a:lnTo>
                    <a:pt x="29841" y="13256"/>
                  </a:lnTo>
                  <a:lnTo>
                    <a:pt x="28959" y="13317"/>
                  </a:lnTo>
                  <a:lnTo>
                    <a:pt x="28056" y="13377"/>
                  </a:lnTo>
                  <a:lnTo>
                    <a:pt x="27154" y="13417"/>
                  </a:lnTo>
                  <a:lnTo>
                    <a:pt x="26251" y="13437"/>
                  </a:lnTo>
                  <a:lnTo>
                    <a:pt x="25369" y="13457"/>
                  </a:lnTo>
                  <a:lnTo>
                    <a:pt x="25369" y="13457"/>
                  </a:lnTo>
                  <a:lnTo>
                    <a:pt x="24587" y="13437"/>
                  </a:lnTo>
                  <a:lnTo>
                    <a:pt x="23825" y="13437"/>
                  </a:lnTo>
                  <a:lnTo>
                    <a:pt x="23063" y="13397"/>
                  </a:lnTo>
                  <a:lnTo>
                    <a:pt x="22281" y="13357"/>
                  </a:lnTo>
                  <a:lnTo>
                    <a:pt x="21519" y="13297"/>
                  </a:lnTo>
                  <a:lnTo>
                    <a:pt x="20756" y="13236"/>
                  </a:lnTo>
                  <a:lnTo>
                    <a:pt x="19974" y="13156"/>
                  </a:lnTo>
                  <a:lnTo>
                    <a:pt x="19212" y="13056"/>
                  </a:lnTo>
                  <a:lnTo>
                    <a:pt x="19212" y="13056"/>
                  </a:lnTo>
                  <a:lnTo>
                    <a:pt x="18410" y="12956"/>
                  </a:lnTo>
                  <a:lnTo>
                    <a:pt x="17608" y="12835"/>
                  </a:lnTo>
                  <a:lnTo>
                    <a:pt x="16806" y="12695"/>
                  </a:lnTo>
                  <a:lnTo>
                    <a:pt x="16004" y="12554"/>
                  </a:lnTo>
                  <a:lnTo>
                    <a:pt x="15201" y="12374"/>
                  </a:lnTo>
                  <a:lnTo>
                    <a:pt x="14399" y="12214"/>
                  </a:lnTo>
                  <a:lnTo>
                    <a:pt x="13617" y="12013"/>
                  </a:lnTo>
                  <a:lnTo>
                    <a:pt x="12835" y="11792"/>
                  </a:lnTo>
                  <a:lnTo>
                    <a:pt x="12835" y="11792"/>
                  </a:lnTo>
                  <a:lnTo>
                    <a:pt x="12233" y="11612"/>
                  </a:lnTo>
                  <a:lnTo>
                    <a:pt x="11592" y="11391"/>
                  </a:lnTo>
                  <a:lnTo>
                    <a:pt x="11291" y="11271"/>
                  </a:lnTo>
                  <a:lnTo>
                    <a:pt x="10970" y="11131"/>
                  </a:lnTo>
                  <a:lnTo>
                    <a:pt x="10669" y="10970"/>
                  </a:lnTo>
                  <a:lnTo>
                    <a:pt x="10388" y="10810"/>
                  </a:lnTo>
                  <a:lnTo>
                    <a:pt x="10388" y="10810"/>
                  </a:lnTo>
                  <a:lnTo>
                    <a:pt x="9566" y="10629"/>
                  </a:lnTo>
                  <a:lnTo>
                    <a:pt x="8784" y="10429"/>
                  </a:lnTo>
                  <a:lnTo>
                    <a:pt x="8784" y="10429"/>
                  </a:lnTo>
                  <a:lnTo>
                    <a:pt x="7922" y="10188"/>
                  </a:lnTo>
                  <a:lnTo>
                    <a:pt x="7119" y="9907"/>
                  </a:lnTo>
                  <a:lnTo>
                    <a:pt x="6357" y="9627"/>
                  </a:lnTo>
                  <a:lnTo>
                    <a:pt x="5635" y="9346"/>
                  </a:lnTo>
                  <a:lnTo>
                    <a:pt x="4974" y="9045"/>
                  </a:lnTo>
                  <a:lnTo>
                    <a:pt x="4372" y="8724"/>
                  </a:lnTo>
                  <a:lnTo>
                    <a:pt x="3831" y="8423"/>
                  </a:lnTo>
                  <a:lnTo>
                    <a:pt x="3329" y="8122"/>
                  </a:lnTo>
                  <a:lnTo>
                    <a:pt x="2888" y="7802"/>
                  </a:lnTo>
                  <a:lnTo>
                    <a:pt x="2507" y="7501"/>
                  </a:lnTo>
                  <a:lnTo>
                    <a:pt x="2186" y="7220"/>
                  </a:lnTo>
                  <a:lnTo>
                    <a:pt x="1925" y="6939"/>
                  </a:lnTo>
                  <a:lnTo>
                    <a:pt x="1725" y="6679"/>
                  </a:lnTo>
                  <a:lnTo>
                    <a:pt x="1584" y="6438"/>
                  </a:lnTo>
                  <a:lnTo>
                    <a:pt x="1544" y="6318"/>
                  </a:lnTo>
                  <a:lnTo>
                    <a:pt x="1504" y="6197"/>
                  </a:lnTo>
                  <a:lnTo>
                    <a:pt x="1484" y="6097"/>
                  </a:lnTo>
                  <a:lnTo>
                    <a:pt x="1504" y="5997"/>
                  </a:lnTo>
                  <a:lnTo>
                    <a:pt x="1504" y="5997"/>
                  </a:lnTo>
                  <a:lnTo>
                    <a:pt x="1524" y="5856"/>
                  </a:lnTo>
                  <a:lnTo>
                    <a:pt x="1564" y="5736"/>
                  </a:lnTo>
                  <a:lnTo>
                    <a:pt x="1604" y="5596"/>
                  </a:lnTo>
                  <a:lnTo>
                    <a:pt x="1685" y="5455"/>
                  </a:lnTo>
                  <a:lnTo>
                    <a:pt x="1785" y="5315"/>
                  </a:lnTo>
                  <a:lnTo>
                    <a:pt x="1885" y="5174"/>
                  </a:lnTo>
                  <a:lnTo>
                    <a:pt x="2146" y="4874"/>
                  </a:lnTo>
                  <a:lnTo>
                    <a:pt x="2467" y="4593"/>
                  </a:lnTo>
                  <a:lnTo>
                    <a:pt x="2828" y="4312"/>
                  </a:lnTo>
                  <a:lnTo>
                    <a:pt x="3249" y="4011"/>
                  </a:lnTo>
                  <a:lnTo>
                    <a:pt x="3710" y="3730"/>
                  </a:lnTo>
                  <a:lnTo>
                    <a:pt x="4212" y="3470"/>
                  </a:lnTo>
                  <a:lnTo>
                    <a:pt x="4733" y="3209"/>
                  </a:lnTo>
                  <a:lnTo>
                    <a:pt x="5294" y="2948"/>
                  </a:lnTo>
                  <a:lnTo>
                    <a:pt x="5856" y="2728"/>
                  </a:lnTo>
                  <a:lnTo>
                    <a:pt x="6458" y="2507"/>
                  </a:lnTo>
                  <a:lnTo>
                    <a:pt x="7059" y="2307"/>
                  </a:lnTo>
                  <a:lnTo>
                    <a:pt x="7681" y="2126"/>
                  </a:lnTo>
                  <a:lnTo>
                    <a:pt x="8283" y="1966"/>
                  </a:lnTo>
                  <a:lnTo>
                    <a:pt x="8283" y="1966"/>
                  </a:lnTo>
                  <a:lnTo>
                    <a:pt x="8864" y="1845"/>
                  </a:lnTo>
                  <a:lnTo>
                    <a:pt x="9466" y="1725"/>
                  </a:lnTo>
                  <a:lnTo>
                    <a:pt x="10128" y="1605"/>
                  </a:lnTo>
                  <a:lnTo>
                    <a:pt x="10809" y="1504"/>
                  </a:lnTo>
                  <a:lnTo>
                    <a:pt x="12273" y="1324"/>
                  </a:lnTo>
                  <a:lnTo>
                    <a:pt x="13858" y="1164"/>
                  </a:lnTo>
                  <a:lnTo>
                    <a:pt x="15542" y="1063"/>
                  </a:lnTo>
                  <a:lnTo>
                    <a:pt x="17267" y="963"/>
                  </a:lnTo>
                  <a:lnTo>
                    <a:pt x="19032" y="923"/>
                  </a:lnTo>
                  <a:lnTo>
                    <a:pt x="20837" y="903"/>
                  </a:lnTo>
                  <a:lnTo>
                    <a:pt x="20837" y="903"/>
                  </a:lnTo>
                  <a:lnTo>
                    <a:pt x="21017" y="903"/>
                  </a:lnTo>
                  <a:lnTo>
                    <a:pt x="21017" y="903"/>
                  </a:lnTo>
                  <a:lnTo>
                    <a:pt x="22200" y="682"/>
                  </a:lnTo>
                  <a:lnTo>
                    <a:pt x="23404" y="482"/>
                  </a:lnTo>
                  <a:lnTo>
                    <a:pt x="24587" y="321"/>
                  </a:lnTo>
                  <a:lnTo>
                    <a:pt x="25790" y="181"/>
                  </a:lnTo>
                  <a:lnTo>
                    <a:pt x="25790" y="181"/>
                  </a:lnTo>
                  <a:lnTo>
                    <a:pt x="24406" y="101"/>
                  </a:lnTo>
                  <a:lnTo>
                    <a:pt x="23003" y="40"/>
                  </a:lnTo>
                  <a:lnTo>
                    <a:pt x="21559" y="0"/>
                  </a:lnTo>
                  <a:lnTo>
                    <a:pt x="2011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29">
              <a:extLst>
                <a:ext uri="{FF2B5EF4-FFF2-40B4-BE49-F238E27FC236}">
                  <a16:creationId xmlns:a16="http://schemas.microsoft.com/office/drawing/2014/main" id="{17BAED1E-5D65-70AE-2A79-471FFA88EEF5}"/>
                </a:ext>
              </a:extLst>
            </p:cNvPr>
            <p:cNvSpPr/>
            <p:nvPr/>
          </p:nvSpPr>
          <p:spPr>
            <a:xfrm>
              <a:off x="11223475" y="4170988"/>
              <a:ext cx="943075" cy="265250"/>
            </a:xfrm>
            <a:custGeom>
              <a:avLst/>
              <a:gdLst/>
              <a:ahLst/>
              <a:cxnLst/>
              <a:rect l="l" t="t" r="r" b="b"/>
              <a:pathLst>
                <a:path w="37723" h="10610" extrusionOk="0">
                  <a:moveTo>
                    <a:pt x="18771" y="1"/>
                  </a:moveTo>
                  <a:lnTo>
                    <a:pt x="17708" y="21"/>
                  </a:lnTo>
                  <a:lnTo>
                    <a:pt x="16665" y="41"/>
                  </a:lnTo>
                  <a:lnTo>
                    <a:pt x="15623" y="81"/>
                  </a:lnTo>
                  <a:lnTo>
                    <a:pt x="14600" y="121"/>
                  </a:lnTo>
                  <a:lnTo>
                    <a:pt x="13577" y="181"/>
                  </a:lnTo>
                  <a:lnTo>
                    <a:pt x="12594" y="262"/>
                  </a:lnTo>
                  <a:lnTo>
                    <a:pt x="11652" y="342"/>
                  </a:lnTo>
                  <a:lnTo>
                    <a:pt x="10729" y="422"/>
                  </a:lnTo>
                  <a:lnTo>
                    <a:pt x="9847" y="542"/>
                  </a:lnTo>
                  <a:lnTo>
                    <a:pt x="9005" y="643"/>
                  </a:lnTo>
                  <a:lnTo>
                    <a:pt x="8222" y="783"/>
                  </a:lnTo>
                  <a:lnTo>
                    <a:pt x="7480" y="903"/>
                  </a:lnTo>
                  <a:lnTo>
                    <a:pt x="6799" y="1064"/>
                  </a:lnTo>
                  <a:lnTo>
                    <a:pt x="6197" y="1224"/>
                  </a:lnTo>
                  <a:lnTo>
                    <a:pt x="5575" y="1405"/>
                  </a:lnTo>
                  <a:lnTo>
                    <a:pt x="4974" y="1605"/>
                  </a:lnTo>
                  <a:lnTo>
                    <a:pt x="4372" y="1826"/>
                  </a:lnTo>
                  <a:lnTo>
                    <a:pt x="3810" y="2046"/>
                  </a:lnTo>
                  <a:lnTo>
                    <a:pt x="3249" y="2307"/>
                  </a:lnTo>
                  <a:lnTo>
                    <a:pt x="2728" y="2568"/>
                  </a:lnTo>
                  <a:lnTo>
                    <a:pt x="2226" y="2828"/>
                  </a:lnTo>
                  <a:lnTo>
                    <a:pt x="1765" y="3109"/>
                  </a:lnTo>
                  <a:lnTo>
                    <a:pt x="1344" y="3410"/>
                  </a:lnTo>
                  <a:lnTo>
                    <a:pt x="983" y="3691"/>
                  </a:lnTo>
                  <a:lnTo>
                    <a:pt x="662" y="3972"/>
                  </a:lnTo>
                  <a:lnTo>
                    <a:pt x="401" y="4272"/>
                  </a:lnTo>
                  <a:lnTo>
                    <a:pt x="301" y="4413"/>
                  </a:lnTo>
                  <a:lnTo>
                    <a:pt x="201" y="4553"/>
                  </a:lnTo>
                  <a:lnTo>
                    <a:pt x="120" y="4694"/>
                  </a:lnTo>
                  <a:lnTo>
                    <a:pt x="80" y="4834"/>
                  </a:lnTo>
                  <a:lnTo>
                    <a:pt x="40" y="4954"/>
                  </a:lnTo>
                  <a:lnTo>
                    <a:pt x="20" y="5095"/>
                  </a:lnTo>
                  <a:lnTo>
                    <a:pt x="0" y="5195"/>
                  </a:lnTo>
                  <a:lnTo>
                    <a:pt x="20" y="5295"/>
                  </a:lnTo>
                  <a:lnTo>
                    <a:pt x="60" y="5416"/>
                  </a:lnTo>
                  <a:lnTo>
                    <a:pt x="100" y="5536"/>
                  </a:lnTo>
                  <a:lnTo>
                    <a:pt x="241" y="5777"/>
                  </a:lnTo>
                  <a:lnTo>
                    <a:pt x="441" y="6037"/>
                  </a:lnTo>
                  <a:lnTo>
                    <a:pt x="702" y="6318"/>
                  </a:lnTo>
                  <a:lnTo>
                    <a:pt x="1023" y="6599"/>
                  </a:lnTo>
                  <a:lnTo>
                    <a:pt x="1404" y="6900"/>
                  </a:lnTo>
                  <a:lnTo>
                    <a:pt x="1845" y="7220"/>
                  </a:lnTo>
                  <a:lnTo>
                    <a:pt x="2347" y="7521"/>
                  </a:lnTo>
                  <a:lnTo>
                    <a:pt x="2888" y="7822"/>
                  </a:lnTo>
                  <a:lnTo>
                    <a:pt x="3490" y="8143"/>
                  </a:lnTo>
                  <a:lnTo>
                    <a:pt x="4151" y="8444"/>
                  </a:lnTo>
                  <a:lnTo>
                    <a:pt x="4873" y="8725"/>
                  </a:lnTo>
                  <a:lnTo>
                    <a:pt x="5635" y="9005"/>
                  </a:lnTo>
                  <a:lnTo>
                    <a:pt x="6438" y="9286"/>
                  </a:lnTo>
                  <a:lnTo>
                    <a:pt x="7300" y="9527"/>
                  </a:lnTo>
                  <a:lnTo>
                    <a:pt x="7962" y="9707"/>
                  </a:lnTo>
                  <a:lnTo>
                    <a:pt x="8664" y="9868"/>
                  </a:lnTo>
                  <a:lnTo>
                    <a:pt x="9386" y="10008"/>
                  </a:lnTo>
                  <a:lnTo>
                    <a:pt x="10128" y="10148"/>
                  </a:lnTo>
                  <a:lnTo>
                    <a:pt x="10890" y="10269"/>
                  </a:lnTo>
                  <a:lnTo>
                    <a:pt x="11672" y="10369"/>
                  </a:lnTo>
                  <a:lnTo>
                    <a:pt x="12494" y="10469"/>
                  </a:lnTo>
                  <a:lnTo>
                    <a:pt x="13336" y="10529"/>
                  </a:lnTo>
                  <a:lnTo>
                    <a:pt x="14139" y="10590"/>
                  </a:lnTo>
                  <a:lnTo>
                    <a:pt x="14981" y="10610"/>
                  </a:lnTo>
                  <a:lnTo>
                    <a:pt x="16706" y="10610"/>
                  </a:lnTo>
                  <a:lnTo>
                    <a:pt x="17608" y="10590"/>
                  </a:lnTo>
                  <a:lnTo>
                    <a:pt x="18510" y="10549"/>
                  </a:lnTo>
                  <a:lnTo>
                    <a:pt x="19433" y="10489"/>
                  </a:lnTo>
                  <a:lnTo>
                    <a:pt x="20355" y="10409"/>
                  </a:lnTo>
                  <a:lnTo>
                    <a:pt x="21278" y="10329"/>
                  </a:lnTo>
                  <a:lnTo>
                    <a:pt x="22220" y="10229"/>
                  </a:lnTo>
                  <a:lnTo>
                    <a:pt x="24086" y="9988"/>
                  </a:lnTo>
                  <a:lnTo>
                    <a:pt x="25911" y="9727"/>
                  </a:lnTo>
                  <a:lnTo>
                    <a:pt x="27695" y="9426"/>
                  </a:lnTo>
                  <a:lnTo>
                    <a:pt x="29420" y="9086"/>
                  </a:lnTo>
                  <a:lnTo>
                    <a:pt x="31024" y="8725"/>
                  </a:lnTo>
                  <a:lnTo>
                    <a:pt x="32508" y="8364"/>
                  </a:lnTo>
                  <a:lnTo>
                    <a:pt x="33852" y="8003"/>
                  </a:lnTo>
                  <a:lnTo>
                    <a:pt x="34454" y="7802"/>
                  </a:lnTo>
                  <a:lnTo>
                    <a:pt x="35015" y="7622"/>
                  </a:lnTo>
                  <a:lnTo>
                    <a:pt x="35517" y="7441"/>
                  </a:lnTo>
                  <a:lnTo>
                    <a:pt x="35978" y="7261"/>
                  </a:lnTo>
                  <a:lnTo>
                    <a:pt x="36379" y="7080"/>
                  </a:lnTo>
                  <a:lnTo>
                    <a:pt x="36720" y="6900"/>
                  </a:lnTo>
                  <a:lnTo>
                    <a:pt x="37021" y="6739"/>
                  </a:lnTo>
                  <a:lnTo>
                    <a:pt x="37241" y="6579"/>
                  </a:lnTo>
                  <a:lnTo>
                    <a:pt x="37402" y="6418"/>
                  </a:lnTo>
                  <a:lnTo>
                    <a:pt x="37522" y="6238"/>
                  </a:lnTo>
                  <a:lnTo>
                    <a:pt x="37622" y="6057"/>
                  </a:lnTo>
                  <a:lnTo>
                    <a:pt x="37683" y="5877"/>
                  </a:lnTo>
                  <a:lnTo>
                    <a:pt x="37723" y="5696"/>
                  </a:lnTo>
                  <a:lnTo>
                    <a:pt x="37703" y="5496"/>
                  </a:lnTo>
                  <a:lnTo>
                    <a:pt x="37662" y="5295"/>
                  </a:lnTo>
                  <a:lnTo>
                    <a:pt x="37602" y="5095"/>
                  </a:lnTo>
                  <a:lnTo>
                    <a:pt x="37502" y="4894"/>
                  </a:lnTo>
                  <a:lnTo>
                    <a:pt x="37382" y="4694"/>
                  </a:lnTo>
                  <a:lnTo>
                    <a:pt x="37241" y="4473"/>
                  </a:lnTo>
                  <a:lnTo>
                    <a:pt x="37061" y="4272"/>
                  </a:lnTo>
                  <a:lnTo>
                    <a:pt x="36860" y="4072"/>
                  </a:lnTo>
                  <a:lnTo>
                    <a:pt x="36640" y="3851"/>
                  </a:lnTo>
                  <a:lnTo>
                    <a:pt x="36399" y="3651"/>
                  </a:lnTo>
                  <a:lnTo>
                    <a:pt x="36138" y="3430"/>
                  </a:lnTo>
                  <a:lnTo>
                    <a:pt x="35858" y="3230"/>
                  </a:lnTo>
                  <a:lnTo>
                    <a:pt x="35577" y="3029"/>
                  </a:lnTo>
                  <a:lnTo>
                    <a:pt x="34935" y="2628"/>
                  </a:lnTo>
                  <a:lnTo>
                    <a:pt x="34233" y="2267"/>
                  </a:lnTo>
                  <a:lnTo>
                    <a:pt x="33491" y="1906"/>
                  </a:lnTo>
                  <a:lnTo>
                    <a:pt x="32709" y="1585"/>
                  </a:lnTo>
                  <a:lnTo>
                    <a:pt x="31907" y="1304"/>
                  </a:lnTo>
                  <a:lnTo>
                    <a:pt x="31085" y="1064"/>
                  </a:lnTo>
                  <a:lnTo>
                    <a:pt x="30242" y="863"/>
                  </a:lnTo>
                  <a:lnTo>
                    <a:pt x="29400" y="703"/>
                  </a:lnTo>
                  <a:lnTo>
                    <a:pt x="28477" y="542"/>
                  </a:lnTo>
                  <a:lnTo>
                    <a:pt x="27495" y="422"/>
                  </a:lnTo>
                  <a:lnTo>
                    <a:pt x="26472" y="302"/>
                  </a:lnTo>
                  <a:lnTo>
                    <a:pt x="25389" y="221"/>
                  </a:lnTo>
                  <a:lnTo>
                    <a:pt x="24266" y="141"/>
                  </a:lnTo>
                  <a:lnTo>
                    <a:pt x="23103" y="81"/>
                  </a:lnTo>
                  <a:lnTo>
                    <a:pt x="21920" y="41"/>
                  </a:lnTo>
                  <a:lnTo>
                    <a:pt x="2087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29">
              <a:extLst>
                <a:ext uri="{FF2B5EF4-FFF2-40B4-BE49-F238E27FC236}">
                  <a16:creationId xmlns:a16="http://schemas.microsoft.com/office/drawing/2014/main" id="{B740CCF9-5855-CB08-4AE2-9702863F6999}"/>
                </a:ext>
              </a:extLst>
            </p:cNvPr>
            <p:cNvSpPr/>
            <p:nvPr/>
          </p:nvSpPr>
          <p:spPr>
            <a:xfrm>
              <a:off x="11223475" y="4170988"/>
              <a:ext cx="943075" cy="265250"/>
            </a:xfrm>
            <a:custGeom>
              <a:avLst/>
              <a:gdLst/>
              <a:ahLst/>
              <a:cxnLst/>
              <a:rect l="l" t="t" r="r" b="b"/>
              <a:pathLst>
                <a:path w="37723" h="10610" fill="none" extrusionOk="0">
                  <a:moveTo>
                    <a:pt x="37241" y="6579"/>
                  </a:moveTo>
                  <a:lnTo>
                    <a:pt x="37241" y="6579"/>
                  </a:lnTo>
                  <a:lnTo>
                    <a:pt x="37021" y="6739"/>
                  </a:lnTo>
                  <a:lnTo>
                    <a:pt x="36720" y="6900"/>
                  </a:lnTo>
                  <a:lnTo>
                    <a:pt x="36379" y="7080"/>
                  </a:lnTo>
                  <a:lnTo>
                    <a:pt x="35978" y="7261"/>
                  </a:lnTo>
                  <a:lnTo>
                    <a:pt x="35517" y="7441"/>
                  </a:lnTo>
                  <a:lnTo>
                    <a:pt x="35015" y="7622"/>
                  </a:lnTo>
                  <a:lnTo>
                    <a:pt x="34454" y="7802"/>
                  </a:lnTo>
                  <a:lnTo>
                    <a:pt x="33852" y="8003"/>
                  </a:lnTo>
                  <a:lnTo>
                    <a:pt x="32508" y="8364"/>
                  </a:lnTo>
                  <a:lnTo>
                    <a:pt x="31024" y="8725"/>
                  </a:lnTo>
                  <a:lnTo>
                    <a:pt x="29420" y="9086"/>
                  </a:lnTo>
                  <a:lnTo>
                    <a:pt x="27695" y="9426"/>
                  </a:lnTo>
                  <a:lnTo>
                    <a:pt x="25911" y="9727"/>
                  </a:lnTo>
                  <a:lnTo>
                    <a:pt x="24086" y="9988"/>
                  </a:lnTo>
                  <a:lnTo>
                    <a:pt x="22220" y="10229"/>
                  </a:lnTo>
                  <a:lnTo>
                    <a:pt x="21278" y="10329"/>
                  </a:lnTo>
                  <a:lnTo>
                    <a:pt x="20355" y="10409"/>
                  </a:lnTo>
                  <a:lnTo>
                    <a:pt x="19433" y="10489"/>
                  </a:lnTo>
                  <a:lnTo>
                    <a:pt x="18510" y="10549"/>
                  </a:lnTo>
                  <a:lnTo>
                    <a:pt x="17608" y="10590"/>
                  </a:lnTo>
                  <a:lnTo>
                    <a:pt x="16706" y="10610"/>
                  </a:lnTo>
                  <a:lnTo>
                    <a:pt x="15823" y="10610"/>
                  </a:lnTo>
                  <a:lnTo>
                    <a:pt x="14981" y="10610"/>
                  </a:lnTo>
                  <a:lnTo>
                    <a:pt x="14139" y="10590"/>
                  </a:lnTo>
                  <a:lnTo>
                    <a:pt x="13336" y="10529"/>
                  </a:lnTo>
                  <a:lnTo>
                    <a:pt x="13336" y="10529"/>
                  </a:lnTo>
                  <a:lnTo>
                    <a:pt x="12494" y="10469"/>
                  </a:lnTo>
                  <a:lnTo>
                    <a:pt x="11672" y="10369"/>
                  </a:lnTo>
                  <a:lnTo>
                    <a:pt x="10890" y="10269"/>
                  </a:lnTo>
                  <a:lnTo>
                    <a:pt x="10128" y="10148"/>
                  </a:lnTo>
                  <a:lnTo>
                    <a:pt x="9386" y="10008"/>
                  </a:lnTo>
                  <a:lnTo>
                    <a:pt x="8664" y="9868"/>
                  </a:lnTo>
                  <a:lnTo>
                    <a:pt x="7962" y="9707"/>
                  </a:lnTo>
                  <a:lnTo>
                    <a:pt x="7300" y="9527"/>
                  </a:lnTo>
                  <a:lnTo>
                    <a:pt x="7300" y="9527"/>
                  </a:lnTo>
                  <a:lnTo>
                    <a:pt x="6438" y="9286"/>
                  </a:lnTo>
                  <a:lnTo>
                    <a:pt x="5635" y="9005"/>
                  </a:lnTo>
                  <a:lnTo>
                    <a:pt x="4873" y="8725"/>
                  </a:lnTo>
                  <a:lnTo>
                    <a:pt x="4151" y="8444"/>
                  </a:lnTo>
                  <a:lnTo>
                    <a:pt x="3490" y="8143"/>
                  </a:lnTo>
                  <a:lnTo>
                    <a:pt x="2888" y="7822"/>
                  </a:lnTo>
                  <a:lnTo>
                    <a:pt x="2347" y="7521"/>
                  </a:lnTo>
                  <a:lnTo>
                    <a:pt x="1845" y="7220"/>
                  </a:lnTo>
                  <a:lnTo>
                    <a:pt x="1404" y="6900"/>
                  </a:lnTo>
                  <a:lnTo>
                    <a:pt x="1023" y="6599"/>
                  </a:lnTo>
                  <a:lnTo>
                    <a:pt x="702" y="6318"/>
                  </a:lnTo>
                  <a:lnTo>
                    <a:pt x="441" y="6037"/>
                  </a:lnTo>
                  <a:lnTo>
                    <a:pt x="241" y="5777"/>
                  </a:lnTo>
                  <a:lnTo>
                    <a:pt x="100" y="5536"/>
                  </a:lnTo>
                  <a:lnTo>
                    <a:pt x="60" y="5416"/>
                  </a:lnTo>
                  <a:lnTo>
                    <a:pt x="20" y="5295"/>
                  </a:lnTo>
                  <a:lnTo>
                    <a:pt x="0" y="5195"/>
                  </a:lnTo>
                  <a:lnTo>
                    <a:pt x="20" y="5095"/>
                  </a:lnTo>
                  <a:lnTo>
                    <a:pt x="20" y="5095"/>
                  </a:lnTo>
                  <a:lnTo>
                    <a:pt x="40" y="4954"/>
                  </a:lnTo>
                  <a:lnTo>
                    <a:pt x="80" y="4834"/>
                  </a:lnTo>
                  <a:lnTo>
                    <a:pt x="120" y="4694"/>
                  </a:lnTo>
                  <a:lnTo>
                    <a:pt x="201" y="4553"/>
                  </a:lnTo>
                  <a:lnTo>
                    <a:pt x="301" y="4413"/>
                  </a:lnTo>
                  <a:lnTo>
                    <a:pt x="401" y="4272"/>
                  </a:lnTo>
                  <a:lnTo>
                    <a:pt x="662" y="3972"/>
                  </a:lnTo>
                  <a:lnTo>
                    <a:pt x="983" y="3691"/>
                  </a:lnTo>
                  <a:lnTo>
                    <a:pt x="1344" y="3410"/>
                  </a:lnTo>
                  <a:lnTo>
                    <a:pt x="1765" y="3109"/>
                  </a:lnTo>
                  <a:lnTo>
                    <a:pt x="2226" y="2828"/>
                  </a:lnTo>
                  <a:lnTo>
                    <a:pt x="2728" y="2568"/>
                  </a:lnTo>
                  <a:lnTo>
                    <a:pt x="3249" y="2307"/>
                  </a:lnTo>
                  <a:lnTo>
                    <a:pt x="3810" y="2046"/>
                  </a:lnTo>
                  <a:lnTo>
                    <a:pt x="4372" y="1826"/>
                  </a:lnTo>
                  <a:lnTo>
                    <a:pt x="4974" y="1605"/>
                  </a:lnTo>
                  <a:lnTo>
                    <a:pt x="5575" y="1405"/>
                  </a:lnTo>
                  <a:lnTo>
                    <a:pt x="6197" y="1224"/>
                  </a:lnTo>
                  <a:lnTo>
                    <a:pt x="6799" y="1064"/>
                  </a:lnTo>
                  <a:lnTo>
                    <a:pt x="6799" y="1064"/>
                  </a:lnTo>
                  <a:lnTo>
                    <a:pt x="7480" y="903"/>
                  </a:lnTo>
                  <a:lnTo>
                    <a:pt x="8222" y="783"/>
                  </a:lnTo>
                  <a:lnTo>
                    <a:pt x="9005" y="643"/>
                  </a:lnTo>
                  <a:lnTo>
                    <a:pt x="9847" y="542"/>
                  </a:lnTo>
                  <a:lnTo>
                    <a:pt x="10729" y="422"/>
                  </a:lnTo>
                  <a:lnTo>
                    <a:pt x="11652" y="342"/>
                  </a:lnTo>
                  <a:lnTo>
                    <a:pt x="12594" y="262"/>
                  </a:lnTo>
                  <a:lnTo>
                    <a:pt x="13577" y="181"/>
                  </a:lnTo>
                  <a:lnTo>
                    <a:pt x="14600" y="121"/>
                  </a:lnTo>
                  <a:lnTo>
                    <a:pt x="15623" y="81"/>
                  </a:lnTo>
                  <a:lnTo>
                    <a:pt x="16665" y="41"/>
                  </a:lnTo>
                  <a:lnTo>
                    <a:pt x="17708" y="21"/>
                  </a:lnTo>
                  <a:lnTo>
                    <a:pt x="18771" y="1"/>
                  </a:lnTo>
                  <a:lnTo>
                    <a:pt x="19814" y="1"/>
                  </a:lnTo>
                  <a:lnTo>
                    <a:pt x="20877" y="1"/>
                  </a:lnTo>
                  <a:lnTo>
                    <a:pt x="21920" y="41"/>
                  </a:lnTo>
                  <a:lnTo>
                    <a:pt x="21920" y="41"/>
                  </a:lnTo>
                  <a:lnTo>
                    <a:pt x="21920" y="41"/>
                  </a:lnTo>
                  <a:lnTo>
                    <a:pt x="23103" y="81"/>
                  </a:lnTo>
                  <a:lnTo>
                    <a:pt x="24266" y="141"/>
                  </a:lnTo>
                  <a:lnTo>
                    <a:pt x="25389" y="221"/>
                  </a:lnTo>
                  <a:lnTo>
                    <a:pt x="26472" y="302"/>
                  </a:lnTo>
                  <a:lnTo>
                    <a:pt x="27495" y="422"/>
                  </a:lnTo>
                  <a:lnTo>
                    <a:pt x="28477" y="542"/>
                  </a:lnTo>
                  <a:lnTo>
                    <a:pt x="29400" y="703"/>
                  </a:lnTo>
                  <a:lnTo>
                    <a:pt x="30242" y="863"/>
                  </a:lnTo>
                  <a:lnTo>
                    <a:pt x="30242" y="863"/>
                  </a:lnTo>
                  <a:lnTo>
                    <a:pt x="31085" y="1064"/>
                  </a:lnTo>
                  <a:lnTo>
                    <a:pt x="31907" y="1304"/>
                  </a:lnTo>
                  <a:lnTo>
                    <a:pt x="32709" y="1585"/>
                  </a:lnTo>
                  <a:lnTo>
                    <a:pt x="33491" y="1906"/>
                  </a:lnTo>
                  <a:lnTo>
                    <a:pt x="34233" y="2267"/>
                  </a:lnTo>
                  <a:lnTo>
                    <a:pt x="34935" y="2628"/>
                  </a:lnTo>
                  <a:lnTo>
                    <a:pt x="35577" y="3029"/>
                  </a:lnTo>
                  <a:lnTo>
                    <a:pt x="35858" y="3230"/>
                  </a:lnTo>
                  <a:lnTo>
                    <a:pt x="36138" y="3430"/>
                  </a:lnTo>
                  <a:lnTo>
                    <a:pt x="36399" y="3651"/>
                  </a:lnTo>
                  <a:lnTo>
                    <a:pt x="36640" y="3851"/>
                  </a:lnTo>
                  <a:lnTo>
                    <a:pt x="36860" y="4072"/>
                  </a:lnTo>
                  <a:lnTo>
                    <a:pt x="37061" y="4272"/>
                  </a:lnTo>
                  <a:lnTo>
                    <a:pt x="37241" y="4473"/>
                  </a:lnTo>
                  <a:lnTo>
                    <a:pt x="37382" y="4694"/>
                  </a:lnTo>
                  <a:lnTo>
                    <a:pt x="37502" y="4894"/>
                  </a:lnTo>
                  <a:lnTo>
                    <a:pt x="37602" y="5095"/>
                  </a:lnTo>
                  <a:lnTo>
                    <a:pt x="37662" y="5295"/>
                  </a:lnTo>
                  <a:lnTo>
                    <a:pt x="37703" y="5496"/>
                  </a:lnTo>
                  <a:lnTo>
                    <a:pt x="37723" y="5696"/>
                  </a:lnTo>
                  <a:lnTo>
                    <a:pt x="37683" y="5877"/>
                  </a:lnTo>
                  <a:lnTo>
                    <a:pt x="37622" y="6057"/>
                  </a:lnTo>
                  <a:lnTo>
                    <a:pt x="37522" y="6238"/>
                  </a:lnTo>
                  <a:lnTo>
                    <a:pt x="37402" y="6418"/>
                  </a:lnTo>
                  <a:lnTo>
                    <a:pt x="37241" y="657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29">
              <a:extLst>
                <a:ext uri="{FF2B5EF4-FFF2-40B4-BE49-F238E27FC236}">
                  <a16:creationId xmlns:a16="http://schemas.microsoft.com/office/drawing/2014/main" id="{9F746692-CA29-C52C-74A3-FCEE87B5C931}"/>
                </a:ext>
              </a:extLst>
            </p:cNvPr>
            <p:cNvSpPr/>
            <p:nvPr/>
          </p:nvSpPr>
          <p:spPr>
            <a:xfrm>
              <a:off x="11405950" y="4171988"/>
              <a:ext cx="759600" cy="264250"/>
            </a:xfrm>
            <a:custGeom>
              <a:avLst/>
              <a:gdLst/>
              <a:ahLst/>
              <a:cxnLst/>
              <a:rect l="l" t="t" r="r" b="b"/>
              <a:pathLst>
                <a:path w="30384" h="10570" extrusionOk="0">
                  <a:moveTo>
                    <a:pt x="14621" y="1"/>
                  </a:moveTo>
                  <a:lnTo>
                    <a:pt x="15423" y="121"/>
                  </a:lnTo>
                  <a:lnTo>
                    <a:pt x="16225" y="282"/>
                  </a:lnTo>
                  <a:lnTo>
                    <a:pt x="17067" y="442"/>
                  </a:lnTo>
                  <a:lnTo>
                    <a:pt x="17569" y="242"/>
                  </a:lnTo>
                  <a:lnTo>
                    <a:pt x="17789" y="161"/>
                  </a:lnTo>
                  <a:lnTo>
                    <a:pt x="16245" y="61"/>
                  </a:lnTo>
                  <a:lnTo>
                    <a:pt x="14621" y="1"/>
                  </a:lnTo>
                  <a:close/>
                  <a:moveTo>
                    <a:pt x="20396" y="402"/>
                  </a:moveTo>
                  <a:lnTo>
                    <a:pt x="19033" y="923"/>
                  </a:lnTo>
                  <a:lnTo>
                    <a:pt x="19434" y="1044"/>
                  </a:lnTo>
                  <a:lnTo>
                    <a:pt x="19795" y="1184"/>
                  </a:lnTo>
                  <a:lnTo>
                    <a:pt x="20176" y="1345"/>
                  </a:lnTo>
                  <a:lnTo>
                    <a:pt x="20517" y="1545"/>
                  </a:lnTo>
                  <a:lnTo>
                    <a:pt x="20858" y="1746"/>
                  </a:lnTo>
                  <a:lnTo>
                    <a:pt x="21178" y="1966"/>
                  </a:lnTo>
                  <a:lnTo>
                    <a:pt x="21479" y="2227"/>
                  </a:lnTo>
                  <a:lnTo>
                    <a:pt x="21740" y="2508"/>
                  </a:lnTo>
                  <a:lnTo>
                    <a:pt x="21900" y="2668"/>
                  </a:lnTo>
                  <a:lnTo>
                    <a:pt x="22021" y="2849"/>
                  </a:lnTo>
                  <a:lnTo>
                    <a:pt x="22141" y="3049"/>
                  </a:lnTo>
                  <a:lnTo>
                    <a:pt x="22241" y="3230"/>
                  </a:lnTo>
                  <a:lnTo>
                    <a:pt x="22342" y="3430"/>
                  </a:lnTo>
                  <a:lnTo>
                    <a:pt x="22402" y="3631"/>
                  </a:lnTo>
                  <a:lnTo>
                    <a:pt x="22462" y="3851"/>
                  </a:lnTo>
                  <a:lnTo>
                    <a:pt x="22522" y="4052"/>
                  </a:lnTo>
                  <a:lnTo>
                    <a:pt x="22542" y="4273"/>
                  </a:lnTo>
                  <a:lnTo>
                    <a:pt x="22562" y="4473"/>
                  </a:lnTo>
                  <a:lnTo>
                    <a:pt x="22542" y="4694"/>
                  </a:lnTo>
                  <a:lnTo>
                    <a:pt x="22522" y="4914"/>
                  </a:lnTo>
                  <a:lnTo>
                    <a:pt x="22462" y="5115"/>
                  </a:lnTo>
                  <a:lnTo>
                    <a:pt x="22402" y="5335"/>
                  </a:lnTo>
                  <a:lnTo>
                    <a:pt x="22302" y="5536"/>
                  </a:lnTo>
                  <a:lnTo>
                    <a:pt x="22201" y="5737"/>
                  </a:lnTo>
                  <a:lnTo>
                    <a:pt x="22201" y="5737"/>
                  </a:lnTo>
                  <a:lnTo>
                    <a:pt x="22342" y="5716"/>
                  </a:lnTo>
                  <a:lnTo>
                    <a:pt x="24608" y="5576"/>
                  </a:lnTo>
                  <a:lnTo>
                    <a:pt x="26734" y="5436"/>
                  </a:lnTo>
                  <a:lnTo>
                    <a:pt x="28679" y="5335"/>
                  </a:lnTo>
                  <a:lnTo>
                    <a:pt x="30384" y="5275"/>
                  </a:lnTo>
                  <a:lnTo>
                    <a:pt x="30323" y="5115"/>
                  </a:lnTo>
                  <a:lnTo>
                    <a:pt x="30263" y="4954"/>
                  </a:lnTo>
                  <a:lnTo>
                    <a:pt x="30183" y="4794"/>
                  </a:lnTo>
                  <a:lnTo>
                    <a:pt x="30083" y="4634"/>
                  </a:lnTo>
                  <a:lnTo>
                    <a:pt x="29822" y="4313"/>
                  </a:lnTo>
                  <a:lnTo>
                    <a:pt x="29521" y="3972"/>
                  </a:lnTo>
                  <a:lnTo>
                    <a:pt x="29160" y="3651"/>
                  </a:lnTo>
                  <a:lnTo>
                    <a:pt x="28759" y="3330"/>
                  </a:lnTo>
                  <a:lnTo>
                    <a:pt x="28298" y="3009"/>
                  </a:lnTo>
                  <a:lnTo>
                    <a:pt x="27796" y="2688"/>
                  </a:lnTo>
                  <a:lnTo>
                    <a:pt x="27275" y="2407"/>
                  </a:lnTo>
                  <a:lnTo>
                    <a:pt x="26714" y="2107"/>
                  </a:lnTo>
                  <a:lnTo>
                    <a:pt x="26112" y="1846"/>
                  </a:lnTo>
                  <a:lnTo>
                    <a:pt x="25510" y="1585"/>
                  </a:lnTo>
                  <a:lnTo>
                    <a:pt x="24889" y="1365"/>
                  </a:lnTo>
                  <a:lnTo>
                    <a:pt x="24247" y="1164"/>
                  </a:lnTo>
                  <a:lnTo>
                    <a:pt x="23605" y="964"/>
                  </a:lnTo>
                  <a:lnTo>
                    <a:pt x="22943" y="823"/>
                  </a:lnTo>
                  <a:lnTo>
                    <a:pt x="22362" y="703"/>
                  </a:lnTo>
                  <a:lnTo>
                    <a:pt x="21740" y="603"/>
                  </a:lnTo>
                  <a:lnTo>
                    <a:pt x="21078" y="502"/>
                  </a:lnTo>
                  <a:lnTo>
                    <a:pt x="20396" y="402"/>
                  </a:lnTo>
                  <a:close/>
                  <a:moveTo>
                    <a:pt x="29962" y="6499"/>
                  </a:moveTo>
                  <a:lnTo>
                    <a:pt x="26373" y="6679"/>
                  </a:lnTo>
                  <a:lnTo>
                    <a:pt x="22502" y="6880"/>
                  </a:lnTo>
                  <a:lnTo>
                    <a:pt x="22302" y="6880"/>
                  </a:lnTo>
                  <a:lnTo>
                    <a:pt x="21860" y="6920"/>
                  </a:lnTo>
                  <a:lnTo>
                    <a:pt x="20878" y="6960"/>
                  </a:lnTo>
                  <a:lnTo>
                    <a:pt x="20838" y="6960"/>
                  </a:lnTo>
                  <a:lnTo>
                    <a:pt x="20497" y="7160"/>
                  </a:lnTo>
                  <a:lnTo>
                    <a:pt x="20136" y="7321"/>
                  </a:lnTo>
                  <a:lnTo>
                    <a:pt x="19775" y="7481"/>
                  </a:lnTo>
                  <a:lnTo>
                    <a:pt x="19434" y="7622"/>
                  </a:lnTo>
                  <a:lnTo>
                    <a:pt x="18692" y="7882"/>
                  </a:lnTo>
                  <a:lnTo>
                    <a:pt x="17950" y="8123"/>
                  </a:lnTo>
                  <a:lnTo>
                    <a:pt x="17188" y="8324"/>
                  </a:lnTo>
                  <a:lnTo>
                    <a:pt x="16426" y="8504"/>
                  </a:lnTo>
                  <a:lnTo>
                    <a:pt x="15664" y="8644"/>
                  </a:lnTo>
                  <a:lnTo>
                    <a:pt x="14901" y="8785"/>
                  </a:lnTo>
                  <a:lnTo>
                    <a:pt x="13357" y="9025"/>
                  </a:lnTo>
                  <a:lnTo>
                    <a:pt x="12375" y="9166"/>
                  </a:lnTo>
                  <a:lnTo>
                    <a:pt x="11392" y="9286"/>
                  </a:lnTo>
                  <a:lnTo>
                    <a:pt x="10409" y="9366"/>
                  </a:lnTo>
                  <a:lnTo>
                    <a:pt x="9427" y="9447"/>
                  </a:lnTo>
                  <a:lnTo>
                    <a:pt x="8444" y="9507"/>
                  </a:lnTo>
                  <a:lnTo>
                    <a:pt x="7461" y="9567"/>
                  </a:lnTo>
                  <a:lnTo>
                    <a:pt x="6479" y="9587"/>
                  </a:lnTo>
                  <a:lnTo>
                    <a:pt x="4172" y="9587"/>
                  </a:lnTo>
                  <a:lnTo>
                    <a:pt x="2869" y="9527"/>
                  </a:lnTo>
                  <a:lnTo>
                    <a:pt x="1545" y="9467"/>
                  </a:lnTo>
                  <a:lnTo>
                    <a:pt x="242" y="9346"/>
                  </a:lnTo>
                  <a:lnTo>
                    <a:pt x="222" y="9346"/>
                  </a:lnTo>
                  <a:lnTo>
                    <a:pt x="141" y="9366"/>
                  </a:lnTo>
                  <a:lnTo>
                    <a:pt x="81" y="9386"/>
                  </a:lnTo>
                  <a:lnTo>
                    <a:pt x="41" y="9427"/>
                  </a:lnTo>
                  <a:lnTo>
                    <a:pt x="1" y="9487"/>
                  </a:lnTo>
                  <a:lnTo>
                    <a:pt x="663" y="9667"/>
                  </a:lnTo>
                  <a:lnTo>
                    <a:pt x="1365" y="9828"/>
                  </a:lnTo>
                  <a:lnTo>
                    <a:pt x="2087" y="9968"/>
                  </a:lnTo>
                  <a:lnTo>
                    <a:pt x="2829" y="10108"/>
                  </a:lnTo>
                  <a:lnTo>
                    <a:pt x="3591" y="10229"/>
                  </a:lnTo>
                  <a:lnTo>
                    <a:pt x="4373" y="10329"/>
                  </a:lnTo>
                  <a:lnTo>
                    <a:pt x="5195" y="10429"/>
                  </a:lnTo>
                  <a:lnTo>
                    <a:pt x="6037" y="10489"/>
                  </a:lnTo>
                  <a:lnTo>
                    <a:pt x="7261" y="10550"/>
                  </a:lnTo>
                  <a:lnTo>
                    <a:pt x="8524" y="10570"/>
                  </a:lnTo>
                  <a:lnTo>
                    <a:pt x="9326" y="10570"/>
                  </a:lnTo>
                  <a:lnTo>
                    <a:pt x="10128" y="10550"/>
                  </a:lnTo>
                  <a:lnTo>
                    <a:pt x="10951" y="10509"/>
                  </a:lnTo>
                  <a:lnTo>
                    <a:pt x="11773" y="10469"/>
                  </a:lnTo>
                  <a:lnTo>
                    <a:pt x="13458" y="10329"/>
                  </a:lnTo>
                  <a:lnTo>
                    <a:pt x="15142" y="10169"/>
                  </a:lnTo>
                  <a:lnTo>
                    <a:pt x="16847" y="9948"/>
                  </a:lnTo>
                  <a:lnTo>
                    <a:pt x="18511" y="9707"/>
                  </a:lnTo>
                  <a:lnTo>
                    <a:pt x="20136" y="9427"/>
                  </a:lnTo>
                  <a:lnTo>
                    <a:pt x="21700" y="9126"/>
                  </a:lnTo>
                  <a:lnTo>
                    <a:pt x="23184" y="8825"/>
                  </a:lnTo>
                  <a:lnTo>
                    <a:pt x="24568" y="8484"/>
                  </a:lnTo>
                  <a:lnTo>
                    <a:pt x="25851" y="8163"/>
                  </a:lnTo>
                  <a:lnTo>
                    <a:pt x="26994" y="7822"/>
                  </a:lnTo>
                  <a:lnTo>
                    <a:pt x="27997" y="7481"/>
                  </a:lnTo>
                  <a:lnTo>
                    <a:pt x="28438" y="7321"/>
                  </a:lnTo>
                  <a:lnTo>
                    <a:pt x="28839" y="7140"/>
                  </a:lnTo>
                  <a:lnTo>
                    <a:pt x="29180" y="7000"/>
                  </a:lnTo>
                  <a:lnTo>
                    <a:pt x="29481" y="6840"/>
                  </a:lnTo>
                  <a:lnTo>
                    <a:pt x="29742" y="6679"/>
                  </a:lnTo>
                  <a:lnTo>
                    <a:pt x="29942" y="6539"/>
                  </a:lnTo>
                  <a:lnTo>
                    <a:pt x="29962" y="6499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29">
              <a:extLst>
                <a:ext uri="{FF2B5EF4-FFF2-40B4-BE49-F238E27FC236}">
                  <a16:creationId xmlns:a16="http://schemas.microsoft.com/office/drawing/2014/main" id="{A2E4D326-D787-BA68-72AC-5A02BC39F400}"/>
                </a:ext>
              </a:extLst>
            </p:cNvPr>
            <p:cNvSpPr/>
            <p:nvPr/>
          </p:nvSpPr>
          <p:spPr>
            <a:xfrm>
              <a:off x="11405950" y="4334438"/>
              <a:ext cx="749075" cy="101800"/>
            </a:xfrm>
            <a:custGeom>
              <a:avLst/>
              <a:gdLst/>
              <a:ahLst/>
              <a:cxnLst/>
              <a:rect l="l" t="t" r="r" b="b"/>
              <a:pathLst>
                <a:path w="29963" h="4072" fill="none" extrusionOk="0">
                  <a:moveTo>
                    <a:pt x="29962" y="1"/>
                  </a:moveTo>
                  <a:lnTo>
                    <a:pt x="29962" y="1"/>
                  </a:lnTo>
                  <a:lnTo>
                    <a:pt x="26373" y="181"/>
                  </a:lnTo>
                  <a:lnTo>
                    <a:pt x="26373" y="181"/>
                  </a:lnTo>
                  <a:lnTo>
                    <a:pt x="22502" y="382"/>
                  </a:lnTo>
                  <a:lnTo>
                    <a:pt x="22502" y="382"/>
                  </a:lnTo>
                  <a:lnTo>
                    <a:pt x="22342" y="382"/>
                  </a:lnTo>
                  <a:lnTo>
                    <a:pt x="22342" y="382"/>
                  </a:lnTo>
                  <a:lnTo>
                    <a:pt x="22302" y="382"/>
                  </a:lnTo>
                  <a:lnTo>
                    <a:pt x="22302" y="382"/>
                  </a:lnTo>
                  <a:lnTo>
                    <a:pt x="21860" y="422"/>
                  </a:lnTo>
                  <a:lnTo>
                    <a:pt x="21860" y="422"/>
                  </a:lnTo>
                  <a:lnTo>
                    <a:pt x="20878" y="462"/>
                  </a:lnTo>
                  <a:lnTo>
                    <a:pt x="20878" y="462"/>
                  </a:lnTo>
                  <a:lnTo>
                    <a:pt x="20838" y="462"/>
                  </a:lnTo>
                  <a:lnTo>
                    <a:pt x="20838" y="462"/>
                  </a:lnTo>
                  <a:lnTo>
                    <a:pt x="20497" y="662"/>
                  </a:lnTo>
                  <a:lnTo>
                    <a:pt x="20136" y="823"/>
                  </a:lnTo>
                  <a:lnTo>
                    <a:pt x="19775" y="983"/>
                  </a:lnTo>
                  <a:lnTo>
                    <a:pt x="19434" y="1124"/>
                  </a:lnTo>
                  <a:lnTo>
                    <a:pt x="19434" y="1124"/>
                  </a:lnTo>
                  <a:lnTo>
                    <a:pt x="18692" y="1384"/>
                  </a:lnTo>
                  <a:lnTo>
                    <a:pt x="17950" y="1625"/>
                  </a:lnTo>
                  <a:lnTo>
                    <a:pt x="17188" y="1826"/>
                  </a:lnTo>
                  <a:lnTo>
                    <a:pt x="16426" y="2006"/>
                  </a:lnTo>
                  <a:lnTo>
                    <a:pt x="15664" y="2146"/>
                  </a:lnTo>
                  <a:lnTo>
                    <a:pt x="14901" y="2287"/>
                  </a:lnTo>
                  <a:lnTo>
                    <a:pt x="13357" y="2527"/>
                  </a:lnTo>
                  <a:lnTo>
                    <a:pt x="13357" y="2527"/>
                  </a:lnTo>
                  <a:lnTo>
                    <a:pt x="12375" y="2668"/>
                  </a:lnTo>
                  <a:lnTo>
                    <a:pt x="11392" y="2788"/>
                  </a:lnTo>
                  <a:lnTo>
                    <a:pt x="10409" y="2868"/>
                  </a:lnTo>
                  <a:lnTo>
                    <a:pt x="9427" y="2949"/>
                  </a:lnTo>
                  <a:lnTo>
                    <a:pt x="8444" y="3009"/>
                  </a:lnTo>
                  <a:lnTo>
                    <a:pt x="7461" y="3069"/>
                  </a:lnTo>
                  <a:lnTo>
                    <a:pt x="6479" y="3089"/>
                  </a:lnTo>
                  <a:lnTo>
                    <a:pt x="5496" y="3089"/>
                  </a:lnTo>
                  <a:lnTo>
                    <a:pt x="5496" y="3089"/>
                  </a:lnTo>
                  <a:lnTo>
                    <a:pt x="4172" y="3089"/>
                  </a:lnTo>
                  <a:lnTo>
                    <a:pt x="2869" y="3029"/>
                  </a:lnTo>
                  <a:lnTo>
                    <a:pt x="1545" y="2969"/>
                  </a:lnTo>
                  <a:lnTo>
                    <a:pt x="242" y="2848"/>
                  </a:lnTo>
                  <a:lnTo>
                    <a:pt x="242" y="2848"/>
                  </a:lnTo>
                  <a:lnTo>
                    <a:pt x="222" y="2848"/>
                  </a:lnTo>
                  <a:lnTo>
                    <a:pt x="222" y="2848"/>
                  </a:lnTo>
                  <a:lnTo>
                    <a:pt x="141" y="2868"/>
                  </a:lnTo>
                  <a:lnTo>
                    <a:pt x="81" y="2888"/>
                  </a:lnTo>
                  <a:lnTo>
                    <a:pt x="41" y="2929"/>
                  </a:lnTo>
                  <a:lnTo>
                    <a:pt x="1" y="2989"/>
                  </a:lnTo>
                  <a:lnTo>
                    <a:pt x="1" y="2989"/>
                  </a:lnTo>
                  <a:lnTo>
                    <a:pt x="663" y="3169"/>
                  </a:lnTo>
                  <a:lnTo>
                    <a:pt x="1365" y="3330"/>
                  </a:lnTo>
                  <a:lnTo>
                    <a:pt x="2087" y="3470"/>
                  </a:lnTo>
                  <a:lnTo>
                    <a:pt x="2829" y="3610"/>
                  </a:lnTo>
                  <a:lnTo>
                    <a:pt x="3591" y="3731"/>
                  </a:lnTo>
                  <a:lnTo>
                    <a:pt x="4373" y="3831"/>
                  </a:lnTo>
                  <a:lnTo>
                    <a:pt x="5195" y="3931"/>
                  </a:lnTo>
                  <a:lnTo>
                    <a:pt x="6037" y="3991"/>
                  </a:lnTo>
                  <a:lnTo>
                    <a:pt x="6037" y="3991"/>
                  </a:lnTo>
                  <a:lnTo>
                    <a:pt x="7261" y="4052"/>
                  </a:lnTo>
                  <a:lnTo>
                    <a:pt x="8524" y="4072"/>
                  </a:lnTo>
                  <a:lnTo>
                    <a:pt x="8524" y="4072"/>
                  </a:lnTo>
                  <a:lnTo>
                    <a:pt x="9326" y="4072"/>
                  </a:lnTo>
                  <a:lnTo>
                    <a:pt x="10128" y="4052"/>
                  </a:lnTo>
                  <a:lnTo>
                    <a:pt x="10951" y="4011"/>
                  </a:lnTo>
                  <a:lnTo>
                    <a:pt x="11773" y="3971"/>
                  </a:lnTo>
                  <a:lnTo>
                    <a:pt x="13458" y="3831"/>
                  </a:lnTo>
                  <a:lnTo>
                    <a:pt x="15142" y="3671"/>
                  </a:lnTo>
                  <a:lnTo>
                    <a:pt x="16847" y="3450"/>
                  </a:lnTo>
                  <a:lnTo>
                    <a:pt x="18511" y="3209"/>
                  </a:lnTo>
                  <a:lnTo>
                    <a:pt x="20136" y="2929"/>
                  </a:lnTo>
                  <a:lnTo>
                    <a:pt x="21700" y="2628"/>
                  </a:lnTo>
                  <a:lnTo>
                    <a:pt x="23184" y="2327"/>
                  </a:lnTo>
                  <a:lnTo>
                    <a:pt x="24568" y="1986"/>
                  </a:lnTo>
                  <a:lnTo>
                    <a:pt x="25851" y="1665"/>
                  </a:lnTo>
                  <a:lnTo>
                    <a:pt x="26994" y="1324"/>
                  </a:lnTo>
                  <a:lnTo>
                    <a:pt x="27997" y="983"/>
                  </a:lnTo>
                  <a:lnTo>
                    <a:pt x="28438" y="823"/>
                  </a:lnTo>
                  <a:lnTo>
                    <a:pt x="28839" y="642"/>
                  </a:lnTo>
                  <a:lnTo>
                    <a:pt x="29180" y="502"/>
                  </a:lnTo>
                  <a:lnTo>
                    <a:pt x="29481" y="342"/>
                  </a:lnTo>
                  <a:lnTo>
                    <a:pt x="29742" y="181"/>
                  </a:lnTo>
                  <a:lnTo>
                    <a:pt x="29942" y="41"/>
                  </a:lnTo>
                  <a:lnTo>
                    <a:pt x="29942" y="41"/>
                  </a:lnTo>
                  <a:lnTo>
                    <a:pt x="299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29">
              <a:extLst>
                <a:ext uri="{FF2B5EF4-FFF2-40B4-BE49-F238E27FC236}">
                  <a16:creationId xmlns:a16="http://schemas.microsoft.com/office/drawing/2014/main" id="{622ED085-684C-5AC2-23CC-2D1E1F44E21F}"/>
                </a:ext>
              </a:extLst>
            </p:cNvPr>
            <p:cNvSpPr/>
            <p:nvPr/>
          </p:nvSpPr>
          <p:spPr>
            <a:xfrm>
              <a:off x="11881750" y="4182013"/>
              <a:ext cx="283800" cy="133400"/>
            </a:xfrm>
            <a:custGeom>
              <a:avLst/>
              <a:gdLst/>
              <a:ahLst/>
              <a:cxnLst/>
              <a:rect l="l" t="t" r="r" b="b"/>
              <a:pathLst>
                <a:path w="11352" h="5336" fill="none" extrusionOk="0">
                  <a:moveTo>
                    <a:pt x="1364" y="1"/>
                  </a:moveTo>
                  <a:lnTo>
                    <a:pt x="1364" y="1"/>
                  </a:lnTo>
                  <a:lnTo>
                    <a:pt x="1" y="522"/>
                  </a:lnTo>
                  <a:lnTo>
                    <a:pt x="1" y="522"/>
                  </a:lnTo>
                  <a:lnTo>
                    <a:pt x="402" y="643"/>
                  </a:lnTo>
                  <a:lnTo>
                    <a:pt x="763" y="783"/>
                  </a:lnTo>
                  <a:lnTo>
                    <a:pt x="1144" y="944"/>
                  </a:lnTo>
                  <a:lnTo>
                    <a:pt x="1485" y="1144"/>
                  </a:lnTo>
                  <a:lnTo>
                    <a:pt x="1826" y="1345"/>
                  </a:lnTo>
                  <a:lnTo>
                    <a:pt x="2146" y="1565"/>
                  </a:lnTo>
                  <a:lnTo>
                    <a:pt x="2447" y="1826"/>
                  </a:lnTo>
                  <a:lnTo>
                    <a:pt x="2708" y="2107"/>
                  </a:lnTo>
                  <a:lnTo>
                    <a:pt x="2708" y="2107"/>
                  </a:lnTo>
                  <a:lnTo>
                    <a:pt x="2868" y="2267"/>
                  </a:lnTo>
                  <a:lnTo>
                    <a:pt x="2989" y="2448"/>
                  </a:lnTo>
                  <a:lnTo>
                    <a:pt x="3109" y="2648"/>
                  </a:lnTo>
                  <a:lnTo>
                    <a:pt x="3209" y="2829"/>
                  </a:lnTo>
                  <a:lnTo>
                    <a:pt x="3310" y="3029"/>
                  </a:lnTo>
                  <a:lnTo>
                    <a:pt x="3370" y="3230"/>
                  </a:lnTo>
                  <a:lnTo>
                    <a:pt x="3430" y="3450"/>
                  </a:lnTo>
                  <a:lnTo>
                    <a:pt x="3490" y="3651"/>
                  </a:lnTo>
                  <a:lnTo>
                    <a:pt x="3510" y="3872"/>
                  </a:lnTo>
                  <a:lnTo>
                    <a:pt x="3530" y="4072"/>
                  </a:lnTo>
                  <a:lnTo>
                    <a:pt x="3510" y="4293"/>
                  </a:lnTo>
                  <a:lnTo>
                    <a:pt x="3490" y="4513"/>
                  </a:lnTo>
                  <a:lnTo>
                    <a:pt x="3430" y="4714"/>
                  </a:lnTo>
                  <a:lnTo>
                    <a:pt x="3370" y="4934"/>
                  </a:lnTo>
                  <a:lnTo>
                    <a:pt x="3270" y="5135"/>
                  </a:lnTo>
                  <a:lnTo>
                    <a:pt x="3169" y="5336"/>
                  </a:lnTo>
                  <a:lnTo>
                    <a:pt x="3169" y="5336"/>
                  </a:lnTo>
                  <a:lnTo>
                    <a:pt x="3310" y="5315"/>
                  </a:lnTo>
                  <a:lnTo>
                    <a:pt x="3310" y="5315"/>
                  </a:lnTo>
                  <a:lnTo>
                    <a:pt x="5576" y="5175"/>
                  </a:lnTo>
                  <a:lnTo>
                    <a:pt x="7702" y="5035"/>
                  </a:lnTo>
                  <a:lnTo>
                    <a:pt x="9647" y="4934"/>
                  </a:lnTo>
                  <a:lnTo>
                    <a:pt x="11352" y="4874"/>
                  </a:lnTo>
                  <a:lnTo>
                    <a:pt x="11352" y="4874"/>
                  </a:lnTo>
                  <a:lnTo>
                    <a:pt x="11291" y="4714"/>
                  </a:lnTo>
                  <a:lnTo>
                    <a:pt x="11231" y="4553"/>
                  </a:lnTo>
                  <a:lnTo>
                    <a:pt x="11151" y="4393"/>
                  </a:lnTo>
                  <a:lnTo>
                    <a:pt x="11051" y="4233"/>
                  </a:lnTo>
                  <a:lnTo>
                    <a:pt x="10790" y="3912"/>
                  </a:lnTo>
                  <a:lnTo>
                    <a:pt x="10489" y="3571"/>
                  </a:lnTo>
                  <a:lnTo>
                    <a:pt x="10128" y="3250"/>
                  </a:lnTo>
                  <a:lnTo>
                    <a:pt x="9727" y="2929"/>
                  </a:lnTo>
                  <a:lnTo>
                    <a:pt x="9266" y="2608"/>
                  </a:lnTo>
                  <a:lnTo>
                    <a:pt x="8764" y="2287"/>
                  </a:lnTo>
                  <a:lnTo>
                    <a:pt x="8243" y="2006"/>
                  </a:lnTo>
                  <a:lnTo>
                    <a:pt x="7682" y="1706"/>
                  </a:lnTo>
                  <a:lnTo>
                    <a:pt x="7080" y="1445"/>
                  </a:lnTo>
                  <a:lnTo>
                    <a:pt x="6478" y="1184"/>
                  </a:lnTo>
                  <a:lnTo>
                    <a:pt x="5857" y="964"/>
                  </a:lnTo>
                  <a:lnTo>
                    <a:pt x="5215" y="763"/>
                  </a:lnTo>
                  <a:lnTo>
                    <a:pt x="4573" y="563"/>
                  </a:lnTo>
                  <a:lnTo>
                    <a:pt x="3911" y="422"/>
                  </a:lnTo>
                  <a:lnTo>
                    <a:pt x="3911" y="422"/>
                  </a:lnTo>
                  <a:lnTo>
                    <a:pt x="3330" y="302"/>
                  </a:lnTo>
                  <a:lnTo>
                    <a:pt x="2708" y="202"/>
                  </a:lnTo>
                  <a:lnTo>
                    <a:pt x="2046" y="101"/>
                  </a:lnTo>
                  <a:lnTo>
                    <a:pt x="13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29">
              <a:extLst>
                <a:ext uri="{FF2B5EF4-FFF2-40B4-BE49-F238E27FC236}">
                  <a16:creationId xmlns:a16="http://schemas.microsoft.com/office/drawing/2014/main" id="{5A5AD150-8641-60C6-E178-FE0B1D90665C}"/>
                </a:ext>
              </a:extLst>
            </p:cNvPr>
            <p:cNvSpPr/>
            <p:nvPr/>
          </p:nvSpPr>
          <p:spPr>
            <a:xfrm>
              <a:off x="11771450" y="4171988"/>
              <a:ext cx="79250" cy="11075"/>
            </a:xfrm>
            <a:custGeom>
              <a:avLst/>
              <a:gdLst/>
              <a:ahLst/>
              <a:cxnLst/>
              <a:rect l="l" t="t" r="r" b="b"/>
              <a:pathLst>
                <a:path w="3170" h="443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803" y="121"/>
                  </a:lnTo>
                  <a:lnTo>
                    <a:pt x="1605" y="282"/>
                  </a:lnTo>
                  <a:lnTo>
                    <a:pt x="1605" y="282"/>
                  </a:lnTo>
                  <a:lnTo>
                    <a:pt x="2447" y="442"/>
                  </a:lnTo>
                  <a:lnTo>
                    <a:pt x="2447" y="442"/>
                  </a:lnTo>
                  <a:lnTo>
                    <a:pt x="2949" y="242"/>
                  </a:lnTo>
                  <a:lnTo>
                    <a:pt x="2949" y="242"/>
                  </a:lnTo>
                  <a:lnTo>
                    <a:pt x="3169" y="161"/>
                  </a:lnTo>
                  <a:lnTo>
                    <a:pt x="3169" y="161"/>
                  </a:lnTo>
                  <a:lnTo>
                    <a:pt x="1625" y="6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29">
              <a:extLst>
                <a:ext uri="{FF2B5EF4-FFF2-40B4-BE49-F238E27FC236}">
                  <a16:creationId xmlns:a16="http://schemas.microsoft.com/office/drawing/2014/main" id="{01286F0E-F48B-6F35-B8EB-BD3806363FB5}"/>
                </a:ext>
              </a:extLst>
            </p:cNvPr>
            <p:cNvSpPr/>
            <p:nvPr/>
          </p:nvSpPr>
          <p:spPr>
            <a:xfrm>
              <a:off x="11246025" y="4817763"/>
              <a:ext cx="920525" cy="297325"/>
            </a:xfrm>
            <a:custGeom>
              <a:avLst/>
              <a:gdLst/>
              <a:ahLst/>
              <a:cxnLst/>
              <a:rect l="l" t="t" r="r" b="b"/>
              <a:pathLst>
                <a:path w="36821" h="11893" extrusionOk="0">
                  <a:moveTo>
                    <a:pt x="2467" y="0"/>
                  </a:moveTo>
                  <a:lnTo>
                    <a:pt x="1886" y="381"/>
                  </a:lnTo>
                  <a:lnTo>
                    <a:pt x="1384" y="742"/>
                  </a:lnTo>
                  <a:lnTo>
                    <a:pt x="963" y="1103"/>
                  </a:lnTo>
                  <a:lnTo>
                    <a:pt x="602" y="1444"/>
                  </a:lnTo>
                  <a:lnTo>
                    <a:pt x="321" y="1745"/>
                  </a:lnTo>
                  <a:lnTo>
                    <a:pt x="201" y="1885"/>
                  </a:lnTo>
                  <a:lnTo>
                    <a:pt x="121" y="2026"/>
                  </a:lnTo>
                  <a:lnTo>
                    <a:pt x="61" y="2146"/>
                  </a:lnTo>
                  <a:lnTo>
                    <a:pt x="21" y="2266"/>
                  </a:lnTo>
                  <a:lnTo>
                    <a:pt x="1" y="236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7308" y="11872"/>
                  </a:lnTo>
                  <a:lnTo>
                    <a:pt x="18150" y="11893"/>
                  </a:lnTo>
                  <a:lnTo>
                    <a:pt x="18992" y="11893"/>
                  </a:lnTo>
                  <a:lnTo>
                    <a:pt x="19834" y="11872"/>
                  </a:lnTo>
                  <a:lnTo>
                    <a:pt x="20677" y="11812"/>
                  </a:lnTo>
                  <a:lnTo>
                    <a:pt x="21499" y="11752"/>
                  </a:lnTo>
                  <a:lnTo>
                    <a:pt x="22321" y="11672"/>
                  </a:lnTo>
                  <a:lnTo>
                    <a:pt x="23143" y="11572"/>
                  </a:lnTo>
                  <a:lnTo>
                    <a:pt x="23946" y="11451"/>
                  </a:lnTo>
                  <a:lnTo>
                    <a:pt x="24728" y="11331"/>
                  </a:lnTo>
                  <a:lnTo>
                    <a:pt x="25510" y="11191"/>
                  </a:lnTo>
                  <a:lnTo>
                    <a:pt x="26272" y="11050"/>
                  </a:lnTo>
                  <a:lnTo>
                    <a:pt x="27736" y="10749"/>
                  </a:lnTo>
                  <a:lnTo>
                    <a:pt x="29120" y="10408"/>
                  </a:lnTo>
                  <a:lnTo>
                    <a:pt x="30403" y="10047"/>
                  </a:lnTo>
                  <a:lnTo>
                    <a:pt x="31586" y="9707"/>
                  </a:lnTo>
                  <a:lnTo>
                    <a:pt x="32649" y="9386"/>
                  </a:lnTo>
                  <a:lnTo>
                    <a:pt x="33572" y="9065"/>
                  </a:lnTo>
                  <a:lnTo>
                    <a:pt x="34334" y="8784"/>
                  </a:lnTo>
                  <a:lnTo>
                    <a:pt x="34956" y="856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6420" y="6137"/>
                  </a:lnTo>
                  <a:lnTo>
                    <a:pt x="36560" y="5315"/>
                  </a:lnTo>
                  <a:lnTo>
                    <a:pt x="36680" y="4472"/>
                  </a:lnTo>
                  <a:lnTo>
                    <a:pt x="36760" y="3630"/>
                  </a:lnTo>
                  <a:lnTo>
                    <a:pt x="36801" y="2888"/>
                  </a:lnTo>
                  <a:lnTo>
                    <a:pt x="36821" y="2246"/>
                  </a:lnTo>
                  <a:lnTo>
                    <a:pt x="36801" y="1785"/>
                  </a:lnTo>
                  <a:lnTo>
                    <a:pt x="36760" y="1645"/>
                  </a:lnTo>
                  <a:lnTo>
                    <a:pt x="36740" y="1544"/>
                  </a:lnTo>
                  <a:lnTo>
                    <a:pt x="36660" y="1464"/>
                  </a:lnTo>
                  <a:lnTo>
                    <a:pt x="36540" y="1344"/>
                  </a:lnTo>
                  <a:lnTo>
                    <a:pt x="36179" y="1023"/>
                  </a:lnTo>
                  <a:lnTo>
                    <a:pt x="35678" y="622"/>
                  </a:lnTo>
                  <a:lnTo>
                    <a:pt x="35036" y="161"/>
                  </a:lnTo>
                  <a:lnTo>
                    <a:pt x="34895" y="1183"/>
                  </a:lnTo>
                  <a:lnTo>
                    <a:pt x="34815" y="1665"/>
                  </a:lnTo>
                  <a:lnTo>
                    <a:pt x="34735" y="2086"/>
                  </a:lnTo>
                  <a:lnTo>
                    <a:pt x="34635" y="2467"/>
                  </a:lnTo>
                  <a:lnTo>
                    <a:pt x="34534" y="2748"/>
                  </a:lnTo>
                  <a:lnTo>
                    <a:pt x="34474" y="2868"/>
                  </a:lnTo>
                  <a:lnTo>
                    <a:pt x="34414" y="2968"/>
                  </a:lnTo>
                  <a:lnTo>
                    <a:pt x="34354" y="3028"/>
                  </a:lnTo>
                  <a:lnTo>
                    <a:pt x="34294" y="3069"/>
                  </a:lnTo>
                  <a:lnTo>
                    <a:pt x="33752" y="3269"/>
                  </a:lnTo>
                  <a:lnTo>
                    <a:pt x="32729" y="3650"/>
                  </a:lnTo>
                  <a:lnTo>
                    <a:pt x="32028" y="3891"/>
                  </a:lnTo>
                  <a:lnTo>
                    <a:pt x="31245" y="4151"/>
                  </a:lnTo>
                  <a:lnTo>
                    <a:pt x="30363" y="4432"/>
                  </a:lnTo>
                  <a:lnTo>
                    <a:pt x="29380" y="4713"/>
                  </a:lnTo>
                  <a:lnTo>
                    <a:pt x="28338" y="4994"/>
                  </a:lnTo>
                  <a:lnTo>
                    <a:pt x="27215" y="5275"/>
                  </a:lnTo>
                  <a:lnTo>
                    <a:pt x="26031" y="5535"/>
                  </a:lnTo>
                  <a:lnTo>
                    <a:pt x="24808" y="5776"/>
                  </a:lnTo>
                  <a:lnTo>
                    <a:pt x="23524" y="5976"/>
                  </a:lnTo>
                  <a:lnTo>
                    <a:pt x="22221" y="6157"/>
                  </a:lnTo>
                  <a:lnTo>
                    <a:pt x="21539" y="6217"/>
                  </a:lnTo>
                  <a:lnTo>
                    <a:pt x="20877" y="6277"/>
                  </a:lnTo>
                  <a:lnTo>
                    <a:pt x="20195" y="6337"/>
                  </a:lnTo>
                  <a:lnTo>
                    <a:pt x="19514" y="6357"/>
                  </a:lnTo>
                  <a:lnTo>
                    <a:pt x="18792" y="6378"/>
                  </a:lnTo>
                  <a:lnTo>
                    <a:pt x="18070" y="6378"/>
                  </a:lnTo>
                  <a:lnTo>
                    <a:pt x="17328" y="6357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42"/>
                  </a:lnTo>
                  <a:lnTo>
                    <a:pt x="24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29">
              <a:extLst>
                <a:ext uri="{FF2B5EF4-FFF2-40B4-BE49-F238E27FC236}">
                  <a16:creationId xmlns:a16="http://schemas.microsoft.com/office/drawing/2014/main" id="{0BFFCE67-A962-FE60-6688-68D46B61F203}"/>
                </a:ext>
              </a:extLst>
            </p:cNvPr>
            <p:cNvSpPr/>
            <p:nvPr/>
          </p:nvSpPr>
          <p:spPr>
            <a:xfrm>
              <a:off x="11246025" y="4817763"/>
              <a:ext cx="920525" cy="297325"/>
            </a:xfrm>
            <a:custGeom>
              <a:avLst/>
              <a:gdLst/>
              <a:ahLst/>
              <a:cxnLst/>
              <a:rect l="l" t="t" r="r" b="b"/>
              <a:pathLst>
                <a:path w="36821" h="11893" fill="none" extrusionOk="0">
                  <a:moveTo>
                    <a:pt x="36259" y="6899"/>
                  </a:moveTo>
                  <a:lnTo>
                    <a:pt x="36259" y="6899"/>
                  </a:lnTo>
                  <a:lnTo>
                    <a:pt x="36139" y="7420"/>
                  </a:lnTo>
                  <a:lnTo>
                    <a:pt x="36059" y="7661"/>
                  </a:lnTo>
                  <a:lnTo>
                    <a:pt x="35978" y="7841"/>
                  </a:lnTo>
                  <a:lnTo>
                    <a:pt x="35898" y="8022"/>
                  </a:lnTo>
                  <a:lnTo>
                    <a:pt x="35818" y="8142"/>
                  </a:lnTo>
                  <a:lnTo>
                    <a:pt x="35738" y="8243"/>
                  </a:lnTo>
                  <a:lnTo>
                    <a:pt x="35637" y="8303"/>
                  </a:lnTo>
                  <a:lnTo>
                    <a:pt x="35637" y="8303"/>
                  </a:lnTo>
                  <a:lnTo>
                    <a:pt x="34956" y="8563"/>
                  </a:lnTo>
                  <a:lnTo>
                    <a:pt x="34334" y="8784"/>
                  </a:lnTo>
                  <a:lnTo>
                    <a:pt x="33572" y="9065"/>
                  </a:lnTo>
                  <a:lnTo>
                    <a:pt x="32649" y="9386"/>
                  </a:lnTo>
                  <a:lnTo>
                    <a:pt x="31586" y="9707"/>
                  </a:lnTo>
                  <a:lnTo>
                    <a:pt x="30403" y="10047"/>
                  </a:lnTo>
                  <a:lnTo>
                    <a:pt x="29120" y="10408"/>
                  </a:lnTo>
                  <a:lnTo>
                    <a:pt x="27736" y="10749"/>
                  </a:lnTo>
                  <a:lnTo>
                    <a:pt x="26272" y="11050"/>
                  </a:lnTo>
                  <a:lnTo>
                    <a:pt x="25510" y="11191"/>
                  </a:lnTo>
                  <a:lnTo>
                    <a:pt x="24728" y="11331"/>
                  </a:lnTo>
                  <a:lnTo>
                    <a:pt x="23946" y="11451"/>
                  </a:lnTo>
                  <a:lnTo>
                    <a:pt x="23143" y="11572"/>
                  </a:lnTo>
                  <a:lnTo>
                    <a:pt x="22321" y="11672"/>
                  </a:lnTo>
                  <a:lnTo>
                    <a:pt x="21499" y="11752"/>
                  </a:lnTo>
                  <a:lnTo>
                    <a:pt x="20677" y="11812"/>
                  </a:lnTo>
                  <a:lnTo>
                    <a:pt x="19834" y="11872"/>
                  </a:lnTo>
                  <a:lnTo>
                    <a:pt x="18992" y="11893"/>
                  </a:lnTo>
                  <a:lnTo>
                    <a:pt x="18150" y="11893"/>
                  </a:lnTo>
                  <a:lnTo>
                    <a:pt x="17308" y="11872"/>
                  </a:lnTo>
                  <a:lnTo>
                    <a:pt x="16445" y="11832"/>
                  </a:lnTo>
                  <a:lnTo>
                    <a:pt x="16445" y="11832"/>
                  </a:lnTo>
                  <a:lnTo>
                    <a:pt x="15021" y="11732"/>
                  </a:lnTo>
                  <a:lnTo>
                    <a:pt x="13618" y="11572"/>
                  </a:lnTo>
                  <a:lnTo>
                    <a:pt x="12274" y="11391"/>
                  </a:lnTo>
                  <a:lnTo>
                    <a:pt x="10970" y="11191"/>
                  </a:lnTo>
                  <a:lnTo>
                    <a:pt x="9747" y="10950"/>
                  </a:lnTo>
                  <a:lnTo>
                    <a:pt x="8584" y="10709"/>
                  </a:lnTo>
                  <a:lnTo>
                    <a:pt x="7481" y="10449"/>
                  </a:lnTo>
                  <a:lnTo>
                    <a:pt x="6478" y="10188"/>
                  </a:lnTo>
                  <a:lnTo>
                    <a:pt x="5536" y="9927"/>
                  </a:lnTo>
                  <a:lnTo>
                    <a:pt x="4693" y="9666"/>
                  </a:lnTo>
                  <a:lnTo>
                    <a:pt x="3951" y="9426"/>
                  </a:lnTo>
                  <a:lnTo>
                    <a:pt x="3310" y="9205"/>
                  </a:lnTo>
                  <a:lnTo>
                    <a:pt x="2768" y="9005"/>
                  </a:lnTo>
                  <a:lnTo>
                    <a:pt x="2347" y="8824"/>
                  </a:lnTo>
                  <a:lnTo>
                    <a:pt x="2046" y="8684"/>
                  </a:lnTo>
                  <a:lnTo>
                    <a:pt x="1866" y="8584"/>
                  </a:lnTo>
                  <a:lnTo>
                    <a:pt x="1866" y="8584"/>
                  </a:lnTo>
                  <a:lnTo>
                    <a:pt x="1805" y="8523"/>
                  </a:lnTo>
                  <a:lnTo>
                    <a:pt x="1745" y="8443"/>
                  </a:lnTo>
                  <a:lnTo>
                    <a:pt x="1625" y="8223"/>
                  </a:lnTo>
                  <a:lnTo>
                    <a:pt x="1485" y="7922"/>
                  </a:lnTo>
                  <a:lnTo>
                    <a:pt x="1344" y="7541"/>
                  </a:lnTo>
                  <a:lnTo>
                    <a:pt x="1204" y="7120"/>
                  </a:lnTo>
                  <a:lnTo>
                    <a:pt x="1063" y="6658"/>
                  </a:lnTo>
                  <a:lnTo>
                    <a:pt x="783" y="5656"/>
                  </a:lnTo>
                  <a:lnTo>
                    <a:pt x="522" y="4633"/>
                  </a:lnTo>
                  <a:lnTo>
                    <a:pt x="301" y="3710"/>
                  </a:lnTo>
                  <a:lnTo>
                    <a:pt x="21" y="2467"/>
                  </a:lnTo>
                  <a:lnTo>
                    <a:pt x="21" y="2467"/>
                  </a:lnTo>
                  <a:lnTo>
                    <a:pt x="1" y="2367"/>
                  </a:lnTo>
                  <a:lnTo>
                    <a:pt x="21" y="2266"/>
                  </a:lnTo>
                  <a:lnTo>
                    <a:pt x="61" y="2146"/>
                  </a:lnTo>
                  <a:lnTo>
                    <a:pt x="121" y="2026"/>
                  </a:lnTo>
                  <a:lnTo>
                    <a:pt x="201" y="1885"/>
                  </a:lnTo>
                  <a:lnTo>
                    <a:pt x="321" y="1745"/>
                  </a:lnTo>
                  <a:lnTo>
                    <a:pt x="602" y="1444"/>
                  </a:lnTo>
                  <a:lnTo>
                    <a:pt x="963" y="1103"/>
                  </a:lnTo>
                  <a:lnTo>
                    <a:pt x="1384" y="742"/>
                  </a:lnTo>
                  <a:lnTo>
                    <a:pt x="1886" y="381"/>
                  </a:lnTo>
                  <a:lnTo>
                    <a:pt x="2467" y="0"/>
                  </a:lnTo>
                  <a:lnTo>
                    <a:pt x="2467" y="0"/>
                  </a:lnTo>
                  <a:lnTo>
                    <a:pt x="2588" y="542"/>
                  </a:lnTo>
                  <a:lnTo>
                    <a:pt x="2688" y="1103"/>
                  </a:lnTo>
                  <a:lnTo>
                    <a:pt x="2828" y="2126"/>
                  </a:lnTo>
                  <a:lnTo>
                    <a:pt x="2908" y="2547"/>
                  </a:lnTo>
                  <a:lnTo>
                    <a:pt x="2989" y="2908"/>
                  </a:lnTo>
                  <a:lnTo>
                    <a:pt x="3029" y="3048"/>
                  </a:lnTo>
                  <a:lnTo>
                    <a:pt x="3069" y="3169"/>
                  </a:lnTo>
                  <a:lnTo>
                    <a:pt x="3109" y="3269"/>
                  </a:lnTo>
                  <a:lnTo>
                    <a:pt x="3169" y="3329"/>
                  </a:lnTo>
                  <a:lnTo>
                    <a:pt x="3169" y="3329"/>
                  </a:lnTo>
                  <a:lnTo>
                    <a:pt x="3350" y="3429"/>
                  </a:lnTo>
                  <a:lnTo>
                    <a:pt x="3610" y="3550"/>
                  </a:lnTo>
                  <a:lnTo>
                    <a:pt x="4011" y="3730"/>
                  </a:lnTo>
                  <a:lnTo>
                    <a:pt x="4513" y="3911"/>
                  </a:lnTo>
                  <a:lnTo>
                    <a:pt x="5094" y="4111"/>
                  </a:lnTo>
                  <a:lnTo>
                    <a:pt x="5776" y="4332"/>
                  </a:lnTo>
                  <a:lnTo>
                    <a:pt x="6558" y="4573"/>
                  </a:lnTo>
                  <a:lnTo>
                    <a:pt x="7421" y="4813"/>
                  </a:lnTo>
                  <a:lnTo>
                    <a:pt x="8343" y="5054"/>
                  </a:lnTo>
                  <a:lnTo>
                    <a:pt x="9346" y="5295"/>
                  </a:lnTo>
                  <a:lnTo>
                    <a:pt x="10429" y="5515"/>
                  </a:lnTo>
                  <a:lnTo>
                    <a:pt x="11572" y="5736"/>
                  </a:lnTo>
                  <a:lnTo>
                    <a:pt x="12755" y="5916"/>
                  </a:lnTo>
                  <a:lnTo>
                    <a:pt x="13999" y="6097"/>
                  </a:lnTo>
                  <a:lnTo>
                    <a:pt x="15282" y="6217"/>
                  </a:lnTo>
                  <a:lnTo>
                    <a:pt x="16606" y="6337"/>
                  </a:lnTo>
                  <a:lnTo>
                    <a:pt x="16606" y="6337"/>
                  </a:lnTo>
                  <a:lnTo>
                    <a:pt x="17328" y="6357"/>
                  </a:lnTo>
                  <a:lnTo>
                    <a:pt x="18070" y="6378"/>
                  </a:lnTo>
                  <a:lnTo>
                    <a:pt x="18792" y="6378"/>
                  </a:lnTo>
                  <a:lnTo>
                    <a:pt x="19514" y="6357"/>
                  </a:lnTo>
                  <a:lnTo>
                    <a:pt x="19514" y="6357"/>
                  </a:lnTo>
                  <a:lnTo>
                    <a:pt x="20195" y="6337"/>
                  </a:lnTo>
                  <a:lnTo>
                    <a:pt x="20877" y="6277"/>
                  </a:lnTo>
                  <a:lnTo>
                    <a:pt x="21539" y="6217"/>
                  </a:lnTo>
                  <a:lnTo>
                    <a:pt x="22221" y="6157"/>
                  </a:lnTo>
                  <a:lnTo>
                    <a:pt x="23524" y="5976"/>
                  </a:lnTo>
                  <a:lnTo>
                    <a:pt x="24808" y="5776"/>
                  </a:lnTo>
                  <a:lnTo>
                    <a:pt x="26031" y="5535"/>
                  </a:lnTo>
                  <a:lnTo>
                    <a:pt x="27215" y="5275"/>
                  </a:lnTo>
                  <a:lnTo>
                    <a:pt x="28338" y="4994"/>
                  </a:lnTo>
                  <a:lnTo>
                    <a:pt x="29380" y="4713"/>
                  </a:lnTo>
                  <a:lnTo>
                    <a:pt x="30363" y="4432"/>
                  </a:lnTo>
                  <a:lnTo>
                    <a:pt x="31245" y="4151"/>
                  </a:lnTo>
                  <a:lnTo>
                    <a:pt x="32028" y="3891"/>
                  </a:lnTo>
                  <a:lnTo>
                    <a:pt x="32729" y="3650"/>
                  </a:lnTo>
                  <a:lnTo>
                    <a:pt x="33752" y="3269"/>
                  </a:lnTo>
                  <a:lnTo>
                    <a:pt x="34294" y="3069"/>
                  </a:lnTo>
                  <a:lnTo>
                    <a:pt x="34294" y="3069"/>
                  </a:lnTo>
                  <a:lnTo>
                    <a:pt x="34354" y="3028"/>
                  </a:lnTo>
                  <a:lnTo>
                    <a:pt x="34414" y="2968"/>
                  </a:lnTo>
                  <a:lnTo>
                    <a:pt x="34474" y="2868"/>
                  </a:lnTo>
                  <a:lnTo>
                    <a:pt x="34534" y="2748"/>
                  </a:lnTo>
                  <a:lnTo>
                    <a:pt x="34635" y="2467"/>
                  </a:lnTo>
                  <a:lnTo>
                    <a:pt x="34735" y="2086"/>
                  </a:lnTo>
                  <a:lnTo>
                    <a:pt x="34815" y="1665"/>
                  </a:lnTo>
                  <a:lnTo>
                    <a:pt x="34895" y="1183"/>
                  </a:lnTo>
                  <a:lnTo>
                    <a:pt x="35036" y="161"/>
                  </a:lnTo>
                  <a:lnTo>
                    <a:pt x="35036" y="161"/>
                  </a:lnTo>
                  <a:lnTo>
                    <a:pt x="35678" y="622"/>
                  </a:lnTo>
                  <a:lnTo>
                    <a:pt x="36179" y="1023"/>
                  </a:lnTo>
                  <a:lnTo>
                    <a:pt x="36540" y="1344"/>
                  </a:lnTo>
                  <a:lnTo>
                    <a:pt x="36660" y="1464"/>
                  </a:lnTo>
                  <a:lnTo>
                    <a:pt x="36740" y="1544"/>
                  </a:lnTo>
                  <a:lnTo>
                    <a:pt x="36740" y="1544"/>
                  </a:lnTo>
                  <a:lnTo>
                    <a:pt x="36760" y="1645"/>
                  </a:lnTo>
                  <a:lnTo>
                    <a:pt x="36801" y="1785"/>
                  </a:lnTo>
                  <a:lnTo>
                    <a:pt x="36821" y="2246"/>
                  </a:lnTo>
                  <a:lnTo>
                    <a:pt x="36801" y="2888"/>
                  </a:lnTo>
                  <a:lnTo>
                    <a:pt x="36760" y="3630"/>
                  </a:lnTo>
                  <a:lnTo>
                    <a:pt x="36680" y="4472"/>
                  </a:lnTo>
                  <a:lnTo>
                    <a:pt x="36560" y="5315"/>
                  </a:lnTo>
                  <a:lnTo>
                    <a:pt x="36420" y="6137"/>
                  </a:lnTo>
                  <a:lnTo>
                    <a:pt x="36259" y="689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29">
              <a:extLst>
                <a:ext uri="{FF2B5EF4-FFF2-40B4-BE49-F238E27FC236}">
                  <a16:creationId xmlns:a16="http://schemas.microsoft.com/office/drawing/2014/main" id="{A70DE515-4B7D-5227-3A58-B5E70A842ED7}"/>
                </a:ext>
              </a:extLst>
            </p:cNvPr>
            <p:cNvSpPr/>
            <p:nvPr/>
          </p:nvSpPr>
          <p:spPr>
            <a:xfrm>
              <a:off x="11246025" y="4817763"/>
              <a:ext cx="906500" cy="297325"/>
            </a:xfrm>
            <a:custGeom>
              <a:avLst/>
              <a:gdLst/>
              <a:ahLst/>
              <a:cxnLst/>
              <a:rect l="l" t="t" r="r" b="b"/>
              <a:pathLst>
                <a:path w="36260" h="11893" extrusionOk="0">
                  <a:moveTo>
                    <a:pt x="2467" y="0"/>
                  </a:moveTo>
                  <a:lnTo>
                    <a:pt x="1926" y="361"/>
                  </a:lnTo>
                  <a:lnTo>
                    <a:pt x="1445" y="722"/>
                  </a:lnTo>
                  <a:lnTo>
                    <a:pt x="1023" y="1043"/>
                  </a:lnTo>
                  <a:lnTo>
                    <a:pt x="662" y="1364"/>
                  </a:lnTo>
                  <a:lnTo>
                    <a:pt x="382" y="1665"/>
                  </a:lnTo>
                  <a:lnTo>
                    <a:pt x="181" y="1925"/>
                  </a:lnTo>
                  <a:lnTo>
                    <a:pt x="101" y="2066"/>
                  </a:lnTo>
                  <a:lnTo>
                    <a:pt x="41" y="2186"/>
                  </a:lnTo>
                  <a:lnTo>
                    <a:pt x="21" y="2286"/>
                  </a:lnTo>
                  <a:lnTo>
                    <a:pt x="1" y="238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7408" y="11872"/>
                  </a:lnTo>
                  <a:lnTo>
                    <a:pt x="18350" y="11893"/>
                  </a:lnTo>
                  <a:lnTo>
                    <a:pt x="19133" y="11893"/>
                  </a:lnTo>
                  <a:lnTo>
                    <a:pt x="19915" y="11852"/>
                  </a:lnTo>
                  <a:lnTo>
                    <a:pt x="20697" y="11812"/>
                  </a:lnTo>
                  <a:lnTo>
                    <a:pt x="21479" y="11752"/>
                  </a:lnTo>
                  <a:lnTo>
                    <a:pt x="22241" y="11672"/>
                  </a:lnTo>
                  <a:lnTo>
                    <a:pt x="23003" y="11592"/>
                  </a:lnTo>
                  <a:lnTo>
                    <a:pt x="23745" y="11491"/>
                  </a:lnTo>
                  <a:lnTo>
                    <a:pt x="24487" y="11371"/>
                  </a:lnTo>
                  <a:lnTo>
                    <a:pt x="25931" y="11130"/>
                  </a:lnTo>
                  <a:lnTo>
                    <a:pt x="27315" y="10830"/>
                  </a:lnTo>
                  <a:lnTo>
                    <a:pt x="28618" y="10529"/>
                  </a:lnTo>
                  <a:lnTo>
                    <a:pt x="29862" y="10208"/>
                  </a:lnTo>
                  <a:lnTo>
                    <a:pt x="31005" y="9887"/>
                  </a:lnTo>
                  <a:lnTo>
                    <a:pt x="32048" y="9566"/>
                  </a:lnTo>
                  <a:lnTo>
                    <a:pt x="32990" y="9265"/>
                  </a:lnTo>
                  <a:lnTo>
                    <a:pt x="33792" y="8985"/>
                  </a:lnTo>
                  <a:lnTo>
                    <a:pt x="35016" y="854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5016" y="7340"/>
                  </a:lnTo>
                  <a:lnTo>
                    <a:pt x="33752" y="7741"/>
                  </a:lnTo>
                  <a:lnTo>
                    <a:pt x="32469" y="8142"/>
                  </a:lnTo>
                  <a:lnTo>
                    <a:pt x="31205" y="8503"/>
                  </a:lnTo>
                  <a:lnTo>
                    <a:pt x="29922" y="8844"/>
                  </a:lnTo>
                  <a:lnTo>
                    <a:pt x="28618" y="9145"/>
                  </a:lnTo>
                  <a:lnTo>
                    <a:pt x="27335" y="9406"/>
                  </a:lnTo>
                  <a:lnTo>
                    <a:pt x="26031" y="9646"/>
                  </a:lnTo>
                  <a:lnTo>
                    <a:pt x="24728" y="9847"/>
                  </a:lnTo>
                  <a:lnTo>
                    <a:pt x="23404" y="10007"/>
                  </a:lnTo>
                  <a:lnTo>
                    <a:pt x="22742" y="10088"/>
                  </a:lnTo>
                  <a:lnTo>
                    <a:pt x="22081" y="10128"/>
                  </a:lnTo>
                  <a:lnTo>
                    <a:pt x="21419" y="10168"/>
                  </a:lnTo>
                  <a:lnTo>
                    <a:pt x="20737" y="10188"/>
                  </a:lnTo>
                  <a:lnTo>
                    <a:pt x="20035" y="10168"/>
                  </a:lnTo>
                  <a:lnTo>
                    <a:pt x="19333" y="10128"/>
                  </a:lnTo>
                  <a:lnTo>
                    <a:pt x="18631" y="10027"/>
                  </a:lnTo>
                  <a:lnTo>
                    <a:pt x="17929" y="9907"/>
                  </a:lnTo>
                  <a:lnTo>
                    <a:pt x="17649" y="9847"/>
                  </a:lnTo>
                  <a:lnTo>
                    <a:pt x="17348" y="9747"/>
                  </a:lnTo>
                  <a:lnTo>
                    <a:pt x="17047" y="9606"/>
                  </a:lnTo>
                  <a:lnTo>
                    <a:pt x="16786" y="9466"/>
                  </a:lnTo>
                  <a:lnTo>
                    <a:pt x="16525" y="9305"/>
                  </a:lnTo>
                  <a:lnTo>
                    <a:pt x="16305" y="9105"/>
                  </a:lnTo>
                  <a:lnTo>
                    <a:pt x="16225" y="9005"/>
                  </a:lnTo>
                  <a:lnTo>
                    <a:pt x="16144" y="8904"/>
                  </a:lnTo>
                  <a:lnTo>
                    <a:pt x="16084" y="8784"/>
                  </a:lnTo>
                  <a:lnTo>
                    <a:pt x="16044" y="8684"/>
                  </a:lnTo>
                  <a:lnTo>
                    <a:pt x="16024" y="8563"/>
                  </a:lnTo>
                  <a:lnTo>
                    <a:pt x="16004" y="8443"/>
                  </a:lnTo>
                  <a:lnTo>
                    <a:pt x="16024" y="8323"/>
                  </a:lnTo>
                  <a:lnTo>
                    <a:pt x="16064" y="8202"/>
                  </a:lnTo>
                  <a:lnTo>
                    <a:pt x="16124" y="8062"/>
                  </a:lnTo>
                  <a:lnTo>
                    <a:pt x="16205" y="7942"/>
                  </a:lnTo>
                  <a:lnTo>
                    <a:pt x="16325" y="7801"/>
                  </a:lnTo>
                  <a:lnTo>
                    <a:pt x="16465" y="7681"/>
                  </a:lnTo>
                  <a:lnTo>
                    <a:pt x="16646" y="7541"/>
                  </a:lnTo>
                  <a:lnTo>
                    <a:pt x="16846" y="7400"/>
                  </a:lnTo>
                  <a:lnTo>
                    <a:pt x="17067" y="7260"/>
                  </a:lnTo>
                  <a:lnTo>
                    <a:pt x="17348" y="7140"/>
                  </a:lnTo>
                  <a:lnTo>
                    <a:pt x="17649" y="6999"/>
                  </a:lnTo>
                  <a:lnTo>
                    <a:pt x="17989" y="6859"/>
                  </a:lnTo>
                  <a:lnTo>
                    <a:pt x="18350" y="6718"/>
                  </a:lnTo>
                  <a:lnTo>
                    <a:pt x="18772" y="6578"/>
                  </a:lnTo>
                  <a:lnTo>
                    <a:pt x="19514" y="6357"/>
                  </a:lnTo>
                  <a:lnTo>
                    <a:pt x="18912" y="6378"/>
                  </a:lnTo>
                  <a:lnTo>
                    <a:pt x="17448" y="6378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62"/>
                  </a:lnTo>
                  <a:lnTo>
                    <a:pt x="246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29">
              <a:extLst>
                <a:ext uri="{FF2B5EF4-FFF2-40B4-BE49-F238E27FC236}">
                  <a16:creationId xmlns:a16="http://schemas.microsoft.com/office/drawing/2014/main" id="{2F924811-A0F9-0658-1AFB-4DC35B133F4B}"/>
                </a:ext>
              </a:extLst>
            </p:cNvPr>
            <p:cNvSpPr/>
            <p:nvPr/>
          </p:nvSpPr>
          <p:spPr>
            <a:xfrm>
              <a:off x="11246025" y="4817763"/>
              <a:ext cx="906500" cy="297325"/>
            </a:xfrm>
            <a:custGeom>
              <a:avLst/>
              <a:gdLst/>
              <a:ahLst/>
              <a:cxnLst/>
              <a:rect l="l" t="t" r="r" b="b"/>
              <a:pathLst>
                <a:path w="36260" h="11893" fill="none" extrusionOk="0">
                  <a:moveTo>
                    <a:pt x="2467" y="0"/>
                  </a:moveTo>
                  <a:lnTo>
                    <a:pt x="2467" y="0"/>
                  </a:lnTo>
                  <a:lnTo>
                    <a:pt x="1926" y="361"/>
                  </a:lnTo>
                  <a:lnTo>
                    <a:pt x="1445" y="722"/>
                  </a:lnTo>
                  <a:lnTo>
                    <a:pt x="1023" y="1043"/>
                  </a:lnTo>
                  <a:lnTo>
                    <a:pt x="662" y="1364"/>
                  </a:lnTo>
                  <a:lnTo>
                    <a:pt x="382" y="1665"/>
                  </a:lnTo>
                  <a:lnTo>
                    <a:pt x="181" y="1925"/>
                  </a:lnTo>
                  <a:lnTo>
                    <a:pt x="101" y="2066"/>
                  </a:lnTo>
                  <a:lnTo>
                    <a:pt x="41" y="2186"/>
                  </a:lnTo>
                  <a:lnTo>
                    <a:pt x="21" y="2286"/>
                  </a:lnTo>
                  <a:lnTo>
                    <a:pt x="1" y="2387"/>
                  </a:lnTo>
                  <a:lnTo>
                    <a:pt x="1" y="2387"/>
                  </a:lnTo>
                  <a:lnTo>
                    <a:pt x="21" y="246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6445" y="11832"/>
                  </a:lnTo>
                  <a:lnTo>
                    <a:pt x="17408" y="11872"/>
                  </a:lnTo>
                  <a:lnTo>
                    <a:pt x="18350" y="11893"/>
                  </a:lnTo>
                  <a:lnTo>
                    <a:pt x="18350" y="11893"/>
                  </a:lnTo>
                  <a:lnTo>
                    <a:pt x="19133" y="11893"/>
                  </a:lnTo>
                  <a:lnTo>
                    <a:pt x="19915" y="11852"/>
                  </a:lnTo>
                  <a:lnTo>
                    <a:pt x="20697" y="11812"/>
                  </a:lnTo>
                  <a:lnTo>
                    <a:pt x="21479" y="11752"/>
                  </a:lnTo>
                  <a:lnTo>
                    <a:pt x="22241" y="11672"/>
                  </a:lnTo>
                  <a:lnTo>
                    <a:pt x="23003" y="11592"/>
                  </a:lnTo>
                  <a:lnTo>
                    <a:pt x="23745" y="11491"/>
                  </a:lnTo>
                  <a:lnTo>
                    <a:pt x="24487" y="11371"/>
                  </a:lnTo>
                  <a:lnTo>
                    <a:pt x="25931" y="11130"/>
                  </a:lnTo>
                  <a:lnTo>
                    <a:pt x="27315" y="10830"/>
                  </a:lnTo>
                  <a:lnTo>
                    <a:pt x="28618" y="10529"/>
                  </a:lnTo>
                  <a:lnTo>
                    <a:pt x="29862" y="10208"/>
                  </a:lnTo>
                  <a:lnTo>
                    <a:pt x="31005" y="9887"/>
                  </a:lnTo>
                  <a:lnTo>
                    <a:pt x="32048" y="9566"/>
                  </a:lnTo>
                  <a:lnTo>
                    <a:pt x="32990" y="9265"/>
                  </a:lnTo>
                  <a:lnTo>
                    <a:pt x="33792" y="8985"/>
                  </a:lnTo>
                  <a:lnTo>
                    <a:pt x="35016" y="8543"/>
                  </a:lnTo>
                  <a:lnTo>
                    <a:pt x="35637" y="830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6259" y="6899"/>
                  </a:lnTo>
                  <a:lnTo>
                    <a:pt x="35016" y="7340"/>
                  </a:lnTo>
                  <a:lnTo>
                    <a:pt x="33752" y="7741"/>
                  </a:lnTo>
                  <a:lnTo>
                    <a:pt x="32469" y="8142"/>
                  </a:lnTo>
                  <a:lnTo>
                    <a:pt x="31205" y="8503"/>
                  </a:lnTo>
                  <a:lnTo>
                    <a:pt x="29922" y="8844"/>
                  </a:lnTo>
                  <a:lnTo>
                    <a:pt x="28618" y="9145"/>
                  </a:lnTo>
                  <a:lnTo>
                    <a:pt x="27335" y="9406"/>
                  </a:lnTo>
                  <a:lnTo>
                    <a:pt x="26031" y="9646"/>
                  </a:lnTo>
                  <a:lnTo>
                    <a:pt x="26031" y="9646"/>
                  </a:lnTo>
                  <a:lnTo>
                    <a:pt x="24728" y="9847"/>
                  </a:lnTo>
                  <a:lnTo>
                    <a:pt x="23404" y="10007"/>
                  </a:lnTo>
                  <a:lnTo>
                    <a:pt x="22742" y="10088"/>
                  </a:lnTo>
                  <a:lnTo>
                    <a:pt x="22081" y="10128"/>
                  </a:lnTo>
                  <a:lnTo>
                    <a:pt x="21419" y="10168"/>
                  </a:lnTo>
                  <a:lnTo>
                    <a:pt x="20737" y="10188"/>
                  </a:lnTo>
                  <a:lnTo>
                    <a:pt x="20737" y="10188"/>
                  </a:lnTo>
                  <a:lnTo>
                    <a:pt x="20035" y="10168"/>
                  </a:lnTo>
                  <a:lnTo>
                    <a:pt x="19333" y="10128"/>
                  </a:lnTo>
                  <a:lnTo>
                    <a:pt x="18631" y="10027"/>
                  </a:lnTo>
                  <a:lnTo>
                    <a:pt x="17929" y="9907"/>
                  </a:lnTo>
                  <a:lnTo>
                    <a:pt x="17929" y="9907"/>
                  </a:lnTo>
                  <a:lnTo>
                    <a:pt x="17649" y="9847"/>
                  </a:lnTo>
                  <a:lnTo>
                    <a:pt x="17348" y="9747"/>
                  </a:lnTo>
                  <a:lnTo>
                    <a:pt x="17047" y="9606"/>
                  </a:lnTo>
                  <a:lnTo>
                    <a:pt x="16786" y="9466"/>
                  </a:lnTo>
                  <a:lnTo>
                    <a:pt x="16525" y="9305"/>
                  </a:lnTo>
                  <a:lnTo>
                    <a:pt x="16305" y="9105"/>
                  </a:lnTo>
                  <a:lnTo>
                    <a:pt x="16225" y="9005"/>
                  </a:lnTo>
                  <a:lnTo>
                    <a:pt x="16144" y="8904"/>
                  </a:lnTo>
                  <a:lnTo>
                    <a:pt x="16084" y="8784"/>
                  </a:lnTo>
                  <a:lnTo>
                    <a:pt x="16044" y="8684"/>
                  </a:lnTo>
                  <a:lnTo>
                    <a:pt x="16024" y="8563"/>
                  </a:lnTo>
                  <a:lnTo>
                    <a:pt x="16004" y="8443"/>
                  </a:lnTo>
                  <a:lnTo>
                    <a:pt x="16024" y="8323"/>
                  </a:lnTo>
                  <a:lnTo>
                    <a:pt x="16064" y="8202"/>
                  </a:lnTo>
                  <a:lnTo>
                    <a:pt x="16124" y="8062"/>
                  </a:lnTo>
                  <a:lnTo>
                    <a:pt x="16205" y="7942"/>
                  </a:lnTo>
                  <a:lnTo>
                    <a:pt x="16325" y="7801"/>
                  </a:lnTo>
                  <a:lnTo>
                    <a:pt x="16465" y="7681"/>
                  </a:lnTo>
                  <a:lnTo>
                    <a:pt x="16646" y="7541"/>
                  </a:lnTo>
                  <a:lnTo>
                    <a:pt x="16846" y="7400"/>
                  </a:lnTo>
                  <a:lnTo>
                    <a:pt x="17067" y="7260"/>
                  </a:lnTo>
                  <a:lnTo>
                    <a:pt x="17348" y="7140"/>
                  </a:lnTo>
                  <a:lnTo>
                    <a:pt x="17649" y="6999"/>
                  </a:lnTo>
                  <a:lnTo>
                    <a:pt x="17989" y="6859"/>
                  </a:lnTo>
                  <a:lnTo>
                    <a:pt x="18350" y="6718"/>
                  </a:lnTo>
                  <a:lnTo>
                    <a:pt x="18772" y="6578"/>
                  </a:lnTo>
                  <a:lnTo>
                    <a:pt x="18772" y="6578"/>
                  </a:lnTo>
                  <a:lnTo>
                    <a:pt x="19514" y="6357"/>
                  </a:lnTo>
                  <a:lnTo>
                    <a:pt x="19514" y="6357"/>
                  </a:lnTo>
                  <a:lnTo>
                    <a:pt x="18912" y="6378"/>
                  </a:lnTo>
                  <a:lnTo>
                    <a:pt x="18310" y="6378"/>
                  </a:lnTo>
                  <a:lnTo>
                    <a:pt x="18310" y="6378"/>
                  </a:lnTo>
                  <a:lnTo>
                    <a:pt x="17448" y="6378"/>
                  </a:lnTo>
                  <a:lnTo>
                    <a:pt x="16606" y="6337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62"/>
                  </a:lnTo>
                  <a:lnTo>
                    <a:pt x="2467" y="0"/>
                  </a:lnTo>
                  <a:lnTo>
                    <a:pt x="2467" y="0"/>
                  </a:lnTo>
                  <a:lnTo>
                    <a:pt x="246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29">
              <a:extLst>
                <a:ext uri="{FF2B5EF4-FFF2-40B4-BE49-F238E27FC236}">
                  <a16:creationId xmlns:a16="http://schemas.microsoft.com/office/drawing/2014/main" id="{9C081DB9-3D07-C9DE-E4E7-615EFE358C8D}"/>
                </a:ext>
              </a:extLst>
            </p:cNvPr>
            <p:cNvSpPr/>
            <p:nvPr/>
          </p:nvSpPr>
          <p:spPr>
            <a:xfrm>
              <a:off x="11258050" y="4416663"/>
              <a:ext cx="873900" cy="619200"/>
            </a:xfrm>
            <a:custGeom>
              <a:avLst/>
              <a:gdLst/>
              <a:ahLst/>
              <a:cxnLst/>
              <a:rect l="l" t="t" r="r" b="b"/>
              <a:pathLst>
                <a:path w="34956" h="24768" extrusionOk="0">
                  <a:moveTo>
                    <a:pt x="61" y="1"/>
                  </a:moveTo>
                  <a:lnTo>
                    <a:pt x="21" y="41"/>
                  </a:lnTo>
                  <a:lnTo>
                    <a:pt x="1" y="61"/>
                  </a:lnTo>
                  <a:lnTo>
                    <a:pt x="1" y="101"/>
                  </a:lnTo>
                  <a:lnTo>
                    <a:pt x="1" y="141"/>
                  </a:lnTo>
                  <a:lnTo>
                    <a:pt x="282" y="823"/>
                  </a:lnTo>
                  <a:lnTo>
                    <a:pt x="542" y="1505"/>
                  </a:lnTo>
                  <a:lnTo>
                    <a:pt x="783" y="2186"/>
                  </a:lnTo>
                  <a:lnTo>
                    <a:pt x="1024" y="2888"/>
                  </a:lnTo>
                  <a:lnTo>
                    <a:pt x="1224" y="3590"/>
                  </a:lnTo>
                  <a:lnTo>
                    <a:pt x="1425" y="4292"/>
                  </a:lnTo>
                  <a:lnTo>
                    <a:pt x="1806" y="5696"/>
                  </a:lnTo>
                  <a:lnTo>
                    <a:pt x="2528" y="8524"/>
                  </a:lnTo>
                  <a:lnTo>
                    <a:pt x="2909" y="9948"/>
                  </a:lnTo>
                  <a:lnTo>
                    <a:pt x="3310" y="11351"/>
                  </a:lnTo>
                  <a:lnTo>
                    <a:pt x="3831" y="12936"/>
                  </a:lnTo>
                  <a:lnTo>
                    <a:pt x="4453" y="14741"/>
                  </a:lnTo>
                  <a:lnTo>
                    <a:pt x="5135" y="16646"/>
                  </a:lnTo>
                  <a:lnTo>
                    <a:pt x="5817" y="18491"/>
                  </a:lnTo>
                  <a:lnTo>
                    <a:pt x="6960" y="21539"/>
                  </a:lnTo>
                  <a:lnTo>
                    <a:pt x="7441" y="22823"/>
                  </a:lnTo>
                  <a:lnTo>
                    <a:pt x="7461" y="22903"/>
                  </a:lnTo>
                  <a:lnTo>
                    <a:pt x="7501" y="22983"/>
                  </a:lnTo>
                  <a:lnTo>
                    <a:pt x="7561" y="23023"/>
                  </a:lnTo>
                  <a:lnTo>
                    <a:pt x="7722" y="23023"/>
                  </a:lnTo>
                  <a:lnTo>
                    <a:pt x="7802" y="22983"/>
                  </a:lnTo>
                  <a:lnTo>
                    <a:pt x="7862" y="22923"/>
                  </a:lnTo>
                  <a:lnTo>
                    <a:pt x="7882" y="22823"/>
                  </a:lnTo>
                  <a:lnTo>
                    <a:pt x="8584" y="17929"/>
                  </a:lnTo>
                  <a:lnTo>
                    <a:pt x="9286" y="13036"/>
                  </a:lnTo>
                  <a:lnTo>
                    <a:pt x="10028" y="8143"/>
                  </a:lnTo>
                  <a:lnTo>
                    <a:pt x="10409" y="5696"/>
                  </a:lnTo>
                  <a:lnTo>
                    <a:pt x="10810" y="3249"/>
                  </a:lnTo>
                  <a:lnTo>
                    <a:pt x="10951" y="3891"/>
                  </a:lnTo>
                  <a:lnTo>
                    <a:pt x="11131" y="4513"/>
                  </a:lnTo>
                  <a:lnTo>
                    <a:pt x="11332" y="5134"/>
                  </a:lnTo>
                  <a:lnTo>
                    <a:pt x="11532" y="5776"/>
                  </a:lnTo>
                  <a:lnTo>
                    <a:pt x="11973" y="7020"/>
                  </a:lnTo>
                  <a:lnTo>
                    <a:pt x="12395" y="8243"/>
                  </a:lnTo>
                  <a:lnTo>
                    <a:pt x="13337" y="11031"/>
                  </a:lnTo>
                  <a:lnTo>
                    <a:pt x="14280" y="13818"/>
                  </a:lnTo>
                  <a:lnTo>
                    <a:pt x="15202" y="16485"/>
                  </a:lnTo>
                  <a:lnTo>
                    <a:pt x="16125" y="19133"/>
                  </a:lnTo>
                  <a:lnTo>
                    <a:pt x="17107" y="21780"/>
                  </a:lnTo>
                  <a:lnTo>
                    <a:pt x="18110" y="24427"/>
                  </a:lnTo>
                  <a:lnTo>
                    <a:pt x="18190" y="24527"/>
                  </a:lnTo>
                  <a:lnTo>
                    <a:pt x="18331" y="24688"/>
                  </a:lnTo>
                  <a:lnTo>
                    <a:pt x="18411" y="24748"/>
                  </a:lnTo>
                  <a:lnTo>
                    <a:pt x="18491" y="24768"/>
                  </a:lnTo>
                  <a:lnTo>
                    <a:pt x="18551" y="24768"/>
                  </a:lnTo>
                  <a:lnTo>
                    <a:pt x="18571" y="24748"/>
                  </a:lnTo>
                  <a:lnTo>
                    <a:pt x="18591" y="24728"/>
                  </a:lnTo>
                  <a:lnTo>
                    <a:pt x="19875" y="19173"/>
                  </a:lnTo>
                  <a:lnTo>
                    <a:pt x="20497" y="16405"/>
                  </a:lnTo>
                  <a:lnTo>
                    <a:pt x="21098" y="13618"/>
                  </a:lnTo>
                  <a:lnTo>
                    <a:pt x="21640" y="11111"/>
                  </a:lnTo>
                  <a:lnTo>
                    <a:pt x="22161" y="8604"/>
                  </a:lnTo>
                  <a:lnTo>
                    <a:pt x="22402" y="7340"/>
                  </a:lnTo>
                  <a:lnTo>
                    <a:pt x="22622" y="6077"/>
                  </a:lnTo>
                  <a:lnTo>
                    <a:pt x="22843" y="4814"/>
                  </a:lnTo>
                  <a:lnTo>
                    <a:pt x="23023" y="3530"/>
                  </a:lnTo>
                  <a:lnTo>
                    <a:pt x="23344" y="4774"/>
                  </a:lnTo>
                  <a:lnTo>
                    <a:pt x="23705" y="5997"/>
                  </a:lnTo>
                  <a:lnTo>
                    <a:pt x="24066" y="7240"/>
                  </a:lnTo>
                  <a:lnTo>
                    <a:pt x="24447" y="8464"/>
                  </a:lnTo>
                  <a:lnTo>
                    <a:pt x="25249" y="10890"/>
                  </a:lnTo>
                  <a:lnTo>
                    <a:pt x="26052" y="13317"/>
                  </a:lnTo>
                  <a:lnTo>
                    <a:pt x="26914" y="15924"/>
                  </a:lnTo>
                  <a:lnTo>
                    <a:pt x="27796" y="18491"/>
                  </a:lnTo>
                  <a:lnTo>
                    <a:pt x="28719" y="21078"/>
                  </a:lnTo>
                  <a:lnTo>
                    <a:pt x="29661" y="23645"/>
                  </a:lnTo>
                  <a:lnTo>
                    <a:pt x="29702" y="23685"/>
                  </a:lnTo>
                  <a:lnTo>
                    <a:pt x="29762" y="23745"/>
                  </a:lnTo>
                  <a:lnTo>
                    <a:pt x="29942" y="23885"/>
                  </a:lnTo>
                  <a:lnTo>
                    <a:pt x="30043" y="23926"/>
                  </a:lnTo>
                  <a:lnTo>
                    <a:pt x="30123" y="23946"/>
                  </a:lnTo>
                  <a:lnTo>
                    <a:pt x="30203" y="23926"/>
                  </a:lnTo>
                  <a:lnTo>
                    <a:pt x="30223" y="23906"/>
                  </a:lnTo>
                  <a:lnTo>
                    <a:pt x="30243" y="23865"/>
                  </a:lnTo>
                  <a:lnTo>
                    <a:pt x="30604" y="22401"/>
                  </a:lnTo>
                  <a:lnTo>
                    <a:pt x="30945" y="20917"/>
                  </a:lnTo>
                  <a:lnTo>
                    <a:pt x="31286" y="19433"/>
                  </a:lnTo>
                  <a:lnTo>
                    <a:pt x="31607" y="17949"/>
                  </a:lnTo>
                  <a:lnTo>
                    <a:pt x="32228" y="14981"/>
                  </a:lnTo>
                  <a:lnTo>
                    <a:pt x="32830" y="11993"/>
                  </a:lnTo>
                  <a:lnTo>
                    <a:pt x="33432" y="9125"/>
                  </a:lnTo>
                  <a:lnTo>
                    <a:pt x="34013" y="6217"/>
                  </a:lnTo>
                  <a:lnTo>
                    <a:pt x="34274" y="4774"/>
                  </a:lnTo>
                  <a:lnTo>
                    <a:pt x="34535" y="3330"/>
                  </a:lnTo>
                  <a:lnTo>
                    <a:pt x="34755" y="1866"/>
                  </a:lnTo>
                  <a:lnTo>
                    <a:pt x="34956" y="422"/>
                  </a:lnTo>
                  <a:lnTo>
                    <a:pt x="34956" y="382"/>
                  </a:lnTo>
                  <a:lnTo>
                    <a:pt x="34936" y="362"/>
                  </a:lnTo>
                  <a:lnTo>
                    <a:pt x="34896" y="341"/>
                  </a:lnTo>
                  <a:lnTo>
                    <a:pt x="34836" y="341"/>
                  </a:lnTo>
                  <a:lnTo>
                    <a:pt x="34815" y="362"/>
                  </a:lnTo>
                  <a:lnTo>
                    <a:pt x="34815" y="382"/>
                  </a:lnTo>
                  <a:lnTo>
                    <a:pt x="34475" y="1846"/>
                  </a:lnTo>
                  <a:lnTo>
                    <a:pt x="34174" y="3310"/>
                  </a:lnTo>
                  <a:lnTo>
                    <a:pt x="33893" y="4774"/>
                  </a:lnTo>
                  <a:lnTo>
                    <a:pt x="33612" y="6237"/>
                  </a:lnTo>
                  <a:lnTo>
                    <a:pt x="33051" y="9165"/>
                  </a:lnTo>
                  <a:lnTo>
                    <a:pt x="32770" y="10649"/>
                  </a:lnTo>
                  <a:lnTo>
                    <a:pt x="32489" y="12093"/>
                  </a:lnTo>
                  <a:lnTo>
                    <a:pt x="31867" y="14921"/>
                  </a:lnTo>
                  <a:lnTo>
                    <a:pt x="31246" y="17749"/>
                  </a:lnTo>
                  <a:lnTo>
                    <a:pt x="30624" y="20576"/>
                  </a:lnTo>
                  <a:lnTo>
                    <a:pt x="30002" y="23404"/>
                  </a:lnTo>
                  <a:lnTo>
                    <a:pt x="29080" y="20877"/>
                  </a:lnTo>
                  <a:lnTo>
                    <a:pt x="28177" y="18330"/>
                  </a:lnTo>
                  <a:lnTo>
                    <a:pt x="27295" y="15783"/>
                  </a:lnTo>
                  <a:lnTo>
                    <a:pt x="26433" y="13237"/>
                  </a:lnTo>
                  <a:lnTo>
                    <a:pt x="25410" y="10148"/>
                  </a:lnTo>
                  <a:lnTo>
                    <a:pt x="24327" y="6739"/>
                  </a:lnTo>
                  <a:lnTo>
                    <a:pt x="23124" y="2808"/>
                  </a:lnTo>
                  <a:lnTo>
                    <a:pt x="23104" y="2768"/>
                  </a:lnTo>
                  <a:lnTo>
                    <a:pt x="22983" y="2768"/>
                  </a:lnTo>
                  <a:lnTo>
                    <a:pt x="22883" y="2808"/>
                  </a:lnTo>
                  <a:lnTo>
                    <a:pt x="22863" y="2848"/>
                  </a:lnTo>
                  <a:lnTo>
                    <a:pt x="22843" y="2868"/>
                  </a:lnTo>
                  <a:lnTo>
                    <a:pt x="22622" y="4092"/>
                  </a:lnTo>
                  <a:lnTo>
                    <a:pt x="22041" y="6980"/>
                  </a:lnTo>
                  <a:lnTo>
                    <a:pt x="21319" y="10509"/>
                  </a:lnTo>
                  <a:lnTo>
                    <a:pt x="20637" y="13698"/>
                  </a:lnTo>
                  <a:lnTo>
                    <a:pt x="19554" y="18852"/>
                  </a:lnTo>
                  <a:lnTo>
                    <a:pt x="18992" y="21439"/>
                  </a:lnTo>
                  <a:lnTo>
                    <a:pt x="18411" y="24006"/>
                  </a:lnTo>
                  <a:lnTo>
                    <a:pt x="17428" y="21339"/>
                  </a:lnTo>
                  <a:lnTo>
                    <a:pt x="16446" y="18671"/>
                  </a:lnTo>
                  <a:lnTo>
                    <a:pt x="15503" y="16004"/>
                  </a:lnTo>
                  <a:lnTo>
                    <a:pt x="14580" y="13317"/>
                  </a:lnTo>
                  <a:lnTo>
                    <a:pt x="12756" y="7942"/>
                  </a:lnTo>
                  <a:lnTo>
                    <a:pt x="12334" y="6659"/>
                  </a:lnTo>
                  <a:lnTo>
                    <a:pt x="11893" y="5375"/>
                  </a:lnTo>
                  <a:lnTo>
                    <a:pt x="11673" y="4713"/>
                  </a:lnTo>
                  <a:lnTo>
                    <a:pt x="11432" y="4092"/>
                  </a:lnTo>
                  <a:lnTo>
                    <a:pt x="11171" y="3450"/>
                  </a:lnTo>
                  <a:lnTo>
                    <a:pt x="10890" y="2848"/>
                  </a:lnTo>
                  <a:lnTo>
                    <a:pt x="10850" y="2828"/>
                  </a:lnTo>
                  <a:lnTo>
                    <a:pt x="10770" y="2808"/>
                  </a:lnTo>
                  <a:lnTo>
                    <a:pt x="10690" y="2788"/>
                  </a:lnTo>
                  <a:lnTo>
                    <a:pt x="10670" y="2808"/>
                  </a:lnTo>
                  <a:lnTo>
                    <a:pt x="10650" y="2848"/>
                  </a:lnTo>
                  <a:lnTo>
                    <a:pt x="9808" y="7561"/>
                  </a:lnTo>
                  <a:lnTo>
                    <a:pt x="9386" y="9928"/>
                  </a:lnTo>
                  <a:lnTo>
                    <a:pt x="9005" y="12294"/>
                  </a:lnTo>
                  <a:lnTo>
                    <a:pt x="8624" y="14660"/>
                  </a:lnTo>
                  <a:lnTo>
                    <a:pt x="8263" y="17027"/>
                  </a:lnTo>
                  <a:lnTo>
                    <a:pt x="7902" y="19393"/>
                  </a:lnTo>
                  <a:lnTo>
                    <a:pt x="7581" y="21780"/>
                  </a:lnTo>
                  <a:lnTo>
                    <a:pt x="7100" y="20416"/>
                  </a:lnTo>
                  <a:lnTo>
                    <a:pt x="6599" y="19052"/>
                  </a:lnTo>
                  <a:lnTo>
                    <a:pt x="5596" y="16345"/>
                  </a:lnTo>
                  <a:lnTo>
                    <a:pt x="5095" y="14981"/>
                  </a:lnTo>
                  <a:lnTo>
                    <a:pt x="4613" y="13618"/>
                  </a:lnTo>
                  <a:lnTo>
                    <a:pt x="4152" y="12234"/>
                  </a:lnTo>
                  <a:lnTo>
                    <a:pt x="3711" y="10850"/>
                  </a:lnTo>
                  <a:lnTo>
                    <a:pt x="3310" y="9486"/>
                  </a:lnTo>
                  <a:lnTo>
                    <a:pt x="2929" y="8123"/>
                  </a:lnTo>
                  <a:lnTo>
                    <a:pt x="2528" y="6759"/>
                  </a:lnTo>
                  <a:lnTo>
                    <a:pt x="2127" y="5395"/>
                  </a:lnTo>
                  <a:lnTo>
                    <a:pt x="1706" y="4052"/>
                  </a:lnTo>
                  <a:lnTo>
                    <a:pt x="1244" y="2708"/>
                  </a:lnTo>
                  <a:lnTo>
                    <a:pt x="1004" y="2026"/>
                  </a:lnTo>
                  <a:lnTo>
                    <a:pt x="743" y="1364"/>
                  </a:lnTo>
                  <a:lnTo>
                    <a:pt x="482" y="702"/>
                  </a:lnTo>
                  <a:lnTo>
                    <a:pt x="201" y="61"/>
                  </a:lnTo>
                  <a:lnTo>
                    <a:pt x="161" y="21"/>
                  </a:lnTo>
                  <a:lnTo>
                    <a:pt x="14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29">
              <a:extLst>
                <a:ext uri="{FF2B5EF4-FFF2-40B4-BE49-F238E27FC236}">
                  <a16:creationId xmlns:a16="http://schemas.microsoft.com/office/drawing/2014/main" id="{0F1C5ABE-F3D0-C9A1-830F-2D716CD9B892}"/>
                </a:ext>
              </a:extLst>
            </p:cNvPr>
            <p:cNvSpPr/>
            <p:nvPr/>
          </p:nvSpPr>
          <p:spPr>
            <a:xfrm>
              <a:off x="11241025" y="4391588"/>
              <a:ext cx="49150" cy="49175"/>
            </a:xfrm>
            <a:custGeom>
              <a:avLst/>
              <a:gdLst/>
              <a:ahLst/>
              <a:cxnLst/>
              <a:rect l="l" t="t" r="r" b="b"/>
              <a:pathLst>
                <a:path w="1966" h="1967" extrusionOk="0">
                  <a:moveTo>
                    <a:pt x="822" y="1"/>
                  </a:moveTo>
                  <a:lnTo>
                    <a:pt x="722" y="21"/>
                  </a:lnTo>
                  <a:lnTo>
                    <a:pt x="622" y="61"/>
                  </a:lnTo>
                  <a:lnTo>
                    <a:pt x="521" y="101"/>
                  </a:lnTo>
                  <a:lnTo>
                    <a:pt x="421" y="161"/>
                  </a:lnTo>
                  <a:lnTo>
                    <a:pt x="261" y="302"/>
                  </a:lnTo>
                  <a:lnTo>
                    <a:pt x="140" y="482"/>
                  </a:lnTo>
                  <a:lnTo>
                    <a:pt x="40" y="683"/>
                  </a:lnTo>
                  <a:lnTo>
                    <a:pt x="0" y="883"/>
                  </a:lnTo>
                  <a:lnTo>
                    <a:pt x="0" y="1004"/>
                  </a:lnTo>
                  <a:lnTo>
                    <a:pt x="0" y="1124"/>
                  </a:lnTo>
                  <a:lnTo>
                    <a:pt x="40" y="1284"/>
                  </a:lnTo>
                  <a:lnTo>
                    <a:pt x="100" y="1445"/>
                  </a:lnTo>
                  <a:lnTo>
                    <a:pt x="201" y="1605"/>
                  </a:lnTo>
                  <a:lnTo>
                    <a:pt x="341" y="1725"/>
                  </a:lnTo>
                  <a:lnTo>
                    <a:pt x="501" y="1846"/>
                  </a:lnTo>
                  <a:lnTo>
                    <a:pt x="682" y="1926"/>
                  </a:lnTo>
                  <a:lnTo>
                    <a:pt x="882" y="1966"/>
                  </a:lnTo>
                  <a:lnTo>
                    <a:pt x="1103" y="1966"/>
                  </a:lnTo>
                  <a:lnTo>
                    <a:pt x="1243" y="1946"/>
                  </a:lnTo>
                  <a:lnTo>
                    <a:pt x="1384" y="1906"/>
                  </a:lnTo>
                  <a:lnTo>
                    <a:pt x="1504" y="1846"/>
                  </a:lnTo>
                  <a:lnTo>
                    <a:pt x="1604" y="1766"/>
                  </a:lnTo>
                  <a:lnTo>
                    <a:pt x="1705" y="1665"/>
                  </a:lnTo>
                  <a:lnTo>
                    <a:pt x="1785" y="1565"/>
                  </a:lnTo>
                  <a:lnTo>
                    <a:pt x="1865" y="1445"/>
                  </a:lnTo>
                  <a:lnTo>
                    <a:pt x="1905" y="1304"/>
                  </a:lnTo>
                  <a:lnTo>
                    <a:pt x="1945" y="1204"/>
                  </a:lnTo>
                  <a:lnTo>
                    <a:pt x="1965" y="1084"/>
                  </a:lnTo>
                  <a:lnTo>
                    <a:pt x="1965" y="963"/>
                  </a:lnTo>
                  <a:lnTo>
                    <a:pt x="1965" y="863"/>
                  </a:lnTo>
                  <a:lnTo>
                    <a:pt x="1945" y="743"/>
                  </a:lnTo>
                  <a:lnTo>
                    <a:pt x="1905" y="643"/>
                  </a:lnTo>
                  <a:lnTo>
                    <a:pt x="1865" y="542"/>
                  </a:lnTo>
                  <a:lnTo>
                    <a:pt x="1805" y="442"/>
                  </a:lnTo>
                  <a:lnTo>
                    <a:pt x="1745" y="362"/>
                  </a:lnTo>
                  <a:lnTo>
                    <a:pt x="1665" y="282"/>
                  </a:lnTo>
                  <a:lnTo>
                    <a:pt x="1584" y="201"/>
                  </a:lnTo>
                  <a:lnTo>
                    <a:pt x="1504" y="141"/>
                  </a:lnTo>
                  <a:lnTo>
                    <a:pt x="1404" y="81"/>
                  </a:lnTo>
                  <a:lnTo>
                    <a:pt x="1284" y="41"/>
                  </a:lnTo>
                  <a:lnTo>
                    <a:pt x="1183" y="2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29">
              <a:extLst>
                <a:ext uri="{FF2B5EF4-FFF2-40B4-BE49-F238E27FC236}">
                  <a16:creationId xmlns:a16="http://schemas.microsoft.com/office/drawing/2014/main" id="{A48954E8-0574-EF3D-0C87-47C20B55677A}"/>
                </a:ext>
              </a:extLst>
            </p:cNvPr>
            <p:cNvSpPr/>
            <p:nvPr/>
          </p:nvSpPr>
          <p:spPr>
            <a:xfrm>
              <a:off x="11700750" y="5008263"/>
              <a:ext cx="49175" cy="49175"/>
            </a:xfrm>
            <a:custGeom>
              <a:avLst/>
              <a:gdLst/>
              <a:ahLst/>
              <a:cxnLst/>
              <a:rect l="l" t="t" r="r" b="b"/>
              <a:pathLst>
                <a:path w="1967" h="1967" extrusionOk="0">
                  <a:moveTo>
                    <a:pt x="823" y="1"/>
                  </a:moveTo>
                  <a:lnTo>
                    <a:pt x="723" y="21"/>
                  </a:lnTo>
                  <a:lnTo>
                    <a:pt x="623" y="61"/>
                  </a:lnTo>
                  <a:lnTo>
                    <a:pt x="522" y="121"/>
                  </a:lnTo>
                  <a:lnTo>
                    <a:pt x="442" y="161"/>
                  </a:lnTo>
                  <a:lnTo>
                    <a:pt x="282" y="302"/>
                  </a:lnTo>
                  <a:lnTo>
                    <a:pt x="141" y="482"/>
                  </a:lnTo>
                  <a:lnTo>
                    <a:pt x="61" y="683"/>
                  </a:lnTo>
                  <a:lnTo>
                    <a:pt x="1" y="903"/>
                  </a:lnTo>
                  <a:lnTo>
                    <a:pt x="1" y="1004"/>
                  </a:lnTo>
                  <a:lnTo>
                    <a:pt x="1" y="1124"/>
                  </a:lnTo>
                  <a:lnTo>
                    <a:pt x="41" y="1284"/>
                  </a:lnTo>
                  <a:lnTo>
                    <a:pt x="101" y="1445"/>
                  </a:lnTo>
                  <a:lnTo>
                    <a:pt x="222" y="1605"/>
                  </a:lnTo>
                  <a:lnTo>
                    <a:pt x="342" y="1746"/>
                  </a:lnTo>
                  <a:lnTo>
                    <a:pt x="502" y="1846"/>
                  </a:lnTo>
                  <a:lnTo>
                    <a:pt x="683" y="1926"/>
                  </a:lnTo>
                  <a:lnTo>
                    <a:pt x="883" y="1966"/>
                  </a:lnTo>
                  <a:lnTo>
                    <a:pt x="1124" y="1966"/>
                  </a:lnTo>
                  <a:lnTo>
                    <a:pt x="1244" y="1946"/>
                  </a:lnTo>
                  <a:lnTo>
                    <a:pt x="1385" y="1906"/>
                  </a:lnTo>
                  <a:lnTo>
                    <a:pt x="1505" y="1846"/>
                  </a:lnTo>
                  <a:lnTo>
                    <a:pt x="1605" y="1766"/>
                  </a:lnTo>
                  <a:lnTo>
                    <a:pt x="1706" y="1665"/>
                  </a:lnTo>
                  <a:lnTo>
                    <a:pt x="1786" y="1565"/>
                  </a:lnTo>
                  <a:lnTo>
                    <a:pt x="1866" y="1445"/>
                  </a:lnTo>
                  <a:lnTo>
                    <a:pt x="1906" y="1324"/>
                  </a:lnTo>
                  <a:lnTo>
                    <a:pt x="1946" y="1204"/>
                  </a:lnTo>
                  <a:lnTo>
                    <a:pt x="1966" y="1084"/>
                  </a:lnTo>
                  <a:lnTo>
                    <a:pt x="1966" y="964"/>
                  </a:lnTo>
                  <a:lnTo>
                    <a:pt x="1966" y="863"/>
                  </a:lnTo>
                  <a:lnTo>
                    <a:pt x="1946" y="743"/>
                  </a:lnTo>
                  <a:lnTo>
                    <a:pt x="1906" y="643"/>
                  </a:lnTo>
                  <a:lnTo>
                    <a:pt x="1866" y="542"/>
                  </a:lnTo>
                  <a:lnTo>
                    <a:pt x="1806" y="442"/>
                  </a:lnTo>
                  <a:lnTo>
                    <a:pt x="1746" y="362"/>
                  </a:lnTo>
                  <a:lnTo>
                    <a:pt x="1666" y="282"/>
                  </a:lnTo>
                  <a:lnTo>
                    <a:pt x="1585" y="201"/>
                  </a:lnTo>
                  <a:lnTo>
                    <a:pt x="1505" y="141"/>
                  </a:lnTo>
                  <a:lnTo>
                    <a:pt x="1405" y="81"/>
                  </a:lnTo>
                  <a:lnTo>
                    <a:pt x="1284" y="41"/>
                  </a:lnTo>
                  <a:lnTo>
                    <a:pt x="1184" y="21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29">
              <a:extLst>
                <a:ext uri="{FF2B5EF4-FFF2-40B4-BE49-F238E27FC236}">
                  <a16:creationId xmlns:a16="http://schemas.microsoft.com/office/drawing/2014/main" id="{B2BB506D-B443-C639-9A18-74346F3147B8}"/>
                </a:ext>
              </a:extLst>
            </p:cNvPr>
            <p:cNvSpPr/>
            <p:nvPr/>
          </p:nvSpPr>
          <p:spPr>
            <a:xfrm>
              <a:off x="11503725" y="4464788"/>
              <a:ext cx="49650" cy="49175"/>
            </a:xfrm>
            <a:custGeom>
              <a:avLst/>
              <a:gdLst/>
              <a:ahLst/>
              <a:cxnLst/>
              <a:rect l="l" t="t" r="r" b="b"/>
              <a:pathLst>
                <a:path w="1986" h="1967" extrusionOk="0">
                  <a:moveTo>
                    <a:pt x="843" y="1"/>
                  </a:moveTo>
                  <a:lnTo>
                    <a:pt x="723" y="21"/>
                  </a:lnTo>
                  <a:lnTo>
                    <a:pt x="622" y="61"/>
                  </a:lnTo>
                  <a:lnTo>
                    <a:pt x="522" y="101"/>
                  </a:lnTo>
                  <a:lnTo>
                    <a:pt x="442" y="161"/>
                  </a:lnTo>
                  <a:lnTo>
                    <a:pt x="281" y="302"/>
                  </a:lnTo>
                  <a:lnTo>
                    <a:pt x="141" y="482"/>
                  </a:lnTo>
                  <a:lnTo>
                    <a:pt x="61" y="683"/>
                  </a:lnTo>
                  <a:lnTo>
                    <a:pt x="1" y="883"/>
                  </a:lnTo>
                  <a:lnTo>
                    <a:pt x="1" y="1003"/>
                  </a:lnTo>
                  <a:lnTo>
                    <a:pt x="1" y="1124"/>
                  </a:lnTo>
                  <a:lnTo>
                    <a:pt x="41" y="1284"/>
                  </a:lnTo>
                  <a:lnTo>
                    <a:pt x="121" y="1445"/>
                  </a:lnTo>
                  <a:lnTo>
                    <a:pt x="221" y="1605"/>
                  </a:lnTo>
                  <a:lnTo>
                    <a:pt x="342" y="1725"/>
                  </a:lnTo>
                  <a:lnTo>
                    <a:pt x="502" y="1846"/>
                  </a:lnTo>
                  <a:lnTo>
                    <a:pt x="682" y="1926"/>
                  </a:lnTo>
                  <a:lnTo>
                    <a:pt x="903" y="1966"/>
                  </a:lnTo>
                  <a:lnTo>
                    <a:pt x="1124" y="1966"/>
                  </a:lnTo>
                  <a:lnTo>
                    <a:pt x="1264" y="1946"/>
                  </a:lnTo>
                  <a:lnTo>
                    <a:pt x="1384" y="1906"/>
                  </a:lnTo>
                  <a:lnTo>
                    <a:pt x="1505" y="1846"/>
                  </a:lnTo>
                  <a:lnTo>
                    <a:pt x="1605" y="1766"/>
                  </a:lnTo>
                  <a:lnTo>
                    <a:pt x="1705" y="1665"/>
                  </a:lnTo>
                  <a:lnTo>
                    <a:pt x="1785" y="1565"/>
                  </a:lnTo>
                  <a:lnTo>
                    <a:pt x="1866" y="1445"/>
                  </a:lnTo>
                  <a:lnTo>
                    <a:pt x="1926" y="1324"/>
                  </a:lnTo>
                  <a:lnTo>
                    <a:pt x="1946" y="1204"/>
                  </a:lnTo>
                  <a:lnTo>
                    <a:pt x="1966" y="1084"/>
                  </a:lnTo>
                  <a:lnTo>
                    <a:pt x="1986" y="963"/>
                  </a:lnTo>
                  <a:lnTo>
                    <a:pt x="1966" y="863"/>
                  </a:lnTo>
                  <a:lnTo>
                    <a:pt x="1946" y="743"/>
                  </a:lnTo>
                  <a:lnTo>
                    <a:pt x="1906" y="643"/>
                  </a:lnTo>
                  <a:lnTo>
                    <a:pt x="1866" y="542"/>
                  </a:lnTo>
                  <a:lnTo>
                    <a:pt x="1826" y="442"/>
                  </a:lnTo>
                  <a:lnTo>
                    <a:pt x="1745" y="362"/>
                  </a:lnTo>
                  <a:lnTo>
                    <a:pt x="1685" y="282"/>
                  </a:lnTo>
                  <a:lnTo>
                    <a:pt x="1585" y="201"/>
                  </a:lnTo>
                  <a:lnTo>
                    <a:pt x="1505" y="141"/>
                  </a:lnTo>
                  <a:lnTo>
                    <a:pt x="1404" y="81"/>
                  </a:lnTo>
                  <a:lnTo>
                    <a:pt x="1284" y="41"/>
                  </a:lnTo>
                  <a:lnTo>
                    <a:pt x="1184" y="2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29">
              <a:extLst>
                <a:ext uri="{FF2B5EF4-FFF2-40B4-BE49-F238E27FC236}">
                  <a16:creationId xmlns:a16="http://schemas.microsoft.com/office/drawing/2014/main" id="{E8A6E445-916F-A08A-E082-18EA1089086C}"/>
                </a:ext>
              </a:extLst>
            </p:cNvPr>
            <p:cNvSpPr/>
            <p:nvPr/>
          </p:nvSpPr>
          <p:spPr>
            <a:xfrm>
              <a:off x="11419000" y="4969163"/>
              <a:ext cx="49150" cy="49675"/>
            </a:xfrm>
            <a:custGeom>
              <a:avLst/>
              <a:gdLst/>
              <a:ahLst/>
              <a:cxnLst/>
              <a:rect l="l" t="t" r="r" b="b"/>
              <a:pathLst>
                <a:path w="1966" h="1987" extrusionOk="0">
                  <a:moveTo>
                    <a:pt x="943" y="1"/>
                  </a:moveTo>
                  <a:lnTo>
                    <a:pt x="823" y="21"/>
                  </a:lnTo>
                  <a:lnTo>
                    <a:pt x="722" y="41"/>
                  </a:lnTo>
                  <a:lnTo>
                    <a:pt x="622" y="81"/>
                  </a:lnTo>
                  <a:lnTo>
                    <a:pt x="522" y="121"/>
                  </a:lnTo>
                  <a:lnTo>
                    <a:pt x="422" y="181"/>
                  </a:lnTo>
                  <a:lnTo>
                    <a:pt x="261" y="322"/>
                  </a:lnTo>
                  <a:lnTo>
                    <a:pt x="141" y="502"/>
                  </a:lnTo>
                  <a:lnTo>
                    <a:pt x="61" y="682"/>
                  </a:lnTo>
                  <a:lnTo>
                    <a:pt x="0" y="903"/>
                  </a:lnTo>
                  <a:lnTo>
                    <a:pt x="0" y="1023"/>
                  </a:lnTo>
                  <a:lnTo>
                    <a:pt x="0" y="1124"/>
                  </a:lnTo>
                  <a:lnTo>
                    <a:pt x="40" y="1304"/>
                  </a:lnTo>
                  <a:lnTo>
                    <a:pt x="101" y="1465"/>
                  </a:lnTo>
                  <a:lnTo>
                    <a:pt x="201" y="1625"/>
                  </a:lnTo>
                  <a:lnTo>
                    <a:pt x="341" y="1745"/>
                  </a:lnTo>
                  <a:lnTo>
                    <a:pt x="502" y="1866"/>
                  </a:lnTo>
                  <a:lnTo>
                    <a:pt x="682" y="1946"/>
                  </a:lnTo>
                  <a:lnTo>
                    <a:pt x="883" y="1986"/>
                  </a:lnTo>
                  <a:lnTo>
                    <a:pt x="1123" y="1986"/>
                  </a:lnTo>
                  <a:lnTo>
                    <a:pt x="1244" y="1966"/>
                  </a:lnTo>
                  <a:lnTo>
                    <a:pt x="1384" y="1926"/>
                  </a:lnTo>
                  <a:lnTo>
                    <a:pt x="1504" y="1846"/>
                  </a:lnTo>
                  <a:lnTo>
                    <a:pt x="1605" y="1785"/>
                  </a:lnTo>
                  <a:lnTo>
                    <a:pt x="1705" y="1685"/>
                  </a:lnTo>
                  <a:lnTo>
                    <a:pt x="1785" y="1585"/>
                  </a:lnTo>
                  <a:lnTo>
                    <a:pt x="1865" y="1465"/>
                  </a:lnTo>
                  <a:lnTo>
                    <a:pt x="1906" y="1324"/>
                  </a:lnTo>
                  <a:lnTo>
                    <a:pt x="1946" y="1224"/>
                  </a:lnTo>
                  <a:lnTo>
                    <a:pt x="1966" y="1104"/>
                  </a:lnTo>
                  <a:lnTo>
                    <a:pt x="1966" y="983"/>
                  </a:lnTo>
                  <a:lnTo>
                    <a:pt x="1966" y="863"/>
                  </a:lnTo>
                  <a:lnTo>
                    <a:pt x="1946" y="763"/>
                  </a:lnTo>
                  <a:lnTo>
                    <a:pt x="1906" y="662"/>
                  </a:lnTo>
                  <a:lnTo>
                    <a:pt x="1865" y="562"/>
                  </a:lnTo>
                  <a:lnTo>
                    <a:pt x="1805" y="462"/>
                  </a:lnTo>
                  <a:lnTo>
                    <a:pt x="1745" y="382"/>
                  </a:lnTo>
                  <a:lnTo>
                    <a:pt x="1665" y="281"/>
                  </a:lnTo>
                  <a:lnTo>
                    <a:pt x="1585" y="221"/>
                  </a:lnTo>
                  <a:lnTo>
                    <a:pt x="1504" y="161"/>
                  </a:lnTo>
                  <a:lnTo>
                    <a:pt x="1404" y="101"/>
                  </a:lnTo>
                  <a:lnTo>
                    <a:pt x="1284" y="61"/>
                  </a:lnTo>
                  <a:lnTo>
                    <a:pt x="1184" y="21"/>
                  </a:lnTo>
                  <a:lnTo>
                    <a:pt x="1063" y="21"/>
                  </a:lnTo>
                  <a:lnTo>
                    <a:pt x="9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29">
              <a:extLst>
                <a:ext uri="{FF2B5EF4-FFF2-40B4-BE49-F238E27FC236}">
                  <a16:creationId xmlns:a16="http://schemas.microsoft.com/office/drawing/2014/main" id="{A667B4B1-34B8-A5B4-9E87-05BAF464E866}"/>
                </a:ext>
              </a:extLst>
            </p:cNvPr>
            <p:cNvSpPr/>
            <p:nvPr/>
          </p:nvSpPr>
          <p:spPr>
            <a:xfrm>
              <a:off x="12105350" y="4403638"/>
              <a:ext cx="49675" cy="49650"/>
            </a:xfrm>
            <a:custGeom>
              <a:avLst/>
              <a:gdLst/>
              <a:ahLst/>
              <a:cxnLst/>
              <a:rect l="l" t="t" r="r" b="b"/>
              <a:pathLst>
                <a:path w="1987" h="1986" extrusionOk="0">
                  <a:moveTo>
                    <a:pt x="944" y="0"/>
                  </a:moveTo>
                  <a:lnTo>
                    <a:pt x="843" y="20"/>
                  </a:lnTo>
                  <a:lnTo>
                    <a:pt x="743" y="40"/>
                  </a:lnTo>
                  <a:lnTo>
                    <a:pt x="623" y="80"/>
                  </a:lnTo>
                  <a:lnTo>
                    <a:pt x="542" y="120"/>
                  </a:lnTo>
                  <a:lnTo>
                    <a:pt x="442" y="181"/>
                  </a:lnTo>
                  <a:lnTo>
                    <a:pt x="282" y="321"/>
                  </a:lnTo>
                  <a:lnTo>
                    <a:pt x="161" y="481"/>
                  </a:lnTo>
                  <a:lnTo>
                    <a:pt x="61" y="682"/>
                  </a:lnTo>
                  <a:lnTo>
                    <a:pt x="21" y="903"/>
                  </a:lnTo>
                  <a:lnTo>
                    <a:pt x="1" y="1023"/>
                  </a:lnTo>
                  <a:lnTo>
                    <a:pt x="21" y="1123"/>
                  </a:lnTo>
                  <a:lnTo>
                    <a:pt x="41" y="1304"/>
                  </a:lnTo>
                  <a:lnTo>
                    <a:pt x="121" y="1464"/>
                  </a:lnTo>
                  <a:lnTo>
                    <a:pt x="222" y="1604"/>
                  </a:lnTo>
                  <a:lnTo>
                    <a:pt x="362" y="1745"/>
                  </a:lnTo>
                  <a:lnTo>
                    <a:pt x="522" y="1865"/>
                  </a:lnTo>
                  <a:lnTo>
                    <a:pt x="703" y="1925"/>
                  </a:lnTo>
                  <a:lnTo>
                    <a:pt x="903" y="1986"/>
                  </a:lnTo>
                  <a:lnTo>
                    <a:pt x="1124" y="1986"/>
                  </a:lnTo>
                  <a:lnTo>
                    <a:pt x="1264" y="1965"/>
                  </a:lnTo>
                  <a:lnTo>
                    <a:pt x="1385" y="1905"/>
                  </a:lnTo>
                  <a:lnTo>
                    <a:pt x="1505" y="1845"/>
                  </a:lnTo>
                  <a:lnTo>
                    <a:pt x="1625" y="1765"/>
                  </a:lnTo>
                  <a:lnTo>
                    <a:pt x="1706" y="1685"/>
                  </a:lnTo>
                  <a:lnTo>
                    <a:pt x="1806" y="1564"/>
                  </a:lnTo>
                  <a:lnTo>
                    <a:pt x="1866" y="1444"/>
                  </a:lnTo>
                  <a:lnTo>
                    <a:pt x="1926" y="1324"/>
                  </a:lnTo>
                  <a:lnTo>
                    <a:pt x="1966" y="1203"/>
                  </a:lnTo>
                  <a:lnTo>
                    <a:pt x="1986" y="1103"/>
                  </a:lnTo>
                  <a:lnTo>
                    <a:pt x="1986" y="983"/>
                  </a:lnTo>
                  <a:lnTo>
                    <a:pt x="1986" y="862"/>
                  </a:lnTo>
                  <a:lnTo>
                    <a:pt x="1946" y="762"/>
                  </a:lnTo>
                  <a:lnTo>
                    <a:pt x="1926" y="662"/>
                  </a:lnTo>
                  <a:lnTo>
                    <a:pt x="1886" y="542"/>
                  </a:lnTo>
                  <a:lnTo>
                    <a:pt x="1826" y="461"/>
                  </a:lnTo>
                  <a:lnTo>
                    <a:pt x="1766" y="361"/>
                  </a:lnTo>
                  <a:lnTo>
                    <a:pt x="1686" y="281"/>
                  </a:lnTo>
                  <a:lnTo>
                    <a:pt x="1605" y="221"/>
                  </a:lnTo>
                  <a:lnTo>
                    <a:pt x="1505" y="161"/>
                  </a:lnTo>
                  <a:lnTo>
                    <a:pt x="1405" y="100"/>
                  </a:lnTo>
                  <a:lnTo>
                    <a:pt x="1305" y="60"/>
                  </a:lnTo>
                  <a:lnTo>
                    <a:pt x="1184" y="20"/>
                  </a:lnTo>
                  <a:lnTo>
                    <a:pt x="10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29">
              <a:extLst>
                <a:ext uri="{FF2B5EF4-FFF2-40B4-BE49-F238E27FC236}">
                  <a16:creationId xmlns:a16="http://schemas.microsoft.com/office/drawing/2014/main" id="{DD6ADBFA-ED47-FE6A-C146-42AF9F8AED36}"/>
                </a:ext>
              </a:extLst>
            </p:cNvPr>
            <p:cNvSpPr/>
            <p:nvPr/>
          </p:nvSpPr>
          <p:spPr>
            <a:xfrm>
              <a:off x="11812575" y="4458288"/>
              <a:ext cx="49150" cy="49650"/>
            </a:xfrm>
            <a:custGeom>
              <a:avLst/>
              <a:gdLst/>
              <a:ahLst/>
              <a:cxnLst/>
              <a:rect l="l" t="t" r="r" b="b"/>
              <a:pathLst>
                <a:path w="1966" h="1986" extrusionOk="0">
                  <a:moveTo>
                    <a:pt x="943" y="0"/>
                  </a:moveTo>
                  <a:lnTo>
                    <a:pt x="822" y="20"/>
                  </a:lnTo>
                  <a:lnTo>
                    <a:pt x="722" y="40"/>
                  </a:lnTo>
                  <a:lnTo>
                    <a:pt x="622" y="80"/>
                  </a:lnTo>
                  <a:lnTo>
                    <a:pt x="522" y="120"/>
                  </a:lnTo>
                  <a:lnTo>
                    <a:pt x="441" y="181"/>
                  </a:lnTo>
                  <a:lnTo>
                    <a:pt x="281" y="321"/>
                  </a:lnTo>
                  <a:lnTo>
                    <a:pt x="141" y="481"/>
                  </a:lnTo>
                  <a:lnTo>
                    <a:pt x="60" y="682"/>
                  </a:lnTo>
                  <a:lnTo>
                    <a:pt x="0" y="903"/>
                  </a:lnTo>
                  <a:lnTo>
                    <a:pt x="0" y="1023"/>
                  </a:lnTo>
                  <a:lnTo>
                    <a:pt x="0" y="1123"/>
                  </a:lnTo>
                  <a:lnTo>
                    <a:pt x="40" y="1304"/>
                  </a:lnTo>
                  <a:lnTo>
                    <a:pt x="100" y="1464"/>
                  </a:lnTo>
                  <a:lnTo>
                    <a:pt x="221" y="1604"/>
                  </a:lnTo>
                  <a:lnTo>
                    <a:pt x="341" y="1745"/>
                  </a:lnTo>
                  <a:lnTo>
                    <a:pt x="502" y="1865"/>
                  </a:lnTo>
                  <a:lnTo>
                    <a:pt x="682" y="1945"/>
                  </a:lnTo>
                  <a:lnTo>
                    <a:pt x="883" y="1985"/>
                  </a:lnTo>
                  <a:lnTo>
                    <a:pt x="1123" y="1985"/>
                  </a:lnTo>
                  <a:lnTo>
                    <a:pt x="1244" y="1965"/>
                  </a:lnTo>
                  <a:lnTo>
                    <a:pt x="1384" y="1905"/>
                  </a:lnTo>
                  <a:lnTo>
                    <a:pt x="1504" y="1845"/>
                  </a:lnTo>
                  <a:lnTo>
                    <a:pt x="1605" y="1765"/>
                  </a:lnTo>
                  <a:lnTo>
                    <a:pt x="1705" y="1685"/>
                  </a:lnTo>
                  <a:lnTo>
                    <a:pt x="1785" y="1564"/>
                  </a:lnTo>
                  <a:lnTo>
                    <a:pt x="1865" y="1444"/>
                  </a:lnTo>
                  <a:lnTo>
                    <a:pt x="1905" y="1324"/>
                  </a:lnTo>
                  <a:lnTo>
                    <a:pt x="1945" y="1203"/>
                  </a:lnTo>
                  <a:lnTo>
                    <a:pt x="1965" y="1103"/>
                  </a:lnTo>
                  <a:lnTo>
                    <a:pt x="1965" y="983"/>
                  </a:lnTo>
                  <a:lnTo>
                    <a:pt x="1965" y="862"/>
                  </a:lnTo>
                  <a:lnTo>
                    <a:pt x="1945" y="762"/>
                  </a:lnTo>
                  <a:lnTo>
                    <a:pt x="1905" y="662"/>
                  </a:lnTo>
                  <a:lnTo>
                    <a:pt x="1865" y="542"/>
                  </a:lnTo>
                  <a:lnTo>
                    <a:pt x="1805" y="461"/>
                  </a:lnTo>
                  <a:lnTo>
                    <a:pt x="1745" y="361"/>
                  </a:lnTo>
                  <a:lnTo>
                    <a:pt x="1665" y="281"/>
                  </a:lnTo>
                  <a:lnTo>
                    <a:pt x="1584" y="221"/>
                  </a:lnTo>
                  <a:lnTo>
                    <a:pt x="1504" y="160"/>
                  </a:lnTo>
                  <a:lnTo>
                    <a:pt x="1404" y="100"/>
                  </a:lnTo>
                  <a:lnTo>
                    <a:pt x="1284" y="60"/>
                  </a:lnTo>
                  <a:lnTo>
                    <a:pt x="1183" y="20"/>
                  </a:lnTo>
                  <a:lnTo>
                    <a:pt x="10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29">
              <a:extLst>
                <a:ext uri="{FF2B5EF4-FFF2-40B4-BE49-F238E27FC236}">
                  <a16:creationId xmlns:a16="http://schemas.microsoft.com/office/drawing/2014/main" id="{A1942379-CCD2-B063-2649-34FEB2B28491}"/>
                </a:ext>
              </a:extLst>
            </p:cNvPr>
            <p:cNvSpPr/>
            <p:nvPr/>
          </p:nvSpPr>
          <p:spPr>
            <a:xfrm>
              <a:off x="11982525" y="4983213"/>
              <a:ext cx="49650" cy="49650"/>
            </a:xfrm>
            <a:custGeom>
              <a:avLst/>
              <a:gdLst/>
              <a:ahLst/>
              <a:cxnLst/>
              <a:rect l="l" t="t" r="r" b="b"/>
              <a:pathLst>
                <a:path w="1986" h="1986" extrusionOk="0">
                  <a:moveTo>
                    <a:pt x="943" y="0"/>
                  </a:moveTo>
                  <a:lnTo>
                    <a:pt x="843" y="20"/>
                  </a:lnTo>
                  <a:lnTo>
                    <a:pt x="723" y="40"/>
                  </a:lnTo>
                  <a:lnTo>
                    <a:pt x="622" y="80"/>
                  </a:lnTo>
                  <a:lnTo>
                    <a:pt x="522" y="120"/>
                  </a:lnTo>
                  <a:lnTo>
                    <a:pt x="442" y="181"/>
                  </a:lnTo>
                  <a:lnTo>
                    <a:pt x="281" y="321"/>
                  </a:lnTo>
                  <a:lnTo>
                    <a:pt x="141" y="502"/>
                  </a:lnTo>
                  <a:lnTo>
                    <a:pt x="61" y="682"/>
                  </a:lnTo>
                  <a:lnTo>
                    <a:pt x="1" y="903"/>
                  </a:lnTo>
                  <a:lnTo>
                    <a:pt x="1" y="1023"/>
                  </a:lnTo>
                  <a:lnTo>
                    <a:pt x="1" y="1123"/>
                  </a:lnTo>
                  <a:lnTo>
                    <a:pt x="41" y="1304"/>
                  </a:lnTo>
                  <a:lnTo>
                    <a:pt x="121" y="1464"/>
                  </a:lnTo>
                  <a:lnTo>
                    <a:pt x="221" y="1625"/>
                  </a:lnTo>
                  <a:lnTo>
                    <a:pt x="342" y="1745"/>
                  </a:lnTo>
                  <a:lnTo>
                    <a:pt x="502" y="1865"/>
                  </a:lnTo>
                  <a:lnTo>
                    <a:pt x="682" y="1945"/>
                  </a:lnTo>
                  <a:lnTo>
                    <a:pt x="903" y="1986"/>
                  </a:lnTo>
                  <a:lnTo>
                    <a:pt x="1124" y="1986"/>
                  </a:lnTo>
                  <a:lnTo>
                    <a:pt x="1264" y="1966"/>
                  </a:lnTo>
                  <a:lnTo>
                    <a:pt x="1384" y="1925"/>
                  </a:lnTo>
                  <a:lnTo>
                    <a:pt x="1505" y="1845"/>
                  </a:lnTo>
                  <a:lnTo>
                    <a:pt x="1605" y="1785"/>
                  </a:lnTo>
                  <a:lnTo>
                    <a:pt x="1705" y="1685"/>
                  </a:lnTo>
                  <a:lnTo>
                    <a:pt x="1785" y="1584"/>
                  </a:lnTo>
                  <a:lnTo>
                    <a:pt x="1866" y="1464"/>
                  </a:lnTo>
                  <a:lnTo>
                    <a:pt x="1926" y="1324"/>
                  </a:lnTo>
                  <a:lnTo>
                    <a:pt x="1946" y="1223"/>
                  </a:lnTo>
                  <a:lnTo>
                    <a:pt x="1966" y="1103"/>
                  </a:lnTo>
                  <a:lnTo>
                    <a:pt x="1986" y="983"/>
                  </a:lnTo>
                  <a:lnTo>
                    <a:pt x="1966" y="863"/>
                  </a:lnTo>
                  <a:lnTo>
                    <a:pt x="1946" y="762"/>
                  </a:lnTo>
                  <a:lnTo>
                    <a:pt x="1926" y="662"/>
                  </a:lnTo>
                  <a:lnTo>
                    <a:pt x="1866" y="562"/>
                  </a:lnTo>
                  <a:lnTo>
                    <a:pt x="1826" y="461"/>
                  </a:lnTo>
                  <a:lnTo>
                    <a:pt x="1745" y="381"/>
                  </a:lnTo>
                  <a:lnTo>
                    <a:pt x="1685" y="281"/>
                  </a:lnTo>
                  <a:lnTo>
                    <a:pt x="1585" y="221"/>
                  </a:lnTo>
                  <a:lnTo>
                    <a:pt x="1505" y="161"/>
                  </a:lnTo>
                  <a:lnTo>
                    <a:pt x="1404" y="100"/>
                  </a:lnTo>
                  <a:lnTo>
                    <a:pt x="1304" y="60"/>
                  </a:lnTo>
                  <a:lnTo>
                    <a:pt x="1184" y="20"/>
                  </a:lnTo>
                  <a:lnTo>
                    <a:pt x="1064" y="20"/>
                  </a:lnTo>
                  <a:lnTo>
                    <a:pt x="9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29">
              <a:extLst>
                <a:ext uri="{FF2B5EF4-FFF2-40B4-BE49-F238E27FC236}">
                  <a16:creationId xmlns:a16="http://schemas.microsoft.com/office/drawing/2014/main" id="{F5645CA3-A866-73CC-95F1-C5F706810E44}"/>
                </a:ext>
              </a:extLst>
            </p:cNvPr>
            <p:cNvSpPr/>
            <p:nvPr/>
          </p:nvSpPr>
          <p:spPr>
            <a:xfrm>
              <a:off x="11386900" y="4083763"/>
              <a:ext cx="726000" cy="320400"/>
            </a:xfrm>
            <a:custGeom>
              <a:avLst/>
              <a:gdLst/>
              <a:ahLst/>
              <a:cxnLst/>
              <a:rect l="l" t="t" r="r" b="b"/>
              <a:pathLst>
                <a:path w="29040" h="12816" extrusionOk="0">
                  <a:moveTo>
                    <a:pt x="28699" y="0"/>
                  </a:moveTo>
                  <a:lnTo>
                    <a:pt x="28518" y="20"/>
                  </a:lnTo>
                  <a:lnTo>
                    <a:pt x="28258" y="81"/>
                  </a:lnTo>
                  <a:lnTo>
                    <a:pt x="27897" y="181"/>
                  </a:lnTo>
                  <a:lnTo>
                    <a:pt x="27476" y="301"/>
                  </a:lnTo>
                  <a:lnTo>
                    <a:pt x="26433" y="662"/>
                  </a:lnTo>
                  <a:lnTo>
                    <a:pt x="25149" y="1123"/>
                  </a:lnTo>
                  <a:lnTo>
                    <a:pt x="23645" y="1685"/>
                  </a:lnTo>
                  <a:lnTo>
                    <a:pt x="21981" y="2327"/>
                  </a:lnTo>
                  <a:lnTo>
                    <a:pt x="18331" y="3771"/>
                  </a:lnTo>
                  <a:lnTo>
                    <a:pt x="17749" y="3991"/>
                  </a:lnTo>
                  <a:lnTo>
                    <a:pt x="16786" y="4392"/>
                  </a:lnTo>
                  <a:lnTo>
                    <a:pt x="12876" y="5957"/>
                  </a:lnTo>
                  <a:lnTo>
                    <a:pt x="6418" y="8564"/>
                  </a:lnTo>
                  <a:lnTo>
                    <a:pt x="6077" y="8644"/>
                  </a:lnTo>
                  <a:lnTo>
                    <a:pt x="5757" y="8724"/>
                  </a:lnTo>
                  <a:lnTo>
                    <a:pt x="5095" y="8844"/>
                  </a:lnTo>
                  <a:lnTo>
                    <a:pt x="4473" y="8925"/>
                  </a:lnTo>
                  <a:lnTo>
                    <a:pt x="3871" y="9005"/>
                  </a:lnTo>
                  <a:lnTo>
                    <a:pt x="3270" y="9085"/>
                  </a:lnTo>
                  <a:lnTo>
                    <a:pt x="2688" y="9185"/>
                  </a:lnTo>
                  <a:lnTo>
                    <a:pt x="2407" y="9266"/>
                  </a:lnTo>
                  <a:lnTo>
                    <a:pt x="2107" y="9346"/>
                  </a:lnTo>
                  <a:lnTo>
                    <a:pt x="1826" y="9466"/>
                  </a:lnTo>
                  <a:lnTo>
                    <a:pt x="1525" y="9586"/>
                  </a:lnTo>
                  <a:lnTo>
                    <a:pt x="1324" y="9687"/>
                  </a:lnTo>
                  <a:lnTo>
                    <a:pt x="984" y="9907"/>
                  </a:lnTo>
                  <a:lnTo>
                    <a:pt x="643" y="10148"/>
                  </a:lnTo>
                  <a:lnTo>
                    <a:pt x="482" y="10288"/>
                  </a:lnTo>
                  <a:lnTo>
                    <a:pt x="342" y="10429"/>
                  </a:lnTo>
                  <a:lnTo>
                    <a:pt x="221" y="10569"/>
                  </a:lnTo>
                  <a:lnTo>
                    <a:pt x="141" y="10729"/>
                  </a:lnTo>
                  <a:lnTo>
                    <a:pt x="61" y="10890"/>
                  </a:lnTo>
                  <a:lnTo>
                    <a:pt x="21" y="11050"/>
                  </a:lnTo>
                  <a:lnTo>
                    <a:pt x="1" y="11231"/>
                  </a:lnTo>
                  <a:lnTo>
                    <a:pt x="1" y="11391"/>
                  </a:lnTo>
                  <a:lnTo>
                    <a:pt x="41" y="11552"/>
                  </a:lnTo>
                  <a:lnTo>
                    <a:pt x="81" y="11712"/>
                  </a:lnTo>
                  <a:lnTo>
                    <a:pt x="141" y="11853"/>
                  </a:lnTo>
                  <a:lnTo>
                    <a:pt x="221" y="12013"/>
                  </a:lnTo>
                  <a:lnTo>
                    <a:pt x="322" y="12153"/>
                  </a:lnTo>
                  <a:lnTo>
                    <a:pt x="422" y="12274"/>
                  </a:lnTo>
                  <a:lnTo>
                    <a:pt x="562" y="12394"/>
                  </a:lnTo>
                  <a:lnTo>
                    <a:pt x="683" y="12494"/>
                  </a:lnTo>
                  <a:lnTo>
                    <a:pt x="823" y="12575"/>
                  </a:lnTo>
                  <a:lnTo>
                    <a:pt x="984" y="12655"/>
                  </a:lnTo>
                  <a:lnTo>
                    <a:pt x="1144" y="12715"/>
                  </a:lnTo>
                  <a:lnTo>
                    <a:pt x="1304" y="12755"/>
                  </a:lnTo>
                  <a:lnTo>
                    <a:pt x="1485" y="12795"/>
                  </a:lnTo>
                  <a:lnTo>
                    <a:pt x="1645" y="12815"/>
                  </a:lnTo>
                  <a:lnTo>
                    <a:pt x="1826" y="12815"/>
                  </a:lnTo>
                  <a:lnTo>
                    <a:pt x="1986" y="12795"/>
                  </a:lnTo>
                  <a:lnTo>
                    <a:pt x="2327" y="12735"/>
                  </a:lnTo>
                  <a:lnTo>
                    <a:pt x="2648" y="12655"/>
                  </a:lnTo>
                  <a:lnTo>
                    <a:pt x="2969" y="12514"/>
                  </a:lnTo>
                  <a:lnTo>
                    <a:pt x="3310" y="12354"/>
                  </a:lnTo>
                  <a:lnTo>
                    <a:pt x="3611" y="12153"/>
                  </a:lnTo>
                  <a:lnTo>
                    <a:pt x="3932" y="11933"/>
                  </a:lnTo>
                  <a:lnTo>
                    <a:pt x="4533" y="11472"/>
                  </a:lnTo>
                  <a:lnTo>
                    <a:pt x="5135" y="11010"/>
                  </a:lnTo>
                  <a:lnTo>
                    <a:pt x="5696" y="10569"/>
                  </a:lnTo>
                  <a:lnTo>
                    <a:pt x="5957" y="10369"/>
                  </a:lnTo>
                  <a:lnTo>
                    <a:pt x="6218" y="10208"/>
                  </a:lnTo>
                  <a:lnTo>
                    <a:pt x="6779" y="9887"/>
                  </a:lnTo>
                  <a:lnTo>
                    <a:pt x="7461" y="9526"/>
                  </a:lnTo>
                  <a:lnTo>
                    <a:pt x="8263" y="9145"/>
                  </a:lnTo>
                  <a:lnTo>
                    <a:pt x="9166" y="8724"/>
                  </a:lnTo>
                  <a:lnTo>
                    <a:pt x="10169" y="8283"/>
                  </a:lnTo>
                  <a:lnTo>
                    <a:pt x="11231" y="7842"/>
                  </a:lnTo>
                  <a:lnTo>
                    <a:pt x="13538" y="6879"/>
                  </a:lnTo>
                  <a:lnTo>
                    <a:pt x="15423" y="6137"/>
                  </a:lnTo>
                  <a:lnTo>
                    <a:pt x="17328" y="5395"/>
                  </a:lnTo>
                  <a:lnTo>
                    <a:pt x="17348" y="5395"/>
                  </a:lnTo>
                  <a:lnTo>
                    <a:pt x="18230" y="5054"/>
                  </a:lnTo>
                  <a:lnTo>
                    <a:pt x="18832" y="4813"/>
                  </a:lnTo>
                  <a:lnTo>
                    <a:pt x="22322" y="3490"/>
                  </a:lnTo>
                  <a:lnTo>
                    <a:pt x="25310" y="2367"/>
                  </a:lnTo>
                  <a:lnTo>
                    <a:pt x="27455" y="1565"/>
                  </a:lnTo>
                  <a:lnTo>
                    <a:pt x="28117" y="1284"/>
                  </a:lnTo>
                  <a:lnTo>
                    <a:pt x="28458" y="1143"/>
                  </a:lnTo>
                  <a:lnTo>
                    <a:pt x="28558" y="1083"/>
                  </a:lnTo>
                  <a:lnTo>
                    <a:pt x="28659" y="1003"/>
                  </a:lnTo>
                  <a:lnTo>
                    <a:pt x="28819" y="843"/>
                  </a:lnTo>
                  <a:lnTo>
                    <a:pt x="28940" y="642"/>
                  </a:lnTo>
                  <a:lnTo>
                    <a:pt x="29020" y="462"/>
                  </a:lnTo>
                  <a:lnTo>
                    <a:pt x="29040" y="361"/>
                  </a:lnTo>
                  <a:lnTo>
                    <a:pt x="29040" y="281"/>
                  </a:lnTo>
                  <a:lnTo>
                    <a:pt x="29040" y="201"/>
                  </a:lnTo>
                  <a:lnTo>
                    <a:pt x="29000" y="141"/>
                  </a:lnTo>
                  <a:lnTo>
                    <a:pt x="28960" y="81"/>
                  </a:lnTo>
                  <a:lnTo>
                    <a:pt x="28899" y="40"/>
                  </a:lnTo>
                  <a:lnTo>
                    <a:pt x="28799" y="20"/>
                  </a:lnTo>
                  <a:lnTo>
                    <a:pt x="286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29">
              <a:extLst>
                <a:ext uri="{FF2B5EF4-FFF2-40B4-BE49-F238E27FC236}">
                  <a16:creationId xmlns:a16="http://schemas.microsoft.com/office/drawing/2014/main" id="{E6C240B1-8120-8F76-0D4D-C66098B35274}"/>
                </a:ext>
              </a:extLst>
            </p:cNvPr>
            <p:cNvSpPr/>
            <p:nvPr/>
          </p:nvSpPr>
          <p:spPr>
            <a:xfrm>
              <a:off x="11386900" y="4083763"/>
              <a:ext cx="726000" cy="320400"/>
            </a:xfrm>
            <a:custGeom>
              <a:avLst/>
              <a:gdLst/>
              <a:ahLst/>
              <a:cxnLst/>
              <a:rect l="l" t="t" r="r" b="b"/>
              <a:pathLst>
                <a:path w="29040" h="12816" fill="none" extrusionOk="0">
                  <a:moveTo>
                    <a:pt x="28458" y="1143"/>
                  </a:moveTo>
                  <a:lnTo>
                    <a:pt x="28458" y="1143"/>
                  </a:lnTo>
                  <a:lnTo>
                    <a:pt x="28117" y="1284"/>
                  </a:lnTo>
                  <a:lnTo>
                    <a:pt x="27455" y="1565"/>
                  </a:lnTo>
                  <a:lnTo>
                    <a:pt x="25310" y="2367"/>
                  </a:lnTo>
                  <a:lnTo>
                    <a:pt x="22322" y="3490"/>
                  </a:lnTo>
                  <a:lnTo>
                    <a:pt x="18832" y="4813"/>
                  </a:lnTo>
                  <a:lnTo>
                    <a:pt x="18832" y="4813"/>
                  </a:lnTo>
                  <a:lnTo>
                    <a:pt x="18230" y="5054"/>
                  </a:lnTo>
                  <a:lnTo>
                    <a:pt x="18230" y="5054"/>
                  </a:lnTo>
                  <a:lnTo>
                    <a:pt x="17348" y="5395"/>
                  </a:lnTo>
                  <a:lnTo>
                    <a:pt x="17348" y="5395"/>
                  </a:lnTo>
                  <a:lnTo>
                    <a:pt x="17328" y="5395"/>
                  </a:lnTo>
                  <a:lnTo>
                    <a:pt x="17328" y="5395"/>
                  </a:lnTo>
                  <a:lnTo>
                    <a:pt x="15423" y="6137"/>
                  </a:lnTo>
                  <a:lnTo>
                    <a:pt x="13538" y="6879"/>
                  </a:lnTo>
                  <a:lnTo>
                    <a:pt x="13538" y="6879"/>
                  </a:lnTo>
                  <a:lnTo>
                    <a:pt x="11231" y="7842"/>
                  </a:lnTo>
                  <a:lnTo>
                    <a:pt x="10169" y="8283"/>
                  </a:lnTo>
                  <a:lnTo>
                    <a:pt x="9166" y="8724"/>
                  </a:lnTo>
                  <a:lnTo>
                    <a:pt x="8263" y="9145"/>
                  </a:lnTo>
                  <a:lnTo>
                    <a:pt x="7461" y="9526"/>
                  </a:lnTo>
                  <a:lnTo>
                    <a:pt x="6779" y="9887"/>
                  </a:lnTo>
                  <a:lnTo>
                    <a:pt x="6218" y="10208"/>
                  </a:lnTo>
                  <a:lnTo>
                    <a:pt x="6218" y="10208"/>
                  </a:lnTo>
                  <a:lnTo>
                    <a:pt x="5957" y="10369"/>
                  </a:lnTo>
                  <a:lnTo>
                    <a:pt x="5696" y="10569"/>
                  </a:lnTo>
                  <a:lnTo>
                    <a:pt x="5135" y="11010"/>
                  </a:lnTo>
                  <a:lnTo>
                    <a:pt x="4533" y="11472"/>
                  </a:lnTo>
                  <a:lnTo>
                    <a:pt x="3932" y="11933"/>
                  </a:lnTo>
                  <a:lnTo>
                    <a:pt x="3611" y="12153"/>
                  </a:lnTo>
                  <a:lnTo>
                    <a:pt x="3310" y="12354"/>
                  </a:lnTo>
                  <a:lnTo>
                    <a:pt x="2969" y="12514"/>
                  </a:lnTo>
                  <a:lnTo>
                    <a:pt x="2648" y="12655"/>
                  </a:lnTo>
                  <a:lnTo>
                    <a:pt x="2327" y="12735"/>
                  </a:lnTo>
                  <a:lnTo>
                    <a:pt x="1986" y="12795"/>
                  </a:lnTo>
                  <a:lnTo>
                    <a:pt x="1826" y="12815"/>
                  </a:lnTo>
                  <a:lnTo>
                    <a:pt x="1645" y="12815"/>
                  </a:lnTo>
                  <a:lnTo>
                    <a:pt x="1485" y="12795"/>
                  </a:lnTo>
                  <a:lnTo>
                    <a:pt x="1304" y="12755"/>
                  </a:lnTo>
                  <a:lnTo>
                    <a:pt x="1304" y="12755"/>
                  </a:lnTo>
                  <a:lnTo>
                    <a:pt x="1144" y="12715"/>
                  </a:lnTo>
                  <a:lnTo>
                    <a:pt x="984" y="12655"/>
                  </a:lnTo>
                  <a:lnTo>
                    <a:pt x="823" y="12575"/>
                  </a:lnTo>
                  <a:lnTo>
                    <a:pt x="683" y="12494"/>
                  </a:lnTo>
                  <a:lnTo>
                    <a:pt x="562" y="12394"/>
                  </a:lnTo>
                  <a:lnTo>
                    <a:pt x="422" y="12274"/>
                  </a:lnTo>
                  <a:lnTo>
                    <a:pt x="322" y="12153"/>
                  </a:lnTo>
                  <a:lnTo>
                    <a:pt x="221" y="12013"/>
                  </a:lnTo>
                  <a:lnTo>
                    <a:pt x="141" y="11853"/>
                  </a:lnTo>
                  <a:lnTo>
                    <a:pt x="81" y="11712"/>
                  </a:lnTo>
                  <a:lnTo>
                    <a:pt x="41" y="11552"/>
                  </a:lnTo>
                  <a:lnTo>
                    <a:pt x="1" y="11391"/>
                  </a:lnTo>
                  <a:lnTo>
                    <a:pt x="1" y="11231"/>
                  </a:lnTo>
                  <a:lnTo>
                    <a:pt x="21" y="11050"/>
                  </a:lnTo>
                  <a:lnTo>
                    <a:pt x="61" y="10890"/>
                  </a:lnTo>
                  <a:lnTo>
                    <a:pt x="141" y="10729"/>
                  </a:lnTo>
                  <a:lnTo>
                    <a:pt x="141" y="10729"/>
                  </a:lnTo>
                  <a:lnTo>
                    <a:pt x="221" y="10569"/>
                  </a:lnTo>
                  <a:lnTo>
                    <a:pt x="342" y="10429"/>
                  </a:lnTo>
                  <a:lnTo>
                    <a:pt x="482" y="10288"/>
                  </a:lnTo>
                  <a:lnTo>
                    <a:pt x="643" y="10148"/>
                  </a:lnTo>
                  <a:lnTo>
                    <a:pt x="984" y="9907"/>
                  </a:lnTo>
                  <a:lnTo>
                    <a:pt x="1324" y="9687"/>
                  </a:lnTo>
                  <a:lnTo>
                    <a:pt x="1324" y="9687"/>
                  </a:lnTo>
                  <a:lnTo>
                    <a:pt x="1525" y="9586"/>
                  </a:lnTo>
                  <a:lnTo>
                    <a:pt x="1525" y="9586"/>
                  </a:lnTo>
                  <a:lnTo>
                    <a:pt x="1826" y="9466"/>
                  </a:lnTo>
                  <a:lnTo>
                    <a:pt x="2107" y="9346"/>
                  </a:lnTo>
                  <a:lnTo>
                    <a:pt x="2407" y="9266"/>
                  </a:lnTo>
                  <a:lnTo>
                    <a:pt x="2688" y="9185"/>
                  </a:lnTo>
                  <a:lnTo>
                    <a:pt x="3270" y="9085"/>
                  </a:lnTo>
                  <a:lnTo>
                    <a:pt x="3871" y="9005"/>
                  </a:lnTo>
                  <a:lnTo>
                    <a:pt x="4473" y="8925"/>
                  </a:lnTo>
                  <a:lnTo>
                    <a:pt x="5095" y="8844"/>
                  </a:lnTo>
                  <a:lnTo>
                    <a:pt x="5757" y="8724"/>
                  </a:lnTo>
                  <a:lnTo>
                    <a:pt x="6077" y="8644"/>
                  </a:lnTo>
                  <a:lnTo>
                    <a:pt x="6418" y="8564"/>
                  </a:lnTo>
                  <a:lnTo>
                    <a:pt x="6418" y="8564"/>
                  </a:lnTo>
                  <a:lnTo>
                    <a:pt x="12876" y="5957"/>
                  </a:lnTo>
                  <a:lnTo>
                    <a:pt x="12876" y="5957"/>
                  </a:lnTo>
                  <a:lnTo>
                    <a:pt x="16786" y="4392"/>
                  </a:lnTo>
                  <a:lnTo>
                    <a:pt x="16786" y="4392"/>
                  </a:lnTo>
                  <a:lnTo>
                    <a:pt x="17749" y="3991"/>
                  </a:lnTo>
                  <a:lnTo>
                    <a:pt x="17749" y="3991"/>
                  </a:lnTo>
                  <a:lnTo>
                    <a:pt x="18331" y="3771"/>
                  </a:lnTo>
                  <a:lnTo>
                    <a:pt x="18331" y="3771"/>
                  </a:lnTo>
                  <a:lnTo>
                    <a:pt x="21981" y="2327"/>
                  </a:lnTo>
                  <a:lnTo>
                    <a:pt x="23645" y="1685"/>
                  </a:lnTo>
                  <a:lnTo>
                    <a:pt x="25149" y="1123"/>
                  </a:lnTo>
                  <a:lnTo>
                    <a:pt x="26433" y="662"/>
                  </a:lnTo>
                  <a:lnTo>
                    <a:pt x="27476" y="301"/>
                  </a:lnTo>
                  <a:lnTo>
                    <a:pt x="27897" y="181"/>
                  </a:lnTo>
                  <a:lnTo>
                    <a:pt x="28258" y="81"/>
                  </a:lnTo>
                  <a:lnTo>
                    <a:pt x="28518" y="20"/>
                  </a:lnTo>
                  <a:lnTo>
                    <a:pt x="28699" y="0"/>
                  </a:lnTo>
                  <a:lnTo>
                    <a:pt x="28699" y="0"/>
                  </a:lnTo>
                  <a:lnTo>
                    <a:pt x="28799" y="20"/>
                  </a:lnTo>
                  <a:lnTo>
                    <a:pt x="28899" y="40"/>
                  </a:lnTo>
                  <a:lnTo>
                    <a:pt x="28960" y="81"/>
                  </a:lnTo>
                  <a:lnTo>
                    <a:pt x="29000" y="141"/>
                  </a:lnTo>
                  <a:lnTo>
                    <a:pt x="29040" y="201"/>
                  </a:lnTo>
                  <a:lnTo>
                    <a:pt x="29040" y="281"/>
                  </a:lnTo>
                  <a:lnTo>
                    <a:pt x="29040" y="361"/>
                  </a:lnTo>
                  <a:lnTo>
                    <a:pt x="29020" y="462"/>
                  </a:lnTo>
                  <a:lnTo>
                    <a:pt x="28940" y="642"/>
                  </a:lnTo>
                  <a:lnTo>
                    <a:pt x="28819" y="843"/>
                  </a:lnTo>
                  <a:lnTo>
                    <a:pt x="28659" y="1003"/>
                  </a:lnTo>
                  <a:lnTo>
                    <a:pt x="28558" y="1083"/>
                  </a:lnTo>
                  <a:lnTo>
                    <a:pt x="28458" y="11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29">
              <a:extLst>
                <a:ext uri="{FF2B5EF4-FFF2-40B4-BE49-F238E27FC236}">
                  <a16:creationId xmlns:a16="http://schemas.microsoft.com/office/drawing/2014/main" id="{8392B4B7-0E05-EE93-4F0B-B7C3A0CE043D}"/>
                </a:ext>
              </a:extLst>
            </p:cNvPr>
            <p:cNvSpPr/>
            <p:nvPr/>
          </p:nvSpPr>
          <p:spPr>
            <a:xfrm>
              <a:off x="11708775" y="4193563"/>
              <a:ext cx="111325" cy="62200"/>
            </a:xfrm>
            <a:custGeom>
              <a:avLst/>
              <a:gdLst/>
              <a:ahLst/>
              <a:cxnLst/>
              <a:rect l="l" t="t" r="r" b="b"/>
              <a:pathLst>
                <a:path w="4453" h="2488" extrusionOk="0">
                  <a:moveTo>
                    <a:pt x="3911" y="0"/>
                  </a:moveTo>
                  <a:lnTo>
                    <a:pt x="1" y="1565"/>
                  </a:lnTo>
                  <a:lnTo>
                    <a:pt x="161" y="1705"/>
                  </a:lnTo>
                  <a:lnTo>
                    <a:pt x="302" y="1845"/>
                  </a:lnTo>
                  <a:lnTo>
                    <a:pt x="442" y="2026"/>
                  </a:lnTo>
                  <a:lnTo>
                    <a:pt x="542" y="2206"/>
                  </a:lnTo>
                  <a:lnTo>
                    <a:pt x="623" y="2347"/>
                  </a:lnTo>
                  <a:lnTo>
                    <a:pt x="663" y="2487"/>
                  </a:lnTo>
                  <a:lnTo>
                    <a:pt x="2548" y="1745"/>
                  </a:lnTo>
                  <a:lnTo>
                    <a:pt x="4453" y="1003"/>
                  </a:lnTo>
                  <a:lnTo>
                    <a:pt x="4353" y="722"/>
                  </a:lnTo>
                  <a:lnTo>
                    <a:pt x="4232" y="462"/>
                  </a:lnTo>
                  <a:lnTo>
                    <a:pt x="4072" y="221"/>
                  </a:lnTo>
                  <a:lnTo>
                    <a:pt x="39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29">
              <a:extLst>
                <a:ext uri="{FF2B5EF4-FFF2-40B4-BE49-F238E27FC236}">
                  <a16:creationId xmlns:a16="http://schemas.microsoft.com/office/drawing/2014/main" id="{5454A4F8-0CBB-D83D-2269-3C82B7D1B020}"/>
                </a:ext>
              </a:extLst>
            </p:cNvPr>
            <p:cNvSpPr/>
            <p:nvPr/>
          </p:nvSpPr>
          <p:spPr>
            <a:xfrm>
              <a:off x="11708775" y="4193563"/>
              <a:ext cx="111325" cy="62200"/>
            </a:xfrm>
            <a:custGeom>
              <a:avLst/>
              <a:gdLst/>
              <a:ahLst/>
              <a:cxnLst/>
              <a:rect l="l" t="t" r="r" b="b"/>
              <a:pathLst>
                <a:path w="4453" h="2488" fill="none" extrusionOk="0">
                  <a:moveTo>
                    <a:pt x="4453" y="1003"/>
                  </a:moveTo>
                  <a:lnTo>
                    <a:pt x="4453" y="1003"/>
                  </a:lnTo>
                  <a:lnTo>
                    <a:pt x="2548" y="1745"/>
                  </a:lnTo>
                  <a:lnTo>
                    <a:pt x="663" y="2487"/>
                  </a:lnTo>
                  <a:lnTo>
                    <a:pt x="663" y="2487"/>
                  </a:lnTo>
                  <a:lnTo>
                    <a:pt x="623" y="2347"/>
                  </a:lnTo>
                  <a:lnTo>
                    <a:pt x="542" y="2206"/>
                  </a:lnTo>
                  <a:lnTo>
                    <a:pt x="542" y="2206"/>
                  </a:lnTo>
                  <a:lnTo>
                    <a:pt x="442" y="2026"/>
                  </a:lnTo>
                  <a:lnTo>
                    <a:pt x="302" y="1845"/>
                  </a:lnTo>
                  <a:lnTo>
                    <a:pt x="161" y="1705"/>
                  </a:lnTo>
                  <a:lnTo>
                    <a:pt x="1" y="1565"/>
                  </a:lnTo>
                  <a:lnTo>
                    <a:pt x="1" y="1565"/>
                  </a:lnTo>
                  <a:lnTo>
                    <a:pt x="3911" y="0"/>
                  </a:lnTo>
                  <a:lnTo>
                    <a:pt x="3911" y="0"/>
                  </a:lnTo>
                  <a:lnTo>
                    <a:pt x="4072" y="221"/>
                  </a:lnTo>
                  <a:lnTo>
                    <a:pt x="4232" y="462"/>
                  </a:lnTo>
                  <a:lnTo>
                    <a:pt x="4353" y="722"/>
                  </a:lnTo>
                  <a:lnTo>
                    <a:pt x="4453" y="10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29">
              <a:extLst>
                <a:ext uri="{FF2B5EF4-FFF2-40B4-BE49-F238E27FC236}">
                  <a16:creationId xmlns:a16="http://schemas.microsoft.com/office/drawing/2014/main" id="{A994C3A5-4ED2-05D4-D693-B47CDEDBCD12}"/>
                </a:ext>
              </a:extLst>
            </p:cNvPr>
            <p:cNvSpPr/>
            <p:nvPr/>
          </p:nvSpPr>
          <p:spPr>
            <a:xfrm>
              <a:off x="11830625" y="4178013"/>
              <a:ext cx="27100" cy="32125"/>
            </a:xfrm>
            <a:custGeom>
              <a:avLst/>
              <a:gdLst/>
              <a:ahLst/>
              <a:cxnLst/>
              <a:rect l="l" t="t" r="r" b="b"/>
              <a:pathLst>
                <a:path w="1084" h="1285" extrusionOk="0">
                  <a:moveTo>
                    <a:pt x="582" y="1"/>
                  </a:moveTo>
                  <a:lnTo>
                    <a:pt x="0" y="221"/>
                  </a:lnTo>
                  <a:lnTo>
                    <a:pt x="161" y="462"/>
                  </a:lnTo>
                  <a:lnTo>
                    <a:pt x="281" y="723"/>
                  </a:lnTo>
                  <a:lnTo>
                    <a:pt x="401" y="983"/>
                  </a:lnTo>
                  <a:lnTo>
                    <a:pt x="481" y="1284"/>
                  </a:lnTo>
                  <a:lnTo>
                    <a:pt x="1083" y="1043"/>
                  </a:lnTo>
                  <a:lnTo>
                    <a:pt x="1003" y="763"/>
                  </a:lnTo>
                  <a:lnTo>
                    <a:pt x="883" y="502"/>
                  </a:lnTo>
                  <a:lnTo>
                    <a:pt x="742" y="241"/>
                  </a:lnTo>
                  <a:lnTo>
                    <a:pt x="5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29">
              <a:extLst>
                <a:ext uri="{FF2B5EF4-FFF2-40B4-BE49-F238E27FC236}">
                  <a16:creationId xmlns:a16="http://schemas.microsoft.com/office/drawing/2014/main" id="{06BED630-40E8-ADAC-371A-4822407C9DE0}"/>
                </a:ext>
              </a:extLst>
            </p:cNvPr>
            <p:cNvSpPr/>
            <p:nvPr/>
          </p:nvSpPr>
          <p:spPr>
            <a:xfrm>
              <a:off x="11386900" y="4250713"/>
              <a:ext cx="338450" cy="153450"/>
            </a:xfrm>
            <a:custGeom>
              <a:avLst/>
              <a:gdLst/>
              <a:ahLst/>
              <a:cxnLst/>
              <a:rect l="l" t="t" r="r" b="b"/>
              <a:pathLst>
                <a:path w="13538" h="6138" extrusionOk="0">
                  <a:moveTo>
                    <a:pt x="13457" y="0"/>
                  </a:moveTo>
                  <a:lnTo>
                    <a:pt x="11853" y="542"/>
                  </a:lnTo>
                  <a:lnTo>
                    <a:pt x="10529" y="1003"/>
                  </a:lnTo>
                  <a:lnTo>
                    <a:pt x="9206" y="1485"/>
                  </a:lnTo>
                  <a:lnTo>
                    <a:pt x="8544" y="1745"/>
                  </a:lnTo>
                  <a:lnTo>
                    <a:pt x="7902" y="2006"/>
                  </a:lnTo>
                  <a:lnTo>
                    <a:pt x="7261" y="2287"/>
                  </a:lnTo>
                  <a:lnTo>
                    <a:pt x="6619" y="2588"/>
                  </a:lnTo>
                  <a:lnTo>
                    <a:pt x="5977" y="2928"/>
                  </a:lnTo>
                  <a:lnTo>
                    <a:pt x="6278" y="2928"/>
                  </a:lnTo>
                  <a:lnTo>
                    <a:pt x="6579" y="2948"/>
                  </a:lnTo>
                  <a:lnTo>
                    <a:pt x="7120" y="3009"/>
                  </a:lnTo>
                  <a:lnTo>
                    <a:pt x="7722" y="2728"/>
                  </a:lnTo>
                  <a:lnTo>
                    <a:pt x="8404" y="2407"/>
                  </a:lnTo>
                  <a:lnTo>
                    <a:pt x="9928" y="1725"/>
                  </a:lnTo>
                  <a:lnTo>
                    <a:pt x="11653" y="983"/>
                  </a:lnTo>
                  <a:lnTo>
                    <a:pt x="13538" y="201"/>
                  </a:lnTo>
                  <a:lnTo>
                    <a:pt x="13457" y="0"/>
                  </a:lnTo>
                  <a:close/>
                  <a:moveTo>
                    <a:pt x="1324" y="3009"/>
                  </a:moveTo>
                  <a:lnTo>
                    <a:pt x="984" y="3229"/>
                  </a:lnTo>
                  <a:lnTo>
                    <a:pt x="643" y="3470"/>
                  </a:lnTo>
                  <a:lnTo>
                    <a:pt x="482" y="3610"/>
                  </a:lnTo>
                  <a:lnTo>
                    <a:pt x="342" y="3751"/>
                  </a:lnTo>
                  <a:lnTo>
                    <a:pt x="221" y="3891"/>
                  </a:lnTo>
                  <a:lnTo>
                    <a:pt x="141" y="4051"/>
                  </a:lnTo>
                  <a:lnTo>
                    <a:pt x="81" y="4192"/>
                  </a:lnTo>
                  <a:lnTo>
                    <a:pt x="41" y="4332"/>
                  </a:lnTo>
                  <a:lnTo>
                    <a:pt x="21" y="4473"/>
                  </a:lnTo>
                  <a:lnTo>
                    <a:pt x="1" y="4613"/>
                  </a:lnTo>
                  <a:lnTo>
                    <a:pt x="21" y="4733"/>
                  </a:lnTo>
                  <a:lnTo>
                    <a:pt x="41" y="4854"/>
                  </a:lnTo>
                  <a:lnTo>
                    <a:pt x="61" y="4994"/>
                  </a:lnTo>
                  <a:lnTo>
                    <a:pt x="101" y="5114"/>
                  </a:lnTo>
                  <a:lnTo>
                    <a:pt x="242" y="5335"/>
                  </a:lnTo>
                  <a:lnTo>
                    <a:pt x="402" y="5556"/>
                  </a:lnTo>
                  <a:lnTo>
                    <a:pt x="582" y="5736"/>
                  </a:lnTo>
                  <a:lnTo>
                    <a:pt x="803" y="5897"/>
                  </a:lnTo>
                  <a:lnTo>
                    <a:pt x="1044" y="6017"/>
                  </a:lnTo>
                  <a:lnTo>
                    <a:pt x="1304" y="6077"/>
                  </a:lnTo>
                  <a:lnTo>
                    <a:pt x="1525" y="6117"/>
                  </a:lnTo>
                  <a:lnTo>
                    <a:pt x="1766" y="6137"/>
                  </a:lnTo>
                  <a:lnTo>
                    <a:pt x="2006" y="6117"/>
                  </a:lnTo>
                  <a:lnTo>
                    <a:pt x="2247" y="6077"/>
                  </a:lnTo>
                  <a:lnTo>
                    <a:pt x="2468" y="6017"/>
                  </a:lnTo>
                  <a:lnTo>
                    <a:pt x="2708" y="5937"/>
                  </a:lnTo>
                  <a:lnTo>
                    <a:pt x="2949" y="5856"/>
                  </a:lnTo>
                  <a:lnTo>
                    <a:pt x="3169" y="5736"/>
                  </a:lnTo>
                  <a:lnTo>
                    <a:pt x="3410" y="5616"/>
                  </a:lnTo>
                  <a:lnTo>
                    <a:pt x="3631" y="5475"/>
                  </a:lnTo>
                  <a:lnTo>
                    <a:pt x="3490" y="5255"/>
                  </a:lnTo>
                  <a:lnTo>
                    <a:pt x="3390" y="5014"/>
                  </a:lnTo>
                  <a:lnTo>
                    <a:pt x="3310" y="4753"/>
                  </a:lnTo>
                  <a:lnTo>
                    <a:pt x="3290" y="4513"/>
                  </a:lnTo>
                  <a:lnTo>
                    <a:pt x="3290" y="4433"/>
                  </a:lnTo>
                  <a:lnTo>
                    <a:pt x="2989" y="4553"/>
                  </a:lnTo>
                  <a:lnTo>
                    <a:pt x="2648" y="4653"/>
                  </a:lnTo>
                  <a:lnTo>
                    <a:pt x="2327" y="4733"/>
                  </a:lnTo>
                  <a:lnTo>
                    <a:pt x="2167" y="4753"/>
                  </a:lnTo>
                  <a:lnTo>
                    <a:pt x="1866" y="4753"/>
                  </a:lnTo>
                  <a:lnTo>
                    <a:pt x="1746" y="4733"/>
                  </a:lnTo>
                  <a:lnTo>
                    <a:pt x="1625" y="4693"/>
                  </a:lnTo>
                  <a:lnTo>
                    <a:pt x="1505" y="4653"/>
                  </a:lnTo>
                  <a:lnTo>
                    <a:pt x="1405" y="4593"/>
                  </a:lnTo>
                  <a:lnTo>
                    <a:pt x="1304" y="4513"/>
                  </a:lnTo>
                  <a:lnTo>
                    <a:pt x="1204" y="4433"/>
                  </a:lnTo>
                  <a:lnTo>
                    <a:pt x="1124" y="4312"/>
                  </a:lnTo>
                  <a:lnTo>
                    <a:pt x="1044" y="4112"/>
                  </a:lnTo>
                  <a:lnTo>
                    <a:pt x="984" y="3931"/>
                  </a:lnTo>
                  <a:lnTo>
                    <a:pt x="984" y="3771"/>
                  </a:lnTo>
                  <a:lnTo>
                    <a:pt x="1004" y="3610"/>
                  </a:lnTo>
                  <a:lnTo>
                    <a:pt x="1044" y="3470"/>
                  </a:lnTo>
                  <a:lnTo>
                    <a:pt x="1124" y="3309"/>
                  </a:lnTo>
                  <a:lnTo>
                    <a:pt x="1324" y="3009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29">
              <a:extLst>
                <a:ext uri="{FF2B5EF4-FFF2-40B4-BE49-F238E27FC236}">
                  <a16:creationId xmlns:a16="http://schemas.microsoft.com/office/drawing/2014/main" id="{D24155A8-6C3B-45EC-9626-A7F4F5E24506}"/>
                </a:ext>
              </a:extLst>
            </p:cNvPr>
            <p:cNvSpPr/>
            <p:nvPr/>
          </p:nvSpPr>
          <p:spPr>
            <a:xfrm>
              <a:off x="11386900" y="4325913"/>
              <a:ext cx="90775" cy="78250"/>
            </a:xfrm>
            <a:custGeom>
              <a:avLst/>
              <a:gdLst/>
              <a:ahLst/>
              <a:cxnLst/>
              <a:rect l="l" t="t" r="r" b="b"/>
              <a:pathLst>
                <a:path w="3631" h="3130" fill="none" extrusionOk="0">
                  <a:moveTo>
                    <a:pt x="1324" y="1"/>
                  </a:moveTo>
                  <a:lnTo>
                    <a:pt x="1324" y="1"/>
                  </a:lnTo>
                  <a:lnTo>
                    <a:pt x="984" y="221"/>
                  </a:lnTo>
                  <a:lnTo>
                    <a:pt x="643" y="462"/>
                  </a:lnTo>
                  <a:lnTo>
                    <a:pt x="482" y="602"/>
                  </a:lnTo>
                  <a:lnTo>
                    <a:pt x="342" y="743"/>
                  </a:lnTo>
                  <a:lnTo>
                    <a:pt x="221" y="883"/>
                  </a:lnTo>
                  <a:lnTo>
                    <a:pt x="141" y="1043"/>
                  </a:lnTo>
                  <a:lnTo>
                    <a:pt x="141" y="1043"/>
                  </a:lnTo>
                  <a:lnTo>
                    <a:pt x="81" y="1184"/>
                  </a:lnTo>
                  <a:lnTo>
                    <a:pt x="41" y="1324"/>
                  </a:lnTo>
                  <a:lnTo>
                    <a:pt x="21" y="1465"/>
                  </a:lnTo>
                  <a:lnTo>
                    <a:pt x="1" y="1605"/>
                  </a:lnTo>
                  <a:lnTo>
                    <a:pt x="1" y="1605"/>
                  </a:lnTo>
                  <a:lnTo>
                    <a:pt x="21" y="1725"/>
                  </a:lnTo>
                  <a:lnTo>
                    <a:pt x="41" y="1846"/>
                  </a:lnTo>
                  <a:lnTo>
                    <a:pt x="61" y="1986"/>
                  </a:lnTo>
                  <a:lnTo>
                    <a:pt x="101" y="2106"/>
                  </a:lnTo>
                  <a:lnTo>
                    <a:pt x="242" y="2327"/>
                  </a:lnTo>
                  <a:lnTo>
                    <a:pt x="402" y="2548"/>
                  </a:lnTo>
                  <a:lnTo>
                    <a:pt x="582" y="2728"/>
                  </a:lnTo>
                  <a:lnTo>
                    <a:pt x="803" y="2889"/>
                  </a:lnTo>
                  <a:lnTo>
                    <a:pt x="1044" y="3009"/>
                  </a:lnTo>
                  <a:lnTo>
                    <a:pt x="1304" y="3069"/>
                  </a:lnTo>
                  <a:lnTo>
                    <a:pt x="1304" y="3069"/>
                  </a:lnTo>
                  <a:lnTo>
                    <a:pt x="1525" y="3109"/>
                  </a:lnTo>
                  <a:lnTo>
                    <a:pt x="1766" y="3129"/>
                  </a:lnTo>
                  <a:lnTo>
                    <a:pt x="1766" y="3129"/>
                  </a:lnTo>
                  <a:lnTo>
                    <a:pt x="2006" y="3109"/>
                  </a:lnTo>
                  <a:lnTo>
                    <a:pt x="2247" y="3069"/>
                  </a:lnTo>
                  <a:lnTo>
                    <a:pt x="2468" y="3009"/>
                  </a:lnTo>
                  <a:lnTo>
                    <a:pt x="2708" y="2929"/>
                  </a:lnTo>
                  <a:lnTo>
                    <a:pt x="2949" y="2848"/>
                  </a:lnTo>
                  <a:lnTo>
                    <a:pt x="3169" y="2728"/>
                  </a:lnTo>
                  <a:lnTo>
                    <a:pt x="3410" y="2608"/>
                  </a:lnTo>
                  <a:lnTo>
                    <a:pt x="3631" y="2467"/>
                  </a:lnTo>
                  <a:lnTo>
                    <a:pt x="3631" y="2467"/>
                  </a:lnTo>
                  <a:lnTo>
                    <a:pt x="3490" y="2247"/>
                  </a:lnTo>
                  <a:lnTo>
                    <a:pt x="3390" y="2006"/>
                  </a:lnTo>
                  <a:lnTo>
                    <a:pt x="3310" y="1745"/>
                  </a:lnTo>
                  <a:lnTo>
                    <a:pt x="3290" y="1505"/>
                  </a:lnTo>
                  <a:lnTo>
                    <a:pt x="3290" y="1505"/>
                  </a:lnTo>
                  <a:lnTo>
                    <a:pt x="3290" y="1425"/>
                  </a:lnTo>
                  <a:lnTo>
                    <a:pt x="3290" y="1425"/>
                  </a:lnTo>
                  <a:lnTo>
                    <a:pt x="2989" y="1545"/>
                  </a:lnTo>
                  <a:lnTo>
                    <a:pt x="2648" y="1645"/>
                  </a:lnTo>
                  <a:lnTo>
                    <a:pt x="2327" y="1725"/>
                  </a:lnTo>
                  <a:lnTo>
                    <a:pt x="2167" y="1745"/>
                  </a:lnTo>
                  <a:lnTo>
                    <a:pt x="2006" y="1745"/>
                  </a:lnTo>
                  <a:lnTo>
                    <a:pt x="2006" y="1745"/>
                  </a:lnTo>
                  <a:lnTo>
                    <a:pt x="1866" y="1745"/>
                  </a:lnTo>
                  <a:lnTo>
                    <a:pt x="1746" y="1725"/>
                  </a:lnTo>
                  <a:lnTo>
                    <a:pt x="1625" y="1685"/>
                  </a:lnTo>
                  <a:lnTo>
                    <a:pt x="1505" y="1645"/>
                  </a:lnTo>
                  <a:lnTo>
                    <a:pt x="1405" y="1585"/>
                  </a:lnTo>
                  <a:lnTo>
                    <a:pt x="1304" y="1505"/>
                  </a:lnTo>
                  <a:lnTo>
                    <a:pt x="1204" y="1425"/>
                  </a:lnTo>
                  <a:lnTo>
                    <a:pt x="1124" y="1304"/>
                  </a:lnTo>
                  <a:lnTo>
                    <a:pt x="1124" y="1304"/>
                  </a:lnTo>
                  <a:lnTo>
                    <a:pt x="1044" y="1104"/>
                  </a:lnTo>
                  <a:lnTo>
                    <a:pt x="984" y="923"/>
                  </a:lnTo>
                  <a:lnTo>
                    <a:pt x="984" y="763"/>
                  </a:lnTo>
                  <a:lnTo>
                    <a:pt x="1004" y="602"/>
                  </a:lnTo>
                  <a:lnTo>
                    <a:pt x="1044" y="462"/>
                  </a:lnTo>
                  <a:lnTo>
                    <a:pt x="1124" y="301"/>
                  </a:lnTo>
                  <a:lnTo>
                    <a:pt x="132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29">
              <a:extLst>
                <a:ext uri="{FF2B5EF4-FFF2-40B4-BE49-F238E27FC236}">
                  <a16:creationId xmlns:a16="http://schemas.microsoft.com/office/drawing/2014/main" id="{9C7BFF35-F565-4990-D68D-256882531551}"/>
                </a:ext>
              </a:extLst>
            </p:cNvPr>
            <p:cNvSpPr/>
            <p:nvPr/>
          </p:nvSpPr>
          <p:spPr>
            <a:xfrm>
              <a:off x="11723325" y="4218613"/>
              <a:ext cx="96775" cy="37150"/>
            </a:xfrm>
            <a:custGeom>
              <a:avLst/>
              <a:gdLst/>
              <a:ahLst/>
              <a:cxnLst/>
              <a:rect l="l" t="t" r="r" b="b"/>
              <a:pathLst>
                <a:path w="3871" h="1486" extrusionOk="0">
                  <a:moveTo>
                    <a:pt x="3871" y="1"/>
                  </a:moveTo>
                  <a:lnTo>
                    <a:pt x="1926" y="643"/>
                  </a:lnTo>
                  <a:lnTo>
                    <a:pt x="0" y="1284"/>
                  </a:lnTo>
                  <a:lnTo>
                    <a:pt x="81" y="1485"/>
                  </a:lnTo>
                  <a:lnTo>
                    <a:pt x="1966" y="743"/>
                  </a:lnTo>
                  <a:lnTo>
                    <a:pt x="387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29">
              <a:extLst>
                <a:ext uri="{FF2B5EF4-FFF2-40B4-BE49-F238E27FC236}">
                  <a16:creationId xmlns:a16="http://schemas.microsoft.com/office/drawing/2014/main" id="{9D867073-7C38-B7B7-C592-83D01ED5CB06}"/>
                </a:ext>
              </a:extLst>
            </p:cNvPr>
            <p:cNvSpPr/>
            <p:nvPr/>
          </p:nvSpPr>
          <p:spPr>
            <a:xfrm>
              <a:off x="11948925" y="4314888"/>
              <a:ext cx="19600" cy="30100"/>
            </a:xfrm>
            <a:custGeom>
              <a:avLst/>
              <a:gdLst/>
              <a:ahLst/>
              <a:cxnLst/>
              <a:rect l="l" t="t" r="r" b="b"/>
              <a:pathLst>
                <a:path w="784" h="1204" extrusionOk="0">
                  <a:moveTo>
                    <a:pt x="623" y="0"/>
                  </a:moveTo>
                  <a:lnTo>
                    <a:pt x="1" y="61"/>
                  </a:lnTo>
                  <a:lnTo>
                    <a:pt x="81" y="321"/>
                  </a:lnTo>
                  <a:lnTo>
                    <a:pt x="121" y="602"/>
                  </a:lnTo>
                  <a:lnTo>
                    <a:pt x="141" y="903"/>
                  </a:lnTo>
                  <a:lnTo>
                    <a:pt x="141" y="1204"/>
                  </a:lnTo>
                  <a:lnTo>
                    <a:pt x="783" y="1164"/>
                  </a:lnTo>
                  <a:lnTo>
                    <a:pt x="783" y="863"/>
                  </a:lnTo>
                  <a:lnTo>
                    <a:pt x="743" y="562"/>
                  </a:lnTo>
                  <a:lnTo>
                    <a:pt x="703" y="281"/>
                  </a:lnTo>
                  <a:lnTo>
                    <a:pt x="623" y="0"/>
                  </a:lnTo>
                  <a:close/>
                </a:path>
              </a:pathLst>
            </a:custGeom>
            <a:solidFill>
              <a:srgbClr val="CC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29">
              <a:extLst>
                <a:ext uri="{FF2B5EF4-FFF2-40B4-BE49-F238E27FC236}">
                  <a16:creationId xmlns:a16="http://schemas.microsoft.com/office/drawing/2014/main" id="{E23E34D0-F04F-E54A-65B6-A7C7176D4997}"/>
                </a:ext>
              </a:extLst>
            </p:cNvPr>
            <p:cNvSpPr/>
            <p:nvPr/>
          </p:nvSpPr>
          <p:spPr>
            <a:xfrm>
              <a:off x="11948925" y="4314888"/>
              <a:ext cx="19600" cy="30100"/>
            </a:xfrm>
            <a:custGeom>
              <a:avLst/>
              <a:gdLst/>
              <a:ahLst/>
              <a:cxnLst/>
              <a:rect l="l" t="t" r="r" b="b"/>
              <a:pathLst>
                <a:path w="784" h="1204" fill="none" extrusionOk="0">
                  <a:moveTo>
                    <a:pt x="783" y="1164"/>
                  </a:moveTo>
                  <a:lnTo>
                    <a:pt x="783" y="1164"/>
                  </a:lnTo>
                  <a:lnTo>
                    <a:pt x="141" y="1204"/>
                  </a:lnTo>
                  <a:lnTo>
                    <a:pt x="141" y="1204"/>
                  </a:lnTo>
                  <a:lnTo>
                    <a:pt x="141" y="903"/>
                  </a:lnTo>
                  <a:lnTo>
                    <a:pt x="121" y="602"/>
                  </a:lnTo>
                  <a:lnTo>
                    <a:pt x="81" y="321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623" y="0"/>
                  </a:lnTo>
                  <a:lnTo>
                    <a:pt x="623" y="0"/>
                  </a:lnTo>
                  <a:lnTo>
                    <a:pt x="703" y="281"/>
                  </a:lnTo>
                  <a:lnTo>
                    <a:pt x="743" y="562"/>
                  </a:lnTo>
                  <a:lnTo>
                    <a:pt x="783" y="863"/>
                  </a:lnTo>
                  <a:lnTo>
                    <a:pt x="783" y="11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29">
              <a:extLst>
                <a:ext uri="{FF2B5EF4-FFF2-40B4-BE49-F238E27FC236}">
                  <a16:creationId xmlns:a16="http://schemas.microsoft.com/office/drawing/2014/main" id="{EF7AB7C0-56CA-FF69-2F14-2245822F7CDF}"/>
                </a:ext>
              </a:extLst>
            </p:cNvPr>
            <p:cNvSpPr/>
            <p:nvPr/>
          </p:nvSpPr>
          <p:spPr>
            <a:xfrm>
              <a:off x="11469125" y="4302863"/>
              <a:ext cx="777150" cy="103300"/>
            </a:xfrm>
            <a:custGeom>
              <a:avLst/>
              <a:gdLst/>
              <a:ahLst/>
              <a:cxnLst/>
              <a:rect l="l" t="t" r="r" b="b"/>
              <a:pathLst>
                <a:path w="31086" h="4132" extrusionOk="0">
                  <a:moveTo>
                    <a:pt x="29581" y="0"/>
                  </a:moveTo>
                  <a:lnTo>
                    <a:pt x="28478" y="20"/>
                  </a:lnTo>
                  <a:lnTo>
                    <a:pt x="27094" y="60"/>
                  </a:lnTo>
                  <a:lnTo>
                    <a:pt x="25510" y="141"/>
                  </a:lnTo>
                  <a:lnTo>
                    <a:pt x="23725" y="241"/>
                  </a:lnTo>
                  <a:lnTo>
                    <a:pt x="19815" y="481"/>
                  </a:lnTo>
                  <a:lnTo>
                    <a:pt x="19193" y="542"/>
                  </a:lnTo>
                  <a:lnTo>
                    <a:pt x="18150" y="602"/>
                  </a:lnTo>
                  <a:lnTo>
                    <a:pt x="13939" y="903"/>
                  </a:lnTo>
                  <a:lnTo>
                    <a:pt x="7000" y="1404"/>
                  </a:lnTo>
                  <a:lnTo>
                    <a:pt x="6659" y="1384"/>
                  </a:lnTo>
                  <a:lnTo>
                    <a:pt x="6318" y="1344"/>
                  </a:lnTo>
                  <a:lnTo>
                    <a:pt x="5676" y="1264"/>
                  </a:lnTo>
                  <a:lnTo>
                    <a:pt x="5055" y="1143"/>
                  </a:lnTo>
                  <a:lnTo>
                    <a:pt x="4453" y="1043"/>
                  </a:lnTo>
                  <a:lnTo>
                    <a:pt x="3851" y="943"/>
                  </a:lnTo>
                  <a:lnTo>
                    <a:pt x="3270" y="862"/>
                  </a:lnTo>
                  <a:lnTo>
                    <a:pt x="2969" y="842"/>
                  </a:lnTo>
                  <a:lnTo>
                    <a:pt x="2367" y="842"/>
                  </a:lnTo>
                  <a:lnTo>
                    <a:pt x="2046" y="883"/>
                  </a:lnTo>
                  <a:lnTo>
                    <a:pt x="1625" y="963"/>
                  </a:lnTo>
                  <a:lnTo>
                    <a:pt x="1405" y="1023"/>
                  </a:lnTo>
                  <a:lnTo>
                    <a:pt x="1164" y="1103"/>
                  </a:lnTo>
                  <a:lnTo>
                    <a:pt x="923" y="1183"/>
                  </a:lnTo>
                  <a:lnTo>
                    <a:pt x="703" y="1284"/>
                  </a:lnTo>
                  <a:lnTo>
                    <a:pt x="522" y="1404"/>
                  </a:lnTo>
                  <a:lnTo>
                    <a:pt x="362" y="1544"/>
                  </a:lnTo>
                  <a:lnTo>
                    <a:pt x="241" y="1665"/>
                  </a:lnTo>
                  <a:lnTo>
                    <a:pt x="161" y="1825"/>
                  </a:lnTo>
                  <a:lnTo>
                    <a:pt x="81" y="1965"/>
                  </a:lnTo>
                  <a:lnTo>
                    <a:pt x="41" y="2126"/>
                  </a:lnTo>
                  <a:lnTo>
                    <a:pt x="21" y="2286"/>
                  </a:lnTo>
                  <a:lnTo>
                    <a:pt x="1" y="2467"/>
                  </a:lnTo>
                  <a:lnTo>
                    <a:pt x="21" y="2627"/>
                  </a:lnTo>
                  <a:lnTo>
                    <a:pt x="61" y="2788"/>
                  </a:lnTo>
                  <a:lnTo>
                    <a:pt x="101" y="2948"/>
                  </a:lnTo>
                  <a:lnTo>
                    <a:pt x="161" y="3109"/>
                  </a:lnTo>
                  <a:lnTo>
                    <a:pt x="241" y="3249"/>
                  </a:lnTo>
                  <a:lnTo>
                    <a:pt x="342" y="3389"/>
                  </a:lnTo>
                  <a:lnTo>
                    <a:pt x="462" y="3530"/>
                  </a:lnTo>
                  <a:lnTo>
                    <a:pt x="582" y="3630"/>
                  </a:lnTo>
                  <a:lnTo>
                    <a:pt x="703" y="3750"/>
                  </a:lnTo>
                  <a:lnTo>
                    <a:pt x="843" y="3831"/>
                  </a:lnTo>
                  <a:lnTo>
                    <a:pt x="1004" y="3911"/>
                  </a:lnTo>
                  <a:lnTo>
                    <a:pt x="1164" y="3991"/>
                  </a:lnTo>
                  <a:lnTo>
                    <a:pt x="1324" y="4031"/>
                  </a:lnTo>
                  <a:lnTo>
                    <a:pt x="1485" y="4071"/>
                  </a:lnTo>
                  <a:lnTo>
                    <a:pt x="1826" y="4131"/>
                  </a:lnTo>
                  <a:lnTo>
                    <a:pt x="2167" y="4131"/>
                  </a:lnTo>
                  <a:lnTo>
                    <a:pt x="2528" y="4111"/>
                  </a:lnTo>
                  <a:lnTo>
                    <a:pt x="2869" y="4051"/>
                  </a:lnTo>
                  <a:lnTo>
                    <a:pt x="3230" y="3971"/>
                  </a:lnTo>
                  <a:lnTo>
                    <a:pt x="3591" y="3851"/>
                  </a:lnTo>
                  <a:lnTo>
                    <a:pt x="4313" y="3610"/>
                  </a:lnTo>
                  <a:lnTo>
                    <a:pt x="5034" y="3329"/>
                  </a:lnTo>
                  <a:lnTo>
                    <a:pt x="5696" y="3089"/>
                  </a:lnTo>
                  <a:lnTo>
                    <a:pt x="6017" y="2988"/>
                  </a:lnTo>
                  <a:lnTo>
                    <a:pt x="6318" y="2908"/>
                  </a:lnTo>
                  <a:lnTo>
                    <a:pt x="6940" y="2768"/>
                  </a:lnTo>
                  <a:lnTo>
                    <a:pt x="7702" y="2647"/>
                  </a:lnTo>
                  <a:lnTo>
                    <a:pt x="8584" y="2527"/>
                  </a:lnTo>
                  <a:lnTo>
                    <a:pt x="9567" y="2407"/>
                  </a:lnTo>
                  <a:lnTo>
                    <a:pt x="10650" y="2286"/>
                  </a:lnTo>
                  <a:lnTo>
                    <a:pt x="11813" y="2186"/>
                  </a:lnTo>
                  <a:lnTo>
                    <a:pt x="14300" y="1986"/>
                  </a:lnTo>
                  <a:lnTo>
                    <a:pt x="16305" y="1845"/>
                  </a:lnTo>
                  <a:lnTo>
                    <a:pt x="18351" y="1725"/>
                  </a:lnTo>
                  <a:lnTo>
                    <a:pt x="19333" y="1685"/>
                  </a:lnTo>
                  <a:lnTo>
                    <a:pt x="19975" y="1645"/>
                  </a:lnTo>
                  <a:lnTo>
                    <a:pt x="23846" y="1444"/>
                  </a:lnTo>
                  <a:lnTo>
                    <a:pt x="28217" y="1223"/>
                  </a:lnTo>
                  <a:lnTo>
                    <a:pt x="29581" y="1163"/>
                  </a:lnTo>
                  <a:lnTo>
                    <a:pt x="30022" y="1123"/>
                  </a:lnTo>
                  <a:lnTo>
                    <a:pt x="30263" y="1103"/>
                  </a:lnTo>
                  <a:lnTo>
                    <a:pt x="30363" y="1063"/>
                  </a:lnTo>
                  <a:lnTo>
                    <a:pt x="30484" y="1023"/>
                  </a:lnTo>
                  <a:lnTo>
                    <a:pt x="30684" y="903"/>
                  </a:lnTo>
                  <a:lnTo>
                    <a:pt x="30865" y="762"/>
                  </a:lnTo>
                  <a:lnTo>
                    <a:pt x="31005" y="622"/>
                  </a:lnTo>
                  <a:lnTo>
                    <a:pt x="31045" y="542"/>
                  </a:lnTo>
                  <a:lnTo>
                    <a:pt x="31085" y="461"/>
                  </a:lnTo>
                  <a:lnTo>
                    <a:pt x="31085" y="381"/>
                  </a:lnTo>
                  <a:lnTo>
                    <a:pt x="31085" y="301"/>
                  </a:lnTo>
                  <a:lnTo>
                    <a:pt x="31065" y="241"/>
                  </a:lnTo>
                  <a:lnTo>
                    <a:pt x="31005" y="181"/>
                  </a:lnTo>
                  <a:lnTo>
                    <a:pt x="30925" y="120"/>
                  </a:lnTo>
                  <a:lnTo>
                    <a:pt x="30825" y="80"/>
                  </a:lnTo>
                  <a:lnTo>
                    <a:pt x="30644" y="40"/>
                  </a:lnTo>
                  <a:lnTo>
                    <a:pt x="30383" y="20"/>
                  </a:lnTo>
                  <a:lnTo>
                    <a:pt x="295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29">
              <a:extLst>
                <a:ext uri="{FF2B5EF4-FFF2-40B4-BE49-F238E27FC236}">
                  <a16:creationId xmlns:a16="http://schemas.microsoft.com/office/drawing/2014/main" id="{568D73B1-FD71-2A06-D508-B133AA592423}"/>
                </a:ext>
              </a:extLst>
            </p:cNvPr>
            <p:cNvSpPr/>
            <p:nvPr/>
          </p:nvSpPr>
          <p:spPr>
            <a:xfrm>
              <a:off x="11469125" y="4302863"/>
              <a:ext cx="777150" cy="103300"/>
            </a:xfrm>
            <a:custGeom>
              <a:avLst/>
              <a:gdLst/>
              <a:ahLst/>
              <a:cxnLst/>
              <a:rect l="l" t="t" r="r" b="b"/>
              <a:pathLst>
                <a:path w="31086" h="4132" fill="none" extrusionOk="0">
                  <a:moveTo>
                    <a:pt x="30263" y="1103"/>
                  </a:moveTo>
                  <a:lnTo>
                    <a:pt x="30263" y="1103"/>
                  </a:lnTo>
                  <a:lnTo>
                    <a:pt x="30022" y="1123"/>
                  </a:lnTo>
                  <a:lnTo>
                    <a:pt x="29581" y="1163"/>
                  </a:lnTo>
                  <a:lnTo>
                    <a:pt x="28217" y="1223"/>
                  </a:lnTo>
                  <a:lnTo>
                    <a:pt x="23846" y="1444"/>
                  </a:lnTo>
                  <a:lnTo>
                    <a:pt x="23846" y="1444"/>
                  </a:lnTo>
                  <a:lnTo>
                    <a:pt x="19975" y="1645"/>
                  </a:lnTo>
                  <a:lnTo>
                    <a:pt x="19975" y="1645"/>
                  </a:lnTo>
                  <a:lnTo>
                    <a:pt x="19333" y="1685"/>
                  </a:lnTo>
                  <a:lnTo>
                    <a:pt x="19333" y="1685"/>
                  </a:lnTo>
                  <a:lnTo>
                    <a:pt x="18351" y="1725"/>
                  </a:lnTo>
                  <a:lnTo>
                    <a:pt x="18351" y="1725"/>
                  </a:lnTo>
                  <a:lnTo>
                    <a:pt x="16305" y="1845"/>
                  </a:lnTo>
                  <a:lnTo>
                    <a:pt x="14300" y="1986"/>
                  </a:lnTo>
                  <a:lnTo>
                    <a:pt x="14300" y="1986"/>
                  </a:lnTo>
                  <a:lnTo>
                    <a:pt x="11813" y="2186"/>
                  </a:lnTo>
                  <a:lnTo>
                    <a:pt x="10650" y="2286"/>
                  </a:lnTo>
                  <a:lnTo>
                    <a:pt x="9567" y="2407"/>
                  </a:lnTo>
                  <a:lnTo>
                    <a:pt x="8584" y="2527"/>
                  </a:lnTo>
                  <a:lnTo>
                    <a:pt x="7702" y="2647"/>
                  </a:lnTo>
                  <a:lnTo>
                    <a:pt x="6940" y="2768"/>
                  </a:lnTo>
                  <a:lnTo>
                    <a:pt x="6318" y="2908"/>
                  </a:lnTo>
                  <a:lnTo>
                    <a:pt x="6318" y="2908"/>
                  </a:lnTo>
                  <a:lnTo>
                    <a:pt x="6017" y="2988"/>
                  </a:lnTo>
                  <a:lnTo>
                    <a:pt x="5696" y="3089"/>
                  </a:lnTo>
                  <a:lnTo>
                    <a:pt x="5034" y="3329"/>
                  </a:lnTo>
                  <a:lnTo>
                    <a:pt x="4313" y="3610"/>
                  </a:lnTo>
                  <a:lnTo>
                    <a:pt x="3591" y="3851"/>
                  </a:lnTo>
                  <a:lnTo>
                    <a:pt x="3230" y="3971"/>
                  </a:lnTo>
                  <a:lnTo>
                    <a:pt x="2869" y="4051"/>
                  </a:lnTo>
                  <a:lnTo>
                    <a:pt x="2528" y="4111"/>
                  </a:lnTo>
                  <a:lnTo>
                    <a:pt x="2167" y="4131"/>
                  </a:lnTo>
                  <a:lnTo>
                    <a:pt x="1826" y="4131"/>
                  </a:lnTo>
                  <a:lnTo>
                    <a:pt x="1485" y="4071"/>
                  </a:lnTo>
                  <a:lnTo>
                    <a:pt x="1324" y="4031"/>
                  </a:lnTo>
                  <a:lnTo>
                    <a:pt x="1164" y="3991"/>
                  </a:lnTo>
                  <a:lnTo>
                    <a:pt x="1004" y="3911"/>
                  </a:lnTo>
                  <a:lnTo>
                    <a:pt x="843" y="3831"/>
                  </a:lnTo>
                  <a:lnTo>
                    <a:pt x="843" y="3831"/>
                  </a:lnTo>
                  <a:lnTo>
                    <a:pt x="703" y="3750"/>
                  </a:lnTo>
                  <a:lnTo>
                    <a:pt x="582" y="3630"/>
                  </a:lnTo>
                  <a:lnTo>
                    <a:pt x="462" y="3530"/>
                  </a:lnTo>
                  <a:lnTo>
                    <a:pt x="342" y="3389"/>
                  </a:lnTo>
                  <a:lnTo>
                    <a:pt x="241" y="3249"/>
                  </a:lnTo>
                  <a:lnTo>
                    <a:pt x="161" y="3109"/>
                  </a:lnTo>
                  <a:lnTo>
                    <a:pt x="101" y="2948"/>
                  </a:lnTo>
                  <a:lnTo>
                    <a:pt x="61" y="2788"/>
                  </a:lnTo>
                  <a:lnTo>
                    <a:pt x="21" y="2627"/>
                  </a:lnTo>
                  <a:lnTo>
                    <a:pt x="1" y="2467"/>
                  </a:lnTo>
                  <a:lnTo>
                    <a:pt x="21" y="2286"/>
                  </a:lnTo>
                  <a:lnTo>
                    <a:pt x="41" y="2126"/>
                  </a:lnTo>
                  <a:lnTo>
                    <a:pt x="81" y="1965"/>
                  </a:lnTo>
                  <a:lnTo>
                    <a:pt x="161" y="1825"/>
                  </a:lnTo>
                  <a:lnTo>
                    <a:pt x="241" y="1665"/>
                  </a:lnTo>
                  <a:lnTo>
                    <a:pt x="362" y="1544"/>
                  </a:lnTo>
                  <a:lnTo>
                    <a:pt x="362" y="1544"/>
                  </a:lnTo>
                  <a:lnTo>
                    <a:pt x="522" y="1404"/>
                  </a:lnTo>
                  <a:lnTo>
                    <a:pt x="703" y="1284"/>
                  </a:lnTo>
                  <a:lnTo>
                    <a:pt x="923" y="1183"/>
                  </a:lnTo>
                  <a:lnTo>
                    <a:pt x="1164" y="1103"/>
                  </a:lnTo>
                  <a:lnTo>
                    <a:pt x="1405" y="1023"/>
                  </a:lnTo>
                  <a:lnTo>
                    <a:pt x="1625" y="963"/>
                  </a:lnTo>
                  <a:lnTo>
                    <a:pt x="2046" y="883"/>
                  </a:lnTo>
                  <a:lnTo>
                    <a:pt x="2046" y="883"/>
                  </a:lnTo>
                  <a:lnTo>
                    <a:pt x="2046" y="883"/>
                  </a:lnTo>
                  <a:lnTo>
                    <a:pt x="2367" y="842"/>
                  </a:lnTo>
                  <a:lnTo>
                    <a:pt x="2668" y="842"/>
                  </a:lnTo>
                  <a:lnTo>
                    <a:pt x="2969" y="842"/>
                  </a:lnTo>
                  <a:lnTo>
                    <a:pt x="3270" y="862"/>
                  </a:lnTo>
                  <a:lnTo>
                    <a:pt x="3851" y="943"/>
                  </a:lnTo>
                  <a:lnTo>
                    <a:pt x="4453" y="1043"/>
                  </a:lnTo>
                  <a:lnTo>
                    <a:pt x="5055" y="1143"/>
                  </a:lnTo>
                  <a:lnTo>
                    <a:pt x="5676" y="1264"/>
                  </a:lnTo>
                  <a:lnTo>
                    <a:pt x="6318" y="1344"/>
                  </a:lnTo>
                  <a:lnTo>
                    <a:pt x="6659" y="1384"/>
                  </a:lnTo>
                  <a:lnTo>
                    <a:pt x="7000" y="1404"/>
                  </a:lnTo>
                  <a:lnTo>
                    <a:pt x="7000" y="1404"/>
                  </a:lnTo>
                  <a:lnTo>
                    <a:pt x="13939" y="903"/>
                  </a:lnTo>
                  <a:lnTo>
                    <a:pt x="13939" y="903"/>
                  </a:lnTo>
                  <a:lnTo>
                    <a:pt x="18150" y="602"/>
                  </a:lnTo>
                  <a:lnTo>
                    <a:pt x="18150" y="602"/>
                  </a:lnTo>
                  <a:lnTo>
                    <a:pt x="19193" y="542"/>
                  </a:lnTo>
                  <a:lnTo>
                    <a:pt x="19193" y="542"/>
                  </a:lnTo>
                  <a:lnTo>
                    <a:pt x="19815" y="481"/>
                  </a:lnTo>
                  <a:lnTo>
                    <a:pt x="19815" y="481"/>
                  </a:lnTo>
                  <a:lnTo>
                    <a:pt x="23725" y="241"/>
                  </a:lnTo>
                  <a:lnTo>
                    <a:pt x="25510" y="141"/>
                  </a:lnTo>
                  <a:lnTo>
                    <a:pt x="27094" y="60"/>
                  </a:lnTo>
                  <a:lnTo>
                    <a:pt x="28478" y="20"/>
                  </a:lnTo>
                  <a:lnTo>
                    <a:pt x="29581" y="0"/>
                  </a:lnTo>
                  <a:lnTo>
                    <a:pt x="30383" y="20"/>
                  </a:lnTo>
                  <a:lnTo>
                    <a:pt x="30644" y="40"/>
                  </a:lnTo>
                  <a:lnTo>
                    <a:pt x="30825" y="80"/>
                  </a:lnTo>
                  <a:lnTo>
                    <a:pt x="30825" y="80"/>
                  </a:lnTo>
                  <a:lnTo>
                    <a:pt x="30925" y="120"/>
                  </a:lnTo>
                  <a:lnTo>
                    <a:pt x="31005" y="181"/>
                  </a:lnTo>
                  <a:lnTo>
                    <a:pt x="31065" y="241"/>
                  </a:lnTo>
                  <a:lnTo>
                    <a:pt x="31085" y="301"/>
                  </a:lnTo>
                  <a:lnTo>
                    <a:pt x="31085" y="381"/>
                  </a:lnTo>
                  <a:lnTo>
                    <a:pt x="31085" y="461"/>
                  </a:lnTo>
                  <a:lnTo>
                    <a:pt x="31045" y="542"/>
                  </a:lnTo>
                  <a:lnTo>
                    <a:pt x="31005" y="622"/>
                  </a:lnTo>
                  <a:lnTo>
                    <a:pt x="30865" y="762"/>
                  </a:lnTo>
                  <a:lnTo>
                    <a:pt x="30684" y="903"/>
                  </a:lnTo>
                  <a:lnTo>
                    <a:pt x="30484" y="1023"/>
                  </a:lnTo>
                  <a:lnTo>
                    <a:pt x="30363" y="1063"/>
                  </a:lnTo>
                  <a:lnTo>
                    <a:pt x="30263" y="11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29">
              <a:extLst>
                <a:ext uri="{FF2B5EF4-FFF2-40B4-BE49-F238E27FC236}">
                  <a16:creationId xmlns:a16="http://schemas.microsoft.com/office/drawing/2014/main" id="{DBF982D4-42C6-0E89-D991-E525202C4636}"/>
                </a:ext>
              </a:extLst>
            </p:cNvPr>
            <p:cNvSpPr/>
            <p:nvPr/>
          </p:nvSpPr>
          <p:spPr>
            <a:xfrm>
              <a:off x="11817575" y="4317888"/>
              <a:ext cx="110325" cy="34625"/>
            </a:xfrm>
            <a:custGeom>
              <a:avLst/>
              <a:gdLst/>
              <a:ahLst/>
              <a:cxnLst/>
              <a:rect l="l" t="t" r="r" b="b"/>
              <a:pathLst>
                <a:path w="4413" h="1385" extrusionOk="0">
                  <a:moveTo>
                    <a:pt x="4212" y="1"/>
                  </a:moveTo>
                  <a:lnTo>
                    <a:pt x="1" y="302"/>
                  </a:lnTo>
                  <a:lnTo>
                    <a:pt x="121" y="482"/>
                  </a:lnTo>
                  <a:lnTo>
                    <a:pt x="201" y="663"/>
                  </a:lnTo>
                  <a:lnTo>
                    <a:pt x="281" y="863"/>
                  </a:lnTo>
                  <a:lnTo>
                    <a:pt x="342" y="1084"/>
                  </a:lnTo>
                  <a:lnTo>
                    <a:pt x="362" y="1224"/>
                  </a:lnTo>
                  <a:lnTo>
                    <a:pt x="362" y="1385"/>
                  </a:lnTo>
                  <a:lnTo>
                    <a:pt x="2367" y="1244"/>
                  </a:lnTo>
                  <a:lnTo>
                    <a:pt x="4413" y="1124"/>
                  </a:lnTo>
                  <a:lnTo>
                    <a:pt x="4413" y="843"/>
                  </a:lnTo>
                  <a:lnTo>
                    <a:pt x="4373" y="542"/>
                  </a:lnTo>
                  <a:lnTo>
                    <a:pt x="4292" y="261"/>
                  </a:lnTo>
                  <a:lnTo>
                    <a:pt x="42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29">
              <a:extLst>
                <a:ext uri="{FF2B5EF4-FFF2-40B4-BE49-F238E27FC236}">
                  <a16:creationId xmlns:a16="http://schemas.microsoft.com/office/drawing/2014/main" id="{4B0D3EDF-B305-86F5-8121-63536E12263E}"/>
                </a:ext>
              </a:extLst>
            </p:cNvPr>
            <p:cNvSpPr/>
            <p:nvPr/>
          </p:nvSpPr>
          <p:spPr>
            <a:xfrm>
              <a:off x="11817575" y="4317888"/>
              <a:ext cx="110325" cy="34625"/>
            </a:xfrm>
            <a:custGeom>
              <a:avLst/>
              <a:gdLst/>
              <a:ahLst/>
              <a:cxnLst/>
              <a:rect l="l" t="t" r="r" b="b"/>
              <a:pathLst>
                <a:path w="4413" h="1385" fill="none" extrusionOk="0">
                  <a:moveTo>
                    <a:pt x="4413" y="1124"/>
                  </a:moveTo>
                  <a:lnTo>
                    <a:pt x="4413" y="1124"/>
                  </a:lnTo>
                  <a:lnTo>
                    <a:pt x="2367" y="1244"/>
                  </a:lnTo>
                  <a:lnTo>
                    <a:pt x="362" y="1385"/>
                  </a:lnTo>
                  <a:lnTo>
                    <a:pt x="362" y="1385"/>
                  </a:lnTo>
                  <a:lnTo>
                    <a:pt x="362" y="1224"/>
                  </a:lnTo>
                  <a:lnTo>
                    <a:pt x="342" y="1084"/>
                  </a:lnTo>
                  <a:lnTo>
                    <a:pt x="342" y="1084"/>
                  </a:lnTo>
                  <a:lnTo>
                    <a:pt x="281" y="863"/>
                  </a:lnTo>
                  <a:lnTo>
                    <a:pt x="201" y="663"/>
                  </a:lnTo>
                  <a:lnTo>
                    <a:pt x="121" y="482"/>
                  </a:lnTo>
                  <a:lnTo>
                    <a:pt x="1" y="302"/>
                  </a:lnTo>
                  <a:lnTo>
                    <a:pt x="1" y="302"/>
                  </a:lnTo>
                  <a:lnTo>
                    <a:pt x="4212" y="1"/>
                  </a:lnTo>
                  <a:lnTo>
                    <a:pt x="4212" y="1"/>
                  </a:lnTo>
                  <a:lnTo>
                    <a:pt x="4292" y="261"/>
                  </a:lnTo>
                  <a:lnTo>
                    <a:pt x="4373" y="542"/>
                  </a:lnTo>
                  <a:lnTo>
                    <a:pt x="4413" y="843"/>
                  </a:lnTo>
                  <a:lnTo>
                    <a:pt x="4413" y="112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29">
              <a:extLst>
                <a:ext uri="{FF2B5EF4-FFF2-40B4-BE49-F238E27FC236}">
                  <a16:creationId xmlns:a16="http://schemas.microsoft.com/office/drawing/2014/main" id="{33BA9CC0-FBF6-D10B-7FE5-DCD29E41E4FA}"/>
                </a:ext>
              </a:extLst>
            </p:cNvPr>
            <p:cNvSpPr/>
            <p:nvPr/>
          </p:nvSpPr>
          <p:spPr>
            <a:xfrm>
              <a:off x="11469125" y="4324913"/>
              <a:ext cx="596150" cy="81250"/>
            </a:xfrm>
            <a:custGeom>
              <a:avLst/>
              <a:gdLst/>
              <a:ahLst/>
              <a:cxnLst/>
              <a:rect l="l" t="t" r="r" b="b"/>
              <a:pathLst>
                <a:path w="23846" h="3250" extrusionOk="0">
                  <a:moveTo>
                    <a:pt x="2026" y="1"/>
                  </a:moveTo>
                  <a:lnTo>
                    <a:pt x="2018" y="6"/>
                  </a:lnTo>
                  <a:lnTo>
                    <a:pt x="2018" y="6"/>
                  </a:lnTo>
                  <a:lnTo>
                    <a:pt x="2046" y="1"/>
                  </a:lnTo>
                  <a:close/>
                  <a:moveTo>
                    <a:pt x="21259" y="482"/>
                  </a:moveTo>
                  <a:lnTo>
                    <a:pt x="19795" y="502"/>
                  </a:lnTo>
                  <a:lnTo>
                    <a:pt x="18351" y="542"/>
                  </a:lnTo>
                  <a:lnTo>
                    <a:pt x="18351" y="843"/>
                  </a:lnTo>
                  <a:lnTo>
                    <a:pt x="19333" y="803"/>
                  </a:lnTo>
                  <a:lnTo>
                    <a:pt x="19975" y="763"/>
                  </a:lnTo>
                  <a:lnTo>
                    <a:pt x="23846" y="562"/>
                  </a:lnTo>
                  <a:lnTo>
                    <a:pt x="23204" y="522"/>
                  </a:lnTo>
                  <a:lnTo>
                    <a:pt x="22562" y="502"/>
                  </a:lnTo>
                  <a:lnTo>
                    <a:pt x="21259" y="482"/>
                  </a:lnTo>
                  <a:close/>
                  <a:moveTo>
                    <a:pt x="2018" y="6"/>
                  </a:moveTo>
                  <a:lnTo>
                    <a:pt x="1625" y="81"/>
                  </a:lnTo>
                  <a:lnTo>
                    <a:pt x="1405" y="141"/>
                  </a:lnTo>
                  <a:lnTo>
                    <a:pt x="1164" y="221"/>
                  </a:lnTo>
                  <a:lnTo>
                    <a:pt x="923" y="301"/>
                  </a:lnTo>
                  <a:lnTo>
                    <a:pt x="703" y="402"/>
                  </a:lnTo>
                  <a:lnTo>
                    <a:pt x="522" y="522"/>
                  </a:lnTo>
                  <a:lnTo>
                    <a:pt x="362" y="662"/>
                  </a:lnTo>
                  <a:lnTo>
                    <a:pt x="282" y="743"/>
                  </a:lnTo>
                  <a:lnTo>
                    <a:pt x="201" y="863"/>
                  </a:lnTo>
                  <a:lnTo>
                    <a:pt x="141" y="963"/>
                  </a:lnTo>
                  <a:lnTo>
                    <a:pt x="101" y="1063"/>
                  </a:lnTo>
                  <a:lnTo>
                    <a:pt x="21" y="1304"/>
                  </a:lnTo>
                  <a:lnTo>
                    <a:pt x="1" y="1545"/>
                  </a:lnTo>
                  <a:lnTo>
                    <a:pt x="21" y="1745"/>
                  </a:lnTo>
                  <a:lnTo>
                    <a:pt x="61" y="1946"/>
                  </a:lnTo>
                  <a:lnTo>
                    <a:pt x="141" y="2146"/>
                  </a:lnTo>
                  <a:lnTo>
                    <a:pt x="241" y="2347"/>
                  </a:lnTo>
                  <a:lnTo>
                    <a:pt x="362" y="2527"/>
                  </a:lnTo>
                  <a:lnTo>
                    <a:pt x="502" y="2688"/>
                  </a:lnTo>
                  <a:lnTo>
                    <a:pt x="663" y="2828"/>
                  </a:lnTo>
                  <a:lnTo>
                    <a:pt x="843" y="2949"/>
                  </a:lnTo>
                  <a:lnTo>
                    <a:pt x="1144" y="3089"/>
                  </a:lnTo>
                  <a:lnTo>
                    <a:pt x="1445" y="3189"/>
                  </a:lnTo>
                  <a:lnTo>
                    <a:pt x="1746" y="3229"/>
                  </a:lnTo>
                  <a:lnTo>
                    <a:pt x="2066" y="3249"/>
                  </a:lnTo>
                  <a:lnTo>
                    <a:pt x="2327" y="3249"/>
                  </a:lnTo>
                  <a:lnTo>
                    <a:pt x="2608" y="3209"/>
                  </a:lnTo>
                  <a:lnTo>
                    <a:pt x="2869" y="3169"/>
                  </a:lnTo>
                  <a:lnTo>
                    <a:pt x="3149" y="3109"/>
                  </a:lnTo>
                  <a:lnTo>
                    <a:pt x="3711" y="2949"/>
                  </a:lnTo>
                  <a:lnTo>
                    <a:pt x="4272" y="2748"/>
                  </a:lnTo>
                  <a:lnTo>
                    <a:pt x="5335" y="2327"/>
                  </a:lnTo>
                  <a:lnTo>
                    <a:pt x="5837" y="2146"/>
                  </a:lnTo>
                  <a:lnTo>
                    <a:pt x="6318" y="2026"/>
                  </a:lnTo>
                  <a:lnTo>
                    <a:pt x="6940" y="1886"/>
                  </a:lnTo>
                  <a:lnTo>
                    <a:pt x="7702" y="1765"/>
                  </a:lnTo>
                  <a:lnTo>
                    <a:pt x="8584" y="1645"/>
                  </a:lnTo>
                  <a:lnTo>
                    <a:pt x="9567" y="1525"/>
                  </a:lnTo>
                  <a:lnTo>
                    <a:pt x="10650" y="1404"/>
                  </a:lnTo>
                  <a:lnTo>
                    <a:pt x="11813" y="1304"/>
                  </a:lnTo>
                  <a:lnTo>
                    <a:pt x="14300" y="1104"/>
                  </a:lnTo>
                  <a:lnTo>
                    <a:pt x="14300" y="943"/>
                  </a:lnTo>
                  <a:lnTo>
                    <a:pt x="14280" y="803"/>
                  </a:lnTo>
                  <a:lnTo>
                    <a:pt x="14260" y="763"/>
                  </a:lnTo>
                  <a:lnTo>
                    <a:pt x="12876" y="823"/>
                  </a:lnTo>
                  <a:lnTo>
                    <a:pt x="11472" y="863"/>
                  </a:lnTo>
                  <a:lnTo>
                    <a:pt x="10068" y="923"/>
                  </a:lnTo>
                  <a:lnTo>
                    <a:pt x="9366" y="983"/>
                  </a:lnTo>
                  <a:lnTo>
                    <a:pt x="8664" y="1043"/>
                  </a:lnTo>
                  <a:lnTo>
                    <a:pt x="7962" y="1124"/>
                  </a:lnTo>
                  <a:lnTo>
                    <a:pt x="7261" y="1224"/>
                  </a:lnTo>
                  <a:lnTo>
                    <a:pt x="6519" y="1364"/>
                  </a:lnTo>
                  <a:lnTo>
                    <a:pt x="5777" y="1505"/>
                  </a:lnTo>
                  <a:lnTo>
                    <a:pt x="5034" y="1665"/>
                  </a:lnTo>
                  <a:lnTo>
                    <a:pt x="4292" y="1805"/>
                  </a:lnTo>
                  <a:lnTo>
                    <a:pt x="3591" y="1926"/>
                  </a:lnTo>
                  <a:lnTo>
                    <a:pt x="3210" y="1986"/>
                  </a:lnTo>
                  <a:lnTo>
                    <a:pt x="2849" y="2006"/>
                  </a:lnTo>
                  <a:lnTo>
                    <a:pt x="2668" y="1986"/>
                  </a:lnTo>
                  <a:lnTo>
                    <a:pt x="2508" y="1966"/>
                  </a:lnTo>
                  <a:lnTo>
                    <a:pt x="2267" y="1926"/>
                  </a:lnTo>
                  <a:lnTo>
                    <a:pt x="2066" y="1846"/>
                  </a:lnTo>
                  <a:lnTo>
                    <a:pt x="1886" y="1765"/>
                  </a:lnTo>
                  <a:lnTo>
                    <a:pt x="1726" y="1665"/>
                  </a:lnTo>
                  <a:lnTo>
                    <a:pt x="1605" y="1545"/>
                  </a:lnTo>
                  <a:lnTo>
                    <a:pt x="1505" y="1404"/>
                  </a:lnTo>
                  <a:lnTo>
                    <a:pt x="1445" y="1284"/>
                  </a:lnTo>
                  <a:lnTo>
                    <a:pt x="1385" y="1124"/>
                  </a:lnTo>
                  <a:lnTo>
                    <a:pt x="1365" y="983"/>
                  </a:lnTo>
                  <a:lnTo>
                    <a:pt x="1385" y="823"/>
                  </a:lnTo>
                  <a:lnTo>
                    <a:pt x="1425" y="682"/>
                  </a:lnTo>
                  <a:lnTo>
                    <a:pt x="1485" y="542"/>
                  </a:lnTo>
                  <a:lnTo>
                    <a:pt x="1585" y="382"/>
                  </a:lnTo>
                  <a:lnTo>
                    <a:pt x="1705" y="261"/>
                  </a:lnTo>
                  <a:lnTo>
                    <a:pt x="1846" y="121"/>
                  </a:lnTo>
                  <a:lnTo>
                    <a:pt x="2018" y="6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29">
              <a:extLst>
                <a:ext uri="{FF2B5EF4-FFF2-40B4-BE49-F238E27FC236}">
                  <a16:creationId xmlns:a16="http://schemas.microsoft.com/office/drawing/2014/main" id="{D243AC39-0D37-ECC3-5B9E-B2FD899A669E}"/>
                </a:ext>
              </a:extLst>
            </p:cNvPr>
            <p:cNvSpPr/>
            <p:nvPr/>
          </p:nvSpPr>
          <p:spPr>
            <a:xfrm>
              <a:off x="11825600" y="4338463"/>
              <a:ext cx="102300" cy="14050"/>
            </a:xfrm>
            <a:custGeom>
              <a:avLst/>
              <a:gdLst/>
              <a:ahLst/>
              <a:cxnLst/>
              <a:rect l="l" t="t" r="r" b="b"/>
              <a:pathLst>
                <a:path w="4092" h="562" extrusionOk="0">
                  <a:moveTo>
                    <a:pt x="4092" y="0"/>
                  </a:moveTo>
                  <a:lnTo>
                    <a:pt x="2046" y="100"/>
                  </a:lnTo>
                  <a:lnTo>
                    <a:pt x="1" y="221"/>
                  </a:lnTo>
                  <a:lnTo>
                    <a:pt x="21" y="261"/>
                  </a:lnTo>
                  <a:lnTo>
                    <a:pt x="41" y="401"/>
                  </a:lnTo>
                  <a:lnTo>
                    <a:pt x="41" y="562"/>
                  </a:lnTo>
                  <a:lnTo>
                    <a:pt x="3209" y="361"/>
                  </a:lnTo>
                  <a:lnTo>
                    <a:pt x="4092" y="301"/>
                  </a:lnTo>
                  <a:lnTo>
                    <a:pt x="409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9054202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06">
          <a:extLst>
            <a:ext uri="{FF2B5EF4-FFF2-40B4-BE49-F238E27FC236}">
              <a16:creationId xmlns:a16="http://schemas.microsoft.com/office/drawing/2014/main" id="{9E27FF89-A115-587C-13DD-E274A58430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09" name="Google Shape;8409;p42">
            <a:extLst>
              <a:ext uri="{FF2B5EF4-FFF2-40B4-BE49-F238E27FC236}">
                <a16:creationId xmlns:a16="http://schemas.microsoft.com/office/drawing/2014/main" id="{9C35518D-EFEC-A332-48DF-12888B6C2FE5}"/>
              </a:ext>
            </a:extLst>
          </p:cNvPr>
          <p:cNvGrpSpPr/>
          <p:nvPr/>
        </p:nvGrpSpPr>
        <p:grpSpPr>
          <a:xfrm>
            <a:off x="7221950" y="3079325"/>
            <a:ext cx="1765300" cy="1903938"/>
            <a:chOff x="9755600" y="2300713"/>
            <a:chExt cx="1765300" cy="1903938"/>
          </a:xfrm>
        </p:grpSpPr>
        <p:sp>
          <p:nvSpPr>
            <p:cNvPr id="8410" name="Google Shape;8410;p42">
              <a:extLst>
                <a:ext uri="{FF2B5EF4-FFF2-40B4-BE49-F238E27FC236}">
                  <a16:creationId xmlns:a16="http://schemas.microsoft.com/office/drawing/2014/main" id="{0000D8B6-9D85-2E43-270B-7327CB456B84}"/>
                </a:ext>
              </a:extLst>
            </p:cNvPr>
            <p:cNvSpPr/>
            <p:nvPr/>
          </p:nvSpPr>
          <p:spPr>
            <a:xfrm>
              <a:off x="10095063" y="4128450"/>
              <a:ext cx="1092900" cy="762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42">
              <a:extLst>
                <a:ext uri="{FF2B5EF4-FFF2-40B4-BE49-F238E27FC236}">
                  <a16:creationId xmlns:a16="http://schemas.microsoft.com/office/drawing/2014/main" id="{C5A422A2-DD27-1AED-0BAB-327E8B03E36A}"/>
                </a:ext>
              </a:extLst>
            </p:cNvPr>
            <p:cNvSpPr/>
            <p:nvPr/>
          </p:nvSpPr>
          <p:spPr>
            <a:xfrm>
              <a:off x="10628450" y="2356363"/>
              <a:ext cx="26600" cy="257225"/>
            </a:xfrm>
            <a:custGeom>
              <a:avLst/>
              <a:gdLst/>
              <a:ahLst/>
              <a:cxnLst/>
              <a:rect l="l" t="t" r="r" b="b"/>
              <a:pathLst>
                <a:path w="1064" h="10289" extrusionOk="0">
                  <a:moveTo>
                    <a:pt x="322" y="0"/>
                  </a:moveTo>
                  <a:lnTo>
                    <a:pt x="1" y="10288"/>
                  </a:lnTo>
                  <a:lnTo>
                    <a:pt x="1064" y="10288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42">
              <a:extLst>
                <a:ext uri="{FF2B5EF4-FFF2-40B4-BE49-F238E27FC236}">
                  <a16:creationId xmlns:a16="http://schemas.microsoft.com/office/drawing/2014/main" id="{1227E3F6-63D8-1DA7-1A87-FA3E9F22EE0C}"/>
                </a:ext>
              </a:extLst>
            </p:cNvPr>
            <p:cNvSpPr/>
            <p:nvPr/>
          </p:nvSpPr>
          <p:spPr>
            <a:xfrm>
              <a:off x="9851350" y="3122938"/>
              <a:ext cx="299325" cy="309375"/>
            </a:xfrm>
            <a:custGeom>
              <a:avLst/>
              <a:gdLst/>
              <a:ahLst/>
              <a:cxnLst/>
              <a:rect l="l" t="t" r="r" b="b"/>
              <a:pathLst>
                <a:path w="11973" h="12375" extrusionOk="0">
                  <a:moveTo>
                    <a:pt x="1144" y="0"/>
                  </a:moveTo>
                  <a:lnTo>
                    <a:pt x="923" y="21"/>
                  </a:lnTo>
                  <a:lnTo>
                    <a:pt x="722" y="81"/>
                  </a:lnTo>
                  <a:lnTo>
                    <a:pt x="522" y="161"/>
                  </a:lnTo>
                  <a:lnTo>
                    <a:pt x="422" y="221"/>
                  </a:lnTo>
                  <a:lnTo>
                    <a:pt x="341" y="301"/>
                  </a:lnTo>
                  <a:lnTo>
                    <a:pt x="261" y="382"/>
                  </a:lnTo>
                  <a:lnTo>
                    <a:pt x="201" y="482"/>
                  </a:lnTo>
                  <a:lnTo>
                    <a:pt x="141" y="582"/>
                  </a:lnTo>
                  <a:lnTo>
                    <a:pt x="101" y="702"/>
                  </a:lnTo>
                  <a:lnTo>
                    <a:pt x="81" y="823"/>
                  </a:lnTo>
                  <a:lnTo>
                    <a:pt x="61" y="963"/>
                  </a:lnTo>
                  <a:lnTo>
                    <a:pt x="21" y="2086"/>
                  </a:lnTo>
                  <a:lnTo>
                    <a:pt x="0" y="3309"/>
                  </a:lnTo>
                  <a:lnTo>
                    <a:pt x="0" y="3951"/>
                  </a:lnTo>
                  <a:lnTo>
                    <a:pt x="21" y="4613"/>
                  </a:lnTo>
                  <a:lnTo>
                    <a:pt x="61" y="5255"/>
                  </a:lnTo>
                  <a:lnTo>
                    <a:pt x="121" y="5917"/>
                  </a:lnTo>
                  <a:lnTo>
                    <a:pt x="201" y="6558"/>
                  </a:lnTo>
                  <a:lnTo>
                    <a:pt x="301" y="7200"/>
                  </a:lnTo>
                  <a:lnTo>
                    <a:pt x="462" y="7822"/>
                  </a:lnTo>
                  <a:lnTo>
                    <a:pt x="642" y="8403"/>
                  </a:lnTo>
                  <a:lnTo>
                    <a:pt x="742" y="8704"/>
                  </a:lnTo>
                  <a:lnTo>
                    <a:pt x="843" y="8965"/>
                  </a:lnTo>
                  <a:lnTo>
                    <a:pt x="983" y="9246"/>
                  </a:lnTo>
                  <a:lnTo>
                    <a:pt x="1103" y="9506"/>
                  </a:lnTo>
                  <a:lnTo>
                    <a:pt x="1264" y="9747"/>
                  </a:lnTo>
                  <a:lnTo>
                    <a:pt x="1424" y="9988"/>
                  </a:lnTo>
                  <a:lnTo>
                    <a:pt x="1585" y="10228"/>
                  </a:lnTo>
                  <a:lnTo>
                    <a:pt x="1765" y="10449"/>
                  </a:lnTo>
                  <a:lnTo>
                    <a:pt x="1966" y="10649"/>
                  </a:lnTo>
                  <a:lnTo>
                    <a:pt x="2166" y="10850"/>
                  </a:lnTo>
                  <a:lnTo>
                    <a:pt x="2407" y="11010"/>
                  </a:lnTo>
                  <a:lnTo>
                    <a:pt x="2628" y="11191"/>
                  </a:lnTo>
                  <a:lnTo>
                    <a:pt x="2888" y="11331"/>
                  </a:lnTo>
                  <a:lnTo>
                    <a:pt x="3129" y="11472"/>
                  </a:lnTo>
                  <a:lnTo>
                    <a:pt x="3410" y="11592"/>
                  </a:lnTo>
                  <a:lnTo>
                    <a:pt x="3690" y="11712"/>
                  </a:lnTo>
                  <a:lnTo>
                    <a:pt x="3971" y="11813"/>
                  </a:lnTo>
                  <a:lnTo>
                    <a:pt x="4252" y="11913"/>
                  </a:lnTo>
                  <a:lnTo>
                    <a:pt x="4854" y="12073"/>
                  </a:lnTo>
                  <a:lnTo>
                    <a:pt x="5475" y="12194"/>
                  </a:lnTo>
                  <a:lnTo>
                    <a:pt x="6117" y="12274"/>
                  </a:lnTo>
                  <a:lnTo>
                    <a:pt x="6779" y="12334"/>
                  </a:lnTo>
                  <a:lnTo>
                    <a:pt x="7421" y="12374"/>
                  </a:lnTo>
                  <a:lnTo>
                    <a:pt x="8704" y="12374"/>
                  </a:lnTo>
                  <a:lnTo>
                    <a:pt x="9326" y="12354"/>
                  </a:lnTo>
                  <a:lnTo>
                    <a:pt x="9927" y="12314"/>
                  </a:lnTo>
                  <a:lnTo>
                    <a:pt x="11030" y="12234"/>
                  </a:lnTo>
                  <a:lnTo>
                    <a:pt x="11211" y="12194"/>
                  </a:lnTo>
                  <a:lnTo>
                    <a:pt x="11351" y="12154"/>
                  </a:lnTo>
                  <a:lnTo>
                    <a:pt x="11512" y="12053"/>
                  </a:lnTo>
                  <a:lnTo>
                    <a:pt x="11652" y="11953"/>
                  </a:lnTo>
                  <a:lnTo>
                    <a:pt x="11752" y="11813"/>
                  </a:lnTo>
                  <a:lnTo>
                    <a:pt x="11853" y="11672"/>
                  </a:lnTo>
                  <a:lnTo>
                    <a:pt x="11913" y="11512"/>
                  </a:lnTo>
                  <a:lnTo>
                    <a:pt x="11953" y="11351"/>
                  </a:lnTo>
                  <a:lnTo>
                    <a:pt x="11973" y="11191"/>
                  </a:lnTo>
                  <a:lnTo>
                    <a:pt x="11953" y="11030"/>
                  </a:lnTo>
                  <a:lnTo>
                    <a:pt x="11913" y="10870"/>
                  </a:lnTo>
                  <a:lnTo>
                    <a:pt x="11873" y="10710"/>
                  </a:lnTo>
                  <a:lnTo>
                    <a:pt x="11792" y="10589"/>
                  </a:lnTo>
                  <a:lnTo>
                    <a:pt x="11672" y="10469"/>
                  </a:lnTo>
                  <a:lnTo>
                    <a:pt x="11552" y="10369"/>
                  </a:lnTo>
                  <a:lnTo>
                    <a:pt x="11391" y="10309"/>
                  </a:lnTo>
                  <a:lnTo>
                    <a:pt x="11231" y="10268"/>
                  </a:lnTo>
                  <a:lnTo>
                    <a:pt x="11030" y="10268"/>
                  </a:lnTo>
                  <a:lnTo>
                    <a:pt x="10128" y="10349"/>
                  </a:lnTo>
                  <a:lnTo>
                    <a:pt x="9085" y="10409"/>
                  </a:lnTo>
                  <a:lnTo>
                    <a:pt x="8544" y="10429"/>
                  </a:lnTo>
                  <a:lnTo>
                    <a:pt x="7982" y="10449"/>
                  </a:lnTo>
                  <a:lnTo>
                    <a:pt x="7421" y="10429"/>
                  </a:lnTo>
                  <a:lnTo>
                    <a:pt x="6839" y="10409"/>
                  </a:lnTo>
                  <a:lnTo>
                    <a:pt x="6278" y="10349"/>
                  </a:lnTo>
                  <a:lnTo>
                    <a:pt x="5736" y="10288"/>
                  </a:lnTo>
                  <a:lnTo>
                    <a:pt x="5215" y="10168"/>
                  </a:lnTo>
                  <a:lnTo>
                    <a:pt x="4713" y="10028"/>
                  </a:lnTo>
                  <a:lnTo>
                    <a:pt x="4473" y="9948"/>
                  </a:lnTo>
                  <a:lnTo>
                    <a:pt x="4252" y="9847"/>
                  </a:lnTo>
                  <a:lnTo>
                    <a:pt x="4031" y="9727"/>
                  </a:lnTo>
                  <a:lnTo>
                    <a:pt x="3831" y="9627"/>
                  </a:lnTo>
                  <a:lnTo>
                    <a:pt x="3630" y="9486"/>
                  </a:lnTo>
                  <a:lnTo>
                    <a:pt x="3470" y="9346"/>
                  </a:lnTo>
                  <a:lnTo>
                    <a:pt x="3289" y="9185"/>
                  </a:lnTo>
                  <a:lnTo>
                    <a:pt x="3149" y="9025"/>
                  </a:lnTo>
                  <a:lnTo>
                    <a:pt x="3009" y="8845"/>
                  </a:lnTo>
                  <a:lnTo>
                    <a:pt x="2888" y="8644"/>
                  </a:lnTo>
                  <a:lnTo>
                    <a:pt x="2768" y="8443"/>
                  </a:lnTo>
                  <a:lnTo>
                    <a:pt x="2648" y="8243"/>
                  </a:lnTo>
                  <a:lnTo>
                    <a:pt x="2467" y="7782"/>
                  </a:lnTo>
                  <a:lnTo>
                    <a:pt x="2307" y="7300"/>
                  </a:lnTo>
                  <a:lnTo>
                    <a:pt x="2186" y="6779"/>
                  </a:lnTo>
                  <a:lnTo>
                    <a:pt x="2086" y="6257"/>
                  </a:lnTo>
                  <a:lnTo>
                    <a:pt x="2026" y="5696"/>
                  </a:lnTo>
                  <a:lnTo>
                    <a:pt x="1966" y="5154"/>
                  </a:lnTo>
                  <a:lnTo>
                    <a:pt x="1946" y="4593"/>
                  </a:lnTo>
                  <a:lnTo>
                    <a:pt x="1926" y="4031"/>
                  </a:lnTo>
                  <a:lnTo>
                    <a:pt x="1946" y="2928"/>
                  </a:lnTo>
                  <a:lnTo>
                    <a:pt x="1986" y="1886"/>
                  </a:lnTo>
                  <a:lnTo>
                    <a:pt x="2026" y="963"/>
                  </a:lnTo>
                  <a:lnTo>
                    <a:pt x="2026" y="763"/>
                  </a:lnTo>
                  <a:lnTo>
                    <a:pt x="1986" y="602"/>
                  </a:lnTo>
                  <a:lnTo>
                    <a:pt x="1926" y="462"/>
                  </a:lnTo>
                  <a:lnTo>
                    <a:pt x="1845" y="341"/>
                  </a:lnTo>
                  <a:lnTo>
                    <a:pt x="1745" y="241"/>
                  </a:lnTo>
                  <a:lnTo>
                    <a:pt x="1625" y="141"/>
                  </a:lnTo>
                  <a:lnTo>
                    <a:pt x="1505" y="81"/>
                  </a:lnTo>
                  <a:lnTo>
                    <a:pt x="1364" y="41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42">
              <a:extLst>
                <a:ext uri="{FF2B5EF4-FFF2-40B4-BE49-F238E27FC236}">
                  <a16:creationId xmlns:a16="http://schemas.microsoft.com/office/drawing/2014/main" id="{2A672BCF-D58B-7AF1-FE51-529F8638E627}"/>
                </a:ext>
              </a:extLst>
            </p:cNvPr>
            <p:cNvSpPr/>
            <p:nvPr/>
          </p:nvSpPr>
          <p:spPr>
            <a:xfrm>
              <a:off x="9851350" y="3122938"/>
              <a:ext cx="299325" cy="309375"/>
            </a:xfrm>
            <a:custGeom>
              <a:avLst/>
              <a:gdLst/>
              <a:ahLst/>
              <a:cxnLst/>
              <a:rect l="l" t="t" r="r" b="b"/>
              <a:pathLst>
                <a:path w="11973" h="12375" fill="none" extrusionOk="0">
                  <a:moveTo>
                    <a:pt x="11351" y="12154"/>
                  </a:moveTo>
                  <a:lnTo>
                    <a:pt x="11351" y="12154"/>
                  </a:lnTo>
                  <a:lnTo>
                    <a:pt x="11211" y="12194"/>
                  </a:lnTo>
                  <a:lnTo>
                    <a:pt x="11030" y="12234"/>
                  </a:lnTo>
                  <a:lnTo>
                    <a:pt x="11030" y="12234"/>
                  </a:lnTo>
                  <a:lnTo>
                    <a:pt x="9927" y="12314"/>
                  </a:lnTo>
                  <a:lnTo>
                    <a:pt x="9326" y="12354"/>
                  </a:lnTo>
                  <a:lnTo>
                    <a:pt x="8704" y="12374"/>
                  </a:lnTo>
                  <a:lnTo>
                    <a:pt x="8062" y="12374"/>
                  </a:lnTo>
                  <a:lnTo>
                    <a:pt x="7421" y="12374"/>
                  </a:lnTo>
                  <a:lnTo>
                    <a:pt x="6779" y="12334"/>
                  </a:lnTo>
                  <a:lnTo>
                    <a:pt x="6117" y="12274"/>
                  </a:lnTo>
                  <a:lnTo>
                    <a:pt x="5475" y="12194"/>
                  </a:lnTo>
                  <a:lnTo>
                    <a:pt x="4854" y="12073"/>
                  </a:lnTo>
                  <a:lnTo>
                    <a:pt x="4252" y="11913"/>
                  </a:lnTo>
                  <a:lnTo>
                    <a:pt x="3971" y="11813"/>
                  </a:lnTo>
                  <a:lnTo>
                    <a:pt x="3690" y="11712"/>
                  </a:lnTo>
                  <a:lnTo>
                    <a:pt x="3410" y="11592"/>
                  </a:lnTo>
                  <a:lnTo>
                    <a:pt x="3129" y="11472"/>
                  </a:lnTo>
                  <a:lnTo>
                    <a:pt x="2888" y="11331"/>
                  </a:lnTo>
                  <a:lnTo>
                    <a:pt x="2628" y="11191"/>
                  </a:lnTo>
                  <a:lnTo>
                    <a:pt x="2407" y="11010"/>
                  </a:lnTo>
                  <a:lnTo>
                    <a:pt x="2166" y="10850"/>
                  </a:lnTo>
                  <a:lnTo>
                    <a:pt x="1966" y="10649"/>
                  </a:lnTo>
                  <a:lnTo>
                    <a:pt x="1765" y="10449"/>
                  </a:lnTo>
                  <a:lnTo>
                    <a:pt x="1765" y="10449"/>
                  </a:lnTo>
                  <a:lnTo>
                    <a:pt x="1585" y="10228"/>
                  </a:lnTo>
                  <a:lnTo>
                    <a:pt x="1424" y="9988"/>
                  </a:lnTo>
                  <a:lnTo>
                    <a:pt x="1264" y="9747"/>
                  </a:lnTo>
                  <a:lnTo>
                    <a:pt x="1103" y="9506"/>
                  </a:lnTo>
                  <a:lnTo>
                    <a:pt x="983" y="9246"/>
                  </a:lnTo>
                  <a:lnTo>
                    <a:pt x="843" y="8965"/>
                  </a:lnTo>
                  <a:lnTo>
                    <a:pt x="742" y="8704"/>
                  </a:lnTo>
                  <a:lnTo>
                    <a:pt x="642" y="8403"/>
                  </a:lnTo>
                  <a:lnTo>
                    <a:pt x="462" y="7822"/>
                  </a:lnTo>
                  <a:lnTo>
                    <a:pt x="301" y="7200"/>
                  </a:lnTo>
                  <a:lnTo>
                    <a:pt x="201" y="6558"/>
                  </a:lnTo>
                  <a:lnTo>
                    <a:pt x="121" y="5917"/>
                  </a:lnTo>
                  <a:lnTo>
                    <a:pt x="61" y="5255"/>
                  </a:lnTo>
                  <a:lnTo>
                    <a:pt x="21" y="4613"/>
                  </a:lnTo>
                  <a:lnTo>
                    <a:pt x="0" y="3951"/>
                  </a:lnTo>
                  <a:lnTo>
                    <a:pt x="0" y="3309"/>
                  </a:lnTo>
                  <a:lnTo>
                    <a:pt x="21" y="2086"/>
                  </a:lnTo>
                  <a:lnTo>
                    <a:pt x="61" y="963"/>
                  </a:lnTo>
                  <a:lnTo>
                    <a:pt x="61" y="963"/>
                  </a:lnTo>
                  <a:lnTo>
                    <a:pt x="81" y="823"/>
                  </a:lnTo>
                  <a:lnTo>
                    <a:pt x="101" y="702"/>
                  </a:lnTo>
                  <a:lnTo>
                    <a:pt x="141" y="582"/>
                  </a:lnTo>
                  <a:lnTo>
                    <a:pt x="201" y="482"/>
                  </a:lnTo>
                  <a:lnTo>
                    <a:pt x="261" y="382"/>
                  </a:lnTo>
                  <a:lnTo>
                    <a:pt x="341" y="301"/>
                  </a:lnTo>
                  <a:lnTo>
                    <a:pt x="422" y="221"/>
                  </a:lnTo>
                  <a:lnTo>
                    <a:pt x="522" y="161"/>
                  </a:lnTo>
                  <a:lnTo>
                    <a:pt x="722" y="81"/>
                  </a:lnTo>
                  <a:lnTo>
                    <a:pt x="923" y="21"/>
                  </a:lnTo>
                  <a:lnTo>
                    <a:pt x="1144" y="0"/>
                  </a:lnTo>
                  <a:lnTo>
                    <a:pt x="1364" y="41"/>
                  </a:lnTo>
                  <a:lnTo>
                    <a:pt x="1364" y="41"/>
                  </a:lnTo>
                  <a:lnTo>
                    <a:pt x="1505" y="81"/>
                  </a:lnTo>
                  <a:lnTo>
                    <a:pt x="1625" y="141"/>
                  </a:lnTo>
                  <a:lnTo>
                    <a:pt x="1745" y="241"/>
                  </a:lnTo>
                  <a:lnTo>
                    <a:pt x="1845" y="341"/>
                  </a:lnTo>
                  <a:lnTo>
                    <a:pt x="1926" y="462"/>
                  </a:lnTo>
                  <a:lnTo>
                    <a:pt x="1986" y="602"/>
                  </a:lnTo>
                  <a:lnTo>
                    <a:pt x="2026" y="763"/>
                  </a:lnTo>
                  <a:lnTo>
                    <a:pt x="2026" y="963"/>
                  </a:lnTo>
                  <a:lnTo>
                    <a:pt x="2026" y="963"/>
                  </a:lnTo>
                  <a:lnTo>
                    <a:pt x="1986" y="1886"/>
                  </a:lnTo>
                  <a:lnTo>
                    <a:pt x="1946" y="2928"/>
                  </a:lnTo>
                  <a:lnTo>
                    <a:pt x="1926" y="4031"/>
                  </a:lnTo>
                  <a:lnTo>
                    <a:pt x="1946" y="4593"/>
                  </a:lnTo>
                  <a:lnTo>
                    <a:pt x="1966" y="5154"/>
                  </a:lnTo>
                  <a:lnTo>
                    <a:pt x="2026" y="5696"/>
                  </a:lnTo>
                  <a:lnTo>
                    <a:pt x="2086" y="6257"/>
                  </a:lnTo>
                  <a:lnTo>
                    <a:pt x="2186" y="6779"/>
                  </a:lnTo>
                  <a:lnTo>
                    <a:pt x="2307" y="7300"/>
                  </a:lnTo>
                  <a:lnTo>
                    <a:pt x="2467" y="7782"/>
                  </a:lnTo>
                  <a:lnTo>
                    <a:pt x="2648" y="8243"/>
                  </a:lnTo>
                  <a:lnTo>
                    <a:pt x="2768" y="8443"/>
                  </a:lnTo>
                  <a:lnTo>
                    <a:pt x="2888" y="8644"/>
                  </a:lnTo>
                  <a:lnTo>
                    <a:pt x="3009" y="8845"/>
                  </a:lnTo>
                  <a:lnTo>
                    <a:pt x="3149" y="9025"/>
                  </a:lnTo>
                  <a:lnTo>
                    <a:pt x="3149" y="9025"/>
                  </a:lnTo>
                  <a:lnTo>
                    <a:pt x="3289" y="9185"/>
                  </a:lnTo>
                  <a:lnTo>
                    <a:pt x="3470" y="9346"/>
                  </a:lnTo>
                  <a:lnTo>
                    <a:pt x="3630" y="9486"/>
                  </a:lnTo>
                  <a:lnTo>
                    <a:pt x="3831" y="9627"/>
                  </a:lnTo>
                  <a:lnTo>
                    <a:pt x="4031" y="9727"/>
                  </a:lnTo>
                  <a:lnTo>
                    <a:pt x="4252" y="9847"/>
                  </a:lnTo>
                  <a:lnTo>
                    <a:pt x="4473" y="9948"/>
                  </a:lnTo>
                  <a:lnTo>
                    <a:pt x="4713" y="10028"/>
                  </a:lnTo>
                  <a:lnTo>
                    <a:pt x="5215" y="10168"/>
                  </a:lnTo>
                  <a:lnTo>
                    <a:pt x="5736" y="10288"/>
                  </a:lnTo>
                  <a:lnTo>
                    <a:pt x="6278" y="10349"/>
                  </a:lnTo>
                  <a:lnTo>
                    <a:pt x="6839" y="10409"/>
                  </a:lnTo>
                  <a:lnTo>
                    <a:pt x="7421" y="10429"/>
                  </a:lnTo>
                  <a:lnTo>
                    <a:pt x="7982" y="10449"/>
                  </a:lnTo>
                  <a:lnTo>
                    <a:pt x="8544" y="10429"/>
                  </a:lnTo>
                  <a:lnTo>
                    <a:pt x="9085" y="10409"/>
                  </a:lnTo>
                  <a:lnTo>
                    <a:pt x="10128" y="10349"/>
                  </a:lnTo>
                  <a:lnTo>
                    <a:pt x="11030" y="10268"/>
                  </a:lnTo>
                  <a:lnTo>
                    <a:pt x="11030" y="10268"/>
                  </a:lnTo>
                  <a:lnTo>
                    <a:pt x="11231" y="10268"/>
                  </a:lnTo>
                  <a:lnTo>
                    <a:pt x="11391" y="10309"/>
                  </a:lnTo>
                  <a:lnTo>
                    <a:pt x="11552" y="10369"/>
                  </a:lnTo>
                  <a:lnTo>
                    <a:pt x="11672" y="10469"/>
                  </a:lnTo>
                  <a:lnTo>
                    <a:pt x="11792" y="10589"/>
                  </a:lnTo>
                  <a:lnTo>
                    <a:pt x="11873" y="10710"/>
                  </a:lnTo>
                  <a:lnTo>
                    <a:pt x="11913" y="10870"/>
                  </a:lnTo>
                  <a:lnTo>
                    <a:pt x="11953" y="11030"/>
                  </a:lnTo>
                  <a:lnTo>
                    <a:pt x="11973" y="11191"/>
                  </a:lnTo>
                  <a:lnTo>
                    <a:pt x="11953" y="11351"/>
                  </a:lnTo>
                  <a:lnTo>
                    <a:pt x="11913" y="11512"/>
                  </a:lnTo>
                  <a:lnTo>
                    <a:pt x="11853" y="11672"/>
                  </a:lnTo>
                  <a:lnTo>
                    <a:pt x="11752" y="11813"/>
                  </a:lnTo>
                  <a:lnTo>
                    <a:pt x="11652" y="11953"/>
                  </a:lnTo>
                  <a:lnTo>
                    <a:pt x="11512" y="12053"/>
                  </a:lnTo>
                  <a:lnTo>
                    <a:pt x="11351" y="121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42">
              <a:extLst>
                <a:ext uri="{FF2B5EF4-FFF2-40B4-BE49-F238E27FC236}">
                  <a16:creationId xmlns:a16="http://schemas.microsoft.com/office/drawing/2014/main" id="{B2051605-C445-413F-13A3-5D7C0BA01FAF}"/>
                </a:ext>
              </a:extLst>
            </p:cNvPr>
            <p:cNvSpPr/>
            <p:nvPr/>
          </p:nvSpPr>
          <p:spPr>
            <a:xfrm>
              <a:off x="9851350" y="3162038"/>
              <a:ext cx="200575" cy="270275"/>
            </a:xfrm>
            <a:custGeom>
              <a:avLst/>
              <a:gdLst/>
              <a:ahLst/>
              <a:cxnLst/>
              <a:rect l="l" t="t" r="r" b="b"/>
              <a:pathLst>
                <a:path w="8023" h="10811" extrusionOk="0">
                  <a:moveTo>
                    <a:pt x="41" y="1"/>
                  </a:moveTo>
                  <a:lnTo>
                    <a:pt x="0" y="923"/>
                  </a:lnTo>
                  <a:lnTo>
                    <a:pt x="0" y="1906"/>
                  </a:lnTo>
                  <a:lnTo>
                    <a:pt x="0" y="2869"/>
                  </a:lnTo>
                  <a:lnTo>
                    <a:pt x="61" y="3831"/>
                  </a:lnTo>
                  <a:lnTo>
                    <a:pt x="101" y="4292"/>
                  </a:lnTo>
                  <a:lnTo>
                    <a:pt x="161" y="4774"/>
                  </a:lnTo>
                  <a:lnTo>
                    <a:pt x="241" y="5255"/>
                  </a:lnTo>
                  <a:lnTo>
                    <a:pt x="321" y="5716"/>
                  </a:lnTo>
                  <a:lnTo>
                    <a:pt x="422" y="6157"/>
                  </a:lnTo>
                  <a:lnTo>
                    <a:pt x="562" y="6599"/>
                  </a:lnTo>
                  <a:lnTo>
                    <a:pt x="702" y="7040"/>
                  </a:lnTo>
                  <a:lnTo>
                    <a:pt x="863" y="7441"/>
                  </a:lnTo>
                  <a:lnTo>
                    <a:pt x="1063" y="7842"/>
                  </a:lnTo>
                  <a:lnTo>
                    <a:pt x="1264" y="8203"/>
                  </a:lnTo>
                  <a:lnTo>
                    <a:pt x="1505" y="8564"/>
                  </a:lnTo>
                  <a:lnTo>
                    <a:pt x="1765" y="8885"/>
                  </a:lnTo>
                  <a:lnTo>
                    <a:pt x="2046" y="9166"/>
                  </a:lnTo>
                  <a:lnTo>
                    <a:pt x="2327" y="9406"/>
                  </a:lnTo>
                  <a:lnTo>
                    <a:pt x="2648" y="9627"/>
                  </a:lnTo>
                  <a:lnTo>
                    <a:pt x="2989" y="9827"/>
                  </a:lnTo>
                  <a:lnTo>
                    <a:pt x="3350" y="10008"/>
                  </a:lnTo>
                  <a:lnTo>
                    <a:pt x="3731" y="10168"/>
                  </a:lnTo>
                  <a:lnTo>
                    <a:pt x="4132" y="10309"/>
                  </a:lnTo>
                  <a:lnTo>
                    <a:pt x="4533" y="10429"/>
                  </a:lnTo>
                  <a:lnTo>
                    <a:pt x="4954" y="10529"/>
                  </a:lnTo>
                  <a:lnTo>
                    <a:pt x="5375" y="10610"/>
                  </a:lnTo>
                  <a:lnTo>
                    <a:pt x="5816" y="10670"/>
                  </a:lnTo>
                  <a:lnTo>
                    <a:pt x="6257" y="10730"/>
                  </a:lnTo>
                  <a:lnTo>
                    <a:pt x="6699" y="10770"/>
                  </a:lnTo>
                  <a:lnTo>
                    <a:pt x="7140" y="10790"/>
                  </a:lnTo>
                  <a:lnTo>
                    <a:pt x="8022" y="10810"/>
                  </a:lnTo>
                  <a:lnTo>
                    <a:pt x="8022" y="10810"/>
                  </a:lnTo>
                  <a:lnTo>
                    <a:pt x="8002" y="10549"/>
                  </a:lnTo>
                  <a:lnTo>
                    <a:pt x="8002" y="10409"/>
                  </a:lnTo>
                  <a:lnTo>
                    <a:pt x="7240" y="10329"/>
                  </a:lnTo>
                  <a:lnTo>
                    <a:pt x="6458" y="10208"/>
                  </a:lnTo>
                  <a:lnTo>
                    <a:pt x="6097" y="10128"/>
                  </a:lnTo>
                  <a:lnTo>
                    <a:pt x="5716" y="10028"/>
                  </a:lnTo>
                  <a:lnTo>
                    <a:pt x="5355" y="9928"/>
                  </a:lnTo>
                  <a:lnTo>
                    <a:pt x="4994" y="9807"/>
                  </a:lnTo>
                  <a:lnTo>
                    <a:pt x="4653" y="9687"/>
                  </a:lnTo>
                  <a:lnTo>
                    <a:pt x="4312" y="9527"/>
                  </a:lnTo>
                  <a:lnTo>
                    <a:pt x="3971" y="9366"/>
                  </a:lnTo>
                  <a:lnTo>
                    <a:pt x="3650" y="9166"/>
                  </a:lnTo>
                  <a:lnTo>
                    <a:pt x="3350" y="8965"/>
                  </a:lnTo>
                  <a:lnTo>
                    <a:pt x="3049" y="8745"/>
                  </a:lnTo>
                  <a:lnTo>
                    <a:pt x="2768" y="8484"/>
                  </a:lnTo>
                  <a:lnTo>
                    <a:pt x="2507" y="8203"/>
                  </a:lnTo>
                  <a:lnTo>
                    <a:pt x="2287" y="7942"/>
                  </a:lnTo>
                  <a:lnTo>
                    <a:pt x="2106" y="7682"/>
                  </a:lnTo>
                  <a:lnTo>
                    <a:pt x="1946" y="7401"/>
                  </a:lnTo>
                  <a:lnTo>
                    <a:pt x="1805" y="7120"/>
                  </a:lnTo>
                  <a:lnTo>
                    <a:pt x="1685" y="6819"/>
                  </a:lnTo>
                  <a:lnTo>
                    <a:pt x="1585" y="6518"/>
                  </a:lnTo>
                  <a:lnTo>
                    <a:pt x="1505" y="6218"/>
                  </a:lnTo>
                  <a:lnTo>
                    <a:pt x="1444" y="5917"/>
                  </a:lnTo>
                  <a:lnTo>
                    <a:pt x="1384" y="5596"/>
                  </a:lnTo>
                  <a:lnTo>
                    <a:pt x="1344" y="5275"/>
                  </a:lnTo>
                  <a:lnTo>
                    <a:pt x="1304" y="4633"/>
                  </a:lnTo>
                  <a:lnTo>
                    <a:pt x="1284" y="3992"/>
                  </a:lnTo>
                  <a:lnTo>
                    <a:pt x="1284" y="3330"/>
                  </a:lnTo>
                  <a:lnTo>
                    <a:pt x="1264" y="1685"/>
                  </a:lnTo>
                  <a:lnTo>
                    <a:pt x="1304" y="41"/>
                  </a:lnTo>
                  <a:lnTo>
                    <a:pt x="522" y="41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8415;p42">
              <a:extLst>
                <a:ext uri="{FF2B5EF4-FFF2-40B4-BE49-F238E27FC236}">
                  <a16:creationId xmlns:a16="http://schemas.microsoft.com/office/drawing/2014/main" id="{1EA84C40-7D8F-2093-D9CE-E599BC1F6F65}"/>
                </a:ext>
              </a:extLst>
            </p:cNvPr>
            <p:cNvSpPr/>
            <p:nvPr/>
          </p:nvSpPr>
          <p:spPr>
            <a:xfrm>
              <a:off x="9851350" y="3162038"/>
              <a:ext cx="200575" cy="270275"/>
            </a:xfrm>
            <a:custGeom>
              <a:avLst/>
              <a:gdLst/>
              <a:ahLst/>
              <a:cxnLst/>
              <a:rect l="l" t="t" r="r" b="b"/>
              <a:pathLst>
                <a:path w="8023" h="10811" fill="none" extrusionOk="0">
                  <a:moveTo>
                    <a:pt x="41" y="1"/>
                  </a:moveTo>
                  <a:lnTo>
                    <a:pt x="41" y="1"/>
                  </a:lnTo>
                  <a:lnTo>
                    <a:pt x="0" y="923"/>
                  </a:lnTo>
                  <a:lnTo>
                    <a:pt x="0" y="1906"/>
                  </a:lnTo>
                  <a:lnTo>
                    <a:pt x="0" y="1906"/>
                  </a:lnTo>
                  <a:lnTo>
                    <a:pt x="0" y="2869"/>
                  </a:lnTo>
                  <a:lnTo>
                    <a:pt x="61" y="3831"/>
                  </a:lnTo>
                  <a:lnTo>
                    <a:pt x="101" y="4292"/>
                  </a:lnTo>
                  <a:lnTo>
                    <a:pt x="161" y="4774"/>
                  </a:lnTo>
                  <a:lnTo>
                    <a:pt x="241" y="5255"/>
                  </a:lnTo>
                  <a:lnTo>
                    <a:pt x="321" y="5716"/>
                  </a:lnTo>
                  <a:lnTo>
                    <a:pt x="422" y="6157"/>
                  </a:lnTo>
                  <a:lnTo>
                    <a:pt x="562" y="6599"/>
                  </a:lnTo>
                  <a:lnTo>
                    <a:pt x="702" y="7040"/>
                  </a:lnTo>
                  <a:lnTo>
                    <a:pt x="863" y="7441"/>
                  </a:lnTo>
                  <a:lnTo>
                    <a:pt x="1063" y="7842"/>
                  </a:lnTo>
                  <a:lnTo>
                    <a:pt x="1264" y="8203"/>
                  </a:lnTo>
                  <a:lnTo>
                    <a:pt x="1505" y="8564"/>
                  </a:lnTo>
                  <a:lnTo>
                    <a:pt x="1765" y="8885"/>
                  </a:lnTo>
                  <a:lnTo>
                    <a:pt x="1765" y="8885"/>
                  </a:lnTo>
                  <a:lnTo>
                    <a:pt x="2046" y="9166"/>
                  </a:lnTo>
                  <a:lnTo>
                    <a:pt x="2327" y="9406"/>
                  </a:lnTo>
                  <a:lnTo>
                    <a:pt x="2648" y="9627"/>
                  </a:lnTo>
                  <a:lnTo>
                    <a:pt x="2989" y="9827"/>
                  </a:lnTo>
                  <a:lnTo>
                    <a:pt x="3350" y="10008"/>
                  </a:lnTo>
                  <a:lnTo>
                    <a:pt x="3731" y="10168"/>
                  </a:lnTo>
                  <a:lnTo>
                    <a:pt x="4132" y="10309"/>
                  </a:lnTo>
                  <a:lnTo>
                    <a:pt x="4533" y="10429"/>
                  </a:lnTo>
                  <a:lnTo>
                    <a:pt x="4954" y="10529"/>
                  </a:lnTo>
                  <a:lnTo>
                    <a:pt x="5375" y="10610"/>
                  </a:lnTo>
                  <a:lnTo>
                    <a:pt x="5816" y="10670"/>
                  </a:lnTo>
                  <a:lnTo>
                    <a:pt x="6257" y="10730"/>
                  </a:lnTo>
                  <a:lnTo>
                    <a:pt x="6699" y="10770"/>
                  </a:lnTo>
                  <a:lnTo>
                    <a:pt x="7140" y="10790"/>
                  </a:lnTo>
                  <a:lnTo>
                    <a:pt x="8022" y="10810"/>
                  </a:lnTo>
                  <a:lnTo>
                    <a:pt x="8022" y="10810"/>
                  </a:lnTo>
                  <a:lnTo>
                    <a:pt x="8002" y="10549"/>
                  </a:lnTo>
                  <a:lnTo>
                    <a:pt x="8002" y="10409"/>
                  </a:lnTo>
                  <a:lnTo>
                    <a:pt x="8002" y="10409"/>
                  </a:lnTo>
                  <a:lnTo>
                    <a:pt x="7240" y="10329"/>
                  </a:lnTo>
                  <a:lnTo>
                    <a:pt x="6458" y="10208"/>
                  </a:lnTo>
                  <a:lnTo>
                    <a:pt x="6097" y="10128"/>
                  </a:lnTo>
                  <a:lnTo>
                    <a:pt x="5716" y="10028"/>
                  </a:lnTo>
                  <a:lnTo>
                    <a:pt x="5355" y="9928"/>
                  </a:lnTo>
                  <a:lnTo>
                    <a:pt x="4994" y="9807"/>
                  </a:lnTo>
                  <a:lnTo>
                    <a:pt x="4653" y="9687"/>
                  </a:lnTo>
                  <a:lnTo>
                    <a:pt x="4312" y="9527"/>
                  </a:lnTo>
                  <a:lnTo>
                    <a:pt x="3971" y="9366"/>
                  </a:lnTo>
                  <a:lnTo>
                    <a:pt x="3650" y="9166"/>
                  </a:lnTo>
                  <a:lnTo>
                    <a:pt x="3350" y="8965"/>
                  </a:lnTo>
                  <a:lnTo>
                    <a:pt x="3049" y="8745"/>
                  </a:lnTo>
                  <a:lnTo>
                    <a:pt x="2768" y="8484"/>
                  </a:lnTo>
                  <a:lnTo>
                    <a:pt x="2507" y="8203"/>
                  </a:lnTo>
                  <a:lnTo>
                    <a:pt x="2507" y="8203"/>
                  </a:lnTo>
                  <a:lnTo>
                    <a:pt x="2287" y="7942"/>
                  </a:lnTo>
                  <a:lnTo>
                    <a:pt x="2106" y="7682"/>
                  </a:lnTo>
                  <a:lnTo>
                    <a:pt x="1946" y="7401"/>
                  </a:lnTo>
                  <a:lnTo>
                    <a:pt x="1805" y="7120"/>
                  </a:lnTo>
                  <a:lnTo>
                    <a:pt x="1685" y="6819"/>
                  </a:lnTo>
                  <a:lnTo>
                    <a:pt x="1585" y="6518"/>
                  </a:lnTo>
                  <a:lnTo>
                    <a:pt x="1505" y="6218"/>
                  </a:lnTo>
                  <a:lnTo>
                    <a:pt x="1444" y="5917"/>
                  </a:lnTo>
                  <a:lnTo>
                    <a:pt x="1384" y="5596"/>
                  </a:lnTo>
                  <a:lnTo>
                    <a:pt x="1344" y="5275"/>
                  </a:lnTo>
                  <a:lnTo>
                    <a:pt x="1304" y="4633"/>
                  </a:lnTo>
                  <a:lnTo>
                    <a:pt x="1284" y="3992"/>
                  </a:lnTo>
                  <a:lnTo>
                    <a:pt x="1284" y="3330"/>
                  </a:lnTo>
                  <a:lnTo>
                    <a:pt x="1284" y="3330"/>
                  </a:lnTo>
                  <a:lnTo>
                    <a:pt x="1264" y="1685"/>
                  </a:lnTo>
                  <a:lnTo>
                    <a:pt x="1304" y="41"/>
                  </a:lnTo>
                  <a:lnTo>
                    <a:pt x="1304" y="41"/>
                  </a:lnTo>
                  <a:lnTo>
                    <a:pt x="1144" y="41"/>
                  </a:lnTo>
                  <a:lnTo>
                    <a:pt x="1144" y="41"/>
                  </a:lnTo>
                  <a:lnTo>
                    <a:pt x="1023" y="41"/>
                  </a:lnTo>
                  <a:lnTo>
                    <a:pt x="1023" y="41"/>
                  </a:lnTo>
                  <a:lnTo>
                    <a:pt x="903" y="41"/>
                  </a:lnTo>
                  <a:lnTo>
                    <a:pt x="903" y="41"/>
                  </a:lnTo>
                  <a:lnTo>
                    <a:pt x="522" y="41"/>
                  </a:lnTo>
                  <a:lnTo>
                    <a:pt x="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42">
              <a:extLst>
                <a:ext uri="{FF2B5EF4-FFF2-40B4-BE49-F238E27FC236}">
                  <a16:creationId xmlns:a16="http://schemas.microsoft.com/office/drawing/2014/main" id="{803DE0B3-5C7B-8A3F-4A0F-D3DA02D96486}"/>
                </a:ext>
              </a:extLst>
            </p:cNvPr>
            <p:cNvSpPr/>
            <p:nvPr/>
          </p:nvSpPr>
          <p:spPr>
            <a:xfrm>
              <a:off x="9755600" y="3008638"/>
              <a:ext cx="242675" cy="154425"/>
            </a:xfrm>
            <a:custGeom>
              <a:avLst/>
              <a:gdLst/>
              <a:ahLst/>
              <a:cxnLst/>
              <a:rect l="l" t="t" r="r" b="b"/>
              <a:pathLst>
                <a:path w="9707" h="6177" extrusionOk="0">
                  <a:moveTo>
                    <a:pt x="140" y="0"/>
                  </a:moveTo>
                  <a:lnTo>
                    <a:pt x="120" y="120"/>
                  </a:lnTo>
                  <a:lnTo>
                    <a:pt x="60" y="461"/>
                  </a:lnTo>
                  <a:lnTo>
                    <a:pt x="0" y="963"/>
                  </a:lnTo>
                  <a:lnTo>
                    <a:pt x="0" y="1284"/>
                  </a:lnTo>
                  <a:lnTo>
                    <a:pt x="0" y="1604"/>
                  </a:lnTo>
                  <a:lnTo>
                    <a:pt x="0" y="1965"/>
                  </a:lnTo>
                  <a:lnTo>
                    <a:pt x="40" y="2326"/>
                  </a:lnTo>
                  <a:lnTo>
                    <a:pt x="100" y="2707"/>
                  </a:lnTo>
                  <a:lnTo>
                    <a:pt x="201" y="3088"/>
                  </a:lnTo>
                  <a:lnTo>
                    <a:pt x="321" y="3449"/>
                  </a:lnTo>
                  <a:lnTo>
                    <a:pt x="481" y="3830"/>
                  </a:lnTo>
                  <a:lnTo>
                    <a:pt x="682" y="4171"/>
                  </a:lnTo>
                  <a:lnTo>
                    <a:pt x="802" y="4352"/>
                  </a:lnTo>
                  <a:lnTo>
                    <a:pt x="923" y="4512"/>
                  </a:lnTo>
                  <a:lnTo>
                    <a:pt x="1203" y="4813"/>
                  </a:lnTo>
                  <a:lnTo>
                    <a:pt x="1484" y="5074"/>
                  </a:lnTo>
                  <a:lnTo>
                    <a:pt x="1765" y="5294"/>
                  </a:lnTo>
                  <a:lnTo>
                    <a:pt x="2046" y="5495"/>
                  </a:lnTo>
                  <a:lnTo>
                    <a:pt x="2346" y="5655"/>
                  </a:lnTo>
                  <a:lnTo>
                    <a:pt x="2627" y="5796"/>
                  </a:lnTo>
                  <a:lnTo>
                    <a:pt x="2908" y="5896"/>
                  </a:lnTo>
                  <a:lnTo>
                    <a:pt x="3169" y="5996"/>
                  </a:lnTo>
                  <a:lnTo>
                    <a:pt x="3429" y="6057"/>
                  </a:lnTo>
                  <a:lnTo>
                    <a:pt x="3690" y="6097"/>
                  </a:lnTo>
                  <a:lnTo>
                    <a:pt x="4151" y="6157"/>
                  </a:lnTo>
                  <a:lnTo>
                    <a:pt x="4552" y="6177"/>
                  </a:lnTo>
                  <a:lnTo>
                    <a:pt x="5154" y="6177"/>
                  </a:lnTo>
                  <a:lnTo>
                    <a:pt x="5555" y="6157"/>
                  </a:lnTo>
                  <a:lnTo>
                    <a:pt x="6016" y="6097"/>
                  </a:lnTo>
                  <a:lnTo>
                    <a:pt x="6277" y="6057"/>
                  </a:lnTo>
                  <a:lnTo>
                    <a:pt x="6538" y="5996"/>
                  </a:lnTo>
                  <a:lnTo>
                    <a:pt x="6799" y="5896"/>
                  </a:lnTo>
                  <a:lnTo>
                    <a:pt x="7079" y="5796"/>
                  </a:lnTo>
                  <a:lnTo>
                    <a:pt x="7360" y="5655"/>
                  </a:lnTo>
                  <a:lnTo>
                    <a:pt x="7661" y="5495"/>
                  </a:lnTo>
                  <a:lnTo>
                    <a:pt x="7942" y="5294"/>
                  </a:lnTo>
                  <a:lnTo>
                    <a:pt x="8222" y="5074"/>
                  </a:lnTo>
                  <a:lnTo>
                    <a:pt x="8503" y="4813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345" y="3550"/>
                  </a:lnTo>
                  <a:lnTo>
                    <a:pt x="9466" y="3209"/>
                  </a:lnTo>
                  <a:lnTo>
                    <a:pt x="9566" y="2868"/>
                  </a:lnTo>
                  <a:lnTo>
                    <a:pt x="9626" y="2547"/>
                  </a:lnTo>
                  <a:lnTo>
                    <a:pt x="9666" y="2206"/>
                  </a:lnTo>
                  <a:lnTo>
                    <a:pt x="9706" y="1905"/>
                  </a:lnTo>
                  <a:lnTo>
                    <a:pt x="9706" y="1584"/>
                  </a:lnTo>
                  <a:lnTo>
                    <a:pt x="9706" y="1304"/>
                  </a:lnTo>
                  <a:lnTo>
                    <a:pt x="9686" y="762"/>
                  </a:lnTo>
                  <a:lnTo>
                    <a:pt x="9626" y="361"/>
                  </a:lnTo>
                  <a:lnTo>
                    <a:pt x="9566" y="0"/>
                  </a:lnTo>
                  <a:lnTo>
                    <a:pt x="6879" y="0"/>
                  </a:lnTo>
                  <a:lnTo>
                    <a:pt x="6899" y="140"/>
                  </a:lnTo>
                  <a:lnTo>
                    <a:pt x="6939" y="501"/>
                  </a:lnTo>
                  <a:lnTo>
                    <a:pt x="6959" y="762"/>
                  </a:lnTo>
                  <a:lnTo>
                    <a:pt x="6959" y="1043"/>
                  </a:lnTo>
                  <a:lnTo>
                    <a:pt x="6919" y="1344"/>
                  </a:lnTo>
                  <a:lnTo>
                    <a:pt x="6879" y="1645"/>
                  </a:lnTo>
                  <a:lnTo>
                    <a:pt x="6799" y="1945"/>
                  </a:lnTo>
                  <a:lnTo>
                    <a:pt x="6678" y="2246"/>
                  </a:lnTo>
                  <a:lnTo>
                    <a:pt x="6598" y="2387"/>
                  </a:lnTo>
                  <a:lnTo>
                    <a:pt x="6518" y="2527"/>
                  </a:lnTo>
                  <a:lnTo>
                    <a:pt x="6417" y="2647"/>
                  </a:lnTo>
                  <a:lnTo>
                    <a:pt x="6297" y="2768"/>
                  </a:lnTo>
                  <a:lnTo>
                    <a:pt x="6177" y="2888"/>
                  </a:lnTo>
                  <a:lnTo>
                    <a:pt x="6036" y="2988"/>
                  </a:lnTo>
                  <a:lnTo>
                    <a:pt x="5876" y="3068"/>
                  </a:lnTo>
                  <a:lnTo>
                    <a:pt x="5716" y="3149"/>
                  </a:lnTo>
                  <a:lnTo>
                    <a:pt x="5515" y="3209"/>
                  </a:lnTo>
                  <a:lnTo>
                    <a:pt x="5314" y="3249"/>
                  </a:lnTo>
                  <a:lnTo>
                    <a:pt x="5094" y="3289"/>
                  </a:lnTo>
                  <a:lnTo>
                    <a:pt x="4613" y="3289"/>
                  </a:lnTo>
                  <a:lnTo>
                    <a:pt x="4392" y="3249"/>
                  </a:lnTo>
                  <a:lnTo>
                    <a:pt x="4191" y="3209"/>
                  </a:lnTo>
                  <a:lnTo>
                    <a:pt x="3991" y="3149"/>
                  </a:lnTo>
                  <a:lnTo>
                    <a:pt x="3830" y="3068"/>
                  </a:lnTo>
                  <a:lnTo>
                    <a:pt x="3670" y="2988"/>
                  </a:lnTo>
                  <a:lnTo>
                    <a:pt x="3530" y="2888"/>
                  </a:lnTo>
                  <a:lnTo>
                    <a:pt x="3409" y="2768"/>
                  </a:lnTo>
                  <a:lnTo>
                    <a:pt x="3289" y="2647"/>
                  </a:lnTo>
                  <a:lnTo>
                    <a:pt x="3189" y="2527"/>
                  </a:lnTo>
                  <a:lnTo>
                    <a:pt x="3108" y="2387"/>
                  </a:lnTo>
                  <a:lnTo>
                    <a:pt x="3028" y="2246"/>
                  </a:lnTo>
                  <a:lnTo>
                    <a:pt x="2908" y="1945"/>
                  </a:lnTo>
                  <a:lnTo>
                    <a:pt x="2828" y="1645"/>
                  </a:lnTo>
                  <a:lnTo>
                    <a:pt x="2788" y="1344"/>
                  </a:lnTo>
                  <a:lnTo>
                    <a:pt x="2748" y="1043"/>
                  </a:lnTo>
                  <a:lnTo>
                    <a:pt x="2748" y="762"/>
                  </a:lnTo>
                  <a:lnTo>
                    <a:pt x="2768" y="501"/>
                  </a:lnTo>
                  <a:lnTo>
                    <a:pt x="2788" y="140"/>
                  </a:lnTo>
                  <a:lnTo>
                    <a:pt x="2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42">
              <a:extLst>
                <a:ext uri="{FF2B5EF4-FFF2-40B4-BE49-F238E27FC236}">
                  <a16:creationId xmlns:a16="http://schemas.microsoft.com/office/drawing/2014/main" id="{AFAA7163-2F85-D454-2123-EF78A6EB04E1}"/>
                </a:ext>
              </a:extLst>
            </p:cNvPr>
            <p:cNvSpPr/>
            <p:nvPr/>
          </p:nvSpPr>
          <p:spPr>
            <a:xfrm>
              <a:off x="9755600" y="3008638"/>
              <a:ext cx="242675" cy="154425"/>
            </a:xfrm>
            <a:custGeom>
              <a:avLst/>
              <a:gdLst/>
              <a:ahLst/>
              <a:cxnLst/>
              <a:rect l="l" t="t" r="r" b="b"/>
              <a:pathLst>
                <a:path w="9707" h="6177" fill="none" extrusionOk="0">
                  <a:moveTo>
                    <a:pt x="9205" y="3871"/>
                  </a:moveTo>
                  <a:lnTo>
                    <a:pt x="9205" y="3871"/>
                  </a:lnTo>
                  <a:lnTo>
                    <a:pt x="9005" y="4191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503" y="4813"/>
                  </a:lnTo>
                  <a:lnTo>
                    <a:pt x="8222" y="5074"/>
                  </a:lnTo>
                  <a:lnTo>
                    <a:pt x="7942" y="5294"/>
                  </a:lnTo>
                  <a:lnTo>
                    <a:pt x="7661" y="5495"/>
                  </a:lnTo>
                  <a:lnTo>
                    <a:pt x="7360" y="5655"/>
                  </a:lnTo>
                  <a:lnTo>
                    <a:pt x="7079" y="5796"/>
                  </a:lnTo>
                  <a:lnTo>
                    <a:pt x="6799" y="5896"/>
                  </a:lnTo>
                  <a:lnTo>
                    <a:pt x="6538" y="5996"/>
                  </a:lnTo>
                  <a:lnTo>
                    <a:pt x="6277" y="6057"/>
                  </a:lnTo>
                  <a:lnTo>
                    <a:pt x="6016" y="6097"/>
                  </a:lnTo>
                  <a:lnTo>
                    <a:pt x="5555" y="6157"/>
                  </a:lnTo>
                  <a:lnTo>
                    <a:pt x="5154" y="6177"/>
                  </a:lnTo>
                  <a:lnTo>
                    <a:pt x="4853" y="6177"/>
                  </a:lnTo>
                  <a:lnTo>
                    <a:pt x="4853" y="6177"/>
                  </a:lnTo>
                  <a:lnTo>
                    <a:pt x="4552" y="6177"/>
                  </a:lnTo>
                  <a:lnTo>
                    <a:pt x="4151" y="6157"/>
                  </a:lnTo>
                  <a:lnTo>
                    <a:pt x="3690" y="6097"/>
                  </a:lnTo>
                  <a:lnTo>
                    <a:pt x="3429" y="6057"/>
                  </a:lnTo>
                  <a:lnTo>
                    <a:pt x="3169" y="5996"/>
                  </a:lnTo>
                  <a:lnTo>
                    <a:pt x="2908" y="5896"/>
                  </a:lnTo>
                  <a:lnTo>
                    <a:pt x="2627" y="5796"/>
                  </a:lnTo>
                  <a:lnTo>
                    <a:pt x="2346" y="5655"/>
                  </a:lnTo>
                  <a:lnTo>
                    <a:pt x="2046" y="5495"/>
                  </a:lnTo>
                  <a:lnTo>
                    <a:pt x="1765" y="5294"/>
                  </a:lnTo>
                  <a:lnTo>
                    <a:pt x="1484" y="5074"/>
                  </a:lnTo>
                  <a:lnTo>
                    <a:pt x="1203" y="4813"/>
                  </a:lnTo>
                  <a:lnTo>
                    <a:pt x="923" y="4512"/>
                  </a:lnTo>
                  <a:lnTo>
                    <a:pt x="923" y="4512"/>
                  </a:lnTo>
                  <a:lnTo>
                    <a:pt x="802" y="4352"/>
                  </a:lnTo>
                  <a:lnTo>
                    <a:pt x="682" y="4171"/>
                  </a:lnTo>
                  <a:lnTo>
                    <a:pt x="481" y="3830"/>
                  </a:lnTo>
                  <a:lnTo>
                    <a:pt x="321" y="3449"/>
                  </a:lnTo>
                  <a:lnTo>
                    <a:pt x="201" y="3088"/>
                  </a:lnTo>
                  <a:lnTo>
                    <a:pt x="100" y="2707"/>
                  </a:lnTo>
                  <a:lnTo>
                    <a:pt x="40" y="2326"/>
                  </a:lnTo>
                  <a:lnTo>
                    <a:pt x="0" y="1965"/>
                  </a:lnTo>
                  <a:lnTo>
                    <a:pt x="0" y="1604"/>
                  </a:lnTo>
                  <a:lnTo>
                    <a:pt x="0" y="1284"/>
                  </a:lnTo>
                  <a:lnTo>
                    <a:pt x="0" y="963"/>
                  </a:lnTo>
                  <a:lnTo>
                    <a:pt x="60" y="461"/>
                  </a:lnTo>
                  <a:lnTo>
                    <a:pt x="120" y="120"/>
                  </a:lnTo>
                  <a:lnTo>
                    <a:pt x="140" y="0"/>
                  </a:lnTo>
                  <a:lnTo>
                    <a:pt x="2828" y="0"/>
                  </a:lnTo>
                  <a:lnTo>
                    <a:pt x="2828" y="0"/>
                  </a:lnTo>
                  <a:lnTo>
                    <a:pt x="2788" y="140"/>
                  </a:lnTo>
                  <a:lnTo>
                    <a:pt x="2768" y="501"/>
                  </a:lnTo>
                  <a:lnTo>
                    <a:pt x="2748" y="762"/>
                  </a:lnTo>
                  <a:lnTo>
                    <a:pt x="2748" y="1043"/>
                  </a:lnTo>
                  <a:lnTo>
                    <a:pt x="2788" y="1344"/>
                  </a:lnTo>
                  <a:lnTo>
                    <a:pt x="2828" y="1645"/>
                  </a:lnTo>
                  <a:lnTo>
                    <a:pt x="2908" y="1945"/>
                  </a:lnTo>
                  <a:lnTo>
                    <a:pt x="3028" y="2246"/>
                  </a:lnTo>
                  <a:lnTo>
                    <a:pt x="3108" y="2387"/>
                  </a:lnTo>
                  <a:lnTo>
                    <a:pt x="3189" y="2527"/>
                  </a:lnTo>
                  <a:lnTo>
                    <a:pt x="3289" y="2647"/>
                  </a:lnTo>
                  <a:lnTo>
                    <a:pt x="3409" y="2768"/>
                  </a:lnTo>
                  <a:lnTo>
                    <a:pt x="3530" y="2888"/>
                  </a:lnTo>
                  <a:lnTo>
                    <a:pt x="3670" y="2988"/>
                  </a:lnTo>
                  <a:lnTo>
                    <a:pt x="3830" y="3068"/>
                  </a:lnTo>
                  <a:lnTo>
                    <a:pt x="3991" y="3149"/>
                  </a:lnTo>
                  <a:lnTo>
                    <a:pt x="4191" y="3209"/>
                  </a:lnTo>
                  <a:lnTo>
                    <a:pt x="4392" y="3249"/>
                  </a:lnTo>
                  <a:lnTo>
                    <a:pt x="4613" y="3289"/>
                  </a:lnTo>
                  <a:lnTo>
                    <a:pt x="4853" y="3289"/>
                  </a:lnTo>
                  <a:lnTo>
                    <a:pt x="4853" y="3289"/>
                  </a:lnTo>
                  <a:lnTo>
                    <a:pt x="5094" y="3289"/>
                  </a:lnTo>
                  <a:lnTo>
                    <a:pt x="5314" y="3249"/>
                  </a:lnTo>
                  <a:lnTo>
                    <a:pt x="5515" y="3209"/>
                  </a:lnTo>
                  <a:lnTo>
                    <a:pt x="5716" y="3149"/>
                  </a:lnTo>
                  <a:lnTo>
                    <a:pt x="5876" y="3068"/>
                  </a:lnTo>
                  <a:lnTo>
                    <a:pt x="6036" y="2988"/>
                  </a:lnTo>
                  <a:lnTo>
                    <a:pt x="6177" y="2888"/>
                  </a:lnTo>
                  <a:lnTo>
                    <a:pt x="6297" y="2768"/>
                  </a:lnTo>
                  <a:lnTo>
                    <a:pt x="6417" y="2647"/>
                  </a:lnTo>
                  <a:lnTo>
                    <a:pt x="6518" y="2527"/>
                  </a:lnTo>
                  <a:lnTo>
                    <a:pt x="6598" y="2387"/>
                  </a:lnTo>
                  <a:lnTo>
                    <a:pt x="6678" y="2246"/>
                  </a:lnTo>
                  <a:lnTo>
                    <a:pt x="6799" y="1945"/>
                  </a:lnTo>
                  <a:lnTo>
                    <a:pt x="6879" y="1645"/>
                  </a:lnTo>
                  <a:lnTo>
                    <a:pt x="6919" y="1344"/>
                  </a:lnTo>
                  <a:lnTo>
                    <a:pt x="6959" y="1043"/>
                  </a:lnTo>
                  <a:lnTo>
                    <a:pt x="6959" y="762"/>
                  </a:lnTo>
                  <a:lnTo>
                    <a:pt x="6939" y="501"/>
                  </a:lnTo>
                  <a:lnTo>
                    <a:pt x="6899" y="140"/>
                  </a:lnTo>
                  <a:lnTo>
                    <a:pt x="6879" y="0"/>
                  </a:lnTo>
                  <a:lnTo>
                    <a:pt x="9566" y="0"/>
                  </a:lnTo>
                  <a:lnTo>
                    <a:pt x="9566" y="0"/>
                  </a:lnTo>
                  <a:lnTo>
                    <a:pt x="9626" y="361"/>
                  </a:lnTo>
                  <a:lnTo>
                    <a:pt x="9686" y="762"/>
                  </a:lnTo>
                  <a:lnTo>
                    <a:pt x="9706" y="1304"/>
                  </a:lnTo>
                  <a:lnTo>
                    <a:pt x="9706" y="1584"/>
                  </a:lnTo>
                  <a:lnTo>
                    <a:pt x="9706" y="1905"/>
                  </a:lnTo>
                  <a:lnTo>
                    <a:pt x="9666" y="2206"/>
                  </a:lnTo>
                  <a:lnTo>
                    <a:pt x="9626" y="2547"/>
                  </a:lnTo>
                  <a:lnTo>
                    <a:pt x="9566" y="2868"/>
                  </a:lnTo>
                  <a:lnTo>
                    <a:pt x="9466" y="3209"/>
                  </a:lnTo>
                  <a:lnTo>
                    <a:pt x="9345" y="3550"/>
                  </a:lnTo>
                  <a:lnTo>
                    <a:pt x="9205" y="387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42">
              <a:extLst>
                <a:ext uri="{FF2B5EF4-FFF2-40B4-BE49-F238E27FC236}">
                  <a16:creationId xmlns:a16="http://schemas.microsoft.com/office/drawing/2014/main" id="{C45E850C-2E77-977C-434D-9A3322DB79B3}"/>
                </a:ext>
              </a:extLst>
            </p:cNvPr>
            <p:cNvSpPr/>
            <p:nvPr/>
          </p:nvSpPr>
          <p:spPr>
            <a:xfrm>
              <a:off x="9755600" y="3008638"/>
              <a:ext cx="230150" cy="154425"/>
            </a:xfrm>
            <a:custGeom>
              <a:avLst/>
              <a:gdLst/>
              <a:ahLst/>
              <a:cxnLst/>
              <a:rect l="l" t="t" r="r" b="b"/>
              <a:pathLst>
                <a:path w="9206" h="6177" extrusionOk="0">
                  <a:moveTo>
                    <a:pt x="140" y="0"/>
                  </a:moveTo>
                  <a:lnTo>
                    <a:pt x="120" y="100"/>
                  </a:lnTo>
                  <a:lnTo>
                    <a:pt x="60" y="421"/>
                  </a:lnTo>
                  <a:lnTo>
                    <a:pt x="20" y="882"/>
                  </a:lnTo>
                  <a:lnTo>
                    <a:pt x="0" y="1163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0" y="2226"/>
                  </a:lnTo>
                  <a:lnTo>
                    <a:pt x="80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1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2" y="4332"/>
                  </a:lnTo>
                  <a:lnTo>
                    <a:pt x="923" y="4512"/>
                  </a:lnTo>
                  <a:lnTo>
                    <a:pt x="1183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1985" y="5455"/>
                  </a:lnTo>
                  <a:lnTo>
                    <a:pt x="2266" y="5615"/>
                  </a:lnTo>
                  <a:lnTo>
                    <a:pt x="2527" y="5756"/>
                  </a:lnTo>
                  <a:lnTo>
                    <a:pt x="2808" y="5876"/>
                  </a:lnTo>
                  <a:lnTo>
                    <a:pt x="3068" y="5956"/>
                  </a:lnTo>
                  <a:lnTo>
                    <a:pt x="3309" y="6036"/>
                  </a:lnTo>
                  <a:lnTo>
                    <a:pt x="355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5294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7" y="6036"/>
                  </a:lnTo>
                  <a:lnTo>
                    <a:pt x="6638" y="5956"/>
                  </a:lnTo>
                  <a:lnTo>
                    <a:pt x="6899" y="5876"/>
                  </a:lnTo>
                  <a:lnTo>
                    <a:pt x="7180" y="5756"/>
                  </a:lnTo>
                  <a:lnTo>
                    <a:pt x="7440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42" y="5054"/>
                  </a:lnTo>
                  <a:lnTo>
                    <a:pt x="8523" y="4793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205" y="3871"/>
                  </a:lnTo>
                  <a:lnTo>
                    <a:pt x="8824" y="4131"/>
                  </a:lnTo>
                  <a:lnTo>
                    <a:pt x="8403" y="4352"/>
                  </a:lnTo>
                  <a:lnTo>
                    <a:pt x="7982" y="4552"/>
                  </a:lnTo>
                  <a:lnTo>
                    <a:pt x="7541" y="4693"/>
                  </a:lnTo>
                  <a:lnTo>
                    <a:pt x="7099" y="4813"/>
                  </a:lnTo>
                  <a:lnTo>
                    <a:pt x="6638" y="4913"/>
                  </a:lnTo>
                  <a:lnTo>
                    <a:pt x="6157" y="4954"/>
                  </a:lnTo>
                  <a:lnTo>
                    <a:pt x="5675" y="4974"/>
                  </a:lnTo>
                  <a:lnTo>
                    <a:pt x="5375" y="4974"/>
                  </a:lnTo>
                  <a:lnTo>
                    <a:pt x="5094" y="4954"/>
                  </a:lnTo>
                  <a:lnTo>
                    <a:pt x="4793" y="4913"/>
                  </a:lnTo>
                  <a:lnTo>
                    <a:pt x="4492" y="4873"/>
                  </a:lnTo>
                  <a:lnTo>
                    <a:pt x="4071" y="4773"/>
                  </a:lnTo>
                  <a:lnTo>
                    <a:pt x="3650" y="4653"/>
                  </a:lnTo>
                  <a:lnTo>
                    <a:pt x="3249" y="4472"/>
                  </a:lnTo>
                  <a:lnTo>
                    <a:pt x="3048" y="4372"/>
                  </a:lnTo>
                  <a:lnTo>
                    <a:pt x="2868" y="4272"/>
                  </a:lnTo>
                  <a:lnTo>
                    <a:pt x="2687" y="4151"/>
                  </a:lnTo>
                  <a:lnTo>
                    <a:pt x="2507" y="4011"/>
                  </a:lnTo>
                  <a:lnTo>
                    <a:pt x="2366" y="3851"/>
                  </a:lnTo>
                  <a:lnTo>
                    <a:pt x="2226" y="3690"/>
                  </a:lnTo>
                  <a:lnTo>
                    <a:pt x="2086" y="3510"/>
                  </a:lnTo>
                  <a:lnTo>
                    <a:pt x="1985" y="3329"/>
                  </a:lnTo>
                  <a:lnTo>
                    <a:pt x="1885" y="3129"/>
                  </a:lnTo>
                  <a:lnTo>
                    <a:pt x="1805" y="2908"/>
                  </a:lnTo>
                  <a:lnTo>
                    <a:pt x="1725" y="2547"/>
                  </a:lnTo>
                  <a:lnTo>
                    <a:pt x="1705" y="2166"/>
                  </a:lnTo>
                  <a:lnTo>
                    <a:pt x="1685" y="1805"/>
                  </a:lnTo>
                  <a:lnTo>
                    <a:pt x="1725" y="1444"/>
                  </a:lnTo>
                  <a:lnTo>
                    <a:pt x="1785" y="1083"/>
                  </a:lnTo>
                  <a:lnTo>
                    <a:pt x="1845" y="702"/>
                  </a:lnTo>
                  <a:lnTo>
                    <a:pt x="1945" y="361"/>
                  </a:lnTo>
                  <a:lnTo>
                    <a:pt x="204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42">
              <a:extLst>
                <a:ext uri="{FF2B5EF4-FFF2-40B4-BE49-F238E27FC236}">
                  <a16:creationId xmlns:a16="http://schemas.microsoft.com/office/drawing/2014/main" id="{96A52744-99EE-8D44-8B2C-8FFF5885C525}"/>
                </a:ext>
              </a:extLst>
            </p:cNvPr>
            <p:cNvSpPr/>
            <p:nvPr/>
          </p:nvSpPr>
          <p:spPr>
            <a:xfrm>
              <a:off x="9755600" y="3008638"/>
              <a:ext cx="230150" cy="154425"/>
            </a:xfrm>
            <a:custGeom>
              <a:avLst/>
              <a:gdLst/>
              <a:ahLst/>
              <a:cxnLst/>
              <a:rect l="l" t="t" r="r" b="b"/>
              <a:pathLst>
                <a:path w="9206" h="6177" fill="none" extrusionOk="0">
                  <a:moveTo>
                    <a:pt x="2046" y="0"/>
                  </a:moveTo>
                  <a:lnTo>
                    <a:pt x="140" y="0"/>
                  </a:lnTo>
                  <a:lnTo>
                    <a:pt x="140" y="0"/>
                  </a:lnTo>
                  <a:lnTo>
                    <a:pt x="120" y="100"/>
                  </a:lnTo>
                  <a:lnTo>
                    <a:pt x="60" y="421"/>
                  </a:lnTo>
                  <a:lnTo>
                    <a:pt x="20" y="882"/>
                  </a:lnTo>
                  <a:lnTo>
                    <a:pt x="0" y="1163"/>
                  </a:lnTo>
                  <a:lnTo>
                    <a:pt x="0" y="1484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0" y="2226"/>
                  </a:lnTo>
                  <a:lnTo>
                    <a:pt x="80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1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2" y="4332"/>
                  </a:lnTo>
                  <a:lnTo>
                    <a:pt x="923" y="4512"/>
                  </a:lnTo>
                  <a:lnTo>
                    <a:pt x="923" y="4512"/>
                  </a:lnTo>
                  <a:lnTo>
                    <a:pt x="1183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1985" y="5455"/>
                  </a:lnTo>
                  <a:lnTo>
                    <a:pt x="2266" y="5615"/>
                  </a:lnTo>
                  <a:lnTo>
                    <a:pt x="2527" y="5756"/>
                  </a:lnTo>
                  <a:lnTo>
                    <a:pt x="2808" y="5876"/>
                  </a:lnTo>
                  <a:lnTo>
                    <a:pt x="3068" y="5956"/>
                  </a:lnTo>
                  <a:lnTo>
                    <a:pt x="3309" y="6036"/>
                  </a:lnTo>
                  <a:lnTo>
                    <a:pt x="355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4733" y="6177"/>
                  </a:lnTo>
                  <a:lnTo>
                    <a:pt x="4733" y="6177"/>
                  </a:lnTo>
                  <a:lnTo>
                    <a:pt x="4853" y="6177"/>
                  </a:lnTo>
                  <a:lnTo>
                    <a:pt x="4853" y="6177"/>
                  </a:lnTo>
                  <a:lnTo>
                    <a:pt x="4974" y="6177"/>
                  </a:lnTo>
                  <a:lnTo>
                    <a:pt x="4974" y="6177"/>
                  </a:lnTo>
                  <a:lnTo>
                    <a:pt x="5294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7" y="6036"/>
                  </a:lnTo>
                  <a:lnTo>
                    <a:pt x="6638" y="5956"/>
                  </a:lnTo>
                  <a:lnTo>
                    <a:pt x="6899" y="5876"/>
                  </a:lnTo>
                  <a:lnTo>
                    <a:pt x="7180" y="5756"/>
                  </a:lnTo>
                  <a:lnTo>
                    <a:pt x="7440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42" y="5054"/>
                  </a:lnTo>
                  <a:lnTo>
                    <a:pt x="8523" y="4793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205" y="3871"/>
                  </a:lnTo>
                  <a:lnTo>
                    <a:pt x="8824" y="4131"/>
                  </a:lnTo>
                  <a:lnTo>
                    <a:pt x="8403" y="4352"/>
                  </a:lnTo>
                  <a:lnTo>
                    <a:pt x="7982" y="4552"/>
                  </a:lnTo>
                  <a:lnTo>
                    <a:pt x="7541" y="4693"/>
                  </a:lnTo>
                  <a:lnTo>
                    <a:pt x="7099" y="4813"/>
                  </a:lnTo>
                  <a:lnTo>
                    <a:pt x="6638" y="4913"/>
                  </a:lnTo>
                  <a:lnTo>
                    <a:pt x="6157" y="4954"/>
                  </a:lnTo>
                  <a:lnTo>
                    <a:pt x="5675" y="4974"/>
                  </a:lnTo>
                  <a:lnTo>
                    <a:pt x="5675" y="4974"/>
                  </a:lnTo>
                  <a:lnTo>
                    <a:pt x="5375" y="4974"/>
                  </a:lnTo>
                  <a:lnTo>
                    <a:pt x="5094" y="4954"/>
                  </a:lnTo>
                  <a:lnTo>
                    <a:pt x="4793" y="4913"/>
                  </a:lnTo>
                  <a:lnTo>
                    <a:pt x="4492" y="4873"/>
                  </a:lnTo>
                  <a:lnTo>
                    <a:pt x="4492" y="4873"/>
                  </a:lnTo>
                  <a:lnTo>
                    <a:pt x="4071" y="4773"/>
                  </a:lnTo>
                  <a:lnTo>
                    <a:pt x="3650" y="4653"/>
                  </a:lnTo>
                  <a:lnTo>
                    <a:pt x="3249" y="4472"/>
                  </a:lnTo>
                  <a:lnTo>
                    <a:pt x="3048" y="4372"/>
                  </a:lnTo>
                  <a:lnTo>
                    <a:pt x="2868" y="4272"/>
                  </a:lnTo>
                  <a:lnTo>
                    <a:pt x="2687" y="4151"/>
                  </a:lnTo>
                  <a:lnTo>
                    <a:pt x="2507" y="4011"/>
                  </a:lnTo>
                  <a:lnTo>
                    <a:pt x="2366" y="3851"/>
                  </a:lnTo>
                  <a:lnTo>
                    <a:pt x="2226" y="3690"/>
                  </a:lnTo>
                  <a:lnTo>
                    <a:pt x="2086" y="3510"/>
                  </a:lnTo>
                  <a:lnTo>
                    <a:pt x="1985" y="3329"/>
                  </a:lnTo>
                  <a:lnTo>
                    <a:pt x="1885" y="3129"/>
                  </a:lnTo>
                  <a:lnTo>
                    <a:pt x="1805" y="2908"/>
                  </a:lnTo>
                  <a:lnTo>
                    <a:pt x="1805" y="2908"/>
                  </a:lnTo>
                  <a:lnTo>
                    <a:pt x="1725" y="2547"/>
                  </a:lnTo>
                  <a:lnTo>
                    <a:pt x="1705" y="2166"/>
                  </a:lnTo>
                  <a:lnTo>
                    <a:pt x="1685" y="1805"/>
                  </a:lnTo>
                  <a:lnTo>
                    <a:pt x="1725" y="1444"/>
                  </a:lnTo>
                  <a:lnTo>
                    <a:pt x="1785" y="1083"/>
                  </a:lnTo>
                  <a:lnTo>
                    <a:pt x="1845" y="702"/>
                  </a:lnTo>
                  <a:lnTo>
                    <a:pt x="1945" y="361"/>
                  </a:lnTo>
                  <a:lnTo>
                    <a:pt x="204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42">
              <a:extLst>
                <a:ext uri="{FF2B5EF4-FFF2-40B4-BE49-F238E27FC236}">
                  <a16:creationId xmlns:a16="http://schemas.microsoft.com/office/drawing/2014/main" id="{F3A42348-68E4-015D-940F-E7EBF386A68E}"/>
                </a:ext>
              </a:extLst>
            </p:cNvPr>
            <p:cNvSpPr/>
            <p:nvPr/>
          </p:nvSpPr>
          <p:spPr>
            <a:xfrm>
              <a:off x="10051400" y="3285888"/>
              <a:ext cx="142900" cy="211600"/>
            </a:xfrm>
            <a:custGeom>
              <a:avLst/>
              <a:gdLst/>
              <a:ahLst/>
              <a:cxnLst/>
              <a:rect l="l" t="t" r="r" b="b"/>
              <a:pathLst>
                <a:path w="5716" h="8464" extrusionOk="0">
                  <a:moveTo>
                    <a:pt x="2607" y="0"/>
                  </a:moveTo>
                  <a:lnTo>
                    <a:pt x="2347" y="40"/>
                  </a:lnTo>
                  <a:lnTo>
                    <a:pt x="2106" y="100"/>
                  </a:lnTo>
                  <a:lnTo>
                    <a:pt x="1865" y="181"/>
                  </a:lnTo>
                  <a:lnTo>
                    <a:pt x="1625" y="281"/>
                  </a:lnTo>
                  <a:lnTo>
                    <a:pt x="1404" y="401"/>
                  </a:lnTo>
                  <a:lnTo>
                    <a:pt x="1203" y="522"/>
                  </a:lnTo>
                  <a:lnTo>
                    <a:pt x="1003" y="682"/>
                  </a:lnTo>
                  <a:lnTo>
                    <a:pt x="822" y="842"/>
                  </a:lnTo>
                  <a:lnTo>
                    <a:pt x="662" y="1023"/>
                  </a:lnTo>
                  <a:lnTo>
                    <a:pt x="522" y="1224"/>
                  </a:lnTo>
                  <a:lnTo>
                    <a:pt x="381" y="1424"/>
                  </a:lnTo>
                  <a:lnTo>
                    <a:pt x="281" y="1645"/>
                  </a:lnTo>
                  <a:lnTo>
                    <a:pt x="181" y="1885"/>
                  </a:lnTo>
                  <a:lnTo>
                    <a:pt x="100" y="2126"/>
                  </a:lnTo>
                  <a:lnTo>
                    <a:pt x="60" y="2367"/>
                  </a:lnTo>
                  <a:lnTo>
                    <a:pt x="20" y="2607"/>
                  </a:lnTo>
                  <a:lnTo>
                    <a:pt x="0" y="2848"/>
                  </a:lnTo>
                  <a:lnTo>
                    <a:pt x="0" y="5595"/>
                  </a:lnTo>
                  <a:lnTo>
                    <a:pt x="20" y="5896"/>
                  </a:lnTo>
                  <a:lnTo>
                    <a:pt x="60" y="6177"/>
                  </a:lnTo>
                  <a:lnTo>
                    <a:pt x="141" y="6458"/>
                  </a:lnTo>
                  <a:lnTo>
                    <a:pt x="241" y="6718"/>
                  </a:lnTo>
                  <a:lnTo>
                    <a:pt x="361" y="6959"/>
                  </a:lnTo>
                  <a:lnTo>
                    <a:pt x="502" y="7200"/>
                  </a:lnTo>
                  <a:lnTo>
                    <a:pt x="662" y="7420"/>
                  </a:lnTo>
                  <a:lnTo>
                    <a:pt x="842" y="7621"/>
                  </a:lnTo>
                  <a:lnTo>
                    <a:pt x="1103" y="7862"/>
                  </a:lnTo>
                  <a:lnTo>
                    <a:pt x="1404" y="8062"/>
                  </a:lnTo>
                  <a:lnTo>
                    <a:pt x="1705" y="8223"/>
                  </a:lnTo>
                  <a:lnTo>
                    <a:pt x="2046" y="8343"/>
                  </a:lnTo>
                  <a:lnTo>
                    <a:pt x="2246" y="8383"/>
                  </a:lnTo>
                  <a:lnTo>
                    <a:pt x="2447" y="8423"/>
                  </a:lnTo>
                  <a:lnTo>
                    <a:pt x="2647" y="8443"/>
                  </a:lnTo>
                  <a:lnTo>
                    <a:pt x="2868" y="8463"/>
                  </a:lnTo>
                  <a:lnTo>
                    <a:pt x="3149" y="8443"/>
                  </a:lnTo>
                  <a:lnTo>
                    <a:pt x="3430" y="8403"/>
                  </a:lnTo>
                  <a:lnTo>
                    <a:pt x="3710" y="8323"/>
                  </a:lnTo>
                  <a:lnTo>
                    <a:pt x="3971" y="8243"/>
                  </a:lnTo>
                  <a:lnTo>
                    <a:pt x="4212" y="8122"/>
                  </a:lnTo>
                  <a:lnTo>
                    <a:pt x="4452" y="7962"/>
                  </a:lnTo>
                  <a:lnTo>
                    <a:pt x="4673" y="7801"/>
                  </a:lnTo>
                  <a:lnTo>
                    <a:pt x="4873" y="7621"/>
                  </a:lnTo>
                  <a:lnTo>
                    <a:pt x="5054" y="7420"/>
                  </a:lnTo>
                  <a:lnTo>
                    <a:pt x="5234" y="7200"/>
                  </a:lnTo>
                  <a:lnTo>
                    <a:pt x="5375" y="6959"/>
                  </a:lnTo>
                  <a:lnTo>
                    <a:pt x="5495" y="6718"/>
                  </a:lnTo>
                  <a:lnTo>
                    <a:pt x="5595" y="6458"/>
                  </a:lnTo>
                  <a:lnTo>
                    <a:pt x="5656" y="6177"/>
                  </a:lnTo>
                  <a:lnTo>
                    <a:pt x="5696" y="5896"/>
                  </a:lnTo>
                  <a:lnTo>
                    <a:pt x="5716" y="5595"/>
                  </a:lnTo>
                  <a:lnTo>
                    <a:pt x="5716" y="2848"/>
                  </a:lnTo>
                  <a:lnTo>
                    <a:pt x="5696" y="2567"/>
                  </a:lnTo>
                  <a:lnTo>
                    <a:pt x="5656" y="2286"/>
                  </a:lnTo>
                  <a:lnTo>
                    <a:pt x="5595" y="2006"/>
                  </a:lnTo>
                  <a:lnTo>
                    <a:pt x="5495" y="1745"/>
                  </a:lnTo>
                  <a:lnTo>
                    <a:pt x="5375" y="1484"/>
                  </a:lnTo>
                  <a:lnTo>
                    <a:pt x="5234" y="1264"/>
                  </a:lnTo>
                  <a:lnTo>
                    <a:pt x="5054" y="1043"/>
                  </a:lnTo>
                  <a:lnTo>
                    <a:pt x="4873" y="842"/>
                  </a:lnTo>
                  <a:lnTo>
                    <a:pt x="4673" y="642"/>
                  </a:lnTo>
                  <a:lnTo>
                    <a:pt x="4452" y="482"/>
                  </a:lnTo>
                  <a:lnTo>
                    <a:pt x="4232" y="341"/>
                  </a:lnTo>
                  <a:lnTo>
                    <a:pt x="3971" y="221"/>
                  </a:lnTo>
                  <a:lnTo>
                    <a:pt x="3710" y="121"/>
                  </a:lnTo>
                  <a:lnTo>
                    <a:pt x="3430" y="60"/>
                  </a:lnTo>
                  <a:lnTo>
                    <a:pt x="3149" y="20"/>
                  </a:lnTo>
                  <a:lnTo>
                    <a:pt x="286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42">
              <a:extLst>
                <a:ext uri="{FF2B5EF4-FFF2-40B4-BE49-F238E27FC236}">
                  <a16:creationId xmlns:a16="http://schemas.microsoft.com/office/drawing/2014/main" id="{E88BD9BB-9795-5257-A88C-9CB6F712EB90}"/>
                </a:ext>
              </a:extLst>
            </p:cNvPr>
            <p:cNvSpPr/>
            <p:nvPr/>
          </p:nvSpPr>
          <p:spPr>
            <a:xfrm>
              <a:off x="10051400" y="3285888"/>
              <a:ext cx="142900" cy="211600"/>
            </a:xfrm>
            <a:custGeom>
              <a:avLst/>
              <a:gdLst/>
              <a:ahLst/>
              <a:cxnLst/>
              <a:rect l="l" t="t" r="r" b="b"/>
              <a:pathLst>
                <a:path w="5716" h="8464" fill="none" extrusionOk="0">
                  <a:moveTo>
                    <a:pt x="5716" y="2848"/>
                  </a:moveTo>
                  <a:lnTo>
                    <a:pt x="5716" y="5595"/>
                  </a:lnTo>
                  <a:lnTo>
                    <a:pt x="5716" y="5595"/>
                  </a:lnTo>
                  <a:lnTo>
                    <a:pt x="5696" y="5896"/>
                  </a:lnTo>
                  <a:lnTo>
                    <a:pt x="5656" y="6177"/>
                  </a:lnTo>
                  <a:lnTo>
                    <a:pt x="5595" y="6458"/>
                  </a:lnTo>
                  <a:lnTo>
                    <a:pt x="5495" y="6718"/>
                  </a:lnTo>
                  <a:lnTo>
                    <a:pt x="5375" y="6959"/>
                  </a:lnTo>
                  <a:lnTo>
                    <a:pt x="5234" y="7200"/>
                  </a:lnTo>
                  <a:lnTo>
                    <a:pt x="5054" y="7420"/>
                  </a:lnTo>
                  <a:lnTo>
                    <a:pt x="4873" y="7621"/>
                  </a:lnTo>
                  <a:lnTo>
                    <a:pt x="4673" y="7801"/>
                  </a:lnTo>
                  <a:lnTo>
                    <a:pt x="4452" y="7962"/>
                  </a:lnTo>
                  <a:lnTo>
                    <a:pt x="4212" y="8122"/>
                  </a:lnTo>
                  <a:lnTo>
                    <a:pt x="3971" y="8243"/>
                  </a:lnTo>
                  <a:lnTo>
                    <a:pt x="3710" y="8323"/>
                  </a:lnTo>
                  <a:lnTo>
                    <a:pt x="3430" y="8403"/>
                  </a:lnTo>
                  <a:lnTo>
                    <a:pt x="3149" y="8443"/>
                  </a:lnTo>
                  <a:lnTo>
                    <a:pt x="2868" y="8463"/>
                  </a:lnTo>
                  <a:lnTo>
                    <a:pt x="2868" y="8463"/>
                  </a:lnTo>
                  <a:lnTo>
                    <a:pt x="2647" y="8443"/>
                  </a:lnTo>
                  <a:lnTo>
                    <a:pt x="2447" y="8423"/>
                  </a:lnTo>
                  <a:lnTo>
                    <a:pt x="2246" y="8383"/>
                  </a:lnTo>
                  <a:lnTo>
                    <a:pt x="2046" y="8343"/>
                  </a:lnTo>
                  <a:lnTo>
                    <a:pt x="2046" y="8343"/>
                  </a:lnTo>
                  <a:lnTo>
                    <a:pt x="1705" y="8223"/>
                  </a:lnTo>
                  <a:lnTo>
                    <a:pt x="1404" y="8062"/>
                  </a:lnTo>
                  <a:lnTo>
                    <a:pt x="1103" y="7862"/>
                  </a:lnTo>
                  <a:lnTo>
                    <a:pt x="842" y="7621"/>
                  </a:lnTo>
                  <a:lnTo>
                    <a:pt x="842" y="7621"/>
                  </a:lnTo>
                  <a:lnTo>
                    <a:pt x="662" y="7420"/>
                  </a:lnTo>
                  <a:lnTo>
                    <a:pt x="502" y="7200"/>
                  </a:lnTo>
                  <a:lnTo>
                    <a:pt x="361" y="6959"/>
                  </a:lnTo>
                  <a:lnTo>
                    <a:pt x="241" y="6718"/>
                  </a:lnTo>
                  <a:lnTo>
                    <a:pt x="141" y="6458"/>
                  </a:lnTo>
                  <a:lnTo>
                    <a:pt x="60" y="6177"/>
                  </a:lnTo>
                  <a:lnTo>
                    <a:pt x="20" y="5896"/>
                  </a:lnTo>
                  <a:lnTo>
                    <a:pt x="0" y="5595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607"/>
                  </a:lnTo>
                  <a:lnTo>
                    <a:pt x="60" y="2367"/>
                  </a:lnTo>
                  <a:lnTo>
                    <a:pt x="60" y="2367"/>
                  </a:lnTo>
                  <a:lnTo>
                    <a:pt x="100" y="2126"/>
                  </a:lnTo>
                  <a:lnTo>
                    <a:pt x="181" y="1885"/>
                  </a:lnTo>
                  <a:lnTo>
                    <a:pt x="281" y="1645"/>
                  </a:lnTo>
                  <a:lnTo>
                    <a:pt x="381" y="1424"/>
                  </a:lnTo>
                  <a:lnTo>
                    <a:pt x="522" y="1224"/>
                  </a:lnTo>
                  <a:lnTo>
                    <a:pt x="662" y="1023"/>
                  </a:lnTo>
                  <a:lnTo>
                    <a:pt x="822" y="842"/>
                  </a:lnTo>
                  <a:lnTo>
                    <a:pt x="1003" y="682"/>
                  </a:lnTo>
                  <a:lnTo>
                    <a:pt x="1203" y="522"/>
                  </a:lnTo>
                  <a:lnTo>
                    <a:pt x="1404" y="401"/>
                  </a:lnTo>
                  <a:lnTo>
                    <a:pt x="1625" y="281"/>
                  </a:lnTo>
                  <a:lnTo>
                    <a:pt x="1865" y="181"/>
                  </a:lnTo>
                  <a:lnTo>
                    <a:pt x="2106" y="100"/>
                  </a:lnTo>
                  <a:lnTo>
                    <a:pt x="2347" y="40"/>
                  </a:lnTo>
                  <a:lnTo>
                    <a:pt x="2607" y="0"/>
                  </a:lnTo>
                  <a:lnTo>
                    <a:pt x="2868" y="0"/>
                  </a:lnTo>
                  <a:lnTo>
                    <a:pt x="2868" y="0"/>
                  </a:lnTo>
                  <a:lnTo>
                    <a:pt x="3149" y="20"/>
                  </a:lnTo>
                  <a:lnTo>
                    <a:pt x="3430" y="60"/>
                  </a:lnTo>
                  <a:lnTo>
                    <a:pt x="3710" y="121"/>
                  </a:lnTo>
                  <a:lnTo>
                    <a:pt x="3971" y="221"/>
                  </a:lnTo>
                  <a:lnTo>
                    <a:pt x="4232" y="341"/>
                  </a:lnTo>
                  <a:lnTo>
                    <a:pt x="4452" y="482"/>
                  </a:lnTo>
                  <a:lnTo>
                    <a:pt x="4673" y="642"/>
                  </a:lnTo>
                  <a:lnTo>
                    <a:pt x="4873" y="842"/>
                  </a:lnTo>
                  <a:lnTo>
                    <a:pt x="4873" y="842"/>
                  </a:lnTo>
                  <a:lnTo>
                    <a:pt x="5054" y="1043"/>
                  </a:lnTo>
                  <a:lnTo>
                    <a:pt x="5234" y="1264"/>
                  </a:lnTo>
                  <a:lnTo>
                    <a:pt x="5375" y="1484"/>
                  </a:lnTo>
                  <a:lnTo>
                    <a:pt x="5495" y="1745"/>
                  </a:lnTo>
                  <a:lnTo>
                    <a:pt x="5595" y="2006"/>
                  </a:lnTo>
                  <a:lnTo>
                    <a:pt x="5656" y="2286"/>
                  </a:lnTo>
                  <a:lnTo>
                    <a:pt x="5696" y="2567"/>
                  </a:lnTo>
                  <a:lnTo>
                    <a:pt x="5716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8422;p42">
              <a:extLst>
                <a:ext uri="{FF2B5EF4-FFF2-40B4-BE49-F238E27FC236}">
                  <a16:creationId xmlns:a16="http://schemas.microsoft.com/office/drawing/2014/main" id="{4D682294-3497-18B0-4E74-C0422AFEFD7D}"/>
                </a:ext>
              </a:extLst>
            </p:cNvPr>
            <p:cNvSpPr/>
            <p:nvPr/>
          </p:nvSpPr>
          <p:spPr>
            <a:xfrm>
              <a:off x="10052900" y="3285888"/>
              <a:ext cx="90275" cy="211600"/>
            </a:xfrm>
            <a:custGeom>
              <a:avLst/>
              <a:gdLst/>
              <a:ahLst/>
              <a:cxnLst/>
              <a:rect l="l" t="t" r="r" b="b"/>
              <a:pathLst>
                <a:path w="3611" h="8464" extrusionOk="0">
                  <a:moveTo>
                    <a:pt x="2547" y="0"/>
                  </a:moveTo>
                  <a:lnTo>
                    <a:pt x="2287" y="40"/>
                  </a:lnTo>
                  <a:lnTo>
                    <a:pt x="2046" y="100"/>
                  </a:lnTo>
                  <a:lnTo>
                    <a:pt x="1805" y="181"/>
                  </a:lnTo>
                  <a:lnTo>
                    <a:pt x="1565" y="281"/>
                  </a:lnTo>
                  <a:lnTo>
                    <a:pt x="1344" y="401"/>
                  </a:lnTo>
                  <a:lnTo>
                    <a:pt x="1143" y="522"/>
                  </a:lnTo>
                  <a:lnTo>
                    <a:pt x="943" y="682"/>
                  </a:lnTo>
                  <a:lnTo>
                    <a:pt x="762" y="842"/>
                  </a:lnTo>
                  <a:lnTo>
                    <a:pt x="602" y="1023"/>
                  </a:lnTo>
                  <a:lnTo>
                    <a:pt x="462" y="1224"/>
                  </a:lnTo>
                  <a:lnTo>
                    <a:pt x="321" y="1424"/>
                  </a:lnTo>
                  <a:lnTo>
                    <a:pt x="221" y="1645"/>
                  </a:lnTo>
                  <a:lnTo>
                    <a:pt x="121" y="1885"/>
                  </a:lnTo>
                  <a:lnTo>
                    <a:pt x="40" y="2126"/>
                  </a:lnTo>
                  <a:lnTo>
                    <a:pt x="0" y="2367"/>
                  </a:lnTo>
                  <a:lnTo>
                    <a:pt x="241" y="2347"/>
                  </a:lnTo>
                  <a:lnTo>
                    <a:pt x="421" y="2367"/>
                  </a:lnTo>
                  <a:lnTo>
                    <a:pt x="582" y="2387"/>
                  </a:lnTo>
                  <a:lnTo>
                    <a:pt x="722" y="2447"/>
                  </a:lnTo>
                  <a:lnTo>
                    <a:pt x="863" y="2507"/>
                  </a:lnTo>
                  <a:lnTo>
                    <a:pt x="1003" y="2607"/>
                  </a:lnTo>
                  <a:lnTo>
                    <a:pt x="1123" y="2708"/>
                  </a:lnTo>
                  <a:lnTo>
                    <a:pt x="1224" y="2828"/>
                  </a:lnTo>
                  <a:lnTo>
                    <a:pt x="1324" y="2968"/>
                  </a:lnTo>
                  <a:lnTo>
                    <a:pt x="1404" y="3129"/>
                  </a:lnTo>
                  <a:lnTo>
                    <a:pt x="1504" y="3289"/>
                  </a:lnTo>
                  <a:lnTo>
                    <a:pt x="1625" y="3630"/>
                  </a:lnTo>
                  <a:lnTo>
                    <a:pt x="1745" y="4031"/>
                  </a:lnTo>
                  <a:lnTo>
                    <a:pt x="1825" y="4452"/>
                  </a:lnTo>
                  <a:lnTo>
                    <a:pt x="1885" y="4894"/>
                  </a:lnTo>
                  <a:lnTo>
                    <a:pt x="1946" y="5335"/>
                  </a:lnTo>
                  <a:lnTo>
                    <a:pt x="1966" y="5776"/>
                  </a:lnTo>
                  <a:lnTo>
                    <a:pt x="1986" y="6197"/>
                  </a:lnTo>
                  <a:lnTo>
                    <a:pt x="2006" y="6979"/>
                  </a:lnTo>
                  <a:lnTo>
                    <a:pt x="2006" y="7621"/>
                  </a:lnTo>
                  <a:lnTo>
                    <a:pt x="2006" y="7942"/>
                  </a:lnTo>
                  <a:lnTo>
                    <a:pt x="1986" y="8343"/>
                  </a:lnTo>
                  <a:lnTo>
                    <a:pt x="2186" y="8383"/>
                  </a:lnTo>
                  <a:lnTo>
                    <a:pt x="2387" y="8423"/>
                  </a:lnTo>
                  <a:lnTo>
                    <a:pt x="2587" y="8443"/>
                  </a:lnTo>
                  <a:lnTo>
                    <a:pt x="2808" y="8463"/>
                  </a:lnTo>
                  <a:lnTo>
                    <a:pt x="3109" y="8443"/>
                  </a:lnTo>
                  <a:lnTo>
                    <a:pt x="3390" y="8403"/>
                  </a:lnTo>
                  <a:lnTo>
                    <a:pt x="3390" y="2006"/>
                  </a:lnTo>
                  <a:lnTo>
                    <a:pt x="3410" y="1524"/>
                  </a:lnTo>
                  <a:lnTo>
                    <a:pt x="3450" y="1043"/>
                  </a:lnTo>
                  <a:lnTo>
                    <a:pt x="3510" y="582"/>
                  </a:lnTo>
                  <a:lnTo>
                    <a:pt x="3610" y="121"/>
                  </a:lnTo>
                  <a:lnTo>
                    <a:pt x="3410" y="60"/>
                  </a:lnTo>
                  <a:lnTo>
                    <a:pt x="3209" y="20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42">
              <a:extLst>
                <a:ext uri="{FF2B5EF4-FFF2-40B4-BE49-F238E27FC236}">
                  <a16:creationId xmlns:a16="http://schemas.microsoft.com/office/drawing/2014/main" id="{5CD2C074-F378-67EB-F45B-35CB48F3C305}"/>
                </a:ext>
              </a:extLst>
            </p:cNvPr>
            <p:cNvSpPr/>
            <p:nvPr/>
          </p:nvSpPr>
          <p:spPr>
            <a:xfrm>
              <a:off x="10052900" y="3285888"/>
              <a:ext cx="90275" cy="211600"/>
            </a:xfrm>
            <a:custGeom>
              <a:avLst/>
              <a:gdLst/>
              <a:ahLst/>
              <a:cxnLst/>
              <a:rect l="l" t="t" r="r" b="b"/>
              <a:pathLst>
                <a:path w="3611" h="8464" fill="none" extrusionOk="0">
                  <a:moveTo>
                    <a:pt x="2808" y="0"/>
                  </a:moveTo>
                  <a:lnTo>
                    <a:pt x="2808" y="0"/>
                  </a:lnTo>
                  <a:lnTo>
                    <a:pt x="2547" y="0"/>
                  </a:lnTo>
                  <a:lnTo>
                    <a:pt x="2287" y="40"/>
                  </a:lnTo>
                  <a:lnTo>
                    <a:pt x="2046" y="100"/>
                  </a:lnTo>
                  <a:lnTo>
                    <a:pt x="1805" y="181"/>
                  </a:lnTo>
                  <a:lnTo>
                    <a:pt x="1565" y="281"/>
                  </a:lnTo>
                  <a:lnTo>
                    <a:pt x="1344" y="401"/>
                  </a:lnTo>
                  <a:lnTo>
                    <a:pt x="1143" y="522"/>
                  </a:lnTo>
                  <a:lnTo>
                    <a:pt x="943" y="682"/>
                  </a:lnTo>
                  <a:lnTo>
                    <a:pt x="762" y="842"/>
                  </a:lnTo>
                  <a:lnTo>
                    <a:pt x="602" y="1023"/>
                  </a:lnTo>
                  <a:lnTo>
                    <a:pt x="462" y="1224"/>
                  </a:lnTo>
                  <a:lnTo>
                    <a:pt x="321" y="1424"/>
                  </a:lnTo>
                  <a:lnTo>
                    <a:pt x="221" y="1645"/>
                  </a:lnTo>
                  <a:lnTo>
                    <a:pt x="121" y="1885"/>
                  </a:lnTo>
                  <a:lnTo>
                    <a:pt x="40" y="2126"/>
                  </a:lnTo>
                  <a:lnTo>
                    <a:pt x="0" y="2367"/>
                  </a:lnTo>
                  <a:lnTo>
                    <a:pt x="0" y="2367"/>
                  </a:lnTo>
                  <a:lnTo>
                    <a:pt x="241" y="2347"/>
                  </a:lnTo>
                  <a:lnTo>
                    <a:pt x="241" y="2347"/>
                  </a:lnTo>
                  <a:lnTo>
                    <a:pt x="421" y="2367"/>
                  </a:lnTo>
                  <a:lnTo>
                    <a:pt x="582" y="2387"/>
                  </a:lnTo>
                  <a:lnTo>
                    <a:pt x="722" y="2447"/>
                  </a:lnTo>
                  <a:lnTo>
                    <a:pt x="863" y="2507"/>
                  </a:lnTo>
                  <a:lnTo>
                    <a:pt x="1003" y="2607"/>
                  </a:lnTo>
                  <a:lnTo>
                    <a:pt x="1123" y="2708"/>
                  </a:lnTo>
                  <a:lnTo>
                    <a:pt x="1224" y="2828"/>
                  </a:lnTo>
                  <a:lnTo>
                    <a:pt x="1324" y="2968"/>
                  </a:lnTo>
                  <a:lnTo>
                    <a:pt x="1404" y="3129"/>
                  </a:lnTo>
                  <a:lnTo>
                    <a:pt x="1504" y="3289"/>
                  </a:lnTo>
                  <a:lnTo>
                    <a:pt x="1625" y="3630"/>
                  </a:lnTo>
                  <a:lnTo>
                    <a:pt x="1745" y="4031"/>
                  </a:lnTo>
                  <a:lnTo>
                    <a:pt x="1825" y="4452"/>
                  </a:lnTo>
                  <a:lnTo>
                    <a:pt x="1885" y="4894"/>
                  </a:lnTo>
                  <a:lnTo>
                    <a:pt x="1946" y="5335"/>
                  </a:lnTo>
                  <a:lnTo>
                    <a:pt x="1966" y="5776"/>
                  </a:lnTo>
                  <a:lnTo>
                    <a:pt x="1986" y="6197"/>
                  </a:lnTo>
                  <a:lnTo>
                    <a:pt x="2006" y="6979"/>
                  </a:lnTo>
                  <a:lnTo>
                    <a:pt x="2006" y="7621"/>
                  </a:lnTo>
                  <a:lnTo>
                    <a:pt x="2006" y="7621"/>
                  </a:lnTo>
                  <a:lnTo>
                    <a:pt x="2006" y="7942"/>
                  </a:lnTo>
                  <a:lnTo>
                    <a:pt x="1986" y="8343"/>
                  </a:lnTo>
                  <a:lnTo>
                    <a:pt x="1986" y="8343"/>
                  </a:lnTo>
                  <a:lnTo>
                    <a:pt x="2186" y="8383"/>
                  </a:lnTo>
                  <a:lnTo>
                    <a:pt x="2387" y="8423"/>
                  </a:lnTo>
                  <a:lnTo>
                    <a:pt x="2587" y="8443"/>
                  </a:lnTo>
                  <a:lnTo>
                    <a:pt x="2808" y="8463"/>
                  </a:lnTo>
                  <a:lnTo>
                    <a:pt x="2808" y="8463"/>
                  </a:lnTo>
                  <a:lnTo>
                    <a:pt x="3109" y="8443"/>
                  </a:lnTo>
                  <a:lnTo>
                    <a:pt x="3390" y="8403"/>
                  </a:lnTo>
                  <a:lnTo>
                    <a:pt x="3390" y="2006"/>
                  </a:lnTo>
                  <a:lnTo>
                    <a:pt x="3390" y="2006"/>
                  </a:lnTo>
                  <a:lnTo>
                    <a:pt x="3390" y="2006"/>
                  </a:lnTo>
                  <a:lnTo>
                    <a:pt x="3410" y="1524"/>
                  </a:lnTo>
                  <a:lnTo>
                    <a:pt x="3450" y="1043"/>
                  </a:lnTo>
                  <a:lnTo>
                    <a:pt x="3510" y="582"/>
                  </a:lnTo>
                  <a:lnTo>
                    <a:pt x="3610" y="121"/>
                  </a:lnTo>
                  <a:lnTo>
                    <a:pt x="3610" y="121"/>
                  </a:lnTo>
                  <a:lnTo>
                    <a:pt x="3410" y="60"/>
                  </a:lnTo>
                  <a:lnTo>
                    <a:pt x="3209" y="20"/>
                  </a:lnTo>
                  <a:lnTo>
                    <a:pt x="3009" y="0"/>
                  </a:lnTo>
                  <a:lnTo>
                    <a:pt x="280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42">
              <a:extLst>
                <a:ext uri="{FF2B5EF4-FFF2-40B4-BE49-F238E27FC236}">
                  <a16:creationId xmlns:a16="http://schemas.microsoft.com/office/drawing/2014/main" id="{CCD527EB-E71B-0348-CDF8-FC3B5B348417}"/>
                </a:ext>
              </a:extLst>
            </p:cNvPr>
            <p:cNvSpPr/>
            <p:nvPr/>
          </p:nvSpPr>
          <p:spPr>
            <a:xfrm>
              <a:off x="10509125" y="2553388"/>
              <a:ext cx="265250" cy="142925"/>
            </a:xfrm>
            <a:custGeom>
              <a:avLst/>
              <a:gdLst/>
              <a:ahLst/>
              <a:cxnLst/>
              <a:rect l="l" t="t" r="r" b="b"/>
              <a:pathLst>
                <a:path w="10610" h="5717" extrusionOk="0">
                  <a:moveTo>
                    <a:pt x="2849" y="0"/>
                  </a:move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3149"/>
                  </a:lnTo>
                  <a:lnTo>
                    <a:pt x="61" y="3430"/>
                  </a:lnTo>
                  <a:lnTo>
                    <a:pt x="121" y="3711"/>
                  </a:lnTo>
                  <a:lnTo>
                    <a:pt x="222" y="3971"/>
                  </a:lnTo>
                  <a:lnTo>
                    <a:pt x="342" y="4212"/>
                  </a:lnTo>
                  <a:lnTo>
                    <a:pt x="482" y="4453"/>
                  </a:lnTo>
                  <a:lnTo>
                    <a:pt x="643" y="4673"/>
                  </a:lnTo>
                  <a:lnTo>
                    <a:pt x="823" y="4874"/>
                  </a:lnTo>
                  <a:lnTo>
                    <a:pt x="1024" y="5054"/>
                  </a:lnTo>
                  <a:lnTo>
                    <a:pt x="1244" y="5215"/>
                  </a:lnTo>
                  <a:lnTo>
                    <a:pt x="1485" y="5375"/>
                  </a:lnTo>
                  <a:lnTo>
                    <a:pt x="1746" y="5495"/>
                  </a:lnTo>
                  <a:lnTo>
                    <a:pt x="2006" y="5576"/>
                  </a:lnTo>
                  <a:lnTo>
                    <a:pt x="2267" y="5656"/>
                  </a:lnTo>
                  <a:lnTo>
                    <a:pt x="2548" y="5696"/>
                  </a:lnTo>
                  <a:lnTo>
                    <a:pt x="2849" y="5716"/>
                  </a:lnTo>
                  <a:lnTo>
                    <a:pt x="7742" y="5716"/>
                  </a:lnTo>
                  <a:lnTo>
                    <a:pt x="8043" y="5696"/>
                  </a:lnTo>
                  <a:lnTo>
                    <a:pt x="8324" y="5656"/>
                  </a:lnTo>
                  <a:lnTo>
                    <a:pt x="8604" y="5576"/>
                  </a:lnTo>
                  <a:lnTo>
                    <a:pt x="8865" y="5495"/>
                  </a:lnTo>
                  <a:lnTo>
                    <a:pt x="9106" y="5375"/>
                  </a:lnTo>
                  <a:lnTo>
                    <a:pt x="9346" y="5215"/>
                  </a:lnTo>
                  <a:lnTo>
                    <a:pt x="9567" y="5054"/>
                  </a:lnTo>
                  <a:lnTo>
                    <a:pt x="9767" y="4874"/>
                  </a:lnTo>
                  <a:lnTo>
                    <a:pt x="9888" y="4733"/>
                  </a:lnTo>
                  <a:lnTo>
                    <a:pt x="10048" y="4553"/>
                  </a:lnTo>
                  <a:lnTo>
                    <a:pt x="10189" y="4332"/>
                  </a:lnTo>
                  <a:lnTo>
                    <a:pt x="10309" y="4112"/>
                  </a:lnTo>
                  <a:lnTo>
                    <a:pt x="10409" y="3871"/>
                  </a:lnTo>
                  <a:lnTo>
                    <a:pt x="10489" y="3630"/>
                  </a:lnTo>
                  <a:lnTo>
                    <a:pt x="10550" y="3390"/>
                  </a:lnTo>
                  <a:lnTo>
                    <a:pt x="10590" y="3129"/>
                  </a:lnTo>
                  <a:lnTo>
                    <a:pt x="10610" y="2848"/>
                  </a:lnTo>
                  <a:lnTo>
                    <a:pt x="10590" y="2567"/>
                  </a:lnTo>
                  <a:lnTo>
                    <a:pt x="10550" y="2287"/>
                  </a:lnTo>
                  <a:lnTo>
                    <a:pt x="10469" y="2006"/>
                  </a:lnTo>
                  <a:lnTo>
                    <a:pt x="10369" y="1745"/>
                  </a:lnTo>
                  <a:lnTo>
                    <a:pt x="10249" y="1505"/>
                  </a:lnTo>
                  <a:lnTo>
                    <a:pt x="10108" y="1264"/>
                  </a:lnTo>
                  <a:lnTo>
                    <a:pt x="9948" y="1043"/>
                  </a:lnTo>
                  <a:lnTo>
                    <a:pt x="9767" y="843"/>
                  </a:lnTo>
                  <a:lnTo>
                    <a:pt x="9567" y="662"/>
                  </a:lnTo>
                  <a:lnTo>
                    <a:pt x="9346" y="482"/>
                  </a:lnTo>
                  <a:lnTo>
                    <a:pt x="9106" y="341"/>
                  </a:lnTo>
                  <a:lnTo>
                    <a:pt x="8865" y="221"/>
                  </a:lnTo>
                  <a:lnTo>
                    <a:pt x="8604" y="121"/>
                  </a:lnTo>
                  <a:lnTo>
                    <a:pt x="8324" y="61"/>
                  </a:lnTo>
                  <a:lnTo>
                    <a:pt x="8043" y="21"/>
                  </a:lnTo>
                  <a:lnTo>
                    <a:pt x="77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42">
              <a:extLst>
                <a:ext uri="{FF2B5EF4-FFF2-40B4-BE49-F238E27FC236}">
                  <a16:creationId xmlns:a16="http://schemas.microsoft.com/office/drawing/2014/main" id="{44B6C71F-B46E-4A3A-BE54-0B20949105AE}"/>
                </a:ext>
              </a:extLst>
            </p:cNvPr>
            <p:cNvSpPr/>
            <p:nvPr/>
          </p:nvSpPr>
          <p:spPr>
            <a:xfrm>
              <a:off x="10509125" y="2553388"/>
              <a:ext cx="265250" cy="142925"/>
            </a:xfrm>
            <a:custGeom>
              <a:avLst/>
              <a:gdLst/>
              <a:ahLst/>
              <a:cxnLst/>
              <a:rect l="l" t="t" r="r" b="b"/>
              <a:pathLst>
                <a:path w="10610" h="5717" fill="none" extrusionOk="0">
                  <a:moveTo>
                    <a:pt x="10610" y="2848"/>
                  </a:moveTo>
                  <a:lnTo>
                    <a:pt x="10610" y="2848"/>
                  </a:lnTo>
                  <a:lnTo>
                    <a:pt x="10590" y="3129"/>
                  </a:lnTo>
                  <a:lnTo>
                    <a:pt x="10550" y="3390"/>
                  </a:lnTo>
                  <a:lnTo>
                    <a:pt x="10489" y="3630"/>
                  </a:lnTo>
                  <a:lnTo>
                    <a:pt x="10409" y="3871"/>
                  </a:lnTo>
                  <a:lnTo>
                    <a:pt x="10309" y="4112"/>
                  </a:lnTo>
                  <a:lnTo>
                    <a:pt x="10189" y="4332"/>
                  </a:lnTo>
                  <a:lnTo>
                    <a:pt x="10048" y="4553"/>
                  </a:lnTo>
                  <a:lnTo>
                    <a:pt x="9888" y="4733"/>
                  </a:lnTo>
                  <a:lnTo>
                    <a:pt x="9888" y="4733"/>
                  </a:lnTo>
                  <a:lnTo>
                    <a:pt x="9767" y="4874"/>
                  </a:lnTo>
                  <a:lnTo>
                    <a:pt x="9767" y="4874"/>
                  </a:lnTo>
                  <a:lnTo>
                    <a:pt x="9567" y="5054"/>
                  </a:lnTo>
                  <a:lnTo>
                    <a:pt x="9346" y="5215"/>
                  </a:lnTo>
                  <a:lnTo>
                    <a:pt x="9106" y="5375"/>
                  </a:lnTo>
                  <a:lnTo>
                    <a:pt x="8865" y="5495"/>
                  </a:lnTo>
                  <a:lnTo>
                    <a:pt x="8604" y="5576"/>
                  </a:lnTo>
                  <a:lnTo>
                    <a:pt x="8324" y="5656"/>
                  </a:lnTo>
                  <a:lnTo>
                    <a:pt x="8043" y="5696"/>
                  </a:lnTo>
                  <a:lnTo>
                    <a:pt x="7742" y="5716"/>
                  </a:lnTo>
                  <a:lnTo>
                    <a:pt x="2849" y="5716"/>
                  </a:lnTo>
                  <a:lnTo>
                    <a:pt x="2849" y="5716"/>
                  </a:lnTo>
                  <a:lnTo>
                    <a:pt x="2548" y="5696"/>
                  </a:lnTo>
                  <a:lnTo>
                    <a:pt x="2267" y="5656"/>
                  </a:lnTo>
                  <a:lnTo>
                    <a:pt x="2006" y="5576"/>
                  </a:lnTo>
                  <a:lnTo>
                    <a:pt x="1746" y="5495"/>
                  </a:lnTo>
                  <a:lnTo>
                    <a:pt x="1485" y="5375"/>
                  </a:lnTo>
                  <a:lnTo>
                    <a:pt x="1244" y="5215"/>
                  </a:lnTo>
                  <a:lnTo>
                    <a:pt x="1024" y="5054"/>
                  </a:lnTo>
                  <a:lnTo>
                    <a:pt x="823" y="4874"/>
                  </a:lnTo>
                  <a:lnTo>
                    <a:pt x="643" y="4673"/>
                  </a:lnTo>
                  <a:lnTo>
                    <a:pt x="482" y="4453"/>
                  </a:lnTo>
                  <a:lnTo>
                    <a:pt x="342" y="4212"/>
                  </a:lnTo>
                  <a:lnTo>
                    <a:pt x="222" y="3971"/>
                  </a:lnTo>
                  <a:lnTo>
                    <a:pt x="121" y="3711"/>
                  </a:lnTo>
                  <a:lnTo>
                    <a:pt x="61" y="3430"/>
                  </a:lnTo>
                  <a:lnTo>
                    <a:pt x="1" y="3149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1" y="2567"/>
                  </a:lnTo>
                  <a:lnTo>
                    <a:pt x="41" y="2287"/>
                  </a:lnTo>
                  <a:lnTo>
                    <a:pt x="121" y="2006"/>
                  </a:lnTo>
                  <a:lnTo>
                    <a:pt x="222" y="1745"/>
                  </a:lnTo>
                  <a:lnTo>
                    <a:pt x="342" y="1505"/>
                  </a:lnTo>
                  <a:lnTo>
                    <a:pt x="482" y="1264"/>
                  </a:lnTo>
                  <a:lnTo>
                    <a:pt x="643" y="1043"/>
                  </a:lnTo>
                  <a:lnTo>
                    <a:pt x="823" y="843"/>
                  </a:lnTo>
                  <a:lnTo>
                    <a:pt x="823" y="843"/>
                  </a:lnTo>
                  <a:lnTo>
                    <a:pt x="1024" y="642"/>
                  </a:lnTo>
                  <a:lnTo>
                    <a:pt x="1244" y="482"/>
                  </a:lnTo>
                  <a:lnTo>
                    <a:pt x="1485" y="341"/>
                  </a:lnTo>
                  <a:lnTo>
                    <a:pt x="1746" y="221"/>
                  </a:lnTo>
                  <a:lnTo>
                    <a:pt x="2006" y="121"/>
                  </a:lnTo>
                  <a:lnTo>
                    <a:pt x="2267" y="61"/>
                  </a:lnTo>
                  <a:lnTo>
                    <a:pt x="2568" y="21"/>
                  </a:lnTo>
                  <a:lnTo>
                    <a:pt x="2849" y="0"/>
                  </a:lnTo>
                  <a:lnTo>
                    <a:pt x="7742" y="0"/>
                  </a:lnTo>
                  <a:lnTo>
                    <a:pt x="7742" y="0"/>
                  </a:lnTo>
                  <a:lnTo>
                    <a:pt x="8043" y="21"/>
                  </a:lnTo>
                  <a:lnTo>
                    <a:pt x="8324" y="61"/>
                  </a:lnTo>
                  <a:lnTo>
                    <a:pt x="8604" y="121"/>
                  </a:lnTo>
                  <a:lnTo>
                    <a:pt x="8865" y="221"/>
                  </a:lnTo>
                  <a:lnTo>
                    <a:pt x="9106" y="341"/>
                  </a:lnTo>
                  <a:lnTo>
                    <a:pt x="9346" y="482"/>
                  </a:lnTo>
                  <a:lnTo>
                    <a:pt x="9567" y="662"/>
                  </a:lnTo>
                  <a:lnTo>
                    <a:pt x="9767" y="843"/>
                  </a:lnTo>
                  <a:lnTo>
                    <a:pt x="9948" y="1043"/>
                  </a:lnTo>
                  <a:lnTo>
                    <a:pt x="10108" y="1264"/>
                  </a:lnTo>
                  <a:lnTo>
                    <a:pt x="10249" y="1505"/>
                  </a:lnTo>
                  <a:lnTo>
                    <a:pt x="10369" y="1745"/>
                  </a:lnTo>
                  <a:lnTo>
                    <a:pt x="10469" y="2006"/>
                  </a:lnTo>
                  <a:lnTo>
                    <a:pt x="10550" y="2287"/>
                  </a:lnTo>
                  <a:lnTo>
                    <a:pt x="10590" y="2567"/>
                  </a:lnTo>
                  <a:lnTo>
                    <a:pt x="10610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42">
              <a:extLst>
                <a:ext uri="{FF2B5EF4-FFF2-40B4-BE49-F238E27FC236}">
                  <a16:creationId xmlns:a16="http://schemas.microsoft.com/office/drawing/2014/main" id="{5A9EE7C3-773C-58B8-DC8F-7042D7C26588}"/>
                </a:ext>
              </a:extLst>
            </p:cNvPr>
            <p:cNvSpPr/>
            <p:nvPr/>
          </p:nvSpPr>
          <p:spPr>
            <a:xfrm>
              <a:off x="10509125" y="2553388"/>
              <a:ext cx="97300" cy="97800"/>
            </a:xfrm>
            <a:custGeom>
              <a:avLst/>
              <a:gdLst/>
              <a:ahLst/>
              <a:cxnLst/>
              <a:rect l="l" t="t" r="r" b="b"/>
              <a:pathLst>
                <a:path w="3892" h="3912" extrusionOk="0">
                  <a:moveTo>
                    <a:pt x="2849" y="0"/>
                  </a:move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3129"/>
                  </a:lnTo>
                  <a:lnTo>
                    <a:pt x="41" y="3390"/>
                  </a:lnTo>
                  <a:lnTo>
                    <a:pt x="101" y="3650"/>
                  </a:lnTo>
                  <a:lnTo>
                    <a:pt x="201" y="3911"/>
                  </a:lnTo>
                  <a:lnTo>
                    <a:pt x="2889" y="3911"/>
                  </a:lnTo>
                  <a:lnTo>
                    <a:pt x="2768" y="3670"/>
                  </a:lnTo>
                  <a:lnTo>
                    <a:pt x="2688" y="3430"/>
                  </a:lnTo>
                  <a:lnTo>
                    <a:pt x="2628" y="3169"/>
                  </a:lnTo>
                  <a:lnTo>
                    <a:pt x="2608" y="2908"/>
                  </a:lnTo>
                  <a:lnTo>
                    <a:pt x="2608" y="2648"/>
                  </a:lnTo>
                  <a:lnTo>
                    <a:pt x="2648" y="2367"/>
                  </a:lnTo>
                  <a:lnTo>
                    <a:pt x="2688" y="2106"/>
                  </a:lnTo>
                  <a:lnTo>
                    <a:pt x="2748" y="1866"/>
                  </a:lnTo>
                  <a:lnTo>
                    <a:pt x="2829" y="1605"/>
                  </a:lnTo>
                  <a:lnTo>
                    <a:pt x="2929" y="1344"/>
                  </a:lnTo>
                  <a:lnTo>
                    <a:pt x="3049" y="1083"/>
                  </a:lnTo>
                  <a:lnTo>
                    <a:pt x="3190" y="843"/>
                  </a:lnTo>
                  <a:lnTo>
                    <a:pt x="3350" y="622"/>
                  </a:lnTo>
                  <a:lnTo>
                    <a:pt x="3510" y="402"/>
                  </a:lnTo>
                  <a:lnTo>
                    <a:pt x="3711" y="201"/>
                  </a:lnTo>
                  <a:lnTo>
                    <a:pt x="389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42">
              <a:extLst>
                <a:ext uri="{FF2B5EF4-FFF2-40B4-BE49-F238E27FC236}">
                  <a16:creationId xmlns:a16="http://schemas.microsoft.com/office/drawing/2014/main" id="{EE3339D6-AAAC-B468-CB69-4F9B468DAA9E}"/>
                </a:ext>
              </a:extLst>
            </p:cNvPr>
            <p:cNvSpPr/>
            <p:nvPr/>
          </p:nvSpPr>
          <p:spPr>
            <a:xfrm>
              <a:off x="10509125" y="2553388"/>
              <a:ext cx="97300" cy="97800"/>
            </a:xfrm>
            <a:custGeom>
              <a:avLst/>
              <a:gdLst/>
              <a:ahLst/>
              <a:cxnLst/>
              <a:rect l="l" t="t" r="r" b="b"/>
              <a:pathLst>
                <a:path w="3892" h="3912" fill="none" extrusionOk="0">
                  <a:moveTo>
                    <a:pt x="3892" y="0"/>
                  </a:moveTo>
                  <a:lnTo>
                    <a:pt x="2849" y="0"/>
                  </a:lnTo>
                  <a:lnTo>
                    <a:pt x="2849" y="0"/>
                  </a:ln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1" y="3129"/>
                  </a:lnTo>
                  <a:lnTo>
                    <a:pt x="41" y="3390"/>
                  </a:lnTo>
                  <a:lnTo>
                    <a:pt x="101" y="3650"/>
                  </a:lnTo>
                  <a:lnTo>
                    <a:pt x="201" y="3911"/>
                  </a:lnTo>
                  <a:lnTo>
                    <a:pt x="2889" y="3911"/>
                  </a:lnTo>
                  <a:lnTo>
                    <a:pt x="2889" y="3911"/>
                  </a:lnTo>
                  <a:lnTo>
                    <a:pt x="2768" y="3670"/>
                  </a:lnTo>
                  <a:lnTo>
                    <a:pt x="2688" y="3430"/>
                  </a:lnTo>
                  <a:lnTo>
                    <a:pt x="2628" y="3169"/>
                  </a:lnTo>
                  <a:lnTo>
                    <a:pt x="2608" y="2908"/>
                  </a:lnTo>
                  <a:lnTo>
                    <a:pt x="2608" y="2648"/>
                  </a:lnTo>
                  <a:lnTo>
                    <a:pt x="2648" y="2367"/>
                  </a:lnTo>
                  <a:lnTo>
                    <a:pt x="2688" y="2106"/>
                  </a:lnTo>
                  <a:lnTo>
                    <a:pt x="2748" y="1866"/>
                  </a:lnTo>
                  <a:lnTo>
                    <a:pt x="2748" y="1866"/>
                  </a:lnTo>
                  <a:lnTo>
                    <a:pt x="2829" y="1605"/>
                  </a:lnTo>
                  <a:lnTo>
                    <a:pt x="2929" y="1344"/>
                  </a:lnTo>
                  <a:lnTo>
                    <a:pt x="3049" y="1083"/>
                  </a:lnTo>
                  <a:lnTo>
                    <a:pt x="3190" y="843"/>
                  </a:lnTo>
                  <a:lnTo>
                    <a:pt x="3350" y="622"/>
                  </a:lnTo>
                  <a:lnTo>
                    <a:pt x="3510" y="402"/>
                  </a:lnTo>
                  <a:lnTo>
                    <a:pt x="3711" y="201"/>
                  </a:lnTo>
                  <a:lnTo>
                    <a:pt x="389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8428;p42">
              <a:extLst>
                <a:ext uri="{FF2B5EF4-FFF2-40B4-BE49-F238E27FC236}">
                  <a16:creationId xmlns:a16="http://schemas.microsoft.com/office/drawing/2014/main" id="{4F7E117C-CEC7-A80A-A015-C0252CBDB438}"/>
                </a:ext>
              </a:extLst>
            </p:cNvPr>
            <p:cNvSpPr/>
            <p:nvPr/>
          </p:nvSpPr>
          <p:spPr>
            <a:xfrm>
              <a:off x="10710175" y="2566413"/>
              <a:ext cx="43150" cy="46650"/>
            </a:xfrm>
            <a:custGeom>
              <a:avLst/>
              <a:gdLst/>
              <a:ahLst/>
              <a:cxnLst/>
              <a:rect l="l" t="t" r="r" b="b"/>
              <a:pathLst>
                <a:path w="1726" h="1866" extrusionOk="0">
                  <a:moveTo>
                    <a:pt x="261" y="1"/>
                  </a:moveTo>
                  <a:lnTo>
                    <a:pt x="181" y="21"/>
                  </a:lnTo>
                  <a:lnTo>
                    <a:pt x="101" y="61"/>
                  </a:lnTo>
                  <a:lnTo>
                    <a:pt x="61" y="121"/>
                  </a:lnTo>
                  <a:lnTo>
                    <a:pt x="21" y="181"/>
                  </a:lnTo>
                  <a:lnTo>
                    <a:pt x="1" y="262"/>
                  </a:lnTo>
                  <a:lnTo>
                    <a:pt x="1" y="342"/>
                  </a:lnTo>
                  <a:lnTo>
                    <a:pt x="41" y="422"/>
                  </a:lnTo>
                  <a:lnTo>
                    <a:pt x="101" y="502"/>
                  </a:lnTo>
                  <a:lnTo>
                    <a:pt x="181" y="582"/>
                  </a:lnTo>
                  <a:lnTo>
                    <a:pt x="362" y="723"/>
                  </a:lnTo>
                  <a:lnTo>
                    <a:pt x="542" y="863"/>
                  </a:lnTo>
                  <a:lnTo>
                    <a:pt x="643" y="943"/>
                  </a:lnTo>
                  <a:lnTo>
                    <a:pt x="723" y="1024"/>
                  </a:lnTo>
                  <a:lnTo>
                    <a:pt x="843" y="1204"/>
                  </a:lnTo>
                  <a:lnTo>
                    <a:pt x="943" y="1385"/>
                  </a:lnTo>
                  <a:lnTo>
                    <a:pt x="1044" y="1645"/>
                  </a:lnTo>
                  <a:lnTo>
                    <a:pt x="1124" y="1746"/>
                  </a:lnTo>
                  <a:lnTo>
                    <a:pt x="1184" y="1786"/>
                  </a:lnTo>
                  <a:lnTo>
                    <a:pt x="1244" y="1826"/>
                  </a:lnTo>
                  <a:lnTo>
                    <a:pt x="1324" y="1866"/>
                  </a:lnTo>
                  <a:lnTo>
                    <a:pt x="1425" y="1866"/>
                  </a:lnTo>
                  <a:lnTo>
                    <a:pt x="1525" y="1846"/>
                  </a:lnTo>
                  <a:lnTo>
                    <a:pt x="1565" y="1826"/>
                  </a:lnTo>
                  <a:lnTo>
                    <a:pt x="1605" y="1786"/>
                  </a:lnTo>
                  <a:lnTo>
                    <a:pt x="1645" y="1706"/>
                  </a:lnTo>
                  <a:lnTo>
                    <a:pt x="1685" y="1645"/>
                  </a:lnTo>
                  <a:lnTo>
                    <a:pt x="1725" y="1485"/>
                  </a:lnTo>
                  <a:lnTo>
                    <a:pt x="1705" y="1345"/>
                  </a:lnTo>
                  <a:lnTo>
                    <a:pt x="1665" y="1184"/>
                  </a:lnTo>
                  <a:lnTo>
                    <a:pt x="1605" y="1024"/>
                  </a:lnTo>
                  <a:lnTo>
                    <a:pt x="1525" y="883"/>
                  </a:lnTo>
                  <a:lnTo>
                    <a:pt x="1324" y="623"/>
                  </a:lnTo>
                  <a:lnTo>
                    <a:pt x="1224" y="502"/>
                  </a:lnTo>
                  <a:lnTo>
                    <a:pt x="1104" y="402"/>
                  </a:lnTo>
                  <a:lnTo>
                    <a:pt x="1004" y="322"/>
                  </a:lnTo>
                  <a:lnTo>
                    <a:pt x="883" y="242"/>
                  </a:lnTo>
                  <a:lnTo>
                    <a:pt x="622" y="121"/>
                  </a:lnTo>
                  <a:lnTo>
                    <a:pt x="342" y="21"/>
                  </a:lnTo>
                  <a:lnTo>
                    <a:pt x="26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8429;p42">
              <a:extLst>
                <a:ext uri="{FF2B5EF4-FFF2-40B4-BE49-F238E27FC236}">
                  <a16:creationId xmlns:a16="http://schemas.microsoft.com/office/drawing/2014/main" id="{1E6A4F3D-ACA3-AFD1-D3B1-13138E8A5F89}"/>
                </a:ext>
              </a:extLst>
            </p:cNvPr>
            <p:cNvSpPr/>
            <p:nvPr/>
          </p:nvSpPr>
          <p:spPr>
            <a:xfrm>
              <a:off x="10742775" y="2621563"/>
              <a:ext cx="12050" cy="12575"/>
            </a:xfrm>
            <a:custGeom>
              <a:avLst/>
              <a:gdLst/>
              <a:ahLst/>
              <a:cxnLst/>
              <a:rect l="l" t="t" r="r" b="b"/>
              <a:pathLst>
                <a:path w="482" h="503" extrusionOk="0">
                  <a:moveTo>
                    <a:pt x="241" y="1"/>
                  </a:moveTo>
                  <a:lnTo>
                    <a:pt x="181" y="21"/>
                  </a:lnTo>
                  <a:lnTo>
                    <a:pt x="121" y="41"/>
                  </a:lnTo>
                  <a:lnTo>
                    <a:pt x="40" y="101"/>
                  </a:lnTo>
                  <a:lnTo>
                    <a:pt x="20" y="181"/>
                  </a:lnTo>
                  <a:lnTo>
                    <a:pt x="0" y="242"/>
                  </a:lnTo>
                  <a:lnTo>
                    <a:pt x="0" y="322"/>
                  </a:lnTo>
                  <a:lnTo>
                    <a:pt x="40" y="402"/>
                  </a:lnTo>
                  <a:lnTo>
                    <a:pt x="81" y="462"/>
                  </a:lnTo>
                  <a:lnTo>
                    <a:pt x="161" y="502"/>
                  </a:lnTo>
                  <a:lnTo>
                    <a:pt x="321" y="502"/>
                  </a:lnTo>
                  <a:lnTo>
                    <a:pt x="381" y="462"/>
                  </a:lnTo>
                  <a:lnTo>
                    <a:pt x="442" y="402"/>
                  </a:lnTo>
                  <a:lnTo>
                    <a:pt x="462" y="322"/>
                  </a:lnTo>
                  <a:lnTo>
                    <a:pt x="482" y="242"/>
                  </a:lnTo>
                  <a:lnTo>
                    <a:pt x="462" y="181"/>
                  </a:lnTo>
                  <a:lnTo>
                    <a:pt x="421" y="101"/>
                  </a:lnTo>
                  <a:lnTo>
                    <a:pt x="361" y="41"/>
                  </a:lnTo>
                  <a:lnTo>
                    <a:pt x="301" y="21"/>
                  </a:lnTo>
                  <a:lnTo>
                    <a:pt x="24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8430;p42">
              <a:extLst>
                <a:ext uri="{FF2B5EF4-FFF2-40B4-BE49-F238E27FC236}">
                  <a16:creationId xmlns:a16="http://schemas.microsoft.com/office/drawing/2014/main" id="{2984D82A-669F-7BB1-6BC9-72D6D0CBA02E}"/>
                </a:ext>
              </a:extLst>
            </p:cNvPr>
            <p:cNvSpPr/>
            <p:nvPr/>
          </p:nvSpPr>
          <p:spPr>
            <a:xfrm>
              <a:off x="10391825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extrusionOk="0">
                  <a:moveTo>
                    <a:pt x="943" y="0"/>
                  </a:moveTo>
                  <a:lnTo>
                    <a:pt x="822" y="20"/>
                  </a:lnTo>
                  <a:lnTo>
                    <a:pt x="682" y="40"/>
                  </a:lnTo>
                  <a:lnTo>
                    <a:pt x="562" y="81"/>
                  </a:lnTo>
                  <a:lnTo>
                    <a:pt x="441" y="141"/>
                  </a:lnTo>
                  <a:lnTo>
                    <a:pt x="341" y="221"/>
                  </a:lnTo>
                  <a:lnTo>
                    <a:pt x="241" y="301"/>
                  </a:lnTo>
                  <a:lnTo>
                    <a:pt x="161" y="401"/>
                  </a:lnTo>
                  <a:lnTo>
                    <a:pt x="100" y="522"/>
                  </a:lnTo>
                  <a:lnTo>
                    <a:pt x="40" y="642"/>
                  </a:lnTo>
                  <a:lnTo>
                    <a:pt x="0" y="802"/>
                  </a:lnTo>
                  <a:lnTo>
                    <a:pt x="0" y="963"/>
                  </a:lnTo>
                  <a:lnTo>
                    <a:pt x="0" y="11572"/>
                  </a:lnTo>
                  <a:lnTo>
                    <a:pt x="0" y="11692"/>
                  </a:lnTo>
                  <a:lnTo>
                    <a:pt x="20" y="11812"/>
                  </a:lnTo>
                  <a:lnTo>
                    <a:pt x="60" y="11933"/>
                  </a:lnTo>
                  <a:lnTo>
                    <a:pt x="100" y="12013"/>
                  </a:lnTo>
                  <a:lnTo>
                    <a:pt x="161" y="12113"/>
                  </a:lnTo>
                  <a:lnTo>
                    <a:pt x="221" y="12193"/>
                  </a:lnTo>
                  <a:lnTo>
                    <a:pt x="361" y="12334"/>
                  </a:lnTo>
                  <a:lnTo>
                    <a:pt x="542" y="12434"/>
                  </a:lnTo>
                  <a:lnTo>
                    <a:pt x="742" y="12494"/>
                  </a:lnTo>
                  <a:lnTo>
                    <a:pt x="943" y="12514"/>
                  </a:lnTo>
                  <a:lnTo>
                    <a:pt x="1143" y="12494"/>
                  </a:lnTo>
                  <a:lnTo>
                    <a:pt x="1304" y="12474"/>
                  </a:lnTo>
                  <a:lnTo>
                    <a:pt x="1444" y="12414"/>
                  </a:lnTo>
                  <a:lnTo>
                    <a:pt x="1584" y="12334"/>
                  </a:lnTo>
                  <a:lnTo>
                    <a:pt x="1705" y="12214"/>
                  </a:lnTo>
                  <a:lnTo>
                    <a:pt x="1825" y="12093"/>
                  </a:lnTo>
                  <a:lnTo>
                    <a:pt x="1885" y="11953"/>
                  </a:lnTo>
                  <a:lnTo>
                    <a:pt x="1945" y="11772"/>
                  </a:lnTo>
                  <a:lnTo>
                    <a:pt x="1966" y="11572"/>
                  </a:lnTo>
                  <a:lnTo>
                    <a:pt x="1966" y="963"/>
                  </a:lnTo>
                  <a:lnTo>
                    <a:pt x="1945" y="823"/>
                  </a:lnTo>
                  <a:lnTo>
                    <a:pt x="1925" y="702"/>
                  </a:lnTo>
                  <a:lnTo>
                    <a:pt x="1905" y="582"/>
                  </a:lnTo>
                  <a:lnTo>
                    <a:pt x="1845" y="482"/>
                  </a:lnTo>
                  <a:lnTo>
                    <a:pt x="1785" y="381"/>
                  </a:lnTo>
                  <a:lnTo>
                    <a:pt x="1725" y="301"/>
                  </a:lnTo>
                  <a:lnTo>
                    <a:pt x="1645" y="241"/>
                  </a:lnTo>
                  <a:lnTo>
                    <a:pt x="1564" y="181"/>
                  </a:lnTo>
                  <a:lnTo>
                    <a:pt x="1444" y="101"/>
                  </a:lnTo>
                  <a:lnTo>
                    <a:pt x="1324" y="60"/>
                  </a:lnTo>
                  <a:lnTo>
                    <a:pt x="1203" y="20"/>
                  </a:lnTo>
                  <a:lnTo>
                    <a:pt x="108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8431;p42">
              <a:extLst>
                <a:ext uri="{FF2B5EF4-FFF2-40B4-BE49-F238E27FC236}">
                  <a16:creationId xmlns:a16="http://schemas.microsoft.com/office/drawing/2014/main" id="{12CF5611-21BE-DF97-C4E2-F6B799AAA1B6}"/>
                </a:ext>
              </a:extLst>
            </p:cNvPr>
            <p:cNvSpPr/>
            <p:nvPr/>
          </p:nvSpPr>
          <p:spPr>
            <a:xfrm>
              <a:off x="10287025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7" y="281"/>
                  </a:lnTo>
                  <a:lnTo>
                    <a:pt x="1826" y="421"/>
                  </a:lnTo>
                  <a:lnTo>
                    <a:pt x="1545" y="602"/>
                  </a:lnTo>
                  <a:lnTo>
                    <a:pt x="1264" y="802"/>
                  </a:lnTo>
                  <a:lnTo>
                    <a:pt x="1024" y="1023"/>
                  </a:lnTo>
                  <a:lnTo>
                    <a:pt x="803" y="1284"/>
                  </a:lnTo>
                  <a:lnTo>
                    <a:pt x="602" y="1544"/>
                  </a:lnTo>
                  <a:lnTo>
                    <a:pt x="422" y="1825"/>
                  </a:lnTo>
                  <a:lnTo>
                    <a:pt x="282" y="2146"/>
                  </a:lnTo>
                  <a:lnTo>
                    <a:pt x="161" y="2467"/>
                  </a:lnTo>
                  <a:lnTo>
                    <a:pt x="61" y="2788"/>
                  </a:lnTo>
                  <a:lnTo>
                    <a:pt x="21" y="3149"/>
                  </a:lnTo>
                  <a:lnTo>
                    <a:pt x="1" y="3490"/>
                  </a:lnTo>
                  <a:lnTo>
                    <a:pt x="21" y="3790"/>
                  </a:lnTo>
                  <a:lnTo>
                    <a:pt x="10329" y="3790"/>
                  </a:lnTo>
                  <a:lnTo>
                    <a:pt x="10349" y="3490"/>
                  </a:lnTo>
                  <a:lnTo>
                    <a:pt x="10329" y="3149"/>
                  </a:lnTo>
                  <a:lnTo>
                    <a:pt x="10269" y="2788"/>
                  </a:lnTo>
                  <a:lnTo>
                    <a:pt x="10188" y="2467"/>
                  </a:lnTo>
                  <a:lnTo>
                    <a:pt x="10068" y="2146"/>
                  </a:lnTo>
                  <a:lnTo>
                    <a:pt x="9928" y="1825"/>
                  </a:lnTo>
                  <a:lnTo>
                    <a:pt x="9747" y="1544"/>
                  </a:lnTo>
                  <a:lnTo>
                    <a:pt x="9547" y="1284"/>
                  </a:lnTo>
                  <a:lnTo>
                    <a:pt x="9326" y="1023"/>
                  </a:lnTo>
                  <a:lnTo>
                    <a:pt x="9065" y="802"/>
                  </a:lnTo>
                  <a:lnTo>
                    <a:pt x="8805" y="602"/>
                  </a:lnTo>
                  <a:lnTo>
                    <a:pt x="8524" y="421"/>
                  </a:lnTo>
                  <a:lnTo>
                    <a:pt x="8223" y="281"/>
                  </a:lnTo>
                  <a:lnTo>
                    <a:pt x="7902" y="160"/>
                  </a:lnTo>
                  <a:lnTo>
                    <a:pt x="7561" y="80"/>
                  </a:lnTo>
                  <a:lnTo>
                    <a:pt x="7220" y="20"/>
                  </a:lnTo>
                  <a:lnTo>
                    <a:pt x="685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42">
              <a:extLst>
                <a:ext uri="{FF2B5EF4-FFF2-40B4-BE49-F238E27FC236}">
                  <a16:creationId xmlns:a16="http://schemas.microsoft.com/office/drawing/2014/main" id="{23A28425-C952-64C7-BDBF-3B6C191A2004}"/>
                </a:ext>
              </a:extLst>
            </p:cNvPr>
            <p:cNvSpPr/>
            <p:nvPr/>
          </p:nvSpPr>
          <p:spPr>
            <a:xfrm>
              <a:off x="10287025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fill="none" extrusionOk="0">
                  <a:moveTo>
                    <a:pt x="10349" y="3490"/>
                  </a:moveTo>
                  <a:lnTo>
                    <a:pt x="10349" y="3490"/>
                  </a:lnTo>
                  <a:lnTo>
                    <a:pt x="10329" y="3790"/>
                  </a:lnTo>
                  <a:lnTo>
                    <a:pt x="21" y="3790"/>
                  </a:lnTo>
                  <a:lnTo>
                    <a:pt x="21" y="3790"/>
                  </a:lnTo>
                  <a:lnTo>
                    <a:pt x="1" y="3490"/>
                  </a:lnTo>
                  <a:lnTo>
                    <a:pt x="1" y="3490"/>
                  </a:lnTo>
                  <a:lnTo>
                    <a:pt x="21" y="3149"/>
                  </a:lnTo>
                  <a:lnTo>
                    <a:pt x="61" y="2788"/>
                  </a:lnTo>
                  <a:lnTo>
                    <a:pt x="161" y="2467"/>
                  </a:lnTo>
                  <a:lnTo>
                    <a:pt x="282" y="2146"/>
                  </a:lnTo>
                  <a:lnTo>
                    <a:pt x="422" y="1825"/>
                  </a:lnTo>
                  <a:lnTo>
                    <a:pt x="602" y="1544"/>
                  </a:lnTo>
                  <a:lnTo>
                    <a:pt x="803" y="1284"/>
                  </a:lnTo>
                  <a:lnTo>
                    <a:pt x="1024" y="1023"/>
                  </a:lnTo>
                  <a:lnTo>
                    <a:pt x="1024" y="1023"/>
                  </a:lnTo>
                  <a:lnTo>
                    <a:pt x="1264" y="802"/>
                  </a:lnTo>
                  <a:lnTo>
                    <a:pt x="1545" y="602"/>
                  </a:lnTo>
                  <a:lnTo>
                    <a:pt x="1826" y="421"/>
                  </a:lnTo>
                  <a:lnTo>
                    <a:pt x="2127" y="281"/>
                  </a:lnTo>
                  <a:lnTo>
                    <a:pt x="2447" y="160"/>
                  </a:lnTo>
                  <a:lnTo>
                    <a:pt x="2788" y="80"/>
                  </a:lnTo>
                  <a:lnTo>
                    <a:pt x="3129" y="20"/>
                  </a:lnTo>
                  <a:lnTo>
                    <a:pt x="3490" y="0"/>
                  </a:lnTo>
                  <a:lnTo>
                    <a:pt x="6859" y="0"/>
                  </a:lnTo>
                  <a:lnTo>
                    <a:pt x="6859" y="0"/>
                  </a:lnTo>
                  <a:lnTo>
                    <a:pt x="7220" y="20"/>
                  </a:lnTo>
                  <a:lnTo>
                    <a:pt x="7561" y="80"/>
                  </a:lnTo>
                  <a:lnTo>
                    <a:pt x="7902" y="160"/>
                  </a:lnTo>
                  <a:lnTo>
                    <a:pt x="8223" y="281"/>
                  </a:lnTo>
                  <a:lnTo>
                    <a:pt x="8524" y="421"/>
                  </a:lnTo>
                  <a:lnTo>
                    <a:pt x="8805" y="602"/>
                  </a:lnTo>
                  <a:lnTo>
                    <a:pt x="9065" y="802"/>
                  </a:lnTo>
                  <a:lnTo>
                    <a:pt x="9326" y="1023"/>
                  </a:lnTo>
                  <a:lnTo>
                    <a:pt x="9547" y="1284"/>
                  </a:lnTo>
                  <a:lnTo>
                    <a:pt x="9747" y="1544"/>
                  </a:lnTo>
                  <a:lnTo>
                    <a:pt x="9928" y="1825"/>
                  </a:lnTo>
                  <a:lnTo>
                    <a:pt x="10068" y="2146"/>
                  </a:lnTo>
                  <a:lnTo>
                    <a:pt x="10188" y="2467"/>
                  </a:lnTo>
                  <a:lnTo>
                    <a:pt x="10269" y="2788"/>
                  </a:lnTo>
                  <a:lnTo>
                    <a:pt x="10329" y="3149"/>
                  </a:lnTo>
                  <a:lnTo>
                    <a:pt x="10349" y="34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42">
              <a:extLst>
                <a:ext uri="{FF2B5EF4-FFF2-40B4-BE49-F238E27FC236}">
                  <a16:creationId xmlns:a16="http://schemas.microsoft.com/office/drawing/2014/main" id="{C97128DA-CEA9-F6AA-031B-BB76386CA8D5}"/>
                </a:ext>
              </a:extLst>
            </p:cNvPr>
            <p:cNvSpPr/>
            <p:nvPr/>
          </p:nvSpPr>
          <p:spPr>
            <a:xfrm>
              <a:off x="10402850" y="4163263"/>
              <a:ext cx="18075" cy="6550"/>
            </a:xfrm>
            <a:custGeom>
              <a:avLst/>
              <a:gdLst/>
              <a:ahLst/>
              <a:cxnLst/>
              <a:rect l="l" t="t" r="r" b="b"/>
              <a:pathLst>
                <a:path w="723" h="262" fill="none" extrusionOk="0">
                  <a:moveTo>
                    <a:pt x="0" y="1"/>
                  </a:moveTo>
                  <a:lnTo>
                    <a:pt x="0" y="261"/>
                  </a:lnTo>
                  <a:lnTo>
                    <a:pt x="722" y="261"/>
                  </a:lnTo>
                  <a:lnTo>
                    <a:pt x="722" y="26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261" y="12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42">
              <a:extLst>
                <a:ext uri="{FF2B5EF4-FFF2-40B4-BE49-F238E27FC236}">
                  <a16:creationId xmlns:a16="http://schemas.microsoft.com/office/drawing/2014/main" id="{F1BCE655-87FB-03AA-2048-98CBDC199F67}"/>
                </a:ext>
              </a:extLst>
            </p:cNvPr>
            <p:cNvSpPr/>
            <p:nvPr/>
          </p:nvSpPr>
          <p:spPr>
            <a:xfrm>
              <a:off x="10478550" y="4103613"/>
              <a:ext cx="17075" cy="17575"/>
            </a:xfrm>
            <a:custGeom>
              <a:avLst/>
              <a:gdLst/>
              <a:ahLst/>
              <a:cxnLst/>
              <a:rect l="l" t="t" r="r" b="b"/>
              <a:pathLst>
                <a:path w="683" h="703" extrusionOk="0">
                  <a:moveTo>
                    <a:pt x="261" y="0"/>
                  </a:moveTo>
                  <a:lnTo>
                    <a:pt x="201" y="20"/>
                  </a:lnTo>
                  <a:lnTo>
                    <a:pt x="141" y="60"/>
                  </a:lnTo>
                  <a:lnTo>
                    <a:pt x="81" y="100"/>
                  </a:lnTo>
                  <a:lnTo>
                    <a:pt x="41" y="161"/>
                  </a:lnTo>
                  <a:lnTo>
                    <a:pt x="21" y="221"/>
                  </a:lnTo>
                  <a:lnTo>
                    <a:pt x="1" y="341"/>
                  </a:lnTo>
                  <a:lnTo>
                    <a:pt x="21" y="481"/>
                  </a:lnTo>
                  <a:lnTo>
                    <a:pt x="41" y="542"/>
                  </a:lnTo>
                  <a:lnTo>
                    <a:pt x="81" y="602"/>
                  </a:lnTo>
                  <a:lnTo>
                    <a:pt x="141" y="642"/>
                  </a:lnTo>
                  <a:lnTo>
                    <a:pt x="201" y="662"/>
                  </a:lnTo>
                  <a:lnTo>
                    <a:pt x="261" y="702"/>
                  </a:lnTo>
                  <a:lnTo>
                    <a:pt x="422" y="702"/>
                  </a:lnTo>
                  <a:lnTo>
                    <a:pt x="502" y="662"/>
                  </a:lnTo>
                  <a:lnTo>
                    <a:pt x="542" y="642"/>
                  </a:lnTo>
                  <a:lnTo>
                    <a:pt x="602" y="602"/>
                  </a:lnTo>
                  <a:lnTo>
                    <a:pt x="642" y="542"/>
                  </a:lnTo>
                  <a:lnTo>
                    <a:pt x="662" y="481"/>
                  </a:lnTo>
                  <a:lnTo>
                    <a:pt x="682" y="341"/>
                  </a:lnTo>
                  <a:lnTo>
                    <a:pt x="662" y="221"/>
                  </a:lnTo>
                  <a:lnTo>
                    <a:pt x="642" y="161"/>
                  </a:lnTo>
                  <a:lnTo>
                    <a:pt x="602" y="100"/>
                  </a:lnTo>
                  <a:lnTo>
                    <a:pt x="542" y="60"/>
                  </a:lnTo>
                  <a:lnTo>
                    <a:pt x="502" y="20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42">
              <a:extLst>
                <a:ext uri="{FF2B5EF4-FFF2-40B4-BE49-F238E27FC236}">
                  <a16:creationId xmlns:a16="http://schemas.microsoft.com/office/drawing/2014/main" id="{CDCCDA50-4DBE-62D5-6815-CBB946D82075}"/>
                </a:ext>
              </a:extLst>
            </p:cNvPr>
            <p:cNvSpPr/>
            <p:nvPr/>
          </p:nvSpPr>
          <p:spPr>
            <a:xfrm>
              <a:off x="10310600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extrusionOk="0">
                  <a:moveTo>
                    <a:pt x="2567" y="0"/>
                  </a:moveTo>
                  <a:lnTo>
                    <a:pt x="2287" y="60"/>
                  </a:lnTo>
                  <a:lnTo>
                    <a:pt x="2006" y="121"/>
                  </a:lnTo>
                  <a:lnTo>
                    <a:pt x="1745" y="221"/>
                  </a:lnTo>
                  <a:lnTo>
                    <a:pt x="1504" y="341"/>
                  </a:lnTo>
                  <a:lnTo>
                    <a:pt x="1264" y="482"/>
                  </a:lnTo>
                  <a:lnTo>
                    <a:pt x="1043" y="642"/>
                  </a:lnTo>
                  <a:lnTo>
                    <a:pt x="843" y="823"/>
                  </a:lnTo>
                  <a:lnTo>
                    <a:pt x="642" y="1043"/>
                  </a:lnTo>
                  <a:lnTo>
                    <a:pt x="482" y="1244"/>
                  </a:lnTo>
                  <a:lnTo>
                    <a:pt x="341" y="1484"/>
                  </a:lnTo>
                  <a:lnTo>
                    <a:pt x="221" y="1745"/>
                  </a:lnTo>
                  <a:lnTo>
                    <a:pt x="121" y="2006"/>
                  </a:lnTo>
                  <a:lnTo>
                    <a:pt x="61" y="2266"/>
                  </a:lnTo>
                  <a:lnTo>
                    <a:pt x="20" y="2547"/>
                  </a:lnTo>
                  <a:lnTo>
                    <a:pt x="0" y="2848"/>
                  </a:lnTo>
                  <a:lnTo>
                    <a:pt x="20" y="3209"/>
                  </a:lnTo>
                  <a:lnTo>
                    <a:pt x="81" y="3570"/>
                  </a:lnTo>
                  <a:lnTo>
                    <a:pt x="201" y="3891"/>
                  </a:lnTo>
                  <a:lnTo>
                    <a:pt x="341" y="4212"/>
                  </a:lnTo>
                  <a:lnTo>
                    <a:pt x="522" y="4493"/>
                  </a:lnTo>
                  <a:lnTo>
                    <a:pt x="742" y="4773"/>
                  </a:lnTo>
                  <a:lnTo>
                    <a:pt x="983" y="5014"/>
                  </a:lnTo>
                  <a:lnTo>
                    <a:pt x="1244" y="5215"/>
                  </a:lnTo>
                  <a:lnTo>
                    <a:pt x="1424" y="5315"/>
                  </a:lnTo>
                  <a:lnTo>
                    <a:pt x="1605" y="5415"/>
                  </a:lnTo>
                  <a:lnTo>
                    <a:pt x="1805" y="5515"/>
                  </a:lnTo>
                  <a:lnTo>
                    <a:pt x="2006" y="5575"/>
                  </a:lnTo>
                  <a:lnTo>
                    <a:pt x="2206" y="5636"/>
                  </a:lnTo>
                  <a:lnTo>
                    <a:pt x="2427" y="5676"/>
                  </a:lnTo>
                  <a:lnTo>
                    <a:pt x="2627" y="5696"/>
                  </a:lnTo>
                  <a:lnTo>
                    <a:pt x="5896" y="5696"/>
                  </a:lnTo>
                  <a:lnTo>
                    <a:pt x="6177" y="5656"/>
                  </a:lnTo>
                  <a:lnTo>
                    <a:pt x="6458" y="5575"/>
                  </a:lnTo>
                  <a:lnTo>
                    <a:pt x="6719" y="5475"/>
                  </a:lnTo>
                  <a:lnTo>
                    <a:pt x="6959" y="5355"/>
                  </a:lnTo>
                  <a:lnTo>
                    <a:pt x="7200" y="5215"/>
                  </a:lnTo>
                  <a:lnTo>
                    <a:pt x="7421" y="5054"/>
                  </a:lnTo>
                  <a:lnTo>
                    <a:pt x="7621" y="4874"/>
                  </a:lnTo>
                  <a:lnTo>
                    <a:pt x="7781" y="4693"/>
                  </a:lnTo>
                  <a:lnTo>
                    <a:pt x="7942" y="4513"/>
                  </a:lnTo>
                  <a:lnTo>
                    <a:pt x="8062" y="4312"/>
                  </a:lnTo>
                  <a:lnTo>
                    <a:pt x="8183" y="4091"/>
                  </a:lnTo>
                  <a:lnTo>
                    <a:pt x="8283" y="3871"/>
                  </a:lnTo>
                  <a:lnTo>
                    <a:pt x="8343" y="3630"/>
                  </a:lnTo>
                  <a:lnTo>
                    <a:pt x="8403" y="3390"/>
                  </a:lnTo>
                  <a:lnTo>
                    <a:pt x="8443" y="3149"/>
                  </a:lnTo>
                  <a:lnTo>
                    <a:pt x="8463" y="2848"/>
                  </a:lnTo>
                  <a:lnTo>
                    <a:pt x="8443" y="2567"/>
                  </a:lnTo>
                  <a:lnTo>
                    <a:pt x="8403" y="2266"/>
                  </a:lnTo>
                  <a:lnTo>
                    <a:pt x="8323" y="2006"/>
                  </a:lnTo>
                  <a:lnTo>
                    <a:pt x="8243" y="1745"/>
                  </a:lnTo>
                  <a:lnTo>
                    <a:pt x="8122" y="1484"/>
                  </a:lnTo>
                  <a:lnTo>
                    <a:pt x="7982" y="1244"/>
                  </a:lnTo>
                  <a:lnTo>
                    <a:pt x="7802" y="1043"/>
                  </a:lnTo>
                  <a:lnTo>
                    <a:pt x="7621" y="823"/>
                  </a:lnTo>
                  <a:lnTo>
                    <a:pt x="7421" y="642"/>
                  </a:lnTo>
                  <a:lnTo>
                    <a:pt x="7200" y="482"/>
                  </a:lnTo>
                  <a:lnTo>
                    <a:pt x="6959" y="341"/>
                  </a:lnTo>
                  <a:lnTo>
                    <a:pt x="6719" y="221"/>
                  </a:lnTo>
                  <a:lnTo>
                    <a:pt x="6458" y="121"/>
                  </a:lnTo>
                  <a:lnTo>
                    <a:pt x="6177" y="60"/>
                  </a:lnTo>
                  <a:lnTo>
                    <a:pt x="58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42">
              <a:extLst>
                <a:ext uri="{FF2B5EF4-FFF2-40B4-BE49-F238E27FC236}">
                  <a16:creationId xmlns:a16="http://schemas.microsoft.com/office/drawing/2014/main" id="{EDDBB4E5-15C3-016A-01B0-03637BF9D247}"/>
                </a:ext>
              </a:extLst>
            </p:cNvPr>
            <p:cNvSpPr/>
            <p:nvPr/>
          </p:nvSpPr>
          <p:spPr>
            <a:xfrm>
              <a:off x="10310600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fill="none" extrusionOk="0">
                  <a:moveTo>
                    <a:pt x="8463" y="2848"/>
                  </a:moveTo>
                  <a:lnTo>
                    <a:pt x="8463" y="2848"/>
                  </a:lnTo>
                  <a:lnTo>
                    <a:pt x="8443" y="3149"/>
                  </a:lnTo>
                  <a:lnTo>
                    <a:pt x="8443" y="3149"/>
                  </a:lnTo>
                  <a:lnTo>
                    <a:pt x="8403" y="3390"/>
                  </a:lnTo>
                  <a:lnTo>
                    <a:pt x="8343" y="3630"/>
                  </a:lnTo>
                  <a:lnTo>
                    <a:pt x="8283" y="3871"/>
                  </a:lnTo>
                  <a:lnTo>
                    <a:pt x="8183" y="4091"/>
                  </a:lnTo>
                  <a:lnTo>
                    <a:pt x="8062" y="4312"/>
                  </a:lnTo>
                  <a:lnTo>
                    <a:pt x="7942" y="4513"/>
                  </a:lnTo>
                  <a:lnTo>
                    <a:pt x="7781" y="4693"/>
                  </a:lnTo>
                  <a:lnTo>
                    <a:pt x="7621" y="4874"/>
                  </a:lnTo>
                  <a:lnTo>
                    <a:pt x="7621" y="4874"/>
                  </a:lnTo>
                  <a:lnTo>
                    <a:pt x="7421" y="5054"/>
                  </a:lnTo>
                  <a:lnTo>
                    <a:pt x="7200" y="5215"/>
                  </a:lnTo>
                  <a:lnTo>
                    <a:pt x="6959" y="5355"/>
                  </a:lnTo>
                  <a:lnTo>
                    <a:pt x="6719" y="5475"/>
                  </a:lnTo>
                  <a:lnTo>
                    <a:pt x="6458" y="5575"/>
                  </a:lnTo>
                  <a:lnTo>
                    <a:pt x="6177" y="5656"/>
                  </a:lnTo>
                  <a:lnTo>
                    <a:pt x="5896" y="5696"/>
                  </a:lnTo>
                  <a:lnTo>
                    <a:pt x="5596" y="5696"/>
                  </a:lnTo>
                  <a:lnTo>
                    <a:pt x="2848" y="5696"/>
                  </a:lnTo>
                  <a:lnTo>
                    <a:pt x="2848" y="5696"/>
                  </a:lnTo>
                  <a:lnTo>
                    <a:pt x="2627" y="5696"/>
                  </a:lnTo>
                  <a:lnTo>
                    <a:pt x="2427" y="5676"/>
                  </a:lnTo>
                  <a:lnTo>
                    <a:pt x="2206" y="5636"/>
                  </a:lnTo>
                  <a:lnTo>
                    <a:pt x="2006" y="5575"/>
                  </a:lnTo>
                  <a:lnTo>
                    <a:pt x="1805" y="5515"/>
                  </a:lnTo>
                  <a:lnTo>
                    <a:pt x="1605" y="5415"/>
                  </a:lnTo>
                  <a:lnTo>
                    <a:pt x="1424" y="5315"/>
                  </a:lnTo>
                  <a:lnTo>
                    <a:pt x="1244" y="5215"/>
                  </a:lnTo>
                  <a:lnTo>
                    <a:pt x="1244" y="5215"/>
                  </a:lnTo>
                  <a:lnTo>
                    <a:pt x="983" y="5014"/>
                  </a:lnTo>
                  <a:lnTo>
                    <a:pt x="742" y="4773"/>
                  </a:lnTo>
                  <a:lnTo>
                    <a:pt x="522" y="4493"/>
                  </a:lnTo>
                  <a:lnTo>
                    <a:pt x="341" y="4212"/>
                  </a:lnTo>
                  <a:lnTo>
                    <a:pt x="201" y="3891"/>
                  </a:lnTo>
                  <a:lnTo>
                    <a:pt x="81" y="3570"/>
                  </a:lnTo>
                  <a:lnTo>
                    <a:pt x="20" y="3209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547"/>
                  </a:lnTo>
                  <a:lnTo>
                    <a:pt x="61" y="2266"/>
                  </a:lnTo>
                  <a:lnTo>
                    <a:pt x="121" y="2006"/>
                  </a:lnTo>
                  <a:lnTo>
                    <a:pt x="221" y="1745"/>
                  </a:lnTo>
                  <a:lnTo>
                    <a:pt x="341" y="1484"/>
                  </a:lnTo>
                  <a:lnTo>
                    <a:pt x="482" y="1244"/>
                  </a:lnTo>
                  <a:lnTo>
                    <a:pt x="642" y="1043"/>
                  </a:lnTo>
                  <a:lnTo>
                    <a:pt x="843" y="823"/>
                  </a:lnTo>
                  <a:lnTo>
                    <a:pt x="843" y="823"/>
                  </a:lnTo>
                  <a:lnTo>
                    <a:pt x="1043" y="642"/>
                  </a:lnTo>
                  <a:lnTo>
                    <a:pt x="1264" y="482"/>
                  </a:lnTo>
                  <a:lnTo>
                    <a:pt x="1504" y="341"/>
                  </a:lnTo>
                  <a:lnTo>
                    <a:pt x="1745" y="221"/>
                  </a:lnTo>
                  <a:lnTo>
                    <a:pt x="2006" y="121"/>
                  </a:lnTo>
                  <a:lnTo>
                    <a:pt x="2287" y="60"/>
                  </a:lnTo>
                  <a:lnTo>
                    <a:pt x="2567" y="0"/>
                  </a:lnTo>
                  <a:lnTo>
                    <a:pt x="2848" y="0"/>
                  </a:lnTo>
                  <a:lnTo>
                    <a:pt x="5596" y="0"/>
                  </a:lnTo>
                  <a:lnTo>
                    <a:pt x="5596" y="0"/>
                  </a:lnTo>
                  <a:lnTo>
                    <a:pt x="5896" y="0"/>
                  </a:lnTo>
                  <a:lnTo>
                    <a:pt x="6177" y="60"/>
                  </a:lnTo>
                  <a:lnTo>
                    <a:pt x="6458" y="121"/>
                  </a:lnTo>
                  <a:lnTo>
                    <a:pt x="6719" y="221"/>
                  </a:lnTo>
                  <a:lnTo>
                    <a:pt x="6959" y="341"/>
                  </a:lnTo>
                  <a:lnTo>
                    <a:pt x="7200" y="482"/>
                  </a:lnTo>
                  <a:lnTo>
                    <a:pt x="7421" y="642"/>
                  </a:lnTo>
                  <a:lnTo>
                    <a:pt x="7621" y="823"/>
                  </a:lnTo>
                  <a:lnTo>
                    <a:pt x="7802" y="1043"/>
                  </a:lnTo>
                  <a:lnTo>
                    <a:pt x="7982" y="1244"/>
                  </a:lnTo>
                  <a:lnTo>
                    <a:pt x="8122" y="1484"/>
                  </a:lnTo>
                  <a:lnTo>
                    <a:pt x="8243" y="1745"/>
                  </a:lnTo>
                  <a:lnTo>
                    <a:pt x="8323" y="2006"/>
                  </a:lnTo>
                  <a:lnTo>
                    <a:pt x="8403" y="2266"/>
                  </a:lnTo>
                  <a:lnTo>
                    <a:pt x="8443" y="2567"/>
                  </a:lnTo>
                  <a:lnTo>
                    <a:pt x="8463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42">
              <a:extLst>
                <a:ext uri="{FF2B5EF4-FFF2-40B4-BE49-F238E27FC236}">
                  <a16:creationId xmlns:a16="http://schemas.microsoft.com/office/drawing/2014/main" id="{19117FA2-11F9-A3A5-C9E5-9925992E2F89}"/>
                </a:ext>
              </a:extLst>
            </p:cNvPr>
            <p:cNvSpPr/>
            <p:nvPr/>
          </p:nvSpPr>
          <p:spPr>
            <a:xfrm>
              <a:off x="10310600" y="3828363"/>
              <a:ext cx="211600" cy="76225"/>
            </a:xfrm>
            <a:custGeom>
              <a:avLst/>
              <a:gdLst/>
              <a:ahLst/>
              <a:cxnLst/>
              <a:rect l="l" t="t" r="r" b="b"/>
              <a:pathLst>
                <a:path w="8464" h="3049" extrusionOk="0">
                  <a:moveTo>
                    <a:pt x="81" y="0"/>
                  </a:moveTo>
                  <a:lnTo>
                    <a:pt x="20" y="341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81" y="1404"/>
                  </a:lnTo>
                  <a:lnTo>
                    <a:pt x="201" y="1725"/>
                  </a:lnTo>
                  <a:lnTo>
                    <a:pt x="341" y="2046"/>
                  </a:lnTo>
                  <a:lnTo>
                    <a:pt x="522" y="2327"/>
                  </a:lnTo>
                  <a:lnTo>
                    <a:pt x="742" y="2607"/>
                  </a:lnTo>
                  <a:lnTo>
                    <a:pt x="983" y="2848"/>
                  </a:lnTo>
                  <a:lnTo>
                    <a:pt x="1244" y="3049"/>
                  </a:lnTo>
                  <a:lnTo>
                    <a:pt x="1364" y="2828"/>
                  </a:lnTo>
                  <a:lnTo>
                    <a:pt x="1524" y="2627"/>
                  </a:lnTo>
                  <a:lnTo>
                    <a:pt x="1705" y="2427"/>
                  </a:lnTo>
                  <a:lnTo>
                    <a:pt x="1926" y="2266"/>
                  </a:lnTo>
                  <a:lnTo>
                    <a:pt x="2146" y="2106"/>
                  </a:lnTo>
                  <a:lnTo>
                    <a:pt x="2407" y="1946"/>
                  </a:lnTo>
                  <a:lnTo>
                    <a:pt x="2668" y="1805"/>
                  </a:lnTo>
                  <a:lnTo>
                    <a:pt x="2948" y="1685"/>
                  </a:lnTo>
                  <a:lnTo>
                    <a:pt x="3229" y="1564"/>
                  </a:lnTo>
                  <a:lnTo>
                    <a:pt x="3510" y="1464"/>
                  </a:lnTo>
                  <a:lnTo>
                    <a:pt x="4071" y="1304"/>
                  </a:lnTo>
                  <a:lnTo>
                    <a:pt x="4573" y="1183"/>
                  </a:lnTo>
                  <a:lnTo>
                    <a:pt x="5034" y="1083"/>
                  </a:lnTo>
                  <a:lnTo>
                    <a:pt x="5535" y="1023"/>
                  </a:lnTo>
                  <a:lnTo>
                    <a:pt x="6057" y="963"/>
                  </a:lnTo>
                  <a:lnTo>
                    <a:pt x="6558" y="943"/>
                  </a:lnTo>
                  <a:lnTo>
                    <a:pt x="7080" y="923"/>
                  </a:lnTo>
                  <a:lnTo>
                    <a:pt x="7761" y="943"/>
                  </a:lnTo>
                  <a:lnTo>
                    <a:pt x="8443" y="983"/>
                  </a:lnTo>
                  <a:lnTo>
                    <a:pt x="8463" y="682"/>
                  </a:lnTo>
                  <a:lnTo>
                    <a:pt x="8443" y="381"/>
                  </a:lnTo>
                  <a:lnTo>
                    <a:pt x="8403" y="80"/>
                  </a:lnTo>
                  <a:lnTo>
                    <a:pt x="1023" y="80"/>
                  </a:lnTo>
                  <a:lnTo>
                    <a:pt x="702" y="6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42">
              <a:extLst>
                <a:ext uri="{FF2B5EF4-FFF2-40B4-BE49-F238E27FC236}">
                  <a16:creationId xmlns:a16="http://schemas.microsoft.com/office/drawing/2014/main" id="{3A3C2754-A320-E034-17CD-7BD80EDE0267}"/>
                </a:ext>
              </a:extLst>
            </p:cNvPr>
            <p:cNvSpPr/>
            <p:nvPr/>
          </p:nvSpPr>
          <p:spPr>
            <a:xfrm>
              <a:off x="10310600" y="3828363"/>
              <a:ext cx="211600" cy="76225"/>
            </a:xfrm>
            <a:custGeom>
              <a:avLst/>
              <a:gdLst/>
              <a:ahLst/>
              <a:cxnLst/>
              <a:rect l="l" t="t" r="r" b="b"/>
              <a:pathLst>
                <a:path w="8464" h="3049" fill="none" extrusionOk="0">
                  <a:moveTo>
                    <a:pt x="81" y="0"/>
                  </a:moveTo>
                  <a:lnTo>
                    <a:pt x="81" y="0"/>
                  </a:lnTo>
                  <a:lnTo>
                    <a:pt x="20" y="341"/>
                  </a:lnTo>
                  <a:lnTo>
                    <a:pt x="0" y="682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81" y="1404"/>
                  </a:lnTo>
                  <a:lnTo>
                    <a:pt x="201" y="1725"/>
                  </a:lnTo>
                  <a:lnTo>
                    <a:pt x="341" y="2046"/>
                  </a:lnTo>
                  <a:lnTo>
                    <a:pt x="522" y="2327"/>
                  </a:lnTo>
                  <a:lnTo>
                    <a:pt x="742" y="2607"/>
                  </a:lnTo>
                  <a:lnTo>
                    <a:pt x="983" y="2848"/>
                  </a:lnTo>
                  <a:lnTo>
                    <a:pt x="1244" y="3049"/>
                  </a:lnTo>
                  <a:lnTo>
                    <a:pt x="1244" y="3049"/>
                  </a:lnTo>
                  <a:lnTo>
                    <a:pt x="1364" y="2828"/>
                  </a:lnTo>
                  <a:lnTo>
                    <a:pt x="1524" y="2627"/>
                  </a:lnTo>
                  <a:lnTo>
                    <a:pt x="1705" y="2427"/>
                  </a:lnTo>
                  <a:lnTo>
                    <a:pt x="1926" y="2266"/>
                  </a:lnTo>
                  <a:lnTo>
                    <a:pt x="2146" y="2106"/>
                  </a:lnTo>
                  <a:lnTo>
                    <a:pt x="2407" y="1946"/>
                  </a:lnTo>
                  <a:lnTo>
                    <a:pt x="2668" y="1805"/>
                  </a:lnTo>
                  <a:lnTo>
                    <a:pt x="2948" y="1685"/>
                  </a:lnTo>
                  <a:lnTo>
                    <a:pt x="3229" y="1564"/>
                  </a:lnTo>
                  <a:lnTo>
                    <a:pt x="3510" y="1464"/>
                  </a:lnTo>
                  <a:lnTo>
                    <a:pt x="4071" y="1304"/>
                  </a:lnTo>
                  <a:lnTo>
                    <a:pt x="4573" y="1183"/>
                  </a:lnTo>
                  <a:lnTo>
                    <a:pt x="5034" y="1083"/>
                  </a:lnTo>
                  <a:lnTo>
                    <a:pt x="5034" y="1083"/>
                  </a:lnTo>
                  <a:lnTo>
                    <a:pt x="5535" y="1023"/>
                  </a:lnTo>
                  <a:lnTo>
                    <a:pt x="6057" y="963"/>
                  </a:lnTo>
                  <a:lnTo>
                    <a:pt x="6558" y="943"/>
                  </a:lnTo>
                  <a:lnTo>
                    <a:pt x="7080" y="923"/>
                  </a:lnTo>
                  <a:lnTo>
                    <a:pt x="7080" y="923"/>
                  </a:lnTo>
                  <a:lnTo>
                    <a:pt x="7761" y="943"/>
                  </a:lnTo>
                  <a:lnTo>
                    <a:pt x="8443" y="983"/>
                  </a:lnTo>
                  <a:lnTo>
                    <a:pt x="8443" y="983"/>
                  </a:lnTo>
                  <a:lnTo>
                    <a:pt x="8463" y="682"/>
                  </a:lnTo>
                  <a:lnTo>
                    <a:pt x="8463" y="682"/>
                  </a:lnTo>
                  <a:lnTo>
                    <a:pt x="8443" y="381"/>
                  </a:lnTo>
                  <a:lnTo>
                    <a:pt x="8403" y="80"/>
                  </a:lnTo>
                  <a:lnTo>
                    <a:pt x="1344" y="80"/>
                  </a:lnTo>
                  <a:lnTo>
                    <a:pt x="1344" y="80"/>
                  </a:lnTo>
                  <a:lnTo>
                    <a:pt x="1023" y="80"/>
                  </a:lnTo>
                  <a:lnTo>
                    <a:pt x="702" y="60"/>
                  </a:lnTo>
                  <a:lnTo>
                    <a:pt x="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42">
              <a:extLst>
                <a:ext uri="{FF2B5EF4-FFF2-40B4-BE49-F238E27FC236}">
                  <a16:creationId xmlns:a16="http://schemas.microsoft.com/office/drawing/2014/main" id="{D1D81836-EA76-2B5E-DEDE-9A1B3359B087}"/>
                </a:ext>
              </a:extLst>
            </p:cNvPr>
            <p:cNvSpPr/>
            <p:nvPr/>
          </p:nvSpPr>
          <p:spPr>
            <a:xfrm>
              <a:off x="10842050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extrusionOk="0">
                  <a:moveTo>
                    <a:pt x="923" y="0"/>
                  </a:moveTo>
                  <a:lnTo>
                    <a:pt x="722" y="40"/>
                  </a:lnTo>
                  <a:lnTo>
                    <a:pt x="542" y="101"/>
                  </a:lnTo>
                  <a:lnTo>
                    <a:pt x="361" y="201"/>
                  </a:lnTo>
                  <a:lnTo>
                    <a:pt x="221" y="341"/>
                  </a:lnTo>
                  <a:lnTo>
                    <a:pt x="161" y="421"/>
                  </a:lnTo>
                  <a:lnTo>
                    <a:pt x="100" y="502"/>
                  </a:lnTo>
                  <a:lnTo>
                    <a:pt x="60" y="602"/>
                  </a:lnTo>
                  <a:lnTo>
                    <a:pt x="40" y="722"/>
                  </a:lnTo>
                  <a:lnTo>
                    <a:pt x="20" y="823"/>
                  </a:lnTo>
                  <a:lnTo>
                    <a:pt x="0" y="963"/>
                  </a:lnTo>
                  <a:lnTo>
                    <a:pt x="0" y="11572"/>
                  </a:lnTo>
                  <a:lnTo>
                    <a:pt x="20" y="11712"/>
                  </a:lnTo>
                  <a:lnTo>
                    <a:pt x="40" y="11832"/>
                  </a:lnTo>
                  <a:lnTo>
                    <a:pt x="80" y="11953"/>
                  </a:lnTo>
                  <a:lnTo>
                    <a:pt x="120" y="12053"/>
                  </a:lnTo>
                  <a:lnTo>
                    <a:pt x="181" y="12153"/>
                  </a:lnTo>
                  <a:lnTo>
                    <a:pt x="261" y="12234"/>
                  </a:lnTo>
                  <a:lnTo>
                    <a:pt x="341" y="12314"/>
                  </a:lnTo>
                  <a:lnTo>
                    <a:pt x="441" y="12374"/>
                  </a:lnTo>
                  <a:lnTo>
                    <a:pt x="522" y="12414"/>
                  </a:lnTo>
                  <a:lnTo>
                    <a:pt x="642" y="12454"/>
                  </a:lnTo>
                  <a:lnTo>
                    <a:pt x="842" y="12514"/>
                  </a:lnTo>
                  <a:lnTo>
                    <a:pt x="1063" y="12514"/>
                  </a:lnTo>
                  <a:lnTo>
                    <a:pt x="1284" y="12474"/>
                  </a:lnTo>
                  <a:lnTo>
                    <a:pt x="1424" y="12434"/>
                  </a:lnTo>
                  <a:lnTo>
                    <a:pt x="1544" y="12354"/>
                  </a:lnTo>
                  <a:lnTo>
                    <a:pt x="1665" y="12274"/>
                  </a:lnTo>
                  <a:lnTo>
                    <a:pt x="1765" y="12173"/>
                  </a:lnTo>
                  <a:lnTo>
                    <a:pt x="1845" y="12053"/>
                  </a:lnTo>
                  <a:lnTo>
                    <a:pt x="1905" y="11913"/>
                  </a:lnTo>
                  <a:lnTo>
                    <a:pt x="1945" y="11752"/>
                  </a:lnTo>
                  <a:lnTo>
                    <a:pt x="1965" y="11572"/>
                  </a:lnTo>
                  <a:lnTo>
                    <a:pt x="1965" y="963"/>
                  </a:lnTo>
                  <a:lnTo>
                    <a:pt x="1945" y="742"/>
                  </a:lnTo>
                  <a:lnTo>
                    <a:pt x="1905" y="582"/>
                  </a:lnTo>
                  <a:lnTo>
                    <a:pt x="1825" y="421"/>
                  </a:lnTo>
                  <a:lnTo>
                    <a:pt x="1705" y="281"/>
                  </a:lnTo>
                  <a:lnTo>
                    <a:pt x="1584" y="181"/>
                  </a:lnTo>
                  <a:lnTo>
                    <a:pt x="1444" y="101"/>
                  </a:lnTo>
                  <a:lnTo>
                    <a:pt x="1284" y="40"/>
                  </a:lnTo>
                  <a:lnTo>
                    <a:pt x="1123" y="20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42">
              <a:extLst>
                <a:ext uri="{FF2B5EF4-FFF2-40B4-BE49-F238E27FC236}">
                  <a16:creationId xmlns:a16="http://schemas.microsoft.com/office/drawing/2014/main" id="{2039B41D-F5D7-65CC-9532-B66D0837AA9E}"/>
                </a:ext>
              </a:extLst>
            </p:cNvPr>
            <p:cNvSpPr/>
            <p:nvPr/>
          </p:nvSpPr>
          <p:spPr>
            <a:xfrm>
              <a:off x="10842050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fill="none" extrusionOk="0">
                  <a:moveTo>
                    <a:pt x="1965" y="963"/>
                  </a:moveTo>
                  <a:lnTo>
                    <a:pt x="1965" y="11572"/>
                  </a:lnTo>
                  <a:lnTo>
                    <a:pt x="1965" y="11572"/>
                  </a:lnTo>
                  <a:lnTo>
                    <a:pt x="1945" y="11752"/>
                  </a:lnTo>
                  <a:lnTo>
                    <a:pt x="1905" y="11913"/>
                  </a:lnTo>
                  <a:lnTo>
                    <a:pt x="1845" y="12053"/>
                  </a:lnTo>
                  <a:lnTo>
                    <a:pt x="1765" y="12173"/>
                  </a:lnTo>
                  <a:lnTo>
                    <a:pt x="1665" y="12274"/>
                  </a:lnTo>
                  <a:lnTo>
                    <a:pt x="1544" y="12354"/>
                  </a:lnTo>
                  <a:lnTo>
                    <a:pt x="1424" y="12434"/>
                  </a:lnTo>
                  <a:lnTo>
                    <a:pt x="1284" y="12474"/>
                  </a:lnTo>
                  <a:lnTo>
                    <a:pt x="1284" y="12474"/>
                  </a:lnTo>
                  <a:lnTo>
                    <a:pt x="1063" y="12514"/>
                  </a:lnTo>
                  <a:lnTo>
                    <a:pt x="842" y="12514"/>
                  </a:lnTo>
                  <a:lnTo>
                    <a:pt x="642" y="12454"/>
                  </a:lnTo>
                  <a:lnTo>
                    <a:pt x="522" y="12414"/>
                  </a:lnTo>
                  <a:lnTo>
                    <a:pt x="441" y="12374"/>
                  </a:lnTo>
                  <a:lnTo>
                    <a:pt x="341" y="12314"/>
                  </a:lnTo>
                  <a:lnTo>
                    <a:pt x="261" y="12234"/>
                  </a:lnTo>
                  <a:lnTo>
                    <a:pt x="181" y="12153"/>
                  </a:lnTo>
                  <a:lnTo>
                    <a:pt x="120" y="12053"/>
                  </a:lnTo>
                  <a:lnTo>
                    <a:pt x="80" y="11953"/>
                  </a:lnTo>
                  <a:lnTo>
                    <a:pt x="40" y="11832"/>
                  </a:lnTo>
                  <a:lnTo>
                    <a:pt x="20" y="11712"/>
                  </a:lnTo>
                  <a:lnTo>
                    <a:pt x="0" y="11572"/>
                  </a:lnTo>
                  <a:lnTo>
                    <a:pt x="0" y="963"/>
                  </a:lnTo>
                  <a:lnTo>
                    <a:pt x="0" y="963"/>
                  </a:lnTo>
                  <a:lnTo>
                    <a:pt x="20" y="823"/>
                  </a:lnTo>
                  <a:lnTo>
                    <a:pt x="40" y="722"/>
                  </a:lnTo>
                  <a:lnTo>
                    <a:pt x="60" y="602"/>
                  </a:lnTo>
                  <a:lnTo>
                    <a:pt x="100" y="502"/>
                  </a:lnTo>
                  <a:lnTo>
                    <a:pt x="161" y="421"/>
                  </a:lnTo>
                  <a:lnTo>
                    <a:pt x="221" y="341"/>
                  </a:lnTo>
                  <a:lnTo>
                    <a:pt x="361" y="201"/>
                  </a:lnTo>
                  <a:lnTo>
                    <a:pt x="542" y="101"/>
                  </a:lnTo>
                  <a:lnTo>
                    <a:pt x="722" y="40"/>
                  </a:lnTo>
                  <a:lnTo>
                    <a:pt x="923" y="0"/>
                  </a:lnTo>
                  <a:lnTo>
                    <a:pt x="1123" y="20"/>
                  </a:lnTo>
                  <a:lnTo>
                    <a:pt x="1123" y="20"/>
                  </a:lnTo>
                  <a:lnTo>
                    <a:pt x="1284" y="40"/>
                  </a:lnTo>
                  <a:lnTo>
                    <a:pt x="1444" y="101"/>
                  </a:lnTo>
                  <a:lnTo>
                    <a:pt x="1584" y="181"/>
                  </a:lnTo>
                  <a:lnTo>
                    <a:pt x="1705" y="281"/>
                  </a:lnTo>
                  <a:lnTo>
                    <a:pt x="1825" y="421"/>
                  </a:lnTo>
                  <a:lnTo>
                    <a:pt x="1905" y="582"/>
                  </a:lnTo>
                  <a:lnTo>
                    <a:pt x="1945" y="742"/>
                  </a:lnTo>
                  <a:lnTo>
                    <a:pt x="1965" y="96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8441;p42">
              <a:extLst>
                <a:ext uri="{FF2B5EF4-FFF2-40B4-BE49-F238E27FC236}">
                  <a16:creationId xmlns:a16="http://schemas.microsoft.com/office/drawing/2014/main" id="{BBF06463-BFA3-B035-4ED9-D5379B2D54D2}"/>
                </a:ext>
              </a:extLst>
            </p:cNvPr>
            <p:cNvSpPr/>
            <p:nvPr/>
          </p:nvSpPr>
          <p:spPr>
            <a:xfrm>
              <a:off x="10842050" y="3916588"/>
              <a:ext cx="25575" cy="158475"/>
            </a:xfrm>
            <a:custGeom>
              <a:avLst/>
              <a:gdLst/>
              <a:ahLst/>
              <a:cxnLst/>
              <a:rect l="l" t="t" r="r" b="b"/>
              <a:pathLst>
                <a:path w="1023" h="6339" extrusionOk="0">
                  <a:moveTo>
                    <a:pt x="0" y="1"/>
                  </a:moveTo>
                  <a:lnTo>
                    <a:pt x="0" y="6338"/>
                  </a:lnTo>
                  <a:lnTo>
                    <a:pt x="1023" y="6338"/>
                  </a:lnTo>
                  <a:lnTo>
                    <a:pt x="963" y="4754"/>
                  </a:lnTo>
                  <a:lnTo>
                    <a:pt x="943" y="3169"/>
                  </a:lnTo>
                  <a:lnTo>
                    <a:pt x="943" y="1585"/>
                  </a:lnTo>
                  <a:lnTo>
                    <a:pt x="9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8442;p42">
              <a:extLst>
                <a:ext uri="{FF2B5EF4-FFF2-40B4-BE49-F238E27FC236}">
                  <a16:creationId xmlns:a16="http://schemas.microsoft.com/office/drawing/2014/main" id="{E6D2C1C9-7FA0-C0D4-F429-7EE72DB5CA8F}"/>
                </a:ext>
              </a:extLst>
            </p:cNvPr>
            <p:cNvSpPr/>
            <p:nvPr/>
          </p:nvSpPr>
          <p:spPr>
            <a:xfrm>
              <a:off x="10732750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10328" y="3790"/>
                  </a:lnTo>
                  <a:lnTo>
                    <a:pt x="10348" y="3490"/>
                  </a:lnTo>
                  <a:lnTo>
                    <a:pt x="10328" y="3149"/>
                  </a:lnTo>
                  <a:lnTo>
                    <a:pt x="10268" y="2788"/>
                  </a:lnTo>
                  <a:lnTo>
                    <a:pt x="10188" y="2467"/>
                  </a:lnTo>
                  <a:lnTo>
                    <a:pt x="10068" y="2146"/>
                  </a:lnTo>
                  <a:lnTo>
                    <a:pt x="9927" y="1825"/>
                  </a:lnTo>
                  <a:lnTo>
                    <a:pt x="9747" y="1544"/>
                  </a:lnTo>
                  <a:lnTo>
                    <a:pt x="9546" y="1284"/>
                  </a:lnTo>
                  <a:lnTo>
                    <a:pt x="9326" y="1023"/>
                  </a:lnTo>
                  <a:lnTo>
                    <a:pt x="9085" y="802"/>
                  </a:lnTo>
                  <a:lnTo>
                    <a:pt x="8804" y="602"/>
                  </a:lnTo>
                  <a:lnTo>
                    <a:pt x="8523" y="421"/>
                  </a:lnTo>
                  <a:lnTo>
                    <a:pt x="8223" y="281"/>
                  </a:lnTo>
                  <a:lnTo>
                    <a:pt x="7902" y="160"/>
                  </a:lnTo>
                  <a:lnTo>
                    <a:pt x="7561" y="80"/>
                  </a:lnTo>
                  <a:lnTo>
                    <a:pt x="7220" y="20"/>
                  </a:lnTo>
                  <a:lnTo>
                    <a:pt x="685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8443;p42">
              <a:extLst>
                <a:ext uri="{FF2B5EF4-FFF2-40B4-BE49-F238E27FC236}">
                  <a16:creationId xmlns:a16="http://schemas.microsoft.com/office/drawing/2014/main" id="{718025E2-2E41-31CD-62AA-15BF04DF22E5}"/>
                </a:ext>
              </a:extLst>
            </p:cNvPr>
            <p:cNvSpPr/>
            <p:nvPr/>
          </p:nvSpPr>
          <p:spPr>
            <a:xfrm>
              <a:off x="10732750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fill="none" extrusionOk="0">
                  <a:moveTo>
                    <a:pt x="10348" y="3490"/>
                  </a:moveTo>
                  <a:lnTo>
                    <a:pt x="10348" y="3490"/>
                  </a:lnTo>
                  <a:lnTo>
                    <a:pt x="10328" y="3790"/>
                  </a:lnTo>
                  <a:lnTo>
                    <a:pt x="20" y="3790"/>
                  </a:lnTo>
                  <a:lnTo>
                    <a:pt x="20" y="3790"/>
                  </a:lnTo>
                  <a:lnTo>
                    <a:pt x="0" y="3490"/>
                  </a:lnTo>
                  <a:lnTo>
                    <a:pt x="0" y="3490"/>
                  </a:lnTo>
                  <a:lnTo>
                    <a:pt x="20" y="3149"/>
                  </a:lnTo>
                  <a:lnTo>
                    <a:pt x="80" y="2788"/>
                  </a:lnTo>
                  <a:lnTo>
                    <a:pt x="161" y="2467"/>
                  </a:lnTo>
                  <a:lnTo>
                    <a:pt x="281" y="2146"/>
                  </a:lnTo>
                  <a:lnTo>
                    <a:pt x="421" y="1825"/>
                  </a:lnTo>
                  <a:lnTo>
                    <a:pt x="602" y="1544"/>
                  </a:lnTo>
                  <a:lnTo>
                    <a:pt x="802" y="1284"/>
                  </a:lnTo>
                  <a:lnTo>
                    <a:pt x="1023" y="1023"/>
                  </a:lnTo>
                  <a:lnTo>
                    <a:pt x="1023" y="1023"/>
                  </a:lnTo>
                  <a:lnTo>
                    <a:pt x="1264" y="802"/>
                  </a:lnTo>
                  <a:lnTo>
                    <a:pt x="1544" y="602"/>
                  </a:lnTo>
                  <a:lnTo>
                    <a:pt x="1825" y="421"/>
                  </a:lnTo>
                  <a:lnTo>
                    <a:pt x="2126" y="281"/>
                  </a:lnTo>
                  <a:lnTo>
                    <a:pt x="2447" y="160"/>
                  </a:lnTo>
                  <a:lnTo>
                    <a:pt x="2788" y="80"/>
                  </a:lnTo>
                  <a:lnTo>
                    <a:pt x="3129" y="20"/>
                  </a:lnTo>
                  <a:lnTo>
                    <a:pt x="3490" y="0"/>
                  </a:lnTo>
                  <a:lnTo>
                    <a:pt x="6859" y="0"/>
                  </a:lnTo>
                  <a:lnTo>
                    <a:pt x="6859" y="0"/>
                  </a:lnTo>
                  <a:lnTo>
                    <a:pt x="7220" y="20"/>
                  </a:lnTo>
                  <a:lnTo>
                    <a:pt x="7561" y="80"/>
                  </a:lnTo>
                  <a:lnTo>
                    <a:pt x="7902" y="160"/>
                  </a:lnTo>
                  <a:lnTo>
                    <a:pt x="8223" y="281"/>
                  </a:lnTo>
                  <a:lnTo>
                    <a:pt x="8523" y="421"/>
                  </a:lnTo>
                  <a:lnTo>
                    <a:pt x="8804" y="602"/>
                  </a:lnTo>
                  <a:lnTo>
                    <a:pt x="9085" y="802"/>
                  </a:lnTo>
                  <a:lnTo>
                    <a:pt x="9326" y="1023"/>
                  </a:lnTo>
                  <a:lnTo>
                    <a:pt x="9546" y="1284"/>
                  </a:lnTo>
                  <a:lnTo>
                    <a:pt x="9747" y="1544"/>
                  </a:lnTo>
                  <a:lnTo>
                    <a:pt x="9927" y="1825"/>
                  </a:lnTo>
                  <a:lnTo>
                    <a:pt x="10068" y="2146"/>
                  </a:lnTo>
                  <a:lnTo>
                    <a:pt x="10188" y="2467"/>
                  </a:lnTo>
                  <a:lnTo>
                    <a:pt x="10268" y="2788"/>
                  </a:lnTo>
                  <a:lnTo>
                    <a:pt x="10328" y="3149"/>
                  </a:lnTo>
                  <a:lnTo>
                    <a:pt x="10348" y="34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8444;p42">
              <a:extLst>
                <a:ext uri="{FF2B5EF4-FFF2-40B4-BE49-F238E27FC236}">
                  <a16:creationId xmlns:a16="http://schemas.microsoft.com/office/drawing/2014/main" id="{D4C3294F-E922-F631-137A-30327E95AF81}"/>
                </a:ext>
              </a:extLst>
            </p:cNvPr>
            <p:cNvSpPr/>
            <p:nvPr/>
          </p:nvSpPr>
          <p:spPr>
            <a:xfrm>
              <a:off x="10732750" y="4075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42">
              <a:extLst>
                <a:ext uri="{FF2B5EF4-FFF2-40B4-BE49-F238E27FC236}">
                  <a16:creationId xmlns:a16="http://schemas.microsoft.com/office/drawing/2014/main" id="{3BE6C490-079C-5767-BBC2-FB21FDD7D174}"/>
                </a:ext>
              </a:extLst>
            </p:cNvPr>
            <p:cNvSpPr/>
            <p:nvPr/>
          </p:nvSpPr>
          <p:spPr>
            <a:xfrm>
              <a:off x="10732750" y="4075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fill="none" extrusionOk="0">
                  <a:moveTo>
                    <a:pt x="5495" y="0"/>
                  </a:moveTo>
                  <a:lnTo>
                    <a:pt x="5395" y="0"/>
                  </a:lnTo>
                  <a:lnTo>
                    <a:pt x="4372" y="0"/>
                  </a:lnTo>
                  <a:lnTo>
                    <a:pt x="3490" y="0"/>
                  </a:lnTo>
                  <a:lnTo>
                    <a:pt x="3490" y="0"/>
                  </a:ln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42">
              <a:extLst>
                <a:ext uri="{FF2B5EF4-FFF2-40B4-BE49-F238E27FC236}">
                  <a16:creationId xmlns:a16="http://schemas.microsoft.com/office/drawing/2014/main" id="{81882AAA-88C8-7D7B-1F66-A1161D0AAA5C}"/>
                </a:ext>
              </a:extLst>
            </p:cNvPr>
            <p:cNvSpPr/>
            <p:nvPr/>
          </p:nvSpPr>
          <p:spPr>
            <a:xfrm>
              <a:off x="10928275" y="4096088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61" y="0"/>
                  </a:moveTo>
                  <a:lnTo>
                    <a:pt x="261" y="20"/>
                  </a:lnTo>
                  <a:lnTo>
                    <a:pt x="181" y="61"/>
                  </a:lnTo>
                  <a:lnTo>
                    <a:pt x="81" y="141"/>
                  </a:lnTo>
                  <a:lnTo>
                    <a:pt x="21" y="261"/>
                  </a:lnTo>
                  <a:lnTo>
                    <a:pt x="0" y="381"/>
                  </a:lnTo>
                  <a:lnTo>
                    <a:pt x="21" y="502"/>
                  </a:lnTo>
                  <a:lnTo>
                    <a:pt x="61" y="602"/>
                  </a:lnTo>
                  <a:lnTo>
                    <a:pt x="121" y="682"/>
                  </a:lnTo>
                  <a:lnTo>
                    <a:pt x="241" y="742"/>
                  </a:lnTo>
                  <a:lnTo>
                    <a:pt x="301" y="762"/>
                  </a:lnTo>
                  <a:lnTo>
                    <a:pt x="361" y="762"/>
                  </a:lnTo>
                  <a:lnTo>
                    <a:pt x="502" y="742"/>
                  </a:lnTo>
                  <a:lnTo>
                    <a:pt x="602" y="682"/>
                  </a:lnTo>
                  <a:lnTo>
                    <a:pt x="682" y="602"/>
                  </a:lnTo>
                  <a:lnTo>
                    <a:pt x="722" y="502"/>
                  </a:lnTo>
                  <a:lnTo>
                    <a:pt x="742" y="381"/>
                  </a:lnTo>
                  <a:lnTo>
                    <a:pt x="722" y="261"/>
                  </a:lnTo>
                  <a:lnTo>
                    <a:pt x="662" y="141"/>
                  </a:lnTo>
                  <a:lnTo>
                    <a:pt x="562" y="61"/>
                  </a:lnTo>
                  <a:lnTo>
                    <a:pt x="462" y="2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8447;p42">
              <a:extLst>
                <a:ext uri="{FF2B5EF4-FFF2-40B4-BE49-F238E27FC236}">
                  <a16:creationId xmlns:a16="http://schemas.microsoft.com/office/drawing/2014/main" id="{992943BC-E3E0-FD4D-86E2-81E195D10B85}"/>
                </a:ext>
              </a:extLst>
            </p:cNvPr>
            <p:cNvSpPr/>
            <p:nvPr/>
          </p:nvSpPr>
          <p:spPr>
            <a:xfrm>
              <a:off x="10760825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extrusionOk="0">
                  <a:moveTo>
                    <a:pt x="2567" y="0"/>
                  </a:moveTo>
                  <a:lnTo>
                    <a:pt x="2286" y="60"/>
                  </a:lnTo>
                  <a:lnTo>
                    <a:pt x="2006" y="121"/>
                  </a:lnTo>
                  <a:lnTo>
                    <a:pt x="1745" y="221"/>
                  </a:lnTo>
                  <a:lnTo>
                    <a:pt x="1504" y="341"/>
                  </a:lnTo>
                  <a:lnTo>
                    <a:pt x="1264" y="482"/>
                  </a:lnTo>
                  <a:lnTo>
                    <a:pt x="1043" y="642"/>
                  </a:lnTo>
                  <a:lnTo>
                    <a:pt x="843" y="823"/>
                  </a:lnTo>
                  <a:lnTo>
                    <a:pt x="662" y="1043"/>
                  </a:lnTo>
                  <a:lnTo>
                    <a:pt x="502" y="1244"/>
                  </a:lnTo>
                  <a:lnTo>
                    <a:pt x="341" y="1484"/>
                  </a:lnTo>
                  <a:lnTo>
                    <a:pt x="221" y="1745"/>
                  </a:lnTo>
                  <a:lnTo>
                    <a:pt x="141" y="2006"/>
                  </a:lnTo>
                  <a:lnTo>
                    <a:pt x="60" y="2266"/>
                  </a:lnTo>
                  <a:lnTo>
                    <a:pt x="20" y="2547"/>
                  </a:lnTo>
                  <a:lnTo>
                    <a:pt x="0" y="2848"/>
                  </a:lnTo>
                  <a:lnTo>
                    <a:pt x="20" y="3209"/>
                  </a:lnTo>
                  <a:lnTo>
                    <a:pt x="101" y="3550"/>
                  </a:lnTo>
                  <a:lnTo>
                    <a:pt x="201" y="3871"/>
                  </a:lnTo>
                  <a:lnTo>
                    <a:pt x="341" y="4192"/>
                  </a:lnTo>
                  <a:lnTo>
                    <a:pt x="522" y="4472"/>
                  </a:lnTo>
                  <a:lnTo>
                    <a:pt x="722" y="4753"/>
                  </a:lnTo>
                  <a:lnTo>
                    <a:pt x="963" y="4974"/>
                  </a:lnTo>
                  <a:lnTo>
                    <a:pt x="1224" y="5194"/>
                  </a:lnTo>
                  <a:lnTo>
                    <a:pt x="1404" y="5315"/>
                  </a:lnTo>
                  <a:lnTo>
                    <a:pt x="1605" y="5415"/>
                  </a:lnTo>
                  <a:lnTo>
                    <a:pt x="1785" y="5495"/>
                  </a:lnTo>
                  <a:lnTo>
                    <a:pt x="1986" y="5575"/>
                  </a:lnTo>
                  <a:lnTo>
                    <a:pt x="2206" y="5636"/>
                  </a:lnTo>
                  <a:lnTo>
                    <a:pt x="2407" y="5676"/>
                  </a:lnTo>
                  <a:lnTo>
                    <a:pt x="2627" y="5696"/>
                  </a:lnTo>
                  <a:lnTo>
                    <a:pt x="5896" y="5696"/>
                  </a:lnTo>
                  <a:lnTo>
                    <a:pt x="6197" y="5656"/>
                  </a:lnTo>
                  <a:lnTo>
                    <a:pt x="6458" y="5575"/>
                  </a:lnTo>
                  <a:lnTo>
                    <a:pt x="6719" y="5475"/>
                  </a:lnTo>
                  <a:lnTo>
                    <a:pt x="6979" y="5355"/>
                  </a:lnTo>
                  <a:lnTo>
                    <a:pt x="7200" y="5215"/>
                  </a:lnTo>
                  <a:lnTo>
                    <a:pt x="7420" y="5054"/>
                  </a:lnTo>
                  <a:lnTo>
                    <a:pt x="7621" y="4874"/>
                  </a:lnTo>
                  <a:lnTo>
                    <a:pt x="7781" y="4713"/>
                  </a:lnTo>
                  <a:lnTo>
                    <a:pt x="7922" y="4533"/>
                  </a:lnTo>
                  <a:lnTo>
                    <a:pt x="8042" y="4352"/>
                  </a:lnTo>
                  <a:lnTo>
                    <a:pt x="8142" y="4152"/>
                  </a:lnTo>
                  <a:lnTo>
                    <a:pt x="8243" y="3951"/>
                  </a:lnTo>
                  <a:lnTo>
                    <a:pt x="8323" y="3751"/>
                  </a:lnTo>
                  <a:lnTo>
                    <a:pt x="8383" y="3530"/>
                  </a:lnTo>
                  <a:lnTo>
                    <a:pt x="8423" y="3309"/>
                  </a:lnTo>
                  <a:lnTo>
                    <a:pt x="8463" y="3069"/>
                  </a:lnTo>
                  <a:lnTo>
                    <a:pt x="8463" y="2848"/>
                  </a:lnTo>
                  <a:lnTo>
                    <a:pt x="8443" y="2567"/>
                  </a:lnTo>
                  <a:lnTo>
                    <a:pt x="8403" y="2266"/>
                  </a:lnTo>
                  <a:lnTo>
                    <a:pt x="8343" y="2006"/>
                  </a:lnTo>
                  <a:lnTo>
                    <a:pt x="8243" y="1745"/>
                  </a:lnTo>
                  <a:lnTo>
                    <a:pt x="8122" y="1484"/>
                  </a:lnTo>
                  <a:lnTo>
                    <a:pt x="7982" y="1244"/>
                  </a:lnTo>
                  <a:lnTo>
                    <a:pt x="7822" y="1043"/>
                  </a:lnTo>
                  <a:lnTo>
                    <a:pt x="7641" y="823"/>
                  </a:lnTo>
                  <a:lnTo>
                    <a:pt x="7420" y="642"/>
                  </a:lnTo>
                  <a:lnTo>
                    <a:pt x="7200" y="482"/>
                  </a:lnTo>
                  <a:lnTo>
                    <a:pt x="6979" y="341"/>
                  </a:lnTo>
                  <a:lnTo>
                    <a:pt x="6719" y="221"/>
                  </a:lnTo>
                  <a:lnTo>
                    <a:pt x="6458" y="121"/>
                  </a:lnTo>
                  <a:lnTo>
                    <a:pt x="6197" y="60"/>
                  </a:lnTo>
                  <a:lnTo>
                    <a:pt x="58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8448;p42">
              <a:extLst>
                <a:ext uri="{FF2B5EF4-FFF2-40B4-BE49-F238E27FC236}">
                  <a16:creationId xmlns:a16="http://schemas.microsoft.com/office/drawing/2014/main" id="{804AAC27-8C65-B6BB-C423-64EA5B9932E8}"/>
                </a:ext>
              </a:extLst>
            </p:cNvPr>
            <p:cNvSpPr/>
            <p:nvPr/>
          </p:nvSpPr>
          <p:spPr>
            <a:xfrm>
              <a:off x="10760825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fill="none" extrusionOk="0">
                  <a:moveTo>
                    <a:pt x="8463" y="2848"/>
                  </a:moveTo>
                  <a:lnTo>
                    <a:pt x="8463" y="2848"/>
                  </a:lnTo>
                  <a:lnTo>
                    <a:pt x="8463" y="3069"/>
                  </a:lnTo>
                  <a:lnTo>
                    <a:pt x="8423" y="3309"/>
                  </a:lnTo>
                  <a:lnTo>
                    <a:pt x="8423" y="3309"/>
                  </a:lnTo>
                  <a:lnTo>
                    <a:pt x="8383" y="3530"/>
                  </a:lnTo>
                  <a:lnTo>
                    <a:pt x="8323" y="3751"/>
                  </a:lnTo>
                  <a:lnTo>
                    <a:pt x="8243" y="3951"/>
                  </a:lnTo>
                  <a:lnTo>
                    <a:pt x="8142" y="4152"/>
                  </a:lnTo>
                  <a:lnTo>
                    <a:pt x="8042" y="4352"/>
                  </a:lnTo>
                  <a:lnTo>
                    <a:pt x="7922" y="4533"/>
                  </a:lnTo>
                  <a:lnTo>
                    <a:pt x="7781" y="4713"/>
                  </a:lnTo>
                  <a:lnTo>
                    <a:pt x="7621" y="4874"/>
                  </a:lnTo>
                  <a:lnTo>
                    <a:pt x="7621" y="4874"/>
                  </a:lnTo>
                  <a:lnTo>
                    <a:pt x="7420" y="5054"/>
                  </a:lnTo>
                  <a:lnTo>
                    <a:pt x="7200" y="5215"/>
                  </a:lnTo>
                  <a:lnTo>
                    <a:pt x="6979" y="5355"/>
                  </a:lnTo>
                  <a:lnTo>
                    <a:pt x="6719" y="5475"/>
                  </a:lnTo>
                  <a:lnTo>
                    <a:pt x="6458" y="5575"/>
                  </a:lnTo>
                  <a:lnTo>
                    <a:pt x="6197" y="5656"/>
                  </a:lnTo>
                  <a:lnTo>
                    <a:pt x="5896" y="5696"/>
                  </a:lnTo>
                  <a:lnTo>
                    <a:pt x="5616" y="5696"/>
                  </a:lnTo>
                  <a:lnTo>
                    <a:pt x="2868" y="5696"/>
                  </a:lnTo>
                  <a:lnTo>
                    <a:pt x="2868" y="5696"/>
                  </a:lnTo>
                  <a:lnTo>
                    <a:pt x="2627" y="5696"/>
                  </a:lnTo>
                  <a:lnTo>
                    <a:pt x="2407" y="5676"/>
                  </a:lnTo>
                  <a:lnTo>
                    <a:pt x="2206" y="5636"/>
                  </a:lnTo>
                  <a:lnTo>
                    <a:pt x="1986" y="5575"/>
                  </a:lnTo>
                  <a:lnTo>
                    <a:pt x="1785" y="5495"/>
                  </a:lnTo>
                  <a:lnTo>
                    <a:pt x="1605" y="5415"/>
                  </a:lnTo>
                  <a:lnTo>
                    <a:pt x="1404" y="5315"/>
                  </a:lnTo>
                  <a:lnTo>
                    <a:pt x="1224" y="5194"/>
                  </a:lnTo>
                  <a:lnTo>
                    <a:pt x="1224" y="5194"/>
                  </a:lnTo>
                  <a:lnTo>
                    <a:pt x="963" y="4974"/>
                  </a:lnTo>
                  <a:lnTo>
                    <a:pt x="722" y="4753"/>
                  </a:lnTo>
                  <a:lnTo>
                    <a:pt x="522" y="4472"/>
                  </a:lnTo>
                  <a:lnTo>
                    <a:pt x="341" y="4192"/>
                  </a:lnTo>
                  <a:lnTo>
                    <a:pt x="201" y="3871"/>
                  </a:lnTo>
                  <a:lnTo>
                    <a:pt x="101" y="3550"/>
                  </a:lnTo>
                  <a:lnTo>
                    <a:pt x="20" y="3209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547"/>
                  </a:lnTo>
                  <a:lnTo>
                    <a:pt x="60" y="2266"/>
                  </a:lnTo>
                  <a:lnTo>
                    <a:pt x="141" y="2006"/>
                  </a:lnTo>
                  <a:lnTo>
                    <a:pt x="221" y="1745"/>
                  </a:lnTo>
                  <a:lnTo>
                    <a:pt x="341" y="1484"/>
                  </a:lnTo>
                  <a:lnTo>
                    <a:pt x="502" y="1244"/>
                  </a:lnTo>
                  <a:lnTo>
                    <a:pt x="662" y="1043"/>
                  </a:lnTo>
                  <a:lnTo>
                    <a:pt x="843" y="823"/>
                  </a:lnTo>
                  <a:lnTo>
                    <a:pt x="843" y="823"/>
                  </a:lnTo>
                  <a:lnTo>
                    <a:pt x="1043" y="642"/>
                  </a:lnTo>
                  <a:lnTo>
                    <a:pt x="1264" y="482"/>
                  </a:lnTo>
                  <a:lnTo>
                    <a:pt x="1504" y="341"/>
                  </a:lnTo>
                  <a:lnTo>
                    <a:pt x="1745" y="221"/>
                  </a:lnTo>
                  <a:lnTo>
                    <a:pt x="2006" y="121"/>
                  </a:lnTo>
                  <a:lnTo>
                    <a:pt x="2286" y="60"/>
                  </a:lnTo>
                  <a:lnTo>
                    <a:pt x="2567" y="0"/>
                  </a:lnTo>
                  <a:lnTo>
                    <a:pt x="2868" y="0"/>
                  </a:lnTo>
                  <a:lnTo>
                    <a:pt x="5616" y="0"/>
                  </a:lnTo>
                  <a:lnTo>
                    <a:pt x="5616" y="0"/>
                  </a:lnTo>
                  <a:lnTo>
                    <a:pt x="5896" y="0"/>
                  </a:lnTo>
                  <a:lnTo>
                    <a:pt x="6197" y="60"/>
                  </a:lnTo>
                  <a:lnTo>
                    <a:pt x="6458" y="121"/>
                  </a:lnTo>
                  <a:lnTo>
                    <a:pt x="6719" y="221"/>
                  </a:lnTo>
                  <a:lnTo>
                    <a:pt x="6979" y="341"/>
                  </a:lnTo>
                  <a:lnTo>
                    <a:pt x="7200" y="482"/>
                  </a:lnTo>
                  <a:lnTo>
                    <a:pt x="7420" y="642"/>
                  </a:lnTo>
                  <a:lnTo>
                    <a:pt x="7641" y="823"/>
                  </a:lnTo>
                  <a:lnTo>
                    <a:pt x="7822" y="1043"/>
                  </a:lnTo>
                  <a:lnTo>
                    <a:pt x="7982" y="1244"/>
                  </a:lnTo>
                  <a:lnTo>
                    <a:pt x="8122" y="1484"/>
                  </a:lnTo>
                  <a:lnTo>
                    <a:pt x="8243" y="1745"/>
                  </a:lnTo>
                  <a:lnTo>
                    <a:pt x="8343" y="2006"/>
                  </a:lnTo>
                  <a:lnTo>
                    <a:pt x="8403" y="2266"/>
                  </a:lnTo>
                  <a:lnTo>
                    <a:pt x="8443" y="2567"/>
                  </a:lnTo>
                  <a:lnTo>
                    <a:pt x="8463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8449;p42">
              <a:extLst>
                <a:ext uri="{FF2B5EF4-FFF2-40B4-BE49-F238E27FC236}">
                  <a16:creationId xmlns:a16="http://schemas.microsoft.com/office/drawing/2014/main" id="{0AF807AA-5A6C-E234-55DB-AD0D6BD399CB}"/>
                </a:ext>
              </a:extLst>
            </p:cNvPr>
            <p:cNvSpPr/>
            <p:nvPr/>
          </p:nvSpPr>
          <p:spPr>
            <a:xfrm>
              <a:off x="10760825" y="3828363"/>
              <a:ext cx="211600" cy="75725"/>
            </a:xfrm>
            <a:custGeom>
              <a:avLst/>
              <a:gdLst/>
              <a:ahLst/>
              <a:cxnLst/>
              <a:rect l="l" t="t" r="r" b="b"/>
              <a:pathLst>
                <a:path w="8464" h="3029" extrusionOk="0">
                  <a:moveTo>
                    <a:pt x="8383" y="0"/>
                  </a:moveTo>
                  <a:lnTo>
                    <a:pt x="7761" y="60"/>
                  </a:lnTo>
                  <a:lnTo>
                    <a:pt x="7140" y="80"/>
                  </a:lnTo>
                  <a:lnTo>
                    <a:pt x="60" y="80"/>
                  </a:lnTo>
                  <a:lnTo>
                    <a:pt x="20" y="381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101" y="1384"/>
                  </a:lnTo>
                  <a:lnTo>
                    <a:pt x="201" y="1705"/>
                  </a:lnTo>
                  <a:lnTo>
                    <a:pt x="341" y="2026"/>
                  </a:lnTo>
                  <a:lnTo>
                    <a:pt x="522" y="2306"/>
                  </a:lnTo>
                  <a:lnTo>
                    <a:pt x="722" y="2587"/>
                  </a:lnTo>
                  <a:lnTo>
                    <a:pt x="963" y="2808"/>
                  </a:lnTo>
                  <a:lnTo>
                    <a:pt x="1224" y="3028"/>
                  </a:lnTo>
                  <a:lnTo>
                    <a:pt x="1304" y="2828"/>
                  </a:lnTo>
                  <a:lnTo>
                    <a:pt x="1404" y="2647"/>
                  </a:lnTo>
                  <a:lnTo>
                    <a:pt x="1504" y="2487"/>
                  </a:lnTo>
                  <a:lnTo>
                    <a:pt x="1625" y="2306"/>
                  </a:lnTo>
                  <a:lnTo>
                    <a:pt x="1765" y="2166"/>
                  </a:lnTo>
                  <a:lnTo>
                    <a:pt x="1926" y="2006"/>
                  </a:lnTo>
                  <a:lnTo>
                    <a:pt x="2086" y="1885"/>
                  </a:lnTo>
                  <a:lnTo>
                    <a:pt x="2246" y="1765"/>
                  </a:lnTo>
                  <a:lnTo>
                    <a:pt x="2547" y="1605"/>
                  </a:lnTo>
                  <a:lnTo>
                    <a:pt x="2848" y="1464"/>
                  </a:lnTo>
                  <a:lnTo>
                    <a:pt x="3169" y="1364"/>
                  </a:lnTo>
                  <a:lnTo>
                    <a:pt x="3490" y="1284"/>
                  </a:lnTo>
                  <a:lnTo>
                    <a:pt x="3811" y="1203"/>
                  </a:lnTo>
                  <a:lnTo>
                    <a:pt x="4152" y="1163"/>
                  </a:lnTo>
                  <a:lnTo>
                    <a:pt x="4793" y="1083"/>
                  </a:lnTo>
                  <a:lnTo>
                    <a:pt x="5575" y="1023"/>
                  </a:lnTo>
                  <a:lnTo>
                    <a:pt x="6859" y="1023"/>
                  </a:lnTo>
                  <a:lnTo>
                    <a:pt x="7380" y="1043"/>
                  </a:lnTo>
                  <a:lnTo>
                    <a:pt x="7902" y="1083"/>
                  </a:lnTo>
                  <a:lnTo>
                    <a:pt x="8423" y="1143"/>
                  </a:lnTo>
                  <a:lnTo>
                    <a:pt x="8463" y="903"/>
                  </a:lnTo>
                  <a:lnTo>
                    <a:pt x="8463" y="682"/>
                  </a:lnTo>
                  <a:lnTo>
                    <a:pt x="8443" y="341"/>
                  </a:lnTo>
                  <a:lnTo>
                    <a:pt x="838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8450;p42">
              <a:extLst>
                <a:ext uri="{FF2B5EF4-FFF2-40B4-BE49-F238E27FC236}">
                  <a16:creationId xmlns:a16="http://schemas.microsoft.com/office/drawing/2014/main" id="{63EA64B2-5EA5-1D4C-9BA3-05A2AE9DB65E}"/>
                </a:ext>
              </a:extLst>
            </p:cNvPr>
            <p:cNvSpPr/>
            <p:nvPr/>
          </p:nvSpPr>
          <p:spPr>
            <a:xfrm>
              <a:off x="10760825" y="3828363"/>
              <a:ext cx="211600" cy="75725"/>
            </a:xfrm>
            <a:custGeom>
              <a:avLst/>
              <a:gdLst/>
              <a:ahLst/>
              <a:cxnLst/>
              <a:rect l="l" t="t" r="r" b="b"/>
              <a:pathLst>
                <a:path w="8464" h="3029" fill="none" extrusionOk="0">
                  <a:moveTo>
                    <a:pt x="8383" y="0"/>
                  </a:moveTo>
                  <a:lnTo>
                    <a:pt x="8383" y="0"/>
                  </a:lnTo>
                  <a:lnTo>
                    <a:pt x="7761" y="60"/>
                  </a:lnTo>
                  <a:lnTo>
                    <a:pt x="714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20" y="381"/>
                  </a:lnTo>
                  <a:lnTo>
                    <a:pt x="0" y="682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101" y="1384"/>
                  </a:lnTo>
                  <a:lnTo>
                    <a:pt x="201" y="1705"/>
                  </a:lnTo>
                  <a:lnTo>
                    <a:pt x="341" y="2026"/>
                  </a:lnTo>
                  <a:lnTo>
                    <a:pt x="522" y="2306"/>
                  </a:lnTo>
                  <a:lnTo>
                    <a:pt x="722" y="2587"/>
                  </a:lnTo>
                  <a:lnTo>
                    <a:pt x="963" y="2808"/>
                  </a:lnTo>
                  <a:lnTo>
                    <a:pt x="1224" y="3028"/>
                  </a:lnTo>
                  <a:lnTo>
                    <a:pt x="1224" y="3028"/>
                  </a:lnTo>
                  <a:lnTo>
                    <a:pt x="1304" y="2828"/>
                  </a:lnTo>
                  <a:lnTo>
                    <a:pt x="1404" y="2647"/>
                  </a:lnTo>
                  <a:lnTo>
                    <a:pt x="1504" y="2487"/>
                  </a:lnTo>
                  <a:lnTo>
                    <a:pt x="1625" y="2306"/>
                  </a:lnTo>
                  <a:lnTo>
                    <a:pt x="1765" y="2166"/>
                  </a:lnTo>
                  <a:lnTo>
                    <a:pt x="1926" y="2006"/>
                  </a:lnTo>
                  <a:lnTo>
                    <a:pt x="2086" y="1885"/>
                  </a:lnTo>
                  <a:lnTo>
                    <a:pt x="2246" y="1765"/>
                  </a:lnTo>
                  <a:lnTo>
                    <a:pt x="2246" y="1765"/>
                  </a:lnTo>
                  <a:lnTo>
                    <a:pt x="2547" y="1605"/>
                  </a:lnTo>
                  <a:lnTo>
                    <a:pt x="2848" y="1464"/>
                  </a:lnTo>
                  <a:lnTo>
                    <a:pt x="3169" y="1364"/>
                  </a:lnTo>
                  <a:lnTo>
                    <a:pt x="3490" y="1284"/>
                  </a:lnTo>
                  <a:lnTo>
                    <a:pt x="3811" y="1203"/>
                  </a:lnTo>
                  <a:lnTo>
                    <a:pt x="4152" y="1163"/>
                  </a:lnTo>
                  <a:lnTo>
                    <a:pt x="4793" y="1083"/>
                  </a:lnTo>
                  <a:lnTo>
                    <a:pt x="4793" y="1083"/>
                  </a:lnTo>
                  <a:lnTo>
                    <a:pt x="5575" y="1023"/>
                  </a:lnTo>
                  <a:lnTo>
                    <a:pt x="6337" y="1023"/>
                  </a:lnTo>
                  <a:lnTo>
                    <a:pt x="6337" y="1023"/>
                  </a:lnTo>
                  <a:lnTo>
                    <a:pt x="6859" y="1023"/>
                  </a:lnTo>
                  <a:lnTo>
                    <a:pt x="7380" y="1043"/>
                  </a:lnTo>
                  <a:lnTo>
                    <a:pt x="7902" y="1083"/>
                  </a:lnTo>
                  <a:lnTo>
                    <a:pt x="8423" y="1143"/>
                  </a:lnTo>
                  <a:lnTo>
                    <a:pt x="8423" y="1143"/>
                  </a:lnTo>
                  <a:lnTo>
                    <a:pt x="8463" y="903"/>
                  </a:lnTo>
                  <a:lnTo>
                    <a:pt x="8463" y="682"/>
                  </a:lnTo>
                  <a:lnTo>
                    <a:pt x="8463" y="682"/>
                  </a:lnTo>
                  <a:lnTo>
                    <a:pt x="8443" y="341"/>
                  </a:lnTo>
                  <a:lnTo>
                    <a:pt x="838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8451;p42">
              <a:extLst>
                <a:ext uri="{FF2B5EF4-FFF2-40B4-BE49-F238E27FC236}">
                  <a16:creationId xmlns:a16="http://schemas.microsoft.com/office/drawing/2014/main" id="{9D1F2793-92F8-0E95-FE34-0CF7A88C9669}"/>
                </a:ext>
              </a:extLst>
            </p:cNvPr>
            <p:cNvSpPr/>
            <p:nvPr/>
          </p:nvSpPr>
          <p:spPr>
            <a:xfrm>
              <a:off x="11125800" y="3122938"/>
              <a:ext cx="299350" cy="309375"/>
            </a:xfrm>
            <a:custGeom>
              <a:avLst/>
              <a:gdLst/>
              <a:ahLst/>
              <a:cxnLst/>
              <a:rect l="l" t="t" r="r" b="b"/>
              <a:pathLst>
                <a:path w="11974" h="12375" extrusionOk="0">
                  <a:moveTo>
                    <a:pt x="10830" y="0"/>
                  </a:moveTo>
                  <a:lnTo>
                    <a:pt x="10650" y="21"/>
                  </a:lnTo>
                  <a:lnTo>
                    <a:pt x="10489" y="81"/>
                  </a:lnTo>
                  <a:lnTo>
                    <a:pt x="10329" y="141"/>
                  </a:lnTo>
                  <a:lnTo>
                    <a:pt x="10189" y="261"/>
                  </a:lnTo>
                  <a:lnTo>
                    <a:pt x="10088" y="382"/>
                  </a:lnTo>
                  <a:lnTo>
                    <a:pt x="9988" y="542"/>
                  </a:lnTo>
                  <a:lnTo>
                    <a:pt x="9948" y="742"/>
                  </a:lnTo>
                  <a:lnTo>
                    <a:pt x="9928" y="963"/>
                  </a:lnTo>
                  <a:lnTo>
                    <a:pt x="9968" y="1886"/>
                  </a:lnTo>
                  <a:lnTo>
                    <a:pt x="10008" y="2928"/>
                  </a:lnTo>
                  <a:lnTo>
                    <a:pt x="10028" y="4031"/>
                  </a:lnTo>
                  <a:lnTo>
                    <a:pt x="10008" y="4593"/>
                  </a:lnTo>
                  <a:lnTo>
                    <a:pt x="9988" y="5154"/>
                  </a:lnTo>
                  <a:lnTo>
                    <a:pt x="9948" y="5696"/>
                  </a:lnTo>
                  <a:lnTo>
                    <a:pt x="9868" y="6257"/>
                  </a:lnTo>
                  <a:lnTo>
                    <a:pt x="9767" y="6779"/>
                  </a:lnTo>
                  <a:lnTo>
                    <a:pt x="9647" y="7300"/>
                  </a:lnTo>
                  <a:lnTo>
                    <a:pt x="9507" y="7782"/>
                  </a:lnTo>
                  <a:lnTo>
                    <a:pt x="9306" y="8243"/>
                  </a:lnTo>
                  <a:lnTo>
                    <a:pt x="9206" y="8443"/>
                  </a:lnTo>
                  <a:lnTo>
                    <a:pt x="9086" y="8644"/>
                  </a:lnTo>
                  <a:lnTo>
                    <a:pt x="8945" y="8845"/>
                  </a:lnTo>
                  <a:lnTo>
                    <a:pt x="8825" y="9025"/>
                  </a:lnTo>
                  <a:lnTo>
                    <a:pt x="8664" y="9185"/>
                  </a:lnTo>
                  <a:lnTo>
                    <a:pt x="8504" y="9346"/>
                  </a:lnTo>
                  <a:lnTo>
                    <a:pt x="8324" y="9486"/>
                  </a:lnTo>
                  <a:lnTo>
                    <a:pt x="8123" y="9627"/>
                  </a:lnTo>
                  <a:lnTo>
                    <a:pt x="7922" y="9747"/>
                  </a:lnTo>
                  <a:lnTo>
                    <a:pt x="7702" y="9847"/>
                  </a:lnTo>
                  <a:lnTo>
                    <a:pt x="7481" y="9948"/>
                  </a:lnTo>
                  <a:lnTo>
                    <a:pt x="7241" y="10028"/>
                  </a:lnTo>
                  <a:lnTo>
                    <a:pt x="6759" y="10168"/>
                  </a:lnTo>
                  <a:lnTo>
                    <a:pt x="6218" y="10288"/>
                  </a:lnTo>
                  <a:lnTo>
                    <a:pt x="5676" y="10369"/>
                  </a:lnTo>
                  <a:lnTo>
                    <a:pt x="5115" y="10409"/>
                  </a:lnTo>
                  <a:lnTo>
                    <a:pt x="4553" y="10429"/>
                  </a:lnTo>
                  <a:lnTo>
                    <a:pt x="3972" y="10449"/>
                  </a:lnTo>
                  <a:lnTo>
                    <a:pt x="3410" y="10429"/>
                  </a:lnTo>
                  <a:lnTo>
                    <a:pt x="2869" y="10409"/>
                  </a:lnTo>
                  <a:lnTo>
                    <a:pt x="1826" y="10349"/>
                  </a:lnTo>
                  <a:lnTo>
                    <a:pt x="944" y="10268"/>
                  </a:lnTo>
                  <a:lnTo>
                    <a:pt x="723" y="10268"/>
                  </a:lnTo>
                  <a:lnTo>
                    <a:pt x="522" y="10309"/>
                  </a:lnTo>
                  <a:lnTo>
                    <a:pt x="362" y="10409"/>
                  </a:lnTo>
                  <a:lnTo>
                    <a:pt x="222" y="10509"/>
                  </a:lnTo>
                  <a:lnTo>
                    <a:pt x="121" y="10649"/>
                  </a:lnTo>
                  <a:lnTo>
                    <a:pt x="61" y="10810"/>
                  </a:lnTo>
                  <a:lnTo>
                    <a:pt x="1" y="10990"/>
                  </a:lnTo>
                  <a:lnTo>
                    <a:pt x="1" y="11171"/>
                  </a:lnTo>
                  <a:lnTo>
                    <a:pt x="21" y="11351"/>
                  </a:lnTo>
                  <a:lnTo>
                    <a:pt x="61" y="11532"/>
                  </a:lnTo>
                  <a:lnTo>
                    <a:pt x="121" y="11712"/>
                  </a:lnTo>
                  <a:lnTo>
                    <a:pt x="242" y="11873"/>
                  </a:lnTo>
                  <a:lnTo>
                    <a:pt x="362" y="11993"/>
                  </a:lnTo>
                  <a:lnTo>
                    <a:pt x="522" y="12113"/>
                  </a:lnTo>
                  <a:lnTo>
                    <a:pt x="723" y="12194"/>
                  </a:lnTo>
                  <a:lnTo>
                    <a:pt x="944" y="12234"/>
                  </a:lnTo>
                  <a:lnTo>
                    <a:pt x="2247" y="12334"/>
                  </a:lnTo>
                  <a:lnTo>
                    <a:pt x="2949" y="12354"/>
                  </a:lnTo>
                  <a:lnTo>
                    <a:pt x="3691" y="12374"/>
                  </a:lnTo>
                  <a:lnTo>
                    <a:pt x="4613" y="12354"/>
                  </a:lnTo>
                  <a:lnTo>
                    <a:pt x="5055" y="12334"/>
                  </a:lnTo>
                  <a:lnTo>
                    <a:pt x="5516" y="12314"/>
                  </a:lnTo>
                  <a:lnTo>
                    <a:pt x="5977" y="12254"/>
                  </a:lnTo>
                  <a:lnTo>
                    <a:pt x="6438" y="12194"/>
                  </a:lnTo>
                  <a:lnTo>
                    <a:pt x="6880" y="12113"/>
                  </a:lnTo>
                  <a:lnTo>
                    <a:pt x="7301" y="12013"/>
                  </a:lnTo>
                  <a:lnTo>
                    <a:pt x="7742" y="11893"/>
                  </a:lnTo>
                  <a:lnTo>
                    <a:pt x="8143" y="11772"/>
                  </a:lnTo>
                  <a:lnTo>
                    <a:pt x="8544" y="11612"/>
                  </a:lnTo>
                  <a:lnTo>
                    <a:pt x="8905" y="11432"/>
                  </a:lnTo>
                  <a:lnTo>
                    <a:pt x="9266" y="11211"/>
                  </a:lnTo>
                  <a:lnTo>
                    <a:pt x="9607" y="10990"/>
                  </a:lnTo>
                  <a:lnTo>
                    <a:pt x="9908" y="10730"/>
                  </a:lnTo>
                  <a:lnTo>
                    <a:pt x="10189" y="10449"/>
                  </a:lnTo>
                  <a:lnTo>
                    <a:pt x="10369" y="10228"/>
                  </a:lnTo>
                  <a:lnTo>
                    <a:pt x="10550" y="9988"/>
                  </a:lnTo>
                  <a:lnTo>
                    <a:pt x="10710" y="9747"/>
                  </a:lnTo>
                  <a:lnTo>
                    <a:pt x="10850" y="9506"/>
                  </a:lnTo>
                  <a:lnTo>
                    <a:pt x="10991" y="9246"/>
                  </a:lnTo>
                  <a:lnTo>
                    <a:pt x="11111" y="8965"/>
                  </a:lnTo>
                  <a:lnTo>
                    <a:pt x="11231" y="8704"/>
                  </a:lnTo>
                  <a:lnTo>
                    <a:pt x="11332" y="8403"/>
                  </a:lnTo>
                  <a:lnTo>
                    <a:pt x="11512" y="7822"/>
                  </a:lnTo>
                  <a:lnTo>
                    <a:pt x="11653" y="7200"/>
                  </a:lnTo>
                  <a:lnTo>
                    <a:pt x="11773" y="6558"/>
                  </a:lnTo>
                  <a:lnTo>
                    <a:pt x="11853" y="5917"/>
                  </a:lnTo>
                  <a:lnTo>
                    <a:pt x="11913" y="5255"/>
                  </a:lnTo>
                  <a:lnTo>
                    <a:pt x="11953" y="4613"/>
                  </a:lnTo>
                  <a:lnTo>
                    <a:pt x="11973" y="3951"/>
                  </a:lnTo>
                  <a:lnTo>
                    <a:pt x="11973" y="3309"/>
                  </a:lnTo>
                  <a:lnTo>
                    <a:pt x="11933" y="2086"/>
                  </a:lnTo>
                  <a:lnTo>
                    <a:pt x="11893" y="963"/>
                  </a:lnTo>
                  <a:lnTo>
                    <a:pt x="11893" y="843"/>
                  </a:lnTo>
                  <a:lnTo>
                    <a:pt x="11853" y="722"/>
                  </a:lnTo>
                  <a:lnTo>
                    <a:pt x="11793" y="522"/>
                  </a:lnTo>
                  <a:lnTo>
                    <a:pt x="11673" y="361"/>
                  </a:lnTo>
                  <a:lnTo>
                    <a:pt x="11532" y="241"/>
                  </a:lnTo>
                  <a:lnTo>
                    <a:pt x="11372" y="121"/>
                  </a:lnTo>
                  <a:lnTo>
                    <a:pt x="11211" y="61"/>
                  </a:lnTo>
                  <a:lnTo>
                    <a:pt x="11011" y="21"/>
                  </a:lnTo>
                  <a:lnTo>
                    <a:pt x="1083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42">
              <a:extLst>
                <a:ext uri="{FF2B5EF4-FFF2-40B4-BE49-F238E27FC236}">
                  <a16:creationId xmlns:a16="http://schemas.microsoft.com/office/drawing/2014/main" id="{F020BD5B-F9EC-4512-9FDF-49D39E2A98B3}"/>
                </a:ext>
              </a:extLst>
            </p:cNvPr>
            <p:cNvSpPr/>
            <p:nvPr/>
          </p:nvSpPr>
          <p:spPr>
            <a:xfrm>
              <a:off x="11125800" y="3122938"/>
              <a:ext cx="299350" cy="309375"/>
            </a:xfrm>
            <a:custGeom>
              <a:avLst/>
              <a:gdLst/>
              <a:ahLst/>
              <a:cxnLst/>
              <a:rect l="l" t="t" r="r" b="b"/>
              <a:pathLst>
                <a:path w="11974" h="12375" fill="none" extrusionOk="0">
                  <a:moveTo>
                    <a:pt x="10189" y="10449"/>
                  </a:moveTo>
                  <a:lnTo>
                    <a:pt x="10189" y="10449"/>
                  </a:lnTo>
                  <a:lnTo>
                    <a:pt x="9908" y="10730"/>
                  </a:lnTo>
                  <a:lnTo>
                    <a:pt x="9607" y="10990"/>
                  </a:lnTo>
                  <a:lnTo>
                    <a:pt x="9266" y="11211"/>
                  </a:lnTo>
                  <a:lnTo>
                    <a:pt x="8905" y="11432"/>
                  </a:lnTo>
                  <a:lnTo>
                    <a:pt x="8544" y="11612"/>
                  </a:lnTo>
                  <a:lnTo>
                    <a:pt x="8143" y="11772"/>
                  </a:lnTo>
                  <a:lnTo>
                    <a:pt x="7742" y="11893"/>
                  </a:lnTo>
                  <a:lnTo>
                    <a:pt x="7301" y="12013"/>
                  </a:lnTo>
                  <a:lnTo>
                    <a:pt x="6880" y="12113"/>
                  </a:lnTo>
                  <a:lnTo>
                    <a:pt x="6438" y="12194"/>
                  </a:lnTo>
                  <a:lnTo>
                    <a:pt x="5977" y="12254"/>
                  </a:lnTo>
                  <a:lnTo>
                    <a:pt x="5516" y="12314"/>
                  </a:lnTo>
                  <a:lnTo>
                    <a:pt x="5055" y="12334"/>
                  </a:lnTo>
                  <a:lnTo>
                    <a:pt x="4613" y="12354"/>
                  </a:lnTo>
                  <a:lnTo>
                    <a:pt x="3691" y="12374"/>
                  </a:lnTo>
                  <a:lnTo>
                    <a:pt x="3691" y="12374"/>
                  </a:lnTo>
                  <a:lnTo>
                    <a:pt x="2949" y="12354"/>
                  </a:lnTo>
                  <a:lnTo>
                    <a:pt x="2247" y="12334"/>
                  </a:lnTo>
                  <a:lnTo>
                    <a:pt x="944" y="12234"/>
                  </a:lnTo>
                  <a:lnTo>
                    <a:pt x="944" y="12234"/>
                  </a:lnTo>
                  <a:lnTo>
                    <a:pt x="723" y="12194"/>
                  </a:lnTo>
                  <a:lnTo>
                    <a:pt x="522" y="12113"/>
                  </a:lnTo>
                  <a:lnTo>
                    <a:pt x="362" y="11993"/>
                  </a:lnTo>
                  <a:lnTo>
                    <a:pt x="242" y="11873"/>
                  </a:lnTo>
                  <a:lnTo>
                    <a:pt x="121" y="11712"/>
                  </a:lnTo>
                  <a:lnTo>
                    <a:pt x="61" y="11532"/>
                  </a:lnTo>
                  <a:lnTo>
                    <a:pt x="21" y="11351"/>
                  </a:lnTo>
                  <a:lnTo>
                    <a:pt x="1" y="11171"/>
                  </a:lnTo>
                  <a:lnTo>
                    <a:pt x="1" y="10990"/>
                  </a:lnTo>
                  <a:lnTo>
                    <a:pt x="61" y="10810"/>
                  </a:lnTo>
                  <a:lnTo>
                    <a:pt x="121" y="10649"/>
                  </a:lnTo>
                  <a:lnTo>
                    <a:pt x="222" y="10509"/>
                  </a:lnTo>
                  <a:lnTo>
                    <a:pt x="362" y="10409"/>
                  </a:lnTo>
                  <a:lnTo>
                    <a:pt x="522" y="10309"/>
                  </a:lnTo>
                  <a:lnTo>
                    <a:pt x="723" y="10268"/>
                  </a:lnTo>
                  <a:lnTo>
                    <a:pt x="944" y="10268"/>
                  </a:lnTo>
                  <a:lnTo>
                    <a:pt x="944" y="10268"/>
                  </a:lnTo>
                  <a:lnTo>
                    <a:pt x="1826" y="10349"/>
                  </a:lnTo>
                  <a:lnTo>
                    <a:pt x="2869" y="10409"/>
                  </a:lnTo>
                  <a:lnTo>
                    <a:pt x="3410" y="10429"/>
                  </a:lnTo>
                  <a:lnTo>
                    <a:pt x="3972" y="10449"/>
                  </a:lnTo>
                  <a:lnTo>
                    <a:pt x="4553" y="10429"/>
                  </a:lnTo>
                  <a:lnTo>
                    <a:pt x="5115" y="10409"/>
                  </a:lnTo>
                  <a:lnTo>
                    <a:pt x="5676" y="10369"/>
                  </a:lnTo>
                  <a:lnTo>
                    <a:pt x="6218" y="10288"/>
                  </a:lnTo>
                  <a:lnTo>
                    <a:pt x="6759" y="10168"/>
                  </a:lnTo>
                  <a:lnTo>
                    <a:pt x="7241" y="10028"/>
                  </a:lnTo>
                  <a:lnTo>
                    <a:pt x="7481" y="9948"/>
                  </a:lnTo>
                  <a:lnTo>
                    <a:pt x="7702" y="9847"/>
                  </a:lnTo>
                  <a:lnTo>
                    <a:pt x="7922" y="9747"/>
                  </a:lnTo>
                  <a:lnTo>
                    <a:pt x="8123" y="9627"/>
                  </a:lnTo>
                  <a:lnTo>
                    <a:pt x="8324" y="9486"/>
                  </a:lnTo>
                  <a:lnTo>
                    <a:pt x="8504" y="9346"/>
                  </a:lnTo>
                  <a:lnTo>
                    <a:pt x="8664" y="9185"/>
                  </a:lnTo>
                  <a:lnTo>
                    <a:pt x="8825" y="9025"/>
                  </a:lnTo>
                  <a:lnTo>
                    <a:pt x="8825" y="9025"/>
                  </a:lnTo>
                  <a:lnTo>
                    <a:pt x="8945" y="8845"/>
                  </a:lnTo>
                  <a:lnTo>
                    <a:pt x="9086" y="8644"/>
                  </a:lnTo>
                  <a:lnTo>
                    <a:pt x="9206" y="8443"/>
                  </a:lnTo>
                  <a:lnTo>
                    <a:pt x="9306" y="8243"/>
                  </a:lnTo>
                  <a:lnTo>
                    <a:pt x="9507" y="7782"/>
                  </a:lnTo>
                  <a:lnTo>
                    <a:pt x="9647" y="7300"/>
                  </a:lnTo>
                  <a:lnTo>
                    <a:pt x="9767" y="6779"/>
                  </a:lnTo>
                  <a:lnTo>
                    <a:pt x="9868" y="6257"/>
                  </a:lnTo>
                  <a:lnTo>
                    <a:pt x="9948" y="5696"/>
                  </a:lnTo>
                  <a:lnTo>
                    <a:pt x="9988" y="5154"/>
                  </a:lnTo>
                  <a:lnTo>
                    <a:pt x="10008" y="4593"/>
                  </a:lnTo>
                  <a:lnTo>
                    <a:pt x="10028" y="4031"/>
                  </a:lnTo>
                  <a:lnTo>
                    <a:pt x="10008" y="2928"/>
                  </a:lnTo>
                  <a:lnTo>
                    <a:pt x="9968" y="1886"/>
                  </a:lnTo>
                  <a:lnTo>
                    <a:pt x="9928" y="963"/>
                  </a:lnTo>
                  <a:lnTo>
                    <a:pt x="9928" y="963"/>
                  </a:lnTo>
                  <a:lnTo>
                    <a:pt x="9948" y="742"/>
                  </a:lnTo>
                  <a:lnTo>
                    <a:pt x="9988" y="542"/>
                  </a:lnTo>
                  <a:lnTo>
                    <a:pt x="10088" y="382"/>
                  </a:lnTo>
                  <a:lnTo>
                    <a:pt x="10189" y="261"/>
                  </a:lnTo>
                  <a:lnTo>
                    <a:pt x="10329" y="141"/>
                  </a:lnTo>
                  <a:lnTo>
                    <a:pt x="10489" y="81"/>
                  </a:lnTo>
                  <a:lnTo>
                    <a:pt x="10650" y="21"/>
                  </a:lnTo>
                  <a:lnTo>
                    <a:pt x="10830" y="0"/>
                  </a:lnTo>
                  <a:lnTo>
                    <a:pt x="10830" y="0"/>
                  </a:lnTo>
                  <a:lnTo>
                    <a:pt x="11011" y="21"/>
                  </a:lnTo>
                  <a:lnTo>
                    <a:pt x="11211" y="61"/>
                  </a:lnTo>
                  <a:lnTo>
                    <a:pt x="11372" y="121"/>
                  </a:lnTo>
                  <a:lnTo>
                    <a:pt x="11532" y="241"/>
                  </a:lnTo>
                  <a:lnTo>
                    <a:pt x="11673" y="361"/>
                  </a:lnTo>
                  <a:lnTo>
                    <a:pt x="11793" y="522"/>
                  </a:lnTo>
                  <a:lnTo>
                    <a:pt x="11853" y="722"/>
                  </a:lnTo>
                  <a:lnTo>
                    <a:pt x="11893" y="843"/>
                  </a:lnTo>
                  <a:lnTo>
                    <a:pt x="11893" y="963"/>
                  </a:lnTo>
                  <a:lnTo>
                    <a:pt x="11893" y="963"/>
                  </a:lnTo>
                  <a:lnTo>
                    <a:pt x="11933" y="2086"/>
                  </a:lnTo>
                  <a:lnTo>
                    <a:pt x="11973" y="3309"/>
                  </a:lnTo>
                  <a:lnTo>
                    <a:pt x="11973" y="3951"/>
                  </a:lnTo>
                  <a:lnTo>
                    <a:pt x="11953" y="4613"/>
                  </a:lnTo>
                  <a:lnTo>
                    <a:pt x="11913" y="5255"/>
                  </a:lnTo>
                  <a:lnTo>
                    <a:pt x="11853" y="5917"/>
                  </a:lnTo>
                  <a:lnTo>
                    <a:pt x="11773" y="6558"/>
                  </a:lnTo>
                  <a:lnTo>
                    <a:pt x="11653" y="7200"/>
                  </a:lnTo>
                  <a:lnTo>
                    <a:pt x="11512" y="7822"/>
                  </a:lnTo>
                  <a:lnTo>
                    <a:pt x="11332" y="8403"/>
                  </a:lnTo>
                  <a:lnTo>
                    <a:pt x="11231" y="8704"/>
                  </a:lnTo>
                  <a:lnTo>
                    <a:pt x="11111" y="8965"/>
                  </a:lnTo>
                  <a:lnTo>
                    <a:pt x="10991" y="9246"/>
                  </a:lnTo>
                  <a:lnTo>
                    <a:pt x="10850" y="9506"/>
                  </a:lnTo>
                  <a:lnTo>
                    <a:pt x="10710" y="9747"/>
                  </a:lnTo>
                  <a:lnTo>
                    <a:pt x="10550" y="9988"/>
                  </a:lnTo>
                  <a:lnTo>
                    <a:pt x="10369" y="10228"/>
                  </a:lnTo>
                  <a:lnTo>
                    <a:pt x="10189" y="1044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42">
              <a:extLst>
                <a:ext uri="{FF2B5EF4-FFF2-40B4-BE49-F238E27FC236}">
                  <a16:creationId xmlns:a16="http://schemas.microsoft.com/office/drawing/2014/main" id="{D83D5B48-1268-C3B2-6BB1-5529E2C27F10}"/>
                </a:ext>
              </a:extLst>
            </p:cNvPr>
            <p:cNvSpPr/>
            <p:nvPr/>
          </p:nvSpPr>
          <p:spPr>
            <a:xfrm>
              <a:off x="11231600" y="3162038"/>
              <a:ext cx="168475" cy="252725"/>
            </a:xfrm>
            <a:custGeom>
              <a:avLst/>
              <a:gdLst/>
              <a:ahLst/>
              <a:cxnLst/>
              <a:rect l="l" t="t" r="r" b="b"/>
              <a:pathLst>
                <a:path w="6739" h="10109" extrusionOk="0">
                  <a:moveTo>
                    <a:pt x="5736" y="1"/>
                  </a:moveTo>
                  <a:lnTo>
                    <a:pt x="5776" y="1064"/>
                  </a:lnTo>
                  <a:lnTo>
                    <a:pt x="5796" y="2227"/>
                  </a:lnTo>
                  <a:lnTo>
                    <a:pt x="5796" y="2969"/>
                  </a:lnTo>
                  <a:lnTo>
                    <a:pt x="5756" y="3691"/>
                  </a:lnTo>
                  <a:lnTo>
                    <a:pt x="5676" y="4413"/>
                  </a:lnTo>
                  <a:lnTo>
                    <a:pt x="5636" y="4774"/>
                  </a:lnTo>
                  <a:lnTo>
                    <a:pt x="5576" y="5115"/>
                  </a:lnTo>
                  <a:lnTo>
                    <a:pt x="5495" y="5456"/>
                  </a:lnTo>
                  <a:lnTo>
                    <a:pt x="5415" y="5776"/>
                  </a:lnTo>
                  <a:lnTo>
                    <a:pt x="5315" y="6097"/>
                  </a:lnTo>
                  <a:lnTo>
                    <a:pt x="5195" y="6398"/>
                  </a:lnTo>
                  <a:lnTo>
                    <a:pt x="5074" y="6699"/>
                  </a:lnTo>
                  <a:lnTo>
                    <a:pt x="4914" y="6960"/>
                  </a:lnTo>
                  <a:lnTo>
                    <a:pt x="4753" y="7220"/>
                  </a:lnTo>
                  <a:lnTo>
                    <a:pt x="4593" y="7461"/>
                  </a:lnTo>
                  <a:lnTo>
                    <a:pt x="4412" y="7662"/>
                  </a:lnTo>
                  <a:lnTo>
                    <a:pt x="4192" y="7842"/>
                  </a:lnTo>
                  <a:lnTo>
                    <a:pt x="3971" y="8002"/>
                  </a:lnTo>
                  <a:lnTo>
                    <a:pt x="3731" y="8143"/>
                  </a:lnTo>
                  <a:lnTo>
                    <a:pt x="3490" y="8283"/>
                  </a:lnTo>
                  <a:lnTo>
                    <a:pt x="3209" y="8384"/>
                  </a:lnTo>
                  <a:lnTo>
                    <a:pt x="2928" y="8484"/>
                  </a:lnTo>
                  <a:lnTo>
                    <a:pt x="2628" y="8584"/>
                  </a:lnTo>
                  <a:lnTo>
                    <a:pt x="2327" y="8644"/>
                  </a:lnTo>
                  <a:lnTo>
                    <a:pt x="2006" y="8724"/>
                  </a:lnTo>
                  <a:lnTo>
                    <a:pt x="1344" y="8805"/>
                  </a:lnTo>
                  <a:lnTo>
                    <a:pt x="682" y="8865"/>
                  </a:lnTo>
                  <a:lnTo>
                    <a:pt x="0" y="8885"/>
                  </a:lnTo>
                  <a:lnTo>
                    <a:pt x="0" y="10108"/>
                  </a:lnTo>
                  <a:lnTo>
                    <a:pt x="121" y="10048"/>
                  </a:lnTo>
                  <a:lnTo>
                    <a:pt x="301" y="9948"/>
                  </a:lnTo>
                  <a:lnTo>
                    <a:pt x="502" y="9868"/>
                  </a:lnTo>
                  <a:lnTo>
                    <a:pt x="903" y="9727"/>
                  </a:lnTo>
                  <a:lnTo>
                    <a:pt x="1725" y="9507"/>
                  </a:lnTo>
                  <a:lnTo>
                    <a:pt x="2447" y="9286"/>
                  </a:lnTo>
                  <a:lnTo>
                    <a:pt x="2788" y="9166"/>
                  </a:lnTo>
                  <a:lnTo>
                    <a:pt x="3129" y="9025"/>
                  </a:lnTo>
                  <a:lnTo>
                    <a:pt x="3470" y="8865"/>
                  </a:lnTo>
                  <a:lnTo>
                    <a:pt x="3811" y="8704"/>
                  </a:lnTo>
                  <a:lnTo>
                    <a:pt x="4132" y="8524"/>
                  </a:lnTo>
                  <a:lnTo>
                    <a:pt x="4432" y="8323"/>
                  </a:lnTo>
                  <a:lnTo>
                    <a:pt x="4733" y="8103"/>
                  </a:lnTo>
                  <a:lnTo>
                    <a:pt x="5014" y="7882"/>
                  </a:lnTo>
                  <a:lnTo>
                    <a:pt x="5275" y="7621"/>
                  </a:lnTo>
                  <a:lnTo>
                    <a:pt x="5515" y="7361"/>
                  </a:lnTo>
                  <a:lnTo>
                    <a:pt x="5756" y="7060"/>
                  </a:lnTo>
                  <a:lnTo>
                    <a:pt x="5957" y="6759"/>
                  </a:lnTo>
                  <a:lnTo>
                    <a:pt x="6137" y="6438"/>
                  </a:lnTo>
                  <a:lnTo>
                    <a:pt x="6298" y="6077"/>
                  </a:lnTo>
                  <a:lnTo>
                    <a:pt x="6418" y="5716"/>
                  </a:lnTo>
                  <a:lnTo>
                    <a:pt x="6518" y="5355"/>
                  </a:lnTo>
                  <a:lnTo>
                    <a:pt x="6598" y="4974"/>
                  </a:lnTo>
                  <a:lnTo>
                    <a:pt x="6659" y="4593"/>
                  </a:lnTo>
                  <a:lnTo>
                    <a:pt x="6699" y="4232"/>
                  </a:lnTo>
                  <a:lnTo>
                    <a:pt x="6719" y="3851"/>
                  </a:lnTo>
                  <a:lnTo>
                    <a:pt x="6739" y="3470"/>
                  </a:lnTo>
                  <a:lnTo>
                    <a:pt x="6739" y="3089"/>
                  </a:lnTo>
                  <a:lnTo>
                    <a:pt x="6699" y="2327"/>
                  </a:lnTo>
                  <a:lnTo>
                    <a:pt x="6638" y="1565"/>
                  </a:lnTo>
                  <a:lnTo>
                    <a:pt x="6598" y="803"/>
                  </a:lnTo>
                  <a:lnTo>
                    <a:pt x="6558" y="41"/>
                  </a:lnTo>
                  <a:lnTo>
                    <a:pt x="6177" y="41"/>
                  </a:lnTo>
                  <a:lnTo>
                    <a:pt x="5736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42">
              <a:extLst>
                <a:ext uri="{FF2B5EF4-FFF2-40B4-BE49-F238E27FC236}">
                  <a16:creationId xmlns:a16="http://schemas.microsoft.com/office/drawing/2014/main" id="{0BE2F5DA-D3DC-44FF-3CB7-94B55912731A}"/>
                </a:ext>
              </a:extLst>
            </p:cNvPr>
            <p:cNvSpPr/>
            <p:nvPr/>
          </p:nvSpPr>
          <p:spPr>
            <a:xfrm>
              <a:off x="11277725" y="3008638"/>
              <a:ext cx="243175" cy="154425"/>
            </a:xfrm>
            <a:custGeom>
              <a:avLst/>
              <a:gdLst/>
              <a:ahLst/>
              <a:cxnLst/>
              <a:rect l="l" t="t" r="r" b="b"/>
              <a:pathLst>
                <a:path w="9727" h="6177" extrusionOk="0">
                  <a:moveTo>
                    <a:pt x="141" y="0"/>
                  </a:moveTo>
                  <a:lnTo>
                    <a:pt x="121" y="120"/>
                  </a:lnTo>
                  <a:lnTo>
                    <a:pt x="61" y="461"/>
                  </a:lnTo>
                  <a:lnTo>
                    <a:pt x="21" y="963"/>
                  </a:lnTo>
                  <a:lnTo>
                    <a:pt x="0" y="1284"/>
                  </a:lnTo>
                  <a:lnTo>
                    <a:pt x="0" y="1604"/>
                  </a:lnTo>
                  <a:lnTo>
                    <a:pt x="21" y="1965"/>
                  </a:lnTo>
                  <a:lnTo>
                    <a:pt x="61" y="2326"/>
                  </a:lnTo>
                  <a:lnTo>
                    <a:pt x="121" y="2707"/>
                  </a:lnTo>
                  <a:lnTo>
                    <a:pt x="201" y="3088"/>
                  </a:lnTo>
                  <a:lnTo>
                    <a:pt x="321" y="3449"/>
                  </a:lnTo>
                  <a:lnTo>
                    <a:pt x="482" y="3830"/>
                  </a:lnTo>
                  <a:lnTo>
                    <a:pt x="682" y="4171"/>
                  </a:lnTo>
                  <a:lnTo>
                    <a:pt x="803" y="4352"/>
                  </a:lnTo>
                  <a:lnTo>
                    <a:pt x="943" y="4512"/>
                  </a:lnTo>
                  <a:lnTo>
                    <a:pt x="1204" y="4813"/>
                  </a:lnTo>
                  <a:lnTo>
                    <a:pt x="1484" y="5074"/>
                  </a:lnTo>
                  <a:lnTo>
                    <a:pt x="1785" y="5294"/>
                  </a:lnTo>
                  <a:lnTo>
                    <a:pt x="2066" y="5495"/>
                  </a:lnTo>
                  <a:lnTo>
                    <a:pt x="2347" y="5655"/>
                  </a:lnTo>
                  <a:lnTo>
                    <a:pt x="2628" y="5796"/>
                  </a:lnTo>
                  <a:lnTo>
                    <a:pt x="2908" y="5896"/>
                  </a:lnTo>
                  <a:lnTo>
                    <a:pt x="3189" y="5996"/>
                  </a:lnTo>
                  <a:lnTo>
                    <a:pt x="3450" y="6057"/>
                  </a:lnTo>
                  <a:lnTo>
                    <a:pt x="3690" y="6097"/>
                  </a:lnTo>
                  <a:lnTo>
                    <a:pt x="4152" y="6157"/>
                  </a:lnTo>
                  <a:lnTo>
                    <a:pt x="4553" y="6177"/>
                  </a:lnTo>
                  <a:lnTo>
                    <a:pt x="5175" y="6177"/>
                  </a:lnTo>
                  <a:lnTo>
                    <a:pt x="5556" y="6157"/>
                  </a:lnTo>
                  <a:lnTo>
                    <a:pt x="6017" y="6097"/>
                  </a:lnTo>
                  <a:lnTo>
                    <a:pt x="6278" y="6057"/>
                  </a:lnTo>
                  <a:lnTo>
                    <a:pt x="6538" y="5996"/>
                  </a:lnTo>
                  <a:lnTo>
                    <a:pt x="6819" y="5896"/>
                  </a:lnTo>
                  <a:lnTo>
                    <a:pt x="7100" y="5796"/>
                  </a:lnTo>
                  <a:lnTo>
                    <a:pt x="7381" y="5655"/>
                  </a:lnTo>
                  <a:lnTo>
                    <a:pt x="7661" y="5495"/>
                  </a:lnTo>
                  <a:lnTo>
                    <a:pt x="7942" y="5294"/>
                  </a:lnTo>
                  <a:lnTo>
                    <a:pt x="8223" y="5074"/>
                  </a:lnTo>
                  <a:lnTo>
                    <a:pt x="8504" y="4813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985" y="4252"/>
                  </a:lnTo>
                  <a:lnTo>
                    <a:pt x="9085" y="4071"/>
                  </a:lnTo>
                  <a:lnTo>
                    <a:pt x="9286" y="3730"/>
                  </a:lnTo>
                  <a:lnTo>
                    <a:pt x="9426" y="3369"/>
                  </a:lnTo>
                  <a:lnTo>
                    <a:pt x="9546" y="2988"/>
                  </a:lnTo>
                  <a:lnTo>
                    <a:pt x="9627" y="2627"/>
                  </a:lnTo>
                  <a:lnTo>
                    <a:pt x="9687" y="2246"/>
                  </a:lnTo>
                  <a:lnTo>
                    <a:pt x="9707" y="1905"/>
                  </a:lnTo>
                  <a:lnTo>
                    <a:pt x="9727" y="1564"/>
                  </a:lnTo>
                  <a:lnTo>
                    <a:pt x="9727" y="1223"/>
                  </a:lnTo>
                  <a:lnTo>
                    <a:pt x="9707" y="943"/>
                  </a:lnTo>
                  <a:lnTo>
                    <a:pt x="9647" y="441"/>
                  </a:lnTo>
                  <a:lnTo>
                    <a:pt x="9607" y="120"/>
                  </a:lnTo>
                  <a:lnTo>
                    <a:pt x="9566" y="0"/>
                  </a:lnTo>
                  <a:lnTo>
                    <a:pt x="6899" y="0"/>
                  </a:lnTo>
                  <a:lnTo>
                    <a:pt x="6919" y="140"/>
                  </a:lnTo>
                  <a:lnTo>
                    <a:pt x="6959" y="501"/>
                  </a:lnTo>
                  <a:lnTo>
                    <a:pt x="6959" y="762"/>
                  </a:lnTo>
                  <a:lnTo>
                    <a:pt x="6959" y="1043"/>
                  </a:lnTo>
                  <a:lnTo>
                    <a:pt x="6939" y="1344"/>
                  </a:lnTo>
                  <a:lnTo>
                    <a:pt x="6879" y="1645"/>
                  </a:lnTo>
                  <a:lnTo>
                    <a:pt x="6799" y="1945"/>
                  </a:lnTo>
                  <a:lnTo>
                    <a:pt x="6679" y="2246"/>
                  </a:lnTo>
                  <a:lnTo>
                    <a:pt x="6598" y="2387"/>
                  </a:lnTo>
                  <a:lnTo>
                    <a:pt x="6518" y="2527"/>
                  </a:lnTo>
                  <a:lnTo>
                    <a:pt x="6418" y="2647"/>
                  </a:lnTo>
                  <a:lnTo>
                    <a:pt x="6318" y="2768"/>
                  </a:lnTo>
                  <a:lnTo>
                    <a:pt x="6177" y="2888"/>
                  </a:lnTo>
                  <a:lnTo>
                    <a:pt x="6037" y="2988"/>
                  </a:lnTo>
                  <a:lnTo>
                    <a:pt x="5896" y="3068"/>
                  </a:lnTo>
                  <a:lnTo>
                    <a:pt x="5716" y="3149"/>
                  </a:lnTo>
                  <a:lnTo>
                    <a:pt x="5535" y="3209"/>
                  </a:lnTo>
                  <a:lnTo>
                    <a:pt x="5335" y="3249"/>
                  </a:lnTo>
                  <a:lnTo>
                    <a:pt x="5094" y="3289"/>
                  </a:lnTo>
                  <a:lnTo>
                    <a:pt x="4613" y="3289"/>
                  </a:lnTo>
                  <a:lnTo>
                    <a:pt x="4392" y="3249"/>
                  </a:lnTo>
                  <a:lnTo>
                    <a:pt x="4192" y="3209"/>
                  </a:lnTo>
                  <a:lnTo>
                    <a:pt x="4011" y="3149"/>
                  </a:lnTo>
                  <a:lnTo>
                    <a:pt x="3831" y="3068"/>
                  </a:lnTo>
                  <a:lnTo>
                    <a:pt x="3670" y="2988"/>
                  </a:lnTo>
                  <a:lnTo>
                    <a:pt x="3530" y="2888"/>
                  </a:lnTo>
                  <a:lnTo>
                    <a:pt x="3410" y="2768"/>
                  </a:lnTo>
                  <a:lnTo>
                    <a:pt x="3309" y="2647"/>
                  </a:lnTo>
                  <a:lnTo>
                    <a:pt x="3209" y="2527"/>
                  </a:lnTo>
                  <a:lnTo>
                    <a:pt x="3109" y="2387"/>
                  </a:lnTo>
                  <a:lnTo>
                    <a:pt x="3049" y="2246"/>
                  </a:lnTo>
                  <a:lnTo>
                    <a:pt x="2928" y="1945"/>
                  </a:lnTo>
                  <a:lnTo>
                    <a:pt x="2848" y="1645"/>
                  </a:lnTo>
                  <a:lnTo>
                    <a:pt x="2788" y="1344"/>
                  </a:lnTo>
                  <a:lnTo>
                    <a:pt x="2768" y="1043"/>
                  </a:lnTo>
                  <a:lnTo>
                    <a:pt x="2768" y="762"/>
                  </a:lnTo>
                  <a:lnTo>
                    <a:pt x="2768" y="501"/>
                  </a:lnTo>
                  <a:lnTo>
                    <a:pt x="2808" y="140"/>
                  </a:lnTo>
                  <a:lnTo>
                    <a:pt x="2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42">
              <a:extLst>
                <a:ext uri="{FF2B5EF4-FFF2-40B4-BE49-F238E27FC236}">
                  <a16:creationId xmlns:a16="http://schemas.microsoft.com/office/drawing/2014/main" id="{822544D2-0EB2-2605-E7BD-5CF9E8C70D76}"/>
                </a:ext>
              </a:extLst>
            </p:cNvPr>
            <p:cNvSpPr/>
            <p:nvPr/>
          </p:nvSpPr>
          <p:spPr>
            <a:xfrm>
              <a:off x="11277725" y="3008638"/>
              <a:ext cx="243175" cy="154425"/>
            </a:xfrm>
            <a:custGeom>
              <a:avLst/>
              <a:gdLst/>
              <a:ahLst/>
              <a:cxnLst/>
              <a:rect l="l" t="t" r="r" b="b"/>
              <a:pathLst>
                <a:path w="9727" h="6177" fill="none" extrusionOk="0">
                  <a:moveTo>
                    <a:pt x="8865" y="4412"/>
                  </a:moveTo>
                  <a:lnTo>
                    <a:pt x="8865" y="4412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504" y="4813"/>
                  </a:lnTo>
                  <a:lnTo>
                    <a:pt x="8223" y="5074"/>
                  </a:lnTo>
                  <a:lnTo>
                    <a:pt x="7942" y="5294"/>
                  </a:lnTo>
                  <a:lnTo>
                    <a:pt x="7661" y="5495"/>
                  </a:lnTo>
                  <a:lnTo>
                    <a:pt x="7381" y="5655"/>
                  </a:lnTo>
                  <a:lnTo>
                    <a:pt x="7100" y="5796"/>
                  </a:lnTo>
                  <a:lnTo>
                    <a:pt x="6819" y="5896"/>
                  </a:lnTo>
                  <a:lnTo>
                    <a:pt x="6538" y="5996"/>
                  </a:lnTo>
                  <a:lnTo>
                    <a:pt x="6278" y="6057"/>
                  </a:lnTo>
                  <a:lnTo>
                    <a:pt x="6017" y="6097"/>
                  </a:lnTo>
                  <a:lnTo>
                    <a:pt x="5556" y="6157"/>
                  </a:lnTo>
                  <a:lnTo>
                    <a:pt x="5175" y="6177"/>
                  </a:lnTo>
                  <a:lnTo>
                    <a:pt x="4854" y="6177"/>
                  </a:lnTo>
                  <a:lnTo>
                    <a:pt x="4854" y="6177"/>
                  </a:lnTo>
                  <a:lnTo>
                    <a:pt x="4553" y="6177"/>
                  </a:lnTo>
                  <a:lnTo>
                    <a:pt x="4152" y="6157"/>
                  </a:lnTo>
                  <a:lnTo>
                    <a:pt x="3690" y="6097"/>
                  </a:lnTo>
                  <a:lnTo>
                    <a:pt x="3450" y="6057"/>
                  </a:lnTo>
                  <a:lnTo>
                    <a:pt x="3189" y="5996"/>
                  </a:lnTo>
                  <a:lnTo>
                    <a:pt x="2908" y="5896"/>
                  </a:lnTo>
                  <a:lnTo>
                    <a:pt x="2628" y="5796"/>
                  </a:lnTo>
                  <a:lnTo>
                    <a:pt x="2347" y="5655"/>
                  </a:lnTo>
                  <a:lnTo>
                    <a:pt x="2066" y="5495"/>
                  </a:lnTo>
                  <a:lnTo>
                    <a:pt x="1785" y="5294"/>
                  </a:lnTo>
                  <a:lnTo>
                    <a:pt x="1484" y="5074"/>
                  </a:lnTo>
                  <a:lnTo>
                    <a:pt x="1204" y="4813"/>
                  </a:lnTo>
                  <a:lnTo>
                    <a:pt x="943" y="4512"/>
                  </a:lnTo>
                  <a:lnTo>
                    <a:pt x="943" y="4512"/>
                  </a:lnTo>
                  <a:lnTo>
                    <a:pt x="803" y="4352"/>
                  </a:lnTo>
                  <a:lnTo>
                    <a:pt x="682" y="4171"/>
                  </a:lnTo>
                  <a:lnTo>
                    <a:pt x="482" y="3830"/>
                  </a:lnTo>
                  <a:lnTo>
                    <a:pt x="321" y="3449"/>
                  </a:lnTo>
                  <a:lnTo>
                    <a:pt x="201" y="3088"/>
                  </a:lnTo>
                  <a:lnTo>
                    <a:pt x="121" y="2707"/>
                  </a:lnTo>
                  <a:lnTo>
                    <a:pt x="61" y="2326"/>
                  </a:lnTo>
                  <a:lnTo>
                    <a:pt x="21" y="1965"/>
                  </a:lnTo>
                  <a:lnTo>
                    <a:pt x="0" y="1604"/>
                  </a:lnTo>
                  <a:lnTo>
                    <a:pt x="0" y="1284"/>
                  </a:lnTo>
                  <a:lnTo>
                    <a:pt x="21" y="963"/>
                  </a:lnTo>
                  <a:lnTo>
                    <a:pt x="61" y="461"/>
                  </a:lnTo>
                  <a:lnTo>
                    <a:pt x="121" y="120"/>
                  </a:lnTo>
                  <a:lnTo>
                    <a:pt x="141" y="0"/>
                  </a:lnTo>
                  <a:lnTo>
                    <a:pt x="2828" y="0"/>
                  </a:lnTo>
                  <a:lnTo>
                    <a:pt x="2828" y="0"/>
                  </a:lnTo>
                  <a:lnTo>
                    <a:pt x="2808" y="140"/>
                  </a:lnTo>
                  <a:lnTo>
                    <a:pt x="2768" y="501"/>
                  </a:lnTo>
                  <a:lnTo>
                    <a:pt x="2768" y="762"/>
                  </a:lnTo>
                  <a:lnTo>
                    <a:pt x="2768" y="1043"/>
                  </a:lnTo>
                  <a:lnTo>
                    <a:pt x="2788" y="1344"/>
                  </a:lnTo>
                  <a:lnTo>
                    <a:pt x="2848" y="1645"/>
                  </a:lnTo>
                  <a:lnTo>
                    <a:pt x="2928" y="1945"/>
                  </a:lnTo>
                  <a:lnTo>
                    <a:pt x="3049" y="2246"/>
                  </a:lnTo>
                  <a:lnTo>
                    <a:pt x="3109" y="2387"/>
                  </a:lnTo>
                  <a:lnTo>
                    <a:pt x="3209" y="2527"/>
                  </a:lnTo>
                  <a:lnTo>
                    <a:pt x="3309" y="2647"/>
                  </a:lnTo>
                  <a:lnTo>
                    <a:pt x="3410" y="2768"/>
                  </a:lnTo>
                  <a:lnTo>
                    <a:pt x="3530" y="2888"/>
                  </a:lnTo>
                  <a:lnTo>
                    <a:pt x="3670" y="2988"/>
                  </a:lnTo>
                  <a:lnTo>
                    <a:pt x="3831" y="3068"/>
                  </a:lnTo>
                  <a:lnTo>
                    <a:pt x="4011" y="3149"/>
                  </a:lnTo>
                  <a:lnTo>
                    <a:pt x="4192" y="3209"/>
                  </a:lnTo>
                  <a:lnTo>
                    <a:pt x="4392" y="3249"/>
                  </a:lnTo>
                  <a:lnTo>
                    <a:pt x="4613" y="3289"/>
                  </a:lnTo>
                  <a:lnTo>
                    <a:pt x="4854" y="3289"/>
                  </a:lnTo>
                  <a:lnTo>
                    <a:pt x="4854" y="3289"/>
                  </a:lnTo>
                  <a:lnTo>
                    <a:pt x="5094" y="3289"/>
                  </a:lnTo>
                  <a:lnTo>
                    <a:pt x="5335" y="3249"/>
                  </a:lnTo>
                  <a:lnTo>
                    <a:pt x="5535" y="3209"/>
                  </a:lnTo>
                  <a:lnTo>
                    <a:pt x="5716" y="3149"/>
                  </a:lnTo>
                  <a:lnTo>
                    <a:pt x="5896" y="3068"/>
                  </a:lnTo>
                  <a:lnTo>
                    <a:pt x="6037" y="2988"/>
                  </a:lnTo>
                  <a:lnTo>
                    <a:pt x="6177" y="2888"/>
                  </a:lnTo>
                  <a:lnTo>
                    <a:pt x="6318" y="2768"/>
                  </a:lnTo>
                  <a:lnTo>
                    <a:pt x="6418" y="2647"/>
                  </a:lnTo>
                  <a:lnTo>
                    <a:pt x="6518" y="2527"/>
                  </a:lnTo>
                  <a:lnTo>
                    <a:pt x="6598" y="2387"/>
                  </a:lnTo>
                  <a:lnTo>
                    <a:pt x="6679" y="2246"/>
                  </a:lnTo>
                  <a:lnTo>
                    <a:pt x="6799" y="1945"/>
                  </a:lnTo>
                  <a:lnTo>
                    <a:pt x="6879" y="1645"/>
                  </a:lnTo>
                  <a:lnTo>
                    <a:pt x="6939" y="1344"/>
                  </a:lnTo>
                  <a:lnTo>
                    <a:pt x="6959" y="1043"/>
                  </a:lnTo>
                  <a:lnTo>
                    <a:pt x="6959" y="762"/>
                  </a:lnTo>
                  <a:lnTo>
                    <a:pt x="6959" y="501"/>
                  </a:lnTo>
                  <a:lnTo>
                    <a:pt x="6919" y="140"/>
                  </a:lnTo>
                  <a:lnTo>
                    <a:pt x="6899" y="0"/>
                  </a:lnTo>
                  <a:lnTo>
                    <a:pt x="9566" y="0"/>
                  </a:lnTo>
                  <a:lnTo>
                    <a:pt x="9566" y="0"/>
                  </a:lnTo>
                  <a:lnTo>
                    <a:pt x="9607" y="120"/>
                  </a:lnTo>
                  <a:lnTo>
                    <a:pt x="9647" y="441"/>
                  </a:lnTo>
                  <a:lnTo>
                    <a:pt x="9707" y="943"/>
                  </a:lnTo>
                  <a:lnTo>
                    <a:pt x="9727" y="1223"/>
                  </a:lnTo>
                  <a:lnTo>
                    <a:pt x="9727" y="1564"/>
                  </a:lnTo>
                  <a:lnTo>
                    <a:pt x="9707" y="1905"/>
                  </a:lnTo>
                  <a:lnTo>
                    <a:pt x="9687" y="2246"/>
                  </a:lnTo>
                  <a:lnTo>
                    <a:pt x="9627" y="2627"/>
                  </a:lnTo>
                  <a:lnTo>
                    <a:pt x="9546" y="2988"/>
                  </a:lnTo>
                  <a:lnTo>
                    <a:pt x="9426" y="3369"/>
                  </a:lnTo>
                  <a:lnTo>
                    <a:pt x="9286" y="3730"/>
                  </a:lnTo>
                  <a:lnTo>
                    <a:pt x="9085" y="4071"/>
                  </a:lnTo>
                  <a:lnTo>
                    <a:pt x="8985" y="4252"/>
                  </a:lnTo>
                  <a:lnTo>
                    <a:pt x="8865" y="441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42">
              <a:extLst>
                <a:ext uri="{FF2B5EF4-FFF2-40B4-BE49-F238E27FC236}">
                  <a16:creationId xmlns:a16="http://schemas.microsoft.com/office/drawing/2014/main" id="{1C8D266D-F4D0-978B-A57A-7E28E2FB2427}"/>
                </a:ext>
              </a:extLst>
            </p:cNvPr>
            <p:cNvSpPr/>
            <p:nvPr/>
          </p:nvSpPr>
          <p:spPr>
            <a:xfrm>
              <a:off x="11277725" y="3008638"/>
              <a:ext cx="221625" cy="154425"/>
            </a:xfrm>
            <a:custGeom>
              <a:avLst/>
              <a:gdLst/>
              <a:ahLst/>
              <a:cxnLst/>
              <a:rect l="l" t="t" r="r" b="b"/>
              <a:pathLst>
                <a:path w="8865" h="6177" extrusionOk="0">
                  <a:moveTo>
                    <a:pt x="141" y="0"/>
                  </a:moveTo>
                  <a:lnTo>
                    <a:pt x="121" y="100"/>
                  </a:lnTo>
                  <a:lnTo>
                    <a:pt x="81" y="421"/>
                  </a:lnTo>
                  <a:lnTo>
                    <a:pt x="21" y="902"/>
                  </a:lnTo>
                  <a:lnTo>
                    <a:pt x="0" y="1183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1" y="2226"/>
                  </a:lnTo>
                  <a:lnTo>
                    <a:pt x="101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2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3" y="4332"/>
                  </a:lnTo>
                  <a:lnTo>
                    <a:pt x="943" y="4512"/>
                  </a:lnTo>
                  <a:lnTo>
                    <a:pt x="1204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2006" y="5455"/>
                  </a:lnTo>
                  <a:lnTo>
                    <a:pt x="2267" y="5615"/>
                  </a:lnTo>
                  <a:lnTo>
                    <a:pt x="2547" y="5756"/>
                  </a:lnTo>
                  <a:lnTo>
                    <a:pt x="2808" y="5876"/>
                  </a:lnTo>
                  <a:lnTo>
                    <a:pt x="3069" y="5956"/>
                  </a:lnTo>
                  <a:lnTo>
                    <a:pt x="3329" y="6036"/>
                  </a:lnTo>
                  <a:lnTo>
                    <a:pt x="357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5295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8" y="6036"/>
                  </a:lnTo>
                  <a:lnTo>
                    <a:pt x="6659" y="5956"/>
                  </a:lnTo>
                  <a:lnTo>
                    <a:pt x="6919" y="5876"/>
                  </a:lnTo>
                  <a:lnTo>
                    <a:pt x="7180" y="5756"/>
                  </a:lnTo>
                  <a:lnTo>
                    <a:pt x="7441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63" y="5054"/>
                  </a:lnTo>
                  <a:lnTo>
                    <a:pt x="8524" y="4793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544" y="4613"/>
                  </a:lnTo>
                  <a:lnTo>
                    <a:pt x="8203" y="4813"/>
                  </a:lnTo>
                  <a:lnTo>
                    <a:pt x="7842" y="4954"/>
                  </a:lnTo>
                  <a:lnTo>
                    <a:pt x="7481" y="5094"/>
                  </a:lnTo>
                  <a:lnTo>
                    <a:pt x="7100" y="5194"/>
                  </a:lnTo>
                  <a:lnTo>
                    <a:pt x="6719" y="5274"/>
                  </a:lnTo>
                  <a:lnTo>
                    <a:pt x="6338" y="5314"/>
                  </a:lnTo>
                  <a:lnTo>
                    <a:pt x="5937" y="5335"/>
                  </a:lnTo>
                  <a:lnTo>
                    <a:pt x="5676" y="5314"/>
                  </a:lnTo>
                  <a:lnTo>
                    <a:pt x="5415" y="5294"/>
                  </a:lnTo>
                  <a:lnTo>
                    <a:pt x="5154" y="5274"/>
                  </a:lnTo>
                  <a:lnTo>
                    <a:pt x="4914" y="5214"/>
                  </a:lnTo>
                  <a:lnTo>
                    <a:pt x="4653" y="5154"/>
                  </a:lnTo>
                  <a:lnTo>
                    <a:pt x="4412" y="5074"/>
                  </a:lnTo>
                  <a:lnTo>
                    <a:pt x="4152" y="4994"/>
                  </a:lnTo>
                  <a:lnTo>
                    <a:pt x="3911" y="4893"/>
                  </a:lnTo>
                  <a:lnTo>
                    <a:pt x="3550" y="4693"/>
                  </a:lnTo>
                  <a:lnTo>
                    <a:pt x="3209" y="4472"/>
                  </a:lnTo>
                  <a:lnTo>
                    <a:pt x="2908" y="4252"/>
                  </a:lnTo>
                  <a:lnTo>
                    <a:pt x="2648" y="3991"/>
                  </a:lnTo>
                  <a:lnTo>
                    <a:pt x="2427" y="3710"/>
                  </a:lnTo>
                  <a:lnTo>
                    <a:pt x="2227" y="3429"/>
                  </a:lnTo>
                  <a:lnTo>
                    <a:pt x="2066" y="3129"/>
                  </a:lnTo>
                  <a:lnTo>
                    <a:pt x="1946" y="2808"/>
                  </a:lnTo>
                  <a:lnTo>
                    <a:pt x="1825" y="2487"/>
                  </a:lnTo>
                  <a:lnTo>
                    <a:pt x="1765" y="2146"/>
                  </a:lnTo>
                  <a:lnTo>
                    <a:pt x="1725" y="1805"/>
                  </a:lnTo>
                  <a:lnTo>
                    <a:pt x="1705" y="1444"/>
                  </a:lnTo>
                  <a:lnTo>
                    <a:pt x="1705" y="1083"/>
                  </a:lnTo>
                  <a:lnTo>
                    <a:pt x="1745" y="722"/>
                  </a:lnTo>
                  <a:lnTo>
                    <a:pt x="1805" y="361"/>
                  </a:lnTo>
                  <a:lnTo>
                    <a:pt x="190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42">
              <a:extLst>
                <a:ext uri="{FF2B5EF4-FFF2-40B4-BE49-F238E27FC236}">
                  <a16:creationId xmlns:a16="http://schemas.microsoft.com/office/drawing/2014/main" id="{9C0A77C1-FFBA-AE7E-1E85-61ABCBDD6A21}"/>
                </a:ext>
              </a:extLst>
            </p:cNvPr>
            <p:cNvSpPr/>
            <p:nvPr/>
          </p:nvSpPr>
          <p:spPr>
            <a:xfrm>
              <a:off x="11277725" y="3008638"/>
              <a:ext cx="221625" cy="154425"/>
            </a:xfrm>
            <a:custGeom>
              <a:avLst/>
              <a:gdLst/>
              <a:ahLst/>
              <a:cxnLst/>
              <a:rect l="l" t="t" r="r" b="b"/>
              <a:pathLst>
                <a:path w="8865" h="6177" fill="none" extrusionOk="0">
                  <a:moveTo>
                    <a:pt x="1906" y="0"/>
                  </a:moveTo>
                  <a:lnTo>
                    <a:pt x="141" y="0"/>
                  </a:lnTo>
                  <a:lnTo>
                    <a:pt x="141" y="0"/>
                  </a:lnTo>
                  <a:lnTo>
                    <a:pt x="121" y="100"/>
                  </a:lnTo>
                  <a:lnTo>
                    <a:pt x="81" y="421"/>
                  </a:lnTo>
                  <a:lnTo>
                    <a:pt x="21" y="902"/>
                  </a:lnTo>
                  <a:lnTo>
                    <a:pt x="0" y="1183"/>
                  </a:lnTo>
                  <a:lnTo>
                    <a:pt x="0" y="1484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1" y="2226"/>
                  </a:lnTo>
                  <a:lnTo>
                    <a:pt x="101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2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3" y="4332"/>
                  </a:lnTo>
                  <a:lnTo>
                    <a:pt x="943" y="4512"/>
                  </a:lnTo>
                  <a:lnTo>
                    <a:pt x="943" y="4512"/>
                  </a:lnTo>
                  <a:lnTo>
                    <a:pt x="1204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2006" y="5455"/>
                  </a:lnTo>
                  <a:lnTo>
                    <a:pt x="2267" y="5615"/>
                  </a:lnTo>
                  <a:lnTo>
                    <a:pt x="2547" y="5756"/>
                  </a:lnTo>
                  <a:lnTo>
                    <a:pt x="2808" y="5876"/>
                  </a:lnTo>
                  <a:lnTo>
                    <a:pt x="3069" y="5956"/>
                  </a:lnTo>
                  <a:lnTo>
                    <a:pt x="3329" y="6036"/>
                  </a:lnTo>
                  <a:lnTo>
                    <a:pt x="357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4753" y="6177"/>
                  </a:lnTo>
                  <a:lnTo>
                    <a:pt x="4753" y="6177"/>
                  </a:lnTo>
                  <a:lnTo>
                    <a:pt x="4854" y="6177"/>
                  </a:lnTo>
                  <a:lnTo>
                    <a:pt x="4854" y="6177"/>
                  </a:lnTo>
                  <a:lnTo>
                    <a:pt x="4974" y="6177"/>
                  </a:lnTo>
                  <a:lnTo>
                    <a:pt x="4974" y="6177"/>
                  </a:lnTo>
                  <a:lnTo>
                    <a:pt x="5295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8" y="6036"/>
                  </a:lnTo>
                  <a:lnTo>
                    <a:pt x="6659" y="5956"/>
                  </a:lnTo>
                  <a:lnTo>
                    <a:pt x="6919" y="5876"/>
                  </a:lnTo>
                  <a:lnTo>
                    <a:pt x="7180" y="5756"/>
                  </a:lnTo>
                  <a:lnTo>
                    <a:pt x="7441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63" y="5054"/>
                  </a:lnTo>
                  <a:lnTo>
                    <a:pt x="8524" y="4793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865" y="4412"/>
                  </a:lnTo>
                  <a:lnTo>
                    <a:pt x="8544" y="4613"/>
                  </a:lnTo>
                  <a:lnTo>
                    <a:pt x="8203" y="4813"/>
                  </a:lnTo>
                  <a:lnTo>
                    <a:pt x="7842" y="4954"/>
                  </a:lnTo>
                  <a:lnTo>
                    <a:pt x="7481" y="5094"/>
                  </a:lnTo>
                  <a:lnTo>
                    <a:pt x="7100" y="5194"/>
                  </a:lnTo>
                  <a:lnTo>
                    <a:pt x="6719" y="5274"/>
                  </a:lnTo>
                  <a:lnTo>
                    <a:pt x="6338" y="5314"/>
                  </a:lnTo>
                  <a:lnTo>
                    <a:pt x="5937" y="5335"/>
                  </a:lnTo>
                  <a:lnTo>
                    <a:pt x="5937" y="5335"/>
                  </a:lnTo>
                  <a:lnTo>
                    <a:pt x="5676" y="5314"/>
                  </a:lnTo>
                  <a:lnTo>
                    <a:pt x="5415" y="5294"/>
                  </a:lnTo>
                  <a:lnTo>
                    <a:pt x="5154" y="5274"/>
                  </a:lnTo>
                  <a:lnTo>
                    <a:pt x="4914" y="5214"/>
                  </a:lnTo>
                  <a:lnTo>
                    <a:pt x="4653" y="5154"/>
                  </a:lnTo>
                  <a:lnTo>
                    <a:pt x="4412" y="5074"/>
                  </a:lnTo>
                  <a:lnTo>
                    <a:pt x="4152" y="4994"/>
                  </a:lnTo>
                  <a:lnTo>
                    <a:pt x="3911" y="4893"/>
                  </a:lnTo>
                  <a:lnTo>
                    <a:pt x="3911" y="4893"/>
                  </a:lnTo>
                  <a:lnTo>
                    <a:pt x="3550" y="4693"/>
                  </a:lnTo>
                  <a:lnTo>
                    <a:pt x="3209" y="4472"/>
                  </a:lnTo>
                  <a:lnTo>
                    <a:pt x="2908" y="4252"/>
                  </a:lnTo>
                  <a:lnTo>
                    <a:pt x="2648" y="3991"/>
                  </a:lnTo>
                  <a:lnTo>
                    <a:pt x="2427" y="3710"/>
                  </a:lnTo>
                  <a:lnTo>
                    <a:pt x="2227" y="3429"/>
                  </a:lnTo>
                  <a:lnTo>
                    <a:pt x="2066" y="3129"/>
                  </a:lnTo>
                  <a:lnTo>
                    <a:pt x="1946" y="2808"/>
                  </a:lnTo>
                  <a:lnTo>
                    <a:pt x="1825" y="2487"/>
                  </a:lnTo>
                  <a:lnTo>
                    <a:pt x="1765" y="2146"/>
                  </a:lnTo>
                  <a:lnTo>
                    <a:pt x="1725" y="1805"/>
                  </a:lnTo>
                  <a:lnTo>
                    <a:pt x="1705" y="1444"/>
                  </a:lnTo>
                  <a:lnTo>
                    <a:pt x="1705" y="1083"/>
                  </a:lnTo>
                  <a:lnTo>
                    <a:pt x="1745" y="722"/>
                  </a:lnTo>
                  <a:lnTo>
                    <a:pt x="1805" y="361"/>
                  </a:lnTo>
                  <a:lnTo>
                    <a:pt x="190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42">
              <a:extLst>
                <a:ext uri="{FF2B5EF4-FFF2-40B4-BE49-F238E27FC236}">
                  <a16:creationId xmlns:a16="http://schemas.microsoft.com/office/drawing/2014/main" id="{DFF3101A-5836-FF9A-FA8D-EC2E07906A74}"/>
                </a:ext>
              </a:extLst>
            </p:cNvPr>
            <p:cNvSpPr/>
            <p:nvPr/>
          </p:nvSpPr>
          <p:spPr>
            <a:xfrm>
              <a:off x="11088700" y="3285888"/>
              <a:ext cx="142925" cy="211600"/>
            </a:xfrm>
            <a:custGeom>
              <a:avLst/>
              <a:gdLst/>
              <a:ahLst/>
              <a:cxnLst/>
              <a:rect l="l" t="t" r="r" b="b"/>
              <a:pathLst>
                <a:path w="5717" h="8464" extrusionOk="0">
                  <a:moveTo>
                    <a:pt x="2869" y="0"/>
                  </a:moveTo>
                  <a:lnTo>
                    <a:pt x="2568" y="20"/>
                  </a:lnTo>
                  <a:lnTo>
                    <a:pt x="2287" y="60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505" y="341"/>
                  </a:lnTo>
                  <a:lnTo>
                    <a:pt x="1264" y="482"/>
                  </a:lnTo>
                  <a:lnTo>
                    <a:pt x="1044" y="642"/>
                  </a:lnTo>
                  <a:lnTo>
                    <a:pt x="843" y="842"/>
                  </a:lnTo>
                  <a:lnTo>
                    <a:pt x="663" y="1043"/>
                  </a:lnTo>
                  <a:lnTo>
                    <a:pt x="482" y="1264"/>
                  </a:lnTo>
                  <a:lnTo>
                    <a:pt x="342" y="1484"/>
                  </a:lnTo>
                  <a:lnTo>
                    <a:pt x="222" y="1745"/>
                  </a:lnTo>
                  <a:lnTo>
                    <a:pt x="141" y="2006"/>
                  </a:lnTo>
                  <a:lnTo>
                    <a:pt x="61" y="2286"/>
                  </a:lnTo>
                  <a:lnTo>
                    <a:pt x="21" y="2567"/>
                  </a:lnTo>
                  <a:lnTo>
                    <a:pt x="1" y="2848"/>
                  </a:lnTo>
                  <a:lnTo>
                    <a:pt x="1" y="5595"/>
                  </a:lnTo>
                  <a:lnTo>
                    <a:pt x="21" y="5896"/>
                  </a:lnTo>
                  <a:lnTo>
                    <a:pt x="61" y="6177"/>
                  </a:lnTo>
                  <a:lnTo>
                    <a:pt x="141" y="6458"/>
                  </a:lnTo>
                  <a:lnTo>
                    <a:pt x="222" y="6718"/>
                  </a:lnTo>
                  <a:lnTo>
                    <a:pt x="342" y="6959"/>
                  </a:lnTo>
                  <a:lnTo>
                    <a:pt x="482" y="7200"/>
                  </a:lnTo>
                  <a:lnTo>
                    <a:pt x="663" y="7420"/>
                  </a:lnTo>
                  <a:lnTo>
                    <a:pt x="843" y="7621"/>
                  </a:lnTo>
                  <a:lnTo>
                    <a:pt x="1044" y="7801"/>
                  </a:lnTo>
                  <a:lnTo>
                    <a:pt x="1264" y="7982"/>
                  </a:lnTo>
                  <a:lnTo>
                    <a:pt x="1505" y="8122"/>
                  </a:lnTo>
                  <a:lnTo>
                    <a:pt x="1746" y="8243"/>
                  </a:lnTo>
                  <a:lnTo>
                    <a:pt x="2006" y="8323"/>
                  </a:lnTo>
                  <a:lnTo>
                    <a:pt x="2287" y="8403"/>
                  </a:lnTo>
                  <a:lnTo>
                    <a:pt x="2568" y="8443"/>
                  </a:lnTo>
                  <a:lnTo>
                    <a:pt x="2869" y="8463"/>
                  </a:lnTo>
                  <a:lnTo>
                    <a:pt x="3170" y="8443"/>
                  </a:lnTo>
                  <a:lnTo>
                    <a:pt x="3470" y="8403"/>
                  </a:lnTo>
                  <a:lnTo>
                    <a:pt x="3751" y="8323"/>
                  </a:lnTo>
                  <a:lnTo>
                    <a:pt x="4032" y="8203"/>
                  </a:lnTo>
                  <a:lnTo>
                    <a:pt x="4293" y="8082"/>
                  </a:lnTo>
                  <a:lnTo>
                    <a:pt x="4533" y="7922"/>
                  </a:lnTo>
                  <a:lnTo>
                    <a:pt x="4754" y="7741"/>
                  </a:lnTo>
                  <a:lnTo>
                    <a:pt x="4954" y="7541"/>
                  </a:lnTo>
                  <a:lnTo>
                    <a:pt x="5135" y="7340"/>
                  </a:lnTo>
                  <a:lnTo>
                    <a:pt x="5275" y="7120"/>
                  </a:lnTo>
                  <a:lnTo>
                    <a:pt x="5416" y="6899"/>
                  </a:lnTo>
                  <a:lnTo>
                    <a:pt x="5516" y="6658"/>
                  </a:lnTo>
                  <a:lnTo>
                    <a:pt x="5596" y="6398"/>
                  </a:lnTo>
                  <a:lnTo>
                    <a:pt x="5656" y="6157"/>
                  </a:lnTo>
                  <a:lnTo>
                    <a:pt x="5696" y="5876"/>
                  </a:lnTo>
                  <a:lnTo>
                    <a:pt x="5716" y="5595"/>
                  </a:lnTo>
                  <a:lnTo>
                    <a:pt x="5716" y="2848"/>
                  </a:lnTo>
                  <a:lnTo>
                    <a:pt x="5696" y="2567"/>
                  </a:lnTo>
                  <a:lnTo>
                    <a:pt x="5656" y="2286"/>
                  </a:lnTo>
                  <a:lnTo>
                    <a:pt x="5596" y="2006"/>
                  </a:lnTo>
                  <a:lnTo>
                    <a:pt x="5496" y="1745"/>
                  </a:lnTo>
                  <a:lnTo>
                    <a:pt x="5376" y="1484"/>
                  </a:lnTo>
                  <a:lnTo>
                    <a:pt x="5235" y="1264"/>
                  </a:lnTo>
                  <a:lnTo>
                    <a:pt x="5055" y="1043"/>
                  </a:lnTo>
                  <a:lnTo>
                    <a:pt x="4874" y="842"/>
                  </a:lnTo>
                  <a:lnTo>
                    <a:pt x="4654" y="642"/>
                  </a:lnTo>
                  <a:lnTo>
                    <a:pt x="4413" y="461"/>
                  </a:lnTo>
                  <a:lnTo>
                    <a:pt x="4152" y="301"/>
                  </a:lnTo>
                  <a:lnTo>
                    <a:pt x="3871" y="181"/>
                  </a:lnTo>
                  <a:lnTo>
                    <a:pt x="3631" y="100"/>
                  </a:lnTo>
                  <a:lnTo>
                    <a:pt x="3390" y="40"/>
                  </a:lnTo>
                  <a:lnTo>
                    <a:pt x="3129" y="20"/>
                  </a:lnTo>
                  <a:lnTo>
                    <a:pt x="28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42">
              <a:extLst>
                <a:ext uri="{FF2B5EF4-FFF2-40B4-BE49-F238E27FC236}">
                  <a16:creationId xmlns:a16="http://schemas.microsoft.com/office/drawing/2014/main" id="{68656D4D-FDE2-CDC1-248C-3AE12F0A3638}"/>
                </a:ext>
              </a:extLst>
            </p:cNvPr>
            <p:cNvSpPr/>
            <p:nvPr/>
          </p:nvSpPr>
          <p:spPr>
            <a:xfrm>
              <a:off x="11088700" y="3285888"/>
              <a:ext cx="142925" cy="211600"/>
            </a:xfrm>
            <a:custGeom>
              <a:avLst/>
              <a:gdLst/>
              <a:ahLst/>
              <a:cxnLst/>
              <a:rect l="l" t="t" r="r" b="b"/>
              <a:pathLst>
                <a:path w="5717" h="8464" fill="none" extrusionOk="0">
                  <a:moveTo>
                    <a:pt x="5716" y="2848"/>
                  </a:moveTo>
                  <a:lnTo>
                    <a:pt x="5716" y="5595"/>
                  </a:lnTo>
                  <a:lnTo>
                    <a:pt x="5716" y="5595"/>
                  </a:lnTo>
                  <a:lnTo>
                    <a:pt x="5696" y="5876"/>
                  </a:lnTo>
                  <a:lnTo>
                    <a:pt x="5656" y="6157"/>
                  </a:lnTo>
                  <a:lnTo>
                    <a:pt x="5596" y="6398"/>
                  </a:lnTo>
                  <a:lnTo>
                    <a:pt x="5516" y="6658"/>
                  </a:lnTo>
                  <a:lnTo>
                    <a:pt x="5416" y="6899"/>
                  </a:lnTo>
                  <a:lnTo>
                    <a:pt x="5275" y="7120"/>
                  </a:lnTo>
                  <a:lnTo>
                    <a:pt x="5135" y="7340"/>
                  </a:lnTo>
                  <a:lnTo>
                    <a:pt x="4954" y="7541"/>
                  </a:lnTo>
                  <a:lnTo>
                    <a:pt x="4954" y="7541"/>
                  </a:lnTo>
                  <a:lnTo>
                    <a:pt x="4754" y="7741"/>
                  </a:lnTo>
                  <a:lnTo>
                    <a:pt x="4533" y="7922"/>
                  </a:lnTo>
                  <a:lnTo>
                    <a:pt x="4293" y="8082"/>
                  </a:lnTo>
                  <a:lnTo>
                    <a:pt x="4032" y="8203"/>
                  </a:lnTo>
                  <a:lnTo>
                    <a:pt x="3751" y="8323"/>
                  </a:lnTo>
                  <a:lnTo>
                    <a:pt x="3470" y="8403"/>
                  </a:lnTo>
                  <a:lnTo>
                    <a:pt x="3170" y="8443"/>
                  </a:lnTo>
                  <a:lnTo>
                    <a:pt x="2869" y="8463"/>
                  </a:lnTo>
                  <a:lnTo>
                    <a:pt x="2869" y="8463"/>
                  </a:lnTo>
                  <a:lnTo>
                    <a:pt x="2568" y="8443"/>
                  </a:lnTo>
                  <a:lnTo>
                    <a:pt x="2287" y="8403"/>
                  </a:lnTo>
                  <a:lnTo>
                    <a:pt x="2006" y="8323"/>
                  </a:lnTo>
                  <a:lnTo>
                    <a:pt x="1746" y="8243"/>
                  </a:lnTo>
                  <a:lnTo>
                    <a:pt x="1505" y="8122"/>
                  </a:lnTo>
                  <a:lnTo>
                    <a:pt x="1264" y="7982"/>
                  </a:lnTo>
                  <a:lnTo>
                    <a:pt x="1044" y="7801"/>
                  </a:lnTo>
                  <a:lnTo>
                    <a:pt x="843" y="7621"/>
                  </a:lnTo>
                  <a:lnTo>
                    <a:pt x="843" y="7621"/>
                  </a:lnTo>
                  <a:lnTo>
                    <a:pt x="663" y="7420"/>
                  </a:lnTo>
                  <a:lnTo>
                    <a:pt x="482" y="7200"/>
                  </a:lnTo>
                  <a:lnTo>
                    <a:pt x="342" y="6959"/>
                  </a:lnTo>
                  <a:lnTo>
                    <a:pt x="222" y="6718"/>
                  </a:lnTo>
                  <a:lnTo>
                    <a:pt x="141" y="6458"/>
                  </a:lnTo>
                  <a:lnTo>
                    <a:pt x="61" y="6177"/>
                  </a:lnTo>
                  <a:lnTo>
                    <a:pt x="21" y="5896"/>
                  </a:lnTo>
                  <a:lnTo>
                    <a:pt x="1" y="5595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21" y="2567"/>
                  </a:lnTo>
                  <a:lnTo>
                    <a:pt x="61" y="2286"/>
                  </a:lnTo>
                  <a:lnTo>
                    <a:pt x="141" y="2006"/>
                  </a:lnTo>
                  <a:lnTo>
                    <a:pt x="222" y="1745"/>
                  </a:lnTo>
                  <a:lnTo>
                    <a:pt x="342" y="1484"/>
                  </a:lnTo>
                  <a:lnTo>
                    <a:pt x="482" y="1264"/>
                  </a:lnTo>
                  <a:lnTo>
                    <a:pt x="663" y="1043"/>
                  </a:lnTo>
                  <a:lnTo>
                    <a:pt x="843" y="842"/>
                  </a:lnTo>
                  <a:lnTo>
                    <a:pt x="1044" y="642"/>
                  </a:lnTo>
                  <a:lnTo>
                    <a:pt x="1264" y="482"/>
                  </a:lnTo>
                  <a:lnTo>
                    <a:pt x="1505" y="341"/>
                  </a:lnTo>
                  <a:lnTo>
                    <a:pt x="1746" y="221"/>
                  </a:lnTo>
                  <a:lnTo>
                    <a:pt x="2006" y="121"/>
                  </a:lnTo>
                  <a:lnTo>
                    <a:pt x="2287" y="60"/>
                  </a:lnTo>
                  <a:lnTo>
                    <a:pt x="2568" y="20"/>
                  </a:lnTo>
                  <a:lnTo>
                    <a:pt x="2869" y="0"/>
                  </a:lnTo>
                  <a:lnTo>
                    <a:pt x="2869" y="0"/>
                  </a:lnTo>
                  <a:lnTo>
                    <a:pt x="3129" y="20"/>
                  </a:lnTo>
                  <a:lnTo>
                    <a:pt x="3390" y="40"/>
                  </a:lnTo>
                  <a:lnTo>
                    <a:pt x="3631" y="100"/>
                  </a:lnTo>
                  <a:lnTo>
                    <a:pt x="3871" y="181"/>
                  </a:lnTo>
                  <a:lnTo>
                    <a:pt x="3871" y="181"/>
                  </a:lnTo>
                  <a:lnTo>
                    <a:pt x="4152" y="301"/>
                  </a:lnTo>
                  <a:lnTo>
                    <a:pt x="4413" y="461"/>
                  </a:lnTo>
                  <a:lnTo>
                    <a:pt x="4654" y="642"/>
                  </a:lnTo>
                  <a:lnTo>
                    <a:pt x="4874" y="842"/>
                  </a:lnTo>
                  <a:lnTo>
                    <a:pt x="4874" y="842"/>
                  </a:lnTo>
                  <a:lnTo>
                    <a:pt x="5055" y="1043"/>
                  </a:lnTo>
                  <a:lnTo>
                    <a:pt x="5235" y="1264"/>
                  </a:lnTo>
                  <a:lnTo>
                    <a:pt x="5376" y="1484"/>
                  </a:lnTo>
                  <a:lnTo>
                    <a:pt x="5496" y="1745"/>
                  </a:lnTo>
                  <a:lnTo>
                    <a:pt x="5596" y="2006"/>
                  </a:lnTo>
                  <a:lnTo>
                    <a:pt x="5656" y="2286"/>
                  </a:lnTo>
                  <a:lnTo>
                    <a:pt x="5696" y="2567"/>
                  </a:lnTo>
                  <a:lnTo>
                    <a:pt x="5716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42">
              <a:extLst>
                <a:ext uri="{FF2B5EF4-FFF2-40B4-BE49-F238E27FC236}">
                  <a16:creationId xmlns:a16="http://schemas.microsoft.com/office/drawing/2014/main" id="{E722781A-BC19-2040-98E1-C8DC5230DF54}"/>
                </a:ext>
              </a:extLst>
            </p:cNvPr>
            <p:cNvSpPr/>
            <p:nvPr/>
          </p:nvSpPr>
          <p:spPr>
            <a:xfrm>
              <a:off x="11139850" y="3285888"/>
              <a:ext cx="72725" cy="211600"/>
            </a:xfrm>
            <a:custGeom>
              <a:avLst/>
              <a:gdLst/>
              <a:ahLst/>
              <a:cxnLst/>
              <a:rect l="l" t="t" r="r" b="b"/>
              <a:pathLst>
                <a:path w="2909" h="8464" extrusionOk="0">
                  <a:moveTo>
                    <a:pt x="602" y="0"/>
                  </a:moveTo>
                  <a:lnTo>
                    <a:pt x="402" y="20"/>
                  </a:lnTo>
                  <a:lnTo>
                    <a:pt x="201" y="60"/>
                  </a:lnTo>
                  <a:lnTo>
                    <a:pt x="0" y="121"/>
                  </a:lnTo>
                  <a:lnTo>
                    <a:pt x="101" y="582"/>
                  </a:lnTo>
                  <a:lnTo>
                    <a:pt x="161" y="1043"/>
                  </a:lnTo>
                  <a:lnTo>
                    <a:pt x="201" y="1524"/>
                  </a:lnTo>
                  <a:lnTo>
                    <a:pt x="221" y="2006"/>
                  </a:lnTo>
                  <a:lnTo>
                    <a:pt x="221" y="8403"/>
                  </a:lnTo>
                  <a:lnTo>
                    <a:pt x="522" y="8443"/>
                  </a:lnTo>
                  <a:lnTo>
                    <a:pt x="823" y="8463"/>
                  </a:lnTo>
                  <a:lnTo>
                    <a:pt x="1124" y="8443"/>
                  </a:lnTo>
                  <a:lnTo>
                    <a:pt x="1424" y="8403"/>
                  </a:lnTo>
                  <a:lnTo>
                    <a:pt x="1705" y="8323"/>
                  </a:lnTo>
                  <a:lnTo>
                    <a:pt x="1986" y="8203"/>
                  </a:lnTo>
                  <a:lnTo>
                    <a:pt x="2247" y="8082"/>
                  </a:lnTo>
                  <a:lnTo>
                    <a:pt x="2487" y="7922"/>
                  </a:lnTo>
                  <a:lnTo>
                    <a:pt x="2708" y="7741"/>
                  </a:lnTo>
                  <a:lnTo>
                    <a:pt x="2908" y="7541"/>
                  </a:lnTo>
                  <a:lnTo>
                    <a:pt x="2788" y="7460"/>
                  </a:lnTo>
                  <a:lnTo>
                    <a:pt x="2628" y="7360"/>
                  </a:lnTo>
                  <a:lnTo>
                    <a:pt x="2507" y="7240"/>
                  </a:lnTo>
                  <a:lnTo>
                    <a:pt x="2367" y="7100"/>
                  </a:lnTo>
                  <a:lnTo>
                    <a:pt x="2267" y="6959"/>
                  </a:lnTo>
                  <a:lnTo>
                    <a:pt x="2066" y="6658"/>
                  </a:lnTo>
                  <a:lnTo>
                    <a:pt x="1886" y="6337"/>
                  </a:lnTo>
                  <a:lnTo>
                    <a:pt x="1765" y="5997"/>
                  </a:lnTo>
                  <a:lnTo>
                    <a:pt x="1645" y="5656"/>
                  </a:lnTo>
                  <a:lnTo>
                    <a:pt x="1545" y="5295"/>
                  </a:lnTo>
                  <a:lnTo>
                    <a:pt x="1464" y="4954"/>
                  </a:lnTo>
                  <a:lnTo>
                    <a:pt x="1384" y="4533"/>
                  </a:lnTo>
                  <a:lnTo>
                    <a:pt x="1304" y="3971"/>
                  </a:lnTo>
                  <a:lnTo>
                    <a:pt x="1244" y="3309"/>
                  </a:lnTo>
                  <a:lnTo>
                    <a:pt x="1224" y="2968"/>
                  </a:lnTo>
                  <a:lnTo>
                    <a:pt x="1224" y="2607"/>
                  </a:lnTo>
                  <a:lnTo>
                    <a:pt x="1224" y="2266"/>
                  </a:lnTo>
                  <a:lnTo>
                    <a:pt x="1264" y="1905"/>
                  </a:lnTo>
                  <a:lnTo>
                    <a:pt x="1304" y="1564"/>
                  </a:lnTo>
                  <a:lnTo>
                    <a:pt x="1364" y="1244"/>
                  </a:lnTo>
                  <a:lnTo>
                    <a:pt x="1444" y="943"/>
                  </a:lnTo>
                  <a:lnTo>
                    <a:pt x="1545" y="662"/>
                  </a:lnTo>
                  <a:lnTo>
                    <a:pt x="1685" y="401"/>
                  </a:lnTo>
                  <a:lnTo>
                    <a:pt x="1825" y="181"/>
                  </a:lnTo>
                  <a:lnTo>
                    <a:pt x="1585" y="100"/>
                  </a:lnTo>
                  <a:lnTo>
                    <a:pt x="1344" y="40"/>
                  </a:lnTo>
                  <a:lnTo>
                    <a:pt x="1083" y="20"/>
                  </a:lnTo>
                  <a:lnTo>
                    <a:pt x="82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42">
              <a:extLst>
                <a:ext uri="{FF2B5EF4-FFF2-40B4-BE49-F238E27FC236}">
                  <a16:creationId xmlns:a16="http://schemas.microsoft.com/office/drawing/2014/main" id="{4F74B17B-EEDE-C10B-8E03-9DDA33468228}"/>
                </a:ext>
              </a:extLst>
            </p:cNvPr>
            <p:cNvSpPr/>
            <p:nvPr/>
          </p:nvSpPr>
          <p:spPr>
            <a:xfrm>
              <a:off x="11139850" y="3285888"/>
              <a:ext cx="72725" cy="211600"/>
            </a:xfrm>
            <a:custGeom>
              <a:avLst/>
              <a:gdLst/>
              <a:ahLst/>
              <a:cxnLst/>
              <a:rect l="l" t="t" r="r" b="b"/>
              <a:pathLst>
                <a:path w="2909" h="8464" fill="none" extrusionOk="0">
                  <a:moveTo>
                    <a:pt x="823" y="0"/>
                  </a:moveTo>
                  <a:lnTo>
                    <a:pt x="823" y="0"/>
                  </a:lnTo>
                  <a:lnTo>
                    <a:pt x="602" y="0"/>
                  </a:lnTo>
                  <a:lnTo>
                    <a:pt x="402" y="20"/>
                  </a:lnTo>
                  <a:lnTo>
                    <a:pt x="201" y="60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101" y="582"/>
                  </a:lnTo>
                  <a:lnTo>
                    <a:pt x="161" y="1043"/>
                  </a:lnTo>
                  <a:lnTo>
                    <a:pt x="201" y="1524"/>
                  </a:lnTo>
                  <a:lnTo>
                    <a:pt x="221" y="2006"/>
                  </a:lnTo>
                  <a:lnTo>
                    <a:pt x="221" y="8403"/>
                  </a:lnTo>
                  <a:lnTo>
                    <a:pt x="221" y="8403"/>
                  </a:lnTo>
                  <a:lnTo>
                    <a:pt x="522" y="8443"/>
                  </a:lnTo>
                  <a:lnTo>
                    <a:pt x="823" y="8463"/>
                  </a:lnTo>
                  <a:lnTo>
                    <a:pt x="823" y="8463"/>
                  </a:lnTo>
                  <a:lnTo>
                    <a:pt x="1124" y="8443"/>
                  </a:lnTo>
                  <a:lnTo>
                    <a:pt x="1424" y="8403"/>
                  </a:lnTo>
                  <a:lnTo>
                    <a:pt x="1705" y="8323"/>
                  </a:lnTo>
                  <a:lnTo>
                    <a:pt x="1986" y="8203"/>
                  </a:lnTo>
                  <a:lnTo>
                    <a:pt x="2247" y="8082"/>
                  </a:lnTo>
                  <a:lnTo>
                    <a:pt x="2487" y="7922"/>
                  </a:lnTo>
                  <a:lnTo>
                    <a:pt x="2708" y="7741"/>
                  </a:lnTo>
                  <a:lnTo>
                    <a:pt x="2908" y="7541"/>
                  </a:lnTo>
                  <a:lnTo>
                    <a:pt x="2908" y="7541"/>
                  </a:lnTo>
                  <a:lnTo>
                    <a:pt x="2788" y="7460"/>
                  </a:lnTo>
                  <a:lnTo>
                    <a:pt x="2788" y="7460"/>
                  </a:lnTo>
                  <a:lnTo>
                    <a:pt x="2628" y="7360"/>
                  </a:lnTo>
                  <a:lnTo>
                    <a:pt x="2507" y="7240"/>
                  </a:lnTo>
                  <a:lnTo>
                    <a:pt x="2367" y="7100"/>
                  </a:lnTo>
                  <a:lnTo>
                    <a:pt x="2267" y="6959"/>
                  </a:lnTo>
                  <a:lnTo>
                    <a:pt x="2066" y="6658"/>
                  </a:lnTo>
                  <a:lnTo>
                    <a:pt x="1886" y="6337"/>
                  </a:lnTo>
                  <a:lnTo>
                    <a:pt x="1765" y="5997"/>
                  </a:lnTo>
                  <a:lnTo>
                    <a:pt x="1645" y="5656"/>
                  </a:lnTo>
                  <a:lnTo>
                    <a:pt x="1545" y="5295"/>
                  </a:lnTo>
                  <a:lnTo>
                    <a:pt x="1464" y="4954"/>
                  </a:lnTo>
                  <a:lnTo>
                    <a:pt x="1464" y="4954"/>
                  </a:lnTo>
                  <a:lnTo>
                    <a:pt x="1384" y="4533"/>
                  </a:lnTo>
                  <a:lnTo>
                    <a:pt x="1304" y="3971"/>
                  </a:lnTo>
                  <a:lnTo>
                    <a:pt x="1244" y="3309"/>
                  </a:lnTo>
                  <a:lnTo>
                    <a:pt x="1224" y="2968"/>
                  </a:lnTo>
                  <a:lnTo>
                    <a:pt x="1224" y="2607"/>
                  </a:lnTo>
                  <a:lnTo>
                    <a:pt x="1224" y="2266"/>
                  </a:lnTo>
                  <a:lnTo>
                    <a:pt x="1264" y="1905"/>
                  </a:lnTo>
                  <a:lnTo>
                    <a:pt x="1304" y="1564"/>
                  </a:lnTo>
                  <a:lnTo>
                    <a:pt x="1364" y="1244"/>
                  </a:lnTo>
                  <a:lnTo>
                    <a:pt x="1444" y="943"/>
                  </a:lnTo>
                  <a:lnTo>
                    <a:pt x="1545" y="662"/>
                  </a:lnTo>
                  <a:lnTo>
                    <a:pt x="1685" y="401"/>
                  </a:lnTo>
                  <a:lnTo>
                    <a:pt x="1825" y="181"/>
                  </a:lnTo>
                  <a:lnTo>
                    <a:pt x="1825" y="181"/>
                  </a:lnTo>
                  <a:lnTo>
                    <a:pt x="1585" y="100"/>
                  </a:lnTo>
                  <a:lnTo>
                    <a:pt x="1344" y="40"/>
                  </a:lnTo>
                  <a:lnTo>
                    <a:pt x="1083" y="20"/>
                  </a:lnTo>
                  <a:lnTo>
                    <a:pt x="8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42">
              <a:extLst>
                <a:ext uri="{FF2B5EF4-FFF2-40B4-BE49-F238E27FC236}">
                  <a16:creationId xmlns:a16="http://schemas.microsoft.com/office/drawing/2014/main" id="{5329D796-E7B8-5290-95AE-D57C503A907F}"/>
                </a:ext>
              </a:extLst>
            </p:cNvPr>
            <p:cNvSpPr/>
            <p:nvPr/>
          </p:nvSpPr>
          <p:spPr>
            <a:xfrm>
              <a:off x="10603400" y="2300713"/>
              <a:ext cx="76225" cy="76225"/>
            </a:xfrm>
            <a:custGeom>
              <a:avLst/>
              <a:gdLst/>
              <a:ahLst/>
              <a:cxnLst/>
              <a:rect l="l" t="t" r="r" b="b"/>
              <a:pathLst>
                <a:path w="3049" h="3049" extrusionOk="0">
                  <a:moveTo>
                    <a:pt x="1464" y="0"/>
                  </a:moveTo>
                  <a:lnTo>
                    <a:pt x="1284" y="20"/>
                  </a:lnTo>
                  <a:lnTo>
                    <a:pt x="1123" y="60"/>
                  </a:lnTo>
                  <a:lnTo>
                    <a:pt x="963" y="120"/>
                  </a:lnTo>
                  <a:lnTo>
                    <a:pt x="822" y="180"/>
                  </a:lnTo>
                  <a:lnTo>
                    <a:pt x="682" y="261"/>
                  </a:lnTo>
                  <a:lnTo>
                    <a:pt x="542" y="361"/>
                  </a:lnTo>
                  <a:lnTo>
                    <a:pt x="441" y="481"/>
                  </a:lnTo>
                  <a:lnTo>
                    <a:pt x="321" y="622"/>
                  </a:lnTo>
                  <a:lnTo>
                    <a:pt x="241" y="742"/>
                  </a:lnTo>
                  <a:lnTo>
                    <a:pt x="161" y="902"/>
                  </a:lnTo>
                  <a:lnTo>
                    <a:pt x="100" y="1043"/>
                  </a:lnTo>
                  <a:lnTo>
                    <a:pt x="40" y="1223"/>
                  </a:lnTo>
                  <a:lnTo>
                    <a:pt x="20" y="1384"/>
                  </a:lnTo>
                  <a:lnTo>
                    <a:pt x="0" y="1564"/>
                  </a:lnTo>
                  <a:lnTo>
                    <a:pt x="20" y="1725"/>
                  </a:lnTo>
                  <a:lnTo>
                    <a:pt x="40" y="1865"/>
                  </a:lnTo>
                  <a:lnTo>
                    <a:pt x="80" y="1985"/>
                  </a:lnTo>
                  <a:lnTo>
                    <a:pt x="121" y="2126"/>
                  </a:lnTo>
                  <a:lnTo>
                    <a:pt x="181" y="2246"/>
                  </a:lnTo>
                  <a:lnTo>
                    <a:pt x="261" y="2366"/>
                  </a:lnTo>
                  <a:lnTo>
                    <a:pt x="341" y="2467"/>
                  </a:lnTo>
                  <a:lnTo>
                    <a:pt x="441" y="2587"/>
                  </a:lnTo>
                  <a:lnTo>
                    <a:pt x="542" y="2687"/>
                  </a:lnTo>
                  <a:lnTo>
                    <a:pt x="662" y="2768"/>
                  </a:lnTo>
                  <a:lnTo>
                    <a:pt x="782" y="2848"/>
                  </a:lnTo>
                  <a:lnTo>
                    <a:pt x="923" y="2908"/>
                  </a:lnTo>
                  <a:lnTo>
                    <a:pt x="1063" y="2968"/>
                  </a:lnTo>
                  <a:lnTo>
                    <a:pt x="1223" y="3008"/>
                  </a:lnTo>
                  <a:lnTo>
                    <a:pt x="1384" y="3028"/>
                  </a:lnTo>
                  <a:lnTo>
                    <a:pt x="1544" y="3048"/>
                  </a:lnTo>
                  <a:lnTo>
                    <a:pt x="1725" y="3028"/>
                  </a:lnTo>
                  <a:lnTo>
                    <a:pt x="1925" y="3008"/>
                  </a:lnTo>
                  <a:lnTo>
                    <a:pt x="2126" y="2928"/>
                  </a:lnTo>
                  <a:lnTo>
                    <a:pt x="2306" y="2848"/>
                  </a:lnTo>
                  <a:lnTo>
                    <a:pt x="2487" y="2727"/>
                  </a:lnTo>
                  <a:lnTo>
                    <a:pt x="2627" y="2567"/>
                  </a:lnTo>
                  <a:lnTo>
                    <a:pt x="2768" y="2407"/>
                  </a:lnTo>
                  <a:lnTo>
                    <a:pt x="2868" y="2226"/>
                  </a:lnTo>
                  <a:lnTo>
                    <a:pt x="2948" y="2026"/>
                  </a:lnTo>
                  <a:lnTo>
                    <a:pt x="3008" y="1865"/>
                  </a:lnTo>
                  <a:lnTo>
                    <a:pt x="3028" y="1685"/>
                  </a:lnTo>
                  <a:lnTo>
                    <a:pt x="3048" y="1504"/>
                  </a:lnTo>
                  <a:lnTo>
                    <a:pt x="3028" y="1324"/>
                  </a:lnTo>
                  <a:lnTo>
                    <a:pt x="3008" y="1163"/>
                  </a:lnTo>
                  <a:lnTo>
                    <a:pt x="2948" y="1003"/>
                  </a:lnTo>
                  <a:lnTo>
                    <a:pt x="2888" y="842"/>
                  </a:lnTo>
                  <a:lnTo>
                    <a:pt x="2788" y="702"/>
                  </a:lnTo>
                  <a:lnTo>
                    <a:pt x="2687" y="562"/>
                  </a:lnTo>
                  <a:lnTo>
                    <a:pt x="2587" y="441"/>
                  </a:lnTo>
                  <a:lnTo>
                    <a:pt x="2447" y="321"/>
                  </a:lnTo>
                  <a:lnTo>
                    <a:pt x="2306" y="221"/>
                  </a:lnTo>
                  <a:lnTo>
                    <a:pt x="2166" y="140"/>
                  </a:lnTo>
                  <a:lnTo>
                    <a:pt x="1986" y="80"/>
                  </a:lnTo>
                  <a:lnTo>
                    <a:pt x="1825" y="40"/>
                  </a:lnTo>
                  <a:lnTo>
                    <a:pt x="1645" y="20"/>
                  </a:lnTo>
                  <a:lnTo>
                    <a:pt x="14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42">
              <a:extLst>
                <a:ext uri="{FF2B5EF4-FFF2-40B4-BE49-F238E27FC236}">
                  <a16:creationId xmlns:a16="http://schemas.microsoft.com/office/drawing/2014/main" id="{5CA851A7-4BDE-C659-7B33-7EF696E359F9}"/>
                </a:ext>
              </a:extLst>
            </p:cNvPr>
            <p:cNvSpPr/>
            <p:nvPr/>
          </p:nvSpPr>
          <p:spPr>
            <a:xfrm>
              <a:off x="10137625" y="2651163"/>
              <a:ext cx="1007775" cy="478825"/>
            </a:xfrm>
            <a:custGeom>
              <a:avLst/>
              <a:gdLst/>
              <a:ahLst/>
              <a:cxnLst/>
              <a:rect l="l" t="t" r="r" b="b"/>
              <a:pathLst>
                <a:path w="40311" h="19153" extrusionOk="0">
                  <a:moveTo>
                    <a:pt x="5877" y="0"/>
                  </a:move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8184" y="17608"/>
                  </a:lnTo>
                  <a:lnTo>
                    <a:pt x="38445" y="17387"/>
                  </a:lnTo>
                  <a:lnTo>
                    <a:pt x="38686" y="17127"/>
                  </a:lnTo>
                  <a:lnTo>
                    <a:pt x="38906" y="16866"/>
                  </a:lnTo>
                  <a:lnTo>
                    <a:pt x="39127" y="16605"/>
                  </a:lnTo>
                  <a:lnTo>
                    <a:pt x="39307" y="16325"/>
                  </a:lnTo>
                  <a:lnTo>
                    <a:pt x="39488" y="16024"/>
                  </a:lnTo>
                  <a:lnTo>
                    <a:pt x="39668" y="15723"/>
                  </a:lnTo>
                  <a:lnTo>
                    <a:pt x="39809" y="15402"/>
                  </a:lnTo>
                  <a:lnTo>
                    <a:pt x="39929" y="15081"/>
                  </a:lnTo>
                  <a:lnTo>
                    <a:pt x="40049" y="14740"/>
                  </a:lnTo>
                  <a:lnTo>
                    <a:pt x="40150" y="14399"/>
                  </a:lnTo>
                  <a:lnTo>
                    <a:pt x="40210" y="14038"/>
                  </a:lnTo>
                  <a:lnTo>
                    <a:pt x="40270" y="13677"/>
                  </a:lnTo>
                  <a:lnTo>
                    <a:pt x="40290" y="13316"/>
                  </a:lnTo>
                  <a:lnTo>
                    <a:pt x="40310" y="12955"/>
                  </a:lnTo>
                  <a:lnTo>
                    <a:pt x="40310" y="6197"/>
                  </a:lnTo>
                  <a:lnTo>
                    <a:pt x="40310" y="5876"/>
                  </a:lnTo>
                  <a:lnTo>
                    <a:pt x="40270" y="5555"/>
                  </a:lnTo>
                  <a:lnTo>
                    <a:pt x="40230" y="5254"/>
                  </a:lnTo>
                  <a:lnTo>
                    <a:pt x="40190" y="4934"/>
                  </a:lnTo>
                  <a:lnTo>
                    <a:pt x="40110" y="4633"/>
                  </a:lnTo>
                  <a:lnTo>
                    <a:pt x="40029" y="4352"/>
                  </a:lnTo>
                  <a:lnTo>
                    <a:pt x="39929" y="4051"/>
                  </a:lnTo>
                  <a:lnTo>
                    <a:pt x="39829" y="3770"/>
                  </a:lnTo>
                  <a:lnTo>
                    <a:pt x="39688" y="3510"/>
                  </a:lnTo>
                  <a:lnTo>
                    <a:pt x="39568" y="3229"/>
                  </a:lnTo>
                  <a:lnTo>
                    <a:pt x="39408" y="2988"/>
                  </a:lnTo>
                  <a:lnTo>
                    <a:pt x="39247" y="2728"/>
                  </a:lnTo>
                  <a:lnTo>
                    <a:pt x="39087" y="2487"/>
                  </a:lnTo>
                  <a:lnTo>
                    <a:pt x="38886" y="2246"/>
                  </a:lnTo>
                  <a:lnTo>
                    <a:pt x="38706" y="2026"/>
                  </a:lnTo>
                  <a:lnTo>
                    <a:pt x="38485" y="1805"/>
                  </a:lnTo>
                  <a:lnTo>
                    <a:pt x="38285" y="1604"/>
                  </a:lnTo>
                  <a:lnTo>
                    <a:pt x="38064" y="1404"/>
                  </a:lnTo>
                  <a:lnTo>
                    <a:pt x="37823" y="1223"/>
                  </a:lnTo>
                  <a:lnTo>
                    <a:pt x="37583" y="1063"/>
                  </a:lnTo>
                  <a:lnTo>
                    <a:pt x="37322" y="903"/>
                  </a:lnTo>
                  <a:lnTo>
                    <a:pt x="37061" y="742"/>
                  </a:lnTo>
                  <a:lnTo>
                    <a:pt x="36801" y="602"/>
                  </a:lnTo>
                  <a:lnTo>
                    <a:pt x="36520" y="481"/>
                  </a:lnTo>
                  <a:lnTo>
                    <a:pt x="36239" y="381"/>
                  </a:lnTo>
                  <a:lnTo>
                    <a:pt x="35958" y="281"/>
                  </a:lnTo>
                  <a:lnTo>
                    <a:pt x="35657" y="201"/>
                  </a:lnTo>
                  <a:lnTo>
                    <a:pt x="35357" y="120"/>
                  </a:lnTo>
                  <a:lnTo>
                    <a:pt x="35056" y="60"/>
                  </a:lnTo>
                  <a:lnTo>
                    <a:pt x="34755" y="20"/>
                  </a:lnTo>
                  <a:lnTo>
                    <a:pt x="344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42">
              <a:extLst>
                <a:ext uri="{FF2B5EF4-FFF2-40B4-BE49-F238E27FC236}">
                  <a16:creationId xmlns:a16="http://schemas.microsoft.com/office/drawing/2014/main" id="{B8A6AD68-C7EB-9F16-21C0-70FE04EF71BB}"/>
                </a:ext>
              </a:extLst>
            </p:cNvPr>
            <p:cNvSpPr/>
            <p:nvPr/>
          </p:nvSpPr>
          <p:spPr>
            <a:xfrm>
              <a:off x="10137625" y="2651163"/>
              <a:ext cx="1007775" cy="478825"/>
            </a:xfrm>
            <a:custGeom>
              <a:avLst/>
              <a:gdLst/>
              <a:ahLst/>
              <a:cxnLst/>
              <a:rect l="l" t="t" r="r" b="b"/>
              <a:pathLst>
                <a:path w="40311" h="19153" fill="none" extrusionOk="0">
                  <a:moveTo>
                    <a:pt x="40310" y="6197"/>
                  </a:moveTo>
                  <a:lnTo>
                    <a:pt x="40310" y="12955"/>
                  </a:lnTo>
                  <a:lnTo>
                    <a:pt x="40310" y="12955"/>
                  </a:lnTo>
                  <a:lnTo>
                    <a:pt x="40290" y="13316"/>
                  </a:lnTo>
                  <a:lnTo>
                    <a:pt x="40270" y="13677"/>
                  </a:lnTo>
                  <a:lnTo>
                    <a:pt x="40210" y="14038"/>
                  </a:lnTo>
                  <a:lnTo>
                    <a:pt x="40150" y="14399"/>
                  </a:lnTo>
                  <a:lnTo>
                    <a:pt x="40049" y="14740"/>
                  </a:lnTo>
                  <a:lnTo>
                    <a:pt x="39929" y="15081"/>
                  </a:lnTo>
                  <a:lnTo>
                    <a:pt x="39809" y="15402"/>
                  </a:lnTo>
                  <a:lnTo>
                    <a:pt x="39668" y="15723"/>
                  </a:lnTo>
                  <a:lnTo>
                    <a:pt x="39488" y="16024"/>
                  </a:lnTo>
                  <a:lnTo>
                    <a:pt x="39307" y="16325"/>
                  </a:lnTo>
                  <a:lnTo>
                    <a:pt x="39127" y="16605"/>
                  </a:lnTo>
                  <a:lnTo>
                    <a:pt x="38906" y="16866"/>
                  </a:lnTo>
                  <a:lnTo>
                    <a:pt x="38686" y="17127"/>
                  </a:lnTo>
                  <a:lnTo>
                    <a:pt x="38445" y="17387"/>
                  </a:lnTo>
                  <a:lnTo>
                    <a:pt x="38184" y="17608"/>
                  </a:lnTo>
                  <a:lnTo>
                    <a:pt x="37924" y="17829"/>
                  </a:lnTo>
                  <a:lnTo>
                    <a:pt x="37924" y="17829"/>
                  </a:lnTo>
                  <a:lnTo>
                    <a:pt x="37522" y="18129"/>
                  </a:lnTo>
                  <a:lnTo>
                    <a:pt x="37081" y="18390"/>
                  </a:lnTo>
                  <a:lnTo>
                    <a:pt x="36640" y="18611"/>
                  </a:lnTo>
                  <a:lnTo>
                    <a:pt x="36159" y="18791"/>
                  </a:lnTo>
                  <a:lnTo>
                    <a:pt x="35677" y="18952"/>
                  </a:lnTo>
                  <a:lnTo>
                    <a:pt x="35176" y="19052"/>
                  </a:lnTo>
                  <a:lnTo>
                    <a:pt x="34655" y="19132"/>
                  </a:lnTo>
                  <a:lnTo>
                    <a:pt x="34113" y="19152"/>
                  </a:lnTo>
                  <a:lnTo>
                    <a:pt x="6197" y="19152"/>
                  </a:lnTo>
                  <a:lnTo>
                    <a:pt x="6197" y="19152"/>
                  </a:lnTo>
                  <a:lnTo>
                    <a:pt x="5877" y="19132"/>
                  </a:lnTo>
                  <a:lnTo>
                    <a:pt x="5576" y="19112"/>
                  </a:lnTo>
                  <a:lnTo>
                    <a:pt x="5255" y="19072"/>
                  </a:lnTo>
                  <a:lnTo>
                    <a:pt x="4954" y="19012"/>
                  </a:lnTo>
                  <a:lnTo>
                    <a:pt x="4653" y="18952"/>
                  </a:lnTo>
                  <a:lnTo>
                    <a:pt x="4352" y="18871"/>
                  </a:lnTo>
                  <a:lnTo>
                    <a:pt x="4072" y="18771"/>
                  </a:lnTo>
                  <a:lnTo>
                    <a:pt x="3791" y="18651"/>
                  </a:lnTo>
                  <a:lnTo>
                    <a:pt x="3510" y="18531"/>
                  </a:lnTo>
                  <a:lnTo>
                    <a:pt x="3249" y="18390"/>
                  </a:lnTo>
                  <a:lnTo>
                    <a:pt x="2989" y="18250"/>
                  </a:lnTo>
                  <a:lnTo>
                    <a:pt x="2728" y="18089"/>
                  </a:lnTo>
                  <a:lnTo>
                    <a:pt x="2487" y="17909"/>
                  </a:lnTo>
                  <a:lnTo>
                    <a:pt x="2267" y="17728"/>
                  </a:lnTo>
                  <a:lnTo>
                    <a:pt x="2046" y="17528"/>
                  </a:lnTo>
                  <a:lnTo>
                    <a:pt x="1826" y="17327"/>
                  </a:lnTo>
                  <a:lnTo>
                    <a:pt x="1625" y="17107"/>
                  </a:lnTo>
                  <a:lnTo>
                    <a:pt x="1424" y="16886"/>
                  </a:lnTo>
                  <a:lnTo>
                    <a:pt x="1244" y="16665"/>
                  </a:lnTo>
                  <a:lnTo>
                    <a:pt x="1063" y="16405"/>
                  </a:lnTo>
                  <a:lnTo>
                    <a:pt x="903" y="16164"/>
                  </a:lnTo>
                  <a:lnTo>
                    <a:pt x="763" y="15903"/>
                  </a:lnTo>
                  <a:lnTo>
                    <a:pt x="622" y="15643"/>
                  </a:lnTo>
                  <a:lnTo>
                    <a:pt x="502" y="15362"/>
                  </a:lnTo>
                  <a:lnTo>
                    <a:pt x="382" y="15081"/>
                  </a:lnTo>
                  <a:lnTo>
                    <a:pt x="281" y="14800"/>
                  </a:lnTo>
                  <a:lnTo>
                    <a:pt x="201" y="14500"/>
                  </a:lnTo>
                  <a:lnTo>
                    <a:pt x="141" y="14199"/>
                  </a:lnTo>
                  <a:lnTo>
                    <a:pt x="81" y="13898"/>
                  </a:lnTo>
                  <a:lnTo>
                    <a:pt x="41" y="13577"/>
                  </a:lnTo>
                  <a:lnTo>
                    <a:pt x="21" y="13276"/>
                  </a:lnTo>
                  <a:lnTo>
                    <a:pt x="1" y="12955"/>
                  </a:lnTo>
                  <a:lnTo>
                    <a:pt x="1" y="6197"/>
                  </a:lnTo>
                  <a:lnTo>
                    <a:pt x="1" y="6197"/>
                  </a:lnTo>
                  <a:lnTo>
                    <a:pt x="21" y="5876"/>
                  </a:lnTo>
                  <a:lnTo>
                    <a:pt x="41" y="5555"/>
                  </a:lnTo>
                  <a:lnTo>
                    <a:pt x="81" y="5254"/>
                  </a:lnTo>
                  <a:lnTo>
                    <a:pt x="141" y="4934"/>
                  </a:lnTo>
                  <a:lnTo>
                    <a:pt x="201" y="4633"/>
                  </a:lnTo>
                  <a:lnTo>
                    <a:pt x="281" y="4352"/>
                  </a:lnTo>
                  <a:lnTo>
                    <a:pt x="382" y="4051"/>
                  </a:lnTo>
                  <a:lnTo>
                    <a:pt x="502" y="3770"/>
                  </a:lnTo>
                  <a:lnTo>
                    <a:pt x="622" y="3510"/>
                  </a:lnTo>
                  <a:lnTo>
                    <a:pt x="763" y="3229"/>
                  </a:lnTo>
                  <a:lnTo>
                    <a:pt x="903" y="2988"/>
                  </a:lnTo>
                  <a:lnTo>
                    <a:pt x="1063" y="2728"/>
                  </a:lnTo>
                  <a:lnTo>
                    <a:pt x="1244" y="2487"/>
                  </a:lnTo>
                  <a:lnTo>
                    <a:pt x="1424" y="2246"/>
                  </a:lnTo>
                  <a:lnTo>
                    <a:pt x="1625" y="2026"/>
                  </a:lnTo>
                  <a:lnTo>
                    <a:pt x="1826" y="1805"/>
                  </a:lnTo>
                  <a:lnTo>
                    <a:pt x="2046" y="1604"/>
                  </a:lnTo>
                  <a:lnTo>
                    <a:pt x="2267" y="1404"/>
                  </a:lnTo>
                  <a:lnTo>
                    <a:pt x="2487" y="1223"/>
                  </a:lnTo>
                  <a:lnTo>
                    <a:pt x="2728" y="1063"/>
                  </a:lnTo>
                  <a:lnTo>
                    <a:pt x="2989" y="903"/>
                  </a:lnTo>
                  <a:lnTo>
                    <a:pt x="3249" y="742"/>
                  </a:lnTo>
                  <a:lnTo>
                    <a:pt x="3510" y="602"/>
                  </a:lnTo>
                  <a:lnTo>
                    <a:pt x="3791" y="481"/>
                  </a:lnTo>
                  <a:lnTo>
                    <a:pt x="4072" y="381"/>
                  </a:lnTo>
                  <a:lnTo>
                    <a:pt x="4352" y="281"/>
                  </a:lnTo>
                  <a:lnTo>
                    <a:pt x="4653" y="201"/>
                  </a:lnTo>
                  <a:lnTo>
                    <a:pt x="4954" y="120"/>
                  </a:lnTo>
                  <a:lnTo>
                    <a:pt x="5255" y="60"/>
                  </a:lnTo>
                  <a:lnTo>
                    <a:pt x="5576" y="20"/>
                  </a:lnTo>
                  <a:lnTo>
                    <a:pt x="5877" y="0"/>
                  </a:lnTo>
                  <a:lnTo>
                    <a:pt x="6197" y="0"/>
                  </a:lnTo>
                  <a:lnTo>
                    <a:pt x="34113" y="0"/>
                  </a:lnTo>
                  <a:lnTo>
                    <a:pt x="34113" y="0"/>
                  </a:lnTo>
                  <a:lnTo>
                    <a:pt x="34434" y="0"/>
                  </a:lnTo>
                  <a:lnTo>
                    <a:pt x="34755" y="20"/>
                  </a:lnTo>
                  <a:lnTo>
                    <a:pt x="35056" y="60"/>
                  </a:lnTo>
                  <a:lnTo>
                    <a:pt x="35357" y="120"/>
                  </a:lnTo>
                  <a:lnTo>
                    <a:pt x="35657" y="201"/>
                  </a:lnTo>
                  <a:lnTo>
                    <a:pt x="35958" y="281"/>
                  </a:lnTo>
                  <a:lnTo>
                    <a:pt x="36239" y="381"/>
                  </a:lnTo>
                  <a:lnTo>
                    <a:pt x="36520" y="481"/>
                  </a:lnTo>
                  <a:lnTo>
                    <a:pt x="36801" y="602"/>
                  </a:lnTo>
                  <a:lnTo>
                    <a:pt x="37061" y="742"/>
                  </a:lnTo>
                  <a:lnTo>
                    <a:pt x="37322" y="903"/>
                  </a:lnTo>
                  <a:lnTo>
                    <a:pt x="37583" y="1063"/>
                  </a:lnTo>
                  <a:lnTo>
                    <a:pt x="37823" y="1223"/>
                  </a:lnTo>
                  <a:lnTo>
                    <a:pt x="38064" y="1404"/>
                  </a:lnTo>
                  <a:lnTo>
                    <a:pt x="38285" y="1604"/>
                  </a:lnTo>
                  <a:lnTo>
                    <a:pt x="38485" y="1805"/>
                  </a:lnTo>
                  <a:lnTo>
                    <a:pt x="38706" y="2026"/>
                  </a:lnTo>
                  <a:lnTo>
                    <a:pt x="38886" y="2246"/>
                  </a:lnTo>
                  <a:lnTo>
                    <a:pt x="39087" y="2487"/>
                  </a:lnTo>
                  <a:lnTo>
                    <a:pt x="39247" y="2728"/>
                  </a:lnTo>
                  <a:lnTo>
                    <a:pt x="39408" y="2988"/>
                  </a:lnTo>
                  <a:lnTo>
                    <a:pt x="39568" y="3229"/>
                  </a:lnTo>
                  <a:lnTo>
                    <a:pt x="39688" y="3510"/>
                  </a:lnTo>
                  <a:lnTo>
                    <a:pt x="39829" y="3770"/>
                  </a:lnTo>
                  <a:lnTo>
                    <a:pt x="39929" y="4051"/>
                  </a:lnTo>
                  <a:lnTo>
                    <a:pt x="40029" y="4352"/>
                  </a:lnTo>
                  <a:lnTo>
                    <a:pt x="40110" y="4633"/>
                  </a:lnTo>
                  <a:lnTo>
                    <a:pt x="40190" y="4934"/>
                  </a:lnTo>
                  <a:lnTo>
                    <a:pt x="40230" y="5254"/>
                  </a:lnTo>
                  <a:lnTo>
                    <a:pt x="40270" y="5555"/>
                  </a:lnTo>
                  <a:lnTo>
                    <a:pt x="40310" y="5876"/>
                  </a:lnTo>
                  <a:lnTo>
                    <a:pt x="40310" y="619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42">
              <a:extLst>
                <a:ext uri="{FF2B5EF4-FFF2-40B4-BE49-F238E27FC236}">
                  <a16:creationId xmlns:a16="http://schemas.microsoft.com/office/drawing/2014/main" id="{239F1E41-A523-F9C7-CB2A-92209BD6B62D}"/>
                </a:ext>
              </a:extLst>
            </p:cNvPr>
            <p:cNvSpPr/>
            <p:nvPr/>
          </p:nvSpPr>
          <p:spPr>
            <a:xfrm>
              <a:off x="10137625" y="2651163"/>
              <a:ext cx="948100" cy="478825"/>
            </a:xfrm>
            <a:custGeom>
              <a:avLst/>
              <a:gdLst/>
              <a:ahLst/>
              <a:cxnLst/>
              <a:rect l="l" t="t" r="r" b="b"/>
              <a:pathLst>
                <a:path w="37924" h="19153" extrusionOk="0">
                  <a:moveTo>
                    <a:pt x="5877" y="0"/>
                  </a:move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6640" y="18069"/>
                  </a:lnTo>
                  <a:lnTo>
                    <a:pt x="35357" y="18250"/>
                  </a:lnTo>
                  <a:lnTo>
                    <a:pt x="34073" y="18410"/>
                  </a:lnTo>
                  <a:lnTo>
                    <a:pt x="32770" y="18510"/>
                  </a:lnTo>
                  <a:lnTo>
                    <a:pt x="31466" y="18611"/>
                  </a:lnTo>
                  <a:lnTo>
                    <a:pt x="30163" y="18671"/>
                  </a:lnTo>
                  <a:lnTo>
                    <a:pt x="28859" y="18691"/>
                  </a:lnTo>
                  <a:lnTo>
                    <a:pt x="27535" y="18711"/>
                  </a:lnTo>
                  <a:lnTo>
                    <a:pt x="25650" y="18691"/>
                  </a:lnTo>
                  <a:lnTo>
                    <a:pt x="23745" y="18631"/>
                  </a:lnTo>
                  <a:lnTo>
                    <a:pt x="21860" y="18551"/>
                  </a:lnTo>
                  <a:lnTo>
                    <a:pt x="19995" y="18470"/>
                  </a:lnTo>
                  <a:lnTo>
                    <a:pt x="18571" y="18390"/>
                  </a:lnTo>
                  <a:lnTo>
                    <a:pt x="17147" y="18290"/>
                  </a:lnTo>
                  <a:lnTo>
                    <a:pt x="15703" y="18190"/>
                  </a:lnTo>
                  <a:lnTo>
                    <a:pt x="14259" y="18029"/>
                  </a:lnTo>
                  <a:lnTo>
                    <a:pt x="13557" y="17949"/>
                  </a:lnTo>
                  <a:lnTo>
                    <a:pt x="12835" y="17829"/>
                  </a:lnTo>
                  <a:lnTo>
                    <a:pt x="12134" y="17708"/>
                  </a:lnTo>
                  <a:lnTo>
                    <a:pt x="11432" y="17568"/>
                  </a:lnTo>
                  <a:lnTo>
                    <a:pt x="10730" y="17407"/>
                  </a:lnTo>
                  <a:lnTo>
                    <a:pt x="10028" y="17227"/>
                  </a:lnTo>
                  <a:lnTo>
                    <a:pt x="9326" y="17026"/>
                  </a:lnTo>
                  <a:lnTo>
                    <a:pt x="8644" y="16806"/>
                  </a:lnTo>
                  <a:lnTo>
                    <a:pt x="8002" y="16565"/>
                  </a:lnTo>
                  <a:lnTo>
                    <a:pt x="7381" y="16304"/>
                  </a:lnTo>
                  <a:lnTo>
                    <a:pt x="7080" y="16144"/>
                  </a:lnTo>
                  <a:lnTo>
                    <a:pt x="6799" y="15984"/>
                  </a:lnTo>
                  <a:lnTo>
                    <a:pt x="6498" y="15803"/>
                  </a:lnTo>
                  <a:lnTo>
                    <a:pt x="6217" y="15623"/>
                  </a:lnTo>
                  <a:lnTo>
                    <a:pt x="5957" y="15402"/>
                  </a:lnTo>
                  <a:lnTo>
                    <a:pt x="5696" y="15201"/>
                  </a:lnTo>
                  <a:lnTo>
                    <a:pt x="5435" y="14961"/>
                  </a:lnTo>
                  <a:lnTo>
                    <a:pt x="5215" y="14720"/>
                  </a:lnTo>
                  <a:lnTo>
                    <a:pt x="4974" y="14459"/>
                  </a:lnTo>
                  <a:lnTo>
                    <a:pt x="4774" y="14179"/>
                  </a:lnTo>
                  <a:lnTo>
                    <a:pt x="4573" y="13878"/>
                  </a:lnTo>
                  <a:lnTo>
                    <a:pt x="4413" y="13577"/>
                  </a:lnTo>
                  <a:lnTo>
                    <a:pt x="4252" y="13276"/>
                  </a:lnTo>
                  <a:lnTo>
                    <a:pt x="4052" y="12955"/>
                  </a:lnTo>
                  <a:lnTo>
                    <a:pt x="3851" y="12614"/>
                  </a:lnTo>
                  <a:lnTo>
                    <a:pt x="3671" y="12274"/>
                  </a:lnTo>
                  <a:lnTo>
                    <a:pt x="3530" y="11913"/>
                  </a:lnTo>
                  <a:lnTo>
                    <a:pt x="3410" y="11552"/>
                  </a:lnTo>
                  <a:lnTo>
                    <a:pt x="3289" y="11191"/>
                  </a:lnTo>
                  <a:lnTo>
                    <a:pt x="3229" y="10830"/>
                  </a:lnTo>
                  <a:lnTo>
                    <a:pt x="3169" y="10469"/>
                  </a:lnTo>
                  <a:lnTo>
                    <a:pt x="3129" y="9967"/>
                  </a:lnTo>
                  <a:lnTo>
                    <a:pt x="3129" y="9486"/>
                  </a:lnTo>
                  <a:lnTo>
                    <a:pt x="3169" y="9005"/>
                  </a:lnTo>
                  <a:lnTo>
                    <a:pt x="3229" y="8543"/>
                  </a:lnTo>
                  <a:lnTo>
                    <a:pt x="3229" y="7801"/>
                  </a:lnTo>
                  <a:lnTo>
                    <a:pt x="3249" y="7240"/>
                  </a:lnTo>
                  <a:lnTo>
                    <a:pt x="3289" y="6678"/>
                  </a:lnTo>
                  <a:lnTo>
                    <a:pt x="3370" y="6137"/>
                  </a:lnTo>
                  <a:lnTo>
                    <a:pt x="3450" y="5595"/>
                  </a:lnTo>
                  <a:lnTo>
                    <a:pt x="3570" y="5054"/>
                  </a:lnTo>
                  <a:lnTo>
                    <a:pt x="3711" y="4532"/>
                  </a:lnTo>
                  <a:lnTo>
                    <a:pt x="3891" y="4011"/>
                  </a:lnTo>
                  <a:lnTo>
                    <a:pt x="4072" y="3510"/>
                  </a:lnTo>
                  <a:lnTo>
                    <a:pt x="4292" y="3008"/>
                  </a:lnTo>
                  <a:lnTo>
                    <a:pt x="4533" y="2527"/>
                  </a:lnTo>
                  <a:lnTo>
                    <a:pt x="4794" y="2066"/>
                  </a:lnTo>
                  <a:lnTo>
                    <a:pt x="5074" y="1604"/>
                  </a:lnTo>
                  <a:lnTo>
                    <a:pt x="5375" y="1183"/>
                  </a:lnTo>
                  <a:lnTo>
                    <a:pt x="5696" y="762"/>
                  </a:lnTo>
                  <a:lnTo>
                    <a:pt x="6037" y="361"/>
                  </a:lnTo>
                  <a:lnTo>
                    <a:pt x="6418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42">
              <a:extLst>
                <a:ext uri="{FF2B5EF4-FFF2-40B4-BE49-F238E27FC236}">
                  <a16:creationId xmlns:a16="http://schemas.microsoft.com/office/drawing/2014/main" id="{1AF764A1-7897-065A-4176-04F282A2576B}"/>
                </a:ext>
              </a:extLst>
            </p:cNvPr>
            <p:cNvSpPr/>
            <p:nvPr/>
          </p:nvSpPr>
          <p:spPr>
            <a:xfrm>
              <a:off x="10137625" y="2651163"/>
              <a:ext cx="948100" cy="478825"/>
            </a:xfrm>
            <a:custGeom>
              <a:avLst/>
              <a:gdLst/>
              <a:ahLst/>
              <a:cxnLst/>
              <a:rect l="l" t="t" r="r" b="b"/>
              <a:pathLst>
                <a:path w="37924" h="19153" fill="none" extrusionOk="0">
                  <a:moveTo>
                    <a:pt x="6418" y="0"/>
                  </a:moveTo>
                  <a:lnTo>
                    <a:pt x="6197" y="0"/>
                  </a:lnTo>
                  <a:lnTo>
                    <a:pt x="6197" y="0"/>
                  </a:lnTo>
                  <a:lnTo>
                    <a:pt x="5877" y="0"/>
                  </a:ln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8263" y="19152"/>
                  </a:lnTo>
                  <a:lnTo>
                    <a:pt x="8263" y="19152"/>
                  </a:lnTo>
                  <a:lnTo>
                    <a:pt x="32068" y="19152"/>
                  </a:lnTo>
                  <a:lnTo>
                    <a:pt x="32068" y="19152"/>
                  </a:lnTo>
                  <a:lnTo>
                    <a:pt x="34113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7924" y="17829"/>
                  </a:lnTo>
                  <a:lnTo>
                    <a:pt x="36640" y="18069"/>
                  </a:lnTo>
                  <a:lnTo>
                    <a:pt x="35357" y="18250"/>
                  </a:lnTo>
                  <a:lnTo>
                    <a:pt x="34073" y="18410"/>
                  </a:lnTo>
                  <a:lnTo>
                    <a:pt x="32770" y="18510"/>
                  </a:lnTo>
                  <a:lnTo>
                    <a:pt x="31466" y="18611"/>
                  </a:lnTo>
                  <a:lnTo>
                    <a:pt x="30163" y="18671"/>
                  </a:lnTo>
                  <a:lnTo>
                    <a:pt x="28859" y="18691"/>
                  </a:lnTo>
                  <a:lnTo>
                    <a:pt x="27535" y="18711"/>
                  </a:lnTo>
                  <a:lnTo>
                    <a:pt x="27535" y="18711"/>
                  </a:lnTo>
                  <a:lnTo>
                    <a:pt x="25650" y="18691"/>
                  </a:lnTo>
                  <a:lnTo>
                    <a:pt x="23745" y="18631"/>
                  </a:lnTo>
                  <a:lnTo>
                    <a:pt x="21860" y="18551"/>
                  </a:lnTo>
                  <a:lnTo>
                    <a:pt x="19995" y="18470"/>
                  </a:lnTo>
                  <a:lnTo>
                    <a:pt x="19995" y="18470"/>
                  </a:lnTo>
                  <a:lnTo>
                    <a:pt x="18571" y="18390"/>
                  </a:lnTo>
                  <a:lnTo>
                    <a:pt x="17147" y="18290"/>
                  </a:lnTo>
                  <a:lnTo>
                    <a:pt x="15703" y="18190"/>
                  </a:lnTo>
                  <a:lnTo>
                    <a:pt x="14259" y="18029"/>
                  </a:lnTo>
                  <a:lnTo>
                    <a:pt x="13557" y="17949"/>
                  </a:lnTo>
                  <a:lnTo>
                    <a:pt x="12835" y="17829"/>
                  </a:lnTo>
                  <a:lnTo>
                    <a:pt x="12134" y="17708"/>
                  </a:lnTo>
                  <a:lnTo>
                    <a:pt x="11432" y="17568"/>
                  </a:lnTo>
                  <a:lnTo>
                    <a:pt x="10730" y="17407"/>
                  </a:lnTo>
                  <a:lnTo>
                    <a:pt x="10028" y="17227"/>
                  </a:lnTo>
                  <a:lnTo>
                    <a:pt x="9326" y="17026"/>
                  </a:lnTo>
                  <a:lnTo>
                    <a:pt x="8644" y="16806"/>
                  </a:lnTo>
                  <a:lnTo>
                    <a:pt x="8644" y="16806"/>
                  </a:lnTo>
                  <a:lnTo>
                    <a:pt x="8002" y="16565"/>
                  </a:lnTo>
                  <a:lnTo>
                    <a:pt x="7381" y="16304"/>
                  </a:lnTo>
                  <a:lnTo>
                    <a:pt x="7080" y="16144"/>
                  </a:lnTo>
                  <a:lnTo>
                    <a:pt x="6799" y="15984"/>
                  </a:lnTo>
                  <a:lnTo>
                    <a:pt x="6498" y="15803"/>
                  </a:lnTo>
                  <a:lnTo>
                    <a:pt x="6217" y="15623"/>
                  </a:lnTo>
                  <a:lnTo>
                    <a:pt x="5957" y="15402"/>
                  </a:lnTo>
                  <a:lnTo>
                    <a:pt x="5696" y="15201"/>
                  </a:lnTo>
                  <a:lnTo>
                    <a:pt x="5435" y="14961"/>
                  </a:lnTo>
                  <a:lnTo>
                    <a:pt x="5215" y="14720"/>
                  </a:lnTo>
                  <a:lnTo>
                    <a:pt x="4974" y="14459"/>
                  </a:lnTo>
                  <a:lnTo>
                    <a:pt x="4774" y="14179"/>
                  </a:lnTo>
                  <a:lnTo>
                    <a:pt x="4573" y="13878"/>
                  </a:lnTo>
                  <a:lnTo>
                    <a:pt x="4413" y="13577"/>
                  </a:lnTo>
                  <a:lnTo>
                    <a:pt x="4413" y="13577"/>
                  </a:lnTo>
                  <a:lnTo>
                    <a:pt x="4252" y="13276"/>
                  </a:lnTo>
                  <a:lnTo>
                    <a:pt x="4252" y="13276"/>
                  </a:lnTo>
                  <a:lnTo>
                    <a:pt x="4052" y="12955"/>
                  </a:lnTo>
                  <a:lnTo>
                    <a:pt x="3851" y="12614"/>
                  </a:lnTo>
                  <a:lnTo>
                    <a:pt x="3671" y="12274"/>
                  </a:lnTo>
                  <a:lnTo>
                    <a:pt x="3530" y="11913"/>
                  </a:lnTo>
                  <a:lnTo>
                    <a:pt x="3410" y="11552"/>
                  </a:lnTo>
                  <a:lnTo>
                    <a:pt x="3289" y="11191"/>
                  </a:lnTo>
                  <a:lnTo>
                    <a:pt x="3229" y="10830"/>
                  </a:lnTo>
                  <a:lnTo>
                    <a:pt x="3169" y="10469"/>
                  </a:lnTo>
                  <a:lnTo>
                    <a:pt x="3169" y="10469"/>
                  </a:lnTo>
                  <a:lnTo>
                    <a:pt x="3129" y="9967"/>
                  </a:lnTo>
                  <a:lnTo>
                    <a:pt x="3129" y="9486"/>
                  </a:lnTo>
                  <a:lnTo>
                    <a:pt x="3169" y="9005"/>
                  </a:lnTo>
                  <a:lnTo>
                    <a:pt x="3229" y="8543"/>
                  </a:lnTo>
                  <a:lnTo>
                    <a:pt x="3229" y="8543"/>
                  </a:lnTo>
                  <a:lnTo>
                    <a:pt x="3229" y="7801"/>
                  </a:lnTo>
                  <a:lnTo>
                    <a:pt x="3229" y="7801"/>
                  </a:lnTo>
                  <a:lnTo>
                    <a:pt x="3249" y="7240"/>
                  </a:lnTo>
                  <a:lnTo>
                    <a:pt x="3289" y="6678"/>
                  </a:lnTo>
                  <a:lnTo>
                    <a:pt x="3370" y="6137"/>
                  </a:lnTo>
                  <a:lnTo>
                    <a:pt x="3450" y="5595"/>
                  </a:lnTo>
                  <a:lnTo>
                    <a:pt x="3570" y="5054"/>
                  </a:lnTo>
                  <a:lnTo>
                    <a:pt x="3711" y="4532"/>
                  </a:lnTo>
                  <a:lnTo>
                    <a:pt x="3891" y="4011"/>
                  </a:lnTo>
                  <a:lnTo>
                    <a:pt x="4072" y="3510"/>
                  </a:lnTo>
                  <a:lnTo>
                    <a:pt x="4292" y="3008"/>
                  </a:lnTo>
                  <a:lnTo>
                    <a:pt x="4533" y="2527"/>
                  </a:lnTo>
                  <a:lnTo>
                    <a:pt x="4794" y="2066"/>
                  </a:lnTo>
                  <a:lnTo>
                    <a:pt x="5074" y="1604"/>
                  </a:lnTo>
                  <a:lnTo>
                    <a:pt x="5375" y="1183"/>
                  </a:lnTo>
                  <a:lnTo>
                    <a:pt x="5696" y="762"/>
                  </a:lnTo>
                  <a:lnTo>
                    <a:pt x="6037" y="361"/>
                  </a:lnTo>
                  <a:lnTo>
                    <a:pt x="641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42">
              <a:extLst>
                <a:ext uri="{FF2B5EF4-FFF2-40B4-BE49-F238E27FC236}">
                  <a16:creationId xmlns:a16="http://schemas.microsoft.com/office/drawing/2014/main" id="{22F4885A-5D53-8046-2384-6F824E7C3176}"/>
                </a:ext>
              </a:extLst>
            </p:cNvPr>
            <p:cNvSpPr/>
            <p:nvPr/>
          </p:nvSpPr>
          <p:spPr>
            <a:xfrm>
              <a:off x="11027550" y="2695763"/>
              <a:ext cx="54675" cy="50175"/>
            </a:xfrm>
            <a:custGeom>
              <a:avLst/>
              <a:gdLst/>
              <a:ahLst/>
              <a:cxnLst/>
              <a:rect l="l" t="t" r="r" b="b"/>
              <a:pathLst>
                <a:path w="2187" h="2007" extrusionOk="0">
                  <a:moveTo>
                    <a:pt x="421" y="1"/>
                  </a:moveTo>
                  <a:lnTo>
                    <a:pt x="261" y="21"/>
                  </a:lnTo>
                  <a:lnTo>
                    <a:pt x="121" y="81"/>
                  </a:lnTo>
                  <a:lnTo>
                    <a:pt x="60" y="121"/>
                  </a:lnTo>
                  <a:lnTo>
                    <a:pt x="20" y="202"/>
                  </a:lnTo>
                  <a:lnTo>
                    <a:pt x="0" y="282"/>
                  </a:lnTo>
                  <a:lnTo>
                    <a:pt x="40" y="362"/>
                  </a:lnTo>
                  <a:lnTo>
                    <a:pt x="121" y="442"/>
                  </a:lnTo>
                  <a:lnTo>
                    <a:pt x="201" y="522"/>
                  </a:lnTo>
                  <a:lnTo>
                    <a:pt x="401" y="663"/>
                  </a:lnTo>
                  <a:lnTo>
                    <a:pt x="602" y="803"/>
                  </a:lnTo>
                  <a:lnTo>
                    <a:pt x="802" y="944"/>
                  </a:lnTo>
                  <a:lnTo>
                    <a:pt x="983" y="1104"/>
                  </a:lnTo>
                  <a:lnTo>
                    <a:pt x="1163" y="1305"/>
                  </a:lnTo>
                  <a:lnTo>
                    <a:pt x="1304" y="1525"/>
                  </a:lnTo>
                  <a:lnTo>
                    <a:pt x="1404" y="1746"/>
                  </a:lnTo>
                  <a:lnTo>
                    <a:pt x="1444" y="1826"/>
                  </a:lnTo>
                  <a:lnTo>
                    <a:pt x="1504" y="1906"/>
                  </a:lnTo>
                  <a:lnTo>
                    <a:pt x="1565" y="1946"/>
                  </a:lnTo>
                  <a:lnTo>
                    <a:pt x="1625" y="1986"/>
                  </a:lnTo>
                  <a:lnTo>
                    <a:pt x="1685" y="2006"/>
                  </a:lnTo>
                  <a:lnTo>
                    <a:pt x="1905" y="2006"/>
                  </a:lnTo>
                  <a:lnTo>
                    <a:pt x="1986" y="1966"/>
                  </a:lnTo>
                  <a:lnTo>
                    <a:pt x="2046" y="1946"/>
                  </a:lnTo>
                  <a:lnTo>
                    <a:pt x="2086" y="1886"/>
                  </a:lnTo>
                  <a:lnTo>
                    <a:pt x="2146" y="1846"/>
                  </a:lnTo>
                  <a:lnTo>
                    <a:pt x="2166" y="1786"/>
                  </a:lnTo>
                  <a:lnTo>
                    <a:pt x="2186" y="1706"/>
                  </a:lnTo>
                  <a:lnTo>
                    <a:pt x="2186" y="1625"/>
                  </a:lnTo>
                  <a:lnTo>
                    <a:pt x="2146" y="1545"/>
                  </a:lnTo>
                  <a:lnTo>
                    <a:pt x="2006" y="1224"/>
                  </a:lnTo>
                  <a:lnTo>
                    <a:pt x="1825" y="923"/>
                  </a:lnTo>
                  <a:lnTo>
                    <a:pt x="1725" y="763"/>
                  </a:lnTo>
                  <a:lnTo>
                    <a:pt x="1605" y="643"/>
                  </a:lnTo>
                  <a:lnTo>
                    <a:pt x="1464" y="522"/>
                  </a:lnTo>
                  <a:lnTo>
                    <a:pt x="1344" y="402"/>
                  </a:lnTo>
                  <a:lnTo>
                    <a:pt x="1204" y="302"/>
                  </a:lnTo>
                  <a:lnTo>
                    <a:pt x="1063" y="202"/>
                  </a:lnTo>
                  <a:lnTo>
                    <a:pt x="923" y="141"/>
                  </a:lnTo>
                  <a:lnTo>
                    <a:pt x="762" y="61"/>
                  </a:lnTo>
                  <a:lnTo>
                    <a:pt x="582" y="21"/>
                  </a:lnTo>
                  <a:lnTo>
                    <a:pt x="42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42">
              <a:extLst>
                <a:ext uri="{FF2B5EF4-FFF2-40B4-BE49-F238E27FC236}">
                  <a16:creationId xmlns:a16="http://schemas.microsoft.com/office/drawing/2014/main" id="{BD740077-57CA-C80A-FB23-2469D806CCA9}"/>
                </a:ext>
              </a:extLst>
            </p:cNvPr>
            <p:cNvSpPr/>
            <p:nvPr/>
          </p:nvSpPr>
          <p:spPr>
            <a:xfrm>
              <a:off x="11073675" y="2762963"/>
              <a:ext cx="15550" cy="16575"/>
            </a:xfrm>
            <a:custGeom>
              <a:avLst/>
              <a:gdLst/>
              <a:ahLst/>
              <a:cxnLst/>
              <a:rect l="l" t="t" r="r" b="b"/>
              <a:pathLst>
                <a:path w="622" h="663" extrusionOk="0">
                  <a:moveTo>
                    <a:pt x="241" y="0"/>
                  </a:moveTo>
                  <a:lnTo>
                    <a:pt x="161" y="40"/>
                  </a:lnTo>
                  <a:lnTo>
                    <a:pt x="141" y="40"/>
                  </a:lnTo>
                  <a:lnTo>
                    <a:pt x="60" y="121"/>
                  </a:lnTo>
                  <a:lnTo>
                    <a:pt x="20" y="221"/>
                  </a:lnTo>
                  <a:lnTo>
                    <a:pt x="0" y="321"/>
                  </a:lnTo>
                  <a:lnTo>
                    <a:pt x="0" y="421"/>
                  </a:lnTo>
                  <a:lnTo>
                    <a:pt x="40" y="502"/>
                  </a:lnTo>
                  <a:lnTo>
                    <a:pt x="101" y="582"/>
                  </a:lnTo>
                  <a:lnTo>
                    <a:pt x="201" y="642"/>
                  </a:lnTo>
                  <a:lnTo>
                    <a:pt x="321" y="662"/>
                  </a:lnTo>
                  <a:lnTo>
                    <a:pt x="421" y="642"/>
                  </a:lnTo>
                  <a:lnTo>
                    <a:pt x="522" y="582"/>
                  </a:lnTo>
                  <a:lnTo>
                    <a:pt x="582" y="502"/>
                  </a:lnTo>
                  <a:lnTo>
                    <a:pt x="622" y="421"/>
                  </a:lnTo>
                  <a:lnTo>
                    <a:pt x="622" y="321"/>
                  </a:lnTo>
                  <a:lnTo>
                    <a:pt x="602" y="221"/>
                  </a:lnTo>
                  <a:lnTo>
                    <a:pt x="562" y="121"/>
                  </a:lnTo>
                  <a:lnTo>
                    <a:pt x="482" y="40"/>
                  </a:lnTo>
                  <a:lnTo>
                    <a:pt x="462" y="40"/>
                  </a:lnTo>
                  <a:lnTo>
                    <a:pt x="4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42">
              <a:extLst>
                <a:ext uri="{FF2B5EF4-FFF2-40B4-BE49-F238E27FC236}">
                  <a16:creationId xmlns:a16="http://schemas.microsoft.com/office/drawing/2014/main" id="{F7AABF55-853B-21B4-46EA-939F38DDED47}"/>
                </a:ext>
              </a:extLst>
            </p:cNvPr>
            <p:cNvSpPr/>
            <p:nvPr/>
          </p:nvSpPr>
          <p:spPr>
            <a:xfrm>
              <a:off x="10215850" y="2725863"/>
              <a:ext cx="327900" cy="328925"/>
            </a:xfrm>
            <a:custGeom>
              <a:avLst/>
              <a:gdLst/>
              <a:ahLst/>
              <a:cxnLst/>
              <a:rect l="l" t="t" r="r" b="b"/>
              <a:pathLst>
                <a:path w="13116" h="13157" extrusionOk="0">
                  <a:moveTo>
                    <a:pt x="6658" y="0"/>
                  </a:moveTo>
                  <a:lnTo>
                    <a:pt x="6277" y="20"/>
                  </a:lnTo>
                  <a:lnTo>
                    <a:pt x="5896" y="40"/>
                  </a:lnTo>
                  <a:lnTo>
                    <a:pt x="5535" y="80"/>
                  </a:lnTo>
                  <a:lnTo>
                    <a:pt x="5174" y="141"/>
                  </a:lnTo>
                  <a:lnTo>
                    <a:pt x="4833" y="241"/>
                  </a:lnTo>
                  <a:lnTo>
                    <a:pt x="4472" y="341"/>
                  </a:lnTo>
                  <a:lnTo>
                    <a:pt x="4151" y="462"/>
                  </a:lnTo>
                  <a:lnTo>
                    <a:pt x="3810" y="622"/>
                  </a:lnTo>
                  <a:lnTo>
                    <a:pt x="3490" y="782"/>
                  </a:lnTo>
                  <a:lnTo>
                    <a:pt x="3189" y="963"/>
                  </a:lnTo>
                  <a:lnTo>
                    <a:pt x="2888" y="1143"/>
                  </a:lnTo>
                  <a:lnTo>
                    <a:pt x="2607" y="1364"/>
                  </a:lnTo>
                  <a:lnTo>
                    <a:pt x="2326" y="1585"/>
                  </a:lnTo>
                  <a:lnTo>
                    <a:pt x="2066" y="1825"/>
                  </a:lnTo>
                  <a:lnTo>
                    <a:pt x="1825" y="2086"/>
                  </a:lnTo>
                  <a:lnTo>
                    <a:pt x="1584" y="2347"/>
                  </a:lnTo>
                  <a:lnTo>
                    <a:pt x="1364" y="2627"/>
                  </a:lnTo>
                  <a:lnTo>
                    <a:pt x="1163" y="2928"/>
                  </a:lnTo>
                  <a:lnTo>
                    <a:pt x="963" y="3229"/>
                  </a:lnTo>
                  <a:lnTo>
                    <a:pt x="802" y="3550"/>
                  </a:lnTo>
                  <a:lnTo>
                    <a:pt x="642" y="3871"/>
                  </a:lnTo>
                  <a:lnTo>
                    <a:pt x="501" y="4192"/>
                  </a:lnTo>
                  <a:lnTo>
                    <a:pt x="361" y="4533"/>
                  </a:lnTo>
                  <a:lnTo>
                    <a:pt x="261" y="4894"/>
                  </a:lnTo>
                  <a:lnTo>
                    <a:pt x="160" y="5234"/>
                  </a:lnTo>
                  <a:lnTo>
                    <a:pt x="100" y="5595"/>
                  </a:lnTo>
                  <a:lnTo>
                    <a:pt x="40" y="5977"/>
                  </a:lnTo>
                  <a:lnTo>
                    <a:pt x="20" y="6337"/>
                  </a:lnTo>
                  <a:lnTo>
                    <a:pt x="0" y="6719"/>
                  </a:lnTo>
                  <a:lnTo>
                    <a:pt x="0" y="7100"/>
                  </a:lnTo>
                  <a:lnTo>
                    <a:pt x="40" y="7481"/>
                  </a:lnTo>
                  <a:lnTo>
                    <a:pt x="80" y="7761"/>
                  </a:lnTo>
                  <a:lnTo>
                    <a:pt x="120" y="8042"/>
                  </a:lnTo>
                  <a:lnTo>
                    <a:pt x="201" y="8323"/>
                  </a:lnTo>
                  <a:lnTo>
                    <a:pt x="281" y="8604"/>
                  </a:lnTo>
                  <a:lnTo>
                    <a:pt x="381" y="8864"/>
                  </a:lnTo>
                  <a:lnTo>
                    <a:pt x="481" y="9145"/>
                  </a:lnTo>
                  <a:lnTo>
                    <a:pt x="602" y="9406"/>
                  </a:lnTo>
                  <a:lnTo>
                    <a:pt x="742" y="9687"/>
                  </a:lnTo>
                  <a:lnTo>
                    <a:pt x="903" y="9947"/>
                  </a:lnTo>
                  <a:lnTo>
                    <a:pt x="1063" y="10188"/>
                  </a:lnTo>
                  <a:lnTo>
                    <a:pt x="1243" y="10449"/>
                  </a:lnTo>
                  <a:lnTo>
                    <a:pt x="1424" y="10689"/>
                  </a:lnTo>
                  <a:lnTo>
                    <a:pt x="1624" y="10930"/>
                  </a:lnTo>
                  <a:lnTo>
                    <a:pt x="1845" y="11151"/>
                  </a:lnTo>
                  <a:lnTo>
                    <a:pt x="2066" y="11371"/>
                  </a:lnTo>
                  <a:lnTo>
                    <a:pt x="2306" y="11572"/>
                  </a:lnTo>
                  <a:lnTo>
                    <a:pt x="2547" y="11772"/>
                  </a:lnTo>
                  <a:lnTo>
                    <a:pt x="2808" y="11953"/>
                  </a:lnTo>
                  <a:lnTo>
                    <a:pt x="3068" y="12133"/>
                  </a:lnTo>
                  <a:lnTo>
                    <a:pt x="3349" y="12294"/>
                  </a:lnTo>
                  <a:lnTo>
                    <a:pt x="3650" y="12454"/>
                  </a:lnTo>
                  <a:lnTo>
                    <a:pt x="3931" y="12595"/>
                  </a:lnTo>
                  <a:lnTo>
                    <a:pt x="4252" y="12715"/>
                  </a:lnTo>
                  <a:lnTo>
                    <a:pt x="4572" y="12835"/>
                  </a:lnTo>
                  <a:lnTo>
                    <a:pt x="4893" y="12935"/>
                  </a:lnTo>
                  <a:lnTo>
                    <a:pt x="5234" y="13016"/>
                  </a:lnTo>
                  <a:lnTo>
                    <a:pt x="5575" y="13076"/>
                  </a:lnTo>
                  <a:lnTo>
                    <a:pt x="5936" y="13116"/>
                  </a:lnTo>
                  <a:lnTo>
                    <a:pt x="6297" y="13156"/>
                  </a:lnTo>
                  <a:lnTo>
                    <a:pt x="7039" y="13156"/>
                  </a:lnTo>
                  <a:lnTo>
                    <a:pt x="7420" y="13116"/>
                  </a:lnTo>
                  <a:lnTo>
                    <a:pt x="7881" y="13056"/>
                  </a:lnTo>
                  <a:lnTo>
                    <a:pt x="8323" y="12976"/>
                  </a:lnTo>
                  <a:lnTo>
                    <a:pt x="8764" y="12835"/>
                  </a:lnTo>
                  <a:lnTo>
                    <a:pt x="9185" y="12675"/>
                  </a:lnTo>
                  <a:lnTo>
                    <a:pt x="9586" y="12494"/>
                  </a:lnTo>
                  <a:lnTo>
                    <a:pt x="9967" y="12274"/>
                  </a:lnTo>
                  <a:lnTo>
                    <a:pt x="10348" y="12013"/>
                  </a:lnTo>
                  <a:lnTo>
                    <a:pt x="10689" y="11752"/>
                  </a:lnTo>
                  <a:lnTo>
                    <a:pt x="11030" y="11451"/>
                  </a:lnTo>
                  <a:lnTo>
                    <a:pt x="11331" y="11131"/>
                  </a:lnTo>
                  <a:lnTo>
                    <a:pt x="11632" y="10790"/>
                  </a:lnTo>
                  <a:lnTo>
                    <a:pt x="11892" y="10409"/>
                  </a:lnTo>
                  <a:lnTo>
                    <a:pt x="12153" y="10028"/>
                  </a:lnTo>
                  <a:lnTo>
                    <a:pt x="12374" y="9626"/>
                  </a:lnTo>
                  <a:lnTo>
                    <a:pt x="12554" y="9225"/>
                  </a:lnTo>
                  <a:lnTo>
                    <a:pt x="12735" y="8784"/>
                  </a:lnTo>
                  <a:lnTo>
                    <a:pt x="12855" y="8403"/>
                  </a:lnTo>
                  <a:lnTo>
                    <a:pt x="12955" y="8022"/>
                  </a:lnTo>
                  <a:lnTo>
                    <a:pt x="13035" y="7641"/>
                  </a:lnTo>
                  <a:lnTo>
                    <a:pt x="13096" y="7240"/>
                  </a:lnTo>
                  <a:lnTo>
                    <a:pt x="13116" y="6859"/>
                  </a:lnTo>
                  <a:lnTo>
                    <a:pt x="13116" y="6478"/>
                  </a:lnTo>
                  <a:lnTo>
                    <a:pt x="13116" y="6117"/>
                  </a:lnTo>
                  <a:lnTo>
                    <a:pt x="13076" y="5736"/>
                  </a:lnTo>
                  <a:lnTo>
                    <a:pt x="13015" y="5375"/>
                  </a:lnTo>
                  <a:lnTo>
                    <a:pt x="12935" y="5014"/>
                  </a:lnTo>
                  <a:lnTo>
                    <a:pt x="12835" y="4653"/>
                  </a:lnTo>
                  <a:lnTo>
                    <a:pt x="12715" y="4312"/>
                  </a:lnTo>
                  <a:lnTo>
                    <a:pt x="12574" y="3971"/>
                  </a:lnTo>
                  <a:lnTo>
                    <a:pt x="12414" y="3650"/>
                  </a:lnTo>
                  <a:lnTo>
                    <a:pt x="12253" y="3329"/>
                  </a:lnTo>
                  <a:lnTo>
                    <a:pt x="12053" y="3008"/>
                  </a:lnTo>
                  <a:lnTo>
                    <a:pt x="11852" y="2708"/>
                  </a:lnTo>
                  <a:lnTo>
                    <a:pt x="11632" y="2427"/>
                  </a:lnTo>
                  <a:lnTo>
                    <a:pt x="11391" y="2146"/>
                  </a:lnTo>
                  <a:lnTo>
                    <a:pt x="11130" y="1885"/>
                  </a:lnTo>
                  <a:lnTo>
                    <a:pt x="10850" y="1645"/>
                  </a:lnTo>
                  <a:lnTo>
                    <a:pt x="10569" y="1404"/>
                  </a:lnTo>
                  <a:lnTo>
                    <a:pt x="10268" y="1183"/>
                  </a:lnTo>
                  <a:lnTo>
                    <a:pt x="9967" y="983"/>
                  </a:lnTo>
                  <a:lnTo>
                    <a:pt x="9626" y="802"/>
                  </a:lnTo>
                  <a:lnTo>
                    <a:pt x="9305" y="622"/>
                  </a:lnTo>
                  <a:lnTo>
                    <a:pt x="8944" y="482"/>
                  </a:lnTo>
                  <a:lnTo>
                    <a:pt x="8583" y="341"/>
                  </a:lnTo>
                  <a:lnTo>
                    <a:pt x="8222" y="241"/>
                  </a:lnTo>
                  <a:lnTo>
                    <a:pt x="7841" y="141"/>
                  </a:lnTo>
                  <a:lnTo>
                    <a:pt x="7440" y="80"/>
                  </a:lnTo>
                  <a:lnTo>
                    <a:pt x="7039" y="40"/>
                  </a:lnTo>
                  <a:lnTo>
                    <a:pt x="66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42">
              <a:extLst>
                <a:ext uri="{FF2B5EF4-FFF2-40B4-BE49-F238E27FC236}">
                  <a16:creationId xmlns:a16="http://schemas.microsoft.com/office/drawing/2014/main" id="{2E29FB25-7DF0-05A5-3C38-FD3686FA8D8B}"/>
                </a:ext>
              </a:extLst>
            </p:cNvPr>
            <p:cNvSpPr/>
            <p:nvPr/>
          </p:nvSpPr>
          <p:spPr>
            <a:xfrm>
              <a:off x="10215850" y="2725863"/>
              <a:ext cx="327900" cy="328925"/>
            </a:xfrm>
            <a:custGeom>
              <a:avLst/>
              <a:gdLst/>
              <a:ahLst/>
              <a:cxnLst/>
              <a:rect l="l" t="t" r="r" b="b"/>
              <a:pathLst>
                <a:path w="13116" h="13157" fill="none" extrusionOk="0">
                  <a:moveTo>
                    <a:pt x="40" y="7481"/>
                  </a:moveTo>
                  <a:lnTo>
                    <a:pt x="40" y="7481"/>
                  </a:lnTo>
                  <a:lnTo>
                    <a:pt x="80" y="7761"/>
                  </a:lnTo>
                  <a:lnTo>
                    <a:pt x="120" y="8042"/>
                  </a:lnTo>
                  <a:lnTo>
                    <a:pt x="201" y="8323"/>
                  </a:lnTo>
                  <a:lnTo>
                    <a:pt x="281" y="8604"/>
                  </a:lnTo>
                  <a:lnTo>
                    <a:pt x="381" y="8864"/>
                  </a:lnTo>
                  <a:lnTo>
                    <a:pt x="481" y="9145"/>
                  </a:lnTo>
                  <a:lnTo>
                    <a:pt x="602" y="9406"/>
                  </a:lnTo>
                  <a:lnTo>
                    <a:pt x="742" y="9687"/>
                  </a:lnTo>
                  <a:lnTo>
                    <a:pt x="903" y="9947"/>
                  </a:lnTo>
                  <a:lnTo>
                    <a:pt x="1063" y="10188"/>
                  </a:lnTo>
                  <a:lnTo>
                    <a:pt x="1243" y="10449"/>
                  </a:lnTo>
                  <a:lnTo>
                    <a:pt x="1424" y="10689"/>
                  </a:lnTo>
                  <a:lnTo>
                    <a:pt x="1624" y="10930"/>
                  </a:lnTo>
                  <a:lnTo>
                    <a:pt x="1845" y="11151"/>
                  </a:lnTo>
                  <a:lnTo>
                    <a:pt x="2066" y="11371"/>
                  </a:lnTo>
                  <a:lnTo>
                    <a:pt x="2306" y="11572"/>
                  </a:lnTo>
                  <a:lnTo>
                    <a:pt x="2547" y="11772"/>
                  </a:lnTo>
                  <a:lnTo>
                    <a:pt x="2808" y="11953"/>
                  </a:lnTo>
                  <a:lnTo>
                    <a:pt x="3068" y="12133"/>
                  </a:lnTo>
                  <a:lnTo>
                    <a:pt x="3349" y="12294"/>
                  </a:lnTo>
                  <a:lnTo>
                    <a:pt x="3650" y="12454"/>
                  </a:lnTo>
                  <a:lnTo>
                    <a:pt x="3931" y="12595"/>
                  </a:lnTo>
                  <a:lnTo>
                    <a:pt x="4252" y="12715"/>
                  </a:lnTo>
                  <a:lnTo>
                    <a:pt x="4572" y="12835"/>
                  </a:lnTo>
                  <a:lnTo>
                    <a:pt x="4893" y="12935"/>
                  </a:lnTo>
                  <a:lnTo>
                    <a:pt x="5234" y="13016"/>
                  </a:lnTo>
                  <a:lnTo>
                    <a:pt x="5575" y="13076"/>
                  </a:lnTo>
                  <a:lnTo>
                    <a:pt x="5936" y="13116"/>
                  </a:lnTo>
                  <a:lnTo>
                    <a:pt x="6297" y="13156"/>
                  </a:lnTo>
                  <a:lnTo>
                    <a:pt x="6658" y="13156"/>
                  </a:lnTo>
                  <a:lnTo>
                    <a:pt x="7039" y="13156"/>
                  </a:lnTo>
                  <a:lnTo>
                    <a:pt x="7420" y="13116"/>
                  </a:lnTo>
                  <a:lnTo>
                    <a:pt x="7420" y="13116"/>
                  </a:lnTo>
                  <a:lnTo>
                    <a:pt x="7881" y="13056"/>
                  </a:lnTo>
                  <a:lnTo>
                    <a:pt x="8323" y="12976"/>
                  </a:lnTo>
                  <a:lnTo>
                    <a:pt x="8764" y="12835"/>
                  </a:lnTo>
                  <a:lnTo>
                    <a:pt x="9185" y="12675"/>
                  </a:lnTo>
                  <a:lnTo>
                    <a:pt x="9586" y="12494"/>
                  </a:lnTo>
                  <a:lnTo>
                    <a:pt x="9967" y="12274"/>
                  </a:lnTo>
                  <a:lnTo>
                    <a:pt x="10348" y="12013"/>
                  </a:lnTo>
                  <a:lnTo>
                    <a:pt x="10689" y="11752"/>
                  </a:lnTo>
                  <a:lnTo>
                    <a:pt x="11030" y="11451"/>
                  </a:lnTo>
                  <a:lnTo>
                    <a:pt x="11331" y="11131"/>
                  </a:lnTo>
                  <a:lnTo>
                    <a:pt x="11632" y="10790"/>
                  </a:lnTo>
                  <a:lnTo>
                    <a:pt x="11892" y="10409"/>
                  </a:lnTo>
                  <a:lnTo>
                    <a:pt x="12153" y="10028"/>
                  </a:lnTo>
                  <a:lnTo>
                    <a:pt x="12374" y="9626"/>
                  </a:lnTo>
                  <a:lnTo>
                    <a:pt x="12554" y="9225"/>
                  </a:lnTo>
                  <a:lnTo>
                    <a:pt x="12735" y="8784"/>
                  </a:lnTo>
                  <a:lnTo>
                    <a:pt x="12735" y="8784"/>
                  </a:lnTo>
                  <a:lnTo>
                    <a:pt x="12855" y="8403"/>
                  </a:lnTo>
                  <a:lnTo>
                    <a:pt x="12955" y="8022"/>
                  </a:lnTo>
                  <a:lnTo>
                    <a:pt x="13035" y="7641"/>
                  </a:lnTo>
                  <a:lnTo>
                    <a:pt x="13096" y="7240"/>
                  </a:lnTo>
                  <a:lnTo>
                    <a:pt x="13116" y="6859"/>
                  </a:lnTo>
                  <a:lnTo>
                    <a:pt x="13116" y="6478"/>
                  </a:lnTo>
                  <a:lnTo>
                    <a:pt x="13116" y="6117"/>
                  </a:lnTo>
                  <a:lnTo>
                    <a:pt x="13076" y="5736"/>
                  </a:lnTo>
                  <a:lnTo>
                    <a:pt x="13015" y="5375"/>
                  </a:lnTo>
                  <a:lnTo>
                    <a:pt x="12935" y="5014"/>
                  </a:lnTo>
                  <a:lnTo>
                    <a:pt x="12835" y="4653"/>
                  </a:lnTo>
                  <a:lnTo>
                    <a:pt x="12715" y="4312"/>
                  </a:lnTo>
                  <a:lnTo>
                    <a:pt x="12574" y="3971"/>
                  </a:lnTo>
                  <a:lnTo>
                    <a:pt x="12414" y="3650"/>
                  </a:lnTo>
                  <a:lnTo>
                    <a:pt x="12253" y="3329"/>
                  </a:lnTo>
                  <a:lnTo>
                    <a:pt x="12053" y="3008"/>
                  </a:lnTo>
                  <a:lnTo>
                    <a:pt x="11852" y="2708"/>
                  </a:lnTo>
                  <a:lnTo>
                    <a:pt x="11632" y="2427"/>
                  </a:lnTo>
                  <a:lnTo>
                    <a:pt x="11391" y="2146"/>
                  </a:lnTo>
                  <a:lnTo>
                    <a:pt x="11130" y="1885"/>
                  </a:lnTo>
                  <a:lnTo>
                    <a:pt x="10850" y="1645"/>
                  </a:lnTo>
                  <a:lnTo>
                    <a:pt x="10569" y="1404"/>
                  </a:lnTo>
                  <a:lnTo>
                    <a:pt x="10268" y="1183"/>
                  </a:lnTo>
                  <a:lnTo>
                    <a:pt x="9967" y="983"/>
                  </a:lnTo>
                  <a:lnTo>
                    <a:pt x="9626" y="802"/>
                  </a:lnTo>
                  <a:lnTo>
                    <a:pt x="9305" y="622"/>
                  </a:lnTo>
                  <a:lnTo>
                    <a:pt x="8944" y="482"/>
                  </a:lnTo>
                  <a:lnTo>
                    <a:pt x="8583" y="341"/>
                  </a:lnTo>
                  <a:lnTo>
                    <a:pt x="8222" y="241"/>
                  </a:lnTo>
                  <a:lnTo>
                    <a:pt x="7841" y="141"/>
                  </a:lnTo>
                  <a:lnTo>
                    <a:pt x="7440" y="80"/>
                  </a:lnTo>
                  <a:lnTo>
                    <a:pt x="7039" y="40"/>
                  </a:lnTo>
                  <a:lnTo>
                    <a:pt x="7039" y="40"/>
                  </a:lnTo>
                  <a:lnTo>
                    <a:pt x="6658" y="0"/>
                  </a:lnTo>
                  <a:lnTo>
                    <a:pt x="6277" y="20"/>
                  </a:lnTo>
                  <a:lnTo>
                    <a:pt x="5896" y="40"/>
                  </a:lnTo>
                  <a:lnTo>
                    <a:pt x="5535" y="80"/>
                  </a:lnTo>
                  <a:lnTo>
                    <a:pt x="5174" y="141"/>
                  </a:lnTo>
                  <a:lnTo>
                    <a:pt x="4833" y="241"/>
                  </a:lnTo>
                  <a:lnTo>
                    <a:pt x="4472" y="341"/>
                  </a:lnTo>
                  <a:lnTo>
                    <a:pt x="4151" y="462"/>
                  </a:lnTo>
                  <a:lnTo>
                    <a:pt x="3810" y="622"/>
                  </a:lnTo>
                  <a:lnTo>
                    <a:pt x="3490" y="782"/>
                  </a:lnTo>
                  <a:lnTo>
                    <a:pt x="3189" y="963"/>
                  </a:lnTo>
                  <a:lnTo>
                    <a:pt x="2888" y="1143"/>
                  </a:lnTo>
                  <a:lnTo>
                    <a:pt x="2607" y="1364"/>
                  </a:lnTo>
                  <a:lnTo>
                    <a:pt x="2326" y="1585"/>
                  </a:lnTo>
                  <a:lnTo>
                    <a:pt x="2066" y="1825"/>
                  </a:lnTo>
                  <a:lnTo>
                    <a:pt x="1825" y="2086"/>
                  </a:lnTo>
                  <a:lnTo>
                    <a:pt x="1584" y="2347"/>
                  </a:lnTo>
                  <a:lnTo>
                    <a:pt x="1364" y="2627"/>
                  </a:lnTo>
                  <a:lnTo>
                    <a:pt x="1163" y="2928"/>
                  </a:lnTo>
                  <a:lnTo>
                    <a:pt x="963" y="3229"/>
                  </a:lnTo>
                  <a:lnTo>
                    <a:pt x="802" y="3550"/>
                  </a:lnTo>
                  <a:lnTo>
                    <a:pt x="642" y="3871"/>
                  </a:lnTo>
                  <a:lnTo>
                    <a:pt x="501" y="4192"/>
                  </a:lnTo>
                  <a:lnTo>
                    <a:pt x="361" y="4533"/>
                  </a:lnTo>
                  <a:lnTo>
                    <a:pt x="261" y="4894"/>
                  </a:lnTo>
                  <a:lnTo>
                    <a:pt x="160" y="5234"/>
                  </a:lnTo>
                  <a:lnTo>
                    <a:pt x="100" y="5595"/>
                  </a:lnTo>
                  <a:lnTo>
                    <a:pt x="40" y="5977"/>
                  </a:lnTo>
                  <a:lnTo>
                    <a:pt x="20" y="6337"/>
                  </a:lnTo>
                  <a:lnTo>
                    <a:pt x="0" y="6719"/>
                  </a:lnTo>
                  <a:lnTo>
                    <a:pt x="0" y="7100"/>
                  </a:lnTo>
                  <a:lnTo>
                    <a:pt x="40" y="74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42">
              <a:extLst>
                <a:ext uri="{FF2B5EF4-FFF2-40B4-BE49-F238E27FC236}">
                  <a16:creationId xmlns:a16="http://schemas.microsoft.com/office/drawing/2014/main" id="{32CF9845-FDB5-05FE-F6FC-A9CFF6A11D39}"/>
                </a:ext>
              </a:extLst>
            </p:cNvPr>
            <p:cNvSpPr/>
            <p:nvPr/>
          </p:nvSpPr>
          <p:spPr>
            <a:xfrm>
              <a:off x="10253450" y="2763463"/>
              <a:ext cx="253200" cy="253700"/>
            </a:xfrm>
            <a:custGeom>
              <a:avLst/>
              <a:gdLst/>
              <a:ahLst/>
              <a:cxnLst/>
              <a:rect l="l" t="t" r="r" b="b"/>
              <a:pathLst>
                <a:path w="10128" h="10148" extrusionOk="0">
                  <a:moveTo>
                    <a:pt x="4853" y="0"/>
                  </a:moveTo>
                  <a:lnTo>
                    <a:pt x="4573" y="20"/>
                  </a:lnTo>
                  <a:lnTo>
                    <a:pt x="4292" y="61"/>
                  </a:lnTo>
                  <a:lnTo>
                    <a:pt x="4011" y="101"/>
                  </a:lnTo>
                  <a:lnTo>
                    <a:pt x="3750" y="181"/>
                  </a:lnTo>
                  <a:lnTo>
                    <a:pt x="3490" y="241"/>
                  </a:lnTo>
                  <a:lnTo>
                    <a:pt x="3229" y="341"/>
                  </a:lnTo>
                  <a:lnTo>
                    <a:pt x="2968" y="442"/>
                  </a:lnTo>
                  <a:lnTo>
                    <a:pt x="2728" y="582"/>
                  </a:lnTo>
                  <a:lnTo>
                    <a:pt x="2507" y="702"/>
                  </a:lnTo>
                  <a:lnTo>
                    <a:pt x="2266" y="843"/>
                  </a:lnTo>
                  <a:lnTo>
                    <a:pt x="2066" y="1003"/>
                  </a:lnTo>
                  <a:lnTo>
                    <a:pt x="1845" y="1184"/>
                  </a:lnTo>
                  <a:lnTo>
                    <a:pt x="1645" y="1364"/>
                  </a:lnTo>
                  <a:lnTo>
                    <a:pt x="1464" y="1545"/>
                  </a:lnTo>
                  <a:lnTo>
                    <a:pt x="1264" y="1765"/>
                  </a:lnTo>
                  <a:lnTo>
                    <a:pt x="1083" y="1986"/>
                  </a:lnTo>
                  <a:lnTo>
                    <a:pt x="923" y="2206"/>
                  </a:lnTo>
                  <a:lnTo>
                    <a:pt x="782" y="2447"/>
                  </a:lnTo>
                  <a:lnTo>
                    <a:pt x="622" y="2688"/>
                  </a:lnTo>
                  <a:lnTo>
                    <a:pt x="502" y="2928"/>
                  </a:lnTo>
                  <a:lnTo>
                    <a:pt x="381" y="3189"/>
                  </a:lnTo>
                  <a:lnTo>
                    <a:pt x="281" y="3470"/>
                  </a:lnTo>
                  <a:lnTo>
                    <a:pt x="201" y="3730"/>
                  </a:lnTo>
                  <a:lnTo>
                    <a:pt x="120" y="4011"/>
                  </a:lnTo>
                  <a:lnTo>
                    <a:pt x="60" y="4292"/>
                  </a:lnTo>
                  <a:lnTo>
                    <a:pt x="20" y="4593"/>
                  </a:lnTo>
                  <a:lnTo>
                    <a:pt x="0" y="4874"/>
                  </a:lnTo>
                  <a:lnTo>
                    <a:pt x="0" y="5174"/>
                  </a:lnTo>
                  <a:lnTo>
                    <a:pt x="0" y="5475"/>
                  </a:lnTo>
                  <a:lnTo>
                    <a:pt x="20" y="5776"/>
                  </a:lnTo>
                  <a:lnTo>
                    <a:pt x="100" y="6197"/>
                  </a:lnTo>
                  <a:lnTo>
                    <a:pt x="201" y="6638"/>
                  </a:lnTo>
                  <a:lnTo>
                    <a:pt x="361" y="7060"/>
                  </a:lnTo>
                  <a:lnTo>
                    <a:pt x="562" y="7461"/>
                  </a:lnTo>
                  <a:lnTo>
                    <a:pt x="802" y="7862"/>
                  </a:lnTo>
                  <a:lnTo>
                    <a:pt x="1103" y="8243"/>
                  </a:lnTo>
                  <a:lnTo>
                    <a:pt x="1404" y="8604"/>
                  </a:lnTo>
                  <a:lnTo>
                    <a:pt x="1765" y="8925"/>
                  </a:lnTo>
                  <a:lnTo>
                    <a:pt x="2166" y="9225"/>
                  </a:lnTo>
                  <a:lnTo>
                    <a:pt x="2367" y="9366"/>
                  </a:lnTo>
                  <a:lnTo>
                    <a:pt x="2587" y="9486"/>
                  </a:lnTo>
                  <a:lnTo>
                    <a:pt x="2808" y="9606"/>
                  </a:lnTo>
                  <a:lnTo>
                    <a:pt x="3028" y="9727"/>
                  </a:lnTo>
                  <a:lnTo>
                    <a:pt x="3269" y="9807"/>
                  </a:lnTo>
                  <a:lnTo>
                    <a:pt x="3510" y="9907"/>
                  </a:lnTo>
                  <a:lnTo>
                    <a:pt x="3770" y="9967"/>
                  </a:lnTo>
                  <a:lnTo>
                    <a:pt x="4031" y="10048"/>
                  </a:lnTo>
                  <a:lnTo>
                    <a:pt x="4292" y="10088"/>
                  </a:lnTo>
                  <a:lnTo>
                    <a:pt x="4573" y="10128"/>
                  </a:lnTo>
                  <a:lnTo>
                    <a:pt x="4853" y="10148"/>
                  </a:lnTo>
                  <a:lnTo>
                    <a:pt x="5435" y="10148"/>
                  </a:lnTo>
                  <a:lnTo>
                    <a:pt x="5716" y="10128"/>
                  </a:lnTo>
                  <a:lnTo>
                    <a:pt x="6077" y="10088"/>
                  </a:lnTo>
                  <a:lnTo>
                    <a:pt x="6418" y="10008"/>
                  </a:lnTo>
                  <a:lnTo>
                    <a:pt x="6759" y="9907"/>
                  </a:lnTo>
                  <a:lnTo>
                    <a:pt x="7079" y="9787"/>
                  </a:lnTo>
                  <a:lnTo>
                    <a:pt x="7400" y="9647"/>
                  </a:lnTo>
                  <a:lnTo>
                    <a:pt x="7681" y="9466"/>
                  </a:lnTo>
                  <a:lnTo>
                    <a:pt x="7982" y="9286"/>
                  </a:lnTo>
                  <a:lnTo>
                    <a:pt x="8243" y="9065"/>
                  </a:lnTo>
                  <a:lnTo>
                    <a:pt x="8503" y="8824"/>
                  </a:lnTo>
                  <a:lnTo>
                    <a:pt x="8744" y="8584"/>
                  </a:lnTo>
                  <a:lnTo>
                    <a:pt x="8964" y="8323"/>
                  </a:lnTo>
                  <a:lnTo>
                    <a:pt x="9185" y="8042"/>
                  </a:lnTo>
                  <a:lnTo>
                    <a:pt x="9366" y="7741"/>
                  </a:lnTo>
                  <a:lnTo>
                    <a:pt x="9546" y="7441"/>
                  </a:lnTo>
                  <a:lnTo>
                    <a:pt x="9686" y="7120"/>
                  </a:lnTo>
                  <a:lnTo>
                    <a:pt x="9827" y="6779"/>
                  </a:lnTo>
                  <a:lnTo>
                    <a:pt x="9887" y="6598"/>
                  </a:lnTo>
                  <a:lnTo>
                    <a:pt x="9967" y="6318"/>
                  </a:lnTo>
                  <a:lnTo>
                    <a:pt x="10027" y="6017"/>
                  </a:lnTo>
                  <a:lnTo>
                    <a:pt x="10067" y="5736"/>
                  </a:lnTo>
                  <a:lnTo>
                    <a:pt x="10108" y="5435"/>
                  </a:lnTo>
                  <a:lnTo>
                    <a:pt x="10128" y="5154"/>
                  </a:lnTo>
                  <a:lnTo>
                    <a:pt x="10128" y="4874"/>
                  </a:lnTo>
                  <a:lnTo>
                    <a:pt x="10108" y="4573"/>
                  </a:lnTo>
                  <a:lnTo>
                    <a:pt x="10067" y="4292"/>
                  </a:lnTo>
                  <a:lnTo>
                    <a:pt x="10007" y="4031"/>
                  </a:lnTo>
                  <a:lnTo>
                    <a:pt x="9947" y="3751"/>
                  </a:lnTo>
                  <a:lnTo>
                    <a:pt x="9867" y="3490"/>
                  </a:lnTo>
                  <a:lnTo>
                    <a:pt x="9767" y="3229"/>
                  </a:lnTo>
                  <a:lnTo>
                    <a:pt x="9666" y="2968"/>
                  </a:lnTo>
                  <a:lnTo>
                    <a:pt x="9546" y="2728"/>
                  </a:lnTo>
                  <a:lnTo>
                    <a:pt x="9406" y="2487"/>
                  </a:lnTo>
                  <a:lnTo>
                    <a:pt x="9245" y="2246"/>
                  </a:lnTo>
                  <a:lnTo>
                    <a:pt x="9085" y="2026"/>
                  </a:lnTo>
                  <a:lnTo>
                    <a:pt x="8924" y="1805"/>
                  </a:lnTo>
                  <a:lnTo>
                    <a:pt x="8724" y="1605"/>
                  </a:lnTo>
                  <a:lnTo>
                    <a:pt x="8543" y="1404"/>
                  </a:lnTo>
                  <a:lnTo>
                    <a:pt x="8323" y="1224"/>
                  </a:lnTo>
                  <a:lnTo>
                    <a:pt x="8102" y="1043"/>
                  </a:lnTo>
                  <a:lnTo>
                    <a:pt x="7882" y="883"/>
                  </a:lnTo>
                  <a:lnTo>
                    <a:pt x="7641" y="742"/>
                  </a:lnTo>
                  <a:lnTo>
                    <a:pt x="7400" y="602"/>
                  </a:lnTo>
                  <a:lnTo>
                    <a:pt x="7140" y="462"/>
                  </a:lnTo>
                  <a:lnTo>
                    <a:pt x="6879" y="361"/>
                  </a:lnTo>
                  <a:lnTo>
                    <a:pt x="6598" y="261"/>
                  </a:lnTo>
                  <a:lnTo>
                    <a:pt x="6317" y="181"/>
                  </a:lnTo>
                  <a:lnTo>
                    <a:pt x="6037" y="121"/>
                  </a:lnTo>
                  <a:lnTo>
                    <a:pt x="5736" y="61"/>
                  </a:lnTo>
                  <a:lnTo>
                    <a:pt x="5435" y="20"/>
                  </a:lnTo>
                  <a:lnTo>
                    <a:pt x="513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42">
              <a:extLst>
                <a:ext uri="{FF2B5EF4-FFF2-40B4-BE49-F238E27FC236}">
                  <a16:creationId xmlns:a16="http://schemas.microsoft.com/office/drawing/2014/main" id="{F8E64BE4-44CB-3582-E61C-1F48303CC149}"/>
                </a:ext>
              </a:extLst>
            </p:cNvPr>
            <p:cNvSpPr/>
            <p:nvPr/>
          </p:nvSpPr>
          <p:spPr>
            <a:xfrm>
              <a:off x="10253450" y="2763463"/>
              <a:ext cx="253200" cy="253700"/>
            </a:xfrm>
            <a:custGeom>
              <a:avLst/>
              <a:gdLst/>
              <a:ahLst/>
              <a:cxnLst/>
              <a:rect l="l" t="t" r="r" b="b"/>
              <a:pathLst>
                <a:path w="10128" h="10148" fill="none" extrusionOk="0">
                  <a:moveTo>
                    <a:pt x="9887" y="6598"/>
                  </a:moveTo>
                  <a:lnTo>
                    <a:pt x="9887" y="6598"/>
                  </a:lnTo>
                  <a:lnTo>
                    <a:pt x="9827" y="6779"/>
                  </a:lnTo>
                  <a:lnTo>
                    <a:pt x="9827" y="6779"/>
                  </a:lnTo>
                  <a:lnTo>
                    <a:pt x="9686" y="7120"/>
                  </a:lnTo>
                  <a:lnTo>
                    <a:pt x="9546" y="7441"/>
                  </a:lnTo>
                  <a:lnTo>
                    <a:pt x="9366" y="7741"/>
                  </a:lnTo>
                  <a:lnTo>
                    <a:pt x="9185" y="8042"/>
                  </a:lnTo>
                  <a:lnTo>
                    <a:pt x="8964" y="8323"/>
                  </a:lnTo>
                  <a:lnTo>
                    <a:pt x="8744" y="8584"/>
                  </a:lnTo>
                  <a:lnTo>
                    <a:pt x="8503" y="8824"/>
                  </a:lnTo>
                  <a:lnTo>
                    <a:pt x="8243" y="9065"/>
                  </a:lnTo>
                  <a:lnTo>
                    <a:pt x="7982" y="9286"/>
                  </a:lnTo>
                  <a:lnTo>
                    <a:pt x="7681" y="9466"/>
                  </a:lnTo>
                  <a:lnTo>
                    <a:pt x="7400" y="9647"/>
                  </a:lnTo>
                  <a:lnTo>
                    <a:pt x="7079" y="9787"/>
                  </a:lnTo>
                  <a:lnTo>
                    <a:pt x="6759" y="9907"/>
                  </a:lnTo>
                  <a:lnTo>
                    <a:pt x="6418" y="10008"/>
                  </a:lnTo>
                  <a:lnTo>
                    <a:pt x="6077" y="10088"/>
                  </a:lnTo>
                  <a:lnTo>
                    <a:pt x="5716" y="10128"/>
                  </a:lnTo>
                  <a:lnTo>
                    <a:pt x="5716" y="10128"/>
                  </a:lnTo>
                  <a:lnTo>
                    <a:pt x="5435" y="10148"/>
                  </a:lnTo>
                  <a:lnTo>
                    <a:pt x="5134" y="10148"/>
                  </a:lnTo>
                  <a:lnTo>
                    <a:pt x="4853" y="10148"/>
                  </a:lnTo>
                  <a:lnTo>
                    <a:pt x="4573" y="10128"/>
                  </a:lnTo>
                  <a:lnTo>
                    <a:pt x="4292" y="10088"/>
                  </a:lnTo>
                  <a:lnTo>
                    <a:pt x="4031" y="10048"/>
                  </a:lnTo>
                  <a:lnTo>
                    <a:pt x="3770" y="9967"/>
                  </a:lnTo>
                  <a:lnTo>
                    <a:pt x="3510" y="9907"/>
                  </a:lnTo>
                  <a:lnTo>
                    <a:pt x="3269" y="9807"/>
                  </a:lnTo>
                  <a:lnTo>
                    <a:pt x="3028" y="9727"/>
                  </a:lnTo>
                  <a:lnTo>
                    <a:pt x="2808" y="9606"/>
                  </a:lnTo>
                  <a:lnTo>
                    <a:pt x="2587" y="9486"/>
                  </a:lnTo>
                  <a:lnTo>
                    <a:pt x="2367" y="9366"/>
                  </a:lnTo>
                  <a:lnTo>
                    <a:pt x="2166" y="9225"/>
                  </a:lnTo>
                  <a:lnTo>
                    <a:pt x="1765" y="8925"/>
                  </a:lnTo>
                  <a:lnTo>
                    <a:pt x="1404" y="8604"/>
                  </a:lnTo>
                  <a:lnTo>
                    <a:pt x="1103" y="8243"/>
                  </a:lnTo>
                  <a:lnTo>
                    <a:pt x="802" y="7862"/>
                  </a:lnTo>
                  <a:lnTo>
                    <a:pt x="562" y="7461"/>
                  </a:lnTo>
                  <a:lnTo>
                    <a:pt x="361" y="7060"/>
                  </a:lnTo>
                  <a:lnTo>
                    <a:pt x="201" y="6638"/>
                  </a:lnTo>
                  <a:lnTo>
                    <a:pt x="100" y="6197"/>
                  </a:lnTo>
                  <a:lnTo>
                    <a:pt x="20" y="5776"/>
                  </a:lnTo>
                  <a:lnTo>
                    <a:pt x="20" y="5776"/>
                  </a:lnTo>
                  <a:lnTo>
                    <a:pt x="0" y="5475"/>
                  </a:lnTo>
                  <a:lnTo>
                    <a:pt x="0" y="5174"/>
                  </a:lnTo>
                  <a:lnTo>
                    <a:pt x="0" y="4874"/>
                  </a:lnTo>
                  <a:lnTo>
                    <a:pt x="20" y="4593"/>
                  </a:lnTo>
                  <a:lnTo>
                    <a:pt x="60" y="4292"/>
                  </a:lnTo>
                  <a:lnTo>
                    <a:pt x="120" y="4011"/>
                  </a:lnTo>
                  <a:lnTo>
                    <a:pt x="201" y="3730"/>
                  </a:lnTo>
                  <a:lnTo>
                    <a:pt x="281" y="3470"/>
                  </a:lnTo>
                  <a:lnTo>
                    <a:pt x="381" y="3189"/>
                  </a:lnTo>
                  <a:lnTo>
                    <a:pt x="502" y="2928"/>
                  </a:lnTo>
                  <a:lnTo>
                    <a:pt x="622" y="2688"/>
                  </a:lnTo>
                  <a:lnTo>
                    <a:pt x="782" y="2447"/>
                  </a:lnTo>
                  <a:lnTo>
                    <a:pt x="923" y="2206"/>
                  </a:lnTo>
                  <a:lnTo>
                    <a:pt x="1083" y="1986"/>
                  </a:lnTo>
                  <a:lnTo>
                    <a:pt x="1264" y="1765"/>
                  </a:lnTo>
                  <a:lnTo>
                    <a:pt x="1464" y="1545"/>
                  </a:lnTo>
                  <a:lnTo>
                    <a:pt x="1464" y="1545"/>
                  </a:lnTo>
                  <a:lnTo>
                    <a:pt x="1645" y="1364"/>
                  </a:lnTo>
                  <a:lnTo>
                    <a:pt x="1845" y="1184"/>
                  </a:lnTo>
                  <a:lnTo>
                    <a:pt x="2066" y="1003"/>
                  </a:lnTo>
                  <a:lnTo>
                    <a:pt x="2266" y="843"/>
                  </a:lnTo>
                  <a:lnTo>
                    <a:pt x="2507" y="702"/>
                  </a:lnTo>
                  <a:lnTo>
                    <a:pt x="2728" y="582"/>
                  </a:lnTo>
                  <a:lnTo>
                    <a:pt x="2968" y="442"/>
                  </a:lnTo>
                  <a:lnTo>
                    <a:pt x="3229" y="341"/>
                  </a:lnTo>
                  <a:lnTo>
                    <a:pt x="3490" y="241"/>
                  </a:lnTo>
                  <a:lnTo>
                    <a:pt x="3750" y="181"/>
                  </a:lnTo>
                  <a:lnTo>
                    <a:pt x="4011" y="101"/>
                  </a:lnTo>
                  <a:lnTo>
                    <a:pt x="4292" y="61"/>
                  </a:lnTo>
                  <a:lnTo>
                    <a:pt x="4573" y="20"/>
                  </a:lnTo>
                  <a:lnTo>
                    <a:pt x="4853" y="0"/>
                  </a:lnTo>
                  <a:lnTo>
                    <a:pt x="5134" y="0"/>
                  </a:lnTo>
                  <a:lnTo>
                    <a:pt x="5435" y="20"/>
                  </a:lnTo>
                  <a:lnTo>
                    <a:pt x="5435" y="20"/>
                  </a:lnTo>
                  <a:lnTo>
                    <a:pt x="5736" y="61"/>
                  </a:lnTo>
                  <a:lnTo>
                    <a:pt x="6037" y="121"/>
                  </a:lnTo>
                  <a:lnTo>
                    <a:pt x="6317" y="181"/>
                  </a:lnTo>
                  <a:lnTo>
                    <a:pt x="6598" y="261"/>
                  </a:lnTo>
                  <a:lnTo>
                    <a:pt x="6879" y="361"/>
                  </a:lnTo>
                  <a:lnTo>
                    <a:pt x="7140" y="462"/>
                  </a:lnTo>
                  <a:lnTo>
                    <a:pt x="7400" y="602"/>
                  </a:lnTo>
                  <a:lnTo>
                    <a:pt x="7641" y="742"/>
                  </a:lnTo>
                  <a:lnTo>
                    <a:pt x="7882" y="883"/>
                  </a:lnTo>
                  <a:lnTo>
                    <a:pt x="8102" y="1043"/>
                  </a:lnTo>
                  <a:lnTo>
                    <a:pt x="8323" y="1224"/>
                  </a:lnTo>
                  <a:lnTo>
                    <a:pt x="8543" y="1404"/>
                  </a:lnTo>
                  <a:lnTo>
                    <a:pt x="8724" y="1605"/>
                  </a:lnTo>
                  <a:lnTo>
                    <a:pt x="8924" y="1805"/>
                  </a:lnTo>
                  <a:lnTo>
                    <a:pt x="9085" y="2026"/>
                  </a:lnTo>
                  <a:lnTo>
                    <a:pt x="9245" y="2246"/>
                  </a:lnTo>
                  <a:lnTo>
                    <a:pt x="9406" y="2487"/>
                  </a:lnTo>
                  <a:lnTo>
                    <a:pt x="9546" y="2728"/>
                  </a:lnTo>
                  <a:lnTo>
                    <a:pt x="9666" y="2968"/>
                  </a:lnTo>
                  <a:lnTo>
                    <a:pt x="9767" y="3229"/>
                  </a:lnTo>
                  <a:lnTo>
                    <a:pt x="9867" y="3490"/>
                  </a:lnTo>
                  <a:lnTo>
                    <a:pt x="9947" y="3751"/>
                  </a:lnTo>
                  <a:lnTo>
                    <a:pt x="10007" y="4031"/>
                  </a:lnTo>
                  <a:lnTo>
                    <a:pt x="10067" y="4292"/>
                  </a:lnTo>
                  <a:lnTo>
                    <a:pt x="10108" y="4573"/>
                  </a:lnTo>
                  <a:lnTo>
                    <a:pt x="10128" y="4874"/>
                  </a:lnTo>
                  <a:lnTo>
                    <a:pt x="10128" y="5154"/>
                  </a:lnTo>
                  <a:lnTo>
                    <a:pt x="10108" y="5435"/>
                  </a:lnTo>
                  <a:lnTo>
                    <a:pt x="10067" y="5736"/>
                  </a:lnTo>
                  <a:lnTo>
                    <a:pt x="10027" y="6017"/>
                  </a:lnTo>
                  <a:lnTo>
                    <a:pt x="9967" y="6318"/>
                  </a:lnTo>
                  <a:lnTo>
                    <a:pt x="9887" y="65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42">
              <a:extLst>
                <a:ext uri="{FF2B5EF4-FFF2-40B4-BE49-F238E27FC236}">
                  <a16:creationId xmlns:a16="http://schemas.microsoft.com/office/drawing/2014/main" id="{BCA23F44-EAC3-E56A-A89A-E8422A1FE860}"/>
                </a:ext>
              </a:extLst>
            </p:cNvPr>
            <p:cNvSpPr/>
            <p:nvPr/>
          </p:nvSpPr>
          <p:spPr>
            <a:xfrm>
              <a:off x="10253450" y="2802063"/>
              <a:ext cx="247175" cy="215100"/>
            </a:xfrm>
            <a:custGeom>
              <a:avLst/>
              <a:gdLst/>
              <a:ahLst/>
              <a:cxnLst/>
              <a:rect l="l" t="t" r="r" b="b"/>
              <a:pathLst>
                <a:path w="9887" h="8604" extrusionOk="0">
                  <a:moveTo>
                    <a:pt x="1464" y="1"/>
                  </a:moveTo>
                  <a:lnTo>
                    <a:pt x="1123" y="382"/>
                  </a:lnTo>
                  <a:lnTo>
                    <a:pt x="842" y="783"/>
                  </a:lnTo>
                  <a:lnTo>
                    <a:pt x="602" y="1224"/>
                  </a:lnTo>
                  <a:lnTo>
                    <a:pt x="381" y="1665"/>
                  </a:lnTo>
                  <a:lnTo>
                    <a:pt x="221" y="2146"/>
                  </a:lnTo>
                  <a:lnTo>
                    <a:pt x="141" y="2387"/>
                  </a:lnTo>
                  <a:lnTo>
                    <a:pt x="100" y="2628"/>
                  </a:lnTo>
                  <a:lnTo>
                    <a:pt x="40" y="2888"/>
                  </a:lnTo>
                  <a:lnTo>
                    <a:pt x="20" y="3149"/>
                  </a:lnTo>
                  <a:lnTo>
                    <a:pt x="0" y="3410"/>
                  </a:lnTo>
                  <a:lnTo>
                    <a:pt x="0" y="3671"/>
                  </a:lnTo>
                  <a:lnTo>
                    <a:pt x="0" y="3951"/>
                  </a:lnTo>
                  <a:lnTo>
                    <a:pt x="20" y="4232"/>
                  </a:lnTo>
                  <a:lnTo>
                    <a:pt x="80" y="4633"/>
                  </a:lnTo>
                  <a:lnTo>
                    <a:pt x="201" y="5034"/>
                  </a:lnTo>
                  <a:lnTo>
                    <a:pt x="341" y="5435"/>
                  </a:lnTo>
                  <a:lnTo>
                    <a:pt x="522" y="5816"/>
                  </a:lnTo>
                  <a:lnTo>
                    <a:pt x="742" y="6197"/>
                  </a:lnTo>
                  <a:lnTo>
                    <a:pt x="983" y="6558"/>
                  </a:lnTo>
                  <a:lnTo>
                    <a:pt x="1284" y="6919"/>
                  </a:lnTo>
                  <a:lnTo>
                    <a:pt x="1584" y="7240"/>
                  </a:lnTo>
                  <a:lnTo>
                    <a:pt x="1945" y="7521"/>
                  </a:lnTo>
                  <a:lnTo>
                    <a:pt x="2326" y="7802"/>
                  </a:lnTo>
                  <a:lnTo>
                    <a:pt x="2728" y="8022"/>
                  </a:lnTo>
                  <a:lnTo>
                    <a:pt x="3169" y="8223"/>
                  </a:lnTo>
                  <a:lnTo>
                    <a:pt x="3630" y="8383"/>
                  </a:lnTo>
                  <a:lnTo>
                    <a:pt x="3871" y="8464"/>
                  </a:lnTo>
                  <a:lnTo>
                    <a:pt x="4111" y="8504"/>
                  </a:lnTo>
                  <a:lnTo>
                    <a:pt x="4372" y="8564"/>
                  </a:lnTo>
                  <a:lnTo>
                    <a:pt x="4633" y="8584"/>
                  </a:lnTo>
                  <a:lnTo>
                    <a:pt x="4893" y="8604"/>
                  </a:lnTo>
                  <a:lnTo>
                    <a:pt x="5435" y="8604"/>
                  </a:lnTo>
                  <a:lnTo>
                    <a:pt x="5716" y="8584"/>
                  </a:lnTo>
                  <a:lnTo>
                    <a:pt x="6077" y="8544"/>
                  </a:lnTo>
                  <a:lnTo>
                    <a:pt x="6418" y="8464"/>
                  </a:lnTo>
                  <a:lnTo>
                    <a:pt x="6759" y="8363"/>
                  </a:lnTo>
                  <a:lnTo>
                    <a:pt x="7079" y="8243"/>
                  </a:lnTo>
                  <a:lnTo>
                    <a:pt x="7400" y="8103"/>
                  </a:lnTo>
                  <a:lnTo>
                    <a:pt x="7681" y="7922"/>
                  </a:lnTo>
                  <a:lnTo>
                    <a:pt x="7982" y="7742"/>
                  </a:lnTo>
                  <a:lnTo>
                    <a:pt x="8243" y="7521"/>
                  </a:lnTo>
                  <a:lnTo>
                    <a:pt x="8503" y="7280"/>
                  </a:lnTo>
                  <a:lnTo>
                    <a:pt x="8744" y="7040"/>
                  </a:lnTo>
                  <a:lnTo>
                    <a:pt x="8964" y="6779"/>
                  </a:lnTo>
                  <a:lnTo>
                    <a:pt x="9185" y="6498"/>
                  </a:lnTo>
                  <a:lnTo>
                    <a:pt x="9366" y="6197"/>
                  </a:lnTo>
                  <a:lnTo>
                    <a:pt x="9546" y="5897"/>
                  </a:lnTo>
                  <a:lnTo>
                    <a:pt x="9686" y="5576"/>
                  </a:lnTo>
                  <a:lnTo>
                    <a:pt x="9827" y="5235"/>
                  </a:lnTo>
                  <a:lnTo>
                    <a:pt x="9887" y="5054"/>
                  </a:lnTo>
                  <a:lnTo>
                    <a:pt x="9666" y="5335"/>
                  </a:lnTo>
                  <a:lnTo>
                    <a:pt x="9446" y="5596"/>
                  </a:lnTo>
                  <a:lnTo>
                    <a:pt x="9205" y="5836"/>
                  </a:lnTo>
                  <a:lnTo>
                    <a:pt x="8944" y="6077"/>
                  </a:lnTo>
                  <a:lnTo>
                    <a:pt x="8684" y="6278"/>
                  </a:lnTo>
                  <a:lnTo>
                    <a:pt x="8403" y="6478"/>
                  </a:lnTo>
                  <a:lnTo>
                    <a:pt x="8082" y="6659"/>
                  </a:lnTo>
                  <a:lnTo>
                    <a:pt x="7781" y="6799"/>
                  </a:lnTo>
                  <a:lnTo>
                    <a:pt x="7380" y="6939"/>
                  </a:lnTo>
                  <a:lnTo>
                    <a:pt x="6999" y="7040"/>
                  </a:lnTo>
                  <a:lnTo>
                    <a:pt x="6598" y="7100"/>
                  </a:lnTo>
                  <a:lnTo>
                    <a:pt x="6197" y="7120"/>
                  </a:lnTo>
                  <a:lnTo>
                    <a:pt x="5776" y="7100"/>
                  </a:lnTo>
                  <a:lnTo>
                    <a:pt x="5355" y="7040"/>
                  </a:lnTo>
                  <a:lnTo>
                    <a:pt x="4954" y="6939"/>
                  </a:lnTo>
                  <a:lnTo>
                    <a:pt x="4553" y="6819"/>
                  </a:lnTo>
                  <a:lnTo>
                    <a:pt x="4171" y="6659"/>
                  </a:lnTo>
                  <a:lnTo>
                    <a:pt x="3790" y="6478"/>
                  </a:lnTo>
                  <a:lnTo>
                    <a:pt x="3429" y="6258"/>
                  </a:lnTo>
                  <a:lnTo>
                    <a:pt x="3089" y="6017"/>
                  </a:lnTo>
                  <a:lnTo>
                    <a:pt x="2748" y="5756"/>
                  </a:lnTo>
                  <a:lnTo>
                    <a:pt x="2447" y="5455"/>
                  </a:lnTo>
                  <a:lnTo>
                    <a:pt x="2186" y="5114"/>
                  </a:lnTo>
                  <a:lnTo>
                    <a:pt x="1925" y="4774"/>
                  </a:lnTo>
                  <a:lnTo>
                    <a:pt x="1705" y="4413"/>
                  </a:lnTo>
                  <a:lnTo>
                    <a:pt x="1524" y="4032"/>
                  </a:lnTo>
                  <a:lnTo>
                    <a:pt x="1364" y="3650"/>
                  </a:lnTo>
                  <a:lnTo>
                    <a:pt x="1244" y="3249"/>
                  </a:lnTo>
                  <a:lnTo>
                    <a:pt x="1143" y="2828"/>
                  </a:lnTo>
                  <a:lnTo>
                    <a:pt x="1083" y="2427"/>
                  </a:lnTo>
                  <a:lnTo>
                    <a:pt x="1063" y="2006"/>
                  </a:lnTo>
                  <a:lnTo>
                    <a:pt x="1063" y="1585"/>
                  </a:lnTo>
                  <a:lnTo>
                    <a:pt x="1123" y="1184"/>
                  </a:lnTo>
                  <a:lnTo>
                    <a:pt x="1183" y="783"/>
                  </a:lnTo>
                  <a:lnTo>
                    <a:pt x="1304" y="382"/>
                  </a:lnTo>
                  <a:lnTo>
                    <a:pt x="146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42">
              <a:extLst>
                <a:ext uri="{FF2B5EF4-FFF2-40B4-BE49-F238E27FC236}">
                  <a16:creationId xmlns:a16="http://schemas.microsoft.com/office/drawing/2014/main" id="{3A118EA3-B58C-3238-F025-2C7258C038BA}"/>
                </a:ext>
              </a:extLst>
            </p:cNvPr>
            <p:cNvSpPr/>
            <p:nvPr/>
          </p:nvSpPr>
          <p:spPr>
            <a:xfrm>
              <a:off x="10253450" y="2802063"/>
              <a:ext cx="247175" cy="215100"/>
            </a:xfrm>
            <a:custGeom>
              <a:avLst/>
              <a:gdLst/>
              <a:ahLst/>
              <a:cxnLst/>
              <a:rect l="l" t="t" r="r" b="b"/>
              <a:pathLst>
                <a:path w="9887" h="8604" fill="none" extrusionOk="0">
                  <a:moveTo>
                    <a:pt x="1464" y="1"/>
                  </a:moveTo>
                  <a:lnTo>
                    <a:pt x="1464" y="1"/>
                  </a:lnTo>
                  <a:lnTo>
                    <a:pt x="1123" y="382"/>
                  </a:lnTo>
                  <a:lnTo>
                    <a:pt x="842" y="783"/>
                  </a:lnTo>
                  <a:lnTo>
                    <a:pt x="602" y="1224"/>
                  </a:lnTo>
                  <a:lnTo>
                    <a:pt x="381" y="1665"/>
                  </a:lnTo>
                  <a:lnTo>
                    <a:pt x="221" y="2146"/>
                  </a:lnTo>
                  <a:lnTo>
                    <a:pt x="141" y="2387"/>
                  </a:lnTo>
                  <a:lnTo>
                    <a:pt x="100" y="2628"/>
                  </a:lnTo>
                  <a:lnTo>
                    <a:pt x="40" y="2888"/>
                  </a:lnTo>
                  <a:lnTo>
                    <a:pt x="20" y="3149"/>
                  </a:lnTo>
                  <a:lnTo>
                    <a:pt x="0" y="3410"/>
                  </a:lnTo>
                  <a:lnTo>
                    <a:pt x="0" y="3671"/>
                  </a:lnTo>
                  <a:lnTo>
                    <a:pt x="0" y="3671"/>
                  </a:lnTo>
                  <a:lnTo>
                    <a:pt x="0" y="3951"/>
                  </a:lnTo>
                  <a:lnTo>
                    <a:pt x="20" y="4232"/>
                  </a:lnTo>
                  <a:lnTo>
                    <a:pt x="20" y="4232"/>
                  </a:lnTo>
                  <a:lnTo>
                    <a:pt x="80" y="4633"/>
                  </a:lnTo>
                  <a:lnTo>
                    <a:pt x="201" y="5034"/>
                  </a:lnTo>
                  <a:lnTo>
                    <a:pt x="341" y="5435"/>
                  </a:lnTo>
                  <a:lnTo>
                    <a:pt x="522" y="5816"/>
                  </a:lnTo>
                  <a:lnTo>
                    <a:pt x="742" y="6197"/>
                  </a:lnTo>
                  <a:lnTo>
                    <a:pt x="983" y="6558"/>
                  </a:lnTo>
                  <a:lnTo>
                    <a:pt x="1284" y="6919"/>
                  </a:lnTo>
                  <a:lnTo>
                    <a:pt x="1584" y="7240"/>
                  </a:lnTo>
                  <a:lnTo>
                    <a:pt x="1945" y="7521"/>
                  </a:lnTo>
                  <a:lnTo>
                    <a:pt x="2326" y="7802"/>
                  </a:lnTo>
                  <a:lnTo>
                    <a:pt x="2728" y="8022"/>
                  </a:lnTo>
                  <a:lnTo>
                    <a:pt x="3169" y="8223"/>
                  </a:lnTo>
                  <a:lnTo>
                    <a:pt x="3630" y="8383"/>
                  </a:lnTo>
                  <a:lnTo>
                    <a:pt x="3871" y="8464"/>
                  </a:lnTo>
                  <a:lnTo>
                    <a:pt x="4111" y="8504"/>
                  </a:lnTo>
                  <a:lnTo>
                    <a:pt x="4372" y="8564"/>
                  </a:lnTo>
                  <a:lnTo>
                    <a:pt x="4633" y="8584"/>
                  </a:lnTo>
                  <a:lnTo>
                    <a:pt x="4893" y="8604"/>
                  </a:lnTo>
                  <a:lnTo>
                    <a:pt x="5154" y="8604"/>
                  </a:lnTo>
                  <a:lnTo>
                    <a:pt x="5154" y="8604"/>
                  </a:lnTo>
                  <a:lnTo>
                    <a:pt x="5435" y="8604"/>
                  </a:lnTo>
                  <a:lnTo>
                    <a:pt x="5716" y="8584"/>
                  </a:lnTo>
                  <a:lnTo>
                    <a:pt x="5716" y="8584"/>
                  </a:lnTo>
                  <a:lnTo>
                    <a:pt x="6077" y="8544"/>
                  </a:lnTo>
                  <a:lnTo>
                    <a:pt x="6418" y="8464"/>
                  </a:lnTo>
                  <a:lnTo>
                    <a:pt x="6759" y="8363"/>
                  </a:lnTo>
                  <a:lnTo>
                    <a:pt x="7079" y="8243"/>
                  </a:lnTo>
                  <a:lnTo>
                    <a:pt x="7400" y="8103"/>
                  </a:lnTo>
                  <a:lnTo>
                    <a:pt x="7681" y="7922"/>
                  </a:lnTo>
                  <a:lnTo>
                    <a:pt x="7982" y="7742"/>
                  </a:lnTo>
                  <a:lnTo>
                    <a:pt x="8243" y="7521"/>
                  </a:lnTo>
                  <a:lnTo>
                    <a:pt x="8503" y="7280"/>
                  </a:lnTo>
                  <a:lnTo>
                    <a:pt x="8744" y="7040"/>
                  </a:lnTo>
                  <a:lnTo>
                    <a:pt x="8964" y="6779"/>
                  </a:lnTo>
                  <a:lnTo>
                    <a:pt x="9185" y="6498"/>
                  </a:lnTo>
                  <a:lnTo>
                    <a:pt x="9366" y="6197"/>
                  </a:lnTo>
                  <a:lnTo>
                    <a:pt x="9546" y="5897"/>
                  </a:lnTo>
                  <a:lnTo>
                    <a:pt x="9686" y="5576"/>
                  </a:lnTo>
                  <a:lnTo>
                    <a:pt x="9827" y="5235"/>
                  </a:lnTo>
                  <a:lnTo>
                    <a:pt x="9827" y="5235"/>
                  </a:lnTo>
                  <a:lnTo>
                    <a:pt x="9887" y="5054"/>
                  </a:lnTo>
                  <a:lnTo>
                    <a:pt x="9887" y="5054"/>
                  </a:lnTo>
                  <a:lnTo>
                    <a:pt x="9666" y="5335"/>
                  </a:lnTo>
                  <a:lnTo>
                    <a:pt x="9446" y="5596"/>
                  </a:lnTo>
                  <a:lnTo>
                    <a:pt x="9205" y="5836"/>
                  </a:lnTo>
                  <a:lnTo>
                    <a:pt x="8944" y="6077"/>
                  </a:lnTo>
                  <a:lnTo>
                    <a:pt x="8684" y="6278"/>
                  </a:lnTo>
                  <a:lnTo>
                    <a:pt x="8403" y="6478"/>
                  </a:lnTo>
                  <a:lnTo>
                    <a:pt x="8082" y="6659"/>
                  </a:lnTo>
                  <a:lnTo>
                    <a:pt x="7781" y="6799"/>
                  </a:lnTo>
                  <a:lnTo>
                    <a:pt x="7781" y="6799"/>
                  </a:lnTo>
                  <a:lnTo>
                    <a:pt x="7380" y="6939"/>
                  </a:lnTo>
                  <a:lnTo>
                    <a:pt x="6999" y="7040"/>
                  </a:lnTo>
                  <a:lnTo>
                    <a:pt x="6598" y="7100"/>
                  </a:lnTo>
                  <a:lnTo>
                    <a:pt x="6197" y="7120"/>
                  </a:lnTo>
                  <a:lnTo>
                    <a:pt x="6197" y="7120"/>
                  </a:lnTo>
                  <a:lnTo>
                    <a:pt x="5776" y="7100"/>
                  </a:lnTo>
                  <a:lnTo>
                    <a:pt x="5355" y="7040"/>
                  </a:lnTo>
                  <a:lnTo>
                    <a:pt x="4954" y="6939"/>
                  </a:lnTo>
                  <a:lnTo>
                    <a:pt x="4553" y="6819"/>
                  </a:lnTo>
                  <a:lnTo>
                    <a:pt x="4171" y="6659"/>
                  </a:lnTo>
                  <a:lnTo>
                    <a:pt x="3790" y="6478"/>
                  </a:lnTo>
                  <a:lnTo>
                    <a:pt x="3429" y="6258"/>
                  </a:lnTo>
                  <a:lnTo>
                    <a:pt x="3089" y="6017"/>
                  </a:lnTo>
                  <a:lnTo>
                    <a:pt x="3089" y="6017"/>
                  </a:lnTo>
                  <a:lnTo>
                    <a:pt x="2748" y="5756"/>
                  </a:lnTo>
                  <a:lnTo>
                    <a:pt x="2447" y="5455"/>
                  </a:lnTo>
                  <a:lnTo>
                    <a:pt x="2186" y="5114"/>
                  </a:lnTo>
                  <a:lnTo>
                    <a:pt x="1925" y="4774"/>
                  </a:lnTo>
                  <a:lnTo>
                    <a:pt x="1705" y="4413"/>
                  </a:lnTo>
                  <a:lnTo>
                    <a:pt x="1524" y="4032"/>
                  </a:lnTo>
                  <a:lnTo>
                    <a:pt x="1364" y="3650"/>
                  </a:lnTo>
                  <a:lnTo>
                    <a:pt x="1244" y="3249"/>
                  </a:lnTo>
                  <a:lnTo>
                    <a:pt x="1143" y="2828"/>
                  </a:lnTo>
                  <a:lnTo>
                    <a:pt x="1083" y="2427"/>
                  </a:lnTo>
                  <a:lnTo>
                    <a:pt x="1063" y="2006"/>
                  </a:lnTo>
                  <a:lnTo>
                    <a:pt x="1063" y="1585"/>
                  </a:lnTo>
                  <a:lnTo>
                    <a:pt x="1123" y="1184"/>
                  </a:lnTo>
                  <a:lnTo>
                    <a:pt x="1183" y="783"/>
                  </a:lnTo>
                  <a:lnTo>
                    <a:pt x="1304" y="382"/>
                  </a:lnTo>
                  <a:lnTo>
                    <a:pt x="14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42">
              <a:extLst>
                <a:ext uri="{FF2B5EF4-FFF2-40B4-BE49-F238E27FC236}">
                  <a16:creationId xmlns:a16="http://schemas.microsoft.com/office/drawing/2014/main" id="{950F0A8F-B44C-66DC-DA50-DD5D6B8C7738}"/>
                </a:ext>
              </a:extLst>
            </p:cNvPr>
            <p:cNvSpPr/>
            <p:nvPr/>
          </p:nvSpPr>
          <p:spPr>
            <a:xfrm>
              <a:off x="10739250" y="2725863"/>
              <a:ext cx="327925" cy="328925"/>
            </a:xfrm>
            <a:custGeom>
              <a:avLst/>
              <a:gdLst/>
              <a:ahLst/>
              <a:cxnLst/>
              <a:rect l="l" t="t" r="r" b="b"/>
              <a:pathLst>
                <a:path w="13117" h="13157" extrusionOk="0">
                  <a:moveTo>
                    <a:pt x="6659" y="0"/>
                  </a:moveTo>
                  <a:lnTo>
                    <a:pt x="6278" y="20"/>
                  </a:lnTo>
                  <a:lnTo>
                    <a:pt x="5897" y="40"/>
                  </a:lnTo>
                  <a:lnTo>
                    <a:pt x="5536" y="80"/>
                  </a:lnTo>
                  <a:lnTo>
                    <a:pt x="5175" y="141"/>
                  </a:lnTo>
                  <a:lnTo>
                    <a:pt x="4814" y="241"/>
                  </a:lnTo>
                  <a:lnTo>
                    <a:pt x="4473" y="341"/>
                  </a:lnTo>
                  <a:lnTo>
                    <a:pt x="4132" y="462"/>
                  </a:lnTo>
                  <a:lnTo>
                    <a:pt x="3811" y="622"/>
                  </a:lnTo>
                  <a:lnTo>
                    <a:pt x="3490" y="782"/>
                  </a:lnTo>
                  <a:lnTo>
                    <a:pt x="3190" y="963"/>
                  </a:lnTo>
                  <a:lnTo>
                    <a:pt x="2889" y="1143"/>
                  </a:lnTo>
                  <a:lnTo>
                    <a:pt x="2608" y="1364"/>
                  </a:lnTo>
                  <a:lnTo>
                    <a:pt x="2327" y="1585"/>
                  </a:lnTo>
                  <a:lnTo>
                    <a:pt x="2067" y="1825"/>
                  </a:lnTo>
                  <a:lnTo>
                    <a:pt x="1826" y="2086"/>
                  </a:lnTo>
                  <a:lnTo>
                    <a:pt x="1585" y="2347"/>
                  </a:lnTo>
                  <a:lnTo>
                    <a:pt x="1365" y="2627"/>
                  </a:lnTo>
                  <a:lnTo>
                    <a:pt x="1164" y="2928"/>
                  </a:lnTo>
                  <a:lnTo>
                    <a:pt x="964" y="3229"/>
                  </a:lnTo>
                  <a:lnTo>
                    <a:pt x="803" y="3550"/>
                  </a:lnTo>
                  <a:lnTo>
                    <a:pt x="643" y="3871"/>
                  </a:lnTo>
                  <a:lnTo>
                    <a:pt x="482" y="4192"/>
                  </a:lnTo>
                  <a:lnTo>
                    <a:pt x="362" y="4533"/>
                  </a:lnTo>
                  <a:lnTo>
                    <a:pt x="262" y="4894"/>
                  </a:lnTo>
                  <a:lnTo>
                    <a:pt x="161" y="5234"/>
                  </a:lnTo>
                  <a:lnTo>
                    <a:pt x="101" y="5595"/>
                  </a:lnTo>
                  <a:lnTo>
                    <a:pt x="41" y="5977"/>
                  </a:lnTo>
                  <a:lnTo>
                    <a:pt x="1" y="6337"/>
                  </a:lnTo>
                  <a:lnTo>
                    <a:pt x="1" y="6719"/>
                  </a:lnTo>
                  <a:lnTo>
                    <a:pt x="1" y="7100"/>
                  </a:lnTo>
                  <a:lnTo>
                    <a:pt x="41" y="7481"/>
                  </a:lnTo>
                  <a:lnTo>
                    <a:pt x="81" y="7761"/>
                  </a:lnTo>
                  <a:lnTo>
                    <a:pt x="121" y="8042"/>
                  </a:lnTo>
                  <a:lnTo>
                    <a:pt x="201" y="8323"/>
                  </a:lnTo>
                  <a:lnTo>
                    <a:pt x="282" y="8604"/>
                  </a:lnTo>
                  <a:lnTo>
                    <a:pt x="382" y="8864"/>
                  </a:lnTo>
                  <a:lnTo>
                    <a:pt x="482" y="9145"/>
                  </a:lnTo>
                  <a:lnTo>
                    <a:pt x="603" y="9406"/>
                  </a:lnTo>
                  <a:lnTo>
                    <a:pt x="743" y="9687"/>
                  </a:lnTo>
                  <a:lnTo>
                    <a:pt x="903" y="9947"/>
                  </a:lnTo>
                  <a:lnTo>
                    <a:pt x="1064" y="10188"/>
                  </a:lnTo>
                  <a:lnTo>
                    <a:pt x="1244" y="10449"/>
                  </a:lnTo>
                  <a:lnTo>
                    <a:pt x="1425" y="10689"/>
                  </a:lnTo>
                  <a:lnTo>
                    <a:pt x="1625" y="10930"/>
                  </a:lnTo>
                  <a:lnTo>
                    <a:pt x="1846" y="11151"/>
                  </a:lnTo>
                  <a:lnTo>
                    <a:pt x="2067" y="11371"/>
                  </a:lnTo>
                  <a:lnTo>
                    <a:pt x="2307" y="11572"/>
                  </a:lnTo>
                  <a:lnTo>
                    <a:pt x="2548" y="11772"/>
                  </a:lnTo>
                  <a:lnTo>
                    <a:pt x="2809" y="11953"/>
                  </a:lnTo>
                  <a:lnTo>
                    <a:pt x="3069" y="12133"/>
                  </a:lnTo>
                  <a:lnTo>
                    <a:pt x="3350" y="12294"/>
                  </a:lnTo>
                  <a:lnTo>
                    <a:pt x="3631" y="12454"/>
                  </a:lnTo>
                  <a:lnTo>
                    <a:pt x="3932" y="12595"/>
                  </a:lnTo>
                  <a:lnTo>
                    <a:pt x="4252" y="12715"/>
                  </a:lnTo>
                  <a:lnTo>
                    <a:pt x="4573" y="12835"/>
                  </a:lnTo>
                  <a:lnTo>
                    <a:pt x="4894" y="12935"/>
                  </a:lnTo>
                  <a:lnTo>
                    <a:pt x="5235" y="13016"/>
                  </a:lnTo>
                  <a:lnTo>
                    <a:pt x="5576" y="13076"/>
                  </a:lnTo>
                  <a:lnTo>
                    <a:pt x="5937" y="13116"/>
                  </a:lnTo>
                  <a:lnTo>
                    <a:pt x="6298" y="13156"/>
                  </a:lnTo>
                  <a:lnTo>
                    <a:pt x="7040" y="13156"/>
                  </a:lnTo>
                  <a:lnTo>
                    <a:pt x="7421" y="13116"/>
                  </a:lnTo>
                  <a:lnTo>
                    <a:pt x="7882" y="13056"/>
                  </a:lnTo>
                  <a:lnTo>
                    <a:pt x="8324" y="12976"/>
                  </a:lnTo>
                  <a:lnTo>
                    <a:pt x="8765" y="12835"/>
                  </a:lnTo>
                  <a:lnTo>
                    <a:pt x="9186" y="12675"/>
                  </a:lnTo>
                  <a:lnTo>
                    <a:pt x="9587" y="12494"/>
                  </a:lnTo>
                  <a:lnTo>
                    <a:pt x="9968" y="12274"/>
                  </a:lnTo>
                  <a:lnTo>
                    <a:pt x="10349" y="12013"/>
                  </a:lnTo>
                  <a:lnTo>
                    <a:pt x="10690" y="11752"/>
                  </a:lnTo>
                  <a:lnTo>
                    <a:pt x="11031" y="11451"/>
                  </a:lnTo>
                  <a:lnTo>
                    <a:pt x="11332" y="11131"/>
                  </a:lnTo>
                  <a:lnTo>
                    <a:pt x="11633" y="10790"/>
                  </a:lnTo>
                  <a:lnTo>
                    <a:pt x="11893" y="10409"/>
                  </a:lnTo>
                  <a:lnTo>
                    <a:pt x="12134" y="10028"/>
                  </a:lnTo>
                  <a:lnTo>
                    <a:pt x="12355" y="9626"/>
                  </a:lnTo>
                  <a:lnTo>
                    <a:pt x="12555" y="9225"/>
                  </a:lnTo>
                  <a:lnTo>
                    <a:pt x="12736" y="8784"/>
                  </a:lnTo>
                  <a:lnTo>
                    <a:pt x="12856" y="8403"/>
                  </a:lnTo>
                  <a:lnTo>
                    <a:pt x="12956" y="8022"/>
                  </a:lnTo>
                  <a:lnTo>
                    <a:pt x="13036" y="7641"/>
                  </a:lnTo>
                  <a:lnTo>
                    <a:pt x="13076" y="7240"/>
                  </a:lnTo>
                  <a:lnTo>
                    <a:pt x="13117" y="6859"/>
                  </a:lnTo>
                  <a:lnTo>
                    <a:pt x="13117" y="6478"/>
                  </a:lnTo>
                  <a:lnTo>
                    <a:pt x="13097" y="6117"/>
                  </a:lnTo>
                  <a:lnTo>
                    <a:pt x="13076" y="5736"/>
                  </a:lnTo>
                  <a:lnTo>
                    <a:pt x="13016" y="5375"/>
                  </a:lnTo>
                  <a:lnTo>
                    <a:pt x="12936" y="5014"/>
                  </a:lnTo>
                  <a:lnTo>
                    <a:pt x="12836" y="4653"/>
                  </a:lnTo>
                  <a:lnTo>
                    <a:pt x="12715" y="4312"/>
                  </a:lnTo>
                  <a:lnTo>
                    <a:pt x="12575" y="3971"/>
                  </a:lnTo>
                  <a:lnTo>
                    <a:pt x="12415" y="3650"/>
                  </a:lnTo>
                  <a:lnTo>
                    <a:pt x="12254" y="3329"/>
                  </a:lnTo>
                  <a:lnTo>
                    <a:pt x="12054" y="3008"/>
                  </a:lnTo>
                  <a:lnTo>
                    <a:pt x="11853" y="2708"/>
                  </a:lnTo>
                  <a:lnTo>
                    <a:pt x="11633" y="2427"/>
                  </a:lnTo>
                  <a:lnTo>
                    <a:pt x="11392" y="2146"/>
                  </a:lnTo>
                  <a:lnTo>
                    <a:pt x="11131" y="1885"/>
                  </a:lnTo>
                  <a:lnTo>
                    <a:pt x="10850" y="1645"/>
                  </a:lnTo>
                  <a:lnTo>
                    <a:pt x="10570" y="1404"/>
                  </a:lnTo>
                  <a:lnTo>
                    <a:pt x="10269" y="1183"/>
                  </a:lnTo>
                  <a:lnTo>
                    <a:pt x="9948" y="983"/>
                  </a:lnTo>
                  <a:lnTo>
                    <a:pt x="9627" y="802"/>
                  </a:lnTo>
                  <a:lnTo>
                    <a:pt x="9286" y="622"/>
                  </a:lnTo>
                  <a:lnTo>
                    <a:pt x="8945" y="482"/>
                  </a:lnTo>
                  <a:lnTo>
                    <a:pt x="8584" y="341"/>
                  </a:lnTo>
                  <a:lnTo>
                    <a:pt x="8203" y="241"/>
                  </a:lnTo>
                  <a:lnTo>
                    <a:pt x="7822" y="141"/>
                  </a:lnTo>
                  <a:lnTo>
                    <a:pt x="7441" y="80"/>
                  </a:lnTo>
                  <a:lnTo>
                    <a:pt x="7040" y="4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42">
              <a:extLst>
                <a:ext uri="{FF2B5EF4-FFF2-40B4-BE49-F238E27FC236}">
                  <a16:creationId xmlns:a16="http://schemas.microsoft.com/office/drawing/2014/main" id="{508734ED-D8CC-8D66-36AD-0BAA2FA25712}"/>
                </a:ext>
              </a:extLst>
            </p:cNvPr>
            <p:cNvSpPr/>
            <p:nvPr/>
          </p:nvSpPr>
          <p:spPr>
            <a:xfrm>
              <a:off x="10739250" y="2725863"/>
              <a:ext cx="327925" cy="328925"/>
            </a:xfrm>
            <a:custGeom>
              <a:avLst/>
              <a:gdLst/>
              <a:ahLst/>
              <a:cxnLst/>
              <a:rect l="l" t="t" r="r" b="b"/>
              <a:pathLst>
                <a:path w="13117" h="13157" fill="none" extrusionOk="0">
                  <a:moveTo>
                    <a:pt x="41" y="7481"/>
                  </a:moveTo>
                  <a:lnTo>
                    <a:pt x="41" y="7481"/>
                  </a:lnTo>
                  <a:lnTo>
                    <a:pt x="81" y="7761"/>
                  </a:lnTo>
                  <a:lnTo>
                    <a:pt x="121" y="8042"/>
                  </a:lnTo>
                  <a:lnTo>
                    <a:pt x="201" y="8323"/>
                  </a:lnTo>
                  <a:lnTo>
                    <a:pt x="282" y="8604"/>
                  </a:lnTo>
                  <a:lnTo>
                    <a:pt x="382" y="8864"/>
                  </a:lnTo>
                  <a:lnTo>
                    <a:pt x="482" y="9145"/>
                  </a:lnTo>
                  <a:lnTo>
                    <a:pt x="603" y="9406"/>
                  </a:lnTo>
                  <a:lnTo>
                    <a:pt x="743" y="9687"/>
                  </a:lnTo>
                  <a:lnTo>
                    <a:pt x="903" y="9947"/>
                  </a:lnTo>
                  <a:lnTo>
                    <a:pt x="1064" y="10188"/>
                  </a:lnTo>
                  <a:lnTo>
                    <a:pt x="1244" y="10449"/>
                  </a:lnTo>
                  <a:lnTo>
                    <a:pt x="1425" y="10689"/>
                  </a:lnTo>
                  <a:lnTo>
                    <a:pt x="1625" y="10930"/>
                  </a:lnTo>
                  <a:lnTo>
                    <a:pt x="1846" y="11151"/>
                  </a:lnTo>
                  <a:lnTo>
                    <a:pt x="2067" y="11371"/>
                  </a:lnTo>
                  <a:lnTo>
                    <a:pt x="2307" y="11572"/>
                  </a:lnTo>
                  <a:lnTo>
                    <a:pt x="2548" y="11772"/>
                  </a:lnTo>
                  <a:lnTo>
                    <a:pt x="2809" y="11953"/>
                  </a:lnTo>
                  <a:lnTo>
                    <a:pt x="3069" y="12133"/>
                  </a:lnTo>
                  <a:lnTo>
                    <a:pt x="3350" y="12294"/>
                  </a:lnTo>
                  <a:lnTo>
                    <a:pt x="3631" y="12454"/>
                  </a:lnTo>
                  <a:lnTo>
                    <a:pt x="3932" y="12595"/>
                  </a:lnTo>
                  <a:lnTo>
                    <a:pt x="4252" y="12715"/>
                  </a:lnTo>
                  <a:lnTo>
                    <a:pt x="4573" y="12835"/>
                  </a:lnTo>
                  <a:lnTo>
                    <a:pt x="4894" y="12935"/>
                  </a:lnTo>
                  <a:lnTo>
                    <a:pt x="5235" y="13016"/>
                  </a:lnTo>
                  <a:lnTo>
                    <a:pt x="5576" y="13076"/>
                  </a:lnTo>
                  <a:lnTo>
                    <a:pt x="5937" y="13116"/>
                  </a:lnTo>
                  <a:lnTo>
                    <a:pt x="6298" y="13156"/>
                  </a:lnTo>
                  <a:lnTo>
                    <a:pt x="6659" y="13156"/>
                  </a:lnTo>
                  <a:lnTo>
                    <a:pt x="7040" y="13156"/>
                  </a:lnTo>
                  <a:lnTo>
                    <a:pt x="7421" y="13116"/>
                  </a:lnTo>
                  <a:lnTo>
                    <a:pt x="7421" y="13116"/>
                  </a:lnTo>
                  <a:lnTo>
                    <a:pt x="7882" y="13056"/>
                  </a:lnTo>
                  <a:lnTo>
                    <a:pt x="8324" y="12976"/>
                  </a:lnTo>
                  <a:lnTo>
                    <a:pt x="8765" y="12835"/>
                  </a:lnTo>
                  <a:lnTo>
                    <a:pt x="9186" y="12675"/>
                  </a:lnTo>
                  <a:lnTo>
                    <a:pt x="9587" y="12494"/>
                  </a:lnTo>
                  <a:lnTo>
                    <a:pt x="9968" y="12274"/>
                  </a:lnTo>
                  <a:lnTo>
                    <a:pt x="10349" y="12013"/>
                  </a:lnTo>
                  <a:lnTo>
                    <a:pt x="10690" y="11752"/>
                  </a:lnTo>
                  <a:lnTo>
                    <a:pt x="11031" y="11451"/>
                  </a:lnTo>
                  <a:lnTo>
                    <a:pt x="11332" y="11131"/>
                  </a:lnTo>
                  <a:lnTo>
                    <a:pt x="11633" y="10790"/>
                  </a:lnTo>
                  <a:lnTo>
                    <a:pt x="11893" y="10409"/>
                  </a:lnTo>
                  <a:lnTo>
                    <a:pt x="12134" y="10028"/>
                  </a:lnTo>
                  <a:lnTo>
                    <a:pt x="12355" y="9626"/>
                  </a:lnTo>
                  <a:lnTo>
                    <a:pt x="12555" y="9225"/>
                  </a:lnTo>
                  <a:lnTo>
                    <a:pt x="12736" y="8784"/>
                  </a:lnTo>
                  <a:lnTo>
                    <a:pt x="12736" y="8784"/>
                  </a:lnTo>
                  <a:lnTo>
                    <a:pt x="12856" y="8403"/>
                  </a:lnTo>
                  <a:lnTo>
                    <a:pt x="12956" y="8022"/>
                  </a:lnTo>
                  <a:lnTo>
                    <a:pt x="13036" y="7641"/>
                  </a:lnTo>
                  <a:lnTo>
                    <a:pt x="13076" y="7240"/>
                  </a:lnTo>
                  <a:lnTo>
                    <a:pt x="13117" y="6859"/>
                  </a:lnTo>
                  <a:lnTo>
                    <a:pt x="13117" y="6478"/>
                  </a:lnTo>
                  <a:lnTo>
                    <a:pt x="13097" y="6117"/>
                  </a:lnTo>
                  <a:lnTo>
                    <a:pt x="13076" y="5736"/>
                  </a:lnTo>
                  <a:lnTo>
                    <a:pt x="13016" y="5375"/>
                  </a:lnTo>
                  <a:lnTo>
                    <a:pt x="12936" y="5014"/>
                  </a:lnTo>
                  <a:lnTo>
                    <a:pt x="12836" y="4653"/>
                  </a:lnTo>
                  <a:lnTo>
                    <a:pt x="12715" y="4312"/>
                  </a:lnTo>
                  <a:lnTo>
                    <a:pt x="12575" y="3971"/>
                  </a:lnTo>
                  <a:lnTo>
                    <a:pt x="12415" y="3650"/>
                  </a:lnTo>
                  <a:lnTo>
                    <a:pt x="12254" y="3329"/>
                  </a:lnTo>
                  <a:lnTo>
                    <a:pt x="12054" y="3008"/>
                  </a:lnTo>
                  <a:lnTo>
                    <a:pt x="11853" y="2708"/>
                  </a:lnTo>
                  <a:lnTo>
                    <a:pt x="11633" y="2427"/>
                  </a:lnTo>
                  <a:lnTo>
                    <a:pt x="11392" y="2146"/>
                  </a:lnTo>
                  <a:lnTo>
                    <a:pt x="11131" y="1885"/>
                  </a:lnTo>
                  <a:lnTo>
                    <a:pt x="10850" y="1645"/>
                  </a:lnTo>
                  <a:lnTo>
                    <a:pt x="10570" y="1404"/>
                  </a:lnTo>
                  <a:lnTo>
                    <a:pt x="10269" y="1183"/>
                  </a:lnTo>
                  <a:lnTo>
                    <a:pt x="9948" y="983"/>
                  </a:lnTo>
                  <a:lnTo>
                    <a:pt x="9627" y="802"/>
                  </a:lnTo>
                  <a:lnTo>
                    <a:pt x="9286" y="622"/>
                  </a:lnTo>
                  <a:lnTo>
                    <a:pt x="8945" y="482"/>
                  </a:lnTo>
                  <a:lnTo>
                    <a:pt x="8584" y="341"/>
                  </a:lnTo>
                  <a:lnTo>
                    <a:pt x="8203" y="241"/>
                  </a:lnTo>
                  <a:lnTo>
                    <a:pt x="7822" y="141"/>
                  </a:lnTo>
                  <a:lnTo>
                    <a:pt x="7441" y="80"/>
                  </a:lnTo>
                  <a:lnTo>
                    <a:pt x="7040" y="40"/>
                  </a:lnTo>
                  <a:lnTo>
                    <a:pt x="7040" y="40"/>
                  </a:lnTo>
                  <a:lnTo>
                    <a:pt x="6659" y="0"/>
                  </a:lnTo>
                  <a:lnTo>
                    <a:pt x="6278" y="20"/>
                  </a:lnTo>
                  <a:lnTo>
                    <a:pt x="5897" y="40"/>
                  </a:lnTo>
                  <a:lnTo>
                    <a:pt x="5536" y="80"/>
                  </a:lnTo>
                  <a:lnTo>
                    <a:pt x="5175" y="141"/>
                  </a:lnTo>
                  <a:lnTo>
                    <a:pt x="4814" y="241"/>
                  </a:lnTo>
                  <a:lnTo>
                    <a:pt x="4473" y="341"/>
                  </a:lnTo>
                  <a:lnTo>
                    <a:pt x="4132" y="462"/>
                  </a:lnTo>
                  <a:lnTo>
                    <a:pt x="3811" y="622"/>
                  </a:lnTo>
                  <a:lnTo>
                    <a:pt x="3490" y="782"/>
                  </a:lnTo>
                  <a:lnTo>
                    <a:pt x="3190" y="963"/>
                  </a:lnTo>
                  <a:lnTo>
                    <a:pt x="2889" y="1143"/>
                  </a:lnTo>
                  <a:lnTo>
                    <a:pt x="2608" y="1364"/>
                  </a:lnTo>
                  <a:lnTo>
                    <a:pt x="2327" y="1585"/>
                  </a:lnTo>
                  <a:lnTo>
                    <a:pt x="2067" y="1825"/>
                  </a:lnTo>
                  <a:lnTo>
                    <a:pt x="1826" y="2086"/>
                  </a:lnTo>
                  <a:lnTo>
                    <a:pt x="1585" y="2347"/>
                  </a:lnTo>
                  <a:lnTo>
                    <a:pt x="1365" y="2627"/>
                  </a:lnTo>
                  <a:lnTo>
                    <a:pt x="1164" y="2928"/>
                  </a:lnTo>
                  <a:lnTo>
                    <a:pt x="964" y="3229"/>
                  </a:lnTo>
                  <a:lnTo>
                    <a:pt x="803" y="3550"/>
                  </a:lnTo>
                  <a:lnTo>
                    <a:pt x="643" y="3871"/>
                  </a:lnTo>
                  <a:lnTo>
                    <a:pt x="482" y="4192"/>
                  </a:lnTo>
                  <a:lnTo>
                    <a:pt x="362" y="4533"/>
                  </a:lnTo>
                  <a:lnTo>
                    <a:pt x="262" y="4894"/>
                  </a:lnTo>
                  <a:lnTo>
                    <a:pt x="161" y="5234"/>
                  </a:lnTo>
                  <a:lnTo>
                    <a:pt x="101" y="5595"/>
                  </a:lnTo>
                  <a:lnTo>
                    <a:pt x="41" y="5977"/>
                  </a:lnTo>
                  <a:lnTo>
                    <a:pt x="1" y="6337"/>
                  </a:lnTo>
                  <a:lnTo>
                    <a:pt x="1" y="6719"/>
                  </a:lnTo>
                  <a:lnTo>
                    <a:pt x="1" y="7100"/>
                  </a:lnTo>
                  <a:lnTo>
                    <a:pt x="41" y="74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42">
              <a:extLst>
                <a:ext uri="{FF2B5EF4-FFF2-40B4-BE49-F238E27FC236}">
                  <a16:creationId xmlns:a16="http://schemas.microsoft.com/office/drawing/2014/main" id="{6EEBC305-B4C1-1F22-B91F-A831505092BB}"/>
                </a:ext>
              </a:extLst>
            </p:cNvPr>
            <p:cNvSpPr/>
            <p:nvPr/>
          </p:nvSpPr>
          <p:spPr>
            <a:xfrm>
              <a:off x="10776350" y="2763463"/>
              <a:ext cx="253725" cy="253700"/>
            </a:xfrm>
            <a:custGeom>
              <a:avLst/>
              <a:gdLst/>
              <a:ahLst/>
              <a:cxnLst/>
              <a:rect l="l" t="t" r="r" b="b"/>
              <a:pathLst>
                <a:path w="10149" h="10148" extrusionOk="0">
                  <a:moveTo>
                    <a:pt x="4874" y="0"/>
                  </a:moveTo>
                  <a:lnTo>
                    <a:pt x="4573" y="20"/>
                  </a:lnTo>
                  <a:lnTo>
                    <a:pt x="4313" y="61"/>
                  </a:lnTo>
                  <a:lnTo>
                    <a:pt x="4032" y="101"/>
                  </a:lnTo>
                  <a:lnTo>
                    <a:pt x="3771" y="181"/>
                  </a:lnTo>
                  <a:lnTo>
                    <a:pt x="3490" y="241"/>
                  </a:lnTo>
                  <a:lnTo>
                    <a:pt x="3250" y="341"/>
                  </a:lnTo>
                  <a:lnTo>
                    <a:pt x="2989" y="442"/>
                  </a:lnTo>
                  <a:lnTo>
                    <a:pt x="2748" y="582"/>
                  </a:lnTo>
                  <a:lnTo>
                    <a:pt x="2528" y="702"/>
                  </a:lnTo>
                  <a:lnTo>
                    <a:pt x="2287" y="843"/>
                  </a:lnTo>
                  <a:lnTo>
                    <a:pt x="2067" y="1003"/>
                  </a:lnTo>
                  <a:lnTo>
                    <a:pt x="1866" y="1184"/>
                  </a:lnTo>
                  <a:lnTo>
                    <a:pt x="1665" y="1364"/>
                  </a:lnTo>
                  <a:lnTo>
                    <a:pt x="1465" y="1545"/>
                  </a:lnTo>
                  <a:lnTo>
                    <a:pt x="1284" y="1765"/>
                  </a:lnTo>
                  <a:lnTo>
                    <a:pt x="1104" y="1986"/>
                  </a:lnTo>
                  <a:lnTo>
                    <a:pt x="944" y="2206"/>
                  </a:lnTo>
                  <a:lnTo>
                    <a:pt x="783" y="2447"/>
                  </a:lnTo>
                  <a:lnTo>
                    <a:pt x="643" y="2688"/>
                  </a:lnTo>
                  <a:lnTo>
                    <a:pt x="522" y="2928"/>
                  </a:lnTo>
                  <a:lnTo>
                    <a:pt x="402" y="3189"/>
                  </a:lnTo>
                  <a:lnTo>
                    <a:pt x="302" y="3470"/>
                  </a:lnTo>
                  <a:lnTo>
                    <a:pt x="222" y="3730"/>
                  </a:lnTo>
                  <a:lnTo>
                    <a:pt x="141" y="4011"/>
                  </a:lnTo>
                  <a:lnTo>
                    <a:pt x="81" y="4292"/>
                  </a:lnTo>
                  <a:lnTo>
                    <a:pt x="41" y="4593"/>
                  </a:lnTo>
                  <a:lnTo>
                    <a:pt x="21" y="4874"/>
                  </a:lnTo>
                  <a:lnTo>
                    <a:pt x="1" y="5174"/>
                  </a:lnTo>
                  <a:lnTo>
                    <a:pt x="21" y="5475"/>
                  </a:lnTo>
                  <a:lnTo>
                    <a:pt x="41" y="5776"/>
                  </a:lnTo>
                  <a:lnTo>
                    <a:pt x="101" y="6197"/>
                  </a:lnTo>
                  <a:lnTo>
                    <a:pt x="222" y="6638"/>
                  </a:lnTo>
                  <a:lnTo>
                    <a:pt x="382" y="7060"/>
                  </a:lnTo>
                  <a:lnTo>
                    <a:pt x="583" y="7461"/>
                  </a:lnTo>
                  <a:lnTo>
                    <a:pt x="823" y="7862"/>
                  </a:lnTo>
                  <a:lnTo>
                    <a:pt x="1104" y="8243"/>
                  </a:lnTo>
                  <a:lnTo>
                    <a:pt x="1425" y="8604"/>
                  </a:lnTo>
                  <a:lnTo>
                    <a:pt x="1786" y="8925"/>
                  </a:lnTo>
                  <a:lnTo>
                    <a:pt x="2167" y="9225"/>
                  </a:lnTo>
                  <a:lnTo>
                    <a:pt x="2387" y="9366"/>
                  </a:lnTo>
                  <a:lnTo>
                    <a:pt x="2588" y="9486"/>
                  </a:lnTo>
                  <a:lnTo>
                    <a:pt x="2829" y="9606"/>
                  </a:lnTo>
                  <a:lnTo>
                    <a:pt x="3049" y="9727"/>
                  </a:lnTo>
                  <a:lnTo>
                    <a:pt x="3290" y="9807"/>
                  </a:lnTo>
                  <a:lnTo>
                    <a:pt x="3531" y="9907"/>
                  </a:lnTo>
                  <a:lnTo>
                    <a:pt x="3791" y="9967"/>
                  </a:lnTo>
                  <a:lnTo>
                    <a:pt x="4052" y="10048"/>
                  </a:lnTo>
                  <a:lnTo>
                    <a:pt x="4313" y="10088"/>
                  </a:lnTo>
                  <a:lnTo>
                    <a:pt x="4593" y="10128"/>
                  </a:lnTo>
                  <a:lnTo>
                    <a:pt x="4874" y="10148"/>
                  </a:lnTo>
                  <a:lnTo>
                    <a:pt x="5456" y="10148"/>
                  </a:lnTo>
                  <a:lnTo>
                    <a:pt x="5737" y="10128"/>
                  </a:lnTo>
                  <a:lnTo>
                    <a:pt x="6098" y="10088"/>
                  </a:lnTo>
                  <a:lnTo>
                    <a:pt x="6438" y="10008"/>
                  </a:lnTo>
                  <a:lnTo>
                    <a:pt x="6779" y="9907"/>
                  </a:lnTo>
                  <a:lnTo>
                    <a:pt x="7100" y="9787"/>
                  </a:lnTo>
                  <a:lnTo>
                    <a:pt x="7401" y="9647"/>
                  </a:lnTo>
                  <a:lnTo>
                    <a:pt x="7702" y="9466"/>
                  </a:lnTo>
                  <a:lnTo>
                    <a:pt x="8003" y="9286"/>
                  </a:lnTo>
                  <a:lnTo>
                    <a:pt x="8263" y="9065"/>
                  </a:lnTo>
                  <a:lnTo>
                    <a:pt x="8524" y="8824"/>
                  </a:lnTo>
                  <a:lnTo>
                    <a:pt x="8765" y="8584"/>
                  </a:lnTo>
                  <a:lnTo>
                    <a:pt x="8985" y="8323"/>
                  </a:lnTo>
                  <a:lnTo>
                    <a:pt x="9206" y="8042"/>
                  </a:lnTo>
                  <a:lnTo>
                    <a:pt x="9386" y="7741"/>
                  </a:lnTo>
                  <a:lnTo>
                    <a:pt x="9547" y="7441"/>
                  </a:lnTo>
                  <a:lnTo>
                    <a:pt x="9707" y="7120"/>
                  </a:lnTo>
                  <a:lnTo>
                    <a:pt x="9828" y="6779"/>
                  </a:lnTo>
                  <a:lnTo>
                    <a:pt x="9888" y="6598"/>
                  </a:lnTo>
                  <a:lnTo>
                    <a:pt x="9988" y="6318"/>
                  </a:lnTo>
                  <a:lnTo>
                    <a:pt x="10048" y="6017"/>
                  </a:lnTo>
                  <a:lnTo>
                    <a:pt x="10088" y="5736"/>
                  </a:lnTo>
                  <a:lnTo>
                    <a:pt x="10128" y="5435"/>
                  </a:lnTo>
                  <a:lnTo>
                    <a:pt x="10149" y="5154"/>
                  </a:lnTo>
                  <a:lnTo>
                    <a:pt x="10128" y="4874"/>
                  </a:lnTo>
                  <a:lnTo>
                    <a:pt x="10108" y="4573"/>
                  </a:lnTo>
                  <a:lnTo>
                    <a:pt x="10088" y="4292"/>
                  </a:lnTo>
                  <a:lnTo>
                    <a:pt x="10028" y="4031"/>
                  </a:lnTo>
                  <a:lnTo>
                    <a:pt x="9968" y="3751"/>
                  </a:lnTo>
                  <a:lnTo>
                    <a:pt x="9888" y="3490"/>
                  </a:lnTo>
                  <a:lnTo>
                    <a:pt x="9788" y="3229"/>
                  </a:lnTo>
                  <a:lnTo>
                    <a:pt x="9687" y="2968"/>
                  </a:lnTo>
                  <a:lnTo>
                    <a:pt x="9567" y="2728"/>
                  </a:lnTo>
                  <a:lnTo>
                    <a:pt x="9427" y="2487"/>
                  </a:lnTo>
                  <a:lnTo>
                    <a:pt x="9266" y="2246"/>
                  </a:lnTo>
                  <a:lnTo>
                    <a:pt x="9106" y="2026"/>
                  </a:lnTo>
                  <a:lnTo>
                    <a:pt x="8945" y="1805"/>
                  </a:lnTo>
                  <a:lnTo>
                    <a:pt x="8745" y="1605"/>
                  </a:lnTo>
                  <a:lnTo>
                    <a:pt x="8544" y="1404"/>
                  </a:lnTo>
                  <a:lnTo>
                    <a:pt x="8344" y="1224"/>
                  </a:lnTo>
                  <a:lnTo>
                    <a:pt x="8123" y="1043"/>
                  </a:lnTo>
                  <a:lnTo>
                    <a:pt x="7902" y="883"/>
                  </a:lnTo>
                  <a:lnTo>
                    <a:pt x="7662" y="742"/>
                  </a:lnTo>
                  <a:lnTo>
                    <a:pt x="7421" y="602"/>
                  </a:lnTo>
                  <a:lnTo>
                    <a:pt x="7160" y="462"/>
                  </a:lnTo>
                  <a:lnTo>
                    <a:pt x="6900" y="361"/>
                  </a:lnTo>
                  <a:lnTo>
                    <a:pt x="6619" y="261"/>
                  </a:lnTo>
                  <a:lnTo>
                    <a:pt x="6338" y="181"/>
                  </a:lnTo>
                  <a:lnTo>
                    <a:pt x="6037" y="121"/>
                  </a:lnTo>
                  <a:lnTo>
                    <a:pt x="5757" y="61"/>
                  </a:lnTo>
                  <a:lnTo>
                    <a:pt x="5436" y="20"/>
                  </a:lnTo>
                  <a:lnTo>
                    <a:pt x="515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42">
              <a:extLst>
                <a:ext uri="{FF2B5EF4-FFF2-40B4-BE49-F238E27FC236}">
                  <a16:creationId xmlns:a16="http://schemas.microsoft.com/office/drawing/2014/main" id="{D7A49172-0E12-101F-E965-510DEC944897}"/>
                </a:ext>
              </a:extLst>
            </p:cNvPr>
            <p:cNvSpPr/>
            <p:nvPr/>
          </p:nvSpPr>
          <p:spPr>
            <a:xfrm>
              <a:off x="10776350" y="2763463"/>
              <a:ext cx="253725" cy="253700"/>
            </a:xfrm>
            <a:custGeom>
              <a:avLst/>
              <a:gdLst/>
              <a:ahLst/>
              <a:cxnLst/>
              <a:rect l="l" t="t" r="r" b="b"/>
              <a:pathLst>
                <a:path w="10149" h="10148" fill="none" extrusionOk="0">
                  <a:moveTo>
                    <a:pt x="9888" y="6598"/>
                  </a:moveTo>
                  <a:lnTo>
                    <a:pt x="9888" y="6598"/>
                  </a:lnTo>
                  <a:lnTo>
                    <a:pt x="9828" y="6779"/>
                  </a:lnTo>
                  <a:lnTo>
                    <a:pt x="9828" y="6779"/>
                  </a:lnTo>
                  <a:lnTo>
                    <a:pt x="9707" y="7120"/>
                  </a:lnTo>
                  <a:lnTo>
                    <a:pt x="9547" y="7441"/>
                  </a:lnTo>
                  <a:lnTo>
                    <a:pt x="9386" y="7741"/>
                  </a:lnTo>
                  <a:lnTo>
                    <a:pt x="9206" y="8042"/>
                  </a:lnTo>
                  <a:lnTo>
                    <a:pt x="8985" y="8323"/>
                  </a:lnTo>
                  <a:lnTo>
                    <a:pt x="8765" y="8584"/>
                  </a:lnTo>
                  <a:lnTo>
                    <a:pt x="8524" y="8824"/>
                  </a:lnTo>
                  <a:lnTo>
                    <a:pt x="8263" y="9065"/>
                  </a:lnTo>
                  <a:lnTo>
                    <a:pt x="8003" y="9286"/>
                  </a:lnTo>
                  <a:lnTo>
                    <a:pt x="7702" y="9466"/>
                  </a:lnTo>
                  <a:lnTo>
                    <a:pt x="7401" y="9647"/>
                  </a:lnTo>
                  <a:lnTo>
                    <a:pt x="7100" y="9787"/>
                  </a:lnTo>
                  <a:lnTo>
                    <a:pt x="6779" y="9907"/>
                  </a:lnTo>
                  <a:lnTo>
                    <a:pt x="6438" y="10008"/>
                  </a:lnTo>
                  <a:lnTo>
                    <a:pt x="6098" y="10088"/>
                  </a:lnTo>
                  <a:lnTo>
                    <a:pt x="5737" y="10128"/>
                  </a:lnTo>
                  <a:lnTo>
                    <a:pt x="5737" y="10128"/>
                  </a:lnTo>
                  <a:lnTo>
                    <a:pt x="5456" y="10148"/>
                  </a:lnTo>
                  <a:lnTo>
                    <a:pt x="5155" y="10148"/>
                  </a:lnTo>
                  <a:lnTo>
                    <a:pt x="4874" y="10148"/>
                  </a:lnTo>
                  <a:lnTo>
                    <a:pt x="4593" y="10128"/>
                  </a:lnTo>
                  <a:lnTo>
                    <a:pt x="4313" y="10088"/>
                  </a:lnTo>
                  <a:lnTo>
                    <a:pt x="4052" y="10048"/>
                  </a:lnTo>
                  <a:lnTo>
                    <a:pt x="3791" y="9967"/>
                  </a:lnTo>
                  <a:lnTo>
                    <a:pt x="3531" y="9907"/>
                  </a:lnTo>
                  <a:lnTo>
                    <a:pt x="3290" y="9807"/>
                  </a:lnTo>
                  <a:lnTo>
                    <a:pt x="3049" y="9727"/>
                  </a:lnTo>
                  <a:lnTo>
                    <a:pt x="2829" y="9606"/>
                  </a:lnTo>
                  <a:lnTo>
                    <a:pt x="2588" y="9486"/>
                  </a:lnTo>
                  <a:lnTo>
                    <a:pt x="2387" y="9366"/>
                  </a:lnTo>
                  <a:lnTo>
                    <a:pt x="2167" y="9225"/>
                  </a:lnTo>
                  <a:lnTo>
                    <a:pt x="1786" y="8925"/>
                  </a:lnTo>
                  <a:lnTo>
                    <a:pt x="1425" y="8604"/>
                  </a:lnTo>
                  <a:lnTo>
                    <a:pt x="1104" y="8243"/>
                  </a:lnTo>
                  <a:lnTo>
                    <a:pt x="823" y="7862"/>
                  </a:lnTo>
                  <a:lnTo>
                    <a:pt x="583" y="7461"/>
                  </a:lnTo>
                  <a:lnTo>
                    <a:pt x="382" y="7060"/>
                  </a:lnTo>
                  <a:lnTo>
                    <a:pt x="222" y="6638"/>
                  </a:lnTo>
                  <a:lnTo>
                    <a:pt x="101" y="6197"/>
                  </a:lnTo>
                  <a:lnTo>
                    <a:pt x="41" y="5776"/>
                  </a:lnTo>
                  <a:lnTo>
                    <a:pt x="41" y="5776"/>
                  </a:lnTo>
                  <a:lnTo>
                    <a:pt x="21" y="5475"/>
                  </a:lnTo>
                  <a:lnTo>
                    <a:pt x="1" y="5174"/>
                  </a:lnTo>
                  <a:lnTo>
                    <a:pt x="21" y="4874"/>
                  </a:lnTo>
                  <a:lnTo>
                    <a:pt x="41" y="4593"/>
                  </a:lnTo>
                  <a:lnTo>
                    <a:pt x="81" y="4292"/>
                  </a:lnTo>
                  <a:lnTo>
                    <a:pt x="141" y="4011"/>
                  </a:lnTo>
                  <a:lnTo>
                    <a:pt x="222" y="3730"/>
                  </a:lnTo>
                  <a:lnTo>
                    <a:pt x="302" y="3470"/>
                  </a:lnTo>
                  <a:lnTo>
                    <a:pt x="402" y="3189"/>
                  </a:lnTo>
                  <a:lnTo>
                    <a:pt x="522" y="2928"/>
                  </a:lnTo>
                  <a:lnTo>
                    <a:pt x="643" y="2688"/>
                  </a:lnTo>
                  <a:lnTo>
                    <a:pt x="783" y="2447"/>
                  </a:lnTo>
                  <a:lnTo>
                    <a:pt x="944" y="2206"/>
                  </a:lnTo>
                  <a:lnTo>
                    <a:pt x="1104" y="1986"/>
                  </a:lnTo>
                  <a:lnTo>
                    <a:pt x="1284" y="1765"/>
                  </a:lnTo>
                  <a:lnTo>
                    <a:pt x="1465" y="1545"/>
                  </a:lnTo>
                  <a:lnTo>
                    <a:pt x="1465" y="1545"/>
                  </a:lnTo>
                  <a:lnTo>
                    <a:pt x="1665" y="1364"/>
                  </a:lnTo>
                  <a:lnTo>
                    <a:pt x="1866" y="1184"/>
                  </a:lnTo>
                  <a:lnTo>
                    <a:pt x="2067" y="1003"/>
                  </a:lnTo>
                  <a:lnTo>
                    <a:pt x="2287" y="843"/>
                  </a:lnTo>
                  <a:lnTo>
                    <a:pt x="2528" y="702"/>
                  </a:lnTo>
                  <a:lnTo>
                    <a:pt x="2748" y="582"/>
                  </a:lnTo>
                  <a:lnTo>
                    <a:pt x="2989" y="442"/>
                  </a:lnTo>
                  <a:lnTo>
                    <a:pt x="3250" y="341"/>
                  </a:lnTo>
                  <a:lnTo>
                    <a:pt x="3490" y="241"/>
                  </a:lnTo>
                  <a:lnTo>
                    <a:pt x="3771" y="181"/>
                  </a:lnTo>
                  <a:lnTo>
                    <a:pt x="4032" y="101"/>
                  </a:lnTo>
                  <a:lnTo>
                    <a:pt x="4313" y="61"/>
                  </a:lnTo>
                  <a:lnTo>
                    <a:pt x="4573" y="20"/>
                  </a:lnTo>
                  <a:lnTo>
                    <a:pt x="4874" y="0"/>
                  </a:lnTo>
                  <a:lnTo>
                    <a:pt x="5155" y="0"/>
                  </a:lnTo>
                  <a:lnTo>
                    <a:pt x="5436" y="20"/>
                  </a:lnTo>
                  <a:lnTo>
                    <a:pt x="5436" y="20"/>
                  </a:lnTo>
                  <a:lnTo>
                    <a:pt x="5757" y="61"/>
                  </a:lnTo>
                  <a:lnTo>
                    <a:pt x="6037" y="121"/>
                  </a:lnTo>
                  <a:lnTo>
                    <a:pt x="6338" y="181"/>
                  </a:lnTo>
                  <a:lnTo>
                    <a:pt x="6619" y="261"/>
                  </a:lnTo>
                  <a:lnTo>
                    <a:pt x="6900" y="361"/>
                  </a:lnTo>
                  <a:lnTo>
                    <a:pt x="7160" y="462"/>
                  </a:lnTo>
                  <a:lnTo>
                    <a:pt x="7421" y="602"/>
                  </a:lnTo>
                  <a:lnTo>
                    <a:pt x="7662" y="742"/>
                  </a:lnTo>
                  <a:lnTo>
                    <a:pt x="7902" y="883"/>
                  </a:lnTo>
                  <a:lnTo>
                    <a:pt x="8123" y="1043"/>
                  </a:lnTo>
                  <a:lnTo>
                    <a:pt x="8344" y="1224"/>
                  </a:lnTo>
                  <a:lnTo>
                    <a:pt x="8544" y="1404"/>
                  </a:lnTo>
                  <a:lnTo>
                    <a:pt x="8745" y="1605"/>
                  </a:lnTo>
                  <a:lnTo>
                    <a:pt x="8945" y="1805"/>
                  </a:lnTo>
                  <a:lnTo>
                    <a:pt x="9106" y="2026"/>
                  </a:lnTo>
                  <a:lnTo>
                    <a:pt x="9266" y="2246"/>
                  </a:lnTo>
                  <a:lnTo>
                    <a:pt x="9427" y="2487"/>
                  </a:lnTo>
                  <a:lnTo>
                    <a:pt x="9567" y="2728"/>
                  </a:lnTo>
                  <a:lnTo>
                    <a:pt x="9687" y="2968"/>
                  </a:lnTo>
                  <a:lnTo>
                    <a:pt x="9788" y="3229"/>
                  </a:lnTo>
                  <a:lnTo>
                    <a:pt x="9888" y="3490"/>
                  </a:lnTo>
                  <a:lnTo>
                    <a:pt x="9968" y="3751"/>
                  </a:lnTo>
                  <a:lnTo>
                    <a:pt x="10028" y="4031"/>
                  </a:lnTo>
                  <a:lnTo>
                    <a:pt x="10088" y="4292"/>
                  </a:lnTo>
                  <a:lnTo>
                    <a:pt x="10108" y="4573"/>
                  </a:lnTo>
                  <a:lnTo>
                    <a:pt x="10128" y="4874"/>
                  </a:lnTo>
                  <a:lnTo>
                    <a:pt x="10149" y="5154"/>
                  </a:lnTo>
                  <a:lnTo>
                    <a:pt x="10128" y="5435"/>
                  </a:lnTo>
                  <a:lnTo>
                    <a:pt x="10088" y="5736"/>
                  </a:lnTo>
                  <a:lnTo>
                    <a:pt x="10048" y="6017"/>
                  </a:lnTo>
                  <a:lnTo>
                    <a:pt x="9988" y="6318"/>
                  </a:lnTo>
                  <a:lnTo>
                    <a:pt x="9888" y="65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42">
              <a:extLst>
                <a:ext uri="{FF2B5EF4-FFF2-40B4-BE49-F238E27FC236}">
                  <a16:creationId xmlns:a16="http://schemas.microsoft.com/office/drawing/2014/main" id="{1749D4E8-45CD-2D55-6BC1-AEEB2CC80ED4}"/>
                </a:ext>
              </a:extLst>
            </p:cNvPr>
            <p:cNvSpPr/>
            <p:nvPr/>
          </p:nvSpPr>
          <p:spPr>
            <a:xfrm>
              <a:off x="10776350" y="2802063"/>
              <a:ext cx="247200" cy="215100"/>
            </a:xfrm>
            <a:custGeom>
              <a:avLst/>
              <a:gdLst/>
              <a:ahLst/>
              <a:cxnLst/>
              <a:rect l="l" t="t" r="r" b="b"/>
              <a:pathLst>
                <a:path w="9888" h="8604" extrusionOk="0">
                  <a:moveTo>
                    <a:pt x="1465" y="1"/>
                  </a:moveTo>
                  <a:lnTo>
                    <a:pt x="1144" y="382"/>
                  </a:lnTo>
                  <a:lnTo>
                    <a:pt x="863" y="783"/>
                  </a:lnTo>
                  <a:lnTo>
                    <a:pt x="603" y="1224"/>
                  </a:lnTo>
                  <a:lnTo>
                    <a:pt x="402" y="1665"/>
                  </a:lnTo>
                  <a:lnTo>
                    <a:pt x="242" y="2146"/>
                  </a:lnTo>
                  <a:lnTo>
                    <a:pt x="161" y="2387"/>
                  </a:lnTo>
                  <a:lnTo>
                    <a:pt x="101" y="2628"/>
                  </a:lnTo>
                  <a:lnTo>
                    <a:pt x="61" y="2888"/>
                  </a:lnTo>
                  <a:lnTo>
                    <a:pt x="41" y="3149"/>
                  </a:lnTo>
                  <a:lnTo>
                    <a:pt x="21" y="3410"/>
                  </a:lnTo>
                  <a:lnTo>
                    <a:pt x="1" y="3671"/>
                  </a:lnTo>
                  <a:lnTo>
                    <a:pt x="21" y="3951"/>
                  </a:lnTo>
                  <a:lnTo>
                    <a:pt x="41" y="4232"/>
                  </a:lnTo>
                  <a:lnTo>
                    <a:pt x="101" y="4633"/>
                  </a:lnTo>
                  <a:lnTo>
                    <a:pt x="202" y="5034"/>
                  </a:lnTo>
                  <a:lnTo>
                    <a:pt x="362" y="5435"/>
                  </a:lnTo>
                  <a:lnTo>
                    <a:pt x="542" y="5816"/>
                  </a:lnTo>
                  <a:lnTo>
                    <a:pt x="763" y="6197"/>
                  </a:lnTo>
                  <a:lnTo>
                    <a:pt x="1004" y="6558"/>
                  </a:lnTo>
                  <a:lnTo>
                    <a:pt x="1284" y="6919"/>
                  </a:lnTo>
                  <a:lnTo>
                    <a:pt x="1605" y="7240"/>
                  </a:lnTo>
                  <a:lnTo>
                    <a:pt x="1966" y="7521"/>
                  </a:lnTo>
                  <a:lnTo>
                    <a:pt x="2347" y="7802"/>
                  </a:lnTo>
                  <a:lnTo>
                    <a:pt x="2748" y="8022"/>
                  </a:lnTo>
                  <a:lnTo>
                    <a:pt x="3190" y="8223"/>
                  </a:lnTo>
                  <a:lnTo>
                    <a:pt x="3651" y="8383"/>
                  </a:lnTo>
                  <a:lnTo>
                    <a:pt x="3892" y="8464"/>
                  </a:lnTo>
                  <a:lnTo>
                    <a:pt x="4132" y="8504"/>
                  </a:lnTo>
                  <a:lnTo>
                    <a:pt x="4393" y="8564"/>
                  </a:lnTo>
                  <a:lnTo>
                    <a:pt x="4654" y="8584"/>
                  </a:lnTo>
                  <a:lnTo>
                    <a:pt x="4914" y="8604"/>
                  </a:lnTo>
                  <a:lnTo>
                    <a:pt x="5456" y="8604"/>
                  </a:lnTo>
                  <a:lnTo>
                    <a:pt x="5737" y="8584"/>
                  </a:lnTo>
                  <a:lnTo>
                    <a:pt x="6098" y="8544"/>
                  </a:lnTo>
                  <a:lnTo>
                    <a:pt x="6438" y="8464"/>
                  </a:lnTo>
                  <a:lnTo>
                    <a:pt x="6779" y="8363"/>
                  </a:lnTo>
                  <a:lnTo>
                    <a:pt x="7100" y="8243"/>
                  </a:lnTo>
                  <a:lnTo>
                    <a:pt x="7401" y="8103"/>
                  </a:lnTo>
                  <a:lnTo>
                    <a:pt x="7702" y="7922"/>
                  </a:lnTo>
                  <a:lnTo>
                    <a:pt x="8003" y="7742"/>
                  </a:lnTo>
                  <a:lnTo>
                    <a:pt x="8263" y="7521"/>
                  </a:lnTo>
                  <a:lnTo>
                    <a:pt x="8524" y="7280"/>
                  </a:lnTo>
                  <a:lnTo>
                    <a:pt x="8765" y="7040"/>
                  </a:lnTo>
                  <a:lnTo>
                    <a:pt x="8985" y="6779"/>
                  </a:lnTo>
                  <a:lnTo>
                    <a:pt x="9206" y="6498"/>
                  </a:lnTo>
                  <a:lnTo>
                    <a:pt x="9386" y="6197"/>
                  </a:lnTo>
                  <a:lnTo>
                    <a:pt x="9547" y="5897"/>
                  </a:lnTo>
                  <a:lnTo>
                    <a:pt x="9707" y="5576"/>
                  </a:lnTo>
                  <a:lnTo>
                    <a:pt x="9828" y="5235"/>
                  </a:lnTo>
                  <a:lnTo>
                    <a:pt x="9888" y="5054"/>
                  </a:lnTo>
                  <a:lnTo>
                    <a:pt x="9687" y="5335"/>
                  </a:lnTo>
                  <a:lnTo>
                    <a:pt x="9467" y="5596"/>
                  </a:lnTo>
                  <a:lnTo>
                    <a:pt x="9226" y="5836"/>
                  </a:lnTo>
                  <a:lnTo>
                    <a:pt x="8965" y="6077"/>
                  </a:lnTo>
                  <a:lnTo>
                    <a:pt x="8705" y="6278"/>
                  </a:lnTo>
                  <a:lnTo>
                    <a:pt x="8404" y="6478"/>
                  </a:lnTo>
                  <a:lnTo>
                    <a:pt x="8103" y="6659"/>
                  </a:lnTo>
                  <a:lnTo>
                    <a:pt x="7782" y="6799"/>
                  </a:lnTo>
                  <a:lnTo>
                    <a:pt x="7401" y="6939"/>
                  </a:lnTo>
                  <a:lnTo>
                    <a:pt x="7000" y="7040"/>
                  </a:lnTo>
                  <a:lnTo>
                    <a:pt x="6619" y="7100"/>
                  </a:lnTo>
                  <a:lnTo>
                    <a:pt x="6218" y="7120"/>
                  </a:lnTo>
                  <a:lnTo>
                    <a:pt x="5797" y="7100"/>
                  </a:lnTo>
                  <a:lnTo>
                    <a:pt x="5376" y="7040"/>
                  </a:lnTo>
                  <a:lnTo>
                    <a:pt x="4974" y="6939"/>
                  </a:lnTo>
                  <a:lnTo>
                    <a:pt x="4573" y="6819"/>
                  </a:lnTo>
                  <a:lnTo>
                    <a:pt x="4192" y="6659"/>
                  </a:lnTo>
                  <a:lnTo>
                    <a:pt x="3811" y="6478"/>
                  </a:lnTo>
                  <a:lnTo>
                    <a:pt x="3450" y="6258"/>
                  </a:lnTo>
                  <a:lnTo>
                    <a:pt x="3109" y="6017"/>
                  </a:lnTo>
                  <a:lnTo>
                    <a:pt x="2768" y="5756"/>
                  </a:lnTo>
                  <a:lnTo>
                    <a:pt x="2468" y="5455"/>
                  </a:lnTo>
                  <a:lnTo>
                    <a:pt x="2187" y="5114"/>
                  </a:lnTo>
                  <a:lnTo>
                    <a:pt x="1946" y="4774"/>
                  </a:lnTo>
                  <a:lnTo>
                    <a:pt x="1726" y="4413"/>
                  </a:lnTo>
                  <a:lnTo>
                    <a:pt x="1545" y="4032"/>
                  </a:lnTo>
                  <a:lnTo>
                    <a:pt x="1385" y="3650"/>
                  </a:lnTo>
                  <a:lnTo>
                    <a:pt x="1264" y="3249"/>
                  </a:lnTo>
                  <a:lnTo>
                    <a:pt x="1164" y="2828"/>
                  </a:lnTo>
                  <a:lnTo>
                    <a:pt x="1104" y="2427"/>
                  </a:lnTo>
                  <a:lnTo>
                    <a:pt x="1084" y="2006"/>
                  </a:lnTo>
                  <a:lnTo>
                    <a:pt x="1084" y="1585"/>
                  </a:lnTo>
                  <a:lnTo>
                    <a:pt x="1124" y="1184"/>
                  </a:lnTo>
                  <a:lnTo>
                    <a:pt x="1204" y="783"/>
                  </a:lnTo>
                  <a:lnTo>
                    <a:pt x="1325" y="382"/>
                  </a:lnTo>
                  <a:lnTo>
                    <a:pt x="1465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42">
              <a:extLst>
                <a:ext uri="{FF2B5EF4-FFF2-40B4-BE49-F238E27FC236}">
                  <a16:creationId xmlns:a16="http://schemas.microsoft.com/office/drawing/2014/main" id="{89D52ACD-15EC-578F-4B5D-4E996D29B296}"/>
                </a:ext>
              </a:extLst>
            </p:cNvPr>
            <p:cNvSpPr/>
            <p:nvPr/>
          </p:nvSpPr>
          <p:spPr>
            <a:xfrm>
              <a:off x="10776350" y="2802063"/>
              <a:ext cx="247200" cy="215100"/>
            </a:xfrm>
            <a:custGeom>
              <a:avLst/>
              <a:gdLst/>
              <a:ahLst/>
              <a:cxnLst/>
              <a:rect l="l" t="t" r="r" b="b"/>
              <a:pathLst>
                <a:path w="9888" h="8604" fill="none" extrusionOk="0">
                  <a:moveTo>
                    <a:pt x="1465" y="1"/>
                  </a:moveTo>
                  <a:lnTo>
                    <a:pt x="1465" y="1"/>
                  </a:lnTo>
                  <a:lnTo>
                    <a:pt x="1144" y="382"/>
                  </a:lnTo>
                  <a:lnTo>
                    <a:pt x="863" y="783"/>
                  </a:lnTo>
                  <a:lnTo>
                    <a:pt x="603" y="1224"/>
                  </a:lnTo>
                  <a:lnTo>
                    <a:pt x="402" y="1665"/>
                  </a:lnTo>
                  <a:lnTo>
                    <a:pt x="242" y="2146"/>
                  </a:lnTo>
                  <a:lnTo>
                    <a:pt x="161" y="2387"/>
                  </a:lnTo>
                  <a:lnTo>
                    <a:pt x="101" y="2628"/>
                  </a:lnTo>
                  <a:lnTo>
                    <a:pt x="61" y="2888"/>
                  </a:lnTo>
                  <a:lnTo>
                    <a:pt x="41" y="3149"/>
                  </a:lnTo>
                  <a:lnTo>
                    <a:pt x="21" y="3410"/>
                  </a:lnTo>
                  <a:lnTo>
                    <a:pt x="1" y="3671"/>
                  </a:lnTo>
                  <a:lnTo>
                    <a:pt x="1" y="3671"/>
                  </a:lnTo>
                  <a:lnTo>
                    <a:pt x="21" y="3951"/>
                  </a:lnTo>
                  <a:lnTo>
                    <a:pt x="41" y="4232"/>
                  </a:lnTo>
                  <a:lnTo>
                    <a:pt x="41" y="4232"/>
                  </a:lnTo>
                  <a:lnTo>
                    <a:pt x="101" y="4633"/>
                  </a:lnTo>
                  <a:lnTo>
                    <a:pt x="202" y="5034"/>
                  </a:lnTo>
                  <a:lnTo>
                    <a:pt x="362" y="5435"/>
                  </a:lnTo>
                  <a:lnTo>
                    <a:pt x="542" y="5816"/>
                  </a:lnTo>
                  <a:lnTo>
                    <a:pt x="763" y="6197"/>
                  </a:lnTo>
                  <a:lnTo>
                    <a:pt x="1004" y="6558"/>
                  </a:lnTo>
                  <a:lnTo>
                    <a:pt x="1284" y="6919"/>
                  </a:lnTo>
                  <a:lnTo>
                    <a:pt x="1605" y="7240"/>
                  </a:lnTo>
                  <a:lnTo>
                    <a:pt x="1966" y="7521"/>
                  </a:lnTo>
                  <a:lnTo>
                    <a:pt x="2347" y="7802"/>
                  </a:lnTo>
                  <a:lnTo>
                    <a:pt x="2748" y="8022"/>
                  </a:lnTo>
                  <a:lnTo>
                    <a:pt x="3190" y="8223"/>
                  </a:lnTo>
                  <a:lnTo>
                    <a:pt x="3651" y="8383"/>
                  </a:lnTo>
                  <a:lnTo>
                    <a:pt x="3892" y="8464"/>
                  </a:lnTo>
                  <a:lnTo>
                    <a:pt x="4132" y="8504"/>
                  </a:lnTo>
                  <a:lnTo>
                    <a:pt x="4393" y="8564"/>
                  </a:lnTo>
                  <a:lnTo>
                    <a:pt x="4654" y="8584"/>
                  </a:lnTo>
                  <a:lnTo>
                    <a:pt x="4914" y="8604"/>
                  </a:lnTo>
                  <a:lnTo>
                    <a:pt x="5175" y="8604"/>
                  </a:lnTo>
                  <a:lnTo>
                    <a:pt x="5175" y="8604"/>
                  </a:lnTo>
                  <a:lnTo>
                    <a:pt x="5456" y="8604"/>
                  </a:lnTo>
                  <a:lnTo>
                    <a:pt x="5737" y="8584"/>
                  </a:lnTo>
                  <a:lnTo>
                    <a:pt x="5737" y="8584"/>
                  </a:lnTo>
                  <a:lnTo>
                    <a:pt x="6098" y="8544"/>
                  </a:lnTo>
                  <a:lnTo>
                    <a:pt x="6438" y="8464"/>
                  </a:lnTo>
                  <a:lnTo>
                    <a:pt x="6779" y="8363"/>
                  </a:lnTo>
                  <a:lnTo>
                    <a:pt x="7100" y="8243"/>
                  </a:lnTo>
                  <a:lnTo>
                    <a:pt x="7401" y="8103"/>
                  </a:lnTo>
                  <a:lnTo>
                    <a:pt x="7702" y="7922"/>
                  </a:lnTo>
                  <a:lnTo>
                    <a:pt x="8003" y="7742"/>
                  </a:lnTo>
                  <a:lnTo>
                    <a:pt x="8263" y="7521"/>
                  </a:lnTo>
                  <a:lnTo>
                    <a:pt x="8524" y="7280"/>
                  </a:lnTo>
                  <a:lnTo>
                    <a:pt x="8765" y="7040"/>
                  </a:lnTo>
                  <a:lnTo>
                    <a:pt x="8985" y="6779"/>
                  </a:lnTo>
                  <a:lnTo>
                    <a:pt x="9206" y="6498"/>
                  </a:lnTo>
                  <a:lnTo>
                    <a:pt x="9386" y="6197"/>
                  </a:lnTo>
                  <a:lnTo>
                    <a:pt x="9547" y="5897"/>
                  </a:lnTo>
                  <a:lnTo>
                    <a:pt x="9707" y="5576"/>
                  </a:lnTo>
                  <a:lnTo>
                    <a:pt x="9828" y="5235"/>
                  </a:lnTo>
                  <a:lnTo>
                    <a:pt x="9828" y="5235"/>
                  </a:lnTo>
                  <a:lnTo>
                    <a:pt x="9888" y="5054"/>
                  </a:lnTo>
                  <a:lnTo>
                    <a:pt x="9888" y="5054"/>
                  </a:lnTo>
                  <a:lnTo>
                    <a:pt x="9687" y="5335"/>
                  </a:lnTo>
                  <a:lnTo>
                    <a:pt x="9467" y="5596"/>
                  </a:lnTo>
                  <a:lnTo>
                    <a:pt x="9226" y="5836"/>
                  </a:lnTo>
                  <a:lnTo>
                    <a:pt x="8965" y="6077"/>
                  </a:lnTo>
                  <a:lnTo>
                    <a:pt x="8705" y="6278"/>
                  </a:lnTo>
                  <a:lnTo>
                    <a:pt x="8404" y="6478"/>
                  </a:lnTo>
                  <a:lnTo>
                    <a:pt x="8103" y="6659"/>
                  </a:lnTo>
                  <a:lnTo>
                    <a:pt x="7782" y="6799"/>
                  </a:lnTo>
                  <a:lnTo>
                    <a:pt x="7782" y="6799"/>
                  </a:lnTo>
                  <a:lnTo>
                    <a:pt x="7401" y="6939"/>
                  </a:lnTo>
                  <a:lnTo>
                    <a:pt x="7000" y="7040"/>
                  </a:lnTo>
                  <a:lnTo>
                    <a:pt x="6619" y="7100"/>
                  </a:lnTo>
                  <a:lnTo>
                    <a:pt x="6218" y="7120"/>
                  </a:lnTo>
                  <a:lnTo>
                    <a:pt x="6218" y="7120"/>
                  </a:lnTo>
                  <a:lnTo>
                    <a:pt x="5797" y="7100"/>
                  </a:lnTo>
                  <a:lnTo>
                    <a:pt x="5376" y="7040"/>
                  </a:lnTo>
                  <a:lnTo>
                    <a:pt x="4974" y="6939"/>
                  </a:lnTo>
                  <a:lnTo>
                    <a:pt x="4573" y="6819"/>
                  </a:lnTo>
                  <a:lnTo>
                    <a:pt x="4192" y="6659"/>
                  </a:lnTo>
                  <a:lnTo>
                    <a:pt x="3811" y="6478"/>
                  </a:lnTo>
                  <a:lnTo>
                    <a:pt x="3450" y="6258"/>
                  </a:lnTo>
                  <a:lnTo>
                    <a:pt x="3109" y="6017"/>
                  </a:lnTo>
                  <a:lnTo>
                    <a:pt x="3109" y="6017"/>
                  </a:lnTo>
                  <a:lnTo>
                    <a:pt x="2768" y="5756"/>
                  </a:lnTo>
                  <a:lnTo>
                    <a:pt x="2468" y="5455"/>
                  </a:lnTo>
                  <a:lnTo>
                    <a:pt x="2187" y="5114"/>
                  </a:lnTo>
                  <a:lnTo>
                    <a:pt x="1946" y="4774"/>
                  </a:lnTo>
                  <a:lnTo>
                    <a:pt x="1726" y="4413"/>
                  </a:lnTo>
                  <a:lnTo>
                    <a:pt x="1545" y="4032"/>
                  </a:lnTo>
                  <a:lnTo>
                    <a:pt x="1385" y="3650"/>
                  </a:lnTo>
                  <a:lnTo>
                    <a:pt x="1264" y="3249"/>
                  </a:lnTo>
                  <a:lnTo>
                    <a:pt x="1164" y="2828"/>
                  </a:lnTo>
                  <a:lnTo>
                    <a:pt x="1104" y="2427"/>
                  </a:lnTo>
                  <a:lnTo>
                    <a:pt x="1084" y="2006"/>
                  </a:lnTo>
                  <a:lnTo>
                    <a:pt x="1084" y="1585"/>
                  </a:lnTo>
                  <a:lnTo>
                    <a:pt x="1124" y="1184"/>
                  </a:lnTo>
                  <a:lnTo>
                    <a:pt x="1204" y="783"/>
                  </a:lnTo>
                  <a:lnTo>
                    <a:pt x="1325" y="382"/>
                  </a:lnTo>
                  <a:lnTo>
                    <a:pt x="146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42">
              <a:extLst>
                <a:ext uri="{FF2B5EF4-FFF2-40B4-BE49-F238E27FC236}">
                  <a16:creationId xmlns:a16="http://schemas.microsoft.com/office/drawing/2014/main" id="{94C1BCE5-0882-F423-26CD-7C68E53F763B}"/>
                </a:ext>
              </a:extLst>
            </p:cNvPr>
            <p:cNvSpPr/>
            <p:nvPr/>
          </p:nvSpPr>
          <p:spPr>
            <a:xfrm>
              <a:off x="10567800" y="2947463"/>
              <a:ext cx="147425" cy="55675"/>
            </a:xfrm>
            <a:custGeom>
              <a:avLst/>
              <a:gdLst/>
              <a:ahLst/>
              <a:cxnLst/>
              <a:rect l="l" t="t" r="r" b="b"/>
              <a:pathLst>
                <a:path w="5897" h="2227" extrusionOk="0">
                  <a:moveTo>
                    <a:pt x="1123" y="0"/>
                  </a:moveTo>
                  <a:lnTo>
                    <a:pt x="903" y="20"/>
                  </a:lnTo>
                  <a:lnTo>
                    <a:pt x="682" y="81"/>
                  </a:lnTo>
                  <a:lnTo>
                    <a:pt x="502" y="181"/>
                  </a:lnTo>
                  <a:lnTo>
                    <a:pt x="321" y="321"/>
                  </a:lnTo>
                  <a:lnTo>
                    <a:pt x="201" y="482"/>
                  </a:lnTo>
                  <a:lnTo>
                    <a:pt x="101" y="682"/>
                  </a:lnTo>
                  <a:lnTo>
                    <a:pt x="20" y="883"/>
                  </a:lnTo>
                  <a:lnTo>
                    <a:pt x="0" y="1103"/>
                  </a:lnTo>
                  <a:lnTo>
                    <a:pt x="20" y="1324"/>
                  </a:lnTo>
                  <a:lnTo>
                    <a:pt x="101" y="1545"/>
                  </a:lnTo>
                  <a:lnTo>
                    <a:pt x="201" y="1725"/>
                  </a:lnTo>
                  <a:lnTo>
                    <a:pt x="321" y="1886"/>
                  </a:lnTo>
                  <a:lnTo>
                    <a:pt x="502" y="2026"/>
                  </a:lnTo>
                  <a:lnTo>
                    <a:pt x="682" y="2126"/>
                  </a:lnTo>
                  <a:lnTo>
                    <a:pt x="903" y="2206"/>
                  </a:lnTo>
                  <a:lnTo>
                    <a:pt x="1123" y="2226"/>
                  </a:lnTo>
                  <a:lnTo>
                    <a:pt x="4793" y="2226"/>
                  </a:lnTo>
                  <a:lnTo>
                    <a:pt x="5014" y="2206"/>
                  </a:lnTo>
                  <a:lnTo>
                    <a:pt x="5214" y="2126"/>
                  </a:lnTo>
                  <a:lnTo>
                    <a:pt x="5415" y="2026"/>
                  </a:lnTo>
                  <a:lnTo>
                    <a:pt x="5575" y="1886"/>
                  </a:lnTo>
                  <a:lnTo>
                    <a:pt x="5716" y="1725"/>
                  </a:lnTo>
                  <a:lnTo>
                    <a:pt x="5816" y="1545"/>
                  </a:lnTo>
                  <a:lnTo>
                    <a:pt x="5876" y="1324"/>
                  </a:lnTo>
                  <a:lnTo>
                    <a:pt x="5896" y="1103"/>
                  </a:lnTo>
                  <a:lnTo>
                    <a:pt x="5876" y="883"/>
                  </a:lnTo>
                  <a:lnTo>
                    <a:pt x="5816" y="682"/>
                  </a:lnTo>
                  <a:lnTo>
                    <a:pt x="5716" y="482"/>
                  </a:lnTo>
                  <a:lnTo>
                    <a:pt x="5575" y="321"/>
                  </a:lnTo>
                  <a:lnTo>
                    <a:pt x="5415" y="181"/>
                  </a:lnTo>
                  <a:lnTo>
                    <a:pt x="5214" y="81"/>
                  </a:lnTo>
                  <a:lnTo>
                    <a:pt x="5014" y="20"/>
                  </a:lnTo>
                  <a:lnTo>
                    <a:pt x="479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42">
              <a:extLst>
                <a:ext uri="{FF2B5EF4-FFF2-40B4-BE49-F238E27FC236}">
                  <a16:creationId xmlns:a16="http://schemas.microsoft.com/office/drawing/2014/main" id="{20B653B9-C3A8-7451-0D84-7EF1D224B8AD}"/>
                </a:ext>
              </a:extLst>
            </p:cNvPr>
            <p:cNvSpPr/>
            <p:nvPr/>
          </p:nvSpPr>
          <p:spPr>
            <a:xfrm>
              <a:off x="10137625" y="3129963"/>
              <a:ext cx="1007775" cy="700425"/>
            </a:xfrm>
            <a:custGeom>
              <a:avLst/>
              <a:gdLst/>
              <a:ahLst/>
              <a:cxnLst/>
              <a:rect l="l" t="t" r="r" b="b"/>
              <a:pathLst>
                <a:path w="40311" h="28017" extrusionOk="0">
                  <a:moveTo>
                    <a:pt x="8263" y="0"/>
                  </a:moveTo>
                  <a:lnTo>
                    <a:pt x="7681" y="20"/>
                  </a:lnTo>
                  <a:lnTo>
                    <a:pt x="7280" y="60"/>
                  </a:lnTo>
                  <a:lnTo>
                    <a:pt x="6879" y="101"/>
                  </a:lnTo>
                  <a:lnTo>
                    <a:pt x="6498" y="181"/>
                  </a:lnTo>
                  <a:lnTo>
                    <a:pt x="6117" y="281"/>
                  </a:lnTo>
                  <a:lnTo>
                    <a:pt x="5736" y="381"/>
                  </a:lnTo>
                  <a:lnTo>
                    <a:pt x="5375" y="502"/>
                  </a:lnTo>
                  <a:lnTo>
                    <a:pt x="5014" y="662"/>
                  </a:lnTo>
                  <a:lnTo>
                    <a:pt x="4673" y="822"/>
                  </a:lnTo>
                  <a:lnTo>
                    <a:pt x="4332" y="983"/>
                  </a:lnTo>
                  <a:lnTo>
                    <a:pt x="3991" y="1183"/>
                  </a:lnTo>
                  <a:lnTo>
                    <a:pt x="3671" y="1384"/>
                  </a:lnTo>
                  <a:lnTo>
                    <a:pt x="3370" y="1605"/>
                  </a:lnTo>
                  <a:lnTo>
                    <a:pt x="3069" y="1825"/>
                  </a:lnTo>
                  <a:lnTo>
                    <a:pt x="2768" y="2066"/>
                  </a:lnTo>
                  <a:lnTo>
                    <a:pt x="2507" y="2327"/>
                  </a:lnTo>
                  <a:lnTo>
                    <a:pt x="2227" y="2607"/>
                  </a:lnTo>
                  <a:lnTo>
                    <a:pt x="1986" y="2888"/>
                  </a:lnTo>
                  <a:lnTo>
                    <a:pt x="1745" y="3189"/>
                  </a:lnTo>
                  <a:lnTo>
                    <a:pt x="1525" y="3490"/>
                  </a:lnTo>
                  <a:lnTo>
                    <a:pt x="1304" y="3791"/>
                  </a:lnTo>
                  <a:lnTo>
                    <a:pt x="1104" y="4131"/>
                  </a:lnTo>
                  <a:lnTo>
                    <a:pt x="923" y="4452"/>
                  </a:lnTo>
                  <a:lnTo>
                    <a:pt x="763" y="4813"/>
                  </a:lnTo>
                  <a:lnTo>
                    <a:pt x="602" y="5154"/>
                  </a:lnTo>
                  <a:lnTo>
                    <a:pt x="462" y="5515"/>
                  </a:lnTo>
                  <a:lnTo>
                    <a:pt x="341" y="5896"/>
                  </a:lnTo>
                  <a:lnTo>
                    <a:pt x="241" y="6257"/>
                  </a:lnTo>
                  <a:lnTo>
                    <a:pt x="161" y="6638"/>
                  </a:lnTo>
                  <a:lnTo>
                    <a:pt x="101" y="7039"/>
                  </a:lnTo>
                  <a:lnTo>
                    <a:pt x="41" y="7440"/>
                  </a:lnTo>
                  <a:lnTo>
                    <a:pt x="21" y="7842"/>
                  </a:lnTo>
                  <a:lnTo>
                    <a:pt x="1" y="8243"/>
                  </a:lnTo>
                  <a:lnTo>
                    <a:pt x="1" y="19774"/>
                  </a:lnTo>
                  <a:lnTo>
                    <a:pt x="21" y="20195"/>
                  </a:lnTo>
                  <a:lnTo>
                    <a:pt x="41" y="20616"/>
                  </a:lnTo>
                  <a:lnTo>
                    <a:pt x="101" y="21037"/>
                  </a:lnTo>
                  <a:lnTo>
                    <a:pt x="181" y="21439"/>
                  </a:lnTo>
                  <a:lnTo>
                    <a:pt x="261" y="21840"/>
                  </a:lnTo>
                  <a:lnTo>
                    <a:pt x="382" y="22241"/>
                  </a:lnTo>
                  <a:lnTo>
                    <a:pt x="502" y="22622"/>
                  </a:lnTo>
                  <a:lnTo>
                    <a:pt x="662" y="22983"/>
                  </a:lnTo>
                  <a:lnTo>
                    <a:pt x="823" y="23364"/>
                  </a:lnTo>
                  <a:lnTo>
                    <a:pt x="1003" y="23705"/>
                  </a:lnTo>
                  <a:lnTo>
                    <a:pt x="1204" y="24046"/>
                  </a:lnTo>
                  <a:lnTo>
                    <a:pt x="1424" y="24387"/>
                  </a:lnTo>
                  <a:lnTo>
                    <a:pt x="1645" y="24707"/>
                  </a:lnTo>
                  <a:lnTo>
                    <a:pt x="1886" y="25028"/>
                  </a:lnTo>
                  <a:lnTo>
                    <a:pt x="2146" y="25329"/>
                  </a:lnTo>
                  <a:lnTo>
                    <a:pt x="2427" y="25610"/>
                  </a:lnTo>
                  <a:lnTo>
                    <a:pt x="2708" y="25891"/>
                  </a:lnTo>
                  <a:lnTo>
                    <a:pt x="3009" y="26151"/>
                  </a:lnTo>
                  <a:lnTo>
                    <a:pt x="3330" y="26392"/>
                  </a:lnTo>
                  <a:lnTo>
                    <a:pt x="3650" y="26613"/>
                  </a:lnTo>
                  <a:lnTo>
                    <a:pt x="3971" y="26833"/>
                  </a:lnTo>
                  <a:lnTo>
                    <a:pt x="4332" y="27034"/>
                  </a:lnTo>
                  <a:lnTo>
                    <a:pt x="4673" y="27214"/>
                  </a:lnTo>
                  <a:lnTo>
                    <a:pt x="5034" y="27375"/>
                  </a:lnTo>
                  <a:lnTo>
                    <a:pt x="5415" y="27535"/>
                  </a:lnTo>
                  <a:lnTo>
                    <a:pt x="5796" y="27655"/>
                  </a:lnTo>
                  <a:lnTo>
                    <a:pt x="6197" y="27776"/>
                  </a:lnTo>
                  <a:lnTo>
                    <a:pt x="6598" y="27856"/>
                  </a:lnTo>
                  <a:lnTo>
                    <a:pt x="7000" y="27936"/>
                  </a:lnTo>
                  <a:lnTo>
                    <a:pt x="7401" y="27976"/>
                  </a:lnTo>
                  <a:lnTo>
                    <a:pt x="7822" y="28016"/>
                  </a:lnTo>
                  <a:lnTo>
                    <a:pt x="32068" y="28016"/>
                  </a:lnTo>
                  <a:lnTo>
                    <a:pt x="32649" y="27996"/>
                  </a:lnTo>
                  <a:lnTo>
                    <a:pt x="33251" y="27936"/>
                  </a:lnTo>
                  <a:lnTo>
                    <a:pt x="33812" y="27836"/>
                  </a:lnTo>
                  <a:lnTo>
                    <a:pt x="34374" y="27696"/>
                  </a:lnTo>
                  <a:lnTo>
                    <a:pt x="34915" y="27515"/>
                  </a:lnTo>
                  <a:lnTo>
                    <a:pt x="35437" y="27315"/>
                  </a:lnTo>
                  <a:lnTo>
                    <a:pt x="35938" y="27054"/>
                  </a:lnTo>
                  <a:lnTo>
                    <a:pt x="36420" y="26773"/>
                  </a:lnTo>
                  <a:lnTo>
                    <a:pt x="36901" y="26472"/>
                  </a:lnTo>
                  <a:lnTo>
                    <a:pt x="37322" y="26131"/>
                  </a:lnTo>
                  <a:lnTo>
                    <a:pt x="37743" y="25750"/>
                  </a:lnTo>
                  <a:lnTo>
                    <a:pt x="38144" y="25349"/>
                  </a:lnTo>
                  <a:lnTo>
                    <a:pt x="38505" y="24928"/>
                  </a:lnTo>
                  <a:lnTo>
                    <a:pt x="38826" y="24487"/>
                  </a:lnTo>
                  <a:lnTo>
                    <a:pt x="39147" y="24006"/>
                  </a:lnTo>
                  <a:lnTo>
                    <a:pt x="39408" y="23524"/>
                  </a:lnTo>
                  <a:lnTo>
                    <a:pt x="39608" y="23103"/>
                  </a:lnTo>
                  <a:lnTo>
                    <a:pt x="39789" y="22662"/>
                  </a:lnTo>
                  <a:lnTo>
                    <a:pt x="39949" y="22201"/>
                  </a:lnTo>
                  <a:lnTo>
                    <a:pt x="40069" y="21739"/>
                  </a:lnTo>
                  <a:lnTo>
                    <a:pt x="40170" y="21258"/>
                  </a:lnTo>
                  <a:lnTo>
                    <a:pt x="40250" y="20777"/>
                  </a:lnTo>
                  <a:lnTo>
                    <a:pt x="40290" y="20275"/>
                  </a:lnTo>
                  <a:lnTo>
                    <a:pt x="40310" y="19774"/>
                  </a:lnTo>
                  <a:lnTo>
                    <a:pt x="40310" y="8243"/>
                  </a:lnTo>
                  <a:lnTo>
                    <a:pt x="40290" y="7822"/>
                  </a:lnTo>
                  <a:lnTo>
                    <a:pt x="40270" y="7400"/>
                  </a:lnTo>
                  <a:lnTo>
                    <a:pt x="40210" y="6979"/>
                  </a:lnTo>
                  <a:lnTo>
                    <a:pt x="40150" y="6578"/>
                  </a:lnTo>
                  <a:lnTo>
                    <a:pt x="40049" y="6177"/>
                  </a:lnTo>
                  <a:lnTo>
                    <a:pt x="39929" y="5796"/>
                  </a:lnTo>
                  <a:lnTo>
                    <a:pt x="39809" y="5395"/>
                  </a:lnTo>
                  <a:lnTo>
                    <a:pt x="39668" y="5034"/>
                  </a:lnTo>
                  <a:lnTo>
                    <a:pt x="39488" y="4673"/>
                  </a:lnTo>
                  <a:lnTo>
                    <a:pt x="39307" y="4312"/>
                  </a:lnTo>
                  <a:lnTo>
                    <a:pt x="39107" y="3971"/>
                  </a:lnTo>
                  <a:lnTo>
                    <a:pt x="38906" y="3630"/>
                  </a:lnTo>
                  <a:lnTo>
                    <a:pt x="38666" y="3309"/>
                  </a:lnTo>
                  <a:lnTo>
                    <a:pt x="38425" y="2988"/>
                  </a:lnTo>
                  <a:lnTo>
                    <a:pt x="38164" y="2688"/>
                  </a:lnTo>
                  <a:lnTo>
                    <a:pt x="37904" y="2407"/>
                  </a:lnTo>
                  <a:lnTo>
                    <a:pt x="37603" y="2126"/>
                  </a:lnTo>
                  <a:lnTo>
                    <a:pt x="37302" y="1885"/>
                  </a:lnTo>
                  <a:lnTo>
                    <a:pt x="37001" y="1625"/>
                  </a:lnTo>
                  <a:lnTo>
                    <a:pt x="36680" y="1404"/>
                  </a:lnTo>
                  <a:lnTo>
                    <a:pt x="36339" y="1183"/>
                  </a:lnTo>
                  <a:lnTo>
                    <a:pt x="35998" y="983"/>
                  </a:lnTo>
                  <a:lnTo>
                    <a:pt x="35637" y="802"/>
                  </a:lnTo>
                  <a:lnTo>
                    <a:pt x="35276" y="642"/>
                  </a:lnTo>
                  <a:lnTo>
                    <a:pt x="34895" y="502"/>
                  </a:lnTo>
                  <a:lnTo>
                    <a:pt x="34514" y="361"/>
                  </a:lnTo>
                  <a:lnTo>
                    <a:pt x="34133" y="261"/>
                  </a:lnTo>
                  <a:lnTo>
                    <a:pt x="33732" y="161"/>
                  </a:lnTo>
                  <a:lnTo>
                    <a:pt x="33311" y="80"/>
                  </a:lnTo>
                  <a:lnTo>
                    <a:pt x="32910" y="40"/>
                  </a:lnTo>
                  <a:lnTo>
                    <a:pt x="324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42">
              <a:extLst>
                <a:ext uri="{FF2B5EF4-FFF2-40B4-BE49-F238E27FC236}">
                  <a16:creationId xmlns:a16="http://schemas.microsoft.com/office/drawing/2014/main" id="{E26C16D5-09C6-99E6-677C-FF948B6BED09}"/>
                </a:ext>
              </a:extLst>
            </p:cNvPr>
            <p:cNvSpPr/>
            <p:nvPr/>
          </p:nvSpPr>
          <p:spPr>
            <a:xfrm>
              <a:off x="10137625" y="3129963"/>
              <a:ext cx="1007775" cy="700425"/>
            </a:xfrm>
            <a:custGeom>
              <a:avLst/>
              <a:gdLst/>
              <a:ahLst/>
              <a:cxnLst/>
              <a:rect l="l" t="t" r="r" b="b"/>
              <a:pathLst>
                <a:path w="40311" h="28017" fill="none" extrusionOk="0">
                  <a:moveTo>
                    <a:pt x="40310" y="8243"/>
                  </a:moveTo>
                  <a:lnTo>
                    <a:pt x="40310" y="19774"/>
                  </a:lnTo>
                  <a:lnTo>
                    <a:pt x="40310" y="19774"/>
                  </a:lnTo>
                  <a:lnTo>
                    <a:pt x="40290" y="20275"/>
                  </a:lnTo>
                  <a:lnTo>
                    <a:pt x="40250" y="20777"/>
                  </a:lnTo>
                  <a:lnTo>
                    <a:pt x="40170" y="21258"/>
                  </a:lnTo>
                  <a:lnTo>
                    <a:pt x="40069" y="21739"/>
                  </a:lnTo>
                  <a:lnTo>
                    <a:pt x="39949" y="22201"/>
                  </a:lnTo>
                  <a:lnTo>
                    <a:pt x="39789" y="22662"/>
                  </a:lnTo>
                  <a:lnTo>
                    <a:pt x="39608" y="23103"/>
                  </a:lnTo>
                  <a:lnTo>
                    <a:pt x="39408" y="23524"/>
                  </a:lnTo>
                  <a:lnTo>
                    <a:pt x="39408" y="23524"/>
                  </a:lnTo>
                  <a:lnTo>
                    <a:pt x="39147" y="24006"/>
                  </a:lnTo>
                  <a:lnTo>
                    <a:pt x="38826" y="24487"/>
                  </a:lnTo>
                  <a:lnTo>
                    <a:pt x="38505" y="24928"/>
                  </a:lnTo>
                  <a:lnTo>
                    <a:pt x="38144" y="25349"/>
                  </a:lnTo>
                  <a:lnTo>
                    <a:pt x="37743" y="25750"/>
                  </a:lnTo>
                  <a:lnTo>
                    <a:pt x="37322" y="26131"/>
                  </a:lnTo>
                  <a:lnTo>
                    <a:pt x="36901" y="26472"/>
                  </a:lnTo>
                  <a:lnTo>
                    <a:pt x="36420" y="26773"/>
                  </a:lnTo>
                  <a:lnTo>
                    <a:pt x="35938" y="27054"/>
                  </a:lnTo>
                  <a:lnTo>
                    <a:pt x="35437" y="27315"/>
                  </a:lnTo>
                  <a:lnTo>
                    <a:pt x="34915" y="27515"/>
                  </a:lnTo>
                  <a:lnTo>
                    <a:pt x="34374" y="27696"/>
                  </a:lnTo>
                  <a:lnTo>
                    <a:pt x="33812" y="27836"/>
                  </a:lnTo>
                  <a:lnTo>
                    <a:pt x="33251" y="27936"/>
                  </a:lnTo>
                  <a:lnTo>
                    <a:pt x="32649" y="27996"/>
                  </a:lnTo>
                  <a:lnTo>
                    <a:pt x="32068" y="28016"/>
                  </a:lnTo>
                  <a:lnTo>
                    <a:pt x="8263" y="28016"/>
                  </a:lnTo>
                  <a:lnTo>
                    <a:pt x="8263" y="28016"/>
                  </a:lnTo>
                  <a:lnTo>
                    <a:pt x="7822" y="28016"/>
                  </a:lnTo>
                  <a:lnTo>
                    <a:pt x="7401" y="27976"/>
                  </a:lnTo>
                  <a:lnTo>
                    <a:pt x="7000" y="27936"/>
                  </a:lnTo>
                  <a:lnTo>
                    <a:pt x="6598" y="27856"/>
                  </a:lnTo>
                  <a:lnTo>
                    <a:pt x="6197" y="27776"/>
                  </a:lnTo>
                  <a:lnTo>
                    <a:pt x="5796" y="27655"/>
                  </a:lnTo>
                  <a:lnTo>
                    <a:pt x="5415" y="27535"/>
                  </a:lnTo>
                  <a:lnTo>
                    <a:pt x="5034" y="27375"/>
                  </a:lnTo>
                  <a:lnTo>
                    <a:pt x="4673" y="27214"/>
                  </a:lnTo>
                  <a:lnTo>
                    <a:pt x="4332" y="27034"/>
                  </a:lnTo>
                  <a:lnTo>
                    <a:pt x="3971" y="26833"/>
                  </a:lnTo>
                  <a:lnTo>
                    <a:pt x="3650" y="26613"/>
                  </a:lnTo>
                  <a:lnTo>
                    <a:pt x="3330" y="26392"/>
                  </a:lnTo>
                  <a:lnTo>
                    <a:pt x="3009" y="26151"/>
                  </a:lnTo>
                  <a:lnTo>
                    <a:pt x="2708" y="25891"/>
                  </a:lnTo>
                  <a:lnTo>
                    <a:pt x="2427" y="25610"/>
                  </a:lnTo>
                  <a:lnTo>
                    <a:pt x="2146" y="25329"/>
                  </a:lnTo>
                  <a:lnTo>
                    <a:pt x="1886" y="25028"/>
                  </a:lnTo>
                  <a:lnTo>
                    <a:pt x="1645" y="24707"/>
                  </a:lnTo>
                  <a:lnTo>
                    <a:pt x="1424" y="24387"/>
                  </a:lnTo>
                  <a:lnTo>
                    <a:pt x="1204" y="24046"/>
                  </a:lnTo>
                  <a:lnTo>
                    <a:pt x="1003" y="23705"/>
                  </a:lnTo>
                  <a:lnTo>
                    <a:pt x="823" y="23364"/>
                  </a:lnTo>
                  <a:lnTo>
                    <a:pt x="662" y="22983"/>
                  </a:lnTo>
                  <a:lnTo>
                    <a:pt x="502" y="22622"/>
                  </a:lnTo>
                  <a:lnTo>
                    <a:pt x="382" y="22241"/>
                  </a:lnTo>
                  <a:lnTo>
                    <a:pt x="261" y="21840"/>
                  </a:lnTo>
                  <a:lnTo>
                    <a:pt x="181" y="21439"/>
                  </a:lnTo>
                  <a:lnTo>
                    <a:pt x="101" y="21037"/>
                  </a:lnTo>
                  <a:lnTo>
                    <a:pt x="41" y="20616"/>
                  </a:lnTo>
                  <a:lnTo>
                    <a:pt x="21" y="20195"/>
                  </a:lnTo>
                  <a:lnTo>
                    <a:pt x="1" y="19774"/>
                  </a:lnTo>
                  <a:lnTo>
                    <a:pt x="1" y="8243"/>
                  </a:lnTo>
                  <a:lnTo>
                    <a:pt x="1" y="8243"/>
                  </a:lnTo>
                  <a:lnTo>
                    <a:pt x="21" y="7842"/>
                  </a:lnTo>
                  <a:lnTo>
                    <a:pt x="41" y="7440"/>
                  </a:lnTo>
                  <a:lnTo>
                    <a:pt x="101" y="7039"/>
                  </a:lnTo>
                  <a:lnTo>
                    <a:pt x="161" y="6638"/>
                  </a:lnTo>
                  <a:lnTo>
                    <a:pt x="241" y="6257"/>
                  </a:lnTo>
                  <a:lnTo>
                    <a:pt x="341" y="5896"/>
                  </a:lnTo>
                  <a:lnTo>
                    <a:pt x="462" y="5515"/>
                  </a:lnTo>
                  <a:lnTo>
                    <a:pt x="602" y="5154"/>
                  </a:lnTo>
                  <a:lnTo>
                    <a:pt x="763" y="4813"/>
                  </a:lnTo>
                  <a:lnTo>
                    <a:pt x="923" y="4452"/>
                  </a:lnTo>
                  <a:lnTo>
                    <a:pt x="1104" y="4131"/>
                  </a:lnTo>
                  <a:lnTo>
                    <a:pt x="1304" y="3791"/>
                  </a:lnTo>
                  <a:lnTo>
                    <a:pt x="1525" y="3490"/>
                  </a:lnTo>
                  <a:lnTo>
                    <a:pt x="1745" y="3189"/>
                  </a:lnTo>
                  <a:lnTo>
                    <a:pt x="1986" y="2888"/>
                  </a:lnTo>
                  <a:lnTo>
                    <a:pt x="2227" y="2607"/>
                  </a:lnTo>
                  <a:lnTo>
                    <a:pt x="2507" y="2327"/>
                  </a:lnTo>
                  <a:lnTo>
                    <a:pt x="2768" y="2066"/>
                  </a:lnTo>
                  <a:lnTo>
                    <a:pt x="3069" y="1825"/>
                  </a:lnTo>
                  <a:lnTo>
                    <a:pt x="3370" y="1605"/>
                  </a:lnTo>
                  <a:lnTo>
                    <a:pt x="3671" y="1384"/>
                  </a:lnTo>
                  <a:lnTo>
                    <a:pt x="3991" y="1183"/>
                  </a:lnTo>
                  <a:lnTo>
                    <a:pt x="4332" y="983"/>
                  </a:lnTo>
                  <a:lnTo>
                    <a:pt x="4673" y="822"/>
                  </a:lnTo>
                  <a:lnTo>
                    <a:pt x="5014" y="662"/>
                  </a:lnTo>
                  <a:lnTo>
                    <a:pt x="5375" y="502"/>
                  </a:lnTo>
                  <a:lnTo>
                    <a:pt x="5736" y="381"/>
                  </a:lnTo>
                  <a:lnTo>
                    <a:pt x="6117" y="281"/>
                  </a:lnTo>
                  <a:lnTo>
                    <a:pt x="6498" y="181"/>
                  </a:lnTo>
                  <a:lnTo>
                    <a:pt x="6879" y="101"/>
                  </a:lnTo>
                  <a:lnTo>
                    <a:pt x="7280" y="60"/>
                  </a:lnTo>
                  <a:lnTo>
                    <a:pt x="7681" y="20"/>
                  </a:lnTo>
                  <a:lnTo>
                    <a:pt x="7681" y="20"/>
                  </a:lnTo>
                  <a:lnTo>
                    <a:pt x="8263" y="0"/>
                  </a:lnTo>
                  <a:lnTo>
                    <a:pt x="32068" y="0"/>
                  </a:lnTo>
                  <a:lnTo>
                    <a:pt x="32068" y="0"/>
                  </a:lnTo>
                  <a:lnTo>
                    <a:pt x="32489" y="0"/>
                  </a:lnTo>
                  <a:lnTo>
                    <a:pt x="32910" y="40"/>
                  </a:lnTo>
                  <a:lnTo>
                    <a:pt x="33311" y="80"/>
                  </a:lnTo>
                  <a:lnTo>
                    <a:pt x="33732" y="161"/>
                  </a:lnTo>
                  <a:lnTo>
                    <a:pt x="34133" y="261"/>
                  </a:lnTo>
                  <a:lnTo>
                    <a:pt x="34514" y="361"/>
                  </a:lnTo>
                  <a:lnTo>
                    <a:pt x="34895" y="502"/>
                  </a:lnTo>
                  <a:lnTo>
                    <a:pt x="35276" y="642"/>
                  </a:lnTo>
                  <a:lnTo>
                    <a:pt x="35637" y="802"/>
                  </a:lnTo>
                  <a:lnTo>
                    <a:pt x="35998" y="983"/>
                  </a:lnTo>
                  <a:lnTo>
                    <a:pt x="36339" y="1183"/>
                  </a:lnTo>
                  <a:lnTo>
                    <a:pt x="36680" y="1404"/>
                  </a:lnTo>
                  <a:lnTo>
                    <a:pt x="37001" y="1625"/>
                  </a:lnTo>
                  <a:lnTo>
                    <a:pt x="37302" y="1885"/>
                  </a:lnTo>
                  <a:lnTo>
                    <a:pt x="37603" y="2126"/>
                  </a:lnTo>
                  <a:lnTo>
                    <a:pt x="37904" y="2407"/>
                  </a:lnTo>
                  <a:lnTo>
                    <a:pt x="38164" y="2688"/>
                  </a:lnTo>
                  <a:lnTo>
                    <a:pt x="38425" y="2988"/>
                  </a:lnTo>
                  <a:lnTo>
                    <a:pt x="38666" y="3309"/>
                  </a:lnTo>
                  <a:lnTo>
                    <a:pt x="38906" y="3630"/>
                  </a:lnTo>
                  <a:lnTo>
                    <a:pt x="39107" y="3971"/>
                  </a:lnTo>
                  <a:lnTo>
                    <a:pt x="39307" y="4312"/>
                  </a:lnTo>
                  <a:lnTo>
                    <a:pt x="39488" y="4673"/>
                  </a:lnTo>
                  <a:lnTo>
                    <a:pt x="39668" y="5034"/>
                  </a:lnTo>
                  <a:lnTo>
                    <a:pt x="39809" y="5395"/>
                  </a:lnTo>
                  <a:lnTo>
                    <a:pt x="39929" y="5796"/>
                  </a:lnTo>
                  <a:lnTo>
                    <a:pt x="40049" y="6177"/>
                  </a:lnTo>
                  <a:lnTo>
                    <a:pt x="40150" y="6578"/>
                  </a:lnTo>
                  <a:lnTo>
                    <a:pt x="40210" y="6979"/>
                  </a:lnTo>
                  <a:lnTo>
                    <a:pt x="40270" y="7400"/>
                  </a:lnTo>
                  <a:lnTo>
                    <a:pt x="40290" y="7822"/>
                  </a:lnTo>
                  <a:lnTo>
                    <a:pt x="40310" y="82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42">
              <a:extLst>
                <a:ext uri="{FF2B5EF4-FFF2-40B4-BE49-F238E27FC236}">
                  <a16:creationId xmlns:a16="http://schemas.microsoft.com/office/drawing/2014/main" id="{829EF8B5-EBD4-E612-B90C-43DDF12770B3}"/>
                </a:ext>
              </a:extLst>
            </p:cNvPr>
            <p:cNvSpPr/>
            <p:nvPr/>
          </p:nvSpPr>
          <p:spPr>
            <a:xfrm>
              <a:off x="103557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42">
              <a:extLst>
                <a:ext uri="{FF2B5EF4-FFF2-40B4-BE49-F238E27FC236}">
                  <a16:creationId xmlns:a16="http://schemas.microsoft.com/office/drawing/2014/main" id="{0452125A-4A9E-3759-DF52-43BED0EC9832}"/>
                </a:ext>
              </a:extLst>
            </p:cNvPr>
            <p:cNvSpPr/>
            <p:nvPr/>
          </p:nvSpPr>
          <p:spPr>
            <a:xfrm>
              <a:off x="103557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42">
              <a:extLst>
                <a:ext uri="{FF2B5EF4-FFF2-40B4-BE49-F238E27FC236}">
                  <a16:creationId xmlns:a16="http://schemas.microsoft.com/office/drawing/2014/main" id="{24037396-94AA-07F2-BBAD-BA68B3CB3342}"/>
                </a:ext>
              </a:extLst>
            </p:cNvPr>
            <p:cNvSpPr/>
            <p:nvPr/>
          </p:nvSpPr>
          <p:spPr>
            <a:xfrm>
              <a:off x="104319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63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63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42">
              <a:extLst>
                <a:ext uri="{FF2B5EF4-FFF2-40B4-BE49-F238E27FC236}">
                  <a16:creationId xmlns:a16="http://schemas.microsoft.com/office/drawing/2014/main" id="{AC170BAF-0A18-7D67-5068-A4AC55F98F64}"/>
                </a:ext>
              </a:extLst>
            </p:cNvPr>
            <p:cNvSpPr/>
            <p:nvPr/>
          </p:nvSpPr>
          <p:spPr>
            <a:xfrm>
              <a:off x="104319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63" y="1"/>
                  </a:moveTo>
                  <a:lnTo>
                    <a:pt x="763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63" y="4333"/>
                  </a:lnTo>
                  <a:lnTo>
                    <a:pt x="763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42">
              <a:extLst>
                <a:ext uri="{FF2B5EF4-FFF2-40B4-BE49-F238E27FC236}">
                  <a16:creationId xmlns:a16="http://schemas.microsoft.com/office/drawing/2014/main" id="{E5EAC753-6906-D6FA-6E65-75D360A45BCB}"/>
                </a:ext>
              </a:extLst>
            </p:cNvPr>
            <p:cNvSpPr/>
            <p:nvPr/>
          </p:nvSpPr>
          <p:spPr>
            <a:xfrm>
              <a:off x="1050862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3" y="1"/>
                  </a:moveTo>
                  <a:lnTo>
                    <a:pt x="582" y="21"/>
                  </a:lnTo>
                  <a:lnTo>
                    <a:pt x="442" y="61"/>
                  </a:lnTo>
                  <a:lnTo>
                    <a:pt x="322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2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3" y="4333"/>
                  </a:lnTo>
                  <a:lnTo>
                    <a:pt x="883" y="4313"/>
                  </a:lnTo>
                  <a:lnTo>
                    <a:pt x="1024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5" y="3992"/>
                  </a:lnTo>
                  <a:lnTo>
                    <a:pt x="1425" y="3872"/>
                  </a:lnTo>
                  <a:lnTo>
                    <a:pt x="1465" y="3731"/>
                  </a:lnTo>
                  <a:lnTo>
                    <a:pt x="1485" y="3591"/>
                  </a:lnTo>
                  <a:lnTo>
                    <a:pt x="1485" y="763"/>
                  </a:lnTo>
                  <a:lnTo>
                    <a:pt x="1465" y="603"/>
                  </a:lnTo>
                  <a:lnTo>
                    <a:pt x="1425" y="462"/>
                  </a:lnTo>
                  <a:lnTo>
                    <a:pt x="1365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24" y="61"/>
                  </a:lnTo>
                  <a:lnTo>
                    <a:pt x="883" y="21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42">
              <a:extLst>
                <a:ext uri="{FF2B5EF4-FFF2-40B4-BE49-F238E27FC236}">
                  <a16:creationId xmlns:a16="http://schemas.microsoft.com/office/drawing/2014/main" id="{103DB072-B59B-E8CC-AC82-200E80ED6A5C}"/>
                </a:ext>
              </a:extLst>
            </p:cNvPr>
            <p:cNvSpPr/>
            <p:nvPr/>
          </p:nvSpPr>
          <p:spPr>
            <a:xfrm>
              <a:off x="1050862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3" y="1"/>
                  </a:moveTo>
                  <a:lnTo>
                    <a:pt x="743" y="1"/>
                  </a:lnTo>
                  <a:lnTo>
                    <a:pt x="582" y="21"/>
                  </a:lnTo>
                  <a:lnTo>
                    <a:pt x="442" y="61"/>
                  </a:lnTo>
                  <a:lnTo>
                    <a:pt x="322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1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2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3" y="4333"/>
                  </a:lnTo>
                  <a:lnTo>
                    <a:pt x="743" y="4333"/>
                  </a:lnTo>
                  <a:lnTo>
                    <a:pt x="883" y="4313"/>
                  </a:lnTo>
                  <a:lnTo>
                    <a:pt x="1024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5" y="3992"/>
                  </a:lnTo>
                  <a:lnTo>
                    <a:pt x="1425" y="3872"/>
                  </a:lnTo>
                  <a:lnTo>
                    <a:pt x="1465" y="3731"/>
                  </a:lnTo>
                  <a:lnTo>
                    <a:pt x="1485" y="3591"/>
                  </a:lnTo>
                  <a:lnTo>
                    <a:pt x="1485" y="763"/>
                  </a:lnTo>
                  <a:lnTo>
                    <a:pt x="1485" y="763"/>
                  </a:lnTo>
                  <a:lnTo>
                    <a:pt x="1465" y="603"/>
                  </a:lnTo>
                  <a:lnTo>
                    <a:pt x="1425" y="462"/>
                  </a:lnTo>
                  <a:lnTo>
                    <a:pt x="1365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24" y="61"/>
                  </a:lnTo>
                  <a:lnTo>
                    <a:pt x="883" y="21"/>
                  </a:lnTo>
                  <a:lnTo>
                    <a:pt x="7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42">
              <a:extLst>
                <a:ext uri="{FF2B5EF4-FFF2-40B4-BE49-F238E27FC236}">
                  <a16:creationId xmlns:a16="http://schemas.microsoft.com/office/drawing/2014/main" id="{C864F4A9-8463-46FD-3282-0A747EB49F34}"/>
                </a:ext>
              </a:extLst>
            </p:cNvPr>
            <p:cNvSpPr/>
            <p:nvPr/>
          </p:nvSpPr>
          <p:spPr>
            <a:xfrm>
              <a:off x="105848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1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20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42">
              <a:extLst>
                <a:ext uri="{FF2B5EF4-FFF2-40B4-BE49-F238E27FC236}">
                  <a16:creationId xmlns:a16="http://schemas.microsoft.com/office/drawing/2014/main" id="{546065A9-A2DE-F3F2-56EC-67EC089A9F3D}"/>
                </a:ext>
              </a:extLst>
            </p:cNvPr>
            <p:cNvSpPr/>
            <p:nvPr/>
          </p:nvSpPr>
          <p:spPr>
            <a:xfrm>
              <a:off x="105848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1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20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42">
              <a:extLst>
                <a:ext uri="{FF2B5EF4-FFF2-40B4-BE49-F238E27FC236}">
                  <a16:creationId xmlns:a16="http://schemas.microsoft.com/office/drawing/2014/main" id="{8CE30974-7688-25B2-C92B-982EF3C42AC8}"/>
                </a:ext>
              </a:extLst>
            </p:cNvPr>
            <p:cNvSpPr/>
            <p:nvPr/>
          </p:nvSpPr>
          <p:spPr>
            <a:xfrm>
              <a:off x="106610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8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42">
              <a:extLst>
                <a:ext uri="{FF2B5EF4-FFF2-40B4-BE49-F238E27FC236}">
                  <a16:creationId xmlns:a16="http://schemas.microsoft.com/office/drawing/2014/main" id="{C86DFF13-4D6D-84D1-D088-8103D413AFE1}"/>
                </a:ext>
              </a:extLst>
            </p:cNvPr>
            <p:cNvSpPr/>
            <p:nvPr/>
          </p:nvSpPr>
          <p:spPr>
            <a:xfrm>
              <a:off x="106610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8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8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42">
              <a:extLst>
                <a:ext uri="{FF2B5EF4-FFF2-40B4-BE49-F238E27FC236}">
                  <a16:creationId xmlns:a16="http://schemas.microsoft.com/office/drawing/2014/main" id="{190055C6-A0E0-69CD-DC89-B9886E5DF3E9}"/>
                </a:ext>
              </a:extLst>
            </p:cNvPr>
            <p:cNvSpPr/>
            <p:nvPr/>
          </p:nvSpPr>
          <p:spPr>
            <a:xfrm>
              <a:off x="10737250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43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2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2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3" y="4333"/>
                  </a:lnTo>
                  <a:lnTo>
                    <a:pt x="903" y="4313"/>
                  </a:lnTo>
                  <a:lnTo>
                    <a:pt x="1044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5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5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4" y="61"/>
                  </a:lnTo>
                  <a:lnTo>
                    <a:pt x="903" y="21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42">
              <a:extLst>
                <a:ext uri="{FF2B5EF4-FFF2-40B4-BE49-F238E27FC236}">
                  <a16:creationId xmlns:a16="http://schemas.microsoft.com/office/drawing/2014/main" id="{7920C3BD-4CD6-FD41-7B90-24207D459E73}"/>
                </a:ext>
              </a:extLst>
            </p:cNvPr>
            <p:cNvSpPr/>
            <p:nvPr/>
          </p:nvSpPr>
          <p:spPr>
            <a:xfrm>
              <a:off x="10737250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43" y="1"/>
                  </a:moveTo>
                  <a:lnTo>
                    <a:pt x="743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2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2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3" y="4333"/>
                  </a:lnTo>
                  <a:lnTo>
                    <a:pt x="743" y="4333"/>
                  </a:lnTo>
                  <a:lnTo>
                    <a:pt x="903" y="4313"/>
                  </a:lnTo>
                  <a:lnTo>
                    <a:pt x="1044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5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5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4" y="61"/>
                  </a:lnTo>
                  <a:lnTo>
                    <a:pt x="903" y="21"/>
                  </a:lnTo>
                  <a:lnTo>
                    <a:pt x="7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42">
              <a:extLst>
                <a:ext uri="{FF2B5EF4-FFF2-40B4-BE49-F238E27FC236}">
                  <a16:creationId xmlns:a16="http://schemas.microsoft.com/office/drawing/2014/main" id="{1D1454B2-7715-5521-997B-24462C0355B7}"/>
                </a:ext>
              </a:extLst>
            </p:cNvPr>
            <p:cNvSpPr/>
            <p:nvPr/>
          </p:nvSpPr>
          <p:spPr>
            <a:xfrm>
              <a:off x="1081347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62" y="1"/>
                  </a:moveTo>
                  <a:lnTo>
                    <a:pt x="602" y="21"/>
                  </a:lnTo>
                  <a:lnTo>
                    <a:pt x="461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0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62" y="4333"/>
                  </a:lnTo>
                  <a:lnTo>
                    <a:pt x="902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3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3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2" y="21"/>
                  </a:lnTo>
                  <a:lnTo>
                    <a:pt x="76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42">
              <a:extLst>
                <a:ext uri="{FF2B5EF4-FFF2-40B4-BE49-F238E27FC236}">
                  <a16:creationId xmlns:a16="http://schemas.microsoft.com/office/drawing/2014/main" id="{8C4E3300-1F11-E348-2B0E-25BE3553746B}"/>
                </a:ext>
              </a:extLst>
            </p:cNvPr>
            <p:cNvSpPr/>
            <p:nvPr/>
          </p:nvSpPr>
          <p:spPr>
            <a:xfrm>
              <a:off x="1081347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62" y="1"/>
                  </a:moveTo>
                  <a:lnTo>
                    <a:pt x="762" y="1"/>
                  </a:lnTo>
                  <a:lnTo>
                    <a:pt x="602" y="21"/>
                  </a:lnTo>
                  <a:lnTo>
                    <a:pt x="461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0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62" y="4333"/>
                  </a:lnTo>
                  <a:lnTo>
                    <a:pt x="762" y="4333"/>
                  </a:lnTo>
                  <a:lnTo>
                    <a:pt x="902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3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3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2" y="21"/>
                  </a:lnTo>
                  <a:lnTo>
                    <a:pt x="7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42">
              <a:extLst>
                <a:ext uri="{FF2B5EF4-FFF2-40B4-BE49-F238E27FC236}">
                  <a16:creationId xmlns:a16="http://schemas.microsoft.com/office/drawing/2014/main" id="{1CEEE519-FD49-93D6-0664-FDEF62427601}"/>
                </a:ext>
              </a:extLst>
            </p:cNvPr>
            <p:cNvSpPr/>
            <p:nvPr/>
          </p:nvSpPr>
          <p:spPr>
            <a:xfrm>
              <a:off x="1089017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582" y="21"/>
                  </a:lnTo>
                  <a:lnTo>
                    <a:pt x="44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42">
              <a:extLst>
                <a:ext uri="{FF2B5EF4-FFF2-40B4-BE49-F238E27FC236}">
                  <a16:creationId xmlns:a16="http://schemas.microsoft.com/office/drawing/2014/main" id="{79A60EAF-794E-BAB7-79C8-8BDFB2DA860B}"/>
                </a:ext>
              </a:extLst>
            </p:cNvPr>
            <p:cNvSpPr/>
            <p:nvPr/>
          </p:nvSpPr>
          <p:spPr>
            <a:xfrm>
              <a:off x="1089017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582" y="21"/>
                  </a:lnTo>
                  <a:lnTo>
                    <a:pt x="44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42">
              <a:extLst>
                <a:ext uri="{FF2B5EF4-FFF2-40B4-BE49-F238E27FC236}">
                  <a16:creationId xmlns:a16="http://schemas.microsoft.com/office/drawing/2014/main" id="{74E4B97E-64BB-2D89-77CA-7DB73222E3C1}"/>
                </a:ext>
              </a:extLst>
            </p:cNvPr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extrusionOk="0">
                  <a:moveTo>
                    <a:pt x="2988" y="1"/>
                  </a:moveTo>
                  <a:lnTo>
                    <a:pt x="2668" y="21"/>
                  </a:lnTo>
                  <a:lnTo>
                    <a:pt x="2347" y="81"/>
                  </a:lnTo>
                  <a:lnTo>
                    <a:pt x="2046" y="181"/>
                  </a:lnTo>
                  <a:lnTo>
                    <a:pt x="1745" y="302"/>
                  </a:lnTo>
                  <a:lnTo>
                    <a:pt x="1464" y="462"/>
                  </a:lnTo>
                  <a:lnTo>
                    <a:pt x="1224" y="643"/>
                  </a:lnTo>
                  <a:lnTo>
                    <a:pt x="983" y="843"/>
                  </a:lnTo>
                  <a:lnTo>
                    <a:pt x="762" y="1084"/>
                  </a:lnTo>
                  <a:lnTo>
                    <a:pt x="582" y="1325"/>
                  </a:lnTo>
                  <a:lnTo>
                    <a:pt x="401" y="1605"/>
                  </a:lnTo>
                  <a:lnTo>
                    <a:pt x="261" y="1886"/>
                  </a:lnTo>
                  <a:lnTo>
                    <a:pt x="161" y="2187"/>
                  </a:lnTo>
                  <a:lnTo>
                    <a:pt x="80" y="2488"/>
                  </a:lnTo>
                  <a:lnTo>
                    <a:pt x="20" y="2809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41" y="3992"/>
                  </a:lnTo>
                  <a:lnTo>
                    <a:pt x="241" y="4253"/>
                  </a:lnTo>
                  <a:lnTo>
                    <a:pt x="361" y="4513"/>
                  </a:lnTo>
                  <a:lnTo>
                    <a:pt x="502" y="4754"/>
                  </a:lnTo>
                  <a:lnTo>
                    <a:pt x="662" y="4974"/>
                  </a:lnTo>
                  <a:lnTo>
                    <a:pt x="863" y="5195"/>
                  </a:lnTo>
                  <a:lnTo>
                    <a:pt x="1083" y="5396"/>
                  </a:lnTo>
                  <a:lnTo>
                    <a:pt x="1304" y="5576"/>
                  </a:lnTo>
                  <a:lnTo>
                    <a:pt x="1565" y="5716"/>
                  </a:lnTo>
                  <a:lnTo>
                    <a:pt x="1845" y="5857"/>
                  </a:lnTo>
                  <a:lnTo>
                    <a:pt x="2126" y="5977"/>
                  </a:lnTo>
                  <a:lnTo>
                    <a:pt x="2447" y="6057"/>
                  </a:lnTo>
                  <a:lnTo>
                    <a:pt x="2768" y="609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6037" y="3751"/>
                  </a:lnTo>
                  <a:lnTo>
                    <a:pt x="6097" y="3410"/>
                  </a:lnTo>
                  <a:lnTo>
                    <a:pt x="6117" y="3089"/>
                  </a:lnTo>
                  <a:lnTo>
                    <a:pt x="6097" y="2748"/>
                  </a:lnTo>
                  <a:lnTo>
                    <a:pt x="6057" y="2488"/>
                  </a:lnTo>
                  <a:lnTo>
                    <a:pt x="5997" y="2247"/>
                  </a:lnTo>
                  <a:lnTo>
                    <a:pt x="5916" y="1986"/>
                  </a:lnTo>
                  <a:lnTo>
                    <a:pt x="5816" y="1746"/>
                  </a:lnTo>
                  <a:lnTo>
                    <a:pt x="5696" y="1525"/>
                  </a:lnTo>
                  <a:lnTo>
                    <a:pt x="5555" y="1304"/>
                  </a:lnTo>
                  <a:lnTo>
                    <a:pt x="5395" y="1104"/>
                  </a:lnTo>
                  <a:lnTo>
                    <a:pt x="5214" y="903"/>
                  </a:lnTo>
                  <a:lnTo>
                    <a:pt x="5014" y="743"/>
                  </a:lnTo>
                  <a:lnTo>
                    <a:pt x="4813" y="583"/>
                  </a:lnTo>
                  <a:lnTo>
                    <a:pt x="4593" y="422"/>
                  </a:lnTo>
                  <a:lnTo>
                    <a:pt x="4352" y="302"/>
                  </a:lnTo>
                  <a:lnTo>
                    <a:pt x="4091" y="201"/>
                  </a:lnTo>
                  <a:lnTo>
                    <a:pt x="3831" y="121"/>
                  </a:lnTo>
                  <a:lnTo>
                    <a:pt x="3570" y="61"/>
                  </a:lnTo>
                  <a:lnTo>
                    <a:pt x="3289" y="21"/>
                  </a:lnTo>
                  <a:lnTo>
                    <a:pt x="298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42">
              <a:extLst>
                <a:ext uri="{FF2B5EF4-FFF2-40B4-BE49-F238E27FC236}">
                  <a16:creationId xmlns:a16="http://schemas.microsoft.com/office/drawing/2014/main" id="{ABC2AFAA-76E7-6867-7A07-07546B019F4E}"/>
                </a:ext>
              </a:extLst>
            </p:cNvPr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fill="none" extrusionOk="0">
                  <a:moveTo>
                    <a:pt x="5936" y="4092"/>
                  </a:moveTo>
                  <a:lnTo>
                    <a:pt x="5936" y="4092"/>
                  </a:lnTo>
                  <a:lnTo>
                    <a:pt x="5856" y="4293"/>
                  </a:lnTo>
                  <a:lnTo>
                    <a:pt x="5756" y="4493"/>
                  </a:lnTo>
                  <a:lnTo>
                    <a:pt x="5656" y="4674"/>
                  </a:lnTo>
                  <a:lnTo>
                    <a:pt x="5535" y="4854"/>
                  </a:lnTo>
                  <a:lnTo>
                    <a:pt x="5415" y="5015"/>
                  </a:lnTo>
                  <a:lnTo>
                    <a:pt x="5275" y="5175"/>
                  </a:lnTo>
                  <a:lnTo>
                    <a:pt x="5134" y="5335"/>
                  </a:lnTo>
                  <a:lnTo>
                    <a:pt x="4974" y="5476"/>
                  </a:lnTo>
                  <a:lnTo>
                    <a:pt x="4813" y="5596"/>
                  </a:lnTo>
                  <a:lnTo>
                    <a:pt x="4653" y="5716"/>
                  </a:lnTo>
                  <a:lnTo>
                    <a:pt x="4472" y="5817"/>
                  </a:lnTo>
                  <a:lnTo>
                    <a:pt x="4272" y="5897"/>
                  </a:lnTo>
                  <a:lnTo>
                    <a:pt x="4091" y="5977"/>
                  </a:lnTo>
                  <a:lnTo>
                    <a:pt x="3891" y="6037"/>
                  </a:lnTo>
                  <a:lnTo>
                    <a:pt x="3670" y="6077"/>
                  </a:lnTo>
                  <a:lnTo>
                    <a:pt x="3470" y="6098"/>
                  </a:lnTo>
                  <a:lnTo>
                    <a:pt x="3470" y="6098"/>
                  </a:lnTo>
                  <a:lnTo>
                    <a:pt x="3109" y="6118"/>
                  </a:lnTo>
                  <a:lnTo>
                    <a:pt x="2768" y="6098"/>
                  </a:lnTo>
                  <a:lnTo>
                    <a:pt x="2447" y="6057"/>
                  </a:lnTo>
                  <a:lnTo>
                    <a:pt x="2126" y="5977"/>
                  </a:lnTo>
                  <a:lnTo>
                    <a:pt x="1845" y="5857"/>
                  </a:lnTo>
                  <a:lnTo>
                    <a:pt x="1565" y="5716"/>
                  </a:lnTo>
                  <a:lnTo>
                    <a:pt x="1304" y="5576"/>
                  </a:lnTo>
                  <a:lnTo>
                    <a:pt x="1083" y="5396"/>
                  </a:lnTo>
                  <a:lnTo>
                    <a:pt x="863" y="5195"/>
                  </a:lnTo>
                  <a:lnTo>
                    <a:pt x="662" y="4974"/>
                  </a:lnTo>
                  <a:lnTo>
                    <a:pt x="502" y="4754"/>
                  </a:lnTo>
                  <a:lnTo>
                    <a:pt x="361" y="4513"/>
                  </a:lnTo>
                  <a:lnTo>
                    <a:pt x="241" y="4253"/>
                  </a:lnTo>
                  <a:lnTo>
                    <a:pt x="141" y="3992"/>
                  </a:lnTo>
                  <a:lnTo>
                    <a:pt x="60" y="3731"/>
                  </a:lnTo>
                  <a:lnTo>
                    <a:pt x="20" y="3470"/>
                  </a:lnTo>
                  <a:lnTo>
                    <a:pt x="20" y="3470"/>
                  </a:lnTo>
                  <a:lnTo>
                    <a:pt x="0" y="3150"/>
                  </a:lnTo>
                  <a:lnTo>
                    <a:pt x="20" y="2809"/>
                  </a:lnTo>
                  <a:lnTo>
                    <a:pt x="80" y="2488"/>
                  </a:lnTo>
                  <a:lnTo>
                    <a:pt x="161" y="2187"/>
                  </a:lnTo>
                  <a:lnTo>
                    <a:pt x="261" y="1886"/>
                  </a:lnTo>
                  <a:lnTo>
                    <a:pt x="401" y="1605"/>
                  </a:lnTo>
                  <a:lnTo>
                    <a:pt x="582" y="1325"/>
                  </a:lnTo>
                  <a:lnTo>
                    <a:pt x="762" y="1084"/>
                  </a:lnTo>
                  <a:lnTo>
                    <a:pt x="983" y="843"/>
                  </a:lnTo>
                  <a:lnTo>
                    <a:pt x="1224" y="643"/>
                  </a:lnTo>
                  <a:lnTo>
                    <a:pt x="1464" y="462"/>
                  </a:lnTo>
                  <a:lnTo>
                    <a:pt x="1745" y="302"/>
                  </a:lnTo>
                  <a:lnTo>
                    <a:pt x="2046" y="181"/>
                  </a:lnTo>
                  <a:lnTo>
                    <a:pt x="2347" y="81"/>
                  </a:lnTo>
                  <a:lnTo>
                    <a:pt x="2668" y="21"/>
                  </a:lnTo>
                  <a:lnTo>
                    <a:pt x="2988" y="1"/>
                  </a:lnTo>
                  <a:lnTo>
                    <a:pt x="2988" y="1"/>
                  </a:lnTo>
                  <a:lnTo>
                    <a:pt x="3289" y="21"/>
                  </a:lnTo>
                  <a:lnTo>
                    <a:pt x="3289" y="21"/>
                  </a:lnTo>
                  <a:lnTo>
                    <a:pt x="3570" y="61"/>
                  </a:lnTo>
                  <a:lnTo>
                    <a:pt x="3831" y="121"/>
                  </a:lnTo>
                  <a:lnTo>
                    <a:pt x="4091" y="201"/>
                  </a:lnTo>
                  <a:lnTo>
                    <a:pt x="4352" y="302"/>
                  </a:lnTo>
                  <a:lnTo>
                    <a:pt x="4593" y="422"/>
                  </a:lnTo>
                  <a:lnTo>
                    <a:pt x="4813" y="583"/>
                  </a:lnTo>
                  <a:lnTo>
                    <a:pt x="5014" y="743"/>
                  </a:lnTo>
                  <a:lnTo>
                    <a:pt x="5214" y="903"/>
                  </a:lnTo>
                  <a:lnTo>
                    <a:pt x="5395" y="1104"/>
                  </a:lnTo>
                  <a:lnTo>
                    <a:pt x="5555" y="1304"/>
                  </a:lnTo>
                  <a:lnTo>
                    <a:pt x="5696" y="1525"/>
                  </a:lnTo>
                  <a:lnTo>
                    <a:pt x="5816" y="1746"/>
                  </a:lnTo>
                  <a:lnTo>
                    <a:pt x="5916" y="1986"/>
                  </a:lnTo>
                  <a:lnTo>
                    <a:pt x="5997" y="2247"/>
                  </a:lnTo>
                  <a:lnTo>
                    <a:pt x="6057" y="2488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117" y="3089"/>
                  </a:lnTo>
                  <a:lnTo>
                    <a:pt x="6097" y="3410"/>
                  </a:lnTo>
                  <a:lnTo>
                    <a:pt x="6037" y="3751"/>
                  </a:lnTo>
                  <a:lnTo>
                    <a:pt x="5936" y="409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42">
              <a:extLst>
                <a:ext uri="{FF2B5EF4-FFF2-40B4-BE49-F238E27FC236}">
                  <a16:creationId xmlns:a16="http://schemas.microsoft.com/office/drawing/2014/main" id="{22A011F3-A571-0899-079E-7409663A9662}"/>
                </a:ext>
              </a:extLst>
            </p:cNvPr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extrusionOk="0">
                  <a:moveTo>
                    <a:pt x="2988" y="1"/>
                  </a:moveTo>
                  <a:lnTo>
                    <a:pt x="2688" y="21"/>
                  </a:lnTo>
                  <a:lnTo>
                    <a:pt x="2387" y="81"/>
                  </a:lnTo>
                  <a:lnTo>
                    <a:pt x="2086" y="161"/>
                  </a:lnTo>
                  <a:lnTo>
                    <a:pt x="1825" y="262"/>
                  </a:lnTo>
                  <a:lnTo>
                    <a:pt x="1565" y="402"/>
                  </a:lnTo>
                  <a:lnTo>
                    <a:pt x="1304" y="562"/>
                  </a:lnTo>
                  <a:lnTo>
                    <a:pt x="1083" y="763"/>
                  </a:lnTo>
                  <a:lnTo>
                    <a:pt x="863" y="964"/>
                  </a:lnTo>
                  <a:lnTo>
                    <a:pt x="682" y="1184"/>
                  </a:lnTo>
                  <a:lnTo>
                    <a:pt x="502" y="1425"/>
                  </a:lnTo>
                  <a:lnTo>
                    <a:pt x="361" y="1686"/>
                  </a:lnTo>
                  <a:lnTo>
                    <a:pt x="241" y="1946"/>
                  </a:lnTo>
                  <a:lnTo>
                    <a:pt x="141" y="2247"/>
                  </a:lnTo>
                  <a:lnTo>
                    <a:pt x="60" y="2528"/>
                  </a:lnTo>
                  <a:lnTo>
                    <a:pt x="20" y="2829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21" y="3972"/>
                  </a:lnTo>
                  <a:lnTo>
                    <a:pt x="221" y="4212"/>
                  </a:lnTo>
                  <a:lnTo>
                    <a:pt x="321" y="4453"/>
                  </a:lnTo>
                  <a:lnTo>
                    <a:pt x="462" y="4674"/>
                  </a:lnTo>
                  <a:lnTo>
                    <a:pt x="602" y="4894"/>
                  </a:lnTo>
                  <a:lnTo>
                    <a:pt x="782" y="5095"/>
                  </a:lnTo>
                  <a:lnTo>
                    <a:pt x="963" y="5295"/>
                  </a:lnTo>
                  <a:lnTo>
                    <a:pt x="1183" y="5476"/>
                  </a:lnTo>
                  <a:lnTo>
                    <a:pt x="1404" y="5636"/>
                  </a:lnTo>
                  <a:lnTo>
                    <a:pt x="1665" y="5777"/>
                  </a:lnTo>
                  <a:lnTo>
                    <a:pt x="1925" y="5897"/>
                  </a:lnTo>
                  <a:lnTo>
                    <a:pt x="2186" y="5997"/>
                  </a:lnTo>
                  <a:lnTo>
                    <a:pt x="2487" y="6057"/>
                  </a:lnTo>
                  <a:lnTo>
                    <a:pt x="2788" y="611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6017" y="3831"/>
                  </a:lnTo>
                  <a:lnTo>
                    <a:pt x="6077" y="3571"/>
                  </a:lnTo>
                  <a:lnTo>
                    <a:pt x="6097" y="3310"/>
                  </a:lnTo>
                  <a:lnTo>
                    <a:pt x="6117" y="3049"/>
                  </a:lnTo>
                  <a:lnTo>
                    <a:pt x="6097" y="2748"/>
                  </a:lnTo>
                  <a:lnTo>
                    <a:pt x="6017" y="2949"/>
                  </a:lnTo>
                  <a:lnTo>
                    <a:pt x="5936" y="3150"/>
                  </a:lnTo>
                  <a:lnTo>
                    <a:pt x="5836" y="3330"/>
                  </a:lnTo>
                  <a:lnTo>
                    <a:pt x="5716" y="3510"/>
                  </a:lnTo>
                  <a:lnTo>
                    <a:pt x="5595" y="3671"/>
                  </a:lnTo>
                  <a:lnTo>
                    <a:pt x="5455" y="3831"/>
                  </a:lnTo>
                  <a:lnTo>
                    <a:pt x="5315" y="3992"/>
                  </a:lnTo>
                  <a:lnTo>
                    <a:pt x="5154" y="4112"/>
                  </a:lnTo>
                  <a:lnTo>
                    <a:pt x="4994" y="4232"/>
                  </a:lnTo>
                  <a:lnTo>
                    <a:pt x="4833" y="4353"/>
                  </a:lnTo>
                  <a:lnTo>
                    <a:pt x="4653" y="4453"/>
                  </a:lnTo>
                  <a:lnTo>
                    <a:pt x="4452" y="4533"/>
                  </a:lnTo>
                  <a:lnTo>
                    <a:pt x="4272" y="4593"/>
                  </a:lnTo>
                  <a:lnTo>
                    <a:pt x="4071" y="4634"/>
                  </a:lnTo>
                  <a:lnTo>
                    <a:pt x="3871" y="4654"/>
                  </a:lnTo>
                  <a:lnTo>
                    <a:pt x="3670" y="4674"/>
                  </a:lnTo>
                  <a:lnTo>
                    <a:pt x="3510" y="4674"/>
                  </a:lnTo>
                  <a:lnTo>
                    <a:pt x="3349" y="4654"/>
                  </a:lnTo>
                  <a:lnTo>
                    <a:pt x="3189" y="4613"/>
                  </a:lnTo>
                  <a:lnTo>
                    <a:pt x="3028" y="4573"/>
                  </a:lnTo>
                  <a:lnTo>
                    <a:pt x="2868" y="4513"/>
                  </a:lnTo>
                  <a:lnTo>
                    <a:pt x="2708" y="4453"/>
                  </a:lnTo>
                  <a:lnTo>
                    <a:pt x="2527" y="4353"/>
                  </a:lnTo>
                  <a:lnTo>
                    <a:pt x="2367" y="4253"/>
                  </a:lnTo>
                  <a:lnTo>
                    <a:pt x="2226" y="4152"/>
                  </a:lnTo>
                  <a:lnTo>
                    <a:pt x="2086" y="4032"/>
                  </a:lnTo>
                  <a:lnTo>
                    <a:pt x="1946" y="3892"/>
                  </a:lnTo>
                  <a:lnTo>
                    <a:pt x="1825" y="3751"/>
                  </a:lnTo>
                  <a:lnTo>
                    <a:pt x="1725" y="3611"/>
                  </a:lnTo>
                  <a:lnTo>
                    <a:pt x="1625" y="3450"/>
                  </a:lnTo>
                  <a:lnTo>
                    <a:pt x="1524" y="3270"/>
                  </a:lnTo>
                  <a:lnTo>
                    <a:pt x="1464" y="3109"/>
                  </a:lnTo>
                  <a:lnTo>
                    <a:pt x="1404" y="2929"/>
                  </a:lnTo>
                  <a:lnTo>
                    <a:pt x="1344" y="2748"/>
                  </a:lnTo>
                  <a:lnTo>
                    <a:pt x="1324" y="2568"/>
                  </a:lnTo>
                  <a:lnTo>
                    <a:pt x="1304" y="2387"/>
                  </a:lnTo>
                  <a:lnTo>
                    <a:pt x="1304" y="2187"/>
                  </a:lnTo>
                  <a:lnTo>
                    <a:pt x="1304" y="2006"/>
                  </a:lnTo>
                  <a:lnTo>
                    <a:pt x="1344" y="1826"/>
                  </a:lnTo>
                  <a:lnTo>
                    <a:pt x="1384" y="1645"/>
                  </a:lnTo>
                  <a:lnTo>
                    <a:pt x="1484" y="1345"/>
                  </a:lnTo>
                  <a:lnTo>
                    <a:pt x="1625" y="1084"/>
                  </a:lnTo>
                  <a:lnTo>
                    <a:pt x="1805" y="843"/>
                  </a:lnTo>
                  <a:lnTo>
                    <a:pt x="1986" y="643"/>
                  </a:lnTo>
                  <a:lnTo>
                    <a:pt x="2226" y="442"/>
                  </a:lnTo>
                  <a:lnTo>
                    <a:pt x="2467" y="282"/>
                  </a:lnTo>
                  <a:lnTo>
                    <a:pt x="2708" y="141"/>
                  </a:lnTo>
                  <a:lnTo>
                    <a:pt x="298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42">
              <a:extLst>
                <a:ext uri="{FF2B5EF4-FFF2-40B4-BE49-F238E27FC236}">
                  <a16:creationId xmlns:a16="http://schemas.microsoft.com/office/drawing/2014/main" id="{AACF6B90-4987-7814-F143-825C3689A11E}"/>
                </a:ext>
              </a:extLst>
            </p:cNvPr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fill="none" extrusionOk="0">
                  <a:moveTo>
                    <a:pt x="2988" y="1"/>
                  </a:moveTo>
                  <a:lnTo>
                    <a:pt x="2988" y="1"/>
                  </a:lnTo>
                  <a:lnTo>
                    <a:pt x="2688" y="21"/>
                  </a:lnTo>
                  <a:lnTo>
                    <a:pt x="2387" y="81"/>
                  </a:lnTo>
                  <a:lnTo>
                    <a:pt x="2086" y="161"/>
                  </a:lnTo>
                  <a:lnTo>
                    <a:pt x="1825" y="262"/>
                  </a:lnTo>
                  <a:lnTo>
                    <a:pt x="1565" y="402"/>
                  </a:lnTo>
                  <a:lnTo>
                    <a:pt x="1304" y="562"/>
                  </a:lnTo>
                  <a:lnTo>
                    <a:pt x="1083" y="763"/>
                  </a:lnTo>
                  <a:lnTo>
                    <a:pt x="863" y="964"/>
                  </a:lnTo>
                  <a:lnTo>
                    <a:pt x="682" y="1184"/>
                  </a:lnTo>
                  <a:lnTo>
                    <a:pt x="502" y="1425"/>
                  </a:lnTo>
                  <a:lnTo>
                    <a:pt x="361" y="1686"/>
                  </a:lnTo>
                  <a:lnTo>
                    <a:pt x="241" y="1946"/>
                  </a:lnTo>
                  <a:lnTo>
                    <a:pt x="141" y="2247"/>
                  </a:lnTo>
                  <a:lnTo>
                    <a:pt x="60" y="2528"/>
                  </a:lnTo>
                  <a:lnTo>
                    <a:pt x="20" y="2829"/>
                  </a:lnTo>
                  <a:lnTo>
                    <a:pt x="0" y="3150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21" y="3972"/>
                  </a:lnTo>
                  <a:lnTo>
                    <a:pt x="221" y="4212"/>
                  </a:lnTo>
                  <a:lnTo>
                    <a:pt x="321" y="4453"/>
                  </a:lnTo>
                  <a:lnTo>
                    <a:pt x="462" y="4674"/>
                  </a:lnTo>
                  <a:lnTo>
                    <a:pt x="602" y="4894"/>
                  </a:lnTo>
                  <a:lnTo>
                    <a:pt x="782" y="5095"/>
                  </a:lnTo>
                  <a:lnTo>
                    <a:pt x="963" y="5295"/>
                  </a:lnTo>
                  <a:lnTo>
                    <a:pt x="1183" y="5476"/>
                  </a:lnTo>
                  <a:lnTo>
                    <a:pt x="1404" y="5636"/>
                  </a:lnTo>
                  <a:lnTo>
                    <a:pt x="1665" y="5777"/>
                  </a:lnTo>
                  <a:lnTo>
                    <a:pt x="1925" y="5897"/>
                  </a:lnTo>
                  <a:lnTo>
                    <a:pt x="2186" y="5997"/>
                  </a:lnTo>
                  <a:lnTo>
                    <a:pt x="2487" y="6057"/>
                  </a:lnTo>
                  <a:lnTo>
                    <a:pt x="2788" y="6118"/>
                  </a:lnTo>
                  <a:lnTo>
                    <a:pt x="3109" y="611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5936" y="4092"/>
                  </a:lnTo>
                  <a:lnTo>
                    <a:pt x="6017" y="3831"/>
                  </a:lnTo>
                  <a:lnTo>
                    <a:pt x="6077" y="3571"/>
                  </a:lnTo>
                  <a:lnTo>
                    <a:pt x="6097" y="3310"/>
                  </a:lnTo>
                  <a:lnTo>
                    <a:pt x="6117" y="3049"/>
                  </a:lnTo>
                  <a:lnTo>
                    <a:pt x="6117" y="3049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017" y="2949"/>
                  </a:lnTo>
                  <a:lnTo>
                    <a:pt x="5936" y="3150"/>
                  </a:lnTo>
                  <a:lnTo>
                    <a:pt x="5836" y="3330"/>
                  </a:lnTo>
                  <a:lnTo>
                    <a:pt x="5716" y="3510"/>
                  </a:lnTo>
                  <a:lnTo>
                    <a:pt x="5595" y="3671"/>
                  </a:lnTo>
                  <a:lnTo>
                    <a:pt x="5455" y="3831"/>
                  </a:lnTo>
                  <a:lnTo>
                    <a:pt x="5315" y="3992"/>
                  </a:lnTo>
                  <a:lnTo>
                    <a:pt x="5154" y="4112"/>
                  </a:lnTo>
                  <a:lnTo>
                    <a:pt x="4994" y="4232"/>
                  </a:lnTo>
                  <a:lnTo>
                    <a:pt x="4833" y="4353"/>
                  </a:lnTo>
                  <a:lnTo>
                    <a:pt x="4653" y="4453"/>
                  </a:lnTo>
                  <a:lnTo>
                    <a:pt x="4452" y="4533"/>
                  </a:lnTo>
                  <a:lnTo>
                    <a:pt x="4272" y="4593"/>
                  </a:lnTo>
                  <a:lnTo>
                    <a:pt x="4071" y="4634"/>
                  </a:lnTo>
                  <a:lnTo>
                    <a:pt x="3871" y="4654"/>
                  </a:lnTo>
                  <a:lnTo>
                    <a:pt x="3670" y="4674"/>
                  </a:lnTo>
                  <a:lnTo>
                    <a:pt x="3670" y="4674"/>
                  </a:lnTo>
                  <a:lnTo>
                    <a:pt x="3510" y="4674"/>
                  </a:lnTo>
                  <a:lnTo>
                    <a:pt x="3349" y="4654"/>
                  </a:lnTo>
                  <a:lnTo>
                    <a:pt x="3189" y="4613"/>
                  </a:lnTo>
                  <a:lnTo>
                    <a:pt x="3028" y="4573"/>
                  </a:lnTo>
                  <a:lnTo>
                    <a:pt x="2868" y="4513"/>
                  </a:lnTo>
                  <a:lnTo>
                    <a:pt x="2708" y="4453"/>
                  </a:lnTo>
                  <a:lnTo>
                    <a:pt x="2527" y="4353"/>
                  </a:lnTo>
                  <a:lnTo>
                    <a:pt x="2367" y="4253"/>
                  </a:lnTo>
                  <a:lnTo>
                    <a:pt x="2367" y="4253"/>
                  </a:lnTo>
                  <a:lnTo>
                    <a:pt x="2226" y="4152"/>
                  </a:lnTo>
                  <a:lnTo>
                    <a:pt x="2086" y="4032"/>
                  </a:lnTo>
                  <a:lnTo>
                    <a:pt x="1946" y="3892"/>
                  </a:lnTo>
                  <a:lnTo>
                    <a:pt x="1825" y="3751"/>
                  </a:lnTo>
                  <a:lnTo>
                    <a:pt x="1725" y="3611"/>
                  </a:lnTo>
                  <a:lnTo>
                    <a:pt x="1625" y="3450"/>
                  </a:lnTo>
                  <a:lnTo>
                    <a:pt x="1524" y="3270"/>
                  </a:lnTo>
                  <a:lnTo>
                    <a:pt x="1464" y="3109"/>
                  </a:lnTo>
                  <a:lnTo>
                    <a:pt x="1404" y="2929"/>
                  </a:lnTo>
                  <a:lnTo>
                    <a:pt x="1344" y="2748"/>
                  </a:lnTo>
                  <a:lnTo>
                    <a:pt x="1324" y="2568"/>
                  </a:lnTo>
                  <a:lnTo>
                    <a:pt x="1304" y="2387"/>
                  </a:lnTo>
                  <a:lnTo>
                    <a:pt x="1304" y="2187"/>
                  </a:lnTo>
                  <a:lnTo>
                    <a:pt x="1304" y="2006"/>
                  </a:lnTo>
                  <a:lnTo>
                    <a:pt x="1344" y="1826"/>
                  </a:lnTo>
                  <a:lnTo>
                    <a:pt x="1384" y="1645"/>
                  </a:lnTo>
                  <a:lnTo>
                    <a:pt x="1384" y="1645"/>
                  </a:lnTo>
                  <a:lnTo>
                    <a:pt x="1484" y="1345"/>
                  </a:lnTo>
                  <a:lnTo>
                    <a:pt x="1625" y="1084"/>
                  </a:lnTo>
                  <a:lnTo>
                    <a:pt x="1805" y="843"/>
                  </a:lnTo>
                  <a:lnTo>
                    <a:pt x="1986" y="643"/>
                  </a:lnTo>
                  <a:lnTo>
                    <a:pt x="2226" y="442"/>
                  </a:lnTo>
                  <a:lnTo>
                    <a:pt x="2467" y="282"/>
                  </a:lnTo>
                  <a:lnTo>
                    <a:pt x="2708" y="141"/>
                  </a:lnTo>
                  <a:lnTo>
                    <a:pt x="298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42">
              <a:extLst>
                <a:ext uri="{FF2B5EF4-FFF2-40B4-BE49-F238E27FC236}">
                  <a16:creationId xmlns:a16="http://schemas.microsoft.com/office/drawing/2014/main" id="{FF8EAC1A-BDFA-B4A2-219A-A53D23298292}"/>
                </a:ext>
              </a:extLst>
            </p:cNvPr>
            <p:cNvSpPr/>
            <p:nvPr/>
          </p:nvSpPr>
          <p:spPr>
            <a:xfrm>
              <a:off x="10460000" y="3355563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82" y="1"/>
                  </a:moveTo>
                  <a:lnTo>
                    <a:pt x="281" y="21"/>
                  </a:lnTo>
                  <a:lnTo>
                    <a:pt x="221" y="41"/>
                  </a:lnTo>
                  <a:lnTo>
                    <a:pt x="161" y="81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2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3"/>
                  </a:lnTo>
                  <a:lnTo>
                    <a:pt x="161" y="703"/>
                  </a:lnTo>
                  <a:lnTo>
                    <a:pt x="221" y="743"/>
                  </a:lnTo>
                  <a:lnTo>
                    <a:pt x="281" y="763"/>
                  </a:lnTo>
                  <a:lnTo>
                    <a:pt x="462" y="763"/>
                  </a:lnTo>
                  <a:lnTo>
                    <a:pt x="542" y="743"/>
                  </a:lnTo>
                  <a:lnTo>
                    <a:pt x="602" y="703"/>
                  </a:lnTo>
                  <a:lnTo>
                    <a:pt x="662" y="643"/>
                  </a:lnTo>
                  <a:lnTo>
                    <a:pt x="702" y="582"/>
                  </a:lnTo>
                  <a:lnTo>
                    <a:pt x="723" y="522"/>
                  </a:lnTo>
                  <a:lnTo>
                    <a:pt x="743" y="382"/>
                  </a:lnTo>
                  <a:lnTo>
                    <a:pt x="723" y="241"/>
                  </a:lnTo>
                  <a:lnTo>
                    <a:pt x="702" y="181"/>
                  </a:lnTo>
                  <a:lnTo>
                    <a:pt x="662" y="121"/>
                  </a:lnTo>
                  <a:lnTo>
                    <a:pt x="602" y="81"/>
                  </a:lnTo>
                  <a:lnTo>
                    <a:pt x="542" y="41"/>
                  </a:lnTo>
                  <a:lnTo>
                    <a:pt x="462" y="21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42">
              <a:extLst>
                <a:ext uri="{FF2B5EF4-FFF2-40B4-BE49-F238E27FC236}">
                  <a16:creationId xmlns:a16="http://schemas.microsoft.com/office/drawing/2014/main" id="{A9F43C5C-576A-9E0F-BDA5-2DEBFA31DC1E}"/>
                </a:ext>
              </a:extLst>
            </p:cNvPr>
            <p:cNvSpPr/>
            <p:nvPr/>
          </p:nvSpPr>
          <p:spPr>
            <a:xfrm>
              <a:off x="106144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extrusionOk="0">
                  <a:moveTo>
                    <a:pt x="1083" y="0"/>
                  </a:move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215" y="1304"/>
                  </a:lnTo>
                  <a:lnTo>
                    <a:pt x="5215" y="1183"/>
                  </a:lnTo>
                  <a:lnTo>
                    <a:pt x="5215" y="1063"/>
                  </a:lnTo>
                  <a:lnTo>
                    <a:pt x="5194" y="943"/>
                  </a:lnTo>
                  <a:lnTo>
                    <a:pt x="5114" y="722"/>
                  </a:lnTo>
                  <a:lnTo>
                    <a:pt x="5014" y="521"/>
                  </a:lnTo>
                  <a:lnTo>
                    <a:pt x="4874" y="341"/>
                  </a:lnTo>
                  <a:lnTo>
                    <a:pt x="4693" y="201"/>
                  </a:lnTo>
                  <a:lnTo>
                    <a:pt x="4493" y="80"/>
                  </a:lnTo>
                  <a:lnTo>
                    <a:pt x="4272" y="20"/>
                  </a:lnTo>
                  <a:lnTo>
                    <a:pt x="41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42">
              <a:extLst>
                <a:ext uri="{FF2B5EF4-FFF2-40B4-BE49-F238E27FC236}">
                  <a16:creationId xmlns:a16="http://schemas.microsoft.com/office/drawing/2014/main" id="{C442D467-91C2-7E47-C4A8-0C735C851939}"/>
                </a:ext>
              </a:extLst>
            </p:cNvPr>
            <p:cNvSpPr/>
            <p:nvPr/>
          </p:nvSpPr>
          <p:spPr>
            <a:xfrm>
              <a:off x="106144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fill="none" extrusionOk="0">
                  <a:moveTo>
                    <a:pt x="5215" y="1183"/>
                  </a:moveTo>
                  <a:lnTo>
                    <a:pt x="5215" y="1183"/>
                  </a:lnTo>
                  <a:lnTo>
                    <a:pt x="5215" y="130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5134" y="1584"/>
                  </a:lnTo>
                  <a:lnTo>
                    <a:pt x="5074" y="1745"/>
                  </a:lnTo>
                  <a:lnTo>
                    <a:pt x="4974" y="1885"/>
                  </a:lnTo>
                  <a:lnTo>
                    <a:pt x="4874" y="2026"/>
                  </a:lnTo>
                  <a:lnTo>
                    <a:pt x="4874" y="2026"/>
                  </a:lnTo>
                  <a:lnTo>
                    <a:pt x="4693" y="2166"/>
                  </a:lnTo>
                  <a:lnTo>
                    <a:pt x="4493" y="2286"/>
                  </a:lnTo>
                  <a:lnTo>
                    <a:pt x="4272" y="2346"/>
                  </a:lnTo>
                  <a:lnTo>
                    <a:pt x="4152" y="2367"/>
                  </a:lnTo>
                  <a:lnTo>
                    <a:pt x="4031" y="2367"/>
                  </a:lnTo>
                  <a:lnTo>
                    <a:pt x="1204" y="2367"/>
                  </a:lnTo>
                  <a:lnTo>
                    <a:pt x="1204" y="2367"/>
                  </a:lnTo>
                  <a:lnTo>
                    <a:pt x="1083" y="2367"/>
                  </a:lnTo>
                  <a:lnTo>
                    <a:pt x="963" y="2346"/>
                  </a:lnTo>
                  <a:lnTo>
                    <a:pt x="742" y="2286"/>
                  </a:lnTo>
                  <a:lnTo>
                    <a:pt x="522" y="2166"/>
                  </a:lnTo>
                  <a:lnTo>
                    <a:pt x="361" y="2026"/>
                  </a:lnTo>
                  <a:lnTo>
                    <a:pt x="201" y="1845"/>
                  </a:lnTo>
                  <a:lnTo>
                    <a:pt x="101" y="1645"/>
                  </a:lnTo>
                  <a:lnTo>
                    <a:pt x="40" y="1424"/>
                  </a:lnTo>
                  <a:lnTo>
                    <a:pt x="20" y="1304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20" y="1063"/>
                  </a:lnTo>
                  <a:lnTo>
                    <a:pt x="40" y="943"/>
                  </a:lnTo>
                  <a:lnTo>
                    <a:pt x="101" y="722"/>
                  </a:lnTo>
                  <a:lnTo>
                    <a:pt x="221" y="52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542" y="201"/>
                  </a:lnTo>
                  <a:lnTo>
                    <a:pt x="742" y="80"/>
                  </a:lnTo>
                  <a:lnTo>
                    <a:pt x="963" y="20"/>
                  </a:lnTo>
                  <a:lnTo>
                    <a:pt x="1083" y="0"/>
                  </a:lnTo>
                  <a:lnTo>
                    <a:pt x="1204" y="0"/>
                  </a:lnTo>
                  <a:lnTo>
                    <a:pt x="4031" y="0"/>
                  </a:lnTo>
                  <a:lnTo>
                    <a:pt x="4031" y="0"/>
                  </a:lnTo>
                  <a:lnTo>
                    <a:pt x="4152" y="0"/>
                  </a:lnTo>
                  <a:lnTo>
                    <a:pt x="4272" y="20"/>
                  </a:lnTo>
                  <a:lnTo>
                    <a:pt x="4493" y="80"/>
                  </a:lnTo>
                  <a:lnTo>
                    <a:pt x="4693" y="201"/>
                  </a:lnTo>
                  <a:lnTo>
                    <a:pt x="4874" y="341"/>
                  </a:lnTo>
                  <a:lnTo>
                    <a:pt x="5014" y="521"/>
                  </a:lnTo>
                  <a:lnTo>
                    <a:pt x="5114" y="722"/>
                  </a:lnTo>
                  <a:lnTo>
                    <a:pt x="5194" y="943"/>
                  </a:lnTo>
                  <a:lnTo>
                    <a:pt x="5215" y="1063"/>
                  </a:lnTo>
                  <a:lnTo>
                    <a:pt x="5215" y="11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42">
              <a:extLst>
                <a:ext uri="{FF2B5EF4-FFF2-40B4-BE49-F238E27FC236}">
                  <a16:creationId xmlns:a16="http://schemas.microsoft.com/office/drawing/2014/main" id="{A2B6BDEA-D6D7-87E8-9C46-6D1014B73139}"/>
                </a:ext>
              </a:extLst>
            </p:cNvPr>
            <p:cNvSpPr/>
            <p:nvPr/>
          </p:nvSpPr>
          <p:spPr>
            <a:xfrm>
              <a:off x="106144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extrusionOk="0">
                  <a:moveTo>
                    <a:pt x="1083" y="0"/>
                  </a:move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72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8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4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42">
              <a:extLst>
                <a:ext uri="{FF2B5EF4-FFF2-40B4-BE49-F238E27FC236}">
                  <a16:creationId xmlns:a16="http://schemas.microsoft.com/office/drawing/2014/main" id="{90290650-CD87-754A-54EE-EC5D3AE4EF98}"/>
                </a:ext>
              </a:extLst>
            </p:cNvPr>
            <p:cNvSpPr/>
            <p:nvPr/>
          </p:nvSpPr>
          <p:spPr>
            <a:xfrm>
              <a:off x="106144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fill="none" extrusionOk="0">
                  <a:moveTo>
                    <a:pt x="1525" y="0"/>
                  </a:moveTo>
                  <a:lnTo>
                    <a:pt x="1204" y="0"/>
                  </a:lnTo>
                  <a:lnTo>
                    <a:pt x="1204" y="0"/>
                  </a:lnTo>
                  <a:lnTo>
                    <a:pt x="1083" y="0"/>
                  </a:ln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1204" y="2367"/>
                  </a:lnTo>
                  <a:lnTo>
                    <a:pt x="4031" y="2367"/>
                  </a:lnTo>
                  <a:lnTo>
                    <a:pt x="4031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865" y="1424"/>
                  </a:lnTo>
                  <a:lnTo>
                    <a:pt x="172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8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4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42">
              <a:extLst>
                <a:ext uri="{FF2B5EF4-FFF2-40B4-BE49-F238E27FC236}">
                  <a16:creationId xmlns:a16="http://schemas.microsoft.com/office/drawing/2014/main" id="{0DC39184-546B-A99C-A348-16A5FF80A0BC}"/>
                </a:ext>
              </a:extLst>
            </p:cNvPr>
            <p:cNvSpPr/>
            <p:nvPr/>
          </p:nvSpPr>
          <p:spPr>
            <a:xfrm>
              <a:off x="10711675" y="3387163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62" y="0"/>
                  </a:moveTo>
                  <a:lnTo>
                    <a:pt x="282" y="20"/>
                  </a:lnTo>
                  <a:lnTo>
                    <a:pt x="222" y="40"/>
                  </a:lnTo>
                  <a:lnTo>
                    <a:pt x="141" y="80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1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2"/>
                  </a:lnTo>
                  <a:lnTo>
                    <a:pt x="141" y="682"/>
                  </a:lnTo>
                  <a:lnTo>
                    <a:pt x="222" y="722"/>
                  </a:lnTo>
                  <a:lnTo>
                    <a:pt x="282" y="742"/>
                  </a:lnTo>
                  <a:lnTo>
                    <a:pt x="362" y="762"/>
                  </a:lnTo>
                  <a:lnTo>
                    <a:pt x="462" y="742"/>
                  </a:lnTo>
                  <a:lnTo>
                    <a:pt x="522" y="722"/>
                  </a:lnTo>
                  <a:lnTo>
                    <a:pt x="583" y="682"/>
                  </a:lnTo>
                  <a:lnTo>
                    <a:pt x="643" y="642"/>
                  </a:lnTo>
                  <a:lnTo>
                    <a:pt x="683" y="582"/>
                  </a:lnTo>
                  <a:lnTo>
                    <a:pt x="703" y="522"/>
                  </a:lnTo>
                  <a:lnTo>
                    <a:pt x="743" y="381"/>
                  </a:lnTo>
                  <a:lnTo>
                    <a:pt x="703" y="241"/>
                  </a:lnTo>
                  <a:lnTo>
                    <a:pt x="683" y="181"/>
                  </a:lnTo>
                  <a:lnTo>
                    <a:pt x="643" y="121"/>
                  </a:lnTo>
                  <a:lnTo>
                    <a:pt x="583" y="80"/>
                  </a:lnTo>
                  <a:lnTo>
                    <a:pt x="522" y="40"/>
                  </a:lnTo>
                  <a:lnTo>
                    <a:pt x="462" y="2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42">
              <a:extLst>
                <a:ext uri="{FF2B5EF4-FFF2-40B4-BE49-F238E27FC236}">
                  <a16:creationId xmlns:a16="http://schemas.microsoft.com/office/drawing/2014/main" id="{96A7506E-681A-1B4C-72F9-1F31DA764C26}"/>
                </a:ext>
              </a:extLst>
            </p:cNvPr>
            <p:cNvSpPr/>
            <p:nvPr/>
          </p:nvSpPr>
          <p:spPr>
            <a:xfrm>
              <a:off x="107969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extrusionOk="0">
                  <a:moveTo>
                    <a:pt x="1063" y="0"/>
                  </a:move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214" y="1304"/>
                  </a:lnTo>
                  <a:lnTo>
                    <a:pt x="5214" y="1183"/>
                  </a:lnTo>
                  <a:lnTo>
                    <a:pt x="5214" y="1063"/>
                  </a:lnTo>
                  <a:lnTo>
                    <a:pt x="5194" y="943"/>
                  </a:lnTo>
                  <a:lnTo>
                    <a:pt x="5114" y="722"/>
                  </a:lnTo>
                  <a:lnTo>
                    <a:pt x="5014" y="521"/>
                  </a:lnTo>
                  <a:lnTo>
                    <a:pt x="4873" y="341"/>
                  </a:lnTo>
                  <a:lnTo>
                    <a:pt x="4693" y="201"/>
                  </a:lnTo>
                  <a:lnTo>
                    <a:pt x="4492" y="80"/>
                  </a:lnTo>
                  <a:lnTo>
                    <a:pt x="4272" y="20"/>
                  </a:lnTo>
                  <a:lnTo>
                    <a:pt x="41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42">
              <a:extLst>
                <a:ext uri="{FF2B5EF4-FFF2-40B4-BE49-F238E27FC236}">
                  <a16:creationId xmlns:a16="http://schemas.microsoft.com/office/drawing/2014/main" id="{4006CDA1-FD1F-4643-EF59-282471287DC1}"/>
                </a:ext>
              </a:extLst>
            </p:cNvPr>
            <p:cNvSpPr/>
            <p:nvPr/>
          </p:nvSpPr>
          <p:spPr>
            <a:xfrm>
              <a:off x="107969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fill="none" extrusionOk="0">
                  <a:moveTo>
                    <a:pt x="5214" y="1183"/>
                  </a:moveTo>
                  <a:lnTo>
                    <a:pt x="5214" y="1183"/>
                  </a:lnTo>
                  <a:lnTo>
                    <a:pt x="5214" y="130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5134" y="1584"/>
                  </a:lnTo>
                  <a:lnTo>
                    <a:pt x="5074" y="1745"/>
                  </a:lnTo>
                  <a:lnTo>
                    <a:pt x="4974" y="1885"/>
                  </a:lnTo>
                  <a:lnTo>
                    <a:pt x="4853" y="2026"/>
                  </a:lnTo>
                  <a:lnTo>
                    <a:pt x="4853" y="2026"/>
                  </a:lnTo>
                  <a:lnTo>
                    <a:pt x="4693" y="2166"/>
                  </a:lnTo>
                  <a:lnTo>
                    <a:pt x="4492" y="2286"/>
                  </a:lnTo>
                  <a:lnTo>
                    <a:pt x="4272" y="2346"/>
                  </a:lnTo>
                  <a:lnTo>
                    <a:pt x="4151" y="2367"/>
                  </a:lnTo>
                  <a:lnTo>
                    <a:pt x="4031" y="2367"/>
                  </a:lnTo>
                  <a:lnTo>
                    <a:pt x="1203" y="2367"/>
                  </a:lnTo>
                  <a:lnTo>
                    <a:pt x="1203" y="2367"/>
                  </a:lnTo>
                  <a:lnTo>
                    <a:pt x="1063" y="2367"/>
                  </a:lnTo>
                  <a:lnTo>
                    <a:pt x="963" y="2346"/>
                  </a:lnTo>
                  <a:lnTo>
                    <a:pt x="722" y="2286"/>
                  </a:lnTo>
                  <a:lnTo>
                    <a:pt x="522" y="2166"/>
                  </a:lnTo>
                  <a:lnTo>
                    <a:pt x="361" y="2026"/>
                  </a:lnTo>
                  <a:lnTo>
                    <a:pt x="201" y="1845"/>
                  </a:lnTo>
                  <a:lnTo>
                    <a:pt x="100" y="1645"/>
                  </a:lnTo>
                  <a:lnTo>
                    <a:pt x="20" y="1424"/>
                  </a:lnTo>
                  <a:lnTo>
                    <a:pt x="0" y="1304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0" y="1063"/>
                  </a:lnTo>
                  <a:lnTo>
                    <a:pt x="20" y="943"/>
                  </a:lnTo>
                  <a:lnTo>
                    <a:pt x="100" y="722"/>
                  </a:lnTo>
                  <a:lnTo>
                    <a:pt x="201" y="52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522" y="201"/>
                  </a:lnTo>
                  <a:lnTo>
                    <a:pt x="722" y="80"/>
                  </a:lnTo>
                  <a:lnTo>
                    <a:pt x="963" y="20"/>
                  </a:lnTo>
                  <a:lnTo>
                    <a:pt x="1063" y="0"/>
                  </a:lnTo>
                  <a:lnTo>
                    <a:pt x="1203" y="0"/>
                  </a:lnTo>
                  <a:lnTo>
                    <a:pt x="4031" y="0"/>
                  </a:lnTo>
                  <a:lnTo>
                    <a:pt x="4031" y="0"/>
                  </a:lnTo>
                  <a:lnTo>
                    <a:pt x="4151" y="0"/>
                  </a:lnTo>
                  <a:lnTo>
                    <a:pt x="4272" y="20"/>
                  </a:lnTo>
                  <a:lnTo>
                    <a:pt x="4492" y="80"/>
                  </a:lnTo>
                  <a:lnTo>
                    <a:pt x="4693" y="201"/>
                  </a:lnTo>
                  <a:lnTo>
                    <a:pt x="4873" y="341"/>
                  </a:lnTo>
                  <a:lnTo>
                    <a:pt x="5014" y="521"/>
                  </a:lnTo>
                  <a:lnTo>
                    <a:pt x="5114" y="722"/>
                  </a:lnTo>
                  <a:lnTo>
                    <a:pt x="5194" y="943"/>
                  </a:lnTo>
                  <a:lnTo>
                    <a:pt x="5214" y="1063"/>
                  </a:lnTo>
                  <a:lnTo>
                    <a:pt x="5214" y="11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42">
              <a:extLst>
                <a:ext uri="{FF2B5EF4-FFF2-40B4-BE49-F238E27FC236}">
                  <a16:creationId xmlns:a16="http://schemas.microsoft.com/office/drawing/2014/main" id="{F2B89518-143B-1B1B-7127-6854EFAA7BC4}"/>
                </a:ext>
              </a:extLst>
            </p:cNvPr>
            <p:cNvSpPr/>
            <p:nvPr/>
          </p:nvSpPr>
          <p:spPr>
            <a:xfrm>
              <a:off x="107969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extrusionOk="0">
                  <a:moveTo>
                    <a:pt x="1063" y="0"/>
                  </a:move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70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6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2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4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42">
              <a:extLst>
                <a:ext uri="{FF2B5EF4-FFF2-40B4-BE49-F238E27FC236}">
                  <a16:creationId xmlns:a16="http://schemas.microsoft.com/office/drawing/2014/main" id="{C2275355-5EA5-6033-684F-21EFBE00D1DA}"/>
                </a:ext>
              </a:extLst>
            </p:cNvPr>
            <p:cNvSpPr/>
            <p:nvPr/>
          </p:nvSpPr>
          <p:spPr>
            <a:xfrm>
              <a:off x="107969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fill="none" extrusionOk="0">
                  <a:moveTo>
                    <a:pt x="1524" y="0"/>
                  </a:moveTo>
                  <a:lnTo>
                    <a:pt x="1203" y="0"/>
                  </a:lnTo>
                  <a:lnTo>
                    <a:pt x="1203" y="0"/>
                  </a:lnTo>
                  <a:lnTo>
                    <a:pt x="1063" y="0"/>
                  </a:ln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1203" y="2367"/>
                  </a:lnTo>
                  <a:lnTo>
                    <a:pt x="4031" y="2367"/>
                  </a:lnTo>
                  <a:lnTo>
                    <a:pt x="4031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865" y="1424"/>
                  </a:lnTo>
                  <a:lnTo>
                    <a:pt x="170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6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2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42">
              <a:extLst>
                <a:ext uri="{FF2B5EF4-FFF2-40B4-BE49-F238E27FC236}">
                  <a16:creationId xmlns:a16="http://schemas.microsoft.com/office/drawing/2014/main" id="{4FE80F19-DA09-5E8E-EE50-BA4F2BB89E54}"/>
                </a:ext>
              </a:extLst>
            </p:cNvPr>
            <p:cNvSpPr/>
            <p:nvPr/>
          </p:nvSpPr>
          <p:spPr>
            <a:xfrm>
              <a:off x="10894175" y="3387163"/>
              <a:ext cx="18075" cy="19075"/>
            </a:xfrm>
            <a:custGeom>
              <a:avLst/>
              <a:gdLst/>
              <a:ahLst/>
              <a:cxnLst/>
              <a:rect l="l" t="t" r="r" b="b"/>
              <a:pathLst>
                <a:path w="723" h="763" extrusionOk="0">
                  <a:moveTo>
                    <a:pt x="362" y="0"/>
                  </a:moveTo>
                  <a:lnTo>
                    <a:pt x="282" y="20"/>
                  </a:lnTo>
                  <a:lnTo>
                    <a:pt x="201" y="40"/>
                  </a:lnTo>
                  <a:lnTo>
                    <a:pt x="141" y="80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1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2"/>
                  </a:lnTo>
                  <a:lnTo>
                    <a:pt x="141" y="682"/>
                  </a:lnTo>
                  <a:lnTo>
                    <a:pt x="201" y="722"/>
                  </a:lnTo>
                  <a:lnTo>
                    <a:pt x="282" y="742"/>
                  </a:lnTo>
                  <a:lnTo>
                    <a:pt x="362" y="762"/>
                  </a:lnTo>
                  <a:lnTo>
                    <a:pt x="442" y="742"/>
                  </a:lnTo>
                  <a:lnTo>
                    <a:pt x="522" y="722"/>
                  </a:lnTo>
                  <a:lnTo>
                    <a:pt x="582" y="682"/>
                  </a:lnTo>
                  <a:lnTo>
                    <a:pt x="643" y="642"/>
                  </a:lnTo>
                  <a:lnTo>
                    <a:pt x="683" y="582"/>
                  </a:lnTo>
                  <a:lnTo>
                    <a:pt x="703" y="522"/>
                  </a:lnTo>
                  <a:lnTo>
                    <a:pt x="723" y="381"/>
                  </a:lnTo>
                  <a:lnTo>
                    <a:pt x="703" y="241"/>
                  </a:lnTo>
                  <a:lnTo>
                    <a:pt x="683" y="181"/>
                  </a:lnTo>
                  <a:lnTo>
                    <a:pt x="643" y="121"/>
                  </a:lnTo>
                  <a:lnTo>
                    <a:pt x="582" y="80"/>
                  </a:lnTo>
                  <a:lnTo>
                    <a:pt x="522" y="40"/>
                  </a:lnTo>
                  <a:lnTo>
                    <a:pt x="442" y="2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42">
              <a:extLst>
                <a:ext uri="{FF2B5EF4-FFF2-40B4-BE49-F238E27FC236}">
                  <a16:creationId xmlns:a16="http://schemas.microsoft.com/office/drawing/2014/main" id="{C255AFAA-0B73-2579-37D6-2DA45570BDA8}"/>
                </a:ext>
              </a:extLst>
            </p:cNvPr>
            <p:cNvSpPr/>
            <p:nvPr/>
          </p:nvSpPr>
          <p:spPr>
            <a:xfrm>
              <a:off x="10137625" y="3130463"/>
              <a:ext cx="985200" cy="699925"/>
            </a:xfrm>
            <a:custGeom>
              <a:avLst/>
              <a:gdLst/>
              <a:ahLst/>
              <a:cxnLst/>
              <a:rect l="l" t="t" r="r" b="b"/>
              <a:pathLst>
                <a:path w="39408" h="27997" extrusionOk="0">
                  <a:moveTo>
                    <a:pt x="7681" y="0"/>
                  </a:moveTo>
                  <a:lnTo>
                    <a:pt x="7341" y="20"/>
                  </a:lnTo>
                  <a:lnTo>
                    <a:pt x="7000" y="81"/>
                  </a:lnTo>
                  <a:lnTo>
                    <a:pt x="6659" y="121"/>
                  </a:lnTo>
                  <a:lnTo>
                    <a:pt x="6338" y="201"/>
                  </a:lnTo>
                  <a:lnTo>
                    <a:pt x="6017" y="281"/>
                  </a:lnTo>
                  <a:lnTo>
                    <a:pt x="5696" y="381"/>
                  </a:lnTo>
                  <a:lnTo>
                    <a:pt x="5395" y="482"/>
                  </a:lnTo>
                  <a:lnTo>
                    <a:pt x="5094" y="602"/>
                  </a:lnTo>
                  <a:lnTo>
                    <a:pt x="4794" y="742"/>
                  </a:lnTo>
                  <a:lnTo>
                    <a:pt x="4493" y="883"/>
                  </a:lnTo>
                  <a:lnTo>
                    <a:pt x="4212" y="1043"/>
                  </a:lnTo>
                  <a:lnTo>
                    <a:pt x="3931" y="1204"/>
                  </a:lnTo>
                  <a:lnTo>
                    <a:pt x="3650" y="1364"/>
                  </a:lnTo>
                  <a:lnTo>
                    <a:pt x="3390" y="1565"/>
                  </a:lnTo>
                  <a:lnTo>
                    <a:pt x="3129" y="1745"/>
                  </a:lnTo>
                  <a:lnTo>
                    <a:pt x="2888" y="1966"/>
                  </a:lnTo>
                  <a:lnTo>
                    <a:pt x="2648" y="2166"/>
                  </a:lnTo>
                  <a:lnTo>
                    <a:pt x="2407" y="2407"/>
                  </a:lnTo>
                  <a:lnTo>
                    <a:pt x="2186" y="2627"/>
                  </a:lnTo>
                  <a:lnTo>
                    <a:pt x="1986" y="2868"/>
                  </a:lnTo>
                  <a:lnTo>
                    <a:pt x="1765" y="3129"/>
                  </a:lnTo>
                  <a:lnTo>
                    <a:pt x="1585" y="3369"/>
                  </a:lnTo>
                  <a:lnTo>
                    <a:pt x="1384" y="3650"/>
                  </a:lnTo>
                  <a:lnTo>
                    <a:pt x="1224" y="3911"/>
                  </a:lnTo>
                  <a:lnTo>
                    <a:pt x="1063" y="4192"/>
                  </a:lnTo>
                  <a:lnTo>
                    <a:pt x="903" y="4493"/>
                  </a:lnTo>
                  <a:lnTo>
                    <a:pt x="763" y="4773"/>
                  </a:lnTo>
                  <a:lnTo>
                    <a:pt x="622" y="5074"/>
                  </a:lnTo>
                  <a:lnTo>
                    <a:pt x="502" y="5375"/>
                  </a:lnTo>
                  <a:lnTo>
                    <a:pt x="402" y="5696"/>
                  </a:lnTo>
                  <a:lnTo>
                    <a:pt x="301" y="6017"/>
                  </a:lnTo>
                  <a:lnTo>
                    <a:pt x="221" y="6338"/>
                  </a:lnTo>
                  <a:lnTo>
                    <a:pt x="121" y="6799"/>
                  </a:lnTo>
                  <a:lnTo>
                    <a:pt x="61" y="7260"/>
                  </a:lnTo>
                  <a:lnTo>
                    <a:pt x="21" y="7741"/>
                  </a:lnTo>
                  <a:lnTo>
                    <a:pt x="1" y="8223"/>
                  </a:lnTo>
                  <a:lnTo>
                    <a:pt x="1" y="19754"/>
                  </a:lnTo>
                  <a:lnTo>
                    <a:pt x="21" y="20175"/>
                  </a:lnTo>
                  <a:lnTo>
                    <a:pt x="41" y="20596"/>
                  </a:lnTo>
                  <a:lnTo>
                    <a:pt x="101" y="21017"/>
                  </a:lnTo>
                  <a:lnTo>
                    <a:pt x="181" y="21419"/>
                  </a:lnTo>
                  <a:lnTo>
                    <a:pt x="261" y="21820"/>
                  </a:lnTo>
                  <a:lnTo>
                    <a:pt x="382" y="22221"/>
                  </a:lnTo>
                  <a:lnTo>
                    <a:pt x="502" y="22602"/>
                  </a:lnTo>
                  <a:lnTo>
                    <a:pt x="662" y="22963"/>
                  </a:lnTo>
                  <a:lnTo>
                    <a:pt x="823" y="23344"/>
                  </a:lnTo>
                  <a:lnTo>
                    <a:pt x="1003" y="23685"/>
                  </a:lnTo>
                  <a:lnTo>
                    <a:pt x="1204" y="24026"/>
                  </a:lnTo>
                  <a:lnTo>
                    <a:pt x="1424" y="24367"/>
                  </a:lnTo>
                  <a:lnTo>
                    <a:pt x="1645" y="24687"/>
                  </a:lnTo>
                  <a:lnTo>
                    <a:pt x="1886" y="25008"/>
                  </a:lnTo>
                  <a:lnTo>
                    <a:pt x="2146" y="25309"/>
                  </a:lnTo>
                  <a:lnTo>
                    <a:pt x="2427" y="25590"/>
                  </a:lnTo>
                  <a:lnTo>
                    <a:pt x="2708" y="25871"/>
                  </a:lnTo>
                  <a:lnTo>
                    <a:pt x="3009" y="26131"/>
                  </a:lnTo>
                  <a:lnTo>
                    <a:pt x="3330" y="26372"/>
                  </a:lnTo>
                  <a:lnTo>
                    <a:pt x="3650" y="26593"/>
                  </a:lnTo>
                  <a:lnTo>
                    <a:pt x="3971" y="26813"/>
                  </a:lnTo>
                  <a:lnTo>
                    <a:pt x="4332" y="27014"/>
                  </a:lnTo>
                  <a:lnTo>
                    <a:pt x="4673" y="27194"/>
                  </a:lnTo>
                  <a:lnTo>
                    <a:pt x="5034" y="27355"/>
                  </a:lnTo>
                  <a:lnTo>
                    <a:pt x="5415" y="27515"/>
                  </a:lnTo>
                  <a:lnTo>
                    <a:pt x="5796" y="27635"/>
                  </a:lnTo>
                  <a:lnTo>
                    <a:pt x="6197" y="27756"/>
                  </a:lnTo>
                  <a:lnTo>
                    <a:pt x="6598" y="27836"/>
                  </a:lnTo>
                  <a:lnTo>
                    <a:pt x="7000" y="27916"/>
                  </a:lnTo>
                  <a:lnTo>
                    <a:pt x="7401" y="27956"/>
                  </a:lnTo>
                  <a:lnTo>
                    <a:pt x="7822" y="27996"/>
                  </a:lnTo>
                  <a:lnTo>
                    <a:pt x="32068" y="27996"/>
                  </a:lnTo>
                  <a:lnTo>
                    <a:pt x="32649" y="27976"/>
                  </a:lnTo>
                  <a:lnTo>
                    <a:pt x="33251" y="27916"/>
                  </a:lnTo>
                  <a:lnTo>
                    <a:pt x="33812" y="27816"/>
                  </a:lnTo>
                  <a:lnTo>
                    <a:pt x="34374" y="27676"/>
                  </a:lnTo>
                  <a:lnTo>
                    <a:pt x="34915" y="27495"/>
                  </a:lnTo>
                  <a:lnTo>
                    <a:pt x="35437" y="27295"/>
                  </a:lnTo>
                  <a:lnTo>
                    <a:pt x="35938" y="27034"/>
                  </a:lnTo>
                  <a:lnTo>
                    <a:pt x="36420" y="26753"/>
                  </a:lnTo>
                  <a:lnTo>
                    <a:pt x="36901" y="26452"/>
                  </a:lnTo>
                  <a:lnTo>
                    <a:pt x="37322" y="26111"/>
                  </a:lnTo>
                  <a:lnTo>
                    <a:pt x="37743" y="25730"/>
                  </a:lnTo>
                  <a:lnTo>
                    <a:pt x="38144" y="25329"/>
                  </a:lnTo>
                  <a:lnTo>
                    <a:pt x="38505" y="24908"/>
                  </a:lnTo>
                  <a:lnTo>
                    <a:pt x="38826" y="24467"/>
                  </a:lnTo>
                  <a:lnTo>
                    <a:pt x="39147" y="23986"/>
                  </a:lnTo>
                  <a:lnTo>
                    <a:pt x="39408" y="23504"/>
                  </a:lnTo>
                  <a:lnTo>
                    <a:pt x="39408" y="23504"/>
                  </a:lnTo>
                  <a:lnTo>
                    <a:pt x="39007" y="23705"/>
                  </a:lnTo>
                  <a:lnTo>
                    <a:pt x="38605" y="23885"/>
                  </a:lnTo>
                  <a:lnTo>
                    <a:pt x="38204" y="24066"/>
                  </a:lnTo>
                  <a:lnTo>
                    <a:pt x="37803" y="24226"/>
                  </a:lnTo>
                  <a:lnTo>
                    <a:pt x="37382" y="24387"/>
                  </a:lnTo>
                  <a:lnTo>
                    <a:pt x="36961" y="24527"/>
                  </a:lnTo>
                  <a:lnTo>
                    <a:pt x="36099" y="24768"/>
                  </a:lnTo>
                  <a:lnTo>
                    <a:pt x="35216" y="24988"/>
                  </a:lnTo>
                  <a:lnTo>
                    <a:pt x="34334" y="25149"/>
                  </a:lnTo>
                  <a:lnTo>
                    <a:pt x="33451" y="25289"/>
                  </a:lnTo>
                  <a:lnTo>
                    <a:pt x="32569" y="25409"/>
                  </a:lnTo>
                  <a:lnTo>
                    <a:pt x="31085" y="25550"/>
                  </a:lnTo>
                  <a:lnTo>
                    <a:pt x="29581" y="25630"/>
                  </a:lnTo>
                  <a:lnTo>
                    <a:pt x="28077" y="25690"/>
                  </a:lnTo>
                  <a:lnTo>
                    <a:pt x="26573" y="25710"/>
                  </a:lnTo>
                  <a:lnTo>
                    <a:pt x="24788" y="25690"/>
                  </a:lnTo>
                  <a:lnTo>
                    <a:pt x="23003" y="25610"/>
                  </a:lnTo>
                  <a:lnTo>
                    <a:pt x="21218" y="25510"/>
                  </a:lnTo>
                  <a:lnTo>
                    <a:pt x="19433" y="25369"/>
                  </a:lnTo>
                  <a:lnTo>
                    <a:pt x="17709" y="25209"/>
                  </a:lnTo>
                  <a:lnTo>
                    <a:pt x="15984" y="25008"/>
                  </a:lnTo>
                  <a:lnTo>
                    <a:pt x="15122" y="24888"/>
                  </a:lnTo>
                  <a:lnTo>
                    <a:pt x="14259" y="24768"/>
                  </a:lnTo>
                  <a:lnTo>
                    <a:pt x="13397" y="24607"/>
                  </a:lnTo>
                  <a:lnTo>
                    <a:pt x="12555" y="24427"/>
                  </a:lnTo>
                  <a:lnTo>
                    <a:pt x="11813" y="24266"/>
                  </a:lnTo>
                  <a:lnTo>
                    <a:pt x="11071" y="24046"/>
                  </a:lnTo>
                  <a:lnTo>
                    <a:pt x="10329" y="23825"/>
                  </a:lnTo>
                  <a:lnTo>
                    <a:pt x="9948" y="23685"/>
                  </a:lnTo>
                  <a:lnTo>
                    <a:pt x="9587" y="23544"/>
                  </a:lnTo>
                  <a:lnTo>
                    <a:pt x="9246" y="23384"/>
                  </a:lnTo>
                  <a:lnTo>
                    <a:pt x="8885" y="23203"/>
                  </a:lnTo>
                  <a:lnTo>
                    <a:pt x="8564" y="23023"/>
                  </a:lnTo>
                  <a:lnTo>
                    <a:pt x="8223" y="22822"/>
                  </a:lnTo>
                  <a:lnTo>
                    <a:pt x="7902" y="22602"/>
                  </a:lnTo>
                  <a:lnTo>
                    <a:pt x="7601" y="22381"/>
                  </a:lnTo>
                  <a:lnTo>
                    <a:pt x="7300" y="22141"/>
                  </a:lnTo>
                  <a:lnTo>
                    <a:pt x="7020" y="21880"/>
                  </a:lnTo>
                  <a:lnTo>
                    <a:pt x="6759" y="21579"/>
                  </a:lnTo>
                  <a:lnTo>
                    <a:pt x="6518" y="21258"/>
                  </a:lnTo>
                  <a:lnTo>
                    <a:pt x="6298" y="20937"/>
                  </a:lnTo>
                  <a:lnTo>
                    <a:pt x="6097" y="20596"/>
                  </a:lnTo>
                  <a:lnTo>
                    <a:pt x="5917" y="20255"/>
                  </a:lnTo>
                  <a:lnTo>
                    <a:pt x="5756" y="19874"/>
                  </a:lnTo>
                  <a:lnTo>
                    <a:pt x="5616" y="19513"/>
                  </a:lnTo>
                  <a:lnTo>
                    <a:pt x="5495" y="19132"/>
                  </a:lnTo>
                  <a:lnTo>
                    <a:pt x="5375" y="18731"/>
                  </a:lnTo>
                  <a:lnTo>
                    <a:pt x="5275" y="18350"/>
                  </a:lnTo>
                  <a:lnTo>
                    <a:pt x="5094" y="17548"/>
                  </a:lnTo>
                  <a:lnTo>
                    <a:pt x="4954" y="16766"/>
                  </a:lnTo>
                  <a:lnTo>
                    <a:pt x="4834" y="16004"/>
                  </a:lnTo>
                  <a:lnTo>
                    <a:pt x="4713" y="15162"/>
                  </a:lnTo>
                  <a:lnTo>
                    <a:pt x="4633" y="14319"/>
                  </a:lnTo>
                  <a:lnTo>
                    <a:pt x="4553" y="13477"/>
                  </a:lnTo>
                  <a:lnTo>
                    <a:pt x="4513" y="12635"/>
                  </a:lnTo>
                  <a:lnTo>
                    <a:pt x="4513" y="11792"/>
                  </a:lnTo>
                  <a:lnTo>
                    <a:pt x="4513" y="10950"/>
                  </a:lnTo>
                  <a:lnTo>
                    <a:pt x="4533" y="10108"/>
                  </a:lnTo>
                  <a:lnTo>
                    <a:pt x="4593" y="9265"/>
                  </a:lnTo>
                  <a:lnTo>
                    <a:pt x="4633" y="8664"/>
                  </a:lnTo>
                  <a:lnTo>
                    <a:pt x="4693" y="8062"/>
                  </a:lnTo>
                  <a:lnTo>
                    <a:pt x="4774" y="7461"/>
                  </a:lnTo>
                  <a:lnTo>
                    <a:pt x="4874" y="6839"/>
                  </a:lnTo>
                  <a:lnTo>
                    <a:pt x="4974" y="6217"/>
                  </a:lnTo>
                  <a:lnTo>
                    <a:pt x="5094" y="5596"/>
                  </a:lnTo>
                  <a:lnTo>
                    <a:pt x="5255" y="4974"/>
                  </a:lnTo>
                  <a:lnTo>
                    <a:pt x="5415" y="4352"/>
                  </a:lnTo>
                  <a:lnTo>
                    <a:pt x="5616" y="3750"/>
                  </a:lnTo>
                  <a:lnTo>
                    <a:pt x="5816" y="3169"/>
                  </a:lnTo>
                  <a:lnTo>
                    <a:pt x="6057" y="2587"/>
                  </a:lnTo>
                  <a:lnTo>
                    <a:pt x="6318" y="2026"/>
                  </a:lnTo>
                  <a:lnTo>
                    <a:pt x="6619" y="1484"/>
                  </a:lnTo>
                  <a:lnTo>
                    <a:pt x="6939" y="963"/>
                  </a:lnTo>
                  <a:lnTo>
                    <a:pt x="7280" y="462"/>
                  </a:lnTo>
                  <a:lnTo>
                    <a:pt x="768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42">
              <a:extLst>
                <a:ext uri="{FF2B5EF4-FFF2-40B4-BE49-F238E27FC236}">
                  <a16:creationId xmlns:a16="http://schemas.microsoft.com/office/drawing/2014/main" id="{44554FA2-13ED-CF60-232E-4EA1E474761F}"/>
                </a:ext>
              </a:extLst>
            </p:cNvPr>
            <p:cNvSpPr/>
            <p:nvPr/>
          </p:nvSpPr>
          <p:spPr>
            <a:xfrm>
              <a:off x="10137625" y="3130463"/>
              <a:ext cx="985200" cy="699925"/>
            </a:xfrm>
            <a:custGeom>
              <a:avLst/>
              <a:gdLst/>
              <a:ahLst/>
              <a:cxnLst/>
              <a:rect l="l" t="t" r="r" b="b"/>
              <a:pathLst>
                <a:path w="39408" h="27997" fill="none" extrusionOk="0">
                  <a:moveTo>
                    <a:pt x="7681" y="0"/>
                  </a:moveTo>
                  <a:lnTo>
                    <a:pt x="7681" y="0"/>
                  </a:lnTo>
                  <a:lnTo>
                    <a:pt x="7341" y="20"/>
                  </a:lnTo>
                  <a:lnTo>
                    <a:pt x="7000" y="81"/>
                  </a:lnTo>
                  <a:lnTo>
                    <a:pt x="6659" y="121"/>
                  </a:lnTo>
                  <a:lnTo>
                    <a:pt x="6338" y="201"/>
                  </a:lnTo>
                  <a:lnTo>
                    <a:pt x="6017" y="281"/>
                  </a:lnTo>
                  <a:lnTo>
                    <a:pt x="5696" y="381"/>
                  </a:lnTo>
                  <a:lnTo>
                    <a:pt x="5395" y="482"/>
                  </a:lnTo>
                  <a:lnTo>
                    <a:pt x="5094" y="602"/>
                  </a:lnTo>
                  <a:lnTo>
                    <a:pt x="4794" y="742"/>
                  </a:lnTo>
                  <a:lnTo>
                    <a:pt x="4493" y="883"/>
                  </a:lnTo>
                  <a:lnTo>
                    <a:pt x="4212" y="1043"/>
                  </a:lnTo>
                  <a:lnTo>
                    <a:pt x="3931" y="1204"/>
                  </a:lnTo>
                  <a:lnTo>
                    <a:pt x="3650" y="1364"/>
                  </a:lnTo>
                  <a:lnTo>
                    <a:pt x="3390" y="1565"/>
                  </a:lnTo>
                  <a:lnTo>
                    <a:pt x="3129" y="1745"/>
                  </a:lnTo>
                  <a:lnTo>
                    <a:pt x="2888" y="1966"/>
                  </a:lnTo>
                  <a:lnTo>
                    <a:pt x="2648" y="2166"/>
                  </a:lnTo>
                  <a:lnTo>
                    <a:pt x="2407" y="2407"/>
                  </a:lnTo>
                  <a:lnTo>
                    <a:pt x="2186" y="2627"/>
                  </a:lnTo>
                  <a:lnTo>
                    <a:pt x="1986" y="2868"/>
                  </a:lnTo>
                  <a:lnTo>
                    <a:pt x="1765" y="3129"/>
                  </a:lnTo>
                  <a:lnTo>
                    <a:pt x="1585" y="3369"/>
                  </a:lnTo>
                  <a:lnTo>
                    <a:pt x="1384" y="3650"/>
                  </a:lnTo>
                  <a:lnTo>
                    <a:pt x="1224" y="3911"/>
                  </a:lnTo>
                  <a:lnTo>
                    <a:pt x="1063" y="4192"/>
                  </a:lnTo>
                  <a:lnTo>
                    <a:pt x="903" y="4493"/>
                  </a:lnTo>
                  <a:lnTo>
                    <a:pt x="763" y="4773"/>
                  </a:lnTo>
                  <a:lnTo>
                    <a:pt x="622" y="5074"/>
                  </a:lnTo>
                  <a:lnTo>
                    <a:pt x="502" y="5375"/>
                  </a:lnTo>
                  <a:lnTo>
                    <a:pt x="402" y="5696"/>
                  </a:lnTo>
                  <a:lnTo>
                    <a:pt x="301" y="6017"/>
                  </a:lnTo>
                  <a:lnTo>
                    <a:pt x="221" y="6338"/>
                  </a:lnTo>
                  <a:lnTo>
                    <a:pt x="221" y="6338"/>
                  </a:lnTo>
                  <a:lnTo>
                    <a:pt x="121" y="6799"/>
                  </a:lnTo>
                  <a:lnTo>
                    <a:pt x="61" y="7260"/>
                  </a:lnTo>
                  <a:lnTo>
                    <a:pt x="21" y="7741"/>
                  </a:lnTo>
                  <a:lnTo>
                    <a:pt x="1" y="8223"/>
                  </a:lnTo>
                  <a:lnTo>
                    <a:pt x="1" y="19754"/>
                  </a:lnTo>
                  <a:lnTo>
                    <a:pt x="1" y="19754"/>
                  </a:lnTo>
                  <a:lnTo>
                    <a:pt x="21" y="20175"/>
                  </a:lnTo>
                  <a:lnTo>
                    <a:pt x="41" y="20596"/>
                  </a:lnTo>
                  <a:lnTo>
                    <a:pt x="101" y="21017"/>
                  </a:lnTo>
                  <a:lnTo>
                    <a:pt x="181" y="21419"/>
                  </a:lnTo>
                  <a:lnTo>
                    <a:pt x="261" y="21820"/>
                  </a:lnTo>
                  <a:lnTo>
                    <a:pt x="382" y="22221"/>
                  </a:lnTo>
                  <a:lnTo>
                    <a:pt x="502" y="22602"/>
                  </a:lnTo>
                  <a:lnTo>
                    <a:pt x="662" y="22963"/>
                  </a:lnTo>
                  <a:lnTo>
                    <a:pt x="823" y="23344"/>
                  </a:lnTo>
                  <a:lnTo>
                    <a:pt x="1003" y="23685"/>
                  </a:lnTo>
                  <a:lnTo>
                    <a:pt x="1204" y="24026"/>
                  </a:lnTo>
                  <a:lnTo>
                    <a:pt x="1424" y="24367"/>
                  </a:lnTo>
                  <a:lnTo>
                    <a:pt x="1645" y="24687"/>
                  </a:lnTo>
                  <a:lnTo>
                    <a:pt x="1886" y="25008"/>
                  </a:lnTo>
                  <a:lnTo>
                    <a:pt x="2146" y="25309"/>
                  </a:lnTo>
                  <a:lnTo>
                    <a:pt x="2427" y="25590"/>
                  </a:lnTo>
                  <a:lnTo>
                    <a:pt x="2708" y="25871"/>
                  </a:lnTo>
                  <a:lnTo>
                    <a:pt x="3009" y="26131"/>
                  </a:lnTo>
                  <a:lnTo>
                    <a:pt x="3330" y="26372"/>
                  </a:lnTo>
                  <a:lnTo>
                    <a:pt x="3650" y="26593"/>
                  </a:lnTo>
                  <a:lnTo>
                    <a:pt x="3971" y="26813"/>
                  </a:lnTo>
                  <a:lnTo>
                    <a:pt x="4332" y="27014"/>
                  </a:lnTo>
                  <a:lnTo>
                    <a:pt x="4673" y="27194"/>
                  </a:lnTo>
                  <a:lnTo>
                    <a:pt x="5034" y="27355"/>
                  </a:lnTo>
                  <a:lnTo>
                    <a:pt x="5415" y="27515"/>
                  </a:lnTo>
                  <a:lnTo>
                    <a:pt x="5796" y="27635"/>
                  </a:lnTo>
                  <a:lnTo>
                    <a:pt x="6197" y="27756"/>
                  </a:lnTo>
                  <a:lnTo>
                    <a:pt x="6598" y="27836"/>
                  </a:lnTo>
                  <a:lnTo>
                    <a:pt x="7000" y="27916"/>
                  </a:lnTo>
                  <a:lnTo>
                    <a:pt x="7401" y="27956"/>
                  </a:lnTo>
                  <a:lnTo>
                    <a:pt x="7822" y="27996"/>
                  </a:lnTo>
                  <a:lnTo>
                    <a:pt x="8263" y="27996"/>
                  </a:lnTo>
                  <a:lnTo>
                    <a:pt x="32068" y="27996"/>
                  </a:lnTo>
                  <a:lnTo>
                    <a:pt x="32068" y="27996"/>
                  </a:lnTo>
                  <a:lnTo>
                    <a:pt x="32649" y="27976"/>
                  </a:lnTo>
                  <a:lnTo>
                    <a:pt x="33251" y="27916"/>
                  </a:lnTo>
                  <a:lnTo>
                    <a:pt x="33812" y="27816"/>
                  </a:lnTo>
                  <a:lnTo>
                    <a:pt x="34374" y="27676"/>
                  </a:lnTo>
                  <a:lnTo>
                    <a:pt x="34915" y="27495"/>
                  </a:lnTo>
                  <a:lnTo>
                    <a:pt x="35437" y="27295"/>
                  </a:lnTo>
                  <a:lnTo>
                    <a:pt x="35938" y="27034"/>
                  </a:lnTo>
                  <a:lnTo>
                    <a:pt x="36420" y="26753"/>
                  </a:lnTo>
                  <a:lnTo>
                    <a:pt x="36901" y="26452"/>
                  </a:lnTo>
                  <a:lnTo>
                    <a:pt x="37322" y="26111"/>
                  </a:lnTo>
                  <a:lnTo>
                    <a:pt x="37743" y="25730"/>
                  </a:lnTo>
                  <a:lnTo>
                    <a:pt x="38144" y="25329"/>
                  </a:lnTo>
                  <a:lnTo>
                    <a:pt x="38505" y="24908"/>
                  </a:lnTo>
                  <a:lnTo>
                    <a:pt x="38826" y="24467"/>
                  </a:lnTo>
                  <a:lnTo>
                    <a:pt x="39147" y="23986"/>
                  </a:lnTo>
                  <a:lnTo>
                    <a:pt x="39408" y="23504"/>
                  </a:lnTo>
                  <a:lnTo>
                    <a:pt x="39408" y="23504"/>
                  </a:lnTo>
                  <a:lnTo>
                    <a:pt x="39007" y="23705"/>
                  </a:lnTo>
                  <a:lnTo>
                    <a:pt x="38605" y="23885"/>
                  </a:lnTo>
                  <a:lnTo>
                    <a:pt x="38204" y="24066"/>
                  </a:lnTo>
                  <a:lnTo>
                    <a:pt x="37803" y="24226"/>
                  </a:lnTo>
                  <a:lnTo>
                    <a:pt x="37382" y="24387"/>
                  </a:lnTo>
                  <a:lnTo>
                    <a:pt x="36961" y="24527"/>
                  </a:lnTo>
                  <a:lnTo>
                    <a:pt x="36099" y="24768"/>
                  </a:lnTo>
                  <a:lnTo>
                    <a:pt x="35216" y="24988"/>
                  </a:lnTo>
                  <a:lnTo>
                    <a:pt x="34334" y="25149"/>
                  </a:lnTo>
                  <a:lnTo>
                    <a:pt x="33451" y="25289"/>
                  </a:lnTo>
                  <a:lnTo>
                    <a:pt x="32569" y="25409"/>
                  </a:lnTo>
                  <a:lnTo>
                    <a:pt x="32569" y="25409"/>
                  </a:lnTo>
                  <a:lnTo>
                    <a:pt x="31085" y="25550"/>
                  </a:lnTo>
                  <a:lnTo>
                    <a:pt x="29581" y="25630"/>
                  </a:lnTo>
                  <a:lnTo>
                    <a:pt x="28077" y="25690"/>
                  </a:lnTo>
                  <a:lnTo>
                    <a:pt x="26573" y="25710"/>
                  </a:lnTo>
                  <a:lnTo>
                    <a:pt x="26573" y="25710"/>
                  </a:lnTo>
                  <a:lnTo>
                    <a:pt x="24788" y="25690"/>
                  </a:lnTo>
                  <a:lnTo>
                    <a:pt x="23003" y="25610"/>
                  </a:lnTo>
                  <a:lnTo>
                    <a:pt x="21218" y="25510"/>
                  </a:lnTo>
                  <a:lnTo>
                    <a:pt x="19433" y="25369"/>
                  </a:lnTo>
                  <a:lnTo>
                    <a:pt x="19433" y="25369"/>
                  </a:lnTo>
                  <a:lnTo>
                    <a:pt x="17709" y="25209"/>
                  </a:lnTo>
                  <a:lnTo>
                    <a:pt x="15984" y="25008"/>
                  </a:lnTo>
                  <a:lnTo>
                    <a:pt x="15122" y="24888"/>
                  </a:lnTo>
                  <a:lnTo>
                    <a:pt x="14259" y="24768"/>
                  </a:lnTo>
                  <a:lnTo>
                    <a:pt x="13397" y="24607"/>
                  </a:lnTo>
                  <a:lnTo>
                    <a:pt x="12555" y="24427"/>
                  </a:lnTo>
                  <a:lnTo>
                    <a:pt x="12555" y="24427"/>
                  </a:lnTo>
                  <a:lnTo>
                    <a:pt x="11813" y="24266"/>
                  </a:lnTo>
                  <a:lnTo>
                    <a:pt x="11071" y="24046"/>
                  </a:lnTo>
                  <a:lnTo>
                    <a:pt x="10329" y="23825"/>
                  </a:lnTo>
                  <a:lnTo>
                    <a:pt x="9948" y="23685"/>
                  </a:lnTo>
                  <a:lnTo>
                    <a:pt x="9587" y="23544"/>
                  </a:lnTo>
                  <a:lnTo>
                    <a:pt x="9246" y="23384"/>
                  </a:lnTo>
                  <a:lnTo>
                    <a:pt x="8885" y="23203"/>
                  </a:lnTo>
                  <a:lnTo>
                    <a:pt x="8564" y="23023"/>
                  </a:lnTo>
                  <a:lnTo>
                    <a:pt x="8223" y="22822"/>
                  </a:lnTo>
                  <a:lnTo>
                    <a:pt x="7902" y="22602"/>
                  </a:lnTo>
                  <a:lnTo>
                    <a:pt x="7601" y="22381"/>
                  </a:lnTo>
                  <a:lnTo>
                    <a:pt x="7300" y="22141"/>
                  </a:lnTo>
                  <a:lnTo>
                    <a:pt x="7020" y="21880"/>
                  </a:lnTo>
                  <a:lnTo>
                    <a:pt x="7020" y="21880"/>
                  </a:lnTo>
                  <a:lnTo>
                    <a:pt x="6759" y="21579"/>
                  </a:lnTo>
                  <a:lnTo>
                    <a:pt x="6518" y="21258"/>
                  </a:lnTo>
                  <a:lnTo>
                    <a:pt x="6298" y="20937"/>
                  </a:lnTo>
                  <a:lnTo>
                    <a:pt x="6097" y="20596"/>
                  </a:lnTo>
                  <a:lnTo>
                    <a:pt x="5917" y="20255"/>
                  </a:lnTo>
                  <a:lnTo>
                    <a:pt x="5756" y="19874"/>
                  </a:lnTo>
                  <a:lnTo>
                    <a:pt x="5616" y="19513"/>
                  </a:lnTo>
                  <a:lnTo>
                    <a:pt x="5495" y="19132"/>
                  </a:lnTo>
                  <a:lnTo>
                    <a:pt x="5375" y="18731"/>
                  </a:lnTo>
                  <a:lnTo>
                    <a:pt x="5275" y="18350"/>
                  </a:lnTo>
                  <a:lnTo>
                    <a:pt x="5094" y="17548"/>
                  </a:lnTo>
                  <a:lnTo>
                    <a:pt x="4954" y="16766"/>
                  </a:lnTo>
                  <a:lnTo>
                    <a:pt x="4834" y="16004"/>
                  </a:lnTo>
                  <a:lnTo>
                    <a:pt x="4834" y="16004"/>
                  </a:lnTo>
                  <a:lnTo>
                    <a:pt x="4713" y="15162"/>
                  </a:lnTo>
                  <a:lnTo>
                    <a:pt x="4633" y="14319"/>
                  </a:lnTo>
                  <a:lnTo>
                    <a:pt x="4553" y="13477"/>
                  </a:lnTo>
                  <a:lnTo>
                    <a:pt x="4513" y="12635"/>
                  </a:lnTo>
                  <a:lnTo>
                    <a:pt x="4513" y="11792"/>
                  </a:lnTo>
                  <a:lnTo>
                    <a:pt x="4513" y="10950"/>
                  </a:lnTo>
                  <a:lnTo>
                    <a:pt x="4533" y="10108"/>
                  </a:lnTo>
                  <a:lnTo>
                    <a:pt x="4593" y="9265"/>
                  </a:lnTo>
                  <a:lnTo>
                    <a:pt x="4593" y="9265"/>
                  </a:lnTo>
                  <a:lnTo>
                    <a:pt x="4633" y="8664"/>
                  </a:lnTo>
                  <a:lnTo>
                    <a:pt x="4693" y="8062"/>
                  </a:lnTo>
                  <a:lnTo>
                    <a:pt x="4774" y="7461"/>
                  </a:lnTo>
                  <a:lnTo>
                    <a:pt x="4874" y="6839"/>
                  </a:lnTo>
                  <a:lnTo>
                    <a:pt x="4974" y="6217"/>
                  </a:lnTo>
                  <a:lnTo>
                    <a:pt x="5094" y="5596"/>
                  </a:lnTo>
                  <a:lnTo>
                    <a:pt x="5255" y="4974"/>
                  </a:lnTo>
                  <a:lnTo>
                    <a:pt x="5415" y="4352"/>
                  </a:lnTo>
                  <a:lnTo>
                    <a:pt x="5616" y="3750"/>
                  </a:lnTo>
                  <a:lnTo>
                    <a:pt x="5816" y="3169"/>
                  </a:lnTo>
                  <a:lnTo>
                    <a:pt x="6057" y="2587"/>
                  </a:lnTo>
                  <a:lnTo>
                    <a:pt x="6318" y="2026"/>
                  </a:lnTo>
                  <a:lnTo>
                    <a:pt x="6619" y="1484"/>
                  </a:lnTo>
                  <a:lnTo>
                    <a:pt x="6939" y="963"/>
                  </a:lnTo>
                  <a:lnTo>
                    <a:pt x="7280" y="462"/>
                  </a:lnTo>
                  <a:lnTo>
                    <a:pt x="76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42">
              <a:extLst>
                <a:ext uri="{FF2B5EF4-FFF2-40B4-BE49-F238E27FC236}">
                  <a16:creationId xmlns:a16="http://schemas.microsoft.com/office/drawing/2014/main" id="{E1C2045D-D574-CB07-5A39-900048978867}"/>
                </a:ext>
              </a:extLst>
            </p:cNvPr>
            <p:cNvSpPr/>
            <p:nvPr/>
          </p:nvSpPr>
          <p:spPr>
            <a:xfrm>
              <a:off x="10986425" y="3187613"/>
              <a:ext cx="99800" cy="93775"/>
            </a:xfrm>
            <a:custGeom>
              <a:avLst/>
              <a:gdLst/>
              <a:ahLst/>
              <a:cxnLst/>
              <a:rect l="l" t="t" r="r" b="b"/>
              <a:pathLst>
                <a:path w="3992" h="3751" extrusionOk="0">
                  <a:moveTo>
                    <a:pt x="241" y="1"/>
                  </a:moveTo>
                  <a:lnTo>
                    <a:pt x="161" y="21"/>
                  </a:lnTo>
                  <a:lnTo>
                    <a:pt x="101" y="41"/>
                  </a:lnTo>
                  <a:lnTo>
                    <a:pt x="41" y="101"/>
                  </a:lnTo>
                  <a:lnTo>
                    <a:pt x="21" y="181"/>
                  </a:lnTo>
                  <a:lnTo>
                    <a:pt x="1" y="241"/>
                  </a:lnTo>
                  <a:lnTo>
                    <a:pt x="21" y="321"/>
                  </a:lnTo>
                  <a:lnTo>
                    <a:pt x="61" y="382"/>
                  </a:lnTo>
                  <a:lnTo>
                    <a:pt x="121" y="442"/>
                  </a:lnTo>
                  <a:lnTo>
                    <a:pt x="362" y="582"/>
                  </a:lnTo>
                  <a:lnTo>
                    <a:pt x="622" y="702"/>
                  </a:lnTo>
                  <a:lnTo>
                    <a:pt x="1144" y="943"/>
                  </a:lnTo>
                  <a:lnTo>
                    <a:pt x="1405" y="1063"/>
                  </a:lnTo>
                  <a:lnTo>
                    <a:pt x="1665" y="1204"/>
                  </a:lnTo>
                  <a:lnTo>
                    <a:pt x="1906" y="1364"/>
                  </a:lnTo>
                  <a:lnTo>
                    <a:pt x="2127" y="1545"/>
                  </a:lnTo>
                  <a:lnTo>
                    <a:pt x="2347" y="1765"/>
                  </a:lnTo>
                  <a:lnTo>
                    <a:pt x="2528" y="2006"/>
                  </a:lnTo>
                  <a:lnTo>
                    <a:pt x="2688" y="2247"/>
                  </a:lnTo>
                  <a:lnTo>
                    <a:pt x="2828" y="2507"/>
                  </a:lnTo>
                  <a:lnTo>
                    <a:pt x="3069" y="3049"/>
                  </a:lnTo>
                  <a:lnTo>
                    <a:pt x="3210" y="3330"/>
                  </a:lnTo>
                  <a:lnTo>
                    <a:pt x="3350" y="3590"/>
                  </a:lnTo>
                  <a:lnTo>
                    <a:pt x="3390" y="3650"/>
                  </a:lnTo>
                  <a:lnTo>
                    <a:pt x="3430" y="3691"/>
                  </a:lnTo>
                  <a:lnTo>
                    <a:pt x="3490" y="3731"/>
                  </a:lnTo>
                  <a:lnTo>
                    <a:pt x="3550" y="3751"/>
                  </a:lnTo>
                  <a:lnTo>
                    <a:pt x="3671" y="3751"/>
                  </a:lnTo>
                  <a:lnTo>
                    <a:pt x="3771" y="3731"/>
                  </a:lnTo>
                  <a:lnTo>
                    <a:pt x="3871" y="3670"/>
                  </a:lnTo>
                  <a:lnTo>
                    <a:pt x="3952" y="3570"/>
                  </a:lnTo>
                  <a:lnTo>
                    <a:pt x="3992" y="3450"/>
                  </a:lnTo>
                  <a:lnTo>
                    <a:pt x="3992" y="3390"/>
                  </a:lnTo>
                  <a:lnTo>
                    <a:pt x="3992" y="3310"/>
                  </a:lnTo>
                  <a:lnTo>
                    <a:pt x="3911" y="3009"/>
                  </a:lnTo>
                  <a:lnTo>
                    <a:pt x="3811" y="2688"/>
                  </a:lnTo>
                  <a:lnTo>
                    <a:pt x="3671" y="2367"/>
                  </a:lnTo>
                  <a:lnTo>
                    <a:pt x="3530" y="2066"/>
                  </a:lnTo>
                  <a:lnTo>
                    <a:pt x="3350" y="1785"/>
                  </a:lnTo>
                  <a:lnTo>
                    <a:pt x="3149" y="1505"/>
                  </a:lnTo>
                  <a:lnTo>
                    <a:pt x="2909" y="1244"/>
                  </a:lnTo>
                  <a:lnTo>
                    <a:pt x="2668" y="983"/>
                  </a:lnTo>
                  <a:lnTo>
                    <a:pt x="2407" y="763"/>
                  </a:lnTo>
                  <a:lnTo>
                    <a:pt x="2147" y="562"/>
                  </a:lnTo>
                  <a:lnTo>
                    <a:pt x="1846" y="382"/>
                  </a:lnTo>
                  <a:lnTo>
                    <a:pt x="1545" y="241"/>
                  </a:lnTo>
                  <a:lnTo>
                    <a:pt x="1224" y="121"/>
                  </a:lnTo>
                  <a:lnTo>
                    <a:pt x="903" y="41"/>
                  </a:lnTo>
                  <a:lnTo>
                    <a:pt x="5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42">
              <a:extLst>
                <a:ext uri="{FF2B5EF4-FFF2-40B4-BE49-F238E27FC236}">
                  <a16:creationId xmlns:a16="http://schemas.microsoft.com/office/drawing/2014/main" id="{86A10777-B1E7-46C8-81D2-22B6252DD831}"/>
                </a:ext>
              </a:extLst>
            </p:cNvPr>
            <p:cNvSpPr/>
            <p:nvPr/>
          </p:nvSpPr>
          <p:spPr>
            <a:xfrm>
              <a:off x="11080175" y="3306938"/>
              <a:ext cx="17575" cy="18075"/>
            </a:xfrm>
            <a:custGeom>
              <a:avLst/>
              <a:gdLst/>
              <a:ahLst/>
              <a:cxnLst/>
              <a:rect l="l" t="t" r="r" b="b"/>
              <a:pathLst>
                <a:path w="703" h="723" extrusionOk="0">
                  <a:moveTo>
                    <a:pt x="262" y="0"/>
                  </a:moveTo>
                  <a:lnTo>
                    <a:pt x="181" y="21"/>
                  </a:lnTo>
                  <a:lnTo>
                    <a:pt x="121" y="61"/>
                  </a:lnTo>
                  <a:lnTo>
                    <a:pt x="81" y="101"/>
                  </a:lnTo>
                  <a:lnTo>
                    <a:pt x="41" y="161"/>
                  </a:lnTo>
                  <a:lnTo>
                    <a:pt x="21" y="221"/>
                  </a:lnTo>
                  <a:lnTo>
                    <a:pt x="1" y="361"/>
                  </a:lnTo>
                  <a:lnTo>
                    <a:pt x="21" y="502"/>
                  </a:lnTo>
                  <a:lnTo>
                    <a:pt x="41" y="562"/>
                  </a:lnTo>
                  <a:lnTo>
                    <a:pt x="81" y="622"/>
                  </a:lnTo>
                  <a:lnTo>
                    <a:pt x="121" y="662"/>
                  </a:lnTo>
                  <a:lnTo>
                    <a:pt x="181" y="702"/>
                  </a:lnTo>
                  <a:lnTo>
                    <a:pt x="262" y="722"/>
                  </a:lnTo>
                  <a:lnTo>
                    <a:pt x="422" y="722"/>
                  </a:lnTo>
                  <a:lnTo>
                    <a:pt x="502" y="702"/>
                  </a:lnTo>
                  <a:lnTo>
                    <a:pt x="563" y="662"/>
                  </a:lnTo>
                  <a:lnTo>
                    <a:pt x="603" y="622"/>
                  </a:lnTo>
                  <a:lnTo>
                    <a:pt x="643" y="562"/>
                  </a:lnTo>
                  <a:lnTo>
                    <a:pt x="683" y="502"/>
                  </a:lnTo>
                  <a:lnTo>
                    <a:pt x="703" y="361"/>
                  </a:lnTo>
                  <a:lnTo>
                    <a:pt x="683" y="221"/>
                  </a:lnTo>
                  <a:lnTo>
                    <a:pt x="643" y="161"/>
                  </a:lnTo>
                  <a:lnTo>
                    <a:pt x="603" y="101"/>
                  </a:lnTo>
                  <a:lnTo>
                    <a:pt x="563" y="61"/>
                  </a:lnTo>
                  <a:lnTo>
                    <a:pt x="502" y="21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42">
              <a:extLst>
                <a:ext uri="{FF2B5EF4-FFF2-40B4-BE49-F238E27FC236}">
                  <a16:creationId xmlns:a16="http://schemas.microsoft.com/office/drawing/2014/main" id="{D58F3AAE-4AC0-BABD-F127-32862FFFECCD}"/>
                </a:ext>
              </a:extLst>
            </p:cNvPr>
            <p:cNvSpPr/>
            <p:nvPr/>
          </p:nvSpPr>
          <p:spPr>
            <a:xfrm>
              <a:off x="10287620" y="4074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42">
              <a:extLst>
                <a:ext uri="{FF2B5EF4-FFF2-40B4-BE49-F238E27FC236}">
                  <a16:creationId xmlns:a16="http://schemas.microsoft.com/office/drawing/2014/main" id="{03A8D920-20D8-4EE7-799E-65F7C2A149AD}"/>
                </a:ext>
              </a:extLst>
            </p:cNvPr>
            <p:cNvSpPr/>
            <p:nvPr/>
          </p:nvSpPr>
          <p:spPr>
            <a:xfrm>
              <a:off x="10393350" y="3917588"/>
              <a:ext cx="25575" cy="158475"/>
            </a:xfrm>
            <a:custGeom>
              <a:avLst/>
              <a:gdLst/>
              <a:ahLst/>
              <a:cxnLst/>
              <a:rect l="l" t="t" r="r" b="b"/>
              <a:pathLst>
                <a:path w="1023" h="6339" extrusionOk="0">
                  <a:moveTo>
                    <a:pt x="0" y="1"/>
                  </a:moveTo>
                  <a:lnTo>
                    <a:pt x="0" y="6338"/>
                  </a:lnTo>
                  <a:lnTo>
                    <a:pt x="1023" y="6338"/>
                  </a:lnTo>
                  <a:lnTo>
                    <a:pt x="963" y="4754"/>
                  </a:lnTo>
                  <a:lnTo>
                    <a:pt x="943" y="3169"/>
                  </a:lnTo>
                  <a:lnTo>
                    <a:pt x="943" y="1585"/>
                  </a:lnTo>
                  <a:lnTo>
                    <a:pt x="9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21" name="Google Shape;8521;p42">
            <a:extLst>
              <a:ext uri="{FF2B5EF4-FFF2-40B4-BE49-F238E27FC236}">
                <a16:creationId xmlns:a16="http://schemas.microsoft.com/office/drawing/2014/main" id="{5591936F-7E76-3639-F409-EA74AA8157A5}"/>
              </a:ext>
            </a:extLst>
          </p:cNvPr>
          <p:cNvGrpSpPr/>
          <p:nvPr/>
        </p:nvGrpSpPr>
        <p:grpSpPr>
          <a:xfrm>
            <a:off x="260032" y="3763127"/>
            <a:ext cx="1342018" cy="1287084"/>
            <a:chOff x="11127038" y="4083763"/>
            <a:chExt cx="1128600" cy="1082402"/>
          </a:xfrm>
        </p:grpSpPr>
        <p:sp>
          <p:nvSpPr>
            <p:cNvPr id="8522" name="Google Shape;8522;p42">
              <a:extLst>
                <a:ext uri="{FF2B5EF4-FFF2-40B4-BE49-F238E27FC236}">
                  <a16:creationId xmlns:a16="http://schemas.microsoft.com/office/drawing/2014/main" id="{5865CA19-A4AE-0BEA-41FF-EF0166E223F4}"/>
                </a:ext>
              </a:extLst>
            </p:cNvPr>
            <p:cNvSpPr/>
            <p:nvPr/>
          </p:nvSpPr>
          <p:spPr>
            <a:xfrm>
              <a:off x="11127038" y="4901864"/>
              <a:ext cx="1128600" cy="2643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8523;p42">
              <a:extLst>
                <a:ext uri="{FF2B5EF4-FFF2-40B4-BE49-F238E27FC236}">
                  <a16:creationId xmlns:a16="http://schemas.microsoft.com/office/drawing/2014/main" id="{05B1103A-FEF1-17D3-1C7B-3B92FC17201B}"/>
                </a:ext>
              </a:extLst>
            </p:cNvPr>
            <p:cNvSpPr/>
            <p:nvPr/>
          </p:nvSpPr>
          <p:spPr>
            <a:xfrm>
              <a:off x="12170550" y="4449763"/>
              <a:ext cx="4525" cy="7525"/>
            </a:xfrm>
            <a:custGeom>
              <a:avLst/>
              <a:gdLst/>
              <a:ahLst/>
              <a:cxnLst/>
              <a:rect l="l" t="t" r="r" b="b"/>
              <a:pathLst>
                <a:path w="181" h="301" extrusionOk="0">
                  <a:moveTo>
                    <a:pt x="140" y="0"/>
                  </a:moveTo>
                  <a:lnTo>
                    <a:pt x="0" y="281"/>
                  </a:lnTo>
                  <a:lnTo>
                    <a:pt x="0" y="301"/>
                  </a:lnTo>
                  <a:lnTo>
                    <a:pt x="40" y="301"/>
                  </a:lnTo>
                  <a:lnTo>
                    <a:pt x="181" y="40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DEDA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42">
              <a:extLst>
                <a:ext uri="{FF2B5EF4-FFF2-40B4-BE49-F238E27FC236}">
                  <a16:creationId xmlns:a16="http://schemas.microsoft.com/office/drawing/2014/main" id="{B31AFC93-19A8-FF78-320E-C6246260C59A}"/>
                </a:ext>
              </a:extLst>
            </p:cNvPr>
            <p:cNvSpPr/>
            <p:nvPr/>
          </p:nvSpPr>
          <p:spPr>
            <a:xfrm>
              <a:off x="12170550" y="4449763"/>
              <a:ext cx="4525" cy="7525"/>
            </a:xfrm>
            <a:custGeom>
              <a:avLst/>
              <a:gdLst/>
              <a:ahLst/>
              <a:cxnLst/>
              <a:rect l="l" t="t" r="r" b="b"/>
              <a:pathLst>
                <a:path w="181" h="301" fill="none" extrusionOk="0">
                  <a:moveTo>
                    <a:pt x="140" y="0"/>
                  </a:moveTo>
                  <a:lnTo>
                    <a:pt x="140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0" y="281"/>
                  </a:lnTo>
                  <a:lnTo>
                    <a:pt x="0" y="281"/>
                  </a:lnTo>
                  <a:lnTo>
                    <a:pt x="0" y="301"/>
                  </a:lnTo>
                  <a:lnTo>
                    <a:pt x="20" y="301"/>
                  </a:lnTo>
                  <a:lnTo>
                    <a:pt x="20" y="301"/>
                  </a:lnTo>
                  <a:lnTo>
                    <a:pt x="40" y="301"/>
                  </a:lnTo>
                  <a:lnTo>
                    <a:pt x="40" y="301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60" y="0"/>
                  </a:lnTo>
                  <a:lnTo>
                    <a:pt x="14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42">
              <a:extLst>
                <a:ext uri="{FF2B5EF4-FFF2-40B4-BE49-F238E27FC236}">
                  <a16:creationId xmlns:a16="http://schemas.microsoft.com/office/drawing/2014/main" id="{6CADEEA4-6EBE-72AB-0241-EE47D512024F}"/>
                </a:ext>
              </a:extLst>
            </p:cNvPr>
            <p:cNvSpPr/>
            <p:nvPr/>
          </p:nvSpPr>
          <p:spPr>
            <a:xfrm>
              <a:off x="11250550" y="4336938"/>
              <a:ext cx="896950" cy="640275"/>
            </a:xfrm>
            <a:custGeom>
              <a:avLst/>
              <a:gdLst/>
              <a:ahLst/>
              <a:cxnLst/>
              <a:rect l="l" t="t" r="r" b="b"/>
              <a:pathLst>
                <a:path w="35878" h="25611" extrusionOk="0">
                  <a:moveTo>
                    <a:pt x="0" y="1"/>
                  </a:moveTo>
                  <a:lnTo>
                    <a:pt x="3028" y="25611"/>
                  </a:lnTo>
                  <a:lnTo>
                    <a:pt x="34534" y="25611"/>
                  </a:lnTo>
                  <a:lnTo>
                    <a:pt x="34734" y="21720"/>
                  </a:lnTo>
                  <a:lnTo>
                    <a:pt x="35697" y="3470"/>
                  </a:lnTo>
                  <a:lnTo>
                    <a:pt x="358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42">
              <a:extLst>
                <a:ext uri="{FF2B5EF4-FFF2-40B4-BE49-F238E27FC236}">
                  <a16:creationId xmlns:a16="http://schemas.microsoft.com/office/drawing/2014/main" id="{00E42F57-2582-2327-7009-6EFE365C4222}"/>
                </a:ext>
              </a:extLst>
            </p:cNvPr>
            <p:cNvSpPr/>
            <p:nvPr/>
          </p:nvSpPr>
          <p:spPr>
            <a:xfrm>
              <a:off x="11250550" y="4336938"/>
              <a:ext cx="896950" cy="640275"/>
            </a:xfrm>
            <a:custGeom>
              <a:avLst/>
              <a:gdLst/>
              <a:ahLst/>
              <a:cxnLst/>
              <a:rect l="l" t="t" r="r" b="b"/>
              <a:pathLst>
                <a:path w="35878" h="25611" fill="none" extrusionOk="0">
                  <a:moveTo>
                    <a:pt x="35878" y="1"/>
                  </a:moveTo>
                  <a:lnTo>
                    <a:pt x="35697" y="3470"/>
                  </a:lnTo>
                  <a:lnTo>
                    <a:pt x="34734" y="21720"/>
                  </a:lnTo>
                  <a:lnTo>
                    <a:pt x="34534" y="25611"/>
                  </a:lnTo>
                  <a:lnTo>
                    <a:pt x="3028" y="25611"/>
                  </a:lnTo>
                  <a:lnTo>
                    <a:pt x="0" y="1"/>
                  </a:lnTo>
                  <a:lnTo>
                    <a:pt x="3587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42">
              <a:extLst>
                <a:ext uri="{FF2B5EF4-FFF2-40B4-BE49-F238E27FC236}">
                  <a16:creationId xmlns:a16="http://schemas.microsoft.com/office/drawing/2014/main" id="{166DA44C-5FD6-9069-4AF0-8B7A1FAAE6E7}"/>
                </a:ext>
              </a:extLst>
            </p:cNvPr>
            <p:cNvSpPr/>
            <p:nvPr/>
          </p:nvSpPr>
          <p:spPr>
            <a:xfrm>
              <a:off x="11268075" y="4484338"/>
              <a:ext cx="842825" cy="492875"/>
            </a:xfrm>
            <a:custGeom>
              <a:avLst/>
              <a:gdLst/>
              <a:ahLst/>
              <a:cxnLst/>
              <a:rect l="l" t="t" r="r" b="b"/>
              <a:pathLst>
                <a:path w="33713" h="19715" extrusionOk="0">
                  <a:moveTo>
                    <a:pt x="1" y="1"/>
                  </a:moveTo>
                  <a:lnTo>
                    <a:pt x="1585" y="13337"/>
                  </a:lnTo>
                  <a:lnTo>
                    <a:pt x="1706" y="13899"/>
                  </a:lnTo>
                  <a:lnTo>
                    <a:pt x="1806" y="14440"/>
                  </a:lnTo>
                  <a:lnTo>
                    <a:pt x="1946" y="15463"/>
                  </a:lnTo>
                  <a:lnTo>
                    <a:pt x="2026" y="15884"/>
                  </a:lnTo>
                  <a:lnTo>
                    <a:pt x="2107" y="16245"/>
                  </a:lnTo>
                  <a:lnTo>
                    <a:pt x="2147" y="16385"/>
                  </a:lnTo>
                  <a:lnTo>
                    <a:pt x="2187" y="16506"/>
                  </a:lnTo>
                  <a:lnTo>
                    <a:pt x="2227" y="16606"/>
                  </a:lnTo>
                  <a:lnTo>
                    <a:pt x="2287" y="16666"/>
                  </a:lnTo>
                  <a:lnTo>
                    <a:pt x="2468" y="16766"/>
                  </a:lnTo>
                  <a:lnTo>
                    <a:pt x="2728" y="16887"/>
                  </a:lnTo>
                  <a:lnTo>
                    <a:pt x="3129" y="17067"/>
                  </a:lnTo>
                  <a:lnTo>
                    <a:pt x="3631" y="17248"/>
                  </a:lnTo>
                  <a:lnTo>
                    <a:pt x="4212" y="17448"/>
                  </a:lnTo>
                  <a:lnTo>
                    <a:pt x="4894" y="17669"/>
                  </a:lnTo>
                  <a:lnTo>
                    <a:pt x="5676" y="17910"/>
                  </a:lnTo>
                  <a:lnTo>
                    <a:pt x="6539" y="18150"/>
                  </a:lnTo>
                  <a:lnTo>
                    <a:pt x="7461" y="18391"/>
                  </a:lnTo>
                  <a:lnTo>
                    <a:pt x="8464" y="18632"/>
                  </a:lnTo>
                  <a:lnTo>
                    <a:pt x="9547" y="18852"/>
                  </a:lnTo>
                  <a:lnTo>
                    <a:pt x="10690" y="19073"/>
                  </a:lnTo>
                  <a:lnTo>
                    <a:pt x="11873" y="19253"/>
                  </a:lnTo>
                  <a:lnTo>
                    <a:pt x="13117" y="19434"/>
                  </a:lnTo>
                  <a:lnTo>
                    <a:pt x="14400" y="19554"/>
                  </a:lnTo>
                  <a:lnTo>
                    <a:pt x="15724" y="19674"/>
                  </a:lnTo>
                  <a:lnTo>
                    <a:pt x="16566" y="19715"/>
                  </a:lnTo>
                  <a:lnTo>
                    <a:pt x="18030" y="19715"/>
                  </a:lnTo>
                  <a:lnTo>
                    <a:pt x="18632" y="19694"/>
                  </a:lnTo>
                  <a:lnTo>
                    <a:pt x="19313" y="19674"/>
                  </a:lnTo>
                  <a:lnTo>
                    <a:pt x="19995" y="19614"/>
                  </a:lnTo>
                  <a:lnTo>
                    <a:pt x="20657" y="19554"/>
                  </a:lnTo>
                  <a:lnTo>
                    <a:pt x="21339" y="19494"/>
                  </a:lnTo>
                  <a:lnTo>
                    <a:pt x="22642" y="19313"/>
                  </a:lnTo>
                  <a:lnTo>
                    <a:pt x="23926" y="19113"/>
                  </a:lnTo>
                  <a:lnTo>
                    <a:pt x="25149" y="18872"/>
                  </a:lnTo>
                  <a:lnTo>
                    <a:pt x="26333" y="18612"/>
                  </a:lnTo>
                  <a:lnTo>
                    <a:pt x="27456" y="18331"/>
                  </a:lnTo>
                  <a:lnTo>
                    <a:pt x="28498" y="18050"/>
                  </a:lnTo>
                  <a:lnTo>
                    <a:pt x="29481" y="17769"/>
                  </a:lnTo>
                  <a:lnTo>
                    <a:pt x="30363" y="17488"/>
                  </a:lnTo>
                  <a:lnTo>
                    <a:pt x="31146" y="17228"/>
                  </a:lnTo>
                  <a:lnTo>
                    <a:pt x="31847" y="16987"/>
                  </a:lnTo>
                  <a:lnTo>
                    <a:pt x="32870" y="16606"/>
                  </a:lnTo>
                  <a:lnTo>
                    <a:pt x="33412" y="16406"/>
                  </a:lnTo>
                  <a:lnTo>
                    <a:pt x="33492" y="16345"/>
                  </a:lnTo>
                  <a:lnTo>
                    <a:pt x="33572" y="16245"/>
                  </a:lnTo>
                  <a:lnTo>
                    <a:pt x="33652" y="16085"/>
                  </a:lnTo>
                  <a:lnTo>
                    <a:pt x="33713" y="15904"/>
                  </a:lnTo>
                  <a:lnTo>
                    <a:pt x="33713" y="15904"/>
                  </a:lnTo>
                  <a:lnTo>
                    <a:pt x="33031" y="16065"/>
                  </a:lnTo>
                  <a:lnTo>
                    <a:pt x="32128" y="16245"/>
                  </a:lnTo>
                  <a:lnTo>
                    <a:pt x="31065" y="16446"/>
                  </a:lnTo>
                  <a:lnTo>
                    <a:pt x="29842" y="16646"/>
                  </a:lnTo>
                  <a:lnTo>
                    <a:pt x="28458" y="16847"/>
                  </a:lnTo>
                  <a:lnTo>
                    <a:pt x="27736" y="16927"/>
                  </a:lnTo>
                  <a:lnTo>
                    <a:pt x="26974" y="16987"/>
                  </a:lnTo>
                  <a:lnTo>
                    <a:pt x="26172" y="17047"/>
                  </a:lnTo>
                  <a:lnTo>
                    <a:pt x="25370" y="17087"/>
                  </a:lnTo>
                  <a:lnTo>
                    <a:pt x="24528" y="17107"/>
                  </a:lnTo>
                  <a:lnTo>
                    <a:pt x="23685" y="17127"/>
                  </a:lnTo>
                  <a:lnTo>
                    <a:pt x="22462" y="17107"/>
                  </a:lnTo>
                  <a:lnTo>
                    <a:pt x="21239" y="17047"/>
                  </a:lnTo>
                  <a:lnTo>
                    <a:pt x="20617" y="16987"/>
                  </a:lnTo>
                  <a:lnTo>
                    <a:pt x="19975" y="16927"/>
                  </a:lnTo>
                  <a:lnTo>
                    <a:pt x="19354" y="16867"/>
                  </a:lnTo>
                  <a:lnTo>
                    <a:pt x="18712" y="16766"/>
                  </a:lnTo>
                  <a:lnTo>
                    <a:pt x="18070" y="16666"/>
                  </a:lnTo>
                  <a:lnTo>
                    <a:pt x="17428" y="16546"/>
                  </a:lnTo>
                  <a:lnTo>
                    <a:pt x="16787" y="16426"/>
                  </a:lnTo>
                  <a:lnTo>
                    <a:pt x="16145" y="16265"/>
                  </a:lnTo>
                  <a:lnTo>
                    <a:pt x="15503" y="16105"/>
                  </a:lnTo>
                  <a:lnTo>
                    <a:pt x="14861" y="15924"/>
                  </a:lnTo>
                  <a:lnTo>
                    <a:pt x="14220" y="15724"/>
                  </a:lnTo>
                  <a:lnTo>
                    <a:pt x="13578" y="15503"/>
                  </a:lnTo>
                  <a:lnTo>
                    <a:pt x="13197" y="15343"/>
                  </a:lnTo>
                  <a:lnTo>
                    <a:pt x="12836" y="15162"/>
                  </a:lnTo>
                  <a:lnTo>
                    <a:pt x="12475" y="14942"/>
                  </a:lnTo>
                  <a:lnTo>
                    <a:pt x="12134" y="14721"/>
                  </a:lnTo>
                  <a:lnTo>
                    <a:pt x="11833" y="14460"/>
                  </a:lnTo>
                  <a:lnTo>
                    <a:pt x="11532" y="14200"/>
                  </a:lnTo>
                  <a:lnTo>
                    <a:pt x="11272" y="13899"/>
                  </a:lnTo>
                  <a:lnTo>
                    <a:pt x="11031" y="13578"/>
                  </a:lnTo>
                  <a:lnTo>
                    <a:pt x="10810" y="13257"/>
                  </a:lnTo>
                  <a:lnTo>
                    <a:pt x="10630" y="12916"/>
                  </a:lnTo>
                  <a:lnTo>
                    <a:pt x="10469" y="12535"/>
                  </a:lnTo>
                  <a:lnTo>
                    <a:pt x="10349" y="12174"/>
                  </a:lnTo>
                  <a:lnTo>
                    <a:pt x="10249" y="11773"/>
                  </a:lnTo>
                  <a:lnTo>
                    <a:pt x="10189" y="11372"/>
                  </a:lnTo>
                  <a:lnTo>
                    <a:pt x="10149" y="10951"/>
                  </a:lnTo>
                  <a:lnTo>
                    <a:pt x="10149" y="10530"/>
                  </a:lnTo>
                  <a:lnTo>
                    <a:pt x="10189" y="10108"/>
                  </a:lnTo>
                  <a:lnTo>
                    <a:pt x="10269" y="9727"/>
                  </a:lnTo>
                  <a:lnTo>
                    <a:pt x="10369" y="9346"/>
                  </a:lnTo>
                  <a:lnTo>
                    <a:pt x="10510" y="8985"/>
                  </a:lnTo>
                  <a:lnTo>
                    <a:pt x="10670" y="8644"/>
                  </a:lnTo>
                  <a:lnTo>
                    <a:pt x="10850" y="8303"/>
                  </a:lnTo>
                  <a:lnTo>
                    <a:pt x="11071" y="7983"/>
                  </a:lnTo>
                  <a:lnTo>
                    <a:pt x="11312" y="7702"/>
                  </a:lnTo>
                  <a:lnTo>
                    <a:pt x="11572" y="7421"/>
                  </a:lnTo>
                  <a:lnTo>
                    <a:pt x="11853" y="7140"/>
                  </a:lnTo>
                  <a:lnTo>
                    <a:pt x="12134" y="6900"/>
                  </a:lnTo>
                  <a:lnTo>
                    <a:pt x="12455" y="6659"/>
                  </a:lnTo>
                  <a:lnTo>
                    <a:pt x="12776" y="6438"/>
                  </a:lnTo>
                  <a:lnTo>
                    <a:pt x="13117" y="6238"/>
                  </a:lnTo>
                  <a:lnTo>
                    <a:pt x="13458" y="6037"/>
                  </a:lnTo>
                  <a:lnTo>
                    <a:pt x="13819" y="5877"/>
                  </a:lnTo>
                  <a:lnTo>
                    <a:pt x="14540" y="5576"/>
                  </a:lnTo>
                  <a:lnTo>
                    <a:pt x="15282" y="5295"/>
                  </a:lnTo>
                  <a:lnTo>
                    <a:pt x="16045" y="5055"/>
                  </a:lnTo>
                  <a:lnTo>
                    <a:pt x="16807" y="4854"/>
                  </a:lnTo>
                  <a:lnTo>
                    <a:pt x="18351" y="4473"/>
                  </a:lnTo>
                  <a:lnTo>
                    <a:pt x="19895" y="4092"/>
                  </a:lnTo>
                  <a:lnTo>
                    <a:pt x="21580" y="3651"/>
                  </a:lnTo>
                  <a:lnTo>
                    <a:pt x="23244" y="3190"/>
                  </a:lnTo>
                  <a:lnTo>
                    <a:pt x="24086" y="2929"/>
                  </a:lnTo>
                  <a:lnTo>
                    <a:pt x="24929" y="2688"/>
                  </a:lnTo>
                  <a:lnTo>
                    <a:pt x="25751" y="2407"/>
                  </a:lnTo>
                  <a:lnTo>
                    <a:pt x="26573" y="2127"/>
                  </a:lnTo>
                  <a:lnTo>
                    <a:pt x="27335" y="1846"/>
                  </a:lnTo>
                  <a:lnTo>
                    <a:pt x="28097" y="1545"/>
                  </a:lnTo>
                  <a:lnTo>
                    <a:pt x="28097" y="1545"/>
                  </a:lnTo>
                  <a:lnTo>
                    <a:pt x="26834" y="1846"/>
                  </a:lnTo>
                  <a:lnTo>
                    <a:pt x="25510" y="2127"/>
                  </a:lnTo>
                  <a:lnTo>
                    <a:pt x="24147" y="2387"/>
                  </a:lnTo>
                  <a:lnTo>
                    <a:pt x="22723" y="2608"/>
                  </a:lnTo>
                  <a:lnTo>
                    <a:pt x="21279" y="2788"/>
                  </a:lnTo>
                  <a:lnTo>
                    <a:pt x="20537" y="2869"/>
                  </a:lnTo>
                  <a:lnTo>
                    <a:pt x="19795" y="2929"/>
                  </a:lnTo>
                  <a:lnTo>
                    <a:pt x="19033" y="2989"/>
                  </a:lnTo>
                  <a:lnTo>
                    <a:pt x="18291" y="3029"/>
                  </a:lnTo>
                  <a:lnTo>
                    <a:pt x="17529" y="3049"/>
                  </a:lnTo>
                  <a:lnTo>
                    <a:pt x="16767" y="3069"/>
                  </a:lnTo>
                  <a:lnTo>
                    <a:pt x="15724" y="3049"/>
                  </a:lnTo>
                  <a:lnTo>
                    <a:pt x="14701" y="2989"/>
                  </a:lnTo>
                  <a:lnTo>
                    <a:pt x="13458" y="2909"/>
                  </a:lnTo>
                  <a:lnTo>
                    <a:pt x="12254" y="2788"/>
                  </a:lnTo>
                  <a:lnTo>
                    <a:pt x="11071" y="2648"/>
                  </a:lnTo>
                  <a:lnTo>
                    <a:pt x="9928" y="2488"/>
                  </a:lnTo>
                  <a:lnTo>
                    <a:pt x="8825" y="2307"/>
                  </a:lnTo>
                  <a:lnTo>
                    <a:pt x="7742" y="2107"/>
                  </a:lnTo>
                  <a:lnTo>
                    <a:pt x="6719" y="1906"/>
                  </a:lnTo>
                  <a:lnTo>
                    <a:pt x="5757" y="1685"/>
                  </a:lnTo>
                  <a:lnTo>
                    <a:pt x="4834" y="1465"/>
                  </a:lnTo>
                  <a:lnTo>
                    <a:pt x="3952" y="1244"/>
                  </a:lnTo>
                  <a:lnTo>
                    <a:pt x="3129" y="1024"/>
                  </a:lnTo>
                  <a:lnTo>
                    <a:pt x="2367" y="803"/>
                  </a:lnTo>
                  <a:lnTo>
                    <a:pt x="1686" y="582"/>
                  </a:lnTo>
                  <a:lnTo>
                    <a:pt x="1044" y="38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30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42">
              <a:extLst>
                <a:ext uri="{FF2B5EF4-FFF2-40B4-BE49-F238E27FC236}">
                  <a16:creationId xmlns:a16="http://schemas.microsoft.com/office/drawing/2014/main" id="{B2091C81-F6F5-D022-6CC6-64AA204FBC3C}"/>
                </a:ext>
              </a:extLst>
            </p:cNvPr>
            <p:cNvSpPr/>
            <p:nvPr/>
          </p:nvSpPr>
          <p:spPr>
            <a:xfrm>
              <a:off x="11268075" y="4484338"/>
              <a:ext cx="842825" cy="492875"/>
            </a:xfrm>
            <a:custGeom>
              <a:avLst/>
              <a:gdLst/>
              <a:ahLst/>
              <a:cxnLst/>
              <a:rect l="l" t="t" r="r" b="b"/>
              <a:pathLst>
                <a:path w="33713" h="19715" fill="none" extrusionOk="0">
                  <a:moveTo>
                    <a:pt x="1" y="1"/>
                  </a:moveTo>
                  <a:lnTo>
                    <a:pt x="1585" y="13337"/>
                  </a:lnTo>
                  <a:lnTo>
                    <a:pt x="1585" y="13337"/>
                  </a:lnTo>
                  <a:lnTo>
                    <a:pt x="1706" y="13899"/>
                  </a:lnTo>
                  <a:lnTo>
                    <a:pt x="1806" y="14440"/>
                  </a:lnTo>
                  <a:lnTo>
                    <a:pt x="1946" y="15463"/>
                  </a:lnTo>
                  <a:lnTo>
                    <a:pt x="2026" y="15884"/>
                  </a:lnTo>
                  <a:lnTo>
                    <a:pt x="2107" y="16245"/>
                  </a:lnTo>
                  <a:lnTo>
                    <a:pt x="2147" y="16385"/>
                  </a:lnTo>
                  <a:lnTo>
                    <a:pt x="2187" y="16506"/>
                  </a:lnTo>
                  <a:lnTo>
                    <a:pt x="2227" y="16606"/>
                  </a:lnTo>
                  <a:lnTo>
                    <a:pt x="2287" y="16666"/>
                  </a:lnTo>
                  <a:lnTo>
                    <a:pt x="2287" y="16666"/>
                  </a:lnTo>
                  <a:lnTo>
                    <a:pt x="2468" y="16766"/>
                  </a:lnTo>
                  <a:lnTo>
                    <a:pt x="2728" y="16887"/>
                  </a:lnTo>
                  <a:lnTo>
                    <a:pt x="3129" y="17067"/>
                  </a:lnTo>
                  <a:lnTo>
                    <a:pt x="3631" y="17248"/>
                  </a:lnTo>
                  <a:lnTo>
                    <a:pt x="4212" y="17448"/>
                  </a:lnTo>
                  <a:lnTo>
                    <a:pt x="4894" y="17669"/>
                  </a:lnTo>
                  <a:lnTo>
                    <a:pt x="5676" y="17910"/>
                  </a:lnTo>
                  <a:lnTo>
                    <a:pt x="6539" y="18150"/>
                  </a:lnTo>
                  <a:lnTo>
                    <a:pt x="7461" y="18391"/>
                  </a:lnTo>
                  <a:lnTo>
                    <a:pt x="8464" y="18632"/>
                  </a:lnTo>
                  <a:lnTo>
                    <a:pt x="9547" y="18852"/>
                  </a:lnTo>
                  <a:lnTo>
                    <a:pt x="10690" y="19073"/>
                  </a:lnTo>
                  <a:lnTo>
                    <a:pt x="11873" y="19253"/>
                  </a:lnTo>
                  <a:lnTo>
                    <a:pt x="13117" y="19434"/>
                  </a:lnTo>
                  <a:lnTo>
                    <a:pt x="14400" y="19554"/>
                  </a:lnTo>
                  <a:lnTo>
                    <a:pt x="15724" y="19674"/>
                  </a:lnTo>
                  <a:lnTo>
                    <a:pt x="15724" y="19674"/>
                  </a:lnTo>
                  <a:lnTo>
                    <a:pt x="16566" y="19715"/>
                  </a:lnTo>
                  <a:lnTo>
                    <a:pt x="17428" y="19715"/>
                  </a:lnTo>
                  <a:lnTo>
                    <a:pt x="17428" y="19715"/>
                  </a:lnTo>
                  <a:lnTo>
                    <a:pt x="18030" y="19715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9313" y="19674"/>
                  </a:lnTo>
                  <a:lnTo>
                    <a:pt x="19995" y="19614"/>
                  </a:lnTo>
                  <a:lnTo>
                    <a:pt x="20657" y="19554"/>
                  </a:lnTo>
                  <a:lnTo>
                    <a:pt x="21339" y="19494"/>
                  </a:lnTo>
                  <a:lnTo>
                    <a:pt x="22642" y="19313"/>
                  </a:lnTo>
                  <a:lnTo>
                    <a:pt x="23926" y="19113"/>
                  </a:lnTo>
                  <a:lnTo>
                    <a:pt x="25149" y="18872"/>
                  </a:lnTo>
                  <a:lnTo>
                    <a:pt x="26333" y="18612"/>
                  </a:lnTo>
                  <a:lnTo>
                    <a:pt x="27456" y="18331"/>
                  </a:lnTo>
                  <a:lnTo>
                    <a:pt x="28498" y="18050"/>
                  </a:lnTo>
                  <a:lnTo>
                    <a:pt x="29481" y="17769"/>
                  </a:lnTo>
                  <a:lnTo>
                    <a:pt x="30363" y="17488"/>
                  </a:lnTo>
                  <a:lnTo>
                    <a:pt x="31146" y="17228"/>
                  </a:lnTo>
                  <a:lnTo>
                    <a:pt x="31847" y="16987"/>
                  </a:lnTo>
                  <a:lnTo>
                    <a:pt x="32870" y="16606"/>
                  </a:lnTo>
                  <a:lnTo>
                    <a:pt x="33412" y="16406"/>
                  </a:lnTo>
                  <a:lnTo>
                    <a:pt x="33412" y="16406"/>
                  </a:lnTo>
                  <a:lnTo>
                    <a:pt x="33492" y="16345"/>
                  </a:lnTo>
                  <a:lnTo>
                    <a:pt x="33572" y="16245"/>
                  </a:lnTo>
                  <a:lnTo>
                    <a:pt x="33652" y="16085"/>
                  </a:lnTo>
                  <a:lnTo>
                    <a:pt x="33713" y="15904"/>
                  </a:lnTo>
                  <a:lnTo>
                    <a:pt x="33713" y="15904"/>
                  </a:lnTo>
                  <a:lnTo>
                    <a:pt x="33031" y="16065"/>
                  </a:lnTo>
                  <a:lnTo>
                    <a:pt x="32128" y="16245"/>
                  </a:lnTo>
                  <a:lnTo>
                    <a:pt x="31065" y="16446"/>
                  </a:lnTo>
                  <a:lnTo>
                    <a:pt x="29842" y="16646"/>
                  </a:lnTo>
                  <a:lnTo>
                    <a:pt x="28458" y="16847"/>
                  </a:lnTo>
                  <a:lnTo>
                    <a:pt x="27736" y="16927"/>
                  </a:lnTo>
                  <a:lnTo>
                    <a:pt x="26974" y="16987"/>
                  </a:lnTo>
                  <a:lnTo>
                    <a:pt x="26172" y="17047"/>
                  </a:lnTo>
                  <a:lnTo>
                    <a:pt x="25370" y="17087"/>
                  </a:lnTo>
                  <a:lnTo>
                    <a:pt x="24528" y="17107"/>
                  </a:lnTo>
                  <a:lnTo>
                    <a:pt x="23685" y="17127"/>
                  </a:lnTo>
                  <a:lnTo>
                    <a:pt x="23685" y="17127"/>
                  </a:lnTo>
                  <a:lnTo>
                    <a:pt x="22462" y="17107"/>
                  </a:lnTo>
                  <a:lnTo>
                    <a:pt x="21239" y="17047"/>
                  </a:lnTo>
                  <a:lnTo>
                    <a:pt x="20617" y="16987"/>
                  </a:lnTo>
                  <a:lnTo>
                    <a:pt x="19975" y="16927"/>
                  </a:lnTo>
                  <a:lnTo>
                    <a:pt x="19354" y="16867"/>
                  </a:lnTo>
                  <a:lnTo>
                    <a:pt x="18712" y="16766"/>
                  </a:lnTo>
                  <a:lnTo>
                    <a:pt x="18070" y="16666"/>
                  </a:lnTo>
                  <a:lnTo>
                    <a:pt x="17428" y="16546"/>
                  </a:lnTo>
                  <a:lnTo>
                    <a:pt x="16787" y="16426"/>
                  </a:lnTo>
                  <a:lnTo>
                    <a:pt x="16145" y="16265"/>
                  </a:lnTo>
                  <a:lnTo>
                    <a:pt x="15503" y="16105"/>
                  </a:lnTo>
                  <a:lnTo>
                    <a:pt x="14861" y="15924"/>
                  </a:lnTo>
                  <a:lnTo>
                    <a:pt x="14220" y="15724"/>
                  </a:lnTo>
                  <a:lnTo>
                    <a:pt x="13578" y="15503"/>
                  </a:lnTo>
                  <a:lnTo>
                    <a:pt x="13578" y="15503"/>
                  </a:lnTo>
                  <a:lnTo>
                    <a:pt x="13197" y="15343"/>
                  </a:lnTo>
                  <a:lnTo>
                    <a:pt x="12836" y="15162"/>
                  </a:lnTo>
                  <a:lnTo>
                    <a:pt x="12475" y="14942"/>
                  </a:lnTo>
                  <a:lnTo>
                    <a:pt x="12134" y="14721"/>
                  </a:lnTo>
                  <a:lnTo>
                    <a:pt x="11833" y="14460"/>
                  </a:lnTo>
                  <a:lnTo>
                    <a:pt x="11532" y="14200"/>
                  </a:lnTo>
                  <a:lnTo>
                    <a:pt x="11272" y="13899"/>
                  </a:lnTo>
                  <a:lnTo>
                    <a:pt x="11031" y="13578"/>
                  </a:lnTo>
                  <a:lnTo>
                    <a:pt x="10810" y="13257"/>
                  </a:lnTo>
                  <a:lnTo>
                    <a:pt x="10630" y="12916"/>
                  </a:lnTo>
                  <a:lnTo>
                    <a:pt x="10469" y="12535"/>
                  </a:lnTo>
                  <a:lnTo>
                    <a:pt x="10349" y="12174"/>
                  </a:lnTo>
                  <a:lnTo>
                    <a:pt x="10249" y="11773"/>
                  </a:lnTo>
                  <a:lnTo>
                    <a:pt x="10189" y="11372"/>
                  </a:lnTo>
                  <a:lnTo>
                    <a:pt x="10149" y="10951"/>
                  </a:lnTo>
                  <a:lnTo>
                    <a:pt x="10149" y="10530"/>
                  </a:lnTo>
                  <a:lnTo>
                    <a:pt x="10149" y="10530"/>
                  </a:lnTo>
                  <a:lnTo>
                    <a:pt x="10189" y="10108"/>
                  </a:lnTo>
                  <a:lnTo>
                    <a:pt x="10269" y="9727"/>
                  </a:lnTo>
                  <a:lnTo>
                    <a:pt x="10369" y="9346"/>
                  </a:lnTo>
                  <a:lnTo>
                    <a:pt x="10510" y="8985"/>
                  </a:lnTo>
                  <a:lnTo>
                    <a:pt x="10670" y="8644"/>
                  </a:lnTo>
                  <a:lnTo>
                    <a:pt x="10850" y="8303"/>
                  </a:lnTo>
                  <a:lnTo>
                    <a:pt x="11071" y="7983"/>
                  </a:lnTo>
                  <a:lnTo>
                    <a:pt x="11312" y="7702"/>
                  </a:lnTo>
                  <a:lnTo>
                    <a:pt x="11572" y="7421"/>
                  </a:lnTo>
                  <a:lnTo>
                    <a:pt x="11853" y="7140"/>
                  </a:lnTo>
                  <a:lnTo>
                    <a:pt x="12134" y="6900"/>
                  </a:lnTo>
                  <a:lnTo>
                    <a:pt x="12455" y="6659"/>
                  </a:lnTo>
                  <a:lnTo>
                    <a:pt x="12776" y="6438"/>
                  </a:lnTo>
                  <a:lnTo>
                    <a:pt x="13117" y="6238"/>
                  </a:lnTo>
                  <a:lnTo>
                    <a:pt x="13458" y="6037"/>
                  </a:lnTo>
                  <a:lnTo>
                    <a:pt x="13819" y="5877"/>
                  </a:lnTo>
                  <a:lnTo>
                    <a:pt x="13819" y="5877"/>
                  </a:lnTo>
                  <a:lnTo>
                    <a:pt x="14540" y="5576"/>
                  </a:lnTo>
                  <a:lnTo>
                    <a:pt x="15282" y="5295"/>
                  </a:lnTo>
                  <a:lnTo>
                    <a:pt x="16045" y="5055"/>
                  </a:lnTo>
                  <a:lnTo>
                    <a:pt x="16807" y="4854"/>
                  </a:lnTo>
                  <a:lnTo>
                    <a:pt x="18351" y="4473"/>
                  </a:lnTo>
                  <a:lnTo>
                    <a:pt x="19895" y="4092"/>
                  </a:lnTo>
                  <a:lnTo>
                    <a:pt x="19895" y="4092"/>
                  </a:lnTo>
                  <a:lnTo>
                    <a:pt x="21580" y="3651"/>
                  </a:lnTo>
                  <a:lnTo>
                    <a:pt x="23244" y="3190"/>
                  </a:lnTo>
                  <a:lnTo>
                    <a:pt x="24086" y="2929"/>
                  </a:lnTo>
                  <a:lnTo>
                    <a:pt x="24929" y="2688"/>
                  </a:lnTo>
                  <a:lnTo>
                    <a:pt x="25751" y="2407"/>
                  </a:lnTo>
                  <a:lnTo>
                    <a:pt x="26573" y="2127"/>
                  </a:lnTo>
                  <a:lnTo>
                    <a:pt x="26573" y="2127"/>
                  </a:lnTo>
                  <a:lnTo>
                    <a:pt x="27335" y="1846"/>
                  </a:lnTo>
                  <a:lnTo>
                    <a:pt x="28097" y="1545"/>
                  </a:lnTo>
                  <a:lnTo>
                    <a:pt x="28097" y="1545"/>
                  </a:lnTo>
                  <a:lnTo>
                    <a:pt x="26834" y="1846"/>
                  </a:lnTo>
                  <a:lnTo>
                    <a:pt x="25510" y="2127"/>
                  </a:lnTo>
                  <a:lnTo>
                    <a:pt x="24147" y="2387"/>
                  </a:lnTo>
                  <a:lnTo>
                    <a:pt x="22723" y="2608"/>
                  </a:lnTo>
                  <a:lnTo>
                    <a:pt x="21279" y="2788"/>
                  </a:lnTo>
                  <a:lnTo>
                    <a:pt x="20537" y="2869"/>
                  </a:lnTo>
                  <a:lnTo>
                    <a:pt x="19795" y="2929"/>
                  </a:lnTo>
                  <a:lnTo>
                    <a:pt x="19033" y="2989"/>
                  </a:lnTo>
                  <a:lnTo>
                    <a:pt x="18291" y="3029"/>
                  </a:lnTo>
                  <a:lnTo>
                    <a:pt x="17529" y="3049"/>
                  </a:lnTo>
                  <a:lnTo>
                    <a:pt x="16767" y="3069"/>
                  </a:lnTo>
                  <a:lnTo>
                    <a:pt x="16767" y="3069"/>
                  </a:lnTo>
                  <a:lnTo>
                    <a:pt x="15724" y="3049"/>
                  </a:lnTo>
                  <a:lnTo>
                    <a:pt x="14701" y="2989"/>
                  </a:lnTo>
                  <a:lnTo>
                    <a:pt x="14701" y="2989"/>
                  </a:lnTo>
                  <a:lnTo>
                    <a:pt x="13458" y="2909"/>
                  </a:lnTo>
                  <a:lnTo>
                    <a:pt x="12254" y="2788"/>
                  </a:lnTo>
                  <a:lnTo>
                    <a:pt x="11071" y="2648"/>
                  </a:lnTo>
                  <a:lnTo>
                    <a:pt x="9928" y="2488"/>
                  </a:lnTo>
                  <a:lnTo>
                    <a:pt x="8825" y="2307"/>
                  </a:lnTo>
                  <a:lnTo>
                    <a:pt x="7742" y="2107"/>
                  </a:lnTo>
                  <a:lnTo>
                    <a:pt x="6719" y="1906"/>
                  </a:lnTo>
                  <a:lnTo>
                    <a:pt x="5757" y="1685"/>
                  </a:lnTo>
                  <a:lnTo>
                    <a:pt x="4834" y="1465"/>
                  </a:lnTo>
                  <a:lnTo>
                    <a:pt x="3952" y="1244"/>
                  </a:lnTo>
                  <a:lnTo>
                    <a:pt x="3129" y="1024"/>
                  </a:lnTo>
                  <a:lnTo>
                    <a:pt x="2367" y="803"/>
                  </a:lnTo>
                  <a:lnTo>
                    <a:pt x="1686" y="582"/>
                  </a:lnTo>
                  <a:lnTo>
                    <a:pt x="1044" y="382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42">
              <a:extLst>
                <a:ext uri="{FF2B5EF4-FFF2-40B4-BE49-F238E27FC236}">
                  <a16:creationId xmlns:a16="http://schemas.microsoft.com/office/drawing/2014/main" id="{C6C85FA6-59AB-6E4B-896D-BFF9F0C4244F}"/>
                </a:ext>
              </a:extLst>
            </p:cNvPr>
            <p:cNvSpPr/>
            <p:nvPr/>
          </p:nvSpPr>
          <p:spPr>
            <a:xfrm>
              <a:off x="11186375" y="4148438"/>
              <a:ext cx="1004750" cy="412650"/>
            </a:xfrm>
            <a:custGeom>
              <a:avLst/>
              <a:gdLst/>
              <a:ahLst/>
              <a:cxnLst/>
              <a:rect l="l" t="t" r="r" b="b"/>
              <a:pathLst>
                <a:path w="40190" h="16506" extrusionOk="0">
                  <a:moveTo>
                    <a:pt x="19212" y="0"/>
                  </a:moveTo>
                  <a:lnTo>
                    <a:pt x="17889" y="20"/>
                  </a:lnTo>
                  <a:lnTo>
                    <a:pt x="16565" y="61"/>
                  </a:lnTo>
                  <a:lnTo>
                    <a:pt x="15262" y="141"/>
                  </a:lnTo>
                  <a:lnTo>
                    <a:pt x="13998" y="221"/>
                  </a:lnTo>
                  <a:lnTo>
                    <a:pt x="12775" y="321"/>
                  </a:lnTo>
                  <a:lnTo>
                    <a:pt x="11592" y="462"/>
                  </a:lnTo>
                  <a:lnTo>
                    <a:pt x="10469" y="602"/>
                  </a:lnTo>
                  <a:lnTo>
                    <a:pt x="9406" y="782"/>
                  </a:lnTo>
                  <a:lnTo>
                    <a:pt x="8423" y="983"/>
                  </a:lnTo>
                  <a:lnTo>
                    <a:pt x="7541" y="1204"/>
                  </a:lnTo>
                  <a:lnTo>
                    <a:pt x="7119" y="1324"/>
                  </a:lnTo>
                  <a:lnTo>
                    <a:pt x="6738" y="1444"/>
                  </a:lnTo>
                  <a:lnTo>
                    <a:pt x="5776" y="1785"/>
                  </a:lnTo>
                  <a:lnTo>
                    <a:pt x="4893" y="2126"/>
                  </a:lnTo>
                  <a:lnTo>
                    <a:pt x="4111" y="2467"/>
                  </a:lnTo>
                  <a:lnTo>
                    <a:pt x="3389" y="2828"/>
                  </a:lnTo>
                  <a:lnTo>
                    <a:pt x="2768" y="3169"/>
                  </a:lnTo>
                  <a:lnTo>
                    <a:pt x="2206" y="3510"/>
                  </a:lnTo>
                  <a:lnTo>
                    <a:pt x="1705" y="3851"/>
                  </a:lnTo>
                  <a:lnTo>
                    <a:pt x="1284" y="4172"/>
                  </a:lnTo>
                  <a:lnTo>
                    <a:pt x="943" y="4493"/>
                  </a:lnTo>
                  <a:lnTo>
                    <a:pt x="642" y="4793"/>
                  </a:lnTo>
                  <a:lnTo>
                    <a:pt x="401" y="5074"/>
                  </a:lnTo>
                  <a:lnTo>
                    <a:pt x="221" y="5355"/>
                  </a:lnTo>
                  <a:lnTo>
                    <a:pt x="100" y="5596"/>
                  </a:lnTo>
                  <a:lnTo>
                    <a:pt x="20" y="5816"/>
                  </a:lnTo>
                  <a:lnTo>
                    <a:pt x="0" y="603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8891" y="16485"/>
                  </a:lnTo>
                  <a:lnTo>
                    <a:pt x="19814" y="16505"/>
                  </a:lnTo>
                  <a:lnTo>
                    <a:pt x="20736" y="16485"/>
                  </a:lnTo>
                  <a:lnTo>
                    <a:pt x="21639" y="16465"/>
                  </a:lnTo>
                  <a:lnTo>
                    <a:pt x="22561" y="16405"/>
                  </a:lnTo>
                  <a:lnTo>
                    <a:pt x="23464" y="16345"/>
                  </a:lnTo>
                  <a:lnTo>
                    <a:pt x="24366" y="16245"/>
                  </a:lnTo>
                  <a:lnTo>
                    <a:pt x="25249" y="16144"/>
                  </a:lnTo>
                  <a:lnTo>
                    <a:pt x="26131" y="16024"/>
                  </a:lnTo>
                  <a:lnTo>
                    <a:pt x="26993" y="15884"/>
                  </a:lnTo>
                  <a:lnTo>
                    <a:pt x="27836" y="15743"/>
                  </a:lnTo>
                  <a:lnTo>
                    <a:pt x="28678" y="15583"/>
                  </a:lnTo>
                  <a:lnTo>
                    <a:pt x="29480" y="15402"/>
                  </a:lnTo>
                  <a:lnTo>
                    <a:pt x="30282" y="15242"/>
                  </a:lnTo>
                  <a:lnTo>
                    <a:pt x="31786" y="14861"/>
                  </a:lnTo>
                  <a:lnTo>
                    <a:pt x="33190" y="14480"/>
                  </a:lnTo>
                  <a:lnTo>
                    <a:pt x="34474" y="14119"/>
                  </a:lnTo>
                  <a:lnTo>
                    <a:pt x="35637" y="13758"/>
                  </a:lnTo>
                  <a:lnTo>
                    <a:pt x="36640" y="13417"/>
                  </a:lnTo>
                  <a:lnTo>
                    <a:pt x="37482" y="13116"/>
                  </a:lnTo>
                  <a:lnTo>
                    <a:pt x="38164" y="1285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608" y="10990"/>
                  </a:lnTo>
                  <a:lnTo>
                    <a:pt x="39708" y="10549"/>
                  </a:lnTo>
                  <a:lnTo>
                    <a:pt x="39868" y="9627"/>
                  </a:lnTo>
                  <a:lnTo>
                    <a:pt x="40009" y="8644"/>
                  </a:lnTo>
                  <a:lnTo>
                    <a:pt x="40109" y="7681"/>
                  </a:lnTo>
                  <a:lnTo>
                    <a:pt x="40169" y="6799"/>
                  </a:lnTo>
                  <a:lnTo>
                    <a:pt x="40189" y="6037"/>
                  </a:lnTo>
                  <a:lnTo>
                    <a:pt x="40189" y="5736"/>
                  </a:lnTo>
                  <a:lnTo>
                    <a:pt x="40169" y="5495"/>
                  </a:lnTo>
                  <a:lnTo>
                    <a:pt x="40129" y="5315"/>
                  </a:lnTo>
                  <a:lnTo>
                    <a:pt x="40089" y="5194"/>
                  </a:lnTo>
                  <a:lnTo>
                    <a:pt x="40009" y="5094"/>
                  </a:lnTo>
                  <a:lnTo>
                    <a:pt x="39868" y="4934"/>
                  </a:lnTo>
                  <a:lnTo>
                    <a:pt x="39708" y="4753"/>
                  </a:lnTo>
                  <a:lnTo>
                    <a:pt x="39467" y="4533"/>
                  </a:lnTo>
                  <a:lnTo>
                    <a:pt x="39187" y="4312"/>
                  </a:lnTo>
                  <a:lnTo>
                    <a:pt x="38866" y="4031"/>
                  </a:lnTo>
                  <a:lnTo>
                    <a:pt x="38505" y="3771"/>
                  </a:lnTo>
                  <a:lnTo>
                    <a:pt x="38084" y="3470"/>
                  </a:lnTo>
                  <a:lnTo>
                    <a:pt x="37602" y="3169"/>
                  </a:lnTo>
                  <a:lnTo>
                    <a:pt x="37081" y="2868"/>
                  </a:lnTo>
                  <a:lnTo>
                    <a:pt x="36519" y="2567"/>
                  </a:lnTo>
                  <a:lnTo>
                    <a:pt x="35898" y="2267"/>
                  </a:lnTo>
                  <a:lnTo>
                    <a:pt x="35236" y="1966"/>
                  </a:lnTo>
                  <a:lnTo>
                    <a:pt x="34514" y="1705"/>
                  </a:lnTo>
                  <a:lnTo>
                    <a:pt x="33732" y="1424"/>
                  </a:lnTo>
                  <a:lnTo>
                    <a:pt x="32910" y="1184"/>
                  </a:lnTo>
                  <a:lnTo>
                    <a:pt x="32228" y="1023"/>
                  </a:lnTo>
                  <a:lnTo>
                    <a:pt x="31466" y="863"/>
                  </a:lnTo>
                  <a:lnTo>
                    <a:pt x="30623" y="722"/>
                  </a:lnTo>
                  <a:lnTo>
                    <a:pt x="29761" y="582"/>
                  </a:lnTo>
                  <a:lnTo>
                    <a:pt x="28818" y="462"/>
                  </a:lnTo>
                  <a:lnTo>
                    <a:pt x="27856" y="361"/>
                  </a:lnTo>
                  <a:lnTo>
                    <a:pt x="26833" y="261"/>
                  </a:lnTo>
                  <a:lnTo>
                    <a:pt x="25790" y="181"/>
                  </a:lnTo>
                  <a:lnTo>
                    <a:pt x="24527" y="101"/>
                  </a:lnTo>
                  <a:lnTo>
                    <a:pt x="23223" y="40"/>
                  </a:lnTo>
                  <a:lnTo>
                    <a:pt x="21900" y="20"/>
                  </a:lnTo>
                  <a:lnTo>
                    <a:pt x="205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42">
              <a:extLst>
                <a:ext uri="{FF2B5EF4-FFF2-40B4-BE49-F238E27FC236}">
                  <a16:creationId xmlns:a16="http://schemas.microsoft.com/office/drawing/2014/main" id="{366D65EF-5D19-4BA2-FEEB-81F05C8E37BC}"/>
                </a:ext>
              </a:extLst>
            </p:cNvPr>
            <p:cNvSpPr/>
            <p:nvPr/>
          </p:nvSpPr>
          <p:spPr>
            <a:xfrm>
              <a:off x="11186375" y="4148438"/>
              <a:ext cx="1004750" cy="412650"/>
            </a:xfrm>
            <a:custGeom>
              <a:avLst/>
              <a:gdLst/>
              <a:ahLst/>
              <a:cxnLst/>
              <a:rect l="l" t="t" r="r" b="b"/>
              <a:pathLst>
                <a:path w="40190" h="16506" fill="none" extrusionOk="0">
                  <a:moveTo>
                    <a:pt x="39507" y="11391"/>
                  </a:moveTo>
                  <a:lnTo>
                    <a:pt x="39507" y="11391"/>
                  </a:lnTo>
                  <a:lnTo>
                    <a:pt x="39367" y="11833"/>
                  </a:lnTo>
                  <a:lnTo>
                    <a:pt x="39227" y="12194"/>
                  </a:lnTo>
                  <a:lnTo>
                    <a:pt x="39146" y="12334"/>
                  </a:lnTo>
                  <a:lnTo>
                    <a:pt x="39066" y="12434"/>
                  </a:lnTo>
                  <a:lnTo>
                    <a:pt x="38986" y="12514"/>
                  </a:lnTo>
                  <a:lnTo>
                    <a:pt x="38906" y="12575"/>
                  </a:lnTo>
                  <a:lnTo>
                    <a:pt x="38906" y="12575"/>
                  </a:lnTo>
                  <a:lnTo>
                    <a:pt x="38164" y="12855"/>
                  </a:lnTo>
                  <a:lnTo>
                    <a:pt x="37482" y="13116"/>
                  </a:lnTo>
                  <a:lnTo>
                    <a:pt x="36640" y="13417"/>
                  </a:lnTo>
                  <a:lnTo>
                    <a:pt x="35637" y="13758"/>
                  </a:lnTo>
                  <a:lnTo>
                    <a:pt x="34474" y="14119"/>
                  </a:lnTo>
                  <a:lnTo>
                    <a:pt x="33190" y="14480"/>
                  </a:lnTo>
                  <a:lnTo>
                    <a:pt x="31786" y="14861"/>
                  </a:lnTo>
                  <a:lnTo>
                    <a:pt x="30282" y="15242"/>
                  </a:lnTo>
                  <a:lnTo>
                    <a:pt x="29480" y="15402"/>
                  </a:lnTo>
                  <a:lnTo>
                    <a:pt x="28678" y="15583"/>
                  </a:lnTo>
                  <a:lnTo>
                    <a:pt x="27836" y="15743"/>
                  </a:lnTo>
                  <a:lnTo>
                    <a:pt x="26993" y="15884"/>
                  </a:lnTo>
                  <a:lnTo>
                    <a:pt x="26131" y="16024"/>
                  </a:lnTo>
                  <a:lnTo>
                    <a:pt x="25249" y="16144"/>
                  </a:lnTo>
                  <a:lnTo>
                    <a:pt x="24366" y="16245"/>
                  </a:lnTo>
                  <a:lnTo>
                    <a:pt x="23464" y="16345"/>
                  </a:lnTo>
                  <a:lnTo>
                    <a:pt x="22561" y="16405"/>
                  </a:lnTo>
                  <a:lnTo>
                    <a:pt x="21639" y="16465"/>
                  </a:lnTo>
                  <a:lnTo>
                    <a:pt x="20736" y="16485"/>
                  </a:lnTo>
                  <a:lnTo>
                    <a:pt x="19814" y="16505"/>
                  </a:lnTo>
                  <a:lnTo>
                    <a:pt x="18891" y="16485"/>
                  </a:lnTo>
                  <a:lnTo>
                    <a:pt x="17969" y="16425"/>
                  </a:lnTo>
                  <a:lnTo>
                    <a:pt x="17969" y="16425"/>
                  </a:lnTo>
                  <a:lnTo>
                    <a:pt x="16385" y="16305"/>
                  </a:lnTo>
                  <a:lnTo>
                    <a:pt x="14860" y="16144"/>
                  </a:lnTo>
                  <a:lnTo>
                    <a:pt x="13396" y="15944"/>
                  </a:lnTo>
                  <a:lnTo>
                    <a:pt x="11993" y="15723"/>
                  </a:lnTo>
                  <a:lnTo>
                    <a:pt x="10649" y="15462"/>
                  </a:lnTo>
                  <a:lnTo>
                    <a:pt x="9366" y="15202"/>
                  </a:lnTo>
                  <a:lnTo>
                    <a:pt x="8182" y="14921"/>
                  </a:lnTo>
                  <a:lnTo>
                    <a:pt x="7059" y="14640"/>
                  </a:lnTo>
                  <a:lnTo>
                    <a:pt x="6057" y="14359"/>
                  </a:lnTo>
                  <a:lnTo>
                    <a:pt x="5134" y="14079"/>
                  </a:lnTo>
                  <a:lnTo>
                    <a:pt x="4312" y="13818"/>
                  </a:lnTo>
                  <a:lnTo>
                    <a:pt x="3610" y="13557"/>
                  </a:lnTo>
                  <a:lnTo>
                    <a:pt x="3028" y="13337"/>
                  </a:lnTo>
                  <a:lnTo>
                    <a:pt x="2567" y="13156"/>
                  </a:lnTo>
                  <a:lnTo>
                    <a:pt x="2246" y="12996"/>
                  </a:lnTo>
                  <a:lnTo>
                    <a:pt x="2046" y="12875"/>
                  </a:lnTo>
                  <a:lnTo>
                    <a:pt x="2046" y="12875"/>
                  </a:lnTo>
                  <a:lnTo>
                    <a:pt x="1985" y="12815"/>
                  </a:lnTo>
                  <a:lnTo>
                    <a:pt x="1905" y="12735"/>
                  </a:lnTo>
                  <a:lnTo>
                    <a:pt x="1765" y="12494"/>
                  </a:lnTo>
                  <a:lnTo>
                    <a:pt x="1625" y="12153"/>
                  </a:lnTo>
                  <a:lnTo>
                    <a:pt x="1464" y="11752"/>
                  </a:lnTo>
                  <a:lnTo>
                    <a:pt x="1324" y="11291"/>
                  </a:lnTo>
                  <a:lnTo>
                    <a:pt x="1163" y="10790"/>
                  </a:lnTo>
                  <a:lnTo>
                    <a:pt x="862" y="9687"/>
                  </a:lnTo>
                  <a:lnTo>
                    <a:pt x="562" y="8584"/>
                  </a:lnTo>
                  <a:lnTo>
                    <a:pt x="321" y="7561"/>
                  </a:lnTo>
                  <a:lnTo>
                    <a:pt x="20" y="6217"/>
                  </a:lnTo>
                  <a:lnTo>
                    <a:pt x="20" y="6217"/>
                  </a:lnTo>
                  <a:lnTo>
                    <a:pt x="0" y="6037"/>
                  </a:lnTo>
                  <a:lnTo>
                    <a:pt x="20" y="5816"/>
                  </a:lnTo>
                  <a:lnTo>
                    <a:pt x="100" y="5596"/>
                  </a:lnTo>
                  <a:lnTo>
                    <a:pt x="221" y="5355"/>
                  </a:lnTo>
                  <a:lnTo>
                    <a:pt x="401" y="5074"/>
                  </a:lnTo>
                  <a:lnTo>
                    <a:pt x="642" y="4793"/>
                  </a:lnTo>
                  <a:lnTo>
                    <a:pt x="943" y="4493"/>
                  </a:lnTo>
                  <a:lnTo>
                    <a:pt x="1284" y="4172"/>
                  </a:lnTo>
                  <a:lnTo>
                    <a:pt x="1705" y="3851"/>
                  </a:lnTo>
                  <a:lnTo>
                    <a:pt x="2206" y="3510"/>
                  </a:lnTo>
                  <a:lnTo>
                    <a:pt x="2768" y="3169"/>
                  </a:lnTo>
                  <a:lnTo>
                    <a:pt x="3389" y="2828"/>
                  </a:lnTo>
                  <a:lnTo>
                    <a:pt x="4111" y="2467"/>
                  </a:lnTo>
                  <a:lnTo>
                    <a:pt x="4893" y="2126"/>
                  </a:lnTo>
                  <a:lnTo>
                    <a:pt x="5776" y="1785"/>
                  </a:lnTo>
                  <a:lnTo>
                    <a:pt x="6738" y="1444"/>
                  </a:lnTo>
                  <a:lnTo>
                    <a:pt x="6738" y="1444"/>
                  </a:lnTo>
                  <a:lnTo>
                    <a:pt x="7119" y="1324"/>
                  </a:lnTo>
                  <a:lnTo>
                    <a:pt x="7541" y="1204"/>
                  </a:lnTo>
                  <a:lnTo>
                    <a:pt x="8423" y="983"/>
                  </a:lnTo>
                  <a:lnTo>
                    <a:pt x="9406" y="782"/>
                  </a:lnTo>
                  <a:lnTo>
                    <a:pt x="10469" y="602"/>
                  </a:lnTo>
                  <a:lnTo>
                    <a:pt x="11592" y="462"/>
                  </a:lnTo>
                  <a:lnTo>
                    <a:pt x="12775" y="321"/>
                  </a:lnTo>
                  <a:lnTo>
                    <a:pt x="13998" y="221"/>
                  </a:lnTo>
                  <a:lnTo>
                    <a:pt x="15262" y="141"/>
                  </a:lnTo>
                  <a:lnTo>
                    <a:pt x="16565" y="61"/>
                  </a:lnTo>
                  <a:lnTo>
                    <a:pt x="17889" y="20"/>
                  </a:lnTo>
                  <a:lnTo>
                    <a:pt x="19212" y="0"/>
                  </a:lnTo>
                  <a:lnTo>
                    <a:pt x="20556" y="0"/>
                  </a:lnTo>
                  <a:lnTo>
                    <a:pt x="21900" y="20"/>
                  </a:lnTo>
                  <a:lnTo>
                    <a:pt x="23223" y="40"/>
                  </a:lnTo>
                  <a:lnTo>
                    <a:pt x="24527" y="101"/>
                  </a:lnTo>
                  <a:lnTo>
                    <a:pt x="25790" y="181"/>
                  </a:lnTo>
                  <a:lnTo>
                    <a:pt x="25790" y="181"/>
                  </a:lnTo>
                  <a:lnTo>
                    <a:pt x="26833" y="261"/>
                  </a:lnTo>
                  <a:lnTo>
                    <a:pt x="27856" y="361"/>
                  </a:lnTo>
                  <a:lnTo>
                    <a:pt x="28818" y="462"/>
                  </a:lnTo>
                  <a:lnTo>
                    <a:pt x="29761" y="582"/>
                  </a:lnTo>
                  <a:lnTo>
                    <a:pt x="30623" y="722"/>
                  </a:lnTo>
                  <a:lnTo>
                    <a:pt x="31466" y="863"/>
                  </a:lnTo>
                  <a:lnTo>
                    <a:pt x="32228" y="1023"/>
                  </a:lnTo>
                  <a:lnTo>
                    <a:pt x="32910" y="1184"/>
                  </a:lnTo>
                  <a:lnTo>
                    <a:pt x="32910" y="1184"/>
                  </a:lnTo>
                  <a:lnTo>
                    <a:pt x="33732" y="1424"/>
                  </a:lnTo>
                  <a:lnTo>
                    <a:pt x="34514" y="1705"/>
                  </a:lnTo>
                  <a:lnTo>
                    <a:pt x="35236" y="1966"/>
                  </a:lnTo>
                  <a:lnTo>
                    <a:pt x="35898" y="2267"/>
                  </a:lnTo>
                  <a:lnTo>
                    <a:pt x="36519" y="2567"/>
                  </a:lnTo>
                  <a:lnTo>
                    <a:pt x="37081" y="2868"/>
                  </a:lnTo>
                  <a:lnTo>
                    <a:pt x="37602" y="3169"/>
                  </a:lnTo>
                  <a:lnTo>
                    <a:pt x="38084" y="3470"/>
                  </a:lnTo>
                  <a:lnTo>
                    <a:pt x="38505" y="3771"/>
                  </a:lnTo>
                  <a:lnTo>
                    <a:pt x="38866" y="4031"/>
                  </a:lnTo>
                  <a:lnTo>
                    <a:pt x="39187" y="4312"/>
                  </a:lnTo>
                  <a:lnTo>
                    <a:pt x="39467" y="4533"/>
                  </a:lnTo>
                  <a:lnTo>
                    <a:pt x="39708" y="4753"/>
                  </a:lnTo>
                  <a:lnTo>
                    <a:pt x="39868" y="4934"/>
                  </a:lnTo>
                  <a:lnTo>
                    <a:pt x="40009" y="5094"/>
                  </a:lnTo>
                  <a:lnTo>
                    <a:pt x="40089" y="5194"/>
                  </a:lnTo>
                  <a:lnTo>
                    <a:pt x="40089" y="5194"/>
                  </a:lnTo>
                  <a:lnTo>
                    <a:pt x="40129" y="5315"/>
                  </a:lnTo>
                  <a:lnTo>
                    <a:pt x="40169" y="5495"/>
                  </a:lnTo>
                  <a:lnTo>
                    <a:pt x="40189" y="5736"/>
                  </a:lnTo>
                  <a:lnTo>
                    <a:pt x="40189" y="6037"/>
                  </a:lnTo>
                  <a:lnTo>
                    <a:pt x="40169" y="6799"/>
                  </a:lnTo>
                  <a:lnTo>
                    <a:pt x="40109" y="7681"/>
                  </a:lnTo>
                  <a:lnTo>
                    <a:pt x="40009" y="8644"/>
                  </a:lnTo>
                  <a:lnTo>
                    <a:pt x="39868" y="9627"/>
                  </a:lnTo>
                  <a:lnTo>
                    <a:pt x="39708" y="10549"/>
                  </a:lnTo>
                  <a:lnTo>
                    <a:pt x="39608" y="10990"/>
                  </a:lnTo>
                  <a:lnTo>
                    <a:pt x="39507" y="1139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42">
              <a:extLst>
                <a:ext uri="{FF2B5EF4-FFF2-40B4-BE49-F238E27FC236}">
                  <a16:creationId xmlns:a16="http://schemas.microsoft.com/office/drawing/2014/main" id="{FB27082B-F562-AF99-0141-8903F4A2AC93}"/>
                </a:ext>
              </a:extLst>
            </p:cNvPr>
            <p:cNvSpPr/>
            <p:nvPr/>
          </p:nvSpPr>
          <p:spPr>
            <a:xfrm>
              <a:off x="11186375" y="4148438"/>
              <a:ext cx="987700" cy="412650"/>
            </a:xfrm>
            <a:custGeom>
              <a:avLst/>
              <a:gdLst/>
              <a:ahLst/>
              <a:cxnLst/>
              <a:rect l="l" t="t" r="r" b="b"/>
              <a:pathLst>
                <a:path w="39508" h="16506" extrusionOk="0">
                  <a:moveTo>
                    <a:pt x="20115" y="0"/>
                  </a:moveTo>
                  <a:lnTo>
                    <a:pt x="18149" y="20"/>
                  </a:lnTo>
                  <a:lnTo>
                    <a:pt x="16224" y="81"/>
                  </a:lnTo>
                  <a:lnTo>
                    <a:pt x="15282" y="141"/>
                  </a:lnTo>
                  <a:lnTo>
                    <a:pt x="14359" y="201"/>
                  </a:lnTo>
                  <a:lnTo>
                    <a:pt x="13457" y="261"/>
                  </a:lnTo>
                  <a:lnTo>
                    <a:pt x="12554" y="341"/>
                  </a:lnTo>
                  <a:lnTo>
                    <a:pt x="11712" y="442"/>
                  </a:lnTo>
                  <a:lnTo>
                    <a:pt x="10870" y="542"/>
                  </a:lnTo>
                  <a:lnTo>
                    <a:pt x="10087" y="662"/>
                  </a:lnTo>
                  <a:lnTo>
                    <a:pt x="9325" y="803"/>
                  </a:lnTo>
                  <a:lnTo>
                    <a:pt x="8603" y="943"/>
                  </a:lnTo>
                  <a:lnTo>
                    <a:pt x="7922" y="1103"/>
                  </a:lnTo>
                  <a:lnTo>
                    <a:pt x="7300" y="1264"/>
                  </a:lnTo>
                  <a:lnTo>
                    <a:pt x="6738" y="1444"/>
                  </a:lnTo>
                  <a:lnTo>
                    <a:pt x="5816" y="1765"/>
                  </a:lnTo>
                  <a:lnTo>
                    <a:pt x="4994" y="2086"/>
                  </a:lnTo>
                  <a:lnTo>
                    <a:pt x="4232" y="2407"/>
                  </a:lnTo>
                  <a:lnTo>
                    <a:pt x="3550" y="2748"/>
                  </a:lnTo>
                  <a:lnTo>
                    <a:pt x="2928" y="3069"/>
                  </a:lnTo>
                  <a:lnTo>
                    <a:pt x="2367" y="3390"/>
                  </a:lnTo>
                  <a:lnTo>
                    <a:pt x="1885" y="3710"/>
                  </a:lnTo>
                  <a:lnTo>
                    <a:pt x="1464" y="4031"/>
                  </a:lnTo>
                  <a:lnTo>
                    <a:pt x="1103" y="4332"/>
                  </a:lnTo>
                  <a:lnTo>
                    <a:pt x="802" y="4633"/>
                  </a:lnTo>
                  <a:lnTo>
                    <a:pt x="542" y="4914"/>
                  </a:lnTo>
                  <a:lnTo>
                    <a:pt x="341" y="5174"/>
                  </a:lnTo>
                  <a:lnTo>
                    <a:pt x="181" y="5415"/>
                  </a:lnTo>
                  <a:lnTo>
                    <a:pt x="80" y="5656"/>
                  </a:lnTo>
                  <a:lnTo>
                    <a:pt x="20" y="5856"/>
                  </a:lnTo>
                  <a:lnTo>
                    <a:pt x="0" y="605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8992" y="16485"/>
                  </a:lnTo>
                  <a:lnTo>
                    <a:pt x="20035" y="16505"/>
                  </a:lnTo>
                  <a:lnTo>
                    <a:pt x="20897" y="16485"/>
                  </a:lnTo>
                  <a:lnTo>
                    <a:pt x="21739" y="16465"/>
                  </a:lnTo>
                  <a:lnTo>
                    <a:pt x="22602" y="16405"/>
                  </a:lnTo>
                  <a:lnTo>
                    <a:pt x="23444" y="16345"/>
                  </a:lnTo>
                  <a:lnTo>
                    <a:pt x="24286" y="16265"/>
                  </a:lnTo>
                  <a:lnTo>
                    <a:pt x="25108" y="16164"/>
                  </a:lnTo>
                  <a:lnTo>
                    <a:pt x="25931" y="16044"/>
                  </a:lnTo>
                  <a:lnTo>
                    <a:pt x="26733" y="15924"/>
                  </a:lnTo>
                  <a:lnTo>
                    <a:pt x="27515" y="15803"/>
                  </a:lnTo>
                  <a:lnTo>
                    <a:pt x="28297" y="15643"/>
                  </a:lnTo>
                  <a:lnTo>
                    <a:pt x="29801" y="15342"/>
                  </a:lnTo>
                  <a:lnTo>
                    <a:pt x="31245" y="15001"/>
                  </a:lnTo>
                  <a:lnTo>
                    <a:pt x="32589" y="14660"/>
                  </a:lnTo>
                  <a:lnTo>
                    <a:pt x="33832" y="14299"/>
                  </a:lnTo>
                  <a:lnTo>
                    <a:pt x="34975" y="13958"/>
                  </a:lnTo>
                  <a:lnTo>
                    <a:pt x="35998" y="13617"/>
                  </a:lnTo>
                  <a:lnTo>
                    <a:pt x="36900" y="13317"/>
                  </a:lnTo>
                  <a:lnTo>
                    <a:pt x="38224" y="1283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507" y="11391"/>
                  </a:lnTo>
                  <a:lnTo>
                    <a:pt x="38645" y="11632"/>
                  </a:lnTo>
                  <a:lnTo>
                    <a:pt x="37783" y="11873"/>
                  </a:lnTo>
                  <a:lnTo>
                    <a:pt x="36920" y="12073"/>
                  </a:lnTo>
                  <a:lnTo>
                    <a:pt x="36038" y="12274"/>
                  </a:lnTo>
                  <a:lnTo>
                    <a:pt x="35176" y="12474"/>
                  </a:lnTo>
                  <a:lnTo>
                    <a:pt x="34293" y="12635"/>
                  </a:lnTo>
                  <a:lnTo>
                    <a:pt x="33411" y="12795"/>
                  </a:lnTo>
                  <a:lnTo>
                    <a:pt x="32528" y="12936"/>
                  </a:lnTo>
                  <a:lnTo>
                    <a:pt x="31626" y="13056"/>
                  </a:lnTo>
                  <a:lnTo>
                    <a:pt x="30744" y="13156"/>
                  </a:lnTo>
                  <a:lnTo>
                    <a:pt x="29841" y="13256"/>
                  </a:lnTo>
                  <a:lnTo>
                    <a:pt x="28959" y="13317"/>
                  </a:lnTo>
                  <a:lnTo>
                    <a:pt x="28056" y="13377"/>
                  </a:lnTo>
                  <a:lnTo>
                    <a:pt x="27154" y="13417"/>
                  </a:lnTo>
                  <a:lnTo>
                    <a:pt x="26251" y="13437"/>
                  </a:lnTo>
                  <a:lnTo>
                    <a:pt x="25369" y="13457"/>
                  </a:lnTo>
                  <a:lnTo>
                    <a:pt x="24587" y="13437"/>
                  </a:lnTo>
                  <a:lnTo>
                    <a:pt x="23825" y="13437"/>
                  </a:lnTo>
                  <a:lnTo>
                    <a:pt x="23063" y="13397"/>
                  </a:lnTo>
                  <a:lnTo>
                    <a:pt x="22281" y="13357"/>
                  </a:lnTo>
                  <a:lnTo>
                    <a:pt x="21519" y="13297"/>
                  </a:lnTo>
                  <a:lnTo>
                    <a:pt x="20756" y="13236"/>
                  </a:lnTo>
                  <a:lnTo>
                    <a:pt x="19974" y="13156"/>
                  </a:lnTo>
                  <a:lnTo>
                    <a:pt x="19212" y="13056"/>
                  </a:lnTo>
                  <a:lnTo>
                    <a:pt x="18410" y="12956"/>
                  </a:lnTo>
                  <a:lnTo>
                    <a:pt x="17608" y="12835"/>
                  </a:lnTo>
                  <a:lnTo>
                    <a:pt x="16806" y="12695"/>
                  </a:lnTo>
                  <a:lnTo>
                    <a:pt x="16004" y="12554"/>
                  </a:lnTo>
                  <a:lnTo>
                    <a:pt x="15201" y="12374"/>
                  </a:lnTo>
                  <a:lnTo>
                    <a:pt x="14399" y="12214"/>
                  </a:lnTo>
                  <a:lnTo>
                    <a:pt x="13617" y="12013"/>
                  </a:lnTo>
                  <a:lnTo>
                    <a:pt x="12835" y="11792"/>
                  </a:lnTo>
                  <a:lnTo>
                    <a:pt x="12233" y="11612"/>
                  </a:lnTo>
                  <a:lnTo>
                    <a:pt x="11592" y="11391"/>
                  </a:lnTo>
                  <a:lnTo>
                    <a:pt x="11291" y="11271"/>
                  </a:lnTo>
                  <a:lnTo>
                    <a:pt x="10970" y="11131"/>
                  </a:lnTo>
                  <a:lnTo>
                    <a:pt x="10669" y="10970"/>
                  </a:lnTo>
                  <a:lnTo>
                    <a:pt x="10388" y="10810"/>
                  </a:lnTo>
                  <a:lnTo>
                    <a:pt x="9566" y="10629"/>
                  </a:lnTo>
                  <a:lnTo>
                    <a:pt x="8784" y="10429"/>
                  </a:lnTo>
                  <a:lnTo>
                    <a:pt x="7922" y="10188"/>
                  </a:lnTo>
                  <a:lnTo>
                    <a:pt x="7119" y="9907"/>
                  </a:lnTo>
                  <a:lnTo>
                    <a:pt x="6357" y="9627"/>
                  </a:lnTo>
                  <a:lnTo>
                    <a:pt x="5635" y="9346"/>
                  </a:lnTo>
                  <a:lnTo>
                    <a:pt x="4974" y="9045"/>
                  </a:lnTo>
                  <a:lnTo>
                    <a:pt x="4372" y="8724"/>
                  </a:lnTo>
                  <a:lnTo>
                    <a:pt x="3831" y="8423"/>
                  </a:lnTo>
                  <a:lnTo>
                    <a:pt x="3329" y="8122"/>
                  </a:lnTo>
                  <a:lnTo>
                    <a:pt x="2888" y="7802"/>
                  </a:lnTo>
                  <a:lnTo>
                    <a:pt x="2507" y="7501"/>
                  </a:lnTo>
                  <a:lnTo>
                    <a:pt x="2186" y="7220"/>
                  </a:lnTo>
                  <a:lnTo>
                    <a:pt x="1925" y="6939"/>
                  </a:lnTo>
                  <a:lnTo>
                    <a:pt x="1725" y="6679"/>
                  </a:lnTo>
                  <a:lnTo>
                    <a:pt x="1584" y="6438"/>
                  </a:lnTo>
                  <a:lnTo>
                    <a:pt x="1544" y="6318"/>
                  </a:lnTo>
                  <a:lnTo>
                    <a:pt x="1504" y="6197"/>
                  </a:lnTo>
                  <a:lnTo>
                    <a:pt x="1484" y="6097"/>
                  </a:lnTo>
                  <a:lnTo>
                    <a:pt x="1504" y="5997"/>
                  </a:lnTo>
                  <a:lnTo>
                    <a:pt x="1524" y="5856"/>
                  </a:lnTo>
                  <a:lnTo>
                    <a:pt x="1564" y="5736"/>
                  </a:lnTo>
                  <a:lnTo>
                    <a:pt x="1604" y="5596"/>
                  </a:lnTo>
                  <a:lnTo>
                    <a:pt x="1685" y="5455"/>
                  </a:lnTo>
                  <a:lnTo>
                    <a:pt x="1785" y="5315"/>
                  </a:lnTo>
                  <a:lnTo>
                    <a:pt x="1885" y="5174"/>
                  </a:lnTo>
                  <a:lnTo>
                    <a:pt x="2146" y="4874"/>
                  </a:lnTo>
                  <a:lnTo>
                    <a:pt x="2467" y="4593"/>
                  </a:lnTo>
                  <a:lnTo>
                    <a:pt x="2828" y="4312"/>
                  </a:lnTo>
                  <a:lnTo>
                    <a:pt x="3249" y="4011"/>
                  </a:lnTo>
                  <a:lnTo>
                    <a:pt x="3710" y="3730"/>
                  </a:lnTo>
                  <a:lnTo>
                    <a:pt x="4212" y="3470"/>
                  </a:lnTo>
                  <a:lnTo>
                    <a:pt x="4733" y="3209"/>
                  </a:lnTo>
                  <a:lnTo>
                    <a:pt x="5294" y="2948"/>
                  </a:lnTo>
                  <a:lnTo>
                    <a:pt x="5856" y="2728"/>
                  </a:lnTo>
                  <a:lnTo>
                    <a:pt x="6458" y="2507"/>
                  </a:lnTo>
                  <a:lnTo>
                    <a:pt x="7059" y="2307"/>
                  </a:lnTo>
                  <a:lnTo>
                    <a:pt x="7681" y="2126"/>
                  </a:lnTo>
                  <a:lnTo>
                    <a:pt x="8283" y="1966"/>
                  </a:lnTo>
                  <a:lnTo>
                    <a:pt x="8864" y="1845"/>
                  </a:lnTo>
                  <a:lnTo>
                    <a:pt x="9466" y="1725"/>
                  </a:lnTo>
                  <a:lnTo>
                    <a:pt x="10128" y="1605"/>
                  </a:lnTo>
                  <a:lnTo>
                    <a:pt x="10809" y="1504"/>
                  </a:lnTo>
                  <a:lnTo>
                    <a:pt x="12273" y="1324"/>
                  </a:lnTo>
                  <a:lnTo>
                    <a:pt x="13858" y="1164"/>
                  </a:lnTo>
                  <a:lnTo>
                    <a:pt x="15542" y="1063"/>
                  </a:lnTo>
                  <a:lnTo>
                    <a:pt x="17267" y="963"/>
                  </a:lnTo>
                  <a:lnTo>
                    <a:pt x="19032" y="923"/>
                  </a:lnTo>
                  <a:lnTo>
                    <a:pt x="20837" y="903"/>
                  </a:lnTo>
                  <a:lnTo>
                    <a:pt x="21017" y="903"/>
                  </a:lnTo>
                  <a:lnTo>
                    <a:pt x="22200" y="682"/>
                  </a:lnTo>
                  <a:lnTo>
                    <a:pt x="23404" y="482"/>
                  </a:lnTo>
                  <a:lnTo>
                    <a:pt x="24587" y="321"/>
                  </a:lnTo>
                  <a:lnTo>
                    <a:pt x="25790" y="181"/>
                  </a:lnTo>
                  <a:lnTo>
                    <a:pt x="24406" y="101"/>
                  </a:lnTo>
                  <a:lnTo>
                    <a:pt x="23003" y="40"/>
                  </a:lnTo>
                  <a:lnTo>
                    <a:pt x="2155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42">
              <a:extLst>
                <a:ext uri="{FF2B5EF4-FFF2-40B4-BE49-F238E27FC236}">
                  <a16:creationId xmlns:a16="http://schemas.microsoft.com/office/drawing/2014/main" id="{40EDE1F5-7D36-0A54-4347-6F210DF0D09E}"/>
                </a:ext>
              </a:extLst>
            </p:cNvPr>
            <p:cNvSpPr/>
            <p:nvPr/>
          </p:nvSpPr>
          <p:spPr>
            <a:xfrm>
              <a:off x="11186375" y="4148438"/>
              <a:ext cx="987700" cy="412650"/>
            </a:xfrm>
            <a:custGeom>
              <a:avLst/>
              <a:gdLst/>
              <a:ahLst/>
              <a:cxnLst/>
              <a:rect l="l" t="t" r="r" b="b"/>
              <a:pathLst>
                <a:path w="39508" h="16506" fill="none" extrusionOk="0">
                  <a:moveTo>
                    <a:pt x="20115" y="0"/>
                  </a:moveTo>
                  <a:lnTo>
                    <a:pt x="20115" y="0"/>
                  </a:lnTo>
                  <a:lnTo>
                    <a:pt x="18149" y="20"/>
                  </a:lnTo>
                  <a:lnTo>
                    <a:pt x="16224" y="81"/>
                  </a:lnTo>
                  <a:lnTo>
                    <a:pt x="15282" y="141"/>
                  </a:lnTo>
                  <a:lnTo>
                    <a:pt x="14359" y="201"/>
                  </a:lnTo>
                  <a:lnTo>
                    <a:pt x="13457" y="261"/>
                  </a:lnTo>
                  <a:lnTo>
                    <a:pt x="12554" y="341"/>
                  </a:lnTo>
                  <a:lnTo>
                    <a:pt x="11712" y="442"/>
                  </a:lnTo>
                  <a:lnTo>
                    <a:pt x="10870" y="542"/>
                  </a:lnTo>
                  <a:lnTo>
                    <a:pt x="10087" y="662"/>
                  </a:lnTo>
                  <a:lnTo>
                    <a:pt x="9325" y="803"/>
                  </a:lnTo>
                  <a:lnTo>
                    <a:pt x="8603" y="943"/>
                  </a:lnTo>
                  <a:lnTo>
                    <a:pt x="7922" y="1103"/>
                  </a:lnTo>
                  <a:lnTo>
                    <a:pt x="7300" y="1264"/>
                  </a:lnTo>
                  <a:lnTo>
                    <a:pt x="6738" y="1444"/>
                  </a:lnTo>
                  <a:lnTo>
                    <a:pt x="6738" y="1444"/>
                  </a:lnTo>
                  <a:lnTo>
                    <a:pt x="5816" y="1765"/>
                  </a:lnTo>
                  <a:lnTo>
                    <a:pt x="4994" y="2086"/>
                  </a:lnTo>
                  <a:lnTo>
                    <a:pt x="4232" y="2407"/>
                  </a:lnTo>
                  <a:lnTo>
                    <a:pt x="3550" y="2748"/>
                  </a:lnTo>
                  <a:lnTo>
                    <a:pt x="2928" y="3069"/>
                  </a:lnTo>
                  <a:lnTo>
                    <a:pt x="2367" y="3390"/>
                  </a:lnTo>
                  <a:lnTo>
                    <a:pt x="1885" y="3710"/>
                  </a:lnTo>
                  <a:lnTo>
                    <a:pt x="1464" y="4031"/>
                  </a:lnTo>
                  <a:lnTo>
                    <a:pt x="1103" y="4332"/>
                  </a:lnTo>
                  <a:lnTo>
                    <a:pt x="802" y="4633"/>
                  </a:lnTo>
                  <a:lnTo>
                    <a:pt x="542" y="4914"/>
                  </a:lnTo>
                  <a:lnTo>
                    <a:pt x="341" y="5174"/>
                  </a:lnTo>
                  <a:lnTo>
                    <a:pt x="181" y="5415"/>
                  </a:lnTo>
                  <a:lnTo>
                    <a:pt x="80" y="5656"/>
                  </a:lnTo>
                  <a:lnTo>
                    <a:pt x="20" y="5856"/>
                  </a:lnTo>
                  <a:lnTo>
                    <a:pt x="0" y="6057"/>
                  </a:lnTo>
                  <a:lnTo>
                    <a:pt x="0" y="6057"/>
                  </a:lnTo>
                  <a:lnTo>
                    <a:pt x="20" y="621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7969" y="16425"/>
                  </a:lnTo>
                  <a:lnTo>
                    <a:pt x="18992" y="16485"/>
                  </a:lnTo>
                  <a:lnTo>
                    <a:pt x="20035" y="16505"/>
                  </a:lnTo>
                  <a:lnTo>
                    <a:pt x="20035" y="16505"/>
                  </a:lnTo>
                  <a:lnTo>
                    <a:pt x="20897" y="16485"/>
                  </a:lnTo>
                  <a:lnTo>
                    <a:pt x="21739" y="16465"/>
                  </a:lnTo>
                  <a:lnTo>
                    <a:pt x="22602" y="16405"/>
                  </a:lnTo>
                  <a:lnTo>
                    <a:pt x="23444" y="16345"/>
                  </a:lnTo>
                  <a:lnTo>
                    <a:pt x="24286" y="16265"/>
                  </a:lnTo>
                  <a:lnTo>
                    <a:pt x="25108" y="16164"/>
                  </a:lnTo>
                  <a:lnTo>
                    <a:pt x="25931" y="16044"/>
                  </a:lnTo>
                  <a:lnTo>
                    <a:pt x="26733" y="15924"/>
                  </a:lnTo>
                  <a:lnTo>
                    <a:pt x="27515" y="15803"/>
                  </a:lnTo>
                  <a:lnTo>
                    <a:pt x="28297" y="15643"/>
                  </a:lnTo>
                  <a:lnTo>
                    <a:pt x="29801" y="15342"/>
                  </a:lnTo>
                  <a:lnTo>
                    <a:pt x="31245" y="15001"/>
                  </a:lnTo>
                  <a:lnTo>
                    <a:pt x="32589" y="14660"/>
                  </a:lnTo>
                  <a:lnTo>
                    <a:pt x="33832" y="14299"/>
                  </a:lnTo>
                  <a:lnTo>
                    <a:pt x="34975" y="13958"/>
                  </a:lnTo>
                  <a:lnTo>
                    <a:pt x="35998" y="13617"/>
                  </a:lnTo>
                  <a:lnTo>
                    <a:pt x="36900" y="13317"/>
                  </a:lnTo>
                  <a:lnTo>
                    <a:pt x="38224" y="12835"/>
                  </a:lnTo>
                  <a:lnTo>
                    <a:pt x="38906" y="1257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507" y="11391"/>
                  </a:lnTo>
                  <a:lnTo>
                    <a:pt x="38645" y="11632"/>
                  </a:lnTo>
                  <a:lnTo>
                    <a:pt x="37783" y="11873"/>
                  </a:lnTo>
                  <a:lnTo>
                    <a:pt x="36920" y="12073"/>
                  </a:lnTo>
                  <a:lnTo>
                    <a:pt x="36038" y="12274"/>
                  </a:lnTo>
                  <a:lnTo>
                    <a:pt x="35176" y="12474"/>
                  </a:lnTo>
                  <a:lnTo>
                    <a:pt x="34293" y="12635"/>
                  </a:lnTo>
                  <a:lnTo>
                    <a:pt x="33411" y="12795"/>
                  </a:lnTo>
                  <a:lnTo>
                    <a:pt x="32528" y="12936"/>
                  </a:lnTo>
                  <a:lnTo>
                    <a:pt x="31626" y="13056"/>
                  </a:lnTo>
                  <a:lnTo>
                    <a:pt x="30744" y="13156"/>
                  </a:lnTo>
                  <a:lnTo>
                    <a:pt x="29841" y="13256"/>
                  </a:lnTo>
                  <a:lnTo>
                    <a:pt x="28959" y="13317"/>
                  </a:lnTo>
                  <a:lnTo>
                    <a:pt x="28056" y="13377"/>
                  </a:lnTo>
                  <a:lnTo>
                    <a:pt x="27154" y="13417"/>
                  </a:lnTo>
                  <a:lnTo>
                    <a:pt x="26251" y="13437"/>
                  </a:lnTo>
                  <a:lnTo>
                    <a:pt x="25369" y="13457"/>
                  </a:lnTo>
                  <a:lnTo>
                    <a:pt x="25369" y="13457"/>
                  </a:lnTo>
                  <a:lnTo>
                    <a:pt x="24587" y="13437"/>
                  </a:lnTo>
                  <a:lnTo>
                    <a:pt x="23825" y="13437"/>
                  </a:lnTo>
                  <a:lnTo>
                    <a:pt x="23063" y="13397"/>
                  </a:lnTo>
                  <a:lnTo>
                    <a:pt x="22281" y="13357"/>
                  </a:lnTo>
                  <a:lnTo>
                    <a:pt x="21519" y="13297"/>
                  </a:lnTo>
                  <a:lnTo>
                    <a:pt x="20756" y="13236"/>
                  </a:lnTo>
                  <a:lnTo>
                    <a:pt x="19974" y="13156"/>
                  </a:lnTo>
                  <a:lnTo>
                    <a:pt x="19212" y="13056"/>
                  </a:lnTo>
                  <a:lnTo>
                    <a:pt x="19212" y="13056"/>
                  </a:lnTo>
                  <a:lnTo>
                    <a:pt x="18410" y="12956"/>
                  </a:lnTo>
                  <a:lnTo>
                    <a:pt x="17608" y="12835"/>
                  </a:lnTo>
                  <a:lnTo>
                    <a:pt x="16806" y="12695"/>
                  </a:lnTo>
                  <a:lnTo>
                    <a:pt x="16004" y="12554"/>
                  </a:lnTo>
                  <a:lnTo>
                    <a:pt x="15201" y="12374"/>
                  </a:lnTo>
                  <a:lnTo>
                    <a:pt x="14399" y="12214"/>
                  </a:lnTo>
                  <a:lnTo>
                    <a:pt x="13617" y="12013"/>
                  </a:lnTo>
                  <a:lnTo>
                    <a:pt x="12835" y="11792"/>
                  </a:lnTo>
                  <a:lnTo>
                    <a:pt x="12835" y="11792"/>
                  </a:lnTo>
                  <a:lnTo>
                    <a:pt x="12233" y="11612"/>
                  </a:lnTo>
                  <a:lnTo>
                    <a:pt x="11592" y="11391"/>
                  </a:lnTo>
                  <a:lnTo>
                    <a:pt x="11291" y="11271"/>
                  </a:lnTo>
                  <a:lnTo>
                    <a:pt x="10970" y="11131"/>
                  </a:lnTo>
                  <a:lnTo>
                    <a:pt x="10669" y="10970"/>
                  </a:lnTo>
                  <a:lnTo>
                    <a:pt x="10388" y="10810"/>
                  </a:lnTo>
                  <a:lnTo>
                    <a:pt x="10388" y="10810"/>
                  </a:lnTo>
                  <a:lnTo>
                    <a:pt x="9566" y="10629"/>
                  </a:lnTo>
                  <a:lnTo>
                    <a:pt x="8784" y="10429"/>
                  </a:lnTo>
                  <a:lnTo>
                    <a:pt x="8784" y="10429"/>
                  </a:lnTo>
                  <a:lnTo>
                    <a:pt x="7922" y="10188"/>
                  </a:lnTo>
                  <a:lnTo>
                    <a:pt x="7119" y="9907"/>
                  </a:lnTo>
                  <a:lnTo>
                    <a:pt x="6357" y="9627"/>
                  </a:lnTo>
                  <a:lnTo>
                    <a:pt x="5635" y="9346"/>
                  </a:lnTo>
                  <a:lnTo>
                    <a:pt x="4974" y="9045"/>
                  </a:lnTo>
                  <a:lnTo>
                    <a:pt x="4372" y="8724"/>
                  </a:lnTo>
                  <a:lnTo>
                    <a:pt x="3831" y="8423"/>
                  </a:lnTo>
                  <a:lnTo>
                    <a:pt x="3329" y="8122"/>
                  </a:lnTo>
                  <a:lnTo>
                    <a:pt x="2888" y="7802"/>
                  </a:lnTo>
                  <a:lnTo>
                    <a:pt x="2507" y="7501"/>
                  </a:lnTo>
                  <a:lnTo>
                    <a:pt x="2186" y="7220"/>
                  </a:lnTo>
                  <a:lnTo>
                    <a:pt x="1925" y="6939"/>
                  </a:lnTo>
                  <a:lnTo>
                    <a:pt x="1725" y="6679"/>
                  </a:lnTo>
                  <a:lnTo>
                    <a:pt x="1584" y="6438"/>
                  </a:lnTo>
                  <a:lnTo>
                    <a:pt x="1544" y="6318"/>
                  </a:lnTo>
                  <a:lnTo>
                    <a:pt x="1504" y="6197"/>
                  </a:lnTo>
                  <a:lnTo>
                    <a:pt x="1484" y="6097"/>
                  </a:lnTo>
                  <a:lnTo>
                    <a:pt x="1504" y="5997"/>
                  </a:lnTo>
                  <a:lnTo>
                    <a:pt x="1504" y="5997"/>
                  </a:lnTo>
                  <a:lnTo>
                    <a:pt x="1524" y="5856"/>
                  </a:lnTo>
                  <a:lnTo>
                    <a:pt x="1564" y="5736"/>
                  </a:lnTo>
                  <a:lnTo>
                    <a:pt x="1604" y="5596"/>
                  </a:lnTo>
                  <a:lnTo>
                    <a:pt x="1685" y="5455"/>
                  </a:lnTo>
                  <a:lnTo>
                    <a:pt x="1785" y="5315"/>
                  </a:lnTo>
                  <a:lnTo>
                    <a:pt x="1885" y="5174"/>
                  </a:lnTo>
                  <a:lnTo>
                    <a:pt x="2146" y="4874"/>
                  </a:lnTo>
                  <a:lnTo>
                    <a:pt x="2467" y="4593"/>
                  </a:lnTo>
                  <a:lnTo>
                    <a:pt x="2828" y="4312"/>
                  </a:lnTo>
                  <a:lnTo>
                    <a:pt x="3249" y="4011"/>
                  </a:lnTo>
                  <a:lnTo>
                    <a:pt x="3710" y="3730"/>
                  </a:lnTo>
                  <a:lnTo>
                    <a:pt x="4212" y="3470"/>
                  </a:lnTo>
                  <a:lnTo>
                    <a:pt x="4733" y="3209"/>
                  </a:lnTo>
                  <a:lnTo>
                    <a:pt x="5294" y="2948"/>
                  </a:lnTo>
                  <a:lnTo>
                    <a:pt x="5856" y="2728"/>
                  </a:lnTo>
                  <a:lnTo>
                    <a:pt x="6458" y="2507"/>
                  </a:lnTo>
                  <a:lnTo>
                    <a:pt x="7059" y="2307"/>
                  </a:lnTo>
                  <a:lnTo>
                    <a:pt x="7681" y="2126"/>
                  </a:lnTo>
                  <a:lnTo>
                    <a:pt x="8283" y="1966"/>
                  </a:lnTo>
                  <a:lnTo>
                    <a:pt x="8283" y="1966"/>
                  </a:lnTo>
                  <a:lnTo>
                    <a:pt x="8864" y="1845"/>
                  </a:lnTo>
                  <a:lnTo>
                    <a:pt x="9466" y="1725"/>
                  </a:lnTo>
                  <a:lnTo>
                    <a:pt x="10128" y="1605"/>
                  </a:lnTo>
                  <a:lnTo>
                    <a:pt x="10809" y="1504"/>
                  </a:lnTo>
                  <a:lnTo>
                    <a:pt x="12273" y="1324"/>
                  </a:lnTo>
                  <a:lnTo>
                    <a:pt x="13858" y="1164"/>
                  </a:lnTo>
                  <a:lnTo>
                    <a:pt x="15542" y="1063"/>
                  </a:lnTo>
                  <a:lnTo>
                    <a:pt x="17267" y="963"/>
                  </a:lnTo>
                  <a:lnTo>
                    <a:pt x="19032" y="923"/>
                  </a:lnTo>
                  <a:lnTo>
                    <a:pt x="20837" y="903"/>
                  </a:lnTo>
                  <a:lnTo>
                    <a:pt x="20837" y="903"/>
                  </a:lnTo>
                  <a:lnTo>
                    <a:pt x="21017" y="903"/>
                  </a:lnTo>
                  <a:lnTo>
                    <a:pt x="21017" y="903"/>
                  </a:lnTo>
                  <a:lnTo>
                    <a:pt x="22200" y="682"/>
                  </a:lnTo>
                  <a:lnTo>
                    <a:pt x="23404" y="482"/>
                  </a:lnTo>
                  <a:lnTo>
                    <a:pt x="24587" y="321"/>
                  </a:lnTo>
                  <a:lnTo>
                    <a:pt x="25790" y="181"/>
                  </a:lnTo>
                  <a:lnTo>
                    <a:pt x="25790" y="181"/>
                  </a:lnTo>
                  <a:lnTo>
                    <a:pt x="24406" y="101"/>
                  </a:lnTo>
                  <a:lnTo>
                    <a:pt x="23003" y="40"/>
                  </a:lnTo>
                  <a:lnTo>
                    <a:pt x="21559" y="0"/>
                  </a:lnTo>
                  <a:lnTo>
                    <a:pt x="2011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42">
              <a:extLst>
                <a:ext uri="{FF2B5EF4-FFF2-40B4-BE49-F238E27FC236}">
                  <a16:creationId xmlns:a16="http://schemas.microsoft.com/office/drawing/2014/main" id="{DBFE6320-8EBC-6A4D-ECC4-56193032E68D}"/>
                </a:ext>
              </a:extLst>
            </p:cNvPr>
            <p:cNvSpPr/>
            <p:nvPr/>
          </p:nvSpPr>
          <p:spPr>
            <a:xfrm>
              <a:off x="11223475" y="4170988"/>
              <a:ext cx="943075" cy="265250"/>
            </a:xfrm>
            <a:custGeom>
              <a:avLst/>
              <a:gdLst/>
              <a:ahLst/>
              <a:cxnLst/>
              <a:rect l="l" t="t" r="r" b="b"/>
              <a:pathLst>
                <a:path w="37723" h="10610" extrusionOk="0">
                  <a:moveTo>
                    <a:pt x="18771" y="1"/>
                  </a:moveTo>
                  <a:lnTo>
                    <a:pt x="17708" y="21"/>
                  </a:lnTo>
                  <a:lnTo>
                    <a:pt x="16665" y="41"/>
                  </a:lnTo>
                  <a:lnTo>
                    <a:pt x="15623" y="81"/>
                  </a:lnTo>
                  <a:lnTo>
                    <a:pt x="14600" y="121"/>
                  </a:lnTo>
                  <a:lnTo>
                    <a:pt x="13577" y="181"/>
                  </a:lnTo>
                  <a:lnTo>
                    <a:pt x="12594" y="262"/>
                  </a:lnTo>
                  <a:lnTo>
                    <a:pt x="11652" y="342"/>
                  </a:lnTo>
                  <a:lnTo>
                    <a:pt x="10729" y="422"/>
                  </a:lnTo>
                  <a:lnTo>
                    <a:pt x="9847" y="542"/>
                  </a:lnTo>
                  <a:lnTo>
                    <a:pt x="9005" y="643"/>
                  </a:lnTo>
                  <a:lnTo>
                    <a:pt x="8222" y="783"/>
                  </a:lnTo>
                  <a:lnTo>
                    <a:pt x="7480" y="903"/>
                  </a:lnTo>
                  <a:lnTo>
                    <a:pt x="6799" y="1064"/>
                  </a:lnTo>
                  <a:lnTo>
                    <a:pt x="6197" y="1224"/>
                  </a:lnTo>
                  <a:lnTo>
                    <a:pt x="5575" y="1405"/>
                  </a:lnTo>
                  <a:lnTo>
                    <a:pt x="4974" y="1605"/>
                  </a:lnTo>
                  <a:lnTo>
                    <a:pt x="4372" y="1826"/>
                  </a:lnTo>
                  <a:lnTo>
                    <a:pt x="3810" y="2046"/>
                  </a:lnTo>
                  <a:lnTo>
                    <a:pt x="3249" y="2307"/>
                  </a:lnTo>
                  <a:lnTo>
                    <a:pt x="2728" y="2568"/>
                  </a:lnTo>
                  <a:lnTo>
                    <a:pt x="2226" y="2828"/>
                  </a:lnTo>
                  <a:lnTo>
                    <a:pt x="1765" y="3109"/>
                  </a:lnTo>
                  <a:lnTo>
                    <a:pt x="1344" y="3410"/>
                  </a:lnTo>
                  <a:lnTo>
                    <a:pt x="983" y="3691"/>
                  </a:lnTo>
                  <a:lnTo>
                    <a:pt x="662" y="3972"/>
                  </a:lnTo>
                  <a:lnTo>
                    <a:pt x="401" y="4272"/>
                  </a:lnTo>
                  <a:lnTo>
                    <a:pt x="301" y="4413"/>
                  </a:lnTo>
                  <a:lnTo>
                    <a:pt x="201" y="4553"/>
                  </a:lnTo>
                  <a:lnTo>
                    <a:pt x="120" y="4694"/>
                  </a:lnTo>
                  <a:lnTo>
                    <a:pt x="80" y="4834"/>
                  </a:lnTo>
                  <a:lnTo>
                    <a:pt x="40" y="4954"/>
                  </a:lnTo>
                  <a:lnTo>
                    <a:pt x="20" y="5095"/>
                  </a:lnTo>
                  <a:lnTo>
                    <a:pt x="0" y="5195"/>
                  </a:lnTo>
                  <a:lnTo>
                    <a:pt x="20" y="5295"/>
                  </a:lnTo>
                  <a:lnTo>
                    <a:pt x="60" y="5416"/>
                  </a:lnTo>
                  <a:lnTo>
                    <a:pt x="100" y="5536"/>
                  </a:lnTo>
                  <a:lnTo>
                    <a:pt x="241" y="5777"/>
                  </a:lnTo>
                  <a:lnTo>
                    <a:pt x="441" y="6037"/>
                  </a:lnTo>
                  <a:lnTo>
                    <a:pt x="702" y="6318"/>
                  </a:lnTo>
                  <a:lnTo>
                    <a:pt x="1023" y="6599"/>
                  </a:lnTo>
                  <a:lnTo>
                    <a:pt x="1404" y="6900"/>
                  </a:lnTo>
                  <a:lnTo>
                    <a:pt x="1845" y="7220"/>
                  </a:lnTo>
                  <a:lnTo>
                    <a:pt x="2347" y="7521"/>
                  </a:lnTo>
                  <a:lnTo>
                    <a:pt x="2888" y="7822"/>
                  </a:lnTo>
                  <a:lnTo>
                    <a:pt x="3490" y="8143"/>
                  </a:lnTo>
                  <a:lnTo>
                    <a:pt x="4151" y="8444"/>
                  </a:lnTo>
                  <a:lnTo>
                    <a:pt x="4873" y="8725"/>
                  </a:lnTo>
                  <a:lnTo>
                    <a:pt x="5635" y="9005"/>
                  </a:lnTo>
                  <a:lnTo>
                    <a:pt x="6438" y="9286"/>
                  </a:lnTo>
                  <a:lnTo>
                    <a:pt x="7300" y="9527"/>
                  </a:lnTo>
                  <a:lnTo>
                    <a:pt x="7962" y="9707"/>
                  </a:lnTo>
                  <a:lnTo>
                    <a:pt x="8664" y="9868"/>
                  </a:lnTo>
                  <a:lnTo>
                    <a:pt x="9386" y="10008"/>
                  </a:lnTo>
                  <a:lnTo>
                    <a:pt x="10128" y="10148"/>
                  </a:lnTo>
                  <a:lnTo>
                    <a:pt x="10890" y="10269"/>
                  </a:lnTo>
                  <a:lnTo>
                    <a:pt x="11672" y="10369"/>
                  </a:lnTo>
                  <a:lnTo>
                    <a:pt x="12494" y="10469"/>
                  </a:lnTo>
                  <a:lnTo>
                    <a:pt x="13336" y="10529"/>
                  </a:lnTo>
                  <a:lnTo>
                    <a:pt x="14139" y="10590"/>
                  </a:lnTo>
                  <a:lnTo>
                    <a:pt x="14981" y="10610"/>
                  </a:lnTo>
                  <a:lnTo>
                    <a:pt x="16706" y="10610"/>
                  </a:lnTo>
                  <a:lnTo>
                    <a:pt x="17608" y="10590"/>
                  </a:lnTo>
                  <a:lnTo>
                    <a:pt x="18510" y="10549"/>
                  </a:lnTo>
                  <a:lnTo>
                    <a:pt x="19433" y="10489"/>
                  </a:lnTo>
                  <a:lnTo>
                    <a:pt x="20355" y="10409"/>
                  </a:lnTo>
                  <a:lnTo>
                    <a:pt x="21278" y="10329"/>
                  </a:lnTo>
                  <a:lnTo>
                    <a:pt x="22220" y="10229"/>
                  </a:lnTo>
                  <a:lnTo>
                    <a:pt x="24086" y="9988"/>
                  </a:lnTo>
                  <a:lnTo>
                    <a:pt x="25911" y="9727"/>
                  </a:lnTo>
                  <a:lnTo>
                    <a:pt x="27695" y="9426"/>
                  </a:lnTo>
                  <a:lnTo>
                    <a:pt x="29420" y="9086"/>
                  </a:lnTo>
                  <a:lnTo>
                    <a:pt x="31024" y="8725"/>
                  </a:lnTo>
                  <a:lnTo>
                    <a:pt x="32508" y="8364"/>
                  </a:lnTo>
                  <a:lnTo>
                    <a:pt x="33852" y="8003"/>
                  </a:lnTo>
                  <a:lnTo>
                    <a:pt x="34454" y="7802"/>
                  </a:lnTo>
                  <a:lnTo>
                    <a:pt x="35015" y="7622"/>
                  </a:lnTo>
                  <a:lnTo>
                    <a:pt x="35517" y="7441"/>
                  </a:lnTo>
                  <a:lnTo>
                    <a:pt x="35978" y="7261"/>
                  </a:lnTo>
                  <a:lnTo>
                    <a:pt x="36379" y="7080"/>
                  </a:lnTo>
                  <a:lnTo>
                    <a:pt x="36720" y="6900"/>
                  </a:lnTo>
                  <a:lnTo>
                    <a:pt x="37021" y="6739"/>
                  </a:lnTo>
                  <a:lnTo>
                    <a:pt x="37241" y="6579"/>
                  </a:lnTo>
                  <a:lnTo>
                    <a:pt x="37402" y="6418"/>
                  </a:lnTo>
                  <a:lnTo>
                    <a:pt x="37522" y="6238"/>
                  </a:lnTo>
                  <a:lnTo>
                    <a:pt x="37622" y="6057"/>
                  </a:lnTo>
                  <a:lnTo>
                    <a:pt x="37683" y="5877"/>
                  </a:lnTo>
                  <a:lnTo>
                    <a:pt x="37723" y="5696"/>
                  </a:lnTo>
                  <a:lnTo>
                    <a:pt x="37703" y="5496"/>
                  </a:lnTo>
                  <a:lnTo>
                    <a:pt x="37662" y="5295"/>
                  </a:lnTo>
                  <a:lnTo>
                    <a:pt x="37602" y="5095"/>
                  </a:lnTo>
                  <a:lnTo>
                    <a:pt x="37502" y="4894"/>
                  </a:lnTo>
                  <a:lnTo>
                    <a:pt x="37382" y="4694"/>
                  </a:lnTo>
                  <a:lnTo>
                    <a:pt x="37241" y="4473"/>
                  </a:lnTo>
                  <a:lnTo>
                    <a:pt x="37061" y="4272"/>
                  </a:lnTo>
                  <a:lnTo>
                    <a:pt x="36860" y="4072"/>
                  </a:lnTo>
                  <a:lnTo>
                    <a:pt x="36640" y="3851"/>
                  </a:lnTo>
                  <a:lnTo>
                    <a:pt x="36399" y="3651"/>
                  </a:lnTo>
                  <a:lnTo>
                    <a:pt x="36138" y="3430"/>
                  </a:lnTo>
                  <a:lnTo>
                    <a:pt x="35858" y="3230"/>
                  </a:lnTo>
                  <a:lnTo>
                    <a:pt x="35577" y="3029"/>
                  </a:lnTo>
                  <a:lnTo>
                    <a:pt x="34935" y="2628"/>
                  </a:lnTo>
                  <a:lnTo>
                    <a:pt x="34233" y="2267"/>
                  </a:lnTo>
                  <a:lnTo>
                    <a:pt x="33491" y="1906"/>
                  </a:lnTo>
                  <a:lnTo>
                    <a:pt x="32709" y="1585"/>
                  </a:lnTo>
                  <a:lnTo>
                    <a:pt x="31907" y="1304"/>
                  </a:lnTo>
                  <a:lnTo>
                    <a:pt x="31085" y="1064"/>
                  </a:lnTo>
                  <a:lnTo>
                    <a:pt x="30242" y="863"/>
                  </a:lnTo>
                  <a:lnTo>
                    <a:pt x="29400" y="703"/>
                  </a:lnTo>
                  <a:lnTo>
                    <a:pt x="28477" y="542"/>
                  </a:lnTo>
                  <a:lnTo>
                    <a:pt x="27495" y="422"/>
                  </a:lnTo>
                  <a:lnTo>
                    <a:pt x="26472" y="302"/>
                  </a:lnTo>
                  <a:lnTo>
                    <a:pt x="25389" y="221"/>
                  </a:lnTo>
                  <a:lnTo>
                    <a:pt x="24266" y="141"/>
                  </a:lnTo>
                  <a:lnTo>
                    <a:pt x="23103" y="81"/>
                  </a:lnTo>
                  <a:lnTo>
                    <a:pt x="21920" y="41"/>
                  </a:lnTo>
                  <a:lnTo>
                    <a:pt x="2087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42">
              <a:extLst>
                <a:ext uri="{FF2B5EF4-FFF2-40B4-BE49-F238E27FC236}">
                  <a16:creationId xmlns:a16="http://schemas.microsoft.com/office/drawing/2014/main" id="{65D085C4-FD0F-09F9-257C-5B1C4469E64F}"/>
                </a:ext>
              </a:extLst>
            </p:cNvPr>
            <p:cNvSpPr/>
            <p:nvPr/>
          </p:nvSpPr>
          <p:spPr>
            <a:xfrm>
              <a:off x="11223475" y="4170988"/>
              <a:ext cx="943075" cy="265250"/>
            </a:xfrm>
            <a:custGeom>
              <a:avLst/>
              <a:gdLst/>
              <a:ahLst/>
              <a:cxnLst/>
              <a:rect l="l" t="t" r="r" b="b"/>
              <a:pathLst>
                <a:path w="37723" h="10610" fill="none" extrusionOk="0">
                  <a:moveTo>
                    <a:pt x="37241" y="6579"/>
                  </a:moveTo>
                  <a:lnTo>
                    <a:pt x="37241" y="6579"/>
                  </a:lnTo>
                  <a:lnTo>
                    <a:pt x="37021" y="6739"/>
                  </a:lnTo>
                  <a:lnTo>
                    <a:pt x="36720" y="6900"/>
                  </a:lnTo>
                  <a:lnTo>
                    <a:pt x="36379" y="7080"/>
                  </a:lnTo>
                  <a:lnTo>
                    <a:pt x="35978" y="7261"/>
                  </a:lnTo>
                  <a:lnTo>
                    <a:pt x="35517" y="7441"/>
                  </a:lnTo>
                  <a:lnTo>
                    <a:pt x="35015" y="7622"/>
                  </a:lnTo>
                  <a:lnTo>
                    <a:pt x="34454" y="7802"/>
                  </a:lnTo>
                  <a:lnTo>
                    <a:pt x="33852" y="8003"/>
                  </a:lnTo>
                  <a:lnTo>
                    <a:pt x="32508" y="8364"/>
                  </a:lnTo>
                  <a:lnTo>
                    <a:pt x="31024" y="8725"/>
                  </a:lnTo>
                  <a:lnTo>
                    <a:pt x="29420" y="9086"/>
                  </a:lnTo>
                  <a:lnTo>
                    <a:pt x="27695" y="9426"/>
                  </a:lnTo>
                  <a:lnTo>
                    <a:pt x="25911" y="9727"/>
                  </a:lnTo>
                  <a:lnTo>
                    <a:pt x="24086" y="9988"/>
                  </a:lnTo>
                  <a:lnTo>
                    <a:pt x="22220" y="10229"/>
                  </a:lnTo>
                  <a:lnTo>
                    <a:pt x="21278" y="10329"/>
                  </a:lnTo>
                  <a:lnTo>
                    <a:pt x="20355" y="10409"/>
                  </a:lnTo>
                  <a:lnTo>
                    <a:pt x="19433" y="10489"/>
                  </a:lnTo>
                  <a:lnTo>
                    <a:pt x="18510" y="10549"/>
                  </a:lnTo>
                  <a:lnTo>
                    <a:pt x="17608" y="10590"/>
                  </a:lnTo>
                  <a:lnTo>
                    <a:pt x="16706" y="10610"/>
                  </a:lnTo>
                  <a:lnTo>
                    <a:pt x="15823" y="10610"/>
                  </a:lnTo>
                  <a:lnTo>
                    <a:pt x="14981" y="10610"/>
                  </a:lnTo>
                  <a:lnTo>
                    <a:pt x="14139" y="10590"/>
                  </a:lnTo>
                  <a:lnTo>
                    <a:pt x="13336" y="10529"/>
                  </a:lnTo>
                  <a:lnTo>
                    <a:pt x="13336" y="10529"/>
                  </a:lnTo>
                  <a:lnTo>
                    <a:pt x="12494" y="10469"/>
                  </a:lnTo>
                  <a:lnTo>
                    <a:pt x="11672" y="10369"/>
                  </a:lnTo>
                  <a:lnTo>
                    <a:pt x="10890" y="10269"/>
                  </a:lnTo>
                  <a:lnTo>
                    <a:pt x="10128" y="10148"/>
                  </a:lnTo>
                  <a:lnTo>
                    <a:pt x="9386" y="10008"/>
                  </a:lnTo>
                  <a:lnTo>
                    <a:pt x="8664" y="9868"/>
                  </a:lnTo>
                  <a:lnTo>
                    <a:pt x="7962" y="9707"/>
                  </a:lnTo>
                  <a:lnTo>
                    <a:pt x="7300" y="9527"/>
                  </a:lnTo>
                  <a:lnTo>
                    <a:pt x="7300" y="9527"/>
                  </a:lnTo>
                  <a:lnTo>
                    <a:pt x="6438" y="9286"/>
                  </a:lnTo>
                  <a:lnTo>
                    <a:pt x="5635" y="9005"/>
                  </a:lnTo>
                  <a:lnTo>
                    <a:pt x="4873" y="8725"/>
                  </a:lnTo>
                  <a:lnTo>
                    <a:pt x="4151" y="8444"/>
                  </a:lnTo>
                  <a:lnTo>
                    <a:pt x="3490" y="8143"/>
                  </a:lnTo>
                  <a:lnTo>
                    <a:pt x="2888" y="7822"/>
                  </a:lnTo>
                  <a:lnTo>
                    <a:pt x="2347" y="7521"/>
                  </a:lnTo>
                  <a:lnTo>
                    <a:pt x="1845" y="7220"/>
                  </a:lnTo>
                  <a:lnTo>
                    <a:pt x="1404" y="6900"/>
                  </a:lnTo>
                  <a:lnTo>
                    <a:pt x="1023" y="6599"/>
                  </a:lnTo>
                  <a:lnTo>
                    <a:pt x="702" y="6318"/>
                  </a:lnTo>
                  <a:lnTo>
                    <a:pt x="441" y="6037"/>
                  </a:lnTo>
                  <a:lnTo>
                    <a:pt x="241" y="5777"/>
                  </a:lnTo>
                  <a:lnTo>
                    <a:pt x="100" y="5536"/>
                  </a:lnTo>
                  <a:lnTo>
                    <a:pt x="60" y="5416"/>
                  </a:lnTo>
                  <a:lnTo>
                    <a:pt x="20" y="5295"/>
                  </a:lnTo>
                  <a:lnTo>
                    <a:pt x="0" y="5195"/>
                  </a:lnTo>
                  <a:lnTo>
                    <a:pt x="20" y="5095"/>
                  </a:lnTo>
                  <a:lnTo>
                    <a:pt x="20" y="5095"/>
                  </a:lnTo>
                  <a:lnTo>
                    <a:pt x="40" y="4954"/>
                  </a:lnTo>
                  <a:lnTo>
                    <a:pt x="80" y="4834"/>
                  </a:lnTo>
                  <a:lnTo>
                    <a:pt x="120" y="4694"/>
                  </a:lnTo>
                  <a:lnTo>
                    <a:pt x="201" y="4553"/>
                  </a:lnTo>
                  <a:lnTo>
                    <a:pt x="301" y="4413"/>
                  </a:lnTo>
                  <a:lnTo>
                    <a:pt x="401" y="4272"/>
                  </a:lnTo>
                  <a:lnTo>
                    <a:pt x="662" y="3972"/>
                  </a:lnTo>
                  <a:lnTo>
                    <a:pt x="983" y="3691"/>
                  </a:lnTo>
                  <a:lnTo>
                    <a:pt x="1344" y="3410"/>
                  </a:lnTo>
                  <a:lnTo>
                    <a:pt x="1765" y="3109"/>
                  </a:lnTo>
                  <a:lnTo>
                    <a:pt x="2226" y="2828"/>
                  </a:lnTo>
                  <a:lnTo>
                    <a:pt x="2728" y="2568"/>
                  </a:lnTo>
                  <a:lnTo>
                    <a:pt x="3249" y="2307"/>
                  </a:lnTo>
                  <a:lnTo>
                    <a:pt x="3810" y="2046"/>
                  </a:lnTo>
                  <a:lnTo>
                    <a:pt x="4372" y="1826"/>
                  </a:lnTo>
                  <a:lnTo>
                    <a:pt x="4974" y="1605"/>
                  </a:lnTo>
                  <a:lnTo>
                    <a:pt x="5575" y="1405"/>
                  </a:lnTo>
                  <a:lnTo>
                    <a:pt x="6197" y="1224"/>
                  </a:lnTo>
                  <a:lnTo>
                    <a:pt x="6799" y="1064"/>
                  </a:lnTo>
                  <a:lnTo>
                    <a:pt x="6799" y="1064"/>
                  </a:lnTo>
                  <a:lnTo>
                    <a:pt x="7480" y="903"/>
                  </a:lnTo>
                  <a:lnTo>
                    <a:pt x="8222" y="783"/>
                  </a:lnTo>
                  <a:lnTo>
                    <a:pt x="9005" y="643"/>
                  </a:lnTo>
                  <a:lnTo>
                    <a:pt x="9847" y="542"/>
                  </a:lnTo>
                  <a:lnTo>
                    <a:pt x="10729" y="422"/>
                  </a:lnTo>
                  <a:lnTo>
                    <a:pt x="11652" y="342"/>
                  </a:lnTo>
                  <a:lnTo>
                    <a:pt x="12594" y="262"/>
                  </a:lnTo>
                  <a:lnTo>
                    <a:pt x="13577" y="181"/>
                  </a:lnTo>
                  <a:lnTo>
                    <a:pt x="14600" y="121"/>
                  </a:lnTo>
                  <a:lnTo>
                    <a:pt x="15623" y="81"/>
                  </a:lnTo>
                  <a:lnTo>
                    <a:pt x="16665" y="41"/>
                  </a:lnTo>
                  <a:lnTo>
                    <a:pt x="17708" y="21"/>
                  </a:lnTo>
                  <a:lnTo>
                    <a:pt x="18771" y="1"/>
                  </a:lnTo>
                  <a:lnTo>
                    <a:pt x="19814" y="1"/>
                  </a:lnTo>
                  <a:lnTo>
                    <a:pt x="20877" y="1"/>
                  </a:lnTo>
                  <a:lnTo>
                    <a:pt x="21920" y="41"/>
                  </a:lnTo>
                  <a:lnTo>
                    <a:pt x="21920" y="41"/>
                  </a:lnTo>
                  <a:lnTo>
                    <a:pt x="21920" y="41"/>
                  </a:lnTo>
                  <a:lnTo>
                    <a:pt x="23103" y="81"/>
                  </a:lnTo>
                  <a:lnTo>
                    <a:pt x="24266" y="141"/>
                  </a:lnTo>
                  <a:lnTo>
                    <a:pt x="25389" y="221"/>
                  </a:lnTo>
                  <a:lnTo>
                    <a:pt x="26472" y="302"/>
                  </a:lnTo>
                  <a:lnTo>
                    <a:pt x="27495" y="422"/>
                  </a:lnTo>
                  <a:lnTo>
                    <a:pt x="28477" y="542"/>
                  </a:lnTo>
                  <a:lnTo>
                    <a:pt x="29400" y="703"/>
                  </a:lnTo>
                  <a:lnTo>
                    <a:pt x="30242" y="863"/>
                  </a:lnTo>
                  <a:lnTo>
                    <a:pt x="30242" y="863"/>
                  </a:lnTo>
                  <a:lnTo>
                    <a:pt x="31085" y="1064"/>
                  </a:lnTo>
                  <a:lnTo>
                    <a:pt x="31907" y="1304"/>
                  </a:lnTo>
                  <a:lnTo>
                    <a:pt x="32709" y="1585"/>
                  </a:lnTo>
                  <a:lnTo>
                    <a:pt x="33491" y="1906"/>
                  </a:lnTo>
                  <a:lnTo>
                    <a:pt x="34233" y="2267"/>
                  </a:lnTo>
                  <a:lnTo>
                    <a:pt x="34935" y="2628"/>
                  </a:lnTo>
                  <a:lnTo>
                    <a:pt x="35577" y="3029"/>
                  </a:lnTo>
                  <a:lnTo>
                    <a:pt x="35858" y="3230"/>
                  </a:lnTo>
                  <a:lnTo>
                    <a:pt x="36138" y="3430"/>
                  </a:lnTo>
                  <a:lnTo>
                    <a:pt x="36399" y="3651"/>
                  </a:lnTo>
                  <a:lnTo>
                    <a:pt x="36640" y="3851"/>
                  </a:lnTo>
                  <a:lnTo>
                    <a:pt x="36860" y="4072"/>
                  </a:lnTo>
                  <a:lnTo>
                    <a:pt x="37061" y="4272"/>
                  </a:lnTo>
                  <a:lnTo>
                    <a:pt x="37241" y="4473"/>
                  </a:lnTo>
                  <a:lnTo>
                    <a:pt x="37382" y="4694"/>
                  </a:lnTo>
                  <a:lnTo>
                    <a:pt x="37502" y="4894"/>
                  </a:lnTo>
                  <a:lnTo>
                    <a:pt x="37602" y="5095"/>
                  </a:lnTo>
                  <a:lnTo>
                    <a:pt x="37662" y="5295"/>
                  </a:lnTo>
                  <a:lnTo>
                    <a:pt x="37703" y="5496"/>
                  </a:lnTo>
                  <a:lnTo>
                    <a:pt x="37723" y="5696"/>
                  </a:lnTo>
                  <a:lnTo>
                    <a:pt x="37683" y="5877"/>
                  </a:lnTo>
                  <a:lnTo>
                    <a:pt x="37622" y="6057"/>
                  </a:lnTo>
                  <a:lnTo>
                    <a:pt x="37522" y="6238"/>
                  </a:lnTo>
                  <a:lnTo>
                    <a:pt x="37402" y="6418"/>
                  </a:lnTo>
                  <a:lnTo>
                    <a:pt x="37241" y="657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42">
              <a:extLst>
                <a:ext uri="{FF2B5EF4-FFF2-40B4-BE49-F238E27FC236}">
                  <a16:creationId xmlns:a16="http://schemas.microsoft.com/office/drawing/2014/main" id="{463DC99F-0ADA-7725-3103-FC8F31FE2937}"/>
                </a:ext>
              </a:extLst>
            </p:cNvPr>
            <p:cNvSpPr/>
            <p:nvPr/>
          </p:nvSpPr>
          <p:spPr>
            <a:xfrm>
              <a:off x="11405950" y="4171988"/>
              <a:ext cx="759600" cy="264250"/>
            </a:xfrm>
            <a:custGeom>
              <a:avLst/>
              <a:gdLst/>
              <a:ahLst/>
              <a:cxnLst/>
              <a:rect l="l" t="t" r="r" b="b"/>
              <a:pathLst>
                <a:path w="30384" h="10570" extrusionOk="0">
                  <a:moveTo>
                    <a:pt x="14621" y="1"/>
                  </a:moveTo>
                  <a:lnTo>
                    <a:pt x="15423" y="121"/>
                  </a:lnTo>
                  <a:lnTo>
                    <a:pt x="16225" y="282"/>
                  </a:lnTo>
                  <a:lnTo>
                    <a:pt x="17067" y="442"/>
                  </a:lnTo>
                  <a:lnTo>
                    <a:pt x="17569" y="242"/>
                  </a:lnTo>
                  <a:lnTo>
                    <a:pt x="17789" y="161"/>
                  </a:lnTo>
                  <a:lnTo>
                    <a:pt x="16245" y="61"/>
                  </a:lnTo>
                  <a:lnTo>
                    <a:pt x="14621" y="1"/>
                  </a:lnTo>
                  <a:close/>
                  <a:moveTo>
                    <a:pt x="20396" y="402"/>
                  </a:moveTo>
                  <a:lnTo>
                    <a:pt x="19033" y="923"/>
                  </a:lnTo>
                  <a:lnTo>
                    <a:pt x="19434" y="1044"/>
                  </a:lnTo>
                  <a:lnTo>
                    <a:pt x="19795" y="1184"/>
                  </a:lnTo>
                  <a:lnTo>
                    <a:pt x="20176" y="1345"/>
                  </a:lnTo>
                  <a:lnTo>
                    <a:pt x="20517" y="1545"/>
                  </a:lnTo>
                  <a:lnTo>
                    <a:pt x="20858" y="1746"/>
                  </a:lnTo>
                  <a:lnTo>
                    <a:pt x="21178" y="1966"/>
                  </a:lnTo>
                  <a:lnTo>
                    <a:pt x="21479" y="2227"/>
                  </a:lnTo>
                  <a:lnTo>
                    <a:pt x="21740" y="2508"/>
                  </a:lnTo>
                  <a:lnTo>
                    <a:pt x="21900" y="2668"/>
                  </a:lnTo>
                  <a:lnTo>
                    <a:pt x="22021" y="2849"/>
                  </a:lnTo>
                  <a:lnTo>
                    <a:pt x="22141" y="3049"/>
                  </a:lnTo>
                  <a:lnTo>
                    <a:pt x="22241" y="3230"/>
                  </a:lnTo>
                  <a:lnTo>
                    <a:pt x="22342" y="3430"/>
                  </a:lnTo>
                  <a:lnTo>
                    <a:pt x="22402" y="3631"/>
                  </a:lnTo>
                  <a:lnTo>
                    <a:pt x="22462" y="3851"/>
                  </a:lnTo>
                  <a:lnTo>
                    <a:pt x="22522" y="4052"/>
                  </a:lnTo>
                  <a:lnTo>
                    <a:pt x="22542" y="4273"/>
                  </a:lnTo>
                  <a:lnTo>
                    <a:pt x="22562" y="4473"/>
                  </a:lnTo>
                  <a:lnTo>
                    <a:pt x="22542" y="4694"/>
                  </a:lnTo>
                  <a:lnTo>
                    <a:pt x="22522" y="4914"/>
                  </a:lnTo>
                  <a:lnTo>
                    <a:pt x="22462" y="5115"/>
                  </a:lnTo>
                  <a:lnTo>
                    <a:pt x="22402" y="5335"/>
                  </a:lnTo>
                  <a:lnTo>
                    <a:pt x="22302" y="5536"/>
                  </a:lnTo>
                  <a:lnTo>
                    <a:pt x="22201" y="5737"/>
                  </a:lnTo>
                  <a:lnTo>
                    <a:pt x="22201" y="5737"/>
                  </a:lnTo>
                  <a:lnTo>
                    <a:pt x="22342" y="5716"/>
                  </a:lnTo>
                  <a:lnTo>
                    <a:pt x="24608" y="5576"/>
                  </a:lnTo>
                  <a:lnTo>
                    <a:pt x="26734" y="5436"/>
                  </a:lnTo>
                  <a:lnTo>
                    <a:pt x="28679" y="5335"/>
                  </a:lnTo>
                  <a:lnTo>
                    <a:pt x="30384" y="5275"/>
                  </a:lnTo>
                  <a:lnTo>
                    <a:pt x="30323" y="5115"/>
                  </a:lnTo>
                  <a:lnTo>
                    <a:pt x="30263" y="4954"/>
                  </a:lnTo>
                  <a:lnTo>
                    <a:pt x="30183" y="4794"/>
                  </a:lnTo>
                  <a:lnTo>
                    <a:pt x="30083" y="4634"/>
                  </a:lnTo>
                  <a:lnTo>
                    <a:pt x="29822" y="4313"/>
                  </a:lnTo>
                  <a:lnTo>
                    <a:pt x="29521" y="3972"/>
                  </a:lnTo>
                  <a:lnTo>
                    <a:pt x="29160" y="3651"/>
                  </a:lnTo>
                  <a:lnTo>
                    <a:pt x="28759" y="3330"/>
                  </a:lnTo>
                  <a:lnTo>
                    <a:pt x="28298" y="3009"/>
                  </a:lnTo>
                  <a:lnTo>
                    <a:pt x="27796" y="2688"/>
                  </a:lnTo>
                  <a:lnTo>
                    <a:pt x="27275" y="2407"/>
                  </a:lnTo>
                  <a:lnTo>
                    <a:pt x="26714" y="2107"/>
                  </a:lnTo>
                  <a:lnTo>
                    <a:pt x="26112" y="1846"/>
                  </a:lnTo>
                  <a:lnTo>
                    <a:pt x="25510" y="1585"/>
                  </a:lnTo>
                  <a:lnTo>
                    <a:pt x="24889" y="1365"/>
                  </a:lnTo>
                  <a:lnTo>
                    <a:pt x="24247" y="1164"/>
                  </a:lnTo>
                  <a:lnTo>
                    <a:pt x="23605" y="964"/>
                  </a:lnTo>
                  <a:lnTo>
                    <a:pt x="22943" y="823"/>
                  </a:lnTo>
                  <a:lnTo>
                    <a:pt x="22362" y="703"/>
                  </a:lnTo>
                  <a:lnTo>
                    <a:pt x="21740" y="603"/>
                  </a:lnTo>
                  <a:lnTo>
                    <a:pt x="21078" y="502"/>
                  </a:lnTo>
                  <a:lnTo>
                    <a:pt x="20396" y="402"/>
                  </a:lnTo>
                  <a:close/>
                  <a:moveTo>
                    <a:pt x="29962" y="6499"/>
                  </a:moveTo>
                  <a:lnTo>
                    <a:pt x="26373" y="6679"/>
                  </a:lnTo>
                  <a:lnTo>
                    <a:pt x="22502" y="6880"/>
                  </a:lnTo>
                  <a:lnTo>
                    <a:pt x="22302" y="6880"/>
                  </a:lnTo>
                  <a:lnTo>
                    <a:pt x="21860" y="6920"/>
                  </a:lnTo>
                  <a:lnTo>
                    <a:pt x="20878" y="6960"/>
                  </a:lnTo>
                  <a:lnTo>
                    <a:pt x="20838" y="6960"/>
                  </a:lnTo>
                  <a:lnTo>
                    <a:pt x="20497" y="7160"/>
                  </a:lnTo>
                  <a:lnTo>
                    <a:pt x="20136" y="7321"/>
                  </a:lnTo>
                  <a:lnTo>
                    <a:pt x="19775" y="7481"/>
                  </a:lnTo>
                  <a:lnTo>
                    <a:pt x="19434" y="7622"/>
                  </a:lnTo>
                  <a:lnTo>
                    <a:pt x="18692" y="7882"/>
                  </a:lnTo>
                  <a:lnTo>
                    <a:pt x="17950" y="8123"/>
                  </a:lnTo>
                  <a:lnTo>
                    <a:pt x="17188" y="8324"/>
                  </a:lnTo>
                  <a:lnTo>
                    <a:pt x="16426" y="8504"/>
                  </a:lnTo>
                  <a:lnTo>
                    <a:pt x="15664" y="8644"/>
                  </a:lnTo>
                  <a:lnTo>
                    <a:pt x="14901" y="8785"/>
                  </a:lnTo>
                  <a:lnTo>
                    <a:pt x="13357" y="9025"/>
                  </a:lnTo>
                  <a:lnTo>
                    <a:pt x="12375" y="9166"/>
                  </a:lnTo>
                  <a:lnTo>
                    <a:pt x="11392" y="9286"/>
                  </a:lnTo>
                  <a:lnTo>
                    <a:pt x="10409" y="9366"/>
                  </a:lnTo>
                  <a:lnTo>
                    <a:pt x="9427" y="9447"/>
                  </a:lnTo>
                  <a:lnTo>
                    <a:pt x="8444" y="9507"/>
                  </a:lnTo>
                  <a:lnTo>
                    <a:pt x="7461" y="9567"/>
                  </a:lnTo>
                  <a:lnTo>
                    <a:pt x="6479" y="9587"/>
                  </a:lnTo>
                  <a:lnTo>
                    <a:pt x="4172" y="9587"/>
                  </a:lnTo>
                  <a:lnTo>
                    <a:pt x="2869" y="9527"/>
                  </a:lnTo>
                  <a:lnTo>
                    <a:pt x="1545" y="9467"/>
                  </a:lnTo>
                  <a:lnTo>
                    <a:pt x="242" y="9346"/>
                  </a:lnTo>
                  <a:lnTo>
                    <a:pt x="222" y="9346"/>
                  </a:lnTo>
                  <a:lnTo>
                    <a:pt x="141" y="9366"/>
                  </a:lnTo>
                  <a:lnTo>
                    <a:pt x="81" y="9386"/>
                  </a:lnTo>
                  <a:lnTo>
                    <a:pt x="41" y="9427"/>
                  </a:lnTo>
                  <a:lnTo>
                    <a:pt x="1" y="9487"/>
                  </a:lnTo>
                  <a:lnTo>
                    <a:pt x="663" y="9667"/>
                  </a:lnTo>
                  <a:lnTo>
                    <a:pt x="1365" y="9828"/>
                  </a:lnTo>
                  <a:lnTo>
                    <a:pt x="2087" y="9968"/>
                  </a:lnTo>
                  <a:lnTo>
                    <a:pt x="2829" y="10108"/>
                  </a:lnTo>
                  <a:lnTo>
                    <a:pt x="3591" y="10229"/>
                  </a:lnTo>
                  <a:lnTo>
                    <a:pt x="4373" y="10329"/>
                  </a:lnTo>
                  <a:lnTo>
                    <a:pt x="5195" y="10429"/>
                  </a:lnTo>
                  <a:lnTo>
                    <a:pt x="6037" y="10489"/>
                  </a:lnTo>
                  <a:lnTo>
                    <a:pt x="7261" y="10550"/>
                  </a:lnTo>
                  <a:lnTo>
                    <a:pt x="8524" y="10570"/>
                  </a:lnTo>
                  <a:lnTo>
                    <a:pt x="9326" y="10570"/>
                  </a:lnTo>
                  <a:lnTo>
                    <a:pt x="10128" y="10550"/>
                  </a:lnTo>
                  <a:lnTo>
                    <a:pt x="10951" y="10509"/>
                  </a:lnTo>
                  <a:lnTo>
                    <a:pt x="11773" y="10469"/>
                  </a:lnTo>
                  <a:lnTo>
                    <a:pt x="13458" y="10329"/>
                  </a:lnTo>
                  <a:lnTo>
                    <a:pt x="15142" y="10169"/>
                  </a:lnTo>
                  <a:lnTo>
                    <a:pt x="16847" y="9948"/>
                  </a:lnTo>
                  <a:lnTo>
                    <a:pt x="18511" y="9707"/>
                  </a:lnTo>
                  <a:lnTo>
                    <a:pt x="20136" y="9427"/>
                  </a:lnTo>
                  <a:lnTo>
                    <a:pt x="21700" y="9126"/>
                  </a:lnTo>
                  <a:lnTo>
                    <a:pt x="23184" y="8825"/>
                  </a:lnTo>
                  <a:lnTo>
                    <a:pt x="24568" y="8484"/>
                  </a:lnTo>
                  <a:lnTo>
                    <a:pt x="25851" y="8163"/>
                  </a:lnTo>
                  <a:lnTo>
                    <a:pt x="26994" y="7822"/>
                  </a:lnTo>
                  <a:lnTo>
                    <a:pt x="27997" y="7481"/>
                  </a:lnTo>
                  <a:lnTo>
                    <a:pt x="28438" y="7321"/>
                  </a:lnTo>
                  <a:lnTo>
                    <a:pt x="28839" y="7140"/>
                  </a:lnTo>
                  <a:lnTo>
                    <a:pt x="29180" y="7000"/>
                  </a:lnTo>
                  <a:lnTo>
                    <a:pt x="29481" y="6840"/>
                  </a:lnTo>
                  <a:lnTo>
                    <a:pt x="29742" y="6679"/>
                  </a:lnTo>
                  <a:lnTo>
                    <a:pt x="29942" y="6539"/>
                  </a:lnTo>
                  <a:lnTo>
                    <a:pt x="29962" y="6499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42">
              <a:extLst>
                <a:ext uri="{FF2B5EF4-FFF2-40B4-BE49-F238E27FC236}">
                  <a16:creationId xmlns:a16="http://schemas.microsoft.com/office/drawing/2014/main" id="{FA813053-5475-F1DC-BDEB-CA0C6F3FEE4A}"/>
                </a:ext>
              </a:extLst>
            </p:cNvPr>
            <p:cNvSpPr/>
            <p:nvPr/>
          </p:nvSpPr>
          <p:spPr>
            <a:xfrm>
              <a:off x="11405950" y="4334438"/>
              <a:ext cx="749075" cy="101800"/>
            </a:xfrm>
            <a:custGeom>
              <a:avLst/>
              <a:gdLst/>
              <a:ahLst/>
              <a:cxnLst/>
              <a:rect l="l" t="t" r="r" b="b"/>
              <a:pathLst>
                <a:path w="29963" h="4072" fill="none" extrusionOk="0">
                  <a:moveTo>
                    <a:pt x="29962" y="1"/>
                  </a:moveTo>
                  <a:lnTo>
                    <a:pt x="29962" y="1"/>
                  </a:lnTo>
                  <a:lnTo>
                    <a:pt x="26373" y="181"/>
                  </a:lnTo>
                  <a:lnTo>
                    <a:pt x="26373" y="181"/>
                  </a:lnTo>
                  <a:lnTo>
                    <a:pt x="22502" y="382"/>
                  </a:lnTo>
                  <a:lnTo>
                    <a:pt x="22502" y="382"/>
                  </a:lnTo>
                  <a:lnTo>
                    <a:pt x="22342" y="382"/>
                  </a:lnTo>
                  <a:lnTo>
                    <a:pt x="22342" y="382"/>
                  </a:lnTo>
                  <a:lnTo>
                    <a:pt x="22302" y="382"/>
                  </a:lnTo>
                  <a:lnTo>
                    <a:pt x="22302" y="382"/>
                  </a:lnTo>
                  <a:lnTo>
                    <a:pt x="21860" y="422"/>
                  </a:lnTo>
                  <a:lnTo>
                    <a:pt x="21860" y="422"/>
                  </a:lnTo>
                  <a:lnTo>
                    <a:pt x="20878" y="462"/>
                  </a:lnTo>
                  <a:lnTo>
                    <a:pt x="20878" y="462"/>
                  </a:lnTo>
                  <a:lnTo>
                    <a:pt x="20838" y="462"/>
                  </a:lnTo>
                  <a:lnTo>
                    <a:pt x="20838" y="462"/>
                  </a:lnTo>
                  <a:lnTo>
                    <a:pt x="20497" y="662"/>
                  </a:lnTo>
                  <a:lnTo>
                    <a:pt x="20136" y="823"/>
                  </a:lnTo>
                  <a:lnTo>
                    <a:pt x="19775" y="983"/>
                  </a:lnTo>
                  <a:lnTo>
                    <a:pt x="19434" y="1124"/>
                  </a:lnTo>
                  <a:lnTo>
                    <a:pt x="19434" y="1124"/>
                  </a:lnTo>
                  <a:lnTo>
                    <a:pt x="18692" y="1384"/>
                  </a:lnTo>
                  <a:lnTo>
                    <a:pt x="17950" y="1625"/>
                  </a:lnTo>
                  <a:lnTo>
                    <a:pt x="17188" y="1826"/>
                  </a:lnTo>
                  <a:lnTo>
                    <a:pt x="16426" y="2006"/>
                  </a:lnTo>
                  <a:lnTo>
                    <a:pt x="15664" y="2146"/>
                  </a:lnTo>
                  <a:lnTo>
                    <a:pt x="14901" y="2287"/>
                  </a:lnTo>
                  <a:lnTo>
                    <a:pt x="13357" y="2527"/>
                  </a:lnTo>
                  <a:lnTo>
                    <a:pt x="13357" y="2527"/>
                  </a:lnTo>
                  <a:lnTo>
                    <a:pt x="12375" y="2668"/>
                  </a:lnTo>
                  <a:lnTo>
                    <a:pt x="11392" y="2788"/>
                  </a:lnTo>
                  <a:lnTo>
                    <a:pt x="10409" y="2868"/>
                  </a:lnTo>
                  <a:lnTo>
                    <a:pt x="9427" y="2949"/>
                  </a:lnTo>
                  <a:lnTo>
                    <a:pt x="8444" y="3009"/>
                  </a:lnTo>
                  <a:lnTo>
                    <a:pt x="7461" y="3069"/>
                  </a:lnTo>
                  <a:lnTo>
                    <a:pt x="6479" y="3089"/>
                  </a:lnTo>
                  <a:lnTo>
                    <a:pt x="5496" y="3089"/>
                  </a:lnTo>
                  <a:lnTo>
                    <a:pt x="5496" y="3089"/>
                  </a:lnTo>
                  <a:lnTo>
                    <a:pt x="4172" y="3089"/>
                  </a:lnTo>
                  <a:lnTo>
                    <a:pt x="2869" y="3029"/>
                  </a:lnTo>
                  <a:lnTo>
                    <a:pt x="1545" y="2969"/>
                  </a:lnTo>
                  <a:lnTo>
                    <a:pt x="242" y="2848"/>
                  </a:lnTo>
                  <a:lnTo>
                    <a:pt x="242" y="2848"/>
                  </a:lnTo>
                  <a:lnTo>
                    <a:pt x="222" y="2848"/>
                  </a:lnTo>
                  <a:lnTo>
                    <a:pt x="222" y="2848"/>
                  </a:lnTo>
                  <a:lnTo>
                    <a:pt x="141" y="2868"/>
                  </a:lnTo>
                  <a:lnTo>
                    <a:pt x="81" y="2888"/>
                  </a:lnTo>
                  <a:lnTo>
                    <a:pt x="41" y="2929"/>
                  </a:lnTo>
                  <a:lnTo>
                    <a:pt x="1" y="2989"/>
                  </a:lnTo>
                  <a:lnTo>
                    <a:pt x="1" y="2989"/>
                  </a:lnTo>
                  <a:lnTo>
                    <a:pt x="663" y="3169"/>
                  </a:lnTo>
                  <a:lnTo>
                    <a:pt x="1365" y="3330"/>
                  </a:lnTo>
                  <a:lnTo>
                    <a:pt x="2087" y="3470"/>
                  </a:lnTo>
                  <a:lnTo>
                    <a:pt x="2829" y="3610"/>
                  </a:lnTo>
                  <a:lnTo>
                    <a:pt x="3591" y="3731"/>
                  </a:lnTo>
                  <a:lnTo>
                    <a:pt x="4373" y="3831"/>
                  </a:lnTo>
                  <a:lnTo>
                    <a:pt x="5195" y="3931"/>
                  </a:lnTo>
                  <a:lnTo>
                    <a:pt x="6037" y="3991"/>
                  </a:lnTo>
                  <a:lnTo>
                    <a:pt x="6037" y="3991"/>
                  </a:lnTo>
                  <a:lnTo>
                    <a:pt x="7261" y="4052"/>
                  </a:lnTo>
                  <a:lnTo>
                    <a:pt x="8524" y="4072"/>
                  </a:lnTo>
                  <a:lnTo>
                    <a:pt x="8524" y="4072"/>
                  </a:lnTo>
                  <a:lnTo>
                    <a:pt x="9326" y="4072"/>
                  </a:lnTo>
                  <a:lnTo>
                    <a:pt x="10128" y="4052"/>
                  </a:lnTo>
                  <a:lnTo>
                    <a:pt x="10951" y="4011"/>
                  </a:lnTo>
                  <a:lnTo>
                    <a:pt x="11773" y="3971"/>
                  </a:lnTo>
                  <a:lnTo>
                    <a:pt x="13458" y="3831"/>
                  </a:lnTo>
                  <a:lnTo>
                    <a:pt x="15142" y="3671"/>
                  </a:lnTo>
                  <a:lnTo>
                    <a:pt x="16847" y="3450"/>
                  </a:lnTo>
                  <a:lnTo>
                    <a:pt x="18511" y="3209"/>
                  </a:lnTo>
                  <a:lnTo>
                    <a:pt x="20136" y="2929"/>
                  </a:lnTo>
                  <a:lnTo>
                    <a:pt x="21700" y="2628"/>
                  </a:lnTo>
                  <a:lnTo>
                    <a:pt x="23184" y="2327"/>
                  </a:lnTo>
                  <a:lnTo>
                    <a:pt x="24568" y="1986"/>
                  </a:lnTo>
                  <a:lnTo>
                    <a:pt x="25851" y="1665"/>
                  </a:lnTo>
                  <a:lnTo>
                    <a:pt x="26994" y="1324"/>
                  </a:lnTo>
                  <a:lnTo>
                    <a:pt x="27997" y="983"/>
                  </a:lnTo>
                  <a:lnTo>
                    <a:pt x="28438" y="823"/>
                  </a:lnTo>
                  <a:lnTo>
                    <a:pt x="28839" y="642"/>
                  </a:lnTo>
                  <a:lnTo>
                    <a:pt x="29180" y="502"/>
                  </a:lnTo>
                  <a:lnTo>
                    <a:pt x="29481" y="342"/>
                  </a:lnTo>
                  <a:lnTo>
                    <a:pt x="29742" y="181"/>
                  </a:lnTo>
                  <a:lnTo>
                    <a:pt x="29942" y="41"/>
                  </a:lnTo>
                  <a:lnTo>
                    <a:pt x="29942" y="41"/>
                  </a:lnTo>
                  <a:lnTo>
                    <a:pt x="299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42">
              <a:extLst>
                <a:ext uri="{FF2B5EF4-FFF2-40B4-BE49-F238E27FC236}">
                  <a16:creationId xmlns:a16="http://schemas.microsoft.com/office/drawing/2014/main" id="{6C2CC93E-8C50-DAE3-1A5A-39936787798E}"/>
                </a:ext>
              </a:extLst>
            </p:cNvPr>
            <p:cNvSpPr/>
            <p:nvPr/>
          </p:nvSpPr>
          <p:spPr>
            <a:xfrm>
              <a:off x="11881750" y="4182013"/>
              <a:ext cx="283800" cy="133400"/>
            </a:xfrm>
            <a:custGeom>
              <a:avLst/>
              <a:gdLst/>
              <a:ahLst/>
              <a:cxnLst/>
              <a:rect l="l" t="t" r="r" b="b"/>
              <a:pathLst>
                <a:path w="11352" h="5336" fill="none" extrusionOk="0">
                  <a:moveTo>
                    <a:pt x="1364" y="1"/>
                  </a:moveTo>
                  <a:lnTo>
                    <a:pt x="1364" y="1"/>
                  </a:lnTo>
                  <a:lnTo>
                    <a:pt x="1" y="522"/>
                  </a:lnTo>
                  <a:lnTo>
                    <a:pt x="1" y="522"/>
                  </a:lnTo>
                  <a:lnTo>
                    <a:pt x="402" y="643"/>
                  </a:lnTo>
                  <a:lnTo>
                    <a:pt x="763" y="783"/>
                  </a:lnTo>
                  <a:lnTo>
                    <a:pt x="1144" y="944"/>
                  </a:lnTo>
                  <a:lnTo>
                    <a:pt x="1485" y="1144"/>
                  </a:lnTo>
                  <a:lnTo>
                    <a:pt x="1826" y="1345"/>
                  </a:lnTo>
                  <a:lnTo>
                    <a:pt x="2146" y="1565"/>
                  </a:lnTo>
                  <a:lnTo>
                    <a:pt x="2447" y="1826"/>
                  </a:lnTo>
                  <a:lnTo>
                    <a:pt x="2708" y="2107"/>
                  </a:lnTo>
                  <a:lnTo>
                    <a:pt x="2708" y="2107"/>
                  </a:lnTo>
                  <a:lnTo>
                    <a:pt x="2868" y="2267"/>
                  </a:lnTo>
                  <a:lnTo>
                    <a:pt x="2989" y="2448"/>
                  </a:lnTo>
                  <a:lnTo>
                    <a:pt x="3109" y="2648"/>
                  </a:lnTo>
                  <a:lnTo>
                    <a:pt x="3209" y="2829"/>
                  </a:lnTo>
                  <a:lnTo>
                    <a:pt x="3310" y="3029"/>
                  </a:lnTo>
                  <a:lnTo>
                    <a:pt x="3370" y="3230"/>
                  </a:lnTo>
                  <a:lnTo>
                    <a:pt x="3430" y="3450"/>
                  </a:lnTo>
                  <a:lnTo>
                    <a:pt x="3490" y="3651"/>
                  </a:lnTo>
                  <a:lnTo>
                    <a:pt x="3510" y="3872"/>
                  </a:lnTo>
                  <a:lnTo>
                    <a:pt x="3530" y="4072"/>
                  </a:lnTo>
                  <a:lnTo>
                    <a:pt x="3510" y="4293"/>
                  </a:lnTo>
                  <a:lnTo>
                    <a:pt x="3490" y="4513"/>
                  </a:lnTo>
                  <a:lnTo>
                    <a:pt x="3430" y="4714"/>
                  </a:lnTo>
                  <a:lnTo>
                    <a:pt x="3370" y="4934"/>
                  </a:lnTo>
                  <a:lnTo>
                    <a:pt x="3270" y="5135"/>
                  </a:lnTo>
                  <a:lnTo>
                    <a:pt x="3169" y="5336"/>
                  </a:lnTo>
                  <a:lnTo>
                    <a:pt x="3169" y="5336"/>
                  </a:lnTo>
                  <a:lnTo>
                    <a:pt x="3310" y="5315"/>
                  </a:lnTo>
                  <a:lnTo>
                    <a:pt x="3310" y="5315"/>
                  </a:lnTo>
                  <a:lnTo>
                    <a:pt x="5576" y="5175"/>
                  </a:lnTo>
                  <a:lnTo>
                    <a:pt x="7702" y="5035"/>
                  </a:lnTo>
                  <a:lnTo>
                    <a:pt x="9647" y="4934"/>
                  </a:lnTo>
                  <a:lnTo>
                    <a:pt x="11352" y="4874"/>
                  </a:lnTo>
                  <a:lnTo>
                    <a:pt x="11352" y="4874"/>
                  </a:lnTo>
                  <a:lnTo>
                    <a:pt x="11291" y="4714"/>
                  </a:lnTo>
                  <a:lnTo>
                    <a:pt x="11231" y="4553"/>
                  </a:lnTo>
                  <a:lnTo>
                    <a:pt x="11151" y="4393"/>
                  </a:lnTo>
                  <a:lnTo>
                    <a:pt x="11051" y="4233"/>
                  </a:lnTo>
                  <a:lnTo>
                    <a:pt x="10790" y="3912"/>
                  </a:lnTo>
                  <a:lnTo>
                    <a:pt x="10489" y="3571"/>
                  </a:lnTo>
                  <a:lnTo>
                    <a:pt x="10128" y="3250"/>
                  </a:lnTo>
                  <a:lnTo>
                    <a:pt x="9727" y="2929"/>
                  </a:lnTo>
                  <a:lnTo>
                    <a:pt x="9266" y="2608"/>
                  </a:lnTo>
                  <a:lnTo>
                    <a:pt x="8764" y="2287"/>
                  </a:lnTo>
                  <a:lnTo>
                    <a:pt x="8243" y="2006"/>
                  </a:lnTo>
                  <a:lnTo>
                    <a:pt x="7682" y="1706"/>
                  </a:lnTo>
                  <a:lnTo>
                    <a:pt x="7080" y="1445"/>
                  </a:lnTo>
                  <a:lnTo>
                    <a:pt x="6478" y="1184"/>
                  </a:lnTo>
                  <a:lnTo>
                    <a:pt x="5857" y="964"/>
                  </a:lnTo>
                  <a:lnTo>
                    <a:pt x="5215" y="763"/>
                  </a:lnTo>
                  <a:lnTo>
                    <a:pt x="4573" y="563"/>
                  </a:lnTo>
                  <a:lnTo>
                    <a:pt x="3911" y="422"/>
                  </a:lnTo>
                  <a:lnTo>
                    <a:pt x="3911" y="422"/>
                  </a:lnTo>
                  <a:lnTo>
                    <a:pt x="3330" y="302"/>
                  </a:lnTo>
                  <a:lnTo>
                    <a:pt x="2708" y="202"/>
                  </a:lnTo>
                  <a:lnTo>
                    <a:pt x="2046" y="101"/>
                  </a:lnTo>
                  <a:lnTo>
                    <a:pt x="13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42">
              <a:extLst>
                <a:ext uri="{FF2B5EF4-FFF2-40B4-BE49-F238E27FC236}">
                  <a16:creationId xmlns:a16="http://schemas.microsoft.com/office/drawing/2014/main" id="{4EF38E55-BDC9-08D2-385F-23B609030699}"/>
                </a:ext>
              </a:extLst>
            </p:cNvPr>
            <p:cNvSpPr/>
            <p:nvPr/>
          </p:nvSpPr>
          <p:spPr>
            <a:xfrm>
              <a:off x="11771450" y="4171988"/>
              <a:ext cx="79250" cy="11075"/>
            </a:xfrm>
            <a:custGeom>
              <a:avLst/>
              <a:gdLst/>
              <a:ahLst/>
              <a:cxnLst/>
              <a:rect l="l" t="t" r="r" b="b"/>
              <a:pathLst>
                <a:path w="3170" h="443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803" y="121"/>
                  </a:lnTo>
                  <a:lnTo>
                    <a:pt x="1605" y="282"/>
                  </a:lnTo>
                  <a:lnTo>
                    <a:pt x="1605" y="282"/>
                  </a:lnTo>
                  <a:lnTo>
                    <a:pt x="2447" y="442"/>
                  </a:lnTo>
                  <a:lnTo>
                    <a:pt x="2447" y="442"/>
                  </a:lnTo>
                  <a:lnTo>
                    <a:pt x="2949" y="242"/>
                  </a:lnTo>
                  <a:lnTo>
                    <a:pt x="2949" y="242"/>
                  </a:lnTo>
                  <a:lnTo>
                    <a:pt x="3169" y="161"/>
                  </a:lnTo>
                  <a:lnTo>
                    <a:pt x="3169" y="161"/>
                  </a:lnTo>
                  <a:lnTo>
                    <a:pt x="1625" y="6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42">
              <a:extLst>
                <a:ext uri="{FF2B5EF4-FFF2-40B4-BE49-F238E27FC236}">
                  <a16:creationId xmlns:a16="http://schemas.microsoft.com/office/drawing/2014/main" id="{607CDB93-0635-E7DD-EE48-C6322797A8CA}"/>
                </a:ext>
              </a:extLst>
            </p:cNvPr>
            <p:cNvSpPr/>
            <p:nvPr/>
          </p:nvSpPr>
          <p:spPr>
            <a:xfrm>
              <a:off x="11246025" y="4817763"/>
              <a:ext cx="920525" cy="297325"/>
            </a:xfrm>
            <a:custGeom>
              <a:avLst/>
              <a:gdLst/>
              <a:ahLst/>
              <a:cxnLst/>
              <a:rect l="l" t="t" r="r" b="b"/>
              <a:pathLst>
                <a:path w="36821" h="11893" extrusionOk="0">
                  <a:moveTo>
                    <a:pt x="2467" y="0"/>
                  </a:moveTo>
                  <a:lnTo>
                    <a:pt x="1886" y="381"/>
                  </a:lnTo>
                  <a:lnTo>
                    <a:pt x="1384" y="742"/>
                  </a:lnTo>
                  <a:lnTo>
                    <a:pt x="963" y="1103"/>
                  </a:lnTo>
                  <a:lnTo>
                    <a:pt x="602" y="1444"/>
                  </a:lnTo>
                  <a:lnTo>
                    <a:pt x="321" y="1745"/>
                  </a:lnTo>
                  <a:lnTo>
                    <a:pt x="201" y="1885"/>
                  </a:lnTo>
                  <a:lnTo>
                    <a:pt x="121" y="2026"/>
                  </a:lnTo>
                  <a:lnTo>
                    <a:pt x="61" y="2146"/>
                  </a:lnTo>
                  <a:lnTo>
                    <a:pt x="21" y="2266"/>
                  </a:lnTo>
                  <a:lnTo>
                    <a:pt x="1" y="236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7308" y="11872"/>
                  </a:lnTo>
                  <a:lnTo>
                    <a:pt x="18150" y="11893"/>
                  </a:lnTo>
                  <a:lnTo>
                    <a:pt x="18992" y="11893"/>
                  </a:lnTo>
                  <a:lnTo>
                    <a:pt x="19834" y="11872"/>
                  </a:lnTo>
                  <a:lnTo>
                    <a:pt x="20677" y="11812"/>
                  </a:lnTo>
                  <a:lnTo>
                    <a:pt x="21499" y="11752"/>
                  </a:lnTo>
                  <a:lnTo>
                    <a:pt x="22321" y="11672"/>
                  </a:lnTo>
                  <a:lnTo>
                    <a:pt x="23143" y="11572"/>
                  </a:lnTo>
                  <a:lnTo>
                    <a:pt x="23946" y="11451"/>
                  </a:lnTo>
                  <a:lnTo>
                    <a:pt x="24728" y="11331"/>
                  </a:lnTo>
                  <a:lnTo>
                    <a:pt x="25510" y="11191"/>
                  </a:lnTo>
                  <a:lnTo>
                    <a:pt x="26272" y="11050"/>
                  </a:lnTo>
                  <a:lnTo>
                    <a:pt x="27736" y="10749"/>
                  </a:lnTo>
                  <a:lnTo>
                    <a:pt x="29120" y="10408"/>
                  </a:lnTo>
                  <a:lnTo>
                    <a:pt x="30403" y="10047"/>
                  </a:lnTo>
                  <a:lnTo>
                    <a:pt x="31586" y="9707"/>
                  </a:lnTo>
                  <a:lnTo>
                    <a:pt x="32649" y="9386"/>
                  </a:lnTo>
                  <a:lnTo>
                    <a:pt x="33572" y="9065"/>
                  </a:lnTo>
                  <a:lnTo>
                    <a:pt x="34334" y="8784"/>
                  </a:lnTo>
                  <a:lnTo>
                    <a:pt x="34956" y="856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6420" y="6137"/>
                  </a:lnTo>
                  <a:lnTo>
                    <a:pt x="36560" y="5315"/>
                  </a:lnTo>
                  <a:lnTo>
                    <a:pt x="36680" y="4472"/>
                  </a:lnTo>
                  <a:lnTo>
                    <a:pt x="36760" y="3630"/>
                  </a:lnTo>
                  <a:lnTo>
                    <a:pt x="36801" y="2888"/>
                  </a:lnTo>
                  <a:lnTo>
                    <a:pt x="36821" y="2246"/>
                  </a:lnTo>
                  <a:lnTo>
                    <a:pt x="36801" y="1785"/>
                  </a:lnTo>
                  <a:lnTo>
                    <a:pt x="36760" y="1645"/>
                  </a:lnTo>
                  <a:lnTo>
                    <a:pt x="36740" y="1544"/>
                  </a:lnTo>
                  <a:lnTo>
                    <a:pt x="36660" y="1464"/>
                  </a:lnTo>
                  <a:lnTo>
                    <a:pt x="36540" y="1344"/>
                  </a:lnTo>
                  <a:lnTo>
                    <a:pt x="36179" y="1023"/>
                  </a:lnTo>
                  <a:lnTo>
                    <a:pt x="35678" y="622"/>
                  </a:lnTo>
                  <a:lnTo>
                    <a:pt x="35036" y="161"/>
                  </a:lnTo>
                  <a:lnTo>
                    <a:pt x="34895" y="1183"/>
                  </a:lnTo>
                  <a:lnTo>
                    <a:pt x="34815" y="1665"/>
                  </a:lnTo>
                  <a:lnTo>
                    <a:pt x="34735" y="2086"/>
                  </a:lnTo>
                  <a:lnTo>
                    <a:pt x="34635" y="2467"/>
                  </a:lnTo>
                  <a:lnTo>
                    <a:pt x="34534" y="2748"/>
                  </a:lnTo>
                  <a:lnTo>
                    <a:pt x="34474" y="2868"/>
                  </a:lnTo>
                  <a:lnTo>
                    <a:pt x="34414" y="2968"/>
                  </a:lnTo>
                  <a:lnTo>
                    <a:pt x="34354" y="3028"/>
                  </a:lnTo>
                  <a:lnTo>
                    <a:pt x="34294" y="3069"/>
                  </a:lnTo>
                  <a:lnTo>
                    <a:pt x="33752" y="3269"/>
                  </a:lnTo>
                  <a:lnTo>
                    <a:pt x="32729" y="3650"/>
                  </a:lnTo>
                  <a:lnTo>
                    <a:pt x="32028" y="3891"/>
                  </a:lnTo>
                  <a:lnTo>
                    <a:pt x="31245" y="4151"/>
                  </a:lnTo>
                  <a:lnTo>
                    <a:pt x="30363" y="4432"/>
                  </a:lnTo>
                  <a:lnTo>
                    <a:pt x="29380" y="4713"/>
                  </a:lnTo>
                  <a:lnTo>
                    <a:pt x="28338" y="4994"/>
                  </a:lnTo>
                  <a:lnTo>
                    <a:pt x="27215" y="5275"/>
                  </a:lnTo>
                  <a:lnTo>
                    <a:pt x="26031" y="5535"/>
                  </a:lnTo>
                  <a:lnTo>
                    <a:pt x="24808" y="5776"/>
                  </a:lnTo>
                  <a:lnTo>
                    <a:pt x="23524" y="5976"/>
                  </a:lnTo>
                  <a:lnTo>
                    <a:pt x="22221" y="6157"/>
                  </a:lnTo>
                  <a:lnTo>
                    <a:pt x="21539" y="6217"/>
                  </a:lnTo>
                  <a:lnTo>
                    <a:pt x="20877" y="6277"/>
                  </a:lnTo>
                  <a:lnTo>
                    <a:pt x="20195" y="6337"/>
                  </a:lnTo>
                  <a:lnTo>
                    <a:pt x="19514" y="6357"/>
                  </a:lnTo>
                  <a:lnTo>
                    <a:pt x="18792" y="6378"/>
                  </a:lnTo>
                  <a:lnTo>
                    <a:pt x="18070" y="6378"/>
                  </a:lnTo>
                  <a:lnTo>
                    <a:pt x="17328" y="6357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42"/>
                  </a:lnTo>
                  <a:lnTo>
                    <a:pt x="24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8540;p42">
              <a:extLst>
                <a:ext uri="{FF2B5EF4-FFF2-40B4-BE49-F238E27FC236}">
                  <a16:creationId xmlns:a16="http://schemas.microsoft.com/office/drawing/2014/main" id="{13DCC1CB-5A26-E61C-65A8-58F227704FB3}"/>
                </a:ext>
              </a:extLst>
            </p:cNvPr>
            <p:cNvSpPr/>
            <p:nvPr/>
          </p:nvSpPr>
          <p:spPr>
            <a:xfrm>
              <a:off x="11246025" y="4817763"/>
              <a:ext cx="920525" cy="297325"/>
            </a:xfrm>
            <a:custGeom>
              <a:avLst/>
              <a:gdLst/>
              <a:ahLst/>
              <a:cxnLst/>
              <a:rect l="l" t="t" r="r" b="b"/>
              <a:pathLst>
                <a:path w="36821" h="11893" fill="none" extrusionOk="0">
                  <a:moveTo>
                    <a:pt x="36259" y="6899"/>
                  </a:moveTo>
                  <a:lnTo>
                    <a:pt x="36259" y="6899"/>
                  </a:lnTo>
                  <a:lnTo>
                    <a:pt x="36139" y="7420"/>
                  </a:lnTo>
                  <a:lnTo>
                    <a:pt x="36059" y="7661"/>
                  </a:lnTo>
                  <a:lnTo>
                    <a:pt x="35978" y="7841"/>
                  </a:lnTo>
                  <a:lnTo>
                    <a:pt x="35898" y="8022"/>
                  </a:lnTo>
                  <a:lnTo>
                    <a:pt x="35818" y="8142"/>
                  </a:lnTo>
                  <a:lnTo>
                    <a:pt x="35738" y="8243"/>
                  </a:lnTo>
                  <a:lnTo>
                    <a:pt x="35637" y="8303"/>
                  </a:lnTo>
                  <a:lnTo>
                    <a:pt x="35637" y="8303"/>
                  </a:lnTo>
                  <a:lnTo>
                    <a:pt x="34956" y="8563"/>
                  </a:lnTo>
                  <a:lnTo>
                    <a:pt x="34334" y="8784"/>
                  </a:lnTo>
                  <a:lnTo>
                    <a:pt x="33572" y="9065"/>
                  </a:lnTo>
                  <a:lnTo>
                    <a:pt x="32649" y="9386"/>
                  </a:lnTo>
                  <a:lnTo>
                    <a:pt x="31586" y="9707"/>
                  </a:lnTo>
                  <a:lnTo>
                    <a:pt x="30403" y="10047"/>
                  </a:lnTo>
                  <a:lnTo>
                    <a:pt x="29120" y="10408"/>
                  </a:lnTo>
                  <a:lnTo>
                    <a:pt x="27736" y="10749"/>
                  </a:lnTo>
                  <a:lnTo>
                    <a:pt x="26272" y="11050"/>
                  </a:lnTo>
                  <a:lnTo>
                    <a:pt x="25510" y="11191"/>
                  </a:lnTo>
                  <a:lnTo>
                    <a:pt x="24728" y="11331"/>
                  </a:lnTo>
                  <a:lnTo>
                    <a:pt x="23946" y="11451"/>
                  </a:lnTo>
                  <a:lnTo>
                    <a:pt x="23143" y="11572"/>
                  </a:lnTo>
                  <a:lnTo>
                    <a:pt x="22321" y="11672"/>
                  </a:lnTo>
                  <a:lnTo>
                    <a:pt x="21499" y="11752"/>
                  </a:lnTo>
                  <a:lnTo>
                    <a:pt x="20677" y="11812"/>
                  </a:lnTo>
                  <a:lnTo>
                    <a:pt x="19834" y="11872"/>
                  </a:lnTo>
                  <a:lnTo>
                    <a:pt x="18992" y="11893"/>
                  </a:lnTo>
                  <a:lnTo>
                    <a:pt x="18150" y="11893"/>
                  </a:lnTo>
                  <a:lnTo>
                    <a:pt x="17308" y="11872"/>
                  </a:lnTo>
                  <a:lnTo>
                    <a:pt x="16445" y="11832"/>
                  </a:lnTo>
                  <a:lnTo>
                    <a:pt x="16445" y="11832"/>
                  </a:lnTo>
                  <a:lnTo>
                    <a:pt x="15021" y="11732"/>
                  </a:lnTo>
                  <a:lnTo>
                    <a:pt x="13618" y="11572"/>
                  </a:lnTo>
                  <a:lnTo>
                    <a:pt x="12274" y="11391"/>
                  </a:lnTo>
                  <a:lnTo>
                    <a:pt x="10970" y="11191"/>
                  </a:lnTo>
                  <a:lnTo>
                    <a:pt x="9747" y="10950"/>
                  </a:lnTo>
                  <a:lnTo>
                    <a:pt x="8584" y="10709"/>
                  </a:lnTo>
                  <a:lnTo>
                    <a:pt x="7481" y="10449"/>
                  </a:lnTo>
                  <a:lnTo>
                    <a:pt x="6478" y="10188"/>
                  </a:lnTo>
                  <a:lnTo>
                    <a:pt x="5536" y="9927"/>
                  </a:lnTo>
                  <a:lnTo>
                    <a:pt x="4693" y="9666"/>
                  </a:lnTo>
                  <a:lnTo>
                    <a:pt x="3951" y="9426"/>
                  </a:lnTo>
                  <a:lnTo>
                    <a:pt x="3310" y="9205"/>
                  </a:lnTo>
                  <a:lnTo>
                    <a:pt x="2768" y="9005"/>
                  </a:lnTo>
                  <a:lnTo>
                    <a:pt x="2347" y="8824"/>
                  </a:lnTo>
                  <a:lnTo>
                    <a:pt x="2046" y="8684"/>
                  </a:lnTo>
                  <a:lnTo>
                    <a:pt x="1866" y="8584"/>
                  </a:lnTo>
                  <a:lnTo>
                    <a:pt x="1866" y="8584"/>
                  </a:lnTo>
                  <a:lnTo>
                    <a:pt x="1805" y="8523"/>
                  </a:lnTo>
                  <a:lnTo>
                    <a:pt x="1745" y="8443"/>
                  </a:lnTo>
                  <a:lnTo>
                    <a:pt x="1625" y="8223"/>
                  </a:lnTo>
                  <a:lnTo>
                    <a:pt x="1485" y="7922"/>
                  </a:lnTo>
                  <a:lnTo>
                    <a:pt x="1344" y="7541"/>
                  </a:lnTo>
                  <a:lnTo>
                    <a:pt x="1204" y="7120"/>
                  </a:lnTo>
                  <a:lnTo>
                    <a:pt x="1063" y="6658"/>
                  </a:lnTo>
                  <a:lnTo>
                    <a:pt x="783" y="5656"/>
                  </a:lnTo>
                  <a:lnTo>
                    <a:pt x="522" y="4633"/>
                  </a:lnTo>
                  <a:lnTo>
                    <a:pt x="301" y="3710"/>
                  </a:lnTo>
                  <a:lnTo>
                    <a:pt x="21" y="2467"/>
                  </a:lnTo>
                  <a:lnTo>
                    <a:pt x="21" y="2467"/>
                  </a:lnTo>
                  <a:lnTo>
                    <a:pt x="1" y="2367"/>
                  </a:lnTo>
                  <a:lnTo>
                    <a:pt x="21" y="2266"/>
                  </a:lnTo>
                  <a:lnTo>
                    <a:pt x="61" y="2146"/>
                  </a:lnTo>
                  <a:lnTo>
                    <a:pt x="121" y="2026"/>
                  </a:lnTo>
                  <a:lnTo>
                    <a:pt x="201" y="1885"/>
                  </a:lnTo>
                  <a:lnTo>
                    <a:pt x="321" y="1745"/>
                  </a:lnTo>
                  <a:lnTo>
                    <a:pt x="602" y="1444"/>
                  </a:lnTo>
                  <a:lnTo>
                    <a:pt x="963" y="1103"/>
                  </a:lnTo>
                  <a:lnTo>
                    <a:pt x="1384" y="742"/>
                  </a:lnTo>
                  <a:lnTo>
                    <a:pt x="1886" y="381"/>
                  </a:lnTo>
                  <a:lnTo>
                    <a:pt x="2467" y="0"/>
                  </a:lnTo>
                  <a:lnTo>
                    <a:pt x="2467" y="0"/>
                  </a:lnTo>
                  <a:lnTo>
                    <a:pt x="2588" y="542"/>
                  </a:lnTo>
                  <a:lnTo>
                    <a:pt x="2688" y="1103"/>
                  </a:lnTo>
                  <a:lnTo>
                    <a:pt x="2828" y="2126"/>
                  </a:lnTo>
                  <a:lnTo>
                    <a:pt x="2908" y="2547"/>
                  </a:lnTo>
                  <a:lnTo>
                    <a:pt x="2989" y="2908"/>
                  </a:lnTo>
                  <a:lnTo>
                    <a:pt x="3029" y="3048"/>
                  </a:lnTo>
                  <a:lnTo>
                    <a:pt x="3069" y="3169"/>
                  </a:lnTo>
                  <a:lnTo>
                    <a:pt x="3109" y="3269"/>
                  </a:lnTo>
                  <a:lnTo>
                    <a:pt x="3169" y="3329"/>
                  </a:lnTo>
                  <a:lnTo>
                    <a:pt x="3169" y="3329"/>
                  </a:lnTo>
                  <a:lnTo>
                    <a:pt x="3350" y="3429"/>
                  </a:lnTo>
                  <a:lnTo>
                    <a:pt x="3610" y="3550"/>
                  </a:lnTo>
                  <a:lnTo>
                    <a:pt x="4011" y="3730"/>
                  </a:lnTo>
                  <a:lnTo>
                    <a:pt x="4513" y="3911"/>
                  </a:lnTo>
                  <a:lnTo>
                    <a:pt x="5094" y="4111"/>
                  </a:lnTo>
                  <a:lnTo>
                    <a:pt x="5776" y="4332"/>
                  </a:lnTo>
                  <a:lnTo>
                    <a:pt x="6558" y="4573"/>
                  </a:lnTo>
                  <a:lnTo>
                    <a:pt x="7421" y="4813"/>
                  </a:lnTo>
                  <a:lnTo>
                    <a:pt x="8343" y="5054"/>
                  </a:lnTo>
                  <a:lnTo>
                    <a:pt x="9346" y="5295"/>
                  </a:lnTo>
                  <a:lnTo>
                    <a:pt x="10429" y="5515"/>
                  </a:lnTo>
                  <a:lnTo>
                    <a:pt x="11572" y="5736"/>
                  </a:lnTo>
                  <a:lnTo>
                    <a:pt x="12755" y="5916"/>
                  </a:lnTo>
                  <a:lnTo>
                    <a:pt x="13999" y="6097"/>
                  </a:lnTo>
                  <a:lnTo>
                    <a:pt x="15282" y="6217"/>
                  </a:lnTo>
                  <a:lnTo>
                    <a:pt x="16606" y="6337"/>
                  </a:lnTo>
                  <a:lnTo>
                    <a:pt x="16606" y="6337"/>
                  </a:lnTo>
                  <a:lnTo>
                    <a:pt x="17328" y="6357"/>
                  </a:lnTo>
                  <a:lnTo>
                    <a:pt x="18070" y="6378"/>
                  </a:lnTo>
                  <a:lnTo>
                    <a:pt x="18792" y="6378"/>
                  </a:lnTo>
                  <a:lnTo>
                    <a:pt x="19514" y="6357"/>
                  </a:lnTo>
                  <a:lnTo>
                    <a:pt x="19514" y="6357"/>
                  </a:lnTo>
                  <a:lnTo>
                    <a:pt x="20195" y="6337"/>
                  </a:lnTo>
                  <a:lnTo>
                    <a:pt x="20877" y="6277"/>
                  </a:lnTo>
                  <a:lnTo>
                    <a:pt x="21539" y="6217"/>
                  </a:lnTo>
                  <a:lnTo>
                    <a:pt x="22221" y="6157"/>
                  </a:lnTo>
                  <a:lnTo>
                    <a:pt x="23524" y="5976"/>
                  </a:lnTo>
                  <a:lnTo>
                    <a:pt x="24808" y="5776"/>
                  </a:lnTo>
                  <a:lnTo>
                    <a:pt x="26031" y="5535"/>
                  </a:lnTo>
                  <a:lnTo>
                    <a:pt x="27215" y="5275"/>
                  </a:lnTo>
                  <a:lnTo>
                    <a:pt x="28338" y="4994"/>
                  </a:lnTo>
                  <a:lnTo>
                    <a:pt x="29380" y="4713"/>
                  </a:lnTo>
                  <a:lnTo>
                    <a:pt x="30363" y="4432"/>
                  </a:lnTo>
                  <a:lnTo>
                    <a:pt x="31245" y="4151"/>
                  </a:lnTo>
                  <a:lnTo>
                    <a:pt x="32028" y="3891"/>
                  </a:lnTo>
                  <a:lnTo>
                    <a:pt x="32729" y="3650"/>
                  </a:lnTo>
                  <a:lnTo>
                    <a:pt x="33752" y="3269"/>
                  </a:lnTo>
                  <a:lnTo>
                    <a:pt x="34294" y="3069"/>
                  </a:lnTo>
                  <a:lnTo>
                    <a:pt x="34294" y="3069"/>
                  </a:lnTo>
                  <a:lnTo>
                    <a:pt x="34354" y="3028"/>
                  </a:lnTo>
                  <a:lnTo>
                    <a:pt x="34414" y="2968"/>
                  </a:lnTo>
                  <a:lnTo>
                    <a:pt x="34474" y="2868"/>
                  </a:lnTo>
                  <a:lnTo>
                    <a:pt x="34534" y="2748"/>
                  </a:lnTo>
                  <a:lnTo>
                    <a:pt x="34635" y="2467"/>
                  </a:lnTo>
                  <a:lnTo>
                    <a:pt x="34735" y="2086"/>
                  </a:lnTo>
                  <a:lnTo>
                    <a:pt x="34815" y="1665"/>
                  </a:lnTo>
                  <a:lnTo>
                    <a:pt x="34895" y="1183"/>
                  </a:lnTo>
                  <a:lnTo>
                    <a:pt x="35036" y="161"/>
                  </a:lnTo>
                  <a:lnTo>
                    <a:pt x="35036" y="161"/>
                  </a:lnTo>
                  <a:lnTo>
                    <a:pt x="35678" y="622"/>
                  </a:lnTo>
                  <a:lnTo>
                    <a:pt x="36179" y="1023"/>
                  </a:lnTo>
                  <a:lnTo>
                    <a:pt x="36540" y="1344"/>
                  </a:lnTo>
                  <a:lnTo>
                    <a:pt x="36660" y="1464"/>
                  </a:lnTo>
                  <a:lnTo>
                    <a:pt x="36740" y="1544"/>
                  </a:lnTo>
                  <a:lnTo>
                    <a:pt x="36740" y="1544"/>
                  </a:lnTo>
                  <a:lnTo>
                    <a:pt x="36760" y="1645"/>
                  </a:lnTo>
                  <a:lnTo>
                    <a:pt x="36801" y="1785"/>
                  </a:lnTo>
                  <a:lnTo>
                    <a:pt x="36821" y="2246"/>
                  </a:lnTo>
                  <a:lnTo>
                    <a:pt x="36801" y="2888"/>
                  </a:lnTo>
                  <a:lnTo>
                    <a:pt x="36760" y="3630"/>
                  </a:lnTo>
                  <a:lnTo>
                    <a:pt x="36680" y="4472"/>
                  </a:lnTo>
                  <a:lnTo>
                    <a:pt x="36560" y="5315"/>
                  </a:lnTo>
                  <a:lnTo>
                    <a:pt x="36420" y="6137"/>
                  </a:lnTo>
                  <a:lnTo>
                    <a:pt x="36259" y="689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42">
              <a:extLst>
                <a:ext uri="{FF2B5EF4-FFF2-40B4-BE49-F238E27FC236}">
                  <a16:creationId xmlns:a16="http://schemas.microsoft.com/office/drawing/2014/main" id="{97EA47A6-44DB-9123-C2AC-AC1CF0356AE6}"/>
                </a:ext>
              </a:extLst>
            </p:cNvPr>
            <p:cNvSpPr/>
            <p:nvPr/>
          </p:nvSpPr>
          <p:spPr>
            <a:xfrm>
              <a:off x="11246025" y="4817763"/>
              <a:ext cx="906500" cy="297325"/>
            </a:xfrm>
            <a:custGeom>
              <a:avLst/>
              <a:gdLst/>
              <a:ahLst/>
              <a:cxnLst/>
              <a:rect l="l" t="t" r="r" b="b"/>
              <a:pathLst>
                <a:path w="36260" h="11893" extrusionOk="0">
                  <a:moveTo>
                    <a:pt x="2467" y="0"/>
                  </a:moveTo>
                  <a:lnTo>
                    <a:pt x="1926" y="361"/>
                  </a:lnTo>
                  <a:lnTo>
                    <a:pt x="1445" y="722"/>
                  </a:lnTo>
                  <a:lnTo>
                    <a:pt x="1023" y="1043"/>
                  </a:lnTo>
                  <a:lnTo>
                    <a:pt x="662" y="1364"/>
                  </a:lnTo>
                  <a:lnTo>
                    <a:pt x="382" y="1665"/>
                  </a:lnTo>
                  <a:lnTo>
                    <a:pt x="181" y="1925"/>
                  </a:lnTo>
                  <a:lnTo>
                    <a:pt x="101" y="2066"/>
                  </a:lnTo>
                  <a:lnTo>
                    <a:pt x="41" y="2186"/>
                  </a:lnTo>
                  <a:lnTo>
                    <a:pt x="21" y="2286"/>
                  </a:lnTo>
                  <a:lnTo>
                    <a:pt x="1" y="238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7408" y="11872"/>
                  </a:lnTo>
                  <a:lnTo>
                    <a:pt x="18350" y="11893"/>
                  </a:lnTo>
                  <a:lnTo>
                    <a:pt x="19133" y="11893"/>
                  </a:lnTo>
                  <a:lnTo>
                    <a:pt x="19915" y="11852"/>
                  </a:lnTo>
                  <a:lnTo>
                    <a:pt x="20697" y="11812"/>
                  </a:lnTo>
                  <a:lnTo>
                    <a:pt x="21479" y="11752"/>
                  </a:lnTo>
                  <a:lnTo>
                    <a:pt x="22241" y="11672"/>
                  </a:lnTo>
                  <a:lnTo>
                    <a:pt x="23003" y="11592"/>
                  </a:lnTo>
                  <a:lnTo>
                    <a:pt x="23745" y="11491"/>
                  </a:lnTo>
                  <a:lnTo>
                    <a:pt x="24487" y="11371"/>
                  </a:lnTo>
                  <a:lnTo>
                    <a:pt x="25931" y="11130"/>
                  </a:lnTo>
                  <a:lnTo>
                    <a:pt x="27315" y="10830"/>
                  </a:lnTo>
                  <a:lnTo>
                    <a:pt x="28618" y="10529"/>
                  </a:lnTo>
                  <a:lnTo>
                    <a:pt x="29862" y="10208"/>
                  </a:lnTo>
                  <a:lnTo>
                    <a:pt x="31005" y="9887"/>
                  </a:lnTo>
                  <a:lnTo>
                    <a:pt x="32048" y="9566"/>
                  </a:lnTo>
                  <a:lnTo>
                    <a:pt x="32990" y="9265"/>
                  </a:lnTo>
                  <a:lnTo>
                    <a:pt x="33792" y="8985"/>
                  </a:lnTo>
                  <a:lnTo>
                    <a:pt x="35016" y="854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5016" y="7340"/>
                  </a:lnTo>
                  <a:lnTo>
                    <a:pt x="33752" y="7741"/>
                  </a:lnTo>
                  <a:lnTo>
                    <a:pt x="32469" y="8142"/>
                  </a:lnTo>
                  <a:lnTo>
                    <a:pt x="31205" y="8503"/>
                  </a:lnTo>
                  <a:lnTo>
                    <a:pt x="29922" y="8844"/>
                  </a:lnTo>
                  <a:lnTo>
                    <a:pt x="28618" y="9145"/>
                  </a:lnTo>
                  <a:lnTo>
                    <a:pt x="27335" y="9406"/>
                  </a:lnTo>
                  <a:lnTo>
                    <a:pt x="26031" y="9646"/>
                  </a:lnTo>
                  <a:lnTo>
                    <a:pt x="24728" y="9847"/>
                  </a:lnTo>
                  <a:lnTo>
                    <a:pt x="23404" y="10007"/>
                  </a:lnTo>
                  <a:lnTo>
                    <a:pt x="22742" y="10088"/>
                  </a:lnTo>
                  <a:lnTo>
                    <a:pt x="22081" y="10128"/>
                  </a:lnTo>
                  <a:lnTo>
                    <a:pt x="21419" y="10168"/>
                  </a:lnTo>
                  <a:lnTo>
                    <a:pt x="20737" y="10188"/>
                  </a:lnTo>
                  <a:lnTo>
                    <a:pt x="20035" y="10168"/>
                  </a:lnTo>
                  <a:lnTo>
                    <a:pt x="19333" y="10128"/>
                  </a:lnTo>
                  <a:lnTo>
                    <a:pt x="18631" y="10027"/>
                  </a:lnTo>
                  <a:lnTo>
                    <a:pt x="17929" y="9907"/>
                  </a:lnTo>
                  <a:lnTo>
                    <a:pt x="17649" y="9847"/>
                  </a:lnTo>
                  <a:lnTo>
                    <a:pt x="17348" y="9747"/>
                  </a:lnTo>
                  <a:lnTo>
                    <a:pt x="17047" y="9606"/>
                  </a:lnTo>
                  <a:lnTo>
                    <a:pt x="16786" y="9466"/>
                  </a:lnTo>
                  <a:lnTo>
                    <a:pt x="16525" y="9305"/>
                  </a:lnTo>
                  <a:lnTo>
                    <a:pt x="16305" y="9105"/>
                  </a:lnTo>
                  <a:lnTo>
                    <a:pt x="16225" y="9005"/>
                  </a:lnTo>
                  <a:lnTo>
                    <a:pt x="16144" y="8904"/>
                  </a:lnTo>
                  <a:lnTo>
                    <a:pt x="16084" y="8784"/>
                  </a:lnTo>
                  <a:lnTo>
                    <a:pt x="16044" y="8684"/>
                  </a:lnTo>
                  <a:lnTo>
                    <a:pt x="16024" y="8563"/>
                  </a:lnTo>
                  <a:lnTo>
                    <a:pt x="16004" y="8443"/>
                  </a:lnTo>
                  <a:lnTo>
                    <a:pt x="16024" y="8323"/>
                  </a:lnTo>
                  <a:lnTo>
                    <a:pt x="16064" y="8202"/>
                  </a:lnTo>
                  <a:lnTo>
                    <a:pt x="16124" y="8062"/>
                  </a:lnTo>
                  <a:lnTo>
                    <a:pt x="16205" y="7942"/>
                  </a:lnTo>
                  <a:lnTo>
                    <a:pt x="16325" y="7801"/>
                  </a:lnTo>
                  <a:lnTo>
                    <a:pt x="16465" y="7681"/>
                  </a:lnTo>
                  <a:lnTo>
                    <a:pt x="16646" y="7541"/>
                  </a:lnTo>
                  <a:lnTo>
                    <a:pt x="16846" y="7400"/>
                  </a:lnTo>
                  <a:lnTo>
                    <a:pt x="17067" y="7260"/>
                  </a:lnTo>
                  <a:lnTo>
                    <a:pt x="17348" y="7140"/>
                  </a:lnTo>
                  <a:lnTo>
                    <a:pt x="17649" y="6999"/>
                  </a:lnTo>
                  <a:lnTo>
                    <a:pt x="17989" y="6859"/>
                  </a:lnTo>
                  <a:lnTo>
                    <a:pt x="18350" y="6718"/>
                  </a:lnTo>
                  <a:lnTo>
                    <a:pt x="18772" y="6578"/>
                  </a:lnTo>
                  <a:lnTo>
                    <a:pt x="19514" y="6357"/>
                  </a:lnTo>
                  <a:lnTo>
                    <a:pt x="18912" y="6378"/>
                  </a:lnTo>
                  <a:lnTo>
                    <a:pt x="17448" y="6378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62"/>
                  </a:lnTo>
                  <a:lnTo>
                    <a:pt x="246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42">
              <a:extLst>
                <a:ext uri="{FF2B5EF4-FFF2-40B4-BE49-F238E27FC236}">
                  <a16:creationId xmlns:a16="http://schemas.microsoft.com/office/drawing/2014/main" id="{ADD005B4-F626-28FB-9830-A3E70CF38002}"/>
                </a:ext>
              </a:extLst>
            </p:cNvPr>
            <p:cNvSpPr/>
            <p:nvPr/>
          </p:nvSpPr>
          <p:spPr>
            <a:xfrm>
              <a:off x="11246025" y="4817763"/>
              <a:ext cx="906500" cy="297325"/>
            </a:xfrm>
            <a:custGeom>
              <a:avLst/>
              <a:gdLst/>
              <a:ahLst/>
              <a:cxnLst/>
              <a:rect l="l" t="t" r="r" b="b"/>
              <a:pathLst>
                <a:path w="36260" h="11893" fill="none" extrusionOk="0">
                  <a:moveTo>
                    <a:pt x="2467" y="0"/>
                  </a:moveTo>
                  <a:lnTo>
                    <a:pt x="2467" y="0"/>
                  </a:lnTo>
                  <a:lnTo>
                    <a:pt x="1926" y="361"/>
                  </a:lnTo>
                  <a:lnTo>
                    <a:pt x="1445" y="722"/>
                  </a:lnTo>
                  <a:lnTo>
                    <a:pt x="1023" y="1043"/>
                  </a:lnTo>
                  <a:lnTo>
                    <a:pt x="662" y="1364"/>
                  </a:lnTo>
                  <a:lnTo>
                    <a:pt x="382" y="1665"/>
                  </a:lnTo>
                  <a:lnTo>
                    <a:pt x="181" y="1925"/>
                  </a:lnTo>
                  <a:lnTo>
                    <a:pt x="101" y="2066"/>
                  </a:lnTo>
                  <a:lnTo>
                    <a:pt x="41" y="2186"/>
                  </a:lnTo>
                  <a:lnTo>
                    <a:pt x="21" y="2286"/>
                  </a:lnTo>
                  <a:lnTo>
                    <a:pt x="1" y="2387"/>
                  </a:lnTo>
                  <a:lnTo>
                    <a:pt x="1" y="2387"/>
                  </a:lnTo>
                  <a:lnTo>
                    <a:pt x="21" y="246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6445" y="11832"/>
                  </a:lnTo>
                  <a:lnTo>
                    <a:pt x="17408" y="11872"/>
                  </a:lnTo>
                  <a:lnTo>
                    <a:pt x="18350" y="11893"/>
                  </a:lnTo>
                  <a:lnTo>
                    <a:pt x="18350" y="11893"/>
                  </a:lnTo>
                  <a:lnTo>
                    <a:pt x="19133" y="11893"/>
                  </a:lnTo>
                  <a:lnTo>
                    <a:pt x="19915" y="11852"/>
                  </a:lnTo>
                  <a:lnTo>
                    <a:pt x="20697" y="11812"/>
                  </a:lnTo>
                  <a:lnTo>
                    <a:pt x="21479" y="11752"/>
                  </a:lnTo>
                  <a:lnTo>
                    <a:pt x="22241" y="11672"/>
                  </a:lnTo>
                  <a:lnTo>
                    <a:pt x="23003" y="11592"/>
                  </a:lnTo>
                  <a:lnTo>
                    <a:pt x="23745" y="11491"/>
                  </a:lnTo>
                  <a:lnTo>
                    <a:pt x="24487" y="11371"/>
                  </a:lnTo>
                  <a:lnTo>
                    <a:pt x="25931" y="11130"/>
                  </a:lnTo>
                  <a:lnTo>
                    <a:pt x="27315" y="10830"/>
                  </a:lnTo>
                  <a:lnTo>
                    <a:pt x="28618" y="10529"/>
                  </a:lnTo>
                  <a:lnTo>
                    <a:pt x="29862" y="10208"/>
                  </a:lnTo>
                  <a:lnTo>
                    <a:pt x="31005" y="9887"/>
                  </a:lnTo>
                  <a:lnTo>
                    <a:pt x="32048" y="9566"/>
                  </a:lnTo>
                  <a:lnTo>
                    <a:pt x="32990" y="9265"/>
                  </a:lnTo>
                  <a:lnTo>
                    <a:pt x="33792" y="8985"/>
                  </a:lnTo>
                  <a:lnTo>
                    <a:pt x="35016" y="8543"/>
                  </a:lnTo>
                  <a:lnTo>
                    <a:pt x="35637" y="830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6259" y="6899"/>
                  </a:lnTo>
                  <a:lnTo>
                    <a:pt x="35016" y="7340"/>
                  </a:lnTo>
                  <a:lnTo>
                    <a:pt x="33752" y="7741"/>
                  </a:lnTo>
                  <a:lnTo>
                    <a:pt x="32469" y="8142"/>
                  </a:lnTo>
                  <a:lnTo>
                    <a:pt x="31205" y="8503"/>
                  </a:lnTo>
                  <a:lnTo>
                    <a:pt x="29922" y="8844"/>
                  </a:lnTo>
                  <a:lnTo>
                    <a:pt x="28618" y="9145"/>
                  </a:lnTo>
                  <a:lnTo>
                    <a:pt x="27335" y="9406"/>
                  </a:lnTo>
                  <a:lnTo>
                    <a:pt x="26031" y="9646"/>
                  </a:lnTo>
                  <a:lnTo>
                    <a:pt x="26031" y="9646"/>
                  </a:lnTo>
                  <a:lnTo>
                    <a:pt x="24728" y="9847"/>
                  </a:lnTo>
                  <a:lnTo>
                    <a:pt x="23404" y="10007"/>
                  </a:lnTo>
                  <a:lnTo>
                    <a:pt x="22742" y="10088"/>
                  </a:lnTo>
                  <a:lnTo>
                    <a:pt x="22081" y="10128"/>
                  </a:lnTo>
                  <a:lnTo>
                    <a:pt x="21419" y="10168"/>
                  </a:lnTo>
                  <a:lnTo>
                    <a:pt x="20737" y="10188"/>
                  </a:lnTo>
                  <a:lnTo>
                    <a:pt x="20737" y="10188"/>
                  </a:lnTo>
                  <a:lnTo>
                    <a:pt x="20035" y="10168"/>
                  </a:lnTo>
                  <a:lnTo>
                    <a:pt x="19333" y="10128"/>
                  </a:lnTo>
                  <a:lnTo>
                    <a:pt x="18631" y="10027"/>
                  </a:lnTo>
                  <a:lnTo>
                    <a:pt x="17929" y="9907"/>
                  </a:lnTo>
                  <a:lnTo>
                    <a:pt x="17929" y="9907"/>
                  </a:lnTo>
                  <a:lnTo>
                    <a:pt x="17649" y="9847"/>
                  </a:lnTo>
                  <a:lnTo>
                    <a:pt x="17348" y="9747"/>
                  </a:lnTo>
                  <a:lnTo>
                    <a:pt x="17047" y="9606"/>
                  </a:lnTo>
                  <a:lnTo>
                    <a:pt x="16786" y="9466"/>
                  </a:lnTo>
                  <a:lnTo>
                    <a:pt x="16525" y="9305"/>
                  </a:lnTo>
                  <a:lnTo>
                    <a:pt x="16305" y="9105"/>
                  </a:lnTo>
                  <a:lnTo>
                    <a:pt x="16225" y="9005"/>
                  </a:lnTo>
                  <a:lnTo>
                    <a:pt x="16144" y="8904"/>
                  </a:lnTo>
                  <a:lnTo>
                    <a:pt x="16084" y="8784"/>
                  </a:lnTo>
                  <a:lnTo>
                    <a:pt x="16044" y="8684"/>
                  </a:lnTo>
                  <a:lnTo>
                    <a:pt x="16024" y="8563"/>
                  </a:lnTo>
                  <a:lnTo>
                    <a:pt x="16004" y="8443"/>
                  </a:lnTo>
                  <a:lnTo>
                    <a:pt x="16024" y="8323"/>
                  </a:lnTo>
                  <a:lnTo>
                    <a:pt x="16064" y="8202"/>
                  </a:lnTo>
                  <a:lnTo>
                    <a:pt x="16124" y="8062"/>
                  </a:lnTo>
                  <a:lnTo>
                    <a:pt x="16205" y="7942"/>
                  </a:lnTo>
                  <a:lnTo>
                    <a:pt x="16325" y="7801"/>
                  </a:lnTo>
                  <a:lnTo>
                    <a:pt x="16465" y="7681"/>
                  </a:lnTo>
                  <a:lnTo>
                    <a:pt x="16646" y="7541"/>
                  </a:lnTo>
                  <a:lnTo>
                    <a:pt x="16846" y="7400"/>
                  </a:lnTo>
                  <a:lnTo>
                    <a:pt x="17067" y="7260"/>
                  </a:lnTo>
                  <a:lnTo>
                    <a:pt x="17348" y="7140"/>
                  </a:lnTo>
                  <a:lnTo>
                    <a:pt x="17649" y="6999"/>
                  </a:lnTo>
                  <a:lnTo>
                    <a:pt x="17989" y="6859"/>
                  </a:lnTo>
                  <a:lnTo>
                    <a:pt x="18350" y="6718"/>
                  </a:lnTo>
                  <a:lnTo>
                    <a:pt x="18772" y="6578"/>
                  </a:lnTo>
                  <a:lnTo>
                    <a:pt x="18772" y="6578"/>
                  </a:lnTo>
                  <a:lnTo>
                    <a:pt x="19514" y="6357"/>
                  </a:lnTo>
                  <a:lnTo>
                    <a:pt x="19514" y="6357"/>
                  </a:lnTo>
                  <a:lnTo>
                    <a:pt x="18912" y="6378"/>
                  </a:lnTo>
                  <a:lnTo>
                    <a:pt x="18310" y="6378"/>
                  </a:lnTo>
                  <a:lnTo>
                    <a:pt x="18310" y="6378"/>
                  </a:lnTo>
                  <a:lnTo>
                    <a:pt x="17448" y="6378"/>
                  </a:lnTo>
                  <a:lnTo>
                    <a:pt x="16606" y="6337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62"/>
                  </a:lnTo>
                  <a:lnTo>
                    <a:pt x="2467" y="0"/>
                  </a:lnTo>
                  <a:lnTo>
                    <a:pt x="2467" y="0"/>
                  </a:lnTo>
                  <a:lnTo>
                    <a:pt x="246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42">
              <a:extLst>
                <a:ext uri="{FF2B5EF4-FFF2-40B4-BE49-F238E27FC236}">
                  <a16:creationId xmlns:a16="http://schemas.microsoft.com/office/drawing/2014/main" id="{0BBBD4E7-4E88-27FD-5012-FA1F23352321}"/>
                </a:ext>
              </a:extLst>
            </p:cNvPr>
            <p:cNvSpPr/>
            <p:nvPr/>
          </p:nvSpPr>
          <p:spPr>
            <a:xfrm>
              <a:off x="11258050" y="4416663"/>
              <a:ext cx="873900" cy="619200"/>
            </a:xfrm>
            <a:custGeom>
              <a:avLst/>
              <a:gdLst/>
              <a:ahLst/>
              <a:cxnLst/>
              <a:rect l="l" t="t" r="r" b="b"/>
              <a:pathLst>
                <a:path w="34956" h="24768" extrusionOk="0">
                  <a:moveTo>
                    <a:pt x="61" y="1"/>
                  </a:moveTo>
                  <a:lnTo>
                    <a:pt x="21" y="41"/>
                  </a:lnTo>
                  <a:lnTo>
                    <a:pt x="1" y="61"/>
                  </a:lnTo>
                  <a:lnTo>
                    <a:pt x="1" y="101"/>
                  </a:lnTo>
                  <a:lnTo>
                    <a:pt x="1" y="141"/>
                  </a:lnTo>
                  <a:lnTo>
                    <a:pt x="282" y="823"/>
                  </a:lnTo>
                  <a:lnTo>
                    <a:pt x="542" y="1505"/>
                  </a:lnTo>
                  <a:lnTo>
                    <a:pt x="783" y="2186"/>
                  </a:lnTo>
                  <a:lnTo>
                    <a:pt x="1024" y="2888"/>
                  </a:lnTo>
                  <a:lnTo>
                    <a:pt x="1224" y="3590"/>
                  </a:lnTo>
                  <a:lnTo>
                    <a:pt x="1425" y="4292"/>
                  </a:lnTo>
                  <a:lnTo>
                    <a:pt x="1806" y="5696"/>
                  </a:lnTo>
                  <a:lnTo>
                    <a:pt x="2528" y="8524"/>
                  </a:lnTo>
                  <a:lnTo>
                    <a:pt x="2909" y="9948"/>
                  </a:lnTo>
                  <a:lnTo>
                    <a:pt x="3310" y="11351"/>
                  </a:lnTo>
                  <a:lnTo>
                    <a:pt x="3831" y="12936"/>
                  </a:lnTo>
                  <a:lnTo>
                    <a:pt x="4453" y="14741"/>
                  </a:lnTo>
                  <a:lnTo>
                    <a:pt x="5135" y="16646"/>
                  </a:lnTo>
                  <a:lnTo>
                    <a:pt x="5817" y="18491"/>
                  </a:lnTo>
                  <a:lnTo>
                    <a:pt x="6960" y="21539"/>
                  </a:lnTo>
                  <a:lnTo>
                    <a:pt x="7441" y="22823"/>
                  </a:lnTo>
                  <a:lnTo>
                    <a:pt x="7461" y="22903"/>
                  </a:lnTo>
                  <a:lnTo>
                    <a:pt x="7501" y="22983"/>
                  </a:lnTo>
                  <a:lnTo>
                    <a:pt x="7561" y="23023"/>
                  </a:lnTo>
                  <a:lnTo>
                    <a:pt x="7722" y="23023"/>
                  </a:lnTo>
                  <a:lnTo>
                    <a:pt x="7802" y="22983"/>
                  </a:lnTo>
                  <a:lnTo>
                    <a:pt x="7862" y="22923"/>
                  </a:lnTo>
                  <a:lnTo>
                    <a:pt x="7882" y="22823"/>
                  </a:lnTo>
                  <a:lnTo>
                    <a:pt x="8584" y="17929"/>
                  </a:lnTo>
                  <a:lnTo>
                    <a:pt x="9286" y="13036"/>
                  </a:lnTo>
                  <a:lnTo>
                    <a:pt x="10028" y="8143"/>
                  </a:lnTo>
                  <a:lnTo>
                    <a:pt x="10409" y="5696"/>
                  </a:lnTo>
                  <a:lnTo>
                    <a:pt x="10810" y="3249"/>
                  </a:lnTo>
                  <a:lnTo>
                    <a:pt x="10951" y="3891"/>
                  </a:lnTo>
                  <a:lnTo>
                    <a:pt x="11131" y="4513"/>
                  </a:lnTo>
                  <a:lnTo>
                    <a:pt x="11332" y="5134"/>
                  </a:lnTo>
                  <a:lnTo>
                    <a:pt x="11532" y="5776"/>
                  </a:lnTo>
                  <a:lnTo>
                    <a:pt x="11973" y="7020"/>
                  </a:lnTo>
                  <a:lnTo>
                    <a:pt x="12395" y="8243"/>
                  </a:lnTo>
                  <a:lnTo>
                    <a:pt x="13337" y="11031"/>
                  </a:lnTo>
                  <a:lnTo>
                    <a:pt x="14280" y="13818"/>
                  </a:lnTo>
                  <a:lnTo>
                    <a:pt x="15202" y="16485"/>
                  </a:lnTo>
                  <a:lnTo>
                    <a:pt x="16125" y="19133"/>
                  </a:lnTo>
                  <a:lnTo>
                    <a:pt x="17107" y="21780"/>
                  </a:lnTo>
                  <a:lnTo>
                    <a:pt x="18110" y="24427"/>
                  </a:lnTo>
                  <a:lnTo>
                    <a:pt x="18190" y="24527"/>
                  </a:lnTo>
                  <a:lnTo>
                    <a:pt x="18331" y="24688"/>
                  </a:lnTo>
                  <a:lnTo>
                    <a:pt x="18411" y="24748"/>
                  </a:lnTo>
                  <a:lnTo>
                    <a:pt x="18491" y="24768"/>
                  </a:lnTo>
                  <a:lnTo>
                    <a:pt x="18551" y="24768"/>
                  </a:lnTo>
                  <a:lnTo>
                    <a:pt x="18571" y="24748"/>
                  </a:lnTo>
                  <a:lnTo>
                    <a:pt x="18591" y="24728"/>
                  </a:lnTo>
                  <a:lnTo>
                    <a:pt x="19875" y="19173"/>
                  </a:lnTo>
                  <a:lnTo>
                    <a:pt x="20497" y="16405"/>
                  </a:lnTo>
                  <a:lnTo>
                    <a:pt x="21098" y="13618"/>
                  </a:lnTo>
                  <a:lnTo>
                    <a:pt x="21640" y="11111"/>
                  </a:lnTo>
                  <a:lnTo>
                    <a:pt x="22161" y="8604"/>
                  </a:lnTo>
                  <a:lnTo>
                    <a:pt x="22402" y="7340"/>
                  </a:lnTo>
                  <a:lnTo>
                    <a:pt x="22622" y="6077"/>
                  </a:lnTo>
                  <a:lnTo>
                    <a:pt x="22843" y="4814"/>
                  </a:lnTo>
                  <a:lnTo>
                    <a:pt x="23023" y="3530"/>
                  </a:lnTo>
                  <a:lnTo>
                    <a:pt x="23344" y="4774"/>
                  </a:lnTo>
                  <a:lnTo>
                    <a:pt x="23705" y="5997"/>
                  </a:lnTo>
                  <a:lnTo>
                    <a:pt x="24066" y="7240"/>
                  </a:lnTo>
                  <a:lnTo>
                    <a:pt x="24447" y="8464"/>
                  </a:lnTo>
                  <a:lnTo>
                    <a:pt x="25249" y="10890"/>
                  </a:lnTo>
                  <a:lnTo>
                    <a:pt x="26052" y="13317"/>
                  </a:lnTo>
                  <a:lnTo>
                    <a:pt x="26914" y="15924"/>
                  </a:lnTo>
                  <a:lnTo>
                    <a:pt x="27796" y="18491"/>
                  </a:lnTo>
                  <a:lnTo>
                    <a:pt x="28719" y="21078"/>
                  </a:lnTo>
                  <a:lnTo>
                    <a:pt x="29661" y="23645"/>
                  </a:lnTo>
                  <a:lnTo>
                    <a:pt x="29702" y="23685"/>
                  </a:lnTo>
                  <a:lnTo>
                    <a:pt x="29762" y="23745"/>
                  </a:lnTo>
                  <a:lnTo>
                    <a:pt x="29942" y="23885"/>
                  </a:lnTo>
                  <a:lnTo>
                    <a:pt x="30043" y="23926"/>
                  </a:lnTo>
                  <a:lnTo>
                    <a:pt x="30123" y="23946"/>
                  </a:lnTo>
                  <a:lnTo>
                    <a:pt x="30203" y="23926"/>
                  </a:lnTo>
                  <a:lnTo>
                    <a:pt x="30223" y="23906"/>
                  </a:lnTo>
                  <a:lnTo>
                    <a:pt x="30243" y="23865"/>
                  </a:lnTo>
                  <a:lnTo>
                    <a:pt x="30604" y="22401"/>
                  </a:lnTo>
                  <a:lnTo>
                    <a:pt x="30945" y="20917"/>
                  </a:lnTo>
                  <a:lnTo>
                    <a:pt x="31286" y="19433"/>
                  </a:lnTo>
                  <a:lnTo>
                    <a:pt x="31607" y="17949"/>
                  </a:lnTo>
                  <a:lnTo>
                    <a:pt x="32228" y="14981"/>
                  </a:lnTo>
                  <a:lnTo>
                    <a:pt x="32830" y="11993"/>
                  </a:lnTo>
                  <a:lnTo>
                    <a:pt x="33432" y="9125"/>
                  </a:lnTo>
                  <a:lnTo>
                    <a:pt x="34013" y="6217"/>
                  </a:lnTo>
                  <a:lnTo>
                    <a:pt x="34274" y="4774"/>
                  </a:lnTo>
                  <a:lnTo>
                    <a:pt x="34535" y="3330"/>
                  </a:lnTo>
                  <a:lnTo>
                    <a:pt x="34755" y="1866"/>
                  </a:lnTo>
                  <a:lnTo>
                    <a:pt x="34956" y="422"/>
                  </a:lnTo>
                  <a:lnTo>
                    <a:pt x="34956" y="382"/>
                  </a:lnTo>
                  <a:lnTo>
                    <a:pt x="34936" y="362"/>
                  </a:lnTo>
                  <a:lnTo>
                    <a:pt x="34896" y="341"/>
                  </a:lnTo>
                  <a:lnTo>
                    <a:pt x="34836" y="341"/>
                  </a:lnTo>
                  <a:lnTo>
                    <a:pt x="34815" y="362"/>
                  </a:lnTo>
                  <a:lnTo>
                    <a:pt x="34815" y="382"/>
                  </a:lnTo>
                  <a:lnTo>
                    <a:pt x="34475" y="1846"/>
                  </a:lnTo>
                  <a:lnTo>
                    <a:pt x="34174" y="3310"/>
                  </a:lnTo>
                  <a:lnTo>
                    <a:pt x="33893" y="4774"/>
                  </a:lnTo>
                  <a:lnTo>
                    <a:pt x="33612" y="6237"/>
                  </a:lnTo>
                  <a:lnTo>
                    <a:pt x="33051" y="9165"/>
                  </a:lnTo>
                  <a:lnTo>
                    <a:pt x="32770" y="10649"/>
                  </a:lnTo>
                  <a:lnTo>
                    <a:pt x="32489" y="12093"/>
                  </a:lnTo>
                  <a:lnTo>
                    <a:pt x="31867" y="14921"/>
                  </a:lnTo>
                  <a:lnTo>
                    <a:pt x="31246" y="17749"/>
                  </a:lnTo>
                  <a:lnTo>
                    <a:pt x="30624" y="20576"/>
                  </a:lnTo>
                  <a:lnTo>
                    <a:pt x="30002" y="23404"/>
                  </a:lnTo>
                  <a:lnTo>
                    <a:pt x="29080" y="20877"/>
                  </a:lnTo>
                  <a:lnTo>
                    <a:pt x="28177" y="18330"/>
                  </a:lnTo>
                  <a:lnTo>
                    <a:pt x="27295" y="15783"/>
                  </a:lnTo>
                  <a:lnTo>
                    <a:pt x="26433" y="13237"/>
                  </a:lnTo>
                  <a:lnTo>
                    <a:pt x="25410" y="10148"/>
                  </a:lnTo>
                  <a:lnTo>
                    <a:pt x="24327" y="6739"/>
                  </a:lnTo>
                  <a:lnTo>
                    <a:pt x="23124" y="2808"/>
                  </a:lnTo>
                  <a:lnTo>
                    <a:pt x="23104" y="2768"/>
                  </a:lnTo>
                  <a:lnTo>
                    <a:pt x="22983" y="2768"/>
                  </a:lnTo>
                  <a:lnTo>
                    <a:pt x="22883" y="2808"/>
                  </a:lnTo>
                  <a:lnTo>
                    <a:pt x="22863" y="2848"/>
                  </a:lnTo>
                  <a:lnTo>
                    <a:pt x="22843" y="2868"/>
                  </a:lnTo>
                  <a:lnTo>
                    <a:pt x="22622" y="4092"/>
                  </a:lnTo>
                  <a:lnTo>
                    <a:pt x="22041" y="6980"/>
                  </a:lnTo>
                  <a:lnTo>
                    <a:pt x="21319" y="10509"/>
                  </a:lnTo>
                  <a:lnTo>
                    <a:pt x="20637" y="13698"/>
                  </a:lnTo>
                  <a:lnTo>
                    <a:pt x="19554" y="18852"/>
                  </a:lnTo>
                  <a:lnTo>
                    <a:pt x="18992" y="21439"/>
                  </a:lnTo>
                  <a:lnTo>
                    <a:pt x="18411" y="24006"/>
                  </a:lnTo>
                  <a:lnTo>
                    <a:pt x="17428" y="21339"/>
                  </a:lnTo>
                  <a:lnTo>
                    <a:pt x="16446" y="18671"/>
                  </a:lnTo>
                  <a:lnTo>
                    <a:pt x="15503" y="16004"/>
                  </a:lnTo>
                  <a:lnTo>
                    <a:pt x="14580" y="13317"/>
                  </a:lnTo>
                  <a:lnTo>
                    <a:pt x="12756" y="7942"/>
                  </a:lnTo>
                  <a:lnTo>
                    <a:pt x="12334" y="6659"/>
                  </a:lnTo>
                  <a:lnTo>
                    <a:pt x="11893" y="5375"/>
                  </a:lnTo>
                  <a:lnTo>
                    <a:pt x="11673" y="4713"/>
                  </a:lnTo>
                  <a:lnTo>
                    <a:pt x="11432" y="4092"/>
                  </a:lnTo>
                  <a:lnTo>
                    <a:pt x="11171" y="3450"/>
                  </a:lnTo>
                  <a:lnTo>
                    <a:pt x="10890" y="2848"/>
                  </a:lnTo>
                  <a:lnTo>
                    <a:pt x="10850" y="2828"/>
                  </a:lnTo>
                  <a:lnTo>
                    <a:pt x="10770" y="2808"/>
                  </a:lnTo>
                  <a:lnTo>
                    <a:pt x="10690" y="2788"/>
                  </a:lnTo>
                  <a:lnTo>
                    <a:pt x="10670" y="2808"/>
                  </a:lnTo>
                  <a:lnTo>
                    <a:pt x="10650" y="2848"/>
                  </a:lnTo>
                  <a:lnTo>
                    <a:pt x="9808" y="7561"/>
                  </a:lnTo>
                  <a:lnTo>
                    <a:pt x="9386" y="9928"/>
                  </a:lnTo>
                  <a:lnTo>
                    <a:pt x="9005" y="12294"/>
                  </a:lnTo>
                  <a:lnTo>
                    <a:pt x="8624" y="14660"/>
                  </a:lnTo>
                  <a:lnTo>
                    <a:pt x="8263" y="17027"/>
                  </a:lnTo>
                  <a:lnTo>
                    <a:pt x="7902" y="19393"/>
                  </a:lnTo>
                  <a:lnTo>
                    <a:pt x="7581" y="21780"/>
                  </a:lnTo>
                  <a:lnTo>
                    <a:pt x="7100" y="20416"/>
                  </a:lnTo>
                  <a:lnTo>
                    <a:pt x="6599" y="19052"/>
                  </a:lnTo>
                  <a:lnTo>
                    <a:pt x="5596" y="16345"/>
                  </a:lnTo>
                  <a:lnTo>
                    <a:pt x="5095" y="14981"/>
                  </a:lnTo>
                  <a:lnTo>
                    <a:pt x="4613" y="13618"/>
                  </a:lnTo>
                  <a:lnTo>
                    <a:pt x="4152" y="12234"/>
                  </a:lnTo>
                  <a:lnTo>
                    <a:pt x="3711" y="10850"/>
                  </a:lnTo>
                  <a:lnTo>
                    <a:pt x="3310" y="9486"/>
                  </a:lnTo>
                  <a:lnTo>
                    <a:pt x="2929" y="8123"/>
                  </a:lnTo>
                  <a:lnTo>
                    <a:pt x="2528" y="6759"/>
                  </a:lnTo>
                  <a:lnTo>
                    <a:pt x="2127" y="5395"/>
                  </a:lnTo>
                  <a:lnTo>
                    <a:pt x="1706" y="4052"/>
                  </a:lnTo>
                  <a:lnTo>
                    <a:pt x="1244" y="2708"/>
                  </a:lnTo>
                  <a:lnTo>
                    <a:pt x="1004" y="2026"/>
                  </a:lnTo>
                  <a:lnTo>
                    <a:pt x="743" y="1364"/>
                  </a:lnTo>
                  <a:lnTo>
                    <a:pt x="482" y="702"/>
                  </a:lnTo>
                  <a:lnTo>
                    <a:pt x="201" y="61"/>
                  </a:lnTo>
                  <a:lnTo>
                    <a:pt x="161" y="21"/>
                  </a:lnTo>
                  <a:lnTo>
                    <a:pt x="14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42">
              <a:extLst>
                <a:ext uri="{FF2B5EF4-FFF2-40B4-BE49-F238E27FC236}">
                  <a16:creationId xmlns:a16="http://schemas.microsoft.com/office/drawing/2014/main" id="{E138467E-AE83-2878-7BF1-6480ED9D5878}"/>
                </a:ext>
              </a:extLst>
            </p:cNvPr>
            <p:cNvSpPr/>
            <p:nvPr/>
          </p:nvSpPr>
          <p:spPr>
            <a:xfrm>
              <a:off x="11241025" y="4391588"/>
              <a:ext cx="49150" cy="49175"/>
            </a:xfrm>
            <a:custGeom>
              <a:avLst/>
              <a:gdLst/>
              <a:ahLst/>
              <a:cxnLst/>
              <a:rect l="l" t="t" r="r" b="b"/>
              <a:pathLst>
                <a:path w="1966" h="1967" extrusionOk="0">
                  <a:moveTo>
                    <a:pt x="822" y="1"/>
                  </a:moveTo>
                  <a:lnTo>
                    <a:pt x="722" y="21"/>
                  </a:lnTo>
                  <a:lnTo>
                    <a:pt x="622" y="61"/>
                  </a:lnTo>
                  <a:lnTo>
                    <a:pt x="521" y="101"/>
                  </a:lnTo>
                  <a:lnTo>
                    <a:pt x="421" y="161"/>
                  </a:lnTo>
                  <a:lnTo>
                    <a:pt x="261" y="302"/>
                  </a:lnTo>
                  <a:lnTo>
                    <a:pt x="140" y="482"/>
                  </a:lnTo>
                  <a:lnTo>
                    <a:pt x="40" y="683"/>
                  </a:lnTo>
                  <a:lnTo>
                    <a:pt x="0" y="883"/>
                  </a:lnTo>
                  <a:lnTo>
                    <a:pt x="0" y="1004"/>
                  </a:lnTo>
                  <a:lnTo>
                    <a:pt x="0" y="1124"/>
                  </a:lnTo>
                  <a:lnTo>
                    <a:pt x="40" y="1284"/>
                  </a:lnTo>
                  <a:lnTo>
                    <a:pt x="100" y="1445"/>
                  </a:lnTo>
                  <a:lnTo>
                    <a:pt x="201" y="1605"/>
                  </a:lnTo>
                  <a:lnTo>
                    <a:pt x="341" y="1725"/>
                  </a:lnTo>
                  <a:lnTo>
                    <a:pt x="501" y="1846"/>
                  </a:lnTo>
                  <a:lnTo>
                    <a:pt x="682" y="1926"/>
                  </a:lnTo>
                  <a:lnTo>
                    <a:pt x="882" y="1966"/>
                  </a:lnTo>
                  <a:lnTo>
                    <a:pt x="1103" y="1966"/>
                  </a:lnTo>
                  <a:lnTo>
                    <a:pt x="1243" y="1946"/>
                  </a:lnTo>
                  <a:lnTo>
                    <a:pt x="1384" y="1906"/>
                  </a:lnTo>
                  <a:lnTo>
                    <a:pt x="1504" y="1846"/>
                  </a:lnTo>
                  <a:lnTo>
                    <a:pt x="1604" y="1766"/>
                  </a:lnTo>
                  <a:lnTo>
                    <a:pt x="1705" y="1665"/>
                  </a:lnTo>
                  <a:lnTo>
                    <a:pt x="1785" y="1565"/>
                  </a:lnTo>
                  <a:lnTo>
                    <a:pt x="1865" y="1445"/>
                  </a:lnTo>
                  <a:lnTo>
                    <a:pt x="1905" y="1304"/>
                  </a:lnTo>
                  <a:lnTo>
                    <a:pt x="1945" y="1204"/>
                  </a:lnTo>
                  <a:lnTo>
                    <a:pt x="1965" y="1084"/>
                  </a:lnTo>
                  <a:lnTo>
                    <a:pt x="1965" y="963"/>
                  </a:lnTo>
                  <a:lnTo>
                    <a:pt x="1965" y="863"/>
                  </a:lnTo>
                  <a:lnTo>
                    <a:pt x="1945" y="743"/>
                  </a:lnTo>
                  <a:lnTo>
                    <a:pt x="1905" y="643"/>
                  </a:lnTo>
                  <a:lnTo>
                    <a:pt x="1865" y="542"/>
                  </a:lnTo>
                  <a:lnTo>
                    <a:pt x="1805" y="442"/>
                  </a:lnTo>
                  <a:lnTo>
                    <a:pt x="1745" y="362"/>
                  </a:lnTo>
                  <a:lnTo>
                    <a:pt x="1665" y="282"/>
                  </a:lnTo>
                  <a:lnTo>
                    <a:pt x="1584" y="201"/>
                  </a:lnTo>
                  <a:lnTo>
                    <a:pt x="1504" y="141"/>
                  </a:lnTo>
                  <a:lnTo>
                    <a:pt x="1404" y="81"/>
                  </a:lnTo>
                  <a:lnTo>
                    <a:pt x="1284" y="41"/>
                  </a:lnTo>
                  <a:lnTo>
                    <a:pt x="1183" y="2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42">
              <a:extLst>
                <a:ext uri="{FF2B5EF4-FFF2-40B4-BE49-F238E27FC236}">
                  <a16:creationId xmlns:a16="http://schemas.microsoft.com/office/drawing/2014/main" id="{10A3BC07-1FB0-6C9E-82B8-BF434B46728F}"/>
                </a:ext>
              </a:extLst>
            </p:cNvPr>
            <p:cNvSpPr/>
            <p:nvPr/>
          </p:nvSpPr>
          <p:spPr>
            <a:xfrm>
              <a:off x="11700750" y="5008263"/>
              <a:ext cx="49175" cy="49175"/>
            </a:xfrm>
            <a:custGeom>
              <a:avLst/>
              <a:gdLst/>
              <a:ahLst/>
              <a:cxnLst/>
              <a:rect l="l" t="t" r="r" b="b"/>
              <a:pathLst>
                <a:path w="1967" h="1967" extrusionOk="0">
                  <a:moveTo>
                    <a:pt x="823" y="1"/>
                  </a:moveTo>
                  <a:lnTo>
                    <a:pt x="723" y="21"/>
                  </a:lnTo>
                  <a:lnTo>
                    <a:pt x="623" y="61"/>
                  </a:lnTo>
                  <a:lnTo>
                    <a:pt x="522" y="121"/>
                  </a:lnTo>
                  <a:lnTo>
                    <a:pt x="442" y="161"/>
                  </a:lnTo>
                  <a:lnTo>
                    <a:pt x="282" y="302"/>
                  </a:lnTo>
                  <a:lnTo>
                    <a:pt x="141" y="482"/>
                  </a:lnTo>
                  <a:lnTo>
                    <a:pt x="61" y="683"/>
                  </a:lnTo>
                  <a:lnTo>
                    <a:pt x="1" y="903"/>
                  </a:lnTo>
                  <a:lnTo>
                    <a:pt x="1" y="1004"/>
                  </a:lnTo>
                  <a:lnTo>
                    <a:pt x="1" y="1124"/>
                  </a:lnTo>
                  <a:lnTo>
                    <a:pt x="41" y="1284"/>
                  </a:lnTo>
                  <a:lnTo>
                    <a:pt x="101" y="1445"/>
                  </a:lnTo>
                  <a:lnTo>
                    <a:pt x="222" y="1605"/>
                  </a:lnTo>
                  <a:lnTo>
                    <a:pt x="342" y="1746"/>
                  </a:lnTo>
                  <a:lnTo>
                    <a:pt x="502" y="1846"/>
                  </a:lnTo>
                  <a:lnTo>
                    <a:pt x="683" y="1926"/>
                  </a:lnTo>
                  <a:lnTo>
                    <a:pt x="883" y="1966"/>
                  </a:lnTo>
                  <a:lnTo>
                    <a:pt x="1124" y="1966"/>
                  </a:lnTo>
                  <a:lnTo>
                    <a:pt x="1244" y="1946"/>
                  </a:lnTo>
                  <a:lnTo>
                    <a:pt x="1385" y="1906"/>
                  </a:lnTo>
                  <a:lnTo>
                    <a:pt x="1505" y="1846"/>
                  </a:lnTo>
                  <a:lnTo>
                    <a:pt x="1605" y="1766"/>
                  </a:lnTo>
                  <a:lnTo>
                    <a:pt x="1706" y="1665"/>
                  </a:lnTo>
                  <a:lnTo>
                    <a:pt x="1786" y="1565"/>
                  </a:lnTo>
                  <a:lnTo>
                    <a:pt x="1866" y="1445"/>
                  </a:lnTo>
                  <a:lnTo>
                    <a:pt x="1906" y="1324"/>
                  </a:lnTo>
                  <a:lnTo>
                    <a:pt x="1946" y="1204"/>
                  </a:lnTo>
                  <a:lnTo>
                    <a:pt x="1966" y="1084"/>
                  </a:lnTo>
                  <a:lnTo>
                    <a:pt x="1966" y="964"/>
                  </a:lnTo>
                  <a:lnTo>
                    <a:pt x="1966" y="863"/>
                  </a:lnTo>
                  <a:lnTo>
                    <a:pt x="1946" y="743"/>
                  </a:lnTo>
                  <a:lnTo>
                    <a:pt x="1906" y="643"/>
                  </a:lnTo>
                  <a:lnTo>
                    <a:pt x="1866" y="542"/>
                  </a:lnTo>
                  <a:lnTo>
                    <a:pt x="1806" y="442"/>
                  </a:lnTo>
                  <a:lnTo>
                    <a:pt x="1746" y="362"/>
                  </a:lnTo>
                  <a:lnTo>
                    <a:pt x="1666" y="282"/>
                  </a:lnTo>
                  <a:lnTo>
                    <a:pt x="1585" y="201"/>
                  </a:lnTo>
                  <a:lnTo>
                    <a:pt x="1505" y="141"/>
                  </a:lnTo>
                  <a:lnTo>
                    <a:pt x="1405" y="81"/>
                  </a:lnTo>
                  <a:lnTo>
                    <a:pt x="1284" y="41"/>
                  </a:lnTo>
                  <a:lnTo>
                    <a:pt x="1184" y="21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42">
              <a:extLst>
                <a:ext uri="{FF2B5EF4-FFF2-40B4-BE49-F238E27FC236}">
                  <a16:creationId xmlns:a16="http://schemas.microsoft.com/office/drawing/2014/main" id="{27889470-5578-5F97-6A9B-FADEA0051865}"/>
                </a:ext>
              </a:extLst>
            </p:cNvPr>
            <p:cNvSpPr/>
            <p:nvPr/>
          </p:nvSpPr>
          <p:spPr>
            <a:xfrm>
              <a:off x="11503725" y="4464788"/>
              <a:ext cx="49650" cy="49175"/>
            </a:xfrm>
            <a:custGeom>
              <a:avLst/>
              <a:gdLst/>
              <a:ahLst/>
              <a:cxnLst/>
              <a:rect l="l" t="t" r="r" b="b"/>
              <a:pathLst>
                <a:path w="1986" h="1967" extrusionOk="0">
                  <a:moveTo>
                    <a:pt x="843" y="1"/>
                  </a:moveTo>
                  <a:lnTo>
                    <a:pt x="723" y="21"/>
                  </a:lnTo>
                  <a:lnTo>
                    <a:pt x="622" y="61"/>
                  </a:lnTo>
                  <a:lnTo>
                    <a:pt x="522" y="101"/>
                  </a:lnTo>
                  <a:lnTo>
                    <a:pt x="442" y="161"/>
                  </a:lnTo>
                  <a:lnTo>
                    <a:pt x="281" y="302"/>
                  </a:lnTo>
                  <a:lnTo>
                    <a:pt x="141" y="482"/>
                  </a:lnTo>
                  <a:lnTo>
                    <a:pt x="61" y="683"/>
                  </a:lnTo>
                  <a:lnTo>
                    <a:pt x="1" y="883"/>
                  </a:lnTo>
                  <a:lnTo>
                    <a:pt x="1" y="1003"/>
                  </a:lnTo>
                  <a:lnTo>
                    <a:pt x="1" y="1124"/>
                  </a:lnTo>
                  <a:lnTo>
                    <a:pt x="41" y="1284"/>
                  </a:lnTo>
                  <a:lnTo>
                    <a:pt x="121" y="1445"/>
                  </a:lnTo>
                  <a:lnTo>
                    <a:pt x="221" y="1605"/>
                  </a:lnTo>
                  <a:lnTo>
                    <a:pt x="342" y="1725"/>
                  </a:lnTo>
                  <a:lnTo>
                    <a:pt x="502" y="1846"/>
                  </a:lnTo>
                  <a:lnTo>
                    <a:pt x="682" y="1926"/>
                  </a:lnTo>
                  <a:lnTo>
                    <a:pt x="903" y="1966"/>
                  </a:lnTo>
                  <a:lnTo>
                    <a:pt x="1124" y="1966"/>
                  </a:lnTo>
                  <a:lnTo>
                    <a:pt x="1264" y="1946"/>
                  </a:lnTo>
                  <a:lnTo>
                    <a:pt x="1384" y="1906"/>
                  </a:lnTo>
                  <a:lnTo>
                    <a:pt x="1505" y="1846"/>
                  </a:lnTo>
                  <a:lnTo>
                    <a:pt x="1605" y="1766"/>
                  </a:lnTo>
                  <a:lnTo>
                    <a:pt x="1705" y="1665"/>
                  </a:lnTo>
                  <a:lnTo>
                    <a:pt x="1785" y="1565"/>
                  </a:lnTo>
                  <a:lnTo>
                    <a:pt x="1866" y="1445"/>
                  </a:lnTo>
                  <a:lnTo>
                    <a:pt x="1926" y="1324"/>
                  </a:lnTo>
                  <a:lnTo>
                    <a:pt x="1946" y="1204"/>
                  </a:lnTo>
                  <a:lnTo>
                    <a:pt x="1966" y="1084"/>
                  </a:lnTo>
                  <a:lnTo>
                    <a:pt x="1986" y="963"/>
                  </a:lnTo>
                  <a:lnTo>
                    <a:pt x="1966" y="863"/>
                  </a:lnTo>
                  <a:lnTo>
                    <a:pt x="1946" y="743"/>
                  </a:lnTo>
                  <a:lnTo>
                    <a:pt x="1906" y="643"/>
                  </a:lnTo>
                  <a:lnTo>
                    <a:pt x="1866" y="542"/>
                  </a:lnTo>
                  <a:lnTo>
                    <a:pt x="1826" y="442"/>
                  </a:lnTo>
                  <a:lnTo>
                    <a:pt x="1745" y="362"/>
                  </a:lnTo>
                  <a:lnTo>
                    <a:pt x="1685" y="282"/>
                  </a:lnTo>
                  <a:lnTo>
                    <a:pt x="1585" y="201"/>
                  </a:lnTo>
                  <a:lnTo>
                    <a:pt x="1505" y="141"/>
                  </a:lnTo>
                  <a:lnTo>
                    <a:pt x="1404" y="81"/>
                  </a:lnTo>
                  <a:lnTo>
                    <a:pt x="1284" y="41"/>
                  </a:lnTo>
                  <a:lnTo>
                    <a:pt x="1184" y="2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42">
              <a:extLst>
                <a:ext uri="{FF2B5EF4-FFF2-40B4-BE49-F238E27FC236}">
                  <a16:creationId xmlns:a16="http://schemas.microsoft.com/office/drawing/2014/main" id="{429DB7A5-F262-72A3-1AAB-BB4BA2B3CD29}"/>
                </a:ext>
              </a:extLst>
            </p:cNvPr>
            <p:cNvSpPr/>
            <p:nvPr/>
          </p:nvSpPr>
          <p:spPr>
            <a:xfrm>
              <a:off x="11419000" y="4969163"/>
              <a:ext cx="49150" cy="49675"/>
            </a:xfrm>
            <a:custGeom>
              <a:avLst/>
              <a:gdLst/>
              <a:ahLst/>
              <a:cxnLst/>
              <a:rect l="l" t="t" r="r" b="b"/>
              <a:pathLst>
                <a:path w="1966" h="1987" extrusionOk="0">
                  <a:moveTo>
                    <a:pt x="943" y="1"/>
                  </a:moveTo>
                  <a:lnTo>
                    <a:pt x="823" y="21"/>
                  </a:lnTo>
                  <a:lnTo>
                    <a:pt x="722" y="41"/>
                  </a:lnTo>
                  <a:lnTo>
                    <a:pt x="622" y="81"/>
                  </a:lnTo>
                  <a:lnTo>
                    <a:pt x="522" y="121"/>
                  </a:lnTo>
                  <a:lnTo>
                    <a:pt x="422" y="181"/>
                  </a:lnTo>
                  <a:lnTo>
                    <a:pt x="261" y="322"/>
                  </a:lnTo>
                  <a:lnTo>
                    <a:pt x="141" y="502"/>
                  </a:lnTo>
                  <a:lnTo>
                    <a:pt x="61" y="682"/>
                  </a:lnTo>
                  <a:lnTo>
                    <a:pt x="0" y="903"/>
                  </a:lnTo>
                  <a:lnTo>
                    <a:pt x="0" y="1023"/>
                  </a:lnTo>
                  <a:lnTo>
                    <a:pt x="0" y="1124"/>
                  </a:lnTo>
                  <a:lnTo>
                    <a:pt x="40" y="1304"/>
                  </a:lnTo>
                  <a:lnTo>
                    <a:pt x="101" y="1465"/>
                  </a:lnTo>
                  <a:lnTo>
                    <a:pt x="201" y="1625"/>
                  </a:lnTo>
                  <a:lnTo>
                    <a:pt x="341" y="1745"/>
                  </a:lnTo>
                  <a:lnTo>
                    <a:pt x="502" y="1866"/>
                  </a:lnTo>
                  <a:lnTo>
                    <a:pt x="682" y="1946"/>
                  </a:lnTo>
                  <a:lnTo>
                    <a:pt x="883" y="1986"/>
                  </a:lnTo>
                  <a:lnTo>
                    <a:pt x="1123" y="1986"/>
                  </a:lnTo>
                  <a:lnTo>
                    <a:pt x="1244" y="1966"/>
                  </a:lnTo>
                  <a:lnTo>
                    <a:pt x="1384" y="1926"/>
                  </a:lnTo>
                  <a:lnTo>
                    <a:pt x="1504" y="1846"/>
                  </a:lnTo>
                  <a:lnTo>
                    <a:pt x="1605" y="1785"/>
                  </a:lnTo>
                  <a:lnTo>
                    <a:pt x="1705" y="1685"/>
                  </a:lnTo>
                  <a:lnTo>
                    <a:pt x="1785" y="1585"/>
                  </a:lnTo>
                  <a:lnTo>
                    <a:pt x="1865" y="1465"/>
                  </a:lnTo>
                  <a:lnTo>
                    <a:pt x="1906" y="1324"/>
                  </a:lnTo>
                  <a:lnTo>
                    <a:pt x="1946" y="1224"/>
                  </a:lnTo>
                  <a:lnTo>
                    <a:pt x="1966" y="1104"/>
                  </a:lnTo>
                  <a:lnTo>
                    <a:pt x="1966" y="983"/>
                  </a:lnTo>
                  <a:lnTo>
                    <a:pt x="1966" y="863"/>
                  </a:lnTo>
                  <a:lnTo>
                    <a:pt x="1946" y="763"/>
                  </a:lnTo>
                  <a:lnTo>
                    <a:pt x="1906" y="662"/>
                  </a:lnTo>
                  <a:lnTo>
                    <a:pt x="1865" y="562"/>
                  </a:lnTo>
                  <a:lnTo>
                    <a:pt x="1805" y="462"/>
                  </a:lnTo>
                  <a:lnTo>
                    <a:pt x="1745" y="382"/>
                  </a:lnTo>
                  <a:lnTo>
                    <a:pt x="1665" y="281"/>
                  </a:lnTo>
                  <a:lnTo>
                    <a:pt x="1585" y="221"/>
                  </a:lnTo>
                  <a:lnTo>
                    <a:pt x="1504" y="161"/>
                  </a:lnTo>
                  <a:lnTo>
                    <a:pt x="1404" y="101"/>
                  </a:lnTo>
                  <a:lnTo>
                    <a:pt x="1284" y="61"/>
                  </a:lnTo>
                  <a:lnTo>
                    <a:pt x="1184" y="21"/>
                  </a:lnTo>
                  <a:lnTo>
                    <a:pt x="1063" y="21"/>
                  </a:lnTo>
                  <a:lnTo>
                    <a:pt x="9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42">
              <a:extLst>
                <a:ext uri="{FF2B5EF4-FFF2-40B4-BE49-F238E27FC236}">
                  <a16:creationId xmlns:a16="http://schemas.microsoft.com/office/drawing/2014/main" id="{67C3FD8C-CF24-E5F8-EF92-8456CC9CCC49}"/>
                </a:ext>
              </a:extLst>
            </p:cNvPr>
            <p:cNvSpPr/>
            <p:nvPr/>
          </p:nvSpPr>
          <p:spPr>
            <a:xfrm>
              <a:off x="12105350" y="4403638"/>
              <a:ext cx="49675" cy="49650"/>
            </a:xfrm>
            <a:custGeom>
              <a:avLst/>
              <a:gdLst/>
              <a:ahLst/>
              <a:cxnLst/>
              <a:rect l="l" t="t" r="r" b="b"/>
              <a:pathLst>
                <a:path w="1987" h="1986" extrusionOk="0">
                  <a:moveTo>
                    <a:pt x="944" y="0"/>
                  </a:moveTo>
                  <a:lnTo>
                    <a:pt x="843" y="20"/>
                  </a:lnTo>
                  <a:lnTo>
                    <a:pt x="743" y="40"/>
                  </a:lnTo>
                  <a:lnTo>
                    <a:pt x="623" y="80"/>
                  </a:lnTo>
                  <a:lnTo>
                    <a:pt x="542" y="120"/>
                  </a:lnTo>
                  <a:lnTo>
                    <a:pt x="442" y="181"/>
                  </a:lnTo>
                  <a:lnTo>
                    <a:pt x="282" y="321"/>
                  </a:lnTo>
                  <a:lnTo>
                    <a:pt x="161" y="481"/>
                  </a:lnTo>
                  <a:lnTo>
                    <a:pt x="61" y="682"/>
                  </a:lnTo>
                  <a:lnTo>
                    <a:pt x="21" y="903"/>
                  </a:lnTo>
                  <a:lnTo>
                    <a:pt x="1" y="1023"/>
                  </a:lnTo>
                  <a:lnTo>
                    <a:pt x="21" y="1123"/>
                  </a:lnTo>
                  <a:lnTo>
                    <a:pt x="41" y="1304"/>
                  </a:lnTo>
                  <a:lnTo>
                    <a:pt x="121" y="1464"/>
                  </a:lnTo>
                  <a:lnTo>
                    <a:pt x="222" y="1604"/>
                  </a:lnTo>
                  <a:lnTo>
                    <a:pt x="362" y="1745"/>
                  </a:lnTo>
                  <a:lnTo>
                    <a:pt x="522" y="1865"/>
                  </a:lnTo>
                  <a:lnTo>
                    <a:pt x="703" y="1925"/>
                  </a:lnTo>
                  <a:lnTo>
                    <a:pt x="903" y="1986"/>
                  </a:lnTo>
                  <a:lnTo>
                    <a:pt x="1124" y="1986"/>
                  </a:lnTo>
                  <a:lnTo>
                    <a:pt x="1264" y="1965"/>
                  </a:lnTo>
                  <a:lnTo>
                    <a:pt x="1385" y="1905"/>
                  </a:lnTo>
                  <a:lnTo>
                    <a:pt x="1505" y="1845"/>
                  </a:lnTo>
                  <a:lnTo>
                    <a:pt x="1625" y="1765"/>
                  </a:lnTo>
                  <a:lnTo>
                    <a:pt x="1706" y="1685"/>
                  </a:lnTo>
                  <a:lnTo>
                    <a:pt x="1806" y="1564"/>
                  </a:lnTo>
                  <a:lnTo>
                    <a:pt x="1866" y="1444"/>
                  </a:lnTo>
                  <a:lnTo>
                    <a:pt x="1926" y="1324"/>
                  </a:lnTo>
                  <a:lnTo>
                    <a:pt x="1966" y="1203"/>
                  </a:lnTo>
                  <a:lnTo>
                    <a:pt x="1986" y="1103"/>
                  </a:lnTo>
                  <a:lnTo>
                    <a:pt x="1986" y="983"/>
                  </a:lnTo>
                  <a:lnTo>
                    <a:pt x="1986" y="862"/>
                  </a:lnTo>
                  <a:lnTo>
                    <a:pt x="1946" y="762"/>
                  </a:lnTo>
                  <a:lnTo>
                    <a:pt x="1926" y="662"/>
                  </a:lnTo>
                  <a:lnTo>
                    <a:pt x="1886" y="542"/>
                  </a:lnTo>
                  <a:lnTo>
                    <a:pt x="1826" y="461"/>
                  </a:lnTo>
                  <a:lnTo>
                    <a:pt x="1766" y="361"/>
                  </a:lnTo>
                  <a:lnTo>
                    <a:pt x="1686" y="281"/>
                  </a:lnTo>
                  <a:lnTo>
                    <a:pt x="1605" y="221"/>
                  </a:lnTo>
                  <a:lnTo>
                    <a:pt x="1505" y="161"/>
                  </a:lnTo>
                  <a:lnTo>
                    <a:pt x="1405" y="100"/>
                  </a:lnTo>
                  <a:lnTo>
                    <a:pt x="1305" y="60"/>
                  </a:lnTo>
                  <a:lnTo>
                    <a:pt x="1184" y="20"/>
                  </a:lnTo>
                  <a:lnTo>
                    <a:pt x="10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8549;p42">
              <a:extLst>
                <a:ext uri="{FF2B5EF4-FFF2-40B4-BE49-F238E27FC236}">
                  <a16:creationId xmlns:a16="http://schemas.microsoft.com/office/drawing/2014/main" id="{103738A3-4C1B-D20D-6120-9ABAD783FAC6}"/>
                </a:ext>
              </a:extLst>
            </p:cNvPr>
            <p:cNvSpPr/>
            <p:nvPr/>
          </p:nvSpPr>
          <p:spPr>
            <a:xfrm>
              <a:off x="11812575" y="4458288"/>
              <a:ext cx="49150" cy="49650"/>
            </a:xfrm>
            <a:custGeom>
              <a:avLst/>
              <a:gdLst/>
              <a:ahLst/>
              <a:cxnLst/>
              <a:rect l="l" t="t" r="r" b="b"/>
              <a:pathLst>
                <a:path w="1966" h="1986" extrusionOk="0">
                  <a:moveTo>
                    <a:pt x="943" y="0"/>
                  </a:moveTo>
                  <a:lnTo>
                    <a:pt x="822" y="20"/>
                  </a:lnTo>
                  <a:lnTo>
                    <a:pt x="722" y="40"/>
                  </a:lnTo>
                  <a:lnTo>
                    <a:pt x="622" y="80"/>
                  </a:lnTo>
                  <a:lnTo>
                    <a:pt x="522" y="120"/>
                  </a:lnTo>
                  <a:lnTo>
                    <a:pt x="441" y="181"/>
                  </a:lnTo>
                  <a:lnTo>
                    <a:pt x="281" y="321"/>
                  </a:lnTo>
                  <a:lnTo>
                    <a:pt x="141" y="481"/>
                  </a:lnTo>
                  <a:lnTo>
                    <a:pt x="60" y="682"/>
                  </a:lnTo>
                  <a:lnTo>
                    <a:pt x="0" y="903"/>
                  </a:lnTo>
                  <a:lnTo>
                    <a:pt x="0" y="1023"/>
                  </a:lnTo>
                  <a:lnTo>
                    <a:pt x="0" y="1123"/>
                  </a:lnTo>
                  <a:lnTo>
                    <a:pt x="40" y="1304"/>
                  </a:lnTo>
                  <a:lnTo>
                    <a:pt x="100" y="1464"/>
                  </a:lnTo>
                  <a:lnTo>
                    <a:pt x="221" y="1604"/>
                  </a:lnTo>
                  <a:lnTo>
                    <a:pt x="341" y="1745"/>
                  </a:lnTo>
                  <a:lnTo>
                    <a:pt x="502" y="1865"/>
                  </a:lnTo>
                  <a:lnTo>
                    <a:pt x="682" y="1945"/>
                  </a:lnTo>
                  <a:lnTo>
                    <a:pt x="883" y="1985"/>
                  </a:lnTo>
                  <a:lnTo>
                    <a:pt x="1123" y="1985"/>
                  </a:lnTo>
                  <a:lnTo>
                    <a:pt x="1244" y="1965"/>
                  </a:lnTo>
                  <a:lnTo>
                    <a:pt x="1384" y="1905"/>
                  </a:lnTo>
                  <a:lnTo>
                    <a:pt x="1504" y="1845"/>
                  </a:lnTo>
                  <a:lnTo>
                    <a:pt x="1605" y="1765"/>
                  </a:lnTo>
                  <a:lnTo>
                    <a:pt x="1705" y="1685"/>
                  </a:lnTo>
                  <a:lnTo>
                    <a:pt x="1785" y="1564"/>
                  </a:lnTo>
                  <a:lnTo>
                    <a:pt x="1865" y="1444"/>
                  </a:lnTo>
                  <a:lnTo>
                    <a:pt x="1905" y="1324"/>
                  </a:lnTo>
                  <a:lnTo>
                    <a:pt x="1945" y="1203"/>
                  </a:lnTo>
                  <a:lnTo>
                    <a:pt x="1965" y="1103"/>
                  </a:lnTo>
                  <a:lnTo>
                    <a:pt x="1965" y="983"/>
                  </a:lnTo>
                  <a:lnTo>
                    <a:pt x="1965" y="862"/>
                  </a:lnTo>
                  <a:lnTo>
                    <a:pt x="1945" y="762"/>
                  </a:lnTo>
                  <a:lnTo>
                    <a:pt x="1905" y="662"/>
                  </a:lnTo>
                  <a:lnTo>
                    <a:pt x="1865" y="542"/>
                  </a:lnTo>
                  <a:lnTo>
                    <a:pt x="1805" y="461"/>
                  </a:lnTo>
                  <a:lnTo>
                    <a:pt x="1745" y="361"/>
                  </a:lnTo>
                  <a:lnTo>
                    <a:pt x="1665" y="281"/>
                  </a:lnTo>
                  <a:lnTo>
                    <a:pt x="1584" y="221"/>
                  </a:lnTo>
                  <a:lnTo>
                    <a:pt x="1504" y="160"/>
                  </a:lnTo>
                  <a:lnTo>
                    <a:pt x="1404" y="100"/>
                  </a:lnTo>
                  <a:lnTo>
                    <a:pt x="1284" y="60"/>
                  </a:lnTo>
                  <a:lnTo>
                    <a:pt x="1183" y="20"/>
                  </a:lnTo>
                  <a:lnTo>
                    <a:pt x="10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42">
              <a:extLst>
                <a:ext uri="{FF2B5EF4-FFF2-40B4-BE49-F238E27FC236}">
                  <a16:creationId xmlns:a16="http://schemas.microsoft.com/office/drawing/2014/main" id="{91F0258A-04C4-CC6D-E3E5-FED9A3A0F740}"/>
                </a:ext>
              </a:extLst>
            </p:cNvPr>
            <p:cNvSpPr/>
            <p:nvPr/>
          </p:nvSpPr>
          <p:spPr>
            <a:xfrm>
              <a:off x="11982525" y="4983213"/>
              <a:ext cx="49650" cy="49650"/>
            </a:xfrm>
            <a:custGeom>
              <a:avLst/>
              <a:gdLst/>
              <a:ahLst/>
              <a:cxnLst/>
              <a:rect l="l" t="t" r="r" b="b"/>
              <a:pathLst>
                <a:path w="1986" h="1986" extrusionOk="0">
                  <a:moveTo>
                    <a:pt x="943" y="0"/>
                  </a:moveTo>
                  <a:lnTo>
                    <a:pt x="843" y="20"/>
                  </a:lnTo>
                  <a:lnTo>
                    <a:pt x="723" y="40"/>
                  </a:lnTo>
                  <a:lnTo>
                    <a:pt x="622" y="80"/>
                  </a:lnTo>
                  <a:lnTo>
                    <a:pt x="522" y="120"/>
                  </a:lnTo>
                  <a:lnTo>
                    <a:pt x="442" y="181"/>
                  </a:lnTo>
                  <a:lnTo>
                    <a:pt x="281" y="321"/>
                  </a:lnTo>
                  <a:lnTo>
                    <a:pt x="141" y="502"/>
                  </a:lnTo>
                  <a:lnTo>
                    <a:pt x="61" y="682"/>
                  </a:lnTo>
                  <a:lnTo>
                    <a:pt x="1" y="903"/>
                  </a:lnTo>
                  <a:lnTo>
                    <a:pt x="1" y="1023"/>
                  </a:lnTo>
                  <a:lnTo>
                    <a:pt x="1" y="1123"/>
                  </a:lnTo>
                  <a:lnTo>
                    <a:pt x="41" y="1304"/>
                  </a:lnTo>
                  <a:lnTo>
                    <a:pt x="121" y="1464"/>
                  </a:lnTo>
                  <a:lnTo>
                    <a:pt x="221" y="1625"/>
                  </a:lnTo>
                  <a:lnTo>
                    <a:pt x="342" y="1745"/>
                  </a:lnTo>
                  <a:lnTo>
                    <a:pt x="502" y="1865"/>
                  </a:lnTo>
                  <a:lnTo>
                    <a:pt x="682" y="1945"/>
                  </a:lnTo>
                  <a:lnTo>
                    <a:pt x="903" y="1986"/>
                  </a:lnTo>
                  <a:lnTo>
                    <a:pt x="1124" y="1986"/>
                  </a:lnTo>
                  <a:lnTo>
                    <a:pt x="1264" y="1966"/>
                  </a:lnTo>
                  <a:lnTo>
                    <a:pt x="1384" y="1925"/>
                  </a:lnTo>
                  <a:lnTo>
                    <a:pt x="1505" y="1845"/>
                  </a:lnTo>
                  <a:lnTo>
                    <a:pt x="1605" y="1785"/>
                  </a:lnTo>
                  <a:lnTo>
                    <a:pt x="1705" y="1685"/>
                  </a:lnTo>
                  <a:lnTo>
                    <a:pt x="1785" y="1584"/>
                  </a:lnTo>
                  <a:lnTo>
                    <a:pt x="1866" y="1464"/>
                  </a:lnTo>
                  <a:lnTo>
                    <a:pt x="1926" y="1324"/>
                  </a:lnTo>
                  <a:lnTo>
                    <a:pt x="1946" y="1223"/>
                  </a:lnTo>
                  <a:lnTo>
                    <a:pt x="1966" y="1103"/>
                  </a:lnTo>
                  <a:lnTo>
                    <a:pt x="1986" y="983"/>
                  </a:lnTo>
                  <a:lnTo>
                    <a:pt x="1966" y="863"/>
                  </a:lnTo>
                  <a:lnTo>
                    <a:pt x="1946" y="762"/>
                  </a:lnTo>
                  <a:lnTo>
                    <a:pt x="1926" y="662"/>
                  </a:lnTo>
                  <a:lnTo>
                    <a:pt x="1866" y="562"/>
                  </a:lnTo>
                  <a:lnTo>
                    <a:pt x="1826" y="461"/>
                  </a:lnTo>
                  <a:lnTo>
                    <a:pt x="1745" y="381"/>
                  </a:lnTo>
                  <a:lnTo>
                    <a:pt x="1685" y="281"/>
                  </a:lnTo>
                  <a:lnTo>
                    <a:pt x="1585" y="221"/>
                  </a:lnTo>
                  <a:lnTo>
                    <a:pt x="1505" y="161"/>
                  </a:lnTo>
                  <a:lnTo>
                    <a:pt x="1404" y="100"/>
                  </a:lnTo>
                  <a:lnTo>
                    <a:pt x="1304" y="60"/>
                  </a:lnTo>
                  <a:lnTo>
                    <a:pt x="1184" y="20"/>
                  </a:lnTo>
                  <a:lnTo>
                    <a:pt x="1064" y="20"/>
                  </a:lnTo>
                  <a:lnTo>
                    <a:pt x="9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42">
              <a:extLst>
                <a:ext uri="{FF2B5EF4-FFF2-40B4-BE49-F238E27FC236}">
                  <a16:creationId xmlns:a16="http://schemas.microsoft.com/office/drawing/2014/main" id="{BCB4DFFF-9946-B42E-849A-332B3F936FB5}"/>
                </a:ext>
              </a:extLst>
            </p:cNvPr>
            <p:cNvSpPr/>
            <p:nvPr/>
          </p:nvSpPr>
          <p:spPr>
            <a:xfrm>
              <a:off x="11386900" y="4083763"/>
              <a:ext cx="726000" cy="320400"/>
            </a:xfrm>
            <a:custGeom>
              <a:avLst/>
              <a:gdLst/>
              <a:ahLst/>
              <a:cxnLst/>
              <a:rect l="l" t="t" r="r" b="b"/>
              <a:pathLst>
                <a:path w="29040" h="12816" extrusionOk="0">
                  <a:moveTo>
                    <a:pt x="28699" y="0"/>
                  </a:moveTo>
                  <a:lnTo>
                    <a:pt x="28518" y="20"/>
                  </a:lnTo>
                  <a:lnTo>
                    <a:pt x="28258" y="81"/>
                  </a:lnTo>
                  <a:lnTo>
                    <a:pt x="27897" y="181"/>
                  </a:lnTo>
                  <a:lnTo>
                    <a:pt x="27476" y="301"/>
                  </a:lnTo>
                  <a:lnTo>
                    <a:pt x="26433" y="662"/>
                  </a:lnTo>
                  <a:lnTo>
                    <a:pt x="25149" y="1123"/>
                  </a:lnTo>
                  <a:lnTo>
                    <a:pt x="23645" y="1685"/>
                  </a:lnTo>
                  <a:lnTo>
                    <a:pt x="21981" y="2327"/>
                  </a:lnTo>
                  <a:lnTo>
                    <a:pt x="18331" y="3771"/>
                  </a:lnTo>
                  <a:lnTo>
                    <a:pt x="17749" y="3991"/>
                  </a:lnTo>
                  <a:lnTo>
                    <a:pt x="16786" y="4392"/>
                  </a:lnTo>
                  <a:lnTo>
                    <a:pt x="12876" y="5957"/>
                  </a:lnTo>
                  <a:lnTo>
                    <a:pt x="6418" y="8564"/>
                  </a:lnTo>
                  <a:lnTo>
                    <a:pt x="6077" y="8644"/>
                  </a:lnTo>
                  <a:lnTo>
                    <a:pt x="5757" y="8724"/>
                  </a:lnTo>
                  <a:lnTo>
                    <a:pt x="5095" y="8844"/>
                  </a:lnTo>
                  <a:lnTo>
                    <a:pt x="4473" y="8925"/>
                  </a:lnTo>
                  <a:lnTo>
                    <a:pt x="3871" y="9005"/>
                  </a:lnTo>
                  <a:lnTo>
                    <a:pt x="3270" y="9085"/>
                  </a:lnTo>
                  <a:lnTo>
                    <a:pt x="2688" y="9185"/>
                  </a:lnTo>
                  <a:lnTo>
                    <a:pt x="2407" y="9266"/>
                  </a:lnTo>
                  <a:lnTo>
                    <a:pt x="2107" y="9346"/>
                  </a:lnTo>
                  <a:lnTo>
                    <a:pt x="1826" y="9466"/>
                  </a:lnTo>
                  <a:lnTo>
                    <a:pt x="1525" y="9586"/>
                  </a:lnTo>
                  <a:lnTo>
                    <a:pt x="1324" y="9687"/>
                  </a:lnTo>
                  <a:lnTo>
                    <a:pt x="984" y="9907"/>
                  </a:lnTo>
                  <a:lnTo>
                    <a:pt x="643" y="10148"/>
                  </a:lnTo>
                  <a:lnTo>
                    <a:pt x="482" y="10288"/>
                  </a:lnTo>
                  <a:lnTo>
                    <a:pt x="342" y="10429"/>
                  </a:lnTo>
                  <a:lnTo>
                    <a:pt x="221" y="10569"/>
                  </a:lnTo>
                  <a:lnTo>
                    <a:pt x="141" y="10729"/>
                  </a:lnTo>
                  <a:lnTo>
                    <a:pt x="61" y="10890"/>
                  </a:lnTo>
                  <a:lnTo>
                    <a:pt x="21" y="11050"/>
                  </a:lnTo>
                  <a:lnTo>
                    <a:pt x="1" y="11231"/>
                  </a:lnTo>
                  <a:lnTo>
                    <a:pt x="1" y="11391"/>
                  </a:lnTo>
                  <a:lnTo>
                    <a:pt x="41" y="11552"/>
                  </a:lnTo>
                  <a:lnTo>
                    <a:pt x="81" y="11712"/>
                  </a:lnTo>
                  <a:lnTo>
                    <a:pt x="141" y="11853"/>
                  </a:lnTo>
                  <a:lnTo>
                    <a:pt x="221" y="12013"/>
                  </a:lnTo>
                  <a:lnTo>
                    <a:pt x="322" y="12153"/>
                  </a:lnTo>
                  <a:lnTo>
                    <a:pt x="422" y="12274"/>
                  </a:lnTo>
                  <a:lnTo>
                    <a:pt x="562" y="12394"/>
                  </a:lnTo>
                  <a:lnTo>
                    <a:pt x="683" y="12494"/>
                  </a:lnTo>
                  <a:lnTo>
                    <a:pt x="823" y="12575"/>
                  </a:lnTo>
                  <a:lnTo>
                    <a:pt x="984" y="12655"/>
                  </a:lnTo>
                  <a:lnTo>
                    <a:pt x="1144" y="12715"/>
                  </a:lnTo>
                  <a:lnTo>
                    <a:pt x="1304" y="12755"/>
                  </a:lnTo>
                  <a:lnTo>
                    <a:pt x="1485" y="12795"/>
                  </a:lnTo>
                  <a:lnTo>
                    <a:pt x="1645" y="12815"/>
                  </a:lnTo>
                  <a:lnTo>
                    <a:pt x="1826" y="12815"/>
                  </a:lnTo>
                  <a:lnTo>
                    <a:pt x="1986" y="12795"/>
                  </a:lnTo>
                  <a:lnTo>
                    <a:pt x="2327" y="12735"/>
                  </a:lnTo>
                  <a:lnTo>
                    <a:pt x="2648" y="12655"/>
                  </a:lnTo>
                  <a:lnTo>
                    <a:pt x="2969" y="12514"/>
                  </a:lnTo>
                  <a:lnTo>
                    <a:pt x="3310" y="12354"/>
                  </a:lnTo>
                  <a:lnTo>
                    <a:pt x="3611" y="12153"/>
                  </a:lnTo>
                  <a:lnTo>
                    <a:pt x="3932" y="11933"/>
                  </a:lnTo>
                  <a:lnTo>
                    <a:pt x="4533" y="11472"/>
                  </a:lnTo>
                  <a:lnTo>
                    <a:pt x="5135" y="11010"/>
                  </a:lnTo>
                  <a:lnTo>
                    <a:pt x="5696" y="10569"/>
                  </a:lnTo>
                  <a:lnTo>
                    <a:pt x="5957" y="10369"/>
                  </a:lnTo>
                  <a:lnTo>
                    <a:pt x="6218" y="10208"/>
                  </a:lnTo>
                  <a:lnTo>
                    <a:pt x="6779" y="9887"/>
                  </a:lnTo>
                  <a:lnTo>
                    <a:pt x="7461" y="9526"/>
                  </a:lnTo>
                  <a:lnTo>
                    <a:pt x="8263" y="9145"/>
                  </a:lnTo>
                  <a:lnTo>
                    <a:pt x="9166" y="8724"/>
                  </a:lnTo>
                  <a:lnTo>
                    <a:pt x="10169" y="8283"/>
                  </a:lnTo>
                  <a:lnTo>
                    <a:pt x="11231" y="7842"/>
                  </a:lnTo>
                  <a:lnTo>
                    <a:pt x="13538" y="6879"/>
                  </a:lnTo>
                  <a:lnTo>
                    <a:pt x="15423" y="6137"/>
                  </a:lnTo>
                  <a:lnTo>
                    <a:pt x="17328" y="5395"/>
                  </a:lnTo>
                  <a:lnTo>
                    <a:pt x="17348" y="5395"/>
                  </a:lnTo>
                  <a:lnTo>
                    <a:pt x="18230" y="5054"/>
                  </a:lnTo>
                  <a:lnTo>
                    <a:pt x="18832" y="4813"/>
                  </a:lnTo>
                  <a:lnTo>
                    <a:pt x="22322" y="3490"/>
                  </a:lnTo>
                  <a:lnTo>
                    <a:pt x="25310" y="2367"/>
                  </a:lnTo>
                  <a:lnTo>
                    <a:pt x="27455" y="1565"/>
                  </a:lnTo>
                  <a:lnTo>
                    <a:pt x="28117" y="1284"/>
                  </a:lnTo>
                  <a:lnTo>
                    <a:pt x="28458" y="1143"/>
                  </a:lnTo>
                  <a:lnTo>
                    <a:pt x="28558" y="1083"/>
                  </a:lnTo>
                  <a:lnTo>
                    <a:pt x="28659" y="1003"/>
                  </a:lnTo>
                  <a:lnTo>
                    <a:pt x="28819" y="843"/>
                  </a:lnTo>
                  <a:lnTo>
                    <a:pt x="28940" y="642"/>
                  </a:lnTo>
                  <a:lnTo>
                    <a:pt x="29020" y="462"/>
                  </a:lnTo>
                  <a:lnTo>
                    <a:pt x="29040" y="361"/>
                  </a:lnTo>
                  <a:lnTo>
                    <a:pt x="29040" y="281"/>
                  </a:lnTo>
                  <a:lnTo>
                    <a:pt x="29040" y="201"/>
                  </a:lnTo>
                  <a:lnTo>
                    <a:pt x="29000" y="141"/>
                  </a:lnTo>
                  <a:lnTo>
                    <a:pt x="28960" y="81"/>
                  </a:lnTo>
                  <a:lnTo>
                    <a:pt x="28899" y="40"/>
                  </a:lnTo>
                  <a:lnTo>
                    <a:pt x="28799" y="20"/>
                  </a:lnTo>
                  <a:lnTo>
                    <a:pt x="286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42">
              <a:extLst>
                <a:ext uri="{FF2B5EF4-FFF2-40B4-BE49-F238E27FC236}">
                  <a16:creationId xmlns:a16="http://schemas.microsoft.com/office/drawing/2014/main" id="{77E37A78-94F0-E32E-D49F-8356A36B6EA0}"/>
                </a:ext>
              </a:extLst>
            </p:cNvPr>
            <p:cNvSpPr/>
            <p:nvPr/>
          </p:nvSpPr>
          <p:spPr>
            <a:xfrm>
              <a:off x="11386900" y="4083763"/>
              <a:ext cx="726000" cy="320400"/>
            </a:xfrm>
            <a:custGeom>
              <a:avLst/>
              <a:gdLst/>
              <a:ahLst/>
              <a:cxnLst/>
              <a:rect l="l" t="t" r="r" b="b"/>
              <a:pathLst>
                <a:path w="29040" h="12816" fill="none" extrusionOk="0">
                  <a:moveTo>
                    <a:pt x="28458" y="1143"/>
                  </a:moveTo>
                  <a:lnTo>
                    <a:pt x="28458" y="1143"/>
                  </a:lnTo>
                  <a:lnTo>
                    <a:pt x="28117" y="1284"/>
                  </a:lnTo>
                  <a:lnTo>
                    <a:pt x="27455" y="1565"/>
                  </a:lnTo>
                  <a:lnTo>
                    <a:pt x="25310" y="2367"/>
                  </a:lnTo>
                  <a:lnTo>
                    <a:pt x="22322" y="3490"/>
                  </a:lnTo>
                  <a:lnTo>
                    <a:pt x="18832" y="4813"/>
                  </a:lnTo>
                  <a:lnTo>
                    <a:pt x="18832" y="4813"/>
                  </a:lnTo>
                  <a:lnTo>
                    <a:pt x="18230" y="5054"/>
                  </a:lnTo>
                  <a:lnTo>
                    <a:pt x="18230" y="5054"/>
                  </a:lnTo>
                  <a:lnTo>
                    <a:pt x="17348" y="5395"/>
                  </a:lnTo>
                  <a:lnTo>
                    <a:pt x="17348" y="5395"/>
                  </a:lnTo>
                  <a:lnTo>
                    <a:pt x="17328" y="5395"/>
                  </a:lnTo>
                  <a:lnTo>
                    <a:pt x="17328" y="5395"/>
                  </a:lnTo>
                  <a:lnTo>
                    <a:pt x="15423" y="6137"/>
                  </a:lnTo>
                  <a:lnTo>
                    <a:pt x="13538" y="6879"/>
                  </a:lnTo>
                  <a:lnTo>
                    <a:pt x="13538" y="6879"/>
                  </a:lnTo>
                  <a:lnTo>
                    <a:pt x="11231" y="7842"/>
                  </a:lnTo>
                  <a:lnTo>
                    <a:pt x="10169" y="8283"/>
                  </a:lnTo>
                  <a:lnTo>
                    <a:pt x="9166" y="8724"/>
                  </a:lnTo>
                  <a:lnTo>
                    <a:pt x="8263" y="9145"/>
                  </a:lnTo>
                  <a:lnTo>
                    <a:pt x="7461" y="9526"/>
                  </a:lnTo>
                  <a:lnTo>
                    <a:pt x="6779" y="9887"/>
                  </a:lnTo>
                  <a:lnTo>
                    <a:pt x="6218" y="10208"/>
                  </a:lnTo>
                  <a:lnTo>
                    <a:pt x="6218" y="10208"/>
                  </a:lnTo>
                  <a:lnTo>
                    <a:pt x="5957" y="10369"/>
                  </a:lnTo>
                  <a:lnTo>
                    <a:pt x="5696" y="10569"/>
                  </a:lnTo>
                  <a:lnTo>
                    <a:pt x="5135" y="11010"/>
                  </a:lnTo>
                  <a:lnTo>
                    <a:pt x="4533" y="11472"/>
                  </a:lnTo>
                  <a:lnTo>
                    <a:pt x="3932" y="11933"/>
                  </a:lnTo>
                  <a:lnTo>
                    <a:pt x="3611" y="12153"/>
                  </a:lnTo>
                  <a:lnTo>
                    <a:pt x="3310" y="12354"/>
                  </a:lnTo>
                  <a:lnTo>
                    <a:pt x="2969" y="12514"/>
                  </a:lnTo>
                  <a:lnTo>
                    <a:pt x="2648" y="12655"/>
                  </a:lnTo>
                  <a:lnTo>
                    <a:pt x="2327" y="12735"/>
                  </a:lnTo>
                  <a:lnTo>
                    <a:pt x="1986" y="12795"/>
                  </a:lnTo>
                  <a:lnTo>
                    <a:pt x="1826" y="12815"/>
                  </a:lnTo>
                  <a:lnTo>
                    <a:pt x="1645" y="12815"/>
                  </a:lnTo>
                  <a:lnTo>
                    <a:pt x="1485" y="12795"/>
                  </a:lnTo>
                  <a:lnTo>
                    <a:pt x="1304" y="12755"/>
                  </a:lnTo>
                  <a:lnTo>
                    <a:pt x="1304" y="12755"/>
                  </a:lnTo>
                  <a:lnTo>
                    <a:pt x="1144" y="12715"/>
                  </a:lnTo>
                  <a:lnTo>
                    <a:pt x="984" y="12655"/>
                  </a:lnTo>
                  <a:lnTo>
                    <a:pt x="823" y="12575"/>
                  </a:lnTo>
                  <a:lnTo>
                    <a:pt x="683" y="12494"/>
                  </a:lnTo>
                  <a:lnTo>
                    <a:pt x="562" y="12394"/>
                  </a:lnTo>
                  <a:lnTo>
                    <a:pt x="422" y="12274"/>
                  </a:lnTo>
                  <a:lnTo>
                    <a:pt x="322" y="12153"/>
                  </a:lnTo>
                  <a:lnTo>
                    <a:pt x="221" y="12013"/>
                  </a:lnTo>
                  <a:lnTo>
                    <a:pt x="141" y="11853"/>
                  </a:lnTo>
                  <a:lnTo>
                    <a:pt x="81" y="11712"/>
                  </a:lnTo>
                  <a:lnTo>
                    <a:pt x="41" y="11552"/>
                  </a:lnTo>
                  <a:lnTo>
                    <a:pt x="1" y="11391"/>
                  </a:lnTo>
                  <a:lnTo>
                    <a:pt x="1" y="11231"/>
                  </a:lnTo>
                  <a:lnTo>
                    <a:pt x="21" y="11050"/>
                  </a:lnTo>
                  <a:lnTo>
                    <a:pt x="61" y="10890"/>
                  </a:lnTo>
                  <a:lnTo>
                    <a:pt x="141" y="10729"/>
                  </a:lnTo>
                  <a:lnTo>
                    <a:pt x="141" y="10729"/>
                  </a:lnTo>
                  <a:lnTo>
                    <a:pt x="221" y="10569"/>
                  </a:lnTo>
                  <a:lnTo>
                    <a:pt x="342" y="10429"/>
                  </a:lnTo>
                  <a:lnTo>
                    <a:pt x="482" y="10288"/>
                  </a:lnTo>
                  <a:lnTo>
                    <a:pt x="643" y="10148"/>
                  </a:lnTo>
                  <a:lnTo>
                    <a:pt x="984" y="9907"/>
                  </a:lnTo>
                  <a:lnTo>
                    <a:pt x="1324" y="9687"/>
                  </a:lnTo>
                  <a:lnTo>
                    <a:pt x="1324" y="9687"/>
                  </a:lnTo>
                  <a:lnTo>
                    <a:pt x="1525" y="9586"/>
                  </a:lnTo>
                  <a:lnTo>
                    <a:pt x="1525" y="9586"/>
                  </a:lnTo>
                  <a:lnTo>
                    <a:pt x="1826" y="9466"/>
                  </a:lnTo>
                  <a:lnTo>
                    <a:pt x="2107" y="9346"/>
                  </a:lnTo>
                  <a:lnTo>
                    <a:pt x="2407" y="9266"/>
                  </a:lnTo>
                  <a:lnTo>
                    <a:pt x="2688" y="9185"/>
                  </a:lnTo>
                  <a:lnTo>
                    <a:pt x="3270" y="9085"/>
                  </a:lnTo>
                  <a:lnTo>
                    <a:pt x="3871" y="9005"/>
                  </a:lnTo>
                  <a:lnTo>
                    <a:pt x="4473" y="8925"/>
                  </a:lnTo>
                  <a:lnTo>
                    <a:pt x="5095" y="8844"/>
                  </a:lnTo>
                  <a:lnTo>
                    <a:pt x="5757" y="8724"/>
                  </a:lnTo>
                  <a:lnTo>
                    <a:pt x="6077" y="8644"/>
                  </a:lnTo>
                  <a:lnTo>
                    <a:pt x="6418" y="8564"/>
                  </a:lnTo>
                  <a:lnTo>
                    <a:pt x="6418" y="8564"/>
                  </a:lnTo>
                  <a:lnTo>
                    <a:pt x="12876" y="5957"/>
                  </a:lnTo>
                  <a:lnTo>
                    <a:pt x="12876" y="5957"/>
                  </a:lnTo>
                  <a:lnTo>
                    <a:pt x="16786" y="4392"/>
                  </a:lnTo>
                  <a:lnTo>
                    <a:pt x="16786" y="4392"/>
                  </a:lnTo>
                  <a:lnTo>
                    <a:pt x="17749" y="3991"/>
                  </a:lnTo>
                  <a:lnTo>
                    <a:pt x="17749" y="3991"/>
                  </a:lnTo>
                  <a:lnTo>
                    <a:pt x="18331" y="3771"/>
                  </a:lnTo>
                  <a:lnTo>
                    <a:pt x="18331" y="3771"/>
                  </a:lnTo>
                  <a:lnTo>
                    <a:pt x="21981" y="2327"/>
                  </a:lnTo>
                  <a:lnTo>
                    <a:pt x="23645" y="1685"/>
                  </a:lnTo>
                  <a:lnTo>
                    <a:pt x="25149" y="1123"/>
                  </a:lnTo>
                  <a:lnTo>
                    <a:pt x="26433" y="662"/>
                  </a:lnTo>
                  <a:lnTo>
                    <a:pt x="27476" y="301"/>
                  </a:lnTo>
                  <a:lnTo>
                    <a:pt x="27897" y="181"/>
                  </a:lnTo>
                  <a:lnTo>
                    <a:pt x="28258" y="81"/>
                  </a:lnTo>
                  <a:lnTo>
                    <a:pt x="28518" y="20"/>
                  </a:lnTo>
                  <a:lnTo>
                    <a:pt x="28699" y="0"/>
                  </a:lnTo>
                  <a:lnTo>
                    <a:pt x="28699" y="0"/>
                  </a:lnTo>
                  <a:lnTo>
                    <a:pt x="28799" y="20"/>
                  </a:lnTo>
                  <a:lnTo>
                    <a:pt x="28899" y="40"/>
                  </a:lnTo>
                  <a:lnTo>
                    <a:pt x="28960" y="81"/>
                  </a:lnTo>
                  <a:lnTo>
                    <a:pt x="29000" y="141"/>
                  </a:lnTo>
                  <a:lnTo>
                    <a:pt x="29040" y="201"/>
                  </a:lnTo>
                  <a:lnTo>
                    <a:pt x="29040" y="281"/>
                  </a:lnTo>
                  <a:lnTo>
                    <a:pt x="29040" y="361"/>
                  </a:lnTo>
                  <a:lnTo>
                    <a:pt x="29020" y="462"/>
                  </a:lnTo>
                  <a:lnTo>
                    <a:pt x="28940" y="642"/>
                  </a:lnTo>
                  <a:lnTo>
                    <a:pt x="28819" y="843"/>
                  </a:lnTo>
                  <a:lnTo>
                    <a:pt x="28659" y="1003"/>
                  </a:lnTo>
                  <a:lnTo>
                    <a:pt x="28558" y="1083"/>
                  </a:lnTo>
                  <a:lnTo>
                    <a:pt x="28458" y="11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42">
              <a:extLst>
                <a:ext uri="{FF2B5EF4-FFF2-40B4-BE49-F238E27FC236}">
                  <a16:creationId xmlns:a16="http://schemas.microsoft.com/office/drawing/2014/main" id="{E14A79BA-1860-C0F4-950A-F500D51CEC30}"/>
                </a:ext>
              </a:extLst>
            </p:cNvPr>
            <p:cNvSpPr/>
            <p:nvPr/>
          </p:nvSpPr>
          <p:spPr>
            <a:xfrm>
              <a:off x="11708775" y="4193563"/>
              <a:ext cx="111325" cy="62200"/>
            </a:xfrm>
            <a:custGeom>
              <a:avLst/>
              <a:gdLst/>
              <a:ahLst/>
              <a:cxnLst/>
              <a:rect l="l" t="t" r="r" b="b"/>
              <a:pathLst>
                <a:path w="4453" h="2488" extrusionOk="0">
                  <a:moveTo>
                    <a:pt x="3911" y="0"/>
                  </a:moveTo>
                  <a:lnTo>
                    <a:pt x="1" y="1565"/>
                  </a:lnTo>
                  <a:lnTo>
                    <a:pt x="161" y="1705"/>
                  </a:lnTo>
                  <a:lnTo>
                    <a:pt x="302" y="1845"/>
                  </a:lnTo>
                  <a:lnTo>
                    <a:pt x="442" y="2026"/>
                  </a:lnTo>
                  <a:lnTo>
                    <a:pt x="542" y="2206"/>
                  </a:lnTo>
                  <a:lnTo>
                    <a:pt x="623" y="2347"/>
                  </a:lnTo>
                  <a:lnTo>
                    <a:pt x="663" y="2487"/>
                  </a:lnTo>
                  <a:lnTo>
                    <a:pt x="2548" y="1745"/>
                  </a:lnTo>
                  <a:lnTo>
                    <a:pt x="4453" y="1003"/>
                  </a:lnTo>
                  <a:lnTo>
                    <a:pt x="4353" y="722"/>
                  </a:lnTo>
                  <a:lnTo>
                    <a:pt x="4232" y="462"/>
                  </a:lnTo>
                  <a:lnTo>
                    <a:pt x="4072" y="221"/>
                  </a:lnTo>
                  <a:lnTo>
                    <a:pt x="39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42">
              <a:extLst>
                <a:ext uri="{FF2B5EF4-FFF2-40B4-BE49-F238E27FC236}">
                  <a16:creationId xmlns:a16="http://schemas.microsoft.com/office/drawing/2014/main" id="{ADB99418-58E2-25C4-B6D6-455383239CCD}"/>
                </a:ext>
              </a:extLst>
            </p:cNvPr>
            <p:cNvSpPr/>
            <p:nvPr/>
          </p:nvSpPr>
          <p:spPr>
            <a:xfrm>
              <a:off x="11708775" y="4193563"/>
              <a:ext cx="111325" cy="62200"/>
            </a:xfrm>
            <a:custGeom>
              <a:avLst/>
              <a:gdLst/>
              <a:ahLst/>
              <a:cxnLst/>
              <a:rect l="l" t="t" r="r" b="b"/>
              <a:pathLst>
                <a:path w="4453" h="2488" fill="none" extrusionOk="0">
                  <a:moveTo>
                    <a:pt x="4453" y="1003"/>
                  </a:moveTo>
                  <a:lnTo>
                    <a:pt x="4453" y="1003"/>
                  </a:lnTo>
                  <a:lnTo>
                    <a:pt x="2548" y="1745"/>
                  </a:lnTo>
                  <a:lnTo>
                    <a:pt x="663" y="2487"/>
                  </a:lnTo>
                  <a:lnTo>
                    <a:pt x="663" y="2487"/>
                  </a:lnTo>
                  <a:lnTo>
                    <a:pt x="623" y="2347"/>
                  </a:lnTo>
                  <a:lnTo>
                    <a:pt x="542" y="2206"/>
                  </a:lnTo>
                  <a:lnTo>
                    <a:pt x="542" y="2206"/>
                  </a:lnTo>
                  <a:lnTo>
                    <a:pt x="442" y="2026"/>
                  </a:lnTo>
                  <a:lnTo>
                    <a:pt x="302" y="1845"/>
                  </a:lnTo>
                  <a:lnTo>
                    <a:pt x="161" y="1705"/>
                  </a:lnTo>
                  <a:lnTo>
                    <a:pt x="1" y="1565"/>
                  </a:lnTo>
                  <a:lnTo>
                    <a:pt x="1" y="1565"/>
                  </a:lnTo>
                  <a:lnTo>
                    <a:pt x="3911" y="0"/>
                  </a:lnTo>
                  <a:lnTo>
                    <a:pt x="3911" y="0"/>
                  </a:lnTo>
                  <a:lnTo>
                    <a:pt x="4072" y="221"/>
                  </a:lnTo>
                  <a:lnTo>
                    <a:pt x="4232" y="462"/>
                  </a:lnTo>
                  <a:lnTo>
                    <a:pt x="4353" y="722"/>
                  </a:lnTo>
                  <a:lnTo>
                    <a:pt x="4453" y="10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8555;p42">
              <a:extLst>
                <a:ext uri="{FF2B5EF4-FFF2-40B4-BE49-F238E27FC236}">
                  <a16:creationId xmlns:a16="http://schemas.microsoft.com/office/drawing/2014/main" id="{00C9DE63-71DE-0191-B3BF-9E9011F42BA1}"/>
                </a:ext>
              </a:extLst>
            </p:cNvPr>
            <p:cNvSpPr/>
            <p:nvPr/>
          </p:nvSpPr>
          <p:spPr>
            <a:xfrm>
              <a:off x="11830625" y="4178013"/>
              <a:ext cx="27100" cy="32125"/>
            </a:xfrm>
            <a:custGeom>
              <a:avLst/>
              <a:gdLst/>
              <a:ahLst/>
              <a:cxnLst/>
              <a:rect l="l" t="t" r="r" b="b"/>
              <a:pathLst>
                <a:path w="1084" h="1285" extrusionOk="0">
                  <a:moveTo>
                    <a:pt x="582" y="1"/>
                  </a:moveTo>
                  <a:lnTo>
                    <a:pt x="0" y="221"/>
                  </a:lnTo>
                  <a:lnTo>
                    <a:pt x="161" y="462"/>
                  </a:lnTo>
                  <a:lnTo>
                    <a:pt x="281" y="723"/>
                  </a:lnTo>
                  <a:lnTo>
                    <a:pt x="401" y="983"/>
                  </a:lnTo>
                  <a:lnTo>
                    <a:pt x="481" y="1284"/>
                  </a:lnTo>
                  <a:lnTo>
                    <a:pt x="1083" y="1043"/>
                  </a:lnTo>
                  <a:lnTo>
                    <a:pt x="1003" y="763"/>
                  </a:lnTo>
                  <a:lnTo>
                    <a:pt x="883" y="502"/>
                  </a:lnTo>
                  <a:lnTo>
                    <a:pt x="742" y="241"/>
                  </a:lnTo>
                  <a:lnTo>
                    <a:pt x="5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8556;p42">
              <a:extLst>
                <a:ext uri="{FF2B5EF4-FFF2-40B4-BE49-F238E27FC236}">
                  <a16:creationId xmlns:a16="http://schemas.microsoft.com/office/drawing/2014/main" id="{945DF9BF-9E9B-324B-A54E-A6044385672E}"/>
                </a:ext>
              </a:extLst>
            </p:cNvPr>
            <p:cNvSpPr/>
            <p:nvPr/>
          </p:nvSpPr>
          <p:spPr>
            <a:xfrm>
              <a:off x="11386900" y="4250713"/>
              <a:ext cx="338450" cy="153450"/>
            </a:xfrm>
            <a:custGeom>
              <a:avLst/>
              <a:gdLst/>
              <a:ahLst/>
              <a:cxnLst/>
              <a:rect l="l" t="t" r="r" b="b"/>
              <a:pathLst>
                <a:path w="13538" h="6138" extrusionOk="0">
                  <a:moveTo>
                    <a:pt x="13457" y="0"/>
                  </a:moveTo>
                  <a:lnTo>
                    <a:pt x="11853" y="542"/>
                  </a:lnTo>
                  <a:lnTo>
                    <a:pt x="10529" y="1003"/>
                  </a:lnTo>
                  <a:lnTo>
                    <a:pt x="9206" y="1485"/>
                  </a:lnTo>
                  <a:lnTo>
                    <a:pt x="8544" y="1745"/>
                  </a:lnTo>
                  <a:lnTo>
                    <a:pt x="7902" y="2006"/>
                  </a:lnTo>
                  <a:lnTo>
                    <a:pt x="7261" y="2287"/>
                  </a:lnTo>
                  <a:lnTo>
                    <a:pt x="6619" y="2588"/>
                  </a:lnTo>
                  <a:lnTo>
                    <a:pt x="5977" y="2928"/>
                  </a:lnTo>
                  <a:lnTo>
                    <a:pt x="6278" y="2928"/>
                  </a:lnTo>
                  <a:lnTo>
                    <a:pt x="6579" y="2948"/>
                  </a:lnTo>
                  <a:lnTo>
                    <a:pt x="7120" y="3009"/>
                  </a:lnTo>
                  <a:lnTo>
                    <a:pt x="7722" y="2728"/>
                  </a:lnTo>
                  <a:lnTo>
                    <a:pt x="8404" y="2407"/>
                  </a:lnTo>
                  <a:lnTo>
                    <a:pt x="9928" y="1725"/>
                  </a:lnTo>
                  <a:lnTo>
                    <a:pt x="11653" y="983"/>
                  </a:lnTo>
                  <a:lnTo>
                    <a:pt x="13538" y="201"/>
                  </a:lnTo>
                  <a:lnTo>
                    <a:pt x="13457" y="0"/>
                  </a:lnTo>
                  <a:close/>
                  <a:moveTo>
                    <a:pt x="1324" y="3009"/>
                  </a:moveTo>
                  <a:lnTo>
                    <a:pt x="984" y="3229"/>
                  </a:lnTo>
                  <a:lnTo>
                    <a:pt x="643" y="3470"/>
                  </a:lnTo>
                  <a:lnTo>
                    <a:pt x="482" y="3610"/>
                  </a:lnTo>
                  <a:lnTo>
                    <a:pt x="342" y="3751"/>
                  </a:lnTo>
                  <a:lnTo>
                    <a:pt x="221" y="3891"/>
                  </a:lnTo>
                  <a:lnTo>
                    <a:pt x="141" y="4051"/>
                  </a:lnTo>
                  <a:lnTo>
                    <a:pt x="81" y="4192"/>
                  </a:lnTo>
                  <a:lnTo>
                    <a:pt x="41" y="4332"/>
                  </a:lnTo>
                  <a:lnTo>
                    <a:pt x="21" y="4473"/>
                  </a:lnTo>
                  <a:lnTo>
                    <a:pt x="1" y="4613"/>
                  </a:lnTo>
                  <a:lnTo>
                    <a:pt x="21" y="4733"/>
                  </a:lnTo>
                  <a:lnTo>
                    <a:pt x="41" y="4854"/>
                  </a:lnTo>
                  <a:lnTo>
                    <a:pt x="61" y="4994"/>
                  </a:lnTo>
                  <a:lnTo>
                    <a:pt x="101" y="5114"/>
                  </a:lnTo>
                  <a:lnTo>
                    <a:pt x="242" y="5335"/>
                  </a:lnTo>
                  <a:lnTo>
                    <a:pt x="402" y="5556"/>
                  </a:lnTo>
                  <a:lnTo>
                    <a:pt x="582" y="5736"/>
                  </a:lnTo>
                  <a:lnTo>
                    <a:pt x="803" y="5897"/>
                  </a:lnTo>
                  <a:lnTo>
                    <a:pt x="1044" y="6017"/>
                  </a:lnTo>
                  <a:lnTo>
                    <a:pt x="1304" y="6077"/>
                  </a:lnTo>
                  <a:lnTo>
                    <a:pt x="1525" y="6117"/>
                  </a:lnTo>
                  <a:lnTo>
                    <a:pt x="1766" y="6137"/>
                  </a:lnTo>
                  <a:lnTo>
                    <a:pt x="2006" y="6117"/>
                  </a:lnTo>
                  <a:lnTo>
                    <a:pt x="2247" y="6077"/>
                  </a:lnTo>
                  <a:lnTo>
                    <a:pt x="2468" y="6017"/>
                  </a:lnTo>
                  <a:lnTo>
                    <a:pt x="2708" y="5937"/>
                  </a:lnTo>
                  <a:lnTo>
                    <a:pt x="2949" y="5856"/>
                  </a:lnTo>
                  <a:lnTo>
                    <a:pt x="3169" y="5736"/>
                  </a:lnTo>
                  <a:lnTo>
                    <a:pt x="3410" y="5616"/>
                  </a:lnTo>
                  <a:lnTo>
                    <a:pt x="3631" y="5475"/>
                  </a:lnTo>
                  <a:lnTo>
                    <a:pt x="3490" y="5255"/>
                  </a:lnTo>
                  <a:lnTo>
                    <a:pt x="3390" y="5014"/>
                  </a:lnTo>
                  <a:lnTo>
                    <a:pt x="3310" y="4753"/>
                  </a:lnTo>
                  <a:lnTo>
                    <a:pt x="3290" y="4513"/>
                  </a:lnTo>
                  <a:lnTo>
                    <a:pt x="3290" y="4433"/>
                  </a:lnTo>
                  <a:lnTo>
                    <a:pt x="2989" y="4553"/>
                  </a:lnTo>
                  <a:lnTo>
                    <a:pt x="2648" y="4653"/>
                  </a:lnTo>
                  <a:lnTo>
                    <a:pt x="2327" y="4733"/>
                  </a:lnTo>
                  <a:lnTo>
                    <a:pt x="2167" y="4753"/>
                  </a:lnTo>
                  <a:lnTo>
                    <a:pt x="1866" y="4753"/>
                  </a:lnTo>
                  <a:lnTo>
                    <a:pt x="1746" y="4733"/>
                  </a:lnTo>
                  <a:lnTo>
                    <a:pt x="1625" y="4693"/>
                  </a:lnTo>
                  <a:lnTo>
                    <a:pt x="1505" y="4653"/>
                  </a:lnTo>
                  <a:lnTo>
                    <a:pt x="1405" y="4593"/>
                  </a:lnTo>
                  <a:lnTo>
                    <a:pt x="1304" y="4513"/>
                  </a:lnTo>
                  <a:lnTo>
                    <a:pt x="1204" y="4433"/>
                  </a:lnTo>
                  <a:lnTo>
                    <a:pt x="1124" y="4312"/>
                  </a:lnTo>
                  <a:lnTo>
                    <a:pt x="1044" y="4112"/>
                  </a:lnTo>
                  <a:lnTo>
                    <a:pt x="984" y="3931"/>
                  </a:lnTo>
                  <a:lnTo>
                    <a:pt x="984" y="3771"/>
                  </a:lnTo>
                  <a:lnTo>
                    <a:pt x="1004" y="3610"/>
                  </a:lnTo>
                  <a:lnTo>
                    <a:pt x="1044" y="3470"/>
                  </a:lnTo>
                  <a:lnTo>
                    <a:pt x="1124" y="3309"/>
                  </a:lnTo>
                  <a:lnTo>
                    <a:pt x="1324" y="3009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42">
              <a:extLst>
                <a:ext uri="{FF2B5EF4-FFF2-40B4-BE49-F238E27FC236}">
                  <a16:creationId xmlns:a16="http://schemas.microsoft.com/office/drawing/2014/main" id="{F53D450D-FD3A-B877-A900-1293EE8EF4F9}"/>
                </a:ext>
              </a:extLst>
            </p:cNvPr>
            <p:cNvSpPr/>
            <p:nvPr/>
          </p:nvSpPr>
          <p:spPr>
            <a:xfrm>
              <a:off x="11386900" y="4325913"/>
              <a:ext cx="90775" cy="78250"/>
            </a:xfrm>
            <a:custGeom>
              <a:avLst/>
              <a:gdLst/>
              <a:ahLst/>
              <a:cxnLst/>
              <a:rect l="l" t="t" r="r" b="b"/>
              <a:pathLst>
                <a:path w="3631" h="3130" fill="none" extrusionOk="0">
                  <a:moveTo>
                    <a:pt x="1324" y="1"/>
                  </a:moveTo>
                  <a:lnTo>
                    <a:pt x="1324" y="1"/>
                  </a:lnTo>
                  <a:lnTo>
                    <a:pt x="984" y="221"/>
                  </a:lnTo>
                  <a:lnTo>
                    <a:pt x="643" y="462"/>
                  </a:lnTo>
                  <a:lnTo>
                    <a:pt x="482" y="602"/>
                  </a:lnTo>
                  <a:lnTo>
                    <a:pt x="342" y="743"/>
                  </a:lnTo>
                  <a:lnTo>
                    <a:pt x="221" y="883"/>
                  </a:lnTo>
                  <a:lnTo>
                    <a:pt x="141" y="1043"/>
                  </a:lnTo>
                  <a:lnTo>
                    <a:pt x="141" y="1043"/>
                  </a:lnTo>
                  <a:lnTo>
                    <a:pt x="81" y="1184"/>
                  </a:lnTo>
                  <a:lnTo>
                    <a:pt x="41" y="1324"/>
                  </a:lnTo>
                  <a:lnTo>
                    <a:pt x="21" y="1465"/>
                  </a:lnTo>
                  <a:lnTo>
                    <a:pt x="1" y="1605"/>
                  </a:lnTo>
                  <a:lnTo>
                    <a:pt x="1" y="1605"/>
                  </a:lnTo>
                  <a:lnTo>
                    <a:pt x="21" y="1725"/>
                  </a:lnTo>
                  <a:lnTo>
                    <a:pt x="41" y="1846"/>
                  </a:lnTo>
                  <a:lnTo>
                    <a:pt x="61" y="1986"/>
                  </a:lnTo>
                  <a:lnTo>
                    <a:pt x="101" y="2106"/>
                  </a:lnTo>
                  <a:lnTo>
                    <a:pt x="242" y="2327"/>
                  </a:lnTo>
                  <a:lnTo>
                    <a:pt x="402" y="2548"/>
                  </a:lnTo>
                  <a:lnTo>
                    <a:pt x="582" y="2728"/>
                  </a:lnTo>
                  <a:lnTo>
                    <a:pt x="803" y="2889"/>
                  </a:lnTo>
                  <a:lnTo>
                    <a:pt x="1044" y="3009"/>
                  </a:lnTo>
                  <a:lnTo>
                    <a:pt x="1304" y="3069"/>
                  </a:lnTo>
                  <a:lnTo>
                    <a:pt x="1304" y="3069"/>
                  </a:lnTo>
                  <a:lnTo>
                    <a:pt x="1525" y="3109"/>
                  </a:lnTo>
                  <a:lnTo>
                    <a:pt x="1766" y="3129"/>
                  </a:lnTo>
                  <a:lnTo>
                    <a:pt x="1766" y="3129"/>
                  </a:lnTo>
                  <a:lnTo>
                    <a:pt x="2006" y="3109"/>
                  </a:lnTo>
                  <a:lnTo>
                    <a:pt x="2247" y="3069"/>
                  </a:lnTo>
                  <a:lnTo>
                    <a:pt x="2468" y="3009"/>
                  </a:lnTo>
                  <a:lnTo>
                    <a:pt x="2708" y="2929"/>
                  </a:lnTo>
                  <a:lnTo>
                    <a:pt x="2949" y="2848"/>
                  </a:lnTo>
                  <a:lnTo>
                    <a:pt x="3169" y="2728"/>
                  </a:lnTo>
                  <a:lnTo>
                    <a:pt x="3410" y="2608"/>
                  </a:lnTo>
                  <a:lnTo>
                    <a:pt x="3631" y="2467"/>
                  </a:lnTo>
                  <a:lnTo>
                    <a:pt x="3631" y="2467"/>
                  </a:lnTo>
                  <a:lnTo>
                    <a:pt x="3490" y="2247"/>
                  </a:lnTo>
                  <a:lnTo>
                    <a:pt x="3390" y="2006"/>
                  </a:lnTo>
                  <a:lnTo>
                    <a:pt x="3310" y="1745"/>
                  </a:lnTo>
                  <a:lnTo>
                    <a:pt x="3290" y="1505"/>
                  </a:lnTo>
                  <a:lnTo>
                    <a:pt x="3290" y="1505"/>
                  </a:lnTo>
                  <a:lnTo>
                    <a:pt x="3290" y="1425"/>
                  </a:lnTo>
                  <a:lnTo>
                    <a:pt x="3290" y="1425"/>
                  </a:lnTo>
                  <a:lnTo>
                    <a:pt x="2989" y="1545"/>
                  </a:lnTo>
                  <a:lnTo>
                    <a:pt x="2648" y="1645"/>
                  </a:lnTo>
                  <a:lnTo>
                    <a:pt x="2327" y="1725"/>
                  </a:lnTo>
                  <a:lnTo>
                    <a:pt x="2167" y="1745"/>
                  </a:lnTo>
                  <a:lnTo>
                    <a:pt x="2006" y="1745"/>
                  </a:lnTo>
                  <a:lnTo>
                    <a:pt x="2006" y="1745"/>
                  </a:lnTo>
                  <a:lnTo>
                    <a:pt x="1866" y="1745"/>
                  </a:lnTo>
                  <a:lnTo>
                    <a:pt x="1746" y="1725"/>
                  </a:lnTo>
                  <a:lnTo>
                    <a:pt x="1625" y="1685"/>
                  </a:lnTo>
                  <a:lnTo>
                    <a:pt x="1505" y="1645"/>
                  </a:lnTo>
                  <a:lnTo>
                    <a:pt x="1405" y="1585"/>
                  </a:lnTo>
                  <a:lnTo>
                    <a:pt x="1304" y="1505"/>
                  </a:lnTo>
                  <a:lnTo>
                    <a:pt x="1204" y="1425"/>
                  </a:lnTo>
                  <a:lnTo>
                    <a:pt x="1124" y="1304"/>
                  </a:lnTo>
                  <a:lnTo>
                    <a:pt x="1124" y="1304"/>
                  </a:lnTo>
                  <a:lnTo>
                    <a:pt x="1044" y="1104"/>
                  </a:lnTo>
                  <a:lnTo>
                    <a:pt x="984" y="923"/>
                  </a:lnTo>
                  <a:lnTo>
                    <a:pt x="984" y="763"/>
                  </a:lnTo>
                  <a:lnTo>
                    <a:pt x="1004" y="602"/>
                  </a:lnTo>
                  <a:lnTo>
                    <a:pt x="1044" y="462"/>
                  </a:lnTo>
                  <a:lnTo>
                    <a:pt x="1124" y="301"/>
                  </a:lnTo>
                  <a:lnTo>
                    <a:pt x="132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42">
              <a:extLst>
                <a:ext uri="{FF2B5EF4-FFF2-40B4-BE49-F238E27FC236}">
                  <a16:creationId xmlns:a16="http://schemas.microsoft.com/office/drawing/2014/main" id="{2BD3C726-C544-6BAA-5B60-854BCE484F56}"/>
                </a:ext>
              </a:extLst>
            </p:cNvPr>
            <p:cNvSpPr/>
            <p:nvPr/>
          </p:nvSpPr>
          <p:spPr>
            <a:xfrm>
              <a:off x="11723325" y="4218613"/>
              <a:ext cx="96775" cy="37150"/>
            </a:xfrm>
            <a:custGeom>
              <a:avLst/>
              <a:gdLst/>
              <a:ahLst/>
              <a:cxnLst/>
              <a:rect l="l" t="t" r="r" b="b"/>
              <a:pathLst>
                <a:path w="3871" h="1486" extrusionOk="0">
                  <a:moveTo>
                    <a:pt x="3871" y="1"/>
                  </a:moveTo>
                  <a:lnTo>
                    <a:pt x="1926" y="643"/>
                  </a:lnTo>
                  <a:lnTo>
                    <a:pt x="0" y="1284"/>
                  </a:lnTo>
                  <a:lnTo>
                    <a:pt x="81" y="1485"/>
                  </a:lnTo>
                  <a:lnTo>
                    <a:pt x="1966" y="743"/>
                  </a:lnTo>
                  <a:lnTo>
                    <a:pt x="387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42">
              <a:extLst>
                <a:ext uri="{FF2B5EF4-FFF2-40B4-BE49-F238E27FC236}">
                  <a16:creationId xmlns:a16="http://schemas.microsoft.com/office/drawing/2014/main" id="{93E29E77-2DA9-2A37-DD25-0E92EA2F19D3}"/>
                </a:ext>
              </a:extLst>
            </p:cNvPr>
            <p:cNvSpPr/>
            <p:nvPr/>
          </p:nvSpPr>
          <p:spPr>
            <a:xfrm>
              <a:off x="11948925" y="4314888"/>
              <a:ext cx="19600" cy="30100"/>
            </a:xfrm>
            <a:custGeom>
              <a:avLst/>
              <a:gdLst/>
              <a:ahLst/>
              <a:cxnLst/>
              <a:rect l="l" t="t" r="r" b="b"/>
              <a:pathLst>
                <a:path w="784" h="1204" extrusionOk="0">
                  <a:moveTo>
                    <a:pt x="623" y="0"/>
                  </a:moveTo>
                  <a:lnTo>
                    <a:pt x="1" y="61"/>
                  </a:lnTo>
                  <a:lnTo>
                    <a:pt x="81" y="321"/>
                  </a:lnTo>
                  <a:lnTo>
                    <a:pt x="121" y="602"/>
                  </a:lnTo>
                  <a:lnTo>
                    <a:pt x="141" y="903"/>
                  </a:lnTo>
                  <a:lnTo>
                    <a:pt x="141" y="1204"/>
                  </a:lnTo>
                  <a:lnTo>
                    <a:pt x="783" y="1164"/>
                  </a:lnTo>
                  <a:lnTo>
                    <a:pt x="783" y="863"/>
                  </a:lnTo>
                  <a:lnTo>
                    <a:pt x="743" y="562"/>
                  </a:lnTo>
                  <a:lnTo>
                    <a:pt x="703" y="281"/>
                  </a:lnTo>
                  <a:lnTo>
                    <a:pt x="623" y="0"/>
                  </a:lnTo>
                  <a:close/>
                </a:path>
              </a:pathLst>
            </a:custGeom>
            <a:solidFill>
              <a:srgbClr val="CC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42">
              <a:extLst>
                <a:ext uri="{FF2B5EF4-FFF2-40B4-BE49-F238E27FC236}">
                  <a16:creationId xmlns:a16="http://schemas.microsoft.com/office/drawing/2014/main" id="{9AFA3B31-8463-B5B0-D3EE-3072EED79ACF}"/>
                </a:ext>
              </a:extLst>
            </p:cNvPr>
            <p:cNvSpPr/>
            <p:nvPr/>
          </p:nvSpPr>
          <p:spPr>
            <a:xfrm>
              <a:off x="11948925" y="4314888"/>
              <a:ext cx="19600" cy="30100"/>
            </a:xfrm>
            <a:custGeom>
              <a:avLst/>
              <a:gdLst/>
              <a:ahLst/>
              <a:cxnLst/>
              <a:rect l="l" t="t" r="r" b="b"/>
              <a:pathLst>
                <a:path w="784" h="1204" fill="none" extrusionOk="0">
                  <a:moveTo>
                    <a:pt x="783" y="1164"/>
                  </a:moveTo>
                  <a:lnTo>
                    <a:pt x="783" y="1164"/>
                  </a:lnTo>
                  <a:lnTo>
                    <a:pt x="141" y="1204"/>
                  </a:lnTo>
                  <a:lnTo>
                    <a:pt x="141" y="1204"/>
                  </a:lnTo>
                  <a:lnTo>
                    <a:pt x="141" y="903"/>
                  </a:lnTo>
                  <a:lnTo>
                    <a:pt x="121" y="602"/>
                  </a:lnTo>
                  <a:lnTo>
                    <a:pt x="81" y="321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623" y="0"/>
                  </a:lnTo>
                  <a:lnTo>
                    <a:pt x="623" y="0"/>
                  </a:lnTo>
                  <a:lnTo>
                    <a:pt x="703" y="281"/>
                  </a:lnTo>
                  <a:lnTo>
                    <a:pt x="743" y="562"/>
                  </a:lnTo>
                  <a:lnTo>
                    <a:pt x="783" y="863"/>
                  </a:lnTo>
                  <a:lnTo>
                    <a:pt x="783" y="11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42">
              <a:extLst>
                <a:ext uri="{FF2B5EF4-FFF2-40B4-BE49-F238E27FC236}">
                  <a16:creationId xmlns:a16="http://schemas.microsoft.com/office/drawing/2014/main" id="{F3753C6F-E242-CEBA-C6BD-79DBC9DDC2A5}"/>
                </a:ext>
              </a:extLst>
            </p:cNvPr>
            <p:cNvSpPr/>
            <p:nvPr/>
          </p:nvSpPr>
          <p:spPr>
            <a:xfrm>
              <a:off x="11469125" y="4302863"/>
              <a:ext cx="777150" cy="103300"/>
            </a:xfrm>
            <a:custGeom>
              <a:avLst/>
              <a:gdLst/>
              <a:ahLst/>
              <a:cxnLst/>
              <a:rect l="l" t="t" r="r" b="b"/>
              <a:pathLst>
                <a:path w="31086" h="4132" extrusionOk="0">
                  <a:moveTo>
                    <a:pt x="29581" y="0"/>
                  </a:moveTo>
                  <a:lnTo>
                    <a:pt x="28478" y="20"/>
                  </a:lnTo>
                  <a:lnTo>
                    <a:pt x="27094" y="60"/>
                  </a:lnTo>
                  <a:lnTo>
                    <a:pt x="25510" y="141"/>
                  </a:lnTo>
                  <a:lnTo>
                    <a:pt x="23725" y="241"/>
                  </a:lnTo>
                  <a:lnTo>
                    <a:pt x="19815" y="481"/>
                  </a:lnTo>
                  <a:lnTo>
                    <a:pt x="19193" y="542"/>
                  </a:lnTo>
                  <a:lnTo>
                    <a:pt x="18150" y="602"/>
                  </a:lnTo>
                  <a:lnTo>
                    <a:pt x="13939" y="903"/>
                  </a:lnTo>
                  <a:lnTo>
                    <a:pt x="7000" y="1404"/>
                  </a:lnTo>
                  <a:lnTo>
                    <a:pt x="6659" y="1384"/>
                  </a:lnTo>
                  <a:lnTo>
                    <a:pt x="6318" y="1344"/>
                  </a:lnTo>
                  <a:lnTo>
                    <a:pt x="5676" y="1264"/>
                  </a:lnTo>
                  <a:lnTo>
                    <a:pt x="5055" y="1143"/>
                  </a:lnTo>
                  <a:lnTo>
                    <a:pt x="4453" y="1043"/>
                  </a:lnTo>
                  <a:lnTo>
                    <a:pt x="3851" y="943"/>
                  </a:lnTo>
                  <a:lnTo>
                    <a:pt x="3270" y="862"/>
                  </a:lnTo>
                  <a:lnTo>
                    <a:pt x="2969" y="842"/>
                  </a:lnTo>
                  <a:lnTo>
                    <a:pt x="2367" y="842"/>
                  </a:lnTo>
                  <a:lnTo>
                    <a:pt x="2046" y="883"/>
                  </a:lnTo>
                  <a:lnTo>
                    <a:pt x="1625" y="963"/>
                  </a:lnTo>
                  <a:lnTo>
                    <a:pt x="1405" y="1023"/>
                  </a:lnTo>
                  <a:lnTo>
                    <a:pt x="1164" y="1103"/>
                  </a:lnTo>
                  <a:lnTo>
                    <a:pt x="923" y="1183"/>
                  </a:lnTo>
                  <a:lnTo>
                    <a:pt x="703" y="1284"/>
                  </a:lnTo>
                  <a:lnTo>
                    <a:pt x="522" y="1404"/>
                  </a:lnTo>
                  <a:lnTo>
                    <a:pt x="362" y="1544"/>
                  </a:lnTo>
                  <a:lnTo>
                    <a:pt x="241" y="1665"/>
                  </a:lnTo>
                  <a:lnTo>
                    <a:pt x="161" y="1825"/>
                  </a:lnTo>
                  <a:lnTo>
                    <a:pt x="81" y="1965"/>
                  </a:lnTo>
                  <a:lnTo>
                    <a:pt x="41" y="2126"/>
                  </a:lnTo>
                  <a:lnTo>
                    <a:pt x="21" y="2286"/>
                  </a:lnTo>
                  <a:lnTo>
                    <a:pt x="1" y="2467"/>
                  </a:lnTo>
                  <a:lnTo>
                    <a:pt x="21" y="2627"/>
                  </a:lnTo>
                  <a:lnTo>
                    <a:pt x="61" y="2788"/>
                  </a:lnTo>
                  <a:lnTo>
                    <a:pt x="101" y="2948"/>
                  </a:lnTo>
                  <a:lnTo>
                    <a:pt x="161" y="3109"/>
                  </a:lnTo>
                  <a:lnTo>
                    <a:pt x="241" y="3249"/>
                  </a:lnTo>
                  <a:lnTo>
                    <a:pt x="342" y="3389"/>
                  </a:lnTo>
                  <a:lnTo>
                    <a:pt x="462" y="3530"/>
                  </a:lnTo>
                  <a:lnTo>
                    <a:pt x="582" y="3630"/>
                  </a:lnTo>
                  <a:lnTo>
                    <a:pt x="703" y="3750"/>
                  </a:lnTo>
                  <a:lnTo>
                    <a:pt x="843" y="3831"/>
                  </a:lnTo>
                  <a:lnTo>
                    <a:pt x="1004" y="3911"/>
                  </a:lnTo>
                  <a:lnTo>
                    <a:pt x="1164" y="3991"/>
                  </a:lnTo>
                  <a:lnTo>
                    <a:pt x="1324" y="4031"/>
                  </a:lnTo>
                  <a:lnTo>
                    <a:pt x="1485" y="4071"/>
                  </a:lnTo>
                  <a:lnTo>
                    <a:pt x="1826" y="4131"/>
                  </a:lnTo>
                  <a:lnTo>
                    <a:pt x="2167" y="4131"/>
                  </a:lnTo>
                  <a:lnTo>
                    <a:pt x="2528" y="4111"/>
                  </a:lnTo>
                  <a:lnTo>
                    <a:pt x="2869" y="4051"/>
                  </a:lnTo>
                  <a:lnTo>
                    <a:pt x="3230" y="3971"/>
                  </a:lnTo>
                  <a:lnTo>
                    <a:pt x="3591" y="3851"/>
                  </a:lnTo>
                  <a:lnTo>
                    <a:pt x="4313" y="3610"/>
                  </a:lnTo>
                  <a:lnTo>
                    <a:pt x="5034" y="3329"/>
                  </a:lnTo>
                  <a:lnTo>
                    <a:pt x="5696" y="3089"/>
                  </a:lnTo>
                  <a:lnTo>
                    <a:pt x="6017" y="2988"/>
                  </a:lnTo>
                  <a:lnTo>
                    <a:pt x="6318" y="2908"/>
                  </a:lnTo>
                  <a:lnTo>
                    <a:pt x="6940" y="2768"/>
                  </a:lnTo>
                  <a:lnTo>
                    <a:pt x="7702" y="2647"/>
                  </a:lnTo>
                  <a:lnTo>
                    <a:pt x="8584" y="2527"/>
                  </a:lnTo>
                  <a:lnTo>
                    <a:pt x="9567" y="2407"/>
                  </a:lnTo>
                  <a:lnTo>
                    <a:pt x="10650" y="2286"/>
                  </a:lnTo>
                  <a:lnTo>
                    <a:pt x="11813" y="2186"/>
                  </a:lnTo>
                  <a:lnTo>
                    <a:pt x="14300" y="1986"/>
                  </a:lnTo>
                  <a:lnTo>
                    <a:pt x="16305" y="1845"/>
                  </a:lnTo>
                  <a:lnTo>
                    <a:pt x="18351" y="1725"/>
                  </a:lnTo>
                  <a:lnTo>
                    <a:pt x="19333" y="1685"/>
                  </a:lnTo>
                  <a:lnTo>
                    <a:pt x="19975" y="1645"/>
                  </a:lnTo>
                  <a:lnTo>
                    <a:pt x="23846" y="1444"/>
                  </a:lnTo>
                  <a:lnTo>
                    <a:pt x="28217" y="1223"/>
                  </a:lnTo>
                  <a:lnTo>
                    <a:pt x="29581" y="1163"/>
                  </a:lnTo>
                  <a:lnTo>
                    <a:pt x="30022" y="1123"/>
                  </a:lnTo>
                  <a:lnTo>
                    <a:pt x="30263" y="1103"/>
                  </a:lnTo>
                  <a:lnTo>
                    <a:pt x="30363" y="1063"/>
                  </a:lnTo>
                  <a:lnTo>
                    <a:pt x="30484" y="1023"/>
                  </a:lnTo>
                  <a:lnTo>
                    <a:pt x="30684" y="903"/>
                  </a:lnTo>
                  <a:lnTo>
                    <a:pt x="30865" y="762"/>
                  </a:lnTo>
                  <a:lnTo>
                    <a:pt x="31005" y="622"/>
                  </a:lnTo>
                  <a:lnTo>
                    <a:pt x="31045" y="542"/>
                  </a:lnTo>
                  <a:lnTo>
                    <a:pt x="31085" y="461"/>
                  </a:lnTo>
                  <a:lnTo>
                    <a:pt x="31085" y="381"/>
                  </a:lnTo>
                  <a:lnTo>
                    <a:pt x="31085" y="301"/>
                  </a:lnTo>
                  <a:lnTo>
                    <a:pt x="31065" y="241"/>
                  </a:lnTo>
                  <a:lnTo>
                    <a:pt x="31005" y="181"/>
                  </a:lnTo>
                  <a:lnTo>
                    <a:pt x="30925" y="120"/>
                  </a:lnTo>
                  <a:lnTo>
                    <a:pt x="30825" y="80"/>
                  </a:lnTo>
                  <a:lnTo>
                    <a:pt x="30644" y="40"/>
                  </a:lnTo>
                  <a:lnTo>
                    <a:pt x="30383" y="20"/>
                  </a:lnTo>
                  <a:lnTo>
                    <a:pt x="295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42">
              <a:extLst>
                <a:ext uri="{FF2B5EF4-FFF2-40B4-BE49-F238E27FC236}">
                  <a16:creationId xmlns:a16="http://schemas.microsoft.com/office/drawing/2014/main" id="{B325F879-6E96-EDAD-60F6-B2F074CB8480}"/>
                </a:ext>
              </a:extLst>
            </p:cNvPr>
            <p:cNvSpPr/>
            <p:nvPr/>
          </p:nvSpPr>
          <p:spPr>
            <a:xfrm>
              <a:off x="11469125" y="4302863"/>
              <a:ext cx="777150" cy="103300"/>
            </a:xfrm>
            <a:custGeom>
              <a:avLst/>
              <a:gdLst/>
              <a:ahLst/>
              <a:cxnLst/>
              <a:rect l="l" t="t" r="r" b="b"/>
              <a:pathLst>
                <a:path w="31086" h="4132" fill="none" extrusionOk="0">
                  <a:moveTo>
                    <a:pt x="30263" y="1103"/>
                  </a:moveTo>
                  <a:lnTo>
                    <a:pt x="30263" y="1103"/>
                  </a:lnTo>
                  <a:lnTo>
                    <a:pt x="30022" y="1123"/>
                  </a:lnTo>
                  <a:lnTo>
                    <a:pt x="29581" y="1163"/>
                  </a:lnTo>
                  <a:lnTo>
                    <a:pt x="28217" y="1223"/>
                  </a:lnTo>
                  <a:lnTo>
                    <a:pt x="23846" y="1444"/>
                  </a:lnTo>
                  <a:lnTo>
                    <a:pt x="23846" y="1444"/>
                  </a:lnTo>
                  <a:lnTo>
                    <a:pt x="19975" y="1645"/>
                  </a:lnTo>
                  <a:lnTo>
                    <a:pt x="19975" y="1645"/>
                  </a:lnTo>
                  <a:lnTo>
                    <a:pt x="19333" y="1685"/>
                  </a:lnTo>
                  <a:lnTo>
                    <a:pt x="19333" y="1685"/>
                  </a:lnTo>
                  <a:lnTo>
                    <a:pt x="18351" y="1725"/>
                  </a:lnTo>
                  <a:lnTo>
                    <a:pt x="18351" y="1725"/>
                  </a:lnTo>
                  <a:lnTo>
                    <a:pt x="16305" y="1845"/>
                  </a:lnTo>
                  <a:lnTo>
                    <a:pt x="14300" y="1986"/>
                  </a:lnTo>
                  <a:lnTo>
                    <a:pt x="14300" y="1986"/>
                  </a:lnTo>
                  <a:lnTo>
                    <a:pt x="11813" y="2186"/>
                  </a:lnTo>
                  <a:lnTo>
                    <a:pt x="10650" y="2286"/>
                  </a:lnTo>
                  <a:lnTo>
                    <a:pt x="9567" y="2407"/>
                  </a:lnTo>
                  <a:lnTo>
                    <a:pt x="8584" y="2527"/>
                  </a:lnTo>
                  <a:lnTo>
                    <a:pt x="7702" y="2647"/>
                  </a:lnTo>
                  <a:lnTo>
                    <a:pt x="6940" y="2768"/>
                  </a:lnTo>
                  <a:lnTo>
                    <a:pt x="6318" y="2908"/>
                  </a:lnTo>
                  <a:lnTo>
                    <a:pt x="6318" y="2908"/>
                  </a:lnTo>
                  <a:lnTo>
                    <a:pt x="6017" y="2988"/>
                  </a:lnTo>
                  <a:lnTo>
                    <a:pt x="5696" y="3089"/>
                  </a:lnTo>
                  <a:lnTo>
                    <a:pt x="5034" y="3329"/>
                  </a:lnTo>
                  <a:lnTo>
                    <a:pt x="4313" y="3610"/>
                  </a:lnTo>
                  <a:lnTo>
                    <a:pt x="3591" y="3851"/>
                  </a:lnTo>
                  <a:lnTo>
                    <a:pt x="3230" y="3971"/>
                  </a:lnTo>
                  <a:lnTo>
                    <a:pt x="2869" y="4051"/>
                  </a:lnTo>
                  <a:lnTo>
                    <a:pt x="2528" y="4111"/>
                  </a:lnTo>
                  <a:lnTo>
                    <a:pt x="2167" y="4131"/>
                  </a:lnTo>
                  <a:lnTo>
                    <a:pt x="1826" y="4131"/>
                  </a:lnTo>
                  <a:lnTo>
                    <a:pt x="1485" y="4071"/>
                  </a:lnTo>
                  <a:lnTo>
                    <a:pt x="1324" y="4031"/>
                  </a:lnTo>
                  <a:lnTo>
                    <a:pt x="1164" y="3991"/>
                  </a:lnTo>
                  <a:lnTo>
                    <a:pt x="1004" y="3911"/>
                  </a:lnTo>
                  <a:lnTo>
                    <a:pt x="843" y="3831"/>
                  </a:lnTo>
                  <a:lnTo>
                    <a:pt x="843" y="3831"/>
                  </a:lnTo>
                  <a:lnTo>
                    <a:pt x="703" y="3750"/>
                  </a:lnTo>
                  <a:lnTo>
                    <a:pt x="582" y="3630"/>
                  </a:lnTo>
                  <a:lnTo>
                    <a:pt x="462" y="3530"/>
                  </a:lnTo>
                  <a:lnTo>
                    <a:pt x="342" y="3389"/>
                  </a:lnTo>
                  <a:lnTo>
                    <a:pt x="241" y="3249"/>
                  </a:lnTo>
                  <a:lnTo>
                    <a:pt x="161" y="3109"/>
                  </a:lnTo>
                  <a:lnTo>
                    <a:pt x="101" y="2948"/>
                  </a:lnTo>
                  <a:lnTo>
                    <a:pt x="61" y="2788"/>
                  </a:lnTo>
                  <a:lnTo>
                    <a:pt x="21" y="2627"/>
                  </a:lnTo>
                  <a:lnTo>
                    <a:pt x="1" y="2467"/>
                  </a:lnTo>
                  <a:lnTo>
                    <a:pt x="21" y="2286"/>
                  </a:lnTo>
                  <a:lnTo>
                    <a:pt x="41" y="2126"/>
                  </a:lnTo>
                  <a:lnTo>
                    <a:pt x="81" y="1965"/>
                  </a:lnTo>
                  <a:lnTo>
                    <a:pt x="161" y="1825"/>
                  </a:lnTo>
                  <a:lnTo>
                    <a:pt x="241" y="1665"/>
                  </a:lnTo>
                  <a:lnTo>
                    <a:pt x="362" y="1544"/>
                  </a:lnTo>
                  <a:lnTo>
                    <a:pt x="362" y="1544"/>
                  </a:lnTo>
                  <a:lnTo>
                    <a:pt x="522" y="1404"/>
                  </a:lnTo>
                  <a:lnTo>
                    <a:pt x="703" y="1284"/>
                  </a:lnTo>
                  <a:lnTo>
                    <a:pt x="923" y="1183"/>
                  </a:lnTo>
                  <a:lnTo>
                    <a:pt x="1164" y="1103"/>
                  </a:lnTo>
                  <a:lnTo>
                    <a:pt x="1405" y="1023"/>
                  </a:lnTo>
                  <a:lnTo>
                    <a:pt x="1625" y="963"/>
                  </a:lnTo>
                  <a:lnTo>
                    <a:pt x="2046" y="883"/>
                  </a:lnTo>
                  <a:lnTo>
                    <a:pt x="2046" y="883"/>
                  </a:lnTo>
                  <a:lnTo>
                    <a:pt x="2046" y="883"/>
                  </a:lnTo>
                  <a:lnTo>
                    <a:pt x="2367" y="842"/>
                  </a:lnTo>
                  <a:lnTo>
                    <a:pt x="2668" y="842"/>
                  </a:lnTo>
                  <a:lnTo>
                    <a:pt x="2969" y="842"/>
                  </a:lnTo>
                  <a:lnTo>
                    <a:pt x="3270" y="862"/>
                  </a:lnTo>
                  <a:lnTo>
                    <a:pt x="3851" y="943"/>
                  </a:lnTo>
                  <a:lnTo>
                    <a:pt x="4453" y="1043"/>
                  </a:lnTo>
                  <a:lnTo>
                    <a:pt x="5055" y="1143"/>
                  </a:lnTo>
                  <a:lnTo>
                    <a:pt x="5676" y="1264"/>
                  </a:lnTo>
                  <a:lnTo>
                    <a:pt x="6318" y="1344"/>
                  </a:lnTo>
                  <a:lnTo>
                    <a:pt x="6659" y="1384"/>
                  </a:lnTo>
                  <a:lnTo>
                    <a:pt x="7000" y="1404"/>
                  </a:lnTo>
                  <a:lnTo>
                    <a:pt x="7000" y="1404"/>
                  </a:lnTo>
                  <a:lnTo>
                    <a:pt x="13939" y="903"/>
                  </a:lnTo>
                  <a:lnTo>
                    <a:pt x="13939" y="903"/>
                  </a:lnTo>
                  <a:lnTo>
                    <a:pt x="18150" y="602"/>
                  </a:lnTo>
                  <a:lnTo>
                    <a:pt x="18150" y="602"/>
                  </a:lnTo>
                  <a:lnTo>
                    <a:pt x="19193" y="542"/>
                  </a:lnTo>
                  <a:lnTo>
                    <a:pt x="19193" y="542"/>
                  </a:lnTo>
                  <a:lnTo>
                    <a:pt x="19815" y="481"/>
                  </a:lnTo>
                  <a:lnTo>
                    <a:pt x="19815" y="481"/>
                  </a:lnTo>
                  <a:lnTo>
                    <a:pt x="23725" y="241"/>
                  </a:lnTo>
                  <a:lnTo>
                    <a:pt x="25510" y="141"/>
                  </a:lnTo>
                  <a:lnTo>
                    <a:pt x="27094" y="60"/>
                  </a:lnTo>
                  <a:lnTo>
                    <a:pt x="28478" y="20"/>
                  </a:lnTo>
                  <a:lnTo>
                    <a:pt x="29581" y="0"/>
                  </a:lnTo>
                  <a:lnTo>
                    <a:pt x="30383" y="20"/>
                  </a:lnTo>
                  <a:lnTo>
                    <a:pt x="30644" y="40"/>
                  </a:lnTo>
                  <a:lnTo>
                    <a:pt x="30825" y="80"/>
                  </a:lnTo>
                  <a:lnTo>
                    <a:pt x="30825" y="80"/>
                  </a:lnTo>
                  <a:lnTo>
                    <a:pt x="30925" y="120"/>
                  </a:lnTo>
                  <a:lnTo>
                    <a:pt x="31005" y="181"/>
                  </a:lnTo>
                  <a:lnTo>
                    <a:pt x="31065" y="241"/>
                  </a:lnTo>
                  <a:lnTo>
                    <a:pt x="31085" y="301"/>
                  </a:lnTo>
                  <a:lnTo>
                    <a:pt x="31085" y="381"/>
                  </a:lnTo>
                  <a:lnTo>
                    <a:pt x="31085" y="461"/>
                  </a:lnTo>
                  <a:lnTo>
                    <a:pt x="31045" y="542"/>
                  </a:lnTo>
                  <a:lnTo>
                    <a:pt x="31005" y="622"/>
                  </a:lnTo>
                  <a:lnTo>
                    <a:pt x="30865" y="762"/>
                  </a:lnTo>
                  <a:lnTo>
                    <a:pt x="30684" y="903"/>
                  </a:lnTo>
                  <a:lnTo>
                    <a:pt x="30484" y="1023"/>
                  </a:lnTo>
                  <a:lnTo>
                    <a:pt x="30363" y="1063"/>
                  </a:lnTo>
                  <a:lnTo>
                    <a:pt x="30263" y="11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42">
              <a:extLst>
                <a:ext uri="{FF2B5EF4-FFF2-40B4-BE49-F238E27FC236}">
                  <a16:creationId xmlns:a16="http://schemas.microsoft.com/office/drawing/2014/main" id="{AE5A25E7-CE09-21B4-5408-0F0611E5E1B0}"/>
                </a:ext>
              </a:extLst>
            </p:cNvPr>
            <p:cNvSpPr/>
            <p:nvPr/>
          </p:nvSpPr>
          <p:spPr>
            <a:xfrm>
              <a:off x="11817575" y="4317888"/>
              <a:ext cx="110325" cy="34625"/>
            </a:xfrm>
            <a:custGeom>
              <a:avLst/>
              <a:gdLst/>
              <a:ahLst/>
              <a:cxnLst/>
              <a:rect l="l" t="t" r="r" b="b"/>
              <a:pathLst>
                <a:path w="4413" h="1385" extrusionOk="0">
                  <a:moveTo>
                    <a:pt x="4212" y="1"/>
                  </a:moveTo>
                  <a:lnTo>
                    <a:pt x="1" y="302"/>
                  </a:lnTo>
                  <a:lnTo>
                    <a:pt x="121" y="482"/>
                  </a:lnTo>
                  <a:lnTo>
                    <a:pt x="201" y="663"/>
                  </a:lnTo>
                  <a:lnTo>
                    <a:pt x="281" y="863"/>
                  </a:lnTo>
                  <a:lnTo>
                    <a:pt x="342" y="1084"/>
                  </a:lnTo>
                  <a:lnTo>
                    <a:pt x="362" y="1224"/>
                  </a:lnTo>
                  <a:lnTo>
                    <a:pt x="362" y="1385"/>
                  </a:lnTo>
                  <a:lnTo>
                    <a:pt x="2367" y="1244"/>
                  </a:lnTo>
                  <a:lnTo>
                    <a:pt x="4413" y="1124"/>
                  </a:lnTo>
                  <a:lnTo>
                    <a:pt x="4413" y="843"/>
                  </a:lnTo>
                  <a:lnTo>
                    <a:pt x="4373" y="542"/>
                  </a:lnTo>
                  <a:lnTo>
                    <a:pt x="4292" y="261"/>
                  </a:lnTo>
                  <a:lnTo>
                    <a:pt x="42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42">
              <a:extLst>
                <a:ext uri="{FF2B5EF4-FFF2-40B4-BE49-F238E27FC236}">
                  <a16:creationId xmlns:a16="http://schemas.microsoft.com/office/drawing/2014/main" id="{6E8AD2F3-71E2-632B-7CCD-742CC28BC0CE}"/>
                </a:ext>
              </a:extLst>
            </p:cNvPr>
            <p:cNvSpPr/>
            <p:nvPr/>
          </p:nvSpPr>
          <p:spPr>
            <a:xfrm>
              <a:off x="11817575" y="4317888"/>
              <a:ext cx="110325" cy="34625"/>
            </a:xfrm>
            <a:custGeom>
              <a:avLst/>
              <a:gdLst/>
              <a:ahLst/>
              <a:cxnLst/>
              <a:rect l="l" t="t" r="r" b="b"/>
              <a:pathLst>
                <a:path w="4413" h="1385" fill="none" extrusionOk="0">
                  <a:moveTo>
                    <a:pt x="4413" y="1124"/>
                  </a:moveTo>
                  <a:lnTo>
                    <a:pt x="4413" y="1124"/>
                  </a:lnTo>
                  <a:lnTo>
                    <a:pt x="2367" y="1244"/>
                  </a:lnTo>
                  <a:lnTo>
                    <a:pt x="362" y="1385"/>
                  </a:lnTo>
                  <a:lnTo>
                    <a:pt x="362" y="1385"/>
                  </a:lnTo>
                  <a:lnTo>
                    <a:pt x="362" y="1224"/>
                  </a:lnTo>
                  <a:lnTo>
                    <a:pt x="342" y="1084"/>
                  </a:lnTo>
                  <a:lnTo>
                    <a:pt x="342" y="1084"/>
                  </a:lnTo>
                  <a:lnTo>
                    <a:pt x="281" y="863"/>
                  </a:lnTo>
                  <a:lnTo>
                    <a:pt x="201" y="663"/>
                  </a:lnTo>
                  <a:lnTo>
                    <a:pt x="121" y="482"/>
                  </a:lnTo>
                  <a:lnTo>
                    <a:pt x="1" y="302"/>
                  </a:lnTo>
                  <a:lnTo>
                    <a:pt x="1" y="302"/>
                  </a:lnTo>
                  <a:lnTo>
                    <a:pt x="4212" y="1"/>
                  </a:lnTo>
                  <a:lnTo>
                    <a:pt x="4212" y="1"/>
                  </a:lnTo>
                  <a:lnTo>
                    <a:pt x="4292" y="261"/>
                  </a:lnTo>
                  <a:lnTo>
                    <a:pt x="4373" y="542"/>
                  </a:lnTo>
                  <a:lnTo>
                    <a:pt x="4413" y="843"/>
                  </a:lnTo>
                  <a:lnTo>
                    <a:pt x="4413" y="112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42">
              <a:extLst>
                <a:ext uri="{FF2B5EF4-FFF2-40B4-BE49-F238E27FC236}">
                  <a16:creationId xmlns:a16="http://schemas.microsoft.com/office/drawing/2014/main" id="{36AAF62F-098E-5ADC-2B0E-968FC77ADF43}"/>
                </a:ext>
              </a:extLst>
            </p:cNvPr>
            <p:cNvSpPr/>
            <p:nvPr/>
          </p:nvSpPr>
          <p:spPr>
            <a:xfrm>
              <a:off x="11469125" y="4324913"/>
              <a:ext cx="596150" cy="81250"/>
            </a:xfrm>
            <a:custGeom>
              <a:avLst/>
              <a:gdLst/>
              <a:ahLst/>
              <a:cxnLst/>
              <a:rect l="l" t="t" r="r" b="b"/>
              <a:pathLst>
                <a:path w="23846" h="3250" extrusionOk="0">
                  <a:moveTo>
                    <a:pt x="2026" y="1"/>
                  </a:moveTo>
                  <a:lnTo>
                    <a:pt x="2018" y="6"/>
                  </a:lnTo>
                  <a:lnTo>
                    <a:pt x="2018" y="6"/>
                  </a:lnTo>
                  <a:lnTo>
                    <a:pt x="2046" y="1"/>
                  </a:lnTo>
                  <a:close/>
                  <a:moveTo>
                    <a:pt x="21259" y="482"/>
                  </a:moveTo>
                  <a:lnTo>
                    <a:pt x="19795" y="502"/>
                  </a:lnTo>
                  <a:lnTo>
                    <a:pt x="18351" y="542"/>
                  </a:lnTo>
                  <a:lnTo>
                    <a:pt x="18351" y="843"/>
                  </a:lnTo>
                  <a:lnTo>
                    <a:pt x="19333" y="803"/>
                  </a:lnTo>
                  <a:lnTo>
                    <a:pt x="19975" y="763"/>
                  </a:lnTo>
                  <a:lnTo>
                    <a:pt x="23846" y="562"/>
                  </a:lnTo>
                  <a:lnTo>
                    <a:pt x="23204" y="522"/>
                  </a:lnTo>
                  <a:lnTo>
                    <a:pt x="22562" y="502"/>
                  </a:lnTo>
                  <a:lnTo>
                    <a:pt x="21259" y="482"/>
                  </a:lnTo>
                  <a:close/>
                  <a:moveTo>
                    <a:pt x="2018" y="6"/>
                  </a:moveTo>
                  <a:lnTo>
                    <a:pt x="1625" y="81"/>
                  </a:lnTo>
                  <a:lnTo>
                    <a:pt x="1405" y="141"/>
                  </a:lnTo>
                  <a:lnTo>
                    <a:pt x="1164" y="221"/>
                  </a:lnTo>
                  <a:lnTo>
                    <a:pt x="923" y="301"/>
                  </a:lnTo>
                  <a:lnTo>
                    <a:pt x="703" y="402"/>
                  </a:lnTo>
                  <a:lnTo>
                    <a:pt x="522" y="522"/>
                  </a:lnTo>
                  <a:lnTo>
                    <a:pt x="362" y="662"/>
                  </a:lnTo>
                  <a:lnTo>
                    <a:pt x="282" y="743"/>
                  </a:lnTo>
                  <a:lnTo>
                    <a:pt x="201" y="863"/>
                  </a:lnTo>
                  <a:lnTo>
                    <a:pt x="141" y="963"/>
                  </a:lnTo>
                  <a:lnTo>
                    <a:pt x="101" y="1063"/>
                  </a:lnTo>
                  <a:lnTo>
                    <a:pt x="21" y="1304"/>
                  </a:lnTo>
                  <a:lnTo>
                    <a:pt x="1" y="1545"/>
                  </a:lnTo>
                  <a:lnTo>
                    <a:pt x="21" y="1745"/>
                  </a:lnTo>
                  <a:lnTo>
                    <a:pt x="61" y="1946"/>
                  </a:lnTo>
                  <a:lnTo>
                    <a:pt x="141" y="2146"/>
                  </a:lnTo>
                  <a:lnTo>
                    <a:pt x="241" y="2347"/>
                  </a:lnTo>
                  <a:lnTo>
                    <a:pt x="362" y="2527"/>
                  </a:lnTo>
                  <a:lnTo>
                    <a:pt x="502" y="2688"/>
                  </a:lnTo>
                  <a:lnTo>
                    <a:pt x="663" y="2828"/>
                  </a:lnTo>
                  <a:lnTo>
                    <a:pt x="843" y="2949"/>
                  </a:lnTo>
                  <a:lnTo>
                    <a:pt x="1144" y="3089"/>
                  </a:lnTo>
                  <a:lnTo>
                    <a:pt x="1445" y="3189"/>
                  </a:lnTo>
                  <a:lnTo>
                    <a:pt x="1746" y="3229"/>
                  </a:lnTo>
                  <a:lnTo>
                    <a:pt x="2066" y="3249"/>
                  </a:lnTo>
                  <a:lnTo>
                    <a:pt x="2327" y="3249"/>
                  </a:lnTo>
                  <a:lnTo>
                    <a:pt x="2608" y="3209"/>
                  </a:lnTo>
                  <a:lnTo>
                    <a:pt x="2869" y="3169"/>
                  </a:lnTo>
                  <a:lnTo>
                    <a:pt x="3149" y="3109"/>
                  </a:lnTo>
                  <a:lnTo>
                    <a:pt x="3711" y="2949"/>
                  </a:lnTo>
                  <a:lnTo>
                    <a:pt x="4272" y="2748"/>
                  </a:lnTo>
                  <a:lnTo>
                    <a:pt x="5335" y="2327"/>
                  </a:lnTo>
                  <a:lnTo>
                    <a:pt x="5837" y="2146"/>
                  </a:lnTo>
                  <a:lnTo>
                    <a:pt x="6318" y="2026"/>
                  </a:lnTo>
                  <a:lnTo>
                    <a:pt x="6940" y="1886"/>
                  </a:lnTo>
                  <a:lnTo>
                    <a:pt x="7702" y="1765"/>
                  </a:lnTo>
                  <a:lnTo>
                    <a:pt x="8584" y="1645"/>
                  </a:lnTo>
                  <a:lnTo>
                    <a:pt x="9567" y="1525"/>
                  </a:lnTo>
                  <a:lnTo>
                    <a:pt x="10650" y="1404"/>
                  </a:lnTo>
                  <a:lnTo>
                    <a:pt x="11813" y="1304"/>
                  </a:lnTo>
                  <a:lnTo>
                    <a:pt x="14300" y="1104"/>
                  </a:lnTo>
                  <a:lnTo>
                    <a:pt x="14300" y="943"/>
                  </a:lnTo>
                  <a:lnTo>
                    <a:pt x="14280" y="803"/>
                  </a:lnTo>
                  <a:lnTo>
                    <a:pt x="14260" y="763"/>
                  </a:lnTo>
                  <a:lnTo>
                    <a:pt x="12876" y="823"/>
                  </a:lnTo>
                  <a:lnTo>
                    <a:pt x="11472" y="863"/>
                  </a:lnTo>
                  <a:lnTo>
                    <a:pt x="10068" y="923"/>
                  </a:lnTo>
                  <a:lnTo>
                    <a:pt x="9366" y="983"/>
                  </a:lnTo>
                  <a:lnTo>
                    <a:pt x="8664" y="1043"/>
                  </a:lnTo>
                  <a:lnTo>
                    <a:pt x="7962" y="1124"/>
                  </a:lnTo>
                  <a:lnTo>
                    <a:pt x="7261" y="1224"/>
                  </a:lnTo>
                  <a:lnTo>
                    <a:pt x="6519" y="1364"/>
                  </a:lnTo>
                  <a:lnTo>
                    <a:pt x="5777" y="1505"/>
                  </a:lnTo>
                  <a:lnTo>
                    <a:pt x="5034" y="1665"/>
                  </a:lnTo>
                  <a:lnTo>
                    <a:pt x="4292" y="1805"/>
                  </a:lnTo>
                  <a:lnTo>
                    <a:pt x="3591" y="1926"/>
                  </a:lnTo>
                  <a:lnTo>
                    <a:pt x="3210" y="1986"/>
                  </a:lnTo>
                  <a:lnTo>
                    <a:pt x="2849" y="2006"/>
                  </a:lnTo>
                  <a:lnTo>
                    <a:pt x="2668" y="1986"/>
                  </a:lnTo>
                  <a:lnTo>
                    <a:pt x="2508" y="1966"/>
                  </a:lnTo>
                  <a:lnTo>
                    <a:pt x="2267" y="1926"/>
                  </a:lnTo>
                  <a:lnTo>
                    <a:pt x="2066" y="1846"/>
                  </a:lnTo>
                  <a:lnTo>
                    <a:pt x="1886" y="1765"/>
                  </a:lnTo>
                  <a:lnTo>
                    <a:pt x="1726" y="1665"/>
                  </a:lnTo>
                  <a:lnTo>
                    <a:pt x="1605" y="1545"/>
                  </a:lnTo>
                  <a:lnTo>
                    <a:pt x="1505" y="1404"/>
                  </a:lnTo>
                  <a:lnTo>
                    <a:pt x="1445" y="1284"/>
                  </a:lnTo>
                  <a:lnTo>
                    <a:pt x="1385" y="1124"/>
                  </a:lnTo>
                  <a:lnTo>
                    <a:pt x="1365" y="983"/>
                  </a:lnTo>
                  <a:lnTo>
                    <a:pt x="1385" y="823"/>
                  </a:lnTo>
                  <a:lnTo>
                    <a:pt x="1425" y="682"/>
                  </a:lnTo>
                  <a:lnTo>
                    <a:pt x="1485" y="542"/>
                  </a:lnTo>
                  <a:lnTo>
                    <a:pt x="1585" y="382"/>
                  </a:lnTo>
                  <a:lnTo>
                    <a:pt x="1705" y="261"/>
                  </a:lnTo>
                  <a:lnTo>
                    <a:pt x="1846" y="121"/>
                  </a:lnTo>
                  <a:lnTo>
                    <a:pt x="2018" y="6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42">
              <a:extLst>
                <a:ext uri="{FF2B5EF4-FFF2-40B4-BE49-F238E27FC236}">
                  <a16:creationId xmlns:a16="http://schemas.microsoft.com/office/drawing/2014/main" id="{7E89A12F-3DCB-02C4-B6FC-072A6CA9FCEB}"/>
                </a:ext>
              </a:extLst>
            </p:cNvPr>
            <p:cNvSpPr/>
            <p:nvPr/>
          </p:nvSpPr>
          <p:spPr>
            <a:xfrm>
              <a:off x="11825600" y="4338463"/>
              <a:ext cx="102300" cy="14050"/>
            </a:xfrm>
            <a:custGeom>
              <a:avLst/>
              <a:gdLst/>
              <a:ahLst/>
              <a:cxnLst/>
              <a:rect l="l" t="t" r="r" b="b"/>
              <a:pathLst>
                <a:path w="4092" h="562" extrusionOk="0">
                  <a:moveTo>
                    <a:pt x="4092" y="0"/>
                  </a:moveTo>
                  <a:lnTo>
                    <a:pt x="2046" y="100"/>
                  </a:lnTo>
                  <a:lnTo>
                    <a:pt x="1" y="221"/>
                  </a:lnTo>
                  <a:lnTo>
                    <a:pt x="21" y="261"/>
                  </a:lnTo>
                  <a:lnTo>
                    <a:pt x="41" y="401"/>
                  </a:lnTo>
                  <a:lnTo>
                    <a:pt x="41" y="562"/>
                  </a:lnTo>
                  <a:lnTo>
                    <a:pt x="3209" y="361"/>
                  </a:lnTo>
                  <a:lnTo>
                    <a:pt x="4092" y="301"/>
                  </a:lnTo>
                  <a:lnTo>
                    <a:pt x="409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67" name="Google Shape;8567;p42">
            <a:extLst>
              <a:ext uri="{FF2B5EF4-FFF2-40B4-BE49-F238E27FC236}">
                <a16:creationId xmlns:a16="http://schemas.microsoft.com/office/drawing/2014/main" id="{5CFCF436-0137-C70B-0AE8-E5E70AA86AEC}"/>
              </a:ext>
            </a:extLst>
          </p:cNvPr>
          <p:cNvGrpSpPr/>
          <p:nvPr/>
        </p:nvGrpSpPr>
        <p:grpSpPr>
          <a:xfrm>
            <a:off x="6961713" y="-153575"/>
            <a:ext cx="260625" cy="1230500"/>
            <a:chOff x="6815325" y="0"/>
            <a:chExt cx="260625" cy="1230500"/>
          </a:xfrm>
        </p:grpSpPr>
        <p:sp>
          <p:nvSpPr>
            <p:cNvPr id="8568" name="Google Shape;8568;p42">
              <a:extLst>
                <a:ext uri="{FF2B5EF4-FFF2-40B4-BE49-F238E27FC236}">
                  <a16:creationId xmlns:a16="http://schemas.microsoft.com/office/drawing/2014/main" id="{50C34793-E191-E62C-BBF3-93792A689EBB}"/>
                </a:ext>
              </a:extLst>
            </p:cNvPr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extrusionOk="0">
                  <a:moveTo>
                    <a:pt x="1" y="36662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42">
              <a:extLst>
                <a:ext uri="{FF2B5EF4-FFF2-40B4-BE49-F238E27FC236}">
                  <a16:creationId xmlns:a16="http://schemas.microsoft.com/office/drawing/2014/main" id="{3ADC53A1-4539-1812-FB95-DAA1F7C657A8}"/>
                </a:ext>
              </a:extLst>
            </p:cNvPr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fill="none" extrusionOk="0">
                  <a:moveTo>
                    <a:pt x="1" y="36662"/>
                  </a:moveTo>
                  <a:lnTo>
                    <a:pt x="1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42">
              <a:extLst>
                <a:ext uri="{FF2B5EF4-FFF2-40B4-BE49-F238E27FC236}">
                  <a16:creationId xmlns:a16="http://schemas.microsoft.com/office/drawing/2014/main" id="{FA628B70-5B6B-41ED-EC54-C50096D13F8B}"/>
                </a:ext>
              </a:extLst>
            </p:cNvPr>
            <p:cNvSpPr/>
            <p:nvPr/>
          </p:nvSpPr>
          <p:spPr>
            <a:xfrm>
              <a:off x="6933275" y="0"/>
              <a:ext cx="19675" cy="916575"/>
            </a:xfrm>
            <a:custGeom>
              <a:avLst/>
              <a:gdLst/>
              <a:ahLst/>
              <a:cxnLst/>
              <a:rect l="l" t="t" r="r" b="b"/>
              <a:pathLst>
                <a:path w="787" h="36663" extrusionOk="0">
                  <a:moveTo>
                    <a:pt x="0" y="0"/>
                  </a:moveTo>
                  <a:lnTo>
                    <a:pt x="0" y="36662"/>
                  </a:lnTo>
                  <a:lnTo>
                    <a:pt x="787" y="366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42">
              <a:extLst>
                <a:ext uri="{FF2B5EF4-FFF2-40B4-BE49-F238E27FC236}">
                  <a16:creationId xmlns:a16="http://schemas.microsoft.com/office/drawing/2014/main" id="{DFDFFA6F-01D9-176A-75DF-65509D8FD0A4}"/>
                </a:ext>
              </a:extLst>
            </p:cNvPr>
            <p:cNvSpPr/>
            <p:nvPr/>
          </p:nvSpPr>
          <p:spPr>
            <a:xfrm>
              <a:off x="6815325" y="847475"/>
              <a:ext cx="260625" cy="383025"/>
            </a:xfrm>
            <a:custGeom>
              <a:avLst/>
              <a:gdLst/>
              <a:ahLst/>
              <a:cxnLst/>
              <a:rect l="l" t="t" r="r" b="b"/>
              <a:pathLst>
                <a:path w="10425" h="15321" extrusionOk="0">
                  <a:moveTo>
                    <a:pt x="7077" y="0"/>
                  </a:moveTo>
                  <a:lnTo>
                    <a:pt x="6718" y="23"/>
                  </a:lnTo>
                  <a:lnTo>
                    <a:pt x="6358" y="45"/>
                  </a:lnTo>
                  <a:lnTo>
                    <a:pt x="5999" y="90"/>
                  </a:lnTo>
                  <a:lnTo>
                    <a:pt x="5662" y="157"/>
                  </a:lnTo>
                  <a:lnTo>
                    <a:pt x="5303" y="247"/>
                  </a:lnTo>
                  <a:lnTo>
                    <a:pt x="4966" y="360"/>
                  </a:lnTo>
                  <a:lnTo>
                    <a:pt x="4651" y="472"/>
                  </a:lnTo>
                  <a:lnTo>
                    <a:pt x="4314" y="607"/>
                  </a:lnTo>
                  <a:lnTo>
                    <a:pt x="4000" y="764"/>
                  </a:lnTo>
                  <a:lnTo>
                    <a:pt x="3708" y="944"/>
                  </a:lnTo>
                  <a:lnTo>
                    <a:pt x="3416" y="1123"/>
                  </a:lnTo>
                  <a:lnTo>
                    <a:pt x="3123" y="1326"/>
                  </a:lnTo>
                  <a:lnTo>
                    <a:pt x="2831" y="1528"/>
                  </a:lnTo>
                  <a:lnTo>
                    <a:pt x="2584" y="1752"/>
                  </a:lnTo>
                  <a:lnTo>
                    <a:pt x="2315" y="1999"/>
                  </a:lnTo>
                  <a:lnTo>
                    <a:pt x="2068" y="2247"/>
                  </a:lnTo>
                  <a:lnTo>
                    <a:pt x="1843" y="2516"/>
                  </a:lnTo>
                  <a:lnTo>
                    <a:pt x="1618" y="2808"/>
                  </a:lnTo>
                  <a:lnTo>
                    <a:pt x="1394" y="3078"/>
                  </a:lnTo>
                  <a:lnTo>
                    <a:pt x="1214" y="3392"/>
                  </a:lnTo>
                  <a:lnTo>
                    <a:pt x="1012" y="3707"/>
                  </a:lnTo>
                  <a:lnTo>
                    <a:pt x="855" y="4021"/>
                  </a:lnTo>
                  <a:lnTo>
                    <a:pt x="697" y="4336"/>
                  </a:lnTo>
                  <a:lnTo>
                    <a:pt x="563" y="4695"/>
                  </a:lnTo>
                  <a:lnTo>
                    <a:pt x="428" y="5032"/>
                  </a:lnTo>
                  <a:lnTo>
                    <a:pt x="315" y="5392"/>
                  </a:lnTo>
                  <a:lnTo>
                    <a:pt x="226" y="5751"/>
                  </a:lnTo>
                  <a:lnTo>
                    <a:pt x="136" y="6110"/>
                  </a:lnTo>
                  <a:lnTo>
                    <a:pt x="68" y="6492"/>
                  </a:lnTo>
                  <a:lnTo>
                    <a:pt x="23" y="6874"/>
                  </a:lnTo>
                  <a:lnTo>
                    <a:pt x="1" y="7256"/>
                  </a:lnTo>
                  <a:lnTo>
                    <a:pt x="1" y="7661"/>
                  </a:lnTo>
                  <a:lnTo>
                    <a:pt x="1" y="8042"/>
                  </a:lnTo>
                  <a:lnTo>
                    <a:pt x="23" y="8447"/>
                  </a:lnTo>
                  <a:lnTo>
                    <a:pt x="68" y="8829"/>
                  </a:lnTo>
                  <a:lnTo>
                    <a:pt x="136" y="9211"/>
                  </a:lnTo>
                  <a:lnTo>
                    <a:pt x="226" y="9570"/>
                  </a:lnTo>
                  <a:lnTo>
                    <a:pt x="315" y="9929"/>
                  </a:lnTo>
                  <a:lnTo>
                    <a:pt x="428" y="10289"/>
                  </a:lnTo>
                  <a:lnTo>
                    <a:pt x="563" y="10648"/>
                  </a:lnTo>
                  <a:lnTo>
                    <a:pt x="697" y="10985"/>
                  </a:lnTo>
                  <a:lnTo>
                    <a:pt x="855" y="11322"/>
                  </a:lnTo>
                  <a:lnTo>
                    <a:pt x="1012" y="11637"/>
                  </a:lnTo>
                  <a:lnTo>
                    <a:pt x="1214" y="11951"/>
                  </a:lnTo>
                  <a:lnTo>
                    <a:pt x="1394" y="12243"/>
                  </a:lnTo>
                  <a:lnTo>
                    <a:pt x="1618" y="12535"/>
                  </a:lnTo>
                  <a:lnTo>
                    <a:pt x="1843" y="12805"/>
                  </a:lnTo>
                  <a:lnTo>
                    <a:pt x="2068" y="13075"/>
                  </a:lnTo>
                  <a:lnTo>
                    <a:pt x="2315" y="13344"/>
                  </a:lnTo>
                  <a:lnTo>
                    <a:pt x="2584" y="13569"/>
                  </a:lnTo>
                  <a:lnTo>
                    <a:pt x="2831" y="13793"/>
                  </a:lnTo>
                  <a:lnTo>
                    <a:pt x="3123" y="14018"/>
                  </a:lnTo>
                  <a:lnTo>
                    <a:pt x="3416" y="14220"/>
                  </a:lnTo>
                  <a:lnTo>
                    <a:pt x="3708" y="14400"/>
                  </a:lnTo>
                  <a:lnTo>
                    <a:pt x="4000" y="14580"/>
                  </a:lnTo>
                  <a:lnTo>
                    <a:pt x="4314" y="14714"/>
                  </a:lnTo>
                  <a:lnTo>
                    <a:pt x="4651" y="14872"/>
                  </a:lnTo>
                  <a:lnTo>
                    <a:pt x="4966" y="14984"/>
                  </a:lnTo>
                  <a:lnTo>
                    <a:pt x="5303" y="15074"/>
                  </a:lnTo>
                  <a:lnTo>
                    <a:pt x="5662" y="15164"/>
                  </a:lnTo>
                  <a:lnTo>
                    <a:pt x="5999" y="15231"/>
                  </a:lnTo>
                  <a:lnTo>
                    <a:pt x="6358" y="15276"/>
                  </a:lnTo>
                  <a:lnTo>
                    <a:pt x="6718" y="15321"/>
                  </a:lnTo>
                  <a:lnTo>
                    <a:pt x="7504" y="15321"/>
                  </a:lnTo>
                  <a:lnTo>
                    <a:pt x="7931" y="15276"/>
                  </a:lnTo>
                  <a:lnTo>
                    <a:pt x="8335" y="15209"/>
                  </a:lnTo>
                  <a:lnTo>
                    <a:pt x="8762" y="15119"/>
                  </a:lnTo>
                  <a:lnTo>
                    <a:pt x="9144" y="14984"/>
                  </a:lnTo>
                  <a:lnTo>
                    <a:pt x="9548" y="14849"/>
                  </a:lnTo>
                  <a:lnTo>
                    <a:pt x="9908" y="14692"/>
                  </a:lnTo>
                  <a:lnTo>
                    <a:pt x="10267" y="14512"/>
                  </a:lnTo>
                  <a:lnTo>
                    <a:pt x="9863" y="14243"/>
                  </a:lnTo>
                  <a:lnTo>
                    <a:pt x="9481" y="13951"/>
                  </a:lnTo>
                  <a:lnTo>
                    <a:pt x="9122" y="13636"/>
                  </a:lnTo>
                  <a:lnTo>
                    <a:pt x="8762" y="13299"/>
                  </a:lnTo>
                  <a:lnTo>
                    <a:pt x="8425" y="12940"/>
                  </a:lnTo>
                  <a:lnTo>
                    <a:pt x="8133" y="12558"/>
                  </a:lnTo>
                  <a:lnTo>
                    <a:pt x="7841" y="12153"/>
                  </a:lnTo>
                  <a:lnTo>
                    <a:pt x="7594" y="11727"/>
                  </a:lnTo>
                  <a:lnTo>
                    <a:pt x="7347" y="11300"/>
                  </a:lnTo>
                  <a:lnTo>
                    <a:pt x="7145" y="10828"/>
                  </a:lnTo>
                  <a:lnTo>
                    <a:pt x="6987" y="10356"/>
                  </a:lnTo>
                  <a:lnTo>
                    <a:pt x="6830" y="9862"/>
                  </a:lnTo>
                  <a:lnTo>
                    <a:pt x="6718" y="9345"/>
                  </a:lnTo>
                  <a:lnTo>
                    <a:pt x="6628" y="8829"/>
                  </a:lnTo>
                  <a:lnTo>
                    <a:pt x="6583" y="8290"/>
                  </a:lnTo>
                  <a:lnTo>
                    <a:pt x="6561" y="7750"/>
                  </a:lnTo>
                  <a:lnTo>
                    <a:pt x="6583" y="7211"/>
                  </a:lnTo>
                  <a:lnTo>
                    <a:pt x="6628" y="6650"/>
                  </a:lnTo>
                  <a:lnTo>
                    <a:pt x="6718" y="6133"/>
                  </a:lnTo>
                  <a:lnTo>
                    <a:pt x="6830" y="5616"/>
                  </a:lnTo>
                  <a:lnTo>
                    <a:pt x="6987" y="5100"/>
                  </a:lnTo>
                  <a:lnTo>
                    <a:pt x="7167" y="4605"/>
                  </a:lnTo>
                  <a:lnTo>
                    <a:pt x="7392" y="4134"/>
                  </a:lnTo>
                  <a:lnTo>
                    <a:pt x="7639" y="3684"/>
                  </a:lnTo>
                  <a:lnTo>
                    <a:pt x="7908" y="3257"/>
                  </a:lnTo>
                  <a:lnTo>
                    <a:pt x="8200" y="2853"/>
                  </a:lnTo>
                  <a:lnTo>
                    <a:pt x="8515" y="2449"/>
                  </a:lnTo>
                  <a:lnTo>
                    <a:pt x="8852" y="2089"/>
                  </a:lnTo>
                  <a:lnTo>
                    <a:pt x="9211" y="1752"/>
                  </a:lnTo>
                  <a:lnTo>
                    <a:pt x="9616" y="1438"/>
                  </a:lnTo>
                  <a:lnTo>
                    <a:pt x="10020" y="1168"/>
                  </a:lnTo>
                  <a:lnTo>
                    <a:pt x="10424" y="921"/>
                  </a:lnTo>
                  <a:lnTo>
                    <a:pt x="10065" y="719"/>
                  </a:lnTo>
                  <a:lnTo>
                    <a:pt x="9661" y="517"/>
                  </a:lnTo>
                  <a:lnTo>
                    <a:pt x="9256" y="382"/>
                  </a:lnTo>
                  <a:lnTo>
                    <a:pt x="8852" y="247"/>
                  </a:lnTo>
                  <a:lnTo>
                    <a:pt x="8425" y="135"/>
                  </a:lnTo>
                  <a:lnTo>
                    <a:pt x="7976" y="68"/>
                  </a:lnTo>
                  <a:lnTo>
                    <a:pt x="7527" y="23"/>
                  </a:lnTo>
                  <a:lnTo>
                    <a:pt x="707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72" name="Google Shape;8572;p42">
            <a:extLst>
              <a:ext uri="{FF2B5EF4-FFF2-40B4-BE49-F238E27FC236}">
                <a16:creationId xmlns:a16="http://schemas.microsoft.com/office/drawing/2014/main" id="{D9B41FE0-F984-327D-F6A0-5168355C2D29}"/>
              </a:ext>
            </a:extLst>
          </p:cNvPr>
          <p:cNvGrpSpPr/>
          <p:nvPr/>
        </p:nvGrpSpPr>
        <p:grpSpPr>
          <a:xfrm>
            <a:off x="3761613" y="-153575"/>
            <a:ext cx="599250" cy="1418100"/>
            <a:chOff x="310050" y="-1175"/>
            <a:chExt cx="599250" cy="1418100"/>
          </a:xfrm>
        </p:grpSpPr>
        <p:grpSp>
          <p:nvGrpSpPr>
            <p:cNvPr id="8573" name="Google Shape;8573;p42">
              <a:extLst>
                <a:ext uri="{FF2B5EF4-FFF2-40B4-BE49-F238E27FC236}">
                  <a16:creationId xmlns:a16="http://schemas.microsoft.com/office/drawing/2014/main" id="{BAF69045-30FE-2D95-8455-A7A951E9006F}"/>
                </a:ext>
              </a:extLst>
            </p:cNvPr>
            <p:cNvGrpSpPr/>
            <p:nvPr/>
          </p:nvGrpSpPr>
          <p:grpSpPr>
            <a:xfrm>
              <a:off x="310050" y="-1175"/>
              <a:ext cx="599250" cy="1418100"/>
              <a:chOff x="310050" y="0"/>
              <a:chExt cx="599250" cy="1418100"/>
            </a:xfrm>
          </p:grpSpPr>
          <p:sp>
            <p:nvSpPr>
              <p:cNvPr id="8574" name="Google Shape;8574;p42">
                <a:extLst>
                  <a:ext uri="{FF2B5EF4-FFF2-40B4-BE49-F238E27FC236}">
                    <a16:creationId xmlns:a16="http://schemas.microsoft.com/office/drawing/2014/main" id="{35F0879F-2B6D-6E7E-59EF-6D8E61A5D638}"/>
                  </a:ext>
                </a:extLst>
              </p:cNvPr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extrusionOk="0">
                    <a:moveTo>
                      <a:pt x="1" y="36662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5" name="Google Shape;8575;p42">
                <a:extLst>
                  <a:ext uri="{FF2B5EF4-FFF2-40B4-BE49-F238E27FC236}">
                    <a16:creationId xmlns:a16="http://schemas.microsoft.com/office/drawing/2014/main" id="{6842B984-6FBE-060B-223F-8BD071F76FA2}"/>
                  </a:ext>
                </a:extLst>
              </p:cNvPr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fill="none" extrusionOk="0">
                    <a:moveTo>
                      <a:pt x="1" y="36662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6" name="Google Shape;8576;p42">
                <a:extLst>
                  <a:ext uri="{FF2B5EF4-FFF2-40B4-BE49-F238E27FC236}">
                    <a16:creationId xmlns:a16="http://schemas.microsoft.com/office/drawing/2014/main" id="{30853E6F-3232-3D65-F836-91ED5D86D48B}"/>
                  </a:ext>
                </a:extLst>
              </p:cNvPr>
              <p:cNvSpPr/>
              <p:nvPr/>
            </p:nvSpPr>
            <p:spPr>
              <a:xfrm>
                <a:off x="598700" y="0"/>
                <a:ext cx="19700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6663" extrusionOk="0">
                    <a:moveTo>
                      <a:pt x="1" y="0"/>
                    </a:moveTo>
                    <a:lnTo>
                      <a:pt x="1" y="36662"/>
                    </a:lnTo>
                    <a:lnTo>
                      <a:pt x="787" y="3666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7" name="Google Shape;8577;p42">
                <a:extLst>
                  <a:ext uri="{FF2B5EF4-FFF2-40B4-BE49-F238E27FC236}">
                    <a16:creationId xmlns:a16="http://schemas.microsoft.com/office/drawing/2014/main" id="{D163799B-FC94-C265-83F4-27B4BA0E4880}"/>
                  </a:ext>
                </a:extLst>
              </p:cNvPr>
              <p:cNvSpPr/>
              <p:nvPr/>
            </p:nvSpPr>
            <p:spPr>
              <a:xfrm>
                <a:off x="310050" y="847475"/>
                <a:ext cx="599250" cy="570625"/>
              </a:xfrm>
              <a:custGeom>
                <a:avLst/>
                <a:gdLst/>
                <a:ahLst/>
                <a:cxnLst/>
                <a:rect l="l" t="t" r="r" b="b"/>
                <a:pathLst>
                  <a:path w="23970" h="22825" extrusionOk="0">
                    <a:moveTo>
                      <a:pt x="11996" y="0"/>
                    </a:moveTo>
                    <a:lnTo>
                      <a:pt x="7503" y="6425"/>
                    </a:lnTo>
                    <a:lnTo>
                      <a:pt x="0" y="8716"/>
                    </a:lnTo>
                    <a:lnTo>
                      <a:pt x="4718" y="14984"/>
                    </a:lnTo>
                    <a:lnTo>
                      <a:pt x="4560" y="22824"/>
                    </a:lnTo>
                    <a:lnTo>
                      <a:pt x="11996" y="20286"/>
                    </a:lnTo>
                    <a:lnTo>
                      <a:pt x="19409" y="22824"/>
                    </a:lnTo>
                    <a:lnTo>
                      <a:pt x="19252" y="14984"/>
                    </a:lnTo>
                    <a:lnTo>
                      <a:pt x="23970" y="8716"/>
                    </a:lnTo>
                    <a:lnTo>
                      <a:pt x="16489" y="6425"/>
                    </a:lnTo>
                    <a:lnTo>
                      <a:pt x="1199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578" name="Google Shape;8578;p42">
              <a:extLst>
                <a:ext uri="{FF2B5EF4-FFF2-40B4-BE49-F238E27FC236}">
                  <a16:creationId xmlns:a16="http://schemas.microsoft.com/office/drawing/2014/main" id="{CA3DFDAE-C79E-54CA-838A-C5F2384B7EF6}"/>
                </a:ext>
              </a:extLst>
            </p:cNvPr>
            <p:cNvSpPr/>
            <p:nvPr/>
          </p:nvSpPr>
          <p:spPr>
            <a:xfrm>
              <a:off x="445600" y="979650"/>
              <a:ext cx="328149" cy="312474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79" name="Google Shape;8579;p42">
            <a:extLst>
              <a:ext uri="{FF2B5EF4-FFF2-40B4-BE49-F238E27FC236}">
                <a16:creationId xmlns:a16="http://schemas.microsoft.com/office/drawing/2014/main" id="{1FEED55F-935F-D52C-B9BB-46CB6D4A5944}"/>
              </a:ext>
            </a:extLst>
          </p:cNvPr>
          <p:cNvGrpSpPr/>
          <p:nvPr/>
        </p:nvGrpSpPr>
        <p:grpSpPr>
          <a:xfrm>
            <a:off x="8381088" y="-153575"/>
            <a:ext cx="297100" cy="2315550"/>
            <a:chOff x="8234700" y="-1175"/>
            <a:chExt cx="297100" cy="2315550"/>
          </a:xfrm>
        </p:grpSpPr>
        <p:grpSp>
          <p:nvGrpSpPr>
            <p:cNvPr id="8580" name="Google Shape;8580;p42">
              <a:extLst>
                <a:ext uri="{FF2B5EF4-FFF2-40B4-BE49-F238E27FC236}">
                  <a16:creationId xmlns:a16="http://schemas.microsoft.com/office/drawing/2014/main" id="{B45B067A-FF76-1227-8FB8-95DAB594E367}"/>
                </a:ext>
              </a:extLst>
            </p:cNvPr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8581" name="Google Shape;8581;p42">
                <a:extLst>
                  <a:ext uri="{FF2B5EF4-FFF2-40B4-BE49-F238E27FC236}">
                    <a16:creationId xmlns:a16="http://schemas.microsoft.com/office/drawing/2014/main" id="{39F78B0C-6EAA-19ED-4267-4769ECB81969}"/>
                  </a:ext>
                </a:extLst>
              </p:cNvPr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2" name="Google Shape;8582;p42">
                <a:extLst>
                  <a:ext uri="{FF2B5EF4-FFF2-40B4-BE49-F238E27FC236}">
                    <a16:creationId xmlns:a16="http://schemas.microsoft.com/office/drawing/2014/main" id="{06ECD2B2-EC67-6BE3-582B-C636895EF9DA}"/>
                  </a:ext>
                </a:extLst>
              </p:cNvPr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3" name="Google Shape;8583;p42">
                <a:extLst>
                  <a:ext uri="{FF2B5EF4-FFF2-40B4-BE49-F238E27FC236}">
                    <a16:creationId xmlns:a16="http://schemas.microsoft.com/office/drawing/2014/main" id="{B9AC9555-9480-1259-A64F-282A5E065A4E}"/>
                  </a:ext>
                </a:extLst>
              </p:cNvPr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4" name="Google Shape;8584;p42">
                <a:extLst>
                  <a:ext uri="{FF2B5EF4-FFF2-40B4-BE49-F238E27FC236}">
                    <a16:creationId xmlns:a16="http://schemas.microsoft.com/office/drawing/2014/main" id="{B99C5D5F-D3B6-C644-7370-F3771CF760D6}"/>
                  </a:ext>
                </a:extLst>
              </p:cNvPr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585" name="Google Shape;8585;p42">
              <a:extLst>
                <a:ext uri="{FF2B5EF4-FFF2-40B4-BE49-F238E27FC236}">
                  <a16:creationId xmlns:a16="http://schemas.microsoft.com/office/drawing/2014/main" id="{9D98AAAE-B9F8-CF32-89E7-A27851B6EB5E}"/>
                </a:ext>
              </a:extLst>
            </p:cNvPr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86" name="Google Shape;8586;p42">
            <a:extLst>
              <a:ext uri="{FF2B5EF4-FFF2-40B4-BE49-F238E27FC236}">
                <a16:creationId xmlns:a16="http://schemas.microsoft.com/office/drawing/2014/main" id="{A94F9FCC-3C1B-1558-D12E-191B47912A6D}"/>
              </a:ext>
            </a:extLst>
          </p:cNvPr>
          <p:cNvGrpSpPr/>
          <p:nvPr/>
        </p:nvGrpSpPr>
        <p:grpSpPr>
          <a:xfrm>
            <a:off x="4999863" y="-153575"/>
            <a:ext cx="599250" cy="1418100"/>
            <a:chOff x="310050" y="-1175"/>
            <a:chExt cx="599250" cy="1418100"/>
          </a:xfrm>
        </p:grpSpPr>
        <p:grpSp>
          <p:nvGrpSpPr>
            <p:cNvPr id="8587" name="Google Shape;8587;p42">
              <a:extLst>
                <a:ext uri="{FF2B5EF4-FFF2-40B4-BE49-F238E27FC236}">
                  <a16:creationId xmlns:a16="http://schemas.microsoft.com/office/drawing/2014/main" id="{2552BB36-EFEB-0A74-1FDF-45686E21BBA2}"/>
                </a:ext>
              </a:extLst>
            </p:cNvPr>
            <p:cNvGrpSpPr/>
            <p:nvPr/>
          </p:nvGrpSpPr>
          <p:grpSpPr>
            <a:xfrm>
              <a:off x="310050" y="-1175"/>
              <a:ext cx="599250" cy="1418100"/>
              <a:chOff x="310050" y="0"/>
              <a:chExt cx="599250" cy="1418100"/>
            </a:xfrm>
          </p:grpSpPr>
          <p:sp>
            <p:nvSpPr>
              <p:cNvPr id="8588" name="Google Shape;8588;p42">
                <a:extLst>
                  <a:ext uri="{FF2B5EF4-FFF2-40B4-BE49-F238E27FC236}">
                    <a16:creationId xmlns:a16="http://schemas.microsoft.com/office/drawing/2014/main" id="{0584E1D5-54BD-2538-76DB-581724ABEFBB}"/>
                  </a:ext>
                </a:extLst>
              </p:cNvPr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extrusionOk="0">
                    <a:moveTo>
                      <a:pt x="1" y="36662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9" name="Google Shape;8589;p42">
                <a:extLst>
                  <a:ext uri="{FF2B5EF4-FFF2-40B4-BE49-F238E27FC236}">
                    <a16:creationId xmlns:a16="http://schemas.microsoft.com/office/drawing/2014/main" id="{E5349CC0-B797-E9A6-1294-B41CD0010225}"/>
                  </a:ext>
                </a:extLst>
              </p:cNvPr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fill="none" extrusionOk="0">
                    <a:moveTo>
                      <a:pt x="1" y="36662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0" name="Google Shape;8590;p42">
                <a:extLst>
                  <a:ext uri="{FF2B5EF4-FFF2-40B4-BE49-F238E27FC236}">
                    <a16:creationId xmlns:a16="http://schemas.microsoft.com/office/drawing/2014/main" id="{76CE4D4B-7F8B-9E87-E8A4-6BFAB1DAC4DE}"/>
                  </a:ext>
                </a:extLst>
              </p:cNvPr>
              <p:cNvSpPr/>
              <p:nvPr/>
            </p:nvSpPr>
            <p:spPr>
              <a:xfrm>
                <a:off x="598700" y="0"/>
                <a:ext cx="19700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6663" extrusionOk="0">
                    <a:moveTo>
                      <a:pt x="1" y="0"/>
                    </a:moveTo>
                    <a:lnTo>
                      <a:pt x="1" y="36662"/>
                    </a:lnTo>
                    <a:lnTo>
                      <a:pt x="787" y="3666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1" name="Google Shape;8591;p42">
                <a:extLst>
                  <a:ext uri="{FF2B5EF4-FFF2-40B4-BE49-F238E27FC236}">
                    <a16:creationId xmlns:a16="http://schemas.microsoft.com/office/drawing/2014/main" id="{E96784E5-5860-FC29-5A59-3B9BE06B9246}"/>
                  </a:ext>
                </a:extLst>
              </p:cNvPr>
              <p:cNvSpPr/>
              <p:nvPr/>
            </p:nvSpPr>
            <p:spPr>
              <a:xfrm>
                <a:off x="310050" y="847475"/>
                <a:ext cx="599250" cy="570625"/>
              </a:xfrm>
              <a:custGeom>
                <a:avLst/>
                <a:gdLst/>
                <a:ahLst/>
                <a:cxnLst/>
                <a:rect l="l" t="t" r="r" b="b"/>
                <a:pathLst>
                  <a:path w="23970" h="22825" extrusionOk="0">
                    <a:moveTo>
                      <a:pt x="11996" y="0"/>
                    </a:moveTo>
                    <a:lnTo>
                      <a:pt x="7503" y="6425"/>
                    </a:lnTo>
                    <a:lnTo>
                      <a:pt x="0" y="8716"/>
                    </a:lnTo>
                    <a:lnTo>
                      <a:pt x="4718" y="14984"/>
                    </a:lnTo>
                    <a:lnTo>
                      <a:pt x="4560" y="22824"/>
                    </a:lnTo>
                    <a:lnTo>
                      <a:pt x="11996" y="20286"/>
                    </a:lnTo>
                    <a:lnTo>
                      <a:pt x="19409" y="22824"/>
                    </a:lnTo>
                    <a:lnTo>
                      <a:pt x="19252" y="14984"/>
                    </a:lnTo>
                    <a:lnTo>
                      <a:pt x="23970" y="8716"/>
                    </a:lnTo>
                    <a:lnTo>
                      <a:pt x="16489" y="6425"/>
                    </a:lnTo>
                    <a:lnTo>
                      <a:pt x="1199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592" name="Google Shape;8592;p42">
              <a:extLst>
                <a:ext uri="{FF2B5EF4-FFF2-40B4-BE49-F238E27FC236}">
                  <a16:creationId xmlns:a16="http://schemas.microsoft.com/office/drawing/2014/main" id="{BB965918-5F1A-347B-3FD3-2D778DD21290}"/>
                </a:ext>
              </a:extLst>
            </p:cNvPr>
            <p:cNvSpPr/>
            <p:nvPr/>
          </p:nvSpPr>
          <p:spPr>
            <a:xfrm>
              <a:off x="445600" y="979650"/>
              <a:ext cx="328149" cy="312474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93" name="Google Shape;8593;p42">
            <a:extLst>
              <a:ext uri="{FF2B5EF4-FFF2-40B4-BE49-F238E27FC236}">
                <a16:creationId xmlns:a16="http://schemas.microsoft.com/office/drawing/2014/main" id="{01780913-25B3-B61A-BC34-86B2AE79CA08}"/>
              </a:ext>
            </a:extLst>
          </p:cNvPr>
          <p:cNvGrpSpPr/>
          <p:nvPr/>
        </p:nvGrpSpPr>
        <p:grpSpPr>
          <a:xfrm>
            <a:off x="465813" y="-153575"/>
            <a:ext cx="297100" cy="2315550"/>
            <a:chOff x="8234700" y="-1175"/>
            <a:chExt cx="297100" cy="2315550"/>
          </a:xfrm>
        </p:grpSpPr>
        <p:grpSp>
          <p:nvGrpSpPr>
            <p:cNvPr id="8594" name="Google Shape;8594;p42">
              <a:extLst>
                <a:ext uri="{FF2B5EF4-FFF2-40B4-BE49-F238E27FC236}">
                  <a16:creationId xmlns:a16="http://schemas.microsoft.com/office/drawing/2014/main" id="{E8B65933-5665-1953-3C3D-38E2C077ABC8}"/>
                </a:ext>
              </a:extLst>
            </p:cNvPr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8595" name="Google Shape;8595;p42">
                <a:extLst>
                  <a:ext uri="{FF2B5EF4-FFF2-40B4-BE49-F238E27FC236}">
                    <a16:creationId xmlns:a16="http://schemas.microsoft.com/office/drawing/2014/main" id="{4BEA1187-FA8A-D36A-EB37-28799D03CAB8}"/>
                  </a:ext>
                </a:extLst>
              </p:cNvPr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6" name="Google Shape;8596;p42">
                <a:extLst>
                  <a:ext uri="{FF2B5EF4-FFF2-40B4-BE49-F238E27FC236}">
                    <a16:creationId xmlns:a16="http://schemas.microsoft.com/office/drawing/2014/main" id="{A2BBAC04-6020-1C0F-FA70-3A3CDB19F053}"/>
                  </a:ext>
                </a:extLst>
              </p:cNvPr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7" name="Google Shape;8597;p42">
                <a:extLst>
                  <a:ext uri="{FF2B5EF4-FFF2-40B4-BE49-F238E27FC236}">
                    <a16:creationId xmlns:a16="http://schemas.microsoft.com/office/drawing/2014/main" id="{AB159CD3-EBB6-3A50-47A2-D5E7F3036842}"/>
                  </a:ext>
                </a:extLst>
              </p:cNvPr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8" name="Google Shape;8598;p42">
                <a:extLst>
                  <a:ext uri="{FF2B5EF4-FFF2-40B4-BE49-F238E27FC236}">
                    <a16:creationId xmlns:a16="http://schemas.microsoft.com/office/drawing/2014/main" id="{5ACD1460-E26D-E1F9-B264-E3B8E15221A7}"/>
                  </a:ext>
                </a:extLst>
              </p:cNvPr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599" name="Google Shape;8599;p42">
              <a:extLst>
                <a:ext uri="{FF2B5EF4-FFF2-40B4-BE49-F238E27FC236}">
                  <a16:creationId xmlns:a16="http://schemas.microsoft.com/office/drawing/2014/main" id="{3E00FE6C-017A-1FDA-B547-28FE35E1D839}"/>
                </a:ext>
              </a:extLst>
            </p:cNvPr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" name="Grupa 5">
            <a:extLst>
              <a:ext uri="{FF2B5EF4-FFF2-40B4-BE49-F238E27FC236}">
                <a16:creationId xmlns:a16="http://schemas.microsoft.com/office/drawing/2014/main" id="{A0D6F8AE-E422-B58E-07CF-2F748300BF28}"/>
              </a:ext>
            </a:extLst>
          </p:cNvPr>
          <p:cNvGrpSpPr/>
          <p:nvPr/>
        </p:nvGrpSpPr>
        <p:grpSpPr>
          <a:xfrm>
            <a:off x="1295801" y="1236250"/>
            <a:ext cx="6552398" cy="2221200"/>
            <a:chOff x="1295801" y="1236250"/>
            <a:chExt cx="6552398" cy="2221200"/>
          </a:xfrm>
        </p:grpSpPr>
        <p:sp>
          <p:nvSpPr>
            <p:cNvPr id="7" name="Google Shape;6437;p29">
              <a:extLst>
                <a:ext uri="{FF2B5EF4-FFF2-40B4-BE49-F238E27FC236}">
                  <a16:creationId xmlns:a16="http://schemas.microsoft.com/office/drawing/2014/main" id="{0D1D346B-4991-AF98-F936-7D72BDFA0890}"/>
                </a:ext>
              </a:extLst>
            </p:cNvPr>
            <p:cNvSpPr/>
            <p:nvPr/>
          </p:nvSpPr>
          <p:spPr>
            <a:xfrm>
              <a:off x="3947250" y="1236250"/>
              <a:ext cx="1249500" cy="1249500"/>
            </a:xfrm>
            <a:prstGeom prst="ellipse">
              <a:avLst/>
            </a:prstGeom>
            <a:solidFill>
              <a:schemeClr val="accent1"/>
            </a:solidFill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6438;p29">
              <a:extLst>
                <a:ext uri="{FF2B5EF4-FFF2-40B4-BE49-F238E27FC236}">
                  <a16:creationId xmlns:a16="http://schemas.microsoft.com/office/drawing/2014/main" id="{A356F0FB-F896-9A0B-C90E-0202293349E1}"/>
                </a:ext>
              </a:extLst>
            </p:cNvPr>
            <p:cNvSpPr txBox="1">
              <a:spLocks/>
            </p:cNvSpPr>
            <p:nvPr/>
          </p:nvSpPr>
          <p:spPr>
            <a:xfrm>
              <a:off x="1295801" y="2726050"/>
              <a:ext cx="6552398" cy="731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4800"/>
                <a:buFont typeface="BioRhyme"/>
                <a:buNone/>
                <a:defRPr sz="9000" b="1" i="0" u="none" strike="noStrike" cap="none">
                  <a:solidFill>
                    <a:schemeClr val="lt2"/>
                  </a:solidFill>
                  <a:latin typeface="BioRhyme"/>
                  <a:ea typeface="BioRhyme"/>
                  <a:cs typeface="BioRhyme"/>
                  <a:sym typeface="BioRhyme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r>
                <a:rPr lang="en-US" sz="5500" dirty="0" err="1">
                  <a:solidFill>
                    <a:schemeClr val="tx2"/>
                  </a:solidFill>
                </a:rPr>
                <a:t>Ispitivanje</a:t>
              </a:r>
              <a:endParaRPr lang="en-US" sz="5500" dirty="0">
                <a:solidFill>
                  <a:schemeClr val="tx2"/>
                </a:solidFill>
              </a:endParaRPr>
            </a:p>
          </p:txBody>
        </p:sp>
        <p:sp>
          <p:nvSpPr>
            <p:cNvPr id="9" name="Google Shape;6439;p29">
              <a:extLst>
                <a:ext uri="{FF2B5EF4-FFF2-40B4-BE49-F238E27FC236}">
                  <a16:creationId xmlns:a16="http://schemas.microsoft.com/office/drawing/2014/main" id="{5530FA7A-0A79-A4CA-3425-1AC6D07A055C}"/>
                </a:ext>
              </a:extLst>
            </p:cNvPr>
            <p:cNvSpPr txBox="1">
              <a:spLocks/>
            </p:cNvSpPr>
            <p:nvPr/>
          </p:nvSpPr>
          <p:spPr>
            <a:xfrm>
              <a:off x="4114800" y="1515548"/>
              <a:ext cx="914400" cy="690900"/>
            </a:xfrm>
            <a:prstGeom prst="rect">
              <a:avLst/>
            </a:prstGeom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/>
              <a:r>
                <a:rPr lang="en" sz="6500" b="1" dirty="0">
                  <a:solidFill>
                    <a:schemeClr val="tx2"/>
                  </a:solidFill>
                  <a:latin typeface="BioRhyme" panose="020B0604020202020204" charset="-18"/>
                  <a:ea typeface="BioRhyme" panose="020B0604020202020204" charset="-18"/>
                </a:rPr>
                <a:t>7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5838296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184">
          <a:extLst>
            <a:ext uri="{FF2B5EF4-FFF2-40B4-BE49-F238E27FC236}">
              <a16:creationId xmlns:a16="http://schemas.microsoft.com/office/drawing/2014/main" id="{7E8B5845-3FF3-A17E-4830-8D387A86DF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8" name="Google Shape;7188;p34">
            <a:extLst>
              <a:ext uri="{FF2B5EF4-FFF2-40B4-BE49-F238E27FC236}">
                <a16:creationId xmlns:a16="http://schemas.microsoft.com/office/drawing/2014/main" id="{C0C2F4C8-FB3F-37E7-1F79-A5FC2856D9D1}"/>
              </a:ext>
            </a:extLst>
          </p:cNvPr>
          <p:cNvSpPr txBox="1">
            <a:spLocks noGrp="1"/>
          </p:cNvSpPr>
          <p:nvPr>
            <p:ph type="title" idx="4"/>
          </p:nvPr>
        </p:nvSpPr>
        <p:spPr>
          <a:xfrm>
            <a:off x="720000" y="539500"/>
            <a:ext cx="77040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Ispitivanje</a:t>
            </a:r>
            <a:endParaRPr dirty="0"/>
          </a:p>
        </p:txBody>
      </p:sp>
      <p:grpSp>
        <p:nvGrpSpPr>
          <p:cNvPr id="7232" name="Google Shape;7232;p34">
            <a:extLst>
              <a:ext uri="{FF2B5EF4-FFF2-40B4-BE49-F238E27FC236}">
                <a16:creationId xmlns:a16="http://schemas.microsoft.com/office/drawing/2014/main" id="{EBE953B5-F0D1-2B58-5180-DA2B49249C0D}"/>
              </a:ext>
            </a:extLst>
          </p:cNvPr>
          <p:cNvGrpSpPr/>
          <p:nvPr/>
        </p:nvGrpSpPr>
        <p:grpSpPr>
          <a:xfrm flipH="1">
            <a:off x="7127304" y="3591386"/>
            <a:ext cx="1823591" cy="1453514"/>
            <a:chOff x="8222575" y="3882950"/>
            <a:chExt cx="2306300" cy="1838263"/>
          </a:xfrm>
        </p:grpSpPr>
        <p:sp>
          <p:nvSpPr>
            <p:cNvPr id="7233" name="Google Shape;7233;p34">
              <a:extLst>
                <a:ext uri="{FF2B5EF4-FFF2-40B4-BE49-F238E27FC236}">
                  <a16:creationId xmlns:a16="http://schemas.microsoft.com/office/drawing/2014/main" id="{3237EFFD-02AD-9A59-FF10-00A56B44EF91}"/>
                </a:ext>
              </a:extLst>
            </p:cNvPr>
            <p:cNvSpPr/>
            <p:nvPr/>
          </p:nvSpPr>
          <p:spPr>
            <a:xfrm>
              <a:off x="8266575" y="5442513"/>
              <a:ext cx="2262300" cy="2787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34">
              <a:extLst>
                <a:ext uri="{FF2B5EF4-FFF2-40B4-BE49-F238E27FC236}">
                  <a16:creationId xmlns:a16="http://schemas.microsoft.com/office/drawing/2014/main" id="{288A490F-2B05-D067-16D7-A6E56848CC91}"/>
                </a:ext>
              </a:extLst>
            </p:cNvPr>
            <p:cNvSpPr/>
            <p:nvPr/>
          </p:nvSpPr>
          <p:spPr>
            <a:xfrm>
              <a:off x="8364975" y="5252175"/>
              <a:ext cx="1865075" cy="312875"/>
            </a:xfrm>
            <a:custGeom>
              <a:avLst/>
              <a:gdLst/>
              <a:ahLst/>
              <a:cxnLst/>
              <a:rect l="l" t="t" r="r" b="b"/>
              <a:pathLst>
                <a:path w="74603" h="12515" extrusionOk="0">
                  <a:moveTo>
                    <a:pt x="71514" y="0"/>
                  </a:moveTo>
                  <a:lnTo>
                    <a:pt x="71274" y="41"/>
                  </a:lnTo>
                  <a:lnTo>
                    <a:pt x="71033" y="121"/>
                  </a:lnTo>
                  <a:lnTo>
                    <a:pt x="70813" y="221"/>
                  </a:lnTo>
                  <a:lnTo>
                    <a:pt x="69449" y="903"/>
                  </a:lnTo>
                  <a:lnTo>
                    <a:pt x="68085" y="1545"/>
                  </a:lnTo>
                  <a:lnTo>
                    <a:pt x="66701" y="2126"/>
                  </a:lnTo>
                  <a:lnTo>
                    <a:pt x="65298" y="2688"/>
                  </a:lnTo>
                  <a:lnTo>
                    <a:pt x="66120" y="4533"/>
                  </a:lnTo>
                  <a:lnTo>
                    <a:pt x="66862" y="6217"/>
                  </a:lnTo>
                  <a:lnTo>
                    <a:pt x="67744" y="5796"/>
                  </a:lnTo>
                  <a:lnTo>
                    <a:pt x="68587" y="5415"/>
                  </a:lnTo>
                  <a:lnTo>
                    <a:pt x="69369" y="5014"/>
                  </a:lnTo>
                  <a:lnTo>
                    <a:pt x="70111" y="4653"/>
                  </a:lnTo>
                  <a:lnTo>
                    <a:pt x="71434" y="3951"/>
                  </a:lnTo>
                  <a:lnTo>
                    <a:pt x="72537" y="3309"/>
                  </a:lnTo>
                  <a:lnTo>
                    <a:pt x="73400" y="2768"/>
                  </a:lnTo>
                  <a:lnTo>
                    <a:pt x="74041" y="2347"/>
                  </a:lnTo>
                  <a:lnTo>
                    <a:pt x="74442" y="2026"/>
                  </a:lnTo>
                  <a:lnTo>
                    <a:pt x="74563" y="1926"/>
                  </a:lnTo>
                  <a:lnTo>
                    <a:pt x="74603" y="1865"/>
                  </a:lnTo>
                  <a:lnTo>
                    <a:pt x="74603" y="1825"/>
                  </a:lnTo>
                  <a:lnTo>
                    <a:pt x="74583" y="1725"/>
                  </a:lnTo>
                  <a:lnTo>
                    <a:pt x="74543" y="1605"/>
                  </a:lnTo>
                  <a:lnTo>
                    <a:pt x="74463" y="1464"/>
                  </a:lnTo>
                  <a:lnTo>
                    <a:pt x="74362" y="1324"/>
                  </a:lnTo>
                  <a:lnTo>
                    <a:pt x="74222" y="1184"/>
                  </a:lnTo>
                  <a:lnTo>
                    <a:pt x="74081" y="1023"/>
                  </a:lnTo>
                  <a:lnTo>
                    <a:pt x="73901" y="863"/>
                  </a:lnTo>
                  <a:lnTo>
                    <a:pt x="73700" y="722"/>
                  </a:lnTo>
                  <a:lnTo>
                    <a:pt x="73500" y="582"/>
                  </a:lnTo>
                  <a:lnTo>
                    <a:pt x="73279" y="442"/>
                  </a:lnTo>
                  <a:lnTo>
                    <a:pt x="73039" y="321"/>
                  </a:lnTo>
                  <a:lnTo>
                    <a:pt x="72798" y="221"/>
                  </a:lnTo>
                  <a:lnTo>
                    <a:pt x="72537" y="121"/>
                  </a:lnTo>
                  <a:lnTo>
                    <a:pt x="72277" y="61"/>
                  </a:lnTo>
                  <a:lnTo>
                    <a:pt x="72016" y="20"/>
                  </a:lnTo>
                  <a:lnTo>
                    <a:pt x="71755" y="0"/>
                  </a:lnTo>
                  <a:close/>
                  <a:moveTo>
                    <a:pt x="2848" y="0"/>
                  </a:moveTo>
                  <a:lnTo>
                    <a:pt x="2587" y="20"/>
                  </a:lnTo>
                  <a:lnTo>
                    <a:pt x="2327" y="61"/>
                  </a:lnTo>
                  <a:lnTo>
                    <a:pt x="2066" y="121"/>
                  </a:lnTo>
                  <a:lnTo>
                    <a:pt x="1805" y="201"/>
                  </a:lnTo>
                  <a:lnTo>
                    <a:pt x="1564" y="321"/>
                  </a:lnTo>
                  <a:lnTo>
                    <a:pt x="1324" y="442"/>
                  </a:lnTo>
                  <a:lnTo>
                    <a:pt x="1103" y="582"/>
                  </a:lnTo>
                  <a:lnTo>
                    <a:pt x="903" y="722"/>
                  </a:lnTo>
                  <a:lnTo>
                    <a:pt x="702" y="863"/>
                  </a:lnTo>
                  <a:lnTo>
                    <a:pt x="522" y="1023"/>
                  </a:lnTo>
                  <a:lnTo>
                    <a:pt x="381" y="1164"/>
                  </a:lnTo>
                  <a:lnTo>
                    <a:pt x="241" y="1324"/>
                  </a:lnTo>
                  <a:lnTo>
                    <a:pt x="141" y="1464"/>
                  </a:lnTo>
                  <a:lnTo>
                    <a:pt x="60" y="1585"/>
                  </a:lnTo>
                  <a:lnTo>
                    <a:pt x="20" y="1705"/>
                  </a:lnTo>
                  <a:lnTo>
                    <a:pt x="0" y="1805"/>
                  </a:lnTo>
                  <a:lnTo>
                    <a:pt x="0" y="1865"/>
                  </a:lnTo>
                  <a:lnTo>
                    <a:pt x="40" y="1906"/>
                  </a:lnTo>
                  <a:lnTo>
                    <a:pt x="121" y="1986"/>
                  </a:lnTo>
                  <a:lnTo>
                    <a:pt x="381" y="2206"/>
                  </a:lnTo>
                  <a:lnTo>
                    <a:pt x="822" y="2527"/>
                  </a:lnTo>
                  <a:lnTo>
                    <a:pt x="1424" y="2908"/>
                  </a:lnTo>
                  <a:lnTo>
                    <a:pt x="2166" y="3370"/>
                  </a:lnTo>
                  <a:lnTo>
                    <a:pt x="3069" y="3891"/>
                  </a:lnTo>
                  <a:lnTo>
                    <a:pt x="4131" y="4453"/>
                  </a:lnTo>
                  <a:lnTo>
                    <a:pt x="5315" y="5074"/>
                  </a:lnTo>
                  <a:lnTo>
                    <a:pt x="6638" y="5716"/>
                  </a:lnTo>
                  <a:lnTo>
                    <a:pt x="8102" y="6358"/>
                  </a:lnTo>
                  <a:lnTo>
                    <a:pt x="9687" y="7040"/>
                  </a:lnTo>
                  <a:lnTo>
                    <a:pt x="10529" y="7380"/>
                  </a:lnTo>
                  <a:lnTo>
                    <a:pt x="11411" y="7721"/>
                  </a:lnTo>
                  <a:lnTo>
                    <a:pt x="12314" y="8042"/>
                  </a:lnTo>
                  <a:lnTo>
                    <a:pt x="13236" y="8383"/>
                  </a:lnTo>
                  <a:lnTo>
                    <a:pt x="14199" y="8704"/>
                  </a:lnTo>
                  <a:lnTo>
                    <a:pt x="15202" y="9025"/>
                  </a:lnTo>
                  <a:lnTo>
                    <a:pt x="16204" y="9346"/>
                  </a:lnTo>
                  <a:lnTo>
                    <a:pt x="17247" y="9647"/>
                  </a:lnTo>
                  <a:lnTo>
                    <a:pt x="18310" y="9947"/>
                  </a:lnTo>
                  <a:lnTo>
                    <a:pt x="19413" y="10248"/>
                  </a:lnTo>
                  <a:lnTo>
                    <a:pt x="19373" y="10128"/>
                  </a:lnTo>
                  <a:lnTo>
                    <a:pt x="19333" y="10008"/>
                  </a:lnTo>
                  <a:lnTo>
                    <a:pt x="19333" y="9988"/>
                  </a:lnTo>
                  <a:lnTo>
                    <a:pt x="19373" y="9827"/>
                  </a:lnTo>
                  <a:lnTo>
                    <a:pt x="19453" y="9546"/>
                  </a:lnTo>
                  <a:lnTo>
                    <a:pt x="19774" y="8704"/>
                  </a:lnTo>
                  <a:lnTo>
                    <a:pt x="20255" y="7501"/>
                  </a:lnTo>
                  <a:lnTo>
                    <a:pt x="20877" y="6037"/>
                  </a:lnTo>
                  <a:lnTo>
                    <a:pt x="19894" y="5836"/>
                  </a:lnTo>
                  <a:lnTo>
                    <a:pt x="18912" y="5616"/>
                  </a:lnTo>
                  <a:lnTo>
                    <a:pt x="17929" y="5375"/>
                  </a:lnTo>
                  <a:lnTo>
                    <a:pt x="16926" y="5134"/>
                  </a:lnTo>
                  <a:lnTo>
                    <a:pt x="15643" y="4793"/>
                  </a:lnTo>
                  <a:lnTo>
                    <a:pt x="15061" y="5535"/>
                  </a:lnTo>
                  <a:lnTo>
                    <a:pt x="14600" y="6097"/>
                  </a:lnTo>
                  <a:lnTo>
                    <a:pt x="14259" y="6498"/>
                  </a:lnTo>
                  <a:lnTo>
                    <a:pt x="14159" y="6598"/>
                  </a:lnTo>
                  <a:lnTo>
                    <a:pt x="14078" y="6659"/>
                  </a:lnTo>
                  <a:lnTo>
                    <a:pt x="13898" y="6739"/>
                  </a:lnTo>
                  <a:lnTo>
                    <a:pt x="13717" y="6799"/>
                  </a:lnTo>
                  <a:lnTo>
                    <a:pt x="13557" y="6819"/>
                  </a:lnTo>
                  <a:lnTo>
                    <a:pt x="13377" y="6839"/>
                  </a:lnTo>
                  <a:lnTo>
                    <a:pt x="13156" y="6819"/>
                  </a:lnTo>
                  <a:lnTo>
                    <a:pt x="12955" y="6759"/>
                  </a:lnTo>
                  <a:lnTo>
                    <a:pt x="12755" y="6699"/>
                  </a:lnTo>
                  <a:lnTo>
                    <a:pt x="12574" y="6598"/>
                  </a:lnTo>
                  <a:lnTo>
                    <a:pt x="12434" y="6458"/>
                  </a:lnTo>
                  <a:lnTo>
                    <a:pt x="12294" y="6318"/>
                  </a:lnTo>
                  <a:lnTo>
                    <a:pt x="12213" y="6157"/>
                  </a:lnTo>
                  <a:lnTo>
                    <a:pt x="12153" y="5977"/>
                  </a:lnTo>
                  <a:lnTo>
                    <a:pt x="12153" y="5957"/>
                  </a:lnTo>
                  <a:lnTo>
                    <a:pt x="12173" y="5856"/>
                  </a:lnTo>
                  <a:lnTo>
                    <a:pt x="12193" y="5716"/>
                  </a:lnTo>
                  <a:lnTo>
                    <a:pt x="12354" y="5295"/>
                  </a:lnTo>
                  <a:lnTo>
                    <a:pt x="12574" y="4693"/>
                  </a:lnTo>
                  <a:lnTo>
                    <a:pt x="12875" y="3951"/>
                  </a:lnTo>
                  <a:lnTo>
                    <a:pt x="11732" y="3570"/>
                  </a:lnTo>
                  <a:lnTo>
                    <a:pt x="10589" y="3169"/>
                  </a:lnTo>
                  <a:lnTo>
                    <a:pt x="9426" y="2748"/>
                  </a:lnTo>
                  <a:lnTo>
                    <a:pt x="8283" y="2287"/>
                  </a:lnTo>
                  <a:lnTo>
                    <a:pt x="7160" y="1805"/>
                  </a:lnTo>
                  <a:lnTo>
                    <a:pt x="6017" y="1304"/>
                  </a:lnTo>
                  <a:lnTo>
                    <a:pt x="4893" y="783"/>
                  </a:lnTo>
                  <a:lnTo>
                    <a:pt x="3791" y="221"/>
                  </a:lnTo>
                  <a:lnTo>
                    <a:pt x="3550" y="121"/>
                  </a:lnTo>
                  <a:lnTo>
                    <a:pt x="3329" y="41"/>
                  </a:lnTo>
                  <a:lnTo>
                    <a:pt x="3089" y="0"/>
                  </a:lnTo>
                  <a:close/>
                  <a:moveTo>
                    <a:pt x="61106" y="4152"/>
                  </a:moveTo>
                  <a:lnTo>
                    <a:pt x="60103" y="4453"/>
                  </a:lnTo>
                  <a:lnTo>
                    <a:pt x="59101" y="4753"/>
                  </a:lnTo>
                  <a:lnTo>
                    <a:pt x="58098" y="5014"/>
                  </a:lnTo>
                  <a:lnTo>
                    <a:pt x="57115" y="5275"/>
                  </a:lnTo>
                  <a:lnTo>
                    <a:pt x="57396" y="5977"/>
                  </a:lnTo>
                  <a:lnTo>
                    <a:pt x="57617" y="6538"/>
                  </a:lnTo>
                  <a:lnTo>
                    <a:pt x="57737" y="6939"/>
                  </a:lnTo>
                  <a:lnTo>
                    <a:pt x="57777" y="7060"/>
                  </a:lnTo>
                  <a:lnTo>
                    <a:pt x="57797" y="7160"/>
                  </a:lnTo>
                  <a:lnTo>
                    <a:pt x="57797" y="7180"/>
                  </a:lnTo>
                  <a:lnTo>
                    <a:pt x="57737" y="7360"/>
                  </a:lnTo>
                  <a:lnTo>
                    <a:pt x="57637" y="7521"/>
                  </a:lnTo>
                  <a:lnTo>
                    <a:pt x="57516" y="7661"/>
                  </a:lnTo>
                  <a:lnTo>
                    <a:pt x="57356" y="7782"/>
                  </a:lnTo>
                  <a:lnTo>
                    <a:pt x="57196" y="7882"/>
                  </a:lnTo>
                  <a:lnTo>
                    <a:pt x="56995" y="7962"/>
                  </a:lnTo>
                  <a:lnTo>
                    <a:pt x="56774" y="8002"/>
                  </a:lnTo>
                  <a:lnTo>
                    <a:pt x="56574" y="8022"/>
                  </a:lnTo>
                  <a:lnTo>
                    <a:pt x="56393" y="8022"/>
                  </a:lnTo>
                  <a:lnTo>
                    <a:pt x="56213" y="7982"/>
                  </a:lnTo>
                  <a:lnTo>
                    <a:pt x="56052" y="7942"/>
                  </a:lnTo>
                  <a:lnTo>
                    <a:pt x="55872" y="7862"/>
                  </a:lnTo>
                  <a:lnTo>
                    <a:pt x="55792" y="7802"/>
                  </a:lnTo>
                  <a:lnTo>
                    <a:pt x="55671" y="7681"/>
                  </a:lnTo>
                  <a:lnTo>
                    <a:pt x="55331" y="7280"/>
                  </a:lnTo>
                  <a:lnTo>
                    <a:pt x="54849" y="6699"/>
                  </a:lnTo>
                  <a:lnTo>
                    <a:pt x="54268" y="5937"/>
                  </a:lnTo>
                  <a:lnTo>
                    <a:pt x="52924" y="6197"/>
                  </a:lnTo>
                  <a:lnTo>
                    <a:pt x="51600" y="6458"/>
                  </a:lnTo>
                  <a:lnTo>
                    <a:pt x="50297" y="6679"/>
                  </a:lnTo>
                  <a:lnTo>
                    <a:pt x="49033" y="6859"/>
                  </a:lnTo>
                  <a:lnTo>
                    <a:pt x="47810" y="7040"/>
                  </a:lnTo>
                  <a:lnTo>
                    <a:pt x="46607" y="7200"/>
                  </a:lnTo>
                  <a:lnTo>
                    <a:pt x="45444" y="7320"/>
                  </a:lnTo>
                  <a:lnTo>
                    <a:pt x="44341" y="7441"/>
                  </a:lnTo>
                  <a:lnTo>
                    <a:pt x="43258" y="7521"/>
                  </a:lnTo>
                  <a:lnTo>
                    <a:pt x="42235" y="7601"/>
                  </a:lnTo>
                  <a:lnTo>
                    <a:pt x="40350" y="7721"/>
                  </a:lnTo>
                  <a:lnTo>
                    <a:pt x="38705" y="7782"/>
                  </a:lnTo>
                  <a:lnTo>
                    <a:pt x="37302" y="7802"/>
                  </a:lnTo>
                  <a:lnTo>
                    <a:pt x="36219" y="7782"/>
                  </a:lnTo>
                  <a:lnTo>
                    <a:pt x="34955" y="7741"/>
                  </a:lnTo>
                  <a:lnTo>
                    <a:pt x="33551" y="7681"/>
                  </a:lnTo>
                  <a:lnTo>
                    <a:pt x="32007" y="7581"/>
                  </a:lnTo>
                  <a:lnTo>
                    <a:pt x="30323" y="7441"/>
                  </a:lnTo>
                  <a:lnTo>
                    <a:pt x="28538" y="7260"/>
                  </a:lnTo>
                  <a:lnTo>
                    <a:pt x="26653" y="7020"/>
                  </a:lnTo>
                  <a:lnTo>
                    <a:pt x="24667" y="6739"/>
                  </a:lnTo>
                  <a:lnTo>
                    <a:pt x="23544" y="8223"/>
                  </a:lnTo>
                  <a:lnTo>
                    <a:pt x="22622" y="9446"/>
                  </a:lnTo>
                  <a:lnTo>
                    <a:pt x="21920" y="10308"/>
                  </a:lnTo>
                  <a:lnTo>
                    <a:pt x="21679" y="10589"/>
                  </a:lnTo>
                  <a:lnTo>
                    <a:pt x="21499" y="10750"/>
                  </a:lnTo>
                  <a:lnTo>
                    <a:pt x="23304" y="11131"/>
                  </a:lnTo>
                  <a:lnTo>
                    <a:pt x="24226" y="11291"/>
                  </a:lnTo>
                  <a:lnTo>
                    <a:pt x="25149" y="11472"/>
                  </a:lnTo>
                  <a:lnTo>
                    <a:pt x="26091" y="11612"/>
                  </a:lnTo>
                  <a:lnTo>
                    <a:pt x="27054" y="11772"/>
                  </a:lnTo>
                  <a:lnTo>
                    <a:pt x="28036" y="11893"/>
                  </a:lnTo>
                  <a:lnTo>
                    <a:pt x="29019" y="12033"/>
                  </a:lnTo>
                  <a:lnTo>
                    <a:pt x="30002" y="12133"/>
                  </a:lnTo>
                  <a:lnTo>
                    <a:pt x="31024" y="12234"/>
                  </a:lnTo>
                  <a:lnTo>
                    <a:pt x="32027" y="12314"/>
                  </a:lnTo>
                  <a:lnTo>
                    <a:pt x="33070" y="12394"/>
                  </a:lnTo>
                  <a:lnTo>
                    <a:pt x="34113" y="12434"/>
                  </a:lnTo>
                  <a:lnTo>
                    <a:pt x="35156" y="12474"/>
                  </a:lnTo>
                  <a:lnTo>
                    <a:pt x="36219" y="12514"/>
                  </a:lnTo>
                  <a:lnTo>
                    <a:pt x="38284" y="12514"/>
                  </a:lnTo>
                  <a:lnTo>
                    <a:pt x="39267" y="12494"/>
                  </a:lnTo>
                  <a:lnTo>
                    <a:pt x="40250" y="12454"/>
                  </a:lnTo>
                  <a:lnTo>
                    <a:pt x="41212" y="12414"/>
                  </a:lnTo>
                  <a:lnTo>
                    <a:pt x="42155" y="12354"/>
                  </a:lnTo>
                  <a:lnTo>
                    <a:pt x="43097" y="12274"/>
                  </a:lnTo>
                  <a:lnTo>
                    <a:pt x="44040" y="12194"/>
                  </a:lnTo>
                  <a:lnTo>
                    <a:pt x="44962" y="12093"/>
                  </a:lnTo>
                  <a:lnTo>
                    <a:pt x="46767" y="11873"/>
                  </a:lnTo>
                  <a:lnTo>
                    <a:pt x="48552" y="11612"/>
                  </a:lnTo>
                  <a:lnTo>
                    <a:pt x="50277" y="11311"/>
                  </a:lnTo>
                  <a:lnTo>
                    <a:pt x="51961" y="10990"/>
                  </a:lnTo>
                  <a:lnTo>
                    <a:pt x="53606" y="10629"/>
                  </a:lnTo>
                  <a:lnTo>
                    <a:pt x="55190" y="10248"/>
                  </a:lnTo>
                  <a:lnTo>
                    <a:pt x="56714" y="9827"/>
                  </a:lnTo>
                  <a:lnTo>
                    <a:pt x="58198" y="9406"/>
                  </a:lnTo>
                  <a:lnTo>
                    <a:pt x="59642" y="8965"/>
                  </a:lnTo>
                  <a:lnTo>
                    <a:pt x="61026" y="8504"/>
                  </a:lnTo>
                  <a:lnTo>
                    <a:pt x="62330" y="8022"/>
                  </a:lnTo>
                  <a:lnTo>
                    <a:pt x="63593" y="7561"/>
                  </a:lnTo>
                  <a:lnTo>
                    <a:pt x="62410" y="5957"/>
                  </a:lnTo>
                  <a:lnTo>
                    <a:pt x="61106" y="415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34">
              <a:extLst>
                <a:ext uri="{FF2B5EF4-FFF2-40B4-BE49-F238E27FC236}">
                  <a16:creationId xmlns:a16="http://schemas.microsoft.com/office/drawing/2014/main" id="{8A668B70-F3C1-A699-8F95-621DB1F9D04A}"/>
                </a:ext>
              </a:extLst>
            </p:cNvPr>
            <p:cNvSpPr/>
            <p:nvPr/>
          </p:nvSpPr>
          <p:spPr>
            <a:xfrm>
              <a:off x="9935725" y="4378800"/>
              <a:ext cx="500900" cy="650300"/>
            </a:xfrm>
            <a:custGeom>
              <a:avLst/>
              <a:gdLst/>
              <a:ahLst/>
              <a:cxnLst/>
              <a:rect l="l" t="t" r="r" b="b"/>
              <a:pathLst>
                <a:path w="20036" h="26012" extrusionOk="0">
                  <a:moveTo>
                    <a:pt x="7682" y="0"/>
                  </a:moveTo>
                  <a:lnTo>
                    <a:pt x="7241" y="20"/>
                  </a:lnTo>
                  <a:lnTo>
                    <a:pt x="6799" y="61"/>
                  </a:lnTo>
                  <a:lnTo>
                    <a:pt x="6358" y="121"/>
                  </a:lnTo>
                  <a:lnTo>
                    <a:pt x="5917" y="221"/>
                  </a:lnTo>
                  <a:lnTo>
                    <a:pt x="5476" y="321"/>
                  </a:lnTo>
                  <a:lnTo>
                    <a:pt x="5055" y="442"/>
                  </a:lnTo>
                  <a:lnTo>
                    <a:pt x="4633" y="602"/>
                  </a:lnTo>
                  <a:lnTo>
                    <a:pt x="4212" y="762"/>
                  </a:lnTo>
                  <a:lnTo>
                    <a:pt x="3811" y="943"/>
                  </a:lnTo>
                  <a:lnTo>
                    <a:pt x="3410" y="1164"/>
                  </a:lnTo>
                  <a:lnTo>
                    <a:pt x="3009" y="1384"/>
                  </a:lnTo>
                  <a:lnTo>
                    <a:pt x="2628" y="1645"/>
                  </a:lnTo>
                  <a:lnTo>
                    <a:pt x="2267" y="1906"/>
                  </a:lnTo>
                  <a:lnTo>
                    <a:pt x="1906" y="2186"/>
                  </a:lnTo>
                  <a:lnTo>
                    <a:pt x="1565" y="2507"/>
                  </a:lnTo>
                  <a:lnTo>
                    <a:pt x="1224" y="2828"/>
                  </a:lnTo>
                  <a:lnTo>
                    <a:pt x="923" y="3169"/>
                  </a:lnTo>
                  <a:lnTo>
                    <a:pt x="623" y="3530"/>
                  </a:lnTo>
                  <a:lnTo>
                    <a:pt x="342" y="3911"/>
                  </a:lnTo>
                  <a:lnTo>
                    <a:pt x="262" y="3911"/>
                  </a:lnTo>
                  <a:lnTo>
                    <a:pt x="201" y="3931"/>
                  </a:lnTo>
                  <a:lnTo>
                    <a:pt x="141" y="3951"/>
                  </a:lnTo>
                  <a:lnTo>
                    <a:pt x="81" y="3991"/>
                  </a:lnTo>
                  <a:lnTo>
                    <a:pt x="41" y="4031"/>
                  </a:lnTo>
                  <a:lnTo>
                    <a:pt x="1" y="4092"/>
                  </a:lnTo>
                  <a:lnTo>
                    <a:pt x="1" y="4172"/>
                  </a:lnTo>
                  <a:lnTo>
                    <a:pt x="1" y="4252"/>
                  </a:lnTo>
                  <a:lnTo>
                    <a:pt x="1" y="4292"/>
                  </a:lnTo>
                  <a:lnTo>
                    <a:pt x="101" y="4533"/>
                  </a:lnTo>
                  <a:lnTo>
                    <a:pt x="181" y="4733"/>
                  </a:lnTo>
                  <a:lnTo>
                    <a:pt x="282" y="4994"/>
                  </a:lnTo>
                  <a:lnTo>
                    <a:pt x="422" y="5255"/>
                  </a:lnTo>
                  <a:lnTo>
                    <a:pt x="582" y="5495"/>
                  </a:lnTo>
                  <a:lnTo>
                    <a:pt x="743" y="5736"/>
                  </a:lnTo>
                  <a:lnTo>
                    <a:pt x="863" y="5856"/>
                  </a:lnTo>
                  <a:lnTo>
                    <a:pt x="1004" y="5957"/>
                  </a:lnTo>
                  <a:lnTo>
                    <a:pt x="1104" y="6037"/>
                  </a:lnTo>
                  <a:lnTo>
                    <a:pt x="1244" y="6077"/>
                  </a:lnTo>
                  <a:lnTo>
                    <a:pt x="1365" y="6117"/>
                  </a:lnTo>
                  <a:lnTo>
                    <a:pt x="1505" y="6137"/>
                  </a:lnTo>
                  <a:lnTo>
                    <a:pt x="1685" y="6137"/>
                  </a:lnTo>
                  <a:lnTo>
                    <a:pt x="1866" y="6077"/>
                  </a:lnTo>
                  <a:lnTo>
                    <a:pt x="2046" y="5997"/>
                  </a:lnTo>
                  <a:lnTo>
                    <a:pt x="2227" y="5916"/>
                  </a:lnTo>
                  <a:lnTo>
                    <a:pt x="2588" y="5696"/>
                  </a:lnTo>
                  <a:lnTo>
                    <a:pt x="2909" y="5515"/>
                  </a:lnTo>
                  <a:lnTo>
                    <a:pt x="3410" y="5275"/>
                  </a:lnTo>
                  <a:lnTo>
                    <a:pt x="3912" y="5094"/>
                  </a:lnTo>
                  <a:lnTo>
                    <a:pt x="4172" y="4994"/>
                  </a:lnTo>
                  <a:lnTo>
                    <a:pt x="4433" y="4934"/>
                  </a:lnTo>
                  <a:lnTo>
                    <a:pt x="4714" y="4874"/>
                  </a:lnTo>
                  <a:lnTo>
                    <a:pt x="4974" y="4813"/>
                  </a:lnTo>
                  <a:lnTo>
                    <a:pt x="5315" y="4793"/>
                  </a:lnTo>
                  <a:lnTo>
                    <a:pt x="5636" y="4773"/>
                  </a:lnTo>
                  <a:lnTo>
                    <a:pt x="5937" y="4793"/>
                  </a:lnTo>
                  <a:lnTo>
                    <a:pt x="6218" y="4834"/>
                  </a:lnTo>
                  <a:lnTo>
                    <a:pt x="6499" y="4894"/>
                  </a:lnTo>
                  <a:lnTo>
                    <a:pt x="6759" y="4974"/>
                  </a:lnTo>
                  <a:lnTo>
                    <a:pt x="7000" y="5074"/>
                  </a:lnTo>
                  <a:lnTo>
                    <a:pt x="7241" y="5195"/>
                  </a:lnTo>
                  <a:lnTo>
                    <a:pt x="7461" y="5335"/>
                  </a:lnTo>
                  <a:lnTo>
                    <a:pt x="7662" y="5475"/>
                  </a:lnTo>
                  <a:lnTo>
                    <a:pt x="7862" y="5656"/>
                  </a:lnTo>
                  <a:lnTo>
                    <a:pt x="8043" y="5836"/>
                  </a:lnTo>
                  <a:lnTo>
                    <a:pt x="8223" y="6037"/>
                  </a:lnTo>
                  <a:lnTo>
                    <a:pt x="8384" y="6237"/>
                  </a:lnTo>
                  <a:lnTo>
                    <a:pt x="8524" y="6478"/>
                  </a:lnTo>
                  <a:lnTo>
                    <a:pt x="8664" y="6699"/>
                  </a:lnTo>
                  <a:lnTo>
                    <a:pt x="8785" y="6939"/>
                  </a:lnTo>
                  <a:lnTo>
                    <a:pt x="8905" y="7200"/>
                  </a:lnTo>
                  <a:lnTo>
                    <a:pt x="9106" y="7721"/>
                  </a:lnTo>
                  <a:lnTo>
                    <a:pt x="9286" y="8263"/>
                  </a:lnTo>
                  <a:lnTo>
                    <a:pt x="9427" y="8824"/>
                  </a:lnTo>
                  <a:lnTo>
                    <a:pt x="9527" y="9406"/>
                  </a:lnTo>
                  <a:lnTo>
                    <a:pt x="9607" y="9967"/>
                  </a:lnTo>
                  <a:lnTo>
                    <a:pt x="9667" y="10529"/>
                  </a:lnTo>
                  <a:lnTo>
                    <a:pt x="9707" y="11050"/>
                  </a:lnTo>
                  <a:lnTo>
                    <a:pt x="9707" y="11612"/>
                  </a:lnTo>
                  <a:lnTo>
                    <a:pt x="9727" y="12194"/>
                  </a:lnTo>
                  <a:lnTo>
                    <a:pt x="9687" y="13337"/>
                  </a:lnTo>
                  <a:lnTo>
                    <a:pt x="9627" y="14520"/>
                  </a:lnTo>
                  <a:lnTo>
                    <a:pt x="9527" y="15703"/>
                  </a:lnTo>
                  <a:lnTo>
                    <a:pt x="9427" y="16886"/>
                  </a:lnTo>
                  <a:lnTo>
                    <a:pt x="9346" y="18110"/>
                  </a:lnTo>
                  <a:lnTo>
                    <a:pt x="9286" y="19353"/>
                  </a:lnTo>
                  <a:lnTo>
                    <a:pt x="9266" y="19975"/>
                  </a:lnTo>
                  <a:lnTo>
                    <a:pt x="9266" y="20596"/>
                  </a:lnTo>
                  <a:lnTo>
                    <a:pt x="9286" y="21058"/>
                  </a:lnTo>
                  <a:lnTo>
                    <a:pt x="9346" y="21499"/>
                  </a:lnTo>
                  <a:lnTo>
                    <a:pt x="9447" y="21920"/>
                  </a:lnTo>
                  <a:lnTo>
                    <a:pt x="9567" y="22321"/>
                  </a:lnTo>
                  <a:lnTo>
                    <a:pt x="9727" y="22722"/>
                  </a:lnTo>
                  <a:lnTo>
                    <a:pt x="9928" y="23103"/>
                  </a:lnTo>
                  <a:lnTo>
                    <a:pt x="10128" y="23464"/>
                  </a:lnTo>
                  <a:lnTo>
                    <a:pt x="10369" y="23805"/>
                  </a:lnTo>
                  <a:lnTo>
                    <a:pt x="10630" y="24126"/>
                  </a:lnTo>
                  <a:lnTo>
                    <a:pt x="10931" y="24407"/>
                  </a:lnTo>
                  <a:lnTo>
                    <a:pt x="11231" y="24688"/>
                  </a:lnTo>
                  <a:lnTo>
                    <a:pt x="11552" y="24948"/>
                  </a:lnTo>
                  <a:lnTo>
                    <a:pt x="11893" y="25169"/>
                  </a:lnTo>
                  <a:lnTo>
                    <a:pt x="12254" y="25369"/>
                  </a:lnTo>
                  <a:lnTo>
                    <a:pt x="12615" y="25550"/>
                  </a:lnTo>
                  <a:lnTo>
                    <a:pt x="12996" y="25710"/>
                  </a:lnTo>
                  <a:lnTo>
                    <a:pt x="13397" y="25831"/>
                  </a:lnTo>
                  <a:lnTo>
                    <a:pt x="13818" y="25931"/>
                  </a:lnTo>
                  <a:lnTo>
                    <a:pt x="14159" y="25991"/>
                  </a:lnTo>
                  <a:lnTo>
                    <a:pt x="14220" y="25991"/>
                  </a:lnTo>
                  <a:lnTo>
                    <a:pt x="14601" y="26011"/>
                  </a:lnTo>
                  <a:lnTo>
                    <a:pt x="14962" y="26011"/>
                  </a:lnTo>
                  <a:lnTo>
                    <a:pt x="15343" y="25991"/>
                  </a:lnTo>
                  <a:lnTo>
                    <a:pt x="15704" y="25931"/>
                  </a:lnTo>
                  <a:lnTo>
                    <a:pt x="16085" y="25851"/>
                  </a:lnTo>
                  <a:lnTo>
                    <a:pt x="16446" y="25730"/>
                  </a:lnTo>
                  <a:lnTo>
                    <a:pt x="16787" y="25590"/>
                  </a:lnTo>
                  <a:lnTo>
                    <a:pt x="17147" y="25409"/>
                  </a:lnTo>
                  <a:lnTo>
                    <a:pt x="17388" y="25269"/>
                  </a:lnTo>
                  <a:lnTo>
                    <a:pt x="17609" y="25129"/>
                  </a:lnTo>
                  <a:lnTo>
                    <a:pt x="17829" y="24968"/>
                  </a:lnTo>
                  <a:lnTo>
                    <a:pt x="18030" y="24788"/>
                  </a:lnTo>
                  <a:lnTo>
                    <a:pt x="18230" y="24587"/>
                  </a:lnTo>
                  <a:lnTo>
                    <a:pt x="18551" y="24266"/>
                  </a:lnTo>
                  <a:lnTo>
                    <a:pt x="18852" y="23905"/>
                  </a:lnTo>
                  <a:lnTo>
                    <a:pt x="19133" y="23484"/>
                  </a:lnTo>
                  <a:lnTo>
                    <a:pt x="19394" y="23043"/>
                  </a:lnTo>
                  <a:lnTo>
                    <a:pt x="19534" y="22762"/>
                  </a:lnTo>
                  <a:lnTo>
                    <a:pt x="19654" y="22421"/>
                  </a:lnTo>
                  <a:lnTo>
                    <a:pt x="19755" y="22020"/>
                  </a:lnTo>
                  <a:lnTo>
                    <a:pt x="19835" y="21579"/>
                  </a:lnTo>
                  <a:lnTo>
                    <a:pt x="19915" y="21078"/>
                  </a:lnTo>
                  <a:lnTo>
                    <a:pt x="19975" y="20536"/>
                  </a:lnTo>
                  <a:lnTo>
                    <a:pt x="20015" y="19955"/>
                  </a:lnTo>
                  <a:lnTo>
                    <a:pt x="20035" y="19333"/>
                  </a:lnTo>
                  <a:lnTo>
                    <a:pt x="20035" y="18671"/>
                  </a:lnTo>
                  <a:lnTo>
                    <a:pt x="20015" y="17989"/>
                  </a:lnTo>
                  <a:lnTo>
                    <a:pt x="19975" y="17287"/>
                  </a:lnTo>
                  <a:lnTo>
                    <a:pt x="19915" y="16545"/>
                  </a:lnTo>
                  <a:lnTo>
                    <a:pt x="19835" y="15783"/>
                  </a:lnTo>
                  <a:lnTo>
                    <a:pt x="19735" y="15001"/>
                  </a:lnTo>
                  <a:lnTo>
                    <a:pt x="19594" y="14219"/>
                  </a:lnTo>
                  <a:lnTo>
                    <a:pt x="19454" y="13417"/>
                  </a:lnTo>
                  <a:lnTo>
                    <a:pt x="19273" y="12595"/>
                  </a:lnTo>
                  <a:lnTo>
                    <a:pt x="19073" y="11792"/>
                  </a:lnTo>
                  <a:lnTo>
                    <a:pt x="18852" y="10970"/>
                  </a:lnTo>
                  <a:lnTo>
                    <a:pt x="18591" y="10148"/>
                  </a:lnTo>
                  <a:lnTo>
                    <a:pt x="18311" y="9346"/>
                  </a:lnTo>
                  <a:lnTo>
                    <a:pt x="18010" y="8544"/>
                  </a:lnTo>
                  <a:lnTo>
                    <a:pt x="17669" y="7761"/>
                  </a:lnTo>
                  <a:lnTo>
                    <a:pt x="17288" y="6999"/>
                  </a:lnTo>
                  <a:lnTo>
                    <a:pt x="16887" y="6237"/>
                  </a:lnTo>
                  <a:lnTo>
                    <a:pt x="16466" y="5515"/>
                  </a:lnTo>
                  <a:lnTo>
                    <a:pt x="16004" y="4813"/>
                  </a:lnTo>
                  <a:lnTo>
                    <a:pt x="15503" y="4132"/>
                  </a:lnTo>
                  <a:lnTo>
                    <a:pt x="15242" y="3811"/>
                  </a:lnTo>
                  <a:lnTo>
                    <a:pt x="14982" y="3490"/>
                  </a:lnTo>
                  <a:lnTo>
                    <a:pt x="14701" y="3169"/>
                  </a:lnTo>
                  <a:lnTo>
                    <a:pt x="14420" y="2868"/>
                  </a:lnTo>
                  <a:lnTo>
                    <a:pt x="14119" y="2587"/>
                  </a:lnTo>
                  <a:lnTo>
                    <a:pt x="13818" y="2307"/>
                  </a:lnTo>
                  <a:lnTo>
                    <a:pt x="13518" y="2046"/>
                  </a:lnTo>
                  <a:lnTo>
                    <a:pt x="13197" y="1785"/>
                  </a:lnTo>
                  <a:lnTo>
                    <a:pt x="12796" y="1504"/>
                  </a:lnTo>
                  <a:lnTo>
                    <a:pt x="12415" y="1244"/>
                  </a:lnTo>
                  <a:lnTo>
                    <a:pt x="12014" y="1023"/>
                  </a:lnTo>
                  <a:lnTo>
                    <a:pt x="11612" y="823"/>
                  </a:lnTo>
                  <a:lnTo>
                    <a:pt x="11191" y="622"/>
                  </a:lnTo>
                  <a:lnTo>
                    <a:pt x="10770" y="482"/>
                  </a:lnTo>
                  <a:lnTo>
                    <a:pt x="10329" y="341"/>
                  </a:lnTo>
                  <a:lnTo>
                    <a:pt x="9908" y="221"/>
                  </a:lnTo>
                  <a:lnTo>
                    <a:pt x="9467" y="141"/>
                  </a:lnTo>
                  <a:lnTo>
                    <a:pt x="9025" y="61"/>
                  </a:lnTo>
                  <a:lnTo>
                    <a:pt x="8584" y="20"/>
                  </a:lnTo>
                  <a:lnTo>
                    <a:pt x="81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34">
              <a:extLst>
                <a:ext uri="{FF2B5EF4-FFF2-40B4-BE49-F238E27FC236}">
                  <a16:creationId xmlns:a16="http://schemas.microsoft.com/office/drawing/2014/main" id="{1B68B870-1C62-1073-C16B-F75C3F17AF24}"/>
                </a:ext>
              </a:extLst>
            </p:cNvPr>
            <p:cNvSpPr/>
            <p:nvPr/>
          </p:nvSpPr>
          <p:spPr>
            <a:xfrm>
              <a:off x="9935725" y="4378800"/>
              <a:ext cx="500900" cy="650300"/>
            </a:xfrm>
            <a:custGeom>
              <a:avLst/>
              <a:gdLst/>
              <a:ahLst/>
              <a:cxnLst/>
              <a:rect l="l" t="t" r="r" b="b"/>
              <a:pathLst>
                <a:path w="20036" h="26012" fill="none" extrusionOk="0">
                  <a:moveTo>
                    <a:pt x="19394" y="23043"/>
                  </a:moveTo>
                  <a:lnTo>
                    <a:pt x="19394" y="23043"/>
                  </a:lnTo>
                  <a:lnTo>
                    <a:pt x="19133" y="23484"/>
                  </a:lnTo>
                  <a:lnTo>
                    <a:pt x="18852" y="23905"/>
                  </a:lnTo>
                  <a:lnTo>
                    <a:pt x="18551" y="24266"/>
                  </a:lnTo>
                  <a:lnTo>
                    <a:pt x="18230" y="24587"/>
                  </a:lnTo>
                  <a:lnTo>
                    <a:pt x="18230" y="24587"/>
                  </a:lnTo>
                  <a:lnTo>
                    <a:pt x="18030" y="24788"/>
                  </a:lnTo>
                  <a:lnTo>
                    <a:pt x="17829" y="24968"/>
                  </a:lnTo>
                  <a:lnTo>
                    <a:pt x="17609" y="25129"/>
                  </a:lnTo>
                  <a:lnTo>
                    <a:pt x="17388" y="25269"/>
                  </a:lnTo>
                  <a:lnTo>
                    <a:pt x="17388" y="25269"/>
                  </a:lnTo>
                  <a:lnTo>
                    <a:pt x="17147" y="25409"/>
                  </a:lnTo>
                  <a:lnTo>
                    <a:pt x="17147" y="25409"/>
                  </a:lnTo>
                  <a:lnTo>
                    <a:pt x="16787" y="25590"/>
                  </a:lnTo>
                  <a:lnTo>
                    <a:pt x="16446" y="25730"/>
                  </a:lnTo>
                  <a:lnTo>
                    <a:pt x="16085" y="25851"/>
                  </a:lnTo>
                  <a:lnTo>
                    <a:pt x="15704" y="25931"/>
                  </a:lnTo>
                  <a:lnTo>
                    <a:pt x="15343" y="25991"/>
                  </a:lnTo>
                  <a:lnTo>
                    <a:pt x="14962" y="26011"/>
                  </a:lnTo>
                  <a:lnTo>
                    <a:pt x="14601" y="26011"/>
                  </a:lnTo>
                  <a:lnTo>
                    <a:pt x="14220" y="25991"/>
                  </a:lnTo>
                  <a:lnTo>
                    <a:pt x="14220" y="25991"/>
                  </a:lnTo>
                  <a:lnTo>
                    <a:pt x="14179" y="25991"/>
                  </a:lnTo>
                  <a:lnTo>
                    <a:pt x="14159" y="25991"/>
                  </a:lnTo>
                  <a:lnTo>
                    <a:pt x="14159" y="25991"/>
                  </a:lnTo>
                  <a:lnTo>
                    <a:pt x="13818" y="25931"/>
                  </a:lnTo>
                  <a:lnTo>
                    <a:pt x="13818" y="25931"/>
                  </a:lnTo>
                  <a:lnTo>
                    <a:pt x="13818" y="25931"/>
                  </a:lnTo>
                  <a:lnTo>
                    <a:pt x="13397" y="25831"/>
                  </a:lnTo>
                  <a:lnTo>
                    <a:pt x="12996" y="25710"/>
                  </a:lnTo>
                  <a:lnTo>
                    <a:pt x="12996" y="25710"/>
                  </a:lnTo>
                  <a:lnTo>
                    <a:pt x="12615" y="25550"/>
                  </a:lnTo>
                  <a:lnTo>
                    <a:pt x="12254" y="25369"/>
                  </a:lnTo>
                  <a:lnTo>
                    <a:pt x="11893" y="25169"/>
                  </a:lnTo>
                  <a:lnTo>
                    <a:pt x="11552" y="24948"/>
                  </a:lnTo>
                  <a:lnTo>
                    <a:pt x="11231" y="24688"/>
                  </a:lnTo>
                  <a:lnTo>
                    <a:pt x="10931" y="24407"/>
                  </a:lnTo>
                  <a:lnTo>
                    <a:pt x="10630" y="24126"/>
                  </a:lnTo>
                  <a:lnTo>
                    <a:pt x="10369" y="23805"/>
                  </a:lnTo>
                  <a:lnTo>
                    <a:pt x="10128" y="23464"/>
                  </a:lnTo>
                  <a:lnTo>
                    <a:pt x="9928" y="23103"/>
                  </a:lnTo>
                  <a:lnTo>
                    <a:pt x="9727" y="22722"/>
                  </a:lnTo>
                  <a:lnTo>
                    <a:pt x="9567" y="22321"/>
                  </a:lnTo>
                  <a:lnTo>
                    <a:pt x="9447" y="21920"/>
                  </a:lnTo>
                  <a:lnTo>
                    <a:pt x="9346" y="21499"/>
                  </a:lnTo>
                  <a:lnTo>
                    <a:pt x="9286" y="21058"/>
                  </a:lnTo>
                  <a:lnTo>
                    <a:pt x="9266" y="20596"/>
                  </a:lnTo>
                  <a:lnTo>
                    <a:pt x="9266" y="20596"/>
                  </a:lnTo>
                  <a:lnTo>
                    <a:pt x="9266" y="19975"/>
                  </a:lnTo>
                  <a:lnTo>
                    <a:pt x="9286" y="19353"/>
                  </a:lnTo>
                  <a:lnTo>
                    <a:pt x="9346" y="18110"/>
                  </a:lnTo>
                  <a:lnTo>
                    <a:pt x="9427" y="16886"/>
                  </a:lnTo>
                  <a:lnTo>
                    <a:pt x="9527" y="15703"/>
                  </a:lnTo>
                  <a:lnTo>
                    <a:pt x="9627" y="14520"/>
                  </a:lnTo>
                  <a:lnTo>
                    <a:pt x="9687" y="13337"/>
                  </a:lnTo>
                  <a:lnTo>
                    <a:pt x="9727" y="12194"/>
                  </a:lnTo>
                  <a:lnTo>
                    <a:pt x="9707" y="11612"/>
                  </a:lnTo>
                  <a:lnTo>
                    <a:pt x="9707" y="11050"/>
                  </a:lnTo>
                  <a:lnTo>
                    <a:pt x="9707" y="11050"/>
                  </a:lnTo>
                  <a:lnTo>
                    <a:pt x="9667" y="10529"/>
                  </a:lnTo>
                  <a:lnTo>
                    <a:pt x="9607" y="9967"/>
                  </a:lnTo>
                  <a:lnTo>
                    <a:pt x="9527" y="9406"/>
                  </a:lnTo>
                  <a:lnTo>
                    <a:pt x="9427" y="8824"/>
                  </a:lnTo>
                  <a:lnTo>
                    <a:pt x="9286" y="8263"/>
                  </a:lnTo>
                  <a:lnTo>
                    <a:pt x="9106" y="7721"/>
                  </a:lnTo>
                  <a:lnTo>
                    <a:pt x="8905" y="7200"/>
                  </a:lnTo>
                  <a:lnTo>
                    <a:pt x="8785" y="6939"/>
                  </a:lnTo>
                  <a:lnTo>
                    <a:pt x="8664" y="6699"/>
                  </a:lnTo>
                  <a:lnTo>
                    <a:pt x="8524" y="6478"/>
                  </a:lnTo>
                  <a:lnTo>
                    <a:pt x="8384" y="6237"/>
                  </a:lnTo>
                  <a:lnTo>
                    <a:pt x="8223" y="6037"/>
                  </a:lnTo>
                  <a:lnTo>
                    <a:pt x="8043" y="5836"/>
                  </a:lnTo>
                  <a:lnTo>
                    <a:pt x="7862" y="5656"/>
                  </a:lnTo>
                  <a:lnTo>
                    <a:pt x="7662" y="5475"/>
                  </a:lnTo>
                  <a:lnTo>
                    <a:pt x="7461" y="5335"/>
                  </a:lnTo>
                  <a:lnTo>
                    <a:pt x="7241" y="5195"/>
                  </a:lnTo>
                  <a:lnTo>
                    <a:pt x="7000" y="5074"/>
                  </a:lnTo>
                  <a:lnTo>
                    <a:pt x="6759" y="4974"/>
                  </a:lnTo>
                  <a:lnTo>
                    <a:pt x="6499" y="4894"/>
                  </a:lnTo>
                  <a:lnTo>
                    <a:pt x="6218" y="4834"/>
                  </a:lnTo>
                  <a:lnTo>
                    <a:pt x="5937" y="4793"/>
                  </a:lnTo>
                  <a:lnTo>
                    <a:pt x="5636" y="4773"/>
                  </a:lnTo>
                  <a:lnTo>
                    <a:pt x="5315" y="4793"/>
                  </a:lnTo>
                  <a:lnTo>
                    <a:pt x="4974" y="4813"/>
                  </a:lnTo>
                  <a:lnTo>
                    <a:pt x="4974" y="4813"/>
                  </a:lnTo>
                  <a:lnTo>
                    <a:pt x="4714" y="4874"/>
                  </a:lnTo>
                  <a:lnTo>
                    <a:pt x="4433" y="4934"/>
                  </a:lnTo>
                  <a:lnTo>
                    <a:pt x="4172" y="4994"/>
                  </a:lnTo>
                  <a:lnTo>
                    <a:pt x="3912" y="5094"/>
                  </a:lnTo>
                  <a:lnTo>
                    <a:pt x="3410" y="5275"/>
                  </a:lnTo>
                  <a:lnTo>
                    <a:pt x="2909" y="5515"/>
                  </a:lnTo>
                  <a:lnTo>
                    <a:pt x="2909" y="5515"/>
                  </a:lnTo>
                  <a:lnTo>
                    <a:pt x="2588" y="5696"/>
                  </a:lnTo>
                  <a:lnTo>
                    <a:pt x="2227" y="5916"/>
                  </a:lnTo>
                  <a:lnTo>
                    <a:pt x="2046" y="5997"/>
                  </a:lnTo>
                  <a:lnTo>
                    <a:pt x="1866" y="6077"/>
                  </a:lnTo>
                  <a:lnTo>
                    <a:pt x="1685" y="6137"/>
                  </a:lnTo>
                  <a:lnTo>
                    <a:pt x="1505" y="6137"/>
                  </a:lnTo>
                  <a:lnTo>
                    <a:pt x="1505" y="6137"/>
                  </a:lnTo>
                  <a:lnTo>
                    <a:pt x="1365" y="6117"/>
                  </a:lnTo>
                  <a:lnTo>
                    <a:pt x="1244" y="6077"/>
                  </a:lnTo>
                  <a:lnTo>
                    <a:pt x="1104" y="6037"/>
                  </a:lnTo>
                  <a:lnTo>
                    <a:pt x="1004" y="5957"/>
                  </a:lnTo>
                  <a:lnTo>
                    <a:pt x="1004" y="5957"/>
                  </a:lnTo>
                  <a:lnTo>
                    <a:pt x="863" y="5856"/>
                  </a:lnTo>
                  <a:lnTo>
                    <a:pt x="743" y="5736"/>
                  </a:lnTo>
                  <a:lnTo>
                    <a:pt x="743" y="5736"/>
                  </a:lnTo>
                  <a:lnTo>
                    <a:pt x="582" y="5495"/>
                  </a:lnTo>
                  <a:lnTo>
                    <a:pt x="422" y="5255"/>
                  </a:lnTo>
                  <a:lnTo>
                    <a:pt x="282" y="4994"/>
                  </a:lnTo>
                  <a:lnTo>
                    <a:pt x="181" y="4733"/>
                  </a:lnTo>
                  <a:lnTo>
                    <a:pt x="181" y="4733"/>
                  </a:lnTo>
                  <a:lnTo>
                    <a:pt x="101" y="4533"/>
                  </a:lnTo>
                  <a:lnTo>
                    <a:pt x="101" y="4533"/>
                  </a:lnTo>
                  <a:lnTo>
                    <a:pt x="1" y="4292"/>
                  </a:lnTo>
                  <a:lnTo>
                    <a:pt x="1" y="4292"/>
                  </a:lnTo>
                  <a:lnTo>
                    <a:pt x="1" y="4252"/>
                  </a:lnTo>
                  <a:lnTo>
                    <a:pt x="1" y="4252"/>
                  </a:lnTo>
                  <a:lnTo>
                    <a:pt x="1" y="4172"/>
                  </a:lnTo>
                  <a:lnTo>
                    <a:pt x="1" y="4092"/>
                  </a:lnTo>
                  <a:lnTo>
                    <a:pt x="41" y="4031"/>
                  </a:lnTo>
                  <a:lnTo>
                    <a:pt x="81" y="3991"/>
                  </a:lnTo>
                  <a:lnTo>
                    <a:pt x="141" y="3951"/>
                  </a:lnTo>
                  <a:lnTo>
                    <a:pt x="201" y="3931"/>
                  </a:lnTo>
                  <a:lnTo>
                    <a:pt x="262" y="3911"/>
                  </a:lnTo>
                  <a:lnTo>
                    <a:pt x="342" y="3911"/>
                  </a:lnTo>
                  <a:lnTo>
                    <a:pt x="342" y="3911"/>
                  </a:lnTo>
                  <a:lnTo>
                    <a:pt x="623" y="3530"/>
                  </a:lnTo>
                  <a:lnTo>
                    <a:pt x="923" y="3169"/>
                  </a:lnTo>
                  <a:lnTo>
                    <a:pt x="1224" y="2828"/>
                  </a:lnTo>
                  <a:lnTo>
                    <a:pt x="1565" y="2507"/>
                  </a:lnTo>
                  <a:lnTo>
                    <a:pt x="1906" y="2186"/>
                  </a:lnTo>
                  <a:lnTo>
                    <a:pt x="2267" y="1906"/>
                  </a:lnTo>
                  <a:lnTo>
                    <a:pt x="2628" y="1645"/>
                  </a:lnTo>
                  <a:lnTo>
                    <a:pt x="3009" y="1384"/>
                  </a:lnTo>
                  <a:lnTo>
                    <a:pt x="3410" y="1164"/>
                  </a:lnTo>
                  <a:lnTo>
                    <a:pt x="3811" y="943"/>
                  </a:lnTo>
                  <a:lnTo>
                    <a:pt x="4212" y="762"/>
                  </a:lnTo>
                  <a:lnTo>
                    <a:pt x="4633" y="602"/>
                  </a:lnTo>
                  <a:lnTo>
                    <a:pt x="5055" y="442"/>
                  </a:lnTo>
                  <a:lnTo>
                    <a:pt x="5476" y="321"/>
                  </a:lnTo>
                  <a:lnTo>
                    <a:pt x="5917" y="221"/>
                  </a:lnTo>
                  <a:lnTo>
                    <a:pt x="6358" y="121"/>
                  </a:lnTo>
                  <a:lnTo>
                    <a:pt x="6799" y="61"/>
                  </a:lnTo>
                  <a:lnTo>
                    <a:pt x="7241" y="20"/>
                  </a:lnTo>
                  <a:lnTo>
                    <a:pt x="7682" y="0"/>
                  </a:lnTo>
                  <a:lnTo>
                    <a:pt x="8123" y="0"/>
                  </a:lnTo>
                  <a:lnTo>
                    <a:pt x="8584" y="20"/>
                  </a:lnTo>
                  <a:lnTo>
                    <a:pt x="9025" y="61"/>
                  </a:lnTo>
                  <a:lnTo>
                    <a:pt x="9467" y="141"/>
                  </a:lnTo>
                  <a:lnTo>
                    <a:pt x="9908" y="221"/>
                  </a:lnTo>
                  <a:lnTo>
                    <a:pt x="10329" y="341"/>
                  </a:lnTo>
                  <a:lnTo>
                    <a:pt x="10770" y="482"/>
                  </a:lnTo>
                  <a:lnTo>
                    <a:pt x="11191" y="622"/>
                  </a:lnTo>
                  <a:lnTo>
                    <a:pt x="11612" y="823"/>
                  </a:lnTo>
                  <a:lnTo>
                    <a:pt x="12014" y="1023"/>
                  </a:lnTo>
                  <a:lnTo>
                    <a:pt x="12415" y="1244"/>
                  </a:lnTo>
                  <a:lnTo>
                    <a:pt x="12796" y="1504"/>
                  </a:lnTo>
                  <a:lnTo>
                    <a:pt x="13197" y="1785"/>
                  </a:lnTo>
                  <a:lnTo>
                    <a:pt x="13197" y="1785"/>
                  </a:lnTo>
                  <a:lnTo>
                    <a:pt x="13518" y="2046"/>
                  </a:lnTo>
                  <a:lnTo>
                    <a:pt x="13818" y="2307"/>
                  </a:lnTo>
                  <a:lnTo>
                    <a:pt x="14119" y="2587"/>
                  </a:lnTo>
                  <a:lnTo>
                    <a:pt x="14420" y="2868"/>
                  </a:lnTo>
                  <a:lnTo>
                    <a:pt x="14701" y="3169"/>
                  </a:lnTo>
                  <a:lnTo>
                    <a:pt x="14982" y="3490"/>
                  </a:lnTo>
                  <a:lnTo>
                    <a:pt x="15242" y="3811"/>
                  </a:lnTo>
                  <a:lnTo>
                    <a:pt x="15503" y="4132"/>
                  </a:lnTo>
                  <a:lnTo>
                    <a:pt x="16004" y="4813"/>
                  </a:lnTo>
                  <a:lnTo>
                    <a:pt x="16466" y="5515"/>
                  </a:lnTo>
                  <a:lnTo>
                    <a:pt x="16887" y="6237"/>
                  </a:lnTo>
                  <a:lnTo>
                    <a:pt x="17288" y="6999"/>
                  </a:lnTo>
                  <a:lnTo>
                    <a:pt x="17669" y="7761"/>
                  </a:lnTo>
                  <a:lnTo>
                    <a:pt x="18010" y="8544"/>
                  </a:lnTo>
                  <a:lnTo>
                    <a:pt x="18311" y="9346"/>
                  </a:lnTo>
                  <a:lnTo>
                    <a:pt x="18591" y="10148"/>
                  </a:lnTo>
                  <a:lnTo>
                    <a:pt x="18852" y="10970"/>
                  </a:lnTo>
                  <a:lnTo>
                    <a:pt x="19073" y="11792"/>
                  </a:lnTo>
                  <a:lnTo>
                    <a:pt x="19273" y="12595"/>
                  </a:lnTo>
                  <a:lnTo>
                    <a:pt x="19454" y="13417"/>
                  </a:lnTo>
                  <a:lnTo>
                    <a:pt x="19594" y="14219"/>
                  </a:lnTo>
                  <a:lnTo>
                    <a:pt x="19735" y="15001"/>
                  </a:lnTo>
                  <a:lnTo>
                    <a:pt x="19835" y="15783"/>
                  </a:lnTo>
                  <a:lnTo>
                    <a:pt x="19915" y="16545"/>
                  </a:lnTo>
                  <a:lnTo>
                    <a:pt x="19975" y="17287"/>
                  </a:lnTo>
                  <a:lnTo>
                    <a:pt x="20015" y="17989"/>
                  </a:lnTo>
                  <a:lnTo>
                    <a:pt x="20035" y="18671"/>
                  </a:lnTo>
                  <a:lnTo>
                    <a:pt x="20035" y="19333"/>
                  </a:lnTo>
                  <a:lnTo>
                    <a:pt x="20015" y="19955"/>
                  </a:lnTo>
                  <a:lnTo>
                    <a:pt x="19975" y="20536"/>
                  </a:lnTo>
                  <a:lnTo>
                    <a:pt x="19915" y="21078"/>
                  </a:lnTo>
                  <a:lnTo>
                    <a:pt x="19835" y="21579"/>
                  </a:lnTo>
                  <a:lnTo>
                    <a:pt x="19755" y="22020"/>
                  </a:lnTo>
                  <a:lnTo>
                    <a:pt x="19654" y="22421"/>
                  </a:lnTo>
                  <a:lnTo>
                    <a:pt x="19534" y="22762"/>
                  </a:lnTo>
                  <a:lnTo>
                    <a:pt x="19394" y="230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34">
              <a:extLst>
                <a:ext uri="{FF2B5EF4-FFF2-40B4-BE49-F238E27FC236}">
                  <a16:creationId xmlns:a16="http://schemas.microsoft.com/office/drawing/2014/main" id="{AAEBD1CA-9900-2629-89BE-6EA777FE2AE7}"/>
                </a:ext>
              </a:extLst>
            </p:cNvPr>
            <p:cNvSpPr/>
            <p:nvPr/>
          </p:nvSpPr>
          <p:spPr>
            <a:xfrm>
              <a:off x="9969325" y="4403375"/>
              <a:ext cx="438225" cy="607175"/>
            </a:xfrm>
            <a:custGeom>
              <a:avLst/>
              <a:gdLst/>
              <a:ahLst/>
              <a:cxnLst/>
              <a:rect l="l" t="t" r="r" b="b"/>
              <a:pathLst>
                <a:path w="17529" h="24287" extrusionOk="0">
                  <a:moveTo>
                    <a:pt x="5856" y="0"/>
                  </a:moveTo>
                  <a:lnTo>
                    <a:pt x="5536" y="20"/>
                  </a:lnTo>
                  <a:lnTo>
                    <a:pt x="4874" y="100"/>
                  </a:lnTo>
                  <a:lnTo>
                    <a:pt x="4212" y="221"/>
                  </a:lnTo>
                  <a:lnTo>
                    <a:pt x="3570" y="381"/>
                  </a:lnTo>
                  <a:lnTo>
                    <a:pt x="2949" y="582"/>
                  </a:lnTo>
                  <a:lnTo>
                    <a:pt x="2327" y="822"/>
                  </a:lnTo>
                  <a:lnTo>
                    <a:pt x="1725" y="1103"/>
                  </a:lnTo>
                  <a:lnTo>
                    <a:pt x="1124" y="1424"/>
                  </a:lnTo>
                  <a:lnTo>
                    <a:pt x="562" y="1765"/>
                  </a:lnTo>
                  <a:lnTo>
                    <a:pt x="1" y="2146"/>
                  </a:lnTo>
                  <a:lnTo>
                    <a:pt x="382" y="2306"/>
                  </a:lnTo>
                  <a:lnTo>
                    <a:pt x="983" y="1905"/>
                  </a:lnTo>
                  <a:lnTo>
                    <a:pt x="1605" y="1544"/>
                  </a:lnTo>
                  <a:lnTo>
                    <a:pt x="2247" y="1223"/>
                  </a:lnTo>
                  <a:lnTo>
                    <a:pt x="2588" y="1083"/>
                  </a:lnTo>
                  <a:lnTo>
                    <a:pt x="2908" y="963"/>
                  </a:lnTo>
                  <a:lnTo>
                    <a:pt x="3249" y="842"/>
                  </a:lnTo>
                  <a:lnTo>
                    <a:pt x="3590" y="722"/>
                  </a:lnTo>
                  <a:lnTo>
                    <a:pt x="3951" y="622"/>
                  </a:lnTo>
                  <a:lnTo>
                    <a:pt x="4312" y="542"/>
                  </a:lnTo>
                  <a:lnTo>
                    <a:pt x="4673" y="481"/>
                  </a:lnTo>
                  <a:lnTo>
                    <a:pt x="5034" y="421"/>
                  </a:lnTo>
                  <a:lnTo>
                    <a:pt x="5395" y="381"/>
                  </a:lnTo>
                  <a:lnTo>
                    <a:pt x="5776" y="341"/>
                  </a:lnTo>
                  <a:lnTo>
                    <a:pt x="6518" y="341"/>
                  </a:lnTo>
                  <a:lnTo>
                    <a:pt x="6819" y="361"/>
                  </a:lnTo>
                  <a:lnTo>
                    <a:pt x="7421" y="421"/>
                  </a:lnTo>
                  <a:lnTo>
                    <a:pt x="8002" y="542"/>
                  </a:lnTo>
                  <a:lnTo>
                    <a:pt x="8584" y="702"/>
                  </a:lnTo>
                  <a:lnTo>
                    <a:pt x="9125" y="903"/>
                  </a:lnTo>
                  <a:lnTo>
                    <a:pt x="9667" y="1143"/>
                  </a:lnTo>
                  <a:lnTo>
                    <a:pt x="10168" y="1424"/>
                  </a:lnTo>
                  <a:lnTo>
                    <a:pt x="10670" y="1745"/>
                  </a:lnTo>
                  <a:lnTo>
                    <a:pt x="11131" y="2086"/>
                  </a:lnTo>
                  <a:lnTo>
                    <a:pt x="11572" y="2467"/>
                  </a:lnTo>
                  <a:lnTo>
                    <a:pt x="12013" y="2868"/>
                  </a:lnTo>
                  <a:lnTo>
                    <a:pt x="12414" y="3309"/>
                  </a:lnTo>
                  <a:lnTo>
                    <a:pt x="12795" y="3770"/>
                  </a:lnTo>
                  <a:lnTo>
                    <a:pt x="13156" y="4272"/>
                  </a:lnTo>
                  <a:lnTo>
                    <a:pt x="13477" y="4793"/>
                  </a:lnTo>
                  <a:lnTo>
                    <a:pt x="13798" y="5315"/>
                  </a:lnTo>
                  <a:lnTo>
                    <a:pt x="14079" y="5876"/>
                  </a:lnTo>
                  <a:lnTo>
                    <a:pt x="14360" y="6458"/>
                  </a:lnTo>
                  <a:lnTo>
                    <a:pt x="14620" y="7039"/>
                  </a:lnTo>
                  <a:lnTo>
                    <a:pt x="14861" y="7621"/>
                  </a:lnTo>
                  <a:lnTo>
                    <a:pt x="15082" y="8222"/>
                  </a:lnTo>
                  <a:lnTo>
                    <a:pt x="15282" y="8844"/>
                  </a:lnTo>
                  <a:lnTo>
                    <a:pt x="15483" y="9446"/>
                  </a:lnTo>
                  <a:lnTo>
                    <a:pt x="15683" y="10067"/>
                  </a:lnTo>
                  <a:lnTo>
                    <a:pt x="15844" y="10709"/>
                  </a:lnTo>
                  <a:lnTo>
                    <a:pt x="16004" y="11331"/>
                  </a:lnTo>
                  <a:lnTo>
                    <a:pt x="16305" y="12594"/>
                  </a:lnTo>
                  <a:lnTo>
                    <a:pt x="16546" y="13858"/>
                  </a:lnTo>
                  <a:lnTo>
                    <a:pt x="16766" y="15101"/>
                  </a:lnTo>
                  <a:lnTo>
                    <a:pt x="16886" y="15743"/>
                  </a:lnTo>
                  <a:lnTo>
                    <a:pt x="16967" y="16405"/>
                  </a:lnTo>
                  <a:lnTo>
                    <a:pt x="17047" y="17066"/>
                  </a:lnTo>
                  <a:lnTo>
                    <a:pt x="17107" y="17728"/>
                  </a:lnTo>
                  <a:lnTo>
                    <a:pt x="17147" y="18390"/>
                  </a:lnTo>
                  <a:lnTo>
                    <a:pt x="17187" y="19052"/>
                  </a:lnTo>
                  <a:lnTo>
                    <a:pt x="17187" y="19714"/>
                  </a:lnTo>
                  <a:lnTo>
                    <a:pt x="17187" y="20375"/>
                  </a:lnTo>
                  <a:lnTo>
                    <a:pt x="17167" y="20917"/>
                  </a:lnTo>
                  <a:lnTo>
                    <a:pt x="17107" y="21438"/>
                  </a:lnTo>
                  <a:lnTo>
                    <a:pt x="17027" y="21960"/>
                  </a:lnTo>
                  <a:lnTo>
                    <a:pt x="16927" y="22461"/>
                  </a:lnTo>
                  <a:lnTo>
                    <a:pt x="16786" y="22963"/>
                  </a:lnTo>
                  <a:lnTo>
                    <a:pt x="16686" y="23203"/>
                  </a:lnTo>
                  <a:lnTo>
                    <a:pt x="16586" y="23444"/>
                  </a:lnTo>
                  <a:lnTo>
                    <a:pt x="16465" y="23664"/>
                  </a:lnTo>
                  <a:lnTo>
                    <a:pt x="16345" y="23885"/>
                  </a:lnTo>
                  <a:lnTo>
                    <a:pt x="16205" y="24086"/>
                  </a:lnTo>
                  <a:lnTo>
                    <a:pt x="16044" y="24286"/>
                  </a:lnTo>
                  <a:lnTo>
                    <a:pt x="16044" y="24286"/>
                  </a:lnTo>
                  <a:lnTo>
                    <a:pt x="16265" y="24146"/>
                  </a:lnTo>
                  <a:lnTo>
                    <a:pt x="16485" y="23985"/>
                  </a:lnTo>
                  <a:lnTo>
                    <a:pt x="16686" y="23805"/>
                  </a:lnTo>
                  <a:lnTo>
                    <a:pt x="16886" y="23604"/>
                  </a:lnTo>
                  <a:lnTo>
                    <a:pt x="17007" y="23344"/>
                  </a:lnTo>
                  <a:lnTo>
                    <a:pt x="17107" y="23063"/>
                  </a:lnTo>
                  <a:lnTo>
                    <a:pt x="17207" y="22782"/>
                  </a:lnTo>
                  <a:lnTo>
                    <a:pt x="17288" y="22481"/>
                  </a:lnTo>
                  <a:lnTo>
                    <a:pt x="17348" y="22180"/>
                  </a:lnTo>
                  <a:lnTo>
                    <a:pt x="17408" y="21880"/>
                  </a:lnTo>
                  <a:lnTo>
                    <a:pt x="17468" y="21278"/>
                  </a:lnTo>
                  <a:lnTo>
                    <a:pt x="17528" y="20656"/>
                  </a:lnTo>
                  <a:lnTo>
                    <a:pt x="17528" y="20035"/>
                  </a:lnTo>
                  <a:lnTo>
                    <a:pt x="17528" y="19433"/>
                  </a:lnTo>
                  <a:lnTo>
                    <a:pt x="17508" y="18851"/>
                  </a:lnTo>
                  <a:lnTo>
                    <a:pt x="17488" y="18250"/>
                  </a:lnTo>
                  <a:lnTo>
                    <a:pt x="17448" y="17648"/>
                  </a:lnTo>
                  <a:lnTo>
                    <a:pt x="17388" y="17046"/>
                  </a:lnTo>
                  <a:lnTo>
                    <a:pt x="17328" y="16465"/>
                  </a:lnTo>
                  <a:lnTo>
                    <a:pt x="17147" y="15262"/>
                  </a:lnTo>
                  <a:lnTo>
                    <a:pt x="16947" y="14078"/>
                  </a:lnTo>
                  <a:lnTo>
                    <a:pt x="16686" y="12915"/>
                  </a:lnTo>
                  <a:lnTo>
                    <a:pt x="16405" y="11752"/>
                  </a:lnTo>
                  <a:lnTo>
                    <a:pt x="16104" y="10589"/>
                  </a:lnTo>
                  <a:lnTo>
                    <a:pt x="15763" y="9426"/>
                  </a:lnTo>
                  <a:lnTo>
                    <a:pt x="15463" y="8443"/>
                  </a:lnTo>
                  <a:lnTo>
                    <a:pt x="15122" y="7460"/>
                  </a:lnTo>
                  <a:lnTo>
                    <a:pt x="14921" y="6979"/>
                  </a:lnTo>
                  <a:lnTo>
                    <a:pt x="14741" y="6498"/>
                  </a:lnTo>
                  <a:lnTo>
                    <a:pt x="14520" y="6016"/>
                  </a:lnTo>
                  <a:lnTo>
                    <a:pt x="14299" y="5555"/>
                  </a:lnTo>
                  <a:lnTo>
                    <a:pt x="14059" y="5094"/>
                  </a:lnTo>
                  <a:lnTo>
                    <a:pt x="13798" y="4653"/>
                  </a:lnTo>
                  <a:lnTo>
                    <a:pt x="13517" y="4212"/>
                  </a:lnTo>
                  <a:lnTo>
                    <a:pt x="13237" y="3790"/>
                  </a:lnTo>
                  <a:lnTo>
                    <a:pt x="12916" y="3369"/>
                  </a:lnTo>
                  <a:lnTo>
                    <a:pt x="12595" y="2968"/>
                  </a:lnTo>
                  <a:lnTo>
                    <a:pt x="12234" y="2587"/>
                  </a:lnTo>
                  <a:lnTo>
                    <a:pt x="11853" y="2226"/>
                  </a:lnTo>
                  <a:lnTo>
                    <a:pt x="11572" y="1945"/>
                  </a:lnTo>
                  <a:lnTo>
                    <a:pt x="11251" y="1705"/>
                  </a:lnTo>
                  <a:lnTo>
                    <a:pt x="10930" y="1464"/>
                  </a:lnTo>
                  <a:lnTo>
                    <a:pt x="10609" y="1263"/>
                  </a:lnTo>
                  <a:lnTo>
                    <a:pt x="10268" y="1063"/>
                  </a:lnTo>
                  <a:lnTo>
                    <a:pt x="9928" y="882"/>
                  </a:lnTo>
                  <a:lnTo>
                    <a:pt x="9587" y="702"/>
                  </a:lnTo>
                  <a:lnTo>
                    <a:pt x="9226" y="562"/>
                  </a:lnTo>
                  <a:lnTo>
                    <a:pt x="8865" y="421"/>
                  </a:lnTo>
                  <a:lnTo>
                    <a:pt x="8484" y="321"/>
                  </a:lnTo>
                  <a:lnTo>
                    <a:pt x="8123" y="221"/>
                  </a:lnTo>
                  <a:lnTo>
                    <a:pt x="7742" y="140"/>
                  </a:lnTo>
                  <a:lnTo>
                    <a:pt x="7361" y="80"/>
                  </a:lnTo>
                  <a:lnTo>
                    <a:pt x="6980" y="40"/>
                  </a:lnTo>
                  <a:lnTo>
                    <a:pt x="6578" y="20"/>
                  </a:lnTo>
                  <a:lnTo>
                    <a:pt x="619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34">
              <a:extLst>
                <a:ext uri="{FF2B5EF4-FFF2-40B4-BE49-F238E27FC236}">
                  <a16:creationId xmlns:a16="http://schemas.microsoft.com/office/drawing/2014/main" id="{9CD1D0C8-3D9A-9892-F126-213EB1D02CE8}"/>
                </a:ext>
              </a:extLst>
            </p:cNvPr>
            <p:cNvSpPr/>
            <p:nvPr/>
          </p:nvSpPr>
          <p:spPr>
            <a:xfrm>
              <a:off x="10290200" y="5028575"/>
              <a:ext cx="1525" cy="525"/>
            </a:xfrm>
            <a:custGeom>
              <a:avLst/>
              <a:gdLst/>
              <a:ahLst/>
              <a:cxnLst/>
              <a:rect l="l" t="t" r="r" b="b"/>
              <a:pathLst>
                <a:path w="61" h="21" extrusionOk="0">
                  <a:moveTo>
                    <a:pt x="0" y="0"/>
                  </a:moveTo>
                  <a:lnTo>
                    <a:pt x="61" y="2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DEDA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34">
              <a:extLst>
                <a:ext uri="{FF2B5EF4-FFF2-40B4-BE49-F238E27FC236}">
                  <a16:creationId xmlns:a16="http://schemas.microsoft.com/office/drawing/2014/main" id="{F3CEA215-7866-0DFA-3529-BD5D3AADA3BA}"/>
                </a:ext>
              </a:extLst>
            </p:cNvPr>
            <p:cNvSpPr/>
            <p:nvPr/>
          </p:nvSpPr>
          <p:spPr>
            <a:xfrm>
              <a:off x="10290200" y="5028575"/>
              <a:ext cx="1525" cy="525"/>
            </a:xfrm>
            <a:custGeom>
              <a:avLst/>
              <a:gdLst/>
              <a:ahLst/>
              <a:cxnLst/>
              <a:rect l="l" t="t" r="r" b="b"/>
              <a:pathLst>
                <a:path w="61" h="2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34">
              <a:extLst>
                <a:ext uri="{FF2B5EF4-FFF2-40B4-BE49-F238E27FC236}">
                  <a16:creationId xmlns:a16="http://schemas.microsoft.com/office/drawing/2014/main" id="{38A968EC-4C13-18E1-9CFE-534739BEB04A}"/>
                </a:ext>
              </a:extLst>
            </p:cNvPr>
            <p:cNvSpPr/>
            <p:nvPr/>
          </p:nvSpPr>
          <p:spPr>
            <a:xfrm>
              <a:off x="10217500" y="4514175"/>
              <a:ext cx="54675" cy="468800"/>
            </a:xfrm>
            <a:custGeom>
              <a:avLst/>
              <a:gdLst/>
              <a:ahLst/>
              <a:cxnLst/>
              <a:rect l="l" t="t" r="r" b="b"/>
              <a:pathLst>
                <a:path w="2187" h="18752" extrusionOk="0">
                  <a:moveTo>
                    <a:pt x="1" y="0"/>
                  </a:moveTo>
                  <a:lnTo>
                    <a:pt x="321" y="461"/>
                  </a:lnTo>
                  <a:lnTo>
                    <a:pt x="622" y="963"/>
                  </a:lnTo>
                  <a:lnTo>
                    <a:pt x="883" y="1484"/>
                  </a:lnTo>
                  <a:lnTo>
                    <a:pt x="1124" y="2026"/>
                  </a:lnTo>
                  <a:lnTo>
                    <a:pt x="1324" y="2567"/>
                  </a:lnTo>
                  <a:lnTo>
                    <a:pt x="1505" y="3149"/>
                  </a:lnTo>
                  <a:lnTo>
                    <a:pt x="1645" y="3730"/>
                  </a:lnTo>
                  <a:lnTo>
                    <a:pt x="1745" y="4332"/>
                  </a:lnTo>
                  <a:lnTo>
                    <a:pt x="1846" y="4934"/>
                  </a:lnTo>
                  <a:lnTo>
                    <a:pt x="1906" y="5535"/>
                  </a:lnTo>
                  <a:lnTo>
                    <a:pt x="1926" y="6137"/>
                  </a:lnTo>
                  <a:lnTo>
                    <a:pt x="1946" y="6758"/>
                  </a:lnTo>
                  <a:lnTo>
                    <a:pt x="1926" y="7360"/>
                  </a:lnTo>
                  <a:lnTo>
                    <a:pt x="1886" y="7962"/>
                  </a:lnTo>
                  <a:lnTo>
                    <a:pt x="1825" y="8543"/>
                  </a:lnTo>
                  <a:lnTo>
                    <a:pt x="1745" y="9125"/>
                  </a:lnTo>
                  <a:lnTo>
                    <a:pt x="1505" y="12975"/>
                  </a:lnTo>
                  <a:lnTo>
                    <a:pt x="1424" y="14098"/>
                  </a:lnTo>
                  <a:lnTo>
                    <a:pt x="1344" y="15222"/>
                  </a:lnTo>
                  <a:lnTo>
                    <a:pt x="1344" y="15783"/>
                  </a:lnTo>
                  <a:lnTo>
                    <a:pt x="1344" y="16345"/>
                  </a:lnTo>
                  <a:lnTo>
                    <a:pt x="1364" y="16906"/>
                  </a:lnTo>
                  <a:lnTo>
                    <a:pt x="1424" y="17468"/>
                  </a:lnTo>
                  <a:lnTo>
                    <a:pt x="1464" y="17809"/>
                  </a:lnTo>
                  <a:lnTo>
                    <a:pt x="1545" y="18170"/>
                  </a:lnTo>
                  <a:lnTo>
                    <a:pt x="1745" y="18450"/>
                  </a:lnTo>
                  <a:lnTo>
                    <a:pt x="1986" y="18751"/>
                  </a:lnTo>
                  <a:lnTo>
                    <a:pt x="1906" y="18410"/>
                  </a:lnTo>
                  <a:lnTo>
                    <a:pt x="1846" y="18089"/>
                  </a:lnTo>
                  <a:lnTo>
                    <a:pt x="1785" y="17748"/>
                  </a:lnTo>
                  <a:lnTo>
                    <a:pt x="1745" y="17407"/>
                  </a:lnTo>
                  <a:lnTo>
                    <a:pt x="1685" y="16726"/>
                  </a:lnTo>
                  <a:lnTo>
                    <a:pt x="1645" y="16024"/>
                  </a:lnTo>
                  <a:lnTo>
                    <a:pt x="1665" y="15322"/>
                  </a:lnTo>
                  <a:lnTo>
                    <a:pt x="1685" y="14640"/>
                  </a:lnTo>
                  <a:lnTo>
                    <a:pt x="1765" y="13336"/>
                  </a:lnTo>
                  <a:lnTo>
                    <a:pt x="1846" y="12213"/>
                  </a:lnTo>
                  <a:lnTo>
                    <a:pt x="1946" y="11070"/>
                  </a:lnTo>
                  <a:lnTo>
                    <a:pt x="2046" y="9927"/>
                  </a:lnTo>
                  <a:lnTo>
                    <a:pt x="2126" y="8784"/>
                  </a:lnTo>
                  <a:lnTo>
                    <a:pt x="2186" y="7641"/>
                  </a:lnTo>
                  <a:lnTo>
                    <a:pt x="2186" y="7079"/>
                  </a:lnTo>
                  <a:lnTo>
                    <a:pt x="2186" y="6498"/>
                  </a:lnTo>
                  <a:lnTo>
                    <a:pt x="2166" y="5936"/>
                  </a:lnTo>
                  <a:lnTo>
                    <a:pt x="2126" y="5375"/>
                  </a:lnTo>
                  <a:lnTo>
                    <a:pt x="2066" y="4813"/>
                  </a:lnTo>
                  <a:lnTo>
                    <a:pt x="1986" y="4252"/>
                  </a:lnTo>
                  <a:lnTo>
                    <a:pt x="1866" y="3670"/>
                  </a:lnTo>
                  <a:lnTo>
                    <a:pt x="1725" y="3089"/>
                  </a:lnTo>
                  <a:lnTo>
                    <a:pt x="1525" y="2527"/>
                  </a:lnTo>
                  <a:lnTo>
                    <a:pt x="1304" y="1965"/>
                  </a:lnTo>
                  <a:lnTo>
                    <a:pt x="1043" y="1444"/>
                  </a:lnTo>
                  <a:lnTo>
                    <a:pt x="883" y="1183"/>
                  </a:lnTo>
                  <a:lnTo>
                    <a:pt x="722" y="923"/>
                  </a:lnTo>
                  <a:lnTo>
                    <a:pt x="562" y="682"/>
                  </a:lnTo>
                  <a:lnTo>
                    <a:pt x="382" y="441"/>
                  </a:lnTo>
                  <a:lnTo>
                    <a:pt x="201" y="22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34">
              <a:extLst>
                <a:ext uri="{FF2B5EF4-FFF2-40B4-BE49-F238E27FC236}">
                  <a16:creationId xmlns:a16="http://schemas.microsoft.com/office/drawing/2014/main" id="{BC450892-D7A4-FB3E-B49D-FF8149618AAE}"/>
                </a:ext>
              </a:extLst>
            </p:cNvPr>
            <p:cNvSpPr/>
            <p:nvPr/>
          </p:nvSpPr>
          <p:spPr>
            <a:xfrm>
              <a:off x="10289700" y="5028575"/>
              <a:ext cx="1525" cy="25"/>
            </a:xfrm>
            <a:custGeom>
              <a:avLst/>
              <a:gdLst/>
              <a:ahLst/>
              <a:cxnLst/>
              <a:rect l="l" t="t" r="r" b="b"/>
              <a:pathLst>
                <a:path w="61" h="1" fill="none" extrusionOk="0">
                  <a:moveTo>
                    <a:pt x="2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34">
              <a:extLst>
                <a:ext uri="{FF2B5EF4-FFF2-40B4-BE49-F238E27FC236}">
                  <a16:creationId xmlns:a16="http://schemas.microsoft.com/office/drawing/2014/main" id="{C337C438-3032-2AFF-D17A-A2EFD31AF7D6}"/>
                </a:ext>
              </a:extLst>
            </p:cNvPr>
            <p:cNvSpPr/>
            <p:nvPr/>
          </p:nvSpPr>
          <p:spPr>
            <a:xfrm>
              <a:off x="10267125" y="4982950"/>
              <a:ext cx="97300" cy="46650"/>
            </a:xfrm>
            <a:custGeom>
              <a:avLst/>
              <a:gdLst/>
              <a:ahLst/>
              <a:cxnLst/>
              <a:rect l="l" t="t" r="r" b="b"/>
              <a:pathLst>
                <a:path w="3892" h="1866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81" y="501"/>
                  </a:lnTo>
                  <a:lnTo>
                    <a:pt x="282" y="742"/>
                  </a:lnTo>
                  <a:lnTo>
                    <a:pt x="402" y="963"/>
                  </a:lnTo>
                  <a:lnTo>
                    <a:pt x="522" y="1203"/>
                  </a:lnTo>
                  <a:lnTo>
                    <a:pt x="663" y="1424"/>
                  </a:lnTo>
                  <a:lnTo>
                    <a:pt x="803" y="1625"/>
                  </a:lnTo>
                  <a:lnTo>
                    <a:pt x="964" y="1825"/>
                  </a:lnTo>
                  <a:lnTo>
                    <a:pt x="964" y="1825"/>
                  </a:lnTo>
                  <a:lnTo>
                    <a:pt x="964" y="1825"/>
                  </a:lnTo>
                  <a:lnTo>
                    <a:pt x="1244" y="1845"/>
                  </a:lnTo>
                  <a:lnTo>
                    <a:pt x="1525" y="1865"/>
                  </a:lnTo>
                  <a:lnTo>
                    <a:pt x="1525" y="1865"/>
                  </a:lnTo>
                  <a:lnTo>
                    <a:pt x="1826" y="1845"/>
                  </a:lnTo>
                  <a:lnTo>
                    <a:pt x="2127" y="1825"/>
                  </a:lnTo>
                  <a:lnTo>
                    <a:pt x="2428" y="1765"/>
                  </a:lnTo>
                  <a:lnTo>
                    <a:pt x="2728" y="1705"/>
                  </a:lnTo>
                  <a:lnTo>
                    <a:pt x="3029" y="1625"/>
                  </a:lnTo>
                  <a:lnTo>
                    <a:pt x="3310" y="1524"/>
                  </a:lnTo>
                  <a:lnTo>
                    <a:pt x="3611" y="1384"/>
                  </a:lnTo>
                  <a:lnTo>
                    <a:pt x="3891" y="1243"/>
                  </a:lnTo>
                  <a:lnTo>
                    <a:pt x="3891" y="1243"/>
                  </a:lnTo>
                  <a:lnTo>
                    <a:pt x="3470" y="1304"/>
                  </a:lnTo>
                  <a:lnTo>
                    <a:pt x="3029" y="1324"/>
                  </a:lnTo>
                  <a:lnTo>
                    <a:pt x="3029" y="1324"/>
                  </a:lnTo>
                  <a:lnTo>
                    <a:pt x="2668" y="1304"/>
                  </a:lnTo>
                  <a:lnTo>
                    <a:pt x="2287" y="1264"/>
                  </a:lnTo>
                  <a:lnTo>
                    <a:pt x="1926" y="1183"/>
                  </a:lnTo>
                  <a:lnTo>
                    <a:pt x="1565" y="1063"/>
                  </a:lnTo>
                  <a:lnTo>
                    <a:pt x="1204" y="903"/>
                  </a:lnTo>
                  <a:lnTo>
                    <a:pt x="843" y="702"/>
                  </a:lnTo>
                  <a:lnTo>
                    <a:pt x="522" y="441"/>
                  </a:lnTo>
                  <a:lnTo>
                    <a:pt x="181" y="161"/>
                  </a:lnTo>
                  <a:lnTo>
                    <a:pt x="181" y="16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34">
              <a:extLst>
                <a:ext uri="{FF2B5EF4-FFF2-40B4-BE49-F238E27FC236}">
                  <a16:creationId xmlns:a16="http://schemas.microsoft.com/office/drawing/2014/main" id="{002891ED-D7BD-8CC5-4DEB-4E8B11F786C0}"/>
                </a:ext>
              </a:extLst>
            </p:cNvPr>
            <p:cNvSpPr/>
            <p:nvPr/>
          </p:nvSpPr>
          <p:spPr>
            <a:xfrm>
              <a:off x="10048050" y="4477075"/>
              <a:ext cx="229650" cy="544500"/>
            </a:xfrm>
            <a:custGeom>
              <a:avLst/>
              <a:gdLst/>
              <a:ahLst/>
              <a:cxnLst/>
              <a:rect l="l" t="t" r="r" b="b"/>
              <a:pathLst>
                <a:path w="9186" h="21780" fill="none" extrusionOk="0">
                  <a:moveTo>
                    <a:pt x="2467" y="0"/>
                  </a:moveTo>
                  <a:lnTo>
                    <a:pt x="2467" y="0"/>
                  </a:lnTo>
                  <a:lnTo>
                    <a:pt x="1845" y="20"/>
                  </a:lnTo>
                  <a:lnTo>
                    <a:pt x="1243" y="80"/>
                  </a:lnTo>
                  <a:lnTo>
                    <a:pt x="622" y="201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381" y="301"/>
                  </a:lnTo>
                  <a:lnTo>
                    <a:pt x="742" y="301"/>
                  </a:lnTo>
                  <a:lnTo>
                    <a:pt x="742" y="301"/>
                  </a:lnTo>
                  <a:lnTo>
                    <a:pt x="1143" y="301"/>
                  </a:lnTo>
                  <a:lnTo>
                    <a:pt x="1544" y="341"/>
                  </a:lnTo>
                  <a:lnTo>
                    <a:pt x="1925" y="401"/>
                  </a:lnTo>
                  <a:lnTo>
                    <a:pt x="2326" y="481"/>
                  </a:lnTo>
                  <a:lnTo>
                    <a:pt x="2326" y="481"/>
                  </a:lnTo>
                  <a:lnTo>
                    <a:pt x="2768" y="622"/>
                  </a:lnTo>
                  <a:lnTo>
                    <a:pt x="3209" y="782"/>
                  </a:lnTo>
                  <a:lnTo>
                    <a:pt x="3610" y="963"/>
                  </a:lnTo>
                  <a:lnTo>
                    <a:pt x="3991" y="1183"/>
                  </a:lnTo>
                  <a:lnTo>
                    <a:pt x="4372" y="1404"/>
                  </a:lnTo>
                  <a:lnTo>
                    <a:pt x="4713" y="1685"/>
                  </a:lnTo>
                  <a:lnTo>
                    <a:pt x="5034" y="1965"/>
                  </a:lnTo>
                  <a:lnTo>
                    <a:pt x="5335" y="2286"/>
                  </a:lnTo>
                  <a:lnTo>
                    <a:pt x="5615" y="2607"/>
                  </a:lnTo>
                  <a:lnTo>
                    <a:pt x="5876" y="2968"/>
                  </a:lnTo>
                  <a:lnTo>
                    <a:pt x="6117" y="3329"/>
                  </a:lnTo>
                  <a:lnTo>
                    <a:pt x="6317" y="3730"/>
                  </a:lnTo>
                  <a:lnTo>
                    <a:pt x="6518" y="4131"/>
                  </a:lnTo>
                  <a:lnTo>
                    <a:pt x="6678" y="4552"/>
                  </a:lnTo>
                  <a:lnTo>
                    <a:pt x="6819" y="4974"/>
                  </a:lnTo>
                  <a:lnTo>
                    <a:pt x="6919" y="5435"/>
                  </a:lnTo>
                  <a:lnTo>
                    <a:pt x="6919" y="5435"/>
                  </a:lnTo>
                  <a:lnTo>
                    <a:pt x="7039" y="6036"/>
                  </a:lnTo>
                  <a:lnTo>
                    <a:pt x="7140" y="6638"/>
                  </a:lnTo>
                  <a:lnTo>
                    <a:pt x="7200" y="7240"/>
                  </a:lnTo>
                  <a:lnTo>
                    <a:pt x="7260" y="7841"/>
                  </a:lnTo>
                  <a:lnTo>
                    <a:pt x="7280" y="8443"/>
                  </a:lnTo>
                  <a:lnTo>
                    <a:pt x="7280" y="9045"/>
                  </a:lnTo>
                  <a:lnTo>
                    <a:pt x="7280" y="9666"/>
                  </a:lnTo>
                  <a:lnTo>
                    <a:pt x="7260" y="10268"/>
                  </a:lnTo>
                  <a:lnTo>
                    <a:pt x="7200" y="11491"/>
                  </a:lnTo>
                  <a:lnTo>
                    <a:pt x="7119" y="12715"/>
                  </a:lnTo>
                  <a:lnTo>
                    <a:pt x="7059" y="13918"/>
                  </a:lnTo>
                  <a:lnTo>
                    <a:pt x="7019" y="15141"/>
                  </a:lnTo>
                  <a:lnTo>
                    <a:pt x="7019" y="15141"/>
                  </a:lnTo>
                  <a:lnTo>
                    <a:pt x="7019" y="16044"/>
                  </a:lnTo>
                  <a:lnTo>
                    <a:pt x="7039" y="16505"/>
                  </a:lnTo>
                  <a:lnTo>
                    <a:pt x="7079" y="16986"/>
                  </a:lnTo>
                  <a:lnTo>
                    <a:pt x="7119" y="17468"/>
                  </a:lnTo>
                  <a:lnTo>
                    <a:pt x="7180" y="17949"/>
                  </a:lnTo>
                  <a:lnTo>
                    <a:pt x="7280" y="18410"/>
                  </a:lnTo>
                  <a:lnTo>
                    <a:pt x="7380" y="18871"/>
                  </a:lnTo>
                  <a:lnTo>
                    <a:pt x="7500" y="19313"/>
                  </a:lnTo>
                  <a:lnTo>
                    <a:pt x="7661" y="19754"/>
                  </a:lnTo>
                  <a:lnTo>
                    <a:pt x="7841" y="20155"/>
                  </a:lnTo>
                  <a:lnTo>
                    <a:pt x="8042" y="20556"/>
                  </a:lnTo>
                  <a:lnTo>
                    <a:pt x="8283" y="20917"/>
                  </a:lnTo>
                  <a:lnTo>
                    <a:pt x="8543" y="21238"/>
                  </a:lnTo>
                  <a:lnTo>
                    <a:pt x="8704" y="21398"/>
                  </a:lnTo>
                  <a:lnTo>
                    <a:pt x="8844" y="21539"/>
                  </a:lnTo>
                  <a:lnTo>
                    <a:pt x="9005" y="21659"/>
                  </a:lnTo>
                  <a:lnTo>
                    <a:pt x="9185" y="21779"/>
                  </a:lnTo>
                  <a:lnTo>
                    <a:pt x="9185" y="21779"/>
                  </a:lnTo>
                  <a:lnTo>
                    <a:pt x="9045" y="21539"/>
                  </a:lnTo>
                  <a:lnTo>
                    <a:pt x="8904" y="21278"/>
                  </a:lnTo>
                  <a:lnTo>
                    <a:pt x="8764" y="21017"/>
                  </a:lnTo>
                  <a:lnTo>
                    <a:pt x="8664" y="20757"/>
                  </a:lnTo>
                  <a:lnTo>
                    <a:pt x="8543" y="20476"/>
                  </a:lnTo>
                  <a:lnTo>
                    <a:pt x="8463" y="20215"/>
                  </a:lnTo>
                  <a:lnTo>
                    <a:pt x="8323" y="19654"/>
                  </a:lnTo>
                  <a:lnTo>
                    <a:pt x="8323" y="19654"/>
                  </a:lnTo>
                  <a:lnTo>
                    <a:pt x="8182" y="19433"/>
                  </a:lnTo>
                  <a:lnTo>
                    <a:pt x="8042" y="19192"/>
                  </a:lnTo>
                  <a:lnTo>
                    <a:pt x="7942" y="18972"/>
                  </a:lnTo>
                  <a:lnTo>
                    <a:pt x="7841" y="18731"/>
                  </a:lnTo>
                  <a:lnTo>
                    <a:pt x="7761" y="18490"/>
                  </a:lnTo>
                  <a:lnTo>
                    <a:pt x="7681" y="18230"/>
                  </a:lnTo>
                  <a:lnTo>
                    <a:pt x="7621" y="17989"/>
                  </a:lnTo>
                  <a:lnTo>
                    <a:pt x="7581" y="17728"/>
                  </a:lnTo>
                  <a:lnTo>
                    <a:pt x="7521" y="17227"/>
                  </a:lnTo>
                  <a:lnTo>
                    <a:pt x="7500" y="16685"/>
                  </a:lnTo>
                  <a:lnTo>
                    <a:pt x="7521" y="16164"/>
                  </a:lnTo>
                  <a:lnTo>
                    <a:pt x="7561" y="15623"/>
                  </a:lnTo>
                  <a:lnTo>
                    <a:pt x="7621" y="15081"/>
                  </a:lnTo>
                  <a:lnTo>
                    <a:pt x="7701" y="14540"/>
                  </a:lnTo>
                  <a:lnTo>
                    <a:pt x="7801" y="13998"/>
                  </a:lnTo>
                  <a:lnTo>
                    <a:pt x="7922" y="13477"/>
                  </a:lnTo>
                  <a:lnTo>
                    <a:pt x="8162" y="12434"/>
                  </a:lnTo>
                  <a:lnTo>
                    <a:pt x="8383" y="11451"/>
                  </a:lnTo>
                  <a:lnTo>
                    <a:pt x="8383" y="11451"/>
                  </a:lnTo>
                  <a:lnTo>
                    <a:pt x="8523" y="10609"/>
                  </a:lnTo>
                  <a:lnTo>
                    <a:pt x="8523" y="10609"/>
                  </a:lnTo>
                  <a:lnTo>
                    <a:pt x="8563" y="9947"/>
                  </a:lnTo>
                  <a:lnTo>
                    <a:pt x="8563" y="9947"/>
                  </a:lnTo>
                  <a:lnTo>
                    <a:pt x="8624" y="8804"/>
                  </a:lnTo>
                  <a:lnTo>
                    <a:pt x="8624" y="8222"/>
                  </a:lnTo>
                  <a:lnTo>
                    <a:pt x="8624" y="7641"/>
                  </a:lnTo>
                  <a:lnTo>
                    <a:pt x="8603" y="7059"/>
                  </a:lnTo>
                  <a:lnTo>
                    <a:pt x="8543" y="6478"/>
                  </a:lnTo>
                  <a:lnTo>
                    <a:pt x="8483" y="5896"/>
                  </a:lnTo>
                  <a:lnTo>
                    <a:pt x="8383" y="5315"/>
                  </a:lnTo>
                  <a:lnTo>
                    <a:pt x="8242" y="4753"/>
                  </a:lnTo>
                  <a:lnTo>
                    <a:pt x="8082" y="4191"/>
                  </a:lnTo>
                  <a:lnTo>
                    <a:pt x="7882" y="3670"/>
                  </a:lnTo>
                  <a:lnTo>
                    <a:pt x="7641" y="3149"/>
                  </a:lnTo>
                  <a:lnTo>
                    <a:pt x="7500" y="2908"/>
                  </a:lnTo>
                  <a:lnTo>
                    <a:pt x="7360" y="2647"/>
                  </a:lnTo>
                  <a:lnTo>
                    <a:pt x="7200" y="2427"/>
                  </a:lnTo>
                  <a:lnTo>
                    <a:pt x="7019" y="2186"/>
                  </a:lnTo>
                  <a:lnTo>
                    <a:pt x="6839" y="1965"/>
                  </a:lnTo>
                  <a:lnTo>
                    <a:pt x="6638" y="1745"/>
                  </a:lnTo>
                  <a:lnTo>
                    <a:pt x="6438" y="1524"/>
                  </a:lnTo>
                  <a:lnTo>
                    <a:pt x="6217" y="1324"/>
                  </a:lnTo>
                  <a:lnTo>
                    <a:pt x="6217" y="1324"/>
                  </a:lnTo>
                  <a:lnTo>
                    <a:pt x="5996" y="1163"/>
                  </a:lnTo>
                  <a:lnTo>
                    <a:pt x="5776" y="983"/>
                  </a:lnTo>
                  <a:lnTo>
                    <a:pt x="5555" y="842"/>
                  </a:lnTo>
                  <a:lnTo>
                    <a:pt x="5335" y="702"/>
                  </a:lnTo>
                  <a:lnTo>
                    <a:pt x="5114" y="582"/>
                  </a:lnTo>
                  <a:lnTo>
                    <a:pt x="4873" y="481"/>
                  </a:lnTo>
                  <a:lnTo>
                    <a:pt x="4653" y="381"/>
                  </a:lnTo>
                  <a:lnTo>
                    <a:pt x="4412" y="301"/>
                  </a:lnTo>
                  <a:lnTo>
                    <a:pt x="3931" y="161"/>
                  </a:lnTo>
                  <a:lnTo>
                    <a:pt x="3449" y="60"/>
                  </a:lnTo>
                  <a:lnTo>
                    <a:pt x="2948" y="0"/>
                  </a:lnTo>
                  <a:lnTo>
                    <a:pt x="246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34">
              <a:extLst>
                <a:ext uri="{FF2B5EF4-FFF2-40B4-BE49-F238E27FC236}">
                  <a16:creationId xmlns:a16="http://schemas.microsoft.com/office/drawing/2014/main" id="{8A8E058B-1C01-FFB7-AF7F-9EB3C8439B4E}"/>
                </a:ext>
              </a:extLst>
            </p:cNvPr>
            <p:cNvSpPr/>
            <p:nvPr/>
          </p:nvSpPr>
          <p:spPr>
            <a:xfrm>
              <a:off x="9994400" y="4450500"/>
              <a:ext cx="223125" cy="63700"/>
            </a:xfrm>
            <a:custGeom>
              <a:avLst/>
              <a:gdLst/>
              <a:ahLst/>
              <a:cxnLst/>
              <a:rect l="l" t="t" r="r" b="b"/>
              <a:pathLst>
                <a:path w="8925" h="2548" fill="none" extrusionOk="0">
                  <a:moveTo>
                    <a:pt x="3570" y="0"/>
                  </a:moveTo>
                  <a:lnTo>
                    <a:pt x="3570" y="0"/>
                  </a:lnTo>
                  <a:lnTo>
                    <a:pt x="3109" y="20"/>
                  </a:lnTo>
                  <a:lnTo>
                    <a:pt x="2647" y="60"/>
                  </a:lnTo>
                  <a:lnTo>
                    <a:pt x="2206" y="121"/>
                  </a:lnTo>
                  <a:lnTo>
                    <a:pt x="1745" y="221"/>
                  </a:lnTo>
                  <a:lnTo>
                    <a:pt x="1304" y="321"/>
                  </a:lnTo>
                  <a:lnTo>
                    <a:pt x="863" y="461"/>
                  </a:lnTo>
                  <a:lnTo>
                    <a:pt x="421" y="602"/>
                  </a:lnTo>
                  <a:lnTo>
                    <a:pt x="0" y="782"/>
                  </a:lnTo>
                  <a:lnTo>
                    <a:pt x="0" y="782"/>
                  </a:lnTo>
                  <a:lnTo>
                    <a:pt x="201" y="943"/>
                  </a:lnTo>
                  <a:lnTo>
                    <a:pt x="381" y="1123"/>
                  </a:lnTo>
                  <a:lnTo>
                    <a:pt x="562" y="1344"/>
                  </a:lnTo>
                  <a:lnTo>
                    <a:pt x="742" y="1564"/>
                  </a:lnTo>
                  <a:lnTo>
                    <a:pt x="742" y="1564"/>
                  </a:lnTo>
                  <a:lnTo>
                    <a:pt x="1183" y="1384"/>
                  </a:lnTo>
                  <a:lnTo>
                    <a:pt x="1645" y="1244"/>
                  </a:lnTo>
                  <a:lnTo>
                    <a:pt x="2106" y="1103"/>
                  </a:lnTo>
                  <a:lnTo>
                    <a:pt x="2567" y="983"/>
                  </a:lnTo>
                  <a:lnTo>
                    <a:pt x="3029" y="883"/>
                  </a:lnTo>
                  <a:lnTo>
                    <a:pt x="3510" y="822"/>
                  </a:lnTo>
                  <a:lnTo>
                    <a:pt x="3971" y="782"/>
                  </a:lnTo>
                  <a:lnTo>
                    <a:pt x="4452" y="762"/>
                  </a:lnTo>
                  <a:lnTo>
                    <a:pt x="4452" y="762"/>
                  </a:lnTo>
                  <a:lnTo>
                    <a:pt x="4793" y="782"/>
                  </a:lnTo>
                  <a:lnTo>
                    <a:pt x="5154" y="802"/>
                  </a:lnTo>
                  <a:lnTo>
                    <a:pt x="5495" y="842"/>
                  </a:lnTo>
                  <a:lnTo>
                    <a:pt x="5836" y="903"/>
                  </a:lnTo>
                  <a:lnTo>
                    <a:pt x="6177" y="983"/>
                  </a:lnTo>
                  <a:lnTo>
                    <a:pt x="6518" y="1083"/>
                  </a:lnTo>
                  <a:lnTo>
                    <a:pt x="6859" y="1183"/>
                  </a:lnTo>
                  <a:lnTo>
                    <a:pt x="7180" y="1324"/>
                  </a:lnTo>
                  <a:lnTo>
                    <a:pt x="7180" y="1324"/>
                  </a:lnTo>
                  <a:lnTo>
                    <a:pt x="7440" y="1444"/>
                  </a:lnTo>
                  <a:lnTo>
                    <a:pt x="7681" y="1584"/>
                  </a:lnTo>
                  <a:lnTo>
                    <a:pt x="7902" y="1705"/>
                  </a:lnTo>
                  <a:lnTo>
                    <a:pt x="8122" y="1865"/>
                  </a:lnTo>
                  <a:lnTo>
                    <a:pt x="8343" y="2026"/>
                  </a:lnTo>
                  <a:lnTo>
                    <a:pt x="8543" y="2186"/>
                  </a:lnTo>
                  <a:lnTo>
                    <a:pt x="8925" y="2547"/>
                  </a:lnTo>
                  <a:lnTo>
                    <a:pt x="8925" y="2547"/>
                  </a:lnTo>
                  <a:lnTo>
                    <a:pt x="8564" y="2126"/>
                  </a:lnTo>
                  <a:lnTo>
                    <a:pt x="8183" y="1745"/>
                  </a:lnTo>
                  <a:lnTo>
                    <a:pt x="7962" y="1564"/>
                  </a:lnTo>
                  <a:lnTo>
                    <a:pt x="7761" y="1384"/>
                  </a:lnTo>
                  <a:lnTo>
                    <a:pt x="7521" y="1224"/>
                  </a:lnTo>
                  <a:lnTo>
                    <a:pt x="7300" y="1063"/>
                  </a:lnTo>
                  <a:lnTo>
                    <a:pt x="7059" y="903"/>
                  </a:lnTo>
                  <a:lnTo>
                    <a:pt x="6799" y="782"/>
                  </a:lnTo>
                  <a:lnTo>
                    <a:pt x="6538" y="642"/>
                  </a:lnTo>
                  <a:lnTo>
                    <a:pt x="6257" y="522"/>
                  </a:lnTo>
                  <a:lnTo>
                    <a:pt x="5977" y="421"/>
                  </a:lnTo>
                  <a:lnTo>
                    <a:pt x="5696" y="321"/>
                  </a:lnTo>
                  <a:lnTo>
                    <a:pt x="5395" y="241"/>
                  </a:lnTo>
                  <a:lnTo>
                    <a:pt x="5074" y="161"/>
                  </a:lnTo>
                  <a:lnTo>
                    <a:pt x="5074" y="161"/>
                  </a:lnTo>
                  <a:lnTo>
                    <a:pt x="4693" y="100"/>
                  </a:lnTo>
                  <a:lnTo>
                    <a:pt x="4332" y="40"/>
                  </a:lnTo>
                  <a:lnTo>
                    <a:pt x="3951" y="20"/>
                  </a:lnTo>
                  <a:lnTo>
                    <a:pt x="357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34">
              <a:extLst>
                <a:ext uri="{FF2B5EF4-FFF2-40B4-BE49-F238E27FC236}">
                  <a16:creationId xmlns:a16="http://schemas.microsoft.com/office/drawing/2014/main" id="{B50778C0-D312-D120-BC38-6D413A7E85BE}"/>
                </a:ext>
              </a:extLst>
            </p:cNvPr>
            <p:cNvSpPr/>
            <p:nvPr/>
          </p:nvSpPr>
          <p:spPr>
            <a:xfrm>
              <a:off x="10012950" y="4469550"/>
              <a:ext cx="278275" cy="559050"/>
            </a:xfrm>
            <a:custGeom>
              <a:avLst/>
              <a:gdLst/>
              <a:ahLst/>
              <a:cxnLst/>
              <a:rect l="l" t="t" r="r" b="b"/>
              <a:pathLst>
                <a:path w="11131" h="22362" extrusionOk="0">
                  <a:moveTo>
                    <a:pt x="3710" y="0"/>
                  </a:moveTo>
                  <a:lnTo>
                    <a:pt x="3229" y="20"/>
                  </a:lnTo>
                  <a:lnTo>
                    <a:pt x="2768" y="60"/>
                  </a:lnTo>
                  <a:lnTo>
                    <a:pt x="2287" y="121"/>
                  </a:lnTo>
                  <a:lnTo>
                    <a:pt x="1825" y="221"/>
                  </a:lnTo>
                  <a:lnTo>
                    <a:pt x="1364" y="341"/>
                  </a:lnTo>
                  <a:lnTo>
                    <a:pt x="903" y="482"/>
                  </a:lnTo>
                  <a:lnTo>
                    <a:pt x="441" y="622"/>
                  </a:lnTo>
                  <a:lnTo>
                    <a:pt x="0" y="802"/>
                  </a:lnTo>
                  <a:lnTo>
                    <a:pt x="161" y="1043"/>
                  </a:lnTo>
                  <a:lnTo>
                    <a:pt x="301" y="1284"/>
                  </a:lnTo>
                  <a:lnTo>
                    <a:pt x="762" y="1183"/>
                  </a:lnTo>
                  <a:lnTo>
                    <a:pt x="1244" y="1103"/>
                  </a:lnTo>
                  <a:lnTo>
                    <a:pt x="1705" y="1043"/>
                  </a:lnTo>
                  <a:lnTo>
                    <a:pt x="2166" y="1023"/>
                  </a:lnTo>
                  <a:lnTo>
                    <a:pt x="2587" y="1043"/>
                  </a:lnTo>
                  <a:lnTo>
                    <a:pt x="3008" y="1083"/>
                  </a:lnTo>
                  <a:lnTo>
                    <a:pt x="3430" y="1163"/>
                  </a:lnTo>
                  <a:lnTo>
                    <a:pt x="3851" y="1264"/>
                  </a:lnTo>
                  <a:lnTo>
                    <a:pt x="4252" y="1404"/>
                  </a:lnTo>
                  <a:lnTo>
                    <a:pt x="4673" y="1585"/>
                  </a:lnTo>
                  <a:lnTo>
                    <a:pt x="5074" y="1785"/>
                  </a:lnTo>
                  <a:lnTo>
                    <a:pt x="5475" y="2026"/>
                  </a:lnTo>
                  <a:lnTo>
                    <a:pt x="5736" y="2226"/>
                  </a:lnTo>
                  <a:lnTo>
                    <a:pt x="5977" y="2427"/>
                  </a:lnTo>
                  <a:lnTo>
                    <a:pt x="6217" y="2627"/>
                  </a:lnTo>
                  <a:lnTo>
                    <a:pt x="6438" y="2848"/>
                  </a:lnTo>
                  <a:lnTo>
                    <a:pt x="6638" y="3089"/>
                  </a:lnTo>
                  <a:lnTo>
                    <a:pt x="6819" y="3329"/>
                  </a:lnTo>
                  <a:lnTo>
                    <a:pt x="6979" y="3570"/>
                  </a:lnTo>
                  <a:lnTo>
                    <a:pt x="7140" y="3831"/>
                  </a:lnTo>
                  <a:lnTo>
                    <a:pt x="7280" y="4091"/>
                  </a:lnTo>
                  <a:lnTo>
                    <a:pt x="7420" y="4372"/>
                  </a:lnTo>
                  <a:lnTo>
                    <a:pt x="7541" y="4653"/>
                  </a:lnTo>
                  <a:lnTo>
                    <a:pt x="7641" y="4934"/>
                  </a:lnTo>
                  <a:lnTo>
                    <a:pt x="7822" y="5515"/>
                  </a:lnTo>
                  <a:lnTo>
                    <a:pt x="7982" y="6137"/>
                  </a:lnTo>
                  <a:lnTo>
                    <a:pt x="8082" y="6759"/>
                  </a:lnTo>
                  <a:lnTo>
                    <a:pt x="8162" y="7380"/>
                  </a:lnTo>
                  <a:lnTo>
                    <a:pt x="8203" y="8022"/>
                  </a:lnTo>
                  <a:lnTo>
                    <a:pt x="8243" y="8644"/>
                  </a:lnTo>
                  <a:lnTo>
                    <a:pt x="8243" y="9286"/>
                  </a:lnTo>
                  <a:lnTo>
                    <a:pt x="8243" y="9907"/>
                  </a:lnTo>
                  <a:lnTo>
                    <a:pt x="8203" y="11110"/>
                  </a:lnTo>
                  <a:lnTo>
                    <a:pt x="8142" y="12193"/>
                  </a:lnTo>
                  <a:lnTo>
                    <a:pt x="8062" y="13316"/>
                  </a:lnTo>
                  <a:lnTo>
                    <a:pt x="7982" y="14460"/>
                  </a:lnTo>
                  <a:lnTo>
                    <a:pt x="7942" y="15603"/>
                  </a:lnTo>
                  <a:lnTo>
                    <a:pt x="7942" y="16164"/>
                  </a:lnTo>
                  <a:lnTo>
                    <a:pt x="7942" y="16726"/>
                  </a:lnTo>
                  <a:lnTo>
                    <a:pt x="7982" y="17287"/>
                  </a:lnTo>
                  <a:lnTo>
                    <a:pt x="8022" y="17849"/>
                  </a:lnTo>
                  <a:lnTo>
                    <a:pt x="8102" y="18410"/>
                  </a:lnTo>
                  <a:lnTo>
                    <a:pt x="8223" y="18952"/>
                  </a:lnTo>
                  <a:lnTo>
                    <a:pt x="8363" y="19493"/>
                  </a:lnTo>
                  <a:lnTo>
                    <a:pt x="8523" y="20015"/>
                  </a:lnTo>
                  <a:lnTo>
                    <a:pt x="8644" y="20275"/>
                  </a:lnTo>
                  <a:lnTo>
                    <a:pt x="8764" y="20556"/>
                  </a:lnTo>
                  <a:lnTo>
                    <a:pt x="8904" y="20837"/>
                  </a:lnTo>
                  <a:lnTo>
                    <a:pt x="9085" y="21098"/>
                  </a:lnTo>
                  <a:lnTo>
                    <a:pt x="9265" y="21358"/>
                  </a:lnTo>
                  <a:lnTo>
                    <a:pt x="9466" y="21619"/>
                  </a:lnTo>
                  <a:lnTo>
                    <a:pt x="9667" y="21860"/>
                  </a:lnTo>
                  <a:lnTo>
                    <a:pt x="9907" y="22080"/>
                  </a:lnTo>
                  <a:lnTo>
                    <a:pt x="10308" y="22201"/>
                  </a:lnTo>
                  <a:lnTo>
                    <a:pt x="10729" y="22301"/>
                  </a:lnTo>
                  <a:lnTo>
                    <a:pt x="10729" y="22301"/>
                  </a:lnTo>
                  <a:lnTo>
                    <a:pt x="10589" y="22100"/>
                  </a:lnTo>
                  <a:lnTo>
                    <a:pt x="10589" y="22100"/>
                  </a:lnTo>
                  <a:lnTo>
                    <a:pt x="10830" y="22241"/>
                  </a:lnTo>
                  <a:lnTo>
                    <a:pt x="11070" y="22361"/>
                  </a:lnTo>
                  <a:lnTo>
                    <a:pt x="11131" y="22361"/>
                  </a:lnTo>
                  <a:lnTo>
                    <a:pt x="10970" y="22161"/>
                  </a:lnTo>
                  <a:lnTo>
                    <a:pt x="10830" y="21960"/>
                  </a:lnTo>
                  <a:lnTo>
                    <a:pt x="10689" y="21739"/>
                  </a:lnTo>
                  <a:lnTo>
                    <a:pt x="10569" y="21499"/>
                  </a:lnTo>
                  <a:lnTo>
                    <a:pt x="10449" y="21278"/>
                  </a:lnTo>
                  <a:lnTo>
                    <a:pt x="10348" y="21037"/>
                  </a:lnTo>
                  <a:lnTo>
                    <a:pt x="10168" y="20536"/>
                  </a:lnTo>
                  <a:lnTo>
                    <a:pt x="9927" y="20235"/>
                  </a:lnTo>
                  <a:lnTo>
                    <a:pt x="9727" y="19955"/>
                  </a:lnTo>
                  <a:lnTo>
                    <a:pt x="9867" y="20516"/>
                  </a:lnTo>
                  <a:lnTo>
                    <a:pt x="9947" y="20777"/>
                  </a:lnTo>
                  <a:lnTo>
                    <a:pt x="10068" y="21058"/>
                  </a:lnTo>
                  <a:lnTo>
                    <a:pt x="10168" y="21318"/>
                  </a:lnTo>
                  <a:lnTo>
                    <a:pt x="10308" y="21579"/>
                  </a:lnTo>
                  <a:lnTo>
                    <a:pt x="10449" y="21840"/>
                  </a:lnTo>
                  <a:lnTo>
                    <a:pt x="10589" y="22080"/>
                  </a:lnTo>
                  <a:lnTo>
                    <a:pt x="10409" y="21960"/>
                  </a:lnTo>
                  <a:lnTo>
                    <a:pt x="10248" y="21840"/>
                  </a:lnTo>
                  <a:lnTo>
                    <a:pt x="10108" y="21699"/>
                  </a:lnTo>
                  <a:lnTo>
                    <a:pt x="9947" y="21539"/>
                  </a:lnTo>
                  <a:lnTo>
                    <a:pt x="9687" y="21218"/>
                  </a:lnTo>
                  <a:lnTo>
                    <a:pt x="9446" y="20857"/>
                  </a:lnTo>
                  <a:lnTo>
                    <a:pt x="9245" y="20456"/>
                  </a:lnTo>
                  <a:lnTo>
                    <a:pt x="9065" y="20055"/>
                  </a:lnTo>
                  <a:lnTo>
                    <a:pt x="8904" y="19614"/>
                  </a:lnTo>
                  <a:lnTo>
                    <a:pt x="8784" y="19172"/>
                  </a:lnTo>
                  <a:lnTo>
                    <a:pt x="8684" y="18711"/>
                  </a:lnTo>
                  <a:lnTo>
                    <a:pt x="8584" y="18250"/>
                  </a:lnTo>
                  <a:lnTo>
                    <a:pt x="8523" y="17769"/>
                  </a:lnTo>
                  <a:lnTo>
                    <a:pt x="8483" y="17287"/>
                  </a:lnTo>
                  <a:lnTo>
                    <a:pt x="8443" y="16806"/>
                  </a:lnTo>
                  <a:lnTo>
                    <a:pt x="8423" y="16345"/>
                  </a:lnTo>
                  <a:lnTo>
                    <a:pt x="8423" y="15442"/>
                  </a:lnTo>
                  <a:lnTo>
                    <a:pt x="8463" y="14219"/>
                  </a:lnTo>
                  <a:lnTo>
                    <a:pt x="8523" y="13016"/>
                  </a:lnTo>
                  <a:lnTo>
                    <a:pt x="8604" y="11792"/>
                  </a:lnTo>
                  <a:lnTo>
                    <a:pt x="8664" y="10569"/>
                  </a:lnTo>
                  <a:lnTo>
                    <a:pt x="8684" y="9967"/>
                  </a:lnTo>
                  <a:lnTo>
                    <a:pt x="8684" y="9346"/>
                  </a:lnTo>
                  <a:lnTo>
                    <a:pt x="8684" y="8744"/>
                  </a:lnTo>
                  <a:lnTo>
                    <a:pt x="8664" y="8142"/>
                  </a:lnTo>
                  <a:lnTo>
                    <a:pt x="8604" y="7541"/>
                  </a:lnTo>
                  <a:lnTo>
                    <a:pt x="8544" y="6939"/>
                  </a:lnTo>
                  <a:lnTo>
                    <a:pt x="8443" y="6337"/>
                  </a:lnTo>
                  <a:lnTo>
                    <a:pt x="8323" y="5736"/>
                  </a:lnTo>
                  <a:lnTo>
                    <a:pt x="8223" y="5275"/>
                  </a:lnTo>
                  <a:lnTo>
                    <a:pt x="8082" y="4853"/>
                  </a:lnTo>
                  <a:lnTo>
                    <a:pt x="7922" y="4432"/>
                  </a:lnTo>
                  <a:lnTo>
                    <a:pt x="7721" y="4031"/>
                  </a:lnTo>
                  <a:lnTo>
                    <a:pt x="7521" y="3630"/>
                  </a:lnTo>
                  <a:lnTo>
                    <a:pt x="7280" y="3269"/>
                  </a:lnTo>
                  <a:lnTo>
                    <a:pt x="7019" y="2908"/>
                  </a:lnTo>
                  <a:lnTo>
                    <a:pt x="6739" y="2587"/>
                  </a:lnTo>
                  <a:lnTo>
                    <a:pt x="6438" y="2266"/>
                  </a:lnTo>
                  <a:lnTo>
                    <a:pt x="6117" y="1986"/>
                  </a:lnTo>
                  <a:lnTo>
                    <a:pt x="5776" y="1705"/>
                  </a:lnTo>
                  <a:lnTo>
                    <a:pt x="5395" y="1484"/>
                  </a:lnTo>
                  <a:lnTo>
                    <a:pt x="5014" y="1264"/>
                  </a:lnTo>
                  <a:lnTo>
                    <a:pt x="4613" y="1083"/>
                  </a:lnTo>
                  <a:lnTo>
                    <a:pt x="4172" y="923"/>
                  </a:lnTo>
                  <a:lnTo>
                    <a:pt x="3730" y="782"/>
                  </a:lnTo>
                  <a:lnTo>
                    <a:pt x="3329" y="702"/>
                  </a:lnTo>
                  <a:lnTo>
                    <a:pt x="2948" y="642"/>
                  </a:lnTo>
                  <a:lnTo>
                    <a:pt x="2547" y="602"/>
                  </a:lnTo>
                  <a:lnTo>
                    <a:pt x="1785" y="602"/>
                  </a:lnTo>
                  <a:lnTo>
                    <a:pt x="1404" y="642"/>
                  </a:lnTo>
                  <a:lnTo>
                    <a:pt x="2026" y="502"/>
                  </a:lnTo>
                  <a:lnTo>
                    <a:pt x="2647" y="381"/>
                  </a:lnTo>
                  <a:lnTo>
                    <a:pt x="3249" y="321"/>
                  </a:lnTo>
                  <a:lnTo>
                    <a:pt x="3871" y="301"/>
                  </a:lnTo>
                  <a:lnTo>
                    <a:pt x="4352" y="301"/>
                  </a:lnTo>
                  <a:lnTo>
                    <a:pt x="4853" y="361"/>
                  </a:lnTo>
                  <a:lnTo>
                    <a:pt x="5335" y="462"/>
                  </a:lnTo>
                  <a:lnTo>
                    <a:pt x="5816" y="602"/>
                  </a:lnTo>
                  <a:lnTo>
                    <a:pt x="6057" y="682"/>
                  </a:lnTo>
                  <a:lnTo>
                    <a:pt x="6277" y="782"/>
                  </a:lnTo>
                  <a:lnTo>
                    <a:pt x="6518" y="883"/>
                  </a:lnTo>
                  <a:lnTo>
                    <a:pt x="6739" y="1003"/>
                  </a:lnTo>
                  <a:lnTo>
                    <a:pt x="6959" y="1143"/>
                  </a:lnTo>
                  <a:lnTo>
                    <a:pt x="7180" y="1284"/>
                  </a:lnTo>
                  <a:lnTo>
                    <a:pt x="7400" y="1464"/>
                  </a:lnTo>
                  <a:lnTo>
                    <a:pt x="7621" y="1625"/>
                  </a:lnTo>
                  <a:lnTo>
                    <a:pt x="7842" y="1825"/>
                  </a:lnTo>
                  <a:lnTo>
                    <a:pt x="8042" y="2046"/>
                  </a:lnTo>
                  <a:lnTo>
                    <a:pt x="8243" y="2266"/>
                  </a:lnTo>
                  <a:lnTo>
                    <a:pt x="8423" y="2487"/>
                  </a:lnTo>
                  <a:lnTo>
                    <a:pt x="8604" y="2728"/>
                  </a:lnTo>
                  <a:lnTo>
                    <a:pt x="8764" y="2948"/>
                  </a:lnTo>
                  <a:lnTo>
                    <a:pt x="8904" y="3209"/>
                  </a:lnTo>
                  <a:lnTo>
                    <a:pt x="9045" y="3450"/>
                  </a:lnTo>
                  <a:lnTo>
                    <a:pt x="9286" y="3971"/>
                  </a:lnTo>
                  <a:lnTo>
                    <a:pt x="9486" y="4492"/>
                  </a:lnTo>
                  <a:lnTo>
                    <a:pt x="9646" y="5054"/>
                  </a:lnTo>
                  <a:lnTo>
                    <a:pt x="9787" y="5616"/>
                  </a:lnTo>
                  <a:lnTo>
                    <a:pt x="9887" y="6197"/>
                  </a:lnTo>
                  <a:lnTo>
                    <a:pt x="9947" y="6779"/>
                  </a:lnTo>
                  <a:lnTo>
                    <a:pt x="10007" y="7360"/>
                  </a:lnTo>
                  <a:lnTo>
                    <a:pt x="10028" y="7942"/>
                  </a:lnTo>
                  <a:lnTo>
                    <a:pt x="10028" y="8523"/>
                  </a:lnTo>
                  <a:lnTo>
                    <a:pt x="10028" y="9105"/>
                  </a:lnTo>
                  <a:lnTo>
                    <a:pt x="9967" y="10248"/>
                  </a:lnTo>
                  <a:lnTo>
                    <a:pt x="9927" y="10910"/>
                  </a:lnTo>
                  <a:lnTo>
                    <a:pt x="10007" y="10328"/>
                  </a:lnTo>
                  <a:lnTo>
                    <a:pt x="10068" y="9747"/>
                  </a:lnTo>
                  <a:lnTo>
                    <a:pt x="10108" y="9145"/>
                  </a:lnTo>
                  <a:lnTo>
                    <a:pt x="10128" y="8543"/>
                  </a:lnTo>
                  <a:lnTo>
                    <a:pt x="10108" y="7922"/>
                  </a:lnTo>
                  <a:lnTo>
                    <a:pt x="10088" y="7320"/>
                  </a:lnTo>
                  <a:lnTo>
                    <a:pt x="10028" y="6719"/>
                  </a:lnTo>
                  <a:lnTo>
                    <a:pt x="9927" y="6117"/>
                  </a:lnTo>
                  <a:lnTo>
                    <a:pt x="9827" y="5515"/>
                  </a:lnTo>
                  <a:lnTo>
                    <a:pt x="9687" y="4934"/>
                  </a:lnTo>
                  <a:lnTo>
                    <a:pt x="9506" y="4352"/>
                  </a:lnTo>
                  <a:lnTo>
                    <a:pt x="9306" y="3811"/>
                  </a:lnTo>
                  <a:lnTo>
                    <a:pt x="9065" y="3269"/>
                  </a:lnTo>
                  <a:lnTo>
                    <a:pt x="8804" y="2748"/>
                  </a:lnTo>
                  <a:lnTo>
                    <a:pt x="8503" y="2246"/>
                  </a:lnTo>
                  <a:lnTo>
                    <a:pt x="8183" y="1785"/>
                  </a:lnTo>
                  <a:lnTo>
                    <a:pt x="7801" y="1424"/>
                  </a:lnTo>
                  <a:lnTo>
                    <a:pt x="7601" y="1264"/>
                  </a:lnTo>
                  <a:lnTo>
                    <a:pt x="7380" y="1103"/>
                  </a:lnTo>
                  <a:lnTo>
                    <a:pt x="7160" y="943"/>
                  </a:lnTo>
                  <a:lnTo>
                    <a:pt x="6939" y="822"/>
                  </a:lnTo>
                  <a:lnTo>
                    <a:pt x="6698" y="682"/>
                  </a:lnTo>
                  <a:lnTo>
                    <a:pt x="6438" y="562"/>
                  </a:lnTo>
                  <a:lnTo>
                    <a:pt x="6117" y="421"/>
                  </a:lnTo>
                  <a:lnTo>
                    <a:pt x="5776" y="321"/>
                  </a:lnTo>
                  <a:lnTo>
                    <a:pt x="5435" y="221"/>
                  </a:lnTo>
                  <a:lnTo>
                    <a:pt x="5094" y="141"/>
                  </a:lnTo>
                  <a:lnTo>
                    <a:pt x="4753" y="80"/>
                  </a:lnTo>
                  <a:lnTo>
                    <a:pt x="4412" y="40"/>
                  </a:lnTo>
                  <a:lnTo>
                    <a:pt x="4051" y="20"/>
                  </a:lnTo>
                  <a:lnTo>
                    <a:pt x="37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34">
              <a:extLst>
                <a:ext uri="{FF2B5EF4-FFF2-40B4-BE49-F238E27FC236}">
                  <a16:creationId xmlns:a16="http://schemas.microsoft.com/office/drawing/2014/main" id="{F47473D5-E162-47F8-571E-68D8C852C25F}"/>
                </a:ext>
              </a:extLst>
            </p:cNvPr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extrusionOk="0">
                  <a:moveTo>
                    <a:pt x="0" y="0"/>
                  </a:moveTo>
                  <a:lnTo>
                    <a:pt x="140" y="20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C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34">
              <a:extLst>
                <a:ext uri="{FF2B5EF4-FFF2-40B4-BE49-F238E27FC236}">
                  <a16:creationId xmlns:a16="http://schemas.microsoft.com/office/drawing/2014/main" id="{371C61EC-1439-9DFD-C160-753E8B1E80E1}"/>
                </a:ext>
              </a:extLst>
            </p:cNvPr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34">
              <a:extLst>
                <a:ext uri="{FF2B5EF4-FFF2-40B4-BE49-F238E27FC236}">
                  <a16:creationId xmlns:a16="http://schemas.microsoft.com/office/drawing/2014/main" id="{23344FB1-47A9-A5B3-0EBE-A2C2BC075ABA}"/>
                </a:ext>
              </a:extLst>
            </p:cNvPr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extrusionOk="0">
                  <a:moveTo>
                    <a:pt x="0" y="0"/>
                  </a:moveTo>
                  <a:lnTo>
                    <a:pt x="0" y="0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41" y="14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C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34">
              <a:extLst>
                <a:ext uri="{FF2B5EF4-FFF2-40B4-BE49-F238E27FC236}">
                  <a16:creationId xmlns:a16="http://schemas.microsoft.com/office/drawing/2014/main" id="{3B7E1D9B-67F9-CC82-AEAA-F1062DD71E9A}"/>
                </a:ext>
              </a:extLst>
            </p:cNvPr>
            <p:cNvSpPr/>
            <p:nvPr/>
          </p:nvSpPr>
          <p:spPr>
            <a:xfrm>
              <a:off x="10277675" y="5022050"/>
              <a:ext cx="3525" cy="5025"/>
            </a:xfrm>
            <a:custGeom>
              <a:avLst/>
              <a:gdLst/>
              <a:ahLst/>
              <a:cxnLst/>
              <a:rect l="l" t="t" r="r" b="b"/>
              <a:pathLst>
                <a:path w="141" h="20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34">
              <a:extLst>
                <a:ext uri="{FF2B5EF4-FFF2-40B4-BE49-F238E27FC236}">
                  <a16:creationId xmlns:a16="http://schemas.microsoft.com/office/drawing/2014/main" id="{78C4CE6A-BA3E-974A-E9DB-0BA25014E103}"/>
                </a:ext>
              </a:extLst>
            </p:cNvPr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41" y="14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34">
              <a:extLst>
                <a:ext uri="{FF2B5EF4-FFF2-40B4-BE49-F238E27FC236}">
                  <a16:creationId xmlns:a16="http://schemas.microsoft.com/office/drawing/2014/main" id="{5FD89A4A-8A42-B7A5-86B1-57CFBE1FC458}"/>
                </a:ext>
              </a:extLst>
            </p:cNvPr>
            <p:cNvSpPr/>
            <p:nvPr/>
          </p:nvSpPr>
          <p:spPr>
            <a:xfrm>
              <a:off x="8482800" y="3920050"/>
              <a:ext cx="143900" cy="186525"/>
            </a:xfrm>
            <a:custGeom>
              <a:avLst/>
              <a:gdLst/>
              <a:ahLst/>
              <a:cxnLst/>
              <a:rect l="l" t="t" r="r" b="b"/>
              <a:pathLst>
                <a:path w="5756" h="7461" extrusionOk="0">
                  <a:moveTo>
                    <a:pt x="1123" y="0"/>
                  </a:moveTo>
                  <a:lnTo>
                    <a:pt x="983" y="21"/>
                  </a:lnTo>
                  <a:lnTo>
                    <a:pt x="842" y="61"/>
                  </a:lnTo>
                  <a:lnTo>
                    <a:pt x="702" y="141"/>
                  </a:lnTo>
                  <a:lnTo>
                    <a:pt x="582" y="221"/>
                  </a:lnTo>
                  <a:lnTo>
                    <a:pt x="481" y="321"/>
                  </a:lnTo>
                  <a:lnTo>
                    <a:pt x="381" y="422"/>
                  </a:lnTo>
                  <a:lnTo>
                    <a:pt x="301" y="562"/>
                  </a:lnTo>
                  <a:lnTo>
                    <a:pt x="221" y="722"/>
                  </a:lnTo>
                  <a:lnTo>
                    <a:pt x="160" y="903"/>
                  </a:lnTo>
                  <a:lnTo>
                    <a:pt x="100" y="1083"/>
                  </a:lnTo>
                  <a:lnTo>
                    <a:pt x="60" y="1284"/>
                  </a:lnTo>
                  <a:lnTo>
                    <a:pt x="0" y="1725"/>
                  </a:lnTo>
                  <a:lnTo>
                    <a:pt x="0" y="2206"/>
                  </a:lnTo>
                  <a:lnTo>
                    <a:pt x="0" y="2728"/>
                  </a:lnTo>
                  <a:lnTo>
                    <a:pt x="40" y="3269"/>
                  </a:lnTo>
                  <a:lnTo>
                    <a:pt x="100" y="3811"/>
                  </a:lnTo>
                  <a:lnTo>
                    <a:pt x="180" y="4372"/>
                  </a:lnTo>
                  <a:lnTo>
                    <a:pt x="281" y="4914"/>
                  </a:lnTo>
                  <a:lnTo>
                    <a:pt x="501" y="5937"/>
                  </a:lnTo>
                  <a:lnTo>
                    <a:pt x="722" y="6799"/>
                  </a:lnTo>
                  <a:lnTo>
                    <a:pt x="902" y="7461"/>
                  </a:lnTo>
                  <a:lnTo>
                    <a:pt x="5756" y="6719"/>
                  </a:lnTo>
                  <a:lnTo>
                    <a:pt x="5615" y="6217"/>
                  </a:lnTo>
                  <a:lnTo>
                    <a:pt x="5475" y="5736"/>
                  </a:lnTo>
                  <a:lnTo>
                    <a:pt x="5335" y="5275"/>
                  </a:lnTo>
                  <a:lnTo>
                    <a:pt x="5174" y="4834"/>
                  </a:lnTo>
                  <a:lnTo>
                    <a:pt x="5014" y="4412"/>
                  </a:lnTo>
                  <a:lnTo>
                    <a:pt x="4853" y="4011"/>
                  </a:lnTo>
                  <a:lnTo>
                    <a:pt x="4673" y="3630"/>
                  </a:lnTo>
                  <a:lnTo>
                    <a:pt x="4492" y="3249"/>
                  </a:lnTo>
                  <a:lnTo>
                    <a:pt x="4131" y="2588"/>
                  </a:lnTo>
                  <a:lnTo>
                    <a:pt x="3951" y="2287"/>
                  </a:lnTo>
                  <a:lnTo>
                    <a:pt x="3770" y="1986"/>
                  </a:lnTo>
                  <a:lnTo>
                    <a:pt x="3590" y="1725"/>
                  </a:lnTo>
                  <a:lnTo>
                    <a:pt x="3389" y="1485"/>
                  </a:lnTo>
                  <a:lnTo>
                    <a:pt x="3209" y="1244"/>
                  </a:lnTo>
                  <a:lnTo>
                    <a:pt x="3008" y="1043"/>
                  </a:lnTo>
                  <a:lnTo>
                    <a:pt x="2828" y="843"/>
                  </a:lnTo>
                  <a:lnTo>
                    <a:pt x="2647" y="682"/>
                  </a:lnTo>
                  <a:lnTo>
                    <a:pt x="2467" y="522"/>
                  </a:lnTo>
                  <a:lnTo>
                    <a:pt x="2286" y="382"/>
                  </a:lnTo>
                  <a:lnTo>
                    <a:pt x="2106" y="281"/>
                  </a:lnTo>
                  <a:lnTo>
                    <a:pt x="1925" y="181"/>
                  </a:lnTo>
                  <a:lnTo>
                    <a:pt x="1745" y="101"/>
                  </a:lnTo>
                  <a:lnTo>
                    <a:pt x="1584" y="61"/>
                  </a:lnTo>
                  <a:lnTo>
                    <a:pt x="1424" y="21"/>
                  </a:lnTo>
                  <a:lnTo>
                    <a:pt x="126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34">
              <a:extLst>
                <a:ext uri="{FF2B5EF4-FFF2-40B4-BE49-F238E27FC236}">
                  <a16:creationId xmlns:a16="http://schemas.microsoft.com/office/drawing/2014/main" id="{A4E54470-2827-7041-F4FA-F752DCDC0BF7}"/>
                </a:ext>
              </a:extLst>
            </p:cNvPr>
            <p:cNvSpPr/>
            <p:nvPr/>
          </p:nvSpPr>
          <p:spPr>
            <a:xfrm>
              <a:off x="8482800" y="3920050"/>
              <a:ext cx="143900" cy="186525"/>
            </a:xfrm>
            <a:custGeom>
              <a:avLst/>
              <a:gdLst/>
              <a:ahLst/>
              <a:cxnLst/>
              <a:rect l="l" t="t" r="r" b="b"/>
              <a:pathLst>
                <a:path w="5756" h="7461" fill="none" extrusionOk="0">
                  <a:moveTo>
                    <a:pt x="902" y="7461"/>
                  </a:moveTo>
                  <a:lnTo>
                    <a:pt x="902" y="7461"/>
                  </a:lnTo>
                  <a:lnTo>
                    <a:pt x="722" y="6799"/>
                  </a:lnTo>
                  <a:lnTo>
                    <a:pt x="501" y="5937"/>
                  </a:lnTo>
                  <a:lnTo>
                    <a:pt x="281" y="4914"/>
                  </a:lnTo>
                  <a:lnTo>
                    <a:pt x="180" y="4372"/>
                  </a:lnTo>
                  <a:lnTo>
                    <a:pt x="100" y="3811"/>
                  </a:lnTo>
                  <a:lnTo>
                    <a:pt x="40" y="3269"/>
                  </a:lnTo>
                  <a:lnTo>
                    <a:pt x="0" y="2728"/>
                  </a:lnTo>
                  <a:lnTo>
                    <a:pt x="0" y="2206"/>
                  </a:lnTo>
                  <a:lnTo>
                    <a:pt x="0" y="1725"/>
                  </a:lnTo>
                  <a:lnTo>
                    <a:pt x="60" y="1284"/>
                  </a:lnTo>
                  <a:lnTo>
                    <a:pt x="100" y="1083"/>
                  </a:lnTo>
                  <a:lnTo>
                    <a:pt x="160" y="903"/>
                  </a:lnTo>
                  <a:lnTo>
                    <a:pt x="221" y="722"/>
                  </a:lnTo>
                  <a:lnTo>
                    <a:pt x="301" y="562"/>
                  </a:lnTo>
                  <a:lnTo>
                    <a:pt x="381" y="422"/>
                  </a:lnTo>
                  <a:lnTo>
                    <a:pt x="481" y="321"/>
                  </a:lnTo>
                  <a:lnTo>
                    <a:pt x="481" y="321"/>
                  </a:lnTo>
                  <a:lnTo>
                    <a:pt x="582" y="221"/>
                  </a:lnTo>
                  <a:lnTo>
                    <a:pt x="702" y="141"/>
                  </a:lnTo>
                  <a:lnTo>
                    <a:pt x="842" y="61"/>
                  </a:lnTo>
                  <a:lnTo>
                    <a:pt x="983" y="21"/>
                  </a:lnTo>
                  <a:lnTo>
                    <a:pt x="1123" y="0"/>
                  </a:lnTo>
                  <a:lnTo>
                    <a:pt x="1263" y="0"/>
                  </a:lnTo>
                  <a:lnTo>
                    <a:pt x="1424" y="21"/>
                  </a:lnTo>
                  <a:lnTo>
                    <a:pt x="1584" y="61"/>
                  </a:lnTo>
                  <a:lnTo>
                    <a:pt x="1745" y="101"/>
                  </a:lnTo>
                  <a:lnTo>
                    <a:pt x="1925" y="181"/>
                  </a:lnTo>
                  <a:lnTo>
                    <a:pt x="2106" y="281"/>
                  </a:lnTo>
                  <a:lnTo>
                    <a:pt x="2286" y="382"/>
                  </a:lnTo>
                  <a:lnTo>
                    <a:pt x="2467" y="522"/>
                  </a:lnTo>
                  <a:lnTo>
                    <a:pt x="2647" y="682"/>
                  </a:lnTo>
                  <a:lnTo>
                    <a:pt x="2828" y="843"/>
                  </a:lnTo>
                  <a:lnTo>
                    <a:pt x="3008" y="1043"/>
                  </a:lnTo>
                  <a:lnTo>
                    <a:pt x="3209" y="1244"/>
                  </a:lnTo>
                  <a:lnTo>
                    <a:pt x="3389" y="1485"/>
                  </a:lnTo>
                  <a:lnTo>
                    <a:pt x="3590" y="1725"/>
                  </a:lnTo>
                  <a:lnTo>
                    <a:pt x="3770" y="1986"/>
                  </a:lnTo>
                  <a:lnTo>
                    <a:pt x="3951" y="2287"/>
                  </a:lnTo>
                  <a:lnTo>
                    <a:pt x="4131" y="2588"/>
                  </a:lnTo>
                  <a:lnTo>
                    <a:pt x="4492" y="3249"/>
                  </a:lnTo>
                  <a:lnTo>
                    <a:pt x="4673" y="3630"/>
                  </a:lnTo>
                  <a:lnTo>
                    <a:pt x="4853" y="4011"/>
                  </a:lnTo>
                  <a:lnTo>
                    <a:pt x="5014" y="4412"/>
                  </a:lnTo>
                  <a:lnTo>
                    <a:pt x="5174" y="4834"/>
                  </a:lnTo>
                  <a:lnTo>
                    <a:pt x="5335" y="5275"/>
                  </a:lnTo>
                  <a:lnTo>
                    <a:pt x="5475" y="5736"/>
                  </a:lnTo>
                  <a:lnTo>
                    <a:pt x="5615" y="6217"/>
                  </a:lnTo>
                  <a:lnTo>
                    <a:pt x="5756" y="6719"/>
                  </a:lnTo>
                  <a:lnTo>
                    <a:pt x="902" y="746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34">
              <a:extLst>
                <a:ext uri="{FF2B5EF4-FFF2-40B4-BE49-F238E27FC236}">
                  <a16:creationId xmlns:a16="http://schemas.microsoft.com/office/drawing/2014/main" id="{B7869A86-AFB1-35FA-4244-1A67B2867B44}"/>
                </a:ext>
              </a:extLst>
            </p:cNvPr>
            <p:cNvSpPr/>
            <p:nvPr/>
          </p:nvSpPr>
          <p:spPr>
            <a:xfrm>
              <a:off x="8364975" y="5252175"/>
              <a:ext cx="1865075" cy="312875"/>
            </a:xfrm>
            <a:custGeom>
              <a:avLst/>
              <a:gdLst/>
              <a:ahLst/>
              <a:cxnLst/>
              <a:rect l="l" t="t" r="r" b="b"/>
              <a:pathLst>
                <a:path w="74603" h="12515" fill="none" extrusionOk="0">
                  <a:moveTo>
                    <a:pt x="74603" y="1865"/>
                  </a:moveTo>
                  <a:lnTo>
                    <a:pt x="74603" y="1865"/>
                  </a:lnTo>
                  <a:lnTo>
                    <a:pt x="74543" y="1946"/>
                  </a:lnTo>
                  <a:lnTo>
                    <a:pt x="74402" y="2066"/>
                  </a:lnTo>
                  <a:lnTo>
                    <a:pt x="74162" y="2247"/>
                  </a:lnTo>
                  <a:lnTo>
                    <a:pt x="73841" y="2487"/>
                  </a:lnTo>
                  <a:lnTo>
                    <a:pt x="73440" y="2748"/>
                  </a:lnTo>
                  <a:lnTo>
                    <a:pt x="72958" y="3049"/>
                  </a:lnTo>
                  <a:lnTo>
                    <a:pt x="72397" y="3390"/>
                  </a:lnTo>
                  <a:lnTo>
                    <a:pt x="71755" y="3771"/>
                  </a:lnTo>
                  <a:lnTo>
                    <a:pt x="71033" y="4152"/>
                  </a:lnTo>
                  <a:lnTo>
                    <a:pt x="70251" y="4573"/>
                  </a:lnTo>
                  <a:lnTo>
                    <a:pt x="69389" y="5014"/>
                  </a:lnTo>
                  <a:lnTo>
                    <a:pt x="68446" y="5475"/>
                  </a:lnTo>
                  <a:lnTo>
                    <a:pt x="67443" y="5937"/>
                  </a:lnTo>
                  <a:lnTo>
                    <a:pt x="66360" y="6418"/>
                  </a:lnTo>
                  <a:lnTo>
                    <a:pt x="65217" y="6919"/>
                  </a:lnTo>
                  <a:lnTo>
                    <a:pt x="64014" y="7401"/>
                  </a:lnTo>
                  <a:lnTo>
                    <a:pt x="62751" y="7882"/>
                  </a:lnTo>
                  <a:lnTo>
                    <a:pt x="61407" y="8363"/>
                  </a:lnTo>
                  <a:lnTo>
                    <a:pt x="60023" y="8824"/>
                  </a:lnTo>
                  <a:lnTo>
                    <a:pt x="58579" y="9286"/>
                  </a:lnTo>
                  <a:lnTo>
                    <a:pt x="57075" y="9727"/>
                  </a:lnTo>
                  <a:lnTo>
                    <a:pt x="55511" y="10148"/>
                  </a:lnTo>
                  <a:lnTo>
                    <a:pt x="53907" y="10549"/>
                  </a:lnTo>
                  <a:lnTo>
                    <a:pt x="52242" y="10930"/>
                  </a:lnTo>
                  <a:lnTo>
                    <a:pt x="50538" y="11271"/>
                  </a:lnTo>
                  <a:lnTo>
                    <a:pt x="48773" y="11572"/>
                  </a:lnTo>
                  <a:lnTo>
                    <a:pt x="46968" y="11853"/>
                  </a:lnTo>
                  <a:lnTo>
                    <a:pt x="46045" y="11973"/>
                  </a:lnTo>
                  <a:lnTo>
                    <a:pt x="45123" y="12073"/>
                  </a:lnTo>
                  <a:lnTo>
                    <a:pt x="44180" y="12174"/>
                  </a:lnTo>
                  <a:lnTo>
                    <a:pt x="43218" y="12274"/>
                  </a:lnTo>
                  <a:lnTo>
                    <a:pt x="42255" y="12334"/>
                  </a:lnTo>
                  <a:lnTo>
                    <a:pt x="41292" y="12394"/>
                  </a:lnTo>
                  <a:lnTo>
                    <a:pt x="40310" y="12454"/>
                  </a:lnTo>
                  <a:lnTo>
                    <a:pt x="39307" y="12494"/>
                  </a:lnTo>
                  <a:lnTo>
                    <a:pt x="38304" y="12514"/>
                  </a:lnTo>
                  <a:lnTo>
                    <a:pt x="37302" y="12514"/>
                  </a:lnTo>
                  <a:lnTo>
                    <a:pt x="37302" y="12514"/>
                  </a:lnTo>
                  <a:lnTo>
                    <a:pt x="36299" y="12514"/>
                  </a:lnTo>
                  <a:lnTo>
                    <a:pt x="35296" y="12494"/>
                  </a:lnTo>
                  <a:lnTo>
                    <a:pt x="34293" y="12454"/>
                  </a:lnTo>
                  <a:lnTo>
                    <a:pt x="33311" y="12394"/>
                  </a:lnTo>
                  <a:lnTo>
                    <a:pt x="32348" y="12334"/>
                  </a:lnTo>
                  <a:lnTo>
                    <a:pt x="31385" y="12274"/>
                  </a:lnTo>
                  <a:lnTo>
                    <a:pt x="30423" y="12174"/>
                  </a:lnTo>
                  <a:lnTo>
                    <a:pt x="29480" y="12073"/>
                  </a:lnTo>
                  <a:lnTo>
                    <a:pt x="28558" y="11973"/>
                  </a:lnTo>
                  <a:lnTo>
                    <a:pt x="27635" y="11853"/>
                  </a:lnTo>
                  <a:lnTo>
                    <a:pt x="25830" y="11572"/>
                  </a:lnTo>
                  <a:lnTo>
                    <a:pt x="24066" y="11271"/>
                  </a:lnTo>
                  <a:lnTo>
                    <a:pt x="22361" y="10930"/>
                  </a:lnTo>
                  <a:lnTo>
                    <a:pt x="20696" y="10549"/>
                  </a:lnTo>
                  <a:lnTo>
                    <a:pt x="19092" y="10148"/>
                  </a:lnTo>
                  <a:lnTo>
                    <a:pt x="17528" y="9727"/>
                  </a:lnTo>
                  <a:lnTo>
                    <a:pt x="16024" y="9286"/>
                  </a:lnTo>
                  <a:lnTo>
                    <a:pt x="14580" y="8824"/>
                  </a:lnTo>
                  <a:lnTo>
                    <a:pt x="13176" y="8363"/>
                  </a:lnTo>
                  <a:lnTo>
                    <a:pt x="11852" y="7882"/>
                  </a:lnTo>
                  <a:lnTo>
                    <a:pt x="10589" y="7401"/>
                  </a:lnTo>
                  <a:lnTo>
                    <a:pt x="9386" y="6919"/>
                  </a:lnTo>
                  <a:lnTo>
                    <a:pt x="8243" y="6418"/>
                  </a:lnTo>
                  <a:lnTo>
                    <a:pt x="7160" y="5937"/>
                  </a:lnTo>
                  <a:lnTo>
                    <a:pt x="6157" y="5475"/>
                  </a:lnTo>
                  <a:lnTo>
                    <a:pt x="5214" y="5014"/>
                  </a:lnTo>
                  <a:lnTo>
                    <a:pt x="4352" y="4573"/>
                  </a:lnTo>
                  <a:lnTo>
                    <a:pt x="3570" y="4152"/>
                  </a:lnTo>
                  <a:lnTo>
                    <a:pt x="2848" y="3771"/>
                  </a:lnTo>
                  <a:lnTo>
                    <a:pt x="2206" y="3390"/>
                  </a:lnTo>
                  <a:lnTo>
                    <a:pt x="1645" y="3049"/>
                  </a:lnTo>
                  <a:lnTo>
                    <a:pt x="1163" y="2748"/>
                  </a:lnTo>
                  <a:lnTo>
                    <a:pt x="762" y="2487"/>
                  </a:lnTo>
                  <a:lnTo>
                    <a:pt x="441" y="2247"/>
                  </a:lnTo>
                  <a:lnTo>
                    <a:pt x="201" y="2066"/>
                  </a:lnTo>
                  <a:lnTo>
                    <a:pt x="60" y="1946"/>
                  </a:lnTo>
                  <a:lnTo>
                    <a:pt x="0" y="1865"/>
                  </a:lnTo>
                  <a:lnTo>
                    <a:pt x="0" y="1865"/>
                  </a:lnTo>
                  <a:lnTo>
                    <a:pt x="0" y="1805"/>
                  </a:lnTo>
                  <a:lnTo>
                    <a:pt x="0" y="1745"/>
                  </a:lnTo>
                  <a:lnTo>
                    <a:pt x="60" y="1605"/>
                  </a:lnTo>
                  <a:lnTo>
                    <a:pt x="161" y="1424"/>
                  </a:lnTo>
                  <a:lnTo>
                    <a:pt x="301" y="1244"/>
                  </a:lnTo>
                  <a:lnTo>
                    <a:pt x="482" y="1063"/>
                  </a:lnTo>
                  <a:lnTo>
                    <a:pt x="702" y="863"/>
                  </a:lnTo>
                  <a:lnTo>
                    <a:pt x="943" y="682"/>
                  </a:lnTo>
                  <a:lnTo>
                    <a:pt x="1203" y="502"/>
                  </a:lnTo>
                  <a:lnTo>
                    <a:pt x="1504" y="341"/>
                  </a:lnTo>
                  <a:lnTo>
                    <a:pt x="1805" y="201"/>
                  </a:lnTo>
                  <a:lnTo>
                    <a:pt x="2126" y="101"/>
                  </a:lnTo>
                  <a:lnTo>
                    <a:pt x="2467" y="20"/>
                  </a:lnTo>
                  <a:lnTo>
                    <a:pt x="2788" y="0"/>
                  </a:lnTo>
                  <a:lnTo>
                    <a:pt x="2968" y="0"/>
                  </a:lnTo>
                  <a:lnTo>
                    <a:pt x="3129" y="20"/>
                  </a:lnTo>
                  <a:lnTo>
                    <a:pt x="3289" y="41"/>
                  </a:lnTo>
                  <a:lnTo>
                    <a:pt x="3470" y="81"/>
                  </a:lnTo>
                  <a:lnTo>
                    <a:pt x="3630" y="141"/>
                  </a:lnTo>
                  <a:lnTo>
                    <a:pt x="3791" y="221"/>
                  </a:lnTo>
                  <a:lnTo>
                    <a:pt x="3791" y="221"/>
                  </a:lnTo>
                  <a:lnTo>
                    <a:pt x="4974" y="823"/>
                  </a:lnTo>
                  <a:lnTo>
                    <a:pt x="6177" y="1384"/>
                  </a:lnTo>
                  <a:lnTo>
                    <a:pt x="7400" y="1926"/>
                  </a:lnTo>
                  <a:lnTo>
                    <a:pt x="8624" y="2427"/>
                  </a:lnTo>
                  <a:lnTo>
                    <a:pt x="9847" y="2908"/>
                  </a:lnTo>
                  <a:lnTo>
                    <a:pt x="11070" y="3350"/>
                  </a:lnTo>
                  <a:lnTo>
                    <a:pt x="12314" y="3771"/>
                  </a:lnTo>
                  <a:lnTo>
                    <a:pt x="13537" y="4172"/>
                  </a:lnTo>
                  <a:lnTo>
                    <a:pt x="14760" y="4533"/>
                  </a:lnTo>
                  <a:lnTo>
                    <a:pt x="15984" y="4874"/>
                  </a:lnTo>
                  <a:lnTo>
                    <a:pt x="17207" y="5195"/>
                  </a:lnTo>
                  <a:lnTo>
                    <a:pt x="18410" y="5495"/>
                  </a:lnTo>
                  <a:lnTo>
                    <a:pt x="19593" y="5776"/>
                  </a:lnTo>
                  <a:lnTo>
                    <a:pt x="20777" y="6017"/>
                  </a:lnTo>
                  <a:lnTo>
                    <a:pt x="21940" y="6257"/>
                  </a:lnTo>
                  <a:lnTo>
                    <a:pt x="23083" y="6458"/>
                  </a:lnTo>
                  <a:lnTo>
                    <a:pt x="24226" y="6659"/>
                  </a:lnTo>
                  <a:lnTo>
                    <a:pt x="25329" y="6839"/>
                  </a:lnTo>
                  <a:lnTo>
                    <a:pt x="26412" y="6979"/>
                  </a:lnTo>
                  <a:lnTo>
                    <a:pt x="27455" y="7120"/>
                  </a:lnTo>
                  <a:lnTo>
                    <a:pt x="29480" y="7360"/>
                  </a:lnTo>
                  <a:lnTo>
                    <a:pt x="31365" y="7541"/>
                  </a:lnTo>
                  <a:lnTo>
                    <a:pt x="33110" y="7661"/>
                  </a:lnTo>
                  <a:lnTo>
                    <a:pt x="34694" y="7741"/>
                  </a:lnTo>
                  <a:lnTo>
                    <a:pt x="36098" y="7782"/>
                  </a:lnTo>
                  <a:lnTo>
                    <a:pt x="37302" y="7802"/>
                  </a:lnTo>
                  <a:lnTo>
                    <a:pt x="37302" y="7802"/>
                  </a:lnTo>
                  <a:lnTo>
                    <a:pt x="38505" y="7782"/>
                  </a:lnTo>
                  <a:lnTo>
                    <a:pt x="39909" y="7741"/>
                  </a:lnTo>
                  <a:lnTo>
                    <a:pt x="41493" y="7661"/>
                  </a:lnTo>
                  <a:lnTo>
                    <a:pt x="43238" y="7541"/>
                  </a:lnTo>
                  <a:lnTo>
                    <a:pt x="45123" y="7360"/>
                  </a:lnTo>
                  <a:lnTo>
                    <a:pt x="47148" y="7120"/>
                  </a:lnTo>
                  <a:lnTo>
                    <a:pt x="48191" y="6979"/>
                  </a:lnTo>
                  <a:lnTo>
                    <a:pt x="49274" y="6839"/>
                  </a:lnTo>
                  <a:lnTo>
                    <a:pt x="50377" y="6659"/>
                  </a:lnTo>
                  <a:lnTo>
                    <a:pt x="51500" y="6458"/>
                  </a:lnTo>
                  <a:lnTo>
                    <a:pt x="52663" y="6257"/>
                  </a:lnTo>
                  <a:lnTo>
                    <a:pt x="53826" y="6017"/>
                  </a:lnTo>
                  <a:lnTo>
                    <a:pt x="54990" y="5776"/>
                  </a:lnTo>
                  <a:lnTo>
                    <a:pt x="56193" y="5495"/>
                  </a:lnTo>
                  <a:lnTo>
                    <a:pt x="57396" y="5195"/>
                  </a:lnTo>
                  <a:lnTo>
                    <a:pt x="58619" y="4874"/>
                  </a:lnTo>
                  <a:lnTo>
                    <a:pt x="59823" y="4533"/>
                  </a:lnTo>
                  <a:lnTo>
                    <a:pt x="61066" y="4172"/>
                  </a:lnTo>
                  <a:lnTo>
                    <a:pt x="62289" y="3771"/>
                  </a:lnTo>
                  <a:lnTo>
                    <a:pt x="63513" y="3350"/>
                  </a:lnTo>
                  <a:lnTo>
                    <a:pt x="64756" y="2908"/>
                  </a:lnTo>
                  <a:lnTo>
                    <a:pt x="65979" y="2427"/>
                  </a:lnTo>
                  <a:lnTo>
                    <a:pt x="67203" y="1926"/>
                  </a:lnTo>
                  <a:lnTo>
                    <a:pt x="68406" y="1384"/>
                  </a:lnTo>
                  <a:lnTo>
                    <a:pt x="69609" y="823"/>
                  </a:lnTo>
                  <a:lnTo>
                    <a:pt x="70813" y="221"/>
                  </a:lnTo>
                  <a:lnTo>
                    <a:pt x="70813" y="221"/>
                  </a:lnTo>
                  <a:lnTo>
                    <a:pt x="70973" y="141"/>
                  </a:lnTo>
                  <a:lnTo>
                    <a:pt x="71133" y="81"/>
                  </a:lnTo>
                  <a:lnTo>
                    <a:pt x="71294" y="41"/>
                  </a:lnTo>
                  <a:lnTo>
                    <a:pt x="71474" y="20"/>
                  </a:lnTo>
                  <a:lnTo>
                    <a:pt x="71635" y="0"/>
                  </a:lnTo>
                  <a:lnTo>
                    <a:pt x="71795" y="0"/>
                  </a:lnTo>
                  <a:lnTo>
                    <a:pt x="72136" y="20"/>
                  </a:lnTo>
                  <a:lnTo>
                    <a:pt x="72457" y="101"/>
                  </a:lnTo>
                  <a:lnTo>
                    <a:pt x="72798" y="201"/>
                  </a:lnTo>
                  <a:lnTo>
                    <a:pt x="73099" y="341"/>
                  </a:lnTo>
                  <a:lnTo>
                    <a:pt x="73380" y="502"/>
                  </a:lnTo>
                  <a:lnTo>
                    <a:pt x="73660" y="682"/>
                  </a:lnTo>
                  <a:lnTo>
                    <a:pt x="73901" y="863"/>
                  </a:lnTo>
                  <a:lnTo>
                    <a:pt x="74122" y="1063"/>
                  </a:lnTo>
                  <a:lnTo>
                    <a:pt x="74302" y="1244"/>
                  </a:lnTo>
                  <a:lnTo>
                    <a:pt x="74442" y="1424"/>
                  </a:lnTo>
                  <a:lnTo>
                    <a:pt x="74543" y="1605"/>
                  </a:lnTo>
                  <a:lnTo>
                    <a:pt x="74603" y="1745"/>
                  </a:lnTo>
                  <a:lnTo>
                    <a:pt x="74603" y="1805"/>
                  </a:lnTo>
                  <a:lnTo>
                    <a:pt x="74603" y="186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34">
              <a:extLst>
                <a:ext uri="{FF2B5EF4-FFF2-40B4-BE49-F238E27FC236}">
                  <a16:creationId xmlns:a16="http://schemas.microsoft.com/office/drawing/2014/main" id="{211A36B2-C792-439A-B7DE-6041C6EDA0A0}"/>
                </a:ext>
              </a:extLst>
            </p:cNvPr>
            <p:cNvSpPr/>
            <p:nvPr/>
          </p:nvSpPr>
          <p:spPr>
            <a:xfrm>
              <a:off x="8364975" y="5252175"/>
              <a:ext cx="1865075" cy="312875"/>
            </a:xfrm>
            <a:custGeom>
              <a:avLst/>
              <a:gdLst/>
              <a:ahLst/>
              <a:cxnLst/>
              <a:rect l="l" t="t" r="r" b="b"/>
              <a:pathLst>
                <a:path w="74603" h="12515" extrusionOk="0">
                  <a:moveTo>
                    <a:pt x="71514" y="0"/>
                  </a:moveTo>
                  <a:lnTo>
                    <a:pt x="71274" y="41"/>
                  </a:lnTo>
                  <a:lnTo>
                    <a:pt x="71033" y="121"/>
                  </a:lnTo>
                  <a:lnTo>
                    <a:pt x="70813" y="221"/>
                  </a:lnTo>
                  <a:lnTo>
                    <a:pt x="69449" y="903"/>
                  </a:lnTo>
                  <a:lnTo>
                    <a:pt x="68085" y="1545"/>
                  </a:lnTo>
                  <a:lnTo>
                    <a:pt x="66701" y="2126"/>
                  </a:lnTo>
                  <a:lnTo>
                    <a:pt x="65298" y="2688"/>
                  </a:lnTo>
                  <a:lnTo>
                    <a:pt x="66120" y="4533"/>
                  </a:lnTo>
                  <a:lnTo>
                    <a:pt x="66862" y="6217"/>
                  </a:lnTo>
                  <a:lnTo>
                    <a:pt x="67744" y="5796"/>
                  </a:lnTo>
                  <a:lnTo>
                    <a:pt x="68587" y="5415"/>
                  </a:lnTo>
                  <a:lnTo>
                    <a:pt x="69369" y="5014"/>
                  </a:lnTo>
                  <a:lnTo>
                    <a:pt x="70111" y="4653"/>
                  </a:lnTo>
                  <a:lnTo>
                    <a:pt x="71434" y="3951"/>
                  </a:lnTo>
                  <a:lnTo>
                    <a:pt x="72537" y="3309"/>
                  </a:lnTo>
                  <a:lnTo>
                    <a:pt x="73400" y="2768"/>
                  </a:lnTo>
                  <a:lnTo>
                    <a:pt x="74041" y="2347"/>
                  </a:lnTo>
                  <a:lnTo>
                    <a:pt x="74442" y="2026"/>
                  </a:lnTo>
                  <a:lnTo>
                    <a:pt x="74563" y="1926"/>
                  </a:lnTo>
                  <a:lnTo>
                    <a:pt x="74603" y="1865"/>
                  </a:lnTo>
                  <a:lnTo>
                    <a:pt x="74603" y="1825"/>
                  </a:lnTo>
                  <a:lnTo>
                    <a:pt x="74583" y="1725"/>
                  </a:lnTo>
                  <a:lnTo>
                    <a:pt x="74543" y="1605"/>
                  </a:lnTo>
                  <a:lnTo>
                    <a:pt x="74463" y="1464"/>
                  </a:lnTo>
                  <a:lnTo>
                    <a:pt x="74362" y="1324"/>
                  </a:lnTo>
                  <a:lnTo>
                    <a:pt x="74222" y="1184"/>
                  </a:lnTo>
                  <a:lnTo>
                    <a:pt x="74081" y="1023"/>
                  </a:lnTo>
                  <a:lnTo>
                    <a:pt x="73901" y="863"/>
                  </a:lnTo>
                  <a:lnTo>
                    <a:pt x="73700" y="722"/>
                  </a:lnTo>
                  <a:lnTo>
                    <a:pt x="73500" y="582"/>
                  </a:lnTo>
                  <a:lnTo>
                    <a:pt x="73279" y="442"/>
                  </a:lnTo>
                  <a:lnTo>
                    <a:pt x="73039" y="321"/>
                  </a:lnTo>
                  <a:lnTo>
                    <a:pt x="72798" y="221"/>
                  </a:lnTo>
                  <a:lnTo>
                    <a:pt x="72537" y="121"/>
                  </a:lnTo>
                  <a:lnTo>
                    <a:pt x="72277" y="61"/>
                  </a:lnTo>
                  <a:lnTo>
                    <a:pt x="72016" y="20"/>
                  </a:lnTo>
                  <a:lnTo>
                    <a:pt x="71755" y="0"/>
                  </a:lnTo>
                  <a:close/>
                  <a:moveTo>
                    <a:pt x="2848" y="0"/>
                  </a:moveTo>
                  <a:lnTo>
                    <a:pt x="2587" y="20"/>
                  </a:lnTo>
                  <a:lnTo>
                    <a:pt x="2327" y="61"/>
                  </a:lnTo>
                  <a:lnTo>
                    <a:pt x="2066" y="121"/>
                  </a:lnTo>
                  <a:lnTo>
                    <a:pt x="1805" y="201"/>
                  </a:lnTo>
                  <a:lnTo>
                    <a:pt x="1564" y="321"/>
                  </a:lnTo>
                  <a:lnTo>
                    <a:pt x="1324" y="442"/>
                  </a:lnTo>
                  <a:lnTo>
                    <a:pt x="1103" y="582"/>
                  </a:lnTo>
                  <a:lnTo>
                    <a:pt x="903" y="722"/>
                  </a:lnTo>
                  <a:lnTo>
                    <a:pt x="702" y="863"/>
                  </a:lnTo>
                  <a:lnTo>
                    <a:pt x="522" y="1023"/>
                  </a:lnTo>
                  <a:lnTo>
                    <a:pt x="381" y="1164"/>
                  </a:lnTo>
                  <a:lnTo>
                    <a:pt x="241" y="1324"/>
                  </a:lnTo>
                  <a:lnTo>
                    <a:pt x="141" y="1464"/>
                  </a:lnTo>
                  <a:lnTo>
                    <a:pt x="60" y="1585"/>
                  </a:lnTo>
                  <a:lnTo>
                    <a:pt x="20" y="1705"/>
                  </a:lnTo>
                  <a:lnTo>
                    <a:pt x="0" y="1805"/>
                  </a:lnTo>
                  <a:lnTo>
                    <a:pt x="0" y="1865"/>
                  </a:lnTo>
                  <a:lnTo>
                    <a:pt x="40" y="1906"/>
                  </a:lnTo>
                  <a:lnTo>
                    <a:pt x="121" y="1986"/>
                  </a:lnTo>
                  <a:lnTo>
                    <a:pt x="381" y="2206"/>
                  </a:lnTo>
                  <a:lnTo>
                    <a:pt x="822" y="2527"/>
                  </a:lnTo>
                  <a:lnTo>
                    <a:pt x="1424" y="2908"/>
                  </a:lnTo>
                  <a:lnTo>
                    <a:pt x="2166" y="3370"/>
                  </a:lnTo>
                  <a:lnTo>
                    <a:pt x="3069" y="3891"/>
                  </a:lnTo>
                  <a:lnTo>
                    <a:pt x="4131" y="4453"/>
                  </a:lnTo>
                  <a:lnTo>
                    <a:pt x="5315" y="5074"/>
                  </a:lnTo>
                  <a:lnTo>
                    <a:pt x="6638" y="5716"/>
                  </a:lnTo>
                  <a:lnTo>
                    <a:pt x="8102" y="6358"/>
                  </a:lnTo>
                  <a:lnTo>
                    <a:pt x="9687" y="7040"/>
                  </a:lnTo>
                  <a:lnTo>
                    <a:pt x="10529" y="7380"/>
                  </a:lnTo>
                  <a:lnTo>
                    <a:pt x="11411" y="7721"/>
                  </a:lnTo>
                  <a:lnTo>
                    <a:pt x="12314" y="8042"/>
                  </a:lnTo>
                  <a:lnTo>
                    <a:pt x="13236" y="8383"/>
                  </a:lnTo>
                  <a:lnTo>
                    <a:pt x="14199" y="8704"/>
                  </a:lnTo>
                  <a:lnTo>
                    <a:pt x="15202" y="9025"/>
                  </a:lnTo>
                  <a:lnTo>
                    <a:pt x="16204" y="9346"/>
                  </a:lnTo>
                  <a:lnTo>
                    <a:pt x="17247" y="9647"/>
                  </a:lnTo>
                  <a:lnTo>
                    <a:pt x="18310" y="9947"/>
                  </a:lnTo>
                  <a:lnTo>
                    <a:pt x="19413" y="10248"/>
                  </a:lnTo>
                  <a:lnTo>
                    <a:pt x="19373" y="10128"/>
                  </a:lnTo>
                  <a:lnTo>
                    <a:pt x="19333" y="10008"/>
                  </a:lnTo>
                  <a:lnTo>
                    <a:pt x="19333" y="9988"/>
                  </a:lnTo>
                  <a:lnTo>
                    <a:pt x="19373" y="9827"/>
                  </a:lnTo>
                  <a:lnTo>
                    <a:pt x="19453" y="9546"/>
                  </a:lnTo>
                  <a:lnTo>
                    <a:pt x="19774" y="8704"/>
                  </a:lnTo>
                  <a:lnTo>
                    <a:pt x="20255" y="7501"/>
                  </a:lnTo>
                  <a:lnTo>
                    <a:pt x="20877" y="6037"/>
                  </a:lnTo>
                  <a:lnTo>
                    <a:pt x="19894" y="5836"/>
                  </a:lnTo>
                  <a:lnTo>
                    <a:pt x="18912" y="5616"/>
                  </a:lnTo>
                  <a:lnTo>
                    <a:pt x="17929" y="5375"/>
                  </a:lnTo>
                  <a:lnTo>
                    <a:pt x="16926" y="5134"/>
                  </a:lnTo>
                  <a:lnTo>
                    <a:pt x="15643" y="4793"/>
                  </a:lnTo>
                  <a:lnTo>
                    <a:pt x="15061" y="5535"/>
                  </a:lnTo>
                  <a:lnTo>
                    <a:pt x="14600" y="6097"/>
                  </a:lnTo>
                  <a:lnTo>
                    <a:pt x="14259" y="6498"/>
                  </a:lnTo>
                  <a:lnTo>
                    <a:pt x="14159" y="6598"/>
                  </a:lnTo>
                  <a:lnTo>
                    <a:pt x="14078" y="6659"/>
                  </a:lnTo>
                  <a:lnTo>
                    <a:pt x="13898" y="6739"/>
                  </a:lnTo>
                  <a:lnTo>
                    <a:pt x="13717" y="6799"/>
                  </a:lnTo>
                  <a:lnTo>
                    <a:pt x="13557" y="6819"/>
                  </a:lnTo>
                  <a:lnTo>
                    <a:pt x="13377" y="6839"/>
                  </a:lnTo>
                  <a:lnTo>
                    <a:pt x="13156" y="6819"/>
                  </a:lnTo>
                  <a:lnTo>
                    <a:pt x="12955" y="6759"/>
                  </a:lnTo>
                  <a:lnTo>
                    <a:pt x="12755" y="6699"/>
                  </a:lnTo>
                  <a:lnTo>
                    <a:pt x="12574" y="6598"/>
                  </a:lnTo>
                  <a:lnTo>
                    <a:pt x="12434" y="6458"/>
                  </a:lnTo>
                  <a:lnTo>
                    <a:pt x="12294" y="6318"/>
                  </a:lnTo>
                  <a:lnTo>
                    <a:pt x="12213" y="6157"/>
                  </a:lnTo>
                  <a:lnTo>
                    <a:pt x="12153" y="5977"/>
                  </a:lnTo>
                  <a:lnTo>
                    <a:pt x="12153" y="5957"/>
                  </a:lnTo>
                  <a:lnTo>
                    <a:pt x="12173" y="5856"/>
                  </a:lnTo>
                  <a:lnTo>
                    <a:pt x="12193" y="5716"/>
                  </a:lnTo>
                  <a:lnTo>
                    <a:pt x="12354" y="5295"/>
                  </a:lnTo>
                  <a:lnTo>
                    <a:pt x="12574" y="4693"/>
                  </a:lnTo>
                  <a:lnTo>
                    <a:pt x="12875" y="3951"/>
                  </a:lnTo>
                  <a:lnTo>
                    <a:pt x="11732" y="3570"/>
                  </a:lnTo>
                  <a:lnTo>
                    <a:pt x="10589" y="3169"/>
                  </a:lnTo>
                  <a:lnTo>
                    <a:pt x="9426" y="2748"/>
                  </a:lnTo>
                  <a:lnTo>
                    <a:pt x="8283" y="2287"/>
                  </a:lnTo>
                  <a:lnTo>
                    <a:pt x="7160" y="1805"/>
                  </a:lnTo>
                  <a:lnTo>
                    <a:pt x="6017" y="1304"/>
                  </a:lnTo>
                  <a:lnTo>
                    <a:pt x="4893" y="783"/>
                  </a:lnTo>
                  <a:lnTo>
                    <a:pt x="3791" y="221"/>
                  </a:lnTo>
                  <a:lnTo>
                    <a:pt x="3550" y="121"/>
                  </a:lnTo>
                  <a:lnTo>
                    <a:pt x="3329" y="41"/>
                  </a:lnTo>
                  <a:lnTo>
                    <a:pt x="3089" y="0"/>
                  </a:lnTo>
                  <a:close/>
                  <a:moveTo>
                    <a:pt x="61106" y="4152"/>
                  </a:moveTo>
                  <a:lnTo>
                    <a:pt x="60103" y="4453"/>
                  </a:lnTo>
                  <a:lnTo>
                    <a:pt x="59101" y="4753"/>
                  </a:lnTo>
                  <a:lnTo>
                    <a:pt x="58098" y="5014"/>
                  </a:lnTo>
                  <a:lnTo>
                    <a:pt x="57115" y="5275"/>
                  </a:lnTo>
                  <a:lnTo>
                    <a:pt x="57396" y="5977"/>
                  </a:lnTo>
                  <a:lnTo>
                    <a:pt x="57617" y="6538"/>
                  </a:lnTo>
                  <a:lnTo>
                    <a:pt x="57737" y="6939"/>
                  </a:lnTo>
                  <a:lnTo>
                    <a:pt x="57777" y="7060"/>
                  </a:lnTo>
                  <a:lnTo>
                    <a:pt x="57797" y="7160"/>
                  </a:lnTo>
                  <a:lnTo>
                    <a:pt x="57797" y="7180"/>
                  </a:lnTo>
                  <a:lnTo>
                    <a:pt x="57737" y="7360"/>
                  </a:lnTo>
                  <a:lnTo>
                    <a:pt x="57637" y="7521"/>
                  </a:lnTo>
                  <a:lnTo>
                    <a:pt x="57516" y="7661"/>
                  </a:lnTo>
                  <a:lnTo>
                    <a:pt x="57356" y="7782"/>
                  </a:lnTo>
                  <a:lnTo>
                    <a:pt x="57196" y="7882"/>
                  </a:lnTo>
                  <a:lnTo>
                    <a:pt x="56995" y="7962"/>
                  </a:lnTo>
                  <a:lnTo>
                    <a:pt x="56774" y="8002"/>
                  </a:lnTo>
                  <a:lnTo>
                    <a:pt x="56574" y="8022"/>
                  </a:lnTo>
                  <a:lnTo>
                    <a:pt x="56393" y="8022"/>
                  </a:lnTo>
                  <a:lnTo>
                    <a:pt x="56213" y="7982"/>
                  </a:lnTo>
                  <a:lnTo>
                    <a:pt x="56052" y="7942"/>
                  </a:lnTo>
                  <a:lnTo>
                    <a:pt x="55872" y="7862"/>
                  </a:lnTo>
                  <a:lnTo>
                    <a:pt x="55792" y="7802"/>
                  </a:lnTo>
                  <a:lnTo>
                    <a:pt x="55671" y="7681"/>
                  </a:lnTo>
                  <a:lnTo>
                    <a:pt x="55331" y="7280"/>
                  </a:lnTo>
                  <a:lnTo>
                    <a:pt x="54849" y="6699"/>
                  </a:lnTo>
                  <a:lnTo>
                    <a:pt x="54268" y="5937"/>
                  </a:lnTo>
                  <a:lnTo>
                    <a:pt x="52924" y="6197"/>
                  </a:lnTo>
                  <a:lnTo>
                    <a:pt x="51600" y="6458"/>
                  </a:lnTo>
                  <a:lnTo>
                    <a:pt x="50297" y="6679"/>
                  </a:lnTo>
                  <a:lnTo>
                    <a:pt x="49033" y="6859"/>
                  </a:lnTo>
                  <a:lnTo>
                    <a:pt x="47810" y="7040"/>
                  </a:lnTo>
                  <a:lnTo>
                    <a:pt x="46607" y="7200"/>
                  </a:lnTo>
                  <a:lnTo>
                    <a:pt x="45444" y="7320"/>
                  </a:lnTo>
                  <a:lnTo>
                    <a:pt x="44341" y="7441"/>
                  </a:lnTo>
                  <a:lnTo>
                    <a:pt x="43258" y="7521"/>
                  </a:lnTo>
                  <a:lnTo>
                    <a:pt x="42235" y="7601"/>
                  </a:lnTo>
                  <a:lnTo>
                    <a:pt x="40350" y="7721"/>
                  </a:lnTo>
                  <a:lnTo>
                    <a:pt x="38705" y="7782"/>
                  </a:lnTo>
                  <a:lnTo>
                    <a:pt x="37302" y="7802"/>
                  </a:lnTo>
                  <a:lnTo>
                    <a:pt x="36219" y="7782"/>
                  </a:lnTo>
                  <a:lnTo>
                    <a:pt x="34955" y="7741"/>
                  </a:lnTo>
                  <a:lnTo>
                    <a:pt x="33551" y="7681"/>
                  </a:lnTo>
                  <a:lnTo>
                    <a:pt x="32007" y="7581"/>
                  </a:lnTo>
                  <a:lnTo>
                    <a:pt x="30323" y="7441"/>
                  </a:lnTo>
                  <a:lnTo>
                    <a:pt x="28538" y="7260"/>
                  </a:lnTo>
                  <a:lnTo>
                    <a:pt x="26653" y="7020"/>
                  </a:lnTo>
                  <a:lnTo>
                    <a:pt x="24667" y="6739"/>
                  </a:lnTo>
                  <a:lnTo>
                    <a:pt x="23544" y="8223"/>
                  </a:lnTo>
                  <a:lnTo>
                    <a:pt x="22622" y="9446"/>
                  </a:lnTo>
                  <a:lnTo>
                    <a:pt x="21920" y="10308"/>
                  </a:lnTo>
                  <a:lnTo>
                    <a:pt x="21679" y="10589"/>
                  </a:lnTo>
                  <a:lnTo>
                    <a:pt x="21499" y="10750"/>
                  </a:lnTo>
                  <a:lnTo>
                    <a:pt x="23304" y="11131"/>
                  </a:lnTo>
                  <a:lnTo>
                    <a:pt x="24226" y="11291"/>
                  </a:lnTo>
                  <a:lnTo>
                    <a:pt x="25149" y="11472"/>
                  </a:lnTo>
                  <a:lnTo>
                    <a:pt x="26091" y="11612"/>
                  </a:lnTo>
                  <a:lnTo>
                    <a:pt x="27054" y="11772"/>
                  </a:lnTo>
                  <a:lnTo>
                    <a:pt x="28036" y="11893"/>
                  </a:lnTo>
                  <a:lnTo>
                    <a:pt x="29019" y="12033"/>
                  </a:lnTo>
                  <a:lnTo>
                    <a:pt x="30002" y="12133"/>
                  </a:lnTo>
                  <a:lnTo>
                    <a:pt x="31024" y="12234"/>
                  </a:lnTo>
                  <a:lnTo>
                    <a:pt x="32027" y="12314"/>
                  </a:lnTo>
                  <a:lnTo>
                    <a:pt x="33070" y="12394"/>
                  </a:lnTo>
                  <a:lnTo>
                    <a:pt x="34113" y="12434"/>
                  </a:lnTo>
                  <a:lnTo>
                    <a:pt x="35156" y="12474"/>
                  </a:lnTo>
                  <a:lnTo>
                    <a:pt x="36219" y="12514"/>
                  </a:lnTo>
                  <a:lnTo>
                    <a:pt x="38284" y="12514"/>
                  </a:lnTo>
                  <a:lnTo>
                    <a:pt x="39267" y="12494"/>
                  </a:lnTo>
                  <a:lnTo>
                    <a:pt x="40250" y="12454"/>
                  </a:lnTo>
                  <a:lnTo>
                    <a:pt x="41212" y="12414"/>
                  </a:lnTo>
                  <a:lnTo>
                    <a:pt x="42155" y="12354"/>
                  </a:lnTo>
                  <a:lnTo>
                    <a:pt x="43097" y="12274"/>
                  </a:lnTo>
                  <a:lnTo>
                    <a:pt x="44040" y="12194"/>
                  </a:lnTo>
                  <a:lnTo>
                    <a:pt x="44962" y="12093"/>
                  </a:lnTo>
                  <a:lnTo>
                    <a:pt x="46767" y="11873"/>
                  </a:lnTo>
                  <a:lnTo>
                    <a:pt x="48552" y="11612"/>
                  </a:lnTo>
                  <a:lnTo>
                    <a:pt x="50277" y="11311"/>
                  </a:lnTo>
                  <a:lnTo>
                    <a:pt x="51961" y="10990"/>
                  </a:lnTo>
                  <a:lnTo>
                    <a:pt x="53606" y="10629"/>
                  </a:lnTo>
                  <a:lnTo>
                    <a:pt x="55190" y="10248"/>
                  </a:lnTo>
                  <a:lnTo>
                    <a:pt x="56714" y="9827"/>
                  </a:lnTo>
                  <a:lnTo>
                    <a:pt x="58198" y="9406"/>
                  </a:lnTo>
                  <a:lnTo>
                    <a:pt x="59642" y="8965"/>
                  </a:lnTo>
                  <a:lnTo>
                    <a:pt x="61026" y="8504"/>
                  </a:lnTo>
                  <a:lnTo>
                    <a:pt x="62330" y="8022"/>
                  </a:lnTo>
                  <a:lnTo>
                    <a:pt x="63593" y="7561"/>
                  </a:lnTo>
                  <a:lnTo>
                    <a:pt x="62410" y="5957"/>
                  </a:lnTo>
                  <a:lnTo>
                    <a:pt x="61106" y="4152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34">
              <a:extLst>
                <a:ext uri="{FF2B5EF4-FFF2-40B4-BE49-F238E27FC236}">
                  <a16:creationId xmlns:a16="http://schemas.microsoft.com/office/drawing/2014/main" id="{C09B01DA-D3AE-3E76-C847-456FD1E397C1}"/>
                </a:ext>
              </a:extLst>
            </p:cNvPr>
            <p:cNvSpPr/>
            <p:nvPr/>
          </p:nvSpPr>
          <p:spPr>
            <a:xfrm>
              <a:off x="8364975" y="5252175"/>
              <a:ext cx="521925" cy="256225"/>
            </a:xfrm>
            <a:custGeom>
              <a:avLst/>
              <a:gdLst/>
              <a:ahLst/>
              <a:cxnLst/>
              <a:rect l="l" t="t" r="r" b="b"/>
              <a:pathLst>
                <a:path w="20877" h="10249" fill="none" extrusionOk="0">
                  <a:moveTo>
                    <a:pt x="2848" y="0"/>
                  </a:moveTo>
                  <a:lnTo>
                    <a:pt x="2848" y="0"/>
                  </a:lnTo>
                  <a:lnTo>
                    <a:pt x="2587" y="20"/>
                  </a:lnTo>
                  <a:lnTo>
                    <a:pt x="2327" y="61"/>
                  </a:lnTo>
                  <a:lnTo>
                    <a:pt x="2066" y="121"/>
                  </a:lnTo>
                  <a:lnTo>
                    <a:pt x="1805" y="201"/>
                  </a:lnTo>
                  <a:lnTo>
                    <a:pt x="1564" y="321"/>
                  </a:lnTo>
                  <a:lnTo>
                    <a:pt x="1324" y="442"/>
                  </a:lnTo>
                  <a:lnTo>
                    <a:pt x="1103" y="582"/>
                  </a:lnTo>
                  <a:lnTo>
                    <a:pt x="903" y="722"/>
                  </a:lnTo>
                  <a:lnTo>
                    <a:pt x="702" y="863"/>
                  </a:lnTo>
                  <a:lnTo>
                    <a:pt x="522" y="1023"/>
                  </a:lnTo>
                  <a:lnTo>
                    <a:pt x="381" y="1164"/>
                  </a:lnTo>
                  <a:lnTo>
                    <a:pt x="241" y="1324"/>
                  </a:lnTo>
                  <a:lnTo>
                    <a:pt x="141" y="1464"/>
                  </a:lnTo>
                  <a:lnTo>
                    <a:pt x="60" y="1585"/>
                  </a:lnTo>
                  <a:lnTo>
                    <a:pt x="20" y="1705"/>
                  </a:lnTo>
                  <a:lnTo>
                    <a:pt x="0" y="1805"/>
                  </a:lnTo>
                  <a:lnTo>
                    <a:pt x="0" y="1805"/>
                  </a:lnTo>
                  <a:lnTo>
                    <a:pt x="0" y="1865"/>
                  </a:lnTo>
                  <a:lnTo>
                    <a:pt x="0" y="1865"/>
                  </a:lnTo>
                  <a:lnTo>
                    <a:pt x="40" y="1906"/>
                  </a:lnTo>
                  <a:lnTo>
                    <a:pt x="121" y="1986"/>
                  </a:lnTo>
                  <a:lnTo>
                    <a:pt x="381" y="2206"/>
                  </a:lnTo>
                  <a:lnTo>
                    <a:pt x="822" y="2527"/>
                  </a:lnTo>
                  <a:lnTo>
                    <a:pt x="1424" y="2908"/>
                  </a:lnTo>
                  <a:lnTo>
                    <a:pt x="2166" y="3370"/>
                  </a:lnTo>
                  <a:lnTo>
                    <a:pt x="3069" y="3891"/>
                  </a:lnTo>
                  <a:lnTo>
                    <a:pt x="4131" y="4453"/>
                  </a:lnTo>
                  <a:lnTo>
                    <a:pt x="5315" y="5074"/>
                  </a:lnTo>
                  <a:lnTo>
                    <a:pt x="6638" y="5716"/>
                  </a:lnTo>
                  <a:lnTo>
                    <a:pt x="8102" y="6358"/>
                  </a:lnTo>
                  <a:lnTo>
                    <a:pt x="9687" y="7040"/>
                  </a:lnTo>
                  <a:lnTo>
                    <a:pt x="10529" y="7380"/>
                  </a:lnTo>
                  <a:lnTo>
                    <a:pt x="11411" y="7721"/>
                  </a:lnTo>
                  <a:lnTo>
                    <a:pt x="12314" y="8042"/>
                  </a:lnTo>
                  <a:lnTo>
                    <a:pt x="13236" y="8383"/>
                  </a:lnTo>
                  <a:lnTo>
                    <a:pt x="14199" y="8704"/>
                  </a:lnTo>
                  <a:lnTo>
                    <a:pt x="15202" y="9025"/>
                  </a:lnTo>
                  <a:lnTo>
                    <a:pt x="16204" y="9346"/>
                  </a:lnTo>
                  <a:lnTo>
                    <a:pt x="17247" y="9647"/>
                  </a:lnTo>
                  <a:lnTo>
                    <a:pt x="18310" y="9947"/>
                  </a:lnTo>
                  <a:lnTo>
                    <a:pt x="19413" y="10248"/>
                  </a:lnTo>
                  <a:lnTo>
                    <a:pt x="19413" y="10248"/>
                  </a:lnTo>
                  <a:lnTo>
                    <a:pt x="19373" y="10128"/>
                  </a:lnTo>
                  <a:lnTo>
                    <a:pt x="19333" y="10008"/>
                  </a:lnTo>
                  <a:lnTo>
                    <a:pt x="19333" y="10008"/>
                  </a:lnTo>
                  <a:lnTo>
                    <a:pt x="19333" y="9988"/>
                  </a:lnTo>
                  <a:lnTo>
                    <a:pt x="19333" y="9988"/>
                  </a:lnTo>
                  <a:lnTo>
                    <a:pt x="19373" y="9827"/>
                  </a:lnTo>
                  <a:lnTo>
                    <a:pt x="19453" y="9546"/>
                  </a:lnTo>
                  <a:lnTo>
                    <a:pt x="19774" y="8704"/>
                  </a:lnTo>
                  <a:lnTo>
                    <a:pt x="20255" y="7501"/>
                  </a:lnTo>
                  <a:lnTo>
                    <a:pt x="20877" y="6037"/>
                  </a:lnTo>
                  <a:lnTo>
                    <a:pt x="20877" y="6037"/>
                  </a:lnTo>
                  <a:lnTo>
                    <a:pt x="19894" y="5836"/>
                  </a:lnTo>
                  <a:lnTo>
                    <a:pt x="18912" y="5616"/>
                  </a:lnTo>
                  <a:lnTo>
                    <a:pt x="17929" y="5375"/>
                  </a:lnTo>
                  <a:lnTo>
                    <a:pt x="16926" y="5134"/>
                  </a:lnTo>
                  <a:lnTo>
                    <a:pt x="16926" y="5134"/>
                  </a:lnTo>
                  <a:lnTo>
                    <a:pt x="15643" y="4793"/>
                  </a:lnTo>
                  <a:lnTo>
                    <a:pt x="15643" y="4793"/>
                  </a:lnTo>
                  <a:lnTo>
                    <a:pt x="15061" y="5535"/>
                  </a:lnTo>
                  <a:lnTo>
                    <a:pt x="14600" y="6097"/>
                  </a:lnTo>
                  <a:lnTo>
                    <a:pt x="14259" y="6498"/>
                  </a:lnTo>
                  <a:lnTo>
                    <a:pt x="14159" y="6598"/>
                  </a:lnTo>
                  <a:lnTo>
                    <a:pt x="14078" y="6659"/>
                  </a:lnTo>
                  <a:lnTo>
                    <a:pt x="14078" y="6659"/>
                  </a:lnTo>
                  <a:lnTo>
                    <a:pt x="13898" y="6739"/>
                  </a:lnTo>
                  <a:lnTo>
                    <a:pt x="13717" y="6799"/>
                  </a:lnTo>
                  <a:lnTo>
                    <a:pt x="13557" y="6819"/>
                  </a:lnTo>
                  <a:lnTo>
                    <a:pt x="13377" y="6839"/>
                  </a:lnTo>
                  <a:lnTo>
                    <a:pt x="13377" y="6839"/>
                  </a:lnTo>
                  <a:lnTo>
                    <a:pt x="13156" y="6819"/>
                  </a:lnTo>
                  <a:lnTo>
                    <a:pt x="12955" y="6759"/>
                  </a:lnTo>
                  <a:lnTo>
                    <a:pt x="12755" y="6699"/>
                  </a:lnTo>
                  <a:lnTo>
                    <a:pt x="12574" y="6598"/>
                  </a:lnTo>
                  <a:lnTo>
                    <a:pt x="12434" y="6458"/>
                  </a:lnTo>
                  <a:lnTo>
                    <a:pt x="12294" y="6318"/>
                  </a:lnTo>
                  <a:lnTo>
                    <a:pt x="12213" y="6157"/>
                  </a:lnTo>
                  <a:lnTo>
                    <a:pt x="12153" y="5977"/>
                  </a:lnTo>
                  <a:lnTo>
                    <a:pt x="12153" y="5977"/>
                  </a:lnTo>
                  <a:lnTo>
                    <a:pt x="12153" y="5957"/>
                  </a:lnTo>
                  <a:lnTo>
                    <a:pt x="12153" y="5957"/>
                  </a:lnTo>
                  <a:lnTo>
                    <a:pt x="12173" y="5856"/>
                  </a:lnTo>
                  <a:lnTo>
                    <a:pt x="12193" y="5716"/>
                  </a:lnTo>
                  <a:lnTo>
                    <a:pt x="12354" y="5295"/>
                  </a:lnTo>
                  <a:lnTo>
                    <a:pt x="12574" y="4693"/>
                  </a:lnTo>
                  <a:lnTo>
                    <a:pt x="12875" y="3951"/>
                  </a:lnTo>
                  <a:lnTo>
                    <a:pt x="12875" y="3951"/>
                  </a:lnTo>
                  <a:lnTo>
                    <a:pt x="11732" y="3570"/>
                  </a:lnTo>
                  <a:lnTo>
                    <a:pt x="10589" y="3169"/>
                  </a:lnTo>
                  <a:lnTo>
                    <a:pt x="9426" y="2748"/>
                  </a:lnTo>
                  <a:lnTo>
                    <a:pt x="8283" y="2287"/>
                  </a:lnTo>
                  <a:lnTo>
                    <a:pt x="7160" y="1805"/>
                  </a:lnTo>
                  <a:lnTo>
                    <a:pt x="6017" y="1304"/>
                  </a:lnTo>
                  <a:lnTo>
                    <a:pt x="4893" y="783"/>
                  </a:lnTo>
                  <a:lnTo>
                    <a:pt x="3791" y="221"/>
                  </a:lnTo>
                  <a:lnTo>
                    <a:pt x="3791" y="221"/>
                  </a:lnTo>
                  <a:lnTo>
                    <a:pt x="3550" y="121"/>
                  </a:lnTo>
                  <a:lnTo>
                    <a:pt x="3329" y="41"/>
                  </a:lnTo>
                  <a:lnTo>
                    <a:pt x="3089" y="0"/>
                  </a:lnTo>
                  <a:lnTo>
                    <a:pt x="284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34">
              <a:extLst>
                <a:ext uri="{FF2B5EF4-FFF2-40B4-BE49-F238E27FC236}">
                  <a16:creationId xmlns:a16="http://schemas.microsoft.com/office/drawing/2014/main" id="{C3FE32B1-CA08-4C80-0888-786992BEAE31}"/>
                </a:ext>
              </a:extLst>
            </p:cNvPr>
            <p:cNvSpPr/>
            <p:nvPr/>
          </p:nvSpPr>
          <p:spPr>
            <a:xfrm>
              <a:off x="9997400" y="5252175"/>
              <a:ext cx="232650" cy="155450"/>
            </a:xfrm>
            <a:custGeom>
              <a:avLst/>
              <a:gdLst/>
              <a:ahLst/>
              <a:cxnLst/>
              <a:rect l="l" t="t" r="r" b="b"/>
              <a:pathLst>
                <a:path w="9306" h="6218" fill="none" extrusionOk="0">
                  <a:moveTo>
                    <a:pt x="6458" y="0"/>
                  </a:moveTo>
                  <a:lnTo>
                    <a:pt x="6458" y="0"/>
                  </a:lnTo>
                  <a:lnTo>
                    <a:pt x="6217" y="0"/>
                  </a:lnTo>
                  <a:lnTo>
                    <a:pt x="5977" y="41"/>
                  </a:lnTo>
                  <a:lnTo>
                    <a:pt x="5736" y="121"/>
                  </a:lnTo>
                  <a:lnTo>
                    <a:pt x="5516" y="221"/>
                  </a:lnTo>
                  <a:lnTo>
                    <a:pt x="5516" y="221"/>
                  </a:lnTo>
                  <a:lnTo>
                    <a:pt x="4152" y="903"/>
                  </a:lnTo>
                  <a:lnTo>
                    <a:pt x="2788" y="1545"/>
                  </a:lnTo>
                  <a:lnTo>
                    <a:pt x="1404" y="2126"/>
                  </a:lnTo>
                  <a:lnTo>
                    <a:pt x="1" y="2688"/>
                  </a:lnTo>
                  <a:lnTo>
                    <a:pt x="1" y="2688"/>
                  </a:lnTo>
                  <a:lnTo>
                    <a:pt x="823" y="4533"/>
                  </a:lnTo>
                  <a:lnTo>
                    <a:pt x="1565" y="6217"/>
                  </a:lnTo>
                  <a:lnTo>
                    <a:pt x="1565" y="6217"/>
                  </a:lnTo>
                  <a:lnTo>
                    <a:pt x="2447" y="5796"/>
                  </a:lnTo>
                  <a:lnTo>
                    <a:pt x="3290" y="5415"/>
                  </a:lnTo>
                  <a:lnTo>
                    <a:pt x="4072" y="5014"/>
                  </a:lnTo>
                  <a:lnTo>
                    <a:pt x="4814" y="4653"/>
                  </a:lnTo>
                  <a:lnTo>
                    <a:pt x="6137" y="3951"/>
                  </a:lnTo>
                  <a:lnTo>
                    <a:pt x="7240" y="3309"/>
                  </a:lnTo>
                  <a:lnTo>
                    <a:pt x="8103" y="2768"/>
                  </a:lnTo>
                  <a:lnTo>
                    <a:pt x="8744" y="2347"/>
                  </a:lnTo>
                  <a:lnTo>
                    <a:pt x="9145" y="2026"/>
                  </a:lnTo>
                  <a:lnTo>
                    <a:pt x="9266" y="1926"/>
                  </a:lnTo>
                  <a:lnTo>
                    <a:pt x="9306" y="1865"/>
                  </a:lnTo>
                  <a:lnTo>
                    <a:pt x="9306" y="1865"/>
                  </a:lnTo>
                  <a:lnTo>
                    <a:pt x="9306" y="1825"/>
                  </a:lnTo>
                  <a:lnTo>
                    <a:pt x="9306" y="1825"/>
                  </a:lnTo>
                  <a:lnTo>
                    <a:pt x="9286" y="1725"/>
                  </a:lnTo>
                  <a:lnTo>
                    <a:pt x="9246" y="1605"/>
                  </a:lnTo>
                  <a:lnTo>
                    <a:pt x="9166" y="1464"/>
                  </a:lnTo>
                  <a:lnTo>
                    <a:pt x="9065" y="1324"/>
                  </a:lnTo>
                  <a:lnTo>
                    <a:pt x="8925" y="1184"/>
                  </a:lnTo>
                  <a:lnTo>
                    <a:pt x="8784" y="1023"/>
                  </a:lnTo>
                  <a:lnTo>
                    <a:pt x="8604" y="863"/>
                  </a:lnTo>
                  <a:lnTo>
                    <a:pt x="8403" y="722"/>
                  </a:lnTo>
                  <a:lnTo>
                    <a:pt x="8203" y="582"/>
                  </a:lnTo>
                  <a:lnTo>
                    <a:pt x="7982" y="442"/>
                  </a:lnTo>
                  <a:lnTo>
                    <a:pt x="7742" y="321"/>
                  </a:lnTo>
                  <a:lnTo>
                    <a:pt x="7501" y="221"/>
                  </a:lnTo>
                  <a:lnTo>
                    <a:pt x="7240" y="121"/>
                  </a:lnTo>
                  <a:lnTo>
                    <a:pt x="6980" y="61"/>
                  </a:lnTo>
                  <a:lnTo>
                    <a:pt x="6719" y="20"/>
                  </a:lnTo>
                  <a:lnTo>
                    <a:pt x="645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34">
              <a:extLst>
                <a:ext uri="{FF2B5EF4-FFF2-40B4-BE49-F238E27FC236}">
                  <a16:creationId xmlns:a16="http://schemas.microsoft.com/office/drawing/2014/main" id="{9E3C7538-83E3-53DC-84D6-97B22531B9F9}"/>
                </a:ext>
              </a:extLst>
            </p:cNvPr>
            <p:cNvSpPr/>
            <p:nvPr/>
          </p:nvSpPr>
          <p:spPr>
            <a:xfrm>
              <a:off x="884827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extrusionOk="0">
                  <a:moveTo>
                    <a:pt x="8323" y="0"/>
                  </a:moveTo>
                  <a:lnTo>
                    <a:pt x="7000" y="2848"/>
                  </a:lnTo>
                  <a:lnTo>
                    <a:pt x="5656" y="5796"/>
                  </a:lnTo>
                  <a:lnTo>
                    <a:pt x="4112" y="9185"/>
                  </a:lnTo>
                  <a:lnTo>
                    <a:pt x="2568" y="12594"/>
                  </a:lnTo>
                  <a:lnTo>
                    <a:pt x="1244" y="15643"/>
                  </a:lnTo>
                  <a:lnTo>
                    <a:pt x="723" y="16886"/>
                  </a:lnTo>
                  <a:lnTo>
                    <a:pt x="322" y="17889"/>
                  </a:lnTo>
                  <a:lnTo>
                    <a:pt x="81" y="18571"/>
                  </a:lnTo>
                  <a:lnTo>
                    <a:pt x="21" y="18791"/>
                  </a:lnTo>
                  <a:lnTo>
                    <a:pt x="1" y="18912"/>
                  </a:lnTo>
                  <a:lnTo>
                    <a:pt x="41" y="19052"/>
                  </a:lnTo>
                  <a:lnTo>
                    <a:pt x="101" y="19172"/>
                  </a:lnTo>
                  <a:lnTo>
                    <a:pt x="161" y="19293"/>
                  </a:lnTo>
                  <a:lnTo>
                    <a:pt x="241" y="19393"/>
                  </a:lnTo>
                  <a:lnTo>
                    <a:pt x="342" y="19493"/>
                  </a:lnTo>
                  <a:lnTo>
                    <a:pt x="462" y="19573"/>
                  </a:lnTo>
                  <a:lnTo>
                    <a:pt x="582" y="19654"/>
                  </a:lnTo>
                  <a:lnTo>
                    <a:pt x="723" y="19714"/>
                  </a:lnTo>
                  <a:lnTo>
                    <a:pt x="883" y="19774"/>
                  </a:lnTo>
                  <a:lnTo>
                    <a:pt x="1044" y="19814"/>
                  </a:lnTo>
                  <a:lnTo>
                    <a:pt x="1224" y="19854"/>
                  </a:lnTo>
                  <a:lnTo>
                    <a:pt x="1384" y="19854"/>
                  </a:lnTo>
                  <a:lnTo>
                    <a:pt x="1585" y="19834"/>
                  </a:lnTo>
                  <a:lnTo>
                    <a:pt x="1766" y="19814"/>
                  </a:lnTo>
                  <a:lnTo>
                    <a:pt x="1946" y="19754"/>
                  </a:lnTo>
                  <a:lnTo>
                    <a:pt x="2127" y="19674"/>
                  </a:lnTo>
                  <a:lnTo>
                    <a:pt x="2207" y="19614"/>
                  </a:lnTo>
                  <a:lnTo>
                    <a:pt x="2307" y="19513"/>
                  </a:lnTo>
                  <a:lnTo>
                    <a:pt x="2628" y="19152"/>
                  </a:lnTo>
                  <a:lnTo>
                    <a:pt x="3049" y="18631"/>
                  </a:lnTo>
                  <a:lnTo>
                    <a:pt x="3590" y="17969"/>
                  </a:lnTo>
                  <a:lnTo>
                    <a:pt x="4894" y="16224"/>
                  </a:lnTo>
                  <a:lnTo>
                    <a:pt x="6458" y="14119"/>
                  </a:lnTo>
                  <a:lnTo>
                    <a:pt x="8183" y="11752"/>
                  </a:lnTo>
                  <a:lnTo>
                    <a:pt x="9928" y="9306"/>
                  </a:lnTo>
                  <a:lnTo>
                    <a:pt x="13177" y="4753"/>
                  </a:lnTo>
                  <a:lnTo>
                    <a:pt x="15884" y="923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34">
              <a:extLst>
                <a:ext uri="{FF2B5EF4-FFF2-40B4-BE49-F238E27FC236}">
                  <a16:creationId xmlns:a16="http://schemas.microsoft.com/office/drawing/2014/main" id="{35902674-6B7C-E741-5E62-658FE60DB966}"/>
                </a:ext>
              </a:extLst>
            </p:cNvPr>
            <p:cNvSpPr/>
            <p:nvPr/>
          </p:nvSpPr>
          <p:spPr>
            <a:xfrm>
              <a:off x="884827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fill="none" extrusionOk="0">
                  <a:moveTo>
                    <a:pt x="15884" y="923"/>
                  </a:moveTo>
                  <a:lnTo>
                    <a:pt x="15884" y="923"/>
                  </a:lnTo>
                  <a:lnTo>
                    <a:pt x="13177" y="4753"/>
                  </a:lnTo>
                  <a:lnTo>
                    <a:pt x="13177" y="4753"/>
                  </a:lnTo>
                  <a:lnTo>
                    <a:pt x="9928" y="9306"/>
                  </a:lnTo>
                  <a:lnTo>
                    <a:pt x="8183" y="11752"/>
                  </a:lnTo>
                  <a:lnTo>
                    <a:pt x="6458" y="14119"/>
                  </a:lnTo>
                  <a:lnTo>
                    <a:pt x="4894" y="16224"/>
                  </a:lnTo>
                  <a:lnTo>
                    <a:pt x="3590" y="17969"/>
                  </a:lnTo>
                  <a:lnTo>
                    <a:pt x="3049" y="18631"/>
                  </a:lnTo>
                  <a:lnTo>
                    <a:pt x="2628" y="19152"/>
                  </a:lnTo>
                  <a:lnTo>
                    <a:pt x="2307" y="19513"/>
                  </a:lnTo>
                  <a:lnTo>
                    <a:pt x="2207" y="19614"/>
                  </a:lnTo>
                  <a:lnTo>
                    <a:pt x="2127" y="19674"/>
                  </a:lnTo>
                  <a:lnTo>
                    <a:pt x="2127" y="19674"/>
                  </a:lnTo>
                  <a:lnTo>
                    <a:pt x="1946" y="19754"/>
                  </a:lnTo>
                  <a:lnTo>
                    <a:pt x="1766" y="19814"/>
                  </a:lnTo>
                  <a:lnTo>
                    <a:pt x="1585" y="19834"/>
                  </a:lnTo>
                  <a:lnTo>
                    <a:pt x="1384" y="19854"/>
                  </a:lnTo>
                  <a:lnTo>
                    <a:pt x="1224" y="19854"/>
                  </a:lnTo>
                  <a:lnTo>
                    <a:pt x="1044" y="19814"/>
                  </a:lnTo>
                  <a:lnTo>
                    <a:pt x="883" y="19774"/>
                  </a:lnTo>
                  <a:lnTo>
                    <a:pt x="723" y="19714"/>
                  </a:lnTo>
                  <a:lnTo>
                    <a:pt x="723" y="19714"/>
                  </a:lnTo>
                  <a:lnTo>
                    <a:pt x="582" y="19654"/>
                  </a:lnTo>
                  <a:lnTo>
                    <a:pt x="462" y="19573"/>
                  </a:lnTo>
                  <a:lnTo>
                    <a:pt x="342" y="19493"/>
                  </a:lnTo>
                  <a:lnTo>
                    <a:pt x="241" y="19393"/>
                  </a:lnTo>
                  <a:lnTo>
                    <a:pt x="161" y="19293"/>
                  </a:lnTo>
                  <a:lnTo>
                    <a:pt x="101" y="19172"/>
                  </a:lnTo>
                  <a:lnTo>
                    <a:pt x="41" y="19052"/>
                  </a:lnTo>
                  <a:lnTo>
                    <a:pt x="1" y="18912"/>
                  </a:lnTo>
                  <a:lnTo>
                    <a:pt x="1" y="18912"/>
                  </a:lnTo>
                  <a:lnTo>
                    <a:pt x="21" y="18791"/>
                  </a:lnTo>
                  <a:lnTo>
                    <a:pt x="81" y="18571"/>
                  </a:lnTo>
                  <a:lnTo>
                    <a:pt x="322" y="17889"/>
                  </a:lnTo>
                  <a:lnTo>
                    <a:pt x="723" y="16886"/>
                  </a:lnTo>
                  <a:lnTo>
                    <a:pt x="1244" y="15643"/>
                  </a:lnTo>
                  <a:lnTo>
                    <a:pt x="2568" y="12594"/>
                  </a:lnTo>
                  <a:lnTo>
                    <a:pt x="4112" y="9185"/>
                  </a:lnTo>
                  <a:lnTo>
                    <a:pt x="5656" y="5796"/>
                  </a:lnTo>
                  <a:lnTo>
                    <a:pt x="7000" y="2848"/>
                  </a:lnTo>
                  <a:lnTo>
                    <a:pt x="8323" y="0"/>
                  </a:lnTo>
                  <a:lnTo>
                    <a:pt x="15884" y="9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34">
              <a:extLst>
                <a:ext uri="{FF2B5EF4-FFF2-40B4-BE49-F238E27FC236}">
                  <a16:creationId xmlns:a16="http://schemas.microsoft.com/office/drawing/2014/main" id="{3A2D4325-5CE1-CFF8-0A96-DDE29E01C267}"/>
                </a:ext>
              </a:extLst>
            </p:cNvPr>
            <p:cNvSpPr/>
            <p:nvPr/>
          </p:nvSpPr>
          <p:spPr>
            <a:xfrm>
              <a:off x="8848275" y="5119825"/>
              <a:ext cx="340950" cy="402600"/>
            </a:xfrm>
            <a:custGeom>
              <a:avLst/>
              <a:gdLst/>
              <a:ahLst/>
              <a:cxnLst/>
              <a:rect l="l" t="t" r="r" b="b"/>
              <a:pathLst>
                <a:path w="13638" h="16104" extrusionOk="0">
                  <a:moveTo>
                    <a:pt x="6659" y="0"/>
                  </a:moveTo>
                  <a:lnTo>
                    <a:pt x="5435" y="2667"/>
                  </a:lnTo>
                  <a:lnTo>
                    <a:pt x="4092" y="5635"/>
                  </a:lnTo>
                  <a:lnTo>
                    <a:pt x="2748" y="8603"/>
                  </a:lnTo>
                  <a:lnTo>
                    <a:pt x="1545" y="11331"/>
                  </a:lnTo>
                  <a:lnTo>
                    <a:pt x="923" y="12795"/>
                  </a:lnTo>
                  <a:lnTo>
                    <a:pt x="442" y="13998"/>
                  </a:lnTo>
                  <a:lnTo>
                    <a:pt x="121" y="14840"/>
                  </a:lnTo>
                  <a:lnTo>
                    <a:pt x="41" y="15121"/>
                  </a:lnTo>
                  <a:lnTo>
                    <a:pt x="1" y="15282"/>
                  </a:lnTo>
                  <a:lnTo>
                    <a:pt x="1" y="15302"/>
                  </a:lnTo>
                  <a:lnTo>
                    <a:pt x="41" y="15442"/>
                  </a:lnTo>
                  <a:lnTo>
                    <a:pt x="101" y="15562"/>
                  </a:lnTo>
                  <a:lnTo>
                    <a:pt x="161" y="15683"/>
                  </a:lnTo>
                  <a:lnTo>
                    <a:pt x="241" y="15783"/>
                  </a:lnTo>
                  <a:lnTo>
                    <a:pt x="342" y="15883"/>
                  </a:lnTo>
                  <a:lnTo>
                    <a:pt x="462" y="15963"/>
                  </a:lnTo>
                  <a:lnTo>
                    <a:pt x="582" y="16044"/>
                  </a:lnTo>
                  <a:lnTo>
                    <a:pt x="723" y="16104"/>
                  </a:lnTo>
                  <a:lnTo>
                    <a:pt x="763" y="15703"/>
                  </a:lnTo>
                  <a:lnTo>
                    <a:pt x="843" y="15282"/>
                  </a:lnTo>
                  <a:lnTo>
                    <a:pt x="923" y="14880"/>
                  </a:lnTo>
                  <a:lnTo>
                    <a:pt x="1024" y="14479"/>
                  </a:lnTo>
                  <a:lnTo>
                    <a:pt x="1144" y="14058"/>
                  </a:lnTo>
                  <a:lnTo>
                    <a:pt x="1264" y="13677"/>
                  </a:lnTo>
                  <a:lnTo>
                    <a:pt x="1565" y="12875"/>
                  </a:lnTo>
                  <a:lnTo>
                    <a:pt x="1886" y="12093"/>
                  </a:lnTo>
                  <a:lnTo>
                    <a:pt x="2247" y="11331"/>
                  </a:lnTo>
                  <a:lnTo>
                    <a:pt x="2608" y="10589"/>
                  </a:lnTo>
                  <a:lnTo>
                    <a:pt x="3009" y="9847"/>
                  </a:lnTo>
                  <a:lnTo>
                    <a:pt x="3831" y="8383"/>
                  </a:lnTo>
                  <a:lnTo>
                    <a:pt x="4252" y="7661"/>
                  </a:lnTo>
                  <a:lnTo>
                    <a:pt x="4693" y="6939"/>
                  </a:lnTo>
                  <a:lnTo>
                    <a:pt x="5175" y="6217"/>
                  </a:lnTo>
                  <a:lnTo>
                    <a:pt x="5676" y="5535"/>
                  </a:lnTo>
                  <a:lnTo>
                    <a:pt x="5937" y="5214"/>
                  </a:lnTo>
                  <a:lnTo>
                    <a:pt x="6198" y="4893"/>
                  </a:lnTo>
                  <a:lnTo>
                    <a:pt x="6478" y="4572"/>
                  </a:lnTo>
                  <a:lnTo>
                    <a:pt x="6779" y="4272"/>
                  </a:lnTo>
                  <a:lnTo>
                    <a:pt x="7120" y="3951"/>
                  </a:lnTo>
                  <a:lnTo>
                    <a:pt x="7461" y="3630"/>
                  </a:lnTo>
                  <a:lnTo>
                    <a:pt x="7822" y="3349"/>
                  </a:lnTo>
                  <a:lnTo>
                    <a:pt x="8203" y="3088"/>
                  </a:lnTo>
                  <a:lnTo>
                    <a:pt x="8584" y="2828"/>
                  </a:lnTo>
                  <a:lnTo>
                    <a:pt x="8965" y="2607"/>
                  </a:lnTo>
                  <a:lnTo>
                    <a:pt x="9366" y="2387"/>
                  </a:lnTo>
                  <a:lnTo>
                    <a:pt x="9767" y="2206"/>
                  </a:lnTo>
                  <a:lnTo>
                    <a:pt x="10168" y="2026"/>
                  </a:lnTo>
                  <a:lnTo>
                    <a:pt x="10589" y="1845"/>
                  </a:lnTo>
                  <a:lnTo>
                    <a:pt x="11011" y="1705"/>
                  </a:lnTo>
                  <a:lnTo>
                    <a:pt x="11432" y="1564"/>
                  </a:lnTo>
                  <a:lnTo>
                    <a:pt x="11853" y="1444"/>
                  </a:lnTo>
                  <a:lnTo>
                    <a:pt x="12294" y="1324"/>
                  </a:lnTo>
                  <a:lnTo>
                    <a:pt x="13177" y="1143"/>
                  </a:lnTo>
                  <a:lnTo>
                    <a:pt x="13638" y="501"/>
                  </a:lnTo>
                  <a:lnTo>
                    <a:pt x="11893" y="421"/>
                  </a:lnTo>
                  <a:lnTo>
                    <a:pt x="10148" y="301"/>
                  </a:lnTo>
                  <a:lnTo>
                    <a:pt x="8384" y="18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34">
              <a:extLst>
                <a:ext uri="{FF2B5EF4-FFF2-40B4-BE49-F238E27FC236}">
                  <a16:creationId xmlns:a16="http://schemas.microsoft.com/office/drawing/2014/main" id="{99F3130B-36D7-B5EE-3BC8-800F508326C3}"/>
                </a:ext>
              </a:extLst>
            </p:cNvPr>
            <p:cNvSpPr/>
            <p:nvPr/>
          </p:nvSpPr>
          <p:spPr>
            <a:xfrm>
              <a:off x="8848275" y="5119825"/>
              <a:ext cx="340950" cy="402600"/>
            </a:xfrm>
            <a:custGeom>
              <a:avLst/>
              <a:gdLst/>
              <a:ahLst/>
              <a:cxnLst/>
              <a:rect l="l" t="t" r="r" b="b"/>
              <a:pathLst>
                <a:path w="13638" h="16104" fill="none" extrusionOk="0">
                  <a:moveTo>
                    <a:pt x="6659" y="0"/>
                  </a:moveTo>
                  <a:lnTo>
                    <a:pt x="6659" y="0"/>
                  </a:lnTo>
                  <a:lnTo>
                    <a:pt x="5435" y="2667"/>
                  </a:lnTo>
                  <a:lnTo>
                    <a:pt x="4092" y="5635"/>
                  </a:lnTo>
                  <a:lnTo>
                    <a:pt x="2748" y="8603"/>
                  </a:lnTo>
                  <a:lnTo>
                    <a:pt x="1545" y="11331"/>
                  </a:lnTo>
                  <a:lnTo>
                    <a:pt x="1545" y="11331"/>
                  </a:lnTo>
                  <a:lnTo>
                    <a:pt x="923" y="12795"/>
                  </a:lnTo>
                  <a:lnTo>
                    <a:pt x="442" y="13998"/>
                  </a:lnTo>
                  <a:lnTo>
                    <a:pt x="121" y="14840"/>
                  </a:lnTo>
                  <a:lnTo>
                    <a:pt x="41" y="15121"/>
                  </a:lnTo>
                  <a:lnTo>
                    <a:pt x="1" y="15282"/>
                  </a:lnTo>
                  <a:lnTo>
                    <a:pt x="1" y="15282"/>
                  </a:lnTo>
                  <a:lnTo>
                    <a:pt x="1" y="15302"/>
                  </a:lnTo>
                  <a:lnTo>
                    <a:pt x="1" y="15302"/>
                  </a:lnTo>
                  <a:lnTo>
                    <a:pt x="41" y="15442"/>
                  </a:lnTo>
                  <a:lnTo>
                    <a:pt x="101" y="15562"/>
                  </a:lnTo>
                  <a:lnTo>
                    <a:pt x="161" y="15683"/>
                  </a:lnTo>
                  <a:lnTo>
                    <a:pt x="241" y="15783"/>
                  </a:lnTo>
                  <a:lnTo>
                    <a:pt x="342" y="15883"/>
                  </a:lnTo>
                  <a:lnTo>
                    <a:pt x="462" y="15963"/>
                  </a:lnTo>
                  <a:lnTo>
                    <a:pt x="582" y="16044"/>
                  </a:lnTo>
                  <a:lnTo>
                    <a:pt x="723" y="16104"/>
                  </a:lnTo>
                  <a:lnTo>
                    <a:pt x="723" y="16104"/>
                  </a:lnTo>
                  <a:lnTo>
                    <a:pt x="763" y="15703"/>
                  </a:lnTo>
                  <a:lnTo>
                    <a:pt x="843" y="15282"/>
                  </a:lnTo>
                  <a:lnTo>
                    <a:pt x="923" y="14880"/>
                  </a:lnTo>
                  <a:lnTo>
                    <a:pt x="1024" y="14479"/>
                  </a:lnTo>
                  <a:lnTo>
                    <a:pt x="1144" y="14058"/>
                  </a:lnTo>
                  <a:lnTo>
                    <a:pt x="1264" y="13677"/>
                  </a:lnTo>
                  <a:lnTo>
                    <a:pt x="1565" y="12875"/>
                  </a:lnTo>
                  <a:lnTo>
                    <a:pt x="1886" y="12093"/>
                  </a:lnTo>
                  <a:lnTo>
                    <a:pt x="2247" y="11331"/>
                  </a:lnTo>
                  <a:lnTo>
                    <a:pt x="2608" y="10589"/>
                  </a:lnTo>
                  <a:lnTo>
                    <a:pt x="3009" y="9847"/>
                  </a:lnTo>
                  <a:lnTo>
                    <a:pt x="3009" y="9847"/>
                  </a:lnTo>
                  <a:lnTo>
                    <a:pt x="3831" y="8383"/>
                  </a:lnTo>
                  <a:lnTo>
                    <a:pt x="4252" y="7661"/>
                  </a:lnTo>
                  <a:lnTo>
                    <a:pt x="4693" y="6939"/>
                  </a:lnTo>
                  <a:lnTo>
                    <a:pt x="5175" y="6217"/>
                  </a:lnTo>
                  <a:lnTo>
                    <a:pt x="5676" y="5535"/>
                  </a:lnTo>
                  <a:lnTo>
                    <a:pt x="5937" y="5214"/>
                  </a:lnTo>
                  <a:lnTo>
                    <a:pt x="6198" y="4893"/>
                  </a:lnTo>
                  <a:lnTo>
                    <a:pt x="6478" y="4572"/>
                  </a:lnTo>
                  <a:lnTo>
                    <a:pt x="6779" y="4272"/>
                  </a:lnTo>
                  <a:lnTo>
                    <a:pt x="6779" y="4272"/>
                  </a:lnTo>
                  <a:lnTo>
                    <a:pt x="7120" y="3951"/>
                  </a:lnTo>
                  <a:lnTo>
                    <a:pt x="7461" y="3630"/>
                  </a:lnTo>
                  <a:lnTo>
                    <a:pt x="7822" y="3349"/>
                  </a:lnTo>
                  <a:lnTo>
                    <a:pt x="8203" y="3088"/>
                  </a:lnTo>
                  <a:lnTo>
                    <a:pt x="8584" y="2828"/>
                  </a:lnTo>
                  <a:lnTo>
                    <a:pt x="8965" y="2607"/>
                  </a:lnTo>
                  <a:lnTo>
                    <a:pt x="9366" y="2387"/>
                  </a:lnTo>
                  <a:lnTo>
                    <a:pt x="9767" y="2206"/>
                  </a:lnTo>
                  <a:lnTo>
                    <a:pt x="10168" y="2026"/>
                  </a:lnTo>
                  <a:lnTo>
                    <a:pt x="10589" y="1845"/>
                  </a:lnTo>
                  <a:lnTo>
                    <a:pt x="11011" y="1705"/>
                  </a:lnTo>
                  <a:lnTo>
                    <a:pt x="11432" y="1564"/>
                  </a:lnTo>
                  <a:lnTo>
                    <a:pt x="11853" y="1444"/>
                  </a:lnTo>
                  <a:lnTo>
                    <a:pt x="12294" y="1324"/>
                  </a:lnTo>
                  <a:lnTo>
                    <a:pt x="13177" y="1143"/>
                  </a:lnTo>
                  <a:lnTo>
                    <a:pt x="13177" y="1143"/>
                  </a:lnTo>
                  <a:lnTo>
                    <a:pt x="13638" y="501"/>
                  </a:lnTo>
                  <a:lnTo>
                    <a:pt x="13638" y="501"/>
                  </a:lnTo>
                  <a:lnTo>
                    <a:pt x="11893" y="421"/>
                  </a:lnTo>
                  <a:lnTo>
                    <a:pt x="10148" y="301"/>
                  </a:lnTo>
                  <a:lnTo>
                    <a:pt x="8384" y="180"/>
                  </a:lnTo>
                  <a:lnTo>
                    <a:pt x="665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34">
              <a:extLst>
                <a:ext uri="{FF2B5EF4-FFF2-40B4-BE49-F238E27FC236}">
                  <a16:creationId xmlns:a16="http://schemas.microsoft.com/office/drawing/2014/main" id="{72ACE3CA-3F8B-5D3A-2C51-85D4A512A6B9}"/>
                </a:ext>
              </a:extLst>
            </p:cNvPr>
            <p:cNvSpPr/>
            <p:nvPr/>
          </p:nvSpPr>
          <p:spPr>
            <a:xfrm>
              <a:off x="8668800" y="4973925"/>
              <a:ext cx="359500" cy="448725"/>
            </a:xfrm>
            <a:custGeom>
              <a:avLst/>
              <a:gdLst/>
              <a:ahLst/>
              <a:cxnLst/>
              <a:rect l="l" t="t" r="r" b="b"/>
              <a:pathLst>
                <a:path w="14380" h="17949" extrusionOk="0">
                  <a:moveTo>
                    <a:pt x="7521" y="0"/>
                  </a:moveTo>
                  <a:lnTo>
                    <a:pt x="6337" y="2587"/>
                  </a:lnTo>
                  <a:lnTo>
                    <a:pt x="5114" y="5234"/>
                  </a:lnTo>
                  <a:lnTo>
                    <a:pt x="3710" y="8303"/>
                  </a:lnTo>
                  <a:lnTo>
                    <a:pt x="2327" y="11391"/>
                  </a:lnTo>
                  <a:lnTo>
                    <a:pt x="1123" y="14159"/>
                  </a:lnTo>
                  <a:lnTo>
                    <a:pt x="642" y="15282"/>
                  </a:lnTo>
                  <a:lnTo>
                    <a:pt x="281" y="16184"/>
                  </a:lnTo>
                  <a:lnTo>
                    <a:pt x="60" y="16806"/>
                  </a:lnTo>
                  <a:lnTo>
                    <a:pt x="0" y="17006"/>
                  </a:lnTo>
                  <a:lnTo>
                    <a:pt x="0" y="17107"/>
                  </a:lnTo>
                  <a:lnTo>
                    <a:pt x="40" y="17227"/>
                  </a:lnTo>
                  <a:lnTo>
                    <a:pt x="80" y="17347"/>
                  </a:lnTo>
                  <a:lnTo>
                    <a:pt x="161" y="17468"/>
                  </a:lnTo>
                  <a:lnTo>
                    <a:pt x="241" y="17568"/>
                  </a:lnTo>
                  <a:lnTo>
                    <a:pt x="341" y="17648"/>
                  </a:lnTo>
                  <a:lnTo>
                    <a:pt x="441" y="17728"/>
                  </a:lnTo>
                  <a:lnTo>
                    <a:pt x="562" y="17809"/>
                  </a:lnTo>
                  <a:lnTo>
                    <a:pt x="702" y="17869"/>
                  </a:lnTo>
                  <a:lnTo>
                    <a:pt x="843" y="17909"/>
                  </a:lnTo>
                  <a:lnTo>
                    <a:pt x="983" y="17949"/>
                  </a:lnTo>
                  <a:lnTo>
                    <a:pt x="1444" y="17949"/>
                  </a:lnTo>
                  <a:lnTo>
                    <a:pt x="1605" y="17909"/>
                  </a:lnTo>
                  <a:lnTo>
                    <a:pt x="1765" y="17869"/>
                  </a:lnTo>
                  <a:lnTo>
                    <a:pt x="1925" y="17789"/>
                  </a:lnTo>
                  <a:lnTo>
                    <a:pt x="2026" y="17708"/>
                  </a:lnTo>
                  <a:lnTo>
                    <a:pt x="2186" y="17528"/>
                  </a:lnTo>
                  <a:lnTo>
                    <a:pt x="2688" y="16946"/>
                  </a:lnTo>
                  <a:lnTo>
                    <a:pt x="3369" y="16084"/>
                  </a:lnTo>
                  <a:lnTo>
                    <a:pt x="4212" y="14961"/>
                  </a:lnTo>
                  <a:lnTo>
                    <a:pt x="6217" y="12253"/>
                  </a:lnTo>
                  <a:lnTo>
                    <a:pt x="8443" y="9165"/>
                  </a:lnTo>
                  <a:lnTo>
                    <a:pt x="10649" y="6077"/>
                  </a:lnTo>
                  <a:lnTo>
                    <a:pt x="12534" y="3409"/>
                  </a:lnTo>
                  <a:lnTo>
                    <a:pt x="14379" y="822"/>
                  </a:lnTo>
                  <a:lnTo>
                    <a:pt x="752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34">
              <a:extLst>
                <a:ext uri="{FF2B5EF4-FFF2-40B4-BE49-F238E27FC236}">
                  <a16:creationId xmlns:a16="http://schemas.microsoft.com/office/drawing/2014/main" id="{0536BA4B-7E6A-743F-414D-B63AA4585A22}"/>
                </a:ext>
              </a:extLst>
            </p:cNvPr>
            <p:cNvSpPr/>
            <p:nvPr/>
          </p:nvSpPr>
          <p:spPr>
            <a:xfrm>
              <a:off x="8668800" y="4973925"/>
              <a:ext cx="359500" cy="448725"/>
            </a:xfrm>
            <a:custGeom>
              <a:avLst/>
              <a:gdLst/>
              <a:ahLst/>
              <a:cxnLst/>
              <a:rect l="l" t="t" r="r" b="b"/>
              <a:pathLst>
                <a:path w="14380" h="17949" fill="none" extrusionOk="0">
                  <a:moveTo>
                    <a:pt x="7521" y="0"/>
                  </a:moveTo>
                  <a:lnTo>
                    <a:pt x="7521" y="0"/>
                  </a:lnTo>
                  <a:lnTo>
                    <a:pt x="6337" y="2587"/>
                  </a:lnTo>
                  <a:lnTo>
                    <a:pt x="5114" y="5234"/>
                  </a:lnTo>
                  <a:lnTo>
                    <a:pt x="3710" y="8303"/>
                  </a:lnTo>
                  <a:lnTo>
                    <a:pt x="2327" y="11391"/>
                  </a:lnTo>
                  <a:lnTo>
                    <a:pt x="1123" y="14159"/>
                  </a:lnTo>
                  <a:lnTo>
                    <a:pt x="642" y="15282"/>
                  </a:lnTo>
                  <a:lnTo>
                    <a:pt x="281" y="16184"/>
                  </a:lnTo>
                  <a:lnTo>
                    <a:pt x="60" y="16806"/>
                  </a:lnTo>
                  <a:lnTo>
                    <a:pt x="0" y="17006"/>
                  </a:lnTo>
                  <a:lnTo>
                    <a:pt x="0" y="17107"/>
                  </a:lnTo>
                  <a:lnTo>
                    <a:pt x="0" y="17107"/>
                  </a:lnTo>
                  <a:lnTo>
                    <a:pt x="40" y="17227"/>
                  </a:lnTo>
                  <a:lnTo>
                    <a:pt x="80" y="17347"/>
                  </a:lnTo>
                  <a:lnTo>
                    <a:pt x="161" y="17468"/>
                  </a:lnTo>
                  <a:lnTo>
                    <a:pt x="241" y="17568"/>
                  </a:lnTo>
                  <a:lnTo>
                    <a:pt x="341" y="17648"/>
                  </a:lnTo>
                  <a:lnTo>
                    <a:pt x="441" y="17728"/>
                  </a:lnTo>
                  <a:lnTo>
                    <a:pt x="562" y="17809"/>
                  </a:lnTo>
                  <a:lnTo>
                    <a:pt x="702" y="17869"/>
                  </a:lnTo>
                  <a:lnTo>
                    <a:pt x="843" y="17909"/>
                  </a:lnTo>
                  <a:lnTo>
                    <a:pt x="983" y="17949"/>
                  </a:lnTo>
                  <a:lnTo>
                    <a:pt x="1143" y="17949"/>
                  </a:lnTo>
                  <a:lnTo>
                    <a:pt x="1284" y="17949"/>
                  </a:lnTo>
                  <a:lnTo>
                    <a:pt x="1444" y="17949"/>
                  </a:lnTo>
                  <a:lnTo>
                    <a:pt x="1605" y="17909"/>
                  </a:lnTo>
                  <a:lnTo>
                    <a:pt x="1765" y="17869"/>
                  </a:lnTo>
                  <a:lnTo>
                    <a:pt x="1925" y="17789"/>
                  </a:lnTo>
                  <a:lnTo>
                    <a:pt x="1925" y="17789"/>
                  </a:lnTo>
                  <a:lnTo>
                    <a:pt x="2026" y="17708"/>
                  </a:lnTo>
                  <a:lnTo>
                    <a:pt x="2186" y="17528"/>
                  </a:lnTo>
                  <a:lnTo>
                    <a:pt x="2688" y="16946"/>
                  </a:lnTo>
                  <a:lnTo>
                    <a:pt x="3369" y="16084"/>
                  </a:lnTo>
                  <a:lnTo>
                    <a:pt x="4212" y="14961"/>
                  </a:lnTo>
                  <a:lnTo>
                    <a:pt x="6217" y="12253"/>
                  </a:lnTo>
                  <a:lnTo>
                    <a:pt x="8443" y="9165"/>
                  </a:lnTo>
                  <a:lnTo>
                    <a:pt x="10649" y="6077"/>
                  </a:lnTo>
                  <a:lnTo>
                    <a:pt x="12534" y="3409"/>
                  </a:lnTo>
                  <a:lnTo>
                    <a:pt x="14379" y="822"/>
                  </a:lnTo>
                  <a:lnTo>
                    <a:pt x="752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34">
              <a:extLst>
                <a:ext uri="{FF2B5EF4-FFF2-40B4-BE49-F238E27FC236}">
                  <a16:creationId xmlns:a16="http://schemas.microsoft.com/office/drawing/2014/main" id="{70ED1F7B-FF69-89DF-BAE6-04D3D133D436}"/>
                </a:ext>
              </a:extLst>
            </p:cNvPr>
            <p:cNvSpPr/>
            <p:nvPr/>
          </p:nvSpPr>
          <p:spPr>
            <a:xfrm>
              <a:off x="8668800" y="5072175"/>
              <a:ext cx="277275" cy="350975"/>
            </a:xfrm>
            <a:custGeom>
              <a:avLst/>
              <a:gdLst/>
              <a:ahLst/>
              <a:cxnLst/>
              <a:rect l="l" t="t" r="r" b="b"/>
              <a:pathLst>
                <a:path w="11091" h="14039" extrusionOk="0">
                  <a:moveTo>
                    <a:pt x="5716" y="1"/>
                  </a:moveTo>
                  <a:lnTo>
                    <a:pt x="4412" y="2808"/>
                  </a:lnTo>
                  <a:lnTo>
                    <a:pt x="3049" y="5857"/>
                  </a:lnTo>
                  <a:lnTo>
                    <a:pt x="1765" y="8745"/>
                  </a:lnTo>
                  <a:lnTo>
                    <a:pt x="1203" y="10028"/>
                  </a:lnTo>
                  <a:lnTo>
                    <a:pt x="722" y="11151"/>
                  </a:lnTo>
                  <a:lnTo>
                    <a:pt x="421" y="11893"/>
                  </a:lnTo>
                  <a:lnTo>
                    <a:pt x="201" y="12495"/>
                  </a:lnTo>
                  <a:lnTo>
                    <a:pt x="40" y="12916"/>
                  </a:lnTo>
                  <a:lnTo>
                    <a:pt x="20" y="13056"/>
                  </a:lnTo>
                  <a:lnTo>
                    <a:pt x="0" y="13157"/>
                  </a:lnTo>
                  <a:lnTo>
                    <a:pt x="0" y="13177"/>
                  </a:lnTo>
                  <a:lnTo>
                    <a:pt x="60" y="13357"/>
                  </a:lnTo>
                  <a:lnTo>
                    <a:pt x="141" y="13518"/>
                  </a:lnTo>
                  <a:lnTo>
                    <a:pt x="281" y="13658"/>
                  </a:lnTo>
                  <a:lnTo>
                    <a:pt x="421" y="13798"/>
                  </a:lnTo>
                  <a:lnTo>
                    <a:pt x="602" y="13899"/>
                  </a:lnTo>
                  <a:lnTo>
                    <a:pt x="802" y="13959"/>
                  </a:lnTo>
                  <a:lnTo>
                    <a:pt x="1003" y="14019"/>
                  </a:lnTo>
                  <a:lnTo>
                    <a:pt x="1224" y="14039"/>
                  </a:lnTo>
                  <a:lnTo>
                    <a:pt x="1404" y="14019"/>
                  </a:lnTo>
                  <a:lnTo>
                    <a:pt x="1564" y="13999"/>
                  </a:lnTo>
                  <a:lnTo>
                    <a:pt x="1745" y="13939"/>
                  </a:lnTo>
                  <a:lnTo>
                    <a:pt x="1925" y="13859"/>
                  </a:lnTo>
                  <a:lnTo>
                    <a:pt x="1986" y="13818"/>
                  </a:lnTo>
                  <a:lnTo>
                    <a:pt x="2066" y="13738"/>
                  </a:lnTo>
                  <a:lnTo>
                    <a:pt x="2327" y="13457"/>
                  </a:lnTo>
                  <a:lnTo>
                    <a:pt x="2667" y="13056"/>
                  </a:lnTo>
                  <a:lnTo>
                    <a:pt x="3089" y="12515"/>
                  </a:lnTo>
                  <a:lnTo>
                    <a:pt x="4131" y="11151"/>
                  </a:lnTo>
                  <a:lnTo>
                    <a:pt x="5375" y="9447"/>
                  </a:lnTo>
                  <a:lnTo>
                    <a:pt x="6779" y="7541"/>
                  </a:lnTo>
                  <a:lnTo>
                    <a:pt x="8243" y="5516"/>
                  </a:lnTo>
                  <a:lnTo>
                    <a:pt x="11090" y="1545"/>
                  </a:lnTo>
                  <a:lnTo>
                    <a:pt x="10248" y="1405"/>
                  </a:lnTo>
                  <a:lnTo>
                    <a:pt x="9446" y="1244"/>
                  </a:lnTo>
                  <a:lnTo>
                    <a:pt x="8684" y="1064"/>
                  </a:lnTo>
                  <a:lnTo>
                    <a:pt x="7982" y="883"/>
                  </a:lnTo>
                  <a:lnTo>
                    <a:pt x="7320" y="683"/>
                  </a:lnTo>
                  <a:lnTo>
                    <a:pt x="6718" y="462"/>
                  </a:lnTo>
                  <a:lnTo>
                    <a:pt x="6177" y="241"/>
                  </a:lnTo>
                  <a:lnTo>
                    <a:pt x="5716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34">
              <a:extLst>
                <a:ext uri="{FF2B5EF4-FFF2-40B4-BE49-F238E27FC236}">
                  <a16:creationId xmlns:a16="http://schemas.microsoft.com/office/drawing/2014/main" id="{557E7503-EE4A-A60F-65FE-FC4E771EE713}"/>
                </a:ext>
              </a:extLst>
            </p:cNvPr>
            <p:cNvSpPr/>
            <p:nvPr/>
          </p:nvSpPr>
          <p:spPr>
            <a:xfrm>
              <a:off x="8668800" y="5072175"/>
              <a:ext cx="277275" cy="350975"/>
            </a:xfrm>
            <a:custGeom>
              <a:avLst/>
              <a:gdLst/>
              <a:ahLst/>
              <a:cxnLst/>
              <a:rect l="l" t="t" r="r" b="b"/>
              <a:pathLst>
                <a:path w="11091" h="14039" fill="none" extrusionOk="0">
                  <a:moveTo>
                    <a:pt x="5716" y="1"/>
                  </a:moveTo>
                  <a:lnTo>
                    <a:pt x="5716" y="1"/>
                  </a:lnTo>
                  <a:lnTo>
                    <a:pt x="4412" y="2808"/>
                  </a:lnTo>
                  <a:lnTo>
                    <a:pt x="3049" y="5857"/>
                  </a:lnTo>
                  <a:lnTo>
                    <a:pt x="1765" y="8745"/>
                  </a:lnTo>
                  <a:lnTo>
                    <a:pt x="1203" y="10028"/>
                  </a:lnTo>
                  <a:lnTo>
                    <a:pt x="722" y="11151"/>
                  </a:lnTo>
                  <a:lnTo>
                    <a:pt x="722" y="11151"/>
                  </a:lnTo>
                  <a:lnTo>
                    <a:pt x="421" y="11893"/>
                  </a:lnTo>
                  <a:lnTo>
                    <a:pt x="201" y="12495"/>
                  </a:lnTo>
                  <a:lnTo>
                    <a:pt x="40" y="12916"/>
                  </a:lnTo>
                  <a:lnTo>
                    <a:pt x="20" y="13056"/>
                  </a:lnTo>
                  <a:lnTo>
                    <a:pt x="0" y="13157"/>
                  </a:lnTo>
                  <a:lnTo>
                    <a:pt x="0" y="13157"/>
                  </a:lnTo>
                  <a:lnTo>
                    <a:pt x="0" y="13177"/>
                  </a:lnTo>
                  <a:lnTo>
                    <a:pt x="0" y="13177"/>
                  </a:lnTo>
                  <a:lnTo>
                    <a:pt x="60" y="13357"/>
                  </a:lnTo>
                  <a:lnTo>
                    <a:pt x="141" y="13518"/>
                  </a:lnTo>
                  <a:lnTo>
                    <a:pt x="281" y="13658"/>
                  </a:lnTo>
                  <a:lnTo>
                    <a:pt x="421" y="13798"/>
                  </a:lnTo>
                  <a:lnTo>
                    <a:pt x="602" y="13899"/>
                  </a:lnTo>
                  <a:lnTo>
                    <a:pt x="802" y="13959"/>
                  </a:lnTo>
                  <a:lnTo>
                    <a:pt x="1003" y="14019"/>
                  </a:lnTo>
                  <a:lnTo>
                    <a:pt x="1224" y="14039"/>
                  </a:lnTo>
                  <a:lnTo>
                    <a:pt x="1224" y="14039"/>
                  </a:lnTo>
                  <a:lnTo>
                    <a:pt x="1404" y="14019"/>
                  </a:lnTo>
                  <a:lnTo>
                    <a:pt x="1564" y="13999"/>
                  </a:lnTo>
                  <a:lnTo>
                    <a:pt x="1745" y="13939"/>
                  </a:lnTo>
                  <a:lnTo>
                    <a:pt x="1925" y="13859"/>
                  </a:lnTo>
                  <a:lnTo>
                    <a:pt x="1925" y="13859"/>
                  </a:lnTo>
                  <a:lnTo>
                    <a:pt x="1986" y="13818"/>
                  </a:lnTo>
                  <a:lnTo>
                    <a:pt x="2066" y="13738"/>
                  </a:lnTo>
                  <a:lnTo>
                    <a:pt x="2327" y="13457"/>
                  </a:lnTo>
                  <a:lnTo>
                    <a:pt x="2667" y="13056"/>
                  </a:lnTo>
                  <a:lnTo>
                    <a:pt x="3089" y="12515"/>
                  </a:lnTo>
                  <a:lnTo>
                    <a:pt x="4131" y="11151"/>
                  </a:lnTo>
                  <a:lnTo>
                    <a:pt x="5375" y="9447"/>
                  </a:lnTo>
                  <a:lnTo>
                    <a:pt x="6779" y="7541"/>
                  </a:lnTo>
                  <a:lnTo>
                    <a:pt x="8243" y="5516"/>
                  </a:lnTo>
                  <a:lnTo>
                    <a:pt x="11090" y="1545"/>
                  </a:lnTo>
                  <a:lnTo>
                    <a:pt x="11090" y="1545"/>
                  </a:lnTo>
                  <a:lnTo>
                    <a:pt x="10248" y="1405"/>
                  </a:lnTo>
                  <a:lnTo>
                    <a:pt x="9446" y="1244"/>
                  </a:lnTo>
                  <a:lnTo>
                    <a:pt x="8684" y="1064"/>
                  </a:lnTo>
                  <a:lnTo>
                    <a:pt x="7982" y="883"/>
                  </a:lnTo>
                  <a:lnTo>
                    <a:pt x="7320" y="683"/>
                  </a:lnTo>
                  <a:lnTo>
                    <a:pt x="6718" y="462"/>
                  </a:lnTo>
                  <a:lnTo>
                    <a:pt x="6177" y="241"/>
                  </a:lnTo>
                  <a:lnTo>
                    <a:pt x="571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34">
              <a:extLst>
                <a:ext uri="{FF2B5EF4-FFF2-40B4-BE49-F238E27FC236}">
                  <a16:creationId xmlns:a16="http://schemas.microsoft.com/office/drawing/2014/main" id="{FD91C4E0-D508-694B-85BB-7CE966A9B702}"/>
                </a:ext>
              </a:extLst>
            </p:cNvPr>
            <p:cNvSpPr/>
            <p:nvPr/>
          </p:nvSpPr>
          <p:spPr>
            <a:xfrm>
              <a:off x="967602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extrusionOk="0">
                  <a:moveTo>
                    <a:pt x="7561" y="0"/>
                  </a:moveTo>
                  <a:lnTo>
                    <a:pt x="1" y="923"/>
                  </a:lnTo>
                  <a:lnTo>
                    <a:pt x="1404" y="2928"/>
                  </a:lnTo>
                  <a:lnTo>
                    <a:pt x="4794" y="7701"/>
                  </a:lnTo>
                  <a:lnTo>
                    <a:pt x="6839" y="10529"/>
                  </a:lnTo>
                  <a:lnTo>
                    <a:pt x="8865" y="13336"/>
                  </a:lnTo>
                  <a:lnTo>
                    <a:pt x="10750" y="15903"/>
                  </a:lnTo>
                  <a:lnTo>
                    <a:pt x="11572" y="17006"/>
                  </a:lnTo>
                  <a:lnTo>
                    <a:pt x="12294" y="17969"/>
                  </a:lnTo>
                  <a:lnTo>
                    <a:pt x="12836" y="18631"/>
                  </a:lnTo>
                  <a:lnTo>
                    <a:pt x="13257" y="19152"/>
                  </a:lnTo>
                  <a:lnTo>
                    <a:pt x="13578" y="19513"/>
                  </a:lnTo>
                  <a:lnTo>
                    <a:pt x="13678" y="19614"/>
                  </a:lnTo>
                  <a:lnTo>
                    <a:pt x="13758" y="19674"/>
                  </a:lnTo>
                  <a:lnTo>
                    <a:pt x="13939" y="19754"/>
                  </a:lnTo>
                  <a:lnTo>
                    <a:pt x="14099" y="19794"/>
                  </a:lnTo>
                  <a:lnTo>
                    <a:pt x="14279" y="19834"/>
                  </a:lnTo>
                  <a:lnTo>
                    <a:pt x="14460" y="19854"/>
                  </a:lnTo>
                  <a:lnTo>
                    <a:pt x="14620" y="19854"/>
                  </a:lnTo>
                  <a:lnTo>
                    <a:pt x="14781" y="19834"/>
                  </a:lnTo>
                  <a:lnTo>
                    <a:pt x="14941" y="19794"/>
                  </a:lnTo>
                  <a:lnTo>
                    <a:pt x="15102" y="19754"/>
                  </a:lnTo>
                  <a:lnTo>
                    <a:pt x="15242" y="19694"/>
                  </a:lnTo>
                  <a:lnTo>
                    <a:pt x="15382" y="19614"/>
                  </a:lnTo>
                  <a:lnTo>
                    <a:pt x="15503" y="19513"/>
                  </a:lnTo>
                  <a:lnTo>
                    <a:pt x="15603" y="19413"/>
                  </a:lnTo>
                  <a:lnTo>
                    <a:pt x="15703" y="19313"/>
                  </a:lnTo>
                  <a:lnTo>
                    <a:pt x="15784" y="19192"/>
                  </a:lnTo>
                  <a:lnTo>
                    <a:pt x="15844" y="19052"/>
                  </a:lnTo>
                  <a:lnTo>
                    <a:pt x="15884" y="18912"/>
                  </a:lnTo>
                  <a:lnTo>
                    <a:pt x="15864" y="18831"/>
                  </a:lnTo>
                  <a:lnTo>
                    <a:pt x="15844" y="18691"/>
                  </a:lnTo>
                  <a:lnTo>
                    <a:pt x="15703" y="18250"/>
                  </a:lnTo>
                  <a:lnTo>
                    <a:pt x="15463" y="17628"/>
                  </a:lnTo>
                  <a:lnTo>
                    <a:pt x="15142" y="16826"/>
                  </a:lnTo>
                  <a:lnTo>
                    <a:pt x="14300" y="14821"/>
                  </a:lnTo>
                  <a:lnTo>
                    <a:pt x="13237" y="12434"/>
                  </a:lnTo>
                  <a:lnTo>
                    <a:pt x="12073" y="9827"/>
                  </a:lnTo>
                  <a:lnTo>
                    <a:pt x="10870" y="7180"/>
                  </a:lnTo>
                  <a:lnTo>
                    <a:pt x="8764" y="2587"/>
                  </a:lnTo>
                  <a:lnTo>
                    <a:pt x="75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34">
              <a:extLst>
                <a:ext uri="{FF2B5EF4-FFF2-40B4-BE49-F238E27FC236}">
                  <a16:creationId xmlns:a16="http://schemas.microsoft.com/office/drawing/2014/main" id="{AC076C8A-8620-B8F7-B30B-E6ED953C9C25}"/>
                </a:ext>
              </a:extLst>
            </p:cNvPr>
            <p:cNvSpPr/>
            <p:nvPr/>
          </p:nvSpPr>
          <p:spPr>
            <a:xfrm>
              <a:off x="967602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fill="none" extrusionOk="0">
                  <a:moveTo>
                    <a:pt x="15884" y="18912"/>
                  </a:moveTo>
                  <a:lnTo>
                    <a:pt x="15884" y="18912"/>
                  </a:lnTo>
                  <a:lnTo>
                    <a:pt x="15844" y="19052"/>
                  </a:lnTo>
                  <a:lnTo>
                    <a:pt x="15784" y="19192"/>
                  </a:lnTo>
                  <a:lnTo>
                    <a:pt x="15703" y="19313"/>
                  </a:lnTo>
                  <a:lnTo>
                    <a:pt x="15603" y="19413"/>
                  </a:lnTo>
                  <a:lnTo>
                    <a:pt x="15503" y="19513"/>
                  </a:lnTo>
                  <a:lnTo>
                    <a:pt x="15382" y="19614"/>
                  </a:lnTo>
                  <a:lnTo>
                    <a:pt x="15242" y="19694"/>
                  </a:lnTo>
                  <a:lnTo>
                    <a:pt x="15102" y="19754"/>
                  </a:lnTo>
                  <a:lnTo>
                    <a:pt x="14941" y="19794"/>
                  </a:lnTo>
                  <a:lnTo>
                    <a:pt x="14781" y="19834"/>
                  </a:lnTo>
                  <a:lnTo>
                    <a:pt x="14620" y="19854"/>
                  </a:lnTo>
                  <a:lnTo>
                    <a:pt x="14460" y="19854"/>
                  </a:lnTo>
                  <a:lnTo>
                    <a:pt x="14279" y="19834"/>
                  </a:lnTo>
                  <a:lnTo>
                    <a:pt x="14099" y="19794"/>
                  </a:lnTo>
                  <a:lnTo>
                    <a:pt x="13939" y="19754"/>
                  </a:lnTo>
                  <a:lnTo>
                    <a:pt x="13758" y="19674"/>
                  </a:lnTo>
                  <a:lnTo>
                    <a:pt x="13758" y="19674"/>
                  </a:lnTo>
                  <a:lnTo>
                    <a:pt x="13678" y="19614"/>
                  </a:lnTo>
                  <a:lnTo>
                    <a:pt x="13578" y="19513"/>
                  </a:lnTo>
                  <a:lnTo>
                    <a:pt x="13257" y="19152"/>
                  </a:lnTo>
                  <a:lnTo>
                    <a:pt x="12836" y="18631"/>
                  </a:lnTo>
                  <a:lnTo>
                    <a:pt x="12294" y="17969"/>
                  </a:lnTo>
                  <a:lnTo>
                    <a:pt x="12294" y="17969"/>
                  </a:lnTo>
                  <a:lnTo>
                    <a:pt x="11572" y="17006"/>
                  </a:lnTo>
                  <a:lnTo>
                    <a:pt x="10750" y="15903"/>
                  </a:lnTo>
                  <a:lnTo>
                    <a:pt x="8865" y="13336"/>
                  </a:lnTo>
                  <a:lnTo>
                    <a:pt x="6839" y="10529"/>
                  </a:lnTo>
                  <a:lnTo>
                    <a:pt x="4794" y="7701"/>
                  </a:lnTo>
                  <a:lnTo>
                    <a:pt x="1404" y="2928"/>
                  </a:lnTo>
                  <a:lnTo>
                    <a:pt x="1" y="923"/>
                  </a:lnTo>
                  <a:lnTo>
                    <a:pt x="7561" y="0"/>
                  </a:lnTo>
                  <a:lnTo>
                    <a:pt x="7561" y="0"/>
                  </a:lnTo>
                  <a:lnTo>
                    <a:pt x="8764" y="2587"/>
                  </a:lnTo>
                  <a:lnTo>
                    <a:pt x="8764" y="2587"/>
                  </a:lnTo>
                  <a:lnTo>
                    <a:pt x="10870" y="7180"/>
                  </a:lnTo>
                  <a:lnTo>
                    <a:pt x="12073" y="9827"/>
                  </a:lnTo>
                  <a:lnTo>
                    <a:pt x="13237" y="12434"/>
                  </a:lnTo>
                  <a:lnTo>
                    <a:pt x="14300" y="14821"/>
                  </a:lnTo>
                  <a:lnTo>
                    <a:pt x="15142" y="16826"/>
                  </a:lnTo>
                  <a:lnTo>
                    <a:pt x="15463" y="17628"/>
                  </a:lnTo>
                  <a:lnTo>
                    <a:pt x="15703" y="18250"/>
                  </a:lnTo>
                  <a:lnTo>
                    <a:pt x="15844" y="18691"/>
                  </a:lnTo>
                  <a:lnTo>
                    <a:pt x="15864" y="18831"/>
                  </a:lnTo>
                  <a:lnTo>
                    <a:pt x="15884" y="1891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34">
              <a:extLst>
                <a:ext uri="{FF2B5EF4-FFF2-40B4-BE49-F238E27FC236}">
                  <a16:creationId xmlns:a16="http://schemas.microsoft.com/office/drawing/2014/main" id="{240B1EC1-CE10-5C28-8BE1-62743D6BCD5B}"/>
                </a:ext>
              </a:extLst>
            </p:cNvPr>
            <p:cNvSpPr/>
            <p:nvPr/>
          </p:nvSpPr>
          <p:spPr>
            <a:xfrm>
              <a:off x="9724650" y="5084725"/>
              <a:ext cx="258750" cy="394100"/>
            </a:xfrm>
            <a:custGeom>
              <a:avLst/>
              <a:gdLst/>
              <a:ahLst/>
              <a:cxnLst/>
              <a:rect l="l" t="t" r="r" b="b"/>
              <a:pathLst>
                <a:path w="10350" h="15764" extrusionOk="0">
                  <a:moveTo>
                    <a:pt x="6639" y="0"/>
                  </a:moveTo>
                  <a:lnTo>
                    <a:pt x="5917" y="241"/>
                  </a:lnTo>
                  <a:lnTo>
                    <a:pt x="5155" y="481"/>
                  </a:lnTo>
                  <a:lnTo>
                    <a:pt x="4373" y="682"/>
                  </a:lnTo>
                  <a:lnTo>
                    <a:pt x="3531" y="883"/>
                  </a:lnTo>
                  <a:lnTo>
                    <a:pt x="2688" y="1063"/>
                  </a:lnTo>
                  <a:lnTo>
                    <a:pt x="1806" y="1203"/>
                  </a:lnTo>
                  <a:lnTo>
                    <a:pt x="903" y="1344"/>
                  </a:lnTo>
                  <a:lnTo>
                    <a:pt x="1" y="1464"/>
                  </a:lnTo>
                  <a:lnTo>
                    <a:pt x="2428" y="4894"/>
                  </a:lnTo>
                  <a:lnTo>
                    <a:pt x="5275" y="8864"/>
                  </a:lnTo>
                  <a:lnTo>
                    <a:pt x="6699" y="10850"/>
                  </a:lnTo>
                  <a:lnTo>
                    <a:pt x="8063" y="12715"/>
                  </a:lnTo>
                  <a:lnTo>
                    <a:pt x="9306" y="14379"/>
                  </a:lnTo>
                  <a:lnTo>
                    <a:pt x="10349" y="15763"/>
                  </a:lnTo>
                  <a:lnTo>
                    <a:pt x="9467" y="14239"/>
                  </a:lnTo>
                  <a:lnTo>
                    <a:pt x="8604" y="12715"/>
                  </a:lnTo>
                  <a:lnTo>
                    <a:pt x="8183" y="11933"/>
                  </a:lnTo>
                  <a:lnTo>
                    <a:pt x="7762" y="11171"/>
                  </a:lnTo>
                  <a:lnTo>
                    <a:pt x="7381" y="10388"/>
                  </a:lnTo>
                  <a:lnTo>
                    <a:pt x="7000" y="9586"/>
                  </a:lnTo>
                  <a:lnTo>
                    <a:pt x="6378" y="8303"/>
                  </a:lnTo>
                  <a:lnTo>
                    <a:pt x="6098" y="7661"/>
                  </a:lnTo>
                  <a:lnTo>
                    <a:pt x="5817" y="6999"/>
                  </a:lnTo>
                  <a:lnTo>
                    <a:pt x="5556" y="6317"/>
                  </a:lnTo>
                  <a:lnTo>
                    <a:pt x="5335" y="5636"/>
                  </a:lnTo>
                  <a:lnTo>
                    <a:pt x="5235" y="5295"/>
                  </a:lnTo>
                  <a:lnTo>
                    <a:pt x="5155" y="4954"/>
                  </a:lnTo>
                  <a:lnTo>
                    <a:pt x="5095" y="4613"/>
                  </a:lnTo>
                  <a:lnTo>
                    <a:pt x="5035" y="4252"/>
                  </a:lnTo>
                  <a:lnTo>
                    <a:pt x="4995" y="3951"/>
                  </a:lnTo>
                  <a:lnTo>
                    <a:pt x="4995" y="3630"/>
                  </a:lnTo>
                  <a:lnTo>
                    <a:pt x="5015" y="3349"/>
                  </a:lnTo>
                  <a:lnTo>
                    <a:pt x="5035" y="3048"/>
                  </a:lnTo>
                  <a:lnTo>
                    <a:pt x="5095" y="2788"/>
                  </a:lnTo>
                  <a:lnTo>
                    <a:pt x="5175" y="2507"/>
                  </a:lnTo>
                  <a:lnTo>
                    <a:pt x="5255" y="2266"/>
                  </a:lnTo>
                  <a:lnTo>
                    <a:pt x="5376" y="2006"/>
                  </a:lnTo>
                  <a:lnTo>
                    <a:pt x="5496" y="1785"/>
                  </a:lnTo>
                  <a:lnTo>
                    <a:pt x="5636" y="1544"/>
                  </a:lnTo>
                  <a:lnTo>
                    <a:pt x="5797" y="1344"/>
                  </a:lnTo>
                  <a:lnTo>
                    <a:pt x="5977" y="1123"/>
                  </a:lnTo>
                  <a:lnTo>
                    <a:pt x="6158" y="923"/>
                  </a:lnTo>
                  <a:lnTo>
                    <a:pt x="6378" y="742"/>
                  </a:lnTo>
                  <a:lnTo>
                    <a:pt x="6579" y="562"/>
                  </a:lnTo>
                  <a:lnTo>
                    <a:pt x="6819" y="381"/>
                  </a:lnTo>
                  <a:lnTo>
                    <a:pt x="663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34">
              <a:extLst>
                <a:ext uri="{FF2B5EF4-FFF2-40B4-BE49-F238E27FC236}">
                  <a16:creationId xmlns:a16="http://schemas.microsoft.com/office/drawing/2014/main" id="{721C82D2-A0E1-CDFC-8DE4-FD19E62F139F}"/>
                </a:ext>
              </a:extLst>
            </p:cNvPr>
            <p:cNvSpPr/>
            <p:nvPr/>
          </p:nvSpPr>
          <p:spPr>
            <a:xfrm>
              <a:off x="9724650" y="5084725"/>
              <a:ext cx="258750" cy="394100"/>
            </a:xfrm>
            <a:custGeom>
              <a:avLst/>
              <a:gdLst/>
              <a:ahLst/>
              <a:cxnLst/>
              <a:rect l="l" t="t" r="r" b="b"/>
              <a:pathLst>
                <a:path w="10350" h="15764" fill="none" extrusionOk="0">
                  <a:moveTo>
                    <a:pt x="6639" y="0"/>
                  </a:moveTo>
                  <a:lnTo>
                    <a:pt x="6639" y="0"/>
                  </a:lnTo>
                  <a:lnTo>
                    <a:pt x="5917" y="241"/>
                  </a:lnTo>
                  <a:lnTo>
                    <a:pt x="5155" y="481"/>
                  </a:lnTo>
                  <a:lnTo>
                    <a:pt x="4373" y="682"/>
                  </a:lnTo>
                  <a:lnTo>
                    <a:pt x="3531" y="883"/>
                  </a:lnTo>
                  <a:lnTo>
                    <a:pt x="2688" y="1063"/>
                  </a:lnTo>
                  <a:lnTo>
                    <a:pt x="1806" y="1203"/>
                  </a:lnTo>
                  <a:lnTo>
                    <a:pt x="903" y="1344"/>
                  </a:lnTo>
                  <a:lnTo>
                    <a:pt x="1" y="1464"/>
                  </a:lnTo>
                  <a:lnTo>
                    <a:pt x="1" y="1464"/>
                  </a:lnTo>
                  <a:lnTo>
                    <a:pt x="2428" y="4894"/>
                  </a:lnTo>
                  <a:lnTo>
                    <a:pt x="5275" y="8864"/>
                  </a:lnTo>
                  <a:lnTo>
                    <a:pt x="6699" y="10850"/>
                  </a:lnTo>
                  <a:lnTo>
                    <a:pt x="8063" y="12715"/>
                  </a:lnTo>
                  <a:lnTo>
                    <a:pt x="9306" y="14379"/>
                  </a:lnTo>
                  <a:lnTo>
                    <a:pt x="10349" y="15763"/>
                  </a:lnTo>
                  <a:lnTo>
                    <a:pt x="10349" y="15763"/>
                  </a:lnTo>
                  <a:lnTo>
                    <a:pt x="9467" y="14239"/>
                  </a:lnTo>
                  <a:lnTo>
                    <a:pt x="8604" y="12715"/>
                  </a:lnTo>
                  <a:lnTo>
                    <a:pt x="8183" y="11933"/>
                  </a:lnTo>
                  <a:lnTo>
                    <a:pt x="7762" y="11171"/>
                  </a:lnTo>
                  <a:lnTo>
                    <a:pt x="7381" y="10388"/>
                  </a:lnTo>
                  <a:lnTo>
                    <a:pt x="7000" y="9586"/>
                  </a:lnTo>
                  <a:lnTo>
                    <a:pt x="7000" y="9586"/>
                  </a:lnTo>
                  <a:lnTo>
                    <a:pt x="6378" y="8303"/>
                  </a:lnTo>
                  <a:lnTo>
                    <a:pt x="6098" y="7661"/>
                  </a:lnTo>
                  <a:lnTo>
                    <a:pt x="5817" y="6999"/>
                  </a:lnTo>
                  <a:lnTo>
                    <a:pt x="5556" y="6317"/>
                  </a:lnTo>
                  <a:lnTo>
                    <a:pt x="5335" y="5636"/>
                  </a:lnTo>
                  <a:lnTo>
                    <a:pt x="5235" y="5295"/>
                  </a:lnTo>
                  <a:lnTo>
                    <a:pt x="5155" y="4954"/>
                  </a:lnTo>
                  <a:lnTo>
                    <a:pt x="5095" y="4613"/>
                  </a:lnTo>
                  <a:lnTo>
                    <a:pt x="5035" y="4252"/>
                  </a:lnTo>
                  <a:lnTo>
                    <a:pt x="5035" y="4252"/>
                  </a:lnTo>
                  <a:lnTo>
                    <a:pt x="4995" y="3951"/>
                  </a:lnTo>
                  <a:lnTo>
                    <a:pt x="4995" y="3630"/>
                  </a:lnTo>
                  <a:lnTo>
                    <a:pt x="5015" y="3349"/>
                  </a:lnTo>
                  <a:lnTo>
                    <a:pt x="5035" y="3048"/>
                  </a:lnTo>
                  <a:lnTo>
                    <a:pt x="5095" y="2788"/>
                  </a:lnTo>
                  <a:lnTo>
                    <a:pt x="5175" y="2507"/>
                  </a:lnTo>
                  <a:lnTo>
                    <a:pt x="5255" y="2266"/>
                  </a:lnTo>
                  <a:lnTo>
                    <a:pt x="5376" y="2006"/>
                  </a:lnTo>
                  <a:lnTo>
                    <a:pt x="5496" y="1785"/>
                  </a:lnTo>
                  <a:lnTo>
                    <a:pt x="5636" y="1544"/>
                  </a:lnTo>
                  <a:lnTo>
                    <a:pt x="5797" y="1344"/>
                  </a:lnTo>
                  <a:lnTo>
                    <a:pt x="5977" y="1123"/>
                  </a:lnTo>
                  <a:lnTo>
                    <a:pt x="6158" y="923"/>
                  </a:lnTo>
                  <a:lnTo>
                    <a:pt x="6378" y="742"/>
                  </a:lnTo>
                  <a:lnTo>
                    <a:pt x="6579" y="562"/>
                  </a:lnTo>
                  <a:lnTo>
                    <a:pt x="6819" y="381"/>
                  </a:lnTo>
                  <a:lnTo>
                    <a:pt x="6819" y="381"/>
                  </a:lnTo>
                  <a:lnTo>
                    <a:pt x="663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34">
              <a:extLst>
                <a:ext uri="{FF2B5EF4-FFF2-40B4-BE49-F238E27FC236}">
                  <a16:creationId xmlns:a16="http://schemas.microsoft.com/office/drawing/2014/main" id="{C2E06295-7CDE-8E80-2BF3-BFFF5633F03D}"/>
                </a:ext>
              </a:extLst>
            </p:cNvPr>
            <p:cNvSpPr/>
            <p:nvPr/>
          </p:nvSpPr>
          <p:spPr>
            <a:xfrm>
              <a:off x="9450425" y="5004000"/>
              <a:ext cx="359500" cy="448750"/>
            </a:xfrm>
            <a:custGeom>
              <a:avLst/>
              <a:gdLst/>
              <a:ahLst/>
              <a:cxnLst/>
              <a:rect l="l" t="t" r="r" b="b"/>
              <a:pathLst>
                <a:path w="14380" h="17950" extrusionOk="0">
                  <a:moveTo>
                    <a:pt x="6839" y="0"/>
                  </a:moveTo>
                  <a:lnTo>
                    <a:pt x="0" y="823"/>
                  </a:lnTo>
                  <a:lnTo>
                    <a:pt x="1825" y="3410"/>
                  </a:lnTo>
                  <a:lnTo>
                    <a:pt x="3730" y="6077"/>
                  </a:lnTo>
                  <a:lnTo>
                    <a:pt x="5916" y="9145"/>
                  </a:lnTo>
                  <a:lnTo>
                    <a:pt x="8162" y="12234"/>
                  </a:lnTo>
                  <a:lnTo>
                    <a:pt x="10168" y="14961"/>
                  </a:lnTo>
                  <a:lnTo>
                    <a:pt x="11010" y="16064"/>
                  </a:lnTo>
                  <a:lnTo>
                    <a:pt x="11692" y="16947"/>
                  </a:lnTo>
                  <a:lnTo>
                    <a:pt x="12173" y="17528"/>
                  </a:lnTo>
                  <a:lnTo>
                    <a:pt x="12354" y="17709"/>
                  </a:lnTo>
                  <a:lnTo>
                    <a:pt x="12454" y="17789"/>
                  </a:lnTo>
                  <a:lnTo>
                    <a:pt x="12614" y="17849"/>
                  </a:lnTo>
                  <a:lnTo>
                    <a:pt x="12775" y="17909"/>
                  </a:lnTo>
                  <a:lnTo>
                    <a:pt x="12935" y="17929"/>
                  </a:lnTo>
                  <a:lnTo>
                    <a:pt x="13076" y="17949"/>
                  </a:lnTo>
                  <a:lnTo>
                    <a:pt x="13236" y="17949"/>
                  </a:lnTo>
                  <a:lnTo>
                    <a:pt x="13397" y="17929"/>
                  </a:lnTo>
                  <a:lnTo>
                    <a:pt x="13537" y="17909"/>
                  </a:lnTo>
                  <a:lnTo>
                    <a:pt x="13677" y="17849"/>
                  </a:lnTo>
                  <a:lnTo>
                    <a:pt x="13798" y="17809"/>
                  </a:lnTo>
                  <a:lnTo>
                    <a:pt x="13918" y="17729"/>
                  </a:lnTo>
                  <a:lnTo>
                    <a:pt x="14038" y="17648"/>
                  </a:lnTo>
                  <a:lnTo>
                    <a:pt x="14139" y="17548"/>
                  </a:lnTo>
                  <a:lnTo>
                    <a:pt x="14219" y="17448"/>
                  </a:lnTo>
                  <a:lnTo>
                    <a:pt x="14279" y="17348"/>
                  </a:lnTo>
                  <a:lnTo>
                    <a:pt x="14339" y="17227"/>
                  </a:lnTo>
                  <a:lnTo>
                    <a:pt x="14379" y="17107"/>
                  </a:lnTo>
                  <a:lnTo>
                    <a:pt x="14359" y="16987"/>
                  </a:lnTo>
                  <a:lnTo>
                    <a:pt x="14319" y="16806"/>
                  </a:lnTo>
                  <a:lnTo>
                    <a:pt x="14098" y="16164"/>
                  </a:lnTo>
                  <a:lnTo>
                    <a:pt x="13737" y="15262"/>
                  </a:lnTo>
                  <a:lnTo>
                    <a:pt x="13256" y="14139"/>
                  </a:lnTo>
                  <a:lnTo>
                    <a:pt x="12053" y="11391"/>
                  </a:lnTo>
                  <a:lnTo>
                    <a:pt x="10669" y="8303"/>
                  </a:lnTo>
                  <a:lnTo>
                    <a:pt x="9265" y="5235"/>
                  </a:lnTo>
                  <a:lnTo>
                    <a:pt x="8042" y="2567"/>
                  </a:lnTo>
                  <a:lnTo>
                    <a:pt x="683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34">
              <a:extLst>
                <a:ext uri="{FF2B5EF4-FFF2-40B4-BE49-F238E27FC236}">
                  <a16:creationId xmlns:a16="http://schemas.microsoft.com/office/drawing/2014/main" id="{60A9761F-78B0-F5E2-5761-7B3E0E374339}"/>
                </a:ext>
              </a:extLst>
            </p:cNvPr>
            <p:cNvSpPr/>
            <p:nvPr/>
          </p:nvSpPr>
          <p:spPr>
            <a:xfrm>
              <a:off x="9450425" y="5004000"/>
              <a:ext cx="359500" cy="448750"/>
            </a:xfrm>
            <a:custGeom>
              <a:avLst/>
              <a:gdLst/>
              <a:ahLst/>
              <a:cxnLst/>
              <a:rect l="l" t="t" r="r" b="b"/>
              <a:pathLst>
                <a:path w="14380" h="17950" fill="none" extrusionOk="0">
                  <a:moveTo>
                    <a:pt x="6839" y="0"/>
                  </a:moveTo>
                  <a:lnTo>
                    <a:pt x="6839" y="0"/>
                  </a:lnTo>
                  <a:lnTo>
                    <a:pt x="8042" y="2567"/>
                  </a:lnTo>
                  <a:lnTo>
                    <a:pt x="9265" y="5235"/>
                  </a:lnTo>
                  <a:lnTo>
                    <a:pt x="10669" y="8303"/>
                  </a:lnTo>
                  <a:lnTo>
                    <a:pt x="12053" y="11391"/>
                  </a:lnTo>
                  <a:lnTo>
                    <a:pt x="13256" y="14139"/>
                  </a:lnTo>
                  <a:lnTo>
                    <a:pt x="13737" y="15262"/>
                  </a:lnTo>
                  <a:lnTo>
                    <a:pt x="14098" y="16164"/>
                  </a:lnTo>
                  <a:lnTo>
                    <a:pt x="14319" y="16806"/>
                  </a:lnTo>
                  <a:lnTo>
                    <a:pt x="14359" y="16987"/>
                  </a:lnTo>
                  <a:lnTo>
                    <a:pt x="14379" y="17107"/>
                  </a:lnTo>
                  <a:lnTo>
                    <a:pt x="14379" y="17107"/>
                  </a:lnTo>
                  <a:lnTo>
                    <a:pt x="14339" y="17227"/>
                  </a:lnTo>
                  <a:lnTo>
                    <a:pt x="14279" y="17348"/>
                  </a:lnTo>
                  <a:lnTo>
                    <a:pt x="14219" y="17448"/>
                  </a:lnTo>
                  <a:lnTo>
                    <a:pt x="14139" y="17548"/>
                  </a:lnTo>
                  <a:lnTo>
                    <a:pt x="14038" y="17648"/>
                  </a:lnTo>
                  <a:lnTo>
                    <a:pt x="13918" y="17729"/>
                  </a:lnTo>
                  <a:lnTo>
                    <a:pt x="13798" y="17809"/>
                  </a:lnTo>
                  <a:lnTo>
                    <a:pt x="13677" y="17849"/>
                  </a:lnTo>
                  <a:lnTo>
                    <a:pt x="13537" y="17909"/>
                  </a:lnTo>
                  <a:lnTo>
                    <a:pt x="13397" y="17929"/>
                  </a:lnTo>
                  <a:lnTo>
                    <a:pt x="13236" y="17949"/>
                  </a:lnTo>
                  <a:lnTo>
                    <a:pt x="13076" y="17949"/>
                  </a:lnTo>
                  <a:lnTo>
                    <a:pt x="12935" y="17929"/>
                  </a:lnTo>
                  <a:lnTo>
                    <a:pt x="12775" y="17909"/>
                  </a:lnTo>
                  <a:lnTo>
                    <a:pt x="12614" y="17849"/>
                  </a:lnTo>
                  <a:lnTo>
                    <a:pt x="12454" y="17789"/>
                  </a:lnTo>
                  <a:lnTo>
                    <a:pt x="12454" y="17789"/>
                  </a:lnTo>
                  <a:lnTo>
                    <a:pt x="12354" y="17709"/>
                  </a:lnTo>
                  <a:lnTo>
                    <a:pt x="12173" y="17528"/>
                  </a:lnTo>
                  <a:lnTo>
                    <a:pt x="11692" y="16947"/>
                  </a:lnTo>
                  <a:lnTo>
                    <a:pt x="11010" y="16064"/>
                  </a:lnTo>
                  <a:lnTo>
                    <a:pt x="10168" y="14961"/>
                  </a:lnTo>
                  <a:lnTo>
                    <a:pt x="8162" y="12234"/>
                  </a:lnTo>
                  <a:lnTo>
                    <a:pt x="5916" y="9145"/>
                  </a:lnTo>
                  <a:lnTo>
                    <a:pt x="3730" y="6077"/>
                  </a:lnTo>
                  <a:lnTo>
                    <a:pt x="1825" y="3410"/>
                  </a:lnTo>
                  <a:lnTo>
                    <a:pt x="0" y="823"/>
                  </a:lnTo>
                  <a:lnTo>
                    <a:pt x="683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34">
              <a:extLst>
                <a:ext uri="{FF2B5EF4-FFF2-40B4-BE49-F238E27FC236}">
                  <a16:creationId xmlns:a16="http://schemas.microsoft.com/office/drawing/2014/main" id="{DC27CB17-8E59-2354-BE6E-1D07BF541441}"/>
                </a:ext>
              </a:extLst>
            </p:cNvPr>
            <p:cNvSpPr/>
            <p:nvPr/>
          </p:nvSpPr>
          <p:spPr>
            <a:xfrm>
              <a:off x="9528625" y="5126325"/>
              <a:ext cx="281300" cy="326425"/>
            </a:xfrm>
            <a:custGeom>
              <a:avLst/>
              <a:gdLst/>
              <a:ahLst/>
              <a:cxnLst/>
              <a:rect l="l" t="t" r="r" b="b"/>
              <a:pathLst>
                <a:path w="11252" h="13057" extrusionOk="0">
                  <a:moveTo>
                    <a:pt x="5977" y="1"/>
                  </a:moveTo>
                  <a:lnTo>
                    <a:pt x="4433" y="121"/>
                  </a:lnTo>
                  <a:lnTo>
                    <a:pt x="2909" y="221"/>
                  </a:lnTo>
                  <a:lnTo>
                    <a:pt x="1425" y="302"/>
                  </a:lnTo>
                  <a:lnTo>
                    <a:pt x="1" y="342"/>
                  </a:lnTo>
                  <a:lnTo>
                    <a:pt x="2848" y="4353"/>
                  </a:lnTo>
                  <a:lnTo>
                    <a:pt x="4352" y="6418"/>
                  </a:lnTo>
                  <a:lnTo>
                    <a:pt x="5776" y="8363"/>
                  </a:lnTo>
                  <a:lnTo>
                    <a:pt x="7060" y="10108"/>
                  </a:lnTo>
                  <a:lnTo>
                    <a:pt x="8143" y="11512"/>
                  </a:lnTo>
                  <a:lnTo>
                    <a:pt x="8564" y="12054"/>
                  </a:lnTo>
                  <a:lnTo>
                    <a:pt x="8925" y="12475"/>
                  </a:lnTo>
                  <a:lnTo>
                    <a:pt x="9166" y="12755"/>
                  </a:lnTo>
                  <a:lnTo>
                    <a:pt x="9266" y="12856"/>
                  </a:lnTo>
                  <a:lnTo>
                    <a:pt x="9326" y="12896"/>
                  </a:lnTo>
                  <a:lnTo>
                    <a:pt x="9506" y="12976"/>
                  </a:lnTo>
                  <a:lnTo>
                    <a:pt x="9667" y="13016"/>
                  </a:lnTo>
                  <a:lnTo>
                    <a:pt x="9847" y="13056"/>
                  </a:lnTo>
                  <a:lnTo>
                    <a:pt x="10028" y="13056"/>
                  </a:lnTo>
                  <a:lnTo>
                    <a:pt x="10228" y="13036"/>
                  </a:lnTo>
                  <a:lnTo>
                    <a:pt x="10449" y="12996"/>
                  </a:lnTo>
                  <a:lnTo>
                    <a:pt x="10650" y="12916"/>
                  </a:lnTo>
                  <a:lnTo>
                    <a:pt x="10810" y="12816"/>
                  </a:lnTo>
                  <a:lnTo>
                    <a:pt x="10970" y="12695"/>
                  </a:lnTo>
                  <a:lnTo>
                    <a:pt x="11091" y="12555"/>
                  </a:lnTo>
                  <a:lnTo>
                    <a:pt x="11191" y="12394"/>
                  </a:lnTo>
                  <a:lnTo>
                    <a:pt x="11251" y="12214"/>
                  </a:lnTo>
                  <a:lnTo>
                    <a:pt x="11251" y="12194"/>
                  </a:lnTo>
                  <a:lnTo>
                    <a:pt x="11231" y="12094"/>
                  </a:lnTo>
                  <a:lnTo>
                    <a:pt x="11191" y="11973"/>
                  </a:lnTo>
                  <a:lnTo>
                    <a:pt x="11071" y="11572"/>
                  </a:lnTo>
                  <a:lnTo>
                    <a:pt x="10850" y="11011"/>
                  </a:lnTo>
                  <a:lnTo>
                    <a:pt x="10569" y="10309"/>
                  </a:lnTo>
                  <a:lnTo>
                    <a:pt x="9787" y="8464"/>
                  </a:lnTo>
                  <a:lnTo>
                    <a:pt x="8905" y="6478"/>
                  </a:lnTo>
                  <a:lnTo>
                    <a:pt x="7942" y="4312"/>
                  </a:lnTo>
                  <a:lnTo>
                    <a:pt x="597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34">
              <a:extLst>
                <a:ext uri="{FF2B5EF4-FFF2-40B4-BE49-F238E27FC236}">
                  <a16:creationId xmlns:a16="http://schemas.microsoft.com/office/drawing/2014/main" id="{667767E4-BDDA-0EF9-4068-6CE63E6FD7C6}"/>
                </a:ext>
              </a:extLst>
            </p:cNvPr>
            <p:cNvSpPr/>
            <p:nvPr/>
          </p:nvSpPr>
          <p:spPr>
            <a:xfrm>
              <a:off x="9528625" y="5126325"/>
              <a:ext cx="281300" cy="326425"/>
            </a:xfrm>
            <a:custGeom>
              <a:avLst/>
              <a:gdLst/>
              <a:ahLst/>
              <a:cxnLst/>
              <a:rect l="l" t="t" r="r" b="b"/>
              <a:pathLst>
                <a:path w="11252" h="13057" fill="none" extrusionOk="0">
                  <a:moveTo>
                    <a:pt x="5977" y="1"/>
                  </a:moveTo>
                  <a:lnTo>
                    <a:pt x="5977" y="1"/>
                  </a:lnTo>
                  <a:lnTo>
                    <a:pt x="4433" y="121"/>
                  </a:lnTo>
                  <a:lnTo>
                    <a:pt x="2909" y="221"/>
                  </a:lnTo>
                  <a:lnTo>
                    <a:pt x="1425" y="302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2848" y="4353"/>
                  </a:lnTo>
                  <a:lnTo>
                    <a:pt x="4352" y="6418"/>
                  </a:lnTo>
                  <a:lnTo>
                    <a:pt x="5776" y="8363"/>
                  </a:lnTo>
                  <a:lnTo>
                    <a:pt x="7060" y="10108"/>
                  </a:lnTo>
                  <a:lnTo>
                    <a:pt x="8143" y="11512"/>
                  </a:lnTo>
                  <a:lnTo>
                    <a:pt x="8564" y="12054"/>
                  </a:lnTo>
                  <a:lnTo>
                    <a:pt x="8925" y="12475"/>
                  </a:lnTo>
                  <a:lnTo>
                    <a:pt x="9166" y="12755"/>
                  </a:lnTo>
                  <a:lnTo>
                    <a:pt x="9266" y="12856"/>
                  </a:lnTo>
                  <a:lnTo>
                    <a:pt x="9326" y="12896"/>
                  </a:lnTo>
                  <a:lnTo>
                    <a:pt x="9326" y="12896"/>
                  </a:lnTo>
                  <a:lnTo>
                    <a:pt x="9506" y="12976"/>
                  </a:lnTo>
                  <a:lnTo>
                    <a:pt x="9667" y="13016"/>
                  </a:lnTo>
                  <a:lnTo>
                    <a:pt x="9847" y="13056"/>
                  </a:lnTo>
                  <a:lnTo>
                    <a:pt x="10028" y="13056"/>
                  </a:lnTo>
                  <a:lnTo>
                    <a:pt x="10028" y="13056"/>
                  </a:lnTo>
                  <a:lnTo>
                    <a:pt x="10228" y="13036"/>
                  </a:lnTo>
                  <a:lnTo>
                    <a:pt x="10449" y="12996"/>
                  </a:lnTo>
                  <a:lnTo>
                    <a:pt x="10650" y="12916"/>
                  </a:lnTo>
                  <a:lnTo>
                    <a:pt x="10810" y="12816"/>
                  </a:lnTo>
                  <a:lnTo>
                    <a:pt x="10970" y="12695"/>
                  </a:lnTo>
                  <a:lnTo>
                    <a:pt x="11091" y="12555"/>
                  </a:lnTo>
                  <a:lnTo>
                    <a:pt x="11191" y="12394"/>
                  </a:lnTo>
                  <a:lnTo>
                    <a:pt x="11251" y="12214"/>
                  </a:lnTo>
                  <a:lnTo>
                    <a:pt x="11251" y="12214"/>
                  </a:lnTo>
                  <a:lnTo>
                    <a:pt x="11251" y="12194"/>
                  </a:lnTo>
                  <a:lnTo>
                    <a:pt x="11251" y="12194"/>
                  </a:lnTo>
                  <a:lnTo>
                    <a:pt x="11231" y="12094"/>
                  </a:lnTo>
                  <a:lnTo>
                    <a:pt x="11191" y="11973"/>
                  </a:lnTo>
                  <a:lnTo>
                    <a:pt x="11071" y="11572"/>
                  </a:lnTo>
                  <a:lnTo>
                    <a:pt x="10850" y="11011"/>
                  </a:lnTo>
                  <a:lnTo>
                    <a:pt x="10569" y="10309"/>
                  </a:lnTo>
                  <a:lnTo>
                    <a:pt x="10569" y="10309"/>
                  </a:lnTo>
                  <a:lnTo>
                    <a:pt x="10569" y="10309"/>
                  </a:lnTo>
                  <a:lnTo>
                    <a:pt x="9787" y="8464"/>
                  </a:lnTo>
                  <a:lnTo>
                    <a:pt x="9787" y="8464"/>
                  </a:lnTo>
                  <a:lnTo>
                    <a:pt x="8905" y="6478"/>
                  </a:lnTo>
                  <a:lnTo>
                    <a:pt x="7942" y="4312"/>
                  </a:lnTo>
                  <a:lnTo>
                    <a:pt x="597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34">
              <a:extLst>
                <a:ext uri="{FF2B5EF4-FFF2-40B4-BE49-F238E27FC236}">
                  <a16:creationId xmlns:a16="http://schemas.microsoft.com/office/drawing/2014/main" id="{1334B536-F1FC-68C1-4F0D-BA42C29DF628}"/>
                </a:ext>
              </a:extLst>
            </p:cNvPr>
            <p:cNvSpPr/>
            <p:nvPr/>
          </p:nvSpPr>
          <p:spPr>
            <a:xfrm>
              <a:off x="8256675" y="3979700"/>
              <a:ext cx="1797900" cy="1156175"/>
            </a:xfrm>
            <a:custGeom>
              <a:avLst/>
              <a:gdLst/>
              <a:ahLst/>
              <a:cxnLst/>
              <a:rect l="l" t="t" r="r" b="b"/>
              <a:pathLst>
                <a:path w="71916" h="46247" extrusionOk="0">
                  <a:moveTo>
                    <a:pt x="15964" y="1"/>
                  </a:moveTo>
                  <a:lnTo>
                    <a:pt x="15783" y="41"/>
                  </a:lnTo>
                  <a:lnTo>
                    <a:pt x="15603" y="81"/>
                  </a:lnTo>
                  <a:lnTo>
                    <a:pt x="15402" y="141"/>
                  </a:lnTo>
                  <a:lnTo>
                    <a:pt x="14941" y="302"/>
                  </a:lnTo>
                  <a:lnTo>
                    <a:pt x="14460" y="542"/>
                  </a:lnTo>
                  <a:lnTo>
                    <a:pt x="13918" y="823"/>
                  </a:lnTo>
                  <a:lnTo>
                    <a:pt x="13337" y="1164"/>
                  </a:lnTo>
                  <a:lnTo>
                    <a:pt x="12715" y="1545"/>
                  </a:lnTo>
                  <a:lnTo>
                    <a:pt x="12073" y="1966"/>
                  </a:lnTo>
                  <a:lnTo>
                    <a:pt x="11411" y="2428"/>
                  </a:lnTo>
                  <a:lnTo>
                    <a:pt x="10710" y="2929"/>
                  </a:lnTo>
                  <a:lnTo>
                    <a:pt x="10008" y="3450"/>
                  </a:lnTo>
                  <a:lnTo>
                    <a:pt x="9306" y="4012"/>
                  </a:lnTo>
                  <a:lnTo>
                    <a:pt x="8584" y="4573"/>
                  </a:lnTo>
                  <a:lnTo>
                    <a:pt x="7862" y="5175"/>
                  </a:lnTo>
                  <a:lnTo>
                    <a:pt x="6438" y="6378"/>
                  </a:lnTo>
                  <a:lnTo>
                    <a:pt x="5154" y="7521"/>
                  </a:lnTo>
                  <a:lnTo>
                    <a:pt x="3971" y="8665"/>
                  </a:lnTo>
                  <a:lnTo>
                    <a:pt x="3249" y="9346"/>
                  </a:lnTo>
                  <a:lnTo>
                    <a:pt x="2608" y="10028"/>
                  </a:lnTo>
                  <a:lnTo>
                    <a:pt x="2006" y="10670"/>
                  </a:lnTo>
                  <a:lnTo>
                    <a:pt x="1484" y="11272"/>
                  </a:lnTo>
                  <a:lnTo>
                    <a:pt x="1023" y="11833"/>
                  </a:lnTo>
                  <a:lnTo>
                    <a:pt x="662" y="12335"/>
                  </a:lnTo>
                  <a:lnTo>
                    <a:pt x="522" y="12555"/>
                  </a:lnTo>
                  <a:lnTo>
                    <a:pt x="402" y="12776"/>
                  </a:lnTo>
                  <a:lnTo>
                    <a:pt x="301" y="12956"/>
                  </a:lnTo>
                  <a:lnTo>
                    <a:pt x="221" y="13137"/>
                  </a:lnTo>
                  <a:lnTo>
                    <a:pt x="141" y="13397"/>
                  </a:lnTo>
                  <a:lnTo>
                    <a:pt x="81" y="13658"/>
                  </a:lnTo>
                  <a:lnTo>
                    <a:pt x="41" y="13939"/>
                  </a:lnTo>
                  <a:lnTo>
                    <a:pt x="0" y="14200"/>
                  </a:lnTo>
                  <a:lnTo>
                    <a:pt x="0" y="14480"/>
                  </a:lnTo>
                  <a:lnTo>
                    <a:pt x="0" y="14761"/>
                  </a:lnTo>
                  <a:lnTo>
                    <a:pt x="41" y="15022"/>
                  </a:lnTo>
                  <a:lnTo>
                    <a:pt x="81" y="15303"/>
                  </a:lnTo>
                  <a:lnTo>
                    <a:pt x="121" y="15583"/>
                  </a:lnTo>
                  <a:lnTo>
                    <a:pt x="201" y="15844"/>
                  </a:lnTo>
                  <a:lnTo>
                    <a:pt x="281" y="16125"/>
                  </a:lnTo>
                  <a:lnTo>
                    <a:pt x="381" y="16386"/>
                  </a:lnTo>
                  <a:lnTo>
                    <a:pt x="482" y="16646"/>
                  </a:lnTo>
                  <a:lnTo>
                    <a:pt x="602" y="16907"/>
                  </a:lnTo>
                  <a:lnTo>
                    <a:pt x="863" y="17428"/>
                  </a:lnTo>
                  <a:lnTo>
                    <a:pt x="1184" y="17910"/>
                  </a:lnTo>
                  <a:lnTo>
                    <a:pt x="1525" y="18351"/>
                  </a:lnTo>
                  <a:lnTo>
                    <a:pt x="1886" y="18772"/>
                  </a:lnTo>
                  <a:lnTo>
                    <a:pt x="2267" y="19133"/>
                  </a:lnTo>
                  <a:lnTo>
                    <a:pt x="2688" y="19474"/>
                  </a:lnTo>
                  <a:lnTo>
                    <a:pt x="2888" y="19614"/>
                  </a:lnTo>
                  <a:lnTo>
                    <a:pt x="3109" y="19755"/>
                  </a:lnTo>
                  <a:lnTo>
                    <a:pt x="3309" y="19855"/>
                  </a:lnTo>
                  <a:lnTo>
                    <a:pt x="3530" y="19955"/>
                  </a:lnTo>
                  <a:lnTo>
                    <a:pt x="3731" y="20056"/>
                  </a:lnTo>
                  <a:lnTo>
                    <a:pt x="3951" y="20116"/>
                  </a:lnTo>
                  <a:lnTo>
                    <a:pt x="4212" y="20176"/>
                  </a:lnTo>
                  <a:lnTo>
                    <a:pt x="4493" y="20216"/>
                  </a:lnTo>
                  <a:lnTo>
                    <a:pt x="4834" y="20236"/>
                  </a:lnTo>
                  <a:lnTo>
                    <a:pt x="5195" y="20256"/>
                  </a:lnTo>
                  <a:lnTo>
                    <a:pt x="5576" y="20256"/>
                  </a:lnTo>
                  <a:lnTo>
                    <a:pt x="5997" y="20236"/>
                  </a:lnTo>
                  <a:lnTo>
                    <a:pt x="6879" y="20156"/>
                  </a:lnTo>
                  <a:lnTo>
                    <a:pt x="7822" y="20056"/>
                  </a:lnTo>
                  <a:lnTo>
                    <a:pt x="8824" y="19915"/>
                  </a:lnTo>
                  <a:lnTo>
                    <a:pt x="9807" y="19775"/>
                  </a:lnTo>
                  <a:lnTo>
                    <a:pt x="10790" y="19614"/>
                  </a:lnTo>
                  <a:lnTo>
                    <a:pt x="13497" y="19133"/>
                  </a:lnTo>
                  <a:lnTo>
                    <a:pt x="14400" y="18993"/>
                  </a:lnTo>
                  <a:lnTo>
                    <a:pt x="14680" y="18973"/>
                  </a:lnTo>
                  <a:lnTo>
                    <a:pt x="14821" y="18993"/>
                  </a:lnTo>
                  <a:lnTo>
                    <a:pt x="14841" y="19013"/>
                  </a:lnTo>
                  <a:lnTo>
                    <a:pt x="14881" y="19053"/>
                  </a:lnTo>
                  <a:lnTo>
                    <a:pt x="14941" y="19253"/>
                  </a:lnTo>
                  <a:lnTo>
                    <a:pt x="15101" y="19975"/>
                  </a:lnTo>
                  <a:lnTo>
                    <a:pt x="15322" y="21098"/>
                  </a:lnTo>
                  <a:lnTo>
                    <a:pt x="15583" y="22542"/>
                  </a:lnTo>
                  <a:lnTo>
                    <a:pt x="16245" y="26172"/>
                  </a:lnTo>
                  <a:lnTo>
                    <a:pt x="16626" y="28238"/>
                  </a:lnTo>
                  <a:lnTo>
                    <a:pt x="17067" y="30404"/>
                  </a:lnTo>
                  <a:lnTo>
                    <a:pt x="17568" y="32590"/>
                  </a:lnTo>
                  <a:lnTo>
                    <a:pt x="17829" y="33673"/>
                  </a:lnTo>
                  <a:lnTo>
                    <a:pt x="18090" y="34735"/>
                  </a:lnTo>
                  <a:lnTo>
                    <a:pt x="18370" y="35798"/>
                  </a:lnTo>
                  <a:lnTo>
                    <a:pt x="18671" y="36801"/>
                  </a:lnTo>
                  <a:lnTo>
                    <a:pt x="18972" y="37784"/>
                  </a:lnTo>
                  <a:lnTo>
                    <a:pt x="19273" y="38726"/>
                  </a:lnTo>
                  <a:lnTo>
                    <a:pt x="19594" y="39609"/>
                  </a:lnTo>
                  <a:lnTo>
                    <a:pt x="19935" y="40411"/>
                  </a:lnTo>
                  <a:lnTo>
                    <a:pt x="20276" y="41173"/>
                  </a:lnTo>
                  <a:lnTo>
                    <a:pt x="20616" y="41855"/>
                  </a:lnTo>
                  <a:lnTo>
                    <a:pt x="20797" y="42156"/>
                  </a:lnTo>
                  <a:lnTo>
                    <a:pt x="20977" y="42436"/>
                  </a:lnTo>
                  <a:lnTo>
                    <a:pt x="21158" y="42697"/>
                  </a:lnTo>
                  <a:lnTo>
                    <a:pt x="21358" y="42938"/>
                  </a:lnTo>
                  <a:lnTo>
                    <a:pt x="21539" y="43158"/>
                  </a:lnTo>
                  <a:lnTo>
                    <a:pt x="21739" y="43339"/>
                  </a:lnTo>
                  <a:lnTo>
                    <a:pt x="21920" y="43519"/>
                  </a:lnTo>
                  <a:lnTo>
                    <a:pt x="22121" y="43640"/>
                  </a:lnTo>
                  <a:lnTo>
                    <a:pt x="22562" y="43880"/>
                  </a:lnTo>
                  <a:lnTo>
                    <a:pt x="23043" y="44101"/>
                  </a:lnTo>
                  <a:lnTo>
                    <a:pt x="23585" y="44301"/>
                  </a:lnTo>
                  <a:lnTo>
                    <a:pt x="24166" y="44502"/>
                  </a:lnTo>
                  <a:lnTo>
                    <a:pt x="24808" y="44682"/>
                  </a:lnTo>
                  <a:lnTo>
                    <a:pt x="25510" y="44843"/>
                  </a:lnTo>
                  <a:lnTo>
                    <a:pt x="26232" y="45003"/>
                  </a:lnTo>
                  <a:lnTo>
                    <a:pt x="26994" y="45144"/>
                  </a:lnTo>
                  <a:lnTo>
                    <a:pt x="27776" y="45284"/>
                  </a:lnTo>
                  <a:lnTo>
                    <a:pt x="28598" y="45404"/>
                  </a:lnTo>
                  <a:lnTo>
                    <a:pt x="29460" y="45505"/>
                  </a:lnTo>
                  <a:lnTo>
                    <a:pt x="30323" y="45605"/>
                  </a:lnTo>
                  <a:lnTo>
                    <a:pt x="32108" y="45785"/>
                  </a:lnTo>
                  <a:lnTo>
                    <a:pt x="33913" y="45926"/>
                  </a:lnTo>
                  <a:lnTo>
                    <a:pt x="35717" y="46026"/>
                  </a:lnTo>
                  <a:lnTo>
                    <a:pt x="37502" y="46106"/>
                  </a:lnTo>
                  <a:lnTo>
                    <a:pt x="39227" y="46167"/>
                  </a:lnTo>
                  <a:lnTo>
                    <a:pt x="40851" y="46207"/>
                  </a:lnTo>
                  <a:lnTo>
                    <a:pt x="43719" y="46247"/>
                  </a:lnTo>
                  <a:lnTo>
                    <a:pt x="48051" y="46247"/>
                  </a:lnTo>
                  <a:lnTo>
                    <a:pt x="49455" y="46227"/>
                  </a:lnTo>
                  <a:lnTo>
                    <a:pt x="51039" y="46207"/>
                  </a:lnTo>
                  <a:lnTo>
                    <a:pt x="52724" y="46146"/>
                  </a:lnTo>
                  <a:lnTo>
                    <a:pt x="54488" y="46046"/>
                  </a:lnTo>
                  <a:lnTo>
                    <a:pt x="56313" y="45926"/>
                  </a:lnTo>
                  <a:lnTo>
                    <a:pt x="57216" y="45826"/>
                  </a:lnTo>
                  <a:lnTo>
                    <a:pt x="58138" y="45745"/>
                  </a:lnTo>
                  <a:lnTo>
                    <a:pt x="58921" y="45645"/>
                  </a:lnTo>
                  <a:lnTo>
                    <a:pt x="59703" y="45545"/>
                  </a:lnTo>
                  <a:lnTo>
                    <a:pt x="60485" y="45425"/>
                  </a:lnTo>
                  <a:lnTo>
                    <a:pt x="61247" y="45284"/>
                  </a:lnTo>
                  <a:lnTo>
                    <a:pt x="61989" y="45144"/>
                  </a:lnTo>
                  <a:lnTo>
                    <a:pt x="62711" y="44983"/>
                  </a:lnTo>
                  <a:lnTo>
                    <a:pt x="63393" y="44803"/>
                  </a:lnTo>
                  <a:lnTo>
                    <a:pt x="64075" y="44622"/>
                  </a:lnTo>
                  <a:lnTo>
                    <a:pt x="64716" y="44422"/>
                  </a:lnTo>
                  <a:lnTo>
                    <a:pt x="65338" y="44201"/>
                  </a:lnTo>
                  <a:lnTo>
                    <a:pt x="65920" y="43961"/>
                  </a:lnTo>
                  <a:lnTo>
                    <a:pt x="66461" y="43720"/>
                  </a:lnTo>
                  <a:lnTo>
                    <a:pt x="66962" y="43439"/>
                  </a:lnTo>
                  <a:lnTo>
                    <a:pt x="67424" y="43158"/>
                  </a:lnTo>
                  <a:lnTo>
                    <a:pt x="67845" y="42837"/>
                  </a:lnTo>
                  <a:lnTo>
                    <a:pt x="68025" y="42677"/>
                  </a:lnTo>
                  <a:lnTo>
                    <a:pt x="68206" y="42517"/>
                  </a:lnTo>
                  <a:lnTo>
                    <a:pt x="68386" y="42316"/>
                  </a:lnTo>
                  <a:lnTo>
                    <a:pt x="68567" y="42116"/>
                  </a:lnTo>
                  <a:lnTo>
                    <a:pt x="68747" y="41875"/>
                  </a:lnTo>
                  <a:lnTo>
                    <a:pt x="68908" y="41634"/>
                  </a:lnTo>
                  <a:lnTo>
                    <a:pt x="69249" y="41093"/>
                  </a:lnTo>
                  <a:lnTo>
                    <a:pt x="69549" y="40491"/>
                  </a:lnTo>
                  <a:lnTo>
                    <a:pt x="69850" y="39829"/>
                  </a:lnTo>
                  <a:lnTo>
                    <a:pt x="70131" y="39107"/>
                  </a:lnTo>
                  <a:lnTo>
                    <a:pt x="70392" y="38365"/>
                  </a:lnTo>
                  <a:lnTo>
                    <a:pt x="70652" y="37563"/>
                  </a:lnTo>
                  <a:lnTo>
                    <a:pt x="70873" y="36721"/>
                  </a:lnTo>
                  <a:lnTo>
                    <a:pt x="71074" y="35858"/>
                  </a:lnTo>
                  <a:lnTo>
                    <a:pt x="71254" y="34956"/>
                  </a:lnTo>
                  <a:lnTo>
                    <a:pt x="71435" y="34054"/>
                  </a:lnTo>
                  <a:lnTo>
                    <a:pt x="71575" y="33131"/>
                  </a:lnTo>
                  <a:lnTo>
                    <a:pt x="71695" y="32189"/>
                  </a:lnTo>
                  <a:lnTo>
                    <a:pt x="71775" y="31246"/>
                  </a:lnTo>
                  <a:lnTo>
                    <a:pt x="71856" y="30303"/>
                  </a:lnTo>
                  <a:lnTo>
                    <a:pt x="71896" y="29361"/>
                  </a:lnTo>
                  <a:lnTo>
                    <a:pt x="71916" y="28418"/>
                  </a:lnTo>
                  <a:lnTo>
                    <a:pt x="71916" y="27516"/>
                  </a:lnTo>
                  <a:lnTo>
                    <a:pt x="71876" y="26613"/>
                  </a:lnTo>
                  <a:lnTo>
                    <a:pt x="71816" y="25751"/>
                  </a:lnTo>
                  <a:lnTo>
                    <a:pt x="71715" y="24909"/>
                  </a:lnTo>
                  <a:lnTo>
                    <a:pt x="71595" y="24107"/>
                  </a:lnTo>
                  <a:lnTo>
                    <a:pt x="71435" y="23344"/>
                  </a:lnTo>
                  <a:lnTo>
                    <a:pt x="71254" y="22622"/>
                  </a:lnTo>
                  <a:lnTo>
                    <a:pt x="71033" y="21961"/>
                  </a:lnTo>
                  <a:lnTo>
                    <a:pt x="70913" y="21640"/>
                  </a:lnTo>
                  <a:lnTo>
                    <a:pt x="70793" y="21339"/>
                  </a:lnTo>
                  <a:lnTo>
                    <a:pt x="70652" y="21058"/>
                  </a:lnTo>
                  <a:lnTo>
                    <a:pt x="70512" y="20798"/>
                  </a:lnTo>
                  <a:lnTo>
                    <a:pt x="70352" y="20537"/>
                  </a:lnTo>
                  <a:lnTo>
                    <a:pt x="70191" y="20316"/>
                  </a:lnTo>
                  <a:lnTo>
                    <a:pt x="70011" y="20096"/>
                  </a:lnTo>
                  <a:lnTo>
                    <a:pt x="69830" y="19895"/>
                  </a:lnTo>
                  <a:lnTo>
                    <a:pt x="69650" y="19715"/>
                  </a:lnTo>
                  <a:lnTo>
                    <a:pt x="69449" y="19574"/>
                  </a:lnTo>
                  <a:lnTo>
                    <a:pt x="69229" y="19434"/>
                  </a:lnTo>
                  <a:lnTo>
                    <a:pt x="69028" y="19313"/>
                  </a:lnTo>
                  <a:lnTo>
                    <a:pt x="68587" y="19133"/>
                  </a:lnTo>
                  <a:lnTo>
                    <a:pt x="68105" y="18953"/>
                  </a:lnTo>
                  <a:lnTo>
                    <a:pt x="67584" y="18792"/>
                  </a:lnTo>
                  <a:lnTo>
                    <a:pt x="67002" y="18632"/>
                  </a:lnTo>
                  <a:lnTo>
                    <a:pt x="66381" y="18491"/>
                  </a:lnTo>
                  <a:lnTo>
                    <a:pt x="65739" y="18371"/>
                  </a:lnTo>
                  <a:lnTo>
                    <a:pt x="65057" y="18251"/>
                  </a:lnTo>
                  <a:lnTo>
                    <a:pt x="64335" y="18150"/>
                  </a:lnTo>
                  <a:lnTo>
                    <a:pt x="63573" y="18050"/>
                  </a:lnTo>
                  <a:lnTo>
                    <a:pt x="62791" y="17950"/>
                  </a:lnTo>
                  <a:lnTo>
                    <a:pt x="61127" y="17809"/>
                  </a:lnTo>
                  <a:lnTo>
                    <a:pt x="59382" y="17689"/>
                  </a:lnTo>
                  <a:lnTo>
                    <a:pt x="57577" y="17609"/>
                  </a:lnTo>
                  <a:lnTo>
                    <a:pt x="56554" y="17569"/>
                  </a:lnTo>
                  <a:lnTo>
                    <a:pt x="55511" y="17549"/>
                  </a:lnTo>
                  <a:lnTo>
                    <a:pt x="53486" y="17509"/>
                  </a:lnTo>
                  <a:lnTo>
                    <a:pt x="49375" y="17509"/>
                  </a:lnTo>
                  <a:lnTo>
                    <a:pt x="47329" y="17529"/>
                  </a:lnTo>
                  <a:lnTo>
                    <a:pt x="43418" y="17609"/>
                  </a:lnTo>
                  <a:lnTo>
                    <a:pt x="39809" y="17709"/>
                  </a:lnTo>
                  <a:lnTo>
                    <a:pt x="38124" y="17749"/>
                  </a:lnTo>
                  <a:lnTo>
                    <a:pt x="37743" y="17749"/>
                  </a:lnTo>
                  <a:lnTo>
                    <a:pt x="36480" y="17789"/>
                  </a:lnTo>
                  <a:lnTo>
                    <a:pt x="34875" y="17809"/>
                  </a:lnTo>
                  <a:lnTo>
                    <a:pt x="33592" y="17809"/>
                  </a:lnTo>
                  <a:lnTo>
                    <a:pt x="33090" y="17789"/>
                  </a:lnTo>
                  <a:lnTo>
                    <a:pt x="32689" y="17769"/>
                  </a:lnTo>
                  <a:lnTo>
                    <a:pt x="32388" y="17729"/>
                  </a:lnTo>
                  <a:lnTo>
                    <a:pt x="32188" y="17689"/>
                  </a:lnTo>
                  <a:lnTo>
                    <a:pt x="32027" y="17609"/>
                  </a:lnTo>
                  <a:lnTo>
                    <a:pt x="31847" y="17448"/>
                  </a:lnTo>
                  <a:lnTo>
                    <a:pt x="31626" y="17228"/>
                  </a:lnTo>
                  <a:lnTo>
                    <a:pt x="31366" y="16967"/>
                  </a:lnTo>
                  <a:lnTo>
                    <a:pt x="31105" y="16626"/>
                  </a:lnTo>
                  <a:lnTo>
                    <a:pt x="30804" y="16265"/>
                  </a:lnTo>
                  <a:lnTo>
                    <a:pt x="30122" y="15363"/>
                  </a:lnTo>
                  <a:lnTo>
                    <a:pt x="29380" y="14320"/>
                  </a:lnTo>
                  <a:lnTo>
                    <a:pt x="28538" y="13137"/>
                  </a:lnTo>
                  <a:lnTo>
                    <a:pt x="26693" y="10530"/>
                  </a:lnTo>
                  <a:lnTo>
                    <a:pt x="25710" y="9146"/>
                  </a:lnTo>
                  <a:lnTo>
                    <a:pt x="24688" y="7762"/>
                  </a:lnTo>
                  <a:lnTo>
                    <a:pt x="23645" y="6398"/>
                  </a:lnTo>
                  <a:lnTo>
                    <a:pt x="22602" y="5095"/>
                  </a:lnTo>
                  <a:lnTo>
                    <a:pt x="22080" y="4473"/>
                  </a:lnTo>
                  <a:lnTo>
                    <a:pt x="21559" y="3871"/>
                  </a:lnTo>
                  <a:lnTo>
                    <a:pt x="21038" y="3310"/>
                  </a:lnTo>
                  <a:lnTo>
                    <a:pt x="20536" y="2768"/>
                  </a:lnTo>
                  <a:lnTo>
                    <a:pt x="20015" y="2267"/>
                  </a:lnTo>
                  <a:lnTo>
                    <a:pt x="19534" y="1806"/>
                  </a:lnTo>
                  <a:lnTo>
                    <a:pt x="19032" y="1385"/>
                  </a:lnTo>
                  <a:lnTo>
                    <a:pt x="18551" y="1024"/>
                  </a:lnTo>
                  <a:lnTo>
                    <a:pt x="18250" y="803"/>
                  </a:lnTo>
                  <a:lnTo>
                    <a:pt x="17969" y="623"/>
                  </a:lnTo>
                  <a:lnTo>
                    <a:pt x="17688" y="462"/>
                  </a:lnTo>
                  <a:lnTo>
                    <a:pt x="17408" y="322"/>
                  </a:lnTo>
                  <a:lnTo>
                    <a:pt x="17127" y="202"/>
                  </a:lnTo>
                  <a:lnTo>
                    <a:pt x="16866" y="121"/>
                  </a:lnTo>
                  <a:lnTo>
                    <a:pt x="16606" y="41"/>
                  </a:lnTo>
                  <a:lnTo>
                    <a:pt x="1634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34">
              <a:extLst>
                <a:ext uri="{FF2B5EF4-FFF2-40B4-BE49-F238E27FC236}">
                  <a16:creationId xmlns:a16="http://schemas.microsoft.com/office/drawing/2014/main" id="{2A69F608-058F-48D3-B726-D9BC72E5A65F}"/>
                </a:ext>
              </a:extLst>
            </p:cNvPr>
            <p:cNvSpPr/>
            <p:nvPr/>
          </p:nvSpPr>
          <p:spPr>
            <a:xfrm>
              <a:off x="8256675" y="3979700"/>
              <a:ext cx="1797900" cy="1156175"/>
            </a:xfrm>
            <a:custGeom>
              <a:avLst/>
              <a:gdLst/>
              <a:ahLst/>
              <a:cxnLst/>
              <a:rect l="l" t="t" r="r" b="b"/>
              <a:pathLst>
                <a:path w="71916" h="46247" fill="none" extrusionOk="0">
                  <a:moveTo>
                    <a:pt x="68206" y="42517"/>
                  </a:moveTo>
                  <a:lnTo>
                    <a:pt x="68206" y="42517"/>
                  </a:lnTo>
                  <a:lnTo>
                    <a:pt x="68025" y="42677"/>
                  </a:lnTo>
                  <a:lnTo>
                    <a:pt x="67845" y="42837"/>
                  </a:lnTo>
                  <a:lnTo>
                    <a:pt x="67424" y="43158"/>
                  </a:lnTo>
                  <a:lnTo>
                    <a:pt x="66962" y="43439"/>
                  </a:lnTo>
                  <a:lnTo>
                    <a:pt x="66461" y="43720"/>
                  </a:lnTo>
                  <a:lnTo>
                    <a:pt x="65920" y="43961"/>
                  </a:lnTo>
                  <a:lnTo>
                    <a:pt x="65338" y="44201"/>
                  </a:lnTo>
                  <a:lnTo>
                    <a:pt x="64716" y="44422"/>
                  </a:lnTo>
                  <a:lnTo>
                    <a:pt x="64075" y="44622"/>
                  </a:lnTo>
                  <a:lnTo>
                    <a:pt x="63393" y="44803"/>
                  </a:lnTo>
                  <a:lnTo>
                    <a:pt x="62711" y="44983"/>
                  </a:lnTo>
                  <a:lnTo>
                    <a:pt x="61989" y="45144"/>
                  </a:lnTo>
                  <a:lnTo>
                    <a:pt x="61247" y="45284"/>
                  </a:lnTo>
                  <a:lnTo>
                    <a:pt x="60485" y="45425"/>
                  </a:lnTo>
                  <a:lnTo>
                    <a:pt x="59703" y="45545"/>
                  </a:lnTo>
                  <a:lnTo>
                    <a:pt x="58921" y="45645"/>
                  </a:lnTo>
                  <a:lnTo>
                    <a:pt x="58138" y="45745"/>
                  </a:lnTo>
                  <a:lnTo>
                    <a:pt x="58138" y="45745"/>
                  </a:lnTo>
                  <a:lnTo>
                    <a:pt x="57216" y="45826"/>
                  </a:lnTo>
                  <a:lnTo>
                    <a:pt x="56313" y="45926"/>
                  </a:lnTo>
                  <a:lnTo>
                    <a:pt x="54488" y="46046"/>
                  </a:lnTo>
                  <a:lnTo>
                    <a:pt x="52724" y="46146"/>
                  </a:lnTo>
                  <a:lnTo>
                    <a:pt x="51039" y="46207"/>
                  </a:lnTo>
                  <a:lnTo>
                    <a:pt x="49455" y="46227"/>
                  </a:lnTo>
                  <a:lnTo>
                    <a:pt x="48051" y="46247"/>
                  </a:lnTo>
                  <a:lnTo>
                    <a:pt x="45825" y="46247"/>
                  </a:lnTo>
                  <a:lnTo>
                    <a:pt x="45825" y="46247"/>
                  </a:lnTo>
                  <a:lnTo>
                    <a:pt x="43719" y="46247"/>
                  </a:lnTo>
                  <a:lnTo>
                    <a:pt x="40851" y="46207"/>
                  </a:lnTo>
                  <a:lnTo>
                    <a:pt x="39227" y="46167"/>
                  </a:lnTo>
                  <a:lnTo>
                    <a:pt x="37502" y="46106"/>
                  </a:lnTo>
                  <a:lnTo>
                    <a:pt x="35717" y="46026"/>
                  </a:lnTo>
                  <a:lnTo>
                    <a:pt x="33913" y="45926"/>
                  </a:lnTo>
                  <a:lnTo>
                    <a:pt x="32108" y="45785"/>
                  </a:lnTo>
                  <a:lnTo>
                    <a:pt x="30323" y="45605"/>
                  </a:lnTo>
                  <a:lnTo>
                    <a:pt x="29460" y="45505"/>
                  </a:lnTo>
                  <a:lnTo>
                    <a:pt x="28598" y="45404"/>
                  </a:lnTo>
                  <a:lnTo>
                    <a:pt x="27776" y="45284"/>
                  </a:lnTo>
                  <a:lnTo>
                    <a:pt x="26994" y="45144"/>
                  </a:lnTo>
                  <a:lnTo>
                    <a:pt x="26232" y="45003"/>
                  </a:lnTo>
                  <a:lnTo>
                    <a:pt x="25510" y="44843"/>
                  </a:lnTo>
                  <a:lnTo>
                    <a:pt x="24808" y="44682"/>
                  </a:lnTo>
                  <a:lnTo>
                    <a:pt x="24166" y="44502"/>
                  </a:lnTo>
                  <a:lnTo>
                    <a:pt x="23585" y="44301"/>
                  </a:lnTo>
                  <a:lnTo>
                    <a:pt x="23043" y="44101"/>
                  </a:lnTo>
                  <a:lnTo>
                    <a:pt x="22562" y="43880"/>
                  </a:lnTo>
                  <a:lnTo>
                    <a:pt x="22121" y="43640"/>
                  </a:lnTo>
                  <a:lnTo>
                    <a:pt x="22121" y="43640"/>
                  </a:lnTo>
                  <a:lnTo>
                    <a:pt x="21920" y="43519"/>
                  </a:lnTo>
                  <a:lnTo>
                    <a:pt x="21739" y="43339"/>
                  </a:lnTo>
                  <a:lnTo>
                    <a:pt x="21539" y="43158"/>
                  </a:lnTo>
                  <a:lnTo>
                    <a:pt x="21358" y="42938"/>
                  </a:lnTo>
                  <a:lnTo>
                    <a:pt x="21158" y="42697"/>
                  </a:lnTo>
                  <a:lnTo>
                    <a:pt x="20977" y="42436"/>
                  </a:lnTo>
                  <a:lnTo>
                    <a:pt x="20797" y="42156"/>
                  </a:lnTo>
                  <a:lnTo>
                    <a:pt x="20616" y="41855"/>
                  </a:lnTo>
                  <a:lnTo>
                    <a:pt x="20276" y="41173"/>
                  </a:lnTo>
                  <a:lnTo>
                    <a:pt x="19935" y="40411"/>
                  </a:lnTo>
                  <a:lnTo>
                    <a:pt x="19594" y="39609"/>
                  </a:lnTo>
                  <a:lnTo>
                    <a:pt x="19273" y="38726"/>
                  </a:lnTo>
                  <a:lnTo>
                    <a:pt x="18972" y="37784"/>
                  </a:lnTo>
                  <a:lnTo>
                    <a:pt x="18671" y="36801"/>
                  </a:lnTo>
                  <a:lnTo>
                    <a:pt x="18370" y="35798"/>
                  </a:lnTo>
                  <a:lnTo>
                    <a:pt x="18090" y="34735"/>
                  </a:lnTo>
                  <a:lnTo>
                    <a:pt x="17829" y="33673"/>
                  </a:lnTo>
                  <a:lnTo>
                    <a:pt x="17568" y="32590"/>
                  </a:lnTo>
                  <a:lnTo>
                    <a:pt x="17067" y="30404"/>
                  </a:lnTo>
                  <a:lnTo>
                    <a:pt x="16626" y="28238"/>
                  </a:lnTo>
                  <a:lnTo>
                    <a:pt x="16245" y="26172"/>
                  </a:lnTo>
                  <a:lnTo>
                    <a:pt x="15583" y="22542"/>
                  </a:lnTo>
                  <a:lnTo>
                    <a:pt x="15322" y="21098"/>
                  </a:lnTo>
                  <a:lnTo>
                    <a:pt x="15101" y="19975"/>
                  </a:lnTo>
                  <a:lnTo>
                    <a:pt x="14941" y="19253"/>
                  </a:lnTo>
                  <a:lnTo>
                    <a:pt x="14881" y="19053"/>
                  </a:lnTo>
                  <a:lnTo>
                    <a:pt x="14841" y="19013"/>
                  </a:lnTo>
                  <a:lnTo>
                    <a:pt x="14821" y="18993"/>
                  </a:lnTo>
                  <a:lnTo>
                    <a:pt x="14821" y="18993"/>
                  </a:lnTo>
                  <a:lnTo>
                    <a:pt x="14680" y="18973"/>
                  </a:lnTo>
                  <a:lnTo>
                    <a:pt x="14400" y="18993"/>
                  </a:lnTo>
                  <a:lnTo>
                    <a:pt x="13497" y="19133"/>
                  </a:lnTo>
                  <a:lnTo>
                    <a:pt x="10790" y="19614"/>
                  </a:lnTo>
                  <a:lnTo>
                    <a:pt x="10790" y="19614"/>
                  </a:lnTo>
                  <a:lnTo>
                    <a:pt x="9807" y="19775"/>
                  </a:lnTo>
                  <a:lnTo>
                    <a:pt x="8824" y="19915"/>
                  </a:lnTo>
                  <a:lnTo>
                    <a:pt x="7822" y="20056"/>
                  </a:lnTo>
                  <a:lnTo>
                    <a:pt x="6879" y="20156"/>
                  </a:lnTo>
                  <a:lnTo>
                    <a:pt x="5997" y="20236"/>
                  </a:lnTo>
                  <a:lnTo>
                    <a:pt x="5576" y="20256"/>
                  </a:lnTo>
                  <a:lnTo>
                    <a:pt x="5195" y="20256"/>
                  </a:lnTo>
                  <a:lnTo>
                    <a:pt x="4834" y="20236"/>
                  </a:lnTo>
                  <a:lnTo>
                    <a:pt x="4493" y="20216"/>
                  </a:lnTo>
                  <a:lnTo>
                    <a:pt x="4212" y="20176"/>
                  </a:lnTo>
                  <a:lnTo>
                    <a:pt x="3951" y="20116"/>
                  </a:lnTo>
                  <a:lnTo>
                    <a:pt x="3951" y="20116"/>
                  </a:lnTo>
                  <a:lnTo>
                    <a:pt x="3731" y="20056"/>
                  </a:lnTo>
                  <a:lnTo>
                    <a:pt x="3530" y="19955"/>
                  </a:lnTo>
                  <a:lnTo>
                    <a:pt x="3309" y="19855"/>
                  </a:lnTo>
                  <a:lnTo>
                    <a:pt x="3109" y="19755"/>
                  </a:lnTo>
                  <a:lnTo>
                    <a:pt x="2888" y="19614"/>
                  </a:lnTo>
                  <a:lnTo>
                    <a:pt x="2688" y="19474"/>
                  </a:lnTo>
                  <a:lnTo>
                    <a:pt x="2267" y="19133"/>
                  </a:lnTo>
                  <a:lnTo>
                    <a:pt x="1886" y="18772"/>
                  </a:lnTo>
                  <a:lnTo>
                    <a:pt x="1525" y="18351"/>
                  </a:lnTo>
                  <a:lnTo>
                    <a:pt x="1184" y="17910"/>
                  </a:lnTo>
                  <a:lnTo>
                    <a:pt x="863" y="17428"/>
                  </a:lnTo>
                  <a:lnTo>
                    <a:pt x="602" y="16907"/>
                  </a:lnTo>
                  <a:lnTo>
                    <a:pt x="482" y="16646"/>
                  </a:lnTo>
                  <a:lnTo>
                    <a:pt x="381" y="16386"/>
                  </a:lnTo>
                  <a:lnTo>
                    <a:pt x="281" y="16125"/>
                  </a:lnTo>
                  <a:lnTo>
                    <a:pt x="201" y="15844"/>
                  </a:lnTo>
                  <a:lnTo>
                    <a:pt x="121" y="15583"/>
                  </a:lnTo>
                  <a:lnTo>
                    <a:pt x="81" y="15303"/>
                  </a:lnTo>
                  <a:lnTo>
                    <a:pt x="41" y="15022"/>
                  </a:lnTo>
                  <a:lnTo>
                    <a:pt x="0" y="14761"/>
                  </a:lnTo>
                  <a:lnTo>
                    <a:pt x="0" y="14480"/>
                  </a:lnTo>
                  <a:lnTo>
                    <a:pt x="0" y="14200"/>
                  </a:lnTo>
                  <a:lnTo>
                    <a:pt x="41" y="13939"/>
                  </a:lnTo>
                  <a:lnTo>
                    <a:pt x="81" y="13658"/>
                  </a:lnTo>
                  <a:lnTo>
                    <a:pt x="141" y="13397"/>
                  </a:lnTo>
                  <a:lnTo>
                    <a:pt x="221" y="13137"/>
                  </a:lnTo>
                  <a:lnTo>
                    <a:pt x="221" y="13137"/>
                  </a:lnTo>
                  <a:lnTo>
                    <a:pt x="301" y="12956"/>
                  </a:lnTo>
                  <a:lnTo>
                    <a:pt x="402" y="12776"/>
                  </a:lnTo>
                  <a:lnTo>
                    <a:pt x="522" y="12555"/>
                  </a:lnTo>
                  <a:lnTo>
                    <a:pt x="662" y="12335"/>
                  </a:lnTo>
                  <a:lnTo>
                    <a:pt x="1023" y="11833"/>
                  </a:lnTo>
                  <a:lnTo>
                    <a:pt x="1484" y="11272"/>
                  </a:lnTo>
                  <a:lnTo>
                    <a:pt x="2006" y="10670"/>
                  </a:lnTo>
                  <a:lnTo>
                    <a:pt x="2608" y="10028"/>
                  </a:lnTo>
                  <a:lnTo>
                    <a:pt x="3249" y="9346"/>
                  </a:lnTo>
                  <a:lnTo>
                    <a:pt x="3971" y="8665"/>
                  </a:lnTo>
                  <a:lnTo>
                    <a:pt x="3971" y="8665"/>
                  </a:lnTo>
                  <a:lnTo>
                    <a:pt x="5154" y="7521"/>
                  </a:lnTo>
                  <a:lnTo>
                    <a:pt x="6438" y="6378"/>
                  </a:lnTo>
                  <a:lnTo>
                    <a:pt x="6438" y="6378"/>
                  </a:lnTo>
                  <a:lnTo>
                    <a:pt x="7862" y="5175"/>
                  </a:lnTo>
                  <a:lnTo>
                    <a:pt x="8584" y="4573"/>
                  </a:lnTo>
                  <a:lnTo>
                    <a:pt x="9306" y="4012"/>
                  </a:lnTo>
                  <a:lnTo>
                    <a:pt x="10008" y="3450"/>
                  </a:lnTo>
                  <a:lnTo>
                    <a:pt x="10710" y="2929"/>
                  </a:lnTo>
                  <a:lnTo>
                    <a:pt x="11411" y="2428"/>
                  </a:lnTo>
                  <a:lnTo>
                    <a:pt x="12073" y="1966"/>
                  </a:lnTo>
                  <a:lnTo>
                    <a:pt x="12715" y="1545"/>
                  </a:lnTo>
                  <a:lnTo>
                    <a:pt x="13337" y="1164"/>
                  </a:lnTo>
                  <a:lnTo>
                    <a:pt x="13918" y="823"/>
                  </a:lnTo>
                  <a:lnTo>
                    <a:pt x="14460" y="542"/>
                  </a:lnTo>
                  <a:lnTo>
                    <a:pt x="14941" y="302"/>
                  </a:lnTo>
                  <a:lnTo>
                    <a:pt x="15402" y="141"/>
                  </a:lnTo>
                  <a:lnTo>
                    <a:pt x="15603" y="81"/>
                  </a:lnTo>
                  <a:lnTo>
                    <a:pt x="15783" y="41"/>
                  </a:lnTo>
                  <a:lnTo>
                    <a:pt x="15964" y="1"/>
                  </a:lnTo>
                  <a:lnTo>
                    <a:pt x="16124" y="1"/>
                  </a:lnTo>
                  <a:lnTo>
                    <a:pt x="16124" y="1"/>
                  </a:lnTo>
                  <a:lnTo>
                    <a:pt x="16345" y="1"/>
                  </a:lnTo>
                  <a:lnTo>
                    <a:pt x="16345" y="1"/>
                  </a:lnTo>
                  <a:lnTo>
                    <a:pt x="16606" y="41"/>
                  </a:lnTo>
                  <a:lnTo>
                    <a:pt x="16866" y="121"/>
                  </a:lnTo>
                  <a:lnTo>
                    <a:pt x="17127" y="202"/>
                  </a:lnTo>
                  <a:lnTo>
                    <a:pt x="17408" y="322"/>
                  </a:lnTo>
                  <a:lnTo>
                    <a:pt x="17688" y="462"/>
                  </a:lnTo>
                  <a:lnTo>
                    <a:pt x="17969" y="623"/>
                  </a:lnTo>
                  <a:lnTo>
                    <a:pt x="18250" y="803"/>
                  </a:lnTo>
                  <a:lnTo>
                    <a:pt x="18551" y="1024"/>
                  </a:lnTo>
                  <a:lnTo>
                    <a:pt x="18551" y="1024"/>
                  </a:lnTo>
                  <a:lnTo>
                    <a:pt x="19032" y="1385"/>
                  </a:lnTo>
                  <a:lnTo>
                    <a:pt x="19534" y="1806"/>
                  </a:lnTo>
                  <a:lnTo>
                    <a:pt x="20015" y="2267"/>
                  </a:lnTo>
                  <a:lnTo>
                    <a:pt x="20536" y="2768"/>
                  </a:lnTo>
                  <a:lnTo>
                    <a:pt x="21038" y="3310"/>
                  </a:lnTo>
                  <a:lnTo>
                    <a:pt x="21559" y="3871"/>
                  </a:lnTo>
                  <a:lnTo>
                    <a:pt x="22080" y="4473"/>
                  </a:lnTo>
                  <a:lnTo>
                    <a:pt x="22602" y="5095"/>
                  </a:lnTo>
                  <a:lnTo>
                    <a:pt x="23645" y="6398"/>
                  </a:lnTo>
                  <a:lnTo>
                    <a:pt x="24688" y="7762"/>
                  </a:lnTo>
                  <a:lnTo>
                    <a:pt x="25710" y="9146"/>
                  </a:lnTo>
                  <a:lnTo>
                    <a:pt x="26693" y="10530"/>
                  </a:lnTo>
                  <a:lnTo>
                    <a:pt x="28538" y="13137"/>
                  </a:lnTo>
                  <a:lnTo>
                    <a:pt x="29380" y="14320"/>
                  </a:lnTo>
                  <a:lnTo>
                    <a:pt x="30122" y="15363"/>
                  </a:lnTo>
                  <a:lnTo>
                    <a:pt x="30804" y="16265"/>
                  </a:lnTo>
                  <a:lnTo>
                    <a:pt x="31105" y="16626"/>
                  </a:lnTo>
                  <a:lnTo>
                    <a:pt x="31366" y="16967"/>
                  </a:lnTo>
                  <a:lnTo>
                    <a:pt x="31626" y="17228"/>
                  </a:lnTo>
                  <a:lnTo>
                    <a:pt x="31847" y="17448"/>
                  </a:lnTo>
                  <a:lnTo>
                    <a:pt x="32027" y="17609"/>
                  </a:lnTo>
                  <a:lnTo>
                    <a:pt x="32188" y="17689"/>
                  </a:lnTo>
                  <a:lnTo>
                    <a:pt x="32188" y="17689"/>
                  </a:lnTo>
                  <a:lnTo>
                    <a:pt x="32388" y="17729"/>
                  </a:lnTo>
                  <a:lnTo>
                    <a:pt x="32689" y="17769"/>
                  </a:lnTo>
                  <a:lnTo>
                    <a:pt x="33090" y="17789"/>
                  </a:lnTo>
                  <a:lnTo>
                    <a:pt x="33592" y="17809"/>
                  </a:lnTo>
                  <a:lnTo>
                    <a:pt x="34875" y="17809"/>
                  </a:lnTo>
                  <a:lnTo>
                    <a:pt x="36480" y="17789"/>
                  </a:lnTo>
                  <a:lnTo>
                    <a:pt x="36480" y="17789"/>
                  </a:lnTo>
                  <a:lnTo>
                    <a:pt x="37743" y="17749"/>
                  </a:lnTo>
                  <a:lnTo>
                    <a:pt x="37743" y="17749"/>
                  </a:lnTo>
                  <a:lnTo>
                    <a:pt x="38124" y="17749"/>
                  </a:lnTo>
                  <a:lnTo>
                    <a:pt x="38124" y="17749"/>
                  </a:lnTo>
                  <a:lnTo>
                    <a:pt x="39809" y="17709"/>
                  </a:lnTo>
                  <a:lnTo>
                    <a:pt x="39809" y="17709"/>
                  </a:lnTo>
                  <a:lnTo>
                    <a:pt x="43418" y="17609"/>
                  </a:lnTo>
                  <a:lnTo>
                    <a:pt x="47329" y="17529"/>
                  </a:lnTo>
                  <a:lnTo>
                    <a:pt x="49375" y="17509"/>
                  </a:lnTo>
                  <a:lnTo>
                    <a:pt x="51420" y="17509"/>
                  </a:lnTo>
                  <a:lnTo>
                    <a:pt x="53486" y="17509"/>
                  </a:lnTo>
                  <a:lnTo>
                    <a:pt x="55511" y="17549"/>
                  </a:lnTo>
                  <a:lnTo>
                    <a:pt x="55511" y="17549"/>
                  </a:lnTo>
                  <a:lnTo>
                    <a:pt x="56554" y="17569"/>
                  </a:lnTo>
                  <a:lnTo>
                    <a:pt x="57577" y="17609"/>
                  </a:lnTo>
                  <a:lnTo>
                    <a:pt x="57577" y="17609"/>
                  </a:lnTo>
                  <a:lnTo>
                    <a:pt x="59382" y="17689"/>
                  </a:lnTo>
                  <a:lnTo>
                    <a:pt x="61127" y="17809"/>
                  </a:lnTo>
                  <a:lnTo>
                    <a:pt x="62791" y="17950"/>
                  </a:lnTo>
                  <a:lnTo>
                    <a:pt x="63573" y="18050"/>
                  </a:lnTo>
                  <a:lnTo>
                    <a:pt x="64335" y="18150"/>
                  </a:lnTo>
                  <a:lnTo>
                    <a:pt x="65057" y="18251"/>
                  </a:lnTo>
                  <a:lnTo>
                    <a:pt x="65739" y="18371"/>
                  </a:lnTo>
                  <a:lnTo>
                    <a:pt x="66381" y="18491"/>
                  </a:lnTo>
                  <a:lnTo>
                    <a:pt x="67002" y="18632"/>
                  </a:lnTo>
                  <a:lnTo>
                    <a:pt x="67584" y="18792"/>
                  </a:lnTo>
                  <a:lnTo>
                    <a:pt x="68105" y="18953"/>
                  </a:lnTo>
                  <a:lnTo>
                    <a:pt x="68587" y="19133"/>
                  </a:lnTo>
                  <a:lnTo>
                    <a:pt x="69028" y="19313"/>
                  </a:lnTo>
                  <a:lnTo>
                    <a:pt x="69028" y="19313"/>
                  </a:lnTo>
                  <a:lnTo>
                    <a:pt x="69229" y="19434"/>
                  </a:lnTo>
                  <a:lnTo>
                    <a:pt x="69449" y="19574"/>
                  </a:lnTo>
                  <a:lnTo>
                    <a:pt x="69650" y="19715"/>
                  </a:lnTo>
                  <a:lnTo>
                    <a:pt x="69830" y="19895"/>
                  </a:lnTo>
                  <a:lnTo>
                    <a:pt x="70011" y="20096"/>
                  </a:lnTo>
                  <a:lnTo>
                    <a:pt x="70191" y="20316"/>
                  </a:lnTo>
                  <a:lnTo>
                    <a:pt x="70352" y="20537"/>
                  </a:lnTo>
                  <a:lnTo>
                    <a:pt x="70512" y="20798"/>
                  </a:lnTo>
                  <a:lnTo>
                    <a:pt x="70652" y="21058"/>
                  </a:lnTo>
                  <a:lnTo>
                    <a:pt x="70793" y="21339"/>
                  </a:lnTo>
                  <a:lnTo>
                    <a:pt x="70913" y="21640"/>
                  </a:lnTo>
                  <a:lnTo>
                    <a:pt x="71033" y="21961"/>
                  </a:lnTo>
                  <a:lnTo>
                    <a:pt x="71254" y="22622"/>
                  </a:lnTo>
                  <a:lnTo>
                    <a:pt x="71435" y="23344"/>
                  </a:lnTo>
                  <a:lnTo>
                    <a:pt x="71595" y="24107"/>
                  </a:lnTo>
                  <a:lnTo>
                    <a:pt x="71715" y="24909"/>
                  </a:lnTo>
                  <a:lnTo>
                    <a:pt x="71816" y="25751"/>
                  </a:lnTo>
                  <a:lnTo>
                    <a:pt x="71876" y="26613"/>
                  </a:lnTo>
                  <a:lnTo>
                    <a:pt x="71916" y="27516"/>
                  </a:lnTo>
                  <a:lnTo>
                    <a:pt x="71916" y="28418"/>
                  </a:lnTo>
                  <a:lnTo>
                    <a:pt x="71896" y="29361"/>
                  </a:lnTo>
                  <a:lnTo>
                    <a:pt x="71856" y="30303"/>
                  </a:lnTo>
                  <a:lnTo>
                    <a:pt x="71775" y="31246"/>
                  </a:lnTo>
                  <a:lnTo>
                    <a:pt x="71695" y="32189"/>
                  </a:lnTo>
                  <a:lnTo>
                    <a:pt x="71575" y="33131"/>
                  </a:lnTo>
                  <a:lnTo>
                    <a:pt x="71435" y="34054"/>
                  </a:lnTo>
                  <a:lnTo>
                    <a:pt x="71254" y="34956"/>
                  </a:lnTo>
                  <a:lnTo>
                    <a:pt x="71074" y="35858"/>
                  </a:lnTo>
                  <a:lnTo>
                    <a:pt x="70873" y="36721"/>
                  </a:lnTo>
                  <a:lnTo>
                    <a:pt x="70652" y="37563"/>
                  </a:lnTo>
                  <a:lnTo>
                    <a:pt x="70392" y="38365"/>
                  </a:lnTo>
                  <a:lnTo>
                    <a:pt x="70131" y="39107"/>
                  </a:lnTo>
                  <a:lnTo>
                    <a:pt x="69850" y="39829"/>
                  </a:lnTo>
                  <a:lnTo>
                    <a:pt x="69549" y="40491"/>
                  </a:lnTo>
                  <a:lnTo>
                    <a:pt x="69249" y="41093"/>
                  </a:lnTo>
                  <a:lnTo>
                    <a:pt x="68908" y="41634"/>
                  </a:lnTo>
                  <a:lnTo>
                    <a:pt x="68747" y="41875"/>
                  </a:lnTo>
                  <a:lnTo>
                    <a:pt x="68567" y="42116"/>
                  </a:lnTo>
                  <a:lnTo>
                    <a:pt x="68386" y="42316"/>
                  </a:lnTo>
                  <a:lnTo>
                    <a:pt x="68206" y="4251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34">
              <a:extLst>
                <a:ext uri="{FF2B5EF4-FFF2-40B4-BE49-F238E27FC236}">
                  <a16:creationId xmlns:a16="http://schemas.microsoft.com/office/drawing/2014/main" id="{ED14B907-5378-617E-E557-DAA80B94B123}"/>
                </a:ext>
              </a:extLst>
            </p:cNvPr>
            <p:cNvSpPr/>
            <p:nvPr/>
          </p:nvSpPr>
          <p:spPr>
            <a:xfrm>
              <a:off x="8256675" y="3979700"/>
              <a:ext cx="1453475" cy="1156175"/>
            </a:xfrm>
            <a:custGeom>
              <a:avLst/>
              <a:gdLst/>
              <a:ahLst/>
              <a:cxnLst/>
              <a:rect l="l" t="t" r="r" b="b"/>
              <a:pathLst>
                <a:path w="58139" h="46247" extrusionOk="0">
                  <a:moveTo>
                    <a:pt x="16064" y="1"/>
                  </a:moveTo>
                  <a:lnTo>
                    <a:pt x="15864" y="21"/>
                  </a:lnTo>
                  <a:lnTo>
                    <a:pt x="15623" y="61"/>
                  </a:lnTo>
                  <a:lnTo>
                    <a:pt x="15362" y="141"/>
                  </a:lnTo>
                  <a:lnTo>
                    <a:pt x="15101" y="242"/>
                  </a:lnTo>
                  <a:lnTo>
                    <a:pt x="14620" y="442"/>
                  </a:lnTo>
                  <a:lnTo>
                    <a:pt x="14099" y="723"/>
                  </a:lnTo>
                  <a:lnTo>
                    <a:pt x="13858" y="964"/>
                  </a:lnTo>
                  <a:lnTo>
                    <a:pt x="13637" y="1224"/>
                  </a:lnTo>
                  <a:lnTo>
                    <a:pt x="13437" y="1485"/>
                  </a:lnTo>
                  <a:lnTo>
                    <a:pt x="13256" y="1726"/>
                  </a:lnTo>
                  <a:lnTo>
                    <a:pt x="12936" y="2227"/>
                  </a:lnTo>
                  <a:lnTo>
                    <a:pt x="12655" y="2708"/>
                  </a:lnTo>
                  <a:lnTo>
                    <a:pt x="13457" y="2067"/>
                  </a:lnTo>
                  <a:lnTo>
                    <a:pt x="14279" y="1465"/>
                  </a:lnTo>
                  <a:lnTo>
                    <a:pt x="15142" y="903"/>
                  </a:lnTo>
                  <a:lnTo>
                    <a:pt x="16004" y="382"/>
                  </a:lnTo>
                  <a:lnTo>
                    <a:pt x="16104" y="422"/>
                  </a:lnTo>
                  <a:lnTo>
                    <a:pt x="16204" y="442"/>
                  </a:lnTo>
                  <a:lnTo>
                    <a:pt x="16285" y="442"/>
                  </a:lnTo>
                  <a:lnTo>
                    <a:pt x="16365" y="402"/>
                  </a:lnTo>
                  <a:lnTo>
                    <a:pt x="16405" y="342"/>
                  </a:lnTo>
                  <a:lnTo>
                    <a:pt x="16445" y="262"/>
                  </a:lnTo>
                  <a:lnTo>
                    <a:pt x="16465" y="202"/>
                  </a:lnTo>
                  <a:lnTo>
                    <a:pt x="16465" y="121"/>
                  </a:lnTo>
                  <a:lnTo>
                    <a:pt x="16425" y="61"/>
                  </a:lnTo>
                  <a:lnTo>
                    <a:pt x="16345" y="1"/>
                  </a:lnTo>
                  <a:close/>
                  <a:moveTo>
                    <a:pt x="7601" y="8885"/>
                  </a:moveTo>
                  <a:lnTo>
                    <a:pt x="7421" y="8985"/>
                  </a:lnTo>
                  <a:lnTo>
                    <a:pt x="7140" y="9126"/>
                  </a:lnTo>
                  <a:lnTo>
                    <a:pt x="6859" y="9246"/>
                  </a:lnTo>
                  <a:lnTo>
                    <a:pt x="6298" y="9447"/>
                  </a:lnTo>
                  <a:lnTo>
                    <a:pt x="5736" y="9607"/>
                  </a:lnTo>
                  <a:lnTo>
                    <a:pt x="5174" y="9707"/>
                  </a:lnTo>
                  <a:lnTo>
                    <a:pt x="6578" y="11412"/>
                  </a:lnTo>
                  <a:lnTo>
                    <a:pt x="6699" y="10991"/>
                  </a:lnTo>
                  <a:lnTo>
                    <a:pt x="6839" y="10590"/>
                  </a:lnTo>
                  <a:lnTo>
                    <a:pt x="7020" y="10169"/>
                  </a:lnTo>
                  <a:lnTo>
                    <a:pt x="7200" y="9727"/>
                  </a:lnTo>
                  <a:lnTo>
                    <a:pt x="7401" y="9306"/>
                  </a:lnTo>
                  <a:lnTo>
                    <a:pt x="7601" y="8885"/>
                  </a:lnTo>
                  <a:close/>
                  <a:moveTo>
                    <a:pt x="2608" y="10028"/>
                  </a:moveTo>
                  <a:lnTo>
                    <a:pt x="2146" y="10510"/>
                  </a:lnTo>
                  <a:lnTo>
                    <a:pt x="1725" y="10971"/>
                  </a:lnTo>
                  <a:lnTo>
                    <a:pt x="1364" y="11412"/>
                  </a:lnTo>
                  <a:lnTo>
                    <a:pt x="1023" y="11833"/>
                  </a:lnTo>
                  <a:lnTo>
                    <a:pt x="742" y="12214"/>
                  </a:lnTo>
                  <a:lnTo>
                    <a:pt x="522" y="12555"/>
                  </a:lnTo>
                  <a:lnTo>
                    <a:pt x="341" y="12876"/>
                  </a:lnTo>
                  <a:lnTo>
                    <a:pt x="221" y="13137"/>
                  </a:lnTo>
                  <a:lnTo>
                    <a:pt x="121" y="13458"/>
                  </a:lnTo>
                  <a:lnTo>
                    <a:pt x="61" y="13798"/>
                  </a:lnTo>
                  <a:lnTo>
                    <a:pt x="20" y="14139"/>
                  </a:lnTo>
                  <a:lnTo>
                    <a:pt x="0" y="14460"/>
                  </a:lnTo>
                  <a:lnTo>
                    <a:pt x="20" y="14942"/>
                  </a:lnTo>
                  <a:lnTo>
                    <a:pt x="101" y="15403"/>
                  </a:lnTo>
                  <a:lnTo>
                    <a:pt x="201" y="15864"/>
                  </a:lnTo>
                  <a:lnTo>
                    <a:pt x="341" y="16325"/>
                  </a:lnTo>
                  <a:lnTo>
                    <a:pt x="522" y="16767"/>
                  </a:lnTo>
                  <a:lnTo>
                    <a:pt x="742" y="17188"/>
                  </a:lnTo>
                  <a:lnTo>
                    <a:pt x="983" y="17609"/>
                  </a:lnTo>
                  <a:lnTo>
                    <a:pt x="1264" y="18010"/>
                  </a:lnTo>
                  <a:lnTo>
                    <a:pt x="1545" y="18391"/>
                  </a:lnTo>
                  <a:lnTo>
                    <a:pt x="1866" y="18732"/>
                  </a:lnTo>
                  <a:lnTo>
                    <a:pt x="2186" y="19053"/>
                  </a:lnTo>
                  <a:lnTo>
                    <a:pt x="2527" y="19354"/>
                  </a:lnTo>
                  <a:lnTo>
                    <a:pt x="2868" y="19614"/>
                  </a:lnTo>
                  <a:lnTo>
                    <a:pt x="3229" y="19815"/>
                  </a:lnTo>
                  <a:lnTo>
                    <a:pt x="3590" y="19995"/>
                  </a:lnTo>
                  <a:lnTo>
                    <a:pt x="3951" y="20116"/>
                  </a:lnTo>
                  <a:lnTo>
                    <a:pt x="4212" y="20176"/>
                  </a:lnTo>
                  <a:lnTo>
                    <a:pt x="4533" y="20216"/>
                  </a:lnTo>
                  <a:lnTo>
                    <a:pt x="4874" y="20236"/>
                  </a:lnTo>
                  <a:lnTo>
                    <a:pt x="5255" y="20256"/>
                  </a:lnTo>
                  <a:lnTo>
                    <a:pt x="5836" y="20236"/>
                  </a:lnTo>
                  <a:lnTo>
                    <a:pt x="6478" y="20196"/>
                  </a:lnTo>
                  <a:lnTo>
                    <a:pt x="7160" y="20136"/>
                  </a:lnTo>
                  <a:lnTo>
                    <a:pt x="7882" y="20056"/>
                  </a:lnTo>
                  <a:lnTo>
                    <a:pt x="9326" y="19855"/>
                  </a:lnTo>
                  <a:lnTo>
                    <a:pt x="10790" y="19614"/>
                  </a:lnTo>
                  <a:lnTo>
                    <a:pt x="11010" y="19574"/>
                  </a:lnTo>
                  <a:lnTo>
                    <a:pt x="10930" y="19554"/>
                  </a:lnTo>
                  <a:lnTo>
                    <a:pt x="10850" y="19474"/>
                  </a:lnTo>
                  <a:lnTo>
                    <a:pt x="10589" y="19233"/>
                  </a:lnTo>
                  <a:lnTo>
                    <a:pt x="10228" y="18892"/>
                  </a:lnTo>
                  <a:lnTo>
                    <a:pt x="9807" y="18431"/>
                  </a:lnTo>
                  <a:lnTo>
                    <a:pt x="8744" y="17248"/>
                  </a:lnTo>
                  <a:lnTo>
                    <a:pt x="7521" y="15844"/>
                  </a:lnTo>
                  <a:lnTo>
                    <a:pt x="7320" y="15664"/>
                  </a:lnTo>
                  <a:lnTo>
                    <a:pt x="7140" y="15483"/>
                  </a:lnTo>
                  <a:lnTo>
                    <a:pt x="6979" y="15262"/>
                  </a:lnTo>
                  <a:lnTo>
                    <a:pt x="6839" y="15042"/>
                  </a:lnTo>
                  <a:lnTo>
                    <a:pt x="5275" y="13217"/>
                  </a:lnTo>
                  <a:lnTo>
                    <a:pt x="3931" y="11613"/>
                  </a:lnTo>
                  <a:lnTo>
                    <a:pt x="2608" y="10028"/>
                  </a:lnTo>
                  <a:close/>
                  <a:moveTo>
                    <a:pt x="17428" y="15523"/>
                  </a:moveTo>
                  <a:lnTo>
                    <a:pt x="16646" y="15744"/>
                  </a:lnTo>
                  <a:lnTo>
                    <a:pt x="15843" y="15944"/>
                  </a:lnTo>
                  <a:lnTo>
                    <a:pt x="15041" y="16125"/>
                  </a:lnTo>
                  <a:lnTo>
                    <a:pt x="14199" y="16305"/>
                  </a:lnTo>
                  <a:lnTo>
                    <a:pt x="13377" y="16446"/>
                  </a:lnTo>
                  <a:lnTo>
                    <a:pt x="12534" y="16566"/>
                  </a:lnTo>
                  <a:lnTo>
                    <a:pt x="11692" y="16646"/>
                  </a:lnTo>
                  <a:lnTo>
                    <a:pt x="11271" y="16666"/>
                  </a:lnTo>
                  <a:lnTo>
                    <a:pt x="10870" y="16666"/>
                  </a:lnTo>
                  <a:lnTo>
                    <a:pt x="12314" y="18451"/>
                  </a:lnTo>
                  <a:lnTo>
                    <a:pt x="12735" y="19013"/>
                  </a:lnTo>
                  <a:lnTo>
                    <a:pt x="12916" y="19233"/>
                  </a:lnTo>
                  <a:lnTo>
                    <a:pt x="14059" y="19053"/>
                  </a:lnTo>
                  <a:lnTo>
                    <a:pt x="14460" y="18993"/>
                  </a:lnTo>
                  <a:lnTo>
                    <a:pt x="14720" y="18973"/>
                  </a:lnTo>
                  <a:lnTo>
                    <a:pt x="14821" y="18993"/>
                  </a:lnTo>
                  <a:lnTo>
                    <a:pt x="14841" y="19013"/>
                  </a:lnTo>
                  <a:lnTo>
                    <a:pt x="14881" y="19053"/>
                  </a:lnTo>
                  <a:lnTo>
                    <a:pt x="14941" y="19253"/>
                  </a:lnTo>
                  <a:lnTo>
                    <a:pt x="15101" y="19975"/>
                  </a:lnTo>
                  <a:lnTo>
                    <a:pt x="15322" y="21098"/>
                  </a:lnTo>
                  <a:lnTo>
                    <a:pt x="15583" y="22542"/>
                  </a:lnTo>
                  <a:lnTo>
                    <a:pt x="16245" y="26172"/>
                  </a:lnTo>
                  <a:lnTo>
                    <a:pt x="16626" y="28238"/>
                  </a:lnTo>
                  <a:lnTo>
                    <a:pt x="17067" y="30404"/>
                  </a:lnTo>
                  <a:lnTo>
                    <a:pt x="17568" y="32590"/>
                  </a:lnTo>
                  <a:lnTo>
                    <a:pt x="17829" y="33673"/>
                  </a:lnTo>
                  <a:lnTo>
                    <a:pt x="18090" y="34735"/>
                  </a:lnTo>
                  <a:lnTo>
                    <a:pt x="18370" y="35798"/>
                  </a:lnTo>
                  <a:lnTo>
                    <a:pt x="18671" y="36801"/>
                  </a:lnTo>
                  <a:lnTo>
                    <a:pt x="18972" y="37784"/>
                  </a:lnTo>
                  <a:lnTo>
                    <a:pt x="19273" y="38726"/>
                  </a:lnTo>
                  <a:lnTo>
                    <a:pt x="19594" y="39609"/>
                  </a:lnTo>
                  <a:lnTo>
                    <a:pt x="19935" y="40411"/>
                  </a:lnTo>
                  <a:lnTo>
                    <a:pt x="20276" y="41173"/>
                  </a:lnTo>
                  <a:lnTo>
                    <a:pt x="20616" y="41855"/>
                  </a:lnTo>
                  <a:lnTo>
                    <a:pt x="20797" y="42156"/>
                  </a:lnTo>
                  <a:lnTo>
                    <a:pt x="20977" y="42436"/>
                  </a:lnTo>
                  <a:lnTo>
                    <a:pt x="21158" y="42697"/>
                  </a:lnTo>
                  <a:lnTo>
                    <a:pt x="21358" y="42938"/>
                  </a:lnTo>
                  <a:lnTo>
                    <a:pt x="21539" y="43158"/>
                  </a:lnTo>
                  <a:lnTo>
                    <a:pt x="21739" y="43339"/>
                  </a:lnTo>
                  <a:lnTo>
                    <a:pt x="21920" y="43519"/>
                  </a:lnTo>
                  <a:lnTo>
                    <a:pt x="22121" y="43640"/>
                  </a:lnTo>
                  <a:lnTo>
                    <a:pt x="22562" y="43880"/>
                  </a:lnTo>
                  <a:lnTo>
                    <a:pt x="23043" y="44101"/>
                  </a:lnTo>
                  <a:lnTo>
                    <a:pt x="23585" y="44301"/>
                  </a:lnTo>
                  <a:lnTo>
                    <a:pt x="24166" y="44502"/>
                  </a:lnTo>
                  <a:lnTo>
                    <a:pt x="24808" y="44682"/>
                  </a:lnTo>
                  <a:lnTo>
                    <a:pt x="25510" y="44843"/>
                  </a:lnTo>
                  <a:lnTo>
                    <a:pt x="26232" y="45003"/>
                  </a:lnTo>
                  <a:lnTo>
                    <a:pt x="26994" y="45144"/>
                  </a:lnTo>
                  <a:lnTo>
                    <a:pt x="27776" y="45284"/>
                  </a:lnTo>
                  <a:lnTo>
                    <a:pt x="28598" y="45404"/>
                  </a:lnTo>
                  <a:lnTo>
                    <a:pt x="29460" y="45505"/>
                  </a:lnTo>
                  <a:lnTo>
                    <a:pt x="30323" y="45605"/>
                  </a:lnTo>
                  <a:lnTo>
                    <a:pt x="32108" y="45785"/>
                  </a:lnTo>
                  <a:lnTo>
                    <a:pt x="33913" y="45926"/>
                  </a:lnTo>
                  <a:lnTo>
                    <a:pt x="35717" y="46026"/>
                  </a:lnTo>
                  <a:lnTo>
                    <a:pt x="37502" y="46106"/>
                  </a:lnTo>
                  <a:lnTo>
                    <a:pt x="39227" y="46167"/>
                  </a:lnTo>
                  <a:lnTo>
                    <a:pt x="40851" y="46207"/>
                  </a:lnTo>
                  <a:lnTo>
                    <a:pt x="43719" y="46247"/>
                  </a:lnTo>
                  <a:lnTo>
                    <a:pt x="47008" y="46247"/>
                  </a:lnTo>
                  <a:lnTo>
                    <a:pt x="49274" y="46227"/>
                  </a:lnTo>
                  <a:lnTo>
                    <a:pt x="50598" y="46207"/>
                  </a:lnTo>
                  <a:lnTo>
                    <a:pt x="52002" y="46167"/>
                  </a:lnTo>
                  <a:lnTo>
                    <a:pt x="53486" y="46106"/>
                  </a:lnTo>
                  <a:lnTo>
                    <a:pt x="55010" y="46026"/>
                  </a:lnTo>
                  <a:lnTo>
                    <a:pt x="56574" y="45886"/>
                  </a:lnTo>
                  <a:lnTo>
                    <a:pt x="58138" y="45745"/>
                  </a:lnTo>
                  <a:lnTo>
                    <a:pt x="56494" y="45745"/>
                  </a:lnTo>
                  <a:lnTo>
                    <a:pt x="55632" y="45705"/>
                  </a:lnTo>
                  <a:lnTo>
                    <a:pt x="54749" y="45665"/>
                  </a:lnTo>
                  <a:lnTo>
                    <a:pt x="53887" y="45625"/>
                  </a:lnTo>
                  <a:lnTo>
                    <a:pt x="53024" y="45545"/>
                  </a:lnTo>
                  <a:lnTo>
                    <a:pt x="52142" y="45465"/>
                  </a:lnTo>
                  <a:lnTo>
                    <a:pt x="51280" y="45384"/>
                  </a:lnTo>
                  <a:lnTo>
                    <a:pt x="50417" y="45264"/>
                  </a:lnTo>
                  <a:lnTo>
                    <a:pt x="48693" y="45023"/>
                  </a:lnTo>
                  <a:lnTo>
                    <a:pt x="46968" y="44723"/>
                  </a:lnTo>
                  <a:lnTo>
                    <a:pt x="45263" y="44402"/>
                  </a:lnTo>
                  <a:lnTo>
                    <a:pt x="43579" y="44021"/>
                  </a:lnTo>
                  <a:lnTo>
                    <a:pt x="41894" y="43620"/>
                  </a:lnTo>
                  <a:lnTo>
                    <a:pt x="40190" y="43198"/>
                  </a:lnTo>
                  <a:lnTo>
                    <a:pt x="38505" y="42737"/>
                  </a:lnTo>
                  <a:lnTo>
                    <a:pt x="37663" y="42497"/>
                  </a:lnTo>
                  <a:lnTo>
                    <a:pt x="36820" y="42236"/>
                  </a:lnTo>
                  <a:lnTo>
                    <a:pt x="35978" y="41955"/>
                  </a:lnTo>
                  <a:lnTo>
                    <a:pt x="35156" y="41654"/>
                  </a:lnTo>
                  <a:lnTo>
                    <a:pt x="34334" y="41353"/>
                  </a:lnTo>
                  <a:lnTo>
                    <a:pt x="33511" y="41033"/>
                  </a:lnTo>
                  <a:lnTo>
                    <a:pt x="32709" y="40692"/>
                  </a:lnTo>
                  <a:lnTo>
                    <a:pt x="31927" y="40331"/>
                  </a:lnTo>
                  <a:lnTo>
                    <a:pt x="31145" y="39950"/>
                  </a:lnTo>
                  <a:lnTo>
                    <a:pt x="30363" y="39528"/>
                  </a:lnTo>
                  <a:lnTo>
                    <a:pt x="29621" y="39107"/>
                  </a:lnTo>
                  <a:lnTo>
                    <a:pt x="28899" y="38666"/>
                  </a:lnTo>
                  <a:lnTo>
                    <a:pt x="28197" y="38185"/>
                  </a:lnTo>
                  <a:lnTo>
                    <a:pt x="27535" y="37683"/>
                  </a:lnTo>
                  <a:lnTo>
                    <a:pt x="26893" y="37162"/>
                  </a:lnTo>
                  <a:lnTo>
                    <a:pt x="26272" y="36601"/>
                  </a:lnTo>
                  <a:lnTo>
                    <a:pt x="25670" y="36039"/>
                  </a:lnTo>
                  <a:lnTo>
                    <a:pt x="25089" y="35437"/>
                  </a:lnTo>
                  <a:lnTo>
                    <a:pt x="24547" y="34816"/>
                  </a:lnTo>
                  <a:lnTo>
                    <a:pt x="24026" y="34174"/>
                  </a:lnTo>
                  <a:lnTo>
                    <a:pt x="23524" y="33512"/>
                  </a:lnTo>
                  <a:lnTo>
                    <a:pt x="23043" y="32830"/>
                  </a:lnTo>
                  <a:lnTo>
                    <a:pt x="22602" y="32128"/>
                  </a:lnTo>
                  <a:lnTo>
                    <a:pt x="22181" y="31386"/>
                  </a:lnTo>
                  <a:lnTo>
                    <a:pt x="21780" y="30644"/>
                  </a:lnTo>
                  <a:lnTo>
                    <a:pt x="21399" y="29862"/>
                  </a:lnTo>
                  <a:lnTo>
                    <a:pt x="21018" y="29020"/>
                  </a:lnTo>
                  <a:lnTo>
                    <a:pt x="20677" y="28178"/>
                  </a:lnTo>
                  <a:lnTo>
                    <a:pt x="20356" y="27315"/>
                  </a:lnTo>
                  <a:lnTo>
                    <a:pt x="20055" y="26433"/>
                  </a:lnTo>
                  <a:lnTo>
                    <a:pt x="19774" y="25571"/>
                  </a:lnTo>
                  <a:lnTo>
                    <a:pt x="19513" y="24688"/>
                  </a:lnTo>
                  <a:lnTo>
                    <a:pt x="19273" y="23786"/>
                  </a:lnTo>
                  <a:lnTo>
                    <a:pt x="19052" y="22883"/>
                  </a:lnTo>
                  <a:lnTo>
                    <a:pt x="18832" y="22001"/>
                  </a:lnTo>
                  <a:lnTo>
                    <a:pt x="18651" y="21098"/>
                  </a:lnTo>
                  <a:lnTo>
                    <a:pt x="18270" y="19273"/>
                  </a:lnTo>
                  <a:lnTo>
                    <a:pt x="17949" y="17468"/>
                  </a:lnTo>
                  <a:lnTo>
                    <a:pt x="17628" y="15644"/>
                  </a:lnTo>
                  <a:lnTo>
                    <a:pt x="17608" y="15603"/>
                  </a:lnTo>
                  <a:lnTo>
                    <a:pt x="17568" y="15563"/>
                  </a:lnTo>
                  <a:lnTo>
                    <a:pt x="17528" y="15523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34">
              <a:extLst>
                <a:ext uri="{FF2B5EF4-FFF2-40B4-BE49-F238E27FC236}">
                  <a16:creationId xmlns:a16="http://schemas.microsoft.com/office/drawing/2014/main" id="{768C8269-87C3-AA10-6D5E-7C7B0319D2AC}"/>
                </a:ext>
              </a:extLst>
            </p:cNvPr>
            <p:cNvSpPr/>
            <p:nvPr/>
          </p:nvSpPr>
          <p:spPr>
            <a:xfrm>
              <a:off x="8528400" y="4367775"/>
              <a:ext cx="1181750" cy="768100"/>
            </a:xfrm>
            <a:custGeom>
              <a:avLst/>
              <a:gdLst/>
              <a:ahLst/>
              <a:cxnLst/>
              <a:rect l="l" t="t" r="r" b="b"/>
              <a:pathLst>
                <a:path w="47270" h="30724" fill="none" extrusionOk="0">
                  <a:moveTo>
                    <a:pt x="6599" y="0"/>
                  </a:moveTo>
                  <a:lnTo>
                    <a:pt x="6599" y="0"/>
                  </a:lnTo>
                  <a:lnTo>
                    <a:pt x="6559" y="0"/>
                  </a:lnTo>
                  <a:lnTo>
                    <a:pt x="6559" y="0"/>
                  </a:lnTo>
                  <a:lnTo>
                    <a:pt x="5777" y="221"/>
                  </a:lnTo>
                  <a:lnTo>
                    <a:pt x="4974" y="421"/>
                  </a:lnTo>
                  <a:lnTo>
                    <a:pt x="4172" y="602"/>
                  </a:lnTo>
                  <a:lnTo>
                    <a:pt x="3330" y="782"/>
                  </a:lnTo>
                  <a:lnTo>
                    <a:pt x="2508" y="923"/>
                  </a:lnTo>
                  <a:lnTo>
                    <a:pt x="1665" y="1043"/>
                  </a:lnTo>
                  <a:lnTo>
                    <a:pt x="823" y="1123"/>
                  </a:lnTo>
                  <a:lnTo>
                    <a:pt x="402" y="1143"/>
                  </a:lnTo>
                  <a:lnTo>
                    <a:pt x="1" y="1143"/>
                  </a:lnTo>
                  <a:lnTo>
                    <a:pt x="1" y="1143"/>
                  </a:lnTo>
                  <a:lnTo>
                    <a:pt x="1445" y="2928"/>
                  </a:lnTo>
                  <a:lnTo>
                    <a:pt x="1866" y="3490"/>
                  </a:lnTo>
                  <a:lnTo>
                    <a:pt x="2047" y="3710"/>
                  </a:lnTo>
                  <a:lnTo>
                    <a:pt x="2047" y="3710"/>
                  </a:lnTo>
                  <a:lnTo>
                    <a:pt x="2047" y="3710"/>
                  </a:lnTo>
                  <a:lnTo>
                    <a:pt x="2047" y="3710"/>
                  </a:lnTo>
                  <a:lnTo>
                    <a:pt x="3190" y="3530"/>
                  </a:lnTo>
                  <a:lnTo>
                    <a:pt x="3591" y="3470"/>
                  </a:lnTo>
                  <a:lnTo>
                    <a:pt x="3851" y="3450"/>
                  </a:lnTo>
                  <a:lnTo>
                    <a:pt x="3851" y="3450"/>
                  </a:lnTo>
                  <a:lnTo>
                    <a:pt x="3952" y="3470"/>
                  </a:lnTo>
                  <a:lnTo>
                    <a:pt x="3952" y="3470"/>
                  </a:lnTo>
                  <a:lnTo>
                    <a:pt x="3972" y="3490"/>
                  </a:lnTo>
                  <a:lnTo>
                    <a:pt x="4012" y="3530"/>
                  </a:lnTo>
                  <a:lnTo>
                    <a:pt x="4072" y="3730"/>
                  </a:lnTo>
                  <a:lnTo>
                    <a:pt x="4232" y="4452"/>
                  </a:lnTo>
                  <a:lnTo>
                    <a:pt x="4453" y="5575"/>
                  </a:lnTo>
                  <a:lnTo>
                    <a:pt x="4714" y="7019"/>
                  </a:lnTo>
                  <a:lnTo>
                    <a:pt x="5376" y="10649"/>
                  </a:lnTo>
                  <a:lnTo>
                    <a:pt x="5757" y="12715"/>
                  </a:lnTo>
                  <a:lnTo>
                    <a:pt x="6198" y="14881"/>
                  </a:lnTo>
                  <a:lnTo>
                    <a:pt x="6699" y="17067"/>
                  </a:lnTo>
                  <a:lnTo>
                    <a:pt x="6960" y="18150"/>
                  </a:lnTo>
                  <a:lnTo>
                    <a:pt x="7221" y="19212"/>
                  </a:lnTo>
                  <a:lnTo>
                    <a:pt x="7501" y="20275"/>
                  </a:lnTo>
                  <a:lnTo>
                    <a:pt x="7802" y="21278"/>
                  </a:lnTo>
                  <a:lnTo>
                    <a:pt x="8103" y="22261"/>
                  </a:lnTo>
                  <a:lnTo>
                    <a:pt x="8404" y="23203"/>
                  </a:lnTo>
                  <a:lnTo>
                    <a:pt x="8725" y="24086"/>
                  </a:lnTo>
                  <a:lnTo>
                    <a:pt x="9066" y="24888"/>
                  </a:lnTo>
                  <a:lnTo>
                    <a:pt x="9407" y="25650"/>
                  </a:lnTo>
                  <a:lnTo>
                    <a:pt x="9747" y="26332"/>
                  </a:lnTo>
                  <a:lnTo>
                    <a:pt x="9928" y="26633"/>
                  </a:lnTo>
                  <a:lnTo>
                    <a:pt x="10108" y="26913"/>
                  </a:lnTo>
                  <a:lnTo>
                    <a:pt x="10289" y="27174"/>
                  </a:lnTo>
                  <a:lnTo>
                    <a:pt x="10489" y="27415"/>
                  </a:lnTo>
                  <a:lnTo>
                    <a:pt x="10670" y="27635"/>
                  </a:lnTo>
                  <a:lnTo>
                    <a:pt x="10870" y="27816"/>
                  </a:lnTo>
                  <a:lnTo>
                    <a:pt x="11051" y="27996"/>
                  </a:lnTo>
                  <a:lnTo>
                    <a:pt x="11252" y="28117"/>
                  </a:lnTo>
                  <a:lnTo>
                    <a:pt x="11252" y="28117"/>
                  </a:lnTo>
                  <a:lnTo>
                    <a:pt x="11693" y="28357"/>
                  </a:lnTo>
                  <a:lnTo>
                    <a:pt x="12174" y="28578"/>
                  </a:lnTo>
                  <a:lnTo>
                    <a:pt x="12716" y="28778"/>
                  </a:lnTo>
                  <a:lnTo>
                    <a:pt x="13297" y="28979"/>
                  </a:lnTo>
                  <a:lnTo>
                    <a:pt x="13939" y="29159"/>
                  </a:lnTo>
                  <a:lnTo>
                    <a:pt x="14641" y="29320"/>
                  </a:lnTo>
                  <a:lnTo>
                    <a:pt x="15363" y="29480"/>
                  </a:lnTo>
                  <a:lnTo>
                    <a:pt x="16125" y="29621"/>
                  </a:lnTo>
                  <a:lnTo>
                    <a:pt x="16907" y="29761"/>
                  </a:lnTo>
                  <a:lnTo>
                    <a:pt x="17729" y="29881"/>
                  </a:lnTo>
                  <a:lnTo>
                    <a:pt x="18591" y="29982"/>
                  </a:lnTo>
                  <a:lnTo>
                    <a:pt x="19454" y="30082"/>
                  </a:lnTo>
                  <a:lnTo>
                    <a:pt x="21239" y="30262"/>
                  </a:lnTo>
                  <a:lnTo>
                    <a:pt x="23044" y="30403"/>
                  </a:lnTo>
                  <a:lnTo>
                    <a:pt x="24848" y="30503"/>
                  </a:lnTo>
                  <a:lnTo>
                    <a:pt x="26633" y="30583"/>
                  </a:lnTo>
                  <a:lnTo>
                    <a:pt x="28358" y="30644"/>
                  </a:lnTo>
                  <a:lnTo>
                    <a:pt x="29982" y="30684"/>
                  </a:lnTo>
                  <a:lnTo>
                    <a:pt x="32850" y="30724"/>
                  </a:lnTo>
                  <a:lnTo>
                    <a:pt x="34956" y="30724"/>
                  </a:lnTo>
                  <a:lnTo>
                    <a:pt x="34956" y="30724"/>
                  </a:lnTo>
                  <a:lnTo>
                    <a:pt x="36139" y="30724"/>
                  </a:lnTo>
                  <a:lnTo>
                    <a:pt x="36139" y="30724"/>
                  </a:lnTo>
                  <a:lnTo>
                    <a:pt x="38405" y="30704"/>
                  </a:lnTo>
                  <a:lnTo>
                    <a:pt x="39729" y="30684"/>
                  </a:lnTo>
                  <a:lnTo>
                    <a:pt x="41133" y="30644"/>
                  </a:lnTo>
                  <a:lnTo>
                    <a:pt x="42617" y="30583"/>
                  </a:lnTo>
                  <a:lnTo>
                    <a:pt x="44141" y="30503"/>
                  </a:lnTo>
                  <a:lnTo>
                    <a:pt x="45705" y="30363"/>
                  </a:lnTo>
                  <a:lnTo>
                    <a:pt x="47269" y="30222"/>
                  </a:lnTo>
                  <a:lnTo>
                    <a:pt x="47269" y="30222"/>
                  </a:lnTo>
                  <a:lnTo>
                    <a:pt x="46487" y="30222"/>
                  </a:lnTo>
                  <a:lnTo>
                    <a:pt x="46487" y="30222"/>
                  </a:lnTo>
                  <a:lnTo>
                    <a:pt x="45625" y="30222"/>
                  </a:lnTo>
                  <a:lnTo>
                    <a:pt x="44763" y="30182"/>
                  </a:lnTo>
                  <a:lnTo>
                    <a:pt x="43880" y="30142"/>
                  </a:lnTo>
                  <a:lnTo>
                    <a:pt x="43018" y="30102"/>
                  </a:lnTo>
                  <a:lnTo>
                    <a:pt x="42155" y="30022"/>
                  </a:lnTo>
                  <a:lnTo>
                    <a:pt x="41273" y="29942"/>
                  </a:lnTo>
                  <a:lnTo>
                    <a:pt x="40411" y="29861"/>
                  </a:lnTo>
                  <a:lnTo>
                    <a:pt x="39548" y="29741"/>
                  </a:lnTo>
                  <a:lnTo>
                    <a:pt x="37824" y="29500"/>
                  </a:lnTo>
                  <a:lnTo>
                    <a:pt x="36099" y="29200"/>
                  </a:lnTo>
                  <a:lnTo>
                    <a:pt x="34394" y="28879"/>
                  </a:lnTo>
                  <a:lnTo>
                    <a:pt x="32710" y="28498"/>
                  </a:lnTo>
                  <a:lnTo>
                    <a:pt x="32710" y="28498"/>
                  </a:lnTo>
                  <a:lnTo>
                    <a:pt x="31025" y="28097"/>
                  </a:lnTo>
                  <a:lnTo>
                    <a:pt x="29321" y="27675"/>
                  </a:lnTo>
                  <a:lnTo>
                    <a:pt x="27636" y="27214"/>
                  </a:lnTo>
                  <a:lnTo>
                    <a:pt x="26794" y="26974"/>
                  </a:lnTo>
                  <a:lnTo>
                    <a:pt x="25951" y="26713"/>
                  </a:lnTo>
                  <a:lnTo>
                    <a:pt x="25109" y="26432"/>
                  </a:lnTo>
                  <a:lnTo>
                    <a:pt x="24287" y="26131"/>
                  </a:lnTo>
                  <a:lnTo>
                    <a:pt x="23465" y="25830"/>
                  </a:lnTo>
                  <a:lnTo>
                    <a:pt x="22642" y="25510"/>
                  </a:lnTo>
                  <a:lnTo>
                    <a:pt x="21840" y="25169"/>
                  </a:lnTo>
                  <a:lnTo>
                    <a:pt x="21058" y="24808"/>
                  </a:lnTo>
                  <a:lnTo>
                    <a:pt x="20276" y="24427"/>
                  </a:lnTo>
                  <a:lnTo>
                    <a:pt x="19494" y="24005"/>
                  </a:lnTo>
                  <a:lnTo>
                    <a:pt x="19494" y="24005"/>
                  </a:lnTo>
                  <a:lnTo>
                    <a:pt x="18752" y="23584"/>
                  </a:lnTo>
                  <a:lnTo>
                    <a:pt x="18030" y="23143"/>
                  </a:lnTo>
                  <a:lnTo>
                    <a:pt x="17328" y="22662"/>
                  </a:lnTo>
                  <a:lnTo>
                    <a:pt x="16666" y="22160"/>
                  </a:lnTo>
                  <a:lnTo>
                    <a:pt x="16024" y="21639"/>
                  </a:lnTo>
                  <a:lnTo>
                    <a:pt x="15403" y="21078"/>
                  </a:lnTo>
                  <a:lnTo>
                    <a:pt x="14801" y="20516"/>
                  </a:lnTo>
                  <a:lnTo>
                    <a:pt x="14220" y="19914"/>
                  </a:lnTo>
                  <a:lnTo>
                    <a:pt x="13678" y="19293"/>
                  </a:lnTo>
                  <a:lnTo>
                    <a:pt x="13157" y="18651"/>
                  </a:lnTo>
                  <a:lnTo>
                    <a:pt x="12655" y="17989"/>
                  </a:lnTo>
                  <a:lnTo>
                    <a:pt x="12174" y="17307"/>
                  </a:lnTo>
                  <a:lnTo>
                    <a:pt x="11733" y="16605"/>
                  </a:lnTo>
                  <a:lnTo>
                    <a:pt x="11312" y="15863"/>
                  </a:lnTo>
                  <a:lnTo>
                    <a:pt x="10911" y="15121"/>
                  </a:lnTo>
                  <a:lnTo>
                    <a:pt x="10530" y="14339"/>
                  </a:lnTo>
                  <a:lnTo>
                    <a:pt x="10530" y="14339"/>
                  </a:lnTo>
                  <a:lnTo>
                    <a:pt x="10149" y="13497"/>
                  </a:lnTo>
                  <a:lnTo>
                    <a:pt x="9808" y="12655"/>
                  </a:lnTo>
                  <a:lnTo>
                    <a:pt x="9487" y="11792"/>
                  </a:lnTo>
                  <a:lnTo>
                    <a:pt x="9186" y="10910"/>
                  </a:lnTo>
                  <a:lnTo>
                    <a:pt x="8905" y="10048"/>
                  </a:lnTo>
                  <a:lnTo>
                    <a:pt x="8644" y="9165"/>
                  </a:lnTo>
                  <a:lnTo>
                    <a:pt x="8404" y="8263"/>
                  </a:lnTo>
                  <a:lnTo>
                    <a:pt x="8183" y="7360"/>
                  </a:lnTo>
                  <a:lnTo>
                    <a:pt x="7963" y="6478"/>
                  </a:lnTo>
                  <a:lnTo>
                    <a:pt x="7782" y="5575"/>
                  </a:lnTo>
                  <a:lnTo>
                    <a:pt x="7401" y="3750"/>
                  </a:lnTo>
                  <a:lnTo>
                    <a:pt x="7080" y="1945"/>
                  </a:lnTo>
                  <a:lnTo>
                    <a:pt x="6759" y="121"/>
                  </a:lnTo>
                  <a:lnTo>
                    <a:pt x="6759" y="121"/>
                  </a:lnTo>
                  <a:lnTo>
                    <a:pt x="6739" y="80"/>
                  </a:lnTo>
                  <a:lnTo>
                    <a:pt x="6699" y="40"/>
                  </a:lnTo>
                  <a:lnTo>
                    <a:pt x="6659" y="0"/>
                  </a:lnTo>
                  <a:lnTo>
                    <a:pt x="65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34">
              <a:extLst>
                <a:ext uri="{FF2B5EF4-FFF2-40B4-BE49-F238E27FC236}">
                  <a16:creationId xmlns:a16="http://schemas.microsoft.com/office/drawing/2014/main" id="{A4264DCE-6542-9DF7-00C7-ACA29413F98E}"/>
                </a:ext>
              </a:extLst>
            </p:cNvPr>
            <p:cNvSpPr/>
            <p:nvPr/>
          </p:nvSpPr>
          <p:spPr>
            <a:xfrm>
              <a:off x="8256675" y="4230400"/>
              <a:ext cx="275275" cy="255725"/>
            </a:xfrm>
            <a:custGeom>
              <a:avLst/>
              <a:gdLst/>
              <a:ahLst/>
              <a:cxnLst/>
              <a:rect l="l" t="t" r="r" b="b"/>
              <a:pathLst>
                <a:path w="11011" h="10229" fill="none" extrusionOk="0">
                  <a:moveTo>
                    <a:pt x="2608" y="0"/>
                  </a:moveTo>
                  <a:lnTo>
                    <a:pt x="2608" y="0"/>
                  </a:lnTo>
                  <a:lnTo>
                    <a:pt x="2146" y="482"/>
                  </a:lnTo>
                  <a:lnTo>
                    <a:pt x="1725" y="943"/>
                  </a:lnTo>
                  <a:lnTo>
                    <a:pt x="1364" y="1384"/>
                  </a:lnTo>
                  <a:lnTo>
                    <a:pt x="1023" y="1805"/>
                  </a:lnTo>
                  <a:lnTo>
                    <a:pt x="742" y="2186"/>
                  </a:lnTo>
                  <a:lnTo>
                    <a:pt x="522" y="2527"/>
                  </a:lnTo>
                  <a:lnTo>
                    <a:pt x="341" y="2848"/>
                  </a:lnTo>
                  <a:lnTo>
                    <a:pt x="221" y="3109"/>
                  </a:lnTo>
                  <a:lnTo>
                    <a:pt x="221" y="3109"/>
                  </a:lnTo>
                  <a:lnTo>
                    <a:pt x="121" y="3430"/>
                  </a:lnTo>
                  <a:lnTo>
                    <a:pt x="61" y="3770"/>
                  </a:lnTo>
                  <a:lnTo>
                    <a:pt x="20" y="4111"/>
                  </a:lnTo>
                  <a:lnTo>
                    <a:pt x="0" y="4432"/>
                  </a:lnTo>
                  <a:lnTo>
                    <a:pt x="0" y="4432"/>
                  </a:lnTo>
                  <a:lnTo>
                    <a:pt x="20" y="4914"/>
                  </a:lnTo>
                  <a:lnTo>
                    <a:pt x="101" y="5375"/>
                  </a:lnTo>
                  <a:lnTo>
                    <a:pt x="201" y="5836"/>
                  </a:lnTo>
                  <a:lnTo>
                    <a:pt x="341" y="6297"/>
                  </a:lnTo>
                  <a:lnTo>
                    <a:pt x="522" y="6739"/>
                  </a:lnTo>
                  <a:lnTo>
                    <a:pt x="742" y="7160"/>
                  </a:lnTo>
                  <a:lnTo>
                    <a:pt x="983" y="7581"/>
                  </a:lnTo>
                  <a:lnTo>
                    <a:pt x="1264" y="7982"/>
                  </a:lnTo>
                  <a:lnTo>
                    <a:pt x="1545" y="8363"/>
                  </a:lnTo>
                  <a:lnTo>
                    <a:pt x="1866" y="8704"/>
                  </a:lnTo>
                  <a:lnTo>
                    <a:pt x="2186" y="9025"/>
                  </a:lnTo>
                  <a:lnTo>
                    <a:pt x="2527" y="9326"/>
                  </a:lnTo>
                  <a:lnTo>
                    <a:pt x="2868" y="9586"/>
                  </a:lnTo>
                  <a:lnTo>
                    <a:pt x="3229" y="9787"/>
                  </a:lnTo>
                  <a:lnTo>
                    <a:pt x="3590" y="9967"/>
                  </a:lnTo>
                  <a:lnTo>
                    <a:pt x="3951" y="10088"/>
                  </a:lnTo>
                  <a:lnTo>
                    <a:pt x="3951" y="10088"/>
                  </a:lnTo>
                  <a:lnTo>
                    <a:pt x="4212" y="10148"/>
                  </a:lnTo>
                  <a:lnTo>
                    <a:pt x="4533" y="10188"/>
                  </a:lnTo>
                  <a:lnTo>
                    <a:pt x="4874" y="10208"/>
                  </a:lnTo>
                  <a:lnTo>
                    <a:pt x="5255" y="10228"/>
                  </a:lnTo>
                  <a:lnTo>
                    <a:pt x="5255" y="10228"/>
                  </a:lnTo>
                  <a:lnTo>
                    <a:pt x="5836" y="10208"/>
                  </a:lnTo>
                  <a:lnTo>
                    <a:pt x="6478" y="10168"/>
                  </a:lnTo>
                  <a:lnTo>
                    <a:pt x="7160" y="10108"/>
                  </a:lnTo>
                  <a:lnTo>
                    <a:pt x="7882" y="10028"/>
                  </a:lnTo>
                  <a:lnTo>
                    <a:pt x="9326" y="9827"/>
                  </a:lnTo>
                  <a:lnTo>
                    <a:pt x="10790" y="9586"/>
                  </a:lnTo>
                  <a:lnTo>
                    <a:pt x="10790" y="9586"/>
                  </a:lnTo>
                  <a:lnTo>
                    <a:pt x="11010" y="9546"/>
                  </a:lnTo>
                  <a:lnTo>
                    <a:pt x="11010" y="9546"/>
                  </a:lnTo>
                  <a:lnTo>
                    <a:pt x="11010" y="9546"/>
                  </a:lnTo>
                  <a:lnTo>
                    <a:pt x="11010" y="9546"/>
                  </a:lnTo>
                  <a:lnTo>
                    <a:pt x="10930" y="9526"/>
                  </a:lnTo>
                  <a:lnTo>
                    <a:pt x="10850" y="9446"/>
                  </a:lnTo>
                  <a:lnTo>
                    <a:pt x="10589" y="9205"/>
                  </a:lnTo>
                  <a:lnTo>
                    <a:pt x="10228" y="8864"/>
                  </a:lnTo>
                  <a:lnTo>
                    <a:pt x="9807" y="8403"/>
                  </a:lnTo>
                  <a:lnTo>
                    <a:pt x="8744" y="7220"/>
                  </a:lnTo>
                  <a:lnTo>
                    <a:pt x="7521" y="5816"/>
                  </a:lnTo>
                  <a:lnTo>
                    <a:pt x="7521" y="5816"/>
                  </a:lnTo>
                  <a:lnTo>
                    <a:pt x="7320" y="5636"/>
                  </a:lnTo>
                  <a:lnTo>
                    <a:pt x="7140" y="5455"/>
                  </a:lnTo>
                  <a:lnTo>
                    <a:pt x="6979" y="5234"/>
                  </a:lnTo>
                  <a:lnTo>
                    <a:pt x="6839" y="5014"/>
                  </a:lnTo>
                  <a:lnTo>
                    <a:pt x="6839" y="5014"/>
                  </a:lnTo>
                  <a:lnTo>
                    <a:pt x="5275" y="3189"/>
                  </a:lnTo>
                  <a:lnTo>
                    <a:pt x="3931" y="1585"/>
                  </a:lnTo>
                  <a:lnTo>
                    <a:pt x="2608" y="0"/>
                  </a:lnTo>
                  <a:lnTo>
                    <a:pt x="2608" y="0"/>
                  </a:lnTo>
                  <a:lnTo>
                    <a:pt x="260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34">
              <a:extLst>
                <a:ext uri="{FF2B5EF4-FFF2-40B4-BE49-F238E27FC236}">
                  <a16:creationId xmlns:a16="http://schemas.microsoft.com/office/drawing/2014/main" id="{51C12ACC-A01F-40E8-5D33-E06F545C7CAE}"/>
                </a:ext>
              </a:extLst>
            </p:cNvPr>
            <p:cNvSpPr/>
            <p:nvPr/>
          </p:nvSpPr>
          <p:spPr>
            <a:xfrm>
              <a:off x="8386025" y="4201825"/>
              <a:ext cx="60700" cy="63175"/>
            </a:xfrm>
            <a:custGeom>
              <a:avLst/>
              <a:gdLst/>
              <a:ahLst/>
              <a:cxnLst/>
              <a:rect l="l" t="t" r="r" b="b"/>
              <a:pathLst>
                <a:path w="2428" h="2527" fill="none" extrusionOk="0">
                  <a:moveTo>
                    <a:pt x="2427" y="0"/>
                  </a:moveTo>
                  <a:lnTo>
                    <a:pt x="2427" y="0"/>
                  </a:lnTo>
                  <a:lnTo>
                    <a:pt x="2247" y="100"/>
                  </a:lnTo>
                  <a:lnTo>
                    <a:pt x="2247" y="100"/>
                  </a:lnTo>
                  <a:lnTo>
                    <a:pt x="1966" y="241"/>
                  </a:lnTo>
                  <a:lnTo>
                    <a:pt x="1685" y="361"/>
                  </a:lnTo>
                  <a:lnTo>
                    <a:pt x="1124" y="562"/>
                  </a:lnTo>
                  <a:lnTo>
                    <a:pt x="562" y="722"/>
                  </a:lnTo>
                  <a:lnTo>
                    <a:pt x="0" y="822"/>
                  </a:lnTo>
                  <a:lnTo>
                    <a:pt x="0" y="822"/>
                  </a:lnTo>
                  <a:lnTo>
                    <a:pt x="1404" y="2527"/>
                  </a:lnTo>
                  <a:lnTo>
                    <a:pt x="1404" y="2527"/>
                  </a:lnTo>
                  <a:lnTo>
                    <a:pt x="1525" y="2106"/>
                  </a:lnTo>
                  <a:lnTo>
                    <a:pt x="1665" y="1705"/>
                  </a:lnTo>
                  <a:lnTo>
                    <a:pt x="1665" y="1705"/>
                  </a:lnTo>
                  <a:lnTo>
                    <a:pt x="1846" y="1284"/>
                  </a:lnTo>
                  <a:lnTo>
                    <a:pt x="2026" y="842"/>
                  </a:lnTo>
                  <a:lnTo>
                    <a:pt x="2227" y="421"/>
                  </a:lnTo>
                  <a:lnTo>
                    <a:pt x="242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34">
              <a:extLst>
                <a:ext uri="{FF2B5EF4-FFF2-40B4-BE49-F238E27FC236}">
                  <a16:creationId xmlns:a16="http://schemas.microsoft.com/office/drawing/2014/main" id="{1C7E64F4-7403-B681-07D3-43361DC2777A}"/>
                </a:ext>
              </a:extLst>
            </p:cNvPr>
            <p:cNvSpPr/>
            <p:nvPr/>
          </p:nvSpPr>
          <p:spPr>
            <a:xfrm>
              <a:off x="8573025" y="3979700"/>
              <a:ext cx="95300" cy="67725"/>
            </a:xfrm>
            <a:custGeom>
              <a:avLst/>
              <a:gdLst/>
              <a:ahLst/>
              <a:cxnLst/>
              <a:rect l="l" t="t" r="r" b="b"/>
              <a:pathLst>
                <a:path w="3812" h="2709" fill="none" extrusionOk="0">
                  <a:moveTo>
                    <a:pt x="3470" y="1"/>
                  </a:moveTo>
                  <a:lnTo>
                    <a:pt x="3470" y="1"/>
                  </a:lnTo>
                  <a:lnTo>
                    <a:pt x="3470" y="1"/>
                  </a:lnTo>
                  <a:lnTo>
                    <a:pt x="3470" y="1"/>
                  </a:lnTo>
                  <a:lnTo>
                    <a:pt x="347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30" y="1"/>
                  </a:lnTo>
                  <a:lnTo>
                    <a:pt x="3430" y="1"/>
                  </a:lnTo>
                  <a:lnTo>
                    <a:pt x="3430" y="1"/>
                  </a:lnTo>
                  <a:lnTo>
                    <a:pt x="343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210" y="21"/>
                  </a:lnTo>
                  <a:lnTo>
                    <a:pt x="2969" y="61"/>
                  </a:lnTo>
                  <a:lnTo>
                    <a:pt x="2708" y="141"/>
                  </a:lnTo>
                  <a:lnTo>
                    <a:pt x="2447" y="242"/>
                  </a:lnTo>
                  <a:lnTo>
                    <a:pt x="2447" y="242"/>
                  </a:lnTo>
                  <a:lnTo>
                    <a:pt x="1966" y="442"/>
                  </a:lnTo>
                  <a:lnTo>
                    <a:pt x="1445" y="723"/>
                  </a:lnTo>
                  <a:lnTo>
                    <a:pt x="1445" y="723"/>
                  </a:lnTo>
                  <a:lnTo>
                    <a:pt x="1445" y="723"/>
                  </a:lnTo>
                  <a:lnTo>
                    <a:pt x="1204" y="964"/>
                  </a:lnTo>
                  <a:lnTo>
                    <a:pt x="983" y="1224"/>
                  </a:lnTo>
                  <a:lnTo>
                    <a:pt x="783" y="1485"/>
                  </a:lnTo>
                  <a:lnTo>
                    <a:pt x="602" y="1726"/>
                  </a:lnTo>
                  <a:lnTo>
                    <a:pt x="282" y="2227"/>
                  </a:lnTo>
                  <a:lnTo>
                    <a:pt x="1" y="2708"/>
                  </a:lnTo>
                  <a:lnTo>
                    <a:pt x="1" y="2708"/>
                  </a:lnTo>
                  <a:lnTo>
                    <a:pt x="803" y="2067"/>
                  </a:lnTo>
                  <a:lnTo>
                    <a:pt x="1625" y="1465"/>
                  </a:lnTo>
                  <a:lnTo>
                    <a:pt x="2488" y="903"/>
                  </a:lnTo>
                  <a:lnTo>
                    <a:pt x="3350" y="382"/>
                  </a:lnTo>
                  <a:lnTo>
                    <a:pt x="3350" y="382"/>
                  </a:lnTo>
                  <a:lnTo>
                    <a:pt x="3450" y="422"/>
                  </a:lnTo>
                  <a:lnTo>
                    <a:pt x="3450" y="422"/>
                  </a:lnTo>
                  <a:lnTo>
                    <a:pt x="3550" y="442"/>
                  </a:lnTo>
                  <a:lnTo>
                    <a:pt x="3550" y="442"/>
                  </a:lnTo>
                  <a:lnTo>
                    <a:pt x="3631" y="442"/>
                  </a:lnTo>
                  <a:lnTo>
                    <a:pt x="3711" y="402"/>
                  </a:lnTo>
                  <a:lnTo>
                    <a:pt x="3751" y="342"/>
                  </a:lnTo>
                  <a:lnTo>
                    <a:pt x="3791" y="262"/>
                  </a:lnTo>
                  <a:lnTo>
                    <a:pt x="3811" y="202"/>
                  </a:lnTo>
                  <a:lnTo>
                    <a:pt x="3811" y="121"/>
                  </a:lnTo>
                  <a:lnTo>
                    <a:pt x="3771" y="61"/>
                  </a:lnTo>
                  <a:lnTo>
                    <a:pt x="3691" y="1"/>
                  </a:lnTo>
                  <a:lnTo>
                    <a:pt x="3691" y="1"/>
                  </a:lnTo>
                  <a:lnTo>
                    <a:pt x="3691" y="1"/>
                  </a:lnTo>
                  <a:lnTo>
                    <a:pt x="347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34">
              <a:extLst>
                <a:ext uri="{FF2B5EF4-FFF2-40B4-BE49-F238E27FC236}">
                  <a16:creationId xmlns:a16="http://schemas.microsoft.com/office/drawing/2014/main" id="{770ED741-EE70-9045-6B80-DF93673BF909}"/>
                </a:ext>
              </a:extLst>
            </p:cNvPr>
            <p:cNvSpPr/>
            <p:nvPr/>
          </p:nvSpPr>
          <p:spPr>
            <a:xfrm>
              <a:off x="9069375" y="4416900"/>
              <a:ext cx="762100" cy="505900"/>
            </a:xfrm>
            <a:custGeom>
              <a:avLst/>
              <a:gdLst/>
              <a:ahLst/>
              <a:cxnLst/>
              <a:rect l="l" t="t" r="r" b="b"/>
              <a:pathLst>
                <a:path w="30484" h="20236" extrusionOk="0">
                  <a:moveTo>
                    <a:pt x="17067" y="1"/>
                  </a:moveTo>
                  <a:lnTo>
                    <a:pt x="14781" y="41"/>
                  </a:lnTo>
                  <a:lnTo>
                    <a:pt x="10329" y="121"/>
                  </a:lnTo>
                  <a:lnTo>
                    <a:pt x="6278" y="221"/>
                  </a:lnTo>
                  <a:lnTo>
                    <a:pt x="3931" y="281"/>
                  </a:lnTo>
                  <a:lnTo>
                    <a:pt x="3450" y="642"/>
                  </a:lnTo>
                  <a:lnTo>
                    <a:pt x="3009" y="1023"/>
                  </a:lnTo>
                  <a:lnTo>
                    <a:pt x="2588" y="1444"/>
                  </a:lnTo>
                  <a:lnTo>
                    <a:pt x="2207" y="1866"/>
                  </a:lnTo>
                  <a:lnTo>
                    <a:pt x="1846" y="2327"/>
                  </a:lnTo>
                  <a:lnTo>
                    <a:pt x="1505" y="2808"/>
                  </a:lnTo>
                  <a:lnTo>
                    <a:pt x="1204" y="3289"/>
                  </a:lnTo>
                  <a:lnTo>
                    <a:pt x="923" y="3811"/>
                  </a:lnTo>
                  <a:lnTo>
                    <a:pt x="683" y="4332"/>
                  </a:lnTo>
                  <a:lnTo>
                    <a:pt x="482" y="4874"/>
                  </a:lnTo>
                  <a:lnTo>
                    <a:pt x="322" y="5435"/>
                  </a:lnTo>
                  <a:lnTo>
                    <a:pt x="181" y="5997"/>
                  </a:lnTo>
                  <a:lnTo>
                    <a:pt x="81" y="6578"/>
                  </a:lnTo>
                  <a:lnTo>
                    <a:pt x="21" y="7180"/>
                  </a:lnTo>
                  <a:lnTo>
                    <a:pt x="1" y="7762"/>
                  </a:lnTo>
                  <a:lnTo>
                    <a:pt x="21" y="8383"/>
                  </a:lnTo>
                  <a:lnTo>
                    <a:pt x="241" y="11331"/>
                  </a:lnTo>
                  <a:lnTo>
                    <a:pt x="282" y="11793"/>
                  </a:lnTo>
                  <a:lnTo>
                    <a:pt x="362" y="12254"/>
                  </a:lnTo>
                  <a:lnTo>
                    <a:pt x="442" y="12715"/>
                  </a:lnTo>
                  <a:lnTo>
                    <a:pt x="562" y="13156"/>
                  </a:lnTo>
                  <a:lnTo>
                    <a:pt x="703" y="13598"/>
                  </a:lnTo>
                  <a:lnTo>
                    <a:pt x="843" y="14019"/>
                  </a:lnTo>
                  <a:lnTo>
                    <a:pt x="1024" y="14440"/>
                  </a:lnTo>
                  <a:lnTo>
                    <a:pt x="1224" y="14841"/>
                  </a:lnTo>
                  <a:lnTo>
                    <a:pt x="1445" y="15222"/>
                  </a:lnTo>
                  <a:lnTo>
                    <a:pt x="1685" y="15623"/>
                  </a:lnTo>
                  <a:lnTo>
                    <a:pt x="1926" y="15984"/>
                  </a:lnTo>
                  <a:lnTo>
                    <a:pt x="2207" y="16345"/>
                  </a:lnTo>
                  <a:lnTo>
                    <a:pt x="2508" y="16706"/>
                  </a:lnTo>
                  <a:lnTo>
                    <a:pt x="2808" y="17027"/>
                  </a:lnTo>
                  <a:lnTo>
                    <a:pt x="3129" y="17348"/>
                  </a:lnTo>
                  <a:lnTo>
                    <a:pt x="3470" y="17669"/>
                  </a:lnTo>
                  <a:lnTo>
                    <a:pt x="3811" y="17949"/>
                  </a:lnTo>
                  <a:lnTo>
                    <a:pt x="4172" y="18230"/>
                  </a:lnTo>
                  <a:lnTo>
                    <a:pt x="4553" y="18491"/>
                  </a:lnTo>
                  <a:lnTo>
                    <a:pt x="4954" y="18731"/>
                  </a:lnTo>
                  <a:lnTo>
                    <a:pt x="5355" y="18972"/>
                  </a:lnTo>
                  <a:lnTo>
                    <a:pt x="5776" y="19173"/>
                  </a:lnTo>
                  <a:lnTo>
                    <a:pt x="6198" y="19373"/>
                  </a:lnTo>
                  <a:lnTo>
                    <a:pt x="6639" y="19534"/>
                  </a:lnTo>
                  <a:lnTo>
                    <a:pt x="7100" y="19694"/>
                  </a:lnTo>
                  <a:lnTo>
                    <a:pt x="7561" y="19834"/>
                  </a:lnTo>
                  <a:lnTo>
                    <a:pt x="8023" y="19955"/>
                  </a:lnTo>
                  <a:lnTo>
                    <a:pt x="8504" y="20055"/>
                  </a:lnTo>
                  <a:lnTo>
                    <a:pt x="8985" y="20135"/>
                  </a:lnTo>
                  <a:lnTo>
                    <a:pt x="9466" y="20175"/>
                  </a:lnTo>
                  <a:lnTo>
                    <a:pt x="9968" y="20216"/>
                  </a:lnTo>
                  <a:lnTo>
                    <a:pt x="10469" y="20236"/>
                  </a:lnTo>
                  <a:lnTo>
                    <a:pt x="20015" y="20236"/>
                  </a:lnTo>
                  <a:lnTo>
                    <a:pt x="20516" y="20216"/>
                  </a:lnTo>
                  <a:lnTo>
                    <a:pt x="21018" y="20175"/>
                  </a:lnTo>
                  <a:lnTo>
                    <a:pt x="21499" y="20135"/>
                  </a:lnTo>
                  <a:lnTo>
                    <a:pt x="22001" y="20055"/>
                  </a:lnTo>
                  <a:lnTo>
                    <a:pt x="22462" y="19955"/>
                  </a:lnTo>
                  <a:lnTo>
                    <a:pt x="22943" y="19834"/>
                  </a:lnTo>
                  <a:lnTo>
                    <a:pt x="23384" y="19694"/>
                  </a:lnTo>
                  <a:lnTo>
                    <a:pt x="23846" y="19534"/>
                  </a:lnTo>
                  <a:lnTo>
                    <a:pt x="24287" y="19373"/>
                  </a:lnTo>
                  <a:lnTo>
                    <a:pt x="24708" y="19173"/>
                  </a:lnTo>
                  <a:lnTo>
                    <a:pt x="25129" y="18972"/>
                  </a:lnTo>
                  <a:lnTo>
                    <a:pt x="25530" y="18731"/>
                  </a:lnTo>
                  <a:lnTo>
                    <a:pt x="25931" y="18491"/>
                  </a:lnTo>
                  <a:lnTo>
                    <a:pt x="26312" y="18230"/>
                  </a:lnTo>
                  <a:lnTo>
                    <a:pt x="26673" y="17949"/>
                  </a:lnTo>
                  <a:lnTo>
                    <a:pt x="27034" y="17669"/>
                  </a:lnTo>
                  <a:lnTo>
                    <a:pt x="27355" y="17348"/>
                  </a:lnTo>
                  <a:lnTo>
                    <a:pt x="27676" y="17027"/>
                  </a:lnTo>
                  <a:lnTo>
                    <a:pt x="27997" y="16706"/>
                  </a:lnTo>
                  <a:lnTo>
                    <a:pt x="28278" y="16345"/>
                  </a:lnTo>
                  <a:lnTo>
                    <a:pt x="28558" y="15984"/>
                  </a:lnTo>
                  <a:lnTo>
                    <a:pt x="28799" y="15623"/>
                  </a:lnTo>
                  <a:lnTo>
                    <a:pt x="29040" y="15222"/>
                  </a:lnTo>
                  <a:lnTo>
                    <a:pt x="29260" y="14841"/>
                  </a:lnTo>
                  <a:lnTo>
                    <a:pt x="29461" y="14440"/>
                  </a:lnTo>
                  <a:lnTo>
                    <a:pt x="29641" y="14019"/>
                  </a:lnTo>
                  <a:lnTo>
                    <a:pt x="29802" y="13598"/>
                  </a:lnTo>
                  <a:lnTo>
                    <a:pt x="29922" y="13156"/>
                  </a:lnTo>
                  <a:lnTo>
                    <a:pt x="30042" y="12715"/>
                  </a:lnTo>
                  <a:lnTo>
                    <a:pt x="30143" y="12254"/>
                  </a:lnTo>
                  <a:lnTo>
                    <a:pt x="30203" y="11793"/>
                  </a:lnTo>
                  <a:lnTo>
                    <a:pt x="30243" y="11331"/>
                  </a:lnTo>
                  <a:lnTo>
                    <a:pt x="30464" y="8383"/>
                  </a:lnTo>
                  <a:lnTo>
                    <a:pt x="30484" y="7762"/>
                  </a:lnTo>
                  <a:lnTo>
                    <a:pt x="30464" y="7140"/>
                  </a:lnTo>
                  <a:lnTo>
                    <a:pt x="30403" y="6538"/>
                  </a:lnTo>
                  <a:lnTo>
                    <a:pt x="30283" y="5937"/>
                  </a:lnTo>
                  <a:lnTo>
                    <a:pt x="30143" y="5355"/>
                  </a:lnTo>
                  <a:lnTo>
                    <a:pt x="29962" y="4774"/>
                  </a:lnTo>
                  <a:lnTo>
                    <a:pt x="29742" y="4232"/>
                  </a:lnTo>
                  <a:lnTo>
                    <a:pt x="29501" y="3691"/>
                  </a:lnTo>
                  <a:lnTo>
                    <a:pt x="29200" y="3169"/>
                  </a:lnTo>
                  <a:lnTo>
                    <a:pt x="28879" y="2668"/>
                  </a:lnTo>
                  <a:lnTo>
                    <a:pt x="28538" y="2186"/>
                  </a:lnTo>
                  <a:lnTo>
                    <a:pt x="28157" y="1725"/>
                  </a:lnTo>
                  <a:lnTo>
                    <a:pt x="27736" y="1284"/>
                  </a:lnTo>
                  <a:lnTo>
                    <a:pt x="27295" y="863"/>
                  </a:lnTo>
                  <a:lnTo>
                    <a:pt x="26834" y="482"/>
                  </a:lnTo>
                  <a:lnTo>
                    <a:pt x="26352" y="121"/>
                  </a:lnTo>
                  <a:lnTo>
                    <a:pt x="25189" y="81"/>
                  </a:lnTo>
                  <a:lnTo>
                    <a:pt x="24026" y="41"/>
                  </a:lnTo>
                  <a:lnTo>
                    <a:pt x="21720" y="21"/>
                  </a:lnTo>
                  <a:lnTo>
                    <a:pt x="1939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34">
              <a:extLst>
                <a:ext uri="{FF2B5EF4-FFF2-40B4-BE49-F238E27FC236}">
                  <a16:creationId xmlns:a16="http://schemas.microsoft.com/office/drawing/2014/main" id="{E3A1304C-31F8-3C05-95CE-0CD2BAEF721D}"/>
                </a:ext>
              </a:extLst>
            </p:cNvPr>
            <p:cNvSpPr/>
            <p:nvPr/>
          </p:nvSpPr>
          <p:spPr>
            <a:xfrm>
              <a:off x="9161125" y="4416900"/>
              <a:ext cx="579100" cy="406625"/>
            </a:xfrm>
            <a:custGeom>
              <a:avLst/>
              <a:gdLst/>
              <a:ahLst/>
              <a:cxnLst/>
              <a:rect l="l" t="t" r="r" b="b"/>
              <a:pathLst>
                <a:path w="23164" h="16265" extrusionOk="0">
                  <a:moveTo>
                    <a:pt x="13397" y="1"/>
                  </a:moveTo>
                  <a:lnTo>
                    <a:pt x="11111" y="41"/>
                  </a:lnTo>
                  <a:lnTo>
                    <a:pt x="6659" y="121"/>
                  </a:lnTo>
                  <a:lnTo>
                    <a:pt x="2608" y="221"/>
                  </a:lnTo>
                  <a:lnTo>
                    <a:pt x="2287" y="522"/>
                  </a:lnTo>
                  <a:lnTo>
                    <a:pt x="1986" y="823"/>
                  </a:lnTo>
                  <a:lnTo>
                    <a:pt x="1705" y="1164"/>
                  </a:lnTo>
                  <a:lnTo>
                    <a:pt x="1445" y="1505"/>
                  </a:lnTo>
                  <a:lnTo>
                    <a:pt x="1204" y="1866"/>
                  </a:lnTo>
                  <a:lnTo>
                    <a:pt x="983" y="2247"/>
                  </a:lnTo>
                  <a:lnTo>
                    <a:pt x="783" y="2628"/>
                  </a:lnTo>
                  <a:lnTo>
                    <a:pt x="602" y="3029"/>
                  </a:lnTo>
                  <a:lnTo>
                    <a:pt x="442" y="3430"/>
                  </a:lnTo>
                  <a:lnTo>
                    <a:pt x="302" y="3851"/>
                  </a:lnTo>
                  <a:lnTo>
                    <a:pt x="181" y="4272"/>
                  </a:lnTo>
                  <a:lnTo>
                    <a:pt x="101" y="4713"/>
                  </a:lnTo>
                  <a:lnTo>
                    <a:pt x="41" y="5175"/>
                  </a:lnTo>
                  <a:lnTo>
                    <a:pt x="1" y="5616"/>
                  </a:lnTo>
                  <a:lnTo>
                    <a:pt x="1" y="6077"/>
                  </a:lnTo>
                  <a:lnTo>
                    <a:pt x="1" y="6538"/>
                  </a:lnTo>
                  <a:lnTo>
                    <a:pt x="161" y="8965"/>
                  </a:lnTo>
                  <a:lnTo>
                    <a:pt x="201" y="9346"/>
                  </a:lnTo>
                  <a:lnTo>
                    <a:pt x="261" y="9727"/>
                  </a:lnTo>
                  <a:lnTo>
                    <a:pt x="322" y="10088"/>
                  </a:lnTo>
                  <a:lnTo>
                    <a:pt x="422" y="10449"/>
                  </a:lnTo>
                  <a:lnTo>
                    <a:pt x="522" y="10810"/>
                  </a:lnTo>
                  <a:lnTo>
                    <a:pt x="642" y="11171"/>
                  </a:lnTo>
                  <a:lnTo>
                    <a:pt x="763" y="11512"/>
                  </a:lnTo>
                  <a:lnTo>
                    <a:pt x="923" y="11833"/>
                  </a:lnTo>
                  <a:lnTo>
                    <a:pt x="1084" y="12154"/>
                  </a:lnTo>
                  <a:lnTo>
                    <a:pt x="1264" y="12474"/>
                  </a:lnTo>
                  <a:lnTo>
                    <a:pt x="1465" y="12775"/>
                  </a:lnTo>
                  <a:lnTo>
                    <a:pt x="1665" y="13076"/>
                  </a:lnTo>
                  <a:lnTo>
                    <a:pt x="1886" y="13357"/>
                  </a:lnTo>
                  <a:lnTo>
                    <a:pt x="2126" y="13638"/>
                  </a:lnTo>
                  <a:lnTo>
                    <a:pt x="2367" y="13898"/>
                  </a:lnTo>
                  <a:lnTo>
                    <a:pt x="2628" y="14159"/>
                  </a:lnTo>
                  <a:lnTo>
                    <a:pt x="2889" y="14380"/>
                  </a:lnTo>
                  <a:lnTo>
                    <a:pt x="3169" y="14620"/>
                  </a:lnTo>
                  <a:lnTo>
                    <a:pt x="3450" y="14821"/>
                  </a:lnTo>
                  <a:lnTo>
                    <a:pt x="3751" y="15021"/>
                  </a:lnTo>
                  <a:lnTo>
                    <a:pt x="4052" y="15222"/>
                  </a:lnTo>
                  <a:lnTo>
                    <a:pt x="4373" y="15382"/>
                  </a:lnTo>
                  <a:lnTo>
                    <a:pt x="4714" y="15543"/>
                  </a:lnTo>
                  <a:lnTo>
                    <a:pt x="5034" y="15703"/>
                  </a:lnTo>
                  <a:lnTo>
                    <a:pt x="5375" y="15824"/>
                  </a:lnTo>
                  <a:lnTo>
                    <a:pt x="5736" y="15944"/>
                  </a:lnTo>
                  <a:lnTo>
                    <a:pt x="6077" y="16024"/>
                  </a:lnTo>
                  <a:lnTo>
                    <a:pt x="6438" y="16104"/>
                  </a:lnTo>
                  <a:lnTo>
                    <a:pt x="6819" y="16164"/>
                  </a:lnTo>
                  <a:lnTo>
                    <a:pt x="7180" y="16225"/>
                  </a:lnTo>
                  <a:lnTo>
                    <a:pt x="7561" y="16245"/>
                  </a:lnTo>
                  <a:lnTo>
                    <a:pt x="7942" y="16265"/>
                  </a:lnTo>
                  <a:lnTo>
                    <a:pt x="15202" y="16265"/>
                  </a:lnTo>
                  <a:lnTo>
                    <a:pt x="15583" y="16245"/>
                  </a:lnTo>
                  <a:lnTo>
                    <a:pt x="15964" y="16225"/>
                  </a:lnTo>
                  <a:lnTo>
                    <a:pt x="16325" y="16164"/>
                  </a:lnTo>
                  <a:lnTo>
                    <a:pt x="16706" y="16104"/>
                  </a:lnTo>
                  <a:lnTo>
                    <a:pt x="17067" y="16024"/>
                  </a:lnTo>
                  <a:lnTo>
                    <a:pt x="17428" y="15944"/>
                  </a:lnTo>
                  <a:lnTo>
                    <a:pt x="17769" y="15824"/>
                  </a:lnTo>
                  <a:lnTo>
                    <a:pt x="18110" y="15703"/>
                  </a:lnTo>
                  <a:lnTo>
                    <a:pt x="18451" y="15543"/>
                  </a:lnTo>
                  <a:lnTo>
                    <a:pt x="18772" y="15382"/>
                  </a:lnTo>
                  <a:lnTo>
                    <a:pt x="19093" y="15222"/>
                  </a:lnTo>
                  <a:lnTo>
                    <a:pt x="19393" y="15021"/>
                  </a:lnTo>
                  <a:lnTo>
                    <a:pt x="19694" y="14821"/>
                  </a:lnTo>
                  <a:lnTo>
                    <a:pt x="19975" y="14620"/>
                  </a:lnTo>
                  <a:lnTo>
                    <a:pt x="20256" y="14380"/>
                  </a:lnTo>
                  <a:lnTo>
                    <a:pt x="20537" y="14159"/>
                  </a:lnTo>
                  <a:lnTo>
                    <a:pt x="20777" y="13898"/>
                  </a:lnTo>
                  <a:lnTo>
                    <a:pt x="21038" y="13638"/>
                  </a:lnTo>
                  <a:lnTo>
                    <a:pt x="21258" y="13357"/>
                  </a:lnTo>
                  <a:lnTo>
                    <a:pt x="21479" y="13076"/>
                  </a:lnTo>
                  <a:lnTo>
                    <a:pt x="21680" y="12775"/>
                  </a:lnTo>
                  <a:lnTo>
                    <a:pt x="21880" y="12474"/>
                  </a:lnTo>
                  <a:lnTo>
                    <a:pt x="22061" y="12154"/>
                  </a:lnTo>
                  <a:lnTo>
                    <a:pt x="22221" y="11833"/>
                  </a:lnTo>
                  <a:lnTo>
                    <a:pt x="22382" y="11512"/>
                  </a:lnTo>
                  <a:lnTo>
                    <a:pt x="22522" y="11171"/>
                  </a:lnTo>
                  <a:lnTo>
                    <a:pt x="22622" y="10810"/>
                  </a:lnTo>
                  <a:lnTo>
                    <a:pt x="22743" y="10449"/>
                  </a:lnTo>
                  <a:lnTo>
                    <a:pt x="22823" y="10088"/>
                  </a:lnTo>
                  <a:lnTo>
                    <a:pt x="22883" y="9727"/>
                  </a:lnTo>
                  <a:lnTo>
                    <a:pt x="22943" y="9346"/>
                  </a:lnTo>
                  <a:lnTo>
                    <a:pt x="22983" y="8965"/>
                  </a:lnTo>
                  <a:lnTo>
                    <a:pt x="23144" y="6538"/>
                  </a:lnTo>
                  <a:lnTo>
                    <a:pt x="23164" y="6057"/>
                  </a:lnTo>
                  <a:lnTo>
                    <a:pt x="23144" y="5596"/>
                  </a:lnTo>
                  <a:lnTo>
                    <a:pt x="23103" y="5114"/>
                  </a:lnTo>
                  <a:lnTo>
                    <a:pt x="23023" y="4653"/>
                  </a:lnTo>
                  <a:lnTo>
                    <a:pt x="22943" y="4192"/>
                  </a:lnTo>
                  <a:lnTo>
                    <a:pt x="22823" y="3751"/>
                  </a:lnTo>
                  <a:lnTo>
                    <a:pt x="22662" y="3330"/>
                  </a:lnTo>
                  <a:lnTo>
                    <a:pt x="22502" y="2908"/>
                  </a:lnTo>
                  <a:lnTo>
                    <a:pt x="22301" y="2487"/>
                  </a:lnTo>
                  <a:lnTo>
                    <a:pt x="22081" y="2086"/>
                  </a:lnTo>
                  <a:lnTo>
                    <a:pt x="21840" y="1705"/>
                  </a:lnTo>
                  <a:lnTo>
                    <a:pt x="21579" y="1344"/>
                  </a:lnTo>
                  <a:lnTo>
                    <a:pt x="21299" y="1003"/>
                  </a:lnTo>
                  <a:lnTo>
                    <a:pt x="20998" y="662"/>
                  </a:lnTo>
                  <a:lnTo>
                    <a:pt x="20677" y="341"/>
                  </a:lnTo>
                  <a:lnTo>
                    <a:pt x="20356" y="41"/>
                  </a:lnTo>
                  <a:lnTo>
                    <a:pt x="18050" y="21"/>
                  </a:lnTo>
                  <a:lnTo>
                    <a:pt x="1572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34">
              <a:extLst>
                <a:ext uri="{FF2B5EF4-FFF2-40B4-BE49-F238E27FC236}">
                  <a16:creationId xmlns:a16="http://schemas.microsoft.com/office/drawing/2014/main" id="{C09EC1A6-F9BA-3CAD-D28C-7141C114700A}"/>
                </a:ext>
              </a:extLst>
            </p:cNvPr>
            <p:cNvSpPr/>
            <p:nvPr/>
          </p:nvSpPr>
          <p:spPr>
            <a:xfrm>
              <a:off x="8488800" y="5379025"/>
              <a:ext cx="1865100" cy="313375"/>
            </a:xfrm>
            <a:custGeom>
              <a:avLst/>
              <a:gdLst/>
              <a:ahLst/>
              <a:cxnLst/>
              <a:rect l="l" t="t" r="r" b="b"/>
              <a:pathLst>
                <a:path w="74604" h="12535" extrusionOk="0">
                  <a:moveTo>
                    <a:pt x="2808" y="0"/>
                  </a:moveTo>
                  <a:lnTo>
                    <a:pt x="2467" y="40"/>
                  </a:lnTo>
                  <a:lnTo>
                    <a:pt x="2126" y="121"/>
                  </a:lnTo>
                  <a:lnTo>
                    <a:pt x="1806" y="221"/>
                  </a:lnTo>
                  <a:lnTo>
                    <a:pt x="1505" y="361"/>
                  </a:lnTo>
                  <a:lnTo>
                    <a:pt x="1224" y="522"/>
                  </a:lnTo>
                  <a:lnTo>
                    <a:pt x="943" y="702"/>
                  </a:lnTo>
                  <a:lnTo>
                    <a:pt x="703" y="883"/>
                  </a:lnTo>
                  <a:lnTo>
                    <a:pt x="482" y="1083"/>
                  </a:lnTo>
                  <a:lnTo>
                    <a:pt x="301" y="1264"/>
                  </a:lnTo>
                  <a:lnTo>
                    <a:pt x="161" y="1444"/>
                  </a:lnTo>
                  <a:lnTo>
                    <a:pt x="61" y="1605"/>
                  </a:lnTo>
                  <a:lnTo>
                    <a:pt x="21" y="1765"/>
                  </a:lnTo>
                  <a:lnTo>
                    <a:pt x="1" y="1825"/>
                  </a:lnTo>
                  <a:lnTo>
                    <a:pt x="1" y="1885"/>
                  </a:lnTo>
                  <a:lnTo>
                    <a:pt x="61" y="1966"/>
                  </a:lnTo>
                  <a:lnTo>
                    <a:pt x="221" y="2086"/>
                  </a:lnTo>
                  <a:lnTo>
                    <a:pt x="442" y="2266"/>
                  </a:lnTo>
                  <a:lnTo>
                    <a:pt x="763" y="2487"/>
                  </a:lnTo>
                  <a:lnTo>
                    <a:pt x="1164" y="2768"/>
                  </a:lnTo>
                  <a:lnTo>
                    <a:pt x="1645" y="3069"/>
                  </a:lnTo>
                  <a:lnTo>
                    <a:pt x="2207" y="3409"/>
                  </a:lnTo>
                  <a:lnTo>
                    <a:pt x="2848" y="3770"/>
                  </a:lnTo>
                  <a:lnTo>
                    <a:pt x="3570" y="4172"/>
                  </a:lnTo>
                  <a:lnTo>
                    <a:pt x="4352" y="4593"/>
                  </a:lnTo>
                  <a:lnTo>
                    <a:pt x="5215" y="5034"/>
                  </a:lnTo>
                  <a:lnTo>
                    <a:pt x="6157" y="5495"/>
                  </a:lnTo>
                  <a:lnTo>
                    <a:pt x="7160" y="5956"/>
                  </a:lnTo>
                  <a:lnTo>
                    <a:pt x="8243" y="6438"/>
                  </a:lnTo>
                  <a:lnTo>
                    <a:pt x="9386" y="6919"/>
                  </a:lnTo>
                  <a:lnTo>
                    <a:pt x="10589" y="7400"/>
                  </a:lnTo>
                  <a:lnTo>
                    <a:pt x="11853" y="7902"/>
                  </a:lnTo>
                  <a:lnTo>
                    <a:pt x="13176" y="8363"/>
                  </a:lnTo>
                  <a:lnTo>
                    <a:pt x="14580" y="8844"/>
                  </a:lnTo>
                  <a:lnTo>
                    <a:pt x="16024" y="9306"/>
                  </a:lnTo>
                  <a:lnTo>
                    <a:pt x="17528" y="9747"/>
                  </a:lnTo>
                  <a:lnTo>
                    <a:pt x="19093" y="10168"/>
                  </a:lnTo>
                  <a:lnTo>
                    <a:pt x="20697" y="10569"/>
                  </a:lnTo>
                  <a:lnTo>
                    <a:pt x="22361" y="10930"/>
                  </a:lnTo>
                  <a:lnTo>
                    <a:pt x="24066" y="11291"/>
                  </a:lnTo>
                  <a:lnTo>
                    <a:pt x="25831" y="11592"/>
                  </a:lnTo>
                  <a:lnTo>
                    <a:pt x="27636" y="11852"/>
                  </a:lnTo>
                  <a:lnTo>
                    <a:pt x="28558" y="11973"/>
                  </a:lnTo>
                  <a:lnTo>
                    <a:pt x="29501" y="12093"/>
                  </a:lnTo>
                  <a:lnTo>
                    <a:pt x="30423" y="12193"/>
                  </a:lnTo>
                  <a:lnTo>
                    <a:pt x="31386" y="12274"/>
                  </a:lnTo>
                  <a:lnTo>
                    <a:pt x="32349" y="12354"/>
                  </a:lnTo>
                  <a:lnTo>
                    <a:pt x="33311" y="12414"/>
                  </a:lnTo>
                  <a:lnTo>
                    <a:pt x="34294" y="12454"/>
                  </a:lnTo>
                  <a:lnTo>
                    <a:pt x="35297" y="12494"/>
                  </a:lnTo>
                  <a:lnTo>
                    <a:pt x="36299" y="12514"/>
                  </a:lnTo>
                  <a:lnTo>
                    <a:pt x="37302" y="12534"/>
                  </a:lnTo>
                  <a:lnTo>
                    <a:pt x="38305" y="12514"/>
                  </a:lnTo>
                  <a:lnTo>
                    <a:pt x="39307" y="12494"/>
                  </a:lnTo>
                  <a:lnTo>
                    <a:pt x="40310" y="12454"/>
                  </a:lnTo>
                  <a:lnTo>
                    <a:pt x="41293" y="12414"/>
                  </a:lnTo>
                  <a:lnTo>
                    <a:pt x="42255" y="12354"/>
                  </a:lnTo>
                  <a:lnTo>
                    <a:pt x="43218" y="12274"/>
                  </a:lnTo>
                  <a:lnTo>
                    <a:pt x="44181" y="12193"/>
                  </a:lnTo>
                  <a:lnTo>
                    <a:pt x="45123" y="12093"/>
                  </a:lnTo>
                  <a:lnTo>
                    <a:pt x="46046" y="11973"/>
                  </a:lnTo>
                  <a:lnTo>
                    <a:pt x="46968" y="11852"/>
                  </a:lnTo>
                  <a:lnTo>
                    <a:pt x="48773" y="11592"/>
                  </a:lnTo>
                  <a:lnTo>
                    <a:pt x="50538" y="11291"/>
                  </a:lnTo>
                  <a:lnTo>
                    <a:pt x="52243" y="10930"/>
                  </a:lnTo>
                  <a:lnTo>
                    <a:pt x="53907" y="10569"/>
                  </a:lnTo>
                  <a:lnTo>
                    <a:pt x="55511" y="10168"/>
                  </a:lnTo>
                  <a:lnTo>
                    <a:pt x="57076" y="9747"/>
                  </a:lnTo>
                  <a:lnTo>
                    <a:pt x="58580" y="9306"/>
                  </a:lnTo>
                  <a:lnTo>
                    <a:pt x="60024" y="8844"/>
                  </a:lnTo>
                  <a:lnTo>
                    <a:pt x="61428" y="8363"/>
                  </a:lnTo>
                  <a:lnTo>
                    <a:pt x="62751" y="7902"/>
                  </a:lnTo>
                  <a:lnTo>
                    <a:pt x="64015" y="7400"/>
                  </a:lnTo>
                  <a:lnTo>
                    <a:pt x="65218" y="6919"/>
                  </a:lnTo>
                  <a:lnTo>
                    <a:pt x="66361" y="6438"/>
                  </a:lnTo>
                  <a:lnTo>
                    <a:pt x="67444" y="5956"/>
                  </a:lnTo>
                  <a:lnTo>
                    <a:pt x="68447" y="5495"/>
                  </a:lnTo>
                  <a:lnTo>
                    <a:pt x="69389" y="5034"/>
                  </a:lnTo>
                  <a:lnTo>
                    <a:pt x="70252" y="4593"/>
                  </a:lnTo>
                  <a:lnTo>
                    <a:pt x="71034" y="4172"/>
                  </a:lnTo>
                  <a:lnTo>
                    <a:pt x="71756" y="3770"/>
                  </a:lnTo>
                  <a:lnTo>
                    <a:pt x="72397" y="3409"/>
                  </a:lnTo>
                  <a:lnTo>
                    <a:pt x="72959" y="3069"/>
                  </a:lnTo>
                  <a:lnTo>
                    <a:pt x="73440" y="2768"/>
                  </a:lnTo>
                  <a:lnTo>
                    <a:pt x="73841" y="2487"/>
                  </a:lnTo>
                  <a:lnTo>
                    <a:pt x="74162" y="2266"/>
                  </a:lnTo>
                  <a:lnTo>
                    <a:pt x="74403" y="2086"/>
                  </a:lnTo>
                  <a:lnTo>
                    <a:pt x="74543" y="1966"/>
                  </a:lnTo>
                  <a:lnTo>
                    <a:pt x="74603" y="1885"/>
                  </a:lnTo>
                  <a:lnTo>
                    <a:pt x="74603" y="1825"/>
                  </a:lnTo>
                  <a:lnTo>
                    <a:pt x="74603" y="1765"/>
                  </a:lnTo>
                  <a:lnTo>
                    <a:pt x="74543" y="1605"/>
                  </a:lnTo>
                  <a:lnTo>
                    <a:pt x="74443" y="1444"/>
                  </a:lnTo>
                  <a:lnTo>
                    <a:pt x="74303" y="1264"/>
                  </a:lnTo>
                  <a:lnTo>
                    <a:pt x="74122" y="1083"/>
                  </a:lnTo>
                  <a:lnTo>
                    <a:pt x="73901" y="883"/>
                  </a:lnTo>
                  <a:lnTo>
                    <a:pt x="73661" y="702"/>
                  </a:lnTo>
                  <a:lnTo>
                    <a:pt x="73400" y="522"/>
                  </a:lnTo>
                  <a:lnTo>
                    <a:pt x="73099" y="361"/>
                  </a:lnTo>
                  <a:lnTo>
                    <a:pt x="72798" y="221"/>
                  </a:lnTo>
                  <a:lnTo>
                    <a:pt x="72478" y="121"/>
                  </a:lnTo>
                  <a:lnTo>
                    <a:pt x="72137" y="40"/>
                  </a:lnTo>
                  <a:lnTo>
                    <a:pt x="71796" y="0"/>
                  </a:lnTo>
                  <a:lnTo>
                    <a:pt x="71635" y="20"/>
                  </a:lnTo>
                  <a:lnTo>
                    <a:pt x="71475" y="20"/>
                  </a:lnTo>
                  <a:lnTo>
                    <a:pt x="71294" y="60"/>
                  </a:lnTo>
                  <a:lnTo>
                    <a:pt x="71134" y="100"/>
                  </a:lnTo>
                  <a:lnTo>
                    <a:pt x="70973" y="161"/>
                  </a:lnTo>
                  <a:lnTo>
                    <a:pt x="70813" y="221"/>
                  </a:lnTo>
                  <a:lnTo>
                    <a:pt x="69630" y="822"/>
                  </a:lnTo>
                  <a:lnTo>
                    <a:pt x="68407" y="1404"/>
                  </a:lnTo>
                  <a:lnTo>
                    <a:pt x="67203" y="1925"/>
                  </a:lnTo>
                  <a:lnTo>
                    <a:pt x="65980" y="2447"/>
                  </a:lnTo>
                  <a:lnTo>
                    <a:pt x="64757" y="2908"/>
                  </a:lnTo>
                  <a:lnTo>
                    <a:pt x="63513" y="3369"/>
                  </a:lnTo>
                  <a:lnTo>
                    <a:pt x="62290" y="3791"/>
                  </a:lnTo>
                  <a:lnTo>
                    <a:pt x="61067" y="4192"/>
                  </a:lnTo>
                  <a:lnTo>
                    <a:pt x="59843" y="4553"/>
                  </a:lnTo>
                  <a:lnTo>
                    <a:pt x="58620" y="4894"/>
                  </a:lnTo>
                  <a:lnTo>
                    <a:pt x="57397" y="5214"/>
                  </a:lnTo>
                  <a:lnTo>
                    <a:pt x="56193" y="5515"/>
                  </a:lnTo>
                  <a:lnTo>
                    <a:pt x="54990" y="5776"/>
                  </a:lnTo>
                  <a:lnTo>
                    <a:pt x="53827" y="6037"/>
                  </a:lnTo>
                  <a:lnTo>
                    <a:pt x="52664" y="6277"/>
                  </a:lnTo>
                  <a:lnTo>
                    <a:pt x="51501" y="6478"/>
                  </a:lnTo>
                  <a:lnTo>
                    <a:pt x="50378" y="6678"/>
                  </a:lnTo>
                  <a:lnTo>
                    <a:pt x="49275" y="6839"/>
                  </a:lnTo>
                  <a:lnTo>
                    <a:pt x="48192" y="6999"/>
                  </a:lnTo>
                  <a:lnTo>
                    <a:pt x="47149" y="7140"/>
                  </a:lnTo>
                  <a:lnTo>
                    <a:pt x="45123" y="7380"/>
                  </a:lnTo>
                  <a:lnTo>
                    <a:pt x="43238" y="7541"/>
                  </a:lnTo>
                  <a:lnTo>
                    <a:pt x="41493" y="7661"/>
                  </a:lnTo>
                  <a:lnTo>
                    <a:pt x="39909" y="7741"/>
                  </a:lnTo>
                  <a:lnTo>
                    <a:pt x="38505" y="7801"/>
                  </a:lnTo>
                  <a:lnTo>
                    <a:pt x="36099" y="7801"/>
                  </a:lnTo>
                  <a:lnTo>
                    <a:pt x="34695" y="7741"/>
                  </a:lnTo>
                  <a:lnTo>
                    <a:pt x="33111" y="7661"/>
                  </a:lnTo>
                  <a:lnTo>
                    <a:pt x="31366" y="7541"/>
                  </a:lnTo>
                  <a:lnTo>
                    <a:pt x="29481" y="7380"/>
                  </a:lnTo>
                  <a:lnTo>
                    <a:pt x="27455" y="7140"/>
                  </a:lnTo>
                  <a:lnTo>
                    <a:pt x="26412" y="6999"/>
                  </a:lnTo>
                  <a:lnTo>
                    <a:pt x="25329" y="6839"/>
                  </a:lnTo>
                  <a:lnTo>
                    <a:pt x="24226" y="6678"/>
                  </a:lnTo>
                  <a:lnTo>
                    <a:pt x="23103" y="6478"/>
                  </a:lnTo>
                  <a:lnTo>
                    <a:pt x="21940" y="6277"/>
                  </a:lnTo>
                  <a:lnTo>
                    <a:pt x="20777" y="6037"/>
                  </a:lnTo>
                  <a:lnTo>
                    <a:pt x="19614" y="5776"/>
                  </a:lnTo>
                  <a:lnTo>
                    <a:pt x="18411" y="5515"/>
                  </a:lnTo>
                  <a:lnTo>
                    <a:pt x="17207" y="5214"/>
                  </a:lnTo>
                  <a:lnTo>
                    <a:pt x="15984" y="4894"/>
                  </a:lnTo>
                  <a:lnTo>
                    <a:pt x="14761" y="4553"/>
                  </a:lnTo>
                  <a:lnTo>
                    <a:pt x="13537" y="4192"/>
                  </a:lnTo>
                  <a:lnTo>
                    <a:pt x="12314" y="3791"/>
                  </a:lnTo>
                  <a:lnTo>
                    <a:pt x="11091" y="3369"/>
                  </a:lnTo>
                  <a:lnTo>
                    <a:pt x="9847" y="2908"/>
                  </a:lnTo>
                  <a:lnTo>
                    <a:pt x="8624" y="2447"/>
                  </a:lnTo>
                  <a:lnTo>
                    <a:pt x="7401" y="1925"/>
                  </a:lnTo>
                  <a:lnTo>
                    <a:pt x="6197" y="1404"/>
                  </a:lnTo>
                  <a:lnTo>
                    <a:pt x="4974" y="822"/>
                  </a:lnTo>
                  <a:lnTo>
                    <a:pt x="3791" y="221"/>
                  </a:lnTo>
                  <a:lnTo>
                    <a:pt x="3631" y="161"/>
                  </a:lnTo>
                  <a:lnTo>
                    <a:pt x="3470" y="100"/>
                  </a:lnTo>
                  <a:lnTo>
                    <a:pt x="3310" y="60"/>
                  </a:lnTo>
                  <a:lnTo>
                    <a:pt x="3129" y="20"/>
                  </a:lnTo>
                  <a:lnTo>
                    <a:pt x="2969" y="20"/>
                  </a:lnTo>
                  <a:lnTo>
                    <a:pt x="28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34">
              <a:extLst>
                <a:ext uri="{FF2B5EF4-FFF2-40B4-BE49-F238E27FC236}">
                  <a16:creationId xmlns:a16="http://schemas.microsoft.com/office/drawing/2014/main" id="{146F7285-46A1-1495-F3A9-838149727627}"/>
                </a:ext>
              </a:extLst>
            </p:cNvPr>
            <p:cNvSpPr/>
            <p:nvPr/>
          </p:nvSpPr>
          <p:spPr>
            <a:xfrm>
              <a:off x="8544450" y="4249450"/>
              <a:ext cx="70225" cy="70700"/>
            </a:xfrm>
            <a:custGeom>
              <a:avLst/>
              <a:gdLst/>
              <a:ahLst/>
              <a:cxnLst/>
              <a:rect l="l" t="t" r="r" b="b"/>
              <a:pathLst>
                <a:path w="2809" h="2828" extrusionOk="0">
                  <a:moveTo>
                    <a:pt x="1344" y="0"/>
                  </a:moveTo>
                  <a:lnTo>
                    <a:pt x="1184" y="20"/>
                  </a:lnTo>
                  <a:lnTo>
                    <a:pt x="1023" y="60"/>
                  </a:lnTo>
                  <a:lnTo>
                    <a:pt x="883" y="101"/>
                  </a:lnTo>
                  <a:lnTo>
                    <a:pt x="743" y="161"/>
                  </a:lnTo>
                  <a:lnTo>
                    <a:pt x="622" y="241"/>
                  </a:lnTo>
                  <a:lnTo>
                    <a:pt x="502" y="341"/>
                  </a:lnTo>
                  <a:lnTo>
                    <a:pt x="382" y="442"/>
                  </a:lnTo>
                  <a:lnTo>
                    <a:pt x="281" y="562"/>
                  </a:lnTo>
                  <a:lnTo>
                    <a:pt x="201" y="702"/>
                  </a:lnTo>
                  <a:lnTo>
                    <a:pt x="141" y="823"/>
                  </a:lnTo>
                  <a:lnTo>
                    <a:pt x="81" y="983"/>
                  </a:lnTo>
                  <a:lnTo>
                    <a:pt x="41" y="1123"/>
                  </a:lnTo>
                  <a:lnTo>
                    <a:pt x="1" y="1284"/>
                  </a:lnTo>
                  <a:lnTo>
                    <a:pt x="1" y="1444"/>
                  </a:lnTo>
                  <a:lnTo>
                    <a:pt x="1" y="1605"/>
                  </a:lnTo>
                  <a:lnTo>
                    <a:pt x="21" y="1725"/>
                  </a:lnTo>
                  <a:lnTo>
                    <a:pt x="61" y="1845"/>
                  </a:lnTo>
                  <a:lnTo>
                    <a:pt x="161" y="2066"/>
                  </a:lnTo>
                  <a:lnTo>
                    <a:pt x="302" y="2287"/>
                  </a:lnTo>
                  <a:lnTo>
                    <a:pt x="382" y="2387"/>
                  </a:lnTo>
                  <a:lnTo>
                    <a:pt x="482" y="2487"/>
                  </a:lnTo>
                  <a:lnTo>
                    <a:pt x="602" y="2567"/>
                  </a:lnTo>
                  <a:lnTo>
                    <a:pt x="723" y="2627"/>
                  </a:lnTo>
                  <a:lnTo>
                    <a:pt x="843" y="2708"/>
                  </a:lnTo>
                  <a:lnTo>
                    <a:pt x="983" y="2748"/>
                  </a:lnTo>
                  <a:lnTo>
                    <a:pt x="1124" y="2788"/>
                  </a:lnTo>
                  <a:lnTo>
                    <a:pt x="1264" y="2808"/>
                  </a:lnTo>
                  <a:lnTo>
                    <a:pt x="1425" y="2828"/>
                  </a:lnTo>
                  <a:lnTo>
                    <a:pt x="1585" y="2808"/>
                  </a:lnTo>
                  <a:lnTo>
                    <a:pt x="1786" y="2788"/>
                  </a:lnTo>
                  <a:lnTo>
                    <a:pt x="1966" y="2708"/>
                  </a:lnTo>
                  <a:lnTo>
                    <a:pt x="2126" y="2627"/>
                  </a:lnTo>
                  <a:lnTo>
                    <a:pt x="2287" y="2507"/>
                  </a:lnTo>
                  <a:lnTo>
                    <a:pt x="2427" y="2387"/>
                  </a:lnTo>
                  <a:lnTo>
                    <a:pt x="2548" y="2226"/>
                  </a:lnTo>
                  <a:lnTo>
                    <a:pt x="2648" y="2066"/>
                  </a:lnTo>
                  <a:lnTo>
                    <a:pt x="2728" y="1885"/>
                  </a:lnTo>
                  <a:lnTo>
                    <a:pt x="2768" y="1725"/>
                  </a:lnTo>
                  <a:lnTo>
                    <a:pt x="2788" y="1545"/>
                  </a:lnTo>
                  <a:lnTo>
                    <a:pt x="2808" y="1384"/>
                  </a:lnTo>
                  <a:lnTo>
                    <a:pt x="2788" y="1224"/>
                  </a:lnTo>
                  <a:lnTo>
                    <a:pt x="2768" y="1083"/>
                  </a:lnTo>
                  <a:lnTo>
                    <a:pt x="2728" y="923"/>
                  </a:lnTo>
                  <a:lnTo>
                    <a:pt x="2648" y="782"/>
                  </a:lnTo>
                  <a:lnTo>
                    <a:pt x="2568" y="642"/>
                  </a:lnTo>
                  <a:lnTo>
                    <a:pt x="2487" y="522"/>
                  </a:lnTo>
                  <a:lnTo>
                    <a:pt x="2387" y="401"/>
                  </a:lnTo>
                  <a:lnTo>
                    <a:pt x="2267" y="301"/>
                  </a:lnTo>
                  <a:lnTo>
                    <a:pt x="2126" y="221"/>
                  </a:lnTo>
                  <a:lnTo>
                    <a:pt x="1986" y="141"/>
                  </a:lnTo>
                  <a:lnTo>
                    <a:pt x="1826" y="81"/>
                  </a:lnTo>
                  <a:lnTo>
                    <a:pt x="1665" y="40"/>
                  </a:lnTo>
                  <a:lnTo>
                    <a:pt x="1505" y="20"/>
                  </a:lnTo>
                  <a:lnTo>
                    <a:pt x="134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34">
              <a:extLst>
                <a:ext uri="{FF2B5EF4-FFF2-40B4-BE49-F238E27FC236}">
                  <a16:creationId xmlns:a16="http://schemas.microsoft.com/office/drawing/2014/main" id="{4005717A-18A3-092C-760D-655AF20C6228}"/>
                </a:ext>
              </a:extLst>
            </p:cNvPr>
            <p:cNvSpPr/>
            <p:nvPr/>
          </p:nvSpPr>
          <p:spPr>
            <a:xfrm>
              <a:off x="8321350" y="4191275"/>
              <a:ext cx="258225" cy="278800"/>
            </a:xfrm>
            <a:custGeom>
              <a:avLst/>
              <a:gdLst/>
              <a:ahLst/>
              <a:cxnLst/>
              <a:rect l="l" t="t" r="r" b="b"/>
              <a:pathLst>
                <a:path w="10329" h="11152" extrusionOk="0">
                  <a:moveTo>
                    <a:pt x="1565" y="1"/>
                  </a:moveTo>
                  <a:lnTo>
                    <a:pt x="1484" y="41"/>
                  </a:lnTo>
                  <a:lnTo>
                    <a:pt x="1384" y="81"/>
                  </a:lnTo>
                  <a:lnTo>
                    <a:pt x="1124" y="262"/>
                  </a:lnTo>
                  <a:lnTo>
                    <a:pt x="843" y="502"/>
                  </a:lnTo>
                  <a:lnTo>
                    <a:pt x="562" y="763"/>
                  </a:lnTo>
                  <a:lnTo>
                    <a:pt x="321" y="1044"/>
                  </a:lnTo>
                  <a:lnTo>
                    <a:pt x="121" y="1284"/>
                  </a:lnTo>
                  <a:lnTo>
                    <a:pt x="61" y="1385"/>
                  </a:lnTo>
                  <a:lnTo>
                    <a:pt x="0" y="1465"/>
                  </a:lnTo>
                  <a:lnTo>
                    <a:pt x="0" y="1525"/>
                  </a:lnTo>
                  <a:lnTo>
                    <a:pt x="21" y="1565"/>
                  </a:lnTo>
                  <a:lnTo>
                    <a:pt x="1244" y="3029"/>
                  </a:lnTo>
                  <a:lnTo>
                    <a:pt x="2507" y="4553"/>
                  </a:lnTo>
                  <a:lnTo>
                    <a:pt x="3991" y="6278"/>
                  </a:lnTo>
                  <a:lnTo>
                    <a:pt x="5495" y="8023"/>
                  </a:lnTo>
                  <a:lnTo>
                    <a:pt x="6839" y="9567"/>
                  </a:lnTo>
                  <a:lnTo>
                    <a:pt x="7421" y="10189"/>
                  </a:lnTo>
                  <a:lnTo>
                    <a:pt x="7882" y="10670"/>
                  </a:lnTo>
                  <a:lnTo>
                    <a:pt x="8223" y="10991"/>
                  </a:lnTo>
                  <a:lnTo>
                    <a:pt x="8343" y="11071"/>
                  </a:lnTo>
                  <a:lnTo>
                    <a:pt x="8423" y="11111"/>
                  </a:lnTo>
                  <a:lnTo>
                    <a:pt x="8664" y="11151"/>
                  </a:lnTo>
                  <a:lnTo>
                    <a:pt x="8985" y="11151"/>
                  </a:lnTo>
                  <a:lnTo>
                    <a:pt x="9306" y="11131"/>
                  </a:lnTo>
                  <a:lnTo>
                    <a:pt x="9627" y="11091"/>
                  </a:lnTo>
                  <a:lnTo>
                    <a:pt x="9927" y="11031"/>
                  </a:lnTo>
                  <a:lnTo>
                    <a:pt x="10148" y="10951"/>
                  </a:lnTo>
                  <a:lnTo>
                    <a:pt x="10228" y="10911"/>
                  </a:lnTo>
                  <a:lnTo>
                    <a:pt x="10288" y="10871"/>
                  </a:lnTo>
                  <a:lnTo>
                    <a:pt x="10329" y="10830"/>
                  </a:lnTo>
                  <a:lnTo>
                    <a:pt x="10329" y="10770"/>
                  </a:lnTo>
                  <a:lnTo>
                    <a:pt x="10208" y="10610"/>
                  </a:lnTo>
                  <a:lnTo>
                    <a:pt x="9907" y="10249"/>
                  </a:lnTo>
                  <a:lnTo>
                    <a:pt x="8905" y="8985"/>
                  </a:lnTo>
                  <a:lnTo>
                    <a:pt x="5917" y="5295"/>
                  </a:lnTo>
                  <a:lnTo>
                    <a:pt x="15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34">
              <a:extLst>
                <a:ext uri="{FF2B5EF4-FFF2-40B4-BE49-F238E27FC236}">
                  <a16:creationId xmlns:a16="http://schemas.microsoft.com/office/drawing/2014/main" id="{10509131-0461-66D0-FCE4-B38D467FF2FE}"/>
                </a:ext>
              </a:extLst>
            </p:cNvPr>
            <p:cNvSpPr/>
            <p:nvPr/>
          </p:nvSpPr>
          <p:spPr>
            <a:xfrm>
              <a:off x="8321350" y="4191275"/>
              <a:ext cx="258225" cy="278800"/>
            </a:xfrm>
            <a:custGeom>
              <a:avLst/>
              <a:gdLst/>
              <a:ahLst/>
              <a:cxnLst/>
              <a:rect l="l" t="t" r="r" b="b"/>
              <a:pathLst>
                <a:path w="10329" h="11152" fill="none" extrusionOk="0">
                  <a:moveTo>
                    <a:pt x="21" y="1565"/>
                  </a:moveTo>
                  <a:lnTo>
                    <a:pt x="21" y="1565"/>
                  </a:lnTo>
                  <a:lnTo>
                    <a:pt x="0" y="1525"/>
                  </a:lnTo>
                  <a:lnTo>
                    <a:pt x="0" y="1465"/>
                  </a:lnTo>
                  <a:lnTo>
                    <a:pt x="61" y="1385"/>
                  </a:lnTo>
                  <a:lnTo>
                    <a:pt x="121" y="1284"/>
                  </a:lnTo>
                  <a:lnTo>
                    <a:pt x="321" y="1044"/>
                  </a:lnTo>
                  <a:lnTo>
                    <a:pt x="562" y="763"/>
                  </a:lnTo>
                  <a:lnTo>
                    <a:pt x="843" y="502"/>
                  </a:lnTo>
                  <a:lnTo>
                    <a:pt x="1124" y="262"/>
                  </a:lnTo>
                  <a:lnTo>
                    <a:pt x="1384" y="81"/>
                  </a:lnTo>
                  <a:lnTo>
                    <a:pt x="1484" y="41"/>
                  </a:lnTo>
                  <a:lnTo>
                    <a:pt x="1565" y="1"/>
                  </a:lnTo>
                  <a:lnTo>
                    <a:pt x="1565" y="1"/>
                  </a:lnTo>
                  <a:lnTo>
                    <a:pt x="5917" y="5295"/>
                  </a:lnTo>
                  <a:lnTo>
                    <a:pt x="8905" y="8985"/>
                  </a:lnTo>
                  <a:lnTo>
                    <a:pt x="9907" y="10249"/>
                  </a:lnTo>
                  <a:lnTo>
                    <a:pt x="10208" y="10610"/>
                  </a:lnTo>
                  <a:lnTo>
                    <a:pt x="10329" y="10770"/>
                  </a:lnTo>
                  <a:lnTo>
                    <a:pt x="10329" y="10770"/>
                  </a:lnTo>
                  <a:lnTo>
                    <a:pt x="10329" y="10830"/>
                  </a:lnTo>
                  <a:lnTo>
                    <a:pt x="10288" y="10871"/>
                  </a:lnTo>
                  <a:lnTo>
                    <a:pt x="10228" y="10911"/>
                  </a:lnTo>
                  <a:lnTo>
                    <a:pt x="10148" y="10951"/>
                  </a:lnTo>
                  <a:lnTo>
                    <a:pt x="9927" y="11031"/>
                  </a:lnTo>
                  <a:lnTo>
                    <a:pt x="9627" y="11091"/>
                  </a:lnTo>
                  <a:lnTo>
                    <a:pt x="9306" y="11131"/>
                  </a:lnTo>
                  <a:lnTo>
                    <a:pt x="8985" y="11151"/>
                  </a:lnTo>
                  <a:lnTo>
                    <a:pt x="8664" y="11151"/>
                  </a:lnTo>
                  <a:lnTo>
                    <a:pt x="8423" y="11111"/>
                  </a:lnTo>
                  <a:lnTo>
                    <a:pt x="8423" y="11111"/>
                  </a:lnTo>
                  <a:lnTo>
                    <a:pt x="8343" y="11071"/>
                  </a:lnTo>
                  <a:lnTo>
                    <a:pt x="8223" y="10991"/>
                  </a:lnTo>
                  <a:lnTo>
                    <a:pt x="7882" y="10670"/>
                  </a:lnTo>
                  <a:lnTo>
                    <a:pt x="7421" y="10189"/>
                  </a:lnTo>
                  <a:lnTo>
                    <a:pt x="6839" y="9567"/>
                  </a:lnTo>
                  <a:lnTo>
                    <a:pt x="5495" y="8023"/>
                  </a:lnTo>
                  <a:lnTo>
                    <a:pt x="3991" y="6278"/>
                  </a:lnTo>
                  <a:lnTo>
                    <a:pt x="2507" y="4553"/>
                  </a:lnTo>
                  <a:lnTo>
                    <a:pt x="1244" y="3029"/>
                  </a:lnTo>
                  <a:lnTo>
                    <a:pt x="21" y="156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34">
              <a:extLst>
                <a:ext uri="{FF2B5EF4-FFF2-40B4-BE49-F238E27FC236}">
                  <a16:creationId xmlns:a16="http://schemas.microsoft.com/office/drawing/2014/main" id="{F632F896-B99D-172E-DE01-B2A4A866028F}"/>
                </a:ext>
              </a:extLst>
            </p:cNvPr>
            <p:cNvSpPr/>
            <p:nvPr/>
          </p:nvSpPr>
          <p:spPr>
            <a:xfrm>
              <a:off x="8521400" y="4178250"/>
              <a:ext cx="392075" cy="246700"/>
            </a:xfrm>
            <a:custGeom>
              <a:avLst/>
              <a:gdLst/>
              <a:ahLst/>
              <a:cxnLst/>
              <a:rect l="l" t="t" r="r" b="b"/>
              <a:pathLst>
                <a:path w="15683" h="9868" extrusionOk="0">
                  <a:moveTo>
                    <a:pt x="14339" y="1"/>
                  </a:moveTo>
                  <a:lnTo>
                    <a:pt x="14239" y="21"/>
                  </a:lnTo>
                  <a:lnTo>
                    <a:pt x="13998" y="121"/>
                  </a:lnTo>
                  <a:lnTo>
                    <a:pt x="13497" y="422"/>
                  </a:lnTo>
                  <a:lnTo>
                    <a:pt x="11812" y="1384"/>
                  </a:lnTo>
                  <a:lnTo>
                    <a:pt x="6939" y="4252"/>
                  </a:lnTo>
                  <a:lnTo>
                    <a:pt x="2166" y="7100"/>
                  </a:lnTo>
                  <a:lnTo>
                    <a:pt x="0" y="8383"/>
                  </a:lnTo>
                  <a:lnTo>
                    <a:pt x="1203" y="9867"/>
                  </a:lnTo>
                  <a:lnTo>
                    <a:pt x="3450" y="8704"/>
                  </a:lnTo>
                  <a:lnTo>
                    <a:pt x="5756" y="7501"/>
                  </a:lnTo>
                  <a:lnTo>
                    <a:pt x="8423" y="6097"/>
                  </a:lnTo>
                  <a:lnTo>
                    <a:pt x="11070" y="4693"/>
                  </a:lnTo>
                  <a:lnTo>
                    <a:pt x="13397" y="3410"/>
                  </a:lnTo>
                  <a:lnTo>
                    <a:pt x="14319" y="2888"/>
                  </a:lnTo>
                  <a:lnTo>
                    <a:pt x="15041" y="2447"/>
                  </a:lnTo>
                  <a:lnTo>
                    <a:pt x="15502" y="2146"/>
                  </a:lnTo>
                  <a:lnTo>
                    <a:pt x="15623" y="2046"/>
                  </a:lnTo>
                  <a:lnTo>
                    <a:pt x="15683" y="1986"/>
                  </a:lnTo>
                  <a:lnTo>
                    <a:pt x="15683" y="1866"/>
                  </a:lnTo>
                  <a:lnTo>
                    <a:pt x="15643" y="1745"/>
                  </a:lnTo>
                  <a:lnTo>
                    <a:pt x="15603" y="1605"/>
                  </a:lnTo>
                  <a:lnTo>
                    <a:pt x="15542" y="1444"/>
                  </a:lnTo>
                  <a:lnTo>
                    <a:pt x="15362" y="1104"/>
                  </a:lnTo>
                  <a:lnTo>
                    <a:pt x="15141" y="763"/>
                  </a:lnTo>
                  <a:lnTo>
                    <a:pt x="14901" y="442"/>
                  </a:lnTo>
                  <a:lnTo>
                    <a:pt x="14780" y="321"/>
                  </a:lnTo>
                  <a:lnTo>
                    <a:pt x="14660" y="201"/>
                  </a:lnTo>
                  <a:lnTo>
                    <a:pt x="14540" y="101"/>
                  </a:lnTo>
                  <a:lnTo>
                    <a:pt x="14439" y="41"/>
                  </a:lnTo>
                  <a:lnTo>
                    <a:pt x="143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34">
              <a:extLst>
                <a:ext uri="{FF2B5EF4-FFF2-40B4-BE49-F238E27FC236}">
                  <a16:creationId xmlns:a16="http://schemas.microsoft.com/office/drawing/2014/main" id="{654382DA-0A64-6ABB-9573-B21F46345C76}"/>
                </a:ext>
              </a:extLst>
            </p:cNvPr>
            <p:cNvSpPr/>
            <p:nvPr/>
          </p:nvSpPr>
          <p:spPr>
            <a:xfrm>
              <a:off x="8222575" y="3901000"/>
              <a:ext cx="946100" cy="523950"/>
            </a:xfrm>
            <a:custGeom>
              <a:avLst/>
              <a:gdLst/>
              <a:ahLst/>
              <a:cxnLst/>
              <a:rect l="l" t="t" r="r" b="b"/>
              <a:pathLst>
                <a:path w="37844" h="20958" extrusionOk="0">
                  <a:moveTo>
                    <a:pt x="21720" y="0"/>
                  </a:moveTo>
                  <a:lnTo>
                    <a:pt x="21198" y="20"/>
                  </a:lnTo>
                  <a:lnTo>
                    <a:pt x="20697" y="61"/>
                  </a:lnTo>
                  <a:lnTo>
                    <a:pt x="20196" y="141"/>
                  </a:lnTo>
                  <a:lnTo>
                    <a:pt x="19714" y="241"/>
                  </a:lnTo>
                  <a:lnTo>
                    <a:pt x="19213" y="361"/>
                  </a:lnTo>
                  <a:lnTo>
                    <a:pt x="18712" y="502"/>
                  </a:lnTo>
                  <a:lnTo>
                    <a:pt x="18230" y="662"/>
                  </a:lnTo>
                  <a:lnTo>
                    <a:pt x="17749" y="823"/>
                  </a:lnTo>
                  <a:lnTo>
                    <a:pt x="17268" y="1023"/>
                  </a:lnTo>
                  <a:lnTo>
                    <a:pt x="16786" y="1244"/>
                  </a:lnTo>
                  <a:lnTo>
                    <a:pt x="16305" y="1464"/>
                  </a:lnTo>
                  <a:lnTo>
                    <a:pt x="15844" y="1705"/>
                  </a:lnTo>
                  <a:lnTo>
                    <a:pt x="15383" y="1946"/>
                  </a:lnTo>
                  <a:lnTo>
                    <a:pt x="14941" y="2226"/>
                  </a:lnTo>
                  <a:lnTo>
                    <a:pt x="14500" y="2487"/>
                  </a:lnTo>
                  <a:lnTo>
                    <a:pt x="14059" y="2788"/>
                  </a:lnTo>
                  <a:lnTo>
                    <a:pt x="13638" y="3069"/>
                  </a:lnTo>
                  <a:lnTo>
                    <a:pt x="13417" y="3229"/>
                  </a:lnTo>
                  <a:lnTo>
                    <a:pt x="13257" y="3309"/>
                  </a:lnTo>
                  <a:lnTo>
                    <a:pt x="13076" y="3370"/>
                  </a:lnTo>
                  <a:lnTo>
                    <a:pt x="12856" y="3430"/>
                  </a:lnTo>
                  <a:lnTo>
                    <a:pt x="12615" y="3490"/>
                  </a:lnTo>
                  <a:lnTo>
                    <a:pt x="12094" y="3550"/>
                  </a:lnTo>
                  <a:lnTo>
                    <a:pt x="11492" y="3590"/>
                  </a:lnTo>
                  <a:lnTo>
                    <a:pt x="10850" y="3610"/>
                  </a:lnTo>
                  <a:lnTo>
                    <a:pt x="10148" y="3610"/>
                  </a:lnTo>
                  <a:lnTo>
                    <a:pt x="8624" y="3590"/>
                  </a:lnTo>
                  <a:lnTo>
                    <a:pt x="7080" y="3570"/>
                  </a:lnTo>
                  <a:lnTo>
                    <a:pt x="6318" y="3570"/>
                  </a:lnTo>
                  <a:lnTo>
                    <a:pt x="5556" y="3590"/>
                  </a:lnTo>
                  <a:lnTo>
                    <a:pt x="4834" y="3630"/>
                  </a:lnTo>
                  <a:lnTo>
                    <a:pt x="4132" y="3690"/>
                  </a:lnTo>
                  <a:lnTo>
                    <a:pt x="3490" y="3791"/>
                  </a:lnTo>
                  <a:lnTo>
                    <a:pt x="3189" y="3871"/>
                  </a:lnTo>
                  <a:lnTo>
                    <a:pt x="2889" y="3931"/>
                  </a:lnTo>
                  <a:lnTo>
                    <a:pt x="2708" y="3991"/>
                  </a:lnTo>
                  <a:lnTo>
                    <a:pt x="2508" y="4071"/>
                  </a:lnTo>
                  <a:lnTo>
                    <a:pt x="2327" y="4172"/>
                  </a:lnTo>
                  <a:lnTo>
                    <a:pt x="2147" y="4292"/>
                  </a:lnTo>
                  <a:lnTo>
                    <a:pt x="1946" y="4412"/>
                  </a:lnTo>
                  <a:lnTo>
                    <a:pt x="1766" y="4553"/>
                  </a:lnTo>
                  <a:lnTo>
                    <a:pt x="1605" y="4693"/>
                  </a:lnTo>
                  <a:lnTo>
                    <a:pt x="1425" y="4874"/>
                  </a:lnTo>
                  <a:lnTo>
                    <a:pt x="1264" y="5054"/>
                  </a:lnTo>
                  <a:lnTo>
                    <a:pt x="1104" y="5235"/>
                  </a:lnTo>
                  <a:lnTo>
                    <a:pt x="943" y="5435"/>
                  </a:lnTo>
                  <a:lnTo>
                    <a:pt x="803" y="5636"/>
                  </a:lnTo>
                  <a:lnTo>
                    <a:pt x="683" y="5856"/>
                  </a:lnTo>
                  <a:lnTo>
                    <a:pt x="542" y="6097"/>
                  </a:lnTo>
                  <a:lnTo>
                    <a:pt x="442" y="6318"/>
                  </a:lnTo>
                  <a:lnTo>
                    <a:pt x="342" y="6558"/>
                  </a:lnTo>
                  <a:lnTo>
                    <a:pt x="241" y="6819"/>
                  </a:lnTo>
                  <a:lnTo>
                    <a:pt x="181" y="7080"/>
                  </a:lnTo>
                  <a:lnTo>
                    <a:pt x="101" y="7340"/>
                  </a:lnTo>
                  <a:lnTo>
                    <a:pt x="61" y="7601"/>
                  </a:lnTo>
                  <a:lnTo>
                    <a:pt x="21" y="7862"/>
                  </a:lnTo>
                  <a:lnTo>
                    <a:pt x="1" y="8143"/>
                  </a:lnTo>
                  <a:lnTo>
                    <a:pt x="1" y="8423"/>
                  </a:lnTo>
                  <a:lnTo>
                    <a:pt x="21" y="8704"/>
                  </a:lnTo>
                  <a:lnTo>
                    <a:pt x="61" y="8965"/>
                  </a:lnTo>
                  <a:lnTo>
                    <a:pt x="121" y="9246"/>
                  </a:lnTo>
                  <a:lnTo>
                    <a:pt x="181" y="9526"/>
                  </a:lnTo>
                  <a:lnTo>
                    <a:pt x="281" y="9807"/>
                  </a:lnTo>
                  <a:lnTo>
                    <a:pt x="402" y="10088"/>
                  </a:lnTo>
                  <a:lnTo>
                    <a:pt x="542" y="10369"/>
                  </a:lnTo>
                  <a:lnTo>
                    <a:pt x="703" y="10629"/>
                  </a:lnTo>
                  <a:lnTo>
                    <a:pt x="883" y="10910"/>
                  </a:lnTo>
                  <a:lnTo>
                    <a:pt x="1044" y="11091"/>
                  </a:lnTo>
                  <a:lnTo>
                    <a:pt x="1164" y="11251"/>
                  </a:lnTo>
                  <a:lnTo>
                    <a:pt x="1184" y="11271"/>
                  </a:lnTo>
                  <a:lnTo>
                    <a:pt x="1384" y="11472"/>
                  </a:lnTo>
                  <a:lnTo>
                    <a:pt x="1625" y="11672"/>
                  </a:lnTo>
                  <a:lnTo>
                    <a:pt x="1926" y="11913"/>
                  </a:lnTo>
                  <a:lnTo>
                    <a:pt x="2267" y="12113"/>
                  </a:lnTo>
                  <a:lnTo>
                    <a:pt x="2628" y="12314"/>
                  </a:lnTo>
                  <a:lnTo>
                    <a:pt x="3009" y="12494"/>
                  </a:lnTo>
                  <a:lnTo>
                    <a:pt x="3410" y="12635"/>
                  </a:lnTo>
                  <a:lnTo>
                    <a:pt x="3851" y="12755"/>
                  </a:lnTo>
                  <a:lnTo>
                    <a:pt x="4292" y="12855"/>
                  </a:lnTo>
                  <a:lnTo>
                    <a:pt x="4754" y="12916"/>
                  </a:lnTo>
                  <a:lnTo>
                    <a:pt x="5215" y="12936"/>
                  </a:lnTo>
                  <a:lnTo>
                    <a:pt x="5716" y="12936"/>
                  </a:lnTo>
                  <a:lnTo>
                    <a:pt x="6218" y="12916"/>
                  </a:lnTo>
                  <a:lnTo>
                    <a:pt x="6719" y="12835"/>
                  </a:lnTo>
                  <a:lnTo>
                    <a:pt x="7220" y="12715"/>
                  </a:lnTo>
                  <a:lnTo>
                    <a:pt x="7742" y="12575"/>
                  </a:lnTo>
                  <a:lnTo>
                    <a:pt x="8263" y="12374"/>
                  </a:lnTo>
                  <a:lnTo>
                    <a:pt x="8785" y="12133"/>
                  </a:lnTo>
                  <a:lnTo>
                    <a:pt x="9065" y="11993"/>
                  </a:lnTo>
                  <a:lnTo>
                    <a:pt x="9346" y="11813"/>
                  </a:lnTo>
                  <a:lnTo>
                    <a:pt x="9607" y="11652"/>
                  </a:lnTo>
                  <a:lnTo>
                    <a:pt x="9888" y="11452"/>
                  </a:lnTo>
                  <a:lnTo>
                    <a:pt x="10168" y="11251"/>
                  </a:lnTo>
                  <a:lnTo>
                    <a:pt x="10429" y="11030"/>
                  </a:lnTo>
                  <a:lnTo>
                    <a:pt x="10710" y="10790"/>
                  </a:lnTo>
                  <a:lnTo>
                    <a:pt x="10971" y="10529"/>
                  </a:lnTo>
                  <a:lnTo>
                    <a:pt x="11251" y="10268"/>
                  </a:lnTo>
                  <a:lnTo>
                    <a:pt x="11512" y="9968"/>
                  </a:lnTo>
                  <a:lnTo>
                    <a:pt x="11753" y="9667"/>
                  </a:lnTo>
                  <a:lnTo>
                    <a:pt x="12013" y="9366"/>
                  </a:lnTo>
                  <a:lnTo>
                    <a:pt x="12274" y="9025"/>
                  </a:lnTo>
                  <a:lnTo>
                    <a:pt x="12515" y="8664"/>
                  </a:lnTo>
                  <a:lnTo>
                    <a:pt x="12755" y="8303"/>
                  </a:lnTo>
                  <a:lnTo>
                    <a:pt x="12996" y="7902"/>
                  </a:lnTo>
                  <a:lnTo>
                    <a:pt x="13217" y="7481"/>
                  </a:lnTo>
                  <a:lnTo>
                    <a:pt x="13437" y="7019"/>
                  </a:lnTo>
                  <a:lnTo>
                    <a:pt x="13678" y="6538"/>
                  </a:lnTo>
                  <a:lnTo>
                    <a:pt x="13919" y="6037"/>
                  </a:lnTo>
                  <a:lnTo>
                    <a:pt x="14219" y="5515"/>
                  </a:lnTo>
                  <a:lnTo>
                    <a:pt x="14560" y="4974"/>
                  </a:lnTo>
                  <a:lnTo>
                    <a:pt x="14761" y="4693"/>
                  </a:lnTo>
                  <a:lnTo>
                    <a:pt x="14961" y="4412"/>
                  </a:lnTo>
                  <a:lnTo>
                    <a:pt x="15202" y="4152"/>
                  </a:lnTo>
                  <a:lnTo>
                    <a:pt x="15463" y="3871"/>
                  </a:lnTo>
                  <a:lnTo>
                    <a:pt x="15483" y="3851"/>
                  </a:lnTo>
                  <a:lnTo>
                    <a:pt x="16084" y="3550"/>
                  </a:lnTo>
                  <a:lnTo>
                    <a:pt x="16365" y="3430"/>
                  </a:lnTo>
                  <a:lnTo>
                    <a:pt x="16626" y="3329"/>
                  </a:lnTo>
                  <a:lnTo>
                    <a:pt x="16867" y="3249"/>
                  </a:lnTo>
                  <a:lnTo>
                    <a:pt x="17087" y="3189"/>
                  </a:lnTo>
                  <a:lnTo>
                    <a:pt x="17308" y="3149"/>
                  </a:lnTo>
                  <a:lnTo>
                    <a:pt x="17709" y="3149"/>
                  </a:lnTo>
                  <a:lnTo>
                    <a:pt x="17970" y="3189"/>
                  </a:lnTo>
                  <a:lnTo>
                    <a:pt x="18230" y="3269"/>
                  </a:lnTo>
                  <a:lnTo>
                    <a:pt x="18491" y="3350"/>
                  </a:lnTo>
                  <a:lnTo>
                    <a:pt x="18772" y="3470"/>
                  </a:lnTo>
                  <a:lnTo>
                    <a:pt x="19052" y="3610"/>
                  </a:lnTo>
                  <a:lnTo>
                    <a:pt x="19333" y="3771"/>
                  </a:lnTo>
                  <a:lnTo>
                    <a:pt x="19614" y="3951"/>
                  </a:lnTo>
                  <a:lnTo>
                    <a:pt x="19915" y="4172"/>
                  </a:lnTo>
                  <a:lnTo>
                    <a:pt x="20336" y="4493"/>
                  </a:lnTo>
                  <a:lnTo>
                    <a:pt x="20777" y="4854"/>
                  </a:lnTo>
                  <a:lnTo>
                    <a:pt x="21218" y="5255"/>
                  </a:lnTo>
                  <a:lnTo>
                    <a:pt x="21660" y="5676"/>
                  </a:lnTo>
                  <a:lnTo>
                    <a:pt x="22101" y="6137"/>
                  </a:lnTo>
                  <a:lnTo>
                    <a:pt x="22562" y="6618"/>
                  </a:lnTo>
                  <a:lnTo>
                    <a:pt x="23023" y="7120"/>
                  </a:lnTo>
                  <a:lnTo>
                    <a:pt x="23485" y="7661"/>
                  </a:lnTo>
                  <a:lnTo>
                    <a:pt x="24407" y="8764"/>
                  </a:lnTo>
                  <a:lnTo>
                    <a:pt x="25330" y="9947"/>
                  </a:lnTo>
                  <a:lnTo>
                    <a:pt x="26232" y="11151"/>
                  </a:lnTo>
                  <a:lnTo>
                    <a:pt x="27134" y="12374"/>
                  </a:lnTo>
                  <a:lnTo>
                    <a:pt x="27997" y="13577"/>
                  </a:lnTo>
                  <a:lnTo>
                    <a:pt x="28839" y="14761"/>
                  </a:lnTo>
                  <a:lnTo>
                    <a:pt x="30383" y="16987"/>
                  </a:lnTo>
                  <a:lnTo>
                    <a:pt x="31085" y="17969"/>
                  </a:lnTo>
                  <a:lnTo>
                    <a:pt x="31727" y="18832"/>
                  </a:lnTo>
                  <a:lnTo>
                    <a:pt x="32288" y="19574"/>
                  </a:lnTo>
                  <a:lnTo>
                    <a:pt x="32790" y="20175"/>
                  </a:lnTo>
                  <a:lnTo>
                    <a:pt x="32970" y="20376"/>
                  </a:lnTo>
                  <a:lnTo>
                    <a:pt x="33151" y="20536"/>
                  </a:lnTo>
                  <a:lnTo>
                    <a:pt x="33311" y="20677"/>
                  </a:lnTo>
                  <a:lnTo>
                    <a:pt x="33432" y="20777"/>
                  </a:lnTo>
                  <a:lnTo>
                    <a:pt x="33552" y="20837"/>
                  </a:lnTo>
                  <a:lnTo>
                    <a:pt x="33732" y="20877"/>
                  </a:lnTo>
                  <a:lnTo>
                    <a:pt x="33993" y="20917"/>
                  </a:lnTo>
                  <a:lnTo>
                    <a:pt x="34354" y="20937"/>
                  </a:lnTo>
                  <a:lnTo>
                    <a:pt x="34795" y="20937"/>
                  </a:lnTo>
                  <a:lnTo>
                    <a:pt x="34996" y="20957"/>
                  </a:lnTo>
                  <a:lnTo>
                    <a:pt x="35858" y="20957"/>
                  </a:lnTo>
                  <a:lnTo>
                    <a:pt x="36881" y="20937"/>
                  </a:lnTo>
                  <a:lnTo>
                    <a:pt x="37844" y="20937"/>
                  </a:lnTo>
                  <a:lnTo>
                    <a:pt x="37643" y="20336"/>
                  </a:lnTo>
                  <a:lnTo>
                    <a:pt x="37362" y="19433"/>
                  </a:lnTo>
                  <a:lnTo>
                    <a:pt x="37001" y="18270"/>
                  </a:lnTo>
                  <a:lnTo>
                    <a:pt x="36540" y="16906"/>
                  </a:lnTo>
                  <a:lnTo>
                    <a:pt x="35999" y="15362"/>
                  </a:lnTo>
                  <a:lnTo>
                    <a:pt x="35678" y="14560"/>
                  </a:lnTo>
                  <a:lnTo>
                    <a:pt x="35357" y="13718"/>
                  </a:lnTo>
                  <a:lnTo>
                    <a:pt x="34996" y="12855"/>
                  </a:lnTo>
                  <a:lnTo>
                    <a:pt x="34615" y="11973"/>
                  </a:lnTo>
                  <a:lnTo>
                    <a:pt x="34214" y="11091"/>
                  </a:lnTo>
                  <a:lnTo>
                    <a:pt x="33772" y="10208"/>
                  </a:lnTo>
                  <a:lnTo>
                    <a:pt x="33311" y="9326"/>
                  </a:lnTo>
                  <a:lnTo>
                    <a:pt x="32830" y="8443"/>
                  </a:lnTo>
                  <a:lnTo>
                    <a:pt x="32329" y="7581"/>
                  </a:lnTo>
                  <a:lnTo>
                    <a:pt x="31787" y="6739"/>
                  </a:lnTo>
                  <a:lnTo>
                    <a:pt x="31226" y="5916"/>
                  </a:lnTo>
                  <a:lnTo>
                    <a:pt x="30644" y="5134"/>
                  </a:lnTo>
                  <a:lnTo>
                    <a:pt x="30042" y="4372"/>
                  </a:lnTo>
                  <a:lnTo>
                    <a:pt x="29721" y="4011"/>
                  </a:lnTo>
                  <a:lnTo>
                    <a:pt x="29401" y="3670"/>
                  </a:lnTo>
                  <a:lnTo>
                    <a:pt x="29060" y="3329"/>
                  </a:lnTo>
                  <a:lnTo>
                    <a:pt x="28739" y="3009"/>
                  </a:lnTo>
                  <a:lnTo>
                    <a:pt x="28378" y="2688"/>
                  </a:lnTo>
                  <a:lnTo>
                    <a:pt x="28037" y="2387"/>
                  </a:lnTo>
                  <a:lnTo>
                    <a:pt x="27676" y="2106"/>
                  </a:lnTo>
                  <a:lnTo>
                    <a:pt x="27315" y="1825"/>
                  </a:lnTo>
                  <a:lnTo>
                    <a:pt x="26934" y="1585"/>
                  </a:lnTo>
                  <a:lnTo>
                    <a:pt x="26553" y="1344"/>
                  </a:lnTo>
                  <a:lnTo>
                    <a:pt x="26172" y="1123"/>
                  </a:lnTo>
                  <a:lnTo>
                    <a:pt x="25791" y="903"/>
                  </a:lnTo>
                  <a:lnTo>
                    <a:pt x="25390" y="722"/>
                  </a:lnTo>
                  <a:lnTo>
                    <a:pt x="24969" y="562"/>
                  </a:lnTo>
                  <a:lnTo>
                    <a:pt x="24567" y="422"/>
                  </a:lnTo>
                  <a:lnTo>
                    <a:pt x="24146" y="281"/>
                  </a:lnTo>
                  <a:lnTo>
                    <a:pt x="23705" y="181"/>
                  </a:lnTo>
                  <a:lnTo>
                    <a:pt x="23284" y="101"/>
                  </a:lnTo>
                  <a:lnTo>
                    <a:pt x="22763" y="41"/>
                  </a:lnTo>
                  <a:lnTo>
                    <a:pt x="222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34">
              <a:extLst>
                <a:ext uri="{FF2B5EF4-FFF2-40B4-BE49-F238E27FC236}">
                  <a16:creationId xmlns:a16="http://schemas.microsoft.com/office/drawing/2014/main" id="{85855192-6E64-8363-F840-5E6537AC9AE5}"/>
                </a:ext>
              </a:extLst>
            </p:cNvPr>
            <p:cNvSpPr/>
            <p:nvPr/>
          </p:nvSpPr>
          <p:spPr>
            <a:xfrm>
              <a:off x="8222575" y="3901000"/>
              <a:ext cx="946100" cy="523950"/>
            </a:xfrm>
            <a:custGeom>
              <a:avLst/>
              <a:gdLst/>
              <a:ahLst/>
              <a:cxnLst/>
              <a:rect l="l" t="t" r="r" b="b"/>
              <a:pathLst>
                <a:path w="37844" h="20958" fill="none" extrusionOk="0">
                  <a:moveTo>
                    <a:pt x="37844" y="20937"/>
                  </a:moveTo>
                  <a:lnTo>
                    <a:pt x="37844" y="20937"/>
                  </a:lnTo>
                  <a:lnTo>
                    <a:pt x="37001" y="20937"/>
                  </a:lnTo>
                  <a:lnTo>
                    <a:pt x="36881" y="20937"/>
                  </a:lnTo>
                  <a:lnTo>
                    <a:pt x="36881" y="20937"/>
                  </a:lnTo>
                  <a:lnTo>
                    <a:pt x="35858" y="20957"/>
                  </a:lnTo>
                  <a:lnTo>
                    <a:pt x="34996" y="20957"/>
                  </a:lnTo>
                  <a:lnTo>
                    <a:pt x="34996" y="20957"/>
                  </a:lnTo>
                  <a:lnTo>
                    <a:pt x="34795" y="20937"/>
                  </a:lnTo>
                  <a:lnTo>
                    <a:pt x="34795" y="20937"/>
                  </a:lnTo>
                  <a:lnTo>
                    <a:pt x="34354" y="20937"/>
                  </a:lnTo>
                  <a:lnTo>
                    <a:pt x="33993" y="20917"/>
                  </a:lnTo>
                  <a:lnTo>
                    <a:pt x="33732" y="20877"/>
                  </a:lnTo>
                  <a:lnTo>
                    <a:pt x="33552" y="20837"/>
                  </a:lnTo>
                  <a:lnTo>
                    <a:pt x="33552" y="20837"/>
                  </a:lnTo>
                  <a:lnTo>
                    <a:pt x="33432" y="20777"/>
                  </a:lnTo>
                  <a:lnTo>
                    <a:pt x="33432" y="20777"/>
                  </a:lnTo>
                  <a:lnTo>
                    <a:pt x="33311" y="20677"/>
                  </a:lnTo>
                  <a:lnTo>
                    <a:pt x="33151" y="20536"/>
                  </a:lnTo>
                  <a:lnTo>
                    <a:pt x="32970" y="20376"/>
                  </a:lnTo>
                  <a:lnTo>
                    <a:pt x="32790" y="20175"/>
                  </a:lnTo>
                  <a:lnTo>
                    <a:pt x="32790" y="20175"/>
                  </a:lnTo>
                  <a:lnTo>
                    <a:pt x="32288" y="19574"/>
                  </a:lnTo>
                  <a:lnTo>
                    <a:pt x="31727" y="18832"/>
                  </a:lnTo>
                  <a:lnTo>
                    <a:pt x="31085" y="17969"/>
                  </a:lnTo>
                  <a:lnTo>
                    <a:pt x="30383" y="16987"/>
                  </a:lnTo>
                  <a:lnTo>
                    <a:pt x="28839" y="14761"/>
                  </a:lnTo>
                  <a:lnTo>
                    <a:pt x="27997" y="13577"/>
                  </a:lnTo>
                  <a:lnTo>
                    <a:pt x="27134" y="12374"/>
                  </a:lnTo>
                  <a:lnTo>
                    <a:pt x="26232" y="11151"/>
                  </a:lnTo>
                  <a:lnTo>
                    <a:pt x="25330" y="9947"/>
                  </a:lnTo>
                  <a:lnTo>
                    <a:pt x="24407" y="8764"/>
                  </a:lnTo>
                  <a:lnTo>
                    <a:pt x="23485" y="7661"/>
                  </a:lnTo>
                  <a:lnTo>
                    <a:pt x="23023" y="7120"/>
                  </a:lnTo>
                  <a:lnTo>
                    <a:pt x="22562" y="6618"/>
                  </a:lnTo>
                  <a:lnTo>
                    <a:pt x="22101" y="6137"/>
                  </a:lnTo>
                  <a:lnTo>
                    <a:pt x="21660" y="5676"/>
                  </a:lnTo>
                  <a:lnTo>
                    <a:pt x="21218" y="5255"/>
                  </a:lnTo>
                  <a:lnTo>
                    <a:pt x="20777" y="4854"/>
                  </a:lnTo>
                  <a:lnTo>
                    <a:pt x="20336" y="4493"/>
                  </a:lnTo>
                  <a:lnTo>
                    <a:pt x="19915" y="4172"/>
                  </a:lnTo>
                  <a:lnTo>
                    <a:pt x="19915" y="4172"/>
                  </a:lnTo>
                  <a:lnTo>
                    <a:pt x="19614" y="3951"/>
                  </a:lnTo>
                  <a:lnTo>
                    <a:pt x="19333" y="3771"/>
                  </a:lnTo>
                  <a:lnTo>
                    <a:pt x="19052" y="3610"/>
                  </a:lnTo>
                  <a:lnTo>
                    <a:pt x="18772" y="3470"/>
                  </a:lnTo>
                  <a:lnTo>
                    <a:pt x="18491" y="3350"/>
                  </a:lnTo>
                  <a:lnTo>
                    <a:pt x="18230" y="3269"/>
                  </a:lnTo>
                  <a:lnTo>
                    <a:pt x="17970" y="3189"/>
                  </a:lnTo>
                  <a:lnTo>
                    <a:pt x="17709" y="3149"/>
                  </a:lnTo>
                  <a:lnTo>
                    <a:pt x="17709" y="3149"/>
                  </a:lnTo>
                  <a:lnTo>
                    <a:pt x="17488" y="3149"/>
                  </a:lnTo>
                  <a:lnTo>
                    <a:pt x="17488" y="3149"/>
                  </a:lnTo>
                  <a:lnTo>
                    <a:pt x="17308" y="3149"/>
                  </a:lnTo>
                  <a:lnTo>
                    <a:pt x="17087" y="3189"/>
                  </a:lnTo>
                  <a:lnTo>
                    <a:pt x="16867" y="3249"/>
                  </a:lnTo>
                  <a:lnTo>
                    <a:pt x="16626" y="3329"/>
                  </a:lnTo>
                  <a:lnTo>
                    <a:pt x="16365" y="3430"/>
                  </a:lnTo>
                  <a:lnTo>
                    <a:pt x="16084" y="3550"/>
                  </a:lnTo>
                  <a:lnTo>
                    <a:pt x="15483" y="3851"/>
                  </a:lnTo>
                  <a:lnTo>
                    <a:pt x="15463" y="3871"/>
                  </a:lnTo>
                  <a:lnTo>
                    <a:pt x="15463" y="3871"/>
                  </a:lnTo>
                  <a:lnTo>
                    <a:pt x="15202" y="4152"/>
                  </a:lnTo>
                  <a:lnTo>
                    <a:pt x="14961" y="4412"/>
                  </a:lnTo>
                  <a:lnTo>
                    <a:pt x="14761" y="4693"/>
                  </a:lnTo>
                  <a:lnTo>
                    <a:pt x="14560" y="4974"/>
                  </a:lnTo>
                  <a:lnTo>
                    <a:pt x="14219" y="5515"/>
                  </a:lnTo>
                  <a:lnTo>
                    <a:pt x="13919" y="6037"/>
                  </a:lnTo>
                  <a:lnTo>
                    <a:pt x="13678" y="6538"/>
                  </a:lnTo>
                  <a:lnTo>
                    <a:pt x="13437" y="7019"/>
                  </a:lnTo>
                  <a:lnTo>
                    <a:pt x="13217" y="7481"/>
                  </a:lnTo>
                  <a:lnTo>
                    <a:pt x="12996" y="7902"/>
                  </a:lnTo>
                  <a:lnTo>
                    <a:pt x="12996" y="7902"/>
                  </a:lnTo>
                  <a:lnTo>
                    <a:pt x="12755" y="8303"/>
                  </a:lnTo>
                  <a:lnTo>
                    <a:pt x="12515" y="8664"/>
                  </a:lnTo>
                  <a:lnTo>
                    <a:pt x="12274" y="9025"/>
                  </a:lnTo>
                  <a:lnTo>
                    <a:pt x="12013" y="9366"/>
                  </a:lnTo>
                  <a:lnTo>
                    <a:pt x="11753" y="9667"/>
                  </a:lnTo>
                  <a:lnTo>
                    <a:pt x="11512" y="9968"/>
                  </a:lnTo>
                  <a:lnTo>
                    <a:pt x="11251" y="10268"/>
                  </a:lnTo>
                  <a:lnTo>
                    <a:pt x="10971" y="10529"/>
                  </a:lnTo>
                  <a:lnTo>
                    <a:pt x="10710" y="10790"/>
                  </a:lnTo>
                  <a:lnTo>
                    <a:pt x="10429" y="11030"/>
                  </a:lnTo>
                  <a:lnTo>
                    <a:pt x="10168" y="11251"/>
                  </a:lnTo>
                  <a:lnTo>
                    <a:pt x="9888" y="11452"/>
                  </a:lnTo>
                  <a:lnTo>
                    <a:pt x="9607" y="11652"/>
                  </a:lnTo>
                  <a:lnTo>
                    <a:pt x="9346" y="11813"/>
                  </a:lnTo>
                  <a:lnTo>
                    <a:pt x="9065" y="11993"/>
                  </a:lnTo>
                  <a:lnTo>
                    <a:pt x="8785" y="12133"/>
                  </a:lnTo>
                  <a:lnTo>
                    <a:pt x="8785" y="12133"/>
                  </a:lnTo>
                  <a:lnTo>
                    <a:pt x="8263" y="12374"/>
                  </a:lnTo>
                  <a:lnTo>
                    <a:pt x="7742" y="12575"/>
                  </a:lnTo>
                  <a:lnTo>
                    <a:pt x="7220" y="12715"/>
                  </a:lnTo>
                  <a:lnTo>
                    <a:pt x="6719" y="12835"/>
                  </a:lnTo>
                  <a:lnTo>
                    <a:pt x="6218" y="12916"/>
                  </a:lnTo>
                  <a:lnTo>
                    <a:pt x="5716" y="12936"/>
                  </a:lnTo>
                  <a:lnTo>
                    <a:pt x="5215" y="12936"/>
                  </a:lnTo>
                  <a:lnTo>
                    <a:pt x="4754" y="12916"/>
                  </a:lnTo>
                  <a:lnTo>
                    <a:pt x="4292" y="12855"/>
                  </a:lnTo>
                  <a:lnTo>
                    <a:pt x="3851" y="12755"/>
                  </a:lnTo>
                  <a:lnTo>
                    <a:pt x="3410" y="12635"/>
                  </a:lnTo>
                  <a:lnTo>
                    <a:pt x="3009" y="12494"/>
                  </a:lnTo>
                  <a:lnTo>
                    <a:pt x="2628" y="12314"/>
                  </a:lnTo>
                  <a:lnTo>
                    <a:pt x="2267" y="12113"/>
                  </a:lnTo>
                  <a:lnTo>
                    <a:pt x="1926" y="11913"/>
                  </a:lnTo>
                  <a:lnTo>
                    <a:pt x="1625" y="11672"/>
                  </a:lnTo>
                  <a:lnTo>
                    <a:pt x="1625" y="11672"/>
                  </a:lnTo>
                  <a:lnTo>
                    <a:pt x="1384" y="11472"/>
                  </a:lnTo>
                  <a:lnTo>
                    <a:pt x="1184" y="11271"/>
                  </a:lnTo>
                  <a:lnTo>
                    <a:pt x="1184" y="11271"/>
                  </a:lnTo>
                  <a:lnTo>
                    <a:pt x="1164" y="11251"/>
                  </a:lnTo>
                  <a:lnTo>
                    <a:pt x="1164" y="11251"/>
                  </a:lnTo>
                  <a:lnTo>
                    <a:pt x="1044" y="11091"/>
                  </a:lnTo>
                  <a:lnTo>
                    <a:pt x="1044" y="11091"/>
                  </a:lnTo>
                  <a:lnTo>
                    <a:pt x="883" y="10910"/>
                  </a:lnTo>
                  <a:lnTo>
                    <a:pt x="883" y="10910"/>
                  </a:lnTo>
                  <a:lnTo>
                    <a:pt x="703" y="10629"/>
                  </a:lnTo>
                  <a:lnTo>
                    <a:pt x="542" y="10369"/>
                  </a:lnTo>
                  <a:lnTo>
                    <a:pt x="402" y="10088"/>
                  </a:lnTo>
                  <a:lnTo>
                    <a:pt x="281" y="9807"/>
                  </a:lnTo>
                  <a:lnTo>
                    <a:pt x="181" y="9526"/>
                  </a:lnTo>
                  <a:lnTo>
                    <a:pt x="121" y="9246"/>
                  </a:lnTo>
                  <a:lnTo>
                    <a:pt x="61" y="8965"/>
                  </a:lnTo>
                  <a:lnTo>
                    <a:pt x="21" y="8704"/>
                  </a:lnTo>
                  <a:lnTo>
                    <a:pt x="1" y="8423"/>
                  </a:lnTo>
                  <a:lnTo>
                    <a:pt x="1" y="8143"/>
                  </a:lnTo>
                  <a:lnTo>
                    <a:pt x="21" y="7862"/>
                  </a:lnTo>
                  <a:lnTo>
                    <a:pt x="61" y="7601"/>
                  </a:lnTo>
                  <a:lnTo>
                    <a:pt x="101" y="7340"/>
                  </a:lnTo>
                  <a:lnTo>
                    <a:pt x="181" y="7080"/>
                  </a:lnTo>
                  <a:lnTo>
                    <a:pt x="241" y="6819"/>
                  </a:lnTo>
                  <a:lnTo>
                    <a:pt x="342" y="6558"/>
                  </a:lnTo>
                  <a:lnTo>
                    <a:pt x="442" y="6318"/>
                  </a:lnTo>
                  <a:lnTo>
                    <a:pt x="542" y="6097"/>
                  </a:lnTo>
                  <a:lnTo>
                    <a:pt x="683" y="5856"/>
                  </a:lnTo>
                  <a:lnTo>
                    <a:pt x="803" y="5636"/>
                  </a:lnTo>
                  <a:lnTo>
                    <a:pt x="943" y="5435"/>
                  </a:lnTo>
                  <a:lnTo>
                    <a:pt x="1104" y="5235"/>
                  </a:lnTo>
                  <a:lnTo>
                    <a:pt x="1264" y="5054"/>
                  </a:lnTo>
                  <a:lnTo>
                    <a:pt x="1425" y="4874"/>
                  </a:lnTo>
                  <a:lnTo>
                    <a:pt x="1605" y="4693"/>
                  </a:lnTo>
                  <a:lnTo>
                    <a:pt x="1766" y="4553"/>
                  </a:lnTo>
                  <a:lnTo>
                    <a:pt x="1946" y="4412"/>
                  </a:lnTo>
                  <a:lnTo>
                    <a:pt x="2147" y="4292"/>
                  </a:lnTo>
                  <a:lnTo>
                    <a:pt x="2327" y="4172"/>
                  </a:lnTo>
                  <a:lnTo>
                    <a:pt x="2508" y="4071"/>
                  </a:lnTo>
                  <a:lnTo>
                    <a:pt x="2708" y="3991"/>
                  </a:lnTo>
                  <a:lnTo>
                    <a:pt x="2889" y="3931"/>
                  </a:lnTo>
                  <a:lnTo>
                    <a:pt x="2889" y="3931"/>
                  </a:lnTo>
                  <a:lnTo>
                    <a:pt x="3189" y="3871"/>
                  </a:lnTo>
                  <a:lnTo>
                    <a:pt x="3490" y="3791"/>
                  </a:lnTo>
                  <a:lnTo>
                    <a:pt x="4132" y="3690"/>
                  </a:lnTo>
                  <a:lnTo>
                    <a:pt x="4834" y="3630"/>
                  </a:lnTo>
                  <a:lnTo>
                    <a:pt x="5556" y="3590"/>
                  </a:lnTo>
                  <a:lnTo>
                    <a:pt x="6318" y="3570"/>
                  </a:lnTo>
                  <a:lnTo>
                    <a:pt x="7080" y="3570"/>
                  </a:lnTo>
                  <a:lnTo>
                    <a:pt x="8624" y="3590"/>
                  </a:lnTo>
                  <a:lnTo>
                    <a:pt x="8624" y="3590"/>
                  </a:lnTo>
                  <a:lnTo>
                    <a:pt x="10148" y="3610"/>
                  </a:lnTo>
                  <a:lnTo>
                    <a:pt x="10850" y="3610"/>
                  </a:lnTo>
                  <a:lnTo>
                    <a:pt x="11492" y="3590"/>
                  </a:lnTo>
                  <a:lnTo>
                    <a:pt x="12094" y="3550"/>
                  </a:lnTo>
                  <a:lnTo>
                    <a:pt x="12615" y="3490"/>
                  </a:lnTo>
                  <a:lnTo>
                    <a:pt x="12856" y="3430"/>
                  </a:lnTo>
                  <a:lnTo>
                    <a:pt x="13076" y="3370"/>
                  </a:lnTo>
                  <a:lnTo>
                    <a:pt x="13257" y="3309"/>
                  </a:lnTo>
                  <a:lnTo>
                    <a:pt x="13417" y="3229"/>
                  </a:lnTo>
                  <a:lnTo>
                    <a:pt x="13417" y="3229"/>
                  </a:lnTo>
                  <a:lnTo>
                    <a:pt x="13638" y="3069"/>
                  </a:lnTo>
                  <a:lnTo>
                    <a:pt x="13638" y="3069"/>
                  </a:lnTo>
                  <a:lnTo>
                    <a:pt x="14059" y="2788"/>
                  </a:lnTo>
                  <a:lnTo>
                    <a:pt x="14500" y="2487"/>
                  </a:lnTo>
                  <a:lnTo>
                    <a:pt x="14941" y="2226"/>
                  </a:lnTo>
                  <a:lnTo>
                    <a:pt x="15383" y="1946"/>
                  </a:lnTo>
                  <a:lnTo>
                    <a:pt x="15844" y="1705"/>
                  </a:lnTo>
                  <a:lnTo>
                    <a:pt x="16305" y="1464"/>
                  </a:lnTo>
                  <a:lnTo>
                    <a:pt x="16786" y="1244"/>
                  </a:lnTo>
                  <a:lnTo>
                    <a:pt x="17268" y="1023"/>
                  </a:lnTo>
                  <a:lnTo>
                    <a:pt x="17749" y="823"/>
                  </a:lnTo>
                  <a:lnTo>
                    <a:pt x="18230" y="662"/>
                  </a:lnTo>
                  <a:lnTo>
                    <a:pt x="18712" y="502"/>
                  </a:lnTo>
                  <a:lnTo>
                    <a:pt x="19213" y="361"/>
                  </a:lnTo>
                  <a:lnTo>
                    <a:pt x="19714" y="241"/>
                  </a:lnTo>
                  <a:lnTo>
                    <a:pt x="20196" y="141"/>
                  </a:lnTo>
                  <a:lnTo>
                    <a:pt x="20697" y="61"/>
                  </a:lnTo>
                  <a:lnTo>
                    <a:pt x="21198" y="20"/>
                  </a:lnTo>
                  <a:lnTo>
                    <a:pt x="21198" y="20"/>
                  </a:lnTo>
                  <a:lnTo>
                    <a:pt x="21720" y="0"/>
                  </a:lnTo>
                  <a:lnTo>
                    <a:pt x="22241" y="0"/>
                  </a:lnTo>
                  <a:lnTo>
                    <a:pt x="22763" y="41"/>
                  </a:lnTo>
                  <a:lnTo>
                    <a:pt x="23284" y="101"/>
                  </a:lnTo>
                  <a:lnTo>
                    <a:pt x="23284" y="101"/>
                  </a:lnTo>
                  <a:lnTo>
                    <a:pt x="23705" y="181"/>
                  </a:lnTo>
                  <a:lnTo>
                    <a:pt x="24146" y="281"/>
                  </a:lnTo>
                  <a:lnTo>
                    <a:pt x="24567" y="422"/>
                  </a:lnTo>
                  <a:lnTo>
                    <a:pt x="24969" y="562"/>
                  </a:lnTo>
                  <a:lnTo>
                    <a:pt x="25390" y="722"/>
                  </a:lnTo>
                  <a:lnTo>
                    <a:pt x="25791" y="903"/>
                  </a:lnTo>
                  <a:lnTo>
                    <a:pt x="26172" y="1123"/>
                  </a:lnTo>
                  <a:lnTo>
                    <a:pt x="26553" y="1344"/>
                  </a:lnTo>
                  <a:lnTo>
                    <a:pt x="26934" y="1585"/>
                  </a:lnTo>
                  <a:lnTo>
                    <a:pt x="27315" y="1825"/>
                  </a:lnTo>
                  <a:lnTo>
                    <a:pt x="27676" y="2106"/>
                  </a:lnTo>
                  <a:lnTo>
                    <a:pt x="28037" y="2387"/>
                  </a:lnTo>
                  <a:lnTo>
                    <a:pt x="28378" y="2688"/>
                  </a:lnTo>
                  <a:lnTo>
                    <a:pt x="28739" y="3009"/>
                  </a:lnTo>
                  <a:lnTo>
                    <a:pt x="29060" y="3329"/>
                  </a:lnTo>
                  <a:lnTo>
                    <a:pt x="29401" y="3670"/>
                  </a:lnTo>
                  <a:lnTo>
                    <a:pt x="29721" y="4011"/>
                  </a:lnTo>
                  <a:lnTo>
                    <a:pt x="30042" y="4372"/>
                  </a:lnTo>
                  <a:lnTo>
                    <a:pt x="30644" y="5134"/>
                  </a:lnTo>
                  <a:lnTo>
                    <a:pt x="31226" y="5916"/>
                  </a:lnTo>
                  <a:lnTo>
                    <a:pt x="31787" y="6739"/>
                  </a:lnTo>
                  <a:lnTo>
                    <a:pt x="32329" y="7581"/>
                  </a:lnTo>
                  <a:lnTo>
                    <a:pt x="32830" y="8443"/>
                  </a:lnTo>
                  <a:lnTo>
                    <a:pt x="33311" y="9326"/>
                  </a:lnTo>
                  <a:lnTo>
                    <a:pt x="33772" y="10208"/>
                  </a:lnTo>
                  <a:lnTo>
                    <a:pt x="34214" y="11091"/>
                  </a:lnTo>
                  <a:lnTo>
                    <a:pt x="34615" y="11973"/>
                  </a:lnTo>
                  <a:lnTo>
                    <a:pt x="34996" y="12855"/>
                  </a:lnTo>
                  <a:lnTo>
                    <a:pt x="35357" y="13718"/>
                  </a:lnTo>
                  <a:lnTo>
                    <a:pt x="35678" y="14560"/>
                  </a:lnTo>
                  <a:lnTo>
                    <a:pt x="35999" y="15362"/>
                  </a:lnTo>
                  <a:lnTo>
                    <a:pt x="36540" y="16906"/>
                  </a:lnTo>
                  <a:lnTo>
                    <a:pt x="37001" y="18270"/>
                  </a:lnTo>
                  <a:lnTo>
                    <a:pt x="37362" y="19433"/>
                  </a:lnTo>
                  <a:lnTo>
                    <a:pt x="37643" y="20336"/>
                  </a:lnTo>
                  <a:lnTo>
                    <a:pt x="37844" y="209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34">
              <a:extLst>
                <a:ext uri="{FF2B5EF4-FFF2-40B4-BE49-F238E27FC236}">
                  <a16:creationId xmlns:a16="http://schemas.microsoft.com/office/drawing/2014/main" id="{DE6B14F1-2209-9BE3-AABE-94CA4E98BF7D}"/>
                </a:ext>
              </a:extLst>
            </p:cNvPr>
            <p:cNvSpPr/>
            <p:nvPr/>
          </p:nvSpPr>
          <p:spPr>
            <a:xfrm>
              <a:off x="8369975" y="3928575"/>
              <a:ext cx="777650" cy="496375"/>
            </a:xfrm>
            <a:custGeom>
              <a:avLst/>
              <a:gdLst/>
              <a:ahLst/>
              <a:cxnLst/>
              <a:rect l="l" t="t" r="r" b="b"/>
              <a:pathLst>
                <a:path w="31106" h="19855" extrusionOk="0">
                  <a:moveTo>
                    <a:pt x="14741" y="2106"/>
                  </a:moveTo>
                  <a:lnTo>
                    <a:pt x="15022" y="2206"/>
                  </a:lnTo>
                  <a:lnTo>
                    <a:pt x="15302" y="2307"/>
                  </a:lnTo>
                  <a:lnTo>
                    <a:pt x="15583" y="2427"/>
                  </a:lnTo>
                  <a:lnTo>
                    <a:pt x="15864" y="2547"/>
                  </a:lnTo>
                  <a:lnTo>
                    <a:pt x="16405" y="2868"/>
                  </a:lnTo>
                  <a:lnTo>
                    <a:pt x="16947" y="3209"/>
                  </a:lnTo>
                  <a:lnTo>
                    <a:pt x="17448" y="3570"/>
                  </a:lnTo>
                  <a:lnTo>
                    <a:pt x="17950" y="3951"/>
                  </a:lnTo>
                  <a:lnTo>
                    <a:pt x="18391" y="4352"/>
                  </a:lnTo>
                  <a:lnTo>
                    <a:pt x="18832" y="4713"/>
                  </a:lnTo>
                  <a:lnTo>
                    <a:pt x="19273" y="5134"/>
                  </a:lnTo>
                  <a:lnTo>
                    <a:pt x="19714" y="5576"/>
                  </a:lnTo>
                  <a:lnTo>
                    <a:pt x="20135" y="6017"/>
                  </a:lnTo>
                  <a:lnTo>
                    <a:pt x="20537" y="6478"/>
                  </a:lnTo>
                  <a:lnTo>
                    <a:pt x="20938" y="6959"/>
                  </a:lnTo>
                  <a:lnTo>
                    <a:pt x="21299" y="7441"/>
                  </a:lnTo>
                  <a:lnTo>
                    <a:pt x="21680" y="7942"/>
                  </a:lnTo>
                  <a:lnTo>
                    <a:pt x="22021" y="8443"/>
                  </a:lnTo>
                  <a:lnTo>
                    <a:pt x="22522" y="9225"/>
                  </a:lnTo>
                  <a:lnTo>
                    <a:pt x="22983" y="10008"/>
                  </a:lnTo>
                  <a:lnTo>
                    <a:pt x="23404" y="10810"/>
                  </a:lnTo>
                  <a:lnTo>
                    <a:pt x="23805" y="11612"/>
                  </a:lnTo>
                  <a:lnTo>
                    <a:pt x="24186" y="12434"/>
                  </a:lnTo>
                  <a:lnTo>
                    <a:pt x="24547" y="13256"/>
                  </a:lnTo>
                  <a:lnTo>
                    <a:pt x="25249" y="14921"/>
                  </a:lnTo>
                  <a:lnTo>
                    <a:pt x="24527" y="13658"/>
                  </a:lnTo>
                  <a:lnTo>
                    <a:pt x="23765" y="12414"/>
                  </a:lnTo>
                  <a:lnTo>
                    <a:pt x="22983" y="11191"/>
                  </a:lnTo>
                  <a:lnTo>
                    <a:pt x="22141" y="9988"/>
                  </a:lnTo>
                  <a:lnTo>
                    <a:pt x="21299" y="8804"/>
                  </a:lnTo>
                  <a:lnTo>
                    <a:pt x="20396" y="7661"/>
                  </a:lnTo>
                  <a:lnTo>
                    <a:pt x="19474" y="6538"/>
                  </a:lnTo>
                  <a:lnTo>
                    <a:pt x="18531" y="5455"/>
                  </a:lnTo>
                  <a:lnTo>
                    <a:pt x="17689" y="4513"/>
                  </a:lnTo>
                  <a:lnTo>
                    <a:pt x="17248" y="4051"/>
                  </a:lnTo>
                  <a:lnTo>
                    <a:pt x="16786" y="3610"/>
                  </a:lnTo>
                  <a:lnTo>
                    <a:pt x="16305" y="3169"/>
                  </a:lnTo>
                  <a:lnTo>
                    <a:pt x="15804" y="2788"/>
                  </a:lnTo>
                  <a:lnTo>
                    <a:pt x="15282" y="2427"/>
                  </a:lnTo>
                  <a:lnTo>
                    <a:pt x="15022" y="2267"/>
                  </a:lnTo>
                  <a:lnTo>
                    <a:pt x="14741" y="2106"/>
                  </a:lnTo>
                  <a:close/>
                  <a:moveTo>
                    <a:pt x="14921" y="0"/>
                  </a:moveTo>
                  <a:lnTo>
                    <a:pt x="14540" y="41"/>
                  </a:lnTo>
                  <a:lnTo>
                    <a:pt x="14039" y="101"/>
                  </a:lnTo>
                  <a:lnTo>
                    <a:pt x="13517" y="201"/>
                  </a:lnTo>
                  <a:lnTo>
                    <a:pt x="13016" y="321"/>
                  </a:lnTo>
                  <a:lnTo>
                    <a:pt x="12535" y="462"/>
                  </a:lnTo>
                  <a:lnTo>
                    <a:pt x="11532" y="1123"/>
                  </a:lnTo>
                  <a:lnTo>
                    <a:pt x="12053" y="943"/>
                  </a:lnTo>
                  <a:lnTo>
                    <a:pt x="10991" y="1504"/>
                  </a:lnTo>
                  <a:lnTo>
                    <a:pt x="9848" y="2267"/>
                  </a:lnTo>
                  <a:lnTo>
                    <a:pt x="9266" y="2628"/>
                  </a:lnTo>
                  <a:lnTo>
                    <a:pt x="8684" y="2989"/>
                  </a:lnTo>
                  <a:lnTo>
                    <a:pt x="8404" y="3229"/>
                  </a:lnTo>
                  <a:lnTo>
                    <a:pt x="8123" y="3470"/>
                  </a:lnTo>
                  <a:lnTo>
                    <a:pt x="7581" y="4011"/>
                  </a:lnTo>
                  <a:lnTo>
                    <a:pt x="7060" y="4573"/>
                  </a:lnTo>
                  <a:lnTo>
                    <a:pt x="6579" y="5154"/>
                  </a:lnTo>
                  <a:lnTo>
                    <a:pt x="5616" y="6338"/>
                  </a:lnTo>
                  <a:lnTo>
                    <a:pt x="5155" y="6919"/>
                  </a:lnTo>
                  <a:lnTo>
                    <a:pt x="4693" y="7481"/>
                  </a:lnTo>
                  <a:lnTo>
                    <a:pt x="4212" y="8042"/>
                  </a:lnTo>
                  <a:lnTo>
                    <a:pt x="3691" y="8544"/>
                  </a:lnTo>
                  <a:lnTo>
                    <a:pt x="3430" y="8784"/>
                  </a:lnTo>
                  <a:lnTo>
                    <a:pt x="3169" y="9025"/>
                  </a:lnTo>
                  <a:lnTo>
                    <a:pt x="2889" y="9246"/>
                  </a:lnTo>
                  <a:lnTo>
                    <a:pt x="2608" y="9466"/>
                  </a:lnTo>
                  <a:lnTo>
                    <a:pt x="2307" y="9667"/>
                  </a:lnTo>
                  <a:lnTo>
                    <a:pt x="2006" y="9847"/>
                  </a:lnTo>
                  <a:lnTo>
                    <a:pt x="1705" y="10028"/>
                  </a:lnTo>
                  <a:lnTo>
                    <a:pt x="1385" y="10168"/>
                  </a:lnTo>
                  <a:lnTo>
                    <a:pt x="1044" y="10308"/>
                  </a:lnTo>
                  <a:lnTo>
                    <a:pt x="703" y="10429"/>
                  </a:lnTo>
                  <a:lnTo>
                    <a:pt x="362" y="10529"/>
                  </a:lnTo>
                  <a:lnTo>
                    <a:pt x="1" y="10629"/>
                  </a:lnTo>
                  <a:lnTo>
                    <a:pt x="221" y="10750"/>
                  </a:lnTo>
                  <a:lnTo>
                    <a:pt x="462" y="10850"/>
                  </a:lnTo>
                  <a:lnTo>
                    <a:pt x="883" y="10730"/>
                  </a:lnTo>
                  <a:lnTo>
                    <a:pt x="1304" y="10589"/>
                  </a:lnTo>
                  <a:lnTo>
                    <a:pt x="1565" y="10469"/>
                  </a:lnTo>
                  <a:lnTo>
                    <a:pt x="1806" y="10349"/>
                  </a:lnTo>
                  <a:lnTo>
                    <a:pt x="2307" y="10088"/>
                  </a:lnTo>
                  <a:lnTo>
                    <a:pt x="2768" y="9767"/>
                  </a:lnTo>
                  <a:lnTo>
                    <a:pt x="3209" y="9446"/>
                  </a:lnTo>
                  <a:lnTo>
                    <a:pt x="3611" y="9085"/>
                  </a:lnTo>
                  <a:lnTo>
                    <a:pt x="4012" y="8704"/>
                  </a:lnTo>
                  <a:lnTo>
                    <a:pt x="4393" y="8303"/>
                  </a:lnTo>
                  <a:lnTo>
                    <a:pt x="4754" y="7882"/>
                  </a:lnTo>
                  <a:lnTo>
                    <a:pt x="5115" y="7461"/>
                  </a:lnTo>
                  <a:lnTo>
                    <a:pt x="5476" y="7019"/>
                  </a:lnTo>
                  <a:lnTo>
                    <a:pt x="6157" y="6137"/>
                  </a:lnTo>
                  <a:lnTo>
                    <a:pt x="6859" y="5275"/>
                  </a:lnTo>
                  <a:lnTo>
                    <a:pt x="7220" y="4854"/>
                  </a:lnTo>
                  <a:lnTo>
                    <a:pt x="7581" y="4432"/>
                  </a:lnTo>
                  <a:lnTo>
                    <a:pt x="8063" y="3971"/>
                  </a:lnTo>
                  <a:lnTo>
                    <a:pt x="8544" y="3510"/>
                  </a:lnTo>
                  <a:lnTo>
                    <a:pt x="8825" y="3289"/>
                  </a:lnTo>
                  <a:lnTo>
                    <a:pt x="9085" y="3069"/>
                  </a:lnTo>
                  <a:lnTo>
                    <a:pt x="9366" y="2868"/>
                  </a:lnTo>
                  <a:lnTo>
                    <a:pt x="9647" y="2688"/>
                  </a:lnTo>
                  <a:lnTo>
                    <a:pt x="9948" y="2507"/>
                  </a:lnTo>
                  <a:lnTo>
                    <a:pt x="10249" y="2347"/>
                  </a:lnTo>
                  <a:lnTo>
                    <a:pt x="10549" y="2206"/>
                  </a:lnTo>
                  <a:lnTo>
                    <a:pt x="10870" y="2086"/>
                  </a:lnTo>
                  <a:lnTo>
                    <a:pt x="11191" y="1966"/>
                  </a:lnTo>
                  <a:lnTo>
                    <a:pt x="11512" y="1886"/>
                  </a:lnTo>
                  <a:lnTo>
                    <a:pt x="11853" y="1825"/>
                  </a:lnTo>
                  <a:lnTo>
                    <a:pt x="12174" y="1785"/>
                  </a:lnTo>
                  <a:lnTo>
                    <a:pt x="12816" y="1785"/>
                  </a:lnTo>
                  <a:lnTo>
                    <a:pt x="13136" y="1825"/>
                  </a:lnTo>
                  <a:lnTo>
                    <a:pt x="13437" y="1886"/>
                  </a:lnTo>
                  <a:lnTo>
                    <a:pt x="13738" y="1966"/>
                  </a:lnTo>
                  <a:lnTo>
                    <a:pt x="14039" y="2086"/>
                  </a:lnTo>
                  <a:lnTo>
                    <a:pt x="14340" y="2206"/>
                  </a:lnTo>
                  <a:lnTo>
                    <a:pt x="14620" y="2347"/>
                  </a:lnTo>
                  <a:lnTo>
                    <a:pt x="14901" y="2487"/>
                  </a:lnTo>
                  <a:lnTo>
                    <a:pt x="15182" y="2668"/>
                  </a:lnTo>
                  <a:lnTo>
                    <a:pt x="15443" y="2848"/>
                  </a:lnTo>
                  <a:lnTo>
                    <a:pt x="15964" y="3229"/>
                  </a:lnTo>
                  <a:lnTo>
                    <a:pt x="16445" y="3670"/>
                  </a:lnTo>
                  <a:lnTo>
                    <a:pt x="16907" y="4112"/>
                  </a:lnTo>
                  <a:lnTo>
                    <a:pt x="17809" y="5034"/>
                  </a:lnTo>
                  <a:lnTo>
                    <a:pt x="18692" y="5997"/>
                  </a:lnTo>
                  <a:lnTo>
                    <a:pt x="19534" y="6999"/>
                  </a:lnTo>
                  <a:lnTo>
                    <a:pt x="20336" y="8002"/>
                  </a:lnTo>
                  <a:lnTo>
                    <a:pt x="21118" y="9045"/>
                  </a:lnTo>
                  <a:lnTo>
                    <a:pt x="21880" y="10108"/>
                  </a:lnTo>
                  <a:lnTo>
                    <a:pt x="22622" y="11171"/>
                  </a:lnTo>
                  <a:lnTo>
                    <a:pt x="23324" y="12254"/>
                  </a:lnTo>
                  <a:lnTo>
                    <a:pt x="23825" y="13076"/>
                  </a:lnTo>
                  <a:lnTo>
                    <a:pt x="24307" y="13918"/>
                  </a:lnTo>
                  <a:lnTo>
                    <a:pt x="24788" y="14761"/>
                  </a:lnTo>
                  <a:lnTo>
                    <a:pt x="25229" y="15603"/>
                  </a:lnTo>
                  <a:lnTo>
                    <a:pt x="25670" y="16445"/>
                  </a:lnTo>
                  <a:lnTo>
                    <a:pt x="26092" y="17328"/>
                  </a:lnTo>
                  <a:lnTo>
                    <a:pt x="26493" y="18190"/>
                  </a:lnTo>
                  <a:lnTo>
                    <a:pt x="26894" y="19072"/>
                  </a:lnTo>
                  <a:lnTo>
                    <a:pt x="27074" y="19273"/>
                  </a:lnTo>
                  <a:lnTo>
                    <a:pt x="27255" y="19433"/>
                  </a:lnTo>
                  <a:lnTo>
                    <a:pt x="27415" y="19574"/>
                  </a:lnTo>
                  <a:lnTo>
                    <a:pt x="27536" y="19674"/>
                  </a:lnTo>
                  <a:lnTo>
                    <a:pt x="27114" y="18671"/>
                  </a:lnTo>
                  <a:lnTo>
                    <a:pt x="26653" y="17689"/>
                  </a:lnTo>
                  <a:lnTo>
                    <a:pt x="26653" y="17668"/>
                  </a:lnTo>
                  <a:lnTo>
                    <a:pt x="26453" y="17007"/>
                  </a:lnTo>
                  <a:lnTo>
                    <a:pt x="26232" y="16325"/>
                  </a:lnTo>
                  <a:lnTo>
                    <a:pt x="25991" y="15643"/>
                  </a:lnTo>
                  <a:lnTo>
                    <a:pt x="25751" y="14981"/>
                  </a:lnTo>
                  <a:lnTo>
                    <a:pt x="25470" y="14299"/>
                  </a:lnTo>
                  <a:lnTo>
                    <a:pt x="25189" y="13637"/>
                  </a:lnTo>
                  <a:lnTo>
                    <a:pt x="24888" y="12976"/>
                  </a:lnTo>
                  <a:lnTo>
                    <a:pt x="24588" y="12314"/>
                  </a:lnTo>
                  <a:lnTo>
                    <a:pt x="24247" y="11652"/>
                  </a:lnTo>
                  <a:lnTo>
                    <a:pt x="23906" y="11010"/>
                  </a:lnTo>
                  <a:lnTo>
                    <a:pt x="23545" y="10389"/>
                  </a:lnTo>
                  <a:lnTo>
                    <a:pt x="23184" y="9767"/>
                  </a:lnTo>
                  <a:lnTo>
                    <a:pt x="22803" y="9145"/>
                  </a:lnTo>
                  <a:lnTo>
                    <a:pt x="22422" y="8564"/>
                  </a:lnTo>
                  <a:lnTo>
                    <a:pt x="22001" y="7982"/>
                  </a:lnTo>
                  <a:lnTo>
                    <a:pt x="21599" y="7401"/>
                  </a:lnTo>
                  <a:lnTo>
                    <a:pt x="21218" y="6919"/>
                  </a:lnTo>
                  <a:lnTo>
                    <a:pt x="20817" y="6438"/>
                  </a:lnTo>
                  <a:lnTo>
                    <a:pt x="20396" y="5977"/>
                  </a:lnTo>
                  <a:lnTo>
                    <a:pt x="19975" y="5515"/>
                  </a:lnTo>
                  <a:lnTo>
                    <a:pt x="19534" y="5074"/>
                  </a:lnTo>
                  <a:lnTo>
                    <a:pt x="19093" y="4653"/>
                  </a:lnTo>
                  <a:lnTo>
                    <a:pt x="18611" y="4252"/>
                  </a:lnTo>
                  <a:lnTo>
                    <a:pt x="18130" y="3851"/>
                  </a:lnTo>
                  <a:lnTo>
                    <a:pt x="17729" y="3530"/>
                  </a:lnTo>
                  <a:lnTo>
                    <a:pt x="17288" y="3209"/>
                  </a:lnTo>
                  <a:lnTo>
                    <a:pt x="16826" y="2888"/>
                  </a:lnTo>
                  <a:lnTo>
                    <a:pt x="16345" y="2607"/>
                  </a:lnTo>
                  <a:lnTo>
                    <a:pt x="15844" y="2347"/>
                  </a:lnTo>
                  <a:lnTo>
                    <a:pt x="15583" y="2226"/>
                  </a:lnTo>
                  <a:lnTo>
                    <a:pt x="15342" y="2126"/>
                  </a:lnTo>
                  <a:lnTo>
                    <a:pt x="15082" y="2046"/>
                  </a:lnTo>
                  <a:lnTo>
                    <a:pt x="14821" y="1986"/>
                  </a:lnTo>
                  <a:lnTo>
                    <a:pt x="14560" y="1926"/>
                  </a:lnTo>
                  <a:lnTo>
                    <a:pt x="14300" y="1906"/>
                  </a:lnTo>
                  <a:lnTo>
                    <a:pt x="13858" y="1745"/>
                  </a:lnTo>
                  <a:lnTo>
                    <a:pt x="13397" y="1625"/>
                  </a:lnTo>
                  <a:lnTo>
                    <a:pt x="13156" y="1565"/>
                  </a:lnTo>
                  <a:lnTo>
                    <a:pt x="12916" y="1545"/>
                  </a:lnTo>
                  <a:lnTo>
                    <a:pt x="12675" y="1525"/>
                  </a:lnTo>
                  <a:lnTo>
                    <a:pt x="12414" y="1504"/>
                  </a:lnTo>
                  <a:lnTo>
                    <a:pt x="12174" y="1525"/>
                  </a:lnTo>
                  <a:lnTo>
                    <a:pt x="11933" y="1545"/>
                  </a:lnTo>
                  <a:lnTo>
                    <a:pt x="11672" y="1565"/>
                  </a:lnTo>
                  <a:lnTo>
                    <a:pt x="11432" y="1625"/>
                  </a:lnTo>
                  <a:lnTo>
                    <a:pt x="11151" y="1685"/>
                  </a:lnTo>
                  <a:lnTo>
                    <a:pt x="10870" y="1765"/>
                  </a:lnTo>
                  <a:lnTo>
                    <a:pt x="10610" y="1865"/>
                  </a:lnTo>
                  <a:lnTo>
                    <a:pt x="10349" y="1966"/>
                  </a:lnTo>
                  <a:lnTo>
                    <a:pt x="10870" y="1705"/>
                  </a:lnTo>
                  <a:lnTo>
                    <a:pt x="11372" y="1424"/>
                  </a:lnTo>
                  <a:lnTo>
                    <a:pt x="11873" y="1123"/>
                  </a:lnTo>
                  <a:lnTo>
                    <a:pt x="12374" y="823"/>
                  </a:lnTo>
                  <a:lnTo>
                    <a:pt x="12836" y="682"/>
                  </a:lnTo>
                  <a:lnTo>
                    <a:pt x="13297" y="562"/>
                  </a:lnTo>
                  <a:lnTo>
                    <a:pt x="13778" y="462"/>
                  </a:lnTo>
                  <a:lnTo>
                    <a:pt x="14259" y="381"/>
                  </a:lnTo>
                  <a:lnTo>
                    <a:pt x="14761" y="321"/>
                  </a:lnTo>
                  <a:lnTo>
                    <a:pt x="15282" y="301"/>
                  </a:lnTo>
                  <a:lnTo>
                    <a:pt x="15824" y="321"/>
                  </a:lnTo>
                  <a:lnTo>
                    <a:pt x="16365" y="381"/>
                  </a:lnTo>
                  <a:lnTo>
                    <a:pt x="16907" y="462"/>
                  </a:lnTo>
                  <a:lnTo>
                    <a:pt x="17428" y="582"/>
                  </a:lnTo>
                  <a:lnTo>
                    <a:pt x="17950" y="722"/>
                  </a:lnTo>
                  <a:lnTo>
                    <a:pt x="18471" y="903"/>
                  </a:lnTo>
                  <a:lnTo>
                    <a:pt x="18972" y="1103"/>
                  </a:lnTo>
                  <a:lnTo>
                    <a:pt x="19474" y="1344"/>
                  </a:lnTo>
                  <a:lnTo>
                    <a:pt x="19935" y="1585"/>
                  </a:lnTo>
                  <a:lnTo>
                    <a:pt x="20376" y="1825"/>
                  </a:lnTo>
                  <a:lnTo>
                    <a:pt x="20797" y="2106"/>
                  </a:lnTo>
                  <a:lnTo>
                    <a:pt x="21218" y="2407"/>
                  </a:lnTo>
                  <a:lnTo>
                    <a:pt x="21619" y="2708"/>
                  </a:lnTo>
                  <a:lnTo>
                    <a:pt x="22021" y="3049"/>
                  </a:lnTo>
                  <a:lnTo>
                    <a:pt x="22402" y="3390"/>
                  </a:lnTo>
                  <a:lnTo>
                    <a:pt x="22763" y="3731"/>
                  </a:lnTo>
                  <a:lnTo>
                    <a:pt x="23043" y="4132"/>
                  </a:lnTo>
                  <a:lnTo>
                    <a:pt x="23324" y="4533"/>
                  </a:lnTo>
                  <a:lnTo>
                    <a:pt x="23565" y="4974"/>
                  </a:lnTo>
                  <a:lnTo>
                    <a:pt x="23805" y="5415"/>
                  </a:lnTo>
                  <a:lnTo>
                    <a:pt x="24247" y="6298"/>
                  </a:lnTo>
                  <a:lnTo>
                    <a:pt x="24668" y="7160"/>
                  </a:lnTo>
                  <a:lnTo>
                    <a:pt x="24969" y="7802"/>
                  </a:lnTo>
                  <a:lnTo>
                    <a:pt x="25269" y="8443"/>
                  </a:lnTo>
                  <a:lnTo>
                    <a:pt x="25811" y="9727"/>
                  </a:lnTo>
                  <a:lnTo>
                    <a:pt x="26312" y="11050"/>
                  </a:lnTo>
                  <a:lnTo>
                    <a:pt x="26773" y="12374"/>
                  </a:lnTo>
                  <a:lnTo>
                    <a:pt x="27355" y="14199"/>
                  </a:lnTo>
                  <a:lnTo>
                    <a:pt x="27917" y="16064"/>
                  </a:lnTo>
                  <a:lnTo>
                    <a:pt x="28197" y="17007"/>
                  </a:lnTo>
                  <a:lnTo>
                    <a:pt x="28438" y="17949"/>
                  </a:lnTo>
                  <a:lnTo>
                    <a:pt x="28679" y="18892"/>
                  </a:lnTo>
                  <a:lnTo>
                    <a:pt x="28899" y="19834"/>
                  </a:lnTo>
                  <a:lnTo>
                    <a:pt x="29100" y="19854"/>
                  </a:lnTo>
                  <a:lnTo>
                    <a:pt x="28799" y="18471"/>
                  </a:lnTo>
                  <a:lnTo>
                    <a:pt x="28458" y="17107"/>
                  </a:lnTo>
                  <a:lnTo>
                    <a:pt x="28077" y="15683"/>
                  </a:lnTo>
                  <a:lnTo>
                    <a:pt x="27676" y="14279"/>
                  </a:lnTo>
                  <a:lnTo>
                    <a:pt x="27235" y="12875"/>
                  </a:lnTo>
                  <a:lnTo>
                    <a:pt x="26773" y="11492"/>
                  </a:lnTo>
                  <a:lnTo>
                    <a:pt x="26312" y="10228"/>
                  </a:lnTo>
                  <a:lnTo>
                    <a:pt x="25811" y="8985"/>
                  </a:lnTo>
                  <a:lnTo>
                    <a:pt x="25530" y="8363"/>
                  </a:lnTo>
                  <a:lnTo>
                    <a:pt x="25269" y="7762"/>
                  </a:lnTo>
                  <a:lnTo>
                    <a:pt x="24969" y="7160"/>
                  </a:lnTo>
                  <a:lnTo>
                    <a:pt x="24688" y="6558"/>
                  </a:lnTo>
                  <a:lnTo>
                    <a:pt x="24287" y="5776"/>
                  </a:lnTo>
                  <a:lnTo>
                    <a:pt x="23866" y="4954"/>
                  </a:lnTo>
                  <a:lnTo>
                    <a:pt x="24207" y="5375"/>
                  </a:lnTo>
                  <a:lnTo>
                    <a:pt x="24527" y="5816"/>
                  </a:lnTo>
                  <a:lnTo>
                    <a:pt x="24848" y="6257"/>
                  </a:lnTo>
                  <a:lnTo>
                    <a:pt x="25149" y="6699"/>
                  </a:lnTo>
                  <a:lnTo>
                    <a:pt x="25731" y="7621"/>
                  </a:lnTo>
                  <a:lnTo>
                    <a:pt x="26272" y="8564"/>
                  </a:lnTo>
                  <a:lnTo>
                    <a:pt x="26633" y="9246"/>
                  </a:lnTo>
                  <a:lnTo>
                    <a:pt x="26994" y="9927"/>
                  </a:lnTo>
                  <a:lnTo>
                    <a:pt x="27335" y="10609"/>
                  </a:lnTo>
                  <a:lnTo>
                    <a:pt x="27676" y="11291"/>
                  </a:lnTo>
                  <a:lnTo>
                    <a:pt x="28298" y="12675"/>
                  </a:lnTo>
                  <a:lnTo>
                    <a:pt x="28899" y="14099"/>
                  </a:lnTo>
                  <a:lnTo>
                    <a:pt x="29461" y="15523"/>
                  </a:lnTo>
                  <a:lnTo>
                    <a:pt x="29982" y="16946"/>
                  </a:lnTo>
                  <a:lnTo>
                    <a:pt x="30504" y="18390"/>
                  </a:lnTo>
                  <a:lnTo>
                    <a:pt x="30985" y="19834"/>
                  </a:lnTo>
                  <a:lnTo>
                    <a:pt x="31105" y="19834"/>
                  </a:lnTo>
                  <a:lnTo>
                    <a:pt x="30905" y="19112"/>
                  </a:lnTo>
                  <a:lnTo>
                    <a:pt x="30684" y="18390"/>
                  </a:lnTo>
                  <a:lnTo>
                    <a:pt x="30464" y="17648"/>
                  </a:lnTo>
                  <a:lnTo>
                    <a:pt x="30243" y="16926"/>
                  </a:lnTo>
                  <a:lnTo>
                    <a:pt x="29982" y="16204"/>
                  </a:lnTo>
                  <a:lnTo>
                    <a:pt x="29742" y="15503"/>
                  </a:lnTo>
                  <a:lnTo>
                    <a:pt x="29180" y="14079"/>
                  </a:lnTo>
                  <a:lnTo>
                    <a:pt x="28598" y="12675"/>
                  </a:lnTo>
                  <a:lnTo>
                    <a:pt x="27977" y="11271"/>
                  </a:lnTo>
                  <a:lnTo>
                    <a:pt x="27295" y="9907"/>
                  </a:lnTo>
                  <a:lnTo>
                    <a:pt x="26613" y="8564"/>
                  </a:lnTo>
                  <a:lnTo>
                    <a:pt x="26292" y="7982"/>
                  </a:lnTo>
                  <a:lnTo>
                    <a:pt x="25951" y="7401"/>
                  </a:lnTo>
                  <a:lnTo>
                    <a:pt x="25590" y="6839"/>
                  </a:lnTo>
                  <a:lnTo>
                    <a:pt x="25229" y="6257"/>
                  </a:lnTo>
                  <a:lnTo>
                    <a:pt x="24848" y="5716"/>
                  </a:lnTo>
                  <a:lnTo>
                    <a:pt x="24447" y="5174"/>
                  </a:lnTo>
                  <a:lnTo>
                    <a:pt x="24026" y="4653"/>
                  </a:lnTo>
                  <a:lnTo>
                    <a:pt x="23585" y="4152"/>
                  </a:lnTo>
                  <a:lnTo>
                    <a:pt x="23124" y="3650"/>
                  </a:lnTo>
                  <a:lnTo>
                    <a:pt x="22642" y="3189"/>
                  </a:lnTo>
                  <a:lnTo>
                    <a:pt x="22141" y="2748"/>
                  </a:lnTo>
                  <a:lnTo>
                    <a:pt x="21640" y="2327"/>
                  </a:lnTo>
                  <a:lnTo>
                    <a:pt x="21098" y="1926"/>
                  </a:lnTo>
                  <a:lnTo>
                    <a:pt x="20537" y="1565"/>
                  </a:lnTo>
                  <a:lnTo>
                    <a:pt x="19955" y="1244"/>
                  </a:lnTo>
                  <a:lnTo>
                    <a:pt x="19333" y="943"/>
                  </a:lnTo>
                  <a:lnTo>
                    <a:pt x="18852" y="722"/>
                  </a:lnTo>
                  <a:lnTo>
                    <a:pt x="18371" y="542"/>
                  </a:lnTo>
                  <a:lnTo>
                    <a:pt x="17869" y="381"/>
                  </a:lnTo>
                  <a:lnTo>
                    <a:pt x="17348" y="241"/>
                  </a:lnTo>
                  <a:lnTo>
                    <a:pt x="16847" y="141"/>
                  </a:lnTo>
                  <a:lnTo>
                    <a:pt x="16325" y="61"/>
                  </a:lnTo>
                  <a:lnTo>
                    <a:pt x="15804" y="20"/>
                  </a:lnTo>
                  <a:lnTo>
                    <a:pt x="152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34">
              <a:extLst>
                <a:ext uri="{FF2B5EF4-FFF2-40B4-BE49-F238E27FC236}">
                  <a16:creationId xmlns:a16="http://schemas.microsoft.com/office/drawing/2014/main" id="{A0788445-7410-1F19-BD11-992A7AE63FBB}"/>
                </a:ext>
              </a:extLst>
            </p:cNvPr>
            <p:cNvSpPr/>
            <p:nvPr/>
          </p:nvSpPr>
          <p:spPr>
            <a:xfrm>
              <a:off x="8222575" y="3901500"/>
              <a:ext cx="529975" cy="323400"/>
            </a:xfrm>
            <a:custGeom>
              <a:avLst/>
              <a:gdLst/>
              <a:ahLst/>
              <a:cxnLst/>
              <a:rect l="l" t="t" r="r" b="b"/>
              <a:pathLst>
                <a:path w="21199" h="12936" extrusionOk="0">
                  <a:moveTo>
                    <a:pt x="17428" y="2206"/>
                  </a:moveTo>
                  <a:lnTo>
                    <a:pt x="16385" y="2628"/>
                  </a:lnTo>
                  <a:lnTo>
                    <a:pt x="15342" y="3069"/>
                  </a:lnTo>
                  <a:lnTo>
                    <a:pt x="14821" y="3289"/>
                  </a:lnTo>
                  <a:lnTo>
                    <a:pt x="14280" y="3470"/>
                  </a:lnTo>
                  <a:lnTo>
                    <a:pt x="13718" y="3650"/>
                  </a:lnTo>
                  <a:lnTo>
                    <a:pt x="13177" y="3811"/>
                  </a:lnTo>
                  <a:lnTo>
                    <a:pt x="12635" y="3951"/>
                  </a:lnTo>
                  <a:lnTo>
                    <a:pt x="12074" y="4092"/>
                  </a:lnTo>
                  <a:lnTo>
                    <a:pt x="11512" y="4192"/>
                  </a:lnTo>
                  <a:lnTo>
                    <a:pt x="10930" y="4272"/>
                  </a:lnTo>
                  <a:lnTo>
                    <a:pt x="10249" y="4372"/>
                  </a:lnTo>
                  <a:lnTo>
                    <a:pt x="9567" y="4433"/>
                  </a:lnTo>
                  <a:lnTo>
                    <a:pt x="8203" y="4573"/>
                  </a:lnTo>
                  <a:lnTo>
                    <a:pt x="7521" y="4653"/>
                  </a:lnTo>
                  <a:lnTo>
                    <a:pt x="6859" y="4733"/>
                  </a:lnTo>
                  <a:lnTo>
                    <a:pt x="6178" y="4834"/>
                  </a:lnTo>
                  <a:lnTo>
                    <a:pt x="5516" y="4974"/>
                  </a:lnTo>
                  <a:lnTo>
                    <a:pt x="4854" y="5134"/>
                  </a:lnTo>
                  <a:lnTo>
                    <a:pt x="4192" y="5335"/>
                  </a:lnTo>
                  <a:lnTo>
                    <a:pt x="3871" y="5455"/>
                  </a:lnTo>
                  <a:lnTo>
                    <a:pt x="3550" y="5596"/>
                  </a:lnTo>
                  <a:lnTo>
                    <a:pt x="3230" y="5736"/>
                  </a:lnTo>
                  <a:lnTo>
                    <a:pt x="2949" y="5896"/>
                  </a:lnTo>
                  <a:lnTo>
                    <a:pt x="2648" y="6077"/>
                  </a:lnTo>
                  <a:lnTo>
                    <a:pt x="2387" y="6278"/>
                  </a:lnTo>
                  <a:lnTo>
                    <a:pt x="2127" y="6498"/>
                  </a:lnTo>
                  <a:lnTo>
                    <a:pt x="1906" y="6739"/>
                  </a:lnTo>
                  <a:lnTo>
                    <a:pt x="1685" y="6979"/>
                  </a:lnTo>
                  <a:lnTo>
                    <a:pt x="1505" y="7260"/>
                  </a:lnTo>
                  <a:lnTo>
                    <a:pt x="1324" y="7581"/>
                  </a:lnTo>
                  <a:lnTo>
                    <a:pt x="1184" y="7902"/>
                  </a:lnTo>
                  <a:lnTo>
                    <a:pt x="1084" y="8183"/>
                  </a:lnTo>
                  <a:lnTo>
                    <a:pt x="1024" y="8484"/>
                  </a:lnTo>
                  <a:lnTo>
                    <a:pt x="963" y="8764"/>
                  </a:lnTo>
                  <a:lnTo>
                    <a:pt x="943" y="9065"/>
                  </a:lnTo>
                  <a:lnTo>
                    <a:pt x="923" y="9346"/>
                  </a:lnTo>
                  <a:lnTo>
                    <a:pt x="943" y="9647"/>
                  </a:lnTo>
                  <a:lnTo>
                    <a:pt x="983" y="9927"/>
                  </a:lnTo>
                  <a:lnTo>
                    <a:pt x="1024" y="10208"/>
                  </a:lnTo>
                  <a:lnTo>
                    <a:pt x="1044" y="9907"/>
                  </a:lnTo>
                  <a:lnTo>
                    <a:pt x="1084" y="9627"/>
                  </a:lnTo>
                  <a:lnTo>
                    <a:pt x="1164" y="9326"/>
                  </a:lnTo>
                  <a:lnTo>
                    <a:pt x="1264" y="9045"/>
                  </a:lnTo>
                  <a:lnTo>
                    <a:pt x="1384" y="8764"/>
                  </a:lnTo>
                  <a:lnTo>
                    <a:pt x="1545" y="8484"/>
                  </a:lnTo>
                  <a:lnTo>
                    <a:pt x="1725" y="8223"/>
                  </a:lnTo>
                  <a:lnTo>
                    <a:pt x="1926" y="7962"/>
                  </a:lnTo>
                  <a:lnTo>
                    <a:pt x="2147" y="7742"/>
                  </a:lnTo>
                  <a:lnTo>
                    <a:pt x="2367" y="7521"/>
                  </a:lnTo>
                  <a:lnTo>
                    <a:pt x="2628" y="7320"/>
                  </a:lnTo>
                  <a:lnTo>
                    <a:pt x="2889" y="7120"/>
                  </a:lnTo>
                  <a:lnTo>
                    <a:pt x="3149" y="6959"/>
                  </a:lnTo>
                  <a:lnTo>
                    <a:pt x="3430" y="6799"/>
                  </a:lnTo>
                  <a:lnTo>
                    <a:pt x="3711" y="6639"/>
                  </a:lnTo>
                  <a:lnTo>
                    <a:pt x="4012" y="6518"/>
                  </a:lnTo>
                  <a:lnTo>
                    <a:pt x="4613" y="6278"/>
                  </a:lnTo>
                  <a:lnTo>
                    <a:pt x="5235" y="6077"/>
                  </a:lnTo>
                  <a:lnTo>
                    <a:pt x="5857" y="5896"/>
                  </a:lnTo>
                  <a:lnTo>
                    <a:pt x="6478" y="5756"/>
                  </a:lnTo>
                  <a:lnTo>
                    <a:pt x="7260" y="5576"/>
                  </a:lnTo>
                  <a:lnTo>
                    <a:pt x="8063" y="5415"/>
                  </a:lnTo>
                  <a:lnTo>
                    <a:pt x="9647" y="5094"/>
                  </a:lnTo>
                  <a:lnTo>
                    <a:pt x="10449" y="4934"/>
                  </a:lnTo>
                  <a:lnTo>
                    <a:pt x="11231" y="4753"/>
                  </a:lnTo>
                  <a:lnTo>
                    <a:pt x="12013" y="4533"/>
                  </a:lnTo>
                  <a:lnTo>
                    <a:pt x="12795" y="4312"/>
                  </a:lnTo>
                  <a:lnTo>
                    <a:pt x="13838" y="3931"/>
                  </a:lnTo>
                  <a:lnTo>
                    <a:pt x="14881" y="3530"/>
                  </a:lnTo>
                  <a:lnTo>
                    <a:pt x="15884" y="3069"/>
                  </a:lnTo>
                  <a:lnTo>
                    <a:pt x="16887" y="2587"/>
                  </a:lnTo>
                  <a:lnTo>
                    <a:pt x="17428" y="2206"/>
                  </a:lnTo>
                  <a:close/>
                  <a:moveTo>
                    <a:pt x="21198" y="0"/>
                  </a:moveTo>
                  <a:lnTo>
                    <a:pt x="20737" y="41"/>
                  </a:lnTo>
                  <a:lnTo>
                    <a:pt x="20276" y="101"/>
                  </a:lnTo>
                  <a:lnTo>
                    <a:pt x="19815" y="201"/>
                  </a:lnTo>
                  <a:lnTo>
                    <a:pt x="19353" y="301"/>
                  </a:lnTo>
                  <a:lnTo>
                    <a:pt x="18912" y="422"/>
                  </a:lnTo>
                  <a:lnTo>
                    <a:pt x="18451" y="562"/>
                  </a:lnTo>
                  <a:lnTo>
                    <a:pt x="17990" y="722"/>
                  </a:lnTo>
                  <a:lnTo>
                    <a:pt x="17548" y="883"/>
                  </a:lnTo>
                  <a:lnTo>
                    <a:pt x="17107" y="1063"/>
                  </a:lnTo>
                  <a:lnTo>
                    <a:pt x="16666" y="1264"/>
                  </a:lnTo>
                  <a:lnTo>
                    <a:pt x="16245" y="1484"/>
                  </a:lnTo>
                  <a:lnTo>
                    <a:pt x="15804" y="1705"/>
                  </a:lnTo>
                  <a:lnTo>
                    <a:pt x="15383" y="1946"/>
                  </a:lnTo>
                  <a:lnTo>
                    <a:pt x="14961" y="2186"/>
                  </a:lnTo>
                  <a:lnTo>
                    <a:pt x="14159" y="2708"/>
                  </a:lnTo>
                  <a:lnTo>
                    <a:pt x="13638" y="3049"/>
                  </a:lnTo>
                  <a:lnTo>
                    <a:pt x="13417" y="3209"/>
                  </a:lnTo>
                  <a:lnTo>
                    <a:pt x="13177" y="3309"/>
                  </a:lnTo>
                  <a:lnTo>
                    <a:pt x="12896" y="3410"/>
                  </a:lnTo>
                  <a:lnTo>
                    <a:pt x="12575" y="3470"/>
                  </a:lnTo>
                  <a:lnTo>
                    <a:pt x="12194" y="3530"/>
                  </a:lnTo>
                  <a:lnTo>
                    <a:pt x="11793" y="3550"/>
                  </a:lnTo>
                  <a:lnTo>
                    <a:pt x="11372" y="3590"/>
                  </a:lnTo>
                  <a:lnTo>
                    <a:pt x="10389" y="3590"/>
                  </a:lnTo>
                  <a:lnTo>
                    <a:pt x="8624" y="3570"/>
                  </a:lnTo>
                  <a:lnTo>
                    <a:pt x="7722" y="3550"/>
                  </a:lnTo>
                  <a:lnTo>
                    <a:pt x="6799" y="3550"/>
                  </a:lnTo>
                  <a:lnTo>
                    <a:pt x="5716" y="3570"/>
                  </a:lnTo>
                  <a:lnTo>
                    <a:pt x="5215" y="3590"/>
                  </a:lnTo>
                  <a:lnTo>
                    <a:pt x="4693" y="3630"/>
                  </a:lnTo>
                  <a:lnTo>
                    <a:pt x="4212" y="3670"/>
                  </a:lnTo>
                  <a:lnTo>
                    <a:pt x="3751" y="3731"/>
                  </a:lnTo>
                  <a:lnTo>
                    <a:pt x="3310" y="3811"/>
                  </a:lnTo>
                  <a:lnTo>
                    <a:pt x="2889" y="3911"/>
                  </a:lnTo>
                  <a:lnTo>
                    <a:pt x="2628" y="4011"/>
                  </a:lnTo>
                  <a:lnTo>
                    <a:pt x="2367" y="4132"/>
                  </a:lnTo>
                  <a:lnTo>
                    <a:pt x="2106" y="4292"/>
                  </a:lnTo>
                  <a:lnTo>
                    <a:pt x="1846" y="4473"/>
                  </a:lnTo>
                  <a:lnTo>
                    <a:pt x="1585" y="4693"/>
                  </a:lnTo>
                  <a:lnTo>
                    <a:pt x="1344" y="4934"/>
                  </a:lnTo>
                  <a:lnTo>
                    <a:pt x="1124" y="5195"/>
                  </a:lnTo>
                  <a:lnTo>
                    <a:pt x="903" y="5475"/>
                  </a:lnTo>
                  <a:lnTo>
                    <a:pt x="723" y="5776"/>
                  </a:lnTo>
                  <a:lnTo>
                    <a:pt x="542" y="6097"/>
                  </a:lnTo>
                  <a:lnTo>
                    <a:pt x="382" y="6418"/>
                  </a:lnTo>
                  <a:lnTo>
                    <a:pt x="261" y="6779"/>
                  </a:lnTo>
                  <a:lnTo>
                    <a:pt x="141" y="7140"/>
                  </a:lnTo>
                  <a:lnTo>
                    <a:pt x="81" y="7501"/>
                  </a:lnTo>
                  <a:lnTo>
                    <a:pt x="21" y="7882"/>
                  </a:lnTo>
                  <a:lnTo>
                    <a:pt x="1" y="8263"/>
                  </a:lnTo>
                  <a:lnTo>
                    <a:pt x="21" y="8604"/>
                  </a:lnTo>
                  <a:lnTo>
                    <a:pt x="61" y="8925"/>
                  </a:lnTo>
                  <a:lnTo>
                    <a:pt x="121" y="9266"/>
                  </a:lnTo>
                  <a:lnTo>
                    <a:pt x="221" y="9587"/>
                  </a:lnTo>
                  <a:lnTo>
                    <a:pt x="342" y="9907"/>
                  </a:lnTo>
                  <a:lnTo>
                    <a:pt x="482" y="10248"/>
                  </a:lnTo>
                  <a:lnTo>
                    <a:pt x="663" y="10569"/>
                  </a:lnTo>
                  <a:lnTo>
                    <a:pt x="883" y="10890"/>
                  </a:lnTo>
                  <a:lnTo>
                    <a:pt x="1064" y="10990"/>
                  </a:lnTo>
                  <a:lnTo>
                    <a:pt x="1064" y="10990"/>
                  </a:lnTo>
                  <a:lnTo>
                    <a:pt x="943" y="10690"/>
                  </a:lnTo>
                  <a:lnTo>
                    <a:pt x="863" y="10409"/>
                  </a:lnTo>
                  <a:lnTo>
                    <a:pt x="803" y="10108"/>
                  </a:lnTo>
                  <a:lnTo>
                    <a:pt x="763" y="9807"/>
                  </a:lnTo>
                  <a:lnTo>
                    <a:pt x="743" y="9486"/>
                  </a:lnTo>
                  <a:lnTo>
                    <a:pt x="723" y="9185"/>
                  </a:lnTo>
                  <a:lnTo>
                    <a:pt x="743" y="8865"/>
                  </a:lnTo>
                  <a:lnTo>
                    <a:pt x="783" y="8564"/>
                  </a:lnTo>
                  <a:lnTo>
                    <a:pt x="843" y="8243"/>
                  </a:lnTo>
                  <a:lnTo>
                    <a:pt x="943" y="7962"/>
                  </a:lnTo>
                  <a:lnTo>
                    <a:pt x="1044" y="7681"/>
                  </a:lnTo>
                  <a:lnTo>
                    <a:pt x="1164" y="7401"/>
                  </a:lnTo>
                  <a:lnTo>
                    <a:pt x="1284" y="7160"/>
                  </a:lnTo>
                  <a:lnTo>
                    <a:pt x="1445" y="6919"/>
                  </a:lnTo>
                  <a:lnTo>
                    <a:pt x="1625" y="6699"/>
                  </a:lnTo>
                  <a:lnTo>
                    <a:pt x="1806" y="6478"/>
                  </a:lnTo>
                  <a:lnTo>
                    <a:pt x="2006" y="6278"/>
                  </a:lnTo>
                  <a:lnTo>
                    <a:pt x="2227" y="6077"/>
                  </a:lnTo>
                  <a:lnTo>
                    <a:pt x="2447" y="5896"/>
                  </a:lnTo>
                  <a:lnTo>
                    <a:pt x="2688" y="5736"/>
                  </a:lnTo>
                  <a:lnTo>
                    <a:pt x="2929" y="5576"/>
                  </a:lnTo>
                  <a:lnTo>
                    <a:pt x="3209" y="5435"/>
                  </a:lnTo>
                  <a:lnTo>
                    <a:pt x="3470" y="5315"/>
                  </a:lnTo>
                  <a:lnTo>
                    <a:pt x="3751" y="5175"/>
                  </a:lnTo>
                  <a:lnTo>
                    <a:pt x="4072" y="5054"/>
                  </a:lnTo>
                  <a:lnTo>
                    <a:pt x="4393" y="4954"/>
                  </a:lnTo>
                  <a:lnTo>
                    <a:pt x="5034" y="4753"/>
                  </a:lnTo>
                  <a:lnTo>
                    <a:pt x="5696" y="4593"/>
                  </a:lnTo>
                  <a:lnTo>
                    <a:pt x="6358" y="4473"/>
                  </a:lnTo>
                  <a:lnTo>
                    <a:pt x="7020" y="4372"/>
                  </a:lnTo>
                  <a:lnTo>
                    <a:pt x="7702" y="4292"/>
                  </a:lnTo>
                  <a:lnTo>
                    <a:pt x="9045" y="4152"/>
                  </a:lnTo>
                  <a:lnTo>
                    <a:pt x="9827" y="4072"/>
                  </a:lnTo>
                  <a:lnTo>
                    <a:pt x="10610" y="3971"/>
                  </a:lnTo>
                  <a:lnTo>
                    <a:pt x="11372" y="3851"/>
                  </a:lnTo>
                  <a:lnTo>
                    <a:pt x="12134" y="3711"/>
                  </a:lnTo>
                  <a:lnTo>
                    <a:pt x="12876" y="3550"/>
                  </a:lnTo>
                  <a:lnTo>
                    <a:pt x="13638" y="3350"/>
                  </a:lnTo>
                  <a:lnTo>
                    <a:pt x="14380" y="3109"/>
                  </a:lnTo>
                  <a:lnTo>
                    <a:pt x="15122" y="2828"/>
                  </a:lnTo>
                  <a:lnTo>
                    <a:pt x="16766" y="2146"/>
                  </a:lnTo>
                  <a:lnTo>
                    <a:pt x="17589" y="1825"/>
                  </a:lnTo>
                  <a:lnTo>
                    <a:pt x="18010" y="1685"/>
                  </a:lnTo>
                  <a:lnTo>
                    <a:pt x="18431" y="1545"/>
                  </a:lnTo>
                  <a:lnTo>
                    <a:pt x="18992" y="1164"/>
                  </a:lnTo>
                  <a:lnTo>
                    <a:pt x="19574" y="823"/>
                  </a:lnTo>
                  <a:lnTo>
                    <a:pt x="20176" y="482"/>
                  </a:lnTo>
                  <a:lnTo>
                    <a:pt x="20777" y="181"/>
                  </a:lnTo>
                  <a:lnTo>
                    <a:pt x="21198" y="0"/>
                  </a:lnTo>
                  <a:close/>
                  <a:moveTo>
                    <a:pt x="1164" y="11231"/>
                  </a:moveTo>
                  <a:lnTo>
                    <a:pt x="1184" y="11251"/>
                  </a:lnTo>
                  <a:lnTo>
                    <a:pt x="1184" y="11231"/>
                  </a:lnTo>
                  <a:close/>
                  <a:moveTo>
                    <a:pt x="15643" y="3350"/>
                  </a:moveTo>
                  <a:lnTo>
                    <a:pt x="14901" y="3690"/>
                  </a:lnTo>
                  <a:lnTo>
                    <a:pt x="14139" y="3991"/>
                  </a:lnTo>
                  <a:lnTo>
                    <a:pt x="13377" y="4292"/>
                  </a:lnTo>
                  <a:lnTo>
                    <a:pt x="12615" y="4553"/>
                  </a:lnTo>
                  <a:lnTo>
                    <a:pt x="11833" y="4814"/>
                  </a:lnTo>
                  <a:lnTo>
                    <a:pt x="11031" y="5034"/>
                  </a:lnTo>
                  <a:lnTo>
                    <a:pt x="10249" y="5235"/>
                  </a:lnTo>
                  <a:lnTo>
                    <a:pt x="9426" y="5415"/>
                  </a:lnTo>
                  <a:lnTo>
                    <a:pt x="8043" y="5676"/>
                  </a:lnTo>
                  <a:lnTo>
                    <a:pt x="7341" y="5816"/>
                  </a:lnTo>
                  <a:lnTo>
                    <a:pt x="6659" y="5957"/>
                  </a:lnTo>
                  <a:lnTo>
                    <a:pt x="5957" y="6117"/>
                  </a:lnTo>
                  <a:lnTo>
                    <a:pt x="5275" y="6298"/>
                  </a:lnTo>
                  <a:lnTo>
                    <a:pt x="4613" y="6538"/>
                  </a:lnTo>
                  <a:lnTo>
                    <a:pt x="4292" y="6659"/>
                  </a:lnTo>
                  <a:lnTo>
                    <a:pt x="3972" y="6799"/>
                  </a:lnTo>
                  <a:lnTo>
                    <a:pt x="3671" y="6959"/>
                  </a:lnTo>
                  <a:lnTo>
                    <a:pt x="3370" y="7120"/>
                  </a:lnTo>
                  <a:lnTo>
                    <a:pt x="3089" y="7300"/>
                  </a:lnTo>
                  <a:lnTo>
                    <a:pt x="2828" y="7501"/>
                  </a:lnTo>
                  <a:lnTo>
                    <a:pt x="2568" y="7721"/>
                  </a:lnTo>
                  <a:lnTo>
                    <a:pt x="2307" y="7942"/>
                  </a:lnTo>
                  <a:lnTo>
                    <a:pt x="2086" y="8203"/>
                  </a:lnTo>
                  <a:lnTo>
                    <a:pt x="1886" y="8463"/>
                  </a:lnTo>
                  <a:lnTo>
                    <a:pt x="1685" y="8724"/>
                  </a:lnTo>
                  <a:lnTo>
                    <a:pt x="1525" y="9005"/>
                  </a:lnTo>
                  <a:lnTo>
                    <a:pt x="1405" y="9306"/>
                  </a:lnTo>
                  <a:lnTo>
                    <a:pt x="1304" y="9607"/>
                  </a:lnTo>
                  <a:lnTo>
                    <a:pt x="1224" y="9927"/>
                  </a:lnTo>
                  <a:lnTo>
                    <a:pt x="1184" y="10248"/>
                  </a:lnTo>
                  <a:lnTo>
                    <a:pt x="1184" y="10569"/>
                  </a:lnTo>
                  <a:lnTo>
                    <a:pt x="1224" y="10910"/>
                  </a:lnTo>
                  <a:lnTo>
                    <a:pt x="1324" y="11131"/>
                  </a:lnTo>
                  <a:lnTo>
                    <a:pt x="1705" y="11291"/>
                  </a:lnTo>
                  <a:lnTo>
                    <a:pt x="2086" y="11432"/>
                  </a:lnTo>
                  <a:lnTo>
                    <a:pt x="2487" y="11552"/>
                  </a:lnTo>
                  <a:lnTo>
                    <a:pt x="2889" y="11652"/>
                  </a:lnTo>
                  <a:lnTo>
                    <a:pt x="3290" y="11732"/>
                  </a:lnTo>
                  <a:lnTo>
                    <a:pt x="3691" y="11793"/>
                  </a:lnTo>
                  <a:lnTo>
                    <a:pt x="4112" y="11833"/>
                  </a:lnTo>
                  <a:lnTo>
                    <a:pt x="4834" y="11833"/>
                  </a:lnTo>
                  <a:lnTo>
                    <a:pt x="5135" y="11813"/>
                  </a:lnTo>
                  <a:lnTo>
                    <a:pt x="5435" y="11772"/>
                  </a:lnTo>
                  <a:lnTo>
                    <a:pt x="5736" y="11732"/>
                  </a:lnTo>
                  <a:lnTo>
                    <a:pt x="5897" y="11712"/>
                  </a:lnTo>
                  <a:lnTo>
                    <a:pt x="5716" y="11592"/>
                  </a:lnTo>
                  <a:lnTo>
                    <a:pt x="5556" y="11472"/>
                  </a:lnTo>
                  <a:lnTo>
                    <a:pt x="5395" y="11331"/>
                  </a:lnTo>
                  <a:lnTo>
                    <a:pt x="5255" y="11191"/>
                  </a:lnTo>
                  <a:lnTo>
                    <a:pt x="5115" y="11030"/>
                  </a:lnTo>
                  <a:lnTo>
                    <a:pt x="4974" y="10870"/>
                  </a:lnTo>
                  <a:lnTo>
                    <a:pt x="4834" y="10690"/>
                  </a:lnTo>
                  <a:lnTo>
                    <a:pt x="4714" y="10509"/>
                  </a:lnTo>
                  <a:lnTo>
                    <a:pt x="4533" y="10148"/>
                  </a:lnTo>
                  <a:lnTo>
                    <a:pt x="4413" y="9807"/>
                  </a:lnTo>
                  <a:lnTo>
                    <a:pt x="4312" y="9466"/>
                  </a:lnTo>
                  <a:lnTo>
                    <a:pt x="4252" y="9125"/>
                  </a:lnTo>
                  <a:lnTo>
                    <a:pt x="4232" y="8804"/>
                  </a:lnTo>
                  <a:lnTo>
                    <a:pt x="4252" y="8484"/>
                  </a:lnTo>
                  <a:lnTo>
                    <a:pt x="4312" y="8163"/>
                  </a:lnTo>
                  <a:lnTo>
                    <a:pt x="4413" y="7862"/>
                  </a:lnTo>
                  <a:lnTo>
                    <a:pt x="4553" y="7561"/>
                  </a:lnTo>
                  <a:lnTo>
                    <a:pt x="4714" y="7300"/>
                  </a:lnTo>
                  <a:lnTo>
                    <a:pt x="4914" y="7040"/>
                  </a:lnTo>
                  <a:lnTo>
                    <a:pt x="5155" y="6799"/>
                  </a:lnTo>
                  <a:lnTo>
                    <a:pt x="5415" y="6598"/>
                  </a:lnTo>
                  <a:lnTo>
                    <a:pt x="5716" y="6398"/>
                  </a:lnTo>
                  <a:lnTo>
                    <a:pt x="6057" y="6237"/>
                  </a:lnTo>
                  <a:lnTo>
                    <a:pt x="6418" y="6117"/>
                  </a:lnTo>
                  <a:lnTo>
                    <a:pt x="6960" y="5957"/>
                  </a:lnTo>
                  <a:lnTo>
                    <a:pt x="7501" y="5836"/>
                  </a:lnTo>
                  <a:lnTo>
                    <a:pt x="8063" y="5756"/>
                  </a:lnTo>
                  <a:lnTo>
                    <a:pt x="8624" y="5696"/>
                  </a:lnTo>
                  <a:lnTo>
                    <a:pt x="9747" y="5576"/>
                  </a:lnTo>
                  <a:lnTo>
                    <a:pt x="10309" y="5515"/>
                  </a:lnTo>
                  <a:lnTo>
                    <a:pt x="10850" y="5435"/>
                  </a:lnTo>
                  <a:lnTo>
                    <a:pt x="11332" y="5335"/>
                  </a:lnTo>
                  <a:lnTo>
                    <a:pt x="11793" y="5215"/>
                  </a:lnTo>
                  <a:lnTo>
                    <a:pt x="12254" y="5094"/>
                  </a:lnTo>
                  <a:lnTo>
                    <a:pt x="12695" y="4934"/>
                  </a:lnTo>
                  <a:lnTo>
                    <a:pt x="13156" y="4773"/>
                  </a:lnTo>
                  <a:lnTo>
                    <a:pt x="13578" y="4573"/>
                  </a:lnTo>
                  <a:lnTo>
                    <a:pt x="14019" y="4372"/>
                  </a:lnTo>
                  <a:lnTo>
                    <a:pt x="14440" y="4152"/>
                  </a:lnTo>
                  <a:lnTo>
                    <a:pt x="14580" y="4072"/>
                  </a:lnTo>
                  <a:lnTo>
                    <a:pt x="14841" y="3871"/>
                  </a:lnTo>
                  <a:lnTo>
                    <a:pt x="15102" y="3690"/>
                  </a:lnTo>
                  <a:lnTo>
                    <a:pt x="15362" y="3510"/>
                  </a:lnTo>
                  <a:lnTo>
                    <a:pt x="15643" y="3350"/>
                  </a:lnTo>
                  <a:close/>
                  <a:moveTo>
                    <a:pt x="1445" y="11371"/>
                  </a:moveTo>
                  <a:lnTo>
                    <a:pt x="1625" y="11652"/>
                  </a:lnTo>
                  <a:lnTo>
                    <a:pt x="1986" y="11933"/>
                  </a:lnTo>
                  <a:lnTo>
                    <a:pt x="2387" y="12174"/>
                  </a:lnTo>
                  <a:lnTo>
                    <a:pt x="2828" y="12394"/>
                  </a:lnTo>
                  <a:lnTo>
                    <a:pt x="3310" y="12575"/>
                  </a:lnTo>
                  <a:lnTo>
                    <a:pt x="3811" y="12735"/>
                  </a:lnTo>
                  <a:lnTo>
                    <a:pt x="4332" y="12835"/>
                  </a:lnTo>
                  <a:lnTo>
                    <a:pt x="4894" y="12896"/>
                  </a:lnTo>
                  <a:lnTo>
                    <a:pt x="5456" y="12936"/>
                  </a:lnTo>
                  <a:lnTo>
                    <a:pt x="5857" y="12916"/>
                  </a:lnTo>
                  <a:lnTo>
                    <a:pt x="6258" y="12875"/>
                  </a:lnTo>
                  <a:lnTo>
                    <a:pt x="6679" y="12815"/>
                  </a:lnTo>
                  <a:lnTo>
                    <a:pt x="7100" y="12735"/>
                  </a:lnTo>
                  <a:lnTo>
                    <a:pt x="7521" y="12615"/>
                  </a:lnTo>
                  <a:lnTo>
                    <a:pt x="7942" y="12474"/>
                  </a:lnTo>
                  <a:lnTo>
                    <a:pt x="8363" y="12314"/>
                  </a:lnTo>
                  <a:lnTo>
                    <a:pt x="8785" y="12113"/>
                  </a:lnTo>
                  <a:lnTo>
                    <a:pt x="8785" y="12113"/>
                  </a:lnTo>
                  <a:lnTo>
                    <a:pt x="8544" y="12174"/>
                  </a:lnTo>
                  <a:lnTo>
                    <a:pt x="8303" y="12194"/>
                  </a:lnTo>
                  <a:lnTo>
                    <a:pt x="8063" y="12234"/>
                  </a:lnTo>
                  <a:lnTo>
                    <a:pt x="7802" y="12234"/>
                  </a:lnTo>
                  <a:lnTo>
                    <a:pt x="7441" y="12214"/>
                  </a:lnTo>
                  <a:lnTo>
                    <a:pt x="7060" y="12154"/>
                  </a:lnTo>
                  <a:lnTo>
                    <a:pt x="6699" y="12073"/>
                  </a:lnTo>
                  <a:lnTo>
                    <a:pt x="6358" y="11933"/>
                  </a:lnTo>
                  <a:lnTo>
                    <a:pt x="5917" y="12033"/>
                  </a:lnTo>
                  <a:lnTo>
                    <a:pt x="5496" y="12093"/>
                  </a:lnTo>
                  <a:lnTo>
                    <a:pt x="5075" y="12133"/>
                  </a:lnTo>
                  <a:lnTo>
                    <a:pt x="4653" y="12154"/>
                  </a:lnTo>
                  <a:lnTo>
                    <a:pt x="4232" y="12133"/>
                  </a:lnTo>
                  <a:lnTo>
                    <a:pt x="3831" y="12093"/>
                  </a:lnTo>
                  <a:lnTo>
                    <a:pt x="3410" y="12033"/>
                  </a:lnTo>
                  <a:lnTo>
                    <a:pt x="3009" y="11953"/>
                  </a:lnTo>
                  <a:lnTo>
                    <a:pt x="2608" y="11853"/>
                  </a:lnTo>
                  <a:lnTo>
                    <a:pt x="2227" y="11712"/>
                  </a:lnTo>
                  <a:lnTo>
                    <a:pt x="1826" y="11552"/>
                  </a:lnTo>
                  <a:lnTo>
                    <a:pt x="1445" y="1137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34">
              <a:extLst>
                <a:ext uri="{FF2B5EF4-FFF2-40B4-BE49-F238E27FC236}">
                  <a16:creationId xmlns:a16="http://schemas.microsoft.com/office/drawing/2014/main" id="{3977302E-257E-BE0A-3869-127BF4B15C3C}"/>
                </a:ext>
              </a:extLst>
            </p:cNvPr>
            <p:cNvSpPr/>
            <p:nvPr/>
          </p:nvSpPr>
          <p:spPr>
            <a:xfrm>
              <a:off x="8258675" y="4185775"/>
              <a:ext cx="183525" cy="39125"/>
            </a:xfrm>
            <a:custGeom>
              <a:avLst/>
              <a:gdLst/>
              <a:ahLst/>
              <a:cxnLst/>
              <a:rect l="l" t="t" r="r" b="b"/>
              <a:pathLst>
                <a:path w="7341" h="156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81" y="281"/>
                  </a:lnTo>
                  <a:lnTo>
                    <a:pt x="181" y="281"/>
                  </a:lnTo>
                  <a:lnTo>
                    <a:pt x="181" y="281"/>
                  </a:lnTo>
                  <a:lnTo>
                    <a:pt x="542" y="562"/>
                  </a:lnTo>
                  <a:lnTo>
                    <a:pt x="943" y="803"/>
                  </a:lnTo>
                  <a:lnTo>
                    <a:pt x="1384" y="1023"/>
                  </a:lnTo>
                  <a:lnTo>
                    <a:pt x="1866" y="1204"/>
                  </a:lnTo>
                  <a:lnTo>
                    <a:pt x="2367" y="1364"/>
                  </a:lnTo>
                  <a:lnTo>
                    <a:pt x="2888" y="1464"/>
                  </a:lnTo>
                  <a:lnTo>
                    <a:pt x="3450" y="1525"/>
                  </a:lnTo>
                  <a:lnTo>
                    <a:pt x="4012" y="1565"/>
                  </a:lnTo>
                  <a:lnTo>
                    <a:pt x="4012" y="1565"/>
                  </a:lnTo>
                  <a:lnTo>
                    <a:pt x="4413" y="1545"/>
                  </a:lnTo>
                  <a:lnTo>
                    <a:pt x="4814" y="1504"/>
                  </a:lnTo>
                  <a:lnTo>
                    <a:pt x="5235" y="1444"/>
                  </a:lnTo>
                  <a:lnTo>
                    <a:pt x="5656" y="1364"/>
                  </a:lnTo>
                  <a:lnTo>
                    <a:pt x="6077" y="1244"/>
                  </a:lnTo>
                  <a:lnTo>
                    <a:pt x="6498" y="1103"/>
                  </a:lnTo>
                  <a:lnTo>
                    <a:pt x="6919" y="943"/>
                  </a:lnTo>
                  <a:lnTo>
                    <a:pt x="7341" y="742"/>
                  </a:lnTo>
                  <a:lnTo>
                    <a:pt x="7341" y="742"/>
                  </a:lnTo>
                  <a:lnTo>
                    <a:pt x="7100" y="803"/>
                  </a:lnTo>
                  <a:lnTo>
                    <a:pt x="6859" y="823"/>
                  </a:lnTo>
                  <a:lnTo>
                    <a:pt x="6619" y="863"/>
                  </a:lnTo>
                  <a:lnTo>
                    <a:pt x="6358" y="863"/>
                  </a:lnTo>
                  <a:lnTo>
                    <a:pt x="6358" y="863"/>
                  </a:lnTo>
                  <a:lnTo>
                    <a:pt x="5997" y="843"/>
                  </a:lnTo>
                  <a:lnTo>
                    <a:pt x="5616" y="783"/>
                  </a:lnTo>
                  <a:lnTo>
                    <a:pt x="5255" y="702"/>
                  </a:lnTo>
                  <a:lnTo>
                    <a:pt x="4914" y="562"/>
                  </a:lnTo>
                  <a:lnTo>
                    <a:pt x="4914" y="562"/>
                  </a:lnTo>
                  <a:lnTo>
                    <a:pt x="4473" y="662"/>
                  </a:lnTo>
                  <a:lnTo>
                    <a:pt x="4052" y="722"/>
                  </a:lnTo>
                  <a:lnTo>
                    <a:pt x="3631" y="762"/>
                  </a:lnTo>
                  <a:lnTo>
                    <a:pt x="3209" y="783"/>
                  </a:lnTo>
                  <a:lnTo>
                    <a:pt x="3209" y="783"/>
                  </a:lnTo>
                  <a:lnTo>
                    <a:pt x="2788" y="762"/>
                  </a:lnTo>
                  <a:lnTo>
                    <a:pt x="2387" y="722"/>
                  </a:lnTo>
                  <a:lnTo>
                    <a:pt x="1966" y="662"/>
                  </a:lnTo>
                  <a:lnTo>
                    <a:pt x="1565" y="582"/>
                  </a:lnTo>
                  <a:lnTo>
                    <a:pt x="1164" y="482"/>
                  </a:lnTo>
                  <a:lnTo>
                    <a:pt x="783" y="341"/>
                  </a:lnTo>
                  <a:lnTo>
                    <a:pt x="382" y="18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34">
              <a:extLst>
                <a:ext uri="{FF2B5EF4-FFF2-40B4-BE49-F238E27FC236}">
                  <a16:creationId xmlns:a16="http://schemas.microsoft.com/office/drawing/2014/main" id="{0A1FD59A-20FE-184C-9DB1-5942C342AA21}"/>
                </a:ext>
              </a:extLst>
            </p:cNvPr>
            <p:cNvSpPr/>
            <p:nvPr/>
          </p:nvSpPr>
          <p:spPr>
            <a:xfrm>
              <a:off x="8251650" y="4182250"/>
              <a:ext cx="525" cy="550"/>
            </a:xfrm>
            <a:custGeom>
              <a:avLst/>
              <a:gdLst/>
              <a:ahLst/>
              <a:cxnLst/>
              <a:rect l="l" t="t" r="r" b="b"/>
              <a:pathLst>
                <a:path w="21" h="22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21" y="21"/>
                  </a:lnTo>
                  <a:lnTo>
                    <a:pt x="21" y="21"/>
                  </a:lnTo>
                  <a:lnTo>
                    <a:pt x="2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34">
              <a:extLst>
                <a:ext uri="{FF2B5EF4-FFF2-40B4-BE49-F238E27FC236}">
                  <a16:creationId xmlns:a16="http://schemas.microsoft.com/office/drawing/2014/main" id="{8D0DE5FB-13E1-C844-B252-2C9B39A98B28}"/>
                </a:ext>
              </a:extLst>
            </p:cNvPr>
            <p:cNvSpPr/>
            <p:nvPr/>
          </p:nvSpPr>
          <p:spPr>
            <a:xfrm>
              <a:off x="8252150" y="3985225"/>
              <a:ext cx="361525" cy="212100"/>
            </a:xfrm>
            <a:custGeom>
              <a:avLst/>
              <a:gdLst/>
              <a:ahLst/>
              <a:cxnLst/>
              <a:rect l="l" t="t" r="r" b="b"/>
              <a:pathLst>
                <a:path w="14461" h="8484" fill="none" extrusionOk="0">
                  <a:moveTo>
                    <a:pt x="14460" y="1"/>
                  </a:moveTo>
                  <a:lnTo>
                    <a:pt x="14460" y="1"/>
                  </a:lnTo>
                  <a:lnTo>
                    <a:pt x="13718" y="341"/>
                  </a:lnTo>
                  <a:lnTo>
                    <a:pt x="12956" y="642"/>
                  </a:lnTo>
                  <a:lnTo>
                    <a:pt x="12194" y="943"/>
                  </a:lnTo>
                  <a:lnTo>
                    <a:pt x="11432" y="1204"/>
                  </a:lnTo>
                  <a:lnTo>
                    <a:pt x="10650" y="1465"/>
                  </a:lnTo>
                  <a:lnTo>
                    <a:pt x="9848" y="1685"/>
                  </a:lnTo>
                  <a:lnTo>
                    <a:pt x="9066" y="1886"/>
                  </a:lnTo>
                  <a:lnTo>
                    <a:pt x="8243" y="2066"/>
                  </a:lnTo>
                  <a:lnTo>
                    <a:pt x="8243" y="2066"/>
                  </a:lnTo>
                  <a:lnTo>
                    <a:pt x="6860" y="2327"/>
                  </a:lnTo>
                  <a:lnTo>
                    <a:pt x="6158" y="2467"/>
                  </a:lnTo>
                  <a:lnTo>
                    <a:pt x="5476" y="2608"/>
                  </a:lnTo>
                  <a:lnTo>
                    <a:pt x="4774" y="2768"/>
                  </a:lnTo>
                  <a:lnTo>
                    <a:pt x="4092" y="2949"/>
                  </a:lnTo>
                  <a:lnTo>
                    <a:pt x="3430" y="3189"/>
                  </a:lnTo>
                  <a:lnTo>
                    <a:pt x="3109" y="3310"/>
                  </a:lnTo>
                  <a:lnTo>
                    <a:pt x="2789" y="3450"/>
                  </a:lnTo>
                  <a:lnTo>
                    <a:pt x="2789" y="3450"/>
                  </a:lnTo>
                  <a:lnTo>
                    <a:pt x="2488" y="3610"/>
                  </a:lnTo>
                  <a:lnTo>
                    <a:pt x="2187" y="3771"/>
                  </a:lnTo>
                  <a:lnTo>
                    <a:pt x="1906" y="3951"/>
                  </a:lnTo>
                  <a:lnTo>
                    <a:pt x="1645" y="4152"/>
                  </a:lnTo>
                  <a:lnTo>
                    <a:pt x="1385" y="4372"/>
                  </a:lnTo>
                  <a:lnTo>
                    <a:pt x="1124" y="4593"/>
                  </a:lnTo>
                  <a:lnTo>
                    <a:pt x="903" y="4854"/>
                  </a:lnTo>
                  <a:lnTo>
                    <a:pt x="703" y="5114"/>
                  </a:lnTo>
                  <a:lnTo>
                    <a:pt x="502" y="5375"/>
                  </a:lnTo>
                  <a:lnTo>
                    <a:pt x="342" y="5656"/>
                  </a:lnTo>
                  <a:lnTo>
                    <a:pt x="222" y="5957"/>
                  </a:lnTo>
                  <a:lnTo>
                    <a:pt x="121" y="6258"/>
                  </a:lnTo>
                  <a:lnTo>
                    <a:pt x="41" y="6578"/>
                  </a:lnTo>
                  <a:lnTo>
                    <a:pt x="1" y="6899"/>
                  </a:lnTo>
                  <a:lnTo>
                    <a:pt x="1" y="7220"/>
                  </a:lnTo>
                  <a:lnTo>
                    <a:pt x="41" y="7561"/>
                  </a:lnTo>
                  <a:lnTo>
                    <a:pt x="41" y="7561"/>
                  </a:lnTo>
                  <a:lnTo>
                    <a:pt x="141" y="7782"/>
                  </a:lnTo>
                  <a:lnTo>
                    <a:pt x="141" y="7782"/>
                  </a:lnTo>
                  <a:lnTo>
                    <a:pt x="522" y="7942"/>
                  </a:lnTo>
                  <a:lnTo>
                    <a:pt x="903" y="8083"/>
                  </a:lnTo>
                  <a:lnTo>
                    <a:pt x="1304" y="8203"/>
                  </a:lnTo>
                  <a:lnTo>
                    <a:pt x="1706" y="8303"/>
                  </a:lnTo>
                  <a:lnTo>
                    <a:pt x="2107" y="8383"/>
                  </a:lnTo>
                  <a:lnTo>
                    <a:pt x="2508" y="8444"/>
                  </a:lnTo>
                  <a:lnTo>
                    <a:pt x="2929" y="8484"/>
                  </a:lnTo>
                  <a:lnTo>
                    <a:pt x="3330" y="8484"/>
                  </a:lnTo>
                  <a:lnTo>
                    <a:pt x="3330" y="8484"/>
                  </a:lnTo>
                  <a:lnTo>
                    <a:pt x="3651" y="8484"/>
                  </a:lnTo>
                  <a:lnTo>
                    <a:pt x="3952" y="8464"/>
                  </a:lnTo>
                  <a:lnTo>
                    <a:pt x="4252" y="8423"/>
                  </a:lnTo>
                  <a:lnTo>
                    <a:pt x="4553" y="8383"/>
                  </a:lnTo>
                  <a:lnTo>
                    <a:pt x="4553" y="8383"/>
                  </a:lnTo>
                  <a:lnTo>
                    <a:pt x="4714" y="8363"/>
                  </a:lnTo>
                  <a:lnTo>
                    <a:pt x="4714" y="8363"/>
                  </a:lnTo>
                  <a:lnTo>
                    <a:pt x="4533" y="8243"/>
                  </a:lnTo>
                  <a:lnTo>
                    <a:pt x="4373" y="8123"/>
                  </a:lnTo>
                  <a:lnTo>
                    <a:pt x="4212" y="7982"/>
                  </a:lnTo>
                  <a:lnTo>
                    <a:pt x="4072" y="7842"/>
                  </a:lnTo>
                  <a:lnTo>
                    <a:pt x="3932" y="7681"/>
                  </a:lnTo>
                  <a:lnTo>
                    <a:pt x="3791" y="7521"/>
                  </a:lnTo>
                  <a:lnTo>
                    <a:pt x="3651" y="7341"/>
                  </a:lnTo>
                  <a:lnTo>
                    <a:pt x="3531" y="7160"/>
                  </a:lnTo>
                  <a:lnTo>
                    <a:pt x="3531" y="7160"/>
                  </a:lnTo>
                  <a:lnTo>
                    <a:pt x="3350" y="6799"/>
                  </a:lnTo>
                  <a:lnTo>
                    <a:pt x="3230" y="6458"/>
                  </a:lnTo>
                  <a:lnTo>
                    <a:pt x="3129" y="6117"/>
                  </a:lnTo>
                  <a:lnTo>
                    <a:pt x="3069" y="5776"/>
                  </a:lnTo>
                  <a:lnTo>
                    <a:pt x="3049" y="5455"/>
                  </a:lnTo>
                  <a:lnTo>
                    <a:pt x="3069" y="5135"/>
                  </a:lnTo>
                  <a:lnTo>
                    <a:pt x="3129" y="4814"/>
                  </a:lnTo>
                  <a:lnTo>
                    <a:pt x="3230" y="4513"/>
                  </a:lnTo>
                  <a:lnTo>
                    <a:pt x="3370" y="4212"/>
                  </a:lnTo>
                  <a:lnTo>
                    <a:pt x="3531" y="3951"/>
                  </a:lnTo>
                  <a:lnTo>
                    <a:pt x="3731" y="3691"/>
                  </a:lnTo>
                  <a:lnTo>
                    <a:pt x="3972" y="3450"/>
                  </a:lnTo>
                  <a:lnTo>
                    <a:pt x="4232" y="3249"/>
                  </a:lnTo>
                  <a:lnTo>
                    <a:pt x="4533" y="3049"/>
                  </a:lnTo>
                  <a:lnTo>
                    <a:pt x="4874" y="2888"/>
                  </a:lnTo>
                  <a:lnTo>
                    <a:pt x="5235" y="2768"/>
                  </a:lnTo>
                  <a:lnTo>
                    <a:pt x="5235" y="2768"/>
                  </a:lnTo>
                  <a:lnTo>
                    <a:pt x="5777" y="2608"/>
                  </a:lnTo>
                  <a:lnTo>
                    <a:pt x="6318" y="2487"/>
                  </a:lnTo>
                  <a:lnTo>
                    <a:pt x="6880" y="2407"/>
                  </a:lnTo>
                  <a:lnTo>
                    <a:pt x="7441" y="2347"/>
                  </a:lnTo>
                  <a:lnTo>
                    <a:pt x="8564" y="2227"/>
                  </a:lnTo>
                  <a:lnTo>
                    <a:pt x="9126" y="2166"/>
                  </a:lnTo>
                  <a:lnTo>
                    <a:pt x="9667" y="2086"/>
                  </a:lnTo>
                  <a:lnTo>
                    <a:pt x="9667" y="2086"/>
                  </a:lnTo>
                  <a:lnTo>
                    <a:pt x="10149" y="1986"/>
                  </a:lnTo>
                  <a:lnTo>
                    <a:pt x="10610" y="1866"/>
                  </a:lnTo>
                  <a:lnTo>
                    <a:pt x="11071" y="1745"/>
                  </a:lnTo>
                  <a:lnTo>
                    <a:pt x="11512" y="1585"/>
                  </a:lnTo>
                  <a:lnTo>
                    <a:pt x="11973" y="1424"/>
                  </a:lnTo>
                  <a:lnTo>
                    <a:pt x="12395" y="1224"/>
                  </a:lnTo>
                  <a:lnTo>
                    <a:pt x="12836" y="1023"/>
                  </a:lnTo>
                  <a:lnTo>
                    <a:pt x="13257" y="803"/>
                  </a:lnTo>
                  <a:lnTo>
                    <a:pt x="13257" y="803"/>
                  </a:lnTo>
                  <a:lnTo>
                    <a:pt x="13397" y="723"/>
                  </a:lnTo>
                  <a:lnTo>
                    <a:pt x="13397" y="723"/>
                  </a:lnTo>
                  <a:lnTo>
                    <a:pt x="13658" y="522"/>
                  </a:lnTo>
                  <a:lnTo>
                    <a:pt x="13919" y="341"/>
                  </a:lnTo>
                  <a:lnTo>
                    <a:pt x="14179" y="161"/>
                  </a:lnTo>
                  <a:lnTo>
                    <a:pt x="1446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34">
              <a:extLst>
                <a:ext uri="{FF2B5EF4-FFF2-40B4-BE49-F238E27FC236}">
                  <a16:creationId xmlns:a16="http://schemas.microsoft.com/office/drawing/2014/main" id="{55DC61C5-B9A8-1A5B-5D18-445B9D17D7BF}"/>
                </a:ext>
              </a:extLst>
            </p:cNvPr>
            <p:cNvSpPr/>
            <p:nvPr/>
          </p:nvSpPr>
          <p:spPr>
            <a:xfrm>
              <a:off x="8245650" y="3956650"/>
              <a:ext cx="412650" cy="200075"/>
            </a:xfrm>
            <a:custGeom>
              <a:avLst/>
              <a:gdLst/>
              <a:ahLst/>
              <a:cxnLst/>
              <a:rect l="l" t="t" r="r" b="b"/>
              <a:pathLst>
                <a:path w="16506" h="8003" fill="none" extrusionOk="0">
                  <a:moveTo>
                    <a:pt x="16505" y="0"/>
                  </a:moveTo>
                  <a:lnTo>
                    <a:pt x="16505" y="0"/>
                  </a:lnTo>
                  <a:lnTo>
                    <a:pt x="15462" y="422"/>
                  </a:lnTo>
                  <a:lnTo>
                    <a:pt x="14419" y="863"/>
                  </a:lnTo>
                  <a:lnTo>
                    <a:pt x="14419" y="863"/>
                  </a:lnTo>
                  <a:lnTo>
                    <a:pt x="13898" y="1083"/>
                  </a:lnTo>
                  <a:lnTo>
                    <a:pt x="13357" y="1264"/>
                  </a:lnTo>
                  <a:lnTo>
                    <a:pt x="12795" y="1444"/>
                  </a:lnTo>
                  <a:lnTo>
                    <a:pt x="12254" y="1605"/>
                  </a:lnTo>
                  <a:lnTo>
                    <a:pt x="11712" y="1745"/>
                  </a:lnTo>
                  <a:lnTo>
                    <a:pt x="11151" y="1886"/>
                  </a:lnTo>
                  <a:lnTo>
                    <a:pt x="10589" y="1986"/>
                  </a:lnTo>
                  <a:lnTo>
                    <a:pt x="10007" y="2066"/>
                  </a:lnTo>
                  <a:lnTo>
                    <a:pt x="10007" y="2066"/>
                  </a:lnTo>
                  <a:lnTo>
                    <a:pt x="9326" y="2166"/>
                  </a:lnTo>
                  <a:lnTo>
                    <a:pt x="8644" y="2227"/>
                  </a:lnTo>
                  <a:lnTo>
                    <a:pt x="7280" y="2367"/>
                  </a:lnTo>
                  <a:lnTo>
                    <a:pt x="6598" y="2447"/>
                  </a:lnTo>
                  <a:lnTo>
                    <a:pt x="5936" y="2527"/>
                  </a:lnTo>
                  <a:lnTo>
                    <a:pt x="5255" y="2628"/>
                  </a:lnTo>
                  <a:lnTo>
                    <a:pt x="4593" y="2768"/>
                  </a:lnTo>
                  <a:lnTo>
                    <a:pt x="4593" y="2768"/>
                  </a:lnTo>
                  <a:lnTo>
                    <a:pt x="3931" y="2928"/>
                  </a:lnTo>
                  <a:lnTo>
                    <a:pt x="3269" y="3129"/>
                  </a:lnTo>
                  <a:lnTo>
                    <a:pt x="2948" y="3249"/>
                  </a:lnTo>
                  <a:lnTo>
                    <a:pt x="2627" y="3390"/>
                  </a:lnTo>
                  <a:lnTo>
                    <a:pt x="2307" y="3530"/>
                  </a:lnTo>
                  <a:lnTo>
                    <a:pt x="2026" y="3690"/>
                  </a:lnTo>
                  <a:lnTo>
                    <a:pt x="1725" y="3871"/>
                  </a:lnTo>
                  <a:lnTo>
                    <a:pt x="1464" y="4072"/>
                  </a:lnTo>
                  <a:lnTo>
                    <a:pt x="1204" y="4292"/>
                  </a:lnTo>
                  <a:lnTo>
                    <a:pt x="983" y="4533"/>
                  </a:lnTo>
                  <a:lnTo>
                    <a:pt x="762" y="4773"/>
                  </a:lnTo>
                  <a:lnTo>
                    <a:pt x="582" y="5054"/>
                  </a:lnTo>
                  <a:lnTo>
                    <a:pt x="401" y="5375"/>
                  </a:lnTo>
                  <a:lnTo>
                    <a:pt x="261" y="5696"/>
                  </a:lnTo>
                  <a:lnTo>
                    <a:pt x="261" y="5696"/>
                  </a:lnTo>
                  <a:lnTo>
                    <a:pt x="161" y="5977"/>
                  </a:lnTo>
                  <a:lnTo>
                    <a:pt x="101" y="6278"/>
                  </a:lnTo>
                  <a:lnTo>
                    <a:pt x="40" y="6558"/>
                  </a:lnTo>
                  <a:lnTo>
                    <a:pt x="20" y="6859"/>
                  </a:lnTo>
                  <a:lnTo>
                    <a:pt x="0" y="7140"/>
                  </a:lnTo>
                  <a:lnTo>
                    <a:pt x="20" y="7441"/>
                  </a:lnTo>
                  <a:lnTo>
                    <a:pt x="60" y="7721"/>
                  </a:lnTo>
                  <a:lnTo>
                    <a:pt x="101" y="8002"/>
                  </a:lnTo>
                  <a:lnTo>
                    <a:pt x="101" y="8002"/>
                  </a:lnTo>
                  <a:lnTo>
                    <a:pt x="121" y="7701"/>
                  </a:lnTo>
                  <a:lnTo>
                    <a:pt x="161" y="7421"/>
                  </a:lnTo>
                  <a:lnTo>
                    <a:pt x="241" y="7120"/>
                  </a:lnTo>
                  <a:lnTo>
                    <a:pt x="341" y="6839"/>
                  </a:lnTo>
                  <a:lnTo>
                    <a:pt x="461" y="6558"/>
                  </a:lnTo>
                  <a:lnTo>
                    <a:pt x="622" y="6278"/>
                  </a:lnTo>
                  <a:lnTo>
                    <a:pt x="802" y="6017"/>
                  </a:lnTo>
                  <a:lnTo>
                    <a:pt x="1003" y="5756"/>
                  </a:lnTo>
                  <a:lnTo>
                    <a:pt x="1003" y="5756"/>
                  </a:lnTo>
                  <a:lnTo>
                    <a:pt x="1224" y="5536"/>
                  </a:lnTo>
                  <a:lnTo>
                    <a:pt x="1444" y="5315"/>
                  </a:lnTo>
                  <a:lnTo>
                    <a:pt x="1705" y="5114"/>
                  </a:lnTo>
                  <a:lnTo>
                    <a:pt x="1966" y="4914"/>
                  </a:lnTo>
                  <a:lnTo>
                    <a:pt x="2226" y="4753"/>
                  </a:lnTo>
                  <a:lnTo>
                    <a:pt x="2507" y="4593"/>
                  </a:lnTo>
                  <a:lnTo>
                    <a:pt x="2788" y="4433"/>
                  </a:lnTo>
                  <a:lnTo>
                    <a:pt x="3089" y="4312"/>
                  </a:lnTo>
                  <a:lnTo>
                    <a:pt x="3690" y="4072"/>
                  </a:lnTo>
                  <a:lnTo>
                    <a:pt x="4312" y="3871"/>
                  </a:lnTo>
                  <a:lnTo>
                    <a:pt x="4934" y="3690"/>
                  </a:lnTo>
                  <a:lnTo>
                    <a:pt x="5555" y="3550"/>
                  </a:lnTo>
                  <a:lnTo>
                    <a:pt x="5555" y="3550"/>
                  </a:lnTo>
                  <a:lnTo>
                    <a:pt x="6337" y="3370"/>
                  </a:lnTo>
                  <a:lnTo>
                    <a:pt x="7140" y="3209"/>
                  </a:lnTo>
                  <a:lnTo>
                    <a:pt x="8724" y="2888"/>
                  </a:lnTo>
                  <a:lnTo>
                    <a:pt x="9526" y="2728"/>
                  </a:lnTo>
                  <a:lnTo>
                    <a:pt x="10308" y="2547"/>
                  </a:lnTo>
                  <a:lnTo>
                    <a:pt x="11090" y="2327"/>
                  </a:lnTo>
                  <a:lnTo>
                    <a:pt x="11872" y="2106"/>
                  </a:lnTo>
                  <a:lnTo>
                    <a:pt x="11872" y="2106"/>
                  </a:lnTo>
                  <a:lnTo>
                    <a:pt x="12915" y="1725"/>
                  </a:lnTo>
                  <a:lnTo>
                    <a:pt x="13958" y="1324"/>
                  </a:lnTo>
                  <a:lnTo>
                    <a:pt x="14961" y="863"/>
                  </a:lnTo>
                  <a:lnTo>
                    <a:pt x="15964" y="381"/>
                  </a:lnTo>
                  <a:lnTo>
                    <a:pt x="15964" y="381"/>
                  </a:lnTo>
                  <a:lnTo>
                    <a:pt x="1650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34">
              <a:extLst>
                <a:ext uri="{FF2B5EF4-FFF2-40B4-BE49-F238E27FC236}">
                  <a16:creationId xmlns:a16="http://schemas.microsoft.com/office/drawing/2014/main" id="{E629F2B2-6E1E-C9EB-109E-C4E023A7F0F9}"/>
                </a:ext>
              </a:extLst>
            </p:cNvPr>
            <p:cNvSpPr/>
            <p:nvPr/>
          </p:nvSpPr>
          <p:spPr>
            <a:xfrm>
              <a:off x="8240625" y="3940100"/>
              <a:ext cx="442725" cy="265250"/>
            </a:xfrm>
            <a:custGeom>
              <a:avLst/>
              <a:gdLst/>
              <a:ahLst/>
              <a:cxnLst/>
              <a:rect l="l" t="t" r="r" b="b"/>
              <a:pathLst>
                <a:path w="17709" h="10610" extrusionOk="0">
                  <a:moveTo>
                    <a:pt x="17709" y="1"/>
                  </a:moveTo>
                  <a:lnTo>
                    <a:pt x="17288" y="141"/>
                  </a:lnTo>
                  <a:lnTo>
                    <a:pt x="16867" y="281"/>
                  </a:lnTo>
                  <a:lnTo>
                    <a:pt x="16044" y="602"/>
                  </a:lnTo>
                  <a:lnTo>
                    <a:pt x="14400" y="1284"/>
                  </a:lnTo>
                  <a:lnTo>
                    <a:pt x="13658" y="1565"/>
                  </a:lnTo>
                  <a:lnTo>
                    <a:pt x="12916" y="1806"/>
                  </a:lnTo>
                  <a:lnTo>
                    <a:pt x="12154" y="2006"/>
                  </a:lnTo>
                  <a:lnTo>
                    <a:pt x="11412" y="2167"/>
                  </a:lnTo>
                  <a:lnTo>
                    <a:pt x="10650" y="2307"/>
                  </a:lnTo>
                  <a:lnTo>
                    <a:pt x="9888" y="2427"/>
                  </a:lnTo>
                  <a:lnTo>
                    <a:pt x="9105" y="2528"/>
                  </a:lnTo>
                  <a:lnTo>
                    <a:pt x="8323" y="2608"/>
                  </a:lnTo>
                  <a:lnTo>
                    <a:pt x="6980" y="2748"/>
                  </a:lnTo>
                  <a:lnTo>
                    <a:pt x="6298" y="2828"/>
                  </a:lnTo>
                  <a:lnTo>
                    <a:pt x="5636" y="2929"/>
                  </a:lnTo>
                  <a:lnTo>
                    <a:pt x="4974" y="3049"/>
                  </a:lnTo>
                  <a:lnTo>
                    <a:pt x="4312" y="3209"/>
                  </a:lnTo>
                  <a:lnTo>
                    <a:pt x="3671" y="3410"/>
                  </a:lnTo>
                  <a:lnTo>
                    <a:pt x="3350" y="3510"/>
                  </a:lnTo>
                  <a:lnTo>
                    <a:pt x="3029" y="3631"/>
                  </a:lnTo>
                  <a:lnTo>
                    <a:pt x="2748" y="3771"/>
                  </a:lnTo>
                  <a:lnTo>
                    <a:pt x="2487" y="3891"/>
                  </a:lnTo>
                  <a:lnTo>
                    <a:pt x="2207" y="4032"/>
                  </a:lnTo>
                  <a:lnTo>
                    <a:pt x="1966" y="4192"/>
                  </a:lnTo>
                  <a:lnTo>
                    <a:pt x="1725" y="4352"/>
                  </a:lnTo>
                  <a:lnTo>
                    <a:pt x="1505" y="4533"/>
                  </a:lnTo>
                  <a:lnTo>
                    <a:pt x="1284" y="4734"/>
                  </a:lnTo>
                  <a:lnTo>
                    <a:pt x="1084" y="4934"/>
                  </a:lnTo>
                  <a:lnTo>
                    <a:pt x="903" y="5155"/>
                  </a:lnTo>
                  <a:lnTo>
                    <a:pt x="723" y="5375"/>
                  </a:lnTo>
                  <a:lnTo>
                    <a:pt x="562" y="5616"/>
                  </a:lnTo>
                  <a:lnTo>
                    <a:pt x="442" y="5857"/>
                  </a:lnTo>
                  <a:lnTo>
                    <a:pt x="322" y="6137"/>
                  </a:lnTo>
                  <a:lnTo>
                    <a:pt x="221" y="6418"/>
                  </a:lnTo>
                  <a:lnTo>
                    <a:pt x="121" y="6699"/>
                  </a:lnTo>
                  <a:lnTo>
                    <a:pt x="61" y="7020"/>
                  </a:lnTo>
                  <a:lnTo>
                    <a:pt x="21" y="7321"/>
                  </a:lnTo>
                  <a:lnTo>
                    <a:pt x="1" y="7641"/>
                  </a:lnTo>
                  <a:lnTo>
                    <a:pt x="21" y="7942"/>
                  </a:lnTo>
                  <a:lnTo>
                    <a:pt x="41" y="8263"/>
                  </a:lnTo>
                  <a:lnTo>
                    <a:pt x="81" y="8564"/>
                  </a:lnTo>
                  <a:lnTo>
                    <a:pt x="141" y="8865"/>
                  </a:lnTo>
                  <a:lnTo>
                    <a:pt x="221" y="9146"/>
                  </a:lnTo>
                  <a:lnTo>
                    <a:pt x="342" y="9446"/>
                  </a:lnTo>
                  <a:lnTo>
                    <a:pt x="342" y="9446"/>
                  </a:lnTo>
                  <a:lnTo>
                    <a:pt x="161" y="9346"/>
                  </a:lnTo>
                  <a:lnTo>
                    <a:pt x="322" y="9527"/>
                  </a:lnTo>
                  <a:lnTo>
                    <a:pt x="442" y="9687"/>
                  </a:lnTo>
                  <a:lnTo>
                    <a:pt x="462" y="9687"/>
                  </a:lnTo>
                  <a:lnTo>
                    <a:pt x="462" y="9707"/>
                  </a:lnTo>
                  <a:lnTo>
                    <a:pt x="662" y="9908"/>
                  </a:lnTo>
                  <a:lnTo>
                    <a:pt x="903" y="10108"/>
                  </a:lnTo>
                  <a:lnTo>
                    <a:pt x="723" y="9827"/>
                  </a:lnTo>
                  <a:lnTo>
                    <a:pt x="723" y="9827"/>
                  </a:lnTo>
                  <a:lnTo>
                    <a:pt x="1104" y="10008"/>
                  </a:lnTo>
                  <a:lnTo>
                    <a:pt x="1505" y="10168"/>
                  </a:lnTo>
                  <a:lnTo>
                    <a:pt x="1886" y="10309"/>
                  </a:lnTo>
                  <a:lnTo>
                    <a:pt x="2287" y="10409"/>
                  </a:lnTo>
                  <a:lnTo>
                    <a:pt x="2688" y="10489"/>
                  </a:lnTo>
                  <a:lnTo>
                    <a:pt x="3109" y="10549"/>
                  </a:lnTo>
                  <a:lnTo>
                    <a:pt x="3510" y="10589"/>
                  </a:lnTo>
                  <a:lnTo>
                    <a:pt x="3931" y="10610"/>
                  </a:lnTo>
                  <a:lnTo>
                    <a:pt x="4353" y="10589"/>
                  </a:lnTo>
                  <a:lnTo>
                    <a:pt x="4774" y="10549"/>
                  </a:lnTo>
                  <a:lnTo>
                    <a:pt x="5195" y="10489"/>
                  </a:lnTo>
                  <a:lnTo>
                    <a:pt x="5636" y="10389"/>
                  </a:lnTo>
                  <a:lnTo>
                    <a:pt x="5395" y="10289"/>
                  </a:lnTo>
                  <a:lnTo>
                    <a:pt x="5175" y="10168"/>
                  </a:lnTo>
                  <a:lnTo>
                    <a:pt x="5014" y="10188"/>
                  </a:lnTo>
                  <a:lnTo>
                    <a:pt x="4713" y="10228"/>
                  </a:lnTo>
                  <a:lnTo>
                    <a:pt x="4413" y="10269"/>
                  </a:lnTo>
                  <a:lnTo>
                    <a:pt x="4112" y="10289"/>
                  </a:lnTo>
                  <a:lnTo>
                    <a:pt x="3390" y="10289"/>
                  </a:lnTo>
                  <a:lnTo>
                    <a:pt x="2969" y="10249"/>
                  </a:lnTo>
                  <a:lnTo>
                    <a:pt x="2568" y="10188"/>
                  </a:lnTo>
                  <a:lnTo>
                    <a:pt x="2167" y="10108"/>
                  </a:lnTo>
                  <a:lnTo>
                    <a:pt x="1765" y="10008"/>
                  </a:lnTo>
                  <a:lnTo>
                    <a:pt x="1364" y="9888"/>
                  </a:lnTo>
                  <a:lnTo>
                    <a:pt x="983" y="9747"/>
                  </a:lnTo>
                  <a:lnTo>
                    <a:pt x="602" y="9587"/>
                  </a:lnTo>
                  <a:lnTo>
                    <a:pt x="502" y="9366"/>
                  </a:lnTo>
                  <a:lnTo>
                    <a:pt x="462" y="9025"/>
                  </a:lnTo>
                  <a:lnTo>
                    <a:pt x="462" y="8704"/>
                  </a:lnTo>
                  <a:lnTo>
                    <a:pt x="502" y="8383"/>
                  </a:lnTo>
                  <a:lnTo>
                    <a:pt x="582" y="8063"/>
                  </a:lnTo>
                  <a:lnTo>
                    <a:pt x="683" y="7762"/>
                  </a:lnTo>
                  <a:lnTo>
                    <a:pt x="803" y="7461"/>
                  </a:lnTo>
                  <a:lnTo>
                    <a:pt x="963" y="7180"/>
                  </a:lnTo>
                  <a:lnTo>
                    <a:pt x="1164" y="6919"/>
                  </a:lnTo>
                  <a:lnTo>
                    <a:pt x="1364" y="6659"/>
                  </a:lnTo>
                  <a:lnTo>
                    <a:pt x="1585" y="6398"/>
                  </a:lnTo>
                  <a:lnTo>
                    <a:pt x="1846" y="6177"/>
                  </a:lnTo>
                  <a:lnTo>
                    <a:pt x="2106" y="5957"/>
                  </a:lnTo>
                  <a:lnTo>
                    <a:pt x="2367" y="5756"/>
                  </a:lnTo>
                  <a:lnTo>
                    <a:pt x="2648" y="5576"/>
                  </a:lnTo>
                  <a:lnTo>
                    <a:pt x="2949" y="5415"/>
                  </a:lnTo>
                  <a:lnTo>
                    <a:pt x="3250" y="5255"/>
                  </a:lnTo>
                  <a:lnTo>
                    <a:pt x="3570" y="5115"/>
                  </a:lnTo>
                  <a:lnTo>
                    <a:pt x="3891" y="4994"/>
                  </a:lnTo>
                  <a:lnTo>
                    <a:pt x="4553" y="4754"/>
                  </a:lnTo>
                  <a:lnTo>
                    <a:pt x="5235" y="4573"/>
                  </a:lnTo>
                  <a:lnTo>
                    <a:pt x="5937" y="4413"/>
                  </a:lnTo>
                  <a:lnTo>
                    <a:pt x="6619" y="4272"/>
                  </a:lnTo>
                  <a:lnTo>
                    <a:pt x="7321" y="4132"/>
                  </a:lnTo>
                  <a:lnTo>
                    <a:pt x="8704" y="3871"/>
                  </a:lnTo>
                  <a:lnTo>
                    <a:pt x="9527" y="3691"/>
                  </a:lnTo>
                  <a:lnTo>
                    <a:pt x="10309" y="3490"/>
                  </a:lnTo>
                  <a:lnTo>
                    <a:pt x="11111" y="3270"/>
                  </a:lnTo>
                  <a:lnTo>
                    <a:pt x="11893" y="3009"/>
                  </a:lnTo>
                  <a:lnTo>
                    <a:pt x="12655" y="2748"/>
                  </a:lnTo>
                  <a:lnTo>
                    <a:pt x="13417" y="2447"/>
                  </a:lnTo>
                  <a:lnTo>
                    <a:pt x="14179" y="2146"/>
                  </a:lnTo>
                  <a:lnTo>
                    <a:pt x="14921" y="1806"/>
                  </a:lnTo>
                  <a:lnTo>
                    <a:pt x="14640" y="1966"/>
                  </a:lnTo>
                  <a:lnTo>
                    <a:pt x="14380" y="2146"/>
                  </a:lnTo>
                  <a:lnTo>
                    <a:pt x="14119" y="2327"/>
                  </a:lnTo>
                  <a:lnTo>
                    <a:pt x="13858" y="2528"/>
                  </a:lnTo>
                  <a:lnTo>
                    <a:pt x="14440" y="2167"/>
                  </a:lnTo>
                  <a:lnTo>
                    <a:pt x="15022" y="1806"/>
                  </a:lnTo>
                  <a:lnTo>
                    <a:pt x="16165" y="1043"/>
                  </a:lnTo>
                  <a:lnTo>
                    <a:pt x="16165" y="1043"/>
                  </a:lnTo>
                  <a:lnTo>
                    <a:pt x="15162" y="1525"/>
                  </a:lnTo>
                  <a:lnTo>
                    <a:pt x="14159" y="1986"/>
                  </a:lnTo>
                  <a:lnTo>
                    <a:pt x="13116" y="2387"/>
                  </a:lnTo>
                  <a:lnTo>
                    <a:pt x="12073" y="2768"/>
                  </a:lnTo>
                  <a:lnTo>
                    <a:pt x="11291" y="2989"/>
                  </a:lnTo>
                  <a:lnTo>
                    <a:pt x="10509" y="3209"/>
                  </a:lnTo>
                  <a:lnTo>
                    <a:pt x="9727" y="3390"/>
                  </a:lnTo>
                  <a:lnTo>
                    <a:pt x="8925" y="3550"/>
                  </a:lnTo>
                  <a:lnTo>
                    <a:pt x="7341" y="3871"/>
                  </a:lnTo>
                  <a:lnTo>
                    <a:pt x="6538" y="4032"/>
                  </a:lnTo>
                  <a:lnTo>
                    <a:pt x="5756" y="4212"/>
                  </a:lnTo>
                  <a:lnTo>
                    <a:pt x="5135" y="4352"/>
                  </a:lnTo>
                  <a:lnTo>
                    <a:pt x="4513" y="4533"/>
                  </a:lnTo>
                  <a:lnTo>
                    <a:pt x="3891" y="4734"/>
                  </a:lnTo>
                  <a:lnTo>
                    <a:pt x="3290" y="4974"/>
                  </a:lnTo>
                  <a:lnTo>
                    <a:pt x="2989" y="5095"/>
                  </a:lnTo>
                  <a:lnTo>
                    <a:pt x="2708" y="5255"/>
                  </a:lnTo>
                  <a:lnTo>
                    <a:pt x="2427" y="5415"/>
                  </a:lnTo>
                  <a:lnTo>
                    <a:pt x="2167" y="5576"/>
                  </a:lnTo>
                  <a:lnTo>
                    <a:pt x="1906" y="5776"/>
                  </a:lnTo>
                  <a:lnTo>
                    <a:pt x="1645" y="5977"/>
                  </a:lnTo>
                  <a:lnTo>
                    <a:pt x="1425" y="6198"/>
                  </a:lnTo>
                  <a:lnTo>
                    <a:pt x="1204" y="6418"/>
                  </a:lnTo>
                  <a:lnTo>
                    <a:pt x="1003" y="6679"/>
                  </a:lnTo>
                  <a:lnTo>
                    <a:pt x="823" y="6940"/>
                  </a:lnTo>
                  <a:lnTo>
                    <a:pt x="662" y="7220"/>
                  </a:lnTo>
                  <a:lnTo>
                    <a:pt x="542" y="7501"/>
                  </a:lnTo>
                  <a:lnTo>
                    <a:pt x="442" y="7782"/>
                  </a:lnTo>
                  <a:lnTo>
                    <a:pt x="362" y="8083"/>
                  </a:lnTo>
                  <a:lnTo>
                    <a:pt x="322" y="8363"/>
                  </a:lnTo>
                  <a:lnTo>
                    <a:pt x="302" y="8664"/>
                  </a:lnTo>
                  <a:lnTo>
                    <a:pt x="261" y="8383"/>
                  </a:lnTo>
                  <a:lnTo>
                    <a:pt x="221" y="8103"/>
                  </a:lnTo>
                  <a:lnTo>
                    <a:pt x="201" y="7802"/>
                  </a:lnTo>
                  <a:lnTo>
                    <a:pt x="221" y="7521"/>
                  </a:lnTo>
                  <a:lnTo>
                    <a:pt x="241" y="7220"/>
                  </a:lnTo>
                  <a:lnTo>
                    <a:pt x="302" y="6940"/>
                  </a:lnTo>
                  <a:lnTo>
                    <a:pt x="362" y="6639"/>
                  </a:lnTo>
                  <a:lnTo>
                    <a:pt x="462" y="6358"/>
                  </a:lnTo>
                  <a:lnTo>
                    <a:pt x="602" y="6037"/>
                  </a:lnTo>
                  <a:lnTo>
                    <a:pt x="783" y="5716"/>
                  </a:lnTo>
                  <a:lnTo>
                    <a:pt x="963" y="5435"/>
                  </a:lnTo>
                  <a:lnTo>
                    <a:pt x="1184" y="5195"/>
                  </a:lnTo>
                  <a:lnTo>
                    <a:pt x="1405" y="4954"/>
                  </a:lnTo>
                  <a:lnTo>
                    <a:pt x="1665" y="4734"/>
                  </a:lnTo>
                  <a:lnTo>
                    <a:pt x="1926" y="4533"/>
                  </a:lnTo>
                  <a:lnTo>
                    <a:pt x="2227" y="4352"/>
                  </a:lnTo>
                  <a:lnTo>
                    <a:pt x="2508" y="4192"/>
                  </a:lnTo>
                  <a:lnTo>
                    <a:pt x="2828" y="4052"/>
                  </a:lnTo>
                  <a:lnTo>
                    <a:pt x="3149" y="3911"/>
                  </a:lnTo>
                  <a:lnTo>
                    <a:pt x="3470" y="3791"/>
                  </a:lnTo>
                  <a:lnTo>
                    <a:pt x="4132" y="3590"/>
                  </a:lnTo>
                  <a:lnTo>
                    <a:pt x="4794" y="3430"/>
                  </a:lnTo>
                  <a:lnTo>
                    <a:pt x="5456" y="3290"/>
                  </a:lnTo>
                  <a:lnTo>
                    <a:pt x="6137" y="3189"/>
                  </a:lnTo>
                  <a:lnTo>
                    <a:pt x="6799" y="3109"/>
                  </a:lnTo>
                  <a:lnTo>
                    <a:pt x="7481" y="3029"/>
                  </a:lnTo>
                  <a:lnTo>
                    <a:pt x="8845" y="2889"/>
                  </a:lnTo>
                  <a:lnTo>
                    <a:pt x="9527" y="2828"/>
                  </a:lnTo>
                  <a:lnTo>
                    <a:pt x="10208" y="2728"/>
                  </a:lnTo>
                  <a:lnTo>
                    <a:pt x="10790" y="2648"/>
                  </a:lnTo>
                  <a:lnTo>
                    <a:pt x="11352" y="2548"/>
                  </a:lnTo>
                  <a:lnTo>
                    <a:pt x="11913" y="2407"/>
                  </a:lnTo>
                  <a:lnTo>
                    <a:pt x="12455" y="2267"/>
                  </a:lnTo>
                  <a:lnTo>
                    <a:pt x="12996" y="2106"/>
                  </a:lnTo>
                  <a:lnTo>
                    <a:pt x="13558" y="1926"/>
                  </a:lnTo>
                  <a:lnTo>
                    <a:pt x="14099" y="1745"/>
                  </a:lnTo>
                  <a:lnTo>
                    <a:pt x="14620" y="1525"/>
                  </a:lnTo>
                  <a:lnTo>
                    <a:pt x="15663" y="1084"/>
                  </a:lnTo>
                  <a:lnTo>
                    <a:pt x="16706" y="662"/>
                  </a:lnTo>
                  <a:lnTo>
                    <a:pt x="1770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34">
              <a:extLst>
                <a:ext uri="{FF2B5EF4-FFF2-40B4-BE49-F238E27FC236}">
                  <a16:creationId xmlns:a16="http://schemas.microsoft.com/office/drawing/2014/main" id="{8C4A0879-668E-F900-651F-8E2A54D407A2}"/>
                </a:ext>
              </a:extLst>
            </p:cNvPr>
            <p:cNvSpPr/>
            <p:nvPr/>
          </p:nvSpPr>
          <p:spPr>
            <a:xfrm>
              <a:off x="8626675" y="3882950"/>
              <a:ext cx="123375" cy="190050"/>
            </a:xfrm>
            <a:custGeom>
              <a:avLst/>
              <a:gdLst/>
              <a:ahLst/>
              <a:cxnLst/>
              <a:rect l="l" t="t" r="r" b="b"/>
              <a:pathLst>
                <a:path w="4935" h="7602" extrusionOk="0">
                  <a:moveTo>
                    <a:pt x="1665" y="0"/>
                  </a:moveTo>
                  <a:lnTo>
                    <a:pt x="1525" y="41"/>
                  </a:lnTo>
                  <a:lnTo>
                    <a:pt x="1384" y="81"/>
                  </a:lnTo>
                  <a:lnTo>
                    <a:pt x="1264" y="161"/>
                  </a:lnTo>
                  <a:lnTo>
                    <a:pt x="1144" y="261"/>
                  </a:lnTo>
                  <a:lnTo>
                    <a:pt x="1023" y="361"/>
                  </a:lnTo>
                  <a:lnTo>
                    <a:pt x="903" y="502"/>
                  </a:lnTo>
                  <a:lnTo>
                    <a:pt x="803" y="662"/>
                  </a:lnTo>
                  <a:lnTo>
                    <a:pt x="723" y="823"/>
                  </a:lnTo>
                  <a:lnTo>
                    <a:pt x="622" y="1023"/>
                  </a:lnTo>
                  <a:lnTo>
                    <a:pt x="482" y="1444"/>
                  </a:lnTo>
                  <a:lnTo>
                    <a:pt x="342" y="1906"/>
                  </a:lnTo>
                  <a:lnTo>
                    <a:pt x="241" y="2407"/>
                  </a:lnTo>
                  <a:lnTo>
                    <a:pt x="161" y="2928"/>
                  </a:lnTo>
                  <a:lnTo>
                    <a:pt x="101" y="3490"/>
                  </a:lnTo>
                  <a:lnTo>
                    <a:pt x="61" y="4031"/>
                  </a:lnTo>
                  <a:lnTo>
                    <a:pt x="21" y="4593"/>
                  </a:lnTo>
                  <a:lnTo>
                    <a:pt x="1" y="5636"/>
                  </a:lnTo>
                  <a:lnTo>
                    <a:pt x="1" y="6538"/>
                  </a:lnTo>
                  <a:lnTo>
                    <a:pt x="41" y="7220"/>
                  </a:lnTo>
                  <a:lnTo>
                    <a:pt x="4934" y="7601"/>
                  </a:lnTo>
                  <a:lnTo>
                    <a:pt x="4934" y="7601"/>
                  </a:lnTo>
                  <a:lnTo>
                    <a:pt x="4914" y="7080"/>
                  </a:lnTo>
                  <a:lnTo>
                    <a:pt x="4894" y="6578"/>
                  </a:lnTo>
                  <a:lnTo>
                    <a:pt x="4854" y="6097"/>
                  </a:lnTo>
                  <a:lnTo>
                    <a:pt x="4794" y="5636"/>
                  </a:lnTo>
                  <a:lnTo>
                    <a:pt x="4734" y="5175"/>
                  </a:lnTo>
                  <a:lnTo>
                    <a:pt x="4673" y="4753"/>
                  </a:lnTo>
                  <a:lnTo>
                    <a:pt x="4593" y="4332"/>
                  </a:lnTo>
                  <a:lnTo>
                    <a:pt x="4493" y="3951"/>
                  </a:lnTo>
                  <a:lnTo>
                    <a:pt x="4312" y="3209"/>
                  </a:lnTo>
                  <a:lnTo>
                    <a:pt x="4192" y="2868"/>
                  </a:lnTo>
                  <a:lnTo>
                    <a:pt x="4072" y="2547"/>
                  </a:lnTo>
                  <a:lnTo>
                    <a:pt x="3951" y="2247"/>
                  </a:lnTo>
                  <a:lnTo>
                    <a:pt x="3831" y="1966"/>
                  </a:lnTo>
                  <a:lnTo>
                    <a:pt x="3691" y="1685"/>
                  </a:lnTo>
                  <a:lnTo>
                    <a:pt x="3570" y="1444"/>
                  </a:lnTo>
                  <a:lnTo>
                    <a:pt x="3430" y="1224"/>
                  </a:lnTo>
                  <a:lnTo>
                    <a:pt x="3290" y="1003"/>
                  </a:lnTo>
                  <a:lnTo>
                    <a:pt x="3129" y="823"/>
                  </a:lnTo>
                  <a:lnTo>
                    <a:pt x="2989" y="642"/>
                  </a:lnTo>
                  <a:lnTo>
                    <a:pt x="2848" y="502"/>
                  </a:lnTo>
                  <a:lnTo>
                    <a:pt x="2688" y="361"/>
                  </a:lnTo>
                  <a:lnTo>
                    <a:pt x="2548" y="261"/>
                  </a:lnTo>
                  <a:lnTo>
                    <a:pt x="2387" y="161"/>
                  </a:lnTo>
                  <a:lnTo>
                    <a:pt x="2247" y="81"/>
                  </a:lnTo>
                  <a:lnTo>
                    <a:pt x="2086" y="41"/>
                  </a:lnTo>
                  <a:lnTo>
                    <a:pt x="194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97" name="Google Shape;7297;p34">
            <a:extLst>
              <a:ext uri="{FF2B5EF4-FFF2-40B4-BE49-F238E27FC236}">
                <a16:creationId xmlns:a16="http://schemas.microsoft.com/office/drawing/2014/main" id="{E651E336-ADC0-E237-2E1D-0F1031894F29}"/>
              </a:ext>
            </a:extLst>
          </p:cNvPr>
          <p:cNvGrpSpPr/>
          <p:nvPr/>
        </p:nvGrpSpPr>
        <p:grpSpPr>
          <a:xfrm>
            <a:off x="384700" y="2409050"/>
            <a:ext cx="908400" cy="2505550"/>
            <a:chOff x="16129525" y="2597825"/>
            <a:chExt cx="908400" cy="2505550"/>
          </a:xfrm>
        </p:grpSpPr>
        <p:sp>
          <p:nvSpPr>
            <p:cNvPr id="7298" name="Google Shape;7298;p34">
              <a:extLst>
                <a:ext uri="{FF2B5EF4-FFF2-40B4-BE49-F238E27FC236}">
                  <a16:creationId xmlns:a16="http://schemas.microsoft.com/office/drawing/2014/main" id="{736020EA-5395-33C9-4443-930B30C4D5C4}"/>
                </a:ext>
              </a:extLst>
            </p:cNvPr>
            <p:cNvSpPr/>
            <p:nvPr/>
          </p:nvSpPr>
          <p:spPr>
            <a:xfrm>
              <a:off x="16129525" y="4968075"/>
              <a:ext cx="908400" cy="1353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34">
              <a:extLst>
                <a:ext uri="{FF2B5EF4-FFF2-40B4-BE49-F238E27FC236}">
                  <a16:creationId xmlns:a16="http://schemas.microsoft.com/office/drawing/2014/main" id="{C59C509A-2186-5BC3-F99B-207B588325BA}"/>
                </a:ext>
              </a:extLst>
            </p:cNvPr>
            <p:cNvSpPr/>
            <p:nvPr/>
          </p:nvSpPr>
          <p:spPr>
            <a:xfrm>
              <a:off x="16140225" y="3564750"/>
              <a:ext cx="180425" cy="696325"/>
            </a:xfrm>
            <a:custGeom>
              <a:avLst/>
              <a:gdLst/>
              <a:ahLst/>
              <a:cxnLst/>
              <a:rect l="l" t="t" r="r" b="b"/>
              <a:pathLst>
                <a:path w="7217" h="27853" extrusionOk="0">
                  <a:moveTo>
                    <a:pt x="0" y="1"/>
                  </a:moveTo>
                  <a:lnTo>
                    <a:pt x="130" y="3112"/>
                  </a:lnTo>
                  <a:lnTo>
                    <a:pt x="216" y="6526"/>
                  </a:lnTo>
                  <a:lnTo>
                    <a:pt x="367" y="13916"/>
                  </a:lnTo>
                  <a:lnTo>
                    <a:pt x="540" y="21306"/>
                  </a:lnTo>
                  <a:lnTo>
                    <a:pt x="627" y="24741"/>
                  </a:lnTo>
                  <a:lnTo>
                    <a:pt x="756" y="27853"/>
                  </a:lnTo>
                  <a:lnTo>
                    <a:pt x="6180" y="27853"/>
                  </a:lnTo>
                  <a:lnTo>
                    <a:pt x="6309" y="24741"/>
                  </a:lnTo>
                  <a:lnTo>
                    <a:pt x="6439" y="21306"/>
                  </a:lnTo>
                  <a:lnTo>
                    <a:pt x="6698" y="13916"/>
                  </a:lnTo>
                  <a:lnTo>
                    <a:pt x="6958" y="6526"/>
                  </a:lnTo>
                  <a:lnTo>
                    <a:pt x="7087" y="3112"/>
                  </a:lnTo>
                  <a:lnTo>
                    <a:pt x="72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34">
              <a:extLst>
                <a:ext uri="{FF2B5EF4-FFF2-40B4-BE49-F238E27FC236}">
                  <a16:creationId xmlns:a16="http://schemas.microsoft.com/office/drawing/2014/main" id="{B7945797-6BEF-0F03-389E-C4D62A04A767}"/>
                </a:ext>
              </a:extLst>
            </p:cNvPr>
            <p:cNvSpPr/>
            <p:nvPr/>
          </p:nvSpPr>
          <p:spPr>
            <a:xfrm>
              <a:off x="16824625" y="3564750"/>
              <a:ext cx="180450" cy="696325"/>
            </a:xfrm>
            <a:custGeom>
              <a:avLst/>
              <a:gdLst/>
              <a:ahLst/>
              <a:cxnLst/>
              <a:rect l="l" t="t" r="r" b="b"/>
              <a:pathLst>
                <a:path w="7218" h="27853" extrusionOk="0">
                  <a:moveTo>
                    <a:pt x="1" y="1"/>
                  </a:moveTo>
                  <a:lnTo>
                    <a:pt x="130" y="3112"/>
                  </a:lnTo>
                  <a:lnTo>
                    <a:pt x="260" y="6526"/>
                  </a:lnTo>
                  <a:lnTo>
                    <a:pt x="519" y="13916"/>
                  </a:lnTo>
                  <a:lnTo>
                    <a:pt x="779" y="21306"/>
                  </a:lnTo>
                  <a:lnTo>
                    <a:pt x="908" y="24741"/>
                  </a:lnTo>
                  <a:lnTo>
                    <a:pt x="1038" y="27853"/>
                  </a:lnTo>
                  <a:lnTo>
                    <a:pt x="6483" y="27853"/>
                  </a:lnTo>
                  <a:lnTo>
                    <a:pt x="6591" y="24741"/>
                  </a:lnTo>
                  <a:lnTo>
                    <a:pt x="6699" y="21306"/>
                  </a:lnTo>
                  <a:lnTo>
                    <a:pt x="6850" y="13916"/>
                  </a:lnTo>
                  <a:lnTo>
                    <a:pt x="7002" y="6526"/>
                  </a:lnTo>
                  <a:lnTo>
                    <a:pt x="7110" y="3112"/>
                  </a:lnTo>
                  <a:lnTo>
                    <a:pt x="7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34">
              <a:extLst>
                <a:ext uri="{FF2B5EF4-FFF2-40B4-BE49-F238E27FC236}">
                  <a16:creationId xmlns:a16="http://schemas.microsoft.com/office/drawing/2014/main" id="{F9D71FB6-E67B-4668-EDE1-C87FAE61B90E}"/>
                </a:ext>
              </a:extLst>
            </p:cNvPr>
            <p:cNvSpPr/>
            <p:nvPr/>
          </p:nvSpPr>
          <p:spPr>
            <a:xfrm>
              <a:off x="16228275" y="3067250"/>
              <a:ext cx="244725" cy="485100"/>
            </a:xfrm>
            <a:custGeom>
              <a:avLst/>
              <a:gdLst/>
              <a:ahLst/>
              <a:cxnLst/>
              <a:rect l="l" t="t" r="r" b="b"/>
              <a:pathLst>
                <a:path w="9789" h="19404" extrusionOk="0">
                  <a:moveTo>
                    <a:pt x="6331" y="0"/>
                  </a:moveTo>
                  <a:lnTo>
                    <a:pt x="6201" y="22"/>
                  </a:lnTo>
                  <a:lnTo>
                    <a:pt x="6072" y="65"/>
                  </a:lnTo>
                  <a:lnTo>
                    <a:pt x="5942" y="108"/>
                  </a:lnTo>
                  <a:lnTo>
                    <a:pt x="5812" y="173"/>
                  </a:lnTo>
                  <a:lnTo>
                    <a:pt x="5683" y="259"/>
                  </a:lnTo>
                  <a:lnTo>
                    <a:pt x="5553" y="346"/>
                  </a:lnTo>
                  <a:lnTo>
                    <a:pt x="5316" y="584"/>
                  </a:lnTo>
                  <a:lnTo>
                    <a:pt x="5078" y="864"/>
                  </a:lnTo>
                  <a:lnTo>
                    <a:pt x="4840" y="1189"/>
                  </a:lnTo>
                  <a:lnTo>
                    <a:pt x="4624" y="1556"/>
                  </a:lnTo>
                  <a:lnTo>
                    <a:pt x="4430" y="1966"/>
                  </a:lnTo>
                  <a:lnTo>
                    <a:pt x="4235" y="2399"/>
                  </a:lnTo>
                  <a:lnTo>
                    <a:pt x="4062" y="2874"/>
                  </a:lnTo>
                  <a:lnTo>
                    <a:pt x="3911" y="3349"/>
                  </a:lnTo>
                  <a:lnTo>
                    <a:pt x="3760" y="3868"/>
                  </a:lnTo>
                  <a:lnTo>
                    <a:pt x="3652" y="4387"/>
                  </a:lnTo>
                  <a:lnTo>
                    <a:pt x="3544" y="4905"/>
                  </a:lnTo>
                  <a:lnTo>
                    <a:pt x="3457" y="5424"/>
                  </a:lnTo>
                  <a:lnTo>
                    <a:pt x="3392" y="5964"/>
                  </a:lnTo>
                  <a:lnTo>
                    <a:pt x="3349" y="6223"/>
                  </a:lnTo>
                  <a:lnTo>
                    <a:pt x="3284" y="6526"/>
                  </a:lnTo>
                  <a:lnTo>
                    <a:pt x="3220" y="6828"/>
                  </a:lnTo>
                  <a:lnTo>
                    <a:pt x="3112" y="7152"/>
                  </a:lnTo>
                  <a:lnTo>
                    <a:pt x="2874" y="7822"/>
                  </a:lnTo>
                  <a:lnTo>
                    <a:pt x="2571" y="8535"/>
                  </a:lnTo>
                  <a:lnTo>
                    <a:pt x="1902" y="10091"/>
                  </a:lnTo>
                  <a:lnTo>
                    <a:pt x="1188" y="11711"/>
                  </a:lnTo>
                  <a:lnTo>
                    <a:pt x="864" y="12533"/>
                  </a:lnTo>
                  <a:lnTo>
                    <a:pt x="562" y="13354"/>
                  </a:lnTo>
                  <a:lnTo>
                    <a:pt x="324" y="14153"/>
                  </a:lnTo>
                  <a:lnTo>
                    <a:pt x="216" y="14542"/>
                  </a:lnTo>
                  <a:lnTo>
                    <a:pt x="130" y="14909"/>
                  </a:lnTo>
                  <a:lnTo>
                    <a:pt x="65" y="15298"/>
                  </a:lnTo>
                  <a:lnTo>
                    <a:pt x="22" y="15644"/>
                  </a:lnTo>
                  <a:lnTo>
                    <a:pt x="0" y="16011"/>
                  </a:lnTo>
                  <a:lnTo>
                    <a:pt x="0" y="16357"/>
                  </a:lnTo>
                  <a:lnTo>
                    <a:pt x="43" y="16681"/>
                  </a:lnTo>
                  <a:lnTo>
                    <a:pt x="87" y="17005"/>
                  </a:lnTo>
                  <a:lnTo>
                    <a:pt x="173" y="17286"/>
                  </a:lnTo>
                  <a:lnTo>
                    <a:pt x="303" y="17589"/>
                  </a:lnTo>
                  <a:lnTo>
                    <a:pt x="454" y="17848"/>
                  </a:lnTo>
                  <a:lnTo>
                    <a:pt x="627" y="18086"/>
                  </a:lnTo>
                  <a:lnTo>
                    <a:pt x="821" y="18302"/>
                  </a:lnTo>
                  <a:lnTo>
                    <a:pt x="1059" y="18496"/>
                  </a:lnTo>
                  <a:lnTo>
                    <a:pt x="1297" y="18669"/>
                  </a:lnTo>
                  <a:lnTo>
                    <a:pt x="1577" y="18820"/>
                  </a:lnTo>
                  <a:lnTo>
                    <a:pt x="1858" y="18950"/>
                  </a:lnTo>
                  <a:lnTo>
                    <a:pt x="2161" y="19058"/>
                  </a:lnTo>
                  <a:lnTo>
                    <a:pt x="2485" y="19166"/>
                  </a:lnTo>
                  <a:lnTo>
                    <a:pt x="2809" y="19231"/>
                  </a:lnTo>
                  <a:lnTo>
                    <a:pt x="3155" y="19296"/>
                  </a:lnTo>
                  <a:lnTo>
                    <a:pt x="3500" y="19339"/>
                  </a:lnTo>
                  <a:lnTo>
                    <a:pt x="3868" y="19382"/>
                  </a:lnTo>
                  <a:lnTo>
                    <a:pt x="4214" y="19404"/>
                  </a:lnTo>
                  <a:lnTo>
                    <a:pt x="4948" y="19404"/>
                  </a:lnTo>
                  <a:lnTo>
                    <a:pt x="5683" y="19339"/>
                  </a:lnTo>
                  <a:lnTo>
                    <a:pt x="6396" y="19253"/>
                  </a:lnTo>
                  <a:lnTo>
                    <a:pt x="7066" y="19144"/>
                  </a:lnTo>
                  <a:lnTo>
                    <a:pt x="7692" y="18993"/>
                  </a:lnTo>
                  <a:lnTo>
                    <a:pt x="8254" y="18842"/>
                  </a:lnTo>
                  <a:lnTo>
                    <a:pt x="8751" y="18669"/>
                  </a:lnTo>
                  <a:lnTo>
                    <a:pt x="9140" y="18475"/>
                  </a:lnTo>
                  <a:lnTo>
                    <a:pt x="9291" y="18388"/>
                  </a:lnTo>
                  <a:lnTo>
                    <a:pt x="9399" y="18302"/>
                  </a:lnTo>
                  <a:lnTo>
                    <a:pt x="9464" y="18237"/>
                  </a:lnTo>
                  <a:lnTo>
                    <a:pt x="9507" y="18172"/>
                  </a:lnTo>
                  <a:lnTo>
                    <a:pt x="9594" y="17934"/>
                  </a:lnTo>
                  <a:lnTo>
                    <a:pt x="9659" y="17632"/>
                  </a:lnTo>
                  <a:lnTo>
                    <a:pt x="9702" y="17243"/>
                  </a:lnTo>
                  <a:lnTo>
                    <a:pt x="9745" y="16789"/>
                  </a:lnTo>
                  <a:lnTo>
                    <a:pt x="9767" y="16249"/>
                  </a:lnTo>
                  <a:lnTo>
                    <a:pt x="9788" y="15666"/>
                  </a:lnTo>
                  <a:lnTo>
                    <a:pt x="9767" y="15039"/>
                  </a:lnTo>
                  <a:lnTo>
                    <a:pt x="9723" y="13613"/>
                  </a:lnTo>
                  <a:lnTo>
                    <a:pt x="9615" y="12057"/>
                  </a:lnTo>
                  <a:lnTo>
                    <a:pt x="9464" y="10437"/>
                  </a:lnTo>
                  <a:lnTo>
                    <a:pt x="9270" y="8751"/>
                  </a:lnTo>
                  <a:lnTo>
                    <a:pt x="9032" y="7087"/>
                  </a:lnTo>
                  <a:lnTo>
                    <a:pt x="8881" y="6288"/>
                  </a:lnTo>
                  <a:lnTo>
                    <a:pt x="8751" y="5489"/>
                  </a:lnTo>
                  <a:lnTo>
                    <a:pt x="8578" y="4732"/>
                  </a:lnTo>
                  <a:lnTo>
                    <a:pt x="8427" y="3998"/>
                  </a:lnTo>
                  <a:lnTo>
                    <a:pt x="8254" y="3306"/>
                  </a:lnTo>
                  <a:lnTo>
                    <a:pt x="8060" y="2680"/>
                  </a:lnTo>
                  <a:lnTo>
                    <a:pt x="7865" y="2096"/>
                  </a:lnTo>
                  <a:lnTo>
                    <a:pt x="7671" y="1556"/>
                  </a:lnTo>
                  <a:lnTo>
                    <a:pt x="7476" y="1102"/>
                  </a:lnTo>
                  <a:lnTo>
                    <a:pt x="7260" y="713"/>
                  </a:lnTo>
                  <a:lnTo>
                    <a:pt x="7152" y="540"/>
                  </a:lnTo>
                  <a:lnTo>
                    <a:pt x="7023" y="411"/>
                  </a:lnTo>
                  <a:lnTo>
                    <a:pt x="6914" y="281"/>
                  </a:lnTo>
                  <a:lnTo>
                    <a:pt x="6806" y="173"/>
                  </a:lnTo>
                  <a:lnTo>
                    <a:pt x="6698" y="108"/>
                  </a:lnTo>
                  <a:lnTo>
                    <a:pt x="6569" y="43"/>
                  </a:lnTo>
                  <a:lnTo>
                    <a:pt x="6461" y="22"/>
                  </a:lnTo>
                  <a:lnTo>
                    <a:pt x="633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34">
              <a:extLst>
                <a:ext uri="{FF2B5EF4-FFF2-40B4-BE49-F238E27FC236}">
                  <a16:creationId xmlns:a16="http://schemas.microsoft.com/office/drawing/2014/main" id="{FA8EECD8-48EC-E133-7D4C-1A8C2EEE1AB1}"/>
                </a:ext>
              </a:extLst>
            </p:cNvPr>
            <p:cNvSpPr/>
            <p:nvPr/>
          </p:nvSpPr>
          <p:spPr>
            <a:xfrm>
              <a:off x="16228275" y="3067250"/>
              <a:ext cx="244725" cy="485100"/>
            </a:xfrm>
            <a:custGeom>
              <a:avLst/>
              <a:gdLst/>
              <a:ahLst/>
              <a:cxnLst/>
              <a:rect l="l" t="t" r="r" b="b"/>
              <a:pathLst>
                <a:path w="9789" h="19404" fill="none" extrusionOk="0">
                  <a:moveTo>
                    <a:pt x="6331" y="0"/>
                  </a:moveTo>
                  <a:lnTo>
                    <a:pt x="6331" y="0"/>
                  </a:lnTo>
                  <a:lnTo>
                    <a:pt x="6201" y="22"/>
                  </a:lnTo>
                  <a:lnTo>
                    <a:pt x="6072" y="65"/>
                  </a:lnTo>
                  <a:lnTo>
                    <a:pt x="5942" y="108"/>
                  </a:lnTo>
                  <a:lnTo>
                    <a:pt x="5812" y="173"/>
                  </a:lnTo>
                  <a:lnTo>
                    <a:pt x="5683" y="259"/>
                  </a:lnTo>
                  <a:lnTo>
                    <a:pt x="5553" y="346"/>
                  </a:lnTo>
                  <a:lnTo>
                    <a:pt x="5316" y="584"/>
                  </a:lnTo>
                  <a:lnTo>
                    <a:pt x="5078" y="864"/>
                  </a:lnTo>
                  <a:lnTo>
                    <a:pt x="4840" y="1189"/>
                  </a:lnTo>
                  <a:lnTo>
                    <a:pt x="4624" y="1556"/>
                  </a:lnTo>
                  <a:lnTo>
                    <a:pt x="4430" y="1966"/>
                  </a:lnTo>
                  <a:lnTo>
                    <a:pt x="4235" y="2399"/>
                  </a:lnTo>
                  <a:lnTo>
                    <a:pt x="4062" y="2874"/>
                  </a:lnTo>
                  <a:lnTo>
                    <a:pt x="3911" y="3349"/>
                  </a:lnTo>
                  <a:lnTo>
                    <a:pt x="3760" y="3868"/>
                  </a:lnTo>
                  <a:lnTo>
                    <a:pt x="3652" y="4387"/>
                  </a:lnTo>
                  <a:lnTo>
                    <a:pt x="3544" y="4905"/>
                  </a:lnTo>
                  <a:lnTo>
                    <a:pt x="3457" y="5424"/>
                  </a:lnTo>
                  <a:lnTo>
                    <a:pt x="3392" y="5964"/>
                  </a:lnTo>
                  <a:lnTo>
                    <a:pt x="3392" y="5964"/>
                  </a:lnTo>
                  <a:lnTo>
                    <a:pt x="3349" y="6223"/>
                  </a:lnTo>
                  <a:lnTo>
                    <a:pt x="3284" y="6526"/>
                  </a:lnTo>
                  <a:lnTo>
                    <a:pt x="3220" y="6828"/>
                  </a:lnTo>
                  <a:lnTo>
                    <a:pt x="3112" y="7152"/>
                  </a:lnTo>
                  <a:lnTo>
                    <a:pt x="2874" y="7822"/>
                  </a:lnTo>
                  <a:lnTo>
                    <a:pt x="2571" y="8535"/>
                  </a:lnTo>
                  <a:lnTo>
                    <a:pt x="1902" y="10091"/>
                  </a:lnTo>
                  <a:lnTo>
                    <a:pt x="1188" y="11711"/>
                  </a:lnTo>
                  <a:lnTo>
                    <a:pt x="864" y="12533"/>
                  </a:lnTo>
                  <a:lnTo>
                    <a:pt x="562" y="13354"/>
                  </a:lnTo>
                  <a:lnTo>
                    <a:pt x="324" y="14153"/>
                  </a:lnTo>
                  <a:lnTo>
                    <a:pt x="216" y="14542"/>
                  </a:lnTo>
                  <a:lnTo>
                    <a:pt x="130" y="14909"/>
                  </a:lnTo>
                  <a:lnTo>
                    <a:pt x="65" y="15298"/>
                  </a:lnTo>
                  <a:lnTo>
                    <a:pt x="22" y="15644"/>
                  </a:lnTo>
                  <a:lnTo>
                    <a:pt x="0" y="16011"/>
                  </a:lnTo>
                  <a:lnTo>
                    <a:pt x="0" y="16357"/>
                  </a:lnTo>
                  <a:lnTo>
                    <a:pt x="43" y="16681"/>
                  </a:lnTo>
                  <a:lnTo>
                    <a:pt x="87" y="17005"/>
                  </a:lnTo>
                  <a:lnTo>
                    <a:pt x="173" y="17286"/>
                  </a:lnTo>
                  <a:lnTo>
                    <a:pt x="303" y="17589"/>
                  </a:lnTo>
                  <a:lnTo>
                    <a:pt x="303" y="17589"/>
                  </a:lnTo>
                  <a:lnTo>
                    <a:pt x="454" y="17848"/>
                  </a:lnTo>
                  <a:lnTo>
                    <a:pt x="627" y="18086"/>
                  </a:lnTo>
                  <a:lnTo>
                    <a:pt x="821" y="18302"/>
                  </a:lnTo>
                  <a:lnTo>
                    <a:pt x="1059" y="18496"/>
                  </a:lnTo>
                  <a:lnTo>
                    <a:pt x="1297" y="18669"/>
                  </a:lnTo>
                  <a:lnTo>
                    <a:pt x="1577" y="18820"/>
                  </a:lnTo>
                  <a:lnTo>
                    <a:pt x="1858" y="18950"/>
                  </a:lnTo>
                  <a:lnTo>
                    <a:pt x="2161" y="19058"/>
                  </a:lnTo>
                  <a:lnTo>
                    <a:pt x="2485" y="19166"/>
                  </a:lnTo>
                  <a:lnTo>
                    <a:pt x="2809" y="19231"/>
                  </a:lnTo>
                  <a:lnTo>
                    <a:pt x="3155" y="19296"/>
                  </a:lnTo>
                  <a:lnTo>
                    <a:pt x="3500" y="19339"/>
                  </a:lnTo>
                  <a:lnTo>
                    <a:pt x="3868" y="19382"/>
                  </a:lnTo>
                  <a:lnTo>
                    <a:pt x="4214" y="19404"/>
                  </a:lnTo>
                  <a:lnTo>
                    <a:pt x="4948" y="19404"/>
                  </a:lnTo>
                  <a:lnTo>
                    <a:pt x="5683" y="19339"/>
                  </a:lnTo>
                  <a:lnTo>
                    <a:pt x="6396" y="19253"/>
                  </a:lnTo>
                  <a:lnTo>
                    <a:pt x="7066" y="19144"/>
                  </a:lnTo>
                  <a:lnTo>
                    <a:pt x="7692" y="18993"/>
                  </a:lnTo>
                  <a:lnTo>
                    <a:pt x="8254" y="18842"/>
                  </a:lnTo>
                  <a:lnTo>
                    <a:pt x="8751" y="18669"/>
                  </a:lnTo>
                  <a:lnTo>
                    <a:pt x="9140" y="18475"/>
                  </a:lnTo>
                  <a:lnTo>
                    <a:pt x="9291" y="18388"/>
                  </a:lnTo>
                  <a:lnTo>
                    <a:pt x="9399" y="18302"/>
                  </a:lnTo>
                  <a:lnTo>
                    <a:pt x="9399" y="18302"/>
                  </a:lnTo>
                  <a:lnTo>
                    <a:pt x="9464" y="18237"/>
                  </a:lnTo>
                  <a:lnTo>
                    <a:pt x="9507" y="18172"/>
                  </a:lnTo>
                  <a:lnTo>
                    <a:pt x="9594" y="17934"/>
                  </a:lnTo>
                  <a:lnTo>
                    <a:pt x="9659" y="17632"/>
                  </a:lnTo>
                  <a:lnTo>
                    <a:pt x="9702" y="17243"/>
                  </a:lnTo>
                  <a:lnTo>
                    <a:pt x="9745" y="16789"/>
                  </a:lnTo>
                  <a:lnTo>
                    <a:pt x="9767" y="16249"/>
                  </a:lnTo>
                  <a:lnTo>
                    <a:pt x="9788" y="15666"/>
                  </a:lnTo>
                  <a:lnTo>
                    <a:pt x="9767" y="15039"/>
                  </a:lnTo>
                  <a:lnTo>
                    <a:pt x="9723" y="13613"/>
                  </a:lnTo>
                  <a:lnTo>
                    <a:pt x="9615" y="12057"/>
                  </a:lnTo>
                  <a:lnTo>
                    <a:pt x="9464" y="10437"/>
                  </a:lnTo>
                  <a:lnTo>
                    <a:pt x="9270" y="8751"/>
                  </a:lnTo>
                  <a:lnTo>
                    <a:pt x="9032" y="7087"/>
                  </a:lnTo>
                  <a:lnTo>
                    <a:pt x="8881" y="6288"/>
                  </a:lnTo>
                  <a:lnTo>
                    <a:pt x="8751" y="5489"/>
                  </a:lnTo>
                  <a:lnTo>
                    <a:pt x="8578" y="4732"/>
                  </a:lnTo>
                  <a:lnTo>
                    <a:pt x="8427" y="3998"/>
                  </a:lnTo>
                  <a:lnTo>
                    <a:pt x="8254" y="3306"/>
                  </a:lnTo>
                  <a:lnTo>
                    <a:pt x="8060" y="2680"/>
                  </a:lnTo>
                  <a:lnTo>
                    <a:pt x="7865" y="2096"/>
                  </a:lnTo>
                  <a:lnTo>
                    <a:pt x="7671" y="1556"/>
                  </a:lnTo>
                  <a:lnTo>
                    <a:pt x="7476" y="1102"/>
                  </a:lnTo>
                  <a:lnTo>
                    <a:pt x="7260" y="713"/>
                  </a:lnTo>
                  <a:lnTo>
                    <a:pt x="7152" y="540"/>
                  </a:lnTo>
                  <a:lnTo>
                    <a:pt x="7023" y="411"/>
                  </a:lnTo>
                  <a:lnTo>
                    <a:pt x="6914" y="281"/>
                  </a:lnTo>
                  <a:lnTo>
                    <a:pt x="6806" y="173"/>
                  </a:lnTo>
                  <a:lnTo>
                    <a:pt x="6698" y="108"/>
                  </a:lnTo>
                  <a:lnTo>
                    <a:pt x="6569" y="43"/>
                  </a:lnTo>
                  <a:lnTo>
                    <a:pt x="6461" y="22"/>
                  </a:lnTo>
                  <a:lnTo>
                    <a:pt x="63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34">
              <a:extLst>
                <a:ext uri="{FF2B5EF4-FFF2-40B4-BE49-F238E27FC236}">
                  <a16:creationId xmlns:a16="http://schemas.microsoft.com/office/drawing/2014/main" id="{2537ABAB-56D4-7DBE-81F5-FBD610A1217E}"/>
                </a:ext>
              </a:extLst>
            </p:cNvPr>
            <p:cNvSpPr/>
            <p:nvPr/>
          </p:nvSpPr>
          <p:spPr>
            <a:xfrm>
              <a:off x="16682025" y="3067775"/>
              <a:ext cx="244175" cy="484575"/>
            </a:xfrm>
            <a:custGeom>
              <a:avLst/>
              <a:gdLst/>
              <a:ahLst/>
              <a:cxnLst/>
              <a:rect l="l" t="t" r="r" b="b"/>
              <a:pathLst>
                <a:path w="9767" h="19383" extrusionOk="0">
                  <a:moveTo>
                    <a:pt x="3350" y="1"/>
                  </a:moveTo>
                  <a:lnTo>
                    <a:pt x="3220" y="44"/>
                  </a:lnTo>
                  <a:lnTo>
                    <a:pt x="3112" y="87"/>
                  </a:lnTo>
                  <a:lnTo>
                    <a:pt x="2982" y="174"/>
                  </a:lnTo>
                  <a:lnTo>
                    <a:pt x="2874" y="260"/>
                  </a:lnTo>
                  <a:lnTo>
                    <a:pt x="2766" y="390"/>
                  </a:lnTo>
                  <a:lnTo>
                    <a:pt x="2658" y="541"/>
                  </a:lnTo>
                  <a:lnTo>
                    <a:pt x="2528" y="692"/>
                  </a:lnTo>
                  <a:lnTo>
                    <a:pt x="2334" y="1081"/>
                  </a:lnTo>
                  <a:lnTo>
                    <a:pt x="2118" y="1557"/>
                  </a:lnTo>
                  <a:lnTo>
                    <a:pt x="1923" y="2075"/>
                  </a:lnTo>
                  <a:lnTo>
                    <a:pt x="1729" y="2659"/>
                  </a:lnTo>
                  <a:lnTo>
                    <a:pt x="1534" y="3307"/>
                  </a:lnTo>
                  <a:lnTo>
                    <a:pt x="1362" y="3977"/>
                  </a:lnTo>
                  <a:lnTo>
                    <a:pt x="1210" y="4711"/>
                  </a:lnTo>
                  <a:lnTo>
                    <a:pt x="1038" y="5468"/>
                  </a:lnTo>
                  <a:lnTo>
                    <a:pt x="886" y="6267"/>
                  </a:lnTo>
                  <a:lnTo>
                    <a:pt x="757" y="7066"/>
                  </a:lnTo>
                  <a:lnTo>
                    <a:pt x="519" y="8730"/>
                  </a:lnTo>
                  <a:lnTo>
                    <a:pt x="303" y="10416"/>
                  </a:lnTo>
                  <a:lnTo>
                    <a:pt x="152" y="12058"/>
                  </a:lnTo>
                  <a:lnTo>
                    <a:pt x="44" y="13614"/>
                  </a:lnTo>
                  <a:lnTo>
                    <a:pt x="0" y="15018"/>
                  </a:lnTo>
                  <a:lnTo>
                    <a:pt x="0" y="15666"/>
                  </a:lnTo>
                  <a:lnTo>
                    <a:pt x="0" y="16250"/>
                  </a:lnTo>
                  <a:lnTo>
                    <a:pt x="22" y="16768"/>
                  </a:lnTo>
                  <a:lnTo>
                    <a:pt x="65" y="17222"/>
                  </a:lnTo>
                  <a:lnTo>
                    <a:pt x="108" y="17611"/>
                  </a:lnTo>
                  <a:lnTo>
                    <a:pt x="173" y="17935"/>
                  </a:lnTo>
                  <a:lnTo>
                    <a:pt x="260" y="18151"/>
                  </a:lnTo>
                  <a:lnTo>
                    <a:pt x="303" y="18238"/>
                  </a:lnTo>
                  <a:lnTo>
                    <a:pt x="368" y="18281"/>
                  </a:lnTo>
                  <a:lnTo>
                    <a:pt x="476" y="18367"/>
                  </a:lnTo>
                  <a:lnTo>
                    <a:pt x="649" y="18475"/>
                  </a:lnTo>
                  <a:lnTo>
                    <a:pt x="1016" y="18648"/>
                  </a:lnTo>
                  <a:lnTo>
                    <a:pt x="1513" y="18821"/>
                  </a:lnTo>
                  <a:lnTo>
                    <a:pt x="2075" y="18994"/>
                  </a:lnTo>
                  <a:lnTo>
                    <a:pt x="2701" y="19123"/>
                  </a:lnTo>
                  <a:lnTo>
                    <a:pt x="3371" y="19253"/>
                  </a:lnTo>
                  <a:lnTo>
                    <a:pt x="4084" y="19340"/>
                  </a:lnTo>
                  <a:lnTo>
                    <a:pt x="4819" y="19383"/>
                  </a:lnTo>
                  <a:lnTo>
                    <a:pt x="5532" y="19383"/>
                  </a:lnTo>
                  <a:lnTo>
                    <a:pt x="5899" y="19361"/>
                  </a:lnTo>
                  <a:lnTo>
                    <a:pt x="6267" y="19340"/>
                  </a:lnTo>
                  <a:lnTo>
                    <a:pt x="6612" y="19296"/>
                  </a:lnTo>
                  <a:lnTo>
                    <a:pt x="6958" y="19232"/>
                  </a:lnTo>
                  <a:lnTo>
                    <a:pt x="7282" y="19145"/>
                  </a:lnTo>
                  <a:lnTo>
                    <a:pt x="7606" y="19059"/>
                  </a:lnTo>
                  <a:lnTo>
                    <a:pt x="7909" y="18951"/>
                  </a:lnTo>
                  <a:lnTo>
                    <a:pt x="8190" y="18821"/>
                  </a:lnTo>
                  <a:lnTo>
                    <a:pt x="8471" y="18670"/>
                  </a:lnTo>
                  <a:lnTo>
                    <a:pt x="8708" y="18497"/>
                  </a:lnTo>
                  <a:lnTo>
                    <a:pt x="8946" y="18302"/>
                  </a:lnTo>
                  <a:lnTo>
                    <a:pt x="9140" y="18086"/>
                  </a:lnTo>
                  <a:lnTo>
                    <a:pt x="9335" y="17849"/>
                  </a:lnTo>
                  <a:lnTo>
                    <a:pt x="9464" y="17568"/>
                  </a:lnTo>
                  <a:lnTo>
                    <a:pt x="9594" y="17287"/>
                  </a:lnTo>
                  <a:lnTo>
                    <a:pt x="9681" y="16984"/>
                  </a:lnTo>
                  <a:lnTo>
                    <a:pt x="9745" y="16682"/>
                  </a:lnTo>
                  <a:lnTo>
                    <a:pt x="9767" y="16358"/>
                  </a:lnTo>
                  <a:lnTo>
                    <a:pt x="9767" y="16012"/>
                  </a:lnTo>
                  <a:lnTo>
                    <a:pt x="9745" y="15645"/>
                  </a:lnTo>
                  <a:lnTo>
                    <a:pt x="9702" y="15277"/>
                  </a:lnTo>
                  <a:lnTo>
                    <a:pt x="9637" y="14910"/>
                  </a:lnTo>
                  <a:lnTo>
                    <a:pt x="9551" y="14521"/>
                  </a:lnTo>
                  <a:lnTo>
                    <a:pt x="9464" y="14132"/>
                  </a:lnTo>
                  <a:lnTo>
                    <a:pt x="9205" y="13354"/>
                  </a:lnTo>
                  <a:lnTo>
                    <a:pt x="8903" y="12533"/>
                  </a:lnTo>
                  <a:lnTo>
                    <a:pt x="8579" y="11712"/>
                  </a:lnTo>
                  <a:lnTo>
                    <a:pt x="7865" y="10092"/>
                  </a:lnTo>
                  <a:lnTo>
                    <a:pt x="7196" y="8536"/>
                  </a:lnTo>
                  <a:lnTo>
                    <a:pt x="6915" y="7823"/>
                  </a:lnTo>
                  <a:lnTo>
                    <a:pt x="6677" y="7131"/>
                  </a:lnTo>
                  <a:lnTo>
                    <a:pt x="6569" y="6807"/>
                  </a:lnTo>
                  <a:lnTo>
                    <a:pt x="6504" y="6505"/>
                  </a:lnTo>
                  <a:lnTo>
                    <a:pt x="6439" y="6224"/>
                  </a:lnTo>
                  <a:lnTo>
                    <a:pt x="6396" y="5943"/>
                  </a:lnTo>
                  <a:lnTo>
                    <a:pt x="6331" y="5424"/>
                  </a:lnTo>
                  <a:lnTo>
                    <a:pt x="6245" y="4906"/>
                  </a:lnTo>
                  <a:lnTo>
                    <a:pt x="6137" y="4366"/>
                  </a:lnTo>
                  <a:lnTo>
                    <a:pt x="6029" y="3847"/>
                  </a:lnTo>
                  <a:lnTo>
                    <a:pt x="5878" y="3350"/>
                  </a:lnTo>
                  <a:lnTo>
                    <a:pt x="5726" y="2853"/>
                  </a:lnTo>
                  <a:lnTo>
                    <a:pt x="5553" y="2399"/>
                  </a:lnTo>
                  <a:lnTo>
                    <a:pt x="5359" y="1945"/>
                  </a:lnTo>
                  <a:lnTo>
                    <a:pt x="5165" y="1557"/>
                  </a:lnTo>
                  <a:lnTo>
                    <a:pt x="4948" y="1189"/>
                  </a:lnTo>
                  <a:lnTo>
                    <a:pt x="4711" y="843"/>
                  </a:lnTo>
                  <a:lnTo>
                    <a:pt x="4473" y="563"/>
                  </a:lnTo>
                  <a:lnTo>
                    <a:pt x="4235" y="347"/>
                  </a:lnTo>
                  <a:lnTo>
                    <a:pt x="4106" y="238"/>
                  </a:lnTo>
                  <a:lnTo>
                    <a:pt x="3976" y="152"/>
                  </a:lnTo>
                  <a:lnTo>
                    <a:pt x="3846" y="87"/>
                  </a:lnTo>
                  <a:lnTo>
                    <a:pt x="3717" y="44"/>
                  </a:lnTo>
                  <a:lnTo>
                    <a:pt x="3587" y="22"/>
                  </a:lnTo>
                  <a:lnTo>
                    <a:pt x="345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34">
              <a:extLst>
                <a:ext uri="{FF2B5EF4-FFF2-40B4-BE49-F238E27FC236}">
                  <a16:creationId xmlns:a16="http://schemas.microsoft.com/office/drawing/2014/main" id="{EFE28B7F-5731-C97B-43CA-5DDD9DAF5D17}"/>
                </a:ext>
              </a:extLst>
            </p:cNvPr>
            <p:cNvSpPr/>
            <p:nvPr/>
          </p:nvSpPr>
          <p:spPr>
            <a:xfrm>
              <a:off x="16682025" y="3067775"/>
              <a:ext cx="244175" cy="484575"/>
            </a:xfrm>
            <a:custGeom>
              <a:avLst/>
              <a:gdLst/>
              <a:ahLst/>
              <a:cxnLst/>
              <a:rect l="l" t="t" r="r" b="b"/>
              <a:pathLst>
                <a:path w="9767" h="19383" fill="none" extrusionOk="0">
                  <a:moveTo>
                    <a:pt x="3458" y="1"/>
                  </a:moveTo>
                  <a:lnTo>
                    <a:pt x="3458" y="1"/>
                  </a:lnTo>
                  <a:lnTo>
                    <a:pt x="3587" y="22"/>
                  </a:lnTo>
                  <a:lnTo>
                    <a:pt x="3717" y="44"/>
                  </a:lnTo>
                  <a:lnTo>
                    <a:pt x="3846" y="87"/>
                  </a:lnTo>
                  <a:lnTo>
                    <a:pt x="3976" y="152"/>
                  </a:lnTo>
                  <a:lnTo>
                    <a:pt x="4106" y="238"/>
                  </a:lnTo>
                  <a:lnTo>
                    <a:pt x="4235" y="347"/>
                  </a:lnTo>
                  <a:lnTo>
                    <a:pt x="4473" y="563"/>
                  </a:lnTo>
                  <a:lnTo>
                    <a:pt x="4711" y="843"/>
                  </a:lnTo>
                  <a:lnTo>
                    <a:pt x="4948" y="1189"/>
                  </a:lnTo>
                  <a:lnTo>
                    <a:pt x="5165" y="1557"/>
                  </a:lnTo>
                  <a:lnTo>
                    <a:pt x="5359" y="1945"/>
                  </a:lnTo>
                  <a:lnTo>
                    <a:pt x="5553" y="2399"/>
                  </a:lnTo>
                  <a:lnTo>
                    <a:pt x="5726" y="2853"/>
                  </a:lnTo>
                  <a:lnTo>
                    <a:pt x="5878" y="3350"/>
                  </a:lnTo>
                  <a:lnTo>
                    <a:pt x="6029" y="3847"/>
                  </a:lnTo>
                  <a:lnTo>
                    <a:pt x="6137" y="4366"/>
                  </a:lnTo>
                  <a:lnTo>
                    <a:pt x="6245" y="4906"/>
                  </a:lnTo>
                  <a:lnTo>
                    <a:pt x="6331" y="5424"/>
                  </a:lnTo>
                  <a:lnTo>
                    <a:pt x="6396" y="5943"/>
                  </a:lnTo>
                  <a:lnTo>
                    <a:pt x="6396" y="5943"/>
                  </a:lnTo>
                  <a:lnTo>
                    <a:pt x="6439" y="6224"/>
                  </a:lnTo>
                  <a:lnTo>
                    <a:pt x="6504" y="6505"/>
                  </a:lnTo>
                  <a:lnTo>
                    <a:pt x="6569" y="6807"/>
                  </a:lnTo>
                  <a:lnTo>
                    <a:pt x="6677" y="7131"/>
                  </a:lnTo>
                  <a:lnTo>
                    <a:pt x="6915" y="7823"/>
                  </a:lnTo>
                  <a:lnTo>
                    <a:pt x="7196" y="8536"/>
                  </a:lnTo>
                  <a:lnTo>
                    <a:pt x="7865" y="10092"/>
                  </a:lnTo>
                  <a:lnTo>
                    <a:pt x="8579" y="11712"/>
                  </a:lnTo>
                  <a:lnTo>
                    <a:pt x="8903" y="12533"/>
                  </a:lnTo>
                  <a:lnTo>
                    <a:pt x="9205" y="13354"/>
                  </a:lnTo>
                  <a:lnTo>
                    <a:pt x="9464" y="14132"/>
                  </a:lnTo>
                  <a:lnTo>
                    <a:pt x="9551" y="14521"/>
                  </a:lnTo>
                  <a:lnTo>
                    <a:pt x="9637" y="14910"/>
                  </a:lnTo>
                  <a:lnTo>
                    <a:pt x="9702" y="15277"/>
                  </a:lnTo>
                  <a:lnTo>
                    <a:pt x="9745" y="15645"/>
                  </a:lnTo>
                  <a:lnTo>
                    <a:pt x="9767" y="16012"/>
                  </a:lnTo>
                  <a:lnTo>
                    <a:pt x="9767" y="16358"/>
                  </a:lnTo>
                  <a:lnTo>
                    <a:pt x="9745" y="16682"/>
                  </a:lnTo>
                  <a:lnTo>
                    <a:pt x="9681" y="16984"/>
                  </a:lnTo>
                  <a:lnTo>
                    <a:pt x="9594" y="17287"/>
                  </a:lnTo>
                  <a:lnTo>
                    <a:pt x="9464" y="17568"/>
                  </a:lnTo>
                  <a:lnTo>
                    <a:pt x="9464" y="17568"/>
                  </a:lnTo>
                  <a:lnTo>
                    <a:pt x="9335" y="17849"/>
                  </a:lnTo>
                  <a:lnTo>
                    <a:pt x="9140" y="18086"/>
                  </a:lnTo>
                  <a:lnTo>
                    <a:pt x="8946" y="18302"/>
                  </a:lnTo>
                  <a:lnTo>
                    <a:pt x="8708" y="18497"/>
                  </a:lnTo>
                  <a:lnTo>
                    <a:pt x="8471" y="18670"/>
                  </a:lnTo>
                  <a:lnTo>
                    <a:pt x="8190" y="18821"/>
                  </a:lnTo>
                  <a:lnTo>
                    <a:pt x="7909" y="18951"/>
                  </a:lnTo>
                  <a:lnTo>
                    <a:pt x="7606" y="19059"/>
                  </a:lnTo>
                  <a:lnTo>
                    <a:pt x="7282" y="19145"/>
                  </a:lnTo>
                  <a:lnTo>
                    <a:pt x="6958" y="19232"/>
                  </a:lnTo>
                  <a:lnTo>
                    <a:pt x="6612" y="19296"/>
                  </a:lnTo>
                  <a:lnTo>
                    <a:pt x="6267" y="19340"/>
                  </a:lnTo>
                  <a:lnTo>
                    <a:pt x="5899" y="19361"/>
                  </a:lnTo>
                  <a:lnTo>
                    <a:pt x="5532" y="19383"/>
                  </a:lnTo>
                  <a:lnTo>
                    <a:pt x="4819" y="19383"/>
                  </a:lnTo>
                  <a:lnTo>
                    <a:pt x="4084" y="19340"/>
                  </a:lnTo>
                  <a:lnTo>
                    <a:pt x="3371" y="19253"/>
                  </a:lnTo>
                  <a:lnTo>
                    <a:pt x="2701" y="19123"/>
                  </a:lnTo>
                  <a:lnTo>
                    <a:pt x="2075" y="18994"/>
                  </a:lnTo>
                  <a:lnTo>
                    <a:pt x="1513" y="18821"/>
                  </a:lnTo>
                  <a:lnTo>
                    <a:pt x="1016" y="18648"/>
                  </a:lnTo>
                  <a:lnTo>
                    <a:pt x="649" y="18475"/>
                  </a:lnTo>
                  <a:lnTo>
                    <a:pt x="476" y="18367"/>
                  </a:lnTo>
                  <a:lnTo>
                    <a:pt x="368" y="18281"/>
                  </a:lnTo>
                  <a:lnTo>
                    <a:pt x="368" y="18281"/>
                  </a:lnTo>
                  <a:lnTo>
                    <a:pt x="303" y="18238"/>
                  </a:lnTo>
                  <a:lnTo>
                    <a:pt x="260" y="18151"/>
                  </a:lnTo>
                  <a:lnTo>
                    <a:pt x="173" y="17935"/>
                  </a:lnTo>
                  <a:lnTo>
                    <a:pt x="108" y="17611"/>
                  </a:lnTo>
                  <a:lnTo>
                    <a:pt x="65" y="17222"/>
                  </a:lnTo>
                  <a:lnTo>
                    <a:pt x="22" y="16768"/>
                  </a:lnTo>
                  <a:lnTo>
                    <a:pt x="0" y="16250"/>
                  </a:lnTo>
                  <a:lnTo>
                    <a:pt x="0" y="15666"/>
                  </a:lnTo>
                  <a:lnTo>
                    <a:pt x="0" y="15018"/>
                  </a:lnTo>
                  <a:lnTo>
                    <a:pt x="44" y="13614"/>
                  </a:lnTo>
                  <a:lnTo>
                    <a:pt x="152" y="12058"/>
                  </a:lnTo>
                  <a:lnTo>
                    <a:pt x="303" y="10416"/>
                  </a:lnTo>
                  <a:lnTo>
                    <a:pt x="519" y="8730"/>
                  </a:lnTo>
                  <a:lnTo>
                    <a:pt x="757" y="7066"/>
                  </a:lnTo>
                  <a:lnTo>
                    <a:pt x="886" y="6267"/>
                  </a:lnTo>
                  <a:lnTo>
                    <a:pt x="1038" y="5468"/>
                  </a:lnTo>
                  <a:lnTo>
                    <a:pt x="1210" y="4711"/>
                  </a:lnTo>
                  <a:lnTo>
                    <a:pt x="1362" y="3977"/>
                  </a:lnTo>
                  <a:lnTo>
                    <a:pt x="1534" y="3307"/>
                  </a:lnTo>
                  <a:lnTo>
                    <a:pt x="1729" y="2659"/>
                  </a:lnTo>
                  <a:lnTo>
                    <a:pt x="1923" y="2075"/>
                  </a:lnTo>
                  <a:lnTo>
                    <a:pt x="2118" y="1557"/>
                  </a:lnTo>
                  <a:lnTo>
                    <a:pt x="2334" y="1081"/>
                  </a:lnTo>
                  <a:lnTo>
                    <a:pt x="2528" y="692"/>
                  </a:lnTo>
                  <a:lnTo>
                    <a:pt x="2658" y="541"/>
                  </a:lnTo>
                  <a:lnTo>
                    <a:pt x="2766" y="390"/>
                  </a:lnTo>
                  <a:lnTo>
                    <a:pt x="2874" y="260"/>
                  </a:lnTo>
                  <a:lnTo>
                    <a:pt x="2982" y="174"/>
                  </a:lnTo>
                  <a:lnTo>
                    <a:pt x="3112" y="87"/>
                  </a:lnTo>
                  <a:lnTo>
                    <a:pt x="3220" y="44"/>
                  </a:lnTo>
                  <a:lnTo>
                    <a:pt x="3350" y="1"/>
                  </a:lnTo>
                  <a:lnTo>
                    <a:pt x="345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34">
              <a:extLst>
                <a:ext uri="{FF2B5EF4-FFF2-40B4-BE49-F238E27FC236}">
                  <a16:creationId xmlns:a16="http://schemas.microsoft.com/office/drawing/2014/main" id="{1DE38C24-C967-008B-9484-28BE0E877B27}"/>
                </a:ext>
              </a:extLst>
            </p:cNvPr>
            <p:cNvSpPr/>
            <p:nvPr/>
          </p:nvSpPr>
          <p:spPr>
            <a:xfrm>
              <a:off x="16343325" y="4264300"/>
              <a:ext cx="173425" cy="742250"/>
            </a:xfrm>
            <a:custGeom>
              <a:avLst/>
              <a:gdLst/>
              <a:ahLst/>
              <a:cxnLst/>
              <a:rect l="l" t="t" r="r" b="b"/>
              <a:pathLst>
                <a:path w="6937" h="29690" extrusionOk="0">
                  <a:moveTo>
                    <a:pt x="0" y="1"/>
                  </a:moveTo>
                  <a:lnTo>
                    <a:pt x="0" y="29689"/>
                  </a:lnTo>
                  <a:lnTo>
                    <a:pt x="6936" y="29689"/>
                  </a:lnTo>
                  <a:lnTo>
                    <a:pt x="693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34">
              <a:extLst>
                <a:ext uri="{FF2B5EF4-FFF2-40B4-BE49-F238E27FC236}">
                  <a16:creationId xmlns:a16="http://schemas.microsoft.com/office/drawing/2014/main" id="{7EA6789E-5C30-0C4C-993F-28BCDB1FB5A3}"/>
                </a:ext>
              </a:extLst>
            </p:cNvPr>
            <p:cNvSpPr/>
            <p:nvPr/>
          </p:nvSpPr>
          <p:spPr>
            <a:xfrm>
              <a:off x="16343325" y="4264300"/>
              <a:ext cx="27025" cy="742250"/>
            </a:xfrm>
            <a:custGeom>
              <a:avLst/>
              <a:gdLst/>
              <a:ahLst/>
              <a:cxnLst/>
              <a:rect l="l" t="t" r="r" b="b"/>
              <a:pathLst>
                <a:path w="1081" h="29690" extrusionOk="0">
                  <a:moveTo>
                    <a:pt x="0" y="1"/>
                  </a:moveTo>
                  <a:lnTo>
                    <a:pt x="0" y="29689"/>
                  </a:lnTo>
                  <a:lnTo>
                    <a:pt x="1081" y="29689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34">
              <a:extLst>
                <a:ext uri="{FF2B5EF4-FFF2-40B4-BE49-F238E27FC236}">
                  <a16:creationId xmlns:a16="http://schemas.microsoft.com/office/drawing/2014/main" id="{46C1E586-FCD9-95F0-938D-8316D6503F36}"/>
                </a:ext>
              </a:extLst>
            </p:cNvPr>
            <p:cNvSpPr/>
            <p:nvPr/>
          </p:nvSpPr>
          <p:spPr>
            <a:xfrm>
              <a:off x="16622600" y="4264300"/>
              <a:ext cx="173425" cy="742250"/>
            </a:xfrm>
            <a:custGeom>
              <a:avLst/>
              <a:gdLst/>
              <a:ahLst/>
              <a:cxnLst/>
              <a:rect l="l" t="t" r="r" b="b"/>
              <a:pathLst>
                <a:path w="6937" h="29690" extrusionOk="0">
                  <a:moveTo>
                    <a:pt x="1" y="1"/>
                  </a:moveTo>
                  <a:lnTo>
                    <a:pt x="1" y="29689"/>
                  </a:lnTo>
                  <a:lnTo>
                    <a:pt x="6937" y="29689"/>
                  </a:lnTo>
                  <a:lnTo>
                    <a:pt x="693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34">
              <a:extLst>
                <a:ext uri="{FF2B5EF4-FFF2-40B4-BE49-F238E27FC236}">
                  <a16:creationId xmlns:a16="http://schemas.microsoft.com/office/drawing/2014/main" id="{6DB38283-6145-2FBA-5B5A-BBABEE3D5ECF}"/>
                </a:ext>
              </a:extLst>
            </p:cNvPr>
            <p:cNvSpPr/>
            <p:nvPr/>
          </p:nvSpPr>
          <p:spPr>
            <a:xfrm>
              <a:off x="16769000" y="4264300"/>
              <a:ext cx="27025" cy="742250"/>
            </a:xfrm>
            <a:custGeom>
              <a:avLst/>
              <a:gdLst/>
              <a:ahLst/>
              <a:cxnLst/>
              <a:rect l="l" t="t" r="r" b="b"/>
              <a:pathLst>
                <a:path w="1081" h="29690" extrusionOk="0">
                  <a:moveTo>
                    <a:pt x="0" y="1"/>
                  </a:moveTo>
                  <a:lnTo>
                    <a:pt x="0" y="29689"/>
                  </a:lnTo>
                  <a:lnTo>
                    <a:pt x="1081" y="29689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34">
              <a:extLst>
                <a:ext uri="{FF2B5EF4-FFF2-40B4-BE49-F238E27FC236}">
                  <a16:creationId xmlns:a16="http://schemas.microsoft.com/office/drawing/2014/main" id="{0F2CC735-AB01-097E-65AE-3E1E82C81754}"/>
                </a:ext>
              </a:extLst>
            </p:cNvPr>
            <p:cNvSpPr/>
            <p:nvPr/>
          </p:nvSpPr>
          <p:spPr>
            <a:xfrm>
              <a:off x="16284975" y="4009325"/>
              <a:ext cx="584525" cy="314425"/>
            </a:xfrm>
            <a:custGeom>
              <a:avLst/>
              <a:gdLst/>
              <a:ahLst/>
              <a:cxnLst/>
              <a:rect l="l" t="t" r="r" b="b"/>
              <a:pathLst>
                <a:path w="23381" h="12577" extrusionOk="0">
                  <a:moveTo>
                    <a:pt x="1124" y="1"/>
                  </a:moveTo>
                  <a:lnTo>
                    <a:pt x="1" y="12576"/>
                  </a:lnTo>
                  <a:lnTo>
                    <a:pt x="23380" y="12576"/>
                  </a:lnTo>
                  <a:lnTo>
                    <a:pt x="2225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34">
              <a:extLst>
                <a:ext uri="{FF2B5EF4-FFF2-40B4-BE49-F238E27FC236}">
                  <a16:creationId xmlns:a16="http://schemas.microsoft.com/office/drawing/2014/main" id="{D7F68F00-7A9F-A13A-8CE1-ABFD16F2DA5C}"/>
                </a:ext>
              </a:extLst>
            </p:cNvPr>
            <p:cNvSpPr/>
            <p:nvPr/>
          </p:nvSpPr>
          <p:spPr>
            <a:xfrm>
              <a:off x="16514025" y="2597825"/>
              <a:ext cx="129675" cy="108050"/>
            </a:xfrm>
            <a:custGeom>
              <a:avLst/>
              <a:gdLst/>
              <a:ahLst/>
              <a:cxnLst/>
              <a:rect l="l" t="t" r="r" b="b"/>
              <a:pathLst>
                <a:path w="5187" h="4322" extrusionOk="0">
                  <a:moveTo>
                    <a:pt x="2334" y="0"/>
                  </a:moveTo>
                  <a:lnTo>
                    <a:pt x="2075" y="43"/>
                  </a:lnTo>
                  <a:lnTo>
                    <a:pt x="1815" y="87"/>
                  </a:lnTo>
                  <a:lnTo>
                    <a:pt x="1578" y="151"/>
                  </a:lnTo>
                  <a:lnTo>
                    <a:pt x="1362" y="260"/>
                  </a:lnTo>
                  <a:lnTo>
                    <a:pt x="1146" y="368"/>
                  </a:lnTo>
                  <a:lnTo>
                    <a:pt x="930" y="476"/>
                  </a:lnTo>
                  <a:lnTo>
                    <a:pt x="757" y="627"/>
                  </a:lnTo>
                  <a:lnTo>
                    <a:pt x="584" y="778"/>
                  </a:lnTo>
                  <a:lnTo>
                    <a:pt x="433" y="951"/>
                  </a:lnTo>
                  <a:lnTo>
                    <a:pt x="303" y="1124"/>
                  </a:lnTo>
                  <a:lnTo>
                    <a:pt x="195" y="1318"/>
                  </a:lnTo>
                  <a:lnTo>
                    <a:pt x="108" y="1513"/>
                  </a:lnTo>
                  <a:lnTo>
                    <a:pt x="44" y="1729"/>
                  </a:lnTo>
                  <a:lnTo>
                    <a:pt x="0" y="1945"/>
                  </a:lnTo>
                  <a:lnTo>
                    <a:pt x="0" y="2161"/>
                  </a:lnTo>
                  <a:lnTo>
                    <a:pt x="0" y="2377"/>
                  </a:lnTo>
                  <a:lnTo>
                    <a:pt x="44" y="2593"/>
                  </a:lnTo>
                  <a:lnTo>
                    <a:pt x="108" y="2809"/>
                  </a:lnTo>
                  <a:lnTo>
                    <a:pt x="195" y="3004"/>
                  </a:lnTo>
                  <a:lnTo>
                    <a:pt x="303" y="3198"/>
                  </a:lnTo>
                  <a:lnTo>
                    <a:pt x="433" y="3371"/>
                  </a:lnTo>
                  <a:lnTo>
                    <a:pt x="584" y="3544"/>
                  </a:lnTo>
                  <a:lnTo>
                    <a:pt x="757" y="3695"/>
                  </a:lnTo>
                  <a:lnTo>
                    <a:pt x="930" y="3825"/>
                  </a:lnTo>
                  <a:lnTo>
                    <a:pt x="1146" y="3954"/>
                  </a:lnTo>
                  <a:lnTo>
                    <a:pt x="1362" y="4062"/>
                  </a:lnTo>
                  <a:lnTo>
                    <a:pt x="1578" y="4149"/>
                  </a:lnTo>
                  <a:lnTo>
                    <a:pt x="1815" y="4235"/>
                  </a:lnTo>
                  <a:lnTo>
                    <a:pt x="2075" y="4279"/>
                  </a:lnTo>
                  <a:lnTo>
                    <a:pt x="2334" y="4322"/>
                  </a:lnTo>
                  <a:lnTo>
                    <a:pt x="2853" y="4322"/>
                  </a:lnTo>
                  <a:lnTo>
                    <a:pt x="3112" y="4279"/>
                  </a:lnTo>
                  <a:lnTo>
                    <a:pt x="3371" y="4235"/>
                  </a:lnTo>
                  <a:lnTo>
                    <a:pt x="3609" y="4149"/>
                  </a:lnTo>
                  <a:lnTo>
                    <a:pt x="3825" y="4062"/>
                  </a:lnTo>
                  <a:lnTo>
                    <a:pt x="4041" y="3954"/>
                  </a:lnTo>
                  <a:lnTo>
                    <a:pt x="4236" y="3825"/>
                  </a:lnTo>
                  <a:lnTo>
                    <a:pt x="4430" y="3695"/>
                  </a:lnTo>
                  <a:lnTo>
                    <a:pt x="4603" y="3544"/>
                  </a:lnTo>
                  <a:lnTo>
                    <a:pt x="4754" y="3371"/>
                  </a:lnTo>
                  <a:lnTo>
                    <a:pt x="4884" y="3198"/>
                  </a:lnTo>
                  <a:lnTo>
                    <a:pt x="4992" y="3004"/>
                  </a:lnTo>
                  <a:lnTo>
                    <a:pt x="5078" y="2809"/>
                  </a:lnTo>
                  <a:lnTo>
                    <a:pt x="5143" y="2593"/>
                  </a:lnTo>
                  <a:lnTo>
                    <a:pt x="5186" y="2377"/>
                  </a:lnTo>
                  <a:lnTo>
                    <a:pt x="5186" y="2161"/>
                  </a:lnTo>
                  <a:lnTo>
                    <a:pt x="5186" y="1945"/>
                  </a:lnTo>
                  <a:lnTo>
                    <a:pt x="5143" y="1729"/>
                  </a:lnTo>
                  <a:lnTo>
                    <a:pt x="5078" y="1513"/>
                  </a:lnTo>
                  <a:lnTo>
                    <a:pt x="4992" y="1318"/>
                  </a:lnTo>
                  <a:lnTo>
                    <a:pt x="4884" y="1124"/>
                  </a:lnTo>
                  <a:lnTo>
                    <a:pt x="4754" y="951"/>
                  </a:lnTo>
                  <a:lnTo>
                    <a:pt x="4603" y="778"/>
                  </a:lnTo>
                  <a:lnTo>
                    <a:pt x="4430" y="627"/>
                  </a:lnTo>
                  <a:lnTo>
                    <a:pt x="4236" y="476"/>
                  </a:lnTo>
                  <a:lnTo>
                    <a:pt x="4041" y="368"/>
                  </a:lnTo>
                  <a:lnTo>
                    <a:pt x="3825" y="260"/>
                  </a:lnTo>
                  <a:lnTo>
                    <a:pt x="3609" y="151"/>
                  </a:lnTo>
                  <a:lnTo>
                    <a:pt x="3371" y="87"/>
                  </a:lnTo>
                  <a:lnTo>
                    <a:pt x="3112" y="43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34">
              <a:extLst>
                <a:ext uri="{FF2B5EF4-FFF2-40B4-BE49-F238E27FC236}">
                  <a16:creationId xmlns:a16="http://schemas.microsoft.com/office/drawing/2014/main" id="{AE6C2524-1255-A1E1-8951-3B27C6571F58}"/>
                </a:ext>
              </a:extLst>
            </p:cNvPr>
            <p:cNvSpPr/>
            <p:nvPr/>
          </p:nvSpPr>
          <p:spPr>
            <a:xfrm>
              <a:off x="16348725" y="3035900"/>
              <a:ext cx="457575" cy="519700"/>
            </a:xfrm>
            <a:custGeom>
              <a:avLst/>
              <a:gdLst/>
              <a:ahLst/>
              <a:cxnLst/>
              <a:rect l="l" t="t" r="r" b="b"/>
              <a:pathLst>
                <a:path w="18303" h="20788" extrusionOk="0">
                  <a:moveTo>
                    <a:pt x="9119" y="1"/>
                  </a:moveTo>
                  <a:lnTo>
                    <a:pt x="8060" y="23"/>
                  </a:lnTo>
                  <a:lnTo>
                    <a:pt x="7001" y="87"/>
                  </a:lnTo>
                  <a:lnTo>
                    <a:pt x="5943" y="195"/>
                  </a:lnTo>
                  <a:lnTo>
                    <a:pt x="4884" y="325"/>
                  </a:lnTo>
                  <a:lnTo>
                    <a:pt x="3847" y="520"/>
                  </a:lnTo>
                  <a:lnTo>
                    <a:pt x="2788" y="714"/>
                  </a:lnTo>
                  <a:lnTo>
                    <a:pt x="1751" y="973"/>
                  </a:lnTo>
                  <a:lnTo>
                    <a:pt x="735" y="1254"/>
                  </a:lnTo>
                  <a:lnTo>
                    <a:pt x="541" y="2464"/>
                  </a:lnTo>
                  <a:lnTo>
                    <a:pt x="389" y="3631"/>
                  </a:lnTo>
                  <a:lnTo>
                    <a:pt x="260" y="4798"/>
                  </a:lnTo>
                  <a:lnTo>
                    <a:pt x="152" y="5943"/>
                  </a:lnTo>
                  <a:lnTo>
                    <a:pt x="65" y="7067"/>
                  </a:lnTo>
                  <a:lnTo>
                    <a:pt x="22" y="8190"/>
                  </a:lnTo>
                  <a:lnTo>
                    <a:pt x="1" y="9292"/>
                  </a:lnTo>
                  <a:lnTo>
                    <a:pt x="1" y="10416"/>
                  </a:lnTo>
                  <a:lnTo>
                    <a:pt x="22" y="11518"/>
                  </a:lnTo>
                  <a:lnTo>
                    <a:pt x="65" y="12641"/>
                  </a:lnTo>
                  <a:lnTo>
                    <a:pt x="130" y="13743"/>
                  </a:lnTo>
                  <a:lnTo>
                    <a:pt x="238" y="14889"/>
                  </a:lnTo>
                  <a:lnTo>
                    <a:pt x="368" y="16012"/>
                  </a:lnTo>
                  <a:lnTo>
                    <a:pt x="519" y="17179"/>
                  </a:lnTo>
                  <a:lnTo>
                    <a:pt x="692" y="18346"/>
                  </a:lnTo>
                  <a:lnTo>
                    <a:pt x="886" y="19556"/>
                  </a:lnTo>
                  <a:lnTo>
                    <a:pt x="1902" y="19837"/>
                  </a:lnTo>
                  <a:lnTo>
                    <a:pt x="2918" y="20074"/>
                  </a:lnTo>
                  <a:lnTo>
                    <a:pt x="3933" y="20290"/>
                  </a:lnTo>
                  <a:lnTo>
                    <a:pt x="4970" y="20463"/>
                  </a:lnTo>
                  <a:lnTo>
                    <a:pt x="6007" y="20593"/>
                  </a:lnTo>
                  <a:lnTo>
                    <a:pt x="7045" y="20701"/>
                  </a:lnTo>
                  <a:lnTo>
                    <a:pt x="8082" y="20766"/>
                  </a:lnTo>
                  <a:lnTo>
                    <a:pt x="9119" y="20787"/>
                  </a:lnTo>
                  <a:lnTo>
                    <a:pt x="10156" y="20787"/>
                  </a:lnTo>
                  <a:lnTo>
                    <a:pt x="11193" y="20744"/>
                  </a:lnTo>
                  <a:lnTo>
                    <a:pt x="12252" y="20658"/>
                  </a:lnTo>
                  <a:lnTo>
                    <a:pt x="13289" y="20550"/>
                  </a:lnTo>
                  <a:lnTo>
                    <a:pt x="14305" y="20398"/>
                  </a:lnTo>
                  <a:lnTo>
                    <a:pt x="15342" y="20204"/>
                  </a:lnTo>
                  <a:lnTo>
                    <a:pt x="16357" y="19988"/>
                  </a:lnTo>
                  <a:lnTo>
                    <a:pt x="17373" y="19729"/>
                  </a:lnTo>
                  <a:lnTo>
                    <a:pt x="17589" y="18497"/>
                  </a:lnTo>
                  <a:lnTo>
                    <a:pt x="17762" y="17309"/>
                  </a:lnTo>
                  <a:lnTo>
                    <a:pt x="17913" y="16120"/>
                  </a:lnTo>
                  <a:lnTo>
                    <a:pt x="18043" y="14975"/>
                  </a:lnTo>
                  <a:lnTo>
                    <a:pt x="18151" y="13808"/>
                  </a:lnTo>
                  <a:lnTo>
                    <a:pt x="18216" y="12685"/>
                  </a:lnTo>
                  <a:lnTo>
                    <a:pt x="18280" y="11539"/>
                  </a:lnTo>
                  <a:lnTo>
                    <a:pt x="18302" y="10416"/>
                  </a:lnTo>
                  <a:lnTo>
                    <a:pt x="18302" y="9271"/>
                  </a:lnTo>
                  <a:lnTo>
                    <a:pt x="18259" y="8147"/>
                  </a:lnTo>
                  <a:lnTo>
                    <a:pt x="18216" y="7002"/>
                  </a:lnTo>
                  <a:lnTo>
                    <a:pt x="18129" y="5857"/>
                  </a:lnTo>
                  <a:lnTo>
                    <a:pt x="18021" y="4690"/>
                  </a:lnTo>
                  <a:lnTo>
                    <a:pt x="17892" y="3501"/>
                  </a:lnTo>
                  <a:lnTo>
                    <a:pt x="17719" y="2291"/>
                  </a:lnTo>
                  <a:lnTo>
                    <a:pt x="17546" y="1081"/>
                  </a:lnTo>
                  <a:lnTo>
                    <a:pt x="16509" y="822"/>
                  </a:lnTo>
                  <a:lnTo>
                    <a:pt x="15472" y="584"/>
                  </a:lnTo>
                  <a:lnTo>
                    <a:pt x="14413" y="390"/>
                  </a:lnTo>
                  <a:lnTo>
                    <a:pt x="13354" y="239"/>
                  </a:lnTo>
                  <a:lnTo>
                    <a:pt x="12295" y="131"/>
                  </a:lnTo>
                  <a:lnTo>
                    <a:pt x="11236" y="44"/>
                  </a:lnTo>
                  <a:lnTo>
                    <a:pt x="10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34">
              <a:extLst>
                <a:ext uri="{FF2B5EF4-FFF2-40B4-BE49-F238E27FC236}">
                  <a16:creationId xmlns:a16="http://schemas.microsoft.com/office/drawing/2014/main" id="{8A182701-A1B8-E93B-7009-2F4A18D12021}"/>
                </a:ext>
              </a:extLst>
            </p:cNvPr>
            <p:cNvSpPr/>
            <p:nvPr/>
          </p:nvSpPr>
          <p:spPr>
            <a:xfrm>
              <a:off x="16348725" y="3035900"/>
              <a:ext cx="457575" cy="519700"/>
            </a:xfrm>
            <a:custGeom>
              <a:avLst/>
              <a:gdLst/>
              <a:ahLst/>
              <a:cxnLst/>
              <a:rect l="l" t="t" r="r" b="b"/>
              <a:pathLst>
                <a:path w="18303" h="20788" fill="none" extrusionOk="0">
                  <a:moveTo>
                    <a:pt x="17373" y="19729"/>
                  </a:moveTo>
                  <a:lnTo>
                    <a:pt x="17373" y="19729"/>
                  </a:lnTo>
                  <a:lnTo>
                    <a:pt x="16357" y="19988"/>
                  </a:lnTo>
                  <a:lnTo>
                    <a:pt x="15342" y="20204"/>
                  </a:lnTo>
                  <a:lnTo>
                    <a:pt x="14305" y="20398"/>
                  </a:lnTo>
                  <a:lnTo>
                    <a:pt x="13289" y="20550"/>
                  </a:lnTo>
                  <a:lnTo>
                    <a:pt x="12252" y="20658"/>
                  </a:lnTo>
                  <a:lnTo>
                    <a:pt x="11193" y="20744"/>
                  </a:lnTo>
                  <a:lnTo>
                    <a:pt x="10156" y="20787"/>
                  </a:lnTo>
                  <a:lnTo>
                    <a:pt x="9119" y="20787"/>
                  </a:lnTo>
                  <a:lnTo>
                    <a:pt x="8082" y="20766"/>
                  </a:lnTo>
                  <a:lnTo>
                    <a:pt x="7045" y="20701"/>
                  </a:lnTo>
                  <a:lnTo>
                    <a:pt x="6007" y="20593"/>
                  </a:lnTo>
                  <a:lnTo>
                    <a:pt x="4970" y="20463"/>
                  </a:lnTo>
                  <a:lnTo>
                    <a:pt x="3933" y="20290"/>
                  </a:lnTo>
                  <a:lnTo>
                    <a:pt x="2918" y="20074"/>
                  </a:lnTo>
                  <a:lnTo>
                    <a:pt x="1902" y="19837"/>
                  </a:lnTo>
                  <a:lnTo>
                    <a:pt x="886" y="19556"/>
                  </a:lnTo>
                  <a:lnTo>
                    <a:pt x="886" y="19556"/>
                  </a:lnTo>
                  <a:lnTo>
                    <a:pt x="692" y="18346"/>
                  </a:lnTo>
                  <a:lnTo>
                    <a:pt x="519" y="17179"/>
                  </a:lnTo>
                  <a:lnTo>
                    <a:pt x="368" y="16012"/>
                  </a:lnTo>
                  <a:lnTo>
                    <a:pt x="238" y="14889"/>
                  </a:lnTo>
                  <a:lnTo>
                    <a:pt x="130" y="13743"/>
                  </a:lnTo>
                  <a:lnTo>
                    <a:pt x="65" y="12641"/>
                  </a:lnTo>
                  <a:lnTo>
                    <a:pt x="22" y="11518"/>
                  </a:lnTo>
                  <a:lnTo>
                    <a:pt x="1" y="10416"/>
                  </a:lnTo>
                  <a:lnTo>
                    <a:pt x="1" y="9292"/>
                  </a:lnTo>
                  <a:lnTo>
                    <a:pt x="22" y="8190"/>
                  </a:lnTo>
                  <a:lnTo>
                    <a:pt x="65" y="7067"/>
                  </a:lnTo>
                  <a:lnTo>
                    <a:pt x="152" y="5943"/>
                  </a:lnTo>
                  <a:lnTo>
                    <a:pt x="260" y="4798"/>
                  </a:lnTo>
                  <a:lnTo>
                    <a:pt x="389" y="3631"/>
                  </a:lnTo>
                  <a:lnTo>
                    <a:pt x="541" y="2464"/>
                  </a:lnTo>
                  <a:lnTo>
                    <a:pt x="735" y="1254"/>
                  </a:lnTo>
                  <a:lnTo>
                    <a:pt x="735" y="1254"/>
                  </a:lnTo>
                  <a:lnTo>
                    <a:pt x="1751" y="973"/>
                  </a:lnTo>
                  <a:lnTo>
                    <a:pt x="2788" y="714"/>
                  </a:lnTo>
                  <a:lnTo>
                    <a:pt x="3847" y="520"/>
                  </a:lnTo>
                  <a:lnTo>
                    <a:pt x="4884" y="325"/>
                  </a:lnTo>
                  <a:lnTo>
                    <a:pt x="5943" y="195"/>
                  </a:lnTo>
                  <a:lnTo>
                    <a:pt x="7001" y="87"/>
                  </a:lnTo>
                  <a:lnTo>
                    <a:pt x="8060" y="23"/>
                  </a:lnTo>
                  <a:lnTo>
                    <a:pt x="9119" y="1"/>
                  </a:lnTo>
                  <a:lnTo>
                    <a:pt x="10178" y="1"/>
                  </a:lnTo>
                  <a:lnTo>
                    <a:pt x="11236" y="44"/>
                  </a:lnTo>
                  <a:lnTo>
                    <a:pt x="12295" y="131"/>
                  </a:lnTo>
                  <a:lnTo>
                    <a:pt x="13354" y="239"/>
                  </a:lnTo>
                  <a:lnTo>
                    <a:pt x="14413" y="390"/>
                  </a:lnTo>
                  <a:lnTo>
                    <a:pt x="15472" y="584"/>
                  </a:lnTo>
                  <a:lnTo>
                    <a:pt x="16509" y="822"/>
                  </a:lnTo>
                  <a:lnTo>
                    <a:pt x="17546" y="1081"/>
                  </a:lnTo>
                  <a:lnTo>
                    <a:pt x="17546" y="1081"/>
                  </a:lnTo>
                  <a:lnTo>
                    <a:pt x="17719" y="2291"/>
                  </a:lnTo>
                  <a:lnTo>
                    <a:pt x="17892" y="3501"/>
                  </a:lnTo>
                  <a:lnTo>
                    <a:pt x="18021" y="4690"/>
                  </a:lnTo>
                  <a:lnTo>
                    <a:pt x="18129" y="5857"/>
                  </a:lnTo>
                  <a:lnTo>
                    <a:pt x="18216" y="7002"/>
                  </a:lnTo>
                  <a:lnTo>
                    <a:pt x="18259" y="8147"/>
                  </a:lnTo>
                  <a:lnTo>
                    <a:pt x="18302" y="9271"/>
                  </a:lnTo>
                  <a:lnTo>
                    <a:pt x="18302" y="10416"/>
                  </a:lnTo>
                  <a:lnTo>
                    <a:pt x="18280" y="11539"/>
                  </a:lnTo>
                  <a:lnTo>
                    <a:pt x="18216" y="12685"/>
                  </a:lnTo>
                  <a:lnTo>
                    <a:pt x="18151" y="13808"/>
                  </a:lnTo>
                  <a:lnTo>
                    <a:pt x="18043" y="14975"/>
                  </a:lnTo>
                  <a:lnTo>
                    <a:pt x="17913" y="16120"/>
                  </a:lnTo>
                  <a:lnTo>
                    <a:pt x="17762" y="17309"/>
                  </a:lnTo>
                  <a:lnTo>
                    <a:pt x="17589" y="18497"/>
                  </a:lnTo>
                  <a:lnTo>
                    <a:pt x="17373" y="19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34">
              <a:extLst>
                <a:ext uri="{FF2B5EF4-FFF2-40B4-BE49-F238E27FC236}">
                  <a16:creationId xmlns:a16="http://schemas.microsoft.com/office/drawing/2014/main" id="{E70D953C-FD77-0FA8-AA15-EA5CEEA152ED}"/>
                </a:ext>
              </a:extLst>
            </p:cNvPr>
            <p:cNvSpPr/>
            <p:nvPr/>
          </p:nvSpPr>
          <p:spPr>
            <a:xfrm>
              <a:off x="16346575" y="2635100"/>
              <a:ext cx="461325" cy="439200"/>
            </a:xfrm>
            <a:custGeom>
              <a:avLst/>
              <a:gdLst/>
              <a:ahLst/>
              <a:cxnLst/>
              <a:rect l="l" t="t" r="r" b="b"/>
              <a:pathLst>
                <a:path w="18453" h="17568" extrusionOk="0">
                  <a:moveTo>
                    <a:pt x="8254" y="0"/>
                  </a:moveTo>
                  <a:lnTo>
                    <a:pt x="7260" y="22"/>
                  </a:lnTo>
                  <a:lnTo>
                    <a:pt x="6288" y="65"/>
                  </a:lnTo>
                  <a:lnTo>
                    <a:pt x="5294" y="130"/>
                  </a:lnTo>
                  <a:lnTo>
                    <a:pt x="4322" y="195"/>
                  </a:lnTo>
                  <a:lnTo>
                    <a:pt x="3328" y="281"/>
                  </a:lnTo>
                  <a:lnTo>
                    <a:pt x="2355" y="389"/>
                  </a:lnTo>
                  <a:lnTo>
                    <a:pt x="1383" y="519"/>
                  </a:lnTo>
                  <a:lnTo>
                    <a:pt x="1145" y="562"/>
                  </a:lnTo>
                  <a:lnTo>
                    <a:pt x="908" y="670"/>
                  </a:lnTo>
                  <a:lnTo>
                    <a:pt x="692" y="800"/>
                  </a:lnTo>
                  <a:lnTo>
                    <a:pt x="475" y="994"/>
                  </a:lnTo>
                  <a:lnTo>
                    <a:pt x="324" y="1189"/>
                  </a:lnTo>
                  <a:lnTo>
                    <a:pt x="195" y="1405"/>
                  </a:lnTo>
                  <a:lnTo>
                    <a:pt x="108" y="1642"/>
                  </a:lnTo>
                  <a:lnTo>
                    <a:pt x="65" y="1880"/>
                  </a:lnTo>
                  <a:lnTo>
                    <a:pt x="22" y="2788"/>
                  </a:lnTo>
                  <a:lnTo>
                    <a:pt x="0" y="3695"/>
                  </a:lnTo>
                  <a:lnTo>
                    <a:pt x="0" y="5510"/>
                  </a:lnTo>
                  <a:lnTo>
                    <a:pt x="43" y="7325"/>
                  </a:lnTo>
                  <a:lnTo>
                    <a:pt x="130" y="9119"/>
                  </a:lnTo>
                  <a:lnTo>
                    <a:pt x="259" y="10934"/>
                  </a:lnTo>
                  <a:lnTo>
                    <a:pt x="432" y="12727"/>
                  </a:lnTo>
                  <a:lnTo>
                    <a:pt x="648" y="14520"/>
                  </a:lnTo>
                  <a:lnTo>
                    <a:pt x="908" y="16292"/>
                  </a:lnTo>
                  <a:lnTo>
                    <a:pt x="972" y="16508"/>
                  </a:lnTo>
                  <a:lnTo>
                    <a:pt x="1059" y="16724"/>
                  </a:lnTo>
                  <a:lnTo>
                    <a:pt x="1189" y="16897"/>
                  </a:lnTo>
                  <a:lnTo>
                    <a:pt x="1361" y="17070"/>
                  </a:lnTo>
                  <a:lnTo>
                    <a:pt x="1534" y="17200"/>
                  </a:lnTo>
                  <a:lnTo>
                    <a:pt x="1750" y="17308"/>
                  </a:lnTo>
                  <a:lnTo>
                    <a:pt x="1966" y="17373"/>
                  </a:lnTo>
                  <a:lnTo>
                    <a:pt x="2204" y="17416"/>
                  </a:lnTo>
                  <a:lnTo>
                    <a:pt x="3954" y="17481"/>
                  </a:lnTo>
                  <a:lnTo>
                    <a:pt x="5704" y="17524"/>
                  </a:lnTo>
                  <a:lnTo>
                    <a:pt x="7476" y="17545"/>
                  </a:lnTo>
                  <a:lnTo>
                    <a:pt x="9227" y="17567"/>
                  </a:lnTo>
                  <a:lnTo>
                    <a:pt x="10998" y="17545"/>
                  </a:lnTo>
                  <a:lnTo>
                    <a:pt x="12749" y="17524"/>
                  </a:lnTo>
                  <a:lnTo>
                    <a:pt x="14499" y="17481"/>
                  </a:lnTo>
                  <a:lnTo>
                    <a:pt x="16271" y="17416"/>
                  </a:lnTo>
                  <a:lnTo>
                    <a:pt x="16487" y="17373"/>
                  </a:lnTo>
                  <a:lnTo>
                    <a:pt x="16703" y="17308"/>
                  </a:lnTo>
                  <a:lnTo>
                    <a:pt x="16919" y="17200"/>
                  </a:lnTo>
                  <a:lnTo>
                    <a:pt x="17092" y="17070"/>
                  </a:lnTo>
                  <a:lnTo>
                    <a:pt x="17264" y="16897"/>
                  </a:lnTo>
                  <a:lnTo>
                    <a:pt x="17394" y="16724"/>
                  </a:lnTo>
                  <a:lnTo>
                    <a:pt x="17481" y="16508"/>
                  </a:lnTo>
                  <a:lnTo>
                    <a:pt x="17545" y="16292"/>
                  </a:lnTo>
                  <a:lnTo>
                    <a:pt x="17805" y="14520"/>
                  </a:lnTo>
                  <a:lnTo>
                    <a:pt x="18021" y="12727"/>
                  </a:lnTo>
                  <a:lnTo>
                    <a:pt x="18194" y="10934"/>
                  </a:lnTo>
                  <a:lnTo>
                    <a:pt x="18345" y="9119"/>
                  </a:lnTo>
                  <a:lnTo>
                    <a:pt x="18431" y="7325"/>
                  </a:lnTo>
                  <a:lnTo>
                    <a:pt x="18453" y="5510"/>
                  </a:lnTo>
                  <a:lnTo>
                    <a:pt x="18453" y="3695"/>
                  </a:lnTo>
                  <a:lnTo>
                    <a:pt x="18431" y="2788"/>
                  </a:lnTo>
                  <a:lnTo>
                    <a:pt x="18388" y="1880"/>
                  </a:lnTo>
                  <a:lnTo>
                    <a:pt x="18345" y="1642"/>
                  </a:lnTo>
                  <a:lnTo>
                    <a:pt x="18280" y="1405"/>
                  </a:lnTo>
                  <a:lnTo>
                    <a:pt x="18150" y="1189"/>
                  </a:lnTo>
                  <a:lnTo>
                    <a:pt x="17978" y="994"/>
                  </a:lnTo>
                  <a:lnTo>
                    <a:pt x="17783" y="800"/>
                  </a:lnTo>
                  <a:lnTo>
                    <a:pt x="17545" y="670"/>
                  </a:lnTo>
                  <a:lnTo>
                    <a:pt x="17329" y="562"/>
                  </a:lnTo>
                  <a:lnTo>
                    <a:pt x="17092" y="519"/>
                  </a:lnTo>
                  <a:lnTo>
                    <a:pt x="16098" y="389"/>
                  </a:lnTo>
                  <a:lnTo>
                    <a:pt x="15125" y="281"/>
                  </a:lnTo>
                  <a:lnTo>
                    <a:pt x="14131" y="195"/>
                  </a:lnTo>
                  <a:lnTo>
                    <a:pt x="13159" y="130"/>
                  </a:lnTo>
                  <a:lnTo>
                    <a:pt x="12187" y="65"/>
                  </a:lnTo>
                  <a:lnTo>
                    <a:pt x="11193" y="22"/>
                  </a:lnTo>
                  <a:lnTo>
                    <a:pt x="1022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34">
              <a:extLst>
                <a:ext uri="{FF2B5EF4-FFF2-40B4-BE49-F238E27FC236}">
                  <a16:creationId xmlns:a16="http://schemas.microsoft.com/office/drawing/2014/main" id="{88A87A71-6D0A-1776-1AED-7E5AF6A59F7F}"/>
                </a:ext>
              </a:extLst>
            </p:cNvPr>
            <p:cNvSpPr/>
            <p:nvPr/>
          </p:nvSpPr>
          <p:spPr>
            <a:xfrm>
              <a:off x="16528600" y="2815525"/>
              <a:ext cx="97275" cy="148025"/>
            </a:xfrm>
            <a:custGeom>
              <a:avLst/>
              <a:gdLst/>
              <a:ahLst/>
              <a:cxnLst/>
              <a:rect l="l" t="t" r="r" b="b"/>
              <a:pathLst>
                <a:path w="3891" h="5921" extrusionOk="0">
                  <a:moveTo>
                    <a:pt x="1946" y="0"/>
                  </a:moveTo>
                  <a:lnTo>
                    <a:pt x="1751" y="22"/>
                  </a:lnTo>
                  <a:lnTo>
                    <a:pt x="1557" y="65"/>
                  </a:lnTo>
                  <a:lnTo>
                    <a:pt x="1362" y="130"/>
                  </a:lnTo>
                  <a:lnTo>
                    <a:pt x="1189" y="238"/>
                  </a:lnTo>
                  <a:lnTo>
                    <a:pt x="1016" y="367"/>
                  </a:lnTo>
                  <a:lnTo>
                    <a:pt x="865" y="519"/>
                  </a:lnTo>
                  <a:lnTo>
                    <a:pt x="714" y="670"/>
                  </a:lnTo>
                  <a:lnTo>
                    <a:pt x="563" y="864"/>
                  </a:lnTo>
                  <a:lnTo>
                    <a:pt x="433" y="1080"/>
                  </a:lnTo>
                  <a:lnTo>
                    <a:pt x="325" y="1318"/>
                  </a:lnTo>
                  <a:lnTo>
                    <a:pt x="239" y="1556"/>
                  </a:lnTo>
                  <a:lnTo>
                    <a:pt x="152" y="1815"/>
                  </a:lnTo>
                  <a:lnTo>
                    <a:pt x="87" y="2074"/>
                  </a:lnTo>
                  <a:lnTo>
                    <a:pt x="44" y="2377"/>
                  </a:lnTo>
                  <a:lnTo>
                    <a:pt x="1" y="2658"/>
                  </a:lnTo>
                  <a:lnTo>
                    <a:pt x="1" y="2960"/>
                  </a:lnTo>
                  <a:lnTo>
                    <a:pt x="1" y="3263"/>
                  </a:lnTo>
                  <a:lnTo>
                    <a:pt x="44" y="3565"/>
                  </a:lnTo>
                  <a:lnTo>
                    <a:pt x="87" y="3846"/>
                  </a:lnTo>
                  <a:lnTo>
                    <a:pt x="152" y="4127"/>
                  </a:lnTo>
                  <a:lnTo>
                    <a:pt x="239" y="4386"/>
                  </a:lnTo>
                  <a:lnTo>
                    <a:pt x="325" y="4624"/>
                  </a:lnTo>
                  <a:lnTo>
                    <a:pt x="433" y="4840"/>
                  </a:lnTo>
                  <a:lnTo>
                    <a:pt x="563" y="5056"/>
                  </a:lnTo>
                  <a:lnTo>
                    <a:pt x="714" y="5251"/>
                  </a:lnTo>
                  <a:lnTo>
                    <a:pt x="865" y="5424"/>
                  </a:lnTo>
                  <a:lnTo>
                    <a:pt x="1016" y="5575"/>
                  </a:lnTo>
                  <a:lnTo>
                    <a:pt x="1189" y="5683"/>
                  </a:lnTo>
                  <a:lnTo>
                    <a:pt x="1362" y="5791"/>
                  </a:lnTo>
                  <a:lnTo>
                    <a:pt x="1557" y="5856"/>
                  </a:lnTo>
                  <a:lnTo>
                    <a:pt x="1751" y="5921"/>
                  </a:lnTo>
                  <a:lnTo>
                    <a:pt x="2140" y="5921"/>
                  </a:lnTo>
                  <a:lnTo>
                    <a:pt x="2334" y="5856"/>
                  </a:lnTo>
                  <a:lnTo>
                    <a:pt x="2529" y="5791"/>
                  </a:lnTo>
                  <a:lnTo>
                    <a:pt x="2702" y="5683"/>
                  </a:lnTo>
                  <a:lnTo>
                    <a:pt x="2875" y="5575"/>
                  </a:lnTo>
                  <a:lnTo>
                    <a:pt x="3047" y="5424"/>
                  </a:lnTo>
                  <a:lnTo>
                    <a:pt x="3199" y="5251"/>
                  </a:lnTo>
                  <a:lnTo>
                    <a:pt x="3328" y="5056"/>
                  </a:lnTo>
                  <a:lnTo>
                    <a:pt x="3458" y="4840"/>
                  </a:lnTo>
                  <a:lnTo>
                    <a:pt x="3566" y="4624"/>
                  </a:lnTo>
                  <a:lnTo>
                    <a:pt x="3653" y="4386"/>
                  </a:lnTo>
                  <a:lnTo>
                    <a:pt x="3739" y="4127"/>
                  </a:lnTo>
                  <a:lnTo>
                    <a:pt x="3804" y="3846"/>
                  </a:lnTo>
                  <a:lnTo>
                    <a:pt x="3869" y="3565"/>
                  </a:lnTo>
                  <a:lnTo>
                    <a:pt x="3890" y="3263"/>
                  </a:lnTo>
                  <a:lnTo>
                    <a:pt x="3890" y="2960"/>
                  </a:lnTo>
                  <a:lnTo>
                    <a:pt x="3890" y="2658"/>
                  </a:lnTo>
                  <a:lnTo>
                    <a:pt x="3869" y="2377"/>
                  </a:lnTo>
                  <a:lnTo>
                    <a:pt x="3804" y="2074"/>
                  </a:lnTo>
                  <a:lnTo>
                    <a:pt x="3739" y="1815"/>
                  </a:lnTo>
                  <a:lnTo>
                    <a:pt x="3653" y="1556"/>
                  </a:lnTo>
                  <a:lnTo>
                    <a:pt x="3566" y="1318"/>
                  </a:lnTo>
                  <a:lnTo>
                    <a:pt x="3458" y="1080"/>
                  </a:lnTo>
                  <a:lnTo>
                    <a:pt x="3328" y="864"/>
                  </a:lnTo>
                  <a:lnTo>
                    <a:pt x="3199" y="670"/>
                  </a:lnTo>
                  <a:lnTo>
                    <a:pt x="3047" y="519"/>
                  </a:lnTo>
                  <a:lnTo>
                    <a:pt x="2875" y="367"/>
                  </a:lnTo>
                  <a:lnTo>
                    <a:pt x="2702" y="238"/>
                  </a:lnTo>
                  <a:lnTo>
                    <a:pt x="2529" y="130"/>
                  </a:lnTo>
                  <a:lnTo>
                    <a:pt x="2334" y="65"/>
                  </a:lnTo>
                  <a:lnTo>
                    <a:pt x="2140" y="22"/>
                  </a:lnTo>
                  <a:lnTo>
                    <a:pt x="194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34">
              <a:extLst>
                <a:ext uri="{FF2B5EF4-FFF2-40B4-BE49-F238E27FC236}">
                  <a16:creationId xmlns:a16="http://schemas.microsoft.com/office/drawing/2014/main" id="{1164BABC-B6D2-AE08-7174-70875BFB6508}"/>
                </a:ext>
              </a:extLst>
            </p:cNvPr>
            <p:cNvSpPr/>
            <p:nvPr/>
          </p:nvSpPr>
          <p:spPr>
            <a:xfrm>
              <a:off x="16550225" y="2837125"/>
              <a:ext cx="54025" cy="104825"/>
            </a:xfrm>
            <a:custGeom>
              <a:avLst/>
              <a:gdLst/>
              <a:ahLst/>
              <a:cxnLst/>
              <a:rect l="l" t="t" r="r" b="b"/>
              <a:pathLst>
                <a:path w="2161" h="4193" extrusionOk="0">
                  <a:moveTo>
                    <a:pt x="1081" y="0"/>
                  </a:moveTo>
                  <a:lnTo>
                    <a:pt x="994" y="22"/>
                  </a:lnTo>
                  <a:lnTo>
                    <a:pt x="886" y="44"/>
                  </a:lnTo>
                  <a:lnTo>
                    <a:pt x="800" y="87"/>
                  </a:lnTo>
                  <a:lnTo>
                    <a:pt x="692" y="173"/>
                  </a:lnTo>
                  <a:lnTo>
                    <a:pt x="605" y="260"/>
                  </a:lnTo>
                  <a:lnTo>
                    <a:pt x="519" y="346"/>
                  </a:lnTo>
                  <a:lnTo>
                    <a:pt x="346" y="605"/>
                  </a:lnTo>
                  <a:lnTo>
                    <a:pt x="216" y="930"/>
                  </a:lnTo>
                  <a:lnTo>
                    <a:pt x="108" y="1275"/>
                  </a:lnTo>
                  <a:lnTo>
                    <a:pt x="22" y="1664"/>
                  </a:lnTo>
                  <a:lnTo>
                    <a:pt x="0" y="1880"/>
                  </a:lnTo>
                  <a:lnTo>
                    <a:pt x="0" y="2096"/>
                  </a:lnTo>
                  <a:lnTo>
                    <a:pt x="0" y="2312"/>
                  </a:lnTo>
                  <a:lnTo>
                    <a:pt x="22" y="2528"/>
                  </a:lnTo>
                  <a:lnTo>
                    <a:pt x="108" y="2917"/>
                  </a:lnTo>
                  <a:lnTo>
                    <a:pt x="216" y="3285"/>
                  </a:lnTo>
                  <a:lnTo>
                    <a:pt x="346" y="3587"/>
                  </a:lnTo>
                  <a:lnTo>
                    <a:pt x="519" y="3847"/>
                  </a:lnTo>
                  <a:lnTo>
                    <a:pt x="605" y="3955"/>
                  </a:lnTo>
                  <a:lnTo>
                    <a:pt x="692" y="4041"/>
                  </a:lnTo>
                  <a:lnTo>
                    <a:pt x="800" y="4106"/>
                  </a:lnTo>
                  <a:lnTo>
                    <a:pt x="886" y="4149"/>
                  </a:lnTo>
                  <a:lnTo>
                    <a:pt x="994" y="4192"/>
                  </a:lnTo>
                  <a:lnTo>
                    <a:pt x="1167" y="4192"/>
                  </a:lnTo>
                  <a:lnTo>
                    <a:pt x="1275" y="4149"/>
                  </a:lnTo>
                  <a:lnTo>
                    <a:pt x="1361" y="4106"/>
                  </a:lnTo>
                  <a:lnTo>
                    <a:pt x="1469" y="4041"/>
                  </a:lnTo>
                  <a:lnTo>
                    <a:pt x="1556" y="3955"/>
                  </a:lnTo>
                  <a:lnTo>
                    <a:pt x="1642" y="3847"/>
                  </a:lnTo>
                  <a:lnTo>
                    <a:pt x="1815" y="3587"/>
                  </a:lnTo>
                  <a:lnTo>
                    <a:pt x="1945" y="3285"/>
                  </a:lnTo>
                  <a:lnTo>
                    <a:pt x="2074" y="2917"/>
                  </a:lnTo>
                  <a:lnTo>
                    <a:pt x="2139" y="2528"/>
                  </a:lnTo>
                  <a:lnTo>
                    <a:pt x="2161" y="2312"/>
                  </a:lnTo>
                  <a:lnTo>
                    <a:pt x="2161" y="2096"/>
                  </a:lnTo>
                  <a:lnTo>
                    <a:pt x="2161" y="1880"/>
                  </a:lnTo>
                  <a:lnTo>
                    <a:pt x="2139" y="1664"/>
                  </a:lnTo>
                  <a:lnTo>
                    <a:pt x="2074" y="1275"/>
                  </a:lnTo>
                  <a:lnTo>
                    <a:pt x="1945" y="930"/>
                  </a:lnTo>
                  <a:lnTo>
                    <a:pt x="1815" y="605"/>
                  </a:lnTo>
                  <a:lnTo>
                    <a:pt x="1642" y="346"/>
                  </a:lnTo>
                  <a:lnTo>
                    <a:pt x="1556" y="260"/>
                  </a:lnTo>
                  <a:lnTo>
                    <a:pt x="1469" y="173"/>
                  </a:lnTo>
                  <a:lnTo>
                    <a:pt x="1361" y="87"/>
                  </a:lnTo>
                  <a:lnTo>
                    <a:pt x="1275" y="44"/>
                  </a:lnTo>
                  <a:lnTo>
                    <a:pt x="1167" y="22"/>
                  </a:lnTo>
                  <a:lnTo>
                    <a:pt x="10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34">
              <a:extLst>
                <a:ext uri="{FF2B5EF4-FFF2-40B4-BE49-F238E27FC236}">
                  <a16:creationId xmlns:a16="http://schemas.microsoft.com/office/drawing/2014/main" id="{7EDB5DCA-C0C9-4CA0-CF3A-E5AE8FC4A147}"/>
                </a:ext>
              </a:extLst>
            </p:cNvPr>
            <p:cNvSpPr/>
            <p:nvPr/>
          </p:nvSpPr>
          <p:spPr>
            <a:xfrm>
              <a:off x="16330900" y="3048875"/>
              <a:ext cx="492675" cy="38375"/>
            </a:xfrm>
            <a:custGeom>
              <a:avLst/>
              <a:gdLst/>
              <a:ahLst/>
              <a:cxnLst/>
              <a:rect l="l" t="t" r="r" b="b"/>
              <a:pathLst>
                <a:path w="19707" h="1535" extrusionOk="0">
                  <a:moveTo>
                    <a:pt x="606" y="1"/>
                  </a:moveTo>
                  <a:lnTo>
                    <a:pt x="476" y="44"/>
                  </a:lnTo>
                  <a:lnTo>
                    <a:pt x="346" y="130"/>
                  </a:lnTo>
                  <a:lnTo>
                    <a:pt x="217" y="217"/>
                  </a:lnTo>
                  <a:lnTo>
                    <a:pt x="130" y="325"/>
                  </a:lnTo>
                  <a:lnTo>
                    <a:pt x="65" y="454"/>
                  </a:lnTo>
                  <a:lnTo>
                    <a:pt x="22" y="606"/>
                  </a:lnTo>
                  <a:lnTo>
                    <a:pt x="0" y="757"/>
                  </a:lnTo>
                  <a:lnTo>
                    <a:pt x="22" y="908"/>
                  </a:lnTo>
                  <a:lnTo>
                    <a:pt x="65" y="1059"/>
                  </a:lnTo>
                  <a:lnTo>
                    <a:pt x="130" y="1189"/>
                  </a:lnTo>
                  <a:lnTo>
                    <a:pt x="217" y="1297"/>
                  </a:lnTo>
                  <a:lnTo>
                    <a:pt x="346" y="1405"/>
                  </a:lnTo>
                  <a:lnTo>
                    <a:pt x="476" y="1470"/>
                  </a:lnTo>
                  <a:lnTo>
                    <a:pt x="606" y="1513"/>
                  </a:lnTo>
                  <a:lnTo>
                    <a:pt x="778" y="1535"/>
                  </a:lnTo>
                  <a:lnTo>
                    <a:pt x="18950" y="1535"/>
                  </a:lnTo>
                  <a:lnTo>
                    <a:pt x="19102" y="1513"/>
                  </a:lnTo>
                  <a:lnTo>
                    <a:pt x="19231" y="1470"/>
                  </a:lnTo>
                  <a:lnTo>
                    <a:pt x="19361" y="1405"/>
                  </a:lnTo>
                  <a:lnTo>
                    <a:pt x="19490" y="1297"/>
                  </a:lnTo>
                  <a:lnTo>
                    <a:pt x="19577" y="1189"/>
                  </a:lnTo>
                  <a:lnTo>
                    <a:pt x="19642" y="1059"/>
                  </a:lnTo>
                  <a:lnTo>
                    <a:pt x="19685" y="908"/>
                  </a:lnTo>
                  <a:lnTo>
                    <a:pt x="19707" y="757"/>
                  </a:lnTo>
                  <a:lnTo>
                    <a:pt x="19685" y="606"/>
                  </a:lnTo>
                  <a:lnTo>
                    <a:pt x="19642" y="454"/>
                  </a:lnTo>
                  <a:lnTo>
                    <a:pt x="19577" y="325"/>
                  </a:lnTo>
                  <a:lnTo>
                    <a:pt x="19490" y="217"/>
                  </a:lnTo>
                  <a:lnTo>
                    <a:pt x="19361" y="130"/>
                  </a:lnTo>
                  <a:lnTo>
                    <a:pt x="19231" y="44"/>
                  </a:lnTo>
                  <a:lnTo>
                    <a:pt x="1910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34">
              <a:extLst>
                <a:ext uri="{FF2B5EF4-FFF2-40B4-BE49-F238E27FC236}">
                  <a16:creationId xmlns:a16="http://schemas.microsoft.com/office/drawing/2014/main" id="{3A20147E-B7C0-0D4C-61A3-63BFC04633A2}"/>
                </a:ext>
              </a:extLst>
            </p:cNvPr>
            <p:cNvSpPr/>
            <p:nvPr/>
          </p:nvSpPr>
          <p:spPr>
            <a:xfrm>
              <a:off x="16395725" y="3319500"/>
              <a:ext cx="195025" cy="121575"/>
            </a:xfrm>
            <a:custGeom>
              <a:avLst/>
              <a:gdLst/>
              <a:ahLst/>
              <a:cxnLst/>
              <a:rect l="l" t="t" r="r" b="b"/>
              <a:pathLst>
                <a:path w="7801" h="4863" extrusionOk="0">
                  <a:moveTo>
                    <a:pt x="5986" y="1"/>
                  </a:moveTo>
                  <a:lnTo>
                    <a:pt x="5813" y="23"/>
                  </a:lnTo>
                  <a:lnTo>
                    <a:pt x="5640" y="87"/>
                  </a:lnTo>
                  <a:lnTo>
                    <a:pt x="5445" y="174"/>
                  </a:lnTo>
                  <a:lnTo>
                    <a:pt x="5273" y="303"/>
                  </a:lnTo>
                  <a:lnTo>
                    <a:pt x="5057" y="455"/>
                  </a:lnTo>
                  <a:lnTo>
                    <a:pt x="4862" y="628"/>
                  </a:lnTo>
                  <a:lnTo>
                    <a:pt x="4646" y="844"/>
                  </a:lnTo>
                  <a:lnTo>
                    <a:pt x="4430" y="1103"/>
                  </a:lnTo>
                  <a:lnTo>
                    <a:pt x="3933" y="1708"/>
                  </a:lnTo>
                  <a:lnTo>
                    <a:pt x="3738" y="1946"/>
                  </a:lnTo>
                  <a:lnTo>
                    <a:pt x="3522" y="2183"/>
                  </a:lnTo>
                  <a:lnTo>
                    <a:pt x="3285" y="2399"/>
                  </a:lnTo>
                  <a:lnTo>
                    <a:pt x="3047" y="2594"/>
                  </a:lnTo>
                  <a:lnTo>
                    <a:pt x="2788" y="2788"/>
                  </a:lnTo>
                  <a:lnTo>
                    <a:pt x="2528" y="2961"/>
                  </a:lnTo>
                  <a:lnTo>
                    <a:pt x="2248" y="3134"/>
                  </a:lnTo>
                  <a:lnTo>
                    <a:pt x="1988" y="3264"/>
                  </a:lnTo>
                  <a:lnTo>
                    <a:pt x="1707" y="3393"/>
                  </a:lnTo>
                  <a:lnTo>
                    <a:pt x="1448" y="3501"/>
                  </a:lnTo>
                  <a:lnTo>
                    <a:pt x="1167" y="3566"/>
                  </a:lnTo>
                  <a:lnTo>
                    <a:pt x="908" y="3631"/>
                  </a:lnTo>
                  <a:lnTo>
                    <a:pt x="670" y="3653"/>
                  </a:lnTo>
                  <a:lnTo>
                    <a:pt x="433" y="3653"/>
                  </a:lnTo>
                  <a:lnTo>
                    <a:pt x="195" y="3631"/>
                  </a:lnTo>
                  <a:lnTo>
                    <a:pt x="0" y="3588"/>
                  </a:lnTo>
                  <a:lnTo>
                    <a:pt x="389" y="3825"/>
                  </a:lnTo>
                  <a:lnTo>
                    <a:pt x="778" y="4063"/>
                  </a:lnTo>
                  <a:lnTo>
                    <a:pt x="1210" y="4258"/>
                  </a:lnTo>
                  <a:lnTo>
                    <a:pt x="1643" y="4430"/>
                  </a:lnTo>
                  <a:lnTo>
                    <a:pt x="2118" y="4582"/>
                  </a:lnTo>
                  <a:lnTo>
                    <a:pt x="2572" y="4711"/>
                  </a:lnTo>
                  <a:lnTo>
                    <a:pt x="3047" y="4798"/>
                  </a:lnTo>
                  <a:lnTo>
                    <a:pt x="3501" y="4863"/>
                  </a:lnTo>
                  <a:lnTo>
                    <a:pt x="3976" y="4863"/>
                  </a:lnTo>
                  <a:lnTo>
                    <a:pt x="4430" y="4841"/>
                  </a:lnTo>
                  <a:lnTo>
                    <a:pt x="4884" y="4776"/>
                  </a:lnTo>
                  <a:lnTo>
                    <a:pt x="5316" y="4668"/>
                  </a:lnTo>
                  <a:lnTo>
                    <a:pt x="5510" y="4603"/>
                  </a:lnTo>
                  <a:lnTo>
                    <a:pt x="5705" y="4517"/>
                  </a:lnTo>
                  <a:lnTo>
                    <a:pt x="5899" y="4409"/>
                  </a:lnTo>
                  <a:lnTo>
                    <a:pt x="6094" y="4301"/>
                  </a:lnTo>
                  <a:lnTo>
                    <a:pt x="6288" y="4193"/>
                  </a:lnTo>
                  <a:lnTo>
                    <a:pt x="6461" y="4063"/>
                  </a:lnTo>
                  <a:lnTo>
                    <a:pt x="6612" y="3912"/>
                  </a:lnTo>
                  <a:lnTo>
                    <a:pt x="6764" y="3739"/>
                  </a:lnTo>
                  <a:lnTo>
                    <a:pt x="7044" y="3415"/>
                  </a:lnTo>
                  <a:lnTo>
                    <a:pt x="7282" y="3112"/>
                  </a:lnTo>
                  <a:lnTo>
                    <a:pt x="7455" y="2832"/>
                  </a:lnTo>
                  <a:lnTo>
                    <a:pt x="7606" y="2551"/>
                  </a:lnTo>
                  <a:lnTo>
                    <a:pt x="7693" y="2291"/>
                  </a:lnTo>
                  <a:lnTo>
                    <a:pt x="7757" y="2054"/>
                  </a:lnTo>
                  <a:lnTo>
                    <a:pt x="7801" y="1838"/>
                  </a:lnTo>
                  <a:lnTo>
                    <a:pt x="7801" y="1621"/>
                  </a:lnTo>
                  <a:lnTo>
                    <a:pt x="7757" y="1427"/>
                  </a:lnTo>
                  <a:lnTo>
                    <a:pt x="7714" y="1233"/>
                  </a:lnTo>
                  <a:lnTo>
                    <a:pt x="7628" y="1081"/>
                  </a:lnTo>
                  <a:lnTo>
                    <a:pt x="7541" y="908"/>
                  </a:lnTo>
                  <a:lnTo>
                    <a:pt x="7412" y="779"/>
                  </a:lnTo>
                  <a:lnTo>
                    <a:pt x="7304" y="649"/>
                  </a:lnTo>
                  <a:lnTo>
                    <a:pt x="7152" y="520"/>
                  </a:lnTo>
                  <a:lnTo>
                    <a:pt x="7023" y="411"/>
                  </a:lnTo>
                  <a:lnTo>
                    <a:pt x="6850" y="282"/>
                  </a:lnTo>
                  <a:lnTo>
                    <a:pt x="6677" y="174"/>
                  </a:lnTo>
                  <a:lnTo>
                    <a:pt x="6504" y="87"/>
                  </a:lnTo>
                  <a:lnTo>
                    <a:pt x="6331" y="44"/>
                  </a:lnTo>
                  <a:lnTo>
                    <a:pt x="61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34">
              <a:extLst>
                <a:ext uri="{FF2B5EF4-FFF2-40B4-BE49-F238E27FC236}">
                  <a16:creationId xmlns:a16="http://schemas.microsoft.com/office/drawing/2014/main" id="{9B5EEECA-375E-1C49-60CE-DA0AA12B7622}"/>
                </a:ext>
              </a:extLst>
            </p:cNvPr>
            <p:cNvSpPr/>
            <p:nvPr/>
          </p:nvSpPr>
          <p:spPr>
            <a:xfrm>
              <a:off x="16563725" y="3319500"/>
              <a:ext cx="195025" cy="121575"/>
            </a:xfrm>
            <a:custGeom>
              <a:avLst/>
              <a:gdLst/>
              <a:ahLst/>
              <a:cxnLst/>
              <a:rect l="l" t="t" r="r" b="b"/>
              <a:pathLst>
                <a:path w="7801" h="4863" extrusionOk="0">
                  <a:moveTo>
                    <a:pt x="1642" y="1"/>
                  </a:moveTo>
                  <a:lnTo>
                    <a:pt x="1470" y="44"/>
                  </a:lnTo>
                  <a:lnTo>
                    <a:pt x="1297" y="87"/>
                  </a:lnTo>
                  <a:lnTo>
                    <a:pt x="1124" y="174"/>
                  </a:lnTo>
                  <a:lnTo>
                    <a:pt x="973" y="282"/>
                  </a:lnTo>
                  <a:lnTo>
                    <a:pt x="778" y="411"/>
                  </a:lnTo>
                  <a:lnTo>
                    <a:pt x="649" y="520"/>
                  </a:lnTo>
                  <a:lnTo>
                    <a:pt x="519" y="649"/>
                  </a:lnTo>
                  <a:lnTo>
                    <a:pt x="389" y="779"/>
                  </a:lnTo>
                  <a:lnTo>
                    <a:pt x="281" y="908"/>
                  </a:lnTo>
                  <a:lnTo>
                    <a:pt x="173" y="1081"/>
                  </a:lnTo>
                  <a:lnTo>
                    <a:pt x="87" y="1233"/>
                  </a:lnTo>
                  <a:lnTo>
                    <a:pt x="44" y="1427"/>
                  </a:lnTo>
                  <a:lnTo>
                    <a:pt x="22" y="1621"/>
                  </a:lnTo>
                  <a:lnTo>
                    <a:pt x="0" y="1838"/>
                  </a:lnTo>
                  <a:lnTo>
                    <a:pt x="44" y="2054"/>
                  </a:lnTo>
                  <a:lnTo>
                    <a:pt x="108" y="2291"/>
                  </a:lnTo>
                  <a:lnTo>
                    <a:pt x="195" y="2551"/>
                  </a:lnTo>
                  <a:lnTo>
                    <a:pt x="346" y="2832"/>
                  </a:lnTo>
                  <a:lnTo>
                    <a:pt x="519" y="3112"/>
                  </a:lnTo>
                  <a:lnTo>
                    <a:pt x="757" y="3415"/>
                  </a:lnTo>
                  <a:lnTo>
                    <a:pt x="1037" y="3739"/>
                  </a:lnTo>
                  <a:lnTo>
                    <a:pt x="1189" y="3912"/>
                  </a:lnTo>
                  <a:lnTo>
                    <a:pt x="1362" y="4063"/>
                  </a:lnTo>
                  <a:lnTo>
                    <a:pt x="1534" y="4193"/>
                  </a:lnTo>
                  <a:lnTo>
                    <a:pt x="1707" y="4301"/>
                  </a:lnTo>
                  <a:lnTo>
                    <a:pt x="1902" y="4409"/>
                  </a:lnTo>
                  <a:lnTo>
                    <a:pt x="2096" y="4517"/>
                  </a:lnTo>
                  <a:lnTo>
                    <a:pt x="2291" y="4603"/>
                  </a:lnTo>
                  <a:lnTo>
                    <a:pt x="2507" y="4668"/>
                  </a:lnTo>
                  <a:lnTo>
                    <a:pt x="2917" y="4776"/>
                  </a:lnTo>
                  <a:lnTo>
                    <a:pt x="3371" y="4841"/>
                  </a:lnTo>
                  <a:lnTo>
                    <a:pt x="3825" y="4863"/>
                  </a:lnTo>
                  <a:lnTo>
                    <a:pt x="4300" y="4863"/>
                  </a:lnTo>
                  <a:lnTo>
                    <a:pt x="4754" y="4798"/>
                  </a:lnTo>
                  <a:lnTo>
                    <a:pt x="5229" y="4711"/>
                  </a:lnTo>
                  <a:lnTo>
                    <a:pt x="5705" y="4582"/>
                  </a:lnTo>
                  <a:lnTo>
                    <a:pt x="6158" y="4430"/>
                  </a:lnTo>
                  <a:lnTo>
                    <a:pt x="6591" y="4258"/>
                  </a:lnTo>
                  <a:lnTo>
                    <a:pt x="7023" y="4063"/>
                  </a:lnTo>
                  <a:lnTo>
                    <a:pt x="7433" y="3825"/>
                  </a:lnTo>
                  <a:lnTo>
                    <a:pt x="7801" y="3588"/>
                  </a:lnTo>
                  <a:lnTo>
                    <a:pt x="7606" y="3631"/>
                  </a:lnTo>
                  <a:lnTo>
                    <a:pt x="7390" y="3653"/>
                  </a:lnTo>
                  <a:lnTo>
                    <a:pt x="7152" y="3653"/>
                  </a:lnTo>
                  <a:lnTo>
                    <a:pt x="6893" y="3631"/>
                  </a:lnTo>
                  <a:lnTo>
                    <a:pt x="6634" y="3566"/>
                  </a:lnTo>
                  <a:lnTo>
                    <a:pt x="6375" y="3501"/>
                  </a:lnTo>
                  <a:lnTo>
                    <a:pt x="6094" y="3393"/>
                  </a:lnTo>
                  <a:lnTo>
                    <a:pt x="5813" y="3264"/>
                  </a:lnTo>
                  <a:lnTo>
                    <a:pt x="5553" y="3134"/>
                  </a:lnTo>
                  <a:lnTo>
                    <a:pt x="5273" y="2961"/>
                  </a:lnTo>
                  <a:lnTo>
                    <a:pt x="5013" y="2788"/>
                  </a:lnTo>
                  <a:lnTo>
                    <a:pt x="4754" y="2594"/>
                  </a:lnTo>
                  <a:lnTo>
                    <a:pt x="4516" y="2399"/>
                  </a:lnTo>
                  <a:lnTo>
                    <a:pt x="4279" y="2183"/>
                  </a:lnTo>
                  <a:lnTo>
                    <a:pt x="4063" y="1946"/>
                  </a:lnTo>
                  <a:lnTo>
                    <a:pt x="3868" y="1708"/>
                  </a:lnTo>
                  <a:lnTo>
                    <a:pt x="3393" y="1103"/>
                  </a:lnTo>
                  <a:lnTo>
                    <a:pt x="3155" y="844"/>
                  </a:lnTo>
                  <a:lnTo>
                    <a:pt x="2939" y="628"/>
                  </a:lnTo>
                  <a:lnTo>
                    <a:pt x="2744" y="455"/>
                  </a:lnTo>
                  <a:lnTo>
                    <a:pt x="2550" y="303"/>
                  </a:lnTo>
                  <a:lnTo>
                    <a:pt x="2356" y="174"/>
                  </a:lnTo>
                  <a:lnTo>
                    <a:pt x="2161" y="87"/>
                  </a:lnTo>
                  <a:lnTo>
                    <a:pt x="1988" y="23"/>
                  </a:lnTo>
                  <a:lnTo>
                    <a:pt x="18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34">
              <a:extLst>
                <a:ext uri="{FF2B5EF4-FFF2-40B4-BE49-F238E27FC236}">
                  <a16:creationId xmlns:a16="http://schemas.microsoft.com/office/drawing/2014/main" id="{D86D9C84-70E3-773D-8E26-D3C9685FF796}"/>
                </a:ext>
              </a:extLst>
            </p:cNvPr>
            <p:cNvSpPr/>
            <p:nvPr/>
          </p:nvSpPr>
          <p:spPr>
            <a:xfrm>
              <a:off x="16640975" y="3230925"/>
              <a:ext cx="27575" cy="34600"/>
            </a:xfrm>
            <a:custGeom>
              <a:avLst/>
              <a:gdLst/>
              <a:ahLst/>
              <a:cxnLst/>
              <a:rect l="l" t="t" r="r" b="b"/>
              <a:pathLst>
                <a:path w="1103" h="1384" extrusionOk="0">
                  <a:moveTo>
                    <a:pt x="432" y="0"/>
                  </a:moveTo>
                  <a:lnTo>
                    <a:pt x="324" y="43"/>
                  </a:lnTo>
                  <a:lnTo>
                    <a:pt x="238" y="108"/>
                  </a:lnTo>
                  <a:lnTo>
                    <a:pt x="151" y="195"/>
                  </a:lnTo>
                  <a:lnTo>
                    <a:pt x="87" y="303"/>
                  </a:lnTo>
                  <a:lnTo>
                    <a:pt x="43" y="411"/>
                  </a:lnTo>
                  <a:lnTo>
                    <a:pt x="0" y="540"/>
                  </a:lnTo>
                  <a:lnTo>
                    <a:pt x="0" y="692"/>
                  </a:lnTo>
                  <a:lnTo>
                    <a:pt x="0" y="821"/>
                  </a:lnTo>
                  <a:lnTo>
                    <a:pt x="43" y="951"/>
                  </a:lnTo>
                  <a:lnTo>
                    <a:pt x="87" y="1081"/>
                  </a:lnTo>
                  <a:lnTo>
                    <a:pt x="151" y="1189"/>
                  </a:lnTo>
                  <a:lnTo>
                    <a:pt x="238" y="1275"/>
                  </a:lnTo>
                  <a:lnTo>
                    <a:pt x="324" y="1340"/>
                  </a:lnTo>
                  <a:lnTo>
                    <a:pt x="432" y="1383"/>
                  </a:lnTo>
                  <a:lnTo>
                    <a:pt x="648" y="1383"/>
                  </a:lnTo>
                  <a:lnTo>
                    <a:pt x="756" y="1340"/>
                  </a:lnTo>
                  <a:lnTo>
                    <a:pt x="843" y="1275"/>
                  </a:lnTo>
                  <a:lnTo>
                    <a:pt x="929" y="1189"/>
                  </a:lnTo>
                  <a:lnTo>
                    <a:pt x="994" y="1081"/>
                  </a:lnTo>
                  <a:lnTo>
                    <a:pt x="1059" y="951"/>
                  </a:lnTo>
                  <a:lnTo>
                    <a:pt x="1081" y="821"/>
                  </a:lnTo>
                  <a:lnTo>
                    <a:pt x="1102" y="692"/>
                  </a:lnTo>
                  <a:lnTo>
                    <a:pt x="1081" y="540"/>
                  </a:lnTo>
                  <a:lnTo>
                    <a:pt x="1059" y="411"/>
                  </a:lnTo>
                  <a:lnTo>
                    <a:pt x="994" y="303"/>
                  </a:lnTo>
                  <a:lnTo>
                    <a:pt x="929" y="195"/>
                  </a:lnTo>
                  <a:lnTo>
                    <a:pt x="843" y="108"/>
                  </a:lnTo>
                  <a:lnTo>
                    <a:pt x="756" y="43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34">
              <a:extLst>
                <a:ext uri="{FF2B5EF4-FFF2-40B4-BE49-F238E27FC236}">
                  <a16:creationId xmlns:a16="http://schemas.microsoft.com/office/drawing/2014/main" id="{B80CC259-E0EC-CF47-F8C1-361109C61B4E}"/>
                </a:ext>
              </a:extLst>
            </p:cNvPr>
            <p:cNvSpPr/>
            <p:nvPr/>
          </p:nvSpPr>
          <p:spPr>
            <a:xfrm>
              <a:off x="16487025" y="3230925"/>
              <a:ext cx="27575" cy="34600"/>
            </a:xfrm>
            <a:custGeom>
              <a:avLst/>
              <a:gdLst/>
              <a:ahLst/>
              <a:cxnLst/>
              <a:rect l="l" t="t" r="r" b="b"/>
              <a:pathLst>
                <a:path w="1103" h="1384" extrusionOk="0">
                  <a:moveTo>
                    <a:pt x="432" y="0"/>
                  </a:moveTo>
                  <a:lnTo>
                    <a:pt x="346" y="43"/>
                  </a:lnTo>
                  <a:lnTo>
                    <a:pt x="238" y="108"/>
                  </a:lnTo>
                  <a:lnTo>
                    <a:pt x="173" y="195"/>
                  </a:lnTo>
                  <a:lnTo>
                    <a:pt x="108" y="303"/>
                  </a:lnTo>
                  <a:lnTo>
                    <a:pt x="43" y="411"/>
                  </a:lnTo>
                  <a:lnTo>
                    <a:pt x="22" y="540"/>
                  </a:lnTo>
                  <a:lnTo>
                    <a:pt x="0" y="692"/>
                  </a:lnTo>
                  <a:lnTo>
                    <a:pt x="22" y="821"/>
                  </a:lnTo>
                  <a:lnTo>
                    <a:pt x="43" y="951"/>
                  </a:lnTo>
                  <a:lnTo>
                    <a:pt x="108" y="1081"/>
                  </a:lnTo>
                  <a:lnTo>
                    <a:pt x="173" y="1189"/>
                  </a:lnTo>
                  <a:lnTo>
                    <a:pt x="238" y="1275"/>
                  </a:lnTo>
                  <a:lnTo>
                    <a:pt x="346" y="1340"/>
                  </a:lnTo>
                  <a:lnTo>
                    <a:pt x="432" y="1383"/>
                  </a:lnTo>
                  <a:lnTo>
                    <a:pt x="670" y="1383"/>
                  </a:lnTo>
                  <a:lnTo>
                    <a:pt x="756" y="1340"/>
                  </a:lnTo>
                  <a:lnTo>
                    <a:pt x="864" y="1275"/>
                  </a:lnTo>
                  <a:lnTo>
                    <a:pt x="951" y="1189"/>
                  </a:lnTo>
                  <a:lnTo>
                    <a:pt x="1016" y="1081"/>
                  </a:lnTo>
                  <a:lnTo>
                    <a:pt x="1059" y="951"/>
                  </a:lnTo>
                  <a:lnTo>
                    <a:pt x="1080" y="821"/>
                  </a:lnTo>
                  <a:lnTo>
                    <a:pt x="1102" y="692"/>
                  </a:lnTo>
                  <a:lnTo>
                    <a:pt x="1080" y="540"/>
                  </a:lnTo>
                  <a:lnTo>
                    <a:pt x="1059" y="411"/>
                  </a:lnTo>
                  <a:lnTo>
                    <a:pt x="1016" y="303"/>
                  </a:lnTo>
                  <a:lnTo>
                    <a:pt x="951" y="195"/>
                  </a:lnTo>
                  <a:lnTo>
                    <a:pt x="864" y="108"/>
                  </a:lnTo>
                  <a:lnTo>
                    <a:pt x="756" y="43"/>
                  </a:lnTo>
                  <a:lnTo>
                    <a:pt x="6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34">
              <a:extLst>
                <a:ext uri="{FF2B5EF4-FFF2-40B4-BE49-F238E27FC236}">
                  <a16:creationId xmlns:a16="http://schemas.microsoft.com/office/drawing/2014/main" id="{2BC756A4-9FC1-4C29-4B3F-13899BD700FE}"/>
                </a:ext>
              </a:extLst>
            </p:cNvPr>
            <p:cNvSpPr/>
            <p:nvPr/>
          </p:nvSpPr>
          <p:spPr>
            <a:xfrm>
              <a:off x="16624750" y="3157450"/>
              <a:ext cx="107525" cy="39475"/>
            </a:xfrm>
            <a:custGeom>
              <a:avLst/>
              <a:gdLst/>
              <a:ahLst/>
              <a:cxnLst/>
              <a:rect l="l" t="t" r="r" b="b"/>
              <a:pathLst>
                <a:path w="4301" h="1579" extrusionOk="0">
                  <a:moveTo>
                    <a:pt x="563" y="1"/>
                  </a:moveTo>
                  <a:lnTo>
                    <a:pt x="455" y="22"/>
                  </a:lnTo>
                  <a:lnTo>
                    <a:pt x="347" y="65"/>
                  </a:lnTo>
                  <a:lnTo>
                    <a:pt x="260" y="130"/>
                  </a:lnTo>
                  <a:lnTo>
                    <a:pt x="195" y="195"/>
                  </a:lnTo>
                  <a:lnTo>
                    <a:pt x="87" y="282"/>
                  </a:lnTo>
                  <a:lnTo>
                    <a:pt x="44" y="390"/>
                  </a:lnTo>
                  <a:lnTo>
                    <a:pt x="1" y="519"/>
                  </a:lnTo>
                  <a:lnTo>
                    <a:pt x="23" y="670"/>
                  </a:lnTo>
                  <a:lnTo>
                    <a:pt x="87" y="800"/>
                  </a:lnTo>
                  <a:lnTo>
                    <a:pt x="174" y="951"/>
                  </a:lnTo>
                  <a:lnTo>
                    <a:pt x="325" y="1059"/>
                  </a:lnTo>
                  <a:lnTo>
                    <a:pt x="498" y="1167"/>
                  </a:lnTo>
                  <a:lnTo>
                    <a:pt x="757" y="1189"/>
                  </a:lnTo>
                  <a:lnTo>
                    <a:pt x="1146" y="1211"/>
                  </a:lnTo>
                  <a:lnTo>
                    <a:pt x="2119" y="1232"/>
                  </a:lnTo>
                  <a:lnTo>
                    <a:pt x="2659" y="1276"/>
                  </a:lnTo>
                  <a:lnTo>
                    <a:pt x="3199" y="1340"/>
                  </a:lnTo>
                  <a:lnTo>
                    <a:pt x="3437" y="1384"/>
                  </a:lnTo>
                  <a:lnTo>
                    <a:pt x="3674" y="1448"/>
                  </a:lnTo>
                  <a:lnTo>
                    <a:pt x="3890" y="1513"/>
                  </a:lnTo>
                  <a:lnTo>
                    <a:pt x="4063" y="1578"/>
                  </a:lnTo>
                  <a:lnTo>
                    <a:pt x="4171" y="1578"/>
                  </a:lnTo>
                  <a:lnTo>
                    <a:pt x="4236" y="1556"/>
                  </a:lnTo>
                  <a:lnTo>
                    <a:pt x="4279" y="1513"/>
                  </a:lnTo>
                  <a:lnTo>
                    <a:pt x="4301" y="1470"/>
                  </a:lnTo>
                  <a:lnTo>
                    <a:pt x="4279" y="1427"/>
                  </a:lnTo>
                  <a:lnTo>
                    <a:pt x="4236" y="1362"/>
                  </a:lnTo>
                  <a:lnTo>
                    <a:pt x="4085" y="1211"/>
                  </a:lnTo>
                  <a:lnTo>
                    <a:pt x="3847" y="1059"/>
                  </a:lnTo>
                  <a:lnTo>
                    <a:pt x="3545" y="887"/>
                  </a:lnTo>
                  <a:lnTo>
                    <a:pt x="3199" y="714"/>
                  </a:lnTo>
                  <a:lnTo>
                    <a:pt x="2810" y="541"/>
                  </a:lnTo>
                  <a:lnTo>
                    <a:pt x="2399" y="390"/>
                  </a:lnTo>
                  <a:lnTo>
                    <a:pt x="1989" y="238"/>
                  </a:lnTo>
                  <a:lnTo>
                    <a:pt x="1600" y="130"/>
                  </a:lnTo>
                  <a:lnTo>
                    <a:pt x="1211" y="44"/>
                  </a:lnTo>
                  <a:lnTo>
                    <a:pt x="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34">
              <a:extLst>
                <a:ext uri="{FF2B5EF4-FFF2-40B4-BE49-F238E27FC236}">
                  <a16:creationId xmlns:a16="http://schemas.microsoft.com/office/drawing/2014/main" id="{4C799170-D4C8-9F3C-6C33-62A28A843904}"/>
                </a:ext>
              </a:extLst>
            </p:cNvPr>
            <p:cNvSpPr/>
            <p:nvPr/>
          </p:nvSpPr>
          <p:spPr>
            <a:xfrm>
              <a:off x="16422725" y="3157450"/>
              <a:ext cx="107000" cy="39475"/>
            </a:xfrm>
            <a:custGeom>
              <a:avLst/>
              <a:gdLst/>
              <a:ahLst/>
              <a:cxnLst/>
              <a:rect l="l" t="t" r="r" b="b"/>
              <a:pathLst>
                <a:path w="4280" h="1579" extrusionOk="0">
                  <a:moveTo>
                    <a:pt x="3415" y="1"/>
                  </a:moveTo>
                  <a:lnTo>
                    <a:pt x="3069" y="44"/>
                  </a:lnTo>
                  <a:lnTo>
                    <a:pt x="2702" y="130"/>
                  </a:lnTo>
                  <a:lnTo>
                    <a:pt x="2291" y="238"/>
                  </a:lnTo>
                  <a:lnTo>
                    <a:pt x="1881" y="390"/>
                  </a:lnTo>
                  <a:lnTo>
                    <a:pt x="1470" y="541"/>
                  </a:lnTo>
                  <a:lnTo>
                    <a:pt x="1081" y="714"/>
                  </a:lnTo>
                  <a:lnTo>
                    <a:pt x="735" y="887"/>
                  </a:lnTo>
                  <a:lnTo>
                    <a:pt x="433" y="1059"/>
                  </a:lnTo>
                  <a:lnTo>
                    <a:pt x="195" y="1211"/>
                  </a:lnTo>
                  <a:lnTo>
                    <a:pt x="44" y="1362"/>
                  </a:lnTo>
                  <a:lnTo>
                    <a:pt x="1" y="1427"/>
                  </a:lnTo>
                  <a:lnTo>
                    <a:pt x="1" y="1470"/>
                  </a:lnTo>
                  <a:lnTo>
                    <a:pt x="1" y="1513"/>
                  </a:lnTo>
                  <a:lnTo>
                    <a:pt x="44" y="1556"/>
                  </a:lnTo>
                  <a:lnTo>
                    <a:pt x="109" y="1578"/>
                  </a:lnTo>
                  <a:lnTo>
                    <a:pt x="217" y="1578"/>
                  </a:lnTo>
                  <a:lnTo>
                    <a:pt x="411" y="1513"/>
                  </a:lnTo>
                  <a:lnTo>
                    <a:pt x="606" y="1448"/>
                  </a:lnTo>
                  <a:lnTo>
                    <a:pt x="843" y="1384"/>
                  </a:lnTo>
                  <a:lnTo>
                    <a:pt x="1103" y="1340"/>
                  </a:lnTo>
                  <a:lnTo>
                    <a:pt x="1621" y="1276"/>
                  </a:lnTo>
                  <a:lnTo>
                    <a:pt x="2162" y="1232"/>
                  </a:lnTo>
                  <a:lnTo>
                    <a:pt x="3155" y="1211"/>
                  </a:lnTo>
                  <a:lnTo>
                    <a:pt x="3523" y="1189"/>
                  </a:lnTo>
                  <a:lnTo>
                    <a:pt x="3782" y="1167"/>
                  </a:lnTo>
                  <a:lnTo>
                    <a:pt x="3955" y="1059"/>
                  </a:lnTo>
                  <a:lnTo>
                    <a:pt x="4106" y="951"/>
                  </a:lnTo>
                  <a:lnTo>
                    <a:pt x="4193" y="800"/>
                  </a:lnTo>
                  <a:lnTo>
                    <a:pt x="4257" y="670"/>
                  </a:lnTo>
                  <a:lnTo>
                    <a:pt x="4279" y="519"/>
                  </a:lnTo>
                  <a:lnTo>
                    <a:pt x="4257" y="390"/>
                  </a:lnTo>
                  <a:lnTo>
                    <a:pt x="4193" y="282"/>
                  </a:lnTo>
                  <a:lnTo>
                    <a:pt x="4085" y="195"/>
                  </a:lnTo>
                  <a:lnTo>
                    <a:pt x="4020" y="130"/>
                  </a:lnTo>
                  <a:lnTo>
                    <a:pt x="3933" y="65"/>
                  </a:lnTo>
                  <a:lnTo>
                    <a:pt x="3825" y="22"/>
                  </a:lnTo>
                  <a:lnTo>
                    <a:pt x="37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34">
              <a:extLst>
                <a:ext uri="{FF2B5EF4-FFF2-40B4-BE49-F238E27FC236}">
                  <a16:creationId xmlns:a16="http://schemas.microsoft.com/office/drawing/2014/main" id="{7E099865-2588-6A22-7FD7-F8E251E9330A}"/>
                </a:ext>
              </a:extLst>
            </p:cNvPr>
            <p:cNvSpPr/>
            <p:nvPr/>
          </p:nvSpPr>
          <p:spPr>
            <a:xfrm>
              <a:off x="16313075" y="3508025"/>
              <a:ext cx="528325" cy="501325"/>
            </a:xfrm>
            <a:custGeom>
              <a:avLst/>
              <a:gdLst/>
              <a:ahLst/>
              <a:cxnLst/>
              <a:rect l="l" t="t" r="r" b="b"/>
              <a:pathLst>
                <a:path w="21133" h="20053" extrusionOk="0">
                  <a:moveTo>
                    <a:pt x="0" y="1"/>
                  </a:moveTo>
                  <a:lnTo>
                    <a:pt x="0" y="20053"/>
                  </a:lnTo>
                  <a:lnTo>
                    <a:pt x="21133" y="20053"/>
                  </a:lnTo>
                  <a:lnTo>
                    <a:pt x="21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34">
              <a:extLst>
                <a:ext uri="{FF2B5EF4-FFF2-40B4-BE49-F238E27FC236}">
                  <a16:creationId xmlns:a16="http://schemas.microsoft.com/office/drawing/2014/main" id="{65632F5B-98CD-E833-CE89-82AF9E18F3F4}"/>
                </a:ext>
              </a:extLst>
            </p:cNvPr>
            <p:cNvSpPr/>
            <p:nvPr/>
          </p:nvSpPr>
          <p:spPr>
            <a:xfrm>
              <a:off x="16426525" y="3663600"/>
              <a:ext cx="301425" cy="10850"/>
            </a:xfrm>
            <a:custGeom>
              <a:avLst/>
              <a:gdLst/>
              <a:ahLst/>
              <a:cxnLst/>
              <a:rect l="l" t="t" r="r" b="b"/>
              <a:pathLst>
                <a:path w="12057" h="434" extrusionOk="0">
                  <a:moveTo>
                    <a:pt x="130" y="1"/>
                  </a:moveTo>
                  <a:lnTo>
                    <a:pt x="65" y="66"/>
                  </a:lnTo>
                  <a:lnTo>
                    <a:pt x="22" y="131"/>
                  </a:lnTo>
                  <a:lnTo>
                    <a:pt x="0" y="217"/>
                  </a:lnTo>
                  <a:lnTo>
                    <a:pt x="22" y="303"/>
                  </a:lnTo>
                  <a:lnTo>
                    <a:pt x="65" y="368"/>
                  </a:lnTo>
                  <a:lnTo>
                    <a:pt x="130" y="411"/>
                  </a:lnTo>
                  <a:lnTo>
                    <a:pt x="216" y="433"/>
                  </a:lnTo>
                  <a:lnTo>
                    <a:pt x="11841" y="433"/>
                  </a:lnTo>
                  <a:lnTo>
                    <a:pt x="11927" y="411"/>
                  </a:lnTo>
                  <a:lnTo>
                    <a:pt x="11992" y="368"/>
                  </a:lnTo>
                  <a:lnTo>
                    <a:pt x="12035" y="303"/>
                  </a:lnTo>
                  <a:lnTo>
                    <a:pt x="12057" y="217"/>
                  </a:lnTo>
                  <a:lnTo>
                    <a:pt x="12035" y="131"/>
                  </a:lnTo>
                  <a:lnTo>
                    <a:pt x="11992" y="66"/>
                  </a:lnTo>
                  <a:lnTo>
                    <a:pt x="1192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34">
              <a:extLst>
                <a:ext uri="{FF2B5EF4-FFF2-40B4-BE49-F238E27FC236}">
                  <a16:creationId xmlns:a16="http://schemas.microsoft.com/office/drawing/2014/main" id="{E191E74B-882E-23A0-C09C-2DF0FEA1985E}"/>
                </a:ext>
              </a:extLst>
            </p:cNvPr>
            <p:cNvSpPr/>
            <p:nvPr/>
          </p:nvSpPr>
          <p:spPr>
            <a:xfrm>
              <a:off x="16395725" y="3632275"/>
              <a:ext cx="72950" cy="72950"/>
            </a:xfrm>
            <a:custGeom>
              <a:avLst/>
              <a:gdLst/>
              <a:ahLst/>
              <a:cxnLst/>
              <a:rect l="l" t="t" r="r" b="b"/>
              <a:pathLst>
                <a:path w="2918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67" y="44"/>
                  </a:lnTo>
                  <a:lnTo>
                    <a:pt x="1016" y="66"/>
                  </a:lnTo>
                  <a:lnTo>
                    <a:pt x="886" y="130"/>
                  </a:lnTo>
                  <a:lnTo>
                    <a:pt x="757" y="195"/>
                  </a:lnTo>
                  <a:lnTo>
                    <a:pt x="649" y="260"/>
                  </a:lnTo>
                  <a:lnTo>
                    <a:pt x="519" y="346"/>
                  </a:lnTo>
                  <a:lnTo>
                    <a:pt x="433" y="433"/>
                  </a:lnTo>
                  <a:lnTo>
                    <a:pt x="325" y="541"/>
                  </a:lnTo>
                  <a:lnTo>
                    <a:pt x="260" y="649"/>
                  </a:lnTo>
                  <a:lnTo>
                    <a:pt x="173" y="779"/>
                  </a:lnTo>
                  <a:lnTo>
                    <a:pt x="108" y="887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21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60" y="2269"/>
                  </a:lnTo>
                  <a:lnTo>
                    <a:pt x="325" y="2378"/>
                  </a:lnTo>
                  <a:lnTo>
                    <a:pt x="433" y="2486"/>
                  </a:lnTo>
                  <a:lnTo>
                    <a:pt x="519" y="2594"/>
                  </a:lnTo>
                  <a:lnTo>
                    <a:pt x="649" y="2658"/>
                  </a:lnTo>
                  <a:lnTo>
                    <a:pt x="757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67" y="2896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51" y="2896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40" y="2745"/>
                  </a:lnTo>
                  <a:lnTo>
                    <a:pt x="2269" y="2658"/>
                  </a:lnTo>
                  <a:lnTo>
                    <a:pt x="2377" y="2594"/>
                  </a:lnTo>
                  <a:lnTo>
                    <a:pt x="2485" y="2486"/>
                  </a:lnTo>
                  <a:lnTo>
                    <a:pt x="2572" y="2378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21"/>
                  </a:lnTo>
                  <a:lnTo>
                    <a:pt x="2917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7"/>
                  </a:lnTo>
                  <a:lnTo>
                    <a:pt x="2723" y="779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85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40" y="195"/>
                  </a:lnTo>
                  <a:lnTo>
                    <a:pt x="2010" y="130"/>
                  </a:lnTo>
                  <a:lnTo>
                    <a:pt x="1880" y="66"/>
                  </a:lnTo>
                  <a:lnTo>
                    <a:pt x="1751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34">
              <a:extLst>
                <a:ext uri="{FF2B5EF4-FFF2-40B4-BE49-F238E27FC236}">
                  <a16:creationId xmlns:a16="http://schemas.microsoft.com/office/drawing/2014/main" id="{BBA08ACA-4095-4C3B-47B6-D2E1F1FC39E2}"/>
                </a:ext>
              </a:extLst>
            </p:cNvPr>
            <p:cNvSpPr/>
            <p:nvPr/>
          </p:nvSpPr>
          <p:spPr>
            <a:xfrm>
              <a:off x="16686350" y="3632275"/>
              <a:ext cx="72400" cy="72950"/>
            </a:xfrm>
            <a:custGeom>
              <a:avLst/>
              <a:gdLst/>
              <a:ahLst/>
              <a:cxnLst/>
              <a:rect l="l" t="t" r="r" b="b"/>
              <a:pathLst>
                <a:path w="2896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45" y="44"/>
                  </a:lnTo>
                  <a:lnTo>
                    <a:pt x="1016" y="66"/>
                  </a:lnTo>
                  <a:lnTo>
                    <a:pt x="886" y="130"/>
                  </a:lnTo>
                  <a:lnTo>
                    <a:pt x="756" y="195"/>
                  </a:lnTo>
                  <a:lnTo>
                    <a:pt x="627" y="260"/>
                  </a:lnTo>
                  <a:lnTo>
                    <a:pt x="519" y="346"/>
                  </a:lnTo>
                  <a:lnTo>
                    <a:pt x="411" y="433"/>
                  </a:lnTo>
                  <a:lnTo>
                    <a:pt x="324" y="541"/>
                  </a:lnTo>
                  <a:lnTo>
                    <a:pt x="238" y="649"/>
                  </a:lnTo>
                  <a:lnTo>
                    <a:pt x="173" y="779"/>
                  </a:lnTo>
                  <a:lnTo>
                    <a:pt x="108" y="887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21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38" y="2269"/>
                  </a:lnTo>
                  <a:lnTo>
                    <a:pt x="324" y="2378"/>
                  </a:lnTo>
                  <a:lnTo>
                    <a:pt x="411" y="2486"/>
                  </a:lnTo>
                  <a:lnTo>
                    <a:pt x="519" y="2594"/>
                  </a:lnTo>
                  <a:lnTo>
                    <a:pt x="627" y="2658"/>
                  </a:lnTo>
                  <a:lnTo>
                    <a:pt x="756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45" y="2896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29" y="2896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39" y="2745"/>
                  </a:lnTo>
                  <a:lnTo>
                    <a:pt x="2269" y="2658"/>
                  </a:lnTo>
                  <a:lnTo>
                    <a:pt x="2377" y="2594"/>
                  </a:lnTo>
                  <a:lnTo>
                    <a:pt x="2463" y="2486"/>
                  </a:lnTo>
                  <a:lnTo>
                    <a:pt x="2572" y="2378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21"/>
                  </a:lnTo>
                  <a:lnTo>
                    <a:pt x="2896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7"/>
                  </a:lnTo>
                  <a:lnTo>
                    <a:pt x="2723" y="779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63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39" y="195"/>
                  </a:lnTo>
                  <a:lnTo>
                    <a:pt x="2010" y="130"/>
                  </a:lnTo>
                  <a:lnTo>
                    <a:pt x="1880" y="66"/>
                  </a:lnTo>
                  <a:lnTo>
                    <a:pt x="1729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34">
              <a:extLst>
                <a:ext uri="{FF2B5EF4-FFF2-40B4-BE49-F238E27FC236}">
                  <a16:creationId xmlns:a16="http://schemas.microsoft.com/office/drawing/2014/main" id="{7ABFEEDD-4987-2E23-5845-17929C6F792E}"/>
                </a:ext>
              </a:extLst>
            </p:cNvPr>
            <p:cNvSpPr/>
            <p:nvPr/>
          </p:nvSpPr>
          <p:spPr>
            <a:xfrm>
              <a:off x="16703100" y="3649575"/>
              <a:ext cx="38375" cy="38375"/>
            </a:xfrm>
            <a:custGeom>
              <a:avLst/>
              <a:gdLst/>
              <a:ahLst/>
              <a:cxnLst/>
              <a:rect l="l" t="t" r="r" b="b"/>
              <a:pathLst>
                <a:path w="1535" h="1535" extrusionOk="0">
                  <a:moveTo>
                    <a:pt x="778" y="0"/>
                  </a:moveTo>
                  <a:lnTo>
                    <a:pt x="627" y="22"/>
                  </a:lnTo>
                  <a:lnTo>
                    <a:pt x="475" y="65"/>
                  </a:lnTo>
                  <a:lnTo>
                    <a:pt x="346" y="130"/>
                  </a:lnTo>
                  <a:lnTo>
                    <a:pt x="238" y="238"/>
                  </a:lnTo>
                  <a:lnTo>
                    <a:pt x="130" y="346"/>
                  </a:lnTo>
                  <a:lnTo>
                    <a:pt x="65" y="475"/>
                  </a:lnTo>
                  <a:lnTo>
                    <a:pt x="22" y="605"/>
                  </a:lnTo>
                  <a:lnTo>
                    <a:pt x="0" y="778"/>
                  </a:lnTo>
                  <a:lnTo>
                    <a:pt x="22" y="929"/>
                  </a:lnTo>
                  <a:lnTo>
                    <a:pt x="65" y="1081"/>
                  </a:lnTo>
                  <a:lnTo>
                    <a:pt x="130" y="1210"/>
                  </a:lnTo>
                  <a:lnTo>
                    <a:pt x="238" y="1318"/>
                  </a:lnTo>
                  <a:lnTo>
                    <a:pt x="346" y="1405"/>
                  </a:lnTo>
                  <a:lnTo>
                    <a:pt x="475" y="1469"/>
                  </a:lnTo>
                  <a:lnTo>
                    <a:pt x="627" y="1534"/>
                  </a:lnTo>
                  <a:lnTo>
                    <a:pt x="929" y="1534"/>
                  </a:lnTo>
                  <a:lnTo>
                    <a:pt x="1080" y="1469"/>
                  </a:lnTo>
                  <a:lnTo>
                    <a:pt x="1210" y="1405"/>
                  </a:lnTo>
                  <a:lnTo>
                    <a:pt x="1318" y="1318"/>
                  </a:lnTo>
                  <a:lnTo>
                    <a:pt x="1405" y="1210"/>
                  </a:lnTo>
                  <a:lnTo>
                    <a:pt x="1491" y="1081"/>
                  </a:lnTo>
                  <a:lnTo>
                    <a:pt x="1534" y="929"/>
                  </a:lnTo>
                  <a:lnTo>
                    <a:pt x="1534" y="778"/>
                  </a:lnTo>
                  <a:lnTo>
                    <a:pt x="1534" y="605"/>
                  </a:lnTo>
                  <a:lnTo>
                    <a:pt x="1491" y="475"/>
                  </a:lnTo>
                  <a:lnTo>
                    <a:pt x="1405" y="346"/>
                  </a:lnTo>
                  <a:lnTo>
                    <a:pt x="1318" y="238"/>
                  </a:lnTo>
                  <a:lnTo>
                    <a:pt x="1210" y="130"/>
                  </a:lnTo>
                  <a:lnTo>
                    <a:pt x="1080" y="65"/>
                  </a:lnTo>
                  <a:lnTo>
                    <a:pt x="929" y="22"/>
                  </a:lnTo>
                  <a:lnTo>
                    <a:pt x="77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34">
              <a:extLst>
                <a:ext uri="{FF2B5EF4-FFF2-40B4-BE49-F238E27FC236}">
                  <a16:creationId xmlns:a16="http://schemas.microsoft.com/office/drawing/2014/main" id="{509AC49C-764F-DAE7-777B-7933E69986FF}"/>
                </a:ext>
              </a:extLst>
            </p:cNvPr>
            <p:cNvSpPr/>
            <p:nvPr/>
          </p:nvSpPr>
          <p:spPr>
            <a:xfrm>
              <a:off x="16413000" y="3649575"/>
              <a:ext cx="38375" cy="38375"/>
            </a:xfrm>
            <a:custGeom>
              <a:avLst/>
              <a:gdLst/>
              <a:ahLst/>
              <a:cxnLst/>
              <a:rect l="l" t="t" r="r" b="b"/>
              <a:pathLst>
                <a:path w="1535" h="1535" extrusionOk="0">
                  <a:moveTo>
                    <a:pt x="757" y="0"/>
                  </a:moveTo>
                  <a:lnTo>
                    <a:pt x="606" y="22"/>
                  </a:lnTo>
                  <a:lnTo>
                    <a:pt x="455" y="65"/>
                  </a:lnTo>
                  <a:lnTo>
                    <a:pt x="325" y="130"/>
                  </a:lnTo>
                  <a:lnTo>
                    <a:pt x="217" y="238"/>
                  </a:lnTo>
                  <a:lnTo>
                    <a:pt x="130" y="346"/>
                  </a:lnTo>
                  <a:lnTo>
                    <a:pt x="44" y="475"/>
                  </a:lnTo>
                  <a:lnTo>
                    <a:pt x="1" y="605"/>
                  </a:lnTo>
                  <a:lnTo>
                    <a:pt x="1" y="778"/>
                  </a:lnTo>
                  <a:lnTo>
                    <a:pt x="1" y="929"/>
                  </a:lnTo>
                  <a:lnTo>
                    <a:pt x="44" y="1081"/>
                  </a:lnTo>
                  <a:lnTo>
                    <a:pt x="130" y="1210"/>
                  </a:lnTo>
                  <a:lnTo>
                    <a:pt x="217" y="1318"/>
                  </a:lnTo>
                  <a:lnTo>
                    <a:pt x="325" y="1405"/>
                  </a:lnTo>
                  <a:lnTo>
                    <a:pt x="455" y="1469"/>
                  </a:lnTo>
                  <a:lnTo>
                    <a:pt x="606" y="1534"/>
                  </a:lnTo>
                  <a:lnTo>
                    <a:pt x="908" y="1534"/>
                  </a:lnTo>
                  <a:lnTo>
                    <a:pt x="1060" y="1469"/>
                  </a:lnTo>
                  <a:lnTo>
                    <a:pt x="1189" y="1405"/>
                  </a:lnTo>
                  <a:lnTo>
                    <a:pt x="1297" y="1318"/>
                  </a:lnTo>
                  <a:lnTo>
                    <a:pt x="1405" y="1210"/>
                  </a:lnTo>
                  <a:lnTo>
                    <a:pt x="1470" y="1081"/>
                  </a:lnTo>
                  <a:lnTo>
                    <a:pt x="1513" y="929"/>
                  </a:lnTo>
                  <a:lnTo>
                    <a:pt x="1535" y="778"/>
                  </a:lnTo>
                  <a:lnTo>
                    <a:pt x="1513" y="605"/>
                  </a:lnTo>
                  <a:lnTo>
                    <a:pt x="1470" y="475"/>
                  </a:lnTo>
                  <a:lnTo>
                    <a:pt x="1405" y="346"/>
                  </a:lnTo>
                  <a:lnTo>
                    <a:pt x="1297" y="238"/>
                  </a:lnTo>
                  <a:lnTo>
                    <a:pt x="1189" y="130"/>
                  </a:lnTo>
                  <a:lnTo>
                    <a:pt x="1060" y="65"/>
                  </a:lnTo>
                  <a:lnTo>
                    <a:pt x="908" y="22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34">
              <a:extLst>
                <a:ext uri="{FF2B5EF4-FFF2-40B4-BE49-F238E27FC236}">
                  <a16:creationId xmlns:a16="http://schemas.microsoft.com/office/drawing/2014/main" id="{E871E4FD-8783-6661-56E3-33A7C360AE4C}"/>
                </a:ext>
              </a:extLst>
            </p:cNvPr>
            <p:cNvSpPr/>
            <p:nvPr/>
          </p:nvSpPr>
          <p:spPr>
            <a:xfrm>
              <a:off x="16426525" y="3768400"/>
              <a:ext cx="301425" cy="10825"/>
            </a:xfrm>
            <a:custGeom>
              <a:avLst/>
              <a:gdLst/>
              <a:ahLst/>
              <a:cxnLst/>
              <a:rect l="l" t="t" r="r" b="b"/>
              <a:pathLst>
                <a:path w="12057" h="433" extrusionOk="0">
                  <a:moveTo>
                    <a:pt x="130" y="1"/>
                  </a:moveTo>
                  <a:lnTo>
                    <a:pt x="65" y="66"/>
                  </a:lnTo>
                  <a:lnTo>
                    <a:pt x="22" y="130"/>
                  </a:lnTo>
                  <a:lnTo>
                    <a:pt x="0" y="217"/>
                  </a:lnTo>
                  <a:lnTo>
                    <a:pt x="22" y="303"/>
                  </a:lnTo>
                  <a:lnTo>
                    <a:pt x="65" y="368"/>
                  </a:lnTo>
                  <a:lnTo>
                    <a:pt x="130" y="411"/>
                  </a:lnTo>
                  <a:lnTo>
                    <a:pt x="216" y="433"/>
                  </a:lnTo>
                  <a:lnTo>
                    <a:pt x="11841" y="433"/>
                  </a:lnTo>
                  <a:lnTo>
                    <a:pt x="11927" y="411"/>
                  </a:lnTo>
                  <a:lnTo>
                    <a:pt x="11992" y="368"/>
                  </a:lnTo>
                  <a:lnTo>
                    <a:pt x="12035" y="303"/>
                  </a:lnTo>
                  <a:lnTo>
                    <a:pt x="12057" y="217"/>
                  </a:lnTo>
                  <a:lnTo>
                    <a:pt x="12035" y="130"/>
                  </a:lnTo>
                  <a:lnTo>
                    <a:pt x="11992" y="66"/>
                  </a:lnTo>
                  <a:lnTo>
                    <a:pt x="1192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34">
              <a:extLst>
                <a:ext uri="{FF2B5EF4-FFF2-40B4-BE49-F238E27FC236}">
                  <a16:creationId xmlns:a16="http://schemas.microsoft.com/office/drawing/2014/main" id="{AEBC54EE-861C-0D04-A675-868FDA84CB39}"/>
                </a:ext>
              </a:extLst>
            </p:cNvPr>
            <p:cNvSpPr/>
            <p:nvPr/>
          </p:nvSpPr>
          <p:spPr>
            <a:xfrm>
              <a:off x="16395725" y="3737075"/>
              <a:ext cx="72950" cy="72950"/>
            </a:xfrm>
            <a:custGeom>
              <a:avLst/>
              <a:gdLst/>
              <a:ahLst/>
              <a:cxnLst/>
              <a:rect l="l" t="t" r="r" b="b"/>
              <a:pathLst>
                <a:path w="2918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67" y="44"/>
                  </a:lnTo>
                  <a:lnTo>
                    <a:pt x="1016" y="65"/>
                  </a:lnTo>
                  <a:lnTo>
                    <a:pt x="886" y="130"/>
                  </a:lnTo>
                  <a:lnTo>
                    <a:pt x="757" y="173"/>
                  </a:lnTo>
                  <a:lnTo>
                    <a:pt x="649" y="260"/>
                  </a:lnTo>
                  <a:lnTo>
                    <a:pt x="519" y="346"/>
                  </a:lnTo>
                  <a:lnTo>
                    <a:pt x="433" y="433"/>
                  </a:lnTo>
                  <a:lnTo>
                    <a:pt x="325" y="541"/>
                  </a:lnTo>
                  <a:lnTo>
                    <a:pt x="260" y="649"/>
                  </a:lnTo>
                  <a:lnTo>
                    <a:pt x="173" y="778"/>
                  </a:lnTo>
                  <a:lnTo>
                    <a:pt x="108" y="886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00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60" y="2269"/>
                  </a:lnTo>
                  <a:lnTo>
                    <a:pt x="325" y="2377"/>
                  </a:lnTo>
                  <a:lnTo>
                    <a:pt x="433" y="2485"/>
                  </a:lnTo>
                  <a:lnTo>
                    <a:pt x="519" y="2593"/>
                  </a:lnTo>
                  <a:lnTo>
                    <a:pt x="649" y="2658"/>
                  </a:lnTo>
                  <a:lnTo>
                    <a:pt x="757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67" y="2874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51" y="2874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40" y="2745"/>
                  </a:lnTo>
                  <a:lnTo>
                    <a:pt x="2269" y="2658"/>
                  </a:lnTo>
                  <a:lnTo>
                    <a:pt x="2377" y="2593"/>
                  </a:lnTo>
                  <a:lnTo>
                    <a:pt x="2485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00"/>
                  </a:lnTo>
                  <a:lnTo>
                    <a:pt x="2917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6"/>
                  </a:lnTo>
                  <a:lnTo>
                    <a:pt x="2723" y="778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85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40" y="173"/>
                  </a:lnTo>
                  <a:lnTo>
                    <a:pt x="2010" y="130"/>
                  </a:lnTo>
                  <a:lnTo>
                    <a:pt x="1880" y="65"/>
                  </a:lnTo>
                  <a:lnTo>
                    <a:pt x="1751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rgbClr val="F2B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34">
              <a:extLst>
                <a:ext uri="{FF2B5EF4-FFF2-40B4-BE49-F238E27FC236}">
                  <a16:creationId xmlns:a16="http://schemas.microsoft.com/office/drawing/2014/main" id="{520EE045-C600-A839-E20B-52397AB0C06C}"/>
                </a:ext>
              </a:extLst>
            </p:cNvPr>
            <p:cNvSpPr/>
            <p:nvPr/>
          </p:nvSpPr>
          <p:spPr>
            <a:xfrm>
              <a:off x="16686350" y="3737075"/>
              <a:ext cx="72400" cy="72950"/>
            </a:xfrm>
            <a:custGeom>
              <a:avLst/>
              <a:gdLst/>
              <a:ahLst/>
              <a:cxnLst/>
              <a:rect l="l" t="t" r="r" b="b"/>
              <a:pathLst>
                <a:path w="2896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45" y="44"/>
                  </a:lnTo>
                  <a:lnTo>
                    <a:pt x="1016" y="65"/>
                  </a:lnTo>
                  <a:lnTo>
                    <a:pt x="886" y="130"/>
                  </a:lnTo>
                  <a:lnTo>
                    <a:pt x="756" y="173"/>
                  </a:lnTo>
                  <a:lnTo>
                    <a:pt x="627" y="260"/>
                  </a:lnTo>
                  <a:lnTo>
                    <a:pt x="519" y="346"/>
                  </a:lnTo>
                  <a:lnTo>
                    <a:pt x="411" y="433"/>
                  </a:lnTo>
                  <a:lnTo>
                    <a:pt x="324" y="541"/>
                  </a:lnTo>
                  <a:lnTo>
                    <a:pt x="238" y="649"/>
                  </a:lnTo>
                  <a:lnTo>
                    <a:pt x="173" y="778"/>
                  </a:lnTo>
                  <a:lnTo>
                    <a:pt x="108" y="886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00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38" y="2269"/>
                  </a:lnTo>
                  <a:lnTo>
                    <a:pt x="324" y="2377"/>
                  </a:lnTo>
                  <a:lnTo>
                    <a:pt x="411" y="2485"/>
                  </a:lnTo>
                  <a:lnTo>
                    <a:pt x="519" y="2593"/>
                  </a:lnTo>
                  <a:lnTo>
                    <a:pt x="627" y="2658"/>
                  </a:lnTo>
                  <a:lnTo>
                    <a:pt x="756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45" y="2874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29" y="2874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39" y="2745"/>
                  </a:lnTo>
                  <a:lnTo>
                    <a:pt x="2269" y="2658"/>
                  </a:lnTo>
                  <a:lnTo>
                    <a:pt x="2377" y="2593"/>
                  </a:lnTo>
                  <a:lnTo>
                    <a:pt x="2463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00"/>
                  </a:lnTo>
                  <a:lnTo>
                    <a:pt x="2896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6"/>
                  </a:lnTo>
                  <a:lnTo>
                    <a:pt x="2723" y="778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63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39" y="173"/>
                  </a:lnTo>
                  <a:lnTo>
                    <a:pt x="2010" y="130"/>
                  </a:lnTo>
                  <a:lnTo>
                    <a:pt x="1880" y="65"/>
                  </a:lnTo>
                  <a:lnTo>
                    <a:pt x="1729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34">
              <a:extLst>
                <a:ext uri="{FF2B5EF4-FFF2-40B4-BE49-F238E27FC236}">
                  <a16:creationId xmlns:a16="http://schemas.microsoft.com/office/drawing/2014/main" id="{CE4C93AF-58A3-52C2-DD12-06EF2B476AF9}"/>
                </a:ext>
              </a:extLst>
            </p:cNvPr>
            <p:cNvSpPr/>
            <p:nvPr/>
          </p:nvSpPr>
          <p:spPr>
            <a:xfrm>
              <a:off x="16703100" y="3754350"/>
              <a:ext cx="38375" cy="38400"/>
            </a:xfrm>
            <a:custGeom>
              <a:avLst/>
              <a:gdLst/>
              <a:ahLst/>
              <a:cxnLst/>
              <a:rect l="l" t="t" r="r" b="b"/>
              <a:pathLst>
                <a:path w="1535" h="1536" extrusionOk="0">
                  <a:moveTo>
                    <a:pt x="778" y="1"/>
                  </a:moveTo>
                  <a:lnTo>
                    <a:pt x="627" y="23"/>
                  </a:lnTo>
                  <a:lnTo>
                    <a:pt x="475" y="66"/>
                  </a:lnTo>
                  <a:lnTo>
                    <a:pt x="346" y="131"/>
                  </a:lnTo>
                  <a:lnTo>
                    <a:pt x="238" y="217"/>
                  </a:lnTo>
                  <a:lnTo>
                    <a:pt x="130" y="347"/>
                  </a:lnTo>
                  <a:lnTo>
                    <a:pt x="65" y="476"/>
                  </a:lnTo>
                  <a:lnTo>
                    <a:pt x="22" y="606"/>
                  </a:lnTo>
                  <a:lnTo>
                    <a:pt x="0" y="779"/>
                  </a:lnTo>
                  <a:lnTo>
                    <a:pt x="22" y="930"/>
                  </a:lnTo>
                  <a:lnTo>
                    <a:pt x="65" y="1060"/>
                  </a:lnTo>
                  <a:lnTo>
                    <a:pt x="130" y="1189"/>
                  </a:lnTo>
                  <a:lnTo>
                    <a:pt x="238" y="1319"/>
                  </a:lnTo>
                  <a:lnTo>
                    <a:pt x="346" y="1405"/>
                  </a:lnTo>
                  <a:lnTo>
                    <a:pt x="475" y="1470"/>
                  </a:lnTo>
                  <a:lnTo>
                    <a:pt x="627" y="1514"/>
                  </a:lnTo>
                  <a:lnTo>
                    <a:pt x="778" y="1535"/>
                  </a:lnTo>
                  <a:lnTo>
                    <a:pt x="929" y="1514"/>
                  </a:lnTo>
                  <a:lnTo>
                    <a:pt x="1080" y="1470"/>
                  </a:lnTo>
                  <a:lnTo>
                    <a:pt x="1210" y="1405"/>
                  </a:lnTo>
                  <a:lnTo>
                    <a:pt x="1318" y="1319"/>
                  </a:lnTo>
                  <a:lnTo>
                    <a:pt x="1405" y="1189"/>
                  </a:lnTo>
                  <a:lnTo>
                    <a:pt x="1491" y="1060"/>
                  </a:lnTo>
                  <a:lnTo>
                    <a:pt x="1534" y="930"/>
                  </a:lnTo>
                  <a:lnTo>
                    <a:pt x="1534" y="779"/>
                  </a:lnTo>
                  <a:lnTo>
                    <a:pt x="1534" y="606"/>
                  </a:lnTo>
                  <a:lnTo>
                    <a:pt x="1491" y="476"/>
                  </a:lnTo>
                  <a:lnTo>
                    <a:pt x="1405" y="347"/>
                  </a:lnTo>
                  <a:lnTo>
                    <a:pt x="1318" y="217"/>
                  </a:lnTo>
                  <a:lnTo>
                    <a:pt x="1210" y="131"/>
                  </a:lnTo>
                  <a:lnTo>
                    <a:pt x="1080" y="66"/>
                  </a:lnTo>
                  <a:lnTo>
                    <a:pt x="929" y="23"/>
                  </a:lnTo>
                  <a:lnTo>
                    <a:pt x="77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34">
              <a:extLst>
                <a:ext uri="{FF2B5EF4-FFF2-40B4-BE49-F238E27FC236}">
                  <a16:creationId xmlns:a16="http://schemas.microsoft.com/office/drawing/2014/main" id="{210AE885-BE19-4B48-5A76-E585585DE8AE}"/>
                </a:ext>
              </a:extLst>
            </p:cNvPr>
            <p:cNvSpPr/>
            <p:nvPr/>
          </p:nvSpPr>
          <p:spPr>
            <a:xfrm>
              <a:off x="16413000" y="3754350"/>
              <a:ext cx="38375" cy="38400"/>
            </a:xfrm>
            <a:custGeom>
              <a:avLst/>
              <a:gdLst/>
              <a:ahLst/>
              <a:cxnLst/>
              <a:rect l="l" t="t" r="r" b="b"/>
              <a:pathLst>
                <a:path w="1535" h="1536" extrusionOk="0">
                  <a:moveTo>
                    <a:pt x="757" y="1"/>
                  </a:moveTo>
                  <a:lnTo>
                    <a:pt x="606" y="23"/>
                  </a:lnTo>
                  <a:lnTo>
                    <a:pt x="455" y="66"/>
                  </a:lnTo>
                  <a:lnTo>
                    <a:pt x="325" y="131"/>
                  </a:lnTo>
                  <a:lnTo>
                    <a:pt x="217" y="217"/>
                  </a:lnTo>
                  <a:lnTo>
                    <a:pt x="130" y="347"/>
                  </a:lnTo>
                  <a:lnTo>
                    <a:pt x="44" y="476"/>
                  </a:lnTo>
                  <a:lnTo>
                    <a:pt x="1" y="606"/>
                  </a:lnTo>
                  <a:lnTo>
                    <a:pt x="1" y="779"/>
                  </a:lnTo>
                  <a:lnTo>
                    <a:pt x="1" y="930"/>
                  </a:lnTo>
                  <a:lnTo>
                    <a:pt x="44" y="1060"/>
                  </a:lnTo>
                  <a:lnTo>
                    <a:pt x="130" y="1189"/>
                  </a:lnTo>
                  <a:lnTo>
                    <a:pt x="217" y="1319"/>
                  </a:lnTo>
                  <a:lnTo>
                    <a:pt x="325" y="1405"/>
                  </a:lnTo>
                  <a:lnTo>
                    <a:pt x="455" y="1470"/>
                  </a:lnTo>
                  <a:lnTo>
                    <a:pt x="606" y="1514"/>
                  </a:lnTo>
                  <a:lnTo>
                    <a:pt x="757" y="1535"/>
                  </a:lnTo>
                  <a:lnTo>
                    <a:pt x="908" y="1514"/>
                  </a:lnTo>
                  <a:lnTo>
                    <a:pt x="1060" y="1470"/>
                  </a:lnTo>
                  <a:lnTo>
                    <a:pt x="1189" y="1405"/>
                  </a:lnTo>
                  <a:lnTo>
                    <a:pt x="1297" y="1319"/>
                  </a:lnTo>
                  <a:lnTo>
                    <a:pt x="1405" y="1189"/>
                  </a:lnTo>
                  <a:lnTo>
                    <a:pt x="1470" y="1060"/>
                  </a:lnTo>
                  <a:lnTo>
                    <a:pt x="1513" y="930"/>
                  </a:lnTo>
                  <a:lnTo>
                    <a:pt x="1535" y="779"/>
                  </a:lnTo>
                  <a:lnTo>
                    <a:pt x="1513" y="606"/>
                  </a:lnTo>
                  <a:lnTo>
                    <a:pt x="1470" y="476"/>
                  </a:lnTo>
                  <a:lnTo>
                    <a:pt x="1405" y="347"/>
                  </a:lnTo>
                  <a:lnTo>
                    <a:pt x="1297" y="217"/>
                  </a:lnTo>
                  <a:lnTo>
                    <a:pt x="1189" y="131"/>
                  </a:lnTo>
                  <a:lnTo>
                    <a:pt x="1060" y="66"/>
                  </a:lnTo>
                  <a:lnTo>
                    <a:pt x="908" y="23"/>
                  </a:lnTo>
                  <a:lnTo>
                    <a:pt x="75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34">
              <a:extLst>
                <a:ext uri="{FF2B5EF4-FFF2-40B4-BE49-F238E27FC236}">
                  <a16:creationId xmlns:a16="http://schemas.microsoft.com/office/drawing/2014/main" id="{38FB1760-D379-A8CE-1967-697A46E3DBC5}"/>
                </a:ext>
              </a:extLst>
            </p:cNvPr>
            <p:cNvSpPr/>
            <p:nvPr/>
          </p:nvSpPr>
          <p:spPr>
            <a:xfrm>
              <a:off x="16426525" y="3869975"/>
              <a:ext cx="301425" cy="10825"/>
            </a:xfrm>
            <a:custGeom>
              <a:avLst/>
              <a:gdLst/>
              <a:ahLst/>
              <a:cxnLst/>
              <a:rect l="l" t="t" r="r" b="b"/>
              <a:pathLst>
                <a:path w="12057" h="433" extrusionOk="0">
                  <a:moveTo>
                    <a:pt x="216" y="0"/>
                  </a:moveTo>
                  <a:lnTo>
                    <a:pt x="130" y="22"/>
                  </a:lnTo>
                  <a:lnTo>
                    <a:pt x="65" y="65"/>
                  </a:lnTo>
                  <a:lnTo>
                    <a:pt x="22" y="130"/>
                  </a:lnTo>
                  <a:lnTo>
                    <a:pt x="0" y="216"/>
                  </a:lnTo>
                  <a:lnTo>
                    <a:pt x="22" y="303"/>
                  </a:lnTo>
                  <a:lnTo>
                    <a:pt x="65" y="367"/>
                  </a:lnTo>
                  <a:lnTo>
                    <a:pt x="130" y="411"/>
                  </a:lnTo>
                  <a:lnTo>
                    <a:pt x="216" y="432"/>
                  </a:lnTo>
                  <a:lnTo>
                    <a:pt x="11841" y="432"/>
                  </a:lnTo>
                  <a:lnTo>
                    <a:pt x="11927" y="411"/>
                  </a:lnTo>
                  <a:lnTo>
                    <a:pt x="11992" y="367"/>
                  </a:lnTo>
                  <a:lnTo>
                    <a:pt x="12035" y="303"/>
                  </a:lnTo>
                  <a:lnTo>
                    <a:pt x="12057" y="216"/>
                  </a:lnTo>
                  <a:lnTo>
                    <a:pt x="12035" y="130"/>
                  </a:lnTo>
                  <a:lnTo>
                    <a:pt x="11992" y="65"/>
                  </a:lnTo>
                  <a:lnTo>
                    <a:pt x="11927" y="22"/>
                  </a:lnTo>
                  <a:lnTo>
                    <a:pt x="1184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34">
              <a:extLst>
                <a:ext uri="{FF2B5EF4-FFF2-40B4-BE49-F238E27FC236}">
                  <a16:creationId xmlns:a16="http://schemas.microsoft.com/office/drawing/2014/main" id="{C9E24860-7488-4147-DBB3-43C16ABF8B80}"/>
                </a:ext>
              </a:extLst>
            </p:cNvPr>
            <p:cNvSpPr/>
            <p:nvPr/>
          </p:nvSpPr>
          <p:spPr>
            <a:xfrm>
              <a:off x="16395725" y="3839175"/>
              <a:ext cx="72950" cy="72400"/>
            </a:xfrm>
            <a:custGeom>
              <a:avLst/>
              <a:gdLst/>
              <a:ahLst/>
              <a:cxnLst/>
              <a:rect l="l" t="t" r="r" b="b"/>
              <a:pathLst>
                <a:path w="2918" h="2896" extrusionOk="0">
                  <a:moveTo>
                    <a:pt x="1297" y="0"/>
                  </a:moveTo>
                  <a:lnTo>
                    <a:pt x="1167" y="22"/>
                  </a:lnTo>
                  <a:lnTo>
                    <a:pt x="1016" y="65"/>
                  </a:lnTo>
                  <a:lnTo>
                    <a:pt x="886" y="108"/>
                  </a:lnTo>
                  <a:lnTo>
                    <a:pt x="757" y="173"/>
                  </a:lnTo>
                  <a:lnTo>
                    <a:pt x="649" y="238"/>
                  </a:lnTo>
                  <a:lnTo>
                    <a:pt x="519" y="324"/>
                  </a:lnTo>
                  <a:lnTo>
                    <a:pt x="433" y="411"/>
                  </a:lnTo>
                  <a:lnTo>
                    <a:pt x="325" y="519"/>
                  </a:lnTo>
                  <a:lnTo>
                    <a:pt x="260" y="627"/>
                  </a:lnTo>
                  <a:lnTo>
                    <a:pt x="173" y="757"/>
                  </a:lnTo>
                  <a:lnTo>
                    <a:pt x="108" y="886"/>
                  </a:lnTo>
                  <a:lnTo>
                    <a:pt x="65" y="1016"/>
                  </a:lnTo>
                  <a:lnTo>
                    <a:pt x="22" y="1146"/>
                  </a:lnTo>
                  <a:lnTo>
                    <a:pt x="0" y="1297"/>
                  </a:lnTo>
                  <a:lnTo>
                    <a:pt x="0" y="1448"/>
                  </a:lnTo>
                  <a:lnTo>
                    <a:pt x="0" y="1599"/>
                  </a:lnTo>
                  <a:lnTo>
                    <a:pt x="22" y="1751"/>
                  </a:lnTo>
                  <a:lnTo>
                    <a:pt x="65" y="1880"/>
                  </a:lnTo>
                  <a:lnTo>
                    <a:pt x="108" y="2010"/>
                  </a:lnTo>
                  <a:lnTo>
                    <a:pt x="173" y="2140"/>
                  </a:lnTo>
                  <a:lnTo>
                    <a:pt x="260" y="2269"/>
                  </a:lnTo>
                  <a:lnTo>
                    <a:pt x="325" y="2377"/>
                  </a:lnTo>
                  <a:lnTo>
                    <a:pt x="433" y="2485"/>
                  </a:lnTo>
                  <a:lnTo>
                    <a:pt x="519" y="2572"/>
                  </a:lnTo>
                  <a:lnTo>
                    <a:pt x="649" y="2658"/>
                  </a:lnTo>
                  <a:lnTo>
                    <a:pt x="757" y="2723"/>
                  </a:lnTo>
                  <a:lnTo>
                    <a:pt x="886" y="2788"/>
                  </a:lnTo>
                  <a:lnTo>
                    <a:pt x="1016" y="2831"/>
                  </a:lnTo>
                  <a:lnTo>
                    <a:pt x="1167" y="2874"/>
                  </a:lnTo>
                  <a:lnTo>
                    <a:pt x="1297" y="2896"/>
                  </a:lnTo>
                  <a:lnTo>
                    <a:pt x="1599" y="2896"/>
                  </a:lnTo>
                  <a:lnTo>
                    <a:pt x="1751" y="2874"/>
                  </a:lnTo>
                  <a:lnTo>
                    <a:pt x="1880" y="2831"/>
                  </a:lnTo>
                  <a:lnTo>
                    <a:pt x="2010" y="2788"/>
                  </a:lnTo>
                  <a:lnTo>
                    <a:pt x="2140" y="2723"/>
                  </a:lnTo>
                  <a:lnTo>
                    <a:pt x="2269" y="2658"/>
                  </a:lnTo>
                  <a:lnTo>
                    <a:pt x="2377" y="2572"/>
                  </a:lnTo>
                  <a:lnTo>
                    <a:pt x="2485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40"/>
                  </a:lnTo>
                  <a:lnTo>
                    <a:pt x="2788" y="2010"/>
                  </a:lnTo>
                  <a:lnTo>
                    <a:pt x="2831" y="1880"/>
                  </a:lnTo>
                  <a:lnTo>
                    <a:pt x="2874" y="1751"/>
                  </a:lnTo>
                  <a:lnTo>
                    <a:pt x="2896" y="1599"/>
                  </a:lnTo>
                  <a:lnTo>
                    <a:pt x="2917" y="1448"/>
                  </a:lnTo>
                  <a:lnTo>
                    <a:pt x="2896" y="1297"/>
                  </a:lnTo>
                  <a:lnTo>
                    <a:pt x="2874" y="1146"/>
                  </a:lnTo>
                  <a:lnTo>
                    <a:pt x="2831" y="1016"/>
                  </a:lnTo>
                  <a:lnTo>
                    <a:pt x="2788" y="886"/>
                  </a:lnTo>
                  <a:lnTo>
                    <a:pt x="2723" y="757"/>
                  </a:lnTo>
                  <a:lnTo>
                    <a:pt x="2658" y="627"/>
                  </a:lnTo>
                  <a:lnTo>
                    <a:pt x="2572" y="519"/>
                  </a:lnTo>
                  <a:lnTo>
                    <a:pt x="2485" y="411"/>
                  </a:lnTo>
                  <a:lnTo>
                    <a:pt x="2377" y="324"/>
                  </a:lnTo>
                  <a:lnTo>
                    <a:pt x="2269" y="238"/>
                  </a:lnTo>
                  <a:lnTo>
                    <a:pt x="2140" y="173"/>
                  </a:lnTo>
                  <a:lnTo>
                    <a:pt x="2010" y="108"/>
                  </a:lnTo>
                  <a:lnTo>
                    <a:pt x="1880" y="65"/>
                  </a:lnTo>
                  <a:lnTo>
                    <a:pt x="1751" y="22"/>
                  </a:lnTo>
                  <a:lnTo>
                    <a:pt x="15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34">
              <a:extLst>
                <a:ext uri="{FF2B5EF4-FFF2-40B4-BE49-F238E27FC236}">
                  <a16:creationId xmlns:a16="http://schemas.microsoft.com/office/drawing/2014/main" id="{382EE042-B6BA-8362-AE83-5E1182A9EAEA}"/>
                </a:ext>
              </a:extLst>
            </p:cNvPr>
            <p:cNvSpPr/>
            <p:nvPr/>
          </p:nvSpPr>
          <p:spPr>
            <a:xfrm>
              <a:off x="16686350" y="383917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297" y="0"/>
                  </a:moveTo>
                  <a:lnTo>
                    <a:pt x="1145" y="22"/>
                  </a:lnTo>
                  <a:lnTo>
                    <a:pt x="1016" y="65"/>
                  </a:lnTo>
                  <a:lnTo>
                    <a:pt x="886" y="108"/>
                  </a:lnTo>
                  <a:lnTo>
                    <a:pt x="756" y="173"/>
                  </a:lnTo>
                  <a:lnTo>
                    <a:pt x="627" y="238"/>
                  </a:lnTo>
                  <a:lnTo>
                    <a:pt x="519" y="324"/>
                  </a:lnTo>
                  <a:lnTo>
                    <a:pt x="411" y="411"/>
                  </a:lnTo>
                  <a:lnTo>
                    <a:pt x="324" y="519"/>
                  </a:lnTo>
                  <a:lnTo>
                    <a:pt x="238" y="627"/>
                  </a:lnTo>
                  <a:lnTo>
                    <a:pt x="173" y="757"/>
                  </a:lnTo>
                  <a:lnTo>
                    <a:pt x="108" y="886"/>
                  </a:lnTo>
                  <a:lnTo>
                    <a:pt x="65" y="1016"/>
                  </a:lnTo>
                  <a:lnTo>
                    <a:pt x="22" y="1146"/>
                  </a:lnTo>
                  <a:lnTo>
                    <a:pt x="0" y="1297"/>
                  </a:lnTo>
                  <a:lnTo>
                    <a:pt x="0" y="1448"/>
                  </a:lnTo>
                  <a:lnTo>
                    <a:pt x="0" y="1599"/>
                  </a:lnTo>
                  <a:lnTo>
                    <a:pt x="22" y="1751"/>
                  </a:lnTo>
                  <a:lnTo>
                    <a:pt x="65" y="1880"/>
                  </a:lnTo>
                  <a:lnTo>
                    <a:pt x="108" y="2010"/>
                  </a:lnTo>
                  <a:lnTo>
                    <a:pt x="173" y="2140"/>
                  </a:lnTo>
                  <a:lnTo>
                    <a:pt x="238" y="2269"/>
                  </a:lnTo>
                  <a:lnTo>
                    <a:pt x="324" y="2377"/>
                  </a:lnTo>
                  <a:lnTo>
                    <a:pt x="411" y="2485"/>
                  </a:lnTo>
                  <a:lnTo>
                    <a:pt x="519" y="2572"/>
                  </a:lnTo>
                  <a:lnTo>
                    <a:pt x="627" y="2658"/>
                  </a:lnTo>
                  <a:lnTo>
                    <a:pt x="756" y="2723"/>
                  </a:lnTo>
                  <a:lnTo>
                    <a:pt x="886" y="2788"/>
                  </a:lnTo>
                  <a:lnTo>
                    <a:pt x="1016" y="2831"/>
                  </a:lnTo>
                  <a:lnTo>
                    <a:pt x="1145" y="2874"/>
                  </a:lnTo>
                  <a:lnTo>
                    <a:pt x="1297" y="2896"/>
                  </a:lnTo>
                  <a:lnTo>
                    <a:pt x="1599" y="2896"/>
                  </a:lnTo>
                  <a:lnTo>
                    <a:pt x="1729" y="2874"/>
                  </a:lnTo>
                  <a:lnTo>
                    <a:pt x="1880" y="2831"/>
                  </a:lnTo>
                  <a:lnTo>
                    <a:pt x="2010" y="2788"/>
                  </a:lnTo>
                  <a:lnTo>
                    <a:pt x="2139" y="2723"/>
                  </a:lnTo>
                  <a:lnTo>
                    <a:pt x="2269" y="2658"/>
                  </a:lnTo>
                  <a:lnTo>
                    <a:pt x="2377" y="2572"/>
                  </a:lnTo>
                  <a:lnTo>
                    <a:pt x="2463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40"/>
                  </a:lnTo>
                  <a:lnTo>
                    <a:pt x="2788" y="2010"/>
                  </a:lnTo>
                  <a:lnTo>
                    <a:pt x="2831" y="1880"/>
                  </a:lnTo>
                  <a:lnTo>
                    <a:pt x="2874" y="1751"/>
                  </a:lnTo>
                  <a:lnTo>
                    <a:pt x="2896" y="1599"/>
                  </a:lnTo>
                  <a:lnTo>
                    <a:pt x="2896" y="1448"/>
                  </a:lnTo>
                  <a:lnTo>
                    <a:pt x="2896" y="1297"/>
                  </a:lnTo>
                  <a:lnTo>
                    <a:pt x="2874" y="1146"/>
                  </a:lnTo>
                  <a:lnTo>
                    <a:pt x="2831" y="1016"/>
                  </a:lnTo>
                  <a:lnTo>
                    <a:pt x="2788" y="886"/>
                  </a:lnTo>
                  <a:lnTo>
                    <a:pt x="2723" y="757"/>
                  </a:lnTo>
                  <a:lnTo>
                    <a:pt x="2658" y="627"/>
                  </a:lnTo>
                  <a:lnTo>
                    <a:pt x="2572" y="519"/>
                  </a:lnTo>
                  <a:lnTo>
                    <a:pt x="2463" y="411"/>
                  </a:lnTo>
                  <a:lnTo>
                    <a:pt x="2377" y="324"/>
                  </a:lnTo>
                  <a:lnTo>
                    <a:pt x="2269" y="238"/>
                  </a:lnTo>
                  <a:lnTo>
                    <a:pt x="2139" y="173"/>
                  </a:lnTo>
                  <a:lnTo>
                    <a:pt x="2010" y="108"/>
                  </a:lnTo>
                  <a:lnTo>
                    <a:pt x="1880" y="65"/>
                  </a:lnTo>
                  <a:lnTo>
                    <a:pt x="1729" y="22"/>
                  </a:lnTo>
                  <a:lnTo>
                    <a:pt x="15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34">
              <a:extLst>
                <a:ext uri="{FF2B5EF4-FFF2-40B4-BE49-F238E27FC236}">
                  <a16:creationId xmlns:a16="http://schemas.microsoft.com/office/drawing/2014/main" id="{54C31190-1CAC-0852-C882-4E594A9D970B}"/>
                </a:ext>
              </a:extLst>
            </p:cNvPr>
            <p:cNvSpPr/>
            <p:nvPr/>
          </p:nvSpPr>
          <p:spPr>
            <a:xfrm>
              <a:off x="16703100" y="3855925"/>
              <a:ext cx="38375" cy="38900"/>
            </a:xfrm>
            <a:custGeom>
              <a:avLst/>
              <a:gdLst/>
              <a:ahLst/>
              <a:cxnLst/>
              <a:rect l="l" t="t" r="r" b="b"/>
              <a:pathLst>
                <a:path w="1535" h="1556" extrusionOk="0">
                  <a:moveTo>
                    <a:pt x="778" y="0"/>
                  </a:moveTo>
                  <a:lnTo>
                    <a:pt x="627" y="22"/>
                  </a:lnTo>
                  <a:lnTo>
                    <a:pt x="475" y="65"/>
                  </a:lnTo>
                  <a:lnTo>
                    <a:pt x="346" y="151"/>
                  </a:lnTo>
                  <a:lnTo>
                    <a:pt x="238" y="238"/>
                  </a:lnTo>
                  <a:lnTo>
                    <a:pt x="130" y="346"/>
                  </a:lnTo>
                  <a:lnTo>
                    <a:pt x="65" y="476"/>
                  </a:lnTo>
                  <a:lnTo>
                    <a:pt x="22" y="627"/>
                  </a:lnTo>
                  <a:lnTo>
                    <a:pt x="0" y="778"/>
                  </a:lnTo>
                  <a:lnTo>
                    <a:pt x="22" y="929"/>
                  </a:lnTo>
                  <a:lnTo>
                    <a:pt x="65" y="1081"/>
                  </a:lnTo>
                  <a:lnTo>
                    <a:pt x="130" y="1210"/>
                  </a:lnTo>
                  <a:lnTo>
                    <a:pt x="238" y="1318"/>
                  </a:lnTo>
                  <a:lnTo>
                    <a:pt x="346" y="1426"/>
                  </a:lnTo>
                  <a:lnTo>
                    <a:pt x="475" y="1491"/>
                  </a:lnTo>
                  <a:lnTo>
                    <a:pt x="627" y="1534"/>
                  </a:lnTo>
                  <a:lnTo>
                    <a:pt x="778" y="1556"/>
                  </a:lnTo>
                  <a:lnTo>
                    <a:pt x="929" y="1534"/>
                  </a:lnTo>
                  <a:lnTo>
                    <a:pt x="1080" y="1491"/>
                  </a:lnTo>
                  <a:lnTo>
                    <a:pt x="1210" y="1426"/>
                  </a:lnTo>
                  <a:lnTo>
                    <a:pt x="1318" y="1318"/>
                  </a:lnTo>
                  <a:lnTo>
                    <a:pt x="1405" y="1210"/>
                  </a:lnTo>
                  <a:lnTo>
                    <a:pt x="1491" y="1081"/>
                  </a:lnTo>
                  <a:lnTo>
                    <a:pt x="1534" y="929"/>
                  </a:lnTo>
                  <a:lnTo>
                    <a:pt x="1534" y="778"/>
                  </a:lnTo>
                  <a:lnTo>
                    <a:pt x="1534" y="627"/>
                  </a:lnTo>
                  <a:lnTo>
                    <a:pt x="1491" y="476"/>
                  </a:lnTo>
                  <a:lnTo>
                    <a:pt x="1405" y="346"/>
                  </a:lnTo>
                  <a:lnTo>
                    <a:pt x="1318" y="238"/>
                  </a:lnTo>
                  <a:lnTo>
                    <a:pt x="1210" y="151"/>
                  </a:lnTo>
                  <a:lnTo>
                    <a:pt x="1080" y="65"/>
                  </a:lnTo>
                  <a:lnTo>
                    <a:pt x="929" y="22"/>
                  </a:lnTo>
                  <a:lnTo>
                    <a:pt x="77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34">
              <a:extLst>
                <a:ext uri="{FF2B5EF4-FFF2-40B4-BE49-F238E27FC236}">
                  <a16:creationId xmlns:a16="http://schemas.microsoft.com/office/drawing/2014/main" id="{5FDBA65A-1594-6DF5-15B4-4D7ADBB53A47}"/>
                </a:ext>
              </a:extLst>
            </p:cNvPr>
            <p:cNvSpPr/>
            <p:nvPr/>
          </p:nvSpPr>
          <p:spPr>
            <a:xfrm>
              <a:off x="16413000" y="3855925"/>
              <a:ext cx="38375" cy="38900"/>
            </a:xfrm>
            <a:custGeom>
              <a:avLst/>
              <a:gdLst/>
              <a:ahLst/>
              <a:cxnLst/>
              <a:rect l="l" t="t" r="r" b="b"/>
              <a:pathLst>
                <a:path w="1535" h="1556" extrusionOk="0">
                  <a:moveTo>
                    <a:pt x="757" y="0"/>
                  </a:moveTo>
                  <a:lnTo>
                    <a:pt x="606" y="22"/>
                  </a:lnTo>
                  <a:lnTo>
                    <a:pt x="455" y="65"/>
                  </a:lnTo>
                  <a:lnTo>
                    <a:pt x="325" y="151"/>
                  </a:lnTo>
                  <a:lnTo>
                    <a:pt x="217" y="238"/>
                  </a:lnTo>
                  <a:lnTo>
                    <a:pt x="130" y="346"/>
                  </a:lnTo>
                  <a:lnTo>
                    <a:pt x="44" y="476"/>
                  </a:lnTo>
                  <a:lnTo>
                    <a:pt x="1" y="627"/>
                  </a:lnTo>
                  <a:lnTo>
                    <a:pt x="1" y="778"/>
                  </a:lnTo>
                  <a:lnTo>
                    <a:pt x="1" y="929"/>
                  </a:lnTo>
                  <a:lnTo>
                    <a:pt x="44" y="1081"/>
                  </a:lnTo>
                  <a:lnTo>
                    <a:pt x="130" y="1210"/>
                  </a:lnTo>
                  <a:lnTo>
                    <a:pt x="217" y="1318"/>
                  </a:lnTo>
                  <a:lnTo>
                    <a:pt x="325" y="1426"/>
                  </a:lnTo>
                  <a:lnTo>
                    <a:pt x="455" y="1491"/>
                  </a:lnTo>
                  <a:lnTo>
                    <a:pt x="606" y="1534"/>
                  </a:lnTo>
                  <a:lnTo>
                    <a:pt x="757" y="1556"/>
                  </a:lnTo>
                  <a:lnTo>
                    <a:pt x="908" y="1534"/>
                  </a:lnTo>
                  <a:lnTo>
                    <a:pt x="1060" y="1491"/>
                  </a:lnTo>
                  <a:lnTo>
                    <a:pt x="1189" y="1426"/>
                  </a:lnTo>
                  <a:lnTo>
                    <a:pt x="1297" y="1318"/>
                  </a:lnTo>
                  <a:lnTo>
                    <a:pt x="1405" y="1210"/>
                  </a:lnTo>
                  <a:lnTo>
                    <a:pt x="1470" y="1081"/>
                  </a:lnTo>
                  <a:lnTo>
                    <a:pt x="1513" y="929"/>
                  </a:lnTo>
                  <a:lnTo>
                    <a:pt x="1535" y="778"/>
                  </a:lnTo>
                  <a:lnTo>
                    <a:pt x="1513" y="627"/>
                  </a:lnTo>
                  <a:lnTo>
                    <a:pt x="1470" y="476"/>
                  </a:lnTo>
                  <a:lnTo>
                    <a:pt x="1405" y="346"/>
                  </a:lnTo>
                  <a:lnTo>
                    <a:pt x="1297" y="238"/>
                  </a:lnTo>
                  <a:lnTo>
                    <a:pt x="1189" y="151"/>
                  </a:lnTo>
                  <a:lnTo>
                    <a:pt x="1060" y="65"/>
                  </a:lnTo>
                  <a:lnTo>
                    <a:pt x="908" y="22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34">
              <a:extLst>
                <a:ext uri="{FF2B5EF4-FFF2-40B4-BE49-F238E27FC236}">
                  <a16:creationId xmlns:a16="http://schemas.microsoft.com/office/drawing/2014/main" id="{D9DC0AB2-DA34-B4EE-0948-6F146A0BB416}"/>
                </a:ext>
              </a:extLst>
            </p:cNvPr>
            <p:cNvSpPr/>
            <p:nvPr/>
          </p:nvSpPr>
          <p:spPr>
            <a:xfrm>
              <a:off x="16472425" y="4146000"/>
              <a:ext cx="214475" cy="177750"/>
            </a:xfrm>
            <a:custGeom>
              <a:avLst/>
              <a:gdLst/>
              <a:ahLst/>
              <a:cxnLst/>
              <a:rect l="l" t="t" r="r" b="b"/>
              <a:pathLst>
                <a:path w="8579" h="7110" extrusionOk="0">
                  <a:moveTo>
                    <a:pt x="4279" y="0"/>
                  </a:moveTo>
                  <a:lnTo>
                    <a:pt x="1" y="7109"/>
                  </a:lnTo>
                  <a:lnTo>
                    <a:pt x="8579" y="7109"/>
                  </a:lnTo>
                  <a:lnTo>
                    <a:pt x="427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34">
              <a:extLst>
                <a:ext uri="{FF2B5EF4-FFF2-40B4-BE49-F238E27FC236}">
                  <a16:creationId xmlns:a16="http://schemas.microsoft.com/office/drawing/2014/main" id="{7AF15CBC-12CC-CAA5-E6A3-2D51BD7D7206}"/>
                </a:ext>
              </a:extLst>
            </p:cNvPr>
            <p:cNvSpPr/>
            <p:nvPr/>
          </p:nvSpPr>
          <p:spPr>
            <a:xfrm>
              <a:off x="16310925" y="4019600"/>
              <a:ext cx="533175" cy="30275"/>
            </a:xfrm>
            <a:custGeom>
              <a:avLst/>
              <a:gdLst/>
              <a:ahLst/>
              <a:cxnLst/>
              <a:rect l="l" t="t" r="r" b="b"/>
              <a:pathLst>
                <a:path w="21327" h="1211" extrusionOk="0">
                  <a:moveTo>
                    <a:pt x="0" y="0"/>
                  </a:moveTo>
                  <a:lnTo>
                    <a:pt x="0" y="1210"/>
                  </a:lnTo>
                  <a:lnTo>
                    <a:pt x="21327" y="1210"/>
                  </a:lnTo>
                  <a:lnTo>
                    <a:pt x="2132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34">
              <a:extLst>
                <a:ext uri="{FF2B5EF4-FFF2-40B4-BE49-F238E27FC236}">
                  <a16:creationId xmlns:a16="http://schemas.microsoft.com/office/drawing/2014/main" id="{E014F7DD-97AF-9E1F-AA86-5F987DE5CC0F}"/>
                </a:ext>
              </a:extLst>
            </p:cNvPr>
            <p:cNvSpPr/>
            <p:nvPr/>
          </p:nvSpPr>
          <p:spPr>
            <a:xfrm>
              <a:off x="16309825" y="4929275"/>
              <a:ext cx="246350" cy="115625"/>
            </a:xfrm>
            <a:custGeom>
              <a:avLst/>
              <a:gdLst/>
              <a:ahLst/>
              <a:cxnLst/>
              <a:rect l="l" t="t" r="r" b="b"/>
              <a:pathLst>
                <a:path w="9854" h="4625" extrusionOk="0">
                  <a:moveTo>
                    <a:pt x="4927" y="0"/>
                  </a:moveTo>
                  <a:lnTo>
                    <a:pt x="4430" y="22"/>
                  </a:lnTo>
                  <a:lnTo>
                    <a:pt x="3955" y="87"/>
                  </a:lnTo>
                  <a:lnTo>
                    <a:pt x="3501" y="216"/>
                  </a:lnTo>
                  <a:lnTo>
                    <a:pt x="3069" y="368"/>
                  </a:lnTo>
                  <a:lnTo>
                    <a:pt x="2659" y="562"/>
                  </a:lnTo>
                  <a:lnTo>
                    <a:pt x="2248" y="778"/>
                  </a:lnTo>
                  <a:lnTo>
                    <a:pt x="1881" y="1059"/>
                  </a:lnTo>
                  <a:lnTo>
                    <a:pt x="1535" y="1340"/>
                  </a:lnTo>
                  <a:lnTo>
                    <a:pt x="1232" y="1664"/>
                  </a:lnTo>
                  <a:lnTo>
                    <a:pt x="930" y="2032"/>
                  </a:lnTo>
                  <a:lnTo>
                    <a:pt x="692" y="2399"/>
                  </a:lnTo>
                  <a:lnTo>
                    <a:pt x="476" y="2809"/>
                  </a:lnTo>
                  <a:lnTo>
                    <a:pt x="282" y="3242"/>
                  </a:lnTo>
                  <a:lnTo>
                    <a:pt x="152" y="3674"/>
                  </a:lnTo>
                  <a:lnTo>
                    <a:pt x="44" y="4149"/>
                  </a:lnTo>
                  <a:lnTo>
                    <a:pt x="1" y="4624"/>
                  </a:lnTo>
                  <a:lnTo>
                    <a:pt x="9854" y="4624"/>
                  </a:lnTo>
                  <a:lnTo>
                    <a:pt x="9789" y="4149"/>
                  </a:lnTo>
                  <a:lnTo>
                    <a:pt x="9703" y="3674"/>
                  </a:lnTo>
                  <a:lnTo>
                    <a:pt x="9551" y="3242"/>
                  </a:lnTo>
                  <a:lnTo>
                    <a:pt x="9378" y="2809"/>
                  </a:lnTo>
                  <a:lnTo>
                    <a:pt x="9162" y="2399"/>
                  </a:lnTo>
                  <a:lnTo>
                    <a:pt x="8903" y="2032"/>
                  </a:lnTo>
                  <a:lnTo>
                    <a:pt x="8622" y="1664"/>
                  </a:lnTo>
                  <a:lnTo>
                    <a:pt x="8298" y="1340"/>
                  </a:lnTo>
                  <a:lnTo>
                    <a:pt x="7952" y="1059"/>
                  </a:lnTo>
                  <a:lnTo>
                    <a:pt x="7585" y="778"/>
                  </a:lnTo>
                  <a:lnTo>
                    <a:pt x="7196" y="562"/>
                  </a:lnTo>
                  <a:lnTo>
                    <a:pt x="6764" y="368"/>
                  </a:lnTo>
                  <a:lnTo>
                    <a:pt x="6332" y="216"/>
                  </a:lnTo>
                  <a:lnTo>
                    <a:pt x="5878" y="87"/>
                  </a:lnTo>
                  <a:lnTo>
                    <a:pt x="5403" y="22"/>
                  </a:lnTo>
                  <a:lnTo>
                    <a:pt x="492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34">
              <a:extLst>
                <a:ext uri="{FF2B5EF4-FFF2-40B4-BE49-F238E27FC236}">
                  <a16:creationId xmlns:a16="http://schemas.microsoft.com/office/drawing/2014/main" id="{2405678E-0438-8164-0F74-090A19F026B2}"/>
                </a:ext>
              </a:extLst>
            </p:cNvPr>
            <p:cNvSpPr/>
            <p:nvPr/>
          </p:nvSpPr>
          <p:spPr>
            <a:xfrm>
              <a:off x="16583700" y="4929275"/>
              <a:ext cx="245825" cy="115625"/>
            </a:xfrm>
            <a:custGeom>
              <a:avLst/>
              <a:gdLst/>
              <a:ahLst/>
              <a:cxnLst/>
              <a:rect l="l" t="t" r="r" b="b"/>
              <a:pathLst>
                <a:path w="9833" h="4625" extrusionOk="0">
                  <a:moveTo>
                    <a:pt x="4906" y="0"/>
                  </a:moveTo>
                  <a:lnTo>
                    <a:pt x="4430" y="22"/>
                  </a:lnTo>
                  <a:lnTo>
                    <a:pt x="3955" y="87"/>
                  </a:lnTo>
                  <a:lnTo>
                    <a:pt x="3501" y="216"/>
                  </a:lnTo>
                  <a:lnTo>
                    <a:pt x="3069" y="368"/>
                  </a:lnTo>
                  <a:lnTo>
                    <a:pt x="2637" y="562"/>
                  </a:lnTo>
                  <a:lnTo>
                    <a:pt x="2248" y="778"/>
                  </a:lnTo>
                  <a:lnTo>
                    <a:pt x="1881" y="1059"/>
                  </a:lnTo>
                  <a:lnTo>
                    <a:pt x="1535" y="1340"/>
                  </a:lnTo>
                  <a:lnTo>
                    <a:pt x="1211" y="1664"/>
                  </a:lnTo>
                  <a:lnTo>
                    <a:pt x="930" y="2032"/>
                  </a:lnTo>
                  <a:lnTo>
                    <a:pt x="671" y="2399"/>
                  </a:lnTo>
                  <a:lnTo>
                    <a:pt x="455" y="2809"/>
                  </a:lnTo>
                  <a:lnTo>
                    <a:pt x="282" y="3242"/>
                  </a:lnTo>
                  <a:lnTo>
                    <a:pt x="152" y="3674"/>
                  </a:lnTo>
                  <a:lnTo>
                    <a:pt x="44" y="4149"/>
                  </a:lnTo>
                  <a:lnTo>
                    <a:pt x="1" y="4624"/>
                  </a:lnTo>
                  <a:lnTo>
                    <a:pt x="9832" y="4624"/>
                  </a:lnTo>
                  <a:lnTo>
                    <a:pt x="9789" y="4149"/>
                  </a:lnTo>
                  <a:lnTo>
                    <a:pt x="9681" y="3674"/>
                  </a:lnTo>
                  <a:lnTo>
                    <a:pt x="9551" y="3242"/>
                  </a:lnTo>
                  <a:lnTo>
                    <a:pt x="9357" y="2809"/>
                  </a:lnTo>
                  <a:lnTo>
                    <a:pt x="9141" y="2399"/>
                  </a:lnTo>
                  <a:lnTo>
                    <a:pt x="8903" y="2032"/>
                  </a:lnTo>
                  <a:lnTo>
                    <a:pt x="8622" y="1664"/>
                  </a:lnTo>
                  <a:lnTo>
                    <a:pt x="8298" y="1340"/>
                  </a:lnTo>
                  <a:lnTo>
                    <a:pt x="7952" y="1059"/>
                  </a:lnTo>
                  <a:lnTo>
                    <a:pt x="7585" y="778"/>
                  </a:lnTo>
                  <a:lnTo>
                    <a:pt x="7174" y="562"/>
                  </a:lnTo>
                  <a:lnTo>
                    <a:pt x="6764" y="368"/>
                  </a:lnTo>
                  <a:lnTo>
                    <a:pt x="6332" y="216"/>
                  </a:lnTo>
                  <a:lnTo>
                    <a:pt x="5878" y="87"/>
                  </a:lnTo>
                  <a:lnTo>
                    <a:pt x="5403" y="22"/>
                  </a:lnTo>
                  <a:lnTo>
                    <a:pt x="490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34">
              <a:extLst>
                <a:ext uri="{FF2B5EF4-FFF2-40B4-BE49-F238E27FC236}">
                  <a16:creationId xmlns:a16="http://schemas.microsoft.com/office/drawing/2014/main" id="{15825CA9-2F84-3D5A-005E-94F4D61D841B}"/>
                </a:ext>
              </a:extLst>
            </p:cNvPr>
            <p:cNvSpPr/>
            <p:nvPr/>
          </p:nvSpPr>
          <p:spPr>
            <a:xfrm>
              <a:off x="16545350" y="3256300"/>
              <a:ext cx="62700" cy="102675"/>
            </a:xfrm>
            <a:custGeom>
              <a:avLst/>
              <a:gdLst/>
              <a:ahLst/>
              <a:cxnLst/>
              <a:rect l="l" t="t" r="r" b="b"/>
              <a:pathLst>
                <a:path w="2508" h="4107" extrusionOk="0">
                  <a:moveTo>
                    <a:pt x="1232" y="1"/>
                  </a:moveTo>
                  <a:lnTo>
                    <a:pt x="1189" y="44"/>
                  </a:lnTo>
                  <a:lnTo>
                    <a:pt x="1081" y="130"/>
                  </a:lnTo>
                  <a:lnTo>
                    <a:pt x="973" y="282"/>
                  </a:lnTo>
                  <a:lnTo>
                    <a:pt x="865" y="498"/>
                  </a:lnTo>
                  <a:lnTo>
                    <a:pt x="649" y="995"/>
                  </a:lnTo>
                  <a:lnTo>
                    <a:pt x="454" y="1600"/>
                  </a:lnTo>
                  <a:lnTo>
                    <a:pt x="260" y="2205"/>
                  </a:lnTo>
                  <a:lnTo>
                    <a:pt x="130" y="2767"/>
                  </a:lnTo>
                  <a:lnTo>
                    <a:pt x="22" y="3199"/>
                  </a:lnTo>
                  <a:lnTo>
                    <a:pt x="1" y="3480"/>
                  </a:lnTo>
                  <a:lnTo>
                    <a:pt x="1" y="3544"/>
                  </a:lnTo>
                  <a:lnTo>
                    <a:pt x="22" y="3631"/>
                  </a:lnTo>
                  <a:lnTo>
                    <a:pt x="65" y="3696"/>
                  </a:lnTo>
                  <a:lnTo>
                    <a:pt x="109" y="3761"/>
                  </a:lnTo>
                  <a:lnTo>
                    <a:pt x="260" y="3869"/>
                  </a:lnTo>
                  <a:lnTo>
                    <a:pt x="433" y="3955"/>
                  </a:lnTo>
                  <a:lnTo>
                    <a:pt x="627" y="4041"/>
                  </a:lnTo>
                  <a:lnTo>
                    <a:pt x="843" y="4085"/>
                  </a:lnTo>
                  <a:lnTo>
                    <a:pt x="1059" y="4106"/>
                  </a:lnTo>
                  <a:lnTo>
                    <a:pt x="1276" y="4106"/>
                  </a:lnTo>
                  <a:lnTo>
                    <a:pt x="1492" y="4085"/>
                  </a:lnTo>
                  <a:lnTo>
                    <a:pt x="1729" y="4041"/>
                  </a:lnTo>
                  <a:lnTo>
                    <a:pt x="1945" y="3977"/>
                  </a:lnTo>
                  <a:lnTo>
                    <a:pt x="2140" y="3890"/>
                  </a:lnTo>
                  <a:lnTo>
                    <a:pt x="2313" y="3782"/>
                  </a:lnTo>
                  <a:lnTo>
                    <a:pt x="2377" y="3717"/>
                  </a:lnTo>
                  <a:lnTo>
                    <a:pt x="2421" y="3653"/>
                  </a:lnTo>
                  <a:lnTo>
                    <a:pt x="2464" y="3566"/>
                  </a:lnTo>
                  <a:lnTo>
                    <a:pt x="2486" y="3480"/>
                  </a:lnTo>
                  <a:lnTo>
                    <a:pt x="2507" y="3393"/>
                  </a:lnTo>
                  <a:lnTo>
                    <a:pt x="2486" y="3285"/>
                  </a:lnTo>
                  <a:lnTo>
                    <a:pt x="2334" y="2529"/>
                  </a:lnTo>
                  <a:lnTo>
                    <a:pt x="2226" y="1989"/>
                  </a:lnTo>
                  <a:lnTo>
                    <a:pt x="2075" y="1405"/>
                  </a:lnTo>
                  <a:lnTo>
                    <a:pt x="1902" y="865"/>
                  </a:lnTo>
                  <a:lnTo>
                    <a:pt x="1816" y="627"/>
                  </a:lnTo>
                  <a:lnTo>
                    <a:pt x="1729" y="411"/>
                  </a:lnTo>
                  <a:lnTo>
                    <a:pt x="1621" y="239"/>
                  </a:lnTo>
                  <a:lnTo>
                    <a:pt x="1513" y="109"/>
                  </a:lnTo>
                  <a:lnTo>
                    <a:pt x="1405" y="22"/>
                  </a:lnTo>
                  <a:lnTo>
                    <a:pt x="134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34">
              <a:extLst>
                <a:ext uri="{FF2B5EF4-FFF2-40B4-BE49-F238E27FC236}">
                  <a16:creationId xmlns:a16="http://schemas.microsoft.com/office/drawing/2014/main" id="{A9B08763-69A4-1770-2329-36155FEACCF7}"/>
                </a:ext>
              </a:extLst>
            </p:cNvPr>
            <p:cNvSpPr/>
            <p:nvPr/>
          </p:nvSpPr>
          <p:spPr>
            <a:xfrm>
              <a:off x="16158050" y="4209200"/>
              <a:ext cx="136150" cy="136700"/>
            </a:xfrm>
            <a:custGeom>
              <a:avLst/>
              <a:gdLst/>
              <a:ahLst/>
              <a:cxnLst/>
              <a:rect l="l" t="t" r="r" b="b"/>
              <a:pathLst>
                <a:path w="5446" h="5468" extrusionOk="0">
                  <a:moveTo>
                    <a:pt x="2723" y="1"/>
                  </a:moveTo>
                  <a:lnTo>
                    <a:pt x="2442" y="22"/>
                  </a:lnTo>
                  <a:lnTo>
                    <a:pt x="2182" y="65"/>
                  </a:lnTo>
                  <a:lnTo>
                    <a:pt x="1923" y="130"/>
                  </a:lnTo>
                  <a:lnTo>
                    <a:pt x="1664" y="217"/>
                  </a:lnTo>
                  <a:lnTo>
                    <a:pt x="1426" y="346"/>
                  </a:lnTo>
                  <a:lnTo>
                    <a:pt x="1210" y="476"/>
                  </a:lnTo>
                  <a:lnTo>
                    <a:pt x="994" y="627"/>
                  </a:lnTo>
                  <a:lnTo>
                    <a:pt x="800" y="800"/>
                  </a:lnTo>
                  <a:lnTo>
                    <a:pt x="627" y="995"/>
                  </a:lnTo>
                  <a:lnTo>
                    <a:pt x="475" y="1211"/>
                  </a:lnTo>
                  <a:lnTo>
                    <a:pt x="324" y="1427"/>
                  </a:lnTo>
                  <a:lnTo>
                    <a:pt x="216" y="1664"/>
                  </a:lnTo>
                  <a:lnTo>
                    <a:pt x="130" y="1924"/>
                  </a:lnTo>
                  <a:lnTo>
                    <a:pt x="65" y="2183"/>
                  </a:lnTo>
                  <a:lnTo>
                    <a:pt x="22" y="2464"/>
                  </a:lnTo>
                  <a:lnTo>
                    <a:pt x="0" y="2745"/>
                  </a:lnTo>
                  <a:lnTo>
                    <a:pt x="22" y="3026"/>
                  </a:lnTo>
                  <a:lnTo>
                    <a:pt x="65" y="3285"/>
                  </a:lnTo>
                  <a:lnTo>
                    <a:pt x="130" y="3544"/>
                  </a:lnTo>
                  <a:lnTo>
                    <a:pt x="216" y="3803"/>
                  </a:lnTo>
                  <a:lnTo>
                    <a:pt x="324" y="4041"/>
                  </a:lnTo>
                  <a:lnTo>
                    <a:pt x="475" y="4257"/>
                  </a:lnTo>
                  <a:lnTo>
                    <a:pt x="627" y="4473"/>
                  </a:lnTo>
                  <a:lnTo>
                    <a:pt x="800" y="4668"/>
                  </a:lnTo>
                  <a:lnTo>
                    <a:pt x="994" y="4841"/>
                  </a:lnTo>
                  <a:lnTo>
                    <a:pt x="1210" y="4992"/>
                  </a:lnTo>
                  <a:lnTo>
                    <a:pt x="1426" y="5143"/>
                  </a:lnTo>
                  <a:lnTo>
                    <a:pt x="1664" y="5251"/>
                  </a:lnTo>
                  <a:lnTo>
                    <a:pt x="1923" y="5338"/>
                  </a:lnTo>
                  <a:lnTo>
                    <a:pt x="2182" y="5402"/>
                  </a:lnTo>
                  <a:lnTo>
                    <a:pt x="2442" y="5446"/>
                  </a:lnTo>
                  <a:lnTo>
                    <a:pt x="2723" y="5467"/>
                  </a:lnTo>
                  <a:lnTo>
                    <a:pt x="3004" y="5446"/>
                  </a:lnTo>
                  <a:lnTo>
                    <a:pt x="3284" y="5402"/>
                  </a:lnTo>
                  <a:lnTo>
                    <a:pt x="3544" y="5338"/>
                  </a:lnTo>
                  <a:lnTo>
                    <a:pt x="3781" y="5251"/>
                  </a:lnTo>
                  <a:lnTo>
                    <a:pt x="4019" y="5143"/>
                  </a:lnTo>
                  <a:lnTo>
                    <a:pt x="4257" y="4992"/>
                  </a:lnTo>
                  <a:lnTo>
                    <a:pt x="4451" y="4841"/>
                  </a:lnTo>
                  <a:lnTo>
                    <a:pt x="4646" y="4668"/>
                  </a:lnTo>
                  <a:lnTo>
                    <a:pt x="4840" y="4473"/>
                  </a:lnTo>
                  <a:lnTo>
                    <a:pt x="4991" y="4257"/>
                  </a:lnTo>
                  <a:lnTo>
                    <a:pt x="5121" y="4041"/>
                  </a:lnTo>
                  <a:lnTo>
                    <a:pt x="5229" y="3803"/>
                  </a:lnTo>
                  <a:lnTo>
                    <a:pt x="5337" y="3544"/>
                  </a:lnTo>
                  <a:lnTo>
                    <a:pt x="5402" y="3285"/>
                  </a:lnTo>
                  <a:lnTo>
                    <a:pt x="5445" y="3026"/>
                  </a:lnTo>
                  <a:lnTo>
                    <a:pt x="5445" y="2745"/>
                  </a:lnTo>
                  <a:lnTo>
                    <a:pt x="5445" y="2464"/>
                  </a:lnTo>
                  <a:lnTo>
                    <a:pt x="5402" y="2183"/>
                  </a:lnTo>
                  <a:lnTo>
                    <a:pt x="5337" y="1924"/>
                  </a:lnTo>
                  <a:lnTo>
                    <a:pt x="5229" y="1664"/>
                  </a:lnTo>
                  <a:lnTo>
                    <a:pt x="5121" y="1427"/>
                  </a:lnTo>
                  <a:lnTo>
                    <a:pt x="4991" y="1211"/>
                  </a:lnTo>
                  <a:lnTo>
                    <a:pt x="4840" y="995"/>
                  </a:lnTo>
                  <a:lnTo>
                    <a:pt x="4646" y="800"/>
                  </a:lnTo>
                  <a:lnTo>
                    <a:pt x="4451" y="627"/>
                  </a:lnTo>
                  <a:lnTo>
                    <a:pt x="4257" y="476"/>
                  </a:lnTo>
                  <a:lnTo>
                    <a:pt x="4019" y="346"/>
                  </a:lnTo>
                  <a:lnTo>
                    <a:pt x="3781" y="217"/>
                  </a:lnTo>
                  <a:lnTo>
                    <a:pt x="3544" y="130"/>
                  </a:lnTo>
                  <a:lnTo>
                    <a:pt x="3284" y="65"/>
                  </a:lnTo>
                  <a:lnTo>
                    <a:pt x="3004" y="22"/>
                  </a:lnTo>
                  <a:lnTo>
                    <a:pt x="27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34">
              <a:extLst>
                <a:ext uri="{FF2B5EF4-FFF2-40B4-BE49-F238E27FC236}">
                  <a16:creationId xmlns:a16="http://schemas.microsoft.com/office/drawing/2014/main" id="{92368D33-8A0D-C438-DD33-0A4524A0DA08}"/>
                </a:ext>
              </a:extLst>
            </p:cNvPr>
            <p:cNvSpPr/>
            <p:nvPr/>
          </p:nvSpPr>
          <p:spPr>
            <a:xfrm>
              <a:off x="16140225" y="3564750"/>
              <a:ext cx="180425" cy="696325"/>
            </a:xfrm>
            <a:custGeom>
              <a:avLst/>
              <a:gdLst/>
              <a:ahLst/>
              <a:cxnLst/>
              <a:rect l="l" t="t" r="r" b="b"/>
              <a:pathLst>
                <a:path w="7217" h="27853" extrusionOk="0">
                  <a:moveTo>
                    <a:pt x="0" y="1"/>
                  </a:moveTo>
                  <a:lnTo>
                    <a:pt x="130" y="3112"/>
                  </a:lnTo>
                  <a:lnTo>
                    <a:pt x="216" y="6526"/>
                  </a:lnTo>
                  <a:lnTo>
                    <a:pt x="367" y="13916"/>
                  </a:lnTo>
                  <a:lnTo>
                    <a:pt x="540" y="21306"/>
                  </a:lnTo>
                  <a:lnTo>
                    <a:pt x="627" y="24741"/>
                  </a:lnTo>
                  <a:lnTo>
                    <a:pt x="756" y="27853"/>
                  </a:lnTo>
                  <a:lnTo>
                    <a:pt x="6180" y="27853"/>
                  </a:lnTo>
                  <a:lnTo>
                    <a:pt x="6309" y="24741"/>
                  </a:lnTo>
                  <a:lnTo>
                    <a:pt x="6439" y="21306"/>
                  </a:lnTo>
                  <a:lnTo>
                    <a:pt x="6698" y="13916"/>
                  </a:lnTo>
                  <a:lnTo>
                    <a:pt x="6958" y="6526"/>
                  </a:lnTo>
                  <a:lnTo>
                    <a:pt x="7087" y="3112"/>
                  </a:lnTo>
                  <a:lnTo>
                    <a:pt x="721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34">
              <a:extLst>
                <a:ext uri="{FF2B5EF4-FFF2-40B4-BE49-F238E27FC236}">
                  <a16:creationId xmlns:a16="http://schemas.microsoft.com/office/drawing/2014/main" id="{8521A9A4-FBAE-ECB5-714E-D801E3C7CD64}"/>
                </a:ext>
              </a:extLst>
            </p:cNvPr>
            <p:cNvSpPr/>
            <p:nvPr/>
          </p:nvSpPr>
          <p:spPr>
            <a:xfrm>
              <a:off x="16145625" y="4203800"/>
              <a:ext cx="162600" cy="68100"/>
            </a:xfrm>
            <a:custGeom>
              <a:avLst/>
              <a:gdLst/>
              <a:ahLst/>
              <a:cxnLst/>
              <a:rect l="l" t="t" r="r" b="b"/>
              <a:pathLst>
                <a:path w="6504" h="2724" extrusionOk="0">
                  <a:moveTo>
                    <a:pt x="0" y="0"/>
                  </a:moveTo>
                  <a:lnTo>
                    <a:pt x="108" y="2723"/>
                  </a:lnTo>
                  <a:lnTo>
                    <a:pt x="6396" y="2723"/>
                  </a:lnTo>
                  <a:lnTo>
                    <a:pt x="650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34">
              <a:extLst>
                <a:ext uri="{FF2B5EF4-FFF2-40B4-BE49-F238E27FC236}">
                  <a16:creationId xmlns:a16="http://schemas.microsoft.com/office/drawing/2014/main" id="{5839C8A9-002C-B152-6788-B54F3F0767FA}"/>
                </a:ext>
              </a:extLst>
            </p:cNvPr>
            <p:cNvSpPr/>
            <p:nvPr/>
          </p:nvSpPr>
          <p:spPr>
            <a:xfrm>
              <a:off x="16286075" y="3546925"/>
              <a:ext cx="33500" cy="75650"/>
            </a:xfrm>
            <a:custGeom>
              <a:avLst/>
              <a:gdLst/>
              <a:ahLst/>
              <a:cxnLst/>
              <a:rect l="l" t="t" r="r" b="b"/>
              <a:pathLst>
                <a:path w="1340" h="3026" extrusionOk="0">
                  <a:moveTo>
                    <a:pt x="540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08" y="282"/>
                  </a:lnTo>
                  <a:lnTo>
                    <a:pt x="43" y="411"/>
                  </a:lnTo>
                  <a:lnTo>
                    <a:pt x="22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22" y="2486"/>
                  </a:lnTo>
                  <a:lnTo>
                    <a:pt x="43" y="2615"/>
                  </a:lnTo>
                  <a:lnTo>
                    <a:pt x="108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0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29" y="2961"/>
                  </a:lnTo>
                  <a:lnTo>
                    <a:pt x="1037" y="2918"/>
                  </a:lnTo>
                  <a:lnTo>
                    <a:pt x="1145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18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8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5" y="195"/>
                  </a:lnTo>
                  <a:lnTo>
                    <a:pt x="1037" y="109"/>
                  </a:lnTo>
                  <a:lnTo>
                    <a:pt x="929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34">
              <a:extLst>
                <a:ext uri="{FF2B5EF4-FFF2-40B4-BE49-F238E27FC236}">
                  <a16:creationId xmlns:a16="http://schemas.microsoft.com/office/drawing/2014/main" id="{6EBFC720-4217-CC41-6C87-E6A6CAF7B787}"/>
                </a:ext>
              </a:extLst>
            </p:cNvPr>
            <p:cNvSpPr/>
            <p:nvPr/>
          </p:nvSpPr>
          <p:spPr>
            <a:xfrm>
              <a:off x="16248800" y="3546925"/>
              <a:ext cx="33500" cy="75650"/>
            </a:xfrm>
            <a:custGeom>
              <a:avLst/>
              <a:gdLst/>
              <a:ahLst/>
              <a:cxnLst/>
              <a:rect l="l" t="t" r="r" b="b"/>
              <a:pathLst>
                <a:path w="1340" h="3026" extrusionOk="0">
                  <a:moveTo>
                    <a:pt x="519" y="1"/>
                  </a:moveTo>
                  <a:lnTo>
                    <a:pt x="411" y="44"/>
                  </a:lnTo>
                  <a:lnTo>
                    <a:pt x="281" y="109"/>
                  </a:lnTo>
                  <a:lnTo>
                    <a:pt x="195" y="195"/>
                  </a:lnTo>
                  <a:lnTo>
                    <a:pt x="108" y="282"/>
                  </a:lnTo>
                  <a:lnTo>
                    <a:pt x="43" y="411"/>
                  </a:lnTo>
                  <a:lnTo>
                    <a:pt x="0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0" y="2486"/>
                  </a:lnTo>
                  <a:lnTo>
                    <a:pt x="43" y="2615"/>
                  </a:lnTo>
                  <a:lnTo>
                    <a:pt x="108" y="2723"/>
                  </a:lnTo>
                  <a:lnTo>
                    <a:pt x="195" y="2831"/>
                  </a:lnTo>
                  <a:lnTo>
                    <a:pt x="281" y="2918"/>
                  </a:lnTo>
                  <a:lnTo>
                    <a:pt x="411" y="2961"/>
                  </a:lnTo>
                  <a:lnTo>
                    <a:pt x="519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29" y="2961"/>
                  </a:lnTo>
                  <a:lnTo>
                    <a:pt x="1037" y="2918"/>
                  </a:lnTo>
                  <a:lnTo>
                    <a:pt x="1145" y="2831"/>
                  </a:lnTo>
                  <a:lnTo>
                    <a:pt x="1210" y="2723"/>
                  </a:lnTo>
                  <a:lnTo>
                    <a:pt x="1275" y="2615"/>
                  </a:lnTo>
                  <a:lnTo>
                    <a:pt x="1318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8" y="519"/>
                  </a:lnTo>
                  <a:lnTo>
                    <a:pt x="1275" y="411"/>
                  </a:lnTo>
                  <a:lnTo>
                    <a:pt x="1210" y="282"/>
                  </a:lnTo>
                  <a:lnTo>
                    <a:pt x="1145" y="195"/>
                  </a:lnTo>
                  <a:lnTo>
                    <a:pt x="1037" y="109"/>
                  </a:lnTo>
                  <a:lnTo>
                    <a:pt x="929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34">
              <a:extLst>
                <a:ext uri="{FF2B5EF4-FFF2-40B4-BE49-F238E27FC236}">
                  <a16:creationId xmlns:a16="http://schemas.microsoft.com/office/drawing/2014/main" id="{D91902D2-6B2E-06BE-6B91-54D19CEB028E}"/>
                </a:ext>
              </a:extLst>
            </p:cNvPr>
            <p:cNvSpPr/>
            <p:nvPr/>
          </p:nvSpPr>
          <p:spPr>
            <a:xfrm>
              <a:off x="1621097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30" y="282"/>
                  </a:lnTo>
                  <a:lnTo>
                    <a:pt x="65" y="411"/>
                  </a:lnTo>
                  <a:lnTo>
                    <a:pt x="22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22" y="2486"/>
                  </a:lnTo>
                  <a:lnTo>
                    <a:pt x="65" y="2615"/>
                  </a:lnTo>
                  <a:lnTo>
                    <a:pt x="130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0" y="3026"/>
                  </a:lnTo>
                  <a:lnTo>
                    <a:pt x="822" y="3004"/>
                  </a:lnTo>
                  <a:lnTo>
                    <a:pt x="930" y="2961"/>
                  </a:lnTo>
                  <a:lnTo>
                    <a:pt x="1059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40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40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59" y="109"/>
                  </a:lnTo>
                  <a:lnTo>
                    <a:pt x="930" y="44"/>
                  </a:lnTo>
                  <a:lnTo>
                    <a:pt x="8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34">
              <a:extLst>
                <a:ext uri="{FF2B5EF4-FFF2-40B4-BE49-F238E27FC236}">
                  <a16:creationId xmlns:a16="http://schemas.microsoft.com/office/drawing/2014/main" id="{33ACA7C7-A3A1-BB91-C094-034ED12CFC94}"/>
                </a:ext>
              </a:extLst>
            </p:cNvPr>
            <p:cNvSpPr/>
            <p:nvPr/>
          </p:nvSpPr>
          <p:spPr>
            <a:xfrm>
              <a:off x="16173700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66" y="411"/>
                  </a:lnTo>
                  <a:lnTo>
                    <a:pt x="22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22" y="2486"/>
                  </a:lnTo>
                  <a:lnTo>
                    <a:pt x="66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1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19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9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34">
              <a:extLst>
                <a:ext uri="{FF2B5EF4-FFF2-40B4-BE49-F238E27FC236}">
                  <a16:creationId xmlns:a16="http://schemas.microsoft.com/office/drawing/2014/main" id="{2351A48E-9895-17A7-62CF-CD0E5EAFB88F}"/>
                </a:ext>
              </a:extLst>
            </p:cNvPr>
            <p:cNvSpPr/>
            <p:nvPr/>
          </p:nvSpPr>
          <p:spPr>
            <a:xfrm>
              <a:off x="1613642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282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44" y="411"/>
                  </a:lnTo>
                  <a:lnTo>
                    <a:pt x="1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1" y="2486"/>
                  </a:lnTo>
                  <a:lnTo>
                    <a:pt x="44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282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1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11" y="2723"/>
                  </a:lnTo>
                  <a:lnTo>
                    <a:pt x="1276" y="2615"/>
                  </a:lnTo>
                  <a:lnTo>
                    <a:pt x="1319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9" y="519"/>
                  </a:lnTo>
                  <a:lnTo>
                    <a:pt x="1276" y="411"/>
                  </a:lnTo>
                  <a:lnTo>
                    <a:pt x="1211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34">
              <a:extLst>
                <a:ext uri="{FF2B5EF4-FFF2-40B4-BE49-F238E27FC236}">
                  <a16:creationId xmlns:a16="http://schemas.microsoft.com/office/drawing/2014/main" id="{AAEE0AF4-5C20-0582-7531-111CAA8E8313}"/>
                </a:ext>
              </a:extLst>
            </p:cNvPr>
            <p:cNvSpPr/>
            <p:nvPr/>
          </p:nvSpPr>
          <p:spPr>
            <a:xfrm>
              <a:off x="16135900" y="3508575"/>
              <a:ext cx="183150" cy="55675"/>
            </a:xfrm>
            <a:custGeom>
              <a:avLst/>
              <a:gdLst/>
              <a:ahLst/>
              <a:cxnLst/>
              <a:rect l="l" t="t" r="r" b="b"/>
              <a:pathLst>
                <a:path w="7326" h="2227" extrusionOk="0">
                  <a:moveTo>
                    <a:pt x="0" y="1"/>
                  </a:moveTo>
                  <a:lnTo>
                    <a:pt x="0" y="2226"/>
                  </a:lnTo>
                  <a:lnTo>
                    <a:pt x="7325" y="2226"/>
                  </a:lnTo>
                  <a:lnTo>
                    <a:pt x="732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34">
              <a:extLst>
                <a:ext uri="{FF2B5EF4-FFF2-40B4-BE49-F238E27FC236}">
                  <a16:creationId xmlns:a16="http://schemas.microsoft.com/office/drawing/2014/main" id="{46260B70-07A6-C276-B147-084732A63FC8}"/>
                </a:ext>
              </a:extLst>
            </p:cNvPr>
            <p:cNvSpPr/>
            <p:nvPr/>
          </p:nvSpPr>
          <p:spPr>
            <a:xfrm>
              <a:off x="16485925" y="3986650"/>
              <a:ext cx="182625" cy="95625"/>
            </a:xfrm>
            <a:custGeom>
              <a:avLst/>
              <a:gdLst/>
              <a:ahLst/>
              <a:cxnLst/>
              <a:rect l="l" t="t" r="r" b="b"/>
              <a:pathLst>
                <a:path w="7305" h="3825" extrusionOk="0">
                  <a:moveTo>
                    <a:pt x="6008" y="1318"/>
                  </a:moveTo>
                  <a:lnTo>
                    <a:pt x="6008" y="2528"/>
                  </a:lnTo>
                  <a:lnTo>
                    <a:pt x="1319" y="2528"/>
                  </a:lnTo>
                  <a:lnTo>
                    <a:pt x="1319" y="1318"/>
                  </a:lnTo>
                  <a:close/>
                  <a:moveTo>
                    <a:pt x="1" y="0"/>
                  </a:moveTo>
                  <a:lnTo>
                    <a:pt x="1" y="3825"/>
                  </a:lnTo>
                  <a:lnTo>
                    <a:pt x="7304" y="3825"/>
                  </a:lnTo>
                  <a:lnTo>
                    <a:pt x="730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34">
              <a:extLst>
                <a:ext uri="{FF2B5EF4-FFF2-40B4-BE49-F238E27FC236}">
                  <a16:creationId xmlns:a16="http://schemas.microsoft.com/office/drawing/2014/main" id="{8A1C8C13-5265-F17E-78F8-FD2CA13B7224}"/>
                </a:ext>
              </a:extLst>
            </p:cNvPr>
            <p:cNvSpPr/>
            <p:nvPr/>
          </p:nvSpPr>
          <p:spPr>
            <a:xfrm>
              <a:off x="16851100" y="4209200"/>
              <a:ext cx="136150" cy="136700"/>
            </a:xfrm>
            <a:custGeom>
              <a:avLst/>
              <a:gdLst/>
              <a:ahLst/>
              <a:cxnLst/>
              <a:rect l="l" t="t" r="r" b="b"/>
              <a:pathLst>
                <a:path w="5446" h="5468" extrusionOk="0">
                  <a:moveTo>
                    <a:pt x="2723" y="1"/>
                  </a:moveTo>
                  <a:lnTo>
                    <a:pt x="2442" y="22"/>
                  </a:lnTo>
                  <a:lnTo>
                    <a:pt x="2183" y="65"/>
                  </a:lnTo>
                  <a:lnTo>
                    <a:pt x="1924" y="130"/>
                  </a:lnTo>
                  <a:lnTo>
                    <a:pt x="1664" y="217"/>
                  </a:lnTo>
                  <a:lnTo>
                    <a:pt x="1427" y="346"/>
                  </a:lnTo>
                  <a:lnTo>
                    <a:pt x="1211" y="476"/>
                  </a:lnTo>
                  <a:lnTo>
                    <a:pt x="994" y="627"/>
                  </a:lnTo>
                  <a:lnTo>
                    <a:pt x="800" y="800"/>
                  </a:lnTo>
                  <a:lnTo>
                    <a:pt x="627" y="995"/>
                  </a:lnTo>
                  <a:lnTo>
                    <a:pt x="454" y="1211"/>
                  </a:lnTo>
                  <a:lnTo>
                    <a:pt x="325" y="1427"/>
                  </a:lnTo>
                  <a:lnTo>
                    <a:pt x="217" y="1664"/>
                  </a:lnTo>
                  <a:lnTo>
                    <a:pt x="130" y="1924"/>
                  </a:lnTo>
                  <a:lnTo>
                    <a:pt x="44" y="2183"/>
                  </a:lnTo>
                  <a:lnTo>
                    <a:pt x="22" y="2464"/>
                  </a:lnTo>
                  <a:lnTo>
                    <a:pt x="1" y="2745"/>
                  </a:lnTo>
                  <a:lnTo>
                    <a:pt x="22" y="3026"/>
                  </a:lnTo>
                  <a:lnTo>
                    <a:pt x="44" y="3285"/>
                  </a:lnTo>
                  <a:lnTo>
                    <a:pt x="130" y="3544"/>
                  </a:lnTo>
                  <a:lnTo>
                    <a:pt x="217" y="3803"/>
                  </a:lnTo>
                  <a:lnTo>
                    <a:pt x="325" y="4041"/>
                  </a:lnTo>
                  <a:lnTo>
                    <a:pt x="454" y="4257"/>
                  </a:lnTo>
                  <a:lnTo>
                    <a:pt x="627" y="4473"/>
                  </a:lnTo>
                  <a:lnTo>
                    <a:pt x="800" y="4668"/>
                  </a:lnTo>
                  <a:lnTo>
                    <a:pt x="994" y="4841"/>
                  </a:lnTo>
                  <a:lnTo>
                    <a:pt x="1211" y="4992"/>
                  </a:lnTo>
                  <a:lnTo>
                    <a:pt x="1427" y="5143"/>
                  </a:lnTo>
                  <a:lnTo>
                    <a:pt x="1664" y="5251"/>
                  </a:lnTo>
                  <a:lnTo>
                    <a:pt x="1924" y="5338"/>
                  </a:lnTo>
                  <a:lnTo>
                    <a:pt x="2183" y="5402"/>
                  </a:lnTo>
                  <a:lnTo>
                    <a:pt x="2442" y="5446"/>
                  </a:lnTo>
                  <a:lnTo>
                    <a:pt x="2723" y="5467"/>
                  </a:lnTo>
                  <a:lnTo>
                    <a:pt x="3004" y="5446"/>
                  </a:lnTo>
                  <a:lnTo>
                    <a:pt x="3285" y="5402"/>
                  </a:lnTo>
                  <a:lnTo>
                    <a:pt x="3544" y="5338"/>
                  </a:lnTo>
                  <a:lnTo>
                    <a:pt x="3782" y="5251"/>
                  </a:lnTo>
                  <a:lnTo>
                    <a:pt x="4020" y="5143"/>
                  </a:lnTo>
                  <a:lnTo>
                    <a:pt x="4257" y="4992"/>
                  </a:lnTo>
                  <a:lnTo>
                    <a:pt x="4452" y="4841"/>
                  </a:lnTo>
                  <a:lnTo>
                    <a:pt x="4646" y="4668"/>
                  </a:lnTo>
                  <a:lnTo>
                    <a:pt x="4841" y="4473"/>
                  </a:lnTo>
                  <a:lnTo>
                    <a:pt x="4992" y="4257"/>
                  </a:lnTo>
                  <a:lnTo>
                    <a:pt x="5121" y="4041"/>
                  </a:lnTo>
                  <a:lnTo>
                    <a:pt x="5230" y="3803"/>
                  </a:lnTo>
                  <a:lnTo>
                    <a:pt x="5338" y="3544"/>
                  </a:lnTo>
                  <a:lnTo>
                    <a:pt x="5402" y="3285"/>
                  </a:lnTo>
                  <a:lnTo>
                    <a:pt x="5446" y="3026"/>
                  </a:lnTo>
                  <a:lnTo>
                    <a:pt x="5446" y="2745"/>
                  </a:lnTo>
                  <a:lnTo>
                    <a:pt x="5446" y="2464"/>
                  </a:lnTo>
                  <a:lnTo>
                    <a:pt x="5402" y="2183"/>
                  </a:lnTo>
                  <a:lnTo>
                    <a:pt x="5338" y="1924"/>
                  </a:lnTo>
                  <a:lnTo>
                    <a:pt x="5230" y="1664"/>
                  </a:lnTo>
                  <a:lnTo>
                    <a:pt x="5121" y="1427"/>
                  </a:lnTo>
                  <a:lnTo>
                    <a:pt x="4992" y="1211"/>
                  </a:lnTo>
                  <a:lnTo>
                    <a:pt x="4841" y="995"/>
                  </a:lnTo>
                  <a:lnTo>
                    <a:pt x="4646" y="800"/>
                  </a:lnTo>
                  <a:lnTo>
                    <a:pt x="4452" y="627"/>
                  </a:lnTo>
                  <a:lnTo>
                    <a:pt x="4257" y="476"/>
                  </a:lnTo>
                  <a:lnTo>
                    <a:pt x="4020" y="346"/>
                  </a:lnTo>
                  <a:lnTo>
                    <a:pt x="3782" y="217"/>
                  </a:lnTo>
                  <a:lnTo>
                    <a:pt x="3544" y="130"/>
                  </a:lnTo>
                  <a:lnTo>
                    <a:pt x="3285" y="65"/>
                  </a:lnTo>
                  <a:lnTo>
                    <a:pt x="3004" y="22"/>
                  </a:lnTo>
                  <a:lnTo>
                    <a:pt x="27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34">
              <a:extLst>
                <a:ext uri="{FF2B5EF4-FFF2-40B4-BE49-F238E27FC236}">
                  <a16:creationId xmlns:a16="http://schemas.microsoft.com/office/drawing/2014/main" id="{2090410F-DE87-B8D0-72F0-CFCF1496B4DD}"/>
                </a:ext>
              </a:extLst>
            </p:cNvPr>
            <p:cNvSpPr/>
            <p:nvPr/>
          </p:nvSpPr>
          <p:spPr>
            <a:xfrm>
              <a:off x="16824625" y="3564750"/>
              <a:ext cx="180450" cy="696325"/>
            </a:xfrm>
            <a:custGeom>
              <a:avLst/>
              <a:gdLst/>
              <a:ahLst/>
              <a:cxnLst/>
              <a:rect l="l" t="t" r="r" b="b"/>
              <a:pathLst>
                <a:path w="7218" h="27853" extrusionOk="0">
                  <a:moveTo>
                    <a:pt x="1" y="1"/>
                  </a:moveTo>
                  <a:lnTo>
                    <a:pt x="130" y="3112"/>
                  </a:lnTo>
                  <a:lnTo>
                    <a:pt x="260" y="6526"/>
                  </a:lnTo>
                  <a:lnTo>
                    <a:pt x="519" y="13916"/>
                  </a:lnTo>
                  <a:lnTo>
                    <a:pt x="779" y="21306"/>
                  </a:lnTo>
                  <a:lnTo>
                    <a:pt x="908" y="24741"/>
                  </a:lnTo>
                  <a:lnTo>
                    <a:pt x="1038" y="27853"/>
                  </a:lnTo>
                  <a:lnTo>
                    <a:pt x="6483" y="27853"/>
                  </a:lnTo>
                  <a:lnTo>
                    <a:pt x="6591" y="24741"/>
                  </a:lnTo>
                  <a:lnTo>
                    <a:pt x="6699" y="21306"/>
                  </a:lnTo>
                  <a:lnTo>
                    <a:pt x="6850" y="13916"/>
                  </a:lnTo>
                  <a:lnTo>
                    <a:pt x="7002" y="6526"/>
                  </a:lnTo>
                  <a:lnTo>
                    <a:pt x="7110" y="3112"/>
                  </a:lnTo>
                  <a:lnTo>
                    <a:pt x="721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34">
              <a:extLst>
                <a:ext uri="{FF2B5EF4-FFF2-40B4-BE49-F238E27FC236}">
                  <a16:creationId xmlns:a16="http://schemas.microsoft.com/office/drawing/2014/main" id="{32706BF3-1496-9115-DE95-A6CD4100829D}"/>
                </a:ext>
              </a:extLst>
            </p:cNvPr>
            <p:cNvSpPr/>
            <p:nvPr/>
          </p:nvSpPr>
          <p:spPr>
            <a:xfrm>
              <a:off x="16837050" y="4203800"/>
              <a:ext cx="162625" cy="68100"/>
            </a:xfrm>
            <a:custGeom>
              <a:avLst/>
              <a:gdLst/>
              <a:ahLst/>
              <a:cxnLst/>
              <a:rect l="l" t="t" r="r" b="b"/>
              <a:pathLst>
                <a:path w="6505" h="2724" extrusionOk="0">
                  <a:moveTo>
                    <a:pt x="1" y="0"/>
                  </a:moveTo>
                  <a:lnTo>
                    <a:pt x="130" y="2723"/>
                  </a:lnTo>
                  <a:lnTo>
                    <a:pt x="6397" y="2723"/>
                  </a:lnTo>
                  <a:lnTo>
                    <a:pt x="650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34">
              <a:extLst>
                <a:ext uri="{FF2B5EF4-FFF2-40B4-BE49-F238E27FC236}">
                  <a16:creationId xmlns:a16="http://schemas.microsoft.com/office/drawing/2014/main" id="{DE74A439-E03C-55FB-15B3-AD6D6B37B931}"/>
                </a:ext>
              </a:extLst>
            </p:cNvPr>
            <p:cNvSpPr/>
            <p:nvPr/>
          </p:nvSpPr>
          <p:spPr>
            <a:xfrm>
              <a:off x="16825700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31" y="282"/>
                  </a:lnTo>
                  <a:lnTo>
                    <a:pt x="66" y="411"/>
                  </a:lnTo>
                  <a:lnTo>
                    <a:pt x="23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23" y="2486"/>
                  </a:lnTo>
                  <a:lnTo>
                    <a:pt x="66" y="2615"/>
                  </a:lnTo>
                  <a:lnTo>
                    <a:pt x="131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1" y="3026"/>
                  </a:lnTo>
                  <a:lnTo>
                    <a:pt x="822" y="3004"/>
                  </a:lnTo>
                  <a:lnTo>
                    <a:pt x="930" y="2961"/>
                  </a:lnTo>
                  <a:lnTo>
                    <a:pt x="1060" y="2918"/>
                  </a:lnTo>
                  <a:lnTo>
                    <a:pt x="1146" y="2831"/>
                  </a:lnTo>
                  <a:lnTo>
                    <a:pt x="1233" y="2723"/>
                  </a:lnTo>
                  <a:lnTo>
                    <a:pt x="1297" y="2615"/>
                  </a:lnTo>
                  <a:lnTo>
                    <a:pt x="1341" y="2486"/>
                  </a:lnTo>
                  <a:lnTo>
                    <a:pt x="1341" y="2356"/>
                  </a:lnTo>
                  <a:lnTo>
                    <a:pt x="1341" y="671"/>
                  </a:lnTo>
                  <a:lnTo>
                    <a:pt x="1341" y="519"/>
                  </a:lnTo>
                  <a:lnTo>
                    <a:pt x="1297" y="411"/>
                  </a:lnTo>
                  <a:lnTo>
                    <a:pt x="1233" y="282"/>
                  </a:lnTo>
                  <a:lnTo>
                    <a:pt x="1146" y="195"/>
                  </a:lnTo>
                  <a:lnTo>
                    <a:pt x="1060" y="109"/>
                  </a:lnTo>
                  <a:lnTo>
                    <a:pt x="930" y="44"/>
                  </a:lnTo>
                  <a:lnTo>
                    <a:pt x="8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34">
              <a:extLst>
                <a:ext uri="{FF2B5EF4-FFF2-40B4-BE49-F238E27FC236}">
                  <a16:creationId xmlns:a16="http://schemas.microsoft.com/office/drawing/2014/main" id="{C30FEED3-20E0-0DDC-3095-AD2F698A096A}"/>
                </a:ext>
              </a:extLst>
            </p:cNvPr>
            <p:cNvSpPr/>
            <p:nvPr/>
          </p:nvSpPr>
          <p:spPr>
            <a:xfrm>
              <a:off x="1686352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19" y="1"/>
                  </a:moveTo>
                  <a:lnTo>
                    <a:pt x="411" y="44"/>
                  </a:lnTo>
                  <a:lnTo>
                    <a:pt x="281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44" y="411"/>
                  </a:lnTo>
                  <a:lnTo>
                    <a:pt x="0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0" y="2486"/>
                  </a:lnTo>
                  <a:lnTo>
                    <a:pt x="44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281" y="2918"/>
                  </a:lnTo>
                  <a:lnTo>
                    <a:pt x="411" y="2961"/>
                  </a:lnTo>
                  <a:lnTo>
                    <a:pt x="519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11" y="2723"/>
                  </a:lnTo>
                  <a:lnTo>
                    <a:pt x="1275" y="2615"/>
                  </a:lnTo>
                  <a:lnTo>
                    <a:pt x="1319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9" y="519"/>
                  </a:lnTo>
                  <a:lnTo>
                    <a:pt x="1275" y="411"/>
                  </a:lnTo>
                  <a:lnTo>
                    <a:pt x="1211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34">
              <a:extLst>
                <a:ext uri="{FF2B5EF4-FFF2-40B4-BE49-F238E27FC236}">
                  <a16:creationId xmlns:a16="http://schemas.microsoft.com/office/drawing/2014/main" id="{BC978CF8-6152-2890-D8DF-BA1BDCB1DD22}"/>
                </a:ext>
              </a:extLst>
            </p:cNvPr>
            <p:cNvSpPr/>
            <p:nvPr/>
          </p:nvSpPr>
          <p:spPr>
            <a:xfrm>
              <a:off x="16900800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08" y="282"/>
                  </a:lnTo>
                  <a:lnTo>
                    <a:pt x="44" y="411"/>
                  </a:lnTo>
                  <a:lnTo>
                    <a:pt x="22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22" y="2486"/>
                  </a:lnTo>
                  <a:lnTo>
                    <a:pt x="44" y="2615"/>
                  </a:lnTo>
                  <a:lnTo>
                    <a:pt x="108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75" y="2615"/>
                  </a:lnTo>
                  <a:lnTo>
                    <a:pt x="1318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8" y="519"/>
                  </a:lnTo>
                  <a:lnTo>
                    <a:pt x="1275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34">
              <a:extLst>
                <a:ext uri="{FF2B5EF4-FFF2-40B4-BE49-F238E27FC236}">
                  <a16:creationId xmlns:a16="http://schemas.microsoft.com/office/drawing/2014/main" id="{4EEA4656-1B6E-DF8C-BB3D-A70493612350}"/>
                </a:ext>
              </a:extLst>
            </p:cNvPr>
            <p:cNvSpPr/>
            <p:nvPr/>
          </p:nvSpPr>
          <p:spPr>
            <a:xfrm>
              <a:off x="16938075" y="3546925"/>
              <a:ext cx="33500" cy="75650"/>
            </a:xfrm>
            <a:custGeom>
              <a:avLst/>
              <a:gdLst/>
              <a:ahLst/>
              <a:cxnLst/>
              <a:rect l="l" t="t" r="r" b="b"/>
              <a:pathLst>
                <a:path w="1340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30" y="282"/>
                  </a:lnTo>
                  <a:lnTo>
                    <a:pt x="65" y="411"/>
                  </a:lnTo>
                  <a:lnTo>
                    <a:pt x="22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22" y="2486"/>
                  </a:lnTo>
                  <a:lnTo>
                    <a:pt x="65" y="2615"/>
                  </a:lnTo>
                  <a:lnTo>
                    <a:pt x="130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29" y="2961"/>
                  </a:lnTo>
                  <a:lnTo>
                    <a:pt x="1059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40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40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59" y="109"/>
                  </a:lnTo>
                  <a:lnTo>
                    <a:pt x="929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34">
              <a:extLst>
                <a:ext uri="{FF2B5EF4-FFF2-40B4-BE49-F238E27FC236}">
                  <a16:creationId xmlns:a16="http://schemas.microsoft.com/office/drawing/2014/main" id="{57E3BF09-F454-D4ED-57CE-B620C9B23B7D}"/>
                </a:ext>
              </a:extLst>
            </p:cNvPr>
            <p:cNvSpPr/>
            <p:nvPr/>
          </p:nvSpPr>
          <p:spPr>
            <a:xfrm>
              <a:off x="1697587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19" y="1"/>
                  </a:moveTo>
                  <a:lnTo>
                    <a:pt x="390" y="44"/>
                  </a:lnTo>
                  <a:lnTo>
                    <a:pt x="282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44" y="411"/>
                  </a:lnTo>
                  <a:lnTo>
                    <a:pt x="1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1" y="2486"/>
                  </a:lnTo>
                  <a:lnTo>
                    <a:pt x="44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282" y="2918"/>
                  </a:lnTo>
                  <a:lnTo>
                    <a:pt x="390" y="2961"/>
                  </a:lnTo>
                  <a:lnTo>
                    <a:pt x="519" y="3004"/>
                  </a:lnTo>
                  <a:lnTo>
                    <a:pt x="671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24" y="2831"/>
                  </a:lnTo>
                  <a:lnTo>
                    <a:pt x="1211" y="2723"/>
                  </a:lnTo>
                  <a:lnTo>
                    <a:pt x="1276" y="2615"/>
                  </a:lnTo>
                  <a:lnTo>
                    <a:pt x="1319" y="2486"/>
                  </a:lnTo>
                  <a:lnTo>
                    <a:pt x="1341" y="2356"/>
                  </a:lnTo>
                  <a:lnTo>
                    <a:pt x="1341" y="671"/>
                  </a:lnTo>
                  <a:lnTo>
                    <a:pt x="1319" y="519"/>
                  </a:lnTo>
                  <a:lnTo>
                    <a:pt x="1276" y="411"/>
                  </a:lnTo>
                  <a:lnTo>
                    <a:pt x="1211" y="282"/>
                  </a:lnTo>
                  <a:lnTo>
                    <a:pt x="1124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34">
              <a:extLst>
                <a:ext uri="{FF2B5EF4-FFF2-40B4-BE49-F238E27FC236}">
                  <a16:creationId xmlns:a16="http://schemas.microsoft.com/office/drawing/2014/main" id="{E5C2423F-CCA6-6550-66B5-018FF6175CB8}"/>
                </a:ext>
              </a:extLst>
            </p:cNvPr>
            <p:cNvSpPr/>
            <p:nvPr/>
          </p:nvSpPr>
          <p:spPr>
            <a:xfrm>
              <a:off x="16826250" y="3508575"/>
              <a:ext cx="183150" cy="55675"/>
            </a:xfrm>
            <a:custGeom>
              <a:avLst/>
              <a:gdLst/>
              <a:ahLst/>
              <a:cxnLst/>
              <a:rect l="l" t="t" r="r" b="b"/>
              <a:pathLst>
                <a:path w="7326" h="2227" extrusionOk="0">
                  <a:moveTo>
                    <a:pt x="1" y="1"/>
                  </a:moveTo>
                  <a:lnTo>
                    <a:pt x="1" y="2226"/>
                  </a:lnTo>
                  <a:lnTo>
                    <a:pt x="7326" y="2226"/>
                  </a:lnTo>
                  <a:lnTo>
                    <a:pt x="732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34">
              <a:extLst>
                <a:ext uri="{FF2B5EF4-FFF2-40B4-BE49-F238E27FC236}">
                  <a16:creationId xmlns:a16="http://schemas.microsoft.com/office/drawing/2014/main" id="{967B4473-F7EE-FB4E-3DF1-F5FDAD47761B}"/>
                </a:ext>
              </a:extLst>
            </p:cNvPr>
            <p:cNvSpPr/>
            <p:nvPr/>
          </p:nvSpPr>
          <p:spPr>
            <a:xfrm>
              <a:off x="16573450" y="2853325"/>
              <a:ext cx="20550" cy="21100"/>
            </a:xfrm>
            <a:custGeom>
              <a:avLst/>
              <a:gdLst/>
              <a:ahLst/>
              <a:cxnLst/>
              <a:rect l="l" t="t" r="r" b="b"/>
              <a:pathLst>
                <a:path w="822" h="844" extrusionOk="0">
                  <a:moveTo>
                    <a:pt x="432" y="1"/>
                  </a:moveTo>
                  <a:lnTo>
                    <a:pt x="346" y="22"/>
                  </a:lnTo>
                  <a:lnTo>
                    <a:pt x="260" y="44"/>
                  </a:lnTo>
                  <a:lnTo>
                    <a:pt x="195" y="87"/>
                  </a:lnTo>
                  <a:lnTo>
                    <a:pt x="130" y="130"/>
                  </a:lnTo>
                  <a:lnTo>
                    <a:pt x="65" y="195"/>
                  </a:lnTo>
                  <a:lnTo>
                    <a:pt x="22" y="260"/>
                  </a:lnTo>
                  <a:lnTo>
                    <a:pt x="0" y="346"/>
                  </a:lnTo>
                  <a:lnTo>
                    <a:pt x="0" y="454"/>
                  </a:lnTo>
                  <a:lnTo>
                    <a:pt x="0" y="584"/>
                  </a:lnTo>
                  <a:lnTo>
                    <a:pt x="43" y="670"/>
                  </a:lnTo>
                  <a:lnTo>
                    <a:pt x="108" y="757"/>
                  </a:lnTo>
                  <a:lnTo>
                    <a:pt x="195" y="800"/>
                  </a:lnTo>
                  <a:lnTo>
                    <a:pt x="303" y="843"/>
                  </a:lnTo>
                  <a:lnTo>
                    <a:pt x="411" y="843"/>
                  </a:lnTo>
                  <a:lnTo>
                    <a:pt x="519" y="822"/>
                  </a:lnTo>
                  <a:lnTo>
                    <a:pt x="605" y="778"/>
                  </a:lnTo>
                  <a:lnTo>
                    <a:pt x="692" y="714"/>
                  </a:lnTo>
                  <a:lnTo>
                    <a:pt x="757" y="627"/>
                  </a:lnTo>
                  <a:lnTo>
                    <a:pt x="800" y="519"/>
                  </a:lnTo>
                  <a:lnTo>
                    <a:pt x="821" y="411"/>
                  </a:lnTo>
                  <a:lnTo>
                    <a:pt x="821" y="303"/>
                  </a:lnTo>
                  <a:lnTo>
                    <a:pt x="800" y="217"/>
                  </a:lnTo>
                  <a:lnTo>
                    <a:pt x="735" y="130"/>
                  </a:lnTo>
                  <a:lnTo>
                    <a:pt x="670" y="65"/>
                  </a:lnTo>
                  <a:lnTo>
                    <a:pt x="562" y="22"/>
                  </a:lnTo>
                  <a:lnTo>
                    <a:pt x="43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34">
              <a:extLst>
                <a:ext uri="{FF2B5EF4-FFF2-40B4-BE49-F238E27FC236}">
                  <a16:creationId xmlns:a16="http://schemas.microsoft.com/office/drawing/2014/main" id="{7C056C44-8323-94D2-EC2E-FD7B429B31F7}"/>
                </a:ext>
              </a:extLst>
            </p:cNvPr>
            <p:cNvSpPr/>
            <p:nvPr/>
          </p:nvSpPr>
          <p:spPr>
            <a:xfrm>
              <a:off x="1639572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extrusionOk="0">
                  <a:moveTo>
                    <a:pt x="1102" y="1"/>
                  </a:moveTo>
                  <a:lnTo>
                    <a:pt x="886" y="23"/>
                  </a:lnTo>
                  <a:lnTo>
                    <a:pt x="670" y="66"/>
                  </a:lnTo>
                  <a:lnTo>
                    <a:pt x="497" y="131"/>
                  </a:lnTo>
                  <a:lnTo>
                    <a:pt x="325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5" y="1362"/>
                  </a:lnTo>
                  <a:lnTo>
                    <a:pt x="497" y="1449"/>
                  </a:lnTo>
                  <a:lnTo>
                    <a:pt x="670" y="1535"/>
                  </a:lnTo>
                  <a:lnTo>
                    <a:pt x="886" y="1578"/>
                  </a:lnTo>
                  <a:lnTo>
                    <a:pt x="1102" y="1600"/>
                  </a:lnTo>
                  <a:lnTo>
                    <a:pt x="1340" y="1578"/>
                  </a:lnTo>
                  <a:lnTo>
                    <a:pt x="1535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40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40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35" y="66"/>
                  </a:lnTo>
                  <a:lnTo>
                    <a:pt x="1340" y="23"/>
                  </a:lnTo>
                  <a:lnTo>
                    <a:pt x="11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34">
              <a:extLst>
                <a:ext uri="{FF2B5EF4-FFF2-40B4-BE49-F238E27FC236}">
                  <a16:creationId xmlns:a16="http://schemas.microsoft.com/office/drawing/2014/main" id="{2B61DBD7-D94A-46DC-6B34-3999E69ED08A}"/>
                </a:ext>
              </a:extLst>
            </p:cNvPr>
            <p:cNvSpPr/>
            <p:nvPr/>
          </p:nvSpPr>
          <p:spPr>
            <a:xfrm>
              <a:off x="1639572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fill="none" extrusionOk="0">
                  <a:moveTo>
                    <a:pt x="1102" y="1"/>
                  </a:moveTo>
                  <a:lnTo>
                    <a:pt x="1102" y="1"/>
                  </a:lnTo>
                  <a:lnTo>
                    <a:pt x="886" y="23"/>
                  </a:lnTo>
                  <a:lnTo>
                    <a:pt x="670" y="66"/>
                  </a:lnTo>
                  <a:lnTo>
                    <a:pt x="497" y="131"/>
                  </a:lnTo>
                  <a:lnTo>
                    <a:pt x="325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5" y="1362"/>
                  </a:lnTo>
                  <a:lnTo>
                    <a:pt x="497" y="1449"/>
                  </a:lnTo>
                  <a:lnTo>
                    <a:pt x="670" y="1535"/>
                  </a:lnTo>
                  <a:lnTo>
                    <a:pt x="886" y="1578"/>
                  </a:lnTo>
                  <a:lnTo>
                    <a:pt x="1102" y="1600"/>
                  </a:lnTo>
                  <a:lnTo>
                    <a:pt x="1102" y="1600"/>
                  </a:lnTo>
                  <a:lnTo>
                    <a:pt x="1340" y="1578"/>
                  </a:lnTo>
                  <a:lnTo>
                    <a:pt x="1535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40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40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35" y="66"/>
                  </a:lnTo>
                  <a:lnTo>
                    <a:pt x="1340" y="23"/>
                  </a:lnTo>
                  <a:lnTo>
                    <a:pt x="110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34">
              <a:extLst>
                <a:ext uri="{FF2B5EF4-FFF2-40B4-BE49-F238E27FC236}">
                  <a16:creationId xmlns:a16="http://schemas.microsoft.com/office/drawing/2014/main" id="{8E004277-EDF7-D0B9-4081-3673A97D1BAD}"/>
                </a:ext>
              </a:extLst>
            </p:cNvPr>
            <p:cNvSpPr/>
            <p:nvPr/>
          </p:nvSpPr>
          <p:spPr>
            <a:xfrm>
              <a:off x="1670417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extrusionOk="0">
                  <a:moveTo>
                    <a:pt x="1124" y="1"/>
                  </a:moveTo>
                  <a:lnTo>
                    <a:pt x="886" y="23"/>
                  </a:lnTo>
                  <a:lnTo>
                    <a:pt x="692" y="66"/>
                  </a:lnTo>
                  <a:lnTo>
                    <a:pt x="497" y="131"/>
                  </a:lnTo>
                  <a:lnTo>
                    <a:pt x="324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4" y="1362"/>
                  </a:lnTo>
                  <a:lnTo>
                    <a:pt x="497" y="1449"/>
                  </a:lnTo>
                  <a:lnTo>
                    <a:pt x="692" y="1535"/>
                  </a:lnTo>
                  <a:lnTo>
                    <a:pt x="886" y="1578"/>
                  </a:lnTo>
                  <a:lnTo>
                    <a:pt x="1124" y="1600"/>
                  </a:lnTo>
                  <a:lnTo>
                    <a:pt x="1340" y="1578"/>
                  </a:lnTo>
                  <a:lnTo>
                    <a:pt x="1556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39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39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56" y="66"/>
                  </a:lnTo>
                  <a:lnTo>
                    <a:pt x="1340" y="23"/>
                  </a:lnTo>
                  <a:lnTo>
                    <a:pt x="11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34">
              <a:extLst>
                <a:ext uri="{FF2B5EF4-FFF2-40B4-BE49-F238E27FC236}">
                  <a16:creationId xmlns:a16="http://schemas.microsoft.com/office/drawing/2014/main" id="{A2FD943E-222C-6783-1000-D44949E8F58D}"/>
                </a:ext>
              </a:extLst>
            </p:cNvPr>
            <p:cNvSpPr/>
            <p:nvPr/>
          </p:nvSpPr>
          <p:spPr>
            <a:xfrm>
              <a:off x="1670417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fill="none" extrusionOk="0">
                  <a:moveTo>
                    <a:pt x="1124" y="1"/>
                  </a:moveTo>
                  <a:lnTo>
                    <a:pt x="1124" y="1"/>
                  </a:lnTo>
                  <a:lnTo>
                    <a:pt x="886" y="23"/>
                  </a:lnTo>
                  <a:lnTo>
                    <a:pt x="692" y="66"/>
                  </a:lnTo>
                  <a:lnTo>
                    <a:pt x="497" y="131"/>
                  </a:lnTo>
                  <a:lnTo>
                    <a:pt x="324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4" y="1362"/>
                  </a:lnTo>
                  <a:lnTo>
                    <a:pt x="497" y="1449"/>
                  </a:lnTo>
                  <a:lnTo>
                    <a:pt x="692" y="1535"/>
                  </a:lnTo>
                  <a:lnTo>
                    <a:pt x="886" y="1578"/>
                  </a:lnTo>
                  <a:lnTo>
                    <a:pt x="1124" y="1600"/>
                  </a:lnTo>
                  <a:lnTo>
                    <a:pt x="1124" y="1600"/>
                  </a:lnTo>
                  <a:lnTo>
                    <a:pt x="1340" y="1578"/>
                  </a:lnTo>
                  <a:lnTo>
                    <a:pt x="1556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39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39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56" y="66"/>
                  </a:lnTo>
                  <a:lnTo>
                    <a:pt x="1340" y="23"/>
                  </a:lnTo>
                  <a:lnTo>
                    <a:pt x="112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" name="TekstniOkvir 7">
            <a:extLst>
              <a:ext uri="{FF2B5EF4-FFF2-40B4-BE49-F238E27FC236}">
                <a16:creationId xmlns:a16="http://schemas.microsoft.com/office/drawing/2014/main" id="{61AD869C-4736-9AF8-07FB-09F53D311B18}"/>
              </a:ext>
            </a:extLst>
          </p:cNvPr>
          <p:cNvSpPr txBox="1"/>
          <p:nvPr/>
        </p:nvSpPr>
        <p:spPr>
          <a:xfrm>
            <a:off x="1332186" y="2774732"/>
            <a:ext cx="697624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ispitivanje</a:t>
            </a:r>
            <a:r>
              <a:rPr lang="en-US" sz="1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 </a:t>
            </a: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komponenti</a:t>
            </a:r>
            <a:r>
              <a:rPr lang="en-US" sz="1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 – Django REST Framework</a:t>
            </a:r>
          </a:p>
          <a:p>
            <a:pPr marL="285750" lvl="2" indent="-285750">
              <a:buFont typeface="Arial" panose="020B0604020202020204" pitchFamily="34" charset="0"/>
              <a:buChar char="•"/>
            </a:pP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fokus</a:t>
            </a:r>
            <a:r>
              <a:rPr lang="en-US" sz="1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 </a:t>
            </a: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na</a:t>
            </a:r>
            <a:r>
              <a:rPr lang="en-US" sz="1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 </a:t>
            </a: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ključne</a:t>
            </a:r>
            <a:r>
              <a:rPr lang="en-US" sz="1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 </a:t>
            </a: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komponente</a:t>
            </a:r>
            <a:endParaRPr lang="en-US" sz="1800" dirty="0">
              <a:latin typeface="Alef" panose="00000500000000000000" pitchFamily="2" charset="-79"/>
              <a:ea typeface="BioRhyme" panose="020B0604020202020204" charset="-18"/>
              <a:cs typeface="Alef" panose="00000500000000000000" pitchFamily="2" charset="-79"/>
            </a:endParaRPr>
          </a:p>
          <a:p>
            <a:pPr marL="285750" lvl="2" indent="-285750">
              <a:buFont typeface="Arial" panose="020B0604020202020204" pitchFamily="34" charset="0"/>
              <a:buChar char="•"/>
            </a:pP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parametarsko</a:t>
            </a:r>
            <a:r>
              <a:rPr lang="en-US" sz="1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 </a:t>
            </a: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sučelje</a:t>
            </a:r>
            <a:r>
              <a:rPr lang="en-US" sz="1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 + </a:t>
            </a: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imitacijske</a:t>
            </a:r>
            <a:r>
              <a:rPr lang="en-US" sz="1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 </a:t>
            </a: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komponente</a:t>
            </a:r>
            <a:endParaRPr lang="en-US" sz="1800" dirty="0">
              <a:latin typeface="Alef" panose="00000500000000000000" pitchFamily="2" charset="-79"/>
              <a:ea typeface="BioRhyme" panose="020B0604020202020204" charset="-18"/>
              <a:cs typeface="Alef" panose="00000500000000000000" pitchFamily="2" charset="-79"/>
            </a:endParaRPr>
          </a:p>
        </p:txBody>
      </p:sp>
      <p:sp>
        <p:nvSpPr>
          <p:cNvPr id="2" name="TekstniOkvir 1">
            <a:extLst>
              <a:ext uri="{FF2B5EF4-FFF2-40B4-BE49-F238E27FC236}">
                <a16:creationId xmlns:a16="http://schemas.microsoft.com/office/drawing/2014/main" id="{1DAAF1BC-FBE3-61DA-A3DD-6F06F14BF496}"/>
              </a:ext>
            </a:extLst>
          </p:cNvPr>
          <p:cNvSpPr txBox="1"/>
          <p:nvPr/>
        </p:nvSpPr>
        <p:spPr>
          <a:xfrm>
            <a:off x="1332186" y="1087821"/>
            <a:ext cx="6140669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ispitivanje</a:t>
            </a:r>
            <a:r>
              <a:rPr lang="en-US" sz="1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 </a:t>
            </a: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sustava</a:t>
            </a:r>
            <a:r>
              <a:rPr lang="en-US" sz="1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 – Playwright (Microsoft) + Chrome </a:t>
            </a: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DevTools</a:t>
            </a:r>
            <a:r>
              <a:rPr lang="en-US" sz="1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 Recorder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fokus</a:t>
            </a:r>
            <a:r>
              <a:rPr lang="en-US" sz="1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 </a:t>
            </a: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na</a:t>
            </a:r>
            <a:r>
              <a:rPr lang="en-US" sz="1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 </a:t>
            </a: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cijeli</a:t>
            </a:r>
            <a:r>
              <a:rPr lang="en-US" sz="1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 </a:t>
            </a: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sustav</a:t>
            </a:r>
            <a:endParaRPr lang="en-US" sz="1800" dirty="0">
              <a:latin typeface="Alef" panose="00000500000000000000" pitchFamily="2" charset="-79"/>
              <a:ea typeface="BioRhyme" panose="020B0604020202020204" charset="-18"/>
              <a:cs typeface="Alef" panose="00000500000000000000" pitchFamily="2" charset="-79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funkcijsko</a:t>
            </a:r>
            <a:r>
              <a:rPr lang="en-US" sz="1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 </a:t>
            </a:r>
            <a:r>
              <a:rPr lang="en-US" sz="1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ispitivanje</a:t>
            </a:r>
            <a:endParaRPr lang="en-US" sz="1800" dirty="0">
              <a:latin typeface="Alef" panose="00000500000000000000" pitchFamily="2" charset="-79"/>
              <a:ea typeface="BioRhyme" panose="020B0604020202020204" charset="-18"/>
              <a:cs typeface="Alef" panose="00000500000000000000" pitchFamily="2" charset="-79"/>
            </a:endParaRPr>
          </a:p>
          <a:p>
            <a:endParaRPr lang="en-US" sz="1800" dirty="0"/>
          </a:p>
        </p:txBody>
      </p:sp>
    </p:spTree>
    <p:extLst>
      <p:ext uri="{BB962C8B-B14F-4D97-AF65-F5344CB8AC3E}">
        <p14:creationId xmlns:p14="http://schemas.microsoft.com/office/powerpoint/2010/main" val="336677369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03">
          <a:extLst>
            <a:ext uri="{FF2B5EF4-FFF2-40B4-BE49-F238E27FC236}">
              <a16:creationId xmlns:a16="http://schemas.microsoft.com/office/drawing/2014/main" id="{960B5834-93FC-FCC4-187F-27DCF301C6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05" name="Google Shape;6805;p32">
            <a:extLst>
              <a:ext uri="{FF2B5EF4-FFF2-40B4-BE49-F238E27FC236}">
                <a16:creationId xmlns:a16="http://schemas.microsoft.com/office/drawing/2014/main" id="{1819FB89-1DE3-4913-95B5-C91107408B57}"/>
              </a:ext>
            </a:extLst>
          </p:cNvPr>
          <p:cNvGrpSpPr/>
          <p:nvPr/>
        </p:nvGrpSpPr>
        <p:grpSpPr>
          <a:xfrm>
            <a:off x="310050" y="3368275"/>
            <a:ext cx="1609800" cy="1615000"/>
            <a:chOff x="10614475" y="3194400"/>
            <a:chExt cx="1609800" cy="1615000"/>
          </a:xfrm>
        </p:grpSpPr>
        <p:sp>
          <p:nvSpPr>
            <p:cNvPr id="6806" name="Google Shape;6806;p32">
              <a:extLst>
                <a:ext uri="{FF2B5EF4-FFF2-40B4-BE49-F238E27FC236}">
                  <a16:creationId xmlns:a16="http://schemas.microsoft.com/office/drawing/2014/main" id="{FC6282B5-D2E7-6E1B-8287-EA16FF0513E0}"/>
                </a:ext>
              </a:extLst>
            </p:cNvPr>
            <p:cNvSpPr/>
            <p:nvPr/>
          </p:nvSpPr>
          <p:spPr>
            <a:xfrm>
              <a:off x="10614475" y="4537600"/>
              <a:ext cx="1609800" cy="2718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32">
              <a:extLst>
                <a:ext uri="{FF2B5EF4-FFF2-40B4-BE49-F238E27FC236}">
                  <a16:creationId xmlns:a16="http://schemas.microsoft.com/office/drawing/2014/main" id="{A692DA54-41C5-736F-38A3-3E4E5B4437E9}"/>
                </a:ext>
              </a:extLst>
            </p:cNvPr>
            <p:cNvSpPr/>
            <p:nvPr/>
          </p:nvSpPr>
          <p:spPr>
            <a:xfrm>
              <a:off x="11027200" y="3878275"/>
              <a:ext cx="805725" cy="779150"/>
            </a:xfrm>
            <a:custGeom>
              <a:avLst/>
              <a:gdLst/>
              <a:ahLst/>
              <a:cxnLst/>
              <a:rect l="l" t="t" r="r" b="b"/>
              <a:pathLst>
                <a:path w="32229" h="31166" extrusionOk="0">
                  <a:moveTo>
                    <a:pt x="15664" y="0"/>
                  </a:moveTo>
                  <a:lnTo>
                    <a:pt x="14641" y="60"/>
                  </a:lnTo>
                  <a:lnTo>
                    <a:pt x="13638" y="121"/>
                  </a:lnTo>
                  <a:lnTo>
                    <a:pt x="12635" y="201"/>
                  </a:lnTo>
                  <a:lnTo>
                    <a:pt x="11653" y="321"/>
                  </a:lnTo>
                  <a:lnTo>
                    <a:pt x="10710" y="462"/>
                  </a:lnTo>
                  <a:lnTo>
                    <a:pt x="9848" y="622"/>
                  </a:lnTo>
                  <a:lnTo>
                    <a:pt x="9025" y="802"/>
                  </a:lnTo>
                  <a:lnTo>
                    <a:pt x="8263" y="1003"/>
                  </a:lnTo>
                  <a:lnTo>
                    <a:pt x="7541" y="1244"/>
                  </a:lnTo>
                  <a:lnTo>
                    <a:pt x="6900" y="1484"/>
                  </a:lnTo>
                  <a:lnTo>
                    <a:pt x="6599" y="1625"/>
                  </a:lnTo>
                  <a:lnTo>
                    <a:pt x="6338" y="1765"/>
                  </a:lnTo>
                  <a:lnTo>
                    <a:pt x="6077" y="1905"/>
                  </a:lnTo>
                  <a:lnTo>
                    <a:pt x="5837" y="2066"/>
                  </a:lnTo>
                  <a:lnTo>
                    <a:pt x="5636" y="2226"/>
                  </a:lnTo>
                  <a:lnTo>
                    <a:pt x="5436" y="2387"/>
                  </a:lnTo>
                  <a:lnTo>
                    <a:pt x="5255" y="2587"/>
                  </a:lnTo>
                  <a:lnTo>
                    <a:pt x="5055" y="2788"/>
                  </a:lnTo>
                  <a:lnTo>
                    <a:pt x="4674" y="3269"/>
                  </a:lnTo>
                  <a:lnTo>
                    <a:pt x="4293" y="3791"/>
                  </a:lnTo>
                  <a:lnTo>
                    <a:pt x="3932" y="4372"/>
                  </a:lnTo>
                  <a:lnTo>
                    <a:pt x="3591" y="4994"/>
                  </a:lnTo>
                  <a:lnTo>
                    <a:pt x="3250" y="5656"/>
                  </a:lnTo>
                  <a:lnTo>
                    <a:pt x="2929" y="6378"/>
                  </a:lnTo>
                  <a:lnTo>
                    <a:pt x="2628" y="7120"/>
                  </a:lnTo>
                  <a:lnTo>
                    <a:pt x="2327" y="7902"/>
                  </a:lnTo>
                  <a:lnTo>
                    <a:pt x="2047" y="8704"/>
                  </a:lnTo>
                  <a:lnTo>
                    <a:pt x="1786" y="9526"/>
                  </a:lnTo>
                  <a:lnTo>
                    <a:pt x="1525" y="10389"/>
                  </a:lnTo>
                  <a:lnTo>
                    <a:pt x="1284" y="11251"/>
                  </a:lnTo>
                  <a:lnTo>
                    <a:pt x="1084" y="12133"/>
                  </a:lnTo>
                  <a:lnTo>
                    <a:pt x="883" y="13016"/>
                  </a:lnTo>
                  <a:lnTo>
                    <a:pt x="703" y="13898"/>
                  </a:lnTo>
                  <a:lnTo>
                    <a:pt x="542" y="14801"/>
                  </a:lnTo>
                  <a:lnTo>
                    <a:pt x="402" y="15683"/>
                  </a:lnTo>
                  <a:lnTo>
                    <a:pt x="282" y="16565"/>
                  </a:lnTo>
                  <a:lnTo>
                    <a:pt x="181" y="17428"/>
                  </a:lnTo>
                  <a:lnTo>
                    <a:pt x="101" y="18290"/>
                  </a:lnTo>
                  <a:lnTo>
                    <a:pt x="41" y="19132"/>
                  </a:lnTo>
                  <a:lnTo>
                    <a:pt x="1" y="19935"/>
                  </a:lnTo>
                  <a:lnTo>
                    <a:pt x="1" y="20717"/>
                  </a:lnTo>
                  <a:lnTo>
                    <a:pt x="1" y="21479"/>
                  </a:lnTo>
                  <a:lnTo>
                    <a:pt x="41" y="22181"/>
                  </a:lnTo>
                  <a:lnTo>
                    <a:pt x="101" y="22862"/>
                  </a:lnTo>
                  <a:lnTo>
                    <a:pt x="202" y="23504"/>
                  </a:lnTo>
                  <a:lnTo>
                    <a:pt x="302" y="24086"/>
                  </a:lnTo>
                  <a:lnTo>
                    <a:pt x="442" y="24627"/>
                  </a:lnTo>
                  <a:lnTo>
                    <a:pt x="603" y="25089"/>
                  </a:lnTo>
                  <a:lnTo>
                    <a:pt x="703" y="25309"/>
                  </a:lnTo>
                  <a:lnTo>
                    <a:pt x="803" y="25510"/>
                  </a:lnTo>
                  <a:lnTo>
                    <a:pt x="923" y="25710"/>
                  </a:lnTo>
                  <a:lnTo>
                    <a:pt x="1044" y="25911"/>
                  </a:lnTo>
                  <a:lnTo>
                    <a:pt x="1204" y="26111"/>
                  </a:lnTo>
                  <a:lnTo>
                    <a:pt x="1365" y="26312"/>
                  </a:lnTo>
                  <a:lnTo>
                    <a:pt x="1726" y="26693"/>
                  </a:lnTo>
                  <a:lnTo>
                    <a:pt x="2167" y="27094"/>
                  </a:lnTo>
                  <a:lnTo>
                    <a:pt x="2648" y="27475"/>
                  </a:lnTo>
                  <a:lnTo>
                    <a:pt x="3170" y="27836"/>
                  </a:lnTo>
                  <a:lnTo>
                    <a:pt x="3751" y="28197"/>
                  </a:lnTo>
                  <a:lnTo>
                    <a:pt x="4393" y="28538"/>
                  </a:lnTo>
                  <a:lnTo>
                    <a:pt x="5055" y="28879"/>
                  </a:lnTo>
                  <a:lnTo>
                    <a:pt x="5777" y="29200"/>
                  </a:lnTo>
                  <a:lnTo>
                    <a:pt x="6539" y="29501"/>
                  </a:lnTo>
                  <a:lnTo>
                    <a:pt x="7321" y="29781"/>
                  </a:lnTo>
                  <a:lnTo>
                    <a:pt x="8143" y="30042"/>
                  </a:lnTo>
                  <a:lnTo>
                    <a:pt x="8985" y="30283"/>
                  </a:lnTo>
                  <a:lnTo>
                    <a:pt x="9868" y="30483"/>
                  </a:lnTo>
                  <a:lnTo>
                    <a:pt x="10770" y="30684"/>
                  </a:lnTo>
                  <a:lnTo>
                    <a:pt x="11693" y="30844"/>
                  </a:lnTo>
                  <a:lnTo>
                    <a:pt x="12635" y="30965"/>
                  </a:lnTo>
                  <a:lnTo>
                    <a:pt x="13598" y="31065"/>
                  </a:lnTo>
                  <a:lnTo>
                    <a:pt x="14561" y="31145"/>
                  </a:lnTo>
                  <a:lnTo>
                    <a:pt x="15543" y="31165"/>
                  </a:lnTo>
                  <a:lnTo>
                    <a:pt x="16526" y="31165"/>
                  </a:lnTo>
                  <a:lnTo>
                    <a:pt x="17529" y="31125"/>
                  </a:lnTo>
                  <a:lnTo>
                    <a:pt x="18531" y="31045"/>
                  </a:lnTo>
                  <a:lnTo>
                    <a:pt x="19514" y="30924"/>
                  </a:lnTo>
                  <a:lnTo>
                    <a:pt x="20517" y="30764"/>
                  </a:lnTo>
                  <a:lnTo>
                    <a:pt x="21499" y="30563"/>
                  </a:lnTo>
                  <a:lnTo>
                    <a:pt x="21981" y="30443"/>
                  </a:lnTo>
                  <a:lnTo>
                    <a:pt x="22462" y="30303"/>
                  </a:lnTo>
                  <a:lnTo>
                    <a:pt x="22943" y="30162"/>
                  </a:lnTo>
                  <a:lnTo>
                    <a:pt x="23425" y="30002"/>
                  </a:lnTo>
                  <a:lnTo>
                    <a:pt x="23906" y="29821"/>
                  </a:lnTo>
                  <a:lnTo>
                    <a:pt x="24367" y="29641"/>
                  </a:lnTo>
                  <a:lnTo>
                    <a:pt x="24848" y="29440"/>
                  </a:lnTo>
                  <a:lnTo>
                    <a:pt x="25310" y="29240"/>
                  </a:lnTo>
                  <a:lnTo>
                    <a:pt x="25771" y="29019"/>
                  </a:lnTo>
                  <a:lnTo>
                    <a:pt x="26212" y="28779"/>
                  </a:lnTo>
                  <a:lnTo>
                    <a:pt x="26794" y="28458"/>
                  </a:lnTo>
                  <a:lnTo>
                    <a:pt x="27375" y="28097"/>
                  </a:lnTo>
                  <a:lnTo>
                    <a:pt x="27937" y="27716"/>
                  </a:lnTo>
                  <a:lnTo>
                    <a:pt x="28478" y="27315"/>
                  </a:lnTo>
                  <a:lnTo>
                    <a:pt x="29020" y="26893"/>
                  </a:lnTo>
                  <a:lnTo>
                    <a:pt x="29541" y="26432"/>
                  </a:lnTo>
                  <a:lnTo>
                    <a:pt x="30043" y="25951"/>
                  </a:lnTo>
                  <a:lnTo>
                    <a:pt x="30544" y="25450"/>
                  </a:lnTo>
                  <a:lnTo>
                    <a:pt x="30744" y="25209"/>
                  </a:lnTo>
                  <a:lnTo>
                    <a:pt x="30945" y="24948"/>
                  </a:lnTo>
                  <a:lnTo>
                    <a:pt x="31126" y="24667"/>
                  </a:lnTo>
                  <a:lnTo>
                    <a:pt x="31286" y="24367"/>
                  </a:lnTo>
                  <a:lnTo>
                    <a:pt x="31446" y="24066"/>
                  </a:lnTo>
                  <a:lnTo>
                    <a:pt x="31587" y="23725"/>
                  </a:lnTo>
                  <a:lnTo>
                    <a:pt x="31707" y="23384"/>
                  </a:lnTo>
                  <a:lnTo>
                    <a:pt x="31807" y="23043"/>
                  </a:lnTo>
                  <a:lnTo>
                    <a:pt x="31908" y="22682"/>
                  </a:lnTo>
                  <a:lnTo>
                    <a:pt x="31988" y="22301"/>
                  </a:lnTo>
                  <a:lnTo>
                    <a:pt x="32068" y="21900"/>
                  </a:lnTo>
                  <a:lnTo>
                    <a:pt x="32108" y="21519"/>
                  </a:lnTo>
                  <a:lnTo>
                    <a:pt x="32168" y="21098"/>
                  </a:lnTo>
                  <a:lnTo>
                    <a:pt x="32188" y="20677"/>
                  </a:lnTo>
                  <a:lnTo>
                    <a:pt x="32229" y="19814"/>
                  </a:lnTo>
                  <a:lnTo>
                    <a:pt x="32208" y="18912"/>
                  </a:lnTo>
                  <a:lnTo>
                    <a:pt x="32148" y="17989"/>
                  </a:lnTo>
                  <a:lnTo>
                    <a:pt x="32048" y="17047"/>
                  </a:lnTo>
                  <a:lnTo>
                    <a:pt x="31908" y="16104"/>
                  </a:lnTo>
                  <a:lnTo>
                    <a:pt x="31747" y="15121"/>
                  </a:lnTo>
                  <a:lnTo>
                    <a:pt x="31547" y="14139"/>
                  </a:lnTo>
                  <a:lnTo>
                    <a:pt x="31306" y="13176"/>
                  </a:lnTo>
                  <a:lnTo>
                    <a:pt x="31045" y="12193"/>
                  </a:lnTo>
                  <a:lnTo>
                    <a:pt x="30744" y="11231"/>
                  </a:lnTo>
                  <a:lnTo>
                    <a:pt x="30424" y="10268"/>
                  </a:lnTo>
                  <a:lnTo>
                    <a:pt x="30103" y="9346"/>
                  </a:lnTo>
                  <a:lnTo>
                    <a:pt x="29742" y="8423"/>
                  </a:lnTo>
                  <a:lnTo>
                    <a:pt x="29361" y="7541"/>
                  </a:lnTo>
                  <a:lnTo>
                    <a:pt x="28980" y="6699"/>
                  </a:lnTo>
                  <a:lnTo>
                    <a:pt x="28579" y="5896"/>
                  </a:lnTo>
                  <a:lnTo>
                    <a:pt x="28157" y="5114"/>
                  </a:lnTo>
                  <a:lnTo>
                    <a:pt x="27756" y="4412"/>
                  </a:lnTo>
                  <a:lnTo>
                    <a:pt x="27315" y="3730"/>
                  </a:lnTo>
                  <a:lnTo>
                    <a:pt x="26894" y="3129"/>
                  </a:lnTo>
                  <a:lnTo>
                    <a:pt x="26473" y="2587"/>
                  </a:lnTo>
                  <a:lnTo>
                    <a:pt x="26032" y="2106"/>
                  </a:lnTo>
                  <a:lnTo>
                    <a:pt x="25831" y="1905"/>
                  </a:lnTo>
                  <a:lnTo>
                    <a:pt x="25611" y="1705"/>
                  </a:lnTo>
                  <a:lnTo>
                    <a:pt x="25410" y="1544"/>
                  </a:lnTo>
                  <a:lnTo>
                    <a:pt x="25209" y="1384"/>
                  </a:lnTo>
                  <a:lnTo>
                    <a:pt x="24989" y="1244"/>
                  </a:lnTo>
                  <a:lnTo>
                    <a:pt x="24788" y="1143"/>
                  </a:lnTo>
                  <a:lnTo>
                    <a:pt x="24548" y="1023"/>
                  </a:lnTo>
                  <a:lnTo>
                    <a:pt x="24267" y="923"/>
                  </a:lnTo>
                  <a:lnTo>
                    <a:pt x="23986" y="823"/>
                  </a:lnTo>
                  <a:lnTo>
                    <a:pt x="23665" y="722"/>
                  </a:lnTo>
                  <a:lnTo>
                    <a:pt x="22983" y="542"/>
                  </a:lnTo>
                  <a:lnTo>
                    <a:pt x="22221" y="401"/>
                  </a:lnTo>
                  <a:lnTo>
                    <a:pt x="21399" y="261"/>
                  </a:lnTo>
                  <a:lnTo>
                    <a:pt x="20537" y="161"/>
                  </a:lnTo>
                  <a:lnTo>
                    <a:pt x="19614" y="81"/>
                  </a:lnTo>
                  <a:lnTo>
                    <a:pt x="18652" y="40"/>
                  </a:lnTo>
                  <a:lnTo>
                    <a:pt x="1766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32">
              <a:extLst>
                <a:ext uri="{FF2B5EF4-FFF2-40B4-BE49-F238E27FC236}">
                  <a16:creationId xmlns:a16="http://schemas.microsoft.com/office/drawing/2014/main" id="{8B3FC557-0D3D-2180-5553-26A52C598A00}"/>
                </a:ext>
              </a:extLst>
            </p:cNvPr>
            <p:cNvSpPr/>
            <p:nvPr/>
          </p:nvSpPr>
          <p:spPr>
            <a:xfrm>
              <a:off x="11027200" y="3878275"/>
              <a:ext cx="805725" cy="779150"/>
            </a:xfrm>
            <a:custGeom>
              <a:avLst/>
              <a:gdLst/>
              <a:ahLst/>
              <a:cxnLst/>
              <a:rect l="l" t="t" r="r" b="b"/>
              <a:pathLst>
                <a:path w="32229" h="31166" fill="none" extrusionOk="0">
                  <a:moveTo>
                    <a:pt x="30544" y="25450"/>
                  </a:moveTo>
                  <a:lnTo>
                    <a:pt x="30544" y="25450"/>
                  </a:lnTo>
                  <a:lnTo>
                    <a:pt x="30043" y="25951"/>
                  </a:lnTo>
                  <a:lnTo>
                    <a:pt x="29541" y="26432"/>
                  </a:lnTo>
                  <a:lnTo>
                    <a:pt x="29020" y="26893"/>
                  </a:lnTo>
                  <a:lnTo>
                    <a:pt x="28478" y="27315"/>
                  </a:lnTo>
                  <a:lnTo>
                    <a:pt x="27937" y="27716"/>
                  </a:lnTo>
                  <a:lnTo>
                    <a:pt x="27375" y="28097"/>
                  </a:lnTo>
                  <a:lnTo>
                    <a:pt x="26794" y="28458"/>
                  </a:lnTo>
                  <a:lnTo>
                    <a:pt x="26212" y="28779"/>
                  </a:lnTo>
                  <a:lnTo>
                    <a:pt x="26212" y="28779"/>
                  </a:lnTo>
                  <a:lnTo>
                    <a:pt x="25771" y="29019"/>
                  </a:lnTo>
                  <a:lnTo>
                    <a:pt x="25310" y="29240"/>
                  </a:lnTo>
                  <a:lnTo>
                    <a:pt x="24848" y="29440"/>
                  </a:lnTo>
                  <a:lnTo>
                    <a:pt x="24367" y="29641"/>
                  </a:lnTo>
                  <a:lnTo>
                    <a:pt x="23906" y="29821"/>
                  </a:lnTo>
                  <a:lnTo>
                    <a:pt x="23425" y="30002"/>
                  </a:lnTo>
                  <a:lnTo>
                    <a:pt x="22943" y="30162"/>
                  </a:lnTo>
                  <a:lnTo>
                    <a:pt x="22462" y="30303"/>
                  </a:lnTo>
                  <a:lnTo>
                    <a:pt x="21981" y="30443"/>
                  </a:lnTo>
                  <a:lnTo>
                    <a:pt x="21499" y="30563"/>
                  </a:lnTo>
                  <a:lnTo>
                    <a:pt x="20517" y="30764"/>
                  </a:lnTo>
                  <a:lnTo>
                    <a:pt x="19514" y="30924"/>
                  </a:lnTo>
                  <a:lnTo>
                    <a:pt x="18531" y="31045"/>
                  </a:lnTo>
                  <a:lnTo>
                    <a:pt x="17529" y="31125"/>
                  </a:lnTo>
                  <a:lnTo>
                    <a:pt x="16526" y="31165"/>
                  </a:lnTo>
                  <a:lnTo>
                    <a:pt x="15543" y="31165"/>
                  </a:lnTo>
                  <a:lnTo>
                    <a:pt x="14561" y="31145"/>
                  </a:lnTo>
                  <a:lnTo>
                    <a:pt x="13598" y="31065"/>
                  </a:lnTo>
                  <a:lnTo>
                    <a:pt x="12635" y="30965"/>
                  </a:lnTo>
                  <a:lnTo>
                    <a:pt x="11693" y="30844"/>
                  </a:lnTo>
                  <a:lnTo>
                    <a:pt x="10770" y="30684"/>
                  </a:lnTo>
                  <a:lnTo>
                    <a:pt x="9868" y="30483"/>
                  </a:lnTo>
                  <a:lnTo>
                    <a:pt x="8985" y="30283"/>
                  </a:lnTo>
                  <a:lnTo>
                    <a:pt x="8143" y="30042"/>
                  </a:lnTo>
                  <a:lnTo>
                    <a:pt x="7321" y="29781"/>
                  </a:lnTo>
                  <a:lnTo>
                    <a:pt x="6539" y="29501"/>
                  </a:lnTo>
                  <a:lnTo>
                    <a:pt x="5777" y="29200"/>
                  </a:lnTo>
                  <a:lnTo>
                    <a:pt x="5055" y="28879"/>
                  </a:lnTo>
                  <a:lnTo>
                    <a:pt x="4393" y="28538"/>
                  </a:lnTo>
                  <a:lnTo>
                    <a:pt x="3751" y="28197"/>
                  </a:lnTo>
                  <a:lnTo>
                    <a:pt x="3170" y="27836"/>
                  </a:lnTo>
                  <a:lnTo>
                    <a:pt x="2648" y="27475"/>
                  </a:lnTo>
                  <a:lnTo>
                    <a:pt x="2167" y="27094"/>
                  </a:lnTo>
                  <a:lnTo>
                    <a:pt x="1726" y="26693"/>
                  </a:lnTo>
                  <a:lnTo>
                    <a:pt x="1365" y="26312"/>
                  </a:lnTo>
                  <a:lnTo>
                    <a:pt x="1204" y="26111"/>
                  </a:lnTo>
                  <a:lnTo>
                    <a:pt x="1044" y="25911"/>
                  </a:lnTo>
                  <a:lnTo>
                    <a:pt x="923" y="25710"/>
                  </a:lnTo>
                  <a:lnTo>
                    <a:pt x="803" y="25510"/>
                  </a:lnTo>
                  <a:lnTo>
                    <a:pt x="803" y="25510"/>
                  </a:lnTo>
                  <a:lnTo>
                    <a:pt x="703" y="25309"/>
                  </a:lnTo>
                  <a:lnTo>
                    <a:pt x="603" y="25089"/>
                  </a:lnTo>
                  <a:lnTo>
                    <a:pt x="442" y="24627"/>
                  </a:lnTo>
                  <a:lnTo>
                    <a:pt x="302" y="24086"/>
                  </a:lnTo>
                  <a:lnTo>
                    <a:pt x="202" y="23504"/>
                  </a:lnTo>
                  <a:lnTo>
                    <a:pt x="101" y="22862"/>
                  </a:lnTo>
                  <a:lnTo>
                    <a:pt x="41" y="22181"/>
                  </a:lnTo>
                  <a:lnTo>
                    <a:pt x="1" y="21479"/>
                  </a:lnTo>
                  <a:lnTo>
                    <a:pt x="1" y="20717"/>
                  </a:lnTo>
                  <a:lnTo>
                    <a:pt x="1" y="19935"/>
                  </a:lnTo>
                  <a:lnTo>
                    <a:pt x="41" y="19132"/>
                  </a:lnTo>
                  <a:lnTo>
                    <a:pt x="101" y="18290"/>
                  </a:lnTo>
                  <a:lnTo>
                    <a:pt x="181" y="17428"/>
                  </a:lnTo>
                  <a:lnTo>
                    <a:pt x="282" y="16565"/>
                  </a:lnTo>
                  <a:lnTo>
                    <a:pt x="402" y="15683"/>
                  </a:lnTo>
                  <a:lnTo>
                    <a:pt x="542" y="14801"/>
                  </a:lnTo>
                  <a:lnTo>
                    <a:pt x="703" y="13898"/>
                  </a:lnTo>
                  <a:lnTo>
                    <a:pt x="883" y="13016"/>
                  </a:lnTo>
                  <a:lnTo>
                    <a:pt x="1084" y="12133"/>
                  </a:lnTo>
                  <a:lnTo>
                    <a:pt x="1284" y="11251"/>
                  </a:lnTo>
                  <a:lnTo>
                    <a:pt x="1525" y="10389"/>
                  </a:lnTo>
                  <a:lnTo>
                    <a:pt x="1786" y="9526"/>
                  </a:lnTo>
                  <a:lnTo>
                    <a:pt x="2047" y="8704"/>
                  </a:lnTo>
                  <a:lnTo>
                    <a:pt x="2327" y="7902"/>
                  </a:lnTo>
                  <a:lnTo>
                    <a:pt x="2628" y="7120"/>
                  </a:lnTo>
                  <a:lnTo>
                    <a:pt x="2929" y="6378"/>
                  </a:lnTo>
                  <a:lnTo>
                    <a:pt x="3250" y="5656"/>
                  </a:lnTo>
                  <a:lnTo>
                    <a:pt x="3591" y="4994"/>
                  </a:lnTo>
                  <a:lnTo>
                    <a:pt x="3932" y="4372"/>
                  </a:lnTo>
                  <a:lnTo>
                    <a:pt x="4293" y="3791"/>
                  </a:lnTo>
                  <a:lnTo>
                    <a:pt x="4674" y="3269"/>
                  </a:lnTo>
                  <a:lnTo>
                    <a:pt x="5055" y="2788"/>
                  </a:lnTo>
                  <a:lnTo>
                    <a:pt x="5255" y="2587"/>
                  </a:lnTo>
                  <a:lnTo>
                    <a:pt x="5436" y="2387"/>
                  </a:lnTo>
                  <a:lnTo>
                    <a:pt x="5436" y="2387"/>
                  </a:lnTo>
                  <a:lnTo>
                    <a:pt x="5636" y="2226"/>
                  </a:lnTo>
                  <a:lnTo>
                    <a:pt x="5837" y="2066"/>
                  </a:lnTo>
                  <a:lnTo>
                    <a:pt x="6077" y="1905"/>
                  </a:lnTo>
                  <a:lnTo>
                    <a:pt x="6338" y="1765"/>
                  </a:lnTo>
                  <a:lnTo>
                    <a:pt x="6599" y="1625"/>
                  </a:lnTo>
                  <a:lnTo>
                    <a:pt x="6900" y="1484"/>
                  </a:lnTo>
                  <a:lnTo>
                    <a:pt x="7541" y="1244"/>
                  </a:lnTo>
                  <a:lnTo>
                    <a:pt x="8263" y="1003"/>
                  </a:lnTo>
                  <a:lnTo>
                    <a:pt x="9025" y="802"/>
                  </a:lnTo>
                  <a:lnTo>
                    <a:pt x="9848" y="622"/>
                  </a:lnTo>
                  <a:lnTo>
                    <a:pt x="10710" y="462"/>
                  </a:lnTo>
                  <a:lnTo>
                    <a:pt x="10710" y="462"/>
                  </a:lnTo>
                  <a:lnTo>
                    <a:pt x="11653" y="321"/>
                  </a:lnTo>
                  <a:lnTo>
                    <a:pt x="12635" y="201"/>
                  </a:lnTo>
                  <a:lnTo>
                    <a:pt x="13638" y="121"/>
                  </a:lnTo>
                  <a:lnTo>
                    <a:pt x="14641" y="60"/>
                  </a:lnTo>
                  <a:lnTo>
                    <a:pt x="15664" y="0"/>
                  </a:lnTo>
                  <a:lnTo>
                    <a:pt x="16666" y="0"/>
                  </a:lnTo>
                  <a:lnTo>
                    <a:pt x="17669" y="0"/>
                  </a:lnTo>
                  <a:lnTo>
                    <a:pt x="18652" y="40"/>
                  </a:lnTo>
                  <a:lnTo>
                    <a:pt x="19614" y="81"/>
                  </a:lnTo>
                  <a:lnTo>
                    <a:pt x="20537" y="161"/>
                  </a:lnTo>
                  <a:lnTo>
                    <a:pt x="21399" y="261"/>
                  </a:lnTo>
                  <a:lnTo>
                    <a:pt x="22221" y="401"/>
                  </a:lnTo>
                  <a:lnTo>
                    <a:pt x="22983" y="542"/>
                  </a:lnTo>
                  <a:lnTo>
                    <a:pt x="23665" y="722"/>
                  </a:lnTo>
                  <a:lnTo>
                    <a:pt x="23986" y="823"/>
                  </a:lnTo>
                  <a:lnTo>
                    <a:pt x="24267" y="923"/>
                  </a:lnTo>
                  <a:lnTo>
                    <a:pt x="24548" y="1023"/>
                  </a:lnTo>
                  <a:lnTo>
                    <a:pt x="24788" y="1143"/>
                  </a:lnTo>
                  <a:lnTo>
                    <a:pt x="24788" y="1143"/>
                  </a:lnTo>
                  <a:lnTo>
                    <a:pt x="24989" y="1244"/>
                  </a:lnTo>
                  <a:lnTo>
                    <a:pt x="25209" y="1384"/>
                  </a:lnTo>
                  <a:lnTo>
                    <a:pt x="25410" y="1544"/>
                  </a:lnTo>
                  <a:lnTo>
                    <a:pt x="25611" y="1705"/>
                  </a:lnTo>
                  <a:lnTo>
                    <a:pt x="25831" y="1905"/>
                  </a:lnTo>
                  <a:lnTo>
                    <a:pt x="26032" y="2106"/>
                  </a:lnTo>
                  <a:lnTo>
                    <a:pt x="26473" y="2587"/>
                  </a:lnTo>
                  <a:lnTo>
                    <a:pt x="26894" y="3129"/>
                  </a:lnTo>
                  <a:lnTo>
                    <a:pt x="27315" y="3730"/>
                  </a:lnTo>
                  <a:lnTo>
                    <a:pt x="27756" y="4412"/>
                  </a:lnTo>
                  <a:lnTo>
                    <a:pt x="28157" y="5114"/>
                  </a:lnTo>
                  <a:lnTo>
                    <a:pt x="28579" y="5896"/>
                  </a:lnTo>
                  <a:lnTo>
                    <a:pt x="28980" y="6699"/>
                  </a:lnTo>
                  <a:lnTo>
                    <a:pt x="29361" y="7541"/>
                  </a:lnTo>
                  <a:lnTo>
                    <a:pt x="29742" y="8423"/>
                  </a:lnTo>
                  <a:lnTo>
                    <a:pt x="30103" y="9346"/>
                  </a:lnTo>
                  <a:lnTo>
                    <a:pt x="30424" y="10268"/>
                  </a:lnTo>
                  <a:lnTo>
                    <a:pt x="30744" y="11231"/>
                  </a:lnTo>
                  <a:lnTo>
                    <a:pt x="31045" y="12193"/>
                  </a:lnTo>
                  <a:lnTo>
                    <a:pt x="31306" y="13176"/>
                  </a:lnTo>
                  <a:lnTo>
                    <a:pt x="31547" y="14139"/>
                  </a:lnTo>
                  <a:lnTo>
                    <a:pt x="31747" y="15121"/>
                  </a:lnTo>
                  <a:lnTo>
                    <a:pt x="31908" y="16104"/>
                  </a:lnTo>
                  <a:lnTo>
                    <a:pt x="32048" y="17047"/>
                  </a:lnTo>
                  <a:lnTo>
                    <a:pt x="32148" y="17989"/>
                  </a:lnTo>
                  <a:lnTo>
                    <a:pt x="32208" y="18912"/>
                  </a:lnTo>
                  <a:lnTo>
                    <a:pt x="32229" y="19814"/>
                  </a:lnTo>
                  <a:lnTo>
                    <a:pt x="32188" y="20677"/>
                  </a:lnTo>
                  <a:lnTo>
                    <a:pt x="32168" y="21098"/>
                  </a:lnTo>
                  <a:lnTo>
                    <a:pt x="32108" y="21519"/>
                  </a:lnTo>
                  <a:lnTo>
                    <a:pt x="32068" y="21900"/>
                  </a:lnTo>
                  <a:lnTo>
                    <a:pt x="31988" y="22301"/>
                  </a:lnTo>
                  <a:lnTo>
                    <a:pt x="31908" y="22682"/>
                  </a:lnTo>
                  <a:lnTo>
                    <a:pt x="31807" y="23043"/>
                  </a:lnTo>
                  <a:lnTo>
                    <a:pt x="31707" y="23384"/>
                  </a:lnTo>
                  <a:lnTo>
                    <a:pt x="31587" y="23725"/>
                  </a:lnTo>
                  <a:lnTo>
                    <a:pt x="31446" y="24066"/>
                  </a:lnTo>
                  <a:lnTo>
                    <a:pt x="31286" y="24367"/>
                  </a:lnTo>
                  <a:lnTo>
                    <a:pt x="31126" y="24667"/>
                  </a:lnTo>
                  <a:lnTo>
                    <a:pt x="30945" y="24948"/>
                  </a:lnTo>
                  <a:lnTo>
                    <a:pt x="30744" y="25209"/>
                  </a:lnTo>
                  <a:lnTo>
                    <a:pt x="30544" y="2545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32">
              <a:extLst>
                <a:ext uri="{FF2B5EF4-FFF2-40B4-BE49-F238E27FC236}">
                  <a16:creationId xmlns:a16="http://schemas.microsoft.com/office/drawing/2014/main" id="{5438C4B6-AFC6-DA7A-9571-DBDBC1AC3E23}"/>
                </a:ext>
              </a:extLst>
            </p:cNvPr>
            <p:cNvSpPr/>
            <p:nvPr/>
          </p:nvSpPr>
          <p:spPr>
            <a:xfrm>
              <a:off x="11410250" y="4044225"/>
              <a:ext cx="69225" cy="547000"/>
            </a:xfrm>
            <a:custGeom>
              <a:avLst/>
              <a:gdLst/>
              <a:ahLst/>
              <a:cxnLst/>
              <a:rect l="l" t="t" r="r" b="b"/>
              <a:pathLst>
                <a:path w="2769" h="21880" extrusionOk="0">
                  <a:moveTo>
                    <a:pt x="843" y="0"/>
                  </a:moveTo>
                  <a:lnTo>
                    <a:pt x="843" y="421"/>
                  </a:lnTo>
                  <a:lnTo>
                    <a:pt x="1063" y="361"/>
                  </a:lnTo>
                  <a:lnTo>
                    <a:pt x="1304" y="341"/>
                  </a:lnTo>
                  <a:lnTo>
                    <a:pt x="1344" y="361"/>
                  </a:lnTo>
                  <a:lnTo>
                    <a:pt x="1344" y="0"/>
                  </a:lnTo>
                  <a:close/>
                  <a:moveTo>
                    <a:pt x="863" y="3690"/>
                  </a:moveTo>
                  <a:lnTo>
                    <a:pt x="923" y="9105"/>
                  </a:lnTo>
                  <a:lnTo>
                    <a:pt x="923" y="9306"/>
                  </a:lnTo>
                  <a:lnTo>
                    <a:pt x="522" y="9145"/>
                  </a:lnTo>
                  <a:lnTo>
                    <a:pt x="101" y="9005"/>
                  </a:lnTo>
                  <a:lnTo>
                    <a:pt x="81" y="9005"/>
                  </a:lnTo>
                  <a:lnTo>
                    <a:pt x="41" y="9025"/>
                  </a:lnTo>
                  <a:lnTo>
                    <a:pt x="21" y="9065"/>
                  </a:lnTo>
                  <a:lnTo>
                    <a:pt x="21" y="9105"/>
                  </a:lnTo>
                  <a:lnTo>
                    <a:pt x="41" y="9145"/>
                  </a:lnTo>
                  <a:lnTo>
                    <a:pt x="743" y="9526"/>
                  </a:lnTo>
                  <a:lnTo>
                    <a:pt x="41" y="9907"/>
                  </a:lnTo>
                  <a:lnTo>
                    <a:pt x="1" y="9947"/>
                  </a:lnTo>
                  <a:lnTo>
                    <a:pt x="1" y="9988"/>
                  </a:lnTo>
                  <a:lnTo>
                    <a:pt x="21" y="10008"/>
                  </a:lnTo>
                  <a:lnTo>
                    <a:pt x="61" y="10028"/>
                  </a:lnTo>
                  <a:lnTo>
                    <a:pt x="101" y="10028"/>
                  </a:lnTo>
                  <a:lnTo>
                    <a:pt x="522" y="9847"/>
                  </a:lnTo>
                  <a:lnTo>
                    <a:pt x="943" y="9707"/>
                  </a:lnTo>
                  <a:lnTo>
                    <a:pt x="1003" y="16946"/>
                  </a:lnTo>
                  <a:lnTo>
                    <a:pt x="1003" y="19313"/>
                  </a:lnTo>
                  <a:lnTo>
                    <a:pt x="161" y="19353"/>
                  </a:lnTo>
                  <a:lnTo>
                    <a:pt x="141" y="19373"/>
                  </a:lnTo>
                  <a:lnTo>
                    <a:pt x="101" y="19373"/>
                  </a:lnTo>
                  <a:lnTo>
                    <a:pt x="81" y="19433"/>
                  </a:lnTo>
                  <a:lnTo>
                    <a:pt x="101" y="19493"/>
                  </a:lnTo>
                  <a:lnTo>
                    <a:pt x="121" y="19513"/>
                  </a:lnTo>
                  <a:lnTo>
                    <a:pt x="161" y="19513"/>
                  </a:lnTo>
                  <a:lnTo>
                    <a:pt x="1003" y="19594"/>
                  </a:lnTo>
                  <a:lnTo>
                    <a:pt x="1003" y="20516"/>
                  </a:lnTo>
                  <a:lnTo>
                    <a:pt x="121" y="20777"/>
                  </a:lnTo>
                  <a:lnTo>
                    <a:pt x="101" y="20797"/>
                  </a:lnTo>
                  <a:lnTo>
                    <a:pt x="81" y="20817"/>
                  </a:lnTo>
                  <a:lnTo>
                    <a:pt x="61" y="20877"/>
                  </a:lnTo>
                  <a:lnTo>
                    <a:pt x="81" y="20917"/>
                  </a:lnTo>
                  <a:lnTo>
                    <a:pt x="121" y="20937"/>
                  </a:lnTo>
                  <a:lnTo>
                    <a:pt x="161" y="20937"/>
                  </a:lnTo>
                  <a:lnTo>
                    <a:pt x="1003" y="20797"/>
                  </a:lnTo>
                  <a:lnTo>
                    <a:pt x="1023" y="21760"/>
                  </a:lnTo>
                  <a:lnTo>
                    <a:pt x="1525" y="21880"/>
                  </a:lnTo>
                  <a:lnTo>
                    <a:pt x="1525" y="20697"/>
                  </a:lnTo>
                  <a:lnTo>
                    <a:pt x="1846" y="20616"/>
                  </a:lnTo>
                  <a:lnTo>
                    <a:pt x="2146" y="20516"/>
                  </a:lnTo>
                  <a:lnTo>
                    <a:pt x="2447" y="20416"/>
                  </a:lnTo>
                  <a:lnTo>
                    <a:pt x="2708" y="20275"/>
                  </a:lnTo>
                  <a:lnTo>
                    <a:pt x="2748" y="20235"/>
                  </a:lnTo>
                  <a:lnTo>
                    <a:pt x="2768" y="20155"/>
                  </a:lnTo>
                  <a:lnTo>
                    <a:pt x="2728" y="20115"/>
                  </a:lnTo>
                  <a:lnTo>
                    <a:pt x="2708" y="20095"/>
                  </a:lnTo>
                  <a:lnTo>
                    <a:pt x="2668" y="20095"/>
                  </a:lnTo>
                  <a:lnTo>
                    <a:pt x="2367" y="20135"/>
                  </a:lnTo>
                  <a:lnTo>
                    <a:pt x="2086" y="20195"/>
                  </a:lnTo>
                  <a:lnTo>
                    <a:pt x="1525" y="20376"/>
                  </a:lnTo>
                  <a:lnTo>
                    <a:pt x="1505" y="19614"/>
                  </a:lnTo>
                  <a:lnTo>
                    <a:pt x="1846" y="19614"/>
                  </a:lnTo>
                  <a:lnTo>
                    <a:pt x="1906" y="19594"/>
                  </a:lnTo>
                  <a:lnTo>
                    <a:pt x="1946" y="19554"/>
                  </a:lnTo>
                  <a:lnTo>
                    <a:pt x="1966" y="19513"/>
                  </a:lnTo>
                  <a:lnTo>
                    <a:pt x="1966" y="19473"/>
                  </a:lnTo>
                  <a:lnTo>
                    <a:pt x="1966" y="19433"/>
                  </a:lnTo>
                  <a:lnTo>
                    <a:pt x="1946" y="19393"/>
                  </a:lnTo>
                  <a:lnTo>
                    <a:pt x="1906" y="19353"/>
                  </a:lnTo>
                  <a:lnTo>
                    <a:pt x="1846" y="19333"/>
                  </a:lnTo>
                  <a:lnTo>
                    <a:pt x="1505" y="19313"/>
                  </a:lnTo>
                  <a:lnTo>
                    <a:pt x="1465" y="17969"/>
                  </a:lnTo>
                  <a:lnTo>
                    <a:pt x="1445" y="16606"/>
                  </a:lnTo>
                  <a:lnTo>
                    <a:pt x="1404" y="9927"/>
                  </a:lnTo>
                  <a:lnTo>
                    <a:pt x="1404" y="9927"/>
                  </a:lnTo>
                  <a:lnTo>
                    <a:pt x="1665" y="10088"/>
                  </a:lnTo>
                  <a:lnTo>
                    <a:pt x="1725" y="10088"/>
                  </a:lnTo>
                  <a:lnTo>
                    <a:pt x="1785" y="10068"/>
                  </a:lnTo>
                  <a:lnTo>
                    <a:pt x="1846" y="10028"/>
                  </a:lnTo>
                  <a:lnTo>
                    <a:pt x="1866" y="9967"/>
                  </a:lnTo>
                  <a:lnTo>
                    <a:pt x="1846" y="9927"/>
                  </a:lnTo>
                  <a:lnTo>
                    <a:pt x="1826" y="9907"/>
                  </a:lnTo>
                  <a:lnTo>
                    <a:pt x="1625" y="9727"/>
                  </a:lnTo>
                  <a:lnTo>
                    <a:pt x="1404" y="9566"/>
                  </a:lnTo>
                  <a:lnTo>
                    <a:pt x="1404" y="9526"/>
                  </a:lnTo>
                  <a:lnTo>
                    <a:pt x="1846" y="9386"/>
                  </a:lnTo>
                  <a:lnTo>
                    <a:pt x="2267" y="9205"/>
                  </a:lnTo>
                  <a:lnTo>
                    <a:pt x="2247" y="8965"/>
                  </a:lnTo>
                  <a:lnTo>
                    <a:pt x="2026" y="9005"/>
                  </a:lnTo>
                  <a:lnTo>
                    <a:pt x="1805" y="9065"/>
                  </a:lnTo>
                  <a:lnTo>
                    <a:pt x="1404" y="9225"/>
                  </a:lnTo>
                  <a:lnTo>
                    <a:pt x="1404" y="8945"/>
                  </a:lnTo>
                  <a:lnTo>
                    <a:pt x="1384" y="4974"/>
                  </a:lnTo>
                  <a:lnTo>
                    <a:pt x="1324" y="4854"/>
                  </a:lnTo>
                  <a:lnTo>
                    <a:pt x="1104" y="4252"/>
                  </a:lnTo>
                  <a:lnTo>
                    <a:pt x="863" y="369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32">
              <a:extLst>
                <a:ext uri="{FF2B5EF4-FFF2-40B4-BE49-F238E27FC236}">
                  <a16:creationId xmlns:a16="http://schemas.microsoft.com/office/drawing/2014/main" id="{77E05122-F075-23DA-0ADB-D6A7536F5112}"/>
                </a:ext>
              </a:extLst>
            </p:cNvPr>
            <p:cNvSpPr/>
            <p:nvPr/>
          </p:nvSpPr>
          <p:spPr>
            <a:xfrm>
              <a:off x="11431300" y="4044225"/>
              <a:ext cx="12575" cy="10550"/>
            </a:xfrm>
            <a:custGeom>
              <a:avLst/>
              <a:gdLst/>
              <a:ahLst/>
              <a:cxnLst/>
              <a:rect l="l" t="t" r="r" b="b"/>
              <a:pathLst>
                <a:path w="503" h="422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421"/>
                  </a:lnTo>
                  <a:lnTo>
                    <a:pt x="1" y="421"/>
                  </a:lnTo>
                  <a:lnTo>
                    <a:pt x="221" y="361"/>
                  </a:lnTo>
                  <a:lnTo>
                    <a:pt x="221" y="361"/>
                  </a:lnTo>
                  <a:lnTo>
                    <a:pt x="221" y="361"/>
                  </a:lnTo>
                  <a:lnTo>
                    <a:pt x="462" y="341"/>
                  </a:lnTo>
                  <a:lnTo>
                    <a:pt x="462" y="341"/>
                  </a:lnTo>
                  <a:lnTo>
                    <a:pt x="502" y="361"/>
                  </a:lnTo>
                  <a:lnTo>
                    <a:pt x="502" y="361"/>
                  </a:lnTo>
                  <a:lnTo>
                    <a:pt x="502" y="0"/>
                  </a:lnTo>
                  <a:lnTo>
                    <a:pt x="502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32">
              <a:extLst>
                <a:ext uri="{FF2B5EF4-FFF2-40B4-BE49-F238E27FC236}">
                  <a16:creationId xmlns:a16="http://schemas.microsoft.com/office/drawing/2014/main" id="{4E4AD60B-722E-5BA4-3F0E-D08DD046A27D}"/>
                </a:ext>
              </a:extLst>
            </p:cNvPr>
            <p:cNvSpPr/>
            <p:nvPr/>
          </p:nvSpPr>
          <p:spPr>
            <a:xfrm>
              <a:off x="11161575" y="3984550"/>
              <a:ext cx="480825" cy="673375"/>
            </a:xfrm>
            <a:custGeom>
              <a:avLst/>
              <a:gdLst/>
              <a:ahLst/>
              <a:cxnLst/>
              <a:rect l="l" t="t" r="r" b="b"/>
              <a:pathLst>
                <a:path w="19233" h="26935" extrusionOk="0">
                  <a:moveTo>
                    <a:pt x="462" y="1"/>
                  </a:moveTo>
                  <a:lnTo>
                    <a:pt x="462" y="362"/>
                  </a:lnTo>
                  <a:lnTo>
                    <a:pt x="442" y="763"/>
                  </a:lnTo>
                  <a:lnTo>
                    <a:pt x="341" y="1625"/>
                  </a:lnTo>
                  <a:lnTo>
                    <a:pt x="121" y="3490"/>
                  </a:lnTo>
                  <a:lnTo>
                    <a:pt x="41" y="4413"/>
                  </a:lnTo>
                  <a:lnTo>
                    <a:pt x="1" y="4834"/>
                  </a:lnTo>
                  <a:lnTo>
                    <a:pt x="1" y="5255"/>
                  </a:lnTo>
                  <a:lnTo>
                    <a:pt x="1" y="5656"/>
                  </a:lnTo>
                  <a:lnTo>
                    <a:pt x="41" y="6017"/>
                  </a:lnTo>
                  <a:lnTo>
                    <a:pt x="81" y="6338"/>
                  </a:lnTo>
                  <a:lnTo>
                    <a:pt x="181" y="6619"/>
                  </a:lnTo>
                  <a:lnTo>
                    <a:pt x="281" y="6880"/>
                  </a:lnTo>
                  <a:lnTo>
                    <a:pt x="422" y="7140"/>
                  </a:lnTo>
                  <a:lnTo>
                    <a:pt x="763" y="7742"/>
                  </a:lnTo>
                  <a:lnTo>
                    <a:pt x="943" y="6639"/>
                  </a:lnTo>
                  <a:lnTo>
                    <a:pt x="1144" y="5576"/>
                  </a:lnTo>
                  <a:lnTo>
                    <a:pt x="1284" y="4974"/>
                  </a:lnTo>
                  <a:lnTo>
                    <a:pt x="1424" y="4373"/>
                  </a:lnTo>
                  <a:lnTo>
                    <a:pt x="1585" y="3771"/>
                  </a:lnTo>
                  <a:lnTo>
                    <a:pt x="1745" y="3190"/>
                  </a:lnTo>
                  <a:lnTo>
                    <a:pt x="1926" y="2608"/>
                  </a:lnTo>
                  <a:lnTo>
                    <a:pt x="2126" y="2026"/>
                  </a:lnTo>
                  <a:lnTo>
                    <a:pt x="2347" y="1445"/>
                  </a:lnTo>
                  <a:lnTo>
                    <a:pt x="2568" y="883"/>
                  </a:lnTo>
                  <a:lnTo>
                    <a:pt x="2026" y="683"/>
                  </a:lnTo>
                  <a:lnTo>
                    <a:pt x="1485" y="462"/>
                  </a:lnTo>
                  <a:lnTo>
                    <a:pt x="963" y="242"/>
                  </a:lnTo>
                  <a:lnTo>
                    <a:pt x="462" y="1"/>
                  </a:lnTo>
                  <a:close/>
                  <a:moveTo>
                    <a:pt x="11472" y="24267"/>
                  </a:moveTo>
                  <a:lnTo>
                    <a:pt x="11452" y="24909"/>
                  </a:lnTo>
                  <a:lnTo>
                    <a:pt x="11432" y="25550"/>
                  </a:lnTo>
                  <a:lnTo>
                    <a:pt x="11392" y="26192"/>
                  </a:lnTo>
                  <a:lnTo>
                    <a:pt x="11331" y="26834"/>
                  </a:lnTo>
                  <a:lnTo>
                    <a:pt x="11311" y="26894"/>
                  </a:lnTo>
                  <a:lnTo>
                    <a:pt x="11271" y="26914"/>
                  </a:lnTo>
                  <a:lnTo>
                    <a:pt x="12274" y="26874"/>
                  </a:lnTo>
                  <a:lnTo>
                    <a:pt x="13277" y="26794"/>
                  </a:lnTo>
                  <a:lnTo>
                    <a:pt x="14299" y="26653"/>
                  </a:lnTo>
                  <a:lnTo>
                    <a:pt x="15302" y="26473"/>
                  </a:lnTo>
                  <a:lnTo>
                    <a:pt x="15803" y="26373"/>
                  </a:lnTo>
                  <a:lnTo>
                    <a:pt x="16305" y="26252"/>
                  </a:lnTo>
                  <a:lnTo>
                    <a:pt x="16806" y="26132"/>
                  </a:lnTo>
                  <a:lnTo>
                    <a:pt x="17288" y="25992"/>
                  </a:lnTo>
                  <a:lnTo>
                    <a:pt x="17789" y="25831"/>
                  </a:lnTo>
                  <a:lnTo>
                    <a:pt x="18270" y="25671"/>
                  </a:lnTo>
                  <a:lnTo>
                    <a:pt x="18752" y="25490"/>
                  </a:lnTo>
                  <a:lnTo>
                    <a:pt x="19233" y="25310"/>
                  </a:lnTo>
                  <a:lnTo>
                    <a:pt x="18812" y="24768"/>
                  </a:lnTo>
                  <a:lnTo>
                    <a:pt x="17809" y="24828"/>
                  </a:lnTo>
                  <a:lnTo>
                    <a:pt x="16786" y="24848"/>
                  </a:lnTo>
                  <a:lnTo>
                    <a:pt x="16124" y="24828"/>
                  </a:lnTo>
                  <a:lnTo>
                    <a:pt x="15443" y="24808"/>
                  </a:lnTo>
                  <a:lnTo>
                    <a:pt x="14781" y="24768"/>
                  </a:lnTo>
                  <a:lnTo>
                    <a:pt x="14099" y="24708"/>
                  </a:lnTo>
                  <a:lnTo>
                    <a:pt x="13437" y="24628"/>
                  </a:lnTo>
                  <a:lnTo>
                    <a:pt x="12775" y="24528"/>
                  </a:lnTo>
                  <a:lnTo>
                    <a:pt x="12113" y="24407"/>
                  </a:lnTo>
                  <a:lnTo>
                    <a:pt x="11472" y="24267"/>
                  </a:lnTo>
                  <a:close/>
                  <a:moveTo>
                    <a:pt x="3570" y="20296"/>
                  </a:moveTo>
                  <a:lnTo>
                    <a:pt x="3650" y="20597"/>
                  </a:lnTo>
                  <a:lnTo>
                    <a:pt x="3731" y="20898"/>
                  </a:lnTo>
                  <a:lnTo>
                    <a:pt x="3771" y="21199"/>
                  </a:lnTo>
                  <a:lnTo>
                    <a:pt x="3811" y="21519"/>
                  </a:lnTo>
                  <a:lnTo>
                    <a:pt x="3811" y="21840"/>
                  </a:lnTo>
                  <a:lnTo>
                    <a:pt x="3811" y="22161"/>
                  </a:lnTo>
                  <a:lnTo>
                    <a:pt x="3771" y="22482"/>
                  </a:lnTo>
                  <a:lnTo>
                    <a:pt x="3711" y="22823"/>
                  </a:lnTo>
                  <a:lnTo>
                    <a:pt x="3630" y="23124"/>
                  </a:lnTo>
                  <a:lnTo>
                    <a:pt x="3510" y="23445"/>
                  </a:lnTo>
                  <a:lnTo>
                    <a:pt x="3350" y="23765"/>
                  </a:lnTo>
                  <a:lnTo>
                    <a:pt x="3169" y="24106"/>
                  </a:lnTo>
                  <a:lnTo>
                    <a:pt x="2929" y="24467"/>
                  </a:lnTo>
                  <a:lnTo>
                    <a:pt x="2688" y="24828"/>
                  </a:lnTo>
                  <a:lnTo>
                    <a:pt x="2407" y="25209"/>
                  </a:lnTo>
                  <a:lnTo>
                    <a:pt x="2106" y="25570"/>
                  </a:lnTo>
                  <a:lnTo>
                    <a:pt x="3049" y="25871"/>
                  </a:lnTo>
                  <a:lnTo>
                    <a:pt x="4052" y="26132"/>
                  </a:lnTo>
                  <a:lnTo>
                    <a:pt x="5074" y="26373"/>
                  </a:lnTo>
                  <a:lnTo>
                    <a:pt x="6137" y="26553"/>
                  </a:lnTo>
                  <a:lnTo>
                    <a:pt x="7220" y="26714"/>
                  </a:lnTo>
                  <a:lnTo>
                    <a:pt x="8343" y="26834"/>
                  </a:lnTo>
                  <a:lnTo>
                    <a:pt x="9466" y="26894"/>
                  </a:lnTo>
                  <a:lnTo>
                    <a:pt x="10028" y="26914"/>
                  </a:lnTo>
                  <a:lnTo>
                    <a:pt x="10589" y="26934"/>
                  </a:lnTo>
                  <a:lnTo>
                    <a:pt x="11191" y="26914"/>
                  </a:lnTo>
                  <a:lnTo>
                    <a:pt x="11151" y="26894"/>
                  </a:lnTo>
                  <a:lnTo>
                    <a:pt x="11131" y="26854"/>
                  </a:lnTo>
                  <a:lnTo>
                    <a:pt x="11071" y="26192"/>
                  </a:lnTo>
                  <a:lnTo>
                    <a:pt x="11031" y="25510"/>
                  </a:lnTo>
                  <a:lnTo>
                    <a:pt x="10990" y="24828"/>
                  </a:lnTo>
                  <a:lnTo>
                    <a:pt x="10970" y="24147"/>
                  </a:lnTo>
                  <a:lnTo>
                    <a:pt x="10268" y="23946"/>
                  </a:lnTo>
                  <a:lnTo>
                    <a:pt x="9567" y="23745"/>
                  </a:lnTo>
                  <a:lnTo>
                    <a:pt x="8865" y="23505"/>
                  </a:lnTo>
                  <a:lnTo>
                    <a:pt x="8183" y="23244"/>
                  </a:lnTo>
                  <a:lnTo>
                    <a:pt x="7541" y="22983"/>
                  </a:lnTo>
                  <a:lnTo>
                    <a:pt x="6919" y="22683"/>
                  </a:lnTo>
                  <a:lnTo>
                    <a:pt x="6298" y="22342"/>
                  </a:lnTo>
                  <a:lnTo>
                    <a:pt x="5716" y="22001"/>
                  </a:lnTo>
                  <a:lnTo>
                    <a:pt x="5135" y="21620"/>
                  </a:lnTo>
                  <a:lnTo>
                    <a:pt x="4593" y="21199"/>
                  </a:lnTo>
                  <a:lnTo>
                    <a:pt x="4072" y="20777"/>
                  </a:lnTo>
                  <a:lnTo>
                    <a:pt x="3570" y="20296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32">
              <a:extLst>
                <a:ext uri="{FF2B5EF4-FFF2-40B4-BE49-F238E27FC236}">
                  <a16:creationId xmlns:a16="http://schemas.microsoft.com/office/drawing/2014/main" id="{F42300BB-4436-605A-8885-8B4AE9AE4CBE}"/>
                </a:ext>
              </a:extLst>
            </p:cNvPr>
            <p:cNvSpPr/>
            <p:nvPr/>
          </p:nvSpPr>
          <p:spPr>
            <a:xfrm>
              <a:off x="11443350" y="4591200"/>
              <a:ext cx="199050" cy="66225"/>
            </a:xfrm>
            <a:custGeom>
              <a:avLst/>
              <a:gdLst/>
              <a:ahLst/>
              <a:cxnLst/>
              <a:rect l="l" t="t" r="r" b="b"/>
              <a:pathLst>
                <a:path w="7962" h="2649" fill="none" extrusionOk="0">
                  <a:moveTo>
                    <a:pt x="201" y="1"/>
                  </a:moveTo>
                  <a:lnTo>
                    <a:pt x="201" y="1"/>
                  </a:lnTo>
                  <a:lnTo>
                    <a:pt x="181" y="643"/>
                  </a:lnTo>
                  <a:lnTo>
                    <a:pt x="161" y="1284"/>
                  </a:lnTo>
                  <a:lnTo>
                    <a:pt x="121" y="1926"/>
                  </a:lnTo>
                  <a:lnTo>
                    <a:pt x="60" y="2568"/>
                  </a:lnTo>
                  <a:lnTo>
                    <a:pt x="60" y="2568"/>
                  </a:lnTo>
                  <a:lnTo>
                    <a:pt x="40" y="2628"/>
                  </a:lnTo>
                  <a:lnTo>
                    <a:pt x="0" y="2648"/>
                  </a:lnTo>
                  <a:lnTo>
                    <a:pt x="0" y="2648"/>
                  </a:lnTo>
                  <a:lnTo>
                    <a:pt x="1003" y="2608"/>
                  </a:lnTo>
                  <a:lnTo>
                    <a:pt x="2006" y="2528"/>
                  </a:lnTo>
                  <a:lnTo>
                    <a:pt x="3028" y="2387"/>
                  </a:lnTo>
                  <a:lnTo>
                    <a:pt x="4031" y="2207"/>
                  </a:lnTo>
                  <a:lnTo>
                    <a:pt x="4532" y="2107"/>
                  </a:lnTo>
                  <a:lnTo>
                    <a:pt x="5034" y="1986"/>
                  </a:lnTo>
                  <a:lnTo>
                    <a:pt x="5535" y="1866"/>
                  </a:lnTo>
                  <a:lnTo>
                    <a:pt x="6017" y="1726"/>
                  </a:lnTo>
                  <a:lnTo>
                    <a:pt x="6518" y="1565"/>
                  </a:lnTo>
                  <a:lnTo>
                    <a:pt x="6999" y="1405"/>
                  </a:lnTo>
                  <a:lnTo>
                    <a:pt x="7481" y="1224"/>
                  </a:lnTo>
                  <a:lnTo>
                    <a:pt x="7962" y="1044"/>
                  </a:lnTo>
                  <a:lnTo>
                    <a:pt x="7962" y="1044"/>
                  </a:lnTo>
                  <a:lnTo>
                    <a:pt x="7541" y="502"/>
                  </a:lnTo>
                  <a:lnTo>
                    <a:pt x="7541" y="502"/>
                  </a:lnTo>
                  <a:lnTo>
                    <a:pt x="6538" y="562"/>
                  </a:lnTo>
                  <a:lnTo>
                    <a:pt x="5515" y="582"/>
                  </a:lnTo>
                  <a:lnTo>
                    <a:pt x="5515" y="582"/>
                  </a:lnTo>
                  <a:lnTo>
                    <a:pt x="4853" y="562"/>
                  </a:lnTo>
                  <a:lnTo>
                    <a:pt x="4172" y="542"/>
                  </a:lnTo>
                  <a:lnTo>
                    <a:pt x="3510" y="502"/>
                  </a:lnTo>
                  <a:lnTo>
                    <a:pt x="2828" y="442"/>
                  </a:lnTo>
                  <a:lnTo>
                    <a:pt x="2166" y="362"/>
                  </a:lnTo>
                  <a:lnTo>
                    <a:pt x="1504" y="262"/>
                  </a:lnTo>
                  <a:lnTo>
                    <a:pt x="842" y="141"/>
                  </a:lnTo>
                  <a:lnTo>
                    <a:pt x="20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32">
              <a:extLst>
                <a:ext uri="{FF2B5EF4-FFF2-40B4-BE49-F238E27FC236}">
                  <a16:creationId xmlns:a16="http://schemas.microsoft.com/office/drawing/2014/main" id="{9A82D69F-9221-A506-6984-8921710A3801}"/>
                </a:ext>
              </a:extLst>
            </p:cNvPr>
            <p:cNvSpPr/>
            <p:nvPr/>
          </p:nvSpPr>
          <p:spPr>
            <a:xfrm>
              <a:off x="11214225" y="4491950"/>
              <a:ext cx="227125" cy="165975"/>
            </a:xfrm>
            <a:custGeom>
              <a:avLst/>
              <a:gdLst/>
              <a:ahLst/>
              <a:cxnLst/>
              <a:rect l="l" t="t" r="r" b="b"/>
              <a:pathLst>
                <a:path w="9085" h="6639" fill="none" extrusionOk="0">
                  <a:moveTo>
                    <a:pt x="1464" y="0"/>
                  </a:moveTo>
                  <a:lnTo>
                    <a:pt x="1464" y="0"/>
                  </a:lnTo>
                  <a:lnTo>
                    <a:pt x="1544" y="301"/>
                  </a:lnTo>
                  <a:lnTo>
                    <a:pt x="1625" y="602"/>
                  </a:lnTo>
                  <a:lnTo>
                    <a:pt x="1665" y="903"/>
                  </a:lnTo>
                  <a:lnTo>
                    <a:pt x="1705" y="1223"/>
                  </a:lnTo>
                  <a:lnTo>
                    <a:pt x="1705" y="1544"/>
                  </a:lnTo>
                  <a:lnTo>
                    <a:pt x="1705" y="1865"/>
                  </a:lnTo>
                  <a:lnTo>
                    <a:pt x="1665" y="2186"/>
                  </a:lnTo>
                  <a:lnTo>
                    <a:pt x="1605" y="2527"/>
                  </a:lnTo>
                  <a:lnTo>
                    <a:pt x="1605" y="2527"/>
                  </a:lnTo>
                  <a:lnTo>
                    <a:pt x="1524" y="2828"/>
                  </a:lnTo>
                  <a:lnTo>
                    <a:pt x="1404" y="3149"/>
                  </a:lnTo>
                  <a:lnTo>
                    <a:pt x="1244" y="3469"/>
                  </a:lnTo>
                  <a:lnTo>
                    <a:pt x="1063" y="3810"/>
                  </a:lnTo>
                  <a:lnTo>
                    <a:pt x="823" y="4171"/>
                  </a:lnTo>
                  <a:lnTo>
                    <a:pt x="582" y="4532"/>
                  </a:lnTo>
                  <a:lnTo>
                    <a:pt x="301" y="4913"/>
                  </a:lnTo>
                  <a:lnTo>
                    <a:pt x="0" y="5274"/>
                  </a:lnTo>
                  <a:lnTo>
                    <a:pt x="0" y="5274"/>
                  </a:lnTo>
                  <a:lnTo>
                    <a:pt x="943" y="5575"/>
                  </a:lnTo>
                  <a:lnTo>
                    <a:pt x="1946" y="5836"/>
                  </a:lnTo>
                  <a:lnTo>
                    <a:pt x="2968" y="6077"/>
                  </a:lnTo>
                  <a:lnTo>
                    <a:pt x="4031" y="6257"/>
                  </a:lnTo>
                  <a:lnTo>
                    <a:pt x="5114" y="6418"/>
                  </a:lnTo>
                  <a:lnTo>
                    <a:pt x="6237" y="6538"/>
                  </a:lnTo>
                  <a:lnTo>
                    <a:pt x="7360" y="6598"/>
                  </a:lnTo>
                  <a:lnTo>
                    <a:pt x="7922" y="6618"/>
                  </a:lnTo>
                  <a:lnTo>
                    <a:pt x="8483" y="6638"/>
                  </a:lnTo>
                  <a:lnTo>
                    <a:pt x="8483" y="6638"/>
                  </a:lnTo>
                  <a:lnTo>
                    <a:pt x="9085" y="6618"/>
                  </a:lnTo>
                  <a:lnTo>
                    <a:pt x="9085" y="6618"/>
                  </a:lnTo>
                  <a:lnTo>
                    <a:pt x="9045" y="6598"/>
                  </a:lnTo>
                  <a:lnTo>
                    <a:pt x="9025" y="6558"/>
                  </a:lnTo>
                  <a:lnTo>
                    <a:pt x="9025" y="6558"/>
                  </a:lnTo>
                  <a:lnTo>
                    <a:pt x="8965" y="5896"/>
                  </a:lnTo>
                  <a:lnTo>
                    <a:pt x="8925" y="5214"/>
                  </a:lnTo>
                  <a:lnTo>
                    <a:pt x="8884" y="4532"/>
                  </a:lnTo>
                  <a:lnTo>
                    <a:pt x="8864" y="3851"/>
                  </a:lnTo>
                  <a:lnTo>
                    <a:pt x="8864" y="3851"/>
                  </a:lnTo>
                  <a:lnTo>
                    <a:pt x="8162" y="3650"/>
                  </a:lnTo>
                  <a:lnTo>
                    <a:pt x="7461" y="3449"/>
                  </a:lnTo>
                  <a:lnTo>
                    <a:pt x="6759" y="3209"/>
                  </a:lnTo>
                  <a:lnTo>
                    <a:pt x="6077" y="2948"/>
                  </a:lnTo>
                  <a:lnTo>
                    <a:pt x="6077" y="2948"/>
                  </a:lnTo>
                  <a:lnTo>
                    <a:pt x="5435" y="2687"/>
                  </a:lnTo>
                  <a:lnTo>
                    <a:pt x="4813" y="2387"/>
                  </a:lnTo>
                  <a:lnTo>
                    <a:pt x="4192" y="2046"/>
                  </a:lnTo>
                  <a:lnTo>
                    <a:pt x="3610" y="1705"/>
                  </a:lnTo>
                  <a:lnTo>
                    <a:pt x="3029" y="1324"/>
                  </a:lnTo>
                  <a:lnTo>
                    <a:pt x="2487" y="903"/>
                  </a:lnTo>
                  <a:lnTo>
                    <a:pt x="1966" y="481"/>
                  </a:lnTo>
                  <a:lnTo>
                    <a:pt x="146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32">
              <a:extLst>
                <a:ext uri="{FF2B5EF4-FFF2-40B4-BE49-F238E27FC236}">
                  <a16:creationId xmlns:a16="http://schemas.microsoft.com/office/drawing/2014/main" id="{8B867720-AA69-8E6E-9101-8400716647C3}"/>
                </a:ext>
              </a:extLst>
            </p:cNvPr>
            <p:cNvSpPr/>
            <p:nvPr/>
          </p:nvSpPr>
          <p:spPr>
            <a:xfrm>
              <a:off x="11161575" y="3984550"/>
              <a:ext cx="64200" cy="193550"/>
            </a:xfrm>
            <a:custGeom>
              <a:avLst/>
              <a:gdLst/>
              <a:ahLst/>
              <a:cxnLst/>
              <a:rect l="l" t="t" r="r" b="b"/>
              <a:pathLst>
                <a:path w="2568" h="7742" fill="none" extrusionOk="0">
                  <a:moveTo>
                    <a:pt x="462" y="1"/>
                  </a:moveTo>
                  <a:lnTo>
                    <a:pt x="462" y="1"/>
                  </a:lnTo>
                  <a:lnTo>
                    <a:pt x="462" y="362"/>
                  </a:lnTo>
                  <a:lnTo>
                    <a:pt x="442" y="763"/>
                  </a:lnTo>
                  <a:lnTo>
                    <a:pt x="341" y="1625"/>
                  </a:lnTo>
                  <a:lnTo>
                    <a:pt x="121" y="3490"/>
                  </a:lnTo>
                  <a:lnTo>
                    <a:pt x="41" y="4413"/>
                  </a:lnTo>
                  <a:lnTo>
                    <a:pt x="1" y="4834"/>
                  </a:lnTo>
                  <a:lnTo>
                    <a:pt x="1" y="5255"/>
                  </a:lnTo>
                  <a:lnTo>
                    <a:pt x="1" y="5656"/>
                  </a:lnTo>
                  <a:lnTo>
                    <a:pt x="41" y="6017"/>
                  </a:lnTo>
                  <a:lnTo>
                    <a:pt x="81" y="6338"/>
                  </a:lnTo>
                  <a:lnTo>
                    <a:pt x="181" y="6619"/>
                  </a:lnTo>
                  <a:lnTo>
                    <a:pt x="181" y="6619"/>
                  </a:lnTo>
                  <a:lnTo>
                    <a:pt x="281" y="6880"/>
                  </a:lnTo>
                  <a:lnTo>
                    <a:pt x="422" y="7140"/>
                  </a:lnTo>
                  <a:lnTo>
                    <a:pt x="763" y="7742"/>
                  </a:lnTo>
                  <a:lnTo>
                    <a:pt x="763" y="7742"/>
                  </a:lnTo>
                  <a:lnTo>
                    <a:pt x="943" y="6639"/>
                  </a:lnTo>
                  <a:lnTo>
                    <a:pt x="1144" y="5576"/>
                  </a:lnTo>
                  <a:lnTo>
                    <a:pt x="1144" y="5576"/>
                  </a:lnTo>
                  <a:lnTo>
                    <a:pt x="1284" y="4974"/>
                  </a:lnTo>
                  <a:lnTo>
                    <a:pt x="1424" y="4373"/>
                  </a:lnTo>
                  <a:lnTo>
                    <a:pt x="1585" y="3771"/>
                  </a:lnTo>
                  <a:lnTo>
                    <a:pt x="1745" y="3190"/>
                  </a:lnTo>
                  <a:lnTo>
                    <a:pt x="1926" y="2608"/>
                  </a:lnTo>
                  <a:lnTo>
                    <a:pt x="2126" y="2026"/>
                  </a:lnTo>
                  <a:lnTo>
                    <a:pt x="2347" y="1445"/>
                  </a:lnTo>
                  <a:lnTo>
                    <a:pt x="2568" y="883"/>
                  </a:lnTo>
                  <a:lnTo>
                    <a:pt x="2568" y="883"/>
                  </a:lnTo>
                  <a:lnTo>
                    <a:pt x="2026" y="683"/>
                  </a:lnTo>
                  <a:lnTo>
                    <a:pt x="1485" y="462"/>
                  </a:lnTo>
                  <a:lnTo>
                    <a:pt x="963" y="242"/>
                  </a:lnTo>
                  <a:lnTo>
                    <a:pt x="4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32">
              <a:extLst>
                <a:ext uri="{FF2B5EF4-FFF2-40B4-BE49-F238E27FC236}">
                  <a16:creationId xmlns:a16="http://schemas.microsoft.com/office/drawing/2014/main" id="{EB9BA7F1-0C28-83E0-EA28-5F76F4A2935A}"/>
                </a:ext>
              </a:extLst>
            </p:cNvPr>
            <p:cNvSpPr/>
            <p:nvPr/>
          </p:nvSpPr>
          <p:spPr>
            <a:xfrm>
              <a:off x="11435825" y="4588200"/>
              <a:ext cx="12550" cy="69225"/>
            </a:xfrm>
            <a:custGeom>
              <a:avLst/>
              <a:gdLst/>
              <a:ahLst/>
              <a:cxnLst/>
              <a:rect l="l" t="t" r="r" b="b"/>
              <a:pathLst>
                <a:path w="502" h="2769" extrusionOk="0">
                  <a:moveTo>
                    <a:pt x="0" y="1"/>
                  </a:moveTo>
                  <a:lnTo>
                    <a:pt x="20" y="682"/>
                  </a:lnTo>
                  <a:lnTo>
                    <a:pt x="61" y="1364"/>
                  </a:lnTo>
                  <a:lnTo>
                    <a:pt x="101" y="2046"/>
                  </a:lnTo>
                  <a:lnTo>
                    <a:pt x="161" y="2708"/>
                  </a:lnTo>
                  <a:lnTo>
                    <a:pt x="181" y="2748"/>
                  </a:lnTo>
                  <a:lnTo>
                    <a:pt x="221" y="2768"/>
                  </a:lnTo>
                  <a:lnTo>
                    <a:pt x="301" y="2768"/>
                  </a:lnTo>
                  <a:lnTo>
                    <a:pt x="341" y="2748"/>
                  </a:lnTo>
                  <a:lnTo>
                    <a:pt x="361" y="2688"/>
                  </a:lnTo>
                  <a:lnTo>
                    <a:pt x="422" y="2046"/>
                  </a:lnTo>
                  <a:lnTo>
                    <a:pt x="462" y="1404"/>
                  </a:lnTo>
                  <a:lnTo>
                    <a:pt x="482" y="763"/>
                  </a:lnTo>
                  <a:lnTo>
                    <a:pt x="502" y="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32">
              <a:extLst>
                <a:ext uri="{FF2B5EF4-FFF2-40B4-BE49-F238E27FC236}">
                  <a16:creationId xmlns:a16="http://schemas.microsoft.com/office/drawing/2014/main" id="{ADB43BC2-9509-2B59-56D6-F2DD933B9C29}"/>
                </a:ext>
              </a:extLst>
            </p:cNvPr>
            <p:cNvSpPr/>
            <p:nvPr/>
          </p:nvSpPr>
          <p:spPr>
            <a:xfrm>
              <a:off x="11322000" y="4109400"/>
              <a:ext cx="116850" cy="218625"/>
            </a:xfrm>
            <a:custGeom>
              <a:avLst/>
              <a:gdLst/>
              <a:ahLst/>
              <a:cxnLst/>
              <a:rect l="l" t="t" r="r" b="b"/>
              <a:pathLst>
                <a:path w="4674" h="8745" extrusionOk="0">
                  <a:moveTo>
                    <a:pt x="3551" y="0"/>
                  </a:moveTo>
                  <a:lnTo>
                    <a:pt x="3230" y="301"/>
                  </a:lnTo>
                  <a:lnTo>
                    <a:pt x="2869" y="682"/>
                  </a:lnTo>
                  <a:lnTo>
                    <a:pt x="2428" y="1184"/>
                  </a:lnTo>
                  <a:lnTo>
                    <a:pt x="2187" y="1464"/>
                  </a:lnTo>
                  <a:lnTo>
                    <a:pt x="1946" y="1805"/>
                  </a:lnTo>
                  <a:lnTo>
                    <a:pt x="1686" y="2146"/>
                  </a:lnTo>
                  <a:lnTo>
                    <a:pt x="1445" y="2527"/>
                  </a:lnTo>
                  <a:lnTo>
                    <a:pt x="1184" y="2928"/>
                  </a:lnTo>
                  <a:lnTo>
                    <a:pt x="964" y="3350"/>
                  </a:lnTo>
                  <a:lnTo>
                    <a:pt x="723" y="3811"/>
                  </a:lnTo>
                  <a:lnTo>
                    <a:pt x="522" y="4272"/>
                  </a:lnTo>
                  <a:lnTo>
                    <a:pt x="362" y="4713"/>
                  </a:lnTo>
                  <a:lnTo>
                    <a:pt x="222" y="5175"/>
                  </a:lnTo>
                  <a:lnTo>
                    <a:pt x="101" y="5656"/>
                  </a:lnTo>
                  <a:lnTo>
                    <a:pt x="1" y="6137"/>
                  </a:lnTo>
                  <a:lnTo>
                    <a:pt x="2628" y="8744"/>
                  </a:lnTo>
                  <a:lnTo>
                    <a:pt x="2628" y="8203"/>
                  </a:lnTo>
                  <a:lnTo>
                    <a:pt x="2668" y="7581"/>
                  </a:lnTo>
                  <a:lnTo>
                    <a:pt x="2728" y="6779"/>
                  </a:lnTo>
                  <a:lnTo>
                    <a:pt x="2849" y="5836"/>
                  </a:lnTo>
                  <a:lnTo>
                    <a:pt x="3009" y="4793"/>
                  </a:lnTo>
                  <a:lnTo>
                    <a:pt x="3109" y="4252"/>
                  </a:lnTo>
                  <a:lnTo>
                    <a:pt x="3210" y="3711"/>
                  </a:lnTo>
                  <a:lnTo>
                    <a:pt x="3350" y="3169"/>
                  </a:lnTo>
                  <a:lnTo>
                    <a:pt x="3511" y="2608"/>
                  </a:lnTo>
                  <a:lnTo>
                    <a:pt x="3671" y="2126"/>
                  </a:lnTo>
                  <a:lnTo>
                    <a:pt x="3831" y="1665"/>
                  </a:lnTo>
                  <a:lnTo>
                    <a:pt x="4012" y="1204"/>
                  </a:lnTo>
                  <a:lnTo>
                    <a:pt x="4232" y="763"/>
                  </a:lnTo>
                  <a:lnTo>
                    <a:pt x="4433" y="361"/>
                  </a:lnTo>
                  <a:lnTo>
                    <a:pt x="46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32">
              <a:extLst>
                <a:ext uri="{FF2B5EF4-FFF2-40B4-BE49-F238E27FC236}">
                  <a16:creationId xmlns:a16="http://schemas.microsoft.com/office/drawing/2014/main" id="{0539D5A7-E786-0353-89A5-E37BFAE29228}"/>
                </a:ext>
              </a:extLst>
            </p:cNvPr>
            <p:cNvSpPr/>
            <p:nvPr/>
          </p:nvSpPr>
          <p:spPr>
            <a:xfrm>
              <a:off x="11322000" y="4109400"/>
              <a:ext cx="116850" cy="218625"/>
            </a:xfrm>
            <a:custGeom>
              <a:avLst/>
              <a:gdLst/>
              <a:ahLst/>
              <a:cxnLst/>
              <a:rect l="l" t="t" r="r" b="b"/>
              <a:pathLst>
                <a:path w="4674" h="8745" fill="none" extrusionOk="0">
                  <a:moveTo>
                    <a:pt x="4674" y="0"/>
                  </a:moveTo>
                  <a:lnTo>
                    <a:pt x="4674" y="0"/>
                  </a:lnTo>
                  <a:lnTo>
                    <a:pt x="4433" y="361"/>
                  </a:lnTo>
                  <a:lnTo>
                    <a:pt x="4232" y="763"/>
                  </a:lnTo>
                  <a:lnTo>
                    <a:pt x="4232" y="763"/>
                  </a:lnTo>
                  <a:lnTo>
                    <a:pt x="4012" y="1204"/>
                  </a:lnTo>
                  <a:lnTo>
                    <a:pt x="3831" y="1665"/>
                  </a:lnTo>
                  <a:lnTo>
                    <a:pt x="3671" y="2126"/>
                  </a:lnTo>
                  <a:lnTo>
                    <a:pt x="3511" y="2608"/>
                  </a:lnTo>
                  <a:lnTo>
                    <a:pt x="3511" y="2608"/>
                  </a:lnTo>
                  <a:lnTo>
                    <a:pt x="3350" y="3169"/>
                  </a:lnTo>
                  <a:lnTo>
                    <a:pt x="3210" y="3711"/>
                  </a:lnTo>
                  <a:lnTo>
                    <a:pt x="3109" y="4252"/>
                  </a:lnTo>
                  <a:lnTo>
                    <a:pt x="3009" y="4793"/>
                  </a:lnTo>
                  <a:lnTo>
                    <a:pt x="2849" y="5836"/>
                  </a:lnTo>
                  <a:lnTo>
                    <a:pt x="2728" y="6779"/>
                  </a:lnTo>
                  <a:lnTo>
                    <a:pt x="2668" y="7581"/>
                  </a:lnTo>
                  <a:lnTo>
                    <a:pt x="2628" y="8203"/>
                  </a:lnTo>
                  <a:lnTo>
                    <a:pt x="2628" y="8744"/>
                  </a:lnTo>
                  <a:lnTo>
                    <a:pt x="1" y="6137"/>
                  </a:lnTo>
                  <a:lnTo>
                    <a:pt x="1" y="6137"/>
                  </a:lnTo>
                  <a:lnTo>
                    <a:pt x="101" y="5656"/>
                  </a:lnTo>
                  <a:lnTo>
                    <a:pt x="222" y="5175"/>
                  </a:lnTo>
                  <a:lnTo>
                    <a:pt x="362" y="4713"/>
                  </a:lnTo>
                  <a:lnTo>
                    <a:pt x="522" y="4272"/>
                  </a:lnTo>
                  <a:lnTo>
                    <a:pt x="522" y="4272"/>
                  </a:lnTo>
                  <a:lnTo>
                    <a:pt x="723" y="3811"/>
                  </a:lnTo>
                  <a:lnTo>
                    <a:pt x="964" y="3350"/>
                  </a:lnTo>
                  <a:lnTo>
                    <a:pt x="1184" y="2928"/>
                  </a:lnTo>
                  <a:lnTo>
                    <a:pt x="1445" y="2527"/>
                  </a:lnTo>
                  <a:lnTo>
                    <a:pt x="1686" y="2146"/>
                  </a:lnTo>
                  <a:lnTo>
                    <a:pt x="1946" y="1805"/>
                  </a:lnTo>
                  <a:lnTo>
                    <a:pt x="2187" y="1464"/>
                  </a:lnTo>
                  <a:lnTo>
                    <a:pt x="2428" y="1184"/>
                  </a:lnTo>
                  <a:lnTo>
                    <a:pt x="2869" y="682"/>
                  </a:lnTo>
                  <a:lnTo>
                    <a:pt x="3230" y="301"/>
                  </a:lnTo>
                  <a:lnTo>
                    <a:pt x="3551" y="0"/>
                  </a:lnTo>
                  <a:lnTo>
                    <a:pt x="3771" y="0"/>
                  </a:lnTo>
                  <a:lnTo>
                    <a:pt x="467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32">
              <a:extLst>
                <a:ext uri="{FF2B5EF4-FFF2-40B4-BE49-F238E27FC236}">
                  <a16:creationId xmlns:a16="http://schemas.microsoft.com/office/drawing/2014/main" id="{EB378494-DF9E-7A3A-9643-8FDAA12FA4CB}"/>
                </a:ext>
              </a:extLst>
            </p:cNvPr>
            <p:cNvSpPr/>
            <p:nvPr/>
          </p:nvSpPr>
          <p:spPr>
            <a:xfrm>
              <a:off x="11416275" y="4109400"/>
              <a:ext cx="119350" cy="218125"/>
            </a:xfrm>
            <a:custGeom>
              <a:avLst/>
              <a:gdLst/>
              <a:ahLst/>
              <a:cxnLst/>
              <a:rect l="l" t="t" r="r" b="b"/>
              <a:pathLst>
                <a:path w="4774" h="8725" extrusionOk="0">
                  <a:moveTo>
                    <a:pt x="0" y="0"/>
                  </a:moveTo>
                  <a:lnTo>
                    <a:pt x="241" y="361"/>
                  </a:lnTo>
                  <a:lnTo>
                    <a:pt x="461" y="763"/>
                  </a:lnTo>
                  <a:lnTo>
                    <a:pt x="642" y="1123"/>
                  </a:lnTo>
                  <a:lnTo>
                    <a:pt x="802" y="1484"/>
                  </a:lnTo>
                  <a:lnTo>
                    <a:pt x="943" y="1845"/>
                  </a:lnTo>
                  <a:lnTo>
                    <a:pt x="1083" y="2247"/>
                  </a:lnTo>
                  <a:lnTo>
                    <a:pt x="1264" y="2808"/>
                  </a:lnTo>
                  <a:lnTo>
                    <a:pt x="1424" y="3370"/>
                  </a:lnTo>
                  <a:lnTo>
                    <a:pt x="1585" y="3951"/>
                  </a:lnTo>
                  <a:lnTo>
                    <a:pt x="1705" y="4513"/>
                  </a:lnTo>
                  <a:lnTo>
                    <a:pt x="1805" y="5054"/>
                  </a:lnTo>
                  <a:lnTo>
                    <a:pt x="1885" y="5596"/>
                  </a:lnTo>
                  <a:lnTo>
                    <a:pt x="2026" y="6598"/>
                  </a:lnTo>
                  <a:lnTo>
                    <a:pt x="2126" y="7461"/>
                  </a:lnTo>
                  <a:lnTo>
                    <a:pt x="2166" y="8123"/>
                  </a:lnTo>
                  <a:lnTo>
                    <a:pt x="2186" y="8724"/>
                  </a:lnTo>
                  <a:lnTo>
                    <a:pt x="4773" y="6077"/>
                  </a:lnTo>
                  <a:lnTo>
                    <a:pt x="4653" y="5495"/>
                  </a:lnTo>
                  <a:lnTo>
                    <a:pt x="4492" y="4954"/>
                  </a:lnTo>
                  <a:lnTo>
                    <a:pt x="4292" y="4412"/>
                  </a:lnTo>
                  <a:lnTo>
                    <a:pt x="4091" y="3911"/>
                  </a:lnTo>
                  <a:lnTo>
                    <a:pt x="3851" y="3430"/>
                  </a:lnTo>
                  <a:lnTo>
                    <a:pt x="3590" y="2969"/>
                  </a:lnTo>
                  <a:lnTo>
                    <a:pt x="3329" y="2547"/>
                  </a:lnTo>
                  <a:lnTo>
                    <a:pt x="3049" y="2146"/>
                  </a:lnTo>
                  <a:lnTo>
                    <a:pt x="2688" y="1665"/>
                  </a:lnTo>
                  <a:lnTo>
                    <a:pt x="2347" y="1244"/>
                  </a:lnTo>
                  <a:lnTo>
                    <a:pt x="2026" y="883"/>
                  </a:lnTo>
                  <a:lnTo>
                    <a:pt x="1725" y="562"/>
                  </a:lnTo>
                  <a:lnTo>
                    <a:pt x="1284" y="141"/>
                  </a:lnTo>
                  <a:lnTo>
                    <a:pt x="11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32">
              <a:extLst>
                <a:ext uri="{FF2B5EF4-FFF2-40B4-BE49-F238E27FC236}">
                  <a16:creationId xmlns:a16="http://schemas.microsoft.com/office/drawing/2014/main" id="{506703B0-993C-2CCD-C352-998DF4DDCF0F}"/>
                </a:ext>
              </a:extLst>
            </p:cNvPr>
            <p:cNvSpPr/>
            <p:nvPr/>
          </p:nvSpPr>
          <p:spPr>
            <a:xfrm>
              <a:off x="11416275" y="4109400"/>
              <a:ext cx="119350" cy="218125"/>
            </a:xfrm>
            <a:custGeom>
              <a:avLst/>
              <a:gdLst/>
              <a:ahLst/>
              <a:cxnLst/>
              <a:rect l="l" t="t" r="r" b="b"/>
              <a:pathLst>
                <a:path w="4774" h="8725" fill="none" extrusionOk="0">
                  <a:moveTo>
                    <a:pt x="4773" y="6077"/>
                  </a:moveTo>
                  <a:lnTo>
                    <a:pt x="2186" y="8724"/>
                  </a:lnTo>
                  <a:lnTo>
                    <a:pt x="2186" y="8724"/>
                  </a:lnTo>
                  <a:lnTo>
                    <a:pt x="2166" y="8123"/>
                  </a:lnTo>
                  <a:lnTo>
                    <a:pt x="2126" y="7461"/>
                  </a:lnTo>
                  <a:lnTo>
                    <a:pt x="2026" y="6598"/>
                  </a:lnTo>
                  <a:lnTo>
                    <a:pt x="1885" y="5596"/>
                  </a:lnTo>
                  <a:lnTo>
                    <a:pt x="1805" y="5054"/>
                  </a:lnTo>
                  <a:lnTo>
                    <a:pt x="1705" y="4513"/>
                  </a:lnTo>
                  <a:lnTo>
                    <a:pt x="1585" y="3951"/>
                  </a:lnTo>
                  <a:lnTo>
                    <a:pt x="1424" y="3370"/>
                  </a:lnTo>
                  <a:lnTo>
                    <a:pt x="1264" y="2808"/>
                  </a:lnTo>
                  <a:lnTo>
                    <a:pt x="1083" y="2247"/>
                  </a:lnTo>
                  <a:lnTo>
                    <a:pt x="1083" y="2247"/>
                  </a:lnTo>
                  <a:lnTo>
                    <a:pt x="943" y="1845"/>
                  </a:lnTo>
                  <a:lnTo>
                    <a:pt x="802" y="1484"/>
                  </a:lnTo>
                  <a:lnTo>
                    <a:pt x="642" y="1123"/>
                  </a:lnTo>
                  <a:lnTo>
                    <a:pt x="461" y="763"/>
                  </a:lnTo>
                  <a:lnTo>
                    <a:pt x="461" y="763"/>
                  </a:lnTo>
                  <a:lnTo>
                    <a:pt x="241" y="361"/>
                  </a:lnTo>
                  <a:lnTo>
                    <a:pt x="0" y="0"/>
                  </a:lnTo>
                  <a:lnTo>
                    <a:pt x="903" y="0"/>
                  </a:lnTo>
                  <a:lnTo>
                    <a:pt x="1123" y="0"/>
                  </a:lnTo>
                  <a:lnTo>
                    <a:pt x="1123" y="0"/>
                  </a:lnTo>
                  <a:lnTo>
                    <a:pt x="1284" y="141"/>
                  </a:lnTo>
                  <a:lnTo>
                    <a:pt x="1725" y="562"/>
                  </a:lnTo>
                  <a:lnTo>
                    <a:pt x="2026" y="883"/>
                  </a:lnTo>
                  <a:lnTo>
                    <a:pt x="2347" y="1244"/>
                  </a:lnTo>
                  <a:lnTo>
                    <a:pt x="2688" y="1665"/>
                  </a:lnTo>
                  <a:lnTo>
                    <a:pt x="3049" y="2146"/>
                  </a:lnTo>
                  <a:lnTo>
                    <a:pt x="3049" y="2146"/>
                  </a:lnTo>
                  <a:lnTo>
                    <a:pt x="3329" y="2547"/>
                  </a:lnTo>
                  <a:lnTo>
                    <a:pt x="3590" y="2969"/>
                  </a:lnTo>
                  <a:lnTo>
                    <a:pt x="3851" y="3430"/>
                  </a:lnTo>
                  <a:lnTo>
                    <a:pt x="4091" y="3911"/>
                  </a:lnTo>
                  <a:lnTo>
                    <a:pt x="4292" y="4412"/>
                  </a:lnTo>
                  <a:lnTo>
                    <a:pt x="4492" y="4954"/>
                  </a:lnTo>
                  <a:lnTo>
                    <a:pt x="4653" y="5495"/>
                  </a:lnTo>
                  <a:lnTo>
                    <a:pt x="4773" y="607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32">
              <a:extLst>
                <a:ext uri="{FF2B5EF4-FFF2-40B4-BE49-F238E27FC236}">
                  <a16:creationId xmlns:a16="http://schemas.microsoft.com/office/drawing/2014/main" id="{C0C35A2E-73B6-B615-135A-966FB43AFBC1}"/>
                </a:ext>
              </a:extLst>
            </p:cNvPr>
            <p:cNvSpPr/>
            <p:nvPr/>
          </p:nvSpPr>
          <p:spPr>
            <a:xfrm>
              <a:off x="11335050" y="4119925"/>
              <a:ext cx="92775" cy="96300"/>
            </a:xfrm>
            <a:custGeom>
              <a:avLst/>
              <a:gdLst/>
              <a:ahLst/>
              <a:cxnLst/>
              <a:rect l="l" t="t" r="r" b="b"/>
              <a:pathLst>
                <a:path w="3711" h="3852" extrusionOk="0">
                  <a:moveTo>
                    <a:pt x="2628" y="1"/>
                  </a:moveTo>
                  <a:lnTo>
                    <a:pt x="2487" y="121"/>
                  </a:lnTo>
                  <a:lnTo>
                    <a:pt x="2206" y="402"/>
                  </a:lnTo>
                  <a:lnTo>
                    <a:pt x="1906" y="763"/>
                  </a:lnTo>
                  <a:lnTo>
                    <a:pt x="1585" y="1164"/>
                  </a:lnTo>
                  <a:lnTo>
                    <a:pt x="1244" y="1605"/>
                  </a:lnTo>
                  <a:lnTo>
                    <a:pt x="923" y="2106"/>
                  </a:lnTo>
                  <a:lnTo>
                    <a:pt x="582" y="2648"/>
                  </a:lnTo>
                  <a:lnTo>
                    <a:pt x="281" y="3229"/>
                  </a:lnTo>
                  <a:lnTo>
                    <a:pt x="0" y="3851"/>
                  </a:lnTo>
                  <a:lnTo>
                    <a:pt x="281" y="3610"/>
                  </a:lnTo>
                  <a:lnTo>
                    <a:pt x="602" y="3390"/>
                  </a:lnTo>
                  <a:lnTo>
                    <a:pt x="903" y="3189"/>
                  </a:lnTo>
                  <a:lnTo>
                    <a:pt x="1224" y="2989"/>
                  </a:lnTo>
                  <a:lnTo>
                    <a:pt x="1565" y="2808"/>
                  </a:lnTo>
                  <a:lnTo>
                    <a:pt x="1906" y="2648"/>
                  </a:lnTo>
                  <a:lnTo>
                    <a:pt x="2587" y="2347"/>
                  </a:lnTo>
                  <a:lnTo>
                    <a:pt x="2989" y="2187"/>
                  </a:lnTo>
                  <a:lnTo>
                    <a:pt x="3149" y="1705"/>
                  </a:lnTo>
                  <a:lnTo>
                    <a:pt x="3309" y="1244"/>
                  </a:lnTo>
                  <a:lnTo>
                    <a:pt x="3490" y="783"/>
                  </a:lnTo>
                  <a:lnTo>
                    <a:pt x="3710" y="342"/>
                  </a:lnTo>
                  <a:lnTo>
                    <a:pt x="3630" y="181"/>
                  </a:lnTo>
                  <a:lnTo>
                    <a:pt x="3430" y="241"/>
                  </a:lnTo>
                  <a:lnTo>
                    <a:pt x="3309" y="281"/>
                  </a:lnTo>
                  <a:lnTo>
                    <a:pt x="3089" y="281"/>
                  </a:lnTo>
                  <a:lnTo>
                    <a:pt x="3009" y="261"/>
                  </a:lnTo>
                  <a:lnTo>
                    <a:pt x="2908" y="241"/>
                  </a:lnTo>
                  <a:lnTo>
                    <a:pt x="2788" y="181"/>
                  </a:lnTo>
                  <a:lnTo>
                    <a:pt x="2708" y="101"/>
                  </a:lnTo>
                  <a:lnTo>
                    <a:pt x="262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32">
              <a:extLst>
                <a:ext uri="{FF2B5EF4-FFF2-40B4-BE49-F238E27FC236}">
                  <a16:creationId xmlns:a16="http://schemas.microsoft.com/office/drawing/2014/main" id="{975E6136-AE81-D871-75D6-ED2BEAE37EAA}"/>
                </a:ext>
              </a:extLst>
            </p:cNvPr>
            <p:cNvSpPr/>
            <p:nvPr/>
          </p:nvSpPr>
          <p:spPr>
            <a:xfrm>
              <a:off x="11335050" y="4119925"/>
              <a:ext cx="92775" cy="96300"/>
            </a:xfrm>
            <a:custGeom>
              <a:avLst/>
              <a:gdLst/>
              <a:ahLst/>
              <a:cxnLst/>
              <a:rect l="l" t="t" r="r" b="b"/>
              <a:pathLst>
                <a:path w="3711" h="3852" fill="none" extrusionOk="0">
                  <a:moveTo>
                    <a:pt x="2628" y="1"/>
                  </a:moveTo>
                  <a:lnTo>
                    <a:pt x="2628" y="1"/>
                  </a:lnTo>
                  <a:lnTo>
                    <a:pt x="2487" y="121"/>
                  </a:lnTo>
                  <a:lnTo>
                    <a:pt x="2487" y="121"/>
                  </a:lnTo>
                  <a:lnTo>
                    <a:pt x="2206" y="402"/>
                  </a:lnTo>
                  <a:lnTo>
                    <a:pt x="1906" y="763"/>
                  </a:lnTo>
                  <a:lnTo>
                    <a:pt x="1585" y="1164"/>
                  </a:lnTo>
                  <a:lnTo>
                    <a:pt x="1244" y="1605"/>
                  </a:lnTo>
                  <a:lnTo>
                    <a:pt x="923" y="2106"/>
                  </a:lnTo>
                  <a:lnTo>
                    <a:pt x="582" y="2648"/>
                  </a:lnTo>
                  <a:lnTo>
                    <a:pt x="281" y="3229"/>
                  </a:lnTo>
                  <a:lnTo>
                    <a:pt x="0" y="3851"/>
                  </a:lnTo>
                  <a:lnTo>
                    <a:pt x="0" y="3851"/>
                  </a:lnTo>
                  <a:lnTo>
                    <a:pt x="281" y="3610"/>
                  </a:lnTo>
                  <a:lnTo>
                    <a:pt x="602" y="3390"/>
                  </a:lnTo>
                  <a:lnTo>
                    <a:pt x="903" y="3189"/>
                  </a:lnTo>
                  <a:lnTo>
                    <a:pt x="1224" y="2989"/>
                  </a:lnTo>
                  <a:lnTo>
                    <a:pt x="1565" y="2808"/>
                  </a:lnTo>
                  <a:lnTo>
                    <a:pt x="1906" y="2648"/>
                  </a:lnTo>
                  <a:lnTo>
                    <a:pt x="2587" y="2347"/>
                  </a:lnTo>
                  <a:lnTo>
                    <a:pt x="2587" y="2347"/>
                  </a:lnTo>
                  <a:lnTo>
                    <a:pt x="2989" y="2187"/>
                  </a:lnTo>
                  <a:lnTo>
                    <a:pt x="2989" y="2187"/>
                  </a:lnTo>
                  <a:lnTo>
                    <a:pt x="3149" y="1705"/>
                  </a:lnTo>
                  <a:lnTo>
                    <a:pt x="3309" y="1244"/>
                  </a:lnTo>
                  <a:lnTo>
                    <a:pt x="3490" y="783"/>
                  </a:lnTo>
                  <a:lnTo>
                    <a:pt x="3710" y="342"/>
                  </a:lnTo>
                  <a:lnTo>
                    <a:pt x="3710" y="342"/>
                  </a:lnTo>
                  <a:lnTo>
                    <a:pt x="3630" y="181"/>
                  </a:lnTo>
                  <a:lnTo>
                    <a:pt x="3630" y="181"/>
                  </a:lnTo>
                  <a:lnTo>
                    <a:pt x="3430" y="241"/>
                  </a:lnTo>
                  <a:lnTo>
                    <a:pt x="3309" y="281"/>
                  </a:lnTo>
                  <a:lnTo>
                    <a:pt x="3189" y="281"/>
                  </a:lnTo>
                  <a:lnTo>
                    <a:pt x="3189" y="281"/>
                  </a:lnTo>
                  <a:lnTo>
                    <a:pt x="3089" y="281"/>
                  </a:lnTo>
                  <a:lnTo>
                    <a:pt x="3009" y="261"/>
                  </a:lnTo>
                  <a:lnTo>
                    <a:pt x="2908" y="241"/>
                  </a:lnTo>
                  <a:lnTo>
                    <a:pt x="2788" y="181"/>
                  </a:lnTo>
                  <a:lnTo>
                    <a:pt x="2788" y="181"/>
                  </a:lnTo>
                  <a:lnTo>
                    <a:pt x="2708" y="101"/>
                  </a:lnTo>
                  <a:lnTo>
                    <a:pt x="262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32">
              <a:extLst>
                <a:ext uri="{FF2B5EF4-FFF2-40B4-BE49-F238E27FC236}">
                  <a16:creationId xmlns:a16="http://schemas.microsoft.com/office/drawing/2014/main" id="{8FFB81FD-C7A0-0750-AEAC-CED8A92E9125}"/>
                </a:ext>
              </a:extLst>
            </p:cNvPr>
            <p:cNvSpPr/>
            <p:nvPr/>
          </p:nvSpPr>
          <p:spPr>
            <a:xfrm>
              <a:off x="11425800" y="4119425"/>
              <a:ext cx="66700" cy="46150"/>
            </a:xfrm>
            <a:custGeom>
              <a:avLst/>
              <a:gdLst/>
              <a:ahLst/>
              <a:cxnLst/>
              <a:rect l="l" t="t" r="r" b="b"/>
              <a:pathLst>
                <a:path w="2668" h="1846" extrusionOk="0">
                  <a:moveTo>
                    <a:pt x="1143" y="1"/>
                  </a:moveTo>
                  <a:lnTo>
                    <a:pt x="1063" y="121"/>
                  </a:lnTo>
                  <a:lnTo>
                    <a:pt x="983" y="181"/>
                  </a:lnTo>
                  <a:lnTo>
                    <a:pt x="883" y="241"/>
                  </a:lnTo>
                  <a:lnTo>
                    <a:pt x="782" y="281"/>
                  </a:lnTo>
                  <a:lnTo>
                    <a:pt x="682" y="301"/>
                  </a:lnTo>
                  <a:lnTo>
                    <a:pt x="502" y="301"/>
                  </a:lnTo>
                  <a:lnTo>
                    <a:pt x="401" y="281"/>
                  </a:lnTo>
                  <a:lnTo>
                    <a:pt x="221" y="221"/>
                  </a:lnTo>
                  <a:lnTo>
                    <a:pt x="141" y="201"/>
                  </a:lnTo>
                  <a:lnTo>
                    <a:pt x="0" y="201"/>
                  </a:lnTo>
                  <a:lnTo>
                    <a:pt x="80" y="362"/>
                  </a:lnTo>
                  <a:lnTo>
                    <a:pt x="261" y="722"/>
                  </a:lnTo>
                  <a:lnTo>
                    <a:pt x="421" y="1083"/>
                  </a:lnTo>
                  <a:lnTo>
                    <a:pt x="562" y="1444"/>
                  </a:lnTo>
                  <a:lnTo>
                    <a:pt x="702" y="1846"/>
                  </a:lnTo>
                  <a:lnTo>
                    <a:pt x="1023" y="1785"/>
                  </a:lnTo>
                  <a:lnTo>
                    <a:pt x="1344" y="1745"/>
                  </a:lnTo>
                  <a:lnTo>
                    <a:pt x="1665" y="1725"/>
                  </a:lnTo>
                  <a:lnTo>
                    <a:pt x="2006" y="1705"/>
                  </a:lnTo>
                  <a:lnTo>
                    <a:pt x="2327" y="1725"/>
                  </a:lnTo>
                  <a:lnTo>
                    <a:pt x="2668" y="1745"/>
                  </a:lnTo>
                  <a:lnTo>
                    <a:pt x="2286" y="1244"/>
                  </a:lnTo>
                  <a:lnTo>
                    <a:pt x="1926" y="803"/>
                  </a:lnTo>
                  <a:lnTo>
                    <a:pt x="1605" y="422"/>
                  </a:lnTo>
                  <a:lnTo>
                    <a:pt x="1304" y="121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32">
              <a:extLst>
                <a:ext uri="{FF2B5EF4-FFF2-40B4-BE49-F238E27FC236}">
                  <a16:creationId xmlns:a16="http://schemas.microsoft.com/office/drawing/2014/main" id="{AE191104-9E38-640E-738E-98B366B49376}"/>
                </a:ext>
              </a:extLst>
            </p:cNvPr>
            <p:cNvSpPr/>
            <p:nvPr/>
          </p:nvSpPr>
          <p:spPr>
            <a:xfrm>
              <a:off x="11425800" y="4119425"/>
              <a:ext cx="66700" cy="46150"/>
            </a:xfrm>
            <a:custGeom>
              <a:avLst/>
              <a:gdLst/>
              <a:ahLst/>
              <a:cxnLst/>
              <a:rect l="l" t="t" r="r" b="b"/>
              <a:pathLst>
                <a:path w="2668" h="1846" fill="none" extrusionOk="0">
                  <a:moveTo>
                    <a:pt x="1143" y="1"/>
                  </a:moveTo>
                  <a:lnTo>
                    <a:pt x="1143" y="1"/>
                  </a:lnTo>
                  <a:lnTo>
                    <a:pt x="1063" y="121"/>
                  </a:lnTo>
                  <a:lnTo>
                    <a:pt x="983" y="181"/>
                  </a:lnTo>
                  <a:lnTo>
                    <a:pt x="983" y="181"/>
                  </a:lnTo>
                  <a:lnTo>
                    <a:pt x="883" y="241"/>
                  </a:lnTo>
                  <a:lnTo>
                    <a:pt x="782" y="281"/>
                  </a:lnTo>
                  <a:lnTo>
                    <a:pt x="682" y="301"/>
                  </a:lnTo>
                  <a:lnTo>
                    <a:pt x="602" y="301"/>
                  </a:lnTo>
                  <a:lnTo>
                    <a:pt x="602" y="301"/>
                  </a:lnTo>
                  <a:lnTo>
                    <a:pt x="502" y="301"/>
                  </a:lnTo>
                  <a:lnTo>
                    <a:pt x="401" y="281"/>
                  </a:lnTo>
                  <a:lnTo>
                    <a:pt x="401" y="281"/>
                  </a:lnTo>
                  <a:lnTo>
                    <a:pt x="221" y="221"/>
                  </a:lnTo>
                  <a:lnTo>
                    <a:pt x="141" y="201"/>
                  </a:lnTo>
                  <a:lnTo>
                    <a:pt x="80" y="201"/>
                  </a:lnTo>
                  <a:lnTo>
                    <a:pt x="8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80" y="362"/>
                  </a:lnTo>
                  <a:lnTo>
                    <a:pt x="80" y="362"/>
                  </a:lnTo>
                  <a:lnTo>
                    <a:pt x="80" y="362"/>
                  </a:lnTo>
                  <a:lnTo>
                    <a:pt x="261" y="722"/>
                  </a:lnTo>
                  <a:lnTo>
                    <a:pt x="421" y="1083"/>
                  </a:lnTo>
                  <a:lnTo>
                    <a:pt x="562" y="1444"/>
                  </a:lnTo>
                  <a:lnTo>
                    <a:pt x="702" y="1846"/>
                  </a:lnTo>
                  <a:lnTo>
                    <a:pt x="702" y="1846"/>
                  </a:lnTo>
                  <a:lnTo>
                    <a:pt x="1023" y="1785"/>
                  </a:lnTo>
                  <a:lnTo>
                    <a:pt x="1344" y="1745"/>
                  </a:lnTo>
                  <a:lnTo>
                    <a:pt x="1665" y="1725"/>
                  </a:lnTo>
                  <a:lnTo>
                    <a:pt x="2006" y="1705"/>
                  </a:lnTo>
                  <a:lnTo>
                    <a:pt x="2006" y="1705"/>
                  </a:lnTo>
                  <a:lnTo>
                    <a:pt x="2327" y="1725"/>
                  </a:lnTo>
                  <a:lnTo>
                    <a:pt x="2668" y="1745"/>
                  </a:lnTo>
                  <a:lnTo>
                    <a:pt x="2668" y="1745"/>
                  </a:lnTo>
                  <a:lnTo>
                    <a:pt x="2286" y="1244"/>
                  </a:lnTo>
                  <a:lnTo>
                    <a:pt x="1926" y="803"/>
                  </a:lnTo>
                  <a:lnTo>
                    <a:pt x="1605" y="422"/>
                  </a:lnTo>
                  <a:lnTo>
                    <a:pt x="1304" y="121"/>
                  </a:lnTo>
                  <a:lnTo>
                    <a:pt x="1304" y="121"/>
                  </a:lnTo>
                  <a:lnTo>
                    <a:pt x="11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32">
              <a:extLst>
                <a:ext uri="{FF2B5EF4-FFF2-40B4-BE49-F238E27FC236}">
                  <a16:creationId xmlns:a16="http://schemas.microsoft.com/office/drawing/2014/main" id="{4B649344-2D42-9280-D6AF-C6DB7BEDDBC4}"/>
                </a:ext>
              </a:extLst>
            </p:cNvPr>
            <p:cNvSpPr/>
            <p:nvPr/>
          </p:nvSpPr>
          <p:spPr>
            <a:xfrm>
              <a:off x="11254325" y="3988075"/>
              <a:ext cx="156450" cy="165975"/>
            </a:xfrm>
            <a:custGeom>
              <a:avLst/>
              <a:gdLst/>
              <a:ahLst/>
              <a:cxnLst/>
              <a:rect l="l" t="t" r="r" b="b"/>
              <a:pathLst>
                <a:path w="6258" h="6639" extrusionOk="0">
                  <a:moveTo>
                    <a:pt x="1244" y="0"/>
                  </a:moveTo>
                  <a:lnTo>
                    <a:pt x="983" y="20"/>
                  </a:lnTo>
                  <a:lnTo>
                    <a:pt x="863" y="40"/>
                  </a:lnTo>
                  <a:lnTo>
                    <a:pt x="723" y="80"/>
                  </a:lnTo>
                  <a:lnTo>
                    <a:pt x="562" y="161"/>
                  </a:lnTo>
                  <a:lnTo>
                    <a:pt x="402" y="261"/>
                  </a:lnTo>
                  <a:lnTo>
                    <a:pt x="281" y="361"/>
                  </a:lnTo>
                  <a:lnTo>
                    <a:pt x="181" y="482"/>
                  </a:lnTo>
                  <a:lnTo>
                    <a:pt x="101" y="622"/>
                  </a:lnTo>
                  <a:lnTo>
                    <a:pt x="61" y="762"/>
                  </a:lnTo>
                  <a:lnTo>
                    <a:pt x="21" y="923"/>
                  </a:lnTo>
                  <a:lnTo>
                    <a:pt x="1" y="1103"/>
                  </a:lnTo>
                  <a:lnTo>
                    <a:pt x="1" y="1264"/>
                  </a:lnTo>
                  <a:lnTo>
                    <a:pt x="21" y="1464"/>
                  </a:lnTo>
                  <a:lnTo>
                    <a:pt x="61" y="1645"/>
                  </a:lnTo>
                  <a:lnTo>
                    <a:pt x="101" y="1845"/>
                  </a:lnTo>
                  <a:lnTo>
                    <a:pt x="221" y="2226"/>
                  </a:lnTo>
                  <a:lnTo>
                    <a:pt x="382" y="2627"/>
                  </a:lnTo>
                  <a:lnTo>
                    <a:pt x="562" y="3028"/>
                  </a:lnTo>
                  <a:lnTo>
                    <a:pt x="763" y="3410"/>
                  </a:lnTo>
                  <a:lnTo>
                    <a:pt x="1144" y="4091"/>
                  </a:lnTo>
                  <a:lnTo>
                    <a:pt x="1425" y="4593"/>
                  </a:lnTo>
                  <a:lnTo>
                    <a:pt x="1505" y="4753"/>
                  </a:lnTo>
                  <a:lnTo>
                    <a:pt x="1545" y="4853"/>
                  </a:lnTo>
                  <a:lnTo>
                    <a:pt x="1505" y="4994"/>
                  </a:lnTo>
                  <a:lnTo>
                    <a:pt x="1445" y="5174"/>
                  </a:lnTo>
                  <a:lnTo>
                    <a:pt x="1364" y="5395"/>
                  </a:lnTo>
                  <a:lnTo>
                    <a:pt x="1324" y="5636"/>
                  </a:lnTo>
                  <a:lnTo>
                    <a:pt x="1304" y="5776"/>
                  </a:lnTo>
                  <a:lnTo>
                    <a:pt x="1304" y="5896"/>
                  </a:lnTo>
                  <a:lnTo>
                    <a:pt x="1324" y="6017"/>
                  </a:lnTo>
                  <a:lnTo>
                    <a:pt x="1384" y="6137"/>
                  </a:lnTo>
                  <a:lnTo>
                    <a:pt x="1445" y="6237"/>
                  </a:lnTo>
                  <a:lnTo>
                    <a:pt x="1545" y="6358"/>
                  </a:lnTo>
                  <a:lnTo>
                    <a:pt x="1665" y="6458"/>
                  </a:lnTo>
                  <a:lnTo>
                    <a:pt x="1826" y="6538"/>
                  </a:lnTo>
                  <a:lnTo>
                    <a:pt x="1966" y="6598"/>
                  </a:lnTo>
                  <a:lnTo>
                    <a:pt x="2126" y="6638"/>
                  </a:lnTo>
                  <a:lnTo>
                    <a:pt x="2688" y="6638"/>
                  </a:lnTo>
                  <a:lnTo>
                    <a:pt x="2909" y="6598"/>
                  </a:lnTo>
                  <a:lnTo>
                    <a:pt x="3350" y="6498"/>
                  </a:lnTo>
                  <a:lnTo>
                    <a:pt x="3831" y="6358"/>
                  </a:lnTo>
                  <a:lnTo>
                    <a:pt x="4292" y="6177"/>
                  </a:lnTo>
                  <a:lnTo>
                    <a:pt x="4754" y="5976"/>
                  </a:lnTo>
                  <a:lnTo>
                    <a:pt x="5195" y="5736"/>
                  </a:lnTo>
                  <a:lnTo>
                    <a:pt x="5215" y="5736"/>
                  </a:lnTo>
                  <a:lnTo>
                    <a:pt x="5536" y="5515"/>
                  </a:lnTo>
                  <a:lnTo>
                    <a:pt x="5816" y="5295"/>
                  </a:lnTo>
                  <a:lnTo>
                    <a:pt x="6057" y="5074"/>
                  </a:lnTo>
                  <a:lnTo>
                    <a:pt x="6258" y="4873"/>
                  </a:lnTo>
                  <a:lnTo>
                    <a:pt x="6238" y="3871"/>
                  </a:lnTo>
                  <a:lnTo>
                    <a:pt x="6017" y="3590"/>
                  </a:lnTo>
                  <a:lnTo>
                    <a:pt x="5756" y="3269"/>
                  </a:lnTo>
                  <a:lnTo>
                    <a:pt x="5395" y="2868"/>
                  </a:lnTo>
                  <a:lnTo>
                    <a:pt x="4994" y="2427"/>
                  </a:lnTo>
                  <a:lnTo>
                    <a:pt x="4513" y="1946"/>
                  </a:lnTo>
                  <a:lnTo>
                    <a:pt x="3991" y="1484"/>
                  </a:lnTo>
                  <a:lnTo>
                    <a:pt x="3450" y="1023"/>
                  </a:lnTo>
                  <a:lnTo>
                    <a:pt x="3009" y="702"/>
                  </a:lnTo>
                  <a:lnTo>
                    <a:pt x="2708" y="502"/>
                  </a:lnTo>
                  <a:lnTo>
                    <a:pt x="2407" y="341"/>
                  </a:lnTo>
                  <a:lnTo>
                    <a:pt x="2106" y="201"/>
                  </a:lnTo>
                  <a:lnTo>
                    <a:pt x="1826" y="101"/>
                  </a:lnTo>
                  <a:lnTo>
                    <a:pt x="1525" y="40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32">
              <a:extLst>
                <a:ext uri="{FF2B5EF4-FFF2-40B4-BE49-F238E27FC236}">
                  <a16:creationId xmlns:a16="http://schemas.microsoft.com/office/drawing/2014/main" id="{F04204FB-985E-67AA-5DF0-E1EF22E1BC11}"/>
                </a:ext>
              </a:extLst>
            </p:cNvPr>
            <p:cNvSpPr/>
            <p:nvPr/>
          </p:nvSpPr>
          <p:spPr>
            <a:xfrm>
              <a:off x="11254325" y="3988075"/>
              <a:ext cx="156450" cy="165975"/>
            </a:xfrm>
            <a:custGeom>
              <a:avLst/>
              <a:gdLst/>
              <a:ahLst/>
              <a:cxnLst/>
              <a:rect l="l" t="t" r="r" b="b"/>
              <a:pathLst>
                <a:path w="6258" h="6639" fill="none" extrusionOk="0">
                  <a:moveTo>
                    <a:pt x="6258" y="4873"/>
                  </a:moveTo>
                  <a:lnTo>
                    <a:pt x="6258" y="4873"/>
                  </a:lnTo>
                  <a:lnTo>
                    <a:pt x="6057" y="5074"/>
                  </a:lnTo>
                  <a:lnTo>
                    <a:pt x="5816" y="5295"/>
                  </a:lnTo>
                  <a:lnTo>
                    <a:pt x="5536" y="5515"/>
                  </a:lnTo>
                  <a:lnTo>
                    <a:pt x="5215" y="5736"/>
                  </a:lnTo>
                  <a:lnTo>
                    <a:pt x="5195" y="5736"/>
                  </a:lnTo>
                  <a:lnTo>
                    <a:pt x="5195" y="5736"/>
                  </a:lnTo>
                  <a:lnTo>
                    <a:pt x="4754" y="5976"/>
                  </a:lnTo>
                  <a:lnTo>
                    <a:pt x="4292" y="6177"/>
                  </a:lnTo>
                  <a:lnTo>
                    <a:pt x="3831" y="6358"/>
                  </a:lnTo>
                  <a:lnTo>
                    <a:pt x="3350" y="6498"/>
                  </a:lnTo>
                  <a:lnTo>
                    <a:pt x="2909" y="6598"/>
                  </a:lnTo>
                  <a:lnTo>
                    <a:pt x="2688" y="6638"/>
                  </a:lnTo>
                  <a:lnTo>
                    <a:pt x="2487" y="6638"/>
                  </a:lnTo>
                  <a:lnTo>
                    <a:pt x="2307" y="6638"/>
                  </a:lnTo>
                  <a:lnTo>
                    <a:pt x="2126" y="6638"/>
                  </a:lnTo>
                  <a:lnTo>
                    <a:pt x="1966" y="6598"/>
                  </a:lnTo>
                  <a:lnTo>
                    <a:pt x="1826" y="6538"/>
                  </a:lnTo>
                  <a:lnTo>
                    <a:pt x="1826" y="6538"/>
                  </a:lnTo>
                  <a:lnTo>
                    <a:pt x="1665" y="6458"/>
                  </a:lnTo>
                  <a:lnTo>
                    <a:pt x="1545" y="6358"/>
                  </a:lnTo>
                  <a:lnTo>
                    <a:pt x="1445" y="6237"/>
                  </a:lnTo>
                  <a:lnTo>
                    <a:pt x="1384" y="6137"/>
                  </a:lnTo>
                  <a:lnTo>
                    <a:pt x="1324" y="6017"/>
                  </a:lnTo>
                  <a:lnTo>
                    <a:pt x="1304" y="5896"/>
                  </a:lnTo>
                  <a:lnTo>
                    <a:pt x="1304" y="5776"/>
                  </a:lnTo>
                  <a:lnTo>
                    <a:pt x="1324" y="5636"/>
                  </a:lnTo>
                  <a:lnTo>
                    <a:pt x="1364" y="5395"/>
                  </a:lnTo>
                  <a:lnTo>
                    <a:pt x="1445" y="5174"/>
                  </a:lnTo>
                  <a:lnTo>
                    <a:pt x="1505" y="4994"/>
                  </a:lnTo>
                  <a:lnTo>
                    <a:pt x="1545" y="4853"/>
                  </a:lnTo>
                  <a:lnTo>
                    <a:pt x="1545" y="4853"/>
                  </a:lnTo>
                  <a:lnTo>
                    <a:pt x="1505" y="4753"/>
                  </a:lnTo>
                  <a:lnTo>
                    <a:pt x="1425" y="4593"/>
                  </a:lnTo>
                  <a:lnTo>
                    <a:pt x="1144" y="4091"/>
                  </a:lnTo>
                  <a:lnTo>
                    <a:pt x="763" y="3410"/>
                  </a:lnTo>
                  <a:lnTo>
                    <a:pt x="562" y="3028"/>
                  </a:lnTo>
                  <a:lnTo>
                    <a:pt x="382" y="2627"/>
                  </a:lnTo>
                  <a:lnTo>
                    <a:pt x="221" y="2226"/>
                  </a:lnTo>
                  <a:lnTo>
                    <a:pt x="101" y="1845"/>
                  </a:lnTo>
                  <a:lnTo>
                    <a:pt x="61" y="1645"/>
                  </a:lnTo>
                  <a:lnTo>
                    <a:pt x="21" y="1464"/>
                  </a:lnTo>
                  <a:lnTo>
                    <a:pt x="1" y="1264"/>
                  </a:lnTo>
                  <a:lnTo>
                    <a:pt x="1" y="1103"/>
                  </a:lnTo>
                  <a:lnTo>
                    <a:pt x="21" y="923"/>
                  </a:lnTo>
                  <a:lnTo>
                    <a:pt x="61" y="762"/>
                  </a:lnTo>
                  <a:lnTo>
                    <a:pt x="101" y="622"/>
                  </a:lnTo>
                  <a:lnTo>
                    <a:pt x="181" y="482"/>
                  </a:lnTo>
                  <a:lnTo>
                    <a:pt x="281" y="361"/>
                  </a:lnTo>
                  <a:lnTo>
                    <a:pt x="402" y="261"/>
                  </a:lnTo>
                  <a:lnTo>
                    <a:pt x="562" y="161"/>
                  </a:lnTo>
                  <a:lnTo>
                    <a:pt x="723" y="80"/>
                  </a:lnTo>
                  <a:lnTo>
                    <a:pt x="723" y="80"/>
                  </a:lnTo>
                  <a:lnTo>
                    <a:pt x="863" y="40"/>
                  </a:lnTo>
                  <a:lnTo>
                    <a:pt x="983" y="20"/>
                  </a:lnTo>
                  <a:lnTo>
                    <a:pt x="1244" y="0"/>
                  </a:lnTo>
                  <a:lnTo>
                    <a:pt x="1525" y="40"/>
                  </a:lnTo>
                  <a:lnTo>
                    <a:pt x="1826" y="101"/>
                  </a:lnTo>
                  <a:lnTo>
                    <a:pt x="2106" y="201"/>
                  </a:lnTo>
                  <a:lnTo>
                    <a:pt x="2407" y="341"/>
                  </a:lnTo>
                  <a:lnTo>
                    <a:pt x="2708" y="502"/>
                  </a:lnTo>
                  <a:lnTo>
                    <a:pt x="3009" y="702"/>
                  </a:lnTo>
                  <a:lnTo>
                    <a:pt x="3009" y="702"/>
                  </a:lnTo>
                  <a:lnTo>
                    <a:pt x="3009" y="702"/>
                  </a:lnTo>
                  <a:lnTo>
                    <a:pt x="3450" y="1023"/>
                  </a:lnTo>
                  <a:lnTo>
                    <a:pt x="3450" y="1023"/>
                  </a:lnTo>
                  <a:lnTo>
                    <a:pt x="3991" y="1484"/>
                  </a:lnTo>
                  <a:lnTo>
                    <a:pt x="4513" y="1946"/>
                  </a:lnTo>
                  <a:lnTo>
                    <a:pt x="4994" y="2427"/>
                  </a:lnTo>
                  <a:lnTo>
                    <a:pt x="5395" y="2868"/>
                  </a:lnTo>
                  <a:lnTo>
                    <a:pt x="5756" y="3269"/>
                  </a:lnTo>
                  <a:lnTo>
                    <a:pt x="6017" y="3590"/>
                  </a:lnTo>
                  <a:lnTo>
                    <a:pt x="6238" y="3871"/>
                  </a:lnTo>
                  <a:lnTo>
                    <a:pt x="6258" y="487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32">
              <a:extLst>
                <a:ext uri="{FF2B5EF4-FFF2-40B4-BE49-F238E27FC236}">
                  <a16:creationId xmlns:a16="http://schemas.microsoft.com/office/drawing/2014/main" id="{18EDDDBC-01E0-BBE4-21FA-9600C54F5A73}"/>
                </a:ext>
              </a:extLst>
            </p:cNvPr>
            <p:cNvSpPr/>
            <p:nvPr/>
          </p:nvSpPr>
          <p:spPr>
            <a:xfrm>
              <a:off x="11350100" y="4072300"/>
              <a:ext cx="46150" cy="42650"/>
            </a:xfrm>
            <a:custGeom>
              <a:avLst/>
              <a:gdLst/>
              <a:ahLst/>
              <a:cxnLst/>
              <a:rect l="l" t="t" r="r" b="b"/>
              <a:pathLst>
                <a:path w="1846" h="1706" extrusionOk="0">
                  <a:moveTo>
                    <a:pt x="642" y="0"/>
                  </a:moveTo>
                  <a:lnTo>
                    <a:pt x="542" y="20"/>
                  </a:lnTo>
                  <a:lnTo>
                    <a:pt x="421" y="61"/>
                  </a:lnTo>
                  <a:lnTo>
                    <a:pt x="321" y="101"/>
                  </a:lnTo>
                  <a:lnTo>
                    <a:pt x="221" y="181"/>
                  </a:lnTo>
                  <a:lnTo>
                    <a:pt x="140" y="261"/>
                  </a:lnTo>
                  <a:lnTo>
                    <a:pt x="80" y="361"/>
                  </a:lnTo>
                  <a:lnTo>
                    <a:pt x="20" y="482"/>
                  </a:lnTo>
                  <a:lnTo>
                    <a:pt x="0" y="622"/>
                  </a:lnTo>
                  <a:lnTo>
                    <a:pt x="0" y="762"/>
                  </a:lnTo>
                  <a:lnTo>
                    <a:pt x="20" y="883"/>
                  </a:lnTo>
                  <a:lnTo>
                    <a:pt x="60" y="1023"/>
                  </a:lnTo>
                  <a:lnTo>
                    <a:pt x="140" y="1164"/>
                  </a:lnTo>
                  <a:lnTo>
                    <a:pt x="221" y="1264"/>
                  </a:lnTo>
                  <a:lnTo>
                    <a:pt x="321" y="1384"/>
                  </a:lnTo>
                  <a:lnTo>
                    <a:pt x="421" y="1464"/>
                  </a:lnTo>
                  <a:lnTo>
                    <a:pt x="602" y="1565"/>
                  </a:lnTo>
                  <a:lnTo>
                    <a:pt x="782" y="1645"/>
                  </a:lnTo>
                  <a:lnTo>
                    <a:pt x="963" y="1685"/>
                  </a:lnTo>
                  <a:lnTo>
                    <a:pt x="1163" y="1705"/>
                  </a:lnTo>
                  <a:lnTo>
                    <a:pt x="1324" y="1685"/>
                  </a:lnTo>
                  <a:lnTo>
                    <a:pt x="1484" y="1665"/>
                  </a:lnTo>
                  <a:lnTo>
                    <a:pt x="1645" y="1625"/>
                  </a:lnTo>
                  <a:lnTo>
                    <a:pt x="1785" y="1585"/>
                  </a:lnTo>
                  <a:lnTo>
                    <a:pt x="1825" y="1565"/>
                  </a:lnTo>
                  <a:lnTo>
                    <a:pt x="1845" y="1545"/>
                  </a:lnTo>
                  <a:lnTo>
                    <a:pt x="1845" y="1484"/>
                  </a:lnTo>
                  <a:lnTo>
                    <a:pt x="1825" y="1444"/>
                  </a:lnTo>
                  <a:lnTo>
                    <a:pt x="1765" y="1444"/>
                  </a:lnTo>
                  <a:lnTo>
                    <a:pt x="1544" y="1484"/>
                  </a:lnTo>
                  <a:lnTo>
                    <a:pt x="1304" y="1504"/>
                  </a:lnTo>
                  <a:lnTo>
                    <a:pt x="1123" y="1484"/>
                  </a:lnTo>
                  <a:lnTo>
                    <a:pt x="943" y="1444"/>
                  </a:lnTo>
                  <a:lnTo>
                    <a:pt x="762" y="1364"/>
                  </a:lnTo>
                  <a:lnTo>
                    <a:pt x="602" y="1244"/>
                  </a:lnTo>
                  <a:lnTo>
                    <a:pt x="521" y="1164"/>
                  </a:lnTo>
                  <a:lnTo>
                    <a:pt x="441" y="1063"/>
                  </a:lnTo>
                  <a:lnTo>
                    <a:pt x="381" y="963"/>
                  </a:lnTo>
                  <a:lnTo>
                    <a:pt x="341" y="863"/>
                  </a:lnTo>
                  <a:lnTo>
                    <a:pt x="321" y="742"/>
                  </a:lnTo>
                  <a:lnTo>
                    <a:pt x="321" y="642"/>
                  </a:lnTo>
                  <a:lnTo>
                    <a:pt x="381" y="542"/>
                  </a:lnTo>
                  <a:lnTo>
                    <a:pt x="461" y="442"/>
                  </a:lnTo>
                  <a:lnTo>
                    <a:pt x="562" y="381"/>
                  </a:lnTo>
                  <a:lnTo>
                    <a:pt x="682" y="341"/>
                  </a:lnTo>
                  <a:lnTo>
                    <a:pt x="802" y="321"/>
                  </a:lnTo>
                  <a:lnTo>
                    <a:pt x="923" y="301"/>
                  </a:lnTo>
                  <a:lnTo>
                    <a:pt x="1103" y="321"/>
                  </a:lnTo>
                  <a:lnTo>
                    <a:pt x="1284" y="361"/>
                  </a:lnTo>
                  <a:lnTo>
                    <a:pt x="1464" y="401"/>
                  </a:lnTo>
                  <a:lnTo>
                    <a:pt x="1645" y="462"/>
                  </a:lnTo>
                  <a:lnTo>
                    <a:pt x="1645" y="221"/>
                  </a:lnTo>
                  <a:lnTo>
                    <a:pt x="1645" y="201"/>
                  </a:lnTo>
                  <a:lnTo>
                    <a:pt x="1424" y="121"/>
                  </a:lnTo>
                  <a:lnTo>
                    <a:pt x="1203" y="61"/>
                  </a:lnTo>
                  <a:lnTo>
                    <a:pt x="983" y="2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32">
              <a:extLst>
                <a:ext uri="{FF2B5EF4-FFF2-40B4-BE49-F238E27FC236}">
                  <a16:creationId xmlns:a16="http://schemas.microsoft.com/office/drawing/2014/main" id="{5836CAAC-EE67-526C-6E6A-AB18DEF1D2F0}"/>
                </a:ext>
              </a:extLst>
            </p:cNvPr>
            <p:cNvSpPr/>
            <p:nvPr/>
          </p:nvSpPr>
          <p:spPr>
            <a:xfrm>
              <a:off x="11254325" y="4016150"/>
              <a:ext cx="129875" cy="138400"/>
            </a:xfrm>
            <a:custGeom>
              <a:avLst/>
              <a:gdLst/>
              <a:ahLst/>
              <a:cxnLst/>
              <a:rect l="l" t="t" r="r" b="b"/>
              <a:pathLst>
                <a:path w="5195" h="5536" extrusionOk="0">
                  <a:moveTo>
                    <a:pt x="1" y="0"/>
                  </a:moveTo>
                  <a:lnTo>
                    <a:pt x="1" y="40"/>
                  </a:lnTo>
                  <a:lnTo>
                    <a:pt x="21" y="301"/>
                  </a:lnTo>
                  <a:lnTo>
                    <a:pt x="61" y="582"/>
                  </a:lnTo>
                  <a:lnTo>
                    <a:pt x="141" y="863"/>
                  </a:lnTo>
                  <a:lnTo>
                    <a:pt x="241" y="1163"/>
                  </a:lnTo>
                  <a:lnTo>
                    <a:pt x="362" y="1444"/>
                  </a:lnTo>
                  <a:lnTo>
                    <a:pt x="482" y="1745"/>
                  </a:lnTo>
                  <a:lnTo>
                    <a:pt x="763" y="2307"/>
                  </a:lnTo>
                  <a:lnTo>
                    <a:pt x="1043" y="2808"/>
                  </a:lnTo>
                  <a:lnTo>
                    <a:pt x="1304" y="3229"/>
                  </a:lnTo>
                  <a:lnTo>
                    <a:pt x="1465" y="3550"/>
                  </a:lnTo>
                  <a:lnTo>
                    <a:pt x="1525" y="3650"/>
                  </a:lnTo>
                  <a:lnTo>
                    <a:pt x="1545" y="3730"/>
                  </a:lnTo>
                  <a:lnTo>
                    <a:pt x="1505" y="3891"/>
                  </a:lnTo>
                  <a:lnTo>
                    <a:pt x="1425" y="4132"/>
                  </a:lnTo>
                  <a:lnTo>
                    <a:pt x="1344" y="4392"/>
                  </a:lnTo>
                  <a:lnTo>
                    <a:pt x="1304" y="4533"/>
                  </a:lnTo>
                  <a:lnTo>
                    <a:pt x="1304" y="4673"/>
                  </a:lnTo>
                  <a:lnTo>
                    <a:pt x="1304" y="4773"/>
                  </a:lnTo>
                  <a:lnTo>
                    <a:pt x="1324" y="4874"/>
                  </a:lnTo>
                  <a:lnTo>
                    <a:pt x="1364" y="4974"/>
                  </a:lnTo>
                  <a:lnTo>
                    <a:pt x="1425" y="5074"/>
                  </a:lnTo>
                  <a:lnTo>
                    <a:pt x="1485" y="5174"/>
                  </a:lnTo>
                  <a:lnTo>
                    <a:pt x="1585" y="5255"/>
                  </a:lnTo>
                  <a:lnTo>
                    <a:pt x="1685" y="5355"/>
                  </a:lnTo>
                  <a:lnTo>
                    <a:pt x="1826" y="5415"/>
                  </a:lnTo>
                  <a:lnTo>
                    <a:pt x="1946" y="5475"/>
                  </a:lnTo>
                  <a:lnTo>
                    <a:pt x="2086" y="5495"/>
                  </a:lnTo>
                  <a:lnTo>
                    <a:pt x="2227" y="5515"/>
                  </a:lnTo>
                  <a:lnTo>
                    <a:pt x="2387" y="5535"/>
                  </a:lnTo>
                  <a:lnTo>
                    <a:pt x="2708" y="5515"/>
                  </a:lnTo>
                  <a:lnTo>
                    <a:pt x="3029" y="5455"/>
                  </a:lnTo>
                  <a:lnTo>
                    <a:pt x="3390" y="5375"/>
                  </a:lnTo>
                  <a:lnTo>
                    <a:pt x="3771" y="5255"/>
                  </a:lnTo>
                  <a:lnTo>
                    <a:pt x="4132" y="5114"/>
                  </a:lnTo>
                  <a:lnTo>
                    <a:pt x="4493" y="4974"/>
                  </a:lnTo>
                  <a:lnTo>
                    <a:pt x="4854" y="4793"/>
                  </a:lnTo>
                  <a:lnTo>
                    <a:pt x="5195" y="4613"/>
                  </a:lnTo>
                  <a:lnTo>
                    <a:pt x="4814" y="4753"/>
                  </a:lnTo>
                  <a:lnTo>
                    <a:pt x="4373" y="4914"/>
                  </a:lnTo>
                  <a:lnTo>
                    <a:pt x="4132" y="4974"/>
                  </a:lnTo>
                  <a:lnTo>
                    <a:pt x="3891" y="5034"/>
                  </a:lnTo>
                  <a:lnTo>
                    <a:pt x="3671" y="5054"/>
                  </a:lnTo>
                  <a:lnTo>
                    <a:pt x="3450" y="5074"/>
                  </a:lnTo>
                  <a:lnTo>
                    <a:pt x="3249" y="5054"/>
                  </a:lnTo>
                  <a:lnTo>
                    <a:pt x="3089" y="5014"/>
                  </a:lnTo>
                  <a:lnTo>
                    <a:pt x="2929" y="4954"/>
                  </a:lnTo>
                  <a:lnTo>
                    <a:pt x="2808" y="4853"/>
                  </a:lnTo>
                  <a:lnTo>
                    <a:pt x="2748" y="4793"/>
                  </a:lnTo>
                  <a:lnTo>
                    <a:pt x="2708" y="4713"/>
                  </a:lnTo>
                  <a:lnTo>
                    <a:pt x="2628" y="4533"/>
                  </a:lnTo>
                  <a:lnTo>
                    <a:pt x="2588" y="4292"/>
                  </a:lnTo>
                  <a:lnTo>
                    <a:pt x="2608" y="4031"/>
                  </a:lnTo>
                  <a:lnTo>
                    <a:pt x="2628" y="3851"/>
                  </a:lnTo>
                  <a:lnTo>
                    <a:pt x="2668" y="3690"/>
                  </a:lnTo>
                  <a:lnTo>
                    <a:pt x="2788" y="3369"/>
                  </a:lnTo>
                  <a:lnTo>
                    <a:pt x="2828" y="3229"/>
                  </a:lnTo>
                  <a:lnTo>
                    <a:pt x="2868" y="3069"/>
                  </a:lnTo>
                  <a:lnTo>
                    <a:pt x="2868" y="2888"/>
                  </a:lnTo>
                  <a:lnTo>
                    <a:pt x="2848" y="2688"/>
                  </a:lnTo>
                  <a:lnTo>
                    <a:pt x="2788" y="2507"/>
                  </a:lnTo>
                  <a:lnTo>
                    <a:pt x="2648" y="2246"/>
                  </a:lnTo>
                  <a:lnTo>
                    <a:pt x="2287" y="1645"/>
                  </a:lnTo>
                  <a:lnTo>
                    <a:pt x="2106" y="1324"/>
                  </a:lnTo>
                  <a:lnTo>
                    <a:pt x="1946" y="1003"/>
                  </a:lnTo>
                  <a:lnTo>
                    <a:pt x="1806" y="722"/>
                  </a:lnTo>
                  <a:lnTo>
                    <a:pt x="1765" y="582"/>
                  </a:lnTo>
                  <a:lnTo>
                    <a:pt x="1745" y="462"/>
                  </a:lnTo>
                  <a:lnTo>
                    <a:pt x="863" y="24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32">
              <a:extLst>
                <a:ext uri="{FF2B5EF4-FFF2-40B4-BE49-F238E27FC236}">
                  <a16:creationId xmlns:a16="http://schemas.microsoft.com/office/drawing/2014/main" id="{5D1157D4-8904-D50A-7976-22CCCBE0EA03}"/>
                </a:ext>
              </a:extLst>
            </p:cNvPr>
            <p:cNvSpPr/>
            <p:nvPr/>
          </p:nvSpPr>
          <p:spPr>
            <a:xfrm>
              <a:off x="11254325" y="4016150"/>
              <a:ext cx="129875" cy="138400"/>
            </a:xfrm>
            <a:custGeom>
              <a:avLst/>
              <a:gdLst/>
              <a:ahLst/>
              <a:cxnLst/>
              <a:rect l="l" t="t" r="r" b="b"/>
              <a:pathLst>
                <a:path w="5195" h="5536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301"/>
                  </a:lnTo>
                  <a:lnTo>
                    <a:pt x="61" y="582"/>
                  </a:lnTo>
                  <a:lnTo>
                    <a:pt x="141" y="863"/>
                  </a:lnTo>
                  <a:lnTo>
                    <a:pt x="241" y="1163"/>
                  </a:lnTo>
                  <a:lnTo>
                    <a:pt x="362" y="1444"/>
                  </a:lnTo>
                  <a:lnTo>
                    <a:pt x="482" y="1745"/>
                  </a:lnTo>
                  <a:lnTo>
                    <a:pt x="763" y="2307"/>
                  </a:lnTo>
                  <a:lnTo>
                    <a:pt x="1043" y="2808"/>
                  </a:lnTo>
                  <a:lnTo>
                    <a:pt x="1304" y="3229"/>
                  </a:lnTo>
                  <a:lnTo>
                    <a:pt x="1465" y="3550"/>
                  </a:lnTo>
                  <a:lnTo>
                    <a:pt x="1525" y="3650"/>
                  </a:lnTo>
                  <a:lnTo>
                    <a:pt x="1545" y="3730"/>
                  </a:lnTo>
                  <a:lnTo>
                    <a:pt x="1545" y="3730"/>
                  </a:lnTo>
                  <a:lnTo>
                    <a:pt x="1545" y="3730"/>
                  </a:lnTo>
                  <a:lnTo>
                    <a:pt x="1545" y="3730"/>
                  </a:lnTo>
                  <a:lnTo>
                    <a:pt x="1505" y="3891"/>
                  </a:lnTo>
                  <a:lnTo>
                    <a:pt x="1425" y="4132"/>
                  </a:lnTo>
                  <a:lnTo>
                    <a:pt x="1344" y="4392"/>
                  </a:lnTo>
                  <a:lnTo>
                    <a:pt x="1304" y="4533"/>
                  </a:lnTo>
                  <a:lnTo>
                    <a:pt x="1304" y="4673"/>
                  </a:lnTo>
                  <a:lnTo>
                    <a:pt x="1304" y="4673"/>
                  </a:lnTo>
                  <a:lnTo>
                    <a:pt x="1304" y="4773"/>
                  </a:lnTo>
                  <a:lnTo>
                    <a:pt x="1324" y="4874"/>
                  </a:lnTo>
                  <a:lnTo>
                    <a:pt x="1364" y="4974"/>
                  </a:lnTo>
                  <a:lnTo>
                    <a:pt x="1425" y="5074"/>
                  </a:lnTo>
                  <a:lnTo>
                    <a:pt x="1485" y="5174"/>
                  </a:lnTo>
                  <a:lnTo>
                    <a:pt x="1585" y="5255"/>
                  </a:lnTo>
                  <a:lnTo>
                    <a:pt x="1685" y="5355"/>
                  </a:lnTo>
                  <a:lnTo>
                    <a:pt x="1826" y="5415"/>
                  </a:lnTo>
                  <a:lnTo>
                    <a:pt x="1826" y="5415"/>
                  </a:lnTo>
                  <a:lnTo>
                    <a:pt x="1946" y="5475"/>
                  </a:lnTo>
                  <a:lnTo>
                    <a:pt x="2086" y="5495"/>
                  </a:lnTo>
                  <a:lnTo>
                    <a:pt x="2227" y="5515"/>
                  </a:lnTo>
                  <a:lnTo>
                    <a:pt x="2387" y="5535"/>
                  </a:lnTo>
                  <a:lnTo>
                    <a:pt x="2387" y="5535"/>
                  </a:lnTo>
                  <a:lnTo>
                    <a:pt x="2708" y="5515"/>
                  </a:lnTo>
                  <a:lnTo>
                    <a:pt x="3029" y="5455"/>
                  </a:lnTo>
                  <a:lnTo>
                    <a:pt x="3390" y="5375"/>
                  </a:lnTo>
                  <a:lnTo>
                    <a:pt x="3771" y="5255"/>
                  </a:lnTo>
                  <a:lnTo>
                    <a:pt x="4132" y="5114"/>
                  </a:lnTo>
                  <a:lnTo>
                    <a:pt x="4493" y="4974"/>
                  </a:lnTo>
                  <a:lnTo>
                    <a:pt x="4854" y="4793"/>
                  </a:lnTo>
                  <a:lnTo>
                    <a:pt x="5195" y="4613"/>
                  </a:lnTo>
                  <a:lnTo>
                    <a:pt x="5195" y="4613"/>
                  </a:lnTo>
                  <a:lnTo>
                    <a:pt x="4814" y="4753"/>
                  </a:lnTo>
                  <a:lnTo>
                    <a:pt x="4373" y="4914"/>
                  </a:lnTo>
                  <a:lnTo>
                    <a:pt x="4132" y="4974"/>
                  </a:lnTo>
                  <a:lnTo>
                    <a:pt x="3891" y="5034"/>
                  </a:lnTo>
                  <a:lnTo>
                    <a:pt x="3671" y="5054"/>
                  </a:lnTo>
                  <a:lnTo>
                    <a:pt x="3450" y="5074"/>
                  </a:lnTo>
                  <a:lnTo>
                    <a:pt x="3450" y="5074"/>
                  </a:lnTo>
                  <a:lnTo>
                    <a:pt x="3249" y="5054"/>
                  </a:lnTo>
                  <a:lnTo>
                    <a:pt x="3089" y="5014"/>
                  </a:lnTo>
                  <a:lnTo>
                    <a:pt x="2929" y="4954"/>
                  </a:lnTo>
                  <a:lnTo>
                    <a:pt x="2808" y="4853"/>
                  </a:lnTo>
                  <a:lnTo>
                    <a:pt x="2748" y="4793"/>
                  </a:lnTo>
                  <a:lnTo>
                    <a:pt x="2708" y="4713"/>
                  </a:lnTo>
                  <a:lnTo>
                    <a:pt x="2628" y="4533"/>
                  </a:lnTo>
                  <a:lnTo>
                    <a:pt x="2588" y="4292"/>
                  </a:lnTo>
                  <a:lnTo>
                    <a:pt x="2608" y="4031"/>
                  </a:lnTo>
                  <a:lnTo>
                    <a:pt x="2608" y="4031"/>
                  </a:lnTo>
                  <a:lnTo>
                    <a:pt x="2628" y="3851"/>
                  </a:lnTo>
                  <a:lnTo>
                    <a:pt x="2668" y="3690"/>
                  </a:lnTo>
                  <a:lnTo>
                    <a:pt x="2788" y="3369"/>
                  </a:lnTo>
                  <a:lnTo>
                    <a:pt x="2828" y="3229"/>
                  </a:lnTo>
                  <a:lnTo>
                    <a:pt x="2868" y="3069"/>
                  </a:lnTo>
                  <a:lnTo>
                    <a:pt x="2868" y="2888"/>
                  </a:lnTo>
                  <a:lnTo>
                    <a:pt x="2848" y="2688"/>
                  </a:lnTo>
                  <a:lnTo>
                    <a:pt x="2848" y="2688"/>
                  </a:lnTo>
                  <a:lnTo>
                    <a:pt x="2788" y="2507"/>
                  </a:lnTo>
                  <a:lnTo>
                    <a:pt x="2648" y="2246"/>
                  </a:lnTo>
                  <a:lnTo>
                    <a:pt x="2287" y="1645"/>
                  </a:lnTo>
                  <a:lnTo>
                    <a:pt x="2106" y="1324"/>
                  </a:lnTo>
                  <a:lnTo>
                    <a:pt x="1946" y="1003"/>
                  </a:lnTo>
                  <a:lnTo>
                    <a:pt x="1806" y="722"/>
                  </a:lnTo>
                  <a:lnTo>
                    <a:pt x="1765" y="582"/>
                  </a:lnTo>
                  <a:lnTo>
                    <a:pt x="1745" y="462"/>
                  </a:lnTo>
                  <a:lnTo>
                    <a:pt x="1745" y="462"/>
                  </a:lnTo>
                  <a:lnTo>
                    <a:pt x="863" y="24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32">
              <a:extLst>
                <a:ext uri="{FF2B5EF4-FFF2-40B4-BE49-F238E27FC236}">
                  <a16:creationId xmlns:a16="http://schemas.microsoft.com/office/drawing/2014/main" id="{5F7BC516-9621-8521-0C92-F441A5DC5757}"/>
                </a:ext>
              </a:extLst>
            </p:cNvPr>
            <p:cNvSpPr/>
            <p:nvPr/>
          </p:nvSpPr>
          <p:spPr>
            <a:xfrm>
              <a:off x="11444350" y="3986075"/>
              <a:ext cx="154950" cy="166475"/>
            </a:xfrm>
            <a:custGeom>
              <a:avLst/>
              <a:gdLst/>
              <a:ahLst/>
              <a:cxnLst/>
              <a:rect l="l" t="t" r="r" b="b"/>
              <a:pathLst>
                <a:path w="6198" h="6659" extrusionOk="0">
                  <a:moveTo>
                    <a:pt x="4853" y="0"/>
                  </a:moveTo>
                  <a:lnTo>
                    <a:pt x="4633" y="40"/>
                  </a:lnTo>
                  <a:lnTo>
                    <a:pt x="4412" y="80"/>
                  </a:lnTo>
                  <a:lnTo>
                    <a:pt x="4192" y="160"/>
                  </a:lnTo>
                  <a:lnTo>
                    <a:pt x="3971" y="261"/>
                  </a:lnTo>
                  <a:lnTo>
                    <a:pt x="3730" y="381"/>
                  </a:lnTo>
                  <a:lnTo>
                    <a:pt x="3510" y="501"/>
                  </a:lnTo>
                  <a:lnTo>
                    <a:pt x="3289" y="662"/>
                  </a:lnTo>
                  <a:lnTo>
                    <a:pt x="2828" y="983"/>
                  </a:lnTo>
                  <a:lnTo>
                    <a:pt x="2387" y="1344"/>
                  </a:lnTo>
                  <a:lnTo>
                    <a:pt x="1966" y="1745"/>
                  </a:lnTo>
                  <a:lnTo>
                    <a:pt x="1565" y="2126"/>
                  </a:lnTo>
                  <a:lnTo>
                    <a:pt x="1184" y="2527"/>
                  </a:lnTo>
                  <a:lnTo>
                    <a:pt x="562" y="3229"/>
                  </a:lnTo>
                  <a:lnTo>
                    <a:pt x="141" y="3750"/>
                  </a:lnTo>
                  <a:lnTo>
                    <a:pt x="0" y="3931"/>
                  </a:lnTo>
                  <a:lnTo>
                    <a:pt x="0" y="4933"/>
                  </a:lnTo>
                  <a:lnTo>
                    <a:pt x="181" y="5114"/>
                  </a:lnTo>
                  <a:lnTo>
                    <a:pt x="381" y="5314"/>
                  </a:lnTo>
                  <a:lnTo>
                    <a:pt x="622" y="5495"/>
                  </a:lnTo>
                  <a:lnTo>
                    <a:pt x="903" y="5696"/>
                  </a:lnTo>
                  <a:lnTo>
                    <a:pt x="1224" y="5856"/>
                  </a:lnTo>
                  <a:lnTo>
                    <a:pt x="1544" y="6036"/>
                  </a:lnTo>
                  <a:lnTo>
                    <a:pt x="1885" y="6177"/>
                  </a:lnTo>
                  <a:lnTo>
                    <a:pt x="2246" y="6317"/>
                  </a:lnTo>
                  <a:lnTo>
                    <a:pt x="2567" y="6438"/>
                  </a:lnTo>
                  <a:lnTo>
                    <a:pt x="2888" y="6518"/>
                  </a:lnTo>
                  <a:lnTo>
                    <a:pt x="3209" y="6578"/>
                  </a:lnTo>
                  <a:lnTo>
                    <a:pt x="3510" y="6638"/>
                  </a:lnTo>
                  <a:lnTo>
                    <a:pt x="3791" y="6658"/>
                  </a:lnTo>
                  <a:lnTo>
                    <a:pt x="4031" y="6658"/>
                  </a:lnTo>
                  <a:lnTo>
                    <a:pt x="4272" y="6618"/>
                  </a:lnTo>
                  <a:lnTo>
                    <a:pt x="4452" y="6538"/>
                  </a:lnTo>
                  <a:lnTo>
                    <a:pt x="4613" y="6458"/>
                  </a:lnTo>
                  <a:lnTo>
                    <a:pt x="4733" y="6357"/>
                  </a:lnTo>
                  <a:lnTo>
                    <a:pt x="4833" y="6237"/>
                  </a:lnTo>
                  <a:lnTo>
                    <a:pt x="4894" y="6117"/>
                  </a:lnTo>
                  <a:lnTo>
                    <a:pt x="4954" y="5996"/>
                  </a:lnTo>
                  <a:lnTo>
                    <a:pt x="4974" y="5876"/>
                  </a:lnTo>
                  <a:lnTo>
                    <a:pt x="4974" y="5756"/>
                  </a:lnTo>
                  <a:lnTo>
                    <a:pt x="4954" y="5635"/>
                  </a:lnTo>
                  <a:lnTo>
                    <a:pt x="4894" y="5395"/>
                  </a:lnTo>
                  <a:lnTo>
                    <a:pt x="4833" y="5174"/>
                  </a:lnTo>
                  <a:lnTo>
                    <a:pt x="4753" y="4994"/>
                  </a:lnTo>
                  <a:lnTo>
                    <a:pt x="4713" y="4853"/>
                  </a:lnTo>
                  <a:lnTo>
                    <a:pt x="4733" y="4793"/>
                  </a:lnTo>
                  <a:lnTo>
                    <a:pt x="4773" y="4713"/>
                  </a:lnTo>
                  <a:lnTo>
                    <a:pt x="4914" y="4432"/>
                  </a:lnTo>
                  <a:lnTo>
                    <a:pt x="5355" y="3630"/>
                  </a:lnTo>
                  <a:lnTo>
                    <a:pt x="5595" y="3129"/>
                  </a:lnTo>
                  <a:lnTo>
                    <a:pt x="5836" y="2587"/>
                  </a:lnTo>
                  <a:lnTo>
                    <a:pt x="5956" y="2326"/>
                  </a:lnTo>
                  <a:lnTo>
                    <a:pt x="6037" y="2066"/>
                  </a:lnTo>
                  <a:lnTo>
                    <a:pt x="6117" y="1785"/>
                  </a:lnTo>
                  <a:lnTo>
                    <a:pt x="6157" y="1524"/>
                  </a:lnTo>
                  <a:lnTo>
                    <a:pt x="6197" y="1284"/>
                  </a:lnTo>
                  <a:lnTo>
                    <a:pt x="6197" y="1063"/>
                  </a:lnTo>
                  <a:lnTo>
                    <a:pt x="6157" y="842"/>
                  </a:lnTo>
                  <a:lnTo>
                    <a:pt x="6097" y="642"/>
                  </a:lnTo>
                  <a:lnTo>
                    <a:pt x="5997" y="461"/>
                  </a:lnTo>
                  <a:lnTo>
                    <a:pt x="5856" y="301"/>
                  </a:lnTo>
                  <a:lnTo>
                    <a:pt x="5776" y="241"/>
                  </a:lnTo>
                  <a:lnTo>
                    <a:pt x="5676" y="160"/>
                  </a:lnTo>
                  <a:lnTo>
                    <a:pt x="5455" y="60"/>
                  </a:lnTo>
                  <a:lnTo>
                    <a:pt x="5255" y="20"/>
                  </a:lnTo>
                  <a:lnTo>
                    <a:pt x="5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32">
              <a:extLst>
                <a:ext uri="{FF2B5EF4-FFF2-40B4-BE49-F238E27FC236}">
                  <a16:creationId xmlns:a16="http://schemas.microsoft.com/office/drawing/2014/main" id="{0A3C9ABE-B92F-63E1-6E74-8D03C26ED2F3}"/>
                </a:ext>
              </a:extLst>
            </p:cNvPr>
            <p:cNvSpPr/>
            <p:nvPr/>
          </p:nvSpPr>
          <p:spPr>
            <a:xfrm>
              <a:off x="11444350" y="3986075"/>
              <a:ext cx="154950" cy="166475"/>
            </a:xfrm>
            <a:custGeom>
              <a:avLst/>
              <a:gdLst/>
              <a:ahLst/>
              <a:cxnLst/>
              <a:rect l="l" t="t" r="r" b="b"/>
              <a:pathLst>
                <a:path w="6198" h="6659" fill="none" extrusionOk="0">
                  <a:moveTo>
                    <a:pt x="6157" y="1524"/>
                  </a:moveTo>
                  <a:lnTo>
                    <a:pt x="6157" y="1524"/>
                  </a:lnTo>
                  <a:lnTo>
                    <a:pt x="6117" y="1785"/>
                  </a:lnTo>
                  <a:lnTo>
                    <a:pt x="6037" y="2066"/>
                  </a:lnTo>
                  <a:lnTo>
                    <a:pt x="5956" y="2326"/>
                  </a:lnTo>
                  <a:lnTo>
                    <a:pt x="5836" y="2587"/>
                  </a:lnTo>
                  <a:lnTo>
                    <a:pt x="5595" y="3129"/>
                  </a:lnTo>
                  <a:lnTo>
                    <a:pt x="5355" y="3630"/>
                  </a:lnTo>
                  <a:lnTo>
                    <a:pt x="4914" y="4432"/>
                  </a:lnTo>
                  <a:lnTo>
                    <a:pt x="4773" y="4713"/>
                  </a:lnTo>
                  <a:lnTo>
                    <a:pt x="4733" y="4793"/>
                  </a:lnTo>
                  <a:lnTo>
                    <a:pt x="4713" y="4853"/>
                  </a:lnTo>
                  <a:lnTo>
                    <a:pt x="4713" y="4853"/>
                  </a:lnTo>
                  <a:lnTo>
                    <a:pt x="4753" y="4994"/>
                  </a:lnTo>
                  <a:lnTo>
                    <a:pt x="4833" y="5174"/>
                  </a:lnTo>
                  <a:lnTo>
                    <a:pt x="4894" y="5395"/>
                  </a:lnTo>
                  <a:lnTo>
                    <a:pt x="4954" y="5635"/>
                  </a:lnTo>
                  <a:lnTo>
                    <a:pt x="4974" y="5756"/>
                  </a:lnTo>
                  <a:lnTo>
                    <a:pt x="4974" y="5876"/>
                  </a:lnTo>
                  <a:lnTo>
                    <a:pt x="4954" y="5996"/>
                  </a:lnTo>
                  <a:lnTo>
                    <a:pt x="4894" y="6117"/>
                  </a:lnTo>
                  <a:lnTo>
                    <a:pt x="4833" y="6237"/>
                  </a:lnTo>
                  <a:lnTo>
                    <a:pt x="4733" y="6357"/>
                  </a:lnTo>
                  <a:lnTo>
                    <a:pt x="4613" y="6458"/>
                  </a:lnTo>
                  <a:lnTo>
                    <a:pt x="4452" y="6538"/>
                  </a:lnTo>
                  <a:lnTo>
                    <a:pt x="4452" y="6538"/>
                  </a:lnTo>
                  <a:lnTo>
                    <a:pt x="4272" y="6618"/>
                  </a:lnTo>
                  <a:lnTo>
                    <a:pt x="4031" y="6658"/>
                  </a:lnTo>
                  <a:lnTo>
                    <a:pt x="3791" y="6658"/>
                  </a:lnTo>
                  <a:lnTo>
                    <a:pt x="3510" y="6638"/>
                  </a:lnTo>
                  <a:lnTo>
                    <a:pt x="3209" y="6578"/>
                  </a:lnTo>
                  <a:lnTo>
                    <a:pt x="2888" y="6518"/>
                  </a:lnTo>
                  <a:lnTo>
                    <a:pt x="2567" y="6438"/>
                  </a:lnTo>
                  <a:lnTo>
                    <a:pt x="2246" y="6317"/>
                  </a:lnTo>
                  <a:lnTo>
                    <a:pt x="2246" y="6317"/>
                  </a:lnTo>
                  <a:lnTo>
                    <a:pt x="1885" y="6177"/>
                  </a:lnTo>
                  <a:lnTo>
                    <a:pt x="1544" y="6036"/>
                  </a:lnTo>
                  <a:lnTo>
                    <a:pt x="1224" y="5856"/>
                  </a:lnTo>
                  <a:lnTo>
                    <a:pt x="903" y="5696"/>
                  </a:lnTo>
                  <a:lnTo>
                    <a:pt x="622" y="5495"/>
                  </a:lnTo>
                  <a:lnTo>
                    <a:pt x="381" y="5314"/>
                  </a:lnTo>
                  <a:lnTo>
                    <a:pt x="181" y="5114"/>
                  </a:lnTo>
                  <a:lnTo>
                    <a:pt x="0" y="4933"/>
                  </a:lnTo>
                  <a:lnTo>
                    <a:pt x="0" y="3931"/>
                  </a:lnTo>
                  <a:lnTo>
                    <a:pt x="0" y="3931"/>
                  </a:lnTo>
                  <a:lnTo>
                    <a:pt x="141" y="3750"/>
                  </a:lnTo>
                  <a:lnTo>
                    <a:pt x="562" y="3229"/>
                  </a:lnTo>
                  <a:lnTo>
                    <a:pt x="1184" y="2527"/>
                  </a:lnTo>
                  <a:lnTo>
                    <a:pt x="1565" y="2126"/>
                  </a:lnTo>
                  <a:lnTo>
                    <a:pt x="1966" y="1745"/>
                  </a:lnTo>
                  <a:lnTo>
                    <a:pt x="2387" y="1344"/>
                  </a:lnTo>
                  <a:lnTo>
                    <a:pt x="2828" y="983"/>
                  </a:lnTo>
                  <a:lnTo>
                    <a:pt x="3289" y="662"/>
                  </a:lnTo>
                  <a:lnTo>
                    <a:pt x="3510" y="501"/>
                  </a:lnTo>
                  <a:lnTo>
                    <a:pt x="3730" y="381"/>
                  </a:lnTo>
                  <a:lnTo>
                    <a:pt x="3971" y="261"/>
                  </a:lnTo>
                  <a:lnTo>
                    <a:pt x="4192" y="160"/>
                  </a:lnTo>
                  <a:lnTo>
                    <a:pt x="4412" y="80"/>
                  </a:lnTo>
                  <a:lnTo>
                    <a:pt x="4633" y="40"/>
                  </a:lnTo>
                  <a:lnTo>
                    <a:pt x="4853" y="0"/>
                  </a:lnTo>
                  <a:lnTo>
                    <a:pt x="5054" y="0"/>
                  </a:lnTo>
                  <a:lnTo>
                    <a:pt x="5255" y="20"/>
                  </a:lnTo>
                  <a:lnTo>
                    <a:pt x="5455" y="60"/>
                  </a:lnTo>
                  <a:lnTo>
                    <a:pt x="5455" y="60"/>
                  </a:lnTo>
                  <a:lnTo>
                    <a:pt x="5676" y="160"/>
                  </a:lnTo>
                  <a:lnTo>
                    <a:pt x="5776" y="241"/>
                  </a:lnTo>
                  <a:lnTo>
                    <a:pt x="5856" y="301"/>
                  </a:lnTo>
                  <a:lnTo>
                    <a:pt x="5997" y="461"/>
                  </a:lnTo>
                  <a:lnTo>
                    <a:pt x="6097" y="642"/>
                  </a:lnTo>
                  <a:lnTo>
                    <a:pt x="6157" y="842"/>
                  </a:lnTo>
                  <a:lnTo>
                    <a:pt x="6197" y="1063"/>
                  </a:lnTo>
                  <a:lnTo>
                    <a:pt x="6197" y="1284"/>
                  </a:lnTo>
                  <a:lnTo>
                    <a:pt x="6157" y="152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32">
              <a:extLst>
                <a:ext uri="{FF2B5EF4-FFF2-40B4-BE49-F238E27FC236}">
                  <a16:creationId xmlns:a16="http://schemas.microsoft.com/office/drawing/2014/main" id="{EC584875-03D7-6C80-4F67-22110F39FEA0}"/>
                </a:ext>
              </a:extLst>
            </p:cNvPr>
            <p:cNvSpPr/>
            <p:nvPr/>
          </p:nvSpPr>
          <p:spPr>
            <a:xfrm>
              <a:off x="11487975" y="4075800"/>
              <a:ext cx="14050" cy="35125"/>
            </a:xfrm>
            <a:custGeom>
              <a:avLst/>
              <a:gdLst/>
              <a:ahLst/>
              <a:cxnLst/>
              <a:rect l="l" t="t" r="r" b="b"/>
              <a:pathLst>
                <a:path w="562" h="1405" extrusionOk="0">
                  <a:moveTo>
                    <a:pt x="281" y="1"/>
                  </a:moveTo>
                  <a:lnTo>
                    <a:pt x="160" y="362"/>
                  </a:lnTo>
                  <a:lnTo>
                    <a:pt x="201" y="442"/>
                  </a:lnTo>
                  <a:lnTo>
                    <a:pt x="221" y="522"/>
                  </a:lnTo>
                  <a:lnTo>
                    <a:pt x="221" y="622"/>
                  </a:lnTo>
                  <a:lnTo>
                    <a:pt x="221" y="703"/>
                  </a:lnTo>
                  <a:lnTo>
                    <a:pt x="181" y="783"/>
                  </a:lnTo>
                  <a:lnTo>
                    <a:pt x="140" y="883"/>
                  </a:lnTo>
                  <a:lnTo>
                    <a:pt x="20" y="1024"/>
                  </a:lnTo>
                  <a:lnTo>
                    <a:pt x="0" y="1224"/>
                  </a:lnTo>
                  <a:lnTo>
                    <a:pt x="0" y="1405"/>
                  </a:lnTo>
                  <a:lnTo>
                    <a:pt x="140" y="1324"/>
                  </a:lnTo>
                  <a:lnTo>
                    <a:pt x="241" y="1244"/>
                  </a:lnTo>
                  <a:lnTo>
                    <a:pt x="321" y="1124"/>
                  </a:lnTo>
                  <a:lnTo>
                    <a:pt x="421" y="1024"/>
                  </a:lnTo>
                  <a:lnTo>
                    <a:pt x="481" y="883"/>
                  </a:lnTo>
                  <a:lnTo>
                    <a:pt x="521" y="743"/>
                  </a:lnTo>
                  <a:lnTo>
                    <a:pt x="562" y="622"/>
                  </a:lnTo>
                  <a:lnTo>
                    <a:pt x="562" y="482"/>
                  </a:lnTo>
                  <a:lnTo>
                    <a:pt x="521" y="342"/>
                  </a:lnTo>
                  <a:lnTo>
                    <a:pt x="481" y="241"/>
                  </a:lnTo>
                  <a:lnTo>
                    <a:pt x="421" y="141"/>
                  </a:lnTo>
                  <a:lnTo>
                    <a:pt x="361" y="61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32">
              <a:extLst>
                <a:ext uri="{FF2B5EF4-FFF2-40B4-BE49-F238E27FC236}">
                  <a16:creationId xmlns:a16="http://schemas.microsoft.com/office/drawing/2014/main" id="{8E4D902D-58F3-6C2C-86FC-A10F24F4568D}"/>
                </a:ext>
              </a:extLst>
            </p:cNvPr>
            <p:cNvSpPr/>
            <p:nvPr/>
          </p:nvSpPr>
          <p:spPr>
            <a:xfrm>
              <a:off x="11454375" y="4021650"/>
              <a:ext cx="144425" cy="122375"/>
            </a:xfrm>
            <a:custGeom>
              <a:avLst/>
              <a:gdLst/>
              <a:ahLst/>
              <a:cxnLst/>
              <a:rect l="l" t="t" r="r" b="b"/>
              <a:pathLst>
                <a:path w="5777" h="4895" extrusionOk="0">
                  <a:moveTo>
                    <a:pt x="5776" y="1"/>
                  </a:moveTo>
                  <a:lnTo>
                    <a:pt x="5716" y="21"/>
                  </a:lnTo>
                  <a:lnTo>
                    <a:pt x="5756" y="101"/>
                  </a:lnTo>
                  <a:lnTo>
                    <a:pt x="5776" y="1"/>
                  </a:lnTo>
                  <a:close/>
                  <a:moveTo>
                    <a:pt x="2567" y="723"/>
                  </a:moveTo>
                  <a:lnTo>
                    <a:pt x="1785" y="803"/>
                  </a:lnTo>
                  <a:lnTo>
                    <a:pt x="1003" y="863"/>
                  </a:lnTo>
                  <a:lnTo>
                    <a:pt x="622" y="1284"/>
                  </a:lnTo>
                  <a:lnTo>
                    <a:pt x="281" y="1665"/>
                  </a:lnTo>
                  <a:lnTo>
                    <a:pt x="321" y="1766"/>
                  </a:lnTo>
                  <a:lnTo>
                    <a:pt x="341" y="1906"/>
                  </a:lnTo>
                  <a:lnTo>
                    <a:pt x="361" y="2187"/>
                  </a:lnTo>
                  <a:lnTo>
                    <a:pt x="562" y="2127"/>
                  </a:lnTo>
                  <a:lnTo>
                    <a:pt x="742" y="2067"/>
                  </a:lnTo>
                  <a:lnTo>
                    <a:pt x="943" y="2046"/>
                  </a:lnTo>
                  <a:lnTo>
                    <a:pt x="1123" y="2026"/>
                  </a:lnTo>
                  <a:lnTo>
                    <a:pt x="1264" y="2046"/>
                  </a:lnTo>
                  <a:lnTo>
                    <a:pt x="1404" y="2067"/>
                  </a:lnTo>
                  <a:lnTo>
                    <a:pt x="1525" y="2107"/>
                  </a:lnTo>
                  <a:lnTo>
                    <a:pt x="1625" y="2167"/>
                  </a:lnTo>
                  <a:lnTo>
                    <a:pt x="1745" y="1906"/>
                  </a:lnTo>
                  <a:lnTo>
                    <a:pt x="1886" y="1665"/>
                  </a:lnTo>
                  <a:lnTo>
                    <a:pt x="2026" y="1425"/>
                  </a:lnTo>
                  <a:lnTo>
                    <a:pt x="2186" y="1184"/>
                  </a:lnTo>
                  <a:lnTo>
                    <a:pt x="2367" y="943"/>
                  </a:lnTo>
                  <a:lnTo>
                    <a:pt x="2567" y="723"/>
                  </a:lnTo>
                  <a:close/>
                  <a:moveTo>
                    <a:pt x="963" y="2327"/>
                  </a:moveTo>
                  <a:lnTo>
                    <a:pt x="823" y="2347"/>
                  </a:lnTo>
                  <a:lnTo>
                    <a:pt x="662" y="2367"/>
                  </a:lnTo>
                  <a:lnTo>
                    <a:pt x="361" y="2448"/>
                  </a:lnTo>
                  <a:lnTo>
                    <a:pt x="341" y="2708"/>
                  </a:lnTo>
                  <a:lnTo>
                    <a:pt x="301" y="2969"/>
                  </a:lnTo>
                  <a:lnTo>
                    <a:pt x="261" y="3230"/>
                  </a:lnTo>
                  <a:lnTo>
                    <a:pt x="181" y="3470"/>
                  </a:lnTo>
                  <a:lnTo>
                    <a:pt x="381" y="3510"/>
                  </a:lnTo>
                  <a:lnTo>
                    <a:pt x="582" y="3530"/>
                  </a:lnTo>
                  <a:lnTo>
                    <a:pt x="762" y="3510"/>
                  </a:lnTo>
                  <a:lnTo>
                    <a:pt x="963" y="3470"/>
                  </a:lnTo>
                  <a:lnTo>
                    <a:pt x="1123" y="3390"/>
                  </a:lnTo>
                  <a:lnTo>
                    <a:pt x="1284" y="3270"/>
                  </a:lnTo>
                  <a:lnTo>
                    <a:pt x="1364" y="3190"/>
                  </a:lnTo>
                  <a:lnTo>
                    <a:pt x="1404" y="2869"/>
                  </a:lnTo>
                  <a:lnTo>
                    <a:pt x="1504" y="2528"/>
                  </a:lnTo>
                  <a:lnTo>
                    <a:pt x="1424" y="2468"/>
                  </a:lnTo>
                  <a:lnTo>
                    <a:pt x="1324" y="2407"/>
                  </a:lnTo>
                  <a:lnTo>
                    <a:pt x="1224" y="2367"/>
                  </a:lnTo>
                  <a:lnTo>
                    <a:pt x="1103" y="2347"/>
                  </a:lnTo>
                  <a:lnTo>
                    <a:pt x="963" y="2327"/>
                  </a:lnTo>
                  <a:close/>
                  <a:moveTo>
                    <a:pt x="1344" y="3571"/>
                  </a:moveTo>
                  <a:lnTo>
                    <a:pt x="1204" y="3651"/>
                  </a:lnTo>
                  <a:lnTo>
                    <a:pt x="1043" y="3691"/>
                  </a:lnTo>
                  <a:lnTo>
                    <a:pt x="883" y="3711"/>
                  </a:lnTo>
                  <a:lnTo>
                    <a:pt x="722" y="3731"/>
                  </a:lnTo>
                  <a:lnTo>
                    <a:pt x="582" y="3731"/>
                  </a:lnTo>
                  <a:lnTo>
                    <a:pt x="422" y="3691"/>
                  </a:lnTo>
                  <a:lnTo>
                    <a:pt x="281" y="3671"/>
                  </a:lnTo>
                  <a:lnTo>
                    <a:pt x="141" y="3631"/>
                  </a:lnTo>
                  <a:lnTo>
                    <a:pt x="81" y="3771"/>
                  </a:lnTo>
                  <a:lnTo>
                    <a:pt x="0" y="3912"/>
                  </a:lnTo>
                  <a:lnTo>
                    <a:pt x="181" y="4052"/>
                  </a:lnTo>
                  <a:lnTo>
                    <a:pt x="381" y="4192"/>
                  </a:lnTo>
                  <a:lnTo>
                    <a:pt x="843" y="4453"/>
                  </a:lnTo>
                  <a:lnTo>
                    <a:pt x="1324" y="4694"/>
                  </a:lnTo>
                  <a:lnTo>
                    <a:pt x="1845" y="4894"/>
                  </a:lnTo>
                  <a:lnTo>
                    <a:pt x="1725" y="4734"/>
                  </a:lnTo>
                  <a:lnTo>
                    <a:pt x="1625" y="4593"/>
                  </a:lnTo>
                  <a:lnTo>
                    <a:pt x="1545" y="4433"/>
                  </a:lnTo>
                  <a:lnTo>
                    <a:pt x="1484" y="4252"/>
                  </a:lnTo>
                  <a:lnTo>
                    <a:pt x="1424" y="4092"/>
                  </a:lnTo>
                  <a:lnTo>
                    <a:pt x="1384" y="3912"/>
                  </a:lnTo>
                  <a:lnTo>
                    <a:pt x="1364" y="3751"/>
                  </a:lnTo>
                  <a:lnTo>
                    <a:pt x="1344" y="357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32">
              <a:extLst>
                <a:ext uri="{FF2B5EF4-FFF2-40B4-BE49-F238E27FC236}">
                  <a16:creationId xmlns:a16="http://schemas.microsoft.com/office/drawing/2014/main" id="{0E9FFAF4-D7C6-3AF4-CEBB-E28FE358A28E}"/>
                </a:ext>
              </a:extLst>
            </p:cNvPr>
            <p:cNvSpPr/>
            <p:nvPr/>
          </p:nvSpPr>
          <p:spPr>
            <a:xfrm>
              <a:off x="11454375" y="4110900"/>
              <a:ext cx="46150" cy="33125"/>
            </a:xfrm>
            <a:custGeom>
              <a:avLst/>
              <a:gdLst/>
              <a:ahLst/>
              <a:cxnLst/>
              <a:rect l="l" t="t" r="r" b="b"/>
              <a:pathLst>
                <a:path w="1846" h="1325" fill="none" extrusionOk="0">
                  <a:moveTo>
                    <a:pt x="1344" y="1"/>
                  </a:moveTo>
                  <a:lnTo>
                    <a:pt x="1344" y="1"/>
                  </a:lnTo>
                  <a:lnTo>
                    <a:pt x="1204" y="81"/>
                  </a:lnTo>
                  <a:lnTo>
                    <a:pt x="1043" y="121"/>
                  </a:lnTo>
                  <a:lnTo>
                    <a:pt x="883" y="141"/>
                  </a:lnTo>
                  <a:lnTo>
                    <a:pt x="722" y="161"/>
                  </a:lnTo>
                  <a:lnTo>
                    <a:pt x="722" y="161"/>
                  </a:lnTo>
                  <a:lnTo>
                    <a:pt x="582" y="161"/>
                  </a:lnTo>
                  <a:lnTo>
                    <a:pt x="422" y="121"/>
                  </a:lnTo>
                  <a:lnTo>
                    <a:pt x="281" y="101"/>
                  </a:lnTo>
                  <a:lnTo>
                    <a:pt x="141" y="61"/>
                  </a:lnTo>
                  <a:lnTo>
                    <a:pt x="141" y="61"/>
                  </a:lnTo>
                  <a:lnTo>
                    <a:pt x="81" y="201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181" y="482"/>
                  </a:lnTo>
                  <a:lnTo>
                    <a:pt x="381" y="622"/>
                  </a:lnTo>
                  <a:lnTo>
                    <a:pt x="843" y="883"/>
                  </a:lnTo>
                  <a:lnTo>
                    <a:pt x="1324" y="1124"/>
                  </a:lnTo>
                  <a:lnTo>
                    <a:pt x="1845" y="1324"/>
                  </a:lnTo>
                  <a:lnTo>
                    <a:pt x="1845" y="1324"/>
                  </a:lnTo>
                  <a:lnTo>
                    <a:pt x="1725" y="1164"/>
                  </a:lnTo>
                  <a:lnTo>
                    <a:pt x="1625" y="1023"/>
                  </a:lnTo>
                  <a:lnTo>
                    <a:pt x="1545" y="863"/>
                  </a:lnTo>
                  <a:lnTo>
                    <a:pt x="1484" y="682"/>
                  </a:lnTo>
                  <a:lnTo>
                    <a:pt x="1424" y="522"/>
                  </a:lnTo>
                  <a:lnTo>
                    <a:pt x="1384" y="342"/>
                  </a:lnTo>
                  <a:lnTo>
                    <a:pt x="1364" y="181"/>
                  </a:lnTo>
                  <a:lnTo>
                    <a:pt x="134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32">
              <a:extLst>
                <a:ext uri="{FF2B5EF4-FFF2-40B4-BE49-F238E27FC236}">
                  <a16:creationId xmlns:a16="http://schemas.microsoft.com/office/drawing/2014/main" id="{5A860F1A-2B37-D2A2-D5BC-1B94B1EF3851}"/>
                </a:ext>
              </a:extLst>
            </p:cNvPr>
            <p:cNvSpPr/>
            <p:nvPr/>
          </p:nvSpPr>
          <p:spPr>
            <a:xfrm>
              <a:off x="11458875" y="4079825"/>
              <a:ext cx="33125" cy="30100"/>
            </a:xfrm>
            <a:custGeom>
              <a:avLst/>
              <a:gdLst/>
              <a:ahLst/>
              <a:cxnLst/>
              <a:rect l="l" t="t" r="r" b="b"/>
              <a:pathLst>
                <a:path w="1325" h="1204" fill="none" extrusionOk="0">
                  <a:moveTo>
                    <a:pt x="783" y="0"/>
                  </a:moveTo>
                  <a:lnTo>
                    <a:pt x="783" y="0"/>
                  </a:lnTo>
                  <a:lnTo>
                    <a:pt x="643" y="20"/>
                  </a:lnTo>
                  <a:lnTo>
                    <a:pt x="482" y="40"/>
                  </a:lnTo>
                  <a:lnTo>
                    <a:pt x="181" y="121"/>
                  </a:lnTo>
                  <a:lnTo>
                    <a:pt x="181" y="121"/>
                  </a:lnTo>
                  <a:lnTo>
                    <a:pt x="161" y="381"/>
                  </a:lnTo>
                  <a:lnTo>
                    <a:pt x="121" y="642"/>
                  </a:lnTo>
                  <a:lnTo>
                    <a:pt x="81" y="903"/>
                  </a:lnTo>
                  <a:lnTo>
                    <a:pt x="1" y="1143"/>
                  </a:lnTo>
                  <a:lnTo>
                    <a:pt x="1" y="1143"/>
                  </a:lnTo>
                  <a:lnTo>
                    <a:pt x="201" y="1183"/>
                  </a:lnTo>
                  <a:lnTo>
                    <a:pt x="402" y="1203"/>
                  </a:lnTo>
                  <a:lnTo>
                    <a:pt x="402" y="1203"/>
                  </a:lnTo>
                  <a:lnTo>
                    <a:pt x="582" y="1183"/>
                  </a:lnTo>
                  <a:lnTo>
                    <a:pt x="783" y="1143"/>
                  </a:lnTo>
                  <a:lnTo>
                    <a:pt x="943" y="1063"/>
                  </a:lnTo>
                  <a:lnTo>
                    <a:pt x="1104" y="943"/>
                  </a:lnTo>
                  <a:lnTo>
                    <a:pt x="1104" y="943"/>
                  </a:lnTo>
                  <a:lnTo>
                    <a:pt x="1184" y="863"/>
                  </a:lnTo>
                  <a:lnTo>
                    <a:pt x="1184" y="863"/>
                  </a:lnTo>
                  <a:lnTo>
                    <a:pt x="1224" y="542"/>
                  </a:lnTo>
                  <a:lnTo>
                    <a:pt x="1324" y="201"/>
                  </a:lnTo>
                  <a:lnTo>
                    <a:pt x="1324" y="201"/>
                  </a:lnTo>
                  <a:lnTo>
                    <a:pt x="1244" y="141"/>
                  </a:lnTo>
                  <a:lnTo>
                    <a:pt x="1244" y="141"/>
                  </a:lnTo>
                  <a:lnTo>
                    <a:pt x="1144" y="80"/>
                  </a:lnTo>
                  <a:lnTo>
                    <a:pt x="1044" y="40"/>
                  </a:lnTo>
                  <a:lnTo>
                    <a:pt x="923" y="20"/>
                  </a:lnTo>
                  <a:lnTo>
                    <a:pt x="78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32">
              <a:extLst>
                <a:ext uri="{FF2B5EF4-FFF2-40B4-BE49-F238E27FC236}">
                  <a16:creationId xmlns:a16="http://schemas.microsoft.com/office/drawing/2014/main" id="{900F58D7-F9C9-C7C3-8096-9B76EE61EF2B}"/>
                </a:ext>
              </a:extLst>
            </p:cNvPr>
            <p:cNvSpPr/>
            <p:nvPr/>
          </p:nvSpPr>
          <p:spPr>
            <a:xfrm>
              <a:off x="11461400" y="4039700"/>
              <a:ext cx="57175" cy="36625"/>
            </a:xfrm>
            <a:custGeom>
              <a:avLst/>
              <a:gdLst/>
              <a:ahLst/>
              <a:cxnLst/>
              <a:rect l="l" t="t" r="r" b="b"/>
              <a:pathLst>
                <a:path w="2287" h="1465" fill="none" extrusionOk="0">
                  <a:moveTo>
                    <a:pt x="2286" y="1"/>
                  </a:moveTo>
                  <a:lnTo>
                    <a:pt x="2286" y="1"/>
                  </a:lnTo>
                  <a:lnTo>
                    <a:pt x="1504" y="81"/>
                  </a:lnTo>
                  <a:lnTo>
                    <a:pt x="722" y="141"/>
                  </a:lnTo>
                  <a:lnTo>
                    <a:pt x="722" y="141"/>
                  </a:lnTo>
                  <a:lnTo>
                    <a:pt x="341" y="562"/>
                  </a:lnTo>
                  <a:lnTo>
                    <a:pt x="0" y="943"/>
                  </a:lnTo>
                  <a:lnTo>
                    <a:pt x="0" y="943"/>
                  </a:lnTo>
                  <a:lnTo>
                    <a:pt x="40" y="1044"/>
                  </a:lnTo>
                  <a:lnTo>
                    <a:pt x="60" y="1184"/>
                  </a:lnTo>
                  <a:lnTo>
                    <a:pt x="80" y="1465"/>
                  </a:lnTo>
                  <a:lnTo>
                    <a:pt x="80" y="1465"/>
                  </a:lnTo>
                  <a:lnTo>
                    <a:pt x="281" y="1405"/>
                  </a:lnTo>
                  <a:lnTo>
                    <a:pt x="461" y="1345"/>
                  </a:lnTo>
                  <a:lnTo>
                    <a:pt x="662" y="1324"/>
                  </a:lnTo>
                  <a:lnTo>
                    <a:pt x="842" y="1304"/>
                  </a:lnTo>
                  <a:lnTo>
                    <a:pt x="842" y="1304"/>
                  </a:lnTo>
                  <a:lnTo>
                    <a:pt x="983" y="1324"/>
                  </a:lnTo>
                  <a:lnTo>
                    <a:pt x="1123" y="1345"/>
                  </a:lnTo>
                  <a:lnTo>
                    <a:pt x="1244" y="1385"/>
                  </a:lnTo>
                  <a:lnTo>
                    <a:pt x="1344" y="1445"/>
                  </a:lnTo>
                  <a:lnTo>
                    <a:pt x="1344" y="1445"/>
                  </a:lnTo>
                  <a:lnTo>
                    <a:pt x="1464" y="1184"/>
                  </a:lnTo>
                  <a:lnTo>
                    <a:pt x="1605" y="943"/>
                  </a:lnTo>
                  <a:lnTo>
                    <a:pt x="1745" y="703"/>
                  </a:lnTo>
                  <a:lnTo>
                    <a:pt x="1905" y="462"/>
                  </a:lnTo>
                  <a:lnTo>
                    <a:pt x="1905" y="462"/>
                  </a:lnTo>
                  <a:lnTo>
                    <a:pt x="2086" y="221"/>
                  </a:lnTo>
                  <a:lnTo>
                    <a:pt x="228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32">
              <a:extLst>
                <a:ext uri="{FF2B5EF4-FFF2-40B4-BE49-F238E27FC236}">
                  <a16:creationId xmlns:a16="http://schemas.microsoft.com/office/drawing/2014/main" id="{452184B3-2502-A018-3ADC-B774072CF923}"/>
                </a:ext>
              </a:extLst>
            </p:cNvPr>
            <p:cNvSpPr/>
            <p:nvPr/>
          </p:nvSpPr>
          <p:spPr>
            <a:xfrm>
              <a:off x="11597250" y="4021650"/>
              <a:ext cx="1550" cy="2550"/>
            </a:xfrm>
            <a:custGeom>
              <a:avLst/>
              <a:gdLst/>
              <a:ahLst/>
              <a:cxnLst/>
              <a:rect l="l" t="t" r="r" b="b"/>
              <a:pathLst>
                <a:path w="62" h="102" fill="none" extrusionOk="0">
                  <a:moveTo>
                    <a:pt x="61" y="1"/>
                  </a:moveTo>
                  <a:lnTo>
                    <a:pt x="6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41" y="101"/>
                  </a:lnTo>
                  <a:lnTo>
                    <a:pt x="41" y="101"/>
                  </a:lnTo>
                  <a:lnTo>
                    <a:pt x="6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32">
              <a:extLst>
                <a:ext uri="{FF2B5EF4-FFF2-40B4-BE49-F238E27FC236}">
                  <a16:creationId xmlns:a16="http://schemas.microsoft.com/office/drawing/2014/main" id="{C889ECD1-66BB-89DA-B20A-14BF0E6E93D5}"/>
                </a:ext>
              </a:extLst>
            </p:cNvPr>
            <p:cNvSpPr/>
            <p:nvPr/>
          </p:nvSpPr>
          <p:spPr>
            <a:xfrm>
              <a:off x="11457875" y="4072300"/>
              <a:ext cx="37125" cy="42650"/>
            </a:xfrm>
            <a:custGeom>
              <a:avLst/>
              <a:gdLst/>
              <a:ahLst/>
              <a:cxnLst/>
              <a:rect l="l" t="t" r="r" b="b"/>
              <a:pathLst>
                <a:path w="1485" h="1706" extrusionOk="0">
                  <a:moveTo>
                    <a:pt x="983" y="0"/>
                  </a:moveTo>
                  <a:lnTo>
                    <a:pt x="803" y="20"/>
                  </a:lnTo>
                  <a:lnTo>
                    <a:pt x="602" y="41"/>
                  </a:lnTo>
                  <a:lnTo>
                    <a:pt x="422" y="101"/>
                  </a:lnTo>
                  <a:lnTo>
                    <a:pt x="221" y="161"/>
                  </a:lnTo>
                  <a:lnTo>
                    <a:pt x="221" y="422"/>
                  </a:lnTo>
                  <a:lnTo>
                    <a:pt x="522" y="341"/>
                  </a:lnTo>
                  <a:lnTo>
                    <a:pt x="683" y="321"/>
                  </a:lnTo>
                  <a:lnTo>
                    <a:pt x="823" y="301"/>
                  </a:lnTo>
                  <a:lnTo>
                    <a:pt x="963" y="321"/>
                  </a:lnTo>
                  <a:lnTo>
                    <a:pt x="1084" y="341"/>
                  </a:lnTo>
                  <a:lnTo>
                    <a:pt x="1184" y="381"/>
                  </a:lnTo>
                  <a:lnTo>
                    <a:pt x="1284" y="442"/>
                  </a:lnTo>
                  <a:lnTo>
                    <a:pt x="1364" y="502"/>
                  </a:lnTo>
                  <a:lnTo>
                    <a:pt x="1485" y="141"/>
                  </a:lnTo>
                  <a:lnTo>
                    <a:pt x="1385" y="81"/>
                  </a:lnTo>
                  <a:lnTo>
                    <a:pt x="1264" y="41"/>
                  </a:lnTo>
                  <a:lnTo>
                    <a:pt x="1124" y="20"/>
                  </a:lnTo>
                  <a:lnTo>
                    <a:pt x="983" y="0"/>
                  </a:lnTo>
                  <a:close/>
                  <a:moveTo>
                    <a:pt x="1224" y="1164"/>
                  </a:moveTo>
                  <a:lnTo>
                    <a:pt x="1144" y="1244"/>
                  </a:lnTo>
                  <a:lnTo>
                    <a:pt x="983" y="1364"/>
                  </a:lnTo>
                  <a:lnTo>
                    <a:pt x="823" y="1444"/>
                  </a:lnTo>
                  <a:lnTo>
                    <a:pt x="622" y="1484"/>
                  </a:lnTo>
                  <a:lnTo>
                    <a:pt x="442" y="1504"/>
                  </a:lnTo>
                  <a:lnTo>
                    <a:pt x="241" y="1484"/>
                  </a:lnTo>
                  <a:lnTo>
                    <a:pt x="41" y="1444"/>
                  </a:lnTo>
                  <a:lnTo>
                    <a:pt x="1" y="1605"/>
                  </a:lnTo>
                  <a:lnTo>
                    <a:pt x="141" y="1645"/>
                  </a:lnTo>
                  <a:lnTo>
                    <a:pt x="282" y="1665"/>
                  </a:lnTo>
                  <a:lnTo>
                    <a:pt x="442" y="1705"/>
                  </a:lnTo>
                  <a:lnTo>
                    <a:pt x="582" y="1705"/>
                  </a:lnTo>
                  <a:lnTo>
                    <a:pt x="743" y="1685"/>
                  </a:lnTo>
                  <a:lnTo>
                    <a:pt x="903" y="1665"/>
                  </a:lnTo>
                  <a:lnTo>
                    <a:pt x="1064" y="1625"/>
                  </a:lnTo>
                  <a:lnTo>
                    <a:pt x="1204" y="1545"/>
                  </a:lnTo>
                  <a:lnTo>
                    <a:pt x="1204" y="1364"/>
                  </a:lnTo>
                  <a:lnTo>
                    <a:pt x="1224" y="1164"/>
                  </a:lnTo>
                  <a:close/>
                </a:path>
              </a:pathLst>
            </a:custGeom>
            <a:solidFill>
              <a:srgbClr val="424242">
                <a:alpha val="30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32">
              <a:extLst>
                <a:ext uri="{FF2B5EF4-FFF2-40B4-BE49-F238E27FC236}">
                  <a16:creationId xmlns:a16="http://schemas.microsoft.com/office/drawing/2014/main" id="{1C4059E2-ED40-09DF-0397-1B099F857E01}"/>
                </a:ext>
              </a:extLst>
            </p:cNvPr>
            <p:cNvSpPr/>
            <p:nvPr/>
          </p:nvSpPr>
          <p:spPr>
            <a:xfrm>
              <a:off x="11457875" y="4101375"/>
              <a:ext cx="30625" cy="13575"/>
            </a:xfrm>
            <a:custGeom>
              <a:avLst/>
              <a:gdLst/>
              <a:ahLst/>
              <a:cxnLst/>
              <a:rect l="l" t="t" r="r" b="b"/>
              <a:pathLst>
                <a:path w="1225" h="543" fill="none" extrusionOk="0">
                  <a:moveTo>
                    <a:pt x="1224" y="1"/>
                  </a:moveTo>
                  <a:lnTo>
                    <a:pt x="1224" y="1"/>
                  </a:lnTo>
                  <a:lnTo>
                    <a:pt x="1144" y="81"/>
                  </a:lnTo>
                  <a:lnTo>
                    <a:pt x="1144" y="81"/>
                  </a:lnTo>
                  <a:lnTo>
                    <a:pt x="983" y="201"/>
                  </a:lnTo>
                  <a:lnTo>
                    <a:pt x="823" y="281"/>
                  </a:lnTo>
                  <a:lnTo>
                    <a:pt x="622" y="321"/>
                  </a:lnTo>
                  <a:lnTo>
                    <a:pt x="442" y="341"/>
                  </a:lnTo>
                  <a:lnTo>
                    <a:pt x="442" y="341"/>
                  </a:lnTo>
                  <a:lnTo>
                    <a:pt x="241" y="321"/>
                  </a:lnTo>
                  <a:lnTo>
                    <a:pt x="41" y="281"/>
                  </a:lnTo>
                  <a:lnTo>
                    <a:pt x="41" y="281"/>
                  </a:lnTo>
                  <a:lnTo>
                    <a:pt x="1" y="442"/>
                  </a:lnTo>
                  <a:lnTo>
                    <a:pt x="1" y="442"/>
                  </a:lnTo>
                  <a:lnTo>
                    <a:pt x="141" y="482"/>
                  </a:lnTo>
                  <a:lnTo>
                    <a:pt x="282" y="502"/>
                  </a:lnTo>
                  <a:lnTo>
                    <a:pt x="442" y="542"/>
                  </a:lnTo>
                  <a:lnTo>
                    <a:pt x="582" y="542"/>
                  </a:lnTo>
                  <a:lnTo>
                    <a:pt x="582" y="542"/>
                  </a:lnTo>
                  <a:lnTo>
                    <a:pt x="743" y="522"/>
                  </a:lnTo>
                  <a:lnTo>
                    <a:pt x="903" y="502"/>
                  </a:lnTo>
                  <a:lnTo>
                    <a:pt x="1064" y="462"/>
                  </a:lnTo>
                  <a:lnTo>
                    <a:pt x="1204" y="382"/>
                  </a:lnTo>
                  <a:lnTo>
                    <a:pt x="1204" y="382"/>
                  </a:lnTo>
                  <a:lnTo>
                    <a:pt x="1204" y="201"/>
                  </a:lnTo>
                  <a:lnTo>
                    <a:pt x="1224" y="1"/>
                  </a:lnTo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32">
              <a:extLst>
                <a:ext uri="{FF2B5EF4-FFF2-40B4-BE49-F238E27FC236}">
                  <a16:creationId xmlns:a16="http://schemas.microsoft.com/office/drawing/2014/main" id="{B74B410D-F4EA-6A42-358F-64F2C369CE17}"/>
                </a:ext>
              </a:extLst>
            </p:cNvPr>
            <p:cNvSpPr/>
            <p:nvPr/>
          </p:nvSpPr>
          <p:spPr>
            <a:xfrm>
              <a:off x="11391200" y="4053250"/>
              <a:ext cx="72225" cy="73725"/>
            </a:xfrm>
            <a:custGeom>
              <a:avLst/>
              <a:gdLst/>
              <a:ahLst/>
              <a:cxnLst/>
              <a:rect l="l" t="t" r="r" b="b"/>
              <a:pathLst>
                <a:path w="2889" h="2949" extrusionOk="0">
                  <a:moveTo>
                    <a:pt x="783" y="0"/>
                  </a:moveTo>
                  <a:lnTo>
                    <a:pt x="622" y="20"/>
                  </a:lnTo>
                  <a:lnTo>
                    <a:pt x="422" y="81"/>
                  </a:lnTo>
                  <a:lnTo>
                    <a:pt x="241" y="161"/>
                  </a:lnTo>
                  <a:lnTo>
                    <a:pt x="161" y="241"/>
                  </a:lnTo>
                  <a:lnTo>
                    <a:pt x="81" y="361"/>
                  </a:lnTo>
                  <a:lnTo>
                    <a:pt x="41" y="522"/>
                  </a:lnTo>
                  <a:lnTo>
                    <a:pt x="1" y="682"/>
                  </a:lnTo>
                  <a:lnTo>
                    <a:pt x="1" y="883"/>
                  </a:lnTo>
                  <a:lnTo>
                    <a:pt x="1" y="1083"/>
                  </a:lnTo>
                  <a:lnTo>
                    <a:pt x="1" y="1304"/>
                  </a:lnTo>
                  <a:lnTo>
                    <a:pt x="41" y="1545"/>
                  </a:lnTo>
                  <a:lnTo>
                    <a:pt x="121" y="1966"/>
                  </a:lnTo>
                  <a:lnTo>
                    <a:pt x="181" y="2186"/>
                  </a:lnTo>
                  <a:lnTo>
                    <a:pt x="241" y="2367"/>
                  </a:lnTo>
                  <a:lnTo>
                    <a:pt x="301" y="2527"/>
                  </a:lnTo>
                  <a:lnTo>
                    <a:pt x="382" y="2668"/>
                  </a:lnTo>
                  <a:lnTo>
                    <a:pt x="462" y="2788"/>
                  </a:lnTo>
                  <a:lnTo>
                    <a:pt x="542" y="2848"/>
                  </a:lnTo>
                  <a:lnTo>
                    <a:pt x="702" y="2928"/>
                  </a:lnTo>
                  <a:lnTo>
                    <a:pt x="843" y="2948"/>
                  </a:lnTo>
                  <a:lnTo>
                    <a:pt x="1104" y="2948"/>
                  </a:lnTo>
                  <a:lnTo>
                    <a:pt x="1284" y="2868"/>
                  </a:lnTo>
                  <a:lnTo>
                    <a:pt x="1384" y="2848"/>
                  </a:lnTo>
                  <a:lnTo>
                    <a:pt x="1525" y="2848"/>
                  </a:lnTo>
                  <a:lnTo>
                    <a:pt x="1605" y="2868"/>
                  </a:lnTo>
                  <a:lnTo>
                    <a:pt x="1785" y="2928"/>
                  </a:lnTo>
                  <a:lnTo>
                    <a:pt x="1906" y="2948"/>
                  </a:lnTo>
                  <a:lnTo>
                    <a:pt x="2046" y="2948"/>
                  </a:lnTo>
                  <a:lnTo>
                    <a:pt x="2207" y="2908"/>
                  </a:lnTo>
                  <a:lnTo>
                    <a:pt x="2367" y="2828"/>
                  </a:lnTo>
                  <a:lnTo>
                    <a:pt x="2447" y="2768"/>
                  </a:lnTo>
                  <a:lnTo>
                    <a:pt x="2527" y="2648"/>
                  </a:lnTo>
                  <a:lnTo>
                    <a:pt x="2608" y="2507"/>
                  </a:lnTo>
                  <a:lnTo>
                    <a:pt x="2668" y="2347"/>
                  </a:lnTo>
                  <a:lnTo>
                    <a:pt x="2728" y="2166"/>
                  </a:lnTo>
                  <a:lnTo>
                    <a:pt x="2788" y="1946"/>
                  </a:lnTo>
                  <a:lnTo>
                    <a:pt x="2868" y="1504"/>
                  </a:lnTo>
                  <a:lnTo>
                    <a:pt x="2888" y="1284"/>
                  </a:lnTo>
                  <a:lnTo>
                    <a:pt x="2888" y="1063"/>
                  </a:lnTo>
                  <a:lnTo>
                    <a:pt x="2888" y="863"/>
                  </a:lnTo>
                  <a:lnTo>
                    <a:pt x="2868" y="662"/>
                  </a:lnTo>
                  <a:lnTo>
                    <a:pt x="2848" y="502"/>
                  </a:lnTo>
                  <a:lnTo>
                    <a:pt x="2788" y="341"/>
                  </a:lnTo>
                  <a:lnTo>
                    <a:pt x="2728" y="241"/>
                  </a:lnTo>
                  <a:lnTo>
                    <a:pt x="2648" y="161"/>
                  </a:lnTo>
                  <a:lnTo>
                    <a:pt x="2527" y="101"/>
                  </a:lnTo>
                  <a:lnTo>
                    <a:pt x="2427" y="40"/>
                  </a:lnTo>
                  <a:lnTo>
                    <a:pt x="2207" y="0"/>
                  </a:lnTo>
                  <a:lnTo>
                    <a:pt x="1825" y="0"/>
                  </a:lnTo>
                  <a:lnTo>
                    <a:pt x="1605" y="60"/>
                  </a:lnTo>
                  <a:lnTo>
                    <a:pt x="1444" y="81"/>
                  </a:lnTo>
                  <a:lnTo>
                    <a:pt x="1244" y="40"/>
                  </a:lnTo>
                  <a:lnTo>
                    <a:pt x="9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32">
              <a:extLst>
                <a:ext uri="{FF2B5EF4-FFF2-40B4-BE49-F238E27FC236}">
                  <a16:creationId xmlns:a16="http://schemas.microsoft.com/office/drawing/2014/main" id="{8746390D-7647-3C20-A515-E6535C8B637A}"/>
                </a:ext>
              </a:extLst>
            </p:cNvPr>
            <p:cNvSpPr/>
            <p:nvPr/>
          </p:nvSpPr>
          <p:spPr>
            <a:xfrm>
              <a:off x="11391200" y="4053250"/>
              <a:ext cx="72225" cy="73725"/>
            </a:xfrm>
            <a:custGeom>
              <a:avLst/>
              <a:gdLst/>
              <a:ahLst/>
              <a:cxnLst/>
              <a:rect l="l" t="t" r="r" b="b"/>
              <a:pathLst>
                <a:path w="2889" h="2949" fill="none" extrusionOk="0">
                  <a:moveTo>
                    <a:pt x="2367" y="2828"/>
                  </a:moveTo>
                  <a:lnTo>
                    <a:pt x="2367" y="2828"/>
                  </a:lnTo>
                  <a:lnTo>
                    <a:pt x="2207" y="2908"/>
                  </a:lnTo>
                  <a:lnTo>
                    <a:pt x="2046" y="2948"/>
                  </a:lnTo>
                  <a:lnTo>
                    <a:pt x="1906" y="2948"/>
                  </a:lnTo>
                  <a:lnTo>
                    <a:pt x="1785" y="2928"/>
                  </a:lnTo>
                  <a:lnTo>
                    <a:pt x="1785" y="2928"/>
                  </a:lnTo>
                  <a:lnTo>
                    <a:pt x="1605" y="2868"/>
                  </a:lnTo>
                  <a:lnTo>
                    <a:pt x="1525" y="2848"/>
                  </a:lnTo>
                  <a:lnTo>
                    <a:pt x="1464" y="2848"/>
                  </a:lnTo>
                  <a:lnTo>
                    <a:pt x="1464" y="2848"/>
                  </a:lnTo>
                  <a:lnTo>
                    <a:pt x="1384" y="2848"/>
                  </a:lnTo>
                  <a:lnTo>
                    <a:pt x="1284" y="2868"/>
                  </a:lnTo>
                  <a:lnTo>
                    <a:pt x="1104" y="2948"/>
                  </a:lnTo>
                  <a:lnTo>
                    <a:pt x="983" y="2948"/>
                  </a:lnTo>
                  <a:lnTo>
                    <a:pt x="843" y="2948"/>
                  </a:lnTo>
                  <a:lnTo>
                    <a:pt x="702" y="2928"/>
                  </a:lnTo>
                  <a:lnTo>
                    <a:pt x="542" y="2848"/>
                  </a:lnTo>
                  <a:lnTo>
                    <a:pt x="542" y="2848"/>
                  </a:lnTo>
                  <a:lnTo>
                    <a:pt x="462" y="2788"/>
                  </a:lnTo>
                  <a:lnTo>
                    <a:pt x="382" y="2668"/>
                  </a:lnTo>
                  <a:lnTo>
                    <a:pt x="301" y="2527"/>
                  </a:lnTo>
                  <a:lnTo>
                    <a:pt x="241" y="2367"/>
                  </a:lnTo>
                  <a:lnTo>
                    <a:pt x="181" y="2186"/>
                  </a:lnTo>
                  <a:lnTo>
                    <a:pt x="121" y="1966"/>
                  </a:lnTo>
                  <a:lnTo>
                    <a:pt x="41" y="1545"/>
                  </a:lnTo>
                  <a:lnTo>
                    <a:pt x="1" y="1304"/>
                  </a:lnTo>
                  <a:lnTo>
                    <a:pt x="1" y="1083"/>
                  </a:lnTo>
                  <a:lnTo>
                    <a:pt x="1" y="883"/>
                  </a:lnTo>
                  <a:lnTo>
                    <a:pt x="1" y="682"/>
                  </a:lnTo>
                  <a:lnTo>
                    <a:pt x="41" y="522"/>
                  </a:lnTo>
                  <a:lnTo>
                    <a:pt x="81" y="361"/>
                  </a:lnTo>
                  <a:lnTo>
                    <a:pt x="161" y="241"/>
                  </a:lnTo>
                  <a:lnTo>
                    <a:pt x="241" y="161"/>
                  </a:lnTo>
                  <a:lnTo>
                    <a:pt x="241" y="161"/>
                  </a:lnTo>
                  <a:lnTo>
                    <a:pt x="422" y="81"/>
                  </a:lnTo>
                  <a:lnTo>
                    <a:pt x="622" y="20"/>
                  </a:lnTo>
                  <a:lnTo>
                    <a:pt x="783" y="0"/>
                  </a:lnTo>
                  <a:lnTo>
                    <a:pt x="943" y="0"/>
                  </a:lnTo>
                  <a:lnTo>
                    <a:pt x="1244" y="40"/>
                  </a:lnTo>
                  <a:lnTo>
                    <a:pt x="1444" y="81"/>
                  </a:lnTo>
                  <a:lnTo>
                    <a:pt x="1444" y="81"/>
                  </a:lnTo>
                  <a:lnTo>
                    <a:pt x="1605" y="60"/>
                  </a:lnTo>
                  <a:lnTo>
                    <a:pt x="1825" y="0"/>
                  </a:lnTo>
                  <a:lnTo>
                    <a:pt x="1825" y="0"/>
                  </a:lnTo>
                  <a:lnTo>
                    <a:pt x="2006" y="0"/>
                  </a:lnTo>
                  <a:lnTo>
                    <a:pt x="2207" y="0"/>
                  </a:lnTo>
                  <a:lnTo>
                    <a:pt x="2427" y="40"/>
                  </a:lnTo>
                  <a:lnTo>
                    <a:pt x="2527" y="101"/>
                  </a:lnTo>
                  <a:lnTo>
                    <a:pt x="2648" y="161"/>
                  </a:lnTo>
                  <a:lnTo>
                    <a:pt x="2648" y="161"/>
                  </a:lnTo>
                  <a:lnTo>
                    <a:pt x="2728" y="241"/>
                  </a:lnTo>
                  <a:lnTo>
                    <a:pt x="2788" y="341"/>
                  </a:lnTo>
                  <a:lnTo>
                    <a:pt x="2848" y="502"/>
                  </a:lnTo>
                  <a:lnTo>
                    <a:pt x="2868" y="662"/>
                  </a:lnTo>
                  <a:lnTo>
                    <a:pt x="2888" y="863"/>
                  </a:lnTo>
                  <a:lnTo>
                    <a:pt x="2888" y="1063"/>
                  </a:lnTo>
                  <a:lnTo>
                    <a:pt x="2888" y="1284"/>
                  </a:lnTo>
                  <a:lnTo>
                    <a:pt x="2868" y="1504"/>
                  </a:lnTo>
                  <a:lnTo>
                    <a:pt x="2788" y="1946"/>
                  </a:lnTo>
                  <a:lnTo>
                    <a:pt x="2728" y="2166"/>
                  </a:lnTo>
                  <a:lnTo>
                    <a:pt x="2668" y="2347"/>
                  </a:lnTo>
                  <a:lnTo>
                    <a:pt x="2608" y="2507"/>
                  </a:lnTo>
                  <a:lnTo>
                    <a:pt x="2527" y="2648"/>
                  </a:lnTo>
                  <a:lnTo>
                    <a:pt x="2447" y="2768"/>
                  </a:lnTo>
                  <a:lnTo>
                    <a:pt x="2367" y="28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32">
              <a:extLst>
                <a:ext uri="{FF2B5EF4-FFF2-40B4-BE49-F238E27FC236}">
                  <a16:creationId xmlns:a16="http://schemas.microsoft.com/office/drawing/2014/main" id="{018D7220-DD89-EFCB-C1E4-57808A8102C4}"/>
                </a:ext>
              </a:extLst>
            </p:cNvPr>
            <p:cNvSpPr/>
            <p:nvPr/>
          </p:nvSpPr>
          <p:spPr>
            <a:xfrm>
              <a:off x="11391200" y="4053250"/>
              <a:ext cx="45650" cy="73725"/>
            </a:xfrm>
            <a:custGeom>
              <a:avLst/>
              <a:gdLst/>
              <a:ahLst/>
              <a:cxnLst/>
              <a:rect l="l" t="t" r="r" b="b"/>
              <a:pathLst>
                <a:path w="1826" h="2949" extrusionOk="0">
                  <a:moveTo>
                    <a:pt x="702" y="0"/>
                  </a:moveTo>
                  <a:lnTo>
                    <a:pt x="542" y="40"/>
                  </a:lnTo>
                  <a:lnTo>
                    <a:pt x="402" y="81"/>
                  </a:lnTo>
                  <a:lnTo>
                    <a:pt x="241" y="161"/>
                  </a:lnTo>
                  <a:lnTo>
                    <a:pt x="181" y="221"/>
                  </a:lnTo>
                  <a:lnTo>
                    <a:pt x="121" y="281"/>
                  </a:lnTo>
                  <a:lnTo>
                    <a:pt x="81" y="361"/>
                  </a:lnTo>
                  <a:lnTo>
                    <a:pt x="61" y="462"/>
                  </a:lnTo>
                  <a:lnTo>
                    <a:pt x="1" y="702"/>
                  </a:lnTo>
                  <a:lnTo>
                    <a:pt x="1" y="963"/>
                  </a:lnTo>
                  <a:lnTo>
                    <a:pt x="1" y="983"/>
                  </a:lnTo>
                  <a:lnTo>
                    <a:pt x="1" y="1264"/>
                  </a:lnTo>
                  <a:lnTo>
                    <a:pt x="41" y="1565"/>
                  </a:lnTo>
                  <a:lnTo>
                    <a:pt x="81" y="1845"/>
                  </a:lnTo>
                  <a:lnTo>
                    <a:pt x="161" y="2126"/>
                  </a:lnTo>
                  <a:lnTo>
                    <a:pt x="241" y="2367"/>
                  </a:lnTo>
                  <a:lnTo>
                    <a:pt x="341" y="2587"/>
                  </a:lnTo>
                  <a:lnTo>
                    <a:pt x="442" y="2748"/>
                  </a:lnTo>
                  <a:lnTo>
                    <a:pt x="502" y="2808"/>
                  </a:lnTo>
                  <a:lnTo>
                    <a:pt x="542" y="2848"/>
                  </a:lnTo>
                  <a:lnTo>
                    <a:pt x="662" y="2908"/>
                  </a:lnTo>
                  <a:lnTo>
                    <a:pt x="763" y="2928"/>
                  </a:lnTo>
                  <a:lnTo>
                    <a:pt x="843" y="2948"/>
                  </a:lnTo>
                  <a:lnTo>
                    <a:pt x="1083" y="2948"/>
                  </a:lnTo>
                  <a:lnTo>
                    <a:pt x="1224" y="2908"/>
                  </a:lnTo>
                  <a:lnTo>
                    <a:pt x="1344" y="2868"/>
                  </a:lnTo>
                  <a:lnTo>
                    <a:pt x="1464" y="2848"/>
                  </a:lnTo>
                  <a:lnTo>
                    <a:pt x="1525" y="2848"/>
                  </a:lnTo>
                  <a:lnTo>
                    <a:pt x="1605" y="2868"/>
                  </a:lnTo>
                  <a:lnTo>
                    <a:pt x="1785" y="2928"/>
                  </a:lnTo>
                  <a:lnTo>
                    <a:pt x="1725" y="2868"/>
                  </a:lnTo>
                  <a:lnTo>
                    <a:pt x="1625" y="2748"/>
                  </a:lnTo>
                  <a:lnTo>
                    <a:pt x="1525" y="2668"/>
                  </a:lnTo>
                  <a:lnTo>
                    <a:pt x="1324" y="2527"/>
                  </a:lnTo>
                  <a:lnTo>
                    <a:pt x="1244" y="2467"/>
                  </a:lnTo>
                  <a:lnTo>
                    <a:pt x="1164" y="2367"/>
                  </a:lnTo>
                  <a:lnTo>
                    <a:pt x="1083" y="2266"/>
                  </a:lnTo>
                  <a:lnTo>
                    <a:pt x="1023" y="2126"/>
                  </a:lnTo>
                  <a:lnTo>
                    <a:pt x="983" y="1966"/>
                  </a:lnTo>
                  <a:lnTo>
                    <a:pt x="943" y="1805"/>
                  </a:lnTo>
                  <a:lnTo>
                    <a:pt x="923" y="1464"/>
                  </a:lnTo>
                  <a:lnTo>
                    <a:pt x="923" y="1244"/>
                  </a:lnTo>
                  <a:lnTo>
                    <a:pt x="943" y="1043"/>
                  </a:lnTo>
                  <a:lnTo>
                    <a:pt x="1003" y="863"/>
                  </a:lnTo>
                  <a:lnTo>
                    <a:pt x="1083" y="682"/>
                  </a:lnTo>
                  <a:lnTo>
                    <a:pt x="1204" y="502"/>
                  </a:lnTo>
                  <a:lnTo>
                    <a:pt x="1324" y="361"/>
                  </a:lnTo>
                  <a:lnTo>
                    <a:pt x="1485" y="241"/>
                  </a:lnTo>
                  <a:lnTo>
                    <a:pt x="1665" y="141"/>
                  </a:lnTo>
                  <a:lnTo>
                    <a:pt x="1705" y="141"/>
                  </a:lnTo>
                  <a:lnTo>
                    <a:pt x="1765" y="121"/>
                  </a:lnTo>
                  <a:lnTo>
                    <a:pt x="1805" y="81"/>
                  </a:lnTo>
                  <a:lnTo>
                    <a:pt x="1825" y="40"/>
                  </a:lnTo>
                  <a:lnTo>
                    <a:pt x="1825" y="20"/>
                  </a:lnTo>
                  <a:lnTo>
                    <a:pt x="1825" y="0"/>
                  </a:lnTo>
                  <a:lnTo>
                    <a:pt x="1605" y="60"/>
                  </a:lnTo>
                  <a:lnTo>
                    <a:pt x="1444" y="81"/>
                  </a:lnTo>
                  <a:lnTo>
                    <a:pt x="1324" y="60"/>
                  </a:lnTo>
                  <a:lnTo>
                    <a:pt x="1184" y="40"/>
                  </a:lnTo>
                  <a:lnTo>
                    <a:pt x="1023" y="20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32">
              <a:extLst>
                <a:ext uri="{FF2B5EF4-FFF2-40B4-BE49-F238E27FC236}">
                  <a16:creationId xmlns:a16="http://schemas.microsoft.com/office/drawing/2014/main" id="{33686D30-F415-3B56-8BBC-CF20AC125D9F}"/>
                </a:ext>
              </a:extLst>
            </p:cNvPr>
            <p:cNvSpPr/>
            <p:nvPr/>
          </p:nvSpPr>
          <p:spPr>
            <a:xfrm>
              <a:off x="11391200" y="4053250"/>
              <a:ext cx="45650" cy="73725"/>
            </a:xfrm>
            <a:custGeom>
              <a:avLst/>
              <a:gdLst/>
              <a:ahLst/>
              <a:cxnLst/>
              <a:rect l="l" t="t" r="r" b="b"/>
              <a:pathLst>
                <a:path w="1826" h="2949" fill="none" extrusionOk="0">
                  <a:moveTo>
                    <a:pt x="843" y="0"/>
                  </a:moveTo>
                  <a:lnTo>
                    <a:pt x="843" y="0"/>
                  </a:lnTo>
                  <a:lnTo>
                    <a:pt x="702" y="0"/>
                  </a:lnTo>
                  <a:lnTo>
                    <a:pt x="542" y="40"/>
                  </a:lnTo>
                  <a:lnTo>
                    <a:pt x="402" y="81"/>
                  </a:lnTo>
                  <a:lnTo>
                    <a:pt x="241" y="161"/>
                  </a:lnTo>
                  <a:lnTo>
                    <a:pt x="241" y="161"/>
                  </a:lnTo>
                  <a:lnTo>
                    <a:pt x="181" y="221"/>
                  </a:lnTo>
                  <a:lnTo>
                    <a:pt x="121" y="281"/>
                  </a:lnTo>
                  <a:lnTo>
                    <a:pt x="81" y="361"/>
                  </a:lnTo>
                  <a:lnTo>
                    <a:pt x="61" y="462"/>
                  </a:lnTo>
                  <a:lnTo>
                    <a:pt x="1" y="702"/>
                  </a:lnTo>
                  <a:lnTo>
                    <a:pt x="1" y="963"/>
                  </a:lnTo>
                  <a:lnTo>
                    <a:pt x="1" y="963"/>
                  </a:lnTo>
                  <a:lnTo>
                    <a:pt x="1" y="983"/>
                  </a:lnTo>
                  <a:lnTo>
                    <a:pt x="1" y="983"/>
                  </a:lnTo>
                  <a:lnTo>
                    <a:pt x="1" y="1264"/>
                  </a:lnTo>
                  <a:lnTo>
                    <a:pt x="41" y="1565"/>
                  </a:lnTo>
                  <a:lnTo>
                    <a:pt x="81" y="1845"/>
                  </a:lnTo>
                  <a:lnTo>
                    <a:pt x="161" y="2126"/>
                  </a:lnTo>
                  <a:lnTo>
                    <a:pt x="241" y="2367"/>
                  </a:lnTo>
                  <a:lnTo>
                    <a:pt x="341" y="2587"/>
                  </a:lnTo>
                  <a:lnTo>
                    <a:pt x="442" y="2748"/>
                  </a:lnTo>
                  <a:lnTo>
                    <a:pt x="502" y="2808"/>
                  </a:lnTo>
                  <a:lnTo>
                    <a:pt x="542" y="2848"/>
                  </a:lnTo>
                  <a:lnTo>
                    <a:pt x="542" y="2848"/>
                  </a:lnTo>
                  <a:lnTo>
                    <a:pt x="662" y="2908"/>
                  </a:lnTo>
                  <a:lnTo>
                    <a:pt x="763" y="2928"/>
                  </a:lnTo>
                  <a:lnTo>
                    <a:pt x="843" y="2948"/>
                  </a:lnTo>
                  <a:lnTo>
                    <a:pt x="943" y="2948"/>
                  </a:lnTo>
                  <a:lnTo>
                    <a:pt x="943" y="2948"/>
                  </a:lnTo>
                  <a:lnTo>
                    <a:pt x="1083" y="2948"/>
                  </a:lnTo>
                  <a:lnTo>
                    <a:pt x="1224" y="2908"/>
                  </a:lnTo>
                  <a:lnTo>
                    <a:pt x="1344" y="2868"/>
                  </a:lnTo>
                  <a:lnTo>
                    <a:pt x="1464" y="2848"/>
                  </a:lnTo>
                  <a:lnTo>
                    <a:pt x="1464" y="2848"/>
                  </a:lnTo>
                  <a:lnTo>
                    <a:pt x="1525" y="2848"/>
                  </a:lnTo>
                  <a:lnTo>
                    <a:pt x="1605" y="2868"/>
                  </a:lnTo>
                  <a:lnTo>
                    <a:pt x="1785" y="2928"/>
                  </a:lnTo>
                  <a:lnTo>
                    <a:pt x="1785" y="2928"/>
                  </a:lnTo>
                  <a:lnTo>
                    <a:pt x="1725" y="2868"/>
                  </a:lnTo>
                  <a:lnTo>
                    <a:pt x="1725" y="2868"/>
                  </a:lnTo>
                  <a:lnTo>
                    <a:pt x="1625" y="2748"/>
                  </a:lnTo>
                  <a:lnTo>
                    <a:pt x="1525" y="2668"/>
                  </a:lnTo>
                  <a:lnTo>
                    <a:pt x="1324" y="2527"/>
                  </a:lnTo>
                  <a:lnTo>
                    <a:pt x="1244" y="2467"/>
                  </a:lnTo>
                  <a:lnTo>
                    <a:pt x="1164" y="2367"/>
                  </a:lnTo>
                  <a:lnTo>
                    <a:pt x="1083" y="2266"/>
                  </a:lnTo>
                  <a:lnTo>
                    <a:pt x="1023" y="2126"/>
                  </a:lnTo>
                  <a:lnTo>
                    <a:pt x="1023" y="2126"/>
                  </a:lnTo>
                  <a:lnTo>
                    <a:pt x="983" y="1966"/>
                  </a:lnTo>
                  <a:lnTo>
                    <a:pt x="943" y="1805"/>
                  </a:lnTo>
                  <a:lnTo>
                    <a:pt x="923" y="1464"/>
                  </a:lnTo>
                  <a:lnTo>
                    <a:pt x="923" y="1464"/>
                  </a:lnTo>
                  <a:lnTo>
                    <a:pt x="923" y="1244"/>
                  </a:lnTo>
                  <a:lnTo>
                    <a:pt x="943" y="1043"/>
                  </a:lnTo>
                  <a:lnTo>
                    <a:pt x="1003" y="863"/>
                  </a:lnTo>
                  <a:lnTo>
                    <a:pt x="1083" y="682"/>
                  </a:lnTo>
                  <a:lnTo>
                    <a:pt x="1204" y="502"/>
                  </a:lnTo>
                  <a:lnTo>
                    <a:pt x="1324" y="361"/>
                  </a:lnTo>
                  <a:lnTo>
                    <a:pt x="1485" y="241"/>
                  </a:lnTo>
                  <a:lnTo>
                    <a:pt x="1665" y="141"/>
                  </a:lnTo>
                  <a:lnTo>
                    <a:pt x="1665" y="141"/>
                  </a:lnTo>
                  <a:lnTo>
                    <a:pt x="1705" y="141"/>
                  </a:lnTo>
                  <a:lnTo>
                    <a:pt x="1705" y="141"/>
                  </a:lnTo>
                  <a:lnTo>
                    <a:pt x="1765" y="121"/>
                  </a:lnTo>
                  <a:lnTo>
                    <a:pt x="1805" y="81"/>
                  </a:lnTo>
                  <a:lnTo>
                    <a:pt x="1805" y="81"/>
                  </a:lnTo>
                  <a:lnTo>
                    <a:pt x="1825" y="40"/>
                  </a:lnTo>
                  <a:lnTo>
                    <a:pt x="1825" y="20"/>
                  </a:lnTo>
                  <a:lnTo>
                    <a:pt x="1825" y="0"/>
                  </a:lnTo>
                  <a:lnTo>
                    <a:pt x="1825" y="0"/>
                  </a:lnTo>
                  <a:lnTo>
                    <a:pt x="1825" y="0"/>
                  </a:lnTo>
                  <a:lnTo>
                    <a:pt x="1605" y="60"/>
                  </a:lnTo>
                  <a:lnTo>
                    <a:pt x="1444" y="81"/>
                  </a:lnTo>
                  <a:lnTo>
                    <a:pt x="1444" y="81"/>
                  </a:lnTo>
                  <a:lnTo>
                    <a:pt x="1324" y="60"/>
                  </a:lnTo>
                  <a:lnTo>
                    <a:pt x="1184" y="40"/>
                  </a:lnTo>
                  <a:lnTo>
                    <a:pt x="1023" y="20"/>
                  </a:lnTo>
                  <a:lnTo>
                    <a:pt x="84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32">
              <a:extLst>
                <a:ext uri="{FF2B5EF4-FFF2-40B4-BE49-F238E27FC236}">
                  <a16:creationId xmlns:a16="http://schemas.microsoft.com/office/drawing/2014/main" id="{6CDBFABA-416A-8FBF-04A1-A257B80673A5}"/>
                </a:ext>
              </a:extLst>
            </p:cNvPr>
            <p:cNvSpPr/>
            <p:nvPr/>
          </p:nvSpPr>
          <p:spPr>
            <a:xfrm>
              <a:off x="10716375" y="4375625"/>
              <a:ext cx="540475" cy="391075"/>
            </a:xfrm>
            <a:custGeom>
              <a:avLst/>
              <a:gdLst/>
              <a:ahLst/>
              <a:cxnLst/>
              <a:rect l="l" t="t" r="r" b="b"/>
              <a:pathLst>
                <a:path w="21619" h="15643" extrusionOk="0">
                  <a:moveTo>
                    <a:pt x="5635" y="0"/>
                  </a:moveTo>
                  <a:lnTo>
                    <a:pt x="5214" y="20"/>
                  </a:lnTo>
                  <a:lnTo>
                    <a:pt x="4793" y="61"/>
                  </a:lnTo>
                  <a:lnTo>
                    <a:pt x="4392" y="121"/>
                  </a:lnTo>
                  <a:lnTo>
                    <a:pt x="4011" y="201"/>
                  </a:lnTo>
                  <a:lnTo>
                    <a:pt x="3630" y="301"/>
                  </a:lnTo>
                  <a:lnTo>
                    <a:pt x="3269" y="442"/>
                  </a:lnTo>
                  <a:lnTo>
                    <a:pt x="2908" y="582"/>
                  </a:lnTo>
                  <a:lnTo>
                    <a:pt x="2567" y="762"/>
                  </a:lnTo>
                  <a:lnTo>
                    <a:pt x="2246" y="963"/>
                  </a:lnTo>
                  <a:lnTo>
                    <a:pt x="1945" y="1164"/>
                  </a:lnTo>
                  <a:lnTo>
                    <a:pt x="1665" y="1404"/>
                  </a:lnTo>
                  <a:lnTo>
                    <a:pt x="1404" y="1665"/>
                  </a:lnTo>
                  <a:lnTo>
                    <a:pt x="1143" y="1946"/>
                  </a:lnTo>
                  <a:lnTo>
                    <a:pt x="923" y="2247"/>
                  </a:lnTo>
                  <a:lnTo>
                    <a:pt x="722" y="2567"/>
                  </a:lnTo>
                  <a:lnTo>
                    <a:pt x="542" y="2908"/>
                  </a:lnTo>
                  <a:lnTo>
                    <a:pt x="381" y="3269"/>
                  </a:lnTo>
                  <a:lnTo>
                    <a:pt x="241" y="3650"/>
                  </a:lnTo>
                  <a:lnTo>
                    <a:pt x="141" y="4051"/>
                  </a:lnTo>
                  <a:lnTo>
                    <a:pt x="60" y="4453"/>
                  </a:lnTo>
                  <a:lnTo>
                    <a:pt x="20" y="4894"/>
                  </a:lnTo>
                  <a:lnTo>
                    <a:pt x="0" y="5355"/>
                  </a:lnTo>
                  <a:lnTo>
                    <a:pt x="20" y="5816"/>
                  </a:lnTo>
                  <a:lnTo>
                    <a:pt x="80" y="6277"/>
                  </a:lnTo>
                  <a:lnTo>
                    <a:pt x="181" y="6759"/>
                  </a:lnTo>
                  <a:lnTo>
                    <a:pt x="301" y="7220"/>
                  </a:lnTo>
                  <a:lnTo>
                    <a:pt x="461" y="7681"/>
                  </a:lnTo>
                  <a:lnTo>
                    <a:pt x="662" y="8143"/>
                  </a:lnTo>
                  <a:lnTo>
                    <a:pt x="883" y="8624"/>
                  </a:lnTo>
                  <a:lnTo>
                    <a:pt x="1143" y="9065"/>
                  </a:lnTo>
                  <a:lnTo>
                    <a:pt x="1424" y="9526"/>
                  </a:lnTo>
                  <a:lnTo>
                    <a:pt x="1725" y="9968"/>
                  </a:lnTo>
                  <a:lnTo>
                    <a:pt x="2046" y="10409"/>
                  </a:lnTo>
                  <a:lnTo>
                    <a:pt x="2387" y="10830"/>
                  </a:lnTo>
                  <a:lnTo>
                    <a:pt x="2748" y="11251"/>
                  </a:lnTo>
                  <a:lnTo>
                    <a:pt x="3149" y="11652"/>
                  </a:lnTo>
                  <a:lnTo>
                    <a:pt x="3530" y="12053"/>
                  </a:lnTo>
                  <a:lnTo>
                    <a:pt x="3951" y="12434"/>
                  </a:lnTo>
                  <a:lnTo>
                    <a:pt x="4372" y="12795"/>
                  </a:lnTo>
                  <a:lnTo>
                    <a:pt x="4793" y="13136"/>
                  </a:lnTo>
                  <a:lnTo>
                    <a:pt x="5234" y="13477"/>
                  </a:lnTo>
                  <a:lnTo>
                    <a:pt x="5676" y="13778"/>
                  </a:lnTo>
                  <a:lnTo>
                    <a:pt x="6137" y="14079"/>
                  </a:lnTo>
                  <a:lnTo>
                    <a:pt x="6578" y="14339"/>
                  </a:lnTo>
                  <a:lnTo>
                    <a:pt x="7039" y="14600"/>
                  </a:lnTo>
                  <a:lnTo>
                    <a:pt x="7481" y="14821"/>
                  </a:lnTo>
                  <a:lnTo>
                    <a:pt x="7922" y="15021"/>
                  </a:lnTo>
                  <a:lnTo>
                    <a:pt x="8363" y="15202"/>
                  </a:lnTo>
                  <a:lnTo>
                    <a:pt x="8804" y="15342"/>
                  </a:lnTo>
                  <a:lnTo>
                    <a:pt x="9225" y="15462"/>
                  </a:lnTo>
                  <a:lnTo>
                    <a:pt x="9626" y="15543"/>
                  </a:lnTo>
                  <a:lnTo>
                    <a:pt x="10027" y="15603"/>
                  </a:lnTo>
                  <a:lnTo>
                    <a:pt x="10408" y="15643"/>
                  </a:lnTo>
                  <a:lnTo>
                    <a:pt x="10789" y="15643"/>
                  </a:lnTo>
                  <a:lnTo>
                    <a:pt x="11050" y="15603"/>
                  </a:lnTo>
                  <a:lnTo>
                    <a:pt x="11331" y="15563"/>
                  </a:lnTo>
                  <a:lnTo>
                    <a:pt x="11612" y="15503"/>
                  </a:lnTo>
                  <a:lnTo>
                    <a:pt x="11892" y="15442"/>
                  </a:lnTo>
                  <a:lnTo>
                    <a:pt x="12494" y="15262"/>
                  </a:lnTo>
                  <a:lnTo>
                    <a:pt x="13116" y="15021"/>
                  </a:lnTo>
                  <a:lnTo>
                    <a:pt x="13738" y="14740"/>
                  </a:lnTo>
                  <a:lnTo>
                    <a:pt x="14379" y="14420"/>
                  </a:lnTo>
                  <a:lnTo>
                    <a:pt x="15001" y="14039"/>
                  </a:lnTo>
                  <a:lnTo>
                    <a:pt x="15643" y="13637"/>
                  </a:lnTo>
                  <a:lnTo>
                    <a:pt x="16164" y="13277"/>
                  </a:lnTo>
                  <a:lnTo>
                    <a:pt x="16706" y="12895"/>
                  </a:lnTo>
                  <a:lnTo>
                    <a:pt x="17207" y="12514"/>
                  </a:lnTo>
                  <a:lnTo>
                    <a:pt x="17708" y="12093"/>
                  </a:lnTo>
                  <a:lnTo>
                    <a:pt x="18190" y="11672"/>
                  </a:lnTo>
                  <a:lnTo>
                    <a:pt x="18651" y="11251"/>
                  </a:lnTo>
                  <a:lnTo>
                    <a:pt x="19092" y="10830"/>
                  </a:lnTo>
                  <a:lnTo>
                    <a:pt x="19513" y="10389"/>
                  </a:lnTo>
                  <a:lnTo>
                    <a:pt x="19894" y="9947"/>
                  </a:lnTo>
                  <a:lnTo>
                    <a:pt x="20235" y="9526"/>
                  </a:lnTo>
                  <a:lnTo>
                    <a:pt x="20556" y="9105"/>
                  </a:lnTo>
                  <a:lnTo>
                    <a:pt x="20837" y="8684"/>
                  </a:lnTo>
                  <a:lnTo>
                    <a:pt x="21077" y="8283"/>
                  </a:lnTo>
                  <a:lnTo>
                    <a:pt x="21278" y="7902"/>
                  </a:lnTo>
                  <a:lnTo>
                    <a:pt x="21418" y="7521"/>
                  </a:lnTo>
                  <a:lnTo>
                    <a:pt x="21519" y="7180"/>
                  </a:lnTo>
                  <a:lnTo>
                    <a:pt x="21579" y="6779"/>
                  </a:lnTo>
                  <a:lnTo>
                    <a:pt x="21619" y="6398"/>
                  </a:lnTo>
                  <a:lnTo>
                    <a:pt x="21619" y="6037"/>
                  </a:lnTo>
                  <a:lnTo>
                    <a:pt x="21599" y="5676"/>
                  </a:lnTo>
                  <a:lnTo>
                    <a:pt x="21539" y="5315"/>
                  </a:lnTo>
                  <a:lnTo>
                    <a:pt x="21458" y="4954"/>
                  </a:lnTo>
                  <a:lnTo>
                    <a:pt x="21358" y="4613"/>
                  </a:lnTo>
                  <a:lnTo>
                    <a:pt x="21238" y="4292"/>
                  </a:lnTo>
                  <a:lnTo>
                    <a:pt x="21077" y="3951"/>
                  </a:lnTo>
                  <a:lnTo>
                    <a:pt x="20917" y="3650"/>
                  </a:lnTo>
                  <a:lnTo>
                    <a:pt x="20737" y="3350"/>
                  </a:lnTo>
                  <a:lnTo>
                    <a:pt x="20536" y="3049"/>
                  </a:lnTo>
                  <a:lnTo>
                    <a:pt x="20315" y="2768"/>
                  </a:lnTo>
                  <a:lnTo>
                    <a:pt x="20095" y="2487"/>
                  </a:lnTo>
                  <a:lnTo>
                    <a:pt x="19854" y="2226"/>
                  </a:lnTo>
                  <a:lnTo>
                    <a:pt x="19593" y="1986"/>
                  </a:lnTo>
                  <a:lnTo>
                    <a:pt x="19333" y="1745"/>
                  </a:lnTo>
                  <a:lnTo>
                    <a:pt x="19072" y="1525"/>
                  </a:lnTo>
                  <a:lnTo>
                    <a:pt x="18791" y="1324"/>
                  </a:lnTo>
                  <a:lnTo>
                    <a:pt x="18510" y="1123"/>
                  </a:lnTo>
                  <a:lnTo>
                    <a:pt x="18230" y="943"/>
                  </a:lnTo>
                  <a:lnTo>
                    <a:pt x="17949" y="783"/>
                  </a:lnTo>
                  <a:lnTo>
                    <a:pt x="17668" y="642"/>
                  </a:lnTo>
                  <a:lnTo>
                    <a:pt x="17387" y="502"/>
                  </a:lnTo>
                  <a:lnTo>
                    <a:pt x="17127" y="381"/>
                  </a:lnTo>
                  <a:lnTo>
                    <a:pt x="16846" y="281"/>
                  </a:lnTo>
                  <a:lnTo>
                    <a:pt x="16585" y="201"/>
                  </a:lnTo>
                  <a:lnTo>
                    <a:pt x="16325" y="141"/>
                  </a:lnTo>
                  <a:lnTo>
                    <a:pt x="16084" y="101"/>
                  </a:lnTo>
                  <a:lnTo>
                    <a:pt x="15863" y="81"/>
                  </a:lnTo>
                  <a:lnTo>
                    <a:pt x="15643" y="61"/>
                  </a:lnTo>
                  <a:lnTo>
                    <a:pt x="15442" y="81"/>
                  </a:lnTo>
                  <a:lnTo>
                    <a:pt x="15101" y="121"/>
                  </a:lnTo>
                  <a:lnTo>
                    <a:pt x="14800" y="201"/>
                  </a:lnTo>
                  <a:lnTo>
                    <a:pt x="14480" y="321"/>
                  </a:lnTo>
                  <a:lnTo>
                    <a:pt x="14179" y="442"/>
                  </a:lnTo>
                  <a:lnTo>
                    <a:pt x="13898" y="602"/>
                  </a:lnTo>
                  <a:lnTo>
                    <a:pt x="13617" y="742"/>
                  </a:lnTo>
                  <a:lnTo>
                    <a:pt x="13076" y="1063"/>
                  </a:lnTo>
                  <a:lnTo>
                    <a:pt x="12815" y="1204"/>
                  </a:lnTo>
                  <a:lnTo>
                    <a:pt x="12554" y="1344"/>
                  </a:lnTo>
                  <a:lnTo>
                    <a:pt x="12274" y="1464"/>
                  </a:lnTo>
                  <a:lnTo>
                    <a:pt x="11993" y="1545"/>
                  </a:lnTo>
                  <a:lnTo>
                    <a:pt x="11712" y="1605"/>
                  </a:lnTo>
                  <a:lnTo>
                    <a:pt x="11431" y="1625"/>
                  </a:lnTo>
                  <a:lnTo>
                    <a:pt x="11110" y="1605"/>
                  </a:lnTo>
                  <a:lnTo>
                    <a:pt x="10789" y="1545"/>
                  </a:lnTo>
                  <a:lnTo>
                    <a:pt x="10429" y="1404"/>
                  </a:lnTo>
                  <a:lnTo>
                    <a:pt x="10068" y="1224"/>
                  </a:lnTo>
                  <a:lnTo>
                    <a:pt x="9626" y="983"/>
                  </a:lnTo>
                  <a:lnTo>
                    <a:pt x="9165" y="783"/>
                  </a:lnTo>
                  <a:lnTo>
                    <a:pt x="8724" y="602"/>
                  </a:lnTo>
                  <a:lnTo>
                    <a:pt x="8263" y="442"/>
                  </a:lnTo>
                  <a:lnTo>
                    <a:pt x="7821" y="301"/>
                  </a:lnTo>
                  <a:lnTo>
                    <a:pt x="7380" y="201"/>
                  </a:lnTo>
                  <a:lnTo>
                    <a:pt x="6939" y="101"/>
                  </a:lnTo>
                  <a:lnTo>
                    <a:pt x="6498" y="41"/>
                  </a:lnTo>
                  <a:lnTo>
                    <a:pt x="6057" y="20"/>
                  </a:lnTo>
                  <a:lnTo>
                    <a:pt x="56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32">
              <a:extLst>
                <a:ext uri="{FF2B5EF4-FFF2-40B4-BE49-F238E27FC236}">
                  <a16:creationId xmlns:a16="http://schemas.microsoft.com/office/drawing/2014/main" id="{72B32C03-B137-5944-C3FB-52888A120761}"/>
                </a:ext>
              </a:extLst>
            </p:cNvPr>
            <p:cNvSpPr/>
            <p:nvPr/>
          </p:nvSpPr>
          <p:spPr>
            <a:xfrm>
              <a:off x="10716375" y="4375625"/>
              <a:ext cx="540475" cy="391075"/>
            </a:xfrm>
            <a:custGeom>
              <a:avLst/>
              <a:gdLst/>
              <a:ahLst/>
              <a:cxnLst/>
              <a:rect l="l" t="t" r="r" b="b"/>
              <a:pathLst>
                <a:path w="21619" h="15643" fill="none" extrusionOk="0">
                  <a:moveTo>
                    <a:pt x="21519" y="7180"/>
                  </a:moveTo>
                  <a:lnTo>
                    <a:pt x="21519" y="7180"/>
                  </a:lnTo>
                  <a:lnTo>
                    <a:pt x="21418" y="7521"/>
                  </a:lnTo>
                  <a:lnTo>
                    <a:pt x="21278" y="7902"/>
                  </a:lnTo>
                  <a:lnTo>
                    <a:pt x="21077" y="8283"/>
                  </a:lnTo>
                  <a:lnTo>
                    <a:pt x="20837" y="8684"/>
                  </a:lnTo>
                  <a:lnTo>
                    <a:pt x="20556" y="9105"/>
                  </a:lnTo>
                  <a:lnTo>
                    <a:pt x="20235" y="9526"/>
                  </a:lnTo>
                  <a:lnTo>
                    <a:pt x="19894" y="9947"/>
                  </a:lnTo>
                  <a:lnTo>
                    <a:pt x="19513" y="10389"/>
                  </a:lnTo>
                  <a:lnTo>
                    <a:pt x="19092" y="10830"/>
                  </a:lnTo>
                  <a:lnTo>
                    <a:pt x="18651" y="11251"/>
                  </a:lnTo>
                  <a:lnTo>
                    <a:pt x="18190" y="11672"/>
                  </a:lnTo>
                  <a:lnTo>
                    <a:pt x="17708" y="12093"/>
                  </a:lnTo>
                  <a:lnTo>
                    <a:pt x="17207" y="12514"/>
                  </a:lnTo>
                  <a:lnTo>
                    <a:pt x="16706" y="12895"/>
                  </a:lnTo>
                  <a:lnTo>
                    <a:pt x="16164" y="13277"/>
                  </a:lnTo>
                  <a:lnTo>
                    <a:pt x="15643" y="13637"/>
                  </a:lnTo>
                  <a:lnTo>
                    <a:pt x="15643" y="13637"/>
                  </a:lnTo>
                  <a:lnTo>
                    <a:pt x="15001" y="14039"/>
                  </a:lnTo>
                  <a:lnTo>
                    <a:pt x="14379" y="14420"/>
                  </a:lnTo>
                  <a:lnTo>
                    <a:pt x="13738" y="14740"/>
                  </a:lnTo>
                  <a:lnTo>
                    <a:pt x="13116" y="15021"/>
                  </a:lnTo>
                  <a:lnTo>
                    <a:pt x="12494" y="15262"/>
                  </a:lnTo>
                  <a:lnTo>
                    <a:pt x="11892" y="15442"/>
                  </a:lnTo>
                  <a:lnTo>
                    <a:pt x="11612" y="15503"/>
                  </a:lnTo>
                  <a:lnTo>
                    <a:pt x="11331" y="15563"/>
                  </a:lnTo>
                  <a:lnTo>
                    <a:pt x="11050" y="15603"/>
                  </a:lnTo>
                  <a:lnTo>
                    <a:pt x="10789" y="15643"/>
                  </a:lnTo>
                  <a:lnTo>
                    <a:pt x="10789" y="15643"/>
                  </a:lnTo>
                  <a:lnTo>
                    <a:pt x="10408" y="15643"/>
                  </a:lnTo>
                  <a:lnTo>
                    <a:pt x="10027" y="15603"/>
                  </a:lnTo>
                  <a:lnTo>
                    <a:pt x="9626" y="15543"/>
                  </a:lnTo>
                  <a:lnTo>
                    <a:pt x="9225" y="15462"/>
                  </a:lnTo>
                  <a:lnTo>
                    <a:pt x="8804" y="15342"/>
                  </a:lnTo>
                  <a:lnTo>
                    <a:pt x="8363" y="15202"/>
                  </a:lnTo>
                  <a:lnTo>
                    <a:pt x="7922" y="15021"/>
                  </a:lnTo>
                  <a:lnTo>
                    <a:pt x="7481" y="14821"/>
                  </a:lnTo>
                  <a:lnTo>
                    <a:pt x="7039" y="14600"/>
                  </a:lnTo>
                  <a:lnTo>
                    <a:pt x="6578" y="14339"/>
                  </a:lnTo>
                  <a:lnTo>
                    <a:pt x="6137" y="14079"/>
                  </a:lnTo>
                  <a:lnTo>
                    <a:pt x="5676" y="13778"/>
                  </a:lnTo>
                  <a:lnTo>
                    <a:pt x="5234" y="13477"/>
                  </a:lnTo>
                  <a:lnTo>
                    <a:pt x="4793" y="13136"/>
                  </a:lnTo>
                  <a:lnTo>
                    <a:pt x="4372" y="12795"/>
                  </a:lnTo>
                  <a:lnTo>
                    <a:pt x="3951" y="12434"/>
                  </a:lnTo>
                  <a:lnTo>
                    <a:pt x="3530" y="12053"/>
                  </a:lnTo>
                  <a:lnTo>
                    <a:pt x="3149" y="11652"/>
                  </a:lnTo>
                  <a:lnTo>
                    <a:pt x="2748" y="11251"/>
                  </a:lnTo>
                  <a:lnTo>
                    <a:pt x="2387" y="10830"/>
                  </a:lnTo>
                  <a:lnTo>
                    <a:pt x="2046" y="10409"/>
                  </a:lnTo>
                  <a:lnTo>
                    <a:pt x="1725" y="9968"/>
                  </a:lnTo>
                  <a:lnTo>
                    <a:pt x="1424" y="9526"/>
                  </a:lnTo>
                  <a:lnTo>
                    <a:pt x="1143" y="9065"/>
                  </a:lnTo>
                  <a:lnTo>
                    <a:pt x="883" y="8624"/>
                  </a:lnTo>
                  <a:lnTo>
                    <a:pt x="662" y="8143"/>
                  </a:lnTo>
                  <a:lnTo>
                    <a:pt x="461" y="7681"/>
                  </a:lnTo>
                  <a:lnTo>
                    <a:pt x="301" y="7220"/>
                  </a:lnTo>
                  <a:lnTo>
                    <a:pt x="181" y="6759"/>
                  </a:lnTo>
                  <a:lnTo>
                    <a:pt x="80" y="6277"/>
                  </a:lnTo>
                  <a:lnTo>
                    <a:pt x="20" y="5816"/>
                  </a:lnTo>
                  <a:lnTo>
                    <a:pt x="0" y="5355"/>
                  </a:lnTo>
                  <a:lnTo>
                    <a:pt x="0" y="5355"/>
                  </a:lnTo>
                  <a:lnTo>
                    <a:pt x="20" y="4894"/>
                  </a:lnTo>
                  <a:lnTo>
                    <a:pt x="60" y="4453"/>
                  </a:lnTo>
                  <a:lnTo>
                    <a:pt x="141" y="4051"/>
                  </a:lnTo>
                  <a:lnTo>
                    <a:pt x="241" y="3650"/>
                  </a:lnTo>
                  <a:lnTo>
                    <a:pt x="381" y="3269"/>
                  </a:lnTo>
                  <a:lnTo>
                    <a:pt x="542" y="2908"/>
                  </a:lnTo>
                  <a:lnTo>
                    <a:pt x="722" y="2567"/>
                  </a:lnTo>
                  <a:lnTo>
                    <a:pt x="923" y="2247"/>
                  </a:lnTo>
                  <a:lnTo>
                    <a:pt x="1143" y="1946"/>
                  </a:lnTo>
                  <a:lnTo>
                    <a:pt x="1404" y="1665"/>
                  </a:lnTo>
                  <a:lnTo>
                    <a:pt x="1665" y="1404"/>
                  </a:lnTo>
                  <a:lnTo>
                    <a:pt x="1945" y="1164"/>
                  </a:lnTo>
                  <a:lnTo>
                    <a:pt x="2246" y="963"/>
                  </a:lnTo>
                  <a:lnTo>
                    <a:pt x="2567" y="762"/>
                  </a:lnTo>
                  <a:lnTo>
                    <a:pt x="2908" y="582"/>
                  </a:lnTo>
                  <a:lnTo>
                    <a:pt x="3269" y="442"/>
                  </a:lnTo>
                  <a:lnTo>
                    <a:pt x="3630" y="301"/>
                  </a:lnTo>
                  <a:lnTo>
                    <a:pt x="4011" y="201"/>
                  </a:lnTo>
                  <a:lnTo>
                    <a:pt x="4392" y="121"/>
                  </a:lnTo>
                  <a:lnTo>
                    <a:pt x="4793" y="61"/>
                  </a:lnTo>
                  <a:lnTo>
                    <a:pt x="5214" y="20"/>
                  </a:lnTo>
                  <a:lnTo>
                    <a:pt x="5635" y="0"/>
                  </a:lnTo>
                  <a:lnTo>
                    <a:pt x="6057" y="20"/>
                  </a:lnTo>
                  <a:lnTo>
                    <a:pt x="6498" y="41"/>
                  </a:lnTo>
                  <a:lnTo>
                    <a:pt x="6939" y="101"/>
                  </a:lnTo>
                  <a:lnTo>
                    <a:pt x="7380" y="201"/>
                  </a:lnTo>
                  <a:lnTo>
                    <a:pt x="7821" y="301"/>
                  </a:lnTo>
                  <a:lnTo>
                    <a:pt x="8263" y="442"/>
                  </a:lnTo>
                  <a:lnTo>
                    <a:pt x="8724" y="602"/>
                  </a:lnTo>
                  <a:lnTo>
                    <a:pt x="9165" y="783"/>
                  </a:lnTo>
                  <a:lnTo>
                    <a:pt x="9626" y="983"/>
                  </a:lnTo>
                  <a:lnTo>
                    <a:pt x="10068" y="1224"/>
                  </a:lnTo>
                  <a:lnTo>
                    <a:pt x="10068" y="1224"/>
                  </a:lnTo>
                  <a:lnTo>
                    <a:pt x="10429" y="1404"/>
                  </a:lnTo>
                  <a:lnTo>
                    <a:pt x="10789" y="1545"/>
                  </a:lnTo>
                  <a:lnTo>
                    <a:pt x="11110" y="1605"/>
                  </a:lnTo>
                  <a:lnTo>
                    <a:pt x="11431" y="1625"/>
                  </a:lnTo>
                  <a:lnTo>
                    <a:pt x="11712" y="1605"/>
                  </a:lnTo>
                  <a:lnTo>
                    <a:pt x="11993" y="1545"/>
                  </a:lnTo>
                  <a:lnTo>
                    <a:pt x="12274" y="1464"/>
                  </a:lnTo>
                  <a:lnTo>
                    <a:pt x="12554" y="1344"/>
                  </a:lnTo>
                  <a:lnTo>
                    <a:pt x="12815" y="1204"/>
                  </a:lnTo>
                  <a:lnTo>
                    <a:pt x="13076" y="1063"/>
                  </a:lnTo>
                  <a:lnTo>
                    <a:pt x="13617" y="742"/>
                  </a:lnTo>
                  <a:lnTo>
                    <a:pt x="13898" y="602"/>
                  </a:lnTo>
                  <a:lnTo>
                    <a:pt x="14179" y="442"/>
                  </a:lnTo>
                  <a:lnTo>
                    <a:pt x="14480" y="321"/>
                  </a:lnTo>
                  <a:lnTo>
                    <a:pt x="14800" y="201"/>
                  </a:lnTo>
                  <a:lnTo>
                    <a:pt x="14800" y="201"/>
                  </a:lnTo>
                  <a:lnTo>
                    <a:pt x="15101" y="121"/>
                  </a:lnTo>
                  <a:lnTo>
                    <a:pt x="15442" y="81"/>
                  </a:lnTo>
                  <a:lnTo>
                    <a:pt x="15442" y="81"/>
                  </a:lnTo>
                  <a:lnTo>
                    <a:pt x="15643" y="61"/>
                  </a:lnTo>
                  <a:lnTo>
                    <a:pt x="15863" y="81"/>
                  </a:lnTo>
                  <a:lnTo>
                    <a:pt x="16084" y="101"/>
                  </a:lnTo>
                  <a:lnTo>
                    <a:pt x="16325" y="141"/>
                  </a:lnTo>
                  <a:lnTo>
                    <a:pt x="16585" y="201"/>
                  </a:lnTo>
                  <a:lnTo>
                    <a:pt x="16846" y="281"/>
                  </a:lnTo>
                  <a:lnTo>
                    <a:pt x="17127" y="381"/>
                  </a:lnTo>
                  <a:lnTo>
                    <a:pt x="17387" y="502"/>
                  </a:lnTo>
                  <a:lnTo>
                    <a:pt x="17668" y="642"/>
                  </a:lnTo>
                  <a:lnTo>
                    <a:pt x="17949" y="783"/>
                  </a:lnTo>
                  <a:lnTo>
                    <a:pt x="18230" y="943"/>
                  </a:lnTo>
                  <a:lnTo>
                    <a:pt x="18510" y="1123"/>
                  </a:lnTo>
                  <a:lnTo>
                    <a:pt x="18791" y="1324"/>
                  </a:lnTo>
                  <a:lnTo>
                    <a:pt x="19072" y="1525"/>
                  </a:lnTo>
                  <a:lnTo>
                    <a:pt x="19333" y="1745"/>
                  </a:lnTo>
                  <a:lnTo>
                    <a:pt x="19593" y="1986"/>
                  </a:lnTo>
                  <a:lnTo>
                    <a:pt x="19854" y="2226"/>
                  </a:lnTo>
                  <a:lnTo>
                    <a:pt x="20095" y="2487"/>
                  </a:lnTo>
                  <a:lnTo>
                    <a:pt x="20315" y="2768"/>
                  </a:lnTo>
                  <a:lnTo>
                    <a:pt x="20536" y="3049"/>
                  </a:lnTo>
                  <a:lnTo>
                    <a:pt x="20737" y="3350"/>
                  </a:lnTo>
                  <a:lnTo>
                    <a:pt x="20917" y="3650"/>
                  </a:lnTo>
                  <a:lnTo>
                    <a:pt x="21077" y="3951"/>
                  </a:lnTo>
                  <a:lnTo>
                    <a:pt x="21238" y="4292"/>
                  </a:lnTo>
                  <a:lnTo>
                    <a:pt x="21358" y="4613"/>
                  </a:lnTo>
                  <a:lnTo>
                    <a:pt x="21458" y="4954"/>
                  </a:lnTo>
                  <a:lnTo>
                    <a:pt x="21539" y="5315"/>
                  </a:lnTo>
                  <a:lnTo>
                    <a:pt x="21599" y="5676"/>
                  </a:lnTo>
                  <a:lnTo>
                    <a:pt x="21619" y="6037"/>
                  </a:lnTo>
                  <a:lnTo>
                    <a:pt x="21619" y="6398"/>
                  </a:lnTo>
                  <a:lnTo>
                    <a:pt x="21579" y="6779"/>
                  </a:lnTo>
                  <a:lnTo>
                    <a:pt x="21519" y="718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32">
              <a:extLst>
                <a:ext uri="{FF2B5EF4-FFF2-40B4-BE49-F238E27FC236}">
                  <a16:creationId xmlns:a16="http://schemas.microsoft.com/office/drawing/2014/main" id="{986D7F9F-78EC-C40E-23C4-752ADE351EA0}"/>
                </a:ext>
              </a:extLst>
            </p:cNvPr>
            <p:cNvSpPr/>
            <p:nvPr/>
          </p:nvSpPr>
          <p:spPr>
            <a:xfrm>
              <a:off x="10747950" y="4450325"/>
              <a:ext cx="223625" cy="276775"/>
            </a:xfrm>
            <a:custGeom>
              <a:avLst/>
              <a:gdLst/>
              <a:ahLst/>
              <a:cxnLst/>
              <a:rect l="l" t="t" r="r" b="b"/>
              <a:pathLst>
                <a:path w="8945" h="11071" extrusionOk="0">
                  <a:moveTo>
                    <a:pt x="2527" y="1"/>
                  </a:moveTo>
                  <a:lnTo>
                    <a:pt x="2287" y="21"/>
                  </a:lnTo>
                  <a:lnTo>
                    <a:pt x="2066" y="81"/>
                  </a:lnTo>
                  <a:lnTo>
                    <a:pt x="1826" y="141"/>
                  </a:lnTo>
                  <a:lnTo>
                    <a:pt x="1585" y="221"/>
                  </a:lnTo>
                  <a:lnTo>
                    <a:pt x="1364" y="321"/>
                  </a:lnTo>
                  <a:lnTo>
                    <a:pt x="1144" y="422"/>
                  </a:lnTo>
                  <a:lnTo>
                    <a:pt x="963" y="542"/>
                  </a:lnTo>
                  <a:lnTo>
                    <a:pt x="783" y="662"/>
                  </a:lnTo>
                  <a:lnTo>
                    <a:pt x="642" y="803"/>
                  </a:lnTo>
                  <a:lnTo>
                    <a:pt x="502" y="963"/>
                  </a:lnTo>
                  <a:lnTo>
                    <a:pt x="382" y="1124"/>
                  </a:lnTo>
                  <a:lnTo>
                    <a:pt x="281" y="1284"/>
                  </a:lnTo>
                  <a:lnTo>
                    <a:pt x="201" y="1444"/>
                  </a:lnTo>
                  <a:lnTo>
                    <a:pt x="121" y="1625"/>
                  </a:lnTo>
                  <a:lnTo>
                    <a:pt x="81" y="1825"/>
                  </a:lnTo>
                  <a:lnTo>
                    <a:pt x="41" y="2006"/>
                  </a:lnTo>
                  <a:lnTo>
                    <a:pt x="21" y="2207"/>
                  </a:lnTo>
                  <a:lnTo>
                    <a:pt x="1" y="2427"/>
                  </a:lnTo>
                  <a:lnTo>
                    <a:pt x="1" y="2628"/>
                  </a:lnTo>
                  <a:lnTo>
                    <a:pt x="21" y="2848"/>
                  </a:lnTo>
                  <a:lnTo>
                    <a:pt x="101" y="3289"/>
                  </a:lnTo>
                  <a:lnTo>
                    <a:pt x="221" y="3751"/>
                  </a:lnTo>
                  <a:lnTo>
                    <a:pt x="402" y="4232"/>
                  </a:lnTo>
                  <a:lnTo>
                    <a:pt x="602" y="4713"/>
                  </a:lnTo>
                  <a:lnTo>
                    <a:pt x="843" y="5195"/>
                  </a:lnTo>
                  <a:lnTo>
                    <a:pt x="1144" y="5696"/>
                  </a:lnTo>
                  <a:lnTo>
                    <a:pt x="1445" y="6177"/>
                  </a:lnTo>
                  <a:lnTo>
                    <a:pt x="1806" y="6659"/>
                  </a:lnTo>
                  <a:lnTo>
                    <a:pt x="2166" y="7140"/>
                  </a:lnTo>
                  <a:lnTo>
                    <a:pt x="2568" y="7601"/>
                  </a:lnTo>
                  <a:lnTo>
                    <a:pt x="2969" y="8042"/>
                  </a:lnTo>
                  <a:lnTo>
                    <a:pt x="3390" y="8484"/>
                  </a:lnTo>
                  <a:lnTo>
                    <a:pt x="3831" y="8885"/>
                  </a:lnTo>
                  <a:lnTo>
                    <a:pt x="4272" y="9266"/>
                  </a:lnTo>
                  <a:lnTo>
                    <a:pt x="4733" y="9627"/>
                  </a:lnTo>
                  <a:lnTo>
                    <a:pt x="5195" y="9948"/>
                  </a:lnTo>
                  <a:lnTo>
                    <a:pt x="5636" y="10248"/>
                  </a:lnTo>
                  <a:lnTo>
                    <a:pt x="6077" y="10489"/>
                  </a:lnTo>
                  <a:lnTo>
                    <a:pt x="6518" y="10710"/>
                  </a:lnTo>
                  <a:lnTo>
                    <a:pt x="6939" y="10870"/>
                  </a:lnTo>
                  <a:lnTo>
                    <a:pt x="7361" y="10990"/>
                  </a:lnTo>
                  <a:lnTo>
                    <a:pt x="7561" y="11031"/>
                  </a:lnTo>
                  <a:lnTo>
                    <a:pt x="7762" y="11051"/>
                  </a:lnTo>
                  <a:lnTo>
                    <a:pt x="7942" y="11071"/>
                  </a:lnTo>
                  <a:lnTo>
                    <a:pt x="8123" y="11071"/>
                  </a:lnTo>
                  <a:lnTo>
                    <a:pt x="8303" y="11051"/>
                  </a:lnTo>
                  <a:lnTo>
                    <a:pt x="8464" y="11031"/>
                  </a:lnTo>
                  <a:lnTo>
                    <a:pt x="8544" y="10990"/>
                  </a:lnTo>
                  <a:lnTo>
                    <a:pt x="8624" y="10950"/>
                  </a:lnTo>
                  <a:lnTo>
                    <a:pt x="8684" y="10890"/>
                  </a:lnTo>
                  <a:lnTo>
                    <a:pt x="8744" y="10810"/>
                  </a:lnTo>
                  <a:lnTo>
                    <a:pt x="8805" y="10710"/>
                  </a:lnTo>
                  <a:lnTo>
                    <a:pt x="8845" y="10609"/>
                  </a:lnTo>
                  <a:lnTo>
                    <a:pt x="8905" y="10349"/>
                  </a:lnTo>
                  <a:lnTo>
                    <a:pt x="8945" y="10048"/>
                  </a:lnTo>
                  <a:lnTo>
                    <a:pt x="8945" y="9707"/>
                  </a:lnTo>
                  <a:lnTo>
                    <a:pt x="8925" y="9306"/>
                  </a:lnTo>
                  <a:lnTo>
                    <a:pt x="8885" y="8885"/>
                  </a:lnTo>
                  <a:lnTo>
                    <a:pt x="8805" y="8423"/>
                  </a:lnTo>
                  <a:lnTo>
                    <a:pt x="8704" y="7942"/>
                  </a:lnTo>
                  <a:lnTo>
                    <a:pt x="8584" y="7421"/>
                  </a:lnTo>
                  <a:lnTo>
                    <a:pt x="8444" y="6899"/>
                  </a:lnTo>
                  <a:lnTo>
                    <a:pt x="8263" y="6358"/>
                  </a:lnTo>
                  <a:lnTo>
                    <a:pt x="8063" y="5816"/>
                  </a:lnTo>
                  <a:lnTo>
                    <a:pt x="7862" y="5275"/>
                  </a:lnTo>
                  <a:lnTo>
                    <a:pt x="7621" y="4713"/>
                  </a:lnTo>
                  <a:lnTo>
                    <a:pt x="7361" y="4192"/>
                  </a:lnTo>
                  <a:lnTo>
                    <a:pt x="7080" y="3650"/>
                  </a:lnTo>
                  <a:lnTo>
                    <a:pt x="6799" y="3149"/>
                  </a:lnTo>
                  <a:lnTo>
                    <a:pt x="6478" y="2648"/>
                  </a:lnTo>
                  <a:lnTo>
                    <a:pt x="6137" y="2186"/>
                  </a:lnTo>
                  <a:lnTo>
                    <a:pt x="5796" y="1765"/>
                  </a:lnTo>
                  <a:lnTo>
                    <a:pt x="5435" y="1364"/>
                  </a:lnTo>
                  <a:lnTo>
                    <a:pt x="5054" y="1003"/>
                  </a:lnTo>
                  <a:lnTo>
                    <a:pt x="4673" y="702"/>
                  </a:lnTo>
                  <a:lnTo>
                    <a:pt x="4473" y="562"/>
                  </a:lnTo>
                  <a:lnTo>
                    <a:pt x="4272" y="442"/>
                  </a:lnTo>
                  <a:lnTo>
                    <a:pt x="4052" y="341"/>
                  </a:lnTo>
                  <a:lnTo>
                    <a:pt x="3851" y="241"/>
                  </a:lnTo>
                  <a:lnTo>
                    <a:pt x="3630" y="161"/>
                  </a:lnTo>
                  <a:lnTo>
                    <a:pt x="3410" y="101"/>
                  </a:lnTo>
                  <a:lnTo>
                    <a:pt x="3189" y="41"/>
                  </a:lnTo>
                  <a:lnTo>
                    <a:pt x="2969" y="21"/>
                  </a:lnTo>
                  <a:lnTo>
                    <a:pt x="274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32">
              <a:extLst>
                <a:ext uri="{FF2B5EF4-FFF2-40B4-BE49-F238E27FC236}">
                  <a16:creationId xmlns:a16="http://schemas.microsoft.com/office/drawing/2014/main" id="{ECF6F0E7-7F74-FF53-3746-4AC71570C180}"/>
                </a:ext>
              </a:extLst>
            </p:cNvPr>
            <p:cNvSpPr/>
            <p:nvPr/>
          </p:nvSpPr>
          <p:spPr>
            <a:xfrm>
              <a:off x="10747950" y="4450325"/>
              <a:ext cx="223625" cy="276775"/>
            </a:xfrm>
            <a:custGeom>
              <a:avLst/>
              <a:gdLst/>
              <a:ahLst/>
              <a:cxnLst/>
              <a:rect l="l" t="t" r="r" b="b"/>
              <a:pathLst>
                <a:path w="8945" h="11071" fill="none" extrusionOk="0">
                  <a:moveTo>
                    <a:pt x="8464" y="11031"/>
                  </a:moveTo>
                  <a:lnTo>
                    <a:pt x="8464" y="11031"/>
                  </a:lnTo>
                  <a:lnTo>
                    <a:pt x="8544" y="10990"/>
                  </a:lnTo>
                  <a:lnTo>
                    <a:pt x="8624" y="10950"/>
                  </a:lnTo>
                  <a:lnTo>
                    <a:pt x="8684" y="10890"/>
                  </a:lnTo>
                  <a:lnTo>
                    <a:pt x="8744" y="10810"/>
                  </a:lnTo>
                  <a:lnTo>
                    <a:pt x="8805" y="10710"/>
                  </a:lnTo>
                  <a:lnTo>
                    <a:pt x="8845" y="10609"/>
                  </a:lnTo>
                  <a:lnTo>
                    <a:pt x="8905" y="10349"/>
                  </a:lnTo>
                  <a:lnTo>
                    <a:pt x="8945" y="10048"/>
                  </a:lnTo>
                  <a:lnTo>
                    <a:pt x="8945" y="9707"/>
                  </a:lnTo>
                  <a:lnTo>
                    <a:pt x="8925" y="9306"/>
                  </a:lnTo>
                  <a:lnTo>
                    <a:pt x="8885" y="8885"/>
                  </a:lnTo>
                  <a:lnTo>
                    <a:pt x="8805" y="8423"/>
                  </a:lnTo>
                  <a:lnTo>
                    <a:pt x="8704" y="7942"/>
                  </a:lnTo>
                  <a:lnTo>
                    <a:pt x="8584" y="7421"/>
                  </a:lnTo>
                  <a:lnTo>
                    <a:pt x="8444" y="6899"/>
                  </a:lnTo>
                  <a:lnTo>
                    <a:pt x="8263" y="6358"/>
                  </a:lnTo>
                  <a:lnTo>
                    <a:pt x="8063" y="5816"/>
                  </a:lnTo>
                  <a:lnTo>
                    <a:pt x="7862" y="5275"/>
                  </a:lnTo>
                  <a:lnTo>
                    <a:pt x="7621" y="4713"/>
                  </a:lnTo>
                  <a:lnTo>
                    <a:pt x="7361" y="4192"/>
                  </a:lnTo>
                  <a:lnTo>
                    <a:pt x="7080" y="3650"/>
                  </a:lnTo>
                  <a:lnTo>
                    <a:pt x="6799" y="3149"/>
                  </a:lnTo>
                  <a:lnTo>
                    <a:pt x="6478" y="2648"/>
                  </a:lnTo>
                  <a:lnTo>
                    <a:pt x="6137" y="2186"/>
                  </a:lnTo>
                  <a:lnTo>
                    <a:pt x="5796" y="1765"/>
                  </a:lnTo>
                  <a:lnTo>
                    <a:pt x="5435" y="1364"/>
                  </a:lnTo>
                  <a:lnTo>
                    <a:pt x="5054" y="1003"/>
                  </a:lnTo>
                  <a:lnTo>
                    <a:pt x="4673" y="702"/>
                  </a:lnTo>
                  <a:lnTo>
                    <a:pt x="4473" y="562"/>
                  </a:lnTo>
                  <a:lnTo>
                    <a:pt x="4272" y="442"/>
                  </a:lnTo>
                  <a:lnTo>
                    <a:pt x="4052" y="341"/>
                  </a:lnTo>
                  <a:lnTo>
                    <a:pt x="3851" y="241"/>
                  </a:lnTo>
                  <a:lnTo>
                    <a:pt x="3630" y="161"/>
                  </a:lnTo>
                  <a:lnTo>
                    <a:pt x="3410" y="101"/>
                  </a:lnTo>
                  <a:lnTo>
                    <a:pt x="3189" y="41"/>
                  </a:lnTo>
                  <a:lnTo>
                    <a:pt x="2969" y="21"/>
                  </a:lnTo>
                  <a:lnTo>
                    <a:pt x="2748" y="1"/>
                  </a:lnTo>
                  <a:lnTo>
                    <a:pt x="2527" y="1"/>
                  </a:lnTo>
                  <a:lnTo>
                    <a:pt x="2287" y="21"/>
                  </a:lnTo>
                  <a:lnTo>
                    <a:pt x="2066" y="81"/>
                  </a:lnTo>
                  <a:lnTo>
                    <a:pt x="1826" y="141"/>
                  </a:lnTo>
                  <a:lnTo>
                    <a:pt x="1585" y="221"/>
                  </a:lnTo>
                  <a:lnTo>
                    <a:pt x="1585" y="221"/>
                  </a:lnTo>
                  <a:lnTo>
                    <a:pt x="1364" y="321"/>
                  </a:lnTo>
                  <a:lnTo>
                    <a:pt x="1144" y="422"/>
                  </a:lnTo>
                  <a:lnTo>
                    <a:pt x="963" y="542"/>
                  </a:lnTo>
                  <a:lnTo>
                    <a:pt x="783" y="662"/>
                  </a:lnTo>
                  <a:lnTo>
                    <a:pt x="642" y="803"/>
                  </a:lnTo>
                  <a:lnTo>
                    <a:pt x="502" y="963"/>
                  </a:lnTo>
                  <a:lnTo>
                    <a:pt x="382" y="1124"/>
                  </a:lnTo>
                  <a:lnTo>
                    <a:pt x="281" y="1284"/>
                  </a:lnTo>
                  <a:lnTo>
                    <a:pt x="201" y="1444"/>
                  </a:lnTo>
                  <a:lnTo>
                    <a:pt x="121" y="1625"/>
                  </a:lnTo>
                  <a:lnTo>
                    <a:pt x="81" y="1825"/>
                  </a:lnTo>
                  <a:lnTo>
                    <a:pt x="41" y="2006"/>
                  </a:lnTo>
                  <a:lnTo>
                    <a:pt x="21" y="2207"/>
                  </a:lnTo>
                  <a:lnTo>
                    <a:pt x="1" y="2427"/>
                  </a:lnTo>
                  <a:lnTo>
                    <a:pt x="1" y="2628"/>
                  </a:lnTo>
                  <a:lnTo>
                    <a:pt x="21" y="2848"/>
                  </a:lnTo>
                  <a:lnTo>
                    <a:pt x="101" y="3289"/>
                  </a:lnTo>
                  <a:lnTo>
                    <a:pt x="221" y="3751"/>
                  </a:lnTo>
                  <a:lnTo>
                    <a:pt x="402" y="4232"/>
                  </a:lnTo>
                  <a:lnTo>
                    <a:pt x="602" y="4713"/>
                  </a:lnTo>
                  <a:lnTo>
                    <a:pt x="843" y="5195"/>
                  </a:lnTo>
                  <a:lnTo>
                    <a:pt x="1144" y="5696"/>
                  </a:lnTo>
                  <a:lnTo>
                    <a:pt x="1445" y="6177"/>
                  </a:lnTo>
                  <a:lnTo>
                    <a:pt x="1806" y="6659"/>
                  </a:lnTo>
                  <a:lnTo>
                    <a:pt x="2166" y="7140"/>
                  </a:lnTo>
                  <a:lnTo>
                    <a:pt x="2568" y="7601"/>
                  </a:lnTo>
                  <a:lnTo>
                    <a:pt x="2969" y="8042"/>
                  </a:lnTo>
                  <a:lnTo>
                    <a:pt x="3390" y="8484"/>
                  </a:lnTo>
                  <a:lnTo>
                    <a:pt x="3831" y="8885"/>
                  </a:lnTo>
                  <a:lnTo>
                    <a:pt x="4272" y="9266"/>
                  </a:lnTo>
                  <a:lnTo>
                    <a:pt x="4733" y="9627"/>
                  </a:lnTo>
                  <a:lnTo>
                    <a:pt x="5195" y="9948"/>
                  </a:lnTo>
                  <a:lnTo>
                    <a:pt x="5636" y="10248"/>
                  </a:lnTo>
                  <a:lnTo>
                    <a:pt x="6077" y="10489"/>
                  </a:lnTo>
                  <a:lnTo>
                    <a:pt x="6518" y="10710"/>
                  </a:lnTo>
                  <a:lnTo>
                    <a:pt x="6939" y="10870"/>
                  </a:lnTo>
                  <a:lnTo>
                    <a:pt x="7361" y="10990"/>
                  </a:lnTo>
                  <a:lnTo>
                    <a:pt x="7561" y="11031"/>
                  </a:lnTo>
                  <a:lnTo>
                    <a:pt x="7762" y="11051"/>
                  </a:lnTo>
                  <a:lnTo>
                    <a:pt x="7942" y="11071"/>
                  </a:lnTo>
                  <a:lnTo>
                    <a:pt x="8123" y="11071"/>
                  </a:lnTo>
                  <a:lnTo>
                    <a:pt x="8303" y="11051"/>
                  </a:lnTo>
                  <a:lnTo>
                    <a:pt x="8464" y="1103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32">
              <a:extLst>
                <a:ext uri="{FF2B5EF4-FFF2-40B4-BE49-F238E27FC236}">
                  <a16:creationId xmlns:a16="http://schemas.microsoft.com/office/drawing/2014/main" id="{0850C042-AE80-A4CB-82E8-E2BD1E2B8BBD}"/>
                </a:ext>
              </a:extLst>
            </p:cNvPr>
            <p:cNvSpPr/>
            <p:nvPr/>
          </p:nvSpPr>
          <p:spPr>
            <a:xfrm>
              <a:off x="10920425" y="4417225"/>
              <a:ext cx="334925" cy="312375"/>
            </a:xfrm>
            <a:custGeom>
              <a:avLst/>
              <a:gdLst/>
              <a:ahLst/>
              <a:cxnLst/>
              <a:rect l="l" t="t" r="r" b="b"/>
              <a:pathLst>
                <a:path w="13397" h="12495" extrusionOk="0">
                  <a:moveTo>
                    <a:pt x="462" y="1"/>
                  </a:moveTo>
                  <a:lnTo>
                    <a:pt x="61" y="21"/>
                  </a:lnTo>
                  <a:lnTo>
                    <a:pt x="221" y="141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0" y="522"/>
                  </a:lnTo>
                  <a:lnTo>
                    <a:pt x="40" y="542"/>
                  </a:lnTo>
                  <a:lnTo>
                    <a:pt x="61" y="562"/>
                  </a:lnTo>
                  <a:lnTo>
                    <a:pt x="81" y="542"/>
                  </a:lnTo>
                  <a:lnTo>
                    <a:pt x="101" y="522"/>
                  </a:lnTo>
                  <a:lnTo>
                    <a:pt x="341" y="242"/>
                  </a:lnTo>
                  <a:lnTo>
                    <a:pt x="582" y="442"/>
                  </a:lnTo>
                  <a:lnTo>
                    <a:pt x="281" y="663"/>
                  </a:lnTo>
                  <a:lnTo>
                    <a:pt x="261" y="703"/>
                  </a:lnTo>
                  <a:lnTo>
                    <a:pt x="261" y="743"/>
                  </a:lnTo>
                  <a:lnTo>
                    <a:pt x="281" y="783"/>
                  </a:lnTo>
                  <a:lnTo>
                    <a:pt x="321" y="803"/>
                  </a:lnTo>
                  <a:lnTo>
                    <a:pt x="341" y="783"/>
                  </a:lnTo>
                  <a:lnTo>
                    <a:pt x="742" y="562"/>
                  </a:lnTo>
                  <a:lnTo>
                    <a:pt x="1003" y="803"/>
                  </a:lnTo>
                  <a:lnTo>
                    <a:pt x="1244" y="1024"/>
                  </a:lnTo>
                  <a:lnTo>
                    <a:pt x="1705" y="1545"/>
                  </a:lnTo>
                  <a:lnTo>
                    <a:pt x="2146" y="2067"/>
                  </a:lnTo>
                  <a:lnTo>
                    <a:pt x="2567" y="2628"/>
                  </a:lnTo>
                  <a:lnTo>
                    <a:pt x="2948" y="3210"/>
                  </a:lnTo>
                  <a:lnTo>
                    <a:pt x="3289" y="3771"/>
                  </a:lnTo>
                  <a:lnTo>
                    <a:pt x="3590" y="4333"/>
                  </a:lnTo>
                  <a:lnTo>
                    <a:pt x="3851" y="4894"/>
                  </a:lnTo>
                  <a:lnTo>
                    <a:pt x="4071" y="5416"/>
                  </a:lnTo>
                  <a:lnTo>
                    <a:pt x="4272" y="5937"/>
                  </a:lnTo>
                  <a:lnTo>
                    <a:pt x="4452" y="6479"/>
                  </a:lnTo>
                  <a:lnTo>
                    <a:pt x="4593" y="7020"/>
                  </a:lnTo>
                  <a:lnTo>
                    <a:pt x="4593" y="7020"/>
                  </a:lnTo>
                  <a:lnTo>
                    <a:pt x="4292" y="7000"/>
                  </a:lnTo>
                  <a:lnTo>
                    <a:pt x="3971" y="6980"/>
                  </a:lnTo>
                  <a:lnTo>
                    <a:pt x="3951" y="6980"/>
                  </a:lnTo>
                  <a:lnTo>
                    <a:pt x="3931" y="7000"/>
                  </a:lnTo>
                  <a:lnTo>
                    <a:pt x="3931" y="7040"/>
                  </a:lnTo>
                  <a:lnTo>
                    <a:pt x="3951" y="7060"/>
                  </a:lnTo>
                  <a:lnTo>
                    <a:pt x="4553" y="7180"/>
                  </a:lnTo>
                  <a:lnTo>
                    <a:pt x="4312" y="7421"/>
                  </a:lnTo>
                  <a:lnTo>
                    <a:pt x="4051" y="7642"/>
                  </a:lnTo>
                  <a:lnTo>
                    <a:pt x="4031" y="7662"/>
                  </a:lnTo>
                  <a:lnTo>
                    <a:pt x="4051" y="7682"/>
                  </a:lnTo>
                  <a:lnTo>
                    <a:pt x="4051" y="7702"/>
                  </a:lnTo>
                  <a:lnTo>
                    <a:pt x="4112" y="7702"/>
                  </a:lnTo>
                  <a:lnTo>
                    <a:pt x="4673" y="7321"/>
                  </a:lnTo>
                  <a:lnTo>
                    <a:pt x="4793" y="7862"/>
                  </a:lnTo>
                  <a:lnTo>
                    <a:pt x="4874" y="8404"/>
                  </a:lnTo>
                  <a:lnTo>
                    <a:pt x="4954" y="8945"/>
                  </a:lnTo>
                  <a:lnTo>
                    <a:pt x="4994" y="9507"/>
                  </a:lnTo>
                  <a:lnTo>
                    <a:pt x="5014" y="10048"/>
                  </a:lnTo>
                  <a:lnTo>
                    <a:pt x="5034" y="10610"/>
                  </a:lnTo>
                  <a:lnTo>
                    <a:pt x="5014" y="11171"/>
                  </a:lnTo>
                  <a:lnTo>
                    <a:pt x="4974" y="11733"/>
                  </a:lnTo>
                  <a:lnTo>
                    <a:pt x="4593" y="11753"/>
                  </a:lnTo>
                  <a:lnTo>
                    <a:pt x="4553" y="11773"/>
                  </a:lnTo>
                  <a:lnTo>
                    <a:pt x="4553" y="11793"/>
                  </a:lnTo>
                  <a:lnTo>
                    <a:pt x="4553" y="11833"/>
                  </a:lnTo>
                  <a:lnTo>
                    <a:pt x="4593" y="11853"/>
                  </a:lnTo>
                  <a:lnTo>
                    <a:pt x="4974" y="11873"/>
                  </a:lnTo>
                  <a:lnTo>
                    <a:pt x="4894" y="12495"/>
                  </a:lnTo>
                  <a:lnTo>
                    <a:pt x="4894" y="12495"/>
                  </a:lnTo>
                  <a:lnTo>
                    <a:pt x="5134" y="12475"/>
                  </a:lnTo>
                  <a:lnTo>
                    <a:pt x="5235" y="11893"/>
                  </a:lnTo>
                  <a:lnTo>
                    <a:pt x="5275" y="11893"/>
                  </a:lnTo>
                  <a:lnTo>
                    <a:pt x="5315" y="11873"/>
                  </a:lnTo>
                  <a:lnTo>
                    <a:pt x="5335" y="11853"/>
                  </a:lnTo>
                  <a:lnTo>
                    <a:pt x="5355" y="11793"/>
                  </a:lnTo>
                  <a:lnTo>
                    <a:pt x="5335" y="11733"/>
                  </a:lnTo>
                  <a:lnTo>
                    <a:pt x="5315" y="11713"/>
                  </a:lnTo>
                  <a:lnTo>
                    <a:pt x="5255" y="11713"/>
                  </a:lnTo>
                  <a:lnTo>
                    <a:pt x="5295" y="11312"/>
                  </a:lnTo>
                  <a:lnTo>
                    <a:pt x="5315" y="10931"/>
                  </a:lnTo>
                  <a:lnTo>
                    <a:pt x="5335" y="10530"/>
                  </a:lnTo>
                  <a:lnTo>
                    <a:pt x="5335" y="10128"/>
                  </a:lnTo>
                  <a:lnTo>
                    <a:pt x="5355" y="10169"/>
                  </a:lnTo>
                  <a:lnTo>
                    <a:pt x="5395" y="10189"/>
                  </a:lnTo>
                  <a:lnTo>
                    <a:pt x="5435" y="10189"/>
                  </a:lnTo>
                  <a:lnTo>
                    <a:pt x="6037" y="9868"/>
                  </a:lnTo>
                  <a:lnTo>
                    <a:pt x="6638" y="9547"/>
                  </a:lnTo>
                  <a:lnTo>
                    <a:pt x="7260" y="9206"/>
                  </a:lnTo>
                  <a:lnTo>
                    <a:pt x="7842" y="8845"/>
                  </a:lnTo>
                  <a:lnTo>
                    <a:pt x="7862" y="8965"/>
                  </a:lnTo>
                  <a:lnTo>
                    <a:pt x="7862" y="9106"/>
                  </a:lnTo>
                  <a:lnTo>
                    <a:pt x="7902" y="9146"/>
                  </a:lnTo>
                  <a:lnTo>
                    <a:pt x="7942" y="9166"/>
                  </a:lnTo>
                  <a:lnTo>
                    <a:pt x="8002" y="9146"/>
                  </a:lnTo>
                  <a:lnTo>
                    <a:pt x="8042" y="9106"/>
                  </a:lnTo>
                  <a:lnTo>
                    <a:pt x="8082" y="9005"/>
                  </a:lnTo>
                  <a:lnTo>
                    <a:pt x="8082" y="8905"/>
                  </a:lnTo>
                  <a:lnTo>
                    <a:pt x="8082" y="8685"/>
                  </a:lnTo>
                  <a:lnTo>
                    <a:pt x="8423" y="8464"/>
                  </a:lnTo>
                  <a:lnTo>
                    <a:pt x="8443" y="8604"/>
                  </a:lnTo>
                  <a:lnTo>
                    <a:pt x="8483" y="8725"/>
                  </a:lnTo>
                  <a:lnTo>
                    <a:pt x="8524" y="8785"/>
                  </a:lnTo>
                  <a:lnTo>
                    <a:pt x="8584" y="8805"/>
                  </a:lnTo>
                  <a:lnTo>
                    <a:pt x="8644" y="8785"/>
                  </a:lnTo>
                  <a:lnTo>
                    <a:pt x="8684" y="8725"/>
                  </a:lnTo>
                  <a:lnTo>
                    <a:pt x="8704" y="8624"/>
                  </a:lnTo>
                  <a:lnTo>
                    <a:pt x="8684" y="8524"/>
                  </a:lnTo>
                  <a:lnTo>
                    <a:pt x="8684" y="8424"/>
                  </a:lnTo>
                  <a:lnTo>
                    <a:pt x="8644" y="8324"/>
                  </a:lnTo>
                  <a:lnTo>
                    <a:pt x="9366" y="7822"/>
                  </a:lnTo>
                  <a:lnTo>
                    <a:pt x="10088" y="7281"/>
                  </a:lnTo>
                  <a:lnTo>
                    <a:pt x="10790" y="6739"/>
                  </a:lnTo>
                  <a:lnTo>
                    <a:pt x="11472" y="6178"/>
                  </a:lnTo>
                  <a:lnTo>
                    <a:pt x="11632" y="6378"/>
                  </a:lnTo>
                  <a:lnTo>
                    <a:pt x="11672" y="6398"/>
                  </a:lnTo>
                  <a:lnTo>
                    <a:pt x="11772" y="6398"/>
                  </a:lnTo>
                  <a:lnTo>
                    <a:pt x="11833" y="6338"/>
                  </a:lnTo>
                  <a:lnTo>
                    <a:pt x="11853" y="6278"/>
                  </a:lnTo>
                  <a:lnTo>
                    <a:pt x="11833" y="6218"/>
                  </a:lnTo>
                  <a:lnTo>
                    <a:pt x="11672" y="5997"/>
                  </a:lnTo>
                  <a:lnTo>
                    <a:pt x="12254" y="5456"/>
                  </a:lnTo>
                  <a:lnTo>
                    <a:pt x="12815" y="4894"/>
                  </a:lnTo>
                  <a:lnTo>
                    <a:pt x="12795" y="5055"/>
                  </a:lnTo>
                  <a:lnTo>
                    <a:pt x="12795" y="5095"/>
                  </a:lnTo>
                  <a:lnTo>
                    <a:pt x="12815" y="5115"/>
                  </a:lnTo>
                  <a:lnTo>
                    <a:pt x="12855" y="5135"/>
                  </a:lnTo>
                  <a:lnTo>
                    <a:pt x="12875" y="5135"/>
                  </a:lnTo>
                  <a:lnTo>
                    <a:pt x="12935" y="5115"/>
                  </a:lnTo>
                  <a:lnTo>
                    <a:pt x="12976" y="5075"/>
                  </a:lnTo>
                  <a:lnTo>
                    <a:pt x="13016" y="4934"/>
                  </a:lnTo>
                  <a:lnTo>
                    <a:pt x="13036" y="4774"/>
                  </a:lnTo>
                  <a:lnTo>
                    <a:pt x="13256" y="4914"/>
                  </a:lnTo>
                  <a:lnTo>
                    <a:pt x="13337" y="4914"/>
                  </a:lnTo>
                  <a:lnTo>
                    <a:pt x="13357" y="4874"/>
                  </a:lnTo>
                  <a:lnTo>
                    <a:pt x="13377" y="4854"/>
                  </a:lnTo>
                  <a:lnTo>
                    <a:pt x="13337" y="4814"/>
                  </a:lnTo>
                  <a:lnTo>
                    <a:pt x="13216" y="4714"/>
                  </a:lnTo>
                  <a:lnTo>
                    <a:pt x="13076" y="4634"/>
                  </a:lnTo>
                  <a:lnTo>
                    <a:pt x="13377" y="4313"/>
                  </a:lnTo>
                  <a:lnTo>
                    <a:pt x="13397" y="4273"/>
                  </a:lnTo>
                  <a:lnTo>
                    <a:pt x="13397" y="4232"/>
                  </a:lnTo>
                  <a:lnTo>
                    <a:pt x="13357" y="4212"/>
                  </a:lnTo>
                  <a:lnTo>
                    <a:pt x="13337" y="4192"/>
                  </a:lnTo>
                  <a:lnTo>
                    <a:pt x="13276" y="4212"/>
                  </a:lnTo>
                  <a:lnTo>
                    <a:pt x="13056" y="4393"/>
                  </a:lnTo>
                  <a:lnTo>
                    <a:pt x="13016" y="4012"/>
                  </a:lnTo>
                  <a:lnTo>
                    <a:pt x="12996" y="3952"/>
                  </a:lnTo>
                  <a:lnTo>
                    <a:pt x="12956" y="3932"/>
                  </a:lnTo>
                  <a:lnTo>
                    <a:pt x="12915" y="3952"/>
                  </a:lnTo>
                  <a:lnTo>
                    <a:pt x="12895" y="4012"/>
                  </a:lnTo>
                  <a:lnTo>
                    <a:pt x="12895" y="4273"/>
                  </a:lnTo>
                  <a:lnTo>
                    <a:pt x="12855" y="4553"/>
                  </a:lnTo>
                  <a:lnTo>
                    <a:pt x="12514" y="4453"/>
                  </a:lnTo>
                  <a:lnTo>
                    <a:pt x="12494" y="4453"/>
                  </a:lnTo>
                  <a:lnTo>
                    <a:pt x="12494" y="4473"/>
                  </a:lnTo>
                  <a:lnTo>
                    <a:pt x="12494" y="4493"/>
                  </a:lnTo>
                  <a:lnTo>
                    <a:pt x="12494" y="4513"/>
                  </a:lnTo>
                  <a:lnTo>
                    <a:pt x="12635" y="4573"/>
                  </a:lnTo>
                  <a:lnTo>
                    <a:pt x="12775" y="4634"/>
                  </a:lnTo>
                  <a:lnTo>
                    <a:pt x="11431" y="5737"/>
                  </a:lnTo>
                  <a:lnTo>
                    <a:pt x="11171" y="5476"/>
                  </a:lnTo>
                  <a:lnTo>
                    <a:pt x="11131" y="5456"/>
                  </a:lnTo>
                  <a:lnTo>
                    <a:pt x="11090" y="5476"/>
                  </a:lnTo>
                  <a:lnTo>
                    <a:pt x="11070" y="5496"/>
                  </a:lnTo>
                  <a:lnTo>
                    <a:pt x="11050" y="5536"/>
                  </a:lnTo>
                  <a:lnTo>
                    <a:pt x="11070" y="5576"/>
                  </a:lnTo>
                  <a:lnTo>
                    <a:pt x="11271" y="5857"/>
                  </a:lnTo>
                  <a:lnTo>
                    <a:pt x="10308" y="6639"/>
                  </a:lnTo>
                  <a:lnTo>
                    <a:pt x="9827" y="7020"/>
                  </a:lnTo>
                  <a:lnTo>
                    <a:pt x="9346" y="7381"/>
                  </a:lnTo>
                  <a:lnTo>
                    <a:pt x="8443" y="8003"/>
                  </a:lnTo>
                  <a:lnTo>
                    <a:pt x="8323" y="7862"/>
                  </a:lnTo>
                  <a:lnTo>
                    <a:pt x="8203" y="7742"/>
                  </a:lnTo>
                  <a:lnTo>
                    <a:pt x="8163" y="7722"/>
                  </a:lnTo>
                  <a:lnTo>
                    <a:pt x="8122" y="7742"/>
                  </a:lnTo>
                  <a:lnTo>
                    <a:pt x="8102" y="7762"/>
                  </a:lnTo>
                  <a:lnTo>
                    <a:pt x="8102" y="7802"/>
                  </a:lnTo>
                  <a:lnTo>
                    <a:pt x="8122" y="7842"/>
                  </a:lnTo>
                  <a:lnTo>
                    <a:pt x="8223" y="7963"/>
                  </a:lnTo>
                  <a:lnTo>
                    <a:pt x="8303" y="8123"/>
                  </a:lnTo>
                  <a:lnTo>
                    <a:pt x="7982" y="8324"/>
                  </a:lnTo>
                  <a:lnTo>
                    <a:pt x="7902" y="8143"/>
                  </a:lnTo>
                  <a:lnTo>
                    <a:pt x="7802" y="7983"/>
                  </a:lnTo>
                  <a:lnTo>
                    <a:pt x="7781" y="7963"/>
                  </a:lnTo>
                  <a:lnTo>
                    <a:pt x="7741" y="7943"/>
                  </a:lnTo>
                  <a:lnTo>
                    <a:pt x="7701" y="7963"/>
                  </a:lnTo>
                  <a:lnTo>
                    <a:pt x="7661" y="7983"/>
                  </a:lnTo>
                  <a:lnTo>
                    <a:pt x="7661" y="8023"/>
                  </a:lnTo>
                  <a:lnTo>
                    <a:pt x="7661" y="8083"/>
                  </a:lnTo>
                  <a:lnTo>
                    <a:pt x="7741" y="8263"/>
                  </a:lnTo>
                  <a:lnTo>
                    <a:pt x="7802" y="8444"/>
                  </a:lnTo>
                  <a:lnTo>
                    <a:pt x="5355" y="10048"/>
                  </a:lnTo>
                  <a:lnTo>
                    <a:pt x="5335" y="10088"/>
                  </a:lnTo>
                  <a:lnTo>
                    <a:pt x="5295" y="9366"/>
                  </a:lnTo>
                  <a:lnTo>
                    <a:pt x="5215" y="8644"/>
                  </a:lnTo>
                  <a:lnTo>
                    <a:pt x="5094" y="7943"/>
                  </a:lnTo>
                  <a:lnTo>
                    <a:pt x="4934" y="7221"/>
                  </a:lnTo>
                  <a:lnTo>
                    <a:pt x="4934" y="7221"/>
                  </a:lnTo>
                  <a:lnTo>
                    <a:pt x="5054" y="7241"/>
                  </a:lnTo>
                  <a:lnTo>
                    <a:pt x="5154" y="7221"/>
                  </a:lnTo>
                  <a:lnTo>
                    <a:pt x="5215" y="7201"/>
                  </a:lnTo>
                  <a:lnTo>
                    <a:pt x="5235" y="7140"/>
                  </a:lnTo>
                  <a:lnTo>
                    <a:pt x="5235" y="7100"/>
                  </a:lnTo>
                  <a:lnTo>
                    <a:pt x="5215" y="7080"/>
                  </a:lnTo>
                  <a:lnTo>
                    <a:pt x="5174" y="7060"/>
                  </a:lnTo>
                  <a:lnTo>
                    <a:pt x="5014" y="7040"/>
                  </a:lnTo>
                  <a:lnTo>
                    <a:pt x="5215" y="6840"/>
                  </a:lnTo>
                  <a:lnTo>
                    <a:pt x="5395" y="6639"/>
                  </a:lnTo>
                  <a:lnTo>
                    <a:pt x="5415" y="6599"/>
                  </a:lnTo>
                  <a:lnTo>
                    <a:pt x="5395" y="6559"/>
                  </a:lnTo>
                  <a:lnTo>
                    <a:pt x="5375" y="6539"/>
                  </a:lnTo>
                  <a:lnTo>
                    <a:pt x="5335" y="6519"/>
                  </a:lnTo>
                  <a:lnTo>
                    <a:pt x="5295" y="6539"/>
                  </a:lnTo>
                  <a:lnTo>
                    <a:pt x="5074" y="6719"/>
                  </a:lnTo>
                  <a:lnTo>
                    <a:pt x="4854" y="6900"/>
                  </a:lnTo>
                  <a:lnTo>
                    <a:pt x="4673" y="6298"/>
                  </a:lnTo>
                  <a:lnTo>
                    <a:pt x="4473" y="5696"/>
                  </a:lnTo>
                  <a:lnTo>
                    <a:pt x="4232" y="5095"/>
                  </a:lnTo>
                  <a:lnTo>
                    <a:pt x="3971" y="4513"/>
                  </a:lnTo>
                  <a:lnTo>
                    <a:pt x="3710" y="3992"/>
                  </a:lnTo>
                  <a:lnTo>
                    <a:pt x="3390" y="3450"/>
                  </a:lnTo>
                  <a:lnTo>
                    <a:pt x="3069" y="2889"/>
                  </a:lnTo>
                  <a:lnTo>
                    <a:pt x="2708" y="2367"/>
                  </a:lnTo>
                  <a:lnTo>
                    <a:pt x="2307" y="1846"/>
                  </a:lnTo>
                  <a:lnTo>
                    <a:pt x="1885" y="1345"/>
                  </a:lnTo>
                  <a:lnTo>
                    <a:pt x="1424" y="883"/>
                  </a:lnTo>
                  <a:lnTo>
                    <a:pt x="1184" y="663"/>
                  </a:lnTo>
                  <a:lnTo>
                    <a:pt x="943" y="462"/>
                  </a:lnTo>
                  <a:lnTo>
                    <a:pt x="1123" y="362"/>
                  </a:lnTo>
                  <a:lnTo>
                    <a:pt x="1284" y="242"/>
                  </a:lnTo>
                  <a:lnTo>
                    <a:pt x="1304" y="222"/>
                  </a:lnTo>
                  <a:lnTo>
                    <a:pt x="1304" y="181"/>
                  </a:lnTo>
                  <a:lnTo>
                    <a:pt x="1284" y="141"/>
                  </a:lnTo>
                  <a:lnTo>
                    <a:pt x="1244" y="141"/>
                  </a:lnTo>
                  <a:lnTo>
                    <a:pt x="1123" y="161"/>
                  </a:lnTo>
                  <a:lnTo>
                    <a:pt x="1003" y="201"/>
                  </a:lnTo>
                  <a:lnTo>
                    <a:pt x="782" y="322"/>
                  </a:lnTo>
                  <a:lnTo>
                    <a:pt x="482" y="81"/>
                  </a:lnTo>
                  <a:lnTo>
                    <a:pt x="5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32">
              <a:extLst>
                <a:ext uri="{FF2B5EF4-FFF2-40B4-BE49-F238E27FC236}">
                  <a16:creationId xmlns:a16="http://schemas.microsoft.com/office/drawing/2014/main" id="{067BDE4A-0342-1BB2-5A6E-48E1DFE0A296}"/>
                </a:ext>
              </a:extLst>
            </p:cNvPr>
            <p:cNvSpPr/>
            <p:nvPr/>
          </p:nvSpPr>
          <p:spPr>
            <a:xfrm>
              <a:off x="10716375" y="4375625"/>
              <a:ext cx="391075" cy="391075"/>
            </a:xfrm>
            <a:custGeom>
              <a:avLst/>
              <a:gdLst/>
              <a:ahLst/>
              <a:cxnLst/>
              <a:rect l="l" t="t" r="r" b="b"/>
              <a:pathLst>
                <a:path w="15643" h="15643" extrusionOk="0">
                  <a:moveTo>
                    <a:pt x="5656" y="0"/>
                  </a:moveTo>
                  <a:lnTo>
                    <a:pt x="5094" y="20"/>
                  </a:lnTo>
                  <a:lnTo>
                    <a:pt x="4532" y="101"/>
                  </a:lnTo>
                  <a:lnTo>
                    <a:pt x="3991" y="201"/>
                  </a:lnTo>
                  <a:lnTo>
                    <a:pt x="3470" y="361"/>
                  </a:lnTo>
                  <a:lnTo>
                    <a:pt x="3209" y="462"/>
                  </a:lnTo>
                  <a:lnTo>
                    <a:pt x="2968" y="562"/>
                  </a:lnTo>
                  <a:lnTo>
                    <a:pt x="2728" y="682"/>
                  </a:lnTo>
                  <a:lnTo>
                    <a:pt x="2507" y="803"/>
                  </a:lnTo>
                  <a:lnTo>
                    <a:pt x="2286" y="943"/>
                  </a:lnTo>
                  <a:lnTo>
                    <a:pt x="2066" y="1083"/>
                  </a:lnTo>
                  <a:lnTo>
                    <a:pt x="1865" y="1244"/>
                  </a:lnTo>
                  <a:lnTo>
                    <a:pt x="1665" y="1404"/>
                  </a:lnTo>
                  <a:lnTo>
                    <a:pt x="1484" y="1585"/>
                  </a:lnTo>
                  <a:lnTo>
                    <a:pt x="1304" y="1765"/>
                  </a:lnTo>
                  <a:lnTo>
                    <a:pt x="1143" y="1966"/>
                  </a:lnTo>
                  <a:lnTo>
                    <a:pt x="983" y="2166"/>
                  </a:lnTo>
                  <a:lnTo>
                    <a:pt x="842" y="2387"/>
                  </a:lnTo>
                  <a:lnTo>
                    <a:pt x="702" y="2607"/>
                  </a:lnTo>
                  <a:lnTo>
                    <a:pt x="582" y="2828"/>
                  </a:lnTo>
                  <a:lnTo>
                    <a:pt x="461" y="3089"/>
                  </a:lnTo>
                  <a:lnTo>
                    <a:pt x="361" y="3329"/>
                  </a:lnTo>
                  <a:lnTo>
                    <a:pt x="261" y="3590"/>
                  </a:lnTo>
                  <a:lnTo>
                    <a:pt x="181" y="3871"/>
                  </a:lnTo>
                  <a:lnTo>
                    <a:pt x="121" y="4152"/>
                  </a:lnTo>
                  <a:lnTo>
                    <a:pt x="80" y="4432"/>
                  </a:lnTo>
                  <a:lnTo>
                    <a:pt x="40" y="4733"/>
                  </a:lnTo>
                  <a:lnTo>
                    <a:pt x="20" y="5034"/>
                  </a:lnTo>
                  <a:lnTo>
                    <a:pt x="0" y="5355"/>
                  </a:lnTo>
                  <a:lnTo>
                    <a:pt x="0" y="5375"/>
                  </a:lnTo>
                  <a:lnTo>
                    <a:pt x="20" y="5836"/>
                  </a:lnTo>
                  <a:lnTo>
                    <a:pt x="80" y="6298"/>
                  </a:lnTo>
                  <a:lnTo>
                    <a:pt x="181" y="6739"/>
                  </a:lnTo>
                  <a:lnTo>
                    <a:pt x="301" y="7200"/>
                  </a:lnTo>
                  <a:lnTo>
                    <a:pt x="461" y="7661"/>
                  </a:lnTo>
                  <a:lnTo>
                    <a:pt x="642" y="8122"/>
                  </a:lnTo>
                  <a:lnTo>
                    <a:pt x="863" y="8564"/>
                  </a:lnTo>
                  <a:lnTo>
                    <a:pt x="1103" y="9025"/>
                  </a:lnTo>
                  <a:lnTo>
                    <a:pt x="1384" y="9466"/>
                  </a:lnTo>
                  <a:lnTo>
                    <a:pt x="1665" y="9887"/>
                  </a:lnTo>
                  <a:lnTo>
                    <a:pt x="1986" y="10328"/>
                  </a:lnTo>
                  <a:lnTo>
                    <a:pt x="2327" y="10750"/>
                  </a:lnTo>
                  <a:lnTo>
                    <a:pt x="2667" y="11151"/>
                  </a:lnTo>
                  <a:lnTo>
                    <a:pt x="3048" y="11552"/>
                  </a:lnTo>
                  <a:lnTo>
                    <a:pt x="3429" y="11953"/>
                  </a:lnTo>
                  <a:lnTo>
                    <a:pt x="3831" y="12314"/>
                  </a:lnTo>
                  <a:lnTo>
                    <a:pt x="4232" y="12675"/>
                  </a:lnTo>
                  <a:lnTo>
                    <a:pt x="4653" y="13016"/>
                  </a:lnTo>
                  <a:lnTo>
                    <a:pt x="5074" y="13357"/>
                  </a:lnTo>
                  <a:lnTo>
                    <a:pt x="5515" y="13658"/>
                  </a:lnTo>
                  <a:lnTo>
                    <a:pt x="5936" y="13958"/>
                  </a:lnTo>
                  <a:lnTo>
                    <a:pt x="6378" y="14239"/>
                  </a:lnTo>
                  <a:lnTo>
                    <a:pt x="6819" y="14480"/>
                  </a:lnTo>
                  <a:lnTo>
                    <a:pt x="7260" y="14720"/>
                  </a:lnTo>
                  <a:lnTo>
                    <a:pt x="7701" y="14921"/>
                  </a:lnTo>
                  <a:lnTo>
                    <a:pt x="8122" y="15101"/>
                  </a:lnTo>
                  <a:lnTo>
                    <a:pt x="8563" y="15262"/>
                  </a:lnTo>
                  <a:lnTo>
                    <a:pt x="8985" y="15402"/>
                  </a:lnTo>
                  <a:lnTo>
                    <a:pt x="9386" y="15503"/>
                  </a:lnTo>
                  <a:lnTo>
                    <a:pt x="9787" y="15583"/>
                  </a:lnTo>
                  <a:lnTo>
                    <a:pt x="10168" y="15623"/>
                  </a:lnTo>
                  <a:lnTo>
                    <a:pt x="10529" y="15643"/>
                  </a:lnTo>
                  <a:lnTo>
                    <a:pt x="10789" y="15643"/>
                  </a:lnTo>
                  <a:lnTo>
                    <a:pt x="11050" y="15603"/>
                  </a:lnTo>
                  <a:lnTo>
                    <a:pt x="11331" y="15563"/>
                  </a:lnTo>
                  <a:lnTo>
                    <a:pt x="11612" y="15503"/>
                  </a:lnTo>
                  <a:lnTo>
                    <a:pt x="11892" y="15442"/>
                  </a:lnTo>
                  <a:lnTo>
                    <a:pt x="12494" y="15262"/>
                  </a:lnTo>
                  <a:lnTo>
                    <a:pt x="13116" y="15021"/>
                  </a:lnTo>
                  <a:lnTo>
                    <a:pt x="13738" y="14740"/>
                  </a:lnTo>
                  <a:lnTo>
                    <a:pt x="14379" y="14420"/>
                  </a:lnTo>
                  <a:lnTo>
                    <a:pt x="15001" y="14039"/>
                  </a:lnTo>
                  <a:lnTo>
                    <a:pt x="15643" y="13637"/>
                  </a:lnTo>
                  <a:lnTo>
                    <a:pt x="15643" y="13637"/>
                  </a:lnTo>
                  <a:lnTo>
                    <a:pt x="15061" y="13818"/>
                  </a:lnTo>
                  <a:lnTo>
                    <a:pt x="14480" y="13958"/>
                  </a:lnTo>
                  <a:lnTo>
                    <a:pt x="13898" y="14059"/>
                  </a:lnTo>
                  <a:lnTo>
                    <a:pt x="13296" y="14139"/>
                  </a:lnTo>
                  <a:lnTo>
                    <a:pt x="13236" y="14460"/>
                  </a:lnTo>
                  <a:lnTo>
                    <a:pt x="13156" y="14801"/>
                  </a:lnTo>
                  <a:lnTo>
                    <a:pt x="13136" y="14841"/>
                  </a:lnTo>
                  <a:lnTo>
                    <a:pt x="13076" y="14861"/>
                  </a:lnTo>
                  <a:lnTo>
                    <a:pt x="13036" y="14861"/>
                  </a:lnTo>
                  <a:lnTo>
                    <a:pt x="13016" y="14821"/>
                  </a:lnTo>
                  <a:lnTo>
                    <a:pt x="12995" y="14801"/>
                  </a:lnTo>
                  <a:lnTo>
                    <a:pt x="12975" y="14740"/>
                  </a:lnTo>
                  <a:lnTo>
                    <a:pt x="13056" y="14159"/>
                  </a:lnTo>
                  <a:lnTo>
                    <a:pt x="12695" y="14179"/>
                  </a:lnTo>
                  <a:lnTo>
                    <a:pt x="12334" y="14179"/>
                  </a:lnTo>
                  <a:lnTo>
                    <a:pt x="11752" y="14159"/>
                  </a:lnTo>
                  <a:lnTo>
                    <a:pt x="11171" y="14099"/>
                  </a:lnTo>
                  <a:lnTo>
                    <a:pt x="10569" y="14019"/>
                  </a:lnTo>
                  <a:lnTo>
                    <a:pt x="9967" y="13858"/>
                  </a:lnTo>
                  <a:lnTo>
                    <a:pt x="9867" y="13958"/>
                  </a:lnTo>
                  <a:lnTo>
                    <a:pt x="9727" y="14019"/>
                  </a:lnTo>
                  <a:lnTo>
                    <a:pt x="9506" y="14039"/>
                  </a:lnTo>
                  <a:lnTo>
                    <a:pt x="9285" y="14059"/>
                  </a:lnTo>
                  <a:lnTo>
                    <a:pt x="9105" y="14059"/>
                  </a:lnTo>
                  <a:lnTo>
                    <a:pt x="8924" y="14039"/>
                  </a:lnTo>
                  <a:lnTo>
                    <a:pt x="8543" y="13958"/>
                  </a:lnTo>
                  <a:lnTo>
                    <a:pt x="8142" y="13838"/>
                  </a:lnTo>
                  <a:lnTo>
                    <a:pt x="7741" y="13678"/>
                  </a:lnTo>
                  <a:lnTo>
                    <a:pt x="7320" y="13457"/>
                  </a:lnTo>
                  <a:lnTo>
                    <a:pt x="6879" y="13216"/>
                  </a:lnTo>
                  <a:lnTo>
                    <a:pt x="6458" y="12936"/>
                  </a:lnTo>
                  <a:lnTo>
                    <a:pt x="6017" y="12635"/>
                  </a:lnTo>
                  <a:lnTo>
                    <a:pt x="5575" y="12294"/>
                  </a:lnTo>
                  <a:lnTo>
                    <a:pt x="5154" y="11913"/>
                  </a:lnTo>
                  <a:lnTo>
                    <a:pt x="4733" y="11532"/>
                  </a:lnTo>
                  <a:lnTo>
                    <a:pt x="4312" y="11131"/>
                  </a:lnTo>
                  <a:lnTo>
                    <a:pt x="3911" y="10689"/>
                  </a:lnTo>
                  <a:lnTo>
                    <a:pt x="3530" y="10248"/>
                  </a:lnTo>
                  <a:lnTo>
                    <a:pt x="3169" y="9807"/>
                  </a:lnTo>
                  <a:lnTo>
                    <a:pt x="2828" y="9346"/>
                  </a:lnTo>
                  <a:lnTo>
                    <a:pt x="2527" y="8865"/>
                  </a:lnTo>
                  <a:lnTo>
                    <a:pt x="2226" y="8403"/>
                  </a:lnTo>
                  <a:lnTo>
                    <a:pt x="1986" y="7942"/>
                  </a:lnTo>
                  <a:lnTo>
                    <a:pt x="1765" y="7461"/>
                  </a:lnTo>
                  <a:lnTo>
                    <a:pt x="1584" y="7019"/>
                  </a:lnTo>
                  <a:lnTo>
                    <a:pt x="1424" y="6558"/>
                  </a:lnTo>
                  <a:lnTo>
                    <a:pt x="1324" y="6117"/>
                  </a:lnTo>
                  <a:lnTo>
                    <a:pt x="1284" y="5696"/>
                  </a:lnTo>
                  <a:lnTo>
                    <a:pt x="1264" y="5495"/>
                  </a:lnTo>
                  <a:lnTo>
                    <a:pt x="1264" y="5295"/>
                  </a:lnTo>
                  <a:lnTo>
                    <a:pt x="1284" y="5094"/>
                  </a:lnTo>
                  <a:lnTo>
                    <a:pt x="1324" y="4914"/>
                  </a:lnTo>
                  <a:lnTo>
                    <a:pt x="1364" y="4733"/>
                  </a:lnTo>
                  <a:lnTo>
                    <a:pt x="1424" y="4553"/>
                  </a:lnTo>
                  <a:lnTo>
                    <a:pt x="1484" y="4372"/>
                  </a:lnTo>
                  <a:lnTo>
                    <a:pt x="1584" y="4212"/>
                  </a:lnTo>
                  <a:lnTo>
                    <a:pt x="1685" y="4051"/>
                  </a:lnTo>
                  <a:lnTo>
                    <a:pt x="1805" y="3911"/>
                  </a:lnTo>
                  <a:lnTo>
                    <a:pt x="1925" y="3771"/>
                  </a:lnTo>
                  <a:lnTo>
                    <a:pt x="2086" y="3630"/>
                  </a:lnTo>
                  <a:lnTo>
                    <a:pt x="2246" y="3510"/>
                  </a:lnTo>
                  <a:lnTo>
                    <a:pt x="2427" y="3410"/>
                  </a:lnTo>
                  <a:lnTo>
                    <a:pt x="2627" y="3289"/>
                  </a:lnTo>
                  <a:lnTo>
                    <a:pt x="2848" y="3209"/>
                  </a:lnTo>
                  <a:lnTo>
                    <a:pt x="3129" y="3109"/>
                  </a:lnTo>
                  <a:lnTo>
                    <a:pt x="3409" y="3049"/>
                  </a:lnTo>
                  <a:lnTo>
                    <a:pt x="3670" y="3009"/>
                  </a:lnTo>
                  <a:lnTo>
                    <a:pt x="3951" y="2989"/>
                  </a:lnTo>
                  <a:lnTo>
                    <a:pt x="4232" y="3009"/>
                  </a:lnTo>
                  <a:lnTo>
                    <a:pt x="4673" y="2708"/>
                  </a:lnTo>
                  <a:lnTo>
                    <a:pt x="5134" y="2467"/>
                  </a:lnTo>
                  <a:lnTo>
                    <a:pt x="5615" y="2247"/>
                  </a:lnTo>
                  <a:lnTo>
                    <a:pt x="6117" y="2066"/>
                  </a:lnTo>
                  <a:lnTo>
                    <a:pt x="6638" y="1926"/>
                  </a:lnTo>
                  <a:lnTo>
                    <a:pt x="7160" y="1805"/>
                  </a:lnTo>
                  <a:lnTo>
                    <a:pt x="7681" y="1725"/>
                  </a:lnTo>
                  <a:lnTo>
                    <a:pt x="8223" y="1685"/>
                  </a:lnTo>
                  <a:lnTo>
                    <a:pt x="7922" y="1504"/>
                  </a:lnTo>
                  <a:lnTo>
                    <a:pt x="7621" y="1324"/>
                  </a:lnTo>
                  <a:lnTo>
                    <a:pt x="7320" y="1184"/>
                  </a:lnTo>
                  <a:lnTo>
                    <a:pt x="7019" y="1043"/>
                  </a:lnTo>
                  <a:lnTo>
                    <a:pt x="6698" y="943"/>
                  </a:lnTo>
                  <a:lnTo>
                    <a:pt x="6378" y="843"/>
                  </a:lnTo>
                  <a:lnTo>
                    <a:pt x="6057" y="783"/>
                  </a:lnTo>
                  <a:lnTo>
                    <a:pt x="5716" y="742"/>
                  </a:lnTo>
                  <a:lnTo>
                    <a:pt x="5696" y="722"/>
                  </a:lnTo>
                  <a:lnTo>
                    <a:pt x="5716" y="722"/>
                  </a:lnTo>
                  <a:lnTo>
                    <a:pt x="6097" y="742"/>
                  </a:lnTo>
                  <a:lnTo>
                    <a:pt x="6458" y="803"/>
                  </a:lnTo>
                  <a:lnTo>
                    <a:pt x="6819" y="883"/>
                  </a:lnTo>
                  <a:lnTo>
                    <a:pt x="7180" y="983"/>
                  </a:lnTo>
                  <a:lnTo>
                    <a:pt x="7521" y="1123"/>
                  </a:lnTo>
                  <a:lnTo>
                    <a:pt x="7841" y="1264"/>
                  </a:lnTo>
                  <a:lnTo>
                    <a:pt x="8162" y="1444"/>
                  </a:lnTo>
                  <a:lnTo>
                    <a:pt x="8483" y="1645"/>
                  </a:lnTo>
                  <a:lnTo>
                    <a:pt x="8604" y="1484"/>
                  </a:lnTo>
                  <a:lnTo>
                    <a:pt x="8664" y="1404"/>
                  </a:lnTo>
                  <a:lnTo>
                    <a:pt x="8744" y="1364"/>
                  </a:lnTo>
                  <a:lnTo>
                    <a:pt x="8764" y="1344"/>
                  </a:lnTo>
                  <a:lnTo>
                    <a:pt x="8804" y="1344"/>
                  </a:lnTo>
                  <a:lnTo>
                    <a:pt x="8824" y="1364"/>
                  </a:lnTo>
                  <a:lnTo>
                    <a:pt x="8824" y="1404"/>
                  </a:lnTo>
                  <a:lnTo>
                    <a:pt x="8824" y="1424"/>
                  </a:lnTo>
                  <a:lnTo>
                    <a:pt x="8804" y="1504"/>
                  </a:lnTo>
                  <a:lnTo>
                    <a:pt x="8784" y="1565"/>
                  </a:lnTo>
                  <a:lnTo>
                    <a:pt x="8704" y="1665"/>
                  </a:lnTo>
                  <a:lnTo>
                    <a:pt x="8824" y="1665"/>
                  </a:lnTo>
                  <a:lnTo>
                    <a:pt x="9346" y="1685"/>
                  </a:lnTo>
                  <a:lnTo>
                    <a:pt x="9867" y="1725"/>
                  </a:lnTo>
                  <a:lnTo>
                    <a:pt x="10388" y="1785"/>
                  </a:lnTo>
                  <a:lnTo>
                    <a:pt x="10910" y="1865"/>
                  </a:lnTo>
                  <a:lnTo>
                    <a:pt x="11552" y="2006"/>
                  </a:lnTo>
                  <a:lnTo>
                    <a:pt x="11552" y="2006"/>
                  </a:lnTo>
                  <a:lnTo>
                    <a:pt x="11391" y="1625"/>
                  </a:lnTo>
                  <a:lnTo>
                    <a:pt x="11090" y="1605"/>
                  </a:lnTo>
                  <a:lnTo>
                    <a:pt x="10769" y="1525"/>
                  </a:lnTo>
                  <a:lnTo>
                    <a:pt x="10429" y="1404"/>
                  </a:lnTo>
                  <a:lnTo>
                    <a:pt x="10068" y="1224"/>
                  </a:lnTo>
                  <a:lnTo>
                    <a:pt x="9506" y="943"/>
                  </a:lnTo>
                  <a:lnTo>
                    <a:pt x="8944" y="682"/>
                  </a:lnTo>
                  <a:lnTo>
                    <a:pt x="8403" y="482"/>
                  </a:lnTo>
                  <a:lnTo>
                    <a:pt x="7841" y="301"/>
                  </a:lnTo>
                  <a:lnTo>
                    <a:pt x="7280" y="181"/>
                  </a:lnTo>
                  <a:lnTo>
                    <a:pt x="6738" y="81"/>
                  </a:lnTo>
                  <a:lnTo>
                    <a:pt x="6197" y="20"/>
                  </a:lnTo>
                  <a:lnTo>
                    <a:pt x="565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32">
              <a:extLst>
                <a:ext uri="{FF2B5EF4-FFF2-40B4-BE49-F238E27FC236}">
                  <a16:creationId xmlns:a16="http://schemas.microsoft.com/office/drawing/2014/main" id="{6810B57D-CE37-F23C-7D74-E5B3986314D8}"/>
                </a:ext>
              </a:extLst>
            </p:cNvPr>
            <p:cNvSpPr/>
            <p:nvPr/>
          </p:nvSpPr>
          <p:spPr>
            <a:xfrm>
              <a:off x="10716375" y="4375625"/>
              <a:ext cx="391075" cy="391075"/>
            </a:xfrm>
            <a:custGeom>
              <a:avLst/>
              <a:gdLst/>
              <a:ahLst/>
              <a:cxnLst/>
              <a:rect l="l" t="t" r="r" b="b"/>
              <a:pathLst>
                <a:path w="15643" h="15643" fill="none" extrusionOk="0">
                  <a:moveTo>
                    <a:pt x="5656" y="0"/>
                  </a:moveTo>
                  <a:lnTo>
                    <a:pt x="5656" y="0"/>
                  </a:lnTo>
                  <a:lnTo>
                    <a:pt x="5094" y="20"/>
                  </a:lnTo>
                  <a:lnTo>
                    <a:pt x="4532" y="101"/>
                  </a:lnTo>
                  <a:lnTo>
                    <a:pt x="3991" y="201"/>
                  </a:lnTo>
                  <a:lnTo>
                    <a:pt x="3470" y="361"/>
                  </a:lnTo>
                  <a:lnTo>
                    <a:pt x="3209" y="462"/>
                  </a:lnTo>
                  <a:lnTo>
                    <a:pt x="2968" y="562"/>
                  </a:lnTo>
                  <a:lnTo>
                    <a:pt x="2728" y="682"/>
                  </a:lnTo>
                  <a:lnTo>
                    <a:pt x="2507" y="803"/>
                  </a:lnTo>
                  <a:lnTo>
                    <a:pt x="2286" y="943"/>
                  </a:lnTo>
                  <a:lnTo>
                    <a:pt x="2066" y="1083"/>
                  </a:lnTo>
                  <a:lnTo>
                    <a:pt x="1865" y="1244"/>
                  </a:lnTo>
                  <a:lnTo>
                    <a:pt x="1665" y="1404"/>
                  </a:lnTo>
                  <a:lnTo>
                    <a:pt x="1484" y="1585"/>
                  </a:lnTo>
                  <a:lnTo>
                    <a:pt x="1304" y="1765"/>
                  </a:lnTo>
                  <a:lnTo>
                    <a:pt x="1143" y="1966"/>
                  </a:lnTo>
                  <a:lnTo>
                    <a:pt x="983" y="2166"/>
                  </a:lnTo>
                  <a:lnTo>
                    <a:pt x="842" y="2387"/>
                  </a:lnTo>
                  <a:lnTo>
                    <a:pt x="702" y="2607"/>
                  </a:lnTo>
                  <a:lnTo>
                    <a:pt x="582" y="2828"/>
                  </a:lnTo>
                  <a:lnTo>
                    <a:pt x="461" y="3089"/>
                  </a:lnTo>
                  <a:lnTo>
                    <a:pt x="361" y="3329"/>
                  </a:lnTo>
                  <a:lnTo>
                    <a:pt x="261" y="3590"/>
                  </a:lnTo>
                  <a:lnTo>
                    <a:pt x="181" y="3871"/>
                  </a:lnTo>
                  <a:lnTo>
                    <a:pt x="121" y="4152"/>
                  </a:lnTo>
                  <a:lnTo>
                    <a:pt x="80" y="4432"/>
                  </a:lnTo>
                  <a:lnTo>
                    <a:pt x="40" y="4733"/>
                  </a:lnTo>
                  <a:lnTo>
                    <a:pt x="20" y="5034"/>
                  </a:lnTo>
                  <a:lnTo>
                    <a:pt x="0" y="5355"/>
                  </a:lnTo>
                  <a:lnTo>
                    <a:pt x="0" y="5355"/>
                  </a:lnTo>
                  <a:lnTo>
                    <a:pt x="0" y="5375"/>
                  </a:lnTo>
                  <a:lnTo>
                    <a:pt x="0" y="5375"/>
                  </a:lnTo>
                  <a:lnTo>
                    <a:pt x="20" y="5836"/>
                  </a:lnTo>
                  <a:lnTo>
                    <a:pt x="80" y="6298"/>
                  </a:lnTo>
                  <a:lnTo>
                    <a:pt x="181" y="6739"/>
                  </a:lnTo>
                  <a:lnTo>
                    <a:pt x="301" y="7200"/>
                  </a:lnTo>
                  <a:lnTo>
                    <a:pt x="461" y="7661"/>
                  </a:lnTo>
                  <a:lnTo>
                    <a:pt x="642" y="8122"/>
                  </a:lnTo>
                  <a:lnTo>
                    <a:pt x="863" y="8564"/>
                  </a:lnTo>
                  <a:lnTo>
                    <a:pt x="1103" y="9025"/>
                  </a:lnTo>
                  <a:lnTo>
                    <a:pt x="1384" y="9466"/>
                  </a:lnTo>
                  <a:lnTo>
                    <a:pt x="1665" y="9887"/>
                  </a:lnTo>
                  <a:lnTo>
                    <a:pt x="1986" y="10328"/>
                  </a:lnTo>
                  <a:lnTo>
                    <a:pt x="2327" y="10750"/>
                  </a:lnTo>
                  <a:lnTo>
                    <a:pt x="2667" y="11151"/>
                  </a:lnTo>
                  <a:lnTo>
                    <a:pt x="3048" y="11552"/>
                  </a:lnTo>
                  <a:lnTo>
                    <a:pt x="3429" y="11953"/>
                  </a:lnTo>
                  <a:lnTo>
                    <a:pt x="3831" y="12314"/>
                  </a:lnTo>
                  <a:lnTo>
                    <a:pt x="4232" y="12675"/>
                  </a:lnTo>
                  <a:lnTo>
                    <a:pt x="4653" y="13016"/>
                  </a:lnTo>
                  <a:lnTo>
                    <a:pt x="5074" y="13357"/>
                  </a:lnTo>
                  <a:lnTo>
                    <a:pt x="5515" y="13658"/>
                  </a:lnTo>
                  <a:lnTo>
                    <a:pt x="5936" y="13958"/>
                  </a:lnTo>
                  <a:lnTo>
                    <a:pt x="6378" y="14239"/>
                  </a:lnTo>
                  <a:lnTo>
                    <a:pt x="6819" y="14480"/>
                  </a:lnTo>
                  <a:lnTo>
                    <a:pt x="7260" y="14720"/>
                  </a:lnTo>
                  <a:lnTo>
                    <a:pt x="7701" y="14921"/>
                  </a:lnTo>
                  <a:lnTo>
                    <a:pt x="8122" y="15101"/>
                  </a:lnTo>
                  <a:lnTo>
                    <a:pt x="8563" y="15262"/>
                  </a:lnTo>
                  <a:lnTo>
                    <a:pt x="8985" y="15402"/>
                  </a:lnTo>
                  <a:lnTo>
                    <a:pt x="9386" y="15503"/>
                  </a:lnTo>
                  <a:lnTo>
                    <a:pt x="9787" y="15583"/>
                  </a:lnTo>
                  <a:lnTo>
                    <a:pt x="10168" y="15623"/>
                  </a:lnTo>
                  <a:lnTo>
                    <a:pt x="10529" y="15643"/>
                  </a:lnTo>
                  <a:lnTo>
                    <a:pt x="10529" y="15643"/>
                  </a:lnTo>
                  <a:lnTo>
                    <a:pt x="10789" y="15643"/>
                  </a:lnTo>
                  <a:lnTo>
                    <a:pt x="10789" y="15643"/>
                  </a:lnTo>
                  <a:lnTo>
                    <a:pt x="11050" y="15603"/>
                  </a:lnTo>
                  <a:lnTo>
                    <a:pt x="11331" y="15563"/>
                  </a:lnTo>
                  <a:lnTo>
                    <a:pt x="11612" y="15503"/>
                  </a:lnTo>
                  <a:lnTo>
                    <a:pt x="11892" y="15442"/>
                  </a:lnTo>
                  <a:lnTo>
                    <a:pt x="12494" y="15262"/>
                  </a:lnTo>
                  <a:lnTo>
                    <a:pt x="13116" y="15021"/>
                  </a:lnTo>
                  <a:lnTo>
                    <a:pt x="13738" y="14740"/>
                  </a:lnTo>
                  <a:lnTo>
                    <a:pt x="14379" y="14420"/>
                  </a:lnTo>
                  <a:lnTo>
                    <a:pt x="15001" y="14039"/>
                  </a:lnTo>
                  <a:lnTo>
                    <a:pt x="15643" y="13637"/>
                  </a:lnTo>
                  <a:lnTo>
                    <a:pt x="15643" y="13637"/>
                  </a:lnTo>
                  <a:lnTo>
                    <a:pt x="15061" y="13818"/>
                  </a:lnTo>
                  <a:lnTo>
                    <a:pt x="14480" y="13958"/>
                  </a:lnTo>
                  <a:lnTo>
                    <a:pt x="13898" y="14059"/>
                  </a:lnTo>
                  <a:lnTo>
                    <a:pt x="13296" y="14139"/>
                  </a:lnTo>
                  <a:lnTo>
                    <a:pt x="13296" y="14139"/>
                  </a:lnTo>
                  <a:lnTo>
                    <a:pt x="13236" y="14460"/>
                  </a:lnTo>
                  <a:lnTo>
                    <a:pt x="13156" y="14801"/>
                  </a:lnTo>
                  <a:lnTo>
                    <a:pt x="13156" y="14801"/>
                  </a:lnTo>
                  <a:lnTo>
                    <a:pt x="13136" y="14841"/>
                  </a:lnTo>
                  <a:lnTo>
                    <a:pt x="13076" y="14861"/>
                  </a:lnTo>
                  <a:lnTo>
                    <a:pt x="13076" y="14861"/>
                  </a:lnTo>
                  <a:lnTo>
                    <a:pt x="13036" y="14861"/>
                  </a:lnTo>
                  <a:lnTo>
                    <a:pt x="13016" y="14821"/>
                  </a:lnTo>
                  <a:lnTo>
                    <a:pt x="12995" y="14801"/>
                  </a:lnTo>
                  <a:lnTo>
                    <a:pt x="12975" y="14740"/>
                  </a:lnTo>
                  <a:lnTo>
                    <a:pt x="12975" y="14740"/>
                  </a:lnTo>
                  <a:lnTo>
                    <a:pt x="13056" y="14159"/>
                  </a:lnTo>
                  <a:lnTo>
                    <a:pt x="13056" y="14159"/>
                  </a:lnTo>
                  <a:lnTo>
                    <a:pt x="12695" y="14179"/>
                  </a:lnTo>
                  <a:lnTo>
                    <a:pt x="12334" y="14179"/>
                  </a:lnTo>
                  <a:lnTo>
                    <a:pt x="12334" y="14179"/>
                  </a:lnTo>
                  <a:lnTo>
                    <a:pt x="11752" y="14159"/>
                  </a:lnTo>
                  <a:lnTo>
                    <a:pt x="11171" y="14099"/>
                  </a:lnTo>
                  <a:lnTo>
                    <a:pt x="10569" y="14019"/>
                  </a:lnTo>
                  <a:lnTo>
                    <a:pt x="9967" y="13858"/>
                  </a:lnTo>
                  <a:lnTo>
                    <a:pt x="9967" y="13858"/>
                  </a:lnTo>
                  <a:lnTo>
                    <a:pt x="9867" y="13958"/>
                  </a:lnTo>
                  <a:lnTo>
                    <a:pt x="9727" y="14019"/>
                  </a:lnTo>
                  <a:lnTo>
                    <a:pt x="9727" y="14019"/>
                  </a:lnTo>
                  <a:lnTo>
                    <a:pt x="9506" y="14039"/>
                  </a:lnTo>
                  <a:lnTo>
                    <a:pt x="9285" y="14059"/>
                  </a:lnTo>
                  <a:lnTo>
                    <a:pt x="9285" y="14059"/>
                  </a:lnTo>
                  <a:lnTo>
                    <a:pt x="9105" y="14059"/>
                  </a:lnTo>
                  <a:lnTo>
                    <a:pt x="8924" y="14039"/>
                  </a:lnTo>
                  <a:lnTo>
                    <a:pt x="8543" y="13958"/>
                  </a:lnTo>
                  <a:lnTo>
                    <a:pt x="8142" y="13838"/>
                  </a:lnTo>
                  <a:lnTo>
                    <a:pt x="7741" y="13678"/>
                  </a:lnTo>
                  <a:lnTo>
                    <a:pt x="7320" y="13457"/>
                  </a:lnTo>
                  <a:lnTo>
                    <a:pt x="6879" y="13216"/>
                  </a:lnTo>
                  <a:lnTo>
                    <a:pt x="6458" y="12936"/>
                  </a:lnTo>
                  <a:lnTo>
                    <a:pt x="6017" y="12635"/>
                  </a:lnTo>
                  <a:lnTo>
                    <a:pt x="5575" y="12294"/>
                  </a:lnTo>
                  <a:lnTo>
                    <a:pt x="5154" y="11913"/>
                  </a:lnTo>
                  <a:lnTo>
                    <a:pt x="4733" y="11532"/>
                  </a:lnTo>
                  <a:lnTo>
                    <a:pt x="4312" y="11131"/>
                  </a:lnTo>
                  <a:lnTo>
                    <a:pt x="3911" y="10689"/>
                  </a:lnTo>
                  <a:lnTo>
                    <a:pt x="3530" y="10248"/>
                  </a:lnTo>
                  <a:lnTo>
                    <a:pt x="3169" y="9807"/>
                  </a:lnTo>
                  <a:lnTo>
                    <a:pt x="2828" y="9346"/>
                  </a:lnTo>
                  <a:lnTo>
                    <a:pt x="2527" y="8865"/>
                  </a:lnTo>
                  <a:lnTo>
                    <a:pt x="2226" y="8403"/>
                  </a:lnTo>
                  <a:lnTo>
                    <a:pt x="1986" y="7942"/>
                  </a:lnTo>
                  <a:lnTo>
                    <a:pt x="1765" y="7461"/>
                  </a:lnTo>
                  <a:lnTo>
                    <a:pt x="1584" y="7019"/>
                  </a:lnTo>
                  <a:lnTo>
                    <a:pt x="1424" y="6558"/>
                  </a:lnTo>
                  <a:lnTo>
                    <a:pt x="1324" y="6117"/>
                  </a:lnTo>
                  <a:lnTo>
                    <a:pt x="1284" y="5696"/>
                  </a:lnTo>
                  <a:lnTo>
                    <a:pt x="1264" y="5495"/>
                  </a:lnTo>
                  <a:lnTo>
                    <a:pt x="1264" y="5295"/>
                  </a:lnTo>
                  <a:lnTo>
                    <a:pt x="1284" y="5094"/>
                  </a:lnTo>
                  <a:lnTo>
                    <a:pt x="1324" y="4914"/>
                  </a:lnTo>
                  <a:lnTo>
                    <a:pt x="1364" y="4733"/>
                  </a:lnTo>
                  <a:lnTo>
                    <a:pt x="1424" y="4553"/>
                  </a:lnTo>
                  <a:lnTo>
                    <a:pt x="1484" y="4372"/>
                  </a:lnTo>
                  <a:lnTo>
                    <a:pt x="1584" y="4212"/>
                  </a:lnTo>
                  <a:lnTo>
                    <a:pt x="1685" y="4051"/>
                  </a:lnTo>
                  <a:lnTo>
                    <a:pt x="1805" y="3911"/>
                  </a:lnTo>
                  <a:lnTo>
                    <a:pt x="1925" y="3771"/>
                  </a:lnTo>
                  <a:lnTo>
                    <a:pt x="2086" y="3630"/>
                  </a:lnTo>
                  <a:lnTo>
                    <a:pt x="2246" y="3510"/>
                  </a:lnTo>
                  <a:lnTo>
                    <a:pt x="2427" y="3410"/>
                  </a:lnTo>
                  <a:lnTo>
                    <a:pt x="2627" y="3289"/>
                  </a:lnTo>
                  <a:lnTo>
                    <a:pt x="2848" y="3209"/>
                  </a:lnTo>
                  <a:lnTo>
                    <a:pt x="2848" y="3209"/>
                  </a:lnTo>
                  <a:lnTo>
                    <a:pt x="3129" y="3109"/>
                  </a:lnTo>
                  <a:lnTo>
                    <a:pt x="3409" y="3049"/>
                  </a:lnTo>
                  <a:lnTo>
                    <a:pt x="3670" y="3009"/>
                  </a:lnTo>
                  <a:lnTo>
                    <a:pt x="3951" y="2989"/>
                  </a:lnTo>
                  <a:lnTo>
                    <a:pt x="3951" y="2989"/>
                  </a:lnTo>
                  <a:lnTo>
                    <a:pt x="4232" y="3009"/>
                  </a:lnTo>
                  <a:lnTo>
                    <a:pt x="4232" y="3009"/>
                  </a:lnTo>
                  <a:lnTo>
                    <a:pt x="4673" y="2708"/>
                  </a:lnTo>
                  <a:lnTo>
                    <a:pt x="5134" y="2467"/>
                  </a:lnTo>
                  <a:lnTo>
                    <a:pt x="5615" y="2247"/>
                  </a:lnTo>
                  <a:lnTo>
                    <a:pt x="6117" y="2066"/>
                  </a:lnTo>
                  <a:lnTo>
                    <a:pt x="6638" y="1926"/>
                  </a:lnTo>
                  <a:lnTo>
                    <a:pt x="7160" y="1805"/>
                  </a:lnTo>
                  <a:lnTo>
                    <a:pt x="7681" y="1725"/>
                  </a:lnTo>
                  <a:lnTo>
                    <a:pt x="8223" y="1685"/>
                  </a:lnTo>
                  <a:lnTo>
                    <a:pt x="8223" y="1685"/>
                  </a:lnTo>
                  <a:lnTo>
                    <a:pt x="7922" y="1504"/>
                  </a:lnTo>
                  <a:lnTo>
                    <a:pt x="7621" y="1324"/>
                  </a:lnTo>
                  <a:lnTo>
                    <a:pt x="7320" y="1184"/>
                  </a:lnTo>
                  <a:lnTo>
                    <a:pt x="7019" y="1043"/>
                  </a:lnTo>
                  <a:lnTo>
                    <a:pt x="6698" y="943"/>
                  </a:lnTo>
                  <a:lnTo>
                    <a:pt x="6378" y="843"/>
                  </a:lnTo>
                  <a:lnTo>
                    <a:pt x="6057" y="783"/>
                  </a:lnTo>
                  <a:lnTo>
                    <a:pt x="5716" y="742"/>
                  </a:lnTo>
                  <a:lnTo>
                    <a:pt x="5716" y="742"/>
                  </a:lnTo>
                  <a:lnTo>
                    <a:pt x="5696" y="722"/>
                  </a:lnTo>
                  <a:lnTo>
                    <a:pt x="5716" y="722"/>
                  </a:lnTo>
                  <a:lnTo>
                    <a:pt x="5716" y="722"/>
                  </a:lnTo>
                  <a:lnTo>
                    <a:pt x="5716" y="722"/>
                  </a:lnTo>
                  <a:lnTo>
                    <a:pt x="5716" y="722"/>
                  </a:lnTo>
                  <a:lnTo>
                    <a:pt x="6097" y="742"/>
                  </a:lnTo>
                  <a:lnTo>
                    <a:pt x="6458" y="803"/>
                  </a:lnTo>
                  <a:lnTo>
                    <a:pt x="6819" y="883"/>
                  </a:lnTo>
                  <a:lnTo>
                    <a:pt x="7180" y="983"/>
                  </a:lnTo>
                  <a:lnTo>
                    <a:pt x="7521" y="1123"/>
                  </a:lnTo>
                  <a:lnTo>
                    <a:pt x="7841" y="1264"/>
                  </a:lnTo>
                  <a:lnTo>
                    <a:pt x="8162" y="1444"/>
                  </a:lnTo>
                  <a:lnTo>
                    <a:pt x="8483" y="1645"/>
                  </a:lnTo>
                  <a:lnTo>
                    <a:pt x="8483" y="1645"/>
                  </a:lnTo>
                  <a:lnTo>
                    <a:pt x="8604" y="1484"/>
                  </a:lnTo>
                  <a:lnTo>
                    <a:pt x="8664" y="1404"/>
                  </a:lnTo>
                  <a:lnTo>
                    <a:pt x="8744" y="1364"/>
                  </a:lnTo>
                  <a:lnTo>
                    <a:pt x="8744" y="1364"/>
                  </a:lnTo>
                  <a:lnTo>
                    <a:pt x="8764" y="1344"/>
                  </a:lnTo>
                  <a:lnTo>
                    <a:pt x="8764" y="1344"/>
                  </a:lnTo>
                  <a:lnTo>
                    <a:pt x="8804" y="1344"/>
                  </a:lnTo>
                  <a:lnTo>
                    <a:pt x="8824" y="1364"/>
                  </a:lnTo>
                  <a:lnTo>
                    <a:pt x="8824" y="1404"/>
                  </a:lnTo>
                  <a:lnTo>
                    <a:pt x="8824" y="1424"/>
                  </a:lnTo>
                  <a:lnTo>
                    <a:pt x="8824" y="1424"/>
                  </a:lnTo>
                  <a:lnTo>
                    <a:pt x="8804" y="1504"/>
                  </a:lnTo>
                  <a:lnTo>
                    <a:pt x="8784" y="1565"/>
                  </a:lnTo>
                  <a:lnTo>
                    <a:pt x="8704" y="1665"/>
                  </a:lnTo>
                  <a:lnTo>
                    <a:pt x="8704" y="1665"/>
                  </a:lnTo>
                  <a:lnTo>
                    <a:pt x="8824" y="1665"/>
                  </a:lnTo>
                  <a:lnTo>
                    <a:pt x="8824" y="1665"/>
                  </a:lnTo>
                  <a:lnTo>
                    <a:pt x="9346" y="1685"/>
                  </a:lnTo>
                  <a:lnTo>
                    <a:pt x="9867" y="1725"/>
                  </a:lnTo>
                  <a:lnTo>
                    <a:pt x="10388" y="1785"/>
                  </a:lnTo>
                  <a:lnTo>
                    <a:pt x="10910" y="1865"/>
                  </a:lnTo>
                  <a:lnTo>
                    <a:pt x="10910" y="1865"/>
                  </a:lnTo>
                  <a:lnTo>
                    <a:pt x="11552" y="2006"/>
                  </a:lnTo>
                  <a:lnTo>
                    <a:pt x="11552" y="2006"/>
                  </a:lnTo>
                  <a:lnTo>
                    <a:pt x="11391" y="1625"/>
                  </a:lnTo>
                  <a:lnTo>
                    <a:pt x="11391" y="1625"/>
                  </a:lnTo>
                  <a:lnTo>
                    <a:pt x="11090" y="1605"/>
                  </a:lnTo>
                  <a:lnTo>
                    <a:pt x="10769" y="1525"/>
                  </a:lnTo>
                  <a:lnTo>
                    <a:pt x="10429" y="1404"/>
                  </a:lnTo>
                  <a:lnTo>
                    <a:pt x="10068" y="1224"/>
                  </a:lnTo>
                  <a:lnTo>
                    <a:pt x="10068" y="1224"/>
                  </a:lnTo>
                  <a:lnTo>
                    <a:pt x="9506" y="943"/>
                  </a:lnTo>
                  <a:lnTo>
                    <a:pt x="8944" y="682"/>
                  </a:lnTo>
                  <a:lnTo>
                    <a:pt x="8403" y="482"/>
                  </a:lnTo>
                  <a:lnTo>
                    <a:pt x="7841" y="301"/>
                  </a:lnTo>
                  <a:lnTo>
                    <a:pt x="7280" y="181"/>
                  </a:lnTo>
                  <a:lnTo>
                    <a:pt x="6738" y="81"/>
                  </a:lnTo>
                  <a:lnTo>
                    <a:pt x="6197" y="20"/>
                  </a:lnTo>
                  <a:lnTo>
                    <a:pt x="565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32">
              <a:extLst>
                <a:ext uri="{FF2B5EF4-FFF2-40B4-BE49-F238E27FC236}">
                  <a16:creationId xmlns:a16="http://schemas.microsoft.com/office/drawing/2014/main" id="{2CDD1389-FD3F-BAEF-E3F6-05BC3DE152AE}"/>
                </a:ext>
              </a:extLst>
            </p:cNvPr>
            <p:cNvSpPr/>
            <p:nvPr/>
          </p:nvSpPr>
          <p:spPr>
            <a:xfrm>
              <a:off x="10747950" y="4450325"/>
              <a:ext cx="217625" cy="276775"/>
            </a:xfrm>
            <a:custGeom>
              <a:avLst/>
              <a:gdLst/>
              <a:ahLst/>
              <a:cxnLst/>
              <a:rect l="l" t="t" r="r" b="b"/>
              <a:pathLst>
                <a:path w="8705" h="11071" extrusionOk="0">
                  <a:moveTo>
                    <a:pt x="2688" y="1"/>
                  </a:moveTo>
                  <a:lnTo>
                    <a:pt x="2407" y="21"/>
                  </a:lnTo>
                  <a:lnTo>
                    <a:pt x="2146" y="61"/>
                  </a:lnTo>
                  <a:lnTo>
                    <a:pt x="1866" y="121"/>
                  </a:lnTo>
                  <a:lnTo>
                    <a:pt x="1585" y="221"/>
                  </a:lnTo>
                  <a:lnTo>
                    <a:pt x="1364" y="301"/>
                  </a:lnTo>
                  <a:lnTo>
                    <a:pt x="1164" y="422"/>
                  </a:lnTo>
                  <a:lnTo>
                    <a:pt x="983" y="522"/>
                  </a:lnTo>
                  <a:lnTo>
                    <a:pt x="823" y="642"/>
                  </a:lnTo>
                  <a:lnTo>
                    <a:pt x="662" y="783"/>
                  </a:lnTo>
                  <a:lnTo>
                    <a:pt x="542" y="923"/>
                  </a:lnTo>
                  <a:lnTo>
                    <a:pt x="422" y="1063"/>
                  </a:lnTo>
                  <a:lnTo>
                    <a:pt x="321" y="1224"/>
                  </a:lnTo>
                  <a:lnTo>
                    <a:pt x="221" y="1384"/>
                  </a:lnTo>
                  <a:lnTo>
                    <a:pt x="161" y="1565"/>
                  </a:lnTo>
                  <a:lnTo>
                    <a:pt x="101" y="1745"/>
                  </a:lnTo>
                  <a:lnTo>
                    <a:pt x="61" y="1926"/>
                  </a:lnTo>
                  <a:lnTo>
                    <a:pt x="21" y="2106"/>
                  </a:lnTo>
                  <a:lnTo>
                    <a:pt x="1" y="2307"/>
                  </a:lnTo>
                  <a:lnTo>
                    <a:pt x="1" y="2507"/>
                  </a:lnTo>
                  <a:lnTo>
                    <a:pt x="21" y="2708"/>
                  </a:lnTo>
                  <a:lnTo>
                    <a:pt x="61" y="3129"/>
                  </a:lnTo>
                  <a:lnTo>
                    <a:pt x="161" y="3570"/>
                  </a:lnTo>
                  <a:lnTo>
                    <a:pt x="321" y="4031"/>
                  </a:lnTo>
                  <a:lnTo>
                    <a:pt x="502" y="4473"/>
                  </a:lnTo>
                  <a:lnTo>
                    <a:pt x="723" y="4954"/>
                  </a:lnTo>
                  <a:lnTo>
                    <a:pt x="963" y="5415"/>
                  </a:lnTo>
                  <a:lnTo>
                    <a:pt x="1264" y="5877"/>
                  </a:lnTo>
                  <a:lnTo>
                    <a:pt x="1565" y="6358"/>
                  </a:lnTo>
                  <a:lnTo>
                    <a:pt x="1906" y="6819"/>
                  </a:lnTo>
                  <a:lnTo>
                    <a:pt x="2267" y="7260"/>
                  </a:lnTo>
                  <a:lnTo>
                    <a:pt x="2648" y="7701"/>
                  </a:lnTo>
                  <a:lnTo>
                    <a:pt x="3049" y="8143"/>
                  </a:lnTo>
                  <a:lnTo>
                    <a:pt x="3470" y="8544"/>
                  </a:lnTo>
                  <a:lnTo>
                    <a:pt x="3891" y="8925"/>
                  </a:lnTo>
                  <a:lnTo>
                    <a:pt x="4312" y="9306"/>
                  </a:lnTo>
                  <a:lnTo>
                    <a:pt x="4754" y="9647"/>
                  </a:lnTo>
                  <a:lnTo>
                    <a:pt x="5195" y="9948"/>
                  </a:lnTo>
                  <a:lnTo>
                    <a:pt x="5616" y="10228"/>
                  </a:lnTo>
                  <a:lnTo>
                    <a:pt x="6057" y="10469"/>
                  </a:lnTo>
                  <a:lnTo>
                    <a:pt x="6478" y="10690"/>
                  </a:lnTo>
                  <a:lnTo>
                    <a:pt x="6879" y="10850"/>
                  </a:lnTo>
                  <a:lnTo>
                    <a:pt x="7280" y="10970"/>
                  </a:lnTo>
                  <a:lnTo>
                    <a:pt x="7661" y="11051"/>
                  </a:lnTo>
                  <a:lnTo>
                    <a:pt x="7842" y="11071"/>
                  </a:lnTo>
                  <a:lnTo>
                    <a:pt x="8022" y="11071"/>
                  </a:lnTo>
                  <a:lnTo>
                    <a:pt x="8243" y="11051"/>
                  </a:lnTo>
                  <a:lnTo>
                    <a:pt x="8464" y="11031"/>
                  </a:lnTo>
                  <a:lnTo>
                    <a:pt x="8604" y="10970"/>
                  </a:lnTo>
                  <a:lnTo>
                    <a:pt x="8704" y="10870"/>
                  </a:lnTo>
                  <a:lnTo>
                    <a:pt x="8664" y="10870"/>
                  </a:lnTo>
                  <a:lnTo>
                    <a:pt x="8103" y="10690"/>
                  </a:lnTo>
                  <a:lnTo>
                    <a:pt x="7561" y="10489"/>
                  </a:lnTo>
                  <a:lnTo>
                    <a:pt x="7040" y="10248"/>
                  </a:lnTo>
                  <a:lnTo>
                    <a:pt x="6518" y="9988"/>
                  </a:lnTo>
                  <a:lnTo>
                    <a:pt x="6017" y="9687"/>
                  </a:lnTo>
                  <a:lnTo>
                    <a:pt x="5556" y="9366"/>
                  </a:lnTo>
                  <a:lnTo>
                    <a:pt x="5094" y="9005"/>
                  </a:lnTo>
                  <a:lnTo>
                    <a:pt x="4673" y="8624"/>
                  </a:lnTo>
                  <a:lnTo>
                    <a:pt x="4252" y="8223"/>
                  </a:lnTo>
                  <a:lnTo>
                    <a:pt x="3871" y="7802"/>
                  </a:lnTo>
                  <a:lnTo>
                    <a:pt x="3510" y="7340"/>
                  </a:lnTo>
                  <a:lnTo>
                    <a:pt x="3169" y="6879"/>
                  </a:lnTo>
                  <a:lnTo>
                    <a:pt x="2868" y="6378"/>
                  </a:lnTo>
                  <a:lnTo>
                    <a:pt x="2608" y="5877"/>
                  </a:lnTo>
                  <a:lnTo>
                    <a:pt x="2347" y="5335"/>
                  </a:lnTo>
                  <a:lnTo>
                    <a:pt x="2146" y="4794"/>
                  </a:lnTo>
                  <a:lnTo>
                    <a:pt x="2026" y="4473"/>
                  </a:lnTo>
                  <a:lnTo>
                    <a:pt x="1926" y="4152"/>
                  </a:lnTo>
                  <a:lnTo>
                    <a:pt x="1846" y="3831"/>
                  </a:lnTo>
                  <a:lnTo>
                    <a:pt x="1785" y="3490"/>
                  </a:lnTo>
                  <a:lnTo>
                    <a:pt x="1725" y="3169"/>
                  </a:lnTo>
                  <a:lnTo>
                    <a:pt x="1685" y="2848"/>
                  </a:lnTo>
                  <a:lnTo>
                    <a:pt x="1685" y="2527"/>
                  </a:lnTo>
                  <a:lnTo>
                    <a:pt x="1705" y="2227"/>
                  </a:lnTo>
                  <a:lnTo>
                    <a:pt x="1745" y="1906"/>
                  </a:lnTo>
                  <a:lnTo>
                    <a:pt x="1806" y="1605"/>
                  </a:lnTo>
                  <a:lnTo>
                    <a:pt x="1906" y="1324"/>
                  </a:lnTo>
                  <a:lnTo>
                    <a:pt x="2046" y="1043"/>
                  </a:lnTo>
                  <a:lnTo>
                    <a:pt x="2207" y="763"/>
                  </a:lnTo>
                  <a:lnTo>
                    <a:pt x="2427" y="502"/>
                  </a:lnTo>
                  <a:lnTo>
                    <a:pt x="2668" y="261"/>
                  </a:lnTo>
                  <a:lnTo>
                    <a:pt x="2949" y="21"/>
                  </a:lnTo>
                  <a:lnTo>
                    <a:pt x="2969" y="21"/>
                  </a:lnTo>
                  <a:lnTo>
                    <a:pt x="268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32">
              <a:extLst>
                <a:ext uri="{FF2B5EF4-FFF2-40B4-BE49-F238E27FC236}">
                  <a16:creationId xmlns:a16="http://schemas.microsoft.com/office/drawing/2014/main" id="{A2068ABE-3841-B292-ACE6-890A188CD2DA}"/>
                </a:ext>
              </a:extLst>
            </p:cNvPr>
            <p:cNvSpPr/>
            <p:nvPr/>
          </p:nvSpPr>
          <p:spPr>
            <a:xfrm>
              <a:off x="10747950" y="4450325"/>
              <a:ext cx="217625" cy="276775"/>
            </a:xfrm>
            <a:custGeom>
              <a:avLst/>
              <a:gdLst/>
              <a:ahLst/>
              <a:cxnLst/>
              <a:rect l="l" t="t" r="r" b="b"/>
              <a:pathLst>
                <a:path w="8705" h="11071" fill="none" extrusionOk="0">
                  <a:moveTo>
                    <a:pt x="2688" y="1"/>
                  </a:moveTo>
                  <a:lnTo>
                    <a:pt x="2688" y="1"/>
                  </a:lnTo>
                  <a:lnTo>
                    <a:pt x="2407" y="21"/>
                  </a:lnTo>
                  <a:lnTo>
                    <a:pt x="2146" y="61"/>
                  </a:lnTo>
                  <a:lnTo>
                    <a:pt x="1866" y="121"/>
                  </a:lnTo>
                  <a:lnTo>
                    <a:pt x="1585" y="221"/>
                  </a:lnTo>
                  <a:lnTo>
                    <a:pt x="1585" y="221"/>
                  </a:lnTo>
                  <a:lnTo>
                    <a:pt x="1364" y="301"/>
                  </a:lnTo>
                  <a:lnTo>
                    <a:pt x="1164" y="422"/>
                  </a:lnTo>
                  <a:lnTo>
                    <a:pt x="983" y="522"/>
                  </a:lnTo>
                  <a:lnTo>
                    <a:pt x="823" y="642"/>
                  </a:lnTo>
                  <a:lnTo>
                    <a:pt x="662" y="783"/>
                  </a:lnTo>
                  <a:lnTo>
                    <a:pt x="542" y="923"/>
                  </a:lnTo>
                  <a:lnTo>
                    <a:pt x="422" y="1063"/>
                  </a:lnTo>
                  <a:lnTo>
                    <a:pt x="321" y="1224"/>
                  </a:lnTo>
                  <a:lnTo>
                    <a:pt x="221" y="1384"/>
                  </a:lnTo>
                  <a:lnTo>
                    <a:pt x="161" y="1565"/>
                  </a:lnTo>
                  <a:lnTo>
                    <a:pt x="101" y="1745"/>
                  </a:lnTo>
                  <a:lnTo>
                    <a:pt x="61" y="1926"/>
                  </a:lnTo>
                  <a:lnTo>
                    <a:pt x="21" y="2106"/>
                  </a:lnTo>
                  <a:lnTo>
                    <a:pt x="1" y="2307"/>
                  </a:lnTo>
                  <a:lnTo>
                    <a:pt x="1" y="2507"/>
                  </a:lnTo>
                  <a:lnTo>
                    <a:pt x="21" y="2708"/>
                  </a:lnTo>
                  <a:lnTo>
                    <a:pt x="61" y="3129"/>
                  </a:lnTo>
                  <a:lnTo>
                    <a:pt x="161" y="3570"/>
                  </a:lnTo>
                  <a:lnTo>
                    <a:pt x="321" y="4031"/>
                  </a:lnTo>
                  <a:lnTo>
                    <a:pt x="502" y="4473"/>
                  </a:lnTo>
                  <a:lnTo>
                    <a:pt x="723" y="4954"/>
                  </a:lnTo>
                  <a:lnTo>
                    <a:pt x="963" y="5415"/>
                  </a:lnTo>
                  <a:lnTo>
                    <a:pt x="1264" y="5877"/>
                  </a:lnTo>
                  <a:lnTo>
                    <a:pt x="1565" y="6358"/>
                  </a:lnTo>
                  <a:lnTo>
                    <a:pt x="1906" y="6819"/>
                  </a:lnTo>
                  <a:lnTo>
                    <a:pt x="2267" y="7260"/>
                  </a:lnTo>
                  <a:lnTo>
                    <a:pt x="2648" y="7701"/>
                  </a:lnTo>
                  <a:lnTo>
                    <a:pt x="3049" y="8143"/>
                  </a:lnTo>
                  <a:lnTo>
                    <a:pt x="3470" y="8544"/>
                  </a:lnTo>
                  <a:lnTo>
                    <a:pt x="3891" y="8925"/>
                  </a:lnTo>
                  <a:lnTo>
                    <a:pt x="4312" y="9306"/>
                  </a:lnTo>
                  <a:lnTo>
                    <a:pt x="4754" y="9647"/>
                  </a:lnTo>
                  <a:lnTo>
                    <a:pt x="5195" y="9948"/>
                  </a:lnTo>
                  <a:lnTo>
                    <a:pt x="5616" y="10228"/>
                  </a:lnTo>
                  <a:lnTo>
                    <a:pt x="6057" y="10469"/>
                  </a:lnTo>
                  <a:lnTo>
                    <a:pt x="6478" y="10690"/>
                  </a:lnTo>
                  <a:lnTo>
                    <a:pt x="6879" y="10850"/>
                  </a:lnTo>
                  <a:lnTo>
                    <a:pt x="7280" y="10970"/>
                  </a:lnTo>
                  <a:lnTo>
                    <a:pt x="7661" y="11051"/>
                  </a:lnTo>
                  <a:lnTo>
                    <a:pt x="7842" y="11071"/>
                  </a:lnTo>
                  <a:lnTo>
                    <a:pt x="8022" y="11071"/>
                  </a:lnTo>
                  <a:lnTo>
                    <a:pt x="8022" y="11071"/>
                  </a:lnTo>
                  <a:lnTo>
                    <a:pt x="8243" y="11051"/>
                  </a:lnTo>
                  <a:lnTo>
                    <a:pt x="8464" y="11031"/>
                  </a:lnTo>
                  <a:lnTo>
                    <a:pt x="8464" y="11031"/>
                  </a:lnTo>
                  <a:lnTo>
                    <a:pt x="8604" y="10970"/>
                  </a:lnTo>
                  <a:lnTo>
                    <a:pt x="8704" y="10870"/>
                  </a:lnTo>
                  <a:lnTo>
                    <a:pt x="8704" y="10870"/>
                  </a:lnTo>
                  <a:lnTo>
                    <a:pt x="8664" y="10870"/>
                  </a:lnTo>
                  <a:lnTo>
                    <a:pt x="8664" y="10870"/>
                  </a:lnTo>
                  <a:lnTo>
                    <a:pt x="8103" y="10690"/>
                  </a:lnTo>
                  <a:lnTo>
                    <a:pt x="7561" y="10489"/>
                  </a:lnTo>
                  <a:lnTo>
                    <a:pt x="7040" y="10248"/>
                  </a:lnTo>
                  <a:lnTo>
                    <a:pt x="6518" y="9988"/>
                  </a:lnTo>
                  <a:lnTo>
                    <a:pt x="6017" y="9687"/>
                  </a:lnTo>
                  <a:lnTo>
                    <a:pt x="5556" y="9366"/>
                  </a:lnTo>
                  <a:lnTo>
                    <a:pt x="5094" y="9005"/>
                  </a:lnTo>
                  <a:lnTo>
                    <a:pt x="4673" y="8624"/>
                  </a:lnTo>
                  <a:lnTo>
                    <a:pt x="4252" y="8223"/>
                  </a:lnTo>
                  <a:lnTo>
                    <a:pt x="3871" y="7802"/>
                  </a:lnTo>
                  <a:lnTo>
                    <a:pt x="3510" y="7340"/>
                  </a:lnTo>
                  <a:lnTo>
                    <a:pt x="3169" y="6879"/>
                  </a:lnTo>
                  <a:lnTo>
                    <a:pt x="2868" y="6378"/>
                  </a:lnTo>
                  <a:lnTo>
                    <a:pt x="2608" y="5877"/>
                  </a:lnTo>
                  <a:lnTo>
                    <a:pt x="2347" y="5335"/>
                  </a:lnTo>
                  <a:lnTo>
                    <a:pt x="2146" y="4794"/>
                  </a:lnTo>
                  <a:lnTo>
                    <a:pt x="2146" y="4794"/>
                  </a:lnTo>
                  <a:lnTo>
                    <a:pt x="2026" y="4473"/>
                  </a:lnTo>
                  <a:lnTo>
                    <a:pt x="1926" y="4152"/>
                  </a:lnTo>
                  <a:lnTo>
                    <a:pt x="1846" y="3831"/>
                  </a:lnTo>
                  <a:lnTo>
                    <a:pt x="1785" y="3490"/>
                  </a:lnTo>
                  <a:lnTo>
                    <a:pt x="1725" y="3169"/>
                  </a:lnTo>
                  <a:lnTo>
                    <a:pt x="1685" y="2848"/>
                  </a:lnTo>
                  <a:lnTo>
                    <a:pt x="1685" y="2527"/>
                  </a:lnTo>
                  <a:lnTo>
                    <a:pt x="1705" y="2227"/>
                  </a:lnTo>
                  <a:lnTo>
                    <a:pt x="1745" y="1906"/>
                  </a:lnTo>
                  <a:lnTo>
                    <a:pt x="1806" y="1605"/>
                  </a:lnTo>
                  <a:lnTo>
                    <a:pt x="1906" y="1324"/>
                  </a:lnTo>
                  <a:lnTo>
                    <a:pt x="2046" y="1043"/>
                  </a:lnTo>
                  <a:lnTo>
                    <a:pt x="2207" y="763"/>
                  </a:lnTo>
                  <a:lnTo>
                    <a:pt x="2427" y="502"/>
                  </a:lnTo>
                  <a:lnTo>
                    <a:pt x="2668" y="261"/>
                  </a:lnTo>
                  <a:lnTo>
                    <a:pt x="2949" y="21"/>
                  </a:lnTo>
                  <a:lnTo>
                    <a:pt x="2949" y="21"/>
                  </a:lnTo>
                  <a:lnTo>
                    <a:pt x="2969" y="21"/>
                  </a:lnTo>
                  <a:lnTo>
                    <a:pt x="2969" y="21"/>
                  </a:lnTo>
                  <a:lnTo>
                    <a:pt x="268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32">
              <a:extLst>
                <a:ext uri="{FF2B5EF4-FFF2-40B4-BE49-F238E27FC236}">
                  <a16:creationId xmlns:a16="http://schemas.microsoft.com/office/drawing/2014/main" id="{DF9B853B-7887-3FD2-AADE-0991CED8A4F0}"/>
                </a:ext>
              </a:extLst>
            </p:cNvPr>
            <p:cNvSpPr/>
            <p:nvPr/>
          </p:nvSpPr>
          <p:spPr>
            <a:xfrm>
              <a:off x="10858750" y="4393675"/>
              <a:ext cx="190050" cy="353475"/>
            </a:xfrm>
            <a:custGeom>
              <a:avLst/>
              <a:gdLst/>
              <a:ahLst/>
              <a:cxnLst/>
              <a:rect l="l" t="t" r="r" b="b"/>
              <a:pathLst>
                <a:path w="7602" h="14139" extrusionOk="0">
                  <a:moveTo>
                    <a:pt x="1" y="0"/>
                  </a:moveTo>
                  <a:lnTo>
                    <a:pt x="21" y="20"/>
                  </a:lnTo>
                  <a:lnTo>
                    <a:pt x="362" y="61"/>
                  </a:lnTo>
                  <a:lnTo>
                    <a:pt x="683" y="121"/>
                  </a:lnTo>
                  <a:lnTo>
                    <a:pt x="1003" y="221"/>
                  </a:lnTo>
                  <a:lnTo>
                    <a:pt x="1324" y="321"/>
                  </a:lnTo>
                  <a:lnTo>
                    <a:pt x="1625" y="462"/>
                  </a:lnTo>
                  <a:lnTo>
                    <a:pt x="1926" y="602"/>
                  </a:lnTo>
                  <a:lnTo>
                    <a:pt x="2227" y="782"/>
                  </a:lnTo>
                  <a:lnTo>
                    <a:pt x="2528" y="963"/>
                  </a:lnTo>
                  <a:lnTo>
                    <a:pt x="2929" y="943"/>
                  </a:lnTo>
                  <a:lnTo>
                    <a:pt x="3009" y="943"/>
                  </a:lnTo>
                  <a:lnTo>
                    <a:pt x="3089" y="843"/>
                  </a:lnTo>
                  <a:lnTo>
                    <a:pt x="3109" y="782"/>
                  </a:lnTo>
                  <a:lnTo>
                    <a:pt x="3129" y="702"/>
                  </a:lnTo>
                  <a:lnTo>
                    <a:pt x="3129" y="682"/>
                  </a:lnTo>
                  <a:lnTo>
                    <a:pt x="3129" y="642"/>
                  </a:lnTo>
                  <a:lnTo>
                    <a:pt x="3109" y="622"/>
                  </a:lnTo>
                  <a:lnTo>
                    <a:pt x="3069" y="622"/>
                  </a:lnTo>
                  <a:lnTo>
                    <a:pt x="3049" y="642"/>
                  </a:lnTo>
                  <a:lnTo>
                    <a:pt x="2969" y="682"/>
                  </a:lnTo>
                  <a:lnTo>
                    <a:pt x="2909" y="762"/>
                  </a:lnTo>
                  <a:lnTo>
                    <a:pt x="2788" y="923"/>
                  </a:lnTo>
                  <a:lnTo>
                    <a:pt x="2467" y="722"/>
                  </a:lnTo>
                  <a:lnTo>
                    <a:pt x="2146" y="542"/>
                  </a:lnTo>
                  <a:lnTo>
                    <a:pt x="1826" y="401"/>
                  </a:lnTo>
                  <a:lnTo>
                    <a:pt x="1485" y="261"/>
                  </a:lnTo>
                  <a:lnTo>
                    <a:pt x="1124" y="161"/>
                  </a:lnTo>
                  <a:lnTo>
                    <a:pt x="763" y="81"/>
                  </a:lnTo>
                  <a:lnTo>
                    <a:pt x="402" y="20"/>
                  </a:lnTo>
                  <a:lnTo>
                    <a:pt x="21" y="0"/>
                  </a:lnTo>
                  <a:close/>
                  <a:moveTo>
                    <a:pt x="7601" y="13417"/>
                  </a:moveTo>
                  <a:lnTo>
                    <a:pt x="7361" y="13437"/>
                  </a:lnTo>
                  <a:lnTo>
                    <a:pt x="7280" y="14018"/>
                  </a:lnTo>
                  <a:lnTo>
                    <a:pt x="7300" y="14079"/>
                  </a:lnTo>
                  <a:lnTo>
                    <a:pt x="7321" y="14099"/>
                  </a:lnTo>
                  <a:lnTo>
                    <a:pt x="7341" y="14139"/>
                  </a:lnTo>
                  <a:lnTo>
                    <a:pt x="7381" y="14139"/>
                  </a:lnTo>
                  <a:lnTo>
                    <a:pt x="7441" y="14119"/>
                  </a:lnTo>
                  <a:lnTo>
                    <a:pt x="7461" y="14079"/>
                  </a:lnTo>
                  <a:lnTo>
                    <a:pt x="7541" y="13738"/>
                  </a:lnTo>
                  <a:lnTo>
                    <a:pt x="7601" y="13417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32">
              <a:extLst>
                <a:ext uri="{FF2B5EF4-FFF2-40B4-BE49-F238E27FC236}">
                  <a16:creationId xmlns:a16="http://schemas.microsoft.com/office/drawing/2014/main" id="{1227F253-73B5-13C2-5738-7836BE538CA8}"/>
                </a:ext>
              </a:extLst>
            </p:cNvPr>
            <p:cNvSpPr/>
            <p:nvPr/>
          </p:nvSpPr>
          <p:spPr>
            <a:xfrm>
              <a:off x="11040750" y="4729075"/>
              <a:ext cx="8050" cy="18075"/>
            </a:xfrm>
            <a:custGeom>
              <a:avLst/>
              <a:gdLst/>
              <a:ahLst/>
              <a:cxnLst/>
              <a:rect l="l" t="t" r="r" b="b"/>
              <a:pathLst>
                <a:path w="322" h="723" fill="none" extrusionOk="0">
                  <a:moveTo>
                    <a:pt x="321" y="1"/>
                  </a:moveTo>
                  <a:lnTo>
                    <a:pt x="321" y="1"/>
                  </a:lnTo>
                  <a:lnTo>
                    <a:pt x="81" y="21"/>
                  </a:lnTo>
                  <a:lnTo>
                    <a:pt x="81" y="21"/>
                  </a:lnTo>
                  <a:lnTo>
                    <a:pt x="0" y="602"/>
                  </a:lnTo>
                  <a:lnTo>
                    <a:pt x="0" y="602"/>
                  </a:lnTo>
                  <a:lnTo>
                    <a:pt x="20" y="66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01" y="723"/>
                  </a:lnTo>
                  <a:lnTo>
                    <a:pt x="101" y="723"/>
                  </a:lnTo>
                  <a:lnTo>
                    <a:pt x="161" y="703"/>
                  </a:lnTo>
                  <a:lnTo>
                    <a:pt x="181" y="663"/>
                  </a:lnTo>
                  <a:lnTo>
                    <a:pt x="181" y="663"/>
                  </a:lnTo>
                  <a:lnTo>
                    <a:pt x="261" y="322"/>
                  </a:lnTo>
                  <a:lnTo>
                    <a:pt x="3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32">
              <a:extLst>
                <a:ext uri="{FF2B5EF4-FFF2-40B4-BE49-F238E27FC236}">
                  <a16:creationId xmlns:a16="http://schemas.microsoft.com/office/drawing/2014/main" id="{CE8D8D83-25AB-2EAD-4F49-AA6C955BF73C}"/>
                </a:ext>
              </a:extLst>
            </p:cNvPr>
            <p:cNvSpPr/>
            <p:nvPr/>
          </p:nvSpPr>
          <p:spPr>
            <a:xfrm>
              <a:off x="11605275" y="4375625"/>
              <a:ext cx="540000" cy="391075"/>
            </a:xfrm>
            <a:custGeom>
              <a:avLst/>
              <a:gdLst/>
              <a:ahLst/>
              <a:cxnLst/>
              <a:rect l="l" t="t" r="r" b="b"/>
              <a:pathLst>
                <a:path w="21600" h="15643" extrusionOk="0">
                  <a:moveTo>
                    <a:pt x="15984" y="0"/>
                  </a:moveTo>
                  <a:lnTo>
                    <a:pt x="15563" y="20"/>
                  </a:lnTo>
                  <a:lnTo>
                    <a:pt x="15122" y="41"/>
                  </a:lnTo>
                  <a:lnTo>
                    <a:pt x="14681" y="101"/>
                  </a:lnTo>
                  <a:lnTo>
                    <a:pt x="14239" y="201"/>
                  </a:lnTo>
                  <a:lnTo>
                    <a:pt x="13798" y="301"/>
                  </a:lnTo>
                  <a:lnTo>
                    <a:pt x="13337" y="442"/>
                  </a:lnTo>
                  <a:lnTo>
                    <a:pt x="12896" y="602"/>
                  </a:lnTo>
                  <a:lnTo>
                    <a:pt x="12435" y="783"/>
                  </a:lnTo>
                  <a:lnTo>
                    <a:pt x="11993" y="983"/>
                  </a:lnTo>
                  <a:lnTo>
                    <a:pt x="11552" y="1224"/>
                  </a:lnTo>
                  <a:lnTo>
                    <a:pt x="11332" y="1344"/>
                  </a:lnTo>
                  <a:lnTo>
                    <a:pt x="11131" y="1424"/>
                  </a:lnTo>
                  <a:lnTo>
                    <a:pt x="10951" y="1504"/>
                  </a:lnTo>
                  <a:lnTo>
                    <a:pt x="10750" y="1565"/>
                  </a:lnTo>
                  <a:lnTo>
                    <a:pt x="10569" y="1585"/>
                  </a:lnTo>
                  <a:lnTo>
                    <a:pt x="10389" y="1625"/>
                  </a:lnTo>
                  <a:lnTo>
                    <a:pt x="10048" y="1625"/>
                  </a:lnTo>
                  <a:lnTo>
                    <a:pt x="9888" y="1605"/>
                  </a:lnTo>
                  <a:lnTo>
                    <a:pt x="9727" y="1585"/>
                  </a:lnTo>
                  <a:lnTo>
                    <a:pt x="9426" y="1484"/>
                  </a:lnTo>
                  <a:lnTo>
                    <a:pt x="9126" y="1364"/>
                  </a:lnTo>
                  <a:lnTo>
                    <a:pt x="8825" y="1224"/>
                  </a:lnTo>
                  <a:lnTo>
                    <a:pt x="8223" y="883"/>
                  </a:lnTo>
                  <a:lnTo>
                    <a:pt x="7922" y="702"/>
                  </a:lnTo>
                  <a:lnTo>
                    <a:pt x="7621" y="542"/>
                  </a:lnTo>
                  <a:lnTo>
                    <a:pt x="7281" y="381"/>
                  </a:lnTo>
                  <a:lnTo>
                    <a:pt x="6940" y="241"/>
                  </a:lnTo>
                  <a:lnTo>
                    <a:pt x="6579" y="141"/>
                  </a:lnTo>
                  <a:lnTo>
                    <a:pt x="6178" y="81"/>
                  </a:lnTo>
                  <a:lnTo>
                    <a:pt x="5977" y="61"/>
                  </a:lnTo>
                  <a:lnTo>
                    <a:pt x="5776" y="61"/>
                  </a:lnTo>
                  <a:lnTo>
                    <a:pt x="5556" y="101"/>
                  </a:lnTo>
                  <a:lnTo>
                    <a:pt x="5315" y="141"/>
                  </a:lnTo>
                  <a:lnTo>
                    <a:pt x="5095" y="181"/>
                  </a:lnTo>
                  <a:lnTo>
                    <a:pt x="4834" y="261"/>
                  </a:lnTo>
                  <a:lnTo>
                    <a:pt x="4593" y="341"/>
                  </a:lnTo>
                  <a:lnTo>
                    <a:pt x="4333" y="442"/>
                  </a:lnTo>
                  <a:lnTo>
                    <a:pt x="3811" y="702"/>
                  </a:lnTo>
                  <a:lnTo>
                    <a:pt x="3290" y="1003"/>
                  </a:lnTo>
                  <a:lnTo>
                    <a:pt x="3029" y="1184"/>
                  </a:lnTo>
                  <a:lnTo>
                    <a:pt x="2768" y="1364"/>
                  </a:lnTo>
                  <a:lnTo>
                    <a:pt x="2508" y="1565"/>
                  </a:lnTo>
                  <a:lnTo>
                    <a:pt x="2267" y="1765"/>
                  </a:lnTo>
                  <a:lnTo>
                    <a:pt x="2006" y="1986"/>
                  </a:lnTo>
                  <a:lnTo>
                    <a:pt x="1786" y="2226"/>
                  </a:lnTo>
                  <a:lnTo>
                    <a:pt x="1545" y="2467"/>
                  </a:lnTo>
                  <a:lnTo>
                    <a:pt x="1324" y="2728"/>
                  </a:lnTo>
                  <a:lnTo>
                    <a:pt x="1124" y="2989"/>
                  </a:lnTo>
                  <a:lnTo>
                    <a:pt x="923" y="3269"/>
                  </a:lnTo>
                  <a:lnTo>
                    <a:pt x="763" y="3550"/>
                  </a:lnTo>
                  <a:lnTo>
                    <a:pt x="582" y="3831"/>
                  </a:lnTo>
                  <a:lnTo>
                    <a:pt x="442" y="4132"/>
                  </a:lnTo>
                  <a:lnTo>
                    <a:pt x="322" y="4453"/>
                  </a:lnTo>
                  <a:lnTo>
                    <a:pt x="201" y="4753"/>
                  </a:lnTo>
                  <a:lnTo>
                    <a:pt x="121" y="5094"/>
                  </a:lnTo>
                  <a:lnTo>
                    <a:pt x="61" y="5415"/>
                  </a:lnTo>
                  <a:lnTo>
                    <a:pt x="21" y="5756"/>
                  </a:lnTo>
                  <a:lnTo>
                    <a:pt x="1" y="6097"/>
                  </a:lnTo>
                  <a:lnTo>
                    <a:pt x="1" y="6458"/>
                  </a:lnTo>
                  <a:lnTo>
                    <a:pt x="41" y="6819"/>
                  </a:lnTo>
                  <a:lnTo>
                    <a:pt x="101" y="7180"/>
                  </a:lnTo>
                  <a:lnTo>
                    <a:pt x="161" y="7441"/>
                  </a:lnTo>
                  <a:lnTo>
                    <a:pt x="282" y="7741"/>
                  </a:lnTo>
                  <a:lnTo>
                    <a:pt x="422" y="8042"/>
                  </a:lnTo>
                  <a:lnTo>
                    <a:pt x="582" y="8363"/>
                  </a:lnTo>
                  <a:lnTo>
                    <a:pt x="763" y="8684"/>
                  </a:lnTo>
                  <a:lnTo>
                    <a:pt x="983" y="9005"/>
                  </a:lnTo>
                  <a:lnTo>
                    <a:pt x="1224" y="9346"/>
                  </a:lnTo>
                  <a:lnTo>
                    <a:pt x="1505" y="9687"/>
                  </a:lnTo>
                  <a:lnTo>
                    <a:pt x="1786" y="10028"/>
                  </a:lnTo>
                  <a:lnTo>
                    <a:pt x="2086" y="10369"/>
                  </a:lnTo>
                  <a:lnTo>
                    <a:pt x="2407" y="10710"/>
                  </a:lnTo>
                  <a:lnTo>
                    <a:pt x="2748" y="11050"/>
                  </a:lnTo>
                  <a:lnTo>
                    <a:pt x="3109" y="11391"/>
                  </a:lnTo>
                  <a:lnTo>
                    <a:pt x="3490" y="11732"/>
                  </a:lnTo>
                  <a:lnTo>
                    <a:pt x="4252" y="12394"/>
                  </a:lnTo>
                  <a:lnTo>
                    <a:pt x="4673" y="12715"/>
                  </a:lnTo>
                  <a:lnTo>
                    <a:pt x="5075" y="13016"/>
                  </a:lnTo>
                  <a:lnTo>
                    <a:pt x="5496" y="13317"/>
                  </a:lnTo>
                  <a:lnTo>
                    <a:pt x="5917" y="13617"/>
                  </a:lnTo>
                  <a:lnTo>
                    <a:pt x="6338" y="13878"/>
                  </a:lnTo>
                  <a:lnTo>
                    <a:pt x="6779" y="14139"/>
                  </a:lnTo>
                  <a:lnTo>
                    <a:pt x="7200" y="14380"/>
                  </a:lnTo>
                  <a:lnTo>
                    <a:pt x="7621" y="14620"/>
                  </a:lnTo>
                  <a:lnTo>
                    <a:pt x="8063" y="14821"/>
                  </a:lnTo>
                  <a:lnTo>
                    <a:pt x="8484" y="15001"/>
                  </a:lnTo>
                  <a:lnTo>
                    <a:pt x="8885" y="15182"/>
                  </a:lnTo>
                  <a:lnTo>
                    <a:pt x="9306" y="15322"/>
                  </a:lnTo>
                  <a:lnTo>
                    <a:pt x="9707" y="15442"/>
                  </a:lnTo>
                  <a:lnTo>
                    <a:pt x="10088" y="15523"/>
                  </a:lnTo>
                  <a:lnTo>
                    <a:pt x="10469" y="15603"/>
                  </a:lnTo>
                  <a:lnTo>
                    <a:pt x="10830" y="15643"/>
                  </a:lnTo>
                  <a:lnTo>
                    <a:pt x="11191" y="15643"/>
                  </a:lnTo>
                  <a:lnTo>
                    <a:pt x="11592" y="15603"/>
                  </a:lnTo>
                  <a:lnTo>
                    <a:pt x="11993" y="15543"/>
                  </a:lnTo>
                  <a:lnTo>
                    <a:pt x="12394" y="15462"/>
                  </a:lnTo>
                  <a:lnTo>
                    <a:pt x="12816" y="15342"/>
                  </a:lnTo>
                  <a:lnTo>
                    <a:pt x="13257" y="15202"/>
                  </a:lnTo>
                  <a:lnTo>
                    <a:pt x="13698" y="15021"/>
                  </a:lnTo>
                  <a:lnTo>
                    <a:pt x="14139" y="14821"/>
                  </a:lnTo>
                  <a:lnTo>
                    <a:pt x="14580" y="14600"/>
                  </a:lnTo>
                  <a:lnTo>
                    <a:pt x="15042" y="14339"/>
                  </a:lnTo>
                  <a:lnTo>
                    <a:pt x="15483" y="14079"/>
                  </a:lnTo>
                  <a:lnTo>
                    <a:pt x="15944" y="13778"/>
                  </a:lnTo>
                  <a:lnTo>
                    <a:pt x="16385" y="13477"/>
                  </a:lnTo>
                  <a:lnTo>
                    <a:pt x="16826" y="13136"/>
                  </a:lnTo>
                  <a:lnTo>
                    <a:pt x="17248" y="12795"/>
                  </a:lnTo>
                  <a:lnTo>
                    <a:pt x="17669" y="12414"/>
                  </a:lnTo>
                  <a:lnTo>
                    <a:pt x="18090" y="12033"/>
                  </a:lnTo>
                  <a:lnTo>
                    <a:pt x="18471" y="11652"/>
                  </a:lnTo>
                  <a:lnTo>
                    <a:pt x="18852" y="11251"/>
                  </a:lnTo>
                  <a:lnTo>
                    <a:pt x="19233" y="10830"/>
                  </a:lnTo>
                  <a:lnTo>
                    <a:pt x="19574" y="10409"/>
                  </a:lnTo>
                  <a:lnTo>
                    <a:pt x="19895" y="9968"/>
                  </a:lnTo>
                  <a:lnTo>
                    <a:pt x="20196" y="9526"/>
                  </a:lnTo>
                  <a:lnTo>
                    <a:pt x="20476" y="9065"/>
                  </a:lnTo>
                  <a:lnTo>
                    <a:pt x="20737" y="8604"/>
                  </a:lnTo>
                  <a:lnTo>
                    <a:pt x="20958" y="8143"/>
                  </a:lnTo>
                  <a:lnTo>
                    <a:pt x="21138" y="7681"/>
                  </a:lnTo>
                  <a:lnTo>
                    <a:pt x="21319" y="7220"/>
                  </a:lnTo>
                  <a:lnTo>
                    <a:pt x="21439" y="6739"/>
                  </a:lnTo>
                  <a:lnTo>
                    <a:pt x="21539" y="6277"/>
                  </a:lnTo>
                  <a:lnTo>
                    <a:pt x="21599" y="5816"/>
                  </a:lnTo>
                  <a:lnTo>
                    <a:pt x="21599" y="5355"/>
                  </a:lnTo>
                  <a:lnTo>
                    <a:pt x="21599" y="4894"/>
                  </a:lnTo>
                  <a:lnTo>
                    <a:pt x="21539" y="4453"/>
                  </a:lnTo>
                  <a:lnTo>
                    <a:pt x="21459" y="4051"/>
                  </a:lnTo>
                  <a:lnTo>
                    <a:pt x="21359" y="3650"/>
                  </a:lnTo>
                  <a:lnTo>
                    <a:pt x="21238" y="3269"/>
                  </a:lnTo>
                  <a:lnTo>
                    <a:pt x="21078" y="2908"/>
                  </a:lnTo>
                  <a:lnTo>
                    <a:pt x="20898" y="2567"/>
                  </a:lnTo>
                  <a:lnTo>
                    <a:pt x="20697" y="2247"/>
                  </a:lnTo>
                  <a:lnTo>
                    <a:pt x="20456" y="1946"/>
                  </a:lnTo>
                  <a:lnTo>
                    <a:pt x="20216" y="1665"/>
                  </a:lnTo>
                  <a:lnTo>
                    <a:pt x="19955" y="1404"/>
                  </a:lnTo>
                  <a:lnTo>
                    <a:pt x="19674" y="1164"/>
                  </a:lnTo>
                  <a:lnTo>
                    <a:pt x="19353" y="963"/>
                  </a:lnTo>
                  <a:lnTo>
                    <a:pt x="19032" y="762"/>
                  </a:lnTo>
                  <a:lnTo>
                    <a:pt x="18692" y="582"/>
                  </a:lnTo>
                  <a:lnTo>
                    <a:pt x="18351" y="442"/>
                  </a:lnTo>
                  <a:lnTo>
                    <a:pt x="17990" y="301"/>
                  </a:lnTo>
                  <a:lnTo>
                    <a:pt x="17609" y="201"/>
                  </a:lnTo>
                  <a:lnTo>
                    <a:pt x="17208" y="121"/>
                  </a:lnTo>
                  <a:lnTo>
                    <a:pt x="16806" y="61"/>
                  </a:lnTo>
                  <a:lnTo>
                    <a:pt x="16405" y="20"/>
                  </a:lnTo>
                  <a:lnTo>
                    <a:pt x="159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32">
              <a:extLst>
                <a:ext uri="{FF2B5EF4-FFF2-40B4-BE49-F238E27FC236}">
                  <a16:creationId xmlns:a16="http://schemas.microsoft.com/office/drawing/2014/main" id="{E0CFBDE8-03A9-8B35-20FA-3269BEB4BD4C}"/>
                </a:ext>
              </a:extLst>
            </p:cNvPr>
            <p:cNvSpPr/>
            <p:nvPr/>
          </p:nvSpPr>
          <p:spPr>
            <a:xfrm>
              <a:off x="11605275" y="4375625"/>
              <a:ext cx="540000" cy="391075"/>
            </a:xfrm>
            <a:custGeom>
              <a:avLst/>
              <a:gdLst/>
              <a:ahLst/>
              <a:cxnLst/>
              <a:rect l="l" t="t" r="r" b="b"/>
              <a:pathLst>
                <a:path w="21600" h="15643" fill="none" extrusionOk="0">
                  <a:moveTo>
                    <a:pt x="21599" y="5355"/>
                  </a:moveTo>
                  <a:lnTo>
                    <a:pt x="21599" y="5355"/>
                  </a:lnTo>
                  <a:lnTo>
                    <a:pt x="21599" y="5816"/>
                  </a:lnTo>
                  <a:lnTo>
                    <a:pt x="21539" y="6277"/>
                  </a:lnTo>
                  <a:lnTo>
                    <a:pt x="21439" y="6739"/>
                  </a:lnTo>
                  <a:lnTo>
                    <a:pt x="21319" y="7220"/>
                  </a:lnTo>
                  <a:lnTo>
                    <a:pt x="21138" y="7681"/>
                  </a:lnTo>
                  <a:lnTo>
                    <a:pt x="20958" y="8143"/>
                  </a:lnTo>
                  <a:lnTo>
                    <a:pt x="20737" y="8604"/>
                  </a:lnTo>
                  <a:lnTo>
                    <a:pt x="20476" y="9065"/>
                  </a:lnTo>
                  <a:lnTo>
                    <a:pt x="20196" y="9526"/>
                  </a:lnTo>
                  <a:lnTo>
                    <a:pt x="19895" y="9968"/>
                  </a:lnTo>
                  <a:lnTo>
                    <a:pt x="19574" y="10409"/>
                  </a:lnTo>
                  <a:lnTo>
                    <a:pt x="19233" y="10830"/>
                  </a:lnTo>
                  <a:lnTo>
                    <a:pt x="18852" y="11251"/>
                  </a:lnTo>
                  <a:lnTo>
                    <a:pt x="18471" y="11652"/>
                  </a:lnTo>
                  <a:lnTo>
                    <a:pt x="18090" y="12033"/>
                  </a:lnTo>
                  <a:lnTo>
                    <a:pt x="17669" y="12414"/>
                  </a:lnTo>
                  <a:lnTo>
                    <a:pt x="17669" y="12414"/>
                  </a:lnTo>
                  <a:lnTo>
                    <a:pt x="17248" y="12795"/>
                  </a:lnTo>
                  <a:lnTo>
                    <a:pt x="16826" y="13136"/>
                  </a:lnTo>
                  <a:lnTo>
                    <a:pt x="16385" y="13477"/>
                  </a:lnTo>
                  <a:lnTo>
                    <a:pt x="15944" y="13778"/>
                  </a:lnTo>
                  <a:lnTo>
                    <a:pt x="15483" y="14079"/>
                  </a:lnTo>
                  <a:lnTo>
                    <a:pt x="15042" y="14339"/>
                  </a:lnTo>
                  <a:lnTo>
                    <a:pt x="14580" y="14600"/>
                  </a:lnTo>
                  <a:lnTo>
                    <a:pt x="14139" y="14821"/>
                  </a:lnTo>
                  <a:lnTo>
                    <a:pt x="13698" y="15021"/>
                  </a:lnTo>
                  <a:lnTo>
                    <a:pt x="13257" y="15202"/>
                  </a:lnTo>
                  <a:lnTo>
                    <a:pt x="12816" y="15342"/>
                  </a:lnTo>
                  <a:lnTo>
                    <a:pt x="12394" y="15462"/>
                  </a:lnTo>
                  <a:lnTo>
                    <a:pt x="11993" y="15543"/>
                  </a:lnTo>
                  <a:lnTo>
                    <a:pt x="11592" y="15603"/>
                  </a:lnTo>
                  <a:lnTo>
                    <a:pt x="11191" y="15643"/>
                  </a:lnTo>
                  <a:lnTo>
                    <a:pt x="10830" y="15643"/>
                  </a:lnTo>
                  <a:lnTo>
                    <a:pt x="10830" y="15643"/>
                  </a:lnTo>
                  <a:lnTo>
                    <a:pt x="10469" y="15603"/>
                  </a:lnTo>
                  <a:lnTo>
                    <a:pt x="10088" y="15523"/>
                  </a:lnTo>
                  <a:lnTo>
                    <a:pt x="9707" y="15442"/>
                  </a:lnTo>
                  <a:lnTo>
                    <a:pt x="9306" y="15322"/>
                  </a:lnTo>
                  <a:lnTo>
                    <a:pt x="8885" y="15182"/>
                  </a:lnTo>
                  <a:lnTo>
                    <a:pt x="8484" y="15001"/>
                  </a:lnTo>
                  <a:lnTo>
                    <a:pt x="8063" y="14821"/>
                  </a:lnTo>
                  <a:lnTo>
                    <a:pt x="7621" y="14620"/>
                  </a:lnTo>
                  <a:lnTo>
                    <a:pt x="7200" y="14380"/>
                  </a:lnTo>
                  <a:lnTo>
                    <a:pt x="6779" y="14139"/>
                  </a:lnTo>
                  <a:lnTo>
                    <a:pt x="6338" y="13878"/>
                  </a:lnTo>
                  <a:lnTo>
                    <a:pt x="5917" y="13617"/>
                  </a:lnTo>
                  <a:lnTo>
                    <a:pt x="5496" y="13317"/>
                  </a:lnTo>
                  <a:lnTo>
                    <a:pt x="5075" y="13016"/>
                  </a:lnTo>
                  <a:lnTo>
                    <a:pt x="4673" y="12715"/>
                  </a:lnTo>
                  <a:lnTo>
                    <a:pt x="4252" y="12394"/>
                  </a:lnTo>
                  <a:lnTo>
                    <a:pt x="3490" y="11732"/>
                  </a:lnTo>
                  <a:lnTo>
                    <a:pt x="3109" y="11391"/>
                  </a:lnTo>
                  <a:lnTo>
                    <a:pt x="2748" y="11050"/>
                  </a:lnTo>
                  <a:lnTo>
                    <a:pt x="2407" y="10710"/>
                  </a:lnTo>
                  <a:lnTo>
                    <a:pt x="2086" y="10369"/>
                  </a:lnTo>
                  <a:lnTo>
                    <a:pt x="1786" y="10028"/>
                  </a:lnTo>
                  <a:lnTo>
                    <a:pt x="1505" y="9687"/>
                  </a:lnTo>
                  <a:lnTo>
                    <a:pt x="1224" y="9346"/>
                  </a:lnTo>
                  <a:lnTo>
                    <a:pt x="983" y="9005"/>
                  </a:lnTo>
                  <a:lnTo>
                    <a:pt x="763" y="8684"/>
                  </a:lnTo>
                  <a:lnTo>
                    <a:pt x="582" y="8363"/>
                  </a:lnTo>
                  <a:lnTo>
                    <a:pt x="422" y="8042"/>
                  </a:lnTo>
                  <a:lnTo>
                    <a:pt x="282" y="7741"/>
                  </a:lnTo>
                  <a:lnTo>
                    <a:pt x="161" y="7441"/>
                  </a:lnTo>
                  <a:lnTo>
                    <a:pt x="101" y="7180"/>
                  </a:lnTo>
                  <a:lnTo>
                    <a:pt x="101" y="7180"/>
                  </a:lnTo>
                  <a:lnTo>
                    <a:pt x="41" y="6819"/>
                  </a:lnTo>
                  <a:lnTo>
                    <a:pt x="1" y="6458"/>
                  </a:lnTo>
                  <a:lnTo>
                    <a:pt x="1" y="6097"/>
                  </a:lnTo>
                  <a:lnTo>
                    <a:pt x="21" y="5756"/>
                  </a:lnTo>
                  <a:lnTo>
                    <a:pt x="61" y="5415"/>
                  </a:lnTo>
                  <a:lnTo>
                    <a:pt x="121" y="5094"/>
                  </a:lnTo>
                  <a:lnTo>
                    <a:pt x="201" y="4753"/>
                  </a:lnTo>
                  <a:lnTo>
                    <a:pt x="322" y="4453"/>
                  </a:lnTo>
                  <a:lnTo>
                    <a:pt x="442" y="4132"/>
                  </a:lnTo>
                  <a:lnTo>
                    <a:pt x="582" y="3831"/>
                  </a:lnTo>
                  <a:lnTo>
                    <a:pt x="763" y="3550"/>
                  </a:lnTo>
                  <a:lnTo>
                    <a:pt x="923" y="3269"/>
                  </a:lnTo>
                  <a:lnTo>
                    <a:pt x="1124" y="2989"/>
                  </a:lnTo>
                  <a:lnTo>
                    <a:pt x="1324" y="2728"/>
                  </a:lnTo>
                  <a:lnTo>
                    <a:pt x="1545" y="2467"/>
                  </a:lnTo>
                  <a:lnTo>
                    <a:pt x="1786" y="2226"/>
                  </a:lnTo>
                  <a:lnTo>
                    <a:pt x="2006" y="1986"/>
                  </a:lnTo>
                  <a:lnTo>
                    <a:pt x="2267" y="1765"/>
                  </a:lnTo>
                  <a:lnTo>
                    <a:pt x="2508" y="1565"/>
                  </a:lnTo>
                  <a:lnTo>
                    <a:pt x="2768" y="1364"/>
                  </a:lnTo>
                  <a:lnTo>
                    <a:pt x="3029" y="1184"/>
                  </a:lnTo>
                  <a:lnTo>
                    <a:pt x="3290" y="1003"/>
                  </a:lnTo>
                  <a:lnTo>
                    <a:pt x="3811" y="702"/>
                  </a:lnTo>
                  <a:lnTo>
                    <a:pt x="4333" y="442"/>
                  </a:lnTo>
                  <a:lnTo>
                    <a:pt x="4593" y="341"/>
                  </a:lnTo>
                  <a:lnTo>
                    <a:pt x="4834" y="261"/>
                  </a:lnTo>
                  <a:lnTo>
                    <a:pt x="5095" y="181"/>
                  </a:lnTo>
                  <a:lnTo>
                    <a:pt x="5315" y="141"/>
                  </a:lnTo>
                  <a:lnTo>
                    <a:pt x="5556" y="101"/>
                  </a:lnTo>
                  <a:lnTo>
                    <a:pt x="5776" y="61"/>
                  </a:lnTo>
                  <a:lnTo>
                    <a:pt x="5776" y="61"/>
                  </a:lnTo>
                  <a:lnTo>
                    <a:pt x="5977" y="61"/>
                  </a:lnTo>
                  <a:lnTo>
                    <a:pt x="6178" y="81"/>
                  </a:lnTo>
                  <a:lnTo>
                    <a:pt x="6178" y="81"/>
                  </a:lnTo>
                  <a:lnTo>
                    <a:pt x="6579" y="141"/>
                  </a:lnTo>
                  <a:lnTo>
                    <a:pt x="6940" y="241"/>
                  </a:lnTo>
                  <a:lnTo>
                    <a:pt x="7281" y="381"/>
                  </a:lnTo>
                  <a:lnTo>
                    <a:pt x="7621" y="542"/>
                  </a:lnTo>
                  <a:lnTo>
                    <a:pt x="7922" y="702"/>
                  </a:lnTo>
                  <a:lnTo>
                    <a:pt x="8223" y="883"/>
                  </a:lnTo>
                  <a:lnTo>
                    <a:pt x="8825" y="1224"/>
                  </a:lnTo>
                  <a:lnTo>
                    <a:pt x="9126" y="1364"/>
                  </a:lnTo>
                  <a:lnTo>
                    <a:pt x="9426" y="1484"/>
                  </a:lnTo>
                  <a:lnTo>
                    <a:pt x="9727" y="1585"/>
                  </a:lnTo>
                  <a:lnTo>
                    <a:pt x="9888" y="1605"/>
                  </a:lnTo>
                  <a:lnTo>
                    <a:pt x="10048" y="1625"/>
                  </a:lnTo>
                  <a:lnTo>
                    <a:pt x="10229" y="1625"/>
                  </a:lnTo>
                  <a:lnTo>
                    <a:pt x="10389" y="1625"/>
                  </a:lnTo>
                  <a:lnTo>
                    <a:pt x="10569" y="1585"/>
                  </a:lnTo>
                  <a:lnTo>
                    <a:pt x="10750" y="1565"/>
                  </a:lnTo>
                  <a:lnTo>
                    <a:pt x="10951" y="1504"/>
                  </a:lnTo>
                  <a:lnTo>
                    <a:pt x="11131" y="1424"/>
                  </a:lnTo>
                  <a:lnTo>
                    <a:pt x="11332" y="1344"/>
                  </a:lnTo>
                  <a:lnTo>
                    <a:pt x="11552" y="1224"/>
                  </a:lnTo>
                  <a:lnTo>
                    <a:pt x="11552" y="1224"/>
                  </a:lnTo>
                  <a:lnTo>
                    <a:pt x="11993" y="983"/>
                  </a:lnTo>
                  <a:lnTo>
                    <a:pt x="12435" y="783"/>
                  </a:lnTo>
                  <a:lnTo>
                    <a:pt x="12896" y="602"/>
                  </a:lnTo>
                  <a:lnTo>
                    <a:pt x="13337" y="442"/>
                  </a:lnTo>
                  <a:lnTo>
                    <a:pt x="13798" y="301"/>
                  </a:lnTo>
                  <a:lnTo>
                    <a:pt x="14239" y="201"/>
                  </a:lnTo>
                  <a:lnTo>
                    <a:pt x="14681" y="101"/>
                  </a:lnTo>
                  <a:lnTo>
                    <a:pt x="15122" y="41"/>
                  </a:lnTo>
                  <a:lnTo>
                    <a:pt x="15563" y="20"/>
                  </a:lnTo>
                  <a:lnTo>
                    <a:pt x="15984" y="0"/>
                  </a:lnTo>
                  <a:lnTo>
                    <a:pt x="16405" y="20"/>
                  </a:lnTo>
                  <a:lnTo>
                    <a:pt x="16806" y="61"/>
                  </a:lnTo>
                  <a:lnTo>
                    <a:pt x="17208" y="121"/>
                  </a:lnTo>
                  <a:lnTo>
                    <a:pt x="17609" y="201"/>
                  </a:lnTo>
                  <a:lnTo>
                    <a:pt x="17990" y="301"/>
                  </a:lnTo>
                  <a:lnTo>
                    <a:pt x="18351" y="442"/>
                  </a:lnTo>
                  <a:lnTo>
                    <a:pt x="18692" y="582"/>
                  </a:lnTo>
                  <a:lnTo>
                    <a:pt x="19032" y="762"/>
                  </a:lnTo>
                  <a:lnTo>
                    <a:pt x="19353" y="963"/>
                  </a:lnTo>
                  <a:lnTo>
                    <a:pt x="19674" y="1164"/>
                  </a:lnTo>
                  <a:lnTo>
                    <a:pt x="19955" y="1404"/>
                  </a:lnTo>
                  <a:lnTo>
                    <a:pt x="20216" y="1665"/>
                  </a:lnTo>
                  <a:lnTo>
                    <a:pt x="20456" y="1946"/>
                  </a:lnTo>
                  <a:lnTo>
                    <a:pt x="20697" y="2247"/>
                  </a:lnTo>
                  <a:lnTo>
                    <a:pt x="20898" y="2567"/>
                  </a:lnTo>
                  <a:lnTo>
                    <a:pt x="21078" y="2908"/>
                  </a:lnTo>
                  <a:lnTo>
                    <a:pt x="21238" y="3269"/>
                  </a:lnTo>
                  <a:lnTo>
                    <a:pt x="21359" y="3650"/>
                  </a:lnTo>
                  <a:lnTo>
                    <a:pt x="21459" y="4051"/>
                  </a:lnTo>
                  <a:lnTo>
                    <a:pt x="21539" y="4453"/>
                  </a:lnTo>
                  <a:lnTo>
                    <a:pt x="21599" y="4894"/>
                  </a:lnTo>
                  <a:lnTo>
                    <a:pt x="21599" y="535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32">
              <a:extLst>
                <a:ext uri="{FF2B5EF4-FFF2-40B4-BE49-F238E27FC236}">
                  <a16:creationId xmlns:a16="http://schemas.microsoft.com/office/drawing/2014/main" id="{C1163D4E-34F1-3598-4D79-6E5F1A83A263}"/>
                </a:ext>
              </a:extLst>
            </p:cNvPr>
            <p:cNvSpPr/>
            <p:nvPr/>
          </p:nvSpPr>
          <p:spPr>
            <a:xfrm>
              <a:off x="11890050" y="4450325"/>
              <a:ext cx="224150" cy="276775"/>
            </a:xfrm>
            <a:custGeom>
              <a:avLst/>
              <a:gdLst/>
              <a:ahLst/>
              <a:cxnLst/>
              <a:rect l="l" t="t" r="r" b="b"/>
              <a:pathLst>
                <a:path w="8966" h="11071" extrusionOk="0">
                  <a:moveTo>
                    <a:pt x="6218" y="1"/>
                  </a:moveTo>
                  <a:lnTo>
                    <a:pt x="5977" y="21"/>
                  </a:lnTo>
                  <a:lnTo>
                    <a:pt x="5756" y="41"/>
                  </a:lnTo>
                  <a:lnTo>
                    <a:pt x="5536" y="101"/>
                  </a:lnTo>
                  <a:lnTo>
                    <a:pt x="5335" y="161"/>
                  </a:lnTo>
                  <a:lnTo>
                    <a:pt x="5115" y="241"/>
                  </a:lnTo>
                  <a:lnTo>
                    <a:pt x="4894" y="341"/>
                  </a:lnTo>
                  <a:lnTo>
                    <a:pt x="4693" y="442"/>
                  </a:lnTo>
                  <a:lnTo>
                    <a:pt x="4493" y="562"/>
                  </a:lnTo>
                  <a:lnTo>
                    <a:pt x="4292" y="702"/>
                  </a:lnTo>
                  <a:lnTo>
                    <a:pt x="3891" y="1003"/>
                  </a:lnTo>
                  <a:lnTo>
                    <a:pt x="3530" y="1364"/>
                  </a:lnTo>
                  <a:lnTo>
                    <a:pt x="3169" y="1765"/>
                  </a:lnTo>
                  <a:lnTo>
                    <a:pt x="2808" y="2186"/>
                  </a:lnTo>
                  <a:lnTo>
                    <a:pt x="2487" y="2648"/>
                  </a:lnTo>
                  <a:lnTo>
                    <a:pt x="2167" y="3149"/>
                  </a:lnTo>
                  <a:lnTo>
                    <a:pt x="1866" y="3650"/>
                  </a:lnTo>
                  <a:lnTo>
                    <a:pt x="1605" y="4192"/>
                  </a:lnTo>
                  <a:lnTo>
                    <a:pt x="1344" y="4713"/>
                  </a:lnTo>
                  <a:lnTo>
                    <a:pt x="1104" y="5275"/>
                  </a:lnTo>
                  <a:lnTo>
                    <a:pt x="883" y="5816"/>
                  </a:lnTo>
                  <a:lnTo>
                    <a:pt x="703" y="6358"/>
                  </a:lnTo>
                  <a:lnTo>
                    <a:pt x="522" y="6899"/>
                  </a:lnTo>
                  <a:lnTo>
                    <a:pt x="382" y="7421"/>
                  </a:lnTo>
                  <a:lnTo>
                    <a:pt x="241" y="7942"/>
                  </a:lnTo>
                  <a:lnTo>
                    <a:pt x="161" y="8423"/>
                  </a:lnTo>
                  <a:lnTo>
                    <a:pt x="81" y="8885"/>
                  </a:lnTo>
                  <a:lnTo>
                    <a:pt x="21" y="9306"/>
                  </a:lnTo>
                  <a:lnTo>
                    <a:pt x="1" y="9707"/>
                  </a:lnTo>
                  <a:lnTo>
                    <a:pt x="21" y="10048"/>
                  </a:lnTo>
                  <a:lnTo>
                    <a:pt x="41" y="10349"/>
                  </a:lnTo>
                  <a:lnTo>
                    <a:pt x="121" y="10609"/>
                  </a:lnTo>
                  <a:lnTo>
                    <a:pt x="161" y="10710"/>
                  </a:lnTo>
                  <a:lnTo>
                    <a:pt x="201" y="10810"/>
                  </a:lnTo>
                  <a:lnTo>
                    <a:pt x="261" y="10890"/>
                  </a:lnTo>
                  <a:lnTo>
                    <a:pt x="342" y="10950"/>
                  </a:lnTo>
                  <a:lnTo>
                    <a:pt x="402" y="10990"/>
                  </a:lnTo>
                  <a:lnTo>
                    <a:pt x="482" y="11031"/>
                  </a:lnTo>
                  <a:lnTo>
                    <a:pt x="663" y="11051"/>
                  </a:lnTo>
                  <a:lnTo>
                    <a:pt x="843" y="11071"/>
                  </a:lnTo>
                  <a:lnTo>
                    <a:pt x="1024" y="11071"/>
                  </a:lnTo>
                  <a:lnTo>
                    <a:pt x="1204" y="11051"/>
                  </a:lnTo>
                  <a:lnTo>
                    <a:pt x="1405" y="11031"/>
                  </a:lnTo>
                  <a:lnTo>
                    <a:pt x="1605" y="10990"/>
                  </a:lnTo>
                  <a:lnTo>
                    <a:pt x="2006" y="10870"/>
                  </a:lnTo>
                  <a:lnTo>
                    <a:pt x="2447" y="10710"/>
                  </a:lnTo>
                  <a:lnTo>
                    <a:pt x="2869" y="10489"/>
                  </a:lnTo>
                  <a:lnTo>
                    <a:pt x="3330" y="10248"/>
                  </a:lnTo>
                  <a:lnTo>
                    <a:pt x="3771" y="9948"/>
                  </a:lnTo>
                  <a:lnTo>
                    <a:pt x="4232" y="9627"/>
                  </a:lnTo>
                  <a:lnTo>
                    <a:pt x="4673" y="9266"/>
                  </a:lnTo>
                  <a:lnTo>
                    <a:pt x="5135" y="8885"/>
                  </a:lnTo>
                  <a:lnTo>
                    <a:pt x="5556" y="8484"/>
                  </a:lnTo>
                  <a:lnTo>
                    <a:pt x="5997" y="8042"/>
                  </a:lnTo>
                  <a:lnTo>
                    <a:pt x="6398" y="7601"/>
                  </a:lnTo>
                  <a:lnTo>
                    <a:pt x="6799" y="7140"/>
                  </a:lnTo>
                  <a:lnTo>
                    <a:pt x="7160" y="6659"/>
                  </a:lnTo>
                  <a:lnTo>
                    <a:pt x="7501" y="6177"/>
                  </a:lnTo>
                  <a:lnTo>
                    <a:pt x="7822" y="5696"/>
                  </a:lnTo>
                  <a:lnTo>
                    <a:pt x="8103" y="5195"/>
                  </a:lnTo>
                  <a:lnTo>
                    <a:pt x="8363" y="4713"/>
                  </a:lnTo>
                  <a:lnTo>
                    <a:pt x="8564" y="4232"/>
                  </a:lnTo>
                  <a:lnTo>
                    <a:pt x="8744" y="3751"/>
                  </a:lnTo>
                  <a:lnTo>
                    <a:pt x="8865" y="3289"/>
                  </a:lnTo>
                  <a:lnTo>
                    <a:pt x="8925" y="2848"/>
                  </a:lnTo>
                  <a:lnTo>
                    <a:pt x="8945" y="2628"/>
                  </a:lnTo>
                  <a:lnTo>
                    <a:pt x="8965" y="2427"/>
                  </a:lnTo>
                  <a:lnTo>
                    <a:pt x="8945" y="2207"/>
                  </a:lnTo>
                  <a:lnTo>
                    <a:pt x="8925" y="2006"/>
                  </a:lnTo>
                  <a:lnTo>
                    <a:pt x="8885" y="1825"/>
                  </a:lnTo>
                  <a:lnTo>
                    <a:pt x="8825" y="1625"/>
                  </a:lnTo>
                  <a:lnTo>
                    <a:pt x="8765" y="1444"/>
                  </a:lnTo>
                  <a:lnTo>
                    <a:pt x="8684" y="1284"/>
                  </a:lnTo>
                  <a:lnTo>
                    <a:pt x="8584" y="1124"/>
                  </a:lnTo>
                  <a:lnTo>
                    <a:pt x="8464" y="963"/>
                  </a:lnTo>
                  <a:lnTo>
                    <a:pt x="8323" y="803"/>
                  </a:lnTo>
                  <a:lnTo>
                    <a:pt x="8163" y="662"/>
                  </a:lnTo>
                  <a:lnTo>
                    <a:pt x="8002" y="542"/>
                  </a:lnTo>
                  <a:lnTo>
                    <a:pt x="7802" y="422"/>
                  </a:lnTo>
                  <a:lnTo>
                    <a:pt x="7601" y="321"/>
                  </a:lnTo>
                  <a:lnTo>
                    <a:pt x="7381" y="221"/>
                  </a:lnTo>
                  <a:lnTo>
                    <a:pt x="7140" y="141"/>
                  </a:lnTo>
                  <a:lnTo>
                    <a:pt x="6899" y="81"/>
                  </a:lnTo>
                  <a:lnTo>
                    <a:pt x="6659" y="21"/>
                  </a:lnTo>
                  <a:lnTo>
                    <a:pt x="643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32">
              <a:extLst>
                <a:ext uri="{FF2B5EF4-FFF2-40B4-BE49-F238E27FC236}">
                  <a16:creationId xmlns:a16="http://schemas.microsoft.com/office/drawing/2014/main" id="{FCA75707-8A68-3281-780A-BAF12CDDE1A9}"/>
                </a:ext>
              </a:extLst>
            </p:cNvPr>
            <p:cNvSpPr/>
            <p:nvPr/>
          </p:nvSpPr>
          <p:spPr>
            <a:xfrm>
              <a:off x="11890050" y="4450325"/>
              <a:ext cx="224150" cy="276775"/>
            </a:xfrm>
            <a:custGeom>
              <a:avLst/>
              <a:gdLst/>
              <a:ahLst/>
              <a:cxnLst/>
              <a:rect l="l" t="t" r="r" b="b"/>
              <a:pathLst>
                <a:path w="8966" h="11071" fill="none" extrusionOk="0">
                  <a:moveTo>
                    <a:pt x="482" y="11031"/>
                  </a:moveTo>
                  <a:lnTo>
                    <a:pt x="482" y="11031"/>
                  </a:lnTo>
                  <a:lnTo>
                    <a:pt x="402" y="10990"/>
                  </a:lnTo>
                  <a:lnTo>
                    <a:pt x="342" y="10950"/>
                  </a:lnTo>
                  <a:lnTo>
                    <a:pt x="261" y="10890"/>
                  </a:lnTo>
                  <a:lnTo>
                    <a:pt x="201" y="10810"/>
                  </a:lnTo>
                  <a:lnTo>
                    <a:pt x="161" y="10710"/>
                  </a:lnTo>
                  <a:lnTo>
                    <a:pt x="121" y="10609"/>
                  </a:lnTo>
                  <a:lnTo>
                    <a:pt x="41" y="10349"/>
                  </a:lnTo>
                  <a:lnTo>
                    <a:pt x="21" y="10048"/>
                  </a:lnTo>
                  <a:lnTo>
                    <a:pt x="1" y="9707"/>
                  </a:lnTo>
                  <a:lnTo>
                    <a:pt x="21" y="9306"/>
                  </a:lnTo>
                  <a:lnTo>
                    <a:pt x="81" y="8885"/>
                  </a:lnTo>
                  <a:lnTo>
                    <a:pt x="161" y="8423"/>
                  </a:lnTo>
                  <a:lnTo>
                    <a:pt x="241" y="7942"/>
                  </a:lnTo>
                  <a:lnTo>
                    <a:pt x="382" y="7421"/>
                  </a:lnTo>
                  <a:lnTo>
                    <a:pt x="522" y="6899"/>
                  </a:lnTo>
                  <a:lnTo>
                    <a:pt x="703" y="6358"/>
                  </a:lnTo>
                  <a:lnTo>
                    <a:pt x="883" y="5816"/>
                  </a:lnTo>
                  <a:lnTo>
                    <a:pt x="1104" y="5275"/>
                  </a:lnTo>
                  <a:lnTo>
                    <a:pt x="1344" y="4713"/>
                  </a:lnTo>
                  <a:lnTo>
                    <a:pt x="1605" y="4192"/>
                  </a:lnTo>
                  <a:lnTo>
                    <a:pt x="1866" y="3650"/>
                  </a:lnTo>
                  <a:lnTo>
                    <a:pt x="2167" y="3149"/>
                  </a:lnTo>
                  <a:lnTo>
                    <a:pt x="2487" y="2648"/>
                  </a:lnTo>
                  <a:lnTo>
                    <a:pt x="2808" y="2186"/>
                  </a:lnTo>
                  <a:lnTo>
                    <a:pt x="3169" y="1765"/>
                  </a:lnTo>
                  <a:lnTo>
                    <a:pt x="3530" y="1364"/>
                  </a:lnTo>
                  <a:lnTo>
                    <a:pt x="3891" y="1003"/>
                  </a:lnTo>
                  <a:lnTo>
                    <a:pt x="4292" y="702"/>
                  </a:lnTo>
                  <a:lnTo>
                    <a:pt x="4493" y="562"/>
                  </a:lnTo>
                  <a:lnTo>
                    <a:pt x="4693" y="442"/>
                  </a:lnTo>
                  <a:lnTo>
                    <a:pt x="4894" y="341"/>
                  </a:lnTo>
                  <a:lnTo>
                    <a:pt x="5115" y="241"/>
                  </a:lnTo>
                  <a:lnTo>
                    <a:pt x="5335" y="161"/>
                  </a:lnTo>
                  <a:lnTo>
                    <a:pt x="5536" y="101"/>
                  </a:lnTo>
                  <a:lnTo>
                    <a:pt x="5756" y="41"/>
                  </a:lnTo>
                  <a:lnTo>
                    <a:pt x="5977" y="21"/>
                  </a:lnTo>
                  <a:lnTo>
                    <a:pt x="6218" y="1"/>
                  </a:lnTo>
                  <a:lnTo>
                    <a:pt x="6438" y="1"/>
                  </a:lnTo>
                  <a:lnTo>
                    <a:pt x="6659" y="21"/>
                  </a:lnTo>
                  <a:lnTo>
                    <a:pt x="6899" y="81"/>
                  </a:lnTo>
                  <a:lnTo>
                    <a:pt x="7140" y="141"/>
                  </a:lnTo>
                  <a:lnTo>
                    <a:pt x="7381" y="221"/>
                  </a:lnTo>
                  <a:lnTo>
                    <a:pt x="7381" y="221"/>
                  </a:lnTo>
                  <a:lnTo>
                    <a:pt x="7601" y="321"/>
                  </a:lnTo>
                  <a:lnTo>
                    <a:pt x="7802" y="422"/>
                  </a:lnTo>
                  <a:lnTo>
                    <a:pt x="8002" y="542"/>
                  </a:lnTo>
                  <a:lnTo>
                    <a:pt x="8163" y="662"/>
                  </a:lnTo>
                  <a:lnTo>
                    <a:pt x="8323" y="803"/>
                  </a:lnTo>
                  <a:lnTo>
                    <a:pt x="8464" y="963"/>
                  </a:lnTo>
                  <a:lnTo>
                    <a:pt x="8584" y="1124"/>
                  </a:lnTo>
                  <a:lnTo>
                    <a:pt x="8684" y="1284"/>
                  </a:lnTo>
                  <a:lnTo>
                    <a:pt x="8765" y="1444"/>
                  </a:lnTo>
                  <a:lnTo>
                    <a:pt x="8825" y="1625"/>
                  </a:lnTo>
                  <a:lnTo>
                    <a:pt x="8885" y="1825"/>
                  </a:lnTo>
                  <a:lnTo>
                    <a:pt x="8925" y="2006"/>
                  </a:lnTo>
                  <a:lnTo>
                    <a:pt x="8945" y="2207"/>
                  </a:lnTo>
                  <a:lnTo>
                    <a:pt x="8965" y="2427"/>
                  </a:lnTo>
                  <a:lnTo>
                    <a:pt x="8945" y="2628"/>
                  </a:lnTo>
                  <a:lnTo>
                    <a:pt x="8925" y="2848"/>
                  </a:lnTo>
                  <a:lnTo>
                    <a:pt x="8865" y="3289"/>
                  </a:lnTo>
                  <a:lnTo>
                    <a:pt x="8744" y="3751"/>
                  </a:lnTo>
                  <a:lnTo>
                    <a:pt x="8564" y="4232"/>
                  </a:lnTo>
                  <a:lnTo>
                    <a:pt x="8363" y="4713"/>
                  </a:lnTo>
                  <a:lnTo>
                    <a:pt x="8103" y="5195"/>
                  </a:lnTo>
                  <a:lnTo>
                    <a:pt x="7822" y="5696"/>
                  </a:lnTo>
                  <a:lnTo>
                    <a:pt x="7501" y="6177"/>
                  </a:lnTo>
                  <a:lnTo>
                    <a:pt x="7160" y="6659"/>
                  </a:lnTo>
                  <a:lnTo>
                    <a:pt x="6799" y="7140"/>
                  </a:lnTo>
                  <a:lnTo>
                    <a:pt x="6398" y="7601"/>
                  </a:lnTo>
                  <a:lnTo>
                    <a:pt x="5997" y="8042"/>
                  </a:lnTo>
                  <a:lnTo>
                    <a:pt x="5556" y="8484"/>
                  </a:lnTo>
                  <a:lnTo>
                    <a:pt x="5135" y="8885"/>
                  </a:lnTo>
                  <a:lnTo>
                    <a:pt x="4673" y="9266"/>
                  </a:lnTo>
                  <a:lnTo>
                    <a:pt x="4232" y="9627"/>
                  </a:lnTo>
                  <a:lnTo>
                    <a:pt x="3771" y="9948"/>
                  </a:lnTo>
                  <a:lnTo>
                    <a:pt x="3330" y="10248"/>
                  </a:lnTo>
                  <a:lnTo>
                    <a:pt x="2869" y="10489"/>
                  </a:lnTo>
                  <a:lnTo>
                    <a:pt x="2447" y="10710"/>
                  </a:lnTo>
                  <a:lnTo>
                    <a:pt x="2006" y="10870"/>
                  </a:lnTo>
                  <a:lnTo>
                    <a:pt x="1605" y="10990"/>
                  </a:lnTo>
                  <a:lnTo>
                    <a:pt x="1405" y="11031"/>
                  </a:lnTo>
                  <a:lnTo>
                    <a:pt x="1204" y="11051"/>
                  </a:lnTo>
                  <a:lnTo>
                    <a:pt x="1024" y="11071"/>
                  </a:lnTo>
                  <a:lnTo>
                    <a:pt x="843" y="11071"/>
                  </a:lnTo>
                  <a:lnTo>
                    <a:pt x="663" y="11051"/>
                  </a:lnTo>
                  <a:lnTo>
                    <a:pt x="482" y="1103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32">
              <a:extLst>
                <a:ext uri="{FF2B5EF4-FFF2-40B4-BE49-F238E27FC236}">
                  <a16:creationId xmlns:a16="http://schemas.microsoft.com/office/drawing/2014/main" id="{40CC9BFC-8EA5-D917-5F69-2423EDEBC75B}"/>
                </a:ext>
              </a:extLst>
            </p:cNvPr>
            <p:cNvSpPr/>
            <p:nvPr/>
          </p:nvSpPr>
          <p:spPr>
            <a:xfrm>
              <a:off x="11816350" y="4389150"/>
              <a:ext cx="211100" cy="284800"/>
            </a:xfrm>
            <a:custGeom>
              <a:avLst/>
              <a:gdLst/>
              <a:ahLst/>
              <a:cxnLst/>
              <a:rect l="l" t="t" r="r" b="b"/>
              <a:pathLst>
                <a:path w="8444" h="11392" extrusionOk="0">
                  <a:moveTo>
                    <a:pt x="8363" y="1"/>
                  </a:moveTo>
                  <a:lnTo>
                    <a:pt x="7942" y="121"/>
                  </a:lnTo>
                  <a:lnTo>
                    <a:pt x="7521" y="242"/>
                  </a:lnTo>
                  <a:lnTo>
                    <a:pt x="7100" y="402"/>
                  </a:lnTo>
                  <a:lnTo>
                    <a:pt x="6699" y="582"/>
                  </a:lnTo>
                  <a:lnTo>
                    <a:pt x="6699" y="101"/>
                  </a:lnTo>
                  <a:lnTo>
                    <a:pt x="6699" y="61"/>
                  </a:lnTo>
                  <a:lnTo>
                    <a:pt x="6679" y="41"/>
                  </a:lnTo>
                  <a:lnTo>
                    <a:pt x="6579" y="41"/>
                  </a:lnTo>
                  <a:lnTo>
                    <a:pt x="6559" y="81"/>
                  </a:lnTo>
                  <a:lnTo>
                    <a:pt x="6559" y="101"/>
                  </a:lnTo>
                  <a:lnTo>
                    <a:pt x="6498" y="582"/>
                  </a:lnTo>
                  <a:lnTo>
                    <a:pt x="6137" y="462"/>
                  </a:lnTo>
                  <a:lnTo>
                    <a:pt x="6117" y="462"/>
                  </a:lnTo>
                  <a:lnTo>
                    <a:pt x="6097" y="482"/>
                  </a:lnTo>
                  <a:lnTo>
                    <a:pt x="6097" y="502"/>
                  </a:lnTo>
                  <a:lnTo>
                    <a:pt x="6117" y="522"/>
                  </a:lnTo>
                  <a:lnTo>
                    <a:pt x="6478" y="683"/>
                  </a:lnTo>
                  <a:lnTo>
                    <a:pt x="6198" y="843"/>
                  </a:lnTo>
                  <a:lnTo>
                    <a:pt x="5897" y="1004"/>
                  </a:lnTo>
                  <a:lnTo>
                    <a:pt x="5616" y="1184"/>
                  </a:lnTo>
                  <a:lnTo>
                    <a:pt x="5355" y="1365"/>
                  </a:lnTo>
                  <a:lnTo>
                    <a:pt x="4834" y="1766"/>
                  </a:lnTo>
                  <a:lnTo>
                    <a:pt x="4332" y="2207"/>
                  </a:lnTo>
                  <a:lnTo>
                    <a:pt x="4132" y="1866"/>
                  </a:lnTo>
                  <a:lnTo>
                    <a:pt x="4112" y="1846"/>
                  </a:lnTo>
                  <a:lnTo>
                    <a:pt x="4072" y="1826"/>
                  </a:lnTo>
                  <a:lnTo>
                    <a:pt x="4052" y="1846"/>
                  </a:lnTo>
                  <a:lnTo>
                    <a:pt x="4032" y="1866"/>
                  </a:lnTo>
                  <a:lnTo>
                    <a:pt x="4032" y="1886"/>
                  </a:lnTo>
                  <a:lnTo>
                    <a:pt x="4032" y="1926"/>
                  </a:lnTo>
                  <a:lnTo>
                    <a:pt x="4212" y="2327"/>
                  </a:lnTo>
                  <a:lnTo>
                    <a:pt x="3851" y="2688"/>
                  </a:lnTo>
                  <a:lnTo>
                    <a:pt x="3510" y="3069"/>
                  </a:lnTo>
                  <a:lnTo>
                    <a:pt x="3169" y="3450"/>
                  </a:lnTo>
                  <a:lnTo>
                    <a:pt x="2869" y="3851"/>
                  </a:lnTo>
                  <a:lnTo>
                    <a:pt x="2568" y="4272"/>
                  </a:lnTo>
                  <a:lnTo>
                    <a:pt x="2287" y="4694"/>
                  </a:lnTo>
                  <a:lnTo>
                    <a:pt x="2026" y="5135"/>
                  </a:lnTo>
                  <a:lnTo>
                    <a:pt x="1766" y="5576"/>
                  </a:lnTo>
                  <a:lnTo>
                    <a:pt x="1525" y="6057"/>
                  </a:lnTo>
                  <a:lnTo>
                    <a:pt x="1264" y="6579"/>
                  </a:lnTo>
                  <a:lnTo>
                    <a:pt x="1003" y="7140"/>
                  </a:lnTo>
                  <a:lnTo>
                    <a:pt x="763" y="7702"/>
                  </a:lnTo>
                  <a:lnTo>
                    <a:pt x="462" y="7602"/>
                  </a:lnTo>
                  <a:lnTo>
                    <a:pt x="422" y="7622"/>
                  </a:lnTo>
                  <a:lnTo>
                    <a:pt x="402" y="7642"/>
                  </a:lnTo>
                  <a:lnTo>
                    <a:pt x="402" y="7662"/>
                  </a:lnTo>
                  <a:lnTo>
                    <a:pt x="422" y="7702"/>
                  </a:lnTo>
                  <a:lnTo>
                    <a:pt x="723" y="7842"/>
                  </a:lnTo>
                  <a:lnTo>
                    <a:pt x="622" y="8123"/>
                  </a:lnTo>
                  <a:lnTo>
                    <a:pt x="522" y="8424"/>
                  </a:lnTo>
                  <a:lnTo>
                    <a:pt x="382" y="8424"/>
                  </a:lnTo>
                  <a:lnTo>
                    <a:pt x="322" y="8464"/>
                  </a:lnTo>
                  <a:lnTo>
                    <a:pt x="322" y="8504"/>
                  </a:lnTo>
                  <a:lnTo>
                    <a:pt x="322" y="8544"/>
                  </a:lnTo>
                  <a:lnTo>
                    <a:pt x="382" y="8564"/>
                  </a:lnTo>
                  <a:lnTo>
                    <a:pt x="462" y="8584"/>
                  </a:lnTo>
                  <a:lnTo>
                    <a:pt x="261" y="9246"/>
                  </a:lnTo>
                  <a:lnTo>
                    <a:pt x="181" y="9567"/>
                  </a:lnTo>
                  <a:lnTo>
                    <a:pt x="121" y="9908"/>
                  </a:lnTo>
                  <a:lnTo>
                    <a:pt x="61" y="10249"/>
                  </a:lnTo>
                  <a:lnTo>
                    <a:pt x="21" y="10570"/>
                  </a:lnTo>
                  <a:lnTo>
                    <a:pt x="1" y="10911"/>
                  </a:lnTo>
                  <a:lnTo>
                    <a:pt x="1" y="11231"/>
                  </a:lnTo>
                  <a:lnTo>
                    <a:pt x="281" y="11392"/>
                  </a:lnTo>
                  <a:lnTo>
                    <a:pt x="281" y="11051"/>
                  </a:lnTo>
                  <a:lnTo>
                    <a:pt x="281" y="10710"/>
                  </a:lnTo>
                  <a:lnTo>
                    <a:pt x="322" y="10349"/>
                  </a:lnTo>
                  <a:lnTo>
                    <a:pt x="362" y="10008"/>
                  </a:lnTo>
                  <a:lnTo>
                    <a:pt x="442" y="9647"/>
                  </a:lnTo>
                  <a:lnTo>
                    <a:pt x="522" y="9306"/>
                  </a:lnTo>
                  <a:lnTo>
                    <a:pt x="602" y="8945"/>
                  </a:lnTo>
                  <a:lnTo>
                    <a:pt x="723" y="8604"/>
                  </a:lnTo>
                  <a:lnTo>
                    <a:pt x="963" y="8604"/>
                  </a:lnTo>
                  <a:lnTo>
                    <a:pt x="1084" y="8584"/>
                  </a:lnTo>
                  <a:lnTo>
                    <a:pt x="1124" y="8544"/>
                  </a:lnTo>
                  <a:lnTo>
                    <a:pt x="1144" y="8504"/>
                  </a:lnTo>
                  <a:lnTo>
                    <a:pt x="1124" y="8464"/>
                  </a:lnTo>
                  <a:lnTo>
                    <a:pt x="1084" y="8424"/>
                  </a:lnTo>
                  <a:lnTo>
                    <a:pt x="963" y="8404"/>
                  </a:lnTo>
                  <a:lnTo>
                    <a:pt x="783" y="8404"/>
                  </a:lnTo>
                  <a:lnTo>
                    <a:pt x="943" y="7963"/>
                  </a:lnTo>
                  <a:lnTo>
                    <a:pt x="1164" y="8063"/>
                  </a:lnTo>
                  <a:lnTo>
                    <a:pt x="1184" y="8063"/>
                  </a:lnTo>
                  <a:lnTo>
                    <a:pt x="1224" y="8043"/>
                  </a:lnTo>
                  <a:lnTo>
                    <a:pt x="1244" y="8023"/>
                  </a:lnTo>
                  <a:lnTo>
                    <a:pt x="1244" y="7983"/>
                  </a:lnTo>
                  <a:lnTo>
                    <a:pt x="1224" y="7942"/>
                  </a:lnTo>
                  <a:lnTo>
                    <a:pt x="1124" y="7862"/>
                  </a:lnTo>
                  <a:lnTo>
                    <a:pt x="1003" y="7802"/>
                  </a:lnTo>
                  <a:lnTo>
                    <a:pt x="1304" y="7100"/>
                  </a:lnTo>
                  <a:lnTo>
                    <a:pt x="1625" y="6418"/>
                  </a:lnTo>
                  <a:lnTo>
                    <a:pt x="1946" y="5777"/>
                  </a:lnTo>
                  <a:lnTo>
                    <a:pt x="2287" y="5195"/>
                  </a:lnTo>
                  <a:lnTo>
                    <a:pt x="2728" y="4473"/>
                  </a:lnTo>
                  <a:lnTo>
                    <a:pt x="2969" y="4132"/>
                  </a:lnTo>
                  <a:lnTo>
                    <a:pt x="3209" y="3791"/>
                  </a:lnTo>
                  <a:lnTo>
                    <a:pt x="3470" y="3450"/>
                  </a:lnTo>
                  <a:lnTo>
                    <a:pt x="3731" y="3129"/>
                  </a:lnTo>
                  <a:lnTo>
                    <a:pt x="4012" y="2809"/>
                  </a:lnTo>
                  <a:lnTo>
                    <a:pt x="4312" y="2508"/>
                  </a:lnTo>
                  <a:lnTo>
                    <a:pt x="4312" y="2528"/>
                  </a:lnTo>
                  <a:lnTo>
                    <a:pt x="4353" y="2548"/>
                  </a:lnTo>
                  <a:lnTo>
                    <a:pt x="4393" y="2568"/>
                  </a:lnTo>
                  <a:lnTo>
                    <a:pt x="4413" y="2548"/>
                  </a:lnTo>
                  <a:lnTo>
                    <a:pt x="4433" y="2528"/>
                  </a:lnTo>
                  <a:lnTo>
                    <a:pt x="4453" y="2508"/>
                  </a:lnTo>
                  <a:lnTo>
                    <a:pt x="4453" y="2468"/>
                  </a:lnTo>
                  <a:lnTo>
                    <a:pt x="4413" y="2407"/>
                  </a:lnTo>
                  <a:lnTo>
                    <a:pt x="4894" y="1966"/>
                  </a:lnTo>
                  <a:lnTo>
                    <a:pt x="5395" y="1565"/>
                  </a:lnTo>
                  <a:lnTo>
                    <a:pt x="5917" y="1184"/>
                  </a:lnTo>
                  <a:lnTo>
                    <a:pt x="6198" y="1024"/>
                  </a:lnTo>
                  <a:lnTo>
                    <a:pt x="6478" y="863"/>
                  </a:lnTo>
                  <a:lnTo>
                    <a:pt x="6478" y="863"/>
                  </a:lnTo>
                  <a:lnTo>
                    <a:pt x="6458" y="1104"/>
                  </a:lnTo>
                  <a:lnTo>
                    <a:pt x="6478" y="1324"/>
                  </a:lnTo>
                  <a:lnTo>
                    <a:pt x="6498" y="1365"/>
                  </a:lnTo>
                  <a:lnTo>
                    <a:pt x="6518" y="1385"/>
                  </a:lnTo>
                  <a:lnTo>
                    <a:pt x="6559" y="1405"/>
                  </a:lnTo>
                  <a:lnTo>
                    <a:pt x="6599" y="1405"/>
                  </a:lnTo>
                  <a:lnTo>
                    <a:pt x="6639" y="1365"/>
                  </a:lnTo>
                  <a:lnTo>
                    <a:pt x="6679" y="1084"/>
                  </a:lnTo>
                  <a:lnTo>
                    <a:pt x="6699" y="783"/>
                  </a:lnTo>
                  <a:lnTo>
                    <a:pt x="6879" y="863"/>
                  </a:lnTo>
                  <a:lnTo>
                    <a:pt x="6960" y="903"/>
                  </a:lnTo>
                  <a:lnTo>
                    <a:pt x="7080" y="903"/>
                  </a:lnTo>
                  <a:lnTo>
                    <a:pt x="7100" y="863"/>
                  </a:lnTo>
                  <a:lnTo>
                    <a:pt x="7120" y="843"/>
                  </a:lnTo>
                  <a:lnTo>
                    <a:pt x="7100" y="803"/>
                  </a:lnTo>
                  <a:lnTo>
                    <a:pt x="6960" y="723"/>
                  </a:lnTo>
                  <a:lnTo>
                    <a:pt x="6839" y="683"/>
                  </a:lnTo>
                  <a:lnTo>
                    <a:pt x="7200" y="502"/>
                  </a:lnTo>
                  <a:lnTo>
                    <a:pt x="7601" y="362"/>
                  </a:lnTo>
                  <a:lnTo>
                    <a:pt x="8002" y="221"/>
                  </a:lnTo>
                  <a:lnTo>
                    <a:pt x="8404" y="121"/>
                  </a:lnTo>
                  <a:lnTo>
                    <a:pt x="8444" y="101"/>
                  </a:lnTo>
                  <a:lnTo>
                    <a:pt x="8444" y="61"/>
                  </a:lnTo>
                  <a:lnTo>
                    <a:pt x="8424" y="21"/>
                  </a:lnTo>
                  <a:lnTo>
                    <a:pt x="838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32">
              <a:extLst>
                <a:ext uri="{FF2B5EF4-FFF2-40B4-BE49-F238E27FC236}">
                  <a16:creationId xmlns:a16="http://schemas.microsoft.com/office/drawing/2014/main" id="{191C679B-BEA0-E812-3A0E-5ED2BD749097}"/>
                </a:ext>
              </a:extLst>
            </p:cNvPr>
            <p:cNvSpPr/>
            <p:nvPr/>
          </p:nvSpPr>
          <p:spPr>
            <a:xfrm>
              <a:off x="11605275" y="4494950"/>
              <a:ext cx="441725" cy="271750"/>
            </a:xfrm>
            <a:custGeom>
              <a:avLst/>
              <a:gdLst/>
              <a:ahLst/>
              <a:cxnLst/>
              <a:rect l="l" t="t" r="r" b="b"/>
              <a:pathLst>
                <a:path w="17669" h="10870" extrusionOk="0">
                  <a:moveTo>
                    <a:pt x="141" y="783"/>
                  </a:moveTo>
                  <a:lnTo>
                    <a:pt x="181" y="803"/>
                  </a:lnTo>
                  <a:lnTo>
                    <a:pt x="602" y="1364"/>
                  </a:lnTo>
                  <a:lnTo>
                    <a:pt x="1044" y="1906"/>
                  </a:lnTo>
                  <a:lnTo>
                    <a:pt x="1505" y="2427"/>
                  </a:lnTo>
                  <a:lnTo>
                    <a:pt x="1986" y="2928"/>
                  </a:lnTo>
                  <a:lnTo>
                    <a:pt x="2086" y="2768"/>
                  </a:lnTo>
                  <a:lnTo>
                    <a:pt x="2187" y="2628"/>
                  </a:lnTo>
                  <a:lnTo>
                    <a:pt x="2227" y="2607"/>
                  </a:lnTo>
                  <a:lnTo>
                    <a:pt x="2247" y="2587"/>
                  </a:lnTo>
                  <a:lnTo>
                    <a:pt x="2287" y="2607"/>
                  </a:lnTo>
                  <a:lnTo>
                    <a:pt x="2327" y="2628"/>
                  </a:lnTo>
                  <a:lnTo>
                    <a:pt x="2347" y="2668"/>
                  </a:lnTo>
                  <a:lnTo>
                    <a:pt x="2347" y="2708"/>
                  </a:lnTo>
                  <a:lnTo>
                    <a:pt x="2267" y="2908"/>
                  </a:lnTo>
                  <a:lnTo>
                    <a:pt x="2147" y="3089"/>
                  </a:lnTo>
                  <a:lnTo>
                    <a:pt x="2447" y="3370"/>
                  </a:lnTo>
                  <a:lnTo>
                    <a:pt x="2588" y="3149"/>
                  </a:lnTo>
                  <a:lnTo>
                    <a:pt x="2668" y="3029"/>
                  </a:lnTo>
                  <a:lnTo>
                    <a:pt x="2768" y="2948"/>
                  </a:lnTo>
                  <a:lnTo>
                    <a:pt x="2828" y="2948"/>
                  </a:lnTo>
                  <a:lnTo>
                    <a:pt x="2849" y="2968"/>
                  </a:lnTo>
                  <a:lnTo>
                    <a:pt x="2869" y="2989"/>
                  </a:lnTo>
                  <a:lnTo>
                    <a:pt x="2869" y="3029"/>
                  </a:lnTo>
                  <a:lnTo>
                    <a:pt x="2828" y="3149"/>
                  </a:lnTo>
                  <a:lnTo>
                    <a:pt x="2748" y="3269"/>
                  </a:lnTo>
                  <a:lnTo>
                    <a:pt x="2588" y="3510"/>
                  </a:lnTo>
                  <a:lnTo>
                    <a:pt x="3009" y="3911"/>
                  </a:lnTo>
                  <a:lnTo>
                    <a:pt x="3450" y="4292"/>
                  </a:lnTo>
                  <a:lnTo>
                    <a:pt x="4333" y="5034"/>
                  </a:lnTo>
                  <a:lnTo>
                    <a:pt x="5255" y="5776"/>
                  </a:lnTo>
                  <a:lnTo>
                    <a:pt x="6178" y="6478"/>
                  </a:lnTo>
                  <a:lnTo>
                    <a:pt x="6258" y="6197"/>
                  </a:lnTo>
                  <a:lnTo>
                    <a:pt x="6318" y="6057"/>
                  </a:lnTo>
                  <a:lnTo>
                    <a:pt x="6378" y="5937"/>
                  </a:lnTo>
                  <a:lnTo>
                    <a:pt x="6398" y="5916"/>
                  </a:lnTo>
                  <a:lnTo>
                    <a:pt x="6418" y="5916"/>
                  </a:lnTo>
                  <a:lnTo>
                    <a:pt x="6478" y="5937"/>
                  </a:lnTo>
                  <a:lnTo>
                    <a:pt x="6478" y="5957"/>
                  </a:lnTo>
                  <a:lnTo>
                    <a:pt x="6498" y="5977"/>
                  </a:lnTo>
                  <a:lnTo>
                    <a:pt x="6458" y="6217"/>
                  </a:lnTo>
                  <a:lnTo>
                    <a:pt x="6378" y="6458"/>
                  </a:lnTo>
                  <a:lnTo>
                    <a:pt x="6579" y="6338"/>
                  </a:lnTo>
                  <a:lnTo>
                    <a:pt x="6779" y="6217"/>
                  </a:lnTo>
                  <a:lnTo>
                    <a:pt x="6819" y="6197"/>
                  </a:lnTo>
                  <a:lnTo>
                    <a:pt x="6859" y="6217"/>
                  </a:lnTo>
                  <a:lnTo>
                    <a:pt x="6900" y="6257"/>
                  </a:lnTo>
                  <a:lnTo>
                    <a:pt x="6920" y="6318"/>
                  </a:lnTo>
                  <a:lnTo>
                    <a:pt x="6879" y="6358"/>
                  </a:lnTo>
                  <a:lnTo>
                    <a:pt x="6659" y="6518"/>
                  </a:lnTo>
                  <a:lnTo>
                    <a:pt x="6418" y="6658"/>
                  </a:lnTo>
                  <a:lnTo>
                    <a:pt x="8263" y="8002"/>
                  </a:lnTo>
                  <a:lnTo>
                    <a:pt x="8303" y="8042"/>
                  </a:lnTo>
                  <a:lnTo>
                    <a:pt x="8283" y="8102"/>
                  </a:lnTo>
                  <a:lnTo>
                    <a:pt x="8263" y="8143"/>
                  </a:lnTo>
                  <a:lnTo>
                    <a:pt x="8203" y="8163"/>
                  </a:lnTo>
                  <a:lnTo>
                    <a:pt x="8163" y="8143"/>
                  </a:lnTo>
                  <a:lnTo>
                    <a:pt x="7682" y="7862"/>
                  </a:lnTo>
                  <a:lnTo>
                    <a:pt x="7220" y="7561"/>
                  </a:lnTo>
                  <a:lnTo>
                    <a:pt x="6278" y="6959"/>
                  </a:lnTo>
                  <a:lnTo>
                    <a:pt x="6238" y="7200"/>
                  </a:lnTo>
                  <a:lnTo>
                    <a:pt x="6198" y="7461"/>
                  </a:lnTo>
                  <a:lnTo>
                    <a:pt x="6178" y="7481"/>
                  </a:lnTo>
                  <a:lnTo>
                    <a:pt x="6158" y="7501"/>
                  </a:lnTo>
                  <a:lnTo>
                    <a:pt x="6158" y="7481"/>
                  </a:lnTo>
                  <a:lnTo>
                    <a:pt x="6137" y="7461"/>
                  </a:lnTo>
                  <a:lnTo>
                    <a:pt x="6137" y="7180"/>
                  </a:lnTo>
                  <a:lnTo>
                    <a:pt x="6137" y="6859"/>
                  </a:lnTo>
                  <a:lnTo>
                    <a:pt x="6097" y="6819"/>
                  </a:lnTo>
                  <a:lnTo>
                    <a:pt x="5696" y="6999"/>
                  </a:lnTo>
                  <a:lnTo>
                    <a:pt x="5676" y="7019"/>
                  </a:lnTo>
                  <a:lnTo>
                    <a:pt x="5656" y="6999"/>
                  </a:lnTo>
                  <a:lnTo>
                    <a:pt x="5656" y="6979"/>
                  </a:lnTo>
                  <a:lnTo>
                    <a:pt x="5676" y="6959"/>
                  </a:lnTo>
                  <a:lnTo>
                    <a:pt x="5977" y="6739"/>
                  </a:lnTo>
                  <a:lnTo>
                    <a:pt x="5516" y="6398"/>
                  </a:lnTo>
                  <a:lnTo>
                    <a:pt x="5034" y="6057"/>
                  </a:lnTo>
                  <a:lnTo>
                    <a:pt x="4593" y="5696"/>
                  </a:lnTo>
                  <a:lnTo>
                    <a:pt x="4132" y="5315"/>
                  </a:lnTo>
                  <a:lnTo>
                    <a:pt x="3691" y="4934"/>
                  </a:lnTo>
                  <a:lnTo>
                    <a:pt x="3270" y="4533"/>
                  </a:lnTo>
                  <a:lnTo>
                    <a:pt x="2849" y="4132"/>
                  </a:lnTo>
                  <a:lnTo>
                    <a:pt x="2427" y="3710"/>
                  </a:lnTo>
                  <a:lnTo>
                    <a:pt x="2327" y="3871"/>
                  </a:lnTo>
                  <a:lnTo>
                    <a:pt x="2227" y="4031"/>
                  </a:lnTo>
                  <a:lnTo>
                    <a:pt x="2207" y="4031"/>
                  </a:lnTo>
                  <a:lnTo>
                    <a:pt x="2207" y="4051"/>
                  </a:lnTo>
                  <a:lnTo>
                    <a:pt x="2167" y="4031"/>
                  </a:lnTo>
                  <a:lnTo>
                    <a:pt x="2147" y="4011"/>
                  </a:lnTo>
                  <a:lnTo>
                    <a:pt x="2167" y="3971"/>
                  </a:lnTo>
                  <a:lnTo>
                    <a:pt x="2327" y="3590"/>
                  </a:lnTo>
                  <a:lnTo>
                    <a:pt x="2006" y="3249"/>
                  </a:lnTo>
                  <a:lnTo>
                    <a:pt x="1826" y="3510"/>
                  </a:lnTo>
                  <a:lnTo>
                    <a:pt x="1766" y="3510"/>
                  </a:lnTo>
                  <a:lnTo>
                    <a:pt x="1746" y="3490"/>
                  </a:lnTo>
                  <a:lnTo>
                    <a:pt x="1746" y="3470"/>
                  </a:lnTo>
                  <a:lnTo>
                    <a:pt x="1746" y="3450"/>
                  </a:lnTo>
                  <a:lnTo>
                    <a:pt x="1886" y="3109"/>
                  </a:lnTo>
                  <a:lnTo>
                    <a:pt x="1405" y="2567"/>
                  </a:lnTo>
                  <a:lnTo>
                    <a:pt x="963" y="2006"/>
                  </a:lnTo>
                  <a:lnTo>
                    <a:pt x="522" y="1424"/>
                  </a:lnTo>
                  <a:lnTo>
                    <a:pt x="121" y="823"/>
                  </a:lnTo>
                  <a:lnTo>
                    <a:pt x="121" y="803"/>
                  </a:lnTo>
                  <a:lnTo>
                    <a:pt x="141" y="783"/>
                  </a:lnTo>
                  <a:close/>
                  <a:moveTo>
                    <a:pt x="201" y="0"/>
                  </a:moveTo>
                  <a:lnTo>
                    <a:pt x="121" y="341"/>
                  </a:lnTo>
                  <a:lnTo>
                    <a:pt x="41" y="682"/>
                  </a:lnTo>
                  <a:lnTo>
                    <a:pt x="1" y="1043"/>
                  </a:lnTo>
                  <a:lnTo>
                    <a:pt x="1" y="1404"/>
                  </a:lnTo>
                  <a:lnTo>
                    <a:pt x="1" y="1645"/>
                  </a:lnTo>
                  <a:lnTo>
                    <a:pt x="21" y="1906"/>
                  </a:lnTo>
                  <a:lnTo>
                    <a:pt x="41" y="2146"/>
                  </a:lnTo>
                  <a:lnTo>
                    <a:pt x="101" y="2407"/>
                  </a:lnTo>
                  <a:lnTo>
                    <a:pt x="161" y="2668"/>
                  </a:lnTo>
                  <a:lnTo>
                    <a:pt x="282" y="2968"/>
                  </a:lnTo>
                  <a:lnTo>
                    <a:pt x="422" y="3269"/>
                  </a:lnTo>
                  <a:lnTo>
                    <a:pt x="582" y="3590"/>
                  </a:lnTo>
                  <a:lnTo>
                    <a:pt x="763" y="3911"/>
                  </a:lnTo>
                  <a:lnTo>
                    <a:pt x="983" y="4232"/>
                  </a:lnTo>
                  <a:lnTo>
                    <a:pt x="1224" y="4573"/>
                  </a:lnTo>
                  <a:lnTo>
                    <a:pt x="1505" y="4914"/>
                  </a:lnTo>
                  <a:lnTo>
                    <a:pt x="1786" y="5255"/>
                  </a:lnTo>
                  <a:lnTo>
                    <a:pt x="2086" y="5596"/>
                  </a:lnTo>
                  <a:lnTo>
                    <a:pt x="2407" y="5937"/>
                  </a:lnTo>
                  <a:lnTo>
                    <a:pt x="2748" y="6277"/>
                  </a:lnTo>
                  <a:lnTo>
                    <a:pt x="3109" y="6618"/>
                  </a:lnTo>
                  <a:lnTo>
                    <a:pt x="3490" y="6959"/>
                  </a:lnTo>
                  <a:lnTo>
                    <a:pt x="4252" y="7621"/>
                  </a:lnTo>
                  <a:lnTo>
                    <a:pt x="4673" y="7942"/>
                  </a:lnTo>
                  <a:lnTo>
                    <a:pt x="5075" y="8243"/>
                  </a:lnTo>
                  <a:lnTo>
                    <a:pt x="5496" y="8544"/>
                  </a:lnTo>
                  <a:lnTo>
                    <a:pt x="5917" y="8844"/>
                  </a:lnTo>
                  <a:lnTo>
                    <a:pt x="6338" y="9105"/>
                  </a:lnTo>
                  <a:lnTo>
                    <a:pt x="6779" y="9366"/>
                  </a:lnTo>
                  <a:lnTo>
                    <a:pt x="7200" y="9607"/>
                  </a:lnTo>
                  <a:lnTo>
                    <a:pt x="7621" y="9847"/>
                  </a:lnTo>
                  <a:lnTo>
                    <a:pt x="8063" y="10048"/>
                  </a:lnTo>
                  <a:lnTo>
                    <a:pt x="8484" y="10228"/>
                  </a:lnTo>
                  <a:lnTo>
                    <a:pt x="8885" y="10409"/>
                  </a:lnTo>
                  <a:lnTo>
                    <a:pt x="9306" y="10549"/>
                  </a:lnTo>
                  <a:lnTo>
                    <a:pt x="9707" y="10669"/>
                  </a:lnTo>
                  <a:lnTo>
                    <a:pt x="10088" y="10750"/>
                  </a:lnTo>
                  <a:lnTo>
                    <a:pt x="10469" y="10830"/>
                  </a:lnTo>
                  <a:lnTo>
                    <a:pt x="10830" y="10870"/>
                  </a:lnTo>
                  <a:lnTo>
                    <a:pt x="11071" y="10870"/>
                  </a:lnTo>
                  <a:lnTo>
                    <a:pt x="11432" y="10850"/>
                  </a:lnTo>
                  <a:lnTo>
                    <a:pt x="11813" y="10810"/>
                  </a:lnTo>
                  <a:lnTo>
                    <a:pt x="12214" y="10730"/>
                  </a:lnTo>
                  <a:lnTo>
                    <a:pt x="12615" y="10629"/>
                  </a:lnTo>
                  <a:lnTo>
                    <a:pt x="13016" y="10509"/>
                  </a:lnTo>
                  <a:lnTo>
                    <a:pt x="13437" y="10349"/>
                  </a:lnTo>
                  <a:lnTo>
                    <a:pt x="13858" y="10168"/>
                  </a:lnTo>
                  <a:lnTo>
                    <a:pt x="14280" y="9967"/>
                  </a:lnTo>
                  <a:lnTo>
                    <a:pt x="14721" y="9747"/>
                  </a:lnTo>
                  <a:lnTo>
                    <a:pt x="15142" y="9506"/>
                  </a:lnTo>
                  <a:lnTo>
                    <a:pt x="15583" y="9246"/>
                  </a:lnTo>
                  <a:lnTo>
                    <a:pt x="16004" y="8965"/>
                  </a:lnTo>
                  <a:lnTo>
                    <a:pt x="16445" y="8664"/>
                  </a:lnTo>
                  <a:lnTo>
                    <a:pt x="16847" y="8343"/>
                  </a:lnTo>
                  <a:lnTo>
                    <a:pt x="17268" y="8002"/>
                  </a:lnTo>
                  <a:lnTo>
                    <a:pt x="17669" y="7641"/>
                  </a:lnTo>
                  <a:lnTo>
                    <a:pt x="17007" y="7862"/>
                  </a:lnTo>
                  <a:lnTo>
                    <a:pt x="16345" y="8042"/>
                  </a:lnTo>
                  <a:lnTo>
                    <a:pt x="15663" y="8183"/>
                  </a:lnTo>
                  <a:lnTo>
                    <a:pt x="14981" y="8303"/>
                  </a:lnTo>
                  <a:lnTo>
                    <a:pt x="14621" y="8504"/>
                  </a:lnTo>
                  <a:lnTo>
                    <a:pt x="14260" y="8704"/>
                  </a:lnTo>
                  <a:lnTo>
                    <a:pt x="13919" y="8885"/>
                  </a:lnTo>
                  <a:lnTo>
                    <a:pt x="13578" y="9025"/>
                  </a:lnTo>
                  <a:lnTo>
                    <a:pt x="13257" y="9125"/>
                  </a:lnTo>
                  <a:lnTo>
                    <a:pt x="12936" y="9225"/>
                  </a:lnTo>
                  <a:lnTo>
                    <a:pt x="12615" y="9266"/>
                  </a:lnTo>
                  <a:lnTo>
                    <a:pt x="12334" y="9286"/>
                  </a:lnTo>
                  <a:lnTo>
                    <a:pt x="12094" y="9266"/>
                  </a:lnTo>
                  <a:lnTo>
                    <a:pt x="11873" y="9246"/>
                  </a:lnTo>
                  <a:lnTo>
                    <a:pt x="11773" y="9205"/>
                  </a:lnTo>
                  <a:lnTo>
                    <a:pt x="11672" y="9125"/>
                  </a:lnTo>
                  <a:lnTo>
                    <a:pt x="11592" y="9025"/>
                  </a:lnTo>
                  <a:lnTo>
                    <a:pt x="11532" y="8885"/>
                  </a:lnTo>
                  <a:lnTo>
                    <a:pt x="11472" y="8744"/>
                  </a:lnTo>
                  <a:lnTo>
                    <a:pt x="11432" y="8564"/>
                  </a:lnTo>
                  <a:lnTo>
                    <a:pt x="11412" y="8363"/>
                  </a:lnTo>
                  <a:lnTo>
                    <a:pt x="11392" y="8143"/>
                  </a:lnTo>
                  <a:lnTo>
                    <a:pt x="10870" y="8002"/>
                  </a:lnTo>
                  <a:lnTo>
                    <a:pt x="10329" y="7842"/>
                  </a:lnTo>
                  <a:lnTo>
                    <a:pt x="9807" y="7661"/>
                  </a:lnTo>
                  <a:lnTo>
                    <a:pt x="9286" y="7441"/>
                  </a:lnTo>
                  <a:lnTo>
                    <a:pt x="8724" y="7160"/>
                  </a:lnTo>
                  <a:lnTo>
                    <a:pt x="8745" y="7521"/>
                  </a:lnTo>
                  <a:lnTo>
                    <a:pt x="8805" y="7862"/>
                  </a:lnTo>
                  <a:lnTo>
                    <a:pt x="8885" y="8223"/>
                  </a:lnTo>
                  <a:lnTo>
                    <a:pt x="8985" y="8544"/>
                  </a:lnTo>
                  <a:lnTo>
                    <a:pt x="9126" y="8885"/>
                  </a:lnTo>
                  <a:lnTo>
                    <a:pt x="9286" y="9205"/>
                  </a:lnTo>
                  <a:lnTo>
                    <a:pt x="9487" y="9506"/>
                  </a:lnTo>
                  <a:lnTo>
                    <a:pt x="9727" y="9807"/>
                  </a:lnTo>
                  <a:lnTo>
                    <a:pt x="9747" y="9847"/>
                  </a:lnTo>
                  <a:lnTo>
                    <a:pt x="9747" y="9907"/>
                  </a:lnTo>
                  <a:lnTo>
                    <a:pt x="9707" y="9947"/>
                  </a:lnTo>
                  <a:lnTo>
                    <a:pt x="9627" y="9947"/>
                  </a:lnTo>
                  <a:lnTo>
                    <a:pt x="9607" y="9927"/>
                  </a:lnTo>
                  <a:lnTo>
                    <a:pt x="9446" y="9767"/>
                  </a:lnTo>
                  <a:lnTo>
                    <a:pt x="9306" y="9627"/>
                  </a:lnTo>
                  <a:lnTo>
                    <a:pt x="9065" y="9286"/>
                  </a:lnTo>
                  <a:lnTo>
                    <a:pt x="8865" y="8945"/>
                  </a:lnTo>
                  <a:lnTo>
                    <a:pt x="8704" y="8584"/>
                  </a:lnTo>
                  <a:lnTo>
                    <a:pt x="8584" y="8203"/>
                  </a:lnTo>
                  <a:lnTo>
                    <a:pt x="8504" y="7802"/>
                  </a:lnTo>
                  <a:lnTo>
                    <a:pt x="8464" y="7401"/>
                  </a:lnTo>
                  <a:lnTo>
                    <a:pt x="8444" y="6999"/>
                  </a:lnTo>
                  <a:lnTo>
                    <a:pt x="8063" y="6759"/>
                  </a:lnTo>
                  <a:lnTo>
                    <a:pt x="7722" y="6518"/>
                  </a:lnTo>
                  <a:lnTo>
                    <a:pt x="7361" y="6257"/>
                  </a:lnTo>
                  <a:lnTo>
                    <a:pt x="7040" y="5977"/>
                  </a:lnTo>
                  <a:lnTo>
                    <a:pt x="6719" y="5696"/>
                  </a:lnTo>
                  <a:lnTo>
                    <a:pt x="6418" y="5375"/>
                  </a:lnTo>
                  <a:lnTo>
                    <a:pt x="6117" y="5054"/>
                  </a:lnTo>
                  <a:lnTo>
                    <a:pt x="5857" y="4713"/>
                  </a:lnTo>
                  <a:lnTo>
                    <a:pt x="5596" y="4372"/>
                  </a:lnTo>
                  <a:lnTo>
                    <a:pt x="5355" y="4011"/>
                  </a:lnTo>
                  <a:lnTo>
                    <a:pt x="5135" y="3650"/>
                  </a:lnTo>
                  <a:lnTo>
                    <a:pt x="4934" y="3269"/>
                  </a:lnTo>
                  <a:lnTo>
                    <a:pt x="4754" y="2868"/>
                  </a:lnTo>
                  <a:lnTo>
                    <a:pt x="4573" y="2467"/>
                  </a:lnTo>
                  <a:lnTo>
                    <a:pt x="4433" y="2046"/>
                  </a:lnTo>
                  <a:lnTo>
                    <a:pt x="4312" y="1625"/>
                  </a:lnTo>
                  <a:lnTo>
                    <a:pt x="4212" y="1224"/>
                  </a:lnTo>
                  <a:lnTo>
                    <a:pt x="3731" y="1204"/>
                  </a:lnTo>
                  <a:lnTo>
                    <a:pt x="3209" y="1123"/>
                  </a:lnTo>
                  <a:lnTo>
                    <a:pt x="2708" y="1023"/>
                  </a:lnTo>
                  <a:lnTo>
                    <a:pt x="2187" y="883"/>
                  </a:lnTo>
                  <a:lnTo>
                    <a:pt x="1665" y="722"/>
                  </a:lnTo>
                  <a:lnTo>
                    <a:pt x="1164" y="522"/>
                  </a:lnTo>
                  <a:lnTo>
                    <a:pt x="683" y="281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32">
              <a:extLst>
                <a:ext uri="{FF2B5EF4-FFF2-40B4-BE49-F238E27FC236}">
                  <a16:creationId xmlns:a16="http://schemas.microsoft.com/office/drawing/2014/main" id="{5199CB01-B9AA-0824-CCA3-DC1651B7E32A}"/>
                </a:ext>
              </a:extLst>
            </p:cNvPr>
            <p:cNvSpPr/>
            <p:nvPr/>
          </p:nvSpPr>
          <p:spPr>
            <a:xfrm>
              <a:off x="11608300" y="4514500"/>
              <a:ext cx="204575" cy="184525"/>
            </a:xfrm>
            <a:custGeom>
              <a:avLst/>
              <a:gdLst/>
              <a:ahLst/>
              <a:cxnLst/>
              <a:rect l="l" t="t" r="r" b="b"/>
              <a:pathLst>
                <a:path w="8183" h="7381" fill="none" extrusionOk="0">
                  <a:moveTo>
                    <a:pt x="1665" y="2728"/>
                  </a:moveTo>
                  <a:lnTo>
                    <a:pt x="1665" y="2728"/>
                  </a:lnTo>
                  <a:lnTo>
                    <a:pt x="1645" y="2728"/>
                  </a:lnTo>
                  <a:lnTo>
                    <a:pt x="1625" y="2708"/>
                  </a:lnTo>
                  <a:lnTo>
                    <a:pt x="1625" y="2688"/>
                  </a:lnTo>
                  <a:lnTo>
                    <a:pt x="1625" y="2668"/>
                  </a:lnTo>
                  <a:lnTo>
                    <a:pt x="1625" y="2668"/>
                  </a:lnTo>
                  <a:lnTo>
                    <a:pt x="1765" y="2327"/>
                  </a:lnTo>
                  <a:lnTo>
                    <a:pt x="1765" y="2327"/>
                  </a:lnTo>
                  <a:lnTo>
                    <a:pt x="1284" y="1785"/>
                  </a:lnTo>
                  <a:lnTo>
                    <a:pt x="842" y="1224"/>
                  </a:lnTo>
                  <a:lnTo>
                    <a:pt x="401" y="642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481" y="582"/>
                  </a:lnTo>
                  <a:lnTo>
                    <a:pt x="923" y="1124"/>
                  </a:lnTo>
                  <a:lnTo>
                    <a:pt x="1384" y="1645"/>
                  </a:lnTo>
                  <a:lnTo>
                    <a:pt x="1865" y="2146"/>
                  </a:lnTo>
                  <a:lnTo>
                    <a:pt x="1865" y="2146"/>
                  </a:lnTo>
                  <a:lnTo>
                    <a:pt x="1965" y="1986"/>
                  </a:lnTo>
                  <a:lnTo>
                    <a:pt x="2066" y="1846"/>
                  </a:lnTo>
                  <a:lnTo>
                    <a:pt x="2066" y="1846"/>
                  </a:lnTo>
                  <a:lnTo>
                    <a:pt x="2106" y="1825"/>
                  </a:lnTo>
                  <a:lnTo>
                    <a:pt x="2126" y="1805"/>
                  </a:lnTo>
                  <a:lnTo>
                    <a:pt x="2126" y="1805"/>
                  </a:lnTo>
                  <a:lnTo>
                    <a:pt x="2166" y="1825"/>
                  </a:lnTo>
                  <a:lnTo>
                    <a:pt x="2206" y="1846"/>
                  </a:lnTo>
                  <a:lnTo>
                    <a:pt x="2226" y="1886"/>
                  </a:lnTo>
                  <a:lnTo>
                    <a:pt x="2226" y="1926"/>
                  </a:lnTo>
                  <a:lnTo>
                    <a:pt x="2226" y="1926"/>
                  </a:lnTo>
                  <a:lnTo>
                    <a:pt x="2146" y="2126"/>
                  </a:lnTo>
                  <a:lnTo>
                    <a:pt x="2026" y="2307"/>
                  </a:lnTo>
                  <a:lnTo>
                    <a:pt x="2026" y="2307"/>
                  </a:lnTo>
                  <a:lnTo>
                    <a:pt x="2326" y="2588"/>
                  </a:lnTo>
                  <a:lnTo>
                    <a:pt x="2326" y="2588"/>
                  </a:lnTo>
                  <a:lnTo>
                    <a:pt x="2467" y="2367"/>
                  </a:lnTo>
                  <a:lnTo>
                    <a:pt x="2547" y="2247"/>
                  </a:lnTo>
                  <a:lnTo>
                    <a:pt x="2647" y="2166"/>
                  </a:lnTo>
                  <a:lnTo>
                    <a:pt x="2647" y="2166"/>
                  </a:lnTo>
                  <a:lnTo>
                    <a:pt x="2687" y="2166"/>
                  </a:lnTo>
                  <a:lnTo>
                    <a:pt x="2687" y="2166"/>
                  </a:lnTo>
                  <a:lnTo>
                    <a:pt x="2707" y="2166"/>
                  </a:lnTo>
                  <a:lnTo>
                    <a:pt x="2728" y="2186"/>
                  </a:lnTo>
                  <a:lnTo>
                    <a:pt x="2748" y="2207"/>
                  </a:lnTo>
                  <a:lnTo>
                    <a:pt x="2748" y="2247"/>
                  </a:lnTo>
                  <a:lnTo>
                    <a:pt x="2748" y="2247"/>
                  </a:lnTo>
                  <a:lnTo>
                    <a:pt x="2707" y="2367"/>
                  </a:lnTo>
                  <a:lnTo>
                    <a:pt x="2627" y="2487"/>
                  </a:lnTo>
                  <a:lnTo>
                    <a:pt x="2467" y="2728"/>
                  </a:lnTo>
                  <a:lnTo>
                    <a:pt x="2467" y="2728"/>
                  </a:lnTo>
                  <a:lnTo>
                    <a:pt x="2888" y="3129"/>
                  </a:lnTo>
                  <a:lnTo>
                    <a:pt x="3329" y="3510"/>
                  </a:lnTo>
                  <a:lnTo>
                    <a:pt x="4212" y="4252"/>
                  </a:lnTo>
                  <a:lnTo>
                    <a:pt x="5134" y="4994"/>
                  </a:lnTo>
                  <a:lnTo>
                    <a:pt x="6057" y="5696"/>
                  </a:lnTo>
                  <a:lnTo>
                    <a:pt x="6057" y="5696"/>
                  </a:lnTo>
                  <a:lnTo>
                    <a:pt x="6137" y="5415"/>
                  </a:lnTo>
                  <a:lnTo>
                    <a:pt x="6197" y="5275"/>
                  </a:lnTo>
                  <a:lnTo>
                    <a:pt x="6257" y="5155"/>
                  </a:lnTo>
                  <a:lnTo>
                    <a:pt x="6257" y="5155"/>
                  </a:lnTo>
                  <a:lnTo>
                    <a:pt x="6277" y="5134"/>
                  </a:lnTo>
                  <a:lnTo>
                    <a:pt x="6297" y="5134"/>
                  </a:lnTo>
                  <a:lnTo>
                    <a:pt x="6297" y="5134"/>
                  </a:lnTo>
                  <a:lnTo>
                    <a:pt x="6357" y="5155"/>
                  </a:lnTo>
                  <a:lnTo>
                    <a:pt x="6357" y="5175"/>
                  </a:lnTo>
                  <a:lnTo>
                    <a:pt x="6377" y="5195"/>
                  </a:lnTo>
                  <a:lnTo>
                    <a:pt x="6377" y="5195"/>
                  </a:lnTo>
                  <a:lnTo>
                    <a:pt x="6337" y="5435"/>
                  </a:lnTo>
                  <a:lnTo>
                    <a:pt x="6257" y="5676"/>
                  </a:lnTo>
                  <a:lnTo>
                    <a:pt x="6257" y="5676"/>
                  </a:lnTo>
                  <a:lnTo>
                    <a:pt x="6458" y="5556"/>
                  </a:lnTo>
                  <a:lnTo>
                    <a:pt x="6658" y="5435"/>
                  </a:lnTo>
                  <a:lnTo>
                    <a:pt x="6658" y="5435"/>
                  </a:lnTo>
                  <a:lnTo>
                    <a:pt x="6698" y="5415"/>
                  </a:lnTo>
                  <a:lnTo>
                    <a:pt x="6698" y="5415"/>
                  </a:lnTo>
                  <a:lnTo>
                    <a:pt x="6738" y="5435"/>
                  </a:lnTo>
                  <a:lnTo>
                    <a:pt x="6779" y="5475"/>
                  </a:lnTo>
                  <a:lnTo>
                    <a:pt x="6799" y="5536"/>
                  </a:lnTo>
                  <a:lnTo>
                    <a:pt x="6758" y="5576"/>
                  </a:lnTo>
                  <a:lnTo>
                    <a:pt x="6758" y="5576"/>
                  </a:lnTo>
                  <a:lnTo>
                    <a:pt x="6538" y="5736"/>
                  </a:lnTo>
                  <a:lnTo>
                    <a:pt x="6297" y="5876"/>
                  </a:lnTo>
                  <a:lnTo>
                    <a:pt x="6297" y="5876"/>
                  </a:lnTo>
                  <a:lnTo>
                    <a:pt x="8142" y="7220"/>
                  </a:lnTo>
                  <a:lnTo>
                    <a:pt x="8142" y="7220"/>
                  </a:lnTo>
                  <a:lnTo>
                    <a:pt x="8182" y="7260"/>
                  </a:lnTo>
                  <a:lnTo>
                    <a:pt x="8162" y="7320"/>
                  </a:lnTo>
                  <a:lnTo>
                    <a:pt x="8142" y="7361"/>
                  </a:lnTo>
                  <a:lnTo>
                    <a:pt x="8082" y="7381"/>
                  </a:lnTo>
                  <a:lnTo>
                    <a:pt x="8082" y="7381"/>
                  </a:lnTo>
                  <a:lnTo>
                    <a:pt x="8042" y="7361"/>
                  </a:lnTo>
                  <a:lnTo>
                    <a:pt x="8042" y="7361"/>
                  </a:lnTo>
                  <a:lnTo>
                    <a:pt x="7561" y="7080"/>
                  </a:lnTo>
                  <a:lnTo>
                    <a:pt x="7099" y="6779"/>
                  </a:lnTo>
                  <a:lnTo>
                    <a:pt x="6157" y="6177"/>
                  </a:lnTo>
                  <a:lnTo>
                    <a:pt x="6157" y="6177"/>
                  </a:lnTo>
                  <a:lnTo>
                    <a:pt x="6117" y="6418"/>
                  </a:lnTo>
                  <a:lnTo>
                    <a:pt x="6077" y="6679"/>
                  </a:lnTo>
                  <a:lnTo>
                    <a:pt x="6077" y="6679"/>
                  </a:lnTo>
                  <a:lnTo>
                    <a:pt x="6057" y="6699"/>
                  </a:lnTo>
                  <a:lnTo>
                    <a:pt x="6037" y="6719"/>
                  </a:lnTo>
                  <a:lnTo>
                    <a:pt x="6037" y="6719"/>
                  </a:lnTo>
                  <a:lnTo>
                    <a:pt x="6037" y="6699"/>
                  </a:lnTo>
                  <a:lnTo>
                    <a:pt x="6016" y="6679"/>
                  </a:lnTo>
                  <a:lnTo>
                    <a:pt x="6016" y="6679"/>
                  </a:lnTo>
                  <a:lnTo>
                    <a:pt x="6016" y="6398"/>
                  </a:lnTo>
                  <a:lnTo>
                    <a:pt x="6016" y="6077"/>
                  </a:lnTo>
                  <a:lnTo>
                    <a:pt x="6016" y="6077"/>
                  </a:lnTo>
                  <a:lnTo>
                    <a:pt x="5976" y="6037"/>
                  </a:lnTo>
                  <a:lnTo>
                    <a:pt x="5976" y="6037"/>
                  </a:lnTo>
                  <a:lnTo>
                    <a:pt x="5575" y="6217"/>
                  </a:lnTo>
                  <a:lnTo>
                    <a:pt x="5575" y="6217"/>
                  </a:lnTo>
                  <a:lnTo>
                    <a:pt x="5555" y="6237"/>
                  </a:lnTo>
                  <a:lnTo>
                    <a:pt x="5555" y="6237"/>
                  </a:lnTo>
                  <a:lnTo>
                    <a:pt x="5535" y="6217"/>
                  </a:lnTo>
                  <a:lnTo>
                    <a:pt x="5535" y="6197"/>
                  </a:lnTo>
                  <a:lnTo>
                    <a:pt x="5555" y="6177"/>
                  </a:lnTo>
                  <a:lnTo>
                    <a:pt x="5555" y="6177"/>
                  </a:lnTo>
                  <a:lnTo>
                    <a:pt x="5856" y="5957"/>
                  </a:lnTo>
                  <a:lnTo>
                    <a:pt x="5856" y="5957"/>
                  </a:lnTo>
                  <a:lnTo>
                    <a:pt x="5395" y="5616"/>
                  </a:lnTo>
                  <a:lnTo>
                    <a:pt x="4913" y="5275"/>
                  </a:lnTo>
                  <a:lnTo>
                    <a:pt x="4472" y="4914"/>
                  </a:lnTo>
                  <a:lnTo>
                    <a:pt x="4011" y="4533"/>
                  </a:lnTo>
                  <a:lnTo>
                    <a:pt x="3570" y="4152"/>
                  </a:lnTo>
                  <a:lnTo>
                    <a:pt x="3149" y="3751"/>
                  </a:lnTo>
                  <a:lnTo>
                    <a:pt x="2728" y="3350"/>
                  </a:lnTo>
                  <a:lnTo>
                    <a:pt x="2306" y="2928"/>
                  </a:lnTo>
                  <a:lnTo>
                    <a:pt x="2306" y="2928"/>
                  </a:lnTo>
                  <a:lnTo>
                    <a:pt x="2206" y="3089"/>
                  </a:lnTo>
                  <a:lnTo>
                    <a:pt x="2106" y="3249"/>
                  </a:lnTo>
                  <a:lnTo>
                    <a:pt x="2106" y="3249"/>
                  </a:lnTo>
                  <a:lnTo>
                    <a:pt x="2086" y="3249"/>
                  </a:lnTo>
                  <a:lnTo>
                    <a:pt x="2086" y="3269"/>
                  </a:lnTo>
                  <a:lnTo>
                    <a:pt x="2086" y="3269"/>
                  </a:lnTo>
                  <a:lnTo>
                    <a:pt x="2046" y="3249"/>
                  </a:lnTo>
                  <a:lnTo>
                    <a:pt x="2026" y="3229"/>
                  </a:lnTo>
                  <a:lnTo>
                    <a:pt x="2046" y="3189"/>
                  </a:lnTo>
                  <a:lnTo>
                    <a:pt x="2046" y="3189"/>
                  </a:lnTo>
                  <a:lnTo>
                    <a:pt x="2206" y="2808"/>
                  </a:lnTo>
                  <a:lnTo>
                    <a:pt x="2206" y="2808"/>
                  </a:lnTo>
                  <a:lnTo>
                    <a:pt x="1885" y="2467"/>
                  </a:lnTo>
                  <a:lnTo>
                    <a:pt x="1885" y="2467"/>
                  </a:lnTo>
                  <a:lnTo>
                    <a:pt x="1705" y="2728"/>
                  </a:lnTo>
                  <a:lnTo>
                    <a:pt x="1705" y="2728"/>
                  </a:lnTo>
                  <a:lnTo>
                    <a:pt x="1665" y="27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32">
              <a:extLst>
                <a:ext uri="{FF2B5EF4-FFF2-40B4-BE49-F238E27FC236}">
                  <a16:creationId xmlns:a16="http://schemas.microsoft.com/office/drawing/2014/main" id="{82CFA786-7513-F092-DC7E-E46A7BA83626}"/>
                </a:ext>
              </a:extLst>
            </p:cNvPr>
            <p:cNvSpPr/>
            <p:nvPr/>
          </p:nvSpPr>
          <p:spPr>
            <a:xfrm>
              <a:off x="11890050" y="4698500"/>
              <a:ext cx="89775" cy="28600"/>
            </a:xfrm>
            <a:custGeom>
              <a:avLst/>
              <a:gdLst/>
              <a:ahLst/>
              <a:cxnLst/>
              <a:rect l="l" t="t" r="r" b="b"/>
              <a:pathLst>
                <a:path w="3591" h="1144" extrusionOk="0">
                  <a:moveTo>
                    <a:pt x="1" y="1"/>
                  </a:moveTo>
                  <a:lnTo>
                    <a:pt x="21" y="221"/>
                  </a:lnTo>
                  <a:lnTo>
                    <a:pt x="41" y="422"/>
                  </a:lnTo>
                  <a:lnTo>
                    <a:pt x="81" y="602"/>
                  </a:lnTo>
                  <a:lnTo>
                    <a:pt x="141" y="743"/>
                  </a:lnTo>
                  <a:lnTo>
                    <a:pt x="201" y="883"/>
                  </a:lnTo>
                  <a:lnTo>
                    <a:pt x="281" y="983"/>
                  </a:lnTo>
                  <a:lnTo>
                    <a:pt x="382" y="1063"/>
                  </a:lnTo>
                  <a:lnTo>
                    <a:pt x="482" y="1104"/>
                  </a:lnTo>
                  <a:lnTo>
                    <a:pt x="703" y="1124"/>
                  </a:lnTo>
                  <a:lnTo>
                    <a:pt x="943" y="1144"/>
                  </a:lnTo>
                  <a:lnTo>
                    <a:pt x="1224" y="1124"/>
                  </a:lnTo>
                  <a:lnTo>
                    <a:pt x="1545" y="1083"/>
                  </a:lnTo>
                  <a:lnTo>
                    <a:pt x="1866" y="983"/>
                  </a:lnTo>
                  <a:lnTo>
                    <a:pt x="2187" y="883"/>
                  </a:lnTo>
                  <a:lnTo>
                    <a:pt x="2528" y="743"/>
                  </a:lnTo>
                  <a:lnTo>
                    <a:pt x="2869" y="562"/>
                  </a:lnTo>
                  <a:lnTo>
                    <a:pt x="3230" y="362"/>
                  </a:lnTo>
                  <a:lnTo>
                    <a:pt x="3590" y="161"/>
                  </a:lnTo>
                  <a:lnTo>
                    <a:pt x="2909" y="221"/>
                  </a:lnTo>
                  <a:lnTo>
                    <a:pt x="2247" y="241"/>
                  </a:lnTo>
                  <a:lnTo>
                    <a:pt x="1685" y="221"/>
                  </a:lnTo>
                  <a:lnTo>
                    <a:pt x="1124" y="181"/>
                  </a:lnTo>
                  <a:lnTo>
                    <a:pt x="562" y="1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32">
              <a:extLst>
                <a:ext uri="{FF2B5EF4-FFF2-40B4-BE49-F238E27FC236}">
                  <a16:creationId xmlns:a16="http://schemas.microsoft.com/office/drawing/2014/main" id="{4E920C37-F877-A7BA-264C-FA4192DE3445}"/>
                </a:ext>
              </a:extLst>
            </p:cNvPr>
            <p:cNvSpPr/>
            <p:nvPr/>
          </p:nvSpPr>
          <p:spPr>
            <a:xfrm>
              <a:off x="11890050" y="4698500"/>
              <a:ext cx="89775" cy="28600"/>
            </a:xfrm>
            <a:custGeom>
              <a:avLst/>
              <a:gdLst/>
              <a:ahLst/>
              <a:cxnLst/>
              <a:rect l="l" t="t" r="r" b="b"/>
              <a:pathLst>
                <a:path w="3591" h="1144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21" y="221"/>
                  </a:lnTo>
                  <a:lnTo>
                    <a:pt x="41" y="422"/>
                  </a:lnTo>
                  <a:lnTo>
                    <a:pt x="81" y="602"/>
                  </a:lnTo>
                  <a:lnTo>
                    <a:pt x="141" y="743"/>
                  </a:lnTo>
                  <a:lnTo>
                    <a:pt x="201" y="883"/>
                  </a:lnTo>
                  <a:lnTo>
                    <a:pt x="281" y="983"/>
                  </a:lnTo>
                  <a:lnTo>
                    <a:pt x="382" y="1063"/>
                  </a:lnTo>
                  <a:lnTo>
                    <a:pt x="482" y="1104"/>
                  </a:lnTo>
                  <a:lnTo>
                    <a:pt x="482" y="1104"/>
                  </a:lnTo>
                  <a:lnTo>
                    <a:pt x="703" y="1124"/>
                  </a:lnTo>
                  <a:lnTo>
                    <a:pt x="943" y="1144"/>
                  </a:lnTo>
                  <a:lnTo>
                    <a:pt x="943" y="1144"/>
                  </a:lnTo>
                  <a:lnTo>
                    <a:pt x="1224" y="1124"/>
                  </a:lnTo>
                  <a:lnTo>
                    <a:pt x="1545" y="1083"/>
                  </a:lnTo>
                  <a:lnTo>
                    <a:pt x="1866" y="983"/>
                  </a:lnTo>
                  <a:lnTo>
                    <a:pt x="2187" y="883"/>
                  </a:lnTo>
                  <a:lnTo>
                    <a:pt x="2528" y="743"/>
                  </a:lnTo>
                  <a:lnTo>
                    <a:pt x="2869" y="562"/>
                  </a:lnTo>
                  <a:lnTo>
                    <a:pt x="3230" y="362"/>
                  </a:lnTo>
                  <a:lnTo>
                    <a:pt x="3590" y="161"/>
                  </a:lnTo>
                  <a:lnTo>
                    <a:pt x="3590" y="161"/>
                  </a:lnTo>
                  <a:lnTo>
                    <a:pt x="2909" y="221"/>
                  </a:lnTo>
                  <a:lnTo>
                    <a:pt x="2247" y="241"/>
                  </a:lnTo>
                  <a:lnTo>
                    <a:pt x="2247" y="241"/>
                  </a:lnTo>
                  <a:lnTo>
                    <a:pt x="1685" y="221"/>
                  </a:lnTo>
                  <a:lnTo>
                    <a:pt x="1124" y="181"/>
                  </a:lnTo>
                  <a:lnTo>
                    <a:pt x="562" y="10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32">
              <a:extLst>
                <a:ext uri="{FF2B5EF4-FFF2-40B4-BE49-F238E27FC236}">
                  <a16:creationId xmlns:a16="http://schemas.microsoft.com/office/drawing/2014/main" id="{48F0218E-4736-EB49-6B9F-819A3E950294}"/>
                </a:ext>
              </a:extLst>
            </p:cNvPr>
            <p:cNvSpPr/>
            <p:nvPr/>
          </p:nvSpPr>
          <p:spPr>
            <a:xfrm>
              <a:off x="11816350" y="4669925"/>
              <a:ext cx="32625" cy="73725"/>
            </a:xfrm>
            <a:custGeom>
              <a:avLst/>
              <a:gdLst/>
              <a:ahLst/>
              <a:cxnLst/>
              <a:rect l="l" t="t" r="r" b="b"/>
              <a:pathLst>
                <a:path w="1305" h="2949" extrusionOk="0">
                  <a:moveTo>
                    <a:pt x="1" y="0"/>
                  </a:moveTo>
                  <a:lnTo>
                    <a:pt x="21" y="402"/>
                  </a:lnTo>
                  <a:lnTo>
                    <a:pt x="61" y="803"/>
                  </a:lnTo>
                  <a:lnTo>
                    <a:pt x="141" y="1204"/>
                  </a:lnTo>
                  <a:lnTo>
                    <a:pt x="261" y="1585"/>
                  </a:lnTo>
                  <a:lnTo>
                    <a:pt x="422" y="1946"/>
                  </a:lnTo>
                  <a:lnTo>
                    <a:pt x="622" y="2287"/>
                  </a:lnTo>
                  <a:lnTo>
                    <a:pt x="863" y="2628"/>
                  </a:lnTo>
                  <a:lnTo>
                    <a:pt x="1003" y="2768"/>
                  </a:lnTo>
                  <a:lnTo>
                    <a:pt x="1164" y="2928"/>
                  </a:lnTo>
                  <a:lnTo>
                    <a:pt x="1184" y="2948"/>
                  </a:lnTo>
                  <a:lnTo>
                    <a:pt x="1264" y="2948"/>
                  </a:lnTo>
                  <a:lnTo>
                    <a:pt x="1304" y="2908"/>
                  </a:lnTo>
                  <a:lnTo>
                    <a:pt x="1304" y="2848"/>
                  </a:lnTo>
                  <a:lnTo>
                    <a:pt x="1284" y="2808"/>
                  </a:lnTo>
                  <a:lnTo>
                    <a:pt x="1044" y="2507"/>
                  </a:lnTo>
                  <a:lnTo>
                    <a:pt x="843" y="2206"/>
                  </a:lnTo>
                  <a:lnTo>
                    <a:pt x="683" y="1886"/>
                  </a:lnTo>
                  <a:lnTo>
                    <a:pt x="542" y="1545"/>
                  </a:lnTo>
                  <a:lnTo>
                    <a:pt x="442" y="1224"/>
                  </a:lnTo>
                  <a:lnTo>
                    <a:pt x="362" y="863"/>
                  </a:lnTo>
                  <a:lnTo>
                    <a:pt x="302" y="522"/>
                  </a:lnTo>
                  <a:lnTo>
                    <a:pt x="281" y="16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32">
              <a:extLst>
                <a:ext uri="{FF2B5EF4-FFF2-40B4-BE49-F238E27FC236}">
                  <a16:creationId xmlns:a16="http://schemas.microsoft.com/office/drawing/2014/main" id="{90543A3B-3509-234D-68C0-225127C7254C}"/>
                </a:ext>
              </a:extLst>
            </p:cNvPr>
            <p:cNvSpPr/>
            <p:nvPr/>
          </p:nvSpPr>
          <p:spPr>
            <a:xfrm>
              <a:off x="11608300" y="4514500"/>
              <a:ext cx="204575" cy="184525"/>
            </a:xfrm>
            <a:custGeom>
              <a:avLst/>
              <a:gdLst/>
              <a:ahLst/>
              <a:cxnLst/>
              <a:rect l="l" t="t" r="r" b="b"/>
              <a:pathLst>
                <a:path w="8183" h="7381" extrusionOk="0">
                  <a:moveTo>
                    <a:pt x="20" y="1"/>
                  </a:moveTo>
                  <a:lnTo>
                    <a:pt x="0" y="21"/>
                  </a:lnTo>
                  <a:lnTo>
                    <a:pt x="0" y="41"/>
                  </a:lnTo>
                  <a:lnTo>
                    <a:pt x="401" y="642"/>
                  </a:lnTo>
                  <a:lnTo>
                    <a:pt x="842" y="1224"/>
                  </a:lnTo>
                  <a:lnTo>
                    <a:pt x="1284" y="1785"/>
                  </a:lnTo>
                  <a:lnTo>
                    <a:pt x="1765" y="2327"/>
                  </a:lnTo>
                  <a:lnTo>
                    <a:pt x="1625" y="2668"/>
                  </a:lnTo>
                  <a:lnTo>
                    <a:pt x="1625" y="2688"/>
                  </a:lnTo>
                  <a:lnTo>
                    <a:pt x="1625" y="2708"/>
                  </a:lnTo>
                  <a:lnTo>
                    <a:pt x="1645" y="2728"/>
                  </a:lnTo>
                  <a:lnTo>
                    <a:pt x="1705" y="2728"/>
                  </a:lnTo>
                  <a:lnTo>
                    <a:pt x="1885" y="2467"/>
                  </a:lnTo>
                  <a:lnTo>
                    <a:pt x="2206" y="2808"/>
                  </a:lnTo>
                  <a:lnTo>
                    <a:pt x="2046" y="3189"/>
                  </a:lnTo>
                  <a:lnTo>
                    <a:pt x="2026" y="3229"/>
                  </a:lnTo>
                  <a:lnTo>
                    <a:pt x="2046" y="3249"/>
                  </a:lnTo>
                  <a:lnTo>
                    <a:pt x="2086" y="3269"/>
                  </a:lnTo>
                  <a:lnTo>
                    <a:pt x="2086" y="3249"/>
                  </a:lnTo>
                  <a:lnTo>
                    <a:pt x="2106" y="3249"/>
                  </a:lnTo>
                  <a:lnTo>
                    <a:pt x="2206" y="3089"/>
                  </a:lnTo>
                  <a:lnTo>
                    <a:pt x="2306" y="2928"/>
                  </a:lnTo>
                  <a:lnTo>
                    <a:pt x="2728" y="3350"/>
                  </a:lnTo>
                  <a:lnTo>
                    <a:pt x="3149" y="3751"/>
                  </a:lnTo>
                  <a:lnTo>
                    <a:pt x="3570" y="4152"/>
                  </a:lnTo>
                  <a:lnTo>
                    <a:pt x="4011" y="4533"/>
                  </a:lnTo>
                  <a:lnTo>
                    <a:pt x="4472" y="4914"/>
                  </a:lnTo>
                  <a:lnTo>
                    <a:pt x="4913" y="5275"/>
                  </a:lnTo>
                  <a:lnTo>
                    <a:pt x="5395" y="5616"/>
                  </a:lnTo>
                  <a:lnTo>
                    <a:pt x="5856" y="5957"/>
                  </a:lnTo>
                  <a:lnTo>
                    <a:pt x="5555" y="6177"/>
                  </a:lnTo>
                  <a:lnTo>
                    <a:pt x="5535" y="6197"/>
                  </a:lnTo>
                  <a:lnTo>
                    <a:pt x="5535" y="6217"/>
                  </a:lnTo>
                  <a:lnTo>
                    <a:pt x="5555" y="6237"/>
                  </a:lnTo>
                  <a:lnTo>
                    <a:pt x="5575" y="6217"/>
                  </a:lnTo>
                  <a:lnTo>
                    <a:pt x="5976" y="6037"/>
                  </a:lnTo>
                  <a:lnTo>
                    <a:pt x="6016" y="6077"/>
                  </a:lnTo>
                  <a:lnTo>
                    <a:pt x="6016" y="6398"/>
                  </a:lnTo>
                  <a:lnTo>
                    <a:pt x="6016" y="6679"/>
                  </a:lnTo>
                  <a:lnTo>
                    <a:pt x="6037" y="6699"/>
                  </a:lnTo>
                  <a:lnTo>
                    <a:pt x="6037" y="6719"/>
                  </a:lnTo>
                  <a:lnTo>
                    <a:pt x="6057" y="6699"/>
                  </a:lnTo>
                  <a:lnTo>
                    <a:pt x="6077" y="6679"/>
                  </a:lnTo>
                  <a:lnTo>
                    <a:pt x="6117" y="6418"/>
                  </a:lnTo>
                  <a:lnTo>
                    <a:pt x="6157" y="6177"/>
                  </a:lnTo>
                  <a:lnTo>
                    <a:pt x="7099" y="6779"/>
                  </a:lnTo>
                  <a:lnTo>
                    <a:pt x="7561" y="7080"/>
                  </a:lnTo>
                  <a:lnTo>
                    <a:pt x="8042" y="7361"/>
                  </a:lnTo>
                  <a:lnTo>
                    <a:pt x="8082" y="7381"/>
                  </a:lnTo>
                  <a:lnTo>
                    <a:pt x="8142" y="7361"/>
                  </a:lnTo>
                  <a:lnTo>
                    <a:pt x="8162" y="7320"/>
                  </a:lnTo>
                  <a:lnTo>
                    <a:pt x="8182" y="7260"/>
                  </a:lnTo>
                  <a:lnTo>
                    <a:pt x="8142" y="7220"/>
                  </a:lnTo>
                  <a:lnTo>
                    <a:pt x="6297" y="5876"/>
                  </a:lnTo>
                  <a:lnTo>
                    <a:pt x="6538" y="5736"/>
                  </a:lnTo>
                  <a:lnTo>
                    <a:pt x="6758" y="5576"/>
                  </a:lnTo>
                  <a:lnTo>
                    <a:pt x="6799" y="5536"/>
                  </a:lnTo>
                  <a:lnTo>
                    <a:pt x="6779" y="5475"/>
                  </a:lnTo>
                  <a:lnTo>
                    <a:pt x="6738" y="5435"/>
                  </a:lnTo>
                  <a:lnTo>
                    <a:pt x="6698" y="5415"/>
                  </a:lnTo>
                  <a:lnTo>
                    <a:pt x="6658" y="5435"/>
                  </a:lnTo>
                  <a:lnTo>
                    <a:pt x="6458" y="5556"/>
                  </a:lnTo>
                  <a:lnTo>
                    <a:pt x="6257" y="5676"/>
                  </a:lnTo>
                  <a:lnTo>
                    <a:pt x="6337" y="5435"/>
                  </a:lnTo>
                  <a:lnTo>
                    <a:pt x="6377" y="5195"/>
                  </a:lnTo>
                  <a:lnTo>
                    <a:pt x="6357" y="5175"/>
                  </a:lnTo>
                  <a:lnTo>
                    <a:pt x="6357" y="5155"/>
                  </a:lnTo>
                  <a:lnTo>
                    <a:pt x="6297" y="5134"/>
                  </a:lnTo>
                  <a:lnTo>
                    <a:pt x="6277" y="5134"/>
                  </a:lnTo>
                  <a:lnTo>
                    <a:pt x="6257" y="5155"/>
                  </a:lnTo>
                  <a:lnTo>
                    <a:pt x="6197" y="5275"/>
                  </a:lnTo>
                  <a:lnTo>
                    <a:pt x="6137" y="5415"/>
                  </a:lnTo>
                  <a:lnTo>
                    <a:pt x="6057" y="5696"/>
                  </a:lnTo>
                  <a:lnTo>
                    <a:pt x="5134" y="4994"/>
                  </a:lnTo>
                  <a:lnTo>
                    <a:pt x="4212" y="4252"/>
                  </a:lnTo>
                  <a:lnTo>
                    <a:pt x="3329" y="3510"/>
                  </a:lnTo>
                  <a:lnTo>
                    <a:pt x="2888" y="3129"/>
                  </a:lnTo>
                  <a:lnTo>
                    <a:pt x="2467" y="2728"/>
                  </a:lnTo>
                  <a:lnTo>
                    <a:pt x="2627" y="2487"/>
                  </a:lnTo>
                  <a:lnTo>
                    <a:pt x="2707" y="2367"/>
                  </a:lnTo>
                  <a:lnTo>
                    <a:pt x="2748" y="2247"/>
                  </a:lnTo>
                  <a:lnTo>
                    <a:pt x="2748" y="2207"/>
                  </a:lnTo>
                  <a:lnTo>
                    <a:pt x="2728" y="2186"/>
                  </a:lnTo>
                  <a:lnTo>
                    <a:pt x="2707" y="2166"/>
                  </a:lnTo>
                  <a:lnTo>
                    <a:pt x="2647" y="2166"/>
                  </a:lnTo>
                  <a:lnTo>
                    <a:pt x="2547" y="2247"/>
                  </a:lnTo>
                  <a:lnTo>
                    <a:pt x="2467" y="2367"/>
                  </a:lnTo>
                  <a:lnTo>
                    <a:pt x="2326" y="2588"/>
                  </a:lnTo>
                  <a:lnTo>
                    <a:pt x="2026" y="2307"/>
                  </a:lnTo>
                  <a:lnTo>
                    <a:pt x="2146" y="2126"/>
                  </a:lnTo>
                  <a:lnTo>
                    <a:pt x="2226" y="1926"/>
                  </a:lnTo>
                  <a:lnTo>
                    <a:pt x="2226" y="1886"/>
                  </a:lnTo>
                  <a:lnTo>
                    <a:pt x="2206" y="1846"/>
                  </a:lnTo>
                  <a:lnTo>
                    <a:pt x="2166" y="1825"/>
                  </a:lnTo>
                  <a:lnTo>
                    <a:pt x="2126" y="1805"/>
                  </a:lnTo>
                  <a:lnTo>
                    <a:pt x="2106" y="1825"/>
                  </a:lnTo>
                  <a:lnTo>
                    <a:pt x="2066" y="1846"/>
                  </a:lnTo>
                  <a:lnTo>
                    <a:pt x="1965" y="1986"/>
                  </a:lnTo>
                  <a:lnTo>
                    <a:pt x="1865" y="2146"/>
                  </a:lnTo>
                  <a:lnTo>
                    <a:pt x="1384" y="1645"/>
                  </a:lnTo>
                  <a:lnTo>
                    <a:pt x="923" y="1124"/>
                  </a:lnTo>
                  <a:lnTo>
                    <a:pt x="481" y="582"/>
                  </a:lnTo>
                  <a:lnTo>
                    <a:pt x="60" y="2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32">
              <a:extLst>
                <a:ext uri="{FF2B5EF4-FFF2-40B4-BE49-F238E27FC236}">
                  <a16:creationId xmlns:a16="http://schemas.microsoft.com/office/drawing/2014/main" id="{03BA8668-F201-D5B8-7624-84153E960F89}"/>
                </a:ext>
              </a:extLst>
            </p:cNvPr>
            <p:cNvSpPr/>
            <p:nvPr/>
          </p:nvSpPr>
          <p:spPr>
            <a:xfrm>
              <a:off x="10977575" y="3951475"/>
              <a:ext cx="307350" cy="574075"/>
            </a:xfrm>
            <a:custGeom>
              <a:avLst/>
              <a:gdLst/>
              <a:ahLst/>
              <a:cxnLst/>
              <a:rect l="l" t="t" r="r" b="b"/>
              <a:pathLst>
                <a:path w="12294" h="22963" extrusionOk="0">
                  <a:moveTo>
                    <a:pt x="6959" y="0"/>
                  </a:moveTo>
                  <a:lnTo>
                    <a:pt x="6699" y="20"/>
                  </a:lnTo>
                  <a:lnTo>
                    <a:pt x="6438" y="101"/>
                  </a:lnTo>
                  <a:lnTo>
                    <a:pt x="6177" y="221"/>
                  </a:lnTo>
                  <a:lnTo>
                    <a:pt x="5897" y="361"/>
                  </a:lnTo>
                  <a:lnTo>
                    <a:pt x="5616" y="542"/>
                  </a:lnTo>
                  <a:lnTo>
                    <a:pt x="5335" y="742"/>
                  </a:lnTo>
                  <a:lnTo>
                    <a:pt x="5054" y="983"/>
                  </a:lnTo>
                  <a:lnTo>
                    <a:pt x="4774" y="1264"/>
                  </a:lnTo>
                  <a:lnTo>
                    <a:pt x="4473" y="1565"/>
                  </a:lnTo>
                  <a:lnTo>
                    <a:pt x="4192" y="1885"/>
                  </a:lnTo>
                  <a:lnTo>
                    <a:pt x="3891" y="2226"/>
                  </a:lnTo>
                  <a:lnTo>
                    <a:pt x="3610" y="2607"/>
                  </a:lnTo>
                  <a:lnTo>
                    <a:pt x="3330" y="3008"/>
                  </a:lnTo>
                  <a:lnTo>
                    <a:pt x="3049" y="3430"/>
                  </a:lnTo>
                  <a:lnTo>
                    <a:pt x="2768" y="3871"/>
                  </a:lnTo>
                  <a:lnTo>
                    <a:pt x="2507" y="4332"/>
                  </a:lnTo>
                  <a:lnTo>
                    <a:pt x="2247" y="4793"/>
                  </a:lnTo>
                  <a:lnTo>
                    <a:pt x="2006" y="5295"/>
                  </a:lnTo>
                  <a:lnTo>
                    <a:pt x="1765" y="5796"/>
                  </a:lnTo>
                  <a:lnTo>
                    <a:pt x="1525" y="6317"/>
                  </a:lnTo>
                  <a:lnTo>
                    <a:pt x="1304" y="6859"/>
                  </a:lnTo>
                  <a:lnTo>
                    <a:pt x="1104" y="7400"/>
                  </a:lnTo>
                  <a:lnTo>
                    <a:pt x="923" y="7962"/>
                  </a:lnTo>
                  <a:lnTo>
                    <a:pt x="743" y="8543"/>
                  </a:lnTo>
                  <a:lnTo>
                    <a:pt x="582" y="9105"/>
                  </a:lnTo>
                  <a:lnTo>
                    <a:pt x="442" y="9687"/>
                  </a:lnTo>
                  <a:lnTo>
                    <a:pt x="321" y="10288"/>
                  </a:lnTo>
                  <a:lnTo>
                    <a:pt x="201" y="10870"/>
                  </a:lnTo>
                  <a:lnTo>
                    <a:pt x="121" y="11471"/>
                  </a:lnTo>
                  <a:lnTo>
                    <a:pt x="61" y="12053"/>
                  </a:lnTo>
                  <a:lnTo>
                    <a:pt x="21" y="12655"/>
                  </a:lnTo>
                  <a:lnTo>
                    <a:pt x="1" y="13056"/>
                  </a:lnTo>
                  <a:lnTo>
                    <a:pt x="1" y="13457"/>
                  </a:lnTo>
                  <a:lnTo>
                    <a:pt x="41" y="14279"/>
                  </a:lnTo>
                  <a:lnTo>
                    <a:pt x="101" y="15101"/>
                  </a:lnTo>
                  <a:lnTo>
                    <a:pt x="221" y="15924"/>
                  </a:lnTo>
                  <a:lnTo>
                    <a:pt x="402" y="16726"/>
                  </a:lnTo>
                  <a:lnTo>
                    <a:pt x="602" y="17508"/>
                  </a:lnTo>
                  <a:lnTo>
                    <a:pt x="843" y="18270"/>
                  </a:lnTo>
                  <a:lnTo>
                    <a:pt x="1104" y="18992"/>
                  </a:lnTo>
                  <a:lnTo>
                    <a:pt x="1424" y="19674"/>
                  </a:lnTo>
                  <a:lnTo>
                    <a:pt x="1585" y="20015"/>
                  </a:lnTo>
                  <a:lnTo>
                    <a:pt x="1765" y="20316"/>
                  </a:lnTo>
                  <a:lnTo>
                    <a:pt x="1946" y="20616"/>
                  </a:lnTo>
                  <a:lnTo>
                    <a:pt x="2126" y="20897"/>
                  </a:lnTo>
                  <a:lnTo>
                    <a:pt x="2327" y="21178"/>
                  </a:lnTo>
                  <a:lnTo>
                    <a:pt x="2527" y="21419"/>
                  </a:lnTo>
                  <a:lnTo>
                    <a:pt x="2748" y="21659"/>
                  </a:lnTo>
                  <a:lnTo>
                    <a:pt x="2969" y="21880"/>
                  </a:lnTo>
                  <a:lnTo>
                    <a:pt x="3189" y="22080"/>
                  </a:lnTo>
                  <a:lnTo>
                    <a:pt x="3410" y="22261"/>
                  </a:lnTo>
                  <a:lnTo>
                    <a:pt x="3630" y="22421"/>
                  </a:lnTo>
                  <a:lnTo>
                    <a:pt x="3871" y="22562"/>
                  </a:lnTo>
                  <a:lnTo>
                    <a:pt x="4112" y="22682"/>
                  </a:lnTo>
                  <a:lnTo>
                    <a:pt x="4372" y="22762"/>
                  </a:lnTo>
                  <a:lnTo>
                    <a:pt x="4613" y="22842"/>
                  </a:lnTo>
                  <a:lnTo>
                    <a:pt x="4874" y="22882"/>
                  </a:lnTo>
                  <a:lnTo>
                    <a:pt x="5155" y="22923"/>
                  </a:lnTo>
                  <a:lnTo>
                    <a:pt x="5455" y="22963"/>
                  </a:lnTo>
                  <a:lnTo>
                    <a:pt x="6057" y="22963"/>
                  </a:lnTo>
                  <a:lnTo>
                    <a:pt x="6378" y="22943"/>
                  </a:lnTo>
                  <a:lnTo>
                    <a:pt x="6699" y="22903"/>
                  </a:lnTo>
                  <a:lnTo>
                    <a:pt x="7040" y="22862"/>
                  </a:lnTo>
                  <a:lnTo>
                    <a:pt x="7361" y="22782"/>
                  </a:lnTo>
                  <a:lnTo>
                    <a:pt x="7701" y="22702"/>
                  </a:lnTo>
                  <a:lnTo>
                    <a:pt x="8042" y="22622"/>
                  </a:lnTo>
                  <a:lnTo>
                    <a:pt x="8383" y="22501"/>
                  </a:lnTo>
                  <a:lnTo>
                    <a:pt x="8704" y="22381"/>
                  </a:lnTo>
                  <a:lnTo>
                    <a:pt x="9025" y="22241"/>
                  </a:lnTo>
                  <a:lnTo>
                    <a:pt x="9346" y="22080"/>
                  </a:lnTo>
                  <a:lnTo>
                    <a:pt x="9667" y="21920"/>
                  </a:lnTo>
                  <a:lnTo>
                    <a:pt x="9968" y="21739"/>
                  </a:lnTo>
                  <a:lnTo>
                    <a:pt x="10248" y="21539"/>
                  </a:lnTo>
                  <a:lnTo>
                    <a:pt x="10529" y="21318"/>
                  </a:lnTo>
                  <a:lnTo>
                    <a:pt x="10790" y="21098"/>
                  </a:lnTo>
                  <a:lnTo>
                    <a:pt x="11051" y="20857"/>
                  </a:lnTo>
                  <a:lnTo>
                    <a:pt x="11271" y="20596"/>
                  </a:lnTo>
                  <a:lnTo>
                    <a:pt x="11492" y="20316"/>
                  </a:lnTo>
                  <a:lnTo>
                    <a:pt x="11672" y="20035"/>
                  </a:lnTo>
                  <a:lnTo>
                    <a:pt x="11833" y="19734"/>
                  </a:lnTo>
                  <a:lnTo>
                    <a:pt x="11993" y="19413"/>
                  </a:lnTo>
                  <a:lnTo>
                    <a:pt x="12113" y="19092"/>
                  </a:lnTo>
                  <a:lnTo>
                    <a:pt x="12194" y="18751"/>
                  </a:lnTo>
                  <a:lnTo>
                    <a:pt x="12254" y="18390"/>
                  </a:lnTo>
                  <a:lnTo>
                    <a:pt x="12294" y="18009"/>
                  </a:lnTo>
                  <a:lnTo>
                    <a:pt x="12294" y="17628"/>
                  </a:lnTo>
                  <a:lnTo>
                    <a:pt x="12274" y="17367"/>
                  </a:lnTo>
                  <a:lnTo>
                    <a:pt x="12254" y="17107"/>
                  </a:lnTo>
                  <a:lnTo>
                    <a:pt x="12194" y="16786"/>
                  </a:lnTo>
                  <a:lnTo>
                    <a:pt x="12134" y="16465"/>
                  </a:lnTo>
                  <a:lnTo>
                    <a:pt x="12033" y="16144"/>
                  </a:lnTo>
                  <a:lnTo>
                    <a:pt x="11933" y="15823"/>
                  </a:lnTo>
                  <a:lnTo>
                    <a:pt x="11692" y="15182"/>
                  </a:lnTo>
                  <a:lnTo>
                    <a:pt x="11412" y="14520"/>
                  </a:lnTo>
                  <a:lnTo>
                    <a:pt x="11091" y="13878"/>
                  </a:lnTo>
                  <a:lnTo>
                    <a:pt x="10750" y="13236"/>
                  </a:lnTo>
                  <a:lnTo>
                    <a:pt x="10389" y="12615"/>
                  </a:lnTo>
                  <a:lnTo>
                    <a:pt x="10008" y="11993"/>
                  </a:lnTo>
                  <a:lnTo>
                    <a:pt x="9246" y="10810"/>
                  </a:lnTo>
                  <a:lnTo>
                    <a:pt x="8524" y="9727"/>
                  </a:lnTo>
                  <a:lnTo>
                    <a:pt x="8223" y="9225"/>
                  </a:lnTo>
                  <a:lnTo>
                    <a:pt x="7942" y="8764"/>
                  </a:lnTo>
                  <a:lnTo>
                    <a:pt x="7701" y="8323"/>
                  </a:lnTo>
                  <a:lnTo>
                    <a:pt x="7541" y="7942"/>
                  </a:lnTo>
                  <a:lnTo>
                    <a:pt x="7481" y="7761"/>
                  </a:lnTo>
                  <a:lnTo>
                    <a:pt x="7421" y="7561"/>
                  </a:lnTo>
                  <a:lnTo>
                    <a:pt x="7401" y="7340"/>
                  </a:lnTo>
                  <a:lnTo>
                    <a:pt x="7361" y="7100"/>
                  </a:lnTo>
                  <a:lnTo>
                    <a:pt x="7361" y="6578"/>
                  </a:lnTo>
                  <a:lnTo>
                    <a:pt x="7381" y="6017"/>
                  </a:lnTo>
                  <a:lnTo>
                    <a:pt x="7421" y="5415"/>
                  </a:lnTo>
                  <a:lnTo>
                    <a:pt x="7481" y="4793"/>
                  </a:lnTo>
                  <a:lnTo>
                    <a:pt x="7641" y="3550"/>
                  </a:lnTo>
                  <a:lnTo>
                    <a:pt x="7722" y="2928"/>
                  </a:lnTo>
                  <a:lnTo>
                    <a:pt x="7782" y="2347"/>
                  </a:lnTo>
                  <a:lnTo>
                    <a:pt x="7822" y="1805"/>
                  </a:lnTo>
                  <a:lnTo>
                    <a:pt x="7822" y="1304"/>
                  </a:lnTo>
                  <a:lnTo>
                    <a:pt x="7802" y="883"/>
                  </a:lnTo>
                  <a:lnTo>
                    <a:pt x="7762" y="682"/>
                  </a:lnTo>
                  <a:lnTo>
                    <a:pt x="7722" y="522"/>
                  </a:lnTo>
                  <a:lnTo>
                    <a:pt x="7681" y="361"/>
                  </a:lnTo>
                  <a:lnTo>
                    <a:pt x="7601" y="241"/>
                  </a:lnTo>
                  <a:lnTo>
                    <a:pt x="7521" y="141"/>
                  </a:lnTo>
                  <a:lnTo>
                    <a:pt x="7421" y="60"/>
                  </a:lnTo>
                  <a:lnTo>
                    <a:pt x="7320" y="20"/>
                  </a:lnTo>
                  <a:lnTo>
                    <a:pt x="72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32">
              <a:extLst>
                <a:ext uri="{FF2B5EF4-FFF2-40B4-BE49-F238E27FC236}">
                  <a16:creationId xmlns:a16="http://schemas.microsoft.com/office/drawing/2014/main" id="{EF94E73D-5962-98EB-97B8-C038328A4751}"/>
                </a:ext>
              </a:extLst>
            </p:cNvPr>
            <p:cNvSpPr/>
            <p:nvPr/>
          </p:nvSpPr>
          <p:spPr>
            <a:xfrm>
              <a:off x="10977575" y="3951475"/>
              <a:ext cx="307350" cy="574075"/>
            </a:xfrm>
            <a:custGeom>
              <a:avLst/>
              <a:gdLst/>
              <a:ahLst/>
              <a:cxnLst/>
              <a:rect l="l" t="t" r="r" b="b"/>
              <a:pathLst>
                <a:path w="12294" h="22963" fill="none" extrusionOk="0">
                  <a:moveTo>
                    <a:pt x="12294" y="17628"/>
                  </a:moveTo>
                  <a:lnTo>
                    <a:pt x="12294" y="17628"/>
                  </a:lnTo>
                  <a:lnTo>
                    <a:pt x="12294" y="18009"/>
                  </a:lnTo>
                  <a:lnTo>
                    <a:pt x="12254" y="18390"/>
                  </a:lnTo>
                  <a:lnTo>
                    <a:pt x="12194" y="18751"/>
                  </a:lnTo>
                  <a:lnTo>
                    <a:pt x="12113" y="19092"/>
                  </a:lnTo>
                  <a:lnTo>
                    <a:pt x="11993" y="19413"/>
                  </a:lnTo>
                  <a:lnTo>
                    <a:pt x="11833" y="19734"/>
                  </a:lnTo>
                  <a:lnTo>
                    <a:pt x="11672" y="20035"/>
                  </a:lnTo>
                  <a:lnTo>
                    <a:pt x="11492" y="20316"/>
                  </a:lnTo>
                  <a:lnTo>
                    <a:pt x="11271" y="20596"/>
                  </a:lnTo>
                  <a:lnTo>
                    <a:pt x="11051" y="20857"/>
                  </a:lnTo>
                  <a:lnTo>
                    <a:pt x="10790" y="21098"/>
                  </a:lnTo>
                  <a:lnTo>
                    <a:pt x="10529" y="21318"/>
                  </a:lnTo>
                  <a:lnTo>
                    <a:pt x="10248" y="21539"/>
                  </a:lnTo>
                  <a:lnTo>
                    <a:pt x="9968" y="21739"/>
                  </a:lnTo>
                  <a:lnTo>
                    <a:pt x="9667" y="21920"/>
                  </a:lnTo>
                  <a:lnTo>
                    <a:pt x="9346" y="22080"/>
                  </a:lnTo>
                  <a:lnTo>
                    <a:pt x="9025" y="22241"/>
                  </a:lnTo>
                  <a:lnTo>
                    <a:pt x="8704" y="22381"/>
                  </a:lnTo>
                  <a:lnTo>
                    <a:pt x="8383" y="22501"/>
                  </a:lnTo>
                  <a:lnTo>
                    <a:pt x="8042" y="22622"/>
                  </a:lnTo>
                  <a:lnTo>
                    <a:pt x="7701" y="22702"/>
                  </a:lnTo>
                  <a:lnTo>
                    <a:pt x="7361" y="22782"/>
                  </a:lnTo>
                  <a:lnTo>
                    <a:pt x="7040" y="22862"/>
                  </a:lnTo>
                  <a:lnTo>
                    <a:pt x="6699" y="22903"/>
                  </a:lnTo>
                  <a:lnTo>
                    <a:pt x="6378" y="22943"/>
                  </a:lnTo>
                  <a:lnTo>
                    <a:pt x="6057" y="22963"/>
                  </a:lnTo>
                  <a:lnTo>
                    <a:pt x="5756" y="22963"/>
                  </a:lnTo>
                  <a:lnTo>
                    <a:pt x="5455" y="22963"/>
                  </a:lnTo>
                  <a:lnTo>
                    <a:pt x="5155" y="22923"/>
                  </a:lnTo>
                  <a:lnTo>
                    <a:pt x="4874" y="22882"/>
                  </a:lnTo>
                  <a:lnTo>
                    <a:pt x="4613" y="22842"/>
                  </a:lnTo>
                  <a:lnTo>
                    <a:pt x="4372" y="22762"/>
                  </a:lnTo>
                  <a:lnTo>
                    <a:pt x="4372" y="22762"/>
                  </a:lnTo>
                  <a:lnTo>
                    <a:pt x="4112" y="22682"/>
                  </a:lnTo>
                  <a:lnTo>
                    <a:pt x="3871" y="22562"/>
                  </a:lnTo>
                  <a:lnTo>
                    <a:pt x="3630" y="22421"/>
                  </a:lnTo>
                  <a:lnTo>
                    <a:pt x="3410" y="22261"/>
                  </a:lnTo>
                  <a:lnTo>
                    <a:pt x="3189" y="22080"/>
                  </a:lnTo>
                  <a:lnTo>
                    <a:pt x="2969" y="21880"/>
                  </a:lnTo>
                  <a:lnTo>
                    <a:pt x="2748" y="21659"/>
                  </a:lnTo>
                  <a:lnTo>
                    <a:pt x="2527" y="21419"/>
                  </a:lnTo>
                  <a:lnTo>
                    <a:pt x="2327" y="21178"/>
                  </a:lnTo>
                  <a:lnTo>
                    <a:pt x="2126" y="20897"/>
                  </a:lnTo>
                  <a:lnTo>
                    <a:pt x="1946" y="20616"/>
                  </a:lnTo>
                  <a:lnTo>
                    <a:pt x="1765" y="20316"/>
                  </a:lnTo>
                  <a:lnTo>
                    <a:pt x="1585" y="20015"/>
                  </a:lnTo>
                  <a:lnTo>
                    <a:pt x="1424" y="19674"/>
                  </a:lnTo>
                  <a:lnTo>
                    <a:pt x="1104" y="18992"/>
                  </a:lnTo>
                  <a:lnTo>
                    <a:pt x="843" y="18270"/>
                  </a:lnTo>
                  <a:lnTo>
                    <a:pt x="602" y="17508"/>
                  </a:lnTo>
                  <a:lnTo>
                    <a:pt x="402" y="16726"/>
                  </a:lnTo>
                  <a:lnTo>
                    <a:pt x="221" y="15924"/>
                  </a:lnTo>
                  <a:lnTo>
                    <a:pt x="101" y="15101"/>
                  </a:lnTo>
                  <a:lnTo>
                    <a:pt x="41" y="14279"/>
                  </a:lnTo>
                  <a:lnTo>
                    <a:pt x="1" y="13457"/>
                  </a:lnTo>
                  <a:lnTo>
                    <a:pt x="1" y="13056"/>
                  </a:lnTo>
                  <a:lnTo>
                    <a:pt x="21" y="12655"/>
                  </a:lnTo>
                  <a:lnTo>
                    <a:pt x="21" y="12655"/>
                  </a:lnTo>
                  <a:lnTo>
                    <a:pt x="61" y="12053"/>
                  </a:lnTo>
                  <a:lnTo>
                    <a:pt x="121" y="11471"/>
                  </a:lnTo>
                  <a:lnTo>
                    <a:pt x="201" y="10870"/>
                  </a:lnTo>
                  <a:lnTo>
                    <a:pt x="321" y="10288"/>
                  </a:lnTo>
                  <a:lnTo>
                    <a:pt x="442" y="9687"/>
                  </a:lnTo>
                  <a:lnTo>
                    <a:pt x="582" y="9105"/>
                  </a:lnTo>
                  <a:lnTo>
                    <a:pt x="743" y="8543"/>
                  </a:lnTo>
                  <a:lnTo>
                    <a:pt x="923" y="7962"/>
                  </a:lnTo>
                  <a:lnTo>
                    <a:pt x="1104" y="7400"/>
                  </a:lnTo>
                  <a:lnTo>
                    <a:pt x="1304" y="6859"/>
                  </a:lnTo>
                  <a:lnTo>
                    <a:pt x="1525" y="6317"/>
                  </a:lnTo>
                  <a:lnTo>
                    <a:pt x="1765" y="5796"/>
                  </a:lnTo>
                  <a:lnTo>
                    <a:pt x="2006" y="5295"/>
                  </a:lnTo>
                  <a:lnTo>
                    <a:pt x="2247" y="4793"/>
                  </a:lnTo>
                  <a:lnTo>
                    <a:pt x="2507" y="4332"/>
                  </a:lnTo>
                  <a:lnTo>
                    <a:pt x="2768" y="3871"/>
                  </a:lnTo>
                  <a:lnTo>
                    <a:pt x="3049" y="3430"/>
                  </a:lnTo>
                  <a:lnTo>
                    <a:pt x="3330" y="3008"/>
                  </a:lnTo>
                  <a:lnTo>
                    <a:pt x="3610" y="2607"/>
                  </a:lnTo>
                  <a:lnTo>
                    <a:pt x="3891" y="2226"/>
                  </a:lnTo>
                  <a:lnTo>
                    <a:pt x="4192" y="1885"/>
                  </a:lnTo>
                  <a:lnTo>
                    <a:pt x="4473" y="1565"/>
                  </a:lnTo>
                  <a:lnTo>
                    <a:pt x="4774" y="1264"/>
                  </a:lnTo>
                  <a:lnTo>
                    <a:pt x="5054" y="983"/>
                  </a:lnTo>
                  <a:lnTo>
                    <a:pt x="5335" y="742"/>
                  </a:lnTo>
                  <a:lnTo>
                    <a:pt x="5616" y="542"/>
                  </a:lnTo>
                  <a:lnTo>
                    <a:pt x="5897" y="361"/>
                  </a:lnTo>
                  <a:lnTo>
                    <a:pt x="6177" y="221"/>
                  </a:lnTo>
                  <a:lnTo>
                    <a:pt x="6438" y="101"/>
                  </a:lnTo>
                  <a:lnTo>
                    <a:pt x="6699" y="20"/>
                  </a:lnTo>
                  <a:lnTo>
                    <a:pt x="6959" y="0"/>
                  </a:lnTo>
                  <a:lnTo>
                    <a:pt x="7200" y="0"/>
                  </a:lnTo>
                  <a:lnTo>
                    <a:pt x="7200" y="0"/>
                  </a:lnTo>
                  <a:lnTo>
                    <a:pt x="7320" y="20"/>
                  </a:lnTo>
                  <a:lnTo>
                    <a:pt x="7421" y="60"/>
                  </a:lnTo>
                  <a:lnTo>
                    <a:pt x="7421" y="60"/>
                  </a:lnTo>
                  <a:lnTo>
                    <a:pt x="7521" y="141"/>
                  </a:lnTo>
                  <a:lnTo>
                    <a:pt x="7601" y="241"/>
                  </a:lnTo>
                  <a:lnTo>
                    <a:pt x="7681" y="361"/>
                  </a:lnTo>
                  <a:lnTo>
                    <a:pt x="7722" y="522"/>
                  </a:lnTo>
                  <a:lnTo>
                    <a:pt x="7762" y="682"/>
                  </a:lnTo>
                  <a:lnTo>
                    <a:pt x="7802" y="883"/>
                  </a:lnTo>
                  <a:lnTo>
                    <a:pt x="7822" y="1304"/>
                  </a:lnTo>
                  <a:lnTo>
                    <a:pt x="7822" y="1805"/>
                  </a:lnTo>
                  <a:lnTo>
                    <a:pt x="7782" y="2347"/>
                  </a:lnTo>
                  <a:lnTo>
                    <a:pt x="7722" y="2928"/>
                  </a:lnTo>
                  <a:lnTo>
                    <a:pt x="7641" y="3550"/>
                  </a:lnTo>
                  <a:lnTo>
                    <a:pt x="7481" y="4793"/>
                  </a:lnTo>
                  <a:lnTo>
                    <a:pt x="7421" y="5415"/>
                  </a:lnTo>
                  <a:lnTo>
                    <a:pt x="7381" y="6017"/>
                  </a:lnTo>
                  <a:lnTo>
                    <a:pt x="7361" y="6578"/>
                  </a:lnTo>
                  <a:lnTo>
                    <a:pt x="7361" y="7100"/>
                  </a:lnTo>
                  <a:lnTo>
                    <a:pt x="7401" y="7340"/>
                  </a:lnTo>
                  <a:lnTo>
                    <a:pt x="7421" y="7561"/>
                  </a:lnTo>
                  <a:lnTo>
                    <a:pt x="7481" y="7761"/>
                  </a:lnTo>
                  <a:lnTo>
                    <a:pt x="7541" y="7942"/>
                  </a:lnTo>
                  <a:lnTo>
                    <a:pt x="7541" y="7942"/>
                  </a:lnTo>
                  <a:lnTo>
                    <a:pt x="7701" y="8323"/>
                  </a:lnTo>
                  <a:lnTo>
                    <a:pt x="7942" y="8764"/>
                  </a:lnTo>
                  <a:lnTo>
                    <a:pt x="8223" y="9225"/>
                  </a:lnTo>
                  <a:lnTo>
                    <a:pt x="8524" y="9727"/>
                  </a:lnTo>
                  <a:lnTo>
                    <a:pt x="9246" y="10810"/>
                  </a:lnTo>
                  <a:lnTo>
                    <a:pt x="10008" y="11993"/>
                  </a:lnTo>
                  <a:lnTo>
                    <a:pt x="10389" y="12615"/>
                  </a:lnTo>
                  <a:lnTo>
                    <a:pt x="10750" y="13236"/>
                  </a:lnTo>
                  <a:lnTo>
                    <a:pt x="11091" y="13878"/>
                  </a:lnTo>
                  <a:lnTo>
                    <a:pt x="11412" y="14520"/>
                  </a:lnTo>
                  <a:lnTo>
                    <a:pt x="11692" y="15182"/>
                  </a:lnTo>
                  <a:lnTo>
                    <a:pt x="11933" y="15823"/>
                  </a:lnTo>
                  <a:lnTo>
                    <a:pt x="12033" y="16144"/>
                  </a:lnTo>
                  <a:lnTo>
                    <a:pt x="12134" y="16465"/>
                  </a:lnTo>
                  <a:lnTo>
                    <a:pt x="12194" y="16786"/>
                  </a:lnTo>
                  <a:lnTo>
                    <a:pt x="12254" y="17107"/>
                  </a:lnTo>
                  <a:lnTo>
                    <a:pt x="12254" y="17107"/>
                  </a:lnTo>
                  <a:lnTo>
                    <a:pt x="12274" y="17367"/>
                  </a:lnTo>
                  <a:lnTo>
                    <a:pt x="12294" y="176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32">
              <a:extLst>
                <a:ext uri="{FF2B5EF4-FFF2-40B4-BE49-F238E27FC236}">
                  <a16:creationId xmlns:a16="http://schemas.microsoft.com/office/drawing/2014/main" id="{7CB695D6-20B6-877F-3296-BC688DF84D2B}"/>
                </a:ext>
              </a:extLst>
            </p:cNvPr>
            <p:cNvSpPr/>
            <p:nvPr/>
          </p:nvSpPr>
          <p:spPr>
            <a:xfrm>
              <a:off x="11034725" y="3969025"/>
              <a:ext cx="113850" cy="428675"/>
            </a:xfrm>
            <a:custGeom>
              <a:avLst/>
              <a:gdLst/>
              <a:ahLst/>
              <a:cxnLst/>
              <a:rect l="l" t="t" r="r" b="b"/>
              <a:pathLst>
                <a:path w="4554" h="17147" extrusionOk="0">
                  <a:moveTo>
                    <a:pt x="4373" y="0"/>
                  </a:moveTo>
                  <a:lnTo>
                    <a:pt x="4112" y="281"/>
                  </a:lnTo>
                  <a:lnTo>
                    <a:pt x="3851" y="562"/>
                  </a:lnTo>
                  <a:lnTo>
                    <a:pt x="3611" y="863"/>
                  </a:lnTo>
                  <a:lnTo>
                    <a:pt x="3390" y="1163"/>
                  </a:lnTo>
                  <a:lnTo>
                    <a:pt x="3169" y="1484"/>
                  </a:lnTo>
                  <a:lnTo>
                    <a:pt x="2949" y="1805"/>
                  </a:lnTo>
                  <a:lnTo>
                    <a:pt x="2548" y="2467"/>
                  </a:lnTo>
                  <a:lnTo>
                    <a:pt x="2508" y="2266"/>
                  </a:lnTo>
                  <a:lnTo>
                    <a:pt x="2488" y="2226"/>
                  </a:lnTo>
                  <a:lnTo>
                    <a:pt x="2467" y="2206"/>
                  </a:lnTo>
                  <a:lnTo>
                    <a:pt x="2387" y="2186"/>
                  </a:lnTo>
                  <a:lnTo>
                    <a:pt x="2347" y="2206"/>
                  </a:lnTo>
                  <a:lnTo>
                    <a:pt x="2327" y="2226"/>
                  </a:lnTo>
                  <a:lnTo>
                    <a:pt x="2287" y="2246"/>
                  </a:lnTo>
                  <a:lnTo>
                    <a:pt x="2287" y="2286"/>
                  </a:lnTo>
                  <a:lnTo>
                    <a:pt x="2307" y="2547"/>
                  </a:lnTo>
                  <a:lnTo>
                    <a:pt x="2367" y="2828"/>
                  </a:lnTo>
                  <a:lnTo>
                    <a:pt x="2347" y="2848"/>
                  </a:lnTo>
                  <a:lnTo>
                    <a:pt x="2106" y="2768"/>
                  </a:lnTo>
                  <a:lnTo>
                    <a:pt x="1846" y="2728"/>
                  </a:lnTo>
                  <a:lnTo>
                    <a:pt x="1806" y="2728"/>
                  </a:lnTo>
                  <a:lnTo>
                    <a:pt x="1786" y="2768"/>
                  </a:lnTo>
                  <a:lnTo>
                    <a:pt x="1786" y="2788"/>
                  </a:lnTo>
                  <a:lnTo>
                    <a:pt x="1826" y="2808"/>
                  </a:lnTo>
                  <a:lnTo>
                    <a:pt x="2287" y="2988"/>
                  </a:lnTo>
                  <a:lnTo>
                    <a:pt x="2006" y="3570"/>
                  </a:lnTo>
                  <a:lnTo>
                    <a:pt x="1746" y="4172"/>
                  </a:lnTo>
                  <a:lnTo>
                    <a:pt x="1525" y="4793"/>
                  </a:lnTo>
                  <a:lnTo>
                    <a:pt x="1304" y="5415"/>
                  </a:lnTo>
                  <a:lnTo>
                    <a:pt x="1124" y="6037"/>
                  </a:lnTo>
                  <a:lnTo>
                    <a:pt x="963" y="6678"/>
                  </a:lnTo>
                  <a:lnTo>
                    <a:pt x="823" y="7300"/>
                  </a:lnTo>
                  <a:lnTo>
                    <a:pt x="703" y="7942"/>
                  </a:lnTo>
                  <a:lnTo>
                    <a:pt x="502" y="7962"/>
                  </a:lnTo>
                  <a:lnTo>
                    <a:pt x="302" y="7982"/>
                  </a:lnTo>
                  <a:lnTo>
                    <a:pt x="282" y="8002"/>
                  </a:lnTo>
                  <a:lnTo>
                    <a:pt x="261" y="8022"/>
                  </a:lnTo>
                  <a:lnTo>
                    <a:pt x="241" y="8062"/>
                  </a:lnTo>
                  <a:lnTo>
                    <a:pt x="282" y="8122"/>
                  </a:lnTo>
                  <a:lnTo>
                    <a:pt x="302" y="8122"/>
                  </a:lnTo>
                  <a:lnTo>
                    <a:pt x="322" y="8142"/>
                  </a:lnTo>
                  <a:lnTo>
                    <a:pt x="663" y="8142"/>
                  </a:lnTo>
                  <a:lnTo>
                    <a:pt x="542" y="9005"/>
                  </a:lnTo>
                  <a:lnTo>
                    <a:pt x="302" y="9025"/>
                  </a:lnTo>
                  <a:lnTo>
                    <a:pt x="61" y="9065"/>
                  </a:lnTo>
                  <a:lnTo>
                    <a:pt x="41" y="9085"/>
                  </a:lnTo>
                  <a:lnTo>
                    <a:pt x="21" y="9105"/>
                  </a:lnTo>
                  <a:lnTo>
                    <a:pt x="1" y="9165"/>
                  </a:lnTo>
                  <a:lnTo>
                    <a:pt x="41" y="9205"/>
                  </a:lnTo>
                  <a:lnTo>
                    <a:pt x="101" y="9245"/>
                  </a:lnTo>
                  <a:lnTo>
                    <a:pt x="382" y="9265"/>
                  </a:lnTo>
                  <a:lnTo>
                    <a:pt x="522" y="9245"/>
                  </a:lnTo>
                  <a:lnTo>
                    <a:pt x="462" y="9827"/>
                  </a:lnTo>
                  <a:lnTo>
                    <a:pt x="422" y="10408"/>
                  </a:lnTo>
                  <a:lnTo>
                    <a:pt x="382" y="10990"/>
                  </a:lnTo>
                  <a:lnTo>
                    <a:pt x="382" y="11572"/>
                  </a:lnTo>
                  <a:lnTo>
                    <a:pt x="402" y="12153"/>
                  </a:lnTo>
                  <a:lnTo>
                    <a:pt x="442" y="12735"/>
                  </a:lnTo>
                  <a:lnTo>
                    <a:pt x="502" y="13316"/>
                  </a:lnTo>
                  <a:lnTo>
                    <a:pt x="582" y="13878"/>
                  </a:lnTo>
                  <a:lnTo>
                    <a:pt x="683" y="14459"/>
                  </a:lnTo>
                  <a:lnTo>
                    <a:pt x="803" y="15021"/>
                  </a:lnTo>
                  <a:lnTo>
                    <a:pt x="983" y="15342"/>
                  </a:lnTo>
                  <a:lnTo>
                    <a:pt x="1164" y="15663"/>
                  </a:lnTo>
                  <a:lnTo>
                    <a:pt x="1364" y="15984"/>
                  </a:lnTo>
                  <a:lnTo>
                    <a:pt x="1565" y="16284"/>
                  </a:lnTo>
                  <a:lnTo>
                    <a:pt x="1344" y="15583"/>
                  </a:lnTo>
                  <a:lnTo>
                    <a:pt x="1164" y="14881"/>
                  </a:lnTo>
                  <a:lnTo>
                    <a:pt x="1004" y="14159"/>
                  </a:lnTo>
                  <a:lnTo>
                    <a:pt x="883" y="13437"/>
                  </a:lnTo>
                  <a:lnTo>
                    <a:pt x="803" y="12695"/>
                  </a:lnTo>
                  <a:lnTo>
                    <a:pt x="743" y="11953"/>
                  </a:lnTo>
                  <a:lnTo>
                    <a:pt x="743" y="11191"/>
                  </a:lnTo>
                  <a:lnTo>
                    <a:pt x="763" y="10408"/>
                  </a:lnTo>
                  <a:lnTo>
                    <a:pt x="803" y="9827"/>
                  </a:lnTo>
                  <a:lnTo>
                    <a:pt x="863" y="9245"/>
                  </a:lnTo>
                  <a:lnTo>
                    <a:pt x="1164" y="9225"/>
                  </a:lnTo>
                  <a:lnTo>
                    <a:pt x="1324" y="9205"/>
                  </a:lnTo>
                  <a:lnTo>
                    <a:pt x="1465" y="9165"/>
                  </a:lnTo>
                  <a:lnTo>
                    <a:pt x="1505" y="9125"/>
                  </a:lnTo>
                  <a:lnTo>
                    <a:pt x="1505" y="9065"/>
                  </a:lnTo>
                  <a:lnTo>
                    <a:pt x="1485" y="9025"/>
                  </a:lnTo>
                  <a:lnTo>
                    <a:pt x="1445" y="9005"/>
                  </a:lnTo>
                  <a:lnTo>
                    <a:pt x="1304" y="8965"/>
                  </a:lnTo>
                  <a:lnTo>
                    <a:pt x="903" y="8965"/>
                  </a:lnTo>
                  <a:lnTo>
                    <a:pt x="1024" y="8202"/>
                  </a:lnTo>
                  <a:lnTo>
                    <a:pt x="1405" y="8263"/>
                  </a:lnTo>
                  <a:lnTo>
                    <a:pt x="1465" y="8243"/>
                  </a:lnTo>
                  <a:lnTo>
                    <a:pt x="1505" y="8182"/>
                  </a:lnTo>
                  <a:lnTo>
                    <a:pt x="1525" y="8122"/>
                  </a:lnTo>
                  <a:lnTo>
                    <a:pt x="1505" y="8102"/>
                  </a:lnTo>
                  <a:lnTo>
                    <a:pt x="1465" y="8082"/>
                  </a:lnTo>
                  <a:lnTo>
                    <a:pt x="1264" y="8002"/>
                  </a:lnTo>
                  <a:lnTo>
                    <a:pt x="1044" y="7962"/>
                  </a:lnTo>
                  <a:lnTo>
                    <a:pt x="1164" y="7360"/>
                  </a:lnTo>
                  <a:lnTo>
                    <a:pt x="1304" y="6759"/>
                  </a:lnTo>
                  <a:lnTo>
                    <a:pt x="1465" y="6177"/>
                  </a:lnTo>
                  <a:lnTo>
                    <a:pt x="1625" y="5595"/>
                  </a:lnTo>
                  <a:lnTo>
                    <a:pt x="1826" y="5014"/>
                  </a:lnTo>
                  <a:lnTo>
                    <a:pt x="2046" y="4432"/>
                  </a:lnTo>
                  <a:lnTo>
                    <a:pt x="2267" y="3871"/>
                  </a:lnTo>
                  <a:lnTo>
                    <a:pt x="2528" y="3329"/>
                  </a:lnTo>
                  <a:lnTo>
                    <a:pt x="2608" y="3490"/>
                  </a:lnTo>
                  <a:lnTo>
                    <a:pt x="2708" y="3610"/>
                  </a:lnTo>
                  <a:lnTo>
                    <a:pt x="2728" y="3630"/>
                  </a:lnTo>
                  <a:lnTo>
                    <a:pt x="2748" y="3650"/>
                  </a:lnTo>
                  <a:lnTo>
                    <a:pt x="2808" y="3610"/>
                  </a:lnTo>
                  <a:lnTo>
                    <a:pt x="2828" y="3590"/>
                  </a:lnTo>
                  <a:lnTo>
                    <a:pt x="2849" y="3570"/>
                  </a:lnTo>
                  <a:lnTo>
                    <a:pt x="2808" y="3389"/>
                  </a:lnTo>
                  <a:lnTo>
                    <a:pt x="2768" y="3209"/>
                  </a:lnTo>
                  <a:lnTo>
                    <a:pt x="2949" y="3289"/>
                  </a:lnTo>
                  <a:lnTo>
                    <a:pt x="3049" y="3329"/>
                  </a:lnTo>
                  <a:lnTo>
                    <a:pt x="3149" y="3349"/>
                  </a:lnTo>
                  <a:lnTo>
                    <a:pt x="3189" y="3329"/>
                  </a:lnTo>
                  <a:lnTo>
                    <a:pt x="3209" y="3289"/>
                  </a:lnTo>
                  <a:lnTo>
                    <a:pt x="3209" y="3249"/>
                  </a:lnTo>
                  <a:lnTo>
                    <a:pt x="3209" y="3209"/>
                  </a:lnTo>
                  <a:lnTo>
                    <a:pt x="3089" y="3129"/>
                  </a:lnTo>
                  <a:lnTo>
                    <a:pt x="2969" y="3048"/>
                  </a:lnTo>
                  <a:lnTo>
                    <a:pt x="2708" y="2948"/>
                  </a:lnTo>
                  <a:lnTo>
                    <a:pt x="3109" y="2206"/>
                  </a:lnTo>
                  <a:lnTo>
                    <a:pt x="3550" y="1484"/>
                  </a:lnTo>
                  <a:lnTo>
                    <a:pt x="4032" y="782"/>
                  </a:lnTo>
                  <a:lnTo>
                    <a:pt x="4553" y="100"/>
                  </a:lnTo>
                  <a:lnTo>
                    <a:pt x="4373" y="0"/>
                  </a:lnTo>
                  <a:close/>
                  <a:moveTo>
                    <a:pt x="2287" y="17067"/>
                  </a:moveTo>
                  <a:lnTo>
                    <a:pt x="2387" y="17147"/>
                  </a:lnTo>
                  <a:lnTo>
                    <a:pt x="2387" y="17147"/>
                  </a:lnTo>
                  <a:lnTo>
                    <a:pt x="2367" y="17127"/>
                  </a:lnTo>
                  <a:lnTo>
                    <a:pt x="2347" y="17087"/>
                  </a:lnTo>
                  <a:lnTo>
                    <a:pt x="2287" y="17067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32">
              <a:extLst>
                <a:ext uri="{FF2B5EF4-FFF2-40B4-BE49-F238E27FC236}">
                  <a16:creationId xmlns:a16="http://schemas.microsoft.com/office/drawing/2014/main" id="{F5E1C87B-E422-89DE-AC9E-3EBB95BECBC7}"/>
                </a:ext>
              </a:extLst>
            </p:cNvPr>
            <p:cNvSpPr/>
            <p:nvPr/>
          </p:nvSpPr>
          <p:spPr>
            <a:xfrm>
              <a:off x="11091875" y="4395675"/>
              <a:ext cx="2550" cy="2025"/>
            </a:xfrm>
            <a:custGeom>
              <a:avLst/>
              <a:gdLst/>
              <a:ahLst/>
              <a:cxnLst/>
              <a:rect l="l" t="t" r="r" b="b"/>
              <a:pathLst>
                <a:path w="102" h="8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01" y="81"/>
                  </a:lnTo>
                  <a:lnTo>
                    <a:pt x="101" y="81"/>
                  </a:lnTo>
                  <a:lnTo>
                    <a:pt x="81" y="61"/>
                  </a:lnTo>
                  <a:lnTo>
                    <a:pt x="61" y="2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32">
              <a:extLst>
                <a:ext uri="{FF2B5EF4-FFF2-40B4-BE49-F238E27FC236}">
                  <a16:creationId xmlns:a16="http://schemas.microsoft.com/office/drawing/2014/main" id="{4180336C-14A6-4E5C-225C-167CB4EF1B3C}"/>
                </a:ext>
              </a:extLst>
            </p:cNvPr>
            <p:cNvSpPr/>
            <p:nvPr/>
          </p:nvSpPr>
          <p:spPr>
            <a:xfrm>
              <a:off x="10977575" y="3959000"/>
              <a:ext cx="307350" cy="566550"/>
            </a:xfrm>
            <a:custGeom>
              <a:avLst/>
              <a:gdLst/>
              <a:ahLst/>
              <a:cxnLst/>
              <a:rect l="l" t="t" r="r" b="b"/>
              <a:pathLst>
                <a:path w="12294" h="22662" extrusionOk="0">
                  <a:moveTo>
                    <a:pt x="3851" y="16685"/>
                  </a:moveTo>
                  <a:lnTo>
                    <a:pt x="4032" y="17147"/>
                  </a:lnTo>
                  <a:lnTo>
                    <a:pt x="4212" y="17608"/>
                  </a:lnTo>
                  <a:lnTo>
                    <a:pt x="4372" y="17528"/>
                  </a:lnTo>
                  <a:lnTo>
                    <a:pt x="4553" y="17468"/>
                  </a:lnTo>
                  <a:lnTo>
                    <a:pt x="4573" y="17468"/>
                  </a:lnTo>
                  <a:lnTo>
                    <a:pt x="4392" y="17287"/>
                  </a:lnTo>
                  <a:lnTo>
                    <a:pt x="4192" y="17087"/>
                  </a:lnTo>
                  <a:lnTo>
                    <a:pt x="3851" y="16685"/>
                  </a:lnTo>
                  <a:close/>
                  <a:moveTo>
                    <a:pt x="6017" y="0"/>
                  </a:moveTo>
                  <a:lnTo>
                    <a:pt x="5776" y="140"/>
                  </a:lnTo>
                  <a:lnTo>
                    <a:pt x="5536" y="301"/>
                  </a:lnTo>
                  <a:lnTo>
                    <a:pt x="5295" y="481"/>
                  </a:lnTo>
                  <a:lnTo>
                    <a:pt x="5054" y="682"/>
                  </a:lnTo>
                  <a:lnTo>
                    <a:pt x="4814" y="923"/>
                  </a:lnTo>
                  <a:lnTo>
                    <a:pt x="4553" y="1163"/>
                  </a:lnTo>
                  <a:lnTo>
                    <a:pt x="4312" y="1444"/>
                  </a:lnTo>
                  <a:lnTo>
                    <a:pt x="4072" y="1725"/>
                  </a:lnTo>
                  <a:lnTo>
                    <a:pt x="3811" y="2026"/>
                  </a:lnTo>
                  <a:lnTo>
                    <a:pt x="3570" y="2367"/>
                  </a:lnTo>
                  <a:lnTo>
                    <a:pt x="3089" y="3068"/>
                  </a:lnTo>
                  <a:lnTo>
                    <a:pt x="2628" y="3830"/>
                  </a:lnTo>
                  <a:lnTo>
                    <a:pt x="2187" y="4633"/>
                  </a:lnTo>
                  <a:lnTo>
                    <a:pt x="1765" y="5495"/>
                  </a:lnTo>
                  <a:lnTo>
                    <a:pt x="1384" y="6397"/>
                  </a:lnTo>
                  <a:lnTo>
                    <a:pt x="1204" y="6879"/>
                  </a:lnTo>
                  <a:lnTo>
                    <a:pt x="1023" y="7340"/>
                  </a:lnTo>
                  <a:lnTo>
                    <a:pt x="863" y="7821"/>
                  </a:lnTo>
                  <a:lnTo>
                    <a:pt x="723" y="8323"/>
                  </a:lnTo>
                  <a:lnTo>
                    <a:pt x="582" y="8804"/>
                  </a:lnTo>
                  <a:lnTo>
                    <a:pt x="462" y="9305"/>
                  </a:lnTo>
                  <a:lnTo>
                    <a:pt x="341" y="9807"/>
                  </a:lnTo>
                  <a:lnTo>
                    <a:pt x="241" y="10308"/>
                  </a:lnTo>
                  <a:lnTo>
                    <a:pt x="161" y="10830"/>
                  </a:lnTo>
                  <a:lnTo>
                    <a:pt x="101" y="11331"/>
                  </a:lnTo>
                  <a:lnTo>
                    <a:pt x="61" y="11852"/>
                  </a:lnTo>
                  <a:lnTo>
                    <a:pt x="21" y="12354"/>
                  </a:lnTo>
                  <a:lnTo>
                    <a:pt x="1" y="13036"/>
                  </a:lnTo>
                  <a:lnTo>
                    <a:pt x="21" y="13818"/>
                  </a:lnTo>
                  <a:lnTo>
                    <a:pt x="81" y="14600"/>
                  </a:lnTo>
                  <a:lnTo>
                    <a:pt x="181" y="15362"/>
                  </a:lnTo>
                  <a:lnTo>
                    <a:pt x="321" y="16124"/>
                  </a:lnTo>
                  <a:lnTo>
                    <a:pt x="502" y="16886"/>
                  </a:lnTo>
                  <a:lnTo>
                    <a:pt x="723" y="17608"/>
                  </a:lnTo>
                  <a:lnTo>
                    <a:pt x="963" y="18310"/>
                  </a:lnTo>
                  <a:lnTo>
                    <a:pt x="1244" y="18992"/>
                  </a:lnTo>
                  <a:lnTo>
                    <a:pt x="1545" y="19613"/>
                  </a:lnTo>
                  <a:lnTo>
                    <a:pt x="1886" y="20215"/>
                  </a:lnTo>
                  <a:lnTo>
                    <a:pt x="2046" y="20496"/>
                  </a:lnTo>
                  <a:lnTo>
                    <a:pt x="2247" y="20757"/>
                  </a:lnTo>
                  <a:lnTo>
                    <a:pt x="2427" y="20997"/>
                  </a:lnTo>
                  <a:lnTo>
                    <a:pt x="2628" y="21238"/>
                  </a:lnTo>
                  <a:lnTo>
                    <a:pt x="2828" y="21438"/>
                  </a:lnTo>
                  <a:lnTo>
                    <a:pt x="3029" y="21639"/>
                  </a:lnTo>
                  <a:lnTo>
                    <a:pt x="3249" y="21839"/>
                  </a:lnTo>
                  <a:lnTo>
                    <a:pt x="3450" y="22000"/>
                  </a:lnTo>
                  <a:lnTo>
                    <a:pt x="3671" y="22140"/>
                  </a:lnTo>
                  <a:lnTo>
                    <a:pt x="3911" y="22261"/>
                  </a:lnTo>
                  <a:lnTo>
                    <a:pt x="4132" y="22381"/>
                  </a:lnTo>
                  <a:lnTo>
                    <a:pt x="4372" y="22461"/>
                  </a:lnTo>
                  <a:lnTo>
                    <a:pt x="4693" y="22561"/>
                  </a:lnTo>
                  <a:lnTo>
                    <a:pt x="5034" y="22622"/>
                  </a:lnTo>
                  <a:lnTo>
                    <a:pt x="5395" y="22642"/>
                  </a:lnTo>
                  <a:lnTo>
                    <a:pt x="5796" y="22662"/>
                  </a:lnTo>
                  <a:lnTo>
                    <a:pt x="6318" y="22642"/>
                  </a:lnTo>
                  <a:lnTo>
                    <a:pt x="6859" y="22581"/>
                  </a:lnTo>
                  <a:lnTo>
                    <a:pt x="7401" y="22481"/>
                  </a:lnTo>
                  <a:lnTo>
                    <a:pt x="7962" y="22341"/>
                  </a:lnTo>
                  <a:lnTo>
                    <a:pt x="8504" y="22160"/>
                  </a:lnTo>
                  <a:lnTo>
                    <a:pt x="9045" y="21940"/>
                  </a:lnTo>
                  <a:lnTo>
                    <a:pt x="9567" y="21659"/>
                  </a:lnTo>
                  <a:lnTo>
                    <a:pt x="9827" y="21519"/>
                  </a:lnTo>
                  <a:lnTo>
                    <a:pt x="10068" y="21358"/>
                  </a:lnTo>
                  <a:lnTo>
                    <a:pt x="10309" y="21198"/>
                  </a:lnTo>
                  <a:lnTo>
                    <a:pt x="10529" y="21017"/>
                  </a:lnTo>
                  <a:lnTo>
                    <a:pt x="10750" y="20837"/>
                  </a:lnTo>
                  <a:lnTo>
                    <a:pt x="10950" y="20636"/>
                  </a:lnTo>
                  <a:lnTo>
                    <a:pt x="11151" y="20436"/>
                  </a:lnTo>
                  <a:lnTo>
                    <a:pt x="11331" y="20215"/>
                  </a:lnTo>
                  <a:lnTo>
                    <a:pt x="11512" y="19974"/>
                  </a:lnTo>
                  <a:lnTo>
                    <a:pt x="11672" y="19754"/>
                  </a:lnTo>
                  <a:lnTo>
                    <a:pt x="11813" y="19493"/>
                  </a:lnTo>
                  <a:lnTo>
                    <a:pt x="11933" y="19252"/>
                  </a:lnTo>
                  <a:lnTo>
                    <a:pt x="12033" y="18972"/>
                  </a:lnTo>
                  <a:lnTo>
                    <a:pt x="12134" y="18691"/>
                  </a:lnTo>
                  <a:lnTo>
                    <a:pt x="12194" y="18410"/>
                  </a:lnTo>
                  <a:lnTo>
                    <a:pt x="12254" y="18109"/>
                  </a:lnTo>
                  <a:lnTo>
                    <a:pt x="12294" y="17809"/>
                  </a:lnTo>
                  <a:lnTo>
                    <a:pt x="12294" y="17488"/>
                  </a:lnTo>
                  <a:lnTo>
                    <a:pt x="12294" y="17327"/>
                  </a:lnTo>
                  <a:lnTo>
                    <a:pt x="12093" y="17508"/>
                  </a:lnTo>
                  <a:lnTo>
                    <a:pt x="11873" y="17688"/>
                  </a:lnTo>
                  <a:lnTo>
                    <a:pt x="11652" y="17849"/>
                  </a:lnTo>
                  <a:lnTo>
                    <a:pt x="11432" y="18009"/>
                  </a:lnTo>
                  <a:lnTo>
                    <a:pt x="11191" y="18149"/>
                  </a:lnTo>
                  <a:lnTo>
                    <a:pt x="10950" y="18290"/>
                  </a:lnTo>
                  <a:lnTo>
                    <a:pt x="10710" y="18410"/>
                  </a:lnTo>
                  <a:lnTo>
                    <a:pt x="10469" y="18510"/>
                  </a:lnTo>
                  <a:lnTo>
                    <a:pt x="10208" y="18611"/>
                  </a:lnTo>
                  <a:lnTo>
                    <a:pt x="9948" y="18691"/>
                  </a:lnTo>
                  <a:lnTo>
                    <a:pt x="9687" y="18771"/>
                  </a:lnTo>
                  <a:lnTo>
                    <a:pt x="9426" y="18831"/>
                  </a:lnTo>
                  <a:lnTo>
                    <a:pt x="9145" y="18871"/>
                  </a:lnTo>
                  <a:lnTo>
                    <a:pt x="8885" y="18912"/>
                  </a:lnTo>
                  <a:lnTo>
                    <a:pt x="8604" y="18932"/>
                  </a:lnTo>
                  <a:lnTo>
                    <a:pt x="7942" y="18932"/>
                  </a:lnTo>
                  <a:lnTo>
                    <a:pt x="7561" y="18891"/>
                  </a:lnTo>
                  <a:lnTo>
                    <a:pt x="7180" y="18811"/>
                  </a:lnTo>
                  <a:lnTo>
                    <a:pt x="6799" y="18711"/>
                  </a:lnTo>
                  <a:lnTo>
                    <a:pt x="6478" y="18611"/>
                  </a:lnTo>
                  <a:lnTo>
                    <a:pt x="6197" y="18510"/>
                  </a:lnTo>
                  <a:lnTo>
                    <a:pt x="5917" y="18370"/>
                  </a:lnTo>
                  <a:lnTo>
                    <a:pt x="5636" y="18230"/>
                  </a:lnTo>
                  <a:lnTo>
                    <a:pt x="5375" y="18089"/>
                  </a:lnTo>
                  <a:lnTo>
                    <a:pt x="5135" y="17909"/>
                  </a:lnTo>
                  <a:lnTo>
                    <a:pt x="4894" y="17748"/>
                  </a:lnTo>
                  <a:lnTo>
                    <a:pt x="4673" y="17548"/>
                  </a:lnTo>
                  <a:lnTo>
                    <a:pt x="4653" y="17588"/>
                  </a:lnTo>
                  <a:lnTo>
                    <a:pt x="4633" y="17608"/>
                  </a:lnTo>
                  <a:lnTo>
                    <a:pt x="4473" y="17708"/>
                  </a:lnTo>
                  <a:lnTo>
                    <a:pt x="4292" y="17809"/>
                  </a:lnTo>
                  <a:lnTo>
                    <a:pt x="4513" y="18330"/>
                  </a:lnTo>
                  <a:lnTo>
                    <a:pt x="4653" y="18210"/>
                  </a:lnTo>
                  <a:lnTo>
                    <a:pt x="4774" y="18109"/>
                  </a:lnTo>
                  <a:lnTo>
                    <a:pt x="4914" y="18029"/>
                  </a:lnTo>
                  <a:lnTo>
                    <a:pt x="5074" y="17949"/>
                  </a:lnTo>
                  <a:lnTo>
                    <a:pt x="5114" y="17949"/>
                  </a:lnTo>
                  <a:lnTo>
                    <a:pt x="5155" y="17969"/>
                  </a:lnTo>
                  <a:lnTo>
                    <a:pt x="5195" y="18009"/>
                  </a:lnTo>
                  <a:lnTo>
                    <a:pt x="5195" y="18089"/>
                  </a:lnTo>
                  <a:lnTo>
                    <a:pt x="5175" y="18129"/>
                  </a:lnTo>
                  <a:lnTo>
                    <a:pt x="5054" y="18250"/>
                  </a:lnTo>
                  <a:lnTo>
                    <a:pt x="4914" y="18370"/>
                  </a:lnTo>
                  <a:lnTo>
                    <a:pt x="4653" y="18571"/>
                  </a:lnTo>
                  <a:lnTo>
                    <a:pt x="4894" y="19052"/>
                  </a:lnTo>
                  <a:lnTo>
                    <a:pt x="5155" y="19533"/>
                  </a:lnTo>
                  <a:lnTo>
                    <a:pt x="5435" y="20015"/>
                  </a:lnTo>
                  <a:lnTo>
                    <a:pt x="5716" y="20476"/>
                  </a:lnTo>
                  <a:lnTo>
                    <a:pt x="6017" y="20937"/>
                  </a:lnTo>
                  <a:lnTo>
                    <a:pt x="6338" y="21398"/>
                  </a:lnTo>
                  <a:lnTo>
                    <a:pt x="6679" y="21860"/>
                  </a:lnTo>
                  <a:lnTo>
                    <a:pt x="7020" y="22301"/>
                  </a:lnTo>
                  <a:lnTo>
                    <a:pt x="7040" y="22361"/>
                  </a:lnTo>
                  <a:lnTo>
                    <a:pt x="7040" y="22421"/>
                  </a:lnTo>
                  <a:lnTo>
                    <a:pt x="7000" y="22461"/>
                  </a:lnTo>
                  <a:lnTo>
                    <a:pt x="6919" y="22461"/>
                  </a:lnTo>
                  <a:lnTo>
                    <a:pt x="6879" y="22441"/>
                  </a:lnTo>
                  <a:lnTo>
                    <a:pt x="6498" y="22040"/>
                  </a:lnTo>
                  <a:lnTo>
                    <a:pt x="6137" y="21619"/>
                  </a:lnTo>
                  <a:lnTo>
                    <a:pt x="5796" y="21178"/>
                  </a:lnTo>
                  <a:lnTo>
                    <a:pt x="5475" y="20736"/>
                  </a:lnTo>
                  <a:lnTo>
                    <a:pt x="5155" y="20295"/>
                  </a:lnTo>
                  <a:lnTo>
                    <a:pt x="4874" y="19814"/>
                  </a:lnTo>
                  <a:lnTo>
                    <a:pt x="4593" y="19353"/>
                  </a:lnTo>
                  <a:lnTo>
                    <a:pt x="4332" y="18851"/>
                  </a:lnTo>
                  <a:lnTo>
                    <a:pt x="4132" y="19072"/>
                  </a:lnTo>
                  <a:lnTo>
                    <a:pt x="3911" y="19293"/>
                  </a:lnTo>
                  <a:lnTo>
                    <a:pt x="3891" y="19313"/>
                  </a:lnTo>
                  <a:lnTo>
                    <a:pt x="3811" y="19313"/>
                  </a:lnTo>
                  <a:lnTo>
                    <a:pt x="3771" y="19272"/>
                  </a:lnTo>
                  <a:lnTo>
                    <a:pt x="3771" y="19232"/>
                  </a:lnTo>
                  <a:lnTo>
                    <a:pt x="3771" y="19192"/>
                  </a:lnTo>
                  <a:lnTo>
                    <a:pt x="3871" y="19032"/>
                  </a:lnTo>
                  <a:lnTo>
                    <a:pt x="3971" y="18891"/>
                  </a:lnTo>
                  <a:lnTo>
                    <a:pt x="4212" y="18611"/>
                  </a:lnTo>
                  <a:lnTo>
                    <a:pt x="3951" y="17989"/>
                  </a:lnTo>
                  <a:lnTo>
                    <a:pt x="3671" y="18169"/>
                  </a:lnTo>
                  <a:lnTo>
                    <a:pt x="3410" y="18350"/>
                  </a:lnTo>
                  <a:lnTo>
                    <a:pt x="3370" y="18370"/>
                  </a:lnTo>
                  <a:lnTo>
                    <a:pt x="3350" y="18350"/>
                  </a:lnTo>
                  <a:lnTo>
                    <a:pt x="3310" y="18330"/>
                  </a:lnTo>
                  <a:lnTo>
                    <a:pt x="3310" y="18290"/>
                  </a:lnTo>
                  <a:lnTo>
                    <a:pt x="3330" y="18250"/>
                  </a:lnTo>
                  <a:lnTo>
                    <a:pt x="3590" y="18029"/>
                  </a:lnTo>
                  <a:lnTo>
                    <a:pt x="3871" y="17829"/>
                  </a:lnTo>
                  <a:lnTo>
                    <a:pt x="3630" y="17247"/>
                  </a:lnTo>
                  <a:lnTo>
                    <a:pt x="3430" y="16645"/>
                  </a:lnTo>
                  <a:lnTo>
                    <a:pt x="3249" y="16044"/>
                  </a:lnTo>
                  <a:lnTo>
                    <a:pt x="3089" y="15422"/>
                  </a:lnTo>
                  <a:lnTo>
                    <a:pt x="2949" y="15121"/>
                  </a:lnTo>
                  <a:lnTo>
                    <a:pt x="2828" y="14800"/>
                  </a:lnTo>
                  <a:lnTo>
                    <a:pt x="2608" y="14179"/>
                  </a:lnTo>
                  <a:lnTo>
                    <a:pt x="2427" y="13517"/>
                  </a:lnTo>
                  <a:lnTo>
                    <a:pt x="2287" y="12855"/>
                  </a:lnTo>
                  <a:lnTo>
                    <a:pt x="2207" y="12374"/>
                  </a:lnTo>
                  <a:lnTo>
                    <a:pt x="2146" y="11872"/>
                  </a:lnTo>
                  <a:lnTo>
                    <a:pt x="2126" y="11391"/>
                  </a:lnTo>
                  <a:lnTo>
                    <a:pt x="2106" y="10890"/>
                  </a:lnTo>
                  <a:lnTo>
                    <a:pt x="2106" y="10408"/>
                  </a:lnTo>
                  <a:lnTo>
                    <a:pt x="2106" y="9907"/>
                  </a:lnTo>
                  <a:lnTo>
                    <a:pt x="2146" y="9426"/>
                  </a:lnTo>
                  <a:lnTo>
                    <a:pt x="2207" y="8924"/>
                  </a:lnTo>
                  <a:lnTo>
                    <a:pt x="2267" y="8443"/>
                  </a:lnTo>
                  <a:lnTo>
                    <a:pt x="2347" y="7962"/>
                  </a:lnTo>
                  <a:lnTo>
                    <a:pt x="2447" y="7460"/>
                  </a:lnTo>
                  <a:lnTo>
                    <a:pt x="2547" y="6979"/>
                  </a:lnTo>
                  <a:lnTo>
                    <a:pt x="2688" y="6518"/>
                  </a:lnTo>
                  <a:lnTo>
                    <a:pt x="2828" y="6036"/>
                  </a:lnTo>
                  <a:lnTo>
                    <a:pt x="2969" y="5575"/>
                  </a:lnTo>
                  <a:lnTo>
                    <a:pt x="3129" y="5114"/>
                  </a:lnTo>
                  <a:lnTo>
                    <a:pt x="3410" y="4412"/>
                  </a:lnTo>
                  <a:lnTo>
                    <a:pt x="3711" y="3730"/>
                  </a:lnTo>
                  <a:lnTo>
                    <a:pt x="4052" y="3068"/>
                  </a:lnTo>
                  <a:lnTo>
                    <a:pt x="4232" y="2748"/>
                  </a:lnTo>
                  <a:lnTo>
                    <a:pt x="4433" y="2427"/>
                  </a:lnTo>
                  <a:lnTo>
                    <a:pt x="4633" y="2106"/>
                  </a:lnTo>
                  <a:lnTo>
                    <a:pt x="4854" y="1805"/>
                  </a:lnTo>
                  <a:lnTo>
                    <a:pt x="5074" y="1524"/>
                  </a:lnTo>
                  <a:lnTo>
                    <a:pt x="5315" y="1243"/>
                  </a:lnTo>
                  <a:lnTo>
                    <a:pt x="5556" y="963"/>
                  </a:lnTo>
                  <a:lnTo>
                    <a:pt x="5816" y="702"/>
                  </a:lnTo>
                  <a:lnTo>
                    <a:pt x="6097" y="461"/>
                  </a:lnTo>
                  <a:lnTo>
                    <a:pt x="6378" y="221"/>
                  </a:lnTo>
                  <a:lnTo>
                    <a:pt x="601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32">
              <a:extLst>
                <a:ext uri="{FF2B5EF4-FFF2-40B4-BE49-F238E27FC236}">
                  <a16:creationId xmlns:a16="http://schemas.microsoft.com/office/drawing/2014/main" id="{98D27045-059F-CA4D-97C9-FD2C6EC8B99C}"/>
                </a:ext>
              </a:extLst>
            </p:cNvPr>
            <p:cNvSpPr/>
            <p:nvPr/>
          </p:nvSpPr>
          <p:spPr>
            <a:xfrm>
              <a:off x="11073850" y="4376125"/>
              <a:ext cx="18050" cy="23075"/>
            </a:xfrm>
            <a:custGeom>
              <a:avLst/>
              <a:gdLst/>
              <a:ahLst/>
              <a:cxnLst/>
              <a:rect l="l" t="t" r="r" b="b"/>
              <a:pathLst>
                <a:path w="722" h="923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181" y="462"/>
                  </a:lnTo>
                  <a:lnTo>
                    <a:pt x="361" y="923"/>
                  </a:lnTo>
                  <a:lnTo>
                    <a:pt x="361" y="923"/>
                  </a:lnTo>
                  <a:lnTo>
                    <a:pt x="521" y="843"/>
                  </a:lnTo>
                  <a:lnTo>
                    <a:pt x="702" y="783"/>
                  </a:lnTo>
                  <a:lnTo>
                    <a:pt x="702" y="783"/>
                  </a:lnTo>
                  <a:lnTo>
                    <a:pt x="722" y="783"/>
                  </a:lnTo>
                  <a:lnTo>
                    <a:pt x="722" y="783"/>
                  </a:lnTo>
                  <a:lnTo>
                    <a:pt x="722" y="783"/>
                  </a:lnTo>
                  <a:lnTo>
                    <a:pt x="722" y="783"/>
                  </a:lnTo>
                  <a:lnTo>
                    <a:pt x="541" y="602"/>
                  </a:lnTo>
                  <a:lnTo>
                    <a:pt x="341" y="40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32">
              <a:extLst>
                <a:ext uri="{FF2B5EF4-FFF2-40B4-BE49-F238E27FC236}">
                  <a16:creationId xmlns:a16="http://schemas.microsoft.com/office/drawing/2014/main" id="{E6BA1BEC-3C38-B859-39E8-6A7264CF0BA8}"/>
                </a:ext>
              </a:extLst>
            </p:cNvPr>
            <p:cNvSpPr/>
            <p:nvPr/>
          </p:nvSpPr>
          <p:spPr>
            <a:xfrm>
              <a:off x="11054775" y="4344550"/>
              <a:ext cx="98800" cy="176000"/>
            </a:xfrm>
            <a:custGeom>
              <a:avLst/>
              <a:gdLst/>
              <a:ahLst/>
              <a:cxnLst/>
              <a:rect l="l" t="t" r="r" b="b"/>
              <a:pathLst>
                <a:path w="3952" h="7040" extrusionOk="0">
                  <a:moveTo>
                    <a:pt x="1" y="0"/>
                  </a:moveTo>
                  <a:lnTo>
                    <a:pt x="161" y="622"/>
                  </a:lnTo>
                  <a:lnTo>
                    <a:pt x="342" y="1223"/>
                  </a:lnTo>
                  <a:lnTo>
                    <a:pt x="542" y="1825"/>
                  </a:lnTo>
                  <a:lnTo>
                    <a:pt x="783" y="2407"/>
                  </a:lnTo>
                  <a:lnTo>
                    <a:pt x="502" y="2607"/>
                  </a:lnTo>
                  <a:lnTo>
                    <a:pt x="242" y="2828"/>
                  </a:lnTo>
                  <a:lnTo>
                    <a:pt x="222" y="2868"/>
                  </a:lnTo>
                  <a:lnTo>
                    <a:pt x="222" y="2908"/>
                  </a:lnTo>
                  <a:lnTo>
                    <a:pt x="262" y="2928"/>
                  </a:lnTo>
                  <a:lnTo>
                    <a:pt x="282" y="2948"/>
                  </a:lnTo>
                  <a:lnTo>
                    <a:pt x="322" y="2928"/>
                  </a:lnTo>
                  <a:lnTo>
                    <a:pt x="583" y="2747"/>
                  </a:lnTo>
                  <a:lnTo>
                    <a:pt x="863" y="2567"/>
                  </a:lnTo>
                  <a:lnTo>
                    <a:pt x="1124" y="3189"/>
                  </a:lnTo>
                  <a:lnTo>
                    <a:pt x="883" y="3469"/>
                  </a:lnTo>
                  <a:lnTo>
                    <a:pt x="783" y="3610"/>
                  </a:lnTo>
                  <a:lnTo>
                    <a:pt x="683" y="3770"/>
                  </a:lnTo>
                  <a:lnTo>
                    <a:pt x="683" y="3810"/>
                  </a:lnTo>
                  <a:lnTo>
                    <a:pt x="683" y="3850"/>
                  </a:lnTo>
                  <a:lnTo>
                    <a:pt x="723" y="3891"/>
                  </a:lnTo>
                  <a:lnTo>
                    <a:pt x="803" y="3891"/>
                  </a:lnTo>
                  <a:lnTo>
                    <a:pt x="823" y="3871"/>
                  </a:lnTo>
                  <a:lnTo>
                    <a:pt x="1044" y="3650"/>
                  </a:lnTo>
                  <a:lnTo>
                    <a:pt x="1244" y="3429"/>
                  </a:lnTo>
                  <a:lnTo>
                    <a:pt x="1505" y="3931"/>
                  </a:lnTo>
                  <a:lnTo>
                    <a:pt x="1786" y="4392"/>
                  </a:lnTo>
                  <a:lnTo>
                    <a:pt x="2067" y="4873"/>
                  </a:lnTo>
                  <a:lnTo>
                    <a:pt x="2387" y="5314"/>
                  </a:lnTo>
                  <a:lnTo>
                    <a:pt x="2708" y="5756"/>
                  </a:lnTo>
                  <a:lnTo>
                    <a:pt x="3049" y="6197"/>
                  </a:lnTo>
                  <a:lnTo>
                    <a:pt x="3410" y="6618"/>
                  </a:lnTo>
                  <a:lnTo>
                    <a:pt x="3791" y="7019"/>
                  </a:lnTo>
                  <a:lnTo>
                    <a:pt x="3831" y="7039"/>
                  </a:lnTo>
                  <a:lnTo>
                    <a:pt x="3912" y="7039"/>
                  </a:lnTo>
                  <a:lnTo>
                    <a:pt x="3952" y="6999"/>
                  </a:lnTo>
                  <a:lnTo>
                    <a:pt x="3952" y="6939"/>
                  </a:lnTo>
                  <a:lnTo>
                    <a:pt x="3932" y="6879"/>
                  </a:lnTo>
                  <a:lnTo>
                    <a:pt x="3591" y="6438"/>
                  </a:lnTo>
                  <a:lnTo>
                    <a:pt x="3250" y="5976"/>
                  </a:lnTo>
                  <a:lnTo>
                    <a:pt x="2929" y="5515"/>
                  </a:lnTo>
                  <a:lnTo>
                    <a:pt x="2628" y="5054"/>
                  </a:lnTo>
                  <a:lnTo>
                    <a:pt x="2347" y="4593"/>
                  </a:lnTo>
                  <a:lnTo>
                    <a:pt x="2067" y="4111"/>
                  </a:lnTo>
                  <a:lnTo>
                    <a:pt x="1806" y="3630"/>
                  </a:lnTo>
                  <a:lnTo>
                    <a:pt x="1565" y="3149"/>
                  </a:lnTo>
                  <a:lnTo>
                    <a:pt x="1826" y="2948"/>
                  </a:lnTo>
                  <a:lnTo>
                    <a:pt x="1966" y="2828"/>
                  </a:lnTo>
                  <a:lnTo>
                    <a:pt x="2087" y="2707"/>
                  </a:lnTo>
                  <a:lnTo>
                    <a:pt x="2107" y="2667"/>
                  </a:lnTo>
                  <a:lnTo>
                    <a:pt x="2107" y="2587"/>
                  </a:lnTo>
                  <a:lnTo>
                    <a:pt x="2067" y="2547"/>
                  </a:lnTo>
                  <a:lnTo>
                    <a:pt x="2026" y="2527"/>
                  </a:lnTo>
                  <a:lnTo>
                    <a:pt x="1986" y="2527"/>
                  </a:lnTo>
                  <a:lnTo>
                    <a:pt x="1826" y="2607"/>
                  </a:lnTo>
                  <a:lnTo>
                    <a:pt x="1686" y="2687"/>
                  </a:lnTo>
                  <a:lnTo>
                    <a:pt x="1565" y="2788"/>
                  </a:lnTo>
                  <a:lnTo>
                    <a:pt x="1425" y="2908"/>
                  </a:lnTo>
                  <a:lnTo>
                    <a:pt x="1204" y="2387"/>
                  </a:lnTo>
                  <a:lnTo>
                    <a:pt x="1385" y="2286"/>
                  </a:lnTo>
                  <a:lnTo>
                    <a:pt x="1545" y="2186"/>
                  </a:lnTo>
                  <a:lnTo>
                    <a:pt x="1565" y="2166"/>
                  </a:lnTo>
                  <a:lnTo>
                    <a:pt x="1585" y="2126"/>
                  </a:lnTo>
                  <a:lnTo>
                    <a:pt x="1485" y="2046"/>
                  </a:lnTo>
                  <a:lnTo>
                    <a:pt x="1465" y="2046"/>
                  </a:lnTo>
                  <a:lnTo>
                    <a:pt x="1284" y="2106"/>
                  </a:lnTo>
                  <a:lnTo>
                    <a:pt x="1124" y="2186"/>
                  </a:lnTo>
                  <a:lnTo>
                    <a:pt x="944" y="1725"/>
                  </a:lnTo>
                  <a:lnTo>
                    <a:pt x="763" y="1263"/>
                  </a:lnTo>
                  <a:lnTo>
                    <a:pt x="562" y="963"/>
                  </a:lnTo>
                  <a:lnTo>
                    <a:pt x="362" y="642"/>
                  </a:lnTo>
                  <a:lnTo>
                    <a:pt x="181" y="32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32">
              <a:extLst>
                <a:ext uri="{FF2B5EF4-FFF2-40B4-BE49-F238E27FC236}">
                  <a16:creationId xmlns:a16="http://schemas.microsoft.com/office/drawing/2014/main" id="{3A5C053A-DA9A-49A7-0E9A-75721EA003DD}"/>
                </a:ext>
              </a:extLst>
            </p:cNvPr>
            <p:cNvSpPr/>
            <p:nvPr/>
          </p:nvSpPr>
          <p:spPr>
            <a:xfrm>
              <a:off x="11551625" y="3950975"/>
              <a:ext cx="307875" cy="574575"/>
            </a:xfrm>
            <a:custGeom>
              <a:avLst/>
              <a:gdLst/>
              <a:ahLst/>
              <a:cxnLst/>
              <a:rect l="l" t="t" r="r" b="b"/>
              <a:pathLst>
                <a:path w="12315" h="22983" extrusionOk="0">
                  <a:moveTo>
                    <a:pt x="5275" y="0"/>
                  </a:moveTo>
                  <a:lnTo>
                    <a:pt x="5095" y="20"/>
                  </a:lnTo>
                  <a:lnTo>
                    <a:pt x="4954" y="40"/>
                  </a:lnTo>
                  <a:lnTo>
                    <a:pt x="4854" y="100"/>
                  </a:lnTo>
                  <a:lnTo>
                    <a:pt x="4754" y="181"/>
                  </a:lnTo>
                  <a:lnTo>
                    <a:pt x="4674" y="301"/>
                  </a:lnTo>
                  <a:lnTo>
                    <a:pt x="4593" y="461"/>
                  </a:lnTo>
                  <a:lnTo>
                    <a:pt x="4553" y="622"/>
                  </a:lnTo>
                  <a:lnTo>
                    <a:pt x="4513" y="822"/>
                  </a:lnTo>
                  <a:lnTo>
                    <a:pt x="4493" y="1023"/>
                  </a:lnTo>
                  <a:lnTo>
                    <a:pt x="4473" y="1524"/>
                  </a:lnTo>
                  <a:lnTo>
                    <a:pt x="4513" y="2066"/>
                  </a:lnTo>
                  <a:lnTo>
                    <a:pt x="4553" y="2667"/>
                  </a:lnTo>
                  <a:lnTo>
                    <a:pt x="4634" y="3289"/>
                  </a:lnTo>
                  <a:lnTo>
                    <a:pt x="4794" y="4613"/>
                  </a:lnTo>
                  <a:lnTo>
                    <a:pt x="4874" y="5275"/>
                  </a:lnTo>
                  <a:lnTo>
                    <a:pt x="4914" y="5916"/>
                  </a:lnTo>
                  <a:lnTo>
                    <a:pt x="4954" y="6498"/>
                  </a:lnTo>
                  <a:lnTo>
                    <a:pt x="4934" y="7059"/>
                  </a:lnTo>
                  <a:lnTo>
                    <a:pt x="4914" y="7320"/>
                  </a:lnTo>
                  <a:lnTo>
                    <a:pt x="4874" y="7541"/>
                  </a:lnTo>
                  <a:lnTo>
                    <a:pt x="4834" y="7761"/>
                  </a:lnTo>
                  <a:lnTo>
                    <a:pt x="4774" y="7962"/>
                  </a:lnTo>
                  <a:lnTo>
                    <a:pt x="4593" y="8343"/>
                  </a:lnTo>
                  <a:lnTo>
                    <a:pt x="4373" y="8784"/>
                  </a:lnTo>
                  <a:lnTo>
                    <a:pt x="4092" y="9245"/>
                  </a:lnTo>
                  <a:lnTo>
                    <a:pt x="3771" y="9747"/>
                  </a:lnTo>
                  <a:lnTo>
                    <a:pt x="3069" y="10830"/>
                  </a:lnTo>
                  <a:lnTo>
                    <a:pt x="2307" y="12013"/>
                  </a:lnTo>
                  <a:lnTo>
                    <a:pt x="1926" y="12635"/>
                  </a:lnTo>
                  <a:lnTo>
                    <a:pt x="1545" y="13256"/>
                  </a:lnTo>
                  <a:lnTo>
                    <a:pt x="1204" y="13898"/>
                  </a:lnTo>
                  <a:lnTo>
                    <a:pt x="883" y="14540"/>
                  </a:lnTo>
                  <a:lnTo>
                    <a:pt x="603" y="15202"/>
                  </a:lnTo>
                  <a:lnTo>
                    <a:pt x="362" y="15843"/>
                  </a:lnTo>
                  <a:lnTo>
                    <a:pt x="262" y="16164"/>
                  </a:lnTo>
                  <a:lnTo>
                    <a:pt x="181" y="16485"/>
                  </a:lnTo>
                  <a:lnTo>
                    <a:pt x="101" y="16806"/>
                  </a:lnTo>
                  <a:lnTo>
                    <a:pt x="61" y="17127"/>
                  </a:lnTo>
                  <a:lnTo>
                    <a:pt x="21" y="17548"/>
                  </a:lnTo>
                  <a:lnTo>
                    <a:pt x="1" y="17949"/>
                  </a:lnTo>
                  <a:lnTo>
                    <a:pt x="41" y="18350"/>
                  </a:lnTo>
                  <a:lnTo>
                    <a:pt x="101" y="18731"/>
                  </a:lnTo>
                  <a:lnTo>
                    <a:pt x="201" y="19092"/>
                  </a:lnTo>
                  <a:lnTo>
                    <a:pt x="322" y="19433"/>
                  </a:lnTo>
                  <a:lnTo>
                    <a:pt x="462" y="19754"/>
                  </a:lnTo>
                  <a:lnTo>
                    <a:pt x="643" y="20075"/>
                  </a:lnTo>
                  <a:lnTo>
                    <a:pt x="843" y="20356"/>
                  </a:lnTo>
                  <a:lnTo>
                    <a:pt x="1064" y="20636"/>
                  </a:lnTo>
                  <a:lnTo>
                    <a:pt x="1304" y="20917"/>
                  </a:lnTo>
                  <a:lnTo>
                    <a:pt x="1565" y="21158"/>
                  </a:lnTo>
                  <a:lnTo>
                    <a:pt x="1846" y="21398"/>
                  </a:lnTo>
                  <a:lnTo>
                    <a:pt x="2127" y="21619"/>
                  </a:lnTo>
                  <a:lnTo>
                    <a:pt x="2448" y="21820"/>
                  </a:lnTo>
                  <a:lnTo>
                    <a:pt x="2768" y="22000"/>
                  </a:lnTo>
                  <a:lnTo>
                    <a:pt x="3089" y="22160"/>
                  </a:lnTo>
                  <a:lnTo>
                    <a:pt x="3430" y="22321"/>
                  </a:lnTo>
                  <a:lnTo>
                    <a:pt x="3771" y="22461"/>
                  </a:lnTo>
                  <a:lnTo>
                    <a:pt x="4112" y="22582"/>
                  </a:lnTo>
                  <a:lnTo>
                    <a:pt x="4453" y="22682"/>
                  </a:lnTo>
                  <a:lnTo>
                    <a:pt x="4794" y="22782"/>
                  </a:lnTo>
                  <a:lnTo>
                    <a:pt x="5155" y="22842"/>
                  </a:lnTo>
                  <a:lnTo>
                    <a:pt x="5496" y="22902"/>
                  </a:lnTo>
                  <a:lnTo>
                    <a:pt x="5837" y="22943"/>
                  </a:lnTo>
                  <a:lnTo>
                    <a:pt x="6178" y="22983"/>
                  </a:lnTo>
                  <a:lnTo>
                    <a:pt x="6819" y="22983"/>
                  </a:lnTo>
                  <a:lnTo>
                    <a:pt x="7120" y="22963"/>
                  </a:lnTo>
                  <a:lnTo>
                    <a:pt x="7401" y="22923"/>
                  </a:lnTo>
                  <a:lnTo>
                    <a:pt x="7682" y="22862"/>
                  </a:lnTo>
                  <a:lnTo>
                    <a:pt x="7943" y="22782"/>
                  </a:lnTo>
                  <a:lnTo>
                    <a:pt x="8283" y="22642"/>
                  </a:lnTo>
                  <a:lnTo>
                    <a:pt x="8624" y="22461"/>
                  </a:lnTo>
                  <a:lnTo>
                    <a:pt x="8965" y="22241"/>
                  </a:lnTo>
                  <a:lnTo>
                    <a:pt x="9286" y="21960"/>
                  </a:lnTo>
                  <a:lnTo>
                    <a:pt x="9627" y="21599"/>
                  </a:lnTo>
                  <a:lnTo>
                    <a:pt x="9968" y="21198"/>
                  </a:lnTo>
                  <a:lnTo>
                    <a:pt x="10289" y="20737"/>
                  </a:lnTo>
                  <a:lnTo>
                    <a:pt x="10590" y="20255"/>
                  </a:lnTo>
                  <a:lnTo>
                    <a:pt x="10870" y="19734"/>
                  </a:lnTo>
                  <a:lnTo>
                    <a:pt x="11131" y="19172"/>
                  </a:lnTo>
                  <a:lnTo>
                    <a:pt x="11372" y="18591"/>
                  </a:lnTo>
                  <a:lnTo>
                    <a:pt x="11572" y="17969"/>
                  </a:lnTo>
                  <a:lnTo>
                    <a:pt x="11773" y="17347"/>
                  </a:lnTo>
                  <a:lnTo>
                    <a:pt x="11933" y="16686"/>
                  </a:lnTo>
                  <a:lnTo>
                    <a:pt x="12054" y="16024"/>
                  </a:lnTo>
                  <a:lnTo>
                    <a:pt x="12174" y="15362"/>
                  </a:lnTo>
                  <a:lnTo>
                    <a:pt x="12234" y="14680"/>
                  </a:lnTo>
                  <a:lnTo>
                    <a:pt x="12294" y="14018"/>
                  </a:lnTo>
                  <a:lnTo>
                    <a:pt x="12314" y="13336"/>
                  </a:lnTo>
                  <a:lnTo>
                    <a:pt x="12294" y="12675"/>
                  </a:lnTo>
                  <a:lnTo>
                    <a:pt x="12254" y="12133"/>
                  </a:lnTo>
                  <a:lnTo>
                    <a:pt x="12194" y="11592"/>
                  </a:lnTo>
                  <a:lnTo>
                    <a:pt x="12114" y="11050"/>
                  </a:lnTo>
                  <a:lnTo>
                    <a:pt x="12034" y="10509"/>
                  </a:lnTo>
                  <a:lnTo>
                    <a:pt x="11933" y="9967"/>
                  </a:lnTo>
                  <a:lnTo>
                    <a:pt x="11793" y="9446"/>
                  </a:lnTo>
                  <a:lnTo>
                    <a:pt x="11673" y="8904"/>
                  </a:lnTo>
                  <a:lnTo>
                    <a:pt x="11512" y="8383"/>
                  </a:lnTo>
                  <a:lnTo>
                    <a:pt x="11352" y="7862"/>
                  </a:lnTo>
                  <a:lnTo>
                    <a:pt x="11171" y="7360"/>
                  </a:lnTo>
                  <a:lnTo>
                    <a:pt x="10991" y="6859"/>
                  </a:lnTo>
                  <a:lnTo>
                    <a:pt x="10790" y="6378"/>
                  </a:lnTo>
                  <a:lnTo>
                    <a:pt x="10570" y="5896"/>
                  </a:lnTo>
                  <a:lnTo>
                    <a:pt x="10369" y="5435"/>
                  </a:lnTo>
                  <a:lnTo>
                    <a:pt x="10128" y="4974"/>
                  </a:lnTo>
                  <a:lnTo>
                    <a:pt x="9908" y="4533"/>
                  </a:lnTo>
                  <a:lnTo>
                    <a:pt x="9667" y="4111"/>
                  </a:lnTo>
                  <a:lnTo>
                    <a:pt x="9407" y="3690"/>
                  </a:lnTo>
                  <a:lnTo>
                    <a:pt x="9166" y="3309"/>
                  </a:lnTo>
                  <a:lnTo>
                    <a:pt x="8905" y="2928"/>
                  </a:lnTo>
                  <a:lnTo>
                    <a:pt x="8644" y="2567"/>
                  </a:lnTo>
                  <a:lnTo>
                    <a:pt x="8384" y="2226"/>
                  </a:lnTo>
                  <a:lnTo>
                    <a:pt x="8123" y="1905"/>
                  </a:lnTo>
                  <a:lnTo>
                    <a:pt x="7862" y="1605"/>
                  </a:lnTo>
                  <a:lnTo>
                    <a:pt x="7602" y="1344"/>
                  </a:lnTo>
                  <a:lnTo>
                    <a:pt x="7341" y="1083"/>
                  </a:lnTo>
                  <a:lnTo>
                    <a:pt x="7080" y="863"/>
                  </a:lnTo>
                  <a:lnTo>
                    <a:pt x="6819" y="662"/>
                  </a:lnTo>
                  <a:lnTo>
                    <a:pt x="6559" y="482"/>
                  </a:lnTo>
                  <a:lnTo>
                    <a:pt x="6298" y="321"/>
                  </a:lnTo>
                  <a:lnTo>
                    <a:pt x="6057" y="201"/>
                  </a:lnTo>
                  <a:lnTo>
                    <a:pt x="5817" y="100"/>
                  </a:lnTo>
                  <a:lnTo>
                    <a:pt x="5616" y="60"/>
                  </a:lnTo>
                  <a:lnTo>
                    <a:pt x="5456" y="20"/>
                  </a:lnTo>
                  <a:lnTo>
                    <a:pt x="52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32">
              <a:extLst>
                <a:ext uri="{FF2B5EF4-FFF2-40B4-BE49-F238E27FC236}">
                  <a16:creationId xmlns:a16="http://schemas.microsoft.com/office/drawing/2014/main" id="{F4EF0BEA-4B90-1CBB-3343-BD3D5992AEF4}"/>
                </a:ext>
              </a:extLst>
            </p:cNvPr>
            <p:cNvSpPr/>
            <p:nvPr/>
          </p:nvSpPr>
          <p:spPr>
            <a:xfrm>
              <a:off x="11551625" y="3950975"/>
              <a:ext cx="307875" cy="574575"/>
            </a:xfrm>
            <a:custGeom>
              <a:avLst/>
              <a:gdLst/>
              <a:ahLst/>
              <a:cxnLst/>
              <a:rect l="l" t="t" r="r" b="b"/>
              <a:pathLst>
                <a:path w="12315" h="22983" fill="none" extrusionOk="0">
                  <a:moveTo>
                    <a:pt x="9286" y="21960"/>
                  </a:moveTo>
                  <a:lnTo>
                    <a:pt x="9286" y="21960"/>
                  </a:lnTo>
                  <a:lnTo>
                    <a:pt x="8965" y="22241"/>
                  </a:lnTo>
                  <a:lnTo>
                    <a:pt x="8624" y="22461"/>
                  </a:lnTo>
                  <a:lnTo>
                    <a:pt x="8283" y="22642"/>
                  </a:lnTo>
                  <a:lnTo>
                    <a:pt x="7943" y="22782"/>
                  </a:lnTo>
                  <a:lnTo>
                    <a:pt x="7943" y="22782"/>
                  </a:lnTo>
                  <a:lnTo>
                    <a:pt x="7682" y="22862"/>
                  </a:lnTo>
                  <a:lnTo>
                    <a:pt x="7401" y="22923"/>
                  </a:lnTo>
                  <a:lnTo>
                    <a:pt x="7120" y="22963"/>
                  </a:lnTo>
                  <a:lnTo>
                    <a:pt x="6819" y="22983"/>
                  </a:lnTo>
                  <a:lnTo>
                    <a:pt x="6499" y="22983"/>
                  </a:lnTo>
                  <a:lnTo>
                    <a:pt x="6178" y="22983"/>
                  </a:lnTo>
                  <a:lnTo>
                    <a:pt x="5837" y="22943"/>
                  </a:lnTo>
                  <a:lnTo>
                    <a:pt x="5496" y="22902"/>
                  </a:lnTo>
                  <a:lnTo>
                    <a:pt x="5155" y="22842"/>
                  </a:lnTo>
                  <a:lnTo>
                    <a:pt x="4794" y="22782"/>
                  </a:lnTo>
                  <a:lnTo>
                    <a:pt x="4453" y="22682"/>
                  </a:lnTo>
                  <a:lnTo>
                    <a:pt x="4112" y="22582"/>
                  </a:lnTo>
                  <a:lnTo>
                    <a:pt x="3771" y="22461"/>
                  </a:lnTo>
                  <a:lnTo>
                    <a:pt x="3430" y="22321"/>
                  </a:lnTo>
                  <a:lnTo>
                    <a:pt x="3089" y="22160"/>
                  </a:lnTo>
                  <a:lnTo>
                    <a:pt x="2768" y="22000"/>
                  </a:lnTo>
                  <a:lnTo>
                    <a:pt x="2448" y="21820"/>
                  </a:lnTo>
                  <a:lnTo>
                    <a:pt x="2127" y="21619"/>
                  </a:lnTo>
                  <a:lnTo>
                    <a:pt x="1846" y="21398"/>
                  </a:lnTo>
                  <a:lnTo>
                    <a:pt x="1565" y="21158"/>
                  </a:lnTo>
                  <a:lnTo>
                    <a:pt x="1304" y="20917"/>
                  </a:lnTo>
                  <a:lnTo>
                    <a:pt x="1064" y="20636"/>
                  </a:lnTo>
                  <a:lnTo>
                    <a:pt x="843" y="20356"/>
                  </a:lnTo>
                  <a:lnTo>
                    <a:pt x="643" y="20075"/>
                  </a:lnTo>
                  <a:lnTo>
                    <a:pt x="462" y="19754"/>
                  </a:lnTo>
                  <a:lnTo>
                    <a:pt x="322" y="19433"/>
                  </a:lnTo>
                  <a:lnTo>
                    <a:pt x="201" y="19092"/>
                  </a:lnTo>
                  <a:lnTo>
                    <a:pt x="101" y="18731"/>
                  </a:lnTo>
                  <a:lnTo>
                    <a:pt x="41" y="18350"/>
                  </a:lnTo>
                  <a:lnTo>
                    <a:pt x="1" y="17949"/>
                  </a:lnTo>
                  <a:lnTo>
                    <a:pt x="21" y="17548"/>
                  </a:lnTo>
                  <a:lnTo>
                    <a:pt x="61" y="17127"/>
                  </a:lnTo>
                  <a:lnTo>
                    <a:pt x="61" y="17127"/>
                  </a:lnTo>
                  <a:lnTo>
                    <a:pt x="101" y="16806"/>
                  </a:lnTo>
                  <a:lnTo>
                    <a:pt x="181" y="16485"/>
                  </a:lnTo>
                  <a:lnTo>
                    <a:pt x="262" y="16164"/>
                  </a:lnTo>
                  <a:lnTo>
                    <a:pt x="362" y="15843"/>
                  </a:lnTo>
                  <a:lnTo>
                    <a:pt x="603" y="15202"/>
                  </a:lnTo>
                  <a:lnTo>
                    <a:pt x="883" y="14540"/>
                  </a:lnTo>
                  <a:lnTo>
                    <a:pt x="1204" y="13898"/>
                  </a:lnTo>
                  <a:lnTo>
                    <a:pt x="1545" y="13256"/>
                  </a:lnTo>
                  <a:lnTo>
                    <a:pt x="1926" y="12635"/>
                  </a:lnTo>
                  <a:lnTo>
                    <a:pt x="2307" y="12013"/>
                  </a:lnTo>
                  <a:lnTo>
                    <a:pt x="3069" y="10830"/>
                  </a:lnTo>
                  <a:lnTo>
                    <a:pt x="3771" y="9747"/>
                  </a:lnTo>
                  <a:lnTo>
                    <a:pt x="4092" y="9245"/>
                  </a:lnTo>
                  <a:lnTo>
                    <a:pt x="4373" y="8784"/>
                  </a:lnTo>
                  <a:lnTo>
                    <a:pt x="4593" y="8343"/>
                  </a:lnTo>
                  <a:lnTo>
                    <a:pt x="4774" y="7962"/>
                  </a:lnTo>
                  <a:lnTo>
                    <a:pt x="4774" y="7962"/>
                  </a:lnTo>
                  <a:lnTo>
                    <a:pt x="4834" y="7761"/>
                  </a:lnTo>
                  <a:lnTo>
                    <a:pt x="4874" y="7541"/>
                  </a:lnTo>
                  <a:lnTo>
                    <a:pt x="4914" y="7320"/>
                  </a:lnTo>
                  <a:lnTo>
                    <a:pt x="4934" y="7059"/>
                  </a:lnTo>
                  <a:lnTo>
                    <a:pt x="4954" y="6498"/>
                  </a:lnTo>
                  <a:lnTo>
                    <a:pt x="4914" y="5916"/>
                  </a:lnTo>
                  <a:lnTo>
                    <a:pt x="4874" y="5275"/>
                  </a:lnTo>
                  <a:lnTo>
                    <a:pt x="4794" y="4613"/>
                  </a:lnTo>
                  <a:lnTo>
                    <a:pt x="4634" y="3289"/>
                  </a:lnTo>
                  <a:lnTo>
                    <a:pt x="4553" y="2667"/>
                  </a:lnTo>
                  <a:lnTo>
                    <a:pt x="4513" y="2066"/>
                  </a:lnTo>
                  <a:lnTo>
                    <a:pt x="4473" y="1524"/>
                  </a:lnTo>
                  <a:lnTo>
                    <a:pt x="4493" y="1023"/>
                  </a:lnTo>
                  <a:lnTo>
                    <a:pt x="4513" y="822"/>
                  </a:lnTo>
                  <a:lnTo>
                    <a:pt x="4553" y="622"/>
                  </a:lnTo>
                  <a:lnTo>
                    <a:pt x="4593" y="461"/>
                  </a:lnTo>
                  <a:lnTo>
                    <a:pt x="4674" y="301"/>
                  </a:lnTo>
                  <a:lnTo>
                    <a:pt x="4754" y="181"/>
                  </a:lnTo>
                  <a:lnTo>
                    <a:pt x="4854" y="100"/>
                  </a:lnTo>
                  <a:lnTo>
                    <a:pt x="4954" y="40"/>
                  </a:lnTo>
                  <a:lnTo>
                    <a:pt x="5095" y="20"/>
                  </a:lnTo>
                  <a:lnTo>
                    <a:pt x="5095" y="20"/>
                  </a:lnTo>
                  <a:lnTo>
                    <a:pt x="5275" y="0"/>
                  </a:lnTo>
                  <a:lnTo>
                    <a:pt x="5456" y="20"/>
                  </a:lnTo>
                  <a:lnTo>
                    <a:pt x="5616" y="60"/>
                  </a:lnTo>
                  <a:lnTo>
                    <a:pt x="5817" y="100"/>
                  </a:lnTo>
                  <a:lnTo>
                    <a:pt x="5817" y="100"/>
                  </a:lnTo>
                  <a:lnTo>
                    <a:pt x="6057" y="201"/>
                  </a:lnTo>
                  <a:lnTo>
                    <a:pt x="6298" y="321"/>
                  </a:lnTo>
                  <a:lnTo>
                    <a:pt x="6559" y="482"/>
                  </a:lnTo>
                  <a:lnTo>
                    <a:pt x="6819" y="662"/>
                  </a:lnTo>
                  <a:lnTo>
                    <a:pt x="7080" y="863"/>
                  </a:lnTo>
                  <a:lnTo>
                    <a:pt x="7341" y="1083"/>
                  </a:lnTo>
                  <a:lnTo>
                    <a:pt x="7602" y="1344"/>
                  </a:lnTo>
                  <a:lnTo>
                    <a:pt x="7862" y="1605"/>
                  </a:lnTo>
                  <a:lnTo>
                    <a:pt x="8123" y="1905"/>
                  </a:lnTo>
                  <a:lnTo>
                    <a:pt x="8384" y="2226"/>
                  </a:lnTo>
                  <a:lnTo>
                    <a:pt x="8644" y="2567"/>
                  </a:lnTo>
                  <a:lnTo>
                    <a:pt x="8905" y="2928"/>
                  </a:lnTo>
                  <a:lnTo>
                    <a:pt x="9166" y="3309"/>
                  </a:lnTo>
                  <a:lnTo>
                    <a:pt x="9407" y="3690"/>
                  </a:lnTo>
                  <a:lnTo>
                    <a:pt x="9667" y="4111"/>
                  </a:lnTo>
                  <a:lnTo>
                    <a:pt x="9908" y="4533"/>
                  </a:lnTo>
                  <a:lnTo>
                    <a:pt x="10128" y="4974"/>
                  </a:lnTo>
                  <a:lnTo>
                    <a:pt x="10369" y="5435"/>
                  </a:lnTo>
                  <a:lnTo>
                    <a:pt x="10570" y="5896"/>
                  </a:lnTo>
                  <a:lnTo>
                    <a:pt x="10790" y="6378"/>
                  </a:lnTo>
                  <a:lnTo>
                    <a:pt x="10991" y="6859"/>
                  </a:lnTo>
                  <a:lnTo>
                    <a:pt x="11171" y="7360"/>
                  </a:lnTo>
                  <a:lnTo>
                    <a:pt x="11352" y="7862"/>
                  </a:lnTo>
                  <a:lnTo>
                    <a:pt x="11512" y="8383"/>
                  </a:lnTo>
                  <a:lnTo>
                    <a:pt x="11673" y="8904"/>
                  </a:lnTo>
                  <a:lnTo>
                    <a:pt x="11793" y="9446"/>
                  </a:lnTo>
                  <a:lnTo>
                    <a:pt x="11933" y="9967"/>
                  </a:lnTo>
                  <a:lnTo>
                    <a:pt x="12034" y="10509"/>
                  </a:lnTo>
                  <a:lnTo>
                    <a:pt x="12114" y="11050"/>
                  </a:lnTo>
                  <a:lnTo>
                    <a:pt x="12194" y="11592"/>
                  </a:lnTo>
                  <a:lnTo>
                    <a:pt x="12254" y="12133"/>
                  </a:lnTo>
                  <a:lnTo>
                    <a:pt x="12294" y="12675"/>
                  </a:lnTo>
                  <a:lnTo>
                    <a:pt x="12294" y="12675"/>
                  </a:lnTo>
                  <a:lnTo>
                    <a:pt x="12314" y="13336"/>
                  </a:lnTo>
                  <a:lnTo>
                    <a:pt x="12294" y="14018"/>
                  </a:lnTo>
                  <a:lnTo>
                    <a:pt x="12234" y="14680"/>
                  </a:lnTo>
                  <a:lnTo>
                    <a:pt x="12174" y="15362"/>
                  </a:lnTo>
                  <a:lnTo>
                    <a:pt x="12054" y="16024"/>
                  </a:lnTo>
                  <a:lnTo>
                    <a:pt x="11933" y="16686"/>
                  </a:lnTo>
                  <a:lnTo>
                    <a:pt x="11773" y="17347"/>
                  </a:lnTo>
                  <a:lnTo>
                    <a:pt x="11572" y="17969"/>
                  </a:lnTo>
                  <a:lnTo>
                    <a:pt x="11372" y="18591"/>
                  </a:lnTo>
                  <a:lnTo>
                    <a:pt x="11131" y="19172"/>
                  </a:lnTo>
                  <a:lnTo>
                    <a:pt x="10870" y="19734"/>
                  </a:lnTo>
                  <a:lnTo>
                    <a:pt x="10590" y="20255"/>
                  </a:lnTo>
                  <a:lnTo>
                    <a:pt x="10289" y="20737"/>
                  </a:lnTo>
                  <a:lnTo>
                    <a:pt x="9968" y="21198"/>
                  </a:lnTo>
                  <a:lnTo>
                    <a:pt x="9627" y="21599"/>
                  </a:lnTo>
                  <a:lnTo>
                    <a:pt x="9286" y="219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32">
              <a:extLst>
                <a:ext uri="{FF2B5EF4-FFF2-40B4-BE49-F238E27FC236}">
                  <a16:creationId xmlns:a16="http://schemas.microsoft.com/office/drawing/2014/main" id="{6C45F505-8207-EB11-EA22-589F5A6D3390}"/>
                </a:ext>
              </a:extLst>
            </p:cNvPr>
            <p:cNvSpPr/>
            <p:nvPr/>
          </p:nvSpPr>
          <p:spPr>
            <a:xfrm>
              <a:off x="11701550" y="3965000"/>
              <a:ext cx="121850" cy="521450"/>
            </a:xfrm>
            <a:custGeom>
              <a:avLst/>
              <a:gdLst/>
              <a:ahLst/>
              <a:cxnLst/>
              <a:rect l="l" t="t" r="r" b="b"/>
              <a:pathLst>
                <a:path w="4874" h="20858" extrusionOk="0">
                  <a:moveTo>
                    <a:pt x="181" y="1"/>
                  </a:moveTo>
                  <a:lnTo>
                    <a:pt x="0" y="141"/>
                  </a:lnTo>
                  <a:lnTo>
                    <a:pt x="281" y="382"/>
                  </a:lnTo>
                  <a:lnTo>
                    <a:pt x="562" y="663"/>
                  </a:lnTo>
                  <a:lnTo>
                    <a:pt x="843" y="943"/>
                  </a:lnTo>
                  <a:lnTo>
                    <a:pt x="1083" y="1264"/>
                  </a:lnTo>
                  <a:lnTo>
                    <a:pt x="1324" y="1585"/>
                  </a:lnTo>
                  <a:lnTo>
                    <a:pt x="1544" y="1906"/>
                  </a:lnTo>
                  <a:lnTo>
                    <a:pt x="1765" y="2247"/>
                  </a:lnTo>
                  <a:lnTo>
                    <a:pt x="1966" y="2588"/>
                  </a:lnTo>
                  <a:lnTo>
                    <a:pt x="1444" y="2889"/>
                  </a:lnTo>
                  <a:lnTo>
                    <a:pt x="1404" y="2909"/>
                  </a:lnTo>
                  <a:lnTo>
                    <a:pt x="1404" y="2949"/>
                  </a:lnTo>
                  <a:lnTo>
                    <a:pt x="1424" y="2989"/>
                  </a:lnTo>
                  <a:lnTo>
                    <a:pt x="1464" y="3009"/>
                  </a:lnTo>
                  <a:lnTo>
                    <a:pt x="1484" y="2989"/>
                  </a:lnTo>
                  <a:lnTo>
                    <a:pt x="2066" y="2768"/>
                  </a:lnTo>
                  <a:lnTo>
                    <a:pt x="2307" y="3250"/>
                  </a:lnTo>
                  <a:lnTo>
                    <a:pt x="2527" y="3731"/>
                  </a:lnTo>
                  <a:lnTo>
                    <a:pt x="2728" y="4212"/>
                  </a:lnTo>
                  <a:lnTo>
                    <a:pt x="2908" y="4693"/>
                  </a:lnTo>
                  <a:lnTo>
                    <a:pt x="3129" y="5375"/>
                  </a:lnTo>
                  <a:lnTo>
                    <a:pt x="3309" y="6057"/>
                  </a:lnTo>
                  <a:lnTo>
                    <a:pt x="3470" y="6739"/>
                  </a:lnTo>
                  <a:lnTo>
                    <a:pt x="3590" y="7441"/>
                  </a:lnTo>
                  <a:lnTo>
                    <a:pt x="3670" y="8143"/>
                  </a:lnTo>
                  <a:lnTo>
                    <a:pt x="3730" y="8845"/>
                  </a:lnTo>
                  <a:lnTo>
                    <a:pt x="3750" y="9547"/>
                  </a:lnTo>
                  <a:lnTo>
                    <a:pt x="3750" y="10249"/>
                  </a:lnTo>
                  <a:lnTo>
                    <a:pt x="3590" y="10229"/>
                  </a:lnTo>
                  <a:lnTo>
                    <a:pt x="3550" y="10249"/>
                  </a:lnTo>
                  <a:lnTo>
                    <a:pt x="3530" y="10289"/>
                  </a:lnTo>
                  <a:lnTo>
                    <a:pt x="3530" y="10309"/>
                  </a:lnTo>
                  <a:lnTo>
                    <a:pt x="3570" y="10329"/>
                  </a:lnTo>
                  <a:lnTo>
                    <a:pt x="3750" y="10389"/>
                  </a:lnTo>
                  <a:lnTo>
                    <a:pt x="3710" y="11051"/>
                  </a:lnTo>
                  <a:lnTo>
                    <a:pt x="3269" y="11071"/>
                  </a:lnTo>
                  <a:lnTo>
                    <a:pt x="3249" y="11071"/>
                  </a:lnTo>
                  <a:lnTo>
                    <a:pt x="3209" y="11091"/>
                  </a:lnTo>
                  <a:lnTo>
                    <a:pt x="3209" y="11131"/>
                  </a:lnTo>
                  <a:lnTo>
                    <a:pt x="3209" y="11171"/>
                  </a:lnTo>
                  <a:lnTo>
                    <a:pt x="3249" y="11191"/>
                  </a:lnTo>
                  <a:lnTo>
                    <a:pt x="3690" y="11231"/>
                  </a:lnTo>
                  <a:lnTo>
                    <a:pt x="3650" y="11733"/>
                  </a:lnTo>
                  <a:lnTo>
                    <a:pt x="3590" y="12234"/>
                  </a:lnTo>
                  <a:lnTo>
                    <a:pt x="3510" y="12735"/>
                  </a:lnTo>
                  <a:lnTo>
                    <a:pt x="3430" y="13217"/>
                  </a:lnTo>
                  <a:lnTo>
                    <a:pt x="3329" y="13718"/>
                  </a:lnTo>
                  <a:lnTo>
                    <a:pt x="3209" y="14199"/>
                  </a:lnTo>
                  <a:lnTo>
                    <a:pt x="3089" y="14681"/>
                  </a:lnTo>
                  <a:lnTo>
                    <a:pt x="2948" y="15162"/>
                  </a:lnTo>
                  <a:lnTo>
                    <a:pt x="2627" y="16125"/>
                  </a:lnTo>
                  <a:lnTo>
                    <a:pt x="2286" y="17067"/>
                  </a:lnTo>
                  <a:lnTo>
                    <a:pt x="1885" y="17990"/>
                  </a:lnTo>
                  <a:lnTo>
                    <a:pt x="1464" y="18912"/>
                  </a:lnTo>
                  <a:lnTo>
                    <a:pt x="1224" y="18872"/>
                  </a:lnTo>
                  <a:lnTo>
                    <a:pt x="1183" y="18872"/>
                  </a:lnTo>
                  <a:lnTo>
                    <a:pt x="1163" y="18912"/>
                  </a:lnTo>
                  <a:lnTo>
                    <a:pt x="1163" y="18952"/>
                  </a:lnTo>
                  <a:lnTo>
                    <a:pt x="1204" y="18972"/>
                  </a:lnTo>
                  <a:lnTo>
                    <a:pt x="1404" y="19032"/>
                  </a:lnTo>
                  <a:lnTo>
                    <a:pt x="1224" y="19414"/>
                  </a:lnTo>
                  <a:lnTo>
                    <a:pt x="843" y="19293"/>
                  </a:lnTo>
                  <a:lnTo>
                    <a:pt x="822" y="19273"/>
                  </a:lnTo>
                  <a:lnTo>
                    <a:pt x="802" y="19293"/>
                  </a:lnTo>
                  <a:lnTo>
                    <a:pt x="782" y="19333"/>
                  </a:lnTo>
                  <a:lnTo>
                    <a:pt x="782" y="19353"/>
                  </a:lnTo>
                  <a:lnTo>
                    <a:pt x="822" y="19393"/>
                  </a:lnTo>
                  <a:lnTo>
                    <a:pt x="1163" y="19534"/>
                  </a:lnTo>
                  <a:lnTo>
                    <a:pt x="843" y="20156"/>
                  </a:lnTo>
                  <a:lnTo>
                    <a:pt x="502" y="20777"/>
                  </a:lnTo>
                  <a:lnTo>
                    <a:pt x="662" y="20857"/>
                  </a:lnTo>
                  <a:lnTo>
                    <a:pt x="1003" y="20256"/>
                  </a:lnTo>
                  <a:lnTo>
                    <a:pt x="1344" y="19634"/>
                  </a:lnTo>
                  <a:lnTo>
                    <a:pt x="1765" y="19855"/>
                  </a:lnTo>
                  <a:lnTo>
                    <a:pt x="1986" y="19975"/>
                  </a:lnTo>
                  <a:lnTo>
                    <a:pt x="2186" y="20075"/>
                  </a:lnTo>
                  <a:lnTo>
                    <a:pt x="2226" y="20075"/>
                  </a:lnTo>
                  <a:lnTo>
                    <a:pt x="2246" y="20055"/>
                  </a:lnTo>
                  <a:lnTo>
                    <a:pt x="2266" y="20035"/>
                  </a:lnTo>
                  <a:lnTo>
                    <a:pt x="2286" y="19995"/>
                  </a:lnTo>
                  <a:lnTo>
                    <a:pt x="2266" y="19955"/>
                  </a:lnTo>
                  <a:lnTo>
                    <a:pt x="2086" y="19815"/>
                  </a:lnTo>
                  <a:lnTo>
                    <a:pt x="1865" y="19674"/>
                  </a:lnTo>
                  <a:lnTo>
                    <a:pt x="1645" y="19574"/>
                  </a:lnTo>
                  <a:lnTo>
                    <a:pt x="1424" y="19474"/>
                  </a:lnTo>
                  <a:lnTo>
                    <a:pt x="1625" y="19113"/>
                  </a:lnTo>
                  <a:lnTo>
                    <a:pt x="2347" y="19393"/>
                  </a:lnTo>
                  <a:lnTo>
                    <a:pt x="2387" y="19393"/>
                  </a:lnTo>
                  <a:lnTo>
                    <a:pt x="2427" y="19373"/>
                  </a:lnTo>
                  <a:lnTo>
                    <a:pt x="2467" y="19313"/>
                  </a:lnTo>
                  <a:lnTo>
                    <a:pt x="2467" y="19253"/>
                  </a:lnTo>
                  <a:lnTo>
                    <a:pt x="2447" y="19233"/>
                  </a:lnTo>
                  <a:lnTo>
                    <a:pt x="2427" y="19213"/>
                  </a:lnTo>
                  <a:lnTo>
                    <a:pt x="2246" y="19133"/>
                  </a:lnTo>
                  <a:lnTo>
                    <a:pt x="2066" y="19073"/>
                  </a:lnTo>
                  <a:lnTo>
                    <a:pt x="1705" y="18952"/>
                  </a:lnTo>
                  <a:lnTo>
                    <a:pt x="2146" y="18050"/>
                  </a:lnTo>
                  <a:lnTo>
                    <a:pt x="2547" y="17107"/>
                  </a:lnTo>
                  <a:lnTo>
                    <a:pt x="2908" y="16165"/>
                  </a:lnTo>
                  <a:lnTo>
                    <a:pt x="3229" y="15202"/>
                  </a:lnTo>
                  <a:lnTo>
                    <a:pt x="3369" y="14721"/>
                  </a:lnTo>
                  <a:lnTo>
                    <a:pt x="3510" y="14239"/>
                  </a:lnTo>
                  <a:lnTo>
                    <a:pt x="3630" y="13738"/>
                  </a:lnTo>
                  <a:lnTo>
                    <a:pt x="3730" y="13257"/>
                  </a:lnTo>
                  <a:lnTo>
                    <a:pt x="3831" y="12755"/>
                  </a:lnTo>
                  <a:lnTo>
                    <a:pt x="3911" y="12254"/>
                  </a:lnTo>
                  <a:lnTo>
                    <a:pt x="3971" y="11753"/>
                  </a:lnTo>
                  <a:lnTo>
                    <a:pt x="4031" y="11251"/>
                  </a:lnTo>
                  <a:lnTo>
                    <a:pt x="4212" y="11251"/>
                  </a:lnTo>
                  <a:lnTo>
                    <a:pt x="4513" y="11231"/>
                  </a:lnTo>
                  <a:lnTo>
                    <a:pt x="4813" y="11191"/>
                  </a:lnTo>
                  <a:lnTo>
                    <a:pt x="4853" y="11171"/>
                  </a:lnTo>
                  <a:lnTo>
                    <a:pt x="4873" y="11151"/>
                  </a:lnTo>
                  <a:lnTo>
                    <a:pt x="4873" y="11091"/>
                  </a:lnTo>
                  <a:lnTo>
                    <a:pt x="4853" y="11031"/>
                  </a:lnTo>
                  <a:lnTo>
                    <a:pt x="4813" y="11031"/>
                  </a:lnTo>
                  <a:lnTo>
                    <a:pt x="4793" y="11011"/>
                  </a:lnTo>
                  <a:lnTo>
                    <a:pt x="4292" y="11011"/>
                  </a:lnTo>
                  <a:lnTo>
                    <a:pt x="4051" y="11031"/>
                  </a:lnTo>
                  <a:lnTo>
                    <a:pt x="4071" y="10489"/>
                  </a:lnTo>
                  <a:lnTo>
                    <a:pt x="4332" y="10549"/>
                  </a:lnTo>
                  <a:lnTo>
                    <a:pt x="4593" y="10590"/>
                  </a:lnTo>
                  <a:lnTo>
                    <a:pt x="4633" y="10569"/>
                  </a:lnTo>
                  <a:lnTo>
                    <a:pt x="4653" y="10549"/>
                  </a:lnTo>
                  <a:lnTo>
                    <a:pt x="4673" y="10509"/>
                  </a:lnTo>
                  <a:lnTo>
                    <a:pt x="4673" y="10449"/>
                  </a:lnTo>
                  <a:lnTo>
                    <a:pt x="4613" y="10409"/>
                  </a:lnTo>
                  <a:lnTo>
                    <a:pt x="4492" y="10369"/>
                  </a:lnTo>
                  <a:lnTo>
                    <a:pt x="4372" y="10329"/>
                  </a:lnTo>
                  <a:lnTo>
                    <a:pt x="4091" y="10289"/>
                  </a:lnTo>
                  <a:lnTo>
                    <a:pt x="4091" y="9627"/>
                  </a:lnTo>
                  <a:lnTo>
                    <a:pt x="4071" y="8885"/>
                  </a:lnTo>
                  <a:lnTo>
                    <a:pt x="4011" y="8143"/>
                  </a:lnTo>
                  <a:lnTo>
                    <a:pt x="3911" y="7401"/>
                  </a:lnTo>
                  <a:lnTo>
                    <a:pt x="3791" y="6659"/>
                  </a:lnTo>
                  <a:lnTo>
                    <a:pt x="3610" y="5917"/>
                  </a:lnTo>
                  <a:lnTo>
                    <a:pt x="3410" y="5195"/>
                  </a:lnTo>
                  <a:lnTo>
                    <a:pt x="3169" y="4493"/>
                  </a:lnTo>
                  <a:lnTo>
                    <a:pt x="2888" y="3791"/>
                  </a:lnTo>
                  <a:lnTo>
                    <a:pt x="2627" y="3230"/>
                  </a:lnTo>
                  <a:lnTo>
                    <a:pt x="2327" y="2648"/>
                  </a:lnTo>
                  <a:lnTo>
                    <a:pt x="2667" y="2487"/>
                  </a:lnTo>
                  <a:lnTo>
                    <a:pt x="2688" y="2447"/>
                  </a:lnTo>
                  <a:lnTo>
                    <a:pt x="2708" y="2427"/>
                  </a:lnTo>
                  <a:lnTo>
                    <a:pt x="2708" y="2367"/>
                  </a:lnTo>
                  <a:lnTo>
                    <a:pt x="2667" y="2307"/>
                  </a:lnTo>
                  <a:lnTo>
                    <a:pt x="2647" y="2287"/>
                  </a:lnTo>
                  <a:lnTo>
                    <a:pt x="2587" y="2287"/>
                  </a:lnTo>
                  <a:lnTo>
                    <a:pt x="2226" y="2447"/>
                  </a:lnTo>
                  <a:lnTo>
                    <a:pt x="2026" y="2106"/>
                  </a:lnTo>
                  <a:lnTo>
                    <a:pt x="1805" y="1745"/>
                  </a:lnTo>
                  <a:lnTo>
                    <a:pt x="1564" y="1425"/>
                  </a:lnTo>
                  <a:lnTo>
                    <a:pt x="1324" y="1104"/>
                  </a:lnTo>
                  <a:lnTo>
                    <a:pt x="1063" y="783"/>
                  </a:lnTo>
                  <a:lnTo>
                    <a:pt x="782" y="502"/>
                  </a:lnTo>
                  <a:lnTo>
                    <a:pt x="482" y="241"/>
                  </a:lnTo>
                  <a:lnTo>
                    <a:pt x="18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32">
              <a:extLst>
                <a:ext uri="{FF2B5EF4-FFF2-40B4-BE49-F238E27FC236}">
                  <a16:creationId xmlns:a16="http://schemas.microsoft.com/office/drawing/2014/main" id="{6D5C3620-1BD5-A75B-8771-1199B56B457A}"/>
                </a:ext>
              </a:extLst>
            </p:cNvPr>
            <p:cNvSpPr/>
            <p:nvPr/>
          </p:nvSpPr>
          <p:spPr>
            <a:xfrm>
              <a:off x="11551625" y="3973025"/>
              <a:ext cx="232175" cy="552525"/>
            </a:xfrm>
            <a:custGeom>
              <a:avLst/>
              <a:gdLst/>
              <a:ahLst/>
              <a:cxnLst/>
              <a:rect l="l" t="t" r="r" b="b"/>
              <a:pathLst>
                <a:path w="9287" h="22101" extrusionOk="0">
                  <a:moveTo>
                    <a:pt x="5757" y="1"/>
                  </a:moveTo>
                  <a:lnTo>
                    <a:pt x="5135" y="422"/>
                  </a:lnTo>
                  <a:lnTo>
                    <a:pt x="4493" y="823"/>
                  </a:lnTo>
                  <a:lnTo>
                    <a:pt x="4513" y="1384"/>
                  </a:lnTo>
                  <a:lnTo>
                    <a:pt x="4573" y="1986"/>
                  </a:lnTo>
                  <a:lnTo>
                    <a:pt x="4734" y="3269"/>
                  </a:lnTo>
                  <a:lnTo>
                    <a:pt x="4814" y="3911"/>
                  </a:lnTo>
                  <a:lnTo>
                    <a:pt x="4894" y="4573"/>
                  </a:lnTo>
                  <a:lnTo>
                    <a:pt x="4934" y="5195"/>
                  </a:lnTo>
                  <a:lnTo>
                    <a:pt x="4954" y="5776"/>
                  </a:lnTo>
                  <a:lnTo>
                    <a:pt x="4934" y="6137"/>
                  </a:lnTo>
                  <a:lnTo>
                    <a:pt x="4914" y="6498"/>
                  </a:lnTo>
                  <a:lnTo>
                    <a:pt x="4854" y="6799"/>
                  </a:lnTo>
                  <a:lnTo>
                    <a:pt x="4774" y="7080"/>
                  </a:lnTo>
                  <a:lnTo>
                    <a:pt x="4593" y="7461"/>
                  </a:lnTo>
                  <a:lnTo>
                    <a:pt x="4373" y="7902"/>
                  </a:lnTo>
                  <a:lnTo>
                    <a:pt x="4092" y="8363"/>
                  </a:lnTo>
                  <a:lnTo>
                    <a:pt x="3771" y="8865"/>
                  </a:lnTo>
                  <a:lnTo>
                    <a:pt x="3069" y="9948"/>
                  </a:lnTo>
                  <a:lnTo>
                    <a:pt x="2307" y="11131"/>
                  </a:lnTo>
                  <a:lnTo>
                    <a:pt x="1926" y="11753"/>
                  </a:lnTo>
                  <a:lnTo>
                    <a:pt x="1545" y="12374"/>
                  </a:lnTo>
                  <a:lnTo>
                    <a:pt x="1204" y="13016"/>
                  </a:lnTo>
                  <a:lnTo>
                    <a:pt x="883" y="13658"/>
                  </a:lnTo>
                  <a:lnTo>
                    <a:pt x="603" y="14320"/>
                  </a:lnTo>
                  <a:lnTo>
                    <a:pt x="362" y="14961"/>
                  </a:lnTo>
                  <a:lnTo>
                    <a:pt x="262" y="15282"/>
                  </a:lnTo>
                  <a:lnTo>
                    <a:pt x="181" y="15603"/>
                  </a:lnTo>
                  <a:lnTo>
                    <a:pt x="101" y="15924"/>
                  </a:lnTo>
                  <a:lnTo>
                    <a:pt x="61" y="16245"/>
                  </a:lnTo>
                  <a:lnTo>
                    <a:pt x="21" y="16606"/>
                  </a:lnTo>
                  <a:lnTo>
                    <a:pt x="1" y="16947"/>
                  </a:lnTo>
                  <a:lnTo>
                    <a:pt x="21" y="17268"/>
                  </a:lnTo>
                  <a:lnTo>
                    <a:pt x="41" y="17568"/>
                  </a:lnTo>
                  <a:lnTo>
                    <a:pt x="101" y="17869"/>
                  </a:lnTo>
                  <a:lnTo>
                    <a:pt x="181" y="18150"/>
                  </a:lnTo>
                  <a:lnTo>
                    <a:pt x="262" y="18431"/>
                  </a:lnTo>
                  <a:lnTo>
                    <a:pt x="382" y="18691"/>
                  </a:lnTo>
                  <a:lnTo>
                    <a:pt x="502" y="18952"/>
                  </a:lnTo>
                  <a:lnTo>
                    <a:pt x="643" y="19193"/>
                  </a:lnTo>
                  <a:lnTo>
                    <a:pt x="803" y="19433"/>
                  </a:lnTo>
                  <a:lnTo>
                    <a:pt x="964" y="19654"/>
                  </a:lnTo>
                  <a:lnTo>
                    <a:pt x="1164" y="19875"/>
                  </a:lnTo>
                  <a:lnTo>
                    <a:pt x="1345" y="20075"/>
                  </a:lnTo>
                  <a:lnTo>
                    <a:pt x="1565" y="20276"/>
                  </a:lnTo>
                  <a:lnTo>
                    <a:pt x="1786" y="20456"/>
                  </a:lnTo>
                  <a:lnTo>
                    <a:pt x="2006" y="20637"/>
                  </a:lnTo>
                  <a:lnTo>
                    <a:pt x="2247" y="20797"/>
                  </a:lnTo>
                  <a:lnTo>
                    <a:pt x="2488" y="20958"/>
                  </a:lnTo>
                  <a:lnTo>
                    <a:pt x="2748" y="21098"/>
                  </a:lnTo>
                  <a:lnTo>
                    <a:pt x="3270" y="21379"/>
                  </a:lnTo>
                  <a:lnTo>
                    <a:pt x="3811" y="21599"/>
                  </a:lnTo>
                  <a:lnTo>
                    <a:pt x="4353" y="21780"/>
                  </a:lnTo>
                  <a:lnTo>
                    <a:pt x="4914" y="21920"/>
                  </a:lnTo>
                  <a:lnTo>
                    <a:pt x="5456" y="22020"/>
                  </a:lnTo>
                  <a:lnTo>
                    <a:pt x="5997" y="22081"/>
                  </a:lnTo>
                  <a:lnTo>
                    <a:pt x="6519" y="22101"/>
                  </a:lnTo>
                  <a:lnTo>
                    <a:pt x="6900" y="22081"/>
                  </a:lnTo>
                  <a:lnTo>
                    <a:pt x="7281" y="22061"/>
                  </a:lnTo>
                  <a:lnTo>
                    <a:pt x="7622" y="22000"/>
                  </a:lnTo>
                  <a:lnTo>
                    <a:pt x="7943" y="21900"/>
                  </a:lnTo>
                  <a:lnTo>
                    <a:pt x="8283" y="21760"/>
                  </a:lnTo>
                  <a:lnTo>
                    <a:pt x="8624" y="21579"/>
                  </a:lnTo>
                  <a:lnTo>
                    <a:pt x="8965" y="21359"/>
                  </a:lnTo>
                  <a:lnTo>
                    <a:pt x="9286" y="21078"/>
                  </a:lnTo>
                  <a:lnTo>
                    <a:pt x="8905" y="21078"/>
                  </a:lnTo>
                  <a:lnTo>
                    <a:pt x="8564" y="21058"/>
                  </a:lnTo>
                  <a:lnTo>
                    <a:pt x="8243" y="21018"/>
                  </a:lnTo>
                  <a:lnTo>
                    <a:pt x="7922" y="20958"/>
                  </a:lnTo>
                  <a:lnTo>
                    <a:pt x="7602" y="20877"/>
                  </a:lnTo>
                  <a:lnTo>
                    <a:pt x="7281" y="20777"/>
                  </a:lnTo>
                  <a:lnTo>
                    <a:pt x="6960" y="20657"/>
                  </a:lnTo>
                  <a:lnTo>
                    <a:pt x="6659" y="20536"/>
                  </a:lnTo>
                  <a:lnTo>
                    <a:pt x="6057" y="21499"/>
                  </a:lnTo>
                  <a:lnTo>
                    <a:pt x="6017" y="21519"/>
                  </a:lnTo>
                  <a:lnTo>
                    <a:pt x="5997" y="21539"/>
                  </a:lnTo>
                  <a:lnTo>
                    <a:pt x="5957" y="21519"/>
                  </a:lnTo>
                  <a:lnTo>
                    <a:pt x="5917" y="21499"/>
                  </a:lnTo>
                  <a:lnTo>
                    <a:pt x="5917" y="21459"/>
                  </a:lnTo>
                  <a:lnTo>
                    <a:pt x="5917" y="21419"/>
                  </a:lnTo>
                  <a:lnTo>
                    <a:pt x="6499" y="20456"/>
                  </a:lnTo>
                  <a:lnTo>
                    <a:pt x="6438" y="20416"/>
                  </a:lnTo>
                  <a:lnTo>
                    <a:pt x="6198" y="20296"/>
                  </a:lnTo>
                  <a:lnTo>
                    <a:pt x="5977" y="20135"/>
                  </a:lnTo>
                  <a:lnTo>
                    <a:pt x="5757" y="19995"/>
                  </a:lnTo>
                  <a:lnTo>
                    <a:pt x="5556" y="19835"/>
                  </a:lnTo>
                  <a:lnTo>
                    <a:pt x="5355" y="19654"/>
                  </a:lnTo>
                  <a:lnTo>
                    <a:pt x="5195" y="19474"/>
                  </a:lnTo>
                  <a:lnTo>
                    <a:pt x="5035" y="19293"/>
                  </a:lnTo>
                  <a:lnTo>
                    <a:pt x="4874" y="19113"/>
                  </a:lnTo>
                  <a:lnTo>
                    <a:pt x="4754" y="18912"/>
                  </a:lnTo>
                  <a:lnTo>
                    <a:pt x="4634" y="18711"/>
                  </a:lnTo>
                  <a:lnTo>
                    <a:pt x="4513" y="18511"/>
                  </a:lnTo>
                  <a:lnTo>
                    <a:pt x="4413" y="18290"/>
                  </a:lnTo>
                  <a:lnTo>
                    <a:pt x="4333" y="18070"/>
                  </a:lnTo>
                  <a:lnTo>
                    <a:pt x="4273" y="17849"/>
                  </a:lnTo>
                  <a:lnTo>
                    <a:pt x="4152" y="17388"/>
                  </a:lnTo>
                  <a:lnTo>
                    <a:pt x="4092" y="16927"/>
                  </a:lnTo>
                  <a:lnTo>
                    <a:pt x="4052" y="16445"/>
                  </a:lnTo>
                  <a:lnTo>
                    <a:pt x="4072" y="15964"/>
                  </a:lnTo>
                  <a:lnTo>
                    <a:pt x="4112" y="15463"/>
                  </a:lnTo>
                  <a:lnTo>
                    <a:pt x="4192" y="14961"/>
                  </a:lnTo>
                  <a:lnTo>
                    <a:pt x="4313" y="14480"/>
                  </a:lnTo>
                  <a:lnTo>
                    <a:pt x="4453" y="13979"/>
                  </a:lnTo>
                  <a:lnTo>
                    <a:pt x="4613" y="13497"/>
                  </a:lnTo>
                  <a:lnTo>
                    <a:pt x="4974" y="12615"/>
                  </a:lnTo>
                  <a:lnTo>
                    <a:pt x="5335" y="11753"/>
                  </a:lnTo>
                  <a:lnTo>
                    <a:pt x="5696" y="10890"/>
                  </a:lnTo>
                  <a:lnTo>
                    <a:pt x="6017" y="10028"/>
                  </a:lnTo>
                  <a:lnTo>
                    <a:pt x="6338" y="9166"/>
                  </a:lnTo>
                  <a:lnTo>
                    <a:pt x="6458" y="8724"/>
                  </a:lnTo>
                  <a:lnTo>
                    <a:pt x="6579" y="8263"/>
                  </a:lnTo>
                  <a:lnTo>
                    <a:pt x="6679" y="7822"/>
                  </a:lnTo>
                  <a:lnTo>
                    <a:pt x="6779" y="7361"/>
                  </a:lnTo>
                  <a:lnTo>
                    <a:pt x="6840" y="6879"/>
                  </a:lnTo>
                  <a:lnTo>
                    <a:pt x="6880" y="6418"/>
                  </a:lnTo>
                  <a:lnTo>
                    <a:pt x="6900" y="5957"/>
                  </a:lnTo>
                  <a:lnTo>
                    <a:pt x="6900" y="5496"/>
                  </a:lnTo>
                  <a:lnTo>
                    <a:pt x="6880" y="5034"/>
                  </a:lnTo>
                  <a:lnTo>
                    <a:pt x="6840" y="4573"/>
                  </a:lnTo>
                  <a:lnTo>
                    <a:pt x="6779" y="4132"/>
                  </a:lnTo>
                  <a:lnTo>
                    <a:pt x="6699" y="3671"/>
                  </a:lnTo>
                  <a:lnTo>
                    <a:pt x="6579" y="3229"/>
                  </a:lnTo>
                  <a:lnTo>
                    <a:pt x="6458" y="2788"/>
                  </a:lnTo>
                  <a:lnTo>
                    <a:pt x="6218" y="2106"/>
                  </a:lnTo>
                  <a:lnTo>
                    <a:pt x="5997" y="1404"/>
                  </a:lnTo>
                  <a:lnTo>
                    <a:pt x="5917" y="1063"/>
                  </a:lnTo>
                  <a:lnTo>
                    <a:pt x="5837" y="703"/>
                  </a:lnTo>
                  <a:lnTo>
                    <a:pt x="5777" y="362"/>
                  </a:lnTo>
                  <a:lnTo>
                    <a:pt x="575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32">
              <a:extLst>
                <a:ext uri="{FF2B5EF4-FFF2-40B4-BE49-F238E27FC236}">
                  <a16:creationId xmlns:a16="http://schemas.microsoft.com/office/drawing/2014/main" id="{BD4036AB-704C-F81B-42A0-6C35F07170B4}"/>
                </a:ext>
              </a:extLst>
            </p:cNvPr>
            <p:cNvSpPr/>
            <p:nvPr/>
          </p:nvSpPr>
          <p:spPr>
            <a:xfrm>
              <a:off x="11699550" y="4484425"/>
              <a:ext cx="18575" cy="27100"/>
            </a:xfrm>
            <a:custGeom>
              <a:avLst/>
              <a:gdLst/>
              <a:ahLst/>
              <a:cxnLst/>
              <a:rect l="l" t="t" r="r" b="b"/>
              <a:pathLst>
                <a:path w="743" h="1084" extrusionOk="0">
                  <a:moveTo>
                    <a:pt x="582" y="0"/>
                  </a:moveTo>
                  <a:lnTo>
                    <a:pt x="0" y="963"/>
                  </a:lnTo>
                  <a:lnTo>
                    <a:pt x="0" y="1003"/>
                  </a:lnTo>
                  <a:lnTo>
                    <a:pt x="0" y="1043"/>
                  </a:lnTo>
                  <a:lnTo>
                    <a:pt x="40" y="1063"/>
                  </a:lnTo>
                  <a:lnTo>
                    <a:pt x="80" y="1083"/>
                  </a:lnTo>
                  <a:lnTo>
                    <a:pt x="100" y="1063"/>
                  </a:lnTo>
                  <a:lnTo>
                    <a:pt x="140" y="1043"/>
                  </a:lnTo>
                  <a:lnTo>
                    <a:pt x="742" y="80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32">
              <a:extLst>
                <a:ext uri="{FF2B5EF4-FFF2-40B4-BE49-F238E27FC236}">
                  <a16:creationId xmlns:a16="http://schemas.microsoft.com/office/drawing/2014/main" id="{FF629ABB-0200-A7B5-3211-D8CA63D9670E}"/>
                </a:ext>
              </a:extLst>
            </p:cNvPr>
            <p:cNvSpPr/>
            <p:nvPr/>
          </p:nvSpPr>
          <p:spPr>
            <a:xfrm>
              <a:off x="10942475" y="3194900"/>
              <a:ext cx="315400" cy="322425"/>
            </a:xfrm>
            <a:custGeom>
              <a:avLst/>
              <a:gdLst/>
              <a:ahLst/>
              <a:cxnLst/>
              <a:rect l="l" t="t" r="r" b="b"/>
              <a:pathLst>
                <a:path w="12616" h="12897" extrusionOk="0">
                  <a:moveTo>
                    <a:pt x="6599" y="1"/>
                  </a:moveTo>
                  <a:lnTo>
                    <a:pt x="6137" y="41"/>
                  </a:lnTo>
                  <a:lnTo>
                    <a:pt x="5676" y="121"/>
                  </a:lnTo>
                  <a:lnTo>
                    <a:pt x="5195" y="242"/>
                  </a:lnTo>
                  <a:lnTo>
                    <a:pt x="4673" y="422"/>
                  </a:lnTo>
                  <a:lnTo>
                    <a:pt x="4172" y="623"/>
                  </a:lnTo>
                  <a:lnTo>
                    <a:pt x="3691" y="883"/>
                  </a:lnTo>
                  <a:lnTo>
                    <a:pt x="3209" y="1164"/>
                  </a:lnTo>
                  <a:lnTo>
                    <a:pt x="2768" y="1465"/>
                  </a:lnTo>
                  <a:lnTo>
                    <a:pt x="2367" y="1826"/>
                  </a:lnTo>
                  <a:lnTo>
                    <a:pt x="1966" y="2187"/>
                  </a:lnTo>
                  <a:lnTo>
                    <a:pt x="1605" y="2588"/>
                  </a:lnTo>
                  <a:lnTo>
                    <a:pt x="1284" y="2989"/>
                  </a:lnTo>
                  <a:lnTo>
                    <a:pt x="983" y="3430"/>
                  </a:lnTo>
                  <a:lnTo>
                    <a:pt x="723" y="3871"/>
                  </a:lnTo>
                  <a:lnTo>
                    <a:pt x="502" y="4353"/>
                  </a:lnTo>
                  <a:lnTo>
                    <a:pt x="302" y="4814"/>
                  </a:lnTo>
                  <a:lnTo>
                    <a:pt x="161" y="5315"/>
                  </a:lnTo>
                  <a:lnTo>
                    <a:pt x="61" y="5797"/>
                  </a:lnTo>
                  <a:lnTo>
                    <a:pt x="1" y="6298"/>
                  </a:lnTo>
                  <a:lnTo>
                    <a:pt x="1" y="6659"/>
                  </a:lnTo>
                  <a:lnTo>
                    <a:pt x="1" y="7020"/>
                  </a:lnTo>
                  <a:lnTo>
                    <a:pt x="21" y="7381"/>
                  </a:lnTo>
                  <a:lnTo>
                    <a:pt x="41" y="7722"/>
                  </a:lnTo>
                  <a:lnTo>
                    <a:pt x="101" y="8063"/>
                  </a:lnTo>
                  <a:lnTo>
                    <a:pt x="181" y="8404"/>
                  </a:lnTo>
                  <a:lnTo>
                    <a:pt x="261" y="8725"/>
                  </a:lnTo>
                  <a:lnTo>
                    <a:pt x="362" y="9046"/>
                  </a:lnTo>
                  <a:lnTo>
                    <a:pt x="482" y="9366"/>
                  </a:lnTo>
                  <a:lnTo>
                    <a:pt x="622" y="9667"/>
                  </a:lnTo>
                  <a:lnTo>
                    <a:pt x="763" y="9948"/>
                  </a:lnTo>
                  <a:lnTo>
                    <a:pt x="923" y="10249"/>
                  </a:lnTo>
                  <a:lnTo>
                    <a:pt x="1104" y="10510"/>
                  </a:lnTo>
                  <a:lnTo>
                    <a:pt x="1304" y="10770"/>
                  </a:lnTo>
                  <a:lnTo>
                    <a:pt x="1505" y="11011"/>
                  </a:lnTo>
                  <a:lnTo>
                    <a:pt x="1725" y="11252"/>
                  </a:lnTo>
                  <a:lnTo>
                    <a:pt x="1966" y="11472"/>
                  </a:lnTo>
                  <a:lnTo>
                    <a:pt x="2207" y="11673"/>
                  </a:lnTo>
                  <a:lnTo>
                    <a:pt x="2467" y="11873"/>
                  </a:lnTo>
                  <a:lnTo>
                    <a:pt x="2748" y="12054"/>
                  </a:lnTo>
                  <a:lnTo>
                    <a:pt x="3029" y="12214"/>
                  </a:lnTo>
                  <a:lnTo>
                    <a:pt x="3330" y="12355"/>
                  </a:lnTo>
                  <a:lnTo>
                    <a:pt x="3631" y="12495"/>
                  </a:lnTo>
                  <a:lnTo>
                    <a:pt x="3951" y="12595"/>
                  </a:lnTo>
                  <a:lnTo>
                    <a:pt x="4292" y="12695"/>
                  </a:lnTo>
                  <a:lnTo>
                    <a:pt x="4633" y="12776"/>
                  </a:lnTo>
                  <a:lnTo>
                    <a:pt x="4994" y="12836"/>
                  </a:lnTo>
                  <a:lnTo>
                    <a:pt x="5355" y="12876"/>
                  </a:lnTo>
                  <a:lnTo>
                    <a:pt x="5736" y="12896"/>
                  </a:lnTo>
                  <a:lnTo>
                    <a:pt x="6117" y="12896"/>
                  </a:lnTo>
                  <a:lnTo>
                    <a:pt x="6518" y="12876"/>
                  </a:lnTo>
                  <a:lnTo>
                    <a:pt x="6920" y="12836"/>
                  </a:lnTo>
                  <a:lnTo>
                    <a:pt x="7361" y="12756"/>
                  </a:lnTo>
                  <a:lnTo>
                    <a:pt x="7762" y="12655"/>
                  </a:lnTo>
                  <a:lnTo>
                    <a:pt x="8163" y="12555"/>
                  </a:lnTo>
                  <a:lnTo>
                    <a:pt x="8564" y="12415"/>
                  </a:lnTo>
                  <a:lnTo>
                    <a:pt x="8925" y="12254"/>
                  </a:lnTo>
                  <a:lnTo>
                    <a:pt x="9266" y="12074"/>
                  </a:lnTo>
                  <a:lnTo>
                    <a:pt x="9607" y="11873"/>
                  </a:lnTo>
                  <a:lnTo>
                    <a:pt x="9928" y="11673"/>
                  </a:lnTo>
                  <a:lnTo>
                    <a:pt x="10229" y="11432"/>
                  </a:lnTo>
                  <a:lnTo>
                    <a:pt x="10509" y="11191"/>
                  </a:lnTo>
                  <a:lnTo>
                    <a:pt x="10770" y="10931"/>
                  </a:lnTo>
                  <a:lnTo>
                    <a:pt x="11011" y="10670"/>
                  </a:lnTo>
                  <a:lnTo>
                    <a:pt x="11251" y="10369"/>
                  </a:lnTo>
                  <a:lnTo>
                    <a:pt x="11452" y="10068"/>
                  </a:lnTo>
                  <a:lnTo>
                    <a:pt x="11652" y="9767"/>
                  </a:lnTo>
                  <a:lnTo>
                    <a:pt x="11833" y="9447"/>
                  </a:lnTo>
                  <a:lnTo>
                    <a:pt x="11973" y="9166"/>
                  </a:lnTo>
                  <a:lnTo>
                    <a:pt x="12094" y="8865"/>
                  </a:lnTo>
                  <a:lnTo>
                    <a:pt x="12194" y="8584"/>
                  </a:lnTo>
                  <a:lnTo>
                    <a:pt x="12294" y="8283"/>
                  </a:lnTo>
                  <a:lnTo>
                    <a:pt x="12394" y="7983"/>
                  </a:lnTo>
                  <a:lnTo>
                    <a:pt x="12455" y="7662"/>
                  </a:lnTo>
                  <a:lnTo>
                    <a:pt x="12515" y="7361"/>
                  </a:lnTo>
                  <a:lnTo>
                    <a:pt x="12555" y="7040"/>
                  </a:lnTo>
                  <a:lnTo>
                    <a:pt x="12595" y="6719"/>
                  </a:lnTo>
                  <a:lnTo>
                    <a:pt x="12615" y="6398"/>
                  </a:lnTo>
                  <a:lnTo>
                    <a:pt x="12615" y="6077"/>
                  </a:lnTo>
                  <a:lnTo>
                    <a:pt x="12615" y="5757"/>
                  </a:lnTo>
                  <a:lnTo>
                    <a:pt x="12575" y="5436"/>
                  </a:lnTo>
                  <a:lnTo>
                    <a:pt x="12555" y="5115"/>
                  </a:lnTo>
                  <a:lnTo>
                    <a:pt x="12495" y="4794"/>
                  </a:lnTo>
                  <a:lnTo>
                    <a:pt x="12435" y="4473"/>
                  </a:lnTo>
                  <a:lnTo>
                    <a:pt x="12314" y="4032"/>
                  </a:lnTo>
                  <a:lnTo>
                    <a:pt x="12174" y="3591"/>
                  </a:lnTo>
                  <a:lnTo>
                    <a:pt x="11973" y="3190"/>
                  </a:lnTo>
                  <a:lnTo>
                    <a:pt x="11753" y="2768"/>
                  </a:lnTo>
                  <a:lnTo>
                    <a:pt x="11492" y="2387"/>
                  </a:lnTo>
                  <a:lnTo>
                    <a:pt x="11211" y="2026"/>
                  </a:lnTo>
                  <a:lnTo>
                    <a:pt x="10890" y="1686"/>
                  </a:lnTo>
                  <a:lnTo>
                    <a:pt x="10549" y="1365"/>
                  </a:lnTo>
                  <a:lnTo>
                    <a:pt x="10188" y="1064"/>
                  </a:lnTo>
                  <a:lnTo>
                    <a:pt x="9807" y="803"/>
                  </a:lnTo>
                  <a:lnTo>
                    <a:pt x="9386" y="583"/>
                  </a:lnTo>
                  <a:lnTo>
                    <a:pt x="8945" y="382"/>
                  </a:lnTo>
                  <a:lnTo>
                    <a:pt x="8504" y="222"/>
                  </a:lnTo>
                  <a:lnTo>
                    <a:pt x="8023" y="101"/>
                  </a:lnTo>
                  <a:lnTo>
                    <a:pt x="7541" y="21"/>
                  </a:lnTo>
                  <a:lnTo>
                    <a:pt x="704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32">
              <a:extLst>
                <a:ext uri="{FF2B5EF4-FFF2-40B4-BE49-F238E27FC236}">
                  <a16:creationId xmlns:a16="http://schemas.microsoft.com/office/drawing/2014/main" id="{1AC3E36F-7EE9-DC9B-17E0-39309487FA07}"/>
                </a:ext>
              </a:extLst>
            </p:cNvPr>
            <p:cNvSpPr/>
            <p:nvPr/>
          </p:nvSpPr>
          <p:spPr>
            <a:xfrm>
              <a:off x="10942475" y="3194900"/>
              <a:ext cx="315400" cy="322425"/>
            </a:xfrm>
            <a:custGeom>
              <a:avLst/>
              <a:gdLst/>
              <a:ahLst/>
              <a:cxnLst/>
              <a:rect l="l" t="t" r="r" b="b"/>
              <a:pathLst>
                <a:path w="12616" h="12897" fill="none" extrusionOk="0">
                  <a:moveTo>
                    <a:pt x="11833" y="9447"/>
                  </a:moveTo>
                  <a:lnTo>
                    <a:pt x="11833" y="9447"/>
                  </a:lnTo>
                  <a:lnTo>
                    <a:pt x="11652" y="9767"/>
                  </a:lnTo>
                  <a:lnTo>
                    <a:pt x="11452" y="10068"/>
                  </a:lnTo>
                  <a:lnTo>
                    <a:pt x="11251" y="10369"/>
                  </a:lnTo>
                  <a:lnTo>
                    <a:pt x="11011" y="10670"/>
                  </a:lnTo>
                  <a:lnTo>
                    <a:pt x="10770" y="10931"/>
                  </a:lnTo>
                  <a:lnTo>
                    <a:pt x="10509" y="11191"/>
                  </a:lnTo>
                  <a:lnTo>
                    <a:pt x="10229" y="11432"/>
                  </a:lnTo>
                  <a:lnTo>
                    <a:pt x="9928" y="11673"/>
                  </a:lnTo>
                  <a:lnTo>
                    <a:pt x="9607" y="11873"/>
                  </a:lnTo>
                  <a:lnTo>
                    <a:pt x="9266" y="12074"/>
                  </a:lnTo>
                  <a:lnTo>
                    <a:pt x="8925" y="12254"/>
                  </a:lnTo>
                  <a:lnTo>
                    <a:pt x="8564" y="12415"/>
                  </a:lnTo>
                  <a:lnTo>
                    <a:pt x="8163" y="12555"/>
                  </a:lnTo>
                  <a:lnTo>
                    <a:pt x="7762" y="12655"/>
                  </a:lnTo>
                  <a:lnTo>
                    <a:pt x="7361" y="12756"/>
                  </a:lnTo>
                  <a:lnTo>
                    <a:pt x="6920" y="12836"/>
                  </a:lnTo>
                  <a:lnTo>
                    <a:pt x="6920" y="12836"/>
                  </a:lnTo>
                  <a:lnTo>
                    <a:pt x="6518" y="12876"/>
                  </a:lnTo>
                  <a:lnTo>
                    <a:pt x="6117" y="12896"/>
                  </a:lnTo>
                  <a:lnTo>
                    <a:pt x="5736" y="12896"/>
                  </a:lnTo>
                  <a:lnTo>
                    <a:pt x="5355" y="12876"/>
                  </a:lnTo>
                  <a:lnTo>
                    <a:pt x="4994" y="12836"/>
                  </a:lnTo>
                  <a:lnTo>
                    <a:pt x="4633" y="12776"/>
                  </a:lnTo>
                  <a:lnTo>
                    <a:pt x="4292" y="12695"/>
                  </a:lnTo>
                  <a:lnTo>
                    <a:pt x="3951" y="12595"/>
                  </a:lnTo>
                  <a:lnTo>
                    <a:pt x="3631" y="12495"/>
                  </a:lnTo>
                  <a:lnTo>
                    <a:pt x="3330" y="12355"/>
                  </a:lnTo>
                  <a:lnTo>
                    <a:pt x="3029" y="12214"/>
                  </a:lnTo>
                  <a:lnTo>
                    <a:pt x="2748" y="12054"/>
                  </a:lnTo>
                  <a:lnTo>
                    <a:pt x="2467" y="11873"/>
                  </a:lnTo>
                  <a:lnTo>
                    <a:pt x="2207" y="11673"/>
                  </a:lnTo>
                  <a:lnTo>
                    <a:pt x="1966" y="11472"/>
                  </a:lnTo>
                  <a:lnTo>
                    <a:pt x="1725" y="11252"/>
                  </a:lnTo>
                  <a:lnTo>
                    <a:pt x="1505" y="11011"/>
                  </a:lnTo>
                  <a:lnTo>
                    <a:pt x="1304" y="10770"/>
                  </a:lnTo>
                  <a:lnTo>
                    <a:pt x="1104" y="10510"/>
                  </a:lnTo>
                  <a:lnTo>
                    <a:pt x="923" y="10249"/>
                  </a:lnTo>
                  <a:lnTo>
                    <a:pt x="763" y="9948"/>
                  </a:lnTo>
                  <a:lnTo>
                    <a:pt x="622" y="9667"/>
                  </a:lnTo>
                  <a:lnTo>
                    <a:pt x="482" y="9366"/>
                  </a:lnTo>
                  <a:lnTo>
                    <a:pt x="362" y="9046"/>
                  </a:lnTo>
                  <a:lnTo>
                    <a:pt x="261" y="8725"/>
                  </a:lnTo>
                  <a:lnTo>
                    <a:pt x="181" y="8404"/>
                  </a:lnTo>
                  <a:lnTo>
                    <a:pt x="101" y="8063"/>
                  </a:lnTo>
                  <a:lnTo>
                    <a:pt x="41" y="7722"/>
                  </a:lnTo>
                  <a:lnTo>
                    <a:pt x="21" y="7381"/>
                  </a:lnTo>
                  <a:lnTo>
                    <a:pt x="1" y="7020"/>
                  </a:lnTo>
                  <a:lnTo>
                    <a:pt x="1" y="6659"/>
                  </a:lnTo>
                  <a:lnTo>
                    <a:pt x="1" y="6298"/>
                  </a:lnTo>
                  <a:lnTo>
                    <a:pt x="1" y="6298"/>
                  </a:lnTo>
                  <a:lnTo>
                    <a:pt x="61" y="5797"/>
                  </a:lnTo>
                  <a:lnTo>
                    <a:pt x="161" y="5315"/>
                  </a:lnTo>
                  <a:lnTo>
                    <a:pt x="302" y="4814"/>
                  </a:lnTo>
                  <a:lnTo>
                    <a:pt x="502" y="4353"/>
                  </a:lnTo>
                  <a:lnTo>
                    <a:pt x="723" y="3871"/>
                  </a:lnTo>
                  <a:lnTo>
                    <a:pt x="983" y="3430"/>
                  </a:lnTo>
                  <a:lnTo>
                    <a:pt x="1284" y="2989"/>
                  </a:lnTo>
                  <a:lnTo>
                    <a:pt x="1605" y="2588"/>
                  </a:lnTo>
                  <a:lnTo>
                    <a:pt x="1966" y="2187"/>
                  </a:lnTo>
                  <a:lnTo>
                    <a:pt x="2367" y="1826"/>
                  </a:lnTo>
                  <a:lnTo>
                    <a:pt x="2768" y="1465"/>
                  </a:lnTo>
                  <a:lnTo>
                    <a:pt x="3209" y="1164"/>
                  </a:lnTo>
                  <a:lnTo>
                    <a:pt x="3691" y="883"/>
                  </a:lnTo>
                  <a:lnTo>
                    <a:pt x="4172" y="623"/>
                  </a:lnTo>
                  <a:lnTo>
                    <a:pt x="4673" y="422"/>
                  </a:lnTo>
                  <a:lnTo>
                    <a:pt x="5195" y="242"/>
                  </a:lnTo>
                  <a:lnTo>
                    <a:pt x="5195" y="242"/>
                  </a:lnTo>
                  <a:lnTo>
                    <a:pt x="5676" y="121"/>
                  </a:lnTo>
                  <a:lnTo>
                    <a:pt x="6137" y="41"/>
                  </a:lnTo>
                  <a:lnTo>
                    <a:pt x="6599" y="1"/>
                  </a:lnTo>
                  <a:lnTo>
                    <a:pt x="7040" y="1"/>
                  </a:lnTo>
                  <a:lnTo>
                    <a:pt x="7040" y="1"/>
                  </a:lnTo>
                  <a:lnTo>
                    <a:pt x="7541" y="21"/>
                  </a:lnTo>
                  <a:lnTo>
                    <a:pt x="8023" y="101"/>
                  </a:lnTo>
                  <a:lnTo>
                    <a:pt x="8504" y="222"/>
                  </a:lnTo>
                  <a:lnTo>
                    <a:pt x="8945" y="382"/>
                  </a:lnTo>
                  <a:lnTo>
                    <a:pt x="9386" y="583"/>
                  </a:lnTo>
                  <a:lnTo>
                    <a:pt x="9807" y="803"/>
                  </a:lnTo>
                  <a:lnTo>
                    <a:pt x="10188" y="1064"/>
                  </a:lnTo>
                  <a:lnTo>
                    <a:pt x="10549" y="1365"/>
                  </a:lnTo>
                  <a:lnTo>
                    <a:pt x="10890" y="1686"/>
                  </a:lnTo>
                  <a:lnTo>
                    <a:pt x="11211" y="2026"/>
                  </a:lnTo>
                  <a:lnTo>
                    <a:pt x="11492" y="2387"/>
                  </a:lnTo>
                  <a:lnTo>
                    <a:pt x="11753" y="2768"/>
                  </a:lnTo>
                  <a:lnTo>
                    <a:pt x="11973" y="3190"/>
                  </a:lnTo>
                  <a:lnTo>
                    <a:pt x="12174" y="3591"/>
                  </a:lnTo>
                  <a:lnTo>
                    <a:pt x="12314" y="4032"/>
                  </a:lnTo>
                  <a:lnTo>
                    <a:pt x="12435" y="4473"/>
                  </a:lnTo>
                  <a:lnTo>
                    <a:pt x="12435" y="4473"/>
                  </a:lnTo>
                  <a:lnTo>
                    <a:pt x="12495" y="4794"/>
                  </a:lnTo>
                  <a:lnTo>
                    <a:pt x="12555" y="5115"/>
                  </a:lnTo>
                  <a:lnTo>
                    <a:pt x="12575" y="5436"/>
                  </a:lnTo>
                  <a:lnTo>
                    <a:pt x="12615" y="5757"/>
                  </a:lnTo>
                  <a:lnTo>
                    <a:pt x="12615" y="6077"/>
                  </a:lnTo>
                  <a:lnTo>
                    <a:pt x="12615" y="6398"/>
                  </a:lnTo>
                  <a:lnTo>
                    <a:pt x="12595" y="6719"/>
                  </a:lnTo>
                  <a:lnTo>
                    <a:pt x="12555" y="7040"/>
                  </a:lnTo>
                  <a:lnTo>
                    <a:pt x="12515" y="7361"/>
                  </a:lnTo>
                  <a:lnTo>
                    <a:pt x="12455" y="7662"/>
                  </a:lnTo>
                  <a:lnTo>
                    <a:pt x="12394" y="7983"/>
                  </a:lnTo>
                  <a:lnTo>
                    <a:pt x="12294" y="8283"/>
                  </a:lnTo>
                  <a:lnTo>
                    <a:pt x="12194" y="8584"/>
                  </a:lnTo>
                  <a:lnTo>
                    <a:pt x="12094" y="8865"/>
                  </a:lnTo>
                  <a:lnTo>
                    <a:pt x="11973" y="9166"/>
                  </a:lnTo>
                  <a:lnTo>
                    <a:pt x="11833" y="94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32">
              <a:extLst>
                <a:ext uri="{FF2B5EF4-FFF2-40B4-BE49-F238E27FC236}">
                  <a16:creationId xmlns:a16="http://schemas.microsoft.com/office/drawing/2014/main" id="{F1CD34A9-4678-3866-7583-8B274561DEE2}"/>
                </a:ext>
              </a:extLst>
            </p:cNvPr>
            <p:cNvSpPr/>
            <p:nvPr/>
          </p:nvSpPr>
          <p:spPr>
            <a:xfrm>
              <a:off x="11023200" y="3271125"/>
              <a:ext cx="189050" cy="193050"/>
            </a:xfrm>
            <a:custGeom>
              <a:avLst/>
              <a:gdLst/>
              <a:ahLst/>
              <a:cxnLst/>
              <a:rect l="l" t="t" r="r" b="b"/>
              <a:pathLst>
                <a:path w="7562" h="7722" extrusionOk="0">
                  <a:moveTo>
                    <a:pt x="3891" y="0"/>
                  </a:moveTo>
                  <a:lnTo>
                    <a:pt x="3510" y="60"/>
                  </a:lnTo>
                  <a:lnTo>
                    <a:pt x="3129" y="141"/>
                  </a:lnTo>
                  <a:lnTo>
                    <a:pt x="2808" y="261"/>
                  </a:lnTo>
                  <a:lnTo>
                    <a:pt x="2507" y="381"/>
                  </a:lnTo>
                  <a:lnTo>
                    <a:pt x="2207" y="522"/>
                  </a:lnTo>
                  <a:lnTo>
                    <a:pt x="1946" y="702"/>
                  </a:lnTo>
                  <a:lnTo>
                    <a:pt x="1665" y="883"/>
                  </a:lnTo>
                  <a:lnTo>
                    <a:pt x="1424" y="1103"/>
                  </a:lnTo>
                  <a:lnTo>
                    <a:pt x="1184" y="1324"/>
                  </a:lnTo>
                  <a:lnTo>
                    <a:pt x="983" y="1544"/>
                  </a:lnTo>
                  <a:lnTo>
                    <a:pt x="783" y="1805"/>
                  </a:lnTo>
                  <a:lnTo>
                    <a:pt x="602" y="2066"/>
                  </a:lnTo>
                  <a:lnTo>
                    <a:pt x="442" y="2327"/>
                  </a:lnTo>
                  <a:lnTo>
                    <a:pt x="301" y="2607"/>
                  </a:lnTo>
                  <a:lnTo>
                    <a:pt x="201" y="2888"/>
                  </a:lnTo>
                  <a:lnTo>
                    <a:pt x="121" y="3189"/>
                  </a:lnTo>
                  <a:lnTo>
                    <a:pt x="41" y="3470"/>
                  </a:lnTo>
                  <a:lnTo>
                    <a:pt x="21" y="3770"/>
                  </a:lnTo>
                  <a:lnTo>
                    <a:pt x="1" y="4212"/>
                  </a:lnTo>
                  <a:lnTo>
                    <a:pt x="41" y="4633"/>
                  </a:lnTo>
                  <a:lnTo>
                    <a:pt x="121" y="5034"/>
                  </a:lnTo>
                  <a:lnTo>
                    <a:pt x="221" y="5415"/>
                  </a:lnTo>
                  <a:lnTo>
                    <a:pt x="382" y="5796"/>
                  </a:lnTo>
                  <a:lnTo>
                    <a:pt x="562" y="6137"/>
                  </a:lnTo>
                  <a:lnTo>
                    <a:pt x="783" y="6458"/>
                  </a:lnTo>
                  <a:lnTo>
                    <a:pt x="1043" y="6739"/>
                  </a:lnTo>
                  <a:lnTo>
                    <a:pt x="1324" y="6999"/>
                  </a:lnTo>
                  <a:lnTo>
                    <a:pt x="1645" y="7220"/>
                  </a:lnTo>
                  <a:lnTo>
                    <a:pt x="2006" y="7400"/>
                  </a:lnTo>
                  <a:lnTo>
                    <a:pt x="2186" y="7481"/>
                  </a:lnTo>
                  <a:lnTo>
                    <a:pt x="2387" y="7541"/>
                  </a:lnTo>
                  <a:lnTo>
                    <a:pt x="2567" y="7601"/>
                  </a:lnTo>
                  <a:lnTo>
                    <a:pt x="2788" y="7641"/>
                  </a:lnTo>
                  <a:lnTo>
                    <a:pt x="2989" y="7681"/>
                  </a:lnTo>
                  <a:lnTo>
                    <a:pt x="3209" y="7701"/>
                  </a:lnTo>
                  <a:lnTo>
                    <a:pt x="3430" y="7721"/>
                  </a:lnTo>
                  <a:lnTo>
                    <a:pt x="3670" y="7721"/>
                  </a:lnTo>
                  <a:lnTo>
                    <a:pt x="3911" y="7701"/>
                  </a:lnTo>
                  <a:lnTo>
                    <a:pt x="4152" y="7681"/>
                  </a:lnTo>
                  <a:lnTo>
                    <a:pt x="4392" y="7641"/>
                  </a:lnTo>
                  <a:lnTo>
                    <a:pt x="4613" y="7581"/>
                  </a:lnTo>
                  <a:lnTo>
                    <a:pt x="4854" y="7521"/>
                  </a:lnTo>
                  <a:lnTo>
                    <a:pt x="5054" y="7461"/>
                  </a:lnTo>
                  <a:lnTo>
                    <a:pt x="5275" y="7380"/>
                  </a:lnTo>
                  <a:lnTo>
                    <a:pt x="5455" y="7280"/>
                  </a:lnTo>
                  <a:lnTo>
                    <a:pt x="5656" y="7180"/>
                  </a:lnTo>
                  <a:lnTo>
                    <a:pt x="5836" y="7059"/>
                  </a:lnTo>
                  <a:lnTo>
                    <a:pt x="6017" y="6939"/>
                  </a:lnTo>
                  <a:lnTo>
                    <a:pt x="6177" y="6819"/>
                  </a:lnTo>
                  <a:lnTo>
                    <a:pt x="6478" y="6538"/>
                  </a:lnTo>
                  <a:lnTo>
                    <a:pt x="6739" y="6217"/>
                  </a:lnTo>
                  <a:lnTo>
                    <a:pt x="6959" y="5876"/>
                  </a:lnTo>
                  <a:lnTo>
                    <a:pt x="7160" y="5535"/>
                  </a:lnTo>
                  <a:lnTo>
                    <a:pt x="7300" y="5154"/>
                  </a:lnTo>
                  <a:lnTo>
                    <a:pt x="7421" y="4753"/>
                  </a:lnTo>
                  <a:lnTo>
                    <a:pt x="7501" y="4352"/>
                  </a:lnTo>
                  <a:lnTo>
                    <a:pt x="7541" y="3951"/>
                  </a:lnTo>
                  <a:lnTo>
                    <a:pt x="7561" y="3530"/>
                  </a:lnTo>
                  <a:lnTo>
                    <a:pt x="7521" y="3109"/>
                  </a:lnTo>
                  <a:lnTo>
                    <a:pt x="7461" y="2688"/>
                  </a:lnTo>
                  <a:lnTo>
                    <a:pt x="7361" y="2367"/>
                  </a:lnTo>
                  <a:lnTo>
                    <a:pt x="7240" y="2046"/>
                  </a:lnTo>
                  <a:lnTo>
                    <a:pt x="7100" y="1745"/>
                  </a:lnTo>
                  <a:lnTo>
                    <a:pt x="6919" y="1464"/>
                  </a:lnTo>
                  <a:lnTo>
                    <a:pt x="6699" y="1203"/>
                  </a:lnTo>
                  <a:lnTo>
                    <a:pt x="6478" y="963"/>
                  </a:lnTo>
                  <a:lnTo>
                    <a:pt x="6217" y="722"/>
                  </a:lnTo>
                  <a:lnTo>
                    <a:pt x="5937" y="522"/>
                  </a:lnTo>
                  <a:lnTo>
                    <a:pt x="5636" y="361"/>
                  </a:lnTo>
                  <a:lnTo>
                    <a:pt x="5315" y="221"/>
                  </a:lnTo>
                  <a:lnTo>
                    <a:pt x="4974" y="121"/>
                  </a:lnTo>
                  <a:lnTo>
                    <a:pt x="4633" y="40"/>
                  </a:lnTo>
                  <a:lnTo>
                    <a:pt x="42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32">
              <a:extLst>
                <a:ext uri="{FF2B5EF4-FFF2-40B4-BE49-F238E27FC236}">
                  <a16:creationId xmlns:a16="http://schemas.microsoft.com/office/drawing/2014/main" id="{921C951C-1A02-1BC3-5786-94FC956E7309}"/>
                </a:ext>
              </a:extLst>
            </p:cNvPr>
            <p:cNvSpPr/>
            <p:nvPr/>
          </p:nvSpPr>
          <p:spPr>
            <a:xfrm>
              <a:off x="11023200" y="3271125"/>
              <a:ext cx="189050" cy="193050"/>
            </a:xfrm>
            <a:custGeom>
              <a:avLst/>
              <a:gdLst/>
              <a:ahLst/>
              <a:cxnLst/>
              <a:rect l="l" t="t" r="r" b="b"/>
              <a:pathLst>
                <a:path w="7562" h="7722" fill="none" extrusionOk="0">
                  <a:moveTo>
                    <a:pt x="21" y="3770"/>
                  </a:moveTo>
                  <a:lnTo>
                    <a:pt x="21" y="3770"/>
                  </a:lnTo>
                  <a:lnTo>
                    <a:pt x="1" y="4212"/>
                  </a:lnTo>
                  <a:lnTo>
                    <a:pt x="41" y="4633"/>
                  </a:lnTo>
                  <a:lnTo>
                    <a:pt x="121" y="5034"/>
                  </a:lnTo>
                  <a:lnTo>
                    <a:pt x="221" y="5415"/>
                  </a:lnTo>
                  <a:lnTo>
                    <a:pt x="382" y="5796"/>
                  </a:lnTo>
                  <a:lnTo>
                    <a:pt x="562" y="6137"/>
                  </a:lnTo>
                  <a:lnTo>
                    <a:pt x="783" y="6458"/>
                  </a:lnTo>
                  <a:lnTo>
                    <a:pt x="1043" y="6739"/>
                  </a:lnTo>
                  <a:lnTo>
                    <a:pt x="1324" y="6999"/>
                  </a:lnTo>
                  <a:lnTo>
                    <a:pt x="1645" y="7220"/>
                  </a:lnTo>
                  <a:lnTo>
                    <a:pt x="2006" y="7400"/>
                  </a:lnTo>
                  <a:lnTo>
                    <a:pt x="2186" y="7481"/>
                  </a:lnTo>
                  <a:lnTo>
                    <a:pt x="2387" y="7541"/>
                  </a:lnTo>
                  <a:lnTo>
                    <a:pt x="2567" y="7601"/>
                  </a:lnTo>
                  <a:lnTo>
                    <a:pt x="2788" y="7641"/>
                  </a:lnTo>
                  <a:lnTo>
                    <a:pt x="2989" y="7681"/>
                  </a:lnTo>
                  <a:lnTo>
                    <a:pt x="3209" y="7701"/>
                  </a:lnTo>
                  <a:lnTo>
                    <a:pt x="3430" y="7721"/>
                  </a:lnTo>
                  <a:lnTo>
                    <a:pt x="3670" y="7721"/>
                  </a:lnTo>
                  <a:lnTo>
                    <a:pt x="3911" y="7701"/>
                  </a:lnTo>
                  <a:lnTo>
                    <a:pt x="4152" y="7681"/>
                  </a:lnTo>
                  <a:lnTo>
                    <a:pt x="4152" y="7681"/>
                  </a:lnTo>
                  <a:lnTo>
                    <a:pt x="4392" y="7641"/>
                  </a:lnTo>
                  <a:lnTo>
                    <a:pt x="4613" y="7581"/>
                  </a:lnTo>
                  <a:lnTo>
                    <a:pt x="4854" y="7521"/>
                  </a:lnTo>
                  <a:lnTo>
                    <a:pt x="5054" y="7461"/>
                  </a:lnTo>
                  <a:lnTo>
                    <a:pt x="5275" y="7380"/>
                  </a:lnTo>
                  <a:lnTo>
                    <a:pt x="5455" y="7280"/>
                  </a:lnTo>
                  <a:lnTo>
                    <a:pt x="5656" y="7180"/>
                  </a:lnTo>
                  <a:lnTo>
                    <a:pt x="5836" y="7059"/>
                  </a:lnTo>
                  <a:lnTo>
                    <a:pt x="6017" y="6939"/>
                  </a:lnTo>
                  <a:lnTo>
                    <a:pt x="6177" y="6819"/>
                  </a:lnTo>
                  <a:lnTo>
                    <a:pt x="6478" y="6538"/>
                  </a:lnTo>
                  <a:lnTo>
                    <a:pt x="6739" y="6217"/>
                  </a:lnTo>
                  <a:lnTo>
                    <a:pt x="6959" y="5876"/>
                  </a:lnTo>
                  <a:lnTo>
                    <a:pt x="7160" y="5535"/>
                  </a:lnTo>
                  <a:lnTo>
                    <a:pt x="7300" y="5154"/>
                  </a:lnTo>
                  <a:lnTo>
                    <a:pt x="7421" y="4753"/>
                  </a:lnTo>
                  <a:lnTo>
                    <a:pt x="7501" y="4352"/>
                  </a:lnTo>
                  <a:lnTo>
                    <a:pt x="7541" y="3951"/>
                  </a:lnTo>
                  <a:lnTo>
                    <a:pt x="7561" y="3530"/>
                  </a:lnTo>
                  <a:lnTo>
                    <a:pt x="7521" y="3109"/>
                  </a:lnTo>
                  <a:lnTo>
                    <a:pt x="7461" y="2688"/>
                  </a:lnTo>
                  <a:lnTo>
                    <a:pt x="7461" y="2688"/>
                  </a:lnTo>
                  <a:lnTo>
                    <a:pt x="7361" y="2367"/>
                  </a:lnTo>
                  <a:lnTo>
                    <a:pt x="7240" y="2046"/>
                  </a:lnTo>
                  <a:lnTo>
                    <a:pt x="7100" y="1745"/>
                  </a:lnTo>
                  <a:lnTo>
                    <a:pt x="6919" y="1464"/>
                  </a:lnTo>
                  <a:lnTo>
                    <a:pt x="6699" y="1203"/>
                  </a:lnTo>
                  <a:lnTo>
                    <a:pt x="6478" y="963"/>
                  </a:lnTo>
                  <a:lnTo>
                    <a:pt x="6217" y="722"/>
                  </a:lnTo>
                  <a:lnTo>
                    <a:pt x="5937" y="522"/>
                  </a:lnTo>
                  <a:lnTo>
                    <a:pt x="5636" y="361"/>
                  </a:lnTo>
                  <a:lnTo>
                    <a:pt x="5315" y="221"/>
                  </a:lnTo>
                  <a:lnTo>
                    <a:pt x="4974" y="121"/>
                  </a:lnTo>
                  <a:lnTo>
                    <a:pt x="4633" y="40"/>
                  </a:lnTo>
                  <a:lnTo>
                    <a:pt x="4272" y="0"/>
                  </a:lnTo>
                  <a:lnTo>
                    <a:pt x="3891" y="0"/>
                  </a:lnTo>
                  <a:lnTo>
                    <a:pt x="3510" y="60"/>
                  </a:lnTo>
                  <a:lnTo>
                    <a:pt x="3129" y="141"/>
                  </a:lnTo>
                  <a:lnTo>
                    <a:pt x="3129" y="141"/>
                  </a:lnTo>
                  <a:lnTo>
                    <a:pt x="2808" y="261"/>
                  </a:lnTo>
                  <a:lnTo>
                    <a:pt x="2507" y="381"/>
                  </a:lnTo>
                  <a:lnTo>
                    <a:pt x="2207" y="522"/>
                  </a:lnTo>
                  <a:lnTo>
                    <a:pt x="1946" y="702"/>
                  </a:lnTo>
                  <a:lnTo>
                    <a:pt x="1665" y="883"/>
                  </a:lnTo>
                  <a:lnTo>
                    <a:pt x="1424" y="1103"/>
                  </a:lnTo>
                  <a:lnTo>
                    <a:pt x="1184" y="1324"/>
                  </a:lnTo>
                  <a:lnTo>
                    <a:pt x="983" y="1544"/>
                  </a:lnTo>
                  <a:lnTo>
                    <a:pt x="783" y="1805"/>
                  </a:lnTo>
                  <a:lnTo>
                    <a:pt x="602" y="2066"/>
                  </a:lnTo>
                  <a:lnTo>
                    <a:pt x="442" y="2327"/>
                  </a:lnTo>
                  <a:lnTo>
                    <a:pt x="301" y="2607"/>
                  </a:lnTo>
                  <a:lnTo>
                    <a:pt x="201" y="2888"/>
                  </a:lnTo>
                  <a:lnTo>
                    <a:pt x="121" y="3189"/>
                  </a:lnTo>
                  <a:lnTo>
                    <a:pt x="41" y="3470"/>
                  </a:lnTo>
                  <a:lnTo>
                    <a:pt x="21" y="377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32">
              <a:extLst>
                <a:ext uri="{FF2B5EF4-FFF2-40B4-BE49-F238E27FC236}">
                  <a16:creationId xmlns:a16="http://schemas.microsoft.com/office/drawing/2014/main" id="{CC02BE7E-05B3-5F4B-F274-A756DA7F8F21}"/>
                </a:ext>
              </a:extLst>
            </p:cNvPr>
            <p:cNvSpPr/>
            <p:nvPr/>
          </p:nvSpPr>
          <p:spPr>
            <a:xfrm>
              <a:off x="10942475" y="3194400"/>
              <a:ext cx="176000" cy="321400"/>
            </a:xfrm>
            <a:custGeom>
              <a:avLst/>
              <a:gdLst/>
              <a:ahLst/>
              <a:cxnLst/>
              <a:rect l="l" t="t" r="r" b="b"/>
              <a:pathLst>
                <a:path w="7040" h="12856" extrusionOk="0">
                  <a:moveTo>
                    <a:pt x="6859" y="1"/>
                  </a:moveTo>
                  <a:lnTo>
                    <a:pt x="6438" y="21"/>
                  </a:lnTo>
                  <a:lnTo>
                    <a:pt x="6037" y="81"/>
                  </a:lnTo>
                  <a:lnTo>
                    <a:pt x="5616" y="141"/>
                  </a:lnTo>
                  <a:lnTo>
                    <a:pt x="5195" y="262"/>
                  </a:lnTo>
                  <a:lnTo>
                    <a:pt x="4673" y="442"/>
                  </a:lnTo>
                  <a:lnTo>
                    <a:pt x="4172" y="643"/>
                  </a:lnTo>
                  <a:lnTo>
                    <a:pt x="3691" y="903"/>
                  </a:lnTo>
                  <a:lnTo>
                    <a:pt x="3209" y="1184"/>
                  </a:lnTo>
                  <a:lnTo>
                    <a:pt x="2768" y="1485"/>
                  </a:lnTo>
                  <a:lnTo>
                    <a:pt x="2367" y="1846"/>
                  </a:lnTo>
                  <a:lnTo>
                    <a:pt x="1966" y="2207"/>
                  </a:lnTo>
                  <a:lnTo>
                    <a:pt x="1605" y="2608"/>
                  </a:lnTo>
                  <a:lnTo>
                    <a:pt x="1284" y="3009"/>
                  </a:lnTo>
                  <a:lnTo>
                    <a:pt x="983" y="3450"/>
                  </a:lnTo>
                  <a:lnTo>
                    <a:pt x="723" y="3891"/>
                  </a:lnTo>
                  <a:lnTo>
                    <a:pt x="502" y="4373"/>
                  </a:lnTo>
                  <a:lnTo>
                    <a:pt x="302" y="4834"/>
                  </a:lnTo>
                  <a:lnTo>
                    <a:pt x="161" y="5335"/>
                  </a:lnTo>
                  <a:lnTo>
                    <a:pt x="61" y="5817"/>
                  </a:lnTo>
                  <a:lnTo>
                    <a:pt x="1" y="6318"/>
                  </a:lnTo>
                  <a:lnTo>
                    <a:pt x="1" y="6819"/>
                  </a:lnTo>
                  <a:lnTo>
                    <a:pt x="21" y="7401"/>
                  </a:lnTo>
                  <a:lnTo>
                    <a:pt x="81" y="7942"/>
                  </a:lnTo>
                  <a:lnTo>
                    <a:pt x="181" y="8484"/>
                  </a:lnTo>
                  <a:lnTo>
                    <a:pt x="342" y="9005"/>
                  </a:lnTo>
                  <a:lnTo>
                    <a:pt x="542" y="9507"/>
                  </a:lnTo>
                  <a:lnTo>
                    <a:pt x="763" y="9988"/>
                  </a:lnTo>
                  <a:lnTo>
                    <a:pt x="1044" y="10429"/>
                  </a:lnTo>
                  <a:lnTo>
                    <a:pt x="1344" y="10850"/>
                  </a:lnTo>
                  <a:lnTo>
                    <a:pt x="1505" y="11051"/>
                  </a:lnTo>
                  <a:lnTo>
                    <a:pt x="1685" y="11231"/>
                  </a:lnTo>
                  <a:lnTo>
                    <a:pt x="1866" y="11412"/>
                  </a:lnTo>
                  <a:lnTo>
                    <a:pt x="2066" y="11592"/>
                  </a:lnTo>
                  <a:lnTo>
                    <a:pt x="2267" y="11753"/>
                  </a:lnTo>
                  <a:lnTo>
                    <a:pt x="2488" y="11893"/>
                  </a:lnTo>
                  <a:lnTo>
                    <a:pt x="2688" y="12054"/>
                  </a:lnTo>
                  <a:lnTo>
                    <a:pt x="2929" y="12174"/>
                  </a:lnTo>
                  <a:lnTo>
                    <a:pt x="3149" y="12294"/>
                  </a:lnTo>
                  <a:lnTo>
                    <a:pt x="3410" y="12415"/>
                  </a:lnTo>
                  <a:lnTo>
                    <a:pt x="3651" y="12515"/>
                  </a:lnTo>
                  <a:lnTo>
                    <a:pt x="3911" y="12615"/>
                  </a:lnTo>
                  <a:lnTo>
                    <a:pt x="4172" y="12695"/>
                  </a:lnTo>
                  <a:lnTo>
                    <a:pt x="4453" y="12756"/>
                  </a:lnTo>
                  <a:lnTo>
                    <a:pt x="4734" y="12816"/>
                  </a:lnTo>
                  <a:lnTo>
                    <a:pt x="5014" y="12856"/>
                  </a:lnTo>
                  <a:lnTo>
                    <a:pt x="5215" y="12294"/>
                  </a:lnTo>
                  <a:lnTo>
                    <a:pt x="5415" y="11753"/>
                  </a:lnTo>
                  <a:lnTo>
                    <a:pt x="5616" y="11211"/>
                  </a:lnTo>
                  <a:lnTo>
                    <a:pt x="5857" y="10690"/>
                  </a:lnTo>
                  <a:lnTo>
                    <a:pt x="5536" y="10590"/>
                  </a:lnTo>
                  <a:lnTo>
                    <a:pt x="5235" y="10469"/>
                  </a:lnTo>
                  <a:lnTo>
                    <a:pt x="4954" y="10329"/>
                  </a:lnTo>
                  <a:lnTo>
                    <a:pt x="4694" y="10169"/>
                  </a:lnTo>
                  <a:lnTo>
                    <a:pt x="4453" y="9988"/>
                  </a:lnTo>
                  <a:lnTo>
                    <a:pt x="4232" y="9767"/>
                  </a:lnTo>
                  <a:lnTo>
                    <a:pt x="4032" y="9547"/>
                  </a:lnTo>
                  <a:lnTo>
                    <a:pt x="3851" y="9306"/>
                  </a:lnTo>
                  <a:lnTo>
                    <a:pt x="3691" y="9045"/>
                  </a:lnTo>
                  <a:lnTo>
                    <a:pt x="3570" y="8765"/>
                  </a:lnTo>
                  <a:lnTo>
                    <a:pt x="3450" y="8464"/>
                  </a:lnTo>
                  <a:lnTo>
                    <a:pt x="3350" y="8163"/>
                  </a:lnTo>
                  <a:lnTo>
                    <a:pt x="3290" y="7842"/>
                  </a:lnTo>
                  <a:lnTo>
                    <a:pt x="3250" y="7521"/>
                  </a:lnTo>
                  <a:lnTo>
                    <a:pt x="3230" y="7180"/>
                  </a:lnTo>
                  <a:lnTo>
                    <a:pt x="3250" y="6839"/>
                  </a:lnTo>
                  <a:lnTo>
                    <a:pt x="3290" y="6478"/>
                  </a:lnTo>
                  <a:lnTo>
                    <a:pt x="3370" y="6138"/>
                  </a:lnTo>
                  <a:lnTo>
                    <a:pt x="3350" y="5696"/>
                  </a:lnTo>
                  <a:lnTo>
                    <a:pt x="3370" y="5235"/>
                  </a:lnTo>
                  <a:lnTo>
                    <a:pt x="3430" y="4794"/>
                  </a:lnTo>
                  <a:lnTo>
                    <a:pt x="3510" y="4353"/>
                  </a:lnTo>
                  <a:lnTo>
                    <a:pt x="3631" y="3932"/>
                  </a:lnTo>
                  <a:lnTo>
                    <a:pt x="3791" y="3510"/>
                  </a:lnTo>
                  <a:lnTo>
                    <a:pt x="3972" y="3089"/>
                  </a:lnTo>
                  <a:lnTo>
                    <a:pt x="4172" y="2688"/>
                  </a:lnTo>
                  <a:lnTo>
                    <a:pt x="4413" y="2307"/>
                  </a:lnTo>
                  <a:lnTo>
                    <a:pt x="4673" y="1926"/>
                  </a:lnTo>
                  <a:lnTo>
                    <a:pt x="4954" y="1585"/>
                  </a:lnTo>
                  <a:lnTo>
                    <a:pt x="5275" y="1244"/>
                  </a:lnTo>
                  <a:lnTo>
                    <a:pt x="5596" y="903"/>
                  </a:lnTo>
                  <a:lnTo>
                    <a:pt x="5957" y="603"/>
                  </a:lnTo>
                  <a:lnTo>
                    <a:pt x="6338" y="322"/>
                  </a:lnTo>
                  <a:lnTo>
                    <a:pt x="6739" y="81"/>
                  </a:lnTo>
                  <a:lnTo>
                    <a:pt x="6779" y="101"/>
                  </a:lnTo>
                  <a:lnTo>
                    <a:pt x="6839" y="101"/>
                  </a:lnTo>
                  <a:lnTo>
                    <a:pt x="6940" y="81"/>
                  </a:lnTo>
                  <a:lnTo>
                    <a:pt x="7040" y="21"/>
                  </a:lnTo>
                  <a:lnTo>
                    <a:pt x="6859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32">
              <a:extLst>
                <a:ext uri="{FF2B5EF4-FFF2-40B4-BE49-F238E27FC236}">
                  <a16:creationId xmlns:a16="http://schemas.microsoft.com/office/drawing/2014/main" id="{4E0F2CE4-DE41-9766-E070-166D731CFE78}"/>
                </a:ext>
              </a:extLst>
            </p:cNvPr>
            <p:cNvSpPr/>
            <p:nvPr/>
          </p:nvSpPr>
          <p:spPr>
            <a:xfrm>
              <a:off x="10942475" y="3194400"/>
              <a:ext cx="176000" cy="321400"/>
            </a:xfrm>
            <a:custGeom>
              <a:avLst/>
              <a:gdLst/>
              <a:ahLst/>
              <a:cxnLst/>
              <a:rect l="l" t="t" r="r" b="b"/>
              <a:pathLst>
                <a:path w="7040" h="12856" fill="none" extrusionOk="0">
                  <a:moveTo>
                    <a:pt x="6859" y="1"/>
                  </a:moveTo>
                  <a:lnTo>
                    <a:pt x="6859" y="1"/>
                  </a:lnTo>
                  <a:lnTo>
                    <a:pt x="6438" y="21"/>
                  </a:lnTo>
                  <a:lnTo>
                    <a:pt x="6037" y="81"/>
                  </a:lnTo>
                  <a:lnTo>
                    <a:pt x="5616" y="141"/>
                  </a:lnTo>
                  <a:lnTo>
                    <a:pt x="5195" y="262"/>
                  </a:lnTo>
                  <a:lnTo>
                    <a:pt x="5195" y="262"/>
                  </a:lnTo>
                  <a:lnTo>
                    <a:pt x="4673" y="442"/>
                  </a:lnTo>
                  <a:lnTo>
                    <a:pt x="4172" y="643"/>
                  </a:lnTo>
                  <a:lnTo>
                    <a:pt x="3691" y="903"/>
                  </a:lnTo>
                  <a:lnTo>
                    <a:pt x="3209" y="1184"/>
                  </a:lnTo>
                  <a:lnTo>
                    <a:pt x="2768" y="1485"/>
                  </a:lnTo>
                  <a:lnTo>
                    <a:pt x="2367" y="1846"/>
                  </a:lnTo>
                  <a:lnTo>
                    <a:pt x="1966" y="2207"/>
                  </a:lnTo>
                  <a:lnTo>
                    <a:pt x="1605" y="2608"/>
                  </a:lnTo>
                  <a:lnTo>
                    <a:pt x="1284" y="3009"/>
                  </a:lnTo>
                  <a:lnTo>
                    <a:pt x="983" y="3450"/>
                  </a:lnTo>
                  <a:lnTo>
                    <a:pt x="723" y="3891"/>
                  </a:lnTo>
                  <a:lnTo>
                    <a:pt x="502" y="4373"/>
                  </a:lnTo>
                  <a:lnTo>
                    <a:pt x="302" y="4834"/>
                  </a:lnTo>
                  <a:lnTo>
                    <a:pt x="161" y="5335"/>
                  </a:lnTo>
                  <a:lnTo>
                    <a:pt x="61" y="5817"/>
                  </a:lnTo>
                  <a:lnTo>
                    <a:pt x="1" y="6318"/>
                  </a:lnTo>
                  <a:lnTo>
                    <a:pt x="1" y="6318"/>
                  </a:lnTo>
                  <a:lnTo>
                    <a:pt x="1" y="6819"/>
                  </a:lnTo>
                  <a:lnTo>
                    <a:pt x="1" y="6819"/>
                  </a:lnTo>
                  <a:lnTo>
                    <a:pt x="21" y="7401"/>
                  </a:lnTo>
                  <a:lnTo>
                    <a:pt x="81" y="7942"/>
                  </a:lnTo>
                  <a:lnTo>
                    <a:pt x="181" y="8484"/>
                  </a:lnTo>
                  <a:lnTo>
                    <a:pt x="342" y="9005"/>
                  </a:lnTo>
                  <a:lnTo>
                    <a:pt x="542" y="9507"/>
                  </a:lnTo>
                  <a:lnTo>
                    <a:pt x="763" y="9988"/>
                  </a:lnTo>
                  <a:lnTo>
                    <a:pt x="1044" y="10429"/>
                  </a:lnTo>
                  <a:lnTo>
                    <a:pt x="1344" y="10850"/>
                  </a:lnTo>
                  <a:lnTo>
                    <a:pt x="1505" y="11051"/>
                  </a:lnTo>
                  <a:lnTo>
                    <a:pt x="1685" y="11231"/>
                  </a:lnTo>
                  <a:lnTo>
                    <a:pt x="1866" y="11412"/>
                  </a:lnTo>
                  <a:lnTo>
                    <a:pt x="2066" y="11592"/>
                  </a:lnTo>
                  <a:lnTo>
                    <a:pt x="2267" y="11753"/>
                  </a:lnTo>
                  <a:lnTo>
                    <a:pt x="2488" y="11893"/>
                  </a:lnTo>
                  <a:lnTo>
                    <a:pt x="2688" y="12054"/>
                  </a:lnTo>
                  <a:lnTo>
                    <a:pt x="2929" y="12174"/>
                  </a:lnTo>
                  <a:lnTo>
                    <a:pt x="3149" y="12294"/>
                  </a:lnTo>
                  <a:lnTo>
                    <a:pt x="3410" y="12415"/>
                  </a:lnTo>
                  <a:lnTo>
                    <a:pt x="3651" y="12515"/>
                  </a:lnTo>
                  <a:lnTo>
                    <a:pt x="3911" y="12615"/>
                  </a:lnTo>
                  <a:lnTo>
                    <a:pt x="4172" y="12695"/>
                  </a:lnTo>
                  <a:lnTo>
                    <a:pt x="4453" y="12756"/>
                  </a:lnTo>
                  <a:lnTo>
                    <a:pt x="4734" y="12816"/>
                  </a:lnTo>
                  <a:lnTo>
                    <a:pt x="5014" y="12856"/>
                  </a:lnTo>
                  <a:lnTo>
                    <a:pt x="5014" y="12856"/>
                  </a:lnTo>
                  <a:lnTo>
                    <a:pt x="5215" y="12294"/>
                  </a:lnTo>
                  <a:lnTo>
                    <a:pt x="5415" y="11753"/>
                  </a:lnTo>
                  <a:lnTo>
                    <a:pt x="5616" y="11211"/>
                  </a:lnTo>
                  <a:lnTo>
                    <a:pt x="5857" y="10690"/>
                  </a:lnTo>
                  <a:lnTo>
                    <a:pt x="5857" y="10690"/>
                  </a:lnTo>
                  <a:lnTo>
                    <a:pt x="5536" y="10590"/>
                  </a:lnTo>
                  <a:lnTo>
                    <a:pt x="5235" y="10469"/>
                  </a:lnTo>
                  <a:lnTo>
                    <a:pt x="4954" y="10329"/>
                  </a:lnTo>
                  <a:lnTo>
                    <a:pt x="4694" y="10169"/>
                  </a:lnTo>
                  <a:lnTo>
                    <a:pt x="4453" y="9988"/>
                  </a:lnTo>
                  <a:lnTo>
                    <a:pt x="4232" y="9767"/>
                  </a:lnTo>
                  <a:lnTo>
                    <a:pt x="4032" y="9547"/>
                  </a:lnTo>
                  <a:lnTo>
                    <a:pt x="3851" y="9306"/>
                  </a:lnTo>
                  <a:lnTo>
                    <a:pt x="3691" y="9045"/>
                  </a:lnTo>
                  <a:lnTo>
                    <a:pt x="3570" y="8765"/>
                  </a:lnTo>
                  <a:lnTo>
                    <a:pt x="3450" y="8464"/>
                  </a:lnTo>
                  <a:lnTo>
                    <a:pt x="3350" y="8163"/>
                  </a:lnTo>
                  <a:lnTo>
                    <a:pt x="3290" y="7842"/>
                  </a:lnTo>
                  <a:lnTo>
                    <a:pt x="3250" y="7521"/>
                  </a:lnTo>
                  <a:lnTo>
                    <a:pt x="3230" y="7180"/>
                  </a:lnTo>
                  <a:lnTo>
                    <a:pt x="3250" y="6839"/>
                  </a:lnTo>
                  <a:lnTo>
                    <a:pt x="3250" y="6839"/>
                  </a:lnTo>
                  <a:lnTo>
                    <a:pt x="3290" y="6478"/>
                  </a:lnTo>
                  <a:lnTo>
                    <a:pt x="3370" y="6138"/>
                  </a:lnTo>
                  <a:lnTo>
                    <a:pt x="3370" y="6138"/>
                  </a:lnTo>
                  <a:lnTo>
                    <a:pt x="3350" y="5696"/>
                  </a:lnTo>
                  <a:lnTo>
                    <a:pt x="3370" y="5235"/>
                  </a:lnTo>
                  <a:lnTo>
                    <a:pt x="3430" y="4794"/>
                  </a:lnTo>
                  <a:lnTo>
                    <a:pt x="3510" y="4353"/>
                  </a:lnTo>
                  <a:lnTo>
                    <a:pt x="3631" y="3932"/>
                  </a:lnTo>
                  <a:lnTo>
                    <a:pt x="3791" y="3510"/>
                  </a:lnTo>
                  <a:lnTo>
                    <a:pt x="3972" y="3089"/>
                  </a:lnTo>
                  <a:lnTo>
                    <a:pt x="4172" y="2688"/>
                  </a:lnTo>
                  <a:lnTo>
                    <a:pt x="4413" y="2307"/>
                  </a:lnTo>
                  <a:lnTo>
                    <a:pt x="4673" y="1926"/>
                  </a:lnTo>
                  <a:lnTo>
                    <a:pt x="4954" y="1585"/>
                  </a:lnTo>
                  <a:lnTo>
                    <a:pt x="5275" y="1244"/>
                  </a:lnTo>
                  <a:lnTo>
                    <a:pt x="5596" y="903"/>
                  </a:lnTo>
                  <a:lnTo>
                    <a:pt x="5957" y="603"/>
                  </a:lnTo>
                  <a:lnTo>
                    <a:pt x="6338" y="322"/>
                  </a:lnTo>
                  <a:lnTo>
                    <a:pt x="6739" y="81"/>
                  </a:lnTo>
                  <a:lnTo>
                    <a:pt x="6739" y="81"/>
                  </a:lnTo>
                  <a:lnTo>
                    <a:pt x="6779" y="101"/>
                  </a:lnTo>
                  <a:lnTo>
                    <a:pt x="6839" y="101"/>
                  </a:lnTo>
                  <a:lnTo>
                    <a:pt x="6839" y="101"/>
                  </a:lnTo>
                  <a:lnTo>
                    <a:pt x="6940" y="81"/>
                  </a:lnTo>
                  <a:lnTo>
                    <a:pt x="7040" y="21"/>
                  </a:lnTo>
                  <a:lnTo>
                    <a:pt x="7040" y="21"/>
                  </a:lnTo>
                  <a:lnTo>
                    <a:pt x="685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32">
              <a:extLst>
                <a:ext uri="{FF2B5EF4-FFF2-40B4-BE49-F238E27FC236}">
                  <a16:creationId xmlns:a16="http://schemas.microsoft.com/office/drawing/2014/main" id="{04C890B5-A62F-BDF8-EBAB-946D3C02E71A}"/>
                </a:ext>
              </a:extLst>
            </p:cNvPr>
            <p:cNvSpPr/>
            <p:nvPr/>
          </p:nvSpPr>
          <p:spPr>
            <a:xfrm>
              <a:off x="11023200" y="3347825"/>
              <a:ext cx="69225" cy="113825"/>
            </a:xfrm>
            <a:custGeom>
              <a:avLst/>
              <a:gdLst/>
              <a:ahLst/>
              <a:cxnLst/>
              <a:rect l="l" t="t" r="r" b="b"/>
              <a:pathLst>
                <a:path w="2769" h="4553" extrusionOk="0">
                  <a:moveTo>
                    <a:pt x="141" y="1"/>
                  </a:moveTo>
                  <a:lnTo>
                    <a:pt x="61" y="341"/>
                  </a:lnTo>
                  <a:lnTo>
                    <a:pt x="21" y="702"/>
                  </a:lnTo>
                  <a:lnTo>
                    <a:pt x="1" y="1043"/>
                  </a:lnTo>
                  <a:lnTo>
                    <a:pt x="21" y="1384"/>
                  </a:lnTo>
                  <a:lnTo>
                    <a:pt x="61" y="1705"/>
                  </a:lnTo>
                  <a:lnTo>
                    <a:pt x="121" y="2026"/>
                  </a:lnTo>
                  <a:lnTo>
                    <a:pt x="221" y="2327"/>
                  </a:lnTo>
                  <a:lnTo>
                    <a:pt x="341" y="2628"/>
                  </a:lnTo>
                  <a:lnTo>
                    <a:pt x="462" y="2908"/>
                  </a:lnTo>
                  <a:lnTo>
                    <a:pt x="622" y="3169"/>
                  </a:lnTo>
                  <a:lnTo>
                    <a:pt x="803" y="3410"/>
                  </a:lnTo>
                  <a:lnTo>
                    <a:pt x="1003" y="3630"/>
                  </a:lnTo>
                  <a:lnTo>
                    <a:pt x="1224" y="3851"/>
                  </a:lnTo>
                  <a:lnTo>
                    <a:pt x="1465" y="4032"/>
                  </a:lnTo>
                  <a:lnTo>
                    <a:pt x="1725" y="4192"/>
                  </a:lnTo>
                  <a:lnTo>
                    <a:pt x="2006" y="4332"/>
                  </a:lnTo>
                  <a:lnTo>
                    <a:pt x="2307" y="4453"/>
                  </a:lnTo>
                  <a:lnTo>
                    <a:pt x="2628" y="4553"/>
                  </a:lnTo>
                  <a:lnTo>
                    <a:pt x="2768" y="4212"/>
                  </a:lnTo>
                  <a:lnTo>
                    <a:pt x="2507" y="4072"/>
                  </a:lnTo>
                  <a:lnTo>
                    <a:pt x="2267" y="3911"/>
                  </a:lnTo>
                  <a:lnTo>
                    <a:pt x="2026" y="3751"/>
                  </a:lnTo>
                  <a:lnTo>
                    <a:pt x="1805" y="3570"/>
                  </a:lnTo>
                  <a:lnTo>
                    <a:pt x="1585" y="3390"/>
                  </a:lnTo>
                  <a:lnTo>
                    <a:pt x="1384" y="3169"/>
                  </a:lnTo>
                  <a:lnTo>
                    <a:pt x="1204" y="2949"/>
                  </a:lnTo>
                  <a:lnTo>
                    <a:pt x="1043" y="2708"/>
                  </a:lnTo>
                  <a:lnTo>
                    <a:pt x="843" y="2367"/>
                  </a:lnTo>
                  <a:lnTo>
                    <a:pt x="682" y="2046"/>
                  </a:lnTo>
                  <a:lnTo>
                    <a:pt x="542" y="1705"/>
                  </a:lnTo>
                  <a:lnTo>
                    <a:pt x="402" y="1364"/>
                  </a:lnTo>
                  <a:lnTo>
                    <a:pt x="301" y="1023"/>
                  </a:lnTo>
                  <a:lnTo>
                    <a:pt x="241" y="682"/>
                  </a:lnTo>
                  <a:lnTo>
                    <a:pt x="181" y="341"/>
                  </a:lnTo>
                  <a:lnTo>
                    <a:pt x="14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32">
              <a:extLst>
                <a:ext uri="{FF2B5EF4-FFF2-40B4-BE49-F238E27FC236}">
                  <a16:creationId xmlns:a16="http://schemas.microsoft.com/office/drawing/2014/main" id="{6E787B69-363F-7094-C675-7597824B22B6}"/>
                </a:ext>
              </a:extLst>
            </p:cNvPr>
            <p:cNvSpPr/>
            <p:nvPr/>
          </p:nvSpPr>
          <p:spPr>
            <a:xfrm>
              <a:off x="11593750" y="3194400"/>
              <a:ext cx="315875" cy="322925"/>
            </a:xfrm>
            <a:custGeom>
              <a:avLst/>
              <a:gdLst/>
              <a:ahLst/>
              <a:cxnLst/>
              <a:rect l="l" t="t" r="r" b="b"/>
              <a:pathLst>
                <a:path w="12635" h="12917" extrusionOk="0">
                  <a:moveTo>
                    <a:pt x="5816" y="1"/>
                  </a:moveTo>
                  <a:lnTo>
                    <a:pt x="5516" y="21"/>
                  </a:lnTo>
                  <a:lnTo>
                    <a:pt x="5195" y="41"/>
                  </a:lnTo>
                  <a:lnTo>
                    <a:pt x="4894" y="81"/>
                  </a:lnTo>
                  <a:lnTo>
                    <a:pt x="4613" y="121"/>
                  </a:lnTo>
                  <a:lnTo>
                    <a:pt x="4312" y="201"/>
                  </a:lnTo>
                  <a:lnTo>
                    <a:pt x="4031" y="282"/>
                  </a:lnTo>
                  <a:lnTo>
                    <a:pt x="3751" y="382"/>
                  </a:lnTo>
                  <a:lnTo>
                    <a:pt x="3490" y="482"/>
                  </a:lnTo>
                  <a:lnTo>
                    <a:pt x="3229" y="603"/>
                  </a:lnTo>
                  <a:lnTo>
                    <a:pt x="2969" y="743"/>
                  </a:lnTo>
                  <a:lnTo>
                    <a:pt x="2728" y="903"/>
                  </a:lnTo>
                  <a:lnTo>
                    <a:pt x="2487" y="1064"/>
                  </a:lnTo>
                  <a:lnTo>
                    <a:pt x="2267" y="1224"/>
                  </a:lnTo>
                  <a:lnTo>
                    <a:pt x="2046" y="1405"/>
                  </a:lnTo>
                  <a:lnTo>
                    <a:pt x="1825" y="1605"/>
                  </a:lnTo>
                  <a:lnTo>
                    <a:pt x="1625" y="1806"/>
                  </a:lnTo>
                  <a:lnTo>
                    <a:pt x="1444" y="2006"/>
                  </a:lnTo>
                  <a:lnTo>
                    <a:pt x="1264" y="2227"/>
                  </a:lnTo>
                  <a:lnTo>
                    <a:pt x="1083" y="2448"/>
                  </a:lnTo>
                  <a:lnTo>
                    <a:pt x="943" y="2688"/>
                  </a:lnTo>
                  <a:lnTo>
                    <a:pt x="783" y="2929"/>
                  </a:lnTo>
                  <a:lnTo>
                    <a:pt x="662" y="3190"/>
                  </a:lnTo>
                  <a:lnTo>
                    <a:pt x="542" y="3430"/>
                  </a:lnTo>
                  <a:lnTo>
                    <a:pt x="422" y="3691"/>
                  </a:lnTo>
                  <a:lnTo>
                    <a:pt x="341" y="3952"/>
                  </a:lnTo>
                  <a:lnTo>
                    <a:pt x="261" y="4232"/>
                  </a:lnTo>
                  <a:lnTo>
                    <a:pt x="181" y="4493"/>
                  </a:lnTo>
                  <a:lnTo>
                    <a:pt x="121" y="4854"/>
                  </a:lnTo>
                  <a:lnTo>
                    <a:pt x="61" y="5195"/>
                  </a:lnTo>
                  <a:lnTo>
                    <a:pt x="41" y="5556"/>
                  </a:lnTo>
                  <a:lnTo>
                    <a:pt x="21" y="5897"/>
                  </a:lnTo>
                  <a:lnTo>
                    <a:pt x="1" y="6238"/>
                  </a:lnTo>
                  <a:lnTo>
                    <a:pt x="21" y="6599"/>
                  </a:lnTo>
                  <a:lnTo>
                    <a:pt x="61" y="6940"/>
                  </a:lnTo>
                  <a:lnTo>
                    <a:pt x="101" y="7281"/>
                  </a:lnTo>
                  <a:lnTo>
                    <a:pt x="161" y="7622"/>
                  </a:lnTo>
                  <a:lnTo>
                    <a:pt x="221" y="7963"/>
                  </a:lnTo>
                  <a:lnTo>
                    <a:pt x="321" y="8283"/>
                  </a:lnTo>
                  <a:lnTo>
                    <a:pt x="422" y="8624"/>
                  </a:lnTo>
                  <a:lnTo>
                    <a:pt x="542" y="8925"/>
                  </a:lnTo>
                  <a:lnTo>
                    <a:pt x="682" y="9246"/>
                  </a:lnTo>
                  <a:lnTo>
                    <a:pt x="843" y="9547"/>
                  </a:lnTo>
                  <a:lnTo>
                    <a:pt x="1003" y="9848"/>
                  </a:lnTo>
                  <a:lnTo>
                    <a:pt x="1184" y="10128"/>
                  </a:lnTo>
                  <a:lnTo>
                    <a:pt x="1384" y="10409"/>
                  </a:lnTo>
                  <a:lnTo>
                    <a:pt x="1605" y="10670"/>
                  </a:lnTo>
                  <a:lnTo>
                    <a:pt x="1825" y="10931"/>
                  </a:lnTo>
                  <a:lnTo>
                    <a:pt x="2066" y="11171"/>
                  </a:lnTo>
                  <a:lnTo>
                    <a:pt x="2327" y="11392"/>
                  </a:lnTo>
                  <a:lnTo>
                    <a:pt x="2608" y="11612"/>
                  </a:lnTo>
                  <a:lnTo>
                    <a:pt x="2888" y="11813"/>
                  </a:lnTo>
                  <a:lnTo>
                    <a:pt x="3189" y="12014"/>
                  </a:lnTo>
                  <a:lnTo>
                    <a:pt x="3510" y="12174"/>
                  </a:lnTo>
                  <a:lnTo>
                    <a:pt x="3831" y="12334"/>
                  </a:lnTo>
                  <a:lnTo>
                    <a:pt x="4192" y="12475"/>
                  </a:lnTo>
                  <a:lnTo>
                    <a:pt x="4553" y="12595"/>
                  </a:lnTo>
                  <a:lnTo>
                    <a:pt x="4914" y="12695"/>
                  </a:lnTo>
                  <a:lnTo>
                    <a:pt x="5315" y="12776"/>
                  </a:lnTo>
                  <a:lnTo>
                    <a:pt x="5716" y="12856"/>
                  </a:lnTo>
                  <a:lnTo>
                    <a:pt x="6137" y="12896"/>
                  </a:lnTo>
                  <a:lnTo>
                    <a:pt x="6558" y="12916"/>
                  </a:lnTo>
                  <a:lnTo>
                    <a:pt x="6959" y="12916"/>
                  </a:lnTo>
                  <a:lnTo>
                    <a:pt x="7361" y="12896"/>
                  </a:lnTo>
                  <a:lnTo>
                    <a:pt x="7742" y="12836"/>
                  </a:lnTo>
                  <a:lnTo>
                    <a:pt x="8103" y="12776"/>
                  </a:lnTo>
                  <a:lnTo>
                    <a:pt x="8464" y="12695"/>
                  </a:lnTo>
                  <a:lnTo>
                    <a:pt x="8804" y="12575"/>
                  </a:lnTo>
                  <a:lnTo>
                    <a:pt x="9145" y="12455"/>
                  </a:lnTo>
                  <a:lnTo>
                    <a:pt x="9466" y="12294"/>
                  </a:lnTo>
                  <a:lnTo>
                    <a:pt x="9767" y="12134"/>
                  </a:lnTo>
                  <a:lnTo>
                    <a:pt x="10068" y="11953"/>
                  </a:lnTo>
                  <a:lnTo>
                    <a:pt x="10349" y="11753"/>
                  </a:lnTo>
                  <a:lnTo>
                    <a:pt x="10609" y="11552"/>
                  </a:lnTo>
                  <a:lnTo>
                    <a:pt x="10850" y="11312"/>
                  </a:lnTo>
                  <a:lnTo>
                    <a:pt x="11091" y="11071"/>
                  </a:lnTo>
                  <a:lnTo>
                    <a:pt x="11291" y="10830"/>
                  </a:lnTo>
                  <a:lnTo>
                    <a:pt x="11472" y="10590"/>
                  </a:lnTo>
                  <a:lnTo>
                    <a:pt x="11652" y="10349"/>
                  </a:lnTo>
                  <a:lnTo>
                    <a:pt x="11813" y="10088"/>
                  </a:lnTo>
                  <a:lnTo>
                    <a:pt x="11953" y="9808"/>
                  </a:lnTo>
                  <a:lnTo>
                    <a:pt x="12093" y="9527"/>
                  </a:lnTo>
                  <a:lnTo>
                    <a:pt x="12214" y="9226"/>
                  </a:lnTo>
                  <a:lnTo>
                    <a:pt x="12314" y="8945"/>
                  </a:lnTo>
                  <a:lnTo>
                    <a:pt x="12394" y="8624"/>
                  </a:lnTo>
                  <a:lnTo>
                    <a:pt x="12474" y="8324"/>
                  </a:lnTo>
                  <a:lnTo>
                    <a:pt x="12535" y="8003"/>
                  </a:lnTo>
                  <a:lnTo>
                    <a:pt x="12595" y="7662"/>
                  </a:lnTo>
                  <a:lnTo>
                    <a:pt x="12615" y="7341"/>
                  </a:lnTo>
                  <a:lnTo>
                    <a:pt x="12635" y="7000"/>
                  </a:lnTo>
                  <a:lnTo>
                    <a:pt x="12635" y="6659"/>
                  </a:lnTo>
                  <a:lnTo>
                    <a:pt x="12615" y="6318"/>
                  </a:lnTo>
                  <a:lnTo>
                    <a:pt x="12575" y="5877"/>
                  </a:lnTo>
                  <a:lnTo>
                    <a:pt x="12494" y="5436"/>
                  </a:lnTo>
                  <a:lnTo>
                    <a:pt x="12374" y="5015"/>
                  </a:lnTo>
                  <a:lnTo>
                    <a:pt x="12214" y="4593"/>
                  </a:lnTo>
                  <a:lnTo>
                    <a:pt x="12033" y="4172"/>
                  </a:lnTo>
                  <a:lnTo>
                    <a:pt x="11833" y="3771"/>
                  </a:lnTo>
                  <a:lnTo>
                    <a:pt x="11592" y="3370"/>
                  </a:lnTo>
                  <a:lnTo>
                    <a:pt x="11331" y="2989"/>
                  </a:lnTo>
                  <a:lnTo>
                    <a:pt x="11030" y="2628"/>
                  </a:lnTo>
                  <a:lnTo>
                    <a:pt x="10730" y="2267"/>
                  </a:lnTo>
                  <a:lnTo>
                    <a:pt x="10389" y="1946"/>
                  </a:lnTo>
                  <a:lnTo>
                    <a:pt x="10028" y="1625"/>
                  </a:lnTo>
                  <a:lnTo>
                    <a:pt x="9647" y="1345"/>
                  </a:lnTo>
                  <a:lnTo>
                    <a:pt x="9246" y="1084"/>
                  </a:lnTo>
                  <a:lnTo>
                    <a:pt x="8825" y="843"/>
                  </a:lnTo>
                  <a:lnTo>
                    <a:pt x="8403" y="623"/>
                  </a:lnTo>
                  <a:lnTo>
                    <a:pt x="7922" y="422"/>
                  </a:lnTo>
                  <a:lnTo>
                    <a:pt x="7421" y="262"/>
                  </a:lnTo>
                  <a:lnTo>
                    <a:pt x="7100" y="161"/>
                  </a:lnTo>
                  <a:lnTo>
                    <a:pt x="6779" y="101"/>
                  </a:lnTo>
                  <a:lnTo>
                    <a:pt x="6458" y="61"/>
                  </a:lnTo>
                  <a:lnTo>
                    <a:pt x="6137" y="21"/>
                  </a:lnTo>
                  <a:lnTo>
                    <a:pt x="58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32">
              <a:extLst>
                <a:ext uri="{FF2B5EF4-FFF2-40B4-BE49-F238E27FC236}">
                  <a16:creationId xmlns:a16="http://schemas.microsoft.com/office/drawing/2014/main" id="{80AE60E7-58E0-53C9-436F-F46395F41D71}"/>
                </a:ext>
              </a:extLst>
            </p:cNvPr>
            <p:cNvSpPr/>
            <p:nvPr/>
          </p:nvSpPr>
          <p:spPr>
            <a:xfrm>
              <a:off x="11593750" y="3194400"/>
              <a:ext cx="315875" cy="322925"/>
            </a:xfrm>
            <a:custGeom>
              <a:avLst/>
              <a:gdLst/>
              <a:ahLst/>
              <a:cxnLst/>
              <a:rect l="l" t="t" r="r" b="b"/>
              <a:pathLst>
                <a:path w="12635" h="12917" fill="none" extrusionOk="0">
                  <a:moveTo>
                    <a:pt x="11091" y="11071"/>
                  </a:moveTo>
                  <a:lnTo>
                    <a:pt x="11091" y="11071"/>
                  </a:lnTo>
                  <a:lnTo>
                    <a:pt x="10850" y="11312"/>
                  </a:lnTo>
                  <a:lnTo>
                    <a:pt x="10609" y="11552"/>
                  </a:lnTo>
                  <a:lnTo>
                    <a:pt x="10349" y="11753"/>
                  </a:lnTo>
                  <a:lnTo>
                    <a:pt x="10068" y="11953"/>
                  </a:lnTo>
                  <a:lnTo>
                    <a:pt x="9767" y="12134"/>
                  </a:lnTo>
                  <a:lnTo>
                    <a:pt x="9466" y="12294"/>
                  </a:lnTo>
                  <a:lnTo>
                    <a:pt x="9145" y="12455"/>
                  </a:lnTo>
                  <a:lnTo>
                    <a:pt x="8804" y="12575"/>
                  </a:lnTo>
                  <a:lnTo>
                    <a:pt x="8464" y="12695"/>
                  </a:lnTo>
                  <a:lnTo>
                    <a:pt x="8103" y="12776"/>
                  </a:lnTo>
                  <a:lnTo>
                    <a:pt x="7742" y="12836"/>
                  </a:lnTo>
                  <a:lnTo>
                    <a:pt x="7361" y="12896"/>
                  </a:lnTo>
                  <a:lnTo>
                    <a:pt x="6959" y="12916"/>
                  </a:lnTo>
                  <a:lnTo>
                    <a:pt x="6558" y="12916"/>
                  </a:lnTo>
                  <a:lnTo>
                    <a:pt x="6137" y="12896"/>
                  </a:lnTo>
                  <a:lnTo>
                    <a:pt x="5716" y="12856"/>
                  </a:lnTo>
                  <a:lnTo>
                    <a:pt x="5716" y="12856"/>
                  </a:lnTo>
                  <a:lnTo>
                    <a:pt x="5315" y="12776"/>
                  </a:lnTo>
                  <a:lnTo>
                    <a:pt x="4914" y="12695"/>
                  </a:lnTo>
                  <a:lnTo>
                    <a:pt x="4553" y="12595"/>
                  </a:lnTo>
                  <a:lnTo>
                    <a:pt x="4192" y="12475"/>
                  </a:lnTo>
                  <a:lnTo>
                    <a:pt x="3831" y="12334"/>
                  </a:lnTo>
                  <a:lnTo>
                    <a:pt x="3510" y="12174"/>
                  </a:lnTo>
                  <a:lnTo>
                    <a:pt x="3189" y="12014"/>
                  </a:lnTo>
                  <a:lnTo>
                    <a:pt x="2888" y="11813"/>
                  </a:lnTo>
                  <a:lnTo>
                    <a:pt x="2608" y="11612"/>
                  </a:lnTo>
                  <a:lnTo>
                    <a:pt x="2327" y="11392"/>
                  </a:lnTo>
                  <a:lnTo>
                    <a:pt x="2066" y="11171"/>
                  </a:lnTo>
                  <a:lnTo>
                    <a:pt x="1825" y="10931"/>
                  </a:lnTo>
                  <a:lnTo>
                    <a:pt x="1605" y="10670"/>
                  </a:lnTo>
                  <a:lnTo>
                    <a:pt x="1384" y="10409"/>
                  </a:lnTo>
                  <a:lnTo>
                    <a:pt x="1184" y="10128"/>
                  </a:lnTo>
                  <a:lnTo>
                    <a:pt x="1003" y="9848"/>
                  </a:lnTo>
                  <a:lnTo>
                    <a:pt x="843" y="9547"/>
                  </a:lnTo>
                  <a:lnTo>
                    <a:pt x="682" y="9246"/>
                  </a:lnTo>
                  <a:lnTo>
                    <a:pt x="542" y="8925"/>
                  </a:lnTo>
                  <a:lnTo>
                    <a:pt x="422" y="8624"/>
                  </a:lnTo>
                  <a:lnTo>
                    <a:pt x="321" y="8283"/>
                  </a:lnTo>
                  <a:lnTo>
                    <a:pt x="221" y="7963"/>
                  </a:lnTo>
                  <a:lnTo>
                    <a:pt x="161" y="7622"/>
                  </a:lnTo>
                  <a:lnTo>
                    <a:pt x="101" y="7281"/>
                  </a:lnTo>
                  <a:lnTo>
                    <a:pt x="61" y="6940"/>
                  </a:lnTo>
                  <a:lnTo>
                    <a:pt x="21" y="6599"/>
                  </a:lnTo>
                  <a:lnTo>
                    <a:pt x="1" y="6238"/>
                  </a:lnTo>
                  <a:lnTo>
                    <a:pt x="21" y="5897"/>
                  </a:lnTo>
                  <a:lnTo>
                    <a:pt x="41" y="5556"/>
                  </a:lnTo>
                  <a:lnTo>
                    <a:pt x="61" y="5195"/>
                  </a:lnTo>
                  <a:lnTo>
                    <a:pt x="121" y="4854"/>
                  </a:lnTo>
                  <a:lnTo>
                    <a:pt x="181" y="4493"/>
                  </a:lnTo>
                  <a:lnTo>
                    <a:pt x="181" y="4493"/>
                  </a:lnTo>
                  <a:lnTo>
                    <a:pt x="261" y="4232"/>
                  </a:lnTo>
                  <a:lnTo>
                    <a:pt x="341" y="3952"/>
                  </a:lnTo>
                  <a:lnTo>
                    <a:pt x="422" y="3691"/>
                  </a:lnTo>
                  <a:lnTo>
                    <a:pt x="542" y="3430"/>
                  </a:lnTo>
                  <a:lnTo>
                    <a:pt x="662" y="3190"/>
                  </a:lnTo>
                  <a:lnTo>
                    <a:pt x="783" y="2929"/>
                  </a:lnTo>
                  <a:lnTo>
                    <a:pt x="943" y="2688"/>
                  </a:lnTo>
                  <a:lnTo>
                    <a:pt x="1083" y="2448"/>
                  </a:lnTo>
                  <a:lnTo>
                    <a:pt x="1264" y="2227"/>
                  </a:lnTo>
                  <a:lnTo>
                    <a:pt x="1444" y="2006"/>
                  </a:lnTo>
                  <a:lnTo>
                    <a:pt x="1625" y="1806"/>
                  </a:lnTo>
                  <a:lnTo>
                    <a:pt x="1825" y="1605"/>
                  </a:lnTo>
                  <a:lnTo>
                    <a:pt x="2046" y="1405"/>
                  </a:lnTo>
                  <a:lnTo>
                    <a:pt x="2267" y="1224"/>
                  </a:lnTo>
                  <a:lnTo>
                    <a:pt x="2487" y="1064"/>
                  </a:lnTo>
                  <a:lnTo>
                    <a:pt x="2728" y="903"/>
                  </a:lnTo>
                  <a:lnTo>
                    <a:pt x="2969" y="743"/>
                  </a:lnTo>
                  <a:lnTo>
                    <a:pt x="3229" y="603"/>
                  </a:lnTo>
                  <a:lnTo>
                    <a:pt x="3490" y="482"/>
                  </a:lnTo>
                  <a:lnTo>
                    <a:pt x="3751" y="382"/>
                  </a:lnTo>
                  <a:lnTo>
                    <a:pt x="4031" y="282"/>
                  </a:lnTo>
                  <a:lnTo>
                    <a:pt x="4312" y="201"/>
                  </a:lnTo>
                  <a:lnTo>
                    <a:pt x="4613" y="121"/>
                  </a:lnTo>
                  <a:lnTo>
                    <a:pt x="4894" y="81"/>
                  </a:lnTo>
                  <a:lnTo>
                    <a:pt x="5195" y="41"/>
                  </a:lnTo>
                  <a:lnTo>
                    <a:pt x="5516" y="21"/>
                  </a:lnTo>
                  <a:lnTo>
                    <a:pt x="5816" y="1"/>
                  </a:lnTo>
                  <a:lnTo>
                    <a:pt x="6137" y="21"/>
                  </a:lnTo>
                  <a:lnTo>
                    <a:pt x="6458" y="61"/>
                  </a:lnTo>
                  <a:lnTo>
                    <a:pt x="6779" y="101"/>
                  </a:lnTo>
                  <a:lnTo>
                    <a:pt x="7100" y="161"/>
                  </a:lnTo>
                  <a:lnTo>
                    <a:pt x="7421" y="262"/>
                  </a:lnTo>
                  <a:lnTo>
                    <a:pt x="7421" y="262"/>
                  </a:lnTo>
                  <a:lnTo>
                    <a:pt x="7922" y="422"/>
                  </a:lnTo>
                  <a:lnTo>
                    <a:pt x="8403" y="623"/>
                  </a:lnTo>
                  <a:lnTo>
                    <a:pt x="8403" y="623"/>
                  </a:lnTo>
                  <a:lnTo>
                    <a:pt x="8825" y="843"/>
                  </a:lnTo>
                  <a:lnTo>
                    <a:pt x="9246" y="1084"/>
                  </a:lnTo>
                  <a:lnTo>
                    <a:pt x="9647" y="1345"/>
                  </a:lnTo>
                  <a:lnTo>
                    <a:pt x="10028" y="1625"/>
                  </a:lnTo>
                  <a:lnTo>
                    <a:pt x="10389" y="1946"/>
                  </a:lnTo>
                  <a:lnTo>
                    <a:pt x="10730" y="2267"/>
                  </a:lnTo>
                  <a:lnTo>
                    <a:pt x="11030" y="2628"/>
                  </a:lnTo>
                  <a:lnTo>
                    <a:pt x="11331" y="2989"/>
                  </a:lnTo>
                  <a:lnTo>
                    <a:pt x="11592" y="3370"/>
                  </a:lnTo>
                  <a:lnTo>
                    <a:pt x="11833" y="3771"/>
                  </a:lnTo>
                  <a:lnTo>
                    <a:pt x="12033" y="4172"/>
                  </a:lnTo>
                  <a:lnTo>
                    <a:pt x="12214" y="4593"/>
                  </a:lnTo>
                  <a:lnTo>
                    <a:pt x="12374" y="5015"/>
                  </a:lnTo>
                  <a:lnTo>
                    <a:pt x="12494" y="5436"/>
                  </a:lnTo>
                  <a:lnTo>
                    <a:pt x="12575" y="5877"/>
                  </a:lnTo>
                  <a:lnTo>
                    <a:pt x="12615" y="6318"/>
                  </a:lnTo>
                  <a:lnTo>
                    <a:pt x="12615" y="6318"/>
                  </a:lnTo>
                  <a:lnTo>
                    <a:pt x="12635" y="6659"/>
                  </a:lnTo>
                  <a:lnTo>
                    <a:pt x="12635" y="7000"/>
                  </a:lnTo>
                  <a:lnTo>
                    <a:pt x="12615" y="7341"/>
                  </a:lnTo>
                  <a:lnTo>
                    <a:pt x="12595" y="7662"/>
                  </a:lnTo>
                  <a:lnTo>
                    <a:pt x="12535" y="8003"/>
                  </a:lnTo>
                  <a:lnTo>
                    <a:pt x="12474" y="8324"/>
                  </a:lnTo>
                  <a:lnTo>
                    <a:pt x="12394" y="8624"/>
                  </a:lnTo>
                  <a:lnTo>
                    <a:pt x="12314" y="8945"/>
                  </a:lnTo>
                  <a:lnTo>
                    <a:pt x="12214" y="9226"/>
                  </a:lnTo>
                  <a:lnTo>
                    <a:pt x="12093" y="9527"/>
                  </a:lnTo>
                  <a:lnTo>
                    <a:pt x="11953" y="9808"/>
                  </a:lnTo>
                  <a:lnTo>
                    <a:pt x="11813" y="10088"/>
                  </a:lnTo>
                  <a:lnTo>
                    <a:pt x="11652" y="10349"/>
                  </a:lnTo>
                  <a:lnTo>
                    <a:pt x="11472" y="10590"/>
                  </a:lnTo>
                  <a:lnTo>
                    <a:pt x="11291" y="10830"/>
                  </a:lnTo>
                  <a:lnTo>
                    <a:pt x="11091" y="1107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32">
              <a:extLst>
                <a:ext uri="{FF2B5EF4-FFF2-40B4-BE49-F238E27FC236}">
                  <a16:creationId xmlns:a16="http://schemas.microsoft.com/office/drawing/2014/main" id="{73F3B5BC-09EE-AF6E-9808-28509BF7C4B6}"/>
                </a:ext>
              </a:extLst>
            </p:cNvPr>
            <p:cNvSpPr/>
            <p:nvPr/>
          </p:nvSpPr>
          <p:spPr>
            <a:xfrm>
              <a:off x="11639875" y="3271125"/>
              <a:ext cx="188550" cy="193050"/>
            </a:xfrm>
            <a:custGeom>
              <a:avLst/>
              <a:gdLst/>
              <a:ahLst/>
              <a:cxnLst/>
              <a:rect l="l" t="t" r="r" b="b"/>
              <a:pathLst>
                <a:path w="7542" h="7722" extrusionOk="0">
                  <a:moveTo>
                    <a:pt x="3289" y="0"/>
                  </a:moveTo>
                  <a:lnTo>
                    <a:pt x="2928" y="40"/>
                  </a:lnTo>
                  <a:lnTo>
                    <a:pt x="2568" y="121"/>
                  </a:lnTo>
                  <a:lnTo>
                    <a:pt x="2227" y="221"/>
                  </a:lnTo>
                  <a:lnTo>
                    <a:pt x="1926" y="361"/>
                  </a:lnTo>
                  <a:lnTo>
                    <a:pt x="1625" y="522"/>
                  </a:lnTo>
                  <a:lnTo>
                    <a:pt x="1344" y="722"/>
                  </a:lnTo>
                  <a:lnTo>
                    <a:pt x="1083" y="963"/>
                  </a:lnTo>
                  <a:lnTo>
                    <a:pt x="843" y="1203"/>
                  </a:lnTo>
                  <a:lnTo>
                    <a:pt x="642" y="1464"/>
                  </a:lnTo>
                  <a:lnTo>
                    <a:pt x="462" y="1745"/>
                  </a:lnTo>
                  <a:lnTo>
                    <a:pt x="301" y="2046"/>
                  </a:lnTo>
                  <a:lnTo>
                    <a:pt x="181" y="2367"/>
                  </a:lnTo>
                  <a:lnTo>
                    <a:pt x="101" y="2688"/>
                  </a:lnTo>
                  <a:lnTo>
                    <a:pt x="21" y="3109"/>
                  </a:lnTo>
                  <a:lnTo>
                    <a:pt x="1" y="3530"/>
                  </a:lnTo>
                  <a:lnTo>
                    <a:pt x="1" y="3951"/>
                  </a:lnTo>
                  <a:lnTo>
                    <a:pt x="41" y="4352"/>
                  </a:lnTo>
                  <a:lnTo>
                    <a:pt x="121" y="4753"/>
                  </a:lnTo>
                  <a:lnTo>
                    <a:pt x="241" y="5154"/>
                  </a:lnTo>
                  <a:lnTo>
                    <a:pt x="402" y="5535"/>
                  </a:lnTo>
                  <a:lnTo>
                    <a:pt x="582" y="5876"/>
                  </a:lnTo>
                  <a:lnTo>
                    <a:pt x="823" y="6217"/>
                  </a:lnTo>
                  <a:lnTo>
                    <a:pt x="1083" y="6538"/>
                  </a:lnTo>
                  <a:lnTo>
                    <a:pt x="1384" y="6819"/>
                  </a:lnTo>
                  <a:lnTo>
                    <a:pt x="1545" y="6939"/>
                  </a:lnTo>
                  <a:lnTo>
                    <a:pt x="1725" y="7059"/>
                  </a:lnTo>
                  <a:lnTo>
                    <a:pt x="1906" y="7180"/>
                  </a:lnTo>
                  <a:lnTo>
                    <a:pt x="2086" y="7280"/>
                  </a:lnTo>
                  <a:lnTo>
                    <a:pt x="2287" y="7380"/>
                  </a:lnTo>
                  <a:lnTo>
                    <a:pt x="2487" y="7461"/>
                  </a:lnTo>
                  <a:lnTo>
                    <a:pt x="2708" y="7521"/>
                  </a:lnTo>
                  <a:lnTo>
                    <a:pt x="2928" y="7581"/>
                  </a:lnTo>
                  <a:lnTo>
                    <a:pt x="3169" y="7641"/>
                  </a:lnTo>
                  <a:lnTo>
                    <a:pt x="3410" y="7681"/>
                  </a:lnTo>
                  <a:lnTo>
                    <a:pt x="3650" y="7701"/>
                  </a:lnTo>
                  <a:lnTo>
                    <a:pt x="3891" y="7721"/>
                  </a:lnTo>
                  <a:lnTo>
                    <a:pt x="4112" y="7721"/>
                  </a:lnTo>
                  <a:lnTo>
                    <a:pt x="4332" y="7701"/>
                  </a:lnTo>
                  <a:lnTo>
                    <a:pt x="4553" y="7681"/>
                  </a:lnTo>
                  <a:lnTo>
                    <a:pt x="4774" y="7641"/>
                  </a:lnTo>
                  <a:lnTo>
                    <a:pt x="4974" y="7601"/>
                  </a:lnTo>
                  <a:lnTo>
                    <a:pt x="5175" y="7541"/>
                  </a:lnTo>
                  <a:lnTo>
                    <a:pt x="5375" y="7481"/>
                  </a:lnTo>
                  <a:lnTo>
                    <a:pt x="5556" y="7400"/>
                  </a:lnTo>
                  <a:lnTo>
                    <a:pt x="5897" y="7220"/>
                  </a:lnTo>
                  <a:lnTo>
                    <a:pt x="6217" y="6999"/>
                  </a:lnTo>
                  <a:lnTo>
                    <a:pt x="6498" y="6739"/>
                  </a:lnTo>
                  <a:lnTo>
                    <a:pt x="6759" y="6458"/>
                  </a:lnTo>
                  <a:lnTo>
                    <a:pt x="6980" y="6137"/>
                  </a:lnTo>
                  <a:lnTo>
                    <a:pt x="7180" y="5796"/>
                  </a:lnTo>
                  <a:lnTo>
                    <a:pt x="7320" y="5415"/>
                  </a:lnTo>
                  <a:lnTo>
                    <a:pt x="7441" y="5034"/>
                  </a:lnTo>
                  <a:lnTo>
                    <a:pt x="7501" y="4633"/>
                  </a:lnTo>
                  <a:lnTo>
                    <a:pt x="7541" y="4212"/>
                  </a:lnTo>
                  <a:lnTo>
                    <a:pt x="7541" y="3770"/>
                  </a:lnTo>
                  <a:lnTo>
                    <a:pt x="7501" y="3470"/>
                  </a:lnTo>
                  <a:lnTo>
                    <a:pt x="7441" y="3189"/>
                  </a:lnTo>
                  <a:lnTo>
                    <a:pt x="7361" y="2888"/>
                  </a:lnTo>
                  <a:lnTo>
                    <a:pt x="7240" y="2607"/>
                  </a:lnTo>
                  <a:lnTo>
                    <a:pt x="7100" y="2327"/>
                  </a:lnTo>
                  <a:lnTo>
                    <a:pt x="6959" y="2066"/>
                  </a:lnTo>
                  <a:lnTo>
                    <a:pt x="6779" y="1805"/>
                  </a:lnTo>
                  <a:lnTo>
                    <a:pt x="6578" y="1544"/>
                  </a:lnTo>
                  <a:lnTo>
                    <a:pt x="6358" y="1324"/>
                  </a:lnTo>
                  <a:lnTo>
                    <a:pt x="6117" y="1103"/>
                  </a:lnTo>
                  <a:lnTo>
                    <a:pt x="5877" y="883"/>
                  </a:lnTo>
                  <a:lnTo>
                    <a:pt x="5616" y="702"/>
                  </a:lnTo>
                  <a:lnTo>
                    <a:pt x="5335" y="522"/>
                  </a:lnTo>
                  <a:lnTo>
                    <a:pt x="5034" y="381"/>
                  </a:lnTo>
                  <a:lnTo>
                    <a:pt x="4733" y="261"/>
                  </a:lnTo>
                  <a:lnTo>
                    <a:pt x="4433" y="141"/>
                  </a:lnTo>
                  <a:lnTo>
                    <a:pt x="4031" y="60"/>
                  </a:lnTo>
                  <a:lnTo>
                    <a:pt x="36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32">
              <a:extLst>
                <a:ext uri="{FF2B5EF4-FFF2-40B4-BE49-F238E27FC236}">
                  <a16:creationId xmlns:a16="http://schemas.microsoft.com/office/drawing/2014/main" id="{45054B8E-DE96-E5A4-739D-959328A2D179}"/>
                </a:ext>
              </a:extLst>
            </p:cNvPr>
            <p:cNvSpPr/>
            <p:nvPr/>
          </p:nvSpPr>
          <p:spPr>
            <a:xfrm>
              <a:off x="11639875" y="3271125"/>
              <a:ext cx="188550" cy="193050"/>
            </a:xfrm>
            <a:custGeom>
              <a:avLst/>
              <a:gdLst/>
              <a:ahLst/>
              <a:cxnLst/>
              <a:rect l="l" t="t" r="r" b="b"/>
              <a:pathLst>
                <a:path w="7542" h="7722" fill="none" extrusionOk="0">
                  <a:moveTo>
                    <a:pt x="7541" y="3770"/>
                  </a:moveTo>
                  <a:lnTo>
                    <a:pt x="7541" y="3770"/>
                  </a:lnTo>
                  <a:lnTo>
                    <a:pt x="7541" y="4212"/>
                  </a:lnTo>
                  <a:lnTo>
                    <a:pt x="7501" y="4633"/>
                  </a:lnTo>
                  <a:lnTo>
                    <a:pt x="7441" y="5034"/>
                  </a:lnTo>
                  <a:lnTo>
                    <a:pt x="7320" y="5415"/>
                  </a:lnTo>
                  <a:lnTo>
                    <a:pt x="7180" y="5796"/>
                  </a:lnTo>
                  <a:lnTo>
                    <a:pt x="6980" y="6137"/>
                  </a:lnTo>
                  <a:lnTo>
                    <a:pt x="6759" y="6458"/>
                  </a:lnTo>
                  <a:lnTo>
                    <a:pt x="6498" y="6739"/>
                  </a:lnTo>
                  <a:lnTo>
                    <a:pt x="6217" y="6999"/>
                  </a:lnTo>
                  <a:lnTo>
                    <a:pt x="5897" y="7220"/>
                  </a:lnTo>
                  <a:lnTo>
                    <a:pt x="5556" y="7400"/>
                  </a:lnTo>
                  <a:lnTo>
                    <a:pt x="5375" y="7481"/>
                  </a:lnTo>
                  <a:lnTo>
                    <a:pt x="5175" y="7541"/>
                  </a:lnTo>
                  <a:lnTo>
                    <a:pt x="4974" y="7601"/>
                  </a:lnTo>
                  <a:lnTo>
                    <a:pt x="4774" y="7641"/>
                  </a:lnTo>
                  <a:lnTo>
                    <a:pt x="4553" y="7681"/>
                  </a:lnTo>
                  <a:lnTo>
                    <a:pt x="4332" y="7701"/>
                  </a:lnTo>
                  <a:lnTo>
                    <a:pt x="4112" y="7721"/>
                  </a:lnTo>
                  <a:lnTo>
                    <a:pt x="3891" y="7721"/>
                  </a:lnTo>
                  <a:lnTo>
                    <a:pt x="3650" y="7701"/>
                  </a:lnTo>
                  <a:lnTo>
                    <a:pt x="3410" y="7681"/>
                  </a:lnTo>
                  <a:lnTo>
                    <a:pt x="3410" y="7681"/>
                  </a:lnTo>
                  <a:lnTo>
                    <a:pt x="3169" y="7641"/>
                  </a:lnTo>
                  <a:lnTo>
                    <a:pt x="2928" y="7581"/>
                  </a:lnTo>
                  <a:lnTo>
                    <a:pt x="2708" y="7521"/>
                  </a:lnTo>
                  <a:lnTo>
                    <a:pt x="2487" y="7461"/>
                  </a:lnTo>
                  <a:lnTo>
                    <a:pt x="2287" y="7380"/>
                  </a:lnTo>
                  <a:lnTo>
                    <a:pt x="2086" y="7280"/>
                  </a:lnTo>
                  <a:lnTo>
                    <a:pt x="1906" y="7180"/>
                  </a:lnTo>
                  <a:lnTo>
                    <a:pt x="1725" y="7059"/>
                  </a:lnTo>
                  <a:lnTo>
                    <a:pt x="1545" y="6939"/>
                  </a:lnTo>
                  <a:lnTo>
                    <a:pt x="1384" y="6819"/>
                  </a:lnTo>
                  <a:lnTo>
                    <a:pt x="1083" y="6538"/>
                  </a:lnTo>
                  <a:lnTo>
                    <a:pt x="823" y="6217"/>
                  </a:lnTo>
                  <a:lnTo>
                    <a:pt x="582" y="5876"/>
                  </a:lnTo>
                  <a:lnTo>
                    <a:pt x="402" y="5535"/>
                  </a:lnTo>
                  <a:lnTo>
                    <a:pt x="241" y="5154"/>
                  </a:lnTo>
                  <a:lnTo>
                    <a:pt x="121" y="4753"/>
                  </a:lnTo>
                  <a:lnTo>
                    <a:pt x="41" y="4352"/>
                  </a:lnTo>
                  <a:lnTo>
                    <a:pt x="1" y="3951"/>
                  </a:lnTo>
                  <a:lnTo>
                    <a:pt x="1" y="3530"/>
                  </a:lnTo>
                  <a:lnTo>
                    <a:pt x="21" y="3109"/>
                  </a:lnTo>
                  <a:lnTo>
                    <a:pt x="101" y="2688"/>
                  </a:lnTo>
                  <a:lnTo>
                    <a:pt x="101" y="2688"/>
                  </a:lnTo>
                  <a:lnTo>
                    <a:pt x="181" y="2367"/>
                  </a:lnTo>
                  <a:lnTo>
                    <a:pt x="301" y="2046"/>
                  </a:lnTo>
                  <a:lnTo>
                    <a:pt x="462" y="1745"/>
                  </a:lnTo>
                  <a:lnTo>
                    <a:pt x="642" y="1464"/>
                  </a:lnTo>
                  <a:lnTo>
                    <a:pt x="843" y="1203"/>
                  </a:lnTo>
                  <a:lnTo>
                    <a:pt x="1083" y="963"/>
                  </a:lnTo>
                  <a:lnTo>
                    <a:pt x="1344" y="722"/>
                  </a:lnTo>
                  <a:lnTo>
                    <a:pt x="1625" y="522"/>
                  </a:lnTo>
                  <a:lnTo>
                    <a:pt x="1926" y="361"/>
                  </a:lnTo>
                  <a:lnTo>
                    <a:pt x="2227" y="221"/>
                  </a:lnTo>
                  <a:lnTo>
                    <a:pt x="2568" y="121"/>
                  </a:lnTo>
                  <a:lnTo>
                    <a:pt x="2928" y="40"/>
                  </a:lnTo>
                  <a:lnTo>
                    <a:pt x="3289" y="0"/>
                  </a:lnTo>
                  <a:lnTo>
                    <a:pt x="3650" y="0"/>
                  </a:lnTo>
                  <a:lnTo>
                    <a:pt x="4031" y="60"/>
                  </a:lnTo>
                  <a:lnTo>
                    <a:pt x="4433" y="141"/>
                  </a:lnTo>
                  <a:lnTo>
                    <a:pt x="4433" y="141"/>
                  </a:lnTo>
                  <a:lnTo>
                    <a:pt x="4733" y="261"/>
                  </a:lnTo>
                  <a:lnTo>
                    <a:pt x="5034" y="381"/>
                  </a:lnTo>
                  <a:lnTo>
                    <a:pt x="5335" y="522"/>
                  </a:lnTo>
                  <a:lnTo>
                    <a:pt x="5616" y="702"/>
                  </a:lnTo>
                  <a:lnTo>
                    <a:pt x="5877" y="883"/>
                  </a:lnTo>
                  <a:lnTo>
                    <a:pt x="6117" y="1103"/>
                  </a:lnTo>
                  <a:lnTo>
                    <a:pt x="6358" y="1324"/>
                  </a:lnTo>
                  <a:lnTo>
                    <a:pt x="6578" y="1544"/>
                  </a:lnTo>
                  <a:lnTo>
                    <a:pt x="6779" y="1805"/>
                  </a:lnTo>
                  <a:lnTo>
                    <a:pt x="6959" y="2066"/>
                  </a:lnTo>
                  <a:lnTo>
                    <a:pt x="7100" y="2327"/>
                  </a:lnTo>
                  <a:lnTo>
                    <a:pt x="7240" y="2607"/>
                  </a:lnTo>
                  <a:lnTo>
                    <a:pt x="7361" y="2888"/>
                  </a:lnTo>
                  <a:lnTo>
                    <a:pt x="7441" y="3189"/>
                  </a:lnTo>
                  <a:lnTo>
                    <a:pt x="7501" y="3470"/>
                  </a:lnTo>
                  <a:lnTo>
                    <a:pt x="7541" y="377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32">
              <a:extLst>
                <a:ext uri="{FF2B5EF4-FFF2-40B4-BE49-F238E27FC236}">
                  <a16:creationId xmlns:a16="http://schemas.microsoft.com/office/drawing/2014/main" id="{D13E7296-6C65-597C-3843-72C487EAFA9B}"/>
                </a:ext>
              </a:extLst>
            </p:cNvPr>
            <p:cNvSpPr/>
            <p:nvPr/>
          </p:nvSpPr>
          <p:spPr>
            <a:xfrm>
              <a:off x="11601775" y="3194400"/>
              <a:ext cx="269250" cy="321900"/>
            </a:xfrm>
            <a:custGeom>
              <a:avLst/>
              <a:gdLst/>
              <a:ahLst/>
              <a:cxnLst/>
              <a:rect l="l" t="t" r="r" b="b"/>
              <a:pathLst>
                <a:path w="10770" h="12876" extrusionOk="0">
                  <a:moveTo>
                    <a:pt x="5415" y="1"/>
                  </a:moveTo>
                  <a:lnTo>
                    <a:pt x="4934" y="21"/>
                  </a:lnTo>
                  <a:lnTo>
                    <a:pt x="4473" y="81"/>
                  </a:lnTo>
                  <a:lnTo>
                    <a:pt x="4011" y="181"/>
                  </a:lnTo>
                  <a:lnTo>
                    <a:pt x="3590" y="322"/>
                  </a:lnTo>
                  <a:lnTo>
                    <a:pt x="3169" y="482"/>
                  </a:lnTo>
                  <a:lnTo>
                    <a:pt x="2748" y="683"/>
                  </a:lnTo>
                  <a:lnTo>
                    <a:pt x="2367" y="923"/>
                  </a:lnTo>
                  <a:lnTo>
                    <a:pt x="2006" y="1164"/>
                  </a:lnTo>
                  <a:lnTo>
                    <a:pt x="1665" y="1465"/>
                  </a:lnTo>
                  <a:lnTo>
                    <a:pt x="1344" y="1766"/>
                  </a:lnTo>
                  <a:lnTo>
                    <a:pt x="1043" y="2087"/>
                  </a:lnTo>
                  <a:lnTo>
                    <a:pt x="783" y="2448"/>
                  </a:lnTo>
                  <a:lnTo>
                    <a:pt x="542" y="2809"/>
                  </a:lnTo>
                  <a:lnTo>
                    <a:pt x="321" y="3190"/>
                  </a:lnTo>
                  <a:lnTo>
                    <a:pt x="141" y="3591"/>
                  </a:lnTo>
                  <a:lnTo>
                    <a:pt x="0" y="3992"/>
                  </a:lnTo>
                  <a:lnTo>
                    <a:pt x="502" y="4212"/>
                  </a:lnTo>
                  <a:lnTo>
                    <a:pt x="983" y="4453"/>
                  </a:lnTo>
                  <a:lnTo>
                    <a:pt x="1444" y="4694"/>
                  </a:lnTo>
                  <a:lnTo>
                    <a:pt x="1906" y="4954"/>
                  </a:lnTo>
                  <a:lnTo>
                    <a:pt x="2066" y="4674"/>
                  </a:lnTo>
                  <a:lnTo>
                    <a:pt x="2247" y="4413"/>
                  </a:lnTo>
                  <a:lnTo>
                    <a:pt x="2467" y="4172"/>
                  </a:lnTo>
                  <a:lnTo>
                    <a:pt x="2708" y="3932"/>
                  </a:lnTo>
                  <a:lnTo>
                    <a:pt x="2948" y="3731"/>
                  </a:lnTo>
                  <a:lnTo>
                    <a:pt x="3229" y="3551"/>
                  </a:lnTo>
                  <a:lnTo>
                    <a:pt x="3530" y="3390"/>
                  </a:lnTo>
                  <a:lnTo>
                    <a:pt x="3831" y="3270"/>
                  </a:lnTo>
                  <a:lnTo>
                    <a:pt x="3951" y="3049"/>
                  </a:lnTo>
                  <a:lnTo>
                    <a:pt x="4132" y="2768"/>
                  </a:lnTo>
                  <a:lnTo>
                    <a:pt x="4332" y="2508"/>
                  </a:lnTo>
                  <a:lnTo>
                    <a:pt x="4533" y="2267"/>
                  </a:lnTo>
                  <a:lnTo>
                    <a:pt x="4753" y="2046"/>
                  </a:lnTo>
                  <a:lnTo>
                    <a:pt x="4974" y="1846"/>
                  </a:lnTo>
                  <a:lnTo>
                    <a:pt x="5215" y="1645"/>
                  </a:lnTo>
                  <a:lnTo>
                    <a:pt x="5475" y="1465"/>
                  </a:lnTo>
                  <a:lnTo>
                    <a:pt x="5736" y="1324"/>
                  </a:lnTo>
                  <a:lnTo>
                    <a:pt x="5997" y="1184"/>
                  </a:lnTo>
                  <a:lnTo>
                    <a:pt x="6277" y="1044"/>
                  </a:lnTo>
                  <a:lnTo>
                    <a:pt x="6558" y="943"/>
                  </a:lnTo>
                  <a:lnTo>
                    <a:pt x="6859" y="843"/>
                  </a:lnTo>
                  <a:lnTo>
                    <a:pt x="7160" y="763"/>
                  </a:lnTo>
                  <a:lnTo>
                    <a:pt x="7461" y="703"/>
                  </a:lnTo>
                  <a:lnTo>
                    <a:pt x="7761" y="663"/>
                  </a:lnTo>
                  <a:lnTo>
                    <a:pt x="8082" y="623"/>
                  </a:lnTo>
                  <a:lnTo>
                    <a:pt x="7601" y="422"/>
                  </a:lnTo>
                  <a:lnTo>
                    <a:pt x="7100" y="262"/>
                  </a:lnTo>
                  <a:lnTo>
                    <a:pt x="6679" y="141"/>
                  </a:lnTo>
                  <a:lnTo>
                    <a:pt x="6257" y="61"/>
                  </a:lnTo>
                  <a:lnTo>
                    <a:pt x="5836" y="21"/>
                  </a:lnTo>
                  <a:lnTo>
                    <a:pt x="5415" y="1"/>
                  </a:lnTo>
                  <a:close/>
                  <a:moveTo>
                    <a:pt x="6819" y="10570"/>
                  </a:moveTo>
                  <a:lnTo>
                    <a:pt x="6618" y="10650"/>
                  </a:lnTo>
                  <a:lnTo>
                    <a:pt x="6398" y="10690"/>
                  </a:lnTo>
                  <a:lnTo>
                    <a:pt x="6618" y="11211"/>
                  </a:lnTo>
                  <a:lnTo>
                    <a:pt x="6819" y="11753"/>
                  </a:lnTo>
                  <a:lnTo>
                    <a:pt x="7019" y="12314"/>
                  </a:lnTo>
                  <a:lnTo>
                    <a:pt x="7200" y="12876"/>
                  </a:lnTo>
                  <a:lnTo>
                    <a:pt x="7741" y="12776"/>
                  </a:lnTo>
                  <a:lnTo>
                    <a:pt x="8263" y="12655"/>
                  </a:lnTo>
                  <a:lnTo>
                    <a:pt x="8744" y="12475"/>
                  </a:lnTo>
                  <a:lnTo>
                    <a:pt x="9205" y="12274"/>
                  </a:lnTo>
                  <a:lnTo>
                    <a:pt x="9647" y="12014"/>
                  </a:lnTo>
                  <a:lnTo>
                    <a:pt x="10048" y="11733"/>
                  </a:lnTo>
                  <a:lnTo>
                    <a:pt x="10429" y="11412"/>
                  </a:lnTo>
                  <a:lnTo>
                    <a:pt x="10770" y="11071"/>
                  </a:lnTo>
                  <a:lnTo>
                    <a:pt x="10268" y="11111"/>
                  </a:lnTo>
                  <a:lnTo>
                    <a:pt x="9747" y="11131"/>
                  </a:lnTo>
                  <a:lnTo>
                    <a:pt x="9366" y="11111"/>
                  </a:lnTo>
                  <a:lnTo>
                    <a:pt x="8985" y="11091"/>
                  </a:lnTo>
                  <a:lnTo>
                    <a:pt x="8624" y="11051"/>
                  </a:lnTo>
                  <a:lnTo>
                    <a:pt x="8243" y="10991"/>
                  </a:lnTo>
                  <a:lnTo>
                    <a:pt x="7882" y="10911"/>
                  </a:lnTo>
                  <a:lnTo>
                    <a:pt x="7521" y="10830"/>
                  </a:lnTo>
                  <a:lnTo>
                    <a:pt x="7160" y="10710"/>
                  </a:lnTo>
                  <a:lnTo>
                    <a:pt x="6819" y="1057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32">
              <a:extLst>
                <a:ext uri="{FF2B5EF4-FFF2-40B4-BE49-F238E27FC236}">
                  <a16:creationId xmlns:a16="http://schemas.microsoft.com/office/drawing/2014/main" id="{64EEDDF6-EE84-D54B-1CC9-8C992704F2CF}"/>
                </a:ext>
              </a:extLst>
            </p:cNvPr>
            <p:cNvSpPr/>
            <p:nvPr/>
          </p:nvSpPr>
          <p:spPr>
            <a:xfrm>
              <a:off x="11761700" y="3458625"/>
              <a:ext cx="109325" cy="57675"/>
            </a:xfrm>
            <a:custGeom>
              <a:avLst/>
              <a:gdLst/>
              <a:ahLst/>
              <a:cxnLst/>
              <a:rect l="l" t="t" r="r" b="b"/>
              <a:pathLst>
                <a:path w="4373" h="2307" fill="none" extrusionOk="0">
                  <a:moveTo>
                    <a:pt x="422" y="1"/>
                  </a:moveTo>
                  <a:lnTo>
                    <a:pt x="422" y="1"/>
                  </a:lnTo>
                  <a:lnTo>
                    <a:pt x="221" y="8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221" y="642"/>
                  </a:lnTo>
                  <a:lnTo>
                    <a:pt x="422" y="1184"/>
                  </a:lnTo>
                  <a:lnTo>
                    <a:pt x="622" y="1745"/>
                  </a:lnTo>
                  <a:lnTo>
                    <a:pt x="803" y="2307"/>
                  </a:lnTo>
                  <a:lnTo>
                    <a:pt x="803" y="2307"/>
                  </a:lnTo>
                  <a:lnTo>
                    <a:pt x="1344" y="2207"/>
                  </a:lnTo>
                  <a:lnTo>
                    <a:pt x="1866" y="2086"/>
                  </a:lnTo>
                  <a:lnTo>
                    <a:pt x="2347" y="1906"/>
                  </a:lnTo>
                  <a:lnTo>
                    <a:pt x="2808" y="1705"/>
                  </a:lnTo>
                  <a:lnTo>
                    <a:pt x="3250" y="1445"/>
                  </a:lnTo>
                  <a:lnTo>
                    <a:pt x="3651" y="1164"/>
                  </a:lnTo>
                  <a:lnTo>
                    <a:pt x="4032" y="843"/>
                  </a:lnTo>
                  <a:lnTo>
                    <a:pt x="4373" y="502"/>
                  </a:lnTo>
                  <a:lnTo>
                    <a:pt x="4373" y="502"/>
                  </a:lnTo>
                  <a:lnTo>
                    <a:pt x="3871" y="542"/>
                  </a:lnTo>
                  <a:lnTo>
                    <a:pt x="3350" y="562"/>
                  </a:lnTo>
                  <a:lnTo>
                    <a:pt x="3350" y="562"/>
                  </a:lnTo>
                  <a:lnTo>
                    <a:pt x="2969" y="542"/>
                  </a:lnTo>
                  <a:lnTo>
                    <a:pt x="2588" y="522"/>
                  </a:lnTo>
                  <a:lnTo>
                    <a:pt x="2227" y="482"/>
                  </a:lnTo>
                  <a:lnTo>
                    <a:pt x="1846" y="422"/>
                  </a:lnTo>
                  <a:lnTo>
                    <a:pt x="1485" y="342"/>
                  </a:lnTo>
                  <a:lnTo>
                    <a:pt x="1124" y="261"/>
                  </a:lnTo>
                  <a:lnTo>
                    <a:pt x="763" y="141"/>
                  </a:lnTo>
                  <a:lnTo>
                    <a:pt x="42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32">
              <a:extLst>
                <a:ext uri="{FF2B5EF4-FFF2-40B4-BE49-F238E27FC236}">
                  <a16:creationId xmlns:a16="http://schemas.microsoft.com/office/drawing/2014/main" id="{17425212-E255-1492-9713-8700977E35D5}"/>
                </a:ext>
              </a:extLst>
            </p:cNvPr>
            <p:cNvSpPr/>
            <p:nvPr/>
          </p:nvSpPr>
          <p:spPr>
            <a:xfrm>
              <a:off x="11601775" y="3194400"/>
              <a:ext cx="202075" cy="123875"/>
            </a:xfrm>
            <a:custGeom>
              <a:avLst/>
              <a:gdLst/>
              <a:ahLst/>
              <a:cxnLst/>
              <a:rect l="l" t="t" r="r" b="b"/>
              <a:pathLst>
                <a:path w="8083" h="4955" fill="none" extrusionOk="0">
                  <a:moveTo>
                    <a:pt x="5415" y="1"/>
                  </a:moveTo>
                  <a:lnTo>
                    <a:pt x="5415" y="1"/>
                  </a:lnTo>
                  <a:lnTo>
                    <a:pt x="4934" y="21"/>
                  </a:lnTo>
                  <a:lnTo>
                    <a:pt x="4473" y="81"/>
                  </a:lnTo>
                  <a:lnTo>
                    <a:pt x="4011" y="181"/>
                  </a:lnTo>
                  <a:lnTo>
                    <a:pt x="3590" y="322"/>
                  </a:lnTo>
                  <a:lnTo>
                    <a:pt x="3169" y="482"/>
                  </a:lnTo>
                  <a:lnTo>
                    <a:pt x="2748" y="683"/>
                  </a:lnTo>
                  <a:lnTo>
                    <a:pt x="2367" y="923"/>
                  </a:lnTo>
                  <a:lnTo>
                    <a:pt x="2006" y="1164"/>
                  </a:lnTo>
                  <a:lnTo>
                    <a:pt x="1665" y="1465"/>
                  </a:lnTo>
                  <a:lnTo>
                    <a:pt x="1344" y="1766"/>
                  </a:lnTo>
                  <a:lnTo>
                    <a:pt x="1043" y="2087"/>
                  </a:lnTo>
                  <a:lnTo>
                    <a:pt x="783" y="2448"/>
                  </a:lnTo>
                  <a:lnTo>
                    <a:pt x="542" y="2809"/>
                  </a:lnTo>
                  <a:lnTo>
                    <a:pt x="321" y="3190"/>
                  </a:lnTo>
                  <a:lnTo>
                    <a:pt x="141" y="3591"/>
                  </a:lnTo>
                  <a:lnTo>
                    <a:pt x="0" y="3992"/>
                  </a:lnTo>
                  <a:lnTo>
                    <a:pt x="0" y="3992"/>
                  </a:lnTo>
                  <a:lnTo>
                    <a:pt x="502" y="4212"/>
                  </a:lnTo>
                  <a:lnTo>
                    <a:pt x="983" y="4453"/>
                  </a:lnTo>
                  <a:lnTo>
                    <a:pt x="1444" y="4694"/>
                  </a:lnTo>
                  <a:lnTo>
                    <a:pt x="1906" y="4954"/>
                  </a:lnTo>
                  <a:lnTo>
                    <a:pt x="1906" y="4954"/>
                  </a:lnTo>
                  <a:lnTo>
                    <a:pt x="2066" y="4674"/>
                  </a:lnTo>
                  <a:lnTo>
                    <a:pt x="2247" y="4413"/>
                  </a:lnTo>
                  <a:lnTo>
                    <a:pt x="2467" y="4172"/>
                  </a:lnTo>
                  <a:lnTo>
                    <a:pt x="2708" y="3932"/>
                  </a:lnTo>
                  <a:lnTo>
                    <a:pt x="2948" y="3731"/>
                  </a:lnTo>
                  <a:lnTo>
                    <a:pt x="3229" y="3551"/>
                  </a:lnTo>
                  <a:lnTo>
                    <a:pt x="3530" y="3390"/>
                  </a:lnTo>
                  <a:lnTo>
                    <a:pt x="3831" y="3270"/>
                  </a:lnTo>
                  <a:lnTo>
                    <a:pt x="3831" y="3270"/>
                  </a:lnTo>
                  <a:lnTo>
                    <a:pt x="3951" y="3049"/>
                  </a:lnTo>
                  <a:lnTo>
                    <a:pt x="3951" y="3049"/>
                  </a:lnTo>
                  <a:lnTo>
                    <a:pt x="4132" y="2768"/>
                  </a:lnTo>
                  <a:lnTo>
                    <a:pt x="4332" y="2508"/>
                  </a:lnTo>
                  <a:lnTo>
                    <a:pt x="4533" y="2267"/>
                  </a:lnTo>
                  <a:lnTo>
                    <a:pt x="4753" y="2046"/>
                  </a:lnTo>
                  <a:lnTo>
                    <a:pt x="4974" y="1846"/>
                  </a:lnTo>
                  <a:lnTo>
                    <a:pt x="5215" y="1645"/>
                  </a:lnTo>
                  <a:lnTo>
                    <a:pt x="5475" y="1465"/>
                  </a:lnTo>
                  <a:lnTo>
                    <a:pt x="5736" y="1324"/>
                  </a:lnTo>
                  <a:lnTo>
                    <a:pt x="5997" y="1184"/>
                  </a:lnTo>
                  <a:lnTo>
                    <a:pt x="6277" y="1044"/>
                  </a:lnTo>
                  <a:lnTo>
                    <a:pt x="6558" y="943"/>
                  </a:lnTo>
                  <a:lnTo>
                    <a:pt x="6859" y="843"/>
                  </a:lnTo>
                  <a:lnTo>
                    <a:pt x="7160" y="763"/>
                  </a:lnTo>
                  <a:lnTo>
                    <a:pt x="7461" y="703"/>
                  </a:lnTo>
                  <a:lnTo>
                    <a:pt x="7761" y="663"/>
                  </a:lnTo>
                  <a:lnTo>
                    <a:pt x="8082" y="623"/>
                  </a:lnTo>
                  <a:lnTo>
                    <a:pt x="8082" y="623"/>
                  </a:lnTo>
                  <a:lnTo>
                    <a:pt x="7601" y="422"/>
                  </a:lnTo>
                  <a:lnTo>
                    <a:pt x="7100" y="262"/>
                  </a:lnTo>
                  <a:lnTo>
                    <a:pt x="7100" y="262"/>
                  </a:lnTo>
                  <a:lnTo>
                    <a:pt x="6679" y="141"/>
                  </a:lnTo>
                  <a:lnTo>
                    <a:pt x="6257" y="61"/>
                  </a:lnTo>
                  <a:lnTo>
                    <a:pt x="5836" y="21"/>
                  </a:lnTo>
                  <a:lnTo>
                    <a:pt x="541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32">
              <a:extLst>
                <a:ext uri="{FF2B5EF4-FFF2-40B4-BE49-F238E27FC236}">
                  <a16:creationId xmlns:a16="http://schemas.microsoft.com/office/drawing/2014/main" id="{13B89023-AAE7-6E26-A747-AB5E84B210C3}"/>
                </a:ext>
              </a:extLst>
            </p:cNvPr>
            <p:cNvSpPr/>
            <p:nvPr/>
          </p:nvSpPr>
          <p:spPr>
            <a:xfrm>
              <a:off x="11649400" y="3276125"/>
              <a:ext cx="122850" cy="185525"/>
            </a:xfrm>
            <a:custGeom>
              <a:avLst/>
              <a:gdLst/>
              <a:ahLst/>
              <a:cxnLst/>
              <a:rect l="l" t="t" r="r" b="b"/>
              <a:pathLst>
                <a:path w="4914" h="7421" extrusionOk="0">
                  <a:moveTo>
                    <a:pt x="1926" y="1"/>
                  </a:moveTo>
                  <a:lnTo>
                    <a:pt x="1625" y="121"/>
                  </a:lnTo>
                  <a:lnTo>
                    <a:pt x="1324" y="282"/>
                  </a:lnTo>
                  <a:lnTo>
                    <a:pt x="1043" y="462"/>
                  </a:lnTo>
                  <a:lnTo>
                    <a:pt x="803" y="663"/>
                  </a:lnTo>
                  <a:lnTo>
                    <a:pt x="562" y="903"/>
                  </a:lnTo>
                  <a:lnTo>
                    <a:pt x="342" y="1144"/>
                  </a:lnTo>
                  <a:lnTo>
                    <a:pt x="161" y="1405"/>
                  </a:lnTo>
                  <a:lnTo>
                    <a:pt x="1" y="1685"/>
                  </a:lnTo>
                  <a:lnTo>
                    <a:pt x="362" y="1926"/>
                  </a:lnTo>
                  <a:lnTo>
                    <a:pt x="723" y="2167"/>
                  </a:lnTo>
                  <a:lnTo>
                    <a:pt x="1043" y="2407"/>
                  </a:lnTo>
                  <a:lnTo>
                    <a:pt x="1384" y="2668"/>
                  </a:lnTo>
                  <a:lnTo>
                    <a:pt x="1364" y="2327"/>
                  </a:lnTo>
                  <a:lnTo>
                    <a:pt x="1364" y="1986"/>
                  </a:lnTo>
                  <a:lnTo>
                    <a:pt x="1404" y="1645"/>
                  </a:lnTo>
                  <a:lnTo>
                    <a:pt x="1465" y="1304"/>
                  </a:lnTo>
                  <a:lnTo>
                    <a:pt x="1545" y="963"/>
                  </a:lnTo>
                  <a:lnTo>
                    <a:pt x="1645" y="643"/>
                  </a:lnTo>
                  <a:lnTo>
                    <a:pt x="1785" y="302"/>
                  </a:lnTo>
                  <a:lnTo>
                    <a:pt x="1926" y="1"/>
                  </a:lnTo>
                  <a:close/>
                  <a:moveTo>
                    <a:pt x="4332" y="7020"/>
                  </a:moveTo>
                  <a:lnTo>
                    <a:pt x="4493" y="7421"/>
                  </a:lnTo>
                  <a:lnTo>
                    <a:pt x="4713" y="7381"/>
                  </a:lnTo>
                  <a:lnTo>
                    <a:pt x="4914" y="7301"/>
                  </a:lnTo>
                  <a:lnTo>
                    <a:pt x="4613" y="7180"/>
                  </a:lnTo>
                  <a:lnTo>
                    <a:pt x="4332" y="702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32">
              <a:extLst>
                <a:ext uri="{FF2B5EF4-FFF2-40B4-BE49-F238E27FC236}">
                  <a16:creationId xmlns:a16="http://schemas.microsoft.com/office/drawing/2014/main" id="{DE128261-0DBD-6F5B-0F04-BB79EDC786F9}"/>
                </a:ext>
              </a:extLst>
            </p:cNvPr>
            <p:cNvSpPr/>
            <p:nvPr/>
          </p:nvSpPr>
          <p:spPr>
            <a:xfrm>
              <a:off x="11757700" y="3451600"/>
              <a:ext cx="14550" cy="10050"/>
            </a:xfrm>
            <a:custGeom>
              <a:avLst/>
              <a:gdLst/>
              <a:ahLst/>
              <a:cxnLst/>
              <a:rect l="l" t="t" r="r" b="b"/>
              <a:pathLst>
                <a:path w="582" h="402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161" y="402"/>
                  </a:lnTo>
                  <a:lnTo>
                    <a:pt x="161" y="402"/>
                  </a:lnTo>
                  <a:lnTo>
                    <a:pt x="381" y="362"/>
                  </a:lnTo>
                  <a:lnTo>
                    <a:pt x="582" y="282"/>
                  </a:lnTo>
                  <a:lnTo>
                    <a:pt x="582" y="282"/>
                  </a:lnTo>
                  <a:lnTo>
                    <a:pt x="281" y="16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32">
              <a:extLst>
                <a:ext uri="{FF2B5EF4-FFF2-40B4-BE49-F238E27FC236}">
                  <a16:creationId xmlns:a16="http://schemas.microsoft.com/office/drawing/2014/main" id="{89869824-64E4-F204-CF24-74B77AE60ACB}"/>
                </a:ext>
              </a:extLst>
            </p:cNvPr>
            <p:cNvSpPr/>
            <p:nvPr/>
          </p:nvSpPr>
          <p:spPr>
            <a:xfrm>
              <a:off x="11649400" y="3276125"/>
              <a:ext cx="48150" cy="66725"/>
            </a:xfrm>
            <a:custGeom>
              <a:avLst/>
              <a:gdLst/>
              <a:ahLst/>
              <a:cxnLst/>
              <a:rect l="l" t="t" r="r" b="b"/>
              <a:pathLst>
                <a:path w="1926" h="2669" fill="none" extrusionOk="0">
                  <a:moveTo>
                    <a:pt x="1926" y="1"/>
                  </a:moveTo>
                  <a:lnTo>
                    <a:pt x="1926" y="1"/>
                  </a:lnTo>
                  <a:lnTo>
                    <a:pt x="1625" y="121"/>
                  </a:lnTo>
                  <a:lnTo>
                    <a:pt x="1324" y="282"/>
                  </a:lnTo>
                  <a:lnTo>
                    <a:pt x="1043" y="462"/>
                  </a:lnTo>
                  <a:lnTo>
                    <a:pt x="803" y="663"/>
                  </a:lnTo>
                  <a:lnTo>
                    <a:pt x="562" y="903"/>
                  </a:lnTo>
                  <a:lnTo>
                    <a:pt x="342" y="1144"/>
                  </a:lnTo>
                  <a:lnTo>
                    <a:pt x="161" y="1405"/>
                  </a:lnTo>
                  <a:lnTo>
                    <a:pt x="1" y="1685"/>
                  </a:lnTo>
                  <a:lnTo>
                    <a:pt x="1" y="1685"/>
                  </a:lnTo>
                  <a:lnTo>
                    <a:pt x="362" y="1926"/>
                  </a:lnTo>
                  <a:lnTo>
                    <a:pt x="723" y="2167"/>
                  </a:lnTo>
                  <a:lnTo>
                    <a:pt x="1043" y="2407"/>
                  </a:lnTo>
                  <a:lnTo>
                    <a:pt x="1384" y="2668"/>
                  </a:lnTo>
                  <a:lnTo>
                    <a:pt x="1384" y="2668"/>
                  </a:lnTo>
                  <a:lnTo>
                    <a:pt x="1364" y="2327"/>
                  </a:lnTo>
                  <a:lnTo>
                    <a:pt x="1364" y="1986"/>
                  </a:lnTo>
                  <a:lnTo>
                    <a:pt x="1404" y="1645"/>
                  </a:lnTo>
                  <a:lnTo>
                    <a:pt x="1465" y="1304"/>
                  </a:lnTo>
                  <a:lnTo>
                    <a:pt x="1545" y="963"/>
                  </a:lnTo>
                  <a:lnTo>
                    <a:pt x="1645" y="643"/>
                  </a:lnTo>
                  <a:lnTo>
                    <a:pt x="1785" y="302"/>
                  </a:lnTo>
                  <a:lnTo>
                    <a:pt x="192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32">
              <a:extLst>
                <a:ext uri="{FF2B5EF4-FFF2-40B4-BE49-F238E27FC236}">
                  <a16:creationId xmlns:a16="http://schemas.microsoft.com/office/drawing/2014/main" id="{9FD5A6EE-B9EF-F58F-A79F-E10EEA4DA96F}"/>
                </a:ext>
              </a:extLst>
            </p:cNvPr>
            <p:cNvSpPr/>
            <p:nvPr/>
          </p:nvSpPr>
          <p:spPr>
            <a:xfrm>
              <a:off x="11033225" y="3260600"/>
              <a:ext cx="779150" cy="783650"/>
            </a:xfrm>
            <a:custGeom>
              <a:avLst/>
              <a:gdLst/>
              <a:ahLst/>
              <a:cxnLst/>
              <a:rect l="l" t="t" r="r" b="b"/>
              <a:pathLst>
                <a:path w="31166" h="31346" extrusionOk="0">
                  <a:moveTo>
                    <a:pt x="15021" y="0"/>
                  </a:moveTo>
                  <a:lnTo>
                    <a:pt x="14500" y="20"/>
                  </a:lnTo>
                  <a:lnTo>
                    <a:pt x="13979" y="60"/>
                  </a:lnTo>
                  <a:lnTo>
                    <a:pt x="13457" y="100"/>
                  </a:lnTo>
                  <a:lnTo>
                    <a:pt x="12936" y="161"/>
                  </a:lnTo>
                  <a:lnTo>
                    <a:pt x="12434" y="241"/>
                  </a:lnTo>
                  <a:lnTo>
                    <a:pt x="11913" y="321"/>
                  </a:lnTo>
                  <a:lnTo>
                    <a:pt x="11412" y="421"/>
                  </a:lnTo>
                  <a:lnTo>
                    <a:pt x="10910" y="542"/>
                  </a:lnTo>
                  <a:lnTo>
                    <a:pt x="10088" y="762"/>
                  </a:lnTo>
                  <a:lnTo>
                    <a:pt x="9286" y="1023"/>
                  </a:lnTo>
                  <a:lnTo>
                    <a:pt x="8905" y="1163"/>
                  </a:lnTo>
                  <a:lnTo>
                    <a:pt x="8524" y="1324"/>
                  </a:lnTo>
                  <a:lnTo>
                    <a:pt x="8143" y="1504"/>
                  </a:lnTo>
                  <a:lnTo>
                    <a:pt x="7782" y="1685"/>
                  </a:lnTo>
                  <a:lnTo>
                    <a:pt x="7421" y="1865"/>
                  </a:lnTo>
                  <a:lnTo>
                    <a:pt x="7080" y="2066"/>
                  </a:lnTo>
                  <a:lnTo>
                    <a:pt x="6739" y="2266"/>
                  </a:lnTo>
                  <a:lnTo>
                    <a:pt x="6418" y="2487"/>
                  </a:lnTo>
                  <a:lnTo>
                    <a:pt x="6097" y="2727"/>
                  </a:lnTo>
                  <a:lnTo>
                    <a:pt x="5796" y="2968"/>
                  </a:lnTo>
                  <a:lnTo>
                    <a:pt x="5516" y="3209"/>
                  </a:lnTo>
                  <a:lnTo>
                    <a:pt x="5235" y="3470"/>
                  </a:lnTo>
                  <a:lnTo>
                    <a:pt x="4814" y="3911"/>
                  </a:lnTo>
                  <a:lnTo>
                    <a:pt x="4393" y="4372"/>
                  </a:lnTo>
                  <a:lnTo>
                    <a:pt x="4012" y="4893"/>
                  </a:lnTo>
                  <a:lnTo>
                    <a:pt x="3630" y="5435"/>
                  </a:lnTo>
                  <a:lnTo>
                    <a:pt x="3269" y="5996"/>
                  </a:lnTo>
                  <a:lnTo>
                    <a:pt x="2929" y="6598"/>
                  </a:lnTo>
                  <a:lnTo>
                    <a:pt x="2608" y="7220"/>
                  </a:lnTo>
                  <a:lnTo>
                    <a:pt x="2287" y="7861"/>
                  </a:lnTo>
                  <a:lnTo>
                    <a:pt x="2006" y="8523"/>
                  </a:lnTo>
                  <a:lnTo>
                    <a:pt x="1725" y="9225"/>
                  </a:lnTo>
                  <a:lnTo>
                    <a:pt x="1485" y="9927"/>
                  </a:lnTo>
                  <a:lnTo>
                    <a:pt x="1244" y="10629"/>
                  </a:lnTo>
                  <a:lnTo>
                    <a:pt x="1043" y="11371"/>
                  </a:lnTo>
                  <a:lnTo>
                    <a:pt x="843" y="12113"/>
                  </a:lnTo>
                  <a:lnTo>
                    <a:pt x="662" y="12855"/>
                  </a:lnTo>
                  <a:lnTo>
                    <a:pt x="502" y="13617"/>
                  </a:lnTo>
                  <a:lnTo>
                    <a:pt x="362" y="14359"/>
                  </a:lnTo>
                  <a:lnTo>
                    <a:pt x="261" y="15121"/>
                  </a:lnTo>
                  <a:lnTo>
                    <a:pt x="161" y="15883"/>
                  </a:lnTo>
                  <a:lnTo>
                    <a:pt x="81" y="16645"/>
                  </a:lnTo>
                  <a:lnTo>
                    <a:pt x="41" y="17407"/>
                  </a:lnTo>
                  <a:lnTo>
                    <a:pt x="1" y="18149"/>
                  </a:lnTo>
                  <a:lnTo>
                    <a:pt x="1" y="18891"/>
                  </a:lnTo>
                  <a:lnTo>
                    <a:pt x="21" y="19613"/>
                  </a:lnTo>
                  <a:lnTo>
                    <a:pt x="41" y="20335"/>
                  </a:lnTo>
                  <a:lnTo>
                    <a:pt x="101" y="21037"/>
                  </a:lnTo>
                  <a:lnTo>
                    <a:pt x="201" y="21719"/>
                  </a:lnTo>
                  <a:lnTo>
                    <a:pt x="301" y="22381"/>
                  </a:lnTo>
                  <a:lnTo>
                    <a:pt x="422" y="23023"/>
                  </a:lnTo>
                  <a:lnTo>
                    <a:pt x="582" y="23644"/>
                  </a:lnTo>
                  <a:lnTo>
                    <a:pt x="763" y="24226"/>
                  </a:lnTo>
                  <a:lnTo>
                    <a:pt x="963" y="24788"/>
                  </a:lnTo>
                  <a:lnTo>
                    <a:pt x="1144" y="25189"/>
                  </a:lnTo>
                  <a:lnTo>
                    <a:pt x="1364" y="25590"/>
                  </a:lnTo>
                  <a:lnTo>
                    <a:pt x="1645" y="25991"/>
                  </a:lnTo>
                  <a:lnTo>
                    <a:pt x="1946" y="26372"/>
                  </a:lnTo>
                  <a:lnTo>
                    <a:pt x="2307" y="26733"/>
                  </a:lnTo>
                  <a:lnTo>
                    <a:pt x="2708" y="27094"/>
                  </a:lnTo>
                  <a:lnTo>
                    <a:pt x="3129" y="27455"/>
                  </a:lnTo>
                  <a:lnTo>
                    <a:pt x="3610" y="27796"/>
                  </a:lnTo>
                  <a:lnTo>
                    <a:pt x="4112" y="28137"/>
                  </a:lnTo>
                  <a:lnTo>
                    <a:pt x="4633" y="28457"/>
                  </a:lnTo>
                  <a:lnTo>
                    <a:pt x="5195" y="28758"/>
                  </a:lnTo>
                  <a:lnTo>
                    <a:pt x="5796" y="29059"/>
                  </a:lnTo>
                  <a:lnTo>
                    <a:pt x="6398" y="29340"/>
                  </a:lnTo>
                  <a:lnTo>
                    <a:pt x="7040" y="29601"/>
                  </a:lnTo>
                  <a:lnTo>
                    <a:pt x="7702" y="29841"/>
                  </a:lnTo>
                  <a:lnTo>
                    <a:pt x="8383" y="30082"/>
                  </a:lnTo>
                  <a:lnTo>
                    <a:pt x="8403" y="30082"/>
                  </a:lnTo>
                  <a:lnTo>
                    <a:pt x="9125" y="30303"/>
                  </a:lnTo>
                  <a:lnTo>
                    <a:pt x="9847" y="30503"/>
                  </a:lnTo>
                  <a:lnTo>
                    <a:pt x="10609" y="30684"/>
                  </a:lnTo>
                  <a:lnTo>
                    <a:pt x="11372" y="30844"/>
                  </a:lnTo>
                  <a:lnTo>
                    <a:pt x="12154" y="30984"/>
                  </a:lnTo>
                  <a:lnTo>
                    <a:pt x="12936" y="31105"/>
                  </a:lnTo>
                  <a:lnTo>
                    <a:pt x="13718" y="31205"/>
                  </a:lnTo>
                  <a:lnTo>
                    <a:pt x="14520" y="31285"/>
                  </a:lnTo>
                  <a:lnTo>
                    <a:pt x="15322" y="31325"/>
                  </a:lnTo>
                  <a:lnTo>
                    <a:pt x="16124" y="31345"/>
                  </a:lnTo>
                  <a:lnTo>
                    <a:pt x="16927" y="31345"/>
                  </a:lnTo>
                  <a:lnTo>
                    <a:pt x="17729" y="31305"/>
                  </a:lnTo>
                  <a:lnTo>
                    <a:pt x="18531" y="31245"/>
                  </a:lnTo>
                  <a:lnTo>
                    <a:pt x="19313" y="31165"/>
                  </a:lnTo>
                  <a:lnTo>
                    <a:pt x="20095" y="31045"/>
                  </a:lnTo>
                  <a:lnTo>
                    <a:pt x="20877" y="30904"/>
                  </a:lnTo>
                  <a:lnTo>
                    <a:pt x="21379" y="30784"/>
                  </a:lnTo>
                  <a:lnTo>
                    <a:pt x="21900" y="30663"/>
                  </a:lnTo>
                  <a:lnTo>
                    <a:pt x="22401" y="30503"/>
                  </a:lnTo>
                  <a:lnTo>
                    <a:pt x="22883" y="30343"/>
                  </a:lnTo>
                  <a:lnTo>
                    <a:pt x="23625" y="30082"/>
                  </a:lnTo>
                  <a:lnTo>
                    <a:pt x="24347" y="29761"/>
                  </a:lnTo>
                  <a:lnTo>
                    <a:pt x="25049" y="29420"/>
                  </a:lnTo>
                  <a:lnTo>
                    <a:pt x="25710" y="29019"/>
                  </a:lnTo>
                  <a:lnTo>
                    <a:pt x="26031" y="28818"/>
                  </a:lnTo>
                  <a:lnTo>
                    <a:pt x="26352" y="28598"/>
                  </a:lnTo>
                  <a:lnTo>
                    <a:pt x="26653" y="28377"/>
                  </a:lnTo>
                  <a:lnTo>
                    <a:pt x="26954" y="28137"/>
                  </a:lnTo>
                  <a:lnTo>
                    <a:pt x="27255" y="27876"/>
                  </a:lnTo>
                  <a:lnTo>
                    <a:pt x="27535" y="27615"/>
                  </a:lnTo>
                  <a:lnTo>
                    <a:pt x="27816" y="27354"/>
                  </a:lnTo>
                  <a:lnTo>
                    <a:pt x="28077" y="27074"/>
                  </a:lnTo>
                  <a:lnTo>
                    <a:pt x="28358" y="26753"/>
                  </a:lnTo>
                  <a:lnTo>
                    <a:pt x="28618" y="26432"/>
                  </a:lnTo>
                  <a:lnTo>
                    <a:pt x="28859" y="26091"/>
                  </a:lnTo>
                  <a:lnTo>
                    <a:pt x="29100" y="25730"/>
                  </a:lnTo>
                  <a:lnTo>
                    <a:pt x="29320" y="25389"/>
                  </a:lnTo>
                  <a:lnTo>
                    <a:pt x="29541" y="25008"/>
                  </a:lnTo>
                  <a:lnTo>
                    <a:pt x="29721" y="24647"/>
                  </a:lnTo>
                  <a:lnTo>
                    <a:pt x="29902" y="24266"/>
                  </a:lnTo>
                  <a:lnTo>
                    <a:pt x="30082" y="23885"/>
                  </a:lnTo>
                  <a:lnTo>
                    <a:pt x="30223" y="23484"/>
                  </a:lnTo>
                  <a:lnTo>
                    <a:pt x="30363" y="23083"/>
                  </a:lnTo>
                  <a:lnTo>
                    <a:pt x="30503" y="22682"/>
                  </a:lnTo>
                  <a:lnTo>
                    <a:pt x="30624" y="22281"/>
                  </a:lnTo>
                  <a:lnTo>
                    <a:pt x="30724" y="21860"/>
                  </a:lnTo>
                  <a:lnTo>
                    <a:pt x="30804" y="21438"/>
                  </a:lnTo>
                  <a:lnTo>
                    <a:pt x="30905" y="21017"/>
                  </a:lnTo>
                  <a:lnTo>
                    <a:pt x="31025" y="20155"/>
                  </a:lnTo>
                  <a:lnTo>
                    <a:pt x="31105" y="19293"/>
                  </a:lnTo>
                  <a:lnTo>
                    <a:pt x="31165" y="18410"/>
                  </a:lnTo>
                  <a:lnTo>
                    <a:pt x="31165" y="17528"/>
                  </a:lnTo>
                  <a:lnTo>
                    <a:pt x="31145" y="16645"/>
                  </a:lnTo>
                  <a:lnTo>
                    <a:pt x="31065" y="15763"/>
                  </a:lnTo>
                  <a:lnTo>
                    <a:pt x="30965" y="14881"/>
                  </a:lnTo>
                  <a:lnTo>
                    <a:pt x="30844" y="13998"/>
                  </a:lnTo>
                  <a:lnTo>
                    <a:pt x="30684" y="13136"/>
                  </a:lnTo>
                  <a:lnTo>
                    <a:pt x="30503" y="12294"/>
                  </a:lnTo>
                  <a:lnTo>
                    <a:pt x="30303" y="11451"/>
                  </a:lnTo>
                  <a:lnTo>
                    <a:pt x="30062" y="10629"/>
                  </a:lnTo>
                  <a:lnTo>
                    <a:pt x="29822" y="9847"/>
                  </a:lnTo>
                  <a:lnTo>
                    <a:pt x="29561" y="9065"/>
                  </a:lnTo>
                  <a:lnTo>
                    <a:pt x="29260" y="8343"/>
                  </a:lnTo>
                  <a:lnTo>
                    <a:pt x="28959" y="7641"/>
                  </a:lnTo>
                  <a:lnTo>
                    <a:pt x="28658" y="6959"/>
                  </a:lnTo>
                  <a:lnTo>
                    <a:pt x="28338" y="6337"/>
                  </a:lnTo>
                  <a:lnTo>
                    <a:pt x="27997" y="5736"/>
                  </a:lnTo>
                  <a:lnTo>
                    <a:pt x="27656" y="5194"/>
                  </a:lnTo>
                  <a:lnTo>
                    <a:pt x="27315" y="4693"/>
                  </a:lnTo>
                  <a:lnTo>
                    <a:pt x="26974" y="4252"/>
                  </a:lnTo>
                  <a:lnTo>
                    <a:pt x="26633" y="3851"/>
                  </a:lnTo>
                  <a:lnTo>
                    <a:pt x="26292" y="3530"/>
                  </a:lnTo>
                  <a:lnTo>
                    <a:pt x="25951" y="3229"/>
                  </a:lnTo>
                  <a:lnTo>
                    <a:pt x="25570" y="2948"/>
                  </a:lnTo>
                  <a:lnTo>
                    <a:pt x="25209" y="2667"/>
                  </a:lnTo>
                  <a:lnTo>
                    <a:pt x="24808" y="2407"/>
                  </a:lnTo>
                  <a:lnTo>
                    <a:pt x="24407" y="2166"/>
                  </a:lnTo>
                  <a:lnTo>
                    <a:pt x="23986" y="1925"/>
                  </a:lnTo>
                  <a:lnTo>
                    <a:pt x="23545" y="1705"/>
                  </a:lnTo>
                  <a:lnTo>
                    <a:pt x="23103" y="1504"/>
                  </a:lnTo>
                  <a:lnTo>
                    <a:pt x="22642" y="1324"/>
                  </a:lnTo>
                  <a:lnTo>
                    <a:pt x="22181" y="1143"/>
                  </a:lnTo>
                  <a:lnTo>
                    <a:pt x="21700" y="963"/>
                  </a:lnTo>
                  <a:lnTo>
                    <a:pt x="21218" y="822"/>
                  </a:lnTo>
                  <a:lnTo>
                    <a:pt x="20737" y="682"/>
                  </a:lnTo>
                  <a:lnTo>
                    <a:pt x="20236" y="542"/>
                  </a:lnTo>
                  <a:lnTo>
                    <a:pt x="19734" y="421"/>
                  </a:lnTo>
                  <a:lnTo>
                    <a:pt x="19213" y="321"/>
                  </a:lnTo>
                  <a:lnTo>
                    <a:pt x="18711" y="241"/>
                  </a:lnTo>
                  <a:lnTo>
                    <a:pt x="18190" y="161"/>
                  </a:lnTo>
                  <a:lnTo>
                    <a:pt x="17669" y="100"/>
                  </a:lnTo>
                  <a:lnTo>
                    <a:pt x="17127" y="60"/>
                  </a:lnTo>
                  <a:lnTo>
                    <a:pt x="16606" y="20"/>
                  </a:lnTo>
                  <a:lnTo>
                    <a:pt x="160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32">
              <a:extLst>
                <a:ext uri="{FF2B5EF4-FFF2-40B4-BE49-F238E27FC236}">
                  <a16:creationId xmlns:a16="http://schemas.microsoft.com/office/drawing/2014/main" id="{467C19FB-00C2-1B13-5622-458E4EF1CE03}"/>
                </a:ext>
              </a:extLst>
            </p:cNvPr>
            <p:cNvSpPr/>
            <p:nvPr/>
          </p:nvSpPr>
          <p:spPr>
            <a:xfrm>
              <a:off x="11033225" y="3260600"/>
              <a:ext cx="779150" cy="783650"/>
            </a:xfrm>
            <a:custGeom>
              <a:avLst/>
              <a:gdLst/>
              <a:ahLst/>
              <a:cxnLst/>
              <a:rect l="l" t="t" r="r" b="b"/>
              <a:pathLst>
                <a:path w="31166" h="31346" fill="none" extrusionOk="0">
                  <a:moveTo>
                    <a:pt x="28077" y="27074"/>
                  </a:moveTo>
                  <a:lnTo>
                    <a:pt x="28077" y="27074"/>
                  </a:lnTo>
                  <a:lnTo>
                    <a:pt x="27816" y="27354"/>
                  </a:lnTo>
                  <a:lnTo>
                    <a:pt x="27535" y="27615"/>
                  </a:lnTo>
                  <a:lnTo>
                    <a:pt x="27255" y="27876"/>
                  </a:lnTo>
                  <a:lnTo>
                    <a:pt x="26954" y="28137"/>
                  </a:lnTo>
                  <a:lnTo>
                    <a:pt x="26653" y="28377"/>
                  </a:lnTo>
                  <a:lnTo>
                    <a:pt x="26352" y="28598"/>
                  </a:lnTo>
                  <a:lnTo>
                    <a:pt x="26031" y="28818"/>
                  </a:lnTo>
                  <a:lnTo>
                    <a:pt x="25710" y="29019"/>
                  </a:lnTo>
                  <a:lnTo>
                    <a:pt x="25049" y="29420"/>
                  </a:lnTo>
                  <a:lnTo>
                    <a:pt x="24347" y="29761"/>
                  </a:lnTo>
                  <a:lnTo>
                    <a:pt x="23625" y="30082"/>
                  </a:lnTo>
                  <a:lnTo>
                    <a:pt x="22883" y="30343"/>
                  </a:lnTo>
                  <a:lnTo>
                    <a:pt x="22883" y="30343"/>
                  </a:lnTo>
                  <a:lnTo>
                    <a:pt x="22401" y="30503"/>
                  </a:lnTo>
                  <a:lnTo>
                    <a:pt x="21900" y="30663"/>
                  </a:lnTo>
                  <a:lnTo>
                    <a:pt x="21379" y="30784"/>
                  </a:lnTo>
                  <a:lnTo>
                    <a:pt x="20877" y="30904"/>
                  </a:lnTo>
                  <a:lnTo>
                    <a:pt x="20877" y="30904"/>
                  </a:lnTo>
                  <a:lnTo>
                    <a:pt x="20095" y="31045"/>
                  </a:lnTo>
                  <a:lnTo>
                    <a:pt x="19313" y="31165"/>
                  </a:lnTo>
                  <a:lnTo>
                    <a:pt x="18531" y="31245"/>
                  </a:lnTo>
                  <a:lnTo>
                    <a:pt x="17729" y="31305"/>
                  </a:lnTo>
                  <a:lnTo>
                    <a:pt x="16927" y="31345"/>
                  </a:lnTo>
                  <a:lnTo>
                    <a:pt x="16124" y="31345"/>
                  </a:lnTo>
                  <a:lnTo>
                    <a:pt x="15322" y="31325"/>
                  </a:lnTo>
                  <a:lnTo>
                    <a:pt x="14520" y="31285"/>
                  </a:lnTo>
                  <a:lnTo>
                    <a:pt x="13718" y="31205"/>
                  </a:lnTo>
                  <a:lnTo>
                    <a:pt x="12936" y="31105"/>
                  </a:lnTo>
                  <a:lnTo>
                    <a:pt x="12154" y="30984"/>
                  </a:lnTo>
                  <a:lnTo>
                    <a:pt x="11372" y="30844"/>
                  </a:lnTo>
                  <a:lnTo>
                    <a:pt x="10609" y="30684"/>
                  </a:lnTo>
                  <a:lnTo>
                    <a:pt x="9847" y="30503"/>
                  </a:lnTo>
                  <a:lnTo>
                    <a:pt x="9125" y="30303"/>
                  </a:lnTo>
                  <a:lnTo>
                    <a:pt x="8403" y="30082"/>
                  </a:lnTo>
                  <a:lnTo>
                    <a:pt x="8383" y="30082"/>
                  </a:lnTo>
                  <a:lnTo>
                    <a:pt x="8383" y="30082"/>
                  </a:lnTo>
                  <a:lnTo>
                    <a:pt x="7702" y="29841"/>
                  </a:lnTo>
                  <a:lnTo>
                    <a:pt x="7040" y="29601"/>
                  </a:lnTo>
                  <a:lnTo>
                    <a:pt x="6398" y="29340"/>
                  </a:lnTo>
                  <a:lnTo>
                    <a:pt x="5796" y="29059"/>
                  </a:lnTo>
                  <a:lnTo>
                    <a:pt x="5195" y="28758"/>
                  </a:lnTo>
                  <a:lnTo>
                    <a:pt x="4633" y="28457"/>
                  </a:lnTo>
                  <a:lnTo>
                    <a:pt x="4112" y="28137"/>
                  </a:lnTo>
                  <a:lnTo>
                    <a:pt x="3610" y="27796"/>
                  </a:lnTo>
                  <a:lnTo>
                    <a:pt x="3129" y="27455"/>
                  </a:lnTo>
                  <a:lnTo>
                    <a:pt x="2708" y="27094"/>
                  </a:lnTo>
                  <a:lnTo>
                    <a:pt x="2307" y="26733"/>
                  </a:lnTo>
                  <a:lnTo>
                    <a:pt x="1946" y="26372"/>
                  </a:lnTo>
                  <a:lnTo>
                    <a:pt x="1645" y="25991"/>
                  </a:lnTo>
                  <a:lnTo>
                    <a:pt x="1364" y="25590"/>
                  </a:lnTo>
                  <a:lnTo>
                    <a:pt x="1144" y="25189"/>
                  </a:lnTo>
                  <a:lnTo>
                    <a:pt x="963" y="24788"/>
                  </a:lnTo>
                  <a:lnTo>
                    <a:pt x="963" y="24788"/>
                  </a:lnTo>
                  <a:lnTo>
                    <a:pt x="763" y="24226"/>
                  </a:lnTo>
                  <a:lnTo>
                    <a:pt x="582" y="23644"/>
                  </a:lnTo>
                  <a:lnTo>
                    <a:pt x="422" y="23023"/>
                  </a:lnTo>
                  <a:lnTo>
                    <a:pt x="301" y="22381"/>
                  </a:lnTo>
                  <a:lnTo>
                    <a:pt x="201" y="21719"/>
                  </a:lnTo>
                  <a:lnTo>
                    <a:pt x="101" y="21037"/>
                  </a:lnTo>
                  <a:lnTo>
                    <a:pt x="41" y="20335"/>
                  </a:lnTo>
                  <a:lnTo>
                    <a:pt x="21" y="19613"/>
                  </a:lnTo>
                  <a:lnTo>
                    <a:pt x="1" y="18891"/>
                  </a:lnTo>
                  <a:lnTo>
                    <a:pt x="1" y="18149"/>
                  </a:lnTo>
                  <a:lnTo>
                    <a:pt x="41" y="17407"/>
                  </a:lnTo>
                  <a:lnTo>
                    <a:pt x="81" y="16645"/>
                  </a:lnTo>
                  <a:lnTo>
                    <a:pt x="161" y="15883"/>
                  </a:lnTo>
                  <a:lnTo>
                    <a:pt x="261" y="15121"/>
                  </a:lnTo>
                  <a:lnTo>
                    <a:pt x="362" y="14359"/>
                  </a:lnTo>
                  <a:lnTo>
                    <a:pt x="502" y="13617"/>
                  </a:lnTo>
                  <a:lnTo>
                    <a:pt x="662" y="12855"/>
                  </a:lnTo>
                  <a:lnTo>
                    <a:pt x="843" y="12113"/>
                  </a:lnTo>
                  <a:lnTo>
                    <a:pt x="1043" y="11371"/>
                  </a:lnTo>
                  <a:lnTo>
                    <a:pt x="1244" y="10629"/>
                  </a:lnTo>
                  <a:lnTo>
                    <a:pt x="1485" y="9927"/>
                  </a:lnTo>
                  <a:lnTo>
                    <a:pt x="1725" y="9225"/>
                  </a:lnTo>
                  <a:lnTo>
                    <a:pt x="2006" y="8523"/>
                  </a:lnTo>
                  <a:lnTo>
                    <a:pt x="2287" y="7861"/>
                  </a:lnTo>
                  <a:lnTo>
                    <a:pt x="2608" y="7220"/>
                  </a:lnTo>
                  <a:lnTo>
                    <a:pt x="2929" y="6598"/>
                  </a:lnTo>
                  <a:lnTo>
                    <a:pt x="3269" y="5996"/>
                  </a:lnTo>
                  <a:lnTo>
                    <a:pt x="3630" y="5435"/>
                  </a:lnTo>
                  <a:lnTo>
                    <a:pt x="4012" y="4893"/>
                  </a:lnTo>
                  <a:lnTo>
                    <a:pt x="4393" y="4372"/>
                  </a:lnTo>
                  <a:lnTo>
                    <a:pt x="4814" y="3911"/>
                  </a:lnTo>
                  <a:lnTo>
                    <a:pt x="5235" y="3470"/>
                  </a:lnTo>
                  <a:lnTo>
                    <a:pt x="5235" y="3470"/>
                  </a:lnTo>
                  <a:lnTo>
                    <a:pt x="5516" y="3209"/>
                  </a:lnTo>
                  <a:lnTo>
                    <a:pt x="5796" y="2968"/>
                  </a:lnTo>
                  <a:lnTo>
                    <a:pt x="6097" y="2727"/>
                  </a:lnTo>
                  <a:lnTo>
                    <a:pt x="6418" y="2487"/>
                  </a:lnTo>
                  <a:lnTo>
                    <a:pt x="6739" y="2266"/>
                  </a:lnTo>
                  <a:lnTo>
                    <a:pt x="7080" y="2066"/>
                  </a:lnTo>
                  <a:lnTo>
                    <a:pt x="7421" y="1865"/>
                  </a:lnTo>
                  <a:lnTo>
                    <a:pt x="7782" y="1685"/>
                  </a:lnTo>
                  <a:lnTo>
                    <a:pt x="8143" y="1504"/>
                  </a:lnTo>
                  <a:lnTo>
                    <a:pt x="8524" y="1324"/>
                  </a:lnTo>
                  <a:lnTo>
                    <a:pt x="8905" y="1163"/>
                  </a:lnTo>
                  <a:lnTo>
                    <a:pt x="9286" y="1023"/>
                  </a:lnTo>
                  <a:lnTo>
                    <a:pt x="10088" y="762"/>
                  </a:lnTo>
                  <a:lnTo>
                    <a:pt x="10910" y="542"/>
                  </a:lnTo>
                  <a:lnTo>
                    <a:pt x="10910" y="542"/>
                  </a:lnTo>
                  <a:lnTo>
                    <a:pt x="11412" y="421"/>
                  </a:lnTo>
                  <a:lnTo>
                    <a:pt x="11913" y="321"/>
                  </a:lnTo>
                  <a:lnTo>
                    <a:pt x="12434" y="241"/>
                  </a:lnTo>
                  <a:lnTo>
                    <a:pt x="12936" y="161"/>
                  </a:lnTo>
                  <a:lnTo>
                    <a:pt x="13457" y="100"/>
                  </a:lnTo>
                  <a:lnTo>
                    <a:pt x="13979" y="60"/>
                  </a:lnTo>
                  <a:lnTo>
                    <a:pt x="14500" y="20"/>
                  </a:lnTo>
                  <a:lnTo>
                    <a:pt x="15021" y="0"/>
                  </a:lnTo>
                  <a:lnTo>
                    <a:pt x="15543" y="0"/>
                  </a:lnTo>
                  <a:lnTo>
                    <a:pt x="16084" y="0"/>
                  </a:lnTo>
                  <a:lnTo>
                    <a:pt x="16606" y="20"/>
                  </a:lnTo>
                  <a:lnTo>
                    <a:pt x="17127" y="60"/>
                  </a:lnTo>
                  <a:lnTo>
                    <a:pt x="17669" y="100"/>
                  </a:lnTo>
                  <a:lnTo>
                    <a:pt x="18190" y="161"/>
                  </a:lnTo>
                  <a:lnTo>
                    <a:pt x="18711" y="241"/>
                  </a:lnTo>
                  <a:lnTo>
                    <a:pt x="19213" y="321"/>
                  </a:lnTo>
                  <a:lnTo>
                    <a:pt x="19734" y="421"/>
                  </a:lnTo>
                  <a:lnTo>
                    <a:pt x="20236" y="542"/>
                  </a:lnTo>
                  <a:lnTo>
                    <a:pt x="20737" y="682"/>
                  </a:lnTo>
                  <a:lnTo>
                    <a:pt x="21218" y="822"/>
                  </a:lnTo>
                  <a:lnTo>
                    <a:pt x="21700" y="963"/>
                  </a:lnTo>
                  <a:lnTo>
                    <a:pt x="22181" y="1143"/>
                  </a:lnTo>
                  <a:lnTo>
                    <a:pt x="22642" y="1324"/>
                  </a:lnTo>
                  <a:lnTo>
                    <a:pt x="23103" y="1504"/>
                  </a:lnTo>
                  <a:lnTo>
                    <a:pt x="23545" y="1705"/>
                  </a:lnTo>
                  <a:lnTo>
                    <a:pt x="23986" y="1925"/>
                  </a:lnTo>
                  <a:lnTo>
                    <a:pt x="24407" y="2166"/>
                  </a:lnTo>
                  <a:lnTo>
                    <a:pt x="24808" y="2407"/>
                  </a:lnTo>
                  <a:lnTo>
                    <a:pt x="25209" y="2667"/>
                  </a:lnTo>
                  <a:lnTo>
                    <a:pt x="25570" y="2948"/>
                  </a:lnTo>
                  <a:lnTo>
                    <a:pt x="25951" y="3229"/>
                  </a:lnTo>
                  <a:lnTo>
                    <a:pt x="26292" y="3530"/>
                  </a:lnTo>
                  <a:lnTo>
                    <a:pt x="26292" y="3530"/>
                  </a:lnTo>
                  <a:lnTo>
                    <a:pt x="26633" y="3851"/>
                  </a:lnTo>
                  <a:lnTo>
                    <a:pt x="26974" y="4252"/>
                  </a:lnTo>
                  <a:lnTo>
                    <a:pt x="27315" y="4693"/>
                  </a:lnTo>
                  <a:lnTo>
                    <a:pt x="27656" y="5194"/>
                  </a:lnTo>
                  <a:lnTo>
                    <a:pt x="27997" y="5736"/>
                  </a:lnTo>
                  <a:lnTo>
                    <a:pt x="28338" y="6337"/>
                  </a:lnTo>
                  <a:lnTo>
                    <a:pt x="28658" y="6959"/>
                  </a:lnTo>
                  <a:lnTo>
                    <a:pt x="28959" y="7641"/>
                  </a:lnTo>
                  <a:lnTo>
                    <a:pt x="29260" y="8343"/>
                  </a:lnTo>
                  <a:lnTo>
                    <a:pt x="29561" y="9065"/>
                  </a:lnTo>
                  <a:lnTo>
                    <a:pt x="29822" y="9847"/>
                  </a:lnTo>
                  <a:lnTo>
                    <a:pt x="30062" y="10629"/>
                  </a:lnTo>
                  <a:lnTo>
                    <a:pt x="30303" y="11451"/>
                  </a:lnTo>
                  <a:lnTo>
                    <a:pt x="30503" y="12294"/>
                  </a:lnTo>
                  <a:lnTo>
                    <a:pt x="30684" y="13136"/>
                  </a:lnTo>
                  <a:lnTo>
                    <a:pt x="30844" y="13998"/>
                  </a:lnTo>
                  <a:lnTo>
                    <a:pt x="30965" y="14881"/>
                  </a:lnTo>
                  <a:lnTo>
                    <a:pt x="31065" y="15763"/>
                  </a:lnTo>
                  <a:lnTo>
                    <a:pt x="31145" y="16645"/>
                  </a:lnTo>
                  <a:lnTo>
                    <a:pt x="31165" y="17528"/>
                  </a:lnTo>
                  <a:lnTo>
                    <a:pt x="31165" y="18410"/>
                  </a:lnTo>
                  <a:lnTo>
                    <a:pt x="31105" y="19293"/>
                  </a:lnTo>
                  <a:lnTo>
                    <a:pt x="31025" y="20155"/>
                  </a:lnTo>
                  <a:lnTo>
                    <a:pt x="30905" y="21017"/>
                  </a:lnTo>
                  <a:lnTo>
                    <a:pt x="30804" y="21438"/>
                  </a:lnTo>
                  <a:lnTo>
                    <a:pt x="30724" y="21860"/>
                  </a:lnTo>
                  <a:lnTo>
                    <a:pt x="30624" y="22281"/>
                  </a:lnTo>
                  <a:lnTo>
                    <a:pt x="30503" y="22682"/>
                  </a:lnTo>
                  <a:lnTo>
                    <a:pt x="30363" y="23083"/>
                  </a:lnTo>
                  <a:lnTo>
                    <a:pt x="30223" y="23484"/>
                  </a:lnTo>
                  <a:lnTo>
                    <a:pt x="30082" y="23885"/>
                  </a:lnTo>
                  <a:lnTo>
                    <a:pt x="29902" y="24266"/>
                  </a:lnTo>
                  <a:lnTo>
                    <a:pt x="29721" y="24647"/>
                  </a:lnTo>
                  <a:lnTo>
                    <a:pt x="29541" y="25008"/>
                  </a:lnTo>
                  <a:lnTo>
                    <a:pt x="29320" y="25389"/>
                  </a:lnTo>
                  <a:lnTo>
                    <a:pt x="29100" y="25730"/>
                  </a:lnTo>
                  <a:lnTo>
                    <a:pt x="28859" y="26091"/>
                  </a:lnTo>
                  <a:lnTo>
                    <a:pt x="28618" y="26432"/>
                  </a:lnTo>
                  <a:lnTo>
                    <a:pt x="28358" y="26753"/>
                  </a:lnTo>
                  <a:lnTo>
                    <a:pt x="28077" y="2707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32">
              <a:extLst>
                <a:ext uri="{FF2B5EF4-FFF2-40B4-BE49-F238E27FC236}">
                  <a16:creationId xmlns:a16="http://schemas.microsoft.com/office/drawing/2014/main" id="{81A89B1E-5DE4-9EB6-DA89-0A71F67F9A1C}"/>
                </a:ext>
              </a:extLst>
            </p:cNvPr>
            <p:cNvSpPr/>
            <p:nvPr/>
          </p:nvSpPr>
          <p:spPr>
            <a:xfrm>
              <a:off x="11033225" y="3274125"/>
              <a:ext cx="521950" cy="770125"/>
            </a:xfrm>
            <a:custGeom>
              <a:avLst/>
              <a:gdLst/>
              <a:ahLst/>
              <a:cxnLst/>
              <a:rect l="l" t="t" r="r" b="b"/>
              <a:pathLst>
                <a:path w="20878" h="30805" extrusionOk="0">
                  <a:moveTo>
                    <a:pt x="10910" y="1"/>
                  </a:moveTo>
                  <a:lnTo>
                    <a:pt x="10088" y="221"/>
                  </a:lnTo>
                  <a:lnTo>
                    <a:pt x="9286" y="482"/>
                  </a:lnTo>
                  <a:lnTo>
                    <a:pt x="8905" y="622"/>
                  </a:lnTo>
                  <a:lnTo>
                    <a:pt x="8524" y="783"/>
                  </a:lnTo>
                  <a:lnTo>
                    <a:pt x="8143" y="963"/>
                  </a:lnTo>
                  <a:lnTo>
                    <a:pt x="7782" y="1144"/>
                  </a:lnTo>
                  <a:lnTo>
                    <a:pt x="7421" y="1324"/>
                  </a:lnTo>
                  <a:lnTo>
                    <a:pt x="7080" y="1525"/>
                  </a:lnTo>
                  <a:lnTo>
                    <a:pt x="6739" y="1725"/>
                  </a:lnTo>
                  <a:lnTo>
                    <a:pt x="6418" y="1946"/>
                  </a:lnTo>
                  <a:lnTo>
                    <a:pt x="6097" y="2186"/>
                  </a:lnTo>
                  <a:lnTo>
                    <a:pt x="5796" y="2427"/>
                  </a:lnTo>
                  <a:lnTo>
                    <a:pt x="5516" y="2668"/>
                  </a:lnTo>
                  <a:lnTo>
                    <a:pt x="5235" y="2929"/>
                  </a:lnTo>
                  <a:lnTo>
                    <a:pt x="4814" y="3350"/>
                  </a:lnTo>
                  <a:lnTo>
                    <a:pt x="4413" y="3811"/>
                  </a:lnTo>
                  <a:lnTo>
                    <a:pt x="4032" y="4292"/>
                  </a:lnTo>
                  <a:lnTo>
                    <a:pt x="3671" y="4814"/>
                  </a:lnTo>
                  <a:lnTo>
                    <a:pt x="3330" y="5355"/>
                  </a:lnTo>
                  <a:lnTo>
                    <a:pt x="2989" y="5937"/>
                  </a:lnTo>
                  <a:lnTo>
                    <a:pt x="2668" y="6538"/>
                  </a:lnTo>
                  <a:lnTo>
                    <a:pt x="2367" y="7160"/>
                  </a:lnTo>
                  <a:lnTo>
                    <a:pt x="2227" y="7501"/>
                  </a:lnTo>
                  <a:lnTo>
                    <a:pt x="1966" y="8103"/>
                  </a:lnTo>
                  <a:lnTo>
                    <a:pt x="1705" y="8744"/>
                  </a:lnTo>
                  <a:lnTo>
                    <a:pt x="1485" y="9386"/>
                  </a:lnTo>
                  <a:lnTo>
                    <a:pt x="1264" y="10028"/>
                  </a:lnTo>
                  <a:lnTo>
                    <a:pt x="1064" y="10690"/>
                  </a:lnTo>
                  <a:lnTo>
                    <a:pt x="883" y="11371"/>
                  </a:lnTo>
                  <a:lnTo>
                    <a:pt x="723" y="12053"/>
                  </a:lnTo>
                  <a:lnTo>
                    <a:pt x="562" y="12735"/>
                  </a:lnTo>
                  <a:lnTo>
                    <a:pt x="442" y="13437"/>
                  </a:lnTo>
                  <a:lnTo>
                    <a:pt x="321" y="14119"/>
                  </a:lnTo>
                  <a:lnTo>
                    <a:pt x="221" y="14821"/>
                  </a:lnTo>
                  <a:lnTo>
                    <a:pt x="141" y="15523"/>
                  </a:lnTo>
                  <a:lnTo>
                    <a:pt x="81" y="16205"/>
                  </a:lnTo>
                  <a:lnTo>
                    <a:pt x="41" y="16886"/>
                  </a:lnTo>
                  <a:lnTo>
                    <a:pt x="1" y="17568"/>
                  </a:lnTo>
                  <a:lnTo>
                    <a:pt x="1" y="18250"/>
                  </a:lnTo>
                  <a:lnTo>
                    <a:pt x="21" y="19092"/>
                  </a:lnTo>
                  <a:lnTo>
                    <a:pt x="61" y="19895"/>
                  </a:lnTo>
                  <a:lnTo>
                    <a:pt x="141" y="20697"/>
                  </a:lnTo>
                  <a:lnTo>
                    <a:pt x="241" y="21459"/>
                  </a:lnTo>
                  <a:lnTo>
                    <a:pt x="362" y="22201"/>
                  </a:lnTo>
                  <a:lnTo>
                    <a:pt x="542" y="22923"/>
                  </a:lnTo>
                  <a:lnTo>
                    <a:pt x="723" y="23605"/>
                  </a:lnTo>
                  <a:lnTo>
                    <a:pt x="963" y="24247"/>
                  </a:lnTo>
                  <a:lnTo>
                    <a:pt x="1144" y="24648"/>
                  </a:lnTo>
                  <a:lnTo>
                    <a:pt x="1364" y="25049"/>
                  </a:lnTo>
                  <a:lnTo>
                    <a:pt x="1645" y="25450"/>
                  </a:lnTo>
                  <a:lnTo>
                    <a:pt x="1946" y="25831"/>
                  </a:lnTo>
                  <a:lnTo>
                    <a:pt x="2307" y="26192"/>
                  </a:lnTo>
                  <a:lnTo>
                    <a:pt x="2708" y="26553"/>
                  </a:lnTo>
                  <a:lnTo>
                    <a:pt x="3129" y="26914"/>
                  </a:lnTo>
                  <a:lnTo>
                    <a:pt x="3610" y="27255"/>
                  </a:lnTo>
                  <a:lnTo>
                    <a:pt x="4112" y="27596"/>
                  </a:lnTo>
                  <a:lnTo>
                    <a:pt x="4633" y="27916"/>
                  </a:lnTo>
                  <a:lnTo>
                    <a:pt x="5195" y="28217"/>
                  </a:lnTo>
                  <a:lnTo>
                    <a:pt x="5796" y="28518"/>
                  </a:lnTo>
                  <a:lnTo>
                    <a:pt x="6398" y="28799"/>
                  </a:lnTo>
                  <a:lnTo>
                    <a:pt x="7040" y="29060"/>
                  </a:lnTo>
                  <a:lnTo>
                    <a:pt x="7702" y="29300"/>
                  </a:lnTo>
                  <a:lnTo>
                    <a:pt x="8383" y="29541"/>
                  </a:lnTo>
                  <a:lnTo>
                    <a:pt x="8403" y="29541"/>
                  </a:lnTo>
                  <a:lnTo>
                    <a:pt x="9326" y="29822"/>
                  </a:lnTo>
                  <a:lnTo>
                    <a:pt x="10289" y="30082"/>
                  </a:lnTo>
                  <a:lnTo>
                    <a:pt x="11291" y="30283"/>
                  </a:lnTo>
                  <a:lnTo>
                    <a:pt x="12294" y="30463"/>
                  </a:lnTo>
                  <a:lnTo>
                    <a:pt x="13317" y="30624"/>
                  </a:lnTo>
                  <a:lnTo>
                    <a:pt x="14340" y="30724"/>
                  </a:lnTo>
                  <a:lnTo>
                    <a:pt x="15382" y="30784"/>
                  </a:lnTo>
                  <a:lnTo>
                    <a:pt x="16425" y="30804"/>
                  </a:lnTo>
                  <a:lnTo>
                    <a:pt x="16987" y="30804"/>
                  </a:lnTo>
                  <a:lnTo>
                    <a:pt x="17548" y="30784"/>
                  </a:lnTo>
                  <a:lnTo>
                    <a:pt x="18110" y="30744"/>
                  </a:lnTo>
                  <a:lnTo>
                    <a:pt x="18671" y="30704"/>
                  </a:lnTo>
                  <a:lnTo>
                    <a:pt x="19233" y="30644"/>
                  </a:lnTo>
                  <a:lnTo>
                    <a:pt x="19774" y="30564"/>
                  </a:lnTo>
                  <a:lnTo>
                    <a:pt x="20336" y="30463"/>
                  </a:lnTo>
                  <a:lnTo>
                    <a:pt x="20877" y="30363"/>
                  </a:lnTo>
                  <a:lnTo>
                    <a:pt x="20115" y="30303"/>
                  </a:lnTo>
                  <a:lnTo>
                    <a:pt x="19333" y="30223"/>
                  </a:lnTo>
                  <a:lnTo>
                    <a:pt x="18611" y="30343"/>
                  </a:lnTo>
                  <a:lnTo>
                    <a:pt x="17849" y="30423"/>
                  </a:lnTo>
                  <a:lnTo>
                    <a:pt x="17087" y="30483"/>
                  </a:lnTo>
                  <a:lnTo>
                    <a:pt x="16305" y="30504"/>
                  </a:lnTo>
                  <a:lnTo>
                    <a:pt x="16024" y="30504"/>
                  </a:lnTo>
                  <a:lnTo>
                    <a:pt x="15302" y="30463"/>
                  </a:lnTo>
                  <a:lnTo>
                    <a:pt x="14580" y="30423"/>
                  </a:lnTo>
                  <a:lnTo>
                    <a:pt x="13858" y="30343"/>
                  </a:lnTo>
                  <a:lnTo>
                    <a:pt x="13156" y="30243"/>
                  </a:lnTo>
                  <a:lnTo>
                    <a:pt x="12475" y="30122"/>
                  </a:lnTo>
                  <a:lnTo>
                    <a:pt x="11793" y="29962"/>
                  </a:lnTo>
                  <a:lnTo>
                    <a:pt x="11171" y="29802"/>
                  </a:lnTo>
                  <a:lnTo>
                    <a:pt x="10549" y="29601"/>
                  </a:lnTo>
                  <a:lnTo>
                    <a:pt x="9948" y="29360"/>
                  </a:lnTo>
                  <a:lnTo>
                    <a:pt x="9366" y="29120"/>
                  </a:lnTo>
                  <a:lnTo>
                    <a:pt x="8865" y="28819"/>
                  </a:lnTo>
                  <a:lnTo>
                    <a:pt x="8624" y="28679"/>
                  </a:lnTo>
                  <a:lnTo>
                    <a:pt x="8403" y="28518"/>
                  </a:lnTo>
                  <a:lnTo>
                    <a:pt x="8383" y="28518"/>
                  </a:lnTo>
                  <a:lnTo>
                    <a:pt x="8163" y="28338"/>
                  </a:lnTo>
                  <a:lnTo>
                    <a:pt x="7942" y="28137"/>
                  </a:lnTo>
                  <a:lnTo>
                    <a:pt x="7742" y="27937"/>
                  </a:lnTo>
                  <a:lnTo>
                    <a:pt x="7581" y="27736"/>
                  </a:lnTo>
                  <a:lnTo>
                    <a:pt x="7441" y="27515"/>
                  </a:lnTo>
                  <a:lnTo>
                    <a:pt x="7321" y="27315"/>
                  </a:lnTo>
                  <a:lnTo>
                    <a:pt x="7220" y="27074"/>
                  </a:lnTo>
                  <a:lnTo>
                    <a:pt x="7160" y="26854"/>
                  </a:lnTo>
                  <a:lnTo>
                    <a:pt x="7120" y="26553"/>
                  </a:lnTo>
                  <a:lnTo>
                    <a:pt x="7080" y="26272"/>
                  </a:lnTo>
                  <a:lnTo>
                    <a:pt x="7060" y="25971"/>
                  </a:lnTo>
                  <a:lnTo>
                    <a:pt x="7040" y="25690"/>
                  </a:lnTo>
                  <a:lnTo>
                    <a:pt x="7060" y="25410"/>
                  </a:lnTo>
                  <a:lnTo>
                    <a:pt x="7080" y="25129"/>
                  </a:lnTo>
                  <a:lnTo>
                    <a:pt x="7100" y="24848"/>
                  </a:lnTo>
                  <a:lnTo>
                    <a:pt x="7140" y="24567"/>
                  </a:lnTo>
                  <a:lnTo>
                    <a:pt x="6819" y="24126"/>
                  </a:lnTo>
                  <a:lnTo>
                    <a:pt x="6518" y="23685"/>
                  </a:lnTo>
                  <a:lnTo>
                    <a:pt x="6218" y="23204"/>
                  </a:lnTo>
                  <a:lnTo>
                    <a:pt x="5957" y="22722"/>
                  </a:lnTo>
                  <a:lnTo>
                    <a:pt x="5897" y="22582"/>
                  </a:lnTo>
                  <a:lnTo>
                    <a:pt x="5556" y="22582"/>
                  </a:lnTo>
                  <a:lnTo>
                    <a:pt x="5275" y="22522"/>
                  </a:lnTo>
                  <a:lnTo>
                    <a:pt x="4994" y="22442"/>
                  </a:lnTo>
                  <a:lnTo>
                    <a:pt x="4754" y="22301"/>
                  </a:lnTo>
                  <a:lnTo>
                    <a:pt x="4533" y="22141"/>
                  </a:lnTo>
                  <a:lnTo>
                    <a:pt x="4332" y="21960"/>
                  </a:lnTo>
                  <a:lnTo>
                    <a:pt x="4172" y="21740"/>
                  </a:lnTo>
                  <a:lnTo>
                    <a:pt x="4012" y="21499"/>
                  </a:lnTo>
                  <a:lnTo>
                    <a:pt x="3911" y="21238"/>
                  </a:lnTo>
                  <a:lnTo>
                    <a:pt x="3851" y="21038"/>
                  </a:lnTo>
                  <a:lnTo>
                    <a:pt x="3811" y="20857"/>
                  </a:lnTo>
                  <a:lnTo>
                    <a:pt x="3791" y="20677"/>
                  </a:lnTo>
                  <a:lnTo>
                    <a:pt x="3791" y="20496"/>
                  </a:lnTo>
                  <a:lnTo>
                    <a:pt x="3791" y="20316"/>
                  </a:lnTo>
                  <a:lnTo>
                    <a:pt x="3831" y="20135"/>
                  </a:lnTo>
                  <a:lnTo>
                    <a:pt x="3871" y="19955"/>
                  </a:lnTo>
                  <a:lnTo>
                    <a:pt x="3931" y="19794"/>
                  </a:lnTo>
                  <a:lnTo>
                    <a:pt x="4012" y="19634"/>
                  </a:lnTo>
                  <a:lnTo>
                    <a:pt x="4092" y="19474"/>
                  </a:lnTo>
                  <a:lnTo>
                    <a:pt x="4192" y="19333"/>
                  </a:lnTo>
                  <a:lnTo>
                    <a:pt x="4312" y="19193"/>
                  </a:lnTo>
                  <a:lnTo>
                    <a:pt x="4433" y="19072"/>
                  </a:lnTo>
                  <a:lnTo>
                    <a:pt x="4553" y="18952"/>
                  </a:lnTo>
                  <a:lnTo>
                    <a:pt x="4713" y="18852"/>
                  </a:lnTo>
                  <a:lnTo>
                    <a:pt x="4854" y="18752"/>
                  </a:lnTo>
                  <a:lnTo>
                    <a:pt x="4814" y="18150"/>
                  </a:lnTo>
                  <a:lnTo>
                    <a:pt x="4774" y="17528"/>
                  </a:lnTo>
                  <a:lnTo>
                    <a:pt x="4754" y="16927"/>
                  </a:lnTo>
                  <a:lnTo>
                    <a:pt x="4733" y="16305"/>
                  </a:lnTo>
                  <a:lnTo>
                    <a:pt x="4733" y="15523"/>
                  </a:lnTo>
                  <a:lnTo>
                    <a:pt x="4754" y="14741"/>
                  </a:lnTo>
                  <a:lnTo>
                    <a:pt x="4794" y="13959"/>
                  </a:lnTo>
                  <a:lnTo>
                    <a:pt x="4854" y="13176"/>
                  </a:lnTo>
                  <a:lnTo>
                    <a:pt x="4934" y="12394"/>
                  </a:lnTo>
                  <a:lnTo>
                    <a:pt x="5054" y="11632"/>
                  </a:lnTo>
                  <a:lnTo>
                    <a:pt x="5175" y="10850"/>
                  </a:lnTo>
                  <a:lnTo>
                    <a:pt x="5335" y="10088"/>
                  </a:lnTo>
                  <a:lnTo>
                    <a:pt x="5516" y="9326"/>
                  </a:lnTo>
                  <a:lnTo>
                    <a:pt x="5716" y="8564"/>
                  </a:lnTo>
                  <a:lnTo>
                    <a:pt x="5937" y="7822"/>
                  </a:lnTo>
                  <a:lnTo>
                    <a:pt x="6197" y="7080"/>
                  </a:lnTo>
                  <a:lnTo>
                    <a:pt x="6478" y="6358"/>
                  </a:lnTo>
                  <a:lnTo>
                    <a:pt x="6779" y="5636"/>
                  </a:lnTo>
                  <a:lnTo>
                    <a:pt x="7120" y="4934"/>
                  </a:lnTo>
                  <a:lnTo>
                    <a:pt x="7501" y="4232"/>
                  </a:lnTo>
                  <a:lnTo>
                    <a:pt x="7862" y="3650"/>
                  </a:lnTo>
                  <a:lnTo>
                    <a:pt x="8223" y="3069"/>
                  </a:lnTo>
                  <a:lnTo>
                    <a:pt x="8624" y="2507"/>
                  </a:lnTo>
                  <a:lnTo>
                    <a:pt x="9045" y="1966"/>
                  </a:lnTo>
                  <a:lnTo>
                    <a:pt x="9486" y="1444"/>
                  </a:lnTo>
                  <a:lnTo>
                    <a:pt x="9948" y="943"/>
                  </a:lnTo>
                  <a:lnTo>
                    <a:pt x="10429" y="462"/>
                  </a:lnTo>
                  <a:lnTo>
                    <a:pt x="1091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32">
              <a:extLst>
                <a:ext uri="{FF2B5EF4-FFF2-40B4-BE49-F238E27FC236}">
                  <a16:creationId xmlns:a16="http://schemas.microsoft.com/office/drawing/2014/main" id="{385F3874-A041-4828-C2EF-2A54B0D34956}"/>
                </a:ext>
              </a:extLst>
            </p:cNvPr>
            <p:cNvSpPr/>
            <p:nvPr/>
          </p:nvSpPr>
          <p:spPr>
            <a:xfrm>
              <a:off x="11033225" y="3274125"/>
              <a:ext cx="521950" cy="770125"/>
            </a:xfrm>
            <a:custGeom>
              <a:avLst/>
              <a:gdLst/>
              <a:ahLst/>
              <a:cxnLst/>
              <a:rect l="l" t="t" r="r" b="b"/>
              <a:pathLst>
                <a:path w="20878" h="30805" fill="none" extrusionOk="0">
                  <a:moveTo>
                    <a:pt x="10910" y="1"/>
                  </a:moveTo>
                  <a:lnTo>
                    <a:pt x="10910" y="1"/>
                  </a:lnTo>
                  <a:lnTo>
                    <a:pt x="10088" y="221"/>
                  </a:lnTo>
                  <a:lnTo>
                    <a:pt x="9286" y="482"/>
                  </a:lnTo>
                  <a:lnTo>
                    <a:pt x="8905" y="622"/>
                  </a:lnTo>
                  <a:lnTo>
                    <a:pt x="8524" y="783"/>
                  </a:lnTo>
                  <a:lnTo>
                    <a:pt x="8143" y="963"/>
                  </a:lnTo>
                  <a:lnTo>
                    <a:pt x="7782" y="1144"/>
                  </a:lnTo>
                  <a:lnTo>
                    <a:pt x="7421" y="1324"/>
                  </a:lnTo>
                  <a:lnTo>
                    <a:pt x="7080" y="1525"/>
                  </a:lnTo>
                  <a:lnTo>
                    <a:pt x="6739" y="1725"/>
                  </a:lnTo>
                  <a:lnTo>
                    <a:pt x="6418" y="1946"/>
                  </a:lnTo>
                  <a:lnTo>
                    <a:pt x="6097" y="2186"/>
                  </a:lnTo>
                  <a:lnTo>
                    <a:pt x="5796" y="2427"/>
                  </a:lnTo>
                  <a:lnTo>
                    <a:pt x="5516" y="2668"/>
                  </a:lnTo>
                  <a:lnTo>
                    <a:pt x="5235" y="2929"/>
                  </a:lnTo>
                  <a:lnTo>
                    <a:pt x="5235" y="2929"/>
                  </a:lnTo>
                  <a:lnTo>
                    <a:pt x="4814" y="3350"/>
                  </a:lnTo>
                  <a:lnTo>
                    <a:pt x="4413" y="3811"/>
                  </a:lnTo>
                  <a:lnTo>
                    <a:pt x="4032" y="4292"/>
                  </a:lnTo>
                  <a:lnTo>
                    <a:pt x="3671" y="4814"/>
                  </a:lnTo>
                  <a:lnTo>
                    <a:pt x="3330" y="5355"/>
                  </a:lnTo>
                  <a:lnTo>
                    <a:pt x="2989" y="5937"/>
                  </a:lnTo>
                  <a:lnTo>
                    <a:pt x="2668" y="6538"/>
                  </a:lnTo>
                  <a:lnTo>
                    <a:pt x="2367" y="7160"/>
                  </a:lnTo>
                  <a:lnTo>
                    <a:pt x="2367" y="7160"/>
                  </a:lnTo>
                  <a:lnTo>
                    <a:pt x="2227" y="7501"/>
                  </a:lnTo>
                  <a:lnTo>
                    <a:pt x="2227" y="7501"/>
                  </a:lnTo>
                  <a:lnTo>
                    <a:pt x="1966" y="8103"/>
                  </a:lnTo>
                  <a:lnTo>
                    <a:pt x="1705" y="8744"/>
                  </a:lnTo>
                  <a:lnTo>
                    <a:pt x="1485" y="9386"/>
                  </a:lnTo>
                  <a:lnTo>
                    <a:pt x="1264" y="10028"/>
                  </a:lnTo>
                  <a:lnTo>
                    <a:pt x="1064" y="10690"/>
                  </a:lnTo>
                  <a:lnTo>
                    <a:pt x="883" y="11371"/>
                  </a:lnTo>
                  <a:lnTo>
                    <a:pt x="723" y="12053"/>
                  </a:lnTo>
                  <a:lnTo>
                    <a:pt x="562" y="12735"/>
                  </a:lnTo>
                  <a:lnTo>
                    <a:pt x="442" y="13437"/>
                  </a:lnTo>
                  <a:lnTo>
                    <a:pt x="321" y="14119"/>
                  </a:lnTo>
                  <a:lnTo>
                    <a:pt x="221" y="14821"/>
                  </a:lnTo>
                  <a:lnTo>
                    <a:pt x="141" y="15523"/>
                  </a:lnTo>
                  <a:lnTo>
                    <a:pt x="81" y="16205"/>
                  </a:lnTo>
                  <a:lnTo>
                    <a:pt x="41" y="16886"/>
                  </a:lnTo>
                  <a:lnTo>
                    <a:pt x="1" y="17568"/>
                  </a:lnTo>
                  <a:lnTo>
                    <a:pt x="1" y="18250"/>
                  </a:lnTo>
                  <a:lnTo>
                    <a:pt x="1" y="18250"/>
                  </a:lnTo>
                  <a:lnTo>
                    <a:pt x="21" y="19092"/>
                  </a:lnTo>
                  <a:lnTo>
                    <a:pt x="61" y="19895"/>
                  </a:lnTo>
                  <a:lnTo>
                    <a:pt x="141" y="20697"/>
                  </a:lnTo>
                  <a:lnTo>
                    <a:pt x="241" y="21459"/>
                  </a:lnTo>
                  <a:lnTo>
                    <a:pt x="362" y="22201"/>
                  </a:lnTo>
                  <a:lnTo>
                    <a:pt x="542" y="22923"/>
                  </a:lnTo>
                  <a:lnTo>
                    <a:pt x="723" y="23605"/>
                  </a:lnTo>
                  <a:lnTo>
                    <a:pt x="963" y="24247"/>
                  </a:lnTo>
                  <a:lnTo>
                    <a:pt x="963" y="24247"/>
                  </a:lnTo>
                  <a:lnTo>
                    <a:pt x="1144" y="24648"/>
                  </a:lnTo>
                  <a:lnTo>
                    <a:pt x="1364" y="25049"/>
                  </a:lnTo>
                  <a:lnTo>
                    <a:pt x="1645" y="25450"/>
                  </a:lnTo>
                  <a:lnTo>
                    <a:pt x="1946" y="25831"/>
                  </a:lnTo>
                  <a:lnTo>
                    <a:pt x="2307" y="26192"/>
                  </a:lnTo>
                  <a:lnTo>
                    <a:pt x="2708" y="26553"/>
                  </a:lnTo>
                  <a:lnTo>
                    <a:pt x="3129" y="26914"/>
                  </a:lnTo>
                  <a:lnTo>
                    <a:pt x="3610" y="27255"/>
                  </a:lnTo>
                  <a:lnTo>
                    <a:pt x="4112" y="27596"/>
                  </a:lnTo>
                  <a:lnTo>
                    <a:pt x="4633" y="27916"/>
                  </a:lnTo>
                  <a:lnTo>
                    <a:pt x="5195" y="28217"/>
                  </a:lnTo>
                  <a:lnTo>
                    <a:pt x="5796" y="28518"/>
                  </a:lnTo>
                  <a:lnTo>
                    <a:pt x="6398" y="28799"/>
                  </a:lnTo>
                  <a:lnTo>
                    <a:pt x="7040" y="29060"/>
                  </a:lnTo>
                  <a:lnTo>
                    <a:pt x="7702" y="29300"/>
                  </a:lnTo>
                  <a:lnTo>
                    <a:pt x="8383" y="29541"/>
                  </a:lnTo>
                  <a:lnTo>
                    <a:pt x="8403" y="29541"/>
                  </a:lnTo>
                  <a:lnTo>
                    <a:pt x="8403" y="29541"/>
                  </a:lnTo>
                  <a:lnTo>
                    <a:pt x="9326" y="29822"/>
                  </a:lnTo>
                  <a:lnTo>
                    <a:pt x="10289" y="30082"/>
                  </a:lnTo>
                  <a:lnTo>
                    <a:pt x="11291" y="30283"/>
                  </a:lnTo>
                  <a:lnTo>
                    <a:pt x="12294" y="30463"/>
                  </a:lnTo>
                  <a:lnTo>
                    <a:pt x="13317" y="30624"/>
                  </a:lnTo>
                  <a:lnTo>
                    <a:pt x="14340" y="30724"/>
                  </a:lnTo>
                  <a:lnTo>
                    <a:pt x="15382" y="30784"/>
                  </a:lnTo>
                  <a:lnTo>
                    <a:pt x="16425" y="30804"/>
                  </a:lnTo>
                  <a:lnTo>
                    <a:pt x="16425" y="30804"/>
                  </a:lnTo>
                  <a:lnTo>
                    <a:pt x="16987" y="30804"/>
                  </a:lnTo>
                  <a:lnTo>
                    <a:pt x="17548" y="30784"/>
                  </a:lnTo>
                  <a:lnTo>
                    <a:pt x="18110" y="30744"/>
                  </a:lnTo>
                  <a:lnTo>
                    <a:pt x="18671" y="30704"/>
                  </a:lnTo>
                  <a:lnTo>
                    <a:pt x="19233" y="30644"/>
                  </a:lnTo>
                  <a:lnTo>
                    <a:pt x="19774" y="30564"/>
                  </a:lnTo>
                  <a:lnTo>
                    <a:pt x="20336" y="30463"/>
                  </a:lnTo>
                  <a:lnTo>
                    <a:pt x="20877" y="30363"/>
                  </a:lnTo>
                  <a:lnTo>
                    <a:pt x="20877" y="30363"/>
                  </a:lnTo>
                  <a:lnTo>
                    <a:pt x="20115" y="30303"/>
                  </a:lnTo>
                  <a:lnTo>
                    <a:pt x="19333" y="30223"/>
                  </a:lnTo>
                  <a:lnTo>
                    <a:pt x="19333" y="30223"/>
                  </a:lnTo>
                  <a:lnTo>
                    <a:pt x="18611" y="30343"/>
                  </a:lnTo>
                  <a:lnTo>
                    <a:pt x="17849" y="30423"/>
                  </a:lnTo>
                  <a:lnTo>
                    <a:pt x="17087" y="30483"/>
                  </a:lnTo>
                  <a:lnTo>
                    <a:pt x="16305" y="30504"/>
                  </a:lnTo>
                  <a:lnTo>
                    <a:pt x="16305" y="30504"/>
                  </a:lnTo>
                  <a:lnTo>
                    <a:pt x="16024" y="30504"/>
                  </a:lnTo>
                  <a:lnTo>
                    <a:pt x="16024" y="30504"/>
                  </a:lnTo>
                  <a:lnTo>
                    <a:pt x="15302" y="30463"/>
                  </a:lnTo>
                  <a:lnTo>
                    <a:pt x="14580" y="30423"/>
                  </a:lnTo>
                  <a:lnTo>
                    <a:pt x="13858" y="30343"/>
                  </a:lnTo>
                  <a:lnTo>
                    <a:pt x="13156" y="30243"/>
                  </a:lnTo>
                  <a:lnTo>
                    <a:pt x="12475" y="30122"/>
                  </a:lnTo>
                  <a:lnTo>
                    <a:pt x="11793" y="29962"/>
                  </a:lnTo>
                  <a:lnTo>
                    <a:pt x="11171" y="29802"/>
                  </a:lnTo>
                  <a:lnTo>
                    <a:pt x="10549" y="29601"/>
                  </a:lnTo>
                  <a:lnTo>
                    <a:pt x="10549" y="29601"/>
                  </a:lnTo>
                  <a:lnTo>
                    <a:pt x="9948" y="29360"/>
                  </a:lnTo>
                  <a:lnTo>
                    <a:pt x="9366" y="29120"/>
                  </a:lnTo>
                  <a:lnTo>
                    <a:pt x="8865" y="28819"/>
                  </a:lnTo>
                  <a:lnTo>
                    <a:pt x="8624" y="28679"/>
                  </a:lnTo>
                  <a:lnTo>
                    <a:pt x="8403" y="28518"/>
                  </a:lnTo>
                  <a:lnTo>
                    <a:pt x="8383" y="28518"/>
                  </a:lnTo>
                  <a:lnTo>
                    <a:pt x="8383" y="28518"/>
                  </a:lnTo>
                  <a:lnTo>
                    <a:pt x="8163" y="28338"/>
                  </a:lnTo>
                  <a:lnTo>
                    <a:pt x="7942" y="28137"/>
                  </a:lnTo>
                  <a:lnTo>
                    <a:pt x="7742" y="27937"/>
                  </a:lnTo>
                  <a:lnTo>
                    <a:pt x="7581" y="27736"/>
                  </a:lnTo>
                  <a:lnTo>
                    <a:pt x="7441" y="27515"/>
                  </a:lnTo>
                  <a:lnTo>
                    <a:pt x="7321" y="27315"/>
                  </a:lnTo>
                  <a:lnTo>
                    <a:pt x="7220" y="27074"/>
                  </a:lnTo>
                  <a:lnTo>
                    <a:pt x="7160" y="26854"/>
                  </a:lnTo>
                  <a:lnTo>
                    <a:pt x="7160" y="26854"/>
                  </a:lnTo>
                  <a:lnTo>
                    <a:pt x="7120" y="26553"/>
                  </a:lnTo>
                  <a:lnTo>
                    <a:pt x="7080" y="26272"/>
                  </a:lnTo>
                  <a:lnTo>
                    <a:pt x="7060" y="25971"/>
                  </a:lnTo>
                  <a:lnTo>
                    <a:pt x="7040" y="25690"/>
                  </a:lnTo>
                  <a:lnTo>
                    <a:pt x="7040" y="25690"/>
                  </a:lnTo>
                  <a:lnTo>
                    <a:pt x="7060" y="25410"/>
                  </a:lnTo>
                  <a:lnTo>
                    <a:pt x="7080" y="25129"/>
                  </a:lnTo>
                  <a:lnTo>
                    <a:pt x="7100" y="24848"/>
                  </a:lnTo>
                  <a:lnTo>
                    <a:pt x="7140" y="24567"/>
                  </a:lnTo>
                  <a:lnTo>
                    <a:pt x="7140" y="24567"/>
                  </a:lnTo>
                  <a:lnTo>
                    <a:pt x="6819" y="24126"/>
                  </a:lnTo>
                  <a:lnTo>
                    <a:pt x="6518" y="23685"/>
                  </a:lnTo>
                  <a:lnTo>
                    <a:pt x="6218" y="23204"/>
                  </a:lnTo>
                  <a:lnTo>
                    <a:pt x="5957" y="22722"/>
                  </a:lnTo>
                  <a:lnTo>
                    <a:pt x="5957" y="22722"/>
                  </a:lnTo>
                  <a:lnTo>
                    <a:pt x="5897" y="22582"/>
                  </a:lnTo>
                  <a:lnTo>
                    <a:pt x="5897" y="22582"/>
                  </a:lnTo>
                  <a:lnTo>
                    <a:pt x="5776" y="22582"/>
                  </a:lnTo>
                  <a:lnTo>
                    <a:pt x="5776" y="22582"/>
                  </a:lnTo>
                  <a:lnTo>
                    <a:pt x="5556" y="22582"/>
                  </a:lnTo>
                  <a:lnTo>
                    <a:pt x="5556" y="22582"/>
                  </a:lnTo>
                  <a:lnTo>
                    <a:pt x="5275" y="22522"/>
                  </a:lnTo>
                  <a:lnTo>
                    <a:pt x="4994" y="22442"/>
                  </a:lnTo>
                  <a:lnTo>
                    <a:pt x="4754" y="22301"/>
                  </a:lnTo>
                  <a:lnTo>
                    <a:pt x="4533" y="22141"/>
                  </a:lnTo>
                  <a:lnTo>
                    <a:pt x="4332" y="21960"/>
                  </a:lnTo>
                  <a:lnTo>
                    <a:pt x="4172" y="21740"/>
                  </a:lnTo>
                  <a:lnTo>
                    <a:pt x="4012" y="21499"/>
                  </a:lnTo>
                  <a:lnTo>
                    <a:pt x="3911" y="21238"/>
                  </a:lnTo>
                  <a:lnTo>
                    <a:pt x="3911" y="21238"/>
                  </a:lnTo>
                  <a:lnTo>
                    <a:pt x="3851" y="21038"/>
                  </a:lnTo>
                  <a:lnTo>
                    <a:pt x="3811" y="20857"/>
                  </a:lnTo>
                  <a:lnTo>
                    <a:pt x="3791" y="20677"/>
                  </a:lnTo>
                  <a:lnTo>
                    <a:pt x="3791" y="20496"/>
                  </a:lnTo>
                  <a:lnTo>
                    <a:pt x="3791" y="20316"/>
                  </a:lnTo>
                  <a:lnTo>
                    <a:pt x="3831" y="20135"/>
                  </a:lnTo>
                  <a:lnTo>
                    <a:pt x="3871" y="19955"/>
                  </a:lnTo>
                  <a:lnTo>
                    <a:pt x="3931" y="19794"/>
                  </a:lnTo>
                  <a:lnTo>
                    <a:pt x="4012" y="19634"/>
                  </a:lnTo>
                  <a:lnTo>
                    <a:pt x="4092" y="19474"/>
                  </a:lnTo>
                  <a:lnTo>
                    <a:pt x="4192" y="19333"/>
                  </a:lnTo>
                  <a:lnTo>
                    <a:pt x="4312" y="19193"/>
                  </a:lnTo>
                  <a:lnTo>
                    <a:pt x="4433" y="19072"/>
                  </a:lnTo>
                  <a:lnTo>
                    <a:pt x="4553" y="18952"/>
                  </a:lnTo>
                  <a:lnTo>
                    <a:pt x="4713" y="18852"/>
                  </a:lnTo>
                  <a:lnTo>
                    <a:pt x="4854" y="18752"/>
                  </a:lnTo>
                  <a:lnTo>
                    <a:pt x="4854" y="18752"/>
                  </a:lnTo>
                  <a:lnTo>
                    <a:pt x="4814" y="18150"/>
                  </a:lnTo>
                  <a:lnTo>
                    <a:pt x="4774" y="17528"/>
                  </a:lnTo>
                  <a:lnTo>
                    <a:pt x="4754" y="16927"/>
                  </a:lnTo>
                  <a:lnTo>
                    <a:pt x="4733" y="16305"/>
                  </a:lnTo>
                  <a:lnTo>
                    <a:pt x="4733" y="16305"/>
                  </a:lnTo>
                  <a:lnTo>
                    <a:pt x="4733" y="15523"/>
                  </a:lnTo>
                  <a:lnTo>
                    <a:pt x="4754" y="14741"/>
                  </a:lnTo>
                  <a:lnTo>
                    <a:pt x="4794" y="13959"/>
                  </a:lnTo>
                  <a:lnTo>
                    <a:pt x="4854" y="13176"/>
                  </a:lnTo>
                  <a:lnTo>
                    <a:pt x="4934" y="12394"/>
                  </a:lnTo>
                  <a:lnTo>
                    <a:pt x="5054" y="11632"/>
                  </a:lnTo>
                  <a:lnTo>
                    <a:pt x="5175" y="10850"/>
                  </a:lnTo>
                  <a:lnTo>
                    <a:pt x="5335" y="10088"/>
                  </a:lnTo>
                  <a:lnTo>
                    <a:pt x="5516" y="9326"/>
                  </a:lnTo>
                  <a:lnTo>
                    <a:pt x="5716" y="8564"/>
                  </a:lnTo>
                  <a:lnTo>
                    <a:pt x="5937" y="7822"/>
                  </a:lnTo>
                  <a:lnTo>
                    <a:pt x="6197" y="7080"/>
                  </a:lnTo>
                  <a:lnTo>
                    <a:pt x="6478" y="6358"/>
                  </a:lnTo>
                  <a:lnTo>
                    <a:pt x="6779" y="5636"/>
                  </a:lnTo>
                  <a:lnTo>
                    <a:pt x="7120" y="4934"/>
                  </a:lnTo>
                  <a:lnTo>
                    <a:pt x="7501" y="4232"/>
                  </a:lnTo>
                  <a:lnTo>
                    <a:pt x="7501" y="4232"/>
                  </a:lnTo>
                  <a:lnTo>
                    <a:pt x="7862" y="3650"/>
                  </a:lnTo>
                  <a:lnTo>
                    <a:pt x="8223" y="3069"/>
                  </a:lnTo>
                  <a:lnTo>
                    <a:pt x="8624" y="2507"/>
                  </a:lnTo>
                  <a:lnTo>
                    <a:pt x="9045" y="1966"/>
                  </a:lnTo>
                  <a:lnTo>
                    <a:pt x="9486" y="1444"/>
                  </a:lnTo>
                  <a:lnTo>
                    <a:pt x="9948" y="943"/>
                  </a:lnTo>
                  <a:lnTo>
                    <a:pt x="10429" y="462"/>
                  </a:lnTo>
                  <a:lnTo>
                    <a:pt x="1091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32">
              <a:extLst>
                <a:ext uri="{FF2B5EF4-FFF2-40B4-BE49-F238E27FC236}">
                  <a16:creationId xmlns:a16="http://schemas.microsoft.com/office/drawing/2014/main" id="{9E81E13C-1968-194C-BF5C-A4E6D0F3C289}"/>
                </a:ext>
              </a:extLst>
            </p:cNvPr>
            <p:cNvSpPr/>
            <p:nvPr/>
          </p:nvSpPr>
          <p:spPr>
            <a:xfrm>
              <a:off x="11396725" y="3266600"/>
              <a:ext cx="58175" cy="439225"/>
            </a:xfrm>
            <a:custGeom>
              <a:avLst/>
              <a:gdLst/>
              <a:ahLst/>
              <a:cxnLst/>
              <a:rect l="l" t="t" r="r" b="b"/>
              <a:pathLst>
                <a:path w="2327" h="17569" extrusionOk="0">
                  <a:moveTo>
                    <a:pt x="1083" y="1"/>
                  </a:moveTo>
                  <a:lnTo>
                    <a:pt x="1063" y="21"/>
                  </a:lnTo>
                  <a:lnTo>
                    <a:pt x="1023" y="61"/>
                  </a:lnTo>
                  <a:lnTo>
                    <a:pt x="1023" y="121"/>
                  </a:lnTo>
                  <a:lnTo>
                    <a:pt x="963" y="1465"/>
                  </a:lnTo>
                  <a:lnTo>
                    <a:pt x="943" y="2808"/>
                  </a:lnTo>
                  <a:lnTo>
                    <a:pt x="903" y="5496"/>
                  </a:lnTo>
                  <a:lnTo>
                    <a:pt x="522" y="5616"/>
                  </a:lnTo>
                  <a:lnTo>
                    <a:pt x="140" y="5736"/>
                  </a:lnTo>
                  <a:lnTo>
                    <a:pt x="100" y="5756"/>
                  </a:lnTo>
                  <a:lnTo>
                    <a:pt x="100" y="5796"/>
                  </a:lnTo>
                  <a:lnTo>
                    <a:pt x="120" y="5837"/>
                  </a:lnTo>
                  <a:lnTo>
                    <a:pt x="161" y="5857"/>
                  </a:lnTo>
                  <a:lnTo>
                    <a:pt x="542" y="5796"/>
                  </a:lnTo>
                  <a:lnTo>
                    <a:pt x="903" y="5776"/>
                  </a:lnTo>
                  <a:lnTo>
                    <a:pt x="903" y="6418"/>
                  </a:lnTo>
                  <a:lnTo>
                    <a:pt x="481" y="6478"/>
                  </a:lnTo>
                  <a:lnTo>
                    <a:pt x="80" y="6539"/>
                  </a:lnTo>
                  <a:lnTo>
                    <a:pt x="40" y="6539"/>
                  </a:lnTo>
                  <a:lnTo>
                    <a:pt x="20" y="6579"/>
                  </a:lnTo>
                  <a:lnTo>
                    <a:pt x="0" y="6619"/>
                  </a:lnTo>
                  <a:lnTo>
                    <a:pt x="0" y="6659"/>
                  </a:lnTo>
                  <a:lnTo>
                    <a:pt x="20" y="6699"/>
                  </a:lnTo>
                  <a:lnTo>
                    <a:pt x="40" y="6719"/>
                  </a:lnTo>
                  <a:lnTo>
                    <a:pt x="60" y="6739"/>
                  </a:lnTo>
                  <a:lnTo>
                    <a:pt x="100" y="6759"/>
                  </a:lnTo>
                  <a:lnTo>
                    <a:pt x="562" y="6759"/>
                  </a:lnTo>
                  <a:lnTo>
                    <a:pt x="903" y="6799"/>
                  </a:lnTo>
                  <a:lnTo>
                    <a:pt x="923" y="11993"/>
                  </a:lnTo>
                  <a:lnTo>
                    <a:pt x="221" y="11833"/>
                  </a:lnTo>
                  <a:lnTo>
                    <a:pt x="201" y="11813"/>
                  </a:lnTo>
                  <a:lnTo>
                    <a:pt x="140" y="11833"/>
                  </a:lnTo>
                  <a:lnTo>
                    <a:pt x="120" y="11873"/>
                  </a:lnTo>
                  <a:lnTo>
                    <a:pt x="100" y="11933"/>
                  </a:lnTo>
                  <a:lnTo>
                    <a:pt x="140" y="11973"/>
                  </a:lnTo>
                  <a:lnTo>
                    <a:pt x="501" y="12174"/>
                  </a:lnTo>
                  <a:lnTo>
                    <a:pt x="923" y="12334"/>
                  </a:lnTo>
                  <a:lnTo>
                    <a:pt x="903" y="13357"/>
                  </a:lnTo>
                  <a:lnTo>
                    <a:pt x="441" y="13598"/>
                  </a:lnTo>
                  <a:lnTo>
                    <a:pt x="421" y="13618"/>
                  </a:lnTo>
                  <a:lnTo>
                    <a:pt x="401" y="13638"/>
                  </a:lnTo>
                  <a:lnTo>
                    <a:pt x="401" y="13698"/>
                  </a:lnTo>
                  <a:lnTo>
                    <a:pt x="441" y="13738"/>
                  </a:lnTo>
                  <a:lnTo>
                    <a:pt x="481" y="13758"/>
                  </a:lnTo>
                  <a:lnTo>
                    <a:pt x="522" y="13738"/>
                  </a:lnTo>
                  <a:lnTo>
                    <a:pt x="903" y="13618"/>
                  </a:lnTo>
                  <a:lnTo>
                    <a:pt x="903" y="14059"/>
                  </a:lnTo>
                  <a:lnTo>
                    <a:pt x="842" y="17569"/>
                  </a:lnTo>
                  <a:lnTo>
                    <a:pt x="1404" y="17569"/>
                  </a:lnTo>
                  <a:lnTo>
                    <a:pt x="1464" y="14079"/>
                  </a:lnTo>
                  <a:lnTo>
                    <a:pt x="1464" y="13437"/>
                  </a:lnTo>
                  <a:lnTo>
                    <a:pt x="2066" y="13277"/>
                  </a:lnTo>
                  <a:lnTo>
                    <a:pt x="2106" y="13237"/>
                  </a:lnTo>
                  <a:lnTo>
                    <a:pt x="2146" y="13197"/>
                  </a:lnTo>
                  <a:lnTo>
                    <a:pt x="2166" y="13157"/>
                  </a:lnTo>
                  <a:lnTo>
                    <a:pt x="2166" y="13096"/>
                  </a:lnTo>
                  <a:lnTo>
                    <a:pt x="2146" y="13056"/>
                  </a:lnTo>
                  <a:lnTo>
                    <a:pt x="2126" y="13016"/>
                  </a:lnTo>
                  <a:lnTo>
                    <a:pt x="2086" y="12976"/>
                  </a:lnTo>
                  <a:lnTo>
                    <a:pt x="1986" y="12976"/>
                  </a:lnTo>
                  <a:lnTo>
                    <a:pt x="1725" y="13036"/>
                  </a:lnTo>
                  <a:lnTo>
                    <a:pt x="1484" y="13136"/>
                  </a:lnTo>
                  <a:lnTo>
                    <a:pt x="1484" y="12495"/>
                  </a:lnTo>
                  <a:lnTo>
                    <a:pt x="1705" y="12535"/>
                  </a:lnTo>
                  <a:lnTo>
                    <a:pt x="2086" y="12535"/>
                  </a:lnTo>
                  <a:lnTo>
                    <a:pt x="2226" y="12515"/>
                  </a:lnTo>
                  <a:lnTo>
                    <a:pt x="2266" y="12515"/>
                  </a:lnTo>
                  <a:lnTo>
                    <a:pt x="2306" y="12475"/>
                  </a:lnTo>
                  <a:lnTo>
                    <a:pt x="2306" y="12455"/>
                  </a:lnTo>
                  <a:lnTo>
                    <a:pt x="2326" y="12415"/>
                  </a:lnTo>
                  <a:lnTo>
                    <a:pt x="2306" y="12334"/>
                  </a:lnTo>
                  <a:lnTo>
                    <a:pt x="2266" y="12314"/>
                  </a:lnTo>
                  <a:lnTo>
                    <a:pt x="2246" y="12294"/>
                  </a:lnTo>
                  <a:lnTo>
                    <a:pt x="2066" y="12234"/>
                  </a:lnTo>
                  <a:lnTo>
                    <a:pt x="1865" y="12194"/>
                  </a:lnTo>
                  <a:lnTo>
                    <a:pt x="1484" y="12134"/>
                  </a:lnTo>
                  <a:lnTo>
                    <a:pt x="1524" y="9487"/>
                  </a:lnTo>
                  <a:lnTo>
                    <a:pt x="1524" y="6819"/>
                  </a:lnTo>
                  <a:lnTo>
                    <a:pt x="2066" y="6819"/>
                  </a:lnTo>
                  <a:lnTo>
                    <a:pt x="2126" y="6799"/>
                  </a:lnTo>
                  <a:lnTo>
                    <a:pt x="2146" y="6759"/>
                  </a:lnTo>
                  <a:lnTo>
                    <a:pt x="2166" y="6719"/>
                  </a:lnTo>
                  <a:lnTo>
                    <a:pt x="2186" y="6679"/>
                  </a:lnTo>
                  <a:lnTo>
                    <a:pt x="2166" y="6619"/>
                  </a:lnTo>
                  <a:lnTo>
                    <a:pt x="2146" y="6579"/>
                  </a:lnTo>
                  <a:lnTo>
                    <a:pt x="2126" y="6539"/>
                  </a:lnTo>
                  <a:lnTo>
                    <a:pt x="2086" y="6518"/>
                  </a:lnTo>
                  <a:lnTo>
                    <a:pt x="1805" y="6458"/>
                  </a:lnTo>
                  <a:lnTo>
                    <a:pt x="1524" y="6418"/>
                  </a:lnTo>
                  <a:lnTo>
                    <a:pt x="1524" y="5716"/>
                  </a:lnTo>
                  <a:lnTo>
                    <a:pt x="1765" y="5676"/>
                  </a:lnTo>
                  <a:lnTo>
                    <a:pt x="2006" y="5616"/>
                  </a:lnTo>
                  <a:lnTo>
                    <a:pt x="2066" y="5596"/>
                  </a:lnTo>
                  <a:lnTo>
                    <a:pt x="2086" y="5556"/>
                  </a:lnTo>
                  <a:lnTo>
                    <a:pt x="2106" y="5516"/>
                  </a:lnTo>
                  <a:lnTo>
                    <a:pt x="2106" y="5476"/>
                  </a:lnTo>
                  <a:lnTo>
                    <a:pt x="2086" y="5436"/>
                  </a:lnTo>
                  <a:lnTo>
                    <a:pt x="2066" y="5395"/>
                  </a:lnTo>
                  <a:lnTo>
                    <a:pt x="2026" y="5375"/>
                  </a:lnTo>
                  <a:lnTo>
                    <a:pt x="1986" y="5355"/>
                  </a:lnTo>
                  <a:lnTo>
                    <a:pt x="1765" y="5355"/>
                  </a:lnTo>
                  <a:lnTo>
                    <a:pt x="1504" y="5375"/>
                  </a:lnTo>
                  <a:lnTo>
                    <a:pt x="1484" y="4052"/>
                  </a:lnTo>
                  <a:lnTo>
                    <a:pt x="1424" y="2748"/>
                  </a:lnTo>
                  <a:lnTo>
                    <a:pt x="1364" y="1425"/>
                  </a:lnTo>
                  <a:lnTo>
                    <a:pt x="1264" y="121"/>
                  </a:lnTo>
                  <a:lnTo>
                    <a:pt x="1264" y="61"/>
                  </a:lnTo>
                  <a:lnTo>
                    <a:pt x="1223" y="21"/>
                  </a:lnTo>
                  <a:lnTo>
                    <a:pt x="118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32">
              <a:extLst>
                <a:ext uri="{FF2B5EF4-FFF2-40B4-BE49-F238E27FC236}">
                  <a16:creationId xmlns:a16="http://schemas.microsoft.com/office/drawing/2014/main" id="{58C53D51-F87A-06F7-79E5-518D21A0F8D9}"/>
                </a:ext>
              </a:extLst>
            </p:cNvPr>
            <p:cNvSpPr/>
            <p:nvPr/>
          </p:nvSpPr>
          <p:spPr>
            <a:xfrm>
              <a:off x="11431300" y="3863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32">
              <a:extLst>
                <a:ext uri="{FF2B5EF4-FFF2-40B4-BE49-F238E27FC236}">
                  <a16:creationId xmlns:a16="http://schemas.microsoft.com/office/drawing/2014/main" id="{628EE1FD-2BF3-B01C-CF02-E2B43D78ECC7}"/>
                </a:ext>
              </a:extLst>
            </p:cNvPr>
            <p:cNvSpPr/>
            <p:nvPr/>
          </p:nvSpPr>
          <p:spPr>
            <a:xfrm>
              <a:off x="11431300" y="3863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32">
              <a:extLst>
                <a:ext uri="{FF2B5EF4-FFF2-40B4-BE49-F238E27FC236}">
                  <a16:creationId xmlns:a16="http://schemas.microsoft.com/office/drawing/2014/main" id="{BAA08858-E836-7EFB-5733-17F36D46D1C0}"/>
                </a:ext>
              </a:extLst>
            </p:cNvPr>
            <p:cNvSpPr/>
            <p:nvPr/>
          </p:nvSpPr>
          <p:spPr>
            <a:xfrm>
              <a:off x="11209200" y="3705800"/>
              <a:ext cx="427700" cy="330925"/>
            </a:xfrm>
            <a:custGeom>
              <a:avLst/>
              <a:gdLst/>
              <a:ahLst/>
              <a:cxnLst/>
              <a:rect l="l" t="t" r="r" b="b"/>
              <a:pathLst>
                <a:path w="17108" h="13237" extrusionOk="0">
                  <a:moveTo>
                    <a:pt x="8323" y="1"/>
                  </a:moveTo>
                  <a:lnTo>
                    <a:pt x="7882" y="41"/>
                  </a:lnTo>
                  <a:lnTo>
                    <a:pt x="7421" y="101"/>
                  </a:lnTo>
                  <a:lnTo>
                    <a:pt x="7060" y="161"/>
                  </a:lnTo>
                  <a:lnTo>
                    <a:pt x="6699" y="241"/>
                  </a:lnTo>
                  <a:lnTo>
                    <a:pt x="6338" y="321"/>
                  </a:lnTo>
                  <a:lnTo>
                    <a:pt x="5977" y="442"/>
                  </a:lnTo>
                  <a:lnTo>
                    <a:pt x="5616" y="562"/>
                  </a:lnTo>
                  <a:lnTo>
                    <a:pt x="5255" y="722"/>
                  </a:lnTo>
                  <a:lnTo>
                    <a:pt x="4894" y="883"/>
                  </a:lnTo>
                  <a:lnTo>
                    <a:pt x="4533" y="1063"/>
                  </a:lnTo>
                  <a:lnTo>
                    <a:pt x="4252" y="1224"/>
                  </a:lnTo>
                  <a:lnTo>
                    <a:pt x="3972" y="1424"/>
                  </a:lnTo>
                  <a:lnTo>
                    <a:pt x="3671" y="1645"/>
                  </a:lnTo>
                  <a:lnTo>
                    <a:pt x="3370" y="1886"/>
                  </a:lnTo>
                  <a:lnTo>
                    <a:pt x="3069" y="2166"/>
                  </a:lnTo>
                  <a:lnTo>
                    <a:pt x="2748" y="2467"/>
                  </a:lnTo>
                  <a:lnTo>
                    <a:pt x="2447" y="2788"/>
                  </a:lnTo>
                  <a:lnTo>
                    <a:pt x="2147" y="3129"/>
                  </a:lnTo>
                  <a:lnTo>
                    <a:pt x="1866" y="3510"/>
                  </a:lnTo>
                  <a:lnTo>
                    <a:pt x="1585" y="3891"/>
                  </a:lnTo>
                  <a:lnTo>
                    <a:pt x="1324" y="4292"/>
                  </a:lnTo>
                  <a:lnTo>
                    <a:pt x="1064" y="4713"/>
                  </a:lnTo>
                  <a:lnTo>
                    <a:pt x="843" y="5134"/>
                  </a:lnTo>
                  <a:lnTo>
                    <a:pt x="642" y="5576"/>
                  </a:lnTo>
                  <a:lnTo>
                    <a:pt x="462" y="6037"/>
                  </a:lnTo>
                  <a:lnTo>
                    <a:pt x="302" y="6518"/>
                  </a:lnTo>
                  <a:lnTo>
                    <a:pt x="201" y="6879"/>
                  </a:lnTo>
                  <a:lnTo>
                    <a:pt x="121" y="7260"/>
                  </a:lnTo>
                  <a:lnTo>
                    <a:pt x="61" y="7641"/>
                  </a:lnTo>
                  <a:lnTo>
                    <a:pt x="21" y="8022"/>
                  </a:lnTo>
                  <a:lnTo>
                    <a:pt x="1" y="8403"/>
                  </a:lnTo>
                  <a:lnTo>
                    <a:pt x="21" y="8804"/>
                  </a:lnTo>
                  <a:lnTo>
                    <a:pt x="61" y="9186"/>
                  </a:lnTo>
                  <a:lnTo>
                    <a:pt x="121" y="9587"/>
                  </a:lnTo>
                  <a:lnTo>
                    <a:pt x="181" y="9807"/>
                  </a:lnTo>
                  <a:lnTo>
                    <a:pt x="282" y="10048"/>
                  </a:lnTo>
                  <a:lnTo>
                    <a:pt x="402" y="10248"/>
                  </a:lnTo>
                  <a:lnTo>
                    <a:pt x="542" y="10469"/>
                  </a:lnTo>
                  <a:lnTo>
                    <a:pt x="703" y="10670"/>
                  </a:lnTo>
                  <a:lnTo>
                    <a:pt x="903" y="10870"/>
                  </a:lnTo>
                  <a:lnTo>
                    <a:pt x="1124" y="11071"/>
                  </a:lnTo>
                  <a:lnTo>
                    <a:pt x="1344" y="11251"/>
                  </a:lnTo>
                  <a:lnTo>
                    <a:pt x="1364" y="11251"/>
                  </a:lnTo>
                  <a:lnTo>
                    <a:pt x="1585" y="11412"/>
                  </a:lnTo>
                  <a:lnTo>
                    <a:pt x="1826" y="11552"/>
                  </a:lnTo>
                  <a:lnTo>
                    <a:pt x="2327" y="11853"/>
                  </a:lnTo>
                  <a:lnTo>
                    <a:pt x="2909" y="12093"/>
                  </a:lnTo>
                  <a:lnTo>
                    <a:pt x="3510" y="12334"/>
                  </a:lnTo>
                  <a:lnTo>
                    <a:pt x="4132" y="12535"/>
                  </a:lnTo>
                  <a:lnTo>
                    <a:pt x="4754" y="12695"/>
                  </a:lnTo>
                  <a:lnTo>
                    <a:pt x="5436" y="12855"/>
                  </a:lnTo>
                  <a:lnTo>
                    <a:pt x="6117" y="12976"/>
                  </a:lnTo>
                  <a:lnTo>
                    <a:pt x="6819" y="13076"/>
                  </a:lnTo>
                  <a:lnTo>
                    <a:pt x="7541" y="13156"/>
                  </a:lnTo>
                  <a:lnTo>
                    <a:pt x="8263" y="13196"/>
                  </a:lnTo>
                  <a:lnTo>
                    <a:pt x="8985" y="13237"/>
                  </a:lnTo>
                  <a:lnTo>
                    <a:pt x="9787" y="13216"/>
                  </a:lnTo>
                  <a:lnTo>
                    <a:pt x="10590" y="13176"/>
                  </a:lnTo>
                  <a:lnTo>
                    <a:pt x="11372" y="13116"/>
                  </a:lnTo>
                  <a:lnTo>
                    <a:pt x="12134" y="12996"/>
                  </a:lnTo>
                  <a:lnTo>
                    <a:pt x="12876" y="12835"/>
                  </a:lnTo>
                  <a:lnTo>
                    <a:pt x="13217" y="12755"/>
                  </a:lnTo>
                  <a:lnTo>
                    <a:pt x="13578" y="12655"/>
                  </a:lnTo>
                  <a:lnTo>
                    <a:pt x="13919" y="12535"/>
                  </a:lnTo>
                  <a:lnTo>
                    <a:pt x="14239" y="12414"/>
                  </a:lnTo>
                  <a:lnTo>
                    <a:pt x="14560" y="12274"/>
                  </a:lnTo>
                  <a:lnTo>
                    <a:pt x="14861" y="12134"/>
                  </a:lnTo>
                  <a:lnTo>
                    <a:pt x="15262" y="11913"/>
                  </a:lnTo>
                  <a:lnTo>
                    <a:pt x="15643" y="11672"/>
                  </a:lnTo>
                  <a:lnTo>
                    <a:pt x="15844" y="11532"/>
                  </a:lnTo>
                  <a:lnTo>
                    <a:pt x="16064" y="11371"/>
                  </a:lnTo>
                  <a:lnTo>
                    <a:pt x="16245" y="11191"/>
                  </a:lnTo>
                  <a:lnTo>
                    <a:pt x="16445" y="10990"/>
                  </a:lnTo>
                  <a:lnTo>
                    <a:pt x="16606" y="10770"/>
                  </a:lnTo>
                  <a:lnTo>
                    <a:pt x="16746" y="10529"/>
                  </a:lnTo>
                  <a:lnTo>
                    <a:pt x="16847" y="10268"/>
                  </a:lnTo>
                  <a:lnTo>
                    <a:pt x="16947" y="9988"/>
                  </a:lnTo>
                  <a:lnTo>
                    <a:pt x="17027" y="9707"/>
                  </a:lnTo>
                  <a:lnTo>
                    <a:pt x="17067" y="9406"/>
                  </a:lnTo>
                  <a:lnTo>
                    <a:pt x="17107" y="9105"/>
                  </a:lnTo>
                  <a:lnTo>
                    <a:pt x="17107" y="8784"/>
                  </a:lnTo>
                  <a:lnTo>
                    <a:pt x="17107" y="8443"/>
                  </a:lnTo>
                  <a:lnTo>
                    <a:pt x="17067" y="8123"/>
                  </a:lnTo>
                  <a:lnTo>
                    <a:pt x="17027" y="7782"/>
                  </a:lnTo>
                  <a:lnTo>
                    <a:pt x="16967" y="7441"/>
                  </a:lnTo>
                  <a:lnTo>
                    <a:pt x="16907" y="7080"/>
                  </a:lnTo>
                  <a:lnTo>
                    <a:pt x="16806" y="6739"/>
                  </a:lnTo>
                  <a:lnTo>
                    <a:pt x="16706" y="6378"/>
                  </a:lnTo>
                  <a:lnTo>
                    <a:pt x="16586" y="6037"/>
                  </a:lnTo>
                  <a:lnTo>
                    <a:pt x="16465" y="5676"/>
                  </a:lnTo>
                  <a:lnTo>
                    <a:pt x="16165" y="4994"/>
                  </a:lnTo>
                  <a:lnTo>
                    <a:pt x="15844" y="4332"/>
                  </a:lnTo>
                  <a:lnTo>
                    <a:pt x="15463" y="3691"/>
                  </a:lnTo>
                  <a:lnTo>
                    <a:pt x="15082" y="3109"/>
                  </a:lnTo>
                  <a:lnTo>
                    <a:pt x="14861" y="2828"/>
                  </a:lnTo>
                  <a:lnTo>
                    <a:pt x="14661" y="2568"/>
                  </a:lnTo>
                  <a:lnTo>
                    <a:pt x="14440" y="2327"/>
                  </a:lnTo>
                  <a:lnTo>
                    <a:pt x="14239" y="2106"/>
                  </a:lnTo>
                  <a:lnTo>
                    <a:pt x="14019" y="1906"/>
                  </a:lnTo>
                  <a:lnTo>
                    <a:pt x="13798" y="1705"/>
                  </a:lnTo>
                  <a:lnTo>
                    <a:pt x="13477" y="1485"/>
                  </a:lnTo>
                  <a:lnTo>
                    <a:pt x="13156" y="1264"/>
                  </a:lnTo>
                  <a:lnTo>
                    <a:pt x="12816" y="1063"/>
                  </a:lnTo>
                  <a:lnTo>
                    <a:pt x="12475" y="863"/>
                  </a:lnTo>
                  <a:lnTo>
                    <a:pt x="12094" y="702"/>
                  </a:lnTo>
                  <a:lnTo>
                    <a:pt x="11713" y="542"/>
                  </a:lnTo>
                  <a:lnTo>
                    <a:pt x="11332" y="402"/>
                  </a:lnTo>
                  <a:lnTo>
                    <a:pt x="10930" y="281"/>
                  </a:lnTo>
                  <a:lnTo>
                    <a:pt x="10509" y="201"/>
                  </a:lnTo>
                  <a:lnTo>
                    <a:pt x="10088" y="121"/>
                  </a:lnTo>
                  <a:lnTo>
                    <a:pt x="9667" y="61"/>
                  </a:lnTo>
                  <a:lnTo>
                    <a:pt x="9226" y="21"/>
                  </a:lnTo>
                  <a:lnTo>
                    <a:pt x="87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32">
              <a:extLst>
                <a:ext uri="{FF2B5EF4-FFF2-40B4-BE49-F238E27FC236}">
                  <a16:creationId xmlns:a16="http://schemas.microsoft.com/office/drawing/2014/main" id="{6C5545A7-92A7-5C69-501E-D4E8C171BB99}"/>
                </a:ext>
              </a:extLst>
            </p:cNvPr>
            <p:cNvSpPr/>
            <p:nvPr/>
          </p:nvSpPr>
          <p:spPr>
            <a:xfrm>
              <a:off x="11209200" y="3705800"/>
              <a:ext cx="427700" cy="330925"/>
            </a:xfrm>
            <a:custGeom>
              <a:avLst/>
              <a:gdLst/>
              <a:ahLst/>
              <a:cxnLst/>
              <a:rect l="l" t="t" r="r" b="b"/>
              <a:pathLst>
                <a:path w="17108" h="13237" fill="none" extrusionOk="0">
                  <a:moveTo>
                    <a:pt x="16245" y="11191"/>
                  </a:moveTo>
                  <a:lnTo>
                    <a:pt x="16245" y="11191"/>
                  </a:lnTo>
                  <a:lnTo>
                    <a:pt x="16064" y="11371"/>
                  </a:lnTo>
                  <a:lnTo>
                    <a:pt x="15844" y="11532"/>
                  </a:lnTo>
                  <a:lnTo>
                    <a:pt x="15844" y="11532"/>
                  </a:lnTo>
                  <a:lnTo>
                    <a:pt x="15643" y="11672"/>
                  </a:lnTo>
                  <a:lnTo>
                    <a:pt x="15643" y="11672"/>
                  </a:lnTo>
                  <a:lnTo>
                    <a:pt x="15262" y="11913"/>
                  </a:lnTo>
                  <a:lnTo>
                    <a:pt x="14861" y="12134"/>
                  </a:lnTo>
                  <a:lnTo>
                    <a:pt x="14861" y="12134"/>
                  </a:lnTo>
                  <a:lnTo>
                    <a:pt x="14560" y="12274"/>
                  </a:lnTo>
                  <a:lnTo>
                    <a:pt x="14239" y="12414"/>
                  </a:lnTo>
                  <a:lnTo>
                    <a:pt x="13919" y="12535"/>
                  </a:lnTo>
                  <a:lnTo>
                    <a:pt x="13578" y="12655"/>
                  </a:lnTo>
                  <a:lnTo>
                    <a:pt x="13217" y="12755"/>
                  </a:lnTo>
                  <a:lnTo>
                    <a:pt x="12876" y="12835"/>
                  </a:lnTo>
                  <a:lnTo>
                    <a:pt x="12134" y="12996"/>
                  </a:lnTo>
                  <a:lnTo>
                    <a:pt x="11372" y="13116"/>
                  </a:lnTo>
                  <a:lnTo>
                    <a:pt x="10590" y="13176"/>
                  </a:lnTo>
                  <a:lnTo>
                    <a:pt x="9787" y="13216"/>
                  </a:lnTo>
                  <a:lnTo>
                    <a:pt x="8985" y="13237"/>
                  </a:lnTo>
                  <a:lnTo>
                    <a:pt x="8985" y="13237"/>
                  </a:lnTo>
                  <a:lnTo>
                    <a:pt x="8263" y="13196"/>
                  </a:lnTo>
                  <a:lnTo>
                    <a:pt x="7541" y="13156"/>
                  </a:lnTo>
                  <a:lnTo>
                    <a:pt x="6819" y="13076"/>
                  </a:lnTo>
                  <a:lnTo>
                    <a:pt x="6117" y="12976"/>
                  </a:lnTo>
                  <a:lnTo>
                    <a:pt x="5436" y="12855"/>
                  </a:lnTo>
                  <a:lnTo>
                    <a:pt x="4754" y="12695"/>
                  </a:lnTo>
                  <a:lnTo>
                    <a:pt x="4132" y="12535"/>
                  </a:lnTo>
                  <a:lnTo>
                    <a:pt x="3510" y="12334"/>
                  </a:lnTo>
                  <a:lnTo>
                    <a:pt x="3510" y="12334"/>
                  </a:lnTo>
                  <a:lnTo>
                    <a:pt x="2909" y="12093"/>
                  </a:lnTo>
                  <a:lnTo>
                    <a:pt x="2327" y="11853"/>
                  </a:lnTo>
                  <a:lnTo>
                    <a:pt x="1826" y="11552"/>
                  </a:lnTo>
                  <a:lnTo>
                    <a:pt x="1585" y="11412"/>
                  </a:lnTo>
                  <a:lnTo>
                    <a:pt x="1364" y="11251"/>
                  </a:lnTo>
                  <a:lnTo>
                    <a:pt x="1344" y="11251"/>
                  </a:lnTo>
                  <a:lnTo>
                    <a:pt x="1344" y="11251"/>
                  </a:lnTo>
                  <a:lnTo>
                    <a:pt x="1124" y="11071"/>
                  </a:lnTo>
                  <a:lnTo>
                    <a:pt x="903" y="10870"/>
                  </a:lnTo>
                  <a:lnTo>
                    <a:pt x="703" y="10670"/>
                  </a:lnTo>
                  <a:lnTo>
                    <a:pt x="542" y="10469"/>
                  </a:lnTo>
                  <a:lnTo>
                    <a:pt x="402" y="10248"/>
                  </a:lnTo>
                  <a:lnTo>
                    <a:pt x="282" y="10048"/>
                  </a:lnTo>
                  <a:lnTo>
                    <a:pt x="181" y="9807"/>
                  </a:lnTo>
                  <a:lnTo>
                    <a:pt x="121" y="9587"/>
                  </a:lnTo>
                  <a:lnTo>
                    <a:pt x="121" y="9587"/>
                  </a:lnTo>
                  <a:lnTo>
                    <a:pt x="61" y="9186"/>
                  </a:lnTo>
                  <a:lnTo>
                    <a:pt x="21" y="8804"/>
                  </a:lnTo>
                  <a:lnTo>
                    <a:pt x="1" y="8403"/>
                  </a:lnTo>
                  <a:lnTo>
                    <a:pt x="21" y="8022"/>
                  </a:lnTo>
                  <a:lnTo>
                    <a:pt x="61" y="7641"/>
                  </a:lnTo>
                  <a:lnTo>
                    <a:pt x="121" y="7260"/>
                  </a:lnTo>
                  <a:lnTo>
                    <a:pt x="201" y="6879"/>
                  </a:lnTo>
                  <a:lnTo>
                    <a:pt x="302" y="6518"/>
                  </a:lnTo>
                  <a:lnTo>
                    <a:pt x="302" y="6518"/>
                  </a:lnTo>
                  <a:lnTo>
                    <a:pt x="462" y="6037"/>
                  </a:lnTo>
                  <a:lnTo>
                    <a:pt x="642" y="5576"/>
                  </a:lnTo>
                  <a:lnTo>
                    <a:pt x="843" y="5134"/>
                  </a:lnTo>
                  <a:lnTo>
                    <a:pt x="1064" y="4713"/>
                  </a:lnTo>
                  <a:lnTo>
                    <a:pt x="1324" y="4292"/>
                  </a:lnTo>
                  <a:lnTo>
                    <a:pt x="1585" y="3891"/>
                  </a:lnTo>
                  <a:lnTo>
                    <a:pt x="1866" y="3510"/>
                  </a:lnTo>
                  <a:lnTo>
                    <a:pt x="2147" y="3129"/>
                  </a:lnTo>
                  <a:lnTo>
                    <a:pt x="2447" y="2788"/>
                  </a:lnTo>
                  <a:lnTo>
                    <a:pt x="2748" y="2467"/>
                  </a:lnTo>
                  <a:lnTo>
                    <a:pt x="3069" y="2166"/>
                  </a:lnTo>
                  <a:lnTo>
                    <a:pt x="3370" y="1886"/>
                  </a:lnTo>
                  <a:lnTo>
                    <a:pt x="3671" y="1645"/>
                  </a:lnTo>
                  <a:lnTo>
                    <a:pt x="3972" y="1424"/>
                  </a:lnTo>
                  <a:lnTo>
                    <a:pt x="4252" y="1224"/>
                  </a:lnTo>
                  <a:lnTo>
                    <a:pt x="4533" y="1063"/>
                  </a:lnTo>
                  <a:lnTo>
                    <a:pt x="4533" y="1063"/>
                  </a:lnTo>
                  <a:lnTo>
                    <a:pt x="4894" y="883"/>
                  </a:lnTo>
                  <a:lnTo>
                    <a:pt x="5255" y="722"/>
                  </a:lnTo>
                  <a:lnTo>
                    <a:pt x="5616" y="562"/>
                  </a:lnTo>
                  <a:lnTo>
                    <a:pt x="5977" y="442"/>
                  </a:lnTo>
                  <a:lnTo>
                    <a:pt x="6338" y="321"/>
                  </a:lnTo>
                  <a:lnTo>
                    <a:pt x="6699" y="241"/>
                  </a:lnTo>
                  <a:lnTo>
                    <a:pt x="7060" y="161"/>
                  </a:lnTo>
                  <a:lnTo>
                    <a:pt x="7421" y="101"/>
                  </a:lnTo>
                  <a:lnTo>
                    <a:pt x="7421" y="101"/>
                  </a:lnTo>
                  <a:lnTo>
                    <a:pt x="7882" y="41"/>
                  </a:lnTo>
                  <a:lnTo>
                    <a:pt x="8323" y="1"/>
                  </a:lnTo>
                  <a:lnTo>
                    <a:pt x="8785" y="1"/>
                  </a:lnTo>
                  <a:lnTo>
                    <a:pt x="9226" y="21"/>
                  </a:lnTo>
                  <a:lnTo>
                    <a:pt x="9667" y="61"/>
                  </a:lnTo>
                  <a:lnTo>
                    <a:pt x="10088" y="121"/>
                  </a:lnTo>
                  <a:lnTo>
                    <a:pt x="10509" y="201"/>
                  </a:lnTo>
                  <a:lnTo>
                    <a:pt x="10930" y="281"/>
                  </a:lnTo>
                  <a:lnTo>
                    <a:pt x="11332" y="402"/>
                  </a:lnTo>
                  <a:lnTo>
                    <a:pt x="11713" y="542"/>
                  </a:lnTo>
                  <a:lnTo>
                    <a:pt x="12094" y="702"/>
                  </a:lnTo>
                  <a:lnTo>
                    <a:pt x="12475" y="863"/>
                  </a:lnTo>
                  <a:lnTo>
                    <a:pt x="12816" y="1063"/>
                  </a:lnTo>
                  <a:lnTo>
                    <a:pt x="13156" y="1264"/>
                  </a:lnTo>
                  <a:lnTo>
                    <a:pt x="13477" y="1485"/>
                  </a:lnTo>
                  <a:lnTo>
                    <a:pt x="13798" y="1705"/>
                  </a:lnTo>
                  <a:lnTo>
                    <a:pt x="13798" y="1705"/>
                  </a:lnTo>
                  <a:lnTo>
                    <a:pt x="14019" y="1906"/>
                  </a:lnTo>
                  <a:lnTo>
                    <a:pt x="14239" y="2106"/>
                  </a:lnTo>
                  <a:lnTo>
                    <a:pt x="14440" y="2327"/>
                  </a:lnTo>
                  <a:lnTo>
                    <a:pt x="14661" y="2568"/>
                  </a:lnTo>
                  <a:lnTo>
                    <a:pt x="14861" y="2828"/>
                  </a:lnTo>
                  <a:lnTo>
                    <a:pt x="15082" y="3109"/>
                  </a:lnTo>
                  <a:lnTo>
                    <a:pt x="15463" y="3691"/>
                  </a:lnTo>
                  <a:lnTo>
                    <a:pt x="15844" y="4332"/>
                  </a:lnTo>
                  <a:lnTo>
                    <a:pt x="16165" y="4994"/>
                  </a:lnTo>
                  <a:lnTo>
                    <a:pt x="16465" y="5676"/>
                  </a:lnTo>
                  <a:lnTo>
                    <a:pt x="16586" y="6037"/>
                  </a:lnTo>
                  <a:lnTo>
                    <a:pt x="16706" y="6378"/>
                  </a:lnTo>
                  <a:lnTo>
                    <a:pt x="16806" y="6739"/>
                  </a:lnTo>
                  <a:lnTo>
                    <a:pt x="16907" y="7080"/>
                  </a:lnTo>
                  <a:lnTo>
                    <a:pt x="16967" y="7441"/>
                  </a:lnTo>
                  <a:lnTo>
                    <a:pt x="17027" y="7782"/>
                  </a:lnTo>
                  <a:lnTo>
                    <a:pt x="17067" y="8123"/>
                  </a:lnTo>
                  <a:lnTo>
                    <a:pt x="17107" y="8443"/>
                  </a:lnTo>
                  <a:lnTo>
                    <a:pt x="17107" y="8784"/>
                  </a:lnTo>
                  <a:lnTo>
                    <a:pt x="17107" y="9105"/>
                  </a:lnTo>
                  <a:lnTo>
                    <a:pt x="17067" y="9406"/>
                  </a:lnTo>
                  <a:lnTo>
                    <a:pt x="17027" y="9707"/>
                  </a:lnTo>
                  <a:lnTo>
                    <a:pt x="16947" y="9988"/>
                  </a:lnTo>
                  <a:lnTo>
                    <a:pt x="16847" y="10268"/>
                  </a:lnTo>
                  <a:lnTo>
                    <a:pt x="16746" y="10529"/>
                  </a:lnTo>
                  <a:lnTo>
                    <a:pt x="16606" y="10770"/>
                  </a:lnTo>
                  <a:lnTo>
                    <a:pt x="16445" y="10990"/>
                  </a:lnTo>
                  <a:lnTo>
                    <a:pt x="16245" y="1119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32">
              <a:extLst>
                <a:ext uri="{FF2B5EF4-FFF2-40B4-BE49-F238E27FC236}">
                  <a16:creationId xmlns:a16="http://schemas.microsoft.com/office/drawing/2014/main" id="{1B7DD9F9-28A6-A27D-6F8A-CA778913F9E0}"/>
                </a:ext>
              </a:extLst>
            </p:cNvPr>
            <p:cNvSpPr/>
            <p:nvPr/>
          </p:nvSpPr>
          <p:spPr>
            <a:xfrm>
              <a:off x="11209200" y="3708300"/>
              <a:ext cx="391100" cy="328425"/>
            </a:xfrm>
            <a:custGeom>
              <a:avLst/>
              <a:gdLst/>
              <a:ahLst/>
              <a:cxnLst/>
              <a:rect l="l" t="t" r="r" b="b"/>
              <a:pathLst>
                <a:path w="15644" h="13137" extrusionOk="0">
                  <a:moveTo>
                    <a:pt x="7421" y="1"/>
                  </a:moveTo>
                  <a:lnTo>
                    <a:pt x="7060" y="61"/>
                  </a:lnTo>
                  <a:lnTo>
                    <a:pt x="6699" y="141"/>
                  </a:lnTo>
                  <a:lnTo>
                    <a:pt x="6338" y="221"/>
                  </a:lnTo>
                  <a:lnTo>
                    <a:pt x="5977" y="342"/>
                  </a:lnTo>
                  <a:lnTo>
                    <a:pt x="5616" y="462"/>
                  </a:lnTo>
                  <a:lnTo>
                    <a:pt x="5255" y="622"/>
                  </a:lnTo>
                  <a:lnTo>
                    <a:pt x="4894" y="783"/>
                  </a:lnTo>
                  <a:lnTo>
                    <a:pt x="4533" y="963"/>
                  </a:lnTo>
                  <a:lnTo>
                    <a:pt x="4252" y="1124"/>
                  </a:lnTo>
                  <a:lnTo>
                    <a:pt x="3972" y="1324"/>
                  </a:lnTo>
                  <a:lnTo>
                    <a:pt x="3671" y="1545"/>
                  </a:lnTo>
                  <a:lnTo>
                    <a:pt x="3370" y="1786"/>
                  </a:lnTo>
                  <a:lnTo>
                    <a:pt x="3069" y="2066"/>
                  </a:lnTo>
                  <a:lnTo>
                    <a:pt x="2748" y="2367"/>
                  </a:lnTo>
                  <a:lnTo>
                    <a:pt x="2447" y="2688"/>
                  </a:lnTo>
                  <a:lnTo>
                    <a:pt x="2147" y="3029"/>
                  </a:lnTo>
                  <a:lnTo>
                    <a:pt x="1866" y="3410"/>
                  </a:lnTo>
                  <a:lnTo>
                    <a:pt x="1585" y="3791"/>
                  </a:lnTo>
                  <a:lnTo>
                    <a:pt x="1324" y="4192"/>
                  </a:lnTo>
                  <a:lnTo>
                    <a:pt x="1064" y="4613"/>
                  </a:lnTo>
                  <a:lnTo>
                    <a:pt x="843" y="5034"/>
                  </a:lnTo>
                  <a:lnTo>
                    <a:pt x="642" y="5476"/>
                  </a:lnTo>
                  <a:lnTo>
                    <a:pt x="462" y="5937"/>
                  </a:lnTo>
                  <a:lnTo>
                    <a:pt x="302" y="6418"/>
                  </a:lnTo>
                  <a:lnTo>
                    <a:pt x="201" y="6799"/>
                  </a:lnTo>
                  <a:lnTo>
                    <a:pt x="101" y="7200"/>
                  </a:lnTo>
                  <a:lnTo>
                    <a:pt x="61" y="7481"/>
                  </a:lnTo>
                  <a:lnTo>
                    <a:pt x="41" y="7762"/>
                  </a:lnTo>
                  <a:lnTo>
                    <a:pt x="21" y="8043"/>
                  </a:lnTo>
                  <a:lnTo>
                    <a:pt x="1" y="8323"/>
                  </a:lnTo>
                  <a:lnTo>
                    <a:pt x="21" y="8604"/>
                  </a:lnTo>
                  <a:lnTo>
                    <a:pt x="41" y="8905"/>
                  </a:lnTo>
                  <a:lnTo>
                    <a:pt x="81" y="9186"/>
                  </a:lnTo>
                  <a:lnTo>
                    <a:pt x="121" y="9487"/>
                  </a:lnTo>
                  <a:lnTo>
                    <a:pt x="181" y="9707"/>
                  </a:lnTo>
                  <a:lnTo>
                    <a:pt x="282" y="9948"/>
                  </a:lnTo>
                  <a:lnTo>
                    <a:pt x="402" y="10148"/>
                  </a:lnTo>
                  <a:lnTo>
                    <a:pt x="542" y="10369"/>
                  </a:lnTo>
                  <a:lnTo>
                    <a:pt x="703" y="10570"/>
                  </a:lnTo>
                  <a:lnTo>
                    <a:pt x="903" y="10770"/>
                  </a:lnTo>
                  <a:lnTo>
                    <a:pt x="1124" y="10971"/>
                  </a:lnTo>
                  <a:lnTo>
                    <a:pt x="1344" y="11151"/>
                  </a:lnTo>
                  <a:lnTo>
                    <a:pt x="1364" y="11151"/>
                  </a:lnTo>
                  <a:lnTo>
                    <a:pt x="1585" y="11312"/>
                  </a:lnTo>
                  <a:lnTo>
                    <a:pt x="1826" y="11452"/>
                  </a:lnTo>
                  <a:lnTo>
                    <a:pt x="2327" y="11753"/>
                  </a:lnTo>
                  <a:lnTo>
                    <a:pt x="2909" y="11993"/>
                  </a:lnTo>
                  <a:lnTo>
                    <a:pt x="3510" y="12234"/>
                  </a:lnTo>
                  <a:lnTo>
                    <a:pt x="4132" y="12435"/>
                  </a:lnTo>
                  <a:lnTo>
                    <a:pt x="4754" y="12595"/>
                  </a:lnTo>
                  <a:lnTo>
                    <a:pt x="5436" y="12755"/>
                  </a:lnTo>
                  <a:lnTo>
                    <a:pt x="6117" y="12876"/>
                  </a:lnTo>
                  <a:lnTo>
                    <a:pt x="6819" y="12976"/>
                  </a:lnTo>
                  <a:lnTo>
                    <a:pt x="7541" y="13056"/>
                  </a:lnTo>
                  <a:lnTo>
                    <a:pt x="8263" y="13096"/>
                  </a:lnTo>
                  <a:lnTo>
                    <a:pt x="8985" y="13137"/>
                  </a:lnTo>
                  <a:lnTo>
                    <a:pt x="9266" y="13137"/>
                  </a:lnTo>
                  <a:lnTo>
                    <a:pt x="10048" y="13116"/>
                  </a:lnTo>
                  <a:lnTo>
                    <a:pt x="10810" y="13076"/>
                  </a:lnTo>
                  <a:lnTo>
                    <a:pt x="11552" y="12976"/>
                  </a:lnTo>
                  <a:lnTo>
                    <a:pt x="12274" y="12876"/>
                  </a:lnTo>
                  <a:lnTo>
                    <a:pt x="12976" y="12715"/>
                  </a:lnTo>
                  <a:lnTo>
                    <a:pt x="13638" y="12535"/>
                  </a:lnTo>
                  <a:lnTo>
                    <a:pt x="13959" y="12415"/>
                  </a:lnTo>
                  <a:lnTo>
                    <a:pt x="14259" y="12294"/>
                  </a:lnTo>
                  <a:lnTo>
                    <a:pt x="14560" y="12174"/>
                  </a:lnTo>
                  <a:lnTo>
                    <a:pt x="14861" y="12034"/>
                  </a:lnTo>
                  <a:lnTo>
                    <a:pt x="15262" y="11813"/>
                  </a:lnTo>
                  <a:lnTo>
                    <a:pt x="15643" y="11572"/>
                  </a:lnTo>
                  <a:lnTo>
                    <a:pt x="14841" y="11833"/>
                  </a:lnTo>
                  <a:lnTo>
                    <a:pt x="14420" y="11933"/>
                  </a:lnTo>
                  <a:lnTo>
                    <a:pt x="13999" y="12034"/>
                  </a:lnTo>
                  <a:lnTo>
                    <a:pt x="13598" y="12134"/>
                  </a:lnTo>
                  <a:lnTo>
                    <a:pt x="13156" y="12194"/>
                  </a:lnTo>
                  <a:lnTo>
                    <a:pt x="12735" y="12234"/>
                  </a:lnTo>
                  <a:lnTo>
                    <a:pt x="12294" y="12254"/>
                  </a:lnTo>
                  <a:lnTo>
                    <a:pt x="11733" y="12274"/>
                  </a:lnTo>
                  <a:lnTo>
                    <a:pt x="10850" y="12254"/>
                  </a:lnTo>
                  <a:lnTo>
                    <a:pt x="9948" y="12194"/>
                  </a:lnTo>
                  <a:lnTo>
                    <a:pt x="9487" y="12154"/>
                  </a:lnTo>
                  <a:lnTo>
                    <a:pt x="9025" y="12094"/>
                  </a:lnTo>
                  <a:lnTo>
                    <a:pt x="8564" y="12013"/>
                  </a:lnTo>
                  <a:lnTo>
                    <a:pt x="8103" y="11933"/>
                  </a:lnTo>
                  <a:lnTo>
                    <a:pt x="7641" y="11833"/>
                  </a:lnTo>
                  <a:lnTo>
                    <a:pt x="7200" y="11733"/>
                  </a:lnTo>
                  <a:lnTo>
                    <a:pt x="6759" y="11592"/>
                  </a:lnTo>
                  <a:lnTo>
                    <a:pt x="6318" y="11452"/>
                  </a:lnTo>
                  <a:lnTo>
                    <a:pt x="5917" y="11292"/>
                  </a:lnTo>
                  <a:lnTo>
                    <a:pt x="5516" y="11111"/>
                  </a:lnTo>
                  <a:lnTo>
                    <a:pt x="5115" y="10910"/>
                  </a:lnTo>
                  <a:lnTo>
                    <a:pt x="4754" y="10710"/>
                  </a:lnTo>
                  <a:lnTo>
                    <a:pt x="4553" y="10570"/>
                  </a:lnTo>
                  <a:lnTo>
                    <a:pt x="4373" y="10429"/>
                  </a:lnTo>
                  <a:lnTo>
                    <a:pt x="4192" y="10269"/>
                  </a:lnTo>
                  <a:lnTo>
                    <a:pt x="4032" y="10108"/>
                  </a:lnTo>
                  <a:lnTo>
                    <a:pt x="3871" y="9948"/>
                  </a:lnTo>
                  <a:lnTo>
                    <a:pt x="3731" y="9767"/>
                  </a:lnTo>
                  <a:lnTo>
                    <a:pt x="3590" y="9587"/>
                  </a:lnTo>
                  <a:lnTo>
                    <a:pt x="3470" y="9406"/>
                  </a:lnTo>
                  <a:lnTo>
                    <a:pt x="3270" y="9025"/>
                  </a:lnTo>
                  <a:lnTo>
                    <a:pt x="3089" y="8604"/>
                  </a:lnTo>
                  <a:lnTo>
                    <a:pt x="2969" y="8183"/>
                  </a:lnTo>
                  <a:lnTo>
                    <a:pt x="2889" y="7762"/>
                  </a:lnTo>
                  <a:lnTo>
                    <a:pt x="2828" y="7321"/>
                  </a:lnTo>
                  <a:lnTo>
                    <a:pt x="2808" y="6859"/>
                  </a:lnTo>
                  <a:lnTo>
                    <a:pt x="2828" y="6418"/>
                  </a:lnTo>
                  <a:lnTo>
                    <a:pt x="2869" y="5957"/>
                  </a:lnTo>
                  <a:lnTo>
                    <a:pt x="2949" y="5496"/>
                  </a:lnTo>
                  <a:lnTo>
                    <a:pt x="3069" y="5055"/>
                  </a:lnTo>
                  <a:lnTo>
                    <a:pt x="3189" y="4613"/>
                  </a:lnTo>
                  <a:lnTo>
                    <a:pt x="3350" y="4192"/>
                  </a:lnTo>
                  <a:lnTo>
                    <a:pt x="3510" y="3831"/>
                  </a:lnTo>
                  <a:lnTo>
                    <a:pt x="3671" y="3490"/>
                  </a:lnTo>
                  <a:lnTo>
                    <a:pt x="3851" y="3169"/>
                  </a:lnTo>
                  <a:lnTo>
                    <a:pt x="4052" y="2849"/>
                  </a:lnTo>
                  <a:lnTo>
                    <a:pt x="4272" y="2548"/>
                  </a:lnTo>
                  <a:lnTo>
                    <a:pt x="4513" y="2267"/>
                  </a:lnTo>
                  <a:lnTo>
                    <a:pt x="4754" y="1986"/>
                  </a:lnTo>
                  <a:lnTo>
                    <a:pt x="5014" y="1725"/>
                  </a:lnTo>
                  <a:lnTo>
                    <a:pt x="5275" y="1465"/>
                  </a:lnTo>
                  <a:lnTo>
                    <a:pt x="5556" y="1224"/>
                  </a:lnTo>
                  <a:lnTo>
                    <a:pt x="5837" y="983"/>
                  </a:lnTo>
                  <a:lnTo>
                    <a:pt x="6137" y="763"/>
                  </a:lnTo>
                  <a:lnTo>
                    <a:pt x="6458" y="562"/>
                  </a:lnTo>
                  <a:lnTo>
                    <a:pt x="6779" y="362"/>
                  </a:lnTo>
                  <a:lnTo>
                    <a:pt x="7100" y="161"/>
                  </a:lnTo>
                  <a:lnTo>
                    <a:pt x="742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32">
              <a:extLst>
                <a:ext uri="{FF2B5EF4-FFF2-40B4-BE49-F238E27FC236}">
                  <a16:creationId xmlns:a16="http://schemas.microsoft.com/office/drawing/2014/main" id="{EB284F4E-095B-8F08-93E8-DE45D74A5CCF}"/>
                </a:ext>
              </a:extLst>
            </p:cNvPr>
            <p:cNvSpPr/>
            <p:nvPr/>
          </p:nvSpPr>
          <p:spPr>
            <a:xfrm>
              <a:off x="11209200" y="3708300"/>
              <a:ext cx="391100" cy="328425"/>
            </a:xfrm>
            <a:custGeom>
              <a:avLst/>
              <a:gdLst/>
              <a:ahLst/>
              <a:cxnLst/>
              <a:rect l="l" t="t" r="r" b="b"/>
              <a:pathLst>
                <a:path w="15644" h="13137" fill="none" extrusionOk="0">
                  <a:moveTo>
                    <a:pt x="7421" y="1"/>
                  </a:moveTo>
                  <a:lnTo>
                    <a:pt x="7421" y="1"/>
                  </a:lnTo>
                  <a:lnTo>
                    <a:pt x="7060" y="61"/>
                  </a:lnTo>
                  <a:lnTo>
                    <a:pt x="6699" y="141"/>
                  </a:lnTo>
                  <a:lnTo>
                    <a:pt x="6338" y="221"/>
                  </a:lnTo>
                  <a:lnTo>
                    <a:pt x="5977" y="342"/>
                  </a:lnTo>
                  <a:lnTo>
                    <a:pt x="5616" y="462"/>
                  </a:lnTo>
                  <a:lnTo>
                    <a:pt x="5255" y="622"/>
                  </a:lnTo>
                  <a:lnTo>
                    <a:pt x="4894" y="783"/>
                  </a:lnTo>
                  <a:lnTo>
                    <a:pt x="4533" y="963"/>
                  </a:lnTo>
                  <a:lnTo>
                    <a:pt x="4533" y="963"/>
                  </a:lnTo>
                  <a:lnTo>
                    <a:pt x="4252" y="1124"/>
                  </a:lnTo>
                  <a:lnTo>
                    <a:pt x="3972" y="1324"/>
                  </a:lnTo>
                  <a:lnTo>
                    <a:pt x="3671" y="1545"/>
                  </a:lnTo>
                  <a:lnTo>
                    <a:pt x="3370" y="1786"/>
                  </a:lnTo>
                  <a:lnTo>
                    <a:pt x="3069" y="2066"/>
                  </a:lnTo>
                  <a:lnTo>
                    <a:pt x="2748" y="2367"/>
                  </a:lnTo>
                  <a:lnTo>
                    <a:pt x="2447" y="2688"/>
                  </a:lnTo>
                  <a:lnTo>
                    <a:pt x="2147" y="3029"/>
                  </a:lnTo>
                  <a:lnTo>
                    <a:pt x="1866" y="3410"/>
                  </a:lnTo>
                  <a:lnTo>
                    <a:pt x="1585" y="3791"/>
                  </a:lnTo>
                  <a:lnTo>
                    <a:pt x="1324" y="4192"/>
                  </a:lnTo>
                  <a:lnTo>
                    <a:pt x="1064" y="4613"/>
                  </a:lnTo>
                  <a:lnTo>
                    <a:pt x="843" y="5034"/>
                  </a:lnTo>
                  <a:lnTo>
                    <a:pt x="642" y="5476"/>
                  </a:lnTo>
                  <a:lnTo>
                    <a:pt x="462" y="5937"/>
                  </a:lnTo>
                  <a:lnTo>
                    <a:pt x="302" y="6418"/>
                  </a:lnTo>
                  <a:lnTo>
                    <a:pt x="302" y="6418"/>
                  </a:lnTo>
                  <a:lnTo>
                    <a:pt x="201" y="6799"/>
                  </a:lnTo>
                  <a:lnTo>
                    <a:pt x="101" y="7200"/>
                  </a:lnTo>
                  <a:lnTo>
                    <a:pt x="101" y="7200"/>
                  </a:lnTo>
                  <a:lnTo>
                    <a:pt x="61" y="7481"/>
                  </a:lnTo>
                  <a:lnTo>
                    <a:pt x="41" y="7762"/>
                  </a:lnTo>
                  <a:lnTo>
                    <a:pt x="21" y="8043"/>
                  </a:lnTo>
                  <a:lnTo>
                    <a:pt x="1" y="8323"/>
                  </a:lnTo>
                  <a:lnTo>
                    <a:pt x="1" y="8323"/>
                  </a:lnTo>
                  <a:lnTo>
                    <a:pt x="21" y="8604"/>
                  </a:lnTo>
                  <a:lnTo>
                    <a:pt x="41" y="8905"/>
                  </a:lnTo>
                  <a:lnTo>
                    <a:pt x="81" y="9186"/>
                  </a:lnTo>
                  <a:lnTo>
                    <a:pt x="121" y="9487"/>
                  </a:lnTo>
                  <a:lnTo>
                    <a:pt x="121" y="9487"/>
                  </a:lnTo>
                  <a:lnTo>
                    <a:pt x="181" y="9707"/>
                  </a:lnTo>
                  <a:lnTo>
                    <a:pt x="282" y="9948"/>
                  </a:lnTo>
                  <a:lnTo>
                    <a:pt x="402" y="10148"/>
                  </a:lnTo>
                  <a:lnTo>
                    <a:pt x="542" y="10369"/>
                  </a:lnTo>
                  <a:lnTo>
                    <a:pt x="703" y="10570"/>
                  </a:lnTo>
                  <a:lnTo>
                    <a:pt x="903" y="10770"/>
                  </a:lnTo>
                  <a:lnTo>
                    <a:pt x="1124" y="10971"/>
                  </a:lnTo>
                  <a:lnTo>
                    <a:pt x="1344" y="11151"/>
                  </a:lnTo>
                  <a:lnTo>
                    <a:pt x="1364" y="11151"/>
                  </a:lnTo>
                  <a:lnTo>
                    <a:pt x="1364" y="11151"/>
                  </a:lnTo>
                  <a:lnTo>
                    <a:pt x="1585" y="11312"/>
                  </a:lnTo>
                  <a:lnTo>
                    <a:pt x="1826" y="11452"/>
                  </a:lnTo>
                  <a:lnTo>
                    <a:pt x="2327" y="11753"/>
                  </a:lnTo>
                  <a:lnTo>
                    <a:pt x="2909" y="11993"/>
                  </a:lnTo>
                  <a:lnTo>
                    <a:pt x="3510" y="12234"/>
                  </a:lnTo>
                  <a:lnTo>
                    <a:pt x="3510" y="12234"/>
                  </a:lnTo>
                  <a:lnTo>
                    <a:pt x="4132" y="12435"/>
                  </a:lnTo>
                  <a:lnTo>
                    <a:pt x="4754" y="12595"/>
                  </a:lnTo>
                  <a:lnTo>
                    <a:pt x="5436" y="12755"/>
                  </a:lnTo>
                  <a:lnTo>
                    <a:pt x="6117" y="12876"/>
                  </a:lnTo>
                  <a:lnTo>
                    <a:pt x="6819" y="12976"/>
                  </a:lnTo>
                  <a:lnTo>
                    <a:pt x="7541" y="13056"/>
                  </a:lnTo>
                  <a:lnTo>
                    <a:pt x="8263" y="13096"/>
                  </a:lnTo>
                  <a:lnTo>
                    <a:pt x="8985" y="13137"/>
                  </a:lnTo>
                  <a:lnTo>
                    <a:pt x="8985" y="13137"/>
                  </a:lnTo>
                  <a:lnTo>
                    <a:pt x="9266" y="13137"/>
                  </a:lnTo>
                  <a:lnTo>
                    <a:pt x="9266" y="13137"/>
                  </a:lnTo>
                  <a:lnTo>
                    <a:pt x="10048" y="13116"/>
                  </a:lnTo>
                  <a:lnTo>
                    <a:pt x="10810" y="13076"/>
                  </a:lnTo>
                  <a:lnTo>
                    <a:pt x="11552" y="12976"/>
                  </a:lnTo>
                  <a:lnTo>
                    <a:pt x="12274" y="12876"/>
                  </a:lnTo>
                  <a:lnTo>
                    <a:pt x="12976" y="12715"/>
                  </a:lnTo>
                  <a:lnTo>
                    <a:pt x="13638" y="12535"/>
                  </a:lnTo>
                  <a:lnTo>
                    <a:pt x="13959" y="12415"/>
                  </a:lnTo>
                  <a:lnTo>
                    <a:pt x="14259" y="12294"/>
                  </a:lnTo>
                  <a:lnTo>
                    <a:pt x="14560" y="12174"/>
                  </a:lnTo>
                  <a:lnTo>
                    <a:pt x="14861" y="12034"/>
                  </a:lnTo>
                  <a:lnTo>
                    <a:pt x="14861" y="12034"/>
                  </a:lnTo>
                  <a:lnTo>
                    <a:pt x="15262" y="11813"/>
                  </a:lnTo>
                  <a:lnTo>
                    <a:pt x="15643" y="11572"/>
                  </a:lnTo>
                  <a:lnTo>
                    <a:pt x="15643" y="11572"/>
                  </a:lnTo>
                  <a:lnTo>
                    <a:pt x="14841" y="11833"/>
                  </a:lnTo>
                  <a:lnTo>
                    <a:pt x="14420" y="11933"/>
                  </a:lnTo>
                  <a:lnTo>
                    <a:pt x="13999" y="12034"/>
                  </a:lnTo>
                  <a:lnTo>
                    <a:pt x="13598" y="12134"/>
                  </a:lnTo>
                  <a:lnTo>
                    <a:pt x="13156" y="12194"/>
                  </a:lnTo>
                  <a:lnTo>
                    <a:pt x="12735" y="12234"/>
                  </a:lnTo>
                  <a:lnTo>
                    <a:pt x="12294" y="12254"/>
                  </a:lnTo>
                  <a:lnTo>
                    <a:pt x="12294" y="12254"/>
                  </a:lnTo>
                  <a:lnTo>
                    <a:pt x="11733" y="12274"/>
                  </a:lnTo>
                  <a:lnTo>
                    <a:pt x="11733" y="12274"/>
                  </a:lnTo>
                  <a:lnTo>
                    <a:pt x="10850" y="12254"/>
                  </a:lnTo>
                  <a:lnTo>
                    <a:pt x="9948" y="12194"/>
                  </a:lnTo>
                  <a:lnTo>
                    <a:pt x="9487" y="12154"/>
                  </a:lnTo>
                  <a:lnTo>
                    <a:pt x="9025" y="12094"/>
                  </a:lnTo>
                  <a:lnTo>
                    <a:pt x="8564" y="12013"/>
                  </a:lnTo>
                  <a:lnTo>
                    <a:pt x="8103" y="11933"/>
                  </a:lnTo>
                  <a:lnTo>
                    <a:pt x="7641" y="11833"/>
                  </a:lnTo>
                  <a:lnTo>
                    <a:pt x="7200" y="11733"/>
                  </a:lnTo>
                  <a:lnTo>
                    <a:pt x="6759" y="11592"/>
                  </a:lnTo>
                  <a:lnTo>
                    <a:pt x="6318" y="11452"/>
                  </a:lnTo>
                  <a:lnTo>
                    <a:pt x="5917" y="11292"/>
                  </a:lnTo>
                  <a:lnTo>
                    <a:pt x="5516" y="11111"/>
                  </a:lnTo>
                  <a:lnTo>
                    <a:pt x="5115" y="10910"/>
                  </a:lnTo>
                  <a:lnTo>
                    <a:pt x="4754" y="10710"/>
                  </a:lnTo>
                  <a:lnTo>
                    <a:pt x="4754" y="10710"/>
                  </a:lnTo>
                  <a:lnTo>
                    <a:pt x="4553" y="10570"/>
                  </a:lnTo>
                  <a:lnTo>
                    <a:pt x="4373" y="10429"/>
                  </a:lnTo>
                  <a:lnTo>
                    <a:pt x="4192" y="10269"/>
                  </a:lnTo>
                  <a:lnTo>
                    <a:pt x="4032" y="10108"/>
                  </a:lnTo>
                  <a:lnTo>
                    <a:pt x="3871" y="9948"/>
                  </a:lnTo>
                  <a:lnTo>
                    <a:pt x="3731" y="9767"/>
                  </a:lnTo>
                  <a:lnTo>
                    <a:pt x="3590" y="9587"/>
                  </a:lnTo>
                  <a:lnTo>
                    <a:pt x="3470" y="9406"/>
                  </a:lnTo>
                  <a:lnTo>
                    <a:pt x="3270" y="9025"/>
                  </a:lnTo>
                  <a:lnTo>
                    <a:pt x="3089" y="8604"/>
                  </a:lnTo>
                  <a:lnTo>
                    <a:pt x="2969" y="8183"/>
                  </a:lnTo>
                  <a:lnTo>
                    <a:pt x="2889" y="7762"/>
                  </a:lnTo>
                  <a:lnTo>
                    <a:pt x="2828" y="7321"/>
                  </a:lnTo>
                  <a:lnTo>
                    <a:pt x="2808" y="6859"/>
                  </a:lnTo>
                  <a:lnTo>
                    <a:pt x="2828" y="6418"/>
                  </a:lnTo>
                  <a:lnTo>
                    <a:pt x="2869" y="5957"/>
                  </a:lnTo>
                  <a:lnTo>
                    <a:pt x="2949" y="5496"/>
                  </a:lnTo>
                  <a:lnTo>
                    <a:pt x="3069" y="5055"/>
                  </a:lnTo>
                  <a:lnTo>
                    <a:pt x="3189" y="4613"/>
                  </a:lnTo>
                  <a:lnTo>
                    <a:pt x="3350" y="4192"/>
                  </a:lnTo>
                  <a:lnTo>
                    <a:pt x="3350" y="4192"/>
                  </a:lnTo>
                  <a:lnTo>
                    <a:pt x="3510" y="3831"/>
                  </a:lnTo>
                  <a:lnTo>
                    <a:pt x="3671" y="3490"/>
                  </a:lnTo>
                  <a:lnTo>
                    <a:pt x="3851" y="3169"/>
                  </a:lnTo>
                  <a:lnTo>
                    <a:pt x="4052" y="2849"/>
                  </a:lnTo>
                  <a:lnTo>
                    <a:pt x="4272" y="2548"/>
                  </a:lnTo>
                  <a:lnTo>
                    <a:pt x="4513" y="2267"/>
                  </a:lnTo>
                  <a:lnTo>
                    <a:pt x="4754" y="1986"/>
                  </a:lnTo>
                  <a:lnTo>
                    <a:pt x="5014" y="1725"/>
                  </a:lnTo>
                  <a:lnTo>
                    <a:pt x="5275" y="1465"/>
                  </a:lnTo>
                  <a:lnTo>
                    <a:pt x="5556" y="1224"/>
                  </a:lnTo>
                  <a:lnTo>
                    <a:pt x="5837" y="983"/>
                  </a:lnTo>
                  <a:lnTo>
                    <a:pt x="6137" y="763"/>
                  </a:lnTo>
                  <a:lnTo>
                    <a:pt x="6458" y="562"/>
                  </a:lnTo>
                  <a:lnTo>
                    <a:pt x="6779" y="362"/>
                  </a:lnTo>
                  <a:lnTo>
                    <a:pt x="7100" y="161"/>
                  </a:lnTo>
                  <a:lnTo>
                    <a:pt x="74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32">
              <a:extLst>
                <a:ext uri="{FF2B5EF4-FFF2-40B4-BE49-F238E27FC236}">
                  <a16:creationId xmlns:a16="http://schemas.microsoft.com/office/drawing/2014/main" id="{D64BF309-E0B1-580F-CF13-56DBB616F422}"/>
                </a:ext>
              </a:extLst>
            </p:cNvPr>
            <p:cNvSpPr/>
            <p:nvPr/>
          </p:nvSpPr>
          <p:spPr>
            <a:xfrm>
              <a:off x="11379175" y="3736875"/>
              <a:ext cx="55675" cy="119850"/>
            </a:xfrm>
            <a:custGeom>
              <a:avLst/>
              <a:gdLst/>
              <a:ahLst/>
              <a:cxnLst/>
              <a:rect l="l" t="t" r="r" b="b"/>
              <a:pathLst>
                <a:path w="2227" h="4794" extrusionOk="0">
                  <a:moveTo>
                    <a:pt x="2026" y="1"/>
                  </a:moveTo>
                  <a:lnTo>
                    <a:pt x="1966" y="21"/>
                  </a:lnTo>
                  <a:lnTo>
                    <a:pt x="1945" y="81"/>
                  </a:lnTo>
                  <a:lnTo>
                    <a:pt x="1905" y="703"/>
                  </a:lnTo>
                  <a:lnTo>
                    <a:pt x="1865" y="1345"/>
                  </a:lnTo>
                  <a:lnTo>
                    <a:pt x="1825" y="2608"/>
                  </a:lnTo>
                  <a:lnTo>
                    <a:pt x="1825" y="3250"/>
                  </a:lnTo>
                  <a:lnTo>
                    <a:pt x="1805" y="3571"/>
                  </a:lnTo>
                  <a:lnTo>
                    <a:pt x="1745" y="3891"/>
                  </a:lnTo>
                  <a:lnTo>
                    <a:pt x="1685" y="4052"/>
                  </a:lnTo>
                  <a:lnTo>
                    <a:pt x="1625" y="4172"/>
                  </a:lnTo>
                  <a:lnTo>
                    <a:pt x="1544" y="4273"/>
                  </a:lnTo>
                  <a:lnTo>
                    <a:pt x="1444" y="4333"/>
                  </a:lnTo>
                  <a:lnTo>
                    <a:pt x="1344" y="4373"/>
                  </a:lnTo>
                  <a:lnTo>
                    <a:pt x="1224" y="4373"/>
                  </a:lnTo>
                  <a:lnTo>
                    <a:pt x="1123" y="4353"/>
                  </a:lnTo>
                  <a:lnTo>
                    <a:pt x="1003" y="4333"/>
                  </a:lnTo>
                  <a:lnTo>
                    <a:pt x="883" y="4273"/>
                  </a:lnTo>
                  <a:lnTo>
                    <a:pt x="742" y="4212"/>
                  </a:lnTo>
                  <a:lnTo>
                    <a:pt x="522" y="4052"/>
                  </a:lnTo>
                  <a:lnTo>
                    <a:pt x="301" y="3891"/>
                  </a:lnTo>
                  <a:lnTo>
                    <a:pt x="121" y="3731"/>
                  </a:lnTo>
                  <a:lnTo>
                    <a:pt x="80" y="3691"/>
                  </a:lnTo>
                  <a:lnTo>
                    <a:pt x="20" y="3711"/>
                  </a:lnTo>
                  <a:lnTo>
                    <a:pt x="0" y="3751"/>
                  </a:lnTo>
                  <a:lnTo>
                    <a:pt x="0" y="3811"/>
                  </a:lnTo>
                  <a:lnTo>
                    <a:pt x="80" y="3932"/>
                  </a:lnTo>
                  <a:lnTo>
                    <a:pt x="161" y="4072"/>
                  </a:lnTo>
                  <a:lnTo>
                    <a:pt x="381" y="4313"/>
                  </a:lnTo>
                  <a:lnTo>
                    <a:pt x="502" y="4413"/>
                  </a:lnTo>
                  <a:lnTo>
                    <a:pt x="622" y="4533"/>
                  </a:lnTo>
                  <a:lnTo>
                    <a:pt x="762" y="4613"/>
                  </a:lnTo>
                  <a:lnTo>
                    <a:pt x="903" y="4694"/>
                  </a:lnTo>
                  <a:lnTo>
                    <a:pt x="1043" y="4754"/>
                  </a:lnTo>
                  <a:lnTo>
                    <a:pt x="1183" y="4774"/>
                  </a:lnTo>
                  <a:lnTo>
                    <a:pt x="1324" y="4794"/>
                  </a:lnTo>
                  <a:lnTo>
                    <a:pt x="1464" y="4774"/>
                  </a:lnTo>
                  <a:lnTo>
                    <a:pt x="1605" y="4734"/>
                  </a:lnTo>
                  <a:lnTo>
                    <a:pt x="1745" y="4654"/>
                  </a:lnTo>
                  <a:lnTo>
                    <a:pt x="1865" y="4533"/>
                  </a:lnTo>
                  <a:lnTo>
                    <a:pt x="1966" y="4393"/>
                  </a:lnTo>
                  <a:lnTo>
                    <a:pt x="2066" y="4212"/>
                  </a:lnTo>
                  <a:lnTo>
                    <a:pt x="2126" y="4012"/>
                  </a:lnTo>
                  <a:lnTo>
                    <a:pt x="2186" y="3811"/>
                  </a:lnTo>
                  <a:lnTo>
                    <a:pt x="2206" y="3591"/>
                  </a:lnTo>
                  <a:lnTo>
                    <a:pt x="2226" y="3149"/>
                  </a:lnTo>
                  <a:lnTo>
                    <a:pt x="2206" y="2748"/>
                  </a:lnTo>
                  <a:lnTo>
                    <a:pt x="2206" y="2067"/>
                  </a:lnTo>
                  <a:lnTo>
                    <a:pt x="2186" y="1405"/>
                  </a:lnTo>
                  <a:lnTo>
                    <a:pt x="2146" y="743"/>
                  </a:lnTo>
                  <a:lnTo>
                    <a:pt x="2086" y="81"/>
                  </a:lnTo>
                  <a:lnTo>
                    <a:pt x="2066" y="21"/>
                  </a:lnTo>
                  <a:lnTo>
                    <a:pt x="202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32">
              <a:extLst>
                <a:ext uri="{FF2B5EF4-FFF2-40B4-BE49-F238E27FC236}">
                  <a16:creationId xmlns:a16="http://schemas.microsoft.com/office/drawing/2014/main" id="{5045AEC2-1276-61CA-9B11-6BD6C8C2CB8C}"/>
                </a:ext>
              </a:extLst>
            </p:cNvPr>
            <p:cNvSpPr/>
            <p:nvPr/>
          </p:nvSpPr>
          <p:spPr>
            <a:xfrm>
              <a:off x="11424800" y="3736875"/>
              <a:ext cx="55675" cy="119850"/>
            </a:xfrm>
            <a:custGeom>
              <a:avLst/>
              <a:gdLst/>
              <a:ahLst/>
              <a:cxnLst/>
              <a:rect l="l" t="t" r="r" b="b"/>
              <a:pathLst>
                <a:path w="2227" h="4794" extrusionOk="0">
                  <a:moveTo>
                    <a:pt x="201" y="1"/>
                  </a:moveTo>
                  <a:lnTo>
                    <a:pt x="161" y="21"/>
                  </a:lnTo>
                  <a:lnTo>
                    <a:pt x="120" y="81"/>
                  </a:lnTo>
                  <a:lnTo>
                    <a:pt x="60" y="743"/>
                  </a:lnTo>
                  <a:lnTo>
                    <a:pt x="20" y="1405"/>
                  </a:lnTo>
                  <a:lnTo>
                    <a:pt x="0" y="2067"/>
                  </a:lnTo>
                  <a:lnTo>
                    <a:pt x="0" y="2748"/>
                  </a:lnTo>
                  <a:lnTo>
                    <a:pt x="0" y="3149"/>
                  </a:lnTo>
                  <a:lnTo>
                    <a:pt x="20" y="3591"/>
                  </a:lnTo>
                  <a:lnTo>
                    <a:pt x="40" y="3811"/>
                  </a:lnTo>
                  <a:lnTo>
                    <a:pt x="80" y="4012"/>
                  </a:lnTo>
                  <a:lnTo>
                    <a:pt x="161" y="4212"/>
                  </a:lnTo>
                  <a:lnTo>
                    <a:pt x="241" y="4393"/>
                  </a:lnTo>
                  <a:lnTo>
                    <a:pt x="361" y="4533"/>
                  </a:lnTo>
                  <a:lnTo>
                    <a:pt x="481" y="4654"/>
                  </a:lnTo>
                  <a:lnTo>
                    <a:pt x="622" y="4734"/>
                  </a:lnTo>
                  <a:lnTo>
                    <a:pt x="742" y="4774"/>
                  </a:lnTo>
                  <a:lnTo>
                    <a:pt x="883" y="4794"/>
                  </a:lnTo>
                  <a:lnTo>
                    <a:pt x="1023" y="4774"/>
                  </a:lnTo>
                  <a:lnTo>
                    <a:pt x="1183" y="4754"/>
                  </a:lnTo>
                  <a:lnTo>
                    <a:pt x="1324" y="4694"/>
                  </a:lnTo>
                  <a:lnTo>
                    <a:pt x="1464" y="4613"/>
                  </a:lnTo>
                  <a:lnTo>
                    <a:pt x="1584" y="4533"/>
                  </a:lnTo>
                  <a:lnTo>
                    <a:pt x="1725" y="4413"/>
                  </a:lnTo>
                  <a:lnTo>
                    <a:pt x="1845" y="4313"/>
                  </a:lnTo>
                  <a:lnTo>
                    <a:pt x="2046" y="4072"/>
                  </a:lnTo>
                  <a:lnTo>
                    <a:pt x="2146" y="3932"/>
                  </a:lnTo>
                  <a:lnTo>
                    <a:pt x="2206" y="3811"/>
                  </a:lnTo>
                  <a:lnTo>
                    <a:pt x="2226" y="3751"/>
                  </a:lnTo>
                  <a:lnTo>
                    <a:pt x="2186" y="3711"/>
                  </a:lnTo>
                  <a:lnTo>
                    <a:pt x="2146" y="3691"/>
                  </a:lnTo>
                  <a:lnTo>
                    <a:pt x="2086" y="3731"/>
                  </a:lnTo>
                  <a:lnTo>
                    <a:pt x="1925" y="3891"/>
                  </a:lnTo>
                  <a:lnTo>
                    <a:pt x="1705" y="4052"/>
                  </a:lnTo>
                  <a:lnTo>
                    <a:pt x="1464" y="4212"/>
                  </a:lnTo>
                  <a:lnTo>
                    <a:pt x="1344" y="4273"/>
                  </a:lnTo>
                  <a:lnTo>
                    <a:pt x="1223" y="4333"/>
                  </a:lnTo>
                  <a:lnTo>
                    <a:pt x="1103" y="4353"/>
                  </a:lnTo>
                  <a:lnTo>
                    <a:pt x="983" y="4373"/>
                  </a:lnTo>
                  <a:lnTo>
                    <a:pt x="883" y="4373"/>
                  </a:lnTo>
                  <a:lnTo>
                    <a:pt x="782" y="4333"/>
                  </a:lnTo>
                  <a:lnTo>
                    <a:pt x="682" y="4273"/>
                  </a:lnTo>
                  <a:lnTo>
                    <a:pt x="602" y="4172"/>
                  </a:lnTo>
                  <a:lnTo>
                    <a:pt x="522" y="4052"/>
                  </a:lnTo>
                  <a:lnTo>
                    <a:pt x="481" y="3891"/>
                  </a:lnTo>
                  <a:lnTo>
                    <a:pt x="421" y="3571"/>
                  </a:lnTo>
                  <a:lnTo>
                    <a:pt x="401" y="3250"/>
                  </a:lnTo>
                  <a:lnTo>
                    <a:pt x="401" y="2608"/>
                  </a:lnTo>
                  <a:lnTo>
                    <a:pt x="361" y="1345"/>
                  </a:lnTo>
                  <a:lnTo>
                    <a:pt x="321" y="703"/>
                  </a:lnTo>
                  <a:lnTo>
                    <a:pt x="261" y="81"/>
                  </a:lnTo>
                  <a:lnTo>
                    <a:pt x="241" y="21"/>
                  </a:lnTo>
                  <a:lnTo>
                    <a:pt x="20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32">
              <a:extLst>
                <a:ext uri="{FF2B5EF4-FFF2-40B4-BE49-F238E27FC236}">
                  <a16:creationId xmlns:a16="http://schemas.microsoft.com/office/drawing/2014/main" id="{AD1D0955-665B-4B07-9DAC-41B3CA78DB75}"/>
                </a:ext>
              </a:extLst>
            </p:cNvPr>
            <p:cNvSpPr/>
            <p:nvPr/>
          </p:nvSpPr>
          <p:spPr>
            <a:xfrm>
              <a:off x="11362125" y="3705800"/>
              <a:ext cx="135400" cy="75725"/>
            </a:xfrm>
            <a:custGeom>
              <a:avLst/>
              <a:gdLst/>
              <a:ahLst/>
              <a:cxnLst/>
              <a:rect l="l" t="t" r="r" b="b"/>
              <a:pathLst>
                <a:path w="5416" h="3029" extrusionOk="0">
                  <a:moveTo>
                    <a:pt x="2708" y="1"/>
                  </a:moveTo>
                  <a:lnTo>
                    <a:pt x="2327" y="21"/>
                  </a:lnTo>
                  <a:lnTo>
                    <a:pt x="1906" y="61"/>
                  </a:lnTo>
                  <a:lnTo>
                    <a:pt x="1484" y="141"/>
                  </a:lnTo>
                  <a:lnTo>
                    <a:pt x="1063" y="261"/>
                  </a:lnTo>
                  <a:lnTo>
                    <a:pt x="863" y="341"/>
                  </a:lnTo>
                  <a:lnTo>
                    <a:pt x="682" y="422"/>
                  </a:lnTo>
                  <a:lnTo>
                    <a:pt x="522" y="502"/>
                  </a:lnTo>
                  <a:lnTo>
                    <a:pt x="361" y="602"/>
                  </a:lnTo>
                  <a:lnTo>
                    <a:pt x="241" y="722"/>
                  </a:lnTo>
                  <a:lnTo>
                    <a:pt x="141" y="843"/>
                  </a:lnTo>
                  <a:lnTo>
                    <a:pt x="61" y="963"/>
                  </a:lnTo>
                  <a:lnTo>
                    <a:pt x="0" y="1104"/>
                  </a:lnTo>
                  <a:lnTo>
                    <a:pt x="0" y="1184"/>
                  </a:lnTo>
                  <a:lnTo>
                    <a:pt x="0" y="1244"/>
                  </a:lnTo>
                  <a:lnTo>
                    <a:pt x="61" y="1404"/>
                  </a:lnTo>
                  <a:lnTo>
                    <a:pt x="161" y="1565"/>
                  </a:lnTo>
                  <a:lnTo>
                    <a:pt x="301" y="1725"/>
                  </a:lnTo>
                  <a:lnTo>
                    <a:pt x="462" y="1886"/>
                  </a:lnTo>
                  <a:lnTo>
                    <a:pt x="662" y="2046"/>
                  </a:lnTo>
                  <a:lnTo>
                    <a:pt x="883" y="2207"/>
                  </a:lnTo>
                  <a:lnTo>
                    <a:pt x="1123" y="2367"/>
                  </a:lnTo>
                  <a:lnTo>
                    <a:pt x="1605" y="2628"/>
                  </a:lnTo>
                  <a:lnTo>
                    <a:pt x="2066" y="2848"/>
                  </a:lnTo>
                  <a:lnTo>
                    <a:pt x="2447" y="2989"/>
                  </a:lnTo>
                  <a:lnTo>
                    <a:pt x="2587" y="3029"/>
                  </a:lnTo>
                  <a:lnTo>
                    <a:pt x="2808" y="3029"/>
                  </a:lnTo>
                  <a:lnTo>
                    <a:pt x="2948" y="2989"/>
                  </a:lnTo>
                  <a:lnTo>
                    <a:pt x="3349" y="2848"/>
                  </a:lnTo>
                  <a:lnTo>
                    <a:pt x="3811" y="2628"/>
                  </a:lnTo>
                  <a:lnTo>
                    <a:pt x="4292" y="2367"/>
                  </a:lnTo>
                  <a:lnTo>
                    <a:pt x="4513" y="2207"/>
                  </a:lnTo>
                  <a:lnTo>
                    <a:pt x="4733" y="2046"/>
                  </a:lnTo>
                  <a:lnTo>
                    <a:pt x="4934" y="1886"/>
                  </a:lnTo>
                  <a:lnTo>
                    <a:pt x="5114" y="1725"/>
                  </a:lnTo>
                  <a:lnTo>
                    <a:pt x="5255" y="1565"/>
                  </a:lnTo>
                  <a:lnTo>
                    <a:pt x="5355" y="1404"/>
                  </a:lnTo>
                  <a:lnTo>
                    <a:pt x="5395" y="1244"/>
                  </a:lnTo>
                  <a:lnTo>
                    <a:pt x="5415" y="1184"/>
                  </a:lnTo>
                  <a:lnTo>
                    <a:pt x="5395" y="1104"/>
                  </a:lnTo>
                  <a:lnTo>
                    <a:pt x="5355" y="963"/>
                  </a:lnTo>
                  <a:lnTo>
                    <a:pt x="5275" y="843"/>
                  </a:lnTo>
                  <a:lnTo>
                    <a:pt x="5174" y="722"/>
                  </a:lnTo>
                  <a:lnTo>
                    <a:pt x="5034" y="602"/>
                  </a:lnTo>
                  <a:lnTo>
                    <a:pt x="4894" y="502"/>
                  </a:lnTo>
                  <a:lnTo>
                    <a:pt x="4713" y="422"/>
                  </a:lnTo>
                  <a:lnTo>
                    <a:pt x="4533" y="341"/>
                  </a:lnTo>
                  <a:lnTo>
                    <a:pt x="4352" y="261"/>
                  </a:lnTo>
                  <a:lnTo>
                    <a:pt x="3931" y="141"/>
                  </a:lnTo>
                  <a:lnTo>
                    <a:pt x="3490" y="61"/>
                  </a:lnTo>
                  <a:lnTo>
                    <a:pt x="3089" y="21"/>
                  </a:lnTo>
                  <a:lnTo>
                    <a:pt x="27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32">
              <a:extLst>
                <a:ext uri="{FF2B5EF4-FFF2-40B4-BE49-F238E27FC236}">
                  <a16:creationId xmlns:a16="http://schemas.microsoft.com/office/drawing/2014/main" id="{5462A27E-1E79-1EDF-59A2-D6AF06C259FE}"/>
                </a:ext>
              </a:extLst>
            </p:cNvPr>
            <p:cNvSpPr/>
            <p:nvPr/>
          </p:nvSpPr>
          <p:spPr>
            <a:xfrm>
              <a:off x="11226750" y="3687250"/>
              <a:ext cx="75225" cy="75225"/>
            </a:xfrm>
            <a:custGeom>
              <a:avLst/>
              <a:gdLst/>
              <a:ahLst/>
              <a:cxnLst/>
              <a:rect l="l" t="t" r="r" b="b"/>
              <a:pathLst>
                <a:path w="3009" h="3009" extrusionOk="0">
                  <a:moveTo>
                    <a:pt x="1384" y="1"/>
                  </a:moveTo>
                  <a:lnTo>
                    <a:pt x="1204" y="41"/>
                  </a:lnTo>
                  <a:lnTo>
                    <a:pt x="1043" y="81"/>
                  </a:lnTo>
                  <a:lnTo>
                    <a:pt x="883" y="141"/>
                  </a:lnTo>
                  <a:lnTo>
                    <a:pt x="723" y="221"/>
                  </a:lnTo>
                  <a:lnTo>
                    <a:pt x="582" y="321"/>
                  </a:lnTo>
                  <a:lnTo>
                    <a:pt x="462" y="422"/>
                  </a:lnTo>
                  <a:lnTo>
                    <a:pt x="342" y="562"/>
                  </a:lnTo>
                  <a:lnTo>
                    <a:pt x="241" y="682"/>
                  </a:lnTo>
                  <a:lnTo>
                    <a:pt x="161" y="823"/>
                  </a:lnTo>
                  <a:lnTo>
                    <a:pt x="101" y="983"/>
                  </a:lnTo>
                  <a:lnTo>
                    <a:pt x="41" y="1144"/>
                  </a:lnTo>
                  <a:lnTo>
                    <a:pt x="21" y="1304"/>
                  </a:lnTo>
                  <a:lnTo>
                    <a:pt x="1" y="1485"/>
                  </a:lnTo>
                  <a:lnTo>
                    <a:pt x="1" y="1665"/>
                  </a:lnTo>
                  <a:lnTo>
                    <a:pt x="41" y="1825"/>
                  </a:lnTo>
                  <a:lnTo>
                    <a:pt x="81" y="2006"/>
                  </a:lnTo>
                  <a:lnTo>
                    <a:pt x="181" y="2207"/>
                  </a:lnTo>
                  <a:lnTo>
                    <a:pt x="281" y="2387"/>
                  </a:lnTo>
                  <a:lnTo>
                    <a:pt x="402" y="2547"/>
                  </a:lnTo>
                  <a:lnTo>
                    <a:pt x="562" y="2688"/>
                  </a:lnTo>
                  <a:lnTo>
                    <a:pt x="723" y="2808"/>
                  </a:lnTo>
                  <a:lnTo>
                    <a:pt x="903" y="2908"/>
                  </a:lnTo>
                  <a:lnTo>
                    <a:pt x="1104" y="2969"/>
                  </a:lnTo>
                  <a:lnTo>
                    <a:pt x="1304" y="3009"/>
                  </a:lnTo>
                  <a:lnTo>
                    <a:pt x="1645" y="3009"/>
                  </a:lnTo>
                  <a:lnTo>
                    <a:pt x="1806" y="2969"/>
                  </a:lnTo>
                  <a:lnTo>
                    <a:pt x="1966" y="2928"/>
                  </a:lnTo>
                  <a:lnTo>
                    <a:pt x="2106" y="2888"/>
                  </a:lnTo>
                  <a:lnTo>
                    <a:pt x="2247" y="2808"/>
                  </a:lnTo>
                  <a:lnTo>
                    <a:pt x="2367" y="2728"/>
                  </a:lnTo>
                  <a:lnTo>
                    <a:pt x="2487" y="2648"/>
                  </a:lnTo>
                  <a:lnTo>
                    <a:pt x="2588" y="2547"/>
                  </a:lnTo>
                  <a:lnTo>
                    <a:pt x="2668" y="2447"/>
                  </a:lnTo>
                  <a:lnTo>
                    <a:pt x="2768" y="2327"/>
                  </a:lnTo>
                  <a:lnTo>
                    <a:pt x="2828" y="2207"/>
                  </a:lnTo>
                  <a:lnTo>
                    <a:pt x="2888" y="2086"/>
                  </a:lnTo>
                  <a:lnTo>
                    <a:pt x="2949" y="1966"/>
                  </a:lnTo>
                  <a:lnTo>
                    <a:pt x="2969" y="1846"/>
                  </a:lnTo>
                  <a:lnTo>
                    <a:pt x="2989" y="1705"/>
                  </a:lnTo>
                  <a:lnTo>
                    <a:pt x="3009" y="1525"/>
                  </a:lnTo>
                  <a:lnTo>
                    <a:pt x="2989" y="1364"/>
                  </a:lnTo>
                  <a:lnTo>
                    <a:pt x="2969" y="1204"/>
                  </a:lnTo>
                  <a:lnTo>
                    <a:pt x="2929" y="1043"/>
                  </a:lnTo>
                  <a:lnTo>
                    <a:pt x="2848" y="883"/>
                  </a:lnTo>
                  <a:lnTo>
                    <a:pt x="2788" y="743"/>
                  </a:lnTo>
                  <a:lnTo>
                    <a:pt x="2688" y="602"/>
                  </a:lnTo>
                  <a:lnTo>
                    <a:pt x="2588" y="482"/>
                  </a:lnTo>
                  <a:lnTo>
                    <a:pt x="2467" y="361"/>
                  </a:lnTo>
                  <a:lnTo>
                    <a:pt x="2347" y="261"/>
                  </a:lnTo>
                  <a:lnTo>
                    <a:pt x="2207" y="181"/>
                  </a:lnTo>
                  <a:lnTo>
                    <a:pt x="2046" y="101"/>
                  </a:lnTo>
                  <a:lnTo>
                    <a:pt x="1906" y="61"/>
                  </a:lnTo>
                  <a:lnTo>
                    <a:pt x="1745" y="21"/>
                  </a:lnTo>
                  <a:lnTo>
                    <a:pt x="15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32">
              <a:extLst>
                <a:ext uri="{FF2B5EF4-FFF2-40B4-BE49-F238E27FC236}">
                  <a16:creationId xmlns:a16="http://schemas.microsoft.com/office/drawing/2014/main" id="{9F697FB8-3B40-1A8F-2D4F-C67224427C04}"/>
                </a:ext>
              </a:extLst>
            </p:cNvPr>
            <p:cNvSpPr/>
            <p:nvPr/>
          </p:nvSpPr>
          <p:spPr>
            <a:xfrm>
              <a:off x="11154550" y="3736875"/>
              <a:ext cx="74725" cy="101800"/>
            </a:xfrm>
            <a:custGeom>
              <a:avLst/>
              <a:gdLst/>
              <a:ahLst/>
              <a:cxnLst/>
              <a:rect l="l" t="t" r="r" b="b"/>
              <a:pathLst>
                <a:path w="2989" h="4072" extrusionOk="0">
                  <a:moveTo>
                    <a:pt x="983" y="1"/>
                  </a:moveTo>
                  <a:lnTo>
                    <a:pt x="803" y="21"/>
                  </a:lnTo>
                  <a:lnTo>
                    <a:pt x="602" y="41"/>
                  </a:lnTo>
                  <a:lnTo>
                    <a:pt x="382" y="101"/>
                  </a:lnTo>
                  <a:lnTo>
                    <a:pt x="201" y="161"/>
                  </a:lnTo>
                  <a:lnTo>
                    <a:pt x="1" y="242"/>
                  </a:lnTo>
                  <a:lnTo>
                    <a:pt x="81" y="743"/>
                  </a:lnTo>
                  <a:lnTo>
                    <a:pt x="141" y="1244"/>
                  </a:lnTo>
                  <a:lnTo>
                    <a:pt x="241" y="1726"/>
                  </a:lnTo>
                  <a:lnTo>
                    <a:pt x="362" y="2207"/>
                  </a:lnTo>
                  <a:lnTo>
                    <a:pt x="482" y="2688"/>
                  </a:lnTo>
                  <a:lnTo>
                    <a:pt x="643" y="3149"/>
                  </a:lnTo>
                  <a:lnTo>
                    <a:pt x="823" y="3611"/>
                  </a:lnTo>
                  <a:lnTo>
                    <a:pt x="1044" y="4072"/>
                  </a:lnTo>
                  <a:lnTo>
                    <a:pt x="1244" y="4052"/>
                  </a:lnTo>
                  <a:lnTo>
                    <a:pt x="1425" y="4012"/>
                  </a:lnTo>
                  <a:lnTo>
                    <a:pt x="1605" y="3972"/>
                  </a:lnTo>
                  <a:lnTo>
                    <a:pt x="1786" y="3891"/>
                  </a:lnTo>
                  <a:lnTo>
                    <a:pt x="1946" y="3811"/>
                  </a:lnTo>
                  <a:lnTo>
                    <a:pt x="2107" y="3711"/>
                  </a:lnTo>
                  <a:lnTo>
                    <a:pt x="2247" y="3611"/>
                  </a:lnTo>
                  <a:lnTo>
                    <a:pt x="2387" y="3490"/>
                  </a:lnTo>
                  <a:lnTo>
                    <a:pt x="2508" y="3370"/>
                  </a:lnTo>
                  <a:lnTo>
                    <a:pt x="2608" y="3230"/>
                  </a:lnTo>
                  <a:lnTo>
                    <a:pt x="2708" y="3089"/>
                  </a:lnTo>
                  <a:lnTo>
                    <a:pt x="2788" y="2949"/>
                  </a:lnTo>
                  <a:lnTo>
                    <a:pt x="2869" y="2788"/>
                  </a:lnTo>
                  <a:lnTo>
                    <a:pt x="2909" y="2628"/>
                  </a:lnTo>
                  <a:lnTo>
                    <a:pt x="2949" y="2468"/>
                  </a:lnTo>
                  <a:lnTo>
                    <a:pt x="2989" y="2307"/>
                  </a:lnTo>
                  <a:lnTo>
                    <a:pt x="2989" y="2087"/>
                  </a:lnTo>
                  <a:lnTo>
                    <a:pt x="2989" y="1866"/>
                  </a:lnTo>
                  <a:lnTo>
                    <a:pt x="2949" y="1665"/>
                  </a:lnTo>
                  <a:lnTo>
                    <a:pt x="2889" y="1445"/>
                  </a:lnTo>
                  <a:lnTo>
                    <a:pt x="2808" y="1244"/>
                  </a:lnTo>
                  <a:lnTo>
                    <a:pt x="2728" y="1064"/>
                  </a:lnTo>
                  <a:lnTo>
                    <a:pt x="2608" y="883"/>
                  </a:lnTo>
                  <a:lnTo>
                    <a:pt x="2488" y="703"/>
                  </a:lnTo>
                  <a:lnTo>
                    <a:pt x="2327" y="562"/>
                  </a:lnTo>
                  <a:lnTo>
                    <a:pt x="2187" y="422"/>
                  </a:lnTo>
                  <a:lnTo>
                    <a:pt x="2006" y="302"/>
                  </a:lnTo>
                  <a:lnTo>
                    <a:pt x="1826" y="201"/>
                  </a:lnTo>
                  <a:lnTo>
                    <a:pt x="1625" y="121"/>
                  </a:lnTo>
                  <a:lnTo>
                    <a:pt x="1425" y="61"/>
                  </a:lnTo>
                  <a:lnTo>
                    <a:pt x="1204" y="21"/>
                  </a:lnTo>
                  <a:lnTo>
                    <a:pt x="9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32">
              <a:extLst>
                <a:ext uri="{FF2B5EF4-FFF2-40B4-BE49-F238E27FC236}">
                  <a16:creationId xmlns:a16="http://schemas.microsoft.com/office/drawing/2014/main" id="{E883F281-B381-6E3C-312E-BDF6B1B527E1}"/>
                </a:ext>
              </a:extLst>
            </p:cNvPr>
            <p:cNvSpPr/>
            <p:nvPr/>
          </p:nvSpPr>
          <p:spPr>
            <a:xfrm>
              <a:off x="11154550" y="3736875"/>
              <a:ext cx="74725" cy="101800"/>
            </a:xfrm>
            <a:custGeom>
              <a:avLst/>
              <a:gdLst/>
              <a:ahLst/>
              <a:cxnLst/>
              <a:rect l="l" t="t" r="r" b="b"/>
              <a:pathLst>
                <a:path w="2989" h="4072" fill="none" extrusionOk="0">
                  <a:moveTo>
                    <a:pt x="983" y="1"/>
                  </a:moveTo>
                  <a:lnTo>
                    <a:pt x="983" y="1"/>
                  </a:lnTo>
                  <a:lnTo>
                    <a:pt x="803" y="21"/>
                  </a:lnTo>
                  <a:lnTo>
                    <a:pt x="803" y="21"/>
                  </a:lnTo>
                  <a:lnTo>
                    <a:pt x="602" y="41"/>
                  </a:lnTo>
                  <a:lnTo>
                    <a:pt x="382" y="101"/>
                  </a:lnTo>
                  <a:lnTo>
                    <a:pt x="201" y="161"/>
                  </a:lnTo>
                  <a:lnTo>
                    <a:pt x="1" y="242"/>
                  </a:lnTo>
                  <a:lnTo>
                    <a:pt x="1" y="242"/>
                  </a:lnTo>
                  <a:lnTo>
                    <a:pt x="81" y="743"/>
                  </a:lnTo>
                  <a:lnTo>
                    <a:pt x="141" y="1244"/>
                  </a:lnTo>
                  <a:lnTo>
                    <a:pt x="241" y="1726"/>
                  </a:lnTo>
                  <a:lnTo>
                    <a:pt x="362" y="2207"/>
                  </a:lnTo>
                  <a:lnTo>
                    <a:pt x="482" y="2688"/>
                  </a:lnTo>
                  <a:lnTo>
                    <a:pt x="643" y="3149"/>
                  </a:lnTo>
                  <a:lnTo>
                    <a:pt x="823" y="3611"/>
                  </a:lnTo>
                  <a:lnTo>
                    <a:pt x="1044" y="4072"/>
                  </a:lnTo>
                  <a:lnTo>
                    <a:pt x="1044" y="4072"/>
                  </a:lnTo>
                  <a:lnTo>
                    <a:pt x="1244" y="4052"/>
                  </a:lnTo>
                  <a:lnTo>
                    <a:pt x="1425" y="4012"/>
                  </a:lnTo>
                  <a:lnTo>
                    <a:pt x="1605" y="3972"/>
                  </a:lnTo>
                  <a:lnTo>
                    <a:pt x="1786" y="3891"/>
                  </a:lnTo>
                  <a:lnTo>
                    <a:pt x="1946" y="3811"/>
                  </a:lnTo>
                  <a:lnTo>
                    <a:pt x="2107" y="3711"/>
                  </a:lnTo>
                  <a:lnTo>
                    <a:pt x="2247" y="3611"/>
                  </a:lnTo>
                  <a:lnTo>
                    <a:pt x="2387" y="3490"/>
                  </a:lnTo>
                  <a:lnTo>
                    <a:pt x="2508" y="3370"/>
                  </a:lnTo>
                  <a:lnTo>
                    <a:pt x="2608" y="3230"/>
                  </a:lnTo>
                  <a:lnTo>
                    <a:pt x="2708" y="3089"/>
                  </a:lnTo>
                  <a:lnTo>
                    <a:pt x="2788" y="2949"/>
                  </a:lnTo>
                  <a:lnTo>
                    <a:pt x="2869" y="2788"/>
                  </a:lnTo>
                  <a:lnTo>
                    <a:pt x="2909" y="2628"/>
                  </a:lnTo>
                  <a:lnTo>
                    <a:pt x="2949" y="2468"/>
                  </a:lnTo>
                  <a:lnTo>
                    <a:pt x="2989" y="2307"/>
                  </a:lnTo>
                  <a:lnTo>
                    <a:pt x="2989" y="2307"/>
                  </a:lnTo>
                  <a:lnTo>
                    <a:pt x="2989" y="2087"/>
                  </a:lnTo>
                  <a:lnTo>
                    <a:pt x="2989" y="1866"/>
                  </a:lnTo>
                  <a:lnTo>
                    <a:pt x="2949" y="1665"/>
                  </a:lnTo>
                  <a:lnTo>
                    <a:pt x="2889" y="1445"/>
                  </a:lnTo>
                  <a:lnTo>
                    <a:pt x="2808" y="1244"/>
                  </a:lnTo>
                  <a:lnTo>
                    <a:pt x="2728" y="1064"/>
                  </a:lnTo>
                  <a:lnTo>
                    <a:pt x="2608" y="883"/>
                  </a:lnTo>
                  <a:lnTo>
                    <a:pt x="2488" y="703"/>
                  </a:lnTo>
                  <a:lnTo>
                    <a:pt x="2327" y="562"/>
                  </a:lnTo>
                  <a:lnTo>
                    <a:pt x="2187" y="422"/>
                  </a:lnTo>
                  <a:lnTo>
                    <a:pt x="2006" y="302"/>
                  </a:lnTo>
                  <a:lnTo>
                    <a:pt x="1826" y="201"/>
                  </a:lnTo>
                  <a:lnTo>
                    <a:pt x="1625" y="121"/>
                  </a:lnTo>
                  <a:lnTo>
                    <a:pt x="1425" y="61"/>
                  </a:lnTo>
                  <a:lnTo>
                    <a:pt x="1204" y="21"/>
                  </a:lnTo>
                  <a:lnTo>
                    <a:pt x="9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32">
              <a:extLst>
                <a:ext uri="{FF2B5EF4-FFF2-40B4-BE49-F238E27FC236}">
                  <a16:creationId xmlns:a16="http://schemas.microsoft.com/office/drawing/2014/main" id="{882A39B9-18C0-A473-3B8B-EB40F3AEA67E}"/>
                </a:ext>
              </a:extLst>
            </p:cNvPr>
            <p:cNvSpPr/>
            <p:nvPr/>
          </p:nvSpPr>
          <p:spPr>
            <a:xfrm>
              <a:off x="11127975" y="3742900"/>
              <a:ext cx="52675" cy="95775"/>
            </a:xfrm>
            <a:custGeom>
              <a:avLst/>
              <a:gdLst/>
              <a:ahLst/>
              <a:cxnLst/>
              <a:rect l="l" t="t" r="r" b="b"/>
              <a:pathLst>
                <a:path w="2107" h="3831" extrusionOk="0">
                  <a:moveTo>
                    <a:pt x="1064" y="1"/>
                  </a:moveTo>
                  <a:lnTo>
                    <a:pt x="923" y="101"/>
                  </a:lnTo>
                  <a:lnTo>
                    <a:pt x="763" y="201"/>
                  </a:lnTo>
                  <a:lnTo>
                    <a:pt x="643" y="321"/>
                  </a:lnTo>
                  <a:lnTo>
                    <a:pt x="522" y="442"/>
                  </a:lnTo>
                  <a:lnTo>
                    <a:pt x="402" y="582"/>
                  </a:lnTo>
                  <a:lnTo>
                    <a:pt x="302" y="723"/>
                  </a:lnTo>
                  <a:lnTo>
                    <a:pt x="222" y="883"/>
                  </a:lnTo>
                  <a:lnTo>
                    <a:pt x="141" y="1043"/>
                  </a:lnTo>
                  <a:lnTo>
                    <a:pt x="81" y="1204"/>
                  </a:lnTo>
                  <a:lnTo>
                    <a:pt x="41" y="1384"/>
                  </a:lnTo>
                  <a:lnTo>
                    <a:pt x="1" y="1565"/>
                  </a:lnTo>
                  <a:lnTo>
                    <a:pt x="1" y="1745"/>
                  </a:lnTo>
                  <a:lnTo>
                    <a:pt x="1" y="1926"/>
                  </a:lnTo>
                  <a:lnTo>
                    <a:pt x="21" y="2106"/>
                  </a:lnTo>
                  <a:lnTo>
                    <a:pt x="61" y="2287"/>
                  </a:lnTo>
                  <a:lnTo>
                    <a:pt x="121" y="2487"/>
                  </a:lnTo>
                  <a:lnTo>
                    <a:pt x="222" y="2748"/>
                  </a:lnTo>
                  <a:lnTo>
                    <a:pt x="382" y="2989"/>
                  </a:lnTo>
                  <a:lnTo>
                    <a:pt x="542" y="3209"/>
                  </a:lnTo>
                  <a:lnTo>
                    <a:pt x="743" y="3390"/>
                  </a:lnTo>
                  <a:lnTo>
                    <a:pt x="964" y="3550"/>
                  </a:lnTo>
                  <a:lnTo>
                    <a:pt x="1204" y="3691"/>
                  </a:lnTo>
                  <a:lnTo>
                    <a:pt x="1485" y="3771"/>
                  </a:lnTo>
                  <a:lnTo>
                    <a:pt x="1766" y="3831"/>
                  </a:lnTo>
                  <a:lnTo>
                    <a:pt x="2107" y="3831"/>
                  </a:lnTo>
                  <a:lnTo>
                    <a:pt x="1886" y="3370"/>
                  </a:lnTo>
                  <a:lnTo>
                    <a:pt x="1706" y="2908"/>
                  </a:lnTo>
                  <a:lnTo>
                    <a:pt x="1545" y="2447"/>
                  </a:lnTo>
                  <a:lnTo>
                    <a:pt x="1425" y="1966"/>
                  </a:lnTo>
                  <a:lnTo>
                    <a:pt x="1304" y="1485"/>
                  </a:lnTo>
                  <a:lnTo>
                    <a:pt x="1204" y="1003"/>
                  </a:lnTo>
                  <a:lnTo>
                    <a:pt x="1144" y="502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32">
              <a:extLst>
                <a:ext uri="{FF2B5EF4-FFF2-40B4-BE49-F238E27FC236}">
                  <a16:creationId xmlns:a16="http://schemas.microsoft.com/office/drawing/2014/main" id="{87969AE0-E8D4-520D-9C38-B4E37AD92641}"/>
                </a:ext>
              </a:extLst>
            </p:cNvPr>
            <p:cNvSpPr/>
            <p:nvPr/>
          </p:nvSpPr>
          <p:spPr>
            <a:xfrm>
              <a:off x="11127975" y="3742900"/>
              <a:ext cx="52675" cy="95775"/>
            </a:xfrm>
            <a:custGeom>
              <a:avLst/>
              <a:gdLst/>
              <a:ahLst/>
              <a:cxnLst/>
              <a:rect l="l" t="t" r="r" b="b"/>
              <a:pathLst>
                <a:path w="2107" h="3831" fill="none" extrusionOk="0">
                  <a:moveTo>
                    <a:pt x="1064" y="1"/>
                  </a:moveTo>
                  <a:lnTo>
                    <a:pt x="1064" y="1"/>
                  </a:lnTo>
                  <a:lnTo>
                    <a:pt x="923" y="101"/>
                  </a:lnTo>
                  <a:lnTo>
                    <a:pt x="763" y="201"/>
                  </a:lnTo>
                  <a:lnTo>
                    <a:pt x="643" y="321"/>
                  </a:lnTo>
                  <a:lnTo>
                    <a:pt x="522" y="442"/>
                  </a:lnTo>
                  <a:lnTo>
                    <a:pt x="402" y="582"/>
                  </a:lnTo>
                  <a:lnTo>
                    <a:pt x="302" y="723"/>
                  </a:lnTo>
                  <a:lnTo>
                    <a:pt x="222" y="883"/>
                  </a:lnTo>
                  <a:lnTo>
                    <a:pt x="141" y="1043"/>
                  </a:lnTo>
                  <a:lnTo>
                    <a:pt x="81" y="1204"/>
                  </a:lnTo>
                  <a:lnTo>
                    <a:pt x="41" y="1384"/>
                  </a:lnTo>
                  <a:lnTo>
                    <a:pt x="1" y="1565"/>
                  </a:lnTo>
                  <a:lnTo>
                    <a:pt x="1" y="1745"/>
                  </a:lnTo>
                  <a:lnTo>
                    <a:pt x="1" y="1926"/>
                  </a:lnTo>
                  <a:lnTo>
                    <a:pt x="21" y="2106"/>
                  </a:lnTo>
                  <a:lnTo>
                    <a:pt x="61" y="2287"/>
                  </a:lnTo>
                  <a:lnTo>
                    <a:pt x="121" y="2487"/>
                  </a:lnTo>
                  <a:lnTo>
                    <a:pt x="121" y="2487"/>
                  </a:lnTo>
                  <a:lnTo>
                    <a:pt x="222" y="2748"/>
                  </a:lnTo>
                  <a:lnTo>
                    <a:pt x="382" y="2989"/>
                  </a:lnTo>
                  <a:lnTo>
                    <a:pt x="542" y="3209"/>
                  </a:lnTo>
                  <a:lnTo>
                    <a:pt x="743" y="3390"/>
                  </a:lnTo>
                  <a:lnTo>
                    <a:pt x="964" y="3550"/>
                  </a:lnTo>
                  <a:lnTo>
                    <a:pt x="1204" y="3691"/>
                  </a:lnTo>
                  <a:lnTo>
                    <a:pt x="1485" y="3771"/>
                  </a:lnTo>
                  <a:lnTo>
                    <a:pt x="1766" y="3831"/>
                  </a:lnTo>
                  <a:lnTo>
                    <a:pt x="1766" y="3831"/>
                  </a:lnTo>
                  <a:lnTo>
                    <a:pt x="1986" y="3831"/>
                  </a:lnTo>
                  <a:lnTo>
                    <a:pt x="1986" y="3831"/>
                  </a:lnTo>
                  <a:lnTo>
                    <a:pt x="2107" y="3831"/>
                  </a:lnTo>
                  <a:lnTo>
                    <a:pt x="2107" y="3831"/>
                  </a:lnTo>
                  <a:lnTo>
                    <a:pt x="1886" y="3370"/>
                  </a:lnTo>
                  <a:lnTo>
                    <a:pt x="1706" y="2908"/>
                  </a:lnTo>
                  <a:lnTo>
                    <a:pt x="1545" y="2447"/>
                  </a:lnTo>
                  <a:lnTo>
                    <a:pt x="1425" y="1966"/>
                  </a:lnTo>
                  <a:lnTo>
                    <a:pt x="1304" y="1485"/>
                  </a:lnTo>
                  <a:lnTo>
                    <a:pt x="1204" y="1003"/>
                  </a:lnTo>
                  <a:lnTo>
                    <a:pt x="1144" y="502"/>
                  </a:lnTo>
                  <a:lnTo>
                    <a:pt x="10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32">
              <a:extLst>
                <a:ext uri="{FF2B5EF4-FFF2-40B4-BE49-F238E27FC236}">
                  <a16:creationId xmlns:a16="http://schemas.microsoft.com/office/drawing/2014/main" id="{E2E00EB6-7997-5D7B-3342-2CAD6797980A}"/>
                </a:ext>
              </a:extLst>
            </p:cNvPr>
            <p:cNvSpPr/>
            <p:nvPr/>
          </p:nvSpPr>
          <p:spPr>
            <a:xfrm>
              <a:off x="11629850" y="3736875"/>
              <a:ext cx="101800" cy="101800"/>
            </a:xfrm>
            <a:custGeom>
              <a:avLst/>
              <a:gdLst/>
              <a:ahLst/>
              <a:cxnLst/>
              <a:rect l="l" t="t" r="r" b="b"/>
              <a:pathLst>
                <a:path w="4072" h="4072" extrusionOk="0">
                  <a:moveTo>
                    <a:pt x="2066" y="1"/>
                  </a:moveTo>
                  <a:lnTo>
                    <a:pt x="1886" y="21"/>
                  </a:lnTo>
                  <a:lnTo>
                    <a:pt x="1645" y="41"/>
                  </a:lnTo>
                  <a:lnTo>
                    <a:pt x="1404" y="121"/>
                  </a:lnTo>
                  <a:lnTo>
                    <a:pt x="1184" y="201"/>
                  </a:lnTo>
                  <a:lnTo>
                    <a:pt x="983" y="302"/>
                  </a:lnTo>
                  <a:lnTo>
                    <a:pt x="803" y="442"/>
                  </a:lnTo>
                  <a:lnTo>
                    <a:pt x="622" y="582"/>
                  </a:lnTo>
                  <a:lnTo>
                    <a:pt x="482" y="763"/>
                  </a:lnTo>
                  <a:lnTo>
                    <a:pt x="341" y="943"/>
                  </a:lnTo>
                  <a:lnTo>
                    <a:pt x="221" y="1124"/>
                  </a:lnTo>
                  <a:lnTo>
                    <a:pt x="141" y="1345"/>
                  </a:lnTo>
                  <a:lnTo>
                    <a:pt x="61" y="1545"/>
                  </a:lnTo>
                  <a:lnTo>
                    <a:pt x="21" y="1786"/>
                  </a:lnTo>
                  <a:lnTo>
                    <a:pt x="0" y="2006"/>
                  </a:lnTo>
                  <a:lnTo>
                    <a:pt x="21" y="2247"/>
                  </a:lnTo>
                  <a:lnTo>
                    <a:pt x="61" y="2488"/>
                  </a:lnTo>
                  <a:lnTo>
                    <a:pt x="141" y="2728"/>
                  </a:lnTo>
                  <a:lnTo>
                    <a:pt x="241" y="2989"/>
                  </a:lnTo>
                  <a:lnTo>
                    <a:pt x="381" y="3230"/>
                  </a:lnTo>
                  <a:lnTo>
                    <a:pt x="562" y="3450"/>
                  </a:lnTo>
                  <a:lnTo>
                    <a:pt x="763" y="3631"/>
                  </a:lnTo>
                  <a:lnTo>
                    <a:pt x="983" y="3791"/>
                  </a:lnTo>
                  <a:lnTo>
                    <a:pt x="1224" y="3932"/>
                  </a:lnTo>
                  <a:lnTo>
                    <a:pt x="1484" y="4012"/>
                  </a:lnTo>
                  <a:lnTo>
                    <a:pt x="1765" y="4072"/>
                  </a:lnTo>
                  <a:lnTo>
                    <a:pt x="2206" y="4072"/>
                  </a:lnTo>
                  <a:lnTo>
                    <a:pt x="2427" y="4032"/>
                  </a:lnTo>
                  <a:lnTo>
                    <a:pt x="2608" y="3992"/>
                  </a:lnTo>
                  <a:lnTo>
                    <a:pt x="2788" y="3932"/>
                  </a:lnTo>
                  <a:lnTo>
                    <a:pt x="2969" y="3851"/>
                  </a:lnTo>
                  <a:lnTo>
                    <a:pt x="3129" y="3751"/>
                  </a:lnTo>
                  <a:lnTo>
                    <a:pt x="3289" y="3651"/>
                  </a:lnTo>
                  <a:lnTo>
                    <a:pt x="3430" y="3531"/>
                  </a:lnTo>
                  <a:lnTo>
                    <a:pt x="3550" y="3390"/>
                  </a:lnTo>
                  <a:lnTo>
                    <a:pt x="3670" y="3250"/>
                  </a:lnTo>
                  <a:lnTo>
                    <a:pt x="3771" y="3109"/>
                  </a:lnTo>
                  <a:lnTo>
                    <a:pt x="3851" y="2969"/>
                  </a:lnTo>
                  <a:lnTo>
                    <a:pt x="3931" y="2809"/>
                  </a:lnTo>
                  <a:lnTo>
                    <a:pt x="3991" y="2648"/>
                  </a:lnTo>
                  <a:lnTo>
                    <a:pt x="4031" y="2488"/>
                  </a:lnTo>
                  <a:lnTo>
                    <a:pt x="4051" y="2307"/>
                  </a:lnTo>
                  <a:lnTo>
                    <a:pt x="4072" y="2087"/>
                  </a:lnTo>
                  <a:lnTo>
                    <a:pt x="4051" y="1866"/>
                  </a:lnTo>
                  <a:lnTo>
                    <a:pt x="4031" y="1665"/>
                  </a:lnTo>
                  <a:lnTo>
                    <a:pt x="3971" y="1445"/>
                  </a:lnTo>
                  <a:lnTo>
                    <a:pt x="3891" y="1244"/>
                  </a:lnTo>
                  <a:lnTo>
                    <a:pt x="3791" y="1064"/>
                  </a:lnTo>
                  <a:lnTo>
                    <a:pt x="3690" y="883"/>
                  </a:lnTo>
                  <a:lnTo>
                    <a:pt x="3550" y="703"/>
                  </a:lnTo>
                  <a:lnTo>
                    <a:pt x="3410" y="562"/>
                  </a:lnTo>
                  <a:lnTo>
                    <a:pt x="3249" y="422"/>
                  </a:lnTo>
                  <a:lnTo>
                    <a:pt x="3089" y="302"/>
                  </a:lnTo>
                  <a:lnTo>
                    <a:pt x="2908" y="201"/>
                  </a:lnTo>
                  <a:lnTo>
                    <a:pt x="2708" y="121"/>
                  </a:lnTo>
                  <a:lnTo>
                    <a:pt x="2507" y="61"/>
                  </a:lnTo>
                  <a:lnTo>
                    <a:pt x="2287" y="21"/>
                  </a:lnTo>
                  <a:lnTo>
                    <a:pt x="20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32">
              <a:extLst>
                <a:ext uri="{FF2B5EF4-FFF2-40B4-BE49-F238E27FC236}">
                  <a16:creationId xmlns:a16="http://schemas.microsoft.com/office/drawing/2014/main" id="{77CAC334-59A3-8C71-05B8-C90753D6FF76}"/>
                </a:ext>
              </a:extLst>
            </p:cNvPr>
            <p:cNvSpPr/>
            <p:nvPr/>
          </p:nvSpPr>
          <p:spPr>
            <a:xfrm>
              <a:off x="11629850" y="3736875"/>
              <a:ext cx="101800" cy="101800"/>
            </a:xfrm>
            <a:custGeom>
              <a:avLst/>
              <a:gdLst/>
              <a:ahLst/>
              <a:cxnLst/>
              <a:rect l="l" t="t" r="r" b="b"/>
              <a:pathLst>
                <a:path w="4072" h="4072" fill="none" extrusionOk="0">
                  <a:moveTo>
                    <a:pt x="2066" y="1"/>
                  </a:moveTo>
                  <a:lnTo>
                    <a:pt x="2066" y="1"/>
                  </a:lnTo>
                  <a:lnTo>
                    <a:pt x="1886" y="21"/>
                  </a:lnTo>
                  <a:lnTo>
                    <a:pt x="1886" y="21"/>
                  </a:lnTo>
                  <a:lnTo>
                    <a:pt x="1645" y="41"/>
                  </a:lnTo>
                  <a:lnTo>
                    <a:pt x="1404" y="121"/>
                  </a:lnTo>
                  <a:lnTo>
                    <a:pt x="1184" y="201"/>
                  </a:lnTo>
                  <a:lnTo>
                    <a:pt x="983" y="302"/>
                  </a:lnTo>
                  <a:lnTo>
                    <a:pt x="803" y="442"/>
                  </a:lnTo>
                  <a:lnTo>
                    <a:pt x="622" y="582"/>
                  </a:lnTo>
                  <a:lnTo>
                    <a:pt x="482" y="763"/>
                  </a:lnTo>
                  <a:lnTo>
                    <a:pt x="341" y="943"/>
                  </a:lnTo>
                  <a:lnTo>
                    <a:pt x="221" y="1124"/>
                  </a:lnTo>
                  <a:lnTo>
                    <a:pt x="141" y="1345"/>
                  </a:lnTo>
                  <a:lnTo>
                    <a:pt x="61" y="1545"/>
                  </a:lnTo>
                  <a:lnTo>
                    <a:pt x="21" y="1786"/>
                  </a:lnTo>
                  <a:lnTo>
                    <a:pt x="0" y="2006"/>
                  </a:lnTo>
                  <a:lnTo>
                    <a:pt x="21" y="2247"/>
                  </a:lnTo>
                  <a:lnTo>
                    <a:pt x="61" y="2488"/>
                  </a:lnTo>
                  <a:lnTo>
                    <a:pt x="141" y="2728"/>
                  </a:lnTo>
                  <a:lnTo>
                    <a:pt x="141" y="2728"/>
                  </a:lnTo>
                  <a:lnTo>
                    <a:pt x="241" y="2989"/>
                  </a:lnTo>
                  <a:lnTo>
                    <a:pt x="381" y="3230"/>
                  </a:lnTo>
                  <a:lnTo>
                    <a:pt x="562" y="3450"/>
                  </a:lnTo>
                  <a:lnTo>
                    <a:pt x="763" y="3631"/>
                  </a:lnTo>
                  <a:lnTo>
                    <a:pt x="983" y="3791"/>
                  </a:lnTo>
                  <a:lnTo>
                    <a:pt x="1224" y="3932"/>
                  </a:lnTo>
                  <a:lnTo>
                    <a:pt x="1484" y="4012"/>
                  </a:lnTo>
                  <a:lnTo>
                    <a:pt x="1765" y="4072"/>
                  </a:lnTo>
                  <a:lnTo>
                    <a:pt x="1765" y="4072"/>
                  </a:lnTo>
                  <a:lnTo>
                    <a:pt x="2006" y="4072"/>
                  </a:lnTo>
                  <a:lnTo>
                    <a:pt x="2006" y="4072"/>
                  </a:lnTo>
                  <a:lnTo>
                    <a:pt x="2206" y="4072"/>
                  </a:lnTo>
                  <a:lnTo>
                    <a:pt x="2427" y="4032"/>
                  </a:lnTo>
                  <a:lnTo>
                    <a:pt x="2608" y="3992"/>
                  </a:lnTo>
                  <a:lnTo>
                    <a:pt x="2788" y="3932"/>
                  </a:lnTo>
                  <a:lnTo>
                    <a:pt x="2969" y="3851"/>
                  </a:lnTo>
                  <a:lnTo>
                    <a:pt x="3129" y="3751"/>
                  </a:lnTo>
                  <a:lnTo>
                    <a:pt x="3289" y="3651"/>
                  </a:lnTo>
                  <a:lnTo>
                    <a:pt x="3430" y="3531"/>
                  </a:lnTo>
                  <a:lnTo>
                    <a:pt x="3550" y="3390"/>
                  </a:lnTo>
                  <a:lnTo>
                    <a:pt x="3670" y="3250"/>
                  </a:lnTo>
                  <a:lnTo>
                    <a:pt x="3771" y="3109"/>
                  </a:lnTo>
                  <a:lnTo>
                    <a:pt x="3851" y="2969"/>
                  </a:lnTo>
                  <a:lnTo>
                    <a:pt x="3931" y="2809"/>
                  </a:lnTo>
                  <a:lnTo>
                    <a:pt x="3991" y="2648"/>
                  </a:lnTo>
                  <a:lnTo>
                    <a:pt x="4031" y="2488"/>
                  </a:lnTo>
                  <a:lnTo>
                    <a:pt x="4051" y="2307"/>
                  </a:lnTo>
                  <a:lnTo>
                    <a:pt x="4051" y="2307"/>
                  </a:lnTo>
                  <a:lnTo>
                    <a:pt x="4072" y="2087"/>
                  </a:lnTo>
                  <a:lnTo>
                    <a:pt x="4051" y="1866"/>
                  </a:lnTo>
                  <a:lnTo>
                    <a:pt x="4031" y="1665"/>
                  </a:lnTo>
                  <a:lnTo>
                    <a:pt x="3971" y="1445"/>
                  </a:lnTo>
                  <a:lnTo>
                    <a:pt x="3891" y="1244"/>
                  </a:lnTo>
                  <a:lnTo>
                    <a:pt x="3791" y="1064"/>
                  </a:lnTo>
                  <a:lnTo>
                    <a:pt x="3690" y="883"/>
                  </a:lnTo>
                  <a:lnTo>
                    <a:pt x="3550" y="703"/>
                  </a:lnTo>
                  <a:lnTo>
                    <a:pt x="3410" y="562"/>
                  </a:lnTo>
                  <a:lnTo>
                    <a:pt x="3249" y="422"/>
                  </a:lnTo>
                  <a:lnTo>
                    <a:pt x="3089" y="302"/>
                  </a:lnTo>
                  <a:lnTo>
                    <a:pt x="2908" y="201"/>
                  </a:lnTo>
                  <a:lnTo>
                    <a:pt x="2708" y="121"/>
                  </a:lnTo>
                  <a:lnTo>
                    <a:pt x="2507" y="61"/>
                  </a:lnTo>
                  <a:lnTo>
                    <a:pt x="2287" y="21"/>
                  </a:lnTo>
                  <a:lnTo>
                    <a:pt x="206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32">
              <a:extLst>
                <a:ext uri="{FF2B5EF4-FFF2-40B4-BE49-F238E27FC236}">
                  <a16:creationId xmlns:a16="http://schemas.microsoft.com/office/drawing/2014/main" id="{B561BCAF-DF14-636F-C360-7E39AD42ED29}"/>
                </a:ext>
              </a:extLst>
            </p:cNvPr>
            <p:cNvSpPr/>
            <p:nvPr/>
          </p:nvSpPr>
          <p:spPr>
            <a:xfrm>
              <a:off x="11203200" y="3587475"/>
              <a:ext cx="83250" cy="49150"/>
            </a:xfrm>
            <a:custGeom>
              <a:avLst/>
              <a:gdLst/>
              <a:ahLst/>
              <a:cxnLst/>
              <a:rect l="l" t="t" r="r" b="b"/>
              <a:pathLst>
                <a:path w="3330" h="1966" extrusionOk="0">
                  <a:moveTo>
                    <a:pt x="2266" y="1"/>
                  </a:moveTo>
                  <a:lnTo>
                    <a:pt x="2006" y="41"/>
                  </a:lnTo>
                  <a:lnTo>
                    <a:pt x="1745" y="101"/>
                  </a:lnTo>
                  <a:lnTo>
                    <a:pt x="1484" y="181"/>
                  </a:lnTo>
                  <a:lnTo>
                    <a:pt x="1223" y="281"/>
                  </a:lnTo>
                  <a:lnTo>
                    <a:pt x="983" y="422"/>
                  </a:lnTo>
                  <a:lnTo>
                    <a:pt x="742" y="562"/>
                  </a:lnTo>
                  <a:lnTo>
                    <a:pt x="542" y="723"/>
                  </a:lnTo>
                  <a:lnTo>
                    <a:pt x="361" y="903"/>
                  </a:lnTo>
                  <a:lnTo>
                    <a:pt x="201" y="1104"/>
                  </a:lnTo>
                  <a:lnTo>
                    <a:pt x="80" y="1304"/>
                  </a:lnTo>
                  <a:lnTo>
                    <a:pt x="20" y="1525"/>
                  </a:lnTo>
                  <a:lnTo>
                    <a:pt x="0" y="1645"/>
                  </a:lnTo>
                  <a:lnTo>
                    <a:pt x="0" y="1765"/>
                  </a:lnTo>
                  <a:lnTo>
                    <a:pt x="20" y="1846"/>
                  </a:lnTo>
                  <a:lnTo>
                    <a:pt x="80" y="1926"/>
                  </a:lnTo>
                  <a:lnTo>
                    <a:pt x="161" y="1966"/>
                  </a:lnTo>
                  <a:lnTo>
                    <a:pt x="201" y="1966"/>
                  </a:lnTo>
                  <a:lnTo>
                    <a:pt x="261" y="1946"/>
                  </a:lnTo>
                  <a:lnTo>
                    <a:pt x="441" y="1886"/>
                  </a:lnTo>
                  <a:lnTo>
                    <a:pt x="602" y="1806"/>
                  </a:lnTo>
                  <a:lnTo>
                    <a:pt x="943" y="1585"/>
                  </a:lnTo>
                  <a:lnTo>
                    <a:pt x="1284" y="1364"/>
                  </a:lnTo>
                  <a:lnTo>
                    <a:pt x="1464" y="1284"/>
                  </a:lnTo>
                  <a:lnTo>
                    <a:pt x="1645" y="1184"/>
                  </a:lnTo>
                  <a:lnTo>
                    <a:pt x="1825" y="1124"/>
                  </a:lnTo>
                  <a:lnTo>
                    <a:pt x="2026" y="1084"/>
                  </a:lnTo>
                  <a:lnTo>
                    <a:pt x="2407" y="1003"/>
                  </a:lnTo>
                  <a:lnTo>
                    <a:pt x="2788" y="923"/>
                  </a:lnTo>
                  <a:lnTo>
                    <a:pt x="2988" y="863"/>
                  </a:lnTo>
                  <a:lnTo>
                    <a:pt x="3169" y="783"/>
                  </a:lnTo>
                  <a:lnTo>
                    <a:pt x="3249" y="743"/>
                  </a:lnTo>
                  <a:lnTo>
                    <a:pt x="3309" y="662"/>
                  </a:lnTo>
                  <a:lnTo>
                    <a:pt x="3329" y="582"/>
                  </a:lnTo>
                  <a:lnTo>
                    <a:pt x="3329" y="502"/>
                  </a:lnTo>
                  <a:lnTo>
                    <a:pt x="3329" y="402"/>
                  </a:lnTo>
                  <a:lnTo>
                    <a:pt x="3289" y="322"/>
                  </a:lnTo>
                  <a:lnTo>
                    <a:pt x="3229" y="261"/>
                  </a:lnTo>
                  <a:lnTo>
                    <a:pt x="3169" y="201"/>
                  </a:lnTo>
                  <a:lnTo>
                    <a:pt x="2968" y="101"/>
                  </a:lnTo>
                  <a:lnTo>
                    <a:pt x="2748" y="41"/>
                  </a:lnTo>
                  <a:lnTo>
                    <a:pt x="252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32">
              <a:extLst>
                <a:ext uri="{FF2B5EF4-FFF2-40B4-BE49-F238E27FC236}">
                  <a16:creationId xmlns:a16="http://schemas.microsoft.com/office/drawing/2014/main" id="{9F7541E9-F6B4-AB77-5DEB-681ECB2F49A6}"/>
                </a:ext>
              </a:extLst>
            </p:cNvPr>
            <p:cNvSpPr/>
            <p:nvPr/>
          </p:nvSpPr>
          <p:spPr>
            <a:xfrm>
              <a:off x="11551125" y="3687250"/>
              <a:ext cx="74750" cy="75225"/>
            </a:xfrm>
            <a:custGeom>
              <a:avLst/>
              <a:gdLst/>
              <a:ahLst/>
              <a:cxnLst/>
              <a:rect l="l" t="t" r="r" b="b"/>
              <a:pathLst>
                <a:path w="2990" h="3009" extrusionOk="0">
                  <a:moveTo>
                    <a:pt x="1425" y="1"/>
                  </a:moveTo>
                  <a:lnTo>
                    <a:pt x="1264" y="21"/>
                  </a:lnTo>
                  <a:lnTo>
                    <a:pt x="1104" y="61"/>
                  </a:lnTo>
                  <a:lnTo>
                    <a:pt x="943" y="101"/>
                  </a:lnTo>
                  <a:lnTo>
                    <a:pt x="803" y="181"/>
                  </a:lnTo>
                  <a:lnTo>
                    <a:pt x="663" y="261"/>
                  </a:lnTo>
                  <a:lnTo>
                    <a:pt x="522" y="361"/>
                  </a:lnTo>
                  <a:lnTo>
                    <a:pt x="422" y="482"/>
                  </a:lnTo>
                  <a:lnTo>
                    <a:pt x="302" y="602"/>
                  </a:lnTo>
                  <a:lnTo>
                    <a:pt x="221" y="743"/>
                  </a:lnTo>
                  <a:lnTo>
                    <a:pt x="141" y="883"/>
                  </a:lnTo>
                  <a:lnTo>
                    <a:pt x="81" y="1043"/>
                  </a:lnTo>
                  <a:lnTo>
                    <a:pt x="41" y="1204"/>
                  </a:lnTo>
                  <a:lnTo>
                    <a:pt x="1" y="1364"/>
                  </a:lnTo>
                  <a:lnTo>
                    <a:pt x="1" y="1525"/>
                  </a:lnTo>
                  <a:lnTo>
                    <a:pt x="1" y="1705"/>
                  </a:lnTo>
                  <a:lnTo>
                    <a:pt x="21" y="1846"/>
                  </a:lnTo>
                  <a:lnTo>
                    <a:pt x="61" y="1966"/>
                  </a:lnTo>
                  <a:lnTo>
                    <a:pt x="101" y="2086"/>
                  </a:lnTo>
                  <a:lnTo>
                    <a:pt x="161" y="2207"/>
                  </a:lnTo>
                  <a:lnTo>
                    <a:pt x="242" y="2327"/>
                  </a:lnTo>
                  <a:lnTo>
                    <a:pt x="322" y="2447"/>
                  </a:lnTo>
                  <a:lnTo>
                    <a:pt x="422" y="2547"/>
                  </a:lnTo>
                  <a:lnTo>
                    <a:pt x="522" y="2648"/>
                  </a:lnTo>
                  <a:lnTo>
                    <a:pt x="643" y="2728"/>
                  </a:lnTo>
                  <a:lnTo>
                    <a:pt x="763" y="2808"/>
                  </a:lnTo>
                  <a:lnTo>
                    <a:pt x="903" y="2888"/>
                  </a:lnTo>
                  <a:lnTo>
                    <a:pt x="1044" y="2928"/>
                  </a:lnTo>
                  <a:lnTo>
                    <a:pt x="1184" y="2969"/>
                  </a:lnTo>
                  <a:lnTo>
                    <a:pt x="1345" y="3009"/>
                  </a:lnTo>
                  <a:lnTo>
                    <a:pt x="1685" y="3009"/>
                  </a:lnTo>
                  <a:lnTo>
                    <a:pt x="1906" y="2969"/>
                  </a:lnTo>
                  <a:lnTo>
                    <a:pt x="2087" y="2908"/>
                  </a:lnTo>
                  <a:lnTo>
                    <a:pt x="2267" y="2808"/>
                  </a:lnTo>
                  <a:lnTo>
                    <a:pt x="2448" y="2688"/>
                  </a:lnTo>
                  <a:lnTo>
                    <a:pt x="2588" y="2547"/>
                  </a:lnTo>
                  <a:lnTo>
                    <a:pt x="2708" y="2387"/>
                  </a:lnTo>
                  <a:lnTo>
                    <a:pt x="2829" y="2207"/>
                  </a:lnTo>
                  <a:lnTo>
                    <a:pt x="2909" y="2006"/>
                  </a:lnTo>
                  <a:lnTo>
                    <a:pt x="2969" y="1825"/>
                  </a:lnTo>
                  <a:lnTo>
                    <a:pt x="2989" y="1665"/>
                  </a:lnTo>
                  <a:lnTo>
                    <a:pt x="2989" y="1485"/>
                  </a:lnTo>
                  <a:lnTo>
                    <a:pt x="2989" y="1304"/>
                  </a:lnTo>
                  <a:lnTo>
                    <a:pt x="2949" y="1144"/>
                  </a:lnTo>
                  <a:lnTo>
                    <a:pt x="2909" y="983"/>
                  </a:lnTo>
                  <a:lnTo>
                    <a:pt x="2829" y="823"/>
                  </a:lnTo>
                  <a:lnTo>
                    <a:pt x="2748" y="682"/>
                  </a:lnTo>
                  <a:lnTo>
                    <a:pt x="2648" y="562"/>
                  </a:lnTo>
                  <a:lnTo>
                    <a:pt x="2548" y="422"/>
                  </a:lnTo>
                  <a:lnTo>
                    <a:pt x="2407" y="321"/>
                  </a:lnTo>
                  <a:lnTo>
                    <a:pt x="2267" y="221"/>
                  </a:lnTo>
                  <a:lnTo>
                    <a:pt x="2127" y="141"/>
                  </a:lnTo>
                  <a:lnTo>
                    <a:pt x="1966" y="81"/>
                  </a:lnTo>
                  <a:lnTo>
                    <a:pt x="1786" y="41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32">
              <a:extLst>
                <a:ext uri="{FF2B5EF4-FFF2-40B4-BE49-F238E27FC236}">
                  <a16:creationId xmlns:a16="http://schemas.microsoft.com/office/drawing/2014/main" id="{A3DCE86B-AF7A-CFA5-2B4D-64CF4DF4CBF9}"/>
                </a:ext>
              </a:extLst>
            </p:cNvPr>
            <p:cNvSpPr/>
            <p:nvPr/>
          </p:nvSpPr>
          <p:spPr>
            <a:xfrm>
              <a:off x="11566175" y="3587475"/>
              <a:ext cx="83750" cy="49150"/>
            </a:xfrm>
            <a:custGeom>
              <a:avLst/>
              <a:gdLst/>
              <a:ahLst/>
              <a:cxnLst/>
              <a:rect l="l" t="t" r="r" b="b"/>
              <a:pathLst>
                <a:path w="3350" h="1966" extrusionOk="0">
                  <a:moveTo>
                    <a:pt x="823" y="1"/>
                  </a:moveTo>
                  <a:lnTo>
                    <a:pt x="582" y="41"/>
                  </a:lnTo>
                  <a:lnTo>
                    <a:pt x="362" y="101"/>
                  </a:lnTo>
                  <a:lnTo>
                    <a:pt x="161" y="201"/>
                  </a:lnTo>
                  <a:lnTo>
                    <a:pt x="101" y="261"/>
                  </a:lnTo>
                  <a:lnTo>
                    <a:pt x="41" y="322"/>
                  </a:lnTo>
                  <a:lnTo>
                    <a:pt x="21" y="402"/>
                  </a:lnTo>
                  <a:lnTo>
                    <a:pt x="1" y="502"/>
                  </a:lnTo>
                  <a:lnTo>
                    <a:pt x="1" y="582"/>
                  </a:lnTo>
                  <a:lnTo>
                    <a:pt x="41" y="662"/>
                  </a:lnTo>
                  <a:lnTo>
                    <a:pt x="81" y="743"/>
                  </a:lnTo>
                  <a:lnTo>
                    <a:pt x="161" y="783"/>
                  </a:lnTo>
                  <a:lnTo>
                    <a:pt x="362" y="863"/>
                  </a:lnTo>
                  <a:lnTo>
                    <a:pt x="542" y="923"/>
                  </a:lnTo>
                  <a:lnTo>
                    <a:pt x="923" y="1003"/>
                  </a:lnTo>
                  <a:lnTo>
                    <a:pt x="1324" y="1084"/>
                  </a:lnTo>
                  <a:lnTo>
                    <a:pt x="1505" y="1124"/>
                  </a:lnTo>
                  <a:lnTo>
                    <a:pt x="1705" y="1184"/>
                  </a:lnTo>
                  <a:lnTo>
                    <a:pt x="1886" y="1284"/>
                  </a:lnTo>
                  <a:lnTo>
                    <a:pt x="2046" y="1364"/>
                  </a:lnTo>
                  <a:lnTo>
                    <a:pt x="2387" y="1585"/>
                  </a:lnTo>
                  <a:lnTo>
                    <a:pt x="2728" y="1806"/>
                  </a:lnTo>
                  <a:lnTo>
                    <a:pt x="2908" y="1886"/>
                  </a:lnTo>
                  <a:lnTo>
                    <a:pt x="3089" y="1946"/>
                  </a:lnTo>
                  <a:lnTo>
                    <a:pt x="3129" y="1966"/>
                  </a:lnTo>
                  <a:lnTo>
                    <a:pt x="3189" y="1966"/>
                  </a:lnTo>
                  <a:lnTo>
                    <a:pt x="3269" y="1926"/>
                  </a:lnTo>
                  <a:lnTo>
                    <a:pt x="3330" y="1846"/>
                  </a:lnTo>
                  <a:lnTo>
                    <a:pt x="3350" y="1765"/>
                  </a:lnTo>
                  <a:lnTo>
                    <a:pt x="3350" y="1645"/>
                  </a:lnTo>
                  <a:lnTo>
                    <a:pt x="3330" y="1525"/>
                  </a:lnTo>
                  <a:lnTo>
                    <a:pt x="3249" y="1304"/>
                  </a:lnTo>
                  <a:lnTo>
                    <a:pt x="3129" y="1104"/>
                  </a:lnTo>
                  <a:lnTo>
                    <a:pt x="2989" y="903"/>
                  </a:lnTo>
                  <a:lnTo>
                    <a:pt x="2808" y="723"/>
                  </a:lnTo>
                  <a:lnTo>
                    <a:pt x="2588" y="562"/>
                  </a:lnTo>
                  <a:lnTo>
                    <a:pt x="2367" y="422"/>
                  </a:lnTo>
                  <a:lnTo>
                    <a:pt x="2126" y="281"/>
                  </a:lnTo>
                  <a:lnTo>
                    <a:pt x="1866" y="181"/>
                  </a:lnTo>
                  <a:lnTo>
                    <a:pt x="1605" y="101"/>
                  </a:lnTo>
                  <a:lnTo>
                    <a:pt x="1324" y="4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18" name="Google Shape;6918;p32">
            <a:extLst>
              <a:ext uri="{FF2B5EF4-FFF2-40B4-BE49-F238E27FC236}">
                <a16:creationId xmlns:a16="http://schemas.microsoft.com/office/drawing/2014/main" id="{5EB98B6E-FC2E-83AE-A6E4-43C76C4D5428}"/>
              </a:ext>
            </a:extLst>
          </p:cNvPr>
          <p:cNvGrpSpPr/>
          <p:nvPr/>
        </p:nvGrpSpPr>
        <p:grpSpPr>
          <a:xfrm>
            <a:off x="7900375" y="2521625"/>
            <a:ext cx="908400" cy="2505550"/>
            <a:chOff x="16129525" y="2597825"/>
            <a:chExt cx="908400" cy="2505550"/>
          </a:xfrm>
        </p:grpSpPr>
        <p:sp>
          <p:nvSpPr>
            <p:cNvPr id="6919" name="Google Shape;6919;p32">
              <a:extLst>
                <a:ext uri="{FF2B5EF4-FFF2-40B4-BE49-F238E27FC236}">
                  <a16:creationId xmlns:a16="http://schemas.microsoft.com/office/drawing/2014/main" id="{FE05D53C-08FA-7639-0389-6B0D449268E2}"/>
                </a:ext>
              </a:extLst>
            </p:cNvPr>
            <p:cNvSpPr/>
            <p:nvPr/>
          </p:nvSpPr>
          <p:spPr>
            <a:xfrm>
              <a:off x="16129525" y="4968075"/>
              <a:ext cx="908400" cy="1353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32">
              <a:extLst>
                <a:ext uri="{FF2B5EF4-FFF2-40B4-BE49-F238E27FC236}">
                  <a16:creationId xmlns:a16="http://schemas.microsoft.com/office/drawing/2014/main" id="{2EF6A7AD-BCC0-232E-7C57-76D287091797}"/>
                </a:ext>
              </a:extLst>
            </p:cNvPr>
            <p:cNvSpPr/>
            <p:nvPr/>
          </p:nvSpPr>
          <p:spPr>
            <a:xfrm>
              <a:off x="16140225" y="3564750"/>
              <a:ext cx="180425" cy="696325"/>
            </a:xfrm>
            <a:custGeom>
              <a:avLst/>
              <a:gdLst/>
              <a:ahLst/>
              <a:cxnLst/>
              <a:rect l="l" t="t" r="r" b="b"/>
              <a:pathLst>
                <a:path w="7217" h="27853" extrusionOk="0">
                  <a:moveTo>
                    <a:pt x="0" y="1"/>
                  </a:moveTo>
                  <a:lnTo>
                    <a:pt x="130" y="3112"/>
                  </a:lnTo>
                  <a:lnTo>
                    <a:pt x="216" y="6526"/>
                  </a:lnTo>
                  <a:lnTo>
                    <a:pt x="367" y="13916"/>
                  </a:lnTo>
                  <a:lnTo>
                    <a:pt x="540" y="21306"/>
                  </a:lnTo>
                  <a:lnTo>
                    <a:pt x="627" y="24741"/>
                  </a:lnTo>
                  <a:lnTo>
                    <a:pt x="756" y="27853"/>
                  </a:lnTo>
                  <a:lnTo>
                    <a:pt x="6180" y="27853"/>
                  </a:lnTo>
                  <a:lnTo>
                    <a:pt x="6309" y="24741"/>
                  </a:lnTo>
                  <a:lnTo>
                    <a:pt x="6439" y="21306"/>
                  </a:lnTo>
                  <a:lnTo>
                    <a:pt x="6698" y="13916"/>
                  </a:lnTo>
                  <a:lnTo>
                    <a:pt x="6958" y="6526"/>
                  </a:lnTo>
                  <a:lnTo>
                    <a:pt x="7087" y="3112"/>
                  </a:lnTo>
                  <a:lnTo>
                    <a:pt x="72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32">
              <a:extLst>
                <a:ext uri="{FF2B5EF4-FFF2-40B4-BE49-F238E27FC236}">
                  <a16:creationId xmlns:a16="http://schemas.microsoft.com/office/drawing/2014/main" id="{587467BF-5DA4-1A79-15EF-00C54F75C515}"/>
                </a:ext>
              </a:extLst>
            </p:cNvPr>
            <p:cNvSpPr/>
            <p:nvPr/>
          </p:nvSpPr>
          <p:spPr>
            <a:xfrm>
              <a:off x="16824625" y="3564750"/>
              <a:ext cx="180450" cy="696325"/>
            </a:xfrm>
            <a:custGeom>
              <a:avLst/>
              <a:gdLst/>
              <a:ahLst/>
              <a:cxnLst/>
              <a:rect l="l" t="t" r="r" b="b"/>
              <a:pathLst>
                <a:path w="7218" h="27853" extrusionOk="0">
                  <a:moveTo>
                    <a:pt x="1" y="1"/>
                  </a:moveTo>
                  <a:lnTo>
                    <a:pt x="130" y="3112"/>
                  </a:lnTo>
                  <a:lnTo>
                    <a:pt x="260" y="6526"/>
                  </a:lnTo>
                  <a:lnTo>
                    <a:pt x="519" y="13916"/>
                  </a:lnTo>
                  <a:lnTo>
                    <a:pt x="779" y="21306"/>
                  </a:lnTo>
                  <a:lnTo>
                    <a:pt x="908" y="24741"/>
                  </a:lnTo>
                  <a:lnTo>
                    <a:pt x="1038" y="27853"/>
                  </a:lnTo>
                  <a:lnTo>
                    <a:pt x="6483" y="27853"/>
                  </a:lnTo>
                  <a:lnTo>
                    <a:pt x="6591" y="24741"/>
                  </a:lnTo>
                  <a:lnTo>
                    <a:pt x="6699" y="21306"/>
                  </a:lnTo>
                  <a:lnTo>
                    <a:pt x="6850" y="13916"/>
                  </a:lnTo>
                  <a:lnTo>
                    <a:pt x="7002" y="6526"/>
                  </a:lnTo>
                  <a:lnTo>
                    <a:pt x="7110" y="3112"/>
                  </a:lnTo>
                  <a:lnTo>
                    <a:pt x="7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32">
              <a:extLst>
                <a:ext uri="{FF2B5EF4-FFF2-40B4-BE49-F238E27FC236}">
                  <a16:creationId xmlns:a16="http://schemas.microsoft.com/office/drawing/2014/main" id="{9940C9AC-FA50-F3AB-D3E2-1857BA5BA69D}"/>
                </a:ext>
              </a:extLst>
            </p:cNvPr>
            <p:cNvSpPr/>
            <p:nvPr/>
          </p:nvSpPr>
          <p:spPr>
            <a:xfrm>
              <a:off x="16228275" y="3067250"/>
              <a:ext cx="244725" cy="485100"/>
            </a:xfrm>
            <a:custGeom>
              <a:avLst/>
              <a:gdLst/>
              <a:ahLst/>
              <a:cxnLst/>
              <a:rect l="l" t="t" r="r" b="b"/>
              <a:pathLst>
                <a:path w="9789" h="19404" extrusionOk="0">
                  <a:moveTo>
                    <a:pt x="6331" y="0"/>
                  </a:moveTo>
                  <a:lnTo>
                    <a:pt x="6201" y="22"/>
                  </a:lnTo>
                  <a:lnTo>
                    <a:pt x="6072" y="65"/>
                  </a:lnTo>
                  <a:lnTo>
                    <a:pt x="5942" y="108"/>
                  </a:lnTo>
                  <a:lnTo>
                    <a:pt x="5812" y="173"/>
                  </a:lnTo>
                  <a:lnTo>
                    <a:pt x="5683" y="259"/>
                  </a:lnTo>
                  <a:lnTo>
                    <a:pt x="5553" y="346"/>
                  </a:lnTo>
                  <a:lnTo>
                    <a:pt x="5316" y="584"/>
                  </a:lnTo>
                  <a:lnTo>
                    <a:pt x="5078" y="864"/>
                  </a:lnTo>
                  <a:lnTo>
                    <a:pt x="4840" y="1189"/>
                  </a:lnTo>
                  <a:lnTo>
                    <a:pt x="4624" y="1556"/>
                  </a:lnTo>
                  <a:lnTo>
                    <a:pt x="4430" y="1966"/>
                  </a:lnTo>
                  <a:lnTo>
                    <a:pt x="4235" y="2399"/>
                  </a:lnTo>
                  <a:lnTo>
                    <a:pt x="4062" y="2874"/>
                  </a:lnTo>
                  <a:lnTo>
                    <a:pt x="3911" y="3349"/>
                  </a:lnTo>
                  <a:lnTo>
                    <a:pt x="3760" y="3868"/>
                  </a:lnTo>
                  <a:lnTo>
                    <a:pt x="3652" y="4387"/>
                  </a:lnTo>
                  <a:lnTo>
                    <a:pt x="3544" y="4905"/>
                  </a:lnTo>
                  <a:lnTo>
                    <a:pt x="3457" y="5424"/>
                  </a:lnTo>
                  <a:lnTo>
                    <a:pt x="3392" y="5964"/>
                  </a:lnTo>
                  <a:lnTo>
                    <a:pt x="3349" y="6223"/>
                  </a:lnTo>
                  <a:lnTo>
                    <a:pt x="3284" y="6526"/>
                  </a:lnTo>
                  <a:lnTo>
                    <a:pt x="3220" y="6828"/>
                  </a:lnTo>
                  <a:lnTo>
                    <a:pt x="3112" y="7152"/>
                  </a:lnTo>
                  <a:lnTo>
                    <a:pt x="2874" y="7822"/>
                  </a:lnTo>
                  <a:lnTo>
                    <a:pt x="2571" y="8535"/>
                  </a:lnTo>
                  <a:lnTo>
                    <a:pt x="1902" y="10091"/>
                  </a:lnTo>
                  <a:lnTo>
                    <a:pt x="1188" y="11711"/>
                  </a:lnTo>
                  <a:lnTo>
                    <a:pt x="864" y="12533"/>
                  </a:lnTo>
                  <a:lnTo>
                    <a:pt x="562" y="13354"/>
                  </a:lnTo>
                  <a:lnTo>
                    <a:pt x="324" y="14153"/>
                  </a:lnTo>
                  <a:lnTo>
                    <a:pt x="216" y="14542"/>
                  </a:lnTo>
                  <a:lnTo>
                    <a:pt x="130" y="14909"/>
                  </a:lnTo>
                  <a:lnTo>
                    <a:pt x="65" y="15298"/>
                  </a:lnTo>
                  <a:lnTo>
                    <a:pt x="22" y="15644"/>
                  </a:lnTo>
                  <a:lnTo>
                    <a:pt x="0" y="16011"/>
                  </a:lnTo>
                  <a:lnTo>
                    <a:pt x="0" y="16357"/>
                  </a:lnTo>
                  <a:lnTo>
                    <a:pt x="43" y="16681"/>
                  </a:lnTo>
                  <a:lnTo>
                    <a:pt x="87" y="17005"/>
                  </a:lnTo>
                  <a:lnTo>
                    <a:pt x="173" y="17286"/>
                  </a:lnTo>
                  <a:lnTo>
                    <a:pt x="303" y="17589"/>
                  </a:lnTo>
                  <a:lnTo>
                    <a:pt x="454" y="17848"/>
                  </a:lnTo>
                  <a:lnTo>
                    <a:pt x="627" y="18086"/>
                  </a:lnTo>
                  <a:lnTo>
                    <a:pt x="821" y="18302"/>
                  </a:lnTo>
                  <a:lnTo>
                    <a:pt x="1059" y="18496"/>
                  </a:lnTo>
                  <a:lnTo>
                    <a:pt x="1297" y="18669"/>
                  </a:lnTo>
                  <a:lnTo>
                    <a:pt x="1577" y="18820"/>
                  </a:lnTo>
                  <a:lnTo>
                    <a:pt x="1858" y="18950"/>
                  </a:lnTo>
                  <a:lnTo>
                    <a:pt x="2161" y="19058"/>
                  </a:lnTo>
                  <a:lnTo>
                    <a:pt x="2485" y="19166"/>
                  </a:lnTo>
                  <a:lnTo>
                    <a:pt x="2809" y="19231"/>
                  </a:lnTo>
                  <a:lnTo>
                    <a:pt x="3155" y="19296"/>
                  </a:lnTo>
                  <a:lnTo>
                    <a:pt x="3500" y="19339"/>
                  </a:lnTo>
                  <a:lnTo>
                    <a:pt x="3868" y="19382"/>
                  </a:lnTo>
                  <a:lnTo>
                    <a:pt x="4214" y="19404"/>
                  </a:lnTo>
                  <a:lnTo>
                    <a:pt x="4948" y="19404"/>
                  </a:lnTo>
                  <a:lnTo>
                    <a:pt x="5683" y="19339"/>
                  </a:lnTo>
                  <a:lnTo>
                    <a:pt x="6396" y="19253"/>
                  </a:lnTo>
                  <a:lnTo>
                    <a:pt x="7066" y="19144"/>
                  </a:lnTo>
                  <a:lnTo>
                    <a:pt x="7692" y="18993"/>
                  </a:lnTo>
                  <a:lnTo>
                    <a:pt x="8254" y="18842"/>
                  </a:lnTo>
                  <a:lnTo>
                    <a:pt x="8751" y="18669"/>
                  </a:lnTo>
                  <a:lnTo>
                    <a:pt x="9140" y="18475"/>
                  </a:lnTo>
                  <a:lnTo>
                    <a:pt x="9291" y="18388"/>
                  </a:lnTo>
                  <a:lnTo>
                    <a:pt x="9399" y="18302"/>
                  </a:lnTo>
                  <a:lnTo>
                    <a:pt x="9464" y="18237"/>
                  </a:lnTo>
                  <a:lnTo>
                    <a:pt x="9507" y="18172"/>
                  </a:lnTo>
                  <a:lnTo>
                    <a:pt x="9594" y="17934"/>
                  </a:lnTo>
                  <a:lnTo>
                    <a:pt x="9659" y="17632"/>
                  </a:lnTo>
                  <a:lnTo>
                    <a:pt x="9702" y="17243"/>
                  </a:lnTo>
                  <a:lnTo>
                    <a:pt x="9745" y="16789"/>
                  </a:lnTo>
                  <a:lnTo>
                    <a:pt x="9767" y="16249"/>
                  </a:lnTo>
                  <a:lnTo>
                    <a:pt x="9788" y="15666"/>
                  </a:lnTo>
                  <a:lnTo>
                    <a:pt x="9767" y="15039"/>
                  </a:lnTo>
                  <a:lnTo>
                    <a:pt x="9723" y="13613"/>
                  </a:lnTo>
                  <a:lnTo>
                    <a:pt x="9615" y="12057"/>
                  </a:lnTo>
                  <a:lnTo>
                    <a:pt x="9464" y="10437"/>
                  </a:lnTo>
                  <a:lnTo>
                    <a:pt x="9270" y="8751"/>
                  </a:lnTo>
                  <a:lnTo>
                    <a:pt x="9032" y="7087"/>
                  </a:lnTo>
                  <a:lnTo>
                    <a:pt x="8881" y="6288"/>
                  </a:lnTo>
                  <a:lnTo>
                    <a:pt x="8751" y="5489"/>
                  </a:lnTo>
                  <a:lnTo>
                    <a:pt x="8578" y="4732"/>
                  </a:lnTo>
                  <a:lnTo>
                    <a:pt x="8427" y="3998"/>
                  </a:lnTo>
                  <a:lnTo>
                    <a:pt x="8254" y="3306"/>
                  </a:lnTo>
                  <a:lnTo>
                    <a:pt x="8060" y="2680"/>
                  </a:lnTo>
                  <a:lnTo>
                    <a:pt x="7865" y="2096"/>
                  </a:lnTo>
                  <a:lnTo>
                    <a:pt x="7671" y="1556"/>
                  </a:lnTo>
                  <a:lnTo>
                    <a:pt x="7476" y="1102"/>
                  </a:lnTo>
                  <a:lnTo>
                    <a:pt x="7260" y="713"/>
                  </a:lnTo>
                  <a:lnTo>
                    <a:pt x="7152" y="540"/>
                  </a:lnTo>
                  <a:lnTo>
                    <a:pt x="7023" y="411"/>
                  </a:lnTo>
                  <a:lnTo>
                    <a:pt x="6914" y="281"/>
                  </a:lnTo>
                  <a:lnTo>
                    <a:pt x="6806" y="173"/>
                  </a:lnTo>
                  <a:lnTo>
                    <a:pt x="6698" y="108"/>
                  </a:lnTo>
                  <a:lnTo>
                    <a:pt x="6569" y="43"/>
                  </a:lnTo>
                  <a:lnTo>
                    <a:pt x="6461" y="22"/>
                  </a:lnTo>
                  <a:lnTo>
                    <a:pt x="633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32">
              <a:extLst>
                <a:ext uri="{FF2B5EF4-FFF2-40B4-BE49-F238E27FC236}">
                  <a16:creationId xmlns:a16="http://schemas.microsoft.com/office/drawing/2014/main" id="{1A205752-DF0B-87F6-5049-58AC3D28EF57}"/>
                </a:ext>
              </a:extLst>
            </p:cNvPr>
            <p:cNvSpPr/>
            <p:nvPr/>
          </p:nvSpPr>
          <p:spPr>
            <a:xfrm>
              <a:off x="16228275" y="3067250"/>
              <a:ext cx="244725" cy="485100"/>
            </a:xfrm>
            <a:custGeom>
              <a:avLst/>
              <a:gdLst/>
              <a:ahLst/>
              <a:cxnLst/>
              <a:rect l="l" t="t" r="r" b="b"/>
              <a:pathLst>
                <a:path w="9789" h="19404" fill="none" extrusionOk="0">
                  <a:moveTo>
                    <a:pt x="6331" y="0"/>
                  </a:moveTo>
                  <a:lnTo>
                    <a:pt x="6331" y="0"/>
                  </a:lnTo>
                  <a:lnTo>
                    <a:pt x="6201" y="22"/>
                  </a:lnTo>
                  <a:lnTo>
                    <a:pt x="6072" y="65"/>
                  </a:lnTo>
                  <a:lnTo>
                    <a:pt x="5942" y="108"/>
                  </a:lnTo>
                  <a:lnTo>
                    <a:pt x="5812" y="173"/>
                  </a:lnTo>
                  <a:lnTo>
                    <a:pt x="5683" y="259"/>
                  </a:lnTo>
                  <a:lnTo>
                    <a:pt x="5553" y="346"/>
                  </a:lnTo>
                  <a:lnTo>
                    <a:pt x="5316" y="584"/>
                  </a:lnTo>
                  <a:lnTo>
                    <a:pt x="5078" y="864"/>
                  </a:lnTo>
                  <a:lnTo>
                    <a:pt x="4840" y="1189"/>
                  </a:lnTo>
                  <a:lnTo>
                    <a:pt x="4624" y="1556"/>
                  </a:lnTo>
                  <a:lnTo>
                    <a:pt x="4430" y="1966"/>
                  </a:lnTo>
                  <a:lnTo>
                    <a:pt x="4235" y="2399"/>
                  </a:lnTo>
                  <a:lnTo>
                    <a:pt x="4062" y="2874"/>
                  </a:lnTo>
                  <a:lnTo>
                    <a:pt x="3911" y="3349"/>
                  </a:lnTo>
                  <a:lnTo>
                    <a:pt x="3760" y="3868"/>
                  </a:lnTo>
                  <a:lnTo>
                    <a:pt x="3652" y="4387"/>
                  </a:lnTo>
                  <a:lnTo>
                    <a:pt x="3544" y="4905"/>
                  </a:lnTo>
                  <a:lnTo>
                    <a:pt x="3457" y="5424"/>
                  </a:lnTo>
                  <a:lnTo>
                    <a:pt x="3392" y="5964"/>
                  </a:lnTo>
                  <a:lnTo>
                    <a:pt x="3392" y="5964"/>
                  </a:lnTo>
                  <a:lnTo>
                    <a:pt x="3349" y="6223"/>
                  </a:lnTo>
                  <a:lnTo>
                    <a:pt x="3284" y="6526"/>
                  </a:lnTo>
                  <a:lnTo>
                    <a:pt x="3220" y="6828"/>
                  </a:lnTo>
                  <a:lnTo>
                    <a:pt x="3112" y="7152"/>
                  </a:lnTo>
                  <a:lnTo>
                    <a:pt x="2874" y="7822"/>
                  </a:lnTo>
                  <a:lnTo>
                    <a:pt x="2571" y="8535"/>
                  </a:lnTo>
                  <a:lnTo>
                    <a:pt x="1902" y="10091"/>
                  </a:lnTo>
                  <a:lnTo>
                    <a:pt x="1188" y="11711"/>
                  </a:lnTo>
                  <a:lnTo>
                    <a:pt x="864" y="12533"/>
                  </a:lnTo>
                  <a:lnTo>
                    <a:pt x="562" y="13354"/>
                  </a:lnTo>
                  <a:lnTo>
                    <a:pt x="324" y="14153"/>
                  </a:lnTo>
                  <a:lnTo>
                    <a:pt x="216" y="14542"/>
                  </a:lnTo>
                  <a:lnTo>
                    <a:pt x="130" y="14909"/>
                  </a:lnTo>
                  <a:lnTo>
                    <a:pt x="65" y="15298"/>
                  </a:lnTo>
                  <a:lnTo>
                    <a:pt x="22" y="15644"/>
                  </a:lnTo>
                  <a:lnTo>
                    <a:pt x="0" y="16011"/>
                  </a:lnTo>
                  <a:lnTo>
                    <a:pt x="0" y="16357"/>
                  </a:lnTo>
                  <a:lnTo>
                    <a:pt x="43" y="16681"/>
                  </a:lnTo>
                  <a:lnTo>
                    <a:pt x="87" y="17005"/>
                  </a:lnTo>
                  <a:lnTo>
                    <a:pt x="173" y="17286"/>
                  </a:lnTo>
                  <a:lnTo>
                    <a:pt x="303" y="17589"/>
                  </a:lnTo>
                  <a:lnTo>
                    <a:pt x="303" y="17589"/>
                  </a:lnTo>
                  <a:lnTo>
                    <a:pt x="454" y="17848"/>
                  </a:lnTo>
                  <a:lnTo>
                    <a:pt x="627" y="18086"/>
                  </a:lnTo>
                  <a:lnTo>
                    <a:pt x="821" y="18302"/>
                  </a:lnTo>
                  <a:lnTo>
                    <a:pt x="1059" y="18496"/>
                  </a:lnTo>
                  <a:lnTo>
                    <a:pt x="1297" y="18669"/>
                  </a:lnTo>
                  <a:lnTo>
                    <a:pt x="1577" y="18820"/>
                  </a:lnTo>
                  <a:lnTo>
                    <a:pt x="1858" y="18950"/>
                  </a:lnTo>
                  <a:lnTo>
                    <a:pt x="2161" y="19058"/>
                  </a:lnTo>
                  <a:lnTo>
                    <a:pt x="2485" y="19166"/>
                  </a:lnTo>
                  <a:lnTo>
                    <a:pt x="2809" y="19231"/>
                  </a:lnTo>
                  <a:lnTo>
                    <a:pt x="3155" y="19296"/>
                  </a:lnTo>
                  <a:lnTo>
                    <a:pt x="3500" y="19339"/>
                  </a:lnTo>
                  <a:lnTo>
                    <a:pt x="3868" y="19382"/>
                  </a:lnTo>
                  <a:lnTo>
                    <a:pt x="4214" y="19404"/>
                  </a:lnTo>
                  <a:lnTo>
                    <a:pt x="4948" y="19404"/>
                  </a:lnTo>
                  <a:lnTo>
                    <a:pt x="5683" y="19339"/>
                  </a:lnTo>
                  <a:lnTo>
                    <a:pt x="6396" y="19253"/>
                  </a:lnTo>
                  <a:lnTo>
                    <a:pt x="7066" y="19144"/>
                  </a:lnTo>
                  <a:lnTo>
                    <a:pt x="7692" y="18993"/>
                  </a:lnTo>
                  <a:lnTo>
                    <a:pt x="8254" y="18842"/>
                  </a:lnTo>
                  <a:lnTo>
                    <a:pt x="8751" y="18669"/>
                  </a:lnTo>
                  <a:lnTo>
                    <a:pt x="9140" y="18475"/>
                  </a:lnTo>
                  <a:lnTo>
                    <a:pt x="9291" y="18388"/>
                  </a:lnTo>
                  <a:lnTo>
                    <a:pt x="9399" y="18302"/>
                  </a:lnTo>
                  <a:lnTo>
                    <a:pt x="9399" y="18302"/>
                  </a:lnTo>
                  <a:lnTo>
                    <a:pt x="9464" y="18237"/>
                  </a:lnTo>
                  <a:lnTo>
                    <a:pt x="9507" y="18172"/>
                  </a:lnTo>
                  <a:lnTo>
                    <a:pt x="9594" y="17934"/>
                  </a:lnTo>
                  <a:lnTo>
                    <a:pt x="9659" y="17632"/>
                  </a:lnTo>
                  <a:lnTo>
                    <a:pt x="9702" y="17243"/>
                  </a:lnTo>
                  <a:lnTo>
                    <a:pt x="9745" y="16789"/>
                  </a:lnTo>
                  <a:lnTo>
                    <a:pt x="9767" y="16249"/>
                  </a:lnTo>
                  <a:lnTo>
                    <a:pt x="9788" y="15666"/>
                  </a:lnTo>
                  <a:lnTo>
                    <a:pt x="9767" y="15039"/>
                  </a:lnTo>
                  <a:lnTo>
                    <a:pt x="9723" y="13613"/>
                  </a:lnTo>
                  <a:lnTo>
                    <a:pt x="9615" y="12057"/>
                  </a:lnTo>
                  <a:lnTo>
                    <a:pt x="9464" y="10437"/>
                  </a:lnTo>
                  <a:lnTo>
                    <a:pt x="9270" y="8751"/>
                  </a:lnTo>
                  <a:lnTo>
                    <a:pt x="9032" y="7087"/>
                  </a:lnTo>
                  <a:lnTo>
                    <a:pt x="8881" y="6288"/>
                  </a:lnTo>
                  <a:lnTo>
                    <a:pt x="8751" y="5489"/>
                  </a:lnTo>
                  <a:lnTo>
                    <a:pt x="8578" y="4732"/>
                  </a:lnTo>
                  <a:lnTo>
                    <a:pt x="8427" y="3998"/>
                  </a:lnTo>
                  <a:lnTo>
                    <a:pt x="8254" y="3306"/>
                  </a:lnTo>
                  <a:lnTo>
                    <a:pt x="8060" y="2680"/>
                  </a:lnTo>
                  <a:lnTo>
                    <a:pt x="7865" y="2096"/>
                  </a:lnTo>
                  <a:lnTo>
                    <a:pt x="7671" y="1556"/>
                  </a:lnTo>
                  <a:lnTo>
                    <a:pt x="7476" y="1102"/>
                  </a:lnTo>
                  <a:lnTo>
                    <a:pt x="7260" y="713"/>
                  </a:lnTo>
                  <a:lnTo>
                    <a:pt x="7152" y="540"/>
                  </a:lnTo>
                  <a:lnTo>
                    <a:pt x="7023" y="411"/>
                  </a:lnTo>
                  <a:lnTo>
                    <a:pt x="6914" y="281"/>
                  </a:lnTo>
                  <a:lnTo>
                    <a:pt x="6806" y="173"/>
                  </a:lnTo>
                  <a:lnTo>
                    <a:pt x="6698" y="108"/>
                  </a:lnTo>
                  <a:lnTo>
                    <a:pt x="6569" y="43"/>
                  </a:lnTo>
                  <a:lnTo>
                    <a:pt x="6461" y="22"/>
                  </a:lnTo>
                  <a:lnTo>
                    <a:pt x="63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32">
              <a:extLst>
                <a:ext uri="{FF2B5EF4-FFF2-40B4-BE49-F238E27FC236}">
                  <a16:creationId xmlns:a16="http://schemas.microsoft.com/office/drawing/2014/main" id="{B7E97450-C4AD-A83E-CC95-5EE466B79F5E}"/>
                </a:ext>
              </a:extLst>
            </p:cNvPr>
            <p:cNvSpPr/>
            <p:nvPr/>
          </p:nvSpPr>
          <p:spPr>
            <a:xfrm>
              <a:off x="16682025" y="3067775"/>
              <a:ext cx="244175" cy="484575"/>
            </a:xfrm>
            <a:custGeom>
              <a:avLst/>
              <a:gdLst/>
              <a:ahLst/>
              <a:cxnLst/>
              <a:rect l="l" t="t" r="r" b="b"/>
              <a:pathLst>
                <a:path w="9767" h="19383" extrusionOk="0">
                  <a:moveTo>
                    <a:pt x="3350" y="1"/>
                  </a:moveTo>
                  <a:lnTo>
                    <a:pt x="3220" y="44"/>
                  </a:lnTo>
                  <a:lnTo>
                    <a:pt x="3112" y="87"/>
                  </a:lnTo>
                  <a:lnTo>
                    <a:pt x="2982" y="174"/>
                  </a:lnTo>
                  <a:lnTo>
                    <a:pt x="2874" y="260"/>
                  </a:lnTo>
                  <a:lnTo>
                    <a:pt x="2766" y="390"/>
                  </a:lnTo>
                  <a:lnTo>
                    <a:pt x="2658" y="541"/>
                  </a:lnTo>
                  <a:lnTo>
                    <a:pt x="2528" y="692"/>
                  </a:lnTo>
                  <a:lnTo>
                    <a:pt x="2334" y="1081"/>
                  </a:lnTo>
                  <a:lnTo>
                    <a:pt x="2118" y="1557"/>
                  </a:lnTo>
                  <a:lnTo>
                    <a:pt x="1923" y="2075"/>
                  </a:lnTo>
                  <a:lnTo>
                    <a:pt x="1729" y="2659"/>
                  </a:lnTo>
                  <a:lnTo>
                    <a:pt x="1534" y="3307"/>
                  </a:lnTo>
                  <a:lnTo>
                    <a:pt x="1362" y="3977"/>
                  </a:lnTo>
                  <a:lnTo>
                    <a:pt x="1210" y="4711"/>
                  </a:lnTo>
                  <a:lnTo>
                    <a:pt x="1038" y="5468"/>
                  </a:lnTo>
                  <a:lnTo>
                    <a:pt x="886" y="6267"/>
                  </a:lnTo>
                  <a:lnTo>
                    <a:pt x="757" y="7066"/>
                  </a:lnTo>
                  <a:lnTo>
                    <a:pt x="519" y="8730"/>
                  </a:lnTo>
                  <a:lnTo>
                    <a:pt x="303" y="10416"/>
                  </a:lnTo>
                  <a:lnTo>
                    <a:pt x="152" y="12058"/>
                  </a:lnTo>
                  <a:lnTo>
                    <a:pt x="44" y="13614"/>
                  </a:lnTo>
                  <a:lnTo>
                    <a:pt x="0" y="15018"/>
                  </a:lnTo>
                  <a:lnTo>
                    <a:pt x="0" y="15666"/>
                  </a:lnTo>
                  <a:lnTo>
                    <a:pt x="0" y="16250"/>
                  </a:lnTo>
                  <a:lnTo>
                    <a:pt x="22" y="16768"/>
                  </a:lnTo>
                  <a:lnTo>
                    <a:pt x="65" y="17222"/>
                  </a:lnTo>
                  <a:lnTo>
                    <a:pt x="108" y="17611"/>
                  </a:lnTo>
                  <a:lnTo>
                    <a:pt x="173" y="17935"/>
                  </a:lnTo>
                  <a:lnTo>
                    <a:pt x="260" y="18151"/>
                  </a:lnTo>
                  <a:lnTo>
                    <a:pt x="303" y="18238"/>
                  </a:lnTo>
                  <a:lnTo>
                    <a:pt x="368" y="18281"/>
                  </a:lnTo>
                  <a:lnTo>
                    <a:pt x="476" y="18367"/>
                  </a:lnTo>
                  <a:lnTo>
                    <a:pt x="649" y="18475"/>
                  </a:lnTo>
                  <a:lnTo>
                    <a:pt x="1016" y="18648"/>
                  </a:lnTo>
                  <a:lnTo>
                    <a:pt x="1513" y="18821"/>
                  </a:lnTo>
                  <a:lnTo>
                    <a:pt x="2075" y="18994"/>
                  </a:lnTo>
                  <a:lnTo>
                    <a:pt x="2701" y="19123"/>
                  </a:lnTo>
                  <a:lnTo>
                    <a:pt x="3371" y="19253"/>
                  </a:lnTo>
                  <a:lnTo>
                    <a:pt x="4084" y="19340"/>
                  </a:lnTo>
                  <a:lnTo>
                    <a:pt x="4819" y="19383"/>
                  </a:lnTo>
                  <a:lnTo>
                    <a:pt x="5532" y="19383"/>
                  </a:lnTo>
                  <a:lnTo>
                    <a:pt x="5899" y="19361"/>
                  </a:lnTo>
                  <a:lnTo>
                    <a:pt x="6267" y="19340"/>
                  </a:lnTo>
                  <a:lnTo>
                    <a:pt x="6612" y="19296"/>
                  </a:lnTo>
                  <a:lnTo>
                    <a:pt x="6958" y="19232"/>
                  </a:lnTo>
                  <a:lnTo>
                    <a:pt x="7282" y="19145"/>
                  </a:lnTo>
                  <a:lnTo>
                    <a:pt x="7606" y="19059"/>
                  </a:lnTo>
                  <a:lnTo>
                    <a:pt x="7909" y="18951"/>
                  </a:lnTo>
                  <a:lnTo>
                    <a:pt x="8190" y="18821"/>
                  </a:lnTo>
                  <a:lnTo>
                    <a:pt x="8471" y="18670"/>
                  </a:lnTo>
                  <a:lnTo>
                    <a:pt x="8708" y="18497"/>
                  </a:lnTo>
                  <a:lnTo>
                    <a:pt x="8946" y="18302"/>
                  </a:lnTo>
                  <a:lnTo>
                    <a:pt x="9140" y="18086"/>
                  </a:lnTo>
                  <a:lnTo>
                    <a:pt x="9335" y="17849"/>
                  </a:lnTo>
                  <a:lnTo>
                    <a:pt x="9464" y="17568"/>
                  </a:lnTo>
                  <a:lnTo>
                    <a:pt x="9594" y="17287"/>
                  </a:lnTo>
                  <a:lnTo>
                    <a:pt x="9681" y="16984"/>
                  </a:lnTo>
                  <a:lnTo>
                    <a:pt x="9745" y="16682"/>
                  </a:lnTo>
                  <a:lnTo>
                    <a:pt x="9767" y="16358"/>
                  </a:lnTo>
                  <a:lnTo>
                    <a:pt x="9767" y="16012"/>
                  </a:lnTo>
                  <a:lnTo>
                    <a:pt x="9745" y="15645"/>
                  </a:lnTo>
                  <a:lnTo>
                    <a:pt x="9702" y="15277"/>
                  </a:lnTo>
                  <a:lnTo>
                    <a:pt x="9637" y="14910"/>
                  </a:lnTo>
                  <a:lnTo>
                    <a:pt x="9551" y="14521"/>
                  </a:lnTo>
                  <a:lnTo>
                    <a:pt x="9464" y="14132"/>
                  </a:lnTo>
                  <a:lnTo>
                    <a:pt x="9205" y="13354"/>
                  </a:lnTo>
                  <a:lnTo>
                    <a:pt x="8903" y="12533"/>
                  </a:lnTo>
                  <a:lnTo>
                    <a:pt x="8579" y="11712"/>
                  </a:lnTo>
                  <a:lnTo>
                    <a:pt x="7865" y="10092"/>
                  </a:lnTo>
                  <a:lnTo>
                    <a:pt x="7196" y="8536"/>
                  </a:lnTo>
                  <a:lnTo>
                    <a:pt x="6915" y="7823"/>
                  </a:lnTo>
                  <a:lnTo>
                    <a:pt x="6677" y="7131"/>
                  </a:lnTo>
                  <a:lnTo>
                    <a:pt x="6569" y="6807"/>
                  </a:lnTo>
                  <a:lnTo>
                    <a:pt x="6504" y="6505"/>
                  </a:lnTo>
                  <a:lnTo>
                    <a:pt x="6439" y="6224"/>
                  </a:lnTo>
                  <a:lnTo>
                    <a:pt x="6396" y="5943"/>
                  </a:lnTo>
                  <a:lnTo>
                    <a:pt x="6331" y="5424"/>
                  </a:lnTo>
                  <a:lnTo>
                    <a:pt x="6245" y="4906"/>
                  </a:lnTo>
                  <a:lnTo>
                    <a:pt x="6137" y="4366"/>
                  </a:lnTo>
                  <a:lnTo>
                    <a:pt x="6029" y="3847"/>
                  </a:lnTo>
                  <a:lnTo>
                    <a:pt x="5878" y="3350"/>
                  </a:lnTo>
                  <a:lnTo>
                    <a:pt x="5726" y="2853"/>
                  </a:lnTo>
                  <a:lnTo>
                    <a:pt x="5553" y="2399"/>
                  </a:lnTo>
                  <a:lnTo>
                    <a:pt x="5359" y="1945"/>
                  </a:lnTo>
                  <a:lnTo>
                    <a:pt x="5165" y="1557"/>
                  </a:lnTo>
                  <a:lnTo>
                    <a:pt x="4948" y="1189"/>
                  </a:lnTo>
                  <a:lnTo>
                    <a:pt x="4711" y="843"/>
                  </a:lnTo>
                  <a:lnTo>
                    <a:pt x="4473" y="563"/>
                  </a:lnTo>
                  <a:lnTo>
                    <a:pt x="4235" y="347"/>
                  </a:lnTo>
                  <a:lnTo>
                    <a:pt x="4106" y="238"/>
                  </a:lnTo>
                  <a:lnTo>
                    <a:pt x="3976" y="152"/>
                  </a:lnTo>
                  <a:lnTo>
                    <a:pt x="3846" y="87"/>
                  </a:lnTo>
                  <a:lnTo>
                    <a:pt x="3717" y="44"/>
                  </a:lnTo>
                  <a:lnTo>
                    <a:pt x="3587" y="22"/>
                  </a:lnTo>
                  <a:lnTo>
                    <a:pt x="345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32">
              <a:extLst>
                <a:ext uri="{FF2B5EF4-FFF2-40B4-BE49-F238E27FC236}">
                  <a16:creationId xmlns:a16="http://schemas.microsoft.com/office/drawing/2014/main" id="{AB045C78-1412-F9F4-D97C-8A3B19FEEE5E}"/>
                </a:ext>
              </a:extLst>
            </p:cNvPr>
            <p:cNvSpPr/>
            <p:nvPr/>
          </p:nvSpPr>
          <p:spPr>
            <a:xfrm>
              <a:off x="16682025" y="3067775"/>
              <a:ext cx="244175" cy="484575"/>
            </a:xfrm>
            <a:custGeom>
              <a:avLst/>
              <a:gdLst/>
              <a:ahLst/>
              <a:cxnLst/>
              <a:rect l="l" t="t" r="r" b="b"/>
              <a:pathLst>
                <a:path w="9767" h="19383" fill="none" extrusionOk="0">
                  <a:moveTo>
                    <a:pt x="3458" y="1"/>
                  </a:moveTo>
                  <a:lnTo>
                    <a:pt x="3458" y="1"/>
                  </a:lnTo>
                  <a:lnTo>
                    <a:pt x="3587" y="22"/>
                  </a:lnTo>
                  <a:lnTo>
                    <a:pt x="3717" y="44"/>
                  </a:lnTo>
                  <a:lnTo>
                    <a:pt x="3846" y="87"/>
                  </a:lnTo>
                  <a:lnTo>
                    <a:pt x="3976" y="152"/>
                  </a:lnTo>
                  <a:lnTo>
                    <a:pt x="4106" y="238"/>
                  </a:lnTo>
                  <a:lnTo>
                    <a:pt x="4235" y="347"/>
                  </a:lnTo>
                  <a:lnTo>
                    <a:pt x="4473" y="563"/>
                  </a:lnTo>
                  <a:lnTo>
                    <a:pt x="4711" y="843"/>
                  </a:lnTo>
                  <a:lnTo>
                    <a:pt x="4948" y="1189"/>
                  </a:lnTo>
                  <a:lnTo>
                    <a:pt x="5165" y="1557"/>
                  </a:lnTo>
                  <a:lnTo>
                    <a:pt x="5359" y="1945"/>
                  </a:lnTo>
                  <a:lnTo>
                    <a:pt x="5553" y="2399"/>
                  </a:lnTo>
                  <a:lnTo>
                    <a:pt x="5726" y="2853"/>
                  </a:lnTo>
                  <a:lnTo>
                    <a:pt x="5878" y="3350"/>
                  </a:lnTo>
                  <a:lnTo>
                    <a:pt x="6029" y="3847"/>
                  </a:lnTo>
                  <a:lnTo>
                    <a:pt x="6137" y="4366"/>
                  </a:lnTo>
                  <a:lnTo>
                    <a:pt x="6245" y="4906"/>
                  </a:lnTo>
                  <a:lnTo>
                    <a:pt x="6331" y="5424"/>
                  </a:lnTo>
                  <a:lnTo>
                    <a:pt x="6396" y="5943"/>
                  </a:lnTo>
                  <a:lnTo>
                    <a:pt x="6396" y="5943"/>
                  </a:lnTo>
                  <a:lnTo>
                    <a:pt x="6439" y="6224"/>
                  </a:lnTo>
                  <a:lnTo>
                    <a:pt x="6504" y="6505"/>
                  </a:lnTo>
                  <a:lnTo>
                    <a:pt x="6569" y="6807"/>
                  </a:lnTo>
                  <a:lnTo>
                    <a:pt x="6677" y="7131"/>
                  </a:lnTo>
                  <a:lnTo>
                    <a:pt x="6915" y="7823"/>
                  </a:lnTo>
                  <a:lnTo>
                    <a:pt x="7196" y="8536"/>
                  </a:lnTo>
                  <a:lnTo>
                    <a:pt x="7865" y="10092"/>
                  </a:lnTo>
                  <a:lnTo>
                    <a:pt x="8579" y="11712"/>
                  </a:lnTo>
                  <a:lnTo>
                    <a:pt x="8903" y="12533"/>
                  </a:lnTo>
                  <a:lnTo>
                    <a:pt x="9205" y="13354"/>
                  </a:lnTo>
                  <a:lnTo>
                    <a:pt x="9464" y="14132"/>
                  </a:lnTo>
                  <a:lnTo>
                    <a:pt x="9551" y="14521"/>
                  </a:lnTo>
                  <a:lnTo>
                    <a:pt x="9637" y="14910"/>
                  </a:lnTo>
                  <a:lnTo>
                    <a:pt x="9702" y="15277"/>
                  </a:lnTo>
                  <a:lnTo>
                    <a:pt x="9745" y="15645"/>
                  </a:lnTo>
                  <a:lnTo>
                    <a:pt x="9767" y="16012"/>
                  </a:lnTo>
                  <a:lnTo>
                    <a:pt x="9767" y="16358"/>
                  </a:lnTo>
                  <a:lnTo>
                    <a:pt x="9745" y="16682"/>
                  </a:lnTo>
                  <a:lnTo>
                    <a:pt x="9681" y="16984"/>
                  </a:lnTo>
                  <a:lnTo>
                    <a:pt x="9594" y="17287"/>
                  </a:lnTo>
                  <a:lnTo>
                    <a:pt x="9464" y="17568"/>
                  </a:lnTo>
                  <a:lnTo>
                    <a:pt x="9464" y="17568"/>
                  </a:lnTo>
                  <a:lnTo>
                    <a:pt x="9335" y="17849"/>
                  </a:lnTo>
                  <a:lnTo>
                    <a:pt x="9140" y="18086"/>
                  </a:lnTo>
                  <a:lnTo>
                    <a:pt x="8946" y="18302"/>
                  </a:lnTo>
                  <a:lnTo>
                    <a:pt x="8708" y="18497"/>
                  </a:lnTo>
                  <a:lnTo>
                    <a:pt x="8471" y="18670"/>
                  </a:lnTo>
                  <a:lnTo>
                    <a:pt x="8190" y="18821"/>
                  </a:lnTo>
                  <a:lnTo>
                    <a:pt x="7909" y="18951"/>
                  </a:lnTo>
                  <a:lnTo>
                    <a:pt x="7606" y="19059"/>
                  </a:lnTo>
                  <a:lnTo>
                    <a:pt x="7282" y="19145"/>
                  </a:lnTo>
                  <a:lnTo>
                    <a:pt x="6958" y="19232"/>
                  </a:lnTo>
                  <a:lnTo>
                    <a:pt x="6612" y="19296"/>
                  </a:lnTo>
                  <a:lnTo>
                    <a:pt x="6267" y="19340"/>
                  </a:lnTo>
                  <a:lnTo>
                    <a:pt x="5899" y="19361"/>
                  </a:lnTo>
                  <a:lnTo>
                    <a:pt x="5532" y="19383"/>
                  </a:lnTo>
                  <a:lnTo>
                    <a:pt x="4819" y="19383"/>
                  </a:lnTo>
                  <a:lnTo>
                    <a:pt x="4084" y="19340"/>
                  </a:lnTo>
                  <a:lnTo>
                    <a:pt x="3371" y="19253"/>
                  </a:lnTo>
                  <a:lnTo>
                    <a:pt x="2701" y="19123"/>
                  </a:lnTo>
                  <a:lnTo>
                    <a:pt x="2075" y="18994"/>
                  </a:lnTo>
                  <a:lnTo>
                    <a:pt x="1513" y="18821"/>
                  </a:lnTo>
                  <a:lnTo>
                    <a:pt x="1016" y="18648"/>
                  </a:lnTo>
                  <a:lnTo>
                    <a:pt x="649" y="18475"/>
                  </a:lnTo>
                  <a:lnTo>
                    <a:pt x="476" y="18367"/>
                  </a:lnTo>
                  <a:lnTo>
                    <a:pt x="368" y="18281"/>
                  </a:lnTo>
                  <a:lnTo>
                    <a:pt x="368" y="18281"/>
                  </a:lnTo>
                  <a:lnTo>
                    <a:pt x="303" y="18238"/>
                  </a:lnTo>
                  <a:lnTo>
                    <a:pt x="260" y="18151"/>
                  </a:lnTo>
                  <a:lnTo>
                    <a:pt x="173" y="17935"/>
                  </a:lnTo>
                  <a:lnTo>
                    <a:pt x="108" y="17611"/>
                  </a:lnTo>
                  <a:lnTo>
                    <a:pt x="65" y="17222"/>
                  </a:lnTo>
                  <a:lnTo>
                    <a:pt x="22" y="16768"/>
                  </a:lnTo>
                  <a:lnTo>
                    <a:pt x="0" y="16250"/>
                  </a:lnTo>
                  <a:lnTo>
                    <a:pt x="0" y="15666"/>
                  </a:lnTo>
                  <a:lnTo>
                    <a:pt x="0" y="15018"/>
                  </a:lnTo>
                  <a:lnTo>
                    <a:pt x="44" y="13614"/>
                  </a:lnTo>
                  <a:lnTo>
                    <a:pt x="152" y="12058"/>
                  </a:lnTo>
                  <a:lnTo>
                    <a:pt x="303" y="10416"/>
                  </a:lnTo>
                  <a:lnTo>
                    <a:pt x="519" y="8730"/>
                  </a:lnTo>
                  <a:lnTo>
                    <a:pt x="757" y="7066"/>
                  </a:lnTo>
                  <a:lnTo>
                    <a:pt x="886" y="6267"/>
                  </a:lnTo>
                  <a:lnTo>
                    <a:pt x="1038" y="5468"/>
                  </a:lnTo>
                  <a:lnTo>
                    <a:pt x="1210" y="4711"/>
                  </a:lnTo>
                  <a:lnTo>
                    <a:pt x="1362" y="3977"/>
                  </a:lnTo>
                  <a:lnTo>
                    <a:pt x="1534" y="3307"/>
                  </a:lnTo>
                  <a:lnTo>
                    <a:pt x="1729" y="2659"/>
                  </a:lnTo>
                  <a:lnTo>
                    <a:pt x="1923" y="2075"/>
                  </a:lnTo>
                  <a:lnTo>
                    <a:pt x="2118" y="1557"/>
                  </a:lnTo>
                  <a:lnTo>
                    <a:pt x="2334" y="1081"/>
                  </a:lnTo>
                  <a:lnTo>
                    <a:pt x="2528" y="692"/>
                  </a:lnTo>
                  <a:lnTo>
                    <a:pt x="2658" y="541"/>
                  </a:lnTo>
                  <a:lnTo>
                    <a:pt x="2766" y="390"/>
                  </a:lnTo>
                  <a:lnTo>
                    <a:pt x="2874" y="260"/>
                  </a:lnTo>
                  <a:lnTo>
                    <a:pt x="2982" y="174"/>
                  </a:lnTo>
                  <a:lnTo>
                    <a:pt x="3112" y="87"/>
                  </a:lnTo>
                  <a:lnTo>
                    <a:pt x="3220" y="44"/>
                  </a:lnTo>
                  <a:lnTo>
                    <a:pt x="3350" y="1"/>
                  </a:lnTo>
                  <a:lnTo>
                    <a:pt x="345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32">
              <a:extLst>
                <a:ext uri="{FF2B5EF4-FFF2-40B4-BE49-F238E27FC236}">
                  <a16:creationId xmlns:a16="http://schemas.microsoft.com/office/drawing/2014/main" id="{F196416E-727D-659F-6B1C-FB3725E3A46A}"/>
                </a:ext>
              </a:extLst>
            </p:cNvPr>
            <p:cNvSpPr/>
            <p:nvPr/>
          </p:nvSpPr>
          <p:spPr>
            <a:xfrm>
              <a:off x="16343325" y="4264300"/>
              <a:ext cx="173425" cy="742250"/>
            </a:xfrm>
            <a:custGeom>
              <a:avLst/>
              <a:gdLst/>
              <a:ahLst/>
              <a:cxnLst/>
              <a:rect l="l" t="t" r="r" b="b"/>
              <a:pathLst>
                <a:path w="6937" h="29690" extrusionOk="0">
                  <a:moveTo>
                    <a:pt x="0" y="1"/>
                  </a:moveTo>
                  <a:lnTo>
                    <a:pt x="0" y="29689"/>
                  </a:lnTo>
                  <a:lnTo>
                    <a:pt x="6936" y="29689"/>
                  </a:lnTo>
                  <a:lnTo>
                    <a:pt x="693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32">
              <a:extLst>
                <a:ext uri="{FF2B5EF4-FFF2-40B4-BE49-F238E27FC236}">
                  <a16:creationId xmlns:a16="http://schemas.microsoft.com/office/drawing/2014/main" id="{7D83A2DB-ED35-452C-8555-CAFAF1D60DCE}"/>
                </a:ext>
              </a:extLst>
            </p:cNvPr>
            <p:cNvSpPr/>
            <p:nvPr/>
          </p:nvSpPr>
          <p:spPr>
            <a:xfrm>
              <a:off x="16343325" y="4264300"/>
              <a:ext cx="27025" cy="742250"/>
            </a:xfrm>
            <a:custGeom>
              <a:avLst/>
              <a:gdLst/>
              <a:ahLst/>
              <a:cxnLst/>
              <a:rect l="l" t="t" r="r" b="b"/>
              <a:pathLst>
                <a:path w="1081" h="29690" extrusionOk="0">
                  <a:moveTo>
                    <a:pt x="0" y="1"/>
                  </a:moveTo>
                  <a:lnTo>
                    <a:pt x="0" y="29689"/>
                  </a:lnTo>
                  <a:lnTo>
                    <a:pt x="1081" y="29689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32">
              <a:extLst>
                <a:ext uri="{FF2B5EF4-FFF2-40B4-BE49-F238E27FC236}">
                  <a16:creationId xmlns:a16="http://schemas.microsoft.com/office/drawing/2014/main" id="{0C66FE3C-AFBB-9EEF-8336-9B15A999B886}"/>
                </a:ext>
              </a:extLst>
            </p:cNvPr>
            <p:cNvSpPr/>
            <p:nvPr/>
          </p:nvSpPr>
          <p:spPr>
            <a:xfrm>
              <a:off x="16622600" y="4264300"/>
              <a:ext cx="173425" cy="742250"/>
            </a:xfrm>
            <a:custGeom>
              <a:avLst/>
              <a:gdLst/>
              <a:ahLst/>
              <a:cxnLst/>
              <a:rect l="l" t="t" r="r" b="b"/>
              <a:pathLst>
                <a:path w="6937" h="29690" extrusionOk="0">
                  <a:moveTo>
                    <a:pt x="1" y="1"/>
                  </a:moveTo>
                  <a:lnTo>
                    <a:pt x="1" y="29689"/>
                  </a:lnTo>
                  <a:lnTo>
                    <a:pt x="6937" y="29689"/>
                  </a:lnTo>
                  <a:lnTo>
                    <a:pt x="693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32">
              <a:extLst>
                <a:ext uri="{FF2B5EF4-FFF2-40B4-BE49-F238E27FC236}">
                  <a16:creationId xmlns:a16="http://schemas.microsoft.com/office/drawing/2014/main" id="{C50DB897-21FD-616A-745B-EE8F26BDA005}"/>
                </a:ext>
              </a:extLst>
            </p:cNvPr>
            <p:cNvSpPr/>
            <p:nvPr/>
          </p:nvSpPr>
          <p:spPr>
            <a:xfrm>
              <a:off x="16769000" y="4264300"/>
              <a:ext cx="27025" cy="742250"/>
            </a:xfrm>
            <a:custGeom>
              <a:avLst/>
              <a:gdLst/>
              <a:ahLst/>
              <a:cxnLst/>
              <a:rect l="l" t="t" r="r" b="b"/>
              <a:pathLst>
                <a:path w="1081" h="29690" extrusionOk="0">
                  <a:moveTo>
                    <a:pt x="0" y="1"/>
                  </a:moveTo>
                  <a:lnTo>
                    <a:pt x="0" y="29689"/>
                  </a:lnTo>
                  <a:lnTo>
                    <a:pt x="1081" y="29689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32">
              <a:extLst>
                <a:ext uri="{FF2B5EF4-FFF2-40B4-BE49-F238E27FC236}">
                  <a16:creationId xmlns:a16="http://schemas.microsoft.com/office/drawing/2014/main" id="{0BAD0288-E848-FFD5-6344-8350BB536A65}"/>
                </a:ext>
              </a:extLst>
            </p:cNvPr>
            <p:cNvSpPr/>
            <p:nvPr/>
          </p:nvSpPr>
          <p:spPr>
            <a:xfrm>
              <a:off x="16284975" y="4009325"/>
              <a:ext cx="584525" cy="314425"/>
            </a:xfrm>
            <a:custGeom>
              <a:avLst/>
              <a:gdLst/>
              <a:ahLst/>
              <a:cxnLst/>
              <a:rect l="l" t="t" r="r" b="b"/>
              <a:pathLst>
                <a:path w="23381" h="12577" extrusionOk="0">
                  <a:moveTo>
                    <a:pt x="1124" y="1"/>
                  </a:moveTo>
                  <a:lnTo>
                    <a:pt x="1" y="12576"/>
                  </a:lnTo>
                  <a:lnTo>
                    <a:pt x="23380" y="12576"/>
                  </a:lnTo>
                  <a:lnTo>
                    <a:pt x="2225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32">
              <a:extLst>
                <a:ext uri="{FF2B5EF4-FFF2-40B4-BE49-F238E27FC236}">
                  <a16:creationId xmlns:a16="http://schemas.microsoft.com/office/drawing/2014/main" id="{36A869BD-5121-FF54-FC87-7256A5EA052A}"/>
                </a:ext>
              </a:extLst>
            </p:cNvPr>
            <p:cNvSpPr/>
            <p:nvPr/>
          </p:nvSpPr>
          <p:spPr>
            <a:xfrm>
              <a:off x="16514025" y="2597825"/>
              <a:ext cx="129675" cy="108050"/>
            </a:xfrm>
            <a:custGeom>
              <a:avLst/>
              <a:gdLst/>
              <a:ahLst/>
              <a:cxnLst/>
              <a:rect l="l" t="t" r="r" b="b"/>
              <a:pathLst>
                <a:path w="5187" h="4322" extrusionOk="0">
                  <a:moveTo>
                    <a:pt x="2334" y="0"/>
                  </a:moveTo>
                  <a:lnTo>
                    <a:pt x="2075" y="43"/>
                  </a:lnTo>
                  <a:lnTo>
                    <a:pt x="1815" y="87"/>
                  </a:lnTo>
                  <a:lnTo>
                    <a:pt x="1578" y="151"/>
                  </a:lnTo>
                  <a:lnTo>
                    <a:pt x="1362" y="260"/>
                  </a:lnTo>
                  <a:lnTo>
                    <a:pt x="1146" y="368"/>
                  </a:lnTo>
                  <a:lnTo>
                    <a:pt x="930" y="476"/>
                  </a:lnTo>
                  <a:lnTo>
                    <a:pt x="757" y="627"/>
                  </a:lnTo>
                  <a:lnTo>
                    <a:pt x="584" y="778"/>
                  </a:lnTo>
                  <a:lnTo>
                    <a:pt x="433" y="951"/>
                  </a:lnTo>
                  <a:lnTo>
                    <a:pt x="303" y="1124"/>
                  </a:lnTo>
                  <a:lnTo>
                    <a:pt x="195" y="1318"/>
                  </a:lnTo>
                  <a:lnTo>
                    <a:pt x="108" y="1513"/>
                  </a:lnTo>
                  <a:lnTo>
                    <a:pt x="44" y="1729"/>
                  </a:lnTo>
                  <a:lnTo>
                    <a:pt x="0" y="1945"/>
                  </a:lnTo>
                  <a:lnTo>
                    <a:pt x="0" y="2161"/>
                  </a:lnTo>
                  <a:lnTo>
                    <a:pt x="0" y="2377"/>
                  </a:lnTo>
                  <a:lnTo>
                    <a:pt x="44" y="2593"/>
                  </a:lnTo>
                  <a:lnTo>
                    <a:pt x="108" y="2809"/>
                  </a:lnTo>
                  <a:lnTo>
                    <a:pt x="195" y="3004"/>
                  </a:lnTo>
                  <a:lnTo>
                    <a:pt x="303" y="3198"/>
                  </a:lnTo>
                  <a:lnTo>
                    <a:pt x="433" y="3371"/>
                  </a:lnTo>
                  <a:lnTo>
                    <a:pt x="584" y="3544"/>
                  </a:lnTo>
                  <a:lnTo>
                    <a:pt x="757" y="3695"/>
                  </a:lnTo>
                  <a:lnTo>
                    <a:pt x="930" y="3825"/>
                  </a:lnTo>
                  <a:lnTo>
                    <a:pt x="1146" y="3954"/>
                  </a:lnTo>
                  <a:lnTo>
                    <a:pt x="1362" y="4062"/>
                  </a:lnTo>
                  <a:lnTo>
                    <a:pt x="1578" y="4149"/>
                  </a:lnTo>
                  <a:lnTo>
                    <a:pt x="1815" y="4235"/>
                  </a:lnTo>
                  <a:lnTo>
                    <a:pt x="2075" y="4279"/>
                  </a:lnTo>
                  <a:lnTo>
                    <a:pt x="2334" y="4322"/>
                  </a:lnTo>
                  <a:lnTo>
                    <a:pt x="2853" y="4322"/>
                  </a:lnTo>
                  <a:lnTo>
                    <a:pt x="3112" y="4279"/>
                  </a:lnTo>
                  <a:lnTo>
                    <a:pt x="3371" y="4235"/>
                  </a:lnTo>
                  <a:lnTo>
                    <a:pt x="3609" y="4149"/>
                  </a:lnTo>
                  <a:lnTo>
                    <a:pt x="3825" y="4062"/>
                  </a:lnTo>
                  <a:lnTo>
                    <a:pt x="4041" y="3954"/>
                  </a:lnTo>
                  <a:lnTo>
                    <a:pt x="4236" y="3825"/>
                  </a:lnTo>
                  <a:lnTo>
                    <a:pt x="4430" y="3695"/>
                  </a:lnTo>
                  <a:lnTo>
                    <a:pt x="4603" y="3544"/>
                  </a:lnTo>
                  <a:lnTo>
                    <a:pt x="4754" y="3371"/>
                  </a:lnTo>
                  <a:lnTo>
                    <a:pt x="4884" y="3198"/>
                  </a:lnTo>
                  <a:lnTo>
                    <a:pt x="4992" y="3004"/>
                  </a:lnTo>
                  <a:lnTo>
                    <a:pt x="5078" y="2809"/>
                  </a:lnTo>
                  <a:lnTo>
                    <a:pt x="5143" y="2593"/>
                  </a:lnTo>
                  <a:lnTo>
                    <a:pt x="5186" y="2377"/>
                  </a:lnTo>
                  <a:lnTo>
                    <a:pt x="5186" y="2161"/>
                  </a:lnTo>
                  <a:lnTo>
                    <a:pt x="5186" y="1945"/>
                  </a:lnTo>
                  <a:lnTo>
                    <a:pt x="5143" y="1729"/>
                  </a:lnTo>
                  <a:lnTo>
                    <a:pt x="5078" y="1513"/>
                  </a:lnTo>
                  <a:lnTo>
                    <a:pt x="4992" y="1318"/>
                  </a:lnTo>
                  <a:lnTo>
                    <a:pt x="4884" y="1124"/>
                  </a:lnTo>
                  <a:lnTo>
                    <a:pt x="4754" y="951"/>
                  </a:lnTo>
                  <a:lnTo>
                    <a:pt x="4603" y="778"/>
                  </a:lnTo>
                  <a:lnTo>
                    <a:pt x="4430" y="627"/>
                  </a:lnTo>
                  <a:lnTo>
                    <a:pt x="4236" y="476"/>
                  </a:lnTo>
                  <a:lnTo>
                    <a:pt x="4041" y="368"/>
                  </a:lnTo>
                  <a:lnTo>
                    <a:pt x="3825" y="260"/>
                  </a:lnTo>
                  <a:lnTo>
                    <a:pt x="3609" y="151"/>
                  </a:lnTo>
                  <a:lnTo>
                    <a:pt x="3371" y="87"/>
                  </a:lnTo>
                  <a:lnTo>
                    <a:pt x="3112" y="43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32">
              <a:extLst>
                <a:ext uri="{FF2B5EF4-FFF2-40B4-BE49-F238E27FC236}">
                  <a16:creationId xmlns:a16="http://schemas.microsoft.com/office/drawing/2014/main" id="{32C57821-66E6-35F1-AA96-CCE8F08D12ED}"/>
                </a:ext>
              </a:extLst>
            </p:cNvPr>
            <p:cNvSpPr/>
            <p:nvPr/>
          </p:nvSpPr>
          <p:spPr>
            <a:xfrm>
              <a:off x="16348725" y="3035900"/>
              <a:ext cx="457575" cy="519700"/>
            </a:xfrm>
            <a:custGeom>
              <a:avLst/>
              <a:gdLst/>
              <a:ahLst/>
              <a:cxnLst/>
              <a:rect l="l" t="t" r="r" b="b"/>
              <a:pathLst>
                <a:path w="18303" h="20788" extrusionOk="0">
                  <a:moveTo>
                    <a:pt x="9119" y="1"/>
                  </a:moveTo>
                  <a:lnTo>
                    <a:pt x="8060" y="23"/>
                  </a:lnTo>
                  <a:lnTo>
                    <a:pt x="7001" y="87"/>
                  </a:lnTo>
                  <a:lnTo>
                    <a:pt x="5943" y="195"/>
                  </a:lnTo>
                  <a:lnTo>
                    <a:pt x="4884" y="325"/>
                  </a:lnTo>
                  <a:lnTo>
                    <a:pt x="3847" y="520"/>
                  </a:lnTo>
                  <a:lnTo>
                    <a:pt x="2788" y="714"/>
                  </a:lnTo>
                  <a:lnTo>
                    <a:pt x="1751" y="973"/>
                  </a:lnTo>
                  <a:lnTo>
                    <a:pt x="735" y="1254"/>
                  </a:lnTo>
                  <a:lnTo>
                    <a:pt x="541" y="2464"/>
                  </a:lnTo>
                  <a:lnTo>
                    <a:pt x="389" y="3631"/>
                  </a:lnTo>
                  <a:lnTo>
                    <a:pt x="260" y="4798"/>
                  </a:lnTo>
                  <a:lnTo>
                    <a:pt x="152" y="5943"/>
                  </a:lnTo>
                  <a:lnTo>
                    <a:pt x="65" y="7067"/>
                  </a:lnTo>
                  <a:lnTo>
                    <a:pt x="22" y="8190"/>
                  </a:lnTo>
                  <a:lnTo>
                    <a:pt x="1" y="9292"/>
                  </a:lnTo>
                  <a:lnTo>
                    <a:pt x="1" y="10416"/>
                  </a:lnTo>
                  <a:lnTo>
                    <a:pt x="22" y="11518"/>
                  </a:lnTo>
                  <a:lnTo>
                    <a:pt x="65" y="12641"/>
                  </a:lnTo>
                  <a:lnTo>
                    <a:pt x="130" y="13743"/>
                  </a:lnTo>
                  <a:lnTo>
                    <a:pt x="238" y="14889"/>
                  </a:lnTo>
                  <a:lnTo>
                    <a:pt x="368" y="16012"/>
                  </a:lnTo>
                  <a:lnTo>
                    <a:pt x="519" y="17179"/>
                  </a:lnTo>
                  <a:lnTo>
                    <a:pt x="692" y="18346"/>
                  </a:lnTo>
                  <a:lnTo>
                    <a:pt x="886" y="19556"/>
                  </a:lnTo>
                  <a:lnTo>
                    <a:pt x="1902" y="19837"/>
                  </a:lnTo>
                  <a:lnTo>
                    <a:pt x="2918" y="20074"/>
                  </a:lnTo>
                  <a:lnTo>
                    <a:pt x="3933" y="20290"/>
                  </a:lnTo>
                  <a:lnTo>
                    <a:pt x="4970" y="20463"/>
                  </a:lnTo>
                  <a:lnTo>
                    <a:pt x="6007" y="20593"/>
                  </a:lnTo>
                  <a:lnTo>
                    <a:pt x="7045" y="20701"/>
                  </a:lnTo>
                  <a:lnTo>
                    <a:pt x="8082" y="20766"/>
                  </a:lnTo>
                  <a:lnTo>
                    <a:pt x="9119" y="20787"/>
                  </a:lnTo>
                  <a:lnTo>
                    <a:pt x="10156" y="20787"/>
                  </a:lnTo>
                  <a:lnTo>
                    <a:pt x="11193" y="20744"/>
                  </a:lnTo>
                  <a:lnTo>
                    <a:pt x="12252" y="20658"/>
                  </a:lnTo>
                  <a:lnTo>
                    <a:pt x="13289" y="20550"/>
                  </a:lnTo>
                  <a:lnTo>
                    <a:pt x="14305" y="20398"/>
                  </a:lnTo>
                  <a:lnTo>
                    <a:pt x="15342" y="20204"/>
                  </a:lnTo>
                  <a:lnTo>
                    <a:pt x="16357" y="19988"/>
                  </a:lnTo>
                  <a:lnTo>
                    <a:pt x="17373" y="19729"/>
                  </a:lnTo>
                  <a:lnTo>
                    <a:pt x="17589" y="18497"/>
                  </a:lnTo>
                  <a:lnTo>
                    <a:pt x="17762" y="17309"/>
                  </a:lnTo>
                  <a:lnTo>
                    <a:pt x="17913" y="16120"/>
                  </a:lnTo>
                  <a:lnTo>
                    <a:pt x="18043" y="14975"/>
                  </a:lnTo>
                  <a:lnTo>
                    <a:pt x="18151" y="13808"/>
                  </a:lnTo>
                  <a:lnTo>
                    <a:pt x="18216" y="12685"/>
                  </a:lnTo>
                  <a:lnTo>
                    <a:pt x="18280" y="11539"/>
                  </a:lnTo>
                  <a:lnTo>
                    <a:pt x="18302" y="10416"/>
                  </a:lnTo>
                  <a:lnTo>
                    <a:pt x="18302" y="9271"/>
                  </a:lnTo>
                  <a:lnTo>
                    <a:pt x="18259" y="8147"/>
                  </a:lnTo>
                  <a:lnTo>
                    <a:pt x="18216" y="7002"/>
                  </a:lnTo>
                  <a:lnTo>
                    <a:pt x="18129" y="5857"/>
                  </a:lnTo>
                  <a:lnTo>
                    <a:pt x="18021" y="4690"/>
                  </a:lnTo>
                  <a:lnTo>
                    <a:pt x="17892" y="3501"/>
                  </a:lnTo>
                  <a:lnTo>
                    <a:pt x="17719" y="2291"/>
                  </a:lnTo>
                  <a:lnTo>
                    <a:pt x="17546" y="1081"/>
                  </a:lnTo>
                  <a:lnTo>
                    <a:pt x="16509" y="822"/>
                  </a:lnTo>
                  <a:lnTo>
                    <a:pt x="15472" y="584"/>
                  </a:lnTo>
                  <a:lnTo>
                    <a:pt x="14413" y="390"/>
                  </a:lnTo>
                  <a:lnTo>
                    <a:pt x="13354" y="239"/>
                  </a:lnTo>
                  <a:lnTo>
                    <a:pt x="12295" y="131"/>
                  </a:lnTo>
                  <a:lnTo>
                    <a:pt x="11236" y="44"/>
                  </a:lnTo>
                  <a:lnTo>
                    <a:pt x="10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32">
              <a:extLst>
                <a:ext uri="{FF2B5EF4-FFF2-40B4-BE49-F238E27FC236}">
                  <a16:creationId xmlns:a16="http://schemas.microsoft.com/office/drawing/2014/main" id="{F3C8D5CF-DF45-B114-B64C-E9939D5DF0C7}"/>
                </a:ext>
              </a:extLst>
            </p:cNvPr>
            <p:cNvSpPr/>
            <p:nvPr/>
          </p:nvSpPr>
          <p:spPr>
            <a:xfrm>
              <a:off x="16348725" y="3035900"/>
              <a:ext cx="457575" cy="519700"/>
            </a:xfrm>
            <a:custGeom>
              <a:avLst/>
              <a:gdLst/>
              <a:ahLst/>
              <a:cxnLst/>
              <a:rect l="l" t="t" r="r" b="b"/>
              <a:pathLst>
                <a:path w="18303" h="20788" fill="none" extrusionOk="0">
                  <a:moveTo>
                    <a:pt x="17373" y="19729"/>
                  </a:moveTo>
                  <a:lnTo>
                    <a:pt x="17373" y="19729"/>
                  </a:lnTo>
                  <a:lnTo>
                    <a:pt x="16357" y="19988"/>
                  </a:lnTo>
                  <a:lnTo>
                    <a:pt x="15342" y="20204"/>
                  </a:lnTo>
                  <a:lnTo>
                    <a:pt x="14305" y="20398"/>
                  </a:lnTo>
                  <a:lnTo>
                    <a:pt x="13289" y="20550"/>
                  </a:lnTo>
                  <a:lnTo>
                    <a:pt x="12252" y="20658"/>
                  </a:lnTo>
                  <a:lnTo>
                    <a:pt x="11193" y="20744"/>
                  </a:lnTo>
                  <a:lnTo>
                    <a:pt x="10156" y="20787"/>
                  </a:lnTo>
                  <a:lnTo>
                    <a:pt x="9119" y="20787"/>
                  </a:lnTo>
                  <a:lnTo>
                    <a:pt x="8082" y="20766"/>
                  </a:lnTo>
                  <a:lnTo>
                    <a:pt x="7045" y="20701"/>
                  </a:lnTo>
                  <a:lnTo>
                    <a:pt x="6007" y="20593"/>
                  </a:lnTo>
                  <a:lnTo>
                    <a:pt x="4970" y="20463"/>
                  </a:lnTo>
                  <a:lnTo>
                    <a:pt x="3933" y="20290"/>
                  </a:lnTo>
                  <a:lnTo>
                    <a:pt x="2918" y="20074"/>
                  </a:lnTo>
                  <a:lnTo>
                    <a:pt x="1902" y="19837"/>
                  </a:lnTo>
                  <a:lnTo>
                    <a:pt x="886" y="19556"/>
                  </a:lnTo>
                  <a:lnTo>
                    <a:pt x="886" y="19556"/>
                  </a:lnTo>
                  <a:lnTo>
                    <a:pt x="692" y="18346"/>
                  </a:lnTo>
                  <a:lnTo>
                    <a:pt x="519" y="17179"/>
                  </a:lnTo>
                  <a:lnTo>
                    <a:pt x="368" y="16012"/>
                  </a:lnTo>
                  <a:lnTo>
                    <a:pt x="238" y="14889"/>
                  </a:lnTo>
                  <a:lnTo>
                    <a:pt x="130" y="13743"/>
                  </a:lnTo>
                  <a:lnTo>
                    <a:pt x="65" y="12641"/>
                  </a:lnTo>
                  <a:lnTo>
                    <a:pt x="22" y="11518"/>
                  </a:lnTo>
                  <a:lnTo>
                    <a:pt x="1" y="10416"/>
                  </a:lnTo>
                  <a:lnTo>
                    <a:pt x="1" y="9292"/>
                  </a:lnTo>
                  <a:lnTo>
                    <a:pt x="22" y="8190"/>
                  </a:lnTo>
                  <a:lnTo>
                    <a:pt x="65" y="7067"/>
                  </a:lnTo>
                  <a:lnTo>
                    <a:pt x="152" y="5943"/>
                  </a:lnTo>
                  <a:lnTo>
                    <a:pt x="260" y="4798"/>
                  </a:lnTo>
                  <a:lnTo>
                    <a:pt x="389" y="3631"/>
                  </a:lnTo>
                  <a:lnTo>
                    <a:pt x="541" y="2464"/>
                  </a:lnTo>
                  <a:lnTo>
                    <a:pt x="735" y="1254"/>
                  </a:lnTo>
                  <a:lnTo>
                    <a:pt x="735" y="1254"/>
                  </a:lnTo>
                  <a:lnTo>
                    <a:pt x="1751" y="973"/>
                  </a:lnTo>
                  <a:lnTo>
                    <a:pt x="2788" y="714"/>
                  </a:lnTo>
                  <a:lnTo>
                    <a:pt x="3847" y="520"/>
                  </a:lnTo>
                  <a:lnTo>
                    <a:pt x="4884" y="325"/>
                  </a:lnTo>
                  <a:lnTo>
                    <a:pt x="5943" y="195"/>
                  </a:lnTo>
                  <a:lnTo>
                    <a:pt x="7001" y="87"/>
                  </a:lnTo>
                  <a:lnTo>
                    <a:pt x="8060" y="23"/>
                  </a:lnTo>
                  <a:lnTo>
                    <a:pt x="9119" y="1"/>
                  </a:lnTo>
                  <a:lnTo>
                    <a:pt x="10178" y="1"/>
                  </a:lnTo>
                  <a:lnTo>
                    <a:pt x="11236" y="44"/>
                  </a:lnTo>
                  <a:lnTo>
                    <a:pt x="12295" y="131"/>
                  </a:lnTo>
                  <a:lnTo>
                    <a:pt x="13354" y="239"/>
                  </a:lnTo>
                  <a:lnTo>
                    <a:pt x="14413" y="390"/>
                  </a:lnTo>
                  <a:lnTo>
                    <a:pt x="15472" y="584"/>
                  </a:lnTo>
                  <a:lnTo>
                    <a:pt x="16509" y="822"/>
                  </a:lnTo>
                  <a:lnTo>
                    <a:pt x="17546" y="1081"/>
                  </a:lnTo>
                  <a:lnTo>
                    <a:pt x="17546" y="1081"/>
                  </a:lnTo>
                  <a:lnTo>
                    <a:pt x="17719" y="2291"/>
                  </a:lnTo>
                  <a:lnTo>
                    <a:pt x="17892" y="3501"/>
                  </a:lnTo>
                  <a:lnTo>
                    <a:pt x="18021" y="4690"/>
                  </a:lnTo>
                  <a:lnTo>
                    <a:pt x="18129" y="5857"/>
                  </a:lnTo>
                  <a:lnTo>
                    <a:pt x="18216" y="7002"/>
                  </a:lnTo>
                  <a:lnTo>
                    <a:pt x="18259" y="8147"/>
                  </a:lnTo>
                  <a:lnTo>
                    <a:pt x="18302" y="9271"/>
                  </a:lnTo>
                  <a:lnTo>
                    <a:pt x="18302" y="10416"/>
                  </a:lnTo>
                  <a:lnTo>
                    <a:pt x="18280" y="11539"/>
                  </a:lnTo>
                  <a:lnTo>
                    <a:pt x="18216" y="12685"/>
                  </a:lnTo>
                  <a:lnTo>
                    <a:pt x="18151" y="13808"/>
                  </a:lnTo>
                  <a:lnTo>
                    <a:pt x="18043" y="14975"/>
                  </a:lnTo>
                  <a:lnTo>
                    <a:pt x="17913" y="16120"/>
                  </a:lnTo>
                  <a:lnTo>
                    <a:pt x="17762" y="17309"/>
                  </a:lnTo>
                  <a:lnTo>
                    <a:pt x="17589" y="18497"/>
                  </a:lnTo>
                  <a:lnTo>
                    <a:pt x="17373" y="19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32">
              <a:extLst>
                <a:ext uri="{FF2B5EF4-FFF2-40B4-BE49-F238E27FC236}">
                  <a16:creationId xmlns:a16="http://schemas.microsoft.com/office/drawing/2014/main" id="{50A84FA5-8EC0-57C8-5577-32AB3E399323}"/>
                </a:ext>
              </a:extLst>
            </p:cNvPr>
            <p:cNvSpPr/>
            <p:nvPr/>
          </p:nvSpPr>
          <p:spPr>
            <a:xfrm>
              <a:off x="16346575" y="2635100"/>
              <a:ext cx="461325" cy="439200"/>
            </a:xfrm>
            <a:custGeom>
              <a:avLst/>
              <a:gdLst/>
              <a:ahLst/>
              <a:cxnLst/>
              <a:rect l="l" t="t" r="r" b="b"/>
              <a:pathLst>
                <a:path w="18453" h="17568" extrusionOk="0">
                  <a:moveTo>
                    <a:pt x="8254" y="0"/>
                  </a:moveTo>
                  <a:lnTo>
                    <a:pt x="7260" y="22"/>
                  </a:lnTo>
                  <a:lnTo>
                    <a:pt x="6288" y="65"/>
                  </a:lnTo>
                  <a:lnTo>
                    <a:pt x="5294" y="130"/>
                  </a:lnTo>
                  <a:lnTo>
                    <a:pt x="4322" y="195"/>
                  </a:lnTo>
                  <a:lnTo>
                    <a:pt x="3328" y="281"/>
                  </a:lnTo>
                  <a:lnTo>
                    <a:pt x="2355" y="389"/>
                  </a:lnTo>
                  <a:lnTo>
                    <a:pt x="1383" y="519"/>
                  </a:lnTo>
                  <a:lnTo>
                    <a:pt x="1145" y="562"/>
                  </a:lnTo>
                  <a:lnTo>
                    <a:pt x="908" y="670"/>
                  </a:lnTo>
                  <a:lnTo>
                    <a:pt x="692" y="800"/>
                  </a:lnTo>
                  <a:lnTo>
                    <a:pt x="475" y="994"/>
                  </a:lnTo>
                  <a:lnTo>
                    <a:pt x="324" y="1189"/>
                  </a:lnTo>
                  <a:lnTo>
                    <a:pt x="195" y="1405"/>
                  </a:lnTo>
                  <a:lnTo>
                    <a:pt x="108" y="1642"/>
                  </a:lnTo>
                  <a:lnTo>
                    <a:pt x="65" y="1880"/>
                  </a:lnTo>
                  <a:lnTo>
                    <a:pt x="22" y="2788"/>
                  </a:lnTo>
                  <a:lnTo>
                    <a:pt x="0" y="3695"/>
                  </a:lnTo>
                  <a:lnTo>
                    <a:pt x="0" y="5510"/>
                  </a:lnTo>
                  <a:lnTo>
                    <a:pt x="43" y="7325"/>
                  </a:lnTo>
                  <a:lnTo>
                    <a:pt x="130" y="9119"/>
                  </a:lnTo>
                  <a:lnTo>
                    <a:pt x="259" y="10934"/>
                  </a:lnTo>
                  <a:lnTo>
                    <a:pt x="432" y="12727"/>
                  </a:lnTo>
                  <a:lnTo>
                    <a:pt x="648" y="14520"/>
                  </a:lnTo>
                  <a:lnTo>
                    <a:pt x="908" y="16292"/>
                  </a:lnTo>
                  <a:lnTo>
                    <a:pt x="972" y="16508"/>
                  </a:lnTo>
                  <a:lnTo>
                    <a:pt x="1059" y="16724"/>
                  </a:lnTo>
                  <a:lnTo>
                    <a:pt x="1189" y="16897"/>
                  </a:lnTo>
                  <a:lnTo>
                    <a:pt x="1361" y="17070"/>
                  </a:lnTo>
                  <a:lnTo>
                    <a:pt x="1534" y="17200"/>
                  </a:lnTo>
                  <a:lnTo>
                    <a:pt x="1750" y="17308"/>
                  </a:lnTo>
                  <a:lnTo>
                    <a:pt x="1966" y="17373"/>
                  </a:lnTo>
                  <a:lnTo>
                    <a:pt x="2204" y="17416"/>
                  </a:lnTo>
                  <a:lnTo>
                    <a:pt x="3954" y="17481"/>
                  </a:lnTo>
                  <a:lnTo>
                    <a:pt x="5704" y="17524"/>
                  </a:lnTo>
                  <a:lnTo>
                    <a:pt x="7476" y="17545"/>
                  </a:lnTo>
                  <a:lnTo>
                    <a:pt x="9227" y="17567"/>
                  </a:lnTo>
                  <a:lnTo>
                    <a:pt x="10998" y="17545"/>
                  </a:lnTo>
                  <a:lnTo>
                    <a:pt x="12749" y="17524"/>
                  </a:lnTo>
                  <a:lnTo>
                    <a:pt x="14499" y="17481"/>
                  </a:lnTo>
                  <a:lnTo>
                    <a:pt x="16271" y="17416"/>
                  </a:lnTo>
                  <a:lnTo>
                    <a:pt x="16487" y="17373"/>
                  </a:lnTo>
                  <a:lnTo>
                    <a:pt x="16703" y="17308"/>
                  </a:lnTo>
                  <a:lnTo>
                    <a:pt x="16919" y="17200"/>
                  </a:lnTo>
                  <a:lnTo>
                    <a:pt x="17092" y="17070"/>
                  </a:lnTo>
                  <a:lnTo>
                    <a:pt x="17264" y="16897"/>
                  </a:lnTo>
                  <a:lnTo>
                    <a:pt x="17394" y="16724"/>
                  </a:lnTo>
                  <a:lnTo>
                    <a:pt x="17481" y="16508"/>
                  </a:lnTo>
                  <a:lnTo>
                    <a:pt x="17545" y="16292"/>
                  </a:lnTo>
                  <a:lnTo>
                    <a:pt x="17805" y="14520"/>
                  </a:lnTo>
                  <a:lnTo>
                    <a:pt x="18021" y="12727"/>
                  </a:lnTo>
                  <a:lnTo>
                    <a:pt x="18194" y="10934"/>
                  </a:lnTo>
                  <a:lnTo>
                    <a:pt x="18345" y="9119"/>
                  </a:lnTo>
                  <a:lnTo>
                    <a:pt x="18431" y="7325"/>
                  </a:lnTo>
                  <a:lnTo>
                    <a:pt x="18453" y="5510"/>
                  </a:lnTo>
                  <a:lnTo>
                    <a:pt x="18453" y="3695"/>
                  </a:lnTo>
                  <a:lnTo>
                    <a:pt x="18431" y="2788"/>
                  </a:lnTo>
                  <a:lnTo>
                    <a:pt x="18388" y="1880"/>
                  </a:lnTo>
                  <a:lnTo>
                    <a:pt x="18345" y="1642"/>
                  </a:lnTo>
                  <a:lnTo>
                    <a:pt x="18280" y="1405"/>
                  </a:lnTo>
                  <a:lnTo>
                    <a:pt x="18150" y="1189"/>
                  </a:lnTo>
                  <a:lnTo>
                    <a:pt x="17978" y="994"/>
                  </a:lnTo>
                  <a:lnTo>
                    <a:pt x="17783" y="800"/>
                  </a:lnTo>
                  <a:lnTo>
                    <a:pt x="17545" y="670"/>
                  </a:lnTo>
                  <a:lnTo>
                    <a:pt x="17329" y="562"/>
                  </a:lnTo>
                  <a:lnTo>
                    <a:pt x="17092" y="519"/>
                  </a:lnTo>
                  <a:lnTo>
                    <a:pt x="16098" y="389"/>
                  </a:lnTo>
                  <a:lnTo>
                    <a:pt x="15125" y="281"/>
                  </a:lnTo>
                  <a:lnTo>
                    <a:pt x="14131" y="195"/>
                  </a:lnTo>
                  <a:lnTo>
                    <a:pt x="13159" y="130"/>
                  </a:lnTo>
                  <a:lnTo>
                    <a:pt x="12187" y="65"/>
                  </a:lnTo>
                  <a:lnTo>
                    <a:pt x="11193" y="22"/>
                  </a:lnTo>
                  <a:lnTo>
                    <a:pt x="1022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32">
              <a:extLst>
                <a:ext uri="{FF2B5EF4-FFF2-40B4-BE49-F238E27FC236}">
                  <a16:creationId xmlns:a16="http://schemas.microsoft.com/office/drawing/2014/main" id="{A13488E7-6074-8970-A50B-41FB87BA9B22}"/>
                </a:ext>
              </a:extLst>
            </p:cNvPr>
            <p:cNvSpPr/>
            <p:nvPr/>
          </p:nvSpPr>
          <p:spPr>
            <a:xfrm>
              <a:off x="16528600" y="2815525"/>
              <a:ext cx="97275" cy="148025"/>
            </a:xfrm>
            <a:custGeom>
              <a:avLst/>
              <a:gdLst/>
              <a:ahLst/>
              <a:cxnLst/>
              <a:rect l="l" t="t" r="r" b="b"/>
              <a:pathLst>
                <a:path w="3891" h="5921" extrusionOk="0">
                  <a:moveTo>
                    <a:pt x="1946" y="0"/>
                  </a:moveTo>
                  <a:lnTo>
                    <a:pt x="1751" y="22"/>
                  </a:lnTo>
                  <a:lnTo>
                    <a:pt x="1557" y="65"/>
                  </a:lnTo>
                  <a:lnTo>
                    <a:pt x="1362" y="130"/>
                  </a:lnTo>
                  <a:lnTo>
                    <a:pt x="1189" y="238"/>
                  </a:lnTo>
                  <a:lnTo>
                    <a:pt x="1016" y="367"/>
                  </a:lnTo>
                  <a:lnTo>
                    <a:pt x="865" y="519"/>
                  </a:lnTo>
                  <a:lnTo>
                    <a:pt x="714" y="670"/>
                  </a:lnTo>
                  <a:lnTo>
                    <a:pt x="563" y="864"/>
                  </a:lnTo>
                  <a:lnTo>
                    <a:pt x="433" y="1080"/>
                  </a:lnTo>
                  <a:lnTo>
                    <a:pt x="325" y="1318"/>
                  </a:lnTo>
                  <a:lnTo>
                    <a:pt x="239" y="1556"/>
                  </a:lnTo>
                  <a:lnTo>
                    <a:pt x="152" y="1815"/>
                  </a:lnTo>
                  <a:lnTo>
                    <a:pt x="87" y="2074"/>
                  </a:lnTo>
                  <a:lnTo>
                    <a:pt x="44" y="2377"/>
                  </a:lnTo>
                  <a:lnTo>
                    <a:pt x="1" y="2658"/>
                  </a:lnTo>
                  <a:lnTo>
                    <a:pt x="1" y="2960"/>
                  </a:lnTo>
                  <a:lnTo>
                    <a:pt x="1" y="3263"/>
                  </a:lnTo>
                  <a:lnTo>
                    <a:pt x="44" y="3565"/>
                  </a:lnTo>
                  <a:lnTo>
                    <a:pt x="87" y="3846"/>
                  </a:lnTo>
                  <a:lnTo>
                    <a:pt x="152" y="4127"/>
                  </a:lnTo>
                  <a:lnTo>
                    <a:pt x="239" y="4386"/>
                  </a:lnTo>
                  <a:lnTo>
                    <a:pt x="325" y="4624"/>
                  </a:lnTo>
                  <a:lnTo>
                    <a:pt x="433" y="4840"/>
                  </a:lnTo>
                  <a:lnTo>
                    <a:pt x="563" y="5056"/>
                  </a:lnTo>
                  <a:lnTo>
                    <a:pt x="714" y="5251"/>
                  </a:lnTo>
                  <a:lnTo>
                    <a:pt x="865" y="5424"/>
                  </a:lnTo>
                  <a:lnTo>
                    <a:pt x="1016" y="5575"/>
                  </a:lnTo>
                  <a:lnTo>
                    <a:pt x="1189" y="5683"/>
                  </a:lnTo>
                  <a:lnTo>
                    <a:pt x="1362" y="5791"/>
                  </a:lnTo>
                  <a:lnTo>
                    <a:pt x="1557" y="5856"/>
                  </a:lnTo>
                  <a:lnTo>
                    <a:pt x="1751" y="5921"/>
                  </a:lnTo>
                  <a:lnTo>
                    <a:pt x="2140" y="5921"/>
                  </a:lnTo>
                  <a:lnTo>
                    <a:pt x="2334" y="5856"/>
                  </a:lnTo>
                  <a:lnTo>
                    <a:pt x="2529" y="5791"/>
                  </a:lnTo>
                  <a:lnTo>
                    <a:pt x="2702" y="5683"/>
                  </a:lnTo>
                  <a:lnTo>
                    <a:pt x="2875" y="5575"/>
                  </a:lnTo>
                  <a:lnTo>
                    <a:pt x="3047" y="5424"/>
                  </a:lnTo>
                  <a:lnTo>
                    <a:pt x="3199" y="5251"/>
                  </a:lnTo>
                  <a:lnTo>
                    <a:pt x="3328" y="5056"/>
                  </a:lnTo>
                  <a:lnTo>
                    <a:pt x="3458" y="4840"/>
                  </a:lnTo>
                  <a:lnTo>
                    <a:pt x="3566" y="4624"/>
                  </a:lnTo>
                  <a:lnTo>
                    <a:pt x="3653" y="4386"/>
                  </a:lnTo>
                  <a:lnTo>
                    <a:pt x="3739" y="4127"/>
                  </a:lnTo>
                  <a:lnTo>
                    <a:pt x="3804" y="3846"/>
                  </a:lnTo>
                  <a:lnTo>
                    <a:pt x="3869" y="3565"/>
                  </a:lnTo>
                  <a:lnTo>
                    <a:pt x="3890" y="3263"/>
                  </a:lnTo>
                  <a:lnTo>
                    <a:pt x="3890" y="2960"/>
                  </a:lnTo>
                  <a:lnTo>
                    <a:pt x="3890" y="2658"/>
                  </a:lnTo>
                  <a:lnTo>
                    <a:pt x="3869" y="2377"/>
                  </a:lnTo>
                  <a:lnTo>
                    <a:pt x="3804" y="2074"/>
                  </a:lnTo>
                  <a:lnTo>
                    <a:pt x="3739" y="1815"/>
                  </a:lnTo>
                  <a:lnTo>
                    <a:pt x="3653" y="1556"/>
                  </a:lnTo>
                  <a:lnTo>
                    <a:pt x="3566" y="1318"/>
                  </a:lnTo>
                  <a:lnTo>
                    <a:pt x="3458" y="1080"/>
                  </a:lnTo>
                  <a:lnTo>
                    <a:pt x="3328" y="864"/>
                  </a:lnTo>
                  <a:lnTo>
                    <a:pt x="3199" y="670"/>
                  </a:lnTo>
                  <a:lnTo>
                    <a:pt x="3047" y="519"/>
                  </a:lnTo>
                  <a:lnTo>
                    <a:pt x="2875" y="367"/>
                  </a:lnTo>
                  <a:lnTo>
                    <a:pt x="2702" y="238"/>
                  </a:lnTo>
                  <a:lnTo>
                    <a:pt x="2529" y="130"/>
                  </a:lnTo>
                  <a:lnTo>
                    <a:pt x="2334" y="65"/>
                  </a:lnTo>
                  <a:lnTo>
                    <a:pt x="2140" y="22"/>
                  </a:lnTo>
                  <a:lnTo>
                    <a:pt x="194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32">
              <a:extLst>
                <a:ext uri="{FF2B5EF4-FFF2-40B4-BE49-F238E27FC236}">
                  <a16:creationId xmlns:a16="http://schemas.microsoft.com/office/drawing/2014/main" id="{5ECFA0EC-1CEF-960F-3507-25C0B5A820FD}"/>
                </a:ext>
              </a:extLst>
            </p:cNvPr>
            <p:cNvSpPr/>
            <p:nvPr/>
          </p:nvSpPr>
          <p:spPr>
            <a:xfrm>
              <a:off x="16550225" y="2837125"/>
              <a:ext cx="54025" cy="104825"/>
            </a:xfrm>
            <a:custGeom>
              <a:avLst/>
              <a:gdLst/>
              <a:ahLst/>
              <a:cxnLst/>
              <a:rect l="l" t="t" r="r" b="b"/>
              <a:pathLst>
                <a:path w="2161" h="4193" extrusionOk="0">
                  <a:moveTo>
                    <a:pt x="1081" y="0"/>
                  </a:moveTo>
                  <a:lnTo>
                    <a:pt x="994" y="22"/>
                  </a:lnTo>
                  <a:lnTo>
                    <a:pt x="886" y="44"/>
                  </a:lnTo>
                  <a:lnTo>
                    <a:pt x="800" y="87"/>
                  </a:lnTo>
                  <a:lnTo>
                    <a:pt x="692" y="173"/>
                  </a:lnTo>
                  <a:lnTo>
                    <a:pt x="605" y="260"/>
                  </a:lnTo>
                  <a:lnTo>
                    <a:pt x="519" y="346"/>
                  </a:lnTo>
                  <a:lnTo>
                    <a:pt x="346" y="605"/>
                  </a:lnTo>
                  <a:lnTo>
                    <a:pt x="216" y="930"/>
                  </a:lnTo>
                  <a:lnTo>
                    <a:pt x="108" y="1275"/>
                  </a:lnTo>
                  <a:lnTo>
                    <a:pt x="22" y="1664"/>
                  </a:lnTo>
                  <a:lnTo>
                    <a:pt x="0" y="1880"/>
                  </a:lnTo>
                  <a:lnTo>
                    <a:pt x="0" y="2096"/>
                  </a:lnTo>
                  <a:lnTo>
                    <a:pt x="0" y="2312"/>
                  </a:lnTo>
                  <a:lnTo>
                    <a:pt x="22" y="2528"/>
                  </a:lnTo>
                  <a:lnTo>
                    <a:pt x="108" y="2917"/>
                  </a:lnTo>
                  <a:lnTo>
                    <a:pt x="216" y="3285"/>
                  </a:lnTo>
                  <a:lnTo>
                    <a:pt x="346" y="3587"/>
                  </a:lnTo>
                  <a:lnTo>
                    <a:pt x="519" y="3847"/>
                  </a:lnTo>
                  <a:lnTo>
                    <a:pt x="605" y="3955"/>
                  </a:lnTo>
                  <a:lnTo>
                    <a:pt x="692" y="4041"/>
                  </a:lnTo>
                  <a:lnTo>
                    <a:pt x="800" y="4106"/>
                  </a:lnTo>
                  <a:lnTo>
                    <a:pt x="886" y="4149"/>
                  </a:lnTo>
                  <a:lnTo>
                    <a:pt x="994" y="4192"/>
                  </a:lnTo>
                  <a:lnTo>
                    <a:pt x="1167" y="4192"/>
                  </a:lnTo>
                  <a:lnTo>
                    <a:pt x="1275" y="4149"/>
                  </a:lnTo>
                  <a:lnTo>
                    <a:pt x="1361" y="4106"/>
                  </a:lnTo>
                  <a:lnTo>
                    <a:pt x="1469" y="4041"/>
                  </a:lnTo>
                  <a:lnTo>
                    <a:pt x="1556" y="3955"/>
                  </a:lnTo>
                  <a:lnTo>
                    <a:pt x="1642" y="3847"/>
                  </a:lnTo>
                  <a:lnTo>
                    <a:pt x="1815" y="3587"/>
                  </a:lnTo>
                  <a:lnTo>
                    <a:pt x="1945" y="3285"/>
                  </a:lnTo>
                  <a:lnTo>
                    <a:pt x="2074" y="2917"/>
                  </a:lnTo>
                  <a:lnTo>
                    <a:pt x="2139" y="2528"/>
                  </a:lnTo>
                  <a:lnTo>
                    <a:pt x="2161" y="2312"/>
                  </a:lnTo>
                  <a:lnTo>
                    <a:pt x="2161" y="2096"/>
                  </a:lnTo>
                  <a:lnTo>
                    <a:pt x="2161" y="1880"/>
                  </a:lnTo>
                  <a:lnTo>
                    <a:pt x="2139" y="1664"/>
                  </a:lnTo>
                  <a:lnTo>
                    <a:pt x="2074" y="1275"/>
                  </a:lnTo>
                  <a:lnTo>
                    <a:pt x="1945" y="930"/>
                  </a:lnTo>
                  <a:lnTo>
                    <a:pt x="1815" y="605"/>
                  </a:lnTo>
                  <a:lnTo>
                    <a:pt x="1642" y="346"/>
                  </a:lnTo>
                  <a:lnTo>
                    <a:pt x="1556" y="260"/>
                  </a:lnTo>
                  <a:lnTo>
                    <a:pt x="1469" y="173"/>
                  </a:lnTo>
                  <a:lnTo>
                    <a:pt x="1361" y="87"/>
                  </a:lnTo>
                  <a:lnTo>
                    <a:pt x="1275" y="44"/>
                  </a:lnTo>
                  <a:lnTo>
                    <a:pt x="1167" y="22"/>
                  </a:lnTo>
                  <a:lnTo>
                    <a:pt x="10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32">
              <a:extLst>
                <a:ext uri="{FF2B5EF4-FFF2-40B4-BE49-F238E27FC236}">
                  <a16:creationId xmlns:a16="http://schemas.microsoft.com/office/drawing/2014/main" id="{792EE927-F099-D3F6-DE87-57F7054EA0C0}"/>
                </a:ext>
              </a:extLst>
            </p:cNvPr>
            <p:cNvSpPr/>
            <p:nvPr/>
          </p:nvSpPr>
          <p:spPr>
            <a:xfrm>
              <a:off x="16330900" y="3048875"/>
              <a:ext cx="492675" cy="38375"/>
            </a:xfrm>
            <a:custGeom>
              <a:avLst/>
              <a:gdLst/>
              <a:ahLst/>
              <a:cxnLst/>
              <a:rect l="l" t="t" r="r" b="b"/>
              <a:pathLst>
                <a:path w="19707" h="1535" extrusionOk="0">
                  <a:moveTo>
                    <a:pt x="606" y="1"/>
                  </a:moveTo>
                  <a:lnTo>
                    <a:pt x="476" y="44"/>
                  </a:lnTo>
                  <a:lnTo>
                    <a:pt x="346" y="130"/>
                  </a:lnTo>
                  <a:lnTo>
                    <a:pt x="217" y="217"/>
                  </a:lnTo>
                  <a:lnTo>
                    <a:pt x="130" y="325"/>
                  </a:lnTo>
                  <a:lnTo>
                    <a:pt x="65" y="454"/>
                  </a:lnTo>
                  <a:lnTo>
                    <a:pt x="22" y="606"/>
                  </a:lnTo>
                  <a:lnTo>
                    <a:pt x="0" y="757"/>
                  </a:lnTo>
                  <a:lnTo>
                    <a:pt x="22" y="908"/>
                  </a:lnTo>
                  <a:lnTo>
                    <a:pt x="65" y="1059"/>
                  </a:lnTo>
                  <a:lnTo>
                    <a:pt x="130" y="1189"/>
                  </a:lnTo>
                  <a:lnTo>
                    <a:pt x="217" y="1297"/>
                  </a:lnTo>
                  <a:lnTo>
                    <a:pt x="346" y="1405"/>
                  </a:lnTo>
                  <a:lnTo>
                    <a:pt x="476" y="1470"/>
                  </a:lnTo>
                  <a:lnTo>
                    <a:pt x="606" y="1513"/>
                  </a:lnTo>
                  <a:lnTo>
                    <a:pt x="778" y="1535"/>
                  </a:lnTo>
                  <a:lnTo>
                    <a:pt x="18950" y="1535"/>
                  </a:lnTo>
                  <a:lnTo>
                    <a:pt x="19102" y="1513"/>
                  </a:lnTo>
                  <a:lnTo>
                    <a:pt x="19231" y="1470"/>
                  </a:lnTo>
                  <a:lnTo>
                    <a:pt x="19361" y="1405"/>
                  </a:lnTo>
                  <a:lnTo>
                    <a:pt x="19490" y="1297"/>
                  </a:lnTo>
                  <a:lnTo>
                    <a:pt x="19577" y="1189"/>
                  </a:lnTo>
                  <a:lnTo>
                    <a:pt x="19642" y="1059"/>
                  </a:lnTo>
                  <a:lnTo>
                    <a:pt x="19685" y="908"/>
                  </a:lnTo>
                  <a:lnTo>
                    <a:pt x="19707" y="757"/>
                  </a:lnTo>
                  <a:lnTo>
                    <a:pt x="19685" y="606"/>
                  </a:lnTo>
                  <a:lnTo>
                    <a:pt x="19642" y="454"/>
                  </a:lnTo>
                  <a:lnTo>
                    <a:pt x="19577" y="325"/>
                  </a:lnTo>
                  <a:lnTo>
                    <a:pt x="19490" y="217"/>
                  </a:lnTo>
                  <a:lnTo>
                    <a:pt x="19361" y="130"/>
                  </a:lnTo>
                  <a:lnTo>
                    <a:pt x="19231" y="44"/>
                  </a:lnTo>
                  <a:lnTo>
                    <a:pt x="1910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32">
              <a:extLst>
                <a:ext uri="{FF2B5EF4-FFF2-40B4-BE49-F238E27FC236}">
                  <a16:creationId xmlns:a16="http://schemas.microsoft.com/office/drawing/2014/main" id="{C733B0EF-0F7B-C5F4-93EA-11A42E04086D}"/>
                </a:ext>
              </a:extLst>
            </p:cNvPr>
            <p:cNvSpPr/>
            <p:nvPr/>
          </p:nvSpPr>
          <p:spPr>
            <a:xfrm>
              <a:off x="16395725" y="3319500"/>
              <a:ext cx="195025" cy="121575"/>
            </a:xfrm>
            <a:custGeom>
              <a:avLst/>
              <a:gdLst/>
              <a:ahLst/>
              <a:cxnLst/>
              <a:rect l="l" t="t" r="r" b="b"/>
              <a:pathLst>
                <a:path w="7801" h="4863" extrusionOk="0">
                  <a:moveTo>
                    <a:pt x="5986" y="1"/>
                  </a:moveTo>
                  <a:lnTo>
                    <a:pt x="5813" y="23"/>
                  </a:lnTo>
                  <a:lnTo>
                    <a:pt x="5640" y="87"/>
                  </a:lnTo>
                  <a:lnTo>
                    <a:pt x="5445" y="174"/>
                  </a:lnTo>
                  <a:lnTo>
                    <a:pt x="5273" y="303"/>
                  </a:lnTo>
                  <a:lnTo>
                    <a:pt x="5057" y="455"/>
                  </a:lnTo>
                  <a:lnTo>
                    <a:pt x="4862" y="628"/>
                  </a:lnTo>
                  <a:lnTo>
                    <a:pt x="4646" y="844"/>
                  </a:lnTo>
                  <a:lnTo>
                    <a:pt x="4430" y="1103"/>
                  </a:lnTo>
                  <a:lnTo>
                    <a:pt x="3933" y="1708"/>
                  </a:lnTo>
                  <a:lnTo>
                    <a:pt x="3738" y="1946"/>
                  </a:lnTo>
                  <a:lnTo>
                    <a:pt x="3522" y="2183"/>
                  </a:lnTo>
                  <a:lnTo>
                    <a:pt x="3285" y="2399"/>
                  </a:lnTo>
                  <a:lnTo>
                    <a:pt x="3047" y="2594"/>
                  </a:lnTo>
                  <a:lnTo>
                    <a:pt x="2788" y="2788"/>
                  </a:lnTo>
                  <a:lnTo>
                    <a:pt x="2528" y="2961"/>
                  </a:lnTo>
                  <a:lnTo>
                    <a:pt x="2248" y="3134"/>
                  </a:lnTo>
                  <a:lnTo>
                    <a:pt x="1988" y="3264"/>
                  </a:lnTo>
                  <a:lnTo>
                    <a:pt x="1707" y="3393"/>
                  </a:lnTo>
                  <a:lnTo>
                    <a:pt x="1448" y="3501"/>
                  </a:lnTo>
                  <a:lnTo>
                    <a:pt x="1167" y="3566"/>
                  </a:lnTo>
                  <a:lnTo>
                    <a:pt x="908" y="3631"/>
                  </a:lnTo>
                  <a:lnTo>
                    <a:pt x="670" y="3653"/>
                  </a:lnTo>
                  <a:lnTo>
                    <a:pt x="433" y="3653"/>
                  </a:lnTo>
                  <a:lnTo>
                    <a:pt x="195" y="3631"/>
                  </a:lnTo>
                  <a:lnTo>
                    <a:pt x="0" y="3588"/>
                  </a:lnTo>
                  <a:lnTo>
                    <a:pt x="389" y="3825"/>
                  </a:lnTo>
                  <a:lnTo>
                    <a:pt x="778" y="4063"/>
                  </a:lnTo>
                  <a:lnTo>
                    <a:pt x="1210" y="4258"/>
                  </a:lnTo>
                  <a:lnTo>
                    <a:pt x="1643" y="4430"/>
                  </a:lnTo>
                  <a:lnTo>
                    <a:pt x="2118" y="4582"/>
                  </a:lnTo>
                  <a:lnTo>
                    <a:pt x="2572" y="4711"/>
                  </a:lnTo>
                  <a:lnTo>
                    <a:pt x="3047" y="4798"/>
                  </a:lnTo>
                  <a:lnTo>
                    <a:pt x="3501" y="4863"/>
                  </a:lnTo>
                  <a:lnTo>
                    <a:pt x="3976" y="4863"/>
                  </a:lnTo>
                  <a:lnTo>
                    <a:pt x="4430" y="4841"/>
                  </a:lnTo>
                  <a:lnTo>
                    <a:pt x="4884" y="4776"/>
                  </a:lnTo>
                  <a:lnTo>
                    <a:pt x="5316" y="4668"/>
                  </a:lnTo>
                  <a:lnTo>
                    <a:pt x="5510" y="4603"/>
                  </a:lnTo>
                  <a:lnTo>
                    <a:pt x="5705" y="4517"/>
                  </a:lnTo>
                  <a:lnTo>
                    <a:pt x="5899" y="4409"/>
                  </a:lnTo>
                  <a:lnTo>
                    <a:pt x="6094" y="4301"/>
                  </a:lnTo>
                  <a:lnTo>
                    <a:pt x="6288" y="4193"/>
                  </a:lnTo>
                  <a:lnTo>
                    <a:pt x="6461" y="4063"/>
                  </a:lnTo>
                  <a:lnTo>
                    <a:pt x="6612" y="3912"/>
                  </a:lnTo>
                  <a:lnTo>
                    <a:pt x="6764" y="3739"/>
                  </a:lnTo>
                  <a:lnTo>
                    <a:pt x="7044" y="3415"/>
                  </a:lnTo>
                  <a:lnTo>
                    <a:pt x="7282" y="3112"/>
                  </a:lnTo>
                  <a:lnTo>
                    <a:pt x="7455" y="2832"/>
                  </a:lnTo>
                  <a:lnTo>
                    <a:pt x="7606" y="2551"/>
                  </a:lnTo>
                  <a:lnTo>
                    <a:pt x="7693" y="2291"/>
                  </a:lnTo>
                  <a:lnTo>
                    <a:pt x="7757" y="2054"/>
                  </a:lnTo>
                  <a:lnTo>
                    <a:pt x="7801" y="1838"/>
                  </a:lnTo>
                  <a:lnTo>
                    <a:pt x="7801" y="1621"/>
                  </a:lnTo>
                  <a:lnTo>
                    <a:pt x="7757" y="1427"/>
                  </a:lnTo>
                  <a:lnTo>
                    <a:pt x="7714" y="1233"/>
                  </a:lnTo>
                  <a:lnTo>
                    <a:pt x="7628" y="1081"/>
                  </a:lnTo>
                  <a:lnTo>
                    <a:pt x="7541" y="908"/>
                  </a:lnTo>
                  <a:lnTo>
                    <a:pt x="7412" y="779"/>
                  </a:lnTo>
                  <a:lnTo>
                    <a:pt x="7304" y="649"/>
                  </a:lnTo>
                  <a:lnTo>
                    <a:pt x="7152" y="520"/>
                  </a:lnTo>
                  <a:lnTo>
                    <a:pt x="7023" y="411"/>
                  </a:lnTo>
                  <a:lnTo>
                    <a:pt x="6850" y="282"/>
                  </a:lnTo>
                  <a:lnTo>
                    <a:pt x="6677" y="174"/>
                  </a:lnTo>
                  <a:lnTo>
                    <a:pt x="6504" y="87"/>
                  </a:lnTo>
                  <a:lnTo>
                    <a:pt x="6331" y="44"/>
                  </a:lnTo>
                  <a:lnTo>
                    <a:pt x="61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32">
              <a:extLst>
                <a:ext uri="{FF2B5EF4-FFF2-40B4-BE49-F238E27FC236}">
                  <a16:creationId xmlns:a16="http://schemas.microsoft.com/office/drawing/2014/main" id="{50DCF972-1322-43F9-B120-DF8FA56F349F}"/>
                </a:ext>
              </a:extLst>
            </p:cNvPr>
            <p:cNvSpPr/>
            <p:nvPr/>
          </p:nvSpPr>
          <p:spPr>
            <a:xfrm>
              <a:off x="16563725" y="3319500"/>
              <a:ext cx="195025" cy="121575"/>
            </a:xfrm>
            <a:custGeom>
              <a:avLst/>
              <a:gdLst/>
              <a:ahLst/>
              <a:cxnLst/>
              <a:rect l="l" t="t" r="r" b="b"/>
              <a:pathLst>
                <a:path w="7801" h="4863" extrusionOk="0">
                  <a:moveTo>
                    <a:pt x="1642" y="1"/>
                  </a:moveTo>
                  <a:lnTo>
                    <a:pt x="1470" y="44"/>
                  </a:lnTo>
                  <a:lnTo>
                    <a:pt x="1297" y="87"/>
                  </a:lnTo>
                  <a:lnTo>
                    <a:pt x="1124" y="174"/>
                  </a:lnTo>
                  <a:lnTo>
                    <a:pt x="973" y="282"/>
                  </a:lnTo>
                  <a:lnTo>
                    <a:pt x="778" y="411"/>
                  </a:lnTo>
                  <a:lnTo>
                    <a:pt x="649" y="520"/>
                  </a:lnTo>
                  <a:lnTo>
                    <a:pt x="519" y="649"/>
                  </a:lnTo>
                  <a:lnTo>
                    <a:pt x="389" y="779"/>
                  </a:lnTo>
                  <a:lnTo>
                    <a:pt x="281" y="908"/>
                  </a:lnTo>
                  <a:lnTo>
                    <a:pt x="173" y="1081"/>
                  </a:lnTo>
                  <a:lnTo>
                    <a:pt x="87" y="1233"/>
                  </a:lnTo>
                  <a:lnTo>
                    <a:pt x="44" y="1427"/>
                  </a:lnTo>
                  <a:lnTo>
                    <a:pt x="22" y="1621"/>
                  </a:lnTo>
                  <a:lnTo>
                    <a:pt x="0" y="1838"/>
                  </a:lnTo>
                  <a:lnTo>
                    <a:pt x="44" y="2054"/>
                  </a:lnTo>
                  <a:lnTo>
                    <a:pt x="108" y="2291"/>
                  </a:lnTo>
                  <a:lnTo>
                    <a:pt x="195" y="2551"/>
                  </a:lnTo>
                  <a:lnTo>
                    <a:pt x="346" y="2832"/>
                  </a:lnTo>
                  <a:lnTo>
                    <a:pt x="519" y="3112"/>
                  </a:lnTo>
                  <a:lnTo>
                    <a:pt x="757" y="3415"/>
                  </a:lnTo>
                  <a:lnTo>
                    <a:pt x="1037" y="3739"/>
                  </a:lnTo>
                  <a:lnTo>
                    <a:pt x="1189" y="3912"/>
                  </a:lnTo>
                  <a:lnTo>
                    <a:pt x="1362" y="4063"/>
                  </a:lnTo>
                  <a:lnTo>
                    <a:pt x="1534" y="4193"/>
                  </a:lnTo>
                  <a:lnTo>
                    <a:pt x="1707" y="4301"/>
                  </a:lnTo>
                  <a:lnTo>
                    <a:pt x="1902" y="4409"/>
                  </a:lnTo>
                  <a:lnTo>
                    <a:pt x="2096" y="4517"/>
                  </a:lnTo>
                  <a:lnTo>
                    <a:pt x="2291" y="4603"/>
                  </a:lnTo>
                  <a:lnTo>
                    <a:pt x="2507" y="4668"/>
                  </a:lnTo>
                  <a:lnTo>
                    <a:pt x="2917" y="4776"/>
                  </a:lnTo>
                  <a:lnTo>
                    <a:pt x="3371" y="4841"/>
                  </a:lnTo>
                  <a:lnTo>
                    <a:pt x="3825" y="4863"/>
                  </a:lnTo>
                  <a:lnTo>
                    <a:pt x="4300" y="4863"/>
                  </a:lnTo>
                  <a:lnTo>
                    <a:pt x="4754" y="4798"/>
                  </a:lnTo>
                  <a:lnTo>
                    <a:pt x="5229" y="4711"/>
                  </a:lnTo>
                  <a:lnTo>
                    <a:pt x="5705" y="4582"/>
                  </a:lnTo>
                  <a:lnTo>
                    <a:pt x="6158" y="4430"/>
                  </a:lnTo>
                  <a:lnTo>
                    <a:pt x="6591" y="4258"/>
                  </a:lnTo>
                  <a:lnTo>
                    <a:pt x="7023" y="4063"/>
                  </a:lnTo>
                  <a:lnTo>
                    <a:pt x="7433" y="3825"/>
                  </a:lnTo>
                  <a:lnTo>
                    <a:pt x="7801" y="3588"/>
                  </a:lnTo>
                  <a:lnTo>
                    <a:pt x="7606" y="3631"/>
                  </a:lnTo>
                  <a:lnTo>
                    <a:pt x="7390" y="3653"/>
                  </a:lnTo>
                  <a:lnTo>
                    <a:pt x="7152" y="3653"/>
                  </a:lnTo>
                  <a:lnTo>
                    <a:pt x="6893" y="3631"/>
                  </a:lnTo>
                  <a:lnTo>
                    <a:pt x="6634" y="3566"/>
                  </a:lnTo>
                  <a:lnTo>
                    <a:pt x="6375" y="3501"/>
                  </a:lnTo>
                  <a:lnTo>
                    <a:pt x="6094" y="3393"/>
                  </a:lnTo>
                  <a:lnTo>
                    <a:pt x="5813" y="3264"/>
                  </a:lnTo>
                  <a:lnTo>
                    <a:pt x="5553" y="3134"/>
                  </a:lnTo>
                  <a:lnTo>
                    <a:pt x="5273" y="2961"/>
                  </a:lnTo>
                  <a:lnTo>
                    <a:pt x="5013" y="2788"/>
                  </a:lnTo>
                  <a:lnTo>
                    <a:pt x="4754" y="2594"/>
                  </a:lnTo>
                  <a:lnTo>
                    <a:pt x="4516" y="2399"/>
                  </a:lnTo>
                  <a:lnTo>
                    <a:pt x="4279" y="2183"/>
                  </a:lnTo>
                  <a:lnTo>
                    <a:pt x="4063" y="1946"/>
                  </a:lnTo>
                  <a:lnTo>
                    <a:pt x="3868" y="1708"/>
                  </a:lnTo>
                  <a:lnTo>
                    <a:pt x="3393" y="1103"/>
                  </a:lnTo>
                  <a:lnTo>
                    <a:pt x="3155" y="844"/>
                  </a:lnTo>
                  <a:lnTo>
                    <a:pt x="2939" y="628"/>
                  </a:lnTo>
                  <a:lnTo>
                    <a:pt x="2744" y="455"/>
                  </a:lnTo>
                  <a:lnTo>
                    <a:pt x="2550" y="303"/>
                  </a:lnTo>
                  <a:lnTo>
                    <a:pt x="2356" y="174"/>
                  </a:lnTo>
                  <a:lnTo>
                    <a:pt x="2161" y="87"/>
                  </a:lnTo>
                  <a:lnTo>
                    <a:pt x="1988" y="23"/>
                  </a:lnTo>
                  <a:lnTo>
                    <a:pt x="18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32">
              <a:extLst>
                <a:ext uri="{FF2B5EF4-FFF2-40B4-BE49-F238E27FC236}">
                  <a16:creationId xmlns:a16="http://schemas.microsoft.com/office/drawing/2014/main" id="{3DEE22A8-0CDE-B05E-36C0-C9E9A9AA2264}"/>
                </a:ext>
              </a:extLst>
            </p:cNvPr>
            <p:cNvSpPr/>
            <p:nvPr/>
          </p:nvSpPr>
          <p:spPr>
            <a:xfrm>
              <a:off x="16640975" y="3230925"/>
              <a:ext cx="27575" cy="34600"/>
            </a:xfrm>
            <a:custGeom>
              <a:avLst/>
              <a:gdLst/>
              <a:ahLst/>
              <a:cxnLst/>
              <a:rect l="l" t="t" r="r" b="b"/>
              <a:pathLst>
                <a:path w="1103" h="1384" extrusionOk="0">
                  <a:moveTo>
                    <a:pt x="432" y="0"/>
                  </a:moveTo>
                  <a:lnTo>
                    <a:pt x="324" y="43"/>
                  </a:lnTo>
                  <a:lnTo>
                    <a:pt x="238" y="108"/>
                  </a:lnTo>
                  <a:lnTo>
                    <a:pt x="151" y="195"/>
                  </a:lnTo>
                  <a:lnTo>
                    <a:pt x="87" y="303"/>
                  </a:lnTo>
                  <a:lnTo>
                    <a:pt x="43" y="411"/>
                  </a:lnTo>
                  <a:lnTo>
                    <a:pt x="0" y="540"/>
                  </a:lnTo>
                  <a:lnTo>
                    <a:pt x="0" y="692"/>
                  </a:lnTo>
                  <a:lnTo>
                    <a:pt x="0" y="821"/>
                  </a:lnTo>
                  <a:lnTo>
                    <a:pt x="43" y="951"/>
                  </a:lnTo>
                  <a:lnTo>
                    <a:pt x="87" y="1081"/>
                  </a:lnTo>
                  <a:lnTo>
                    <a:pt x="151" y="1189"/>
                  </a:lnTo>
                  <a:lnTo>
                    <a:pt x="238" y="1275"/>
                  </a:lnTo>
                  <a:lnTo>
                    <a:pt x="324" y="1340"/>
                  </a:lnTo>
                  <a:lnTo>
                    <a:pt x="432" y="1383"/>
                  </a:lnTo>
                  <a:lnTo>
                    <a:pt x="648" y="1383"/>
                  </a:lnTo>
                  <a:lnTo>
                    <a:pt x="756" y="1340"/>
                  </a:lnTo>
                  <a:lnTo>
                    <a:pt x="843" y="1275"/>
                  </a:lnTo>
                  <a:lnTo>
                    <a:pt x="929" y="1189"/>
                  </a:lnTo>
                  <a:lnTo>
                    <a:pt x="994" y="1081"/>
                  </a:lnTo>
                  <a:lnTo>
                    <a:pt x="1059" y="951"/>
                  </a:lnTo>
                  <a:lnTo>
                    <a:pt x="1081" y="821"/>
                  </a:lnTo>
                  <a:lnTo>
                    <a:pt x="1102" y="692"/>
                  </a:lnTo>
                  <a:lnTo>
                    <a:pt x="1081" y="540"/>
                  </a:lnTo>
                  <a:lnTo>
                    <a:pt x="1059" y="411"/>
                  </a:lnTo>
                  <a:lnTo>
                    <a:pt x="994" y="303"/>
                  </a:lnTo>
                  <a:lnTo>
                    <a:pt x="929" y="195"/>
                  </a:lnTo>
                  <a:lnTo>
                    <a:pt x="843" y="108"/>
                  </a:lnTo>
                  <a:lnTo>
                    <a:pt x="756" y="43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32">
              <a:extLst>
                <a:ext uri="{FF2B5EF4-FFF2-40B4-BE49-F238E27FC236}">
                  <a16:creationId xmlns:a16="http://schemas.microsoft.com/office/drawing/2014/main" id="{6292B131-C1FC-CFFC-97D3-35DC4FA70916}"/>
                </a:ext>
              </a:extLst>
            </p:cNvPr>
            <p:cNvSpPr/>
            <p:nvPr/>
          </p:nvSpPr>
          <p:spPr>
            <a:xfrm>
              <a:off x="16487025" y="3230925"/>
              <a:ext cx="27575" cy="34600"/>
            </a:xfrm>
            <a:custGeom>
              <a:avLst/>
              <a:gdLst/>
              <a:ahLst/>
              <a:cxnLst/>
              <a:rect l="l" t="t" r="r" b="b"/>
              <a:pathLst>
                <a:path w="1103" h="1384" extrusionOk="0">
                  <a:moveTo>
                    <a:pt x="432" y="0"/>
                  </a:moveTo>
                  <a:lnTo>
                    <a:pt x="346" y="43"/>
                  </a:lnTo>
                  <a:lnTo>
                    <a:pt x="238" y="108"/>
                  </a:lnTo>
                  <a:lnTo>
                    <a:pt x="173" y="195"/>
                  </a:lnTo>
                  <a:lnTo>
                    <a:pt x="108" y="303"/>
                  </a:lnTo>
                  <a:lnTo>
                    <a:pt x="43" y="411"/>
                  </a:lnTo>
                  <a:lnTo>
                    <a:pt x="22" y="540"/>
                  </a:lnTo>
                  <a:lnTo>
                    <a:pt x="0" y="692"/>
                  </a:lnTo>
                  <a:lnTo>
                    <a:pt x="22" y="821"/>
                  </a:lnTo>
                  <a:lnTo>
                    <a:pt x="43" y="951"/>
                  </a:lnTo>
                  <a:lnTo>
                    <a:pt x="108" y="1081"/>
                  </a:lnTo>
                  <a:lnTo>
                    <a:pt x="173" y="1189"/>
                  </a:lnTo>
                  <a:lnTo>
                    <a:pt x="238" y="1275"/>
                  </a:lnTo>
                  <a:lnTo>
                    <a:pt x="346" y="1340"/>
                  </a:lnTo>
                  <a:lnTo>
                    <a:pt x="432" y="1383"/>
                  </a:lnTo>
                  <a:lnTo>
                    <a:pt x="670" y="1383"/>
                  </a:lnTo>
                  <a:lnTo>
                    <a:pt x="756" y="1340"/>
                  </a:lnTo>
                  <a:lnTo>
                    <a:pt x="864" y="1275"/>
                  </a:lnTo>
                  <a:lnTo>
                    <a:pt x="951" y="1189"/>
                  </a:lnTo>
                  <a:lnTo>
                    <a:pt x="1016" y="1081"/>
                  </a:lnTo>
                  <a:lnTo>
                    <a:pt x="1059" y="951"/>
                  </a:lnTo>
                  <a:lnTo>
                    <a:pt x="1080" y="821"/>
                  </a:lnTo>
                  <a:lnTo>
                    <a:pt x="1102" y="692"/>
                  </a:lnTo>
                  <a:lnTo>
                    <a:pt x="1080" y="540"/>
                  </a:lnTo>
                  <a:lnTo>
                    <a:pt x="1059" y="411"/>
                  </a:lnTo>
                  <a:lnTo>
                    <a:pt x="1016" y="303"/>
                  </a:lnTo>
                  <a:lnTo>
                    <a:pt x="951" y="195"/>
                  </a:lnTo>
                  <a:lnTo>
                    <a:pt x="864" y="108"/>
                  </a:lnTo>
                  <a:lnTo>
                    <a:pt x="756" y="43"/>
                  </a:lnTo>
                  <a:lnTo>
                    <a:pt x="6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32">
              <a:extLst>
                <a:ext uri="{FF2B5EF4-FFF2-40B4-BE49-F238E27FC236}">
                  <a16:creationId xmlns:a16="http://schemas.microsoft.com/office/drawing/2014/main" id="{59238350-47C9-3F4F-2370-9C6BA1D199E0}"/>
                </a:ext>
              </a:extLst>
            </p:cNvPr>
            <p:cNvSpPr/>
            <p:nvPr/>
          </p:nvSpPr>
          <p:spPr>
            <a:xfrm>
              <a:off x="16624750" y="3157450"/>
              <a:ext cx="107525" cy="39475"/>
            </a:xfrm>
            <a:custGeom>
              <a:avLst/>
              <a:gdLst/>
              <a:ahLst/>
              <a:cxnLst/>
              <a:rect l="l" t="t" r="r" b="b"/>
              <a:pathLst>
                <a:path w="4301" h="1579" extrusionOk="0">
                  <a:moveTo>
                    <a:pt x="563" y="1"/>
                  </a:moveTo>
                  <a:lnTo>
                    <a:pt x="455" y="22"/>
                  </a:lnTo>
                  <a:lnTo>
                    <a:pt x="347" y="65"/>
                  </a:lnTo>
                  <a:lnTo>
                    <a:pt x="260" y="130"/>
                  </a:lnTo>
                  <a:lnTo>
                    <a:pt x="195" y="195"/>
                  </a:lnTo>
                  <a:lnTo>
                    <a:pt x="87" y="282"/>
                  </a:lnTo>
                  <a:lnTo>
                    <a:pt x="44" y="390"/>
                  </a:lnTo>
                  <a:lnTo>
                    <a:pt x="1" y="519"/>
                  </a:lnTo>
                  <a:lnTo>
                    <a:pt x="23" y="670"/>
                  </a:lnTo>
                  <a:lnTo>
                    <a:pt x="87" y="800"/>
                  </a:lnTo>
                  <a:lnTo>
                    <a:pt x="174" y="951"/>
                  </a:lnTo>
                  <a:lnTo>
                    <a:pt x="325" y="1059"/>
                  </a:lnTo>
                  <a:lnTo>
                    <a:pt x="498" y="1167"/>
                  </a:lnTo>
                  <a:lnTo>
                    <a:pt x="757" y="1189"/>
                  </a:lnTo>
                  <a:lnTo>
                    <a:pt x="1146" y="1211"/>
                  </a:lnTo>
                  <a:lnTo>
                    <a:pt x="2119" y="1232"/>
                  </a:lnTo>
                  <a:lnTo>
                    <a:pt x="2659" y="1276"/>
                  </a:lnTo>
                  <a:lnTo>
                    <a:pt x="3199" y="1340"/>
                  </a:lnTo>
                  <a:lnTo>
                    <a:pt x="3437" y="1384"/>
                  </a:lnTo>
                  <a:lnTo>
                    <a:pt x="3674" y="1448"/>
                  </a:lnTo>
                  <a:lnTo>
                    <a:pt x="3890" y="1513"/>
                  </a:lnTo>
                  <a:lnTo>
                    <a:pt x="4063" y="1578"/>
                  </a:lnTo>
                  <a:lnTo>
                    <a:pt x="4171" y="1578"/>
                  </a:lnTo>
                  <a:lnTo>
                    <a:pt x="4236" y="1556"/>
                  </a:lnTo>
                  <a:lnTo>
                    <a:pt x="4279" y="1513"/>
                  </a:lnTo>
                  <a:lnTo>
                    <a:pt x="4301" y="1470"/>
                  </a:lnTo>
                  <a:lnTo>
                    <a:pt x="4279" y="1427"/>
                  </a:lnTo>
                  <a:lnTo>
                    <a:pt x="4236" y="1362"/>
                  </a:lnTo>
                  <a:lnTo>
                    <a:pt x="4085" y="1211"/>
                  </a:lnTo>
                  <a:lnTo>
                    <a:pt x="3847" y="1059"/>
                  </a:lnTo>
                  <a:lnTo>
                    <a:pt x="3545" y="887"/>
                  </a:lnTo>
                  <a:lnTo>
                    <a:pt x="3199" y="714"/>
                  </a:lnTo>
                  <a:lnTo>
                    <a:pt x="2810" y="541"/>
                  </a:lnTo>
                  <a:lnTo>
                    <a:pt x="2399" y="390"/>
                  </a:lnTo>
                  <a:lnTo>
                    <a:pt x="1989" y="238"/>
                  </a:lnTo>
                  <a:lnTo>
                    <a:pt x="1600" y="130"/>
                  </a:lnTo>
                  <a:lnTo>
                    <a:pt x="1211" y="44"/>
                  </a:lnTo>
                  <a:lnTo>
                    <a:pt x="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32">
              <a:extLst>
                <a:ext uri="{FF2B5EF4-FFF2-40B4-BE49-F238E27FC236}">
                  <a16:creationId xmlns:a16="http://schemas.microsoft.com/office/drawing/2014/main" id="{641D3B3B-FBCE-9A96-59D0-138B016A9A8C}"/>
                </a:ext>
              </a:extLst>
            </p:cNvPr>
            <p:cNvSpPr/>
            <p:nvPr/>
          </p:nvSpPr>
          <p:spPr>
            <a:xfrm>
              <a:off x="16422725" y="3157450"/>
              <a:ext cx="107000" cy="39475"/>
            </a:xfrm>
            <a:custGeom>
              <a:avLst/>
              <a:gdLst/>
              <a:ahLst/>
              <a:cxnLst/>
              <a:rect l="l" t="t" r="r" b="b"/>
              <a:pathLst>
                <a:path w="4280" h="1579" extrusionOk="0">
                  <a:moveTo>
                    <a:pt x="3415" y="1"/>
                  </a:moveTo>
                  <a:lnTo>
                    <a:pt x="3069" y="44"/>
                  </a:lnTo>
                  <a:lnTo>
                    <a:pt x="2702" y="130"/>
                  </a:lnTo>
                  <a:lnTo>
                    <a:pt x="2291" y="238"/>
                  </a:lnTo>
                  <a:lnTo>
                    <a:pt x="1881" y="390"/>
                  </a:lnTo>
                  <a:lnTo>
                    <a:pt x="1470" y="541"/>
                  </a:lnTo>
                  <a:lnTo>
                    <a:pt x="1081" y="714"/>
                  </a:lnTo>
                  <a:lnTo>
                    <a:pt x="735" y="887"/>
                  </a:lnTo>
                  <a:lnTo>
                    <a:pt x="433" y="1059"/>
                  </a:lnTo>
                  <a:lnTo>
                    <a:pt x="195" y="1211"/>
                  </a:lnTo>
                  <a:lnTo>
                    <a:pt x="44" y="1362"/>
                  </a:lnTo>
                  <a:lnTo>
                    <a:pt x="1" y="1427"/>
                  </a:lnTo>
                  <a:lnTo>
                    <a:pt x="1" y="1470"/>
                  </a:lnTo>
                  <a:lnTo>
                    <a:pt x="1" y="1513"/>
                  </a:lnTo>
                  <a:lnTo>
                    <a:pt x="44" y="1556"/>
                  </a:lnTo>
                  <a:lnTo>
                    <a:pt x="109" y="1578"/>
                  </a:lnTo>
                  <a:lnTo>
                    <a:pt x="217" y="1578"/>
                  </a:lnTo>
                  <a:lnTo>
                    <a:pt x="411" y="1513"/>
                  </a:lnTo>
                  <a:lnTo>
                    <a:pt x="606" y="1448"/>
                  </a:lnTo>
                  <a:lnTo>
                    <a:pt x="843" y="1384"/>
                  </a:lnTo>
                  <a:lnTo>
                    <a:pt x="1103" y="1340"/>
                  </a:lnTo>
                  <a:lnTo>
                    <a:pt x="1621" y="1276"/>
                  </a:lnTo>
                  <a:lnTo>
                    <a:pt x="2162" y="1232"/>
                  </a:lnTo>
                  <a:lnTo>
                    <a:pt x="3155" y="1211"/>
                  </a:lnTo>
                  <a:lnTo>
                    <a:pt x="3523" y="1189"/>
                  </a:lnTo>
                  <a:lnTo>
                    <a:pt x="3782" y="1167"/>
                  </a:lnTo>
                  <a:lnTo>
                    <a:pt x="3955" y="1059"/>
                  </a:lnTo>
                  <a:lnTo>
                    <a:pt x="4106" y="951"/>
                  </a:lnTo>
                  <a:lnTo>
                    <a:pt x="4193" y="800"/>
                  </a:lnTo>
                  <a:lnTo>
                    <a:pt x="4257" y="670"/>
                  </a:lnTo>
                  <a:lnTo>
                    <a:pt x="4279" y="519"/>
                  </a:lnTo>
                  <a:lnTo>
                    <a:pt x="4257" y="390"/>
                  </a:lnTo>
                  <a:lnTo>
                    <a:pt x="4193" y="282"/>
                  </a:lnTo>
                  <a:lnTo>
                    <a:pt x="4085" y="195"/>
                  </a:lnTo>
                  <a:lnTo>
                    <a:pt x="4020" y="130"/>
                  </a:lnTo>
                  <a:lnTo>
                    <a:pt x="3933" y="65"/>
                  </a:lnTo>
                  <a:lnTo>
                    <a:pt x="3825" y="22"/>
                  </a:lnTo>
                  <a:lnTo>
                    <a:pt x="37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32">
              <a:extLst>
                <a:ext uri="{FF2B5EF4-FFF2-40B4-BE49-F238E27FC236}">
                  <a16:creationId xmlns:a16="http://schemas.microsoft.com/office/drawing/2014/main" id="{EB221918-2C7F-C876-AE6A-388ABEADB784}"/>
                </a:ext>
              </a:extLst>
            </p:cNvPr>
            <p:cNvSpPr/>
            <p:nvPr/>
          </p:nvSpPr>
          <p:spPr>
            <a:xfrm>
              <a:off x="16313075" y="3508025"/>
              <a:ext cx="528325" cy="501325"/>
            </a:xfrm>
            <a:custGeom>
              <a:avLst/>
              <a:gdLst/>
              <a:ahLst/>
              <a:cxnLst/>
              <a:rect l="l" t="t" r="r" b="b"/>
              <a:pathLst>
                <a:path w="21133" h="20053" extrusionOk="0">
                  <a:moveTo>
                    <a:pt x="0" y="1"/>
                  </a:moveTo>
                  <a:lnTo>
                    <a:pt x="0" y="20053"/>
                  </a:lnTo>
                  <a:lnTo>
                    <a:pt x="21133" y="20053"/>
                  </a:lnTo>
                  <a:lnTo>
                    <a:pt x="21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32">
              <a:extLst>
                <a:ext uri="{FF2B5EF4-FFF2-40B4-BE49-F238E27FC236}">
                  <a16:creationId xmlns:a16="http://schemas.microsoft.com/office/drawing/2014/main" id="{453CA440-060B-12B7-2416-4880092A5257}"/>
                </a:ext>
              </a:extLst>
            </p:cNvPr>
            <p:cNvSpPr/>
            <p:nvPr/>
          </p:nvSpPr>
          <p:spPr>
            <a:xfrm>
              <a:off x="16426525" y="3663600"/>
              <a:ext cx="301425" cy="10850"/>
            </a:xfrm>
            <a:custGeom>
              <a:avLst/>
              <a:gdLst/>
              <a:ahLst/>
              <a:cxnLst/>
              <a:rect l="l" t="t" r="r" b="b"/>
              <a:pathLst>
                <a:path w="12057" h="434" extrusionOk="0">
                  <a:moveTo>
                    <a:pt x="130" y="1"/>
                  </a:moveTo>
                  <a:lnTo>
                    <a:pt x="65" y="66"/>
                  </a:lnTo>
                  <a:lnTo>
                    <a:pt x="22" y="131"/>
                  </a:lnTo>
                  <a:lnTo>
                    <a:pt x="0" y="217"/>
                  </a:lnTo>
                  <a:lnTo>
                    <a:pt x="22" y="303"/>
                  </a:lnTo>
                  <a:lnTo>
                    <a:pt x="65" y="368"/>
                  </a:lnTo>
                  <a:lnTo>
                    <a:pt x="130" y="411"/>
                  </a:lnTo>
                  <a:lnTo>
                    <a:pt x="216" y="433"/>
                  </a:lnTo>
                  <a:lnTo>
                    <a:pt x="11841" y="433"/>
                  </a:lnTo>
                  <a:lnTo>
                    <a:pt x="11927" y="411"/>
                  </a:lnTo>
                  <a:lnTo>
                    <a:pt x="11992" y="368"/>
                  </a:lnTo>
                  <a:lnTo>
                    <a:pt x="12035" y="303"/>
                  </a:lnTo>
                  <a:lnTo>
                    <a:pt x="12057" y="217"/>
                  </a:lnTo>
                  <a:lnTo>
                    <a:pt x="12035" y="131"/>
                  </a:lnTo>
                  <a:lnTo>
                    <a:pt x="11992" y="66"/>
                  </a:lnTo>
                  <a:lnTo>
                    <a:pt x="1192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32">
              <a:extLst>
                <a:ext uri="{FF2B5EF4-FFF2-40B4-BE49-F238E27FC236}">
                  <a16:creationId xmlns:a16="http://schemas.microsoft.com/office/drawing/2014/main" id="{115EAF09-5CCC-7B5A-905B-87554BB170DB}"/>
                </a:ext>
              </a:extLst>
            </p:cNvPr>
            <p:cNvSpPr/>
            <p:nvPr/>
          </p:nvSpPr>
          <p:spPr>
            <a:xfrm>
              <a:off x="16395725" y="3632275"/>
              <a:ext cx="72950" cy="72950"/>
            </a:xfrm>
            <a:custGeom>
              <a:avLst/>
              <a:gdLst/>
              <a:ahLst/>
              <a:cxnLst/>
              <a:rect l="l" t="t" r="r" b="b"/>
              <a:pathLst>
                <a:path w="2918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67" y="44"/>
                  </a:lnTo>
                  <a:lnTo>
                    <a:pt x="1016" y="66"/>
                  </a:lnTo>
                  <a:lnTo>
                    <a:pt x="886" y="130"/>
                  </a:lnTo>
                  <a:lnTo>
                    <a:pt x="757" y="195"/>
                  </a:lnTo>
                  <a:lnTo>
                    <a:pt x="649" y="260"/>
                  </a:lnTo>
                  <a:lnTo>
                    <a:pt x="519" y="346"/>
                  </a:lnTo>
                  <a:lnTo>
                    <a:pt x="433" y="433"/>
                  </a:lnTo>
                  <a:lnTo>
                    <a:pt x="325" y="541"/>
                  </a:lnTo>
                  <a:lnTo>
                    <a:pt x="260" y="649"/>
                  </a:lnTo>
                  <a:lnTo>
                    <a:pt x="173" y="779"/>
                  </a:lnTo>
                  <a:lnTo>
                    <a:pt x="108" y="887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21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60" y="2269"/>
                  </a:lnTo>
                  <a:lnTo>
                    <a:pt x="325" y="2378"/>
                  </a:lnTo>
                  <a:lnTo>
                    <a:pt x="433" y="2486"/>
                  </a:lnTo>
                  <a:lnTo>
                    <a:pt x="519" y="2594"/>
                  </a:lnTo>
                  <a:lnTo>
                    <a:pt x="649" y="2658"/>
                  </a:lnTo>
                  <a:lnTo>
                    <a:pt x="757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67" y="2896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51" y="2896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40" y="2745"/>
                  </a:lnTo>
                  <a:lnTo>
                    <a:pt x="2269" y="2658"/>
                  </a:lnTo>
                  <a:lnTo>
                    <a:pt x="2377" y="2594"/>
                  </a:lnTo>
                  <a:lnTo>
                    <a:pt x="2485" y="2486"/>
                  </a:lnTo>
                  <a:lnTo>
                    <a:pt x="2572" y="2378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21"/>
                  </a:lnTo>
                  <a:lnTo>
                    <a:pt x="2917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7"/>
                  </a:lnTo>
                  <a:lnTo>
                    <a:pt x="2723" y="779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85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40" y="195"/>
                  </a:lnTo>
                  <a:lnTo>
                    <a:pt x="2010" y="130"/>
                  </a:lnTo>
                  <a:lnTo>
                    <a:pt x="1880" y="66"/>
                  </a:lnTo>
                  <a:lnTo>
                    <a:pt x="1751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32">
              <a:extLst>
                <a:ext uri="{FF2B5EF4-FFF2-40B4-BE49-F238E27FC236}">
                  <a16:creationId xmlns:a16="http://schemas.microsoft.com/office/drawing/2014/main" id="{04A5AC01-ACF8-923E-8DCE-CCE404C36BB6}"/>
                </a:ext>
              </a:extLst>
            </p:cNvPr>
            <p:cNvSpPr/>
            <p:nvPr/>
          </p:nvSpPr>
          <p:spPr>
            <a:xfrm>
              <a:off x="16686350" y="3632275"/>
              <a:ext cx="72400" cy="72950"/>
            </a:xfrm>
            <a:custGeom>
              <a:avLst/>
              <a:gdLst/>
              <a:ahLst/>
              <a:cxnLst/>
              <a:rect l="l" t="t" r="r" b="b"/>
              <a:pathLst>
                <a:path w="2896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45" y="44"/>
                  </a:lnTo>
                  <a:lnTo>
                    <a:pt x="1016" y="66"/>
                  </a:lnTo>
                  <a:lnTo>
                    <a:pt x="886" y="130"/>
                  </a:lnTo>
                  <a:lnTo>
                    <a:pt x="756" y="195"/>
                  </a:lnTo>
                  <a:lnTo>
                    <a:pt x="627" y="260"/>
                  </a:lnTo>
                  <a:lnTo>
                    <a:pt x="519" y="346"/>
                  </a:lnTo>
                  <a:lnTo>
                    <a:pt x="411" y="433"/>
                  </a:lnTo>
                  <a:lnTo>
                    <a:pt x="324" y="541"/>
                  </a:lnTo>
                  <a:lnTo>
                    <a:pt x="238" y="649"/>
                  </a:lnTo>
                  <a:lnTo>
                    <a:pt x="173" y="779"/>
                  </a:lnTo>
                  <a:lnTo>
                    <a:pt x="108" y="887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21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38" y="2269"/>
                  </a:lnTo>
                  <a:lnTo>
                    <a:pt x="324" y="2378"/>
                  </a:lnTo>
                  <a:lnTo>
                    <a:pt x="411" y="2486"/>
                  </a:lnTo>
                  <a:lnTo>
                    <a:pt x="519" y="2594"/>
                  </a:lnTo>
                  <a:lnTo>
                    <a:pt x="627" y="2658"/>
                  </a:lnTo>
                  <a:lnTo>
                    <a:pt x="756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45" y="2896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29" y="2896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39" y="2745"/>
                  </a:lnTo>
                  <a:lnTo>
                    <a:pt x="2269" y="2658"/>
                  </a:lnTo>
                  <a:lnTo>
                    <a:pt x="2377" y="2594"/>
                  </a:lnTo>
                  <a:lnTo>
                    <a:pt x="2463" y="2486"/>
                  </a:lnTo>
                  <a:lnTo>
                    <a:pt x="2572" y="2378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21"/>
                  </a:lnTo>
                  <a:lnTo>
                    <a:pt x="2896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7"/>
                  </a:lnTo>
                  <a:lnTo>
                    <a:pt x="2723" y="779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63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39" y="195"/>
                  </a:lnTo>
                  <a:lnTo>
                    <a:pt x="2010" y="130"/>
                  </a:lnTo>
                  <a:lnTo>
                    <a:pt x="1880" y="66"/>
                  </a:lnTo>
                  <a:lnTo>
                    <a:pt x="1729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32">
              <a:extLst>
                <a:ext uri="{FF2B5EF4-FFF2-40B4-BE49-F238E27FC236}">
                  <a16:creationId xmlns:a16="http://schemas.microsoft.com/office/drawing/2014/main" id="{F663DC77-FA09-3618-FECD-6C38D7CB3E17}"/>
                </a:ext>
              </a:extLst>
            </p:cNvPr>
            <p:cNvSpPr/>
            <p:nvPr/>
          </p:nvSpPr>
          <p:spPr>
            <a:xfrm>
              <a:off x="16703100" y="3649575"/>
              <a:ext cx="38375" cy="38375"/>
            </a:xfrm>
            <a:custGeom>
              <a:avLst/>
              <a:gdLst/>
              <a:ahLst/>
              <a:cxnLst/>
              <a:rect l="l" t="t" r="r" b="b"/>
              <a:pathLst>
                <a:path w="1535" h="1535" extrusionOk="0">
                  <a:moveTo>
                    <a:pt x="778" y="0"/>
                  </a:moveTo>
                  <a:lnTo>
                    <a:pt x="627" y="22"/>
                  </a:lnTo>
                  <a:lnTo>
                    <a:pt x="475" y="65"/>
                  </a:lnTo>
                  <a:lnTo>
                    <a:pt x="346" y="130"/>
                  </a:lnTo>
                  <a:lnTo>
                    <a:pt x="238" y="238"/>
                  </a:lnTo>
                  <a:lnTo>
                    <a:pt x="130" y="346"/>
                  </a:lnTo>
                  <a:lnTo>
                    <a:pt x="65" y="475"/>
                  </a:lnTo>
                  <a:lnTo>
                    <a:pt x="22" y="605"/>
                  </a:lnTo>
                  <a:lnTo>
                    <a:pt x="0" y="778"/>
                  </a:lnTo>
                  <a:lnTo>
                    <a:pt x="22" y="929"/>
                  </a:lnTo>
                  <a:lnTo>
                    <a:pt x="65" y="1081"/>
                  </a:lnTo>
                  <a:lnTo>
                    <a:pt x="130" y="1210"/>
                  </a:lnTo>
                  <a:lnTo>
                    <a:pt x="238" y="1318"/>
                  </a:lnTo>
                  <a:lnTo>
                    <a:pt x="346" y="1405"/>
                  </a:lnTo>
                  <a:lnTo>
                    <a:pt x="475" y="1469"/>
                  </a:lnTo>
                  <a:lnTo>
                    <a:pt x="627" y="1534"/>
                  </a:lnTo>
                  <a:lnTo>
                    <a:pt x="929" y="1534"/>
                  </a:lnTo>
                  <a:lnTo>
                    <a:pt x="1080" y="1469"/>
                  </a:lnTo>
                  <a:lnTo>
                    <a:pt x="1210" y="1405"/>
                  </a:lnTo>
                  <a:lnTo>
                    <a:pt x="1318" y="1318"/>
                  </a:lnTo>
                  <a:lnTo>
                    <a:pt x="1405" y="1210"/>
                  </a:lnTo>
                  <a:lnTo>
                    <a:pt x="1491" y="1081"/>
                  </a:lnTo>
                  <a:lnTo>
                    <a:pt x="1534" y="929"/>
                  </a:lnTo>
                  <a:lnTo>
                    <a:pt x="1534" y="778"/>
                  </a:lnTo>
                  <a:lnTo>
                    <a:pt x="1534" y="605"/>
                  </a:lnTo>
                  <a:lnTo>
                    <a:pt x="1491" y="475"/>
                  </a:lnTo>
                  <a:lnTo>
                    <a:pt x="1405" y="346"/>
                  </a:lnTo>
                  <a:lnTo>
                    <a:pt x="1318" y="238"/>
                  </a:lnTo>
                  <a:lnTo>
                    <a:pt x="1210" y="130"/>
                  </a:lnTo>
                  <a:lnTo>
                    <a:pt x="1080" y="65"/>
                  </a:lnTo>
                  <a:lnTo>
                    <a:pt x="929" y="22"/>
                  </a:lnTo>
                  <a:lnTo>
                    <a:pt x="77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32">
              <a:extLst>
                <a:ext uri="{FF2B5EF4-FFF2-40B4-BE49-F238E27FC236}">
                  <a16:creationId xmlns:a16="http://schemas.microsoft.com/office/drawing/2014/main" id="{8018E0DE-726E-BDBC-C554-F8BA33536965}"/>
                </a:ext>
              </a:extLst>
            </p:cNvPr>
            <p:cNvSpPr/>
            <p:nvPr/>
          </p:nvSpPr>
          <p:spPr>
            <a:xfrm>
              <a:off x="16413000" y="3649575"/>
              <a:ext cx="38375" cy="38375"/>
            </a:xfrm>
            <a:custGeom>
              <a:avLst/>
              <a:gdLst/>
              <a:ahLst/>
              <a:cxnLst/>
              <a:rect l="l" t="t" r="r" b="b"/>
              <a:pathLst>
                <a:path w="1535" h="1535" extrusionOk="0">
                  <a:moveTo>
                    <a:pt x="757" y="0"/>
                  </a:moveTo>
                  <a:lnTo>
                    <a:pt x="606" y="22"/>
                  </a:lnTo>
                  <a:lnTo>
                    <a:pt x="455" y="65"/>
                  </a:lnTo>
                  <a:lnTo>
                    <a:pt x="325" y="130"/>
                  </a:lnTo>
                  <a:lnTo>
                    <a:pt x="217" y="238"/>
                  </a:lnTo>
                  <a:lnTo>
                    <a:pt x="130" y="346"/>
                  </a:lnTo>
                  <a:lnTo>
                    <a:pt x="44" y="475"/>
                  </a:lnTo>
                  <a:lnTo>
                    <a:pt x="1" y="605"/>
                  </a:lnTo>
                  <a:lnTo>
                    <a:pt x="1" y="778"/>
                  </a:lnTo>
                  <a:lnTo>
                    <a:pt x="1" y="929"/>
                  </a:lnTo>
                  <a:lnTo>
                    <a:pt x="44" y="1081"/>
                  </a:lnTo>
                  <a:lnTo>
                    <a:pt x="130" y="1210"/>
                  </a:lnTo>
                  <a:lnTo>
                    <a:pt x="217" y="1318"/>
                  </a:lnTo>
                  <a:lnTo>
                    <a:pt x="325" y="1405"/>
                  </a:lnTo>
                  <a:lnTo>
                    <a:pt x="455" y="1469"/>
                  </a:lnTo>
                  <a:lnTo>
                    <a:pt x="606" y="1534"/>
                  </a:lnTo>
                  <a:lnTo>
                    <a:pt x="908" y="1534"/>
                  </a:lnTo>
                  <a:lnTo>
                    <a:pt x="1060" y="1469"/>
                  </a:lnTo>
                  <a:lnTo>
                    <a:pt x="1189" y="1405"/>
                  </a:lnTo>
                  <a:lnTo>
                    <a:pt x="1297" y="1318"/>
                  </a:lnTo>
                  <a:lnTo>
                    <a:pt x="1405" y="1210"/>
                  </a:lnTo>
                  <a:lnTo>
                    <a:pt x="1470" y="1081"/>
                  </a:lnTo>
                  <a:lnTo>
                    <a:pt x="1513" y="929"/>
                  </a:lnTo>
                  <a:lnTo>
                    <a:pt x="1535" y="778"/>
                  </a:lnTo>
                  <a:lnTo>
                    <a:pt x="1513" y="605"/>
                  </a:lnTo>
                  <a:lnTo>
                    <a:pt x="1470" y="475"/>
                  </a:lnTo>
                  <a:lnTo>
                    <a:pt x="1405" y="346"/>
                  </a:lnTo>
                  <a:lnTo>
                    <a:pt x="1297" y="238"/>
                  </a:lnTo>
                  <a:lnTo>
                    <a:pt x="1189" y="130"/>
                  </a:lnTo>
                  <a:lnTo>
                    <a:pt x="1060" y="65"/>
                  </a:lnTo>
                  <a:lnTo>
                    <a:pt x="908" y="22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32">
              <a:extLst>
                <a:ext uri="{FF2B5EF4-FFF2-40B4-BE49-F238E27FC236}">
                  <a16:creationId xmlns:a16="http://schemas.microsoft.com/office/drawing/2014/main" id="{F0417E25-5DAF-5EB5-DC41-7921B0CBA1AE}"/>
                </a:ext>
              </a:extLst>
            </p:cNvPr>
            <p:cNvSpPr/>
            <p:nvPr/>
          </p:nvSpPr>
          <p:spPr>
            <a:xfrm>
              <a:off x="16426525" y="3768400"/>
              <a:ext cx="301425" cy="10825"/>
            </a:xfrm>
            <a:custGeom>
              <a:avLst/>
              <a:gdLst/>
              <a:ahLst/>
              <a:cxnLst/>
              <a:rect l="l" t="t" r="r" b="b"/>
              <a:pathLst>
                <a:path w="12057" h="433" extrusionOk="0">
                  <a:moveTo>
                    <a:pt x="130" y="1"/>
                  </a:moveTo>
                  <a:lnTo>
                    <a:pt x="65" y="66"/>
                  </a:lnTo>
                  <a:lnTo>
                    <a:pt x="22" y="130"/>
                  </a:lnTo>
                  <a:lnTo>
                    <a:pt x="0" y="217"/>
                  </a:lnTo>
                  <a:lnTo>
                    <a:pt x="22" y="303"/>
                  </a:lnTo>
                  <a:lnTo>
                    <a:pt x="65" y="368"/>
                  </a:lnTo>
                  <a:lnTo>
                    <a:pt x="130" y="411"/>
                  </a:lnTo>
                  <a:lnTo>
                    <a:pt x="216" y="433"/>
                  </a:lnTo>
                  <a:lnTo>
                    <a:pt x="11841" y="433"/>
                  </a:lnTo>
                  <a:lnTo>
                    <a:pt x="11927" y="411"/>
                  </a:lnTo>
                  <a:lnTo>
                    <a:pt x="11992" y="368"/>
                  </a:lnTo>
                  <a:lnTo>
                    <a:pt x="12035" y="303"/>
                  </a:lnTo>
                  <a:lnTo>
                    <a:pt x="12057" y="217"/>
                  </a:lnTo>
                  <a:lnTo>
                    <a:pt x="12035" y="130"/>
                  </a:lnTo>
                  <a:lnTo>
                    <a:pt x="11992" y="66"/>
                  </a:lnTo>
                  <a:lnTo>
                    <a:pt x="1192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32">
              <a:extLst>
                <a:ext uri="{FF2B5EF4-FFF2-40B4-BE49-F238E27FC236}">
                  <a16:creationId xmlns:a16="http://schemas.microsoft.com/office/drawing/2014/main" id="{09BEA360-DA2A-A3B9-4E06-45C1EFE392AE}"/>
                </a:ext>
              </a:extLst>
            </p:cNvPr>
            <p:cNvSpPr/>
            <p:nvPr/>
          </p:nvSpPr>
          <p:spPr>
            <a:xfrm>
              <a:off x="16395725" y="3737075"/>
              <a:ext cx="72950" cy="72950"/>
            </a:xfrm>
            <a:custGeom>
              <a:avLst/>
              <a:gdLst/>
              <a:ahLst/>
              <a:cxnLst/>
              <a:rect l="l" t="t" r="r" b="b"/>
              <a:pathLst>
                <a:path w="2918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67" y="44"/>
                  </a:lnTo>
                  <a:lnTo>
                    <a:pt x="1016" y="65"/>
                  </a:lnTo>
                  <a:lnTo>
                    <a:pt x="886" y="130"/>
                  </a:lnTo>
                  <a:lnTo>
                    <a:pt x="757" y="173"/>
                  </a:lnTo>
                  <a:lnTo>
                    <a:pt x="649" y="260"/>
                  </a:lnTo>
                  <a:lnTo>
                    <a:pt x="519" y="346"/>
                  </a:lnTo>
                  <a:lnTo>
                    <a:pt x="433" y="433"/>
                  </a:lnTo>
                  <a:lnTo>
                    <a:pt x="325" y="541"/>
                  </a:lnTo>
                  <a:lnTo>
                    <a:pt x="260" y="649"/>
                  </a:lnTo>
                  <a:lnTo>
                    <a:pt x="173" y="778"/>
                  </a:lnTo>
                  <a:lnTo>
                    <a:pt x="108" y="886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00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60" y="2269"/>
                  </a:lnTo>
                  <a:lnTo>
                    <a:pt x="325" y="2377"/>
                  </a:lnTo>
                  <a:lnTo>
                    <a:pt x="433" y="2485"/>
                  </a:lnTo>
                  <a:lnTo>
                    <a:pt x="519" y="2593"/>
                  </a:lnTo>
                  <a:lnTo>
                    <a:pt x="649" y="2658"/>
                  </a:lnTo>
                  <a:lnTo>
                    <a:pt x="757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67" y="2874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51" y="2874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40" y="2745"/>
                  </a:lnTo>
                  <a:lnTo>
                    <a:pt x="2269" y="2658"/>
                  </a:lnTo>
                  <a:lnTo>
                    <a:pt x="2377" y="2593"/>
                  </a:lnTo>
                  <a:lnTo>
                    <a:pt x="2485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00"/>
                  </a:lnTo>
                  <a:lnTo>
                    <a:pt x="2917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6"/>
                  </a:lnTo>
                  <a:lnTo>
                    <a:pt x="2723" y="778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85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40" y="173"/>
                  </a:lnTo>
                  <a:lnTo>
                    <a:pt x="2010" y="130"/>
                  </a:lnTo>
                  <a:lnTo>
                    <a:pt x="1880" y="65"/>
                  </a:lnTo>
                  <a:lnTo>
                    <a:pt x="1751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rgbClr val="F2B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32">
              <a:extLst>
                <a:ext uri="{FF2B5EF4-FFF2-40B4-BE49-F238E27FC236}">
                  <a16:creationId xmlns:a16="http://schemas.microsoft.com/office/drawing/2014/main" id="{B39F93CC-47D3-1602-D322-1121CB0830E6}"/>
                </a:ext>
              </a:extLst>
            </p:cNvPr>
            <p:cNvSpPr/>
            <p:nvPr/>
          </p:nvSpPr>
          <p:spPr>
            <a:xfrm>
              <a:off x="16686350" y="3737075"/>
              <a:ext cx="72400" cy="72950"/>
            </a:xfrm>
            <a:custGeom>
              <a:avLst/>
              <a:gdLst/>
              <a:ahLst/>
              <a:cxnLst/>
              <a:rect l="l" t="t" r="r" b="b"/>
              <a:pathLst>
                <a:path w="2896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45" y="44"/>
                  </a:lnTo>
                  <a:lnTo>
                    <a:pt x="1016" y="65"/>
                  </a:lnTo>
                  <a:lnTo>
                    <a:pt x="886" y="130"/>
                  </a:lnTo>
                  <a:lnTo>
                    <a:pt x="756" y="173"/>
                  </a:lnTo>
                  <a:lnTo>
                    <a:pt x="627" y="260"/>
                  </a:lnTo>
                  <a:lnTo>
                    <a:pt x="519" y="346"/>
                  </a:lnTo>
                  <a:lnTo>
                    <a:pt x="411" y="433"/>
                  </a:lnTo>
                  <a:lnTo>
                    <a:pt x="324" y="541"/>
                  </a:lnTo>
                  <a:lnTo>
                    <a:pt x="238" y="649"/>
                  </a:lnTo>
                  <a:lnTo>
                    <a:pt x="173" y="778"/>
                  </a:lnTo>
                  <a:lnTo>
                    <a:pt x="108" y="886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00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38" y="2269"/>
                  </a:lnTo>
                  <a:lnTo>
                    <a:pt x="324" y="2377"/>
                  </a:lnTo>
                  <a:lnTo>
                    <a:pt x="411" y="2485"/>
                  </a:lnTo>
                  <a:lnTo>
                    <a:pt x="519" y="2593"/>
                  </a:lnTo>
                  <a:lnTo>
                    <a:pt x="627" y="2658"/>
                  </a:lnTo>
                  <a:lnTo>
                    <a:pt x="756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45" y="2874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29" y="2874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39" y="2745"/>
                  </a:lnTo>
                  <a:lnTo>
                    <a:pt x="2269" y="2658"/>
                  </a:lnTo>
                  <a:lnTo>
                    <a:pt x="2377" y="2593"/>
                  </a:lnTo>
                  <a:lnTo>
                    <a:pt x="2463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00"/>
                  </a:lnTo>
                  <a:lnTo>
                    <a:pt x="2896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6"/>
                  </a:lnTo>
                  <a:lnTo>
                    <a:pt x="2723" y="778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63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39" y="173"/>
                  </a:lnTo>
                  <a:lnTo>
                    <a:pt x="2010" y="130"/>
                  </a:lnTo>
                  <a:lnTo>
                    <a:pt x="1880" y="65"/>
                  </a:lnTo>
                  <a:lnTo>
                    <a:pt x="1729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32">
              <a:extLst>
                <a:ext uri="{FF2B5EF4-FFF2-40B4-BE49-F238E27FC236}">
                  <a16:creationId xmlns:a16="http://schemas.microsoft.com/office/drawing/2014/main" id="{5C7BFFCE-C0BF-39A8-4177-354CD31FD38A}"/>
                </a:ext>
              </a:extLst>
            </p:cNvPr>
            <p:cNvSpPr/>
            <p:nvPr/>
          </p:nvSpPr>
          <p:spPr>
            <a:xfrm>
              <a:off x="16703100" y="3754350"/>
              <a:ext cx="38375" cy="38400"/>
            </a:xfrm>
            <a:custGeom>
              <a:avLst/>
              <a:gdLst/>
              <a:ahLst/>
              <a:cxnLst/>
              <a:rect l="l" t="t" r="r" b="b"/>
              <a:pathLst>
                <a:path w="1535" h="1536" extrusionOk="0">
                  <a:moveTo>
                    <a:pt x="778" y="1"/>
                  </a:moveTo>
                  <a:lnTo>
                    <a:pt x="627" y="23"/>
                  </a:lnTo>
                  <a:lnTo>
                    <a:pt x="475" y="66"/>
                  </a:lnTo>
                  <a:lnTo>
                    <a:pt x="346" y="131"/>
                  </a:lnTo>
                  <a:lnTo>
                    <a:pt x="238" y="217"/>
                  </a:lnTo>
                  <a:lnTo>
                    <a:pt x="130" y="347"/>
                  </a:lnTo>
                  <a:lnTo>
                    <a:pt x="65" y="476"/>
                  </a:lnTo>
                  <a:lnTo>
                    <a:pt x="22" y="606"/>
                  </a:lnTo>
                  <a:lnTo>
                    <a:pt x="0" y="779"/>
                  </a:lnTo>
                  <a:lnTo>
                    <a:pt x="22" y="930"/>
                  </a:lnTo>
                  <a:lnTo>
                    <a:pt x="65" y="1060"/>
                  </a:lnTo>
                  <a:lnTo>
                    <a:pt x="130" y="1189"/>
                  </a:lnTo>
                  <a:lnTo>
                    <a:pt x="238" y="1319"/>
                  </a:lnTo>
                  <a:lnTo>
                    <a:pt x="346" y="1405"/>
                  </a:lnTo>
                  <a:lnTo>
                    <a:pt x="475" y="1470"/>
                  </a:lnTo>
                  <a:lnTo>
                    <a:pt x="627" y="1514"/>
                  </a:lnTo>
                  <a:lnTo>
                    <a:pt x="778" y="1535"/>
                  </a:lnTo>
                  <a:lnTo>
                    <a:pt x="929" y="1514"/>
                  </a:lnTo>
                  <a:lnTo>
                    <a:pt x="1080" y="1470"/>
                  </a:lnTo>
                  <a:lnTo>
                    <a:pt x="1210" y="1405"/>
                  </a:lnTo>
                  <a:lnTo>
                    <a:pt x="1318" y="1319"/>
                  </a:lnTo>
                  <a:lnTo>
                    <a:pt x="1405" y="1189"/>
                  </a:lnTo>
                  <a:lnTo>
                    <a:pt x="1491" y="1060"/>
                  </a:lnTo>
                  <a:lnTo>
                    <a:pt x="1534" y="930"/>
                  </a:lnTo>
                  <a:lnTo>
                    <a:pt x="1534" y="779"/>
                  </a:lnTo>
                  <a:lnTo>
                    <a:pt x="1534" y="606"/>
                  </a:lnTo>
                  <a:lnTo>
                    <a:pt x="1491" y="476"/>
                  </a:lnTo>
                  <a:lnTo>
                    <a:pt x="1405" y="347"/>
                  </a:lnTo>
                  <a:lnTo>
                    <a:pt x="1318" y="217"/>
                  </a:lnTo>
                  <a:lnTo>
                    <a:pt x="1210" y="131"/>
                  </a:lnTo>
                  <a:lnTo>
                    <a:pt x="1080" y="66"/>
                  </a:lnTo>
                  <a:lnTo>
                    <a:pt x="929" y="23"/>
                  </a:lnTo>
                  <a:lnTo>
                    <a:pt x="77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32">
              <a:extLst>
                <a:ext uri="{FF2B5EF4-FFF2-40B4-BE49-F238E27FC236}">
                  <a16:creationId xmlns:a16="http://schemas.microsoft.com/office/drawing/2014/main" id="{3D8D040F-1E13-2FF0-E781-B4725EC53AF2}"/>
                </a:ext>
              </a:extLst>
            </p:cNvPr>
            <p:cNvSpPr/>
            <p:nvPr/>
          </p:nvSpPr>
          <p:spPr>
            <a:xfrm>
              <a:off x="16413000" y="3754350"/>
              <a:ext cx="38375" cy="38400"/>
            </a:xfrm>
            <a:custGeom>
              <a:avLst/>
              <a:gdLst/>
              <a:ahLst/>
              <a:cxnLst/>
              <a:rect l="l" t="t" r="r" b="b"/>
              <a:pathLst>
                <a:path w="1535" h="1536" extrusionOk="0">
                  <a:moveTo>
                    <a:pt x="757" y="1"/>
                  </a:moveTo>
                  <a:lnTo>
                    <a:pt x="606" y="23"/>
                  </a:lnTo>
                  <a:lnTo>
                    <a:pt x="455" y="66"/>
                  </a:lnTo>
                  <a:lnTo>
                    <a:pt x="325" y="131"/>
                  </a:lnTo>
                  <a:lnTo>
                    <a:pt x="217" y="217"/>
                  </a:lnTo>
                  <a:lnTo>
                    <a:pt x="130" y="347"/>
                  </a:lnTo>
                  <a:lnTo>
                    <a:pt x="44" y="476"/>
                  </a:lnTo>
                  <a:lnTo>
                    <a:pt x="1" y="606"/>
                  </a:lnTo>
                  <a:lnTo>
                    <a:pt x="1" y="779"/>
                  </a:lnTo>
                  <a:lnTo>
                    <a:pt x="1" y="930"/>
                  </a:lnTo>
                  <a:lnTo>
                    <a:pt x="44" y="1060"/>
                  </a:lnTo>
                  <a:lnTo>
                    <a:pt x="130" y="1189"/>
                  </a:lnTo>
                  <a:lnTo>
                    <a:pt x="217" y="1319"/>
                  </a:lnTo>
                  <a:lnTo>
                    <a:pt x="325" y="1405"/>
                  </a:lnTo>
                  <a:lnTo>
                    <a:pt x="455" y="1470"/>
                  </a:lnTo>
                  <a:lnTo>
                    <a:pt x="606" y="1514"/>
                  </a:lnTo>
                  <a:lnTo>
                    <a:pt x="757" y="1535"/>
                  </a:lnTo>
                  <a:lnTo>
                    <a:pt x="908" y="1514"/>
                  </a:lnTo>
                  <a:lnTo>
                    <a:pt x="1060" y="1470"/>
                  </a:lnTo>
                  <a:lnTo>
                    <a:pt x="1189" y="1405"/>
                  </a:lnTo>
                  <a:lnTo>
                    <a:pt x="1297" y="1319"/>
                  </a:lnTo>
                  <a:lnTo>
                    <a:pt x="1405" y="1189"/>
                  </a:lnTo>
                  <a:lnTo>
                    <a:pt x="1470" y="1060"/>
                  </a:lnTo>
                  <a:lnTo>
                    <a:pt x="1513" y="930"/>
                  </a:lnTo>
                  <a:lnTo>
                    <a:pt x="1535" y="779"/>
                  </a:lnTo>
                  <a:lnTo>
                    <a:pt x="1513" y="606"/>
                  </a:lnTo>
                  <a:lnTo>
                    <a:pt x="1470" y="476"/>
                  </a:lnTo>
                  <a:lnTo>
                    <a:pt x="1405" y="347"/>
                  </a:lnTo>
                  <a:lnTo>
                    <a:pt x="1297" y="217"/>
                  </a:lnTo>
                  <a:lnTo>
                    <a:pt x="1189" y="131"/>
                  </a:lnTo>
                  <a:lnTo>
                    <a:pt x="1060" y="66"/>
                  </a:lnTo>
                  <a:lnTo>
                    <a:pt x="908" y="23"/>
                  </a:lnTo>
                  <a:lnTo>
                    <a:pt x="75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32">
              <a:extLst>
                <a:ext uri="{FF2B5EF4-FFF2-40B4-BE49-F238E27FC236}">
                  <a16:creationId xmlns:a16="http://schemas.microsoft.com/office/drawing/2014/main" id="{D6AE35BA-CA09-D2EB-C952-A15553760B2B}"/>
                </a:ext>
              </a:extLst>
            </p:cNvPr>
            <p:cNvSpPr/>
            <p:nvPr/>
          </p:nvSpPr>
          <p:spPr>
            <a:xfrm>
              <a:off x="16426525" y="3869975"/>
              <a:ext cx="301425" cy="10825"/>
            </a:xfrm>
            <a:custGeom>
              <a:avLst/>
              <a:gdLst/>
              <a:ahLst/>
              <a:cxnLst/>
              <a:rect l="l" t="t" r="r" b="b"/>
              <a:pathLst>
                <a:path w="12057" h="433" extrusionOk="0">
                  <a:moveTo>
                    <a:pt x="216" y="0"/>
                  </a:moveTo>
                  <a:lnTo>
                    <a:pt x="130" y="22"/>
                  </a:lnTo>
                  <a:lnTo>
                    <a:pt x="65" y="65"/>
                  </a:lnTo>
                  <a:lnTo>
                    <a:pt x="22" y="130"/>
                  </a:lnTo>
                  <a:lnTo>
                    <a:pt x="0" y="216"/>
                  </a:lnTo>
                  <a:lnTo>
                    <a:pt x="22" y="303"/>
                  </a:lnTo>
                  <a:lnTo>
                    <a:pt x="65" y="367"/>
                  </a:lnTo>
                  <a:lnTo>
                    <a:pt x="130" y="411"/>
                  </a:lnTo>
                  <a:lnTo>
                    <a:pt x="216" y="432"/>
                  </a:lnTo>
                  <a:lnTo>
                    <a:pt x="11841" y="432"/>
                  </a:lnTo>
                  <a:lnTo>
                    <a:pt x="11927" y="411"/>
                  </a:lnTo>
                  <a:lnTo>
                    <a:pt x="11992" y="367"/>
                  </a:lnTo>
                  <a:lnTo>
                    <a:pt x="12035" y="303"/>
                  </a:lnTo>
                  <a:lnTo>
                    <a:pt x="12057" y="216"/>
                  </a:lnTo>
                  <a:lnTo>
                    <a:pt x="12035" y="130"/>
                  </a:lnTo>
                  <a:lnTo>
                    <a:pt x="11992" y="65"/>
                  </a:lnTo>
                  <a:lnTo>
                    <a:pt x="11927" y="22"/>
                  </a:lnTo>
                  <a:lnTo>
                    <a:pt x="1184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32">
              <a:extLst>
                <a:ext uri="{FF2B5EF4-FFF2-40B4-BE49-F238E27FC236}">
                  <a16:creationId xmlns:a16="http://schemas.microsoft.com/office/drawing/2014/main" id="{BDC94CD9-20BF-E683-8BCF-C29323D42565}"/>
                </a:ext>
              </a:extLst>
            </p:cNvPr>
            <p:cNvSpPr/>
            <p:nvPr/>
          </p:nvSpPr>
          <p:spPr>
            <a:xfrm>
              <a:off x="16395725" y="3839175"/>
              <a:ext cx="72950" cy="72400"/>
            </a:xfrm>
            <a:custGeom>
              <a:avLst/>
              <a:gdLst/>
              <a:ahLst/>
              <a:cxnLst/>
              <a:rect l="l" t="t" r="r" b="b"/>
              <a:pathLst>
                <a:path w="2918" h="2896" extrusionOk="0">
                  <a:moveTo>
                    <a:pt x="1297" y="0"/>
                  </a:moveTo>
                  <a:lnTo>
                    <a:pt x="1167" y="22"/>
                  </a:lnTo>
                  <a:lnTo>
                    <a:pt x="1016" y="65"/>
                  </a:lnTo>
                  <a:lnTo>
                    <a:pt x="886" y="108"/>
                  </a:lnTo>
                  <a:lnTo>
                    <a:pt x="757" y="173"/>
                  </a:lnTo>
                  <a:lnTo>
                    <a:pt x="649" y="238"/>
                  </a:lnTo>
                  <a:lnTo>
                    <a:pt x="519" y="324"/>
                  </a:lnTo>
                  <a:lnTo>
                    <a:pt x="433" y="411"/>
                  </a:lnTo>
                  <a:lnTo>
                    <a:pt x="325" y="519"/>
                  </a:lnTo>
                  <a:lnTo>
                    <a:pt x="260" y="627"/>
                  </a:lnTo>
                  <a:lnTo>
                    <a:pt x="173" y="757"/>
                  </a:lnTo>
                  <a:lnTo>
                    <a:pt x="108" y="886"/>
                  </a:lnTo>
                  <a:lnTo>
                    <a:pt x="65" y="1016"/>
                  </a:lnTo>
                  <a:lnTo>
                    <a:pt x="22" y="1146"/>
                  </a:lnTo>
                  <a:lnTo>
                    <a:pt x="0" y="1297"/>
                  </a:lnTo>
                  <a:lnTo>
                    <a:pt x="0" y="1448"/>
                  </a:lnTo>
                  <a:lnTo>
                    <a:pt x="0" y="1599"/>
                  </a:lnTo>
                  <a:lnTo>
                    <a:pt x="22" y="1751"/>
                  </a:lnTo>
                  <a:lnTo>
                    <a:pt x="65" y="1880"/>
                  </a:lnTo>
                  <a:lnTo>
                    <a:pt x="108" y="2010"/>
                  </a:lnTo>
                  <a:lnTo>
                    <a:pt x="173" y="2140"/>
                  </a:lnTo>
                  <a:lnTo>
                    <a:pt x="260" y="2269"/>
                  </a:lnTo>
                  <a:lnTo>
                    <a:pt x="325" y="2377"/>
                  </a:lnTo>
                  <a:lnTo>
                    <a:pt x="433" y="2485"/>
                  </a:lnTo>
                  <a:lnTo>
                    <a:pt x="519" y="2572"/>
                  </a:lnTo>
                  <a:lnTo>
                    <a:pt x="649" y="2658"/>
                  </a:lnTo>
                  <a:lnTo>
                    <a:pt x="757" y="2723"/>
                  </a:lnTo>
                  <a:lnTo>
                    <a:pt x="886" y="2788"/>
                  </a:lnTo>
                  <a:lnTo>
                    <a:pt x="1016" y="2831"/>
                  </a:lnTo>
                  <a:lnTo>
                    <a:pt x="1167" y="2874"/>
                  </a:lnTo>
                  <a:lnTo>
                    <a:pt x="1297" y="2896"/>
                  </a:lnTo>
                  <a:lnTo>
                    <a:pt x="1599" y="2896"/>
                  </a:lnTo>
                  <a:lnTo>
                    <a:pt x="1751" y="2874"/>
                  </a:lnTo>
                  <a:lnTo>
                    <a:pt x="1880" y="2831"/>
                  </a:lnTo>
                  <a:lnTo>
                    <a:pt x="2010" y="2788"/>
                  </a:lnTo>
                  <a:lnTo>
                    <a:pt x="2140" y="2723"/>
                  </a:lnTo>
                  <a:lnTo>
                    <a:pt x="2269" y="2658"/>
                  </a:lnTo>
                  <a:lnTo>
                    <a:pt x="2377" y="2572"/>
                  </a:lnTo>
                  <a:lnTo>
                    <a:pt x="2485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40"/>
                  </a:lnTo>
                  <a:lnTo>
                    <a:pt x="2788" y="2010"/>
                  </a:lnTo>
                  <a:lnTo>
                    <a:pt x="2831" y="1880"/>
                  </a:lnTo>
                  <a:lnTo>
                    <a:pt x="2874" y="1751"/>
                  </a:lnTo>
                  <a:lnTo>
                    <a:pt x="2896" y="1599"/>
                  </a:lnTo>
                  <a:lnTo>
                    <a:pt x="2917" y="1448"/>
                  </a:lnTo>
                  <a:lnTo>
                    <a:pt x="2896" y="1297"/>
                  </a:lnTo>
                  <a:lnTo>
                    <a:pt x="2874" y="1146"/>
                  </a:lnTo>
                  <a:lnTo>
                    <a:pt x="2831" y="1016"/>
                  </a:lnTo>
                  <a:lnTo>
                    <a:pt x="2788" y="886"/>
                  </a:lnTo>
                  <a:lnTo>
                    <a:pt x="2723" y="757"/>
                  </a:lnTo>
                  <a:lnTo>
                    <a:pt x="2658" y="627"/>
                  </a:lnTo>
                  <a:lnTo>
                    <a:pt x="2572" y="519"/>
                  </a:lnTo>
                  <a:lnTo>
                    <a:pt x="2485" y="411"/>
                  </a:lnTo>
                  <a:lnTo>
                    <a:pt x="2377" y="324"/>
                  </a:lnTo>
                  <a:lnTo>
                    <a:pt x="2269" y="238"/>
                  </a:lnTo>
                  <a:lnTo>
                    <a:pt x="2140" y="173"/>
                  </a:lnTo>
                  <a:lnTo>
                    <a:pt x="2010" y="108"/>
                  </a:lnTo>
                  <a:lnTo>
                    <a:pt x="1880" y="65"/>
                  </a:lnTo>
                  <a:lnTo>
                    <a:pt x="1751" y="22"/>
                  </a:lnTo>
                  <a:lnTo>
                    <a:pt x="15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32">
              <a:extLst>
                <a:ext uri="{FF2B5EF4-FFF2-40B4-BE49-F238E27FC236}">
                  <a16:creationId xmlns:a16="http://schemas.microsoft.com/office/drawing/2014/main" id="{CA9E138E-43DC-7E72-6017-79AAADBC1442}"/>
                </a:ext>
              </a:extLst>
            </p:cNvPr>
            <p:cNvSpPr/>
            <p:nvPr/>
          </p:nvSpPr>
          <p:spPr>
            <a:xfrm>
              <a:off x="16686350" y="383917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297" y="0"/>
                  </a:moveTo>
                  <a:lnTo>
                    <a:pt x="1145" y="22"/>
                  </a:lnTo>
                  <a:lnTo>
                    <a:pt x="1016" y="65"/>
                  </a:lnTo>
                  <a:lnTo>
                    <a:pt x="886" y="108"/>
                  </a:lnTo>
                  <a:lnTo>
                    <a:pt x="756" y="173"/>
                  </a:lnTo>
                  <a:lnTo>
                    <a:pt x="627" y="238"/>
                  </a:lnTo>
                  <a:lnTo>
                    <a:pt x="519" y="324"/>
                  </a:lnTo>
                  <a:lnTo>
                    <a:pt x="411" y="411"/>
                  </a:lnTo>
                  <a:lnTo>
                    <a:pt x="324" y="519"/>
                  </a:lnTo>
                  <a:lnTo>
                    <a:pt x="238" y="627"/>
                  </a:lnTo>
                  <a:lnTo>
                    <a:pt x="173" y="757"/>
                  </a:lnTo>
                  <a:lnTo>
                    <a:pt x="108" y="886"/>
                  </a:lnTo>
                  <a:lnTo>
                    <a:pt x="65" y="1016"/>
                  </a:lnTo>
                  <a:lnTo>
                    <a:pt x="22" y="1146"/>
                  </a:lnTo>
                  <a:lnTo>
                    <a:pt x="0" y="1297"/>
                  </a:lnTo>
                  <a:lnTo>
                    <a:pt x="0" y="1448"/>
                  </a:lnTo>
                  <a:lnTo>
                    <a:pt x="0" y="1599"/>
                  </a:lnTo>
                  <a:lnTo>
                    <a:pt x="22" y="1751"/>
                  </a:lnTo>
                  <a:lnTo>
                    <a:pt x="65" y="1880"/>
                  </a:lnTo>
                  <a:lnTo>
                    <a:pt x="108" y="2010"/>
                  </a:lnTo>
                  <a:lnTo>
                    <a:pt x="173" y="2140"/>
                  </a:lnTo>
                  <a:lnTo>
                    <a:pt x="238" y="2269"/>
                  </a:lnTo>
                  <a:lnTo>
                    <a:pt x="324" y="2377"/>
                  </a:lnTo>
                  <a:lnTo>
                    <a:pt x="411" y="2485"/>
                  </a:lnTo>
                  <a:lnTo>
                    <a:pt x="519" y="2572"/>
                  </a:lnTo>
                  <a:lnTo>
                    <a:pt x="627" y="2658"/>
                  </a:lnTo>
                  <a:lnTo>
                    <a:pt x="756" y="2723"/>
                  </a:lnTo>
                  <a:lnTo>
                    <a:pt x="886" y="2788"/>
                  </a:lnTo>
                  <a:lnTo>
                    <a:pt x="1016" y="2831"/>
                  </a:lnTo>
                  <a:lnTo>
                    <a:pt x="1145" y="2874"/>
                  </a:lnTo>
                  <a:lnTo>
                    <a:pt x="1297" y="2896"/>
                  </a:lnTo>
                  <a:lnTo>
                    <a:pt x="1599" y="2896"/>
                  </a:lnTo>
                  <a:lnTo>
                    <a:pt x="1729" y="2874"/>
                  </a:lnTo>
                  <a:lnTo>
                    <a:pt x="1880" y="2831"/>
                  </a:lnTo>
                  <a:lnTo>
                    <a:pt x="2010" y="2788"/>
                  </a:lnTo>
                  <a:lnTo>
                    <a:pt x="2139" y="2723"/>
                  </a:lnTo>
                  <a:lnTo>
                    <a:pt x="2269" y="2658"/>
                  </a:lnTo>
                  <a:lnTo>
                    <a:pt x="2377" y="2572"/>
                  </a:lnTo>
                  <a:lnTo>
                    <a:pt x="2463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40"/>
                  </a:lnTo>
                  <a:lnTo>
                    <a:pt x="2788" y="2010"/>
                  </a:lnTo>
                  <a:lnTo>
                    <a:pt x="2831" y="1880"/>
                  </a:lnTo>
                  <a:lnTo>
                    <a:pt x="2874" y="1751"/>
                  </a:lnTo>
                  <a:lnTo>
                    <a:pt x="2896" y="1599"/>
                  </a:lnTo>
                  <a:lnTo>
                    <a:pt x="2896" y="1448"/>
                  </a:lnTo>
                  <a:lnTo>
                    <a:pt x="2896" y="1297"/>
                  </a:lnTo>
                  <a:lnTo>
                    <a:pt x="2874" y="1146"/>
                  </a:lnTo>
                  <a:lnTo>
                    <a:pt x="2831" y="1016"/>
                  </a:lnTo>
                  <a:lnTo>
                    <a:pt x="2788" y="886"/>
                  </a:lnTo>
                  <a:lnTo>
                    <a:pt x="2723" y="757"/>
                  </a:lnTo>
                  <a:lnTo>
                    <a:pt x="2658" y="627"/>
                  </a:lnTo>
                  <a:lnTo>
                    <a:pt x="2572" y="519"/>
                  </a:lnTo>
                  <a:lnTo>
                    <a:pt x="2463" y="411"/>
                  </a:lnTo>
                  <a:lnTo>
                    <a:pt x="2377" y="324"/>
                  </a:lnTo>
                  <a:lnTo>
                    <a:pt x="2269" y="238"/>
                  </a:lnTo>
                  <a:lnTo>
                    <a:pt x="2139" y="173"/>
                  </a:lnTo>
                  <a:lnTo>
                    <a:pt x="2010" y="108"/>
                  </a:lnTo>
                  <a:lnTo>
                    <a:pt x="1880" y="65"/>
                  </a:lnTo>
                  <a:lnTo>
                    <a:pt x="1729" y="22"/>
                  </a:lnTo>
                  <a:lnTo>
                    <a:pt x="15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32">
              <a:extLst>
                <a:ext uri="{FF2B5EF4-FFF2-40B4-BE49-F238E27FC236}">
                  <a16:creationId xmlns:a16="http://schemas.microsoft.com/office/drawing/2014/main" id="{50508A78-FC4B-AB26-7089-B5675AADEDF3}"/>
                </a:ext>
              </a:extLst>
            </p:cNvPr>
            <p:cNvSpPr/>
            <p:nvPr/>
          </p:nvSpPr>
          <p:spPr>
            <a:xfrm>
              <a:off x="16703100" y="3855925"/>
              <a:ext cx="38375" cy="38900"/>
            </a:xfrm>
            <a:custGeom>
              <a:avLst/>
              <a:gdLst/>
              <a:ahLst/>
              <a:cxnLst/>
              <a:rect l="l" t="t" r="r" b="b"/>
              <a:pathLst>
                <a:path w="1535" h="1556" extrusionOk="0">
                  <a:moveTo>
                    <a:pt x="778" y="0"/>
                  </a:moveTo>
                  <a:lnTo>
                    <a:pt x="627" y="22"/>
                  </a:lnTo>
                  <a:lnTo>
                    <a:pt x="475" y="65"/>
                  </a:lnTo>
                  <a:lnTo>
                    <a:pt x="346" y="151"/>
                  </a:lnTo>
                  <a:lnTo>
                    <a:pt x="238" y="238"/>
                  </a:lnTo>
                  <a:lnTo>
                    <a:pt x="130" y="346"/>
                  </a:lnTo>
                  <a:lnTo>
                    <a:pt x="65" y="476"/>
                  </a:lnTo>
                  <a:lnTo>
                    <a:pt x="22" y="627"/>
                  </a:lnTo>
                  <a:lnTo>
                    <a:pt x="0" y="778"/>
                  </a:lnTo>
                  <a:lnTo>
                    <a:pt x="22" y="929"/>
                  </a:lnTo>
                  <a:lnTo>
                    <a:pt x="65" y="1081"/>
                  </a:lnTo>
                  <a:lnTo>
                    <a:pt x="130" y="1210"/>
                  </a:lnTo>
                  <a:lnTo>
                    <a:pt x="238" y="1318"/>
                  </a:lnTo>
                  <a:lnTo>
                    <a:pt x="346" y="1426"/>
                  </a:lnTo>
                  <a:lnTo>
                    <a:pt x="475" y="1491"/>
                  </a:lnTo>
                  <a:lnTo>
                    <a:pt x="627" y="1534"/>
                  </a:lnTo>
                  <a:lnTo>
                    <a:pt x="778" y="1556"/>
                  </a:lnTo>
                  <a:lnTo>
                    <a:pt x="929" y="1534"/>
                  </a:lnTo>
                  <a:lnTo>
                    <a:pt x="1080" y="1491"/>
                  </a:lnTo>
                  <a:lnTo>
                    <a:pt x="1210" y="1426"/>
                  </a:lnTo>
                  <a:lnTo>
                    <a:pt x="1318" y="1318"/>
                  </a:lnTo>
                  <a:lnTo>
                    <a:pt x="1405" y="1210"/>
                  </a:lnTo>
                  <a:lnTo>
                    <a:pt x="1491" y="1081"/>
                  </a:lnTo>
                  <a:lnTo>
                    <a:pt x="1534" y="929"/>
                  </a:lnTo>
                  <a:lnTo>
                    <a:pt x="1534" y="778"/>
                  </a:lnTo>
                  <a:lnTo>
                    <a:pt x="1534" y="627"/>
                  </a:lnTo>
                  <a:lnTo>
                    <a:pt x="1491" y="476"/>
                  </a:lnTo>
                  <a:lnTo>
                    <a:pt x="1405" y="346"/>
                  </a:lnTo>
                  <a:lnTo>
                    <a:pt x="1318" y="238"/>
                  </a:lnTo>
                  <a:lnTo>
                    <a:pt x="1210" y="151"/>
                  </a:lnTo>
                  <a:lnTo>
                    <a:pt x="1080" y="65"/>
                  </a:lnTo>
                  <a:lnTo>
                    <a:pt x="929" y="22"/>
                  </a:lnTo>
                  <a:lnTo>
                    <a:pt x="77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32">
              <a:extLst>
                <a:ext uri="{FF2B5EF4-FFF2-40B4-BE49-F238E27FC236}">
                  <a16:creationId xmlns:a16="http://schemas.microsoft.com/office/drawing/2014/main" id="{E06A3778-CB95-E10D-2237-D66F9D7D4C56}"/>
                </a:ext>
              </a:extLst>
            </p:cNvPr>
            <p:cNvSpPr/>
            <p:nvPr/>
          </p:nvSpPr>
          <p:spPr>
            <a:xfrm>
              <a:off x="16413000" y="3855925"/>
              <a:ext cx="38375" cy="38900"/>
            </a:xfrm>
            <a:custGeom>
              <a:avLst/>
              <a:gdLst/>
              <a:ahLst/>
              <a:cxnLst/>
              <a:rect l="l" t="t" r="r" b="b"/>
              <a:pathLst>
                <a:path w="1535" h="1556" extrusionOk="0">
                  <a:moveTo>
                    <a:pt x="757" y="0"/>
                  </a:moveTo>
                  <a:lnTo>
                    <a:pt x="606" y="22"/>
                  </a:lnTo>
                  <a:lnTo>
                    <a:pt x="455" y="65"/>
                  </a:lnTo>
                  <a:lnTo>
                    <a:pt x="325" y="151"/>
                  </a:lnTo>
                  <a:lnTo>
                    <a:pt x="217" y="238"/>
                  </a:lnTo>
                  <a:lnTo>
                    <a:pt x="130" y="346"/>
                  </a:lnTo>
                  <a:lnTo>
                    <a:pt x="44" y="476"/>
                  </a:lnTo>
                  <a:lnTo>
                    <a:pt x="1" y="627"/>
                  </a:lnTo>
                  <a:lnTo>
                    <a:pt x="1" y="778"/>
                  </a:lnTo>
                  <a:lnTo>
                    <a:pt x="1" y="929"/>
                  </a:lnTo>
                  <a:lnTo>
                    <a:pt x="44" y="1081"/>
                  </a:lnTo>
                  <a:lnTo>
                    <a:pt x="130" y="1210"/>
                  </a:lnTo>
                  <a:lnTo>
                    <a:pt x="217" y="1318"/>
                  </a:lnTo>
                  <a:lnTo>
                    <a:pt x="325" y="1426"/>
                  </a:lnTo>
                  <a:lnTo>
                    <a:pt x="455" y="1491"/>
                  </a:lnTo>
                  <a:lnTo>
                    <a:pt x="606" y="1534"/>
                  </a:lnTo>
                  <a:lnTo>
                    <a:pt x="757" y="1556"/>
                  </a:lnTo>
                  <a:lnTo>
                    <a:pt x="908" y="1534"/>
                  </a:lnTo>
                  <a:lnTo>
                    <a:pt x="1060" y="1491"/>
                  </a:lnTo>
                  <a:lnTo>
                    <a:pt x="1189" y="1426"/>
                  </a:lnTo>
                  <a:lnTo>
                    <a:pt x="1297" y="1318"/>
                  </a:lnTo>
                  <a:lnTo>
                    <a:pt x="1405" y="1210"/>
                  </a:lnTo>
                  <a:lnTo>
                    <a:pt x="1470" y="1081"/>
                  </a:lnTo>
                  <a:lnTo>
                    <a:pt x="1513" y="929"/>
                  </a:lnTo>
                  <a:lnTo>
                    <a:pt x="1535" y="778"/>
                  </a:lnTo>
                  <a:lnTo>
                    <a:pt x="1513" y="627"/>
                  </a:lnTo>
                  <a:lnTo>
                    <a:pt x="1470" y="476"/>
                  </a:lnTo>
                  <a:lnTo>
                    <a:pt x="1405" y="346"/>
                  </a:lnTo>
                  <a:lnTo>
                    <a:pt x="1297" y="238"/>
                  </a:lnTo>
                  <a:lnTo>
                    <a:pt x="1189" y="151"/>
                  </a:lnTo>
                  <a:lnTo>
                    <a:pt x="1060" y="65"/>
                  </a:lnTo>
                  <a:lnTo>
                    <a:pt x="908" y="22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32">
              <a:extLst>
                <a:ext uri="{FF2B5EF4-FFF2-40B4-BE49-F238E27FC236}">
                  <a16:creationId xmlns:a16="http://schemas.microsoft.com/office/drawing/2014/main" id="{0F5C69D5-C104-7B69-E03D-2720A7959AD6}"/>
                </a:ext>
              </a:extLst>
            </p:cNvPr>
            <p:cNvSpPr/>
            <p:nvPr/>
          </p:nvSpPr>
          <p:spPr>
            <a:xfrm>
              <a:off x="16472425" y="4146000"/>
              <a:ext cx="214475" cy="177750"/>
            </a:xfrm>
            <a:custGeom>
              <a:avLst/>
              <a:gdLst/>
              <a:ahLst/>
              <a:cxnLst/>
              <a:rect l="l" t="t" r="r" b="b"/>
              <a:pathLst>
                <a:path w="8579" h="7110" extrusionOk="0">
                  <a:moveTo>
                    <a:pt x="4279" y="0"/>
                  </a:moveTo>
                  <a:lnTo>
                    <a:pt x="1" y="7109"/>
                  </a:lnTo>
                  <a:lnTo>
                    <a:pt x="8579" y="7109"/>
                  </a:lnTo>
                  <a:lnTo>
                    <a:pt x="427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32">
              <a:extLst>
                <a:ext uri="{FF2B5EF4-FFF2-40B4-BE49-F238E27FC236}">
                  <a16:creationId xmlns:a16="http://schemas.microsoft.com/office/drawing/2014/main" id="{50CC5A1F-4A82-1213-0B1F-D358322A9D51}"/>
                </a:ext>
              </a:extLst>
            </p:cNvPr>
            <p:cNvSpPr/>
            <p:nvPr/>
          </p:nvSpPr>
          <p:spPr>
            <a:xfrm>
              <a:off x="16310925" y="4019600"/>
              <a:ext cx="533175" cy="30275"/>
            </a:xfrm>
            <a:custGeom>
              <a:avLst/>
              <a:gdLst/>
              <a:ahLst/>
              <a:cxnLst/>
              <a:rect l="l" t="t" r="r" b="b"/>
              <a:pathLst>
                <a:path w="21327" h="1211" extrusionOk="0">
                  <a:moveTo>
                    <a:pt x="0" y="0"/>
                  </a:moveTo>
                  <a:lnTo>
                    <a:pt x="0" y="1210"/>
                  </a:lnTo>
                  <a:lnTo>
                    <a:pt x="21327" y="1210"/>
                  </a:lnTo>
                  <a:lnTo>
                    <a:pt x="2132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32">
              <a:extLst>
                <a:ext uri="{FF2B5EF4-FFF2-40B4-BE49-F238E27FC236}">
                  <a16:creationId xmlns:a16="http://schemas.microsoft.com/office/drawing/2014/main" id="{2DF3CCE6-604F-C41A-09D3-D98894D4818F}"/>
                </a:ext>
              </a:extLst>
            </p:cNvPr>
            <p:cNvSpPr/>
            <p:nvPr/>
          </p:nvSpPr>
          <p:spPr>
            <a:xfrm>
              <a:off x="16309825" y="4929275"/>
              <a:ext cx="246350" cy="115625"/>
            </a:xfrm>
            <a:custGeom>
              <a:avLst/>
              <a:gdLst/>
              <a:ahLst/>
              <a:cxnLst/>
              <a:rect l="l" t="t" r="r" b="b"/>
              <a:pathLst>
                <a:path w="9854" h="4625" extrusionOk="0">
                  <a:moveTo>
                    <a:pt x="4927" y="0"/>
                  </a:moveTo>
                  <a:lnTo>
                    <a:pt x="4430" y="22"/>
                  </a:lnTo>
                  <a:lnTo>
                    <a:pt x="3955" y="87"/>
                  </a:lnTo>
                  <a:lnTo>
                    <a:pt x="3501" y="216"/>
                  </a:lnTo>
                  <a:lnTo>
                    <a:pt x="3069" y="368"/>
                  </a:lnTo>
                  <a:lnTo>
                    <a:pt x="2659" y="562"/>
                  </a:lnTo>
                  <a:lnTo>
                    <a:pt x="2248" y="778"/>
                  </a:lnTo>
                  <a:lnTo>
                    <a:pt x="1881" y="1059"/>
                  </a:lnTo>
                  <a:lnTo>
                    <a:pt x="1535" y="1340"/>
                  </a:lnTo>
                  <a:lnTo>
                    <a:pt x="1232" y="1664"/>
                  </a:lnTo>
                  <a:lnTo>
                    <a:pt x="930" y="2032"/>
                  </a:lnTo>
                  <a:lnTo>
                    <a:pt x="692" y="2399"/>
                  </a:lnTo>
                  <a:lnTo>
                    <a:pt x="476" y="2809"/>
                  </a:lnTo>
                  <a:lnTo>
                    <a:pt x="282" y="3242"/>
                  </a:lnTo>
                  <a:lnTo>
                    <a:pt x="152" y="3674"/>
                  </a:lnTo>
                  <a:lnTo>
                    <a:pt x="44" y="4149"/>
                  </a:lnTo>
                  <a:lnTo>
                    <a:pt x="1" y="4624"/>
                  </a:lnTo>
                  <a:lnTo>
                    <a:pt x="9854" y="4624"/>
                  </a:lnTo>
                  <a:lnTo>
                    <a:pt x="9789" y="4149"/>
                  </a:lnTo>
                  <a:lnTo>
                    <a:pt x="9703" y="3674"/>
                  </a:lnTo>
                  <a:lnTo>
                    <a:pt x="9551" y="3242"/>
                  </a:lnTo>
                  <a:lnTo>
                    <a:pt x="9378" y="2809"/>
                  </a:lnTo>
                  <a:lnTo>
                    <a:pt x="9162" y="2399"/>
                  </a:lnTo>
                  <a:lnTo>
                    <a:pt x="8903" y="2032"/>
                  </a:lnTo>
                  <a:lnTo>
                    <a:pt x="8622" y="1664"/>
                  </a:lnTo>
                  <a:lnTo>
                    <a:pt x="8298" y="1340"/>
                  </a:lnTo>
                  <a:lnTo>
                    <a:pt x="7952" y="1059"/>
                  </a:lnTo>
                  <a:lnTo>
                    <a:pt x="7585" y="778"/>
                  </a:lnTo>
                  <a:lnTo>
                    <a:pt x="7196" y="562"/>
                  </a:lnTo>
                  <a:lnTo>
                    <a:pt x="6764" y="368"/>
                  </a:lnTo>
                  <a:lnTo>
                    <a:pt x="6332" y="216"/>
                  </a:lnTo>
                  <a:lnTo>
                    <a:pt x="5878" y="87"/>
                  </a:lnTo>
                  <a:lnTo>
                    <a:pt x="5403" y="22"/>
                  </a:lnTo>
                  <a:lnTo>
                    <a:pt x="492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32">
              <a:extLst>
                <a:ext uri="{FF2B5EF4-FFF2-40B4-BE49-F238E27FC236}">
                  <a16:creationId xmlns:a16="http://schemas.microsoft.com/office/drawing/2014/main" id="{26681C41-9118-522D-C3C3-1D1A98A2F037}"/>
                </a:ext>
              </a:extLst>
            </p:cNvPr>
            <p:cNvSpPr/>
            <p:nvPr/>
          </p:nvSpPr>
          <p:spPr>
            <a:xfrm>
              <a:off x="16583700" y="4929275"/>
              <a:ext cx="245825" cy="115625"/>
            </a:xfrm>
            <a:custGeom>
              <a:avLst/>
              <a:gdLst/>
              <a:ahLst/>
              <a:cxnLst/>
              <a:rect l="l" t="t" r="r" b="b"/>
              <a:pathLst>
                <a:path w="9833" h="4625" extrusionOk="0">
                  <a:moveTo>
                    <a:pt x="4906" y="0"/>
                  </a:moveTo>
                  <a:lnTo>
                    <a:pt x="4430" y="22"/>
                  </a:lnTo>
                  <a:lnTo>
                    <a:pt x="3955" y="87"/>
                  </a:lnTo>
                  <a:lnTo>
                    <a:pt x="3501" y="216"/>
                  </a:lnTo>
                  <a:lnTo>
                    <a:pt x="3069" y="368"/>
                  </a:lnTo>
                  <a:lnTo>
                    <a:pt x="2637" y="562"/>
                  </a:lnTo>
                  <a:lnTo>
                    <a:pt x="2248" y="778"/>
                  </a:lnTo>
                  <a:lnTo>
                    <a:pt x="1881" y="1059"/>
                  </a:lnTo>
                  <a:lnTo>
                    <a:pt x="1535" y="1340"/>
                  </a:lnTo>
                  <a:lnTo>
                    <a:pt x="1211" y="1664"/>
                  </a:lnTo>
                  <a:lnTo>
                    <a:pt x="930" y="2032"/>
                  </a:lnTo>
                  <a:lnTo>
                    <a:pt x="671" y="2399"/>
                  </a:lnTo>
                  <a:lnTo>
                    <a:pt x="455" y="2809"/>
                  </a:lnTo>
                  <a:lnTo>
                    <a:pt x="282" y="3242"/>
                  </a:lnTo>
                  <a:lnTo>
                    <a:pt x="152" y="3674"/>
                  </a:lnTo>
                  <a:lnTo>
                    <a:pt x="44" y="4149"/>
                  </a:lnTo>
                  <a:lnTo>
                    <a:pt x="1" y="4624"/>
                  </a:lnTo>
                  <a:lnTo>
                    <a:pt x="9832" y="4624"/>
                  </a:lnTo>
                  <a:lnTo>
                    <a:pt x="9789" y="4149"/>
                  </a:lnTo>
                  <a:lnTo>
                    <a:pt x="9681" y="3674"/>
                  </a:lnTo>
                  <a:lnTo>
                    <a:pt x="9551" y="3242"/>
                  </a:lnTo>
                  <a:lnTo>
                    <a:pt x="9357" y="2809"/>
                  </a:lnTo>
                  <a:lnTo>
                    <a:pt x="9141" y="2399"/>
                  </a:lnTo>
                  <a:lnTo>
                    <a:pt x="8903" y="2032"/>
                  </a:lnTo>
                  <a:lnTo>
                    <a:pt x="8622" y="1664"/>
                  </a:lnTo>
                  <a:lnTo>
                    <a:pt x="8298" y="1340"/>
                  </a:lnTo>
                  <a:lnTo>
                    <a:pt x="7952" y="1059"/>
                  </a:lnTo>
                  <a:lnTo>
                    <a:pt x="7585" y="778"/>
                  </a:lnTo>
                  <a:lnTo>
                    <a:pt x="7174" y="562"/>
                  </a:lnTo>
                  <a:lnTo>
                    <a:pt x="6764" y="368"/>
                  </a:lnTo>
                  <a:lnTo>
                    <a:pt x="6332" y="216"/>
                  </a:lnTo>
                  <a:lnTo>
                    <a:pt x="5878" y="87"/>
                  </a:lnTo>
                  <a:lnTo>
                    <a:pt x="5403" y="22"/>
                  </a:lnTo>
                  <a:lnTo>
                    <a:pt x="490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32">
              <a:extLst>
                <a:ext uri="{FF2B5EF4-FFF2-40B4-BE49-F238E27FC236}">
                  <a16:creationId xmlns:a16="http://schemas.microsoft.com/office/drawing/2014/main" id="{8084F4A6-70E4-4199-8104-FB15156422ED}"/>
                </a:ext>
              </a:extLst>
            </p:cNvPr>
            <p:cNvSpPr/>
            <p:nvPr/>
          </p:nvSpPr>
          <p:spPr>
            <a:xfrm>
              <a:off x="16545350" y="3256300"/>
              <a:ext cx="62700" cy="102675"/>
            </a:xfrm>
            <a:custGeom>
              <a:avLst/>
              <a:gdLst/>
              <a:ahLst/>
              <a:cxnLst/>
              <a:rect l="l" t="t" r="r" b="b"/>
              <a:pathLst>
                <a:path w="2508" h="4107" extrusionOk="0">
                  <a:moveTo>
                    <a:pt x="1232" y="1"/>
                  </a:moveTo>
                  <a:lnTo>
                    <a:pt x="1189" y="44"/>
                  </a:lnTo>
                  <a:lnTo>
                    <a:pt x="1081" y="130"/>
                  </a:lnTo>
                  <a:lnTo>
                    <a:pt x="973" y="282"/>
                  </a:lnTo>
                  <a:lnTo>
                    <a:pt x="865" y="498"/>
                  </a:lnTo>
                  <a:lnTo>
                    <a:pt x="649" y="995"/>
                  </a:lnTo>
                  <a:lnTo>
                    <a:pt x="454" y="1600"/>
                  </a:lnTo>
                  <a:lnTo>
                    <a:pt x="260" y="2205"/>
                  </a:lnTo>
                  <a:lnTo>
                    <a:pt x="130" y="2767"/>
                  </a:lnTo>
                  <a:lnTo>
                    <a:pt x="22" y="3199"/>
                  </a:lnTo>
                  <a:lnTo>
                    <a:pt x="1" y="3480"/>
                  </a:lnTo>
                  <a:lnTo>
                    <a:pt x="1" y="3544"/>
                  </a:lnTo>
                  <a:lnTo>
                    <a:pt x="22" y="3631"/>
                  </a:lnTo>
                  <a:lnTo>
                    <a:pt x="65" y="3696"/>
                  </a:lnTo>
                  <a:lnTo>
                    <a:pt x="109" y="3761"/>
                  </a:lnTo>
                  <a:lnTo>
                    <a:pt x="260" y="3869"/>
                  </a:lnTo>
                  <a:lnTo>
                    <a:pt x="433" y="3955"/>
                  </a:lnTo>
                  <a:lnTo>
                    <a:pt x="627" y="4041"/>
                  </a:lnTo>
                  <a:lnTo>
                    <a:pt x="843" y="4085"/>
                  </a:lnTo>
                  <a:lnTo>
                    <a:pt x="1059" y="4106"/>
                  </a:lnTo>
                  <a:lnTo>
                    <a:pt x="1276" y="4106"/>
                  </a:lnTo>
                  <a:lnTo>
                    <a:pt x="1492" y="4085"/>
                  </a:lnTo>
                  <a:lnTo>
                    <a:pt x="1729" y="4041"/>
                  </a:lnTo>
                  <a:lnTo>
                    <a:pt x="1945" y="3977"/>
                  </a:lnTo>
                  <a:lnTo>
                    <a:pt x="2140" y="3890"/>
                  </a:lnTo>
                  <a:lnTo>
                    <a:pt x="2313" y="3782"/>
                  </a:lnTo>
                  <a:lnTo>
                    <a:pt x="2377" y="3717"/>
                  </a:lnTo>
                  <a:lnTo>
                    <a:pt x="2421" y="3653"/>
                  </a:lnTo>
                  <a:lnTo>
                    <a:pt x="2464" y="3566"/>
                  </a:lnTo>
                  <a:lnTo>
                    <a:pt x="2486" y="3480"/>
                  </a:lnTo>
                  <a:lnTo>
                    <a:pt x="2507" y="3393"/>
                  </a:lnTo>
                  <a:lnTo>
                    <a:pt x="2486" y="3285"/>
                  </a:lnTo>
                  <a:lnTo>
                    <a:pt x="2334" y="2529"/>
                  </a:lnTo>
                  <a:lnTo>
                    <a:pt x="2226" y="1989"/>
                  </a:lnTo>
                  <a:lnTo>
                    <a:pt x="2075" y="1405"/>
                  </a:lnTo>
                  <a:lnTo>
                    <a:pt x="1902" y="865"/>
                  </a:lnTo>
                  <a:lnTo>
                    <a:pt x="1816" y="627"/>
                  </a:lnTo>
                  <a:lnTo>
                    <a:pt x="1729" y="411"/>
                  </a:lnTo>
                  <a:lnTo>
                    <a:pt x="1621" y="239"/>
                  </a:lnTo>
                  <a:lnTo>
                    <a:pt x="1513" y="109"/>
                  </a:lnTo>
                  <a:lnTo>
                    <a:pt x="1405" y="22"/>
                  </a:lnTo>
                  <a:lnTo>
                    <a:pt x="134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32">
              <a:extLst>
                <a:ext uri="{FF2B5EF4-FFF2-40B4-BE49-F238E27FC236}">
                  <a16:creationId xmlns:a16="http://schemas.microsoft.com/office/drawing/2014/main" id="{2BF82A57-2930-ABC1-0A1E-AD1336B190A9}"/>
                </a:ext>
              </a:extLst>
            </p:cNvPr>
            <p:cNvSpPr/>
            <p:nvPr/>
          </p:nvSpPr>
          <p:spPr>
            <a:xfrm>
              <a:off x="16158050" y="4209200"/>
              <a:ext cx="136150" cy="136700"/>
            </a:xfrm>
            <a:custGeom>
              <a:avLst/>
              <a:gdLst/>
              <a:ahLst/>
              <a:cxnLst/>
              <a:rect l="l" t="t" r="r" b="b"/>
              <a:pathLst>
                <a:path w="5446" h="5468" extrusionOk="0">
                  <a:moveTo>
                    <a:pt x="2723" y="1"/>
                  </a:moveTo>
                  <a:lnTo>
                    <a:pt x="2442" y="22"/>
                  </a:lnTo>
                  <a:lnTo>
                    <a:pt x="2182" y="65"/>
                  </a:lnTo>
                  <a:lnTo>
                    <a:pt x="1923" y="130"/>
                  </a:lnTo>
                  <a:lnTo>
                    <a:pt x="1664" y="217"/>
                  </a:lnTo>
                  <a:lnTo>
                    <a:pt x="1426" y="346"/>
                  </a:lnTo>
                  <a:lnTo>
                    <a:pt x="1210" y="476"/>
                  </a:lnTo>
                  <a:lnTo>
                    <a:pt x="994" y="627"/>
                  </a:lnTo>
                  <a:lnTo>
                    <a:pt x="800" y="800"/>
                  </a:lnTo>
                  <a:lnTo>
                    <a:pt x="627" y="995"/>
                  </a:lnTo>
                  <a:lnTo>
                    <a:pt x="475" y="1211"/>
                  </a:lnTo>
                  <a:lnTo>
                    <a:pt x="324" y="1427"/>
                  </a:lnTo>
                  <a:lnTo>
                    <a:pt x="216" y="1664"/>
                  </a:lnTo>
                  <a:lnTo>
                    <a:pt x="130" y="1924"/>
                  </a:lnTo>
                  <a:lnTo>
                    <a:pt x="65" y="2183"/>
                  </a:lnTo>
                  <a:lnTo>
                    <a:pt x="22" y="2464"/>
                  </a:lnTo>
                  <a:lnTo>
                    <a:pt x="0" y="2745"/>
                  </a:lnTo>
                  <a:lnTo>
                    <a:pt x="22" y="3026"/>
                  </a:lnTo>
                  <a:lnTo>
                    <a:pt x="65" y="3285"/>
                  </a:lnTo>
                  <a:lnTo>
                    <a:pt x="130" y="3544"/>
                  </a:lnTo>
                  <a:lnTo>
                    <a:pt x="216" y="3803"/>
                  </a:lnTo>
                  <a:lnTo>
                    <a:pt x="324" y="4041"/>
                  </a:lnTo>
                  <a:lnTo>
                    <a:pt x="475" y="4257"/>
                  </a:lnTo>
                  <a:lnTo>
                    <a:pt x="627" y="4473"/>
                  </a:lnTo>
                  <a:lnTo>
                    <a:pt x="800" y="4668"/>
                  </a:lnTo>
                  <a:lnTo>
                    <a:pt x="994" y="4841"/>
                  </a:lnTo>
                  <a:lnTo>
                    <a:pt x="1210" y="4992"/>
                  </a:lnTo>
                  <a:lnTo>
                    <a:pt x="1426" y="5143"/>
                  </a:lnTo>
                  <a:lnTo>
                    <a:pt x="1664" y="5251"/>
                  </a:lnTo>
                  <a:lnTo>
                    <a:pt x="1923" y="5338"/>
                  </a:lnTo>
                  <a:lnTo>
                    <a:pt x="2182" y="5402"/>
                  </a:lnTo>
                  <a:lnTo>
                    <a:pt x="2442" y="5446"/>
                  </a:lnTo>
                  <a:lnTo>
                    <a:pt x="2723" y="5467"/>
                  </a:lnTo>
                  <a:lnTo>
                    <a:pt x="3004" y="5446"/>
                  </a:lnTo>
                  <a:lnTo>
                    <a:pt x="3284" y="5402"/>
                  </a:lnTo>
                  <a:lnTo>
                    <a:pt x="3544" y="5338"/>
                  </a:lnTo>
                  <a:lnTo>
                    <a:pt x="3781" y="5251"/>
                  </a:lnTo>
                  <a:lnTo>
                    <a:pt x="4019" y="5143"/>
                  </a:lnTo>
                  <a:lnTo>
                    <a:pt x="4257" y="4992"/>
                  </a:lnTo>
                  <a:lnTo>
                    <a:pt x="4451" y="4841"/>
                  </a:lnTo>
                  <a:lnTo>
                    <a:pt x="4646" y="4668"/>
                  </a:lnTo>
                  <a:lnTo>
                    <a:pt x="4840" y="4473"/>
                  </a:lnTo>
                  <a:lnTo>
                    <a:pt x="4991" y="4257"/>
                  </a:lnTo>
                  <a:lnTo>
                    <a:pt x="5121" y="4041"/>
                  </a:lnTo>
                  <a:lnTo>
                    <a:pt x="5229" y="3803"/>
                  </a:lnTo>
                  <a:lnTo>
                    <a:pt x="5337" y="3544"/>
                  </a:lnTo>
                  <a:lnTo>
                    <a:pt x="5402" y="3285"/>
                  </a:lnTo>
                  <a:lnTo>
                    <a:pt x="5445" y="3026"/>
                  </a:lnTo>
                  <a:lnTo>
                    <a:pt x="5445" y="2745"/>
                  </a:lnTo>
                  <a:lnTo>
                    <a:pt x="5445" y="2464"/>
                  </a:lnTo>
                  <a:lnTo>
                    <a:pt x="5402" y="2183"/>
                  </a:lnTo>
                  <a:lnTo>
                    <a:pt x="5337" y="1924"/>
                  </a:lnTo>
                  <a:lnTo>
                    <a:pt x="5229" y="1664"/>
                  </a:lnTo>
                  <a:lnTo>
                    <a:pt x="5121" y="1427"/>
                  </a:lnTo>
                  <a:lnTo>
                    <a:pt x="4991" y="1211"/>
                  </a:lnTo>
                  <a:lnTo>
                    <a:pt x="4840" y="995"/>
                  </a:lnTo>
                  <a:lnTo>
                    <a:pt x="4646" y="800"/>
                  </a:lnTo>
                  <a:lnTo>
                    <a:pt x="4451" y="627"/>
                  </a:lnTo>
                  <a:lnTo>
                    <a:pt x="4257" y="476"/>
                  </a:lnTo>
                  <a:lnTo>
                    <a:pt x="4019" y="346"/>
                  </a:lnTo>
                  <a:lnTo>
                    <a:pt x="3781" y="217"/>
                  </a:lnTo>
                  <a:lnTo>
                    <a:pt x="3544" y="130"/>
                  </a:lnTo>
                  <a:lnTo>
                    <a:pt x="3284" y="65"/>
                  </a:lnTo>
                  <a:lnTo>
                    <a:pt x="3004" y="22"/>
                  </a:lnTo>
                  <a:lnTo>
                    <a:pt x="27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32">
              <a:extLst>
                <a:ext uri="{FF2B5EF4-FFF2-40B4-BE49-F238E27FC236}">
                  <a16:creationId xmlns:a16="http://schemas.microsoft.com/office/drawing/2014/main" id="{3460F1DF-754D-0DE3-ED9E-C236DC771062}"/>
                </a:ext>
              </a:extLst>
            </p:cNvPr>
            <p:cNvSpPr/>
            <p:nvPr/>
          </p:nvSpPr>
          <p:spPr>
            <a:xfrm>
              <a:off x="16140225" y="3564750"/>
              <a:ext cx="180425" cy="696325"/>
            </a:xfrm>
            <a:custGeom>
              <a:avLst/>
              <a:gdLst/>
              <a:ahLst/>
              <a:cxnLst/>
              <a:rect l="l" t="t" r="r" b="b"/>
              <a:pathLst>
                <a:path w="7217" h="27853" extrusionOk="0">
                  <a:moveTo>
                    <a:pt x="0" y="1"/>
                  </a:moveTo>
                  <a:lnTo>
                    <a:pt x="130" y="3112"/>
                  </a:lnTo>
                  <a:lnTo>
                    <a:pt x="216" y="6526"/>
                  </a:lnTo>
                  <a:lnTo>
                    <a:pt x="367" y="13916"/>
                  </a:lnTo>
                  <a:lnTo>
                    <a:pt x="540" y="21306"/>
                  </a:lnTo>
                  <a:lnTo>
                    <a:pt x="627" y="24741"/>
                  </a:lnTo>
                  <a:lnTo>
                    <a:pt x="756" y="27853"/>
                  </a:lnTo>
                  <a:lnTo>
                    <a:pt x="6180" y="27853"/>
                  </a:lnTo>
                  <a:lnTo>
                    <a:pt x="6309" y="24741"/>
                  </a:lnTo>
                  <a:lnTo>
                    <a:pt x="6439" y="21306"/>
                  </a:lnTo>
                  <a:lnTo>
                    <a:pt x="6698" y="13916"/>
                  </a:lnTo>
                  <a:lnTo>
                    <a:pt x="6958" y="6526"/>
                  </a:lnTo>
                  <a:lnTo>
                    <a:pt x="7087" y="3112"/>
                  </a:lnTo>
                  <a:lnTo>
                    <a:pt x="721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32">
              <a:extLst>
                <a:ext uri="{FF2B5EF4-FFF2-40B4-BE49-F238E27FC236}">
                  <a16:creationId xmlns:a16="http://schemas.microsoft.com/office/drawing/2014/main" id="{F5A770B7-E637-0813-FE30-9D2EBCB5A770}"/>
                </a:ext>
              </a:extLst>
            </p:cNvPr>
            <p:cNvSpPr/>
            <p:nvPr/>
          </p:nvSpPr>
          <p:spPr>
            <a:xfrm>
              <a:off x="16145625" y="4203800"/>
              <a:ext cx="162600" cy="68100"/>
            </a:xfrm>
            <a:custGeom>
              <a:avLst/>
              <a:gdLst/>
              <a:ahLst/>
              <a:cxnLst/>
              <a:rect l="l" t="t" r="r" b="b"/>
              <a:pathLst>
                <a:path w="6504" h="2724" extrusionOk="0">
                  <a:moveTo>
                    <a:pt x="0" y="0"/>
                  </a:moveTo>
                  <a:lnTo>
                    <a:pt x="108" y="2723"/>
                  </a:lnTo>
                  <a:lnTo>
                    <a:pt x="6396" y="2723"/>
                  </a:lnTo>
                  <a:lnTo>
                    <a:pt x="650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32">
              <a:extLst>
                <a:ext uri="{FF2B5EF4-FFF2-40B4-BE49-F238E27FC236}">
                  <a16:creationId xmlns:a16="http://schemas.microsoft.com/office/drawing/2014/main" id="{05571CAF-6AD1-7967-2A1B-41289E94C911}"/>
                </a:ext>
              </a:extLst>
            </p:cNvPr>
            <p:cNvSpPr/>
            <p:nvPr/>
          </p:nvSpPr>
          <p:spPr>
            <a:xfrm>
              <a:off x="16286075" y="3546925"/>
              <a:ext cx="33500" cy="75650"/>
            </a:xfrm>
            <a:custGeom>
              <a:avLst/>
              <a:gdLst/>
              <a:ahLst/>
              <a:cxnLst/>
              <a:rect l="l" t="t" r="r" b="b"/>
              <a:pathLst>
                <a:path w="1340" h="3026" extrusionOk="0">
                  <a:moveTo>
                    <a:pt x="540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08" y="282"/>
                  </a:lnTo>
                  <a:lnTo>
                    <a:pt x="43" y="411"/>
                  </a:lnTo>
                  <a:lnTo>
                    <a:pt x="22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22" y="2486"/>
                  </a:lnTo>
                  <a:lnTo>
                    <a:pt x="43" y="2615"/>
                  </a:lnTo>
                  <a:lnTo>
                    <a:pt x="108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0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29" y="2961"/>
                  </a:lnTo>
                  <a:lnTo>
                    <a:pt x="1037" y="2918"/>
                  </a:lnTo>
                  <a:lnTo>
                    <a:pt x="1145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18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8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5" y="195"/>
                  </a:lnTo>
                  <a:lnTo>
                    <a:pt x="1037" y="109"/>
                  </a:lnTo>
                  <a:lnTo>
                    <a:pt x="929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32">
              <a:extLst>
                <a:ext uri="{FF2B5EF4-FFF2-40B4-BE49-F238E27FC236}">
                  <a16:creationId xmlns:a16="http://schemas.microsoft.com/office/drawing/2014/main" id="{6A79D556-EC68-4526-2DC8-0BAC2E1AEC19}"/>
                </a:ext>
              </a:extLst>
            </p:cNvPr>
            <p:cNvSpPr/>
            <p:nvPr/>
          </p:nvSpPr>
          <p:spPr>
            <a:xfrm>
              <a:off x="16248800" y="3546925"/>
              <a:ext cx="33500" cy="75650"/>
            </a:xfrm>
            <a:custGeom>
              <a:avLst/>
              <a:gdLst/>
              <a:ahLst/>
              <a:cxnLst/>
              <a:rect l="l" t="t" r="r" b="b"/>
              <a:pathLst>
                <a:path w="1340" h="3026" extrusionOk="0">
                  <a:moveTo>
                    <a:pt x="519" y="1"/>
                  </a:moveTo>
                  <a:lnTo>
                    <a:pt x="411" y="44"/>
                  </a:lnTo>
                  <a:lnTo>
                    <a:pt x="281" y="109"/>
                  </a:lnTo>
                  <a:lnTo>
                    <a:pt x="195" y="195"/>
                  </a:lnTo>
                  <a:lnTo>
                    <a:pt x="108" y="282"/>
                  </a:lnTo>
                  <a:lnTo>
                    <a:pt x="43" y="411"/>
                  </a:lnTo>
                  <a:lnTo>
                    <a:pt x="0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0" y="2486"/>
                  </a:lnTo>
                  <a:lnTo>
                    <a:pt x="43" y="2615"/>
                  </a:lnTo>
                  <a:lnTo>
                    <a:pt x="108" y="2723"/>
                  </a:lnTo>
                  <a:lnTo>
                    <a:pt x="195" y="2831"/>
                  </a:lnTo>
                  <a:lnTo>
                    <a:pt x="281" y="2918"/>
                  </a:lnTo>
                  <a:lnTo>
                    <a:pt x="411" y="2961"/>
                  </a:lnTo>
                  <a:lnTo>
                    <a:pt x="519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29" y="2961"/>
                  </a:lnTo>
                  <a:lnTo>
                    <a:pt x="1037" y="2918"/>
                  </a:lnTo>
                  <a:lnTo>
                    <a:pt x="1145" y="2831"/>
                  </a:lnTo>
                  <a:lnTo>
                    <a:pt x="1210" y="2723"/>
                  </a:lnTo>
                  <a:lnTo>
                    <a:pt x="1275" y="2615"/>
                  </a:lnTo>
                  <a:lnTo>
                    <a:pt x="1318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8" y="519"/>
                  </a:lnTo>
                  <a:lnTo>
                    <a:pt x="1275" y="411"/>
                  </a:lnTo>
                  <a:lnTo>
                    <a:pt x="1210" y="282"/>
                  </a:lnTo>
                  <a:lnTo>
                    <a:pt x="1145" y="195"/>
                  </a:lnTo>
                  <a:lnTo>
                    <a:pt x="1037" y="109"/>
                  </a:lnTo>
                  <a:lnTo>
                    <a:pt x="929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32">
              <a:extLst>
                <a:ext uri="{FF2B5EF4-FFF2-40B4-BE49-F238E27FC236}">
                  <a16:creationId xmlns:a16="http://schemas.microsoft.com/office/drawing/2014/main" id="{7F8361D6-3276-880D-A0EA-06DA581D10BF}"/>
                </a:ext>
              </a:extLst>
            </p:cNvPr>
            <p:cNvSpPr/>
            <p:nvPr/>
          </p:nvSpPr>
          <p:spPr>
            <a:xfrm>
              <a:off x="1621097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30" y="282"/>
                  </a:lnTo>
                  <a:lnTo>
                    <a:pt x="65" y="411"/>
                  </a:lnTo>
                  <a:lnTo>
                    <a:pt x="22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22" y="2486"/>
                  </a:lnTo>
                  <a:lnTo>
                    <a:pt x="65" y="2615"/>
                  </a:lnTo>
                  <a:lnTo>
                    <a:pt x="130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0" y="3026"/>
                  </a:lnTo>
                  <a:lnTo>
                    <a:pt x="822" y="3004"/>
                  </a:lnTo>
                  <a:lnTo>
                    <a:pt x="930" y="2961"/>
                  </a:lnTo>
                  <a:lnTo>
                    <a:pt x="1059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40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40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59" y="109"/>
                  </a:lnTo>
                  <a:lnTo>
                    <a:pt x="930" y="44"/>
                  </a:lnTo>
                  <a:lnTo>
                    <a:pt x="8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32">
              <a:extLst>
                <a:ext uri="{FF2B5EF4-FFF2-40B4-BE49-F238E27FC236}">
                  <a16:creationId xmlns:a16="http://schemas.microsoft.com/office/drawing/2014/main" id="{EB84FA40-A61D-7F4E-9989-DA6DB69214D2}"/>
                </a:ext>
              </a:extLst>
            </p:cNvPr>
            <p:cNvSpPr/>
            <p:nvPr/>
          </p:nvSpPr>
          <p:spPr>
            <a:xfrm>
              <a:off x="16173700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66" y="411"/>
                  </a:lnTo>
                  <a:lnTo>
                    <a:pt x="22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22" y="2486"/>
                  </a:lnTo>
                  <a:lnTo>
                    <a:pt x="66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1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19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9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32">
              <a:extLst>
                <a:ext uri="{FF2B5EF4-FFF2-40B4-BE49-F238E27FC236}">
                  <a16:creationId xmlns:a16="http://schemas.microsoft.com/office/drawing/2014/main" id="{0D685948-2015-FE2F-B08C-F2875742D341}"/>
                </a:ext>
              </a:extLst>
            </p:cNvPr>
            <p:cNvSpPr/>
            <p:nvPr/>
          </p:nvSpPr>
          <p:spPr>
            <a:xfrm>
              <a:off x="1613642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282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44" y="411"/>
                  </a:lnTo>
                  <a:lnTo>
                    <a:pt x="1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1" y="2486"/>
                  </a:lnTo>
                  <a:lnTo>
                    <a:pt x="44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282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1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11" y="2723"/>
                  </a:lnTo>
                  <a:lnTo>
                    <a:pt x="1276" y="2615"/>
                  </a:lnTo>
                  <a:lnTo>
                    <a:pt x="1319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9" y="519"/>
                  </a:lnTo>
                  <a:lnTo>
                    <a:pt x="1276" y="411"/>
                  </a:lnTo>
                  <a:lnTo>
                    <a:pt x="1211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32">
              <a:extLst>
                <a:ext uri="{FF2B5EF4-FFF2-40B4-BE49-F238E27FC236}">
                  <a16:creationId xmlns:a16="http://schemas.microsoft.com/office/drawing/2014/main" id="{8D67A65E-40F0-6B52-BCD5-3D4B9C243BCB}"/>
                </a:ext>
              </a:extLst>
            </p:cNvPr>
            <p:cNvSpPr/>
            <p:nvPr/>
          </p:nvSpPr>
          <p:spPr>
            <a:xfrm>
              <a:off x="16135900" y="3508575"/>
              <a:ext cx="183150" cy="55675"/>
            </a:xfrm>
            <a:custGeom>
              <a:avLst/>
              <a:gdLst/>
              <a:ahLst/>
              <a:cxnLst/>
              <a:rect l="l" t="t" r="r" b="b"/>
              <a:pathLst>
                <a:path w="7326" h="2227" extrusionOk="0">
                  <a:moveTo>
                    <a:pt x="0" y="1"/>
                  </a:moveTo>
                  <a:lnTo>
                    <a:pt x="0" y="2226"/>
                  </a:lnTo>
                  <a:lnTo>
                    <a:pt x="7325" y="2226"/>
                  </a:lnTo>
                  <a:lnTo>
                    <a:pt x="732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32">
              <a:extLst>
                <a:ext uri="{FF2B5EF4-FFF2-40B4-BE49-F238E27FC236}">
                  <a16:creationId xmlns:a16="http://schemas.microsoft.com/office/drawing/2014/main" id="{A9D842EB-7A71-D424-E415-31377FDAC889}"/>
                </a:ext>
              </a:extLst>
            </p:cNvPr>
            <p:cNvSpPr/>
            <p:nvPr/>
          </p:nvSpPr>
          <p:spPr>
            <a:xfrm>
              <a:off x="16485925" y="3986650"/>
              <a:ext cx="182625" cy="95625"/>
            </a:xfrm>
            <a:custGeom>
              <a:avLst/>
              <a:gdLst/>
              <a:ahLst/>
              <a:cxnLst/>
              <a:rect l="l" t="t" r="r" b="b"/>
              <a:pathLst>
                <a:path w="7305" h="3825" extrusionOk="0">
                  <a:moveTo>
                    <a:pt x="6008" y="1318"/>
                  </a:moveTo>
                  <a:lnTo>
                    <a:pt x="6008" y="2528"/>
                  </a:lnTo>
                  <a:lnTo>
                    <a:pt x="1319" y="2528"/>
                  </a:lnTo>
                  <a:lnTo>
                    <a:pt x="1319" y="1318"/>
                  </a:lnTo>
                  <a:close/>
                  <a:moveTo>
                    <a:pt x="1" y="0"/>
                  </a:moveTo>
                  <a:lnTo>
                    <a:pt x="1" y="3825"/>
                  </a:lnTo>
                  <a:lnTo>
                    <a:pt x="7304" y="3825"/>
                  </a:lnTo>
                  <a:lnTo>
                    <a:pt x="730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32">
              <a:extLst>
                <a:ext uri="{FF2B5EF4-FFF2-40B4-BE49-F238E27FC236}">
                  <a16:creationId xmlns:a16="http://schemas.microsoft.com/office/drawing/2014/main" id="{F84BE92C-3DD8-6687-7EB0-FDEEBB86A83B}"/>
                </a:ext>
              </a:extLst>
            </p:cNvPr>
            <p:cNvSpPr/>
            <p:nvPr/>
          </p:nvSpPr>
          <p:spPr>
            <a:xfrm>
              <a:off x="16851100" y="4209200"/>
              <a:ext cx="136150" cy="136700"/>
            </a:xfrm>
            <a:custGeom>
              <a:avLst/>
              <a:gdLst/>
              <a:ahLst/>
              <a:cxnLst/>
              <a:rect l="l" t="t" r="r" b="b"/>
              <a:pathLst>
                <a:path w="5446" h="5468" extrusionOk="0">
                  <a:moveTo>
                    <a:pt x="2723" y="1"/>
                  </a:moveTo>
                  <a:lnTo>
                    <a:pt x="2442" y="22"/>
                  </a:lnTo>
                  <a:lnTo>
                    <a:pt x="2183" y="65"/>
                  </a:lnTo>
                  <a:lnTo>
                    <a:pt x="1924" y="130"/>
                  </a:lnTo>
                  <a:lnTo>
                    <a:pt x="1664" y="217"/>
                  </a:lnTo>
                  <a:lnTo>
                    <a:pt x="1427" y="346"/>
                  </a:lnTo>
                  <a:lnTo>
                    <a:pt x="1211" y="476"/>
                  </a:lnTo>
                  <a:lnTo>
                    <a:pt x="994" y="627"/>
                  </a:lnTo>
                  <a:lnTo>
                    <a:pt x="800" y="800"/>
                  </a:lnTo>
                  <a:lnTo>
                    <a:pt x="627" y="995"/>
                  </a:lnTo>
                  <a:lnTo>
                    <a:pt x="454" y="1211"/>
                  </a:lnTo>
                  <a:lnTo>
                    <a:pt x="325" y="1427"/>
                  </a:lnTo>
                  <a:lnTo>
                    <a:pt x="217" y="1664"/>
                  </a:lnTo>
                  <a:lnTo>
                    <a:pt x="130" y="1924"/>
                  </a:lnTo>
                  <a:lnTo>
                    <a:pt x="44" y="2183"/>
                  </a:lnTo>
                  <a:lnTo>
                    <a:pt x="22" y="2464"/>
                  </a:lnTo>
                  <a:lnTo>
                    <a:pt x="1" y="2745"/>
                  </a:lnTo>
                  <a:lnTo>
                    <a:pt x="22" y="3026"/>
                  </a:lnTo>
                  <a:lnTo>
                    <a:pt x="44" y="3285"/>
                  </a:lnTo>
                  <a:lnTo>
                    <a:pt x="130" y="3544"/>
                  </a:lnTo>
                  <a:lnTo>
                    <a:pt x="217" y="3803"/>
                  </a:lnTo>
                  <a:lnTo>
                    <a:pt x="325" y="4041"/>
                  </a:lnTo>
                  <a:lnTo>
                    <a:pt x="454" y="4257"/>
                  </a:lnTo>
                  <a:lnTo>
                    <a:pt x="627" y="4473"/>
                  </a:lnTo>
                  <a:lnTo>
                    <a:pt x="800" y="4668"/>
                  </a:lnTo>
                  <a:lnTo>
                    <a:pt x="994" y="4841"/>
                  </a:lnTo>
                  <a:lnTo>
                    <a:pt x="1211" y="4992"/>
                  </a:lnTo>
                  <a:lnTo>
                    <a:pt x="1427" y="5143"/>
                  </a:lnTo>
                  <a:lnTo>
                    <a:pt x="1664" y="5251"/>
                  </a:lnTo>
                  <a:lnTo>
                    <a:pt x="1924" y="5338"/>
                  </a:lnTo>
                  <a:lnTo>
                    <a:pt x="2183" y="5402"/>
                  </a:lnTo>
                  <a:lnTo>
                    <a:pt x="2442" y="5446"/>
                  </a:lnTo>
                  <a:lnTo>
                    <a:pt x="2723" y="5467"/>
                  </a:lnTo>
                  <a:lnTo>
                    <a:pt x="3004" y="5446"/>
                  </a:lnTo>
                  <a:lnTo>
                    <a:pt x="3285" y="5402"/>
                  </a:lnTo>
                  <a:lnTo>
                    <a:pt x="3544" y="5338"/>
                  </a:lnTo>
                  <a:lnTo>
                    <a:pt x="3782" y="5251"/>
                  </a:lnTo>
                  <a:lnTo>
                    <a:pt x="4020" y="5143"/>
                  </a:lnTo>
                  <a:lnTo>
                    <a:pt x="4257" y="4992"/>
                  </a:lnTo>
                  <a:lnTo>
                    <a:pt x="4452" y="4841"/>
                  </a:lnTo>
                  <a:lnTo>
                    <a:pt x="4646" y="4668"/>
                  </a:lnTo>
                  <a:lnTo>
                    <a:pt x="4841" y="4473"/>
                  </a:lnTo>
                  <a:lnTo>
                    <a:pt x="4992" y="4257"/>
                  </a:lnTo>
                  <a:lnTo>
                    <a:pt x="5121" y="4041"/>
                  </a:lnTo>
                  <a:lnTo>
                    <a:pt x="5230" y="3803"/>
                  </a:lnTo>
                  <a:lnTo>
                    <a:pt x="5338" y="3544"/>
                  </a:lnTo>
                  <a:lnTo>
                    <a:pt x="5402" y="3285"/>
                  </a:lnTo>
                  <a:lnTo>
                    <a:pt x="5446" y="3026"/>
                  </a:lnTo>
                  <a:lnTo>
                    <a:pt x="5446" y="2745"/>
                  </a:lnTo>
                  <a:lnTo>
                    <a:pt x="5446" y="2464"/>
                  </a:lnTo>
                  <a:lnTo>
                    <a:pt x="5402" y="2183"/>
                  </a:lnTo>
                  <a:lnTo>
                    <a:pt x="5338" y="1924"/>
                  </a:lnTo>
                  <a:lnTo>
                    <a:pt x="5230" y="1664"/>
                  </a:lnTo>
                  <a:lnTo>
                    <a:pt x="5121" y="1427"/>
                  </a:lnTo>
                  <a:lnTo>
                    <a:pt x="4992" y="1211"/>
                  </a:lnTo>
                  <a:lnTo>
                    <a:pt x="4841" y="995"/>
                  </a:lnTo>
                  <a:lnTo>
                    <a:pt x="4646" y="800"/>
                  </a:lnTo>
                  <a:lnTo>
                    <a:pt x="4452" y="627"/>
                  </a:lnTo>
                  <a:lnTo>
                    <a:pt x="4257" y="476"/>
                  </a:lnTo>
                  <a:lnTo>
                    <a:pt x="4020" y="346"/>
                  </a:lnTo>
                  <a:lnTo>
                    <a:pt x="3782" y="217"/>
                  </a:lnTo>
                  <a:lnTo>
                    <a:pt x="3544" y="130"/>
                  </a:lnTo>
                  <a:lnTo>
                    <a:pt x="3285" y="65"/>
                  </a:lnTo>
                  <a:lnTo>
                    <a:pt x="3004" y="22"/>
                  </a:lnTo>
                  <a:lnTo>
                    <a:pt x="27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32">
              <a:extLst>
                <a:ext uri="{FF2B5EF4-FFF2-40B4-BE49-F238E27FC236}">
                  <a16:creationId xmlns:a16="http://schemas.microsoft.com/office/drawing/2014/main" id="{99837967-708E-7706-4B6B-83C31DB91367}"/>
                </a:ext>
              </a:extLst>
            </p:cNvPr>
            <p:cNvSpPr/>
            <p:nvPr/>
          </p:nvSpPr>
          <p:spPr>
            <a:xfrm>
              <a:off x="16824625" y="3564750"/>
              <a:ext cx="180450" cy="696325"/>
            </a:xfrm>
            <a:custGeom>
              <a:avLst/>
              <a:gdLst/>
              <a:ahLst/>
              <a:cxnLst/>
              <a:rect l="l" t="t" r="r" b="b"/>
              <a:pathLst>
                <a:path w="7218" h="27853" extrusionOk="0">
                  <a:moveTo>
                    <a:pt x="1" y="1"/>
                  </a:moveTo>
                  <a:lnTo>
                    <a:pt x="130" y="3112"/>
                  </a:lnTo>
                  <a:lnTo>
                    <a:pt x="260" y="6526"/>
                  </a:lnTo>
                  <a:lnTo>
                    <a:pt x="519" y="13916"/>
                  </a:lnTo>
                  <a:lnTo>
                    <a:pt x="779" y="21306"/>
                  </a:lnTo>
                  <a:lnTo>
                    <a:pt x="908" y="24741"/>
                  </a:lnTo>
                  <a:lnTo>
                    <a:pt x="1038" y="27853"/>
                  </a:lnTo>
                  <a:lnTo>
                    <a:pt x="6483" y="27853"/>
                  </a:lnTo>
                  <a:lnTo>
                    <a:pt x="6591" y="24741"/>
                  </a:lnTo>
                  <a:lnTo>
                    <a:pt x="6699" y="21306"/>
                  </a:lnTo>
                  <a:lnTo>
                    <a:pt x="6850" y="13916"/>
                  </a:lnTo>
                  <a:lnTo>
                    <a:pt x="7002" y="6526"/>
                  </a:lnTo>
                  <a:lnTo>
                    <a:pt x="7110" y="3112"/>
                  </a:lnTo>
                  <a:lnTo>
                    <a:pt x="721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32">
              <a:extLst>
                <a:ext uri="{FF2B5EF4-FFF2-40B4-BE49-F238E27FC236}">
                  <a16:creationId xmlns:a16="http://schemas.microsoft.com/office/drawing/2014/main" id="{764914C2-B7F6-C55B-CA10-1617A15693D6}"/>
                </a:ext>
              </a:extLst>
            </p:cNvPr>
            <p:cNvSpPr/>
            <p:nvPr/>
          </p:nvSpPr>
          <p:spPr>
            <a:xfrm>
              <a:off x="16837050" y="4203800"/>
              <a:ext cx="162625" cy="68100"/>
            </a:xfrm>
            <a:custGeom>
              <a:avLst/>
              <a:gdLst/>
              <a:ahLst/>
              <a:cxnLst/>
              <a:rect l="l" t="t" r="r" b="b"/>
              <a:pathLst>
                <a:path w="6505" h="2724" extrusionOk="0">
                  <a:moveTo>
                    <a:pt x="1" y="0"/>
                  </a:moveTo>
                  <a:lnTo>
                    <a:pt x="130" y="2723"/>
                  </a:lnTo>
                  <a:lnTo>
                    <a:pt x="6397" y="2723"/>
                  </a:lnTo>
                  <a:lnTo>
                    <a:pt x="650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32">
              <a:extLst>
                <a:ext uri="{FF2B5EF4-FFF2-40B4-BE49-F238E27FC236}">
                  <a16:creationId xmlns:a16="http://schemas.microsoft.com/office/drawing/2014/main" id="{8C28141A-E9A8-2ECC-34CF-752E84424DAE}"/>
                </a:ext>
              </a:extLst>
            </p:cNvPr>
            <p:cNvSpPr/>
            <p:nvPr/>
          </p:nvSpPr>
          <p:spPr>
            <a:xfrm>
              <a:off x="16825700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31" y="282"/>
                  </a:lnTo>
                  <a:lnTo>
                    <a:pt x="66" y="411"/>
                  </a:lnTo>
                  <a:lnTo>
                    <a:pt x="23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23" y="2486"/>
                  </a:lnTo>
                  <a:lnTo>
                    <a:pt x="66" y="2615"/>
                  </a:lnTo>
                  <a:lnTo>
                    <a:pt x="131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1" y="3026"/>
                  </a:lnTo>
                  <a:lnTo>
                    <a:pt x="822" y="3004"/>
                  </a:lnTo>
                  <a:lnTo>
                    <a:pt x="930" y="2961"/>
                  </a:lnTo>
                  <a:lnTo>
                    <a:pt x="1060" y="2918"/>
                  </a:lnTo>
                  <a:lnTo>
                    <a:pt x="1146" y="2831"/>
                  </a:lnTo>
                  <a:lnTo>
                    <a:pt x="1233" y="2723"/>
                  </a:lnTo>
                  <a:lnTo>
                    <a:pt x="1297" y="2615"/>
                  </a:lnTo>
                  <a:lnTo>
                    <a:pt x="1341" y="2486"/>
                  </a:lnTo>
                  <a:lnTo>
                    <a:pt x="1341" y="2356"/>
                  </a:lnTo>
                  <a:lnTo>
                    <a:pt x="1341" y="671"/>
                  </a:lnTo>
                  <a:lnTo>
                    <a:pt x="1341" y="519"/>
                  </a:lnTo>
                  <a:lnTo>
                    <a:pt x="1297" y="411"/>
                  </a:lnTo>
                  <a:lnTo>
                    <a:pt x="1233" y="282"/>
                  </a:lnTo>
                  <a:lnTo>
                    <a:pt x="1146" y="195"/>
                  </a:lnTo>
                  <a:lnTo>
                    <a:pt x="1060" y="109"/>
                  </a:lnTo>
                  <a:lnTo>
                    <a:pt x="930" y="44"/>
                  </a:lnTo>
                  <a:lnTo>
                    <a:pt x="8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32">
              <a:extLst>
                <a:ext uri="{FF2B5EF4-FFF2-40B4-BE49-F238E27FC236}">
                  <a16:creationId xmlns:a16="http://schemas.microsoft.com/office/drawing/2014/main" id="{BEFDA39B-ECDB-434E-4102-981A4C297A7E}"/>
                </a:ext>
              </a:extLst>
            </p:cNvPr>
            <p:cNvSpPr/>
            <p:nvPr/>
          </p:nvSpPr>
          <p:spPr>
            <a:xfrm>
              <a:off x="1686352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19" y="1"/>
                  </a:moveTo>
                  <a:lnTo>
                    <a:pt x="411" y="44"/>
                  </a:lnTo>
                  <a:lnTo>
                    <a:pt x="281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44" y="411"/>
                  </a:lnTo>
                  <a:lnTo>
                    <a:pt x="0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0" y="2486"/>
                  </a:lnTo>
                  <a:lnTo>
                    <a:pt x="44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281" y="2918"/>
                  </a:lnTo>
                  <a:lnTo>
                    <a:pt x="411" y="2961"/>
                  </a:lnTo>
                  <a:lnTo>
                    <a:pt x="519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11" y="2723"/>
                  </a:lnTo>
                  <a:lnTo>
                    <a:pt x="1275" y="2615"/>
                  </a:lnTo>
                  <a:lnTo>
                    <a:pt x="1319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9" y="519"/>
                  </a:lnTo>
                  <a:lnTo>
                    <a:pt x="1275" y="411"/>
                  </a:lnTo>
                  <a:lnTo>
                    <a:pt x="1211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32">
              <a:extLst>
                <a:ext uri="{FF2B5EF4-FFF2-40B4-BE49-F238E27FC236}">
                  <a16:creationId xmlns:a16="http://schemas.microsoft.com/office/drawing/2014/main" id="{4F943215-C758-119F-DFE0-6ED288D457FD}"/>
                </a:ext>
              </a:extLst>
            </p:cNvPr>
            <p:cNvSpPr/>
            <p:nvPr/>
          </p:nvSpPr>
          <p:spPr>
            <a:xfrm>
              <a:off x="16900800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08" y="282"/>
                  </a:lnTo>
                  <a:lnTo>
                    <a:pt x="44" y="411"/>
                  </a:lnTo>
                  <a:lnTo>
                    <a:pt x="22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22" y="2486"/>
                  </a:lnTo>
                  <a:lnTo>
                    <a:pt x="44" y="2615"/>
                  </a:lnTo>
                  <a:lnTo>
                    <a:pt x="108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75" y="2615"/>
                  </a:lnTo>
                  <a:lnTo>
                    <a:pt x="1318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8" y="519"/>
                  </a:lnTo>
                  <a:lnTo>
                    <a:pt x="1275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32">
              <a:extLst>
                <a:ext uri="{FF2B5EF4-FFF2-40B4-BE49-F238E27FC236}">
                  <a16:creationId xmlns:a16="http://schemas.microsoft.com/office/drawing/2014/main" id="{D7F11BBE-35F0-A6C4-134A-46025B80BF47}"/>
                </a:ext>
              </a:extLst>
            </p:cNvPr>
            <p:cNvSpPr/>
            <p:nvPr/>
          </p:nvSpPr>
          <p:spPr>
            <a:xfrm>
              <a:off x="16938075" y="3546925"/>
              <a:ext cx="33500" cy="75650"/>
            </a:xfrm>
            <a:custGeom>
              <a:avLst/>
              <a:gdLst/>
              <a:ahLst/>
              <a:cxnLst/>
              <a:rect l="l" t="t" r="r" b="b"/>
              <a:pathLst>
                <a:path w="1340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30" y="282"/>
                  </a:lnTo>
                  <a:lnTo>
                    <a:pt x="65" y="411"/>
                  </a:lnTo>
                  <a:lnTo>
                    <a:pt x="22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22" y="2486"/>
                  </a:lnTo>
                  <a:lnTo>
                    <a:pt x="65" y="2615"/>
                  </a:lnTo>
                  <a:lnTo>
                    <a:pt x="130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29" y="2961"/>
                  </a:lnTo>
                  <a:lnTo>
                    <a:pt x="1059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40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40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59" y="109"/>
                  </a:lnTo>
                  <a:lnTo>
                    <a:pt x="929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32">
              <a:extLst>
                <a:ext uri="{FF2B5EF4-FFF2-40B4-BE49-F238E27FC236}">
                  <a16:creationId xmlns:a16="http://schemas.microsoft.com/office/drawing/2014/main" id="{695D6984-E8AA-EB32-4006-0816490C73C9}"/>
                </a:ext>
              </a:extLst>
            </p:cNvPr>
            <p:cNvSpPr/>
            <p:nvPr/>
          </p:nvSpPr>
          <p:spPr>
            <a:xfrm>
              <a:off x="1697587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19" y="1"/>
                  </a:moveTo>
                  <a:lnTo>
                    <a:pt x="390" y="44"/>
                  </a:lnTo>
                  <a:lnTo>
                    <a:pt x="282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44" y="411"/>
                  </a:lnTo>
                  <a:lnTo>
                    <a:pt x="1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1" y="2486"/>
                  </a:lnTo>
                  <a:lnTo>
                    <a:pt x="44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282" y="2918"/>
                  </a:lnTo>
                  <a:lnTo>
                    <a:pt x="390" y="2961"/>
                  </a:lnTo>
                  <a:lnTo>
                    <a:pt x="519" y="3004"/>
                  </a:lnTo>
                  <a:lnTo>
                    <a:pt x="671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24" y="2831"/>
                  </a:lnTo>
                  <a:lnTo>
                    <a:pt x="1211" y="2723"/>
                  </a:lnTo>
                  <a:lnTo>
                    <a:pt x="1276" y="2615"/>
                  </a:lnTo>
                  <a:lnTo>
                    <a:pt x="1319" y="2486"/>
                  </a:lnTo>
                  <a:lnTo>
                    <a:pt x="1341" y="2356"/>
                  </a:lnTo>
                  <a:lnTo>
                    <a:pt x="1341" y="671"/>
                  </a:lnTo>
                  <a:lnTo>
                    <a:pt x="1319" y="519"/>
                  </a:lnTo>
                  <a:lnTo>
                    <a:pt x="1276" y="411"/>
                  </a:lnTo>
                  <a:lnTo>
                    <a:pt x="1211" y="282"/>
                  </a:lnTo>
                  <a:lnTo>
                    <a:pt x="1124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32">
              <a:extLst>
                <a:ext uri="{FF2B5EF4-FFF2-40B4-BE49-F238E27FC236}">
                  <a16:creationId xmlns:a16="http://schemas.microsoft.com/office/drawing/2014/main" id="{C3A2C0EB-0232-F773-FE74-3AA4C0C2CBA5}"/>
                </a:ext>
              </a:extLst>
            </p:cNvPr>
            <p:cNvSpPr/>
            <p:nvPr/>
          </p:nvSpPr>
          <p:spPr>
            <a:xfrm>
              <a:off x="16826250" y="3508575"/>
              <a:ext cx="183150" cy="55675"/>
            </a:xfrm>
            <a:custGeom>
              <a:avLst/>
              <a:gdLst/>
              <a:ahLst/>
              <a:cxnLst/>
              <a:rect l="l" t="t" r="r" b="b"/>
              <a:pathLst>
                <a:path w="7326" h="2227" extrusionOk="0">
                  <a:moveTo>
                    <a:pt x="1" y="1"/>
                  </a:moveTo>
                  <a:lnTo>
                    <a:pt x="1" y="2226"/>
                  </a:lnTo>
                  <a:lnTo>
                    <a:pt x="7326" y="2226"/>
                  </a:lnTo>
                  <a:lnTo>
                    <a:pt x="732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32">
              <a:extLst>
                <a:ext uri="{FF2B5EF4-FFF2-40B4-BE49-F238E27FC236}">
                  <a16:creationId xmlns:a16="http://schemas.microsoft.com/office/drawing/2014/main" id="{94398B66-F17D-DA33-798E-4EF4B4D95398}"/>
                </a:ext>
              </a:extLst>
            </p:cNvPr>
            <p:cNvSpPr/>
            <p:nvPr/>
          </p:nvSpPr>
          <p:spPr>
            <a:xfrm>
              <a:off x="16573450" y="2853325"/>
              <a:ext cx="20550" cy="21100"/>
            </a:xfrm>
            <a:custGeom>
              <a:avLst/>
              <a:gdLst/>
              <a:ahLst/>
              <a:cxnLst/>
              <a:rect l="l" t="t" r="r" b="b"/>
              <a:pathLst>
                <a:path w="822" h="844" extrusionOk="0">
                  <a:moveTo>
                    <a:pt x="432" y="1"/>
                  </a:moveTo>
                  <a:lnTo>
                    <a:pt x="346" y="22"/>
                  </a:lnTo>
                  <a:lnTo>
                    <a:pt x="260" y="44"/>
                  </a:lnTo>
                  <a:lnTo>
                    <a:pt x="195" y="87"/>
                  </a:lnTo>
                  <a:lnTo>
                    <a:pt x="130" y="130"/>
                  </a:lnTo>
                  <a:lnTo>
                    <a:pt x="65" y="195"/>
                  </a:lnTo>
                  <a:lnTo>
                    <a:pt x="22" y="260"/>
                  </a:lnTo>
                  <a:lnTo>
                    <a:pt x="0" y="346"/>
                  </a:lnTo>
                  <a:lnTo>
                    <a:pt x="0" y="454"/>
                  </a:lnTo>
                  <a:lnTo>
                    <a:pt x="0" y="584"/>
                  </a:lnTo>
                  <a:lnTo>
                    <a:pt x="43" y="670"/>
                  </a:lnTo>
                  <a:lnTo>
                    <a:pt x="108" y="757"/>
                  </a:lnTo>
                  <a:lnTo>
                    <a:pt x="195" y="800"/>
                  </a:lnTo>
                  <a:lnTo>
                    <a:pt x="303" y="843"/>
                  </a:lnTo>
                  <a:lnTo>
                    <a:pt x="411" y="843"/>
                  </a:lnTo>
                  <a:lnTo>
                    <a:pt x="519" y="822"/>
                  </a:lnTo>
                  <a:lnTo>
                    <a:pt x="605" y="778"/>
                  </a:lnTo>
                  <a:lnTo>
                    <a:pt x="692" y="714"/>
                  </a:lnTo>
                  <a:lnTo>
                    <a:pt x="757" y="627"/>
                  </a:lnTo>
                  <a:lnTo>
                    <a:pt x="800" y="519"/>
                  </a:lnTo>
                  <a:lnTo>
                    <a:pt x="821" y="411"/>
                  </a:lnTo>
                  <a:lnTo>
                    <a:pt x="821" y="303"/>
                  </a:lnTo>
                  <a:lnTo>
                    <a:pt x="800" y="217"/>
                  </a:lnTo>
                  <a:lnTo>
                    <a:pt x="735" y="130"/>
                  </a:lnTo>
                  <a:lnTo>
                    <a:pt x="670" y="65"/>
                  </a:lnTo>
                  <a:lnTo>
                    <a:pt x="562" y="22"/>
                  </a:lnTo>
                  <a:lnTo>
                    <a:pt x="43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32">
              <a:extLst>
                <a:ext uri="{FF2B5EF4-FFF2-40B4-BE49-F238E27FC236}">
                  <a16:creationId xmlns:a16="http://schemas.microsoft.com/office/drawing/2014/main" id="{CABFABC0-DCCB-0D1C-4E66-73BC65419D13}"/>
                </a:ext>
              </a:extLst>
            </p:cNvPr>
            <p:cNvSpPr/>
            <p:nvPr/>
          </p:nvSpPr>
          <p:spPr>
            <a:xfrm>
              <a:off x="1639572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extrusionOk="0">
                  <a:moveTo>
                    <a:pt x="1102" y="1"/>
                  </a:moveTo>
                  <a:lnTo>
                    <a:pt x="886" y="23"/>
                  </a:lnTo>
                  <a:lnTo>
                    <a:pt x="670" y="66"/>
                  </a:lnTo>
                  <a:lnTo>
                    <a:pt x="497" y="131"/>
                  </a:lnTo>
                  <a:lnTo>
                    <a:pt x="325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5" y="1362"/>
                  </a:lnTo>
                  <a:lnTo>
                    <a:pt x="497" y="1449"/>
                  </a:lnTo>
                  <a:lnTo>
                    <a:pt x="670" y="1535"/>
                  </a:lnTo>
                  <a:lnTo>
                    <a:pt x="886" y="1578"/>
                  </a:lnTo>
                  <a:lnTo>
                    <a:pt x="1102" y="1600"/>
                  </a:lnTo>
                  <a:lnTo>
                    <a:pt x="1340" y="1578"/>
                  </a:lnTo>
                  <a:lnTo>
                    <a:pt x="1535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40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40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35" y="66"/>
                  </a:lnTo>
                  <a:lnTo>
                    <a:pt x="1340" y="23"/>
                  </a:lnTo>
                  <a:lnTo>
                    <a:pt x="11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32">
              <a:extLst>
                <a:ext uri="{FF2B5EF4-FFF2-40B4-BE49-F238E27FC236}">
                  <a16:creationId xmlns:a16="http://schemas.microsoft.com/office/drawing/2014/main" id="{310F0515-64A7-6BF5-450E-B23D2E07A3D4}"/>
                </a:ext>
              </a:extLst>
            </p:cNvPr>
            <p:cNvSpPr/>
            <p:nvPr/>
          </p:nvSpPr>
          <p:spPr>
            <a:xfrm>
              <a:off x="1639572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fill="none" extrusionOk="0">
                  <a:moveTo>
                    <a:pt x="1102" y="1"/>
                  </a:moveTo>
                  <a:lnTo>
                    <a:pt x="1102" y="1"/>
                  </a:lnTo>
                  <a:lnTo>
                    <a:pt x="886" y="23"/>
                  </a:lnTo>
                  <a:lnTo>
                    <a:pt x="670" y="66"/>
                  </a:lnTo>
                  <a:lnTo>
                    <a:pt x="497" y="131"/>
                  </a:lnTo>
                  <a:lnTo>
                    <a:pt x="325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5" y="1362"/>
                  </a:lnTo>
                  <a:lnTo>
                    <a:pt x="497" y="1449"/>
                  </a:lnTo>
                  <a:lnTo>
                    <a:pt x="670" y="1535"/>
                  </a:lnTo>
                  <a:lnTo>
                    <a:pt x="886" y="1578"/>
                  </a:lnTo>
                  <a:lnTo>
                    <a:pt x="1102" y="1600"/>
                  </a:lnTo>
                  <a:lnTo>
                    <a:pt x="1102" y="1600"/>
                  </a:lnTo>
                  <a:lnTo>
                    <a:pt x="1340" y="1578"/>
                  </a:lnTo>
                  <a:lnTo>
                    <a:pt x="1535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40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40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35" y="66"/>
                  </a:lnTo>
                  <a:lnTo>
                    <a:pt x="1340" y="23"/>
                  </a:lnTo>
                  <a:lnTo>
                    <a:pt x="110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32">
              <a:extLst>
                <a:ext uri="{FF2B5EF4-FFF2-40B4-BE49-F238E27FC236}">
                  <a16:creationId xmlns:a16="http://schemas.microsoft.com/office/drawing/2014/main" id="{EBEC76FF-D1DF-D37D-C908-99EA3D9B66BD}"/>
                </a:ext>
              </a:extLst>
            </p:cNvPr>
            <p:cNvSpPr/>
            <p:nvPr/>
          </p:nvSpPr>
          <p:spPr>
            <a:xfrm>
              <a:off x="1670417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extrusionOk="0">
                  <a:moveTo>
                    <a:pt x="1124" y="1"/>
                  </a:moveTo>
                  <a:lnTo>
                    <a:pt x="886" y="23"/>
                  </a:lnTo>
                  <a:lnTo>
                    <a:pt x="692" y="66"/>
                  </a:lnTo>
                  <a:lnTo>
                    <a:pt x="497" y="131"/>
                  </a:lnTo>
                  <a:lnTo>
                    <a:pt x="324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4" y="1362"/>
                  </a:lnTo>
                  <a:lnTo>
                    <a:pt x="497" y="1449"/>
                  </a:lnTo>
                  <a:lnTo>
                    <a:pt x="692" y="1535"/>
                  </a:lnTo>
                  <a:lnTo>
                    <a:pt x="886" y="1578"/>
                  </a:lnTo>
                  <a:lnTo>
                    <a:pt x="1124" y="1600"/>
                  </a:lnTo>
                  <a:lnTo>
                    <a:pt x="1340" y="1578"/>
                  </a:lnTo>
                  <a:lnTo>
                    <a:pt x="1556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39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39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56" y="66"/>
                  </a:lnTo>
                  <a:lnTo>
                    <a:pt x="1340" y="23"/>
                  </a:lnTo>
                  <a:lnTo>
                    <a:pt x="11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32">
              <a:extLst>
                <a:ext uri="{FF2B5EF4-FFF2-40B4-BE49-F238E27FC236}">
                  <a16:creationId xmlns:a16="http://schemas.microsoft.com/office/drawing/2014/main" id="{EED84ADE-14A3-1496-4505-ABE976A80FA2}"/>
                </a:ext>
              </a:extLst>
            </p:cNvPr>
            <p:cNvSpPr/>
            <p:nvPr/>
          </p:nvSpPr>
          <p:spPr>
            <a:xfrm>
              <a:off x="1670417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fill="none" extrusionOk="0">
                  <a:moveTo>
                    <a:pt x="1124" y="1"/>
                  </a:moveTo>
                  <a:lnTo>
                    <a:pt x="1124" y="1"/>
                  </a:lnTo>
                  <a:lnTo>
                    <a:pt x="886" y="23"/>
                  </a:lnTo>
                  <a:lnTo>
                    <a:pt x="692" y="66"/>
                  </a:lnTo>
                  <a:lnTo>
                    <a:pt x="497" y="131"/>
                  </a:lnTo>
                  <a:lnTo>
                    <a:pt x="324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4" y="1362"/>
                  </a:lnTo>
                  <a:lnTo>
                    <a:pt x="497" y="1449"/>
                  </a:lnTo>
                  <a:lnTo>
                    <a:pt x="692" y="1535"/>
                  </a:lnTo>
                  <a:lnTo>
                    <a:pt x="886" y="1578"/>
                  </a:lnTo>
                  <a:lnTo>
                    <a:pt x="1124" y="1600"/>
                  </a:lnTo>
                  <a:lnTo>
                    <a:pt x="1124" y="1600"/>
                  </a:lnTo>
                  <a:lnTo>
                    <a:pt x="1340" y="1578"/>
                  </a:lnTo>
                  <a:lnTo>
                    <a:pt x="1556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39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39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56" y="66"/>
                  </a:lnTo>
                  <a:lnTo>
                    <a:pt x="1340" y="23"/>
                  </a:lnTo>
                  <a:lnTo>
                    <a:pt x="112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89" name="Google Shape;6989;p32">
            <a:extLst>
              <a:ext uri="{FF2B5EF4-FFF2-40B4-BE49-F238E27FC236}">
                <a16:creationId xmlns:a16="http://schemas.microsoft.com/office/drawing/2014/main" id="{795E8E0C-6FAF-8E8A-7E30-3947616690A5}"/>
              </a:ext>
            </a:extLst>
          </p:cNvPr>
          <p:cNvGrpSpPr/>
          <p:nvPr/>
        </p:nvGrpSpPr>
        <p:grpSpPr>
          <a:xfrm>
            <a:off x="6764813" y="-77375"/>
            <a:ext cx="260625" cy="1230500"/>
            <a:chOff x="6815325" y="0"/>
            <a:chExt cx="260625" cy="1230500"/>
          </a:xfrm>
        </p:grpSpPr>
        <p:sp>
          <p:nvSpPr>
            <p:cNvPr id="6990" name="Google Shape;6990;p32">
              <a:extLst>
                <a:ext uri="{FF2B5EF4-FFF2-40B4-BE49-F238E27FC236}">
                  <a16:creationId xmlns:a16="http://schemas.microsoft.com/office/drawing/2014/main" id="{9D468D20-B2C1-8D2A-802A-078F605DD315}"/>
                </a:ext>
              </a:extLst>
            </p:cNvPr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extrusionOk="0">
                  <a:moveTo>
                    <a:pt x="1" y="36662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32">
              <a:extLst>
                <a:ext uri="{FF2B5EF4-FFF2-40B4-BE49-F238E27FC236}">
                  <a16:creationId xmlns:a16="http://schemas.microsoft.com/office/drawing/2014/main" id="{78684FF6-B995-E91C-675B-F25536E07148}"/>
                </a:ext>
              </a:extLst>
            </p:cNvPr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fill="none" extrusionOk="0">
                  <a:moveTo>
                    <a:pt x="1" y="36662"/>
                  </a:moveTo>
                  <a:lnTo>
                    <a:pt x="1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32">
              <a:extLst>
                <a:ext uri="{FF2B5EF4-FFF2-40B4-BE49-F238E27FC236}">
                  <a16:creationId xmlns:a16="http://schemas.microsoft.com/office/drawing/2014/main" id="{5BB3D088-7BE8-4489-93DF-6723CF875B98}"/>
                </a:ext>
              </a:extLst>
            </p:cNvPr>
            <p:cNvSpPr/>
            <p:nvPr/>
          </p:nvSpPr>
          <p:spPr>
            <a:xfrm>
              <a:off x="6933275" y="0"/>
              <a:ext cx="19675" cy="916575"/>
            </a:xfrm>
            <a:custGeom>
              <a:avLst/>
              <a:gdLst/>
              <a:ahLst/>
              <a:cxnLst/>
              <a:rect l="l" t="t" r="r" b="b"/>
              <a:pathLst>
                <a:path w="787" h="36663" extrusionOk="0">
                  <a:moveTo>
                    <a:pt x="0" y="0"/>
                  </a:moveTo>
                  <a:lnTo>
                    <a:pt x="0" y="36662"/>
                  </a:lnTo>
                  <a:lnTo>
                    <a:pt x="787" y="366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32">
              <a:extLst>
                <a:ext uri="{FF2B5EF4-FFF2-40B4-BE49-F238E27FC236}">
                  <a16:creationId xmlns:a16="http://schemas.microsoft.com/office/drawing/2014/main" id="{E49CB7E8-E77A-3246-5D6B-7D92E68D2E3A}"/>
                </a:ext>
              </a:extLst>
            </p:cNvPr>
            <p:cNvSpPr/>
            <p:nvPr/>
          </p:nvSpPr>
          <p:spPr>
            <a:xfrm>
              <a:off x="6815325" y="847475"/>
              <a:ext cx="260625" cy="383025"/>
            </a:xfrm>
            <a:custGeom>
              <a:avLst/>
              <a:gdLst/>
              <a:ahLst/>
              <a:cxnLst/>
              <a:rect l="l" t="t" r="r" b="b"/>
              <a:pathLst>
                <a:path w="10425" h="15321" extrusionOk="0">
                  <a:moveTo>
                    <a:pt x="7077" y="0"/>
                  </a:moveTo>
                  <a:lnTo>
                    <a:pt x="6718" y="23"/>
                  </a:lnTo>
                  <a:lnTo>
                    <a:pt x="6358" y="45"/>
                  </a:lnTo>
                  <a:lnTo>
                    <a:pt x="5999" y="90"/>
                  </a:lnTo>
                  <a:lnTo>
                    <a:pt x="5662" y="157"/>
                  </a:lnTo>
                  <a:lnTo>
                    <a:pt x="5303" y="247"/>
                  </a:lnTo>
                  <a:lnTo>
                    <a:pt x="4966" y="360"/>
                  </a:lnTo>
                  <a:lnTo>
                    <a:pt x="4651" y="472"/>
                  </a:lnTo>
                  <a:lnTo>
                    <a:pt x="4314" y="607"/>
                  </a:lnTo>
                  <a:lnTo>
                    <a:pt x="4000" y="764"/>
                  </a:lnTo>
                  <a:lnTo>
                    <a:pt x="3708" y="944"/>
                  </a:lnTo>
                  <a:lnTo>
                    <a:pt x="3416" y="1123"/>
                  </a:lnTo>
                  <a:lnTo>
                    <a:pt x="3123" y="1326"/>
                  </a:lnTo>
                  <a:lnTo>
                    <a:pt x="2831" y="1528"/>
                  </a:lnTo>
                  <a:lnTo>
                    <a:pt x="2584" y="1752"/>
                  </a:lnTo>
                  <a:lnTo>
                    <a:pt x="2315" y="1999"/>
                  </a:lnTo>
                  <a:lnTo>
                    <a:pt x="2068" y="2247"/>
                  </a:lnTo>
                  <a:lnTo>
                    <a:pt x="1843" y="2516"/>
                  </a:lnTo>
                  <a:lnTo>
                    <a:pt x="1618" y="2808"/>
                  </a:lnTo>
                  <a:lnTo>
                    <a:pt x="1394" y="3078"/>
                  </a:lnTo>
                  <a:lnTo>
                    <a:pt x="1214" y="3392"/>
                  </a:lnTo>
                  <a:lnTo>
                    <a:pt x="1012" y="3707"/>
                  </a:lnTo>
                  <a:lnTo>
                    <a:pt x="855" y="4021"/>
                  </a:lnTo>
                  <a:lnTo>
                    <a:pt x="697" y="4336"/>
                  </a:lnTo>
                  <a:lnTo>
                    <a:pt x="563" y="4695"/>
                  </a:lnTo>
                  <a:lnTo>
                    <a:pt x="428" y="5032"/>
                  </a:lnTo>
                  <a:lnTo>
                    <a:pt x="315" y="5392"/>
                  </a:lnTo>
                  <a:lnTo>
                    <a:pt x="226" y="5751"/>
                  </a:lnTo>
                  <a:lnTo>
                    <a:pt x="136" y="6110"/>
                  </a:lnTo>
                  <a:lnTo>
                    <a:pt x="68" y="6492"/>
                  </a:lnTo>
                  <a:lnTo>
                    <a:pt x="23" y="6874"/>
                  </a:lnTo>
                  <a:lnTo>
                    <a:pt x="1" y="7256"/>
                  </a:lnTo>
                  <a:lnTo>
                    <a:pt x="1" y="7661"/>
                  </a:lnTo>
                  <a:lnTo>
                    <a:pt x="1" y="8042"/>
                  </a:lnTo>
                  <a:lnTo>
                    <a:pt x="23" y="8447"/>
                  </a:lnTo>
                  <a:lnTo>
                    <a:pt x="68" y="8829"/>
                  </a:lnTo>
                  <a:lnTo>
                    <a:pt x="136" y="9211"/>
                  </a:lnTo>
                  <a:lnTo>
                    <a:pt x="226" y="9570"/>
                  </a:lnTo>
                  <a:lnTo>
                    <a:pt x="315" y="9929"/>
                  </a:lnTo>
                  <a:lnTo>
                    <a:pt x="428" y="10289"/>
                  </a:lnTo>
                  <a:lnTo>
                    <a:pt x="563" y="10648"/>
                  </a:lnTo>
                  <a:lnTo>
                    <a:pt x="697" y="10985"/>
                  </a:lnTo>
                  <a:lnTo>
                    <a:pt x="855" y="11322"/>
                  </a:lnTo>
                  <a:lnTo>
                    <a:pt x="1012" y="11637"/>
                  </a:lnTo>
                  <a:lnTo>
                    <a:pt x="1214" y="11951"/>
                  </a:lnTo>
                  <a:lnTo>
                    <a:pt x="1394" y="12243"/>
                  </a:lnTo>
                  <a:lnTo>
                    <a:pt x="1618" y="12535"/>
                  </a:lnTo>
                  <a:lnTo>
                    <a:pt x="1843" y="12805"/>
                  </a:lnTo>
                  <a:lnTo>
                    <a:pt x="2068" y="13075"/>
                  </a:lnTo>
                  <a:lnTo>
                    <a:pt x="2315" y="13344"/>
                  </a:lnTo>
                  <a:lnTo>
                    <a:pt x="2584" y="13569"/>
                  </a:lnTo>
                  <a:lnTo>
                    <a:pt x="2831" y="13793"/>
                  </a:lnTo>
                  <a:lnTo>
                    <a:pt x="3123" y="14018"/>
                  </a:lnTo>
                  <a:lnTo>
                    <a:pt x="3416" y="14220"/>
                  </a:lnTo>
                  <a:lnTo>
                    <a:pt x="3708" y="14400"/>
                  </a:lnTo>
                  <a:lnTo>
                    <a:pt x="4000" y="14580"/>
                  </a:lnTo>
                  <a:lnTo>
                    <a:pt x="4314" y="14714"/>
                  </a:lnTo>
                  <a:lnTo>
                    <a:pt x="4651" y="14872"/>
                  </a:lnTo>
                  <a:lnTo>
                    <a:pt x="4966" y="14984"/>
                  </a:lnTo>
                  <a:lnTo>
                    <a:pt x="5303" y="15074"/>
                  </a:lnTo>
                  <a:lnTo>
                    <a:pt x="5662" y="15164"/>
                  </a:lnTo>
                  <a:lnTo>
                    <a:pt x="5999" y="15231"/>
                  </a:lnTo>
                  <a:lnTo>
                    <a:pt x="6358" y="15276"/>
                  </a:lnTo>
                  <a:lnTo>
                    <a:pt x="6718" y="15321"/>
                  </a:lnTo>
                  <a:lnTo>
                    <a:pt x="7504" y="15321"/>
                  </a:lnTo>
                  <a:lnTo>
                    <a:pt x="7931" y="15276"/>
                  </a:lnTo>
                  <a:lnTo>
                    <a:pt x="8335" y="15209"/>
                  </a:lnTo>
                  <a:lnTo>
                    <a:pt x="8762" y="15119"/>
                  </a:lnTo>
                  <a:lnTo>
                    <a:pt x="9144" y="14984"/>
                  </a:lnTo>
                  <a:lnTo>
                    <a:pt x="9548" y="14849"/>
                  </a:lnTo>
                  <a:lnTo>
                    <a:pt x="9908" y="14692"/>
                  </a:lnTo>
                  <a:lnTo>
                    <a:pt x="10267" y="14512"/>
                  </a:lnTo>
                  <a:lnTo>
                    <a:pt x="9863" y="14243"/>
                  </a:lnTo>
                  <a:lnTo>
                    <a:pt x="9481" y="13951"/>
                  </a:lnTo>
                  <a:lnTo>
                    <a:pt x="9122" y="13636"/>
                  </a:lnTo>
                  <a:lnTo>
                    <a:pt x="8762" y="13299"/>
                  </a:lnTo>
                  <a:lnTo>
                    <a:pt x="8425" y="12940"/>
                  </a:lnTo>
                  <a:lnTo>
                    <a:pt x="8133" y="12558"/>
                  </a:lnTo>
                  <a:lnTo>
                    <a:pt x="7841" y="12153"/>
                  </a:lnTo>
                  <a:lnTo>
                    <a:pt x="7594" y="11727"/>
                  </a:lnTo>
                  <a:lnTo>
                    <a:pt x="7347" y="11300"/>
                  </a:lnTo>
                  <a:lnTo>
                    <a:pt x="7145" y="10828"/>
                  </a:lnTo>
                  <a:lnTo>
                    <a:pt x="6987" y="10356"/>
                  </a:lnTo>
                  <a:lnTo>
                    <a:pt x="6830" y="9862"/>
                  </a:lnTo>
                  <a:lnTo>
                    <a:pt x="6718" y="9345"/>
                  </a:lnTo>
                  <a:lnTo>
                    <a:pt x="6628" y="8829"/>
                  </a:lnTo>
                  <a:lnTo>
                    <a:pt x="6583" y="8290"/>
                  </a:lnTo>
                  <a:lnTo>
                    <a:pt x="6561" y="7750"/>
                  </a:lnTo>
                  <a:lnTo>
                    <a:pt x="6583" y="7211"/>
                  </a:lnTo>
                  <a:lnTo>
                    <a:pt x="6628" y="6650"/>
                  </a:lnTo>
                  <a:lnTo>
                    <a:pt x="6718" y="6133"/>
                  </a:lnTo>
                  <a:lnTo>
                    <a:pt x="6830" y="5616"/>
                  </a:lnTo>
                  <a:lnTo>
                    <a:pt x="6987" y="5100"/>
                  </a:lnTo>
                  <a:lnTo>
                    <a:pt x="7167" y="4605"/>
                  </a:lnTo>
                  <a:lnTo>
                    <a:pt x="7392" y="4134"/>
                  </a:lnTo>
                  <a:lnTo>
                    <a:pt x="7639" y="3684"/>
                  </a:lnTo>
                  <a:lnTo>
                    <a:pt x="7908" y="3257"/>
                  </a:lnTo>
                  <a:lnTo>
                    <a:pt x="8200" y="2853"/>
                  </a:lnTo>
                  <a:lnTo>
                    <a:pt x="8515" y="2449"/>
                  </a:lnTo>
                  <a:lnTo>
                    <a:pt x="8852" y="2089"/>
                  </a:lnTo>
                  <a:lnTo>
                    <a:pt x="9211" y="1752"/>
                  </a:lnTo>
                  <a:lnTo>
                    <a:pt x="9616" y="1438"/>
                  </a:lnTo>
                  <a:lnTo>
                    <a:pt x="10020" y="1168"/>
                  </a:lnTo>
                  <a:lnTo>
                    <a:pt x="10424" y="921"/>
                  </a:lnTo>
                  <a:lnTo>
                    <a:pt x="10065" y="719"/>
                  </a:lnTo>
                  <a:lnTo>
                    <a:pt x="9661" y="517"/>
                  </a:lnTo>
                  <a:lnTo>
                    <a:pt x="9256" y="382"/>
                  </a:lnTo>
                  <a:lnTo>
                    <a:pt x="8852" y="247"/>
                  </a:lnTo>
                  <a:lnTo>
                    <a:pt x="8425" y="135"/>
                  </a:lnTo>
                  <a:lnTo>
                    <a:pt x="7976" y="68"/>
                  </a:lnTo>
                  <a:lnTo>
                    <a:pt x="7527" y="23"/>
                  </a:lnTo>
                  <a:lnTo>
                    <a:pt x="707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94" name="Google Shape;6994;p32">
            <a:extLst>
              <a:ext uri="{FF2B5EF4-FFF2-40B4-BE49-F238E27FC236}">
                <a16:creationId xmlns:a16="http://schemas.microsoft.com/office/drawing/2014/main" id="{EC70A90A-2999-2CF8-44F9-D88C3E0839D4}"/>
              </a:ext>
            </a:extLst>
          </p:cNvPr>
          <p:cNvGrpSpPr/>
          <p:nvPr/>
        </p:nvGrpSpPr>
        <p:grpSpPr>
          <a:xfrm>
            <a:off x="4564838" y="-77375"/>
            <a:ext cx="599250" cy="1418100"/>
            <a:chOff x="310050" y="-1175"/>
            <a:chExt cx="599250" cy="1418100"/>
          </a:xfrm>
        </p:grpSpPr>
        <p:grpSp>
          <p:nvGrpSpPr>
            <p:cNvPr id="6995" name="Google Shape;6995;p32">
              <a:extLst>
                <a:ext uri="{FF2B5EF4-FFF2-40B4-BE49-F238E27FC236}">
                  <a16:creationId xmlns:a16="http://schemas.microsoft.com/office/drawing/2014/main" id="{565B3952-BA8B-0790-0F31-8C727EBF6121}"/>
                </a:ext>
              </a:extLst>
            </p:cNvPr>
            <p:cNvGrpSpPr/>
            <p:nvPr/>
          </p:nvGrpSpPr>
          <p:grpSpPr>
            <a:xfrm>
              <a:off x="310050" y="-1175"/>
              <a:ext cx="599250" cy="1418100"/>
              <a:chOff x="310050" y="0"/>
              <a:chExt cx="599250" cy="1418100"/>
            </a:xfrm>
          </p:grpSpPr>
          <p:sp>
            <p:nvSpPr>
              <p:cNvPr id="6996" name="Google Shape;6996;p32">
                <a:extLst>
                  <a:ext uri="{FF2B5EF4-FFF2-40B4-BE49-F238E27FC236}">
                    <a16:creationId xmlns:a16="http://schemas.microsoft.com/office/drawing/2014/main" id="{C7E33B0B-6501-5A9A-E45E-85B2A6C858E1}"/>
                  </a:ext>
                </a:extLst>
              </p:cNvPr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extrusionOk="0">
                    <a:moveTo>
                      <a:pt x="1" y="36662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7" name="Google Shape;6997;p32">
                <a:extLst>
                  <a:ext uri="{FF2B5EF4-FFF2-40B4-BE49-F238E27FC236}">
                    <a16:creationId xmlns:a16="http://schemas.microsoft.com/office/drawing/2014/main" id="{DDC9F410-F557-B672-63F0-5AB12DDA02F9}"/>
                  </a:ext>
                </a:extLst>
              </p:cNvPr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fill="none" extrusionOk="0">
                    <a:moveTo>
                      <a:pt x="1" y="36662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8" name="Google Shape;6998;p32">
                <a:extLst>
                  <a:ext uri="{FF2B5EF4-FFF2-40B4-BE49-F238E27FC236}">
                    <a16:creationId xmlns:a16="http://schemas.microsoft.com/office/drawing/2014/main" id="{2451B2E0-1E37-E390-F71F-838F952D105B}"/>
                  </a:ext>
                </a:extLst>
              </p:cNvPr>
              <p:cNvSpPr/>
              <p:nvPr/>
            </p:nvSpPr>
            <p:spPr>
              <a:xfrm>
                <a:off x="598700" y="0"/>
                <a:ext cx="19700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6663" extrusionOk="0">
                    <a:moveTo>
                      <a:pt x="1" y="0"/>
                    </a:moveTo>
                    <a:lnTo>
                      <a:pt x="1" y="36662"/>
                    </a:lnTo>
                    <a:lnTo>
                      <a:pt x="787" y="3666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9" name="Google Shape;6999;p32">
                <a:extLst>
                  <a:ext uri="{FF2B5EF4-FFF2-40B4-BE49-F238E27FC236}">
                    <a16:creationId xmlns:a16="http://schemas.microsoft.com/office/drawing/2014/main" id="{E5C7F097-4649-3561-6EA8-B232B4871F30}"/>
                  </a:ext>
                </a:extLst>
              </p:cNvPr>
              <p:cNvSpPr/>
              <p:nvPr/>
            </p:nvSpPr>
            <p:spPr>
              <a:xfrm>
                <a:off x="310050" y="847475"/>
                <a:ext cx="599250" cy="570625"/>
              </a:xfrm>
              <a:custGeom>
                <a:avLst/>
                <a:gdLst/>
                <a:ahLst/>
                <a:cxnLst/>
                <a:rect l="l" t="t" r="r" b="b"/>
                <a:pathLst>
                  <a:path w="23970" h="22825" extrusionOk="0">
                    <a:moveTo>
                      <a:pt x="11996" y="0"/>
                    </a:moveTo>
                    <a:lnTo>
                      <a:pt x="7503" y="6425"/>
                    </a:lnTo>
                    <a:lnTo>
                      <a:pt x="0" y="8716"/>
                    </a:lnTo>
                    <a:lnTo>
                      <a:pt x="4718" y="14984"/>
                    </a:lnTo>
                    <a:lnTo>
                      <a:pt x="4560" y="22824"/>
                    </a:lnTo>
                    <a:lnTo>
                      <a:pt x="11996" y="20286"/>
                    </a:lnTo>
                    <a:lnTo>
                      <a:pt x="19409" y="22824"/>
                    </a:lnTo>
                    <a:lnTo>
                      <a:pt x="19252" y="14984"/>
                    </a:lnTo>
                    <a:lnTo>
                      <a:pt x="23970" y="8716"/>
                    </a:lnTo>
                    <a:lnTo>
                      <a:pt x="16489" y="6425"/>
                    </a:lnTo>
                    <a:lnTo>
                      <a:pt x="1199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000" name="Google Shape;7000;p32">
              <a:extLst>
                <a:ext uri="{FF2B5EF4-FFF2-40B4-BE49-F238E27FC236}">
                  <a16:creationId xmlns:a16="http://schemas.microsoft.com/office/drawing/2014/main" id="{A94303F1-3892-1859-2A88-451F6EA76C1D}"/>
                </a:ext>
              </a:extLst>
            </p:cNvPr>
            <p:cNvSpPr/>
            <p:nvPr/>
          </p:nvSpPr>
          <p:spPr>
            <a:xfrm>
              <a:off x="445600" y="979650"/>
              <a:ext cx="328149" cy="312474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1" name="Google Shape;7001;p32">
            <a:extLst>
              <a:ext uri="{FF2B5EF4-FFF2-40B4-BE49-F238E27FC236}">
                <a16:creationId xmlns:a16="http://schemas.microsoft.com/office/drawing/2014/main" id="{0205E911-83CB-B411-C47B-7DF9A0A00E21}"/>
              </a:ext>
            </a:extLst>
          </p:cNvPr>
          <p:cNvGrpSpPr/>
          <p:nvPr/>
        </p:nvGrpSpPr>
        <p:grpSpPr>
          <a:xfrm>
            <a:off x="8184188" y="-77375"/>
            <a:ext cx="297100" cy="2315550"/>
            <a:chOff x="8234700" y="-1175"/>
            <a:chExt cx="297100" cy="2315550"/>
          </a:xfrm>
        </p:grpSpPr>
        <p:grpSp>
          <p:nvGrpSpPr>
            <p:cNvPr id="7002" name="Google Shape;7002;p32">
              <a:extLst>
                <a:ext uri="{FF2B5EF4-FFF2-40B4-BE49-F238E27FC236}">
                  <a16:creationId xmlns:a16="http://schemas.microsoft.com/office/drawing/2014/main" id="{0B49DD76-954E-CBF4-0E35-6216136CF3B8}"/>
                </a:ext>
              </a:extLst>
            </p:cNvPr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7003" name="Google Shape;7003;p32">
                <a:extLst>
                  <a:ext uri="{FF2B5EF4-FFF2-40B4-BE49-F238E27FC236}">
                    <a16:creationId xmlns:a16="http://schemas.microsoft.com/office/drawing/2014/main" id="{AE102941-3A98-B473-A4B7-12CC774FFF9E}"/>
                  </a:ext>
                </a:extLst>
              </p:cNvPr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4" name="Google Shape;7004;p32">
                <a:extLst>
                  <a:ext uri="{FF2B5EF4-FFF2-40B4-BE49-F238E27FC236}">
                    <a16:creationId xmlns:a16="http://schemas.microsoft.com/office/drawing/2014/main" id="{CF2ED5C3-9B65-355B-5F05-220E7C8F075B}"/>
                  </a:ext>
                </a:extLst>
              </p:cNvPr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5" name="Google Shape;7005;p32">
                <a:extLst>
                  <a:ext uri="{FF2B5EF4-FFF2-40B4-BE49-F238E27FC236}">
                    <a16:creationId xmlns:a16="http://schemas.microsoft.com/office/drawing/2014/main" id="{CB9D0E0C-E364-0E7C-B8CD-B8257F71D179}"/>
                  </a:ext>
                </a:extLst>
              </p:cNvPr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6" name="Google Shape;7006;p32">
                <a:extLst>
                  <a:ext uri="{FF2B5EF4-FFF2-40B4-BE49-F238E27FC236}">
                    <a16:creationId xmlns:a16="http://schemas.microsoft.com/office/drawing/2014/main" id="{6D9B61BD-942D-72E9-E7D1-940A5CDB06EE}"/>
                  </a:ext>
                </a:extLst>
              </p:cNvPr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007" name="Google Shape;7007;p32">
              <a:extLst>
                <a:ext uri="{FF2B5EF4-FFF2-40B4-BE49-F238E27FC236}">
                  <a16:creationId xmlns:a16="http://schemas.microsoft.com/office/drawing/2014/main" id="{66F6307F-1CC2-7E1E-CE91-59B905A39307}"/>
                </a:ext>
              </a:extLst>
            </p:cNvPr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8" name="Google Shape;7008;p32">
            <a:extLst>
              <a:ext uri="{FF2B5EF4-FFF2-40B4-BE49-F238E27FC236}">
                <a16:creationId xmlns:a16="http://schemas.microsoft.com/office/drawing/2014/main" id="{1703EFE9-88F5-FF91-E659-537E1CB37B65}"/>
              </a:ext>
            </a:extLst>
          </p:cNvPr>
          <p:cNvGrpSpPr/>
          <p:nvPr/>
        </p:nvGrpSpPr>
        <p:grpSpPr>
          <a:xfrm>
            <a:off x="662713" y="-77375"/>
            <a:ext cx="297100" cy="2315550"/>
            <a:chOff x="8234700" y="-1175"/>
            <a:chExt cx="297100" cy="2315550"/>
          </a:xfrm>
        </p:grpSpPr>
        <p:grpSp>
          <p:nvGrpSpPr>
            <p:cNvPr id="7009" name="Google Shape;7009;p32">
              <a:extLst>
                <a:ext uri="{FF2B5EF4-FFF2-40B4-BE49-F238E27FC236}">
                  <a16:creationId xmlns:a16="http://schemas.microsoft.com/office/drawing/2014/main" id="{EB9BAF7D-59EA-AC84-C6C4-0C37561F419B}"/>
                </a:ext>
              </a:extLst>
            </p:cNvPr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7010" name="Google Shape;7010;p32">
                <a:extLst>
                  <a:ext uri="{FF2B5EF4-FFF2-40B4-BE49-F238E27FC236}">
                    <a16:creationId xmlns:a16="http://schemas.microsoft.com/office/drawing/2014/main" id="{D09EF90F-C8EF-27B9-E543-62CE91BD613A}"/>
                  </a:ext>
                </a:extLst>
              </p:cNvPr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1" name="Google Shape;7011;p32">
                <a:extLst>
                  <a:ext uri="{FF2B5EF4-FFF2-40B4-BE49-F238E27FC236}">
                    <a16:creationId xmlns:a16="http://schemas.microsoft.com/office/drawing/2014/main" id="{66E2A5BB-C963-3D3B-03DA-3C761B372DA4}"/>
                  </a:ext>
                </a:extLst>
              </p:cNvPr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2" name="Google Shape;7012;p32">
                <a:extLst>
                  <a:ext uri="{FF2B5EF4-FFF2-40B4-BE49-F238E27FC236}">
                    <a16:creationId xmlns:a16="http://schemas.microsoft.com/office/drawing/2014/main" id="{DCD20BD5-37A8-6DD5-2CAC-C322EDAD5FC3}"/>
                  </a:ext>
                </a:extLst>
              </p:cNvPr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3" name="Google Shape;7013;p32">
                <a:extLst>
                  <a:ext uri="{FF2B5EF4-FFF2-40B4-BE49-F238E27FC236}">
                    <a16:creationId xmlns:a16="http://schemas.microsoft.com/office/drawing/2014/main" id="{0E1C9ED6-4BD6-5AC7-DDB9-5654AA54DECA}"/>
                  </a:ext>
                </a:extLst>
              </p:cNvPr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014" name="Google Shape;7014;p32">
              <a:extLst>
                <a:ext uri="{FF2B5EF4-FFF2-40B4-BE49-F238E27FC236}">
                  <a16:creationId xmlns:a16="http://schemas.microsoft.com/office/drawing/2014/main" id="{C80B248A-DF74-5B78-FBEE-F24E721CA030}"/>
                </a:ext>
              </a:extLst>
            </p:cNvPr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" name="Grupa 6">
            <a:extLst>
              <a:ext uri="{FF2B5EF4-FFF2-40B4-BE49-F238E27FC236}">
                <a16:creationId xmlns:a16="http://schemas.microsoft.com/office/drawing/2014/main" id="{F61D8F35-746A-C9CB-7089-730164E8C3BD}"/>
              </a:ext>
            </a:extLst>
          </p:cNvPr>
          <p:cNvGrpSpPr/>
          <p:nvPr/>
        </p:nvGrpSpPr>
        <p:grpSpPr>
          <a:xfrm>
            <a:off x="1929450" y="1236250"/>
            <a:ext cx="5285100" cy="2229083"/>
            <a:chOff x="1929450" y="1236250"/>
            <a:chExt cx="5285100" cy="2229083"/>
          </a:xfrm>
        </p:grpSpPr>
        <p:sp>
          <p:nvSpPr>
            <p:cNvPr id="2" name="Google Shape;6437;p29">
              <a:extLst>
                <a:ext uri="{FF2B5EF4-FFF2-40B4-BE49-F238E27FC236}">
                  <a16:creationId xmlns:a16="http://schemas.microsoft.com/office/drawing/2014/main" id="{9D22DEA6-C5E7-6C04-3BCA-301D12F015E6}"/>
                </a:ext>
              </a:extLst>
            </p:cNvPr>
            <p:cNvSpPr/>
            <p:nvPr/>
          </p:nvSpPr>
          <p:spPr>
            <a:xfrm>
              <a:off x="3947250" y="1236250"/>
              <a:ext cx="1249500" cy="1249500"/>
            </a:xfrm>
            <a:prstGeom prst="ellipse">
              <a:avLst/>
            </a:prstGeom>
            <a:solidFill>
              <a:schemeClr val="accent1"/>
            </a:solidFill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" name="Google Shape;6438;p29">
              <a:extLst>
                <a:ext uri="{FF2B5EF4-FFF2-40B4-BE49-F238E27FC236}">
                  <a16:creationId xmlns:a16="http://schemas.microsoft.com/office/drawing/2014/main" id="{2DBC5627-D782-00C5-17EC-294F32BF8B99}"/>
                </a:ext>
              </a:extLst>
            </p:cNvPr>
            <p:cNvSpPr txBox="1">
              <a:spLocks/>
            </p:cNvSpPr>
            <p:nvPr/>
          </p:nvSpPr>
          <p:spPr>
            <a:xfrm>
              <a:off x="1929450" y="2733933"/>
              <a:ext cx="5285100" cy="731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4800"/>
                <a:buFont typeface="BioRhyme"/>
                <a:buNone/>
                <a:defRPr sz="9000" b="1" i="0" u="none" strike="noStrike" cap="none">
                  <a:solidFill>
                    <a:schemeClr val="lt2"/>
                  </a:solidFill>
                  <a:latin typeface="BioRhyme"/>
                  <a:ea typeface="BioRhyme"/>
                  <a:cs typeface="BioRhyme"/>
                  <a:sym typeface="BioRhyme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4"/>
                </a:buClr>
                <a:buSzPts val="4800"/>
                <a:buFont typeface="Bebas Neue"/>
                <a:buNone/>
                <a:defRPr sz="4800" b="0" i="0" u="none" strike="noStrike" cap="none">
                  <a:solidFill>
                    <a:schemeClr val="accent4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r>
                <a:rPr lang="en-US" sz="5500" dirty="0" err="1">
                  <a:solidFill>
                    <a:schemeClr val="tx2"/>
                  </a:solidFill>
                </a:rPr>
                <a:t>Podjela</a:t>
              </a:r>
              <a:r>
                <a:rPr lang="en-US" sz="5500" dirty="0">
                  <a:solidFill>
                    <a:schemeClr val="tx2"/>
                  </a:solidFill>
                </a:rPr>
                <a:t> rada</a:t>
              </a:r>
            </a:p>
          </p:txBody>
        </p:sp>
        <p:sp>
          <p:nvSpPr>
            <p:cNvPr id="4" name="Google Shape;6439;p29">
              <a:extLst>
                <a:ext uri="{FF2B5EF4-FFF2-40B4-BE49-F238E27FC236}">
                  <a16:creationId xmlns:a16="http://schemas.microsoft.com/office/drawing/2014/main" id="{42C04328-9E18-548C-D5F9-7E65AE50A9AF}"/>
                </a:ext>
              </a:extLst>
            </p:cNvPr>
            <p:cNvSpPr txBox="1">
              <a:spLocks/>
            </p:cNvSpPr>
            <p:nvPr/>
          </p:nvSpPr>
          <p:spPr>
            <a:xfrm>
              <a:off x="4114800" y="1515548"/>
              <a:ext cx="914400" cy="690900"/>
            </a:xfrm>
            <a:prstGeom prst="rect">
              <a:avLst/>
            </a:prstGeom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/>
              <a:r>
                <a:rPr lang="en" sz="6500" b="1" dirty="0">
                  <a:solidFill>
                    <a:schemeClr val="tx2"/>
                  </a:solidFill>
                  <a:latin typeface="BioRhyme" panose="020B0604020202020204" charset="-18"/>
                  <a:ea typeface="BioRhyme" panose="020B0604020202020204" charset="-18"/>
                </a:rPr>
                <a:t>8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4309668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184">
          <a:extLst>
            <a:ext uri="{FF2B5EF4-FFF2-40B4-BE49-F238E27FC236}">
              <a16:creationId xmlns:a16="http://schemas.microsoft.com/office/drawing/2014/main" id="{F856617B-D9B6-CCB8-548B-659E37ED17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8" name="Google Shape;7188;p34">
            <a:extLst>
              <a:ext uri="{FF2B5EF4-FFF2-40B4-BE49-F238E27FC236}">
                <a16:creationId xmlns:a16="http://schemas.microsoft.com/office/drawing/2014/main" id="{AAD29E9F-8F86-7A11-6072-95959094D932}"/>
              </a:ext>
            </a:extLst>
          </p:cNvPr>
          <p:cNvSpPr txBox="1">
            <a:spLocks noGrp="1"/>
          </p:cNvSpPr>
          <p:nvPr>
            <p:ph type="title" idx="4"/>
          </p:nvPr>
        </p:nvSpPr>
        <p:spPr>
          <a:xfrm>
            <a:off x="720000" y="539500"/>
            <a:ext cx="77040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Podjela rada</a:t>
            </a:r>
            <a:endParaRPr dirty="0"/>
          </a:p>
        </p:txBody>
      </p:sp>
      <p:grpSp>
        <p:nvGrpSpPr>
          <p:cNvPr id="7232" name="Google Shape;7232;p34">
            <a:extLst>
              <a:ext uri="{FF2B5EF4-FFF2-40B4-BE49-F238E27FC236}">
                <a16:creationId xmlns:a16="http://schemas.microsoft.com/office/drawing/2014/main" id="{442165D5-BDBA-0FB4-8BDC-D66F83502E95}"/>
              </a:ext>
            </a:extLst>
          </p:cNvPr>
          <p:cNvGrpSpPr/>
          <p:nvPr/>
        </p:nvGrpSpPr>
        <p:grpSpPr>
          <a:xfrm flipH="1">
            <a:off x="7127304" y="3591386"/>
            <a:ext cx="1823591" cy="1453514"/>
            <a:chOff x="8222575" y="3882950"/>
            <a:chExt cx="2306300" cy="1838263"/>
          </a:xfrm>
        </p:grpSpPr>
        <p:sp>
          <p:nvSpPr>
            <p:cNvPr id="7233" name="Google Shape;7233;p34">
              <a:extLst>
                <a:ext uri="{FF2B5EF4-FFF2-40B4-BE49-F238E27FC236}">
                  <a16:creationId xmlns:a16="http://schemas.microsoft.com/office/drawing/2014/main" id="{C75D628A-1C05-19B0-BC4E-A796F0D5D7A9}"/>
                </a:ext>
              </a:extLst>
            </p:cNvPr>
            <p:cNvSpPr/>
            <p:nvPr/>
          </p:nvSpPr>
          <p:spPr>
            <a:xfrm>
              <a:off x="8266575" y="5442513"/>
              <a:ext cx="2262300" cy="2787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34">
              <a:extLst>
                <a:ext uri="{FF2B5EF4-FFF2-40B4-BE49-F238E27FC236}">
                  <a16:creationId xmlns:a16="http://schemas.microsoft.com/office/drawing/2014/main" id="{0F5BD4C3-30E7-F011-A2C7-A93B9D6FFAD2}"/>
                </a:ext>
              </a:extLst>
            </p:cNvPr>
            <p:cNvSpPr/>
            <p:nvPr/>
          </p:nvSpPr>
          <p:spPr>
            <a:xfrm>
              <a:off x="8364975" y="5252175"/>
              <a:ext cx="1865075" cy="312875"/>
            </a:xfrm>
            <a:custGeom>
              <a:avLst/>
              <a:gdLst/>
              <a:ahLst/>
              <a:cxnLst/>
              <a:rect l="l" t="t" r="r" b="b"/>
              <a:pathLst>
                <a:path w="74603" h="12515" extrusionOk="0">
                  <a:moveTo>
                    <a:pt x="71514" y="0"/>
                  </a:moveTo>
                  <a:lnTo>
                    <a:pt x="71274" y="41"/>
                  </a:lnTo>
                  <a:lnTo>
                    <a:pt x="71033" y="121"/>
                  </a:lnTo>
                  <a:lnTo>
                    <a:pt x="70813" y="221"/>
                  </a:lnTo>
                  <a:lnTo>
                    <a:pt x="69449" y="903"/>
                  </a:lnTo>
                  <a:lnTo>
                    <a:pt x="68085" y="1545"/>
                  </a:lnTo>
                  <a:lnTo>
                    <a:pt x="66701" y="2126"/>
                  </a:lnTo>
                  <a:lnTo>
                    <a:pt x="65298" y="2688"/>
                  </a:lnTo>
                  <a:lnTo>
                    <a:pt x="66120" y="4533"/>
                  </a:lnTo>
                  <a:lnTo>
                    <a:pt x="66862" y="6217"/>
                  </a:lnTo>
                  <a:lnTo>
                    <a:pt x="67744" y="5796"/>
                  </a:lnTo>
                  <a:lnTo>
                    <a:pt x="68587" y="5415"/>
                  </a:lnTo>
                  <a:lnTo>
                    <a:pt x="69369" y="5014"/>
                  </a:lnTo>
                  <a:lnTo>
                    <a:pt x="70111" y="4653"/>
                  </a:lnTo>
                  <a:lnTo>
                    <a:pt x="71434" y="3951"/>
                  </a:lnTo>
                  <a:lnTo>
                    <a:pt x="72537" y="3309"/>
                  </a:lnTo>
                  <a:lnTo>
                    <a:pt x="73400" y="2768"/>
                  </a:lnTo>
                  <a:lnTo>
                    <a:pt x="74041" y="2347"/>
                  </a:lnTo>
                  <a:lnTo>
                    <a:pt x="74442" y="2026"/>
                  </a:lnTo>
                  <a:lnTo>
                    <a:pt x="74563" y="1926"/>
                  </a:lnTo>
                  <a:lnTo>
                    <a:pt x="74603" y="1865"/>
                  </a:lnTo>
                  <a:lnTo>
                    <a:pt x="74603" y="1825"/>
                  </a:lnTo>
                  <a:lnTo>
                    <a:pt x="74583" y="1725"/>
                  </a:lnTo>
                  <a:lnTo>
                    <a:pt x="74543" y="1605"/>
                  </a:lnTo>
                  <a:lnTo>
                    <a:pt x="74463" y="1464"/>
                  </a:lnTo>
                  <a:lnTo>
                    <a:pt x="74362" y="1324"/>
                  </a:lnTo>
                  <a:lnTo>
                    <a:pt x="74222" y="1184"/>
                  </a:lnTo>
                  <a:lnTo>
                    <a:pt x="74081" y="1023"/>
                  </a:lnTo>
                  <a:lnTo>
                    <a:pt x="73901" y="863"/>
                  </a:lnTo>
                  <a:lnTo>
                    <a:pt x="73700" y="722"/>
                  </a:lnTo>
                  <a:lnTo>
                    <a:pt x="73500" y="582"/>
                  </a:lnTo>
                  <a:lnTo>
                    <a:pt x="73279" y="442"/>
                  </a:lnTo>
                  <a:lnTo>
                    <a:pt x="73039" y="321"/>
                  </a:lnTo>
                  <a:lnTo>
                    <a:pt x="72798" y="221"/>
                  </a:lnTo>
                  <a:lnTo>
                    <a:pt x="72537" y="121"/>
                  </a:lnTo>
                  <a:lnTo>
                    <a:pt x="72277" y="61"/>
                  </a:lnTo>
                  <a:lnTo>
                    <a:pt x="72016" y="20"/>
                  </a:lnTo>
                  <a:lnTo>
                    <a:pt x="71755" y="0"/>
                  </a:lnTo>
                  <a:close/>
                  <a:moveTo>
                    <a:pt x="2848" y="0"/>
                  </a:moveTo>
                  <a:lnTo>
                    <a:pt x="2587" y="20"/>
                  </a:lnTo>
                  <a:lnTo>
                    <a:pt x="2327" y="61"/>
                  </a:lnTo>
                  <a:lnTo>
                    <a:pt x="2066" y="121"/>
                  </a:lnTo>
                  <a:lnTo>
                    <a:pt x="1805" y="201"/>
                  </a:lnTo>
                  <a:lnTo>
                    <a:pt x="1564" y="321"/>
                  </a:lnTo>
                  <a:lnTo>
                    <a:pt x="1324" y="442"/>
                  </a:lnTo>
                  <a:lnTo>
                    <a:pt x="1103" y="582"/>
                  </a:lnTo>
                  <a:lnTo>
                    <a:pt x="903" y="722"/>
                  </a:lnTo>
                  <a:lnTo>
                    <a:pt x="702" y="863"/>
                  </a:lnTo>
                  <a:lnTo>
                    <a:pt x="522" y="1023"/>
                  </a:lnTo>
                  <a:lnTo>
                    <a:pt x="381" y="1164"/>
                  </a:lnTo>
                  <a:lnTo>
                    <a:pt x="241" y="1324"/>
                  </a:lnTo>
                  <a:lnTo>
                    <a:pt x="141" y="1464"/>
                  </a:lnTo>
                  <a:lnTo>
                    <a:pt x="60" y="1585"/>
                  </a:lnTo>
                  <a:lnTo>
                    <a:pt x="20" y="1705"/>
                  </a:lnTo>
                  <a:lnTo>
                    <a:pt x="0" y="1805"/>
                  </a:lnTo>
                  <a:lnTo>
                    <a:pt x="0" y="1865"/>
                  </a:lnTo>
                  <a:lnTo>
                    <a:pt x="40" y="1906"/>
                  </a:lnTo>
                  <a:lnTo>
                    <a:pt x="121" y="1986"/>
                  </a:lnTo>
                  <a:lnTo>
                    <a:pt x="381" y="2206"/>
                  </a:lnTo>
                  <a:lnTo>
                    <a:pt x="822" y="2527"/>
                  </a:lnTo>
                  <a:lnTo>
                    <a:pt x="1424" y="2908"/>
                  </a:lnTo>
                  <a:lnTo>
                    <a:pt x="2166" y="3370"/>
                  </a:lnTo>
                  <a:lnTo>
                    <a:pt x="3069" y="3891"/>
                  </a:lnTo>
                  <a:lnTo>
                    <a:pt x="4131" y="4453"/>
                  </a:lnTo>
                  <a:lnTo>
                    <a:pt x="5315" y="5074"/>
                  </a:lnTo>
                  <a:lnTo>
                    <a:pt x="6638" y="5716"/>
                  </a:lnTo>
                  <a:lnTo>
                    <a:pt x="8102" y="6358"/>
                  </a:lnTo>
                  <a:lnTo>
                    <a:pt x="9687" y="7040"/>
                  </a:lnTo>
                  <a:lnTo>
                    <a:pt x="10529" y="7380"/>
                  </a:lnTo>
                  <a:lnTo>
                    <a:pt x="11411" y="7721"/>
                  </a:lnTo>
                  <a:lnTo>
                    <a:pt x="12314" y="8042"/>
                  </a:lnTo>
                  <a:lnTo>
                    <a:pt x="13236" y="8383"/>
                  </a:lnTo>
                  <a:lnTo>
                    <a:pt x="14199" y="8704"/>
                  </a:lnTo>
                  <a:lnTo>
                    <a:pt x="15202" y="9025"/>
                  </a:lnTo>
                  <a:lnTo>
                    <a:pt x="16204" y="9346"/>
                  </a:lnTo>
                  <a:lnTo>
                    <a:pt x="17247" y="9647"/>
                  </a:lnTo>
                  <a:lnTo>
                    <a:pt x="18310" y="9947"/>
                  </a:lnTo>
                  <a:lnTo>
                    <a:pt x="19413" y="10248"/>
                  </a:lnTo>
                  <a:lnTo>
                    <a:pt x="19373" y="10128"/>
                  </a:lnTo>
                  <a:lnTo>
                    <a:pt x="19333" y="10008"/>
                  </a:lnTo>
                  <a:lnTo>
                    <a:pt x="19333" y="9988"/>
                  </a:lnTo>
                  <a:lnTo>
                    <a:pt x="19373" y="9827"/>
                  </a:lnTo>
                  <a:lnTo>
                    <a:pt x="19453" y="9546"/>
                  </a:lnTo>
                  <a:lnTo>
                    <a:pt x="19774" y="8704"/>
                  </a:lnTo>
                  <a:lnTo>
                    <a:pt x="20255" y="7501"/>
                  </a:lnTo>
                  <a:lnTo>
                    <a:pt x="20877" y="6037"/>
                  </a:lnTo>
                  <a:lnTo>
                    <a:pt x="19894" y="5836"/>
                  </a:lnTo>
                  <a:lnTo>
                    <a:pt x="18912" y="5616"/>
                  </a:lnTo>
                  <a:lnTo>
                    <a:pt x="17929" y="5375"/>
                  </a:lnTo>
                  <a:lnTo>
                    <a:pt x="16926" y="5134"/>
                  </a:lnTo>
                  <a:lnTo>
                    <a:pt x="15643" y="4793"/>
                  </a:lnTo>
                  <a:lnTo>
                    <a:pt x="15061" y="5535"/>
                  </a:lnTo>
                  <a:lnTo>
                    <a:pt x="14600" y="6097"/>
                  </a:lnTo>
                  <a:lnTo>
                    <a:pt x="14259" y="6498"/>
                  </a:lnTo>
                  <a:lnTo>
                    <a:pt x="14159" y="6598"/>
                  </a:lnTo>
                  <a:lnTo>
                    <a:pt x="14078" y="6659"/>
                  </a:lnTo>
                  <a:lnTo>
                    <a:pt x="13898" y="6739"/>
                  </a:lnTo>
                  <a:lnTo>
                    <a:pt x="13717" y="6799"/>
                  </a:lnTo>
                  <a:lnTo>
                    <a:pt x="13557" y="6819"/>
                  </a:lnTo>
                  <a:lnTo>
                    <a:pt x="13377" y="6839"/>
                  </a:lnTo>
                  <a:lnTo>
                    <a:pt x="13156" y="6819"/>
                  </a:lnTo>
                  <a:lnTo>
                    <a:pt x="12955" y="6759"/>
                  </a:lnTo>
                  <a:lnTo>
                    <a:pt x="12755" y="6699"/>
                  </a:lnTo>
                  <a:lnTo>
                    <a:pt x="12574" y="6598"/>
                  </a:lnTo>
                  <a:lnTo>
                    <a:pt x="12434" y="6458"/>
                  </a:lnTo>
                  <a:lnTo>
                    <a:pt x="12294" y="6318"/>
                  </a:lnTo>
                  <a:lnTo>
                    <a:pt x="12213" y="6157"/>
                  </a:lnTo>
                  <a:lnTo>
                    <a:pt x="12153" y="5977"/>
                  </a:lnTo>
                  <a:lnTo>
                    <a:pt x="12153" y="5957"/>
                  </a:lnTo>
                  <a:lnTo>
                    <a:pt x="12173" y="5856"/>
                  </a:lnTo>
                  <a:lnTo>
                    <a:pt x="12193" y="5716"/>
                  </a:lnTo>
                  <a:lnTo>
                    <a:pt x="12354" y="5295"/>
                  </a:lnTo>
                  <a:lnTo>
                    <a:pt x="12574" y="4693"/>
                  </a:lnTo>
                  <a:lnTo>
                    <a:pt x="12875" y="3951"/>
                  </a:lnTo>
                  <a:lnTo>
                    <a:pt x="11732" y="3570"/>
                  </a:lnTo>
                  <a:lnTo>
                    <a:pt x="10589" y="3169"/>
                  </a:lnTo>
                  <a:lnTo>
                    <a:pt x="9426" y="2748"/>
                  </a:lnTo>
                  <a:lnTo>
                    <a:pt x="8283" y="2287"/>
                  </a:lnTo>
                  <a:lnTo>
                    <a:pt x="7160" y="1805"/>
                  </a:lnTo>
                  <a:lnTo>
                    <a:pt x="6017" y="1304"/>
                  </a:lnTo>
                  <a:lnTo>
                    <a:pt x="4893" y="783"/>
                  </a:lnTo>
                  <a:lnTo>
                    <a:pt x="3791" y="221"/>
                  </a:lnTo>
                  <a:lnTo>
                    <a:pt x="3550" y="121"/>
                  </a:lnTo>
                  <a:lnTo>
                    <a:pt x="3329" y="41"/>
                  </a:lnTo>
                  <a:lnTo>
                    <a:pt x="3089" y="0"/>
                  </a:lnTo>
                  <a:close/>
                  <a:moveTo>
                    <a:pt x="61106" y="4152"/>
                  </a:moveTo>
                  <a:lnTo>
                    <a:pt x="60103" y="4453"/>
                  </a:lnTo>
                  <a:lnTo>
                    <a:pt x="59101" y="4753"/>
                  </a:lnTo>
                  <a:lnTo>
                    <a:pt x="58098" y="5014"/>
                  </a:lnTo>
                  <a:lnTo>
                    <a:pt x="57115" y="5275"/>
                  </a:lnTo>
                  <a:lnTo>
                    <a:pt x="57396" y="5977"/>
                  </a:lnTo>
                  <a:lnTo>
                    <a:pt x="57617" y="6538"/>
                  </a:lnTo>
                  <a:lnTo>
                    <a:pt x="57737" y="6939"/>
                  </a:lnTo>
                  <a:lnTo>
                    <a:pt x="57777" y="7060"/>
                  </a:lnTo>
                  <a:lnTo>
                    <a:pt x="57797" y="7160"/>
                  </a:lnTo>
                  <a:lnTo>
                    <a:pt x="57797" y="7180"/>
                  </a:lnTo>
                  <a:lnTo>
                    <a:pt x="57737" y="7360"/>
                  </a:lnTo>
                  <a:lnTo>
                    <a:pt x="57637" y="7521"/>
                  </a:lnTo>
                  <a:lnTo>
                    <a:pt x="57516" y="7661"/>
                  </a:lnTo>
                  <a:lnTo>
                    <a:pt x="57356" y="7782"/>
                  </a:lnTo>
                  <a:lnTo>
                    <a:pt x="57196" y="7882"/>
                  </a:lnTo>
                  <a:lnTo>
                    <a:pt x="56995" y="7962"/>
                  </a:lnTo>
                  <a:lnTo>
                    <a:pt x="56774" y="8002"/>
                  </a:lnTo>
                  <a:lnTo>
                    <a:pt x="56574" y="8022"/>
                  </a:lnTo>
                  <a:lnTo>
                    <a:pt x="56393" y="8022"/>
                  </a:lnTo>
                  <a:lnTo>
                    <a:pt x="56213" y="7982"/>
                  </a:lnTo>
                  <a:lnTo>
                    <a:pt x="56052" y="7942"/>
                  </a:lnTo>
                  <a:lnTo>
                    <a:pt x="55872" y="7862"/>
                  </a:lnTo>
                  <a:lnTo>
                    <a:pt x="55792" y="7802"/>
                  </a:lnTo>
                  <a:lnTo>
                    <a:pt x="55671" y="7681"/>
                  </a:lnTo>
                  <a:lnTo>
                    <a:pt x="55331" y="7280"/>
                  </a:lnTo>
                  <a:lnTo>
                    <a:pt x="54849" y="6699"/>
                  </a:lnTo>
                  <a:lnTo>
                    <a:pt x="54268" y="5937"/>
                  </a:lnTo>
                  <a:lnTo>
                    <a:pt x="52924" y="6197"/>
                  </a:lnTo>
                  <a:lnTo>
                    <a:pt x="51600" y="6458"/>
                  </a:lnTo>
                  <a:lnTo>
                    <a:pt x="50297" y="6679"/>
                  </a:lnTo>
                  <a:lnTo>
                    <a:pt x="49033" y="6859"/>
                  </a:lnTo>
                  <a:lnTo>
                    <a:pt x="47810" y="7040"/>
                  </a:lnTo>
                  <a:lnTo>
                    <a:pt x="46607" y="7200"/>
                  </a:lnTo>
                  <a:lnTo>
                    <a:pt x="45444" y="7320"/>
                  </a:lnTo>
                  <a:lnTo>
                    <a:pt x="44341" y="7441"/>
                  </a:lnTo>
                  <a:lnTo>
                    <a:pt x="43258" y="7521"/>
                  </a:lnTo>
                  <a:lnTo>
                    <a:pt x="42235" y="7601"/>
                  </a:lnTo>
                  <a:lnTo>
                    <a:pt x="40350" y="7721"/>
                  </a:lnTo>
                  <a:lnTo>
                    <a:pt x="38705" y="7782"/>
                  </a:lnTo>
                  <a:lnTo>
                    <a:pt x="37302" y="7802"/>
                  </a:lnTo>
                  <a:lnTo>
                    <a:pt x="36219" y="7782"/>
                  </a:lnTo>
                  <a:lnTo>
                    <a:pt x="34955" y="7741"/>
                  </a:lnTo>
                  <a:lnTo>
                    <a:pt x="33551" y="7681"/>
                  </a:lnTo>
                  <a:lnTo>
                    <a:pt x="32007" y="7581"/>
                  </a:lnTo>
                  <a:lnTo>
                    <a:pt x="30323" y="7441"/>
                  </a:lnTo>
                  <a:lnTo>
                    <a:pt x="28538" y="7260"/>
                  </a:lnTo>
                  <a:lnTo>
                    <a:pt x="26653" y="7020"/>
                  </a:lnTo>
                  <a:lnTo>
                    <a:pt x="24667" y="6739"/>
                  </a:lnTo>
                  <a:lnTo>
                    <a:pt x="23544" y="8223"/>
                  </a:lnTo>
                  <a:lnTo>
                    <a:pt x="22622" y="9446"/>
                  </a:lnTo>
                  <a:lnTo>
                    <a:pt x="21920" y="10308"/>
                  </a:lnTo>
                  <a:lnTo>
                    <a:pt x="21679" y="10589"/>
                  </a:lnTo>
                  <a:lnTo>
                    <a:pt x="21499" y="10750"/>
                  </a:lnTo>
                  <a:lnTo>
                    <a:pt x="23304" y="11131"/>
                  </a:lnTo>
                  <a:lnTo>
                    <a:pt x="24226" y="11291"/>
                  </a:lnTo>
                  <a:lnTo>
                    <a:pt x="25149" y="11472"/>
                  </a:lnTo>
                  <a:lnTo>
                    <a:pt x="26091" y="11612"/>
                  </a:lnTo>
                  <a:lnTo>
                    <a:pt x="27054" y="11772"/>
                  </a:lnTo>
                  <a:lnTo>
                    <a:pt x="28036" y="11893"/>
                  </a:lnTo>
                  <a:lnTo>
                    <a:pt x="29019" y="12033"/>
                  </a:lnTo>
                  <a:lnTo>
                    <a:pt x="30002" y="12133"/>
                  </a:lnTo>
                  <a:lnTo>
                    <a:pt x="31024" y="12234"/>
                  </a:lnTo>
                  <a:lnTo>
                    <a:pt x="32027" y="12314"/>
                  </a:lnTo>
                  <a:lnTo>
                    <a:pt x="33070" y="12394"/>
                  </a:lnTo>
                  <a:lnTo>
                    <a:pt x="34113" y="12434"/>
                  </a:lnTo>
                  <a:lnTo>
                    <a:pt x="35156" y="12474"/>
                  </a:lnTo>
                  <a:lnTo>
                    <a:pt x="36219" y="12514"/>
                  </a:lnTo>
                  <a:lnTo>
                    <a:pt x="38284" y="12514"/>
                  </a:lnTo>
                  <a:lnTo>
                    <a:pt x="39267" y="12494"/>
                  </a:lnTo>
                  <a:lnTo>
                    <a:pt x="40250" y="12454"/>
                  </a:lnTo>
                  <a:lnTo>
                    <a:pt x="41212" y="12414"/>
                  </a:lnTo>
                  <a:lnTo>
                    <a:pt x="42155" y="12354"/>
                  </a:lnTo>
                  <a:lnTo>
                    <a:pt x="43097" y="12274"/>
                  </a:lnTo>
                  <a:lnTo>
                    <a:pt x="44040" y="12194"/>
                  </a:lnTo>
                  <a:lnTo>
                    <a:pt x="44962" y="12093"/>
                  </a:lnTo>
                  <a:lnTo>
                    <a:pt x="46767" y="11873"/>
                  </a:lnTo>
                  <a:lnTo>
                    <a:pt x="48552" y="11612"/>
                  </a:lnTo>
                  <a:lnTo>
                    <a:pt x="50277" y="11311"/>
                  </a:lnTo>
                  <a:lnTo>
                    <a:pt x="51961" y="10990"/>
                  </a:lnTo>
                  <a:lnTo>
                    <a:pt x="53606" y="10629"/>
                  </a:lnTo>
                  <a:lnTo>
                    <a:pt x="55190" y="10248"/>
                  </a:lnTo>
                  <a:lnTo>
                    <a:pt x="56714" y="9827"/>
                  </a:lnTo>
                  <a:lnTo>
                    <a:pt x="58198" y="9406"/>
                  </a:lnTo>
                  <a:lnTo>
                    <a:pt x="59642" y="8965"/>
                  </a:lnTo>
                  <a:lnTo>
                    <a:pt x="61026" y="8504"/>
                  </a:lnTo>
                  <a:lnTo>
                    <a:pt x="62330" y="8022"/>
                  </a:lnTo>
                  <a:lnTo>
                    <a:pt x="63593" y="7561"/>
                  </a:lnTo>
                  <a:lnTo>
                    <a:pt x="62410" y="5957"/>
                  </a:lnTo>
                  <a:lnTo>
                    <a:pt x="61106" y="415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34">
              <a:extLst>
                <a:ext uri="{FF2B5EF4-FFF2-40B4-BE49-F238E27FC236}">
                  <a16:creationId xmlns:a16="http://schemas.microsoft.com/office/drawing/2014/main" id="{2543457A-A4FE-FD36-081C-2CBA528D1144}"/>
                </a:ext>
              </a:extLst>
            </p:cNvPr>
            <p:cNvSpPr/>
            <p:nvPr/>
          </p:nvSpPr>
          <p:spPr>
            <a:xfrm>
              <a:off x="9935725" y="4378800"/>
              <a:ext cx="500900" cy="650300"/>
            </a:xfrm>
            <a:custGeom>
              <a:avLst/>
              <a:gdLst/>
              <a:ahLst/>
              <a:cxnLst/>
              <a:rect l="l" t="t" r="r" b="b"/>
              <a:pathLst>
                <a:path w="20036" h="26012" extrusionOk="0">
                  <a:moveTo>
                    <a:pt x="7682" y="0"/>
                  </a:moveTo>
                  <a:lnTo>
                    <a:pt x="7241" y="20"/>
                  </a:lnTo>
                  <a:lnTo>
                    <a:pt x="6799" y="61"/>
                  </a:lnTo>
                  <a:lnTo>
                    <a:pt x="6358" y="121"/>
                  </a:lnTo>
                  <a:lnTo>
                    <a:pt x="5917" y="221"/>
                  </a:lnTo>
                  <a:lnTo>
                    <a:pt x="5476" y="321"/>
                  </a:lnTo>
                  <a:lnTo>
                    <a:pt x="5055" y="442"/>
                  </a:lnTo>
                  <a:lnTo>
                    <a:pt x="4633" y="602"/>
                  </a:lnTo>
                  <a:lnTo>
                    <a:pt x="4212" y="762"/>
                  </a:lnTo>
                  <a:lnTo>
                    <a:pt x="3811" y="943"/>
                  </a:lnTo>
                  <a:lnTo>
                    <a:pt x="3410" y="1164"/>
                  </a:lnTo>
                  <a:lnTo>
                    <a:pt x="3009" y="1384"/>
                  </a:lnTo>
                  <a:lnTo>
                    <a:pt x="2628" y="1645"/>
                  </a:lnTo>
                  <a:lnTo>
                    <a:pt x="2267" y="1906"/>
                  </a:lnTo>
                  <a:lnTo>
                    <a:pt x="1906" y="2186"/>
                  </a:lnTo>
                  <a:lnTo>
                    <a:pt x="1565" y="2507"/>
                  </a:lnTo>
                  <a:lnTo>
                    <a:pt x="1224" y="2828"/>
                  </a:lnTo>
                  <a:lnTo>
                    <a:pt x="923" y="3169"/>
                  </a:lnTo>
                  <a:lnTo>
                    <a:pt x="623" y="3530"/>
                  </a:lnTo>
                  <a:lnTo>
                    <a:pt x="342" y="3911"/>
                  </a:lnTo>
                  <a:lnTo>
                    <a:pt x="262" y="3911"/>
                  </a:lnTo>
                  <a:lnTo>
                    <a:pt x="201" y="3931"/>
                  </a:lnTo>
                  <a:lnTo>
                    <a:pt x="141" y="3951"/>
                  </a:lnTo>
                  <a:lnTo>
                    <a:pt x="81" y="3991"/>
                  </a:lnTo>
                  <a:lnTo>
                    <a:pt x="41" y="4031"/>
                  </a:lnTo>
                  <a:lnTo>
                    <a:pt x="1" y="4092"/>
                  </a:lnTo>
                  <a:lnTo>
                    <a:pt x="1" y="4172"/>
                  </a:lnTo>
                  <a:lnTo>
                    <a:pt x="1" y="4252"/>
                  </a:lnTo>
                  <a:lnTo>
                    <a:pt x="1" y="4292"/>
                  </a:lnTo>
                  <a:lnTo>
                    <a:pt x="101" y="4533"/>
                  </a:lnTo>
                  <a:lnTo>
                    <a:pt x="181" y="4733"/>
                  </a:lnTo>
                  <a:lnTo>
                    <a:pt x="282" y="4994"/>
                  </a:lnTo>
                  <a:lnTo>
                    <a:pt x="422" y="5255"/>
                  </a:lnTo>
                  <a:lnTo>
                    <a:pt x="582" y="5495"/>
                  </a:lnTo>
                  <a:lnTo>
                    <a:pt x="743" y="5736"/>
                  </a:lnTo>
                  <a:lnTo>
                    <a:pt x="863" y="5856"/>
                  </a:lnTo>
                  <a:lnTo>
                    <a:pt x="1004" y="5957"/>
                  </a:lnTo>
                  <a:lnTo>
                    <a:pt x="1104" y="6037"/>
                  </a:lnTo>
                  <a:lnTo>
                    <a:pt x="1244" y="6077"/>
                  </a:lnTo>
                  <a:lnTo>
                    <a:pt x="1365" y="6117"/>
                  </a:lnTo>
                  <a:lnTo>
                    <a:pt x="1505" y="6137"/>
                  </a:lnTo>
                  <a:lnTo>
                    <a:pt x="1685" y="6137"/>
                  </a:lnTo>
                  <a:lnTo>
                    <a:pt x="1866" y="6077"/>
                  </a:lnTo>
                  <a:lnTo>
                    <a:pt x="2046" y="5997"/>
                  </a:lnTo>
                  <a:lnTo>
                    <a:pt x="2227" y="5916"/>
                  </a:lnTo>
                  <a:lnTo>
                    <a:pt x="2588" y="5696"/>
                  </a:lnTo>
                  <a:lnTo>
                    <a:pt x="2909" y="5515"/>
                  </a:lnTo>
                  <a:lnTo>
                    <a:pt x="3410" y="5275"/>
                  </a:lnTo>
                  <a:lnTo>
                    <a:pt x="3912" y="5094"/>
                  </a:lnTo>
                  <a:lnTo>
                    <a:pt x="4172" y="4994"/>
                  </a:lnTo>
                  <a:lnTo>
                    <a:pt x="4433" y="4934"/>
                  </a:lnTo>
                  <a:lnTo>
                    <a:pt x="4714" y="4874"/>
                  </a:lnTo>
                  <a:lnTo>
                    <a:pt x="4974" y="4813"/>
                  </a:lnTo>
                  <a:lnTo>
                    <a:pt x="5315" y="4793"/>
                  </a:lnTo>
                  <a:lnTo>
                    <a:pt x="5636" y="4773"/>
                  </a:lnTo>
                  <a:lnTo>
                    <a:pt x="5937" y="4793"/>
                  </a:lnTo>
                  <a:lnTo>
                    <a:pt x="6218" y="4834"/>
                  </a:lnTo>
                  <a:lnTo>
                    <a:pt x="6499" y="4894"/>
                  </a:lnTo>
                  <a:lnTo>
                    <a:pt x="6759" y="4974"/>
                  </a:lnTo>
                  <a:lnTo>
                    <a:pt x="7000" y="5074"/>
                  </a:lnTo>
                  <a:lnTo>
                    <a:pt x="7241" y="5195"/>
                  </a:lnTo>
                  <a:lnTo>
                    <a:pt x="7461" y="5335"/>
                  </a:lnTo>
                  <a:lnTo>
                    <a:pt x="7662" y="5475"/>
                  </a:lnTo>
                  <a:lnTo>
                    <a:pt x="7862" y="5656"/>
                  </a:lnTo>
                  <a:lnTo>
                    <a:pt x="8043" y="5836"/>
                  </a:lnTo>
                  <a:lnTo>
                    <a:pt x="8223" y="6037"/>
                  </a:lnTo>
                  <a:lnTo>
                    <a:pt x="8384" y="6237"/>
                  </a:lnTo>
                  <a:lnTo>
                    <a:pt x="8524" y="6478"/>
                  </a:lnTo>
                  <a:lnTo>
                    <a:pt x="8664" y="6699"/>
                  </a:lnTo>
                  <a:lnTo>
                    <a:pt x="8785" y="6939"/>
                  </a:lnTo>
                  <a:lnTo>
                    <a:pt x="8905" y="7200"/>
                  </a:lnTo>
                  <a:lnTo>
                    <a:pt x="9106" y="7721"/>
                  </a:lnTo>
                  <a:lnTo>
                    <a:pt x="9286" y="8263"/>
                  </a:lnTo>
                  <a:lnTo>
                    <a:pt x="9427" y="8824"/>
                  </a:lnTo>
                  <a:lnTo>
                    <a:pt x="9527" y="9406"/>
                  </a:lnTo>
                  <a:lnTo>
                    <a:pt x="9607" y="9967"/>
                  </a:lnTo>
                  <a:lnTo>
                    <a:pt x="9667" y="10529"/>
                  </a:lnTo>
                  <a:lnTo>
                    <a:pt x="9707" y="11050"/>
                  </a:lnTo>
                  <a:lnTo>
                    <a:pt x="9707" y="11612"/>
                  </a:lnTo>
                  <a:lnTo>
                    <a:pt x="9727" y="12194"/>
                  </a:lnTo>
                  <a:lnTo>
                    <a:pt x="9687" y="13337"/>
                  </a:lnTo>
                  <a:lnTo>
                    <a:pt x="9627" y="14520"/>
                  </a:lnTo>
                  <a:lnTo>
                    <a:pt x="9527" y="15703"/>
                  </a:lnTo>
                  <a:lnTo>
                    <a:pt x="9427" y="16886"/>
                  </a:lnTo>
                  <a:lnTo>
                    <a:pt x="9346" y="18110"/>
                  </a:lnTo>
                  <a:lnTo>
                    <a:pt x="9286" y="19353"/>
                  </a:lnTo>
                  <a:lnTo>
                    <a:pt x="9266" y="19975"/>
                  </a:lnTo>
                  <a:lnTo>
                    <a:pt x="9266" y="20596"/>
                  </a:lnTo>
                  <a:lnTo>
                    <a:pt x="9286" y="21058"/>
                  </a:lnTo>
                  <a:lnTo>
                    <a:pt x="9346" y="21499"/>
                  </a:lnTo>
                  <a:lnTo>
                    <a:pt x="9447" y="21920"/>
                  </a:lnTo>
                  <a:lnTo>
                    <a:pt x="9567" y="22321"/>
                  </a:lnTo>
                  <a:lnTo>
                    <a:pt x="9727" y="22722"/>
                  </a:lnTo>
                  <a:lnTo>
                    <a:pt x="9928" y="23103"/>
                  </a:lnTo>
                  <a:lnTo>
                    <a:pt x="10128" y="23464"/>
                  </a:lnTo>
                  <a:lnTo>
                    <a:pt x="10369" y="23805"/>
                  </a:lnTo>
                  <a:lnTo>
                    <a:pt x="10630" y="24126"/>
                  </a:lnTo>
                  <a:lnTo>
                    <a:pt x="10931" y="24407"/>
                  </a:lnTo>
                  <a:lnTo>
                    <a:pt x="11231" y="24688"/>
                  </a:lnTo>
                  <a:lnTo>
                    <a:pt x="11552" y="24948"/>
                  </a:lnTo>
                  <a:lnTo>
                    <a:pt x="11893" y="25169"/>
                  </a:lnTo>
                  <a:lnTo>
                    <a:pt x="12254" y="25369"/>
                  </a:lnTo>
                  <a:lnTo>
                    <a:pt x="12615" y="25550"/>
                  </a:lnTo>
                  <a:lnTo>
                    <a:pt x="12996" y="25710"/>
                  </a:lnTo>
                  <a:lnTo>
                    <a:pt x="13397" y="25831"/>
                  </a:lnTo>
                  <a:lnTo>
                    <a:pt x="13818" y="25931"/>
                  </a:lnTo>
                  <a:lnTo>
                    <a:pt x="14159" y="25991"/>
                  </a:lnTo>
                  <a:lnTo>
                    <a:pt x="14220" y="25991"/>
                  </a:lnTo>
                  <a:lnTo>
                    <a:pt x="14601" y="26011"/>
                  </a:lnTo>
                  <a:lnTo>
                    <a:pt x="14962" y="26011"/>
                  </a:lnTo>
                  <a:lnTo>
                    <a:pt x="15343" y="25991"/>
                  </a:lnTo>
                  <a:lnTo>
                    <a:pt x="15704" y="25931"/>
                  </a:lnTo>
                  <a:lnTo>
                    <a:pt x="16085" y="25851"/>
                  </a:lnTo>
                  <a:lnTo>
                    <a:pt x="16446" y="25730"/>
                  </a:lnTo>
                  <a:lnTo>
                    <a:pt x="16787" y="25590"/>
                  </a:lnTo>
                  <a:lnTo>
                    <a:pt x="17147" y="25409"/>
                  </a:lnTo>
                  <a:lnTo>
                    <a:pt x="17388" y="25269"/>
                  </a:lnTo>
                  <a:lnTo>
                    <a:pt x="17609" y="25129"/>
                  </a:lnTo>
                  <a:lnTo>
                    <a:pt x="17829" y="24968"/>
                  </a:lnTo>
                  <a:lnTo>
                    <a:pt x="18030" y="24788"/>
                  </a:lnTo>
                  <a:lnTo>
                    <a:pt x="18230" y="24587"/>
                  </a:lnTo>
                  <a:lnTo>
                    <a:pt x="18551" y="24266"/>
                  </a:lnTo>
                  <a:lnTo>
                    <a:pt x="18852" y="23905"/>
                  </a:lnTo>
                  <a:lnTo>
                    <a:pt x="19133" y="23484"/>
                  </a:lnTo>
                  <a:lnTo>
                    <a:pt x="19394" y="23043"/>
                  </a:lnTo>
                  <a:lnTo>
                    <a:pt x="19534" y="22762"/>
                  </a:lnTo>
                  <a:lnTo>
                    <a:pt x="19654" y="22421"/>
                  </a:lnTo>
                  <a:lnTo>
                    <a:pt x="19755" y="22020"/>
                  </a:lnTo>
                  <a:lnTo>
                    <a:pt x="19835" y="21579"/>
                  </a:lnTo>
                  <a:lnTo>
                    <a:pt x="19915" y="21078"/>
                  </a:lnTo>
                  <a:lnTo>
                    <a:pt x="19975" y="20536"/>
                  </a:lnTo>
                  <a:lnTo>
                    <a:pt x="20015" y="19955"/>
                  </a:lnTo>
                  <a:lnTo>
                    <a:pt x="20035" y="19333"/>
                  </a:lnTo>
                  <a:lnTo>
                    <a:pt x="20035" y="18671"/>
                  </a:lnTo>
                  <a:lnTo>
                    <a:pt x="20015" y="17989"/>
                  </a:lnTo>
                  <a:lnTo>
                    <a:pt x="19975" y="17287"/>
                  </a:lnTo>
                  <a:lnTo>
                    <a:pt x="19915" y="16545"/>
                  </a:lnTo>
                  <a:lnTo>
                    <a:pt x="19835" y="15783"/>
                  </a:lnTo>
                  <a:lnTo>
                    <a:pt x="19735" y="15001"/>
                  </a:lnTo>
                  <a:lnTo>
                    <a:pt x="19594" y="14219"/>
                  </a:lnTo>
                  <a:lnTo>
                    <a:pt x="19454" y="13417"/>
                  </a:lnTo>
                  <a:lnTo>
                    <a:pt x="19273" y="12595"/>
                  </a:lnTo>
                  <a:lnTo>
                    <a:pt x="19073" y="11792"/>
                  </a:lnTo>
                  <a:lnTo>
                    <a:pt x="18852" y="10970"/>
                  </a:lnTo>
                  <a:lnTo>
                    <a:pt x="18591" y="10148"/>
                  </a:lnTo>
                  <a:lnTo>
                    <a:pt x="18311" y="9346"/>
                  </a:lnTo>
                  <a:lnTo>
                    <a:pt x="18010" y="8544"/>
                  </a:lnTo>
                  <a:lnTo>
                    <a:pt x="17669" y="7761"/>
                  </a:lnTo>
                  <a:lnTo>
                    <a:pt x="17288" y="6999"/>
                  </a:lnTo>
                  <a:lnTo>
                    <a:pt x="16887" y="6237"/>
                  </a:lnTo>
                  <a:lnTo>
                    <a:pt x="16466" y="5515"/>
                  </a:lnTo>
                  <a:lnTo>
                    <a:pt x="16004" y="4813"/>
                  </a:lnTo>
                  <a:lnTo>
                    <a:pt x="15503" y="4132"/>
                  </a:lnTo>
                  <a:lnTo>
                    <a:pt x="15242" y="3811"/>
                  </a:lnTo>
                  <a:lnTo>
                    <a:pt x="14982" y="3490"/>
                  </a:lnTo>
                  <a:lnTo>
                    <a:pt x="14701" y="3169"/>
                  </a:lnTo>
                  <a:lnTo>
                    <a:pt x="14420" y="2868"/>
                  </a:lnTo>
                  <a:lnTo>
                    <a:pt x="14119" y="2587"/>
                  </a:lnTo>
                  <a:lnTo>
                    <a:pt x="13818" y="2307"/>
                  </a:lnTo>
                  <a:lnTo>
                    <a:pt x="13518" y="2046"/>
                  </a:lnTo>
                  <a:lnTo>
                    <a:pt x="13197" y="1785"/>
                  </a:lnTo>
                  <a:lnTo>
                    <a:pt x="12796" y="1504"/>
                  </a:lnTo>
                  <a:lnTo>
                    <a:pt x="12415" y="1244"/>
                  </a:lnTo>
                  <a:lnTo>
                    <a:pt x="12014" y="1023"/>
                  </a:lnTo>
                  <a:lnTo>
                    <a:pt x="11612" y="823"/>
                  </a:lnTo>
                  <a:lnTo>
                    <a:pt x="11191" y="622"/>
                  </a:lnTo>
                  <a:lnTo>
                    <a:pt x="10770" y="482"/>
                  </a:lnTo>
                  <a:lnTo>
                    <a:pt x="10329" y="341"/>
                  </a:lnTo>
                  <a:lnTo>
                    <a:pt x="9908" y="221"/>
                  </a:lnTo>
                  <a:lnTo>
                    <a:pt x="9467" y="141"/>
                  </a:lnTo>
                  <a:lnTo>
                    <a:pt x="9025" y="61"/>
                  </a:lnTo>
                  <a:lnTo>
                    <a:pt x="8584" y="20"/>
                  </a:lnTo>
                  <a:lnTo>
                    <a:pt x="81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34">
              <a:extLst>
                <a:ext uri="{FF2B5EF4-FFF2-40B4-BE49-F238E27FC236}">
                  <a16:creationId xmlns:a16="http://schemas.microsoft.com/office/drawing/2014/main" id="{CB317F34-B0E6-9ECF-EC80-2B300462DDC0}"/>
                </a:ext>
              </a:extLst>
            </p:cNvPr>
            <p:cNvSpPr/>
            <p:nvPr/>
          </p:nvSpPr>
          <p:spPr>
            <a:xfrm>
              <a:off x="9935725" y="4378800"/>
              <a:ext cx="500900" cy="650300"/>
            </a:xfrm>
            <a:custGeom>
              <a:avLst/>
              <a:gdLst/>
              <a:ahLst/>
              <a:cxnLst/>
              <a:rect l="l" t="t" r="r" b="b"/>
              <a:pathLst>
                <a:path w="20036" h="26012" fill="none" extrusionOk="0">
                  <a:moveTo>
                    <a:pt x="19394" y="23043"/>
                  </a:moveTo>
                  <a:lnTo>
                    <a:pt x="19394" y="23043"/>
                  </a:lnTo>
                  <a:lnTo>
                    <a:pt x="19133" y="23484"/>
                  </a:lnTo>
                  <a:lnTo>
                    <a:pt x="18852" y="23905"/>
                  </a:lnTo>
                  <a:lnTo>
                    <a:pt x="18551" y="24266"/>
                  </a:lnTo>
                  <a:lnTo>
                    <a:pt x="18230" y="24587"/>
                  </a:lnTo>
                  <a:lnTo>
                    <a:pt x="18230" y="24587"/>
                  </a:lnTo>
                  <a:lnTo>
                    <a:pt x="18030" y="24788"/>
                  </a:lnTo>
                  <a:lnTo>
                    <a:pt x="17829" y="24968"/>
                  </a:lnTo>
                  <a:lnTo>
                    <a:pt x="17609" y="25129"/>
                  </a:lnTo>
                  <a:lnTo>
                    <a:pt x="17388" y="25269"/>
                  </a:lnTo>
                  <a:lnTo>
                    <a:pt x="17388" y="25269"/>
                  </a:lnTo>
                  <a:lnTo>
                    <a:pt x="17147" y="25409"/>
                  </a:lnTo>
                  <a:lnTo>
                    <a:pt x="17147" y="25409"/>
                  </a:lnTo>
                  <a:lnTo>
                    <a:pt x="16787" y="25590"/>
                  </a:lnTo>
                  <a:lnTo>
                    <a:pt x="16446" y="25730"/>
                  </a:lnTo>
                  <a:lnTo>
                    <a:pt x="16085" y="25851"/>
                  </a:lnTo>
                  <a:lnTo>
                    <a:pt x="15704" y="25931"/>
                  </a:lnTo>
                  <a:lnTo>
                    <a:pt x="15343" y="25991"/>
                  </a:lnTo>
                  <a:lnTo>
                    <a:pt x="14962" y="26011"/>
                  </a:lnTo>
                  <a:lnTo>
                    <a:pt x="14601" y="26011"/>
                  </a:lnTo>
                  <a:lnTo>
                    <a:pt x="14220" y="25991"/>
                  </a:lnTo>
                  <a:lnTo>
                    <a:pt x="14220" y="25991"/>
                  </a:lnTo>
                  <a:lnTo>
                    <a:pt x="14179" y="25991"/>
                  </a:lnTo>
                  <a:lnTo>
                    <a:pt x="14159" y="25991"/>
                  </a:lnTo>
                  <a:lnTo>
                    <a:pt x="14159" y="25991"/>
                  </a:lnTo>
                  <a:lnTo>
                    <a:pt x="13818" y="25931"/>
                  </a:lnTo>
                  <a:lnTo>
                    <a:pt x="13818" y="25931"/>
                  </a:lnTo>
                  <a:lnTo>
                    <a:pt x="13818" y="25931"/>
                  </a:lnTo>
                  <a:lnTo>
                    <a:pt x="13397" y="25831"/>
                  </a:lnTo>
                  <a:lnTo>
                    <a:pt x="12996" y="25710"/>
                  </a:lnTo>
                  <a:lnTo>
                    <a:pt x="12996" y="25710"/>
                  </a:lnTo>
                  <a:lnTo>
                    <a:pt x="12615" y="25550"/>
                  </a:lnTo>
                  <a:lnTo>
                    <a:pt x="12254" y="25369"/>
                  </a:lnTo>
                  <a:lnTo>
                    <a:pt x="11893" y="25169"/>
                  </a:lnTo>
                  <a:lnTo>
                    <a:pt x="11552" y="24948"/>
                  </a:lnTo>
                  <a:lnTo>
                    <a:pt x="11231" y="24688"/>
                  </a:lnTo>
                  <a:lnTo>
                    <a:pt x="10931" y="24407"/>
                  </a:lnTo>
                  <a:lnTo>
                    <a:pt x="10630" y="24126"/>
                  </a:lnTo>
                  <a:lnTo>
                    <a:pt x="10369" y="23805"/>
                  </a:lnTo>
                  <a:lnTo>
                    <a:pt x="10128" y="23464"/>
                  </a:lnTo>
                  <a:lnTo>
                    <a:pt x="9928" y="23103"/>
                  </a:lnTo>
                  <a:lnTo>
                    <a:pt x="9727" y="22722"/>
                  </a:lnTo>
                  <a:lnTo>
                    <a:pt x="9567" y="22321"/>
                  </a:lnTo>
                  <a:lnTo>
                    <a:pt x="9447" y="21920"/>
                  </a:lnTo>
                  <a:lnTo>
                    <a:pt x="9346" y="21499"/>
                  </a:lnTo>
                  <a:lnTo>
                    <a:pt x="9286" y="21058"/>
                  </a:lnTo>
                  <a:lnTo>
                    <a:pt x="9266" y="20596"/>
                  </a:lnTo>
                  <a:lnTo>
                    <a:pt x="9266" y="20596"/>
                  </a:lnTo>
                  <a:lnTo>
                    <a:pt x="9266" y="19975"/>
                  </a:lnTo>
                  <a:lnTo>
                    <a:pt x="9286" y="19353"/>
                  </a:lnTo>
                  <a:lnTo>
                    <a:pt x="9346" y="18110"/>
                  </a:lnTo>
                  <a:lnTo>
                    <a:pt x="9427" y="16886"/>
                  </a:lnTo>
                  <a:lnTo>
                    <a:pt x="9527" y="15703"/>
                  </a:lnTo>
                  <a:lnTo>
                    <a:pt x="9627" y="14520"/>
                  </a:lnTo>
                  <a:lnTo>
                    <a:pt x="9687" y="13337"/>
                  </a:lnTo>
                  <a:lnTo>
                    <a:pt x="9727" y="12194"/>
                  </a:lnTo>
                  <a:lnTo>
                    <a:pt x="9707" y="11612"/>
                  </a:lnTo>
                  <a:lnTo>
                    <a:pt x="9707" y="11050"/>
                  </a:lnTo>
                  <a:lnTo>
                    <a:pt x="9707" y="11050"/>
                  </a:lnTo>
                  <a:lnTo>
                    <a:pt x="9667" y="10529"/>
                  </a:lnTo>
                  <a:lnTo>
                    <a:pt x="9607" y="9967"/>
                  </a:lnTo>
                  <a:lnTo>
                    <a:pt x="9527" y="9406"/>
                  </a:lnTo>
                  <a:lnTo>
                    <a:pt x="9427" y="8824"/>
                  </a:lnTo>
                  <a:lnTo>
                    <a:pt x="9286" y="8263"/>
                  </a:lnTo>
                  <a:lnTo>
                    <a:pt x="9106" y="7721"/>
                  </a:lnTo>
                  <a:lnTo>
                    <a:pt x="8905" y="7200"/>
                  </a:lnTo>
                  <a:lnTo>
                    <a:pt x="8785" y="6939"/>
                  </a:lnTo>
                  <a:lnTo>
                    <a:pt x="8664" y="6699"/>
                  </a:lnTo>
                  <a:lnTo>
                    <a:pt x="8524" y="6478"/>
                  </a:lnTo>
                  <a:lnTo>
                    <a:pt x="8384" y="6237"/>
                  </a:lnTo>
                  <a:lnTo>
                    <a:pt x="8223" y="6037"/>
                  </a:lnTo>
                  <a:lnTo>
                    <a:pt x="8043" y="5836"/>
                  </a:lnTo>
                  <a:lnTo>
                    <a:pt x="7862" y="5656"/>
                  </a:lnTo>
                  <a:lnTo>
                    <a:pt x="7662" y="5475"/>
                  </a:lnTo>
                  <a:lnTo>
                    <a:pt x="7461" y="5335"/>
                  </a:lnTo>
                  <a:lnTo>
                    <a:pt x="7241" y="5195"/>
                  </a:lnTo>
                  <a:lnTo>
                    <a:pt x="7000" y="5074"/>
                  </a:lnTo>
                  <a:lnTo>
                    <a:pt x="6759" y="4974"/>
                  </a:lnTo>
                  <a:lnTo>
                    <a:pt x="6499" y="4894"/>
                  </a:lnTo>
                  <a:lnTo>
                    <a:pt x="6218" y="4834"/>
                  </a:lnTo>
                  <a:lnTo>
                    <a:pt x="5937" y="4793"/>
                  </a:lnTo>
                  <a:lnTo>
                    <a:pt x="5636" y="4773"/>
                  </a:lnTo>
                  <a:lnTo>
                    <a:pt x="5315" y="4793"/>
                  </a:lnTo>
                  <a:lnTo>
                    <a:pt x="4974" y="4813"/>
                  </a:lnTo>
                  <a:lnTo>
                    <a:pt x="4974" y="4813"/>
                  </a:lnTo>
                  <a:lnTo>
                    <a:pt x="4714" y="4874"/>
                  </a:lnTo>
                  <a:lnTo>
                    <a:pt x="4433" y="4934"/>
                  </a:lnTo>
                  <a:lnTo>
                    <a:pt x="4172" y="4994"/>
                  </a:lnTo>
                  <a:lnTo>
                    <a:pt x="3912" y="5094"/>
                  </a:lnTo>
                  <a:lnTo>
                    <a:pt x="3410" y="5275"/>
                  </a:lnTo>
                  <a:lnTo>
                    <a:pt x="2909" y="5515"/>
                  </a:lnTo>
                  <a:lnTo>
                    <a:pt x="2909" y="5515"/>
                  </a:lnTo>
                  <a:lnTo>
                    <a:pt x="2588" y="5696"/>
                  </a:lnTo>
                  <a:lnTo>
                    <a:pt x="2227" y="5916"/>
                  </a:lnTo>
                  <a:lnTo>
                    <a:pt x="2046" y="5997"/>
                  </a:lnTo>
                  <a:lnTo>
                    <a:pt x="1866" y="6077"/>
                  </a:lnTo>
                  <a:lnTo>
                    <a:pt x="1685" y="6137"/>
                  </a:lnTo>
                  <a:lnTo>
                    <a:pt x="1505" y="6137"/>
                  </a:lnTo>
                  <a:lnTo>
                    <a:pt x="1505" y="6137"/>
                  </a:lnTo>
                  <a:lnTo>
                    <a:pt x="1365" y="6117"/>
                  </a:lnTo>
                  <a:lnTo>
                    <a:pt x="1244" y="6077"/>
                  </a:lnTo>
                  <a:lnTo>
                    <a:pt x="1104" y="6037"/>
                  </a:lnTo>
                  <a:lnTo>
                    <a:pt x="1004" y="5957"/>
                  </a:lnTo>
                  <a:lnTo>
                    <a:pt x="1004" y="5957"/>
                  </a:lnTo>
                  <a:lnTo>
                    <a:pt x="863" y="5856"/>
                  </a:lnTo>
                  <a:lnTo>
                    <a:pt x="743" y="5736"/>
                  </a:lnTo>
                  <a:lnTo>
                    <a:pt x="743" y="5736"/>
                  </a:lnTo>
                  <a:lnTo>
                    <a:pt x="582" y="5495"/>
                  </a:lnTo>
                  <a:lnTo>
                    <a:pt x="422" y="5255"/>
                  </a:lnTo>
                  <a:lnTo>
                    <a:pt x="282" y="4994"/>
                  </a:lnTo>
                  <a:lnTo>
                    <a:pt x="181" y="4733"/>
                  </a:lnTo>
                  <a:lnTo>
                    <a:pt x="181" y="4733"/>
                  </a:lnTo>
                  <a:lnTo>
                    <a:pt x="101" y="4533"/>
                  </a:lnTo>
                  <a:lnTo>
                    <a:pt x="101" y="4533"/>
                  </a:lnTo>
                  <a:lnTo>
                    <a:pt x="1" y="4292"/>
                  </a:lnTo>
                  <a:lnTo>
                    <a:pt x="1" y="4292"/>
                  </a:lnTo>
                  <a:lnTo>
                    <a:pt x="1" y="4252"/>
                  </a:lnTo>
                  <a:lnTo>
                    <a:pt x="1" y="4252"/>
                  </a:lnTo>
                  <a:lnTo>
                    <a:pt x="1" y="4172"/>
                  </a:lnTo>
                  <a:lnTo>
                    <a:pt x="1" y="4092"/>
                  </a:lnTo>
                  <a:lnTo>
                    <a:pt x="41" y="4031"/>
                  </a:lnTo>
                  <a:lnTo>
                    <a:pt x="81" y="3991"/>
                  </a:lnTo>
                  <a:lnTo>
                    <a:pt x="141" y="3951"/>
                  </a:lnTo>
                  <a:lnTo>
                    <a:pt x="201" y="3931"/>
                  </a:lnTo>
                  <a:lnTo>
                    <a:pt x="262" y="3911"/>
                  </a:lnTo>
                  <a:lnTo>
                    <a:pt x="342" y="3911"/>
                  </a:lnTo>
                  <a:lnTo>
                    <a:pt x="342" y="3911"/>
                  </a:lnTo>
                  <a:lnTo>
                    <a:pt x="623" y="3530"/>
                  </a:lnTo>
                  <a:lnTo>
                    <a:pt x="923" y="3169"/>
                  </a:lnTo>
                  <a:lnTo>
                    <a:pt x="1224" y="2828"/>
                  </a:lnTo>
                  <a:lnTo>
                    <a:pt x="1565" y="2507"/>
                  </a:lnTo>
                  <a:lnTo>
                    <a:pt x="1906" y="2186"/>
                  </a:lnTo>
                  <a:lnTo>
                    <a:pt x="2267" y="1906"/>
                  </a:lnTo>
                  <a:lnTo>
                    <a:pt x="2628" y="1645"/>
                  </a:lnTo>
                  <a:lnTo>
                    <a:pt x="3009" y="1384"/>
                  </a:lnTo>
                  <a:lnTo>
                    <a:pt x="3410" y="1164"/>
                  </a:lnTo>
                  <a:lnTo>
                    <a:pt x="3811" y="943"/>
                  </a:lnTo>
                  <a:lnTo>
                    <a:pt x="4212" y="762"/>
                  </a:lnTo>
                  <a:lnTo>
                    <a:pt x="4633" y="602"/>
                  </a:lnTo>
                  <a:lnTo>
                    <a:pt x="5055" y="442"/>
                  </a:lnTo>
                  <a:lnTo>
                    <a:pt x="5476" y="321"/>
                  </a:lnTo>
                  <a:lnTo>
                    <a:pt x="5917" y="221"/>
                  </a:lnTo>
                  <a:lnTo>
                    <a:pt x="6358" y="121"/>
                  </a:lnTo>
                  <a:lnTo>
                    <a:pt x="6799" y="61"/>
                  </a:lnTo>
                  <a:lnTo>
                    <a:pt x="7241" y="20"/>
                  </a:lnTo>
                  <a:lnTo>
                    <a:pt x="7682" y="0"/>
                  </a:lnTo>
                  <a:lnTo>
                    <a:pt x="8123" y="0"/>
                  </a:lnTo>
                  <a:lnTo>
                    <a:pt x="8584" y="20"/>
                  </a:lnTo>
                  <a:lnTo>
                    <a:pt x="9025" y="61"/>
                  </a:lnTo>
                  <a:lnTo>
                    <a:pt x="9467" y="141"/>
                  </a:lnTo>
                  <a:lnTo>
                    <a:pt x="9908" y="221"/>
                  </a:lnTo>
                  <a:lnTo>
                    <a:pt x="10329" y="341"/>
                  </a:lnTo>
                  <a:lnTo>
                    <a:pt x="10770" y="482"/>
                  </a:lnTo>
                  <a:lnTo>
                    <a:pt x="11191" y="622"/>
                  </a:lnTo>
                  <a:lnTo>
                    <a:pt x="11612" y="823"/>
                  </a:lnTo>
                  <a:lnTo>
                    <a:pt x="12014" y="1023"/>
                  </a:lnTo>
                  <a:lnTo>
                    <a:pt x="12415" y="1244"/>
                  </a:lnTo>
                  <a:lnTo>
                    <a:pt x="12796" y="1504"/>
                  </a:lnTo>
                  <a:lnTo>
                    <a:pt x="13197" y="1785"/>
                  </a:lnTo>
                  <a:lnTo>
                    <a:pt x="13197" y="1785"/>
                  </a:lnTo>
                  <a:lnTo>
                    <a:pt x="13518" y="2046"/>
                  </a:lnTo>
                  <a:lnTo>
                    <a:pt x="13818" y="2307"/>
                  </a:lnTo>
                  <a:lnTo>
                    <a:pt x="14119" y="2587"/>
                  </a:lnTo>
                  <a:lnTo>
                    <a:pt x="14420" y="2868"/>
                  </a:lnTo>
                  <a:lnTo>
                    <a:pt x="14701" y="3169"/>
                  </a:lnTo>
                  <a:lnTo>
                    <a:pt x="14982" y="3490"/>
                  </a:lnTo>
                  <a:lnTo>
                    <a:pt x="15242" y="3811"/>
                  </a:lnTo>
                  <a:lnTo>
                    <a:pt x="15503" y="4132"/>
                  </a:lnTo>
                  <a:lnTo>
                    <a:pt x="16004" y="4813"/>
                  </a:lnTo>
                  <a:lnTo>
                    <a:pt x="16466" y="5515"/>
                  </a:lnTo>
                  <a:lnTo>
                    <a:pt x="16887" y="6237"/>
                  </a:lnTo>
                  <a:lnTo>
                    <a:pt x="17288" y="6999"/>
                  </a:lnTo>
                  <a:lnTo>
                    <a:pt x="17669" y="7761"/>
                  </a:lnTo>
                  <a:lnTo>
                    <a:pt x="18010" y="8544"/>
                  </a:lnTo>
                  <a:lnTo>
                    <a:pt x="18311" y="9346"/>
                  </a:lnTo>
                  <a:lnTo>
                    <a:pt x="18591" y="10148"/>
                  </a:lnTo>
                  <a:lnTo>
                    <a:pt x="18852" y="10970"/>
                  </a:lnTo>
                  <a:lnTo>
                    <a:pt x="19073" y="11792"/>
                  </a:lnTo>
                  <a:lnTo>
                    <a:pt x="19273" y="12595"/>
                  </a:lnTo>
                  <a:lnTo>
                    <a:pt x="19454" y="13417"/>
                  </a:lnTo>
                  <a:lnTo>
                    <a:pt x="19594" y="14219"/>
                  </a:lnTo>
                  <a:lnTo>
                    <a:pt x="19735" y="15001"/>
                  </a:lnTo>
                  <a:lnTo>
                    <a:pt x="19835" y="15783"/>
                  </a:lnTo>
                  <a:lnTo>
                    <a:pt x="19915" y="16545"/>
                  </a:lnTo>
                  <a:lnTo>
                    <a:pt x="19975" y="17287"/>
                  </a:lnTo>
                  <a:lnTo>
                    <a:pt x="20015" y="17989"/>
                  </a:lnTo>
                  <a:lnTo>
                    <a:pt x="20035" y="18671"/>
                  </a:lnTo>
                  <a:lnTo>
                    <a:pt x="20035" y="19333"/>
                  </a:lnTo>
                  <a:lnTo>
                    <a:pt x="20015" y="19955"/>
                  </a:lnTo>
                  <a:lnTo>
                    <a:pt x="19975" y="20536"/>
                  </a:lnTo>
                  <a:lnTo>
                    <a:pt x="19915" y="21078"/>
                  </a:lnTo>
                  <a:lnTo>
                    <a:pt x="19835" y="21579"/>
                  </a:lnTo>
                  <a:lnTo>
                    <a:pt x="19755" y="22020"/>
                  </a:lnTo>
                  <a:lnTo>
                    <a:pt x="19654" y="22421"/>
                  </a:lnTo>
                  <a:lnTo>
                    <a:pt x="19534" y="22762"/>
                  </a:lnTo>
                  <a:lnTo>
                    <a:pt x="19394" y="230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34">
              <a:extLst>
                <a:ext uri="{FF2B5EF4-FFF2-40B4-BE49-F238E27FC236}">
                  <a16:creationId xmlns:a16="http://schemas.microsoft.com/office/drawing/2014/main" id="{9A12498A-F067-8BAC-CBB8-D7CFC117900E}"/>
                </a:ext>
              </a:extLst>
            </p:cNvPr>
            <p:cNvSpPr/>
            <p:nvPr/>
          </p:nvSpPr>
          <p:spPr>
            <a:xfrm>
              <a:off x="9969325" y="4403375"/>
              <a:ext cx="438225" cy="607175"/>
            </a:xfrm>
            <a:custGeom>
              <a:avLst/>
              <a:gdLst/>
              <a:ahLst/>
              <a:cxnLst/>
              <a:rect l="l" t="t" r="r" b="b"/>
              <a:pathLst>
                <a:path w="17529" h="24287" extrusionOk="0">
                  <a:moveTo>
                    <a:pt x="5856" y="0"/>
                  </a:moveTo>
                  <a:lnTo>
                    <a:pt x="5536" y="20"/>
                  </a:lnTo>
                  <a:lnTo>
                    <a:pt x="4874" y="100"/>
                  </a:lnTo>
                  <a:lnTo>
                    <a:pt x="4212" y="221"/>
                  </a:lnTo>
                  <a:lnTo>
                    <a:pt x="3570" y="381"/>
                  </a:lnTo>
                  <a:lnTo>
                    <a:pt x="2949" y="582"/>
                  </a:lnTo>
                  <a:lnTo>
                    <a:pt x="2327" y="822"/>
                  </a:lnTo>
                  <a:lnTo>
                    <a:pt x="1725" y="1103"/>
                  </a:lnTo>
                  <a:lnTo>
                    <a:pt x="1124" y="1424"/>
                  </a:lnTo>
                  <a:lnTo>
                    <a:pt x="562" y="1765"/>
                  </a:lnTo>
                  <a:lnTo>
                    <a:pt x="1" y="2146"/>
                  </a:lnTo>
                  <a:lnTo>
                    <a:pt x="382" y="2306"/>
                  </a:lnTo>
                  <a:lnTo>
                    <a:pt x="983" y="1905"/>
                  </a:lnTo>
                  <a:lnTo>
                    <a:pt x="1605" y="1544"/>
                  </a:lnTo>
                  <a:lnTo>
                    <a:pt x="2247" y="1223"/>
                  </a:lnTo>
                  <a:lnTo>
                    <a:pt x="2588" y="1083"/>
                  </a:lnTo>
                  <a:lnTo>
                    <a:pt x="2908" y="963"/>
                  </a:lnTo>
                  <a:lnTo>
                    <a:pt x="3249" y="842"/>
                  </a:lnTo>
                  <a:lnTo>
                    <a:pt x="3590" y="722"/>
                  </a:lnTo>
                  <a:lnTo>
                    <a:pt x="3951" y="622"/>
                  </a:lnTo>
                  <a:lnTo>
                    <a:pt x="4312" y="542"/>
                  </a:lnTo>
                  <a:lnTo>
                    <a:pt x="4673" y="481"/>
                  </a:lnTo>
                  <a:lnTo>
                    <a:pt x="5034" y="421"/>
                  </a:lnTo>
                  <a:lnTo>
                    <a:pt x="5395" y="381"/>
                  </a:lnTo>
                  <a:lnTo>
                    <a:pt x="5776" y="341"/>
                  </a:lnTo>
                  <a:lnTo>
                    <a:pt x="6518" y="341"/>
                  </a:lnTo>
                  <a:lnTo>
                    <a:pt x="6819" y="361"/>
                  </a:lnTo>
                  <a:lnTo>
                    <a:pt x="7421" y="421"/>
                  </a:lnTo>
                  <a:lnTo>
                    <a:pt x="8002" y="542"/>
                  </a:lnTo>
                  <a:lnTo>
                    <a:pt x="8584" y="702"/>
                  </a:lnTo>
                  <a:lnTo>
                    <a:pt x="9125" y="903"/>
                  </a:lnTo>
                  <a:lnTo>
                    <a:pt x="9667" y="1143"/>
                  </a:lnTo>
                  <a:lnTo>
                    <a:pt x="10168" y="1424"/>
                  </a:lnTo>
                  <a:lnTo>
                    <a:pt x="10670" y="1745"/>
                  </a:lnTo>
                  <a:lnTo>
                    <a:pt x="11131" y="2086"/>
                  </a:lnTo>
                  <a:lnTo>
                    <a:pt x="11572" y="2467"/>
                  </a:lnTo>
                  <a:lnTo>
                    <a:pt x="12013" y="2868"/>
                  </a:lnTo>
                  <a:lnTo>
                    <a:pt x="12414" y="3309"/>
                  </a:lnTo>
                  <a:lnTo>
                    <a:pt x="12795" y="3770"/>
                  </a:lnTo>
                  <a:lnTo>
                    <a:pt x="13156" y="4272"/>
                  </a:lnTo>
                  <a:lnTo>
                    <a:pt x="13477" y="4793"/>
                  </a:lnTo>
                  <a:lnTo>
                    <a:pt x="13798" y="5315"/>
                  </a:lnTo>
                  <a:lnTo>
                    <a:pt x="14079" y="5876"/>
                  </a:lnTo>
                  <a:lnTo>
                    <a:pt x="14360" y="6458"/>
                  </a:lnTo>
                  <a:lnTo>
                    <a:pt x="14620" y="7039"/>
                  </a:lnTo>
                  <a:lnTo>
                    <a:pt x="14861" y="7621"/>
                  </a:lnTo>
                  <a:lnTo>
                    <a:pt x="15082" y="8222"/>
                  </a:lnTo>
                  <a:lnTo>
                    <a:pt x="15282" y="8844"/>
                  </a:lnTo>
                  <a:lnTo>
                    <a:pt x="15483" y="9446"/>
                  </a:lnTo>
                  <a:lnTo>
                    <a:pt x="15683" y="10067"/>
                  </a:lnTo>
                  <a:lnTo>
                    <a:pt x="15844" y="10709"/>
                  </a:lnTo>
                  <a:lnTo>
                    <a:pt x="16004" y="11331"/>
                  </a:lnTo>
                  <a:lnTo>
                    <a:pt x="16305" y="12594"/>
                  </a:lnTo>
                  <a:lnTo>
                    <a:pt x="16546" y="13858"/>
                  </a:lnTo>
                  <a:lnTo>
                    <a:pt x="16766" y="15101"/>
                  </a:lnTo>
                  <a:lnTo>
                    <a:pt x="16886" y="15743"/>
                  </a:lnTo>
                  <a:lnTo>
                    <a:pt x="16967" y="16405"/>
                  </a:lnTo>
                  <a:lnTo>
                    <a:pt x="17047" y="17066"/>
                  </a:lnTo>
                  <a:lnTo>
                    <a:pt x="17107" y="17728"/>
                  </a:lnTo>
                  <a:lnTo>
                    <a:pt x="17147" y="18390"/>
                  </a:lnTo>
                  <a:lnTo>
                    <a:pt x="17187" y="19052"/>
                  </a:lnTo>
                  <a:lnTo>
                    <a:pt x="17187" y="19714"/>
                  </a:lnTo>
                  <a:lnTo>
                    <a:pt x="17187" y="20375"/>
                  </a:lnTo>
                  <a:lnTo>
                    <a:pt x="17167" y="20917"/>
                  </a:lnTo>
                  <a:lnTo>
                    <a:pt x="17107" y="21438"/>
                  </a:lnTo>
                  <a:lnTo>
                    <a:pt x="17027" y="21960"/>
                  </a:lnTo>
                  <a:lnTo>
                    <a:pt x="16927" y="22461"/>
                  </a:lnTo>
                  <a:lnTo>
                    <a:pt x="16786" y="22963"/>
                  </a:lnTo>
                  <a:lnTo>
                    <a:pt x="16686" y="23203"/>
                  </a:lnTo>
                  <a:lnTo>
                    <a:pt x="16586" y="23444"/>
                  </a:lnTo>
                  <a:lnTo>
                    <a:pt x="16465" y="23664"/>
                  </a:lnTo>
                  <a:lnTo>
                    <a:pt x="16345" y="23885"/>
                  </a:lnTo>
                  <a:lnTo>
                    <a:pt x="16205" y="24086"/>
                  </a:lnTo>
                  <a:lnTo>
                    <a:pt x="16044" y="24286"/>
                  </a:lnTo>
                  <a:lnTo>
                    <a:pt x="16044" y="24286"/>
                  </a:lnTo>
                  <a:lnTo>
                    <a:pt x="16265" y="24146"/>
                  </a:lnTo>
                  <a:lnTo>
                    <a:pt x="16485" y="23985"/>
                  </a:lnTo>
                  <a:lnTo>
                    <a:pt x="16686" y="23805"/>
                  </a:lnTo>
                  <a:lnTo>
                    <a:pt x="16886" y="23604"/>
                  </a:lnTo>
                  <a:lnTo>
                    <a:pt x="17007" y="23344"/>
                  </a:lnTo>
                  <a:lnTo>
                    <a:pt x="17107" y="23063"/>
                  </a:lnTo>
                  <a:lnTo>
                    <a:pt x="17207" y="22782"/>
                  </a:lnTo>
                  <a:lnTo>
                    <a:pt x="17288" y="22481"/>
                  </a:lnTo>
                  <a:lnTo>
                    <a:pt x="17348" y="22180"/>
                  </a:lnTo>
                  <a:lnTo>
                    <a:pt x="17408" y="21880"/>
                  </a:lnTo>
                  <a:lnTo>
                    <a:pt x="17468" y="21278"/>
                  </a:lnTo>
                  <a:lnTo>
                    <a:pt x="17528" y="20656"/>
                  </a:lnTo>
                  <a:lnTo>
                    <a:pt x="17528" y="20035"/>
                  </a:lnTo>
                  <a:lnTo>
                    <a:pt x="17528" y="19433"/>
                  </a:lnTo>
                  <a:lnTo>
                    <a:pt x="17508" y="18851"/>
                  </a:lnTo>
                  <a:lnTo>
                    <a:pt x="17488" y="18250"/>
                  </a:lnTo>
                  <a:lnTo>
                    <a:pt x="17448" y="17648"/>
                  </a:lnTo>
                  <a:lnTo>
                    <a:pt x="17388" y="17046"/>
                  </a:lnTo>
                  <a:lnTo>
                    <a:pt x="17328" y="16465"/>
                  </a:lnTo>
                  <a:lnTo>
                    <a:pt x="17147" y="15262"/>
                  </a:lnTo>
                  <a:lnTo>
                    <a:pt x="16947" y="14078"/>
                  </a:lnTo>
                  <a:lnTo>
                    <a:pt x="16686" y="12915"/>
                  </a:lnTo>
                  <a:lnTo>
                    <a:pt x="16405" y="11752"/>
                  </a:lnTo>
                  <a:lnTo>
                    <a:pt x="16104" y="10589"/>
                  </a:lnTo>
                  <a:lnTo>
                    <a:pt x="15763" y="9426"/>
                  </a:lnTo>
                  <a:lnTo>
                    <a:pt x="15463" y="8443"/>
                  </a:lnTo>
                  <a:lnTo>
                    <a:pt x="15122" y="7460"/>
                  </a:lnTo>
                  <a:lnTo>
                    <a:pt x="14921" y="6979"/>
                  </a:lnTo>
                  <a:lnTo>
                    <a:pt x="14741" y="6498"/>
                  </a:lnTo>
                  <a:lnTo>
                    <a:pt x="14520" y="6016"/>
                  </a:lnTo>
                  <a:lnTo>
                    <a:pt x="14299" y="5555"/>
                  </a:lnTo>
                  <a:lnTo>
                    <a:pt x="14059" y="5094"/>
                  </a:lnTo>
                  <a:lnTo>
                    <a:pt x="13798" y="4653"/>
                  </a:lnTo>
                  <a:lnTo>
                    <a:pt x="13517" y="4212"/>
                  </a:lnTo>
                  <a:lnTo>
                    <a:pt x="13237" y="3790"/>
                  </a:lnTo>
                  <a:lnTo>
                    <a:pt x="12916" y="3369"/>
                  </a:lnTo>
                  <a:lnTo>
                    <a:pt x="12595" y="2968"/>
                  </a:lnTo>
                  <a:lnTo>
                    <a:pt x="12234" y="2587"/>
                  </a:lnTo>
                  <a:lnTo>
                    <a:pt x="11853" y="2226"/>
                  </a:lnTo>
                  <a:lnTo>
                    <a:pt x="11572" y="1945"/>
                  </a:lnTo>
                  <a:lnTo>
                    <a:pt x="11251" y="1705"/>
                  </a:lnTo>
                  <a:lnTo>
                    <a:pt x="10930" y="1464"/>
                  </a:lnTo>
                  <a:lnTo>
                    <a:pt x="10609" y="1263"/>
                  </a:lnTo>
                  <a:lnTo>
                    <a:pt x="10268" y="1063"/>
                  </a:lnTo>
                  <a:lnTo>
                    <a:pt x="9928" y="882"/>
                  </a:lnTo>
                  <a:lnTo>
                    <a:pt x="9587" y="702"/>
                  </a:lnTo>
                  <a:lnTo>
                    <a:pt x="9226" y="562"/>
                  </a:lnTo>
                  <a:lnTo>
                    <a:pt x="8865" y="421"/>
                  </a:lnTo>
                  <a:lnTo>
                    <a:pt x="8484" y="321"/>
                  </a:lnTo>
                  <a:lnTo>
                    <a:pt x="8123" y="221"/>
                  </a:lnTo>
                  <a:lnTo>
                    <a:pt x="7742" y="140"/>
                  </a:lnTo>
                  <a:lnTo>
                    <a:pt x="7361" y="80"/>
                  </a:lnTo>
                  <a:lnTo>
                    <a:pt x="6980" y="40"/>
                  </a:lnTo>
                  <a:lnTo>
                    <a:pt x="6578" y="20"/>
                  </a:lnTo>
                  <a:lnTo>
                    <a:pt x="619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34">
              <a:extLst>
                <a:ext uri="{FF2B5EF4-FFF2-40B4-BE49-F238E27FC236}">
                  <a16:creationId xmlns:a16="http://schemas.microsoft.com/office/drawing/2014/main" id="{8BFBB4C6-EA43-D0BC-FCFA-A105164B81D0}"/>
                </a:ext>
              </a:extLst>
            </p:cNvPr>
            <p:cNvSpPr/>
            <p:nvPr/>
          </p:nvSpPr>
          <p:spPr>
            <a:xfrm>
              <a:off x="10290200" y="5028575"/>
              <a:ext cx="1525" cy="525"/>
            </a:xfrm>
            <a:custGeom>
              <a:avLst/>
              <a:gdLst/>
              <a:ahLst/>
              <a:cxnLst/>
              <a:rect l="l" t="t" r="r" b="b"/>
              <a:pathLst>
                <a:path w="61" h="21" extrusionOk="0">
                  <a:moveTo>
                    <a:pt x="0" y="0"/>
                  </a:moveTo>
                  <a:lnTo>
                    <a:pt x="61" y="2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DEDA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34">
              <a:extLst>
                <a:ext uri="{FF2B5EF4-FFF2-40B4-BE49-F238E27FC236}">
                  <a16:creationId xmlns:a16="http://schemas.microsoft.com/office/drawing/2014/main" id="{FDE99134-D879-C56E-360E-15D1B01A3AFA}"/>
                </a:ext>
              </a:extLst>
            </p:cNvPr>
            <p:cNvSpPr/>
            <p:nvPr/>
          </p:nvSpPr>
          <p:spPr>
            <a:xfrm>
              <a:off x="10290200" y="5028575"/>
              <a:ext cx="1525" cy="525"/>
            </a:xfrm>
            <a:custGeom>
              <a:avLst/>
              <a:gdLst/>
              <a:ahLst/>
              <a:cxnLst/>
              <a:rect l="l" t="t" r="r" b="b"/>
              <a:pathLst>
                <a:path w="61" h="2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34">
              <a:extLst>
                <a:ext uri="{FF2B5EF4-FFF2-40B4-BE49-F238E27FC236}">
                  <a16:creationId xmlns:a16="http://schemas.microsoft.com/office/drawing/2014/main" id="{7E6A5046-97A6-BD24-11F6-1CB4BA046C63}"/>
                </a:ext>
              </a:extLst>
            </p:cNvPr>
            <p:cNvSpPr/>
            <p:nvPr/>
          </p:nvSpPr>
          <p:spPr>
            <a:xfrm>
              <a:off x="10217500" y="4514175"/>
              <a:ext cx="54675" cy="468800"/>
            </a:xfrm>
            <a:custGeom>
              <a:avLst/>
              <a:gdLst/>
              <a:ahLst/>
              <a:cxnLst/>
              <a:rect l="l" t="t" r="r" b="b"/>
              <a:pathLst>
                <a:path w="2187" h="18752" extrusionOk="0">
                  <a:moveTo>
                    <a:pt x="1" y="0"/>
                  </a:moveTo>
                  <a:lnTo>
                    <a:pt x="321" y="461"/>
                  </a:lnTo>
                  <a:lnTo>
                    <a:pt x="622" y="963"/>
                  </a:lnTo>
                  <a:lnTo>
                    <a:pt x="883" y="1484"/>
                  </a:lnTo>
                  <a:lnTo>
                    <a:pt x="1124" y="2026"/>
                  </a:lnTo>
                  <a:lnTo>
                    <a:pt x="1324" y="2567"/>
                  </a:lnTo>
                  <a:lnTo>
                    <a:pt x="1505" y="3149"/>
                  </a:lnTo>
                  <a:lnTo>
                    <a:pt x="1645" y="3730"/>
                  </a:lnTo>
                  <a:lnTo>
                    <a:pt x="1745" y="4332"/>
                  </a:lnTo>
                  <a:lnTo>
                    <a:pt x="1846" y="4934"/>
                  </a:lnTo>
                  <a:lnTo>
                    <a:pt x="1906" y="5535"/>
                  </a:lnTo>
                  <a:lnTo>
                    <a:pt x="1926" y="6137"/>
                  </a:lnTo>
                  <a:lnTo>
                    <a:pt x="1946" y="6758"/>
                  </a:lnTo>
                  <a:lnTo>
                    <a:pt x="1926" y="7360"/>
                  </a:lnTo>
                  <a:lnTo>
                    <a:pt x="1886" y="7962"/>
                  </a:lnTo>
                  <a:lnTo>
                    <a:pt x="1825" y="8543"/>
                  </a:lnTo>
                  <a:lnTo>
                    <a:pt x="1745" y="9125"/>
                  </a:lnTo>
                  <a:lnTo>
                    <a:pt x="1505" y="12975"/>
                  </a:lnTo>
                  <a:lnTo>
                    <a:pt x="1424" y="14098"/>
                  </a:lnTo>
                  <a:lnTo>
                    <a:pt x="1344" y="15222"/>
                  </a:lnTo>
                  <a:lnTo>
                    <a:pt x="1344" y="15783"/>
                  </a:lnTo>
                  <a:lnTo>
                    <a:pt x="1344" y="16345"/>
                  </a:lnTo>
                  <a:lnTo>
                    <a:pt x="1364" y="16906"/>
                  </a:lnTo>
                  <a:lnTo>
                    <a:pt x="1424" y="17468"/>
                  </a:lnTo>
                  <a:lnTo>
                    <a:pt x="1464" y="17809"/>
                  </a:lnTo>
                  <a:lnTo>
                    <a:pt x="1545" y="18170"/>
                  </a:lnTo>
                  <a:lnTo>
                    <a:pt x="1745" y="18450"/>
                  </a:lnTo>
                  <a:lnTo>
                    <a:pt x="1986" y="18751"/>
                  </a:lnTo>
                  <a:lnTo>
                    <a:pt x="1906" y="18410"/>
                  </a:lnTo>
                  <a:lnTo>
                    <a:pt x="1846" y="18089"/>
                  </a:lnTo>
                  <a:lnTo>
                    <a:pt x="1785" y="17748"/>
                  </a:lnTo>
                  <a:lnTo>
                    <a:pt x="1745" y="17407"/>
                  </a:lnTo>
                  <a:lnTo>
                    <a:pt x="1685" y="16726"/>
                  </a:lnTo>
                  <a:lnTo>
                    <a:pt x="1645" y="16024"/>
                  </a:lnTo>
                  <a:lnTo>
                    <a:pt x="1665" y="15322"/>
                  </a:lnTo>
                  <a:lnTo>
                    <a:pt x="1685" y="14640"/>
                  </a:lnTo>
                  <a:lnTo>
                    <a:pt x="1765" y="13336"/>
                  </a:lnTo>
                  <a:lnTo>
                    <a:pt x="1846" y="12213"/>
                  </a:lnTo>
                  <a:lnTo>
                    <a:pt x="1946" y="11070"/>
                  </a:lnTo>
                  <a:lnTo>
                    <a:pt x="2046" y="9927"/>
                  </a:lnTo>
                  <a:lnTo>
                    <a:pt x="2126" y="8784"/>
                  </a:lnTo>
                  <a:lnTo>
                    <a:pt x="2186" y="7641"/>
                  </a:lnTo>
                  <a:lnTo>
                    <a:pt x="2186" y="7079"/>
                  </a:lnTo>
                  <a:lnTo>
                    <a:pt x="2186" y="6498"/>
                  </a:lnTo>
                  <a:lnTo>
                    <a:pt x="2166" y="5936"/>
                  </a:lnTo>
                  <a:lnTo>
                    <a:pt x="2126" y="5375"/>
                  </a:lnTo>
                  <a:lnTo>
                    <a:pt x="2066" y="4813"/>
                  </a:lnTo>
                  <a:lnTo>
                    <a:pt x="1986" y="4252"/>
                  </a:lnTo>
                  <a:lnTo>
                    <a:pt x="1866" y="3670"/>
                  </a:lnTo>
                  <a:lnTo>
                    <a:pt x="1725" y="3089"/>
                  </a:lnTo>
                  <a:lnTo>
                    <a:pt x="1525" y="2527"/>
                  </a:lnTo>
                  <a:lnTo>
                    <a:pt x="1304" y="1965"/>
                  </a:lnTo>
                  <a:lnTo>
                    <a:pt x="1043" y="1444"/>
                  </a:lnTo>
                  <a:lnTo>
                    <a:pt x="883" y="1183"/>
                  </a:lnTo>
                  <a:lnTo>
                    <a:pt x="722" y="923"/>
                  </a:lnTo>
                  <a:lnTo>
                    <a:pt x="562" y="682"/>
                  </a:lnTo>
                  <a:lnTo>
                    <a:pt x="382" y="441"/>
                  </a:lnTo>
                  <a:lnTo>
                    <a:pt x="201" y="22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34">
              <a:extLst>
                <a:ext uri="{FF2B5EF4-FFF2-40B4-BE49-F238E27FC236}">
                  <a16:creationId xmlns:a16="http://schemas.microsoft.com/office/drawing/2014/main" id="{B694BE66-AB3E-568B-A306-41AB2C2AEFAB}"/>
                </a:ext>
              </a:extLst>
            </p:cNvPr>
            <p:cNvSpPr/>
            <p:nvPr/>
          </p:nvSpPr>
          <p:spPr>
            <a:xfrm>
              <a:off x="10289700" y="5028575"/>
              <a:ext cx="1525" cy="25"/>
            </a:xfrm>
            <a:custGeom>
              <a:avLst/>
              <a:gdLst/>
              <a:ahLst/>
              <a:cxnLst/>
              <a:rect l="l" t="t" r="r" b="b"/>
              <a:pathLst>
                <a:path w="61" h="1" fill="none" extrusionOk="0">
                  <a:moveTo>
                    <a:pt x="2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34">
              <a:extLst>
                <a:ext uri="{FF2B5EF4-FFF2-40B4-BE49-F238E27FC236}">
                  <a16:creationId xmlns:a16="http://schemas.microsoft.com/office/drawing/2014/main" id="{C2653C0F-9A28-7CE7-6EB2-49D38D7DA7B4}"/>
                </a:ext>
              </a:extLst>
            </p:cNvPr>
            <p:cNvSpPr/>
            <p:nvPr/>
          </p:nvSpPr>
          <p:spPr>
            <a:xfrm>
              <a:off x="10267125" y="4982950"/>
              <a:ext cx="97300" cy="46650"/>
            </a:xfrm>
            <a:custGeom>
              <a:avLst/>
              <a:gdLst/>
              <a:ahLst/>
              <a:cxnLst/>
              <a:rect l="l" t="t" r="r" b="b"/>
              <a:pathLst>
                <a:path w="3892" h="1866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81" y="501"/>
                  </a:lnTo>
                  <a:lnTo>
                    <a:pt x="282" y="742"/>
                  </a:lnTo>
                  <a:lnTo>
                    <a:pt x="402" y="963"/>
                  </a:lnTo>
                  <a:lnTo>
                    <a:pt x="522" y="1203"/>
                  </a:lnTo>
                  <a:lnTo>
                    <a:pt x="663" y="1424"/>
                  </a:lnTo>
                  <a:lnTo>
                    <a:pt x="803" y="1625"/>
                  </a:lnTo>
                  <a:lnTo>
                    <a:pt x="964" y="1825"/>
                  </a:lnTo>
                  <a:lnTo>
                    <a:pt x="964" y="1825"/>
                  </a:lnTo>
                  <a:lnTo>
                    <a:pt x="964" y="1825"/>
                  </a:lnTo>
                  <a:lnTo>
                    <a:pt x="1244" y="1845"/>
                  </a:lnTo>
                  <a:lnTo>
                    <a:pt x="1525" y="1865"/>
                  </a:lnTo>
                  <a:lnTo>
                    <a:pt x="1525" y="1865"/>
                  </a:lnTo>
                  <a:lnTo>
                    <a:pt x="1826" y="1845"/>
                  </a:lnTo>
                  <a:lnTo>
                    <a:pt x="2127" y="1825"/>
                  </a:lnTo>
                  <a:lnTo>
                    <a:pt x="2428" y="1765"/>
                  </a:lnTo>
                  <a:lnTo>
                    <a:pt x="2728" y="1705"/>
                  </a:lnTo>
                  <a:lnTo>
                    <a:pt x="3029" y="1625"/>
                  </a:lnTo>
                  <a:lnTo>
                    <a:pt x="3310" y="1524"/>
                  </a:lnTo>
                  <a:lnTo>
                    <a:pt x="3611" y="1384"/>
                  </a:lnTo>
                  <a:lnTo>
                    <a:pt x="3891" y="1243"/>
                  </a:lnTo>
                  <a:lnTo>
                    <a:pt x="3891" y="1243"/>
                  </a:lnTo>
                  <a:lnTo>
                    <a:pt x="3470" y="1304"/>
                  </a:lnTo>
                  <a:lnTo>
                    <a:pt x="3029" y="1324"/>
                  </a:lnTo>
                  <a:lnTo>
                    <a:pt x="3029" y="1324"/>
                  </a:lnTo>
                  <a:lnTo>
                    <a:pt x="2668" y="1304"/>
                  </a:lnTo>
                  <a:lnTo>
                    <a:pt x="2287" y="1264"/>
                  </a:lnTo>
                  <a:lnTo>
                    <a:pt x="1926" y="1183"/>
                  </a:lnTo>
                  <a:lnTo>
                    <a:pt x="1565" y="1063"/>
                  </a:lnTo>
                  <a:lnTo>
                    <a:pt x="1204" y="903"/>
                  </a:lnTo>
                  <a:lnTo>
                    <a:pt x="843" y="702"/>
                  </a:lnTo>
                  <a:lnTo>
                    <a:pt x="522" y="441"/>
                  </a:lnTo>
                  <a:lnTo>
                    <a:pt x="181" y="161"/>
                  </a:lnTo>
                  <a:lnTo>
                    <a:pt x="181" y="16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34">
              <a:extLst>
                <a:ext uri="{FF2B5EF4-FFF2-40B4-BE49-F238E27FC236}">
                  <a16:creationId xmlns:a16="http://schemas.microsoft.com/office/drawing/2014/main" id="{08E5910F-EB22-CE23-E10A-01A8959A554C}"/>
                </a:ext>
              </a:extLst>
            </p:cNvPr>
            <p:cNvSpPr/>
            <p:nvPr/>
          </p:nvSpPr>
          <p:spPr>
            <a:xfrm>
              <a:off x="10048050" y="4477075"/>
              <a:ext cx="229650" cy="544500"/>
            </a:xfrm>
            <a:custGeom>
              <a:avLst/>
              <a:gdLst/>
              <a:ahLst/>
              <a:cxnLst/>
              <a:rect l="l" t="t" r="r" b="b"/>
              <a:pathLst>
                <a:path w="9186" h="21780" fill="none" extrusionOk="0">
                  <a:moveTo>
                    <a:pt x="2467" y="0"/>
                  </a:moveTo>
                  <a:lnTo>
                    <a:pt x="2467" y="0"/>
                  </a:lnTo>
                  <a:lnTo>
                    <a:pt x="1845" y="20"/>
                  </a:lnTo>
                  <a:lnTo>
                    <a:pt x="1243" y="80"/>
                  </a:lnTo>
                  <a:lnTo>
                    <a:pt x="622" y="201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381" y="301"/>
                  </a:lnTo>
                  <a:lnTo>
                    <a:pt x="742" y="301"/>
                  </a:lnTo>
                  <a:lnTo>
                    <a:pt x="742" y="301"/>
                  </a:lnTo>
                  <a:lnTo>
                    <a:pt x="1143" y="301"/>
                  </a:lnTo>
                  <a:lnTo>
                    <a:pt x="1544" y="341"/>
                  </a:lnTo>
                  <a:lnTo>
                    <a:pt x="1925" y="401"/>
                  </a:lnTo>
                  <a:lnTo>
                    <a:pt x="2326" y="481"/>
                  </a:lnTo>
                  <a:lnTo>
                    <a:pt x="2326" y="481"/>
                  </a:lnTo>
                  <a:lnTo>
                    <a:pt x="2768" y="622"/>
                  </a:lnTo>
                  <a:lnTo>
                    <a:pt x="3209" y="782"/>
                  </a:lnTo>
                  <a:lnTo>
                    <a:pt x="3610" y="963"/>
                  </a:lnTo>
                  <a:lnTo>
                    <a:pt x="3991" y="1183"/>
                  </a:lnTo>
                  <a:lnTo>
                    <a:pt x="4372" y="1404"/>
                  </a:lnTo>
                  <a:lnTo>
                    <a:pt x="4713" y="1685"/>
                  </a:lnTo>
                  <a:lnTo>
                    <a:pt x="5034" y="1965"/>
                  </a:lnTo>
                  <a:lnTo>
                    <a:pt x="5335" y="2286"/>
                  </a:lnTo>
                  <a:lnTo>
                    <a:pt x="5615" y="2607"/>
                  </a:lnTo>
                  <a:lnTo>
                    <a:pt x="5876" y="2968"/>
                  </a:lnTo>
                  <a:lnTo>
                    <a:pt x="6117" y="3329"/>
                  </a:lnTo>
                  <a:lnTo>
                    <a:pt x="6317" y="3730"/>
                  </a:lnTo>
                  <a:lnTo>
                    <a:pt x="6518" y="4131"/>
                  </a:lnTo>
                  <a:lnTo>
                    <a:pt x="6678" y="4552"/>
                  </a:lnTo>
                  <a:lnTo>
                    <a:pt x="6819" y="4974"/>
                  </a:lnTo>
                  <a:lnTo>
                    <a:pt x="6919" y="5435"/>
                  </a:lnTo>
                  <a:lnTo>
                    <a:pt x="6919" y="5435"/>
                  </a:lnTo>
                  <a:lnTo>
                    <a:pt x="7039" y="6036"/>
                  </a:lnTo>
                  <a:lnTo>
                    <a:pt x="7140" y="6638"/>
                  </a:lnTo>
                  <a:lnTo>
                    <a:pt x="7200" y="7240"/>
                  </a:lnTo>
                  <a:lnTo>
                    <a:pt x="7260" y="7841"/>
                  </a:lnTo>
                  <a:lnTo>
                    <a:pt x="7280" y="8443"/>
                  </a:lnTo>
                  <a:lnTo>
                    <a:pt x="7280" y="9045"/>
                  </a:lnTo>
                  <a:lnTo>
                    <a:pt x="7280" y="9666"/>
                  </a:lnTo>
                  <a:lnTo>
                    <a:pt x="7260" y="10268"/>
                  </a:lnTo>
                  <a:lnTo>
                    <a:pt x="7200" y="11491"/>
                  </a:lnTo>
                  <a:lnTo>
                    <a:pt x="7119" y="12715"/>
                  </a:lnTo>
                  <a:lnTo>
                    <a:pt x="7059" y="13918"/>
                  </a:lnTo>
                  <a:lnTo>
                    <a:pt x="7019" y="15141"/>
                  </a:lnTo>
                  <a:lnTo>
                    <a:pt x="7019" y="15141"/>
                  </a:lnTo>
                  <a:lnTo>
                    <a:pt x="7019" y="16044"/>
                  </a:lnTo>
                  <a:lnTo>
                    <a:pt x="7039" y="16505"/>
                  </a:lnTo>
                  <a:lnTo>
                    <a:pt x="7079" y="16986"/>
                  </a:lnTo>
                  <a:lnTo>
                    <a:pt x="7119" y="17468"/>
                  </a:lnTo>
                  <a:lnTo>
                    <a:pt x="7180" y="17949"/>
                  </a:lnTo>
                  <a:lnTo>
                    <a:pt x="7280" y="18410"/>
                  </a:lnTo>
                  <a:lnTo>
                    <a:pt x="7380" y="18871"/>
                  </a:lnTo>
                  <a:lnTo>
                    <a:pt x="7500" y="19313"/>
                  </a:lnTo>
                  <a:lnTo>
                    <a:pt x="7661" y="19754"/>
                  </a:lnTo>
                  <a:lnTo>
                    <a:pt x="7841" y="20155"/>
                  </a:lnTo>
                  <a:lnTo>
                    <a:pt x="8042" y="20556"/>
                  </a:lnTo>
                  <a:lnTo>
                    <a:pt x="8283" y="20917"/>
                  </a:lnTo>
                  <a:lnTo>
                    <a:pt x="8543" y="21238"/>
                  </a:lnTo>
                  <a:lnTo>
                    <a:pt x="8704" y="21398"/>
                  </a:lnTo>
                  <a:lnTo>
                    <a:pt x="8844" y="21539"/>
                  </a:lnTo>
                  <a:lnTo>
                    <a:pt x="9005" y="21659"/>
                  </a:lnTo>
                  <a:lnTo>
                    <a:pt x="9185" y="21779"/>
                  </a:lnTo>
                  <a:lnTo>
                    <a:pt x="9185" y="21779"/>
                  </a:lnTo>
                  <a:lnTo>
                    <a:pt x="9045" y="21539"/>
                  </a:lnTo>
                  <a:lnTo>
                    <a:pt x="8904" y="21278"/>
                  </a:lnTo>
                  <a:lnTo>
                    <a:pt x="8764" y="21017"/>
                  </a:lnTo>
                  <a:lnTo>
                    <a:pt x="8664" y="20757"/>
                  </a:lnTo>
                  <a:lnTo>
                    <a:pt x="8543" y="20476"/>
                  </a:lnTo>
                  <a:lnTo>
                    <a:pt x="8463" y="20215"/>
                  </a:lnTo>
                  <a:lnTo>
                    <a:pt x="8323" y="19654"/>
                  </a:lnTo>
                  <a:lnTo>
                    <a:pt x="8323" y="19654"/>
                  </a:lnTo>
                  <a:lnTo>
                    <a:pt x="8182" y="19433"/>
                  </a:lnTo>
                  <a:lnTo>
                    <a:pt x="8042" y="19192"/>
                  </a:lnTo>
                  <a:lnTo>
                    <a:pt x="7942" y="18972"/>
                  </a:lnTo>
                  <a:lnTo>
                    <a:pt x="7841" y="18731"/>
                  </a:lnTo>
                  <a:lnTo>
                    <a:pt x="7761" y="18490"/>
                  </a:lnTo>
                  <a:lnTo>
                    <a:pt x="7681" y="18230"/>
                  </a:lnTo>
                  <a:lnTo>
                    <a:pt x="7621" y="17989"/>
                  </a:lnTo>
                  <a:lnTo>
                    <a:pt x="7581" y="17728"/>
                  </a:lnTo>
                  <a:lnTo>
                    <a:pt x="7521" y="17227"/>
                  </a:lnTo>
                  <a:lnTo>
                    <a:pt x="7500" y="16685"/>
                  </a:lnTo>
                  <a:lnTo>
                    <a:pt x="7521" y="16164"/>
                  </a:lnTo>
                  <a:lnTo>
                    <a:pt x="7561" y="15623"/>
                  </a:lnTo>
                  <a:lnTo>
                    <a:pt x="7621" y="15081"/>
                  </a:lnTo>
                  <a:lnTo>
                    <a:pt x="7701" y="14540"/>
                  </a:lnTo>
                  <a:lnTo>
                    <a:pt x="7801" y="13998"/>
                  </a:lnTo>
                  <a:lnTo>
                    <a:pt x="7922" y="13477"/>
                  </a:lnTo>
                  <a:lnTo>
                    <a:pt x="8162" y="12434"/>
                  </a:lnTo>
                  <a:lnTo>
                    <a:pt x="8383" y="11451"/>
                  </a:lnTo>
                  <a:lnTo>
                    <a:pt x="8383" y="11451"/>
                  </a:lnTo>
                  <a:lnTo>
                    <a:pt x="8523" y="10609"/>
                  </a:lnTo>
                  <a:lnTo>
                    <a:pt x="8523" y="10609"/>
                  </a:lnTo>
                  <a:lnTo>
                    <a:pt x="8563" y="9947"/>
                  </a:lnTo>
                  <a:lnTo>
                    <a:pt x="8563" y="9947"/>
                  </a:lnTo>
                  <a:lnTo>
                    <a:pt x="8624" y="8804"/>
                  </a:lnTo>
                  <a:lnTo>
                    <a:pt x="8624" y="8222"/>
                  </a:lnTo>
                  <a:lnTo>
                    <a:pt x="8624" y="7641"/>
                  </a:lnTo>
                  <a:lnTo>
                    <a:pt x="8603" y="7059"/>
                  </a:lnTo>
                  <a:lnTo>
                    <a:pt x="8543" y="6478"/>
                  </a:lnTo>
                  <a:lnTo>
                    <a:pt x="8483" y="5896"/>
                  </a:lnTo>
                  <a:lnTo>
                    <a:pt x="8383" y="5315"/>
                  </a:lnTo>
                  <a:lnTo>
                    <a:pt x="8242" y="4753"/>
                  </a:lnTo>
                  <a:lnTo>
                    <a:pt x="8082" y="4191"/>
                  </a:lnTo>
                  <a:lnTo>
                    <a:pt x="7882" y="3670"/>
                  </a:lnTo>
                  <a:lnTo>
                    <a:pt x="7641" y="3149"/>
                  </a:lnTo>
                  <a:lnTo>
                    <a:pt x="7500" y="2908"/>
                  </a:lnTo>
                  <a:lnTo>
                    <a:pt x="7360" y="2647"/>
                  </a:lnTo>
                  <a:lnTo>
                    <a:pt x="7200" y="2427"/>
                  </a:lnTo>
                  <a:lnTo>
                    <a:pt x="7019" y="2186"/>
                  </a:lnTo>
                  <a:lnTo>
                    <a:pt x="6839" y="1965"/>
                  </a:lnTo>
                  <a:lnTo>
                    <a:pt x="6638" y="1745"/>
                  </a:lnTo>
                  <a:lnTo>
                    <a:pt x="6438" y="1524"/>
                  </a:lnTo>
                  <a:lnTo>
                    <a:pt x="6217" y="1324"/>
                  </a:lnTo>
                  <a:lnTo>
                    <a:pt x="6217" y="1324"/>
                  </a:lnTo>
                  <a:lnTo>
                    <a:pt x="5996" y="1163"/>
                  </a:lnTo>
                  <a:lnTo>
                    <a:pt x="5776" y="983"/>
                  </a:lnTo>
                  <a:lnTo>
                    <a:pt x="5555" y="842"/>
                  </a:lnTo>
                  <a:lnTo>
                    <a:pt x="5335" y="702"/>
                  </a:lnTo>
                  <a:lnTo>
                    <a:pt x="5114" y="582"/>
                  </a:lnTo>
                  <a:lnTo>
                    <a:pt x="4873" y="481"/>
                  </a:lnTo>
                  <a:lnTo>
                    <a:pt x="4653" y="381"/>
                  </a:lnTo>
                  <a:lnTo>
                    <a:pt x="4412" y="301"/>
                  </a:lnTo>
                  <a:lnTo>
                    <a:pt x="3931" y="161"/>
                  </a:lnTo>
                  <a:lnTo>
                    <a:pt x="3449" y="60"/>
                  </a:lnTo>
                  <a:lnTo>
                    <a:pt x="2948" y="0"/>
                  </a:lnTo>
                  <a:lnTo>
                    <a:pt x="246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34">
              <a:extLst>
                <a:ext uri="{FF2B5EF4-FFF2-40B4-BE49-F238E27FC236}">
                  <a16:creationId xmlns:a16="http://schemas.microsoft.com/office/drawing/2014/main" id="{779423E0-F499-243B-1FAF-5795C7078E43}"/>
                </a:ext>
              </a:extLst>
            </p:cNvPr>
            <p:cNvSpPr/>
            <p:nvPr/>
          </p:nvSpPr>
          <p:spPr>
            <a:xfrm>
              <a:off x="9994400" y="4450500"/>
              <a:ext cx="223125" cy="63700"/>
            </a:xfrm>
            <a:custGeom>
              <a:avLst/>
              <a:gdLst/>
              <a:ahLst/>
              <a:cxnLst/>
              <a:rect l="l" t="t" r="r" b="b"/>
              <a:pathLst>
                <a:path w="8925" h="2548" fill="none" extrusionOk="0">
                  <a:moveTo>
                    <a:pt x="3570" y="0"/>
                  </a:moveTo>
                  <a:lnTo>
                    <a:pt x="3570" y="0"/>
                  </a:lnTo>
                  <a:lnTo>
                    <a:pt x="3109" y="20"/>
                  </a:lnTo>
                  <a:lnTo>
                    <a:pt x="2647" y="60"/>
                  </a:lnTo>
                  <a:lnTo>
                    <a:pt x="2206" y="121"/>
                  </a:lnTo>
                  <a:lnTo>
                    <a:pt x="1745" y="221"/>
                  </a:lnTo>
                  <a:lnTo>
                    <a:pt x="1304" y="321"/>
                  </a:lnTo>
                  <a:lnTo>
                    <a:pt x="863" y="461"/>
                  </a:lnTo>
                  <a:lnTo>
                    <a:pt x="421" y="602"/>
                  </a:lnTo>
                  <a:lnTo>
                    <a:pt x="0" y="782"/>
                  </a:lnTo>
                  <a:lnTo>
                    <a:pt x="0" y="782"/>
                  </a:lnTo>
                  <a:lnTo>
                    <a:pt x="201" y="943"/>
                  </a:lnTo>
                  <a:lnTo>
                    <a:pt x="381" y="1123"/>
                  </a:lnTo>
                  <a:lnTo>
                    <a:pt x="562" y="1344"/>
                  </a:lnTo>
                  <a:lnTo>
                    <a:pt x="742" y="1564"/>
                  </a:lnTo>
                  <a:lnTo>
                    <a:pt x="742" y="1564"/>
                  </a:lnTo>
                  <a:lnTo>
                    <a:pt x="1183" y="1384"/>
                  </a:lnTo>
                  <a:lnTo>
                    <a:pt x="1645" y="1244"/>
                  </a:lnTo>
                  <a:lnTo>
                    <a:pt x="2106" y="1103"/>
                  </a:lnTo>
                  <a:lnTo>
                    <a:pt x="2567" y="983"/>
                  </a:lnTo>
                  <a:lnTo>
                    <a:pt x="3029" y="883"/>
                  </a:lnTo>
                  <a:lnTo>
                    <a:pt x="3510" y="822"/>
                  </a:lnTo>
                  <a:lnTo>
                    <a:pt x="3971" y="782"/>
                  </a:lnTo>
                  <a:lnTo>
                    <a:pt x="4452" y="762"/>
                  </a:lnTo>
                  <a:lnTo>
                    <a:pt x="4452" y="762"/>
                  </a:lnTo>
                  <a:lnTo>
                    <a:pt x="4793" y="782"/>
                  </a:lnTo>
                  <a:lnTo>
                    <a:pt x="5154" y="802"/>
                  </a:lnTo>
                  <a:lnTo>
                    <a:pt x="5495" y="842"/>
                  </a:lnTo>
                  <a:lnTo>
                    <a:pt x="5836" y="903"/>
                  </a:lnTo>
                  <a:lnTo>
                    <a:pt x="6177" y="983"/>
                  </a:lnTo>
                  <a:lnTo>
                    <a:pt x="6518" y="1083"/>
                  </a:lnTo>
                  <a:lnTo>
                    <a:pt x="6859" y="1183"/>
                  </a:lnTo>
                  <a:lnTo>
                    <a:pt x="7180" y="1324"/>
                  </a:lnTo>
                  <a:lnTo>
                    <a:pt x="7180" y="1324"/>
                  </a:lnTo>
                  <a:lnTo>
                    <a:pt x="7440" y="1444"/>
                  </a:lnTo>
                  <a:lnTo>
                    <a:pt x="7681" y="1584"/>
                  </a:lnTo>
                  <a:lnTo>
                    <a:pt x="7902" y="1705"/>
                  </a:lnTo>
                  <a:lnTo>
                    <a:pt x="8122" y="1865"/>
                  </a:lnTo>
                  <a:lnTo>
                    <a:pt x="8343" y="2026"/>
                  </a:lnTo>
                  <a:lnTo>
                    <a:pt x="8543" y="2186"/>
                  </a:lnTo>
                  <a:lnTo>
                    <a:pt x="8925" y="2547"/>
                  </a:lnTo>
                  <a:lnTo>
                    <a:pt x="8925" y="2547"/>
                  </a:lnTo>
                  <a:lnTo>
                    <a:pt x="8564" y="2126"/>
                  </a:lnTo>
                  <a:lnTo>
                    <a:pt x="8183" y="1745"/>
                  </a:lnTo>
                  <a:lnTo>
                    <a:pt x="7962" y="1564"/>
                  </a:lnTo>
                  <a:lnTo>
                    <a:pt x="7761" y="1384"/>
                  </a:lnTo>
                  <a:lnTo>
                    <a:pt x="7521" y="1224"/>
                  </a:lnTo>
                  <a:lnTo>
                    <a:pt x="7300" y="1063"/>
                  </a:lnTo>
                  <a:lnTo>
                    <a:pt x="7059" y="903"/>
                  </a:lnTo>
                  <a:lnTo>
                    <a:pt x="6799" y="782"/>
                  </a:lnTo>
                  <a:lnTo>
                    <a:pt x="6538" y="642"/>
                  </a:lnTo>
                  <a:lnTo>
                    <a:pt x="6257" y="522"/>
                  </a:lnTo>
                  <a:lnTo>
                    <a:pt x="5977" y="421"/>
                  </a:lnTo>
                  <a:lnTo>
                    <a:pt x="5696" y="321"/>
                  </a:lnTo>
                  <a:lnTo>
                    <a:pt x="5395" y="241"/>
                  </a:lnTo>
                  <a:lnTo>
                    <a:pt x="5074" y="161"/>
                  </a:lnTo>
                  <a:lnTo>
                    <a:pt x="5074" y="161"/>
                  </a:lnTo>
                  <a:lnTo>
                    <a:pt x="4693" y="100"/>
                  </a:lnTo>
                  <a:lnTo>
                    <a:pt x="4332" y="40"/>
                  </a:lnTo>
                  <a:lnTo>
                    <a:pt x="3951" y="20"/>
                  </a:lnTo>
                  <a:lnTo>
                    <a:pt x="357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34">
              <a:extLst>
                <a:ext uri="{FF2B5EF4-FFF2-40B4-BE49-F238E27FC236}">
                  <a16:creationId xmlns:a16="http://schemas.microsoft.com/office/drawing/2014/main" id="{52A74DD5-32AB-4115-44ED-25BABA20D265}"/>
                </a:ext>
              </a:extLst>
            </p:cNvPr>
            <p:cNvSpPr/>
            <p:nvPr/>
          </p:nvSpPr>
          <p:spPr>
            <a:xfrm>
              <a:off x="10012950" y="4469550"/>
              <a:ext cx="278275" cy="559050"/>
            </a:xfrm>
            <a:custGeom>
              <a:avLst/>
              <a:gdLst/>
              <a:ahLst/>
              <a:cxnLst/>
              <a:rect l="l" t="t" r="r" b="b"/>
              <a:pathLst>
                <a:path w="11131" h="22362" extrusionOk="0">
                  <a:moveTo>
                    <a:pt x="3710" y="0"/>
                  </a:moveTo>
                  <a:lnTo>
                    <a:pt x="3229" y="20"/>
                  </a:lnTo>
                  <a:lnTo>
                    <a:pt x="2768" y="60"/>
                  </a:lnTo>
                  <a:lnTo>
                    <a:pt x="2287" y="121"/>
                  </a:lnTo>
                  <a:lnTo>
                    <a:pt x="1825" y="221"/>
                  </a:lnTo>
                  <a:lnTo>
                    <a:pt x="1364" y="341"/>
                  </a:lnTo>
                  <a:lnTo>
                    <a:pt x="903" y="482"/>
                  </a:lnTo>
                  <a:lnTo>
                    <a:pt x="441" y="622"/>
                  </a:lnTo>
                  <a:lnTo>
                    <a:pt x="0" y="802"/>
                  </a:lnTo>
                  <a:lnTo>
                    <a:pt x="161" y="1043"/>
                  </a:lnTo>
                  <a:lnTo>
                    <a:pt x="301" y="1284"/>
                  </a:lnTo>
                  <a:lnTo>
                    <a:pt x="762" y="1183"/>
                  </a:lnTo>
                  <a:lnTo>
                    <a:pt x="1244" y="1103"/>
                  </a:lnTo>
                  <a:lnTo>
                    <a:pt x="1705" y="1043"/>
                  </a:lnTo>
                  <a:lnTo>
                    <a:pt x="2166" y="1023"/>
                  </a:lnTo>
                  <a:lnTo>
                    <a:pt x="2587" y="1043"/>
                  </a:lnTo>
                  <a:lnTo>
                    <a:pt x="3008" y="1083"/>
                  </a:lnTo>
                  <a:lnTo>
                    <a:pt x="3430" y="1163"/>
                  </a:lnTo>
                  <a:lnTo>
                    <a:pt x="3851" y="1264"/>
                  </a:lnTo>
                  <a:lnTo>
                    <a:pt x="4252" y="1404"/>
                  </a:lnTo>
                  <a:lnTo>
                    <a:pt x="4673" y="1585"/>
                  </a:lnTo>
                  <a:lnTo>
                    <a:pt x="5074" y="1785"/>
                  </a:lnTo>
                  <a:lnTo>
                    <a:pt x="5475" y="2026"/>
                  </a:lnTo>
                  <a:lnTo>
                    <a:pt x="5736" y="2226"/>
                  </a:lnTo>
                  <a:lnTo>
                    <a:pt x="5977" y="2427"/>
                  </a:lnTo>
                  <a:lnTo>
                    <a:pt x="6217" y="2627"/>
                  </a:lnTo>
                  <a:lnTo>
                    <a:pt x="6438" y="2848"/>
                  </a:lnTo>
                  <a:lnTo>
                    <a:pt x="6638" y="3089"/>
                  </a:lnTo>
                  <a:lnTo>
                    <a:pt x="6819" y="3329"/>
                  </a:lnTo>
                  <a:lnTo>
                    <a:pt x="6979" y="3570"/>
                  </a:lnTo>
                  <a:lnTo>
                    <a:pt x="7140" y="3831"/>
                  </a:lnTo>
                  <a:lnTo>
                    <a:pt x="7280" y="4091"/>
                  </a:lnTo>
                  <a:lnTo>
                    <a:pt x="7420" y="4372"/>
                  </a:lnTo>
                  <a:lnTo>
                    <a:pt x="7541" y="4653"/>
                  </a:lnTo>
                  <a:lnTo>
                    <a:pt x="7641" y="4934"/>
                  </a:lnTo>
                  <a:lnTo>
                    <a:pt x="7822" y="5515"/>
                  </a:lnTo>
                  <a:lnTo>
                    <a:pt x="7982" y="6137"/>
                  </a:lnTo>
                  <a:lnTo>
                    <a:pt x="8082" y="6759"/>
                  </a:lnTo>
                  <a:lnTo>
                    <a:pt x="8162" y="7380"/>
                  </a:lnTo>
                  <a:lnTo>
                    <a:pt x="8203" y="8022"/>
                  </a:lnTo>
                  <a:lnTo>
                    <a:pt x="8243" y="8644"/>
                  </a:lnTo>
                  <a:lnTo>
                    <a:pt x="8243" y="9286"/>
                  </a:lnTo>
                  <a:lnTo>
                    <a:pt x="8243" y="9907"/>
                  </a:lnTo>
                  <a:lnTo>
                    <a:pt x="8203" y="11110"/>
                  </a:lnTo>
                  <a:lnTo>
                    <a:pt x="8142" y="12193"/>
                  </a:lnTo>
                  <a:lnTo>
                    <a:pt x="8062" y="13316"/>
                  </a:lnTo>
                  <a:lnTo>
                    <a:pt x="7982" y="14460"/>
                  </a:lnTo>
                  <a:lnTo>
                    <a:pt x="7942" y="15603"/>
                  </a:lnTo>
                  <a:lnTo>
                    <a:pt x="7942" y="16164"/>
                  </a:lnTo>
                  <a:lnTo>
                    <a:pt x="7942" y="16726"/>
                  </a:lnTo>
                  <a:lnTo>
                    <a:pt x="7982" y="17287"/>
                  </a:lnTo>
                  <a:lnTo>
                    <a:pt x="8022" y="17849"/>
                  </a:lnTo>
                  <a:lnTo>
                    <a:pt x="8102" y="18410"/>
                  </a:lnTo>
                  <a:lnTo>
                    <a:pt x="8223" y="18952"/>
                  </a:lnTo>
                  <a:lnTo>
                    <a:pt x="8363" y="19493"/>
                  </a:lnTo>
                  <a:lnTo>
                    <a:pt x="8523" y="20015"/>
                  </a:lnTo>
                  <a:lnTo>
                    <a:pt x="8644" y="20275"/>
                  </a:lnTo>
                  <a:lnTo>
                    <a:pt x="8764" y="20556"/>
                  </a:lnTo>
                  <a:lnTo>
                    <a:pt x="8904" y="20837"/>
                  </a:lnTo>
                  <a:lnTo>
                    <a:pt x="9085" y="21098"/>
                  </a:lnTo>
                  <a:lnTo>
                    <a:pt x="9265" y="21358"/>
                  </a:lnTo>
                  <a:lnTo>
                    <a:pt x="9466" y="21619"/>
                  </a:lnTo>
                  <a:lnTo>
                    <a:pt x="9667" y="21860"/>
                  </a:lnTo>
                  <a:lnTo>
                    <a:pt x="9907" y="22080"/>
                  </a:lnTo>
                  <a:lnTo>
                    <a:pt x="10308" y="22201"/>
                  </a:lnTo>
                  <a:lnTo>
                    <a:pt x="10729" y="22301"/>
                  </a:lnTo>
                  <a:lnTo>
                    <a:pt x="10729" y="22301"/>
                  </a:lnTo>
                  <a:lnTo>
                    <a:pt x="10589" y="22100"/>
                  </a:lnTo>
                  <a:lnTo>
                    <a:pt x="10589" y="22100"/>
                  </a:lnTo>
                  <a:lnTo>
                    <a:pt x="10830" y="22241"/>
                  </a:lnTo>
                  <a:lnTo>
                    <a:pt x="11070" y="22361"/>
                  </a:lnTo>
                  <a:lnTo>
                    <a:pt x="11131" y="22361"/>
                  </a:lnTo>
                  <a:lnTo>
                    <a:pt x="10970" y="22161"/>
                  </a:lnTo>
                  <a:lnTo>
                    <a:pt x="10830" y="21960"/>
                  </a:lnTo>
                  <a:lnTo>
                    <a:pt x="10689" y="21739"/>
                  </a:lnTo>
                  <a:lnTo>
                    <a:pt x="10569" y="21499"/>
                  </a:lnTo>
                  <a:lnTo>
                    <a:pt x="10449" y="21278"/>
                  </a:lnTo>
                  <a:lnTo>
                    <a:pt x="10348" y="21037"/>
                  </a:lnTo>
                  <a:lnTo>
                    <a:pt x="10168" y="20536"/>
                  </a:lnTo>
                  <a:lnTo>
                    <a:pt x="9927" y="20235"/>
                  </a:lnTo>
                  <a:lnTo>
                    <a:pt x="9727" y="19955"/>
                  </a:lnTo>
                  <a:lnTo>
                    <a:pt x="9867" y="20516"/>
                  </a:lnTo>
                  <a:lnTo>
                    <a:pt x="9947" y="20777"/>
                  </a:lnTo>
                  <a:lnTo>
                    <a:pt x="10068" y="21058"/>
                  </a:lnTo>
                  <a:lnTo>
                    <a:pt x="10168" y="21318"/>
                  </a:lnTo>
                  <a:lnTo>
                    <a:pt x="10308" y="21579"/>
                  </a:lnTo>
                  <a:lnTo>
                    <a:pt x="10449" y="21840"/>
                  </a:lnTo>
                  <a:lnTo>
                    <a:pt x="10589" y="22080"/>
                  </a:lnTo>
                  <a:lnTo>
                    <a:pt x="10409" y="21960"/>
                  </a:lnTo>
                  <a:lnTo>
                    <a:pt x="10248" y="21840"/>
                  </a:lnTo>
                  <a:lnTo>
                    <a:pt x="10108" y="21699"/>
                  </a:lnTo>
                  <a:lnTo>
                    <a:pt x="9947" y="21539"/>
                  </a:lnTo>
                  <a:lnTo>
                    <a:pt x="9687" y="21218"/>
                  </a:lnTo>
                  <a:lnTo>
                    <a:pt x="9446" y="20857"/>
                  </a:lnTo>
                  <a:lnTo>
                    <a:pt x="9245" y="20456"/>
                  </a:lnTo>
                  <a:lnTo>
                    <a:pt x="9065" y="20055"/>
                  </a:lnTo>
                  <a:lnTo>
                    <a:pt x="8904" y="19614"/>
                  </a:lnTo>
                  <a:lnTo>
                    <a:pt x="8784" y="19172"/>
                  </a:lnTo>
                  <a:lnTo>
                    <a:pt x="8684" y="18711"/>
                  </a:lnTo>
                  <a:lnTo>
                    <a:pt x="8584" y="18250"/>
                  </a:lnTo>
                  <a:lnTo>
                    <a:pt x="8523" y="17769"/>
                  </a:lnTo>
                  <a:lnTo>
                    <a:pt x="8483" y="17287"/>
                  </a:lnTo>
                  <a:lnTo>
                    <a:pt x="8443" y="16806"/>
                  </a:lnTo>
                  <a:lnTo>
                    <a:pt x="8423" y="16345"/>
                  </a:lnTo>
                  <a:lnTo>
                    <a:pt x="8423" y="15442"/>
                  </a:lnTo>
                  <a:lnTo>
                    <a:pt x="8463" y="14219"/>
                  </a:lnTo>
                  <a:lnTo>
                    <a:pt x="8523" y="13016"/>
                  </a:lnTo>
                  <a:lnTo>
                    <a:pt x="8604" y="11792"/>
                  </a:lnTo>
                  <a:lnTo>
                    <a:pt x="8664" y="10569"/>
                  </a:lnTo>
                  <a:lnTo>
                    <a:pt x="8684" y="9967"/>
                  </a:lnTo>
                  <a:lnTo>
                    <a:pt x="8684" y="9346"/>
                  </a:lnTo>
                  <a:lnTo>
                    <a:pt x="8684" y="8744"/>
                  </a:lnTo>
                  <a:lnTo>
                    <a:pt x="8664" y="8142"/>
                  </a:lnTo>
                  <a:lnTo>
                    <a:pt x="8604" y="7541"/>
                  </a:lnTo>
                  <a:lnTo>
                    <a:pt x="8544" y="6939"/>
                  </a:lnTo>
                  <a:lnTo>
                    <a:pt x="8443" y="6337"/>
                  </a:lnTo>
                  <a:lnTo>
                    <a:pt x="8323" y="5736"/>
                  </a:lnTo>
                  <a:lnTo>
                    <a:pt x="8223" y="5275"/>
                  </a:lnTo>
                  <a:lnTo>
                    <a:pt x="8082" y="4853"/>
                  </a:lnTo>
                  <a:lnTo>
                    <a:pt x="7922" y="4432"/>
                  </a:lnTo>
                  <a:lnTo>
                    <a:pt x="7721" y="4031"/>
                  </a:lnTo>
                  <a:lnTo>
                    <a:pt x="7521" y="3630"/>
                  </a:lnTo>
                  <a:lnTo>
                    <a:pt x="7280" y="3269"/>
                  </a:lnTo>
                  <a:lnTo>
                    <a:pt x="7019" y="2908"/>
                  </a:lnTo>
                  <a:lnTo>
                    <a:pt x="6739" y="2587"/>
                  </a:lnTo>
                  <a:lnTo>
                    <a:pt x="6438" y="2266"/>
                  </a:lnTo>
                  <a:lnTo>
                    <a:pt x="6117" y="1986"/>
                  </a:lnTo>
                  <a:lnTo>
                    <a:pt x="5776" y="1705"/>
                  </a:lnTo>
                  <a:lnTo>
                    <a:pt x="5395" y="1484"/>
                  </a:lnTo>
                  <a:lnTo>
                    <a:pt x="5014" y="1264"/>
                  </a:lnTo>
                  <a:lnTo>
                    <a:pt x="4613" y="1083"/>
                  </a:lnTo>
                  <a:lnTo>
                    <a:pt x="4172" y="923"/>
                  </a:lnTo>
                  <a:lnTo>
                    <a:pt x="3730" y="782"/>
                  </a:lnTo>
                  <a:lnTo>
                    <a:pt x="3329" y="702"/>
                  </a:lnTo>
                  <a:lnTo>
                    <a:pt x="2948" y="642"/>
                  </a:lnTo>
                  <a:lnTo>
                    <a:pt x="2547" y="602"/>
                  </a:lnTo>
                  <a:lnTo>
                    <a:pt x="1785" y="602"/>
                  </a:lnTo>
                  <a:lnTo>
                    <a:pt x="1404" y="642"/>
                  </a:lnTo>
                  <a:lnTo>
                    <a:pt x="2026" y="502"/>
                  </a:lnTo>
                  <a:lnTo>
                    <a:pt x="2647" y="381"/>
                  </a:lnTo>
                  <a:lnTo>
                    <a:pt x="3249" y="321"/>
                  </a:lnTo>
                  <a:lnTo>
                    <a:pt x="3871" y="301"/>
                  </a:lnTo>
                  <a:lnTo>
                    <a:pt x="4352" y="301"/>
                  </a:lnTo>
                  <a:lnTo>
                    <a:pt x="4853" y="361"/>
                  </a:lnTo>
                  <a:lnTo>
                    <a:pt x="5335" y="462"/>
                  </a:lnTo>
                  <a:lnTo>
                    <a:pt x="5816" y="602"/>
                  </a:lnTo>
                  <a:lnTo>
                    <a:pt x="6057" y="682"/>
                  </a:lnTo>
                  <a:lnTo>
                    <a:pt x="6277" y="782"/>
                  </a:lnTo>
                  <a:lnTo>
                    <a:pt x="6518" y="883"/>
                  </a:lnTo>
                  <a:lnTo>
                    <a:pt x="6739" y="1003"/>
                  </a:lnTo>
                  <a:lnTo>
                    <a:pt x="6959" y="1143"/>
                  </a:lnTo>
                  <a:lnTo>
                    <a:pt x="7180" y="1284"/>
                  </a:lnTo>
                  <a:lnTo>
                    <a:pt x="7400" y="1464"/>
                  </a:lnTo>
                  <a:lnTo>
                    <a:pt x="7621" y="1625"/>
                  </a:lnTo>
                  <a:lnTo>
                    <a:pt x="7842" y="1825"/>
                  </a:lnTo>
                  <a:lnTo>
                    <a:pt x="8042" y="2046"/>
                  </a:lnTo>
                  <a:lnTo>
                    <a:pt x="8243" y="2266"/>
                  </a:lnTo>
                  <a:lnTo>
                    <a:pt x="8423" y="2487"/>
                  </a:lnTo>
                  <a:lnTo>
                    <a:pt x="8604" y="2728"/>
                  </a:lnTo>
                  <a:lnTo>
                    <a:pt x="8764" y="2948"/>
                  </a:lnTo>
                  <a:lnTo>
                    <a:pt x="8904" y="3209"/>
                  </a:lnTo>
                  <a:lnTo>
                    <a:pt x="9045" y="3450"/>
                  </a:lnTo>
                  <a:lnTo>
                    <a:pt x="9286" y="3971"/>
                  </a:lnTo>
                  <a:lnTo>
                    <a:pt x="9486" y="4492"/>
                  </a:lnTo>
                  <a:lnTo>
                    <a:pt x="9646" y="5054"/>
                  </a:lnTo>
                  <a:lnTo>
                    <a:pt x="9787" y="5616"/>
                  </a:lnTo>
                  <a:lnTo>
                    <a:pt x="9887" y="6197"/>
                  </a:lnTo>
                  <a:lnTo>
                    <a:pt x="9947" y="6779"/>
                  </a:lnTo>
                  <a:lnTo>
                    <a:pt x="10007" y="7360"/>
                  </a:lnTo>
                  <a:lnTo>
                    <a:pt x="10028" y="7942"/>
                  </a:lnTo>
                  <a:lnTo>
                    <a:pt x="10028" y="8523"/>
                  </a:lnTo>
                  <a:lnTo>
                    <a:pt x="10028" y="9105"/>
                  </a:lnTo>
                  <a:lnTo>
                    <a:pt x="9967" y="10248"/>
                  </a:lnTo>
                  <a:lnTo>
                    <a:pt x="9927" y="10910"/>
                  </a:lnTo>
                  <a:lnTo>
                    <a:pt x="10007" y="10328"/>
                  </a:lnTo>
                  <a:lnTo>
                    <a:pt x="10068" y="9747"/>
                  </a:lnTo>
                  <a:lnTo>
                    <a:pt x="10108" y="9145"/>
                  </a:lnTo>
                  <a:lnTo>
                    <a:pt x="10128" y="8543"/>
                  </a:lnTo>
                  <a:lnTo>
                    <a:pt x="10108" y="7922"/>
                  </a:lnTo>
                  <a:lnTo>
                    <a:pt x="10088" y="7320"/>
                  </a:lnTo>
                  <a:lnTo>
                    <a:pt x="10028" y="6719"/>
                  </a:lnTo>
                  <a:lnTo>
                    <a:pt x="9927" y="6117"/>
                  </a:lnTo>
                  <a:lnTo>
                    <a:pt x="9827" y="5515"/>
                  </a:lnTo>
                  <a:lnTo>
                    <a:pt x="9687" y="4934"/>
                  </a:lnTo>
                  <a:lnTo>
                    <a:pt x="9506" y="4352"/>
                  </a:lnTo>
                  <a:lnTo>
                    <a:pt x="9306" y="3811"/>
                  </a:lnTo>
                  <a:lnTo>
                    <a:pt x="9065" y="3269"/>
                  </a:lnTo>
                  <a:lnTo>
                    <a:pt x="8804" y="2748"/>
                  </a:lnTo>
                  <a:lnTo>
                    <a:pt x="8503" y="2246"/>
                  </a:lnTo>
                  <a:lnTo>
                    <a:pt x="8183" y="1785"/>
                  </a:lnTo>
                  <a:lnTo>
                    <a:pt x="7801" y="1424"/>
                  </a:lnTo>
                  <a:lnTo>
                    <a:pt x="7601" y="1264"/>
                  </a:lnTo>
                  <a:lnTo>
                    <a:pt x="7380" y="1103"/>
                  </a:lnTo>
                  <a:lnTo>
                    <a:pt x="7160" y="943"/>
                  </a:lnTo>
                  <a:lnTo>
                    <a:pt x="6939" y="822"/>
                  </a:lnTo>
                  <a:lnTo>
                    <a:pt x="6698" y="682"/>
                  </a:lnTo>
                  <a:lnTo>
                    <a:pt x="6438" y="562"/>
                  </a:lnTo>
                  <a:lnTo>
                    <a:pt x="6117" y="421"/>
                  </a:lnTo>
                  <a:lnTo>
                    <a:pt x="5776" y="321"/>
                  </a:lnTo>
                  <a:lnTo>
                    <a:pt x="5435" y="221"/>
                  </a:lnTo>
                  <a:lnTo>
                    <a:pt x="5094" y="141"/>
                  </a:lnTo>
                  <a:lnTo>
                    <a:pt x="4753" y="80"/>
                  </a:lnTo>
                  <a:lnTo>
                    <a:pt x="4412" y="40"/>
                  </a:lnTo>
                  <a:lnTo>
                    <a:pt x="4051" y="20"/>
                  </a:lnTo>
                  <a:lnTo>
                    <a:pt x="37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34">
              <a:extLst>
                <a:ext uri="{FF2B5EF4-FFF2-40B4-BE49-F238E27FC236}">
                  <a16:creationId xmlns:a16="http://schemas.microsoft.com/office/drawing/2014/main" id="{E89F1850-96BC-BCC7-0C4D-3AF8C819F5D8}"/>
                </a:ext>
              </a:extLst>
            </p:cNvPr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extrusionOk="0">
                  <a:moveTo>
                    <a:pt x="0" y="0"/>
                  </a:moveTo>
                  <a:lnTo>
                    <a:pt x="140" y="20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C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34">
              <a:extLst>
                <a:ext uri="{FF2B5EF4-FFF2-40B4-BE49-F238E27FC236}">
                  <a16:creationId xmlns:a16="http://schemas.microsoft.com/office/drawing/2014/main" id="{B0AD0B95-5B12-83FF-DCC8-162F2097CF68}"/>
                </a:ext>
              </a:extLst>
            </p:cNvPr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34">
              <a:extLst>
                <a:ext uri="{FF2B5EF4-FFF2-40B4-BE49-F238E27FC236}">
                  <a16:creationId xmlns:a16="http://schemas.microsoft.com/office/drawing/2014/main" id="{E37D7584-B9C5-ABFB-D2DB-ABEBC4C8769E}"/>
                </a:ext>
              </a:extLst>
            </p:cNvPr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extrusionOk="0">
                  <a:moveTo>
                    <a:pt x="0" y="0"/>
                  </a:moveTo>
                  <a:lnTo>
                    <a:pt x="0" y="0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41" y="14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C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34">
              <a:extLst>
                <a:ext uri="{FF2B5EF4-FFF2-40B4-BE49-F238E27FC236}">
                  <a16:creationId xmlns:a16="http://schemas.microsoft.com/office/drawing/2014/main" id="{D4F0E64C-B65B-82FF-2770-9A1948B8CAA0}"/>
                </a:ext>
              </a:extLst>
            </p:cNvPr>
            <p:cNvSpPr/>
            <p:nvPr/>
          </p:nvSpPr>
          <p:spPr>
            <a:xfrm>
              <a:off x="10277675" y="5022050"/>
              <a:ext cx="3525" cy="5025"/>
            </a:xfrm>
            <a:custGeom>
              <a:avLst/>
              <a:gdLst/>
              <a:ahLst/>
              <a:cxnLst/>
              <a:rect l="l" t="t" r="r" b="b"/>
              <a:pathLst>
                <a:path w="141" h="20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34">
              <a:extLst>
                <a:ext uri="{FF2B5EF4-FFF2-40B4-BE49-F238E27FC236}">
                  <a16:creationId xmlns:a16="http://schemas.microsoft.com/office/drawing/2014/main" id="{46FA4BDA-6533-0CA6-1D1C-CB1AFD927E23}"/>
                </a:ext>
              </a:extLst>
            </p:cNvPr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41" y="14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34">
              <a:extLst>
                <a:ext uri="{FF2B5EF4-FFF2-40B4-BE49-F238E27FC236}">
                  <a16:creationId xmlns:a16="http://schemas.microsoft.com/office/drawing/2014/main" id="{05922CC2-E55A-BFBD-67D9-C4FE957B41AF}"/>
                </a:ext>
              </a:extLst>
            </p:cNvPr>
            <p:cNvSpPr/>
            <p:nvPr/>
          </p:nvSpPr>
          <p:spPr>
            <a:xfrm>
              <a:off x="8482800" y="3920050"/>
              <a:ext cx="143900" cy="186525"/>
            </a:xfrm>
            <a:custGeom>
              <a:avLst/>
              <a:gdLst/>
              <a:ahLst/>
              <a:cxnLst/>
              <a:rect l="l" t="t" r="r" b="b"/>
              <a:pathLst>
                <a:path w="5756" h="7461" extrusionOk="0">
                  <a:moveTo>
                    <a:pt x="1123" y="0"/>
                  </a:moveTo>
                  <a:lnTo>
                    <a:pt x="983" y="21"/>
                  </a:lnTo>
                  <a:lnTo>
                    <a:pt x="842" y="61"/>
                  </a:lnTo>
                  <a:lnTo>
                    <a:pt x="702" y="141"/>
                  </a:lnTo>
                  <a:lnTo>
                    <a:pt x="582" y="221"/>
                  </a:lnTo>
                  <a:lnTo>
                    <a:pt x="481" y="321"/>
                  </a:lnTo>
                  <a:lnTo>
                    <a:pt x="381" y="422"/>
                  </a:lnTo>
                  <a:lnTo>
                    <a:pt x="301" y="562"/>
                  </a:lnTo>
                  <a:lnTo>
                    <a:pt x="221" y="722"/>
                  </a:lnTo>
                  <a:lnTo>
                    <a:pt x="160" y="903"/>
                  </a:lnTo>
                  <a:lnTo>
                    <a:pt x="100" y="1083"/>
                  </a:lnTo>
                  <a:lnTo>
                    <a:pt x="60" y="1284"/>
                  </a:lnTo>
                  <a:lnTo>
                    <a:pt x="0" y="1725"/>
                  </a:lnTo>
                  <a:lnTo>
                    <a:pt x="0" y="2206"/>
                  </a:lnTo>
                  <a:lnTo>
                    <a:pt x="0" y="2728"/>
                  </a:lnTo>
                  <a:lnTo>
                    <a:pt x="40" y="3269"/>
                  </a:lnTo>
                  <a:lnTo>
                    <a:pt x="100" y="3811"/>
                  </a:lnTo>
                  <a:lnTo>
                    <a:pt x="180" y="4372"/>
                  </a:lnTo>
                  <a:lnTo>
                    <a:pt x="281" y="4914"/>
                  </a:lnTo>
                  <a:lnTo>
                    <a:pt x="501" y="5937"/>
                  </a:lnTo>
                  <a:lnTo>
                    <a:pt x="722" y="6799"/>
                  </a:lnTo>
                  <a:lnTo>
                    <a:pt x="902" y="7461"/>
                  </a:lnTo>
                  <a:lnTo>
                    <a:pt x="5756" y="6719"/>
                  </a:lnTo>
                  <a:lnTo>
                    <a:pt x="5615" y="6217"/>
                  </a:lnTo>
                  <a:lnTo>
                    <a:pt x="5475" y="5736"/>
                  </a:lnTo>
                  <a:lnTo>
                    <a:pt x="5335" y="5275"/>
                  </a:lnTo>
                  <a:lnTo>
                    <a:pt x="5174" y="4834"/>
                  </a:lnTo>
                  <a:lnTo>
                    <a:pt x="5014" y="4412"/>
                  </a:lnTo>
                  <a:lnTo>
                    <a:pt x="4853" y="4011"/>
                  </a:lnTo>
                  <a:lnTo>
                    <a:pt x="4673" y="3630"/>
                  </a:lnTo>
                  <a:lnTo>
                    <a:pt x="4492" y="3249"/>
                  </a:lnTo>
                  <a:lnTo>
                    <a:pt x="4131" y="2588"/>
                  </a:lnTo>
                  <a:lnTo>
                    <a:pt x="3951" y="2287"/>
                  </a:lnTo>
                  <a:lnTo>
                    <a:pt x="3770" y="1986"/>
                  </a:lnTo>
                  <a:lnTo>
                    <a:pt x="3590" y="1725"/>
                  </a:lnTo>
                  <a:lnTo>
                    <a:pt x="3389" y="1485"/>
                  </a:lnTo>
                  <a:lnTo>
                    <a:pt x="3209" y="1244"/>
                  </a:lnTo>
                  <a:lnTo>
                    <a:pt x="3008" y="1043"/>
                  </a:lnTo>
                  <a:lnTo>
                    <a:pt x="2828" y="843"/>
                  </a:lnTo>
                  <a:lnTo>
                    <a:pt x="2647" y="682"/>
                  </a:lnTo>
                  <a:lnTo>
                    <a:pt x="2467" y="522"/>
                  </a:lnTo>
                  <a:lnTo>
                    <a:pt x="2286" y="382"/>
                  </a:lnTo>
                  <a:lnTo>
                    <a:pt x="2106" y="281"/>
                  </a:lnTo>
                  <a:lnTo>
                    <a:pt x="1925" y="181"/>
                  </a:lnTo>
                  <a:lnTo>
                    <a:pt x="1745" y="101"/>
                  </a:lnTo>
                  <a:lnTo>
                    <a:pt x="1584" y="61"/>
                  </a:lnTo>
                  <a:lnTo>
                    <a:pt x="1424" y="21"/>
                  </a:lnTo>
                  <a:lnTo>
                    <a:pt x="126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34">
              <a:extLst>
                <a:ext uri="{FF2B5EF4-FFF2-40B4-BE49-F238E27FC236}">
                  <a16:creationId xmlns:a16="http://schemas.microsoft.com/office/drawing/2014/main" id="{ED0BD25F-F252-C03C-B8D0-DEC24E40267D}"/>
                </a:ext>
              </a:extLst>
            </p:cNvPr>
            <p:cNvSpPr/>
            <p:nvPr/>
          </p:nvSpPr>
          <p:spPr>
            <a:xfrm>
              <a:off x="8482800" y="3920050"/>
              <a:ext cx="143900" cy="186525"/>
            </a:xfrm>
            <a:custGeom>
              <a:avLst/>
              <a:gdLst/>
              <a:ahLst/>
              <a:cxnLst/>
              <a:rect l="l" t="t" r="r" b="b"/>
              <a:pathLst>
                <a:path w="5756" h="7461" fill="none" extrusionOk="0">
                  <a:moveTo>
                    <a:pt x="902" y="7461"/>
                  </a:moveTo>
                  <a:lnTo>
                    <a:pt x="902" y="7461"/>
                  </a:lnTo>
                  <a:lnTo>
                    <a:pt x="722" y="6799"/>
                  </a:lnTo>
                  <a:lnTo>
                    <a:pt x="501" y="5937"/>
                  </a:lnTo>
                  <a:lnTo>
                    <a:pt x="281" y="4914"/>
                  </a:lnTo>
                  <a:lnTo>
                    <a:pt x="180" y="4372"/>
                  </a:lnTo>
                  <a:lnTo>
                    <a:pt x="100" y="3811"/>
                  </a:lnTo>
                  <a:lnTo>
                    <a:pt x="40" y="3269"/>
                  </a:lnTo>
                  <a:lnTo>
                    <a:pt x="0" y="2728"/>
                  </a:lnTo>
                  <a:lnTo>
                    <a:pt x="0" y="2206"/>
                  </a:lnTo>
                  <a:lnTo>
                    <a:pt x="0" y="1725"/>
                  </a:lnTo>
                  <a:lnTo>
                    <a:pt x="60" y="1284"/>
                  </a:lnTo>
                  <a:lnTo>
                    <a:pt x="100" y="1083"/>
                  </a:lnTo>
                  <a:lnTo>
                    <a:pt x="160" y="903"/>
                  </a:lnTo>
                  <a:lnTo>
                    <a:pt x="221" y="722"/>
                  </a:lnTo>
                  <a:lnTo>
                    <a:pt x="301" y="562"/>
                  </a:lnTo>
                  <a:lnTo>
                    <a:pt x="381" y="422"/>
                  </a:lnTo>
                  <a:lnTo>
                    <a:pt x="481" y="321"/>
                  </a:lnTo>
                  <a:lnTo>
                    <a:pt x="481" y="321"/>
                  </a:lnTo>
                  <a:lnTo>
                    <a:pt x="582" y="221"/>
                  </a:lnTo>
                  <a:lnTo>
                    <a:pt x="702" y="141"/>
                  </a:lnTo>
                  <a:lnTo>
                    <a:pt x="842" y="61"/>
                  </a:lnTo>
                  <a:lnTo>
                    <a:pt x="983" y="21"/>
                  </a:lnTo>
                  <a:lnTo>
                    <a:pt x="1123" y="0"/>
                  </a:lnTo>
                  <a:lnTo>
                    <a:pt x="1263" y="0"/>
                  </a:lnTo>
                  <a:lnTo>
                    <a:pt x="1424" y="21"/>
                  </a:lnTo>
                  <a:lnTo>
                    <a:pt x="1584" y="61"/>
                  </a:lnTo>
                  <a:lnTo>
                    <a:pt x="1745" y="101"/>
                  </a:lnTo>
                  <a:lnTo>
                    <a:pt x="1925" y="181"/>
                  </a:lnTo>
                  <a:lnTo>
                    <a:pt x="2106" y="281"/>
                  </a:lnTo>
                  <a:lnTo>
                    <a:pt x="2286" y="382"/>
                  </a:lnTo>
                  <a:lnTo>
                    <a:pt x="2467" y="522"/>
                  </a:lnTo>
                  <a:lnTo>
                    <a:pt x="2647" y="682"/>
                  </a:lnTo>
                  <a:lnTo>
                    <a:pt x="2828" y="843"/>
                  </a:lnTo>
                  <a:lnTo>
                    <a:pt x="3008" y="1043"/>
                  </a:lnTo>
                  <a:lnTo>
                    <a:pt x="3209" y="1244"/>
                  </a:lnTo>
                  <a:lnTo>
                    <a:pt x="3389" y="1485"/>
                  </a:lnTo>
                  <a:lnTo>
                    <a:pt x="3590" y="1725"/>
                  </a:lnTo>
                  <a:lnTo>
                    <a:pt x="3770" y="1986"/>
                  </a:lnTo>
                  <a:lnTo>
                    <a:pt x="3951" y="2287"/>
                  </a:lnTo>
                  <a:lnTo>
                    <a:pt x="4131" y="2588"/>
                  </a:lnTo>
                  <a:lnTo>
                    <a:pt x="4492" y="3249"/>
                  </a:lnTo>
                  <a:lnTo>
                    <a:pt x="4673" y="3630"/>
                  </a:lnTo>
                  <a:lnTo>
                    <a:pt x="4853" y="4011"/>
                  </a:lnTo>
                  <a:lnTo>
                    <a:pt x="5014" y="4412"/>
                  </a:lnTo>
                  <a:lnTo>
                    <a:pt x="5174" y="4834"/>
                  </a:lnTo>
                  <a:lnTo>
                    <a:pt x="5335" y="5275"/>
                  </a:lnTo>
                  <a:lnTo>
                    <a:pt x="5475" y="5736"/>
                  </a:lnTo>
                  <a:lnTo>
                    <a:pt x="5615" y="6217"/>
                  </a:lnTo>
                  <a:lnTo>
                    <a:pt x="5756" y="6719"/>
                  </a:lnTo>
                  <a:lnTo>
                    <a:pt x="902" y="746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34">
              <a:extLst>
                <a:ext uri="{FF2B5EF4-FFF2-40B4-BE49-F238E27FC236}">
                  <a16:creationId xmlns:a16="http://schemas.microsoft.com/office/drawing/2014/main" id="{33BC7066-0654-7C4D-81D5-9A052A5C866E}"/>
                </a:ext>
              </a:extLst>
            </p:cNvPr>
            <p:cNvSpPr/>
            <p:nvPr/>
          </p:nvSpPr>
          <p:spPr>
            <a:xfrm>
              <a:off x="8364975" y="5252175"/>
              <a:ext cx="1865075" cy="312875"/>
            </a:xfrm>
            <a:custGeom>
              <a:avLst/>
              <a:gdLst/>
              <a:ahLst/>
              <a:cxnLst/>
              <a:rect l="l" t="t" r="r" b="b"/>
              <a:pathLst>
                <a:path w="74603" h="12515" fill="none" extrusionOk="0">
                  <a:moveTo>
                    <a:pt x="74603" y="1865"/>
                  </a:moveTo>
                  <a:lnTo>
                    <a:pt x="74603" y="1865"/>
                  </a:lnTo>
                  <a:lnTo>
                    <a:pt x="74543" y="1946"/>
                  </a:lnTo>
                  <a:lnTo>
                    <a:pt x="74402" y="2066"/>
                  </a:lnTo>
                  <a:lnTo>
                    <a:pt x="74162" y="2247"/>
                  </a:lnTo>
                  <a:lnTo>
                    <a:pt x="73841" y="2487"/>
                  </a:lnTo>
                  <a:lnTo>
                    <a:pt x="73440" y="2748"/>
                  </a:lnTo>
                  <a:lnTo>
                    <a:pt x="72958" y="3049"/>
                  </a:lnTo>
                  <a:lnTo>
                    <a:pt x="72397" y="3390"/>
                  </a:lnTo>
                  <a:lnTo>
                    <a:pt x="71755" y="3771"/>
                  </a:lnTo>
                  <a:lnTo>
                    <a:pt x="71033" y="4152"/>
                  </a:lnTo>
                  <a:lnTo>
                    <a:pt x="70251" y="4573"/>
                  </a:lnTo>
                  <a:lnTo>
                    <a:pt x="69389" y="5014"/>
                  </a:lnTo>
                  <a:lnTo>
                    <a:pt x="68446" y="5475"/>
                  </a:lnTo>
                  <a:lnTo>
                    <a:pt x="67443" y="5937"/>
                  </a:lnTo>
                  <a:lnTo>
                    <a:pt x="66360" y="6418"/>
                  </a:lnTo>
                  <a:lnTo>
                    <a:pt x="65217" y="6919"/>
                  </a:lnTo>
                  <a:lnTo>
                    <a:pt x="64014" y="7401"/>
                  </a:lnTo>
                  <a:lnTo>
                    <a:pt x="62751" y="7882"/>
                  </a:lnTo>
                  <a:lnTo>
                    <a:pt x="61407" y="8363"/>
                  </a:lnTo>
                  <a:lnTo>
                    <a:pt x="60023" y="8824"/>
                  </a:lnTo>
                  <a:lnTo>
                    <a:pt x="58579" y="9286"/>
                  </a:lnTo>
                  <a:lnTo>
                    <a:pt x="57075" y="9727"/>
                  </a:lnTo>
                  <a:lnTo>
                    <a:pt x="55511" y="10148"/>
                  </a:lnTo>
                  <a:lnTo>
                    <a:pt x="53907" y="10549"/>
                  </a:lnTo>
                  <a:lnTo>
                    <a:pt x="52242" y="10930"/>
                  </a:lnTo>
                  <a:lnTo>
                    <a:pt x="50538" y="11271"/>
                  </a:lnTo>
                  <a:lnTo>
                    <a:pt x="48773" y="11572"/>
                  </a:lnTo>
                  <a:lnTo>
                    <a:pt x="46968" y="11853"/>
                  </a:lnTo>
                  <a:lnTo>
                    <a:pt x="46045" y="11973"/>
                  </a:lnTo>
                  <a:lnTo>
                    <a:pt x="45123" y="12073"/>
                  </a:lnTo>
                  <a:lnTo>
                    <a:pt x="44180" y="12174"/>
                  </a:lnTo>
                  <a:lnTo>
                    <a:pt x="43218" y="12274"/>
                  </a:lnTo>
                  <a:lnTo>
                    <a:pt x="42255" y="12334"/>
                  </a:lnTo>
                  <a:lnTo>
                    <a:pt x="41292" y="12394"/>
                  </a:lnTo>
                  <a:lnTo>
                    <a:pt x="40310" y="12454"/>
                  </a:lnTo>
                  <a:lnTo>
                    <a:pt x="39307" y="12494"/>
                  </a:lnTo>
                  <a:lnTo>
                    <a:pt x="38304" y="12514"/>
                  </a:lnTo>
                  <a:lnTo>
                    <a:pt x="37302" y="12514"/>
                  </a:lnTo>
                  <a:lnTo>
                    <a:pt x="37302" y="12514"/>
                  </a:lnTo>
                  <a:lnTo>
                    <a:pt x="36299" y="12514"/>
                  </a:lnTo>
                  <a:lnTo>
                    <a:pt x="35296" y="12494"/>
                  </a:lnTo>
                  <a:lnTo>
                    <a:pt x="34293" y="12454"/>
                  </a:lnTo>
                  <a:lnTo>
                    <a:pt x="33311" y="12394"/>
                  </a:lnTo>
                  <a:lnTo>
                    <a:pt x="32348" y="12334"/>
                  </a:lnTo>
                  <a:lnTo>
                    <a:pt x="31385" y="12274"/>
                  </a:lnTo>
                  <a:lnTo>
                    <a:pt x="30423" y="12174"/>
                  </a:lnTo>
                  <a:lnTo>
                    <a:pt x="29480" y="12073"/>
                  </a:lnTo>
                  <a:lnTo>
                    <a:pt x="28558" y="11973"/>
                  </a:lnTo>
                  <a:lnTo>
                    <a:pt x="27635" y="11853"/>
                  </a:lnTo>
                  <a:lnTo>
                    <a:pt x="25830" y="11572"/>
                  </a:lnTo>
                  <a:lnTo>
                    <a:pt x="24066" y="11271"/>
                  </a:lnTo>
                  <a:lnTo>
                    <a:pt x="22361" y="10930"/>
                  </a:lnTo>
                  <a:lnTo>
                    <a:pt x="20696" y="10549"/>
                  </a:lnTo>
                  <a:lnTo>
                    <a:pt x="19092" y="10148"/>
                  </a:lnTo>
                  <a:lnTo>
                    <a:pt x="17528" y="9727"/>
                  </a:lnTo>
                  <a:lnTo>
                    <a:pt x="16024" y="9286"/>
                  </a:lnTo>
                  <a:lnTo>
                    <a:pt x="14580" y="8824"/>
                  </a:lnTo>
                  <a:lnTo>
                    <a:pt x="13176" y="8363"/>
                  </a:lnTo>
                  <a:lnTo>
                    <a:pt x="11852" y="7882"/>
                  </a:lnTo>
                  <a:lnTo>
                    <a:pt x="10589" y="7401"/>
                  </a:lnTo>
                  <a:lnTo>
                    <a:pt x="9386" y="6919"/>
                  </a:lnTo>
                  <a:lnTo>
                    <a:pt x="8243" y="6418"/>
                  </a:lnTo>
                  <a:lnTo>
                    <a:pt x="7160" y="5937"/>
                  </a:lnTo>
                  <a:lnTo>
                    <a:pt x="6157" y="5475"/>
                  </a:lnTo>
                  <a:lnTo>
                    <a:pt x="5214" y="5014"/>
                  </a:lnTo>
                  <a:lnTo>
                    <a:pt x="4352" y="4573"/>
                  </a:lnTo>
                  <a:lnTo>
                    <a:pt x="3570" y="4152"/>
                  </a:lnTo>
                  <a:lnTo>
                    <a:pt x="2848" y="3771"/>
                  </a:lnTo>
                  <a:lnTo>
                    <a:pt x="2206" y="3390"/>
                  </a:lnTo>
                  <a:lnTo>
                    <a:pt x="1645" y="3049"/>
                  </a:lnTo>
                  <a:lnTo>
                    <a:pt x="1163" y="2748"/>
                  </a:lnTo>
                  <a:lnTo>
                    <a:pt x="762" y="2487"/>
                  </a:lnTo>
                  <a:lnTo>
                    <a:pt x="441" y="2247"/>
                  </a:lnTo>
                  <a:lnTo>
                    <a:pt x="201" y="2066"/>
                  </a:lnTo>
                  <a:lnTo>
                    <a:pt x="60" y="1946"/>
                  </a:lnTo>
                  <a:lnTo>
                    <a:pt x="0" y="1865"/>
                  </a:lnTo>
                  <a:lnTo>
                    <a:pt x="0" y="1865"/>
                  </a:lnTo>
                  <a:lnTo>
                    <a:pt x="0" y="1805"/>
                  </a:lnTo>
                  <a:lnTo>
                    <a:pt x="0" y="1745"/>
                  </a:lnTo>
                  <a:lnTo>
                    <a:pt x="60" y="1605"/>
                  </a:lnTo>
                  <a:lnTo>
                    <a:pt x="161" y="1424"/>
                  </a:lnTo>
                  <a:lnTo>
                    <a:pt x="301" y="1244"/>
                  </a:lnTo>
                  <a:lnTo>
                    <a:pt x="482" y="1063"/>
                  </a:lnTo>
                  <a:lnTo>
                    <a:pt x="702" y="863"/>
                  </a:lnTo>
                  <a:lnTo>
                    <a:pt x="943" y="682"/>
                  </a:lnTo>
                  <a:lnTo>
                    <a:pt x="1203" y="502"/>
                  </a:lnTo>
                  <a:lnTo>
                    <a:pt x="1504" y="341"/>
                  </a:lnTo>
                  <a:lnTo>
                    <a:pt x="1805" y="201"/>
                  </a:lnTo>
                  <a:lnTo>
                    <a:pt x="2126" y="101"/>
                  </a:lnTo>
                  <a:lnTo>
                    <a:pt x="2467" y="20"/>
                  </a:lnTo>
                  <a:lnTo>
                    <a:pt x="2788" y="0"/>
                  </a:lnTo>
                  <a:lnTo>
                    <a:pt x="2968" y="0"/>
                  </a:lnTo>
                  <a:lnTo>
                    <a:pt x="3129" y="20"/>
                  </a:lnTo>
                  <a:lnTo>
                    <a:pt x="3289" y="41"/>
                  </a:lnTo>
                  <a:lnTo>
                    <a:pt x="3470" y="81"/>
                  </a:lnTo>
                  <a:lnTo>
                    <a:pt x="3630" y="141"/>
                  </a:lnTo>
                  <a:lnTo>
                    <a:pt x="3791" y="221"/>
                  </a:lnTo>
                  <a:lnTo>
                    <a:pt x="3791" y="221"/>
                  </a:lnTo>
                  <a:lnTo>
                    <a:pt x="4974" y="823"/>
                  </a:lnTo>
                  <a:lnTo>
                    <a:pt x="6177" y="1384"/>
                  </a:lnTo>
                  <a:lnTo>
                    <a:pt x="7400" y="1926"/>
                  </a:lnTo>
                  <a:lnTo>
                    <a:pt x="8624" y="2427"/>
                  </a:lnTo>
                  <a:lnTo>
                    <a:pt x="9847" y="2908"/>
                  </a:lnTo>
                  <a:lnTo>
                    <a:pt x="11070" y="3350"/>
                  </a:lnTo>
                  <a:lnTo>
                    <a:pt x="12314" y="3771"/>
                  </a:lnTo>
                  <a:lnTo>
                    <a:pt x="13537" y="4172"/>
                  </a:lnTo>
                  <a:lnTo>
                    <a:pt x="14760" y="4533"/>
                  </a:lnTo>
                  <a:lnTo>
                    <a:pt x="15984" y="4874"/>
                  </a:lnTo>
                  <a:lnTo>
                    <a:pt x="17207" y="5195"/>
                  </a:lnTo>
                  <a:lnTo>
                    <a:pt x="18410" y="5495"/>
                  </a:lnTo>
                  <a:lnTo>
                    <a:pt x="19593" y="5776"/>
                  </a:lnTo>
                  <a:lnTo>
                    <a:pt x="20777" y="6017"/>
                  </a:lnTo>
                  <a:lnTo>
                    <a:pt x="21940" y="6257"/>
                  </a:lnTo>
                  <a:lnTo>
                    <a:pt x="23083" y="6458"/>
                  </a:lnTo>
                  <a:lnTo>
                    <a:pt x="24226" y="6659"/>
                  </a:lnTo>
                  <a:lnTo>
                    <a:pt x="25329" y="6839"/>
                  </a:lnTo>
                  <a:lnTo>
                    <a:pt x="26412" y="6979"/>
                  </a:lnTo>
                  <a:lnTo>
                    <a:pt x="27455" y="7120"/>
                  </a:lnTo>
                  <a:lnTo>
                    <a:pt x="29480" y="7360"/>
                  </a:lnTo>
                  <a:lnTo>
                    <a:pt x="31365" y="7541"/>
                  </a:lnTo>
                  <a:lnTo>
                    <a:pt x="33110" y="7661"/>
                  </a:lnTo>
                  <a:lnTo>
                    <a:pt x="34694" y="7741"/>
                  </a:lnTo>
                  <a:lnTo>
                    <a:pt x="36098" y="7782"/>
                  </a:lnTo>
                  <a:lnTo>
                    <a:pt x="37302" y="7802"/>
                  </a:lnTo>
                  <a:lnTo>
                    <a:pt x="37302" y="7802"/>
                  </a:lnTo>
                  <a:lnTo>
                    <a:pt x="38505" y="7782"/>
                  </a:lnTo>
                  <a:lnTo>
                    <a:pt x="39909" y="7741"/>
                  </a:lnTo>
                  <a:lnTo>
                    <a:pt x="41493" y="7661"/>
                  </a:lnTo>
                  <a:lnTo>
                    <a:pt x="43238" y="7541"/>
                  </a:lnTo>
                  <a:lnTo>
                    <a:pt x="45123" y="7360"/>
                  </a:lnTo>
                  <a:lnTo>
                    <a:pt x="47148" y="7120"/>
                  </a:lnTo>
                  <a:lnTo>
                    <a:pt x="48191" y="6979"/>
                  </a:lnTo>
                  <a:lnTo>
                    <a:pt x="49274" y="6839"/>
                  </a:lnTo>
                  <a:lnTo>
                    <a:pt x="50377" y="6659"/>
                  </a:lnTo>
                  <a:lnTo>
                    <a:pt x="51500" y="6458"/>
                  </a:lnTo>
                  <a:lnTo>
                    <a:pt x="52663" y="6257"/>
                  </a:lnTo>
                  <a:lnTo>
                    <a:pt x="53826" y="6017"/>
                  </a:lnTo>
                  <a:lnTo>
                    <a:pt x="54990" y="5776"/>
                  </a:lnTo>
                  <a:lnTo>
                    <a:pt x="56193" y="5495"/>
                  </a:lnTo>
                  <a:lnTo>
                    <a:pt x="57396" y="5195"/>
                  </a:lnTo>
                  <a:lnTo>
                    <a:pt x="58619" y="4874"/>
                  </a:lnTo>
                  <a:lnTo>
                    <a:pt x="59823" y="4533"/>
                  </a:lnTo>
                  <a:lnTo>
                    <a:pt x="61066" y="4172"/>
                  </a:lnTo>
                  <a:lnTo>
                    <a:pt x="62289" y="3771"/>
                  </a:lnTo>
                  <a:lnTo>
                    <a:pt x="63513" y="3350"/>
                  </a:lnTo>
                  <a:lnTo>
                    <a:pt x="64756" y="2908"/>
                  </a:lnTo>
                  <a:lnTo>
                    <a:pt x="65979" y="2427"/>
                  </a:lnTo>
                  <a:lnTo>
                    <a:pt x="67203" y="1926"/>
                  </a:lnTo>
                  <a:lnTo>
                    <a:pt x="68406" y="1384"/>
                  </a:lnTo>
                  <a:lnTo>
                    <a:pt x="69609" y="823"/>
                  </a:lnTo>
                  <a:lnTo>
                    <a:pt x="70813" y="221"/>
                  </a:lnTo>
                  <a:lnTo>
                    <a:pt x="70813" y="221"/>
                  </a:lnTo>
                  <a:lnTo>
                    <a:pt x="70973" y="141"/>
                  </a:lnTo>
                  <a:lnTo>
                    <a:pt x="71133" y="81"/>
                  </a:lnTo>
                  <a:lnTo>
                    <a:pt x="71294" y="41"/>
                  </a:lnTo>
                  <a:lnTo>
                    <a:pt x="71474" y="20"/>
                  </a:lnTo>
                  <a:lnTo>
                    <a:pt x="71635" y="0"/>
                  </a:lnTo>
                  <a:lnTo>
                    <a:pt x="71795" y="0"/>
                  </a:lnTo>
                  <a:lnTo>
                    <a:pt x="72136" y="20"/>
                  </a:lnTo>
                  <a:lnTo>
                    <a:pt x="72457" y="101"/>
                  </a:lnTo>
                  <a:lnTo>
                    <a:pt x="72798" y="201"/>
                  </a:lnTo>
                  <a:lnTo>
                    <a:pt x="73099" y="341"/>
                  </a:lnTo>
                  <a:lnTo>
                    <a:pt x="73380" y="502"/>
                  </a:lnTo>
                  <a:lnTo>
                    <a:pt x="73660" y="682"/>
                  </a:lnTo>
                  <a:lnTo>
                    <a:pt x="73901" y="863"/>
                  </a:lnTo>
                  <a:lnTo>
                    <a:pt x="74122" y="1063"/>
                  </a:lnTo>
                  <a:lnTo>
                    <a:pt x="74302" y="1244"/>
                  </a:lnTo>
                  <a:lnTo>
                    <a:pt x="74442" y="1424"/>
                  </a:lnTo>
                  <a:lnTo>
                    <a:pt x="74543" y="1605"/>
                  </a:lnTo>
                  <a:lnTo>
                    <a:pt x="74603" y="1745"/>
                  </a:lnTo>
                  <a:lnTo>
                    <a:pt x="74603" y="1805"/>
                  </a:lnTo>
                  <a:lnTo>
                    <a:pt x="74603" y="186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34">
              <a:extLst>
                <a:ext uri="{FF2B5EF4-FFF2-40B4-BE49-F238E27FC236}">
                  <a16:creationId xmlns:a16="http://schemas.microsoft.com/office/drawing/2014/main" id="{014E611F-6E76-3FAE-B8DA-6C3576663F5D}"/>
                </a:ext>
              </a:extLst>
            </p:cNvPr>
            <p:cNvSpPr/>
            <p:nvPr/>
          </p:nvSpPr>
          <p:spPr>
            <a:xfrm>
              <a:off x="8364975" y="5252175"/>
              <a:ext cx="1865075" cy="312875"/>
            </a:xfrm>
            <a:custGeom>
              <a:avLst/>
              <a:gdLst/>
              <a:ahLst/>
              <a:cxnLst/>
              <a:rect l="l" t="t" r="r" b="b"/>
              <a:pathLst>
                <a:path w="74603" h="12515" extrusionOk="0">
                  <a:moveTo>
                    <a:pt x="71514" y="0"/>
                  </a:moveTo>
                  <a:lnTo>
                    <a:pt x="71274" y="41"/>
                  </a:lnTo>
                  <a:lnTo>
                    <a:pt x="71033" y="121"/>
                  </a:lnTo>
                  <a:lnTo>
                    <a:pt x="70813" y="221"/>
                  </a:lnTo>
                  <a:lnTo>
                    <a:pt x="69449" y="903"/>
                  </a:lnTo>
                  <a:lnTo>
                    <a:pt x="68085" y="1545"/>
                  </a:lnTo>
                  <a:lnTo>
                    <a:pt x="66701" y="2126"/>
                  </a:lnTo>
                  <a:lnTo>
                    <a:pt x="65298" y="2688"/>
                  </a:lnTo>
                  <a:lnTo>
                    <a:pt x="66120" y="4533"/>
                  </a:lnTo>
                  <a:lnTo>
                    <a:pt x="66862" y="6217"/>
                  </a:lnTo>
                  <a:lnTo>
                    <a:pt x="67744" y="5796"/>
                  </a:lnTo>
                  <a:lnTo>
                    <a:pt x="68587" y="5415"/>
                  </a:lnTo>
                  <a:lnTo>
                    <a:pt x="69369" y="5014"/>
                  </a:lnTo>
                  <a:lnTo>
                    <a:pt x="70111" y="4653"/>
                  </a:lnTo>
                  <a:lnTo>
                    <a:pt x="71434" y="3951"/>
                  </a:lnTo>
                  <a:lnTo>
                    <a:pt x="72537" y="3309"/>
                  </a:lnTo>
                  <a:lnTo>
                    <a:pt x="73400" y="2768"/>
                  </a:lnTo>
                  <a:lnTo>
                    <a:pt x="74041" y="2347"/>
                  </a:lnTo>
                  <a:lnTo>
                    <a:pt x="74442" y="2026"/>
                  </a:lnTo>
                  <a:lnTo>
                    <a:pt x="74563" y="1926"/>
                  </a:lnTo>
                  <a:lnTo>
                    <a:pt x="74603" y="1865"/>
                  </a:lnTo>
                  <a:lnTo>
                    <a:pt x="74603" y="1825"/>
                  </a:lnTo>
                  <a:lnTo>
                    <a:pt x="74583" y="1725"/>
                  </a:lnTo>
                  <a:lnTo>
                    <a:pt x="74543" y="1605"/>
                  </a:lnTo>
                  <a:lnTo>
                    <a:pt x="74463" y="1464"/>
                  </a:lnTo>
                  <a:lnTo>
                    <a:pt x="74362" y="1324"/>
                  </a:lnTo>
                  <a:lnTo>
                    <a:pt x="74222" y="1184"/>
                  </a:lnTo>
                  <a:lnTo>
                    <a:pt x="74081" y="1023"/>
                  </a:lnTo>
                  <a:lnTo>
                    <a:pt x="73901" y="863"/>
                  </a:lnTo>
                  <a:lnTo>
                    <a:pt x="73700" y="722"/>
                  </a:lnTo>
                  <a:lnTo>
                    <a:pt x="73500" y="582"/>
                  </a:lnTo>
                  <a:lnTo>
                    <a:pt x="73279" y="442"/>
                  </a:lnTo>
                  <a:lnTo>
                    <a:pt x="73039" y="321"/>
                  </a:lnTo>
                  <a:lnTo>
                    <a:pt x="72798" y="221"/>
                  </a:lnTo>
                  <a:lnTo>
                    <a:pt x="72537" y="121"/>
                  </a:lnTo>
                  <a:lnTo>
                    <a:pt x="72277" y="61"/>
                  </a:lnTo>
                  <a:lnTo>
                    <a:pt x="72016" y="20"/>
                  </a:lnTo>
                  <a:lnTo>
                    <a:pt x="71755" y="0"/>
                  </a:lnTo>
                  <a:close/>
                  <a:moveTo>
                    <a:pt x="2848" y="0"/>
                  </a:moveTo>
                  <a:lnTo>
                    <a:pt x="2587" y="20"/>
                  </a:lnTo>
                  <a:lnTo>
                    <a:pt x="2327" y="61"/>
                  </a:lnTo>
                  <a:lnTo>
                    <a:pt x="2066" y="121"/>
                  </a:lnTo>
                  <a:lnTo>
                    <a:pt x="1805" y="201"/>
                  </a:lnTo>
                  <a:lnTo>
                    <a:pt x="1564" y="321"/>
                  </a:lnTo>
                  <a:lnTo>
                    <a:pt x="1324" y="442"/>
                  </a:lnTo>
                  <a:lnTo>
                    <a:pt x="1103" y="582"/>
                  </a:lnTo>
                  <a:lnTo>
                    <a:pt x="903" y="722"/>
                  </a:lnTo>
                  <a:lnTo>
                    <a:pt x="702" y="863"/>
                  </a:lnTo>
                  <a:lnTo>
                    <a:pt x="522" y="1023"/>
                  </a:lnTo>
                  <a:lnTo>
                    <a:pt x="381" y="1164"/>
                  </a:lnTo>
                  <a:lnTo>
                    <a:pt x="241" y="1324"/>
                  </a:lnTo>
                  <a:lnTo>
                    <a:pt x="141" y="1464"/>
                  </a:lnTo>
                  <a:lnTo>
                    <a:pt x="60" y="1585"/>
                  </a:lnTo>
                  <a:lnTo>
                    <a:pt x="20" y="1705"/>
                  </a:lnTo>
                  <a:lnTo>
                    <a:pt x="0" y="1805"/>
                  </a:lnTo>
                  <a:lnTo>
                    <a:pt x="0" y="1865"/>
                  </a:lnTo>
                  <a:lnTo>
                    <a:pt x="40" y="1906"/>
                  </a:lnTo>
                  <a:lnTo>
                    <a:pt x="121" y="1986"/>
                  </a:lnTo>
                  <a:lnTo>
                    <a:pt x="381" y="2206"/>
                  </a:lnTo>
                  <a:lnTo>
                    <a:pt x="822" y="2527"/>
                  </a:lnTo>
                  <a:lnTo>
                    <a:pt x="1424" y="2908"/>
                  </a:lnTo>
                  <a:lnTo>
                    <a:pt x="2166" y="3370"/>
                  </a:lnTo>
                  <a:lnTo>
                    <a:pt x="3069" y="3891"/>
                  </a:lnTo>
                  <a:lnTo>
                    <a:pt x="4131" y="4453"/>
                  </a:lnTo>
                  <a:lnTo>
                    <a:pt x="5315" y="5074"/>
                  </a:lnTo>
                  <a:lnTo>
                    <a:pt x="6638" y="5716"/>
                  </a:lnTo>
                  <a:lnTo>
                    <a:pt x="8102" y="6358"/>
                  </a:lnTo>
                  <a:lnTo>
                    <a:pt x="9687" y="7040"/>
                  </a:lnTo>
                  <a:lnTo>
                    <a:pt x="10529" y="7380"/>
                  </a:lnTo>
                  <a:lnTo>
                    <a:pt x="11411" y="7721"/>
                  </a:lnTo>
                  <a:lnTo>
                    <a:pt x="12314" y="8042"/>
                  </a:lnTo>
                  <a:lnTo>
                    <a:pt x="13236" y="8383"/>
                  </a:lnTo>
                  <a:lnTo>
                    <a:pt x="14199" y="8704"/>
                  </a:lnTo>
                  <a:lnTo>
                    <a:pt x="15202" y="9025"/>
                  </a:lnTo>
                  <a:lnTo>
                    <a:pt x="16204" y="9346"/>
                  </a:lnTo>
                  <a:lnTo>
                    <a:pt x="17247" y="9647"/>
                  </a:lnTo>
                  <a:lnTo>
                    <a:pt x="18310" y="9947"/>
                  </a:lnTo>
                  <a:lnTo>
                    <a:pt x="19413" y="10248"/>
                  </a:lnTo>
                  <a:lnTo>
                    <a:pt x="19373" y="10128"/>
                  </a:lnTo>
                  <a:lnTo>
                    <a:pt x="19333" y="10008"/>
                  </a:lnTo>
                  <a:lnTo>
                    <a:pt x="19333" y="9988"/>
                  </a:lnTo>
                  <a:lnTo>
                    <a:pt x="19373" y="9827"/>
                  </a:lnTo>
                  <a:lnTo>
                    <a:pt x="19453" y="9546"/>
                  </a:lnTo>
                  <a:lnTo>
                    <a:pt x="19774" y="8704"/>
                  </a:lnTo>
                  <a:lnTo>
                    <a:pt x="20255" y="7501"/>
                  </a:lnTo>
                  <a:lnTo>
                    <a:pt x="20877" y="6037"/>
                  </a:lnTo>
                  <a:lnTo>
                    <a:pt x="19894" y="5836"/>
                  </a:lnTo>
                  <a:lnTo>
                    <a:pt x="18912" y="5616"/>
                  </a:lnTo>
                  <a:lnTo>
                    <a:pt x="17929" y="5375"/>
                  </a:lnTo>
                  <a:lnTo>
                    <a:pt x="16926" y="5134"/>
                  </a:lnTo>
                  <a:lnTo>
                    <a:pt x="15643" y="4793"/>
                  </a:lnTo>
                  <a:lnTo>
                    <a:pt x="15061" y="5535"/>
                  </a:lnTo>
                  <a:lnTo>
                    <a:pt x="14600" y="6097"/>
                  </a:lnTo>
                  <a:lnTo>
                    <a:pt x="14259" y="6498"/>
                  </a:lnTo>
                  <a:lnTo>
                    <a:pt x="14159" y="6598"/>
                  </a:lnTo>
                  <a:lnTo>
                    <a:pt x="14078" y="6659"/>
                  </a:lnTo>
                  <a:lnTo>
                    <a:pt x="13898" y="6739"/>
                  </a:lnTo>
                  <a:lnTo>
                    <a:pt x="13717" y="6799"/>
                  </a:lnTo>
                  <a:lnTo>
                    <a:pt x="13557" y="6819"/>
                  </a:lnTo>
                  <a:lnTo>
                    <a:pt x="13377" y="6839"/>
                  </a:lnTo>
                  <a:lnTo>
                    <a:pt x="13156" y="6819"/>
                  </a:lnTo>
                  <a:lnTo>
                    <a:pt x="12955" y="6759"/>
                  </a:lnTo>
                  <a:lnTo>
                    <a:pt x="12755" y="6699"/>
                  </a:lnTo>
                  <a:lnTo>
                    <a:pt x="12574" y="6598"/>
                  </a:lnTo>
                  <a:lnTo>
                    <a:pt x="12434" y="6458"/>
                  </a:lnTo>
                  <a:lnTo>
                    <a:pt x="12294" y="6318"/>
                  </a:lnTo>
                  <a:lnTo>
                    <a:pt x="12213" y="6157"/>
                  </a:lnTo>
                  <a:lnTo>
                    <a:pt x="12153" y="5977"/>
                  </a:lnTo>
                  <a:lnTo>
                    <a:pt x="12153" y="5957"/>
                  </a:lnTo>
                  <a:lnTo>
                    <a:pt x="12173" y="5856"/>
                  </a:lnTo>
                  <a:lnTo>
                    <a:pt x="12193" y="5716"/>
                  </a:lnTo>
                  <a:lnTo>
                    <a:pt x="12354" y="5295"/>
                  </a:lnTo>
                  <a:lnTo>
                    <a:pt x="12574" y="4693"/>
                  </a:lnTo>
                  <a:lnTo>
                    <a:pt x="12875" y="3951"/>
                  </a:lnTo>
                  <a:lnTo>
                    <a:pt x="11732" y="3570"/>
                  </a:lnTo>
                  <a:lnTo>
                    <a:pt x="10589" y="3169"/>
                  </a:lnTo>
                  <a:lnTo>
                    <a:pt x="9426" y="2748"/>
                  </a:lnTo>
                  <a:lnTo>
                    <a:pt x="8283" y="2287"/>
                  </a:lnTo>
                  <a:lnTo>
                    <a:pt x="7160" y="1805"/>
                  </a:lnTo>
                  <a:lnTo>
                    <a:pt x="6017" y="1304"/>
                  </a:lnTo>
                  <a:lnTo>
                    <a:pt x="4893" y="783"/>
                  </a:lnTo>
                  <a:lnTo>
                    <a:pt x="3791" y="221"/>
                  </a:lnTo>
                  <a:lnTo>
                    <a:pt x="3550" y="121"/>
                  </a:lnTo>
                  <a:lnTo>
                    <a:pt x="3329" y="41"/>
                  </a:lnTo>
                  <a:lnTo>
                    <a:pt x="3089" y="0"/>
                  </a:lnTo>
                  <a:close/>
                  <a:moveTo>
                    <a:pt x="61106" y="4152"/>
                  </a:moveTo>
                  <a:lnTo>
                    <a:pt x="60103" y="4453"/>
                  </a:lnTo>
                  <a:lnTo>
                    <a:pt x="59101" y="4753"/>
                  </a:lnTo>
                  <a:lnTo>
                    <a:pt x="58098" y="5014"/>
                  </a:lnTo>
                  <a:lnTo>
                    <a:pt x="57115" y="5275"/>
                  </a:lnTo>
                  <a:lnTo>
                    <a:pt x="57396" y="5977"/>
                  </a:lnTo>
                  <a:lnTo>
                    <a:pt x="57617" y="6538"/>
                  </a:lnTo>
                  <a:lnTo>
                    <a:pt x="57737" y="6939"/>
                  </a:lnTo>
                  <a:lnTo>
                    <a:pt x="57777" y="7060"/>
                  </a:lnTo>
                  <a:lnTo>
                    <a:pt x="57797" y="7160"/>
                  </a:lnTo>
                  <a:lnTo>
                    <a:pt x="57797" y="7180"/>
                  </a:lnTo>
                  <a:lnTo>
                    <a:pt x="57737" y="7360"/>
                  </a:lnTo>
                  <a:lnTo>
                    <a:pt x="57637" y="7521"/>
                  </a:lnTo>
                  <a:lnTo>
                    <a:pt x="57516" y="7661"/>
                  </a:lnTo>
                  <a:lnTo>
                    <a:pt x="57356" y="7782"/>
                  </a:lnTo>
                  <a:lnTo>
                    <a:pt x="57196" y="7882"/>
                  </a:lnTo>
                  <a:lnTo>
                    <a:pt x="56995" y="7962"/>
                  </a:lnTo>
                  <a:lnTo>
                    <a:pt x="56774" y="8002"/>
                  </a:lnTo>
                  <a:lnTo>
                    <a:pt x="56574" y="8022"/>
                  </a:lnTo>
                  <a:lnTo>
                    <a:pt x="56393" y="8022"/>
                  </a:lnTo>
                  <a:lnTo>
                    <a:pt x="56213" y="7982"/>
                  </a:lnTo>
                  <a:lnTo>
                    <a:pt x="56052" y="7942"/>
                  </a:lnTo>
                  <a:lnTo>
                    <a:pt x="55872" y="7862"/>
                  </a:lnTo>
                  <a:lnTo>
                    <a:pt x="55792" y="7802"/>
                  </a:lnTo>
                  <a:lnTo>
                    <a:pt x="55671" y="7681"/>
                  </a:lnTo>
                  <a:lnTo>
                    <a:pt x="55331" y="7280"/>
                  </a:lnTo>
                  <a:lnTo>
                    <a:pt x="54849" y="6699"/>
                  </a:lnTo>
                  <a:lnTo>
                    <a:pt x="54268" y="5937"/>
                  </a:lnTo>
                  <a:lnTo>
                    <a:pt x="52924" y="6197"/>
                  </a:lnTo>
                  <a:lnTo>
                    <a:pt x="51600" y="6458"/>
                  </a:lnTo>
                  <a:lnTo>
                    <a:pt x="50297" y="6679"/>
                  </a:lnTo>
                  <a:lnTo>
                    <a:pt x="49033" y="6859"/>
                  </a:lnTo>
                  <a:lnTo>
                    <a:pt x="47810" y="7040"/>
                  </a:lnTo>
                  <a:lnTo>
                    <a:pt x="46607" y="7200"/>
                  </a:lnTo>
                  <a:lnTo>
                    <a:pt x="45444" y="7320"/>
                  </a:lnTo>
                  <a:lnTo>
                    <a:pt x="44341" y="7441"/>
                  </a:lnTo>
                  <a:lnTo>
                    <a:pt x="43258" y="7521"/>
                  </a:lnTo>
                  <a:lnTo>
                    <a:pt x="42235" y="7601"/>
                  </a:lnTo>
                  <a:lnTo>
                    <a:pt x="40350" y="7721"/>
                  </a:lnTo>
                  <a:lnTo>
                    <a:pt x="38705" y="7782"/>
                  </a:lnTo>
                  <a:lnTo>
                    <a:pt x="37302" y="7802"/>
                  </a:lnTo>
                  <a:lnTo>
                    <a:pt x="36219" y="7782"/>
                  </a:lnTo>
                  <a:lnTo>
                    <a:pt x="34955" y="7741"/>
                  </a:lnTo>
                  <a:lnTo>
                    <a:pt x="33551" y="7681"/>
                  </a:lnTo>
                  <a:lnTo>
                    <a:pt x="32007" y="7581"/>
                  </a:lnTo>
                  <a:lnTo>
                    <a:pt x="30323" y="7441"/>
                  </a:lnTo>
                  <a:lnTo>
                    <a:pt x="28538" y="7260"/>
                  </a:lnTo>
                  <a:lnTo>
                    <a:pt x="26653" y="7020"/>
                  </a:lnTo>
                  <a:lnTo>
                    <a:pt x="24667" y="6739"/>
                  </a:lnTo>
                  <a:lnTo>
                    <a:pt x="23544" y="8223"/>
                  </a:lnTo>
                  <a:lnTo>
                    <a:pt x="22622" y="9446"/>
                  </a:lnTo>
                  <a:lnTo>
                    <a:pt x="21920" y="10308"/>
                  </a:lnTo>
                  <a:lnTo>
                    <a:pt x="21679" y="10589"/>
                  </a:lnTo>
                  <a:lnTo>
                    <a:pt x="21499" y="10750"/>
                  </a:lnTo>
                  <a:lnTo>
                    <a:pt x="23304" y="11131"/>
                  </a:lnTo>
                  <a:lnTo>
                    <a:pt x="24226" y="11291"/>
                  </a:lnTo>
                  <a:lnTo>
                    <a:pt x="25149" y="11472"/>
                  </a:lnTo>
                  <a:lnTo>
                    <a:pt x="26091" y="11612"/>
                  </a:lnTo>
                  <a:lnTo>
                    <a:pt x="27054" y="11772"/>
                  </a:lnTo>
                  <a:lnTo>
                    <a:pt x="28036" y="11893"/>
                  </a:lnTo>
                  <a:lnTo>
                    <a:pt x="29019" y="12033"/>
                  </a:lnTo>
                  <a:lnTo>
                    <a:pt x="30002" y="12133"/>
                  </a:lnTo>
                  <a:lnTo>
                    <a:pt x="31024" y="12234"/>
                  </a:lnTo>
                  <a:lnTo>
                    <a:pt x="32027" y="12314"/>
                  </a:lnTo>
                  <a:lnTo>
                    <a:pt x="33070" y="12394"/>
                  </a:lnTo>
                  <a:lnTo>
                    <a:pt x="34113" y="12434"/>
                  </a:lnTo>
                  <a:lnTo>
                    <a:pt x="35156" y="12474"/>
                  </a:lnTo>
                  <a:lnTo>
                    <a:pt x="36219" y="12514"/>
                  </a:lnTo>
                  <a:lnTo>
                    <a:pt x="38284" y="12514"/>
                  </a:lnTo>
                  <a:lnTo>
                    <a:pt x="39267" y="12494"/>
                  </a:lnTo>
                  <a:lnTo>
                    <a:pt x="40250" y="12454"/>
                  </a:lnTo>
                  <a:lnTo>
                    <a:pt x="41212" y="12414"/>
                  </a:lnTo>
                  <a:lnTo>
                    <a:pt x="42155" y="12354"/>
                  </a:lnTo>
                  <a:lnTo>
                    <a:pt x="43097" y="12274"/>
                  </a:lnTo>
                  <a:lnTo>
                    <a:pt x="44040" y="12194"/>
                  </a:lnTo>
                  <a:lnTo>
                    <a:pt x="44962" y="12093"/>
                  </a:lnTo>
                  <a:lnTo>
                    <a:pt x="46767" y="11873"/>
                  </a:lnTo>
                  <a:lnTo>
                    <a:pt x="48552" y="11612"/>
                  </a:lnTo>
                  <a:lnTo>
                    <a:pt x="50277" y="11311"/>
                  </a:lnTo>
                  <a:lnTo>
                    <a:pt x="51961" y="10990"/>
                  </a:lnTo>
                  <a:lnTo>
                    <a:pt x="53606" y="10629"/>
                  </a:lnTo>
                  <a:lnTo>
                    <a:pt x="55190" y="10248"/>
                  </a:lnTo>
                  <a:lnTo>
                    <a:pt x="56714" y="9827"/>
                  </a:lnTo>
                  <a:lnTo>
                    <a:pt x="58198" y="9406"/>
                  </a:lnTo>
                  <a:lnTo>
                    <a:pt x="59642" y="8965"/>
                  </a:lnTo>
                  <a:lnTo>
                    <a:pt x="61026" y="8504"/>
                  </a:lnTo>
                  <a:lnTo>
                    <a:pt x="62330" y="8022"/>
                  </a:lnTo>
                  <a:lnTo>
                    <a:pt x="63593" y="7561"/>
                  </a:lnTo>
                  <a:lnTo>
                    <a:pt x="62410" y="5957"/>
                  </a:lnTo>
                  <a:lnTo>
                    <a:pt x="61106" y="4152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34">
              <a:extLst>
                <a:ext uri="{FF2B5EF4-FFF2-40B4-BE49-F238E27FC236}">
                  <a16:creationId xmlns:a16="http://schemas.microsoft.com/office/drawing/2014/main" id="{945C3711-989E-C031-FFF1-26A99ADCB596}"/>
                </a:ext>
              </a:extLst>
            </p:cNvPr>
            <p:cNvSpPr/>
            <p:nvPr/>
          </p:nvSpPr>
          <p:spPr>
            <a:xfrm>
              <a:off x="8364975" y="5252175"/>
              <a:ext cx="521925" cy="256225"/>
            </a:xfrm>
            <a:custGeom>
              <a:avLst/>
              <a:gdLst/>
              <a:ahLst/>
              <a:cxnLst/>
              <a:rect l="l" t="t" r="r" b="b"/>
              <a:pathLst>
                <a:path w="20877" h="10249" fill="none" extrusionOk="0">
                  <a:moveTo>
                    <a:pt x="2848" y="0"/>
                  </a:moveTo>
                  <a:lnTo>
                    <a:pt x="2848" y="0"/>
                  </a:lnTo>
                  <a:lnTo>
                    <a:pt x="2587" y="20"/>
                  </a:lnTo>
                  <a:lnTo>
                    <a:pt x="2327" y="61"/>
                  </a:lnTo>
                  <a:lnTo>
                    <a:pt x="2066" y="121"/>
                  </a:lnTo>
                  <a:lnTo>
                    <a:pt x="1805" y="201"/>
                  </a:lnTo>
                  <a:lnTo>
                    <a:pt x="1564" y="321"/>
                  </a:lnTo>
                  <a:lnTo>
                    <a:pt x="1324" y="442"/>
                  </a:lnTo>
                  <a:lnTo>
                    <a:pt x="1103" y="582"/>
                  </a:lnTo>
                  <a:lnTo>
                    <a:pt x="903" y="722"/>
                  </a:lnTo>
                  <a:lnTo>
                    <a:pt x="702" y="863"/>
                  </a:lnTo>
                  <a:lnTo>
                    <a:pt x="522" y="1023"/>
                  </a:lnTo>
                  <a:lnTo>
                    <a:pt x="381" y="1164"/>
                  </a:lnTo>
                  <a:lnTo>
                    <a:pt x="241" y="1324"/>
                  </a:lnTo>
                  <a:lnTo>
                    <a:pt x="141" y="1464"/>
                  </a:lnTo>
                  <a:lnTo>
                    <a:pt x="60" y="1585"/>
                  </a:lnTo>
                  <a:lnTo>
                    <a:pt x="20" y="1705"/>
                  </a:lnTo>
                  <a:lnTo>
                    <a:pt x="0" y="1805"/>
                  </a:lnTo>
                  <a:lnTo>
                    <a:pt x="0" y="1805"/>
                  </a:lnTo>
                  <a:lnTo>
                    <a:pt x="0" y="1865"/>
                  </a:lnTo>
                  <a:lnTo>
                    <a:pt x="0" y="1865"/>
                  </a:lnTo>
                  <a:lnTo>
                    <a:pt x="40" y="1906"/>
                  </a:lnTo>
                  <a:lnTo>
                    <a:pt x="121" y="1986"/>
                  </a:lnTo>
                  <a:lnTo>
                    <a:pt x="381" y="2206"/>
                  </a:lnTo>
                  <a:lnTo>
                    <a:pt x="822" y="2527"/>
                  </a:lnTo>
                  <a:lnTo>
                    <a:pt x="1424" y="2908"/>
                  </a:lnTo>
                  <a:lnTo>
                    <a:pt x="2166" y="3370"/>
                  </a:lnTo>
                  <a:lnTo>
                    <a:pt x="3069" y="3891"/>
                  </a:lnTo>
                  <a:lnTo>
                    <a:pt x="4131" y="4453"/>
                  </a:lnTo>
                  <a:lnTo>
                    <a:pt x="5315" y="5074"/>
                  </a:lnTo>
                  <a:lnTo>
                    <a:pt x="6638" y="5716"/>
                  </a:lnTo>
                  <a:lnTo>
                    <a:pt x="8102" y="6358"/>
                  </a:lnTo>
                  <a:lnTo>
                    <a:pt x="9687" y="7040"/>
                  </a:lnTo>
                  <a:lnTo>
                    <a:pt x="10529" y="7380"/>
                  </a:lnTo>
                  <a:lnTo>
                    <a:pt x="11411" y="7721"/>
                  </a:lnTo>
                  <a:lnTo>
                    <a:pt x="12314" y="8042"/>
                  </a:lnTo>
                  <a:lnTo>
                    <a:pt x="13236" y="8383"/>
                  </a:lnTo>
                  <a:lnTo>
                    <a:pt x="14199" y="8704"/>
                  </a:lnTo>
                  <a:lnTo>
                    <a:pt x="15202" y="9025"/>
                  </a:lnTo>
                  <a:lnTo>
                    <a:pt x="16204" y="9346"/>
                  </a:lnTo>
                  <a:lnTo>
                    <a:pt x="17247" y="9647"/>
                  </a:lnTo>
                  <a:lnTo>
                    <a:pt x="18310" y="9947"/>
                  </a:lnTo>
                  <a:lnTo>
                    <a:pt x="19413" y="10248"/>
                  </a:lnTo>
                  <a:lnTo>
                    <a:pt x="19413" y="10248"/>
                  </a:lnTo>
                  <a:lnTo>
                    <a:pt x="19373" y="10128"/>
                  </a:lnTo>
                  <a:lnTo>
                    <a:pt x="19333" y="10008"/>
                  </a:lnTo>
                  <a:lnTo>
                    <a:pt x="19333" y="10008"/>
                  </a:lnTo>
                  <a:lnTo>
                    <a:pt x="19333" y="9988"/>
                  </a:lnTo>
                  <a:lnTo>
                    <a:pt x="19333" y="9988"/>
                  </a:lnTo>
                  <a:lnTo>
                    <a:pt x="19373" y="9827"/>
                  </a:lnTo>
                  <a:lnTo>
                    <a:pt x="19453" y="9546"/>
                  </a:lnTo>
                  <a:lnTo>
                    <a:pt x="19774" y="8704"/>
                  </a:lnTo>
                  <a:lnTo>
                    <a:pt x="20255" y="7501"/>
                  </a:lnTo>
                  <a:lnTo>
                    <a:pt x="20877" y="6037"/>
                  </a:lnTo>
                  <a:lnTo>
                    <a:pt x="20877" y="6037"/>
                  </a:lnTo>
                  <a:lnTo>
                    <a:pt x="19894" y="5836"/>
                  </a:lnTo>
                  <a:lnTo>
                    <a:pt x="18912" y="5616"/>
                  </a:lnTo>
                  <a:lnTo>
                    <a:pt x="17929" y="5375"/>
                  </a:lnTo>
                  <a:lnTo>
                    <a:pt x="16926" y="5134"/>
                  </a:lnTo>
                  <a:lnTo>
                    <a:pt x="16926" y="5134"/>
                  </a:lnTo>
                  <a:lnTo>
                    <a:pt x="15643" y="4793"/>
                  </a:lnTo>
                  <a:lnTo>
                    <a:pt x="15643" y="4793"/>
                  </a:lnTo>
                  <a:lnTo>
                    <a:pt x="15061" y="5535"/>
                  </a:lnTo>
                  <a:lnTo>
                    <a:pt x="14600" y="6097"/>
                  </a:lnTo>
                  <a:lnTo>
                    <a:pt x="14259" y="6498"/>
                  </a:lnTo>
                  <a:lnTo>
                    <a:pt x="14159" y="6598"/>
                  </a:lnTo>
                  <a:lnTo>
                    <a:pt x="14078" y="6659"/>
                  </a:lnTo>
                  <a:lnTo>
                    <a:pt x="14078" y="6659"/>
                  </a:lnTo>
                  <a:lnTo>
                    <a:pt x="13898" y="6739"/>
                  </a:lnTo>
                  <a:lnTo>
                    <a:pt x="13717" y="6799"/>
                  </a:lnTo>
                  <a:lnTo>
                    <a:pt x="13557" y="6819"/>
                  </a:lnTo>
                  <a:lnTo>
                    <a:pt x="13377" y="6839"/>
                  </a:lnTo>
                  <a:lnTo>
                    <a:pt x="13377" y="6839"/>
                  </a:lnTo>
                  <a:lnTo>
                    <a:pt x="13156" y="6819"/>
                  </a:lnTo>
                  <a:lnTo>
                    <a:pt x="12955" y="6759"/>
                  </a:lnTo>
                  <a:lnTo>
                    <a:pt x="12755" y="6699"/>
                  </a:lnTo>
                  <a:lnTo>
                    <a:pt x="12574" y="6598"/>
                  </a:lnTo>
                  <a:lnTo>
                    <a:pt x="12434" y="6458"/>
                  </a:lnTo>
                  <a:lnTo>
                    <a:pt x="12294" y="6318"/>
                  </a:lnTo>
                  <a:lnTo>
                    <a:pt x="12213" y="6157"/>
                  </a:lnTo>
                  <a:lnTo>
                    <a:pt x="12153" y="5977"/>
                  </a:lnTo>
                  <a:lnTo>
                    <a:pt x="12153" y="5977"/>
                  </a:lnTo>
                  <a:lnTo>
                    <a:pt x="12153" y="5957"/>
                  </a:lnTo>
                  <a:lnTo>
                    <a:pt x="12153" y="5957"/>
                  </a:lnTo>
                  <a:lnTo>
                    <a:pt x="12173" y="5856"/>
                  </a:lnTo>
                  <a:lnTo>
                    <a:pt x="12193" y="5716"/>
                  </a:lnTo>
                  <a:lnTo>
                    <a:pt x="12354" y="5295"/>
                  </a:lnTo>
                  <a:lnTo>
                    <a:pt x="12574" y="4693"/>
                  </a:lnTo>
                  <a:lnTo>
                    <a:pt x="12875" y="3951"/>
                  </a:lnTo>
                  <a:lnTo>
                    <a:pt x="12875" y="3951"/>
                  </a:lnTo>
                  <a:lnTo>
                    <a:pt x="11732" y="3570"/>
                  </a:lnTo>
                  <a:lnTo>
                    <a:pt x="10589" y="3169"/>
                  </a:lnTo>
                  <a:lnTo>
                    <a:pt x="9426" y="2748"/>
                  </a:lnTo>
                  <a:lnTo>
                    <a:pt x="8283" y="2287"/>
                  </a:lnTo>
                  <a:lnTo>
                    <a:pt x="7160" y="1805"/>
                  </a:lnTo>
                  <a:lnTo>
                    <a:pt x="6017" y="1304"/>
                  </a:lnTo>
                  <a:lnTo>
                    <a:pt x="4893" y="783"/>
                  </a:lnTo>
                  <a:lnTo>
                    <a:pt x="3791" y="221"/>
                  </a:lnTo>
                  <a:lnTo>
                    <a:pt x="3791" y="221"/>
                  </a:lnTo>
                  <a:lnTo>
                    <a:pt x="3550" y="121"/>
                  </a:lnTo>
                  <a:lnTo>
                    <a:pt x="3329" y="41"/>
                  </a:lnTo>
                  <a:lnTo>
                    <a:pt x="3089" y="0"/>
                  </a:lnTo>
                  <a:lnTo>
                    <a:pt x="284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34">
              <a:extLst>
                <a:ext uri="{FF2B5EF4-FFF2-40B4-BE49-F238E27FC236}">
                  <a16:creationId xmlns:a16="http://schemas.microsoft.com/office/drawing/2014/main" id="{E4F4C8BA-023A-EAA0-CCB1-DAB39C8930D9}"/>
                </a:ext>
              </a:extLst>
            </p:cNvPr>
            <p:cNvSpPr/>
            <p:nvPr/>
          </p:nvSpPr>
          <p:spPr>
            <a:xfrm>
              <a:off x="9997400" y="5252175"/>
              <a:ext cx="232650" cy="155450"/>
            </a:xfrm>
            <a:custGeom>
              <a:avLst/>
              <a:gdLst/>
              <a:ahLst/>
              <a:cxnLst/>
              <a:rect l="l" t="t" r="r" b="b"/>
              <a:pathLst>
                <a:path w="9306" h="6218" fill="none" extrusionOk="0">
                  <a:moveTo>
                    <a:pt x="6458" y="0"/>
                  </a:moveTo>
                  <a:lnTo>
                    <a:pt x="6458" y="0"/>
                  </a:lnTo>
                  <a:lnTo>
                    <a:pt x="6217" y="0"/>
                  </a:lnTo>
                  <a:lnTo>
                    <a:pt x="5977" y="41"/>
                  </a:lnTo>
                  <a:lnTo>
                    <a:pt x="5736" y="121"/>
                  </a:lnTo>
                  <a:lnTo>
                    <a:pt x="5516" y="221"/>
                  </a:lnTo>
                  <a:lnTo>
                    <a:pt x="5516" y="221"/>
                  </a:lnTo>
                  <a:lnTo>
                    <a:pt x="4152" y="903"/>
                  </a:lnTo>
                  <a:lnTo>
                    <a:pt x="2788" y="1545"/>
                  </a:lnTo>
                  <a:lnTo>
                    <a:pt x="1404" y="2126"/>
                  </a:lnTo>
                  <a:lnTo>
                    <a:pt x="1" y="2688"/>
                  </a:lnTo>
                  <a:lnTo>
                    <a:pt x="1" y="2688"/>
                  </a:lnTo>
                  <a:lnTo>
                    <a:pt x="823" y="4533"/>
                  </a:lnTo>
                  <a:lnTo>
                    <a:pt x="1565" y="6217"/>
                  </a:lnTo>
                  <a:lnTo>
                    <a:pt x="1565" y="6217"/>
                  </a:lnTo>
                  <a:lnTo>
                    <a:pt x="2447" y="5796"/>
                  </a:lnTo>
                  <a:lnTo>
                    <a:pt x="3290" y="5415"/>
                  </a:lnTo>
                  <a:lnTo>
                    <a:pt x="4072" y="5014"/>
                  </a:lnTo>
                  <a:lnTo>
                    <a:pt x="4814" y="4653"/>
                  </a:lnTo>
                  <a:lnTo>
                    <a:pt x="6137" y="3951"/>
                  </a:lnTo>
                  <a:lnTo>
                    <a:pt x="7240" y="3309"/>
                  </a:lnTo>
                  <a:lnTo>
                    <a:pt x="8103" y="2768"/>
                  </a:lnTo>
                  <a:lnTo>
                    <a:pt x="8744" y="2347"/>
                  </a:lnTo>
                  <a:lnTo>
                    <a:pt x="9145" y="2026"/>
                  </a:lnTo>
                  <a:lnTo>
                    <a:pt x="9266" y="1926"/>
                  </a:lnTo>
                  <a:lnTo>
                    <a:pt x="9306" y="1865"/>
                  </a:lnTo>
                  <a:lnTo>
                    <a:pt x="9306" y="1865"/>
                  </a:lnTo>
                  <a:lnTo>
                    <a:pt x="9306" y="1825"/>
                  </a:lnTo>
                  <a:lnTo>
                    <a:pt x="9306" y="1825"/>
                  </a:lnTo>
                  <a:lnTo>
                    <a:pt x="9286" y="1725"/>
                  </a:lnTo>
                  <a:lnTo>
                    <a:pt x="9246" y="1605"/>
                  </a:lnTo>
                  <a:lnTo>
                    <a:pt x="9166" y="1464"/>
                  </a:lnTo>
                  <a:lnTo>
                    <a:pt x="9065" y="1324"/>
                  </a:lnTo>
                  <a:lnTo>
                    <a:pt x="8925" y="1184"/>
                  </a:lnTo>
                  <a:lnTo>
                    <a:pt x="8784" y="1023"/>
                  </a:lnTo>
                  <a:lnTo>
                    <a:pt x="8604" y="863"/>
                  </a:lnTo>
                  <a:lnTo>
                    <a:pt x="8403" y="722"/>
                  </a:lnTo>
                  <a:lnTo>
                    <a:pt x="8203" y="582"/>
                  </a:lnTo>
                  <a:lnTo>
                    <a:pt x="7982" y="442"/>
                  </a:lnTo>
                  <a:lnTo>
                    <a:pt x="7742" y="321"/>
                  </a:lnTo>
                  <a:lnTo>
                    <a:pt x="7501" y="221"/>
                  </a:lnTo>
                  <a:lnTo>
                    <a:pt x="7240" y="121"/>
                  </a:lnTo>
                  <a:lnTo>
                    <a:pt x="6980" y="61"/>
                  </a:lnTo>
                  <a:lnTo>
                    <a:pt x="6719" y="20"/>
                  </a:lnTo>
                  <a:lnTo>
                    <a:pt x="645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34">
              <a:extLst>
                <a:ext uri="{FF2B5EF4-FFF2-40B4-BE49-F238E27FC236}">
                  <a16:creationId xmlns:a16="http://schemas.microsoft.com/office/drawing/2014/main" id="{8376151C-C3A5-DE15-C142-6D2A0EAF089B}"/>
                </a:ext>
              </a:extLst>
            </p:cNvPr>
            <p:cNvSpPr/>
            <p:nvPr/>
          </p:nvSpPr>
          <p:spPr>
            <a:xfrm>
              <a:off x="884827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extrusionOk="0">
                  <a:moveTo>
                    <a:pt x="8323" y="0"/>
                  </a:moveTo>
                  <a:lnTo>
                    <a:pt x="7000" y="2848"/>
                  </a:lnTo>
                  <a:lnTo>
                    <a:pt x="5656" y="5796"/>
                  </a:lnTo>
                  <a:lnTo>
                    <a:pt x="4112" y="9185"/>
                  </a:lnTo>
                  <a:lnTo>
                    <a:pt x="2568" y="12594"/>
                  </a:lnTo>
                  <a:lnTo>
                    <a:pt x="1244" y="15643"/>
                  </a:lnTo>
                  <a:lnTo>
                    <a:pt x="723" y="16886"/>
                  </a:lnTo>
                  <a:lnTo>
                    <a:pt x="322" y="17889"/>
                  </a:lnTo>
                  <a:lnTo>
                    <a:pt x="81" y="18571"/>
                  </a:lnTo>
                  <a:lnTo>
                    <a:pt x="21" y="18791"/>
                  </a:lnTo>
                  <a:lnTo>
                    <a:pt x="1" y="18912"/>
                  </a:lnTo>
                  <a:lnTo>
                    <a:pt x="41" y="19052"/>
                  </a:lnTo>
                  <a:lnTo>
                    <a:pt x="101" y="19172"/>
                  </a:lnTo>
                  <a:lnTo>
                    <a:pt x="161" y="19293"/>
                  </a:lnTo>
                  <a:lnTo>
                    <a:pt x="241" y="19393"/>
                  </a:lnTo>
                  <a:lnTo>
                    <a:pt x="342" y="19493"/>
                  </a:lnTo>
                  <a:lnTo>
                    <a:pt x="462" y="19573"/>
                  </a:lnTo>
                  <a:lnTo>
                    <a:pt x="582" y="19654"/>
                  </a:lnTo>
                  <a:lnTo>
                    <a:pt x="723" y="19714"/>
                  </a:lnTo>
                  <a:lnTo>
                    <a:pt x="883" y="19774"/>
                  </a:lnTo>
                  <a:lnTo>
                    <a:pt x="1044" y="19814"/>
                  </a:lnTo>
                  <a:lnTo>
                    <a:pt x="1224" y="19854"/>
                  </a:lnTo>
                  <a:lnTo>
                    <a:pt x="1384" y="19854"/>
                  </a:lnTo>
                  <a:lnTo>
                    <a:pt x="1585" y="19834"/>
                  </a:lnTo>
                  <a:lnTo>
                    <a:pt x="1766" y="19814"/>
                  </a:lnTo>
                  <a:lnTo>
                    <a:pt x="1946" y="19754"/>
                  </a:lnTo>
                  <a:lnTo>
                    <a:pt x="2127" y="19674"/>
                  </a:lnTo>
                  <a:lnTo>
                    <a:pt x="2207" y="19614"/>
                  </a:lnTo>
                  <a:lnTo>
                    <a:pt x="2307" y="19513"/>
                  </a:lnTo>
                  <a:lnTo>
                    <a:pt x="2628" y="19152"/>
                  </a:lnTo>
                  <a:lnTo>
                    <a:pt x="3049" y="18631"/>
                  </a:lnTo>
                  <a:lnTo>
                    <a:pt x="3590" y="17969"/>
                  </a:lnTo>
                  <a:lnTo>
                    <a:pt x="4894" y="16224"/>
                  </a:lnTo>
                  <a:lnTo>
                    <a:pt x="6458" y="14119"/>
                  </a:lnTo>
                  <a:lnTo>
                    <a:pt x="8183" y="11752"/>
                  </a:lnTo>
                  <a:lnTo>
                    <a:pt x="9928" y="9306"/>
                  </a:lnTo>
                  <a:lnTo>
                    <a:pt x="13177" y="4753"/>
                  </a:lnTo>
                  <a:lnTo>
                    <a:pt x="15884" y="923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34">
              <a:extLst>
                <a:ext uri="{FF2B5EF4-FFF2-40B4-BE49-F238E27FC236}">
                  <a16:creationId xmlns:a16="http://schemas.microsoft.com/office/drawing/2014/main" id="{24C4EDDB-5E8F-0A23-323A-EDFB57A81849}"/>
                </a:ext>
              </a:extLst>
            </p:cNvPr>
            <p:cNvSpPr/>
            <p:nvPr/>
          </p:nvSpPr>
          <p:spPr>
            <a:xfrm>
              <a:off x="884827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fill="none" extrusionOk="0">
                  <a:moveTo>
                    <a:pt x="15884" y="923"/>
                  </a:moveTo>
                  <a:lnTo>
                    <a:pt x="15884" y="923"/>
                  </a:lnTo>
                  <a:lnTo>
                    <a:pt x="13177" y="4753"/>
                  </a:lnTo>
                  <a:lnTo>
                    <a:pt x="13177" y="4753"/>
                  </a:lnTo>
                  <a:lnTo>
                    <a:pt x="9928" y="9306"/>
                  </a:lnTo>
                  <a:lnTo>
                    <a:pt x="8183" y="11752"/>
                  </a:lnTo>
                  <a:lnTo>
                    <a:pt x="6458" y="14119"/>
                  </a:lnTo>
                  <a:lnTo>
                    <a:pt x="4894" y="16224"/>
                  </a:lnTo>
                  <a:lnTo>
                    <a:pt x="3590" y="17969"/>
                  </a:lnTo>
                  <a:lnTo>
                    <a:pt x="3049" y="18631"/>
                  </a:lnTo>
                  <a:lnTo>
                    <a:pt x="2628" y="19152"/>
                  </a:lnTo>
                  <a:lnTo>
                    <a:pt x="2307" y="19513"/>
                  </a:lnTo>
                  <a:lnTo>
                    <a:pt x="2207" y="19614"/>
                  </a:lnTo>
                  <a:lnTo>
                    <a:pt x="2127" y="19674"/>
                  </a:lnTo>
                  <a:lnTo>
                    <a:pt x="2127" y="19674"/>
                  </a:lnTo>
                  <a:lnTo>
                    <a:pt x="1946" y="19754"/>
                  </a:lnTo>
                  <a:lnTo>
                    <a:pt x="1766" y="19814"/>
                  </a:lnTo>
                  <a:lnTo>
                    <a:pt x="1585" y="19834"/>
                  </a:lnTo>
                  <a:lnTo>
                    <a:pt x="1384" y="19854"/>
                  </a:lnTo>
                  <a:lnTo>
                    <a:pt x="1224" y="19854"/>
                  </a:lnTo>
                  <a:lnTo>
                    <a:pt x="1044" y="19814"/>
                  </a:lnTo>
                  <a:lnTo>
                    <a:pt x="883" y="19774"/>
                  </a:lnTo>
                  <a:lnTo>
                    <a:pt x="723" y="19714"/>
                  </a:lnTo>
                  <a:lnTo>
                    <a:pt x="723" y="19714"/>
                  </a:lnTo>
                  <a:lnTo>
                    <a:pt x="582" y="19654"/>
                  </a:lnTo>
                  <a:lnTo>
                    <a:pt x="462" y="19573"/>
                  </a:lnTo>
                  <a:lnTo>
                    <a:pt x="342" y="19493"/>
                  </a:lnTo>
                  <a:lnTo>
                    <a:pt x="241" y="19393"/>
                  </a:lnTo>
                  <a:lnTo>
                    <a:pt x="161" y="19293"/>
                  </a:lnTo>
                  <a:lnTo>
                    <a:pt x="101" y="19172"/>
                  </a:lnTo>
                  <a:lnTo>
                    <a:pt x="41" y="19052"/>
                  </a:lnTo>
                  <a:lnTo>
                    <a:pt x="1" y="18912"/>
                  </a:lnTo>
                  <a:lnTo>
                    <a:pt x="1" y="18912"/>
                  </a:lnTo>
                  <a:lnTo>
                    <a:pt x="21" y="18791"/>
                  </a:lnTo>
                  <a:lnTo>
                    <a:pt x="81" y="18571"/>
                  </a:lnTo>
                  <a:lnTo>
                    <a:pt x="322" y="17889"/>
                  </a:lnTo>
                  <a:lnTo>
                    <a:pt x="723" y="16886"/>
                  </a:lnTo>
                  <a:lnTo>
                    <a:pt x="1244" y="15643"/>
                  </a:lnTo>
                  <a:lnTo>
                    <a:pt x="2568" y="12594"/>
                  </a:lnTo>
                  <a:lnTo>
                    <a:pt x="4112" y="9185"/>
                  </a:lnTo>
                  <a:lnTo>
                    <a:pt x="5656" y="5796"/>
                  </a:lnTo>
                  <a:lnTo>
                    <a:pt x="7000" y="2848"/>
                  </a:lnTo>
                  <a:lnTo>
                    <a:pt x="8323" y="0"/>
                  </a:lnTo>
                  <a:lnTo>
                    <a:pt x="15884" y="9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34">
              <a:extLst>
                <a:ext uri="{FF2B5EF4-FFF2-40B4-BE49-F238E27FC236}">
                  <a16:creationId xmlns:a16="http://schemas.microsoft.com/office/drawing/2014/main" id="{2716DC01-7C60-9D07-D2A7-A5D425A2BED0}"/>
                </a:ext>
              </a:extLst>
            </p:cNvPr>
            <p:cNvSpPr/>
            <p:nvPr/>
          </p:nvSpPr>
          <p:spPr>
            <a:xfrm>
              <a:off x="8848275" y="5119825"/>
              <a:ext cx="340950" cy="402600"/>
            </a:xfrm>
            <a:custGeom>
              <a:avLst/>
              <a:gdLst/>
              <a:ahLst/>
              <a:cxnLst/>
              <a:rect l="l" t="t" r="r" b="b"/>
              <a:pathLst>
                <a:path w="13638" h="16104" extrusionOk="0">
                  <a:moveTo>
                    <a:pt x="6659" y="0"/>
                  </a:moveTo>
                  <a:lnTo>
                    <a:pt x="5435" y="2667"/>
                  </a:lnTo>
                  <a:lnTo>
                    <a:pt x="4092" y="5635"/>
                  </a:lnTo>
                  <a:lnTo>
                    <a:pt x="2748" y="8603"/>
                  </a:lnTo>
                  <a:lnTo>
                    <a:pt x="1545" y="11331"/>
                  </a:lnTo>
                  <a:lnTo>
                    <a:pt x="923" y="12795"/>
                  </a:lnTo>
                  <a:lnTo>
                    <a:pt x="442" y="13998"/>
                  </a:lnTo>
                  <a:lnTo>
                    <a:pt x="121" y="14840"/>
                  </a:lnTo>
                  <a:lnTo>
                    <a:pt x="41" y="15121"/>
                  </a:lnTo>
                  <a:lnTo>
                    <a:pt x="1" y="15282"/>
                  </a:lnTo>
                  <a:lnTo>
                    <a:pt x="1" y="15302"/>
                  </a:lnTo>
                  <a:lnTo>
                    <a:pt x="41" y="15442"/>
                  </a:lnTo>
                  <a:lnTo>
                    <a:pt x="101" y="15562"/>
                  </a:lnTo>
                  <a:lnTo>
                    <a:pt x="161" y="15683"/>
                  </a:lnTo>
                  <a:lnTo>
                    <a:pt x="241" y="15783"/>
                  </a:lnTo>
                  <a:lnTo>
                    <a:pt x="342" y="15883"/>
                  </a:lnTo>
                  <a:lnTo>
                    <a:pt x="462" y="15963"/>
                  </a:lnTo>
                  <a:lnTo>
                    <a:pt x="582" y="16044"/>
                  </a:lnTo>
                  <a:lnTo>
                    <a:pt x="723" y="16104"/>
                  </a:lnTo>
                  <a:lnTo>
                    <a:pt x="763" y="15703"/>
                  </a:lnTo>
                  <a:lnTo>
                    <a:pt x="843" y="15282"/>
                  </a:lnTo>
                  <a:lnTo>
                    <a:pt x="923" y="14880"/>
                  </a:lnTo>
                  <a:lnTo>
                    <a:pt x="1024" y="14479"/>
                  </a:lnTo>
                  <a:lnTo>
                    <a:pt x="1144" y="14058"/>
                  </a:lnTo>
                  <a:lnTo>
                    <a:pt x="1264" y="13677"/>
                  </a:lnTo>
                  <a:lnTo>
                    <a:pt x="1565" y="12875"/>
                  </a:lnTo>
                  <a:lnTo>
                    <a:pt x="1886" y="12093"/>
                  </a:lnTo>
                  <a:lnTo>
                    <a:pt x="2247" y="11331"/>
                  </a:lnTo>
                  <a:lnTo>
                    <a:pt x="2608" y="10589"/>
                  </a:lnTo>
                  <a:lnTo>
                    <a:pt x="3009" y="9847"/>
                  </a:lnTo>
                  <a:lnTo>
                    <a:pt x="3831" y="8383"/>
                  </a:lnTo>
                  <a:lnTo>
                    <a:pt x="4252" y="7661"/>
                  </a:lnTo>
                  <a:lnTo>
                    <a:pt x="4693" y="6939"/>
                  </a:lnTo>
                  <a:lnTo>
                    <a:pt x="5175" y="6217"/>
                  </a:lnTo>
                  <a:lnTo>
                    <a:pt x="5676" y="5535"/>
                  </a:lnTo>
                  <a:lnTo>
                    <a:pt x="5937" y="5214"/>
                  </a:lnTo>
                  <a:lnTo>
                    <a:pt x="6198" y="4893"/>
                  </a:lnTo>
                  <a:lnTo>
                    <a:pt x="6478" y="4572"/>
                  </a:lnTo>
                  <a:lnTo>
                    <a:pt x="6779" y="4272"/>
                  </a:lnTo>
                  <a:lnTo>
                    <a:pt x="7120" y="3951"/>
                  </a:lnTo>
                  <a:lnTo>
                    <a:pt x="7461" y="3630"/>
                  </a:lnTo>
                  <a:lnTo>
                    <a:pt x="7822" y="3349"/>
                  </a:lnTo>
                  <a:lnTo>
                    <a:pt x="8203" y="3088"/>
                  </a:lnTo>
                  <a:lnTo>
                    <a:pt x="8584" y="2828"/>
                  </a:lnTo>
                  <a:lnTo>
                    <a:pt x="8965" y="2607"/>
                  </a:lnTo>
                  <a:lnTo>
                    <a:pt x="9366" y="2387"/>
                  </a:lnTo>
                  <a:lnTo>
                    <a:pt x="9767" y="2206"/>
                  </a:lnTo>
                  <a:lnTo>
                    <a:pt x="10168" y="2026"/>
                  </a:lnTo>
                  <a:lnTo>
                    <a:pt x="10589" y="1845"/>
                  </a:lnTo>
                  <a:lnTo>
                    <a:pt x="11011" y="1705"/>
                  </a:lnTo>
                  <a:lnTo>
                    <a:pt x="11432" y="1564"/>
                  </a:lnTo>
                  <a:lnTo>
                    <a:pt x="11853" y="1444"/>
                  </a:lnTo>
                  <a:lnTo>
                    <a:pt x="12294" y="1324"/>
                  </a:lnTo>
                  <a:lnTo>
                    <a:pt x="13177" y="1143"/>
                  </a:lnTo>
                  <a:lnTo>
                    <a:pt x="13638" y="501"/>
                  </a:lnTo>
                  <a:lnTo>
                    <a:pt x="11893" y="421"/>
                  </a:lnTo>
                  <a:lnTo>
                    <a:pt x="10148" y="301"/>
                  </a:lnTo>
                  <a:lnTo>
                    <a:pt x="8384" y="18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34">
              <a:extLst>
                <a:ext uri="{FF2B5EF4-FFF2-40B4-BE49-F238E27FC236}">
                  <a16:creationId xmlns:a16="http://schemas.microsoft.com/office/drawing/2014/main" id="{F012C20D-C600-780E-9191-8C6FCB486FF8}"/>
                </a:ext>
              </a:extLst>
            </p:cNvPr>
            <p:cNvSpPr/>
            <p:nvPr/>
          </p:nvSpPr>
          <p:spPr>
            <a:xfrm>
              <a:off x="8848275" y="5119825"/>
              <a:ext cx="340950" cy="402600"/>
            </a:xfrm>
            <a:custGeom>
              <a:avLst/>
              <a:gdLst/>
              <a:ahLst/>
              <a:cxnLst/>
              <a:rect l="l" t="t" r="r" b="b"/>
              <a:pathLst>
                <a:path w="13638" h="16104" fill="none" extrusionOk="0">
                  <a:moveTo>
                    <a:pt x="6659" y="0"/>
                  </a:moveTo>
                  <a:lnTo>
                    <a:pt x="6659" y="0"/>
                  </a:lnTo>
                  <a:lnTo>
                    <a:pt x="5435" y="2667"/>
                  </a:lnTo>
                  <a:lnTo>
                    <a:pt x="4092" y="5635"/>
                  </a:lnTo>
                  <a:lnTo>
                    <a:pt x="2748" y="8603"/>
                  </a:lnTo>
                  <a:lnTo>
                    <a:pt x="1545" y="11331"/>
                  </a:lnTo>
                  <a:lnTo>
                    <a:pt x="1545" y="11331"/>
                  </a:lnTo>
                  <a:lnTo>
                    <a:pt x="923" y="12795"/>
                  </a:lnTo>
                  <a:lnTo>
                    <a:pt x="442" y="13998"/>
                  </a:lnTo>
                  <a:lnTo>
                    <a:pt x="121" y="14840"/>
                  </a:lnTo>
                  <a:lnTo>
                    <a:pt x="41" y="15121"/>
                  </a:lnTo>
                  <a:lnTo>
                    <a:pt x="1" y="15282"/>
                  </a:lnTo>
                  <a:lnTo>
                    <a:pt x="1" y="15282"/>
                  </a:lnTo>
                  <a:lnTo>
                    <a:pt x="1" y="15302"/>
                  </a:lnTo>
                  <a:lnTo>
                    <a:pt x="1" y="15302"/>
                  </a:lnTo>
                  <a:lnTo>
                    <a:pt x="41" y="15442"/>
                  </a:lnTo>
                  <a:lnTo>
                    <a:pt x="101" y="15562"/>
                  </a:lnTo>
                  <a:lnTo>
                    <a:pt x="161" y="15683"/>
                  </a:lnTo>
                  <a:lnTo>
                    <a:pt x="241" y="15783"/>
                  </a:lnTo>
                  <a:lnTo>
                    <a:pt x="342" y="15883"/>
                  </a:lnTo>
                  <a:lnTo>
                    <a:pt x="462" y="15963"/>
                  </a:lnTo>
                  <a:lnTo>
                    <a:pt x="582" y="16044"/>
                  </a:lnTo>
                  <a:lnTo>
                    <a:pt x="723" y="16104"/>
                  </a:lnTo>
                  <a:lnTo>
                    <a:pt x="723" y="16104"/>
                  </a:lnTo>
                  <a:lnTo>
                    <a:pt x="763" y="15703"/>
                  </a:lnTo>
                  <a:lnTo>
                    <a:pt x="843" y="15282"/>
                  </a:lnTo>
                  <a:lnTo>
                    <a:pt x="923" y="14880"/>
                  </a:lnTo>
                  <a:lnTo>
                    <a:pt x="1024" y="14479"/>
                  </a:lnTo>
                  <a:lnTo>
                    <a:pt x="1144" y="14058"/>
                  </a:lnTo>
                  <a:lnTo>
                    <a:pt x="1264" y="13677"/>
                  </a:lnTo>
                  <a:lnTo>
                    <a:pt x="1565" y="12875"/>
                  </a:lnTo>
                  <a:lnTo>
                    <a:pt x="1886" y="12093"/>
                  </a:lnTo>
                  <a:lnTo>
                    <a:pt x="2247" y="11331"/>
                  </a:lnTo>
                  <a:lnTo>
                    <a:pt x="2608" y="10589"/>
                  </a:lnTo>
                  <a:lnTo>
                    <a:pt x="3009" y="9847"/>
                  </a:lnTo>
                  <a:lnTo>
                    <a:pt x="3009" y="9847"/>
                  </a:lnTo>
                  <a:lnTo>
                    <a:pt x="3831" y="8383"/>
                  </a:lnTo>
                  <a:lnTo>
                    <a:pt x="4252" y="7661"/>
                  </a:lnTo>
                  <a:lnTo>
                    <a:pt x="4693" y="6939"/>
                  </a:lnTo>
                  <a:lnTo>
                    <a:pt x="5175" y="6217"/>
                  </a:lnTo>
                  <a:lnTo>
                    <a:pt x="5676" y="5535"/>
                  </a:lnTo>
                  <a:lnTo>
                    <a:pt x="5937" y="5214"/>
                  </a:lnTo>
                  <a:lnTo>
                    <a:pt x="6198" y="4893"/>
                  </a:lnTo>
                  <a:lnTo>
                    <a:pt x="6478" y="4572"/>
                  </a:lnTo>
                  <a:lnTo>
                    <a:pt x="6779" y="4272"/>
                  </a:lnTo>
                  <a:lnTo>
                    <a:pt x="6779" y="4272"/>
                  </a:lnTo>
                  <a:lnTo>
                    <a:pt x="7120" y="3951"/>
                  </a:lnTo>
                  <a:lnTo>
                    <a:pt x="7461" y="3630"/>
                  </a:lnTo>
                  <a:lnTo>
                    <a:pt x="7822" y="3349"/>
                  </a:lnTo>
                  <a:lnTo>
                    <a:pt x="8203" y="3088"/>
                  </a:lnTo>
                  <a:lnTo>
                    <a:pt x="8584" y="2828"/>
                  </a:lnTo>
                  <a:lnTo>
                    <a:pt x="8965" y="2607"/>
                  </a:lnTo>
                  <a:lnTo>
                    <a:pt x="9366" y="2387"/>
                  </a:lnTo>
                  <a:lnTo>
                    <a:pt x="9767" y="2206"/>
                  </a:lnTo>
                  <a:lnTo>
                    <a:pt x="10168" y="2026"/>
                  </a:lnTo>
                  <a:lnTo>
                    <a:pt x="10589" y="1845"/>
                  </a:lnTo>
                  <a:lnTo>
                    <a:pt x="11011" y="1705"/>
                  </a:lnTo>
                  <a:lnTo>
                    <a:pt x="11432" y="1564"/>
                  </a:lnTo>
                  <a:lnTo>
                    <a:pt x="11853" y="1444"/>
                  </a:lnTo>
                  <a:lnTo>
                    <a:pt x="12294" y="1324"/>
                  </a:lnTo>
                  <a:lnTo>
                    <a:pt x="13177" y="1143"/>
                  </a:lnTo>
                  <a:lnTo>
                    <a:pt x="13177" y="1143"/>
                  </a:lnTo>
                  <a:lnTo>
                    <a:pt x="13638" y="501"/>
                  </a:lnTo>
                  <a:lnTo>
                    <a:pt x="13638" y="501"/>
                  </a:lnTo>
                  <a:lnTo>
                    <a:pt x="11893" y="421"/>
                  </a:lnTo>
                  <a:lnTo>
                    <a:pt x="10148" y="301"/>
                  </a:lnTo>
                  <a:lnTo>
                    <a:pt x="8384" y="180"/>
                  </a:lnTo>
                  <a:lnTo>
                    <a:pt x="665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34">
              <a:extLst>
                <a:ext uri="{FF2B5EF4-FFF2-40B4-BE49-F238E27FC236}">
                  <a16:creationId xmlns:a16="http://schemas.microsoft.com/office/drawing/2014/main" id="{D8FF3CDB-CC4F-CDCB-492F-7D3677275CB1}"/>
                </a:ext>
              </a:extLst>
            </p:cNvPr>
            <p:cNvSpPr/>
            <p:nvPr/>
          </p:nvSpPr>
          <p:spPr>
            <a:xfrm>
              <a:off x="8668800" y="4973925"/>
              <a:ext cx="359500" cy="448725"/>
            </a:xfrm>
            <a:custGeom>
              <a:avLst/>
              <a:gdLst/>
              <a:ahLst/>
              <a:cxnLst/>
              <a:rect l="l" t="t" r="r" b="b"/>
              <a:pathLst>
                <a:path w="14380" h="17949" extrusionOk="0">
                  <a:moveTo>
                    <a:pt x="7521" y="0"/>
                  </a:moveTo>
                  <a:lnTo>
                    <a:pt x="6337" y="2587"/>
                  </a:lnTo>
                  <a:lnTo>
                    <a:pt x="5114" y="5234"/>
                  </a:lnTo>
                  <a:lnTo>
                    <a:pt x="3710" y="8303"/>
                  </a:lnTo>
                  <a:lnTo>
                    <a:pt x="2327" y="11391"/>
                  </a:lnTo>
                  <a:lnTo>
                    <a:pt x="1123" y="14159"/>
                  </a:lnTo>
                  <a:lnTo>
                    <a:pt x="642" y="15282"/>
                  </a:lnTo>
                  <a:lnTo>
                    <a:pt x="281" y="16184"/>
                  </a:lnTo>
                  <a:lnTo>
                    <a:pt x="60" y="16806"/>
                  </a:lnTo>
                  <a:lnTo>
                    <a:pt x="0" y="17006"/>
                  </a:lnTo>
                  <a:lnTo>
                    <a:pt x="0" y="17107"/>
                  </a:lnTo>
                  <a:lnTo>
                    <a:pt x="40" y="17227"/>
                  </a:lnTo>
                  <a:lnTo>
                    <a:pt x="80" y="17347"/>
                  </a:lnTo>
                  <a:lnTo>
                    <a:pt x="161" y="17468"/>
                  </a:lnTo>
                  <a:lnTo>
                    <a:pt x="241" y="17568"/>
                  </a:lnTo>
                  <a:lnTo>
                    <a:pt x="341" y="17648"/>
                  </a:lnTo>
                  <a:lnTo>
                    <a:pt x="441" y="17728"/>
                  </a:lnTo>
                  <a:lnTo>
                    <a:pt x="562" y="17809"/>
                  </a:lnTo>
                  <a:lnTo>
                    <a:pt x="702" y="17869"/>
                  </a:lnTo>
                  <a:lnTo>
                    <a:pt x="843" y="17909"/>
                  </a:lnTo>
                  <a:lnTo>
                    <a:pt x="983" y="17949"/>
                  </a:lnTo>
                  <a:lnTo>
                    <a:pt x="1444" y="17949"/>
                  </a:lnTo>
                  <a:lnTo>
                    <a:pt x="1605" y="17909"/>
                  </a:lnTo>
                  <a:lnTo>
                    <a:pt x="1765" y="17869"/>
                  </a:lnTo>
                  <a:lnTo>
                    <a:pt x="1925" y="17789"/>
                  </a:lnTo>
                  <a:lnTo>
                    <a:pt x="2026" y="17708"/>
                  </a:lnTo>
                  <a:lnTo>
                    <a:pt x="2186" y="17528"/>
                  </a:lnTo>
                  <a:lnTo>
                    <a:pt x="2688" y="16946"/>
                  </a:lnTo>
                  <a:lnTo>
                    <a:pt x="3369" y="16084"/>
                  </a:lnTo>
                  <a:lnTo>
                    <a:pt x="4212" y="14961"/>
                  </a:lnTo>
                  <a:lnTo>
                    <a:pt x="6217" y="12253"/>
                  </a:lnTo>
                  <a:lnTo>
                    <a:pt x="8443" y="9165"/>
                  </a:lnTo>
                  <a:lnTo>
                    <a:pt x="10649" y="6077"/>
                  </a:lnTo>
                  <a:lnTo>
                    <a:pt x="12534" y="3409"/>
                  </a:lnTo>
                  <a:lnTo>
                    <a:pt x="14379" y="822"/>
                  </a:lnTo>
                  <a:lnTo>
                    <a:pt x="752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34">
              <a:extLst>
                <a:ext uri="{FF2B5EF4-FFF2-40B4-BE49-F238E27FC236}">
                  <a16:creationId xmlns:a16="http://schemas.microsoft.com/office/drawing/2014/main" id="{E2913A56-5227-5BD2-A7F0-E30322A53047}"/>
                </a:ext>
              </a:extLst>
            </p:cNvPr>
            <p:cNvSpPr/>
            <p:nvPr/>
          </p:nvSpPr>
          <p:spPr>
            <a:xfrm>
              <a:off x="8668800" y="4973925"/>
              <a:ext cx="359500" cy="448725"/>
            </a:xfrm>
            <a:custGeom>
              <a:avLst/>
              <a:gdLst/>
              <a:ahLst/>
              <a:cxnLst/>
              <a:rect l="l" t="t" r="r" b="b"/>
              <a:pathLst>
                <a:path w="14380" h="17949" fill="none" extrusionOk="0">
                  <a:moveTo>
                    <a:pt x="7521" y="0"/>
                  </a:moveTo>
                  <a:lnTo>
                    <a:pt x="7521" y="0"/>
                  </a:lnTo>
                  <a:lnTo>
                    <a:pt x="6337" y="2587"/>
                  </a:lnTo>
                  <a:lnTo>
                    <a:pt x="5114" y="5234"/>
                  </a:lnTo>
                  <a:lnTo>
                    <a:pt x="3710" y="8303"/>
                  </a:lnTo>
                  <a:lnTo>
                    <a:pt x="2327" y="11391"/>
                  </a:lnTo>
                  <a:lnTo>
                    <a:pt x="1123" y="14159"/>
                  </a:lnTo>
                  <a:lnTo>
                    <a:pt x="642" y="15282"/>
                  </a:lnTo>
                  <a:lnTo>
                    <a:pt x="281" y="16184"/>
                  </a:lnTo>
                  <a:lnTo>
                    <a:pt x="60" y="16806"/>
                  </a:lnTo>
                  <a:lnTo>
                    <a:pt x="0" y="17006"/>
                  </a:lnTo>
                  <a:lnTo>
                    <a:pt x="0" y="17107"/>
                  </a:lnTo>
                  <a:lnTo>
                    <a:pt x="0" y="17107"/>
                  </a:lnTo>
                  <a:lnTo>
                    <a:pt x="40" y="17227"/>
                  </a:lnTo>
                  <a:lnTo>
                    <a:pt x="80" y="17347"/>
                  </a:lnTo>
                  <a:lnTo>
                    <a:pt x="161" y="17468"/>
                  </a:lnTo>
                  <a:lnTo>
                    <a:pt x="241" y="17568"/>
                  </a:lnTo>
                  <a:lnTo>
                    <a:pt x="341" y="17648"/>
                  </a:lnTo>
                  <a:lnTo>
                    <a:pt x="441" y="17728"/>
                  </a:lnTo>
                  <a:lnTo>
                    <a:pt x="562" y="17809"/>
                  </a:lnTo>
                  <a:lnTo>
                    <a:pt x="702" y="17869"/>
                  </a:lnTo>
                  <a:lnTo>
                    <a:pt x="843" y="17909"/>
                  </a:lnTo>
                  <a:lnTo>
                    <a:pt x="983" y="17949"/>
                  </a:lnTo>
                  <a:lnTo>
                    <a:pt x="1143" y="17949"/>
                  </a:lnTo>
                  <a:lnTo>
                    <a:pt x="1284" y="17949"/>
                  </a:lnTo>
                  <a:lnTo>
                    <a:pt x="1444" y="17949"/>
                  </a:lnTo>
                  <a:lnTo>
                    <a:pt x="1605" y="17909"/>
                  </a:lnTo>
                  <a:lnTo>
                    <a:pt x="1765" y="17869"/>
                  </a:lnTo>
                  <a:lnTo>
                    <a:pt x="1925" y="17789"/>
                  </a:lnTo>
                  <a:lnTo>
                    <a:pt x="1925" y="17789"/>
                  </a:lnTo>
                  <a:lnTo>
                    <a:pt x="2026" y="17708"/>
                  </a:lnTo>
                  <a:lnTo>
                    <a:pt x="2186" y="17528"/>
                  </a:lnTo>
                  <a:lnTo>
                    <a:pt x="2688" y="16946"/>
                  </a:lnTo>
                  <a:lnTo>
                    <a:pt x="3369" y="16084"/>
                  </a:lnTo>
                  <a:lnTo>
                    <a:pt x="4212" y="14961"/>
                  </a:lnTo>
                  <a:lnTo>
                    <a:pt x="6217" y="12253"/>
                  </a:lnTo>
                  <a:lnTo>
                    <a:pt x="8443" y="9165"/>
                  </a:lnTo>
                  <a:lnTo>
                    <a:pt x="10649" y="6077"/>
                  </a:lnTo>
                  <a:lnTo>
                    <a:pt x="12534" y="3409"/>
                  </a:lnTo>
                  <a:lnTo>
                    <a:pt x="14379" y="822"/>
                  </a:lnTo>
                  <a:lnTo>
                    <a:pt x="752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34">
              <a:extLst>
                <a:ext uri="{FF2B5EF4-FFF2-40B4-BE49-F238E27FC236}">
                  <a16:creationId xmlns:a16="http://schemas.microsoft.com/office/drawing/2014/main" id="{C6DF9AAE-17B5-1E11-4442-FF3D0E4E6CE9}"/>
                </a:ext>
              </a:extLst>
            </p:cNvPr>
            <p:cNvSpPr/>
            <p:nvPr/>
          </p:nvSpPr>
          <p:spPr>
            <a:xfrm>
              <a:off x="8668800" y="5072175"/>
              <a:ext cx="277275" cy="350975"/>
            </a:xfrm>
            <a:custGeom>
              <a:avLst/>
              <a:gdLst/>
              <a:ahLst/>
              <a:cxnLst/>
              <a:rect l="l" t="t" r="r" b="b"/>
              <a:pathLst>
                <a:path w="11091" h="14039" extrusionOk="0">
                  <a:moveTo>
                    <a:pt x="5716" y="1"/>
                  </a:moveTo>
                  <a:lnTo>
                    <a:pt x="4412" y="2808"/>
                  </a:lnTo>
                  <a:lnTo>
                    <a:pt x="3049" y="5857"/>
                  </a:lnTo>
                  <a:lnTo>
                    <a:pt x="1765" y="8745"/>
                  </a:lnTo>
                  <a:lnTo>
                    <a:pt x="1203" y="10028"/>
                  </a:lnTo>
                  <a:lnTo>
                    <a:pt x="722" y="11151"/>
                  </a:lnTo>
                  <a:lnTo>
                    <a:pt x="421" y="11893"/>
                  </a:lnTo>
                  <a:lnTo>
                    <a:pt x="201" y="12495"/>
                  </a:lnTo>
                  <a:lnTo>
                    <a:pt x="40" y="12916"/>
                  </a:lnTo>
                  <a:lnTo>
                    <a:pt x="20" y="13056"/>
                  </a:lnTo>
                  <a:lnTo>
                    <a:pt x="0" y="13157"/>
                  </a:lnTo>
                  <a:lnTo>
                    <a:pt x="0" y="13177"/>
                  </a:lnTo>
                  <a:lnTo>
                    <a:pt x="60" y="13357"/>
                  </a:lnTo>
                  <a:lnTo>
                    <a:pt x="141" y="13518"/>
                  </a:lnTo>
                  <a:lnTo>
                    <a:pt x="281" y="13658"/>
                  </a:lnTo>
                  <a:lnTo>
                    <a:pt x="421" y="13798"/>
                  </a:lnTo>
                  <a:lnTo>
                    <a:pt x="602" y="13899"/>
                  </a:lnTo>
                  <a:lnTo>
                    <a:pt x="802" y="13959"/>
                  </a:lnTo>
                  <a:lnTo>
                    <a:pt x="1003" y="14019"/>
                  </a:lnTo>
                  <a:lnTo>
                    <a:pt x="1224" y="14039"/>
                  </a:lnTo>
                  <a:lnTo>
                    <a:pt x="1404" y="14019"/>
                  </a:lnTo>
                  <a:lnTo>
                    <a:pt x="1564" y="13999"/>
                  </a:lnTo>
                  <a:lnTo>
                    <a:pt x="1745" y="13939"/>
                  </a:lnTo>
                  <a:lnTo>
                    <a:pt x="1925" y="13859"/>
                  </a:lnTo>
                  <a:lnTo>
                    <a:pt x="1986" y="13818"/>
                  </a:lnTo>
                  <a:lnTo>
                    <a:pt x="2066" y="13738"/>
                  </a:lnTo>
                  <a:lnTo>
                    <a:pt x="2327" y="13457"/>
                  </a:lnTo>
                  <a:lnTo>
                    <a:pt x="2667" y="13056"/>
                  </a:lnTo>
                  <a:lnTo>
                    <a:pt x="3089" y="12515"/>
                  </a:lnTo>
                  <a:lnTo>
                    <a:pt x="4131" y="11151"/>
                  </a:lnTo>
                  <a:lnTo>
                    <a:pt x="5375" y="9447"/>
                  </a:lnTo>
                  <a:lnTo>
                    <a:pt x="6779" y="7541"/>
                  </a:lnTo>
                  <a:lnTo>
                    <a:pt x="8243" y="5516"/>
                  </a:lnTo>
                  <a:lnTo>
                    <a:pt x="11090" y="1545"/>
                  </a:lnTo>
                  <a:lnTo>
                    <a:pt x="10248" y="1405"/>
                  </a:lnTo>
                  <a:lnTo>
                    <a:pt x="9446" y="1244"/>
                  </a:lnTo>
                  <a:lnTo>
                    <a:pt x="8684" y="1064"/>
                  </a:lnTo>
                  <a:lnTo>
                    <a:pt x="7982" y="883"/>
                  </a:lnTo>
                  <a:lnTo>
                    <a:pt x="7320" y="683"/>
                  </a:lnTo>
                  <a:lnTo>
                    <a:pt x="6718" y="462"/>
                  </a:lnTo>
                  <a:lnTo>
                    <a:pt x="6177" y="241"/>
                  </a:lnTo>
                  <a:lnTo>
                    <a:pt x="5716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34">
              <a:extLst>
                <a:ext uri="{FF2B5EF4-FFF2-40B4-BE49-F238E27FC236}">
                  <a16:creationId xmlns:a16="http://schemas.microsoft.com/office/drawing/2014/main" id="{ED23E64E-CF34-5B8E-23EF-52EEF6786B61}"/>
                </a:ext>
              </a:extLst>
            </p:cNvPr>
            <p:cNvSpPr/>
            <p:nvPr/>
          </p:nvSpPr>
          <p:spPr>
            <a:xfrm>
              <a:off x="8668800" y="5072175"/>
              <a:ext cx="277275" cy="350975"/>
            </a:xfrm>
            <a:custGeom>
              <a:avLst/>
              <a:gdLst/>
              <a:ahLst/>
              <a:cxnLst/>
              <a:rect l="l" t="t" r="r" b="b"/>
              <a:pathLst>
                <a:path w="11091" h="14039" fill="none" extrusionOk="0">
                  <a:moveTo>
                    <a:pt x="5716" y="1"/>
                  </a:moveTo>
                  <a:lnTo>
                    <a:pt x="5716" y="1"/>
                  </a:lnTo>
                  <a:lnTo>
                    <a:pt x="4412" y="2808"/>
                  </a:lnTo>
                  <a:lnTo>
                    <a:pt x="3049" y="5857"/>
                  </a:lnTo>
                  <a:lnTo>
                    <a:pt x="1765" y="8745"/>
                  </a:lnTo>
                  <a:lnTo>
                    <a:pt x="1203" y="10028"/>
                  </a:lnTo>
                  <a:lnTo>
                    <a:pt x="722" y="11151"/>
                  </a:lnTo>
                  <a:lnTo>
                    <a:pt x="722" y="11151"/>
                  </a:lnTo>
                  <a:lnTo>
                    <a:pt x="421" y="11893"/>
                  </a:lnTo>
                  <a:lnTo>
                    <a:pt x="201" y="12495"/>
                  </a:lnTo>
                  <a:lnTo>
                    <a:pt x="40" y="12916"/>
                  </a:lnTo>
                  <a:lnTo>
                    <a:pt x="20" y="13056"/>
                  </a:lnTo>
                  <a:lnTo>
                    <a:pt x="0" y="13157"/>
                  </a:lnTo>
                  <a:lnTo>
                    <a:pt x="0" y="13157"/>
                  </a:lnTo>
                  <a:lnTo>
                    <a:pt x="0" y="13177"/>
                  </a:lnTo>
                  <a:lnTo>
                    <a:pt x="0" y="13177"/>
                  </a:lnTo>
                  <a:lnTo>
                    <a:pt x="60" y="13357"/>
                  </a:lnTo>
                  <a:lnTo>
                    <a:pt x="141" y="13518"/>
                  </a:lnTo>
                  <a:lnTo>
                    <a:pt x="281" y="13658"/>
                  </a:lnTo>
                  <a:lnTo>
                    <a:pt x="421" y="13798"/>
                  </a:lnTo>
                  <a:lnTo>
                    <a:pt x="602" y="13899"/>
                  </a:lnTo>
                  <a:lnTo>
                    <a:pt x="802" y="13959"/>
                  </a:lnTo>
                  <a:lnTo>
                    <a:pt x="1003" y="14019"/>
                  </a:lnTo>
                  <a:lnTo>
                    <a:pt x="1224" y="14039"/>
                  </a:lnTo>
                  <a:lnTo>
                    <a:pt x="1224" y="14039"/>
                  </a:lnTo>
                  <a:lnTo>
                    <a:pt x="1404" y="14019"/>
                  </a:lnTo>
                  <a:lnTo>
                    <a:pt x="1564" y="13999"/>
                  </a:lnTo>
                  <a:lnTo>
                    <a:pt x="1745" y="13939"/>
                  </a:lnTo>
                  <a:lnTo>
                    <a:pt x="1925" y="13859"/>
                  </a:lnTo>
                  <a:lnTo>
                    <a:pt x="1925" y="13859"/>
                  </a:lnTo>
                  <a:lnTo>
                    <a:pt x="1986" y="13818"/>
                  </a:lnTo>
                  <a:lnTo>
                    <a:pt x="2066" y="13738"/>
                  </a:lnTo>
                  <a:lnTo>
                    <a:pt x="2327" y="13457"/>
                  </a:lnTo>
                  <a:lnTo>
                    <a:pt x="2667" y="13056"/>
                  </a:lnTo>
                  <a:lnTo>
                    <a:pt x="3089" y="12515"/>
                  </a:lnTo>
                  <a:lnTo>
                    <a:pt x="4131" y="11151"/>
                  </a:lnTo>
                  <a:lnTo>
                    <a:pt x="5375" y="9447"/>
                  </a:lnTo>
                  <a:lnTo>
                    <a:pt x="6779" y="7541"/>
                  </a:lnTo>
                  <a:lnTo>
                    <a:pt x="8243" y="5516"/>
                  </a:lnTo>
                  <a:lnTo>
                    <a:pt x="11090" y="1545"/>
                  </a:lnTo>
                  <a:lnTo>
                    <a:pt x="11090" y="1545"/>
                  </a:lnTo>
                  <a:lnTo>
                    <a:pt x="10248" y="1405"/>
                  </a:lnTo>
                  <a:lnTo>
                    <a:pt x="9446" y="1244"/>
                  </a:lnTo>
                  <a:lnTo>
                    <a:pt x="8684" y="1064"/>
                  </a:lnTo>
                  <a:lnTo>
                    <a:pt x="7982" y="883"/>
                  </a:lnTo>
                  <a:lnTo>
                    <a:pt x="7320" y="683"/>
                  </a:lnTo>
                  <a:lnTo>
                    <a:pt x="6718" y="462"/>
                  </a:lnTo>
                  <a:lnTo>
                    <a:pt x="6177" y="241"/>
                  </a:lnTo>
                  <a:lnTo>
                    <a:pt x="571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34">
              <a:extLst>
                <a:ext uri="{FF2B5EF4-FFF2-40B4-BE49-F238E27FC236}">
                  <a16:creationId xmlns:a16="http://schemas.microsoft.com/office/drawing/2014/main" id="{A82839CF-28F5-7C31-1D4B-4FCEEA541344}"/>
                </a:ext>
              </a:extLst>
            </p:cNvPr>
            <p:cNvSpPr/>
            <p:nvPr/>
          </p:nvSpPr>
          <p:spPr>
            <a:xfrm>
              <a:off x="967602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extrusionOk="0">
                  <a:moveTo>
                    <a:pt x="7561" y="0"/>
                  </a:moveTo>
                  <a:lnTo>
                    <a:pt x="1" y="923"/>
                  </a:lnTo>
                  <a:lnTo>
                    <a:pt x="1404" y="2928"/>
                  </a:lnTo>
                  <a:lnTo>
                    <a:pt x="4794" y="7701"/>
                  </a:lnTo>
                  <a:lnTo>
                    <a:pt x="6839" y="10529"/>
                  </a:lnTo>
                  <a:lnTo>
                    <a:pt x="8865" y="13336"/>
                  </a:lnTo>
                  <a:lnTo>
                    <a:pt x="10750" y="15903"/>
                  </a:lnTo>
                  <a:lnTo>
                    <a:pt x="11572" y="17006"/>
                  </a:lnTo>
                  <a:lnTo>
                    <a:pt x="12294" y="17969"/>
                  </a:lnTo>
                  <a:lnTo>
                    <a:pt x="12836" y="18631"/>
                  </a:lnTo>
                  <a:lnTo>
                    <a:pt x="13257" y="19152"/>
                  </a:lnTo>
                  <a:lnTo>
                    <a:pt x="13578" y="19513"/>
                  </a:lnTo>
                  <a:lnTo>
                    <a:pt x="13678" y="19614"/>
                  </a:lnTo>
                  <a:lnTo>
                    <a:pt x="13758" y="19674"/>
                  </a:lnTo>
                  <a:lnTo>
                    <a:pt x="13939" y="19754"/>
                  </a:lnTo>
                  <a:lnTo>
                    <a:pt x="14099" y="19794"/>
                  </a:lnTo>
                  <a:lnTo>
                    <a:pt x="14279" y="19834"/>
                  </a:lnTo>
                  <a:lnTo>
                    <a:pt x="14460" y="19854"/>
                  </a:lnTo>
                  <a:lnTo>
                    <a:pt x="14620" y="19854"/>
                  </a:lnTo>
                  <a:lnTo>
                    <a:pt x="14781" y="19834"/>
                  </a:lnTo>
                  <a:lnTo>
                    <a:pt x="14941" y="19794"/>
                  </a:lnTo>
                  <a:lnTo>
                    <a:pt x="15102" y="19754"/>
                  </a:lnTo>
                  <a:lnTo>
                    <a:pt x="15242" y="19694"/>
                  </a:lnTo>
                  <a:lnTo>
                    <a:pt x="15382" y="19614"/>
                  </a:lnTo>
                  <a:lnTo>
                    <a:pt x="15503" y="19513"/>
                  </a:lnTo>
                  <a:lnTo>
                    <a:pt x="15603" y="19413"/>
                  </a:lnTo>
                  <a:lnTo>
                    <a:pt x="15703" y="19313"/>
                  </a:lnTo>
                  <a:lnTo>
                    <a:pt x="15784" y="19192"/>
                  </a:lnTo>
                  <a:lnTo>
                    <a:pt x="15844" y="19052"/>
                  </a:lnTo>
                  <a:lnTo>
                    <a:pt x="15884" y="18912"/>
                  </a:lnTo>
                  <a:lnTo>
                    <a:pt x="15864" y="18831"/>
                  </a:lnTo>
                  <a:lnTo>
                    <a:pt x="15844" y="18691"/>
                  </a:lnTo>
                  <a:lnTo>
                    <a:pt x="15703" y="18250"/>
                  </a:lnTo>
                  <a:lnTo>
                    <a:pt x="15463" y="17628"/>
                  </a:lnTo>
                  <a:lnTo>
                    <a:pt x="15142" y="16826"/>
                  </a:lnTo>
                  <a:lnTo>
                    <a:pt x="14300" y="14821"/>
                  </a:lnTo>
                  <a:lnTo>
                    <a:pt x="13237" y="12434"/>
                  </a:lnTo>
                  <a:lnTo>
                    <a:pt x="12073" y="9827"/>
                  </a:lnTo>
                  <a:lnTo>
                    <a:pt x="10870" y="7180"/>
                  </a:lnTo>
                  <a:lnTo>
                    <a:pt x="8764" y="2587"/>
                  </a:lnTo>
                  <a:lnTo>
                    <a:pt x="75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34">
              <a:extLst>
                <a:ext uri="{FF2B5EF4-FFF2-40B4-BE49-F238E27FC236}">
                  <a16:creationId xmlns:a16="http://schemas.microsoft.com/office/drawing/2014/main" id="{0689E6F8-7E92-C30E-19E5-9C6A4BCDA5FB}"/>
                </a:ext>
              </a:extLst>
            </p:cNvPr>
            <p:cNvSpPr/>
            <p:nvPr/>
          </p:nvSpPr>
          <p:spPr>
            <a:xfrm>
              <a:off x="967602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fill="none" extrusionOk="0">
                  <a:moveTo>
                    <a:pt x="15884" y="18912"/>
                  </a:moveTo>
                  <a:lnTo>
                    <a:pt x="15884" y="18912"/>
                  </a:lnTo>
                  <a:lnTo>
                    <a:pt x="15844" y="19052"/>
                  </a:lnTo>
                  <a:lnTo>
                    <a:pt x="15784" y="19192"/>
                  </a:lnTo>
                  <a:lnTo>
                    <a:pt x="15703" y="19313"/>
                  </a:lnTo>
                  <a:lnTo>
                    <a:pt x="15603" y="19413"/>
                  </a:lnTo>
                  <a:lnTo>
                    <a:pt x="15503" y="19513"/>
                  </a:lnTo>
                  <a:lnTo>
                    <a:pt x="15382" y="19614"/>
                  </a:lnTo>
                  <a:lnTo>
                    <a:pt x="15242" y="19694"/>
                  </a:lnTo>
                  <a:lnTo>
                    <a:pt x="15102" y="19754"/>
                  </a:lnTo>
                  <a:lnTo>
                    <a:pt x="14941" y="19794"/>
                  </a:lnTo>
                  <a:lnTo>
                    <a:pt x="14781" y="19834"/>
                  </a:lnTo>
                  <a:lnTo>
                    <a:pt x="14620" y="19854"/>
                  </a:lnTo>
                  <a:lnTo>
                    <a:pt x="14460" y="19854"/>
                  </a:lnTo>
                  <a:lnTo>
                    <a:pt x="14279" y="19834"/>
                  </a:lnTo>
                  <a:lnTo>
                    <a:pt x="14099" y="19794"/>
                  </a:lnTo>
                  <a:lnTo>
                    <a:pt x="13939" y="19754"/>
                  </a:lnTo>
                  <a:lnTo>
                    <a:pt x="13758" y="19674"/>
                  </a:lnTo>
                  <a:lnTo>
                    <a:pt x="13758" y="19674"/>
                  </a:lnTo>
                  <a:lnTo>
                    <a:pt x="13678" y="19614"/>
                  </a:lnTo>
                  <a:lnTo>
                    <a:pt x="13578" y="19513"/>
                  </a:lnTo>
                  <a:lnTo>
                    <a:pt x="13257" y="19152"/>
                  </a:lnTo>
                  <a:lnTo>
                    <a:pt x="12836" y="18631"/>
                  </a:lnTo>
                  <a:lnTo>
                    <a:pt x="12294" y="17969"/>
                  </a:lnTo>
                  <a:lnTo>
                    <a:pt x="12294" y="17969"/>
                  </a:lnTo>
                  <a:lnTo>
                    <a:pt x="11572" y="17006"/>
                  </a:lnTo>
                  <a:lnTo>
                    <a:pt x="10750" y="15903"/>
                  </a:lnTo>
                  <a:lnTo>
                    <a:pt x="8865" y="13336"/>
                  </a:lnTo>
                  <a:lnTo>
                    <a:pt x="6839" y="10529"/>
                  </a:lnTo>
                  <a:lnTo>
                    <a:pt x="4794" y="7701"/>
                  </a:lnTo>
                  <a:lnTo>
                    <a:pt x="1404" y="2928"/>
                  </a:lnTo>
                  <a:lnTo>
                    <a:pt x="1" y="923"/>
                  </a:lnTo>
                  <a:lnTo>
                    <a:pt x="7561" y="0"/>
                  </a:lnTo>
                  <a:lnTo>
                    <a:pt x="7561" y="0"/>
                  </a:lnTo>
                  <a:lnTo>
                    <a:pt x="8764" y="2587"/>
                  </a:lnTo>
                  <a:lnTo>
                    <a:pt x="8764" y="2587"/>
                  </a:lnTo>
                  <a:lnTo>
                    <a:pt x="10870" y="7180"/>
                  </a:lnTo>
                  <a:lnTo>
                    <a:pt x="12073" y="9827"/>
                  </a:lnTo>
                  <a:lnTo>
                    <a:pt x="13237" y="12434"/>
                  </a:lnTo>
                  <a:lnTo>
                    <a:pt x="14300" y="14821"/>
                  </a:lnTo>
                  <a:lnTo>
                    <a:pt x="15142" y="16826"/>
                  </a:lnTo>
                  <a:lnTo>
                    <a:pt x="15463" y="17628"/>
                  </a:lnTo>
                  <a:lnTo>
                    <a:pt x="15703" y="18250"/>
                  </a:lnTo>
                  <a:lnTo>
                    <a:pt x="15844" y="18691"/>
                  </a:lnTo>
                  <a:lnTo>
                    <a:pt x="15864" y="18831"/>
                  </a:lnTo>
                  <a:lnTo>
                    <a:pt x="15884" y="1891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34">
              <a:extLst>
                <a:ext uri="{FF2B5EF4-FFF2-40B4-BE49-F238E27FC236}">
                  <a16:creationId xmlns:a16="http://schemas.microsoft.com/office/drawing/2014/main" id="{4BD9F4DB-5E77-FCF5-1B60-8CEA7B18820F}"/>
                </a:ext>
              </a:extLst>
            </p:cNvPr>
            <p:cNvSpPr/>
            <p:nvPr/>
          </p:nvSpPr>
          <p:spPr>
            <a:xfrm>
              <a:off x="9724650" y="5084725"/>
              <a:ext cx="258750" cy="394100"/>
            </a:xfrm>
            <a:custGeom>
              <a:avLst/>
              <a:gdLst/>
              <a:ahLst/>
              <a:cxnLst/>
              <a:rect l="l" t="t" r="r" b="b"/>
              <a:pathLst>
                <a:path w="10350" h="15764" extrusionOk="0">
                  <a:moveTo>
                    <a:pt x="6639" y="0"/>
                  </a:moveTo>
                  <a:lnTo>
                    <a:pt x="5917" y="241"/>
                  </a:lnTo>
                  <a:lnTo>
                    <a:pt x="5155" y="481"/>
                  </a:lnTo>
                  <a:lnTo>
                    <a:pt x="4373" y="682"/>
                  </a:lnTo>
                  <a:lnTo>
                    <a:pt x="3531" y="883"/>
                  </a:lnTo>
                  <a:lnTo>
                    <a:pt x="2688" y="1063"/>
                  </a:lnTo>
                  <a:lnTo>
                    <a:pt x="1806" y="1203"/>
                  </a:lnTo>
                  <a:lnTo>
                    <a:pt x="903" y="1344"/>
                  </a:lnTo>
                  <a:lnTo>
                    <a:pt x="1" y="1464"/>
                  </a:lnTo>
                  <a:lnTo>
                    <a:pt x="2428" y="4894"/>
                  </a:lnTo>
                  <a:lnTo>
                    <a:pt x="5275" y="8864"/>
                  </a:lnTo>
                  <a:lnTo>
                    <a:pt x="6699" y="10850"/>
                  </a:lnTo>
                  <a:lnTo>
                    <a:pt x="8063" y="12715"/>
                  </a:lnTo>
                  <a:lnTo>
                    <a:pt x="9306" y="14379"/>
                  </a:lnTo>
                  <a:lnTo>
                    <a:pt x="10349" y="15763"/>
                  </a:lnTo>
                  <a:lnTo>
                    <a:pt x="9467" y="14239"/>
                  </a:lnTo>
                  <a:lnTo>
                    <a:pt x="8604" y="12715"/>
                  </a:lnTo>
                  <a:lnTo>
                    <a:pt x="8183" y="11933"/>
                  </a:lnTo>
                  <a:lnTo>
                    <a:pt x="7762" y="11171"/>
                  </a:lnTo>
                  <a:lnTo>
                    <a:pt x="7381" y="10388"/>
                  </a:lnTo>
                  <a:lnTo>
                    <a:pt x="7000" y="9586"/>
                  </a:lnTo>
                  <a:lnTo>
                    <a:pt x="6378" y="8303"/>
                  </a:lnTo>
                  <a:lnTo>
                    <a:pt x="6098" y="7661"/>
                  </a:lnTo>
                  <a:lnTo>
                    <a:pt x="5817" y="6999"/>
                  </a:lnTo>
                  <a:lnTo>
                    <a:pt x="5556" y="6317"/>
                  </a:lnTo>
                  <a:lnTo>
                    <a:pt x="5335" y="5636"/>
                  </a:lnTo>
                  <a:lnTo>
                    <a:pt x="5235" y="5295"/>
                  </a:lnTo>
                  <a:lnTo>
                    <a:pt x="5155" y="4954"/>
                  </a:lnTo>
                  <a:lnTo>
                    <a:pt x="5095" y="4613"/>
                  </a:lnTo>
                  <a:lnTo>
                    <a:pt x="5035" y="4252"/>
                  </a:lnTo>
                  <a:lnTo>
                    <a:pt x="4995" y="3951"/>
                  </a:lnTo>
                  <a:lnTo>
                    <a:pt x="4995" y="3630"/>
                  </a:lnTo>
                  <a:lnTo>
                    <a:pt x="5015" y="3349"/>
                  </a:lnTo>
                  <a:lnTo>
                    <a:pt x="5035" y="3048"/>
                  </a:lnTo>
                  <a:lnTo>
                    <a:pt x="5095" y="2788"/>
                  </a:lnTo>
                  <a:lnTo>
                    <a:pt x="5175" y="2507"/>
                  </a:lnTo>
                  <a:lnTo>
                    <a:pt x="5255" y="2266"/>
                  </a:lnTo>
                  <a:lnTo>
                    <a:pt x="5376" y="2006"/>
                  </a:lnTo>
                  <a:lnTo>
                    <a:pt x="5496" y="1785"/>
                  </a:lnTo>
                  <a:lnTo>
                    <a:pt x="5636" y="1544"/>
                  </a:lnTo>
                  <a:lnTo>
                    <a:pt x="5797" y="1344"/>
                  </a:lnTo>
                  <a:lnTo>
                    <a:pt x="5977" y="1123"/>
                  </a:lnTo>
                  <a:lnTo>
                    <a:pt x="6158" y="923"/>
                  </a:lnTo>
                  <a:lnTo>
                    <a:pt x="6378" y="742"/>
                  </a:lnTo>
                  <a:lnTo>
                    <a:pt x="6579" y="562"/>
                  </a:lnTo>
                  <a:lnTo>
                    <a:pt x="6819" y="381"/>
                  </a:lnTo>
                  <a:lnTo>
                    <a:pt x="663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34">
              <a:extLst>
                <a:ext uri="{FF2B5EF4-FFF2-40B4-BE49-F238E27FC236}">
                  <a16:creationId xmlns:a16="http://schemas.microsoft.com/office/drawing/2014/main" id="{4DE16F14-F0AB-E0B4-8BFD-22F994A7E6AB}"/>
                </a:ext>
              </a:extLst>
            </p:cNvPr>
            <p:cNvSpPr/>
            <p:nvPr/>
          </p:nvSpPr>
          <p:spPr>
            <a:xfrm>
              <a:off x="9724650" y="5084725"/>
              <a:ext cx="258750" cy="394100"/>
            </a:xfrm>
            <a:custGeom>
              <a:avLst/>
              <a:gdLst/>
              <a:ahLst/>
              <a:cxnLst/>
              <a:rect l="l" t="t" r="r" b="b"/>
              <a:pathLst>
                <a:path w="10350" h="15764" fill="none" extrusionOk="0">
                  <a:moveTo>
                    <a:pt x="6639" y="0"/>
                  </a:moveTo>
                  <a:lnTo>
                    <a:pt x="6639" y="0"/>
                  </a:lnTo>
                  <a:lnTo>
                    <a:pt x="5917" y="241"/>
                  </a:lnTo>
                  <a:lnTo>
                    <a:pt x="5155" y="481"/>
                  </a:lnTo>
                  <a:lnTo>
                    <a:pt x="4373" y="682"/>
                  </a:lnTo>
                  <a:lnTo>
                    <a:pt x="3531" y="883"/>
                  </a:lnTo>
                  <a:lnTo>
                    <a:pt x="2688" y="1063"/>
                  </a:lnTo>
                  <a:lnTo>
                    <a:pt x="1806" y="1203"/>
                  </a:lnTo>
                  <a:lnTo>
                    <a:pt x="903" y="1344"/>
                  </a:lnTo>
                  <a:lnTo>
                    <a:pt x="1" y="1464"/>
                  </a:lnTo>
                  <a:lnTo>
                    <a:pt x="1" y="1464"/>
                  </a:lnTo>
                  <a:lnTo>
                    <a:pt x="2428" y="4894"/>
                  </a:lnTo>
                  <a:lnTo>
                    <a:pt x="5275" y="8864"/>
                  </a:lnTo>
                  <a:lnTo>
                    <a:pt x="6699" y="10850"/>
                  </a:lnTo>
                  <a:lnTo>
                    <a:pt x="8063" y="12715"/>
                  </a:lnTo>
                  <a:lnTo>
                    <a:pt x="9306" y="14379"/>
                  </a:lnTo>
                  <a:lnTo>
                    <a:pt x="10349" y="15763"/>
                  </a:lnTo>
                  <a:lnTo>
                    <a:pt x="10349" y="15763"/>
                  </a:lnTo>
                  <a:lnTo>
                    <a:pt x="9467" y="14239"/>
                  </a:lnTo>
                  <a:lnTo>
                    <a:pt x="8604" y="12715"/>
                  </a:lnTo>
                  <a:lnTo>
                    <a:pt x="8183" y="11933"/>
                  </a:lnTo>
                  <a:lnTo>
                    <a:pt x="7762" y="11171"/>
                  </a:lnTo>
                  <a:lnTo>
                    <a:pt x="7381" y="10388"/>
                  </a:lnTo>
                  <a:lnTo>
                    <a:pt x="7000" y="9586"/>
                  </a:lnTo>
                  <a:lnTo>
                    <a:pt x="7000" y="9586"/>
                  </a:lnTo>
                  <a:lnTo>
                    <a:pt x="6378" y="8303"/>
                  </a:lnTo>
                  <a:lnTo>
                    <a:pt x="6098" y="7661"/>
                  </a:lnTo>
                  <a:lnTo>
                    <a:pt x="5817" y="6999"/>
                  </a:lnTo>
                  <a:lnTo>
                    <a:pt x="5556" y="6317"/>
                  </a:lnTo>
                  <a:lnTo>
                    <a:pt x="5335" y="5636"/>
                  </a:lnTo>
                  <a:lnTo>
                    <a:pt x="5235" y="5295"/>
                  </a:lnTo>
                  <a:lnTo>
                    <a:pt x="5155" y="4954"/>
                  </a:lnTo>
                  <a:lnTo>
                    <a:pt x="5095" y="4613"/>
                  </a:lnTo>
                  <a:lnTo>
                    <a:pt x="5035" y="4252"/>
                  </a:lnTo>
                  <a:lnTo>
                    <a:pt x="5035" y="4252"/>
                  </a:lnTo>
                  <a:lnTo>
                    <a:pt x="4995" y="3951"/>
                  </a:lnTo>
                  <a:lnTo>
                    <a:pt x="4995" y="3630"/>
                  </a:lnTo>
                  <a:lnTo>
                    <a:pt x="5015" y="3349"/>
                  </a:lnTo>
                  <a:lnTo>
                    <a:pt x="5035" y="3048"/>
                  </a:lnTo>
                  <a:lnTo>
                    <a:pt x="5095" y="2788"/>
                  </a:lnTo>
                  <a:lnTo>
                    <a:pt x="5175" y="2507"/>
                  </a:lnTo>
                  <a:lnTo>
                    <a:pt x="5255" y="2266"/>
                  </a:lnTo>
                  <a:lnTo>
                    <a:pt x="5376" y="2006"/>
                  </a:lnTo>
                  <a:lnTo>
                    <a:pt x="5496" y="1785"/>
                  </a:lnTo>
                  <a:lnTo>
                    <a:pt x="5636" y="1544"/>
                  </a:lnTo>
                  <a:lnTo>
                    <a:pt x="5797" y="1344"/>
                  </a:lnTo>
                  <a:lnTo>
                    <a:pt x="5977" y="1123"/>
                  </a:lnTo>
                  <a:lnTo>
                    <a:pt x="6158" y="923"/>
                  </a:lnTo>
                  <a:lnTo>
                    <a:pt x="6378" y="742"/>
                  </a:lnTo>
                  <a:lnTo>
                    <a:pt x="6579" y="562"/>
                  </a:lnTo>
                  <a:lnTo>
                    <a:pt x="6819" y="381"/>
                  </a:lnTo>
                  <a:lnTo>
                    <a:pt x="6819" y="381"/>
                  </a:lnTo>
                  <a:lnTo>
                    <a:pt x="663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34">
              <a:extLst>
                <a:ext uri="{FF2B5EF4-FFF2-40B4-BE49-F238E27FC236}">
                  <a16:creationId xmlns:a16="http://schemas.microsoft.com/office/drawing/2014/main" id="{0494135B-BD0D-759E-D906-033A3CC3FAA0}"/>
                </a:ext>
              </a:extLst>
            </p:cNvPr>
            <p:cNvSpPr/>
            <p:nvPr/>
          </p:nvSpPr>
          <p:spPr>
            <a:xfrm>
              <a:off x="9450425" y="5004000"/>
              <a:ext cx="359500" cy="448750"/>
            </a:xfrm>
            <a:custGeom>
              <a:avLst/>
              <a:gdLst/>
              <a:ahLst/>
              <a:cxnLst/>
              <a:rect l="l" t="t" r="r" b="b"/>
              <a:pathLst>
                <a:path w="14380" h="17950" extrusionOk="0">
                  <a:moveTo>
                    <a:pt x="6839" y="0"/>
                  </a:moveTo>
                  <a:lnTo>
                    <a:pt x="0" y="823"/>
                  </a:lnTo>
                  <a:lnTo>
                    <a:pt x="1825" y="3410"/>
                  </a:lnTo>
                  <a:lnTo>
                    <a:pt x="3730" y="6077"/>
                  </a:lnTo>
                  <a:lnTo>
                    <a:pt x="5916" y="9145"/>
                  </a:lnTo>
                  <a:lnTo>
                    <a:pt x="8162" y="12234"/>
                  </a:lnTo>
                  <a:lnTo>
                    <a:pt x="10168" y="14961"/>
                  </a:lnTo>
                  <a:lnTo>
                    <a:pt x="11010" y="16064"/>
                  </a:lnTo>
                  <a:lnTo>
                    <a:pt x="11692" y="16947"/>
                  </a:lnTo>
                  <a:lnTo>
                    <a:pt x="12173" y="17528"/>
                  </a:lnTo>
                  <a:lnTo>
                    <a:pt x="12354" y="17709"/>
                  </a:lnTo>
                  <a:lnTo>
                    <a:pt x="12454" y="17789"/>
                  </a:lnTo>
                  <a:lnTo>
                    <a:pt x="12614" y="17849"/>
                  </a:lnTo>
                  <a:lnTo>
                    <a:pt x="12775" y="17909"/>
                  </a:lnTo>
                  <a:lnTo>
                    <a:pt x="12935" y="17929"/>
                  </a:lnTo>
                  <a:lnTo>
                    <a:pt x="13076" y="17949"/>
                  </a:lnTo>
                  <a:lnTo>
                    <a:pt x="13236" y="17949"/>
                  </a:lnTo>
                  <a:lnTo>
                    <a:pt x="13397" y="17929"/>
                  </a:lnTo>
                  <a:lnTo>
                    <a:pt x="13537" y="17909"/>
                  </a:lnTo>
                  <a:lnTo>
                    <a:pt x="13677" y="17849"/>
                  </a:lnTo>
                  <a:lnTo>
                    <a:pt x="13798" y="17809"/>
                  </a:lnTo>
                  <a:lnTo>
                    <a:pt x="13918" y="17729"/>
                  </a:lnTo>
                  <a:lnTo>
                    <a:pt x="14038" y="17648"/>
                  </a:lnTo>
                  <a:lnTo>
                    <a:pt x="14139" y="17548"/>
                  </a:lnTo>
                  <a:lnTo>
                    <a:pt x="14219" y="17448"/>
                  </a:lnTo>
                  <a:lnTo>
                    <a:pt x="14279" y="17348"/>
                  </a:lnTo>
                  <a:lnTo>
                    <a:pt x="14339" y="17227"/>
                  </a:lnTo>
                  <a:lnTo>
                    <a:pt x="14379" y="17107"/>
                  </a:lnTo>
                  <a:lnTo>
                    <a:pt x="14359" y="16987"/>
                  </a:lnTo>
                  <a:lnTo>
                    <a:pt x="14319" y="16806"/>
                  </a:lnTo>
                  <a:lnTo>
                    <a:pt x="14098" y="16164"/>
                  </a:lnTo>
                  <a:lnTo>
                    <a:pt x="13737" y="15262"/>
                  </a:lnTo>
                  <a:lnTo>
                    <a:pt x="13256" y="14139"/>
                  </a:lnTo>
                  <a:lnTo>
                    <a:pt x="12053" y="11391"/>
                  </a:lnTo>
                  <a:lnTo>
                    <a:pt x="10669" y="8303"/>
                  </a:lnTo>
                  <a:lnTo>
                    <a:pt x="9265" y="5235"/>
                  </a:lnTo>
                  <a:lnTo>
                    <a:pt x="8042" y="2567"/>
                  </a:lnTo>
                  <a:lnTo>
                    <a:pt x="683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34">
              <a:extLst>
                <a:ext uri="{FF2B5EF4-FFF2-40B4-BE49-F238E27FC236}">
                  <a16:creationId xmlns:a16="http://schemas.microsoft.com/office/drawing/2014/main" id="{F4AC5F17-59F5-03EC-FDD5-628D650A144A}"/>
                </a:ext>
              </a:extLst>
            </p:cNvPr>
            <p:cNvSpPr/>
            <p:nvPr/>
          </p:nvSpPr>
          <p:spPr>
            <a:xfrm>
              <a:off x="9450425" y="5004000"/>
              <a:ext cx="359500" cy="448750"/>
            </a:xfrm>
            <a:custGeom>
              <a:avLst/>
              <a:gdLst/>
              <a:ahLst/>
              <a:cxnLst/>
              <a:rect l="l" t="t" r="r" b="b"/>
              <a:pathLst>
                <a:path w="14380" h="17950" fill="none" extrusionOk="0">
                  <a:moveTo>
                    <a:pt x="6839" y="0"/>
                  </a:moveTo>
                  <a:lnTo>
                    <a:pt x="6839" y="0"/>
                  </a:lnTo>
                  <a:lnTo>
                    <a:pt x="8042" y="2567"/>
                  </a:lnTo>
                  <a:lnTo>
                    <a:pt x="9265" y="5235"/>
                  </a:lnTo>
                  <a:lnTo>
                    <a:pt x="10669" y="8303"/>
                  </a:lnTo>
                  <a:lnTo>
                    <a:pt x="12053" y="11391"/>
                  </a:lnTo>
                  <a:lnTo>
                    <a:pt x="13256" y="14139"/>
                  </a:lnTo>
                  <a:lnTo>
                    <a:pt x="13737" y="15262"/>
                  </a:lnTo>
                  <a:lnTo>
                    <a:pt x="14098" y="16164"/>
                  </a:lnTo>
                  <a:lnTo>
                    <a:pt x="14319" y="16806"/>
                  </a:lnTo>
                  <a:lnTo>
                    <a:pt x="14359" y="16987"/>
                  </a:lnTo>
                  <a:lnTo>
                    <a:pt x="14379" y="17107"/>
                  </a:lnTo>
                  <a:lnTo>
                    <a:pt x="14379" y="17107"/>
                  </a:lnTo>
                  <a:lnTo>
                    <a:pt x="14339" y="17227"/>
                  </a:lnTo>
                  <a:lnTo>
                    <a:pt x="14279" y="17348"/>
                  </a:lnTo>
                  <a:lnTo>
                    <a:pt x="14219" y="17448"/>
                  </a:lnTo>
                  <a:lnTo>
                    <a:pt x="14139" y="17548"/>
                  </a:lnTo>
                  <a:lnTo>
                    <a:pt x="14038" y="17648"/>
                  </a:lnTo>
                  <a:lnTo>
                    <a:pt x="13918" y="17729"/>
                  </a:lnTo>
                  <a:lnTo>
                    <a:pt x="13798" y="17809"/>
                  </a:lnTo>
                  <a:lnTo>
                    <a:pt x="13677" y="17849"/>
                  </a:lnTo>
                  <a:lnTo>
                    <a:pt x="13537" y="17909"/>
                  </a:lnTo>
                  <a:lnTo>
                    <a:pt x="13397" y="17929"/>
                  </a:lnTo>
                  <a:lnTo>
                    <a:pt x="13236" y="17949"/>
                  </a:lnTo>
                  <a:lnTo>
                    <a:pt x="13076" y="17949"/>
                  </a:lnTo>
                  <a:lnTo>
                    <a:pt x="12935" y="17929"/>
                  </a:lnTo>
                  <a:lnTo>
                    <a:pt x="12775" y="17909"/>
                  </a:lnTo>
                  <a:lnTo>
                    <a:pt x="12614" y="17849"/>
                  </a:lnTo>
                  <a:lnTo>
                    <a:pt x="12454" y="17789"/>
                  </a:lnTo>
                  <a:lnTo>
                    <a:pt x="12454" y="17789"/>
                  </a:lnTo>
                  <a:lnTo>
                    <a:pt x="12354" y="17709"/>
                  </a:lnTo>
                  <a:lnTo>
                    <a:pt x="12173" y="17528"/>
                  </a:lnTo>
                  <a:lnTo>
                    <a:pt x="11692" y="16947"/>
                  </a:lnTo>
                  <a:lnTo>
                    <a:pt x="11010" y="16064"/>
                  </a:lnTo>
                  <a:lnTo>
                    <a:pt x="10168" y="14961"/>
                  </a:lnTo>
                  <a:lnTo>
                    <a:pt x="8162" y="12234"/>
                  </a:lnTo>
                  <a:lnTo>
                    <a:pt x="5916" y="9145"/>
                  </a:lnTo>
                  <a:lnTo>
                    <a:pt x="3730" y="6077"/>
                  </a:lnTo>
                  <a:lnTo>
                    <a:pt x="1825" y="3410"/>
                  </a:lnTo>
                  <a:lnTo>
                    <a:pt x="0" y="823"/>
                  </a:lnTo>
                  <a:lnTo>
                    <a:pt x="683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34">
              <a:extLst>
                <a:ext uri="{FF2B5EF4-FFF2-40B4-BE49-F238E27FC236}">
                  <a16:creationId xmlns:a16="http://schemas.microsoft.com/office/drawing/2014/main" id="{3062C354-B640-82BB-C528-760DC88D2579}"/>
                </a:ext>
              </a:extLst>
            </p:cNvPr>
            <p:cNvSpPr/>
            <p:nvPr/>
          </p:nvSpPr>
          <p:spPr>
            <a:xfrm>
              <a:off x="9528625" y="5126325"/>
              <a:ext cx="281300" cy="326425"/>
            </a:xfrm>
            <a:custGeom>
              <a:avLst/>
              <a:gdLst/>
              <a:ahLst/>
              <a:cxnLst/>
              <a:rect l="l" t="t" r="r" b="b"/>
              <a:pathLst>
                <a:path w="11252" h="13057" extrusionOk="0">
                  <a:moveTo>
                    <a:pt x="5977" y="1"/>
                  </a:moveTo>
                  <a:lnTo>
                    <a:pt x="4433" y="121"/>
                  </a:lnTo>
                  <a:lnTo>
                    <a:pt x="2909" y="221"/>
                  </a:lnTo>
                  <a:lnTo>
                    <a:pt x="1425" y="302"/>
                  </a:lnTo>
                  <a:lnTo>
                    <a:pt x="1" y="342"/>
                  </a:lnTo>
                  <a:lnTo>
                    <a:pt x="2848" y="4353"/>
                  </a:lnTo>
                  <a:lnTo>
                    <a:pt x="4352" y="6418"/>
                  </a:lnTo>
                  <a:lnTo>
                    <a:pt x="5776" y="8363"/>
                  </a:lnTo>
                  <a:lnTo>
                    <a:pt x="7060" y="10108"/>
                  </a:lnTo>
                  <a:lnTo>
                    <a:pt x="8143" y="11512"/>
                  </a:lnTo>
                  <a:lnTo>
                    <a:pt x="8564" y="12054"/>
                  </a:lnTo>
                  <a:lnTo>
                    <a:pt x="8925" y="12475"/>
                  </a:lnTo>
                  <a:lnTo>
                    <a:pt x="9166" y="12755"/>
                  </a:lnTo>
                  <a:lnTo>
                    <a:pt x="9266" y="12856"/>
                  </a:lnTo>
                  <a:lnTo>
                    <a:pt x="9326" y="12896"/>
                  </a:lnTo>
                  <a:lnTo>
                    <a:pt x="9506" y="12976"/>
                  </a:lnTo>
                  <a:lnTo>
                    <a:pt x="9667" y="13016"/>
                  </a:lnTo>
                  <a:lnTo>
                    <a:pt x="9847" y="13056"/>
                  </a:lnTo>
                  <a:lnTo>
                    <a:pt x="10028" y="13056"/>
                  </a:lnTo>
                  <a:lnTo>
                    <a:pt x="10228" y="13036"/>
                  </a:lnTo>
                  <a:lnTo>
                    <a:pt x="10449" y="12996"/>
                  </a:lnTo>
                  <a:lnTo>
                    <a:pt x="10650" y="12916"/>
                  </a:lnTo>
                  <a:lnTo>
                    <a:pt x="10810" y="12816"/>
                  </a:lnTo>
                  <a:lnTo>
                    <a:pt x="10970" y="12695"/>
                  </a:lnTo>
                  <a:lnTo>
                    <a:pt x="11091" y="12555"/>
                  </a:lnTo>
                  <a:lnTo>
                    <a:pt x="11191" y="12394"/>
                  </a:lnTo>
                  <a:lnTo>
                    <a:pt x="11251" y="12214"/>
                  </a:lnTo>
                  <a:lnTo>
                    <a:pt x="11251" y="12194"/>
                  </a:lnTo>
                  <a:lnTo>
                    <a:pt x="11231" y="12094"/>
                  </a:lnTo>
                  <a:lnTo>
                    <a:pt x="11191" y="11973"/>
                  </a:lnTo>
                  <a:lnTo>
                    <a:pt x="11071" y="11572"/>
                  </a:lnTo>
                  <a:lnTo>
                    <a:pt x="10850" y="11011"/>
                  </a:lnTo>
                  <a:lnTo>
                    <a:pt x="10569" y="10309"/>
                  </a:lnTo>
                  <a:lnTo>
                    <a:pt x="9787" y="8464"/>
                  </a:lnTo>
                  <a:lnTo>
                    <a:pt x="8905" y="6478"/>
                  </a:lnTo>
                  <a:lnTo>
                    <a:pt x="7942" y="4312"/>
                  </a:lnTo>
                  <a:lnTo>
                    <a:pt x="597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34">
              <a:extLst>
                <a:ext uri="{FF2B5EF4-FFF2-40B4-BE49-F238E27FC236}">
                  <a16:creationId xmlns:a16="http://schemas.microsoft.com/office/drawing/2014/main" id="{4FC63481-79D9-E564-D429-285C7287A201}"/>
                </a:ext>
              </a:extLst>
            </p:cNvPr>
            <p:cNvSpPr/>
            <p:nvPr/>
          </p:nvSpPr>
          <p:spPr>
            <a:xfrm>
              <a:off x="9528625" y="5126325"/>
              <a:ext cx="281300" cy="326425"/>
            </a:xfrm>
            <a:custGeom>
              <a:avLst/>
              <a:gdLst/>
              <a:ahLst/>
              <a:cxnLst/>
              <a:rect l="l" t="t" r="r" b="b"/>
              <a:pathLst>
                <a:path w="11252" h="13057" fill="none" extrusionOk="0">
                  <a:moveTo>
                    <a:pt x="5977" y="1"/>
                  </a:moveTo>
                  <a:lnTo>
                    <a:pt x="5977" y="1"/>
                  </a:lnTo>
                  <a:lnTo>
                    <a:pt x="4433" y="121"/>
                  </a:lnTo>
                  <a:lnTo>
                    <a:pt x="2909" y="221"/>
                  </a:lnTo>
                  <a:lnTo>
                    <a:pt x="1425" y="302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2848" y="4353"/>
                  </a:lnTo>
                  <a:lnTo>
                    <a:pt x="4352" y="6418"/>
                  </a:lnTo>
                  <a:lnTo>
                    <a:pt x="5776" y="8363"/>
                  </a:lnTo>
                  <a:lnTo>
                    <a:pt x="7060" y="10108"/>
                  </a:lnTo>
                  <a:lnTo>
                    <a:pt x="8143" y="11512"/>
                  </a:lnTo>
                  <a:lnTo>
                    <a:pt x="8564" y="12054"/>
                  </a:lnTo>
                  <a:lnTo>
                    <a:pt x="8925" y="12475"/>
                  </a:lnTo>
                  <a:lnTo>
                    <a:pt x="9166" y="12755"/>
                  </a:lnTo>
                  <a:lnTo>
                    <a:pt x="9266" y="12856"/>
                  </a:lnTo>
                  <a:lnTo>
                    <a:pt x="9326" y="12896"/>
                  </a:lnTo>
                  <a:lnTo>
                    <a:pt x="9326" y="12896"/>
                  </a:lnTo>
                  <a:lnTo>
                    <a:pt x="9506" y="12976"/>
                  </a:lnTo>
                  <a:lnTo>
                    <a:pt x="9667" y="13016"/>
                  </a:lnTo>
                  <a:lnTo>
                    <a:pt x="9847" y="13056"/>
                  </a:lnTo>
                  <a:lnTo>
                    <a:pt x="10028" y="13056"/>
                  </a:lnTo>
                  <a:lnTo>
                    <a:pt x="10028" y="13056"/>
                  </a:lnTo>
                  <a:lnTo>
                    <a:pt x="10228" y="13036"/>
                  </a:lnTo>
                  <a:lnTo>
                    <a:pt x="10449" y="12996"/>
                  </a:lnTo>
                  <a:lnTo>
                    <a:pt x="10650" y="12916"/>
                  </a:lnTo>
                  <a:lnTo>
                    <a:pt x="10810" y="12816"/>
                  </a:lnTo>
                  <a:lnTo>
                    <a:pt x="10970" y="12695"/>
                  </a:lnTo>
                  <a:lnTo>
                    <a:pt x="11091" y="12555"/>
                  </a:lnTo>
                  <a:lnTo>
                    <a:pt x="11191" y="12394"/>
                  </a:lnTo>
                  <a:lnTo>
                    <a:pt x="11251" y="12214"/>
                  </a:lnTo>
                  <a:lnTo>
                    <a:pt x="11251" y="12214"/>
                  </a:lnTo>
                  <a:lnTo>
                    <a:pt x="11251" y="12194"/>
                  </a:lnTo>
                  <a:lnTo>
                    <a:pt x="11251" y="12194"/>
                  </a:lnTo>
                  <a:lnTo>
                    <a:pt x="11231" y="12094"/>
                  </a:lnTo>
                  <a:lnTo>
                    <a:pt x="11191" y="11973"/>
                  </a:lnTo>
                  <a:lnTo>
                    <a:pt x="11071" y="11572"/>
                  </a:lnTo>
                  <a:lnTo>
                    <a:pt x="10850" y="11011"/>
                  </a:lnTo>
                  <a:lnTo>
                    <a:pt x="10569" y="10309"/>
                  </a:lnTo>
                  <a:lnTo>
                    <a:pt x="10569" y="10309"/>
                  </a:lnTo>
                  <a:lnTo>
                    <a:pt x="10569" y="10309"/>
                  </a:lnTo>
                  <a:lnTo>
                    <a:pt x="9787" y="8464"/>
                  </a:lnTo>
                  <a:lnTo>
                    <a:pt x="9787" y="8464"/>
                  </a:lnTo>
                  <a:lnTo>
                    <a:pt x="8905" y="6478"/>
                  </a:lnTo>
                  <a:lnTo>
                    <a:pt x="7942" y="4312"/>
                  </a:lnTo>
                  <a:lnTo>
                    <a:pt x="597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34">
              <a:extLst>
                <a:ext uri="{FF2B5EF4-FFF2-40B4-BE49-F238E27FC236}">
                  <a16:creationId xmlns:a16="http://schemas.microsoft.com/office/drawing/2014/main" id="{FE43BE99-39FE-F6A8-D68B-014BE76D5B65}"/>
                </a:ext>
              </a:extLst>
            </p:cNvPr>
            <p:cNvSpPr/>
            <p:nvPr/>
          </p:nvSpPr>
          <p:spPr>
            <a:xfrm>
              <a:off x="8256675" y="3979700"/>
              <a:ext cx="1797900" cy="1156175"/>
            </a:xfrm>
            <a:custGeom>
              <a:avLst/>
              <a:gdLst/>
              <a:ahLst/>
              <a:cxnLst/>
              <a:rect l="l" t="t" r="r" b="b"/>
              <a:pathLst>
                <a:path w="71916" h="46247" extrusionOk="0">
                  <a:moveTo>
                    <a:pt x="15964" y="1"/>
                  </a:moveTo>
                  <a:lnTo>
                    <a:pt x="15783" y="41"/>
                  </a:lnTo>
                  <a:lnTo>
                    <a:pt x="15603" y="81"/>
                  </a:lnTo>
                  <a:lnTo>
                    <a:pt x="15402" y="141"/>
                  </a:lnTo>
                  <a:lnTo>
                    <a:pt x="14941" y="302"/>
                  </a:lnTo>
                  <a:lnTo>
                    <a:pt x="14460" y="542"/>
                  </a:lnTo>
                  <a:lnTo>
                    <a:pt x="13918" y="823"/>
                  </a:lnTo>
                  <a:lnTo>
                    <a:pt x="13337" y="1164"/>
                  </a:lnTo>
                  <a:lnTo>
                    <a:pt x="12715" y="1545"/>
                  </a:lnTo>
                  <a:lnTo>
                    <a:pt x="12073" y="1966"/>
                  </a:lnTo>
                  <a:lnTo>
                    <a:pt x="11411" y="2428"/>
                  </a:lnTo>
                  <a:lnTo>
                    <a:pt x="10710" y="2929"/>
                  </a:lnTo>
                  <a:lnTo>
                    <a:pt x="10008" y="3450"/>
                  </a:lnTo>
                  <a:lnTo>
                    <a:pt x="9306" y="4012"/>
                  </a:lnTo>
                  <a:lnTo>
                    <a:pt x="8584" y="4573"/>
                  </a:lnTo>
                  <a:lnTo>
                    <a:pt x="7862" y="5175"/>
                  </a:lnTo>
                  <a:lnTo>
                    <a:pt x="6438" y="6378"/>
                  </a:lnTo>
                  <a:lnTo>
                    <a:pt x="5154" y="7521"/>
                  </a:lnTo>
                  <a:lnTo>
                    <a:pt x="3971" y="8665"/>
                  </a:lnTo>
                  <a:lnTo>
                    <a:pt x="3249" y="9346"/>
                  </a:lnTo>
                  <a:lnTo>
                    <a:pt x="2608" y="10028"/>
                  </a:lnTo>
                  <a:lnTo>
                    <a:pt x="2006" y="10670"/>
                  </a:lnTo>
                  <a:lnTo>
                    <a:pt x="1484" y="11272"/>
                  </a:lnTo>
                  <a:lnTo>
                    <a:pt x="1023" y="11833"/>
                  </a:lnTo>
                  <a:lnTo>
                    <a:pt x="662" y="12335"/>
                  </a:lnTo>
                  <a:lnTo>
                    <a:pt x="522" y="12555"/>
                  </a:lnTo>
                  <a:lnTo>
                    <a:pt x="402" y="12776"/>
                  </a:lnTo>
                  <a:lnTo>
                    <a:pt x="301" y="12956"/>
                  </a:lnTo>
                  <a:lnTo>
                    <a:pt x="221" y="13137"/>
                  </a:lnTo>
                  <a:lnTo>
                    <a:pt x="141" y="13397"/>
                  </a:lnTo>
                  <a:lnTo>
                    <a:pt x="81" y="13658"/>
                  </a:lnTo>
                  <a:lnTo>
                    <a:pt x="41" y="13939"/>
                  </a:lnTo>
                  <a:lnTo>
                    <a:pt x="0" y="14200"/>
                  </a:lnTo>
                  <a:lnTo>
                    <a:pt x="0" y="14480"/>
                  </a:lnTo>
                  <a:lnTo>
                    <a:pt x="0" y="14761"/>
                  </a:lnTo>
                  <a:lnTo>
                    <a:pt x="41" y="15022"/>
                  </a:lnTo>
                  <a:lnTo>
                    <a:pt x="81" y="15303"/>
                  </a:lnTo>
                  <a:lnTo>
                    <a:pt x="121" y="15583"/>
                  </a:lnTo>
                  <a:lnTo>
                    <a:pt x="201" y="15844"/>
                  </a:lnTo>
                  <a:lnTo>
                    <a:pt x="281" y="16125"/>
                  </a:lnTo>
                  <a:lnTo>
                    <a:pt x="381" y="16386"/>
                  </a:lnTo>
                  <a:lnTo>
                    <a:pt x="482" y="16646"/>
                  </a:lnTo>
                  <a:lnTo>
                    <a:pt x="602" y="16907"/>
                  </a:lnTo>
                  <a:lnTo>
                    <a:pt x="863" y="17428"/>
                  </a:lnTo>
                  <a:lnTo>
                    <a:pt x="1184" y="17910"/>
                  </a:lnTo>
                  <a:lnTo>
                    <a:pt x="1525" y="18351"/>
                  </a:lnTo>
                  <a:lnTo>
                    <a:pt x="1886" y="18772"/>
                  </a:lnTo>
                  <a:lnTo>
                    <a:pt x="2267" y="19133"/>
                  </a:lnTo>
                  <a:lnTo>
                    <a:pt x="2688" y="19474"/>
                  </a:lnTo>
                  <a:lnTo>
                    <a:pt x="2888" y="19614"/>
                  </a:lnTo>
                  <a:lnTo>
                    <a:pt x="3109" y="19755"/>
                  </a:lnTo>
                  <a:lnTo>
                    <a:pt x="3309" y="19855"/>
                  </a:lnTo>
                  <a:lnTo>
                    <a:pt x="3530" y="19955"/>
                  </a:lnTo>
                  <a:lnTo>
                    <a:pt x="3731" y="20056"/>
                  </a:lnTo>
                  <a:lnTo>
                    <a:pt x="3951" y="20116"/>
                  </a:lnTo>
                  <a:lnTo>
                    <a:pt x="4212" y="20176"/>
                  </a:lnTo>
                  <a:lnTo>
                    <a:pt x="4493" y="20216"/>
                  </a:lnTo>
                  <a:lnTo>
                    <a:pt x="4834" y="20236"/>
                  </a:lnTo>
                  <a:lnTo>
                    <a:pt x="5195" y="20256"/>
                  </a:lnTo>
                  <a:lnTo>
                    <a:pt x="5576" y="20256"/>
                  </a:lnTo>
                  <a:lnTo>
                    <a:pt x="5997" y="20236"/>
                  </a:lnTo>
                  <a:lnTo>
                    <a:pt x="6879" y="20156"/>
                  </a:lnTo>
                  <a:lnTo>
                    <a:pt x="7822" y="20056"/>
                  </a:lnTo>
                  <a:lnTo>
                    <a:pt x="8824" y="19915"/>
                  </a:lnTo>
                  <a:lnTo>
                    <a:pt x="9807" y="19775"/>
                  </a:lnTo>
                  <a:lnTo>
                    <a:pt x="10790" y="19614"/>
                  </a:lnTo>
                  <a:lnTo>
                    <a:pt x="13497" y="19133"/>
                  </a:lnTo>
                  <a:lnTo>
                    <a:pt x="14400" y="18993"/>
                  </a:lnTo>
                  <a:lnTo>
                    <a:pt x="14680" y="18973"/>
                  </a:lnTo>
                  <a:lnTo>
                    <a:pt x="14821" y="18993"/>
                  </a:lnTo>
                  <a:lnTo>
                    <a:pt x="14841" y="19013"/>
                  </a:lnTo>
                  <a:lnTo>
                    <a:pt x="14881" y="19053"/>
                  </a:lnTo>
                  <a:lnTo>
                    <a:pt x="14941" y="19253"/>
                  </a:lnTo>
                  <a:lnTo>
                    <a:pt x="15101" y="19975"/>
                  </a:lnTo>
                  <a:lnTo>
                    <a:pt x="15322" y="21098"/>
                  </a:lnTo>
                  <a:lnTo>
                    <a:pt x="15583" y="22542"/>
                  </a:lnTo>
                  <a:lnTo>
                    <a:pt x="16245" y="26172"/>
                  </a:lnTo>
                  <a:lnTo>
                    <a:pt x="16626" y="28238"/>
                  </a:lnTo>
                  <a:lnTo>
                    <a:pt x="17067" y="30404"/>
                  </a:lnTo>
                  <a:lnTo>
                    <a:pt x="17568" y="32590"/>
                  </a:lnTo>
                  <a:lnTo>
                    <a:pt x="17829" y="33673"/>
                  </a:lnTo>
                  <a:lnTo>
                    <a:pt x="18090" y="34735"/>
                  </a:lnTo>
                  <a:lnTo>
                    <a:pt x="18370" y="35798"/>
                  </a:lnTo>
                  <a:lnTo>
                    <a:pt x="18671" y="36801"/>
                  </a:lnTo>
                  <a:lnTo>
                    <a:pt x="18972" y="37784"/>
                  </a:lnTo>
                  <a:lnTo>
                    <a:pt x="19273" y="38726"/>
                  </a:lnTo>
                  <a:lnTo>
                    <a:pt x="19594" y="39609"/>
                  </a:lnTo>
                  <a:lnTo>
                    <a:pt x="19935" y="40411"/>
                  </a:lnTo>
                  <a:lnTo>
                    <a:pt x="20276" y="41173"/>
                  </a:lnTo>
                  <a:lnTo>
                    <a:pt x="20616" y="41855"/>
                  </a:lnTo>
                  <a:lnTo>
                    <a:pt x="20797" y="42156"/>
                  </a:lnTo>
                  <a:lnTo>
                    <a:pt x="20977" y="42436"/>
                  </a:lnTo>
                  <a:lnTo>
                    <a:pt x="21158" y="42697"/>
                  </a:lnTo>
                  <a:lnTo>
                    <a:pt x="21358" y="42938"/>
                  </a:lnTo>
                  <a:lnTo>
                    <a:pt x="21539" y="43158"/>
                  </a:lnTo>
                  <a:lnTo>
                    <a:pt x="21739" y="43339"/>
                  </a:lnTo>
                  <a:lnTo>
                    <a:pt x="21920" y="43519"/>
                  </a:lnTo>
                  <a:lnTo>
                    <a:pt x="22121" y="43640"/>
                  </a:lnTo>
                  <a:lnTo>
                    <a:pt x="22562" y="43880"/>
                  </a:lnTo>
                  <a:lnTo>
                    <a:pt x="23043" y="44101"/>
                  </a:lnTo>
                  <a:lnTo>
                    <a:pt x="23585" y="44301"/>
                  </a:lnTo>
                  <a:lnTo>
                    <a:pt x="24166" y="44502"/>
                  </a:lnTo>
                  <a:lnTo>
                    <a:pt x="24808" y="44682"/>
                  </a:lnTo>
                  <a:lnTo>
                    <a:pt x="25510" y="44843"/>
                  </a:lnTo>
                  <a:lnTo>
                    <a:pt x="26232" y="45003"/>
                  </a:lnTo>
                  <a:lnTo>
                    <a:pt x="26994" y="45144"/>
                  </a:lnTo>
                  <a:lnTo>
                    <a:pt x="27776" y="45284"/>
                  </a:lnTo>
                  <a:lnTo>
                    <a:pt x="28598" y="45404"/>
                  </a:lnTo>
                  <a:lnTo>
                    <a:pt x="29460" y="45505"/>
                  </a:lnTo>
                  <a:lnTo>
                    <a:pt x="30323" y="45605"/>
                  </a:lnTo>
                  <a:lnTo>
                    <a:pt x="32108" y="45785"/>
                  </a:lnTo>
                  <a:lnTo>
                    <a:pt x="33913" y="45926"/>
                  </a:lnTo>
                  <a:lnTo>
                    <a:pt x="35717" y="46026"/>
                  </a:lnTo>
                  <a:lnTo>
                    <a:pt x="37502" y="46106"/>
                  </a:lnTo>
                  <a:lnTo>
                    <a:pt x="39227" y="46167"/>
                  </a:lnTo>
                  <a:lnTo>
                    <a:pt x="40851" y="46207"/>
                  </a:lnTo>
                  <a:lnTo>
                    <a:pt x="43719" y="46247"/>
                  </a:lnTo>
                  <a:lnTo>
                    <a:pt x="48051" y="46247"/>
                  </a:lnTo>
                  <a:lnTo>
                    <a:pt x="49455" y="46227"/>
                  </a:lnTo>
                  <a:lnTo>
                    <a:pt x="51039" y="46207"/>
                  </a:lnTo>
                  <a:lnTo>
                    <a:pt x="52724" y="46146"/>
                  </a:lnTo>
                  <a:lnTo>
                    <a:pt x="54488" y="46046"/>
                  </a:lnTo>
                  <a:lnTo>
                    <a:pt x="56313" y="45926"/>
                  </a:lnTo>
                  <a:lnTo>
                    <a:pt x="57216" y="45826"/>
                  </a:lnTo>
                  <a:lnTo>
                    <a:pt x="58138" y="45745"/>
                  </a:lnTo>
                  <a:lnTo>
                    <a:pt x="58921" y="45645"/>
                  </a:lnTo>
                  <a:lnTo>
                    <a:pt x="59703" y="45545"/>
                  </a:lnTo>
                  <a:lnTo>
                    <a:pt x="60485" y="45425"/>
                  </a:lnTo>
                  <a:lnTo>
                    <a:pt x="61247" y="45284"/>
                  </a:lnTo>
                  <a:lnTo>
                    <a:pt x="61989" y="45144"/>
                  </a:lnTo>
                  <a:lnTo>
                    <a:pt x="62711" y="44983"/>
                  </a:lnTo>
                  <a:lnTo>
                    <a:pt x="63393" y="44803"/>
                  </a:lnTo>
                  <a:lnTo>
                    <a:pt x="64075" y="44622"/>
                  </a:lnTo>
                  <a:lnTo>
                    <a:pt x="64716" y="44422"/>
                  </a:lnTo>
                  <a:lnTo>
                    <a:pt x="65338" y="44201"/>
                  </a:lnTo>
                  <a:lnTo>
                    <a:pt x="65920" y="43961"/>
                  </a:lnTo>
                  <a:lnTo>
                    <a:pt x="66461" y="43720"/>
                  </a:lnTo>
                  <a:lnTo>
                    <a:pt x="66962" y="43439"/>
                  </a:lnTo>
                  <a:lnTo>
                    <a:pt x="67424" y="43158"/>
                  </a:lnTo>
                  <a:lnTo>
                    <a:pt x="67845" y="42837"/>
                  </a:lnTo>
                  <a:lnTo>
                    <a:pt x="68025" y="42677"/>
                  </a:lnTo>
                  <a:lnTo>
                    <a:pt x="68206" y="42517"/>
                  </a:lnTo>
                  <a:lnTo>
                    <a:pt x="68386" y="42316"/>
                  </a:lnTo>
                  <a:lnTo>
                    <a:pt x="68567" y="42116"/>
                  </a:lnTo>
                  <a:lnTo>
                    <a:pt x="68747" y="41875"/>
                  </a:lnTo>
                  <a:lnTo>
                    <a:pt x="68908" y="41634"/>
                  </a:lnTo>
                  <a:lnTo>
                    <a:pt x="69249" y="41093"/>
                  </a:lnTo>
                  <a:lnTo>
                    <a:pt x="69549" y="40491"/>
                  </a:lnTo>
                  <a:lnTo>
                    <a:pt x="69850" y="39829"/>
                  </a:lnTo>
                  <a:lnTo>
                    <a:pt x="70131" y="39107"/>
                  </a:lnTo>
                  <a:lnTo>
                    <a:pt x="70392" y="38365"/>
                  </a:lnTo>
                  <a:lnTo>
                    <a:pt x="70652" y="37563"/>
                  </a:lnTo>
                  <a:lnTo>
                    <a:pt x="70873" y="36721"/>
                  </a:lnTo>
                  <a:lnTo>
                    <a:pt x="71074" y="35858"/>
                  </a:lnTo>
                  <a:lnTo>
                    <a:pt x="71254" y="34956"/>
                  </a:lnTo>
                  <a:lnTo>
                    <a:pt x="71435" y="34054"/>
                  </a:lnTo>
                  <a:lnTo>
                    <a:pt x="71575" y="33131"/>
                  </a:lnTo>
                  <a:lnTo>
                    <a:pt x="71695" y="32189"/>
                  </a:lnTo>
                  <a:lnTo>
                    <a:pt x="71775" y="31246"/>
                  </a:lnTo>
                  <a:lnTo>
                    <a:pt x="71856" y="30303"/>
                  </a:lnTo>
                  <a:lnTo>
                    <a:pt x="71896" y="29361"/>
                  </a:lnTo>
                  <a:lnTo>
                    <a:pt x="71916" y="28418"/>
                  </a:lnTo>
                  <a:lnTo>
                    <a:pt x="71916" y="27516"/>
                  </a:lnTo>
                  <a:lnTo>
                    <a:pt x="71876" y="26613"/>
                  </a:lnTo>
                  <a:lnTo>
                    <a:pt x="71816" y="25751"/>
                  </a:lnTo>
                  <a:lnTo>
                    <a:pt x="71715" y="24909"/>
                  </a:lnTo>
                  <a:lnTo>
                    <a:pt x="71595" y="24107"/>
                  </a:lnTo>
                  <a:lnTo>
                    <a:pt x="71435" y="23344"/>
                  </a:lnTo>
                  <a:lnTo>
                    <a:pt x="71254" y="22622"/>
                  </a:lnTo>
                  <a:lnTo>
                    <a:pt x="71033" y="21961"/>
                  </a:lnTo>
                  <a:lnTo>
                    <a:pt x="70913" y="21640"/>
                  </a:lnTo>
                  <a:lnTo>
                    <a:pt x="70793" y="21339"/>
                  </a:lnTo>
                  <a:lnTo>
                    <a:pt x="70652" y="21058"/>
                  </a:lnTo>
                  <a:lnTo>
                    <a:pt x="70512" y="20798"/>
                  </a:lnTo>
                  <a:lnTo>
                    <a:pt x="70352" y="20537"/>
                  </a:lnTo>
                  <a:lnTo>
                    <a:pt x="70191" y="20316"/>
                  </a:lnTo>
                  <a:lnTo>
                    <a:pt x="70011" y="20096"/>
                  </a:lnTo>
                  <a:lnTo>
                    <a:pt x="69830" y="19895"/>
                  </a:lnTo>
                  <a:lnTo>
                    <a:pt x="69650" y="19715"/>
                  </a:lnTo>
                  <a:lnTo>
                    <a:pt x="69449" y="19574"/>
                  </a:lnTo>
                  <a:lnTo>
                    <a:pt x="69229" y="19434"/>
                  </a:lnTo>
                  <a:lnTo>
                    <a:pt x="69028" y="19313"/>
                  </a:lnTo>
                  <a:lnTo>
                    <a:pt x="68587" y="19133"/>
                  </a:lnTo>
                  <a:lnTo>
                    <a:pt x="68105" y="18953"/>
                  </a:lnTo>
                  <a:lnTo>
                    <a:pt x="67584" y="18792"/>
                  </a:lnTo>
                  <a:lnTo>
                    <a:pt x="67002" y="18632"/>
                  </a:lnTo>
                  <a:lnTo>
                    <a:pt x="66381" y="18491"/>
                  </a:lnTo>
                  <a:lnTo>
                    <a:pt x="65739" y="18371"/>
                  </a:lnTo>
                  <a:lnTo>
                    <a:pt x="65057" y="18251"/>
                  </a:lnTo>
                  <a:lnTo>
                    <a:pt x="64335" y="18150"/>
                  </a:lnTo>
                  <a:lnTo>
                    <a:pt x="63573" y="18050"/>
                  </a:lnTo>
                  <a:lnTo>
                    <a:pt x="62791" y="17950"/>
                  </a:lnTo>
                  <a:lnTo>
                    <a:pt x="61127" y="17809"/>
                  </a:lnTo>
                  <a:lnTo>
                    <a:pt x="59382" y="17689"/>
                  </a:lnTo>
                  <a:lnTo>
                    <a:pt x="57577" y="17609"/>
                  </a:lnTo>
                  <a:lnTo>
                    <a:pt x="56554" y="17569"/>
                  </a:lnTo>
                  <a:lnTo>
                    <a:pt x="55511" y="17549"/>
                  </a:lnTo>
                  <a:lnTo>
                    <a:pt x="53486" y="17509"/>
                  </a:lnTo>
                  <a:lnTo>
                    <a:pt x="49375" y="17509"/>
                  </a:lnTo>
                  <a:lnTo>
                    <a:pt x="47329" y="17529"/>
                  </a:lnTo>
                  <a:lnTo>
                    <a:pt x="43418" y="17609"/>
                  </a:lnTo>
                  <a:lnTo>
                    <a:pt x="39809" y="17709"/>
                  </a:lnTo>
                  <a:lnTo>
                    <a:pt x="38124" y="17749"/>
                  </a:lnTo>
                  <a:lnTo>
                    <a:pt x="37743" y="17749"/>
                  </a:lnTo>
                  <a:lnTo>
                    <a:pt x="36480" y="17789"/>
                  </a:lnTo>
                  <a:lnTo>
                    <a:pt x="34875" y="17809"/>
                  </a:lnTo>
                  <a:lnTo>
                    <a:pt x="33592" y="17809"/>
                  </a:lnTo>
                  <a:lnTo>
                    <a:pt x="33090" y="17789"/>
                  </a:lnTo>
                  <a:lnTo>
                    <a:pt x="32689" y="17769"/>
                  </a:lnTo>
                  <a:lnTo>
                    <a:pt x="32388" y="17729"/>
                  </a:lnTo>
                  <a:lnTo>
                    <a:pt x="32188" y="17689"/>
                  </a:lnTo>
                  <a:lnTo>
                    <a:pt x="32027" y="17609"/>
                  </a:lnTo>
                  <a:lnTo>
                    <a:pt x="31847" y="17448"/>
                  </a:lnTo>
                  <a:lnTo>
                    <a:pt x="31626" y="17228"/>
                  </a:lnTo>
                  <a:lnTo>
                    <a:pt x="31366" y="16967"/>
                  </a:lnTo>
                  <a:lnTo>
                    <a:pt x="31105" y="16626"/>
                  </a:lnTo>
                  <a:lnTo>
                    <a:pt x="30804" y="16265"/>
                  </a:lnTo>
                  <a:lnTo>
                    <a:pt x="30122" y="15363"/>
                  </a:lnTo>
                  <a:lnTo>
                    <a:pt x="29380" y="14320"/>
                  </a:lnTo>
                  <a:lnTo>
                    <a:pt x="28538" y="13137"/>
                  </a:lnTo>
                  <a:lnTo>
                    <a:pt x="26693" y="10530"/>
                  </a:lnTo>
                  <a:lnTo>
                    <a:pt x="25710" y="9146"/>
                  </a:lnTo>
                  <a:lnTo>
                    <a:pt x="24688" y="7762"/>
                  </a:lnTo>
                  <a:lnTo>
                    <a:pt x="23645" y="6398"/>
                  </a:lnTo>
                  <a:lnTo>
                    <a:pt x="22602" y="5095"/>
                  </a:lnTo>
                  <a:lnTo>
                    <a:pt x="22080" y="4473"/>
                  </a:lnTo>
                  <a:lnTo>
                    <a:pt x="21559" y="3871"/>
                  </a:lnTo>
                  <a:lnTo>
                    <a:pt x="21038" y="3310"/>
                  </a:lnTo>
                  <a:lnTo>
                    <a:pt x="20536" y="2768"/>
                  </a:lnTo>
                  <a:lnTo>
                    <a:pt x="20015" y="2267"/>
                  </a:lnTo>
                  <a:lnTo>
                    <a:pt x="19534" y="1806"/>
                  </a:lnTo>
                  <a:lnTo>
                    <a:pt x="19032" y="1385"/>
                  </a:lnTo>
                  <a:lnTo>
                    <a:pt x="18551" y="1024"/>
                  </a:lnTo>
                  <a:lnTo>
                    <a:pt x="18250" y="803"/>
                  </a:lnTo>
                  <a:lnTo>
                    <a:pt x="17969" y="623"/>
                  </a:lnTo>
                  <a:lnTo>
                    <a:pt x="17688" y="462"/>
                  </a:lnTo>
                  <a:lnTo>
                    <a:pt x="17408" y="322"/>
                  </a:lnTo>
                  <a:lnTo>
                    <a:pt x="17127" y="202"/>
                  </a:lnTo>
                  <a:lnTo>
                    <a:pt x="16866" y="121"/>
                  </a:lnTo>
                  <a:lnTo>
                    <a:pt x="16606" y="41"/>
                  </a:lnTo>
                  <a:lnTo>
                    <a:pt x="1634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34">
              <a:extLst>
                <a:ext uri="{FF2B5EF4-FFF2-40B4-BE49-F238E27FC236}">
                  <a16:creationId xmlns:a16="http://schemas.microsoft.com/office/drawing/2014/main" id="{6E506EBC-02C1-FF94-F585-33F3CA001750}"/>
                </a:ext>
              </a:extLst>
            </p:cNvPr>
            <p:cNvSpPr/>
            <p:nvPr/>
          </p:nvSpPr>
          <p:spPr>
            <a:xfrm>
              <a:off x="8256675" y="3979700"/>
              <a:ext cx="1797900" cy="1156175"/>
            </a:xfrm>
            <a:custGeom>
              <a:avLst/>
              <a:gdLst/>
              <a:ahLst/>
              <a:cxnLst/>
              <a:rect l="l" t="t" r="r" b="b"/>
              <a:pathLst>
                <a:path w="71916" h="46247" fill="none" extrusionOk="0">
                  <a:moveTo>
                    <a:pt x="68206" y="42517"/>
                  </a:moveTo>
                  <a:lnTo>
                    <a:pt x="68206" y="42517"/>
                  </a:lnTo>
                  <a:lnTo>
                    <a:pt x="68025" y="42677"/>
                  </a:lnTo>
                  <a:lnTo>
                    <a:pt x="67845" y="42837"/>
                  </a:lnTo>
                  <a:lnTo>
                    <a:pt x="67424" y="43158"/>
                  </a:lnTo>
                  <a:lnTo>
                    <a:pt x="66962" y="43439"/>
                  </a:lnTo>
                  <a:lnTo>
                    <a:pt x="66461" y="43720"/>
                  </a:lnTo>
                  <a:lnTo>
                    <a:pt x="65920" y="43961"/>
                  </a:lnTo>
                  <a:lnTo>
                    <a:pt x="65338" y="44201"/>
                  </a:lnTo>
                  <a:lnTo>
                    <a:pt x="64716" y="44422"/>
                  </a:lnTo>
                  <a:lnTo>
                    <a:pt x="64075" y="44622"/>
                  </a:lnTo>
                  <a:lnTo>
                    <a:pt x="63393" y="44803"/>
                  </a:lnTo>
                  <a:lnTo>
                    <a:pt x="62711" y="44983"/>
                  </a:lnTo>
                  <a:lnTo>
                    <a:pt x="61989" y="45144"/>
                  </a:lnTo>
                  <a:lnTo>
                    <a:pt x="61247" y="45284"/>
                  </a:lnTo>
                  <a:lnTo>
                    <a:pt x="60485" y="45425"/>
                  </a:lnTo>
                  <a:lnTo>
                    <a:pt x="59703" y="45545"/>
                  </a:lnTo>
                  <a:lnTo>
                    <a:pt x="58921" y="45645"/>
                  </a:lnTo>
                  <a:lnTo>
                    <a:pt x="58138" y="45745"/>
                  </a:lnTo>
                  <a:lnTo>
                    <a:pt x="58138" y="45745"/>
                  </a:lnTo>
                  <a:lnTo>
                    <a:pt x="57216" y="45826"/>
                  </a:lnTo>
                  <a:lnTo>
                    <a:pt x="56313" y="45926"/>
                  </a:lnTo>
                  <a:lnTo>
                    <a:pt x="54488" y="46046"/>
                  </a:lnTo>
                  <a:lnTo>
                    <a:pt x="52724" y="46146"/>
                  </a:lnTo>
                  <a:lnTo>
                    <a:pt x="51039" y="46207"/>
                  </a:lnTo>
                  <a:lnTo>
                    <a:pt x="49455" y="46227"/>
                  </a:lnTo>
                  <a:lnTo>
                    <a:pt x="48051" y="46247"/>
                  </a:lnTo>
                  <a:lnTo>
                    <a:pt x="45825" y="46247"/>
                  </a:lnTo>
                  <a:lnTo>
                    <a:pt x="45825" y="46247"/>
                  </a:lnTo>
                  <a:lnTo>
                    <a:pt x="43719" y="46247"/>
                  </a:lnTo>
                  <a:lnTo>
                    <a:pt x="40851" y="46207"/>
                  </a:lnTo>
                  <a:lnTo>
                    <a:pt x="39227" y="46167"/>
                  </a:lnTo>
                  <a:lnTo>
                    <a:pt x="37502" y="46106"/>
                  </a:lnTo>
                  <a:lnTo>
                    <a:pt x="35717" y="46026"/>
                  </a:lnTo>
                  <a:lnTo>
                    <a:pt x="33913" y="45926"/>
                  </a:lnTo>
                  <a:lnTo>
                    <a:pt x="32108" y="45785"/>
                  </a:lnTo>
                  <a:lnTo>
                    <a:pt x="30323" y="45605"/>
                  </a:lnTo>
                  <a:lnTo>
                    <a:pt x="29460" y="45505"/>
                  </a:lnTo>
                  <a:lnTo>
                    <a:pt x="28598" y="45404"/>
                  </a:lnTo>
                  <a:lnTo>
                    <a:pt x="27776" y="45284"/>
                  </a:lnTo>
                  <a:lnTo>
                    <a:pt x="26994" y="45144"/>
                  </a:lnTo>
                  <a:lnTo>
                    <a:pt x="26232" y="45003"/>
                  </a:lnTo>
                  <a:lnTo>
                    <a:pt x="25510" y="44843"/>
                  </a:lnTo>
                  <a:lnTo>
                    <a:pt x="24808" y="44682"/>
                  </a:lnTo>
                  <a:lnTo>
                    <a:pt x="24166" y="44502"/>
                  </a:lnTo>
                  <a:lnTo>
                    <a:pt x="23585" y="44301"/>
                  </a:lnTo>
                  <a:lnTo>
                    <a:pt x="23043" y="44101"/>
                  </a:lnTo>
                  <a:lnTo>
                    <a:pt x="22562" y="43880"/>
                  </a:lnTo>
                  <a:lnTo>
                    <a:pt x="22121" y="43640"/>
                  </a:lnTo>
                  <a:lnTo>
                    <a:pt x="22121" y="43640"/>
                  </a:lnTo>
                  <a:lnTo>
                    <a:pt x="21920" y="43519"/>
                  </a:lnTo>
                  <a:lnTo>
                    <a:pt x="21739" y="43339"/>
                  </a:lnTo>
                  <a:lnTo>
                    <a:pt x="21539" y="43158"/>
                  </a:lnTo>
                  <a:lnTo>
                    <a:pt x="21358" y="42938"/>
                  </a:lnTo>
                  <a:lnTo>
                    <a:pt x="21158" y="42697"/>
                  </a:lnTo>
                  <a:lnTo>
                    <a:pt x="20977" y="42436"/>
                  </a:lnTo>
                  <a:lnTo>
                    <a:pt x="20797" y="42156"/>
                  </a:lnTo>
                  <a:lnTo>
                    <a:pt x="20616" y="41855"/>
                  </a:lnTo>
                  <a:lnTo>
                    <a:pt x="20276" y="41173"/>
                  </a:lnTo>
                  <a:lnTo>
                    <a:pt x="19935" y="40411"/>
                  </a:lnTo>
                  <a:lnTo>
                    <a:pt x="19594" y="39609"/>
                  </a:lnTo>
                  <a:lnTo>
                    <a:pt x="19273" y="38726"/>
                  </a:lnTo>
                  <a:lnTo>
                    <a:pt x="18972" y="37784"/>
                  </a:lnTo>
                  <a:lnTo>
                    <a:pt x="18671" y="36801"/>
                  </a:lnTo>
                  <a:lnTo>
                    <a:pt x="18370" y="35798"/>
                  </a:lnTo>
                  <a:lnTo>
                    <a:pt x="18090" y="34735"/>
                  </a:lnTo>
                  <a:lnTo>
                    <a:pt x="17829" y="33673"/>
                  </a:lnTo>
                  <a:lnTo>
                    <a:pt x="17568" y="32590"/>
                  </a:lnTo>
                  <a:lnTo>
                    <a:pt x="17067" y="30404"/>
                  </a:lnTo>
                  <a:lnTo>
                    <a:pt x="16626" y="28238"/>
                  </a:lnTo>
                  <a:lnTo>
                    <a:pt x="16245" y="26172"/>
                  </a:lnTo>
                  <a:lnTo>
                    <a:pt x="15583" y="22542"/>
                  </a:lnTo>
                  <a:lnTo>
                    <a:pt x="15322" y="21098"/>
                  </a:lnTo>
                  <a:lnTo>
                    <a:pt x="15101" y="19975"/>
                  </a:lnTo>
                  <a:lnTo>
                    <a:pt x="14941" y="19253"/>
                  </a:lnTo>
                  <a:lnTo>
                    <a:pt x="14881" y="19053"/>
                  </a:lnTo>
                  <a:lnTo>
                    <a:pt x="14841" y="19013"/>
                  </a:lnTo>
                  <a:lnTo>
                    <a:pt x="14821" y="18993"/>
                  </a:lnTo>
                  <a:lnTo>
                    <a:pt x="14821" y="18993"/>
                  </a:lnTo>
                  <a:lnTo>
                    <a:pt x="14680" y="18973"/>
                  </a:lnTo>
                  <a:lnTo>
                    <a:pt x="14400" y="18993"/>
                  </a:lnTo>
                  <a:lnTo>
                    <a:pt x="13497" y="19133"/>
                  </a:lnTo>
                  <a:lnTo>
                    <a:pt x="10790" y="19614"/>
                  </a:lnTo>
                  <a:lnTo>
                    <a:pt x="10790" y="19614"/>
                  </a:lnTo>
                  <a:lnTo>
                    <a:pt x="9807" y="19775"/>
                  </a:lnTo>
                  <a:lnTo>
                    <a:pt x="8824" y="19915"/>
                  </a:lnTo>
                  <a:lnTo>
                    <a:pt x="7822" y="20056"/>
                  </a:lnTo>
                  <a:lnTo>
                    <a:pt x="6879" y="20156"/>
                  </a:lnTo>
                  <a:lnTo>
                    <a:pt x="5997" y="20236"/>
                  </a:lnTo>
                  <a:lnTo>
                    <a:pt x="5576" y="20256"/>
                  </a:lnTo>
                  <a:lnTo>
                    <a:pt x="5195" y="20256"/>
                  </a:lnTo>
                  <a:lnTo>
                    <a:pt x="4834" y="20236"/>
                  </a:lnTo>
                  <a:lnTo>
                    <a:pt x="4493" y="20216"/>
                  </a:lnTo>
                  <a:lnTo>
                    <a:pt x="4212" y="20176"/>
                  </a:lnTo>
                  <a:lnTo>
                    <a:pt x="3951" y="20116"/>
                  </a:lnTo>
                  <a:lnTo>
                    <a:pt x="3951" y="20116"/>
                  </a:lnTo>
                  <a:lnTo>
                    <a:pt x="3731" y="20056"/>
                  </a:lnTo>
                  <a:lnTo>
                    <a:pt x="3530" y="19955"/>
                  </a:lnTo>
                  <a:lnTo>
                    <a:pt x="3309" y="19855"/>
                  </a:lnTo>
                  <a:lnTo>
                    <a:pt x="3109" y="19755"/>
                  </a:lnTo>
                  <a:lnTo>
                    <a:pt x="2888" y="19614"/>
                  </a:lnTo>
                  <a:lnTo>
                    <a:pt x="2688" y="19474"/>
                  </a:lnTo>
                  <a:lnTo>
                    <a:pt x="2267" y="19133"/>
                  </a:lnTo>
                  <a:lnTo>
                    <a:pt x="1886" y="18772"/>
                  </a:lnTo>
                  <a:lnTo>
                    <a:pt x="1525" y="18351"/>
                  </a:lnTo>
                  <a:lnTo>
                    <a:pt x="1184" y="17910"/>
                  </a:lnTo>
                  <a:lnTo>
                    <a:pt x="863" y="17428"/>
                  </a:lnTo>
                  <a:lnTo>
                    <a:pt x="602" y="16907"/>
                  </a:lnTo>
                  <a:lnTo>
                    <a:pt x="482" y="16646"/>
                  </a:lnTo>
                  <a:lnTo>
                    <a:pt x="381" y="16386"/>
                  </a:lnTo>
                  <a:lnTo>
                    <a:pt x="281" y="16125"/>
                  </a:lnTo>
                  <a:lnTo>
                    <a:pt x="201" y="15844"/>
                  </a:lnTo>
                  <a:lnTo>
                    <a:pt x="121" y="15583"/>
                  </a:lnTo>
                  <a:lnTo>
                    <a:pt x="81" y="15303"/>
                  </a:lnTo>
                  <a:lnTo>
                    <a:pt x="41" y="15022"/>
                  </a:lnTo>
                  <a:lnTo>
                    <a:pt x="0" y="14761"/>
                  </a:lnTo>
                  <a:lnTo>
                    <a:pt x="0" y="14480"/>
                  </a:lnTo>
                  <a:lnTo>
                    <a:pt x="0" y="14200"/>
                  </a:lnTo>
                  <a:lnTo>
                    <a:pt x="41" y="13939"/>
                  </a:lnTo>
                  <a:lnTo>
                    <a:pt x="81" y="13658"/>
                  </a:lnTo>
                  <a:lnTo>
                    <a:pt x="141" y="13397"/>
                  </a:lnTo>
                  <a:lnTo>
                    <a:pt x="221" y="13137"/>
                  </a:lnTo>
                  <a:lnTo>
                    <a:pt x="221" y="13137"/>
                  </a:lnTo>
                  <a:lnTo>
                    <a:pt x="301" y="12956"/>
                  </a:lnTo>
                  <a:lnTo>
                    <a:pt x="402" y="12776"/>
                  </a:lnTo>
                  <a:lnTo>
                    <a:pt x="522" y="12555"/>
                  </a:lnTo>
                  <a:lnTo>
                    <a:pt x="662" y="12335"/>
                  </a:lnTo>
                  <a:lnTo>
                    <a:pt x="1023" y="11833"/>
                  </a:lnTo>
                  <a:lnTo>
                    <a:pt x="1484" y="11272"/>
                  </a:lnTo>
                  <a:lnTo>
                    <a:pt x="2006" y="10670"/>
                  </a:lnTo>
                  <a:lnTo>
                    <a:pt x="2608" y="10028"/>
                  </a:lnTo>
                  <a:lnTo>
                    <a:pt x="3249" y="9346"/>
                  </a:lnTo>
                  <a:lnTo>
                    <a:pt x="3971" y="8665"/>
                  </a:lnTo>
                  <a:lnTo>
                    <a:pt x="3971" y="8665"/>
                  </a:lnTo>
                  <a:lnTo>
                    <a:pt x="5154" y="7521"/>
                  </a:lnTo>
                  <a:lnTo>
                    <a:pt x="6438" y="6378"/>
                  </a:lnTo>
                  <a:lnTo>
                    <a:pt x="6438" y="6378"/>
                  </a:lnTo>
                  <a:lnTo>
                    <a:pt x="7862" y="5175"/>
                  </a:lnTo>
                  <a:lnTo>
                    <a:pt x="8584" y="4573"/>
                  </a:lnTo>
                  <a:lnTo>
                    <a:pt x="9306" y="4012"/>
                  </a:lnTo>
                  <a:lnTo>
                    <a:pt x="10008" y="3450"/>
                  </a:lnTo>
                  <a:lnTo>
                    <a:pt x="10710" y="2929"/>
                  </a:lnTo>
                  <a:lnTo>
                    <a:pt x="11411" y="2428"/>
                  </a:lnTo>
                  <a:lnTo>
                    <a:pt x="12073" y="1966"/>
                  </a:lnTo>
                  <a:lnTo>
                    <a:pt x="12715" y="1545"/>
                  </a:lnTo>
                  <a:lnTo>
                    <a:pt x="13337" y="1164"/>
                  </a:lnTo>
                  <a:lnTo>
                    <a:pt x="13918" y="823"/>
                  </a:lnTo>
                  <a:lnTo>
                    <a:pt x="14460" y="542"/>
                  </a:lnTo>
                  <a:lnTo>
                    <a:pt x="14941" y="302"/>
                  </a:lnTo>
                  <a:lnTo>
                    <a:pt x="15402" y="141"/>
                  </a:lnTo>
                  <a:lnTo>
                    <a:pt x="15603" y="81"/>
                  </a:lnTo>
                  <a:lnTo>
                    <a:pt x="15783" y="41"/>
                  </a:lnTo>
                  <a:lnTo>
                    <a:pt x="15964" y="1"/>
                  </a:lnTo>
                  <a:lnTo>
                    <a:pt x="16124" y="1"/>
                  </a:lnTo>
                  <a:lnTo>
                    <a:pt x="16124" y="1"/>
                  </a:lnTo>
                  <a:lnTo>
                    <a:pt x="16345" y="1"/>
                  </a:lnTo>
                  <a:lnTo>
                    <a:pt x="16345" y="1"/>
                  </a:lnTo>
                  <a:lnTo>
                    <a:pt x="16606" y="41"/>
                  </a:lnTo>
                  <a:lnTo>
                    <a:pt x="16866" y="121"/>
                  </a:lnTo>
                  <a:lnTo>
                    <a:pt x="17127" y="202"/>
                  </a:lnTo>
                  <a:lnTo>
                    <a:pt x="17408" y="322"/>
                  </a:lnTo>
                  <a:lnTo>
                    <a:pt x="17688" y="462"/>
                  </a:lnTo>
                  <a:lnTo>
                    <a:pt x="17969" y="623"/>
                  </a:lnTo>
                  <a:lnTo>
                    <a:pt x="18250" y="803"/>
                  </a:lnTo>
                  <a:lnTo>
                    <a:pt x="18551" y="1024"/>
                  </a:lnTo>
                  <a:lnTo>
                    <a:pt x="18551" y="1024"/>
                  </a:lnTo>
                  <a:lnTo>
                    <a:pt x="19032" y="1385"/>
                  </a:lnTo>
                  <a:lnTo>
                    <a:pt x="19534" y="1806"/>
                  </a:lnTo>
                  <a:lnTo>
                    <a:pt x="20015" y="2267"/>
                  </a:lnTo>
                  <a:lnTo>
                    <a:pt x="20536" y="2768"/>
                  </a:lnTo>
                  <a:lnTo>
                    <a:pt x="21038" y="3310"/>
                  </a:lnTo>
                  <a:lnTo>
                    <a:pt x="21559" y="3871"/>
                  </a:lnTo>
                  <a:lnTo>
                    <a:pt x="22080" y="4473"/>
                  </a:lnTo>
                  <a:lnTo>
                    <a:pt x="22602" y="5095"/>
                  </a:lnTo>
                  <a:lnTo>
                    <a:pt x="23645" y="6398"/>
                  </a:lnTo>
                  <a:lnTo>
                    <a:pt x="24688" y="7762"/>
                  </a:lnTo>
                  <a:lnTo>
                    <a:pt x="25710" y="9146"/>
                  </a:lnTo>
                  <a:lnTo>
                    <a:pt x="26693" y="10530"/>
                  </a:lnTo>
                  <a:lnTo>
                    <a:pt x="28538" y="13137"/>
                  </a:lnTo>
                  <a:lnTo>
                    <a:pt x="29380" y="14320"/>
                  </a:lnTo>
                  <a:lnTo>
                    <a:pt x="30122" y="15363"/>
                  </a:lnTo>
                  <a:lnTo>
                    <a:pt x="30804" y="16265"/>
                  </a:lnTo>
                  <a:lnTo>
                    <a:pt x="31105" y="16626"/>
                  </a:lnTo>
                  <a:lnTo>
                    <a:pt x="31366" y="16967"/>
                  </a:lnTo>
                  <a:lnTo>
                    <a:pt x="31626" y="17228"/>
                  </a:lnTo>
                  <a:lnTo>
                    <a:pt x="31847" y="17448"/>
                  </a:lnTo>
                  <a:lnTo>
                    <a:pt x="32027" y="17609"/>
                  </a:lnTo>
                  <a:lnTo>
                    <a:pt x="32188" y="17689"/>
                  </a:lnTo>
                  <a:lnTo>
                    <a:pt x="32188" y="17689"/>
                  </a:lnTo>
                  <a:lnTo>
                    <a:pt x="32388" y="17729"/>
                  </a:lnTo>
                  <a:lnTo>
                    <a:pt x="32689" y="17769"/>
                  </a:lnTo>
                  <a:lnTo>
                    <a:pt x="33090" y="17789"/>
                  </a:lnTo>
                  <a:lnTo>
                    <a:pt x="33592" y="17809"/>
                  </a:lnTo>
                  <a:lnTo>
                    <a:pt x="34875" y="17809"/>
                  </a:lnTo>
                  <a:lnTo>
                    <a:pt x="36480" y="17789"/>
                  </a:lnTo>
                  <a:lnTo>
                    <a:pt x="36480" y="17789"/>
                  </a:lnTo>
                  <a:lnTo>
                    <a:pt x="37743" y="17749"/>
                  </a:lnTo>
                  <a:lnTo>
                    <a:pt x="37743" y="17749"/>
                  </a:lnTo>
                  <a:lnTo>
                    <a:pt x="38124" y="17749"/>
                  </a:lnTo>
                  <a:lnTo>
                    <a:pt x="38124" y="17749"/>
                  </a:lnTo>
                  <a:lnTo>
                    <a:pt x="39809" y="17709"/>
                  </a:lnTo>
                  <a:lnTo>
                    <a:pt x="39809" y="17709"/>
                  </a:lnTo>
                  <a:lnTo>
                    <a:pt x="43418" y="17609"/>
                  </a:lnTo>
                  <a:lnTo>
                    <a:pt x="47329" y="17529"/>
                  </a:lnTo>
                  <a:lnTo>
                    <a:pt x="49375" y="17509"/>
                  </a:lnTo>
                  <a:lnTo>
                    <a:pt x="51420" y="17509"/>
                  </a:lnTo>
                  <a:lnTo>
                    <a:pt x="53486" y="17509"/>
                  </a:lnTo>
                  <a:lnTo>
                    <a:pt x="55511" y="17549"/>
                  </a:lnTo>
                  <a:lnTo>
                    <a:pt x="55511" y="17549"/>
                  </a:lnTo>
                  <a:lnTo>
                    <a:pt x="56554" y="17569"/>
                  </a:lnTo>
                  <a:lnTo>
                    <a:pt x="57577" y="17609"/>
                  </a:lnTo>
                  <a:lnTo>
                    <a:pt x="57577" y="17609"/>
                  </a:lnTo>
                  <a:lnTo>
                    <a:pt x="59382" y="17689"/>
                  </a:lnTo>
                  <a:lnTo>
                    <a:pt x="61127" y="17809"/>
                  </a:lnTo>
                  <a:lnTo>
                    <a:pt x="62791" y="17950"/>
                  </a:lnTo>
                  <a:lnTo>
                    <a:pt x="63573" y="18050"/>
                  </a:lnTo>
                  <a:lnTo>
                    <a:pt x="64335" y="18150"/>
                  </a:lnTo>
                  <a:lnTo>
                    <a:pt x="65057" y="18251"/>
                  </a:lnTo>
                  <a:lnTo>
                    <a:pt x="65739" y="18371"/>
                  </a:lnTo>
                  <a:lnTo>
                    <a:pt x="66381" y="18491"/>
                  </a:lnTo>
                  <a:lnTo>
                    <a:pt x="67002" y="18632"/>
                  </a:lnTo>
                  <a:lnTo>
                    <a:pt x="67584" y="18792"/>
                  </a:lnTo>
                  <a:lnTo>
                    <a:pt x="68105" y="18953"/>
                  </a:lnTo>
                  <a:lnTo>
                    <a:pt x="68587" y="19133"/>
                  </a:lnTo>
                  <a:lnTo>
                    <a:pt x="69028" y="19313"/>
                  </a:lnTo>
                  <a:lnTo>
                    <a:pt x="69028" y="19313"/>
                  </a:lnTo>
                  <a:lnTo>
                    <a:pt x="69229" y="19434"/>
                  </a:lnTo>
                  <a:lnTo>
                    <a:pt x="69449" y="19574"/>
                  </a:lnTo>
                  <a:lnTo>
                    <a:pt x="69650" y="19715"/>
                  </a:lnTo>
                  <a:lnTo>
                    <a:pt x="69830" y="19895"/>
                  </a:lnTo>
                  <a:lnTo>
                    <a:pt x="70011" y="20096"/>
                  </a:lnTo>
                  <a:lnTo>
                    <a:pt x="70191" y="20316"/>
                  </a:lnTo>
                  <a:lnTo>
                    <a:pt x="70352" y="20537"/>
                  </a:lnTo>
                  <a:lnTo>
                    <a:pt x="70512" y="20798"/>
                  </a:lnTo>
                  <a:lnTo>
                    <a:pt x="70652" y="21058"/>
                  </a:lnTo>
                  <a:lnTo>
                    <a:pt x="70793" y="21339"/>
                  </a:lnTo>
                  <a:lnTo>
                    <a:pt x="70913" y="21640"/>
                  </a:lnTo>
                  <a:lnTo>
                    <a:pt x="71033" y="21961"/>
                  </a:lnTo>
                  <a:lnTo>
                    <a:pt x="71254" y="22622"/>
                  </a:lnTo>
                  <a:lnTo>
                    <a:pt x="71435" y="23344"/>
                  </a:lnTo>
                  <a:lnTo>
                    <a:pt x="71595" y="24107"/>
                  </a:lnTo>
                  <a:lnTo>
                    <a:pt x="71715" y="24909"/>
                  </a:lnTo>
                  <a:lnTo>
                    <a:pt x="71816" y="25751"/>
                  </a:lnTo>
                  <a:lnTo>
                    <a:pt x="71876" y="26613"/>
                  </a:lnTo>
                  <a:lnTo>
                    <a:pt x="71916" y="27516"/>
                  </a:lnTo>
                  <a:lnTo>
                    <a:pt x="71916" y="28418"/>
                  </a:lnTo>
                  <a:lnTo>
                    <a:pt x="71896" y="29361"/>
                  </a:lnTo>
                  <a:lnTo>
                    <a:pt x="71856" y="30303"/>
                  </a:lnTo>
                  <a:lnTo>
                    <a:pt x="71775" y="31246"/>
                  </a:lnTo>
                  <a:lnTo>
                    <a:pt x="71695" y="32189"/>
                  </a:lnTo>
                  <a:lnTo>
                    <a:pt x="71575" y="33131"/>
                  </a:lnTo>
                  <a:lnTo>
                    <a:pt x="71435" y="34054"/>
                  </a:lnTo>
                  <a:lnTo>
                    <a:pt x="71254" y="34956"/>
                  </a:lnTo>
                  <a:lnTo>
                    <a:pt x="71074" y="35858"/>
                  </a:lnTo>
                  <a:lnTo>
                    <a:pt x="70873" y="36721"/>
                  </a:lnTo>
                  <a:lnTo>
                    <a:pt x="70652" y="37563"/>
                  </a:lnTo>
                  <a:lnTo>
                    <a:pt x="70392" y="38365"/>
                  </a:lnTo>
                  <a:lnTo>
                    <a:pt x="70131" y="39107"/>
                  </a:lnTo>
                  <a:lnTo>
                    <a:pt x="69850" y="39829"/>
                  </a:lnTo>
                  <a:lnTo>
                    <a:pt x="69549" y="40491"/>
                  </a:lnTo>
                  <a:lnTo>
                    <a:pt x="69249" y="41093"/>
                  </a:lnTo>
                  <a:lnTo>
                    <a:pt x="68908" y="41634"/>
                  </a:lnTo>
                  <a:lnTo>
                    <a:pt x="68747" y="41875"/>
                  </a:lnTo>
                  <a:lnTo>
                    <a:pt x="68567" y="42116"/>
                  </a:lnTo>
                  <a:lnTo>
                    <a:pt x="68386" y="42316"/>
                  </a:lnTo>
                  <a:lnTo>
                    <a:pt x="68206" y="4251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34">
              <a:extLst>
                <a:ext uri="{FF2B5EF4-FFF2-40B4-BE49-F238E27FC236}">
                  <a16:creationId xmlns:a16="http://schemas.microsoft.com/office/drawing/2014/main" id="{BA090A15-A8E0-CE6B-B50B-1615DC0B3831}"/>
                </a:ext>
              </a:extLst>
            </p:cNvPr>
            <p:cNvSpPr/>
            <p:nvPr/>
          </p:nvSpPr>
          <p:spPr>
            <a:xfrm>
              <a:off x="8256675" y="3979700"/>
              <a:ext cx="1453475" cy="1156175"/>
            </a:xfrm>
            <a:custGeom>
              <a:avLst/>
              <a:gdLst/>
              <a:ahLst/>
              <a:cxnLst/>
              <a:rect l="l" t="t" r="r" b="b"/>
              <a:pathLst>
                <a:path w="58139" h="46247" extrusionOk="0">
                  <a:moveTo>
                    <a:pt x="16064" y="1"/>
                  </a:moveTo>
                  <a:lnTo>
                    <a:pt x="15864" y="21"/>
                  </a:lnTo>
                  <a:lnTo>
                    <a:pt x="15623" y="61"/>
                  </a:lnTo>
                  <a:lnTo>
                    <a:pt x="15362" y="141"/>
                  </a:lnTo>
                  <a:lnTo>
                    <a:pt x="15101" y="242"/>
                  </a:lnTo>
                  <a:lnTo>
                    <a:pt x="14620" y="442"/>
                  </a:lnTo>
                  <a:lnTo>
                    <a:pt x="14099" y="723"/>
                  </a:lnTo>
                  <a:lnTo>
                    <a:pt x="13858" y="964"/>
                  </a:lnTo>
                  <a:lnTo>
                    <a:pt x="13637" y="1224"/>
                  </a:lnTo>
                  <a:lnTo>
                    <a:pt x="13437" y="1485"/>
                  </a:lnTo>
                  <a:lnTo>
                    <a:pt x="13256" y="1726"/>
                  </a:lnTo>
                  <a:lnTo>
                    <a:pt x="12936" y="2227"/>
                  </a:lnTo>
                  <a:lnTo>
                    <a:pt x="12655" y="2708"/>
                  </a:lnTo>
                  <a:lnTo>
                    <a:pt x="13457" y="2067"/>
                  </a:lnTo>
                  <a:lnTo>
                    <a:pt x="14279" y="1465"/>
                  </a:lnTo>
                  <a:lnTo>
                    <a:pt x="15142" y="903"/>
                  </a:lnTo>
                  <a:lnTo>
                    <a:pt x="16004" y="382"/>
                  </a:lnTo>
                  <a:lnTo>
                    <a:pt x="16104" y="422"/>
                  </a:lnTo>
                  <a:lnTo>
                    <a:pt x="16204" y="442"/>
                  </a:lnTo>
                  <a:lnTo>
                    <a:pt x="16285" y="442"/>
                  </a:lnTo>
                  <a:lnTo>
                    <a:pt x="16365" y="402"/>
                  </a:lnTo>
                  <a:lnTo>
                    <a:pt x="16405" y="342"/>
                  </a:lnTo>
                  <a:lnTo>
                    <a:pt x="16445" y="262"/>
                  </a:lnTo>
                  <a:lnTo>
                    <a:pt x="16465" y="202"/>
                  </a:lnTo>
                  <a:lnTo>
                    <a:pt x="16465" y="121"/>
                  </a:lnTo>
                  <a:lnTo>
                    <a:pt x="16425" y="61"/>
                  </a:lnTo>
                  <a:lnTo>
                    <a:pt x="16345" y="1"/>
                  </a:lnTo>
                  <a:close/>
                  <a:moveTo>
                    <a:pt x="7601" y="8885"/>
                  </a:moveTo>
                  <a:lnTo>
                    <a:pt x="7421" y="8985"/>
                  </a:lnTo>
                  <a:lnTo>
                    <a:pt x="7140" y="9126"/>
                  </a:lnTo>
                  <a:lnTo>
                    <a:pt x="6859" y="9246"/>
                  </a:lnTo>
                  <a:lnTo>
                    <a:pt x="6298" y="9447"/>
                  </a:lnTo>
                  <a:lnTo>
                    <a:pt x="5736" y="9607"/>
                  </a:lnTo>
                  <a:lnTo>
                    <a:pt x="5174" y="9707"/>
                  </a:lnTo>
                  <a:lnTo>
                    <a:pt x="6578" y="11412"/>
                  </a:lnTo>
                  <a:lnTo>
                    <a:pt x="6699" y="10991"/>
                  </a:lnTo>
                  <a:lnTo>
                    <a:pt x="6839" y="10590"/>
                  </a:lnTo>
                  <a:lnTo>
                    <a:pt x="7020" y="10169"/>
                  </a:lnTo>
                  <a:lnTo>
                    <a:pt x="7200" y="9727"/>
                  </a:lnTo>
                  <a:lnTo>
                    <a:pt x="7401" y="9306"/>
                  </a:lnTo>
                  <a:lnTo>
                    <a:pt x="7601" y="8885"/>
                  </a:lnTo>
                  <a:close/>
                  <a:moveTo>
                    <a:pt x="2608" y="10028"/>
                  </a:moveTo>
                  <a:lnTo>
                    <a:pt x="2146" y="10510"/>
                  </a:lnTo>
                  <a:lnTo>
                    <a:pt x="1725" y="10971"/>
                  </a:lnTo>
                  <a:lnTo>
                    <a:pt x="1364" y="11412"/>
                  </a:lnTo>
                  <a:lnTo>
                    <a:pt x="1023" y="11833"/>
                  </a:lnTo>
                  <a:lnTo>
                    <a:pt x="742" y="12214"/>
                  </a:lnTo>
                  <a:lnTo>
                    <a:pt x="522" y="12555"/>
                  </a:lnTo>
                  <a:lnTo>
                    <a:pt x="341" y="12876"/>
                  </a:lnTo>
                  <a:lnTo>
                    <a:pt x="221" y="13137"/>
                  </a:lnTo>
                  <a:lnTo>
                    <a:pt x="121" y="13458"/>
                  </a:lnTo>
                  <a:lnTo>
                    <a:pt x="61" y="13798"/>
                  </a:lnTo>
                  <a:lnTo>
                    <a:pt x="20" y="14139"/>
                  </a:lnTo>
                  <a:lnTo>
                    <a:pt x="0" y="14460"/>
                  </a:lnTo>
                  <a:lnTo>
                    <a:pt x="20" y="14942"/>
                  </a:lnTo>
                  <a:lnTo>
                    <a:pt x="101" y="15403"/>
                  </a:lnTo>
                  <a:lnTo>
                    <a:pt x="201" y="15864"/>
                  </a:lnTo>
                  <a:lnTo>
                    <a:pt x="341" y="16325"/>
                  </a:lnTo>
                  <a:lnTo>
                    <a:pt x="522" y="16767"/>
                  </a:lnTo>
                  <a:lnTo>
                    <a:pt x="742" y="17188"/>
                  </a:lnTo>
                  <a:lnTo>
                    <a:pt x="983" y="17609"/>
                  </a:lnTo>
                  <a:lnTo>
                    <a:pt x="1264" y="18010"/>
                  </a:lnTo>
                  <a:lnTo>
                    <a:pt x="1545" y="18391"/>
                  </a:lnTo>
                  <a:lnTo>
                    <a:pt x="1866" y="18732"/>
                  </a:lnTo>
                  <a:lnTo>
                    <a:pt x="2186" y="19053"/>
                  </a:lnTo>
                  <a:lnTo>
                    <a:pt x="2527" y="19354"/>
                  </a:lnTo>
                  <a:lnTo>
                    <a:pt x="2868" y="19614"/>
                  </a:lnTo>
                  <a:lnTo>
                    <a:pt x="3229" y="19815"/>
                  </a:lnTo>
                  <a:lnTo>
                    <a:pt x="3590" y="19995"/>
                  </a:lnTo>
                  <a:lnTo>
                    <a:pt x="3951" y="20116"/>
                  </a:lnTo>
                  <a:lnTo>
                    <a:pt x="4212" y="20176"/>
                  </a:lnTo>
                  <a:lnTo>
                    <a:pt x="4533" y="20216"/>
                  </a:lnTo>
                  <a:lnTo>
                    <a:pt x="4874" y="20236"/>
                  </a:lnTo>
                  <a:lnTo>
                    <a:pt x="5255" y="20256"/>
                  </a:lnTo>
                  <a:lnTo>
                    <a:pt x="5836" y="20236"/>
                  </a:lnTo>
                  <a:lnTo>
                    <a:pt x="6478" y="20196"/>
                  </a:lnTo>
                  <a:lnTo>
                    <a:pt x="7160" y="20136"/>
                  </a:lnTo>
                  <a:lnTo>
                    <a:pt x="7882" y="20056"/>
                  </a:lnTo>
                  <a:lnTo>
                    <a:pt x="9326" y="19855"/>
                  </a:lnTo>
                  <a:lnTo>
                    <a:pt x="10790" y="19614"/>
                  </a:lnTo>
                  <a:lnTo>
                    <a:pt x="11010" y="19574"/>
                  </a:lnTo>
                  <a:lnTo>
                    <a:pt x="10930" y="19554"/>
                  </a:lnTo>
                  <a:lnTo>
                    <a:pt x="10850" y="19474"/>
                  </a:lnTo>
                  <a:lnTo>
                    <a:pt x="10589" y="19233"/>
                  </a:lnTo>
                  <a:lnTo>
                    <a:pt x="10228" y="18892"/>
                  </a:lnTo>
                  <a:lnTo>
                    <a:pt x="9807" y="18431"/>
                  </a:lnTo>
                  <a:lnTo>
                    <a:pt x="8744" y="17248"/>
                  </a:lnTo>
                  <a:lnTo>
                    <a:pt x="7521" y="15844"/>
                  </a:lnTo>
                  <a:lnTo>
                    <a:pt x="7320" y="15664"/>
                  </a:lnTo>
                  <a:lnTo>
                    <a:pt x="7140" y="15483"/>
                  </a:lnTo>
                  <a:lnTo>
                    <a:pt x="6979" y="15262"/>
                  </a:lnTo>
                  <a:lnTo>
                    <a:pt x="6839" y="15042"/>
                  </a:lnTo>
                  <a:lnTo>
                    <a:pt x="5275" y="13217"/>
                  </a:lnTo>
                  <a:lnTo>
                    <a:pt x="3931" y="11613"/>
                  </a:lnTo>
                  <a:lnTo>
                    <a:pt x="2608" y="10028"/>
                  </a:lnTo>
                  <a:close/>
                  <a:moveTo>
                    <a:pt x="17428" y="15523"/>
                  </a:moveTo>
                  <a:lnTo>
                    <a:pt x="16646" y="15744"/>
                  </a:lnTo>
                  <a:lnTo>
                    <a:pt x="15843" y="15944"/>
                  </a:lnTo>
                  <a:lnTo>
                    <a:pt x="15041" y="16125"/>
                  </a:lnTo>
                  <a:lnTo>
                    <a:pt x="14199" y="16305"/>
                  </a:lnTo>
                  <a:lnTo>
                    <a:pt x="13377" y="16446"/>
                  </a:lnTo>
                  <a:lnTo>
                    <a:pt x="12534" y="16566"/>
                  </a:lnTo>
                  <a:lnTo>
                    <a:pt x="11692" y="16646"/>
                  </a:lnTo>
                  <a:lnTo>
                    <a:pt x="11271" y="16666"/>
                  </a:lnTo>
                  <a:lnTo>
                    <a:pt x="10870" y="16666"/>
                  </a:lnTo>
                  <a:lnTo>
                    <a:pt x="12314" y="18451"/>
                  </a:lnTo>
                  <a:lnTo>
                    <a:pt x="12735" y="19013"/>
                  </a:lnTo>
                  <a:lnTo>
                    <a:pt x="12916" y="19233"/>
                  </a:lnTo>
                  <a:lnTo>
                    <a:pt x="14059" y="19053"/>
                  </a:lnTo>
                  <a:lnTo>
                    <a:pt x="14460" y="18993"/>
                  </a:lnTo>
                  <a:lnTo>
                    <a:pt x="14720" y="18973"/>
                  </a:lnTo>
                  <a:lnTo>
                    <a:pt x="14821" y="18993"/>
                  </a:lnTo>
                  <a:lnTo>
                    <a:pt x="14841" y="19013"/>
                  </a:lnTo>
                  <a:lnTo>
                    <a:pt x="14881" y="19053"/>
                  </a:lnTo>
                  <a:lnTo>
                    <a:pt x="14941" y="19253"/>
                  </a:lnTo>
                  <a:lnTo>
                    <a:pt x="15101" y="19975"/>
                  </a:lnTo>
                  <a:lnTo>
                    <a:pt x="15322" y="21098"/>
                  </a:lnTo>
                  <a:lnTo>
                    <a:pt x="15583" y="22542"/>
                  </a:lnTo>
                  <a:lnTo>
                    <a:pt x="16245" y="26172"/>
                  </a:lnTo>
                  <a:lnTo>
                    <a:pt x="16626" y="28238"/>
                  </a:lnTo>
                  <a:lnTo>
                    <a:pt x="17067" y="30404"/>
                  </a:lnTo>
                  <a:lnTo>
                    <a:pt x="17568" y="32590"/>
                  </a:lnTo>
                  <a:lnTo>
                    <a:pt x="17829" y="33673"/>
                  </a:lnTo>
                  <a:lnTo>
                    <a:pt x="18090" y="34735"/>
                  </a:lnTo>
                  <a:lnTo>
                    <a:pt x="18370" y="35798"/>
                  </a:lnTo>
                  <a:lnTo>
                    <a:pt x="18671" y="36801"/>
                  </a:lnTo>
                  <a:lnTo>
                    <a:pt x="18972" y="37784"/>
                  </a:lnTo>
                  <a:lnTo>
                    <a:pt x="19273" y="38726"/>
                  </a:lnTo>
                  <a:lnTo>
                    <a:pt x="19594" y="39609"/>
                  </a:lnTo>
                  <a:lnTo>
                    <a:pt x="19935" y="40411"/>
                  </a:lnTo>
                  <a:lnTo>
                    <a:pt x="20276" y="41173"/>
                  </a:lnTo>
                  <a:lnTo>
                    <a:pt x="20616" y="41855"/>
                  </a:lnTo>
                  <a:lnTo>
                    <a:pt x="20797" y="42156"/>
                  </a:lnTo>
                  <a:lnTo>
                    <a:pt x="20977" y="42436"/>
                  </a:lnTo>
                  <a:lnTo>
                    <a:pt x="21158" y="42697"/>
                  </a:lnTo>
                  <a:lnTo>
                    <a:pt x="21358" y="42938"/>
                  </a:lnTo>
                  <a:lnTo>
                    <a:pt x="21539" y="43158"/>
                  </a:lnTo>
                  <a:lnTo>
                    <a:pt x="21739" y="43339"/>
                  </a:lnTo>
                  <a:lnTo>
                    <a:pt x="21920" y="43519"/>
                  </a:lnTo>
                  <a:lnTo>
                    <a:pt x="22121" y="43640"/>
                  </a:lnTo>
                  <a:lnTo>
                    <a:pt x="22562" y="43880"/>
                  </a:lnTo>
                  <a:lnTo>
                    <a:pt x="23043" y="44101"/>
                  </a:lnTo>
                  <a:lnTo>
                    <a:pt x="23585" y="44301"/>
                  </a:lnTo>
                  <a:lnTo>
                    <a:pt x="24166" y="44502"/>
                  </a:lnTo>
                  <a:lnTo>
                    <a:pt x="24808" y="44682"/>
                  </a:lnTo>
                  <a:lnTo>
                    <a:pt x="25510" y="44843"/>
                  </a:lnTo>
                  <a:lnTo>
                    <a:pt x="26232" y="45003"/>
                  </a:lnTo>
                  <a:lnTo>
                    <a:pt x="26994" y="45144"/>
                  </a:lnTo>
                  <a:lnTo>
                    <a:pt x="27776" y="45284"/>
                  </a:lnTo>
                  <a:lnTo>
                    <a:pt x="28598" y="45404"/>
                  </a:lnTo>
                  <a:lnTo>
                    <a:pt x="29460" y="45505"/>
                  </a:lnTo>
                  <a:lnTo>
                    <a:pt x="30323" y="45605"/>
                  </a:lnTo>
                  <a:lnTo>
                    <a:pt x="32108" y="45785"/>
                  </a:lnTo>
                  <a:lnTo>
                    <a:pt x="33913" y="45926"/>
                  </a:lnTo>
                  <a:lnTo>
                    <a:pt x="35717" y="46026"/>
                  </a:lnTo>
                  <a:lnTo>
                    <a:pt x="37502" y="46106"/>
                  </a:lnTo>
                  <a:lnTo>
                    <a:pt x="39227" y="46167"/>
                  </a:lnTo>
                  <a:lnTo>
                    <a:pt x="40851" y="46207"/>
                  </a:lnTo>
                  <a:lnTo>
                    <a:pt x="43719" y="46247"/>
                  </a:lnTo>
                  <a:lnTo>
                    <a:pt x="47008" y="46247"/>
                  </a:lnTo>
                  <a:lnTo>
                    <a:pt x="49274" y="46227"/>
                  </a:lnTo>
                  <a:lnTo>
                    <a:pt x="50598" y="46207"/>
                  </a:lnTo>
                  <a:lnTo>
                    <a:pt x="52002" y="46167"/>
                  </a:lnTo>
                  <a:lnTo>
                    <a:pt x="53486" y="46106"/>
                  </a:lnTo>
                  <a:lnTo>
                    <a:pt x="55010" y="46026"/>
                  </a:lnTo>
                  <a:lnTo>
                    <a:pt x="56574" y="45886"/>
                  </a:lnTo>
                  <a:lnTo>
                    <a:pt x="58138" y="45745"/>
                  </a:lnTo>
                  <a:lnTo>
                    <a:pt x="56494" y="45745"/>
                  </a:lnTo>
                  <a:lnTo>
                    <a:pt x="55632" y="45705"/>
                  </a:lnTo>
                  <a:lnTo>
                    <a:pt x="54749" y="45665"/>
                  </a:lnTo>
                  <a:lnTo>
                    <a:pt x="53887" y="45625"/>
                  </a:lnTo>
                  <a:lnTo>
                    <a:pt x="53024" y="45545"/>
                  </a:lnTo>
                  <a:lnTo>
                    <a:pt x="52142" y="45465"/>
                  </a:lnTo>
                  <a:lnTo>
                    <a:pt x="51280" y="45384"/>
                  </a:lnTo>
                  <a:lnTo>
                    <a:pt x="50417" y="45264"/>
                  </a:lnTo>
                  <a:lnTo>
                    <a:pt x="48693" y="45023"/>
                  </a:lnTo>
                  <a:lnTo>
                    <a:pt x="46968" y="44723"/>
                  </a:lnTo>
                  <a:lnTo>
                    <a:pt x="45263" y="44402"/>
                  </a:lnTo>
                  <a:lnTo>
                    <a:pt x="43579" y="44021"/>
                  </a:lnTo>
                  <a:lnTo>
                    <a:pt x="41894" y="43620"/>
                  </a:lnTo>
                  <a:lnTo>
                    <a:pt x="40190" y="43198"/>
                  </a:lnTo>
                  <a:lnTo>
                    <a:pt x="38505" y="42737"/>
                  </a:lnTo>
                  <a:lnTo>
                    <a:pt x="37663" y="42497"/>
                  </a:lnTo>
                  <a:lnTo>
                    <a:pt x="36820" y="42236"/>
                  </a:lnTo>
                  <a:lnTo>
                    <a:pt x="35978" y="41955"/>
                  </a:lnTo>
                  <a:lnTo>
                    <a:pt x="35156" y="41654"/>
                  </a:lnTo>
                  <a:lnTo>
                    <a:pt x="34334" y="41353"/>
                  </a:lnTo>
                  <a:lnTo>
                    <a:pt x="33511" y="41033"/>
                  </a:lnTo>
                  <a:lnTo>
                    <a:pt x="32709" y="40692"/>
                  </a:lnTo>
                  <a:lnTo>
                    <a:pt x="31927" y="40331"/>
                  </a:lnTo>
                  <a:lnTo>
                    <a:pt x="31145" y="39950"/>
                  </a:lnTo>
                  <a:lnTo>
                    <a:pt x="30363" y="39528"/>
                  </a:lnTo>
                  <a:lnTo>
                    <a:pt x="29621" y="39107"/>
                  </a:lnTo>
                  <a:lnTo>
                    <a:pt x="28899" y="38666"/>
                  </a:lnTo>
                  <a:lnTo>
                    <a:pt x="28197" y="38185"/>
                  </a:lnTo>
                  <a:lnTo>
                    <a:pt x="27535" y="37683"/>
                  </a:lnTo>
                  <a:lnTo>
                    <a:pt x="26893" y="37162"/>
                  </a:lnTo>
                  <a:lnTo>
                    <a:pt x="26272" y="36601"/>
                  </a:lnTo>
                  <a:lnTo>
                    <a:pt x="25670" y="36039"/>
                  </a:lnTo>
                  <a:lnTo>
                    <a:pt x="25089" y="35437"/>
                  </a:lnTo>
                  <a:lnTo>
                    <a:pt x="24547" y="34816"/>
                  </a:lnTo>
                  <a:lnTo>
                    <a:pt x="24026" y="34174"/>
                  </a:lnTo>
                  <a:lnTo>
                    <a:pt x="23524" y="33512"/>
                  </a:lnTo>
                  <a:lnTo>
                    <a:pt x="23043" y="32830"/>
                  </a:lnTo>
                  <a:lnTo>
                    <a:pt x="22602" y="32128"/>
                  </a:lnTo>
                  <a:lnTo>
                    <a:pt x="22181" y="31386"/>
                  </a:lnTo>
                  <a:lnTo>
                    <a:pt x="21780" y="30644"/>
                  </a:lnTo>
                  <a:lnTo>
                    <a:pt x="21399" y="29862"/>
                  </a:lnTo>
                  <a:lnTo>
                    <a:pt x="21018" y="29020"/>
                  </a:lnTo>
                  <a:lnTo>
                    <a:pt x="20677" y="28178"/>
                  </a:lnTo>
                  <a:lnTo>
                    <a:pt x="20356" y="27315"/>
                  </a:lnTo>
                  <a:lnTo>
                    <a:pt x="20055" y="26433"/>
                  </a:lnTo>
                  <a:lnTo>
                    <a:pt x="19774" y="25571"/>
                  </a:lnTo>
                  <a:lnTo>
                    <a:pt x="19513" y="24688"/>
                  </a:lnTo>
                  <a:lnTo>
                    <a:pt x="19273" y="23786"/>
                  </a:lnTo>
                  <a:lnTo>
                    <a:pt x="19052" y="22883"/>
                  </a:lnTo>
                  <a:lnTo>
                    <a:pt x="18832" y="22001"/>
                  </a:lnTo>
                  <a:lnTo>
                    <a:pt x="18651" y="21098"/>
                  </a:lnTo>
                  <a:lnTo>
                    <a:pt x="18270" y="19273"/>
                  </a:lnTo>
                  <a:lnTo>
                    <a:pt x="17949" y="17468"/>
                  </a:lnTo>
                  <a:lnTo>
                    <a:pt x="17628" y="15644"/>
                  </a:lnTo>
                  <a:lnTo>
                    <a:pt x="17608" y="15603"/>
                  </a:lnTo>
                  <a:lnTo>
                    <a:pt x="17568" y="15563"/>
                  </a:lnTo>
                  <a:lnTo>
                    <a:pt x="17528" y="15523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34">
              <a:extLst>
                <a:ext uri="{FF2B5EF4-FFF2-40B4-BE49-F238E27FC236}">
                  <a16:creationId xmlns:a16="http://schemas.microsoft.com/office/drawing/2014/main" id="{544C15F0-A121-B37E-9EA5-6ECF136F1345}"/>
                </a:ext>
              </a:extLst>
            </p:cNvPr>
            <p:cNvSpPr/>
            <p:nvPr/>
          </p:nvSpPr>
          <p:spPr>
            <a:xfrm>
              <a:off x="8528400" y="4367775"/>
              <a:ext cx="1181750" cy="768100"/>
            </a:xfrm>
            <a:custGeom>
              <a:avLst/>
              <a:gdLst/>
              <a:ahLst/>
              <a:cxnLst/>
              <a:rect l="l" t="t" r="r" b="b"/>
              <a:pathLst>
                <a:path w="47270" h="30724" fill="none" extrusionOk="0">
                  <a:moveTo>
                    <a:pt x="6599" y="0"/>
                  </a:moveTo>
                  <a:lnTo>
                    <a:pt x="6599" y="0"/>
                  </a:lnTo>
                  <a:lnTo>
                    <a:pt x="6559" y="0"/>
                  </a:lnTo>
                  <a:lnTo>
                    <a:pt x="6559" y="0"/>
                  </a:lnTo>
                  <a:lnTo>
                    <a:pt x="5777" y="221"/>
                  </a:lnTo>
                  <a:lnTo>
                    <a:pt x="4974" y="421"/>
                  </a:lnTo>
                  <a:lnTo>
                    <a:pt x="4172" y="602"/>
                  </a:lnTo>
                  <a:lnTo>
                    <a:pt x="3330" y="782"/>
                  </a:lnTo>
                  <a:lnTo>
                    <a:pt x="2508" y="923"/>
                  </a:lnTo>
                  <a:lnTo>
                    <a:pt x="1665" y="1043"/>
                  </a:lnTo>
                  <a:lnTo>
                    <a:pt x="823" y="1123"/>
                  </a:lnTo>
                  <a:lnTo>
                    <a:pt x="402" y="1143"/>
                  </a:lnTo>
                  <a:lnTo>
                    <a:pt x="1" y="1143"/>
                  </a:lnTo>
                  <a:lnTo>
                    <a:pt x="1" y="1143"/>
                  </a:lnTo>
                  <a:lnTo>
                    <a:pt x="1445" y="2928"/>
                  </a:lnTo>
                  <a:lnTo>
                    <a:pt x="1866" y="3490"/>
                  </a:lnTo>
                  <a:lnTo>
                    <a:pt x="2047" y="3710"/>
                  </a:lnTo>
                  <a:lnTo>
                    <a:pt x="2047" y="3710"/>
                  </a:lnTo>
                  <a:lnTo>
                    <a:pt x="2047" y="3710"/>
                  </a:lnTo>
                  <a:lnTo>
                    <a:pt x="2047" y="3710"/>
                  </a:lnTo>
                  <a:lnTo>
                    <a:pt x="3190" y="3530"/>
                  </a:lnTo>
                  <a:lnTo>
                    <a:pt x="3591" y="3470"/>
                  </a:lnTo>
                  <a:lnTo>
                    <a:pt x="3851" y="3450"/>
                  </a:lnTo>
                  <a:lnTo>
                    <a:pt x="3851" y="3450"/>
                  </a:lnTo>
                  <a:lnTo>
                    <a:pt x="3952" y="3470"/>
                  </a:lnTo>
                  <a:lnTo>
                    <a:pt x="3952" y="3470"/>
                  </a:lnTo>
                  <a:lnTo>
                    <a:pt x="3972" y="3490"/>
                  </a:lnTo>
                  <a:lnTo>
                    <a:pt x="4012" y="3530"/>
                  </a:lnTo>
                  <a:lnTo>
                    <a:pt x="4072" y="3730"/>
                  </a:lnTo>
                  <a:lnTo>
                    <a:pt x="4232" y="4452"/>
                  </a:lnTo>
                  <a:lnTo>
                    <a:pt x="4453" y="5575"/>
                  </a:lnTo>
                  <a:lnTo>
                    <a:pt x="4714" y="7019"/>
                  </a:lnTo>
                  <a:lnTo>
                    <a:pt x="5376" y="10649"/>
                  </a:lnTo>
                  <a:lnTo>
                    <a:pt x="5757" y="12715"/>
                  </a:lnTo>
                  <a:lnTo>
                    <a:pt x="6198" y="14881"/>
                  </a:lnTo>
                  <a:lnTo>
                    <a:pt x="6699" y="17067"/>
                  </a:lnTo>
                  <a:lnTo>
                    <a:pt x="6960" y="18150"/>
                  </a:lnTo>
                  <a:lnTo>
                    <a:pt x="7221" y="19212"/>
                  </a:lnTo>
                  <a:lnTo>
                    <a:pt x="7501" y="20275"/>
                  </a:lnTo>
                  <a:lnTo>
                    <a:pt x="7802" y="21278"/>
                  </a:lnTo>
                  <a:lnTo>
                    <a:pt x="8103" y="22261"/>
                  </a:lnTo>
                  <a:lnTo>
                    <a:pt x="8404" y="23203"/>
                  </a:lnTo>
                  <a:lnTo>
                    <a:pt x="8725" y="24086"/>
                  </a:lnTo>
                  <a:lnTo>
                    <a:pt x="9066" y="24888"/>
                  </a:lnTo>
                  <a:lnTo>
                    <a:pt x="9407" y="25650"/>
                  </a:lnTo>
                  <a:lnTo>
                    <a:pt x="9747" y="26332"/>
                  </a:lnTo>
                  <a:lnTo>
                    <a:pt x="9928" y="26633"/>
                  </a:lnTo>
                  <a:lnTo>
                    <a:pt x="10108" y="26913"/>
                  </a:lnTo>
                  <a:lnTo>
                    <a:pt x="10289" y="27174"/>
                  </a:lnTo>
                  <a:lnTo>
                    <a:pt x="10489" y="27415"/>
                  </a:lnTo>
                  <a:lnTo>
                    <a:pt x="10670" y="27635"/>
                  </a:lnTo>
                  <a:lnTo>
                    <a:pt x="10870" y="27816"/>
                  </a:lnTo>
                  <a:lnTo>
                    <a:pt x="11051" y="27996"/>
                  </a:lnTo>
                  <a:lnTo>
                    <a:pt x="11252" y="28117"/>
                  </a:lnTo>
                  <a:lnTo>
                    <a:pt x="11252" y="28117"/>
                  </a:lnTo>
                  <a:lnTo>
                    <a:pt x="11693" y="28357"/>
                  </a:lnTo>
                  <a:lnTo>
                    <a:pt x="12174" y="28578"/>
                  </a:lnTo>
                  <a:lnTo>
                    <a:pt x="12716" y="28778"/>
                  </a:lnTo>
                  <a:lnTo>
                    <a:pt x="13297" y="28979"/>
                  </a:lnTo>
                  <a:lnTo>
                    <a:pt x="13939" y="29159"/>
                  </a:lnTo>
                  <a:lnTo>
                    <a:pt x="14641" y="29320"/>
                  </a:lnTo>
                  <a:lnTo>
                    <a:pt x="15363" y="29480"/>
                  </a:lnTo>
                  <a:lnTo>
                    <a:pt x="16125" y="29621"/>
                  </a:lnTo>
                  <a:lnTo>
                    <a:pt x="16907" y="29761"/>
                  </a:lnTo>
                  <a:lnTo>
                    <a:pt x="17729" y="29881"/>
                  </a:lnTo>
                  <a:lnTo>
                    <a:pt x="18591" y="29982"/>
                  </a:lnTo>
                  <a:lnTo>
                    <a:pt x="19454" y="30082"/>
                  </a:lnTo>
                  <a:lnTo>
                    <a:pt x="21239" y="30262"/>
                  </a:lnTo>
                  <a:lnTo>
                    <a:pt x="23044" y="30403"/>
                  </a:lnTo>
                  <a:lnTo>
                    <a:pt x="24848" y="30503"/>
                  </a:lnTo>
                  <a:lnTo>
                    <a:pt x="26633" y="30583"/>
                  </a:lnTo>
                  <a:lnTo>
                    <a:pt x="28358" y="30644"/>
                  </a:lnTo>
                  <a:lnTo>
                    <a:pt x="29982" y="30684"/>
                  </a:lnTo>
                  <a:lnTo>
                    <a:pt x="32850" y="30724"/>
                  </a:lnTo>
                  <a:lnTo>
                    <a:pt x="34956" y="30724"/>
                  </a:lnTo>
                  <a:lnTo>
                    <a:pt x="34956" y="30724"/>
                  </a:lnTo>
                  <a:lnTo>
                    <a:pt x="36139" y="30724"/>
                  </a:lnTo>
                  <a:lnTo>
                    <a:pt x="36139" y="30724"/>
                  </a:lnTo>
                  <a:lnTo>
                    <a:pt x="38405" y="30704"/>
                  </a:lnTo>
                  <a:lnTo>
                    <a:pt x="39729" y="30684"/>
                  </a:lnTo>
                  <a:lnTo>
                    <a:pt x="41133" y="30644"/>
                  </a:lnTo>
                  <a:lnTo>
                    <a:pt x="42617" y="30583"/>
                  </a:lnTo>
                  <a:lnTo>
                    <a:pt x="44141" y="30503"/>
                  </a:lnTo>
                  <a:lnTo>
                    <a:pt x="45705" y="30363"/>
                  </a:lnTo>
                  <a:lnTo>
                    <a:pt x="47269" y="30222"/>
                  </a:lnTo>
                  <a:lnTo>
                    <a:pt x="47269" y="30222"/>
                  </a:lnTo>
                  <a:lnTo>
                    <a:pt x="46487" y="30222"/>
                  </a:lnTo>
                  <a:lnTo>
                    <a:pt x="46487" y="30222"/>
                  </a:lnTo>
                  <a:lnTo>
                    <a:pt x="45625" y="30222"/>
                  </a:lnTo>
                  <a:lnTo>
                    <a:pt x="44763" y="30182"/>
                  </a:lnTo>
                  <a:lnTo>
                    <a:pt x="43880" y="30142"/>
                  </a:lnTo>
                  <a:lnTo>
                    <a:pt x="43018" y="30102"/>
                  </a:lnTo>
                  <a:lnTo>
                    <a:pt x="42155" y="30022"/>
                  </a:lnTo>
                  <a:lnTo>
                    <a:pt x="41273" y="29942"/>
                  </a:lnTo>
                  <a:lnTo>
                    <a:pt x="40411" y="29861"/>
                  </a:lnTo>
                  <a:lnTo>
                    <a:pt x="39548" y="29741"/>
                  </a:lnTo>
                  <a:lnTo>
                    <a:pt x="37824" y="29500"/>
                  </a:lnTo>
                  <a:lnTo>
                    <a:pt x="36099" y="29200"/>
                  </a:lnTo>
                  <a:lnTo>
                    <a:pt x="34394" y="28879"/>
                  </a:lnTo>
                  <a:lnTo>
                    <a:pt x="32710" y="28498"/>
                  </a:lnTo>
                  <a:lnTo>
                    <a:pt x="32710" y="28498"/>
                  </a:lnTo>
                  <a:lnTo>
                    <a:pt x="31025" y="28097"/>
                  </a:lnTo>
                  <a:lnTo>
                    <a:pt x="29321" y="27675"/>
                  </a:lnTo>
                  <a:lnTo>
                    <a:pt x="27636" y="27214"/>
                  </a:lnTo>
                  <a:lnTo>
                    <a:pt x="26794" y="26974"/>
                  </a:lnTo>
                  <a:lnTo>
                    <a:pt x="25951" y="26713"/>
                  </a:lnTo>
                  <a:lnTo>
                    <a:pt x="25109" y="26432"/>
                  </a:lnTo>
                  <a:lnTo>
                    <a:pt x="24287" y="26131"/>
                  </a:lnTo>
                  <a:lnTo>
                    <a:pt x="23465" y="25830"/>
                  </a:lnTo>
                  <a:lnTo>
                    <a:pt x="22642" y="25510"/>
                  </a:lnTo>
                  <a:lnTo>
                    <a:pt x="21840" y="25169"/>
                  </a:lnTo>
                  <a:lnTo>
                    <a:pt x="21058" y="24808"/>
                  </a:lnTo>
                  <a:lnTo>
                    <a:pt x="20276" y="24427"/>
                  </a:lnTo>
                  <a:lnTo>
                    <a:pt x="19494" y="24005"/>
                  </a:lnTo>
                  <a:lnTo>
                    <a:pt x="19494" y="24005"/>
                  </a:lnTo>
                  <a:lnTo>
                    <a:pt x="18752" y="23584"/>
                  </a:lnTo>
                  <a:lnTo>
                    <a:pt x="18030" y="23143"/>
                  </a:lnTo>
                  <a:lnTo>
                    <a:pt x="17328" y="22662"/>
                  </a:lnTo>
                  <a:lnTo>
                    <a:pt x="16666" y="22160"/>
                  </a:lnTo>
                  <a:lnTo>
                    <a:pt x="16024" y="21639"/>
                  </a:lnTo>
                  <a:lnTo>
                    <a:pt x="15403" y="21078"/>
                  </a:lnTo>
                  <a:lnTo>
                    <a:pt x="14801" y="20516"/>
                  </a:lnTo>
                  <a:lnTo>
                    <a:pt x="14220" y="19914"/>
                  </a:lnTo>
                  <a:lnTo>
                    <a:pt x="13678" y="19293"/>
                  </a:lnTo>
                  <a:lnTo>
                    <a:pt x="13157" y="18651"/>
                  </a:lnTo>
                  <a:lnTo>
                    <a:pt x="12655" y="17989"/>
                  </a:lnTo>
                  <a:lnTo>
                    <a:pt x="12174" y="17307"/>
                  </a:lnTo>
                  <a:lnTo>
                    <a:pt x="11733" y="16605"/>
                  </a:lnTo>
                  <a:lnTo>
                    <a:pt x="11312" y="15863"/>
                  </a:lnTo>
                  <a:lnTo>
                    <a:pt x="10911" y="15121"/>
                  </a:lnTo>
                  <a:lnTo>
                    <a:pt x="10530" y="14339"/>
                  </a:lnTo>
                  <a:lnTo>
                    <a:pt x="10530" y="14339"/>
                  </a:lnTo>
                  <a:lnTo>
                    <a:pt x="10149" y="13497"/>
                  </a:lnTo>
                  <a:lnTo>
                    <a:pt x="9808" y="12655"/>
                  </a:lnTo>
                  <a:lnTo>
                    <a:pt x="9487" y="11792"/>
                  </a:lnTo>
                  <a:lnTo>
                    <a:pt x="9186" y="10910"/>
                  </a:lnTo>
                  <a:lnTo>
                    <a:pt x="8905" y="10048"/>
                  </a:lnTo>
                  <a:lnTo>
                    <a:pt x="8644" y="9165"/>
                  </a:lnTo>
                  <a:lnTo>
                    <a:pt x="8404" y="8263"/>
                  </a:lnTo>
                  <a:lnTo>
                    <a:pt x="8183" y="7360"/>
                  </a:lnTo>
                  <a:lnTo>
                    <a:pt x="7963" y="6478"/>
                  </a:lnTo>
                  <a:lnTo>
                    <a:pt x="7782" y="5575"/>
                  </a:lnTo>
                  <a:lnTo>
                    <a:pt x="7401" y="3750"/>
                  </a:lnTo>
                  <a:lnTo>
                    <a:pt x="7080" y="1945"/>
                  </a:lnTo>
                  <a:lnTo>
                    <a:pt x="6759" y="121"/>
                  </a:lnTo>
                  <a:lnTo>
                    <a:pt x="6759" y="121"/>
                  </a:lnTo>
                  <a:lnTo>
                    <a:pt x="6739" y="80"/>
                  </a:lnTo>
                  <a:lnTo>
                    <a:pt x="6699" y="40"/>
                  </a:lnTo>
                  <a:lnTo>
                    <a:pt x="6659" y="0"/>
                  </a:lnTo>
                  <a:lnTo>
                    <a:pt x="65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34">
              <a:extLst>
                <a:ext uri="{FF2B5EF4-FFF2-40B4-BE49-F238E27FC236}">
                  <a16:creationId xmlns:a16="http://schemas.microsoft.com/office/drawing/2014/main" id="{19D962B2-E310-5176-A08D-BB5304BE1FCF}"/>
                </a:ext>
              </a:extLst>
            </p:cNvPr>
            <p:cNvSpPr/>
            <p:nvPr/>
          </p:nvSpPr>
          <p:spPr>
            <a:xfrm>
              <a:off x="8256675" y="4230400"/>
              <a:ext cx="275275" cy="255725"/>
            </a:xfrm>
            <a:custGeom>
              <a:avLst/>
              <a:gdLst/>
              <a:ahLst/>
              <a:cxnLst/>
              <a:rect l="l" t="t" r="r" b="b"/>
              <a:pathLst>
                <a:path w="11011" h="10229" fill="none" extrusionOk="0">
                  <a:moveTo>
                    <a:pt x="2608" y="0"/>
                  </a:moveTo>
                  <a:lnTo>
                    <a:pt x="2608" y="0"/>
                  </a:lnTo>
                  <a:lnTo>
                    <a:pt x="2146" y="482"/>
                  </a:lnTo>
                  <a:lnTo>
                    <a:pt x="1725" y="943"/>
                  </a:lnTo>
                  <a:lnTo>
                    <a:pt x="1364" y="1384"/>
                  </a:lnTo>
                  <a:lnTo>
                    <a:pt x="1023" y="1805"/>
                  </a:lnTo>
                  <a:lnTo>
                    <a:pt x="742" y="2186"/>
                  </a:lnTo>
                  <a:lnTo>
                    <a:pt x="522" y="2527"/>
                  </a:lnTo>
                  <a:lnTo>
                    <a:pt x="341" y="2848"/>
                  </a:lnTo>
                  <a:lnTo>
                    <a:pt x="221" y="3109"/>
                  </a:lnTo>
                  <a:lnTo>
                    <a:pt x="221" y="3109"/>
                  </a:lnTo>
                  <a:lnTo>
                    <a:pt x="121" y="3430"/>
                  </a:lnTo>
                  <a:lnTo>
                    <a:pt x="61" y="3770"/>
                  </a:lnTo>
                  <a:lnTo>
                    <a:pt x="20" y="4111"/>
                  </a:lnTo>
                  <a:lnTo>
                    <a:pt x="0" y="4432"/>
                  </a:lnTo>
                  <a:lnTo>
                    <a:pt x="0" y="4432"/>
                  </a:lnTo>
                  <a:lnTo>
                    <a:pt x="20" y="4914"/>
                  </a:lnTo>
                  <a:lnTo>
                    <a:pt x="101" y="5375"/>
                  </a:lnTo>
                  <a:lnTo>
                    <a:pt x="201" y="5836"/>
                  </a:lnTo>
                  <a:lnTo>
                    <a:pt x="341" y="6297"/>
                  </a:lnTo>
                  <a:lnTo>
                    <a:pt x="522" y="6739"/>
                  </a:lnTo>
                  <a:lnTo>
                    <a:pt x="742" y="7160"/>
                  </a:lnTo>
                  <a:lnTo>
                    <a:pt x="983" y="7581"/>
                  </a:lnTo>
                  <a:lnTo>
                    <a:pt x="1264" y="7982"/>
                  </a:lnTo>
                  <a:lnTo>
                    <a:pt x="1545" y="8363"/>
                  </a:lnTo>
                  <a:lnTo>
                    <a:pt x="1866" y="8704"/>
                  </a:lnTo>
                  <a:lnTo>
                    <a:pt x="2186" y="9025"/>
                  </a:lnTo>
                  <a:lnTo>
                    <a:pt x="2527" y="9326"/>
                  </a:lnTo>
                  <a:lnTo>
                    <a:pt x="2868" y="9586"/>
                  </a:lnTo>
                  <a:lnTo>
                    <a:pt x="3229" y="9787"/>
                  </a:lnTo>
                  <a:lnTo>
                    <a:pt x="3590" y="9967"/>
                  </a:lnTo>
                  <a:lnTo>
                    <a:pt x="3951" y="10088"/>
                  </a:lnTo>
                  <a:lnTo>
                    <a:pt x="3951" y="10088"/>
                  </a:lnTo>
                  <a:lnTo>
                    <a:pt x="4212" y="10148"/>
                  </a:lnTo>
                  <a:lnTo>
                    <a:pt x="4533" y="10188"/>
                  </a:lnTo>
                  <a:lnTo>
                    <a:pt x="4874" y="10208"/>
                  </a:lnTo>
                  <a:lnTo>
                    <a:pt x="5255" y="10228"/>
                  </a:lnTo>
                  <a:lnTo>
                    <a:pt x="5255" y="10228"/>
                  </a:lnTo>
                  <a:lnTo>
                    <a:pt x="5836" y="10208"/>
                  </a:lnTo>
                  <a:lnTo>
                    <a:pt x="6478" y="10168"/>
                  </a:lnTo>
                  <a:lnTo>
                    <a:pt x="7160" y="10108"/>
                  </a:lnTo>
                  <a:lnTo>
                    <a:pt x="7882" y="10028"/>
                  </a:lnTo>
                  <a:lnTo>
                    <a:pt x="9326" y="9827"/>
                  </a:lnTo>
                  <a:lnTo>
                    <a:pt x="10790" y="9586"/>
                  </a:lnTo>
                  <a:lnTo>
                    <a:pt x="10790" y="9586"/>
                  </a:lnTo>
                  <a:lnTo>
                    <a:pt x="11010" y="9546"/>
                  </a:lnTo>
                  <a:lnTo>
                    <a:pt x="11010" y="9546"/>
                  </a:lnTo>
                  <a:lnTo>
                    <a:pt x="11010" y="9546"/>
                  </a:lnTo>
                  <a:lnTo>
                    <a:pt x="11010" y="9546"/>
                  </a:lnTo>
                  <a:lnTo>
                    <a:pt x="10930" y="9526"/>
                  </a:lnTo>
                  <a:lnTo>
                    <a:pt x="10850" y="9446"/>
                  </a:lnTo>
                  <a:lnTo>
                    <a:pt x="10589" y="9205"/>
                  </a:lnTo>
                  <a:lnTo>
                    <a:pt x="10228" y="8864"/>
                  </a:lnTo>
                  <a:lnTo>
                    <a:pt x="9807" y="8403"/>
                  </a:lnTo>
                  <a:lnTo>
                    <a:pt x="8744" y="7220"/>
                  </a:lnTo>
                  <a:lnTo>
                    <a:pt x="7521" y="5816"/>
                  </a:lnTo>
                  <a:lnTo>
                    <a:pt x="7521" y="5816"/>
                  </a:lnTo>
                  <a:lnTo>
                    <a:pt x="7320" y="5636"/>
                  </a:lnTo>
                  <a:lnTo>
                    <a:pt x="7140" y="5455"/>
                  </a:lnTo>
                  <a:lnTo>
                    <a:pt x="6979" y="5234"/>
                  </a:lnTo>
                  <a:lnTo>
                    <a:pt x="6839" y="5014"/>
                  </a:lnTo>
                  <a:lnTo>
                    <a:pt x="6839" y="5014"/>
                  </a:lnTo>
                  <a:lnTo>
                    <a:pt x="5275" y="3189"/>
                  </a:lnTo>
                  <a:lnTo>
                    <a:pt x="3931" y="1585"/>
                  </a:lnTo>
                  <a:lnTo>
                    <a:pt x="2608" y="0"/>
                  </a:lnTo>
                  <a:lnTo>
                    <a:pt x="2608" y="0"/>
                  </a:lnTo>
                  <a:lnTo>
                    <a:pt x="260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34">
              <a:extLst>
                <a:ext uri="{FF2B5EF4-FFF2-40B4-BE49-F238E27FC236}">
                  <a16:creationId xmlns:a16="http://schemas.microsoft.com/office/drawing/2014/main" id="{47FCCB9A-6436-AE6A-B99A-E1F1C48D27C0}"/>
                </a:ext>
              </a:extLst>
            </p:cNvPr>
            <p:cNvSpPr/>
            <p:nvPr/>
          </p:nvSpPr>
          <p:spPr>
            <a:xfrm>
              <a:off x="8386025" y="4201825"/>
              <a:ext cx="60700" cy="63175"/>
            </a:xfrm>
            <a:custGeom>
              <a:avLst/>
              <a:gdLst/>
              <a:ahLst/>
              <a:cxnLst/>
              <a:rect l="l" t="t" r="r" b="b"/>
              <a:pathLst>
                <a:path w="2428" h="2527" fill="none" extrusionOk="0">
                  <a:moveTo>
                    <a:pt x="2427" y="0"/>
                  </a:moveTo>
                  <a:lnTo>
                    <a:pt x="2427" y="0"/>
                  </a:lnTo>
                  <a:lnTo>
                    <a:pt x="2247" y="100"/>
                  </a:lnTo>
                  <a:lnTo>
                    <a:pt x="2247" y="100"/>
                  </a:lnTo>
                  <a:lnTo>
                    <a:pt x="1966" y="241"/>
                  </a:lnTo>
                  <a:lnTo>
                    <a:pt x="1685" y="361"/>
                  </a:lnTo>
                  <a:lnTo>
                    <a:pt x="1124" y="562"/>
                  </a:lnTo>
                  <a:lnTo>
                    <a:pt x="562" y="722"/>
                  </a:lnTo>
                  <a:lnTo>
                    <a:pt x="0" y="822"/>
                  </a:lnTo>
                  <a:lnTo>
                    <a:pt x="0" y="822"/>
                  </a:lnTo>
                  <a:lnTo>
                    <a:pt x="1404" y="2527"/>
                  </a:lnTo>
                  <a:lnTo>
                    <a:pt x="1404" y="2527"/>
                  </a:lnTo>
                  <a:lnTo>
                    <a:pt x="1525" y="2106"/>
                  </a:lnTo>
                  <a:lnTo>
                    <a:pt x="1665" y="1705"/>
                  </a:lnTo>
                  <a:lnTo>
                    <a:pt x="1665" y="1705"/>
                  </a:lnTo>
                  <a:lnTo>
                    <a:pt x="1846" y="1284"/>
                  </a:lnTo>
                  <a:lnTo>
                    <a:pt x="2026" y="842"/>
                  </a:lnTo>
                  <a:lnTo>
                    <a:pt x="2227" y="421"/>
                  </a:lnTo>
                  <a:lnTo>
                    <a:pt x="242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34">
              <a:extLst>
                <a:ext uri="{FF2B5EF4-FFF2-40B4-BE49-F238E27FC236}">
                  <a16:creationId xmlns:a16="http://schemas.microsoft.com/office/drawing/2014/main" id="{62FBAE19-E7FF-E8E6-4154-DBE1D0CD20CB}"/>
                </a:ext>
              </a:extLst>
            </p:cNvPr>
            <p:cNvSpPr/>
            <p:nvPr/>
          </p:nvSpPr>
          <p:spPr>
            <a:xfrm>
              <a:off x="8573025" y="3979700"/>
              <a:ext cx="95300" cy="67725"/>
            </a:xfrm>
            <a:custGeom>
              <a:avLst/>
              <a:gdLst/>
              <a:ahLst/>
              <a:cxnLst/>
              <a:rect l="l" t="t" r="r" b="b"/>
              <a:pathLst>
                <a:path w="3812" h="2709" fill="none" extrusionOk="0">
                  <a:moveTo>
                    <a:pt x="3470" y="1"/>
                  </a:moveTo>
                  <a:lnTo>
                    <a:pt x="3470" y="1"/>
                  </a:lnTo>
                  <a:lnTo>
                    <a:pt x="3470" y="1"/>
                  </a:lnTo>
                  <a:lnTo>
                    <a:pt x="3470" y="1"/>
                  </a:lnTo>
                  <a:lnTo>
                    <a:pt x="347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30" y="1"/>
                  </a:lnTo>
                  <a:lnTo>
                    <a:pt x="3430" y="1"/>
                  </a:lnTo>
                  <a:lnTo>
                    <a:pt x="3430" y="1"/>
                  </a:lnTo>
                  <a:lnTo>
                    <a:pt x="343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210" y="21"/>
                  </a:lnTo>
                  <a:lnTo>
                    <a:pt x="2969" y="61"/>
                  </a:lnTo>
                  <a:lnTo>
                    <a:pt x="2708" y="141"/>
                  </a:lnTo>
                  <a:lnTo>
                    <a:pt x="2447" y="242"/>
                  </a:lnTo>
                  <a:lnTo>
                    <a:pt x="2447" y="242"/>
                  </a:lnTo>
                  <a:lnTo>
                    <a:pt x="1966" y="442"/>
                  </a:lnTo>
                  <a:lnTo>
                    <a:pt x="1445" y="723"/>
                  </a:lnTo>
                  <a:lnTo>
                    <a:pt x="1445" y="723"/>
                  </a:lnTo>
                  <a:lnTo>
                    <a:pt x="1445" y="723"/>
                  </a:lnTo>
                  <a:lnTo>
                    <a:pt x="1204" y="964"/>
                  </a:lnTo>
                  <a:lnTo>
                    <a:pt x="983" y="1224"/>
                  </a:lnTo>
                  <a:lnTo>
                    <a:pt x="783" y="1485"/>
                  </a:lnTo>
                  <a:lnTo>
                    <a:pt x="602" y="1726"/>
                  </a:lnTo>
                  <a:lnTo>
                    <a:pt x="282" y="2227"/>
                  </a:lnTo>
                  <a:lnTo>
                    <a:pt x="1" y="2708"/>
                  </a:lnTo>
                  <a:lnTo>
                    <a:pt x="1" y="2708"/>
                  </a:lnTo>
                  <a:lnTo>
                    <a:pt x="803" y="2067"/>
                  </a:lnTo>
                  <a:lnTo>
                    <a:pt x="1625" y="1465"/>
                  </a:lnTo>
                  <a:lnTo>
                    <a:pt x="2488" y="903"/>
                  </a:lnTo>
                  <a:lnTo>
                    <a:pt x="3350" y="382"/>
                  </a:lnTo>
                  <a:lnTo>
                    <a:pt x="3350" y="382"/>
                  </a:lnTo>
                  <a:lnTo>
                    <a:pt x="3450" y="422"/>
                  </a:lnTo>
                  <a:lnTo>
                    <a:pt x="3450" y="422"/>
                  </a:lnTo>
                  <a:lnTo>
                    <a:pt x="3550" y="442"/>
                  </a:lnTo>
                  <a:lnTo>
                    <a:pt x="3550" y="442"/>
                  </a:lnTo>
                  <a:lnTo>
                    <a:pt x="3631" y="442"/>
                  </a:lnTo>
                  <a:lnTo>
                    <a:pt x="3711" y="402"/>
                  </a:lnTo>
                  <a:lnTo>
                    <a:pt x="3751" y="342"/>
                  </a:lnTo>
                  <a:lnTo>
                    <a:pt x="3791" y="262"/>
                  </a:lnTo>
                  <a:lnTo>
                    <a:pt x="3811" y="202"/>
                  </a:lnTo>
                  <a:lnTo>
                    <a:pt x="3811" y="121"/>
                  </a:lnTo>
                  <a:lnTo>
                    <a:pt x="3771" y="61"/>
                  </a:lnTo>
                  <a:lnTo>
                    <a:pt x="3691" y="1"/>
                  </a:lnTo>
                  <a:lnTo>
                    <a:pt x="3691" y="1"/>
                  </a:lnTo>
                  <a:lnTo>
                    <a:pt x="3691" y="1"/>
                  </a:lnTo>
                  <a:lnTo>
                    <a:pt x="347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34">
              <a:extLst>
                <a:ext uri="{FF2B5EF4-FFF2-40B4-BE49-F238E27FC236}">
                  <a16:creationId xmlns:a16="http://schemas.microsoft.com/office/drawing/2014/main" id="{B4F71F05-BFE4-2840-A081-EBD8B34A0574}"/>
                </a:ext>
              </a:extLst>
            </p:cNvPr>
            <p:cNvSpPr/>
            <p:nvPr/>
          </p:nvSpPr>
          <p:spPr>
            <a:xfrm>
              <a:off x="9069375" y="4416900"/>
              <a:ext cx="762100" cy="505900"/>
            </a:xfrm>
            <a:custGeom>
              <a:avLst/>
              <a:gdLst/>
              <a:ahLst/>
              <a:cxnLst/>
              <a:rect l="l" t="t" r="r" b="b"/>
              <a:pathLst>
                <a:path w="30484" h="20236" extrusionOk="0">
                  <a:moveTo>
                    <a:pt x="17067" y="1"/>
                  </a:moveTo>
                  <a:lnTo>
                    <a:pt x="14781" y="41"/>
                  </a:lnTo>
                  <a:lnTo>
                    <a:pt x="10329" y="121"/>
                  </a:lnTo>
                  <a:lnTo>
                    <a:pt x="6278" y="221"/>
                  </a:lnTo>
                  <a:lnTo>
                    <a:pt x="3931" y="281"/>
                  </a:lnTo>
                  <a:lnTo>
                    <a:pt x="3450" y="642"/>
                  </a:lnTo>
                  <a:lnTo>
                    <a:pt x="3009" y="1023"/>
                  </a:lnTo>
                  <a:lnTo>
                    <a:pt x="2588" y="1444"/>
                  </a:lnTo>
                  <a:lnTo>
                    <a:pt x="2207" y="1866"/>
                  </a:lnTo>
                  <a:lnTo>
                    <a:pt x="1846" y="2327"/>
                  </a:lnTo>
                  <a:lnTo>
                    <a:pt x="1505" y="2808"/>
                  </a:lnTo>
                  <a:lnTo>
                    <a:pt x="1204" y="3289"/>
                  </a:lnTo>
                  <a:lnTo>
                    <a:pt x="923" y="3811"/>
                  </a:lnTo>
                  <a:lnTo>
                    <a:pt x="683" y="4332"/>
                  </a:lnTo>
                  <a:lnTo>
                    <a:pt x="482" y="4874"/>
                  </a:lnTo>
                  <a:lnTo>
                    <a:pt x="322" y="5435"/>
                  </a:lnTo>
                  <a:lnTo>
                    <a:pt x="181" y="5997"/>
                  </a:lnTo>
                  <a:lnTo>
                    <a:pt x="81" y="6578"/>
                  </a:lnTo>
                  <a:lnTo>
                    <a:pt x="21" y="7180"/>
                  </a:lnTo>
                  <a:lnTo>
                    <a:pt x="1" y="7762"/>
                  </a:lnTo>
                  <a:lnTo>
                    <a:pt x="21" y="8383"/>
                  </a:lnTo>
                  <a:lnTo>
                    <a:pt x="241" y="11331"/>
                  </a:lnTo>
                  <a:lnTo>
                    <a:pt x="282" y="11793"/>
                  </a:lnTo>
                  <a:lnTo>
                    <a:pt x="362" y="12254"/>
                  </a:lnTo>
                  <a:lnTo>
                    <a:pt x="442" y="12715"/>
                  </a:lnTo>
                  <a:lnTo>
                    <a:pt x="562" y="13156"/>
                  </a:lnTo>
                  <a:lnTo>
                    <a:pt x="703" y="13598"/>
                  </a:lnTo>
                  <a:lnTo>
                    <a:pt x="843" y="14019"/>
                  </a:lnTo>
                  <a:lnTo>
                    <a:pt x="1024" y="14440"/>
                  </a:lnTo>
                  <a:lnTo>
                    <a:pt x="1224" y="14841"/>
                  </a:lnTo>
                  <a:lnTo>
                    <a:pt x="1445" y="15222"/>
                  </a:lnTo>
                  <a:lnTo>
                    <a:pt x="1685" y="15623"/>
                  </a:lnTo>
                  <a:lnTo>
                    <a:pt x="1926" y="15984"/>
                  </a:lnTo>
                  <a:lnTo>
                    <a:pt x="2207" y="16345"/>
                  </a:lnTo>
                  <a:lnTo>
                    <a:pt x="2508" y="16706"/>
                  </a:lnTo>
                  <a:lnTo>
                    <a:pt x="2808" y="17027"/>
                  </a:lnTo>
                  <a:lnTo>
                    <a:pt x="3129" y="17348"/>
                  </a:lnTo>
                  <a:lnTo>
                    <a:pt x="3470" y="17669"/>
                  </a:lnTo>
                  <a:lnTo>
                    <a:pt x="3811" y="17949"/>
                  </a:lnTo>
                  <a:lnTo>
                    <a:pt x="4172" y="18230"/>
                  </a:lnTo>
                  <a:lnTo>
                    <a:pt x="4553" y="18491"/>
                  </a:lnTo>
                  <a:lnTo>
                    <a:pt x="4954" y="18731"/>
                  </a:lnTo>
                  <a:lnTo>
                    <a:pt x="5355" y="18972"/>
                  </a:lnTo>
                  <a:lnTo>
                    <a:pt x="5776" y="19173"/>
                  </a:lnTo>
                  <a:lnTo>
                    <a:pt x="6198" y="19373"/>
                  </a:lnTo>
                  <a:lnTo>
                    <a:pt x="6639" y="19534"/>
                  </a:lnTo>
                  <a:lnTo>
                    <a:pt x="7100" y="19694"/>
                  </a:lnTo>
                  <a:lnTo>
                    <a:pt x="7561" y="19834"/>
                  </a:lnTo>
                  <a:lnTo>
                    <a:pt x="8023" y="19955"/>
                  </a:lnTo>
                  <a:lnTo>
                    <a:pt x="8504" y="20055"/>
                  </a:lnTo>
                  <a:lnTo>
                    <a:pt x="8985" y="20135"/>
                  </a:lnTo>
                  <a:lnTo>
                    <a:pt x="9466" y="20175"/>
                  </a:lnTo>
                  <a:lnTo>
                    <a:pt x="9968" y="20216"/>
                  </a:lnTo>
                  <a:lnTo>
                    <a:pt x="10469" y="20236"/>
                  </a:lnTo>
                  <a:lnTo>
                    <a:pt x="20015" y="20236"/>
                  </a:lnTo>
                  <a:lnTo>
                    <a:pt x="20516" y="20216"/>
                  </a:lnTo>
                  <a:lnTo>
                    <a:pt x="21018" y="20175"/>
                  </a:lnTo>
                  <a:lnTo>
                    <a:pt x="21499" y="20135"/>
                  </a:lnTo>
                  <a:lnTo>
                    <a:pt x="22001" y="20055"/>
                  </a:lnTo>
                  <a:lnTo>
                    <a:pt x="22462" y="19955"/>
                  </a:lnTo>
                  <a:lnTo>
                    <a:pt x="22943" y="19834"/>
                  </a:lnTo>
                  <a:lnTo>
                    <a:pt x="23384" y="19694"/>
                  </a:lnTo>
                  <a:lnTo>
                    <a:pt x="23846" y="19534"/>
                  </a:lnTo>
                  <a:lnTo>
                    <a:pt x="24287" y="19373"/>
                  </a:lnTo>
                  <a:lnTo>
                    <a:pt x="24708" y="19173"/>
                  </a:lnTo>
                  <a:lnTo>
                    <a:pt x="25129" y="18972"/>
                  </a:lnTo>
                  <a:lnTo>
                    <a:pt x="25530" y="18731"/>
                  </a:lnTo>
                  <a:lnTo>
                    <a:pt x="25931" y="18491"/>
                  </a:lnTo>
                  <a:lnTo>
                    <a:pt x="26312" y="18230"/>
                  </a:lnTo>
                  <a:lnTo>
                    <a:pt x="26673" y="17949"/>
                  </a:lnTo>
                  <a:lnTo>
                    <a:pt x="27034" y="17669"/>
                  </a:lnTo>
                  <a:lnTo>
                    <a:pt x="27355" y="17348"/>
                  </a:lnTo>
                  <a:lnTo>
                    <a:pt x="27676" y="17027"/>
                  </a:lnTo>
                  <a:lnTo>
                    <a:pt x="27997" y="16706"/>
                  </a:lnTo>
                  <a:lnTo>
                    <a:pt x="28278" y="16345"/>
                  </a:lnTo>
                  <a:lnTo>
                    <a:pt x="28558" y="15984"/>
                  </a:lnTo>
                  <a:lnTo>
                    <a:pt x="28799" y="15623"/>
                  </a:lnTo>
                  <a:lnTo>
                    <a:pt x="29040" y="15222"/>
                  </a:lnTo>
                  <a:lnTo>
                    <a:pt x="29260" y="14841"/>
                  </a:lnTo>
                  <a:lnTo>
                    <a:pt x="29461" y="14440"/>
                  </a:lnTo>
                  <a:lnTo>
                    <a:pt x="29641" y="14019"/>
                  </a:lnTo>
                  <a:lnTo>
                    <a:pt x="29802" y="13598"/>
                  </a:lnTo>
                  <a:lnTo>
                    <a:pt x="29922" y="13156"/>
                  </a:lnTo>
                  <a:lnTo>
                    <a:pt x="30042" y="12715"/>
                  </a:lnTo>
                  <a:lnTo>
                    <a:pt x="30143" y="12254"/>
                  </a:lnTo>
                  <a:lnTo>
                    <a:pt x="30203" y="11793"/>
                  </a:lnTo>
                  <a:lnTo>
                    <a:pt x="30243" y="11331"/>
                  </a:lnTo>
                  <a:lnTo>
                    <a:pt x="30464" y="8383"/>
                  </a:lnTo>
                  <a:lnTo>
                    <a:pt x="30484" y="7762"/>
                  </a:lnTo>
                  <a:lnTo>
                    <a:pt x="30464" y="7140"/>
                  </a:lnTo>
                  <a:lnTo>
                    <a:pt x="30403" y="6538"/>
                  </a:lnTo>
                  <a:lnTo>
                    <a:pt x="30283" y="5937"/>
                  </a:lnTo>
                  <a:lnTo>
                    <a:pt x="30143" y="5355"/>
                  </a:lnTo>
                  <a:lnTo>
                    <a:pt x="29962" y="4774"/>
                  </a:lnTo>
                  <a:lnTo>
                    <a:pt x="29742" y="4232"/>
                  </a:lnTo>
                  <a:lnTo>
                    <a:pt x="29501" y="3691"/>
                  </a:lnTo>
                  <a:lnTo>
                    <a:pt x="29200" y="3169"/>
                  </a:lnTo>
                  <a:lnTo>
                    <a:pt x="28879" y="2668"/>
                  </a:lnTo>
                  <a:lnTo>
                    <a:pt x="28538" y="2186"/>
                  </a:lnTo>
                  <a:lnTo>
                    <a:pt x="28157" y="1725"/>
                  </a:lnTo>
                  <a:lnTo>
                    <a:pt x="27736" y="1284"/>
                  </a:lnTo>
                  <a:lnTo>
                    <a:pt x="27295" y="863"/>
                  </a:lnTo>
                  <a:lnTo>
                    <a:pt x="26834" y="482"/>
                  </a:lnTo>
                  <a:lnTo>
                    <a:pt x="26352" y="121"/>
                  </a:lnTo>
                  <a:lnTo>
                    <a:pt x="25189" y="81"/>
                  </a:lnTo>
                  <a:lnTo>
                    <a:pt x="24026" y="41"/>
                  </a:lnTo>
                  <a:lnTo>
                    <a:pt x="21720" y="21"/>
                  </a:lnTo>
                  <a:lnTo>
                    <a:pt x="1939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34">
              <a:extLst>
                <a:ext uri="{FF2B5EF4-FFF2-40B4-BE49-F238E27FC236}">
                  <a16:creationId xmlns:a16="http://schemas.microsoft.com/office/drawing/2014/main" id="{C23F6E41-047F-7959-9733-6420264C7E00}"/>
                </a:ext>
              </a:extLst>
            </p:cNvPr>
            <p:cNvSpPr/>
            <p:nvPr/>
          </p:nvSpPr>
          <p:spPr>
            <a:xfrm>
              <a:off x="9161125" y="4416900"/>
              <a:ext cx="579100" cy="406625"/>
            </a:xfrm>
            <a:custGeom>
              <a:avLst/>
              <a:gdLst/>
              <a:ahLst/>
              <a:cxnLst/>
              <a:rect l="l" t="t" r="r" b="b"/>
              <a:pathLst>
                <a:path w="23164" h="16265" extrusionOk="0">
                  <a:moveTo>
                    <a:pt x="13397" y="1"/>
                  </a:moveTo>
                  <a:lnTo>
                    <a:pt x="11111" y="41"/>
                  </a:lnTo>
                  <a:lnTo>
                    <a:pt x="6659" y="121"/>
                  </a:lnTo>
                  <a:lnTo>
                    <a:pt x="2608" y="221"/>
                  </a:lnTo>
                  <a:lnTo>
                    <a:pt x="2287" y="522"/>
                  </a:lnTo>
                  <a:lnTo>
                    <a:pt x="1986" y="823"/>
                  </a:lnTo>
                  <a:lnTo>
                    <a:pt x="1705" y="1164"/>
                  </a:lnTo>
                  <a:lnTo>
                    <a:pt x="1445" y="1505"/>
                  </a:lnTo>
                  <a:lnTo>
                    <a:pt x="1204" y="1866"/>
                  </a:lnTo>
                  <a:lnTo>
                    <a:pt x="983" y="2247"/>
                  </a:lnTo>
                  <a:lnTo>
                    <a:pt x="783" y="2628"/>
                  </a:lnTo>
                  <a:lnTo>
                    <a:pt x="602" y="3029"/>
                  </a:lnTo>
                  <a:lnTo>
                    <a:pt x="442" y="3430"/>
                  </a:lnTo>
                  <a:lnTo>
                    <a:pt x="302" y="3851"/>
                  </a:lnTo>
                  <a:lnTo>
                    <a:pt x="181" y="4272"/>
                  </a:lnTo>
                  <a:lnTo>
                    <a:pt x="101" y="4713"/>
                  </a:lnTo>
                  <a:lnTo>
                    <a:pt x="41" y="5175"/>
                  </a:lnTo>
                  <a:lnTo>
                    <a:pt x="1" y="5616"/>
                  </a:lnTo>
                  <a:lnTo>
                    <a:pt x="1" y="6077"/>
                  </a:lnTo>
                  <a:lnTo>
                    <a:pt x="1" y="6538"/>
                  </a:lnTo>
                  <a:lnTo>
                    <a:pt x="161" y="8965"/>
                  </a:lnTo>
                  <a:lnTo>
                    <a:pt x="201" y="9346"/>
                  </a:lnTo>
                  <a:lnTo>
                    <a:pt x="261" y="9727"/>
                  </a:lnTo>
                  <a:lnTo>
                    <a:pt x="322" y="10088"/>
                  </a:lnTo>
                  <a:lnTo>
                    <a:pt x="422" y="10449"/>
                  </a:lnTo>
                  <a:lnTo>
                    <a:pt x="522" y="10810"/>
                  </a:lnTo>
                  <a:lnTo>
                    <a:pt x="642" y="11171"/>
                  </a:lnTo>
                  <a:lnTo>
                    <a:pt x="763" y="11512"/>
                  </a:lnTo>
                  <a:lnTo>
                    <a:pt x="923" y="11833"/>
                  </a:lnTo>
                  <a:lnTo>
                    <a:pt x="1084" y="12154"/>
                  </a:lnTo>
                  <a:lnTo>
                    <a:pt x="1264" y="12474"/>
                  </a:lnTo>
                  <a:lnTo>
                    <a:pt x="1465" y="12775"/>
                  </a:lnTo>
                  <a:lnTo>
                    <a:pt x="1665" y="13076"/>
                  </a:lnTo>
                  <a:lnTo>
                    <a:pt x="1886" y="13357"/>
                  </a:lnTo>
                  <a:lnTo>
                    <a:pt x="2126" y="13638"/>
                  </a:lnTo>
                  <a:lnTo>
                    <a:pt x="2367" y="13898"/>
                  </a:lnTo>
                  <a:lnTo>
                    <a:pt x="2628" y="14159"/>
                  </a:lnTo>
                  <a:lnTo>
                    <a:pt x="2889" y="14380"/>
                  </a:lnTo>
                  <a:lnTo>
                    <a:pt x="3169" y="14620"/>
                  </a:lnTo>
                  <a:lnTo>
                    <a:pt x="3450" y="14821"/>
                  </a:lnTo>
                  <a:lnTo>
                    <a:pt x="3751" y="15021"/>
                  </a:lnTo>
                  <a:lnTo>
                    <a:pt x="4052" y="15222"/>
                  </a:lnTo>
                  <a:lnTo>
                    <a:pt x="4373" y="15382"/>
                  </a:lnTo>
                  <a:lnTo>
                    <a:pt x="4714" y="15543"/>
                  </a:lnTo>
                  <a:lnTo>
                    <a:pt x="5034" y="15703"/>
                  </a:lnTo>
                  <a:lnTo>
                    <a:pt x="5375" y="15824"/>
                  </a:lnTo>
                  <a:lnTo>
                    <a:pt x="5736" y="15944"/>
                  </a:lnTo>
                  <a:lnTo>
                    <a:pt x="6077" y="16024"/>
                  </a:lnTo>
                  <a:lnTo>
                    <a:pt x="6438" y="16104"/>
                  </a:lnTo>
                  <a:lnTo>
                    <a:pt x="6819" y="16164"/>
                  </a:lnTo>
                  <a:lnTo>
                    <a:pt x="7180" y="16225"/>
                  </a:lnTo>
                  <a:lnTo>
                    <a:pt x="7561" y="16245"/>
                  </a:lnTo>
                  <a:lnTo>
                    <a:pt x="7942" y="16265"/>
                  </a:lnTo>
                  <a:lnTo>
                    <a:pt x="15202" y="16265"/>
                  </a:lnTo>
                  <a:lnTo>
                    <a:pt x="15583" y="16245"/>
                  </a:lnTo>
                  <a:lnTo>
                    <a:pt x="15964" y="16225"/>
                  </a:lnTo>
                  <a:lnTo>
                    <a:pt x="16325" y="16164"/>
                  </a:lnTo>
                  <a:lnTo>
                    <a:pt x="16706" y="16104"/>
                  </a:lnTo>
                  <a:lnTo>
                    <a:pt x="17067" y="16024"/>
                  </a:lnTo>
                  <a:lnTo>
                    <a:pt x="17428" y="15944"/>
                  </a:lnTo>
                  <a:lnTo>
                    <a:pt x="17769" y="15824"/>
                  </a:lnTo>
                  <a:lnTo>
                    <a:pt x="18110" y="15703"/>
                  </a:lnTo>
                  <a:lnTo>
                    <a:pt x="18451" y="15543"/>
                  </a:lnTo>
                  <a:lnTo>
                    <a:pt x="18772" y="15382"/>
                  </a:lnTo>
                  <a:lnTo>
                    <a:pt x="19093" y="15222"/>
                  </a:lnTo>
                  <a:lnTo>
                    <a:pt x="19393" y="15021"/>
                  </a:lnTo>
                  <a:lnTo>
                    <a:pt x="19694" y="14821"/>
                  </a:lnTo>
                  <a:lnTo>
                    <a:pt x="19975" y="14620"/>
                  </a:lnTo>
                  <a:lnTo>
                    <a:pt x="20256" y="14380"/>
                  </a:lnTo>
                  <a:lnTo>
                    <a:pt x="20537" y="14159"/>
                  </a:lnTo>
                  <a:lnTo>
                    <a:pt x="20777" y="13898"/>
                  </a:lnTo>
                  <a:lnTo>
                    <a:pt x="21038" y="13638"/>
                  </a:lnTo>
                  <a:lnTo>
                    <a:pt x="21258" y="13357"/>
                  </a:lnTo>
                  <a:lnTo>
                    <a:pt x="21479" y="13076"/>
                  </a:lnTo>
                  <a:lnTo>
                    <a:pt x="21680" y="12775"/>
                  </a:lnTo>
                  <a:lnTo>
                    <a:pt x="21880" y="12474"/>
                  </a:lnTo>
                  <a:lnTo>
                    <a:pt x="22061" y="12154"/>
                  </a:lnTo>
                  <a:lnTo>
                    <a:pt x="22221" y="11833"/>
                  </a:lnTo>
                  <a:lnTo>
                    <a:pt x="22382" y="11512"/>
                  </a:lnTo>
                  <a:lnTo>
                    <a:pt x="22522" y="11171"/>
                  </a:lnTo>
                  <a:lnTo>
                    <a:pt x="22622" y="10810"/>
                  </a:lnTo>
                  <a:lnTo>
                    <a:pt x="22743" y="10449"/>
                  </a:lnTo>
                  <a:lnTo>
                    <a:pt x="22823" y="10088"/>
                  </a:lnTo>
                  <a:lnTo>
                    <a:pt x="22883" y="9727"/>
                  </a:lnTo>
                  <a:lnTo>
                    <a:pt x="22943" y="9346"/>
                  </a:lnTo>
                  <a:lnTo>
                    <a:pt x="22983" y="8965"/>
                  </a:lnTo>
                  <a:lnTo>
                    <a:pt x="23144" y="6538"/>
                  </a:lnTo>
                  <a:lnTo>
                    <a:pt x="23164" y="6057"/>
                  </a:lnTo>
                  <a:lnTo>
                    <a:pt x="23144" y="5596"/>
                  </a:lnTo>
                  <a:lnTo>
                    <a:pt x="23103" y="5114"/>
                  </a:lnTo>
                  <a:lnTo>
                    <a:pt x="23023" y="4653"/>
                  </a:lnTo>
                  <a:lnTo>
                    <a:pt x="22943" y="4192"/>
                  </a:lnTo>
                  <a:lnTo>
                    <a:pt x="22823" y="3751"/>
                  </a:lnTo>
                  <a:lnTo>
                    <a:pt x="22662" y="3330"/>
                  </a:lnTo>
                  <a:lnTo>
                    <a:pt x="22502" y="2908"/>
                  </a:lnTo>
                  <a:lnTo>
                    <a:pt x="22301" y="2487"/>
                  </a:lnTo>
                  <a:lnTo>
                    <a:pt x="22081" y="2086"/>
                  </a:lnTo>
                  <a:lnTo>
                    <a:pt x="21840" y="1705"/>
                  </a:lnTo>
                  <a:lnTo>
                    <a:pt x="21579" y="1344"/>
                  </a:lnTo>
                  <a:lnTo>
                    <a:pt x="21299" y="1003"/>
                  </a:lnTo>
                  <a:lnTo>
                    <a:pt x="20998" y="662"/>
                  </a:lnTo>
                  <a:lnTo>
                    <a:pt x="20677" y="341"/>
                  </a:lnTo>
                  <a:lnTo>
                    <a:pt x="20356" y="41"/>
                  </a:lnTo>
                  <a:lnTo>
                    <a:pt x="18050" y="21"/>
                  </a:lnTo>
                  <a:lnTo>
                    <a:pt x="1572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34">
              <a:extLst>
                <a:ext uri="{FF2B5EF4-FFF2-40B4-BE49-F238E27FC236}">
                  <a16:creationId xmlns:a16="http://schemas.microsoft.com/office/drawing/2014/main" id="{2F9ED4FF-3483-9F14-5BF9-1B1A12F49C7A}"/>
                </a:ext>
              </a:extLst>
            </p:cNvPr>
            <p:cNvSpPr/>
            <p:nvPr/>
          </p:nvSpPr>
          <p:spPr>
            <a:xfrm>
              <a:off x="8488800" y="5379025"/>
              <a:ext cx="1865100" cy="313375"/>
            </a:xfrm>
            <a:custGeom>
              <a:avLst/>
              <a:gdLst/>
              <a:ahLst/>
              <a:cxnLst/>
              <a:rect l="l" t="t" r="r" b="b"/>
              <a:pathLst>
                <a:path w="74604" h="12535" extrusionOk="0">
                  <a:moveTo>
                    <a:pt x="2808" y="0"/>
                  </a:moveTo>
                  <a:lnTo>
                    <a:pt x="2467" y="40"/>
                  </a:lnTo>
                  <a:lnTo>
                    <a:pt x="2126" y="121"/>
                  </a:lnTo>
                  <a:lnTo>
                    <a:pt x="1806" y="221"/>
                  </a:lnTo>
                  <a:lnTo>
                    <a:pt x="1505" y="361"/>
                  </a:lnTo>
                  <a:lnTo>
                    <a:pt x="1224" y="522"/>
                  </a:lnTo>
                  <a:lnTo>
                    <a:pt x="943" y="702"/>
                  </a:lnTo>
                  <a:lnTo>
                    <a:pt x="703" y="883"/>
                  </a:lnTo>
                  <a:lnTo>
                    <a:pt x="482" y="1083"/>
                  </a:lnTo>
                  <a:lnTo>
                    <a:pt x="301" y="1264"/>
                  </a:lnTo>
                  <a:lnTo>
                    <a:pt x="161" y="1444"/>
                  </a:lnTo>
                  <a:lnTo>
                    <a:pt x="61" y="1605"/>
                  </a:lnTo>
                  <a:lnTo>
                    <a:pt x="21" y="1765"/>
                  </a:lnTo>
                  <a:lnTo>
                    <a:pt x="1" y="1825"/>
                  </a:lnTo>
                  <a:lnTo>
                    <a:pt x="1" y="1885"/>
                  </a:lnTo>
                  <a:lnTo>
                    <a:pt x="61" y="1966"/>
                  </a:lnTo>
                  <a:lnTo>
                    <a:pt x="221" y="2086"/>
                  </a:lnTo>
                  <a:lnTo>
                    <a:pt x="442" y="2266"/>
                  </a:lnTo>
                  <a:lnTo>
                    <a:pt x="763" y="2487"/>
                  </a:lnTo>
                  <a:lnTo>
                    <a:pt x="1164" y="2768"/>
                  </a:lnTo>
                  <a:lnTo>
                    <a:pt x="1645" y="3069"/>
                  </a:lnTo>
                  <a:lnTo>
                    <a:pt x="2207" y="3409"/>
                  </a:lnTo>
                  <a:lnTo>
                    <a:pt x="2848" y="3770"/>
                  </a:lnTo>
                  <a:lnTo>
                    <a:pt x="3570" y="4172"/>
                  </a:lnTo>
                  <a:lnTo>
                    <a:pt x="4352" y="4593"/>
                  </a:lnTo>
                  <a:lnTo>
                    <a:pt x="5215" y="5034"/>
                  </a:lnTo>
                  <a:lnTo>
                    <a:pt x="6157" y="5495"/>
                  </a:lnTo>
                  <a:lnTo>
                    <a:pt x="7160" y="5956"/>
                  </a:lnTo>
                  <a:lnTo>
                    <a:pt x="8243" y="6438"/>
                  </a:lnTo>
                  <a:lnTo>
                    <a:pt x="9386" y="6919"/>
                  </a:lnTo>
                  <a:lnTo>
                    <a:pt x="10589" y="7400"/>
                  </a:lnTo>
                  <a:lnTo>
                    <a:pt x="11853" y="7902"/>
                  </a:lnTo>
                  <a:lnTo>
                    <a:pt x="13176" y="8363"/>
                  </a:lnTo>
                  <a:lnTo>
                    <a:pt x="14580" y="8844"/>
                  </a:lnTo>
                  <a:lnTo>
                    <a:pt x="16024" y="9306"/>
                  </a:lnTo>
                  <a:lnTo>
                    <a:pt x="17528" y="9747"/>
                  </a:lnTo>
                  <a:lnTo>
                    <a:pt x="19093" y="10168"/>
                  </a:lnTo>
                  <a:lnTo>
                    <a:pt x="20697" y="10569"/>
                  </a:lnTo>
                  <a:lnTo>
                    <a:pt x="22361" y="10930"/>
                  </a:lnTo>
                  <a:lnTo>
                    <a:pt x="24066" y="11291"/>
                  </a:lnTo>
                  <a:lnTo>
                    <a:pt x="25831" y="11592"/>
                  </a:lnTo>
                  <a:lnTo>
                    <a:pt x="27636" y="11852"/>
                  </a:lnTo>
                  <a:lnTo>
                    <a:pt x="28558" y="11973"/>
                  </a:lnTo>
                  <a:lnTo>
                    <a:pt x="29501" y="12093"/>
                  </a:lnTo>
                  <a:lnTo>
                    <a:pt x="30423" y="12193"/>
                  </a:lnTo>
                  <a:lnTo>
                    <a:pt x="31386" y="12274"/>
                  </a:lnTo>
                  <a:lnTo>
                    <a:pt x="32349" y="12354"/>
                  </a:lnTo>
                  <a:lnTo>
                    <a:pt x="33311" y="12414"/>
                  </a:lnTo>
                  <a:lnTo>
                    <a:pt x="34294" y="12454"/>
                  </a:lnTo>
                  <a:lnTo>
                    <a:pt x="35297" y="12494"/>
                  </a:lnTo>
                  <a:lnTo>
                    <a:pt x="36299" y="12514"/>
                  </a:lnTo>
                  <a:lnTo>
                    <a:pt x="37302" y="12534"/>
                  </a:lnTo>
                  <a:lnTo>
                    <a:pt x="38305" y="12514"/>
                  </a:lnTo>
                  <a:lnTo>
                    <a:pt x="39307" y="12494"/>
                  </a:lnTo>
                  <a:lnTo>
                    <a:pt x="40310" y="12454"/>
                  </a:lnTo>
                  <a:lnTo>
                    <a:pt x="41293" y="12414"/>
                  </a:lnTo>
                  <a:lnTo>
                    <a:pt x="42255" y="12354"/>
                  </a:lnTo>
                  <a:lnTo>
                    <a:pt x="43218" y="12274"/>
                  </a:lnTo>
                  <a:lnTo>
                    <a:pt x="44181" y="12193"/>
                  </a:lnTo>
                  <a:lnTo>
                    <a:pt x="45123" y="12093"/>
                  </a:lnTo>
                  <a:lnTo>
                    <a:pt x="46046" y="11973"/>
                  </a:lnTo>
                  <a:lnTo>
                    <a:pt x="46968" y="11852"/>
                  </a:lnTo>
                  <a:lnTo>
                    <a:pt x="48773" y="11592"/>
                  </a:lnTo>
                  <a:lnTo>
                    <a:pt x="50538" y="11291"/>
                  </a:lnTo>
                  <a:lnTo>
                    <a:pt x="52243" y="10930"/>
                  </a:lnTo>
                  <a:lnTo>
                    <a:pt x="53907" y="10569"/>
                  </a:lnTo>
                  <a:lnTo>
                    <a:pt x="55511" y="10168"/>
                  </a:lnTo>
                  <a:lnTo>
                    <a:pt x="57076" y="9747"/>
                  </a:lnTo>
                  <a:lnTo>
                    <a:pt x="58580" y="9306"/>
                  </a:lnTo>
                  <a:lnTo>
                    <a:pt x="60024" y="8844"/>
                  </a:lnTo>
                  <a:lnTo>
                    <a:pt x="61428" y="8363"/>
                  </a:lnTo>
                  <a:lnTo>
                    <a:pt x="62751" y="7902"/>
                  </a:lnTo>
                  <a:lnTo>
                    <a:pt x="64015" y="7400"/>
                  </a:lnTo>
                  <a:lnTo>
                    <a:pt x="65218" y="6919"/>
                  </a:lnTo>
                  <a:lnTo>
                    <a:pt x="66361" y="6438"/>
                  </a:lnTo>
                  <a:lnTo>
                    <a:pt x="67444" y="5956"/>
                  </a:lnTo>
                  <a:lnTo>
                    <a:pt x="68447" y="5495"/>
                  </a:lnTo>
                  <a:lnTo>
                    <a:pt x="69389" y="5034"/>
                  </a:lnTo>
                  <a:lnTo>
                    <a:pt x="70252" y="4593"/>
                  </a:lnTo>
                  <a:lnTo>
                    <a:pt x="71034" y="4172"/>
                  </a:lnTo>
                  <a:lnTo>
                    <a:pt x="71756" y="3770"/>
                  </a:lnTo>
                  <a:lnTo>
                    <a:pt x="72397" y="3409"/>
                  </a:lnTo>
                  <a:lnTo>
                    <a:pt x="72959" y="3069"/>
                  </a:lnTo>
                  <a:lnTo>
                    <a:pt x="73440" y="2768"/>
                  </a:lnTo>
                  <a:lnTo>
                    <a:pt x="73841" y="2487"/>
                  </a:lnTo>
                  <a:lnTo>
                    <a:pt x="74162" y="2266"/>
                  </a:lnTo>
                  <a:lnTo>
                    <a:pt x="74403" y="2086"/>
                  </a:lnTo>
                  <a:lnTo>
                    <a:pt x="74543" y="1966"/>
                  </a:lnTo>
                  <a:lnTo>
                    <a:pt x="74603" y="1885"/>
                  </a:lnTo>
                  <a:lnTo>
                    <a:pt x="74603" y="1825"/>
                  </a:lnTo>
                  <a:lnTo>
                    <a:pt x="74603" y="1765"/>
                  </a:lnTo>
                  <a:lnTo>
                    <a:pt x="74543" y="1605"/>
                  </a:lnTo>
                  <a:lnTo>
                    <a:pt x="74443" y="1444"/>
                  </a:lnTo>
                  <a:lnTo>
                    <a:pt x="74303" y="1264"/>
                  </a:lnTo>
                  <a:lnTo>
                    <a:pt x="74122" y="1083"/>
                  </a:lnTo>
                  <a:lnTo>
                    <a:pt x="73901" y="883"/>
                  </a:lnTo>
                  <a:lnTo>
                    <a:pt x="73661" y="702"/>
                  </a:lnTo>
                  <a:lnTo>
                    <a:pt x="73400" y="522"/>
                  </a:lnTo>
                  <a:lnTo>
                    <a:pt x="73099" y="361"/>
                  </a:lnTo>
                  <a:lnTo>
                    <a:pt x="72798" y="221"/>
                  </a:lnTo>
                  <a:lnTo>
                    <a:pt x="72478" y="121"/>
                  </a:lnTo>
                  <a:lnTo>
                    <a:pt x="72137" y="40"/>
                  </a:lnTo>
                  <a:lnTo>
                    <a:pt x="71796" y="0"/>
                  </a:lnTo>
                  <a:lnTo>
                    <a:pt x="71635" y="20"/>
                  </a:lnTo>
                  <a:lnTo>
                    <a:pt x="71475" y="20"/>
                  </a:lnTo>
                  <a:lnTo>
                    <a:pt x="71294" y="60"/>
                  </a:lnTo>
                  <a:lnTo>
                    <a:pt x="71134" y="100"/>
                  </a:lnTo>
                  <a:lnTo>
                    <a:pt x="70973" y="161"/>
                  </a:lnTo>
                  <a:lnTo>
                    <a:pt x="70813" y="221"/>
                  </a:lnTo>
                  <a:lnTo>
                    <a:pt x="69630" y="822"/>
                  </a:lnTo>
                  <a:lnTo>
                    <a:pt x="68407" y="1404"/>
                  </a:lnTo>
                  <a:lnTo>
                    <a:pt x="67203" y="1925"/>
                  </a:lnTo>
                  <a:lnTo>
                    <a:pt x="65980" y="2447"/>
                  </a:lnTo>
                  <a:lnTo>
                    <a:pt x="64757" y="2908"/>
                  </a:lnTo>
                  <a:lnTo>
                    <a:pt x="63513" y="3369"/>
                  </a:lnTo>
                  <a:lnTo>
                    <a:pt x="62290" y="3791"/>
                  </a:lnTo>
                  <a:lnTo>
                    <a:pt x="61067" y="4192"/>
                  </a:lnTo>
                  <a:lnTo>
                    <a:pt x="59843" y="4553"/>
                  </a:lnTo>
                  <a:lnTo>
                    <a:pt x="58620" y="4894"/>
                  </a:lnTo>
                  <a:lnTo>
                    <a:pt x="57397" y="5214"/>
                  </a:lnTo>
                  <a:lnTo>
                    <a:pt x="56193" y="5515"/>
                  </a:lnTo>
                  <a:lnTo>
                    <a:pt x="54990" y="5776"/>
                  </a:lnTo>
                  <a:lnTo>
                    <a:pt x="53827" y="6037"/>
                  </a:lnTo>
                  <a:lnTo>
                    <a:pt x="52664" y="6277"/>
                  </a:lnTo>
                  <a:lnTo>
                    <a:pt x="51501" y="6478"/>
                  </a:lnTo>
                  <a:lnTo>
                    <a:pt x="50378" y="6678"/>
                  </a:lnTo>
                  <a:lnTo>
                    <a:pt x="49275" y="6839"/>
                  </a:lnTo>
                  <a:lnTo>
                    <a:pt x="48192" y="6999"/>
                  </a:lnTo>
                  <a:lnTo>
                    <a:pt x="47149" y="7140"/>
                  </a:lnTo>
                  <a:lnTo>
                    <a:pt x="45123" y="7380"/>
                  </a:lnTo>
                  <a:lnTo>
                    <a:pt x="43238" y="7541"/>
                  </a:lnTo>
                  <a:lnTo>
                    <a:pt x="41493" y="7661"/>
                  </a:lnTo>
                  <a:lnTo>
                    <a:pt x="39909" y="7741"/>
                  </a:lnTo>
                  <a:lnTo>
                    <a:pt x="38505" y="7801"/>
                  </a:lnTo>
                  <a:lnTo>
                    <a:pt x="36099" y="7801"/>
                  </a:lnTo>
                  <a:lnTo>
                    <a:pt x="34695" y="7741"/>
                  </a:lnTo>
                  <a:lnTo>
                    <a:pt x="33111" y="7661"/>
                  </a:lnTo>
                  <a:lnTo>
                    <a:pt x="31366" y="7541"/>
                  </a:lnTo>
                  <a:lnTo>
                    <a:pt x="29481" y="7380"/>
                  </a:lnTo>
                  <a:lnTo>
                    <a:pt x="27455" y="7140"/>
                  </a:lnTo>
                  <a:lnTo>
                    <a:pt x="26412" y="6999"/>
                  </a:lnTo>
                  <a:lnTo>
                    <a:pt x="25329" y="6839"/>
                  </a:lnTo>
                  <a:lnTo>
                    <a:pt x="24226" y="6678"/>
                  </a:lnTo>
                  <a:lnTo>
                    <a:pt x="23103" y="6478"/>
                  </a:lnTo>
                  <a:lnTo>
                    <a:pt x="21940" y="6277"/>
                  </a:lnTo>
                  <a:lnTo>
                    <a:pt x="20777" y="6037"/>
                  </a:lnTo>
                  <a:lnTo>
                    <a:pt x="19614" y="5776"/>
                  </a:lnTo>
                  <a:lnTo>
                    <a:pt x="18411" y="5515"/>
                  </a:lnTo>
                  <a:lnTo>
                    <a:pt x="17207" y="5214"/>
                  </a:lnTo>
                  <a:lnTo>
                    <a:pt x="15984" y="4894"/>
                  </a:lnTo>
                  <a:lnTo>
                    <a:pt x="14761" y="4553"/>
                  </a:lnTo>
                  <a:lnTo>
                    <a:pt x="13537" y="4192"/>
                  </a:lnTo>
                  <a:lnTo>
                    <a:pt x="12314" y="3791"/>
                  </a:lnTo>
                  <a:lnTo>
                    <a:pt x="11091" y="3369"/>
                  </a:lnTo>
                  <a:lnTo>
                    <a:pt x="9847" y="2908"/>
                  </a:lnTo>
                  <a:lnTo>
                    <a:pt x="8624" y="2447"/>
                  </a:lnTo>
                  <a:lnTo>
                    <a:pt x="7401" y="1925"/>
                  </a:lnTo>
                  <a:lnTo>
                    <a:pt x="6197" y="1404"/>
                  </a:lnTo>
                  <a:lnTo>
                    <a:pt x="4974" y="822"/>
                  </a:lnTo>
                  <a:lnTo>
                    <a:pt x="3791" y="221"/>
                  </a:lnTo>
                  <a:lnTo>
                    <a:pt x="3631" y="161"/>
                  </a:lnTo>
                  <a:lnTo>
                    <a:pt x="3470" y="100"/>
                  </a:lnTo>
                  <a:lnTo>
                    <a:pt x="3310" y="60"/>
                  </a:lnTo>
                  <a:lnTo>
                    <a:pt x="3129" y="20"/>
                  </a:lnTo>
                  <a:lnTo>
                    <a:pt x="2969" y="20"/>
                  </a:lnTo>
                  <a:lnTo>
                    <a:pt x="28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34">
              <a:extLst>
                <a:ext uri="{FF2B5EF4-FFF2-40B4-BE49-F238E27FC236}">
                  <a16:creationId xmlns:a16="http://schemas.microsoft.com/office/drawing/2014/main" id="{76AE8064-516F-999A-59D2-6A65BF2B12E9}"/>
                </a:ext>
              </a:extLst>
            </p:cNvPr>
            <p:cNvSpPr/>
            <p:nvPr/>
          </p:nvSpPr>
          <p:spPr>
            <a:xfrm>
              <a:off x="8544450" y="4249450"/>
              <a:ext cx="70225" cy="70700"/>
            </a:xfrm>
            <a:custGeom>
              <a:avLst/>
              <a:gdLst/>
              <a:ahLst/>
              <a:cxnLst/>
              <a:rect l="l" t="t" r="r" b="b"/>
              <a:pathLst>
                <a:path w="2809" h="2828" extrusionOk="0">
                  <a:moveTo>
                    <a:pt x="1344" y="0"/>
                  </a:moveTo>
                  <a:lnTo>
                    <a:pt x="1184" y="20"/>
                  </a:lnTo>
                  <a:lnTo>
                    <a:pt x="1023" y="60"/>
                  </a:lnTo>
                  <a:lnTo>
                    <a:pt x="883" y="101"/>
                  </a:lnTo>
                  <a:lnTo>
                    <a:pt x="743" y="161"/>
                  </a:lnTo>
                  <a:lnTo>
                    <a:pt x="622" y="241"/>
                  </a:lnTo>
                  <a:lnTo>
                    <a:pt x="502" y="341"/>
                  </a:lnTo>
                  <a:lnTo>
                    <a:pt x="382" y="442"/>
                  </a:lnTo>
                  <a:lnTo>
                    <a:pt x="281" y="562"/>
                  </a:lnTo>
                  <a:lnTo>
                    <a:pt x="201" y="702"/>
                  </a:lnTo>
                  <a:lnTo>
                    <a:pt x="141" y="823"/>
                  </a:lnTo>
                  <a:lnTo>
                    <a:pt x="81" y="983"/>
                  </a:lnTo>
                  <a:lnTo>
                    <a:pt x="41" y="1123"/>
                  </a:lnTo>
                  <a:lnTo>
                    <a:pt x="1" y="1284"/>
                  </a:lnTo>
                  <a:lnTo>
                    <a:pt x="1" y="1444"/>
                  </a:lnTo>
                  <a:lnTo>
                    <a:pt x="1" y="1605"/>
                  </a:lnTo>
                  <a:lnTo>
                    <a:pt x="21" y="1725"/>
                  </a:lnTo>
                  <a:lnTo>
                    <a:pt x="61" y="1845"/>
                  </a:lnTo>
                  <a:lnTo>
                    <a:pt x="161" y="2066"/>
                  </a:lnTo>
                  <a:lnTo>
                    <a:pt x="302" y="2287"/>
                  </a:lnTo>
                  <a:lnTo>
                    <a:pt x="382" y="2387"/>
                  </a:lnTo>
                  <a:lnTo>
                    <a:pt x="482" y="2487"/>
                  </a:lnTo>
                  <a:lnTo>
                    <a:pt x="602" y="2567"/>
                  </a:lnTo>
                  <a:lnTo>
                    <a:pt x="723" y="2627"/>
                  </a:lnTo>
                  <a:lnTo>
                    <a:pt x="843" y="2708"/>
                  </a:lnTo>
                  <a:lnTo>
                    <a:pt x="983" y="2748"/>
                  </a:lnTo>
                  <a:lnTo>
                    <a:pt x="1124" y="2788"/>
                  </a:lnTo>
                  <a:lnTo>
                    <a:pt x="1264" y="2808"/>
                  </a:lnTo>
                  <a:lnTo>
                    <a:pt x="1425" y="2828"/>
                  </a:lnTo>
                  <a:lnTo>
                    <a:pt x="1585" y="2808"/>
                  </a:lnTo>
                  <a:lnTo>
                    <a:pt x="1786" y="2788"/>
                  </a:lnTo>
                  <a:lnTo>
                    <a:pt x="1966" y="2708"/>
                  </a:lnTo>
                  <a:lnTo>
                    <a:pt x="2126" y="2627"/>
                  </a:lnTo>
                  <a:lnTo>
                    <a:pt x="2287" y="2507"/>
                  </a:lnTo>
                  <a:lnTo>
                    <a:pt x="2427" y="2387"/>
                  </a:lnTo>
                  <a:lnTo>
                    <a:pt x="2548" y="2226"/>
                  </a:lnTo>
                  <a:lnTo>
                    <a:pt x="2648" y="2066"/>
                  </a:lnTo>
                  <a:lnTo>
                    <a:pt x="2728" y="1885"/>
                  </a:lnTo>
                  <a:lnTo>
                    <a:pt x="2768" y="1725"/>
                  </a:lnTo>
                  <a:lnTo>
                    <a:pt x="2788" y="1545"/>
                  </a:lnTo>
                  <a:lnTo>
                    <a:pt x="2808" y="1384"/>
                  </a:lnTo>
                  <a:lnTo>
                    <a:pt x="2788" y="1224"/>
                  </a:lnTo>
                  <a:lnTo>
                    <a:pt x="2768" y="1083"/>
                  </a:lnTo>
                  <a:lnTo>
                    <a:pt x="2728" y="923"/>
                  </a:lnTo>
                  <a:lnTo>
                    <a:pt x="2648" y="782"/>
                  </a:lnTo>
                  <a:lnTo>
                    <a:pt x="2568" y="642"/>
                  </a:lnTo>
                  <a:lnTo>
                    <a:pt x="2487" y="522"/>
                  </a:lnTo>
                  <a:lnTo>
                    <a:pt x="2387" y="401"/>
                  </a:lnTo>
                  <a:lnTo>
                    <a:pt x="2267" y="301"/>
                  </a:lnTo>
                  <a:lnTo>
                    <a:pt x="2126" y="221"/>
                  </a:lnTo>
                  <a:lnTo>
                    <a:pt x="1986" y="141"/>
                  </a:lnTo>
                  <a:lnTo>
                    <a:pt x="1826" y="81"/>
                  </a:lnTo>
                  <a:lnTo>
                    <a:pt x="1665" y="40"/>
                  </a:lnTo>
                  <a:lnTo>
                    <a:pt x="1505" y="20"/>
                  </a:lnTo>
                  <a:lnTo>
                    <a:pt x="134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34">
              <a:extLst>
                <a:ext uri="{FF2B5EF4-FFF2-40B4-BE49-F238E27FC236}">
                  <a16:creationId xmlns:a16="http://schemas.microsoft.com/office/drawing/2014/main" id="{688133FE-A138-868B-C04B-432DA5F29CA5}"/>
                </a:ext>
              </a:extLst>
            </p:cNvPr>
            <p:cNvSpPr/>
            <p:nvPr/>
          </p:nvSpPr>
          <p:spPr>
            <a:xfrm>
              <a:off x="8321350" y="4191275"/>
              <a:ext cx="258225" cy="278800"/>
            </a:xfrm>
            <a:custGeom>
              <a:avLst/>
              <a:gdLst/>
              <a:ahLst/>
              <a:cxnLst/>
              <a:rect l="l" t="t" r="r" b="b"/>
              <a:pathLst>
                <a:path w="10329" h="11152" extrusionOk="0">
                  <a:moveTo>
                    <a:pt x="1565" y="1"/>
                  </a:moveTo>
                  <a:lnTo>
                    <a:pt x="1484" y="41"/>
                  </a:lnTo>
                  <a:lnTo>
                    <a:pt x="1384" y="81"/>
                  </a:lnTo>
                  <a:lnTo>
                    <a:pt x="1124" y="262"/>
                  </a:lnTo>
                  <a:lnTo>
                    <a:pt x="843" y="502"/>
                  </a:lnTo>
                  <a:lnTo>
                    <a:pt x="562" y="763"/>
                  </a:lnTo>
                  <a:lnTo>
                    <a:pt x="321" y="1044"/>
                  </a:lnTo>
                  <a:lnTo>
                    <a:pt x="121" y="1284"/>
                  </a:lnTo>
                  <a:lnTo>
                    <a:pt x="61" y="1385"/>
                  </a:lnTo>
                  <a:lnTo>
                    <a:pt x="0" y="1465"/>
                  </a:lnTo>
                  <a:lnTo>
                    <a:pt x="0" y="1525"/>
                  </a:lnTo>
                  <a:lnTo>
                    <a:pt x="21" y="1565"/>
                  </a:lnTo>
                  <a:lnTo>
                    <a:pt x="1244" y="3029"/>
                  </a:lnTo>
                  <a:lnTo>
                    <a:pt x="2507" y="4553"/>
                  </a:lnTo>
                  <a:lnTo>
                    <a:pt x="3991" y="6278"/>
                  </a:lnTo>
                  <a:lnTo>
                    <a:pt x="5495" y="8023"/>
                  </a:lnTo>
                  <a:lnTo>
                    <a:pt x="6839" y="9567"/>
                  </a:lnTo>
                  <a:lnTo>
                    <a:pt x="7421" y="10189"/>
                  </a:lnTo>
                  <a:lnTo>
                    <a:pt x="7882" y="10670"/>
                  </a:lnTo>
                  <a:lnTo>
                    <a:pt x="8223" y="10991"/>
                  </a:lnTo>
                  <a:lnTo>
                    <a:pt x="8343" y="11071"/>
                  </a:lnTo>
                  <a:lnTo>
                    <a:pt x="8423" y="11111"/>
                  </a:lnTo>
                  <a:lnTo>
                    <a:pt x="8664" y="11151"/>
                  </a:lnTo>
                  <a:lnTo>
                    <a:pt x="8985" y="11151"/>
                  </a:lnTo>
                  <a:lnTo>
                    <a:pt x="9306" y="11131"/>
                  </a:lnTo>
                  <a:lnTo>
                    <a:pt x="9627" y="11091"/>
                  </a:lnTo>
                  <a:lnTo>
                    <a:pt x="9927" y="11031"/>
                  </a:lnTo>
                  <a:lnTo>
                    <a:pt x="10148" y="10951"/>
                  </a:lnTo>
                  <a:lnTo>
                    <a:pt x="10228" y="10911"/>
                  </a:lnTo>
                  <a:lnTo>
                    <a:pt x="10288" y="10871"/>
                  </a:lnTo>
                  <a:lnTo>
                    <a:pt x="10329" y="10830"/>
                  </a:lnTo>
                  <a:lnTo>
                    <a:pt x="10329" y="10770"/>
                  </a:lnTo>
                  <a:lnTo>
                    <a:pt x="10208" y="10610"/>
                  </a:lnTo>
                  <a:lnTo>
                    <a:pt x="9907" y="10249"/>
                  </a:lnTo>
                  <a:lnTo>
                    <a:pt x="8905" y="8985"/>
                  </a:lnTo>
                  <a:lnTo>
                    <a:pt x="5917" y="5295"/>
                  </a:lnTo>
                  <a:lnTo>
                    <a:pt x="15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34">
              <a:extLst>
                <a:ext uri="{FF2B5EF4-FFF2-40B4-BE49-F238E27FC236}">
                  <a16:creationId xmlns:a16="http://schemas.microsoft.com/office/drawing/2014/main" id="{5F1C63C7-816F-EA39-B4B5-2A0759767AAC}"/>
                </a:ext>
              </a:extLst>
            </p:cNvPr>
            <p:cNvSpPr/>
            <p:nvPr/>
          </p:nvSpPr>
          <p:spPr>
            <a:xfrm>
              <a:off x="8321350" y="4191275"/>
              <a:ext cx="258225" cy="278800"/>
            </a:xfrm>
            <a:custGeom>
              <a:avLst/>
              <a:gdLst/>
              <a:ahLst/>
              <a:cxnLst/>
              <a:rect l="l" t="t" r="r" b="b"/>
              <a:pathLst>
                <a:path w="10329" h="11152" fill="none" extrusionOk="0">
                  <a:moveTo>
                    <a:pt x="21" y="1565"/>
                  </a:moveTo>
                  <a:lnTo>
                    <a:pt x="21" y="1565"/>
                  </a:lnTo>
                  <a:lnTo>
                    <a:pt x="0" y="1525"/>
                  </a:lnTo>
                  <a:lnTo>
                    <a:pt x="0" y="1465"/>
                  </a:lnTo>
                  <a:lnTo>
                    <a:pt x="61" y="1385"/>
                  </a:lnTo>
                  <a:lnTo>
                    <a:pt x="121" y="1284"/>
                  </a:lnTo>
                  <a:lnTo>
                    <a:pt x="321" y="1044"/>
                  </a:lnTo>
                  <a:lnTo>
                    <a:pt x="562" y="763"/>
                  </a:lnTo>
                  <a:lnTo>
                    <a:pt x="843" y="502"/>
                  </a:lnTo>
                  <a:lnTo>
                    <a:pt x="1124" y="262"/>
                  </a:lnTo>
                  <a:lnTo>
                    <a:pt x="1384" y="81"/>
                  </a:lnTo>
                  <a:lnTo>
                    <a:pt x="1484" y="41"/>
                  </a:lnTo>
                  <a:lnTo>
                    <a:pt x="1565" y="1"/>
                  </a:lnTo>
                  <a:lnTo>
                    <a:pt x="1565" y="1"/>
                  </a:lnTo>
                  <a:lnTo>
                    <a:pt x="5917" y="5295"/>
                  </a:lnTo>
                  <a:lnTo>
                    <a:pt x="8905" y="8985"/>
                  </a:lnTo>
                  <a:lnTo>
                    <a:pt x="9907" y="10249"/>
                  </a:lnTo>
                  <a:lnTo>
                    <a:pt x="10208" y="10610"/>
                  </a:lnTo>
                  <a:lnTo>
                    <a:pt x="10329" y="10770"/>
                  </a:lnTo>
                  <a:lnTo>
                    <a:pt x="10329" y="10770"/>
                  </a:lnTo>
                  <a:lnTo>
                    <a:pt x="10329" y="10830"/>
                  </a:lnTo>
                  <a:lnTo>
                    <a:pt x="10288" y="10871"/>
                  </a:lnTo>
                  <a:lnTo>
                    <a:pt x="10228" y="10911"/>
                  </a:lnTo>
                  <a:lnTo>
                    <a:pt x="10148" y="10951"/>
                  </a:lnTo>
                  <a:lnTo>
                    <a:pt x="9927" y="11031"/>
                  </a:lnTo>
                  <a:lnTo>
                    <a:pt x="9627" y="11091"/>
                  </a:lnTo>
                  <a:lnTo>
                    <a:pt x="9306" y="11131"/>
                  </a:lnTo>
                  <a:lnTo>
                    <a:pt x="8985" y="11151"/>
                  </a:lnTo>
                  <a:lnTo>
                    <a:pt x="8664" y="11151"/>
                  </a:lnTo>
                  <a:lnTo>
                    <a:pt x="8423" y="11111"/>
                  </a:lnTo>
                  <a:lnTo>
                    <a:pt x="8423" y="11111"/>
                  </a:lnTo>
                  <a:lnTo>
                    <a:pt x="8343" y="11071"/>
                  </a:lnTo>
                  <a:lnTo>
                    <a:pt x="8223" y="10991"/>
                  </a:lnTo>
                  <a:lnTo>
                    <a:pt x="7882" y="10670"/>
                  </a:lnTo>
                  <a:lnTo>
                    <a:pt x="7421" y="10189"/>
                  </a:lnTo>
                  <a:lnTo>
                    <a:pt x="6839" y="9567"/>
                  </a:lnTo>
                  <a:lnTo>
                    <a:pt x="5495" y="8023"/>
                  </a:lnTo>
                  <a:lnTo>
                    <a:pt x="3991" y="6278"/>
                  </a:lnTo>
                  <a:lnTo>
                    <a:pt x="2507" y="4553"/>
                  </a:lnTo>
                  <a:lnTo>
                    <a:pt x="1244" y="3029"/>
                  </a:lnTo>
                  <a:lnTo>
                    <a:pt x="21" y="156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34">
              <a:extLst>
                <a:ext uri="{FF2B5EF4-FFF2-40B4-BE49-F238E27FC236}">
                  <a16:creationId xmlns:a16="http://schemas.microsoft.com/office/drawing/2014/main" id="{0AEEEC93-9E34-7E05-168A-C4FF6FFC7900}"/>
                </a:ext>
              </a:extLst>
            </p:cNvPr>
            <p:cNvSpPr/>
            <p:nvPr/>
          </p:nvSpPr>
          <p:spPr>
            <a:xfrm>
              <a:off x="8521400" y="4178250"/>
              <a:ext cx="392075" cy="246700"/>
            </a:xfrm>
            <a:custGeom>
              <a:avLst/>
              <a:gdLst/>
              <a:ahLst/>
              <a:cxnLst/>
              <a:rect l="l" t="t" r="r" b="b"/>
              <a:pathLst>
                <a:path w="15683" h="9868" extrusionOk="0">
                  <a:moveTo>
                    <a:pt x="14339" y="1"/>
                  </a:moveTo>
                  <a:lnTo>
                    <a:pt x="14239" y="21"/>
                  </a:lnTo>
                  <a:lnTo>
                    <a:pt x="13998" y="121"/>
                  </a:lnTo>
                  <a:lnTo>
                    <a:pt x="13497" y="422"/>
                  </a:lnTo>
                  <a:lnTo>
                    <a:pt x="11812" y="1384"/>
                  </a:lnTo>
                  <a:lnTo>
                    <a:pt x="6939" y="4252"/>
                  </a:lnTo>
                  <a:lnTo>
                    <a:pt x="2166" y="7100"/>
                  </a:lnTo>
                  <a:lnTo>
                    <a:pt x="0" y="8383"/>
                  </a:lnTo>
                  <a:lnTo>
                    <a:pt x="1203" y="9867"/>
                  </a:lnTo>
                  <a:lnTo>
                    <a:pt x="3450" y="8704"/>
                  </a:lnTo>
                  <a:lnTo>
                    <a:pt x="5756" y="7501"/>
                  </a:lnTo>
                  <a:lnTo>
                    <a:pt x="8423" y="6097"/>
                  </a:lnTo>
                  <a:lnTo>
                    <a:pt x="11070" y="4693"/>
                  </a:lnTo>
                  <a:lnTo>
                    <a:pt x="13397" y="3410"/>
                  </a:lnTo>
                  <a:lnTo>
                    <a:pt x="14319" y="2888"/>
                  </a:lnTo>
                  <a:lnTo>
                    <a:pt x="15041" y="2447"/>
                  </a:lnTo>
                  <a:lnTo>
                    <a:pt x="15502" y="2146"/>
                  </a:lnTo>
                  <a:lnTo>
                    <a:pt x="15623" y="2046"/>
                  </a:lnTo>
                  <a:lnTo>
                    <a:pt x="15683" y="1986"/>
                  </a:lnTo>
                  <a:lnTo>
                    <a:pt x="15683" y="1866"/>
                  </a:lnTo>
                  <a:lnTo>
                    <a:pt x="15643" y="1745"/>
                  </a:lnTo>
                  <a:lnTo>
                    <a:pt x="15603" y="1605"/>
                  </a:lnTo>
                  <a:lnTo>
                    <a:pt x="15542" y="1444"/>
                  </a:lnTo>
                  <a:lnTo>
                    <a:pt x="15362" y="1104"/>
                  </a:lnTo>
                  <a:lnTo>
                    <a:pt x="15141" y="763"/>
                  </a:lnTo>
                  <a:lnTo>
                    <a:pt x="14901" y="442"/>
                  </a:lnTo>
                  <a:lnTo>
                    <a:pt x="14780" y="321"/>
                  </a:lnTo>
                  <a:lnTo>
                    <a:pt x="14660" y="201"/>
                  </a:lnTo>
                  <a:lnTo>
                    <a:pt x="14540" y="101"/>
                  </a:lnTo>
                  <a:lnTo>
                    <a:pt x="14439" y="41"/>
                  </a:lnTo>
                  <a:lnTo>
                    <a:pt x="143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34">
              <a:extLst>
                <a:ext uri="{FF2B5EF4-FFF2-40B4-BE49-F238E27FC236}">
                  <a16:creationId xmlns:a16="http://schemas.microsoft.com/office/drawing/2014/main" id="{AACC225B-7C9A-85CA-F8A8-F78190246F1F}"/>
                </a:ext>
              </a:extLst>
            </p:cNvPr>
            <p:cNvSpPr/>
            <p:nvPr/>
          </p:nvSpPr>
          <p:spPr>
            <a:xfrm>
              <a:off x="8222575" y="3901000"/>
              <a:ext cx="946100" cy="523950"/>
            </a:xfrm>
            <a:custGeom>
              <a:avLst/>
              <a:gdLst/>
              <a:ahLst/>
              <a:cxnLst/>
              <a:rect l="l" t="t" r="r" b="b"/>
              <a:pathLst>
                <a:path w="37844" h="20958" extrusionOk="0">
                  <a:moveTo>
                    <a:pt x="21720" y="0"/>
                  </a:moveTo>
                  <a:lnTo>
                    <a:pt x="21198" y="20"/>
                  </a:lnTo>
                  <a:lnTo>
                    <a:pt x="20697" y="61"/>
                  </a:lnTo>
                  <a:lnTo>
                    <a:pt x="20196" y="141"/>
                  </a:lnTo>
                  <a:lnTo>
                    <a:pt x="19714" y="241"/>
                  </a:lnTo>
                  <a:lnTo>
                    <a:pt x="19213" y="361"/>
                  </a:lnTo>
                  <a:lnTo>
                    <a:pt x="18712" y="502"/>
                  </a:lnTo>
                  <a:lnTo>
                    <a:pt x="18230" y="662"/>
                  </a:lnTo>
                  <a:lnTo>
                    <a:pt x="17749" y="823"/>
                  </a:lnTo>
                  <a:lnTo>
                    <a:pt x="17268" y="1023"/>
                  </a:lnTo>
                  <a:lnTo>
                    <a:pt x="16786" y="1244"/>
                  </a:lnTo>
                  <a:lnTo>
                    <a:pt x="16305" y="1464"/>
                  </a:lnTo>
                  <a:lnTo>
                    <a:pt x="15844" y="1705"/>
                  </a:lnTo>
                  <a:lnTo>
                    <a:pt x="15383" y="1946"/>
                  </a:lnTo>
                  <a:lnTo>
                    <a:pt x="14941" y="2226"/>
                  </a:lnTo>
                  <a:lnTo>
                    <a:pt x="14500" y="2487"/>
                  </a:lnTo>
                  <a:lnTo>
                    <a:pt x="14059" y="2788"/>
                  </a:lnTo>
                  <a:lnTo>
                    <a:pt x="13638" y="3069"/>
                  </a:lnTo>
                  <a:lnTo>
                    <a:pt x="13417" y="3229"/>
                  </a:lnTo>
                  <a:lnTo>
                    <a:pt x="13257" y="3309"/>
                  </a:lnTo>
                  <a:lnTo>
                    <a:pt x="13076" y="3370"/>
                  </a:lnTo>
                  <a:lnTo>
                    <a:pt x="12856" y="3430"/>
                  </a:lnTo>
                  <a:lnTo>
                    <a:pt x="12615" y="3490"/>
                  </a:lnTo>
                  <a:lnTo>
                    <a:pt x="12094" y="3550"/>
                  </a:lnTo>
                  <a:lnTo>
                    <a:pt x="11492" y="3590"/>
                  </a:lnTo>
                  <a:lnTo>
                    <a:pt x="10850" y="3610"/>
                  </a:lnTo>
                  <a:lnTo>
                    <a:pt x="10148" y="3610"/>
                  </a:lnTo>
                  <a:lnTo>
                    <a:pt x="8624" y="3590"/>
                  </a:lnTo>
                  <a:lnTo>
                    <a:pt x="7080" y="3570"/>
                  </a:lnTo>
                  <a:lnTo>
                    <a:pt x="6318" y="3570"/>
                  </a:lnTo>
                  <a:lnTo>
                    <a:pt x="5556" y="3590"/>
                  </a:lnTo>
                  <a:lnTo>
                    <a:pt x="4834" y="3630"/>
                  </a:lnTo>
                  <a:lnTo>
                    <a:pt x="4132" y="3690"/>
                  </a:lnTo>
                  <a:lnTo>
                    <a:pt x="3490" y="3791"/>
                  </a:lnTo>
                  <a:lnTo>
                    <a:pt x="3189" y="3871"/>
                  </a:lnTo>
                  <a:lnTo>
                    <a:pt x="2889" y="3931"/>
                  </a:lnTo>
                  <a:lnTo>
                    <a:pt x="2708" y="3991"/>
                  </a:lnTo>
                  <a:lnTo>
                    <a:pt x="2508" y="4071"/>
                  </a:lnTo>
                  <a:lnTo>
                    <a:pt x="2327" y="4172"/>
                  </a:lnTo>
                  <a:lnTo>
                    <a:pt x="2147" y="4292"/>
                  </a:lnTo>
                  <a:lnTo>
                    <a:pt x="1946" y="4412"/>
                  </a:lnTo>
                  <a:lnTo>
                    <a:pt x="1766" y="4553"/>
                  </a:lnTo>
                  <a:lnTo>
                    <a:pt x="1605" y="4693"/>
                  </a:lnTo>
                  <a:lnTo>
                    <a:pt x="1425" y="4874"/>
                  </a:lnTo>
                  <a:lnTo>
                    <a:pt x="1264" y="5054"/>
                  </a:lnTo>
                  <a:lnTo>
                    <a:pt x="1104" y="5235"/>
                  </a:lnTo>
                  <a:lnTo>
                    <a:pt x="943" y="5435"/>
                  </a:lnTo>
                  <a:lnTo>
                    <a:pt x="803" y="5636"/>
                  </a:lnTo>
                  <a:lnTo>
                    <a:pt x="683" y="5856"/>
                  </a:lnTo>
                  <a:lnTo>
                    <a:pt x="542" y="6097"/>
                  </a:lnTo>
                  <a:lnTo>
                    <a:pt x="442" y="6318"/>
                  </a:lnTo>
                  <a:lnTo>
                    <a:pt x="342" y="6558"/>
                  </a:lnTo>
                  <a:lnTo>
                    <a:pt x="241" y="6819"/>
                  </a:lnTo>
                  <a:lnTo>
                    <a:pt x="181" y="7080"/>
                  </a:lnTo>
                  <a:lnTo>
                    <a:pt x="101" y="7340"/>
                  </a:lnTo>
                  <a:lnTo>
                    <a:pt x="61" y="7601"/>
                  </a:lnTo>
                  <a:lnTo>
                    <a:pt x="21" y="7862"/>
                  </a:lnTo>
                  <a:lnTo>
                    <a:pt x="1" y="8143"/>
                  </a:lnTo>
                  <a:lnTo>
                    <a:pt x="1" y="8423"/>
                  </a:lnTo>
                  <a:lnTo>
                    <a:pt x="21" y="8704"/>
                  </a:lnTo>
                  <a:lnTo>
                    <a:pt x="61" y="8965"/>
                  </a:lnTo>
                  <a:lnTo>
                    <a:pt x="121" y="9246"/>
                  </a:lnTo>
                  <a:lnTo>
                    <a:pt x="181" y="9526"/>
                  </a:lnTo>
                  <a:lnTo>
                    <a:pt x="281" y="9807"/>
                  </a:lnTo>
                  <a:lnTo>
                    <a:pt x="402" y="10088"/>
                  </a:lnTo>
                  <a:lnTo>
                    <a:pt x="542" y="10369"/>
                  </a:lnTo>
                  <a:lnTo>
                    <a:pt x="703" y="10629"/>
                  </a:lnTo>
                  <a:lnTo>
                    <a:pt x="883" y="10910"/>
                  </a:lnTo>
                  <a:lnTo>
                    <a:pt x="1044" y="11091"/>
                  </a:lnTo>
                  <a:lnTo>
                    <a:pt x="1164" y="11251"/>
                  </a:lnTo>
                  <a:lnTo>
                    <a:pt x="1184" y="11271"/>
                  </a:lnTo>
                  <a:lnTo>
                    <a:pt x="1384" y="11472"/>
                  </a:lnTo>
                  <a:lnTo>
                    <a:pt x="1625" y="11672"/>
                  </a:lnTo>
                  <a:lnTo>
                    <a:pt x="1926" y="11913"/>
                  </a:lnTo>
                  <a:lnTo>
                    <a:pt x="2267" y="12113"/>
                  </a:lnTo>
                  <a:lnTo>
                    <a:pt x="2628" y="12314"/>
                  </a:lnTo>
                  <a:lnTo>
                    <a:pt x="3009" y="12494"/>
                  </a:lnTo>
                  <a:lnTo>
                    <a:pt x="3410" y="12635"/>
                  </a:lnTo>
                  <a:lnTo>
                    <a:pt x="3851" y="12755"/>
                  </a:lnTo>
                  <a:lnTo>
                    <a:pt x="4292" y="12855"/>
                  </a:lnTo>
                  <a:lnTo>
                    <a:pt x="4754" y="12916"/>
                  </a:lnTo>
                  <a:lnTo>
                    <a:pt x="5215" y="12936"/>
                  </a:lnTo>
                  <a:lnTo>
                    <a:pt x="5716" y="12936"/>
                  </a:lnTo>
                  <a:lnTo>
                    <a:pt x="6218" y="12916"/>
                  </a:lnTo>
                  <a:lnTo>
                    <a:pt x="6719" y="12835"/>
                  </a:lnTo>
                  <a:lnTo>
                    <a:pt x="7220" y="12715"/>
                  </a:lnTo>
                  <a:lnTo>
                    <a:pt x="7742" y="12575"/>
                  </a:lnTo>
                  <a:lnTo>
                    <a:pt x="8263" y="12374"/>
                  </a:lnTo>
                  <a:lnTo>
                    <a:pt x="8785" y="12133"/>
                  </a:lnTo>
                  <a:lnTo>
                    <a:pt x="9065" y="11993"/>
                  </a:lnTo>
                  <a:lnTo>
                    <a:pt x="9346" y="11813"/>
                  </a:lnTo>
                  <a:lnTo>
                    <a:pt x="9607" y="11652"/>
                  </a:lnTo>
                  <a:lnTo>
                    <a:pt x="9888" y="11452"/>
                  </a:lnTo>
                  <a:lnTo>
                    <a:pt x="10168" y="11251"/>
                  </a:lnTo>
                  <a:lnTo>
                    <a:pt x="10429" y="11030"/>
                  </a:lnTo>
                  <a:lnTo>
                    <a:pt x="10710" y="10790"/>
                  </a:lnTo>
                  <a:lnTo>
                    <a:pt x="10971" y="10529"/>
                  </a:lnTo>
                  <a:lnTo>
                    <a:pt x="11251" y="10268"/>
                  </a:lnTo>
                  <a:lnTo>
                    <a:pt x="11512" y="9968"/>
                  </a:lnTo>
                  <a:lnTo>
                    <a:pt x="11753" y="9667"/>
                  </a:lnTo>
                  <a:lnTo>
                    <a:pt x="12013" y="9366"/>
                  </a:lnTo>
                  <a:lnTo>
                    <a:pt x="12274" y="9025"/>
                  </a:lnTo>
                  <a:lnTo>
                    <a:pt x="12515" y="8664"/>
                  </a:lnTo>
                  <a:lnTo>
                    <a:pt x="12755" y="8303"/>
                  </a:lnTo>
                  <a:lnTo>
                    <a:pt x="12996" y="7902"/>
                  </a:lnTo>
                  <a:lnTo>
                    <a:pt x="13217" y="7481"/>
                  </a:lnTo>
                  <a:lnTo>
                    <a:pt x="13437" y="7019"/>
                  </a:lnTo>
                  <a:lnTo>
                    <a:pt x="13678" y="6538"/>
                  </a:lnTo>
                  <a:lnTo>
                    <a:pt x="13919" y="6037"/>
                  </a:lnTo>
                  <a:lnTo>
                    <a:pt x="14219" y="5515"/>
                  </a:lnTo>
                  <a:lnTo>
                    <a:pt x="14560" y="4974"/>
                  </a:lnTo>
                  <a:lnTo>
                    <a:pt x="14761" y="4693"/>
                  </a:lnTo>
                  <a:lnTo>
                    <a:pt x="14961" y="4412"/>
                  </a:lnTo>
                  <a:lnTo>
                    <a:pt x="15202" y="4152"/>
                  </a:lnTo>
                  <a:lnTo>
                    <a:pt x="15463" y="3871"/>
                  </a:lnTo>
                  <a:lnTo>
                    <a:pt x="15483" y="3851"/>
                  </a:lnTo>
                  <a:lnTo>
                    <a:pt x="16084" y="3550"/>
                  </a:lnTo>
                  <a:lnTo>
                    <a:pt x="16365" y="3430"/>
                  </a:lnTo>
                  <a:lnTo>
                    <a:pt x="16626" y="3329"/>
                  </a:lnTo>
                  <a:lnTo>
                    <a:pt x="16867" y="3249"/>
                  </a:lnTo>
                  <a:lnTo>
                    <a:pt x="17087" y="3189"/>
                  </a:lnTo>
                  <a:lnTo>
                    <a:pt x="17308" y="3149"/>
                  </a:lnTo>
                  <a:lnTo>
                    <a:pt x="17709" y="3149"/>
                  </a:lnTo>
                  <a:lnTo>
                    <a:pt x="17970" y="3189"/>
                  </a:lnTo>
                  <a:lnTo>
                    <a:pt x="18230" y="3269"/>
                  </a:lnTo>
                  <a:lnTo>
                    <a:pt x="18491" y="3350"/>
                  </a:lnTo>
                  <a:lnTo>
                    <a:pt x="18772" y="3470"/>
                  </a:lnTo>
                  <a:lnTo>
                    <a:pt x="19052" y="3610"/>
                  </a:lnTo>
                  <a:lnTo>
                    <a:pt x="19333" y="3771"/>
                  </a:lnTo>
                  <a:lnTo>
                    <a:pt x="19614" y="3951"/>
                  </a:lnTo>
                  <a:lnTo>
                    <a:pt x="19915" y="4172"/>
                  </a:lnTo>
                  <a:lnTo>
                    <a:pt x="20336" y="4493"/>
                  </a:lnTo>
                  <a:lnTo>
                    <a:pt x="20777" y="4854"/>
                  </a:lnTo>
                  <a:lnTo>
                    <a:pt x="21218" y="5255"/>
                  </a:lnTo>
                  <a:lnTo>
                    <a:pt x="21660" y="5676"/>
                  </a:lnTo>
                  <a:lnTo>
                    <a:pt x="22101" y="6137"/>
                  </a:lnTo>
                  <a:lnTo>
                    <a:pt x="22562" y="6618"/>
                  </a:lnTo>
                  <a:lnTo>
                    <a:pt x="23023" y="7120"/>
                  </a:lnTo>
                  <a:lnTo>
                    <a:pt x="23485" y="7661"/>
                  </a:lnTo>
                  <a:lnTo>
                    <a:pt x="24407" y="8764"/>
                  </a:lnTo>
                  <a:lnTo>
                    <a:pt x="25330" y="9947"/>
                  </a:lnTo>
                  <a:lnTo>
                    <a:pt x="26232" y="11151"/>
                  </a:lnTo>
                  <a:lnTo>
                    <a:pt x="27134" y="12374"/>
                  </a:lnTo>
                  <a:lnTo>
                    <a:pt x="27997" y="13577"/>
                  </a:lnTo>
                  <a:lnTo>
                    <a:pt x="28839" y="14761"/>
                  </a:lnTo>
                  <a:lnTo>
                    <a:pt x="30383" y="16987"/>
                  </a:lnTo>
                  <a:lnTo>
                    <a:pt x="31085" y="17969"/>
                  </a:lnTo>
                  <a:lnTo>
                    <a:pt x="31727" y="18832"/>
                  </a:lnTo>
                  <a:lnTo>
                    <a:pt x="32288" y="19574"/>
                  </a:lnTo>
                  <a:lnTo>
                    <a:pt x="32790" y="20175"/>
                  </a:lnTo>
                  <a:lnTo>
                    <a:pt x="32970" y="20376"/>
                  </a:lnTo>
                  <a:lnTo>
                    <a:pt x="33151" y="20536"/>
                  </a:lnTo>
                  <a:lnTo>
                    <a:pt x="33311" y="20677"/>
                  </a:lnTo>
                  <a:lnTo>
                    <a:pt x="33432" y="20777"/>
                  </a:lnTo>
                  <a:lnTo>
                    <a:pt x="33552" y="20837"/>
                  </a:lnTo>
                  <a:lnTo>
                    <a:pt x="33732" y="20877"/>
                  </a:lnTo>
                  <a:lnTo>
                    <a:pt x="33993" y="20917"/>
                  </a:lnTo>
                  <a:lnTo>
                    <a:pt x="34354" y="20937"/>
                  </a:lnTo>
                  <a:lnTo>
                    <a:pt x="34795" y="20937"/>
                  </a:lnTo>
                  <a:lnTo>
                    <a:pt x="34996" y="20957"/>
                  </a:lnTo>
                  <a:lnTo>
                    <a:pt x="35858" y="20957"/>
                  </a:lnTo>
                  <a:lnTo>
                    <a:pt x="36881" y="20937"/>
                  </a:lnTo>
                  <a:lnTo>
                    <a:pt x="37844" y="20937"/>
                  </a:lnTo>
                  <a:lnTo>
                    <a:pt x="37643" y="20336"/>
                  </a:lnTo>
                  <a:lnTo>
                    <a:pt x="37362" y="19433"/>
                  </a:lnTo>
                  <a:lnTo>
                    <a:pt x="37001" y="18270"/>
                  </a:lnTo>
                  <a:lnTo>
                    <a:pt x="36540" y="16906"/>
                  </a:lnTo>
                  <a:lnTo>
                    <a:pt x="35999" y="15362"/>
                  </a:lnTo>
                  <a:lnTo>
                    <a:pt x="35678" y="14560"/>
                  </a:lnTo>
                  <a:lnTo>
                    <a:pt x="35357" y="13718"/>
                  </a:lnTo>
                  <a:lnTo>
                    <a:pt x="34996" y="12855"/>
                  </a:lnTo>
                  <a:lnTo>
                    <a:pt x="34615" y="11973"/>
                  </a:lnTo>
                  <a:lnTo>
                    <a:pt x="34214" y="11091"/>
                  </a:lnTo>
                  <a:lnTo>
                    <a:pt x="33772" y="10208"/>
                  </a:lnTo>
                  <a:lnTo>
                    <a:pt x="33311" y="9326"/>
                  </a:lnTo>
                  <a:lnTo>
                    <a:pt x="32830" y="8443"/>
                  </a:lnTo>
                  <a:lnTo>
                    <a:pt x="32329" y="7581"/>
                  </a:lnTo>
                  <a:lnTo>
                    <a:pt x="31787" y="6739"/>
                  </a:lnTo>
                  <a:lnTo>
                    <a:pt x="31226" y="5916"/>
                  </a:lnTo>
                  <a:lnTo>
                    <a:pt x="30644" y="5134"/>
                  </a:lnTo>
                  <a:lnTo>
                    <a:pt x="30042" y="4372"/>
                  </a:lnTo>
                  <a:lnTo>
                    <a:pt x="29721" y="4011"/>
                  </a:lnTo>
                  <a:lnTo>
                    <a:pt x="29401" y="3670"/>
                  </a:lnTo>
                  <a:lnTo>
                    <a:pt x="29060" y="3329"/>
                  </a:lnTo>
                  <a:lnTo>
                    <a:pt x="28739" y="3009"/>
                  </a:lnTo>
                  <a:lnTo>
                    <a:pt x="28378" y="2688"/>
                  </a:lnTo>
                  <a:lnTo>
                    <a:pt x="28037" y="2387"/>
                  </a:lnTo>
                  <a:lnTo>
                    <a:pt x="27676" y="2106"/>
                  </a:lnTo>
                  <a:lnTo>
                    <a:pt x="27315" y="1825"/>
                  </a:lnTo>
                  <a:lnTo>
                    <a:pt x="26934" y="1585"/>
                  </a:lnTo>
                  <a:lnTo>
                    <a:pt x="26553" y="1344"/>
                  </a:lnTo>
                  <a:lnTo>
                    <a:pt x="26172" y="1123"/>
                  </a:lnTo>
                  <a:lnTo>
                    <a:pt x="25791" y="903"/>
                  </a:lnTo>
                  <a:lnTo>
                    <a:pt x="25390" y="722"/>
                  </a:lnTo>
                  <a:lnTo>
                    <a:pt x="24969" y="562"/>
                  </a:lnTo>
                  <a:lnTo>
                    <a:pt x="24567" y="422"/>
                  </a:lnTo>
                  <a:lnTo>
                    <a:pt x="24146" y="281"/>
                  </a:lnTo>
                  <a:lnTo>
                    <a:pt x="23705" y="181"/>
                  </a:lnTo>
                  <a:lnTo>
                    <a:pt x="23284" y="101"/>
                  </a:lnTo>
                  <a:lnTo>
                    <a:pt x="22763" y="41"/>
                  </a:lnTo>
                  <a:lnTo>
                    <a:pt x="222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34">
              <a:extLst>
                <a:ext uri="{FF2B5EF4-FFF2-40B4-BE49-F238E27FC236}">
                  <a16:creationId xmlns:a16="http://schemas.microsoft.com/office/drawing/2014/main" id="{77AE3527-6328-646D-7C54-E38B19447CF1}"/>
                </a:ext>
              </a:extLst>
            </p:cNvPr>
            <p:cNvSpPr/>
            <p:nvPr/>
          </p:nvSpPr>
          <p:spPr>
            <a:xfrm>
              <a:off x="8222575" y="3901000"/>
              <a:ext cx="946100" cy="523950"/>
            </a:xfrm>
            <a:custGeom>
              <a:avLst/>
              <a:gdLst/>
              <a:ahLst/>
              <a:cxnLst/>
              <a:rect l="l" t="t" r="r" b="b"/>
              <a:pathLst>
                <a:path w="37844" h="20958" fill="none" extrusionOk="0">
                  <a:moveTo>
                    <a:pt x="37844" y="20937"/>
                  </a:moveTo>
                  <a:lnTo>
                    <a:pt x="37844" y="20937"/>
                  </a:lnTo>
                  <a:lnTo>
                    <a:pt x="37001" y="20937"/>
                  </a:lnTo>
                  <a:lnTo>
                    <a:pt x="36881" y="20937"/>
                  </a:lnTo>
                  <a:lnTo>
                    <a:pt x="36881" y="20937"/>
                  </a:lnTo>
                  <a:lnTo>
                    <a:pt x="35858" y="20957"/>
                  </a:lnTo>
                  <a:lnTo>
                    <a:pt x="34996" y="20957"/>
                  </a:lnTo>
                  <a:lnTo>
                    <a:pt x="34996" y="20957"/>
                  </a:lnTo>
                  <a:lnTo>
                    <a:pt x="34795" y="20937"/>
                  </a:lnTo>
                  <a:lnTo>
                    <a:pt x="34795" y="20937"/>
                  </a:lnTo>
                  <a:lnTo>
                    <a:pt x="34354" y="20937"/>
                  </a:lnTo>
                  <a:lnTo>
                    <a:pt x="33993" y="20917"/>
                  </a:lnTo>
                  <a:lnTo>
                    <a:pt x="33732" y="20877"/>
                  </a:lnTo>
                  <a:lnTo>
                    <a:pt x="33552" y="20837"/>
                  </a:lnTo>
                  <a:lnTo>
                    <a:pt x="33552" y="20837"/>
                  </a:lnTo>
                  <a:lnTo>
                    <a:pt x="33432" y="20777"/>
                  </a:lnTo>
                  <a:lnTo>
                    <a:pt x="33432" y="20777"/>
                  </a:lnTo>
                  <a:lnTo>
                    <a:pt x="33311" y="20677"/>
                  </a:lnTo>
                  <a:lnTo>
                    <a:pt x="33151" y="20536"/>
                  </a:lnTo>
                  <a:lnTo>
                    <a:pt x="32970" y="20376"/>
                  </a:lnTo>
                  <a:lnTo>
                    <a:pt x="32790" y="20175"/>
                  </a:lnTo>
                  <a:lnTo>
                    <a:pt x="32790" y="20175"/>
                  </a:lnTo>
                  <a:lnTo>
                    <a:pt x="32288" y="19574"/>
                  </a:lnTo>
                  <a:lnTo>
                    <a:pt x="31727" y="18832"/>
                  </a:lnTo>
                  <a:lnTo>
                    <a:pt x="31085" y="17969"/>
                  </a:lnTo>
                  <a:lnTo>
                    <a:pt x="30383" y="16987"/>
                  </a:lnTo>
                  <a:lnTo>
                    <a:pt x="28839" y="14761"/>
                  </a:lnTo>
                  <a:lnTo>
                    <a:pt x="27997" y="13577"/>
                  </a:lnTo>
                  <a:lnTo>
                    <a:pt x="27134" y="12374"/>
                  </a:lnTo>
                  <a:lnTo>
                    <a:pt x="26232" y="11151"/>
                  </a:lnTo>
                  <a:lnTo>
                    <a:pt x="25330" y="9947"/>
                  </a:lnTo>
                  <a:lnTo>
                    <a:pt x="24407" y="8764"/>
                  </a:lnTo>
                  <a:lnTo>
                    <a:pt x="23485" y="7661"/>
                  </a:lnTo>
                  <a:lnTo>
                    <a:pt x="23023" y="7120"/>
                  </a:lnTo>
                  <a:lnTo>
                    <a:pt x="22562" y="6618"/>
                  </a:lnTo>
                  <a:lnTo>
                    <a:pt x="22101" y="6137"/>
                  </a:lnTo>
                  <a:lnTo>
                    <a:pt x="21660" y="5676"/>
                  </a:lnTo>
                  <a:lnTo>
                    <a:pt x="21218" y="5255"/>
                  </a:lnTo>
                  <a:lnTo>
                    <a:pt x="20777" y="4854"/>
                  </a:lnTo>
                  <a:lnTo>
                    <a:pt x="20336" y="4493"/>
                  </a:lnTo>
                  <a:lnTo>
                    <a:pt x="19915" y="4172"/>
                  </a:lnTo>
                  <a:lnTo>
                    <a:pt x="19915" y="4172"/>
                  </a:lnTo>
                  <a:lnTo>
                    <a:pt x="19614" y="3951"/>
                  </a:lnTo>
                  <a:lnTo>
                    <a:pt x="19333" y="3771"/>
                  </a:lnTo>
                  <a:lnTo>
                    <a:pt x="19052" y="3610"/>
                  </a:lnTo>
                  <a:lnTo>
                    <a:pt x="18772" y="3470"/>
                  </a:lnTo>
                  <a:lnTo>
                    <a:pt x="18491" y="3350"/>
                  </a:lnTo>
                  <a:lnTo>
                    <a:pt x="18230" y="3269"/>
                  </a:lnTo>
                  <a:lnTo>
                    <a:pt x="17970" y="3189"/>
                  </a:lnTo>
                  <a:lnTo>
                    <a:pt x="17709" y="3149"/>
                  </a:lnTo>
                  <a:lnTo>
                    <a:pt x="17709" y="3149"/>
                  </a:lnTo>
                  <a:lnTo>
                    <a:pt x="17488" y="3149"/>
                  </a:lnTo>
                  <a:lnTo>
                    <a:pt x="17488" y="3149"/>
                  </a:lnTo>
                  <a:lnTo>
                    <a:pt x="17308" y="3149"/>
                  </a:lnTo>
                  <a:lnTo>
                    <a:pt x="17087" y="3189"/>
                  </a:lnTo>
                  <a:lnTo>
                    <a:pt x="16867" y="3249"/>
                  </a:lnTo>
                  <a:lnTo>
                    <a:pt x="16626" y="3329"/>
                  </a:lnTo>
                  <a:lnTo>
                    <a:pt x="16365" y="3430"/>
                  </a:lnTo>
                  <a:lnTo>
                    <a:pt x="16084" y="3550"/>
                  </a:lnTo>
                  <a:lnTo>
                    <a:pt x="15483" y="3851"/>
                  </a:lnTo>
                  <a:lnTo>
                    <a:pt x="15463" y="3871"/>
                  </a:lnTo>
                  <a:lnTo>
                    <a:pt x="15463" y="3871"/>
                  </a:lnTo>
                  <a:lnTo>
                    <a:pt x="15202" y="4152"/>
                  </a:lnTo>
                  <a:lnTo>
                    <a:pt x="14961" y="4412"/>
                  </a:lnTo>
                  <a:lnTo>
                    <a:pt x="14761" y="4693"/>
                  </a:lnTo>
                  <a:lnTo>
                    <a:pt x="14560" y="4974"/>
                  </a:lnTo>
                  <a:lnTo>
                    <a:pt x="14219" y="5515"/>
                  </a:lnTo>
                  <a:lnTo>
                    <a:pt x="13919" y="6037"/>
                  </a:lnTo>
                  <a:lnTo>
                    <a:pt x="13678" y="6538"/>
                  </a:lnTo>
                  <a:lnTo>
                    <a:pt x="13437" y="7019"/>
                  </a:lnTo>
                  <a:lnTo>
                    <a:pt x="13217" y="7481"/>
                  </a:lnTo>
                  <a:lnTo>
                    <a:pt x="12996" y="7902"/>
                  </a:lnTo>
                  <a:lnTo>
                    <a:pt x="12996" y="7902"/>
                  </a:lnTo>
                  <a:lnTo>
                    <a:pt x="12755" y="8303"/>
                  </a:lnTo>
                  <a:lnTo>
                    <a:pt x="12515" y="8664"/>
                  </a:lnTo>
                  <a:lnTo>
                    <a:pt x="12274" y="9025"/>
                  </a:lnTo>
                  <a:lnTo>
                    <a:pt x="12013" y="9366"/>
                  </a:lnTo>
                  <a:lnTo>
                    <a:pt x="11753" y="9667"/>
                  </a:lnTo>
                  <a:lnTo>
                    <a:pt x="11512" y="9968"/>
                  </a:lnTo>
                  <a:lnTo>
                    <a:pt x="11251" y="10268"/>
                  </a:lnTo>
                  <a:lnTo>
                    <a:pt x="10971" y="10529"/>
                  </a:lnTo>
                  <a:lnTo>
                    <a:pt x="10710" y="10790"/>
                  </a:lnTo>
                  <a:lnTo>
                    <a:pt x="10429" y="11030"/>
                  </a:lnTo>
                  <a:lnTo>
                    <a:pt x="10168" y="11251"/>
                  </a:lnTo>
                  <a:lnTo>
                    <a:pt x="9888" y="11452"/>
                  </a:lnTo>
                  <a:lnTo>
                    <a:pt x="9607" y="11652"/>
                  </a:lnTo>
                  <a:lnTo>
                    <a:pt x="9346" y="11813"/>
                  </a:lnTo>
                  <a:lnTo>
                    <a:pt x="9065" y="11993"/>
                  </a:lnTo>
                  <a:lnTo>
                    <a:pt x="8785" y="12133"/>
                  </a:lnTo>
                  <a:lnTo>
                    <a:pt x="8785" y="12133"/>
                  </a:lnTo>
                  <a:lnTo>
                    <a:pt x="8263" y="12374"/>
                  </a:lnTo>
                  <a:lnTo>
                    <a:pt x="7742" y="12575"/>
                  </a:lnTo>
                  <a:lnTo>
                    <a:pt x="7220" y="12715"/>
                  </a:lnTo>
                  <a:lnTo>
                    <a:pt x="6719" y="12835"/>
                  </a:lnTo>
                  <a:lnTo>
                    <a:pt x="6218" y="12916"/>
                  </a:lnTo>
                  <a:lnTo>
                    <a:pt x="5716" y="12936"/>
                  </a:lnTo>
                  <a:lnTo>
                    <a:pt x="5215" y="12936"/>
                  </a:lnTo>
                  <a:lnTo>
                    <a:pt x="4754" y="12916"/>
                  </a:lnTo>
                  <a:lnTo>
                    <a:pt x="4292" y="12855"/>
                  </a:lnTo>
                  <a:lnTo>
                    <a:pt x="3851" y="12755"/>
                  </a:lnTo>
                  <a:lnTo>
                    <a:pt x="3410" y="12635"/>
                  </a:lnTo>
                  <a:lnTo>
                    <a:pt x="3009" y="12494"/>
                  </a:lnTo>
                  <a:lnTo>
                    <a:pt x="2628" y="12314"/>
                  </a:lnTo>
                  <a:lnTo>
                    <a:pt x="2267" y="12113"/>
                  </a:lnTo>
                  <a:lnTo>
                    <a:pt x="1926" y="11913"/>
                  </a:lnTo>
                  <a:lnTo>
                    <a:pt x="1625" y="11672"/>
                  </a:lnTo>
                  <a:lnTo>
                    <a:pt x="1625" y="11672"/>
                  </a:lnTo>
                  <a:lnTo>
                    <a:pt x="1384" y="11472"/>
                  </a:lnTo>
                  <a:lnTo>
                    <a:pt x="1184" y="11271"/>
                  </a:lnTo>
                  <a:lnTo>
                    <a:pt x="1184" y="11271"/>
                  </a:lnTo>
                  <a:lnTo>
                    <a:pt x="1164" y="11251"/>
                  </a:lnTo>
                  <a:lnTo>
                    <a:pt x="1164" y="11251"/>
                  </a:lnTo>
                  <a:lnTo>
                    <a:pt x="1044" y="11091"/>
                  </a:lnTo>
                  <a:lnTo>
                    <a:pt x="1044" y="11091"/>
                  </a:lnTo>
                  <a:lnTo>
                    <a:pt x="883" y="10910"/>
                  </a:lnTo>
                  <a:lnTo>
                    <a:pt x="883" y="10910"/>
                  </a:lnTo>
                  <a:lnTo>
                    <a:pt x="703" y="10629"/>
                  </a:lnTo>
                  <a:lnTo>
                    <a:pt x="542" y="10369"/>
                  </a:lnTo>
                  <a:lnTo>
                    <a:pt x="402" y="10088"/>
                  </a:lnTo>
                  <a:lnTo>
                    <a:pt x="281" y="9807"/>
                  </a:lnTo>
                  <a:lnTo>
                    <a:pt x="181" y="9526"/>
                  </a:lnTo>
                  <a:lnTo>
                    <a:pt x="121" y="9246"/>
                  </a:lnTo>
                  <a:lnTo>
                    <a:pt x="61" y="8965"/>
                  </a:lnTo>
                  <a:lnTo>
                    <a:pt x="21" y="8704"/>
                  </a:lnTo>
                  <a:lnTo>
                    <a:pt x="1" y="8423"/>
                  </a:lnTo>
                  <a:lnTo>
                    <a:pt x="1" y="8143"/>
                  </a:lnTo>
                  <a:lnTo>
                    <a:pt x="21" y="7862"/>
                  </a:lnTo>
                  <a:lnTo>
                    <a:pt x="61" y="7601"/>
                  </a:lnTo>
                  <a:lnTo>
                    <a:pt x="101" y="7340"/>
                  </a:lnTo>
                  <a:lnTo>
                    <a:pt x="181" y="7080"/>
                  </a:lnTo>
                  <a:lnTo>
                    <a:pt x="241" y="6819"/>
                  </a:lnTo>
                  <a:lnTo>
                    <a:pt x="342" y="6558"/>
                  </a:lnTo>
                  <a:lnTo>
                    <a:pt x="442" y="6318"/>
                  </a:lnTo>
                  <a:lnTo>
                    <a:pt x="542" y="6097"/>
                  </a:lnTo>
                  <a:lnTo>
                    <a:pt x="683" y="5856"/>
                  </a:lnTo>
                  <a:lnTo>
                    <a:pt x="803" y="5636"/>
                  </a:lnTo>
                  <a:lnTo>
                    <a:pt x="943" y="5435"/>
                  </a:lnTo>
                  <a:lnTo>
                    <a:pt x="1104" y="5235"/>
                  </a:lnTo>
                  <a:lnTo>
                    <a:pt x="1264" y="5054"/>
                  </a:lnTo>
                  <a:lnTo>
                    <a:pt x="1425" y="4874"/>
                  </a:lnTo>
                  <a:lnTo>
                    <a:pt x="1605" y="4693"/>
                  </a:lnTo>
                  <a:lnTo>
                    <a:pt x="1766" y="4553"/>
                  </a:lnTo>
                  <a:lnTo>
                    <a:pt x="1946" y="4412"/>
                  </a:lnTo>
                  <a:lnTo>
                    <a:pt x="2147" y="4292"/>
                  </a:lnTo>
                  <a:lnTo>
                    <a:pt x="2327" y="4172"/>
                  </a:lnTo>
                  <a:lnTo>
                    <a:pt x="2508" y="4071"/>
                  </a:lnTo>
                  <a:lnTo>
                    <a:pt x="2708" y="3991"/>
                  </a:lnTo>
                  <a:lnTo>
                    <a:pt x="2889" y="3931"/>
                  </a:lnTo>
                  <a:lnTo>
                    <a:pt x="2889" y="3931"/>
                  </a:lnTo>
                  <a:lnTo>
                    <a:pt x="3189" y="3871"/>
                  </a:lnTo>
                  <a:lnTo>
                    <a:pt x="3490" y="3791"/>
                  </a:lnTo>
                  <a:lnTo>
                    <a:pt x="4132" y="3690"/>
                  </a:lnTo>
                  <a:lnTo>
                    <a:pt x="4834" y="3630"/>
                  </a:lnTo>
                  <a:lnTo>
                    <a:pt x="5556" y="3590"/>
                  </a:lnTo>
                  <a:lnTo>
                    <a:pt x="6318" y="3570"/>
                  </a:lnTo>
                  <a:lnTo>
                    <a:pt x="7080" y="3570"/>
                  </a:lnTo>
                  <a:lnTo>
                    <a:pt x="8624" y="3590"/>
                  </a:lnTo>
                  <a:lnTo>
                    <a:pt x="8624" y="3590"/>
                  </a:lnTo>
                  <a:lnTo>
                    <a:pt x="10148" y="3610"/>
                  </a:lnTo>
                  <a:lnTo>
                    <a:pt x="10850" y="3610"/>
                  </a:lnTo>
                  <a:lnTo>
                    <a:pt x="11492" y="3590"/>
                  </a:lnTo>
                  <a:lnTo>
                    <a:pt x="12094" y="3550"/>
                  </a:lnTo>
                  <a:lnTo>
                    <a:pt x="12615" y="3490"/>
                  </a:lnTo>
                  <a:lnTo>
                    <a:pt x="12856" y="3430"/>
                  </a:lnTo>
                  <a:lnTo>
                    <a:pt x="13076" y="3370"/>
                  </a:lnTo>
                  <a:lnTo>
                    <a:pt x="13257" y="3309"/>
                  </a:lnTo>
                  <a:lnTo>
                    <a:pt x="13417" y="3229"/>
                  </a:lnTo>
                  <a:lnTo>
                    <a:pt x="13417" y="3229"/>
                  </a:lnTo>
                  <a:lnTo>
                    <a:pt x="13638" y="3069"/>
                  </a:lnTo>
                  <a:lnTo>
                    <a:pt x="13638" y="3069"/>
                  </a:lnTo>
                  <a:lnTo>
                    <a:pt x="14059" y="2788"/>
                  </a:lnTo>
                  <a:lnTo>
                    <a:pt x="14500" y="2487"/>
                  </a:lnTo>
                  <a:lnTo>
                    <a:pt x="14941" y="2226"/>
                  </a:lnTo>
                  <a:lnTo>
                    <a:pt x="15383" y="1946"/>
                  </a:lnTo>
                  <a:lnTo>
                    <a:pt x="15844" y="1705"/>
                  </a:lnTo>
                  <a:lnTo>
                    <a:pt x="16305" y="1464"/>
                  </a:lnTo>
                  <a:lnTo>
                    <a:pt x="16786" y="1244"/>
                  </a:lnTo>
                  <a:lnTo>
                    <a:pt x="17268" y="1023"/>
                  </a:lnTo>
                  <a:lnTo>
                    <a:pt x="17749" y="823"/>
                  </a:lnTo>
                  <a:lnTo>
                    <a:pt x="18230" y="662"/>
                  </a:lnTo>
                  <a:lnTo>
                    <a:pt x="18712" y="502"/>
                  </a:lnTo>
                  <a:lnTo>
                    <a:pt x="19213" y="361"/>
                  </a:lnTo>
                  <a:lnTo>
                    <a:pt x="19714" y="241"/>
                  </a:lnTo>
                  <a:lnTo>
                    <a:pt x="20196" y="141"/>
                  </a:lnTo>
                  <a:lnTo>
                    <a:pt x="20697" y="61"/>
                  </a:lnTo>
                  <a:lnTo>
                    <a:pt x="21198" y="20"/>
                  </a:lnTo>
                  <a:lnTo>
                    <a:pt x="21198" y="20"/>
                  </a:lnTo>
                  <a:lnTo>
                    <a:pt x="21720" y="0"/>
                  </a:lnTo>
                  <a:lnTo>
                    <a:pt x="22241" y="0"/>
                  </a:lnTo>
                  <a:lnTo>
                    <a:pt x="22763" y="41"/>
                  </a:lnTo>
                  <a:lnTo>
                    <a:pt x="23284" y="101"/>
                  </a:lnTo>
                  <a:lnTo>
                    <a:pt x="23284" y="101"/>
                  </a:lnTo>
                  <a:lnTo>
                    <a:pt x="23705" y="181"/>
                  </a:lnTo>
                  <a:lnTo>
                    <a:pt x="24146" y="281"/>
                  </a:lnTo>
                  <a:lnTo>
                    <a:pt x="24567" y="422"/>
                  </a:lnTo>
                  <a:lnTo>
                    <a:pt x="24969" y="562"/>
                  </a:lnTo>
                  <a:lnTo>
                    <a:pt x="25390" y="722"/>
                  </a:lnTo>
                  <a:lnTo>
                    <a:pt x="25791" y="903"/>
                  </a:lnTo>
                  <a:lnTo>
                    <a:pt x="26172" y="1123"/>
                  </a:lnTo>
                  <a:lnTo>
                    <a:pt x="26553" y="1344"/>
                  </a:lnTo>
                  <a:lnTo>
                    <a:pt x="26934" y="1585"/>
                  </a:lnTo>
                  <a:lnTo>
                    <a:pt x="27315" y="1825"/>
                  </a:lnTo>
                  <a:lnTo>
                    <a:pt x="27676" y="2106"/>
                  </a:lnTo>
                  <a:lnTo>
                    <a:pt x="28037" y="2387"/>
                  </a:lnTo>
                  <a:lnTo>
                    <a:pt x="28378" y="2688"/>
                  </a:lnTo>
                  <a:lnTo>
                    <a:pt x="28739" y="3009"/>
                  </a:lnTo>
                  <a:lnTo>
                    <a:pt x="29060" y="3329"/>
                  </a:lnTo>
                  <a:lnTo>
                    <a:pt x="29401" y="3670"/>
                  </a:lnTo>
                  <a:lnTo>
                    <a:pt x="29721" y="4011"/>
                  </a:lnTo>
                  <a:lnTo>
                    <a:pt x="30042" y="4372"/>
                  </a:lnTo>
                  <a:lnTo>
                    <a:pt x="30644" y="5134"/>
                  </a:lnTo>
                  <a:lnTo>
                    <a:pt x="31226" y="5916"/>
                  </a:lnTo>
                  <a:lnTo>
                    <a:pt x="31787" y="6739"/>
                  </a:lnTo>
                  <a:lnTo>
                    <a:pt x="32329" y="7581"/>
                  </a:lnTo>
                  <a:lnTo>
                    <a:pt x="32830" y="8443"/>
                  </a:lnTo>
                  <a:lnTo>
                    <a:pt x="33311" y="9326"/>
                  </a:lnTo>
                  <a:lnTo>
                    <a:pt x="33772" y="10208"/>
                  </a:lnTo>
                  <a:lnTo>
                    <a:pt x="34214" y="11091"/>
                  </a:lnTo>
                  <a:lnTo>
                    <a:pt x="34615" y="11973"/>
                  </a:lnTo>
                  <a:lnTo>
                    <a:pt x="34996" y="12855"/>
                  </a:lnTo>
                  <a:lnTo>
                    <a:pt x="35357" y="13718"/>
                  </a:lnTo>
                  <a:lnTo>
                    <a:pt x="35678" y="14560"/>
                  </a:lnTo>
                  <a:lnTo>
                    <a:pt x="35999" y="15362"/>
                  </a:lnTo>
                  <a:lnTo>
                    <a:pt x="36540" y="16906"/>
                  </a:lnTo>
                  <a:lnTo>
                    <a:pt x="37001" y="18270"/>
                  </a:lnTo>
                  <a:lnTo>
                    <a:pt x="37362" y="19433"/>
                  </a:lnTo>
                  <a:lnTo>
                    <a:pt x="37643" y="20336"/>
                  </a:lnTo>
                  <a:lnTo>
                    <a:pt x="37844" y="209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34">
              <a:extLst>
                <a:ext uri="{FF2B5EF4-FFF2-40B4-BE49-F238E27FC236}">
                  <a16:creationId xmlns:a16="http://schemas.microsoft.com/office/drawing/2014/main" id="{3BA60BAC-2841-1FCC-39C2-D1671D37D460}"/>
                </a:ext>
              </a:extLst>
            </p:cNvPr>
            <p:cNvSpPr/>
            <p:nvPr/>
          </p:nvSpPr>
          <p:spPr>
            <a:xfrm>
              <a:off x="8369975" y="3928575"/>
              <a:ext cx="777650" cy="496375"/>
            </a:xfrm>
            <a:custGeom>
              <a:avLst/>
              <a:gdLst/>
              <a:ahLst/>
              <a:cxnLst/>
              <a:rect l="l" t="t" r="r" b="b"/>
              <a:pathLst>
                <a:path w="31106" h="19855" extrusionOk="0">
                  <a:moveTo>
                    <a:pt x="14741" y="2106"/>
                  </a:moveTo>
                  <a:lnTo>
                    <a:pt x="15022" y="2206"/>
                  </a:lnTo>
                  <a:lnTo>
                    <a:pt x="15302" y="2307"/>
                  </a:lnTo>
                  <a:lnTo>
                    <a:pt x="15583" y="2427"/>
                  </a:lnTo>
                  <a:lnTo>
                    <a:pt x="15864" y="2547"/>
                  </a:lnTo>
                  <a:lnTo>
                    <a:pt x="16405" y="2868"/>
                  </a:lnTo>
                  <a:lnTo>
                    <a:pt x="16947" y="3209"/>
                  </a:lnTo>
                  <a:lnTo>
                    <a:pt x="17448" y="3570"/>
                  </a:lnTo>
                  <a:lnTo>
                    <a:pt x="17950" y="3951"/>
                  </a:lnTo>
                  <a:lnTo>
                    <a:pt x="18391" y="4352"/>
                  </a:lnTo>
                  <a:lnTo>
                    <a:pt x="18832" y="4713"/>
                  </a:lnTo>
                  <a:lnTo>
                    <a:pt x="19273" y="5134"/>
                  </a:lnTo>
                  <a:lnTo>
                    <a:pt x="19714" y="5576"/>
                  </a:lnTo>
                  <a:lnTo>
                    <a:pt x="20135" y="6017"/>
                  </a:lnTo>
                  <a:lnTo>
                    <a:pt x="20537" y="6478"/>
                  </a:lnTo>
                  <a:lnTo>
                    <a:pt x="20938" y="6959"/>
                  </a:lnTo>
                  <a:lnTo>
                    <a:pt x="21299" y="7441"/>
                  </a:lnTo>
                  <a:lnTo>
                    <a:pt x="21680" y="7942"/>
                  </a:lnTo>
                  <a:lnTo>
                    <a:pt x="22021" y="8443"/>
                  </a:lnTo>
                  <a:lnTo>
                    <a:pt x="22522" y="9225"/>
                  </a:lnTo>
                  <a:lnTo>
                    <a:pt x="22983" y="10008"/>
                  </a:lnTo>
                  <a:lnTo>
                    <a:pt x="23404" y="10810"/>
                  </a:lnTo>
                  <a:lnTo>
                    <a:pt x="23805" y="11612"/>
                  </a:lnTo>
                  <a:lnTo>
                    <a:pt x="24186" y="12434"/>
                  </a:lnTo>
                  <a:lnTo>
                    <a:pt x="24547" y="13256"/>
                  </a:lnTo>
                  <a:lnTo>
                    <a:pt x="25249" y="14921"/>
                  </a:lnTo>
                  <a:lnTo>
                    <a:pt x="24527" y="13658"/>
                  </a:lnTo>
                  <a:lnTo>
                    <a:pt x="23765" y="12414"/>
                  </a:lnTo>
                  <a:lnTo>
                    <a:pt x="22983" y="11191"/>
                  </a:lnTo>
                  <a:lnTo>
                    <a:pt x="22141" y="9988"/>
                  </a:lnTo>
                  <a:lnTo>
                    <a:pt x="21299" y="8804"/>
                  </a:lnTo>
                  <a:lnTo>
                    <a:pt x="20396" y="7661"/>
                  </a:lnTo>
                  <a:lnTo>
                    <a:pt x="19474" y="6538"/>
                  </a:lnTo>
                  <a:lnTo>
                    <a:pt x="18531" y="5455"/>
                  </a:lnTo>
                  <a:lnTo>
                    <a:pt x="17689" y="4513"/>
                  </a:lnTo>
                  <a:lnTo>
                    <a:pt x="17248" y="4051"/>
                  </a:lnTo>
                  <a:lnTo>
                    <a:pt x="16786" y="3610"/>
                  </a:lnTo>
                  <a:lnTo>
                    <a:pt x="16305" y="3169"/>
                  </a:lnTo>
                  <a:lnTo>
                    <a:pt x="15804" y="2788"/>
                  </a:lnTo>
                  <a:lnTo>
                    <a:pt x="15282" y="2427"/>
                  </a:lnTo>
                  <a:lnTo>
                    <a:pt x="15022" y="2267"/>
                  </a:lnTo>
                  <a:lnTo>
                    <a:pt x="14741" y="2106"/>
                  </a:lnTo>
                  <a:close/>
                  <a:moveTo>
                    <a:pt x="14921" y="0"/>
                  </a:moveTo>
                  <a:lnTo>
                    <a:pt x="14540" y="41"/>
                  </a:lnTo>
                  <a:lnTo>
                    <a:pt x="14039" y="101"/>
                  </a:lnTo>
                  <a:lnTo>
                    <a:pt x="13517" y="201"/>
                  </a:lnTo>
                  <a:lnTo>
                    <a:pt x="13016" y="321"/>
                  </a:lnTo>
                  <a:lnTo>
                    <a:pt x="12535" y="462"/>
                  </a:lnTo>
                  <a:lnTo>
                    <a:pt x="11532" y="1123"/>
                  </a:lnTo>
                  <a:lnTo>
                    <a:pt x="12053" y="943"/>
                  </a:lnTo>
                  <a:lnTo>
                    <a:pt x="10991" y="1504"/>
                  </a:lnTo>
                  <a:lnTo>
                    <a:pt x="9848" y="2267"/>
                  </a:lnTo>
                  <a:lnTo>
                    <a:pt x="9266" y="2628"/>
                  </a:lnTo>
                  <a:lnTo>
                    <a:pt x="8684" y="2989"/>
                  </a:lnTo>
                  <a:lnTo>
                    <a:pt x="8404" y="3229"/>
                  </a:lnTo>
                  <a:lnTo>
                    <a:pt x="8123" y="3470"/>
                  </a:lnTo>
                  <a:lnTo>
                    <a:pt x="7581" y="4011"/>
                  </a:lnTo>
                  <a:lnTo>
                    <a:pt x="7060" y="4573"/>
                  </a:lnTo>
                  <a:lnTo>
                    <a:pt x="6579" y="5154"/>
                  </a:lnTo>
                  <a:lnTo>
                    <a:pt x="5616" y="6338"/>
                  </a:lnTo>
                  <a:lnTo>
                    <a:pt x="5155" y="6919"/>
                  </a:lnTo>
                  <a:lnTo>
                    <a:pt x="4693" y="7481"/>
                  </a:lnTo>
                  <a:lnTo>
                    <a:pt x="4212" y="8042"/>
                  </a:lnTo>
                  <a:lnTo>
                    <a:pt x="3691" y="8544"/>
                  </a:lnTo>
                  <a:lnTo>
                    <a:pt x="3430" y="8784"/>
                  </a:lnTo>
                  <a:lnTo>
                    <a:pt x="3169" y="9025"/>
                  </a:lnTo>
                  <a:lnTo>
                    <a:pt x="2889" y="9246"/>
                  </a:lnTo>
                  <a:lnTo>
                    <a:pt x="2608" y="9466"/>
                  </a:lnTo>
                  <a:lnTo>
                    <a:pt x="2307" y="9667"/>
                  </a:lnTo>
                  <a:lnTo>
                    <a:pt x="2006" y="9847"/>
                  </a:lnTo>
                  <a:lnTo>
                    <a:pt x="1705" y="10028"/>
                  </a:lnTo>
                  <a:lnTo>
                    <a:pt x="1385" y="10168"/>
                  </a:lnTo>
                  <a:lnTo>
                    <a:pt x="1044" y="10308"/>
                  </a:lnTo>
                  <a:lnTo>
                    <a:pt x="703" y="10429"/>
                  </a:lnTo>
                  <a:lnTo>
                    <a:pt x="362" y="10529"/>
                  </a:lnTo>
                  <a:lnTo>
                    <a:pt x="1" y="10629"/>
                  </a:lnTo>
                  <a:lnTo>
                    <a:pt x="221" y="10750"/>
                  </a:lnTo>
                  <a:lnTo>
                    <a:pt x="462" y="10850"/>
                  </a:lnTo>
                  <a:lnTo>
                    <a:pt x="883" y="10730"/>
                  </a:lnTo>
                  <a:lnTo>
                    <a:pt x="1304" y="10589"/>
                  </a:lnTo>
                  <a:lnTo>
                    <a:pt x="1565" y="10469"/>
                  </a:lnTo>
                  <a:lnTo>
                    <a:pt x="1806" y="10349"/>
                  </a:lnTo>
                  <a:lnTo>
                    <a:pt x="2307" y="10088"/>
                  </a:lnTo>
                  <a:lnTo>
                    <a:pt x="2768" y="9767"/>
                  </a:lnTo>
                  <a:lnTo>
                    <a:pt x="3209" y="9446"/>
                  </a:lnTo>
                  <a:lnTo>
                    <a:pt x="3611" y="9085"/>
                  </a:lnTo>
                  <a:lnTo>
                    <a:pt x="4012" y="8704"/>
                  </a:lnTo>
                  <a:lnTo>
                    <a:pt x="4393" y="8303"/>
                  </a:lnTo>
                  <a:lnTo>
                    <a:pt x="4754" y="7882"/>
                  </a:lnTo>
                  <a:lnTo>
                    <a:pt x="5115" y="7461"/>
                  </a:lnTo>
                  <a:lnTo>
                    <a:pt x="5476" y="7019"/>
                  </a:lnTo>
                  <a:lnTo>
                    <a:pt x="6157" y="6137"/>
                  </a:lnTo>
                  <a:lnTo>
                    <a:pt x="6859" y="5275"/>
                  </a:lnTo>
                  <a:lnTo>
                    <a:pt x="7220" y="4854"/>
                  </a:lnTo>
                  <a:lnTo>
                    <a:pt x="7581" y="4432"/>
                  </a:lnTo>
                  <a:lnTo>
                    <a:pt x="8063" y="3971"/>
                  </a:lnTo>
                  <a:lnTo>
                    <a:pt x="8544" y="3510"/>
                  </a:lnTo>
                  <a:lnTo>
                    <a:pt x="8825" y="3289"/>
                  </a:lnTo>
                  <a:lnTo>
                    <a:pt x="9085" y="3069"/>
                  </a:lnTo>
                  <a:lnTo>
                    <a:pt x="9366" y="2868"/>
                  </a:lnTo>
                  <a:lnTo>
                    <a:pt x="9647" y="2688"/>
                  </a:lnTo>
                  <a:lnTo>
                    <a:pt x="9948" y="2507"/>
                  </a:lnTo>
                  <a:lnTo>
                    <a:pt x="10249" y="2347"/>
                  </a:lnTo>
                  <a:lnTo>
                    <a:pt x="10549" y="2206"/>
                  </a:lnTo>
                  <a:lnTo>
                    <a:pt x="10870" y="2086"/>
                  </a:lnTo>
                  <a:lnTo>
                    <a:pt x="11191" y="1966"/>
                  </a:lnTo>
                  <a:lnTo>
                    <a:pt x="11512" y="1886"/>
                  </a:lnTo>
                  <a:lnTo>
                    <a:pt x="11853" y="1825"/>
                  </a:lnTo>
                  <a:lnTo>
                    <a:pt x="12174" y="1785"/>
                  </a:lnTo>
                  <a:lnTo>
                    <a:pt x="12816" y="1785"/>
                  </a:lnTo>
                  <a:lnTo>
                    <a:pt x="13136" y="1825"/>
                  </a:lnTo>
                  <a:lnTo>
                    <a:pt x="13437" y="1886"/>
                  </a:lnTo>
                  <a:lnTo>
                    <a:pt x="13738" y="1966"/>
                  </a:lnTo>
                  <a:lnTo>
                    <a:pt x="14039" y="2086"/>
                  </a:lnTo>
                  <a:lnTo>
                    <a:pt x="14340" y="2206"/>
                  </a:lnTo>
                  <a:lnTo>
                    <a:pt x="14620" y="2347"/>
                  </a:lnTo>
                  <a:lnTo>
                    <a:pt x="14901" y="2487"/>
                  </a:lnTo>
                  <a:lnTo>
                    <a:pt x="15182" y="2668"/>
                  </a:lnTo>
                  <a:lnTo>
                    <a:pt x="15443" y="2848"/>
                  </a:lnTo>
                  <a:lnTo>
                    <a:pt x="15964" y="3229"/>
                  </a:lnTo>
                  <a:lnTo>
                    <a:pt x="16445" y="3670"/>
                  </a:lnTo>
                  <a:lnTo>
                    <a:pt x="16907" y="4112"/>
                  </a:lnTo>
                  <a:lnTo>
                    <a:pt x="17809" y="5034"/>
                  </a:lnTo>
                  <a:lnTo>
                    <a:pt x="18692" y="5997"/>
                  </a:lnTo>
                  <a:lnTo>
                    <a:pt x="19534" y="6999"/>
                  </a:lnTo>
                  <a:lnTo>
                    <a:pt x="20336" y="8002"/>
                  </a:lnTo>
                  <a:lnTo>
                    <a:pt x="21118" y="9045"/>
                  </a:lnTo>
                  <a:lnTo>
                    <a:pt x="21880" y="10108"/>
                  </a:lnTo>
                  <a:lnTo>
                    <a:pt x="22622" y="11171"/>
                  </a:lnTo>
                  <a:lnTo>
                    <a:pt x="23324" y="12254"/>
                  </a:lnTo>
                  <a:lnTo>
                    <a:pt x="23825" y="13076"/>
                  </a:lnTo>
                  <a:lnTo>
                    <a:pt x="24307" y="13918"/>
                  </a:lnTo>
                  <a:lnTo>
                    <a:pt x="24788" y="14761"/>
                  </a:lnTo>
                  <a:lnTo>
                    <a:pt x="25229" y="15603"/>
                  </a:lnTo>
                  <a:lnTo>
                    <a:pt x="25670" y="16445"/>
                  </a:lnTo>
                  <a:lnTo>
                    <a:pt x="26092" y="17328"/>
                  </a:lnTo>
                  <a:lnTo>
                    <a:pt x="26493" y="18190"/>
                  </a:lnTo>
                  <a:lnTo>
                    <a:pt x="26894" y="19072"/>
                  </a:lnTo>
                  <a:lnTo>
                    <a:pt x="27074" y="19273"/>
                  </a:lnTo>
                  <a:lnTo>
                    <a:pt x="27255" y="19433"/>
                  </a:lnTo>
                  <a:lnTo>
                    <a:pt x="27415" y="19574"/>
                  </a:lnTo>
                  <a:lnTo>
                    <a:pt x="27536" y="19674"/>
                  </a:lnTo>
                  <a:lnTo>
                    <a:pt x="27114" y="18671"/>
                  </a:lnTo>
                  <a:lnTo>
                    <a:pt x="26653" y="17689"/>
                  </a:lnTo>
                  <a:lnTo>
                    <a:pt x="26653" y="17668"/>
                  </a:lnTo>
                  <a:lnTo>
                    <a:pt x="26453" y="17007"/>
                  </a:lnTo>
                  <a:lnTo>
                    <a:pt x="26232" y="16325"/>
                  </a:lnTo>
                  <a:lnTo>
                    <a:pt x="25991" y="15643"/>
                  </a:lnTo>
                  <a:lnTo>
                    <a:pt x="25751" y="14981"/>
                  </a:lnTo>
                  <a:lnTo>
                    <a:pt x="25470" y="14299"/>
                  </a:lnTo>
                  <a:lnTo>
                    <a:pt x="25189" y="13637"/>
                  </a:lnTo>
                  <a:lnTo>
                    <a:pt x="24888" y="12976"/>
                  </a:lnTo>
                  <a:lnTo>
                    <a:pt x="24588" y="12314"/>
                  </a:lnTo>
                  <a:lnTo>
                    <a:pt x="24247" y="11652"/>
                  </a:lnTo>
                  <a:lnTo>
                    <a:pt x="23906" y="11010"/>
                  </a:lnTo>
                  <a:lnTo>
                    <a:pt x="23545" y="10389"/>
                  </a:lnTo>
                  <a:lnTo>
                    <a:pt x="23184" y="9767"/>
                  </a:lnTo>
                  <a:lnTo>
                    <a:pt x="22803" y="9145"/>
                  </a:lnTo>
                  <a:lnTo>
                    <a:pt x="22422" y="8564"/>
                  </a:lnTo>
                  <a:lnTo>
                    <a:pt x="22001" y="7982"/>
                  </a:lnTo>
                  <a:lnTo>
                    <a:pt x="21599" y="7401"/>
                  </a:lnTo>
                  <a:lnTo>
                    <a:pt x="21218" y="6919"/>
                  </a:lnTo>
                  <a:lnTo>
                    <a:pt x="20817" y="6438"/>
                  </a:lnTo>
                  <a:lnTo>
                    <a:pt x="20396" y="5977"/>
                  </a:lnTo>
                  <a:lnTo>
                    <a:pt x="19975" y="5515"/>
                  </a:lnTo>
                  <a:lnTo>
                    <a:pt x="19534" y="5074"/>
                  </a:lnTo>
                  <a:lnTo>
                    <a:pt x="19093" y="4653"/>
                  </a:lnTo>
                  <a:lnTo>
                    <a:pt x="18611" y="4252"/>
                  </a:lnTo>
                  <a:lnTo>
                    <a:pt x="18130" y="3851"/>
                  </a:lnTo>
                  <a:lnTo>
                    <a:pt x="17729" y="3530"/>
                  </a:lnTo>
                  <a:lnTo>
                    <a:pt x="17288" y="3209"/>
                  </a:lnTo>
                  <a:lnTo>
                    <a:pt x="16826" y="2888"/>
                  </a:lnTo>
                  <a:lnTo>
                    <a:pt x="16345" y="2607"/>
                  </a:lnTo>
                  <a:lnTo>
                    <a:pt x="15844" y="2347"/>
                  </a:lnTo>
                  <a:lnTo>
                    <a:pt x="15583" y="2226"/>
                  </a:lnTo>
                  <a:lnTo>
                    <a:pt x="15342" y="2126"/>
                  </a:lnTo>
                  <a:lnTo>
                    <a:pt x="15082" y="2046"/>
                  </a:lnTo>
                  <a:lnTo>
                    <a:pt x="14821" y="1986"/>
                  </a:lnTo>
                  <a:lnTo>
                    <a:pt x="14560" y="1926"/>
                  </a:lnTo>
                  <a:lnTo>
                    <a:pt x="14300" y="1906"/>
                  </a:lnTo>
                  <a:lnTo>
                    <a:pt x="13858" y="1745"/>
                  </a:lnTo>
                  <a:lnTo>
                    <a:pt x="13397" y="1625"/>
                  </a:lnTo>
                  <a:lnTo>
                    <a:pt x="13156" y="1565"/>
                  </a:lnTo>
                  <a:lnTo>
                    <a:pt x="12916" y="1545"/>
                  </a:lnTo>
                  <a:lnTo>
                    <a:pt x="12675" y="1525"/>
                  </a:lnTo>
                  <a:lnTo>
                    <a:pt x="12414" y="1504"/>
                  </a:lnTo>
                  <a:lnTo>
                    <a:pt x="12174" y="1525"/>
                  </a:lnTo>
                  <a:lnTo>
                    <a:pt x="11933" y="1545"/>
                  </a:lnTo>
                  <a:lnTo>
                    <a:pt x="11672" y="1565"/>
                  </a:lnTo>
                  <a:lnTo>
                    <a:pt x="11432" y="1625"/>
                  </a:lnTo>
                  <a:lnTo>
                    <a:pt x="11151" y="1685"/>
                  </a:lnTo>
                  <a:lnTo>
                    <a:pt x="10870" y="1765"/>
                  </a:lnTo>
                  <a:lnTo>
                    <a:pt x="10610" y="1865"/>
                  </a:lnTo>
                  <a:lnTo>
                    <a:pt x="10349" y="1966"/>
                  </a:lnTo>
                  <a:lnTo>
                    <a:pt x="10870" y="1705"/>
                  </a:lnTo>
                  <a:lnTo>
                    <a:pt x="11372" y="1424"/>
                  </a:lnTo>
                  <a:lnTo>
                    <a:pt x="11873" y="1123"/>
                  </a:lnTo>
                  <a:lnTo>
                    <a:pt x="12374" y="823"/>
                  </a:lnTo>
                  <a:lnTo>
                    <a:pt x="12836" y="682"/>
                  </a:lnTo>
                  <a:lnTo>
                    <a:pt x="13297" y="562"/>
                  </a:lnTo>
                  <a:lnTo>
                    <a:pt x="13778" y="462"/>
                  </a:lnTo>
                  <a:lnTo>
                    <a:pt x="14259" y="381"/>
                  </a:lnTo>
                  <a:lnTo>
                    <a:pt x="14761" y="321"/>
                  </a:lnTo>
                  <a:lnTo>
                    <a:pt x="15282" y="301"/>
                  </a:lnTo>
                  <a:lnTo>
                    <a:pt x="15824" y="321"/>
                  </a:lnTo>
                  <a:lnTo>
                    <a:pt x="16365" y="381"/>
                  </a:lnTo>
                  <a:lnTo>
                    <a:pt x="16907" y="462"/>
                  </a:lnTo>
                  <a:lnTo>
                    <a:pt x="17428" y="582"/>
                  </a:lnTo>
                  <a:lnTo>
                    <a:pt x="17950" y="722"/>
                  </a:lnTo>
                  <a:lnTo>
                    <a:pt x="18471" y="903"/>
                  </a:lnTo>
                  <a:lnTo>
                    <a:pt x="18972" y="1103"/>
                  </a:lnTo>
                  <a:lnTo>
                    <a:pt x="19474" y="1344"/>
                  </a:lnTo>
                  <a:lnTo>
                    <a:pt x="19935" y="1585"/>
                  </a:lnTo>
                  <a:lnTo>
                    <a:pt x="20376" y="1825"/>
                  </a:lnTo>
                  <a:lnTo>
                    <a:pt x="20797" y="2106"/>
                  </a:lnTo>
                  <a:lnTo>
                    <a:pt x="21218" y="2407"/>
                  </a:lnTo>
                  <a:lnTo>
                    <a:pt x="21619" y="2708"/>
                  </a:lnTo>
                  <a:lnTo>
                    <a:pt x="22021" y="3049"/>
                  </a:lnTo>
                  <a:lnTo>
                    <a:pt x="22402" y="3390"/>
                  </a:lnTo>
                  <a:lnTo>
                    <a:pt x="22763" y="3731"/>
                  </a:lnTo>
                  <a:lnTo>
                    <a:pt x="23043" y="4132"/>
                  </a:lnTo>
                  <a:lnTo>
                    <a:pt x="23324" y="4533"/>
                  </a:lnTo>
                  <a:lnTo>
                    <a:pt x="23565" y="4974"/>
                  </a:lnTo>
                  <a:lnTo>
                    <a:pt x="23805" y="5415"/>
                  </a:lnTo>
                  <a:lnTo>
                    <a:pt x="24247" y="6298"/>
                  </a:lnTo>
                  <a:lnTo>
                    <a:pt x="24668" y="7160"/>
                  </a:lnTo>
                  <a:lnTo>
                    <a:pt x="24969" y="7802"/>
                  </a:lnTo>
                  <a:lnTo>
                    <a:pt x="25269" y="8443"/>
                  </a:lnTo>
                  <a:lnTo>
                    <a:pt x="25811" y="9727"/>
                  </a:lnTo>
                  <a:lnTo>
                    <a:pt x="26312" y="11050"/>
                  </a:lnTo>
                  <a:lnTo>
                    <a:pt x="26773" y="12374"/>
                  </a:lnTo>
                  <a:lnTo>
                    <a:pt x="27355" y="14199"/>
                  </a:lnTo>
                  <a:lnTo>
                    <a:pt x="27917" y="16064"/>
                  </a:lnTo>
                  <a:lnTo>
                    <a:pt x="28197" y="17007"/>
                  </a:lnTo>
                  <a:lnTo>
                    <a:pt x="28438" y="17949"/>
                  </a:lnTo>
                  <a:lnTo>
                    <a:pt x="28679" y="18892"/>
                  </a:lnTo>
                  <a:lnTo>
                    <a:pt x="28899" y="19834"/>
                  </a:lnTo>
                  <a:lnTo>
                    <a:pt x="29100" y="19854"/>
                  </a:lnTo>
                  <a:lnTo>
                    <a:pt x="28799" y="18471"/>
                  </a:lnTo>
                  <a:lnTo>
                    <a:pt x="28458" y="17107"/>
                  </a:lnTo>
                  <a:lnTo>
                    <a:pt x="28077" y="15683"/>
                  </a:lnTo>
                  <a:lnTo>
                    <a:pt x="27676" y="14279"/>
                  </a:lnTo>
                  <a:lnTo>
                    <a:pt x="27235" y="12875"/>
                  </a:lnTo>
                  <a:lnTo>
                    <a:pt x="26773" y="11492"/>
                  </a:lnTo>
                  <a:lnTo>
                    <a:pt x="26312" y="10228"/>
                  </a:lnTo>
                  <a:lnTo>
                    <a:pt x="25811" y="8985"/>
                  </a:lnTo>
                  <a:lnTo>
                    <a:pt x="25530" y="8363"/>
                  </a:lnTo>
                  <a:lnTo>
                    <a:pt x="25269" y="7762"/>
                  </a:lnTo>
                  <a:lnTo>
                    <a:pt x="24969" y="7160"/>
                  </a:lnTo>
                  <a:lnTo>
                    <a:pt x="24688" y="6558"/>
                  </a:lnTo>
                  <a:lnTo>
                    <a:pt x="24287" y="5776"/>
                  </a:lnTo>
                  <a:lnTo>
                    <a:pt x="23866" y="4954"/>
                  </a:lnTo>
                  <a:lnTo>
                    <a:pt x="24207" y="5375"/>
                  </a:lnTo>
                  <a:lnTo>
                    <a:pt x="24527" y="5816"/>
                  </a:lnTo>
                  <a:lnTo>
                    <a:pt x="24848" y="6257"/>
                  </a:lnTo>
                  <a:lnTo>
                    <a:pt x="25149" y="6699"/>
                  </a:lnTo>
                  <a:lnTo>
                    <a:pt x="25731" y="7621"/>
                  </a:lnTo>
                  <a:lnTo>
                    <a:pt x="26272" y="8564"/>
                  </a:lnTo>
                  <a:lnTo>
                    <a:pt x="26633" y="9246"/>
                  </a:lnTo>
                  <a:lnTo>
                    <a:pt x="26994" y="9927"/>
                  </a:lnTo>
                  <a:lnTo>
                    <a:pt x="27335" y="10609"/>
                  </a:lnTo>
                  <a:lnTo>
                    <a:pt x="27676" y="11291"/>
                  </a:lnTo>
                  <a:lnTo>
                    <a:pt x="28298" y="12675"/>
                  </a:lnTo>
                  <a:lnTo>
                    <a:pt x="28899" y="14099"/>
                  </a:lnTo>
                  <a:lnTo>
                    <a:pt x="29461" y="15523"/>
                  </a:lnTo>
                  <a:lnTo>
                    <a:pt x="29982" y="16946"/>
                  </a:lnTo>
                  <a:lnTo>
                    <a:pt x="30504" y="18390"/>
                  </a:lnTo>
                  <a:lnTo>
                    <a:pt x="30985" y="19834"/>
                  </a:lnTo>
                  <a:lnTo>
                    <a:pt x="31105" y="19834"/>
                  </a:lnTo>
                  <a:lnTo>
                    <a:pt x="30905" y="19112"/>
                  </a:lnTo>
                  <a:lnTo>
                    <a:pt x="30684" y="18390"/>
                  </a:lnTo>
                  <a:lnTo>
                    <a:pt x="30464" y="17648"/>
                  </a:lnTo>
                  <a:lnTo>
                    <a:pt x="30243" y="16926"/>
                  </a:lnTo>
                  <a:lnTo>
                    <a:pt x="29982" y="16204"/>
                  </a:lnTo>
                  <a:lnTo>
                    <a:pt x="29742" y="15503"/>
                  </a:lnTo>
                  <a:lnTo>
                    <a:pt x="29180" y="14079"/>
                  </a:lnTo>
                  <a:lnTo>
                    <a:pt x="28598" y="12675"/>
                  </a:lnTo>
                  <a:lnTo>
                    <a:pt x="27977" y="11271"/>
                  </a:lnTo>
                  <a:lnTo>
                    <a:pt x="27295" y="9907"/>
                  </a:lnTo>
                  <a:lnTo>
                    <a:pt x="26613" y="8564"/>
                  </a:lnTo>
                  <a:lnTo>
                    <a:pt x="26292" y="7982"/>
                  </a:lnTo>
                  <a:lnTo>
                    <a:pt x="25951" y="7401"/>
                  </a:lnTo>
                  <a:lnTo>
                    <a:pt x="25590" y="6839"/>
                  </a:lnTo>
                  <a:lnTo>
                    <a:pt x="25229" y="6257"/>
                  </a:lnTo>
                  <a:lnTo>
                    <a:pt x="24848" y="5716"/>
                  </a:lnTo>
                  <a:lnTo>
                    <a:pt x="24447" y="5174"/>
                  </a:lnTo>
                  <a:lnTo>
                    <a:pt x="24026" y="4653"/>
                  </a:lnTo>
                  <a:lnTo>
                    <a:pt x="23585" y="4152"/>
                  </a:lnTo>
                  <a:lnTo>
                    <a:pt x="23124" y="3650"/>
                  </a:lnTo>
                  <a:lnTo>
                    <a:pt x="22642" y="3189"/>
                  </a:lnTo>
                  <a:lnTo>
                    <a:pt x="22141" y="2748"/>
                  </a:lnTo>
                  <a:lnTo>
                    <a:pt x="21640" y="2327"/>
                  </a:lnTo>
                  <a:lnTo>
                    <a:pt x="21098" y="1926"/>
                  </a:lnTo>
                  <a:lnTo>
                    <a:pt x="20537" y="1565"/>
                  </a:lnTo>
                  <a:lnTo>
                    <a:pt x="19955" y="1244"/>
                  </a:lnTo>
                  <a:lnTo>
                    <a:pt x="19333" y="943"/>
                  </a:lnTo>
                  <a:lnTo>
                    <a:pt x="18852" y="722"/>
                  </a:lnTo>
                  <a:lnTo>
                    <a:pt x="18371" y="542"/>
                  </a:lnTo>
                  <a:lnTo>
                    <a:pt x="17869" y="381"/>
                  </a:lnTo>
                  <a:lnTo>
                    <a:pt x="17348" y="241"/>
                  </a:lnTo>
                  <a:lnTo>
                    <a:pt x="16847" y="141"/>
                  </a:lnTo>
                  <a:lnTo>
                    <a:pt x="16325" y="61"/>
                  </a:lnTo>
                  <a:lnTo>
                    <a:pt x="15804" y="20"/>
                  </a:lnTo>
                  <a:lnTo>
                    <a:pt x="152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34">
              <a:extLst>
                <a:ext uri="{FF2B5EF4-FFF2-40B4-BE49-F238E27FC236}">
                  <a16:creationId xmlns:a16="http://schemas.microsoft.com/office/drawing/2014/main" id="{076B4A5F-0FB5-D02F-DC38-E0A4B42DA3F3}"/>
                </a:ext>
              </a:extLst>
            </p:cNvPr>
            <p:cNvSpPr/>
            <p:nvPr/>
          </p:nvSpPr>
          <p:spPr>
            <a:xfrm>
              <a:off x="8222575" y="3901500"/>
              <a:ext cx="529975" cy="323400"/>
            </a:xfrm>
            <a:custGeom>
              <a:avLst/>
              <a:gdLst/>
              <a:ahLst/>
              <a:cxnLst/>
              <a:rect l="l" t="t" r="r" b="b"/>
              <a:pathLst>
                <a:path w="21199" h="12936" extrusionOk="0">
                  <a:moveTo>
                    <a:pt x="17428" y="2206"/>
                  </a:moveTo>
                  <a:lnTo>
                    <a:pt x="16385" y="2628"/>
                  </a:lnTo>
                  <a:lnTo>
                    <a:pt x="15342" y="3069"/>
                  </a:lnTo>
                  <a:lnTo>
                    <a:pt x="14821" y="3289"/>
                  </a:lnTo>
                  <a:lnTo>
                    <a:pt x="14280" y="3470"/>
                  </a:lnTo>
                  <a:lnTo>
                    <a:pt x="13718" y="3650"/>
                  </a:lnTo>
                  <a:lnTo>
                    <a:pt x="13177" y="3811"/>
                  </a:lnTo>
                  <a:lnTo>
                    <a:pt x="12635" y="3951"/>
                  </a:lnTo>
                  <a:lnTo>
                    <a:pt x="12074" y="4092"/>
                  </a:lnTo>
                  <a:lnTo>
                    <a:pt x="11512" y="4192"/>
                  </a:lnTo>
                  <a:lnTo>
                    <a:pt x="10930" y="4272"/>
                  </a:lnTo>
                  <a:lnTo>
                    <a:pt x="10249" y="4372"/>
                  </a:lnTo>
                  <a:lnTo>
                    <a:pt x="9567" y="4433"/>
                  </a:lnTo>
                  <a:lnTo>
                    <a:pt x="8203" y="4573"/>
                  </a:lnTo>
                  <a:lnTo>
                    <a:pt x="7521" y="4653"/>
                  </a:lnTo>
                  <a:lnTo>
                    <a:pt x="6859" y="4733"/>
                  </a:lnTo>
                  <a:lnTo>
                    <a:pt x="6178" y="4834"/>
                  </a:lnTo>
                  <a:lnTo>
                    <a:pt x="5516" y="4974"/>
                  </a:lnTo>
                  <a:lnTo>
                    <a:pt x="4854" y="5134"/>
                  </a:lnTo>
                  <a:lnTo>
                    <a:pt x="4192" y="5335"/>
                  </a:lnTo>
                  <a:lnTo>
                    <a:pt x="3871" y="5455"/>
                  </a:lnTo>
                  <a:lnTo>
                    <a:pt x="3550" y="5596"/>
                  </a:lnTo>
                  <a:lnTo>
                    <a:pt x="3230" y="5736"/>
                  </a:lnTo>
                  <a:lnTo>
                    <a:pt x="2949" y="5896"/>
                  </a:lnTo>
                  <a:lnTo>
                    <a:pt x="2648" y="6077"/>
                  </a:lnTo>
                  <a:lnTo>
                    <a:pt x="2387" y="6278"/>
                  </a:lnTo>
                  <a:lnTo>
                    <a:pt x="2127" y="6498"/>
                  </a:lnTo>
                  <a:lnTo>
                    <a:pt x="1906" y="6739"/>
                  </a:lnTo>
                  <a:lnTo>
                    <a:pt x="1685" y="6979"/>
                  </a:lnTo>
                  <a:lnTo>
                    <a:pt x="1505" y="7260"/>
                  </a:lnTo>
                  <a:lnTo>
                    <a:pt x="1324" y="7581"/>
                  </a:lnTo>
                  <a:lnTo>
                    <a:pt x="1184" y="7902"/>
                  </a:lnTo>
                  <a:lnTo>
                    <a:pt x="1084" y="8183"/>
                  </a:lnTo>
                  <a:lnTo>
                    <a:pt x="1024" y="8484"/>
                  </a:lnTo>
                  <a:lnTo>
                    <a:pt x="963" y="8764"/>
                  </a:lnTo>
                  <a:lnTo>
                    <a:pt x="943" y="9065"/>
                  </a:lnTo>
                  <a:lnTo>
                    <a:pt x="923" y="9346"/>
                  </a:lnTo>
                  <a:lnTo>
                    <a:pt x="943" y="9647"/>
                  </a:lnTo>
                  <a:lnTo>
                    <a:pt x="983" y="9927"/>
                  </a:lnTo>
                  <a:lnTo>
                    <a:pt x="1024" y="10208"/>
                  </a:lnTo>
                  <a:lnTo>
                    <a:pt x="1044" y="9907"/>
                  </a:lnTo>
                  <a:lnTo>
                    <a:pt x="1084" y="9627"/>
                  </a:lnTo>
                  <a:lnTo>
                    <a:pt x="1164" y="9326"/>
                  </a:lnTo>
                  <a:lnTo>
                    <a:pt x="1264" y="9045"/>
                  </a:lnTo>
                  <a:lnTo>
                    <a:pt x="1384" y="8764"/>
                  </a:lnTo>
                  <a:lnTo>
                    <a:pt x="1545" y="8484"/>
                  </a:lnTo>
                  <a:lnTo>
                    <a:pt x="1725" y="8223"/>
                  </a:lnTo>
                  <a:lnTo>
                    <a:pt x="1926" y="7962"/>
                  </a:lnTo>
                  <a:lnTo>
                    <a:pt x="2147" y="7742"/>
                  </a:lnTo>
                  <a:lnTo>
                    <a:pt x="2367" y="7521"/>
                  </a:lnTo>
                  <a:lnTo>
                    <a:pt x="2628" y="7320"/>
                  </a:lnTo>
                  <a:lnTo>
                    <a:pt x="2889" y="7120"/>
                  </a:lnTo>
                  <a:lnTo>
                    <a:pt x="3149" y="6959"/>
                  </a:lnTo>
                  <a:lnTo>
                    <a:pt x="3430" y="6799"/>
                  </a:lnTo>
                  <a:lnTo>
                    <a:pt x="3711" y="6639"/>
                  </a:lnTo>
                  <a:lnTo>
                    <a:pt x="4012" y="6518"/>
                  </a:lnTo>
                  <a:lnTo>
                    <a:pt x="4613" y="6278"/>
                  </a:lnTo>
                  <a:lnTo>
                    <a:pt x="5235" y="6077"/>
                  </a:lnTo>
                  <a:lnTo>
                    <a:pt x="5857" y="5896"/>
                  </a:lnTo>
                  <a:lnTo>
                    <a:pt x="6478" y="5756"/>
                  </a:lnTo>
                  <a:lnTo>
                    <a:pt x="7260" y="5576"/>
                  </a:lnTo>
                  <a:lnTo>
                    <a:pt x="8063" y="5415"/>
                  </a:lnTo>
                  <a:lnTo>
                    <a:pt x="9647" y="5094"/>
                  </a:lnTo>
                  <a:lnTo>
                    <a:pt x="10449" y="4934"/>
                  </a:lnTo>
                  <a:lnTo>
                    <a:pt x="11231" y="4753"/>
                  </a:lnTo>
                  <a:lnTo>
                    <a:pt x="12013" y="4533"/>
                  </a:lnTo>
                  <a:lnTo>
                    <a:pt x="12795" y="4312"/>
                  </a:lnTo>
                  <a:lnTo>
                    <a:pt x="13838" y="3931"/>
                  </a:lnTo>
                  <a:lnTo>
                    <a:pt x="14881" y="3530"/>
                  </a:lnTo>
                  <a:lnTo>
                    <a:pt x="15884" y="3069"/>
                  </a:lnTo>
                  <a:lnTo>
                    <a:pt x="16887" y="2587"/>
                  </a:lnTo>
                  <a:lnTo>
                    <a:pt x="17428" y="2206"/>
                  </a:lnTo>
                  <a:close/>
                  <a:moveTo>
                    <a:pt x="21198" y="0"/>
                  </a:moveTo>
                  <a:lnTo>
                    <a:pt x="20737" y="41"/>
                  </a:lnTo>
                  <a:lnTo>
                    <a:pt x="20276" y="101"/>
                  </a:lnTo>
                  <a:lnTo>
                    <a:pt x="19815" y="201"/>
                  </a:lnTo>
                  <a:lnTo>
                    <a:pt x="19353" y="301"/>
                  </a:lnTo>
                  <a:lnTo>
                    <a:pt x="18912" y="422"/>
                  </a:lnTo>
                  <a:lnTo>
                    <a:pt x="18451" y="562"/>
                  </a:lnTo>
                  <a:lnTo>
                    <a:pt x="17990" y="722"/>
                  </a:lnTo>
                  <a:lnTo>
                    <a:pt x="17548" y="883"/>
                  </a:lnTo>
                  <a:lnTo>
                    <a:pt x="17107" y="1063"/>
                  </a:lnTo>
                  <a:lnTo>
                    <a:pt x="16666" y="1264"/>
                  </a:lnTo>
                  <a:lnTo>
                    <a:pt x="16245" y="1484"/>
                  </a:lnTo>
                  <a:lnTo>
                    <a:pt x="15804" y="1705"/>
                  </a:lnTo>
                  <a:lnTo>
                    <a:pt x="15383" y="1946"/>
                  </a:lnTo>
                  <a:lnTo>
                    <a:pt x="14961" y="2186"/>
                  </a:lnTo>
                  <a:lnTo>
                    <a:pt x="14159" y="2708"/>
                  </a:lnTo>
                  <a:lnTo>
                    <a:pt x="13638" y="3049"/>
                  </a:lnTo>
                  <a:lnTo>
                    <a:pt x="13417" y="3209"/>
                  </a:lnTo>
                  <a:lnTo>
                    <a:pt x="13177" y="3309"/>
                  </a:lnTo>
                  <a:lnTo>
                    <a:pt x="12896" y="3410"/>
                  </a:lnTo>
                  <a:lnTo>
                    <a:pt x="12575" y="3470"/>
                  </a:lnTo>
                  <a:lnTo>
                    <a:pt x="12194" y="3530"/>
                  </a:lnTo>
                  <a:lnTo>
                    <a:pt x="11793" y="3550"/>
                  </a:lnTo>
                  <a:lnTo>
                    <a:pt x="11372" y="3590"/>
                  </a:lnTo>
                  <a:lnTo>
                    <a:pt x="10389" y="3590"/>
                  </a:lnTo>
                  <a:lnTo>
                    <a:pt x="8624" y="3570"/>
                  </a:lnTo>
                  <a:lnTo>
                    <a:pt x="7722" y="3550"/>
                  </a:lnTo>
                  <a:lnTo>
                    <a:pt x="6799" y="3550"/>
                  </a:lnTo>
                  <a:lnTo>
                    <a:pt x="5716" y="3570"/>
                  </a:lnTo>
                  <a:lnTo>
                    <a:pt x="5215" y="3590"/>
                  </a:lnTo>
                  <a:lnTo>
                    <a:pt x="4693" y="3630"/>
                  </a:lnTo>
                  <a:lnTo>
                    <a:pt x="4212" y="3670"/>
                  </a:lnTo>
                  <a:lnTo>
                    <a:pt x="3751" y="3731"/>
                  </a:lnTo>
                  <a:lnTo>
                    <a:pt x="3310" y="3811"/>
                  </a:lnTo>
                  <a:lnTo>
                    <a:pt x="2889" y="3911"/>
                  </a:lnTo>
                  <a:lnTo>
                    <a:pt x="2628" y="4011"/>
                  </a:lnTo>
                  <a:lnTo>
                    <a:pt x="2367" y="4132"/>
                  </a:lnTo>
                  <a:lnTo>
                    <a:pt x="2106" y="4292"/>
                  </a:lnTo>
                  <a:lnTo>
                    <a:pt x="1846" y="4473"/>
                  </a:lnTo>
                  <a:lnTo>
                    <a:pt x="1585" y="4693"/>
                  </a:lnTo>
                  <a:lnTo>
                    <a:pt x="1344" y="4934"/>
                  </a:lnTo>
                  <a:lnTo>
                    <a:pt x="1124" y="5195"/>
                  </a:lnTo>
                  <a:lnTo>
                    <a:pt x="903" y="5475"/>
                  </a:lnTo>
                  <a:lnTo>
                    <a:pt x="723" y="5776"/>
                  </a:lnTo>
                  <a:lnTo>
                    <a:pt x="542" y="6097"/>
                  </a:lnTo>
                  <a:lnTo>
                    <a:pt x="382" y="6418"/>
                  </a:lnTo>
                  <a:lnTo>
                    <a:pt x="261" y="6779"/>
                  </a:lnTo>
                  <a:lnTo>
                    <a:pt x="141" y="7140"/>
                  </a:lnTo>
                  <a:lnTo>
                    <a:pt x="81" y="7501"/>
                  </a:lnTo>
                  <a:lnTo>
                    <a:pt x="21" y="7882"/>
                  </a:lnTo>
                  <a:lnTo>
                    <a:pt x="1" y="8263"/>
                  </a:lnTo>
                  <a:lnTo>
                    <a:pt x="21" y="8604"/>
                  </a:lnTo>
                  <a:lnTo>
                    <a:pt x="61" y="8925"/>
                  </a:lnTo>
                  <a:lnTo>
                    <a:pt x="121" y="9266"/>
                  </a:lnTo>
                  <a:lnTo>
                    <a:pt x="221" y="9587"/>
                  </a:lnTo>
                  <a:lnTo>
                    <a:pt x="342" y="9907"/>
                  </a:lnTo>
                  <a:lnTo>
                    <a:pt x="482" y="10248"/>
                  </a:lnTo>
                  <a:lnTo>
                    <a:pt x="663" y="10569"/>
                  </a:lnTo>
                  <a:lnTo>
                    <a:pt x="883" y="10890"/>
                  </a:lnTo>
                  <a:lnTo>
                    <a:pt x="1064" y="10990"/>
                  </a:lnTo>
                  <a:lnTo>
                    <a:pt x="1064" y="10990"/>
                  </a:lnTo>
                  <a:lnTo>
                    <a:pt x="943" y="10690"/>
                  </a:lnTo>
                  <a:lnTo>
                    <a:pt x="863" y="10409"/>
                  </a:lnTo>
                  <a:lnTo>
                    <a:pt x="803" y="10108"/>
                  </a:lnTo>
                  <a:lnTo>
                    <a:pt x="763" y="9807"/>
                  </a:lnTo>
                  <a:lnTo>
                    <a:pt x="743" y="9486"/>
                  </a:lnTo>
                  <a:lnTo>
                    <a:pt x="723" y="9185"/>
                  </a:lnTo>
                  <a:lnTo>
                    <a:pt x="743" y="8865"/>
                  </a:lnTo>
                  <a:lnTo>
                    <a:pt x="783" y="8564"/>
                  </a:lnTo>
                  <a:lnTo>
                    <a:pt x="843" y="8243"/>
                  </a:lnTo>
                  <a:lnTo>
                    <a:pt x="943" y="7962"/>
                  </a:lnTo>
                  <a:lnTo>
                    <a:pt x="1044" y="7681"/>
                  </a:lnTo>
                  <a:lnTo>
                    <a:pt x="1164" y="7401"/>
                  </a:lnTo>
                  <a:lnTo>
                    <a:pt x="1284" y="7160"/>
                  </a:lnTo>
                  <a:lnTo>
                    <a:pt x="1445" y="6919"/>
                  </a:lnTo>
                  <a:lnTo>
                    <a:pt x="1625" y="6699"/>
                  </a:lnTo>
                  <a:lnTo>
                    <a:pt x="1806" y="6478"/>
                  </a:lnTo>
                  <a:lnTo>
                    <a:pt x="2006" y="6278"/>
                  </a:lnTo>
                  <a:lnTo>
                    <a:pt x="2227" y="6077"/>
                  </a:lnTo>
                  <a:lnTo>
                    <a:pt x="2447" y="5896"/>
                  </a:lnTo>
                  <a:lnTo>
                    <a:pt x="2688" y="5736"/>
                  </a:lnTo>
                  <a:lnTo>
                    <a:pt x="2929" y="5576"/>
                  </a:lnTo>
                  <a:lnTo>
                    <a:pt x="3209" y="5435"/>
                  </a:lnTo>
                  <a:lnTo>
                    <a:pt x="3470" y="5315"/>
                  </a:lnTo>
                  <a:lnTo>
                    <a:pt x="3751" y="5175"/>
                  </a:lnTo>
                  <a:lnTo>
                    <a:pt x="4072" y="5054"/>
                  </a:lnTo>
                  <a:lnTo>
                    <a:pt x="4393" y="4954"/>
                  </a:lnTo>
                  <a:lnTo>
                    <a:pt x="5034" y="4753"/>
                  </a:lnTo>
                  <a:lnTo>
                    <a:pt x="5696" y="4593"/>
                  </a:lnTo>
                  <a:lnTo>
                    <a:pt x="6358" y="4473"/>
                  </a:lnTo>
                  <a:lnTo>
                    <a:pt x="7020" y="4372"/>
                  </a:lnTo>
                  <a:lnTo>
                    <a:pt x="7702" y="4292"/>
                  </a:lnTo>
                  <a:lnTo>
                    <a:pt x="9045" y="4152"/>
                  </a:lnTo>
                  <a:lnTo>
                    <a:pt x="9827" y="4072"/>
                  </a:lnTo>
                  <a:lnTo>
                    <a:pt x="10610" y="3971"/>
                  </a:lnTo>
                  <a:lnTo>
                    <a:pt x="11372" y="3851"/>
                  </a:lnTo>
                  <a:lnTo>
                    <a:pt x="12134" y="3711"/>
                  </a:lnTo>
                  <a:lnTo>
                    <a:pt x="12876" y="3550"/>
                  </a:lnTo>
                  <a:lnTo>
                    <a:pt x="13638" y="3350"/>
                  </a:lnTo>
                  <a:lnTo>
                    <a:pt x="14380" y="3109"/>
                  </a:lnTo>
                  <a:lnTo>
                    <a:pt x="15122" y="2828"/>
                  </a:lnTo>
                  <a:lnTo>
                    <a:pt x="16766" y="2146"/>
                  </a:lnTo>
                  <a:lnTo>
                    <a:pt x="17589" y="1825"/>
                  </a:lnTo>
                  <a:lnTo>
                    <a:pt x="18010" y="1685"/>
                  </a:lnTo>
                  <a:lnTo>
                    <a:pt x="18431" y="1545"/>
                  </a:lnTo>
                  <a:lnTo>
                    <a:pt x="18992" y="1164"/>
                  </a:lnTo>
                  <a:lnTo>
                    <a:pt x="19574" y="823"/>
                  </a:lnTo>
                  <a:lnTo>
                    <a:pt x="20176" y="482"/>
                  </a:lnTo>
                  <a:lnTo>
                    <a:pt x="20777" y="181"/>
                  </a:lnTo>
                  <a:lnTo>
                    <a:pt x="21198" y="0"/>
                  </a:lnTo>
                  <a:close/>
                  <a:moveTo>
                    <a:pt x="1164" y="11231"/>
                  </a:moveTo>
                  <a:lnTo>
                    <a:pt x="1184" y="11251"/>
                  </a:lnTo>
                  <a:lnTo>
                    <a:pt x="1184" y="11231"/>
                  </a:lnTo>
                  <a:close/>
                  <a:moveTo>
                    <a:pt x="15643" y="3350"/>
                  </a:moveTo>
                  <a:lnTo>
                    <a:pt x="14901" y="3690"/>
                  </a:lnTo>
                  <a:lnTo>
                    <a:pt x="14139" y="3991"/>
                  </a:lnTo>
                  <a:lnTo>
                    <a:pt x="13377" y="4292"/>
                  </a:lnTo>
                  <a:lnTo>
                    <a:pt x="12615" y="4553"/>
                  </a:lnTo>
                  <a:lnTo>
                    <a:pt x="11833" y="4814"/>
                  </a:lnTo>
                  <a:lnTo>
                    <a:pt x="11031" y="5034"/>
                  </a:lnTo>
                  <a:lnTo>
                    <a:pt x="10249" y="5235"/>
                  </a:lnTo>
                  <a:lnTo>
                    <a:pt x="9426" y="5415"/>
                  </a:lnTo>
                  <a:lnTo>
                    <a:pt x="8043" y="5676"/>
                  </a:lnTo>
                  <a:lnTo>
                    <a:pt x="7341" y="5816"/>
                  </a:lnTo>
                  <a:lnTo>
                    <a:pt x="6659" y="5957"/>
                  </a:lnTo>
                  <a:lnTo>
                    <a:pt x="5957" y="6117"/>
                  </a:lnTo>
                  <a:lnTo>
                    <a:pt x="5275" y="6298"/>
                  </a:lnTo>
                  <a:lnTo>
                    <a:pt x="4613" y="6538"/>
                  </a:lnTo>
                  <a:lnTo>
                    <a:pt x="4292" y="6659"/>
                  </a:lnTo>
                  <a:lnTo>
                    <a:pt x="3972" y="6799"/>
                  </a:lnTo>
                  <a:lnTo>
                    <a:pt x="3671" y="6959"/>
                  </a:lnTo>
                  <a:lnTo>
                    <a:pt x="3370" y="7120"/>
                  </a:lnTo>
                  <a:lnTo>
                    <a:pt x="3089" y="7300"/>
                  </a:lnTo>
                  <a:lnTo>
                    <a:pt x="2828" y="7501"/>
                  </a:lnTo>
                  <a:lnTo>
                    <a:pt x="2568" y="7721"/>
                  </a:lnTo>
                  <a:lnTo>
                    <a:pt x="2307" y="7942"/>
                  </a:lnTo>
                  <a:lnTo>
                    <a:pt x="2086" y="8203"/>
                  </a:lnTo>
                  <a:lnTo>
                    <a:pt x="1886" y="8463"/>
                  </a:lnTo>
                  <a:lnTo>
                    <a:pt x="1685" y="8724"/>
                  </a:lnTo>
                  <a:lnTo>
                    <a:pt x="1525" y="9005"/>
                  </a:lnTo>
                  <a:lnTo>
                    <a:pt x="1405" y="9306"/>
                  </a:lnTo>
                  <a:lnTo>
                    <a:pt x="1304" y="9607"/>
                  </a:lnTo>
                  <a:lnTo>
                    <a:pt x="1224" y="9927"/>
                  </a:lnTo>
                  <a:lnTo>
                    <a:pt x="1184" y="10248"/>
                  </a:lnTo>
                  <a:lnTo>
                    <a:pt x="1184" y="10569"/>
                  </a:lnTo>
                  <a:lnTo>
                    <a:pt x="1224" y="10910"/>
                  </a:lnTo>
                  <a:lnTo>
                    <a:pt x="1324" y="11131"/>
                  </a:lnTo>
                  <a:lnTo>
                    <a:pt x="1705" y="11291"/>
                  </a:lnTo>
                  <a:lnTo>
                    <a:pt x="2086" y="11432"/>
                  </a:lnTo>
                  <a:lnTo>
                    <a:pt x="2487" y="11552"/>
                  </a:lnTo>
                  <a:lnTo>
                    <a:pt x="2889" y="11652"/>
                  </a:lnTo>
                  <a:lnTo>
                    <a:pt x="3290" y="11732"/>
                  </a:lnTo>
                  <a:lnTo>
                    <a:pt x="3691" y="11793"/>
                  </a:lnTo>
                  <a:lnTo>
                    <a:pt x="4112" y="11833"/>
                  </a:lnTo>
                  <a:lnTo>
                    <a:pt x="4834" y="11833"/>
                  </a:lnTo>
                  <a:lnTo>
                    <a:pt x="5135" y="11813"/>
                  </a:lnTo>
                  <a:lnTo>
                    <a:pt x="5435" y="11772"/>
                  </a:lnTo>
                  <a:lnTo>
                    <a:pt x="5736" y="11732"/>
                  </a:lnTo>
                  <a:lnTo>
                    <a:pt x="5897" y="11712"/>
                  </a:lnTo>
                  <a:lnTo>
                    <a:pt x="5716" y="11592"/>
                  </a:lnTo>
                  <a:lnTo>
                    <a:pt x="5556" y="11472"/>
                  </a:lnTo>
                  <a:lnTo>
                    <a:pt x="5395" y="11331"/>
                  </a:lnTo>
                  <a:lnTo>
                    <a:pt x="5255" y="11191"/>
                  </a:lnTo>
                  <a:lnTo>
                    <a:pt x="5115" y="11030"/>
                  </a:lnTo>
                  <a:lnTo>
                    <a:pt x="4974" y="10870"/>
                  </a:lnTo>
                  <a:lnTo>
                    <a:pt x="4834" y="10690"/>
                  </a:lnTo>
                  <a:lnTo>
                    <a:pt x="4714" y="10509"/>
                  </a:lnTo>
                  <a:lnTo>
                    <a:pt x="4533" y="10148"/>
                  </a:lnTo>
                  <a:lnTo>
                    <a:pt x="4413" y="9807"/>
                  </a:lnTo>
                  <a:lnTo>
                    <a:pt x="4312" y="9466"/>
                  </a:lnTo>
                  <a:lnTo>
                    <a:pt x="4252" y="9125"/>
                  </a:lnTo>
                  <a:lnTo>
                    <a:pt x="4232" y="8804"/>
                  </a:lnTo>
                  <a:lnTo>
                    <a:pt x="4252" y="8484"/>
                  </a:lnTo>
                  <a:lnTo>
                    <a:pt x="4312" y="8163"/>
                  </a:lnTo>
                  <a:lnTo>
                    <a:pt x="4413" y="7862"/>
                  </a:lnTo>
                  <a:lnTo>
                    <a:pt x="4553" y="7561"/>
                  </a:lnTo>
                  <a:lnTo>
                    <a:pt x="4714" y="7300"/>
                  </a:lnTo>
                  <a:lnTo>
                    <a:pt x="4914" y="7040"/>
                  </a:lnTo>
                  <a:lnTo>
                    <a:pt x="5155" y="6799"/>
                  </a:lnTo>
                  <a:lnTo>
                    <a:pt x="5415" y="6598"/>
                  </a:lnTo>
                  <a:lnTo>
                    <a:pt x="5716" y="6398"/>
                  </a:lnTo>
                  <a:lnTo>
                    <a:pt x="6057" y="6237"/>
                  </a:lnTo>
                  <a:lnTo>
                    <a:pt x="6418" y="6117"/>
                  </a:lnTo>
                  <a:lnTo>
                    <a:pt x="6960" y="5957"/>
                  </a:lnTo>
                  <a:lnTo>
                    <a:pt x="7501" y="5836"/>
                  </a:lnTo>
                  <a:lnTo>
                    <a:pt x="8063" y="5756"/>
                  </a:lnTo>
                  <a:lnTo>
                    <a:pt x="8624" y="5696"/>
                  </a:lnTo>
                  <a:lnTo>
                    <a:pt x="9747" y="5576"/>
                  </a:lnTo>
                  <a:lnTo>
                    <a:pt x="10309" y="5515"/>
                  </a:lnTo>
                  <a:lnTo>
                    <a:pt x="10850" y="5435"/>
                  </a:lnTo>
                  <a:lnTo>
                    <a:pt x="11332" y="5335"/>
                  </a:lnTo>
                  <a:lnTo>
                    <a:pt x="11793" y="5215"/>
                  </a:lnTo>
                  <a:lnTo>
                    <a:pt x="12254" y="5094"/>
                  </a:lnTo>
                  <a:lnTo>
                    <a:pt x="12695" y="4934"/>
                  </a:lnTo>
                  <a:lnTo>
                    <a:pt x="13156" y="4773"/>
                  </a:lnTo>
                  <a:lnTo>
                    <a:pt x="13578" y="4573"/>
                  </a:lnTo>
                  <a:lnTo>
                    <a:pt x="14019" y="4372"/>
                  </a:lnTo>
                  <a:lnTo>
                    <a:pt x="14440" y="4152"/>
                  </a:lnTo>
                  <a:lnTo>
                    <a:pt x="14580" y="4072"/>
                  </a:lnTo>
                  <a:lnTo>
                    <a:pt x="14841" y="3871"/>
                  </a:lnTo>
                  <a:lnTo>
                    <a:pt x="15102" y="3690"/>
                  </a:lnTo>
                  <a:lnTo>
                    <a:pt x="15362" y="3510"/>
                  </a:lnTo>
                  <a:lnTo>
                    <a:pt x="15643" y="3350"/>
                  </a:lnTo>
                  <a:close/>
                  <a:moveTo>
                    <a:pt x="1445" y="11371"/>
                  </a:moveTo>
                  <a:lnTo>
                    <a:pt x="1625" y="11652"/>
                  </a:lnTo>
                  <a:lnTo>
                    <a:pt x="1986" y="11933"/>
                  </a:lnTo>
                  <a:lnTo>
                    <a:pt x="2387" y="12174"/>
                  </a:lnTo>
                  <a:lnTo>
                    <a:pt x="2828" y="12394"/>
                  </a:lnTo>
                  <a:lnTo>
                    <a:pt x="3310" y="12575"/>
                  </a:lnTo>
                  <a:lnTo>
                    <a:pt x="3811" y="12735"/>
                  </a:lnTo>
                  <a:lnTo>
                    <a:pt x="4332" y="12835"/>
                  </a:lnTo>
                  <a:lnTo>
                    <a:pt x="4894" y="12896"/>
                  </a:lnTo>
                  <a:lnTo>
                    <a:pt x="5456" y="12936"/>
                  </a:lnTo>
                  <a:lnTo>
                    <a:pt x="5857" y="12916"/>
                  </a:lnTo>
                  <a:lnTo>
                    <a:pt x="6258" y="12875"/>
                  </a:lnTo>
                  <a:lnTo>
                    <a:pt x="6679" y="12815"/>
                  </a:lnTo>
                  <a:lnTo>
                    <a:pt x="7100" y="12735"/>
                  </a:lnTo>
                  <a:lnTo>
                    <a:pt x="7521" y="12615"/>
                  </a:lnTo>
                  <a:lnTo>
                    <a:pt x="7942" y="12474"/>
                  </a:lnTo>
                  <a:lnTo>
                    <a:pt x="8363" y="12314"/>
                  </a:lnTo>
                  <a:lnTo>
                    <a:pt x="8785" y="12113"/>
                  </a:lnTo>
                  <a:lnTo>
                    <a:pt x="8785" y="12113"/>
                  </a:lnTo>
                  <a:lnTo>
                    <a:pt x="8544" y="12174"/>
                  </a:lnTo>
                  <a:lnTo>
                    <a:pt x="8303" y="12194"/>
                  </a:lnTo>
                  <a:lnTo>
                    <a:pt x="8063" y="12234"/>
                  </a:lnTo>
                  <a:lnTo>
                    <a:pt x="7802" y="12234"/>
                  </a:lnTo>
                  <a:lnTo>
                    <a:pt x="7441" y="12214"/>
                  </a:lnTo>
                  <a:lnTo>
                    <a:pt x="7060" y="12154"/>
                  </a:lnTo>
                  <a:lnTo>
                    <a:pt x="6699" y="12073"/>
                  </a:lnTo>
                  <a:lnTo>
                    <a:pt x="6358" y="11933"/>
                  </a:lnTo>
                  <a:lnTo>
                    <a:pt x="5917" y="12033"/>
                  </a:lnTo>
                  <a:lnTo>
                    <a:pt x="5496" y="12093"/>
                  </a:lnTo>
                  <a:lnTo>
                    <a:pt x="5075" y="12133"/>
                  </a:lnTo>
                  <a:lnTo>
                    <a:pt x="4653" y="12154"/>
                  </a:lnTo>
                  <a:lnTo>
                    <a:pt x="4232" y="12133"/>
                  </a:lnTo>
                  <a:lnTo>
                    <a:pt x="3831" y="12093"/>
                  </a:lnTo>
                  <a:lnTo>
                    <a:pt x="3410" y="12033"/>
                  </a:lnTo>
                  <a:lnTo>
                    <a:pt x="3009" y="11953"/>
                  </a:lnTo>
                  <a:lnTo>
                    <a:pt x="2608" y="11853"/>
                  </a:lnTo>
                  <a:lnTo>
                    <a:pt x="2227" y="11712"/>
                  </a:lnTo>
                  <a:lnTo>
                    <a:pt x="1826" y="11552"/>
                  </a:lnTo>
                  <a:lnTo>
                    <a:pt x="1445" y="1137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34">
              <a:extLst>
                <a:ext uri="{FF2B5EF4-FFF2-40B4-BE49-F238E27FC236}">
                  <a16:creationId xmlns:a16="http://schemas.microsoft.com/office/drawing/2014/main" id="{9BB7A6BA-0C1D-CB9D-2872-5EC8A450498F}"/>
                </a:ext>
              </a:extLst>
            </p:cNvPr>
            <p:cNvSpPr/>
            <p:nvPr/>
          </p:nvSpPr>
          <p:spPr>
            <a:xfrm>
              <a:off x="8258675" y="4185775"/>
              <a:ext cx="183525" cy="39125"/>
            </a:xfrm>
            <a:custGeom>
              <a:avLst/>
              <a:gdLst/>
              <a:ahLst/>
              <a:cxnLst/>
              <a:rect l="l" t="t" r="r" b="b"/>
              <a:pathLst>
                <a:path w="7341" h="156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81" y="281"/>
                  </a:lnTo>
                  <a:lnTo>
                    <a:pt x="181" y="281"/>
                  </a:lnTo>
                  <a:lnTo>
                    <a:pt x="181" y="281"/>
                  </a:lnTo>
                  <a:lnTo>
                    <a:pt x="542" y="562"/>
                  </a:lnTo>
                  <a:lnTo>
                    <a:pt x="943" y="803"/>
                  </a:lnTo>
                  <a:lnTo>
                    <a:pt x="1384" y="1023"/>
                  </a:lnTo>
                  <a:lnTo>
                    <a:pt x="1866" y="1204"/>
                  </a:lnTo>
                  <a:lnTo>
                    <a:pt x="2367" y="1364"/>
                  </a:lnTo>
                  <a:lnTo>
                    <a:pt x="2888" y="1464"/>
                  </a:lnTo>
                  <a:lnTo>
                    <a:pt x="3450" y="1525"/>
                  </a:lnTo>
                  <a:lnTo>
                    <a:pt x="4012" y="1565"/>
                  </a:lnTo>
                  <a:lnTo>
                    <a:pt x="4012" y="1565"/>
                  </a:lnTo>
                  <a:lnTo>
                    <a:pt x="4413" y="1545"/>
                  </a:lnTo>
                  <a:lnTo>
                    <a:pt x="4814" y="1504"/>
                  </a:lnTo>
                  <a:lnTo>
                    <a:pt x="5235" y="1444"/>
                  </a:lnTo>
                  <a:lnTo>
                    <a:pt x="5656" y="1364"/>
                  </a:lnTo>
                  <a:lnTo>
                    <a:pt x="6077" y="1244"/>
                  </a:lnTo>
                  <a:lnTo>
                    <a:pt x="6498" y="1103"/>
                  </a:lnTo>
                  <a:lnTo>
                    <a:pt x="6919" y="943"/>
                  </a:lnTo>
                  <a:lnTo>
                    <a:pt x="7341" y="742"/>
                  </a:lnTo>
                  <a:lnTo>
                    <a:pt x="7341" y="742"/>
                  </a:lnTo>
                  <a:lnTo>
                    <a:pt x="7100" y="803"/>
                  </a:lnTo>
                  <a:lnTo>
                    <a:pt x="6859" y="823"/>
                  </a:lnTo>
                  <a:lnTo>
                    <a:pt x="6619" y="863"/>
                  </a:lnTo>
                  <a:lnTo>
                    <a:pt x="6358" y="863"/>
                  </a:lnTo>
                  <a:lnTo>
                    <a:pt x="6358" y="863"/>
                  </a:lnTo>
                  <a:lnTo>
                    <a:pt x="5997" y="843"/>
                  </a:lnTo>
                  <a:lnTo>
                    <a:pt x="5616" y="783"/>
                  </a:lnTo>
                  <a:lnTo>
                    <a:pt x="5255" y="702"/>
                  </a:lnTo>
                  <a:lnTo>
                    <a:pt x="4914" y="562"/>
                  </a:lnTo>
                  <a:lnTo>
                    <a:pt x="4914" y="562"/>
                  </a:lnTo>
                  <a:lnTo>
                    <a:pt x="4473" y="662"/>
                  </a:lnTo>
                  <a:lnTo>
                    <a:pt x="4052" y="722"/>
                  </a:lnTo>
                  <a:lnTo>
                    <a:pt x="3631" y="762"/>
                  </a:lnTo>
                  <a:lnTo>
                    <a:pt x="3209" y="783"/>
                  </a:lnTo>
                  <a:lnTo>
                    <a:pt x="3209" y="783"/>
                  </a:lnTo>
                  <a:lnTo>
                    <a:pt x="2788" y="762"/>
                  </a:lnTo>
                  <a:lnTo>
                    <a:pt x="2387" y="722"/>
                  </a:lnTo>
                  <a:lnTo>
                    <a:pt x="1966" y="662"/>
                  </a:lnTo>
                  <a:lnTo>
                    <a:pt x="1565" y="582"/>
                  </a:lnTo>
                  <a:lnTo>
                    <a:pt x="1164" y="482"/>
                  </a:lnTo>
                  <a:lnTo>
                    <a:pt x="783" y="341"/>
                  </a:lnTo>
                  <a:lnTo>
                    <a:pt x="382" y="18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34">
              <a:extLst>
                <a:ext uri="{FF2B5EF4-FFF2-40B4-BE49-F238E27FC236}">
                  <a16:creationId xmlns:a16="http://schemas.microsoft.com/office/drawing/2014/main" id="{622B4605-908B-8436-652B-5A178CF0A990}"/>
                </a:ext>
              </a:extLst>
            </p:cNvPr>
            <p:cNvSpPr/>
            <p:nvPr/>
          </p:nvSpPr>
          <p:spPr>
            <a:xfrm>
              <a:off x="8251650" y="4182250"/>
              <a:ext cx="525" cy="550"/>
            </a:xfrm>
            <a:custGeom>
              <a:avLst/>
              <a:gdLst/>
              <a:ahLst/>
              <a:cxnLst/>
              <a:rect l="l" t="t" r="r" b="b"/>
              <a:pathLst>
                <a:path w="21" h="22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21" y="21"/>
                  </a:lnTo>
                  <a:lnTo>
                    <a:pt x="21" y="21"/>
                  </a:lnTo>
                  <a:lnTo>
                    <a:pt x="2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34">
              <a:extLst>
                <a:ext uri="{FF2B5EF4-FFF2-40B4-BE49-F238E27FC236}">
                  <a16:creationId xmlns:a16="http://schemas.microsoft.com/office/drawing/2014/main" id="{25F8609C-F0AF-4480-1DB9-D87D6AE63EDD}"/>
                </a:ext>
              </a:extLst>
            </p:cNvPr>
            <p:cNvSpPr/>
            <p:nvPr/>
          </p:nvSpPr>
          <p:spPr>
            <a:xfrm>
              <a:off x="8252150" y="3985225"/>
              <a:ext cx="361525" cy="212100"/>
            </a:xfrm>
            <a:custGeom>
              <a:avLst/>
              <a:gdLst/>
              <a:ahLst/>
              <a:cxnLst/>
              <a:rect l="l" t="t" r="r" b="b"/>
              <a:pathLst>
                <a:path w="14461" h="8484" fill="none" extrusionOk="0">
                  <a:moveTo>
                    <a:pt x="14460" y="1"/>
                  </a:moveTo>
                  <a:lnTo>
                    <a:pt x="14460" y="1"/>
                  </a:lnTo>
                  <a:lnTo>
                    <a:pt x="13718" y="341"/>
                  </a:lnTo>
                  <a:lnTo>
                    <a:pt x="12956" y="642"/>
                  </a:lnTo>
                  <a:lnTo>
                    <a:pt x="12194" y="943"/>
                  </a:lnTo>
                  <a:lnTo>
                    <a:pt x="11432" y="1204"/>
                  </a:lnTo>
                  <a:lnTo>
                    <a:pt x="10650" y="1465"/>
                  </a:lnTo>
                  <a:lnTo>
                    <a:pt x="9848" y="1685"/>
                  </a:lnTo>
                  <a:lnTo>
                    <a:pt x="9066" y="1886"/>
                  </a:lnTo>
                  <a:lnTo>
                    <a:pt x="8243" y="2066"/>
                  </a:lnTo>
                  <a:lnTo>
                    <a:pt x="8243" y="2066"/>
                  </a:lnTo>
                  <a:lnTo>
                    <a:pt x="6860" y="2327"/>
                  </a:lnTo>
                  <a:lnTo>
                    <a:pt x="6158" y="2467"/>
                  </a:lnTo>
                  <a:lnTo>
                    <a:pt x="5476" y="2608"/>
                  </a:lnTo>
                  <a:lnTo>
                    <a:pt x="4774" y="2768"/>
                  </a:lnTo>
                  <a:lnTo>
                    <a:pt x="4092" y="2949"/>
                  </a:lnTo>
                  <a:lnTo>
                    <a:pt x="3430" y="3189"/>
                  </a:lnTo>
                  <a:lnTo>
                    <a:pt x="3109" y="3310"/>
                  </a:lnTo>
                  <a:lnTo>
                    <a:pt x="2789" y="3450"/>
                  </a:lnTo>
                  <a:lnTo>
                    <a:pt x="2789" y="3450"/>
                  </a:lnTo>
                  <a:lnTo>
                    <a:pt x="2488" y="3610"/>
                  </a:lnTo>
                  <a:lnTo>
                    <a:pt x="2187" y="3771"/>
                  </a:lnTo>
                  <a:lnTo>
                    <a:pt x="1906" y="3951"/>
                  </a:lnTo>
                  <a:lnTo>
                    <a:pt x="1645" y="4152"/>
                  </a:lnTo>
                  <a:lnTo>
                    <a:pt x="1385" y="4372"/>
                  </a:lnTo>
                  <a:lnTo>
                    <a:pt x="1124" y="4593"/>
                  </a:lnTo>
                  <a:lnTo>
                    <a:pt x="903" y="4854"/>
                  </a:lnTo>
                  <a:lnTo>
                    <a:pt x="703" y="5114"/>
                  </a:lnTo>
                  <a:lnTo>
                    <a:pt x="502" y="5375"/>
                  </a:lnTo>
                  <a:lnTo>
                    <a:pt x="342" y="5656"/>
                  </a:lnTo>
                  <a:lnTo>
                    <a:pt x="222" y="5957"/>
                  </a:lnTo>
                  <a:lnTo>
                    <a:pt x="121" y="6258"/>
                  </a:lnTo>
                  <a:lnTo>
                    <a:pt x="41" y="6578"/>
                  </a:lnTo>
                  <a:lnTo>
                    <a:pt x="1" y="6899"/>
                  </a:lnTo>
                  <a:lnTo>
                    <a:pt x="1" y="7220"/>
                  </a:lnTo>
                  <a:lnTo>
                    <a:pt x="41" y="7561"/>
                  </a:lnTo>
                  <a:lnTo>
                    <a:pt x="41" y="7561"/>
                  </a:lnTo>
                  <a:lnTo>
                    <a:pt x="141" y="7782"/>
                  </a:lnTo>
                  <a:lnTo>
                    <a:pt x="141" y="7782"/>
                  </a:lnTo>
                  <a:lnTo>
                    <a:pt x="522" y="7942"/>
                  </a:lnTo>
                  <a:lnTo>
                    <a:pt x="903" y="8083"/>
                  </a:lnTo>
                  <a:lnTo>
                    <a:pt x="1304" y="8203"/>
                  </a:lnTo>
                  <a:lnTo>
                    <a:pt x="1706" y="8303"/>
                  </a:lnTo>
                  <a:lnTo>
                    <a:pt x="2107" y="8383"/>
                  </a:lnTo>
                  <a:lnTo>
                    <a:pt x="2508" y="8444"/>
                  </a:lnTo>
                  <a:lnTo>
                    <a:pt x="2929" y="8484"/>
                  </a:lnTo>
                  <a:lnTo>
                    <a:pt x="3330" y="8484"/>
                  </a:lnTo>
                  <a:lnTo>
                    <a:pt x="3330" y="8484"/>
                  </a:lnTo>
                  <a:lnTo>
                    <a:pt x="3651" y="8484"/>
                  </a:lnTo>
                  <a:lnTo>
                    <a:pt x="3952" y="8464"/>
                  </a:lnTo>
                  <a:lnTo>
                    <a:pt x="4252" y="8423"/>
                  </a:lnTo>
                  <a:lnTo>
                    <a:pt x="4553" y="8383"/>
                  </a:lnTo>
                  <a:lnTo>
                    <a:pt x="4553" y="8383"/>
                  </a:lnTo>
                  <a:lnTo>
                    <a:pt x="4714" y="8363"/>
                  </a:lnTo>
                  <a:lnTo>
                    <a:pt x="4714" y="8363"/>
                  </a:lnTo>
                  <a:lnTo>
                    <a:pt x="4533" y="8243"/>
                  </a:lnTo>
                  <a:lnTo>
                    <a:pt x="4373" y="8123"/>
                  </a:lnTo>
                  <a:lnTo>
                    <a:pt x="4212" y="7982"/>
                  </a:lnTo>
                  <a:lnTo>
                    <a:pt x="4072" y="7842"/>
                  </a:lnTo>
                  <a:lnTo>
                    <a:pt x="3932" y="7681"/>
                  </a:lnTo>
                  <a:lnTo>
                    <a:pt x="3791" y="7521"/>
                  </a:lnTo>
                  <a:lnTo>
                    <a:pt x="3651" y="7341"/>
                  </a:lnTo>
                  <a:lnTo>
                    <a:pt x="3531" y="7160"/>
                  </a:lnTo>
                  <a:lnTo>
                    <a:pt x="3531" y="7160"/>
                  </a:lnTo>
                  <a:lnTo>
                    <a:pt x="3350" y="6799"/>
                  </a:lnTo>
                  <a:lnTo>
                    <a:pt x="3230" y="6458"/>
                  </a:lnTo>
                  <a:lnTo>
                    <a:pt x="3129" y="6117"/>
                  </a:lnTo>
                  <a:lnTo>
                    <a:pt x="3069" y="5776"/>
                  </a:lnTo>
                  <a:lnTo>
                    <a:pt x="3049" y="5455"/>
                  </a:lnTo>
                  <a:lnTo>
                    <a:pt x="3069" y="5135"/>
                  </a:lnTo>
                  <a:lnTo>
                    <a:pt x="3129" y="4814"/>
                  </a:lnTo>
                  <a:lnTo>
                    <a:pt x="3230" y="4513"/>
                  </a:lnTo>
                  <a:lnTo>
                    <a:pt x="3370" y="4212"/>
                  </a:lnTo>
                  <a:lnTo>
                    <a:pt x="3531" y="3951"/>
                  </a:lnTo>
                  <a:lnTo>
                    <a:pt x="3731" y="3691"/>
                  </a:lnTo>
                  <a:lnTo>
                    <a:pt x="3972" y="3450"/>
                  </a:lnTo>
                  <a:lnTo>
                    <a:pt x="4232" y="3249"/>
                  </a:lnTo>
                  <a:lnTo>
                    <a:pt x="4533" y="3049"/>
                  </a:lnTo>
                  <a:lnTo>
                    <a:pt x="4874" y="2888"/>
                  </a:lnTo>
                  <a:lnTo>
                    <a:pt x="5235" y="2768"/>
                  </a:lnTo>
                  <a:lnTo>
                    <a:pt x="5235" y="2768"/>
                  </a:lnTo>
                  <a:lnTo>
                    <a:pt x="5777" y="2608"/>
                  </a:lnTo>
                  <a:lnTo>
                    <a:pt x="6318" y="2487"/>
                  </a:lnTo>
                  <a:lnTo>
                    <a:pt x="6880" y="2407"/>
                  </a:lnTo>
                  <a:lnTo>
                    <a:pt x="7441" y="2347"/>
                  </a:lnTo>
                  <a:lnTo>
                    <a:pt x="8564" y="2227"/>
                  </a:lnTo>
                  <a:lnTo>
                    <a:pt x="9126" y="2166"/>
                  </a:lnTo>
                  <a:lnTo>
                    <a:pt x="9667" y="2086"/>
                  </a:lnTo>
                  <a:lnTo>
                    <a:pt x="9667" y="2086"/>
                  </a:lnTo>
                  <a:lnTo>
                    <a:pt x="10149" y="1986"/>
                  </a:lnTo>
                  <a:lnTo>
                    <a:pt x="10610" y="1866"/>
                  </a:lnTo>
                  <a:lnTo>
                    <a:pt x="11071" y="1745"/>
                  </a:lnTo>
                  <a:lnTo>
                    <a:pt x="11512" y="1585"/>
                  </a:lnTo>
                  <a:lnTo>
                    <a:pt x="11973" y="1424"/>
                  </a:lnTo>
                  <a:lnTo>
                    <a:pt x="12395" y="1224"/>
                  </a:lnTo>
                  <a:lnTo>
                    <a:pt x="12836" y="1023"/>
                  </a:lnTo>
                  <a:lnTo>
                    <a:pt x="13257" y="803"/>
                  </a:lnTo>
                  <a:lnTo>
                    <a:pt x="13257" y="803"/>
                  </a:lnTo>
                  <a:lnTo>
                    <a:pt x="13397" y="723"/>
                  </a:lnTo>
                  <a:lnTo>
                    <a:pt x="13397" y="723"/>
                  </a:lnTo>
                  <a:lnTo>
                    <a:pt x="13658" y="522"/>
                  </a:lnTo>
                  <a:lnTo>
                    <a:pt x="13919" y="341"/>
                  </a:lnTo>
                  <a:lnTo>
                    <a:pt x="14179" y="161"/>
                  </a:lnTo>
                  <a:lnTo>
                    <a:pt x="1446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34">
              <a:extLst>
                <a:ext uri="{FF2B5EF4-FFF2-40B4-BE49-F238E27FC236}">
                  <a16:creationId xmlns:a16="http://schemas.microsoft.com/office/drawing/2014/main" id="{3FE3223B-6353-5CE9-6EF5-B83DFF74749D}"/>
                </a:ext>
              </a:extLst>
            </p:cNvPr>
            <p:cNvSpPr/>
            <p:nvPr/>
          </p:nvSpPr>
          <p:spPr>
            <a:xfrm>
              <a:off x="8245650" y="3956650"/>
              <a:ext cx="412650" cy="200075"/>
            </a:xfrm>
            <a:custGeom>
              <a:avLst/>
              <a:gdLst/>
              <a:ahLst/>
              <a:cxnLst/>
              <a:rect l="l" t="t" r="r" b="b"/>
              <a:pathLst>
                <a:path w="16506" h="8003" fill="none" extrusionOk="0">
                  <a:moveTo>
                    <a:pt x="16505" y="0"/>
                  </a:moveTo>
                  <a:lnTo>
                    <a:pt x="16505" y="0"/>
                  </a:lnTo>
                  <a:lnTo>
                    <a:pt x="15462" y="422"/>
                  </a:lnTo>
                  <a:lnTo>
                    <a:pt x="14419" y="863"/>
                  </a:lnTo>
                  <a:lnTo>
                    <a:pt x="14419" y="863"/>
                  </a:lnTo>
                  <a:lnTo>
                    <a:pt x="13898" y="1083"/>
                  </a:lnTo>
                  <a:lnTo>
                    <a:pt x="13357" y="1264"/>
                  </a:lnTo>
                  <a:lnTo>
                    <a:pt x="12795" y="1444"/>
                  </a:lnTo>
                  <a:lnTo>
                    <a:pt x="12254" y="1605"/>
                  </a:lnTo>
                  <a:lnTo>
                    <a:pt x="11712" y="1745"/>
                  </a:lnTo>
                  <a:lnTo>
                    <a:pt x="11151" y="1886"/>
                  </a:lnTo>
                  <a:lnTo>
                    <a:pt x="10589" y="1986"/>
                  </a:lnTo>
                  <a:lnTo>
                    <a:pt x="10007" y="2066"/>
                  </a:lnTo>
                  <a:lnTo>
                    <a:pt x="10007" y="2066"/>
                  </a:lnTo>
                  <a:lnTo>
                    <a:pt x="9326" y="2166"/>
                  </a:lnTo>
                  <a:lnTo>
                    <a:pt x="8644" y="2227"/>
                  </a:lnTo>
                  <a:lnTo>
                    <a:pt x="7280" y="2367"/>
                  </a:lnTo>
                  <a:lnTo>
                    <a:pt x="6598" y="2447"/>
                  </a:lnTo>
                  <a:lnTo>
                    <a:pt x="5936" y="2527"/>
                  </a:lnTo>
                  <a:lnTo>
                    <a:pt x="5255" y="2628"/>
                  </a:lnTo>
                  <a:lnTo>
                    <a:pt x="4593" y="2768"/>
                  </a:lnTo>
                  <a:lnTo>
                    <a:pt x="4593" y="2768"/>
                  </a:lnTo>
                  <a:lnTo>
                    <a:pt x="3931" y="2928"/>
                  </a:lnTo>
                  <a:lnTo>
                    <a:pt x="3269" y="3129"/>
                  </a:lnTo>
                  <a:lnTo>
                    <a:pt x="2948" y="3249"/>
                  </a:lnTo>
                  <a:lnTo>
                    <a:pt x="2627" y="3390"/>
                  </a:lnTo>
                  <a:lnTo>
                    <a:pt x="2307" y="3530"/>
                  </a:lnTo>
                  <a:lnTo>
                    <a:pt x="2026" y="3690"/>
                  </a:lnTo>
                  <a:lnTo>
                    <a:pt x="1725" y="3871"/>
                  </a:lnTo>
                  <a:lnTo>
                    <a:pt x="1464" y="4072"/>
                  </a:lnTo>
                  <a:lnTo>
                    <a:pt x="1204" y="4292"/>
                  </a:lnTo>
                  <a:lnTo>
                    <a:pt x="983" y="4533"/>
                  </a:lnTo>
                  <a:lnTo>
                    <a:pt x="762" y="4773"/>
                  </a:lnTo>
                  <a:lnTo>
                    <a:pt x="582" y="5054"/>
                  </a:lnTo>
                  <a:lnTo>
                    <a:pt x="401" y="5375"/>
                  </a:lnTo>
                  <a:lnTo>
                    <a:pt x="261" y="5696"/>
                  </a:lnTo>
                  <a:lnTo>
                    <a:pt x="261" y="5696"/>
                  </a:lnTo>
                  <a:lnTo>
                    <a:pt x="161" y="5977"/>
                  </a:lnTo>
                  <a:lnTo>
                    <a:pt x="101" y="6278"/>
                  </a:lnTo>
                  <a:lnTo>
                    <a:pt x="40" y="6558"/>
                  </a:lnTo>
                  <a:lnTo>
                    <a:pt x="20" y="6859"/>
                  </a:lnTo>
                  <a:lnTo>
                    <a:pt x="0" y="7140"/>
                  </a:lnTo>
                  <a:lnTo>
                    <a:pt x="20" y="7441"/>
                  </a:lnTo>
                  <a:lnTo>
                    <a:pt x="60" y="7721"/>
                  </a:lnTo>
                  <a:lnTo>
                    <a:pt x="101" y="8002"/>
                  </a:lnTo>
                  <a:lnTo>
                    <a:pt x="101" y="8002"/>
                  </a:lnTo>
                  <a:lnTo>
                    <a:pt x="121" y="7701"/>
                  </a:lnTo>
                  <a:lnTo>
                    <a:pt x="161" y="7421"/>
                  </a:lnTo>
                  <a:lnTo>
                    <a:pt x="241" y="7120"/>
                  </a:lnTo>
                  <a:lnTo>
                    <a:pt x="341" y="6839"/>
                  </a:lnTo>
                  <a:lnTo>
                    <a:pt x="461" y="6558"/>
                  </a:lnTo>
                  <a:lnTo>
                    <a:pt x="622" y="6278"/>
                  </a:lnTo>
                  <a:lnTo>
                    <a:pt x="802" y="6017"/>
                  </a:lnTo>
                  <a:lnTo>
                    <a:pt x="1003" y="5756"/>
                  </a:lnTo>
                  <a:lnTo>
                    <a:pt x="1003" y="5756"/>
                  </a:lnTo>
                  <a:lnTo>
                    <a:pt x="1224" y="5536"/>
                  </a:lnTo>
                  <a:lnTo>
                    <a:pt x="1444" y="5315"/>
                  </a:lnTo>
                  <a:lnTo>
                    <a:pt x="1705" y="5114"/>
                  </a:lnTo>
                  <a:lnTo>
                    <a:pt x="1966" y="4914"/>
                  </a:lnTo>
                  <a:lnTo>
                    <a:pt x="2226" y="4753"/>
                  </a:lnTo>
                  <a:lnTo>
                    <a:pt x="2507" y="4593"/>
                  </a:lnTo>
                  <a:lnTo>
                    <a:pt x="2788" y="4433"/>
                  </a:lnTo>
                  <a:lnTo>
                    <a:pt x="3089" y="4312"/>
                  </a:lnTo>
                  <a:lnTo>
                    <a:pt x="3690" y="4072"/>
                  </a:lnTo>
                  <a:lnTo>
                    <a:pt x="4312" y="3871"/>
                  </a:lnTo>
                  <a:lnTo>
                    <a:pt x="4934" y="3690"/>
                  </a:lnTo>
                  <a:lnTo>
                    <a:pt x="5555" y="3550"/>
                  </a:lnTo>
                  <a:lnTo>
                    <a:pt x="5555" y="3550"/>
                  </a:lnTo>
                  <a:lnTo>
                    <a:pt x="6337" y="3370"/>
                  </a:lnTo>
                  <a:lnTo>
                    <a:pt x="7140" y="3209"/>
                  </a:lnTo>
                  <a:lnTo>
                    <a:pt x="8724" y="2888"/>
                  </a:lnTo>
                  <a:lnTo>
                    <a:pt x="9526" y="2728"/>
                  </a:lnTo>
                  <a:lnTo>
                    <a:pt x="10308" y="2547"/>
                  </a:lnTo>
                  <a:lnTo>
                    <a:pt x="11090" y="2327"/>
                  </a:lnTo>
                  <a:lnTo>
                    <a:pt x="11872" y="2106"/>
                  </a:lnTo>
                  <a:lnTo>
                    <a:pt x="11872" y="2106"/>
                  </a:lnTo>
                  <a:lnTo>
                    <a:pt x="12915" y="1725"/>
                  </a:lnTo>
                  <a:lnTo>
                    <a:pt x="13958" y="1324"/>
                  </a:lnTo>
                  <a:lnTo>
                    <a:pt x="14961" y="863"/>
                  </a:lnTo>
                  <a:lnTo>
                    <a:pt x="15964" y="381"/>
                  </a:lnTo>
                  <a:lnTo>
                    <a:pt x="15964" y="381"/>
                  </a:lnTo>
                  <a:lnTo>
                    <a:pt x="1650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34">
              <a:extLst>
                <a:ext uri="{FF2B5EF4-FFF2-40B4-BE49-F238E27FC236}">
                  <a16:creationId xmlns:a16="http://schemas.microsoft.com/office/drawing/2014/main" id="{2206A35C-EBC2-102B-FBBB-3DD95116A820}"/>
                </a:ext>
              </a:extLst>
            </p:cNvPr>
            <p:cNvSpPr/>
            <p:nvPr/>
          </p:nvSpPr>
          <p:spPr>
            <a:xfrm>
              <a:off x="8240625" y="3940100"/>
              <a:ext cx="442725" cy="265250"/>
            </a:xfrm>
            <a:custGeom>
              <a:avLst/>
              <a:gdLst/>
              <a:ahLst/>
              <a:cxnLst/>
              <a:rect l="l" t="t" r="r" b="b"/>
              <a:pathLst>
                <a:path w="17709" h="10610" extrusionOk="0">
                  <a:moveTo>
                    <a:pt x="17709" y="1"/>
                  </a:moveTo>
                  <a:lnTo>
                    <a:pt x="17288" y="141"/>
                  </a:lnTo>
                  <a:lnTo>
                    <a:pt x="16867" y="281"/>
                  </a:lnTo>
                  <a:lnTo>
                    <a:pt x="16044" y="602"/>
                  </a:lnTo>
                  <a:lnTo>
                    <a:pt x="14400" y="1284"/>
                  </a:lnTo>
                  <a:lnTo>
                    <a:pt x="13658" y="1565"/>
                  </a:lnTo>
                  <a:lnTo>
                    <a:pt x="12916" y="1806"/>
                  </a:lnTo>
                  <a:lnTo>
                    <a:pt x="12154" y="2006"/>
                  </a:lnTo>
                  <a:lnTo>
                    <a:pt x="11412" y="2167"/>
                  </a:lnTo>
                  <a:lnTo>
                    <a:pt x="10650" y="2307"/>
                  </a:lnTo>
                  <a:lnTo>
                    <a:pt x="9888" y="2427"/>
                  </a:lnTo>
                  <a:lnTo>
                    <a:pt x="9105" y="2528"/>
                  </a:lnTo>
                  <a:lnTo>
                    <a:pt x="8323" y="2608"/>
                  </a:lnTo>
                  <a:lnTo>
                    <a:pt x="6980" y="2748"/>
                  </a:lnTo>
                  <a:lnTo>
                    <a:pt x="6298" y="2828"/>
                  </a:lnTo>
                  <a:lnTo>
                    <a:pt x="5636" y="2929"/>
                  </a:lnTo>
                  <a:lnTo>
                    <a:pt x="4974" y="3049"/>
                  </a:lnTo>
                  <a:lnTo>
                    <a:pt x="4312" y="3209"/>
                  </a:lnTo>
                  <a:lnTo>
                    <a:pt x="3671" y="3410"/>
                  </a:lnTo>
                  <a:lnTo>
                    <a:pt x="3350" y="3510"/>
                  </a:lnTo>
                  <a:lnTo>
                    <a:pt x="3029" y="3631"/>
                  </a:lnTo>
                  <a:lnTo>
                    <a:pt x="2748" y="3771"/>
                  </a:lnTo>
                  <a:lnTo>
                    <a:pt x="2487" y="3891"/>
                  </a:lnTo>
                  <a:lnTo>
                    <a:pt x="2207" y="4032"/>
                  </a:lnTo>
                  <a:lnTo>
                    <a:pt x="1966" y="4192"/>
                  </a:lnTo>
                  <a:lnTo>
                    <a:pt x="1725" y="4352"/>
                  </a:lnTo>
                  <a:lnTo>
                    <a:pt x="1505" y="4533"/>
                  </a:lnTo>
                  <a:lnTo>
                    <a:pt x="1284" y="4734"/>
                  </a:lnTo>
                  <a:lnTo>
                    <a:pt x="1084" y="4934"/>
                  </a:lnTo>
                  <a:lnTo>
                    <a:pt x="903" y="5155"/>
                  </a:lnTo>
                  <a:lnTo>
                    <a:pt x="723" y="5375"/>
                  </a:lnTo>
                  <a:lnTo>
                    <a:pt x="562" y="5616"/>
                  </a:lnTo>
                  <a:lnTo>
                    <a:pt x="442" y="5857"/>
                  </a:lnTo>
                  <a:lnTo>
                    <a:pt x="322" y="6137"/>
                  </a:lnTo>
                  <a:lnTo>
                    <a:pt x="221" y="6418"/>
                  </a:lnTo>
                  <a:lnTo>
                    <a:pt x="121" y="6699"/>
                  </a:lnTo>
                  <a:lnTo>
                    <a:pt x="61" y="7020"/>
                  </a:lnTo>
                  <a:lnTo>
                    <a:pt x="21" y="7321"/>
                  </a:lnTo>
                  <a:lnTo>
                    <a:pt x="1" y="7641"/>
                  </a:lnTo>
                  <a:lnTo>
                    <a:pt x="21" y="7942"/>
                  </a:lnTo>
                  <a:lnTo>
                    <a:pt x="41" y="8263"/>
                  </a:lnTo>
                  <a:lnTo>
                    <a:pt x="81" y="8564"/>
                  </a:lnTo>
                  <a:lnTo>
                    <a:pt x="141" y="8865"/>
                  </a:lnTo>
                  <a:lnTo>
                    <a:pt x="221" y="9146"/>
                  </a:lnTo>
                  <a:lnTo>
                    <a:pt x="342" y="9446"/>
                  </a:lnTo>
                  <a:lnTo>
                    <a:pt x="342" y="9446"/>
                  </a:lnTo>
                  <a:lnTo>
                    <a:pt x="161" y="9346"/>
                  </a:lnTo>
                  <a:lnTo>
                    <a:pt x="322" y="9527"/>
                  </a:lnTo>
                  <a:lnTo>
                    <a:pt x="442" y="9687"/>
                  </a:lnTo>
                  <a:lnTo>
                    <a:pt x="462" y="9687"/>
                  </a:lnTo>
                  <a:lnTo>
                    <a:pt x="462" y="9707"/>
                  </a:lnTo>
                  <a:lnTo>
                    <a:pt x="662" y="9908"/>
                  </a:lnTo>
                  <a:lnTo>
                    <a:pt x="903" y="10108"/>
                  </a:lnTo>
                  <a:lnTo>
                    <a:pt x="723" y="9827"/>
                  </a:lnTo>
                  <a:lnTo>
                    <a:pt x="723" y="9827"/>
                  </a:lnTo>
                  <a:lnTo>
                    <a:pt x="1104" y="10008"/>
                  </a:lnTo>
                  <a:lnTo>
                    <a:pt x="1505" y="10168"/>
                  </a:lnTo>
                  <a:lnTo>
                    <a:pt x="1886" y="10309"/>
                  </a:lnTo>
                  <a:lnTo>
                    <a:pt x="2287" y="10409"/>
                  </a:lnTo>
                  <a:lnTo>
                    <a:pt x="2688" y="10489"/>
                  </a:lnTo>
                  <a:lnTo>
                    <a:pt x="3109" y="10549"/>
                  </a:lnTo>
                  <a:lnTo>
                    <a:pt x="3510" y="10589"/>
                  </a:lnTo>
                  <a:lnTo>
                    <a:pt x="3931" y="10610"/>
                  </a:lnTo>
                  <a:lnTo>
                    <a:pt x="4353" y="10589"/>
                  </a:lnTo>
                  <a:lnTo>
                    <a:pt x="4774" y="10549"/>
                  </a:lnTo>
                  <a:lnTo>
                    <a:pt x="5195" y="10489"/>
                  </a:lnTo>
                  <a:lnTo>
                    <a:pt x="5636" y="10389"/>
                  </a:lnTo>
                  <a:lnTo>
                    <a:pt x="5395" y="10289"/>
                  </a:lnTo>
                  <a:lnTo>
                    <a:pt x="5175" y="10168"/>
                  </a:lnTo>
                  <a:lnTo>
                    <a:pt x="5014" y="10188"/>
                  </a:lnTo>
                  <a:lnTo>
                    <a:pt x="4713" y="10228"/>
                  </a:lnTo>
                  <a:lnTo>
                    <a:pt x="4413" y="10269"/>
                  </a:lnTo>
                  <a:lnTo>
                    <a:pt x="4112" y="10289"/>
                  </a:lnTo>
                  <a:lnTo>
                    <a:pt x="3390" y="10289"/>
                  </a:lnTo>
                  <a:lnTo>
                    <a:pt x="2969" y="10249"/>
                  </a:lnTo>
                  <a:lnTo>
                    <a:pt x="2568" y="10188"/>
                  </a:lnTo>
                  <a:lnTo>
                    <a:pt x="2167" y="10108"/>
                  </a:lnTo>
                  <a:lnTo>
                    <a:pt x="1765" y="10008"/>
                  </a:lnTo>
                  <a:lnTo>
                    <a:pt x="1364" y="9888"/>
                  </a:lnTo>
                  <a:lnTo>
                    <a:pt x="983" y="9747"/>
                  </a:lnTo>
                  <a:lnTo>
                    <a:pt x="602" y="9587"/>
                  </a:lnTo>
                  <a:lnTo>
                    <a:pt x="502" y="9366"/>
                  </a:lnTo>
                  <a:lnTo>
                    <a:pt x="462" y="9025"/>
                  </a:lnTo>
                  <a:lnTo>
                    <a:pt x="462" y="8704"/>
                  </a:lnTo>
                  <a:lnTo>
                    <a:pt x="502" y="8383"/>
                  </a:lnTo>
                  <a:lnTo>
                    <a:pt x="582" y="8063"/>
                  </a:lnTo>
                  <a:lnTo>
                    <a:pt x="683" y="7762"/>
                  </a:lnTo>
                  <a:lnTo>
                    <a:pt x="803" y="7461"/>
                  </a:lnTo>
                  <a:lnTo>
                    <a:pt x="963" y="7180"/>
                  </a:lnTo>
                  <a:lnTo>
                    <a:pt x="1164" y="6919"/>
                  </a:lnTo>
                  <a:lnTo>
                    <a:pt x="1364" y="6659"/>
                  </a:lnTo>
                  <a:lnTo>
                    <a:pt x="1585" y="6398"/>
                  </a:lnTo>
                  <a:lnTo>
                    <a:pt x="1846" y="6177"/>
                  </a:lnTo>
                  <a:lnTo>
                    <a:pt x="2106" y="5957"/>
                  </a:lnTo>
                  <a:lnTo>
                    <a:pt x="2367" y="5756"/>
                  </a:lnTo>
                  <a:lnTo>
                    <a:pt x="2648" y="5576"/>
                  </a:lnTo>
                  <a:lnTo>
                    <a:pt x="2949" y="5415"/>
                  </a:lnTo>
                  <a:lnTo>
                    <a:pt x="3250" y="5255"/>
                  </a:lnTo>
                  <a:lnTo>
                    <a:pt x="3570" y="5115"/>
                  </a:lnTo>
                  <a:lnTo>
                    <a:pt x="3891" y="4994"/>
                  </a:lnTo>
                  <a:lnTo>
                    <a:pt x="4553" y="4754"/>
                  </a:lnTo>
                  <a:lnTo>
                    <a:pt x="5235" y="4573"/>
                  </a:lnTo>
                  <a:lnTo>
                    <a:pt x="5937" y="4413"/>
                  </a:lnTo>
                  <a:lnTo>
                    <a:pt x="6619" y="4272"/>
                  </a:lnTo>
                  <a:lnTo>
                    <a:pt x="7321" y="4132"/>
                  </a:lnTo>
                  <a:lnTo>
                    <a:pt x="8704" y="3871"/>
                  </a:lnTo>
                  <a:lnTo>
                    <a:pt x="9527" y="3691"/>
                  </a:lnTo>
                  <a:lnTo>
                    <a:pt x="10309" y="3490"/>
                  </a:lnTo>
                  <a:lnTo>
                    <a:pt x="11111" y="3270"/>
                  </a:lnTo>
                  <a:lnTo>
                    <a:pt x="11893" y="3009"/>
                  </a:lnTo>
                  <a:lnTo>
                    <a:pt x="12655" y="2748"/>
                  </a:lnTo>
                  <a:lnTo>
                    <a:pt x="13417" y="2447"/>
                  </a:lnTo>
                  <a:lnTo>
                    <a:pt x="14179" y="2146"/>
                  </a:lnTo>
                  <a:lnTo>
                    <a:pt x="14921" y="1806"/>
                  </a:lnTo>
                  <a:lnTo>
                    <a:pt x="14640" y="1966"/>
                  </a:lnTo>
                  <a:lnTo>
                    <a:pt x="14380" y="2146"/>
                  </a:lnTo>
                  <a:lnTo>
                    <a:pt x="14119" y="2327"/>
                  </a:lnTo>
                  <a:lnTo>
                    <a:pt x="13858" y="2528"/>
                  </a:lnTo>
                  <a:lnTo>
                    <a:pt x="14440" y="2167"/>
                  </a:lnTo>
                  <a:lnTo>
                    <a:pt x="15022" y="1806"/>
                  </a:lnTo>
                  <a:lnTo>
                    <a:pt x="16165" y="1043"/>
                  </a:lnTo>
                  <a:lnTo>
                    <a:pt x="16165" y="1043"/>
                  </a:lnTo>
                  <a:lnTo>
                    <a:pt x="15162" y="1525"/>
                  </a:lnTo>
                  <a:lnTo>
                    <a:pt x="14159" y="1986"/>
                  </a:lnTo>
                  <a:lnTo>
                    <a:pt x="13116" y="2387"/>
                  </a:lnTo>
                  <a:lnTo>
                    <a:pt x="12073" y="2768"/>
                  </a:lnTo>
                  <a:lnTo>
                    <a:pt x="11291" y="2989"/>
                  </a:lnTo>
                  <a:lnTo>
                    <a:pt x="10509" y="3209"/>
                  </a:lnTo>
                  <a:lnTo>
                    <a:pt x="9727" y="3390"/>
                  </a:lnTo>
                  <a:lnTo>
                    <a:pt x="8925" y="3550"/>
                  </a:lnTo>
                  <a:lnTo>
                    <a:pt x="7341" y="3871"/>
                  </a:lnTo>
                  <a:lnTo>
                    <a:pt x="6538" y="4032"/>
                  </a:lnTo>
                  <a:lnTo>
                    <a:pt x="5756" y="4212"/>
                  </a:lnTo>
                  <a:lnTo>
                    <a:pt x="5135" y="4352"/>
                  </a:lnTo>
                  <a:lnTo>
                    <a:pt x="4513" y="4533"/>
                  </a:lnTo>
                  <a:lnTo>
                    <a:pt x="3891" y="4734"/>
                  </a:lnTo>
                  <a:lnTo>
                    <a:pt x="3290" y="4974"/>
                  </a:lnTo>
                  <a:lnTo>
                    <a:pt x="2989" y="5095"/>
                  </a:lnTo>
                  <a:lnTo>
                    <a:pt x="2708" y="5255"/>
                  </a:lnTo>
                  <a:lnTo>
                    <a:pt x="2427" y="5415"/>
                  </a:lnTo>
                  <a:lnTo>
                    <a:pt x="2167" y="5576"/>
                  </a:lnTo>
                  <a:lnTo>
                    <a:pt x="1906" y="5776"/>
                  </a:lnTo>
                  <a:lnTo>
                    <a:pt x="1645" y="5977"/>
                  </a:lnTo>
                  <a:lnTo>
                    <a:pt x="1425" y="6198"/>
                  </a:lnTo>
                  <a:lnTo>
                    <a:pt x="1204" y="6418"/>
                  </a:lnTo>
                  <a:lnTo>
                    <a:pt x="1003" y="6679"/>
                  </a:lnTo>
                  <a:lnTo>
                    <a:pt x="823" y="6940"/>
                  </a:lnTo>
                  <a:lnTo>
                    <a:pt x="662" y="7220"/>
                  </a:lnTo>
                  <a:lnTo>
                    <a:pt x="542" y="7501"/>
                  </a:lnTo>
                  <a:lnTo>
                    <a:pt x="442" y="7782"/>
                  </a:lnTo>
                  <a:lnTo>
                    <a:pt x="362" y="8083"/>
                  </a:lnTo>
                  <a:lnTo>
                    <a:pt x="322" y="8363"/>
                  </a:lnTo>
                  <a:lnTo>
                    <a:pt x="302" y="8664"/>
                  </a:lnTo>
                  <a:lnTo>
                    <a:pt x="261" y="8383"/>
                  </a:lnTo>
                  <a:lnTo>
                    <a:pt x="221" y="8103"/>
                  </a:lnTo>
                  <a:lnTo>
                    <a:pt x="201" y="7802"/>
                  </a:lnTo>
                  <a:lnTo>
                    <a:pt x="221" y="7521"/>
                  </a:lnTo>
                  <a:lnTo>
                    <a:pt x="241" y="7220"/>
                  </a:lnTo>
                  <a:lnTo>
                    <a:pt x="302" y="6940"/>
                  </a:lnTo>
                  <a:lnTo>
                    <a:pt x="362" y="6639"/>
                  </a:lnTo>
                  <a:lnTo>
                    <a:pt x="462" y="6358"/>
                  </a:lnTo>
                  <a:lnTo>
                    <a:pt x="602" y="6037"/>
                  </a:lnTo>
                  <a:lnTo>
                    <a:pt x="783" y="5716"/>
                  </a:lnTo>
                  <a:lnTo>
                    <a:pt x="963" y="5435"/>
                  </a:lnTo>
                  <a:lnTo>
                    <a:pt x="1184" y="5195"/>
                  </a:lnTo>
                  <a:lnTo>
                    <a:pt x="1405" y="4954"/>
                  </a:lnTo>
                  <a:lnTo>
                    <a:pt x="1665" y="4734"/>
                  </a:lnTo>
                  <a:lnTo>
                    <a:pt x="1926" y="4533"/>
                  </a:lnTo>
                  <a:lnTo>
                    <a:pt x="2227" y="4352"/>
                  </a:lnTo>
                  <a:lnTo>
                    <a:pt x="2508" y="4192"/>
                  </a:lnTo>
                  <a:lnTo>
                    <a:pt x="2828" y="4052"/>
                  </a:lnTo>
                  <a:lnTo>
                    <a:pt x="3149" y="3911"/>
                  </a:lnTo>
                  <a:lnTo>
                    <a:pt x="3470" y="3791"/>
                  </a:lnTo>
                  <a:lnTo>
                    <a:pt x="4132" y="3590"/>
                  </a:lnTo>
                  <a:lnTo>
                    <a:pt x="4794" y="3430"/>
                  </a:lnTo>
                  <a:lnTo>
                    <a:pt x="5456" y="3290"/>
                  </a:lnTo>
                  <a:lnTo>
                    <a:pt x="6137" y="3189"/>
                  </a:lnTo>
                  <a:lnTo>
                    <a:pt x="6799" y="3109"/>
                  </a:lnTo>
                  <a:lnTo>
                    <a:pt x="7481" y="3029"/>
                  </a:lnTo>
                  <a:lnTo>
                    <a:pt x="8845" y="2889"/>
                  </a:lnTo>
                  <a:lnTo>
                    <a:pt x="9527" y="2828"/>
                  </a:lnTo>
                  <a:lnTo>
                    <a:pt x="10208" y="2728"/>
                  </a:lnTo>
                  <a:lnTo>
                    <a:pt x="10790" y="2648"/>
                  </a:lnTo>
                  <a:lnTo>
                    <a:pt x="11352" y="2548"/>
                  </a:lnTo>
                  <a:lnTo>
                    <a:pt x="11913" y="2407"/>
                  </a:lnTo>
                  <a:lnTo>
                    <a:pt x="12455" y="2267"/>
                  </a:lnTo>
                  <a:lnTo>
                    <a:pt x="12996" y="2106"/>
                  </a:lnTo>
                  <a:lnTo>
                    <a:pt x="13558" y="1926"/>
                  </a:lnTo>
                  <a:lnTo>
                    <a:pt x="14099" y="1745"/>
                  </a:lnTo>
                  <a:lnTo>
                    <a:pt x="14620" y="1525"/>
                  </a:lnTo>
                  <a:lnTo>
                    <a:pt x="15663" y="1084"/>
                  </a:lnTo>
                  <a:lnTo>
                    <a:pt x="16706" y="662"/>
                  </a:lnTo>
                  <a:lnTo>
                    <a:pt x="1770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34">
              <a:extLst>
                <a:ext uri="{FF2B5EF4-FFF2-40B4-BE49-F238E27FC236}">
                  <a16:creationId xmlns:a16="http://schemas.microsoft.com/office/drawing/2014/main" id="{853C3526-6531-F719-F577-8288F4A0D271}"/>
                </a:ext>
              </a:extLst>
            </p:cNvPr>
            <p:cNvSpPr/>
            <p:nvPr/>
          </p:nvSpPr>
          <p:spPr>
            <a:xfrm>
              <a:off x="8626675" y="3882950"/>
              <a:ext cx="123375" cy="190050"/>
            </a:xfrm>
            <a:custGeom>
              <a:avLst/>
              <a:gdLst/>
              <a:ahLst/>
              <a:cxnLst/>
              <a:rect l="l" t="t" r="r" b="b"/>
              <a:pathLst>
                <a:path w="4935" h="7602" extrusionOk="0">
                  <a:moveTo>
                    <a:pt x="1665" y="0"/>
                  </a:moveTo>
                  <a:lnTo>
                    <a:pt x="1525" y="41"/>
                  </a:lnTo>
                  <a:lnTo>
                    <a:pt x="1384" y="81"/>
                  </a:lnTo>
                  <a:lnTo>
                    <a:pt x="1264" y="161"/>
                  </a:lnTo>
                  <a:lnTo>
                    <a:pt x="1144" y="261"/>
                  </a:lnTo>
                  <a:lnTo>
                    <a:pt x="1023" y="361"/>
                  </a:lnTo>
                  <a:lnTo>
                    <a:pt x="903" y="502"/>
                  </a:lnTo>
                  <a:lnTo>
                    <a:pt x="803" y="662"/>
                  </a:lnTo>
                  <a:lnTo>
                    <a:pt x="723" y="823"/>
                  </a:lnTo>
                  <a:lnTo>
                    <a:pt x="622" y="1023"/>
                  </a:lnTo>
                  <a:lnTo>
                    <a:pt x="482" y="1444"/>
                  </a:lnTo>
                  <a:lnTo>
                    <a:pt x="342" y="1906"/>
                  </a:lnTo>
                  <a:lnTo>
                    <a:pt x="241" y="2407"/>
                  </a:lnTo>
                  <a:lnTo>
                    <a:pt x="161" y="2928"/>
                  </a:lnTo>
                  <a:lnTo>
                    <a:pt x="101" y="3490"/>
                  </a:lnTo>
                  <a:lnTo>
                    <a:pt x="61" y="4031"/>
                  </a:lnTo>
                  <a:lnTo>
                    <a:pt x="21" y="4593"/>
                  </a:lnTo>
                  <a:lnTo>
                    <a:pt x="1" y="5636"/>
                  </a:lnTo>
                  <a:lnTo>
                    <a:pt x="1" y="6538"/>
                  </a:lnTo>
                  <a:lnTo>
                    <a:pt x="41" y="7220"/>
                  </a:lnTo>
                  <a:lnTo>
                    <a:pt x="4934" y="7601"/>
                  </a:lnTo>
                  <a:lnTo>
                    <a:pt x="4934" y="7601"/>
                  </a:lnTo>
                  <a:lnTo>
                    <a:pt x="4914" y="7080"/>
                  </a:lnTo>
                  <a:lnTo>
                    <a:pt x="4894" y="6578"/>
                  </a:lnTo>
                  <a:lnTo>
                    <a:pt x="4854" y="6097"/>
                  </a:lnTo>
                  <a:lnTo>
                    <a:pt x="4794" y="5636"/>
                  </a:lnTo>
                  <a:lnTo>
                    <a:pt x="4734" y="5175"/>
                  </a:lnTo>
                  <a:lnTo>
                    <a:pt x="4673" y="4753"/>
                  </a:lnTo>
                  <a:lnTo>
                    <a:pt x="4593" y="4332"/>
                  </a:lnTo>
                  <a:lnTo>
                    <a:pt x="4493" y="3951"/>
                  </a:lnTo>
                  <a:lnTo>
                    <a:pt x="4312" y="3209"/>
                  </a:lnTo>
                  <a:lnTo>
                    <a:pt x="4192" y="2868"/>
                  </a:lnTo>
                  <a:lnTo>
                    <a:pt x="4072" y="2547"/>
                  </a:lnTo>
                  <a:lnTo>
                    <a:pt x="3951" y="2247"/>
                  </a:lnTo>
                  <a:lnTo>
                    <a:pt x="3831" y="1966"/>
                  </a:lnTo>
                  <a:lnTo>
                    <a:pt x="3691" y="1685"/>
                  </a:lnTo>
                  <a:lnTo>
                    <a:pt x="3570" y="1444"/>
                  </a:lnTo>
                  <a:lnTo>
                    <a:pt x="3430" y="1224"/>
                  </a:lnTo>
                  <a:lnTo>
                    <a:pt x="3290" y="1003"/>
                  </a:lnTo>
                  <a:lnTo>
                    <a:pt x="3129" y="823"/>
                  </a:lnTo>
                  <a:lnTo>
                    <a:pt x="2989" y="642"/>
                  </a:lnTo>
                  <a:lnTo>
                    <a:pt x="2848" y="502"/>
                  </a:lnTo>
                  <a:lnTo>
                    <a:pt x="2688" y="361"/>
                  </a:lnTo>
                  <a:lnTo>
                    <a:pt x="2548" y="261"/>
                  </a:lnTo>
                  <a:lnTo>
                    <a:pt x="2387" y="161"/>
                  </a:lnTo>
                  <a:lnTo>
                    <a:pt x="2247" y="81"/>
                  </a:lnTo>
                  <a:lnTo>
                    <a:pt x="2086" y="41"/>
                  </a:lnTo>
                  <a:lnTo>
                    <a:pt x="194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97" name="Google Shape;7297;p34">
            <a:extLst>
              <a:ext uri="{FF2B5EF4-FFF2-40B4-BE49-F238E27FC236}">
                <a16:creationId xmlns:a16="http://schemas.microsoft.com/office/drawing/2014/main" id="{0EDCD7BD-3D10-21EA-9CA4-21A4474383A1}"/>
              </a:ext>
            </a:extLst>
          </p:cNvPr>
          <p:cNvGrpSpPr/>
          <p:nvPr/>
        </p:nvGrpSpPr>
        <p:grpSpPr>
          <a:xfrm>
            <a:off x="384700" y="2409050"/>
            <a:ext cx="908400" cy="2505550"/>
            <a:chOff x="16129525" y="2597825"/>
            <a:chExt cx="908400" cy="2505550"/>
          </a:xfrm>
        </p:grpSpPr>
        <p:sp>
          <p:nvSpPr>
            <p:cNvPr id="7298" name="Google Shape;7298;p34">
              <a:extLst>
                <a:ext uri="{FF2B5EF4-FFF2-40B4-BE49-F238E27FC236}">
                  <a16:creationId xmlns:a16="http://schemas.microsoft.com/office/drawing/2014/main" id="{CF70246A-68A5-9B24-8C8F-03F3D47A2847}"/>
                </a:ext>
              </a:extLst>
            </p:cNvPr>
            <p:cNvSpPr/>
            <p:nvPr/>
          </p:nvSpPr>
          <p:spPr>
            <a:xfrm>
              <a:off x="16129525" y="4968075"/>
              <a:ext cx="908400" cy="1353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34">
              <a:extLst>
                <a:ext uri="{FF2B5EF4-FFF2-40B4-BE49-F238E27FC236}">
                  <a16:creationId xmlns:a16="http://schemas.microsoft.com/office/drawing/2014/main" id="{93253EB3-3F33-4E7B-E07C-2BF7D830752E}"/>
                </a:ext>
              </a:extLst>
            </p:cNvPr>
            <p:cNvSpPr/>
            <p:nvPr/>
          </p:nvSpPr>
          <p:spPr>
            <a:xfrm>
              <a:off x="16140225" y="3564750"/>
              <a:ext cx="180425" cy="696325"/>
            </a:xfrm>
            <a:custGeom>
              <a:avLst/>
              <a:gdLst/>
              <a:ahLst/>
              <a:cxnLst/>
              <a:rect l="l" t="t" r="r" b="b"/>
              <a:pathLst>
                <a:path w="7217" h="27853" extrusionOk="0">
                  <a:moveTo>
                    <a:pt x="0" y="1"/>
                  </a:moveTo>
                  <a:lnTo>
                    <a:pt x="130" y="3112"/>
                  </a:lnTo>
                  <a:lnTo>
                    <a:pt x="216" y="6526"/>
                  </a:lnTo>
                  <a:lnTo>
                    <a:pt x="367" y="13916"/>
                  </a:lnTo>
                  <a:lnTo>
                    <a:pt x="540" y="21306"/>
                  </a:lnTo>
                  <a:lnTo>
                    <a:pt x="627" y="24741"/>
                  </a:lnTo>
                  <a:lnTo>
                    <a:pt x="756" y="27853"/>
                  </a:lnTo>
                  <a:lnTo>
                    <a:pt x="6180" y="27853"/>
                  </a:lnTo>
                  <a:lnTo>
                    <a:pt x="6309" y="24741"/>
                  </a:lnTo>
                  <a:lnTo>
                    <a:pt x="6439" y="21306"/>
                  </a:lnTo>
                  <a:lnTo>
                    <a:pt x="6698" y="13916"/>
                  </a:lnTo>
                  <a:lnTo>
                    <a:pt x="6958" y="6526"/>
                  </a:lnTo>
                  <a:lnTo>
                    <a:pt x="7087" y="3112"/>
                  </a:lnTo>
                  <a:lnTo>
                    <a:pt x="72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34">
              <a:extLst>
                <a:ext uri="{FF2B5EF4-FFF2-40B4-BE49-F238E27FC236}">
                  <a16:creationId xmlns:a16="http://schemas.microsoft.com/office/drawing/2014/main" id="{31282E5A-687D-A3A8-FC4B-28C3D44BBB86}"/>
                </a:ext>
              </a:extLst>
            </p:cNvPr>
            <p:cNvSpPr/>
            <p:nvPr/>
          </p:nvSpPr>
          <p:spPr>
            <a:xfrm>
              <a:off x="16824625" y="3564750"/>
              <a:ext cx="180450" cy="696325"/>
            </a:xfrm>
            <a:custGeom>
              <a:avLst/>
              <a:gdLst/>
              <a:ahLst/>
              <a:cxnLst/>
              <a:rect l="l" t="t" r="r" b="b"/>
              <a:pathLst>
                <a:path w="7218" h="27853" extrusionOk="0">
                  <a:moveTo>
                    <a:pt x="1" y="1"/>
                  </a:moveTo>
                  <a:lnTo>
                    <a:pt x="130" y="3112"/>
                  </a:lnTo>
                  <a:lnTo>
                    <a:pt x="260" y="6526"/>
                  </a:lnTo>
                  <a:lnTo>
                    <a:pt x="519" y="13916"/>
                  </a:lnTo>
                  <a:lnTo>
                    <a:pt x="779" y="21306"/>
                  </a:lnTo>
                  <a:lnTo>
                    <a:pt x="908" y="24741"/>
                  </a:lnTo>
                  <a:lnTo>
                    <a:pt x="1038" y="27853"/>
                  </a:lnTo>
                  <a:lnTo>
                    <a:pt x="6483" y="27853"/>
                  </a:lnTo>
                  <a:lnTo>
                    <a:pt x="6591" y="24741"/>
                  </a:lnTo>
                  <a:lnTo>
                    <a:pt x="6699" y="21306"/>
                  </a:lnTo>
                  <a:lnTo>
                    <a:pt x="6850" y="13916"/>
                  </a:lnTo>
                  <a:lnTo>
                    <a:pt x="7002" y="6526"/>
                  </a:lnTo>
                  <a:lnTo>
                    <a:pt x="7110" y="3112"/>
                  </a:lnTo>
                  <a:lnTo>
                    <a:pt x="7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34">
              <a:extLst>
                <a:ext uri="{FF2B5EF4-FFF2-40B4-BE49-F238E27FC236}">
                  <a16:creationId xmlns:a16="http://schemas.microsoft.com/office/drawing/2014/main" id="{CCE2A884-BE97-2C95-EF08-51BA93AF4ED8}"/>
                </a:ext>
              </a:extLst>
            </p:cNvPr>
            <p:cNvSpPr/>
            <p:nvPr/>
          </p:nvSpPr>
          <p:spPr>
            <a:xfrm>
              <a:off x="16228275" y="3067250"/>
              <a:ext cx="244725" cy="485100"/>
            </a:xfrm>
            <a:custGeom>
              <a:avLst/>
              <a:gdLst/>
              <a:ahLst/>
              <a:cxnLst/>
              <a:rect l="l" t="t" r="r" b="b"/>
              <a:pathLst>
                <a:path w="9789" h="19404" extrusionOk="0">
                  <a:moveTo>
                    <a:pt x="6331" y="0"/>
                  </a:moveTo>
                  <a:lnTo>
                    <a:pt x="6201" y="22"/>
                  </a:lnTo>
                  <a:lnTo>
                    <a:pt x="6072" y="65"/>
                  </a:lnTo>
                  <a:lnTo>
                    <a:pt x="5942" y="108"/>
                  </a:lnTo>
                  <a:lnTo>
                    <a:pt x="5812" y="173"/>
                  </a:lnTo>
                  <a:lnTo>
                    <a:pt x="5683" y="259"/>
                  </a:lnTo>
                  <a:lnTo>
                    <a:pt x="5553" y="346"/>
                  </a:lnTo>
                  <a:lnTo>
                    <a:pt x="5316" y="584"/>
                  </a:lnTo>
                  <a:lnTo>
                    <a:pt x="5078" y="864"/>
                  </a:lnTo>
                  <a:lnTo>
                    <a:pt x="4840" y="1189"/>
                  </a:lnTo>
                  <a:lnTo>
                    <a:pt x="4624" y="1556"/>
                  </a:lnTo>
                  <a:lnTo>
                    <a:pt x="4430" y="1966"/>
                  </a:lnTo>
                  <a:lnTo>
                    <a:pt x="4235" y="2399"/>
                  </a:lnTo>
                  <a:lnTo>
                    <a:pt x="4062" y="2874"/>
                  </a:lnTo>
                  <a:lnTo>
                    <a:pt x="3911" y="3349"/>
                  </a:lnTo>
                  <a:lnTo>
                    <a:pt x="3760" y="3868"/>
                  </a:lnTo>
                  <a:lnTo>
                    <a:pt x="3652" y="4387"/>
                  </a:lnTo>
                  <a:lnTo>
                    <a:pt x="3544" y="4905"/>
                  </a:lnTo>
                  <a:lnTo>
                    <a:pt x="3457" y="5424"/>
                  </a:lnTo>
                  <a:lnTo>
                    <a:pt x="3392" y="5964"/>
                  </a:lnTo>
                  <a:lnTo>
                    <a:pt x="3349" y="6223"/>
                  </a:lnTo>
                  <a:lnTo>
                    <a:pt x="3284" y="6526"/>
                  </a:lnTo>
                  <a:lnTo>
                    <a:pt x="3220" y="6828"/>
                  </a:lnTo>
                  <a:lnTo>
                    <a:pt x="3112" y="7152"/>
                  </a:lnTo>
                  <a:lnTo>
                    <a:pt x="2874" y="7822"/>
                  </a:lnTo>
                  <a:lnTo>
                    <a:pt x="2571" y="8535"/>
                  </a:lnTo>
                  <a:lnTo>
                    <a:pt x="1902" y="10091"/>
                  </a:lnTo>
                  <a:lnTo>
                    <a:pt x="1188" y="11711"/>
                  </a:lnTo>
                  <a:lnTo>
                    <a:pt x="864" y="12533"/>
                  </a:lnTo>
                  <a:lnTo>
                    <a:pt x="562" y="13354"/>
                  </a:lnTo>
                  <a:lnTo>
                    <a:pt x="324" y="14153"/>
                  </a:lnTo>
                  <a:lnTo>
                    <a:pt x="216" y="14542"/>
                  </a:lnTo>
                  <a:lnTo>
                    <a:pt x="130" y="14909"/>
                  </a:lnTo>
                  <a:lnTo>
                    <a:pt x="65" y="15298"/>
                  </a:lnTo>
                  <a:lnTo>
                    <a:pt x="22" y="15644"/>
                  </a:lnTo>
                  <a:lnTo>
                    <a:pt x="0" y="16011"/>
                  </a:lnTo>
                  <a:lnTo>
                    <a:pt x="0" y="16357"/>
                  </a:lnTo>
                  <a:lnTo>
                    <a:pt x="43" y="16681"/>
                  </a:lnTo>
                  <a:lnTo>
                    <a:pt x="87" y="17005"/>
                  </a:lnTo>
                  <a:lnTo>
                    <a:pt x="173" y="17286"/>
                  </a:lnTo>
                  <a:lnTo>
                    <a:pt x="303" y="17589"/>
                  </a:lnTo>
                  <a:lnTo>
                    <a:pt x="454" y="17848"/>
                  </a:lnTo>
                  <a:lnTo>
                    <a:pt x="627" y="18086"/>
                  </a:lnTo>
                  <a:lnTo>
                    <a:pt x="821" y="18302"/>
                  </a:lnTo>
                  <a:lnTo>
                    <a:pt x="1059" y="18496"/>
                  </a:lnTo>
                  <a:lnTo>
                    <a:pt x="1297" y="18669"/>
                  </a:lnTo>
                  <a:lnTo>
                    <a:pt x="1577" y="18820"/>
                  </a:lnTo>
                  <a:lnTo>
                    <a:pt x="1858" y="18950"/>
                  </a:lnTo>
                  <a:lnTo>
                    <a:pt x="2161" y="19058"/>
                  </a:lnTo>
                  <a:lnTo>
                    <a:pt x="2485" y="19166"/>
                  </a:lnTo>
                  <a:lnTo>
                    <a:pt x="2809" y="19231"/>
                  </a:lnTo>
                  <a:lnTo>
                    <a:pt x="3155" y="19296"/>
                  </a:lnTo>
                  <a:lnTo>
                    <a:pt x="3500" y="19339"/>
                  </a:lnTo>
                  <a:lnTo>
                    <a:pt x="3868" y="19382"/>
                  </a:lnTo>
                  <a:lnTo>
                    <a:pt x="4214" y="19404"/>
                  </a:lnTo>
                  <a:lnTo>
                    <a:pt x="4948" y="19404"/>
                  </a:lnTo>
                  <a:lnTo>
                    <a:pt x="5683" y="19339"/>
                  </a:lnTo>
                  <a:lnTo>
                    <a:pt x="6396" y="19253"/>
                  </a:lnTo>
                  <a:lnTo>
                    <a:pt x="7066" y="19144"/>
                  </a:lnTo>
                  <a:lnTo>
                    <a:pt x="7692" y="18993"/>
                  </a:lnTo>
                  <a:lnTo>
                    <a:pt x="8254" y="18842"/>
                  </a:lnTo>
                  <a:lnTo>
                    <a:pt x="8751" y="18669"/>
                  </a:lnTo>
                  <a:lnTo>
                    <a:pt x="9140" y="18475"/>
                  </a:lnTo>
                  <a:lnTo>
                    <a:pt x="9291" y="18388"/>
                  </a:lnTo>
                  <a:lnTo>
                    <a:pt x="9399" y="18302"/>
                  </a:lnTo>
                  <a:lnTo>
                    <a:pt x="9464" y="18237"/>
                  </a:lnTo>
                  <a:lnTo>
                    <a:pt x="9507" y="18172"/>
                  </a:lnTo>
                  <a:lnTo>
                    <a:pt x="9594" y="17934"/>
                  </a:lnTo>
                  <a:lnTo>
                    <a:pt x="9659" y="17632"/>
                  </a:lnTo>
                  <a:lnTo>
                    <a:pt x="9702" y="17243"/>
                  </a:lnTo>
                  <a:lnTo>
                    <a:pt x="9745" y="16789"/>
                  </a:lnTo>
                  <a:lnTo>
                    <a:pt x="9767" y="16249"/>
                  </a:lnTo>
                  <a:lnTo>
                    <a:pt x="9788" y="15666"/>
                  </a:lnTo>
                  <a:lnTo>
                    <a:pt x="9767" y="15039"/>
                  </a:lnTo>
                  <a:lnTo>
                    <a:pt x="9723" y="13613"/>
                  </a:lnTo>
                  <a:lnTo>
                    <a:pt x="9615" y="12057"/>
                  </a:lnTo>
                  <a:lnTo>
                    <a:pt x="9464" y="10437"/>
                  </a:lnTo>
                  <a:lnTo>
                    <a:pt x="9270" y="8751"/>
                  </a:lnTo>
                  <a:lnTo>
                    <a:pt x="9032" y="7087"/>
                  </a:lnTo>
                  <a:lnTo>
                    <a:pt x="8881" y="6288"/>
                  </a:lnTo>
                  <a:lnTo>
                    <a:pt x="8751" y="5489"/>
                  </a:lnTo>
                  <a:lnTo>
                    <a:pt x="8578" y="4732"/>
                  </a:lnTo>
                  <a:lnTo>
                    <a:pt x="8427" y="3998"/>
                  </a:lnTo>
                  <a:lnTo>
                    <a:pt x="8254" y="3306"/>
                  </a:lnTo>
                  <a:lnTo>
                    <a:pt x="8060" y="2680"/>
                  </a:lnTo>
                  <a:lnTo>
                    <a:pt x="7865" y="2096"/>
                  </a:lnTo>
                  <a:lnTo>
                    <a:pt x="7671" y="1556"/>
                  </a:lnTo>
                  <a:lnTo>
                    <a:pt x="7476" y="1102"/>
                  </a:lnTo>
                  <a:lnTo>
                    <a:pt x="7260" y="713"/>
                  </a:lnTo>
                  <a:lnTo>
                    <a:pt x="7152" y="540"/>
                  </a:lnTo>
                  <a:lnTo>
                    <a:pt x="7023" y="411"/>
                  </a:lnTo>
                  <a:lnTo>
                    <a:pt x="6914" y="281"/>
                  </a:lnTo>
                  <a:lnTo>
                    <a:pt x="6806" y="173"/>
                  </a:lnTo>
                  <a:lnTo>
                    <a:pt x="6698" y="108"/>
                  </a:lnTo>
                  <a:lnTo>
                    <a:pt x="6569" y="43"/>
                  </a:lnTo>
                  <a:lnTo>
                    <a:pt x="6461" y="22"/>
                  </a:lnTo>
                  <a:lnTo>
                    <a:pt x="633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34">
              <a:extLst>
                <a:ext uri="{FF2B5EF4-FFF2-40B4-BE49-F238E27FC236}">
                  <a16:creationId xmlns:a16="http://schemas.microsoft.com/office/drawing/2014/main" id="{09E237F7-2D5D-B18E-DAD0-094521483431}"/>
                </a:ext>
              </a:extLst>
            </p:cNvPr>
            <p:cNvSpPr/>
            <p:nvPr/>
          </p:nvSpPr>
          <p:spPr>
            <a:xfrm>
              <a:off x="16228275" y="3067250"/>
              <a:ext cx="244725" cy="485100"/>
            </a:xfrm>
            <a:custGeom>
              <a:avLst/>
              <a:gdLst/>
              <a:ahLst/>
              <a:cxnLst/>
              <a:rect l="l" t="t" r="r" b="b"/>
              <a:pathLst>
                <a:path w="9789" h="19404" fill="none" extrusionOk="0">
                  <a:moveTo>
                    <a:pt x="6331" y="0"/>
                  </a:moveTo>
                  <a:lnTo>
                    <a:pt x="6331" y="0"/>
                  </a:lnTo>
                  <a:lnTo>
                    <a:pt x="6201" y="22"/>
                  </a:lnTo>
                  <a:lnTo>
                    <a:pt x="6072" y="65"/>
                  </a:lnTo>
                  <a:lnTo>
                    <a:pt x="5942" y="108"/>
                  </a:lnTo>
                  <a:lnTo>
                    <a:pt x="5812" y="173"/>
                  </a:lnTo>
                  <a:lnTo>
                    <a:pt x="5683" y="259"/>
                  </a:lnTo>
                  <a:lnTo>
                    <a:pt x="5553" y="346"/>
                  </a:lnTo>
                  <a:lnTo>
                    <a:pt x="5316" y="584"/>
                  </a:lnTo>
                  <a:lnTo>
                    <a:pt x="5078" y="864"/>
                  </a:lnTo>
                  <a:lnTo>
                    <a:pt x="4840" y="1189"/>
                  </a:lnTo>
                  <a:lnTo>
                    <a:pt x="4624" y="1556"/>
                  </a:lnTo>
                  <a:lnTo>
                    <a:pt x="4430" y="1966"/>
                  </a:lnTo>
                  <a:lnTo>
                    <a:pt x="4235" y="2399"/>
                  </a:lnTo>
                  <a:lnTo>
                    <a:pt x="4062" y="2874"/>
                  </a:lnTo>
                  <a:lnTo>
                    <a:pt x="3911" y="3349"/>
                  </a:lnTo>
                  <a:lnTo>
                    <a:pt x="3760" y="3868"/>
                  </a:lnTo>
                  <a:lnTo>
                    <a:pt x="3652" y="4387"/>
                  </a:lnTo>
                  <a:lnTo>
                    <a:pt x="3544" y="4905"/>
                  </a:lnTo>
                  <a:lnTo>
                    <a:pt x="3457" y="5424"/>
                  </a:lnTo>
                  <a:lnTo>
                    <a:pt x="3392" y="5964"/>
                  </a:lnTo>
                  <a:lnTo>
                    <a:pt x="3392" y="5964"/>
                  </a:lnTo>
                  <a:lnTo>
                    <a:pt x="3349" y="6223"/>
                  </a:lnTo>
                  <a:lnTo>
                    <a:pt x="3284" y="6526"/>
                  </a:lnTo>
                  <a:lnTo>
                    <a:pt x="3220" y="6828"/>
                  </a:lnTo>
                  <a:lnTo>
                    <a:pt x="3112" y="7152"/>
                  </a:lnTo>
                  <a:lnTo>
                    <a:pt x="2874" y="7822"/>
                  </a:lnTo>
                  <a:lnTo>
                    <a:pt x="2571" y="8535"/>
                  </a:lnTo>
                  <a:lnTo>
                    <a:pt x="1902" y="10091"/>
                  </a:lnTo>
                  <a:lnTo>
                    <a:pt x="1188" y="11711"/>
                  </a:lnTo>
                  <a:lnTo>
                    <a:pt x="864" y="12533"/>
                  </a:lnTo>
                  <a:lnTo>
                    <a:pt x="562" y="13354"/>
                  </a:lnTo>
                  <a:lnTo>
                    <a:pt x="324" y="14153"/>
                  </a:lnTo>
                  <a:lnTo>
                    <a:pt x="216" y="14542"/>
                  </a:lnTo>
                  <a:lnTo>
                    <a:pt x="130" y="14909"/>
                  </a:lnTo>
                  <a:lnTo>
                    <a:pt x="65" y="15298"/>
                  </a:lnTo>
                  <a:lnTo>
                    <a:pt x="22" y="15644"/>
                  </a:lnTo>
                  <a:lnTo>
                    <a:pt x="0" y="16011"/>
                  </a:lnTo>
                  <a:lnTo>
                    <a:pt x="0" y="16357"/>
                  </a:lnTo>
                  <a:lnTo>
                    <a:pt x="43" y="16681"/>
                  </a:lnTo>
                  <a:lnTo>
                    <a:pt x="87" y="17005"/>
                  </a:lnTo>
                  <a:lnTo>
                    <a:pt x="173" y="17286"/>
                  </a:lnTo>
                  <a:lnTo>
                    <a:pt x="303" y="17589"/>
                  </a:lnTo>
                  <a:lnTo>
                    <a:pt x="303" y="17589"/>
                  </a:lnTo>
                  <a:lnTo>
                    <a:pt x="454" y="17848"/>
                  </a:lnTo>
                  <a:lnTo>
                    <a:pt x="627" y="18086"/>
                  </a:lnTo>
                  <a:lnTo>
                    <a:pt x="821" y="18302"/>
                  </a:lnTo>
                  <a:lnTo>
                    <a:pt x="1059" y="18496"/>
                  </a:lnTo>
                  <a:lnTo>
                    <a:pt x="1297" y="18669"/>
                  </a:lnTo>
                  <a:lnTo>
                    <a:pt x="1577" y="18820"/>
                  </a:lnTo>
                  <a:lnTo>
                    <a:pt x="1858" y="18950"/>
                  </a:lnTo>
                  <a:lnTo>
                    <a:pt x="2161" y="19058"/>
                  </a:lnTo>
                  <a:lnTo>
                    <a:pt x="2485" y="19166"/>
                  </a:lnTo>
                  <a:lnTo>
                    <a:pt x="2809" y="19231"/>
                  </a:lnTo>
                  <a:lnTo>
                    <a:pt x="3155" y="19296"/>
                  </a:lnTo>
                  <a:lnTo>
                    <a:pt x="3500" y="19339"/>
                  </a:lnTo>
                  <a:lnTo>
                    <a:pt x="3868" y="19382"/>
                  </a:lnTo>
                  <a:lnTo>
                    <a:pt x="4214" y="19404"/>
                  </a:lnTo>
                  <a:lnTo>
                    <a:pt x="4948" y="19404"/>
                  </a:lnTo>
                  <a:lnTo>
                    <a:pt x="5683" y="19339"/>
                  </a:lnTo>
                  <a:lnTo>
                    <a:pt x="6396" y="19253"/>
                  </a:lnTo>
                  <a:lnTo>
                    <a:pt x="7066" y="19144"/>
                  </a:lnTo>
                  <a:lnTo>
                    <a:pt x="7692" y="18993"/>
                  </a:lnTo>
                  <a:lnTo>
                    <a:pt x="8254" y="18842"/>
                  </a:lnTo>
                  <a:lnTo>
                    <a:pt x="8751" y="18669"/>
                  </a:lnTo>
                  <a:lnTo>
                    <a:pt x="9140" y="18475"/>
                  </a:lnTo>
                  <a:lnTo>
                    <a:pt x="9291" y="18388"/>
                  </a:lnTo>
                  <a:lnTo>
                    <a:pt x="9399" y="18302"/>
                  </a:lnTo>
                  <a:lnTo>
                    <a:pt x="9399" y="18302"/>
                  </a:lnTo>
                  <a:lnTo>
                    <a:pt x="9464" y="18237"/>
                  </a:lnTo>
                  <a:lnTo>
                    <a:pt x="9507" y="18172"/>
                  </a:lnTo>
                  <a:lnTo>
                    <a:pt x="9594" y="17934"/>
                  </a:lnTo>
                  <a:lnTo>
                    <a:pt x="9659" y="17632"/>
                  </a:lnTo>
                  <a:lnTo>
                    <a:pt x="9702" y="17243"/>
                  </a:lnTo>
                  <a:lnTo>
                    <a:pt x="9745" y="16789"/>
                  </a:lnTo>
                  <a:lnTo>
                    <a:pt x="9767" y="16249"/>
                  </a:lnTo>
                  <a:lnTo>
                    <a:pt x="9788" y="15666"/>
                  </a:lnTo>
                  <a:lnTo>
                    <a:pt x="9767" y="15039"/>
                  </a:lnTo>
                  <a:lnTo>
                    <a:pt x="9723" y="13613"/>
                  </a:lnTo>
                  <a:lnTo>
                    <a:pt x="9615" y="12057"/>
                  </a:lnTo>
                  <a:lnTo>
                    <a:pt x="9464" y="10437"/>
                  </a:lnTo>
                  <a:lnTo>
                    <a:pt x="9270" y="8751"/>
                  </a:lnTo>
                  <a:lnTo>
                    <a:pt x="9032" y="7087"/>
                  </a:lnTo>
                  <a:lnTo>
                    <a:pt x="8881" y="6288"/>
                  </a:lnTo>
                  <a:lnTo>
                    <a:pt x="8751" y="5489"/>
                  </a:lnTo>
                  <a:lnTo>
                    <a:pt x="8578" y="4732"/>
                  </a:lnTo>
                  <a:lnTo>
                    <a:pt x="8427" y="3998"/>
                  </a:lnTo>
                  <a:lnTo>
                    <a:pt x="8254" y="3306"/>
                  </a:lnTo>
                  <a:lnTo>
                    <a:pt x="8060" y="2680"/>
                  </a:lnTo>
                  <a:lnTo>
                    <a:pt x="7865" y="2096"/>
                  </a:lnTo>
                  <a:lnTo>
                    <a:pt x="7671" y="1556"/>
                  </a:lnTo>
                  <a:lnTo>
                    <a:pt x="7476" y="1102"/>
                  </a:lnTo>
                  <a:lnTo>
                    <a:pt x="7260" y="713"/>
                  </a:lnTo>
                  <a:lnTo>
                    <a:pt x="7152" y="540"/>
                  </a:lnTo>
                  <a:lnTo>
                    <a:pt x="7023" y="411"/>
                  </a:lnTo>
                  <a:lnTo>
                    <a:pt x="6914" y="281"/>
                  </a:lnTo>
                  <a:lnTo>
                    <a:pt x="6806" y="173"/>
                  </a:lnTo>
                  <a:lnTo>
                    <a:pt x="6698" y="108"/>
                  </a:lnTo>
                  <a:lnTo>
                    <a:pt x="6569" y="43"/>
                  </a:lnTo>
                  <a:lnTo>
                    <a:pt x="6461" y="22"/>
                  </a:lnTo>
                  <a:lnTo>
                    <a:pt x="63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34">
              <a:extLst>
                <a:ext uri="{FF2B5EF4-FFF2-40B4-BE49-F238E27FC236}">
                  <a16:creationId xmlns:a16="http://schemas.microsoft.com/office/drawing/2014/main" id="{98578F69-7F4E-6381-9907-B1C756B9370A}"/>
                </a:ext>
              </a:extLst>
            </p:cNvPr>
            <p:cNvSpPr/>
            <p:nvPr/>
          </p:nvSpPr>
          <p:spPr>
            <a:xfrm>
              <a:off x="16682025" y="3067775"/>
              <a:ext cx="244175" cy="484575"/>
            </a:xfrm>
            <a:custGeom>
              <a:avLst/>
              <a:gdLst/>
              <a:ahLst/>
              <a:cxnLst/>
              <a:rect l="l" t="t" r="r" b="b"/>
              <a:pathLst>
                <a:path w="9767" h="19383" extrusionOk="0">
                  <a:moveTo>
                    <a:pt x="3350" y="1"/>
                  </a:moveTo>
                  <a:lnTo>
                    <a:pt x="3220" y="44"/>
                  </a:lnTo>
                  <a:lnTo>
                    <a:pt x="3112" y="87"/>
                  </a:lnTo>
                  <a:lnTo>
                    <a:pt x="2982" y="174"/>
                  </a:lnTo>
                  <a:lnTo>
                    <a:pt x="2874" y="260"/>
                  </a:lnTo>
                  <a:lnTo>
                    <a:pt x="2766" y="390"/>
                  </a:lnTo>
                  <a:lnTo>
                    <a:pt x="2658" y="541"/>
                  </a:lnTo>
                  <a:lnTo>
                    <a:pt x="2528" y="692"/>
                  </a:lnTo>
                  <a:lnTo>
                    <a:pt x="2334" y="1081"/>
                  </a:lnTo>
                  <a:lnTo>
                    <a:pt x="2118" y="1557"/>
                  </a:lnTo>
                  <a:lnTo>
                    <a:pt x="1923" y="2075"/>
                  </a:lnTo>
                  <a:lnTo>
                    <a:pt x="1729" y="2659"/>
                  </a:lnTo>
                  <a:lnTo>
                    <a:pt x="1534" y="3307"/>
                  </a:lnTo>
                  <a:lnTo>
                    <a:pt x="1362" y="3977"/>
                  </a:lnTo>
                  <a:lnTo>
                    <a:pt x="1210" y="4711"/>
                  </a:lnTo>
                  <a:lnTo>
                    <a:pt x="1038" y="5468"/>
                  </a:lnTo>
                  <a:lnTo>
                    <a:pt x="886" y="6267"/>
                  </a:lnTo>
                  <a:lnTo>
                    <a:pt x="757" y="7066"/>
                  </a:lnTo>
                  <a:lnTo>
                    <a:pt x="519" y="8730"/>
                  </a:lnTo>
                  <a:lnTo>
                    <a:pt x="303" y="10416"/>
                  </a:lnTo>
                  <a:lnTo>
                    <a:pt x="152" y="12058"/>
                  </a:lnTo>
                  <a:lnTo>
                    <a:pt x="44" y="13614"/>
                  </a:lnTo>
                  <a:lnTo>
                    <a:pt x="0" y="15018"/>
                  </a:lnTo>
                  <a:lnTo>
                    <a:pt x="0" y="15666"/>
                  </a:lnTo>
                  <a:lnTo>
                    <a:pt x="0" y="16250"/>
                  </a:lnTo>
                  <a:lnTo>
                    <a:pt x="22" y="16768"/>
                  </a:lnTo>
                  <a:lnTo>
                    <a:pt x="65" y="17222"/>
                  </a:lnTo>
                  <a:lnTo>
                    <a:pt x="108" y="17611"/>
                  </a:lnTo>
                  <a:lnTo>
                    <a:pt x="173" y="17935"/>
                  </a:lnTo>
                  <a:lnTo>
                    <a:pt x="260" y="18151"/>
                  </a:lnTo>
                  <a:lnTo>
                    <a:pt x="303" y="18238"/>
                  </a:lnTo>
                  <a:lnTo>
                    <a:pt x="368" y="18281"/>
                  </a:lnTo>
                  <a:lnTo>
                    <a:pt x="476" y="18367"/>
                  </a:lnTo>
                  <a:lnTo>
                    <a:pt x="649" y="18475"/>
                  </a:lnTo>
                  <a:lnTo>
                    <a:pt x="1016" y="18648"/>
                  </a:lnTo>
                  <a:lnTo>
                    <a:pt x="1513" y="18821"/>
                  </a:lnTo>
                  <a:lnTo>
                    <a:pt x="2075" y="18994"/>
                  </a:lnTo>
                  <a:lnTo>
                    <a:pt x="2701" y="19123"/>
                  </a:lnTo>
                  <a:lnTo>
                    <a:pt x="3371" y="19253"/>
                  </a:lnTo>
                  <a:lnTo>
                    <a:pt x="4084" y="19340"/>
                  </a:lnTo>
                  <a:lnTo>
                    <a:pt x="4819" y="19383"/>
                  </a:lnTo>
                  <a:lnTo>
                    <a:pt x="5532" y="19383"/>
                  </a:lnTo>
                  <a:lnTo>
                    <a:pt x="5899" y="19361"/>
                  </a:lnTo>
                  <a:lnTo>
                    <a:pt x="6267" y="19340"/>
                  </a:lnTo>
                  <a:lnTo>
                    <a:pt x="6612" y="19296"/>
                  </a:lnTo>
                  <a:lnTo>
                    <a:pt x="6958" y="19232"/>
                  </a:lnTo>
                  <a:lnTo>
                    <a:pt x="7282" y="19145"/>
                  </a:lnTo>
                  <a:lnTo>
                    <a:pt x="7606" y="19059"/>
                  </a:lnTo>
                  <a:lnTo>
                    <a:pt x="7909" y="18951"/>
                  </a:lnTo>
                  <a:lnTo>
                    <a:pt x="8190" y="18821"/>
                  </a:lnTo>
                  <a:lnTo>
                    <a:pt x="8471" y="18670"/>
                  </a:lnTo>
                  <a:lnTo>
                    <a:pt x="8708" y="18497"/>
                  </a:lnTo>
                  <a:lnTo>
                    <a:pt x="8946" y="18302"/>
                  </a:lnTo>
                  <a:lnTo>
                    <a:pt x="9140" y="18086"/>
                  </a:lnTo>
                  <a:lnTo>
                    <a:pt x="9335" y="17849"/>
                  </a:lnTo>
                  <a:lnTo>
                    <a:pt x="9464" y="17568"/>
                  </a:lnTo>
                  <a:lnTo>
                    <a:pt x="9594" y="17287"/>
                  </a:lnTo>
                  <a:lnTo>
                    <a:pt x="9681" y="16984"/>
                  </a:lnTo>
                  <a:lnTo>
                    <a:pt x="9745" y="16682"/>
                  </a:lnTo>
                  <a:lnTo>
                    <a:pt x="9767" y="16358"/>
                  </a:lnTo>
                  <a:lnTo>
                    <a:pt x="9767" y="16012"/>
                  </a:lnTo>
                  <a:lnTo>
                    <a:pt x="9745" y="15645"/>
                  </a:lnTo>
                  <a:lnTo>
                    <a:pt x="9702" y="15277"/>
                  </a:lnTo>
                  <a:lnTo>
                    <a:pt x="9637" y="14910"/>
                  </a:lnTo>
                  <a:lnTo>
                    <a:pt x="9551" y="14521"/>
                  </a:lnTo>
                  <a:lnTo>
                    <a:pt x="9464" y="14132"/>
                  </a:lnTo>
                  <a:lnTo>
                    <a:pt x="9205" y="13354"/>
                  </a:lnTo>
                  <a:lnTo>
                    <a:pt x="8903" y="12533"/>
                  </a:lnTo>
                  <a:lnTo>
                    <a:pt x="8579" y="11712"/>
                  </a:lnTo>
                  <a:lnTo>
                    <a:pt x="7865" y="10092"/>
                  </a:lnTo>
                  <a:lnTo>
                    <a:pt x="7196" y="8536"/>
                  </a:lnTo>
                  <a:lnTo>
                    <a:pt x="6915" y="7823"/>
                  </a:lnTo>
                  <a:lnTo>
                    <a:pt x="6677" y="7131"/>
                  </a:lnTo>
                  <a:lnTo>
                    <a:pt x="6569" y="6807"/>
                  </a:lnTo>
                  <a:lnTo>
                    <a:pt x="6504" y="6505"/>
                  </a:lnTo>
                  <a:lnTo>
                    <a:pt x="6439" y="6224"/>
                  </a:lnTo>
                  <a:lnTo>
                    <a:pt x="6396" y="5943"/>
                  </a:lnTo>
                  <a:lnTo>
                    <a:pt x="6331" y="5424"/>
                  </a:lnTo>
                  <a:lnTo>
                    <a:pt x="6245" y="4906"/>
                  </a:lnTo>
                  <a:lnTo>
                    <a:pt x="6137" y="4366"/>
                  </a:lnTo>
                  <a:lnTo>
                    <a:pt x="6029" y="3847"/>
                  </a:lnTo>
                  <a:lnTo>
                    <a:pt x="5878" y="3350"/>
                  </a:lnTo>
                  <a:lnTo>
                    <a:pt x="5726" y="2853"/>
                  </a:lnTo>
                  <a:lnTo>
                    <a:pt x="5553" y="2399"/>
                  </a:lnTo>
                  <a:lnTo>
                    <a:pt x="5359" y="1945"/>
                  </a:lnTo>
                  <a:lnTo>
                    <a:pt x="5165" y="1557"/>
                  </a:lnTo>
                  <a:lnTo>
                    <a:pt x="4948" y="1189"/>
                  </a:lnTo>
                  <a:lnTo>
                    <a:pt x="4711" y="843"/>
                  </a:lnTo>
                  <a:lnTo>
                    <a:pt x="4473" y="563"/>
                  </a:lnTo>
                  <a:lnTo>
                    <a:pt x="4235" y="347"/>
                  </a:lnTo>
                  <a:lnTo>
                    <a:pt x="4106" y="238"/>
                  </a:lnTo>
                  <a:lnTo>
                    <a:pt x="3976" y="152"/>
                  </a:lnTo>
                  <a:lnTo>
                    <a:pt x="3846" y="87"/>
                  </a:lnTo>
                  <a:lnTo>
                    <a:pt x="3717" y="44"/>
                  </a:lnTo>
                  <a:lnTo>
                    <a:pt x="3587" y="22"/>
                  </a:lnTo>
                  <a:lnTo>
                    <a:pt x="345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34">
              <a:extLst>
                <a:ext uri="{FF2B5EF4-FFF2-40B4-BE49-F238E27FC236}">
                  <a16:creationId xmlns:a16="http://schemas.microsoft.com/office/drawing/2014/main" id="{5E5E6AA8-106E-4109-3A25-7CCD240AD819}"/>
                </a:ext>
              </a:extLst>
            </p:cNvPr>
            <p:cNvSpPr/>
            <p:nvPr/>
          </p:nvSpPr>
          <p:spPr>
            <a:xfrm>
              <a:off x="16682025" y="3067775"/>
              <a:ext cx="244175" cy="484575"/>
            </a:xfrm>
            <a:custGeom>
              <a:avLst/>
              <a:gdLst/>
              <a:ahLst/>
              <a:cxnLst/>
              <a:rect l="l" t="t" r="r" b="b"/>
              <a:pathLst>
                <a:path w="9767" h="19383" fill="none" extrusionOk="0">
                  <a:moveTo>
                    <a:pt x="3458" y="1"/>
                  </a:moveTo>
                  <a:lnTo>
                    <a:pt x="3458" y="1"/>
                  </a:lnTo>
                  <a:lnTo>
                    <a:pt x="3587" y="22"/>
                  </a:lnTo>
                  <a:lnTo>
                    <a:pt x="3717" y="44"/>
                  </a:lnTo>
                  <a:lnTo>
                    <a:pt x="3846" y="87"/>
                  </a:lnTo>
                  <a:lnTo>
                    <a:pt x="3976" y="152"/>
                  </a:lnTo>
                  <a:lnTo>
                    <a:pt x="4106" y="238"/>
                  </a:lnTo>
                  <a:lnTo>
                    <a:pt x="4235" y="347"/>
                  </a:lnTo>
                  <a:lnTo>
                    <a:pt x="4473" y="563"/>
                  </a:lnTo>
                  <a:lnTo>
                    <a:pt x="4711" y="843"/>
                  </a:lnTo>
                  <a:lnTo>
                    <a:pt x="4948" y="1189"/>
                  </a:lnTo>
                  <a:lnTo>
                    <a:pt x="5165" y="1557"/>
                  </a:lnTo>
                  <a:lnTo>
                    <a:pt x="5359" y="1945"/>
                  </a:lnTo>
                  <a:lnTo>
                    <a:pt x="5553" y="2399"/>
                  </a:lnTo>
                  <a:lnTo>
                    <a:pt x="5726" y="2853"/>
                  </a:lnTo>
                  <a:lnTo>
                    <a:pt x="5878" y="3350"/>
                  </a:lnTo>
                  <a:lnTo>
                    <a:pt x="6029" y="3847"/>
                  </a:lnTo>
                  <a:lnTo>
                    <a:pt x="6137" y="4366"/>
                  </a:lnTo>
                  <a:lnTo>
                    <a:pt x="6245" y="4906"/>
                  </a:lnTo>
                  <a:lnTo>
                    <a:pt x="6331" y="5424"/>
                  </a:lnTo>
                  <a:lnTo>
                    <a:pt x="6396" y="5943"/>
                  </a:lnTo>
                  <a:lnTo>
                    <a:pt x="6396" y="5943"/>
                  </a:lnTo>
                  <a:lnTo>
                    <a:pt x="6439" y="6224"/>
                  </a:lnTo>
                  <a:lnTo>
                    <a:pt x="6504" y="6505"/>
                  </a:lnTo>
                  <a:lnTo>
                    <a:pt x="6569" y="6807"/>
                  </a:lnTo>
                  <a:lnTo>
                    <a:pt x="6677" y="7131"/>
                  </a:lnTo>
                  <a:lnTo>
                    <a:pt x="6915" y="7823"/>
                  </a:lnTo>
                  <a:lnTo>
                    <a:pt x="7196" y="8536"/>
                  </a:lnTo>
                  <a:lnTo>
                    <a:pt x="7865" y="10092"/>
                  </a:lnTo>
                  <a:lnTo>
                    <a:pt x="8579" y="11712"/>
                  </a:lnTo>
                  <a:lnTo>
                    <a:pt x="8903" y="12533"/>
                  </a:lnTo>
                  <a:lnTo>
                    <a:pt x="9205" y="13354"/>
                  </a:lnTo>
                  <a:lnTo>
                    <a:pt x="9464" y="14132"/>
                  </a:lnTo>
                  <a:lnTo>
                    <a:pt x="9551" y="14521"/>
                  </a:lnTo>
                  <a:lnTo>
                    <a:pt x="9637" y="14910"/>
                  </a:lnTo>
                  <a:lnTo>
                    <a:pt x="9702" y="15277"/>
                  </a:lnTo>
                  <a:lnTo>
                    <a:pt x="9745" y="15645"/>
                  </a:lnTo>
                  <a:lnTo>
                    <a:pt x="9767" y="16012"/>
                  </a:lnTo>
                  <a:lnTo>
                    <a:pt x="9767" y="16358"/>
                  </a:lnTo>
                  <a:lnTo>
                    <a:pt x="9745" y="16682"/>
                  </a:lnTo>
                  <a:lnTo>
                    <a:pt x="9681" y="16984"/>
                  </a:lnTo>
                  <a:lnTo>
                    <a:pt x="9594" y="17287"/>
                  </a:lnTo>
                  <a:lnTo>
                    <a:pt x="9464" y="17568"/>
                  </a:lnTo>
                  <a:lnTo>
                    <a:pt x="9464" y="17568"/>
                  </a:lnTo>
                  <a:lnTo>
                    <a:pt x="9335" y="17849"/>
                  </a:lnTo>
                  <a:lnTo>
                    <a:pt x="9140" y="18086"/>
                  </a:lnTo>
                  <a:lnTo>
                    <a:pt x="8946" y="18302"/>
                  </a:lnTo>
                  <a:lnTo>
                    <a:pt x="8708" y="18497"/>
                  </a:lnTo>
                  <a:lnTo>
                    <a:pt x="8471" y="18670"/>
                  </a:lnTo>
                  <a:lnTo>
                    <a:pt x="8190" y="18821"/>
                  </a:lnTo>
                  <a:lnTo>
                    <a:pt x="7909" y="18951"/>
                  </a:lnTo>
                  <a:lnTo>
                    <a:pt x="7606" y="19059"/>
                  </a:lnTo>
                  <a:lnTo>
                    <a:pt x="7282" y="19145"/>
                  </a:lnTo>
                  <a:lnTo>
                    <a:pt x="6958" y="19232"/>
                  </a:lnTo>
                  <a:lnTo>
                    <a:pt x="6612" y="19296"/>
                  </a:lnTo>
                  <a:lnTo>
                    <a:pt x="6267" y="19340"/>
                  </a:lnTo>
                  <a:lnTo>
                    <a:pt x="5899" y="19361"/>
                  </a:lnTo>
                  <a:lnTo>
                    <a:pt x="5532" y="19383"/>
                  </a:lnTo>
                  <a:lnTo>
                    <a:pt x="4819" y="19383"/>
                  </a:lnTo>
                  <a:lnTo>
                    <a:pt x="4084" y="19340"/>
                  </a:lnTo>
                  <a:lnTo>
                    <a:pt x="3371" y="19253"/>
                  </a:lnTo>
                  <a:lnTo>
                    <a:pt x="2701" y="19123"/>
                  </a:lnTo>
                  <a:lnTo>
                    <a:pt x="2075" y="18994"/>
                  </a:lnTo>
                  <a:lnTo>
                    <a:pt x="1513" y="18821"/>
                  </a:lnTo>
                  <a:lnTo>
                    <a:pt x="1016" y="18648"/>
                  </a:lnTo>
                  <a:lnTo>
                    <a:pt x="649" y="18475"/>
                  </a:lnTo>
                  <a:lnTo>
                    <a:pt x="476" y="18367"/>
                  </a:lnTo>
                  <a:lnTo>
                    <a:pt x="368" y="18281"/>
                  </a:lnTo>
                  <a:lnTo>
                    <a:pt x="368" y="18281"/>
                  </a:lnTo>
                  <a:lnTo>
                    <a:pt x="303" y="18238"/>
                  </a:lnTo>
                  <a:lnTo>
                    <a:pt x="260" y="18151"/>
                  </a:lnTo>
                  <a:lnTo>
                    <a:pt x="173" y="17935"/>
                  </a:lnTo>
                  <a:lnTo>
                    <a:pt x="108" y="17611"/>
                  </a:lnTo>
                  <a:lnTo>
                    <a:pt x="65" y="17222"/>
                  </a:lnTo>
                  <a:lnTo>
                    <a:pt x="22" y="16768"/>
                  </a:lnTo>
                  <a:lnTo>
                    <a:pt x="0" y="16250"/>
                  </a:lnTo>
                  <a:lnTo>
                    <a:pt x="0" y="15666"/>
                  </a:lnTo>
                  <a:lnTo>
                    <a:pt x="0" y="15018"/>
                  </a:lnTo>
                  <a:lnTo>
                    <a:pt x="44" y="13614"/>
                  </a:lnTo>
                  <a:lnTo>
                    <a:pt x="152" y="12058"/>
                  </a:lnTo>
                  <a:lnTo>
                    <a:pt x="303" y="10416"/>
                  </a:lnTo>
                  <a:lnTo>
                    <a:pt x="519" y="8730"/>
                  </a:lnTo>
                  <a:lnTo>
                    <a:pt x="757" y="7066"/>
                  </a:lnTo>
                  <a:lnTo>
                    <a:pt x="886" y="6267"/>
                  </a:lnTo>
                  <a:lnTo>
                    <a:pt x="1038" y="5468"/>
                  </a:lnTo>
                  <a:lnTo>
                    <a:pt x="1210" y="4711"/>
                  </a:lnTo>
                  <a:lnTo>
                    <a:pt x="1362" y="3977"/>
                  </a:lnTo>
                  <a:lnTo>
                    <a:pt x="1534" y="3307"/>
                  </a:lnTo>
                  <a:lnTo>
                    <a:pt x="1729" y="2659"/>
                  </a:lnTo>
                  <a:lnTo>
                    <a:pt x="1923" y="2075"/>
                  </a:lnTo>
                  <a:lnTo>
                    <a:pt x="2118" y="1557"/>
                  </a:lnTo>
                  <a:lnTo>
                    <a:pt x="2334" y="1081"/>
                  </a:lnTo>
                  <a:lnTo>
                    <a:pt x="2528" y="692"/>
                  </a:lnTo>
                  <a:lnTo>
                    <a:pt x="2658" y="541"/>
                  </a:lnTo>
                  <a:lnTo>
                    <a:pt x="2766" y="390"/>
                  </a:lnTo>
                  <a:lnTo>
                    <a:pt x="2874" y="260"/>
                  </a:lnTo>
                  <a:lnTo>
                    <a:pt x="2982" y="174"/>
                  </a:lnTo>
                  <a:lnTo>
                    <a:pt x="3112" y="87"/>
                  </a:lnTo>
                  <a:lnTo>
                    <a:pt x="3220" y="44"/>
                  </a:lnTo>
                  <a:lnTo>
                    <a:pt x="3350" y="1"/>
                  </a:lnTo>
                  <a:lnTo>
                    <a:pt x="345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34">
              <a:extLst>
                <a:ext uri="{FF2B5EF4-FFF2-40B4-BE49-F238E27FC236}">
                  <a16:creationId xmlns:a16="http://schemas.microsoft.com/office/drawing/2014/main" id="{5E8037F7-3E45-1148-222A-0A4136FCED02}"/>
                </a:ext>
              </a:extLst>
            </p:cNvPr>
            <p:cNvSpPr/>
            <p:nvPr/>
          </p:nvSpPr>
          <p:spPr>
            <a:xfrm>
              <a:off x="16343325" y="4264300"/>
              <a:ext cx="173425" cy="742250"/>
            </a:xfrm>
            <a:custGeom>
              <a:avLst/>
              <a:gdLst/>
              <a:ahLst/>
              <a:cxnLst/>
              <a:rect l="l" t="t" r="r" b="b"/>
              <a:pathLst>
                <a:path w="6937" h="29690" extrusionOk="0">
                  <a:moveTo>
                    <a:pt x="0" y="1"/>
                  </a:moveTo>
                  <a:lnTo>
                    <a:pt x="0" y="29689"/>
                  </a:lnTo>
                  <a:lnTo>
                    <a:pt x="6936" y="29689"/>
                  </a:lnTo>
                  <a:lnTo>
                    <a:pt x="693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34">
              <a:extLst>
                <a:ext uri="{FF2B5EF4-FFF2-40B4-BE49-F238E27FC236}">
                  <a16:creationId xmlns:a16="http://schemas.microsoft.com/office/drawing/2014/main" id="{EAF78069-A95D-9863-1FD3-262F1462D577}"/>
                </a:ext>
              </a:extLst>
            </p:cNvPr>
            <p:cNvSpPr/>
            <p:nvPr/>
          </p:nvSpPr>
          <p:spPr>
            <a:xfrm>
              <a:off x="16343325" y="4264300"/>
              <a:ext cx="27025" cy="742250"/>
            </a:xfrm>
            <a:custGeom>
              <a:avLst/>
              <a:gdLst/>
              <a:ahLst/>
              <a:cxnLst/>
              <a:rect l="l" t="t" r="r" b="b"/>
              <a:pathLst>
                <a:path w="1081" h="29690" extrusionOk="0">
                  <a:moveTo>
                    <a:pt x="0" y="1"/>
                  </a:moveTo>
                  <a:lnTo>
                    <a:pt x="0" y="29689"/>
                  </a:lnTo>
                  <a:lnTo>
                    <a:pt x="1081" y="29689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34">
              <a:extLst>
                <a:ext uri="{FF2B5EF4-FFF2-40B4-BE49-F238E27FC236}">
                  <a16:creationId xmlns:a16="http://schemas.microsoft.com/office/drawing/2014/main" id="{5797CF74-D1F9-2097-613B-1DF8AA223456}"/>
                </a:ext>
              </a:extLst>
            </p:cNvPr>
            <p:cNvSpPr/>
            <p:nvPr/>
          </p:nvSpPr>
          <p:spPr>
            <a:xfrm>
              <a:off x="16622600" y="4264300"/>
              <a:ext cx="173425" cy="742250"/>
            </a:xfrm>
            <a:custGeom>
              <a:avLst/>
              <a:gdLst/>
              <a:ahLst/>
              <a:cxnLst/>
              <a:rect l="l" t="t" r="r" b="b"/>
              <a:pathLst>
                <a:path w="6937" h="29690" extrusionOk="0">
                  <a:moveTo>
                    <a:pt x="1" y="1"/>
                  </a:moveTo>
                  <a:lnTo>
                    <a:pt x="1" y="29689"/>
                  </a:lnTo>
                  <a:lnTo>
                    <a:pt x="6937" y="29689"/>
                  </a:lnTo>
                  <a:lnTo>
                    <a:pt x="693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34">
              <a:extLst>
                <a:ext uri="{FF2B5EF4-FFF2-40B4-BE49-F238E27FC236}">
                  <a16:creationId xmlns:a16="http://schemas.microsoft.com/office/drawing/2014/main" id="{22F9A212-2A93-CF0A-D2A1-4D31A2839EB5}"/>
                </a:ext>
              </a:extLst>
            </p:cNvPr>
            <p:cNvSpPr/>
            <p:nvPr/>
          </p:nvSpPr>
          <p:spPr>
            <a:xfrm>
              <a:off x="16769000" y="4264300"/>
              <a:ext cx="27025" cy="742250"/>
            </a:xfrm>
            <a:custGeom>
              <a:avLst/>
              <a:gdLst/>
              <a:ahLst/>
              <a:cxnLst/>
              <a:rect l="l" t="t" r="r" b="b"/>
              <a:pathLst>
                <a:path w="1081" h="29690" extrusionOk="0">
                  <a:moveTo>
                    <a:pt x="0" y="1"/>
                  </a:moveTo>
                  <a:lnTo>
                    <a:pt x="0" y="29689"/>
                  </a:lnTo>
                  <a:lnTo>
                    <a:pt x="1081" y="29689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34">
              <a:extLst>
                <a:ext uri="{FF2B5EF4-FFF2-40B4-BE49-F238E27FC236}">
                  <a16:creationId xmlns:a16="http://schemas.microsoft.com/office/drawing/2014/main" id="{7EB3D54E-1E61-91FC-B02E-478069924CC6}"/>
                </a:ext>
              </a:extLst>
            </p:cNvPr>
            <p:cNvSpPr/>
            <p:nvPr/>
          </p:nvSpPr>
          <p:spPr>
            <a:xfrm>
              <a:off x="16284975" y="4009325"/>
              <a:ext cx="584525" cy="314425"/>
            </a:xfrm>
            <a:custGeom>
              <a:avLst/>
              <a:gdLst/>
              <a:ahLst/>
              <a:cxnLst/>
              <a:rect l="l" t="t" r="r" b="b"/>
              <a:pathLst>
                <a:path w="23381" h="12577" extrusionOk="0">
                  <a:moveTo>
                    <a:pt x="1124" y="1"/>
                  </a:moveTo>
                  <a:lnTo>
                    <a:pt x="1" y="12576"/>
                  </a:lnTo>
                  <a:lnTo>
                    <a:pt x="23380" y="12576"/>
                  </a:lnTo>
                  <a:lnTo>
                    <a:pt x="2225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34">
              <a:extLst>
                <a:ext uri="{FF2B5EF4-FFF2-40B4-BE49-F238E27FC236}">
                  <a16:creationId xmlns:a16="http://schemas.microsoft.com/office/drawing/2014/main" id="{31575278-55D2-9DF8-1D36-D75F147A9131}"/>
                </a:ext>
              </a:extLst>
            </p:cNvPr>
            <p:cNvSpPr/>
            <p:nvPr/>
          </p:nvSpPr>
          <p:spPr>
            <a:xfrm>
              <a:off x="16514025" y="2597825"/>
              <a:ext cx="129675" cy="108050"/>
            </a:xfrm>
            <a:custGeom>
              <a:avLst/>
              <a:gdLst/>
              <a:ahLst/>
              <a:cxnLst/>
              <a:rect l="l" t="t" r="r" b="b"/>
              <a:pathLst>
                <a:path w="5187" h="4322" extrusionOk="0">
                  <a:moveTo>
                    <a:pt x="2334" y="0"/>
                  </a:moveTo>
                  <a:lnTo>
                    <a:pt x="2075" y="43"/>
                  </a:lnTo>
                  <a:lnTo>
                    <a:pt x="1815" y="87"/>
                  </a:lnTo>
                  <a:lnTo>
                    <a:pt x="1578" y="151"/>
                  </a:lnTo>
                  <a:lnTo>
                    <a:pt x="1362" y="260"/>
                  </a:lnTo>
                  <a:lnTo>
                    <a:pt x="1146" y="368"/>
                  </a:lnTo>
                  <a:lnTo>
                    <a:pt x="930" y="476"/>
                  </a:lnTo>
                  <a:lnTo>
                    <a:pt x="757" y="627"/>
                  </a:lnTo>
                  <a:lnTo>
                    <a:pt x="584" y="778"/>
                  </a:lnTo>
                  <a:lnTo>
                    <a:pt x="433" y="951"/>
                  </a:lnTo>
                  <a:lnTo>
                    <a:pt x="303" y="1124"/>
                  </a:lnTo>
                  <a:lnTo>
                    <a:pt x="195" y="1318"/>
                  </a:lnTo>
                  <a:lnTo>
                    <a:pt x="108" y="1513"/>
                  </a:lnTo>
                  <a:lnTo>
                    <a:pt x="44" y="1729"/>
                  </a:lnTo>
                  <a:lnTo>
                    <a:pt x="0" y="1945"/>
                  </a:lnTo>
                  <a:lnTo>
                    <a:pt x="0" y="2161"/>
                  </a:lnTo>
                  <a:lnTo>
                    <a:pt x="0" y="2377"/>
                  </a:lnTo>
                  <a:lnTo>
                    <a:pt x="44" y="2593"/>
                  </a:lnTo>
                  <a:lnTo>
                    <a:pt x="108" y="2809"/>
                  </a:lnTo>
                  <a:lnTo>
                    <a:pt x="195" y="3004"/>
                  </a:lnTo>
                  <a:lnTo>
                    <a:pt x="303" y="3198"/>
                  </a:lnTo>
                  <a:lnTo>
                    <a:pt x="433" y="3371"/>
                  </a:lnTo>
                  <a:lnTo>
                    <a:pt x="584" y="3544"/>
                  </a:lnTo>
                  <a:lnTo>
                    <a:pt x="757" y="3695"/>
                  </a:lnTo>
                  <a:lnTo>
                    <a:pt x="930" y="3825"/>
                  </a:lnTo>
                  <a:lnTo>
                    <a:pt x="1146" y="3954"/>
                  </a:lnTo>
                  <a:lnTo>
                    <a:pt x="1362" y="4062"/>
                  </a:lnTo>
                  <a:lnTo>
                    <a:pt x="1578" y="4149"/>
                  </a:lnTo>
                  <a:lnTo>
                    <a:pt x="1815" y="4235"/>
                  </a:lnTo>
                  <a:lnTo>
                    <a:pt x="2075" y="4279"/>
                  </a:lnTo>
                  <a:lnTo>
                    <a:pt x="2334" y="4322"/>
                  </a:lnTo>
                  <a:lnTo>
                    <a:pt x="2853" y="4322"/>
                  </a:lnTo>
                  <a:lnTo>
                    <a:pt x="3112" y="4279"/>
                  </a:lnTo>
                  <a:lnTo>
                    <a:pt x="3371" y="4235"/>
                  </a:lnTo>
                  <a:lnTo>
                    <a:pt x="3609" y="4149"/>
                  </a:lnTo>
                  <a:lnTo>
                    <a:pt x="3825" y="4062"/>
                  </a:lnTo>
                  <a:lnTo>
                    <a:pt x="4041" y="3954"/>
                  </a:lnTo>
                  <a:lnTo>
                    <a:pt x="4236" y="3825"/>
                  </a:lnTo>
                  <a:lnTo>
                    <a:pt x="4430" y="3695"/>
                  </a:lnTo>
                  <a:lnTo>
                    <a:pt x="4603" y="3544"/>
                  </a:lnTo>
                  <a:lnTo>
                    <a:pt x="4754" y="3371"/>
                  </a:lnTo>
                  <a:lnTo>
                    <a:pt x="4884" y="3198"/>
                  </a:lnTo>
                  <a:lnTo>
                    <a:pt x="4992" y="3004"/>
                  </a:lnTo>
                  <a:lnTo>
                    <a:pt x="5078" y="2809"/>
                  </a:lnTo>
                  <a:lnTo>
                    <a:pt x="5143" y="2593"/>
                  </a:lnTo>
                  <a:lnTo>
                    <a:pt x="5186" y="2377"/>
                  </a:lnTo>
                  <a:lnTo>
                    <a:pt x="5186" y="2161"/>
                  </a:lnTo>
                  <a:lnTo>
                    <a:pt x="5186" y="1945"/>
                  </a:lnTo>
                  <a:lnTo>
                    <a:pt x="5143" y="1729"/>
                  </a:lnTo>
                  <a:lnTo>
                    <a:pt x="5078" y="1513"/>
                  </a:lnTo>
                  <a:lnTo>
                    <a:pt x="4992" y="1318"/>
                  </a:lnTo>
                  <a:lnTo>
                    <a:pt x="4884" y="1124"/>
                  </a:lnTo>
                  <a:lnTo>
                    <a:pt x="4754" y="951"/>
                  </a:lnTo>
                  <a:lnTo>
                    <a:pt x="4603" y="778"/>
                  </a:lnTo>
                  <a:lnTo>
                    <a:pt x="4430" y="627"/>
                  </a:lnTo>
                  <a:lnTo>
                    <a:pt x="4236" y="476"/>
                  </a:lnTo>
                  <a:lnTo>
                    <a:pt x="4041" y="368"/>
                  </a:lnTo>
                  <a:lnTo>
                    <a:pt x="3825" y="260"/>
                  </a:lnTo>
                  <a:lnTo>
                    <a:pt x="3609" y="151"/>
                  </a:lnTo>
                  <a:lnTo>
                    <a:pt x="3371" y="87"/>
                  </a:lnTo>
                  <a:lnTo>
                    <a:pt x="3112" y="43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34">
              <a:extLst>
                <a:ext uri="{FF2B5EF4-FFF2-40B4-BE49-F238E27FC236}">
                  <a16:creationId xmlns:a16="http://schemas.microsoft.com/office/drawing/2014/main" id="{91F4A1E4-97DD-D94A-E129-DF7ED1808F4F}"/>
                </a:ext>
              </a:extLst>
            </p:cNvPr>
            <p:cNvSpPr/>
            <p:nvPr/>
          </p:nvSpPr>
          <p:spPr>
            <a:xfrm>
              <a:off x="16348725" y="3035900"/>
              <a:ext cx="457575" cy="519700"/>
            </a:xfrm>
            <a:custGeom>
              <a:avLst/>
              <a:gdLst/>
              <a:ahLst/>
              <a:cxnLst/>
              <a:rect l="l" t="t" r="r" b="b"/>
              <a:pathLst>
                <a:path w="18303" h="20788" extrusionOk="0">
                  <a:moveTo>
                    <a:pt x="9119" y="1"/>
                  </a:moveTo>
                  <a:lnTo>
                    <a:pt x="8060" y="23"/>
                  </a:lnTo>
                  <a:lnTo>
                    <a:pt x="7001" y="87"/>
                  </a:lnTo>
                  <a:lnTo>
                    <a:pt x="5943" y="195"/>
                  </a:lnTo>
                  <a:lnTo>
                    <a:pt x="4884" y="325"/>
                  </a:lnTo>
                  <a:lnTo>
                    <a:pt x="3847" y="520"/>
                  </a:lnTo>
                  <a:lnTo>
                    <a:pt x="2788" y="714"/>
                  </a:lnTo>
                  <a:lnTo>
                    <a:pt x="1751" y="973"/>
                  </a:lnTo>
                  <a:lnTo>
                    <a:pt x="735" y="1254"/>
                  </a:lnTo>
                  <a:lnTo>
                    <a:pt x="541" y="2464"/>
                  </a:lnTo>
                  <a:lnTo>
                    <a:pt x="389" y="3631"/>
                  </a:lnTo>
                  <a:lnTo>
                    <a:pt x="260" y="4798"/>
                  </a:lnTo>
                  <a:lnTo>
                    <a:pt x="152" y="5943"/>
                  </a:lnTo>
                  <a:lnTo>
                    <a:pt x="65" y="7067"/>
                  </a:lnTo>
                  <a:lnTo>
                    <a:pt x="22" y="8190"/>
                  </a:lnTo>
                  <a:lnTo>
                    <a:pt x="1" y="9292"/>
                  </a:lnTo>
                  <a:lnTo>
                    <a:pt x="1" y="10416"/>
                  </a:lnTo>
                  <a:lnTo>
                    <a:pt x="22" y="11518"/>
                  </a:lnTo>
                  <a:lnTo>
                    <a:pt x="65" y="12641"/>
                  </a:lnTo>
                  <a:lnTo>
                    <a:pt x="130" y="13743"/>
                  </a:lnTo>
                  <a:lnTo>
                    <a:pt x="238" y="14889"/>
                  </a:lnTo>
                  <a:lnTo>
                    <a:pt x="368" y="16012"/>
                  </a:lnTo>
                  <a:lnTo>
                    <a:pt x="519" y="17179"/>
                  </a:lnTo>
                  <a:lnTo>
                    <a:pt x="692" y="18346"/>
                  </a:lnTo>
                  <a:lnTo>
                    <a:pt x="886" y="19556"/>
                  </a:lnTo>
                  <a:lnTo>
                    <a:pt x="1902" y="19837"/>
                  </a:lnTo>
                  <a:lnTo>
                    <a:pt x="2918" y="20074"/>
                  </a:lnTo>
                  <a:lnTo>
                    <a:pt x="3933" y="20290"/>
                  </a:lnTo>
                  <a:lnTo>
                    <a:pt x="4970" y="20463"/>
                  </a:lnTo>
                  <a:lnTo>
                    <a:pt x="6007" y="20593"/>
                  </a:lnTo>
                  <a:lnTo>
                    <a:pt x="7045" y="20701"/>
                  </a:lnTo>
                  <a:lnTo>
                    <a:pt x="8082" y="20766"/>
                  </a:lnTo>
                  <a:lnTo>
                    <a:pt x="9119" y="20787"/>
                  </a:lnTo>
                  <a:lnTo>
                    <a:pt x="10156" y="20787"/>
                  </a:lnTo>
                  <a:lnTo>
                    <a:pt x="11193" y="20744"/>
                  </a:lnTo>
                  <a:lnTo>
                    <a:pt x="12252" y="20658"/>
                  </a:lnTo>
                  <a:lnTo>
                    <a:pt x="13289" y="20550"/>
                  </a:lnTo>
                  <a:lnTo>
                    <a:pt x="14305" y="20398"/>
                  </a:lnTo>
                  <a:lnTo>
                    <a:pt x="15342" y="20204"/>
                  </a:lnTo>
                  <a:lnTo>
                    <a:pt x="16357" y="19988"/>
                  </a:lnTo>
                  <a:lnTo>
                    <a:pt x="17373" y="19729"/>
                  </a:lnTo>
                  <a:lnTo>
                    <a:pt x="17589" y="18497"/>
                  </a:lnTo>
                  <a:lnTo>
                    <a:pt x="17762" y="17309"/>
                  </a:lnTo>
                  <a:lnTo>
                    <a:pt x="17913" y="16120"/>
                  </a:lnTo>
                  <a:lnTo>
                    <a:pt x="18043" y="14975"/>
                  </a:lnTo>
                  <a:lnTo>
                    <a:pt x="18151" y="13808"/>
                  </a:lnTo>
                  <a:lnTo>
                    <a:pt x="18216" y="12685"/>
                  </a:lnTo>
                  <a:lnTo>
                    <a:pt x="18280" y="11539"/>
                  </a:lnTo>
                  <a:lnTo>
                    <a:pt x="18302" y="10416"/>
                  </a:lnTo>
                  <a:lnTo>
                    <a:pt x="18302" y="9271"/>
                  </a:lnTo>
                  <a:lnTo>
                    <a:pt x="18259" y="8147"/>
                  </a:lnTo>
                  <a:lnTo>
                    <a:pt x="18216" y="7002"/>
                  </a:lnTo>
                  <a:lnTo>
                    <a:pt x="18129" y="5857"/>
                  </a:lnTo>
                  <a:lnTo>
                    <a:pt x="18021" y="4690"/>
                  </a:lnTo>
                  <a:lnTo>
                    <a:pt x="17892" y="3501"/>
                  </a:lnTo>
                  <a:lnTo>
                    <a:pt x="17719" y="2291"/>
                  </a:lnTo>
                  <a:lnTo>
                    <a:pt x="17546" y="1081"/>
                  </a:lnTo>
                  <a:lnTo>
                    <a:pt x="16509" y="822"/>
                  </a:lnTo>
                  <a:lnTo>
                    <a:pt x="15472" y="584"/>
                  </a:lnTo>
                  <a:lnTo>
                    <a:pt x="14413" y="390"/>
                  </a:lnTo>
                  <a:lnTo>
                    <a:pt x="13354" y="239"/>
                  </a:lnTo>
                  <a:lnTo>
                    <a:pt x="12295" y="131"/>
                  </a:lnTo>
                  <a:lnTo>
                    <a:pt x="11236" y="44"/>
                  </a:lnTo>
                  <a:lnTo>
                    <a:pt x="10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34">
              <a:extLst>
                <a:ext uri="{FF2B5EF4-FFF2-40B4-BE49-F238E27FC236}">
                  <a16:creationId xmlns:a16="http://schemas.microsoft.com/office/drawing/2014/main" id="{DCAB3F0B-9B4C-5F54-693E-F4BFD9FEDB45}"/>
                </a:ext>
              </a:extLst>
            </p:cNvPr>
            <p:cNvSpPr/>
            <p:nvPr/>
          </p:nvSpPr>
          <p:spPr>
            <a:xfrm>
              <a:off x="16348725" y="3035900"/>
              <a:ext cx="457575" cy="519700"/>
            </a:xfrm>
            <a:custGeom>
              <a:avLst/>
              <a:gdLst/>
              <a:ahLst/>
              <a:cxnLst/>
              <a:rect l="l" t="t" r="r" b="b"/>
              <a:pathLst>
                <a:path w="18303" h="20788" fill="none" extrusionOk="0">
                  <a:moveTo>
                    <a:pt x="17373" y="19729"/>
                  </a:moveTo>
                  <a:lnTo>
                    <a:pt x="17373" y="19729"/>
                  </a:lnTo>
                  <a:lnTo>
                    <a:pt x="16357" y="19988"/>
                  </a:lnTo>
                  <a:lnTo>
                    <a:pt x="15342" y="20204"/>
                  </a:lnTo>
                  <a:lnTo>
                    <a:pt x="14305" y="20398"/>
                  </a:lnTo>
                  <a:lnTo>
                    <a:pt x="13289" y="20550"/>
                  </a:lnTo>
                  <a:lnTo>
                    <a:pt x="12252" y="20658"/>
                  </a:lnTo>
                  <a:lnTo>
                    <a:pt x="11193" y="20744"/>
                  </a:lnTo>
                  <a:lnTo>
                    <a:pt x="10156" y="20787"/>
                  </a:lnTo>
                  <a:lnTo>
                    <a:pt x="9119" y="20787"/>
                  </a:lnTo>
                  <a:lnTo>
                    <a:pt x="8082" y="20766"/>
                  </a:lnTo>
                  <a:lnTo>
                    <a:pt x="7045" y="20701"/>
                  </a:lnTo>
                  <a:lnTo>
                    <a:pt x="6007" y="20593"/>
                  </a:lnTo>
                  <a:lnTo>
                    <a:pt x="4970" y="20463"/>
                  </a:lnTo>
                  <a:lnTo>
                    <a:pt x="3933" y="20290"/>
                  </a:lnTo>
                  <a:lnTo>
                    <a:pt x="2918" y="20074"/>
                  </a:lnTo>
                  <a:lnTo>
                    <a:pt x="1902" y="19837"/>
                  </a:lnTo>
                  <a:lnTo>
                    <a:pt x="886" y="19556"/>
                  </a:lnTo>
                  <a:lnTo>
                    <a:pt x="886" y="19556"/>
                  </a:lnTo>
                  <a:lnTo>
                    <a:pt x="692" y="18346"/>
                  </a:lnTo>
                  <a:lnTo>
                    <a:pt x="519" y="17179"/>
                  </a:lnTo>
                  <a:lnTo>
                    <a:pt x="368" y="16012"/>
                  </a:lnTo>
                  <a:lnTo>
                    <a:pt x="238" y="14889"/>
                  </a:lnTo>
                  <a:lnTo>
                    <a:pt x="130" y="13743"/>
                  </a:lnTo>
                  <a:lnTo>
                    <a:pt x="65" y="12641"/>
                  </a:lnTo>
                  <a:lnTo>
                    <a:pt x="22" y="11518"/>
                  </a:lnTo>
                  <a:lnTo>
                    <a:pt x="1" y="10416"/>
                  </a:lnTo>
                  <a:lnTo>
                    <a:pt x="1" y="9292"/>
                  </a:lnTo>
                  <a:lnTo>
                    <a:pt x="22" y="8190"/>
                  </a:lnTo>
                  <a:lnTo>
                    <a:pt x="65" y="7067"/>
                  </a:lnTo>
                  <a:lnTo>
                    <a:pt x="152" y="5943"/>
                  </a:lnTo>
                  <a:lnTo>
                    <a:pt x="260" y="4798"/>
                  </a:lnTo>
                  <a:lnTo>
                    <a:pt x="389" y="3631"/>
                  </a:lnTo>
                  <a:lnTo>
                    <a:pt x="541" y="2464"/>
                  </a:lnTo>
                  <a:lnTo>
                    <a:pt x="735" y="1254"/>
                  </a:lnTo>
                  <a:lnTo>
                    <a:pt x="735" y="1254"/>
                  </a:lnTo>
                  <a:lnTo>
                    <a:pt x="1751" y="973"/>
                  </a:lnTo>
                  <a:lnTo>
                    <a:pt x="2788" y="714"/>
                  </a:lnTo>
                  <a:lnTo>
                    <a:pt x="3847" y="520"/>
                  </a:lnTo>
                  <a:lnTo>
                    <a:pt x="4884" y="325"/>
                  </a:lnTo>
                  <a:lnTo>
                    <a:pt x="5943" y="195"/>
                  </a:lnTo>
                  <a:lnTo>
                    <a:pt x="7001" y="87"/>
                  </a:lnTo>
                  <a:lnTo>
                    <a:pt x="8060" y="23"/>
                  </a:lnTo>
                  <a:lnTo>
                    <a:pt x="9119" y="1"/>
                  </a:lnTo>
                  <a:lnTo>
                    <a:pt x="10178" y="1"/>
                  </a:lnTo>
                  <a:lnTo>
                    <a:pt x="11236" y="44"/>
                  </a:lnTo>
                  <a:lnTo>
                    <a:pt x="12295" y="131"/>
                  </a:lnTo>
                  <a:lnTo>
                    <a:pt x="13354" y="239"/>
                  </a:lnTo>
                  <a:lnTo>
                    <a:pt x="14413" y="390"/>
                  </a:lnTo>
                  <a:lnTo>
                    <a:pt x="15472" y="584"/>
                  </a:lnTo>
                  <a:lnTo>
                    <a:pt x="16509" y="822"/>
                  </a:lnTo>
                  <a:lnTo>
                    <a:pt x="17546" y="1081"/>
                  </a:lnTo>
                  <a:lnTo>
                    <a:pt x="17546" y="1081"/>
                  </a:lnTo>
                  <a:lnTo>
                    <a:pt x="17719" y="2291"/>
                  </a:lnTo>
                  <a:lnTo>
                    <a:pt x="17892" y="3501"/>
                  </a:lnTo>
                  <a:lnTo>
                    <a:pt x="18021" y="4690"/>
                  </a:lnTo>
                  <a:lnTo>
                    <a:pt x="18129" y="5857"/>
                  </a:lnTo>
                  <a:lnTo>
                    <a:pt x="18216" y="7002"/>
                  </a:lnTo>
                  <a:lnTo>
                    <a:pt x="18259" y="8147"/>
                  </a:lnTo>
                  <a:lnTo>
                    <a:pt x="18302" y="9271"/>
                  </a:lnTo>
                  <a:lnTo>
                    <a:pt x="18302" y="10416"/>
                  </a:lnTo>
                  <a:lnTo>
                    <a:pt x="18280" y="11539"/>
                  </a:lnTo>
                  <a:lnTo>
                    <a:pt x="18216" y="12685"/>
                  </a:lnTo>
                  <a:lnTo>
                    <a:pt x="18151" y="13808"/>
                  </a:lnTo>
                  <a:lnTo>
                    <a:pt x="18043" y="14975"/>
                  </a:lnTo>
                  <a:lnTo>
                    <a:pt x="17913" y="16120"/>
                  </a:lnTo>
                  <a:lnTo>
                    <a:pt x="17762" y="17309"/>
                  </a:lnTo>
                  <a:lnTo>
                    <a:pt x="17589" y="18497"/>
                  </a:lnTo>
                  <a:lnTo>
                    <a:pt x="17373" y="19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34">
              <a:extLst>
                <a:ext uri="{FF2B5EF4-FFF2-40B4-BE49-F238E27FC236}">
                  <a16:creationId xmlns:a16="http://schemas.microsoft.com/office/drawing/2014/main" id="{E9097F12-59D9-5957-9CA6-4A96ADAAA213}"/>
                </a:ext>
              </a:extLst>
            </p:cNvPr>
            <p:cNvSpPr/>
            <p:nvPr/>
          </p:nvSpPr>
          <p:spPr>
            <a:xfrm>
              <a:off x="16346575" y="2635100"/>
              <a:ext cx="461325" cy="439200"/>
            </a:xfrm>
            <a:custGeom>
              <a:avLst/>
              <a:gdLst/>
              <a:ahLst/>
              <a:cxnLst/>
              <a:rect l="l" t="t" r="r" b="b"/>
              <a:pathLst>
                <a:path w="18453" h="17568" extrusionOk="0">
                  <a:moveTo>
                    <a:pt x="8254" y="0"/>
                  </a:moveTo>
                  <a:lnTo>
                    <a:pt x="7260" y="22"/>
                  </a:lnTo>
                  <a:lnTo>
                    <a:pt x="6288" y="65"/>
                  </a:lnTo>
                  <a:lnTo>
                    <a:pt x="5294" y="130"/>
                  </a:lnTo>
                  <a:lnTo>
                    <a:pt x="4322" y="195"/>
                  </a:lnTo>
                  <a:lnTo>
                    <a:pt x="3328" y="281"/>
                  </a:lnTo>
                  <a:lnTo>
                    <a:pt x="2355" y="389"/>
                  </a:lnTo>
                  <a:lnTo>
                    <a:pt x="1383" y="519"/>
                  </a:lnTo>
                  <a:lnTo>
                    <a:pt x="1145" y="562"/>
                  </a:lnTo>
                  <a:lnTo>
                    <a:pt x="908" y="670"/>
                  </a:lnTo>
                  <a:lnTo>
                    <a:pt x="692" y="800"/>
                  </a:lnTo>
                  <a:lnTo>
                    <a:pt x="475" y="994"/>
                  </a:lnTo>
                  <a:lnTo>
                    <a:pt x="324" y="1189"/>
                  </a:lnTo>
                  <a:lnTo>
                    <a:pt x="195" y="1405"/>
                  </a:lnTo>
                  <a:lnTo>
                    <a:pt x="108" y="1642"/>
                  </a:lnTo>
                  <a:lnTo>
                    <a:pt x="65" y="1880"/>
                  </a:lnTo>
                  <a:lnTo>
                    <a:pt x="22" y="2788"/>
                  </a:lnTo>
                  <a:lnTo>
                    <a:pt x="0" y="3695"/>
                  </a:lnTo>
                  <a:lnTo>
                    <a:pt x="0" y="5510"/>
                  </a:lnTo>
                  <a:lnTo>
                    <a:pt x="43" y="7325"/>
                  </a:lnTo>
                  <a:lnTo>
                    <a:pt x="130" y="9119"/>
                  </a:lnTo>
                  <a:lnTo>
                    <a:pt x="259" y="10934"/>
                  </a:lnTo>
                  <a:lnTo>
                    <a:pt x="432" y="12727"/>
                  </a:lnTo>
                  <a:lnTo>
                    <a:pt x="648" y="14520"/>
                  </a:lnTo>
                  <a:lnTo>
                    <a:pt x="908" y="16292"/>
                  </a:lnTo>
                  <a:lnTo>
                    <a:pt x="972" y="16508"/>
                  </a:lnTo>
                  <a:lnTo>
                    <a:pt x="1059" y="16724"/>
                  </a:lnTo>
                  <a:lnTo>
                    <a:pt x="1189" y="16897"/>
                  </a:lnTo>
                  <a:lnTo>
                    <a:pt x="1361" y="17070"/>
                  </a:lnTo>
                  <a:lnTo>
                    <a:pt x="1534" y="17200"/>
                  </a:lnTo>
                  <a:lnTo>
                    <a:pt x="1750" y="17308"/>
                  </a:lnTo>
                  <a:lnTo>
                    <a:pt x="1966" y="17373"/>
                  </a:lnTo>
                  <a:lnTo>
                    <a:pt x="2204" y="17416"/>
                  </a:lnTo>
                  <a:lnTo>
                    <a:pt x="3954" y="17481"/>
                  </a:lnTo>
                  <a:lnTo>
                    <a:pt x="5704" y="17524"/>
                  </a:lnTo>
                  <a:lnTo>
                    <a:pt x="7476" y="17545"/>
                  </a:lnTo>
                  <a:lnTo>
                    <a:pt x="9227" y="17567"/>
                  </a:lnTo>
                  <a:lnTo>
                    <a:pt x="10998" y="17545"/>
                  </a:lnTo>
                  <a:lnTo>
                    <a:pt x="12749" y="17524"/>
                  </a:lnTo>
                  <a:lnTo>
                    <a:pt x="14499" y="17481"/>
                  </a:lnTo>
                  <a:lnTo>
                    <a:pt x="16271" y="17416"/>
                  </a:lnTo>
                  <a:lnTo>
                    <a:pt x="16487" y="17373"/>
                  </a:lnTo>
                  <a:lnTo>
                    <a:pt x="16703" y="17308"/>
                  </a:lnTo>
                  <a:lnTo>
                    <a:pt x="16919" y="17200"/>
                  </a:lnTo>
                  <a:lnTo>
                    <a:pt x="17092" y="17070"/>
                  </a:lnTo>
                  <a:lnTo>
                    <a:pt x="17264" y="16897"/>
                  </a:lnTo>
                  <a:lnTo>
                    <a:pt x="17394" y="16724"/>
                  </a:lnTo>
                  <a:lnTo>
                    <a:pt x="17481" y="16508"/>
                  </a:lnTo>
                  <a:lnTo>
                    <a:pt x="17545" y="16292"/>
                  </a:lnTo>
                  <a:lnTo>
                    <a:pt x="17805" y="14520"/>
                  </a:lnTo>
                  <a:lnTo>
                    <a:pt x="18021" y="12727"/>
                  </a:lnTo>
                  <a:lnTo>
                    <a:pt x="18194" y="10934"/>
                  </a:lnTo>
                  <a:lnTo>
                    <a:pt x="18345" y="9119"/>
                  </a:lnTo>
                  <a:lnTo>
                    <a:pt x="18431" y="7325"/>
                  </a:lnTo>
                  <a:lnTo>
                    <a:pt x="18453" y="5510"/>
                  </a:lnTo>
                  <a:lnTo>
                    <a:pt x="18453" y="3695"/>
                  </a:lnTo>
                  <a:lnTo>
                    <a:pt x="18431" y="2788"/>
                  </a:lnTo>
                  <a:lnTo>
                    <a:pt x="18388" y="1880"/>
                  </a:lnTo>
                  <a:lnTo>
                    <a:pt x="18345" y="1642"/>
                  </a:lnTo>
                  <a:lnTo>
                    <a:pt x="18280" y="1405"/>
                  </a:lnTo>
                  <a:lnTo>
                    <a:pt x="18150" y="1189"/>
                  </a:lnTo>
                  <a:lnTo>
                    <a:pt x="17978" y="994"/>
                  </a:lnTo>
                  <a:lnTo>
                    <a:pt x="17783" y="800"/>
                  </a:lnTo>
                  <a:lnTo>
                    <a:pt x="17545" y="670"/>
                  </a:lnTo>
                  <a:lnTo>
                    <a:pt x="17329" y="562"/>
                  </a:lnTo>
                  <a:lnTo>
                    <a:pt x="17092" y="519"/>
                  </a:lnTo>
                  <a:lnTo>
                    <a:pt x="16098" y="389"/>
                  </a:lnTo>
                  <a:lnTo>
                    <a:pt x="15125" y="281"/>
                  </a:lnTo>
                  <a:lnTo>
                    <a:pt x="14131" y="195"/>
                  </a:lnTo>
                  <a:lnTo>
                    <a:pt x="13159" y="130"/>
                  </a:lnTo>
                  <a:lnTo>
                    <a:pt x="12187" y="65"/>
                  </a:lnTo>
                  <a:lnTo>
                    <a:pt x="11193" y="22"/>
                  </a:lnTo>
                  <a:lnTo>
                    <a:pt x="1022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34">
              <a:extLst>
                <a:ext uri="{FF2B5EF4-FFF2-40B4-BE49-F238E27FC236}">
                  <a16:creationId xmlns:a16="http://schemas.microsoft.com/office/drawing/2014/main" id="{7EA8C184-A7EF-464D-831C-E81C3F29806B}"/>
                </a:ext>
              </a:extLst>
            </p:cNvPr>
            <p:cNvSpPr/>
            <p:nvPr/>
          </p:nvSpPr>
          <p:spPr>
            <a:xfrm>
              <a:off x="16528600" y="2815525"/>
              <a:ext cx="97275" cy="148025"/>
            </a:xfrm>
            <a:custGeom>
              <a:avLst/>
              <a:gdLst/>
              <a:ahLst/>
              <a:cxnLst/>
              <a:rect l="l" t="t" r="r" b="b"/>
              <a:pathLst>
                <a:path w="3891" h="5921" extrusionOk="0">
                  <a:moveTo>
                    <a:pt x="1946" y="0"/>
                  </a:moveTo>
                  <a:lnTo>
                    <a:pt x="1751" y="22"/>
                  </a:lnTo>
                  <a:lnTo>
                    <a:pt x="1557" y="65"/>
                  </a:lnTo>
                  <a:lnTo>
                    <a:pt x="1362" y="130"/>
                  </a:lnTo>
                  <a:lnTo>
                    <a:pt x="1189" y="238"/>
                  </a:lnTo>
                  <a:lnTo>
                    <a:pt x="1016" y="367"/>
                  </a:lnTo>
                  <a:lnTo>
                    <a:pt x="865" y="519"/>
                  </a:lnTo>
                  <a:lnTo>
                    <a:pt x="714" y="670"/>
                  </a:lnTo>
                  <a:lnTo>
                    <a:pt x="563" y="864"/>
                  </a:lnTo>
                  <a:lnTo>
                    <a:pt x="433" y="1080"/>
                  </a:lnTo>
                  <a:lnTo>
                    <a:pt x="325" y="1318"/>
                  </a:lnTo>
                  <a:lnTo>
                    <a:pt x="239" y="1556"/>
                  </a:lnTo>
                  <a:lnTo>
                    <a:pt x="152" y="1815"/>
                  </a:lnTo>
                  <a:lnTo>
                    <a:pt x="87" y="2074"/>
                  </a:lnTo>
                  <a:lnTo>
                    <a:pt x="44" y="2377"/>
                  </a:lnTo>
                  <a:lnTo>
                    <a:pt x="1" y="2658"/>
                  </a:lnTo>
                  <a:lnTo>
                    <a:pt x="1" y="2960"/>
                  </a:lnTo>
                  <a:lnTo>
                    <a:pt x="1" y="3263"/>
                  </a:lnTo>
                  <a:lnTo>
                    <a:pt x="44" y="3565"/>
                  </a:lnTo>
                  <a:lnTo>
                    <a:pt x="87" y="3846"/>
                  </a:lnTo>
                  <a:lnTo>
                    <a:pt x="152" y="4127"/>
                  </a:lnTo>
                  <a:lnTo>
                    <a:pt x="239" y="4386"/>
                  </a:lnTo>
                  <a:lnTo>
                    <a:pt x="325" y="4624"/>
                  </a:lnTo>
                  <a:lnTo>
                    <a:pt x="433" y="4840"/>
                  </a:lnTo>
                  <a:lnTo>
                    <a:pt x="563" y="5056"/>
                  </a:lnTo>
                  <a:lnTo>
                    <a:pt x="714" y="5251"/>
                  </a:lnTo>
                  <a:lnTo>
                    <a:pt x="865" y="5424"/>
                  </a:lnTo>
                  <a:lnTo>
                    <a:pt x="1016" y="5575"/>
                  </a:lnTo>
                  <a:lnTo>
                    <a:pt x="1189" y="5683"/>
                  </a:lnTo>
                  <a:lnTo>
                    <a:pt x="1362" y="5791"/>
                  </a:lnTo>
                  <a:lnTo>
                    <a:pt x="1557" y="5856"/>
                  </a:lnTo>
                  <a:lnTo>
                    <a:pt x="1751" y="5921"/>
                  </a:lnTo>
                  <a:lnTo>
                    <a:pt x="2140" y="5921"/>
                  </a:lnTo>
                  <a:lnTo>
                    <a:pt x="2334" y="5856"/>
                  </a:lnTo>
                  <a:lnTo>
                    <a:pt x="2529" y="5791"/>
                  </a:lnTo>
                  <a:lnTo>
                    <a:pt x="2702" y="5683"/>
                  </a:lnTo>
                  <a:lnTo>
                    <a:pt x="2875" y="5575"/>
                  </a:lnTo>
                  <a:lnTo>
                    <a:pt x="3047" y="5424"/>
                  </a:lnTo>
                  <a:lnTo>
                    <a:pt x="3199" y="5251"/>
                  </a:lnTo>
                  <a:lnTo>
                    <a:pt x="3328" y="5056"/>
                  </a:lnTo>
                  <a:lnTo>
                    <a:pt x="3458" y="4840"/>
                  </a:lnTo>
                  <a:lnTo>
                    <a:pt x="3566" y="4624"/>
                  </a:lnTo>
                  <a:lnTo>
                    <a:pt x="3653" y="4386"/>
                  </a:lnTo>
                  <a:lnTo>
                    <a:pt x="3739" y="4127"/>
                  </a:lnTo>
                  <a:lnTo>
                    <a:pt x="3804" y="3846"/>
                  </a:lnTo>
                  <a:lnTo>
                    <a:pt x="3869" y="3565"/>
                  </a:lnTo>
                  <a:lnTo>
                    <a:pt x="3890" y="3263"/>
                  </a:lnTo>
                  <a:lnTo>
                    <a:pt x="3890" y="2960"/>
                  </a:lnTo>
                  <a:lnTo>
                    <a:pt x="3890" y="2658"/>
                  </a:lnTo>
                  <a:lnTo>
                    <a:pt x="3869" y="2377"/>
                  </a:lnTo>
                  <a:lnTo>
                    <a:pt x="3804" y="2074"/>
                  </a:lnTo>
                  <a:lnTo>
                    <a:pt x="3739" y="1815"/>
                  </a:lnTo>
                  <a:lnTo>
                    <a:pt x="3653" y="1556"/>
                  </a:lnTo>
                  <a:lnTo>
                    <a:pt x="3566" y="1318"/>
                  </a:lnTo>
                  <a:lnTo>
                    <a:pt x="3458" y="1080"/>
                  </a:lnTo>
                  <a:lnTo>
                    <a:pt x="3328" y="864"/>
                  </a:lnTo>
                  <a:lnTo>
                    <a:pt x="3199" y="670"/>
                  </a:lnTo>
                  <a:lnTo>
                    <a:pt x="3047" y="519"/>
                  </a:lnTo>
                  <a:lnTo>
                    <a:pt x="2875" y="367"/>
                  </a:lnTo>
                  <a:lnTo>
                    <a:pt x="2702" y="238"/>
                  </a:lnTo>
                  <a:lnTo>
                    <a:pt x="2529" y="130"/>
                  </a:lnTo>
                  <a:lnTo>
                    <a:pt x="2334" y="65"/>
                  </a:lnTo>
                  <a:lnTo>
                    <a:pt x="2140" y="22"/>
                  </a:lnTo>
                  <a:lnTo>
                    <a:pt x="194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34">
              <a:extLst>
                <a:ext uri="{FF2B5EF4-FFF2-40B4-BE49-F238E27FC236}">
                  <a16:creationId xmlns:a16="http://schemas.microsoft.com/office/drawing/2014/main" id="{A8BEC0C1-56A3-C091-DFA2-A61E31D92871}"/>
                </a:ext>
              </a:extLst>
            </p:cNvPr>
            <p:cNvSpPr/>
            <p:nvPr/>
          </p:nvSpPr>
          <p:spPr>
            <a:xfrm>
              <a:off x="16550225" y="2837125"/>
              <a:ext cx="54025" cy="104825"/>
            </a:xfrm>
            <a:custGeom>
              <a:avLst/>
              <a:gdLst/>
              <a:ahLst/>
              <a:cxnLst/>
              <a:rect l="l" t="t" r="r" b="b"/>
              <a:pathLst>
                <a:path w="2161" h="4193" extrusionOk="0">
                  <a:moveTo>
                    <a:pt x="1081" y="0"/>
                  </a:moveTo>
                  <a:lnTo>
                    <a:pt x="994" y="22"/>
                  </a:lnTo>
                  <a:lnTo>
                    <a:pt x="886" y="44"/>
                  </a:lnTo>
                  <a:lnTo>
                    <a:pt x="800" y="87"/>
                  </a:lnTo>
                  <a:lnTo>
                    <a:pt x="692" y="173"/>
                  </a:lnTo>
                  <a:lnTo>
                    <a:pt x="605" y="260"/>
                  </a:lnTo>
                  <a:lnTo>
                    <a:pt x="519" y="346"/>
                  </a:lnTo>
                  <a:lnTo>
                    <a:pt x="346" y="605"/>
                  </a:lnTo>
                  <a:lnTo>
                    <a:pt x="216" y="930"/>
                  </a:lnTo>
                  <a:lnTo>
                    <a:pt x="108" y="1275"/>
                  </a:lnTo>
                  <a:lnTo>
                    <a:pt x="22" y="1664"/>
                  </a:lnTo>
                  <a:lnTo>
                    <a:pt x="0" y="1880"/>
                  </a:lnTo>
                  <a:lnTo>
                    <a:pt x="0" y="2096"/>
                  </a:lnTo>
                  <a:lnTo>
                    <a:pt x="0" y="2312"/>
                  </a:lnTo>
                  <a:lnTo>
                    <a:pt x="22" y="2528"/>
                  </a:lnTo>
                  <a:lnTo>
                    <a:pt x="108" y="2917"/>
                  </a:lnTo>
                  <a:lnTo>
                    <a:pt x="216" y="3285"/>
                  </a:lnTo>
                  <a:lnTo>
                    <a:pt x="346" y="3587"/>
                  </a:lnTo>
                  <a:lnTo>
                    <a:pt x="519" y="3847"/>
                  </a:lnTo>
                  <a:lnTo>
                    <a:pt x="605" y="3955"/>
                  </a:lnTo>
                  <a:lnTo>
                    <a:pt x="692" y="4041"/>
                  </a:lnTo>
                  <a:lnTo>
                    <a:pt x="800" y="4106"/>
                  </a:lnTo>
                  <a:lnTo>
                    <a:pt x="886" y="4149"/>
                  </a:lnTo>
                  <a:lnTo>
                    <a:pt x="994" y="4192"/>
                  </a:lnTo>
                  <a:lnTo>
                    <a:pt x="1167" y="4192"/>
                  </a:lnTo>
                  <a:lnTo>
                    <a:pt x="1275" y="4149"/>
                  </a:lnTo>
                  <a:lnTo>
                    <a:pt x="1361" y="4106"/>
                  </a:lnTo>
                  <a:lnTo>
                    <a:pt x="1469" y="4041"/>
                  </a:lnTo>
                  <a:lnTo>
                    <a:pt x="1556" y="3955"/>
                  </a:lnTo>
                  <a:lnTo>
                    <a:pt x="1642" y="3847"/>
                  </a:lnTo>
                  <a:lnTo>
                    <a:pt x="1815" y="3587"/>
                  </a:lnTo>
                  <a:lnTo>
                    <a:pt x="1945" y="3285"/>
                  </a:lnTo>
                  <a:lnTo>
                    <a:pt x="2074" y="2917"/>
                  </a:lnTo>
                  <a:lnTo>
                    <a:pt x="2139" y="2528"/>
                  </a:lnTo>
                  <a:lnTo>
                    <a:pt x="2161" y="2312"/>
                  </a:lnTo>
                  <a:lnTo>
                    <a:pt x="2161" y="2096"/>
                  </a:lnTo>
                  <a:lnTo>
                    <a:pt x="2161" y="1880"/>
                  </a:lnTo>
                  <a:lnTo>
                    <a:pt x="2139" y="1664"/>
                  </a:lnTo>
                  <a:lnTo>
                    <a:pt x="2074" y="1275"/>
                  </a:lnTo>
                  <a:lnTo>
                    <a:pt x="1945" y="930"/>
                  </a:lnTo>
                  <a:lnTo>
                    <a:pt x="1815" y="605"/>
                  </a:lnTo>
                  <a:lnTo>
                    <a:pt x="1642" y="346"/>
                  </a:lnTo>
                  <a:lnTo>
                    <a:pt x="1556" y="260"/>
                  </a:lnTo>
                  <a:lnTo>
                    <a:pt x="1469" y="173"/>
                  </a:lnTo>
                  <a:lnTo>
                    <a:pt x="1361" y="87"/>
                  </a:lnTo>
                  <a:lnTo>
                    <a:pt x="1275" y="44"/>
                  </a:lnTo>
                  <a:lnTo>
                    <a:pt x="1167" y="22"/>
                  </a:lnTo>
                  <a:lnTo>
                    <a:pt x="10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34">
              <a:extLst>
                <a:ext uri="{FF2B5EF4-FFF2-40B4-BE49-F238E27FC236}">
                  <a16:creationId xmlns:a16="http://schemas.microsoft.com/office/drawing/2014/main" id="{5466AB03-9106-8C29-659E-844E2CB9BE8E}"/>
                </a:ext>
              </a:extLst>
            </p:cNvPr>
            <p:cNvSpPr/>
            <p:nvPr/>
          </p:nvSpPr>
          <p:spPr>
            <a:xfrm>
              <a:off x="16330900" y="3048875"/>
              <a:ext cx="492675" cy="38375"/>
            </a:xfrm>
            <a:custGeom>
              <a:avLst/>
              <a:gdLst/>
              <a:ahLst/>
              <a:cxnLst/>
              <a:rect l="l" t="t" r="r" b="b"/>
              <a:pathLst>
                <a:path w="19707" h="1535" extrusionOk="0">
                  <a:moveTo>
                    <a:pt x="606" y="1"/>
                  </a:moveTo>
                  <a:lnTo>
                    <a:pt x="476" y="44"/>
                  </a:lnTo>
                  <a:lnTo>
                    <a:pt x="346" y="130"/>
                  </a:lnTo>
                  <a:lnTo>
                    <a:pt x="217" y="217"/>
                  </a:lnTo>
                  <a:lnTo>
                    <a:pt x="130" y="325"/>
                  </a:lnTo>
                  <a:lnTo>
                    <a:pt x="65" y="454"/>
                  </a:lnTo>
                  <a:lnTo>
                    <a:pt x="22" y="606"/>
                  </a:lnTo>
                  <a:lnTo>
                    <a:pt x="0" y="757"/>
                  </a:lnTo>
                  <a:lnTo>
                    <a:pt x="22" y="908"/>
                  </a:lnTo>
                  <a:lnTo>
                    <a:pt x="65" y="1059"/>
                  </a:lnTo>
                  <a:lnTo>
                    <a:pt x="130" y="1189"/>
                  </a:lnTo>
                  <a:lnTo>
                    <a:pt x="217" y="1297"/>
                  </a:lnTo>
                  <a:lnTo>
                    <a:pt x="346" y="1405"/>
                  </a:lnTo>
                  <a:lnTo>
                    <a:pt x="476" y="1470"/>
                  </a:lnTo>
                  <a:lnTo>
                    <a:pt x="606" y="1513"/>
                  </a:lnTo>
                  <a:lnTo>
                    <a:pt x="778" y="1535"/>
                  </a:lnTo>
                  <a:lnTo>
                    <a:pt x="18950" y="1535"/>
                  </a:lnTo>
                  <a:lnTo>
                    <a:pt x="19102" y="1513"/>
                  </a:lnTo>
                  <a:lnTo>
                    <a:pt x="19231" y="1470"/>
                  </a:lnTo>
                  <a:lnTo>
                    <a:pt x="19361" y="1405"/>
                  </a:lnTo>
                  <a:lnTo>
                    <a:pt x="19490" y="1297"/>
                  </a:lnTo>
                  <a:lnTo>
                    <a:pt x="19577" y="1189"/>
                  </a:lnTo>
                  <a:lnTo>
                    <a:pt x="19642" y="1059"/>
                  </a:lnTo>
                  <a:lnTo>
                    <a:pt x="19685" y="908"/>
                  </a:lnTo>
                  <a:lnTo>
                    <a:pt x="19707" y="757"/>
                  </a:lnTo>
                  <a:lnTo>
                    <a:pt x="19685" y="606"/>
                  </a:lnTo>
                  <a:lnTo>
                    <a:pt x="19642" y="454"/>
                  </a:lnTo>
                  <a:lnTo>
                    <a:pt x="19577" y="325"/>
                  </a:lnTo>
                  <a:lnTo>
                    <a:pt x="19490" y="217"/>
                  </a:lnTo>
                  <a:lnTo>
                    <a:pt x="19361" y="130"/>
                  </a:lnTo>
                  <a:lnTo>
                    <a:pt x="19231" y="44"/>
                  </a:lnTo>
                  <a:lnTo>
                    <a:pt x="1910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34">
              <a:extLst>
                <a:ext uri="{FF2B5EF4-FFF2-40B4-BE49-F238E27FC236}">
                  <a16:creationId xmlns:a16="http://schemas.microsoft.com/office/drawing/2014/main" id="{B4476331-8684-3AFA-BB68-9669FC1E73B7}"/>
                </a:ext>
              </a:extLst>
            </p:cNvPr>
            <p:cNvSpPr/>
            <p:nvPr/>
          </p:nvSpPr>
          <p:spPr>
            <a:xfrm>
              <a:off x="16395725" y="3319500"/>
              <a:ext cx="195025" cy="121575"/>
            </a:xfrm>
            <a:custGeom>
              <a:avLst/>
              <a:gdLst/>
              <a:ahLst/>
              <a:cxnLst/>
              <a:rect l="l" t="t" r="r" b="b"/>
              <a:pathLst>
                <a:path w="7801" h="4863" extrusionOk="0">
                  <a:moveTo>
                    <a:pt x="5986" y="1"/>
                  </a:moveTo>
                  <a:lnTo>
                    <a:pt x="5813" y="23"/>
                  </a:lnTo>
                  <a:lnTo>
                    <a:pt x="5640" y="87"/>
                  </a:lnTo>
                  <a:lnTo>
                    <a:pt x="5445" y="174"/>
                  </a:lnTo>
                  <a:lnTo>
                    <a:pt x="5273" y="303"/>
                  </a:lnTo>
                  <a:lnTo>
                    <a:pt x="5057" y="455"/>
                  </a:lnTo>
                  <a:lnTo>
                    <a:pt x="4862" y="628"/>
                  </a:lnTo>
                  <a:lnTo>
                    <a:pt x="4646" y="844"/>
                  </a:lnTo>
                  <a:lnTo>
                    <a:pt x="4430" y="1103"/>
                  </a:lnTo>
                  <a:lnTo>
                    <a:pt x="3933" y="1708"/>
                  </a:lnTo>
                  <a:lnTo>
                    <a:pt x="3738" y="1946"/>
                  </a:lnTo>
                  <a:lnTo>
                    <a:pt x="3522" y="2183"/>
                  </a:lnTo>
                  <a:lnTo>
                    <a:pt x="3285" y="2399"/>
                  </a:lnTo>
                  <a:lnTo>
                    <a:pt x="3047" y="2594"/>
                  </a:lnTo>
                  <a:lnTo>
                    <a:pt x="2788" y="2788"/>
                  </a:lnTo>
                  <a:lnTo>
                    <a:pt x="2528" y="2961"/>
                  </a:lnTo>
                  <a:lnTo>
                    <a:pt x="2248" y="3134"/>
                  </a:lnTo>
                  <a:lnTo>
                    <a:pt x="1988" y="3264"/>
                  </a:lnTo>
                  <a:lnTo>
                    <a:pt x="1707" y="3393"/>
                  </a:lnTo>
                  <a:lnTo>
                    <a:pt x="1448" y="3501"/>
                  </a:lnTo>
                  <a:lnTo>
                    <a:pt x="1167" y="3566"/>
                  </a:lnTo>
                  <a:lnTo>
                    <a:pt x="908" y="3631"/>
                  </a:lnTo>
                  <a:lnTo>
                    <a:pt x="670" y="3653"/>
                  </a:lnTo>
                  <a:lnTo>
                    <a:pt x="433" y="3653"/>
                  </a:lnTo>
                  <a:lnTo>
                    <a:pt x="195" y="3631"/>
                  </a:lnTo>
                  <a:lnTo>
                    <a:pt x="0" y="3588"/>
                  </a:lnTo>
                  <a:lnTo>
                    <a:pt x="389" y="3825"/>
                  </a:lnTo>
                  <a:lnTo>
                    <a:pt x="778" y="4063"/>
                  </a:lnTo>
                  <a:lnTo>
                    <a:pt x="1210" y="4258"/>
                  </a:lnTo>
                  <a:lnTo>
                    <a:pt x="1643" y="4430"/>
                  </a:lnTo>
                  <a:lnTo>
                    <a:pt x="2118" y="4582"/>
                  </a:lnTo>
                  <a:lnTo>
                    <a:pt x="2572" y="4711"/>
                  </a:lnTo>
                  <a:lnTo>
                    <a:pt x="3047" y="4798"/>
                  </a:lnTo>
                  <a:lnTo>
                    <a:pt x="3501" y="4863"/>
                  </a:lnTo>
                  <a:lnTo>
                    <a:pt x="3976" y="4863"/>
                  </a:lnTo>
                  <a:lnTo>
                    <a:pt x="4430" y="4841"/>
                  </a:lnTo>
                  <a:lnTo>
                    <a:pt x="4884" y="4776"/>
                  </a:lnTo>
                  <a:lnTo>
                    <a:pt x="5316" y="4668"/>
                  </a:lnTo>
                  <a:lnTo>
                    <a:pt x="5510" y="4603"/>
                  </a:lnTo>
                  <a:lnTo>
                    <a:pt x="5705" y="4517"/>
                  </a:lnTo>
                  <a:lnTo>
                    <a:pt x="5899" y="4409"/>
                  </a:lnTo>
                  <a:lnTo>
                    <a:pt x="6094" y="4301"/>
                  </a:lnTo>
                  <a:lnTo>
                    <a:pt x="6288" y="4193"/>
                  </a:lnTo>
                  <a:lnTo>
                    <a:pt x="6461" y="4063"/>
                  </a:lnTo>
                  <a:lnTo>
                    <a:pt x="6612" y="3912"/>
                  </a:lnTo>
                  <a:lnTo>
                    <a:pt x="6764" y="3739"/>
                  </a:lnTo>
                  <a:lnTo>
                    <a:pt x="7044" y="3415"/>
                  </a:lnTo>
                  <a:lnTo>
                    <a:pt x="7282" y="3112"/>
                  </a:lnTo>
                  <a:lnTo>
                    <a:pt x="7455" y="2832"/>
                  </a:lnTo>
                  <a:lnTo>
                    <a:pt x="7606" y="2551"/>
                  </a:lnTo>
                  <a:lnTo>
                    <a:pt x="7693" y="2291"/>
                  </a:lnTo>
                  <a:lnTo>
                    <a:pt x="7757" y="2054"/>
                  </a:lnTo>
                  <a:lnTo>
                    <a:pt x="7801" y="1838"/>
                  </a:lnTo>
                  <a:lnTo>
                    <a:pt x="7801" y="1621"/>
                  </a:lnTo>
                  <a:lnTo>
                    <a:pt x="7757" y="1427"/>
                  </a:lnTo>
                  <a:lnTo>
                    <a:pt x="7714" y="1233"/>
                  </a:lnTo>
                  <a:lnTo>
                    <a:pt x="7628" y="1081"/>
                  </a:lnTo>
                  <a:lnTo>
                    <a:pt x="7541" y="908"/>
                  </a:lnTo>
                  <a:lnTo>
                    <a:pt x="7412" y="779"/>
                  </a:lnTo>
                  <a:lnTo>
                    <a:pt x="7304" y="649"/>
                  </a:lnTo>
                  <a:lnTo>
                    <a:pt x="7152" y="520"/>
                  </a:lnTo>
                  <a:lnTo>
                    <a:pt x="7023" y="411"/>
                  </a:lnTo>
                  <a:lnTo>
                    <a:pt x="6850" y="282"/>
                  </a:lnTo>
                  <a:lnTo>
                    <a:pt x="6677" y="174"/>
                  </a:lnTo>
                  <a:lnTo>
                    <a:pt x="6504" y="87"/>
                  </a:lnTo>
                  <a:lnTo>
                    <a:pt x="6331" y="44"/>
                  </a:lnTo>
                  <a:lnTo>
                    <a:pt x="61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34">
              <a:extLst>
                <a:ext uri="{FF2B5EF4-FFF2-40B4-BE49-F238E27FC236}">
                  <a16:creationId xmlns:a16="http://schemas.microsoft.com/office/drawing/2014/main" id="{9CF2A89C-349E-A3E9-D404-BFE4A73945D6}"/>
                </a:ext>
              </a:extLst>
            </p:cNvPr>
            <p:cNvSpPr/>
            <p:nvPr/>
          </p:nvSpPr>
          <p:spPr>
            <a:xfrm>
              <a:off x="16563725" y="3319500"/>
              <a:ext cx="195025" cy="121575"/>
            </a:xfrm>
            <a:custGeom>
              <a:avLst/>
              <a:gdLst/>
              <a:ahLst/>
              <a:cxnLst/>
              <a:rect l="l" t="t" r="r" b="b"/>
              <a:pathLst>
                <a:path w="7801" h="4863" extrusionOk="0">
                  <a:moveTo>
                    <a:pt x="1642" y="1"/>
                  </a:moveTo>
                  <a:lnTo>
                    <a:pt x="1470" y="44"/>
                  </a:lnTo>
                  <a:lnTo>
                    <a:pt x="1297" y="87"/>
                  </a:lnTo>
                  <a:lnTo>
                    <a:pt x="1124" y="174"/>
                  </a:lnTo>
                  <a:lnTo>
                    <a:pt x="973" y="282"/>
                  </a:lnTo>
                  <a:lnTo>
                    <a:pt x="778" y="411"/>
                  </a:lnTo>
                  <a:lnTo>
                    <a:pt x="649" y="520"/>
                  </a:lnTo>
                  <a:lnTo>
                    <a:pt x="519" y="649"/>
                  </a:lnTo>
                  <a:lnTo>
                    <a:pt x="389" y="779"/>
                  </a:lnTo>
                  <a:lnTo>
                    <a:pt x="281" y="908"/>
                  </a:lnTo>
                  <a:lnTo>
                    <a:pt x="173" y="1081"/>
                  </a:lnTo>
                  <a:lnTo>
                    <a:pt x="87" y="1233"/>
                  </a:lnTo>
                  <a:lnTo>
                    <a:pt x="44" y="1427"/>
                  </a:lnTo>
                  <a:lnTo>
                    <a:pt x="22" y="1621"/>
                  </a:lnTo>
                  <a:lnTo>
                    <a:pt x="0" y="1838"/>
                  </a:lnTo>
                  <a:lnTo>
                    <a:pt x="44" y="2054"/>
                  </a:lnTo>
                  <a:lnTo>
                    <a:pt x="108" y="2291"/>
                  </a:lnTo>
                  <a:lnTo>
                    <a:pt x="195" y="2551"/>
                  </a:lnTo>
                  <a:lnTo>
                    <a:pt x="346" y="2832"/>
                  </a:lnTo>
                  <a:lnTo>
                    <a:pt x="519" y="3112"/>
                  </a:lnTo>
                  <a:lnTo>
                    <a:pt x="757" y="3415"/>
                  </a:lnTo>
                  <a:lnTo>
                    <a:pt x="1037" y="3739"/>
                  </a:lnTo>
                  <a:lnTo>
                    <a:pt x="1189" y="3912"/>
                  </a:lnTo>
                  <a:lnTo>
                    <a:pt x="1362" y="4063"/>
                  </a:lnTo>
                  <a:lnTo>
                    <a:pt x="1534" y="4193"/>
                  </a:lnTo>
                  <a:lnTo>
                    <a:pt x="1707" y="4301"/>
                  </a:lnTo>
                  <a:lnTo>
                    <a:pt x="1902" y="4409"/>
                  </a:lnTo>
                  <a:lnTo>
                    <a:pt x="2096" y="4517"/>
                  </a:lnTo>
                  <a:lnTo>
                    <a:pt x="2291" y="4603"/>
                  </a:lnTo>
                  <a:lnTo>
                    <a:pt x="2507" y="4668"/>
                  </a:lnTo>
                  <a:lnTo>
                    <a:pt x="2917" y="4776"/>
                  </a:lnTo>
                  <a:lnTo>
                    <a:pt x="3371" y="4841"/>
                  </a:lnTo>
                  <a:lnTo>
                    <a:pt x="3825" y="4863"/>
                  </a:lnTo>
                  <a:lnTo>
                    <a:pt x="4300" y="4863"/>
                  </a:lnTo>
                  <a:lnTo>
                    <a:pt x="4754" y="4798"/>
                  </a:lnTo>
                  <a:lnTo>
                    <a:pt x="5229" y="4711"/>
                  </a:lnTo>
                  <a:lnTo>
                    <a:pt x="5705" y="4582"/>
                  </a:lnTo>
                  <a:lnTo>
                    <a:pt x="6158" y="4430"/>
                  </a:lnTo>
                  <a:lnTo>
                    <a:pt x="6591" y="4258"/>
                  </a:lnTo>
                  <a:lnTo>
                    <a:pt x="7023" y="4063"/>
                  </a:lnTo>
                  <a:lnTo>
                    <a:pt x="7433" y="3825"/>
                  </a:lnTo>
                  <a:lnTo>
                    <a:pt x="7801" y="3588"/>
                  </a:lnTo>
                  <a:lnTo>
                    <a:pt x="7606" y="3631"/>
                  </a:lnTo>
                  <a:lnTo>
                    <a:pt x="7390" y="3653"/>
                  </a:lnTo>
                  <a:lnTo>
                    <a:pt x="7152" y="3653"/>
                  </a:lnTo>
                  <a:lnTo>
                    <a:pt x="6893" y="3631"/>
                  </a:lnTo>
                  <a:lnTo>
                    <a:pt x="6634" y="3566"/>
                  </a:lnTo>
                  <a:lnTo>
                    <a:pt x="6375" y="3501"/>
                  </a:lnTo>
                  <a:lnTo>
                    <a:pt x="6094" y="3393"/>
                  </a:lnTo>
                  <a:lnTo>
                    <a:pt x="5813" y="3264"/>
                  </a:lnTo>
                  <a:lnTo>
                    <a:pt x="5553" y="3134"/>
                  </a:lnTo>
                  <a:lnTo>
                    <a:pt x="5273" y="2961"/>
                  </a:lnTo>
                  <a:lnTo>
                    <a:pt x="5013" y="2788"/>
                  </a:lnTo>
                  <a:lnTo>
                    <a:pt x="4754" y="2594"/>
                  </a:lnTo>
                  <a:lnTo>
                    <a:pt x="4516" y="2399"/>
                  </a:lnTo>
                  <a:lnTo>
                    <a:pt x="4279" y="2183"/>
                  </a:lnTo>
                  <a:lnTo>
                    <a:pt x="4063" y="1946"/>
                  </a:lnTo>
                  <a:lnTo>
                    <a:pt x="3868" y="1708"/>
                  </a:lnTo>
                  <a:lnTo>
                    <a:pt x="3393" y="1103"/>
                  </a:lnTo>
                  <a:lnTo>
                    <a:pt x="3155" y="844"/>
                  </a:lnTo>
                  <a:lnTo>
                    <a:pt x="2939" y="628"/>
                  </a:lnTo>
                  <a:lnTo>
                    <a:pt x="2744" y="455"/>
                  </a:lnTo>
                  <a:lnTo>
                    <a:pt x="2550" y="303"/>
                  </a:lnTo>
                  <a:lnTo>
                    <a:pt x="2356" y="174"/>
                  </a:lnTo>
                  <a:lnTo>
                    <a:pt x="2161" y="87"/>
                  </a:lnTo>
                  <a:lnTo>
                    <a:pt x="1988" y="23"/>
                  </a:lnTo>
                  <a:lnTo>
                    <a:pt x="18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34">
              <a:extLst>
                <a:ext uri="{FF2B5EF4-FFF2-40B4-BE49-F238E27FC236}">
                  <a16:creationId xmlns:a16="http://schemas.microsoft.com/office/drawing/2014/main" id="{47DCF762-97B4-5E67-7CFD-C3BD0FEC611A}"/>
                </a:ext>
              </a:extLst>
            </p:cNvPr>
            <p:cNvSpPr/>
            <p:nvPr/>
          </p:nvSpPr>
          <p:spPr>
            <a:xfrm>
              <a:off x="16640975" y="3230925"/>
              <a:ext cx="27575" cy="34600"/>
            </a:xfrm>
            <a:custGeom>
              <a:avLst/>
              <a:gdLst/>
              <a:ahLst/>
              <a:cxnLst/>
              <a:rect l="l" t="t" r="r" b="b"/>
              <a:pathLst>
                <a:path w="1103" h="1384" extrusionOk="0">
                  <a:moveTo>
                    <a:pt x="432" y="0"/>
                  </a:moveTo>
                  <a:lnTo>
                    <a:pt x="324" y="43"/>
                  </a:lnTo>
                  <a:lnTo>
                    <a:pt x="238" y="108"/>
                  </a:lnTo>
                  <a:lnTo>
                    <a:pt x="151" y="195"/>
                  </a:lnTo>
                  <a:lnTo>
                    <a:pt x="87" y="303"/>
                  </a:lnTo>
                  <a:lnTo>
                    <a:pt x="43" y="411"/>
                  </a:lnTo>
                  <a:lnTo>
                    <a:pt x="0" y="540"/>
                  </a:lnTo>
                  <a:lnTo>
                    <a:pt x="0" y="692"/>
                  </a:lnTo>
                  <a:lnTo>
                    <a:pt x="0" y="821"/>
                  </a:lnTo>
                  <a:lnTo>
                    <a:pt x="43" y="951"/>
                  </a:lnTo>
                  <a:lnTo>
                    <a:pt x="87" y="1081"/>
                  </a:lnTo>
                  <a:lnTo>
                    <a:pt x="151" y="1189"/>
                  </a:lnTo>
                  <a:lnTo>
                    <a:pt x="238" y="1275"/>
                  </a:lnTo>
                  <a:lnTo>
                    <a:pt x="324" y="1340"/>
                  </a:lnTo>
                  <a:lnTo>
                    <a:pt x="432" y="1383"/>
                  </a:lnTo>
                  <a:lnTo>
                    <a:pt x="648" y="1383"/>
                  </a:lnTo>
                  <a:lnTo>
                    <a:pt x="756" y="1340"/>
                  </a:lnTo>
                  <a:lnTo>
                    <a:pt x="843" y="1275"/>
                  </a:lnTo>
                  <a:lnTo>
                    <a:pt x="929" y="1189"/>
                  </a:lnTo>
                  <a:lnTo>
                    <a:pt x="994" y="1081"/>
                  </a:lnTo>
                  <a:lnTo>
                    <a:pt x="1059" y="951"/>
                  </a:lnTo>
                  <a:lnTo>
                    <a:pt x="1081" y="821"/>
                  </a:lnTo>
                  <a:lnTo>
                    <a:pt x="1102" y="692"/>
                  </a:lnTo>
                  <a:lnTo>
                    <a:pt x="1081" y="540"/>
                  </a:lnTo>
                  <a:lnTo>
                    <a:pt x="1059" y="411"/>
                  </a:lnTo>
                  <a:lnTo>
                    <a:pt x="994" y="303"/>
                  </a:lnTo>
                  <a:lnTo>
                    <a:pt x="929" y="195"/>
                  </a:lnTo>
                  <a:lnTo>
                    <a:pt x="843" y="108"/>
                  </a:lnTo>
                  <a:lnTo>
                    <a:pt x="756" y="43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34">
              <a:extLst>
                <a:ext uri="{FF2B5EF4-FFF2-40B4-BE49-F238E27FC236}">
                  <a16:creationId xmlns:a16="http://schemas.microsoft.com/office/drawing/2014/main" id="{AB91F75A-8E95-13ED-E548-40607F5E5DF1}"/>
                </a:ext>
              </a:extLst>
            </p:cNvPr>
            <p:cNvSpPr/>
            <p:nvPr/>
          </p:nvSpPr>
          <p:spPr>
            <a:xfrm>
              <a:off x="16487025" y="3230925"/>
              <a:ext cx="27575" cy="34600"/>
            </a:xfrm>
            <a:custGeom>
              <a:avLst/>
              <a:gdLst/>
              <a:ahLst/>
              <a:cxnLst/>
              <a:rect l="l" t="t" r="r" b="b"/>
              <a:pathLst>
                <a:path w="1103" h="1384" extrusionOk="0">
                  <a:moveTo>
                    <a:pt x="432" y="0"/>
                  </a:moveTo>
                  <a:lnTo>
                    <a:pt x="346" y="43"/>
                  </a:lnTo>
                  <a:lnTo>
                    <a:pt x="238" y="108"/>
                  </a:lnTo>
                  <a:lnTo>
                    <a:pt x="173" y="195"/>
                  </a:lnTo>
                  <a:lnTo>
                    <a:pt x="108" y="303"/>
                  </a:lnTo>
                  <a:lnTo>
                    <a:pt x="43" y="411"/>
                  </a:lnTo>
                  <a:lnTo>
                    <a:pt x="22" y="540"/>
                  </a:lnTo>
                  <a:lnTo>
                    <a:pt x="0" y="692"/>
                  </a:lnTo>
                  <a:lnTo>
                    <a:pt x="22" y="821"/>
                  </a:lnTo>
                  <a:lnTo>
                    <a:pt x="43" y="951"/>
                  </a:lnTo>
                  <a:lnTo>
                    <a:pt x="108" y="1081"/>
                  </a:lnTo>
                  <a:lnTo>
                    <a:pt x="173" y="1189"/>
                  </a:lnTo>
                  <a:lnTo>
                    <a:pt x="238" y="1275"/>
                  </a:lnTo>
                  <a:lnTo>
                    <a:pt x="346" y="1340"/>
                  </a:lnTo>
                  <a:lnTo>
                    <a:pt x="432" y="1383"/>
                  </a:lnTo>
                  <a:lnTo>
                    <a:pt x="670" y="1383"/>
                  </a:lnTo>
                  <a:lnTo>
                    <a:pt x="756" y="1340"/>
                  </a:lnTo>
                  <a:lnTo>
                    <a:pt x="864" y="1275"/>
                  </a:lnTo>
                  <a:lnTo>
                    <a:pt x="951" y="1189"/>
                  </a:lnTo>
                  <a:lnTo>
                    <a:pt x="1016" y="1081"/>
                  </a:lnTo>
                  <a:lnTo>
                    <a:pt x="1059" y="951"/>
                  </a:lnTo>
                  <a:lnTo>
                    <a:pt x="1080" y="821"/>
                  </a:lnTo>
                  <a:lnTo>
                    <a:pt x="1102" y="692"/>
                  </a:lnTo>
                  <a:lnTo>
                    <a:pt x="1080" y="540"/>
                  </a:lnTo>
                  <a:lnTo>
                    <a:pt x="1059" y="411"/>
                  </a:lnTo>
                  <a:lnTo>
                    <a:pt x="1016" y="303"/>
                  </a:lnTo>
                  <a:lnTo>
                    <a:pt x="951" y="195"/>
                  </a:lnTo>
                  <a:lnTo>
                    <a:pt x="864" y="108"/>
                  </a:lnTo>
                  <a:lnTo>
                    <a:pt x="756" y="43"/>
                  </a:lnTo>
                  <a:lnTo>
                    <a:pt x="6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34">
              <a:extLst>
                <a:ext uri="{FF2B5EF4-FFF2-40B4-BE49-F238E27FC236}">
                  <a16:creationId xmlns:a16="http://schemas.microsoft.com/office/drawing/2014/main" id="{CA42B9D4-AD9B-039F-073E-6D1B07457C31}"/>
                </a:ext>
              </a:extLst>
            </p:cNvPr>
            <p:cNvSpPr/>
            <p:nvPr/>
          </p:nvSpPr>
          <p:spPr>
            <a:xfrm>
              <a:off x="16624750" y="3157450"/>
              <a:ext cx="107525" cy="39475"/>
            </a:xfrm>
            <a:custGeom>
              <a:avLst/>
              <a:gdLst/>
              <a:ahLst/>
              <a:cxnLst/>
              <a:rect l="l" t="t" r="r" b="b"/>
              <a:pathLst>
                <a:path w="4301" h="1579" extrusionOk="0">
                  <a:moveTo>
                    <a:pt x="563" y="1"/>
                  </a:moveTo>
                  <a:lnTo>
                    <a:pt x="455" y="22"/>
                  </a:lnTo>
                  <a:lnTo>
                    <a:pt x="347" y="65"/>
                  </a:lnTo>
                  <a:lnTo>
                    <a:pt x="260" y="130"/>
                  </a:lnTo>
                  <a:lnTo>
                    <a:pt x="195" y="195"/>
                  </a:lnTo>
                  <a:lnTo>
                    <a:pt x="87" y="282"/>
                  </a:lnTo>
                  <a:lnTo>
                    <a:pt x="44" y="390"/>
                  </a:lnTo>
                  <a:lnTo>
                    <a:pt x="1" y="519"/>
                  </a:lnTo>
                  <a:lnTo>
                    <a:pt x="23" y="670"/>
                  </a:lnTo>
                  <a:lnTo>
                    <a:pt x="87" y="800"/>
                  </a:lnTo>
                  <a:lnTo>
                    <a:pt x="174" y="951"/>
                  </a:lnTo>
                  <a:lnTo>
                    <a:pt x="325" y="1059"/>
                  </a:lnTo>
                  <a:lnTo>
                    <a:pt x="498" y="1167"/>
                  </a:lnTo>
                  <a:lnTo>
                    <a:pt x="757" y="1189"/>
                  </a:lnTo>
                  <a:lnTo>
                    <a:pt x="1146" y="1211"/>
                  </a:lnTo>
                  <a:lnTo>
                    <a:pt x="2119" y="1232"/>
                  </a:lnTo>
                  <a:lnTo>
                    <a:pt x="2659" y="1276"/>
                  </a:lnTo>
                  <a:lnTo>
                    <a:pt x="3199" y="1340"/>
                  </a:lnTo>
                  <a:lnTo>
                    <a:pt x="3437" y="1384"/>
                  </a:lnTo>
                  <a:lnTo>
                    <a:pt x="3674" y="1448"/>
                  </a:lnTo>
                  <a:lnTo>
                    <a:pt x="3890" y="1513"/>
                  </a:lnTo>
                  <a:lnTo>
                    <a:pt x="4063" y="1578"/>
                  </a:lnTo>
                  <a:lnTo>
                    <a:pt x="4171" y="1578"/>
                  </a:lnTo>
                  <a:lnTo>
                    <a:pt x="4236" y="1556"/>
                  </a:lnTo>
                  <a:lnTo>
                    <a:pt x="4279" y="1513"/>
                  </a:lnTo>
                  <a:lnTo>
                    <a:pt x="4301" y="1470"/>
                  </a:lnTo>
                  <a:lnTo>
                    <a:pt x="4279" y="1427"/>
                  </a:lnTo>
                  <a:lnTo>
                    <a:pt x="4236" y="1362"/>
                  </a:lnTo>
                  <a:lnTo>
                    <a:pt x="4085" y="1211"/>
                  </a:lnTo>
                  <a:lnTo>
                    <a:pt x="3847" y="1059"/>
                  </a:lnTo>
                  <a:lnTo>
                    <a:pt x="3545" y="887"/>
                  </a:lnTo>
                  <a:lnTo>
                    <a:pt x="3199" y="714"/>
                  </a:lnTo>
                  <a:lnTo>
                    <a:pt x="2810" y="541"/>
                  </a:lnTo>
                  <a:lnTo>
                    <a:pt x="2399" y="390"/>
                  </a:lnTo>
                  <a:lnTo>
                    <a:pt x="1989" y="238"/>
                  </a:lnTo>
                  <a:lnTo>
                    <a:pt x="1600" y="130"/>
                  </a:lnTo>
                  <a:lnTo>
                    <a:pt x="1211" y="44"/>
                  </a:lnTo>
                  <a:lnTo>
                    <a:pt x="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34">
              <a:extLst>
                <a:ext uri="{FF2B5EF4-FFF2-40B4-BE49-F238E27FC236}">
                  <a16:creationId xmlns:a16="http://schemas.microsoft.com/office/drawing/2014/main" id="{09B56F3E-0B12-8A4F-8843-69142AD8615C}"/>
                </a:ext>
              </a:extLst>
            </p:cNvPr>
            <p:cNvSpPr/>
            <p:nvPr/>
          </p:nvSpPr>
          <p:spPr>
            <a:xfrm>
              <a:off x="16422725" y="3157450"/>
              <a:ext cx="107000" cy="39475"/>
            </a:xfrm>
            <a:custGeom>
              <a:avLst/>
              <a:gdLst/>
              <a:ahLst/>
              <a:cxnLst/>
              <a:rect l="l" t="t" r="r" b="b"/>
              <a:pathLst>
                <a:path w="4280" h="1579" extrusionOk="0">
                  <a:moveTo>
                    <a:pt x="3415" y="1"/>
                  </a:moveTo>
                  <a:lnTo>
                    <a:pt x="3069" y="44"/>
                  </a:lnTo>
                  <a:lnTo>
                    <a:pt x="2702" y="130"/>
                  </a:lnTo>
                  <a:lnTo>
                    <a:pt x="2291" y="238"/>
                  </a:lnTo>
                  <a:lnTo>
                    <a:pt x="1881" y="390"/>
                  </a:lnTo>
                  <a:lnTo>
                    <a:pt x="1470" y="541"/>
                  </a:lnTo>
                  <a:lnTo>
                    <a:pt x="1081" y="714"/>
                  </a:lnTo>
                  <a:lnTo>
                    <a:pt x="735" y="887"/>
                  </a:lnTo>
                  <a:lnTo>
                    <a:pt x="433" y="1059"/>
                  </a:lnTo>
                  <a:lnTo>
                    <a:pt x="195" y="1211"/>
                  </a:lnTo>
                  <a:lnTo>
                    <a:pt x="44" y="1362"/>
                  </a:lnTo>
                  <a:lnTo>
                    <a:pt x="1" y="1427"/>
                  </a:lnTo>
                  <a:lnTo>
                    <a:pt x="1" y="1470"/>
                  </a:lnTo>
                  <a:lnTo>
                    <a:pt x="1" y="1513"/>
                  </a:lnTo>
                  <a:lnTo>
                    <a:pt x="44" y="1556"/>
                  </a:lnTo>
                  <a:lnTo>
                    <a:pt x="109" y="1578"/>
                  </a:lnTo>
                  <a:lnTo>
                    <a:pt x="217" y="1578"/>
                  </a:lnTo>
                  <a:lnTo>
                    <a:pt x="411" y="1513"/>
                  </a:lnTo>
                  <a:lnTo>
                    <a:pt x="606" y="1448"/>
                  </a:lnTo>
                  <a:lnTo>
                    <a:pt x="843" y="1384"/>
                  </a:lnTo>
                  <a:lnTo>
                    <a:pt x="1103" y="1340"/>
                  </a:lnTo>
                  <a:lnTo>
                    <a:pt x="1621" y="1276"/>
                  </a:lnTo>
                  <a:lnTo>
                    <a:pt x="2162" y="1232"/>
                  </a:lnTo>
                  <a:lnTo>
                    <a:pt x="3155" y="1211"/>
                  </a:lnTo>
                  <a:lnTo>
                    <a:pt x="3523" y="1189"/>
                  </a:lnTo>
                  <a:lnTo>
                    <a:pt x="3782" y="1167"/>
                  </a:lnTo>
                  <a:lnTo>
                    <a:pt x="3955" y="1059"/>
                  </a:lnTo>
                  <a:lnTo>
                    <a:pt x="4106" y="951"/>
                  </a:lnTo>
                  <a:lnTo>
                    <a:pt x="4193" y="800"/>
                  </a:lnTo>
                  <a:lnTo>
                    <a:pt x="4257" y="670"/>
                  </a:lnTo>
                  <a:lnTo>
                    <a:pt x="4279" y="519"/>
                  </a:lnTo>
                  <a:lnTo>
                    <a:pt x="4257" y="390"/>
                  </a:lnTo>
                  <a:lnTo>
                    <a:pt x="4193" y="282"/>
                  </a:lnTo>
                  <a:lnTo>
                    <a:pt x="4085" y="195"/>
                  </a:lnTo>
                  <a:lnTo>
                    <a:pt x="4020" y="130"/>
                  </a:lnTo>
                  <a:lnTo>
                    <a:pt x="3933" y="65"/>
                  </a:lnTo>
                  <a:lnTo>
                    <a:pt x="3825" y="22"/>
                  </a:lnTo>
                  <a:lnTo>
                    <a:pt x="37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34">
              <a:extLst>
                <a:ext uri="{FF2B5EF4-FFF2-40B4-BE49-F238E27FC236}">
                  <a16:creationId xmlns:a16="http://schemas.microsoft.com/office/drawing/2014/main" id="{DD6EAFA8-6D84-83FD-CE5F-A53CE6644373}"/>
                </a:ext>
              </a:extLst>
            </p:cNvPr>
            <p:cNvSpPr/>
            <p:nvPr/>
          </p:nvSpPr>
          <p:spPr>
            <a:xfrm>
              <a:off x="16313075" y="3508025"/>
              <a:ext cx="528325" cy="501325"/>
            </a:xfrm>
            <a:custGeom>
              <a:avLst/>
              <a:gdLst/>
              <a:ahLst/>
              <a:cxnLst/>
              <a:rect l="l" t="t" r="r" b="b"/>
              <a:pathLst>
                <a:path w="21133" h="20053" extrusionOk="0">
                  <a:moveTo>
                    <a:pt x="0" y="1"/>
                  </a:moveTo>
                  <a:lnTo>
                    <a:pt x="0" y="20053"/>
                  </a:lnTo>
                  <a:lnTo>
                    <a:pt x="21133" y="20053"/>
                  </a:lnTo>
                  <a:lnTo>
                    <a:pt x="21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34">
              <a:extLst>
                <a:ext uri="{FF2B5EF4-FFF2-40B4-BE49-F238E27FC236}">
                  <a16:creationId xmlns:a16="http://schemas.microsoft.com/office/drawing/2014/main" id="{659D2902-150A-EDE1-A954-970A5BDD5305}"/>
                </a:ext>
              </a:extLst>
            </p:cNvPr>
            <p:cNvSpPr/>
            <p:nvPr/>
          </p:nvSpPr>
          <p:spPr>
            <a:xfrm>
              <a:off x="16426525" y="3663600"/>
              <a:ext cx="301425" cy="10850"/>
            </a:xfrm>
            <a:custGeom>
              <a:avLst/>
              <a:gdLst/>
              <a:ahLst/>
              <a:cxnLst/>
              <a:rect l="l" t="t" r="r" b="b"/>
              <a:pathLst>
                <a:path w="12057" h="434" extrusionOk="0">
                  <a:moveTo>
                    <a:pt x="130" y="1"/>
                  </a:moveTo>
                  <a:lnTo>
                    <a:pt x="65" y="66"/>
                  </a:lnTo>
                  <a:lnTo>
                    <a:pt x="22" y="131"/>
                  </a:lnTo>
                  <a:lnTo>
                    <a:pt x="0" y="217"/>
                  </a:lnTo>
                  <a:lnTo>
                    <a:pt x="22" y="303"/>
                  </a:lnTo>
                  <a:lnTo>
                    <a:pt x="65" y="368"/>
                  </a:lnTo>
                  <a:lnTo>
                    <a:pt x="130" y="411"/>
                  </a:lnTo>
                  <a:lnTo>
                    <a:pt x="216" y="433"/>
                  </a:lnTo>
                  <a:lnTo>
                    <a:pt x="11841" y="433"/>
                  </a:lnTo>
                  <a:lnTo>
                    <a:pt x="11927" y="411"/>
                  </a:lnTo>
                  <a:lnTo>
                    <a:pt x="11992" y="368"/>
                  </a:lnTo>
                  <a:lnTo>
                    <a:pt x="12035" y="303"/>
                  </a:lnTo>
                  <a:lnTo>
                    <a:pt x="12057" y="217"/>
                  </a:lnTo>
                  <a:lnTo>
                    <a:pt x="12035" y="131"/>
                  </a:lnTo>
                  <a:lnTo>
                    <a:pt x="11992" y="66"/>
                  </a:lnTo>
                  <a:lnTo>
                    <a:pt x="1192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34">
              <a:extLst>
                <a:ext uri="{FF2B5EF4-FFF2-40B4-BE49-F238E27FC236}">
                  <a16:creationId xmlns:a16="http://schemas.microsoft.com/office/drawing/2014/main" id="{3563A9D2-389C-1021-85E9-9DCC5BFE90E8}"/>
                </a:ext>
              </a:extLst>
            </p:cNvPr>
            <p:cNvSpPr/>
            <p:nvPr/>
          </p:nvSpPr>
          <p:spPr>
            <a:xfrm>
              <a:off x="16395725" y="3632275"/>
              <a:ext cx="72950" cy="72950"/>
            </a:xfrm>
            <a:custGeom>
              <a:avLst/>
              <a:gdLst/>
              <a:ahLst/>
              <a:cxnLst/>
              <a:rect l="l" t="t" r="r" b="b"/>
              <a:pathLst>
                <a:path w="2918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67" y="44"/>
                  </a:lnTo>
                  <a:lnTo>
                    <a:pt x="1016" y="66"/>
                  </a:lnTo>
                  <a:lnTo>
                    <a:pt x="886" y="130"/>
                  </a:lnTo>
                  <a:lnTo>
                    <a:pt x="757" y="195"/>
                  </a:lnTo>
                  <a:lnTo>
                    <a:pt x="649" y="260"/>
                  </a:lnTo>
                  <a:lnTo>
                    <a:pt x="519" y="346"/>
                  </a:lnTo>
                  <a:lnTo>
                    <a:pt x="433" y="433"/>
                  </a:lnTo>
                  <a:lnTo>
                    <a:pt x="325" y="541"/>
                  </a:lnTo>
                  <a:lnTo>
                    <a:pt x="260" y="649"/>
                  </a:lnTo>
                  <a:lnTo>
                    <a:pt x="173" y="779"/>
                  </a:lnTo>
                  <a:lnTo>
                    <a:pt x="108" y="887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21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60" y="2269"/>
                  </a:lnTo>
                  <a:lnTo>
                    <a:pt x="325" y="2378"/>
                  </a:lnTo>
                  <a:lnTo>
                    <a:pt x="433" y="2486"/>
                  </a:lnTo>
                  <a:lnTo>
                    <a:pt x="519" y="2594"/>
                  </a:lnTo>
                  <a:lnTo>
                    <a:pt x="649" y="2658"/>
                  </a:lnTo>
                  <a:lnTo>
                    <a:pt x="757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67" y="2896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51" y="2896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40" y="2745"/>
                  </a:lnTo>
                  <a:lnTo>
                    <a:pt x="2269" y="2658"/>
                  </a:lnTo>
                  <a:lnTo>
                    <a:pt x="2377" y="2594"/>
                  </a:lnTo>
                  <a:lnTo>
                    <a:pt x="2485" y="2486"/>
                  </a:lnTo>
                  <a:lnTo>
                    <a:pt x="2572" y="2378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21"/>
                  </a:lnTo>
                  <a:lnTo>
                    <a:pt x="2917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7"/>
                  </a:lnTo>
                  <a:lnTo>
                    <a:pt x="2723" y="779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85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40" y="195"/>
                  </a:lnTo>
                  <a:lnTo>
                    <a:pt x="2010" y="130"/>
                  </a:lnTo>
                  <a:lnTo>
                    <a:pt x="1880" y="66"/>
                  </a:lnTo>
                  <a:lnTo>
                    <a:pt x="1751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34">
              <a:extLst>
                <a:ext uri="{FF2B5EF4-FFF2-40B4-BE49-F238E27FC236}">
                  <a16:creationId xmlns:a16="http://schemas.microsoft.com/office/drawing/2014/main" id="{E3A8F9E9-E111-92A8-A502-4223B323A0EF}"/>
                </a:ext>
              </a:extLst>
            </p:cNvPr>
            <p:cNvSpPr/>
            <p:nvPr/>
          </p:nvSpPr>
          <p:spPr>
            <a:xfrm>
              <a:off x="16686350" y="3632275"/>
              <a:ext cx="72400" cy="72950"/>
            </a:xfrm>
            <a:custGeom>
              <a:avLst/>
              <a:gdLst/>
              <a:ahLst/>
              <a:cxnLst/>
              <a:rect l="l" t="t" r="r" b="b"/>
              <a:pathLst>
                <a:path w="2896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45" y="44"/>
                  </a:lnTo>
                  <a:lnTo>
                    <a:pt x="1016" y="66"/>
                  </a:lnTo>
                  <a:lnTo>
                    <a:pt x="886" y="130"/>
                  </a:lnTo>
                  <a:lnTo>
                    <a:pt x="756" y="195"/>
                  </a:lnTo>
                  <a:lnTo>
                    <a:pt x="627" y="260"/>
                  </a:lnTo>
                  <a:lnTo>
                    <a:pt x="519" y="346"/>
                  </a:lnTo>
                  <a:lnTo>
                    <a:pt x="411" y="433"/>
                  </a:lnTo>
                  <a:lnTo>
                    <a:pt x="324" y="541"/>
                  </a:lnTo>
                  <a:lnTo>
                    <a:pt x="238" y="649"/>
                  </a:lnTo>
                  <a:lnTo>
                    <a:pt x="173" y="779"/>
                  </a:lnTo>
                  <a:lnTo>
                    <a:pt x="108" y="887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21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38" y="2269"/>
                  </a:lnTo>
                  <a:lnTo>
                    <a:pt x="324" y="2378"/>
                  </a:lnTo>
                  <a:lnTo>
                    <a:pt x="411" y="2486"/>
                  </a:lnTo>
                  <a:lnTo>
                    <a:pt x="519" y="2594"/>
                  </a:lnTo>
                  <a:lnTo>
                    <a:pt x="627" y="2658"/>
                  </a:lnTo>
                  <a:lnTo>
                    <a:pt x="756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45" y="2896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29" y="2896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39" y="2745"/>
                  </a:lnTo>
                  <a:lnTo>
                    <a:pt x="2269" y="2658"/>
                  </a:lnTo>
                  <a:lnTo>
                    <a:pt x="2377" y="2594"/>
                  </a:lnTo>
                  <a:lnTo>
                    <a:pt x="2463" y="2486"/>
                  </a:lnTo>
                  <a:lnTo>
                    <a:pt x="2572" y="2378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21"/>
                  </a:lnTo>
                  <a:lnTo>
                    <a:pt x="2896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7"/>
                  </a:lnTo>
                  <a:lnTo>
                    <a:pt x="2723" y="779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63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39" y="195"/>
                  </a:lnTo>
                  <a:lnTo>
                    <a:pt x="2010" y="130"/>
                  </a:lnTo>
                  <a:lnTo>
                    <a:pt x="1880" y="66"/>
                  </a:lnTo>
                  <a:lnTo>
                    <a:pt x="1729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34">
              <a:extLst>
                <a:ext uri="{FF2B5EF4-FFF2-40B4-BE49-F238E27FC236}">
                  <a16:creationId xmlns:a16="http://schemas.microsoft.com/office/drawing/2014/main" id="{526A2440-BEB6-A226-05A2-CF77F26EE46F}"/>
                </a:ext>
              </a:extLst>
            </p:cNvPr>
            <p:cNvSpPr/>
            <p:nvPr/>
          </p:nvSpPr>
          <p:spPr>
            <a:xfrm>
              <a:off x="16703100" y="3649575"/>
              <a:ext cx="38375" cy="38375"/>
            </a:xfrm>
            <a:custGeom>
              <a:avLst/>
              <a:gdLst/>
              <a:ahLst/>
              <a:cxnLst/>
              <a:rect l="l" t="t" r="r" b="b"/>
              <a:pathLst>
                <a:path w="1535" h="1535" extrusionOk="0">
                  <a:moveTo>
                    <a:pt x="778" y="0"/>
                  </a:moveTo>
                  <a:lnTo>
                    <a:pt x="627" y="22"/>
                  </a:lnTo>
                  <a:lnTo>
                    <a:pt x="475" y="65"/>
                  </a:lnTo>
                  <a:lnTo>
                    <a:pt x="346" y="130"/>
                  </a:lnTo>
                  <a:lnTo>
                    <a:pt x="238" y="238"/>
                  </a:lnTo>
                  <a:lnTo>
                    <a:pt x="130" y="346"/>
                  </a:lnTo>
                  <a:lnTo>
                    <a:pt x="65" y="475"/>
                  </a:lnTo>
                  <a:lnTo>
                    <a:pt x="22" y="605"/>
                  </a:lnTo>
                  <a:lnTo>
                    <a:pt x="0" y="778"/>
                  </a:lnTo>
                  <a:lnTo>
                    <a:pt x="22" y="929"/>
                  </a:lnTo>
                  <a:lnTo>
                    <a:pt x="65" y="1081"/>
                  </a:lnTo>
                  <a:lnTo>
                    <a:pt x="130" y="1210"/>
                  </a:lnTo>
                  <a:lnTo>
                    <a:pt x="238" y="1318"/>
                  </a:lnTo>
                  <a:lnTo>
                    <a:pt x="346" y="1405"/>
                  </a:lnTo>
                  <a:lnTo>
                    <a:pt x="475" y="1469"/>
                  </a:lnTo>
                  <a:lnTo>
                    <a:pt x="627" y="1534"/>
                  </a:lnTo>
                  <a:lnTo>
                    <a:pt x="929" y="1534"/>
                  </a:lnTo>
                  <a:lnTo>
                    <a:pt x="1080" y="1469"/>
                  </a:lnTo>
                  <a:lnTo>
                    <a:pt x="1210" y="1405"/>
                  </a:lnTo>
                  <a:lnTo>
                    <a:pt x="1318" y="1318"/>
                  </a:lnTo>
                  <a:lnTo>
                    <a:pt x="1405" y="1210"/>
                  </a:lnTo>
                  <a:lnTo>
                    <a:pt x="1491" y="1081"/>
                  </a:lnTo>
                  <a:lnTo>
                    <a:pt x="1534" y="929"/>
                  </a:lnTo>
                  <a:lnTo>
                    <a:pt x="1534" y="778"/>
                  </a:lnTo>
                  <a:lnTo>
                    <a:pt x="1534" y="605"/>
                  </a:lnTo>
                  <a:lnTo>
                    <a:pt x="1491" y="475"/>
                  </a:lnTo>
                  <a:lnTo>
                    <a:pt x="1405" y="346"/>
                  </a:lnTo>
                  <a:lnTo>
                    <a:pt x="1318" y="238"/>
                  </a:lnTo>
                  <a:lnTo>
                    <a:pt x="1210" y="130"/>
                  </a:lnTo>
                  <a:lnTo>
                    <a:pt x="1080" y="65"/>
                  </a:lnTo>
                  <a:lnTo>
                    <a:pt x="929" y="22"/>
                  </a:lnTo>
                  <a:lnTo>
                    <a:pt x="77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34">
              <a:extLst>
                <a:ext uri="{FF2B5EF4-FFF2-40B4-BE49-F238E27FC236}">
                  <a16:creationId xmlns:a16="http://schemas.microsoft.com/office/drawing/2014/main" id="{C6AFC9B3-1E90-D5D6-EEB2-C139EF8FE926}"/>
                </a:ext>
              </a:extLst>
            </p:cNvPr>
            <p:cNvSpPr/>
            <p:nvPr/>
          </p:nvSpPr>
          <p:spPr>
            <a:xfrm>
              <a:off x="16413000" y="3649575"/>
              <a:ext cx="38375" cy="38375"/>
            </a:xfrm>
            <a:custGeom>
              <a:avLst/>
              <a:gdLst/>
              <a:ahLst/>
              <a:cxnLst/>
              <a:rect l="l" t="t" r="r" b="b"/>
              <a:pathLst>
                <a:path w="1535" h="1535" extrusionOk="0">
                  <a:moveTo>
                    <a:pt x="757" y="0"/>
                  </a:moveTo>
                  <a:lnTo>
                    <a:pt x="606" y="22"/>
                  </a:lnTo>
                  <a:lnTo>
                    <a:pt x="455" y="65"/>
                  </a:lnTo>
                  <a:lnTo>
                    <a:pt x="325" y="130"/>
                  </a:lnTo>
                  <a:lnTo>
                    <a:pt x="217" y="238"/>
                  </a:lnTo>
                  <a:lnTo>
                    <a:pt x="130" y="346"/>
                  </a:lnTo>
                  <a:lnTo>
                    <a:pt x="44" y="475"/>
                  </a:lnTo>
                  <a:lnTo>
                    <a:pt x="1" y="605"/>
                  </a:lnTo>
                  <a:lnTo>
                    <a:pt x="1" y="778"/>
                  </a:lnTo>
                  <a:lnTo>
                    <a:pt x="1" y="929"/>
                  </a:lnTo>
                  <a:lnTo>
                    <a:pt x="44" y="1081"/>
                  </a:lnTo>
                  <a:lnTo>
                    <a:pt x="130" y="1210"/>
                  </a:lnTo>
                  <a:lnTo>
                    <a:pt x="217" y="1318"/>
                  </a:lnTo>
                  <a:lnTo>
                    <a:pt x="325" y="1405"/>
                  </a:lnTo>
                  <a:lnTo>
                    <a:pt x="455" y="1469"/>
                  </a:lnTo>
                  <a:lnTo>
                    <a:pt x="606" y="1534"/>
                  </a:lnTo>
                  <a:lnTo>
                    <a:pt x="908" y="1534"/>
                  </a:lnTo>
                  <a:lnTo>
                    <a:pt x="1060" y="1469"/>
                  </a:lnTo>
                  <a:lnTo>
                    <a:pt x="1189" y="1405"/>
                  </a:lnTo>
                  <a:lnTo>
                    <a:pt x="1297" y="1318"/>
                  </a:lnTo>
                  <a:lnTo>
                    <a:pt x="1405" y="1210"/>
                  </a:lnTo>
                  <a:lnTo>
                    <a:pt x="1470" y="1081"/>
                  </a:lnTo>
                  <a:lnTo>
                    <a:pt x="1513" y="929"/>
                  </a:lnTo>
                  <a:lnTo>
                    <a:pt x="1535" y="778"/>
                  </a:lnTo>
                  <a:lnTo>
                    <a:pt x="1513" y="605"/>
                  </a:lnTo>
                  <a:lnTo>
                    <a:pt x="1470" y="475"/>
                  </a:lnTo>
                  <a:lnTo>
                    <a:pt x="1405" y="346"/>
                  </a:lnTo>
                  <a:lnTo>
                    <a:pt x="1297" y="238"/>
                  </a:lnTo>
                  <a:lnTo>
                    <a:pt x="1189" y="130"/>
                  </a:lnTo>
                  <a:lnTo>
                    <a:pt x="1060" y="65"/>
                  </a:lnTo>
                  <a:lnTo>
                    <a:pt x="908" y="22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34">
              <a:extLst>
                <a:ext uri="{FF2B5EF4-FFF2-40B4-BE49-F238E27FC236}">
                  <a16:creationId xmlns:a16="http://schemas.microsoft.com/office/drawing/2014/main" id="{AB56AF7B-F5BA-0381-E876-3AF2E2CD977A}"/>
                </a:ext>
              </a:extLst>
            </p:cNvPr>
            <p:cNvSpPr/>
            <p:nvPr/>
          </p:nvSpPr>
          <p:spPr>
            <a:xfrm>
              <a:off x="16426525" y="3768400"/>
              <a:ext cx="301425" cy="10825"/>
            </a:xfrm>
            <a:custGeom>
              <a:avLst/>
              <a:gdLst/>
              <a:ahLst/>
              <a:cxnLst/>
              <a:rect l="l" t="t" r="r" b="b"/>
              <a:pathLst>
                <a:path w="12057" h="433" extrusionOk="0">
                  <a:moveTo>
                    <a:pt x="130" y="1"/>
                  </a:moveTo>
                  <a:lnTo>
                    <a:pt x="65" y="66"/>
                  </a:lnTo>
                  <a:lnTo>
                    <a:pt x="22" y="130"/>
                  </a:lnTo>
                  <a:lnTo>
                    <a:pt x="0" y="217"/>
                  </a:lnTo>
                  <a:lnTo>
                    <a:pt x="22" y="303"/>
                  </a:lnTo>
                  <a:lnTo>
                    <a:pt x="65" y="368"/>
                  </a:lnTo>
                  <a:lnTo>
                    <a:pt x="130" y="411"/>
                  </a:lnTo>
                  <a:lnTo>
                    <a:pt x="216" y="433"/>
                  </a:lnTo>
                  <a:lnTo>
                    <a:pt x="11841" y="433"/>
                  </a:lnTo>
                  <a:lnTo>
                    <a:pt x="11927" y="411"/>
                  </a:lnTo>
                  <a:lnTo>
                    <a:pt x="11992" y="368"/>
                  </a:lnTo>
                  <a:lnTo>
                    <a:pt x="12035" y="303"/>
                  </a:lnTo>
                  <a:lnTo>
                    <a:pt x="12057" y="217"/>
                  </a:lnTo>
                  <a:lnTo>
                    <a:pt x="12035" y="130"/>
                  </a:lnTo>
                  <a:lnTo>
                    <a:pt x="11992" y="66"/>
                  </a:lnTo>
                  <a:lnTo>
                    <a:pt x="1192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34">
              <a:extLst>
                <a:ext uri="{FF2B5EF4-FFF2-40B4-BE49-F238E27FC236}">
                  <a16:creationId xmlns:a16="http://schemas.microsoft.com/office/drawing/2014/main" id="{53143D38-9404-B1B0-64C9-DF2B4417D63B}"/>
                </a:ext>
              </a:extLst>
            </p:cNvPr>
            <p:cNvSpPr/>
            <p:nvPr/>
          </p:nvSpPr>
          <p:spPr>
            <a:xfrm>
              <a:off x="16395725" y="3737075"/>
              <a:ext cx="72950" cy="72950"/>
            </a:xfrm>
            <a:custGeom>
              <a:avLst/>
              <a:gdLst/>
              <a:ahLst/>
              <a:cxnLst/>
              <a:rect l="l" t="t" r="r" b="b"/>
              <a:pathLst>
                <a:path w="2918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67" y="44"/>
                  </a:lnTo>
                  <a:lnTo>
                    <a:pt x="1016" y="65"/>
                  </a:lnTo>
                  <a:lnTo>
                    <a:pt x="886" y="130"/>
                  </a:lnTo>
                  <a:lnTo>
                    <a:pt x="757" y="173"/>
                  </a:lnTo>
                  <a:lnTo>
                    <a:pt x="649" y="260"/>
                  </a:lnTo>
                  <a:lnTo>
                    <a:pt x="519" y="346"/>
                  </a:lnTo>
                  <a:lnTo>
                    <a:pt x="433" y="433"/>
                  </a:lnTo>
                  <a:lnTo>
                    <a:pt x="325" y="541"/>
                  </a:lnTo>
                  <a:lnTo>
                    <a:pt x="260" y="649"/>
                  </a:lnTo>
                  <a:lnTo>
                    <a:pt x="173" y="778"/>
                  </a:lnTo>
                  <a:lnTo>
                    <a:pt x="108" y="886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00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60" y="2269"/>
                  </a:lnTo>
                  <a:lnTo>
                    <a:pt x="325" y="2377"/>
                  </a:lnTo>
                  <a:lnTo>
                    <a:pt x="433" y="2485"/>
                  </a:lnTo>
                  <a:lnTo>
                    <a:pt x="519" y="2593"/>
                  </a:lnTo>
                  <a:lnTo>
                    <a:pt x="649" y="2658"/>
                  </a:lnTo>
                  <a:lnTo>
                    <a:pt x="757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67" y="2874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51" y="2874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40" y="2745"/>
                  </a:lnTo>
                  <a:lnTo>
                    <a:pt x="2269" y="2658"/>
                  </a:lnTo>
                  <a:lnTo>
                    <a:pt x="2377" y="2593"/>
                  </a:lnTo>
                  <a:lnTo>
                    <a:pt x="2485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00"/>
                  </a:lnTo>
                  <a:lnTo>
                    <a:pt x="2917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6"/>
                  </a:lnTo>
                  <a:lnTo>
                    <a:pt x="2723" y="778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85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40" y="173"/>
                  </a:lnTo>
                  <a:lnTo>
                    <a:pt x="2010" y="130"/>
                  </a:lnTo>
                  <a:lnTo>
                    <a:pt x="1880" y="65"/>
                  </a:lnTo>
                  <a:lnTo>
                    <a:pt x="1751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rgbClr val="F2B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34">
              <a:extLst>
                <a:ext uri="{FF2B5EF4-FFF2-40B4-BE49-F238E27FC236}">
                  <a16:creationId xmlns:a16="http://schemas.microsoft.com/office/drawing/2014/main" id="{3179C470-90EE-3B2C-591C-2F22823268A4}"/>
                </a:ext>
              </a:extLst>
            </p:cNvPr>
            <p:cNvSpPr/>
            <p:nvPr/>
          </p:nvSpPr>
          <p:spPr>
            <a:xfrm>
              <a:off x="16686350" y="3737075"/>
              <a:ext cx="72400" cy="72950"/>
            </a:xfrm>
            <a:custGeom>
              <a:avLst/>
              <a:gdLst/>
              <a:ahLst/>
              <a:cxnLst/>
              <a:rect l="l" t="t" r="r" b="b"/>
              <a:pathLst>
                <a:path w="2896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45" y="44"/>
                  </a:lnTo>
                  <a:lnTo>
                    <a:pt x="1016" y="65"/>
                  </a:lnTo>
                  <a:lnTo>
                    <a:pt x="886" y="130"/>
                  </a:lnTo>
                  <a:lnTo>
                    <a:pt x="756" y="173"/>
                  </a:lnTo>
                  <a:lnTo>
                    <a:pt x="627" y="260"/>
                  </a:lnTo>
                  <a:lnTo>
                    <a:pt x="519" y="346"/>
                  </a:lnTo>
                  <a:lnTo>
                    <a:pt x="411" y="433"/>
                  </a:lnTo>
                  <a:lnTo>
                    <a:pt x="324" y="541"/>
                  </a:lnTo>
                  <a:lnTo>
                    <a:pt x="238" y="649"/>
                  </a:lnTo>
                  <a:lnTo>
                    <a:pt x="173" y="778"/>
                  </a:lnTo>
                  <a:lnTo>
                    <a:pt x="108" y="886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00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38" y="2269"/>
                  </a:lnTo>
                  <a:lnTo>
                    <a:pt x="324" y="2377"/>
                  </a:lnTo>
                  <a:lnTo>
                    <a:pt x="411" y="2485"/>
                  </a:lnTo>
                  <a:lnTo>
                    <a:pt x="519" y="2593"/>
                  </a:lnTo>
                  <a:lnTo>
                    <a:pt x="627" y="2658"/>
                  </a:lnTo>
                  <a:lnTo>
                    <a:pt x="756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45" y="2874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29" y="2874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39" y="2745"/>
                  </a:lnTo>
                  <a:lnTo>
                    <a:pt x="2269" y="2658"/>
                  </a:lnTo>
                  <a:lnTo>
                    <a:pt x="2377" y="2593"/>
                  </a:lnTo>
                  <a:lnTo>
                    <a:pt x="2463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00"/>
                  </a:lnTo>
                  <a:lnTo>
                    <a:pt x="2896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6"/>
                  </a:lnTo>
                  <a:lnTo>
                    <a:pt x="2723" y="778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63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39" y="173"/>
                  </a:lnTo>
                  <a:lnTo>
                    <a:pt x="2010" y="130"/>
                  </a:lnTo>
                  <a:lnTo>
                    <a:pt x="1880" y="65"/>
                  </a:lnTo>
                  <a:lnTo>
                    <a:pt x="1729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34">
              <a:extLst>
                <a:ext uri="{FF2B5EF4-FFF2-40B4-BE49-F238E27FC236}">
                  <a16:creationId xmlns:a16="http://schemas.microsoft.com/office/drawing/2014/main" id="{083BE9C4-01FE-E7B8-8E9B-E75D1F57E292}"/>
                </a:ext>
              </a:extLst>
            </p:cNvPr>
            <p:cNvSpPr/>
            <p:nvPr/>
          </p:nvSpPr>
          <p:spPr>
            <a:xfrm>
              <a:off x="16703100" y="3754350"/>
              <a:ext cx="38375" cy="38400"/>
            </a:xfrm>
            <a:custGeom>
              <a:avLst/>
              <a:gdLst/>
              <a:ahLst/>
              <a:cxnLst/>
              <a:rect l="l" t="t" r="r" b="b"/>
              <a:pathLst>
                <a:path w="1535" h="1536" extrusionOk="0">
                  <a:moveTo>
                    <a:pt x="778" y="1"/>
                  </a:moveTo>
                  <a:lnTo>
                    <a:pt x="627" y="23"/>
                  </a:lnTo>
                  <a:lnTo>
                    <a:pt x="475" y="66"/>
                  </a:lnTo>
                  <a:lnTo>
                    <a:pt x="346" y="131"/>
                  </a:lnTo>
                  <a:lnTo>
                    <a:pt x="238" y="217"/>
                  </a:lnTo>
                  <a:lnTo>
                    <a:pt x="130" y="347"/>
                  </a:lnTo>
                  <a:lnTo>
                    <a:pt x="65" y="476"/>
                  </a:lnTo>
                  <a:lnTo>
                    <a:pt x="22" y="606"/>
                  </a:lnTo>
                  <a:lnTo>
                    <a:pt x="0" y="779"/>
                  </a:lnTo>
                  <a:lnTo>
                    <a:pt x="22" y="930"/>
                  </a:lnTo>
                  <a:lnTo>
                    <a:pt x="65" y="1060"/>
                  </a:lnTo>
                  <a:lnTo>
                    <a:pt x="130" y="1189"/>
                  </a:lnTo>
                  <a:lnTo>
                    <a:pt x="238" y="1319"/>
                  </a:lnTo>
                  <a:lnTo>
                    <a:pt x="346" y="1405"/>
                  </a:lnTo>
                  <a:lnTo>
                    <a:pt x="475" y="1470"/>
                  </a:lnTo>
                  <a:lnTo>
                    <a:pt x="627" y="1514"/>
                  </a:lnTo>
                  <a:lnTo>
                    <a:pt x="778" y="1535"/>
                  </a:lnTo>
                  <a:lnTo>
                    <a:pt x="929" y="1514"/>
                  </a:lnTo>
                  <a:lnTo>
                    <a:pt x="1080" y="1470"/>
                  </a:lnTo>
                  <a:lnTo>
                    <a:pt x="1210" y="1405"/>
                  </a:lnTo>
                  <a:lnTo>
                    <a:pt x="1318" y="1319"/>
                  </a:lnTo>
                  <a:lnTo>
                    <a:pt x="1405" y="1189"/>
                  </a:lnTo>
                  <a:lnTo>
                    <a:pt x="1491" y="1060"/>
                  </a:lnTo>
                  <a:lnTo>
                    <a:pt x="1534" y="930"/>
                  </a:lnTo>
                  <a:lnTo>
                    <a:pt x="1534" y="779"/>
                  </a:lnTo>
                  <a:lnTo>
                    <a:pt x="1534" y="606"/>
                  </a:lnTo>
                  <a:lnTo>
                    <a:pt x="1491" y="476"/>
                  </a:lnTo>
                  <a:lnTo>
                    <a:pt x="1405" y="347"/>
                  </a:lnTo>
                  <a:lnTo>
                    <a:pt x="1318" y="217"/>
                  </a:lnTo>
                  <a:lnTo>
                    <a:pt x="1210" y="131"/>
                  </a:lnTo>
                  <a:lnTo>
                    <a:pt x="1080" y="66"/>
                  </a:lnTo>
                  <a:lnTo>
                    <a:pt x="929" y="23"/>
                  </a:lnTo>
                  <a:lnTo>
                    <a:pt x="77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34">
              <a:extLst>
                <a:ext uri="{FF2B5EF4-FFF2-40B4-BE49-F238E27FC236}">
                  <a16:creationId xmlns:a16="http://schemas.microsoft.com/office/drawing/2014/main" id="{E7C92F9D-710F-C68E-405D-C7A05804E3AD}"/>
                </a:ext>
              </a:extLst>
            </p:cNvPr>
            <p:cNvSpPr/>
            <p:nvPr/>
          </p:nvSpPr>
          <p:spPr>
            <a:xfrm>
              <a:off x="16413000" y="3754350"/>
              <a:ext cx="38375" cy="38400"/>
            </a:xfrm>
            <a:custGeom>
              <a:avLst/>
              <a:gdLst/>
              <a:ahLst/>
              <a:cxnLst/>
              <a:rect l="l" t="t" r="r" b="b"/>
              <a:pathLst>
                <a:path w="1535" h="1536" extrusionOk="0">
                  <a:moveTo>
                    <a:pt x="757" y="1"/>
                  </a:moveTo>
                  <a:lnTo>
                    <a:pt x="606" y="23"/>
                  </a:lnTo>
                  <a:lnTo>
                    <a:pt x="455" y="66"/>
                  </a:lnTo>
                  <a:lnTo>
                    <a:pt x="325" y="131"/>
                  </a:lnTo>
                  <a:lnTo>
                    <a:pt x="217" y="217"/>
                  </a:lnTo>
                  <a:lnTo>
                    <a:pt x="130" y="347"/>
                  </a:lnTo>
                  <a:lnTo>
                    <a:pt x="44" y="476"/>
                  </a:lnTo>
                  <a:lnTo>
                    <a:pt x="1" y="606"/>
                  </a:lnTo>
                  <a:lnTo>
                    <a:pt x="1" y="779"/>
                  </a:lnTo>
                  <a:lnTo>
                    <a:pt x="1" y="930"/>
                  </a:lnTo>
                  <a:lnTo>
                    <a:pt x="44" y="1060"/>
                  </a:lnTo>
                  <a:lnTo>
                    <a:pt x="130" y="1189"/>
                  </a:lnTo>
                  <a:lnTo>
                    <a:pt x="217" y="1319"/>
                  </a:lnTo>
                  <a:lnTo>
                    <a:pt x="325" y="1405"/>
                  </a:lnTo>
                  <a:lnTo>
                    <a:pt x="455" y="1470"/>
                  </a:lnTo>
                  <a:lnTo>
                    <a:pt x="606" y="1514"/>
                  </a:lnTo>
                  <a:lnTo>
                    <a:pt x="757" y="1535"/>
                  </a:lnTo>
                  <a:lnTo>
                    <a:pt x="908" y="1514"/>
                  </a:lnTo>
                  <a:lnTo>
                    <a:pt x="1060" y="1470"/>
                  </a:lnTo>
                  <a:lnTo>
                    <a:pt x="1189" y="1405"/>
                  </a:lnTo>
                  <a:lnTo>
                    <a:pt x="1297" y="1319"/>
                  </a:lnTo>
                  <a:lnTo>
                    <a:pt x="1405" y="1189"/>
                  </a:lnTo>
                  <a:lnTo>
                    <a:pt x="1470" y="1060"/>
                  </a:lnTo>
                  <a:lnTo>
                    <a:pt x="1513" y="930"/>
                  </a:lnTo>
                  <a:lnTo>
                    <a:pt x="1535" y="779"/>
                  </a:lnTo>
                  <a:lnTo>
                    <a:pt x="1513" y="606"/>
                  </a:lnTo>
                  <a:lnTo>
                    <a:pt x="1470" y="476"/>
                  </a:lnTo>
                  <a:lnTo>
                    <a:pt x="1405" y="347"/>
                  </a:lnTo>
                  <a:lnTo>
                    <a:pt x="1297" y="217"/>
                  </a:lnTo>
                  <a:lnTo>
                    <a:pt x="1189" y="131"/>
                  </a:lnTo>
                  <a:lnTo>
                    <a:pt x="1060" y="66"/>
                  </a:lnTo>
                  <a:lnTo>
                    <a:pt x="908" y="23"/>
                  </a:lnTo>
                  <a:lnTo>
                    <a:pt x="75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34">
              <a:extLst>
                <a:ext uri="{FF2B5EF4-FFF2-40B4-BE49-F238E27FC236}">
                  <a16:creationId xmlns:a16="http://schemas.microsoft.com/office/drawing/2014/main" id="{C940C48B-7336-0490-1179-77A3B14E78BB}"/>
                </a:ext>
              </a:extLst>
            </p:cNvPr>
            <p:cNvSpPr/>
            <p:nvPr/>
          </p:nvSpPr>
          <p:spPr>
            <a:xfrm>
              <a:off x="16426525" y="3869975"/>
              <a:ext cx="301425" cy="10825"/>
            </a:xfrm>
            <a:custGeom>
              <a:avLst/>
              <a:gdLst/>
              <a:ahLst/>
              <a:cxnLst/>
              <a:rect l="l" t="t" r="r" b="b"/>
              <a:pathLst>
                <a:path w="12057" h="433" extrusionOk="0">
                  <a:moveTo>
                    <a:pt x="216" y="0"/>
                  </a:moveTo>
                  <a:lnTo>
                    <a:pt x="130" y="22"/>
                  </a:lnTo>
                  <a:lnTo>
                    <a:pt x="65" y="65"/>
                  </a:lnTo>
                  <a:lnTo>
                    <a:pt x="22" y="130"/>
                  </a:lnTo>
                  <a:lnTo>
                    <a:pt x="0" y="216"/>
                  </a:lnTo>
                  <a:lnTo>
                    <a:pt x="22" y="303"/>
                  </a:lnTo>
                  <a:lnTo>
                    <a:pt x="65" y="367"/>
                  </a:lnTo>
                  <a:lnTo>
                    <a:pt x="130" y="411"/>
                  </a:lnTo>
                  <a:lnTo>
                    <a:pt x="216" y="432"/>
                  </a:lnTo>
                  <a:lnTo>
                    <a:pt x="11841" y="432"/>
                  </a:lnTo>
                  <a:lnTo>
                    <a:pt x="11927" y="411"/>
                  </a:lnTo>
                  <a:lnTo>
                    <a:pt x="11992" y="367"/>
                  </a:lnTo>
                  <a:lnTo>
                    <a:pt x="12035" y="303"/>
                  </a:lnTo>
                  <a:lnTo>
                    <a:pt x="12057" y="216"/>
                  </a:lnTo>
                  <a:lnTo>
                    <a:pt x="12035" y="130"/>
                  </a:lnTo>
                  <a:lnTo>
                    <a:pt x="11992" y="65"/>
                  </a:lnTo>
                  <a:lnTo>
                    <a:pt x="11927" y="22"/>
                  </a:lnTo>
                  <a:lnTo>
                    <a:pt x="1184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34">
              <a:extLst>
                <a:ext uri="{FF2B5EF4-FFF2-40B4-BE49-F238E27FC236}">
                  <a16:creationId xmlns:a16="http://schemas.microsoft.com/office/drawing/2014/main" id="{6A6AB278-9613-A05A-7475-749C6DBC6EE6}"/>
                </a:ext>
              </a:extLst>
            </p:cNvPr>
            <p:cNvSpPr/>
            <p:nvPr/>
          </p:nvSpPr>
          <p:spPr>
            <a:xfrm>
              <a:off x="16395725" y="3839175"/>
              <a:ext cx="72950" cy="72400"/>
            </a:xfrm>
            <a:custGeom>
              <a:avLst/>
              <a:gdLst/>
              <a:ahLst/>
              <a:cxnLst/>
              <a:rect l="l" t="t" r="r" b="b"/>
              <a:pathLst>
                <a:path w="2918" h="2896" extrusionOk="0">
                  <a:moveTo>
                    <a:pt x="1297" y="0"/>
                  </a:moveTo>
                  <a:lnTo>
                    <a:pt x="1167" y="22"/>
                  </a:lnTo>
                  <a:lnTo>
                    <a:pt x="1016" y="65"/>
                  </a:lnTo>
                  <a:lnTo>
                    <a:pt x="886" y="108"/>
                  </a:lnTo>
                  <a:lnTo>
                    <a:pt x="757" y="173"/>
                  </a:lnTo>
                  <a:lnTo>
                    <a:pt x="649" y="238"/>
                  </a:lnTo>
                  <a:lnTo>
                    <a:pt x="519" y="324"/>
                  </a:lnTo>
                  <a:lnTo>
                    <a:pt x="433" y="411"/>
                  </a:lnTo>
                  <a:lnTo>
                    <a:pt x="325" y="519"/>
                  </a:lnTo>
                  <a:lnTo>
                    <a:pt x="260" y="627"/>
                  </a:lnTo>
                  <a:lnTo>
                    <a:pt x="173" y="757"/>
                  </a:lnTo>
                  <a:lnTo>
                    <a:pt x="108" y="886"/>
                  </a:lnTo>
                  <a:lnTo>
                    <a:pt x="65" y="1016"/>
                  </a:lnTo>
                  <a:lnTo>
                    <a:pt x="22" y="1146"/>
                  </a:lnTo>
                  <a:lnTo>
                    <a:pt x="0" y="1297"/>
                  </a:lnTo>
                  <a:lnTo>
                    <a:pt x="0" y="1448"/>
                  </a:lnTo>
                  <a:lnTo>
                    <a:pt x="0" y="1599"/>
                  </a:lnTo>
                  <a:lnTo>
                    <a:pt x="22" y="1751"/>
                  </a:lnTo>
                  <a:lnTo>
                    <a:pt x="65" y="1880"/>
                  </a:lnTo>
                  <a:lnTo>
                    <a:pt x="108" y="2010"/>
                  </a:lnTo>
                  <a:lnTo>
                    <a:pt x="173" y="2140"/>
                  </a:lnTo>
                  <a:lnTo>
                    <a:pt x="260" y="2269"/>
                  </a:lnTo>
                  <a:lnTo>
                    <a:pt x="325" y="2377"/>
                  </a:lnTo>
                  <a:lnTo>
                    <a:pt x="433" y="2485"/>
                  </a:lnTo>
                  <a:lnTo>
                    <a:pt x="519" y="2572"/>
                  </a:lnTo>
                  <a:lnTo>
                    <a:pt x="649" y="2658"/>
                  </a:lnTo>
                  <a:lnTo>
                    <a:pt x="757" y="2723"/>
                  </a:lnTo>
                  <a:lnTo>
                    <a:pt x="886" y="2788"/>
                  </a:lnTo>
                  <a:lnTo>
                    <a:pt x="1016" y="2831"/>
                  </a:lnTo>
                  <a:lnTo>
                    <a:pt x="1167" y="2874"/>
                  </a:lnTo>
                  <a:lnTo>
                    <a:pt x="1297" y="2896"/>
                  </a:lnTo>
                  <a:lnTo>
                    <a:pt x="1599" y="2896"/>
                  </a:lnTo>
                  <a:lnTo>
                    <a:pt x="1751" y="2874"/>
                  </a:lnTo>
                  <a:lnTo>
                    <a:pt x="1880" y="2831"/>
                  </a:lnTo>
                  <a:lnTo>
                    <a:pt x="2010" y="2788"/>
                  </a:lnTo>
                  <a:lnTo>
                    <a:pt x="2140" y="2723"/>
                  </a:lnTo>
                  <a:lnTo>
                    <a:pt x="2269" y="2658"/>
                  </a:lnTo>
                  <a:lnTo>
                    <a:pt x="2377" y="2572"/>
                  </a:lnTo>
                  <a:lnTo>
                    <a:pt x="2485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40"/>
                  </a:lnTo>
                  <a:lnTo>
                    <a:pt x="2788" y="2010"/>
                  </a:lnTo>
                  <a:lnTo>
                    <a:pt x="2831" y="1880"/>
                  </a:lnTo>
                  <a:lnTo>
                    <a:pt x="2874" y="1751"/>
                  </a:lnTo>
                  <a:lnTo>
                    <a:pt x="2896" y="1599"/>
                  </a:lnTo>
                  <a:lnTo>
                    <a:pt x="2917" y="1448"/>
                  </a:lnTo>
                  <a:lnTo>
                    <a:pt x="2896" y="1297"/>
                  </a:lnTo>
                  <a:lnTo>
                    <a:pt x="2874" y="1146"/>
                  </a:lnTo>
                  <a:lnTo>
                    <a:pt x="2831" y="1016"/>
                  </a:lnTo>
                  <a:lnTo>
                    <a:pt x="2788" y="886"/>
                  </a:lnTo>
                  <a:lnTo>
                    <a:pt x="2723" y="757"/>
                  </a:lnTo>
                  <a:lnTo>
                    <a:pt x="2658" y="627"/>
                  </a:lnTo>
                  <a:lnTo>
                    <a:pt x="2572" y="519"/>
                  </a:lnTo>
                  <a:lnTo>
                    <a:pt x="2485" y="411"/>
                  </a:lnTo>
                  <a:lnTo>
                    <a:pt x="2377" y="324"/>
                  </a:lnTo>
                  <a:lnTo>
                    <a:pt x="2269" y="238"/>
                  </a:lnTo>
                  <a:lnTo>
                    <a:pt x="2140" y="173"/>
                  </a:lnTo>
                  <a:lnTo>
                    <a:pt x="2010" y="108"/>
                  </a:lnTo>
                  <a:lnTo>
                    <a:pt x="1880" y="65"/>
                  </a:lnTo>
                  <a:lnTo>
                    <a:pt x="1751" y="22"/>
                  </a:lnTo>
                  <a:lnTo>
                    <a:pt x="15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34">
              <a:extLst>
                <a:ext uri="{FF2B5EF4-FFF2-40B4-BE49-F238E27FC236}">
                  <a16:creationId xmlns:a16="http://schemas.microsoft.com/office/drawing/2014/main" id="{7EF22311-995E-4BDE-1E1D-448AC18AE0EF}"/>
                </a:ext>
              </a:extLst>
            </p:cNvPr>
            <p:cNvSpPr/>
            <p:nvPr/>
          </p:nvSpPr>
          <p:spPr>
            <a:xfrm>
              <a:off x="16686350" y="383917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297" y="0"/>
                  </a:moveTo>
                  <a:lnTo>
                    <a:pt x="1145" y="22"/>
                  </a:lnTo>
                  <a:lnTo>
                    <a:pt x="1016" y="65"/>
                  </a:lnTo>
                  <a:lnTo>
                    <a:pt x="886" y="108"/>
                  </a:lnTo>
                  <a:lnTo>
                    <a:pt x="756" y="173"/>
                  </a:lnTo>
                  <a:lnTo>
                    <a:pt x="627" y="238"/>
                  </a:lnTo>
                  <a:lnTo>
                    <a:pt x="519" y="324"/>
                  </a:lnTo>
                  <a:lnTo>
                    <a:pt x="411" y="411"/>
                  </a:lnTo>
                  <a:lnTo>
                    <a:pt x="324" y="519"/>
                  </a:lnTo>
                  <a:lnTo>
                    <a:pt x="238" y="627"/>
                  </a:lnTo>
                  <a:lnTo>
                    <a:pt x="173" y="757"/>
                  </a:lnTo>
                  <a:lnTo>
                    <a:pt x="108" y="886"/>
                  </a:lnTo>
                  <a:lnTo>
                    <a:pt x="65" y="1016"/>
                  </a:lnTo>
                  <a:lnTo>
                    <a:pt x="22" y="1146"/>
                  </a:lnTo>
                  <a:lnTo>
                    <a:pt x="0" y="1297"/>
                  </a:lnTo>
                  <a:lnTo>
                    <a:pt x="0" y="1448"/>
                  </a:lnTo>
                  <a:lnTo>
                    <a:pt x="0" y="1599"/>
                  </a:lnTo>
                  <a:lnTo>
                    <a:pt x="22" y="1751"/>
                  </a:lnTo>
                  <a:lnTo>
                    <a:pt x="65" y="1880"/>
                  </a:lnTo>
                  <a:lnTo>
                    <a:pt x="108" y="2010"/>
                  </a:lnTo>
                  <a:lnTo>
                    <a:pt x="173" y="2140"/>
                  </a:lnTo>
                  <a:lnTo>
                    <a:pt x="238" y="2269"/>
                  </a:lnTo>
                  <a:lnTo>
                    <a:pt x="324" y="2377"/>
                  </a:lnTo>
                  <a:lnTo>
                    <a:pt x="411" y="2485"/>
                  </a:lnTo>
                  <a:lnTo>
                    <a:pt x="519" y="2572"/>
                  </a:lnTo>
                  <a:lnTo>
                    <a:pt x="627" y="2658"/>
                  </a:lnTo>
                  <a:lnTo>
                    <a:pt x="756" y="2723"/>
                  </a:lnTo>
                  <a:lnTo>
                    <a:pt x="886" y="2788"/>
                  </a:lnTo>
                  <a:lnTo>
                    <a:pt x="1016" y="2831"/>
                  </a:lnTo>
                  <a:lnTo>
                    <a:pt x="1145" y="2874"/>
                  </a:lnTo>
                  <a:lnTo>
                    <a:pt x="1297" y="2896"/>
                  </a:lnTo>
                  <a:lnTo>
                    <a:pt x="1599" y="2896"/>
                  </a:lnTo>
                  <a:lnTo>
                    <a:pt x="1729" y="2874"/>
                  </a:lnTo>
                  <a:lnTo>
                    <a:pt x="1880" y="2831"/>
                  </a:lnTo>
                  <a:lnTo>
                    <a:pt x="2010" y="2788"/>
                  </a:lnTo>
                  <a:lnTo>
                    <a:pt x="2139" y="2723"/>
                  </a:lnTo>
                  <a:lnTo>
                    <a:pt x="2269" y="2658"/>
                  </a:lnTo>
                  <a:lnTo>
                    <a:pt x="2377" y="2572"/>
                  </a:lnTo>
                  <a:lnTo>
                    <a:pt x="2463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40"/>
                  </a:lnTo>
                  <a:lnTo>
                    <a:pt x="2788" y="2010"/>
                  </a:lnTo>
                  <a:lnTo>
                    <a:pt x="2831" y="1880"/>
                  </a:lnTo>
                  <a:lnTo>
                    <a:pt x="2874" y="1751"/>
                  </a:lnTo>
                  <a:lnTo>
                    <a:pt x="2896" y="1599"/>
                  </a:lnTo>
                  <a:lnTo>
                    <a:pt x="2896" y="1448"/>
                  </a:lnTo>
                  <a:lnTo>
                    <a:pt x="2896" y="1297"/>
                  </a:lnTo>
                  <a:lnTo>
                    <a:pt x="2874" y="1146"/>
                  </a:lnTo>
                  <a:lnTo>
                    <a:pt x="2831" y="1016"/>
                  </a:lnTo>
                  <a:lnTo>
                    <a:pt x="2788" y="886"/>
                  </a:lnTo>
                  <a:lnTo>
                    <a:pt x="2723" y="757"/>
                  </a:lnTo>
                  <a:lnTo>
                    <a:pt x="2658" y="627"/>
                  </a:lnTo>
                  <a:lnTo>
                    <a:pt x="2572" y="519"/>
                  </a:lnTo>
                  <a:lnTo>
                    <a:pt x="2463" y="411"/>
                  </a:lnTo>
                  <a:lnTo>
                    <a:pt x="2377" y="324"/>
                  </a:lnTo>
                  <a:lnTo>
                    <a:pt x="2269" y="238"/>
                  </a:lnTo>
                  <a:lnTo>
                    <a:pt x="2139" y="173"/>
                  </a:lnTo>
                  <a:lnTo>
                    <a:pt x="2010" y="108"/>
                  </a:lnTo>
                  <a:lnTo>
                    <a:pt x="1880" y="65"/>
                  </a:lnTo>
                  <a:lnTo>
                    <a:pt x="1729" y="22"/>
                  </a:lnTo>
                  <a:lnTo>
                    <a:pt x="15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34">
              <a:extLst>
                <a:ext uri="{FF2B5EF4-FFF2-40B4-BE49-F238E27FC236}">
                  <a16:creationId xmlns:a16="http://schemas.microsoft.com/office/drawing/2014/main" id="{E770061C-F072-499B-C454-3A6017F6B9F1}"/>
                </a:ext>
              </a:extLst>
            </p:cNvPr>
            <p:cNvSpPr/>
            <p:nvPr/>
          </p:nvSpPr>
          <p:spPr>
            <a:xfrm>
              <a:off x="16703100" y="3855925"/>
              <a:ext cx="38375" cy="38900"/>
            </a:xfrm>
            <a:custGeom>
              <a:avLst/>
              <a:gdLst/>
              <a:ahLst/>
              <a:cxnLst/>
              <a:rect l="l" t="t" r="r" b="b"/>
              <a:pathLst>
                <a:path w="1535" h="1556" extrusionOk="0">
                  <a:moveTo>
                    <a:pt x="778" y="0"/>
                  </a:moveTo>
                  <a:lnTo>
                    <a:pt x="627" y="22"/>
                  </a:lnTo>
                  <a:lnTo>
                    <a:pt x="475" y="65"/>
                  </a:lnTo>
                  <a:lnTo>
                    <a:pt x="346" y="151"/>
                  </a:lnTo>
                  <a:lnTo>
                    <a:pt x="238" y="238"/>
                  </a:lnTo>
                  <a:lnTo>
                    <a:pt x="130" y="346"/>
                  </a:lnTo>
                  <a:lnTo>
                    <a:pt x="65" y="476"/>
                  </a:lnTo>
                  <a:lnTo>
                    <a:pt x="22" y="627"/>
                  </a:lnTo>
                  <a:lnTo>
                    <a:pt x="0" y="778"/>
                  </a:lnTo>
                  <a:lnTo>
                    <a:pt x="22" y="929"/>
                  </a:lnTo>
                  <a:lnTo>
                    <a:pt x="65" y="1081"/>
                  </a:lnTo>
                  <a:lnTo>
                    <a:pt x="130" y="1210"/>
                  </a:lnTo>
                  <a:lnTo>
                    <a:pt x="238" y="1318"/>
                  </a:lnTo>
                  <a:lnTo>
                    <a:pt x="346" y="1426"/>
                  </a:lnTo>
                  <a:lnTo>
                    <a:pt x="475" y="1491"/>
                  </a:lnTo>
                  <a:lnTo>
                    <a:pt x="627" y="1534"/>
                  </a:lnTo>
                  <a:lnTo>
                    <a:pt x="778" y="1556"/>
                  </a:lnTo>
                  <a:lnTo>
                    <a:pt x="929" y="1534"/>
                  </a:lnTo>
                  <a:lnTo>
                    <a:pt x="1080" y="1491"/>
                  </a:lnTo>
                  <a:lnTo>
                    <a:pt x="1210" y="1426"/>
                  </a:lnTo>
                  <a:lnTo>
                    <a:pt x="1318" y="1318"/>
                  </a:lnTo>
                  <a:lnTo>
                    <a:pt x="1405" y="1210"/>
                  </a:lnTo>
                  <a:lnTo>
                    <a:pt x="1491" y="1081"/>
                  </a:lnTo>
                  <a:lnTo>
                    <a:pt x="1534" y="929"/>
                  </a:lnTo>
                  <a:lnTo>
                    <a:pt x="1534" y="778"/>
                  </a:lnTo>
                  <a:lnTo>
                    <a:pt x="1534" y="627"/>
                  </a:lnTo>
                  <a:lnTo>
                    <a:pt x="1491" y="476"/>
                  </a:lnTo>
                  <a:lnTo>
                    <a:pt x="1405" y="346"/>
                  </a:lnTo>
                  <a:lnTo>
                    <a:pt x="1318" y="238"/>
                  </a:lnTo>
                  <a:lnTo>
                    <a:pt x="1210" y="151"/>
                  </a:lnTo>
                  <a:lnTo>
                    <a:pt x="1080" y="65"/>
                  </a:lnTo>
                  <a:lnTo>
                    <a:pt x="929" y="22"/>
                  </a:lnTo>
                  <a:lnTo>
                    <a:pt x="77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34">
              <a:extLst>
                <a:ext uri="{FF2B5EF4-FFF2-40B4-BE49-F238E27FC236}">
                  <a16:creationId xmlns:a16="http://schemas.microsoft.com/office/drawing/2014/main" id="{02BAA17C-7B22-A71E-7991-4CF8067BB0A0}"/>
                </a:ext>
              </a:extLst>
            </p:cNvPr>
            <p:cNvSpPr/>
            <p:nvPr/>
          </p:nvSpPr>
          <p:spPr>
            <a:xfrm>
              <a:off x="16413000" y="3855925"/>
              <a:ext cx="38375" cy="38900"/>
            </a:xfrm>
            <a:custGeom>
              <a:avLst/>
              <a:gdLst/>
              <a:ahLst/>
              <a:cxnLst/>
              <a:rect l="l" t="t" r="r" b="b"/>
              <a:pathLst>
                <a:path w="1535" h="1556" extrusionOk="0">
                  <a:moveTo>
                    <a:pt x="757" y="0"/>
                  </a:moveTo>
                  <a:lnTo>
                    <a:pt x="606" y="22"/>
                  </a:lnTo>
                  <a:lnTo>
                    <a:pt x="455" y="65"/>
                  </a:lnTo>
                  <a:lnTo>
                    <a:pt x="325" y="151"/>
                  </a:lnTo>
                  <a:lnTo>
                    <a:pt x="217" y="238"/>
                  </a:lnTo>
                  <a:lnTo>
                    <a:pt x="130" y="346"/>
                  </a:lnTo>
                  <a:lnTo>
                    <a:pt x="44" y="476"/>
                  </a:lnTo>
                  <a:lnTo>
                    <a:pt x="1" y="627"/>
                  </a:lnTo>
                  <a:lnTo>
                    <a:pt x="1" y="778"/>
                  </a:lnTo>
                  <a:lnTo>
                    <a:pt x="1" y="929"/>
                  </a:lnTo>
                  <a:lnTo>
                    <a:pt x="44" y="1081"/>
                  </a:lnTo>
                  <a:lnTo>
                    <a:pt x="130" y="1210"/>
                  </a:lnTo>
                  <a:lnTo>
                    <a:pt x="217" y="1318"/>
                  </a:lnTo>
                  <a:lnTo>
                    <a:pt x="325" y="1426"/>
                  </a:lnTo>
                  <a:lnTo>
                    <a:pt x="455" y="1491"/>
                  </a:lnTo>
                  <a:lnTo>
                    <a:pt x="606" y="1534"/>
                  </a:lnTo>
                  <a:lnTo>
                    <a:pt x="757" y="1556"/>
                  </a:lnTo>
                  <a:lnTo>
                    <a:pt x="908" y="1534"/>
                  </a:lnTo>
                  <a:lnTo>
                    <a:pt x="1060" y="1491"/>
                  </a:lnTo>
                  <a:lnTo>
                    <a:pt x="1189" y="1426"/>
                  </a:lnTo>
                  <a:lnTo>
                    <a:pt x="1297" y="1318"/>
                  </a:lnTo>
                  <a:lnTo>
                    <a:pt x="1405" y="1210"/>
                  </a:lnTo>
                  <a:lnTo>
                    <a:pt x="1470" y="1081"/>
                  </a:lnTo>
                  <a:lnTo>
                    <a:pt x="1513" y="929"/>
                  </a:lnTo>
                  <a:lnTo>
                    <a:pt x="1535" y="778"/>
                  </a:lnTo>
                  <a:lnTo>
                    <a:pt x="1513" y="627"/>
                  </a:lnTo>
                  <a:lnTo>
                    <a:pt x="1470" y="476"/>
                  </a:lnTo>
                  <a:lnTo>
                    <a:pt x="1405" y="346"/>
                  </a:lnTo>
                  <a:lnTo>
                    <a:pt x="1297" y="238"/>
                  </a:lnTo>
                  <a:lnTo>
                    <a:pt x="1189" y="151"/>
                  </a:lnTo>
                  <a:lnTo>
                    <a:pt x="1060" y="65"/>
                  </a:lnTo>
                  <a:lnTo>
                    <a:pt x="908" y="22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34">
              <a:extLst>
                <a:ext uri="{FF2B5EF4-FFF2-40B4-BE49-F238E27FC236}">
                  <a16:creationId xmlns:a16="http://schemas.microsoft.com/office/drawing/2014/main" id="{97D9ACBD-4BE9-1BE9-858D-211F8671274F}"/>
                </a:ext>
              </a:extLst>
            </p:cNvPr>
            <p:cNvSpPr/>
            <p:nvPr/>
          </p:nvSpPr>
          <p:spPr>
            <a:xfrm>
              <a:off x="16472425" y="4146000"/>
              <a:ext cx="214475" cy="177750"/>
            </a:xfrm>
            <a:custGeom>
              <a:avLst/>
              <a:gdLst/>
              <a:ahLst/>
              <a:cxnLst/>
              <a:rect l="l" t="t" r="r" b="b"/>
              <a:pathLst>
                <a:path w="8579" h="7110" extrusionOk="0">
                  <a:moveTo>
                    <a:pt x="4279" y="0"/>
                  </a:moveTo>
                  <a:lnTo>
                    <a:pt x="1" y="7109"/>
                  </a:lnTo>
                  <a:lnTo>
                    <a:pt x="8579" y="7109"/>
                  </a:lnTo>
                  <a:lnTo>
                    <a:pt x="427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34">
              <a:extLst>
                <a:ext uri="{FF2B5EF4-FFF2-40B4-BE49-F238E27FC236}">
                  <a16:creationId xmlns:a16="http://schemas.microsoft.com/office/drawing/2014/main" id="{858D023E-D5FE-C61C-1226-203BD34C2108}"/>
                </a:ext>
              </a:extLst>
            </p:cNvPr>
            <p:cNvSpPr/>
            <p:nvPr/>
          </p:nvSpPr>
          <p:spPr>
            <a:xfrm>
              <a:off x="16310925" y="4019600"/>
              <a:ext cx="533175" cy="30275"/>
            </a:xfrm>
            <a:custGeom>
              <a:avLst/>
              <a:gdLst/>
              <a:ahLst/>
              <a:cxnLst/>
              <a:rect l="l" t="t" r="r" b="b"/>
              <a:pathLst>
                <a:path w="21327" h="1211" extrusionOk="0">
                  <a:moveTo>
                    <a:pt x="0" y="0"/>
                  </a:moveTo>
                  <a:lnTo>
                    <a:pt x="0" y="1210"/>
                  </a:lnTo>
                  <a:lnTo>
                    <a:pt x="21327" y="1210"/>
                  </a:lnTo>
                  <a:lnTo>
                    <a:pt x="2132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34">
              <a:extLst>
                <a:ext uri="{FF2B5EF4-FFF2-40B4-BE49-F238E27FC236}">
                  <a16:creationId xmlns:a16="http://schemas.microsoft.com/office/drawing/2014/main" id="{44E56B6D-51EB-6719-4752-1F7B53BFD3D0}"/>
                </a:ext>
              </a:extLst>
            </p:cNvPr>
            <p:cNvSpPr/>
            <p:nvPr/>
          </p:nvSpPr>
          <p:spPr>
            <a:xfrm>
              <a:off x="16309825" y="4929275"/>
              <a:ext cx="246350" cy="115625"/>
            </a:xfrm>
            <a:custGeom>
              <a:avLst/>
              <a:gdLst/>
              <a:ahLst/>
              <a:cxnLst/>
              <a:rect l="l" t="t" r="r" b="b"/>
              <a:pathLst>
                <a:path w="9854" h="4625" extrusionOk="0">
                  <a:moveTo>
                    <a:pt x="4927" y="0"/>
                  </a:moveTo>
                  <a:lnTo>
                    <a:pt x="4430" y="22"/>
                  </a:lnTo>
                  <a:lnTo>
                    <a:pt x="3955" y="87"/>
                  </a:lnTo>
                  <a:lnTo>
                    <a:pt x="3501" y="216"/>
                  </a:lnTo>
                  <a:lnTo>
                    <a:pt x="3069" y="368"/>
                  </a:lnTo>
                  <a:lnTo>
                    <a:pt x="2659" y="562"/>
                  </a:lnTo>
                  <a:lnTo>
                    <a:pt x="2248" y="778"/>
                  </a:lnTo>
                  <a:lnTo>
                    <a:pt x="1881" y="1059"/>
                  </a:lnTo>
                  <a:lnTo>
                    <a:pt x="1535" y="1340"/>
                  </a:lnTo>
                  <a:lnTo>
                    <a:pt x="1232" y="1664"/>
                  </a:lnTo>
                  <a:lnTo>
                    <a:pt x="930" y="2032"/>
                  </a:lnTo>
                  <a:lnTo>
                    <a:pt x="692" y="2399"/>
                  </a:lnTo>
                  <a:lnTo>
                    <a:pt x="476" y="2809"/>
                  </a:lnTo>
                  <a:lnTo>
                    <a:pt x="282" y="3242"/>
                  </a:lnTo>
                  <a:lnTo>
                    <a:pt x="152" y="3674"/>
                  </a:lnTo>
                  <a:lnTo>
                    <a:pt x="44" y="4149"/>
                  </a:lnTo>
                  <a:lnTo>
                    <a:pt x="1" y="4624"/>
                  </a:lnTo>
                  <a:lnTo>
                    <a:pt x="9854" y="4624"/>
                  </a:lnTo>
                  <a:lnTo>
                    <a:pt x="9789" y="4149"/>
                  </a:lnTo>
                  <a:lnTo>
                    <a:pt x="9703" y="3674"/>
                  </a:lnTo>
                  <a:lnTo>
                    <a:pt x="9551" y="3242"/>
                  </a:lnTo>
                  <a:lnTo>
                    <a:pt x="9378" y="2809"/>
                  </a:lnTo>
                  <a:lnTo>
                    <a:pt x="9162" y="2399"/>
                  </a:lnTo>
                  <a:lnTo>
                    <a:pt x="8903" y="2032"/>
                  </a:lnTo>
                  <a:lnTo>
                    <a:pt x="8622" y="1664"/>
                  </a:lnTo>
                  <a:lnTo>
                    <a:pt x="8298" y="1340"/>
                  </a:lnTo>
                  <a:lnTo>
                    <a:pt x="7952" y="1059"/>
                  </a:lnTo>
                  <a:lnTo>
                    <a:pt x="7585" y="778"/>
                  </a:lnTo>
                  <a:lnTo>
                    <a:pt x="7196" y="562"/>
                  </a:lnTo>
                  <a:lnTo>
                    <a:pt x="6764" y="368"/>
                  </a:lnTo>
                  <a:lnTo>
                    <a:pt x="6332" y="216"/>
                  </a:lnTo>
                  <a:lnTo>
                    <a:pt x="5878" y="87"/>
                  </a:lnTo>
                  <a:lnTo>
                    <a:pt x="5403" y="22"/>
                  </a:lnTo>
                  <a:lnTo>
                    <a:pt x="492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34">
              <a:extLst>
                <a:ext uri="{FF2B5EF4-FFF2-40B4-BE49-F238E27FC236}">
                  <a16:creationId xmlns:a16="http://schemas.microsoft.com/office/drawing/2014/main" id="{6915DBC1-BE91-56DA-661A-92DD50243D8C}"/>
                </a:ext>
              </a:extLst>
            </p:cNvPr>
            <p:cNvSpPr/>
            <p:nvPr/>
          </p:nvSpPr>
          <p:spPr>
            <a:xfrm>
              <a:off x="16583700" y="4929275"/>
              <a:ext cx="245825" cy="115625"/>
            </a:xfrm>
            <a:custGeom>
              <a:avLst/>
              <a:gdLst/>
              <a:ahLst/>
              <a:cxnLst/>
              <a:rect l="l" t="t" r="r" b="b"/>
              <a:pathLst>
                <a:path w="9833" h="4625" extrusionOk="0">
                  <a:moveTo>
                    <a:pt x="4906" y="0"/>
                  </a:moveTo>
                  <a:lnTo>
                    <a:pt x="4430" y="22"/>
                  </a:lnTo>
                  <a:lnTo>
                    <a:pt x="3955" y="87"/>
                  </a:lnTo>
                  <a:lnTo>
                    <a:pt x="3501" y="216"/>
                  </a:lnTo>
                  <a:lnTo>
                    <a:pt x="3069" y="368"/>
                  </a:lnTo>
                  <a:lnTo>
                    <a:pt x="2637" y="562"/>
                  </a:lnTo>
                  <a:lnTo>
                    <a:pt x="2248" y="778"/>
                  </a:lnTo>
                  <a:lnTo>
                    <a:pt x="1881" y="1059"/>
                  </a:lnTo>
                  <a:lnTo>
                    <a:pt x="1535" y="1340"/>
                  </a:lnTo>
                  <a:lnTo>
                    <a:pt x="1211" y="1664"/>
                  </a:lnTo>
                  <a:lnTo>
                    <a:pt x="930" y="2032"/>
                  </a:lnTo>
                  <a:lnTo>
                    <a:pt x="671" y="2399"/>
                  </a:lnTo>
                  <a:lnTo>
                    <a:pt x="455" y="2809"/>
                  </a:lnTo>
                  <a:lnTo>
                    <a:pt x="282" y="3242"/>
                  </a:lnTo>
                  <a:lnTo>
                    <a:pt x="152" y="3674"/>
                  </a:lnTo>
                  <a:lnTo>
                    <a:pt x="44" y="4149"/>
                  </a:lnTo>
                  <a:lnTo>
                    <a:pt x="1" y="4624"/>
                  </a:lnTo>
                  <a:lnTo>
                    <a:pt x="9832" y="4624"/>
                  </a:lnTo>
                  <a:lnTo>
                    <a:pt x="9789" y="4149"/>
                  </a:lnTo>
                  <a:lnTo>
                    <a:pt x="9681" y="3674"/>
                  </a:lnTo>
                  <a:lnTo>
                    <a:pt x="9551" y="3242"/>
                  </a:lnTo>
                  <a:lnTo>
                    <a:pt x="9357" y="2809"/>
                  </a:lnTo>
                  <a:lnTo>
                    <a:pt x="9141" y="2399"/>
                  </a:lnTo>
                  <a:lnTo>
                    <a:pt x="8903" y="2032"/>
                  </a:lnTo>
                  <a:lnTo>
                    <a:pt x="8622" y="1664"/>
                  </a:lnTo>
                  <a:lnTo>
                    <a:pt x="8298" y="1340"/>
                  </a:lnTo>
                  <a:lnTo>
                    <a:pt x="7952" y="1059"/>
                  </a:lnTo>
                  <a:lnTo>
                    <a:pt x="7585" y="778"/>
                  </a:lnTo>
                  <a:lnTo>
                    <a:pt x="7174" y="562"/>
                  </a:lnTo>
                  <a:lnTo>
                    <a:pt x="6764" y="368"/>
                  </a:lnTo>
                  <a:lnTo>
                    <a:pt x="6332" y="216"/>
                  </a:lnTo>
                  <a:lnTo>
                    <a:pt x="5878" y="87"/>
                  </a:lnTo>
                  <a:lnTo>
                    <a:pt x="5403" y="22"/>
                  </a:lnTo>
                  <a:lnTo>
                    <a:pt x="490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34">
              <a:extLst>
                <a:ext uri="{FF2B5EF4-FFF2-40B4-BE49-F238E27FC236}">
                  <a16:creationId xmlns:a16="http://schemas.microsoft.com/office/drawing/2014/main" id="{3B27007F-E28E-A0F9-9D43-C6B8E9893D24}"/>
                </a:ext>
              </a:extLst>
            </p:cNvPr>
            <p:cNvSpPr/>
            <p:nvPr/>
          </p:nvSpPr>
          <p:spPr>
            <a:xfrm>
              <a:off x="16545350" y="3256300"/>
              <a:ext cx="62700" cy="102675"/>
            </a:xfrm>
            <a:custGeom>
              <a:avLst/>
              <a:gdLst/>
              <a:ahLst/>
              <a:cxnLst/>
              <a:rect l="l" t="t" r="r" b="b"/>
              <a:pathLst>
                <a:path w="2508" h="4107" extrusionOk="0">
                  <a:moveTo>
                    <a:pt x="1232" y="1"/>
                  </a:moveTo>
                  <a:lnTo>
                    <a:pt x="1189" y="44"/>
                  </a:lnTo>
                  <a:lnTo>
                    <a:pt x="1081" y="130"/>
                  </a:lnTo>
                  <a:lnTo>
                    <a:pt x="973" y="282"/>
                  </a:lnTo>
                  <a:lnTo>
                    <a:pt x="865" y="498"/>
                  </a:lnTo>
                  <a:lnTo>
                    <a:pt x="649" y="995"/>
                  </a:lnTo>
                  <a:lnTo>
                    <a:pt x="454" y="1600"/>
                  </a:lnTo>
                  <a:lnTo>
                    <a:pt x="260" y="2205"/>
                  </a:lnTo>
                  <a:lnTo>
                    <a:pt x="130" y="2767"/>
                  </a:lnTo>
                  <a:lnTo>
                    <a:pt x="22" y="3199"/>
                  </a:lnTo>
                  <a:lnTo>
                    <a:pt x="1" y="3480"/>
                  </a:lnTo>
                  <a:lnTo>
                    <a:pt x="1" y="3544"/>
                  </a:lnTo>
                  <a:lnTo>
                    <a:pt x="22" y="3631"/>
                  </a:lnTo>
                  <a:lnTo>
                    <a:pt x="65" y="3696"/>
                  </a:lnTo>
                  <a:lnTo>
                    <a:pt x="109" y="3761"/>
                  </a:lnTo>
                  <a:lnTo>
                    <a:pt x="260" y="3869"/>
                  </a:lnTo>
                  <a:lnTo>
                    <a:pt x="433" y="3955"/>
                  </a:lnTo>
                  <a:lnTo>
                    <a:pt x="627" y="4041"/>
                  </a:lnTo>
                  <a:lnTo>
                    <a:pt x="843" y="4085"/>
                  </a:lnTo>
                  <a:lnTo>
                    <a:pt x="1059" y="4106"/>
                  </a:lnTo>
                  <a:lnTo>
                    <a:pt x="1276" y="4106"/>
                  </a:lnTo>
                  <a:lnTo>
                    <a:pt x="1492" y="4085"/>
                  </a:lnTo>
                  <a:lnTo>
                    <a:pt x="1729" y="4041"/>
                  </a:lnTo>
                  <a:lnTo>
                    <a:pt x="1945" y="3977"/>
                  </a:lnTo>
                  <a:lnTo>
                    <a:pt x="2140" y="3890"/>
                  </a:lnTo>
                  <a:lnTo>
                    <a:pt x="2313" y="3782"/>
                  </a:lnTo>
                  <a:lnTo>
                    <a:pt x="2377" y="3717"/>
                  </a:lnTo>
                  <a:lnTo>
                    <a:pt x="2421" y="3653"/>
                  </a:lnTo>
                  <a:lnTo>
                    <a:pt x="2464" y="3566"/>
                  </a:lnTo>
                  <a:lnTo>
                    <a:pt x="2486" y="3480"/>
                  </a:lnTo>
                  <a:lnTo>
                    <a:pt x="2507" y="3393"/>
                  </a:lnTo>
                  <a:lnTo>
                    <a:pt x="2486" y="3285"/>
                  </a:lnTo>
                  <a:lnTo>
                    <a:pt x="2334" y="2529"/>
                  </a:lnTo>
                  <a:lnTo>
                    <a:pt x="2226" y="1989"/>
                  </a:lnTo>
                  <a:lnTo>
                    <a:pt x="2075" y="1405"/>
                  </a:lnTo>
                  <a:lnTo>
                    <a:pt x="1902" y="865"/>
                  </a:lnTo>
                  <a:lnTo>
                    <a:pt x="1816" y="627"/>
                  </a:lnTo>
                  <a:lnTo>
                    <a:pt x="1729" y="411"/>
                  </a:lnTo>
                  <a:lnTo>
                    <a:pt x="1621" y="239"/>
                  </a:lnTo>
                  <a:lnTo>
                    <a:pt x="1513" y="109"/>
                  </a:lnTo>
                  <a:lnTo>
                    <a:pt x="1405" y="22"/>
                  </a:lnTo>
                  <a:lnTo>
                    <a:pt x="134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34">
              <a:extLst>
                <a:ext uri="{FF2B5EF4-FFF2-40B4-BE49-F238E27FC236}">
                  <a16:creationId xmlns:a16="http://schemas.microsoft.com/office/drawing/2014/main" id="{5DDA1FD2-0B02-D4C8-98E8-B5922F459883}"/>
                </a:ext>
              </a:extLst>
            </p:cNvPr>
            <p:cNvSpPr/>
            <p:nvPr/>
          </p:nvSpPr>
          <p:spPr>
            <a:xfrm>
              <a:off x="16158050" y="4209200"/>
              <a:ext cx="136150" cy="136700"/>
            </a:xfrm>
            <a:custGeom>
              <a:avLst/>
              <a:gdLst/>
              <a:ahLst/>
              <a:cxnLst/>
              <a:rect l="l" t="t" r="r" b="b"/>
              <a:pathLst>
                <a:path w="5446" h="5468" extrusionOk="0">
                  <a:moveTo>
                    <a:pt x="2723" y="1"/>
                  </a:moveTo>
                  <a:lnTo>
                    <a:pt x="2442" y="22"/>
                  </a:lnTo>
                  <a:lnTo>
                    <a:pt x="2182" y="65"/>
                  </a:lnTo>
                  <a:lnTo>
                    <a:pt x="1923" y="130"/>
                  </a:lnTo>
                  <a:lnTo>
                    <a:pt x="1664" y="217"/>
                  </a:lnTo>
                  <a:lnTo>
                    <a:pt x="1426" y="346"/>
                  </a:lnTo>
                  <a:lnTo>
                    <a:pt x="1210" y="476"/>
                  </a:lnTo>
                  <a:lnTo>
                    <a:pt x="994" y="627"/>
                  </a:lnTo>
                  <a:lnTo>
                    <a:pt x="800" y="800"/>
                  </a:lnTo>
                  <a:lnTo>
                    <a:pt x="627" y="995"/>
                  </a:lnTo>
                  <a:lnTo>
                    <a:pt x="475" y="1211"/>
                  </a:lnTo>
                  <a:lnTo>
                    <a:pt x="324" y="1427"/>
                  </a:lnTo>
                  <a:lnTo>
                    <a:pt x="216" y="1664"/>
                  </a:lnTo>
                  <a:lnTo>
                    <a:pt x="130" y="1924"/>
                  </a:lnTo>
                  <a:lnTo>
                    <a:pt x="65" y="2183"/>
                  </a:lnTo>
                  <a:lnTo>
                    <a:pt x="22" y="2464"/>
                  </a:lnTo>
                  <a:lnTo>
                    <a:pt x="0" y="2745"/>
                  </a:lnTo>
                  <a:lnTo>
                    <a:pt x="22" y="3026"/>
                  </a:lnTo>
                  <a:lnTo>
                    <a:pt x="65" y="3285"/>
                  </a:lnTo>
                  <a:lnTo>
                    <a:pt x="130" y="3544"/>
                  </a:lnTo>
                  <a:lnTo>
                    <a:pt x="216" y="3803"/>
                  </a:lnTo>
                  <a:lnTo>
                    <a:pt x="324" y="4041"/>
                  </a:lnTo>
                  <a:lnTo>
                    <a:pt x="475" y="4257"/>
                  </a:lnTo>
                  <a:lnTo>
                    <a:pt x="627" y="4473"/>
                  </a:lnTo>
                  <a:lnTo>
                    <a:pt x="800" y="4668"/>
                  </a:lnTo>
                  <a:lnTo>
                    <a:pt x="994" y="4841"/>
                  </a:lnTo>
                  <a:lnTo>
                    <a:pt x="1210" y="4992"/>
                  </a:lnTo>
                  <a:lnTo>
                    <a:pt x="1426" y="5143"/>
                  </a:lnTo>
                  <a:lnTo>
                    <a:pt x="1664" y="5251"/>
                  </a:lnTo>
                  <a:lnTo>
                    <a:pt x="1923" y="5338"/>
                  </a:lnTo>
                  <a:lnTo>
                    <a:pt x="2182" y="5402"/>
                  </a:lnTo>
                  <a:lnTo>
                    <a:pt x="2442" y="5446"/>
                  </a:lnTo>
                  <a:lnTo>
                    <a:pt x="2723" y="5467"/>
                  </a:lnTo>
                  <a:lnTo>
                    <a:pt x="3004" y="5446"/>
                  </a:lnTo>
                  <a:lnTo>
                    <a:pt x="3284" y="5402"/>
                  </a:lnTo>
                  <a:lnTo>
                    <a:pt x="3544" y="5338"/>
                  </a:lnTo>
                  <a:lnTo>
                    <a:pt x="3781" y="5251"/>
                  </a:lnTo>
                  <a:lnTo>
                    <a:pt x="4019" y="5143"/>
                  </a:lnTo>
                  <a:lnTo>
                    <a:pt x="4257" y="4992"/>
                  </a:lnTo>
                  <a:lnTo>
                    <a:pt x="4451" y="4841"/>
                  </a:lnTo>
                  <a:lnTo>
                    <a:pt x="4646" y="4668"/>
                  </a:lnTo>
                  <a:lnTo>
                    <a:pt x="4840" y="4473"/>
                  </a:lnTo>
                  <a:lnTo>
                    <a:pt x="4991" y="4257"/>
                  </a:lnTo>
                  <a:lnTo>
                    <a:pt x="5121" y="4041"/>
                  </a:lnTo>
                  <a:lnTo>
                    <a:pt x="5229" y="3803"/>
                  </a:lnTo>
                  <a:lnTo>
                    <a:pt x="5337" y="3544"/>
                  </a:lnTo>
                  <a:lnTo>
                    <a:pt x="5402" y="3285"/>
                  </a:lnTo>
                  <a:lnTo>
                    <a:pt x="5445" y="3026"/>
                  </a:lnTo>
                  <a:lnTo>
                    <a:pt x="5445" y="2745"/>
                  </a:lnTo>
                  <a:lnTo>
                    <a:pt x="5445" y="2464"/>
                  </a:lnTo>
                  <a:lnTo>
                    <a:pt x="5402" y="2183"/>
                  </a:lnTo>
                  <a:lnTo>
                    <a:pt x="5337" y="1924"/>
                  </a:lnTo>
                  <a:lnTo>
                    <a:pt x="5229" y="1664"/>
                  </a:lnTo>
                  <a:lnTo>
                    <a:pt x="5121" y="1427"/>
                  </a:lnTo>
                  <a:lnTo>
                    <a:pt x="4991" y="1211"/>
                  </a:lnTo>
                  <a:lnTo>
                    <a:pt x="4840" y="995"/>
                  </a:lnTo>
                  <a:lnTo>
                    <a:pt x="4646" y="800"/>
                  </a:lnTo>
                  <a:lnTo>
                    <a:pt x="4451" y="627"/>
                  </a:lnTo>
                  <a:lnTo>
                    <a:pt x="4257" y="476"/>
                  </a:lnTo>
                  <a:lnTo>
                    <a:pt x="4019" y="346"/>
                  </a:lnTo>
                  <a:lnTo>
                    <a:pt x="3781" y="217"/>
                  </a:lnTo>
                  <a:lnTo>
                    <a:pt x="3544" y="130"/>
                  </a:lnTo>
                  <a:lnTo>
                    <a:pt x="3284" y="65"/>
                  </a:lnTo>
                  <a:lnTo>
                    <a:pt x="3004" y="22"/>
                  </a:lnTo>
                  <a:lnTo>
                    <a:pt x="27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34">
              <a:extLst>
                <a:ext uri="{FF2B5EF4-FFF2-40B4-BE49-F238E27FC236}">
                  <a16:creationId xmlns:a16="http://schemas.microsoft.com/office/drawing/2014/main" id="{32665A66-F21A-95D3-73E9-FD7EA716589E}"/>
                </a:ext>
              </a:extLst>
            </p:cNvPr>
            <p:cNvSpPr/>
            <p:nvPr/>
          </p:nvSpPr>
          <p:spPr>
            <a:xfrm>
              <a:off x="16140225" y="3564750"/>
              <a:ext cx="180425" cy="696325"/>
            </a:xfrm>
            <a:custGeom>
              <a:avLst/>
              <a:gdLst/>
              <a:ahLst/>
              <a:cxnLst/>
              <a:rect l="l" t="t" r="r" b="b"/>
              <a:pathLst>
                <a:path w="7217" h="27853" extrusionOk="0">
                  <a:moveTo>
                    <a:pt x="0" y="1"/>
                  </a:moveTo>
                  <a:lnTo>
                    <a:pt x="130" y="3112"/>
                  </a:lnTo>
                  <a:lnTo>
                    <a:pt x="216" y="6526"/>
                  </a:lnTo>
                  <a:lnTo>
                    <a:pt x="367" y="13916"/>
                  </a:lnTo>
                  <a:lnTo>
                    <a:pt x="540" y="21306"/>
                  </a:lnTo>
                  <a:lnTo>
                    <a:pt x="627" y="24741"/>
                  </a:lnTo>
                  <a:lnTo>
                    <a:pt x="756" y="27853"/>
                  </a:lnTo>
                  <a:lnTo>
                    <a:pt x="6180" y="27853"/>
                  </a:lnTo>
                  <a:lnTo>
                    <a:pt x="6309" y="24741"/>
                  </a:lnTo>
                  <a:lnTo>
                    <a:pt x="6439" y="21306"/>
                  </a:lnTo>
                  <a:lnTo>
                    <a:pt x="6698" y="13916"/>
                  </a:lnTo>
                  <a:lnTo>
                    <a:pt x="6958" y="6526"/>
                  </a:lnTo>
                  <a:lnTo>
                    <a:pt x="7087" y="3112"/>
                  </a:lnTo>
                  <a:lnTo>
                    <a:pt x="721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34">
              <a:extLst>
                <a:ext uri="{FF2B5EF4-FFF2-40B4-BE49-F238E27FC236}">
                  <a16:creationId xmlns:a16="http://schemas.microsoft.com/office/drawing/2014/main" id="{7C3DC94E-4DA2-6315-3478-3AD8B1BE896B}"/>
                </a:ext>
              </a:extLst>
            </p:cNvPr>
            <p:cNvSpPr/>
            <p:nvPr/>
          </p:nvSpPr>
          <p:spPr>
            <a:xfrm>
              <a:off x="16145625" y="4203800"/>
              <a:ext cx="162600" cy="68100"/>
            </a:xfrm>
            <a:custGeom>
              <a:avLst/>
              <a:gdLst/>
              <a:ahLst/>
              <a:cxnLst/>
              <a:rect l="l" t="t" r="r" b="b"/>
              <a:pathLst>
                <a:path w="6504" h="2724" extrusionOk="0">
                  <a:moveTo>
                    <a:pt x="0" y="0"/>
                  </a:moveTo>
                  <a:lnTo>
                    <a:pt x="108" y="2723"/>
                  </a:lnTo>
                  <a:lnTo>
                    <a:pt x="6396" y="2723"/>
                  </a:lnTo>
                  <a:lnTo>
                    <a:pt x="650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34">
              <a:extLst>
                <a:ext uri="{FF2B5EF4-FFF2-40B4-BE49-F238E27FC236}">
                  <a16:creationId xmlns:a16="http://schemas.microsoft.com/office/drawing/2014/main" id="{DADED51E-FE1C-42FE-82BC-0AEAB66AA53A}"/>
                </a:ext>
              </a:extLst>
            </p:cNvPr>
            <p:cNvSpPr/>
            <p:nvPr/>
          </p:nvSpPr>
          <p:spPr>
            <a:xfrm>
              <a:off x="16286075" y="3546925"/>
              <a:ext cx="33500" cy="75650"/>
            </a:xfrm>
            <a:custGeom>
              <a:avLst/>
              <a:gdLst/>
              <a:ahLst/>
              <a:cxnLst/>
              <a:rect l="l" t="t" r="r" b="b"/>
              <a:pathLst>
                <a:path w="1340" h="3026" extrusionOk="0">
                  <a:moveTo>
                    <a:pt x="540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08" y="282"/>
                  </a:lnTo>
                  <a:lnTo>
                    <a:pt x="43" y="411"/>
                  </a:lnTo>
                  <a:lnTo>
                    <a:pt x="22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22" y="2486"/>
                  </a:lnTo>
                  <a:lnTo>
                    <a:pt x="43" y="2615"/>
                  </a:lnTo>
                  <a:lnTo>
                    <a:pt x="108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0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29" y="2961"/>
                  </a:lnTo>
                  <a:lnTo>
                    <a:pt x="1037" y="2918"/>
                  </a:lnTo>
                  <a:lnTo>
                    <a:pt x="1145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18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8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5" y="195"/>
                  </a:lnTo>
                  <a:lnTo>
                    <a:pt x="1037" y="109"/>
                  </a:lnTo>
                  <a:lnTo>
                    <a:pt x="929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34">
              <a:extLst>
                <a:ext uri="{FF2B5EF4-FFF2-40B4-BE49-F238E27FC236}">
                  <a16:creationId xmlns:a16="http://schemas.microsoft.com/office/drawing/2014/main" id="{C4363921-D70D-53C1-40CE-4A3A815139DC}"/>
                </a:ext>
              </a:extLst>
            </p:cNvPr>
            <p:cNvSpPr/>
            <p:nvPr/>
          </p:nvSpPr>
          <p:spPr>
            <a:xfrm>
              <a:off x="16248800" y="3546925"/>
              <a:ext cx="33500" cy="75650"/>
            </a:xfrm>
            <a:custGeom>
              <a:avLst/>
              <a:gdLst/>
              <a:ahLst/>
              <a:cxnLst/>
              <a:rect l="l" t="t" r="r" b="b"/>
              <a:pathLst>
                <a:path w="1340" h="3026" extrusionOk="0">
                  <a:moveTo>
                    <a:pt x="519" y="1"/>
                  </a:moveTo>
                  <a:lnTo>
                    <a:pt x="411" y="44"/>
                  </a:lnTo>
                  <a:lnTo>
                    <a:pt x="281" y="109"/>
                  </a:lnTo>
                  <a:lnTo>
                    <a:pt x="195" y="195"/>
                  </a:lnTo>
                  <a:lnTo>
                    <a:pt x="108" y="282"/>
                  </a:lnTo>
                  <a:lnTo>
                    <a:pt x="43" y="411"/>
                  </a:lnTo>
                  <a:lnTo>
                    <a:pt x="0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0" y="2486"/>
                  </a:lnTo>
                  <a:lnTo>
                    <a:pt x="43" y="2615"/>
                  </a:lnTo>
                  <a:lnTo>
                    <a:pt x="108" y="2723"/>
                  </a:lnTo>
                  <a:lnTo>
                    <a:pt x="195" y="2831"/>
                  </a:lnTo>
                  <a:lnTo>
                    <a:pt x="281" y="2918"/>
                  </a:lnTo>
                  <a:lnTo>
                    <a:pt x="411" y="2961"/>
                  </a:lnTo>
                  <a:lnTo>
                    <a:pt x="519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29" y="2961"/>
                  </a:lnTo>
                  <a:lnTo>
                    <a:pt x="1037" y="2918"/>
                  </a:lnTo>
                  <a:lnTo>
                    <a:pt x="1145" y="2831"/>
                  </a:lnTo>
                  <a:lnTo>
                    <a:pt x="1210" y="2723"/>
                  </a:lnTo>
                  <a:lnTo>
                    <a:pt x="1275" y="2615"/>
                  </a:lnTo>
                  <a:lnTo>
                    <a:pt x="1318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8" y="519"/>
                  </a:lnTo>
                  <a:lnTo>
                    <a:pt x="1275" y="411"/>
                  </a:lnTo>
                  <a:lnTo>
                    <a:pt x="1210" y="282"/>
                  </a:lnTo>
                  <a:lnTo>
                    <a:pt x="1145" y="195"/>
                  </a:lnTo>
                  <a:lnTo>
                    <a:pt x="1037" y="109"/>
                  </a:lnTo>
                  <a:lnTo>
                    <a:pt x="929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34">
              <a:extLst>
                <a:ext uri="{FF2B5EF4-FFF2-40B4-BE49-F238E27FC236}">
                  <a16:creationId xmlns:a16="http://schemas.microsoft.com/office/drawing/2014/main" id="{CB7FE232-9972-1E10-F810-DEAF53359BC2}"/>
                </a:ext>
              </a:extLst>
            </p:cNvPr>
            <p:cNvSpPr/>
            <p:nvPr/>
          </p:nvSpPr>
          <p:spPr>
            <a:xfrm>
              <a:off x="1621097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30" y="282"/>
                  </a:lnTo>
                  <a:lnTo>
                    <a:pt x="65" y="411"/>
                  </a:lnTo>
                  <a:lnTo>
                    <a:pt x="22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22" y="2486"/>
                  </a:lnTo>
                  <a:lnTo>
                    <a:pt x="65" y="2615"/>
                  </a:lnTo>
                  <a:lnTo>
                    <a:pt x="130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0" y="3026"/>
                  </a:lnTo>
                  <a:lnTo>
                    <a:pt x="822" y="3004"/>
                  </a:lnTo>
                  <a:lnTo>
                    <a:pt x="930" y="2961"/>
                  </a:lnTo>
                  <a:lnTo>
                    <a:pt x="1059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40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40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59" y="109"/>
                  </a:lnTo>
                  <a:lnTo>
                    <a:pt x="930" y="44"/>
                  </a:lnTo>
                  <a:lnTo>
                    <a:pt x="8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34">
              <a:extLst>
                <a:ext uri="{FF2B5EF4-FFF2-40B4-BE49-F238E27FC236}">
                  <a16:creationId xmlns:a16="http://schemas.microsoft.com/office/drawing/2014/main" id="{B60B2BDC-FA78-2B4C-1CC5-C1F7C399792F}"/>
                </a:ext>
              </a:extLst>
            </p:cNvPr>
            <p:cNvSpPr/>
            <p:nvPr/>
          </p:nvSpPr>
          <p:spPr>
            <a:xfrm>
              <a:off x="16173700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66" y="411"/>
                  </a:lnTo>
                  <a:lnTo>
                    <a:pt x="22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22" y="2486"/>
                  </a:lnTo>
                  <a:lnTo>
                    <a:pt x="66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1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19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9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34">
              <a:extLst>
                <a:ext uri="{FF2B5EF4-FFF2-40B4-BE49-F238E27FC236}">
                  <a16:creationId xmlns:a16="http://schemas.microsoft.com/office/drawing/2014/main" id="{2ABE7C48-D9A1-3183-EEC7-95F4E1A7262C}"/>
                </a:ext>
              </a:extLst>
            </p:cNvPr>
            <p:cNvSpPr/>
            <p:nvPr/>
          </p:nvSpPr>
          <p:spPr>
            <a:xfrm>
              <a:off x="1613642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282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44" y="411"/>
                  </a:lnTo>
                  <a:lnTo>
                    <a:pt x="1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1" y="2486"/>
                  </a:lnTo>
                  <a:lnTo>
                    <a:pt x="44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282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1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11" y="2723"/>
                  </a:lnTo>
                  <a:lnTo>
                    <a:pt x="1276" y="2615"/>
                  </a:lnTo>
                  <a:lnTo>
                    <a:pt x="1319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9" y="519"/>
                  </a:lnTo>
                  <a:lnTo>
                    <a:pt x="1276" y="411"/>
                  </a:lnTo>
                  <a:lnTo>
                    <a:pt x="1211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34">
              <a:extLst>
                <a:ext uri="{FF2B5EF4-FFF2-40B4-BE49-F238E27FC236}">
                  <a16:creationId xmlns:a16="http://schemas.microsoft.com/office/drawing/2014/main" id="{FEB06105-F199-8FFA-813B-A567C876BB54}"/>
                </a:ext>
              </a:extLst>
            </p:cNvPr>
            <p:cNvSpPr/>
            <p:nvPr/>
          </p:nvSpPr>
          <p:spPr>
            <a:xfrm>
              <a:off x="16135900" y="3508575"/>
              <a:ext cx="183150" cy="55675"/>
            </a:xfrm>
            <a:custGeom>
              <a:avLst/>
              <a:gdLst/>
              <a:ahLst/>
              <a:cxnLst/>
              <a:rect l="l" t="t" r="r" b="b"/>
              <a:pathLst>
                <a:path w="7326" h="2227" extrusionOk="0">
                  <a:moveTo>
                    <a:pt x="0" y="1"/>
                  </a:moveTo>
                  <a:lnTo>
                    <a:pt x="0" y="2226"/>
                  </a:lnTo>
                  <a:lnTo>
                    <a:pt x="7325" y="2226"/>
                  </a:lnTo>
                  <a:lnTo>
                    <a:pt x="732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34">
              <a:extLst>
                <a:ext uri="{FF2B5EF4-FFF2-40B4-BE49-F238E27FC236}">
                  <a16:creationId xmlns:a16="http://schemas.microsoft.com/office/drawing/2014/main" id="{8A2472AA-3D2B-F811-5384-4B3189B160CF}"/>
                </a:ext>
              </a:extLst>
            </p:cNvPr>
            <p:cNvSpPr/>
            <p:nvPr/>
          </p:nvSpPr>
          <p:spPr>
            <a:xfrm>
              <a:off x="16485925" y="3986650"/>
              <a:ext cx="182625" cy="95625"/>
            </a:xfrm>
            <a:custGeom>
              <a:avLst/>
              <a:gdLst/>
              <a:ahLst/>
              <a:cxnLst/>
              <a:rect l="l" t="t" r="r" b="b"/>
              <a:pathLst>
                <a:path w="7305" h="3825" extrusionOk="0">
                  <a:moveTo>
                    <a:pt x="6008" y="1318"/>
                  </a:moveTo>
                  <a:lnTo>
                    <a:pt x="6008" y="2528"/>
                  </a:lnTo>
                  <a:lnTo>
                    <a:pt x="1319" y="2528"/>
                  </a:lnTo>
                  <a:lnTo>
                    <a:pt x="1319" y="1318"/>
                  </a:lnTo>
                  <a:close/>
                  <a:moveTo>
                    <a:pt x="1" y="0"/>
                  </a:moveTo>
                  <a:lnTo>
                    <a:pt x="1" y="3825"/>
                  </a:lnTo>
                  <a:lnTo>
                    <a:pt x="7304" y="3825"/>
                  </a:lnTo>
                  <a:lnTo>
                    <a:pt x="730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34">
              <a:extLst>
                <a:ext uri="{FF2B5EF4-FFF2-40B4-BE49-F238E27FC236}">
                  <a16:creationId xmlns:a16="http://schemas.microsoft.com/office/drawing/2014/main" id="{60ED5AF6-5260-94AB-B6A8-AE74F210DDD0}"/>
                </a:ext>
              </a:extLst>
            </p:cNvPr>
            <p:cNvSpPr/>
            <p:nvPr/>
          </p:nvSpPr>
          <p:spPr>
            <a:xfrm>
              <a:off x="16851100" y="4209200"/>
              <a:ext cx="136150" cy="136700"/>
            </a:xfrm>
            <a:custGeom>
              <a:avLst/>
              <a:gdLst/>
              <a:ahLst/>
              <a:cxnLst/>
              <a:rect l="l" t="t" r="r" b="b"/>
              <a:pathLst>
                <a:path w="5446" h="5468" extrusionOk="0">
                  <a:moveTo>
                    <a:pt x="2723" y="1"/>
                  </a:moveTo>
                  <a:lnTo>
                    <a:pt x="2442" y="22"/>
                  </a:lnTo>
                  <a:lnTo>
                    <a:pt x="2183" y="65"/>
                  </a:lnTo>
                  <a:lnTo>
                    <a:pt x="1924" y="130"/>
                  </a:lnTo>
                  <a:lnTo>
                    <a:pt x="1664" y="217"/>
                  </a:lnTo>
                  <a:lnTo>
                    <a:pt x="1427" y="346"/>
                  </a:lnTo>
                  <a:lnTo>
                    <a:pt x="1211" y="476"/>
                  </a:lnTo>
                  <a:lnTo>
                    <a:pt x="994" y="627"/>
                  </a:lnTo>
                  <a:lnTo>
                    <a:pt x="800" y="800"/>
                  </a:lnTo>
                  <a:lnTo>
                    <a:pt x="627" y="995"/>
                  </a:lnTo>
                  <a:lnTo>
                    <a:pt x="454" y="1211"/>
                  </a:lnTo>
                  <a:lnTo>
                    <a:pt x="325" y="1427"/>
                  </a:lnTo>
                  <a:lnTo>
                    <a:pt x="217" y="1664"/>
                  </a:lnTo>
                  <a:lnTo>
                    <a:pt x="130" y="1924"/>
                  </a:lnTo>
                  <a:lnTo>
                    <a:pt x="44" y="2183"/>
                  </a:lnTo>
                  <a:lnTo>
                    <a:pt x="22" y="2464"/>
                  </a:lnTo>
                  <a:lnTo>
                    <a:pt x="1" y="2745"/>
                  </a:lnTo>
                  <a:lnTo>
                    <a:pt x="22" y="3026"/>
                  </a:lnTo>
                  <a:lnTo>
                    <a:pt x="44" y="3285"/>
                  </a:lnTo>
                  <a:lnTo>
                    <a:pt x="130" y="3544"/>
                  </a:lnTo>
                  <a:lnTo>
                    <a:pt x="217" y="3803"/>
                  </a:lnTo>
                  <a:lnTo>
                    <a:pt x="325" y="4041"/>
                  </a:lnTo>
                  <a:lnTo>
                    <a:pt x="454" y="4257"/>
                  </a:lnTo>
                  <a:lnTo>
                    <a:pt x="627" y="4473"/>
                  </a:lnTo>
                  <a:lnTo>
                    <a:pt x="800" y="4668"/>
                  </a:lnTo>
                  <a:lnTo>
                    <a:pt x="994" y="4841"/>
                  </a:lnTo>
                  <a:lnTo>
                    <a:pt x="1211" y="4992"/>
                  </a:lnTo>
                  <a:lnTo>
                    <a:pt x="1427" y="5143"/>
                  </a:lnTo>
                  <a:lnTo>
                    <a:pt x="1664" y="5251"/>
                  </a:lnTo>
                  <a:lnTo>
                    <a:pt x="1924" y="5338"/>
                  </a:lnTo>
                  <a:lnTo>
                    <a:pt x="2183" y="5402"/>
                  </a:lnTo>
                  <a:lnTo>
                    <a:pt x="2442" y="5446"/>
                  </a:lnTo>
                  <a:lnTo>
                    <a:pt x="2723" y="5467"/>
                  </a:lnTo>
                  <a:lnTo>
                    <a:pt x="3004" y="5446"/>
                  </a:lnTo>
                  <a:lnTo>
                    <a:pt x="3285" y="5402"/>
                  </a:lnTo>
                  <a:lnTo>
                    <a:pt x="3544" y="5338"/>
                  </a:lnTo>
                  <a:lnTo>
                    <a:pt x="3782" y="5251"/>
                  </a:lnTo>
                  <a:lnTo>
                    <a:pt x="4020" y="5143"/>
                  </a:lnTo>
                  <a:lnTo>
                    <a:pt x="4257" y="4992"/>
                  </a:lnTo>
                  <a:lnTo>
                    <a:pt x="4452" y="4841"/>
                  </a:lnTo>
                  <a:lnTo>
                    <a:pt x="4646" y="4668"/>
                  </a:lnTo>
                  <a:lnTo>
                    <a:pt x="4841" y="4473"/>
                  </a:lnTo>
                  <a:lnTo>
                    <a:pt x="4992" y="4257"/>
                  </a:lnTo>
                  <a:lnTo>
                    <a:pt x="5121" y="4041"/>
                  </a:lnTo>
                  <a:lnTo>
                    <a:pt x="5230" y="3803"/>
                  </a:lnTo>
                  <a:lnTo>
                    <a:pt x="5338" y="3544"/>
                  </a:lnTo>
                  <a:lnTo>
                    <a:pt x="5402" y="3285"/>
                  </a:lnTo>
                  <a:lnTo>
                    <a:pt x="5446" y="3026"/>
                  </a:lnTo>
                  <a:lnTo>
                    <a:pt x="5446" y="2745"/>
                  </a:lnTo>
                  <a:lnTo>
                    <a:pt x="5446" y="2464"/>
                  </a:lnTo>
                  <a:lnTo>
                    <a:pt x="5402" y="2183"/>
                  </a:lnTo>
                  <a:lnTo>
                    <a:pt x="5338" y="1924"/>
                  </a:lnTo>
                  <a:lnTo>
                    <a:pt x="5230" y="1664"/>
                  </a:lnTo>
                  <a:lnTo>
                    <a:pt x="5121" y="1427"/>
                  </a:lnTo>
                  <a:lnTo>
                    <a:pt x="4992" y="1211"/>
                  </a:lnTo>
                  <a:lnTo>
                    <a:pt x="4841" y="995"/>
                  </a:lnTo>
                  <a:lnTo>
                    <a:pt x="4646" y="800"/>
                  </a:lnTo>
                  <a:lnTo>
                    <a:pt x="4452" y="627"/>
                  </a:lnTo>
                  <a:lnTo>
                    <a:pt x="4257" y="476"/>
                  </a:lnTo>
                  <a:lnTo>
                    <a:pt x="4020" y="346"/>
                  </a:lnTo>
                  <a:lnTo>
                    <a:pt x="3782" y="217"/>
                  </a:lnTo>
                  <a:lnTo>
                    <a:pt x="3544" y="130"/>
                  </a:lnTo>
                  <a:lnTo>
                    <a:pt x="3285" y="65"/>
                  </a:lnTo>
                  <a:lnTo>
                    <a:pt x="3004" y="22"/>
                  </a:lnTo>
                  <a:lnTo>
                    <a:pt x="27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34">
              <a:extLst>
                <a:ext uri="{FF2B5EF4-FFF2-40B4-BE49-F238E27FC236}">
                  <a16:creationId xmlns:a16="http://schemas.microsoft.com/office/drawing/2014/main" id="{23FF64D0-8B89-2EA2-439A-F33C1F323376}"/>
                </a:ext>
              </a:extLst>
            </p:cNvPr>
            <p:cNvSpPr/>
            <p:nvPr/>
          </p:nvSpPr>
          <p:spPr>
            <a:xfrm>
              <a:off x="16824625" y="3564750"/>
              <a:ext cx="180450" cy="696325"/>
            </a:xfrm>
            <a:custGeom>
              <a:avLst/>
              <a:gdLst/>
              <a:ahLst/>
              <a:cxnLst/>
              <a:rect l="l" t="t" r="r" b="b"/>
              <a:pathLst>
                <a:path w="7218" h="27853" extrusionOk="0">
                  <a:moveTo>
                    <a:pt x="1" y="1"/>
                  </a:moveTo>
                  <a:lnTo>
                    <a:pt x="130" y="3112"/>
                  </a:lnTo>
                  <a:lnTo>
                    <a:pt x="260" y="6526"/>
                  </a:lnTo>
                  <a:lnTo>
                    <a:pt x="519" y="13916"/>
                  </a:lnTo>
                  <a:lnTo>
                    <a:pt x="779" y="21306"/>
                  </a:lnTo>
                  <a:lnTo>
                    <a:pt x="908" y="24741"/>
                  </a:lnTo>
                  <a:lnTo>
                    <a:pt x="1038" y="27853"/>
                  </a:lnTo>
                  <a:lnTo>
                    <a:pt x="6483" y="27853"/>
                  </a:lnTo>
                  <a:lnTo>
                    <a:pt x="6591" y="24741"/>
                  </a:lnTo>
                  <a:lnTo>
                    <a:pt x="6699" y="21306"/>
                  </a:lnTo>
                  <a:lnTo>
                    <a:pt x="6850" y="13916"/>
                  </a:lnTo>
                  <a:lnTo>
                    <a:pt x="7002" y="6526"/>
                  </a:lnTo>
                  <a:lnTo>
                    <a:pt x="7110" y="3112"/>
                  </a:lnTo>
                  <a:lnTo>
                    <a:pt x="721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34">
              <a:extLst>
                <a:ext uri="{FF2B5EF4-FFF2-40B4-BE49-F238E27FC236}">
                  <a16:creationId xmlns:a16="http://schemas.microsoft.com/office/drawing/2014/main" id="{7ED0E8CC-50F9-13B0-BB40-AE474EA6C81F}"/>
                </a:ext>
              </a:extLst>
            </p:cNvPr>
            <p:cNvSpPr/>
            <p:nvPr/>
          </p:nvSpPr>
          <p:spPr>
            <a:xfrm>
              <a:off x="16837050" y="4203800"/>
              <a:ext cx="162625" cy="68100"/>
            </a:xfrm>
            <a:custGeom>
              <a:avLst/>
              <a:gdLst/>
              <a:ahLst/>
              <a:cxnLst/>
              <a:rect l="l" t="t" r="r" b="b"/>
              <a:pathLst>
                <a:path w="6505" h="2724" extrusionOk="0">
                  <a:moveTo>
                    <a:pt x="1" y="0"/>
                  </a:moveTo>
                  <a:lnTo>
                    <a:pt x="130" y="2723"/>
                  </a:lnTo>
                  <a:lnTo>
                    <a:pt x="6397" y="2723"/>
                  </a:lnTo>
                  <a:lnTo>
                    <a:pt x="650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34">
              <a:extLst>
                <a:ext uri="{FF2B5EF4-FFF2-40B4-BE49-F238E27FC236}">
                  <a16:creationId xmlns:a16="http://schemas.microsoft.com/office/drawing/2014/main" id="{4D5D9568-6A70-A097-D6C8-86B29256CE01}"/>
                </a:ext>
              </a:extLst>
            </p:cNvPr>
            <p:cNvSpPr/>
            <p:nvPr/>
          </p:nvSpPr>
          <p:spPr>
            <a:xfrm>
              <a:off x="16825700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31" y="282"/>
                  </a:lnTo>
                  <a:lnTo>
                    <a:pt x="66" y="411"/>
                  </a:lnTo>
                  <a:lnTo>
                    <a:pt x="23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23" y="2486"/>
                  </a:lnTo>
                  <a:lnTo>
                    <a:pt x="66" y="2615"/>
                  </a:lnTo>
                  <a:lnTo>
                    <a:pt x="131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1" y="3026"/>
                  </a:lnTo>
                  <a:lnTo>
                    <a:pt x="822" y="3004"/>
                  </a:lnTo>
                  <a:lnTo>
                    <a:pt x="930" y="2961"/>
                  </a:lnTo>
                  <a:lnTo>
                    <a:pt x="1060" y="2918"/>
                  </a:lnTo>
                  <a:lnTo>
                    <a:pt x="1146" y="2831"/>
                  </a:lnTo>
                  <a:lnTo>
                    <a:pt x="1233" y="2723"/>
                  </a:lnTo>
                  <a:lnTo>
                    <a:pt x="1297" y="2615"/>
                  </a:lnTo>
                  <a:lnTo>
                    <a:pt x="1341" y="2486"/>
                  </a:lnTo>
                  <a:lnTo>
                    <a:pt x="1341" y="2356"/>
                  </a:lnTo>
                  <a:lnTo>
                    <a:pt x="1341" y="671"/>
                  </a:lnTo>
                  <a:lnTo>
                    <a:pt x="1341" y="519"/>
                  </a:lnTo>
                  <a:lnTo>
                    <a:pt x="1297" y="411"/>
                  </a:lnTo>
                  <a:lnTo>
                    <a:pt x="1233" y="282"/>
                  </a:lnTo>
                  <a:lnTo>
                    <a:pt x="1146" y="195"/>
                  </a:lnTo>
                  <a:lnTo>
                    <a:pt x="1060" y="109"/>
                  </a:lnTo>
                  <a:lnTo>
                    <a:pt x="930" y="44"/>
                  </a:lnTo>
                  <a:lnTo>
                    <a:pt x="8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34">
              <a:extLst>
                <a:ext uri="{FF2B5EF4-FFF2-40B4-BE49-F238E27FC236}">
                  <a16:creationId xmlns:a16="http://schemas.microsoft.com/office/drawing/2014/main" id="{5DF60A24-11CD-625B-8667-AB375CC345A7}"/>
                </a:ext>
              </a:extLst>
            </p:cNvPr>
            <p:cNvSpPr/>
            <p:nvPr/>
          </p:nvSpPr>
          <p:spPr>
            <a:xfrm>
              <a:off x="1686352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19" y="1"/>
                  </a:moveTo>
                  <a:lnTo>
                    <a:pt x="411" y="44"/>
                  </a:lnTo>
                  <a:lnTo>
                    <a:pt x="281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44" y="411"/>
                  </a:lnTo>
                  <a:lnTo>
                    <a:pt x="0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0" y="2486"/>
                  </a:lnTo>
                  <a:lnTo>
                    <a:pt x="44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281" y="2918"/>
                  </a:lnTo>
                  <a:lnTo>
                    <a:pt x="411" y="2961"/>
                  </a:lnTo>
                  <a:lnTo>
                    <a:pt x="519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11" y="2723"/>
                  </a:lnTo>
                  <a:lnTo>
                    <a:pt x="1275" y="2615"/>
                  </a:lnTo>
                  <a:lnTo>
                    <a:pt x="1319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9" y="519"/>
                  </a:lnTo>
                  <a:lnTo>
                    <a:pt x="1275" y="411"/>
                  </a:lnTo>
                  <a:lnTo>
                    <a:pt x="1211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34">
              <a:extLst>
                <a:ext uri="{FF2B5EF4-FFF2-40B4-BE49-F238E27FC236}">
                  <a16:creationId xmlns:a16="http://schemas.microsoft.com/office/drawing/2014/main" id="{B13F8566-C2F5-2C47-4B5D-C76A3C8FE0F7}"/>
                </a:ext>
              </a:extLst>
            </p:cNvPr>
            <p:cNvSpPr/>
            <p:nvPr/>
          </p:nvSpPr>
          <p:spPr>
            <a:xfrm>
              <a:off x="16900800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08" y="282"/>
                  </a:lnTo>
                  <a:lnTo>
                    <a:pt x="44" y="411"/>
                  </a:lnTo>
                  <a:lnTo>
                    <a:pt x="22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22" y="2486"/>
                  </a:lnTo>
                  <a:lnTo>
                    <a:pt x="44" y="2615"/>
                  </a:lnTo>
                  <a:lnTo>
                    <a:pt x="108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75" y="2615"/>
                  </a:lnTo>
                  <a:lnTo>
                    <a:pt x="1318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8" y="519"/>
                  </a:lnTo>
                  <a:lnTo>
                    <a:pt x="1275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34">
              <a:extLst>
                <a:ext uri="{FF2B5EF4-FFF2-40B4-BE49-F238E27FC236}">
                  <a16:creationId xmlns:a16="http://schemas.microsoft.com/office/drawing/2014/main" id="{621721A7-3BDD-9FCC-4AD1-982102A04055}"/>
                </a:ext>
              </a:extLst>
            </p:cNvPr>
            <p:cNvSpPr/>
            <p:nvPr/>
          </p:nvSpPr>
          <p:spPr>
            <a:xfrm>
              <a:off x="16938075" y="3546925"/>
              <a:ext cx="33500" cy="75650"/>
            </a:xfrm>
            <a:custGeom>
              <a:avLst/>
              <a:gdLst/>
              <a:ahLst/>
              <a:cxnLst/>
              <a:rect l="l" t="t" r="r" b="b"/>
              <a:pathLst>
                <a:path w="1340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30" y="282"/>
                  </a:lnTo>
                  <a:lnTo>
                    <a:pt x="65" y="411"/>
                  </a:lnTo>
                  <a:lnTo>
                    <a:pt x="22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22" y="2486"/>
                  </a:lnTo>
                  <a:lnTo>
                    <a:pt x="65" y="2615"/>
                  </a:lnTo>
                  <a:lnTo>
                    <a:pt x="130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29" y="2961"/>
                  </a:lnTo>
                  <a:lnTo>
                    <a:pt x="1059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40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40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59" y="109"/>
                  </a:lnTo>
                  <a:lnTo>
                    <a:pt x="929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34">
              <a:extLst>
                <a:ext uri="{FF2B5EF4-FFF2-40B4-BE49-F238E27FC236}">
                  <a16:creationId xmlns:a16="http://schemas.microsoft.com/office/drawing/2014/main" id="{E2EDFD24-5EB6-1999-1845-E53D01E299EB}"/>
                </a:ext>
              </a:extLst>
            </p:cNvPr>
            <p:cNvSpPr/>
            <p:nvPr/>
          </p:nvSpPr>
          <p:spPr>
            <a:xfrm>
              <a:off x="1697587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19" y="1"/>
                  </a:moveTo>
                  <a:lnTo>
                    <a:pt x="390" y="44"/>
                  </a:lnTo>
                  <a:lnTo>
                    <a:pt x="282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44" y="411"/>
                  </a:lnTo>
                  <a:lnTo>
                    <a:pt x="1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1" y="2486"/>
                  </a:lnTo>
                  <a:lnTo>
                    <a:pt x="44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282" y="2918"/>
                  </a:lnTo>
                  <a:lnTo>
                    <a:pt x="390" y="2961"/>
                  </a:lnTo>
                  <a:lnTo>
                    <a:pt x="519" y="3004"/>
                  </a:lnTo>
                  <a:lnTo>
                    <a:pt x="671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24" y="2831"/>
                  </a:lnTo>
                  <a:lnTo>
                    <a:pt x="1211" y="2723"/>
                  </a:lnTo>
                  <a:lnTo>
                    <a:pt x="1276" y="2615"/>
                  </a:lnTo>
                  <a:lnTo>
                    <a:pt x="1319" y="2486"/>
                  </a:lnTo>
                  <a:lnTo>
                    <a:pt x="1341" y="2356"/>
                  </a:lnTo>
                  <a:lnTo>
                    <a:pt x="1341" y="671"/>
                  </a:lnTo>
                  <a:lnTo>
                    <a:pt x="1319" y="519"/>
                  </a:lnTo>
                  <a:lnTo>
                    <a:pt x="1276" y="411"/>
                  </a:lnTo>
                  <a:lnTo>
                    <a:pt x="1211" y="282"/>
                  </a:lnTo>
                  <a:lnTo>
                    <a:pt x="1124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34">
              <a:extLst>
                <a:ext uri="{FF2B5EF4-FFF2-40B4-BE49-F238E27FC236}">
                  <a16:creationId xmlns:a16="http://schemas.microsoft.com/office/drawing/2014/main" id="{7B4308C0-E484-75D8-B01B-13A172EBC70B}"/>
                </a:ext>
              </a:extLst>
            </p:cNvPr>
            <p:cNvSpPr/>
            <p:nvPr/>
          </p:nvSpPr>
          <p:spPr>
            <a:xfrm>
              <a:off x="16826250" y="3508575"/>
              <a:ext cx="183150" cy="55675"/>
            </a:xfrm>
            <a:custGeom>
              <a:avLst/>
              <a:gdLst/>
              <a:ahLst/>
              <a:cxnLst/>
              <a:rect l="l" t="t" r="r" b="b"/>
              <a:pathLst>
                <a:path w="7326" h="2227" extrusionOk="0">
                  <a:moveTo>
                    <a:pt x="1" y="1"/>
                  </a:moveTo>
                  <a:lnTo>
                    <a:pt x="1" y="2226"/>
                  </a:lnTo>
                  <a:lnTo>
                    <a:pt x="7326" y="2226"/>
                  </a:lnTo>
                  <a:lnTo>
                    <a:pt x="732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34">
              <a:extLst>
                <a:ext uri="{FF2B5EF4-FFF2-40B4-BE49-F238E27FC236}">
                  <a16:creationId xmlns:a16="http://schemas.microsoft.com/office/drawing/2014/main" id="{8FD134B4-7D95-1C9B-2BE2-F1537C93ABFB}"/>
                </a:ext>
              </a:extLst>
            </p:cNvPr>
            <p:cNvSpPr/>
            <p:nvPr/>
          </p:nvSpPr>
          <p:spPr>
            <a:xfrm>
              <a:off x="16573450" y="2853325"/>
              <a:ext cx="20550" cy="21100"/>
            </a:xfrm>
            <a:custGeom>
              <a:avLst/>
              <a:gdLst/>
              <a:ahLst/>
              <a:cxnLst/>
              <a:rect l="l" t="t" r="r" b="b"/>
              <a:pathLst>
                <a:path w="822" h="844" extrusionOk="0">
                  <a:moveTo>
                    <a:pt x="432" y="1"/>
                  </a:moveTo>
                  <a:lnTo>
                    <a:pt x="346" y="22"/>
                  </a:lnTo>
                  <a:lnTo>
                    <a:pt x="260" y="44"/>
                  </a:lnTo>
                  <a:lnTo>
                    <a:pt x="195" y="87"/>
                  </a:lnTo>
                  <a:lnTo>
                    <a:pt x="130" y="130"/>
                  </a:lnTo>
                  <a:lnTo>
                    <a:pt x="65" y="195"/>
                  </a:lnTo>
                  <a:lnTo>
                    <a:pt x="22" y="260"/>
                  </a:lnTo>
                  <a:lnTo>
                    <a:pt x="0" y="346"/>
                  </a:lnTo>
                  <a:lnTo>
                    <a:pt x="0" y="454"/>
                  </a:lnTo>
                  <a:lnTo>
                    <a:pt x="0" y="584"/>
                  </a:lnTo>
                  <a:lnTo>
                    <a:pt x="43" y="670"/>
                  </a:lnTo>
                  <a:lnTo>
                    <a:pt x="108" y="757"/>
                  </a:lnTo>
                  <a:lnTo>
                    <a:pt x="195" y="800"/>
                  </a:lnTo>
                  <a:lnTo>
                    <a:pt x="303" y="843"/>
                  </a:lnTo>
                  <a:lnTo>
                    <a:pt x="411" y="843"/>
                  </a:lnTo>
                  <a:lnTo>
                    <a:pt x="519" y="822"/>
                  </a:lnTo>
                  <a:lnTo>
                    <a:pt x="605" y="778"/>
                  </a:lnTo>
                  <a:lnTo>
                    <a:pt x="692" y="714"/>
                  </a:lnTo>
                  <a:lnTo>
                    <a:pt x="757" y="627"/>
                  </a:lnTo>
                  <a:lnTo>
                    <a:pt x="800" y="519"/>
                  </a:lnTo>
                  <a:lnTo>
                    <a:pt x="821" y="411"/>
                  </a:lnTo>
                  <a:lnTo>
                    <a:pt x="821" y="303"/>
                  </a:lnTo>
                  <a:lnTo>
                    <a:pt x="800" y="217"/>
                  </a:lnTo>
                  <a:lnTo>
                    <a:pt x="735" y="130"/>
                  </a:lnTo>
                  <a:lnTo>
                    <a:pt x="670" y="65"/>
                  </a:lnTo>
                  <a:lnTo>
                    <a:pt x="562" y="22"/>
                  </a:lnTo>
                  <a:lnTo>
                    <a:pt x="43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34">
              <a:extLst>
                <a:ext uri="{FF2B5EF4-FFF2-40B4-BE49-F238E27FC236}">
                  <a16:creationId xmlns:a16="http://schemas.microsoft.com/office/drawing/2014/main" id="{2F9A0498-1587-D24D-7D28-9B1527BECC86}"/>
                </a:ext>
              </a:extLst>
            </p:cNvPr>
            <p:cNvSpPr/>
            <p:nvPr/>
          </p:nvSpPr>
          <p:spPr>
            <a:xfrm>
              <a:off x="1639572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extrusionOk="0">
                  <a:moveTo>
                    <a:pt x="1102" y="1"/>
                  </a:moveTo>
                  <a:lnTo>
                    <a:pt x="886" y="23"/>
                  </a:lnTo>
                  <a:lnTo>
                    <a:pt x="670" y="66"/>
                  </a:lnTo>
                  <a:lnTo>
                    <a:pt x="497" y="131"/>
                  </a:lnTo>
                  <a:lnTo>
                    <a:pt x="325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5" y="1362"/>
                  </a:lnTo>
                  <a:lnTo>
                    <a:pt x="497" y="1449"/>
                  </a:lnTo>
                  <a:lnTo>
                    <a:pt x="670" y="1535"/>
                  </a:lnTo>
                  <a:lnTo>
                    <a:pt x="886" y="1578"/>
                  </a:lnTo>
                  <a:lnTo>
                    <a:pt x="1102" y="1600"/>
                  </a:lnTo>
                  <a:lnTo>
                    <a:pt x="1340" y="1578"/>
                  </a:lnTo>
                  <a:lnTo>
                    <a:pt x="1535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40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40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35" y="66"/>
                  </a:lnTo>
                  <a:lnTo>
                    <a:pt x="1340" y="23"/>
                  </a:lnTo>
                  <a:lnTo>
                    <a:pt x="11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34">
              <a:extLst>
                <a:ext uri="{FF2B5EF4-FFF2-40B4-BE49-F238E27FC236}">
                  <a16:creationId xmlns:a16="http://schemas.microsoft.com/office/drawing/2014/main" id="{0E7B92C8-3AB1-A5B8-3D6C-414F36BFB99B}"/>
                </a:ext>
              </a:extLst>
            </p:cNvPr>
            <p:cNvSpPr/>
            <p:nvPr/>
          </p:nvSpPr>
          <p:spPr>
            <a:xfrm>
              <a:off x="1639572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fill="none" extrusionOk="0">
                  <a:moveTo>
                    <a:pt x="1102" y="1"/>
                  </a:moveTo>
                  <a:lnTo>
                    <a:pt x="1102" y="1"/>
                  </a:lnTo>
                  <a:lnTo>
                    <a:pt x="886" y="23"/>
                  </a:lnTo>
                  <a:lnTo>
                    <a:pt x="670" y="66"/>
                  </a:lnTo>
                  <a:lnTo>
                    <a:pt x="497" y="131"/>
                  </a:lnTo>
                  <a:lnTo>
                    <a:pt x="325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5" y="1362"/>
                  </a:lnTo>
                  <a:lnTo>
                    <a:pt x="497" y="1449"/>
                  </a:lnTo>
                  <a:lnTo>
                    <a:pt x="670" y="1535"/>
                  </a:lnTo>
                  <a:lnTo>
                    <a:pt x="886" y="1578"/>
                  </a:lnTo>
                  <a:lnTo>
                    <a:pt x="1102" y="1600"/>
                  </a:lnTo>
                  <a:lnTo>
                    <a:pt x="1102" y="1600"/>
                  </a:lnTo>
                  <a:lnTo>
                    <a:pt x="1340" y="1578"/>
                  </a:lnTo>
                  <a:lnTo>
                    <a:pt x="1535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40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40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35" y="66"/>
                  </a:lnTo>
                  <a:lnTo>
                    <a:pt x="1340" y="23"/>
                  </a:lnTo>
                  <a:lnTo>
                    <a:pt x="110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34">
              <a:extLst>
                <a:ext uri="{FF2B5EF4-FFF2-40B4-BE49-F238E27FC236}">
                  <a16:creationId xmlns:a16="http://schemas.microsoft.com/office/drawing/2014/main" id="{0381C86C-9A17-9D6D-BB61-7244765A4ACB}"/>
                </a:ext>
              </a:extLst>
            </p:cNvPr>
            <p:cNvSpPr/>
            <p:nvPr/>
          </p:nvSpPr>
          <p:spPr>
            <a:xfrm>
              <a:off x="1670417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extrusionOk="0">
                  <a:moveTo>
                    <a:pt x="1124" y="1"/>
                  </a:moveTo>
                  <a:lnTo>
                    <a:pt x="886" y="23"/>
                  </a:lnTo>
                  <a:lnTo>
                    <a:pt x="692" y="66"/>
                  </a:lnTo>
                  <a:lnTo>
                    <a:pt x="497" y="131"/>
                  </a:lnTo>
                  <a:lnTo>
                    <a:pt x="324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4" y="1362"/>
                  </a:lnTo>
                  <a:lnTo>
                    <a:pt x="497" y="1449"/>
                  </a:lnTo>
                  <a:lnTo>
                    <a:pt x="692" y="1535"/>
                  </a:lnTo>
                  <a:lnTo>
                    <a:pt x="886" y="1578"/>
                  </a:lnTo>
                  <a:lnTo>
                    <a:pt x="1124" y="1600"/>
                  </a:lnTo>
                  <a:lnTo>
                    <a:pt x="1340" y="1578"/>
                  </a:lnTo>
                  <a:lnTo>
                    <a:pt x="1556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39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39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56" y="66"/>
                  </a:lnTo>
                  <a:lnTo>
                    <a:pt x="1340" y="23"/>
                  </a:lnTo>
                  <a:lnTo>
                    <a:pt x="11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34">
              <a:extLst>
                <a:ext uri="{FF2B5EF4-FFF2-40B4-BE49-F238E27FC236}">
                  <a16:creationId xmlns:a16="http://schemas.microsoft.com/office/drawing/2014/main" id="{B9A0D831-D399-3D66-9904-ADFCCEFB33D8}"/>
                </a:ext>
              </a:extLst>
            </p:cNvPr>
            <p:cNvSpPr/>
            <p:nvPr/>
          </p:nvSpPr>
          <p:spPr>
            <a:xfrm>
              <a:off x="1670417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fill="none" extrusionOk="0">
                  <a:moveTo>
                    <a:pt x="1124" y="1"/>
                  </a:moveTo>
                  <a:lnTo>
                    <a:pt x="1124" y="1"/>
                  </a:lnTo>
                  <a:lnTo>
                    <a:pt x="886" y="23"/>
                  </a:lnTo>
                  <a:lnTo>
                    <a:pt x="692" y="66"/>
                  </a:lnTo>
                  <a:lnTo>
                    <a:pt x="497" y="131"/>
                  </a:lnTo>
                  <a:lnTo>
                    <a:pt x="324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4" y="1362"/>
                  </a:lnTo>
                  <a:lnTo>
                    <a:pt x="497" y="1449"/>
                  </a:lnTo>
                  <a:lnTo>
                    <a:pt x="692" y="1535"/>
                  </a:lnTo>
                  <a:lnTo>
                    <a:pt x="886" y="1578"/>
                  </a:lnTo>
                  <a:lnTo>
                    <a:pt x="1124" y="1600"/>
                  </a:lnTo>
                  <a:lnTo>
                    <a:pt x="1124" y="1600"/>
                  </a:lnTo>
                  <a:lnTo>
                    <a:pt x="1340" y="1578"/>
                  </a:lnTo>
                  <a:lnTo>
                    <a:pt x="1556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39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39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56" y="66"/>
                  </a:lnTo>
                  <a:lnTo>
                    <a:pt x="1340" y="23"/>
                  </a:lnTo>
                  <a:lnTo>
                    <a:pt x="112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" name="TekstniOkvir 7">
            <a:extLst>
              <a:ext uri="{FF2B5EF4-FFF2-40B4-BE49-F238E27FC236}">
                <a16:creationId xmlns:a16="http://schemas.microsoft.com/office/drawing/2014/main" id="{E5BCAE0F-2826-3CE2-1F6C-8B2F39859159}"/>
              </a:ext>
            </a:extLst>
          </p:cNvPr>
          <p:cNvSpPr txBox="1"/>
          <p:nvPr/>
        </p:nvSpPr>
        <p:spPr>
          <a:xfrm>
            <a:off x="1308538" y="1347952"/>
            <a:ext cx="6976242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dirty="0">
                <a:latin typeface="BioRhyme" panose="020B0604020202020204" charset="-18"/>
                <a:ea typeface="BioRhyme" panose="020B0604020202020204" charset="-18"/>
              </a:rPr>
              <a:t>Mia </a:t>
            </a:r>
            <a:r>
              <a:rPr lang="en-US" sz="1800" dirty="0" err="1">
                <a:latin typeface="BioRhyme" panose="020B0604020202020204" charset="-18"/>
                <a:ea typeface="BioRhyme" panose="020B0604020202020204" charset="-18"/>
              </a:rPr>
              <a:t>Malović</a:t>
            </a:r>
            <a:r>
              <a:rPr lang="en-US" sz="1800" dirty="0">
                <a:latin typeface="BioRhyme" panose="020B0604020202020204" charset="-18"/>
                <a:ea typeface="BioRhyme" panose="020B0604020202020204" charset="-18"/>
              </a:rPr>
              <a:t> – </a:t>
            </a:r>
            <a:r>
              <a:rPr lang="en-US" sz="1800" dirty="0" err="1">
                <a:latin typeface="BioRhyme" panose="020B0604020202020204" charset="-18"/>
                <a:ea typeface="BioRhyme" panose="020B0604020202020204" charset="-18"/>
              </a:rPr>
              <a:t>voditeljica</a:t>
            </a:r>
            <a:r>
              <a:rPr lang="en-US" sz="1800" dirty="0">
                <a:latin typeface="BioRhyme" panose="020B0604020202020204" charset="-18"/>
                <a:ea typeface="BioRhyme" panose="020B0604020202020204" charset="-18"/>
              </a:rPr>
              <a:t> </a:t>
            </a:r>
            <a:r>
              <a:rPr lang="en-US" sz="1800" dirty="0" err="1">
                <a:latin typeface="BioRhyme" panose="020B0604020202020204" charset="-18"/>
                <a:ea typeface="BioRhyme" panose="020B0604020202020204" charset="-18"/>
              </a:rPr>
              <a:t>tima</a:t>
            </a:r>
            <a:r>
              <a:rPr lang="en-US" sz="1800" dirty="0">
                <a:latin typeface="BioRhyme" panose="020B0604020202020204" charset="-18"/>
                <a:ea typeface="BioRhyme" panose="020B0604020202020204" charset="-18"/>
              </a:rPr>
              <a:t>, </a:t>
            </a:r>
            <a:r>
              <a:rPr lang="en-US" sz="1800" dirty="0" err="1">
                <a:latin typeface="BioRhyme" panose="020B0604020202020204" charset="-18"/>
                <a:ea typeface="BioRhyme" panose="020B0604020202020204" charset="-18"/>
              </a:rPr>
              <a:t>dokumentacija</a:t>
            </a:r>
            <a:r>
              <a:rPr lang="en-US" sz="1800" dirty="0">
                <a:latin typeface="BioRhyme" panose="020B0604020202020204" charset="-18"/>
                <a:ea typeface="BioRhyme" panose="020B0604020202020204" charset="-18"/>
              </a:rPr>
              <a:t>, </a:t>
            </a:r>
            <a:r>
              <a:rPr lang="en-US" sz="1800" dirty="0" err="1">
                <a:latin typeface="BioRhyme" panose="020B0604020202020204" charset="-18"/>
                <a:ea typeface="BioRhyme" panose="020B0604020202020204" charset="-18"/>
              </a:rPr>
              <a:t>testiranje</a:t>
            </a:r>
            <a:endParaRPr lang="en-US" sz="1800" dirty="0">
              <a:latin typeface="BioRhyme" panose="020B0604020202020204" charset="-18"/>
              <a:ea typeface="BioRhyme" panose="020B0604020202020204" charset="-18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dirty="0">
                <a:latin typeface="BioRhyme" panose="020B0604020202020204" charset="-18"/>
                <a:ea typeface="BioRhyme" panose="020B0604020202020204" charset="-18"/>
              </a:rPr>
              <a:t>Daniel </a:t>
            </a:r>
            <a:r>
              <a:rPr lang="en-US" sz="1800" dirty="0" err="1">
                <a:latin typeface="BioRhyme" panose="020B0604020202020204" charset="-18"/>
                <a:ea typeface="BioRhyme" panose="020B0604020202020204" charset="-18"/>
              </a:rPr>
              <a:t>Žic</a:t>
            </a:r>
            <a:r>
              <a:rPr lang="en-US" sz="1800" dirty="0">
                <a:latin typeface="BioRhyme" panose="020B0604020202020204" charset="-18"/>
                <a:ea typeface="BioRhyme" panose="020B0604020202020204" charset="-18"/>
              </a:rPr>
              <a:t> – </a:t>
            </a:r>
            <a:r>
              <a:rPr lang="en-US" sz="1800" dirty="0" err="1">
                <a:latin typeface="BioRhyme" panose="020B0604020202020204" charset="-18"/>
                <a:ea typeface="BioRhyme" panose="020B0604020202020204" charset="-18"/>
              </a:rPr>
              <a:t>razvoj</a:t>
            </a:r>
            <a:r>
              <a:rPr lang="en-US" sz="1800" dirty="0">
                <a:latin typeface="BioRhyme" panose="020B0604020202020204" charset="-18"/>
                <a:ea typeface="BioRhyme" panose="020B0604020202020204" charset="-18"/>
              </a:rPr>
              <a:t> </a:t>
            </a:r>
            <a:r>
              <a:rPr lang="en-US" sz="1800" dirty="0" err="1">
                <a:latin typeface="BioRhyme" panose="020B0604020202020204" charset="-18"/>
                <a:ea typeface="BioRhyme" panose="020B0604020202020204" charset="-18"/>
              </a:rPr>
              <a:t>baze</a:t>
            </a:r>
            <a:r>
              <a:rPr lang="en-US" sz="1800" dirty="0">
                <a:latin typeface="BioRhyme" panose="020B0604020202020204" charset="-18"/>
                <a:ea typeface="BioRhyme" panose="020B0604020202020204" charset="-18"/>
              </a:rPr>
              <a:t> </a:t>
            </a:r>
            <a:r>
              <a:rPr lang="en-US" sz="1800" dirty="0" err="1">
                <a:latin typeface="BioRhyme" panose="020B0604020202020204" charset="-18"/>
                <a:ea typeface="BioRhyme" panose="020B0604020202020204" charset="-18"/>
              </a:rPr>
              <a:t>podataka</a:t>
            </a:r>
            <a:r>
              <a:rPr lang="en-US" sz="1800" dirty="0">
                <a:latin typeface="BioRhyme" panose="020B0604020202020204" charset="-18"/>
                <a:ea typeface="BioRhyme" panose="020B0604020202020204" charset="-18"/>
              </a:rPr>
              <a:t>, backend </a:t>
            </a:r>
            <a:r>
              <a:rPr lang="en-US" sz="1800" dirty="0" err="1">
                <a:latin typeface="BioRhyme" panose="020B0604020202020204" charset="-18"/>
                <a:ea typeface="BioRhyme" panose="020B0604020202020204" charset="-18"/>
              </a:rPr>
              <a:t>razvoj</a:t>
            </a:r>
            <a:endParaRPr lang="en-US" sz="1800" dirty="0">
              <a:latin typeface="BioRhyme" panose="020B0604020202020204" charset="-18"/>
              <a:ea typeface="BioRhyme" panose="020B0604020202020204" charset="-18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dirty="0">
                <a:latin typeface="BioRhyme" panose="020B0604020202020204" charset="-18"/>
                <a:ea typeface="BioRhyme" panose="020B0604020202020204" charset="-18"/>
              </a:rPr>
              <a:t>Val Ružić – </a:t>
            </a:r>
            <a:r>
              <a:rPr lang="en-US" sz="1800" dirty="0" err="1">
                <a:latin typeface="BioRhyme" panose="020B0604020202020204" charset="-18"/>
                <a:ea typeface="BioRhyme" panose="020B0604020202020204" charset="-18"/>
              </a:rPr>
              <a:t>razvoj</a:t>
            </a:r>
            <a:r>
              <a:rPr lang="en-US" sz="1800" dirty="0">
                <a:latin typeface="BioRhyme" panose="020B0604020202020204" charset="-18"/>
                <a:ea typeface="BioRhyme" panose="020B0604020202020204" charset="-18"/>
              </a:rPr>
              <a:t> </a:t>
            </a:r>
            <a:r>
              <a:rPr lang="en-US" sz="1800" dirty="0" err="1">
                <a:latin typeface="BioRhyme" panose="020B0604020202020204" charset="-18"/>
                <a:ea typeface="BioRhyme" panose="020B0604020202020204" charset="-18"/>
              </a:rPr>
              <a:t>baze</a:t>
            </a:r>
            <a:r>
              <a:rPr lang="en-US" sz="1800" dirty="0">
                <a:latin typeface="BioRhyme" panose="020B0604020202020204" charset="-18"/>
                <a:ea typeface="BioRhyme" panose="020B0604020202020204" charset="-18"/>
              </a:rPr>
              <a:t> </a:t>
            </a:r>
            <a:r>
              <a:rPr lang="en-US" sz="1800" dirty="0" err="1">
                <a:latin typeface="BioRhyme" panose="020B0604020202020204" charset="-18"/>
                <a:ea typeface="BioRhyme" panose="020B0604020202020204" charset="-18"/>
              </a:rPr>
              <a:t>podataka</a:t>
            </a:r>
            <a:r>
              <a:rPr lang="en-US" sz="1800" dirty="0">
                <a:latin typeface="BioRhyme" panose="020B0604020202020204" charset="-18"/>
                <a:ea typeface="BioRhyme" panose="020B0604020202020204" charset="-18"/>
              </a:rPr>
              <a:t>, backend </a:t>
            </a:r>
            <a:r>
              <a:rPr lang="en-US" sz="1800" dirty="0" err="1">
                <a:latin typeface="BioRhyme" panose="020B0604020202020204" charset="-18"/>
                <a:ea typeface="BioRhyme" panose="020B0604020202020204" charset="-18"/>
              </a:rPr>
              <a:t>razvoj</a:t>
            </a:r>
            <a:endParaRPr lang="en-US" sz="1800" dirty="0">
              <a:latin typeface="BioRhyme" panose="020B0604020202020204" charset="-18"/>
              <a:ea typeface="BioRhyme" panose="020B0604020202020204" charset="-18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dirty="0">
                <a:latin typeface="BioRhyme" panose="020B0604020202020204" charset="-18"/>
                <a:ea typeface="BioRhyme" panose="020B0604020202020204" charset="-18"/>
              </a:rPr>
              <a:t>Vito Milanović – </a:t>
            </a:r>
            <a:r>
              <a:rPr lang="en-US" sz="1800" dirty="0" err="1">
                <a:latin typeface="BioRhyme" panose="020B0604020202020204" charset="-18"/>
                <a:ea typeface="BioRhyme" panose="020B0604020202020204" charset="-18"/>
              </a:rPr>
              <a:t>dizajn</a:t>
            </a:r>
            <a:r>
              <a:rPr lang="en-US" sz="1800" dirty="0">
                <a:latin typeface="BioRhyme" panose="020B0604020202020204" charset="-18"/>
                <a:ea typeface="BioRhyme" panose="020B0604020202020204" charset="-18"/>
              </a:rPr>
              <a:t>, frontend </a:t>
            </a:r>
            <a:r>
              <a:rPr lang="en-US" sz="1800" dirty="0" err="1">
                <a:latin typeface="BioRhyme" panose="020B0604020202020204" charset="-18"/>
                <a:ea typeface="BioRhyme" panose="020B0604020202020204" charset="-18"/>
              </a:rPr>
              <a:t>razvoj</a:t>
            </a:r>
            <a:r>
              <a:rPr lang="en-US" sz="1800" dirty="0">
                <a:latin typeface="BioRhyme" panose="020B0604020202020204" charset="-18"/>
                <a:ea typeface="BioRhyme" panose="020B0604020202020204" charset="-18"/>
              </a:rPr>
              <a:t>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dirty="0">
                <a:latin typeface="BioRhyme" panose="020B0604020202020204" charset="-18"/>
                <a:ea typeface="BioRhyme" panose="020B0604020202020204" charset="-18"/>
              </a:rPr>
              <a:t>Renee Gulan – </a:t>
            </a:r>
            <a:r>
              <a:rPr lang="en-US" sz="1800" dirty="0" err="1">
                <a:latin typeface="BioRhyme" panose="020B0604020202020204" charset="-18"/>
                <a:ea typeface="BioRhyme" panose="020B0604020202020204" charset="-18"/>
              </a:rPr>
              <a:t>dizajn</a:t>
            </a:r>
            <a:r>
              <a:rPr lang="en-US" sz="1800" dirty="0">
                <a:latin typeface="BioRhyme" panose="020B0604020202020204" charset="-18"/>
                <a:ea typeface="BioRhyme" panose="020B0604020202020204" charset="-18"/>
              </a:rPr>
              <a:t>, frontend </a:t>
            </a:r>
            <a:r>
              <a:rPr lang="en-US" sz="1800" dirty="0" err="1">
                <a:latin typeface="BioRhyme" panose="020B0604020202020204" charset="-18"/>
                <a:ea typeface="BioRhyme" panose="020B0604020202020204" charset="-18"/>
              </a:rPr>
              <a:t>razvoj</a:t>
            </a:r>
            <a:endParaRPr lang="en-US" sz="1800" dirty="0">
              <a:latin typeface="BioRhyme" panose="020B0604020202020204" charset="-18"/>
              <a:ea typeface="BioRhyme" panose="020B0604020202020204" charset="-18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dirty="0">
                <a:latin typeface="BioRhyme" panose="020B0604020202020204" charset="-18"/>
                <a:ea typeface="BioRhyme" panose="020B0604020202020204" charset="-18"/>
              </a:rPr>
              <a:t>Domagoj </a:t>
            </a:r>
            <a:r>
              <a:rPr lang="en-US" sz="1800" dirty="0" err="1">
                <a:latin typeface="BioRhyme" panose="020B0604020202020204" charset="-18"/>
                <a:ea typeface="BioRhyme" panose="020B0604020202020204" charset="-18"/>
              </a:rPr>
              <a:t>Gavranić</a:t>
            </a:r>
            <a:r>
              <a:rPr lang="en-US" sz="1800" dirty="0">
                <a:latin typeface="BioRhyme" panose="020B0604020202020204" charset="-18"/>
                <a:ea typeface="BioRhyme" panose="020B0604020202020204" charset="-18"/>
              </a:rPr>
              <a:t> – full stack </a:t>
            </a:r>
            <a:r>
              <a:rPr lang="en-US" sz="1800" dirty="0" err="1">
                <a:latin typeface="BioRhyme" panose="020B0604020202020204" charset="-18"/>
                <a:ea typeface="BioRhyme" panose="020B0604020202020204" charset="-18"/>
              </a:rPr>
              <a:t>razvoj</a:t>
            </a:r>
            <a:r>
              <a:rPr lang="en-US" sz="1800" dirty="0">
                <a:latin typeface="BioRhyme" panose="020B0604020202020204" charset="-18"/>
                <a:ea typeface="BioRhyme" panose="020B0604020202020204" charset="-18"/>
              </a:rPr>
              <a:t>, </a:t>
            </a:r>
            <a:r>
              <a:rPr lang="en-US" sz="1800" dirty="0" err="1">
                <a:latin typeface="BioRhyme" panose="020B0604020202020204" charset="-18"/>
                <a:ea typeface="BioRhyme" panose="020B0604020202020204" charset="-18"/>
              </a:rPr>
              <a:t>razvoj</a:t>
            </a:r>
            <a:r>
              <a:rPr lang="en-US" sz="1800" dirty="0">
                <a:latin typeface="BioRhyme" panose="020B0604020202020204" charset="-18"/>
                <a:ea typeface="BioRhyme" panose="020B0604020202020204" charset="-18"/>
              </a:rPr>
              <a:t> </a:t>
            </a:r>
            <a:r>
              <a:rPr lang="en-US" sz="1800" dirty="0" err="1">
                <a:latin typeface="BioRhyme" panose="020B0604020202020204" charset="-18"/>
                <a:ea typeface="BioRhyme" panose="020B0604020202020204" charset="-18"/>
              </a:rPr>
              <a:t>baze</a:t>
            </a:r>
            <a:r>
              <a:rPr lang="en-US" sz="1800" dirty="0">
                <a:latin typeface="BioRhyme" panose="020B0604020202020204" charset="-18"/>
                <a:ea typeface="BioRhyme" panose="020B0604020202020204" charset="-18"/>
              </a:rPr>
              <a:t> </a:t>
            </a:r>
            <a:r>
              <a:rPr lang="en-US" sz="1800" dirty="0" err="1">
                <a:latin typeface="BioRhyme" panose="020B0604020202020204" charset="-18"/>
                <a:ea typeface="BioRhyme" panose="020B0604020202020204" charset="-18"/>
              </a:rPr>
              <a:t>podataka</a:t>
            </a:r>
            <a:endParaRPr lang="en-US" sz="1800" dirty="0">
              <a:latin typeface="BioRhyme" panose="020B0604020202020204" charset="-18"/>
              <a:ea typeface="BioRhyme" panose="020B0604020202020204" charset="-18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dirty="0">
                <a:latin typeface="BioRhyme" panose="020B0604020202020204" charset="-18"/>
                <a:ea typeface="BioRhyme" panose="020B0604020202020204" charset="-18"/>
              </a:rPr>
              <a:t>Ivan Džepina – </a:t>
            </a:r>
            <a:r>
              <a:rPr lang="en-US" sz="1800" dirty="0" err="1">
                <a:latin typeface="BioRhyme" panose="020B0604020202020204" charset="-18"/>
                <a:ea typeface="BioRhyme" panose="020B0604020202020204" charset="-18"/>
              </a:rPr>
              <a:t>dokumentacija</a:t>
            </a:r>
            <a:r>
              <a:rPr lang="en-US" sz="1800" dirty="0">
                <a:latin typeface="BioRhyme" panose="020B0604020202020204" charset="-18"/>
                <a:ea typeface="BioRhyme" panose="020B0604020202020204" charset="-18"/>
              </a:rPr>
              <a:t>, </a:t>
            </a:r>
            <a:r>
              <a:rPr lang="en-US" sz="1800" dirty="0" err="1">
                <a:latin typeface="BioRhyme" panose="020B0604020202020204" charset="-18"/>
                <a:ea typeface="BioRhyme" panose="020B0604020202020204" charset="-18"/>
              </a:rPr>
              <a:t>testiranje</a:t>
            </a:r>
            <a:endParaRPr lang="en-US" sz="1800" dirty="0">
              <a:latin typeface="BioRhyme" panose="020B0604020202020204" charset="-18"/>
              <a:ea typeface="BioRhyme" panose="020B0604020202020204" charset="-18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dirty="0">
                <a:latin typeface="BioRhyme" panose="020B0604020202020204" charset="-18"/>
                <a:ea typeface="BioRhyme" panose="020B0604020202020204" charset="-18"/>
              </a:rPr>
              <a:t>Notion + Kanban (GitHub Projects)</a:t>
            </a:r>
          </a:p>
        </p:txBody>
      </p:sp>
    </p:spTree>
    <p:extLst>
      <p:ext uri="{BB962C8B-B14F-4D97-AF65-F5344CB8AC3E}">
        <p14:creationId xmlns:p14="http://schemas.microsoft.com/office/powerpoint/2010/main" val="241038467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87">
          <a:extLst>
            <a:ext uri="{FF2B5EF4-FFF2-40B4-BE49-F238E27FC236}">
              <a16:creationId xmlns:a16="http://schemas.microsoft.com/office/drawing/2014/main" id="{F5D0FC5D-6A56-1B1A-BC32-8222266192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8" name="Google Shape;8288;p41">
            <a:extLst>
              <a:ext uri="{FF2B5EF4-FFF2-40B4-BE49-F238E27FC236}">
                <a16:creationId xmlns:a16="http://schemas.microsoft.com/office/drawing/2014/main" id="{BF69702B-A688-A7CB-E212-7FB32C06EE1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539500"/>
            <a:ext cx="7704000" cy="457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Zaključak</a:t>
            </a:r>
            <a:endParaRPr dirty="0"/>
          </a:p>
        </p:txBody>
      </p:sp>
      <p:grpSp>
        <p:nvGrpSpPr>
          <p:cNvPr id="8316" name="Google Shape;8316;p41">
            <a:extLst>
              <a:ext uri="{FF2B5EF4-FFF2-40B4-BE49-F238E27FC236}">
                <a16:creationId xmlns:a16="http://schemas.microsoft.com/office/drawing/2014/main" id="{78EBA1CB-D8D5-8080-1518-6D133C38A079}"/>
              </a:ext>
            </a:extLst>
          </p:cNvPr>
          <p:cNvGrpSpPr/>
          <p:nvPr/>
        </p:nvGrpSpPr>
        <p:grpSpPr>
          <a:xfrm>
            <a:off x="7516495" y="4220328"/>
            <a:ext cx="1445260" cy="787836"/>
            <a:chOff x="957401" y="4246670"/>
            <a:chExt cx="1566508" cy="853930"/>
          </a:xfrm>
        </p:grpSpPr>
        <p:sp>
          <p:nvSpPr>
            <p:cNvPr id="8317" name="Google Shape;8317;p41">
              <a:extLst>
                <a:ext uri="{FF2B5EF4-FFF2-40B4-BE49-F238E27FC236}">
                  <a16:creationId xmlns:a16="http://schemas.microsoft.com/office/drawing/2014/main" id="{B9A08A8F-E410-55AC-D03C-0230C5B01256}"/>
                </a:ext>
              </a:extLst>
            </p:cNvPr>
            <p:cNvSpPr/>
            <p:nvPr/>
          </p:nvSpPr>
          <p:spPr>
            <a:xfrm>
              <a:off x="957401" y="4965900"/>
              <a:ext cx="1331700" cy="1347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318" name="Google Shape;8318;p41">
              <a:extLst>
                <a:ext uri="{FF2B5EF4-FFF2-40B4-BE49-F238E27FC236}">
                  <a16:creationId xmlns:a16="http://schemas.microsoft.com/office/drawing/2014/main" id="{EA90000F-6BDE-EBD6-AFFA-6E352E42F156}"/>
                </a:ext>
              </a:extLst>
            </p:cNvPr>
            <p:cNvGrpSpPr/>
            <p:nvPr/>
          </p:nvGrpSpPr>
          <p:grpSpPr>
            <a:xfrm>
              <a:off x="957412" y="4246670"/>
              <a:ext cx="1566496" cy="796778"/>
              <a:chOff x="10432700" y="3582600"/>
              <a:chExt cx="2147650" cy="1092375"/>
            </a:xfrm>
          </p:grpSpPr>
          <p:sp>
            <p:nvSpPr>
              <p:cNvPr id="8319" name="Google Shape;8319;p41">
                <a:extLst>
                  <a:ext uri="{FF2B5EF4-FFF2-40B4-BE49-F238E27FC236}">
                    <a16:creationId xmlns:a16="http://schemas.microsoft.com/office/drawing/2014/main" id="{461A5C33-3511-C101-85EC-438F2B06EB04}"/>
                  </a:ext>
                </a:extLst>
              </p:cNvPr>
              <p:cNvSpPr/>
              <p:nvPr/>
            </p:nvSpPr>
            <p:spPr>
              <a:xfrm>
                <a:off x="11678375" y="4439650"/>
                <a:ext cx="35950" cy="153900"/>
              </a:xfrm>
              <a:custGeom>
                <a:avLst/>
                <a:gdLst/>
                <a:ahLst/>
                <a:cxnLst/>
                <a:rect l="l" t="t" r="r" b="b"/>
                <a:pathLst>
                  <a:path w="1438" h="6156" extrusionOk="0">
                    <a:moveTo>
                      <a:pt x="0" y="0"/>
                    </a:moveTo>
                    <a:lnTo>
                      <a:pt x="0" y="6155"/>
                    </a:lnTo>
                    <a:lnTo>
                      <a:pt x="1438" y="6155"/>
                    </a:lnTo>
                    <a:lnTo>
                      <a:pt x="143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0" name="Google Shape;8320;p41">
                <a:extLst>
                  <a:ext uri="{FF2B5EF4-FFF2-40B4-BE49-F238E27FC236}">
                    <a16:creationId xmlns:a16="http://schemas.microsoft.com/office/drawing/2014/main" id="{D99D1DCF-65B7-219B-447B-B2DA81CB918B}"/>
                  </a:ext>
                </a:extLst>
              </p:cNvPr>
              <p:cNvSpPr/>
              <p:nvPr/>
            </p:nvSpPr>
            <p:spPr>
              <a:xfrm>
                <a:off x="11678375" y="4439650"/>
                <a:ext cx="35950" cy="153900"/>
              </a:xfrm>
              <a:custGeom>
                <a:avLst/>
                <a:gdLst/>
                <a:ahLst/>
                <a:cxnLst/>
                <a:rect l="l" t="t" r="r" b="b"/>
                <a:pathLst>
                  <a:path w="1438" h="6156" fill="none" extrusionOk="0">
                    <a:moveTo>
                      <a:pt x="0" y="0"/>
                    </a:moveTo>
                    <a:lnTo>
                      <a:pt x="0" y="6155"/>
                    </a:lnTo>
                    <a:lnTo>
                      <a:pt x="1438" y="6155"/>
                    </a:lnTo>
                    <a:lnTo>
                      <a:pt x="1438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1" name="Google Shape;8321;p41">
                <a:extLst>
                  <a:ext uri="{FF2B5EF4-FFF2-40B4-BE49-F238E27FC236}">
                    <a16:creationId xmlns:a16="http://schemas.microsoft.com/office/drawing/2014/main" id="{E46A9069-DBA1-CCF7-157E-00FA4191FE3F}"/>
                  </a:ext>
                </a:extLst>
              </p:cNvPr>
              <p:cNvSpPr/>
              <p:nvPr/>
            </p:nvSpPr>
            <p:spPr>
              <a:xfrm>
                <a:off x="11352625" y="4439650"/>
                <a:ext cx="35975" cy="153900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6156" extrusionOk="0">
                    <a:moveTo>
                      <a:pt x="1" y="0"/>
                    </a:moveTo>
                    <a:lnTo>
                      <a:pt x="1" y="6155"/>
                    </a:lnTo>
                    <a:lnTo>
                      <a:pt x="1438" y="6155"/>
                    </a:lnTo>
                    <a:lnTo>
                      <a:pt x="143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2" name="Google Shape;8322;p41">
                <a:extLst>
                  <a:ext uri="{FF2B5EF4-FFF2-40B4-BE49-F238E27FC236}">
                    <a16:creationId xmlns:a16="http://schemas.microsoft.com/office/drawing/2014/main" id="{EEFEE956-D88A-D318-E8AF-DBD7C8F621BC}"/>
                  </a:ext>
                </a:extLst>
              </p:cNvPr>
              <p:cNvSpPr/>
              <p:nvPr/>
            </p:nvSpPr>
            <p:spPr>
              <a:xfrm>
                <a:off x="11352625" y="4439650"/>
                <a:ext cx="35975" cy="153900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6156" fill="none" extrusionOk="0">
                    <a:moveTo>
                      <a:pt x="1" y="0"/>
                    </a:moveTo>
                    <a:lnTo>
                      <a:pt x="1" y="6155"/>
                    </a:lnTo>
                    <a:lnTo>
                      <a:pt x="1438" y="6155"/>
                    </a:lnTo>
                    <a:lnTo>
                      <a:pt x="1438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3" name="Google Shape;8323;p41">
                <a:extLst>
                  <a:ext uri="{FF2B5EF4-FFF2-40B4-BE49-F238E27FC236}">
                    <a16:creationId xmlns:a16="http://schemas.microsoft.com/office/drawing/2014/main" id="{E5591269-2610-F212-9247-E2F250E8B8C3}"/>
                  </a:ext>
                </a:extLst>
              </p:cNvPr>
              <p:cNvSpPr/>
              <p:nvPr/>
            </p:nvSpPr>
            <p:spPr>
              <a:xfrm>
                <a:off x="11017900" y="4583975"/>
                <a:ext cx="1040700" cy="91000"/>
              </a:xfrm>
              <a:custGeom>
                <a:avLst/>
                <a:gdLst/>
                <a:ahLst/>
                <a:cxnLst/>
                <a:rect l="l" t="t" r="r" b="b"/>
                <a:pathLst>
                  <a:path w="41628" h="3640" extrusionOk="0">
                    <a:moveTo>
                      <a:pt x="1798" y="0"/>
                    </a:moveTo>
                    <a:lnTo>
                      <a:pt x="1618" y="23"/>
                    </a:lnTo>
                    <a:lnTo>
                      <a:pt x="1439" y="45"/>
                    </a:lnTo>
                    <a:lnTo>
                      <a:pt x="1259" y="90"/>
                    </a:lnTo>
                    <a:lnTo>
                      <a:pt x="1102" y="158"/>
                    </a:lnTo>
                    <a:lnTo>
                      <a:pt x="944" y="225"/>
                    </a:lnTo>
                    <a:lnTo>
                      <a:pt x="787" y="315"/>
                    </a:lnTo>
                    <a:lnTo>
                      <a:pt x="652" y="427"/>
                    </a:lnTo>
                    <a:lnTo>
                      <a:pt x="517" y="540"/>
                    </a:lnTo>
                    <a:lnTo>
                      <a:pt x="405" y="674"/>
                    </a:lnTo>
                    <a:lnTo>
                      <a:pt x="293" y="809"/>
                    </a:lnTo>
                    <a:lnTo>
                      <a:pt x="203" y="966"/>
                    </a:lnTo>
                    <a:lnTo>
                      <a:pt x="136" y="1124"/>
                    </a:lnTo>
                    <a:lnTo>
                      <a:pt x="68" y="1281"/>
                    </a:lnTo>
                    <a:lnTo>
                      <a:pt x="23" y="1461"/>
                    </a:lnTo>
                    <a:lnTo>
                      <a:pt x="1" y="1640"/>
                    </a:lnTo>
                    <a:lnTo>
                      <a:pt x="1" y="1820"/>
                    </a:lnTo>
                    <a:lnTo>
                      <a:pt x="1" y="2000"/>
                    </a:lnTo>
                    <a:lnTo>
                      <a:pt x="23" y="2179"/>
                    </a:lnTo>
                    <a:lnTo>
                      <a:pt x="68" y="2359"/>
                    </a:lnTo>
                    <a:lnTo>
                      <a:pt x="136" y="2516"/>
                    </a:lnTo>
                    <a:lnTo>
                      <a:pt x="203" y="2674"/>
                    </a:lnTo>
                    <a:lnTo>
                      <a:pt x="293" y="2831"/>
                    </a:lnTo>
                    <a:lnTo>
                      <a:pt x="405" y="2966"/>
                    </a:lnTo>
                    <a:lnTo>
                      <a:pt x="517" y="3101"/>
                    </a:lnTo>
                    <a:lnTo>
                      <a:pt x="652" y="3213"/>
                    </a:lnTo>
                    <a:lnTo>
                      <a:pt x="787" y="3325"/>
                    </a:lnTo>
                    <a:lnTo>
                      <a:pt x="944" y="3415"/>
                    </a:lnTo>
                    <a:lnTo>
                      <a:pt x="1102" y="3482"/>
                    </a:lnTo>
                    <a:lnTo>
                      <a:pt x="1259" y="3550"/>
                    </a:lnTo>
                    <a:lnTo>
                      <a:pt x="1439" y="3595"/>
                    </a:lnTo>
                    <a:lnTo>
                      <a:pt x="1618" y="3617"/>
                    </a:lnTo>
                    <a:lnTo>
                      <a:pt x="1798" y="3640"/>
                    </a:lnTo>
                    <a:lnTo>
                      <a:pt x="39808" y="3640"/>
                    </a:lnTo>
                    <a:lnTo>
                      <a:pt x="39988" y="3617"/>
                    </a:lnTo>
                    <a:lnTo>
                      <a:pt x="40167" y="3595"/>
                    </a:lnTo>
                    <a:lnTo>
                      <a:pt x="40347" y="3550"/>
                    </a:lnTo>
                    <a:lnTo>
                      <a:pt x="40527" y="3482"/>
                    </a:lnTo>
                    <a:lnTo>
                      <a:pt x="40684" y="3415"/>
                    </a:lnTo>
                    <a:lnTo>
                      <a:pt x="40819" y="3325"/>
                    </a:lnTo>
                    <a:lnTo>
                      <a:pt x="40954" y="3213"/>
                    </a:lnTo>
                    <a:lnTo>
                      <a:pt x="41088" y="3101"/>
                    </a:lnTo>
                    <a:lnTo>
                      <a:pt x="41201" y="2966"/>
                    </a:lnTo>
                    <a:lnTo>
                      <a:pt x="41313" y="2831"/>
                    </a:lnTo>
                    <a:lnTo>
                      <a:pt x="41403" y="2674"/>
                    </a:lnTo>
                    <a:lnTo>
                      <a:pt x="41470" y="2516"/>
                    </a:lnTo>
                    <a:lnTo>
                      <a:pt x="41538" y="2359"/>
                    </a:lnTo>
                    <a:lnTo>
                      <a:pt x="41583" y="2179"/>
                    </a:lnTo>
                    <a:lnTo>
                      <a:pt x="41605" y="2000"/>
                    </a:lnTo>
                    <a:lnTo>
                      <a:pt x="41628" y="1820"/>
                    </a:lnTo>
                    <a:lnTo>
                      <a:pt x="41605" y="1640"/>
                    </a:lnTo>
                    <a:lnTo>
                      <a:pt x="41583" y="1461"/>
                    </a:lnTo>
                    <a:lnTo>
                      <a:pt x="41538" y="1281"/>
                    </a:lnTo>
                    <a:lnTo>
                      <a:pt x="41470" y="1124"/>
                    </a:lnTo>
                    <a:lnTo>
                      <a:pt x="41403" y="966"/>
                    </a:lnTo>
                    <a:lnTo>
                      <a:pt x="41313" y="809"/>
                    </a:lnTo>
                    <a:lnTo>
                      <a:pt x="41201" y="674"/>
                    </a:lnTo>
                    <a:lnTo>
                      <a:pt x="41088" y="540"/>
                    </a:lnTo>
                    <a:lnTo>
                      <a:pt x="40954" y="427"/>
                    </a:lnTo>
                    <a:lnTo>
                      <a:pt x="40819" y="315"/>
                    </a:lnTo>
                    <a:lnTo>
                      <a:pt x="40684" y="225"/>
                    </a:lnTo>
                    <a:lnTo>
                      <a:pt x="40527" y="158"/>
                    </a:lnTo>
                    <a:lnTo>
                      <a:pt x="40347" y="90"/>
                    </a:lnTo>
                    <a:lnTo>
                      <a:pt x="40167" y="45"/>
                    </a:lnTo>
                    <a:lnTo>
                      <a:pt x="39988" y="23"/>
                    </a:lnTo>
                    <a:lnTo>
                      <a:pt x="3980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4" name="Google Shape;8324;p41">
                <a:extLst>
                  <a:ext uri="{FF2B5EF4-FFF2-40B4-BE49-F238E27FC236}">
                    <a16:creationId xmlns:a16="http://schemas.microsoft.com/office/drawing/2014/main" id="{E1EEEED5-5216-0B76-FE08-3395289AA685}"/>
                  </a:ext>
                </a:extLst>
              </p:cNvPr>
              <p:cNvSpPr/>
              <p:nvPr/>
            </p:nvSpPr>
            <p:spPr>
              <a:xfrm>
                <a:off x="11532350" y="3582600"/>
                <a:ext cx="1048000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41920" h="4000" extrusionOk="0">
                    <a:moveTo>
                      <a:pt x="32192" y="1"/>
                    </a:moveTo>
                    <a:lnTo>
                      <a:pt x="30462" y="23"/>
                    </a:lnTo>
                    <a:lnTo>
                      <a:pt x="28643" y="68"/>
                    </a:lnTo>
                    <a:lnTo>
                      <a:pt x="26778" y="136"/>
                    </a:lnTo>
                    <a:lnTo>
                      <a:pt x="24869" y="226"/>
                    </a:lnTo>
                    <a:lnTo>
                      <a:pt x="22914" y="338"/>
                    </a:lnTo>
                    <a:lnTo>
                      <a:pt x="20960" y="473"/>
                    </a:lnTo>
                    <a:lnTo>
                      <a:pt x="17051" y="765"/>
                    </a:lnTo>
                    <a:lnTo>
                      <a:pt x="13277" y="1079"/>
                    </a:lnTo>
                    <a:lnTo>
                      <a:pt x="9727" y="1394"/>
                    </a:lnTo>
                    <a:lnTo>
                      <a:pt x="6560" y="1708"/>
                    </a:lnTo>
                    <a:lnTo>
                      <a:pt x="3887" y="2000"/>
                    </a:lnTo>
                    <a:lnTo>
                      <a:pt x="1820" y="2225"/>
                    </a:lnTo>
                    <a:lnTo>
                      <a:pt x="0" y="2427"/>
                    </a:lnTo>
                    <a:lnTo>
                      <a:pt x="1820" y="2584"/>
                    </a:lnTo>
                    <a:lnTo>
                      <a:pt x="3887" y="2764"/>
                    </a:lnTo>
                    <a:lnTo>
                      <a:pt x="6560" y="2966"/>
                    </a:lnTo>
                    <a:lnTo>
                      <a:pt x="9727" y="3191"/>
                    </a:lnTo>
                    <a:lnTo>
                      <a:pt x="13277" y="3438"/>
                    </a:lnTo>
                    <a:lnTo>
                      <a:pt x="17051" y="3640"/>
                    </a:lnTo>
                    <a:lnTo>
                      <a:pt x="20960" y="3820"/>
                    </a:lnTo>
                    <a:lnTo>
                      <a:pt x="22914" y="3887"/>
                    </a:lnTo>
                    <a:lnTo>
                      <a:pt x="24869" y="3955"/>
                    </a:lnTo>
                    <a:lnTo>
                      <a:pt x="26778" y="3977"/>
                    </a:lnTo>
                    <a:lnTo>
                      <a:pt x="28643" y="4000"/>
                    </a:lnTo>
                    <a:lnTo>
                      <a:pt x="30462" y="4000"/>
                    </a:lnTo>
                    <a:lnTo>
                      <a:pt x="32192" y="3977"/>
                    </a:lnTo>
                    <a:lnTo>
                      <a:pt x="33832" y="3910"/>
                    </a:lnTo>
                    <a:lnTo>
                      <a:pt x="35359" y="3820"/>
                    </a:lnTo>
                    <a:lnTo>
                      <a:pt x="36775" y="3708"/>
                    </a:lnTo>
                    <a:lnTo>
                      <a:pt x="38055" y="3573"/>
                    </a:lnTo>
                    <a:lnTo>
                      <a:pt x="38617" y="3483"/>
                    </a:lnTo>
                    <a:lnTo>
                      <a:pt x="39156" y="3393"/>
                    </a:lnTo>
                    <a:lnTo>
                      <a:pt x="39650" y="3281"/>
                    </a:lnTo>
                    <a:lnTo>
                      <a:pt x="40122" y="3169"/>
                    </a:lnTo>
                    <a:lnTo>
                      <a:pt x="40526" y="3034"/>
                    </a:lnTo>
                    <a:lnTo>
                      <a:pt x="40886" y="2899"/>
                    </a:lnTo>
                    <a:lnTo>
                      <a:pt x="41178" y="2764"/>
                    </a:lnTo>
                    <a:lnTo>
                      <a:pt x="41447" y="2584"/>
                    </a:lnTo>
                    <a:lnTo>
                      <a:pt x="41650" y="2427"/>
                    </a:lnTo>
                    <a:lnTo>
                      <a:pt x="41784" y="2247"/>
                    </a:lnTo>
                    <a:lnTo>
                      <a:pt x="41852" y="2158"/>
                    </a:lnTo>
                    <a:lnTo>
                      <a:pt x="41874" y="2045"/>
                    </a:lnTo>
                    <a:lnTo>
                      <a:pt x="41897" y="1955"/>
                    </a:lnTo>
                    <a:lnTo>
                      <a:pt x="41919" y="1843"/>
                    </a:lnTo>
                    <a:lnTo>
                      <a:pt x="41897" y="1753"/>
                    </a:lnTo>
                    <a:lnTo>
                      <a:pt x="41874" y="1641"/>
                    </a:lnTo>
                    <a:lnTo>
                      <a:pt x="41852" y="1551"/>
                    </a:lnTo>
                    <a:lnTo>
                      <a:pt x="41784" y="1461"/>
                    </a:lnTo>
                    <a:lnTo>
                      <a:pt x="41650" y="1281"/>
                    </a:lnTo>
                    <a:lnTo>
                      <a:pt x="41447" y="1124"/>
                    </a:lnTo>
                    <a:lnTo>
                      <a:pt x="41178" y="967"/>
                    </a:lnTo>
                    <a:lnTo>
                      <a:pt x="40886" y="832"/>
                    </a:lnTo>
                    <a:lnTo>
                      <a:pt x="40526" y="697"/>
                    </a:lnTo>
                    <a:lnTo>
                      <a:pt x="40122" y="585"/>
                    </a:lnTo>
                    <a:lnTo>
                      <a:pt x="39650" y="495"/>
                    </a:lnTo>
                    <a:lnTo>
                      <a:pt x="39156" y="405"/>
                    </a:lnTo>
                    <a:lnTo>
                      <a:pt x="38617" y="315"/>
                    </a:lnTo>
                    <a:lnTo>
                      <a:pt x="38055" y="248"/>
                    </a:lnTo>
                    <a:lnTo>
                      <a:pt x="36775" y="136"/>
                    </a:lnTo>
                    <a:lnTo>
                      <a:pt x="35359" y="68"/>
                    </a:lnTo>
                    <a:lnTo>
                      <a:pt x="33832" y="23"/>
                    </a:lnTo>
                    <a:lnTo>
                      <a:pt x="32192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5" name="Google Shape;8325;p41">
                <a:extLst>
                  <a:ext uri="{FF2B5EF4-FFF2-40B4-BE49-F238E27FC236}">
                    <a16:creationId xmlns:a16="http://schemas.microsoft.com/office/drawing/2014/main" id="{EC5450B8-A32B-B891-633B-663ECD473154}"/>
                  </a:ext>
                </a:extLst>
              </p:cNvPr>
              <p:cNvSpPr/>
              <p:nvPr/>
            </p:nvSpPr>
            <p:spPr>
              <a:xfrm>
                <a:off x="10574225" y="3582600"/>
                <a:ext cx="1047450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41898" h="4000" extrusionOk="0">
                    <a:moveTo>
                      <a:pt x="9728" y="1"/>
                    </a:moveTo>
                    <a:lnTo>
                      <a:pt x="8088" y="23"/>
                    </a:lnTo>
                    <a:lnTo>
                      <a:pt x="6538" y="68"/>
                    </a:lnTo>
                    <a:lnTo>
                      <a:pt x="5145" y="136"/>
                    </a:lnTo>
                    <a:lnTo>
                      <a:pt x="3865" y="248"/>
                    </a:lnTo>
                    <a:lnTo>
                      <a:pt x="3281" y="315"/>
                    </a:lnTo>
                    <a:lnTo>
                      <a:pt x="2741" y="405"/>
                    </a:lnTo>
                    <a:lnTo>
                      <a:pt x="2247" y="495"/>
                    </a:lnTo>
                    <a:lnTo>
                      <a:pt x="1798" y="585"/>
                    </a:lnTo>
                    <a:lnTo>
                      <a:pt x="1394" y="697"/>
                    </a:lnTo>
                    <a:lnTo>
                      <a:pt x="1034" y="832"/>
                    </a:lnTo>
                    <a:lnTo>
                      <a:pt x="720" y="967"/>
                    </a:lnTo>
                    <a:lnTo>
                      <a:pt x="473" y="1124"/>
                    </a:lnTo>
                    <a:lnTo>
                      <a:pt x="270" y="1281"/>
                    </a:lnTo>
                    <a:lnTo>
                      <a:pt x="113" y="1461"/>
                    </a:lnTo>
                    <a:lnTo>
                      <a:pt x="68" y="1551"/>
                    </a:lnTo>
                    <a:lnTo>
                      <a:pt x="23" y="1641"/>
                    </a:lnTo>
                    <a:lnTo>
                      <a:pt x="1" y="1753"/>
                    </a:lnTo>
                    <a:lnTo>
                      <a:pt x="1" y="1843"/>
                    </a:lnTo>
                    <a:lnTo>
                      <a:pt x="1" y="1955"/>
                    </a:lnTo>
                    <a:lnTo>
                      <a:pt x="23" y="2045"/>
                    </a:lnTo>
                    <a:lnTo>
                      <a:pt x="68" y="2158"/>
                    </a:lnTo>
                    <a:lnTo>
                      <a:pt x="113" y="2247"/>
                    </a:lnTo>
                    <a:lnTo>
                      <a:pt x="270" y="2427"/>
                    </a:lnTo>
                    <a:lnTo>
                      <a:pt x="473" y="2584"/>
                    </a:lnTo>
                    <a:lnTo>
                      <a:pt x="720" y="2764"/>
                    </a:lnTo>
                    <a:lnTo>
                      <a:pt x="1034" y="2899"/>
                    </a:lnTo>
                    <a:lnTo>
                      <a:pt x="1394" y="3034"/>
                    </a:lnTo>
                    <a:lnTo>
                      <a:pt x="1798" y="3169"/>
                    </a:lnTo>
                    <a:lnTo>
                      <a:pt x="2247" y="3281"/>
                    </a:lnTo>
                    <a:lnTo>
                      <a:pt x="2741" y="3393"/>
                    </a:lnTo>
                    <a:lnTo>
                      <a:pt x="3281" y="3483"/>
                    </a:lnTo>
                    <a:lnTo>
                      <a:pt x="3865" y="3573"/>
                    </a:lnTo>
                    <a:lnTo>
                      <a:pt x="5145" y="3708"/>
                    </a:lnTo>
                    <a:lnTo>
                      <a:pt x="6538" y="3820"/>
                    </a:lnTo>
                    <a:lnTo>
                      <a:pt x="8088" y="3910"/>
                    </a:lnTo>
                    <a:lnTo>
                      <a:pt x="9728" y="3977"/>
                    </a:lnTo>
                    <a:lnTo>
                      <a:pt x="11458" y="4000"/>
                    </a:lnTo>
                    <a:lnTo>
                      <a:pt x="13255" y="4000"/>
                    </a:lnTo>
                    <a:lnTo>
                      <a:pt x="15119" y="3977"/>
                    </a:lnTo>
                    <a:lnTo>
                      <a:pt x="17051" y="3955"/>
                    </a:lnTo>
                    <a:lnTo>
                      <a:pt x="18983" y="3887"/>
                    </a:lnTo>
                    <a:lnTo>
                      <a:pt x="20960" y="3820"/>
                    </a:lnTo>
                    <a:lnTo>
                      <a:pt x="24869" y="3640"/>
                    </a:lnTo>
                    <a:lnTo>
                      <a:pt x="28643" y="3438"/>
                    </a:lnTo>
                    <a:lnTo>
                      <a:pt x="32192" y="3191"/>
                    </a:lnTo>
                    <a:lnTo>
                      <a:pt x="35360" y="2966"/>
                    </a:lnTo>
                    <a:lnTo>
                      <a:pt x="38033" y="2764"/>
                    </a:lnTo>
                    <a:lnTo>
                      <a:pt x="40100" y="2584"/>
                    </a:lnTo>
                    <a:lnTo>
                      <a:pt x="41897" y="2427"/>
                    </a:lnTo>
                    <a:lnTo>
                      <a:pt x="40100" y="2225"/>
                    </a:lnTo>
                    <a:lnTo>
                      <a:pt x="38033" y="2000"/>
                    </a:lnTo>
                    <a:lnTo>
                      <a:pt x="35360" y="1708"/>
                    </a:lnTo>
                    <a:lnTo>
                      <a:pt x="32192" y="1394"/>
                    </a:lnTo>
                    <a:lnTo>
                      <a:pt x="28643" y="1079"/>
                    </a:lnTo>
                    <a:lnTo>
                      <a:pt x="24869" y="765"/>
                    </a:lnTo>
                    <a:lnTo>
                      <a:pt x="20960" y="473"/>
                    </a:lnTo>
                    <a:lnTo>
                      <a:pt x="18983" y="338"/>
                    </a:lnTo>
                    <a:lnTo>
                      <a:pt x="17051" y="226"/>
                    </a:lnTo>
                    <a:lnTo>
                      <a:pt x="15119" y="136"/>
                    </a:lnTo>
                    <a:lnTo>
                      <a:pt x="13255" y="68"/>
                    </a:lnTo>
                    <a:lnTo>
                      <a:pt x="11458" y="23"/>
                    </a:lnTo>
                    <a:lnTo>
                      <a:pt x="9728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6" name="Google Shape;8326;p41">
                <a:extLst>
                  <a:ext uri="{FF2B5EF4-FFF2-40B4-BE49-F238E27FC236}">
                    <a16:creationId xmlns:a16="http://schemas.microsoft.com/office/drawing/2014/main" id="{085976F1-0CCB-9B5F-0CF4-5B9820512C62}"/>
                  </a:ext>
                </a:extLst>
              </p:cNvPr>
              <p:cNvSpPr/>
              <p:nvPr/>
            </p:nvSpPr>
            <p:spPr>
              <a:xfrm>
                <a:off x="11511000" y="3582600"/>
                <a:ext cx="97175" cy="159525"/>
              </a:xfrm>
              <a:custGeom>
                <a:avLst/>
                <a:gdLst/>
                <a:ahLst/>
                <a:cxnLst/>
                <a:rect l="l" t="t" r="r" b="b"/>
                <a:pathLst>
                  <a:path w="3887" h="6381" extrusionOk="0">
                    <a:moveTo>
                      <a:pt x="1933" y="1"/>
                    </a:moveTo>
                    <a:lnTo>
                      <a:pt x="1573" y="23"/>
                    </a:lnTo>
                    <a:lnTo>
                      <a:pt x="1236" y="68"/>
                    </a:lnTo>
                    <a:lnTo>
                      <a:pt x="967" y="158"/>
                    </a:lnTo>
                    <a:lnTo>
                      <a:pt x="742" y="271"/>
                    </a:lnTo>
                    <a:lnTo>
                      <a:pt x="540" y="428"/>
                    </a:lnTo>
                    <a:lnTo>
                      <a:pt x="360" y="585"/>
                    </a:lnTo>
                    <a:lnTo>
                      <a:pt x="248" y="787"/>
                    </a:lnTo>
                    <a:lnTo>
                      <a:pt x="135" y="989"/>
                    </a:lnTo>
                    <a:lnTo>
                      <a:pt x="68" y="1237"/>
                    </a:lnTo>
                    <a:lnTo>
                      <a:pt x="23" y="1484"/>
                    </a:lnTo>
                    <a:lnTo>
                      <a:pt x="1" y="1753"/>
                    </a:lnTo>
                    <a:lnTo>
                      <a:pt x="23" y="2023"/>
                    </a:lnTo>
                    <a:lnTo>
                      <a:pt x="46" y="2315"/>
                    </a:lnTo>
                    <a:lnTo>
                      <a:pt x="90" y="2584"/>
                    </a:lnTo>
                    <a:lnTo>
                      <a:pt x="135" y="2899"/>
                    </a:lnTo>
                    <a:lnTo>
                      <a:pt x="225" y="3191"/>
                    </a:lnTo>
                    <a:lnTo>
                      <a:pt x="405" y="3775"/>
                    </a:lnTo>
                    <a:lnTo>
                      <a:pt x="607" y="4359"/>
                    </a:lnTo>
                    <a:lnTo>
                      <a:pt x="854" y="4898"/>
                    </a:lnTo>
                    <a:lnTo>
                      <a:pt x="1056" y="5370"/>
                    </a:lnTo>
                    <a:lnTo>
                      <a:pt x="1438" y="6089"/>
                    </a:lnTo>
                    <a:lnTo>
                      <a:pt x="1596" y="6381"/>
                    </a:lnTo>
                    <a:lnTo>
                      <a:pt x="1685" y="6358"/>
                    </a:lnTo>
                    <a:lnTo>
                      <a:pt x="1798" y="6291"/>
                    </a:lnTo>
                    <a:lnTo>
                      <a:pt x="1933" y="6224"/>
                    </a:lnTo>
                    <a:lnTo>
                      <a:pt x="2067" y="6089"/>
                    </a:lnTo>
                    <a:lnTo>
                      <a:pt x="2337" y="5774"/>
                    </a:lnTo>
                    <a:lnTo>
                      <a:pt x="2651" y="5370"/>
                    </a:lnTo>
                    <a:lnTo>
                      <a:pt x="2943" y="4898"/>
                    </a:lnTo>
                    <a:lnTo>
                      <a:pt x="3213" y="4359"/>
                    </a:lnTo>
                    <a:lnTo>
                      <a:pt x="3460" y="3775"/>
                    </a:lnTo>
                    <a:lnTo>
                      <a:pt x="3573" y="3483"/>
                    </a:lnTo>
                    <a:lnTo>
                      <a:pt x="3662" y="3191"/>
                    </a:lnTo>
                    <a:lnTo>
                      <a:pt x="3752" y="2899"/>
                    </a:lnTo>
                    <a:lnTo>
                      <a:pt x="3820" y="2584"/>
                    </a:lnTo>
                    <a:lnTo>
                      <a:pt x="3865" y="2315"/>
                    </a:lnTo>
                    <a:lnTo>
                      <a:pt x="3887" y="2023"/>
                    </a:lnTo>
                    <a:lnTo>
                      <a:pt x="3887" y="1753"/>
                    </a:lnTo>
                    <a:lnTo>
                      <a:pt x="3865" y="1484"/>
                    </a:lnTo>
                    <a:lnTo>
                      <a:pt x="3820" y="1237"/>
                    </a:lnTo>
                    <a:lnTo>
                      <a:pt x="3752" y="989"/>
                    </a:lnTo>
                    <a:lnTo>
                      <a:pt x="3640" y="787"/>
                    </a:lnTo>
                    <a:lnTo>
                      <a:pt x="3505" y="585"/>
                    </a:lnTo>
                    <a:lnTo>
                      <a:pt x="3325" y="428"/>
                    </a:lnTo>
                    <a:lnTo>
                      <a:pt x="3123" y="271"/>
                    </a:lnTo>
                    <a:lnTo>
                      <a:pt x="2876" y="158"/>
                    </a:lnTo>
                    <a:lnTo>
                      <a:pt x="2607" y="68"/>
                    </a:lnTo>
                    <a:lnTo>
                      <a:pt x="2292" y="23"/>
                    </a:lnTo>
                    <a:lnTo>
                      <a:pt x="193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7" name="Google Shape;8327;p41">
                <a:extLst>
                  <a:ext uri="{FF2B5EF4-FFF2-40B4-BE49-F238E27FC236}">
                    <a16:creationId xmlns:a16="http://schemas.microsoft.com/office/drawing/2014/main" id="{3E9483A9-A54E-314F-7A32-875A80593DA8}"/>
                  </a:ext>
                </a:extLst>
              </p:cNvPr>
              <p:cNvSpPr/>
              <p:nvPr/>
            </p:nvSpPr>
            <p:spPr>
              <a:xfrm>
                <a:off x="10432700" y="3726375"/>
                <a:ext cx="1548400" cy="780125"/>
              </a:xfrm>
              <a:custGeom>
                <a:avLst/>
                <a:gdLst/>
                <a:ahLst/>
                <a:cxnLst/>
                <a:rect l="l" t="t" r="r" b="b"/>
                <a:pathLst>
                  <a:path w="61936" h="31205" extrusionOk="0">
                    <a:moveTo>
                      <a:pt x="42796" y="1"/>
                    </a:moveTo>
                    <a:lnTo>
                      <a:pt x="42167" y="46"/>
                    </a:lnTo>
                    <a:lnTo>
                      <a:pt x="41538" y="113"/>
                    </a:lnTo>
                    <a:lnTo>
                      <a:pt x="40909" y="203"/>
                    </a:lnTo>
                    <a:lnTo>
                      <a:pt x="40280" y="315"/>
                    </a:lnTo>
                    <a:lnTo>
                      <a:pt x="39651" y="428"/>
                    </a:lnTo>
                    <a:lnTo>
                      <a:pt x="39044" y="563"/>
                    </a:lnTo>
                    <a:lnTo>
                      <a:pt x="38438" y="720"/>
                    </a:lnTo>
                    <a:lnTo>
                      <a:pt x="37831" y="900"/>
                    </a:lnTo>
                    <a:lnTo>
                      <a:pt x="37224" y="1079"/>
                    </a:lnTo>
                    <a:lnTo>
                      <a:pt x="36640" y="1304"/>
                    </a:lnTo>
                    <a:lnTo>
                      <a:pt x="36034" y="1506"/>
                    </a:lnTo>
                    <a:lnTo>
                      <a:pt x="35450" y="1753"/>
                    </a:lnTo>
                    <a:lnTo>
                      <a:pt x="34282" y="2247"/>
                    </a:lnTo>
                    <a:lnTo>
                      <a:pt x="33136" y="2809"/>
                    </a:lnTo>
                    <a:lnTo>
                      <a:pt x="31990" y="3393"/>
                    </a:lnTo>
                    <a:lnTo>
                      <a:pt x="30867" y="4022"/>
                    </a:lnTo>
                    <a:lnTo>
                      <a:pt x="29744" y="4674"/>
                    </a:lnTo>
                    <a:lnTo>
                      <a:pt x="28643" y="5370"/>
                    </a:lnTo>
                    <a:lnTo>
                      <a:pt x="27542" y="6066"/>
                    </a:lnTo>
                    <a:lnTo>
                      <a:pt x="25386" y="7504"/>
                    </a:lnTo>
                    <a:lnTo>
                      <a:pt x="23274" y="8942"/>
                    </a:lnTo>
                    <a:lnTo>
                      <a:pt x="21185" y="10335"/>
                    </a:lnTo>
                    <a:lnTo>
                      <a:pt x="20151" y="11009"/>
                    </a:lnTo>
                    <a:lnTo>
                      <a:pt x="19141" y="11660"/>
                    </a:lnTo>
                    <a:lnTo>
                      <a:pt x="18107" y="12289"/>
                    </a:lnTo>
                    <a:lnTo>
                      <a:pt x="17096" y="12873"/>
                    </a:lnTo>
                    <a:lnTo>
                      <a:pt x="16085" y="13390"/>
                    </a:lnTo>
                    <a:lnTo>
                      <a:pt x="15074" y="13884"/>
                    </a:lnTo>
                    <a:lnTo>
                      <a:pt x="14086" y="14311"/>
                    </a:lnTo>
                    <a:lnTo>
                      <a:pt x="13569" y="14513"/>
                    </a:lnTo>
                    <a:lnTo>
                      <a:pt x="13075" y="14693"/>
                    </a:lnTo>
                    <a:lnTo>
                      <a:pt x="12581" y="14850"/>
                    </a:lnTo>
                    <a:lnTo>
                      <a:pt x="12087" y="15007"/>
                    </a:lnTo>
                    <a:lnTo>
                      <a:pt x="11570" y="15120"/>
                    </a:lnTo>
                    <a:lnTo>
                      <a:pt x="11076" y="15232"/>
                    </a:lnTo>
                    <a:lnTo>
                      <a:pt x="11076" y="14693"/>
                    </a:lnTo>
                    <a:lnTo>
                      <a:pt x="11053" y="14064"/>
                    </a:lnTo>
                    <a:lnTo>
                      <a:pt x="11031" y="13255"/>
                    </a:lnTo>
                    <a:lnTo>
                      <a:pt x="10963" y="12312"/>
                    </a:lnTo>
                    <a:lnTo>
                      <a:pt x="10874" y="11278"/>
                    </a:lnTo>
                    <a:lnTo>
                      <a:pt x="10739" y="10155"/>
                    </a:lnTo>
                    <a:lnTo>
                      <a:pt x="10582" y="9032"/>
                    </a:lnTo>
                    <a:lnTo>
                      <a:pt x="10469" y="8470"/>
                    </a:lnTo>
                    <a:lnTo>
                      <a:pt x="10334" y="7931"/>
                    </a:lnTo>
                    <a:lnTo>
                      <a:pt x="10200" y="7392"/>
                    </a:lnTo>
                    <a:lnTo>
                      <a:pt x="10042" y="6875"/>
                    </a:lnTo>
                    <a:lnTo>
                      <a:pt x="9885" y="6381"/>
                    </a:lnTo>
                    <a:lnTo>
                      <a:pt x="9683" y="5932"/>
                    </a:lnTo>
                    <a:lnTo>
                      <a:pt x="9481" y="5505"/>
                    </a:lnTo>
                    <a:lnTo>
                      <a:pt x="9256" y="5123"/>
                    </a:lnTo>
                    <a:lnTo>
                      <a:pt x="9009" y="4786"/>
                    </a:lnTo>
                    <a:lnTo>
                      <a:pt x="8739" y="4494"/>
                    </a:lnTo>
                    <a:lnTo>
                      <a:pt x="8605" y="4359"/>
                    </a:lnTo>
                    <a:lnTo>
                      <a:pt x="8447" y="4247"/>
                    </a:lnTo>
                    <a:lnTo>
                      <a:pt x="8290" y="4157"/>
                    </a:lnTo>
                    <a:lnTo>
                      <a:pt x="8133" y="4067"/>
                    </a:lnTo>
                    <a:lnTo>
                      <a:pt x="7976" y="4000"/>
                    </a:lnTo>
                    <a:lnTo>
                      <a:pt x="7796" y="3955"/>
                    </a:lnTo>
                    <a:lnTo>
                      <a:pt x="7616" y="3932"/>
                    </a:lnTo>
                    <a:lnTo>
                      <a:pt x="7234" y="3932"/>
                    </a:lnTo>
                    <a:lnTo>
                      <a:pt x="7032" y="3955"/>
                    </a:lnTo>
                    <a:lnTo>
                      <a:pt x="6830" y="4000"/>
                    </a:lnTo>
                    <a:lnTo>
                      <a:pt x="6628" y="4067"/>
                    </a:lnTo>
                    <a:lnTo>
                      <a:pt x="6426" y="4157"/>
                    </a:lnTo>
                    <a:lnTo>
                      <a:pt x="6223" y="4247"/>
                    </a:lnTo>
                    <a:lnTo>
                      <a:pt x="6044" y="4359"/>
                    </a:lnTo>
                    <a:lnTo>
                      <a:pt x="5864" y="4494"/>
                    </a:lnTo>
                    <a:lnTo>
                      <a:pt x="5707" y="4606"/>
                    </a:lnTo>
                    <a:lnTo>
                      <a:pt x="5549" y="4763"/>
                    </a:lnTo>
                    <a:lnTo>
                      <a:pt x="5415" y="4921"/>
                    </a:lnTo>
                    <a:lnTo>
                      <a:pt x="5280" y="5078"/>
                    </a:lnTo>
                    <a:lnTo>
                      <a:pt x="5168" y="5258"/>
                    </a:lnTo>
                    <a:lnTo>
                      <a:pt x="5055" y="5437"/>
                    </a:lnTo>
                    <a:lnTo>
                      <a:pt x="4853" y="5842"/>
                    </a:lnTo>
                    <a:lnTo>
                      <a:pt x="4696" y="6269"/>
                    </a:lnTo>
                    <a:lnTo>
                      <a:pt x="4583" y="6718"/>
                    </a:lnTo>
                    <a:lnTo>
                      <a:pt x="4494" y="7190"/>
                    </a:lnTo>
                    <a:lnTo>
                      <a:pt x="4426" y="7684"/>
                    </a:lnTo>
                    <a:lnTo>
                      <a:pt x="4404" y="8201"/>
                    </a:lnTo>
                    <a:lnTo>
                      <a:pt x="4381" y="8740"/>
                    </a:lnTo>
                    <a:lnTo>
                      <a:pt x="4404" y="9279"/>
                    </a:lnTo>
                    <a:lnTo>
                      <a:pt x="4426" y="9818"/>
                    </a:lnTo>
                    <a:lnTo>
                      <a:pt x="4494" y="10380"/>
                    </a:lnTo>
                    <a:lnTo>
                      <a:pt x="4561" y="10919"/>
                    </a:lnTo>
                    <a:lnTo>
                      <a:pt x="4718" y="11997"/>
                    </a:lnTo>
                    <a:lnTo>
                      <a:pt x="4943" y="13008"/>
                    </a:lnTo>
                    <a:lnTo>
                      <a:pt x="5168" y="13974"/>
                    </a:lnTo>
                    <a:lnTo>
                      <a:pt x="5392" y="14805"/>
                    </a:lnTo>
                    <a:lnTo>
                      <a:pt x="5594" y="15502"/>
                    </a:lnTo>
                    <a:lnTo>
                      <a:pt x="5752" y="16041"/>
                    </a:lnTo>
                    <a:lnTo>
                      <a:pt x="5909" y="16512"/>
                    </a:lnTo>
                    <a:lnTo>
                      <a:pt x="5549" y="16602"/>
                    </a:lnTo>
                    <a:lnTo>
                      <a:pt x="5145" y="16737"/>
                    </a:lnTo>
                    <a:lnTo>
                      <a:pt x="4606" y="16894"/>
                    </a:lnTo>
                    <a:lnTo>
                      <a:pt x="4022" y="17097"/>
                    </a:lnTo>
                    <a:lnTo>
                      <a:pt x="3348" y="17344"/>
                    </a:lnTo>
                    <a:lnTo>
                      <a:pt x="2696" y="17636"/>
                    </a:lnTo>
                    <a:lnTo>
                      <a:pt x="2023" y="17973"/>
                    </a:lnTo>
                    <a:lnTo>
                      <a:pt x="1708" y="18152"/>
                    </a:lnTo>
                    <a:lnTo>
                      <a:pt x="1416" y="18355"/>
                    </a:lnTo>
                    <a:lnTo>
                      <a:pt x="1124" y="18557"/>
                    </a:lnTo>
                    <a:lnTo>
                      <a:pt x="877" y="18781"/>
                    </a:lnTo>
                    <a:lnTo>
                      <a:pt x="630" y="19006"/>
                    </a:lnTo>
                    <a:lnTo>
                      <a:pt x="428" y="19253"/>
                    </a:lnTo>
                    <a:lnTo>
                      <a:pt x="270" y="19500"/>
                    </a:lnTo>
                    <a:lnTo>
                      <a:pt x="136" y="19747"/>
                    </a:lnTo>
                    <a:lnTo>
                      <a:pt x="46" y="20017"/>
                    </a:lnTo>
                    <a:lnTo>
                      <a:pt x="1" y="20309"/>
                    </a:lnTo>
                    <a:lnTo>
                      <a:pt x="1" y="20601"/>
                    </a:lnTo>
                    <a:lnTo>
                      <a:pt x="68" y="20893"/>
                    </a:lnTo>
                    <a:lnTo>
                      <a:pt x="180" y="21208"/>
                    </a:lnTo>
                    <a:lnTo>
                      <a:pt x="360" y="21522"/>
                    </a:lnTo>
                    <a:lnTo>
                      <a:pt x="585" y="21859"/>
                    </a:lnTo>
                    <a:lnTo>
                      <a:pt x="899" y="22196"/>
                    </a:lnTo>
                    <a:lnTo>
                      <a:pt x="1259" y="22510"/>
                    </a:lnTo>
                    <a:lnTo>
                      <a:pt x="1618" y="22780"/>
                    </a:lnTo>
                    <a:lnTo>
                      <a:pt x="2000" y="23005"/>
                    </a:lnTo>
                    <a:lnTo>
                      <a:pt x="2404" y="23162"/>
                    </a:lnTo>
                    <a:lnTo>
                      <a:pt x="2809" y="23297"/>
                    </a:lnTo>
                    <a:lnTo>
                      <a:pt x="3213" y="23387"/>
                    </a:lnTo>
                    <a:lnTo>
                      <a:pt x="3640" y="23432"/>
                    </a:lnTo>
                    <a:lnTo>
                      <a:pt x="4044" y="23432"/>
                    </a:lnTo>
                    <a:lnTo>
                      <a:pt x="4471" y="23409"/>
                    </a:lnTo>
                    <a:lnTo>
                      <a:pt x="4898" y="23364"/>
                    </a:lnTo>
                    <a:lnTo>
                      <a:pt x="5325" y="23274"/>
                    </a:lnTo>
                    <a:lnTo>
                      <a:pt x="5752" y="23184"/>
                    </a:lnTo>
                    <a:lnTo>
                      <a:pt x="6156" y="23050"/>
                    </a:lnTo>
                    <a:lnTo>
                      <a:pt x="6583" y="22892"/>
                    </a:lnTo>
                    <a:lnTo>
                      <a:pt x="6987" y="22735"/>
                    </a:lnTo>
                    <a:lnTo>
                      <a:pt x="7369" y="22555"/>
                    </a:lnTo>
                    <a:lnTo>
                      <a:pt x="8133" y="22174"/>
                    </a:lnTo>
                    <a:lnTo>
                      <a:pt x="8829" y="21769"/>
                    </a:lnTo>
                    <a:lnTo>
                      <a:pt x="9458" y="21387"/>
                    </a:lnTo>
                    <a:lnTo>
                      <a:pt x="9997" y="21005"/>
                    </a:lnTo>
                    <a:lnTo>
                      <a:pt x="10447" y="20668"/>
                    </a:lnTo>
                    <a:lnTo>
                      <a:pt x="10784" y="20399"/>
                    </a:lnTo>
                    <a:lnTo>
                      <a:pt x="11076" y="20152"/>
                    </a:lnTo>
                    <a:lnTo>
                      <a:pt x="11750" y="20062"/>
                    </a:lnTo>
                    <a:lnTo>
                      <a:pt x="12469" y="19994"/>
                    </a:lnTo>
                    <a:lnTo>
                      <a:pt x="13232" y="19972"/>
                    </a:lnTo>
                    <a:lnTo>
                      <a:pt x="14041" y="19994"/>
                    </a:lnTo>
                    <a:lnTo>
                      <a:pt x="14895" y="20062"/>
                    </a:lnTo>
                    <a:lnTo>
                      <a:pt x="15771" y="20174"/>
                    </a:lnTo>
                    <a:lnTo>
                      <a:pt x="16692" y="20331"/>
                    </a:lnTo>
                    <a:lnTo>
                      <a:pt x="17613" y="20534"/>
                    </a:lnTo>
                    <a:lnTo>
                      <a:pt x="18579" y="20803"/>
                    </a:lnTo>
                    <a:lnTo>
                      <a:pt x="19545" y="21095"/>
                    </a:lnTo>
                    <a:lnTo>
                      <a:pt x="20556" y="21432"/>
                    </a:lnTo>
                    <a:lnTo>
                      <a:pt x="21544" y="21814"/>
                    </a:lnTo>
                    <a:lnTo>
                      <a:pt x="22578" y="22263"/>
                    </a:lnTo>
                    <a:lnTo>
                      <a:pt x="23588" y="22735"/>
                    </a:lnTo>
                    <a:lnTo>
                      <a:pt x="24599" y="23274"/>
                    </a:lnTo>
                    <a:lnTo>
                      <a:pt x="25633" y="23858"/>
                    </a:lnTo>
                    <a:lnTo>
                      <a:pt x="27497" y="24937"/>
                    </a:lnTo>
                    <a:lnTo>
                      <a:pt x="29317" y="26015"/>
                    </a:lnTo>
                    <a:lnTo>
                      <a:pt x="31114" y="27026"/>
                    </a:lnTo>
                    <a:lnTo>
                      <a:pt x="31990" y="27498"/>
                    </a:lnTo>
                    <a:lnTo>
                      <a:pt x="32889" y="27969"/>
                    </a:lnTo>
                    <a:lnTo>
                      <a:pt x="33765" y="28419"/>
                    </a:lnTo>
                    <a:lnTo>
                      <a:pt x="34641" y="28823"/>
                    </a:lnTo>
                    <a:lnTo>
                      <a:pt x="35517" y="29227"/>
                    </a:lnTo>
                    <a:lnTo>
                      <a:pt x="36416" y="29587"/>
                    </a:lnTo>
                    <a:lnTo>
                      <a:pt x="37292" y="29924"/>
                    </a:lnTo>
                    <a:lnTo>
                      <a:pt x="38168" y="30216"/>
                    </a:lnTo>
                    <a:lnTo>
                      <a:pt x="39067" y="30485"/>
                    </a:lnTo>
                    <a:lnTo>
                      <a:pt x="39943" y="30710"/>
                    </a:lnTo>
                    <a:lnTo>
                      <a:pt x="40841" y="30890"/>
                    </a:lnTo>
                    <a:lnTo>
                      <a:pt x="41740" y="31047"/>
                    </a:lnTo>
                    <a:lnTo>
                      <a:pt x="42661" y="31159"/>
                    </a:lnTo>
                    <a:lnTo>
                      <a:pt x="43582" y="31204"/>
                    </a:lnTo>
                    <a:lnTo>
                      <a:pt x="44503" y="31204"/>
                    </a:lnTo>
                    <a:lnTo>
                      <a:pt x="45424" y="31182"/>
                    </a:lnTo>
                    <a:lnTo>
                      <a:pt x="46390" y="31070"/>
                    </a:lnTo>
                    <a:lnTo>
                      <a:pt x="47334" y="30935"/>
                    </a:lnTo>
                    <a:lnTo>
                      <a:pt x="47828" y="30845"/>
                    </a:lnTo>
                    <a:lnTo>
                      <a:pt x="48299" y="30733"/>
                    </a:lnTo>
                    <a:lnTo>
                      <a:pt x="48794" y="30598"/>
                    </a:lnTo>
                    <a:lnTo>
                      <a:pt x="49288" y="30463"/>
                    </a:lnTo>
                    <a:lnTo>
                      <a:pt x="49782" y="30306"/>
                    </a:lnTo>
                    <a:lnTo>
                      <a:pt x="50299" y="30126"/>
                    </a:lnTo>
                    <a:lnTo>
                      <a:pt x="50793" y="29946"/>
                    </a:lnTo>
                    <a:lnTo>
                      <a:pt x="51310" y="29744"/>
                    </a:lnTo>
                    <a:lnTo>
                      <a:pt x="51826" y="29519"/>
                    </a:lnTo>
                    <a:lnTo>
                      <a:pt x="52343" y="29295"/>
                    </a:lnTo>
                    <a:lnTo>
                      <a:pt x="52860" y="29025"/>
                    </a:lnTo>
                    <a:lnTo>
                      <a:pt x="53376" y="28756"/>
                    </a:lnTo>
                    <a:lnTo>
                      <a:pt x="54455" y="28172"/>
                    </a:lnTo>
                    <a:lnTo>
                      <a:pt x="55533" y="27498"/>
                    </a:lnTo>
                    <a:lnTo>
                      <a:pt x="56027" y="27183"/>
                    </a:lnTo>
                    <a:lnTo>
                      <a:pt x="56499" y="26824"/>
                    </a:lnTo>
                    <a:lnTo>
                      <a:pt x="56948" y="26464"/>
                    </a:lnTo>
                    <a:lnTo>
                      <a:pt x="57375" y="26082"/>
                    </a:lnTo>
                    <a:lnTo>
                      <a:pt x="57802" y="25700"/>
                    </a:lnTo>
                    <a:lnTo>
                      <a:pt x="58184" y="25296"/>
                    </a:lnTo>
                    <a:lnTo>
                      <a:pt x="58566" y="24869"/>
                    </a:lnTo>
                    <a:lnTo>
                      <a:pt x="58925" y="24420"/>
                    </a:lnTo>
                    <a:lnTo>
                      <a:pt x="59262" y="23971"/>
                    </a:lnTo>
                    <a:lnTo>
                      <a:pt x="59577" y="23521"/>
                    </a:lnTo>
                    <a:lnTo>
                      <a:pt x="59869" y="23050"/>
                    </a:lnTo>
                    <a:lnTo>
                      <a:pt x="60161" y="22578"/>
                    </a:lnTo>
                    <a:lnTo>
                      <a:pt x="60408" y="22084"/>
                    </a:lnTo>
                    <a:lnTo>
                      <a:pt x="60655" y="21567"/>
                    </a:lnTo>
                    <a:lnTo>
                      <a:pt x="60880" y="21073"/>
                    </a:lnTo>
                    <a:lnTo>
                      <a:pt x="61059" y="20556"/>
                    </a:lnTo>
                    <a:lnTo>
                      <a:pt x="61239" y="20017"/>
                    </a:lnTo>
                    <a:lnTo>
                      <a:pt x="61419" y="19500"/>
                    </a:lnTo>
                    <a:lnTo>
                      <a:pt x="61554" y="18961"/>
                    </a:lnTo>
                    <a:lnTo>
                      <a:pt x="61666" y="18422"/>
                    </a:lnTo>
                    <a:lnTo>
                      <a:pt x="61756" y="17883"/>
                    </a:lnTo>
                    <a:lnTo>
                      <a:pt x="61846" y="17321"/>
                    </a:lnTo>
                    <a:lnTo>
                      <a:pt x="61891" y="16782"/>
                    </a:lnTo>
                    <a:lnTo>
                      <a:pt x="61935" y="16220"/>
                    </a:lnTo>
                    <a:lnTo>
                      <a:pt x="61935" y="15659"/>
                    </a:lnTo>
                    <a:lnTo>
                      <a:pt x="61935" y="15120"/>
                    </a:lnTo>
                    <a:lnTo>
                      <a:pt x="61891" y="14558"/>
                    </a:lnTo>
                    <a:lnTo>
                      <a:pt x="61846" y="13996"/>
                    </a:lnTo>
                    <a:lnTo>
                      <a:pt x="61778" y="13457"/>
                    </a:lnTo>
                    <a:lnTo>
                      <a:pt x="61666" y="12896"/>
                    </a:lnTo>
                    <a:lnTo>
                      <a:pt x="61554" y="12356"/>
                    </a:lnTo>
                    <a:lnTo>
                      <a:pt x="61419" y="11795"/>
                    </a:lnTo>
                    <a:lnTo>
                      <a:pt x="61262" y="11233"/>
                    </a:lnTo>
                    <a:lnTo>
                      <a:pt x="61059" y="10672"/>
                    </a:lnTo>
                    <a:lnTo>
                      <a:pt x="60880" y="10132"/>
                    </a:lnTo>
                    <a:lnTo>
                      <a:pt x="60655" y="9616"/>
                    </a:lnTo>
                    <a:lnTo>
                      <a:pt x="60430" y="9099"/>
                    </a:lnTo>
                    <a:lnTo>
                      <a:pt x="60161" y="8582"/>
                    </a:lnTo>
                    <a:lnTo>
                      <a:pt x="59914" y="8088"/>
                    </a:lnTo>
                    <a:lnTo>
                      <a:pt x="59622" y="7616"/>
                    </a:lnTo>
                    <a:lnTo>
                      <a:pt x="59307" y="7145"/>
                    </a:lnTo>
                    <a:lnTo>
                      <a:pt x="58993" y="6695"/>
                    </a:lnTo>
                    <a:lnTo>
                      <a:pt x="58656" y="6246"/>
                    </a:lnTo>
                    <a:lnTo>
                      <a:pt x="58296" y="5819"/>
                    </a:lnTo>
                    <a:lnTo>
                      <a:pt x="57914" y="5415"/>
                    </a:lnTo>
                    <a:lnTo>
                      <a:pt x="57532" y="5011"/>
                    </a:lnTo>
                    <a:lnTo>
                      <a:pt x="57106" y="4629"/>
                    </a:lnTo>
                    <a:lnTo>
                      <a:pt x="56679" y="4247"/>
                    </a:lnTo>
                    <a:lnTo>
                      <a:pt x="56207" y="3887"/>
                    </a:lnTo>
                    <a:lnTo>
                      <a:pt x="55735" y="3550"/>
                    </a:lnTo>
                    <a:lnTo>
                      <a:pt x="55241" y="3213"/>
                    </a:lnTo>
                    <a:lnTo>
                      <a:pt x="54724" y="2899"/>
                    </a:lnTo>
                    <a:lnTo>
                      <a:pt x="54163" y="2584"/>
                    </a:lnTo>
                    <a:lnTo>
                      <a:pt x="53601" y="2292"/>
                    </a:lnTo>
                    <a:lnTo>
                      <a:pt x="53017" y="2023"/>
                    </a:lnTo>
                    <a:lnTo>
                      <a:pt x="52410" y="1776"/>
                    </a:lnTo>
                    <a:lnTo>
                      <a:pt x="51781" y="1529"/>
                    </a:lnTo>
                    <a:lnTo>
                      <a:pt x="51130" y="1281"/>
                    </a:lnTo>
                    <a:lnTo>
                      <a:pt x="50456" y="1079"/>
                    </a:lnTo>
                    <a:lnTo>
                      <a:pt x="49760" y="877"/>
                    </a:lnTo>
                    <a:lnTo>
                      <a:pt x="49041" y="697"/>
                    </a:lnTo>
                    <a:lnTo>
                      <a:pt x="48277" y="518"/>
                    </a:lnTo>
                    <a:lnTo>
                      <a:pt x="47513" y="360"/>
                    </a:lnTo>
                    <a:lnTo>
                      <a:pt x="46705" y="226"/>
                    </a:lnTo>
                    <a:lnTo>
                      <a:pt x="46053" y="136"/>
                    </a:lnTo>
                    <a:lnTo>
                      <a:pt x="45379" y="68"/>
                    </a:lnTo>
                    <a:lnTo>
                      <a:pt x="44728" y="23"/>
                    </a:lnTo>
                    <a:lnTo>
                      <a:pt x="4407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8" name="Google Shape;8328;p41">
                <a:extLst>
                  <a:ext uri="{FF2B5EF4-FFF2-40B4-BE49-F238E27FC236}">
                    <a16:creationId xmlns:a16="http://schemas.microsoft.com/office/drawing/2014/main" id="{59B49CE6-3B3E-E6E5-7A23-3FBD41B2DC91}"/>
                  </a:ext>
                </a:extLst>
              </p:cNvPr>
              <p:cNvSpPr/>
              <p:nvPr/>
            </p:nvSpPr>
            <p:spPr>
              <a:xfrm>
                <a:off x="10432700" y="3726375"/>
                <a:ext cx="1548400" cy="780125"/>
              </a:xfrm>
              <a:custGeom>
                <a:avLst/>
                <a:gdLst/>
                <a:ahLst/>
                <a:cxnLst/>
                <a:rect l="l" t="t" r="r" b="b"/>
                <a:pathLst>
                  <a:path w="61936" h="31205" fill="none" extrusionOk="0">
                    <a:moveTo>
                      <a:pt x="11076" y="15232"/>
                    </a:moveTo>
                    <a:lnTo>
                      <a:pt x="11076" y="15232"/>
                    </a:lnTo>
                    <a:lnTo>
                      <a:pt x="11570" y="15120"/>
                    </a:lnTo>
                    <a:lnTo>
                      <a:pt x="12087" y="15007"/>
                    </a:lnTo>
                    <a:lnTo>
                      <a:pt x="12581" y="14850"/>
                    </a:lnTo>
                    <a:lnTo>
                      <a:pt x="13075" y="14693"/>
                    </a:lnTo>
                    <a:lnTo>
                      <a:pt x="13569" y="14513"/>
                    </a:lnTo>
                    <a:lnTo>
                      <a:pt x="14086" y="14311"/>
                    </a:lnTo>
                    <a:lnTo>
                      <a:pt x="15074" y="13884"/>
                    </a:lnTo>
                    <a:lnTo>
                      <a:pt x="16085" y="13390"/>
                    </a:lnTo>
                    <a:lnTo>
                      <a:pt x="17096" y="12873"/>
                    </a:lnTo>
                    <a:lnTo>
                      <a:pt x="18107" y="12289"/>
                    </a:lnTo>
                    <a:lnTo>
                      <a:pt x="19141" y="11660"/>
                    </a:lnTo>
                    <a:lnTo>
                      <a:pt x="20151" y="11009"/>
                    </a:lnTo>
                    <a:lnTo>
                      <a:pt x="21185" y="10335"/>
                    </a:lnTo>
                    <a:lnTo>
                      <a:pt x="23274" y="8942"/>
                    </a:lnTo>
                    <a:lnTo>
                      <a:pt x="25386" y="7504"/>
                    </a:lnTo>
                    <a:lnTo>
                      <a:pt x="27542" y="6066"/>
                    </a:lnTo>
                    <a:lnTo>
                      <a:pt x="28643" y="5370"/>
                    </a:lnTo>
                    <a:lnTo>
                      <a:pt x="29744" y="4674"/>
                    </a:lnTo>
                    <a:lnTo>
                      <a:pt x="30867" y="4022"/>
                    </a:lnTo>
                    <a:lnTo>
                      <a:pt x="31990" y="3393"/>
                    </a:lnTo>
                    <a:lnTo>
                      <a:pt x="33136" y="2809"/>
                    </a:lnTo>
                    <a:lnTo>
                      <a:pt x="34282" y="2247"/>
                    </a:lnTo>
                    <a:lnTo>
                      <a:pt x="35450" y="1753"/>
                    </a:lnTo>
                    <a:lnTo>
                      <a:pt x="36034" y="1506"/>
                    </a:lnTo>
                    <a:lnTo>
                      <a:pt x="36640" y="1304"/>
                    </a:lnTo>
                    <a:lnTo>
                      <a:pt x="37224" y="1079"/>
                    </a:lnTo>
                    <a:lnTo>
                      <a:pt x="37831" y="900"/>
                    </a:lnTo>
                    <a:lnTo>
                      <a:pt x="38438" y="720"/>
                    </a:lnTo>
                    <a:lnTo>
                      <a:pt x="39044" y="563"/>
                    </a:lnTo>
                    <a:lnTo>
                      <a:pt x="39651" y="428"/>
                    </a:lnTo>
                    <a:lnTo>
                      <a:pt x="40280" y="315"/>
                    </a:lnTo>
                    <a:lnTo>
                      <a:pt x="40909" y="203"/>
                    </a:lnTo>
                    <a:lnTo>
                      <a:pt x="41538" y="113"/>
                    </a:lnTo>
                    <a:lnTo>
                      <a:pt x="42167" y="46"/>
                    </a:lnTo>
                    <a:lnTo>
                      <a:pt x="42796" y="1"/>
                    </a:lnTo>
                    <a:lnTo>
                      <a:pt x="43425" y="1"/>
                    </a:lnTo>
                    <a:lnTo>
                      <a:pt x="44076" y="1"/>
                    </a:lnTo>
                    <a:lnTo>
                      <a:pt x="44728" y="23"/>
                    </a:lnTo>
                    <a:lnTo>
                      <a:pt x="45379" y="68"/>
                    </a:lnTo>
                    <a:lnTo>
                      <a:pt x="46053" y="136"/>
                    </a:lnTo>
                    <a:lnTo>
                      <a:pt x="46705" y="226"/>
                    </a:lnTo>
                    <a:lnTo>
                      <a:pt x="46705" y="226"/>
                    </a:lnTo>
                    <a:lnTo>
                      <a:pt x="47513" y="360"/>
                    </a:lnTo>
                    <a:lnTo>
                      <a:pt x="48277" y="518"/>
                    </a:lnTo>
                    <a:lnTo>
                      <a:pt x="49041" y="697"/>
                    </a:lnTo>
                    <a:lnTo>
                      <a:pt x="49760" y="877"/>
                    </a:lnTo>
                    <a:lnTo>
                      <a:pt x="50456" y="1079"/>
                    </a:lnTo>
                    <a:lnTo>
                      <a:pt x="51130" y="1281"/>
                    </a:lnTo>
                    <a:lnTo>
                      <a:pt x="51781" y="1529"/>
                    </a:lnTo>
                    <a:lnTo>
                      <a:pt x="52410" y="1776"/>
                    </a:lnTo>
                    <a:lnTo>
                      <a:pt x="53017" y="2023"/>
                    </a:lnTo>
                    <a:lnTo>
                      <a:pt x="53601" y="2292"/>
                    </a:lnTo>
                    <a:lnTo>
                      <a:pt x="54163" y="2584"/>
                    </a:lnTo>
                    <a:lnTo>
                      <a:pt x="54724" y="2899"/>
                    </a:lnTo>
                    <a:lnTo>
                      <a:pt x="55241" y="3213"/>
                    </a:lnTo>
                    <a:lnTo>
                      <a:pt x="55735" y="3550"/>
                    </a:lnTo>
                    <a:lnTo>
                      <a:pt x="56207" y="3887"/>
                    </a:lnTo>
                    <a:lnTo>
                      <a:pt x="56679" y="4247"/>
                    </a:lnTo>
                    <a:lnTo>
                      <a:pt x="57106" y="4629"/>
                    </a:lnTo>
                    <a:lnTo>
                      <a:pt x="57532" y="5011"/>
                    </a:lnTo>
                    <a:lnTo>
                      <a:pt x="57914" y="5415"/>
                    </a:lnTo>
                    <a:lnTo>
                      <a:pt x="58296" y="5819"/>
                    </a:lnTo>
                    <a:lnTo>
                      <a:pt x="58656" y="6246"/>
                    </a:lnTo>
                    <a:lnTo>
                      <a:pt x="58993" y="6695"/>
                    </a:lnTo>
                    <a:lnTo>
                      <a:pt x="59307" y="7145"/>
                    </a:lnTo>
                    <a:lnTo>
                      <a:pt x="59622" y="7616"/>
                    </a:lnTo>
                    <a:lnTo>
                      <a:pt x="59914" y="8088"/>
                    </a:lnTo>
                    <a:lnTo>
                      <a:pt x="60161" y="8582"/>
                    </a:lnTo>
                    <a:lnTo>
                      <a:pt x="60430" y="9099"/>
                    </a:lnTo>
                    <a:lnTo>
                      <a:pt x="60655" y="9616"/>
                    </a:lnTo>
                    <a:lnTo>
                      <a:pt x="60880" y="10132"/>
                    </a:lnTo>
                    <a:lnTo>
                      <a:pt x="61059" y="10672"/>
                    </a:lnTo>
                    <a:lnTo>
                      <a:pt x="61262" y="11233"/>
                    </a:lnTo>
                    <a:lnTo>
                      <a:pt x="61419" y="11795"/>
                    </a:lnTo>
                    <a:lnTo>
                      <a:pt x="61419" y="11795"/>
                    </a:lnTo>
                    <a:lnTo>
                      <a:pt x="61554" y="12356"/>
                    </a:lnTo>
                    <a:lnTo>
                      <a:pt x="61666" y="12896"/>
                    </a:lnTo>
                    <a:lnTo>
                      <a:pt x="61778" y="13457"/>
                    </a:lnTo>
                    <a:lnTo>
                      <a:pt x="61846" y="13996"/>
                    </a:lnTo>
                    <a:lnTo>
                      <a:pt x="61891" y="14558"/>
                    </a:lnTo>
                    <a:lnTo>
                      <a:pt x="61935" y="15120"/>
                    </a:lnTo>
                    <a:lnTo>
                      <a:pt x="61935" y="15659"/>
                    </a:lnTo>
                    <a:lnTo>
                      <a:pt x="61935" y="16220"/>
                    </a:lnTo>
                    <a:lnTo>
                      <a:pt x="61891" y="16782"/>
                    </a:lnTo>
                    <a:lnTo>
                      <a:pt x="61846" y="17321"/>
                    </a:lnTo>
                    <a:lnTo>
                      <a:pt x="61756" y="17883"/>
                    </a:lnTo>
                    <a:lnTo>
                      <a:pt x="61666" y="18422"/>
                    </a:lnTo>
                    <a:lnTo>
                      <a:pt x="61554" y="18961"/>
                    </a:lnTo>
                    <a:lnTo>
                      <a:pt x="61419" y="19500"/>
                    </a:lnTo>
                    <a:lnTo>
                      <a:pt x="61239" y="20017"/>
                    </a:lnTo>
                    <a:lnTo>
                      <a:pt x="61059" y="20556"/>
                    </a:lnTo>
                    <a:lnTo>
                      <a:pt x="60880" y="21073"/>
                    </a:lnTo>
                    <a:lnTo>
                      <a:pt x="60655" y="21567"/>
                    </a:lnTo>
                    <a:lnTo>
                      <a:pt x="60408" y="22084"/>
                    </a:lnTo>
                    <a:lnTo>
                      <a:pt x="60161" y="22578"/>
                    </a:lnTo>
                    <a:lnTo>
                      <a:pt x="59869" y="23050"/>
                    </a:lnTo>
                    <a:lnTo>
                      <a:pt x="59577" y="23521"/>
                    </a:lnTo>
                    <a:lnTo>
                      <a:pt x="59262" y="23971"/>
                    </a:lnTo>
                    <a:lnTo>
                      <a:pt x="58925" y="24420"/>
                    </a:lnTo>
                    <a:lnTo>
                      <a:pt x="58566" y="24869"/>
                    </a:lnTo>
                    <a:lnTo>
                      <a:pt x="58184" y="25296"/>
                    </a:lnTo>
                    <a:lnTo>
                      <a:pt x="57802" y="25700"/>
                    </a:lnTo>
                    <a:lnTo>
                      <a:pt x="57375" y="26082"/>
                    </a:lnTo>
                    <a:lnTo>
                      <a:pt x="56948" y="26464"/>
                    </a:lnTo>
                    <a:lnTo>
                      <a:pt x="56499" y="26824"/>
                    </a:lnTo>
                    <a:lnTo>
                      <a:pt x="56027" y="27183"/>
                    </a:lnTo>
                    <a:lnTo>
                      <a:pt x="55533" y="27498"/>
                    </a:lnTo>
                    <a:lnTo>
                      <a:pt x="55533" y="27498"/>
                    </a:lnTo>
                    <a:lnTo>
                      <a:pt x="54455" y="28172"/>
                    </a:lnTo>
                    <a:lnTo>
                      <a:pt x="53376" y="28756"/>
                    </a:lnTo>
                    <a:lnTo>
                      <a:pt x="52860" y="29025"/>
                    </a:lnTo>
                    <a:lnTo>
                      <a:pt x="52343" y="29295"/>
                    </a:lnTo>
                    <a:lnTo>
                      <a:pt x="51826" y="29519"/>
                    </a:lnTo>
                    <a:lnTo>
                      <a:pt x="51310" y="29744"/>
                    </a:lnTo>
                    <a:lnTo>
                      <a:pt x="50793" y="29946"/>
                    </a:lnTo>
                    <a:lnTo>
                      <a:pt x="50299" y="30126"/>
                    </a:lnTo>
                    <a:lnTo>
                      <a:pt x="49782" y="30306"/>
                    </a:lnTo>
                    <a:lnTo>
                      <a:pt x="49288" y="30463"/>
                    </a:lnTo>
                    <a:lnTo>
                      <a:pt x="48794" y="30598"/>
                    </a:lnTo>
                    <a:lnTo>
                      <a:pt x="48299" y="30733"/>
                    </a:lnTo>
                    <a:lnTo>
                      <a:pt x="47828" y="30845"/>
                    </a:lnTo>
                    <a:lnTo>
                      <a:pt x="47334" y="30935"/>
                    </a:lnTo>
                    <a:lnTo>
                      <a:pt x="46390" y="31070"/>
                    </a:lnTo>
                    <a:lnTo>
                      <a:pt x="45424" y="31182"/>
                    </a:lnTo>
                    <a:lnTo>
                      <a:pt x="44503" y="31204"/>
                    </a:lnTo>
                    <a:lnTo>
                      <a:pt x="43582" y="31204"/>
                    </a:lnTo>
                    <a:lnTo>
                      <a:pt x="42661" y="31159"/>
                    </a:lnTo>
                    <a:lnTo>
                      <a:pt x="41740" y="31047"/>
                    </a:lnTo>
                    <a:lnTo>
                      <a:pt x="40841" y="30890"/>
                    </a:lnTo>
                    <a:lnTo>
                      <a:pt x="39943" y="30710"/>
                    </a:lnTo>
                    <a:lnTo>
                      <a:pt x="39067" y="30485"/>
                    </a:lnTo>
                    <a:lnTo>
                      <a:pt x="38168" y="30216"/>
                    </a:lnTo>
                    <a:lnTo>
                      <a:pt x="37292" y="29924"/>
                    </a:lnTo>
                    <a:lnTo>
                      <a:pt x="36416" y="29587"/>
                    </a:lnTo>
                    <a:lnTo>
                      <a:pt x="35517" y="29227"/>
                    </a:lnTo>
                    <a:lnTo>
                      <a:pt x="34641" y="28823"/>
                    </a:lnTo>
                    <a:lnTo>
                      <a:pt x="33765" y="28419"/>
                    </a:lnTo>
                    <a:lnTo>
                      <a:pt x="32889" y="27969"/>
                    </a:lnTo>
                    <a:lnTo>
                      <a:pt x="31990" y="27498"/>
                    </a:lnTo>
                    <a:lnTo>
                      <a:pt x="31114" y="27026"/>
                    </a:lnTo>
                    <a:lnTo>
                      <a:pt x="29317" y="26015"/>
                    </a:lnTo>
                    <a:lnTo>
                      <a:pt x="27497" y="24937"/>
                    </a:lnTo>
                    <a:lnTo>
                      <a:pt x="25633" y="23858"/>
                    </a:lnTo>
                    <a:lnTo>
                      <a:pt x="25633" y="23858"/>
                    </a:lnTo>
                    <a:lnTo>
                      <a:pt x="24599" y="23274"/>
                    </a:lnTo>
                    <a:lnTo>
                      <a:pt x="23588" y="22735"/>
                    </a:lnTo>
                    <a:lnTo>
                      <a:pt x="22578" y="22263"/>
                    </a:lnTo>
                    <a:lnTo>
                      <a:pt x="21544" y="21814"/>
                    </a:lnTo>
                    <a:lnTo>
                      <a:pt x="20556" y="21432"/>
                    </a:lnTo>
                    <a:lnTo>
                      <a:pt x="19545" y="21095"/>
                    </a:lnTo>
                    <a:lnTo>
                      <a:pt x="18579" y="20803"/>
                    </a:lnTo>
                    <a:lnTo>
                      <a:pt x="17613" y="20534"/>
                    </a:lnTo>
                    <a:lnTo>
                      <a:pt x="16692" y="20331"/>
                    </a:lnTo>
                    <a:lnTo>
                      <a:pt x="15771" y="20174"/>
                    </a:lnTo>
                    <a:lnTo>
                      <a:pt x="14895" y="20062"/>
                    </a:lnTo>
                    <a:lnTo>
                      <a:pt x="14041" y="19994"/>
                    </a:lnTo>
                    <a:lnTo>
                      <a:pt x="13232" y="19972"/>
                    </a:lnTo>
                    <a:lnTo>
                      <a:pt x="12469" y="19994"/>
                    </a:lnTo>
                    <a:lnTo>
                      <a:pt x="11750" y="20062"/>
                    </a:lnTo>
                    <a:lnTo>
                      <a:pt x="11076" y="20152"/>
                    </a:lnTo>
                    <a:lnTo>
                      <a:pt x="11076" y="20152"/>
                    </a:lnTo>
                    <a:lnTo>
                      <a:pt x="10784" y="20399"/>
                    </a:lnTo>
                    <a:lnTo>
                      <a:pt x="10447" y="20668"/>
                    </a:lnTo>
                    <a:lnTo>
                      <a:pt x="9997" y="21005"/>
                    </a:lnTo>
                    <a:lnTo>
                      <a:pt x="9458" y="21387"/>
                    </a:lnTo>
                    <a:lnTo>
                      <a:pt x="8829" y="21769"/>
                    </a:lnTo>
                    <a:lnTo>
                      <a:pt x="8133" y="22174"/>
                    </a:lnTo>
                    <a:lnTo>
                      <a:pt x="7369" y="22555"/>
                    </a:lnTo>
                    <a:lnTo>
                      <a:pt x="6987" y="22735"/>
                    </a:lnTo>
                    <a:lnTo>
                      <a:pt x="6583" y="22892"/>
                    </a:lnTo>
                    <a:lnTo>
                      <a:pt x="6156" y="23050"/>
                    </a:lnTo>
                    <a:lnTo>
                      <a:pt x="5752" y="23184"/>
                    </a:lnTo>
                    <a:lnTo>
                      <a:pt x="5325" y="23274"/>
                    </a:lnTo>
                    <a:lnTo>
                      <a:pt x="4898" y="23364"/>
                    </a:lnTo>
                    <a:lnTo>
                      <a:pt x="4471" y="23409"/>
                    </a:lnTo>
                    <a:lnTo>
                      <a:pt x="4044" y="23432"/>
                    </a:lnTo>
                    <a:lnTo>
                      <a:pt x="3640" y="23432"/>
                    </a:lnTo>
                    <a:lnTo>
                      <a:pt x="3213" y="23387"/>
                    </a:lnTo>
                    <a:lnTo>
                      <a:pt x="2809" y="23297"/>
                    </a:lnTo>
                    <a:lnTo>
                      <a:pt x="2404" y="23162"/>
                    </a:lnTo>
                    <a:lnTo>
                      <a:pt x="2000" y="23005"/>
                    </a:lnTo>
                    <a:lnTo>
                      <a:pt x="1618" y="22780"/>
                    </a:lnTo>
                    <a:lnTo>
                      <a:pt x="1259" y="22510"/>
                    </a:lnTo>
                    <a:lnTo>
                      <a:pt x="899" y="22196"/>
                    </a:lnTo>
                    <a:lnTo>
                      <a:pt x="899" y="22196"/>
                    </a:lnTo>
                    <a:lnTo>
                      <a:pt x="585" y="21859"/>
                    </a:lnTo>
                    <a:lnTo>
                      <a:pt x="360" y="21522"/>
                    </a:lnTo>
                    <a:lnTo>
                      <a:pt x="180" y="21208"/>
                    </a:lnTo>
                    <a:lnTo>
                      <a:pt x="68" y="20893"/>
                    </a:lnTo>
                    <a:lnTo>
                      <a:pt x="1" y="20601"/>
                    </a:lnTo>
                    <a:lnTo>
                      <a:pt x="1" y="20309"/>
                    </a:lnTo>
                    <a:lnTo>
                      <a:pt x="46" y="20017"/>
                    </a:lnTo>
                    <a:lnTo>
                      <a:pt x="136" y="19747"/>
                    </a:lnTo>
                    <a:lnTo>
                      <a:pt x="270" y="19500"/>
                    </a:lnTo>
                    <a:lnTo>
                      <a:pt x="428" y="19253"/>
                    </a:lnTo>
                    <a:lnTo>
                      <a:pt x="630" y="19006"/>
                    </a:lnTo>
                    <a:lnTo>
                      <a:pt x="877" y="18781"/>
                    </a:lnTo>
                    <a:lnTo>
                      <a:pt x="1124" y="18557"/>
                    </a:lnTo>
                    <a:lnTo>
                      <a:pt x="1416" y="18355"/>
                    </a:lnTo>
                    <a:lnTo>
                      <a:pt x="1708" y="18152"/>
                    </a:lnTo>
                    <a:lnTo>
                      <a:pt x="2023" y="17973"/>
                    </a:lnTo>
                    <a:lnTo>
                      <a:pt x="2696" y="17636"/>
                    </a:lnTo>
                    <a:lnTo>
                      <a:pt x="3348" y="17344"/>
                    </a:lnTo>
                    <a:lnTo>
                      <a:pt x="4022" y="17097"/>
                    </a:lnTo>
                    <a:lnTo>
                      <a:pt x="4606" y="16894"/>
                    </a:lnTo>
                    <a:lnTo>
                      <a:pt x="5145" y="16737"/>
                    </a:lnTo>
                    <a:lnTo>
                      <a:pt x="5549" y="16602"/>
                    </a:lnTo>
                    <a:lnTo>
                      <a:pt x="5909" y="16512"/>
                    </a:lnTo>
                    <a:lnTo>
                      <a:pt x="5909" y="16512"/>
                    </a:lnTo>
                    <a:lnTo>
                      <a:pt x="5752" y="16041"/>
                    </a:lnTo>
                    <a:lnTo>
                      <a:pt x="5594" y="15502"/>
                    </a:lnTo>
                    <a:lnTo>
                      <a:pt x="5392" y="14805"/>
                    </a:lnTo>
                    <a:lnTo>
                      <a:pt x="5168" y="13974"/>
                    </a:lnTo>
                    <a:lnTo>
                      <a:pt x="4943" y="13008"/>
                    </a:lnTo>
                    <a:lnTo>
                      <a:pt x="4718" y="11997"/>
                    </a:lnTo>
                    <a:lnTo>
                      <a:pt x="4561" y="10919"/>
                    </a:lnTo>
                    <a:lnTo>
                      <a:pt x="4494" y="10380"/>
                    </a:lnTo>
                    <a:lnTo>
                      <a:pt x="4426" y="9818"/>
                    </a:lnTo>
                    <a:lnTo>
                      <a:pt x="4404" y="9279"/>
                    </a:lnTo>
                    <a:lnTo>
                      <a:pt x="4381" y="8740"/>
                    </a:lnTo>
                    <a:lnTo>
                      <a:pt x="4404" y="8201"/>
                    </a:lnTo>
                    <a:lnTo>
                      <a:pt x="4426" y="7684"/>
                    </a:lnTo>
                    <a:lnTo>
                      <a:pt x="4494" y="7190"/>
                    </a:lnTo>
                    <a:lnTo>
                      <a:pt x="4583" y="6718"/>
                    </a:lnTo>
                    <a:lnTo>
                      <a:pt x="4696" y="6269"/>
                    </a:lnTo>
                    <a:lnTo>
                      <a:pt x="4853" y="5842"/>
                    </a:lnTo>
                    <a:lnTo>
                      <a:pt x="5055" y="5437"/>
                    </a:lnTo>
                    <a:lnTo>
                      <a:pt x="5168" y="5258"/>
                    </a:lnTo>
                    <a:lnTo>
                      <a:pt x="5280" y="5078"/>
                    </a:lnTo>
                    <a:lnTo>
                      <a:pt x="5415" y="4921"/>
                    </a:lnTo>
                    <a:lnTo>
                      <a:pt x="5549" y="4763"/>
                    </a:lnTo>
                    <a:lnTo>
                      <a:pt x="5707" y="4606"/>
                    </a:lnTo>
                    <a:lnTo>
                      <a:pt x="5864" y="4494"/>
                    </a:lnTo>
                    <a:lnTo>
                      <a:pt x="6044" y="4359"/>
                    </a:lnTo>
                    <a:lnTo>
                      <a:pt x="6223" y="4247"/>
                    </a:lnTo>
                    <a:lnTo>
                      <a:pt x="6426" y="4157"/>
                    </a:lnTo>
                    <a:lnTo>
                      <a:pt x="6628" y="4067"/>
                    </a:lnTo>
                    <a:lnTo>
                      <a:pt x="6628" y="4067"/>
                    </a:lnTo>
                    <a:lnTo>
                      <a:pt x="6830" y="4000"/>
                    </a:lnTo>
                    <a:lnTo>
                      <a:pt x="7032" y="3955"/>
                    </a:lnTo>
                    <a:lnTo>
                      <a:pt x="7234" y="3932"/>
                    </a:lnTo>
                    <a:lnTo>
                      <a:pt x="7436" y="3932"/>
                    </a:lnTo>
                    <a:lnTo>
                      <a:pt x="7616" y="3932"/>
                    </a:lnTo>
                    <a:lnTo>
                      <a:pt x="7796" y="3955"/>
                    </a:lnTo>
                    <a:lnTo>
                      <a:pt x="7976" y="4000"/>
                    </a:lnTo>
                    <a:lnTo>
                      <a:pt x="8133" y="4067"/>
                    </a:lnTo>
                    <a:lnTo>
                      <a:pt x="8290" y="4157"/>
                    </a:lnTo>
                    <a:lnTo>
                      <a:pt x="8447" y="4247"/>
                    </a:lnTo>
                    <a:lnTo>
                      <a:pt x="8605" y="4359"/>
                    </a:lnTo>
                    <a:lnTo>
                      <a:pt x="8739" y="4494"/>
                    </a:lnTo>
                    <a:lnTo>
                      <a:pt x="9009" y="4786"/>
                    </a:lnTo>
                    <a:lnTo>
                      <a:pt x="9256" y="5123"/>
                    </a:lnTo>
                    <a:lnTo>
                      <a:pt x="9481" y="5505"/>
                    </a:lnTo>
                    <a:lnTo>
                      <a:pt x="9683" y="5932"/>
                    </a:lnTo>
                    <a:lnTo>
                      <a:pt x="9885" y="6381"/>
                    </a:lnTo>
                    <a:lnTo>
                      <a:pt x="10042" y="6875"/>
                    </a:lnTo>
                    <a:lnTo>
                      <a:pt x="10200" y="7392"/>
                    </a:lnTo>
                    <a:lnTo>
                      <a:pt x="10334" y="7931"/>
                    </a:lnTo>
                    <a:lnTo>
                      <a:pt x="10469" y="8470"/>
                    </a:lnTo>
                    <a:lnTo>
                      <a:pt x="10582" y="9032"/>
                    </a:lnTo>
                    <a:lnTo>
                      <a:pt x="10739" y="10155"/>
                    </a:lnTo>
                    <a:lnTo>
                      <a:pt x="10874" y="11278"/>
                    </a:lnTo>
                    <a:lnTo>
                      <a:pt x="10963" y="12312"/>
                    </a:lnTo>
                    <a:lnTo>
                      <a:pt x="11031" y="13255"/>
                    </a:lnTo>
                    <a:lnTo>
                      <a:pt x="11053" y="14064"/>
                    </a:lnTo>
                    <a:lnTo>
                      <a:pt x="11076" y="14693"/>
                    </a:lnTo>
                    <a:lnTo>
                      <a:pt x="11076" y="15232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9" name="Google Shape;8329;p41">
                <a:extLst>
                  <a:ext uri="{FF2B5EF4-FFF2-40B4-BE49-F238E27FC236}">
                    <a16:creationId xmlns:a16="http://schemas.microsoft.com/office/drawing/2014/main" id="{EFB1B4FD-6BB3-6732-7194-EB6FBA4E49B4}"/>
                  </a:ext>
                </a:extLst>
              </p:cNvPr>
              <p:cNvSpPr/>
              <p:nvPr/>
            </p:nvSpPr>
            <p:spPr>
              <a:xfrm>
                <a:off x="10432700" y="3824675"/>
                <a:ext cx="531875" cy="487500"/>
              </a:xfrm>
              <a:custGeom>
                <a:avLst/>
                <a:gdLst/>
                <a:ahLst/>
                <a:cxnLst/>
                <a:rect l="l" t="t" r="r" b="b"/>
                <a:pathLst>
                  <a:path w="21275" h="19500" extrusionOk="0">
                    <a:moveTo>
                      <a:pt x="7234" y="0"/>
                    </a:moveTo>
                    <a:lnTo>
                      <a:pt x="7032" y="23"/>
                    </a:lnTo>
                    <a:lnTo>
                      <a:pt x="6830" y="68"/>
                    </a:lnTo>
                    <a:lnTo>
                      <a:pt x="6628" y="135"/>
                    </a:lnTo>
                    <a:lnTo>
                      <a:pt x="6426" y="225"/>
                    </a:lnTo>
                    <a:lnTo>
                      <a:pt x="6223" y="315"/>
                    </a:lnTo>
                    <a:lnTo>
                      <a:pt x="6044" y="427"/>
                    </a:lnTo>
                    <a:lnTo>
                      <a:pt x="5864" y="562"/>
                    </a:lnTo>
                    <a:lnTo>
                      <a:pt x="5707" y="674"/>
                    </a:lnTo>
                    <a:lnTo>
                      <a:pt x="5549" y="831"/>
                    </a:lnTo>
                    <a:lnTo>
                      <a:pt x="5415" y="989"/>
                    </a:lnTo>
                    <a:lnTo>
                      <a:pt x="5280" y="1146"/>
                    </a:lnTo>
                    <a:lnTo>
                      <a:pt x="5055" y="1505"/>
                    </a:lnTo>
                    <a:lnTo>
                      <a:pt x="4853" y="1910"/>
                    </a:lnTo>
                    <a:lnTo>
                      <a:pt x="4696" y="2337"/>
                    </a:lnTo>
                    <a:lnTo>
                      <a:pt x="4583" y="2786"/>
                    </a:lnTo>
                    <a:lnTo>
                      <a:pt x="4494" y="3258"/>
                    </a:lnTo>
                    <a:lnTo>
                      <a:pt x="4426" y="3752"/>
                    </a:lnTo>
                    <a:lnTo>
                      <a:pt x="4404" y="4269"/>
                    </a:lnTo>
                    <a:lnTo>
                      <a:pt x="4381" y="4808"/>
                    </a:lnTo>
                    <a:lnTo>
                      <a:pt x="4404" y="5347"/>
                    </a:lnTo>
                    <a:lnTo>
                      <a:pt x="4426" y="5886"/>
                    </a:lnTo>
                    <a:lnTo>
                      <a:pt x="4494" y="6448"/>
                    </a:lnTo>
                    <a:lnTo>
                      <a:pt x="4561" y="6987"/>
                    </a:lnTo>
                    <a:lnTo>
                      <a:pt x="4718" y="8065"/>
                    </a:lnTo>
                    <a:lnTo>
                      <a:pt x="4943" y="9076"/>
                    </a:lnTo>
                    <a:lnTo>
                      <a:pt x="5168" y="10042"/>
                    </a:lnTo>
                    <a:lnTo>
                      <a:pt x="5392" y="10873"/>
                    </a:lnTo>
                    <a:lnTo>
                      <a:pt x="5594" y="11570"/>
                    </a:lnTo>
                    <a:lnTo>
                      <a:pt x="5752" y="12109"/>
                    </a:lnTo>
                    <a:lnTo>
                      <a:pt x="5909" y="12580"/>
                    </a:lnTo>
                    <a:lnTo>
                      <a:pt x="5549" y="12670"/>
                    </a:lnTo>
                    <a:lnTo>
                      <a:pt x="5145" y="12805"/>
                    </a:lnTo>
                    <a:lnTo>
                      <a:pt x="4606" y="12962"/>
                    </a:lnTo>
                    <a:lnTo>
                      <a:pt x="4022" y="13165"/>
                    </a:lnTo>
                    <a:lnTo>
                      <a:pt x="3348" y="13412"/>
                    </a:lnTo>
                    <a:lnTo>
                      <a:pt x="2696" y="13704"/>
                    </a:lnTo>
                    <a:lnTo>
                      <a:pt x="2023" y="14041"/>
                    </a:lnTo>
                    <a:lnTo>
                      <a:pt x="1708" y="14220"/>
                    </a:lnTo>
                    <a:lnTo>
                      <a:pt x="1416" y="14423"/>
                    </a:lnTo>
                    <a:lnTo>
                      <a:pt x="1124" y="14625"/>
                    </a:lnTo>
                    <a:lnTo>
                      <a:pt x="877" y="14849"/>
                    </a:lnTo>
                    <a:lnTo>
                      <a:pt x="630" y="15074"/>
                    </a:lnTo>
                    <a:lnTo>
                      <a:pt x="428" y="15321"/>
                    </a:lnTo>
                    <a:lnTo>
                      <a:pt x="270" y="15568"/>
                    </a:lnTo>
                    <a:lnTo>
                      <a:pt x="136" y="15815"/>
                    </a:lnTo>
                    <a:lnTo>
                      <a:pt x="46" y="16085"/>
                    </a:lnTo>
                    <a:lnTo>
                      <a:pt x="1" y="16377"/>
                    </a:lnTo>
                    <a:lnTo>
                      <a:pt x="1" y="16669"/>
                    </a:lnTo>
                    <a:lnTo>
                      <a:pt x="68" y="16961"/>
                    </a:lnTo>
                    <a:lnTo>
                      <a:pt x="180" y="17276"/>
                    </a:lnTo>
                    <a:lnTo>
                      <a:pt x="360" y="17590"/>
                    </a:lnTo>
                    <a:lnTo>
                      <a:pt x="585" y="17927"/>
                    </a:lnTo>
                    <a:lnTo>
                      <a:pt x="899" y="18264"/>
                    </a:lnTo>
                    <a:lnTo>
                      <a:pt x="1259" y="18578"/>
                    </a:lnTo>
                    <a:lnTo>
                      <a:pt x="1618" y="18848"/>
                    </a:lnTo>
                    <a:lnTo>
                      <a:pt x="2000" y="19073"/>
                    </a:lnTo>
                    <a:lnTo>
                      <a:pt x="2404" y="19230"/>
                    </a:lnTo>
                    <a:lnTo>
                      <a:pt x="2809" y="19365"/>
                    </a:lnTo>
                    <a:lnTo>
                      <a:pt x="3213" y="19455"/>
                    </a:lnTo>
                    <a:lnTo>
                      <a:pt x="3640" y="19500"/>
                    </a:lnTo>
                    <a:lnTo>
                      <a:pt x="4044" y="19500"/>
                    </a:lnTo>
                    <a:lnTo>
                      <a:pt x="4471" y="19477"/>
                    </a:lnTo>
                    <a:lnTo>
                      <a:pt x="4898" y="19432"/>
                    </a:lnTo>
                    <a:lnTo>
                      <a:pt x="5325" y="19342"/>
                    </a:lnTo>
                    <a:lnTo>
                      <a:pt x="5752" y="19252"/>
                    </a:lnTo>
                    <a:lnTo>
                      <a:pt x="6156" y="19118"/>
                    </a:lnTo>
                    <a:lnTo>
                      <a:pt x="6583" y="18960"/>
                    </a:lnTo>
                    <a:lnTo>
                      <a:pt x="6987" y="18803"/>
                    </a:lnTo>
                    <a:lnTo>
                      <a:pt x="7369" y="18623"/>
                    </a:lnTo>
                    <a:lnTo>
                      <a:pt x="8133" y="18242"/>
                    </a:lnTo>
                    <a:lnTo>
                      <a:pt x="8829" y="17837"/>
                    </a:lnTo>
                    <a:lnTo>
                      <a:pt x="9458" y="17455"/>
                    </a:lnTo>
                    <a:lnTo>
                      <a:pt x="9997" y="17073"/>
                    </a:lnTo>
                    <a:lnTo>
                      <a:pt x="10447" y="16736"/>
                    </a:lnTo>
                    <a:lnTo>
                      <a:pt x="10784" y="16467"/>
                    </a:lnTo>
                    <a:lnTo>
                      <a:pt x="11076" y="16220"/>
                    </a:lnTo>
                    <a:lnTo>
                      <a:pt x="11570" y="16152"/>
                    </a:lnTo>
                    <a:lnTo>
                      <a:pt x="12087" y="16085"/>
                    </a:lnTo>
                    <a:lnTo>
                      <a:pt x="12626" y="16040"/>
                    </a:lnTo>
                    <a:lnTo>
                      <a:pt x="13771" y="16040"/>
                    </a:lnTo>
                    <a:lnTo>
                      <a:pt x="14378" y="16085"/>
                    </a:lnTo>
                    <a:lnTo>
                      <a:pt x="15007" y="16152"/>
                    </a:lnTo>
                    <a:lnTo>
                      <a:pt x="15636" y="16220"/>
                    </a:lnTo>
                    <a:lnTo>
                      <a:pt x="16310" y="16332"/>
                    </a:lnTo>
                    <a:lnTo>
                      <a:pt x="16984" y="16467"/>
                    </a:lnTo>
                    <a:lnTo>
                      <a:pt x="17680" y="16624"/>
                    </a:lnTo>
                    <a:lnTo>
                      <a:pt x="18377" y="16804"/>
                    </a:lnTo>
                    <a:lnTo>
                      <a:pt x="19073" y="17006"/>
                    </a:lnTo>
                    <a:lnTo>
                      <a:pt x="19814" y="17253"/>
                    </a:lnTo>
                    <a:lnTo>
                      <a:pt x="20533" y="17500"/>
                    </a:lnTo>
                    <a:lnTo>
                      <a:pt x="21275" y="17770"/>
                    </a:lnTo>
                    <a:lnTo>
                      <a:pt x="18961" y="13479"/>
                    </a:lnTo>
                    <a:lnTo>
                      <a:pt x="17793" y="11345"/>
                    </a:lnTo>
                    <a:lnTo>
                      <a:pt x="16602" y="9211"/>
                    </a:lnTo>
                    <a:lnTo>
                      <a:pt x="15906" y="9570"/>
                    </a:lnTo>
                    <a:lnTo>
                      <a:pt x="15209" y="9885"/>
                    </a:lnTo>
                    <a:lnTo>
                      <a:pt x="14513" y="10199"/>
                    </a:lnTo>
                    <a:lnTo>
                      <a:pt x="13839" y="10491"/>
                    </a:lnTo>
                    <a:lnTo>
                      <a:pt x="13142" y="10738"/>
                    </a:lnTo>
                    <a:lnTo>
                      <a:pt x="12446" y="10963"/>
                    </a:lnTo>
                    <a:lnTo>
                      <a:pt x="11772" y="11143"/>
                    </a:lnTo>
                    <a:lnTo>
                      <a:pt x="11076" y="11300"/>
                    </a:lnTo>
                    <a:lnTo>
                      <a:pt x="11076" y="10761"/>
                    </a:lnTo>
                    <a:lnTo>
                      <a:pt x="11053" y="10132"/>
                    </a:lnTo>
                    <a:lnTo>
                      <a:pt x="11031" y="9323"/>
                    </a:lnTo>
                    <a:lnTo>
                      <a:pt x="10963" y="8380"/>
                    </a:lnTo>
                    <a:lnTo>
                      <a:pt x="10874" y="7346"/>
                    </a:lnTo>
                    <a:lnTo>
                      <a:pt x="10739" y="6223"/>
                    </a:lnTo>
                    <a:lnTo>
                      <a:pt x="10582" y="5100"/>
                    </a:lnTo>
                    <a:lnTo>
                      <a:pt x="10469" y="4538"/>
                    </a:lnTo>
                    <a:lnTo>
                      <a:pt x="10334" y="3999"/>
                    </a:lnTo>
                    <a:lnTo>
                      <a:pt x="10200" y="3460"/>
                    </a:lnTo>
                    <a:lnTo>
                      <a:pt x="10042" y="2943"/>
                    </a:lnTo>
                    <a:lnTo>
                      <a:pt x="9885" y="2449"/>
                    </a:lnTo>
                    <a:lnTo>
                      <a:pt x="9683" y="2000"/>
                    </a:lnTo>
                    <a:lnTo>
                      <a:pt x="9481" y="1573"/>
                    </a:lnTo>
                    <a:lnTo>
                      <a:pt x="9256" y="1191"/>
                    </a:lnTo>
                    <a:lnTo>
                      <a:pt x="9009" y="854"/>
                    </a:lnTo>
                    <a:lnTo>
                      <a:pt x="8739" y="562"/>
                    </a:lnTo>
                    <a:lnTo>
                      <a:pt x="8605" y="427"/>
                    </a:lnTo>
                    <a:lnTo>
                      <a:pt x="8447" y="315"/>
                    </a:lnTo>
                    <a:lnTo>
                      <a:pt x="8290" y="225"/>
                    </a:lnTo>
                    <a:lnTo>
                      <a:pt x="8133" y="135"/>
                    </a:lnTo>
                    <a:lnTo>
                      <a:pt x="7976" y="68"/>
                    </a:lnTo>
                    <a:lnTo>
                      <a:pt x="7796" y="23"/>
                    </a:lnTo>
                    <a:lnTo>
                      <a:pt x="76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0" name="Google Shape;8330;p41">
                <a:extLst>
                  <a:ext uri="{FF2B5EF4-FFF2-40B4-BE49-F238E27FC236}">
                    <a16:creationId xmlns:a16="http://schemas.microsoft.com/office/drawing/2014/main" id="{050FB6E0-C872-3D81-086A-5204357694DF}"/>
                  </a:ext>
                </a:extLst>
              </p:cNvPr>
              <p:cNvSpPr/>
              <p:nvPr/>
            </p:nvSpPr>
            <p:spPr>
              <a:xfrm>
                <a:off x="11492475" y="3720200"/>
                <a:ext cx="497600" cy="482450"/>
              </a:xfrm>
              <a:custGeom>
                <a:avLst/>
                <a:gdLst/>
                <a:ahLst/>
                <a:cxnLst/>
                <a:rect l="l" t="t" r="r" b="b"/>
                <a:pathLst>
                  <a:path w="19904" h="19298" extrusionOk="0">
                    <a:moveTo>
                      <a:pt x="3819" y="1"/>
                    </a:moveTo>
                    <a:lnTo>
                      <a:pt x="3123" y="1236"/>
                    </a:lnTo>
                    <a:lnTo>
                      <a:pt x="2471" y="2517"/>
                    </a:lnTo>
                    <a:lnTo>
                      <a:pt x="2157" y="3168"/>
                    </a:lnTo>
                    <a:lnTo>
                      <a:pt x="1865" y="3797"/>
                    </a:lnTo>
                    <a:lnTo>
                      <a:pt x="1573" y="4471"/>
                    </a:lnTo>
                    <a:lnTo>
                      <a:pt x="1303" y="5123"/>
                    </a:lnTo>
                    <a:lnTo>
                      <a:pt x="1056" y="5774"/>
                    </a:lnTo>
                    <a:lnTo>
                      <a:pt x="831" y="6448"/>
                    </a:lnTo>
                    <a:lnTo>
                      <a:pt x="629" y="7122"/>
                    </a:lnTo>
                    <a:lnTo>
                      <a:pt x="450" y="7819"/>
                    </a:lnTo>
                    <a:lnTo>
                      <a:pt x="292" y="8492"/>
                    </a:lnTo>
                    <a:lnTo>
                      <a:pt x="180" y="9211"/>
                    </a:lnTo>
                    <a:lnTo>
                      <a:pt x="90" y="9908"/>
                    </a:lnTo>
                    <a:lnTo>
                      <a:pt x="23" y="10627"/>
                    </a:lnTo>
                    <a:lnTo>
                      <a:pt x="0" y="11503"/>
                    </a:lnTo>
                    <a:lnTo>
                      <a:pt x="0" y="12401"/>
                    </a:lnTo>
                    <a:lnTo>
                      <a:pt x="23" y="13277"/>
                    </a:lnTo>
                    <a:lnTo>
                      <a:pt x="90" y="14176"/>
                    </a:lnTo>
                    <a:lnTo>
                      <a:pt x="180" y="15052"/>
                    </a:lnTo>
                    <a:lnTo>
                      <a:pt x="270" y="15951"/>
                    </a:lnTo>
                    <a:lnTo>
                      <a:pt x="405" y="16827"/>
                    </a:lnTo>
                    <a:lnTo>
                      <a:pt x="539" y="17703"/>
                    </a:lnTo>
                    <a:lnTo>
                      <a:pt x="1550" y="17973"/>
                    </a:lnTo>
                    <a:lnTo>
                      <a:pt x="2584" y="18197"/>
                    </a:lnTo>
                    <a:lnTo>
                      <a:pt x="3617" y="18377"/>
                    </a:lnTo>
                    <a:lnTo>
                      <a:pt x="4673" y="18534"/>
                    </a:lnTo>
                    <a:lnTo>
                      <a:pt x="5729" y="18646"/>
                    </a:lnTo>
                    <a:lnTo>
                      <a:pt x="6785" y="18736"/>
                    </a:lnTo>
                    <a:lnTo>
                      <a:pt x="7840" y="18804"/>
                    </a:lnTo>
                    <a:lnTo>
                      <a:pt x="8896" y="18849"/>
                    </a:lnTo>
                    <a:lnTo>
                      <a:pt x="12154" y="18939"/>
                    </a:lnTo>
                    <a:lnTo>
                      <a:pt x="13771" y="19028"/>
                    </a:lnTo>
                    <a:lnTo>
                      <a:pt x="14580" y="19073"/>
                    </a:lnTo>
                    <a:lnTo>
                      <a:pt x="15389" y="19141"/>
                    </a:lnTo>
                    <a:lnTo>
                      <a:pt x="16399" y="19208"/>
                    </a:lnTo>
                    <a:lnTo>
                      <a:pt x="17410" y="19275"/>
                    </a:lnTo>
                    <a:lnTo>
                      <a:pt x="18421" y="19298"/>
                    </a:lnTo>
                    <a:lnTo>
                      <a:pt x="18915" y="19298"/>
                    </a:lnTo>
                    <a:lnTo>
                      <a:pt x="19410" y="19275"/>
                    </a:lnTo>
                    <a:lnTo>
                      <a:pt x="19522" y="18804"/>
                    </a:lnTo>
                    <a:lnTo>
                      <a:pt x="19634" y="18332"/>
                    </a:lnTo>
                    <a:lnTo>
                      <a:pt x="19702" y="17883"/>
                    </a:lnTo>
                    <a:lnTo>
                      <a:pt x="19792" y="17411"/>
                    </a:lnTo>
                    <a:lnTo>
                      <a:pt x="19836" y="16917"/>
                    </a:lnTo>
                    <a:lnTo>
                      <a:pt x="19881" y="16445"/>
                    </a:lnTo>
                    <a:lnTo>
                      <a:pt x="19904" y="15973"/>
                    </a:lnTo>
                    <a:lnTo>
                      <a:pt x="19904" y="15501"/>
                    </a:lnTo>
                    <a:lnTo>
                      <a:pt x="19904" y="15007"/>
                    </a:lnTo>
                    <a:lnTo>
                      <a:pt x="19881" y="14535"/>
                    </a:lnTo>
                    <a:lnTo>
                      <a:pt x="19836" y="14064"/>
                    </a:lnTo>
                    <a:lnTo>
                      <a:pt x="19769" y="13569"/>
                    </a:lnTo>
                    <a:lnTo>
                      <a:pt x="19702" y="13098"/>
                    </a:lnTo>
                    <a:lnTo>
                      <a:pt x="19612" y="12626"/>
                    </a:lnTo>
                    <a:lnTo>
                      <a:pt x="19522" y="12154"/>
                    </a:lnTo>
                    <a:lnTo>
                      <a:pt x="19387" y="11682"/>
                    </a:lnTo>
                    <a:lnTo>
                      <a:pt x="19230" y="11121"/>
                    </a:lnTo>
                    <a:lnTo>
                      <a:pt x="19050" y="10559"/>
                    </a:lnTo>
                    <a:lnTo>
                      <a:pt x="18848" y="10020"/>
                    </a:lnTo>
                    <a:lnTo>
                      <a:pt x="18623" y="9503"/>
                    </a:lnTo>
                    <a:lnTo>
                      <a:pt x="18399" y="8964"/>
                    </a:lnTo>
                    <a:lnTo>
                      <a:pt x="18152" y="8470"/>
                    </a:lnTo>
                    <a:lnTo>
                      <a:pt x="17882" y="7976"/>
                    </a:lnTo>
                    <a:lnTo>
                      <a:pt x="17590" y="7504"/>
                    </a:lnTo>
                    <a:lnTo>
                      <a:pt x="17298" y="7032"/>
                    </a:lnTo>
                    <a:lnTo>
                      <a:pt x="16961" y="6583"/>
                    </a:lnTo>
                    <a:lnTo>
                      <a:pt x="16624" y="6134"/>
                    </a:lnTo>
                    <a:lnTo>
                      <a:pt x="16265" y="5707"/>
                    </a:lnTo>
                    <a:lnTo>
                      <a:pt x="15883" y="5302"/>
                    </a:lnTo>
                    <a:lnTo>
                      <a:pt x="15501" y="4898"/>
                    </a:lnTo>
                    <a:lnTo>
                      <a:pt x="15074" y="4516"/>
                    </a:lnTo>
                    <a:lnTo>
                      <a:pt x="14647" y="4134"/>
                    </a:lnTo>
                    <a:lnTo>
                      <a:pt x="14175" y="3775"/>
                    </a:lnTo>
                    <a:lnTo>
                      <a:pt x="13704" y="3438"/>
                    </a:lnTo>
                    <a:lnTo>
                      <a:pt x="13209" y="3101"/>
                    </a:lnTo>
                    <a:lnTo>
                      <a:pt x="12693" y="2786"/>
                    </a:lnTo>
                    <a:lnTo>
                      <a:pt x="12154" y="2472"/>
                    </a:lnTo>
                    <a:lnTo>
                      <a:pt x="11592" y="2180"/>
                    </a:lnTo>
                    <a:lnTo>
                      <a:pt x="10985" y="1910"/>
                    </a:lnTo>
                    <a:lnTo>
                      <a:pt x="10379" y="1663"/>
                    </a:lnTo>
                    <a:lnTo>
                      <a:pt x="9750" y="1416"/>
                    </a:lnTo>
                    <a:lnTo>
                      <a:pt x="9098" y="1169"/>
                    </a:lnTo>
                    <a:lnTo>
                      <a:pt x="8425" y="967"/>
                    </a:lnTo>
                    <a:lnTo>
                      <a:pt x="7728" y="765"/>
                    </a:lnTo>
                    <a:lnTo>
                      <a:pt x="7009" y="585"/>
                    </a:lnTo>
                    <a:lnTo>
                      <a:pt x="6245" y="405"/>
                    </a:lnTo>
                    <a:lnTo>
                      <a:pt x="5482" y="248"/>
                    </a:lnTo>
                    <a:lnTo>
                      <a:pt x="4673" y="113"/>
                    </a:lnTo>
                    <a:lnTo>
                      <a:pt x="3819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1" name="Google Shape;8331;p41">
                <a:extLst>
                  <a:ext uri="{FF2B5EF4-FFF2-40B4-BE49-F238E27FC236}">
                    <a16:creationId xmlns:a16="http://schemas.microsoft.com/office/drawing/2014/main" id="{ECA72E4D-EE2E-C763-BC4F-13B3B34934AE}"/>
                  </a:ext>
                </a:extLst>
              </p:cNvPr>
              <p:cNvSpPr/>
              <p:nvPr/>
            </p:nvSpPr>
            <p:spPr>
              <a:xfrm>
                <a:off x="11492475" y="3720200"/>
                <a:ext cx="497600" cy="482450"/>
              </a:xfrm>
              <a:custGeom>
                <a:avLst/>
                <a:gdLst/>
                <a:ahLst/>
                <a:cxnLst/>
                <a:rect l="l" t="t" r="r" b="b"/>
                <a:pathLst>
                  <a:path w="19904" h="19298" fill="none" extrusionOk="0">
                    <a:moveTo>
                      <a:pt x="539" y="17703"/>
                    </a:moveTo>
                    <a:lnTo>
                      <a:pt x="539" y="17703"/>
                    </a:lnTo>
                    <a:lnTo>
                      <a:pt x="405" y="16827"/>
                    </a:lnTo>
                    <a:lnTo>
                      <a:pt x="270" y="15951"/>
                    </a:lnTo>
                    <a:lnTo>
                      <a:pt x="180" y="15052"/>
                    </a:lnTo>
                    <a:lnTo>
                      <a:pt x="90" y="14176"/>
                    </a:lnTo>
                    <a:lnTo>
                      <a:pt x="23" y="13277"/>
                    </a:lnTo>
                    <a:lnTo>
                      <a:pt x="0" y="12401"/>
                    </a:lnTo>
                    <a:lnTo>
                      <a:pt x="0" y="11503"/>
                    </a:lnTo>
                    <a:lnTo>
                      <a:pt x="23" y="10627"/>
                    </a:lnTo>
                    <a:lnTo>
                      <a:pt x="23" y="10627"/>
                    </a:lnTo>
                    <a:lnTo>
                      <a:pt x="90" y="9908"/>
                    </a:lnTo>
                    <a:lnTo>
                      <a:pt x="180" y="9211"/>
                    </a:lnTo>
                    <a:lnTo>
                      <a:pt x="292" y="8492"/>
                    </a:lnTo>
                    <a:lnTo>
                      <a:pt x="450" y="7819"/>
                    </a:lnTo>
                    <a:lnTo>
                      <a:pt x="629" y="7122"/>
                    </a:lnTo>
                    <a:lnTo>
                      <a:pt x="831" y="6448"/>
                    </a:lnTo>
                    <a:lnTo>
                      <a:pt x="1056" y="5774"/>
                    </a:lnTo>
                    <a:lnTo>
                      <a:pt x="1303" y="5123"/>
                    </a:lnTo>
                    <a:lnTo>
                      <a:pt x="1573" y="4471"/>
                    </a:lnTo>
                    <a:lnTo>
                      <a:pt x="1865" y="3797"/>
                    </a:lnTo>
                    <a:lnTo>
                      <a:pt x="2157" y="3168"/>
                    </a:lnTo>
                    <a:lnTo>
                      <a:pt x="2471" y="2517"/>
                    </a:lnTo>
                    <a:lnTo>
                      <a:pt x="3123" y="1236"/>
                    </a:lnTo>
                    <a:lnTo>
                      <a:pt x="3819" y="1"/>
                    </a:lnTo>
                    <a:lnTo>
                      <a:pt x="3819" y="1"/>
                    </a:lnTo>
                    <a:lnTo>
                      <a:pt x="4673" y="113"/>
                    </a:lnTo>
                    <a:lnTo>
                      <a:pt x="4673" y="113"/>
                    </a:lnTo>
                    <a:lnTo>
                      <a:pt x="5482" y="248"/>
                    </a:lnTo>
                    <a:lnTo>
                      <a:pt x="6245" y="405"/>
                    </a:lnTo>
                    <a:lnTo>
                      <a:pt x="7009" y="585"/>
                    </a:lnTo>
                    <a:lnTo>
                      <a:pt x="7728" y="765"/>
                    </a:lnTo>
                    <a:lnTo>
                      <a:pt x="8425" y="967"/>
                    </a:lnTo>
                    <a:lnTo>
                      <a:pt x="9098" y="1169"/>
                    </a:lnTo>
                    <a:lnTo>
                      <a:pt x="9750" y="1416"/>
                    </a:lnTo>
                    <a:lnTo>
                      <a:pt x="10379" y="1663"/>
                    </a:lnTo>
                    <a:lnTo>
                      <a:pt x="10985" y="1910"/>
                    </a:lnTo>
                    <a:lnTo>
                      <a:pt x="11592" y="2180"/>
                    </a:lnTo>
                    <a:lnTo>
                      <a:pt x="12154" y="2472"/>
                    </a:lnTo>
                    <a:lnTo>
                      <a:pt x="12693" y="2786"/>
                    </a:lnTo>
                    <a:lnTo>
                      <a:pt x="13209" y="3101"/>
                    </a:lnTo>
                    <a:lnTo>
                      <a:pt x="13704" y="3438"/>
                    </a:lnTo>
                    <a:lnTo>
                      <a:pt x="14175" y="3775"/>
                    </a:lnTo>
                    <a:lnTo>
                      <a:pt x="14647" y="4134"/>
                    </a:lnTo>
                    <a:lnTo>
                      <a:pt x="15074" y="4516"/>
                    </a:lnTo>
                    <a:lnTo>
                      <a:pt x="15501" y="4898"/>
                    </a:lnTo>
                    <a:lnTo>
                      <a:pt x="15883" y="5302"/>
                    </a:lnTo>
                    <a:lnTo>
                      <a:pt x="16265" y="5707"/>
                    </a:lnTo>
                    <a:lnTo>
                      <a:pt x="16624" y="6134"/>
                    </a:lnTo>
                    <a:lnTo>
                      <a:pt x="16961" y="6583"/>
                    </a:lnTo>
                    <a:lnTo>
                      <a:pt x="17298" y="7032"/>
                    </a:lnTo>
                    <a:lnTo>
                      <a:pt x="17590" y="7504"/>
                    </a:lnTo>
                    <a:lnTo>
                      <a:pt x="17882" y="7976"/>
                    </a:lnTo>
                    <a:lnTo>
                      <a:pt x="18152" y="8470"/>
                    </a:lnTo>
                    <a:lnTo>
                      <a:pt x="18399" y="8964"/>
                    </a:lnTo>
                    <a:lnTo>
                      <a:pt x="18623" y="9503"/>
                    </a:lnTo>
                    <a:lnTo>
                      <a:pt x="18848" y="10020"/>
                    </a:lnTo>
                    <a:lnTo>
                      <a:pt x="19050" y="10559"/>
                    </a:lnTo>
                    <a:lnTo>
                      <a:pt x="19230" y="11121"/>
                    </a:lnTo>
                    <a:lnTo>
                      <a:pt x="19387" y="11682"/>
                    </a:lnTo>
                    <a:lnTo>
                      <a:pt x="19387" y="11682"/>
                    </a:lnTo>
                    <a:lnTo>
                      <a:pt x="19522" y="12154"/>
                    </a:lnTo>
                    <a:lnTo>
                      <a:pt x="19612" y="12626"/>
                    </a:lnTo>
                    <a:lnTo>
                      <a:pt x="19702" y="13098"/>
                    </a:lnTo>
                    <a:lnTo>
                      <a:pt x="19769" y="13569"/>
                    </a:lnTo>
                    <a:lnTo>
                      <a:pt x="19836" y="14064"/>
                    </a:lnTo>
                    <a:lnTo>
                      <a:pt x="19881" y="14535"/>
                    </a:lnTo>
                    <a:lnTo>
                      <a:pt x="19904" y="15007"/>
                    </a:lnTo>
                    <a:lnTo>
                      <a:pt x="19904" y="15501"/>
                    </a:lnTo>
                    <a:lnTo>
                      <a:pt x="19904" y="15973"/>
                    </a:lnTo>
                    <a:lnTo>
                      <a:pt x="19881" y="16445"/>
                    </a:lnTo>
                    <a:lnTo>
                      <a:pt x="19836" y="16917"/>
                    </a:lnTo>
                    <a:lnTo>
                      <a:pt x="19792" y="17411"/>
                    </a:lnTo>
                    <a:lnTo>
                      <a:pt x="19702" y="17883"/>
                    </a:lnTo>
                    <a:lnTo>
                      <a:pt x="19634" y="18332"/>
                    </a:lnTo>
                    <a:lnTo>
                      <a:pt x="19522" y="18804"/>
                    </a:lnTo>
                    <a:lnTo>
                      <a:pt x="19410" y="19275"/>
                    </a:lnTo>
                    <a:lnTo>
                      <a:pt x="19410" y="19275"/>
                    </a:lnTo>
                    <a:lnTo>
                      <a:pt x="18915" y="19298"/>
                    </a:lnTo>
                    <a:lnTo>
                      <a:pt x="18421" y="19298"/>
                    </a:lnTo>
                    <a:lnTo>
                      <a:pt x="17410" y="19275"/>
                    </a:lnTo>
                    <a:lnTo>
                      <a:pt x="16399" y="19208"/>
                    </a:lnTo>
                    <a:lnTo>
                      <a:pt x="15389" y="19141"/>
                    </a:lnTo>
                    <a:lnTo>
                      <a:pt x="15389" y="19141"/>
                    </a:lnTo>
                    <a:lnTo>
                      <a:pt x="14580" y="19073"/>
                    </a:lnTo>
                    <a:lnTo>
                      <a:pt x="13771" y="19028"/>
                    </a:lnTo>
                    <a:lnTo>
                      <a:pt x="12154" y="18939"/>
                    </a:lnTo>
                    <a:lnTo>
                      <a:pt x="8896" y="18849"/>
                    </a:lnTo>
                    <a:lnTo>
                      <a:pt x="8896" y="18849"/>
                    </a:lnTo>
                    <a:lnTo>
                      <a:pt x="7840" y="18804"/>
                    </a:lnTo>
                    <a:lnTo>
                      <a:pt x="6785" y="18736"/>
                    </a:lnTo>
                    <a:lnTo>
                      <a:pt x="5729" y="18646"/>
                    </a:lnTo>
                    <a:lnTo>
                      <a:pt x="4673" y="18534"/>
                    </a:lnTo>
                    <a:lnTo>
                      <a:pt x="3617" y="18377"/>
                    </a:lnTo>
                    <a:lnTo>
                      <a:pt x="2584" y="18197"/>
                    </a:lnTo>
                    <a:lnTo>
                      <a:pt x="1550" y="17973"/>
                    </a:lnTo>
                    <a:lnTo>
                      <a:pt x="539" y="1770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2" name="Google Shape;8332;p41">
                <a:extLst>
                  <a:ext uri="{FF2B5EF4-FFF2-40B4-BE49-F238E27FC236}">
                    <a16:creationId xmlns:a16="http://schemas.microsoft.com/office/drawing/2014/main" id="{D810B05D-6855-2537-6656-77BA1C81FF71}"/>
                  </a:ext>
                </a:extLst>
              </p:cNvPr>
              <p:cNvSpPr/>
              <p:nvPr/>
            </p:nvSpPr>
            <p:spPr>
              <a:xfrm>
                <a:off x="11977700" y="42020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3" name="Google Shape;8333;p41">
                <a:extLst>
                  <a:ext uri="{FF2B5EF4-FFF2-40B4-BE49-F238E27FC236}">
                    <a16:creationId xmlns:a16="http://schemas.microsoft.com/office/drawing/2014/main" id="{74FA1DB3-2622-5149-5595-152123C0ED3E}"/>
                  </a:ext>
                </a:extLst>
              </p:cNvPr>
              <p:cNvSpPr/>
              <p:nvPr/>
            </p:nvSpPr>
            <p:spPr>
              <a:xfrm>
                <a:off x="11977700" y="42020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4" name="Google Shape;8334;p41">
                <a:extLst>
                  <a:ext uri="{FF2B5EF4-FFF2-40B4-BE49-F238E27FC236}">
                    <a16:creationId xmlns:a16="http://schemas.microsoft.com/office/drawing/2014/main" id="{26400C19-E55E-A7BF-64AE-2C62881ADEA1}"/>
                  </a:ext>
                </a:extLst>
              </p:cNvPr>
              <p:cNvSpPr/>
              <p:nvPr/>
            </p:nvSpPr>
            <p:spPr>
              <a:xfrm>
                <a:off x="11570525" y="3720200"/>
                <a:ext cx="419550" cy="481900"/>
              </a:xfrm>
              <a:custGeom>
                <a:avLst/>
                <a:gdLst/>
                <a:ahLst/>
                <a:cxnLst/>
                <a:rect l="l" t="t" r="r" b="b"/>
                <a:pathLst>
                  <a:path w="16782" h="19276" extrusionOk="0">
                    <a:moveTo>
                      <a:pt x="203" y="877"/>
                    </a:moveTo>
                    <a:lnTo>
                      <a:pt x="1" y="1236"/>
                    </a:lnTo>
                    <a:lnTo>
                      <a:pt x="203" y="878"/>
                    </a:lnTo>
                    <a:lnTo>
                      <a:pt x="203" y="877"/>
                    </a:lnTo>
                    <a:close/>
                    <a:moveTo>
                      <a:pt x="697" y="1"/>
                    </a:moveTo>
                    <a:lnTo>
                      <a:pt x="203" y="878"/>
                    </a:lnTo>
                    <a:lnTo>
                      <a:pt x="270" y="1708"/>
                    </a:lnTo>
                    <a:lnTo>
                      <a:pt x="383" y="2539"/>
                    </a:lnTo>
                    <a:lnTo>
                      <a:pt x="944" y="2449"/>
                    </a:lnTo>
                    <a:lnTo>
                      <a:pt x="1528" y="2405"/>
                    </a:lnTo>
                    <a:lnTo>
                      <a:pt x="2113" y="2360"/>
                    </a:lnTo>
                    <a:lnTo>
                      <a:pt x="2674" y="2337"/>
                    </a:lnTo>
                    <a:lnTo>
                      <a:pt x="3281" y="2360"/>
                    </a:lnTo>
                    <a:lnTo>
                      <a:pt x="3865" y="2405"/>
                    </a:lnTo>
                    <a:lnTo>
                      <a:pt x="4426" y="2449"/>
                    </a:lnTo>
                    <a:lnTo>
                      <a:pt x="5010" y="2539"/>
                    </a:lnTo>
                    <a:lnTo>
                      <a:pt x="5572" y="2674"/>
                    </a:lnTo>
                    <a:lnTo>
                      <a:pt x="6134" y="2809"/>
                    </a:lnTo>
                    <a:lnTo>
                      <a:pt x="6695" y="2966"/>
                    </a:lnTo>
                    <a:lnTo>
                      <a:pt x="7234" y="3146"/>
                    </a:lnTo>
                    <a:lnTo>
                      <a:pt x="7774" y="3348"/>
                    </a:lnTo>
                    <a:lnTo>
                      <a:pt x="8313" y="3573"/>
                    </a:lnTo>
                    <a:lnTo>
                      <a:pt x="8829" y="3842"/>
                    </a:lnTo>
                    <a:lnTo>
                      <a:pt x="9324" y="4112"/>
                    </a:lnTo>
                    <a:lnTo>
                      <a:pt x="9818" y="4404"/>
                    </a:lnTo>
                    <a:lnTo>
                      <a:pt x="10312" y="4718"/>
                    </a:lnTo>
                    <a:lnTo>
                      <a:pt x="10784" y="5033"/>
                    </a:lnTo>
                    <a:lnTo>
                      <a:pt x="11233" y="5392"/>
                    </a:lnTo>
                    <a:lnTo>
                      <a:pt x="11682" y="5752"/>
                    </a:lnTo>
                    <a:lnTo>
                      <a:pt x="12109" y="6156"/>
                    </a:lnTo>
                    <a:lnTo>
                      <a:pt x="12514" y="6560"/>
                    </a:lnTo>
                    <a:lnTo>
                      <a:pt x="12896" y="6987"/>
                    </a:lnTo>
                    <a:lnTo>
                      <a:pt x="13277" y="7414"/>
                    </a:lnTo>
                    <a:lnTo>
                      <a:pt x="13637" y="7863"/>
                    </a:lnTo>
                    <a:lnTo>
                      <a:pt x="13974" y="8335"/>
                    </a:lnTo>
                    <a:lnTo>
                      <a:pt x="14288" y="8829"/>
                    </a:lnTo>
                    <a:lnTo>
                      <a:pt x="14580" y="9324"/>
                    </a:lnTo>
                    <a:lnTo>
                      <a:pt x="14850" y="9840"/>
                    </a:lnTo>
                    <a:lnTo>
                      <a:pt x="15120" y="10379"/>
                    </a:lnTo>
                    <a:lnTo>
                      <a:pt x="15344" y="10919"/>
                    </a:lnTo>
                    <a:lnTo>
                      <a:pt x="15546" y="11480"/>
                    </a:lnTo>
                    <a:lnTo>
                      <a:pt x="15726" y="12042"/>
                    </a:lnTo>
                    <a:lnTo>
                      <a:pt x="15883" y="12626"/>
                    </a:lnTo>
                    <a:lnTo>
                      <a:pt x="16018" y="13210"/>
                    </a:lnTo>
                    <a:lnTo>
                      <a:pt x="16153" y="13996"/>
                    </a:lnTo>
                    <a:lnTo>
                      <a:pt x="16243" y="14760"/>
                    </a:lnTo>
                    <a:lnTo>
                      <a:pt x="16265" y="15524"/>
                    </a:lnTo>
                    <a:lnTo>
                      <a:pt x="16265" y="16310"/>
                    </a:lnTo>
                    <a:lnTo>
                      <a:pt x="16220" y="17051"/>
                    </a:lnTo>
                    <a:lnTo>
                      <a:pt x="16130" y="17815"/>
                    </a:lnTo>
                    <a:lnTo>
                      <a:pt x="15996" y="18557"/>
                    </a:lnTo>
                    <a:lnTo>
                      <a:pt x="15816" y="19275"/>
                    </a:lnTo>
                    <a:lnTo>
                      <a:pt x="16288" y="19275"/>
                    </a:lnTo>
                    <a:lnTo>
                      <a:pt x="16400" y="18804"/>
                    </a:lnTo>
                    <a:lnTo>
                      <a:pt x="16512" y="18332"/>
                    </a:lnTo>
                    <a:lnTo>
                      <a:pt x="16580" y="17883"/>
                    </a:lnTo>
                    <a:lnTo>
                      <a:pt x="16670" y="17411"/>
                    </a:lnTo>
                    <a:lnTo>
                      <a:pt x="16714" y="16917"/>
                    </a:lnTo>
                    <a:lnTo>
                      <a:pt x="16759" y="16445"/>
                    </a:lnTo>
                    <a:lnTo>
                      <a:pt x="16782" y="15973"/>
                    </a:lnTo>
                    <a:lnTo>
                      <a:pt x="16782" y="15501"/>
                    </a:lnTo>
                    <a:lnTo>
                      <a:pt x="16782" y="15007"/>
                    </a:lnTo>
                    <a:lnTo>
                      <a:pt x="16759" y="14535"/>
                    </a:lnTo>
                    <a:lnTo>
                      <a:pt x="16714" y="14064"/>
                    </a:lnTo>
                    <a:lnTo>
                      <a:pt x="16647" y="13569"/>
                    </a:lnTo>
                    <a:lnTo>
                      <a:pt x="16580" y="13098"/>
                    </a:lnTo>
                    <a:lnTo>
                      <a:pt x="16490" y="12626"/>
                    </a:lnTo>
                    <a:lnTo>
                      <a:pt x="16400" y="12154"/>
                    </a:lnTo>
                    <a:lnTo>
                      <a:pt x="16265" y="11682"/>
                    </a:lnTo>
                    <a:lnTo>
                      <a:pt x="16108" y="11121"/>
                    </a:lnTo>
                    <a:lnTo>
                      <a:pt x="15928" y="10559"/>
                    </a:lnTo>
                    <a:lnTo>
                      <a:pt x="15726" y="10020"/>
                    </a:lnTo>
                    <a:lnTo>
                      <a:pt x="15501" y="9503"/>
                    </a:lnTo>
                    <a:lnTo>
                      <a:pt x="15277" y="8964"/>
                    </a:lnTo>
                    <a:lnTo>
                      <a:pt x="15030" y="8470"/>
                    </a:lnTo>
                    <a:lnTo>
                      <a:pt x="14760" y="7976"/>
                    </a:lnTo>
                    <a:lnTo>
                      <a:pt x="14468" y="7504"/>
                    </a:lnTo>
                    <a:lnTo>
                      <a:pt x="14176" y="7032"/>
                    </a:lnTo>
                    <a:lnTo>
                      <a:pt x="13839" y="6583"/>
                    </a:lnTo>
                    <a:lnTo>
                      <a:pt x="13502" y="6134"/>
                    </a:lnTo>
                    <a:lnTo>
                      <a:pt x="13143" y="5707"/>
                    </a:lnTo>
                    <a:lnTo>
                      <a:pt x="12761" y="5302"/>
                    </a:lnTo>
                    <a:lnTo>
                      <a:pt x="12379" y="4898"/>
                    </a:lnTo>
                    <a:lnTo>
                      <a:pt x="11952" y="4516"/>
                    </a:lnTo>
                    <a:lnTo>
                      <a:pt x="11525" y="4134"/>
                    </a:lnTo>
                    <a:lnTo>
                      <a:pt x="11053" y="3775"/>
                    </a:lnTo>
                    <a:lnTo>
                      <a:pt x="10582" y="3438"/>
                    </a:lnTo>
                    <a:lnTo>
                      <a:pt x="10087" y="3101"/>
                    </a:lnTo>
                    <a:lnTo>
                      <a:pt x="9571" y="2786"/>
                    </a:lnTo>
                    <a:lnTo>
                      <a:pt x="9032" y="2472"/>
                    </a:lnTo>
                    <a:lnTo>
                      <a:pt x="8470" y="2180"/>
                    </a:lnTo>
                    <a:lnTo>
                      <a:pt x="7863" y="1910"/>
                    </a:lnTo>
                    <a:lnTo>
                      <a:pt x="7257" y="1663"/>
                    </a:lnTo>
                    <a:lnTo>
                      <a:pt x="6628" y="1416"/>
                    </a:lnTo>
                    <a:lnTo>
                      <a:pt x="5976" y="1169"/>
                    </a:lnTo>
                    <a:lnTo>
                      <a:pt x="5303" y="967"/>
                    </a:lnTo>
                    <a:lnTo>
                      <a:pt x="4606" y="765"/>
                    </a:lnTo>
                    <a:lnTo>
                      <a:pt x="3887" y="585"/>
                    </a:lnTo>
                    <a:lnTo>
                      <a:pt x="3123" y="405"/>
                    </a:lnTo>
                    <a:lnTo>
                      <a:pt x="2360" y="248"/>
                    </a:lnTo>
                    <a:lnTo>
                      <a:pt x="1551" y="113"/>
                    </a:lnTo>
                    <a:lnTo>
                      <a:pt x="69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5" name="Google Shape;8335;p41">
                <a:extLst>
                  <a:ext uri="{FF2B5EF4-FFF2-40B4-BE49-F238E27FC236}">
                    <a16:creationId xmlns:a16="http://schemas.microsoft.com/office/drawing/2014/main" id="{CE82E562-7360-20CB-E69B-808A6E716D27}"/>
                  </a:ext>
                </a:extLst>
              </p:cNvPr>
              <p:cNvSpPr/>
              <p:nvPr/>
            </p:nvSpPr>
            <p:spPr>
              <a:xfrm>
                <a:off x="11570525" y="3720200"/>
                <a:ext cx="419550" cy="481900"/>
              </a:xfrm>
              <a:custGeom>
                <a:avLst/>
                <a:gdLst/>
                <a:ahLst/>
                <a:cxnLst/>
                <a:rect l="l" t="t" r="r" b="b"/>
                <a:pathLst>
                  <a:path w="16782" h="19276" fill="none" extrusionOk="0">
                    <a:moveTo>
                      <a:pt x="697" y="1"/>
                    </a:moveTo>
                    <a:lnTo>
                      <a:pt x="697" y="1"/>
                    </a:lnTo>
                    <a:lnTo>
                      <a:pt x="697" y="1"/>
                    </a:lnTo>
                    <a:lnTo>
                      <a:pt x="1" y="1236"/>
                    </a:lnTo>
                    <a:lnTo>
                      <a:pt x="1" y="1236"/>
                    </a:lnTo>
                    <a:lnTo>
                      <a:pt x="203" y="877"/>
                    </a:lnTo>
                    <a:lnTo>
                      <a:pt x="203" y="877"/>
                    </a:lnTo>
                    <a:lnTo>
                      <a:pt x="270" y="1708"/>
                    </a:lnTo>
                    <a:lnTo>
                      <a:pt x="383" y="2539"/>
                    </a:lnTo>
                    <a:lnTo>
                      <a:pt x="383" y="2539"/>
                    </a:lnTo>
                    <a:lnTo>
                      <a:pt x="944" y="2449"/>
                    </a:lnTo>
                    <a:lnTo>
                      <a:pt x="1528" y="2405"/>
                    </a:lnTo>
                    <a:lnTo>
                      <a:pt x="2113" y="2360"/>
                    </a:lnTo>
                    <a:lnTo>
                      <a:pt x="2674" y="2337"/>
                    </a:lnTo>
                    <a:lnTo>
                      <a:pt x="2674" y="2337"/>
                    </a:lnTo>
                    <a:lnTo>
                      <a:pt x="3281" y="2360"/>
                    </a:lnTo>
                    <a:lnTo>
                      <a:pt x="3865" y="2405"/>
                    </a:lnTo>
                    <a:lnTo>
                      <a:pt x="4426" y="2449"/>
                    </a:lnTo>
                    <a:lnTo>
                      <a:pt x="5010" y="2539"/>
                    </a:lnTo>
                    <a:lnTo>
                      <a:pt x="5572" y="2674"/>
                    </a:lnTo>
                    <a:lnTo>
                      <a:pt x="6134" y="2809"/>
                    </a:lnTo>
                    <a:lnTo>
                      <a:pt x="6695" y="2966"/>
                    </a:lnTo>
                    <a:lnTo>
                      <a:pt x="7234" y="3146"/>
                    </a:lnTo>
                    <a:lnTo>
                      <a:pt x="7774" y="3348"/>
                    </a:lnTo>
                    <a:lnTo>
                      <a:pt x="8313" y="3573"/>
                    </a:lnTo>
                    <a:lnTo>
                      <a:pt x="8829" y="3842"/>
                    </a:lnTo>
                    <a:lnTo>
                      <a:pt x="9324" y="4112"/>
                    </a:lnTo>
                    <a:lnTo>
                      <a:pt x="9818" y="4404"/>
                    </a:lnTo>
                    <a:lnTo>
                      <a:pt x="10312" y="4718"/>
                    </a:lnTo>
                    <a:lnTo>
                      <a:pt x="10784" y="5033"/>
                    </a:lnTo>
                    <a:lnTo>
                      <a:pt x="11233" y="5392"/>
                    </a:lnTo>
                    <a:lnTo>
                      <a:pt x="11682" y="5752"/>
                    </a:lnTo>
                    <a:lnTo>
                      <a:pt x="12109" y="6156"/>
                    </a:lnTo>
                    <a:lnTo>
                      <a:pt x="12514" y="6560"/>
                    </a:lnTo>
                    <a:lnTo>
                      <a:pt x="12896" y="6987"/>
                    </a:lnTo>
                    <a:lnTo>
                      <a:pt x="13277" y="7414"/>
                    </a:lnTo>
                    <a:lnTo>
                      <a:pt x="13637" y="7863"/>
                    </a:lnTo>
                    <a:lnTo>
                      <a:pt x="13974" y="8335"/>
                    </a:lnTo>
                    <a:lnTo>
                      <a:pt x="14288" y="8829"/>
                    </a:lnTo>
                    <a:lnTo>
                      <a:pt x="14580" y="9324"/>
                    </a:lnTo>
                    <a:lnTo>
                      <a:pt x="14850" y="9840"/>
                    </a:lnTo>
                    <a:lnTo>
                      <a:pt x="15120" y="10379"/>
                    </a:lnTo>
                    <a:lnTo>
                      <a:pt x="15344" y="10919"/>
                    </a:lnTo>
                    <a:lnTo>
                      <a:pt x="15546" y="11480"/>
                    </a:lnTo>
                    <a:lnTo>
                      <a:pt x="15726" y="12042"/>
                    </a:lnTo>
                    <a:lnTo>
                      <a:pt x="15883" y="12626"/>
                    </a:lnTo>
                    <a:lnTo>
                      <a:pt x="16018" y="13210"/>
                    </a:lnTo>
                    <a:lnTo>
                      <a:pt x="16018" y="13210"/>
                    </a:lnTo>
                    <a:lnTo>
                      <a:pt x="16153" y="13996"/>
                    </a:lnTo>
                    <a:lnTo>
                      <a:pt x="16243" y="14760"/>
                    </a:lnTo>
                    <a:lnTo>
                      <a:pt x="16265" y="15524"/>
                    </a:lnTo>
                    <a:lnTo>
                      <a:pt x="16265" y="16310"/>
                    </a:lnTo>
                    <a:lnTo>
                      <a:pt x="16220" y="17051"/>
                    </a:lnTo>
                    <a:lnTo>
                      <a:pt x="16130" y="17815"/>
                    </a:lnTo>
                    <a:lnTo>
                      <a:pt x="15996" y="18557"/>
                    </a:lnTo>
                    <a:lnTo>
                      <a:pt x="15816" y="19275"/>
                    </a:lnTo>
                    <a:lnTo>
                      <a:pt x="15816" y="19275"/>
                    </a:lnTo>
                    <a:lnTo>
                      <a:pt x="16288" y="19275"/>
                    </a:lnTo>
                    <a:lnTo>
                      <a:pt x="16288" y="19275"/>
                    </a:lnTo>
                    <a:lnTo>
                      <a:pt x="16288" y="19275"/>
                    </a:lnTo>
                    <a:lnTo>
                      <a:pt x="16288" y="19275"/>
                    </a:lnTo>
                    <a:lnTo>
                      <a:pt x="16288" y="19275"/>
                    </a:lnTo>
                    <a:lnTo>
                      <a:pt x="16400" y="18804"/>
                    </a:lnTo>
                    <a:lnTo>
                      <a:pt x="16512" y="18332"/>
                    </a:lnTo>
                    <a:lnTo>
                      <a:pt x="16580" y="17883"/>
                    </a:lnTo>
                    <a:lnTo>
                      <a:pt x="16670" y="17411"/>
                    </a:lnTo>
                    <a:lnTo>
                      <a:pt x="16714" y="16917"/>
                    </a:lnTo>
                    <a:lnTo>
                      <a:pt x="16759" y="16445"/>
                    </a:lnTo>
                    <a:lnTo>
                      <a:pt x="16782" y="15973"/>
                    </a:lnTo>
                    <a:lnTo>
                      <a:pt x="16782" y="15501"/>
                    </a:lnTo>
                    <a:lnTo>
                      <a:pt x="16782" y="15501"/>
                    </a:lnTo>
                    <a:lnTo>
                      <a:pt x="16782" y="15007"/>
                    </a:lnTo>
                    <a:lnTo>
                      <a:pt x="16759" y="14535"/>
                    </a:lnTo>
                    <a:lnTo>
                      <a:pt x="16714" y="14064"/>
                    </a:lnTo>
                    <a:lnTo>
                      <a:pt x="16647" y="13569"/>
                    </a:lnTo>
                    <a:lnTo>
                      <a:pt x="16580" y="13098"/>
                    </a:lnTo>
                    <a:lnTo>
                      <a:pt x="16490" y="12626"/>
                    </a:lnTo>
                    <a:lnTo>
                      <a:pt x="16400" y="12154"/>
                    </a:lnTo>
                    <a:lnTo>
                      <a:pt x="16265" y="11682"/>
                    </a:lnTo>
                    <a:lnTo>
                      <a:pt x="16265" y="11682"/>
                    </a:lnTo>
                    <a:lnTo>
                      <a:pt x="16108" y="11121"/>
                    </a:lnTo>
                    <a:lnTo>
                      <a:pt x="15928" y="10559"/>
                    </a:lnTo>
                    <a:lnTo>
                      <a:pt x="15726" y="10020"/>
                    </a:lnTo>
                    <a:lnTo>
                      <a:pt x="15501" y="9503"/>
                    </a:lnTo>
                    <a:lnTo>
                      <a:pt x="15277" y="8964"/>
                    </a:lnTo>
                    <a:lnTo>
                      <a:pt x="15030" y="8470"/>
                    </a:lnTo>
                    <a:lnTo>
                      <a:pt x="14760" y="7976"/>
                    </a:lnTo>
                    <a:lnTo>
                      <a:pt x="14468" y="7504"/>
                    </a:lnTo>
                    <a:lnTo>
                      <a:pt x="14176" y="7032"/>
                    </a:lnTo>
                    <a:lnTo>
                      <a:pt x="13839" y="6583"/>
                    </a:lnTo>
                    <a:lnTo>
                      <a:pt x="13502" y="6134"/>
                    </a:lnTo>
                    <a:lnTo>
                      <a:pt x="13143" y="5707"/>
                    </a:lnTo>
                    <a:lnTo>
                      <a:pt x="12761" y="5302"/>
                    </a:lnTo>
                    <a:lnTo>
                      <a:pt x="12379" y="4898"/>
                    </a:lnTo>
                    <a:lnTo>
                      <a:pt x="11952" y="4516"/>
                    </a:lnTo>
                    <a:lnTo>
                      <a:pt x="11525" y="4134"/>
                    </a:lnTo>
                    <a:lnTo>
                      <a:pt x="11053" y="3775"/>
                    </a:lnTo>
                    <a:lnTo>
                      <a:pt x="10582" y="3438"/>
                    </a:lnTo>
                    <a:lnTo>
                      <a:pt x="10087" y="3101"/>
                    </a:lnTo>
                    <a:lnTo>
                      <a:pt x="9571" y="2786"/>
                    </a:lnTo>
                    <a:lnTo>
                      <a:pt x="9032" y="2472"/>
                    </a:lnTo>
                    <a:lnTo>
                      <a:pt x="8470" y="2180"/>
                    </a:lnTo>
                    <a:lnTo>
                      <a:pt x="7863" y="1910"/>
                    </a:lnTo>
                    <a:lnTo>
                      <a:pt x="7257" y="1663"/>
                    </a:lnTo>
                    <a:lnTo>
                      <a:pt x="6628" y="1416"/>
                    </a:lnTo>
                    <a:lnTo>
                      <a:pt x="5976" y="1169"/>
                    </a:lnTo>
                    <a:lnTo>
                      <a:pt x="5303" y="967"/>
                    </a:lnTo>
                    <a:lnTo>
                      <a:pt x="4606" y="765"/>
                    </a:lnTo>
                    <a:lnTo>
                      <a:pt x="3887" y="585"/>
                    </a:lnTo>
                    <a:lnTo>
                      <a:pt x="3123" y="405"/>
                    </a:lnTo>
                    <a:lnTo>
                      <a:pt x="2360" y="248"/>
                    </a:lnTo>
                    <a:lnTo>
                      <a:pt x="1551" y="113"/>
                    </a:lnTo>
                    <a:lnTo>
                      <a:pt x="1551" y="113"/>
                    </a:lnTo>
                    <a:lnTo>
                      <a:pt x="697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6" name="Google Shape;8336;p41">
                <a:extLst>
                  <a:ext uri="{FF2B5EF4-FFF2-40B4-BE49-F238E27FC236}">
                    <a16:creationId xmlns:a16="http://schemas.microsoft.com/office/drawing/2014/main" id="{C730C173-2816-6517-77EA-A28EE506E96C}"/>
                  </a:ext>
                </a:extLst>
              </p:cNvPr>
              <p:cNvSpPr/>
              <p:nvPr/>
            </p:nvSpPr>
            <p:spPr>
              <a:xfrm>
                <a:off x="11723300" y="4191400"/>
                <a:ext cx="147150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5886" h="271" extrusionOk="0">
                    <a:moveTo>
                      <a:pt x="0" y="1"/>
                    </a:moveTo>
                    <a:lnTo>
                      <a:pt x="2943" y="113"/>
                    </a:lnTo>
                    <a:lnTo>
                      <a:pt x="4403" y="158"/>
                    </a:lnTo>
                    <a:lnTo>
                      <a:pt x="4403" y="158"/>
                    </a:lnTo>
                    <a:lnTo>
                      <a:pt x="2943" y="91"/>
                    </a:lnTo>
                    <a:lnTo>
                      <a:pt x="0" y="1"/>
                    </a:lnTo>
                    <a:close/>
                    <a:moveTo>
                      <a:pt x="4403" y="158"/>
                    </a:moveTo>
                    <a:lnTo>
                      <a:pt x="5863" y="270"/>
                    </a:lnTo>
                    <a:lnTo>
                      <a:pt x="5886" y="270"/>
                    </a:lnTo>
                    <a:lnTo>
                      <a:pt x="4403" y="158"/>
                    </a:lnTo>
                    <a:close/>
                  </a:path>
                </a:pathLst>
              </a:custGeom>
              <a:solidFill>
                <a:srgbClr val="0E4C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7" name="Google Shape;8337;p41">
                <a:extLst>
                  <a:ext uri="{FF2B5EF4-FFF2-40B4-BE49-F238E27FC236}">
                    <a16:creationId xmlns:a16="http://schemas.microsoft.com/office/drawing/2014/main" id="{9E844FB8-5C0A-8462-7E0E-CB47410D94C8}"/>
                  </a:ext>
                </a:extLst>
              </p:cNvPr>
              <p:cNvSpPr/>
              <p:nvPr/>
            </p:nvSpPr>
            <p:spPr>
              <a:xfrm>
                <a:off x="11723300" y="4191400"/>
                <a:ext cx="147150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5886" h="27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943" y="113"/>
                    </a:lnTo>
                    <a:lnTo>
                      <a:pt x="4403" y="158"/>
                    </a:lnTo>
                    <a:lnTo>
                      <a:pt x="5886" y="270"/>
                    </a:lnTo>
                    <a:lnTo>
                      <a:pt x="5886" y="270"/>
                    </a:lnTo>
                    <a:lnTo>
                      <a:pt x="5863" y="270"/>
                    </a:lnTo>
                    <a:lnTo>
                      <a:pt x="5863" y="270"/>
                    </a:lnTo>
                    <a:lnTo>
                      <a:pt x="4403" y="158"/>
                    </a:lnTo>
                    <a:lnTo>
                      <a:pt x="2943" y="9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8" name="Google Shape;8338;p41">
                <a:extLst>
                  <a:ext uri="{FF2B5EF4-FFF2-40B4-BE49-F238E27FC236}">
                    <a16:creationId xmlns:a16="http://schemas.microsoft.com/office/drawing/2014/main" id="{25B36836-08DA-AB50-081C-D34A26D5DFEF}"/>
                  </a:ext>
                </a:extLst>
              </p:cNvPr>
              <p:cNvSpPr/>
              <p:nvPr/>
            </p:nvSpPr>
            <p:spPr>
              <a:xfrm>
                <a:off x="11493025" y="3985300"/>
                <a:ext cx="25" cy="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3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9" name="Google Shape;8339;p41">
                <a:extLst>
                  <a:ext uri="{FF2B5EF4-FFF2-40B4-BE49-F238E27FC236}">
                    <a16:creationId xmlns:a16="http://schemas.microsoft.com/office/drawing/2014/main" id="{99C56AD2-1269-2255-FB11-DF7C2324316D}"/>
                  </a:ext>
                </a:extLst>
              </p:cNvPr>
              <p:cNvSpPr/>
              <p:nvPr/>
            </p:nvSpPr>
            <p:spPr>
              <a:xfrm>
                <a:off x="11493025" y="39847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0" name="Google Shape;8340;p41">
                <a:extLst>
                  <a:ext uri="{FF2B5EF4-FFF2-40B4-BE49-F238E27FC236}">
                    <a16:creationId xmlns:a16="http://schemas.microsoft.com/office/drawing/2014/main" id="{447DFB4F-6BA2-EC62-95BA-5223ED71A957}"/>
                  </a:ext>
                </a:extLst>
              </p:cNvPr>
              <p:cNvSpPr/>
              <p:nvPr/>
            </p:nvSpPr>
            <p:spPr>
              <a:xfrm>
                <a:off x="11493025" y="39841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1" name="Google Shape;8341;p41">
                <a:extLst>
                  <a:ext uri="{FF2B5EF4-FFF2-40B4-BE49-F238E27FC236}">
                    <a16:creationId xmlns:a16="http://schemas.microsoft.com/office/drawing/2014/main" id="{80B8DE7B-0B8C-AB5B-6BDA-3A0FD1CBEF7D}"/>
                  </a:ext>
                </a:extLst>
              </p:cNvPr>
              <p:cNvSpPr/>
              <p:nvPr/>
            </p:nvSpPr>
            <p:spPr>
              <a:xfrm>
                <a:off x="11493025" y="3751100"/>
                <a:ext cx="376875" cy="447075"/>
              </a:xfrm>
              <a:custGeom>
                <a:avLst/>
                <a:gdLst/>
                <a:ahLst/>
                <a:cxnLst/>
                <a:rect l="l" t="t" r="r" b="b"/>
                <a:pathLst>
                  <a:path w="15075" h="17883" extrusionOk="0">
                    <a:moveTo>
                      <a:pt x="3101" y="0"/>
                    </a:moveTo>
                    <a:lnTo>
                      <a:pt x="2697" y="787"/>
                    </a:lnTo>
                    <a:lnTo>
                      <a:pt x="2633" y="918"/>
                    </a:lnTo>
                    <a:lnTo>
                      <a:pt x="2633" y="918"/>
                    </a:lnTo>
                    <a:lnTo>
                      <a:pt x="3101" y="0"/>
                    </a:lnTo>
                    <a:close/>
                    <a:moveTo>
                      <a:pt x="835" y="5162"/>
                    </a:moveTo>
                    <a:lnTo>
                      <a:pt x="787" y="5302"/>
                    </a:lnTo>
                    <a:lnTo>
                      <a:pt x="585" y="5976"/>
                    </a:lnTo>
                    <a:lnTo>
                      <a:pt x="675" y="5684"/>
                    </a:lnTo>
                    <a:lnTo>
                      <a:pt x="835" y="5162"/>
                    </a:lnTo>
                    <a:close/>
                    <a:moveTo>
                      <a:pt x="585" y="5976"/>
                    </a:moveTo>
                    <a:lnTo>
                      <a:pt x="495" y="6268"/>
                    </a:lnTo>
                    <a:lnTo>
                      <a:pt x="456" y="6441"/>
                    </a:lnTo>
                    <a:lnTo>
                      <a:pt x="585" y="5976"/>
                    </a:lnTo>
                    <a:close/>
                    <a:moveTo>
                      <a:pt x="456" y="6441"/>
                    </a:moveTo>
                    <a:lnTo>
                      <a:pt x="405" y="6627"/>
                    </a:lnTo>
                    <a:lnTo>
                      <a:pt x="270" y="7324"/>
                    </a:lnTo>
                    <a:lnTo>
                      <a:pt x="210" y="7683"/>
                    </a:lnTo>
                    <a:lnTo>
                      <a:pt x="248" y="7481"/>
                    </a:lnTo>
                    <a:lnTo>
                      <a:pt x="360" y="6875"/>
                    </a:lnTo>
                    <a:lnTo>
                      <a:pt x="456" y="6441"/>
                    </a:lnTo>
                    <a:close/>
                    <a:moveTo>
                      <a:pt x="210" y="7683"/>
                    </a:moveTo>
                    <a:lnTo>
                      <a:pt x="136" y="8088"/>
                    </a:lnTo>
                    <a:lnTo>
                      <a:pt x="68" y="8694"/>
                    </a:lnTo>
                    <a:lnTo>
                      <a:pt x="158" y="7998"/>
                    </a:lnTo>
                    <a:lnTo>
                      <a:pt x="210" y="7683"/>
                    </a:lnTo>
                    <a:close/>
                    <a:moveTo>
                      <a:pt x="68" y="8694"/>
                    </a:moveTo>
                    <a:lnTo>
                      <a:pt x="1" y="9323"/>
                    </a:lnTo>
                    <a:lnTo>
                      <a:pt x="1" y="9346"/>
                    </a:lnTo>
                    <a:lnTo>
                      <a:pt x="1" y="9368"/>
                    </a:lnTo>
                    <a:lnTo>
                      <a:pt x="1" y="9391"/>
                    </a:lnTo>
                    <a:lnTo>
                      <a:pt x="68" y="8694"/>
                    </a:lnTo>
                    <a:close/>
                    <a:moveTo>
                      <a:pt x="607" y="16489"/>
                    </a:moveTo>
                    <a:lnTo>
                      <a:pt x="1394" y="16714"/>
                    </a:lnTo>
                    <a:lnTo>
                      <a:pt x="1596" y="16759"/>
                    </a:lnTo>
                    <a:lnTo>
                      <a:pt x="1596" y="16759"/>
                    </a:lnTo>
                    <a:lnTo>
                      <a:pt x="607" y="16489"/>
                    </a:lnTo>
                    <a:close/>
                    <a:moveTo>
                      <a:pt x="1596" y="16759"/>
                    </a:moveTo>
                    <a:lnTo>
                      <a:pt x="1596" y="16759"/>
                    </a:lnTo>
                    <a:lnTo>
                      <a:pt x="1596" y="16759"/>
                    </a:lnTo>
                    <a:lnTo>
                      <a:pt x="1596" y="16759"/>
                    </a:lnTo>
                    <a:lnTo>
                      <a:pt x="1596" y="16759"/>
                    </a:lnTo>
                    <a:close/>
                    <a:moveTo>
                      <a:pt x="1596" y="16759"/>
                    </a:moveTo>
                    <a:lnTo>
                      <a:pt x="2202" y="16894"/>
                    </a:lnTo>
                    <a:lnTo>
                      <a:pt x="2330" y="16919"/>
                    </a:lnTo>
                    <a:lnTo>
                      <a:pt x="2330" y="16919"/>
                    </a:lnTo>
                    <a:lnTo>
                      <a:pt x="1596" y="16759"/>
                    </a:lnTo>
                    <a:close/>
                    <a:moveTo>
                      <a:pt x="2330" y="16919"/>
                    </a:moveTo>
                    <a:lnTo>
                      <a:pt x="2629" y="16984"/>
                    </a:lnTo>
                    <a:lnTo>
                      <a:pt x="2963" y="17042"/>
                    </a:lnTo>
                    <a:lnTo>
                      <a:pt x="2963" y="17042"/>
                    </a:lnTo>
                    <a:lnTo>
                      <a:pt x="2330" y="16919"/>
                    </a:lnTo>
                    <a:close/>
                    <a:moveTo>
                      <a:pt x="2963" y="17042"/>
                    </a:moveTo>
                    <a:lnTo>
                      <a:pt x="3011" y="17051"/>
                    </a:lnTo>
                    <a:lnTo>
                      <a:pt x="3146" y="17073"/>
                    </a:lnTo>
                    <a:lnTo>
                      <a:pt x="3146" y="17073"/>
                    </a:lnTo>
                    <a:lnTo>
                      <a:pt x="2963" y="17042"/>
                    </a:lnTo>
                    <a:close/>
                    <a:moveTo>
                      <a:pt x="3146" y="17073"/>
                    </a:moveTo>
                    <a:lnTo>
                      <a:pt x="3662" y="17163"/>
                    </a:lnTo>
                    <a:lnTo>
                      <a:pt x="3766" y="17177"/>
                    </a:lnTo>
                    <a:lnTo>
                      <a:pt x="3766" y="17177"/>
                    </a:lnTo>
                    <a:lnTo>
                      <a:pt x="3146" y="17073"/>
                    </a:lnTo>
                    <a:close/>
                    <a:moveTo>
                      <a:pt x="3766" y="17177"/>
                    </a:moveTo>
                    <a:lnTo>
                      <a:pt x="3820" y="17186"/>
                    </a:lnTo>
                    <a:lnTo>
                      <a:pt x="4628" y="17298"/>
                    </a:lnTo>
                    <a:lnTo>
                      <a:pt x="5460" y="17388"/>
                    </a:lnTo>
                    <a:lnTo>
                      <a:pt x="5707" y="17408"/>
                    </a:lnTo>
                    <a:lnTo>
                      <a:pt x="5707" y="17408"/>
                    </a:lnTo>
                    <a:lnTo>
                      <a:pt x="4696" y="17298"/>
                    </a:lnTo>
                    <a:lnTo>
                      <a:pt x="3766" y="17177"/>
                    </a:lnTo>
                    <a:close/>
                    <a:moveTo>
                      <a:pt x="5707" y="17408"/>
                    </a:moveTo>
                    <a:lnTo>
                      <a:pt x="5729" y="17410"/>
                    </a:lnTo>
                    <a:lnTo>
                      <a:pt x="6785" y="17500"/>
                    </a:lnTo>
                    <a:lnTo>
                      <a:pt x="6992" y="17514"/>
                    </a:lnTo>
                    <a:lnTo>
                      <a:pt x="6992" y="17514"/>
                    </a:lnTo>
                    <a:lnTo>
                      <a:pt x="6291" y="17455"/>
                    </a:lnTo>
                    <a:lnTo>
                      <a:pt x="5707" y="17408"/>
                    </a:lnTo>
                    <a:close/>
                    <a:moveTo>
                      <a:pt x="6992" y="17514"/>
                    </a:moveTo>
                    <a:lnTo>
                      <a:pt x="7100" y="17523"/>
                    </a:lnTo>
                    <a:lnTo>
                      <a:pt x="7097" y="17521"/>
                    </a:lnTo>
                    <a:lnTo>
                      <a:pt x="7097" y="17521"/>
                    </a:lnTo>
                    <a:lnTo>
                      <a:pt x="6992" y="17514"/>
                    </a:lnTo>
                    <a:close/>
                    <a:moveTo>
                      <a:pt x="2633" y="918"/>
                    </a:moveTo>
                    <a:lnTo>
                      <a:pt x="2539" y="1101"/>
                    </a:lnTo>
                    <a:lnTo>
                      <a:pt x="2000" y="2224"/>
                    </a:lnTo>
                    <a:lnTo>
                      <a:pt x="1506" y="3370"/>
                    </a:lnTo>
                    <a:lnTo>
                      <a:pt x="1259" y="3932"/>
                    </a:lnTo>
                    <a:lnTo>
                      <a:pt x="1057" y="4516"/>
                    </a:lnTo>
                    <a:lnTo>
                      <a:pt x="854" y="5100"/>
                    </a:lnTo>
                    <a:lnTo>
                      <a:pt x="835" y="5162"/>
                    </a:lnTo>
                    <a:lnTo>
                      <a:pt x="1012" y="4651"/>
                    </a:lnTo>
                    <a:lnTo>
                      <a:pt x="1259" y="3999"/>
                    </a:lnTo>
                    <a:lnTo>
                      <a:pt x="1169" y="4606"/>
                    </a:lnTo>
                    <a:lnTo>
                      <a:pt x="1102" y="5212"/>
                    </a:lnTo>
                    <a:lnTo>
                      <a:pt x="1057" y="5819"/>
                    </a:lnTo>
                    <a:lnTo>
                      <a:pt x="1057" y="6425"/>
                    </a:lnTo>
                    <a:lnTo>
                      <a:pt x="1079" y="7032"/>
                    </a:lnTo>
                    <a:lnTo>
                      <a:pt x="1124" y="7661"/>
                    </a:lnTo>
                    <a:lnTo>
                      <a:pt x="1191" y="8267"/>
                    </a:lnTo>
                    <a:lnTo>
                      <a:pt x="1304" y="8896"/>
                    </a:lnTo>
                    <a:lnTo>
                      <a:pt x="1461" y="9570"/>
                    </a:lnTo>
                    <a:lnTo>
                      <a:pt x="1641" y="10222"/>
                    </a:lnTo>
                    <a:lnTo>
                      <a:pt x="1865" y="10873"/>
                    </a:lnTo>
                    <a:lnTo>
                      <a:pt x="2112" y="11502"/>
                    </a:lnTo>
                    <a:lnTo>
                      <a:pt x="2404" y="12109"/>
                    </a:lnTo>
                    <a:lnTo>
                      <a:pt x="2697" y="12715"/>
                    </a:lnTo>
                    <a:lnTo>
                      <a:pt x="3033" y="13277"/>
                    </a:lnTo>
                    <a:lnTo>
                      <a:pt x="3393" y="13839"/>
                    </a:lnTo>
                    <a:lnTo>
                      <a:pt x="3775" y="14378"/>
                    </a:lnTo>
                    <a:lnTo>
                      <a:pt x="4202" y="14894"/>
                    </a:lnTo>
                    <a:lnTo>
                      <a:pt x="4628" y="15389"/>
                    </a:lnTo>
                    <a:lnTo>
                      <a:pt x="5078" y="15860"/>
                    </a:lnTo>
                    <a:lnTo>
                      <a:pt x="5550" y="16310"/>
                    </a:lnTo>
                    <a:lnTo>
                      <a:pt x="6066" y="16737"/>
                    </a:lnTo>
                    <a:lnTo>
                      <a:pt x="6583" y="17141"/>
                    </a:lnTo>
                    <a:lnTo>
                      <a:pt x="7097" y="17521"/>
                    </a:lnTo>
                    <a:lnTo>
                      <a:pt x="7097" y="17521"/>
                    </a:lnTo>
                    <a:lnTo>
                      <a:pt x="7818" y="17568"/>
                    </a:lnTo>
                    <a:lnTo>
                      <a:pt x="8874" y="17613"/>
                    </a:lnTo>
                    <a:lnTo>
                      <a:pt x="9211" y="17613"/>
                    </a:lnTo>
                    <a:lnTo>
                      <a:pt x="12154" y="17703"/>
                    </a:lnTo>
                    <a:lnTo>
                      <a:pt x="13614" y="17770"/>
                    </a:lnTo>
                    <a:lnTo>
                      <a:pt x="15074" y="17882"/>
                    </a:lnTo>
                    <a:lnTo>
                      <a:pt x="14198" y="17253"/>
                    </a:lnTo>
                    <a:lnTo>
                      <a:pt x="13345" y="16624"/>
                    </a:lnTo>
                    <a:lnTo>
                      <a:pt x="12536" y="15995"/>
                    </a:lnTo>
                    <a:lnTo>
                      <a:pt x="11727" y="15321"/>
                    </a:lnTo>
                    <a:lnTo>
                      <a:pt x="10919" y="14602"/>
                    </a:lnTo>
                    <a:lnTo>
                      <a:pt x="10132" y="13839"/>
                    </a:lnTo>
                    <a:lnTo>
                      <a:pt x="9391" y="13097"/>
                    </a:lnTo>
                    <a:lnTo>
                      <a:pt x="8672" y="12311"/>
                    </a:lnTo>
                    <a:lnTo>
                      <a:pt x="7998" y="11525"/>
                    </a:lnTo>
                    <a:lnTo>
                      <a:pt x="7369" y="10716"/>
                    </a:lnTo>
                    <a:lnTo>
                      <a:pt x="6785" y="9862"/>
                    </a:lnTo>
                    <a:lnTo>
                      <a:pt x="6223" y="9009"/>
                    </a:lnTo>
                    <a:lnTo>
                      <a:pt x="5707" y="8133"/>
                    </a:lnTo>
                    <a:lnTo>
                      <a:pt x="5257" y="7234"/>
                    </a:lnTo>
                    <a:lnTo>
                      <a:pt x="4831" y="6313"/>
                    </a:lnTo>
                    <a:lnTo>
                      <a:pt x="4471" y="5369"/>
                    </a:lnTo>
                    <a:lnTo>
                      <a:pt x="4292" y="4875"/>
                    </a:lnTo>
                    <a:lnTo>
                      <a:pt x="4134" y="4403"/>
                    </a:lnTo>
                    <a:lnTo>
                      <a:pt x="3999" y="3887"/>
                    </a:lnTo>
                    <a:lnTo>
                      <a:pt x="3865" y="3393"/>
                    </a:lnTo>
                    <a:lnTo>
                      <a:pt x="3752" y="2876"/>
                    </a:lnTo>
                    <a:lnTo>
                      <a:pt x="3640" y="2359"/>
                    </a:lnTo>
                    <a:lnTo>
                      <a:pt x="3550" y="1842"/>
                    </a:lnTo>
                    <a:lnTo>
                      <a:pt x="3483" y="1303"/>
                    </a:lnTo>
                    <a:lnTo>
                      <a:pt x="3191" y="1371"/>
                    </a:lnTo>
                    <a:lnTo>
                      <a:pt x="2741" y="1461"/>
                    </a:lnTo>
                    <a:lnTo>
                      <a:pt x="2315" y="1573"/>
                    </a:lnTo>
                    <a:lnTo>
                      <a:pt x="2315" y="1573"/>
                    </a:lnTo>
                    <a:lnTo>
                      <a:pt x="2633" y="918"/>
                    </a:lnTo>
                    <a:close/>
                  </a:path>
                </a:pathLst>
              </a:custGeom>
              <a:solidFill>
                <a:srgbClr val="424242">
                  <a:alpha val="162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2" name="Google Shape;8342;p41">
                <a:extLst>
                  <a:ext uri="{FF2B5EF4-FFF2-40B4-BE49-F238E27FC236}">
                    <a16:creationId xmlns:a16="http://schemas.microsoft.com/office/drawing/2014/main" id="{0590F4CC-57B6-6D94-54A1-C23BB15F4EFC}"/>
                  </a:ext>
                </a:extLst>
              </p:cNvPr>
              <p:cNvSpPr/>
              <p:nvPr/>
            </p:nvSpPr>
            <p:spPr>
              <a:xfrm>
                <a:off x="11493025" y="3751100"/>
                <a:ext cx="376875" cy="447075"/>
              </a:xfrm>
              <a:custGeom>
                <a:avLst/>
                <a:gdLst/>
                <a:ahLst/>
                <a:cxnLst/>
                <a:rect l="l" t="t" r="r" b="b"/>
                <a:pathLst>
                  <a:path w="15075" h="17883" fill="none" extrusionOk="0">
                    <a:moveTo>
                      <a:pt x="3101" y="0"/>
                    </a:moveTo>
                    <a:lnTo>
                      <a:pt x="3101" y="0"/>
                    </a:lnTo>
                    <a:lnTo>
                      <a:pt x="2539" y="1101"/>
                    </a:lnTo>
                    <a:lnTo>
                      <a:pt x="2000" y="2224"/>
                    </a:lnTo>
                    <a:lnTo>
                      <a:pt x="1506" y="3370"/>
                    </a:lnTo>
                    <a:lnTo>
                      <a:pt x="1259" y="3932"/>
                    </a:lnTo>
                    <a:lnTo>
                      <a:pt x="1057" y="4516"/>
                    </a:lnTo>
                    <a:lnTo>
                      <a:pt x="854" y="5100"/>
                    </a:lnTo>
                    <a:lnTo>
                      <a:pt x="675" y="5684"/>
                    </a:lnTo>
                    <a:lnTo>
                      <a:pt x="495" y="6268"/>
                    </a:lnTo>
                    <a:lnTo>
                      <a:pt x="360" y="6875"/>
                    </a:lnTo>
                    <a:lnTo>
                      <a:pt x="248" y="7481"/>
                    </a:lnTo>
                    <a:lnTo>
                      <a:pt x="136" y="8088"/>
                    </a:lnTo>
                    <a:lnTo>
                      <a:pt x="68" y="8694"/>
                    </a:lnTo>
                    <a:lnTo>
                      <a:pt x="1" y="9323"/>
                    </a:lnTo>
                    <a:lnTo>
                      <a:pt x="1" y="9323"/>
                    </a:lnTo>
                    <a:lnTo>
                      <a:pt x="1" y="9323"/>
                    </a:lnTo>
                    <a:lnTo>
                      <a:pt x="1" y="9346"/>
                    </a:lnTo>
                    <a:lnTo>
                      <a:pt x="1" y="9346"/>
                    </a:lnTo>
                    <a:lnTo>
                      <a:pt x="1" y="9346"/>
                    </a:lnTo>
                    <a:lnTo>
                      <a:pt x="1" y="9346"/>
                    </a:lnTo>
                    <a:lnTo>
                      <a:pt x="1" y="9368"/>
                    </a:lnTo>
                    <a:lnTo>
                      <a:pt x="1" y="9368"/>
                    </a:lnTo>
                    <a:lnTo>
                      <a:pt x="1" y="9391"/>
                    </a:lnTo>
                    <a:lnTo>
                      <a:pt x="1" y="9391"/>
                    </a:lnTo>
                    <a:lnTo>
                      <a:pt x="68" y="8694"/>
                    </a:lnTo>
                    <a:lnTo>
                      <a:pt x="158" y="7998"/>
                    </a:lnTo>
                    <a:lnTo>
                      <a:pt x="270" y="7324"/>
                    </a:lnTo>
                    <a:lnTo>
                      <a:pt x="405" y="6627"/>
                    </a:lnTo>
                    <a:lnTo>
                      <a:pt x="585" y="5976"/>
                    </a:lnTo>
                    <a:lnTo>
                      <a:pt x="787" y="5302"/>
                    </a:lnTo>
                    <a:lnTo>
                      <a:pt x="1012" y="4651"/>
                    </a:lnTo>
                    <a:lnTo>
                      <a:pt x="1259" y="3999"/>
                    </a:lnTo>
                    <a:lnTo>
                      <a:pt x="1259" y="3999"/>
                    </a:lnTo>
                    <a:lnTo>
                      <a:pt x="1169" y="4606"/>
                    </a:lnTo>
                    <a:lnTo>
                      <a:pt x="1102" y="5212"/>
                    </a:lnTo>
                    <a:lnTo>
                      <a:pt x="1057" y="5819"/>
                    </a:lnTo>
                    <a:lnTo>
                      <a:pt x="1057" y="6425"/>
                    </a:lnTo>
                    <a:lnTo>
                      <a:pt x="1079" y="7032"/>
                    </a:lnTo>
                    <a:lnTo>
                      <a:pt x="1124" y="7661"/>
                    </a:lnTo>
                    <a:lnTo>
                      <a:pt x="1191" y="8267"/>
                    </a:lnTo>
                    <a:lnTo>
                      <a:pt x="1304" y="8896"/>
                    </a:lnTo>
                    <a:lnTo>
                      <a:pt x="1304" y="8896"/>
                    </a:lnTo>
                    <a:lnTo>
                      <a:pt x="1461" y="9570"/>
                    </a:lnTo>
                    <a:lnTo>
                      <a:pt x="1641" y="10222"/>
                    </a:lnTo>
                    <a:lnTo>
                      <a:pt x="1865" y="10873"/>
                    </a:lnTo>
                    <a:lnTo>
                      <a:pt x="2112" y="11502"/>
                    </a:lnTo>
                    <a:lnTo>
                      <a:pt x="2404" y="12109"/>
                    </a:lnTo>
                    <a:lnTo>
                      <a:pt x="2697" y="12715"/>
                    </a:lnTo>
                    <a:lnTo>
                      <a:pt x="3033" y="13277"/>
                    </a:lnTo>
                    <a:lnTo>
                      <a:pt x="3393" y="13839"/>
                    </a:lnTo>
                    <a:lnTo>
                      <a:pt x="3775" y="14378"/>
                    </a:lnTo>
                    <a:lnTo>
                      <a:pt x="4202" y="14894"/>
                    </a:lnTo>
                    <a:lnTo>
                      <a:pt x="4628" y="15389"/>
                    </a:lnTo>
                    <a:lnTo>
                      <a:pt x="5078" y="15860"/>
                    </a:lnTo>
                    <a:lnTo>
                      <a:pt x="5550" y="16310"/>
                    </a:lnTo>
                    <a:lnTo>
                      <a:pt x="6066" y="16737"/>
                    </a:lnTo>
                    <a:lnTo>
                      <a:pt x="6583" y="17141"/>
                    </a:lnTo>
                    <a:lnTo>
                      <a:pt x="7100" y="17523"/>
                    </a:lnTo>
                    <a:lnTo>
                      <a:pt x="7100" y="17523"/>
                    </a:lnTo>
                    <a:lnTo>
                      <a:pt x="6291" y="17455"/>
                    </a:lnTo>
                    <a:lnTo>
                      <a:pt x="5460" y="17388"/>
                    </a:lnTo>
                    <a:lnTo>
                      <a:pt x="4628" y="17298"/>
                    </a:lnTo>
                    <a:lnTo>
                      <a:pt x="3820" y="17186"/>
                    </a:lnTo>
                    <a:lnTo>
                      <a:pt x="3011" y="17051"/>
                    </a:lnTo>
                    <a:lnTo>
                      <a:pt x="2202" y="16894"/>
                    </a:lnTo>
                    <a:lnTo>
                      <a:pt x="1394" y="16714"/>
                    </a:lnTo>
                    <a:lnTo>
                      <a:pt x="607" y="16489"/>
                    </a:lnTo>
                    <a:lnTo>
                      <a:pt x="607" y="16489"/>
                    </a:lnTo>
                    <a:lnTo>
                      <a:pt x="1596" y="16759"/>
                    </a:lnTo>
                    <a:lnTo>
                      <a:pt x="2629" y="16984"/>
                    </a:lnTo>
                    <a:lnTo>
                      <a:pt x="3662" y="17163"/>
                    </a:lnTo>
                    <a:lnTo>
                      <a:pt x="4696" y="17298"/>
                    </a:lnTo>
                    <a:lnTo>
                      <a:pt x="5729" y="17410"/>
                    </a:lnTo>
                    <a:lnTo>
                      <a:pt x="6785" y="17500"/>
                    </a:lnTo>
                    <a:lnTo>
                      <a:pt x="7818" y="17568"/>
                    </a:lnTo>
                    <a:lnTo>
                      <a:pt x="8874" y="17613"/>
                    </a:lnTo>
                    <a:lnTo>
                      <a:pt x="8874" y="17613"/>
                    </a:lnTo>
                    <a:lnTo>
                      <a:pt x="9211" y="17613"/>
                    </a:lnTo>
                    <a:lnTo>
                      <a:pt x="9211" y="17613"/>
                    </a:lnTo>
                    <a:lnTo>
                      <a:pt x="12154" y="17703"/>
                    </a:lnTo>
                    <a:lnTo>
                      <a:pt x="13614" y="17770"/>
                    </a:lnTo>
                    <a:lnTo>
                      <a:pt x="15074" y="17882"/>
                    </a:lnTo>
                    <a:lnTo>
                      <a:pt x="15074" y="17882"/>
                    </a:lnTo>
                    <a:lnTo>
                      <a:pt x="14198" y="17253"/>
                    </a:lnTo>
                    <a:lnTo>
                      <a:pt x="13345" y="16624"/>
                    </a:lnTo>
                    <a:lnTo>
                      <a:pt x="12536" y="15995"/>
                    </a:lnTo>
                    <a:lnTo>
                      <a:pt x="11727" y="15321"/>
                    </a:lnTo>
                    <a:lnTo>
                      <a:pt x="11727" y="15321"/>
                    </a:lnTo>
                    <a:lnTo>
                      <a:pt x="10919" y="14602"/>
                    </a:lnTo>
                    <a:lnTo>
                      <a:pt x="10132" y="13839"/>
                    </a:lnTo>
                    <a:lnTo>
                      <a:pt x="9391" y="13097"/>
                    </a:lnTo>
                    <a:lnTo>
                      <a:pt x="8672" y="12311"/>
                    </a:lnTo>
                    <a:lnTo>
                      <a:pt x="7998" y="11525"/>
                    </a:lnTo>
                    <a:lnTo>
                      <a:pt x="7369" y="10716"/>
                    </a:lnTo>
                    <a:lnTo>
                      <a:pt x="6785" y="9862"/>
                    </a:lnTo>
                    <a:lnTo>
                      <a:pt x="6223" y="9009"/>
                    </a:lnTo>
                    <a:lnTo>
                      <a:pt x="5707" y="8133"/>
                    </a:lnTo>
                    <a:lnTo>
                      <a:pt x="5257" y="7234"/>
                    </a:lnTo>
                    <a:lnTo>
                      <a:pt x="4831" y="6313"/>
                    </a:lnTo>
                    <a:lnTo>
                      <a:pt x="4471" y="5369"/>
                    </a:lnTo>
                    <a:lnTo>
                      <a:pt x="4292" y="4875"/>
                    </a:lnTo>
                    <a:lnTo>
                      <a:pt x="4134" y="4403"/>
                    </a:lnTo>
                    <a:lnTo>
                      <a:pt x="3999" y="3887"/>
                    </a:lnTo>
                    <a:lnTo>
                      <a:pt x="3865" y="3393"/>
                    </a:lnTo>
                    <a:lnTo>
                      <a:pt x="3752" y="2876"/>
                    </a:lnTo>
                    <a:lnTo>
                      <a:pt x="3640" y="2359"/>
                    </a:lnTo>
                    <a:lnTo>
                      <a:pt x="3550" y="1842"/>
                    </a:lnTo>
                    <a:lnTo>
                      <a:pt x="3483" y="1303"/>
                    </a:lnTo>
                    <a:lnTo>
                      <a:pt x="3483" y="1303"/>
                    </a:lnTo>
                    <a:lnTo>
                      <a:pt x="3191" y="1371"/>
                    </a:lnTo>
                    <a:lnTo>
                      <a:pt x="3191" y="1371"/>
                    </a:lnTo>
                    <a:lnTo>
                      <a:pt x="2741" y="1461"/>
                    </a:lnTo>
                    <a:lnTo>
                      <a:pt x="2315" y="1573"/>
                    </a:lnTo>
                    <a:lnTo>
                      <a:pt x="2315" y="1573"/>
                    </a:lnTo>
                    <a:lnTo>
                      <a:pt x="2697" y="787"/>
                    </a:lnTo>
                    <a:lnTo>
                      <a:pt x="310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3" name="Google Shape;8343;p41">
                <a:extLst>
                  <a:ext uri="{FF2B5EF4-FFF2-40B4-BE49-F238E27FC236}">
                    <a16:creationId xmlns:a16="http://schemas.microsoft.com/office/drawing/2014/main" id="{4C6F4D71-05C7-AF9B-1398-EB1B89C089BC}"/>
                  </a:ext>
                </a:extLst>
              </p:cNvPr>
              <p:cNvSpPr/>
              <p:nvPr/>
            </p:nvSpPr>
            <p:spPr>
              <a:xfrm>
                <a:off x="11550875" y="3742100"/>
                <a:ext cx="29225" cy="483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1933" extrusionOk="0">
                    <a:moveTo>
                      <a:pt x="989" y="1"/>
                    </a:moveTo>
                    <a:lnTo>
                      <a:pt x="787" y="360"/>
                    </a:lnTo>
                    <a:lnTo>
                      <a:pt x="383" y="1147"/>
                    </a:lnTo>
                    <a:lnTo>
                      <a:pt x="1" y="1933"/>
                    </a:lnTo>
                    <a:lnTo>
                      <a:pt x="1" y="1933"/>
                    </a:lnTo>
                    <a:lnTo>
                      <a:pt x="427" y="1821"/>
                    </a:lnTo>
                    <a:lnTo>
                      <a:pt x="877" y="1731"/>
                    </a:lnTo>
                    <a:lnTo>
                      <a:pt x="1169" y="1663"/>
                    </a:lnTo>
                    <a:lnTo>
                      <a:pt x="1056" y="832"/>
                    </a:lnTo>
                    <a:lnTo>
                      <a:pt x="989" y="1"/>
                    </a:lnTo>
                    <a:close/>
                  </a:path>
                </a:pathLst>
              </a:custGeom>
              <a:solidFill>
                <a:srgbClr val="424242">
                  <a:alpha val="162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4" name="Google Shape;8344;p41">
                <a:extLst>
                  <a:ext uri="{FF2B5EF4-FFF2-40B4-BE49-F238E27FC236}">
                    <a16:creationId xmlns:a16="http://schemas.microsoft.com/office/drawing/2014/main" id="{D6232B85-1472-6488-F6E7-85DEEE6BBC76}"/>
                  </a:ext>
                </a:extLst>
              </p:cNvPr>
              <p:cNvSpPr/>
              <p:nvPr/>
            </p:nvSpPr>
            <p:spPr>
              <a:xfrm>
                <a:off x="11506500" y="4162750"/>
                <a:ext cx="1725" cy="600"/>
              </a:xfrm>
              <a:custGeom>
                <a:avLst/>
                <a:gdLst/>
                <a:ahLst/>
                <a:cxnLst/>
                <a:rect l="l" t="t" r="r" b="b"/>
                <a:pathLst>
                  <a:path w="69" h="24" extrusionOk="0">
                    <a:moveTo>
                      <a:pt x="46" y="23"/>
                    </a:moveTo>
                    <a:lnTo>
                      <a:pt x="46" y="23"/>
                    </a:lnTo>
                    <a:lnTo>
                      <a:pt x="68" y="23"/>
                    </a:lnTo>
                    <a:lnTo>
                      <a:pt x="68" y="23"/>
                    </a:lnTo>
                    <a:lnTo>
                      <a:pt x="46" y="23"/>
                    </a:lnTo>
                    <a:close/>
                    <a:moveTo>
                      <a:pt x="1" y="1"/>
                    </a:moveTo>
                    <a:lnTo>
                      <a:pt x="1" y="1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CD4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5" name="Google Shape;8345;p41">
                <a:extLst>
                  <a:ext uri="{FF2B5EF4-FFF2-40B4-BE49-F238E27FC236}">
                    <a16:creationId xmlns:a16="http://schemas.microsoft.com/office/drawing/2014/main" id="{EA46376F-B650-F26B-7FAB-C68B742D7149}"/>
                  </a:ext>
                </a:extLst>
              </p:cNvPr>
              <p:cNvSpPr/>
              <p:nvPr/>
            </p:nvSpPr>
            <p:spPr>
              <a:xfrm>
                <a:off x="11507625" y="4163325"/>
                <a:ext cx="6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6" name="Google Shape;8346;p41">
                <a:extLst>
                  <a:ext uri="{FF2B5EF4-FFF2-40B4-BE49-F238E27FC236}">
                    <a16:creationId xmlns:a16="http://schemas.microsoft.com/office/drawing/2014/main" id="{60BFEA96-05CC-DA0D-A892-DA27A2398CE3}"/>
                  </a:ext>
                </a:extLst>
              </p:cNvPr>
              <p:cNvSpPr/>
              <p:nvPr/>
            </p:nvSpPr>
            <p:spPr>
              <a:xfrm>
                <a:off x="11506500" y="4162750"/>
                <a:ext cx="600" cy="60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7" name="Google Shape;8347;p41">
                <a:extLst>
                  <a:ext uri="{FF2B5EF4-FFF2-40B4-BE49-F238E27FC236}">
                    <a16:creationId xmlns:a16="http://schemas.microsoft.com/office/drawing/2014/main" id="{01AA9A2C-1CA1-5A6E-4837-B75DA50E3C7F}"/>
                  </a:ext>
                </a:extLst>
              </p:cNvPr>
              <p:cNvSpPr/>
              <p:nvPr/>
            </p:nvSpPr>
            <p:spPr>
              <a:xfrm>
                <a:off x="11505950" y="4162750"/>
                <a:ext cx="5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E4C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8" name="Google Shape;8348;p41">
                <a:extLst>
                  <a:ext uri="{FF2B5EF4-FFF2-40B4-BE49-F238E27FC236}">
                    <a16:creationId xmlns:a16="http://schemas.microsoft.com/office/drawing/2014/main" id="{6FFA8622-A85C-E74B-3CD3-8104E1471E77}"/>
                  </a:ext>
                </a:extLst>
              </p:cNvPr>
              <p:cNvSpPr/>
              <p:nvPr/>
            </p:nvSpPr>
            <p:spPr>
              <a:xfrm>
                <a:off x="11505950" y="4162750"/>
                <a:ext cx="5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9" name="Google Shape;8349;p41">
                <a:extLst>
                  <a:ext uri="{FF2B5EF4-FFF2-40B4-BE49-F238E27FC236}">
                    <a16:creationId xmlns:a16="http://schemas.microsoft.com/office/drawing/2014/main" id="{DEE55F34-0250-B35C-CC40-2D0950FEE7B7}"/>
                  </a:ext>
                </a:extLst>
              </p:cNvPr>
              <p:cNvSpPr/>
              <p:nvPr/>
            </p:nvSpPr>
            <p:spPr>
              <a:xfrm>
                <a:off x="11507075" y="4163325"/>
                <a:ext cx="5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E4C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0" name="Google Shape;8350;p41">
                <a:extLst>
                  <a:ext uri="{FF2B5EF4-FFF2-40B4-BE49-F238E27FC236}">
                    <a16:creationId xmlns:a16="http://schemas.microsoft.com/office/drawing/2014/main" id="{457E6954-41CC-9703-45A4-32509139FEEF}"/>
                  </a:ext>
                </a:extLst>
              </p:cNvPr>
              <p:cNvSpPr/>
              <p:nvPr/>
            </p:nvSpPr>
            <p:spPr>
              <a:xfrm>
                <a:off x="11507075" y="4163325"/>
                <a:ext cx="5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1" name="Google Shape;8351;p41">
                <a:extLst>
                  <a:ext uri="{FF2B5EF4-FFF2-40B4-BE49-F238E27FC236}">
                    <a16:creationId xmlns:a16="http://schemas.microsoft.com/office/drawing/2014/main" id="{92D37535-BB44-C5A1-8D91-BC52692B5E69}"/>
                  </a:ext>
                </a:extLst>
              </p:cNvPr>
              <p:cNvSpPr/>
              <p:nvPr/>
            </p:nvSpPr>
            <p:spPr>
              <a:xfrm>
                <a:off x="11508200" y="41633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E4C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2" name="Google Shape;8352;p41">
                <a:extLst>
                  <a:ext uri="{FF2B5EF4-FFF2-40B4-BE49-F238E27FC236}">
                    <a16:creationId xmlns:a16="http://schemas.microsoft.com/office/drawing/2014/main" id="{7964532C-C58A-5BB0-A259-BD08234D8E37}"/>
                  </a:ext>
                </a:extLst>
              </p:cNvPr>
              <p:cNvSpPr/>
              <p:nvPr/>
            </p:nvSpPr>
            <p:spPr>
              <a:xfrm>
                <a:off x="11508200" y="41633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3" name="Google Shape;8353;p41">
                <a:extLst>
                  <a:ext uri="{FF2B5EF4-FFF2-40B4-BE49-F238E27FC236}">
                    <a16:creationId xmlns:a16="http://schemas.microsoft.com/office/drawing/2014/main" id="{845FBB0E-28F0-6553-21CB-CD075D28E6B7}"/>
                  </a:ext>
                </a:extLst>
              </p:cNvPr>
              <p:cNvSpPr/>
              <p:nvPr/>
            </p:nvSpPr>
            <p:spPr>
              <a:xfrm>
                <a:off x="11492475" y="3851075"/>
                <a:ext cx="178050" cy="338100"/>
              </a:xfrm>
              <a:custGeom>
                <a:avLst/>
                <a:gdLst/>
                <a:ahLst/>
                <a:cxnLst/>
                <a:rect l="l" t="t" r="r" b="b"/>
                <a:pathLst>
                  <a:path w="7122" h="13524" extrusionOk="0">
                    <a:moveTo>
                      <a:pt x="1281" y="0"/>
                    </a:moveTo>
                    <a:lnTo>
                      <a:pt x="1034" y="652"/>
                    </a:lnTo>
                    <a:lnTo>
                      <a:pt x="809" y="1303"/>
                    </a:lnTo>
                    <a:lnTo>
                      <a:pt x="607" y="1977"/>
                    </a:lnTo>
                    <a:lnTo>
                      <a:pt x="427" y="2628"/>
                    </a:lnTo>
                    <a:lnTo>
                      <a:pt x="292" y="3325"/>
                    </a:lnTo>
                    <a:lnTo>
                      <a:pt x="180" y="3999"/>
                    </a:lnTo>
                    <a:lnTo>
                      <a:pt x="90" y="4695"/>
                    </a:lnTo>
                    <a:lnTo>
                      <a:pt x="23" y="5392"/>
                    </a:lnTo>
                    <a:lnTo>
                      <a:pt x="0" y="6043"/>
                    </a:lnTo>
                    <a:lnTo>
                      <a:pt x="0" y="6695"/>
                    </a:lnTo>
                    <a:lnTo>
                      <a:pt x="0" y="7413"/>
                    </a:lnTo>
                    <a:lnTo>
                      <a:pt x="23" y="8132"/>
                    </a:lnTo>
                    <a:lnTo>
                      <a:pt x="90" y="8874"/>
                    </a:lnTo>
                    <a:lnTo>
                      <a:pt x="135" y="9592"/>
                    </a:lnTo>
                    <a:lnTo>
                      <a:pt x="225" y="10311"/>
                    </a:lnTo>
                    <a:lnTo>
                      <a:pt x="315" y="11030"/>
                    </a:lnTo>
                    <a:lnTo>
                      <a:pt x="539" y="12468"/>
                    </a:lnTo>
                    <a:lnTo>
                      <a:pt x="562" y="12468"/>
                    </a:lnTo>
                    <a:lnTo>
                      <a:pt x="584" y="12490"/>
                    </a:lnTo>
                    <a:lnTo>
                      <a:pt x="629" y="12490"/>
                    </a:lnTo>
                    <a:lnTo>
                      <a:pt x="1416" y="12715"/>
                    </a:lnTo>
                    <a:lnTo>
                      <a:pt x="2224" y="12895"/>
                    </a:lnTo>
                    <a:lnTo>
                      <a:pt x="3033" y="13052"/>
                    </a:lnTo>
                    <a:lnTo>
                      <a:pt x="3842" y="13187"/>
                    </a:lnTo>
                    <a:lnTo>
                      <a:pt x="4650" y="13299"/>
                    </a:lnTo>
                    <a:lnTo>
                      <a:pt x="5482" y="13389"/>
                    </a:lnTo>
                    <a:lnTo>
                      <a:pt x="6313" y="13456"/>
                    </a:lnTo>
                    <a:lnTo>
                      <a:pt x="7122" y="13524"/>
                    </a:lnTo>
                    <a:lnTo>
                      <a:pt x="6605" y="13142"/>
                    </a:lnTo>
                    <a:lnTo>
                      <a:pt x="6088" y="12738"/>
                    </a:lnTo>
                    <a:lnTo>
                      <a:pt x="5572" y="12311"/>
                    </a:lnTo>
                    <a:lnTo>
                      <a:pt x="5100" y="11861"/>
                    </a:lnTo>
                    <a:lnTo>
                      <a:pt x="4650" y="11390"/>
                    </a:lnTo>
                    <a:lnTo>
                      <a:pt x="4224" y="10895"/>
                    </a:lnTo>
                    <a:lnTo>
                      <a:pt x="3797" y="10379"/>
                    </a:lnTo>
                    <a:lnTo>
                      <a:pt x="3415" y="9840"/>
                    </a:lnTo>
                    <a:lnTo>
                      <a:pt x="3055" y="9278"/>
                    </a:lnTo>
                    <a:lnTo>
                      <a:pt x="2719" y="8716"/>
                    </a:lnTo>
                    <a:lnTo>
                      <a:pt x="2426" y="8110"/>
                    </a:lnTo>
                    <a:lnTo>
                      <a:pt x="2134" y="7503"/>
                    </a:lnTo>
                    <a:lnTo>
                      <a:pt x="1887" y="6874"/>
                    </a:lnTo>
                    <a:lnTo>
                      <a:pt x="1663" y="6223"/>
                    </a:lnTo>
                    <a:lnTo>
                      <a:pt x="1483" y="5571"/>
                    </a:lnTo>
                    <a:lnTo>
                      <a:pt x="1326" y="4897"/>
                    </a:lnTo>
                    <a:lnTo>
                      <a:pt x="1213" y="4268"/>
                    </a:lnTo>
                    <a:lnTo>
                      <a:pt x="1146" y="3662"/>
                    </a:lnTo>
                    <a:lnTo>
                      <a:pt x="1101" y="3033"/>
                    </a:lnTo>
                    <a:lnTo>
                      <a:pt x="1079" y="2426"/>
                    </a:lnTo>
                    <a:lnTo>
                      <a:pt x="1079" y="1820"/>
                    </a:lnTo>
                    <a:lnTo>
                      <a:pt x="1124" y="1213"/>
                    </a:lnTo>
                    <a:lnTo>
                      <a:pt x="1191" y="607"/>
                    </a:lnTo>
                    <a:lnTo>
                      <a:pt x="1281" y="0"/>
                    </a:lnTo>
                    <a:close/>
                  </a:path>
                </a:pathLst>
              </a:custGeom>
              <a:solidFill>
                <a:srgbClr val="424242">
                  <a:alpha val="162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4" name="Google Shape;8354;p41">
                <a:extLst>
                  <a:ext uri="{FF2B5EF4-FFF2-40B4-BE49-F238E27FC236}">
                    <a16:creationId xmlns:a16="http://schemas.microsoft.com/office/drawing/2014/main" id="{2295BA7C-5BF7-3A26-7485-BEF6AFDFF15C}"/>
                  </a:ext>
                </a:extLst>
              </p:cNvPr>
              <p:cNvSpPr/>
              <p:nvPr/>
            </p:nvSpPr>
            <p:spPr>
              <a:xfrm>
                <a:off x="11492475" y="3851075"/>
                <a:ext cx="178050" cy="338100"/>
              </a:xfrm>
              <a:custGeom>
                <a:avLst/>
                <a:gdLst/>
                <a:ahLst/>
                <a:cxnLst/>
                <a:rect l="l" t="t" r="r" b="b"/>
                <a:pathLst>
                  <a:path w="7122" h="13524" fill="none" extrusionOk="0">
                    <a:moveTo>
                      <a:pt x="1281" y="0"/>
                    </a:moveTo>
                    <a:lnTo>
                      <a:pt x="1281" y="0"/>
                    </a:lnTo>
                    <a:lnTo>
                      <a:pt x="1034" y="652"/>
                    </a:lnTo>
                    <a:lnTo>
                      <a:pt x="809" y="1303"/>
                    </a:lnTo>
                    <a:lnTo>
                      <a:pt x="607" y="1977"/>
                    </a:lnTo>
                    <a:lnTo>
                      <a:pt x="427" y="2628"/>
                    </a:lnTo>
                    <a:lnTo>
                      <a:pt x="292" y="3325"/>
                    </a:lnTo>
                    <a:lnTo>
                      <a:pt x="180" y="3999"/>
                    </a:lnTo>
                    <a:lnTo>
                      <a:pt x="90" y="4695"/>
                    </a:lnTo>
                    <a:lnTo>
                      <a:pt x="23" y="5392"/>
                    </a:lnTo>
                    <a:lnTo>
                      <a:pt x="23" y="5392"/>
                    </a:lnTo>
                    <a:lnTo>
                      <a:pt x="23" y="5392"/>
                    </a:lnTo>
                    <a:lnTo>
                      <a:pt x="0" y="6043"/>
                    </a:lnTo>
                    <a:lnTo>
                      <a:pt x="0" y="6695"/>
                    </a:lnTo>
                    <a:lnTo>
                      <a:pt x="0" y="6695"/>
                    </a:lnTo>
                    <a:lnTo>
                      <a:pt x="0" y="7413"/>
                    </a:lnTo>
                    <a:lnTo>
                      <a:pt x="23" y="8132"/>
                    </a:lnTo>
                    <a:lnTo>
                      <a:pt x="90" y="8874"/>
                    </a:lnTo>
                    <a:lnTo>
                      <a:pt x="135" y="9592"/>
                    </a:lnTo>
                    <a:lnTo>
                      <a:pt x="225" y="10311"/>
                    </a:lnTo>
                    <a:lnTo>
                      <a:pt x="315" y="11030"/>
                    </a:lnTo>
                    <a:lnTo>
                      <a:pt x="539" y="12468"/>
                    </a:lnTo>
                    <a:lnTo>
                      <a:pt x="539" y="12468"/>
                    </a:lnTo>
                    <a:lnTo>
                      <a:pt x="539" y="12468"/>
                    </a:lnTo>
                    <a:lnTo>
                      <a:pt x="562" y="12468"/>
                    </a:lnTo>
                    <a:lnTo>
                      <a:pt x="562" y="12468"/>
                    </a:lnTo>
                    <a:lnTo>
                      <a:pt x="584" y="12490"/>
                    </a:lnTo>
                    <a:lnTo>
                      <a:pt x="584" y="12490"/>
                    </a:lnTo>
                    <a:lnTo>
                      <a:pt x="607" y="12490"/>
                    </a:lnTo>
                    <a:lnTo>
                      <a:pt x="607" y="12490"/>
                    </a:lnTo>
                    <a:lnTo>
                      <a:pt x="629" y="12490"/>
                    </a:lnTo>
                    <a:lnTo>
                      <a:pt x="629" y="12490"/>
                    </a:lnTo>
                    <a:lnTo>
                      <a:pt x="629" y="12490"/>
                    </a:lnTo>
                    <a:lnTo>
                      <a:pt x="629" y="12490"/>
                    </a:lnTo>
                    <a:lnTo>
                      <a:pt x="1416" y="12715"/>
                    </a:lnTo>
                    <a:lnTo>
                      <a:pt x="2224" y="12895"/>
                    </a:lnTo>
                    <a:lnTo>
                      <a:pt x="3033" y="13052"/>
                    </a:lnTo>
                    <a:lnTo>
                      <a:pt x="3842" y="13187"/>
                    </a:lnTo>
                    <a:lnTo>
                      <a:pt x="4650" y="13299"/>
                    </a:lnTo>
                    <a:lnTo>
                      <a:pt x="5482" y="13389"/>
                    </a:lnTo>
                    <a:lnTo>
                      <a:pt x="6313" y="13456"/>
                    </a:lnTo>
                    <a:lnTo>
                      <a:pt x="7122" y="13524"/>
                    </a:lnTo>
                    <a:lnTo>
                      <a:pt x="7122" y="13524"/>
                    </a:lnTo>
                    <a:lnTo>
                      <a:pt x="6605" y="13142"/>
                    </a:lnTo>
                    <a:lnTo>
                      <a:pt x="6088" y="12738"/>
                    </a:lnTo>
                    <a:lnTo>
                      <a:pt x="5572" y="12311"/>
                    </a:lnTo>
                    <a:lnTo>
                      <a:pt x="5100" y="11861"/>
                    </a:lnTo>
                    <a:lnTo>
                      <a:pt x="4650" y="11390"/>
                    </a:lnTo>
                    <a:lnTo>
                      <a:pt x="4224" y="10895"/>
                    </a:lnTo>
                    <a:lnTo>
                      <a:pt x="3797" y="10379"/>
                    </a:lnTo>
                    <a:lnTo>
                      <a:pt x="3415" y="9840"/>
                    </a:lnTo>
                    <a:lnTo>
                      <a:pt x="3055" y="9278"/>
                    </a:lnTo>
                    <a:lnTo>
                      <a:pt x="2719" y="8716"/>
                    </a:lnTo>
                    <a:lnTo>
                      <a:pt x="2426" y="8110"/>
                    </a:lnTo>
                    <a:lnTo>
                      <a:pt x="2134" y="7503"/>
                    </a:lnTo>
                    <a:lnTo>
                      <a:pt x="1887" y="6874"/>
                    </a:lnTo>
                    <a:lnTo>
                      <a:pt x="1663" y="6223"/>
                    </a:lnTo>
                    <a:lnTo>
                      <a:pt x="1483" y="5571"/>
                    </a:lnTo>
                    <a:lnTo>
                      <a:pt x="1326" y="4897"/>
                    </a:lnTo>
                    <a:lnTo>
                      <a:pt x="1326" y="4897"/>
                    </a:lnTo>
                    <a:lnTo>
                      <a:pt x="1213" y="4268"/>
                    </a:lnTo>
                    <a:lnTo>
                      <a:pt x="1146" y="3662"/>
                    </a:lnTo>
                    <a:lnTo>
                      <a:pt x="1101" y="3033"/>
                    </a:lnTo>
                    <a:lnTo>
                      <a:pt x="1079" y="2426"/>
                    </a:lnTo>
                    <a:lnTo>
                      <a:pt x="1079" y="1820"/>
                    </a:lnTo>
                    <a:lnTo>
                      <a:pt x="1124" y="1213"/>
                    </a:lnTo>
                    <a:lnTo>
                      <a:pt x="1191" y="607"/>
                    </a:lnTo>
                    <a:lnTo>
                      <a:pt x="128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8355" name="Google Shape;8355;p41">
            <a:extLst>
              <a:ext uri="{FF2B5EF4-FFF2-40B4-BE49-F238E27FC236}">
                <a16:creationId xmlns:a16="http://schemas.microsoft.com/office/drawing/2014/main" id="{394179DF-2D6E-7622-5425-48E5578BBC72}"/>
              </a:ext>
            </a:extLst>
          </p:cNvPr>
          <p:cNvGrpSpPr/>
          <p:nvPr/>
        </p:nvGrpSpPr>
        <p:grpSpPr>
          <a:xfrm>
            <a:off x="245973" y="4193613"/>
            <a:ext cx="934500" cy="841275"/>
            <a:chOff x="10313198" y="3707125"/>
            <a:chExt cx="934500" cy="841275"/>
          </a:xfrm>
        </p:grpSpPr>
        <p:sp>
          <p:nvSpPr>
            <p:cNvPr id="8356" name="Google Shape;8356;p41">
              <a:extLst>
                <a:ext uri="{FF2B5EF4-FFF2-40B4-BE49-F238E27FC236}">
                  <a16:creationId xmlns:a16="http://schemas.microsoft.com/office/drawing/2014/main" id="{AD38C58A-296F-518B-2178-E526BCD3037A}"/>
                </a:ext>
              </a:extLst>
            </p:cNvPr>
            <p:cNvSpPr/>
            <p:nvPr/>
          </p:nvSpPr>
          <p:spPr>
            <a:xfrm>
              <a:off x="10313198" y="4472200"/>
              <a:ext cx="934500" cy="762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8357;p41">
              <a:extLst>
                <a:ext uri="{FF2B5EF4-FFF2-40B4-BE49-F238E27FC236}">
                  <a16:creationId xmlns:a16="http://schemas.microsoft.com/office/drawing/2014/main" id="{C4A95239-238F-72BF-936B-8862CC379FBF}"/>
                </a:ext>
              </a:extLst>
            </p:cNvPr>
            <p:cNvSpPr/>
            <p:nvPr/>
          </p:nvSpPr>
          <p:spPr>
            <a:xfrm>
              <a:off x="10333500" y="3796875"/>
              <a:ext cx="849850" cy="720475"/>
            </a:xfrm>
            <a:custGeom>
              <a:avLst/>
              <a:gdLst/>
              <a:ahLst/>
              <a:cxnLst/>
              <a:rect l="l" t="t" r="r" b="b"/>
              <a:pathLst>
                <a:path w="33994" h="28819" extrusionOk="0">
                  <a:moveTo>
                    <a:pt x="6017" y="0"/>
                  </a:moveTo>
                  <a:lnTo>
                    <a:pt x="5636" y="20"/>
                  </a:lnTo>
                  <a:lnTo>
                    <a:pt x="5235" y="40"/>
                  </a:lnTo>
                  <a:lnTo>
                    <a:pt x="4854" y="80"/>
                  </a:lnTo>
                  <a:lnTo>
                    <a:pt x="4493" y="140"/>
                  </a:lnTo>
                  <a:lnTo>
                    <a:pt x="4132" y="221"/>
                  </a:lnTo>
                  <a:lnTo>
                    <a:pt x="3771" y="321"/>
                  </a:lnTo>
                  <a:lnTo>
                    <a:pt x="3410" y="421"/>
                  </a:lnTo>
                  <a:lnTo>
                    <a:pt x="3069" y="541"/>
                  </a:lnTo>
                  <a:lnTo>
                    <a:pt x="2748" y="682"/>
                  </a:lnTo>
                  <a:lnTo>
                    <a:pt x="2427" y="862"/>
                  </a:lnTo>
                  <a:lnTo>
                    <a:pt x="2127" y="1043"/>
                  </a:lnTo>
                  <a:lnTo>
                    <a:pt x="1826" y="1243"/>
                  </a:lnTo>
                  <a:lnTo>
                    <a:pt x="1545" y="1464"/>
                  </a:lnTo>
                  <a:lnTo>
                    <a:pt x="1284" y="1705"/>
                  </a:lnTo>
                  <a:lnTo>
                    <a:pt x="1024" y="1985"/>
                  </a:lnTo>
                  <a:lnTo>
                    <a:pt x="783" y="2266"/>
                  </a:lnTo>
                  <a:lnTo>
                    <a:pt x="743" y="2346"/>
                  </a:lnTo>
                  <a:lnTo>
                    <a:pt x="562" y="2607"/>
                  </a:lnTo>
                  <a:lnTo>
                    <a:pt x="422" y="2888"/>
                  </a:lnTo>
                  <a:lnTo>
                    <a:pt x="322" y="3088"/>
                  </a:lnTo>
                  <a:lnTo>
                    <a:pt x="261" y="3289"/>
                  </a:lnTo>
                  <a:lnTo>
                    <a:pt x="141" y="3710"/>
                  </a:lnTo>
                  <a:lnTo>
                    <a:pt x="61" y="4151"/>
                  </a:lnTo>
                  <a:lnTo>
                    <a:pt x="21" y="4593"/>
                  </a:lnTo>
                  <a:lnTo>
                    <a:pt x="1" y="4994"/>
                  </a:lnTo>
                  <a:lnTo>
                    <a:pt x="21" y="5395"/>
                  </a:lnTo>
                  <a:lnTo>
                    <a:pt x="61" y="5796"/>
                  </a:lnTo>
                  <a:lnTo>
                    <a:pt x="121" y="6217"/>
                  </a:lnTo>
                  <a:lnTo>
                    <a:pt x="201" y="6638"/>
                  </a:lnTo>
                  <a:lnTo>
                    <a:pt x="302" y="7079"/>
                  </a:lnTo>
                  <a:lnTo>
                    <a:pt x="422" y="7520"/>
                  </a:lnTo>
                  <a:lnTo>
                    <a:pt x="562" y="7962"/>
                  </a:lnTo>
                  <a:lnTo>
                    <a:pt x="703" y="8403"/>
                  </a:lnTo>
                  <a:lnTo>
                    <a:pt x="883" y="8864"/>
                  </a:lnTo>
                  <a:lnTo>
                    <a:pt x="1244" y="9787"/>
                  </a:lnTo>
                  <a:lnTo>
                    <a:pt x="1665" y="10729"/>
                  </a:lnTo>
                  <a:lnTo>
                    <a:pt x="2147" y="11672"/>
                  </a:lnTo>
                  <a:lnTo>
                    <a:pt x="2467" y="12273"/>
                  </a:lnTo>
                  <a:lnTo>
                    <a:pt x="2808" y="12895"/>
                  </a:lnTo>
                  <a:lnTo>
                    <a:pt x="3490" y="14078"/>
                  </a:lnTo>
                  <a:lnTo>
                    <a:pt x="4212" y="15241"/>
                  </a:lnTo>
                  <a:lnTo>
                    <a:pt x="4954" y="16365"/>
                  </a:lnTo>
                  <a:lnTo>
                    <a:pt x="5014" y="16445"/>
                  </a:lnTo>
                  <a:lnTo>
                    <a:pt x="5576" y="17307"/>
                  </a:lnTo>
                  <a:lnTo>
                    <a:pt x="6137" y="18109"/>
                  </a:lnTo>
                  <a:lnTo>
                    <a:pt x="7180" y="19513"/>
                  </a:lnTo>
                  <a:lnTo>
                    <a:pt x="8023" y="20636"/>
                  </a:lnTo>
                  <a:lnTo>
                    <a:pt x="8624" y="21418"/>
                  </a:lnTo>
                  <a:lnTo>
                    <a:pt x="8644" y="21438"/>
                  </a:lnTo>
                  <a:lnTo>
                    <a:pt x="8704" y="21539"/>
                  </a:lnTo>
                  <a:lnTo>
                    <a:pt x="8865" y="21739"/>
                  </a:lnTo>
                  <a:lnTo>
                    <a:pt x="8985" y="21940"/>
                  </a:lnTo>
                  <a:lnTo>
                    <a:pt x="9045" y="22160"/>
                  </a:lnTo>
                  <a:lnTo>
                    <a:pt x="9085" y="22361"/>
                  </a:lnTo>
                  <a:lnTo>
                    <a:pt x="9065" y="22581"/>
                  </a:lnTo>
                  <a:lnTo>
                    <a:pt x="9045" y="22782"/>
                  </a:lnTo>
                  <a:lnTo>
                    <a:pt x="8985" y="22983"/>
                  </a:lnTo>
                  <a:lnTo>
                    <a:pt x="8905" y="23163"/>
                  </a:lnTo>
                  <a:lnTo>
                    <a:pt x="8805" y="23344"/>
                  </a:lnTo>
                  <a:lnTo>
                    <a:pt x="8704" y="23504"/>
                  </a:lnTo>
                  <a:lnTo>
                    <a:pt x="8584" y="23644"/>
                  </a:lnTo>
                  <a:lnTo>
                    <a:pt x="8384" y="23905"/>
                  </a:lnTo>
                  <a:lnTo>
                    <a:pt x="8223" y="24045"/>
                  </a:lnTo>
                  <a:lnTo>
                    <a:pt x="8163" y="24106"/>
                  </a:lnTo>
                  <a:lnTo>
                    <a:pt x="9065" y="24787"/>
                  </a:lnTo>
                  <a:lnTo>
                    <a:pt x="9587" y="24447"/>
                  </a:lnTo>
                  <a:lnTo>
                    <a:pt x="10850" y="23684"/>
                  </a:lnTo>
                  <a:lnTo>
                    <a:pt x="10930" y="23664"/>
                  </a:lnTo>
                  <a:lnTo>
                    <a:pt x="11051" y="23644"/>
                  </a:lnTo>
                  <a:lnTo>
                    <a:pt x="11191" y="23624"/>
                  </a:lnTo>
                  <a:lnTo>
                    <a:pt x="11352" y="23644"/>
                  </a:lnTo>
                  <a:lnTo>
                    <a:pt x="11572" y="23684"/>
                  </a:lnTo>
                  <a:lnTo>
                    <a:pt x="11913" y="23765"/>
                  </a:lnTo>
                  <a:lnTo>
                    <a:pt x="12314" y="23865"/>
                  </a:lnTo>
                  <a:lnTo>
                    <a:pt x="12775" y="24005"/>
                  </a:lnTo>
                  <a:lnTo>
                    <a:pt x="13277" y="24186"/>
                  </a:lnTo>
                  <a:lnTo>
                    <a:pt x="14380" y="24587"/>
                  </a:lnTo>
                  <a:lnTo>
                    <a:pt x="15643" y="25068"/>
                  </a:lnTo>
                  <a:lnTo>
                    <a:pt x="16646" y="25449"/>
                  </a:lnTo>
                  <a:lnTo>
                    <a:pt x="16867" y="25550"/>
                  </a:lnTo>
                  <a:lnTo>
                    <a:pt x="18451" y="26151"/>
                  </a:lnTo>
                  <a:lnTo>
                    <a:pt x="20135" y="26773"/>
                  </a:lnTo>
                  <a:lnTo>
                    <a:pt x="20978" y="27054"/>
                  </a:lnTo>
                  <a:lnTo>
                    <a:pt x="21840" y="27354"/>
                  </a:lnTo>
                  <a:lnTo>
                    <a:pt x="22702" y="27635"/>
                  </a:lnTo>
                  <a:lnTo>
                    <a:pt x="23545" y="27876"/>
                  </a:lnTo>
                  <a:lnTo>
                    <a:pt x="23565" y="27876"/>
                  </a:lnTo>
                  <a:lnTo>
                    <a:pt x="24748" y="28197"/>
                  </a:lnTo>
                  <a:lnTo>
                    <a:pt x="25330" y="28337"/>
                  </a:lnTo>
                  <a:lnTo>
                    <a:pt x="25911" y="28457"/>
                  </a:lnTo>
                  <a:lnTo>
                    <a:pt x="26473" y="28578"/>
                  </a:lnTo>
                  <a:lnTo>
                    <a:pt x="27014" y="28658"/>
                  </a:lnTo>
                  <a:lnTo>
                    <a:pt x="27556" y="28738"/>
                  </a:lnTo>
                  <a:lnTo>
                    <a:pt x="28077" y="28778"/>
                  </a:lnTo>
                  <a:lnTo>
                    <a:pt x="28578" y="28818"/>
                  </a:lnTo>
                  <a:lnTo>
                    <a:pt x="29060" y="28818"/>
                  </a:lnTo>
                  <a:lnTo>
                    <a:pt x="29541" y="28798"/>
                  </a:lnTo>
                  <a:lnTo>
                    <a:pt x="29982" y="28758"/>
                  </a:lnTo>
                  <a:lnTo>
                    <a:pt x="30403" y="28678"/>
                  </a:lnTo>
                  <a:lnTo>
                    <a:pt x="30804" y="28578"/>
                  </a:lnTo>
                  <a:lnTo>
                    <a:pt x="31165" y="28457"/>
                  </a:lnTo>
                  <a:lnTo>
                    <a:pt x="31506" y="28277"/>
                  </a:lnTo>
                  <a:lnTo>
                    <a:pt x="31767" y="28137"/>
                  </a:lnTo>
                  <a:lnTo>
                    <a:pt x="32008" y="27956"/>
                  </a:lnTo>
                  <a:lnTo>
                    <a:pt x="32228" y="27735"/>
                  </a:lnTo>
                  <a:lnTo>
                    <a:pt x="32429" y="27515"/>
                  </a:lnTo>
                  <a:lnTo>
                    <a:pt x="32629" y="27234"/>
                  </a:lnTo>
                  <a:lnTo>
                    <a:pt x="32810" y="26973"/>
                  </a:lnTo>
                  <a:lnTo>
                    <a:pt x="32970" y="26713"/>
                  </a:lnTo>
                  <a:lnTo>
                    <a:pt x="33151" y="26432"/>
                  </a:lnTo>
                  <a:lnTo>
                    <a:pt x="33311" y="26131"/>
                  </a:lnTo>
                  <a:lnTo>
                    <a:pt x="33452" y="25810"/>
                  </a:lnTo>
                  <a:lnTo>
                    <a:pt x="33572" y="25509"/>
                  </a:lnTo>
                  <a:lnTo>
                    <a:pt x="33692" y="25189"/>
                  </a:lnTo>
                  <a:lnTo>
                    <a:pt x="33793" y="24848"/>
                  </a:lnTo>
                  <a:lnTo>
                    <a:pt x="33873" y="24527"/>
                  </a:lnTo>
                  <a:lnTo>
                    <a:pt x="33933" y="24166"/>
                  </a:lnTo>
                  <a:lnTo>
                    <a:pt x="33973" y="23825"/>
                  </a:lnTo>
                  <a:lnTo>
                    <a:pt x="33993" y="23444"/>
                  </a:lnTo>
                  <a:lnTo>
                    <a:pt x="33993" y="23063"/>
                  </a:lnTo>
                  <a:lnTo>
                    <a:pt x="33973" y="22682"/>
                  </a:lnTo>
                  <a:lnTo>
                    <a:pt x="33933" y="22281"/>
                  </a:lnTo>
                  <a:lnTo>
                    <a:pt x="33893" y="21859"/>
                  </a:lnTo>
                  <a:lnTo>
                    <a:pt x="33813" y="21418"/>
                  </a:lnTo>
                  <a:lnTo>
                    <a:pt x="33712" y="20977"/>
                  </a:lnTo>
                  <a:lnTo>
                    <a:pt x="33552" y="20436"/>
                  </a:lnTo>
                  <a:lnTo>
                    <a:pt x="33391" y="19874"/>
                  </a:lnTo>
                  <a:lnTo>
                    <a:pt x="33211" y="19393"/>
                  </a:lnTo>
                  <a:lnTo>
                    <a:pt x="33010" y="18891"/>
                  </a:lnTo>
                  <a:lnTo>
                    <a:pt x="32790" y="18370"/>
                  </a:lnTo>
                  <a:lnTo>
                    <a:pt x="32549" y="17829"/>
                  </a:lnTo>
                  <a:lnTo>
                    <a:pt x="32288" y="17267"/>
                  </a:lnTo>
                  <a:lnTo>
                    <a:pt x="32008" y="16685"/>
                  </a:lnTo>
                  <a:lnTo>
                    <a:pt x="31687" y="16084"/>
                  </a:lnTo>
                  <a:lnTo>
                    <a:pt x="31346" y="15462"/>
                  </a:lnTo>
                  <a:lnTo>
                    <a:pt x="30925" y="14740"/>
                  </a:lnTo>
                  <a:lnTo>
                    <a:pt x="30464" y="13978"/>
                  </a:lnTo>
                  <a:lnTo>
                    <a:pt x="29982" y="13176"/>
                  </a:lnTo>
                  <a:lnTo>
                    <a:pt x="29461" y="12354"/>
                  </a:lnTo>
                  <a:lnTo>
                    <a:pt x="29100" y="11792"/>
                  </a:lnTo>
                  <a:lnTo>
                    <a:pt x="28759" y="11251"/>
                  </a:lnTo>
                  <a:lnTo>
                    <a:pt x="28418" y="10609"/>
                  </a:lnTo>
                  <a:lnTo>
                    <a:pt x="28097" y="10007"/>
                  </a:lnTo>
                  <a:lnTo>
                    <a:pt x="27836" y="9426"/>
                  </a:lnTo>
                  <a:lnTo>
                    <a:pt x="27616" y="8884"/>
                  </a:lnTo>
                  <a:lnTo>
                    <a:pt x="27355" y="8182"/>
                  </a:lnTo>
                  <a:lnTo>
                    <a:pt x="27155" y="7541"/>
                  </a:lnTo>
                  <a:lnTo>
                    <a:pt x="27014" y="6959"/>
                  </a:lnTo>
                  <a:lnTo>
                    <a:pt x="26934" y="6438"/>
                  </a:lnTo>
                  <a:lnTo>
                    <a:pt x="26934" y="6417"/>
                  </a:lnTo>
                  <a:lnTo>
                    <a:pt x="26874" y="5936"/>
                  </a:lnTo>
                  <a:lnTo>
                    <a:pt x="26854" y="5535"/>
                  </a:lnTo>
                  <a:lnTo>
                    <a:pt x="26874" y="5274"/>
                  </a:lnTo>
                  <a:lnTo>
                    <a:pt x="26874" y="5034"/>
                  </a:lnTo>
                  <a:lnTo>
                    <a:pt x="26934" y="4653"/>
                  </a:lnTo>
                  <a:lnTo>
                    <a:pt x="26974" y="4512"/>
                  </a:lnTo>
                  <a:lnTo>
                    <a:pt x="26974" y="4452"/>
                  </a:lnTo>
                  <a:lnTo>
                    <a:pt x="27034" y="4312"/>
                  </a:lnTo>
                  <a:lnTo>
                    <a:pt x="27054" y="4252"/>
                  </a:lnTo>
                  <a:lnTo>
                    <a:pt x="27054" y="4232"/>
                  </a:lnTo>
                  <a:lnTo>
                    <a:pt x="24688" y="2427"/>
                  </a:lnTo>
                  <a:lnTo>
                    <a:pt x="23946" y="1865"/>
                  </a:lnTo>
                  <a:lnTo>
                    <a:pt x="23685" y="1985"/>
                  </a:lnTo>
                  <a:lnTo>
                    <a:pt x="23364" y="2086"/>
                  </a:lnTo>
                  <a:lnTo>
                    <a:pt x="23023" y="2206"/>
                  </a:lnTo>
                  <a:lnTo>
                    <a:pt x="22622" y="2306"/>
                  </a:lnTo>
                  <a:lnTo>
                    <a:pt x="22201" y="2407"/>
                  </a:lnTo>
                  <a:lnTo>
                    <a:pt x="21720" y="2467"/>
                  </a:lnTo>
                  <a:lnTo>
                    <a:pt x="21720" y="2487"/>
                  </a:lnTo>
                  <a:lnTo>
                    <a:pt x="21178" y="2547"/>
                  </a:lnTo>
                  <a:lnTo>
                    <a:pt x="20597" y="2587"/>
                  </a:lnTo>
                  <a:lnTo>
                    <a:pt x="19955" y="2587"/>
                  </a:lnTo>
                  <a:lnTo>
                    <a:pt x="19273" y="2567"/>
                  </a:lnTo>
                  <a:lnTo>
                    <a:pt x="18511" y="2507"/>
                  </a:lnTo>
                  <a:lnTo>
                    <a:pt x="17709" y="2407"/>
                  </a:lnTo>
                  <a:lnTo>
                    <a:pt x="17288" y="2326"/>
                  </a:lnTo>
                  <a:lnTo>
                    <a:pt x="16786" y="2206"/>
                  </a:lnTo>
                  <a:lnTo>
                    <a:pt x="15784" y="1945"/>
                  </a:lnTo>
                  <a:lnTo>
                    <a:pt x="14661" y="1604"/>
                  </a:lnTo>
                  <a:lnTo>
                    <a:pt x="13397" y="1243"/>
                  </a:lnTo>
                  <a:lnTo>
                    <a:pt x="12054" y="882"/>
                  </a:lnTo>
                  <a:lnTo>
                    <a:pt x="10850" y="602"/>
                  </a:lnTo>
                  <a:lnTo>
                    <a:pt x="10249" y="461"/>
                  </a:lnTo>
                  <a:lnTo>
                    <a:pt x="9627" y="341"/>
                  </a:lnTo>
                  <a:lnTo>
                    <a:pt x="9005" y="221"/>
                  </a:lnTo>
                  <a:lnTo>
                    <a:pt x="8404" y="140"/>
                  </a:lnTo>
                  <a:lnTo>
                    <a:pt x="7782" y="60"/>
                  </a:lnTo>
                  <a:lnTo>
                    <a:pt x="7160" y="20"/>
                  </a:lnTo>
                  <a:lnTo>
                    <a:pt x="657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41">
              <a:extLst>
                <a:ext uri="{FF2B5EF4-FFF2-40B4-BE49-F238E27FC236}">
                  <a16:creationId xmlns:a16="http://schemas.microsoft.com/office/drawing/2014/main" id="{AF9BEE14-838D-716B-4155-FD82271E90A1}"/>
                </a:ext>
              </a:extLst>
            </p:cNvPr>
            <p:cNvSpPr/>
            <p:nvPr/>
          </p:nvSpPr>
          <p:spPr>
            <a:xfrm>
              <a:off x="10333500" y="3796875"/>
              <a:ext cx="849850" cy="720475"/>
            </a:xfrm>
            <a:custGeom>
              <a:avLst/>
              <a:gdLst/>
              <a:ahLst/>
              <a:cxnLst/>
              <a:rect l="l" t="t" r="r" b="b"/>
              <a:pathLst>
                <a:path w="33994" h="28819" fill="none" extrusionOk="0">
                  <a:moveTo>
                    <a:pt x="32970" y="26713"/>
                  </a:moveTo>
                  <a:lnTo>
                    <a:pt x="32970" y="26713"/>
                  </a:lnTo>
                  <a:lnTo>
                    <a:pt x="32810" y="26973"/>
                  </a:lnTo>
                  <a:lnTo>
                    <a:pt x="32629" y="27234"/>
                  </a:lnTo>
                  <a:lnTo>
                    <a:pt x="32629" y="27234"/>
                  </a:lnTo>
                  <a:lnTo>
                    <a:pt x="32429" y="27515"/>
                  </a:lnTo>
                  <a:lnTo>
                    <a:pt x="32429" y="27515"/>
                  </a:lnTo>
                  <a:lnTo>
                    <a:pt x="32228" y="27735"/>
                  </a:lnTo>
                  <a:lnTo>
                    <a:pt x="32008" y="27956"/>
                  </a:lnTo>
                  <a:lnTo>
                    <a:pt x="31767" y="28137"/>
                  </a:lnTo>
                  <a:lnTo>
                    <a:pt x="31506" y="28277"/>
                  </a:lnTo>
                  <a:lnTo>
                    <a:pt x="31506" y="28277"/>
                  </a:lnTo>
                  <a:lnTo>
                    <a:pt x="31165" y="28457"/>
                  </a:lnTo>
                  <a:lnTo>
                    <a:pt x="30804" y="28578"/>
                  </a:lnTo>
                  <a:lnTo>
                    <a:pt x="30403" y="28678"/>
                  </a:lnTo>
                  <a:lnTo>
                    <a:pt x="29982" y="28758"/>
                  </a:lnTo>
                  <a:lnTo>
                    <a:pt x="29541" y="28798"/>
                  </a:lnTo>
                  <a:lnTo>
                    <a:pt x="29060" y="28818"/>
                  </a:lnTo>
                  <a:lnTo>
                    <a:pt x="28578" y="28818"/>
                  </a:lnTo>
                  <a:lnTo>
                    <a:pt x="28077" y="28778"/>
                  </a:lnTo>
                  <a:lnTo>
                    <a:pt x="27556" y="28738"/>
                  </a:lnTo>
                  <a:lnTo>
                    <a:pt x="27014" y="28658"/>
                  </a:lnTo>
                  <a:lnTo>
                    <a:pt x="26473" y="28578"/>
                  </a:lnTo>
                  <a:lnTo>
                    <a:pt x="25911" y="28457"/>
                  </a:lnTo>
                  <a:lnTo>
                    <a:pt x="25330" y="28337"/>
                  </a:lnTo>
                  <a:lnTo>
                    <a:pt x="24748" y="28197"/>
                  </a:lnTo>
                  <a:lnTo>
                    <a:pt x="23565" y="27876"/>
                  </a:lnTo>
                  <a:lnTo>
                    <a:pt x="23545" y="27876"/>
                  </a:lnTo>
                  <a:lnTo>
                    <a:pt x="23545" y="27876"/>
                  </a:lnTo>
                  <a:lnTo>
                    <a:pt x="22702" y="27635"/>
                  </a:lnTo>
                  <a:lnTo>
                    <a:pt x="21840" y="27354"/>
                  </a:lnTo>
                  <a:lnTo>
                    <a:pt x="20978" y="27054"/>
                  </a:lnTo>
                  <a:lnTo>
                    <a:pt x="20135" y="26773"/>
                  </a:lnTo>
                  <a:lnTo>
                    <a:pt x="18451" y="26151"/>
                  </a:lnTo>
                  <a:lnTo>
                    <a:pt x="16867" y="25550"/>
                  </a:lnTo>
                  <a:lnTo>
                    <a:pt x="16867" y="25550"/>
                  </a:lnTo>
                  <a:lnTo>
                    <a:pt x="16646" y="25449"/>
                  </a:lnTo>
                  <a:lnTo>
                    <a:pt x="16646" y="25449"/>
                  </a:lnTo>
                  <a:lnTo>
                    <a:pt x="15643" y="25068"/>
                  </a:lnTo>
                  <a:lnTo>
                    <a:pt x="15643" y="25068"/>
                  </a:lnTo>
                  <a:lnTo>
                    <a:pt x="14380" y="24587"/>
                  </a:lnTo>
                  <a:lnTo>
                    <a:pt x="13277" y="24186"/>
                  </a:lnTo>
                  <a:lnTo>
                    <a:pt x="12775" y="24005"/>
                  </a:lnTo>
                  <a:lnTo>
                    <a:pt x="12314" y="23865"/>
                  </a:lnTo>
                  <a:lnTo>
                    <a:pt x="11913" y="23765"/>
                  </a:lnTo>
                  <a:lnTo>
                    <a:pt x="11572" y="23684"/>
                  </a:lnTo>
                  <a:lnTo>
                    <a:pt x="11572" y="23684"/>
                  </a:lnTo>
                  <a:lnTo>
                    <a:pt x="11572" y="23684"/>
                  </a:lnTo>
                  <a:lnTo>
                    <a:pt x="11572" y="23684"/>
                  </a:lnTo>
                  <a:lnTo>
                    <a:pt x="11352" y="23644"/>
                  </a:lnTo>
                  <a:lnTo>
                    <a:pt x="11352" y="23644"/>
                  </a:lnTo>
                  <a:lnTo>
                    <a:pt x="11191" y="23624"/>
                  </a:lnTo>
                  <a:lnTo>
                    <a:pt x="11051" y="23644"/>
                  </a:lnTo>
                  <a:lnTo>
                    <a:pt x="10930" y="23664"/>
                  </a:lnTo>
                  <a:lnTo>
                    <a:pt x="10850" y="23684"/>
                  </a:lnTo>
                  <a:lnTo>
                    <a:pt x="10850" y="23684"/>
                  </a:lnTo>
                  <a:lnTo>
                    <a:pt x="9587" y="24447"/>
                  </a:lnTo>
                  <a:lnTo>
                    <a:pt x="9065" y="24787"/>
                  </a:lnTo>
                  <a:lnTo>
                    <a:pt x="8163" y="24106"/>
                  </a:lnTo>
                  <a:lnTo>
                    <a:pt x="8163" y="24106"/>
                  </a:lnTo>
                  <a:lnTo>
                    <a:pt x="8223" y="24045"/>
                  </a:lnTo>
                  <a:lnTo>
                    <a:pt x="8384" y="23905"/>
                  </a:lnTo>
                  <a:lnTo>
                    <a:pt x="8584" y="23644"/>
                  </a:lnTo>
                  <a:lnTo>
                    <a:pt x="8704" y="23504"/>
                  </a:lnTo>
                  <a:lnTo>
                    <a:pt x="8805" y="23344"/>
                  </a:lnTo>
                  <a:lnTo>
                    <a:pt x="8905" y="23163"/>
                  </a:lnTo>
                  <a:lnTo>
                    <a:pt x="8985" y="22983"/>
                  </a:lnTo>
                  <a:lnTo>
                    <a:pt x="9045" y="22782"/>
                  </a:lnTo>
                  <a:lnTo>
                    <a:pt x="9065" y="22581"/>
                  </a:lnTo>
                  <a:lnTo>
                    <a:pt x="9085" y="22361"/>
                  </a:lnTo>
                  <a:lnTo>
                    <a:pt x="9045" y="22160"/>
                  </a:lnTo>
                  <a:lnTo>
                    <a:pt x="8985" y="21940"/>
                  </a:lnTo>
                  <a:lnTo>
                    <a:pt x="8865" y="21739"/>
                  </a:lnTo>
                  <a:lnTo>
                    <a:pt x="8865" y="21739"/>
                  </a:lnTo>
                  <a:lnTo>
                    <a:pt x="8704" y="21539"/>
                  </a:lnTo>
                  <a:lnTo>
                    <a:pt x="8704" y="21539"/>
                  </a:lnTo>
                  <a:lnTo>
                    <a:pt x="8644" y="21438"/>
                  </a:lnTo>
                  <a:lnTo>
                    <a:pt x="8644" y="21438"/>
                  </a:lnTo>
                  <a:lnTo>
                    <a:pt x="8624" y="21418"/>
                  </a:lnTo>
                  <a:lnTo>
                    <a:pt x="8624" y="21418"/>
                  </a:lnTo>
                  <a:lnTo>
                    <a:pt x="8023" y="20636"/>
                  </a:lnTo>
                  <a:lnTo>
                    <a:pt x="7180" y="19513"/>
                  </a:lnTo>
                  <a:lnTo>
                    <a:pt x="6137" y="18109"/>
                  </a:lnTo>
                  <a:lnTo>
                    <a:pt x="5576" y="17307"/>
                  </a:lnTo>
                  <a:lnTo>
                    <a:pt x="5014" y="16445"/>
                  </a:lnTo>
                  <a:lnTo>
                    <a:pt x="5014" y="16445"/>
                  </a:lnTo>
                  <a:lnTo>
                    <a:pt x="4954" y="16365"/>
                  </a:lnTo>
                  <a:lnTo>
                    <a:pt x="4954" y="16365"/>
                  </a:lnTo>
                  <a:lnTo>
                    <a:pt x="4212" y="15241"/>
                  </a:lnTo>
                  <a:lnTo>
                    <a:pt x="3490" y="14078"/>
                  </a:lnTo>
                  <a:lnTo>
                    <a:pt x="2808" y="12895"/>
                  </a:lnTo>
                  <a:lnTo>
                    <a:pt x="2467" y="12273"/>
                  </a:lnTo>
                  <a:lnTo>
                    <a:pt x="2147" y="11672"/>
                  </a:lnTo>
                  <a:lnTo>
                    <a:pt x="2147" y="11672"/>
                  </a:lnTo>
                  <a:lnTo>
                    <a:pt x="1665" y="10729"/>
                  </a:lnTo>
                  <a:lnTo>
                    <a:pt x="1244" y="9787"/>
                  </a:lnTo>
                  <a:lnTo>
                    <a:pt x="883" y="8864"/>
                  </a:lnTo>
                  <a:lnTo>
                    <a:pt x="703" y="8403"/>
                  </a:lnTo>
                  <a:lnTo>
                    <a:pt x="562" y="7962"/>
                  </a:lnTo>
                  <a:lnTo>
                    <a:pt x="422" y="7520"/>
                  </a:lnTo>
                  <a:lnTo>
                    <a:pt x="302" y="7079"/>
                  </a:lnTo>
                  <a:lnTo>
                    <a:pt x="201" y="6638"/>
                  </a:lnTo>
                  <a:lnTo>
                    <a:pt x="121" y="6217"/>
                  </a:lnTo>
                  <a:lnTo>
                    <a:pt x="61" y="5796"/>
                  </a:lnTo>
                  <a:lnTo>
                    <a:pt x="21" y="5395"/>
                  </a:lnTo>
                  <a:lnTo>
                    <a:pt x="1" y="4994"/>
                  </a:lnTo>
                  <a:lnTo>
                    <a:pt x="21" y="4593"/>
                  </a:lnTo>
                  <a:lnTo>
                    <a:pt x="21" y="4593"/>
                  </a:lnTo>
                  <a:lnTo>
                    <a:pt x="61" y="4151"/>
                  </a:lnTo>
                  <a:lnTo>
                    <a:pt x="141" y="3710"/>
                  </a:lnTo>
                  <a:lnTo>
                    <a:pt x="261" y="3289"/>
                  </a:lnTo>
                  <a:lnTo>
                    <a:pt x="322" y="3088"/>
                  </a:lnTo>
                  <a:lnTo>
                    <a:pt x="422" y="2888"/>
                  </a:lnTo>
                  <a:lnTo>
                    <a:pt x="422" y="2888"/>
                  </a:lnTo>
                  <a:lnTo>
                    <a:pt x="562" y="2607"/>
                  </a:lnTo>
                  <a:lnTo>
                    <a:pt x="743" y="2346"/>
                  </a:lnTo>
                  <a:lnTo>
                    <a:pt x="743" y="2346"/>
                  </a:lnTo>
                  <a:lnTo>
                    <a:pt x="783" y="2266"/>
                  </a:lnTo>
                  <a:lnTo>
                    <a:pt x="783" y="2266"/>
                  </a:lnTo>
                  <a:lnTo>
                    <a:pt x="1024" y="1985"/>
                  </a:lnTo>
                  <a:lnTo>
                    <a:pt x="1284" y="1705"/>
                  </a:lnTo>
                  <a:lnTo>
                    <a:pt x="1545" y="1464"/>
                  </a:lnTo>
                  <a:lnTo>
                    <a:pt x="1826" y="1243"/>
                  </a:lnTo>
                  <a:lnTo>
                    <a:pt x="2127" y="1043"/>
                  </a:lnTo>
                  <a:lnTo>
                    <a:pt x="2427" y="862"/>
                  </a:lnTo>
                  <a:lnTo>
                    <a:pt x="2748" y="682"/>
                  </a:lnTo>
                  <a:lnTo>
                    <a:pt x="3069" y="541"/>
                  </a:lnTo>
                  <a:lnTo>
                    <a:pt x="3410" y="421"/>
                  </a:lnTo>
                  <a:lnTo>
                    <a:pt x="3771" y="321"/>
                  </a:lnTo>
                  <a:lnTo>
                    <a:pt x="4132" y="221"/>
                  </a:lnTo>
                  <a:lnTo>
                    <a:pt x="4493" y="140"/>
                  </a:lnTo>
                  <a:lnTo>
                    <a:pt x="4854" y="80"/>
                  </a:lnTo>
                  <a:lnTo>
                    <a:pt x="5235" y="40"/>
                  </a:lnTo>
                  <a:lnTo>
                    <a:pt x="5636" y="20"/>
                  </a:lnTo>
                  <a:lnTo>
                    <a:pt x="6017" y="0"/>
                  </a:lnTo>
                  <a:lnTo>
                    <a:pt x="6017" y="0"/>
                  </a:lnTo>
                  <a:lnTo>
                    <a:pt x="6579" y="0"/>
                  </a:lnTo>
                  <a:lnTo>
                    <a:pt x="7160" y="20"/>
                  </a:lnTo>
                  <a:lnTo>
                    <a:pt x="7160" y="20"/>
                  </a:lnTo>
                  <a:lnTo>
                    <a:pt x="7782" y="60"/>
                  </a:lnTo>
                  <a:lnTo>
                    <a:pt x="8404" y="140"/>
                  </a:lnTo>
                  <a:lnTo>
                    <a:pt x="9005" y="221"/>
                  </a:lnTo>
                  <a:lnTo>
                    <a:pt x="9627" y="341"/>
                  </a:lnTo>
                  <a:lnTo>
                    <a:pt x="10249" y="461"/>
                  </a:lnTo>
                  <a:lnTo>
                    <a:pt x="10850" y="602"/>
                  </a:lnTo>
                  <a:lnTo>
                    <a:pt x="12054" y="882"/>
                  </a:lnTo>
                  <a:lnTo>
                    <a:pt x="12054" y="882"/>
                  </a:lnTo>
                  <a:lnTo>
                    <a:pt x="13397" y="1243"/>
                  </a:lnTo>
                  <a:lnTo>
                    <a:pt x="14661" y="1604"/>
                  </a:lnTo>
                  <a:lnTo>
                    <a:pt x="15784" y="1945"/>
                  </a:lnTo>
                  <a:lnTo>
                    <a:pt x="16786" y="2206"/>
                  </a:lnTo>
                  <a:lnTo>
                    <a:pt x="16786" y="2206"/>
                  </a:lnTo>
                  <a:lnTo>
                    <a:pt x="17288" y="2326"/>
                  </a:lnTo>
                  <a:lnTo>
                    <a:pt x="17709" y="2407"/>
                  </a:lnTo>
                  <a:lnTo>
                    <a:pt x="17709" y="2407"/>
                  </a:lnTo>
                  <a:lnTo>
                    <a:pt x="18511" y="2507"/>
                  </a:lnTo>
                  <a:lnTo>
                    <a:pt x="19273" y="2567"/>
                  </a:lnTo>
                  <a:lnTo>
                    <a:pt x="19273" y="2567"/>
                  </a:lnTo>
                  <a:lnTo>
                    <a:pt x="19955" y="2587"/>
                  </a:lnTo>
                  <a:lnTo>
                    <a:pt x="20597" y="2587"/>
                  </a:lnTo>
                  <a:lnTo>
                    <a:pt x="21178" y="2547"/>
                  </a:lnTo>
                  <a:lnTo>
                    <a:pt x="21720" y="2487"/>
                  </a:lnTo>
                  <a:lnTo>
                    <a:pt x="21720" y="2487"/>
                  </a:lnTo>
                  <a:lnTo>
                    <a:pt x="21720" y="2467"/>
                  </a:lnTo>
                  <a:lnTo>
                    <a:pt x="21720" y="2467"/>
                  </a:lnTo>
                  <a:lnTo>
                    <a:pt x="22201" y="2407"/>
                  </a:lnTo>
                  <a:lnTo>
                    <a:pt x="22622" y="2306"/>
                  </a:lnTo>
                  <a:lnTo>
                    <a:pt x="22622" y="2306"/>
                  </a:lnTo>
                  <a:lnTo>
                    <a:pt x="23023" y="2206"/>
                  </a:lnTo>
                  <a:lnTo>
                    <a:pt x="23364" y="2086"/>
                  </a:lnTo>
                  <a:lnTo>
                    <a:pt x="23685" y="1985"/>
                  </a:lnTo>
                  <a:lnTo>
                    <a:pt x="23946" y="1865"/>
                  </a:lnTo>
                  <a:lnTo>
                    <a:pt x="24688" y="2427"/>
                  </a:lnTo>
                  <a:lnTo>
                    <a:pt x="27054" y="4232"/>
                  </a:lnTo>
                  <a:lnTo>
                    <a:pt x="27054" y="4252"/>
                  </a:lnTo>
                  <a:lnTo>
                    <a:pt x="27054" y="4252"/>
                  </a:lnTo>
                  <a:lnTo>
                    <a:pt x="27034" y="4312"/>
                  </a:lnTo>
                  <a:lnTo>
                    <a:pt x="27034" y="4312"/>
                  </a:lnTo>
                  <a:lnTo>
                    <a:pt x="26974" y="4452"/>
                  </a:lnTo>
                  <a:lnTo>
                    <a:pt x="26974" y="4452"/>
                  </a:lnTo>
                  <a:lnTo>
                    <a:pt x="26974" y="4512"/>
                  </a:lnTo>
                  <a:lnTo>
                    <a:pt x="26974" y="4512"/>
                  </a:lnTo>
                  <a:lnTo>
                    <a:pt x="26934" y="4653"/>
                  </a:lnTo>
                  <a:lnTo>
                    <a:pt x="26934" y="4653"/>
                  </a:lnTo>
                  <a:lnTo>
                    <a:pt x="26934" y="4653"/>
                  </a:lnTo>
                  <a:lnTo>
                    <a:pt x="26874" y="5034"/>
                  </a:lnTo>
                  <a:lnTo>
                    <a:pt x="26874" y="5274"/>
                  </a:lnTo>
                  <a:lnTo>
                    <a:pt x="26854" y="5535"/>
                  </a:lnTo>
                  <a:lnTo>
                    <a:pt x="26854" y="5535"/>
                  </a:lnTo>
                  <a:lnTo>
                    <a:pt x="26874" y="5936"/>
                  </a:lnTo>
                  <a:lnTo>
                    <a:pt x="26934" y="6417"/>
                  </a:lnTo>
                  <a:lnTo>
                    <a:pt x="26934" y="6417"/>
                  </a:lnTo>
                  <a:lnTo>
                    <a:pt x="26934" y="6438"/>
                  </a:lnTo>
                  <a:lnTo>
                    <a:pt x="26934" y="6438"/>
                  </a:lnTo>
                  <a:lnTo>
                    <a:pt x="26934" y="6438"/>
                  </a:lnTo>
                  <a:lnTo>
                    <a:pt x="27014" y="6959"/>
                  </a:lnTo>
                  <a:lnTo>
                    <a:pt x="27155" y="7541"/>
                  </a:lnTo>
                  <a:lnTo>
                    <a:pt x="27355" y="8182"/>
                  </a:lnTo>
                  <a:lnTo>
                    <a:pt x="27616" y="8884"/>
                  </a:lnTo>
                  <a:lnTo>
                    <a:pt x="27616" y="8884"/>
                  </a:lnTo>
                  <a:lnTo>
                    <a:pt x="27836" y="9426"/>
                  </a:lnTo>
                  <a:lnTo>
                    <a:pt x="28097" y="10007"/>
                  </a:lnTo>
                  <a:lnTo>
                    <a:pt x="28418" y="10609"/>
                  </a:lnTo>
                  <a:lnTo>
                    <a:pt x="28759" y="11251"/>
                  </a:lnTo>
                  <a:lnTo>
                    <a:pt x="28759" y="11251"/>
                  </a:lnTo>
                  <a:lnTo>
                    <a:pt x="29100" y="11792"/>
                  </a:lnTo>
                  <a:lnTo>
                    <a:pt x="29461" y="12354"/>
                  </a:lnTo>
                  <a:lnTo>
                    <a:pt x="29461" y="12354"/>
                  </a:lnTo>
                  <a:lnTo>
                    <a:pt x="29982" y="13176"/>
                  </a:lnTo>
                  <a:lnTo>
                    <a:pt x="30464" y="13978"/>
                  </a:lnTo>
                  <a:lnTo>
                    <a:pt x="30925" y="14740"/>
                  </a:lnTo>
                  <a:lnTo>
                    <a:pt x="31346" y="15462"/>
                  </a:lnTo>
                  <a:lnTo>
                    <a:pt x="31346" y="15462"/>
                  </a:lnTo>
                  <a:lnTo>
                    <a:pt x="31687" y="16084"/>
                  </a:lnTo>
                  <a:lnTo>
                    <a:pt x="32008" y="16685"/>
                  </a:lnTo>
                  <a:lnTo>
                    <a:pt x="32288" y="17267"/>
                  </a:lnTo>
                  <a:lnTo>
                    <a:pt x="32549" y="17829"/>
                  </a:lnTo>
                  <a:lnTo>
                    <a:pt x="32790" y="18370"/>
                  </a:lnTo>
                  <a:lnTo>
                    <a:pt x="33010" y="18891"/>
                  </a:lnTo>
                  <a:lnTo>
                    <a:pt x="33211" y="19393"/>
                  </a:lnTo>
                  <a:lnTo>
                    <a:pt x="33391" y="19874"/>
                  </a:lnTo>
                  <a:lnTo>
                    <a:pt x="33391" y="19874"/>
                  </a:lnTo>
                  <a:lnTo>
                    <a:pt x="33552" y="20436"/>
                  </a:lnTo>
                  <a:lnTo>
                    <a:pt x="33712" y="20977"/>
                  </a:lnTo>
                  <a:lnTo>
                    <a:pt x="33712" y="20977"/>
                  </a:lnTo>
                  <a:lnTo>
                    <a:pt x="33813" y="21418"/>
                  </a:lnTo>
                  <a:lnTo>
                    <a:pt x="33893" y="21859"/>
                  </a:lnTo>
                  <a:lnTo>
                    <a:pt x="33933" y="22281"/>
                  </a:lnTo>
                  <a:lnTo>
                    <a:pt x="33973" y="22682"/>
                  </a:lnTo>
                  <a:lnTo>
                    <a:pt x="33993" y="23063"/>
                  </a:lnTo>
                  <a:lnTo>
                    <a:pt x="33993" y="23444"/>
                  </a:lnTo>
                  <a:lnTo>
                    <a:pt x="33973" y="23825"/>
                  </a:lnTo>
                  <a:lnTo>
                    <a:pt x="33933" y="24166"/>
                  </a:lnTo>
                  <a:lnTo>
                    <a:pt x="33873" y="24527"/>
                  </a:lnTo>
                  <a:lnTo>
                    <a:pt x="33793" y="24848"/>
                  </a:lnTo>
                  <a:lnTo>
                    <a:pt x="33692" y="25189"/>
                  </a:lnTo>
                  <a:lnTo>
                    <a:pt x="33572" y="25509"/>
                  </a:lnTo>
                  <a:lnTo>
                    <a:pt x="33452" y="25810"/>
                  </a:lnTo>
                  <a:lnTo>
                    <a:pt x="33311" y="26131"/>
                  </a:lnTo>
                  <a:lnTo>
                    <a:pt x="33151" y="26432"/>
                  </a:lnTo>
                  <a:lnTo>
                    <a:pt x="32970" y="2671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41">
              <a:extLst>
                <a:ext uri="{FF2B5EF4-FFF2-40B4-BE49-F238E27FC236}">
                  <a16:creationId xmlns:a16="http://schemas.microsoft.com/office/drawing/2014/main" id="{3AD2F875-FBFD-9513-AF26-418E5946C1B7}"/>
                </a:ext>
              </a:extLst>
            </p:cNvPr>
            <p:cNvSpPr/>
            <p:nvPr/>
          </p:nvSpPr>
          <p:spPr>
            <a:xfrm>
              <a:off x="10484425" y="4335325"/>
              <a:ext cx="135375" cy="156950"/>
            </a:xfrm>
            <a:custGeom>
              <a:avLst/>
              <a:gdLst/>
              <a:ahLst/>
              <a:cxnLst/>
              <a:rect l="l" t="t" r="r" b="b"/>
              <a:pathLst>
                <a:path w="5415" h="6278" extrusionOk="0">
                  <a:moveTo>
                    <a:pt x="2667" y="1"/>
                  </a:moveTo>
                  <a:lnTo>
                    <a:pt x="2708" y="61"/>
                  </a:lnTo>
                  <a:lnTo>
                    <a:pt x="2728" y="141"/>
                  </a:lnTo>
                  <a:lnTo>
                    <a:pt x="2748" y="321"/>
                  </a:lnTo>
                  <a:lnTo>
                    <a:pt x="2748" y="562"/>
                  </a:lnTo>
                  <a:lnTo>
                    <a:pt x="2687" y="823"/>
                  </a:lnTo>
                  <a:lnTo>
                    <a:pt x="2607" y="1124"/>
                  </a:lnTo>
                  <a:lnTo>
                    <a:pt x="2487" y="1445"/>
                  </a:lnTo>
                  <a:lnTo>
                    <a:pt x="2306" y="1765"/>
                  </a:lnTo>
                  <a:lnTo>
                    <a:pt x="2126" y="2126"/>
                  </a:lnTo>
                  <a:lnTo>
                    <a:pt x="1484" y="3109"/>
                  </a:lnTo>
                  <a:lnTo>
                    <a:pt x="1103" y="3751"/>
                  </a:lnTo>
                  <a:lnTo>
                    <a:pt x="702" y="4393"/>
                  </a:lnTo>
                  <a:lnTo>
                    <a:pt x="361" y="5034"/>
                  </a:lnTo>
                  <a:lnTo>
                    <a:pt x="221" y="5315"/>
                  </a:lnTo>
                  <a:lnTo>
                    <a:pt x="120" y="5576"/>
                  </a:lnTo>
                  <a:lnTo>
                    <a:pt x="40" y="5816"/>
                  </a:lnTo>
                  <a:lnTo>
                    <a:pt x="0" y="5997"/>
                  </a:lnTo>
                  <a:lnTo>
                    <a:pt x="0" y="6077"/>
                  </a:lnTo>
                  <a:lnTo>
                    <a:pt x="20" y="6137"/>
                  </a:lnTo>
                  <a:lnTo>
                    <a:pt x="40" y="6197"/>
                  </a:lnTo>
                  <a:lnTo>
                    <a:pt x="80" y="6238"/>
                  </a:lnTo>
                  <a:lnTo>
                    <a:pt x="120" y="6258"/>
                  </a:lnTo>
                  <a:lnTo>
                    <a:pt x="181" y="6278"/>
                  </a:lnTo>
                  <a:lnTo>
                    <a:pt x="261" y="6258"/>
                  </a:lnTo>
                  <a:lnTo>
                    <a:pt x="341" y="6238"/>
                  </a:lnTo>
                  <a:lnTo>
                    <a:pt x="542" y="6137"/>
                  </a:lnTo>
                  <a:lnTo>
                    <a:pt x="762" y="5977"/>
                  </a:lnTo>
                  <a:lnTo>
                    <a:pt x="1003" y="5776"/>
                  </a:lnTo>
                  <a:lnTo>
                    <a:pt x="1284" y="5556"/>
                  </a:lnTo>
                  <a:lnTo>
                    <a:pt x="1845" y="5014"/>
                  </a:lnTo>
                  <a:lnTo>
                    <a:pt x="2387" y="4453"/>
                  </a:lnTo>
                  <a:lnTo>
                    <a:pt x="2888" y="3931"/>
                  </a:lnTo>
                  <a:lnTo>
                    <a:pt x="3490" y="3249"/>
                  </a:lnTo>
                  <a:lnTo>
                    <a:pt x="3811" y="2929"/>
                  </a:lnTo>
                  <a:lnTo>
                    <a:pt x="4011" y="2748"/>
                  </a:lnTo>
                  <a:lnTo>
                    <a:pt x="4252" y="2568"/>
                  </a:lnTo>
                  <a:lnTo>
                    <a:pt x="4492" y="2407"/>
                  </a:lnTo>
                  <a:lnTo>
                    <a:pt x="4753" y="2267"/>
                  </a:lnTo>
                  <a:lnTo>
                    <a:pt x="5034" y="2166"/>
                  </a:lnTo>
                  <a:lnTo>
                    <a:pt x="5174" y="2126"/>
                  </a:lnTo>
                  <a:lnTo>
                    <a:pt x="5315" y="2106"/>
                  </a:lnTo>
                  <a:lnTo>
                    <a:pt x="5415" y="2106"/>
                  </a:lnTo>
                  <a:lnTo>
                    <a:pt x="2667" y="1"/>
                  </a:lnTo>
                  <a:close/>
                </a:path>
              </a:pathLst>
            </a:custGeom>
            <a:solidFill>
              <a:srgbClr val="FF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8360;p41">
              <a:extLst>
                <a:ext uri="{FF2B5EF4-FFF2-40B4-BE49-F238E27FC236}">
                  <a16:creationId xmlns:a16="http://schemas.microsoft.com/office/drawing/2014/main" id="{56561646-0E04-0778-8D8A-304887D48ED1}"/>
                </a:ext>
              </a:extLst>
            </p:cNvPr>
            <p:cNvSpPr/>
            <p:nvPr/>
          </p:nvSpPr>
          <p:spPr>
            <a:xfrm>
              <a:off x="10484425" y="4335325"/>
              <a:ext cx="135375" cy="156950"/>
            </a:xfrm>
            <a:custGeom>
              <a:avLst/>
              <a:gdLst/>
              <a:ahLst/>
              <a:cxnLst/>
              <a:rect l="l" t="t" r="r" b="b"/>
              <a:pathLst>
                <a:path w="5415" h="6278" fill="none" extrusionOk="0">
                  <a:moveTo>
                    <a:pt x="5415" y="2106"/>
                  </a:moveTo>
                  <a:lnTo>
                    <a:pt x="5415" y="2106"/>
                  </a:lnTo>
                  <a:lnTo>
                    <a:pt x="5315" y="2106"/>
                  </a:lnTo>
                  <a:lnTo>
                    <a:pt x="5315" y="2106"/>
                  </a:lnTo>
                  <a:lnTo>
                    <a:pt x="5174" y="2126"/>
                  </a:lnTo>
                  <a:lnTo>
                    <a:pt x="5034" y="2166"/>
                  </a:lnTo>
                  <a:lnTo>
                    <a:pt x="4753" y="2267"/>
                  </a:lnTo>
                  <a:lnTo>
                    <a:pt x="4492" y="2407"/>
                  </a:lnTo>
                  <a:lnTo>
                    <a:pt x="4252" y="2568"/>
                  </a:lnTo>
                  <a:lnTo>
                    <a:pt x="4011" y="2748"/>
                  </a:lnTo>
                  <a:lnTo>
                    <a:pt x="3811" y="2929"/>
                  </a:lnTo>
                  <a:lnTo>
                    <a:pt x="3490" y="3249"/>
                  </a:lnTo>
                  <a:lnTo>
                    <a:pt x="3490" y="3249"/>
                  </a:lnTo>
                  <a:lnTo>
                    <a:pt x="2888" y="3931"/>
                  </a:lnTo>
                  <a:lnTo>
                    <a:pt x="2387" y="4453"/>
                  </a:lnTo>
                  <a:lnTo>
                    <a:pt x="1845" y="5014"/>
                  </a:lnTo>
                  <a:lnTo>
                    <a:pt x="1284" y="5556"/>
                  </a:lnTo>
                  <a:lnTo>
                    <a:pt x="1003" y="5776"/>
                  </a:lnTo>
                  <a:lnTo>
                    <a:pt x="762" y="5977"/>
                  </a:lnTo>
                  <a:lnTo>
                    <a:pt x="542" y="6137"/>
                  </a:lnTo>
                  <a:lnTo>
                    <a:pt x="341" y="6238"/>
                  </a:lnTo>
                  <a:lnTo>
                    <a:pt x="261" y="6258"/>
                  </a:lnTo>
                  <a:lnTo>
                    <a:pt x="181" y="6278"/>
                  </a:lnTo>
                  <a:lnTo>
                    <a:pt x="120" y="6258"/>
                  </a:lnTo>
                  <a:lnTo>
                    <a:pt x="80" y="6238"/>
                  </a:lnTo>
                  <a:lnTo>
                    <a:pt x="80" y="6238"/>
                  </a:lnTo>
                  <a:lnTo>
                    <a:pt x="40" y="6197"/>
                  </a:lnTo>
                  <a:lnTo>
                    <a:pt x="20" y="6137"/>
                  </a:lnTo>
                  <a:lnTo>
                    <a:pt x="0" y="6077"/>
                  </a:lnTo>
                  <a:lnTo>
                    <a:pt x="0" y="5997"/>
                  </a:lnTo>
                  <a:lnTo>
                    <a:pt x="40" y="5816"/>
                  </a:lnTo>
                  <a:lnTo>
                    <a:pt x="120" y="5576"/>
                  </a:lnTo>
                  <a:lnTo>
                    <a:pt x="221" y="5315"/>
                  </a:lnTo>
                  <a:lnTo>
                    <a:pt x="361" y="5034"/>
                  </a:lnTo>
                  <a:lnTo>
                    <a:pt x="702" y="4393"/>
                  </a:lnTo>
                  <a:lnTo>
                    <a:pt x="1103" y="3751"/>
                  </a:lnTo>
                  <a:lnTo>
                    <a:pt x="1484" y="3109"/>
                  </a:lnTo>
                  <a:lnTo>
                    <a:pt x="2126" y="2126"/>
                  </a:lnTo>
                  <a:lnTo>
                    <a:pt x="2126" y="2126"/>
                  </a:lnTo>
                  <a:lnTo>
                    <a:pt x="2306" y="1765"/>
                  </a:lnTo>
                  <a:lnTo>
                    <a:pt x="2487" y="1445"/>
                  </a:lnTo>
                  <a:lnTo>
                    <a:pt x="2607" y="1124"/>
                  </a:lnTo>
                  <a:lnTo>
                    <a:pt x="2687" y="823"/>
                  </a:lnTo>
                  <a:lnTo>
                    <a:pt x="2748" y="562"/>
                  </a:lnTo>
                  <a:lnTo>
                    <a:pt x="2748" y="321"/>
                  </a:lnTo>
                  <a:lnTo>
                    <a:pt x="2728" y="141"/>
                  </a:lnTo>
                  <a:lnTo>
                    <a:pt x="2708" y="61"/>
                  </a:lnTo>
                  <a:lnTo>
                    <a:pt x="2667" y="1"/>
                  </a:lnTo>
                  <a:lnTo>
                    <a:pt x="5415" y="210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8361;p41">
              <a:extLst>
                <a:ext uri="{FF2B5EF4-FFF2-40B4-BE49-F238E27FC236}">
                  <a16:creationId xmlns:a16="http://schemas.microsoft.com/office/drawing/2014/main" id="{97994A14-D2BF-A73B-8671-9222D6B3EED1}"/>
                </a:ext>
              </a:extLst>
            </p:cNvPr>
            <p:cNvSpPr/>
            <p:nvPr/>
          </p:nvSpPr>
          <p:spPr>
            <a:xfrm>
              <a:off x="10876475" y="3707125"/>
              <a:ext cx="228650" cy="250700"/>
            </a:xfrm>
            <a:custGeom>
              <a:avLst/>
              <a:gdLst/>
              <a:ahLst/>
              <a:cxnLst/>
              <a:rect l="l" t="t" r="r" b="b"/>
              <a:pathLst>
                <a:path w="9146" h="10028" extrusionOk="0">
                  <a:moveTo>
                    <a:pt x="7120" y="0"/>
                  </a:moveTo>
                  <a:lnTo>
                    <a:pt x="7020" y="20"/>
                  </a:lnTo>
                  <a:lnTo>
                    <a:pt x="6900" y="60"/>
                  </a:lnTo>
                  <a:lnTo>
                    <a:pt x="6779" y="121"/>
                  </a:lnTo>
                  <a:lnTo>
                    <a:pt x="6639" y="241"/>
                  </a:lnTo>
                  <a:lnTo>
                    <a:pt x="6478" y="401"/>
                  </a:lnTo>
                  <a:lnTo>
                    <a:pt x="6298" y="602"/>
                  </a:lnTo>
                  <a:lnTo>
                    <a:pt x="5897" y="1103"/>
                  </a:lnTo>
                  <a:lnTo>
                    <a:pt x="5415" y="1705"/>
                  </a:lnTo>
                  <a:lnTo>
                    <a:pt x="4393" y="3049"/>
                  </a:lnTo>
                  <a:lnTo>
                    <a:pt x="3871" y="3710"/>
                  </a:lnTo>
                  <a:lnTo>
                    <a:pt x="3390" y="4332"/>
                  </a:lnTo>
                  <a:lnTo>
                    <a:pt x="3029" y="4733"/>
                  </a:lnTo>
                  <a:lnTo>
                    <a:pt x="2708" y="5074"/>
                  </a:lnTo>
                  <a:lnTo>
                    <a:pt x="2447" y="5315"/>
                  </a:lnTo>
                  <a:lnTo>
                    <a:pt x="2327" y="5395"/>
                  </a:lnTo>
                  <a:lnTo>
                    <a:pt x="2227" y="5455"/>
                  </a:lnTo>
                  <a:lnTo>
                    <a:pt x="1886" y="5575"/>
                  </a:lnTo>
                  <a:lnTo>
                    <a:pt x="1525" y="5676"/>
                  </a:lnTo>
                  <a:lnTo>
                    <a:pt x="863" y="5876"/>
                  </a:lnTo>
                  <a:lnTo>
                    <a:pt x="302" y="5997"/>
                  </a:lnTo>
                  <a:lnTo>
                    <a:pt x="1" y="6057"/>
                  </a:lnTo>
                  <a:lnTo>
                    <a:pt x="1" y="6077"/>
                  </a:lnTo>
                  <a:lnTo>
                    <a:pt x="1485" y="7200"/>
                  </a:lnTo>
                  <a:lnTo>
                    <a:pt x="5215" y="10028"/>
                  </a:lnTo>
                  <a:lnTo>
                    <a:pt x="5215" y="10007"/>
                  </a:lnTo>
                  <a:lnTo>
                    <a:pt x="5155" y="9687"/>
                  </a:lnTo>
                  <a:lnTo>
                    <a:pt x="5115" y="9426"/>
                  </a:lnTo>
                  <a:lnTo>
                    <a:pt x="5115" y="9105"/>
                  </a:lnTo>
                  <a:lnTo>
                    <a:pt x="5135" y="8704"/>
                  </a:lnTo>
                  <a:lnTo>
                    <a:pt x="5175" y="8483"/>
                  </a:lnTo>
                  <a:lnTo>
                    <a:pt x="5215" y="8243"/>
                  </a:lnTo>
                  <a:lnTo>
                    <a:pt x="5255" y="8102"/>
                  </a:lnTo>
                  <a:lnTo>
                    <a:pt x="5255" y="8042"/>
                  </a:lnTo>
                  <a:lnTo>
                    <a:pt x="5315" y="7902"/>
                  </a:lnTo>
                  <a:lnTo>
                    <a:pt x="5335" y="7842"/>
                  </a:lnTo>
                  <a:lnTo>
                    <a:pt x="5335" y="7822"/>
                  </a:lnTo>
                  <a:lnTo>
                    <a:pt x="5456" y="7561"/>
                  </a:lnTo>
                  <a:lnTo>
                    <a:pt x="5636" y="7220"/>
                  </a:lnTo>
                  <a:lnTo>
                    <a:pt x="6137" y="6398"/>
                  </a:lnTo>
                  <a:lnTo>
                    <a:pt x="7080" y="4974"/>
                  </a:lnTo>
                  <a:lnTo>
                    <a:pt x="8063" y="3510"/>
                  </a:lnTo>
                  <a:lnTo>
                    <a:pt x="8504" y="2868"/>
                  </a:lnTo>
                  <a:lnTo>
                    <a:pt x="8845" y="2307"/>
                  </a:lnTo>
                  <a:lnTo>
                    <a:pt x="8965" y="2086"/>
                  </a:lnTo>
                  <a:lnTo>
                    <a:pt x="9065" y="1885"/>
                  </a:lnTo>
                  <a:lnTo>
                    <a:pt x="9126" y="1725"/>
                  </a:lnTo>
                  <a:lnTo>
                    <a:pt x="9146" y="1625"/>
                  </a:lnTo>
                  <a:lnTo>
                    <a:pt x="9126" y="1524"/>
                  </a:lnTo>
                  <a:lnTo>
                    <a:pt x="9106" y="1424"/>
                  </a:lnTo>
                  <a:lnTo>
                    <a:pt x="9045" y="1304"/>
                  </a:lnTo>
                  <a:lnTo>
                    <a:pt x="8985" y="1183"/>
                  </a:lnTo>
                  <a:lnTo>
                    <a:pt x="8785" y="923"/>
                  </a:lnTo>
                  <a:lnTo>
                    <a:pt x="8564" y="662"/>
                  </a:lnTo>
                  <a:lnTo>
                    <a:pt x="8283" y="441"/>
                  </a:lnTo>
                  <a:lnTo>
                    <a:pt x="8143" y="321"/>
                  </a:lnTo>
                  <a:lnTo>
                    <a:pt x="8003" y="241"/>
                  </a:lnTo>
                  <a:lnTo>
                    <a:pt x="7842" y="161"/>
                  </a:lnTo>
                  <a:lnTo>
                    <a:pt x="7682" y="80"/>
                  </a:lnTo>
                  <a:lnTo>
                    <a:pt x="7521" y="40"/>
                  </a:lnTo>
                  <a:lnTo>
                    <a:pt x="73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8362;p41">
              <a:extLst>
                <a:ext uri="{FF2B5EF4-FFF2-40B4-BE49-F238E27FC236}">
                  <a16:creationId xmlns:a16="http://schemas.microsoft.com/office/drawing/2014/main" id="{6CECF764-395D-F7E1-3FC6-89BC20452178}"/>
                </a:ext>
              </a:extLst>
            </p:cNvPr>
            <p:cNvSpPr/>
            <p:nvPr/>
          </p:nvSpPr>
          <p:spPr>
            <a:xfrm>
              <a:off x="10876475" y="3707125"/>
              <a:ext cx="228650" cy="250700"/>
            </a:xfrm>
            <a:custGeom>
              <a:avLst/>
              <a:gdLst/>
              <a:ahLst/>
              <a:cxnLst/>
              <a:rect l="l" t="t" r="r" b="b"/>
              <a:pathLst>
                <a:path w="9146" h="10028" fill="none" extrusionOk="0">
                  <a:moveTo>
                    <a:pt x="9146" y="1625"/>
                  </a:moveTo>
                  <a:lnTo>
                    <a:pt x="9146" y="1625"/>
                  </a:lnTo>
                  <a:lnTo>
                    <a:pt x="9126" y="1725"/>
                  </a:lnTo>
                  <a:lnTo>
                    <a:pt x="9065" y="1885"/>
                  </a:lnTo>
                  <a:lnTo>
                    <a:pt x="8965" y="2086"/>
                  </a:lnTo>
                  <a:lnTo>
                    <a:pt x="8845" y="2307"/>
                  </a:lnTo>
                  <a:lnTo>
                    <a:pt x="8504" y="2868"/>
                  </a:lnTo>
                  <a:lnTo>
                    <a:pt x="8063" y="3510"/>
                  </a:lnTo>
                  <a:lnTo>
                    <a:pt x="7080" y="4974"/>
                  </a:lnTo>
                  <a:lnTo>
                    <a:pt x="6137" y="6398"/>
                  </a:lnTo>
                  <a:lnTo>
                    <a:pt x="6137" y="6398"/>
                  </a:lnTo>
                  <a:lnTo>
                    <a:pt x="5636" y="7220"/>
                  </a:lnTo>
                  <a:lnTo>
                    <a:pt x="5456" y="7561"/>
                  </a:lnTo>
                  <a:lnTo>
                    <a:pt x="5335" y="7822"/>
                  </a:lnTo>
                  <a:lnTo>
                    <a:pt x="5335" y="7842"/>
                  </a:lnTo>
                  <a:lnTo>
                    <a:pt x="5335" y="7842"/>
                  </a:lnTo>
                  <a:lnTo>
                    <a:pt x="5315" y="7902"/>
                  </a:lnTo>
                  <a:lnTo>
                    <a:pt x="5315" y="7902"/>
                  </a:lnTo>
                  <a:lnTo>
                    <a:pt x="5255" y="8042"/>
                  </a:lnTo>
                  <a:lnTo>
                    <a:pt x="5255" y="8042"/>
                  </a:lnTo>
                  <a:lnTo>
                    <a:pt x="5255" y="8102"/>
                  </a:lnTo>
                  <a:lnTo>
                    <a:pt x="5255" y="8102"/>
                  </a:lnTo>
                  <a:lnTo>
                    <a:pt x="5215" y="8243"/>
                  </a:lnTo>
                  <a:lnTo>
                    <a:pt x="5215" y="8243"/>
                  </a:lnTo>
                  <a:lnTo>
                    <a:pt x="5215" y="8243"/>
                  </a:lnTo>
                  <a:lnTo>
                    <a:pt x="5175" y="8483"/>
                  </a:lnTo>
                  <a:lnTo>
                    <a:pt x="5135" y="8704"/>
                  </a:lnTo>
                  <a:lnTo>
                    <a:pt x="5115" y="9105"/>
                  </a:lnTo>
                  <a:lnTo>
                    <a:pt x="5115" y="9105"/>
                  </a:lnTo>
                  <a:lnTo>
                    <a:pt x="5115" y="9426"/>
                  </a:lnTo>
                  <a:lnTo>
                    <a:pt x="5155" y="9687"/>
                  </a:lnTo>
                  <a:lnTo>
                    <a:pt x="5215" y="10007"/>
                  </a:lnTo>
                  <a:lnTo>
                    <a:pt x="5215" y="10007"/>
                  </a:lnTo>
                  <a:lnTo>
                    <a:pt x="5215" y="10028"/>
                  </a:lnTo>
                  <a:lnTo>
                    <a:pt x="1485" y="7200"/>
                  </a:lnTo>
                  <a:lnTo>
                    <a:pt x="1" y="6077"/>
                  </a:lnTo>
                  <a:lnTo>
                    <a:pt x="1" y="6077"/>
                  </a:lnTo>
                  <a:lnTo>
                    <a:pt x="1" y="6057"/>
                  </a:lnTo>
                  <a:lnTo>
                    <a:pt x="1" y="6057"/>
                  </a:lnTo>
                  <a:lnTo>
                    <a:pt x="302" y="5997"/>
                  </a:lnTo>
                  <a:lnTo>
                    <a:pt x="863" y="5876"/>
                  </a:lnTo>
                  <a:lnTo>
                    <a:pt x="863" y="5876"/>
                  </a:lnTo>
                  <a:lnTo>
                    <a:pt x="1525" y="5676"/>
                  </a:lnTo>
                  <a:lnTo>
                    <a:pt x="1886" y="5575"/>
                  </a:lnTo>
                  <a:lnTo>
                    <a:pt x="2227" y="5455"/>
                  </a:lnTo>
                  <a:lnTo>
                    <a:pt x="2227" y="5455"/>
                  </a:lnTo>
                  <a:lnTo>
                    <a:pt x="2327" y="5395"/>
                  </a:lnTo>
                  <a:lnTo>
                    <a:pt x="2447" y="5315"/>
                  </a:lnTo>
                  <a:lnTo>
                    <a:pt x="2708" y="5074"/>
                  </a:lnTo>
                  <a:lnTo>
                    <a:pt x="3029" y="4733"/>
                  </a:lnTo>
                  <a:lnTo>
                    <a:pt x="3390" y="4332"/>
                  </a:lnTo>
                  <a:lnTo>
                    <a:pt x="3390" y="4332"/>
                  </a:lnTo>
                  <a:lnTo>
                    <a:pt x="3871" y="3710"/>
                  </a:lnTo>
                  <a:lnTo>
                    <a:pt x="4393" y="3049"/>
                  </a:lnTo>
                  <a:lnTo>
                    <a:pt x="5415" y="1705"/>
                  </a:lnTo>
                  <a:lnTo>
                    <a:pt x="5897" y="1103"/>
                  </a:lnTo>
                  <a:lnTo>
                    <a:pt x="6298" y="602"/>
                  </a:lnTo>
                  <a:lnTo>
                    <a:pt x="6478" y="401"/>
                  </a:lnTo>
                  <a:lnTo>
                    <a:pt x="6639" y="241"/>
                  </a:lnTo>
                  <a:lnTo>
                    <a:pt x="6779" y="121"/>
                  </a:lnTo>
                  <a:lnTo>
                    <a:pt x="6900" y="60"/>
                  </a:lnTo>
                  <a:lnTo>
                    <a:pt x="6900" y="60"/>
                  </a:lnTo>
                  <a:lnTo>
                    <a:pt x="7020" y="20"/>
                  </a:lnTo>
                  <a:lnTo>
                    <a:pt x="7120" y="0"/>
                  </a:lnTo>
                  <a:lnTo>
                    <a:pt x="7240" y="0"/>
                  </a:lnTo>
                  <a:lnTo>
                    <a:pt x="7361" y="0"/>
                  </a:lnTo>
                  <a:lnTo>
                    <a:pt x="7361" y="0"/>
                  </a:lnTo>
                  <a:lnTo>
                    <a:pt x="7521" y="40"/>
                  </a:lnTo>
                  <a:lnTo>
                    <a:pt x="7682" y="80"/>
                  </a:lnTo>
                  <a:lnTo>
                    <a:pt x="7842" y="161"/>
                  </a:lnTo>
                  <a:lnTo>
                    <a:pt x="8003" y="241"/>
                  </a:lnTo>
                  <a:lnTo>
                    <a:pt x="8143" y="321"/>
                  </a:lnTo>
                  <a:lnTo>
                    <a:pt x="8283" y="441"/>
                  </a:lnTo>
                  <a:lnTo>
                    <a:pt x="8564" y="662"/>
                  </a:lnTo>
                  <a:lnTo>
                    <a:pt x="8785" y="923"/>
                  </a:lnTo>
                  <a:lnTo>
                    <a:pt x="8985" y="1183"/>
                  </a:lnTo>
                  <a:lnTo>
                    <a:pt x="9045" y="1304"/>
                  </a:lnTo>
                  <a:lnTo>
                    <a:pt x="9106" y="1424"/>
                  </a:lnTo>
                  <a:lnTo>
                    <a:pt x="9126" y="1524"/>
                  </a:lnTo>
                  <a:lnTo>
                    <a:pt x="9146" y="1625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41">
              <a:extLst>
                <a:ext uri="{FF2B5EF4-FFF2-40B4-BE49-F238E27FC236}">
                  <a16:creationId xmlns:a16="http://schemas.microsoft.com/office/drawing/2014/main" id="{A4621A29-1B28-5AB9-4374-786A45A0F8A8}"/>
                </a:ext>
              </a:extLst>
            </p:cNvPr>
            <p:cNvSpPr/>
            <p:nvPr/>
          </p:nvSpPr>
          <p:spPr>
            <a:xfrm>
              <a:off x="10753150" y="3852025"/>
              <a:ext cx="299325" cy="226125"/>
            </a:xfrm>
            <a:custGeom>
              <a:avLst/>
              <a:gdLst/>
              <a:ahLst/>
              <a:cxnLst/>
              <a:rect l="l" t="t" r="r" b="b"/>
              <a:pathLst>
                <a:path w="11973" h="9045" extrusionOk="0">
                  <a:moveTo>
                    <a:pt x="0" y="0"/>
                  </a:moveTo>
                  <a:lnTo>
                    <a:pt x="1184" y="1143"/>
                  </a:lnTo>
                  <a:lnTo>
                    <a:pt x="1805" y="1745"/>
                  </a:lnTo>
                  <a:lnTo>
                    <a:pt x="2467" y="2326"/>
                  </a:lnTo>
                  <a:lnTo>
                    <a:pt x="3209" y="2988"/>
                  </a:lnTo>
                  <a:lnTo>
                    <a:pt x="3971" y="3630"/>
                  </a:lnTo>
                  <a:lnTo>
                    <a:pt x="4753" y="4272"/>
                  </a:lnTo>
                  <a:lnTo>
                    <a:pt x="5555" y="4873"/>
                  </a:lnTo>
                  <a:lnTo>
                    <a:pt x="6338" y="5475"/>
                  </a:lnTo>
                  <a:lnTo>
                    <a:pt x="7140" y="6036"/>
                  </a:lnTo>
                  <a:lnTo>
                    <a:pt x="7962" y="6598"/>
                  </a:lnTo>
                  <a:lnTo>
                    <a:pt x="8784" y="7139"/>
                  </a:lnTo>
                  <a:lnTo>
                    <a:pt x="9606" y="7641"/>
                  </a:lnTo>
                  <a:lnTo>
                    <a:pt x="10409" y="8142"/>
                  </a:lnTo>
                  <a:lnTo>
                    <a:pt x="11211" y="8603"/>
                  </a:lnTo>
                  <a:lnTo>
                    <a:pt x="11973" y="9045"/>
                  </a:lnTo>
                  <a:lnTo>
                    <a:pt x="11632" y="8403"/>
                  </a:lnTo>
                  <a:lnTo>
                    <a:pt x="11311" y="7801"/>
                  </a:lnTo>
                  <a:lnTo>
                    <a:pt x="11050" y="7220"/>
                  </a:lnTo>
                  <a:lnTo>
                    <a:pt x="10830" y="6678"/>
                  </a:lnTo>
                  <a:lnTo>
                    <a:pt x="9707" y="5996"/>
                  </a:lnTo>
                  <a:lnTo>
                    <a:pt x="8584" y="5274"/>
                  </a:lnTo>
                  <a:lnTo>
                    <a:pt x="7481" y="4512"/>
                  </a:lnTo>
                  <a:lnTo>
                    <a:pt x="6939" y="4131"/>
                  </a:lnTo>
                  <a:lnTo>
                    <a:pt x="6418" y="3730"/>
                  </a:lnTo>
                  <a:lnTo>
                    <a:pt x="5435" y="2968"/>
                  </a:lnTo>
                  <a:lnTo>
                    <a:pt x="4473" y="2166"/>
                  </a:lnTo>
                  <a:lnTo>
                    <a:pt x="3450" y="1263"/>
                  </a:lnTo>
                  <a:lnTo>
                    <a:pt x="2487" y="361"/>
                  </a:lnTo>
                  <a:lnTo>
                    <a:pt x="1725" y="301"/>
                  </a:lnTo>
                  <a:lnTo>
                    <a:pt x="923" y="201"/>
                  </a:lnTo>
                  <a:lnTo>
                    <a:pt x="502" y="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8364;p41">
              <a:extLst>
                <a:ext uri="{FF2B5EF4-FFF2-40B4-BE49-F238E27FC236}">
                  <a16:creationId xmlns:a16="http://schemas.microsoft.com/office/drawing/2014/main" id="{200555B9-BACC-BD96-4C35-F8167DD9B140}"/>
                </a:ext>
              </a:extLst>
            </p:cNvPr>
            <p:cNvSpPr/>
            <p:nvPr/>
          </p:nvSpPr>
          <p:spPr>
            <a:xfrm>
              <a:off x="10753150" y="3852025"/>
              <a:ext cx="299325" cy="226125"/>
            </a:xfrm>
            <a:custGeom>
              <a:avLst/>
              <a:gdLst/>
              <a:ahLst/>
              <a:cxnLst/>
              <a:rect l="l" t="t" r="r" b="b"/>
              <a:pathLst>
                <a:path w="11973" h="9045" fill="none" extrusionOk="0">
                  <a:moveTo>
                    <a:pt x="11973" y="9045"/>
                  </a:moveTo>
                  <a:lnTo>
                    <a:pt x="11973" y="9045"/>
                  </a:lnTo>
                  <a:lnTo>
                    <a:pt x="11211" y="8603"/>
                  </a:lnTo>
                  <a:lnTo>
                    <a:pt x="10409" y="8142"/>
                  </a:lnTo>
                  <a:lnTo>
                    <a:pt x="9606" y="7641"/>
                  </a:lnTo>
                  <a:lnTo>
                    <a:pt x="8784" y="7139"/>
                  </a:lnTo>
                  <a:lnTo>
                    <a:pt x="7962" y="6598"/>
                  </a:lnTo>
                  <a:lnTo>
                    <a:pt x="7140" y="6036"/>
                  </a:lnTo>
                  <a:lnTo>
                    <a:pt x="6338" y="5475"/>
                  </a:lnTo>
                  <a:lnTo>
                    <a:pt x="5555" y="4873"/>
                  </a:lnTo>
                  <a:lnTo>
                    <a:pt x="5555" y="4873"/>
                  </a:lnTo>
                  <a:lnTo>
                    <a:pt x="4753" y="4272"/>
                  </a:lnTo>
                  <a:lnTo>
                    <a:pt x="3971" y="3630"/>
                  </a:lnTo>
                  <a:lnTo>
                    <a:pt x="3209" y="2988"/>
                  </a:lnTo>
                  <a:lnTo>
                    <a:pt x="2467" y="2326"/>
                  </a:lnTo>
                  <a:lnTo>
                    <a:pt x="2467" y="2326"/>
                  </a:lnTo>
                  <a:lnTo>
                    <a:pt x="1805" y="1745"/>
                  </a:lnTo>
                  <a:lnTo>
                    <a:pt x="1184" y="1143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2" y="120"/>
                  </a:lnTo>
                  <a:lnTo>
                    <a:pt x="923" y="201"/>
                  </a:lnTo>
                  <a:lnTo>
                    <a:pt x="923" y="201"/>
                  </a:lnTo>
                  <a:lnTo>
                    <a:pt x="1725" y="301"/>
                  </a:lnTo>
                  <a:lnTo>
                    <a:pt x="2487" y="361"/>
                  </a:lnTo>
                  <a:lnTo>
                    <a:pt x="2487" y="361"/>
                  </a:lnTo>
                  <a:lnTo>
                    <a:pt x="3450" y="1263"/>
                  </a:lnTo>
                  <a:lnTo>
                    <a:pt x="4473" y="2166"/>
                  </a:lnTo>
                  <a:lnTo>
                    <a:pt x="4473" y="2166"/>
                  </a:lnTo>
                  <a:lnTo>
                    <a:pt x="5435" y="2968"/>
                  </a:lnTo>
                  <a:lnTo>
                    <a:pt x="6418" y="3730"/>
                  </a:lnTo>
                  <a:lnTo>
                    <a:pt x="6418" y="3730"/>
                  </a:lnTo>
                  <a:lnTo>
                    <a:pt x="6939" y="4131"/>
                  </a:lnTo>
                  <a:lnTo>
                    <a:pt x="7481" y="4512"/>
                  </a:lnTo>
                  <a:lnTo>
                    <a:pt x="8584" y="5274"/>
                  </a:lnTo>
                  <a:lnTo>
                    <a:pt x="9707" y="5996"/>
                  </a:lnTo>
                  <a:lnTo>
                    <a:pt x="10830" y="6678"/>
                  </a:lnTo>
                  <a:lnTo>
                    <a:pt x="10830" y="6678"/>
                  </a:lnTo>
                  <a:lnTo>
                    <a:pt x="11050" y="7220"/>
                  </a:lnTo>
                  <a:lnTo>
                    <a:pt x="11311" y="7801"/>
                  </a:lnTo>
                  <a:lnTo>
                    <a:pt x="11632" y="8403"/>
                  </a:lnTo>
                  <a:lnTo>
                    <a:pt x="11973" y="904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41">
              <a:extLst>
                <a:ext uri="{FF2B5EF4-FFF2-40B4-BE49-F238E27FC236}">
                  <a16:creationId xmlns:a16="http://schemas.microsoft.com/office/drawing/2014/main" id="{F3C527AB-5555-65C8-CC06-A227946902BE}"/>
                </a:ext>
              </a:extLst>
            </p:cNvPr>
            <p:cNvSpPr/>
            <p:nvPr/>
          </p:nvSpPr>
          <p:spPr>
            <a:xfrm>
              <a:off x="10512500" y="3797375"/>
              <a:ext cx="655800" cy="496375"/>
            </a:xfrm>
            <a:custGeom>
              <a:avLst/>
              <a:gdLst/>
              <a:ahLst/>
              <a:cxnLst/>
              <a:rect l="l" t="t" r="r" b="b"/>
              <a:pathLst>
                <a:path w="26232" h="19855" extrusionOk="0">
                  <a:moveTo>
                    <a:pt x="0" y="0"/>
                  </a:moveTo>
                  <a:lnTo>
                    <a:pt x="1043" y="1083"/>
                  </a:lnTo>
                  <a:lnTo>
                    <a:pt x="2166" y="2186"/>
                  </a:lnTo>
                  <a:lnTo>
                    <a:pt x="3309" y="3309"/>
                  </a:lnTo>
                  <a:lnTo>
                    <a:pt x="4533" y="4452"/>
                  </a:lnTo>
                  <a:lnTo>
                    <a:pt x="5435" y="5274"/>
                  </a:lnTo>
                  <a:lnTo>
                    <a:pt x="6357" y="6117"/>
                  </a:lnTo>
                  <a:lnTo>
                    <a:pt x="7300" y="6939"/>
                  </a:lnTo>
                  <a:lnTo>
                    <a:pt x="8263" y="7761"/>
                  </a:lnTo>
                  <a:lnTo>
                    <a:pt x="9225" y="8583"/>
                  </a:lnTo>
                  <a:lnTo>
                    <a:pt x="10228" y="9386"/>
                  </a:lnTo>
                  <a:lnTo>
                    <a:pt x="11211" y="10188"/>
                  </a:lnTo>
                  <a:lnTo>
                    <a:pt x="12213" y="10950"/>
                  </a:lnTo>
                  <a:lnTo>
                    <a:pt x="13096" y="11612"/>
                  </a:lnTo>
                  <a:lnTo>
                    <a:pt x="13958" y="12253"/>
                  </a:lnTo>
                  <a:lnTo>
                    <a:pt x="14861" y="12875"/>
                  </a:lnTo>
                  <a:lnTo>
                    <a:pt x="15743" y="13497"/>
                  </a:lnTo>
                  <a:lnTo>
                    <a:pt x="17548" y="14700"/>
                  </a:lnTo>
                  <a:lnTo>
                    <a:pt x="19353" y="15863"/>
                  </a:lnTo>
                  <a:lnTo>
                    <a:pt x="21138" y="16966"/>
                  </a:lnTo>
                  <a:lnTo>
                    <a:pt x="22882" y="17989"/>
                  </a:lnTo>
                  <a:lnTo>
                    <a:pt x="24587" y="18972"/>
                  </a:lnTo>
                  <a:lnTo>
                    <a:pt x="26231" y="19854"/>
                  </a:lnTo>
                  <a:lnTo>
                    <a:pt x="26051" y="19373"/>
                  </a:lnTo>
                  <a:lnTo>
                    <a:pt x="25850" y="18871"/>
                  </a:lnTo>
                  <a:lnTo>
                    <a:pt x="25630" y="18350"/>
                  </a:lnTo>
                  <a:lnTo>
                    <a:pt x="25389" y="17809"/>
                  </a:lnTo>
                  <a:lnTo>
                    <a:pt x="25128" y="17247"/>
                  </a:lnTo>
                  <a:lnTo>
                    <a:pt x="24848" y="16665"/>
                  </a:lnTo>
                  <a:lnTo>
                    <a:pt x="24527" y="16064"/>
                  </a:lnTo>
                  <a:lnTo>
                    <a:pt x="24186" y="15442"/>
                  </a:lnTo>
                  <a:lnTo>
                    <a:pt x="22922" y="14700"/>
                  </a:lnTo>
                  <a:lnTo>
                    <a:pt x="21619" y="13938"/>
                  </a:lnTo>
                  <a:lnTo>
                    <a:pt x="20315" y="13136"/>
                  </a:lnTo>
                  <a:lnTo>
                    <a:pt x="19012" y="12294"/>
                  </a:lnTo>
                  <a:lnTo>
                    <a:pt x="17708" y="11431"/>
                  </a:lnTo>
                  <a:lnTo>
                    <a:pt x="16405" y="10569"/>
                  </a:lnTo>
                  <a:lnTo>
                    <a:pt x="15141" y="9666"/>
                  </a:lnTo>
                  <a:lnTo>
                    <a:pt x="13898" y="8744"/>
                  </a:lnTo>
                  <a:lnTo>
                    <a:pt x="12514" y="7661"/>
                  </a:lnTo>
                  <a:lnTo>
                    <a:pt x="11130" y="6518"/>
                  </a:lnTo>
                  <a:lnTo>
                    <a:pt x="9767" y="5375"/>
                  </a:lnTo>
                  <a:lnTo>
                    <a:pt x="8443" y="4191"/>
                  </a:lnTo>
                  <a:lnTo>
                    <a:pt x="7521" y="3349"/>
                  </a:lnTo>
                  <a:lnTo>
                    <a:pt x="6618" y="2527"/>
                  </a:lnTo>
                  <a:lnTo>
                    <a:pt x="4894" y="862"/>
                  </a:lnTo>
                  <a:lnTo>
                    <a:pt x="3690" y="582"/>
                  </a:lnTo>
                  <a:lnTo>
                    <a:pt x="3089" y="441"/>
                  </a:lnTo>
                  <a:lnTo>
                    <a:pt x="2467" y="321"/>
                  </a:lnTo>
                  <a:lnTo>
                    <a:pt x="1845" y="201"/>
                  </a:lnTo>
                  <a:lnTo>
                    <a:pt x="1244" y="120"/>
                  </a:lnTo>
                  <a:lnTo>
                    <a:pt x="622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41">
              <a:extLst>
                <a:ext uri="{FF2B5EF4-FFF2-40B4-BE49-F238E27FC236}">
                  <a16:creationId xmlns:a16="http://schemas.microsoft.com/office/drawing/2014/main" id="{631DCB8C-2EBF-18E4-59F9-3E8F8B63DE10}"/>
                </a:ext>
              </a:extLst>
            </p:cNvPr>
            <p:cNvSpPr/>
            <p:nvPr/>
          </p:nvSpPr>
          <p:spPr>
            <a:xfrm>
              <a:off x="10512500" y="3797375"/>
              <a:ext cx="655800" cy="496375"/>
            </a:xfrm>
            <a:custGeom>
              <a:avLst/>
              <a:gdLst/>
              <a:ahLst/>
              <a:cxnLst/>
              <a:rect l="l" t="t" r="r" b="b"/>
              <a:pathLst>
                <a:path w="26232" h="19855" fill="none" extrusionOk="0">
                  <a:moveTo>
                    <a:pt x="26231" y="19854"/>
                  </a:moveTo>
                  <a:lnTo>
                    <a:pt x="26231" y="19854"/>
                  </a:lnTo>
                  <a:lnTo>
                    <a:pt x="24587" y="18972"/>
                  </a:lnTo>
                  <a:lnTo>
                    <a:pt x="22882" y="17989"/>
                  </a:lnTo>
                  <a:lnTo>
                    <a:pt x="21138" y="16966"/>
                  </a:lnTo>
                  <a:lnTo>
                    <a:pt x="19353" y="15863"/>
                  </a:lnTo>
                  <a:lnTo>
                    <a:pt x="17548" y="14700"/>
                  </a:lnTo>
                  <a:lnTo>
                    <a:pt x="15743" y="13497"/>
                  </a:lnTo>
                  <a:lnTo>
                    <a:pt x="14861" y="12875"/>
                  </a:lnTo>
                  <a:lnTo>
                    <a:pt x="13958" y="12253"/>
                  </a:lnTo>
                  <a:lnTo>
                    <a:pt x="13096" y="11612"/>
                  </a:lnTo>
                  <a:lnTo>
                    <a:pt x="12213" y="10950"/>
                  </a:lnTo>
                  <a:lnTo>
                    <a:pt x="12213" y="10950"/>
                  </a:lnTo>
                  <a:lnTo>
                    <a:pt x="11211" y="10188"/>
                  </a:lnTo>
                  <a:lnTo>
                    <a:pt x="10228" y="9386"/>
                  </a:lnTo>
                  <a:lnTo>
                    <a:pt x="9225" y="8583"/>
                  </a:lnTo>
                  <a:lnTo>
                    <a:pt x="8263" y="7761"/>
                  </a:lnTo>
                  <a:lnTo>
                    <a:pt x="7300" y="6939"/>
                  </a:lnTo>
                  <a:lnTo>
                    <a:pt x="6357" y="6117"/>
                  </a:lnTo>
                  <a:lnTo>
                    <a:pt x="5435" y="5274"/>
                  </a:lnTo>
                  <a:lnTo>
                    <a:pt x="4533" y="4452"/>
                  </a:lnTo>
                  <a:lnTo>
                    <a:pt x="4533" y="4452"/>
                  </a:lnTo>
                  <a:lnTo>
                    <a:pt x="3309" y="3309"/>
                  </a:lnTo>
                  <a:lnTo>
                    <a:pt x="2166" y="2186"/>
                  </a:lnTo>
                  <a:lnTo>
                    <a:pt x="1043" y="1083"/>
                  </a:lnTo>
                  <a:lnTo>
                    <a:pt x="0" y="0"/>
                  </a:lnTo>
                  <a:lnTo>
                    <a:pt x="0" y="0"/>
                  </a:lnTo>
                  <a:lnTo>
                    <a:pt x="622" y="40"/>
                  </a:lnTo>
                  <a:lnTo>
                    <a:pt x="1244" y="120"/>
                  </a:lnTo>
                  <a:lnTo>
                    <a:pt x="1845" y="201"/>
                  </a:lnTo>
                  <a:lnTo>
                    <a:pt x="2467" y="321"/>
                  </a:lnTo>
                  <a:lnTo>
                    <a:pt x="3089" y="441"/>
                  </a:lnTo>
                  <a:lnTo>
                    <a:pt x="3690" y="582"/>
                  </a:lnTo>
                  <a:lnTo>
                    <a:pt x="4894" y="862"/>
                  </a:lnTo>
                  <a:lnTo>
                    <a:pt x="4894" y="862"/>
                  </a:lnTo>
                  <a:lnTo>
                    <a:pt x="6618" y="2527"/>
                  </a:lnTo>
                  <a:lnTo>
                    <a:pt x="7521" y="3349"/>
                  </a:lnTo>
                  <a:lnTo>
                    <a:pt x="8443" y="4191"/>
                  </a:lnTo>
                  <a:lnTo>
                    <a:pt x="8443" y="4191"/>
                  </a:lnTo>
                  <a:lnTo>
                    <a:pt x="9767" y="5375"/>
                  </a:lnTo>
                  <a:lnTo>
                    <a:pt x="11130" y="6518"/>
                  </a:lnTo>
                  <a:lnTo>
                    <a:pt x="12514" y="7661"/>
                  </a:lnTo>
                  <a:lnTo>
                    <a:pt x="13898" y="8744"/>
                  </a:lnTo>
                  <a:lnTo>
                    <a:pt x="13898" y="8744"/>
                  </a:lnTo>
                  <a:lnTo>
                    <a:pt x="15141" y="9666"/>
                  </a:lnTo>
                  <a:lnTo>
                    <a:pt x="16405" y="10569"/>
                  </a:lnTo>
                  <a:lnTo>
                    <a:pt x="17708" y="11431"/>
                  </a:lnTo>
                  <a:lnTo>
                    <a:pt x="19012" y="12294"/>
                  </a:lnTo>
                  <a:lnTo>
                    <a:pt x="20315" y="13136"/>
                  </a:lnTo>
                  <a:lnTo>
                    <a:pt x="21619" y="13938"/>
                  </a:lnTo>
                  <a:lnTo>
                    <a:pt x="22922" y="14700"/>
                  </a:lnTo>
                  <a:lnTo>
                    <a:pt x="24186" y="15442"/>
                  </a:lnTo>
                  <a:lnTo>
                    <a:pt x="24186" y="15442"/>
                  </a:lnTo>
                  <a:lnTo>
                    <a:pt x="24527" y="16064"/>
                  </a:lnTo>
                  <a:lnTo>
                    <a:pt x="24848" y="16665"/>
                  </a:lnTo>
                  <a:lnTo>
                    <a:pt x="25128" y="17247"/>
                  </a:lnTo>
                  <a:lnTo>
                    <a:pt x="25389" y="17809"/>
                  </a:lnTo>
                  <a:lnTo>
                    <a:pt x="25630" y="18350"/>
                  </a:lnTo>
                  <a:lnTo>
                    <a:pt x="25850" y="18871"/>
                  </a:lnTo>
                  <a:lnTo>
                    <a:pt x="26051" y="19373"/>
                  </a:lnTo>
                  <a:lnTo>
                    <a:pt x="26231" y="198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41">
              <a:extLst>
                <a:ext uri="{FF2B5EF4-FFF2-40B4-BE49-F238E27FC236}">
                  <a16:creationId xmlns:a16="http://schemas.microsoft.com/office/drawing/2014/main" id="{FAD4D199-B42A-0575-7AD7-835ED4A51724}"/>
                </a:ext>
              </a:extLst>
            </p:cNvPr>
            <p:cNvSpPr/>
            <p:nvPr/>
          </p:nvSpPr>
          <p:spPr>
            <a:xfrm>
              <a:off x="10898050" y="3815425"/>
              <a:ext cx="131875" cy="119850"/>
            </a:xfrm>
            <a:custGeom>
              <a:avLst/>
              <a:gdLst/>
              <a:ahLst/>
              <a:cxnLst/>
              <a:rect l="l" t="t" r="r" b="b"/>
              <a:pathLst>
                <a:path w="5275" h="4794" extrusionOk="0">
                  <a:moveTo>
                    <a:pt x="2527" y="0"/>
                  </a:moveTo>
                  <a:lnTo>
                    <a:pt x="2166" y="401"/>
                  </a:lnTo>
                  <a:lnTo>
                    <a:pt x="1845" y="742"/>
                  </a:lnTo>
                  <a:lnTo>
                    <a:pt x="1584" y="983"/>
                  </a:lnTo>
                  <a:lnTo>
                    <a:pt x="1464" y="1063"/>
                  </a:lnTo>
                  <a:lnTo>
                    <a:pt x="1364" y="1123"/>
                  </a:lnTo>
                  <a:lnTo>
                    <a:pt x="1023" y="1243"/>
                  </a:lnTo>
                  <a:lnTo>
                    <a:pt x="662" y="1344"/>
                  </a:lnTo>
                  <a:lnTo>
                    <a:pt x="0" y="1544"/>
                  </a:lnTo>
                  <a:lnTo>
                    <a:pt x="40" y="1564"/>
                  </a:lnTo>
                  <a:lnTo>
                    <a:pt x="1183" y="2487"/>
                  </a:lnTo>
                  <a:lnTo>
                    <a:pt x="2126" y="3209"/>
                  </a:lnTo>
                  <a:lnTo>
                    <a:pt x="3189" y="3991"/>
                  </a:lnTo>
                  <a:lnTo>
                    <a:pt x="4252" y="4773"/>
                  </a:lnTo>
                  <a:lnTo>
                    <a:pt x="4272" y="4793"/>
                  </a:lnTo>
                  <a:lnTo>
                    <a:pt x="4292" y="4532"/>
                  </a:lnTo>
                  <a:lnTo>
                    <a:pt x="4292" y="4292"/>
                  </a:lnTo>
                  <a:lnTo>
                    <a:pt x="4352" y="3911"/>
                  </a:lnTo>
                  <a:lnTo>
                    <a:pt x="4392" y="3770"/>
                  </a:lnTo>
                  <a:lnTo>
                    <a:pt x="4392" y="3710"/>
                  </a:lnTo>
                  <a:lnTo>
                    <a:pt x="4452" y="3570"/>
                  </a:lnTo>
                  <a:lnTo>
                    <a:pt x="4472" y="3510"/>
                  </a:lnTo>
                  <a:lnTo>
                    <a:pt x="4472" y="3490"/>
                  </a:lnTo>
                  <a:lnTo>
                    <a:pt x="4593" y="3229"/>
                  </a:lnTo>
                  <a:lnTo>
                    <a:pt x="4773" y="2888"/>
                  </a:lnTo>
                  <a:lnTo>
                    <a:pt x="5274" y="2066"/>
                  </a:lnTo>
                  <a:lnTo>
                    <a:pt x="4532" y="1544"/>
                  </a:lnTo>
                  <a:lnTo>
                    <a:pt x="3810" y="1003"/>
                  </a:lnTo>
                  <a:lnTo>
                    <a:pt x="3169" y="501"/>
                  </a:lnTo>
                  <a:lnTo>
                    <a:pt x="25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41">
              <a:extLst>
                <a:ext uri="{FF2B5EF4-FFF2-40B4-BE49-F238E27FC236}">
                  <a16:creationId xmlns:a16="http://schemas.microsoft.com/office/drawing/2014/main" id="{F9E1432C-F439-11CA-29B4-BBA0171ED657}"/>
                </a:ext>
              </a:extLst>
            </p:cNvPr>
            <p:cNvSpPr/>
            <p:nvPr/>
          </p:nvSpPr>
          <p:spPr>
            <a:xfrm>
              <a:off x="10898050" y="3815425"/>
              <a:ext cx="131875" cy="119850"/>
            </a:xfrm>
            <a:custGeom>
              <a:avLst/>
              <a:gdLst/>
              <a:ahLst/>
              <a:cxnLst/>
              <a:rect l="l" t="t" r="r" b="b"/>
              <a:pathLst>
                <a:path w="5275" h="4794" fill="none" extrusionOk="0">
                  <a:moveTo>
                    <a:pt x="5274" y="2066"/>
                  </a:moveTo>
                  <a:lnTo>
                    <a:pt x="5274" y="2066"/>
                  </a:lnTo>
                  <a:lnTo>
                    <a:pt x="4773" y="2888"/>
                  </a:lnTo>
                  <a:lnTo>
                    <a:pt x="4593" y="3229"/>
                  </a:lnTo>
                  <a:lnTo>
                    <a:pt x="4472" y="3490"/>
                  </a:lnTo>
                  <a:lnTo>
                    <a:pt x="4472" y="3510"/>
                  </a:lnTo>
                  <a:lnTo>
                    <a:pt x="4472" y="3510"/>
                  </a:lnTo>
                  <a:lnTo>
                    <a:pt x="4452" y="3570"/>
                  </a:lnTo>
                  <a:lnTo>
                    <a:pt x="4452" y="3570"/>
                  </a:lnTo>
                  <a:lnTo>
                    <a:pt x="4392" y="3710"/>
                  </a:lnTo>
                  <a:lnTo>
                    <a:pt x="4392" y="3710"/>
                  </a:lnTo>
                  <a:lnTo>
                    <a:pt x="4392" y="3770"/>
                  </a:lnTo>
                  <a:lnTo>
                    <a:pt x="4392" y="3770"/>
                  </a:lnTo>
                  <a:lnTo>
                    <a:pt x="4352" y="3911"/>
                  </a:lnTo>
                  <a:lnTo>
                    <a:pt x="4352" y="3911"/>
                  </a:lnTo>
                  <a:lnTo>
                    <a:pt x="4352" y="3911"/>
                  </a:lnTo>
                  <a:lnTo>
                    <a:pt x="4292" y="4292"/>
                  </a:lnTo>
                  <a:lnTo>
                    <a:pt x="4292" y="4532"/>
                  </a:lnTo>
                  <a:lnTo>
                    <a:pt x="4272" y="4793"/>
                  </a:lnTo>
                  <a:lnTo>
                    <a:pt x="4252" y="4773"/>
                  </a:lnTo>
                  <a:lnTo>
                    <a:pt x="4252" y="4773"/>
                  </a:lnTo>
                  <a:lnTo>
                    <a:pt x="3189" y="3991"/>
                  </a:lnTo>
                  <a:lnTo>
                    <a:pt x="2126" y="3209"/>
                  </a:lnTo>
                  <a:lnTo>
                    <a:pt x="2126" y="3209"/>
                  </a:lnTo>
                  <a:lnTo>
                    <a:pt x="1183" y="2487"/>
                  </a:lnTo>
                  <a:lnTo>
                    <a:pt x="1183" y="2487"/>
                  </a:lnTo>
                  <a:lnTo>
                    <a:pt x="40" y="1564"/>
                  </a:lnTo>
                  <a:lnTo>
                    <a:pt x="0" y="1544"/>
                  </a:lnTo>
                  <a:lnTo>
                    <a:pt x="0" y="1544"/>
                  </a:lnTo>
                  <a:lnTo>
                    <a:pt x="662" y="1344"/>
                  </a:lnTo>
                  <a:lnTo>
                    <a:pt x="1023" y="1243"/>
                  </a:lnTo>
                  <a:lnTo>
                    <a:pt x="1364" y="1123"/>
                  </a:lnTo>
                  <a:lnTo>
                    <a:pt x="1364" y="1123"/>
                  </a:lnTo>
                  <a:lnTo>
                    <a:pt x="1464" y="1063"/>
                  </a:lnTo>
                  <a:lnTo>
                    <a:pt x="1584" y="983"/>
                  </a:lnTo>
                  <a:lnTo>
                    <a:pt x="1845" y="742"/>
                  </a:lnTo>
                  <a:lnTo>
                    <a:pt x="2166" y="401"/>
                  </a:lnTo>
                  <a:lnTo>
                    <a:pt x="2527" y="0"/>
                  </a:lnTo>
                  <a:lnTo>
                    <a:pt x="2527" y="0"/>
                  </a:lnTo>
                  <a:lnTo>
                    <a:pt x="3169" y="501"/>
                  </a:lnTo>
                  <a:lnTo>
                    <a:pt x="3169" y="501"/>
                  </a:lnTo>
                  <a:lnTo>
                    <a:pt x="3810" y="1003"/>
                  </a:lnTo>
                  <a:lnTo>
                    <a:pt x="3810" y="1003"/>
                  </a:lnTo>
                  <a:lnTo>
                    <a:pt x="4532" y="1544"/>
                  </a:lnTo>
                  <a:lnTo>
                    <a:pt x="5274" y="20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41">
              <a:extLst>
                <a:ext uri="{FF2B5EF4-FFF2-40B4-BE49-F238E27FC236}">
                  <a16:creationId xmlns:a16="http://schemas.microsoft.com/office/drawing/2014/main" id="{536A1641-EF1E-C721-3BD3-FC7E705977FE}"/>
                </a:ext>
              </a:extLst>
            </p:cNvPr>
            <p:cNvSpPr/>
            <p:nvPr/>
          </p:nvSpPr>
          <p:spPr>
            <a:xfrm>
              <a:off x="10484425" y="4332325"/>
              <a:ext cx="138400" cy="159950"/>
            </a:xfrm>
            <a:custGeom>
              <a:avLst/>
              <a:gdLst/>
              <a:ahLst/>
              <a:cxnLst/>
              <a:rect l="l" t="t" r="r" b="b"/>
              <a:pathLst>
                <a:path w="5536" h="6398" extrusionOk="0">
                  <a:moveTo>
                    <a:pt x="2587" y="0"/>
                  </a:moveTo>
                  <a:lnTo>
                    <a:pt x="2607" y="20"/>
                  </a:lnTo>
                  <a:lnTo>
                    <a:pt x="2667" y="121"/>
                  </a:lnTo>
                  <a:lnTo>
                    <a:pt x="2708" y="181"/>
                  </a:lnTo>
                  <a:lnTo>
                    <a:pt x="2728" y="261"/>
                  </a:lnTo>
                  <a:lnTo>
                    <a:pt x="2748" y="441"/>
                  </a:lnTo>
                  <a:lnTo>
                    <a:pt x="2748" y="682"/>
                  </a:lnTo>
                  <a:lnTo>
                    <a:pt x="2687" y="943"/>
                  </a:lnTo>
                  <a:lnTo>
                    <a:pt x="2607" y="1244"/>
                  </a:lnTo>
                  <a:lnTo>
                    <a:pt x="2487" y="1565"/>
                  </a:lnTo>
                  <a:lnTo>
                    <a:pt x="2306" y="1885"/>
                  </a:lnTo>
                  <a:lnTo>
                    <a:pt x="2126" y="2246"/>
                  </a:lnTo>
                  <a:lnTo>
                    <a:pt x="1484" y="3229"/>
                  </a:lnTo>
                  <a:lnTo>
                    <a:pt x="1103" y="3871"/>
                  </a:lnTo>
                  <a:lnTo>
                    <a:pt x="702" y="4513"/>
                  </a:lnTo>
                  <a:lnTo>
                    <a:pt x="361" y="5154"/>
                  </a:lnTo>
                  <a:lnTo>
                    <a:pt x="221" y="5435"/>
                  </a:lnTo>
                  <a:lnTo>
                    <a:pt x="120" y="5696"/>
                  </a:lnTo>
                  <a:lnTo>
                    <a:pt x="40" y="5936"/>
                  </a:lnTo>
                  <a:lnTo>
                    <a:pt x="0" y="6117"/>
                  </a:lnTo>
                  <a:lnTo>
                    <a:pt x="0" y="6197"/>
                  </a:lnTo>
                  <a:lnTo>
                    <a:pt x="20" y="6257"/>
                  </a:lnTo>
                  <a:lnTo>
                    <a:pt x="40" y="6317"/>
                  </a:lnTo>
                  <a:lnTo>
                    <a:pt x="80" y="6358"/>
                  </a:lnTo>
                  <a:lnTo>
                    <a:pt x="120" y="6378"/>
                  </a:lnTo>
                  <a:lnTo>
                    <a:pt x="181" y="6398"/>
                  </a:lnTo>
                  <a:lnTo>
                    <a:pt x="261" y="6378"/>
                  </a:lnTo>
                  <a:lnTo>
                    <a:pt x="341" y="6358"/>
                  </a:lnTo>
                  <a:lnTo>
                    <a:pt x="542" y="6257"/>
                  </a:lnTo>
                  <a:lnTo>
                    <a:pt x="762" y="6097"/>
                  </a:lnTo>
                  <a:lnTo>
                    <a:pt x="1003" y="5896"/>
                  </a:lnTo>
                  <a:lnTo>
                    <a:pt x="1284" y="5676"/>
                  </a:lnTo>
                  <a:lnTo>
                    <a:pt x="1845" y="5134"/>
                  </a:lnTo>
                  <a:lnTo>
                    <a:pt x="2387" y="4573"/>
                  </a:lnTo>
                  <a:lnTo>
                    <a:pt x="2888" y="4051"/>
                  </a:lnTo>
                  <a:lnTo>
                    <a:pt x="3490" y="3369"/>
                  </a:lnTo>
                  <a:lnTo>
                    <a:pt x="3811" y="3049"/>
                  </a:lnTo>
                  <a:lnTo>
                    <a:pt x="4011" y="2868"/>
                  </a:lnTo>
                  <a:lnTo>
                    <a:pt x="4252" y="2688"/>
                  </a:lnTo>
                  <a:lnTo>
                    <a:pt x="4492" y="2527"/>
                  </a:lnTo>
                  <a:lnTo>
                    <a:pt x="4753" y="2387"/>
                  </a:lnTo>
                  <a:lnTo>
                    <a:pt x="5034" y="2286"/>
                  </a:lnTo>
                  <a:lnTo>
                    <a:pt x="5174" y="2246"/>
                  </a:lnTo>
                  <a:lnTo>
                    <a:pt x="5315" y="2226"/>
                  </a:lnTo>
                  <a:lnTo>
                    <a:pt x="5535" y="2266"/>
                  </a:lnTo>
                  <a:lnTo>
                    <a:pt x="5154" y="1986"/>
                  </a:lnTo>
                  <a:lnTo>
                    <a:pt x="4372" y="1404"/>
                  </a:lnTo>
                  <a:lnTo>
                    <a:pt x="3470" y="702"/>
                  </a:lnTo>
                  <a:lnTo>
                    <a:pt x="2587" y="0"/>
                  </a:lnTo>
                  <a:close/>
                </a:path>
              </a:pathLst>
            </a:custGeom>
            <a:solidFill>
              <a:srgbClr val="7FC9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41">
              <a:extLst>
                <a:ext uri="{FF2B5EF4-FFF2-40B4-BE49-F238E27FC236}">
                  <a16:creationId xmlns:a16="http://schemas.microsoft.com/office/drawing/2014/main" id="{BD176BF8-9438-7FE7-B44A-6071C8BFFB5A}"/>
                </a:ext>
              </a:extLst>
            </p:cNvPr>
            <p:cNvSpPr/>
            <p:nvPr/>
          </p:nvSpPr>
          <p:spPr>
            <a:xfrm>
              <a:off x="10484425" y="4332325"/>
              <a:ext cx="138400" cy="159950"/>
            </a:xfrm>
            <a:custGeom>
              <a:avLst/>
              <a:gdLst/>
              <a:ahLst/>
              <a:cxnLst/>
              <a:rect l="l" t="t" r="r" b="b"/>
              <a:pathLst>
                <a:path w="5536" h="6398" fill="none" extrusionOk="0">
                  <a:moveTo>
                    <a:pt x="5535" y="2266"/>
                  </a:moveTo>
                  <a:lnTo>
                    <a:pt x="5535" y="2266"/>
                  </a:lnTo>
                  <a:lnTo>
                    <a:pt x="5535" y="2266"/>
                  </a:lnTo>
                  <a:lnTo>
                    <a:pt x="5315" y="2226"/>
                  </a:lnTo>
                  <a:lnTo>
                    <a:pt x="5315" y="2226"/>
                  </a:lnTo>
                  <a:lnTo>
                    <a:pt x="5174" y="2246"/>
                  </a:lnTo>
                  <a:lnTo>
                    <a:pt x="5034" y="2286"/>
                  </a:lnTo>
                  <a:lnTo>
                    <a:pt x="4753" y="2387"/>
                  </a:lnTo>
                  <a:lnTo>
                    <a:pt x="4492" y="2527"/>
                  </a:lnTo>
                  <a:lnTo>
                    <a:pt x="4252" y="2688"/>
                  </a:lnTo>
                  <a:lnTo>
                    <a:pt x="4011" y="2868"/>
                  </a:lnTo>
                  <a:lnTo>
                    <a:pt x="3811" y="3049"/>
                  </a:lnTo>
                  <a:lnTo>
                    <a:pt x="3490" y="3369"/>
                  </a:lnTo>
                  <a:lnTo>
                    <a:pt x="3490" y="3369"/>
                  </a:lnTo>
                  <a:lnTo>
                    <a:pt x="2888" y="4051"/>
                  </a:lnTo>
                  <a:lnTo>
                    <a:pt x="2387" y="4573"/>
                  </a:lnTo>
                  <a:lnTo>
                    <a:pt x="1845" y="5134"/>
                  </a:lnTo>
                  <a:lnTo>
                    <a:pt x="1284" y="5676"/>
                  </a:lnTo>
                  <a:lnTo>
                    <a:pt x="1003" y="5896"/>
                  </a:lnTo>
                  <a:lnTo>
                    <a:pt x="762" y="6097"/>
                  </a:lnTo>
                  <a:lnTo>
                    <a:pt x="542" y="6257"/>
                  </a:lnTo>
                  <a:lnTo>
                    <a:pt x="341" y="6358"/>
                  </a:lnTo>
                  <a:lnTo>
                    <a:pt x="261" y="6378"/>
                  </a:lnTo>
                  <a:lnTo>
                    <a:pt x="181" y="6398"/>
                  </a:lnTo>
                  <a:lnTo>
                    <a:pt x="120" y="6378"/>
                  </a:lnTo>
                  <a:lnTo>
                    <a:pt x="80" y="6358"/>
                  </a:lnTo>
                  <a:lnTo>
                    <a:pt x="80" y="6358"/>
                  </a:lnTo>
                  <a:lnTo>
                    <a:pt x="40" y="6317"/>
                  </a:lnTo>
                  <a:lnTo>
                    <a:pt x="20" y="6257"/>
                  </a:lnTo>
                  <a:lnTo>
                    <a:pt x="0" y="6197"/>
                  </a:lnTo>
                  <a:lnTo>
                    <a:pt x="0" y="6117"/>
                  </a:lnTo>
                  <a:lnTo>
                    <a:pt x="40" y="5936"/>
                  </a:lnTo>
                  <a:lnTo>
                    <a:pt x="120" y="5696"/>
                  </a:lnTo>
                  <a:lnTo>
                    <a:pt x="221" y="5435"/>
                  </a:lnTo>
                  <a:lnTo>
                    <a:pt x="361" y="5154"/>
                  </a:lnTo>
                  <a:lnTo>
                    <a:pt x="702" y="4513"/>
                  </a:lnTo>
                  <a:lnTo>
                    <a:pt x="1103" y="3871"/>
                  </a:lnTo>
                  <a:lnTo>
                    <a:pt x="1484" y="3229"/>
                  </a:lnTo>
                  <a:lnTo>
                    <a:pt x="2126" y="2246"/>
                  </a:lnTo>
                  <a:lnTo>
                    <a:pt x="2126" y="2246"/>
                  </a:lnTo>
                  <a:lnTo>
                    <a:pt x="2306" y="1885"/>
                  </a:lnTo>
                  <a:lnTo>
                    <a:pt x="2487" y="1565"/>
                  </a:lnTo>
                  <a:lnTo>
                    <a:pt x="2607" y="1244"/>
                  </a:lnTo>
                  <a:lnTo>
                    <a:pt x="2687" y="943"/>
                  </a:lnTo>
                  <a:lnTo>
                    <a:pt x="2748" y="682"/>
                  </a:lnTo>
                  <a:lnTo>
                    <a:pt x="2748" y="441"/>
                  </a:lnTo>
                  <a:lnTo>
                    <a:pt x="2728" y="261"/>
                  </a:lnTo>
                  <a:lnTo>
                    <a:pt x="2708" y="181"/>
                  </a:lnTo>
                  <a:lnTo>
                    <a:pt x="2667" y="121"/>
                  </a:lnTo>
                  <a:lnTo>
                    <a:pt x="2667" y="121"/>
                  </a:lnTo>
                  <a:lnTo>
                    <a:pt x="2607" y="20"/>
                  </a:lnTo>
                  <a:lnTo>
                    <a:pt x="2607" y="20"/>
                  </a:lnTo>
                  <a:lnTo>
                    <a:pt x="2587" y="0"/>
                  </a:lnTo>
                  <a:lnTo>
                    <a:pt x="2587" y="0"/>
                  </a:lnTo>
                  <a:lnTo>
                    <a:pt x="3470" y="702"/>
                  </a:lnTo>
                  <a:lnTo>
                    <a:pt x="3470" y="702"/>
                  </a:lnTo>
                  <a:lnTo>
                    <a:pt x="4372" y="1404"/>
                  </a:lnTo>
                  <a:lnTo>
                    <a:pt x="4372" y="1404"/>
                  </a:lnTo>
                  <a:lnTo>
                    <a:pt x="5154" y="1986"/>
                  </a:lnTo>
                  <a:lnTo>
                    <a:pt x="5154" y="1986"/>
                  </a:lnTo>
                  <a:lnTo>
                    <a:pt x="5535" y="22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41">
              <a:extLst>
                <a:ext uri="{FF2B5EF4-FFF2-40B4-BE49-F238E27FC236}">
                  <a16:creationId xmlns:a16="http://schemas.microsoft.com/office/drawing/2014/main" id="{1A3A1473-76A3-6B90-7974-178A514A09F5}"/>
                </a:ext>
              </a:extLst>
            </p:cNvPr>
            <p:cNvSpPr/>
            <p:nvPr/>
          </p:nvSpPr>
          <p:spPr>
            <a:xfrm>
              <a:off x="10387150" y="4012450"/>
              <a:ext cx="534975" cy="405125"/>
            </a:xfrm>
            <a:custGeom>
              <a:avLst/>
              <a:gdLst/>
              <a:ahLst/>
              <a:cxnLst/>
              <a:rect l="l" t="t" r="r" b="b"/>
              <a:pathLst>
                <a:path w="21399" h="16205" extrusionOk="0">
                  <a:moveTo>
                    <a:pt x="1" y="1"/>
                  </a:moveTo>
                  <a:lnTo>
                    <a:pt x="321" y="602"/>
                  </a:lnTo>
                  <a:lnTo>
                    <a:pt x="662" y="1224"/>
                  </a:lnTo>
                  <a:lnTo>
                    <a:pt x="1344" y="2407"/>
                  </a:lnTo>
                  <a:lnTo>
                    <a:pt x="2066" y="3570"/>
                  </a:lnTo>
                  <a:lnTo>
                    <a:pt x="2808" y="4694"/>
                  </a:lnTo>
                  <a:lnTo>
                    <a:pt x="4332" y="6037"/>
                  </a:lnTo>
                  <a:lnTo>
                    <a:pt x="5917" y="7381"/>
                  </a:lnTo>
                  <a:lnTo>
                    <a:pt x="7521" y="8684"/>
                  </a:lnTo>
                  <a:lnTo>
                    <a:pt x="8323" y="9326"/>
                  </a:lnTo>
                  <a:lnTo>
                    <a:pt x="9145" y="9968"/>
                  </a:lnTo>
                  <a:lnTo>
                    <a:pt x="10248" y="10770"/>
                  </a:lnTo>
                  <a:lnTo>
                    <a:pt x="11351" y="11572"/>
                  </a:lnTo>
                  <a:lnTo>
                    <a:pt x="13016" y="12735"/>
                  </a:lnTo>
                  <a:lnTo>
                    <a:pt x="14721" y="13879"/>
                  </a:lnTo>
                  <a:lnTo>
                    <a:pt x="16305" y="14480"/>
                  </a:lnTo>
                  <a:lnTo>
                    <a:pt x="17989" y="15102"/>
                  </a:lnTo>
                  <a:lnTo>
                    <a:pt x="18832" y="15383"/>
                  </a:lnTo>
                  <a:lnTo>
                    <a:pt x="19694" y="15683"/>
                  </a:lnTo>
                  <a:lnTo>
                    <a:pt x="20556" y="15964"/>
                  </a:lnTo>
                  <a:lnTo>
                    <a:pt x="21399" y="16205"/>
                  </a:lnTo>
                  <a:lnTo>
                    <a:pt x="20035" y="15423"/>
                  </a:lnTo>
                  <a:lnTo>
                    <a:pt x="18611" y="14580"/>
                  </a:lnTo>
                  <a:lnTo>
                    <a:pt x="17167" y="13718"/>
                  </a:lnTo>
                  <a:lnTo>
                    <a:pt x="15703" y="12796"/>
                  </a:lnTo>
                  <a:lnTo>
                    <a:pt x="14239" y="11853"/>
                  </a:lnTo>
                  <a:lnTo>
                    <a:pt x="12795" y="10890"/>
                  </a:lnTo>
                  <a:lnTo>
                    <a:pt x="11371" y="9888"/>
                  </a:lnTo>
                  <a:lnTo>
                    <a:pt x="9988" y="8865"/>
                  </a:lnTo>
                  <a:lnTo>
                    <a:pt x="8845" y="7962"/>
                  </a:lnTo>
                  <a:lnTo>
                    <a:pt x="7702" y="7040"/>
                  </a:lnTo>
                  <a:lnTo>
                    <a:pt x="6659" y="6178"/>
                  </a:lnTo>
                  <a:lnTo>
                    <a:pt x="5656" y="5295"/>
                  </a:lnTo>
                  <a:lnTo>
                    <a:pt x="4653" y="4413"/>
                  </a:lnTo>
                  <a:lnTo>
                    <a:pt x="3671" y="3510"/>
                  </a:lnTo>
                  <a:lnTo>
                    <a:pt x="2708" y="2628"/>
                  </a:lnTo>
                  <a:lnTo>
                    <a:pt x="1765" y="174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41">
              <a:extLst>
                <a:ext uri="{FF2B5EF4-FFF2-40B4-BE49-F238E27FC236}">
                  <a16:creationId xmlns:a16="http://schemas.microsoft.com/office/drawing/2014/main" id="{44683D41-EEFD-82E6-3188-890538D0BA9F}"/>
                </a:ext>
              </a:extLst>
            </p:cNvPr>
            <p:cNvSpPr/>
            <p:nvPr/>
          </p:nvSpPr>
          <p:spPr>
            <a:xfrm>
              <a:off x="10387150" y="4088650"/>
              <a:ext cx="534975" cy="405125"/>
            </a:xfrm>
            <a:custGeom>
              <a:avLst/>
              <a:gdLst/>
              <a:ahLst/>
              <a:cxnLst/>
              <a:rect l="l" t="t" r="r" b="b"/>
              <a:pathLst>
                <a:path w="21399" h="16205" fill="none" extrusionOk="0">
                  <a:moveTo>
                    <a:pt x="21399" y="16205"/>
                  </a:moveTo>
                  <a:lnTo>
                    <a:pt x="21399" y="16205"/>
                  </a:lnTo>
                  <a:lnTo>
                    <a:pt x="20556" y="15964"/>
                  </a:lnTo>
                  <a:lnTo>
                    <a:pt x="19694" y="15683"/>
                  </a:lnTo>
                  <a:lnTo>
                    <a:pt x="18832" y="15383"/>
                  </a:lnTo>
                  <a:lnTo>
                    <a:pt x="17989" y="15102"/>
                  </a:lnTo>
                  <a:lnTo>
                    <a:pt x="16305" y="14480"/>
                  </a:lnTo>
                  <a:lnTo>
                    <a:pt x="14721" y="13879"/>
                  </a:lnTo>
                  <a:lnTo>
                    <a:pt x="14721" y="13879"/>
                  </a:lnTo>
                  <a:lnTo>
                    <a:pt x="13016" y="12735"/>
                  </a:lnTo>
                  <a:lnTo>
                    <a:pt x="11351" y="11572"/>
                  </a:lnTo>
                  <a:lnTo>
                    <a:pt x="11351" y="11572"/>
                  </a:lnTo>
                  <a:lnTo>
                    <a:pt x="10248" y="10770"/>
                  </a:lnTo>
                  <a:lnTo>
                    <a:pt x="9145" y="9968"/>
                  </a:lnTo>
                  <a:lnTo>
                    <a:pt x="9145" y="9968"/>
                  </a:lnTo>
                  <a:lnTo>
                    <a:pt x="8323" y="9326"/>
                  </a:lnTo>
                  <a:lnTo>
                    <a:pt x="7521" y="8684"/>
                  </a:lnTo>
                  <a:lnTo>
                    <a:pt x="5917" y="7381"/>
                  </a:lnTo>
                  <a:lnTo>
                    <a:pt x="4332" y="6037"/>
                  </a:lnTo>
                  <a:lnTo>
                    <a:pt x="2808" y="4694"/>
                  </a:lnTo>
                  <a:lnTo>
                    <a:pt x="2808" y="4694"/>
                  </a:lnTo>
                  <a:lnTo>
                    <a:pt x="2066" y="3570"/>
                  </a:lnTo>
                  <a:lnTo>
                    <a:pt x="1344" y="2407"/>
                  </a:lnTo>
                  <a:lnTo>
                    <a:pt x="662" y="1224"/>
                  </a:lnTo>
                  <a:lnTo>
                    <a:pt x="321" y="60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765" y="1746"/>
                  </a:lnTo>
                  <a:lnTo>
                    <a:pt x="2708" y="2628"/>
                  </a:lnTo>
                  <a:lnTo>
                    <a:pt x="3671" y="3510"/>
                  </a:lnTo>
                  <a:lnTo>
                    <a:pt x="4653" y="4413"/>
                  </a:lnTo>
                  <a:lnTo>
                    <a:pt x="5656" y="5295"/>
                  </a:lnTo>
                  <a:lnTo>
                    <a:pt x="6659" y="6178"/>
                  </a:lnTo>
                  <a:lnTo>
                    <a:pt x="7702" y="7040"/>
                  </a:lnTo>
                  <a:lnTo>
                    <a:pt x="7702" y="7040"/>
                  </a:lnTo>
                  <a:lnTo>
                    <a:pt x="8845" y="7962"/>
                  </a:lnTo>
                  <a:lnTo>
                    <a:pt x="9988" y="8865"/>
                  </a:lnTo>
                  <a:lnTo>
                    <a:pt x="9988" y="8865"/>
                  </a:lnTo>
                  <a:lnTo>
                    <a:pt x="11371" y="9888"/>
                  </a:lnTo>
                  <a:lnTo>
                    <a:pt x="12795" y="10890"/>
                  </a:lnTo>
                  <a:lnTo>
                    <a:pt x="14239" y="11853"/>
                  </a:lnTo>
                  <a:lnTo>
                    <a:pt x="15703" y="12796"/>
                  </a:lnTo>
                  <a:lnTo>
                    <a:pt x="17167" y="13718"/>
                  </a:lnTo>
                  <a:lnTo>
                    <a:pt x="18611" y="14580"/>
                  </a:lnTo>
                  <a:lnTo>
                    <a:pt x="20035" y="15423"/>
                  </a:lnTo>
                  <a:lnTo>
                    <a:pt x="21399" y="162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41">
              <a:extLst>
                <a:ext uri="{FF2B5EF4-FFF2-40B4-BE49-F238E27FC236}">
                  <a16:creationId xmlns:a16="http://schemas.microsoft.com/office/drawing/2014/main" id="{5E36C6E2-1F34-C3A6-C97B-93A84411628D}"/>
                </a:ext>
              </a:extLst>
            </p:cNvPr>
            <p:cNvSpPr/>
            <p:nvPr/>
          </p:nvSpPr>
          <p:spPr>
            <a:xfrm>
              <a:off x="10334000" y="3869050"/>
              <a:ext cx="815250" cy="634750"/>
            </a:xfrm>
            <a:custGeom>
              <a:avLst/>
              <a:gdLst/>
              <a:ahLst/>
              <a:cxnLst/>
              <a:rect l="l" t="t" r="r" b="b"/>
              <a:pathLst>
                <a:path w="32610" h="25390" extrusionOk="0">
                  <a:moveTo>
                    <a:pt x="402" y="1"/>
                  </a:moveTo>
                  <a:lnTo>
                    <a:pt x="302" y="201"/>
                  </a:lnTo>
                  <a:lnTo>
                    <a:pt x="241" y="402"/>
                  </a:lnTo>
                  <a:lnTo>
                    <a:pt x="121" y="823"/>
                  </a:lnTo>
                  <a:lnTo>
                    <a:pt x="41" y="1264"/>
                  </a:lnTo>
                  <a:lnTo>
                    <a:pt x="1" y="1706"/>
                  </a:lnTo>
                  <a:lnTo>
                    <a:pt x="783" y="2588"/>
                  </a:lnTo>
                  <a:lnTo>
                    <a:pt x="1645" y="3490"/>
                  </a:lnTo>
                  <a:lnTo>
                    <a:pt x="2548" y="4433"/>
                  </a:lnTo>
                  <a:lnTo>
                    <a:pt x="3490" y="5416"/>
                  </a:lnTo>
                  <a:lnTo>
                    <a:pt x="4493" y="6398"/>
                  </a:lnTo>
                  <a:lnTo>
                    <a:pt x="5536" y="7401"/>
                  </a:lnTo>
                  <a:lnTo>
                    <a:pt x="6619" y="8404"/>
                  </a:lnTo>
                  <a:lnTo>
                    <a:pt x="7722" y="9406"/>
                  </a:lnTo>
                  <a:lnTo>
                    <a:pt x="9286" y="10810"/>
                  </a:lnTo>
                  <a:lnTo>
                    <a:pt x="10910" y="12194"/>
                  </a:lnTo>
                  <a:lnTo>
                    <a:pt x="11733" y="12876"/>
                  </a:lnTo>
                  <a:lnTo>
                    <a:pt x="12555" y="13538"/>
                  </a:lnTo>
                  <a:lnTo>
                    <a:pt x="13397" y="14199"/>
                  </a:lnTo>
                  <a:lnTo>
                    <a:pt x="14240" y="14841"/>
                  </a:lnTo>
                  <a:lnTo>
                    <a:pt x="15343" y="15663"/>
                  </a:lnTo>
                  <a:lnTo>
                    <a:pt x="16466" y="16486"/>
                  </a:lnTo>
                  <a:lnTo>
                    <a:pt x="17589" y="17268"/>
                  </a:lnTo>
                  <a:lnTo>
                    <a:pt x="18732" y="18050"/>
                  </a:lnTo>
                  <a:lnTo>
                    <a:pt x="19875" y="18812"/>
                  </a:lnTo>
                  <a:lnTo>
                    <a:pt x="21018" y="19534"/>
                  </a:lnTo>
                  <a:lnTo>
                    <a:pt x="22161" y="20256"/>
                  </a:lnTo>
                  <a:lnTo>
                    <a:pt x="23304" y="20938"/>
                  </a:lnTo>
                  <a:lnTo>
                    <a:pt x="24407" y="21600"/>
                  </a:lnTo>
                  <a:lnTo>
                    <a:pt x="25510" y="22241"/>
                  </a:lnTo>
                  <a:lnTo>
                    <a:pt x="26593" y="22843"/>
                  </a:lnTo>
                  <a:lnTo>
                    <a:pt x="27636" y="23425"/>
                  </a:lnTo>
                  <a:lnTo>
                    <a:pt x="28659" y="23966"/>
                  </a:lnTo>
                  <a:lnTo>
                    <a:pt x="29641" y="24487"/>
                  </a:lnTo>
                  <a:lnTo>
                    <a:pt x="30584" y="24969"/>
                  </a:lnTo>
                  <a:lnTo>
                    <a:pt x="31486" y="25390"/>
                  </a:lnTo>
                  <a:lnTo>
                    <a:pt x="31747" y="25250"/>
                  </a:lnTo>
                  <a:lnTo>
                    <a:pt x="31988" y="25069"/>
                  </a:lnTo>
                  <a:lnTo>
                    <a:pt x="32208" y="24848"/>
                  </a:lnTo>
                  <a:lnTo>
                    <a:pt x="32409" y="24628"/>
                  </a:lnTo>
                  <a:lnTo>
                    <a:pt x="32609" y="24347"/>
                  </a:lnTo>
                  <a:lnTo>
                    <a:pt x="30945" y="23485"/>
                  </a:lnTo>
                  <a:lnTo>
                    <a:pt x="29000" y="22462"/>
                  </a:lnTo>
                  <a:lnTo>
                    <a:pt x="26874" y="21299"/>
                  </a:lnTo>
                  <a:lnTo>
                    <a:pt x="25731" y="20657"/>
                  </a:lnTo>
                  <a:lnTo>
                    <a:pt x="24588" y="19995"/>
                  </a:lnTo>
                  <a:lnTo>
                    <a:pt x="23404" y="19293"/>
                  </a:lnTo>
                  <a:lnTo>
                    <a:pt x="22201" y="18571"/>
                  </a:lnTo>
                  <a:lnTo>
                    <a:pt x="20998" y="17809"/>
                  </a:lnTo>
                  <a:lnTo>
                    <a:pt x="19775" y="17027"/>
                  </a:lnTo>
                  <a:lnTo>
                    <a:pt x="18571" y="16245"/>
                  </a:lnTo>
                  <a:lnTo>
                    <a:pt x="17388" y="15423"/>
                  </a:lnTo>
                  <a:lnTo>
                    <a:pt x="16225" y="14581"/>
                  </a:lnTo>
                  <a:lnTo>
                    <a:pt x="15082" y="13738"/>
                  </a:lnTo>
                  <a:lnTo>
                    <a:pt x="14119" y="12996"/>
                  </a:lnTo>
                  <a:lnTo>
                    <a:pt x="13157" y="12234"/>
                  </a:lnTo>
                  <a:lnTo>
                    <a:pt x="12214" y="11452"/>
                  </a:lnTo>
                  <a:lnTo>
                    <a:pt x="11291" y="10650"/>
                  </a:lnTo>
                  <a:lnTo>
                    <a:pt x="10369" y="9848"/>
                  </a:lnTo>
                  <a:lnTo>
                    <a:pt x="9446" y="9045"/>
                  </a:lnTo>
                  <a:lnTo>
                    <a:pt x="8564" y="8223"/>
                  </a:lnTo>
                  <a:lnTo>
                    <a:pt x="7702" y="7401"/>
                  </a:lnTo>
                  <a:lnTo>
                    <a:pt x="6599" y="6378"/>
                  </a:lnTo>
                  <a:lnTo>
                    <a:pt x="5556" y="5335"/>
                  </a:lnTo>
                  <a:lnTo>
                    <a:pt x="4553" y="4353"/>
                  </a:lnTo>
                  <a:lnTo>
                    <a:pt x="3591" y="3370"/>
                  </a:lnTo>
                  <a:lnTo>
                    <a:pt x="1866" y="1565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41">
              <a:extLst>
                <a:ext uri="{FF2B5EF4-FFF2-40B4-BE49-F238E27FC236}">
                  <a16:creationId xmlns:a16="http://schemas.microsoft.com/office/drawing/2014/main" id="{FB0678DF-6925-8532-A3AE-F3AC8C16ED17}"/>
                </a:ext>
              </a:extLst>
            </p:cNvPr>
            <p:cNvSpPr/>
            <p:nvPr/>
          </p:nvSpPr>
          <p:spPr>
            <a:xfrm>
              <a:off x="10334000" y="3869050"/>
              <a:ext cx="815250" cy="634750"/>
            </a:xfrm>
            <a:custGeom>
              <a:avLst/>
              <a:gdLst/>
              <a:ahLst/>
              <a:cxnLst/>
              <a:rect l="l" t="t" r="r" b="b"/>
              <a:pathLst>
                <a:path w="32610" h="25390" fill="none" extrusionOk="0">
                  <a:moveTo>
                    <a:pt x="32609" y="24347"/>
                  </a:moveTo>
                  <a:lnTo>
                    <a:pt x="32609" y="24347"/>
                  </a:lnTo>
                  <a:lnTo>
                    <a:pt x="32409" y="24628"/>
                  </a:lnTo>
                  <a:lnTo>
                    <a:pt x="32409" y="24628"/>
                  </a:lnTo>
                  <a:lnTo>
                    <a:pt x="32208" y="24848"/>
                  </a:lnTo>
                  <a:lnTo>
                    <a:pt x="31988" y="25069"/>
                  </a:lnTo>
                  <a:lnTo>
                    <a:pt x="31747" y="25250"/>
                  </a:lnTo>
                  <a:lnTo>
                    <a:pt x="31486" y="25390"/>
                  </a:lnTo>
                  <a:lnTo>
                    <a:pt x="31486" y="25390"/>
                  </a:lnTo>
                  <a:lnTo>
                    <a:pt x="30584" y="24969"/>
                  </a:lnTo>
                  <a:lnTo>
                    <a:pt x="29641" y="24487"/>
                  </a:lnTo>
                  <a:lnTo>
                    <a:pt x="28659" y="23966"/>
                  </a:lnTo>
                  <a:lnTo>
                    <a:pt x="27636" y="23425"/>
                  </a:lnTo>
                  <a:lnTo>
                    <a:pt x="26593" y="22843"/>
                  </a:lnTo>
                  <a:lnTo>
                    <a:pt x="25510" y="22241"/>
                  </a:lnTo>
                  <a:lnTo>
                    <a:pt x="24407" y="21600"/>
                  </a:lnTo>
                  <a:lnTo>
                    <a:pt x="23304" y="20938"/>
                  </a:lnTo>
                  <a:lnTo>
                    <a:pt x="22161" y="20256"/>
                  </a:lnTo>
                  <a:lnTo>
                    <a:pt x="21018" y="19534"/>
                  </a:lnTo>
                  <a:lnTo>
                    <a:pt x="19875" y="18812"/>
                  </a:lnTo>
                  <a:lnTo>
                    <a:pt x="18732" y="18050"/>
                  </a:lnTo>
                  <a:lnTo>
                    <a:pt x="17589" y="17268"/>
                  </a:lnTo>
                  <a:lnTo>
                    <a:pt x="16466" y="16486"/>
                  </a:lnTo>
                  <a:lnTo>
                    <a:pt x="15343" y="15663"/>
                  </a:lnTo>
                  <a:lnTo>
                    <a:pt x="14240" y="14841"/>
                  </a:lnTo>
                  <a:lnTo>
                    <a:pt x="14240" y="14841"/>
                  </a:lnTo>
                  <a:lnTo>
                    <a:pt x="13397" y="14199"/>
                  </a:lnTo>
                  <a:lnTo>
                    <a:pt x="12555" y="13538"/>
                  </a:lnTo>
                  <a:lnTo>
                    <a:pt x="11733" y="12876"/>
                  </a:lnTo>
                  <a:lnTo>
                    <a:pt x="10910" y="12194"/>
                  </a:lnTo>
                  <a:lnTo>
                    <a:pt x="9286" y="10810"/>
                  </a:lnTo>
                  <a:lnTo>
                    <a:pt x="7722" y="9406"/>
                  </a:lnTo>
                  <a:lnTo>
                    <a:pt x="7722" y="9406"/>
                  </a:lnTo>
                  <a:lnTo>
                    <a:pt x="6619" y="8404"/>
                  </a:lnTo>
                  <a:lnTo>
                    <a:pt x="5536" y="7401"/>
                  </a:lnTo>
                  <a:lnTo>
                    <a:pt x="4493" y="6398"/>
                  </a:lnTo>
                  <a:lnTo>
                    <a:pt x="3490" y="5416"/>
                  </a:lnTo>
                  <a:lnTo>
                    <a:pt x="2548" y="4433"/>
                  </a:lnTo>
                  <a:lnTo>
                    <a:pt x="1645" y="3490"/>
                  </a:lnTo>
                  <a:lnTo>
                    <a:pt x="783" y="2588"/>
                  </a:lnTo>
                  <a:lnTo>
                    <a:pt x="1" y="1706"/>
                  </a:lnTo>
                  <a:lnTo>
                    <a:pt x="1" y="1706"/>
                  </a:lnTo>
                  <a:lnTo>
                    <a:pt x="41" y="1264"/>
                  </a:lnTo>
                  <a:lnTo>
                    <a:pt x="121" y="823"/>
                  </a:lnTo>
                  <a:lnTo>
                    <a:pt x="241" y="402"/>
                  </a:lnTo>
                  <a:lnTo>
                    <a:pt x="302" y="201"/>
                  </a:lnTo>
                  <a:lnTo>
                    <a:pt x="402" y="1"/>
                  </a:lnTo>
                  <a:lnTo>
                    <a:pt x="402" y="1"/>
                  </a:lnTo>
                  <a:lnTo>
                    <a:pt x="1866" y="1565"/>
                  </a:lnTo>
                  <a:lnTo>
                    <a:pt x="3591" y="3370"/>
                  </a:lnTo>
                  <a:lnTo>
                    <a:pt x="4553" y="4353"/>
                  </a:lnTo>
                  <a:lnTo>
                    <a:pt x="5556" y="5335"/>
                  </a:lnTo>
                  <a:lnTo>
                    <a:pt x="6599" y="6378"/>
                  </a:lnTo>
                  <a:lnTo>
                    <a:pt x="7702" y="7401"/>
                  </a:lnTo>
                  <a:lnTo>
                    <a:pt x="7702" y="7401"/>
                  </a:lnTo>
                  <a:lnTo>
                    <a:pt x="8564" y="8223"/>
                  </a:lnTo>
                  <a:lnTo>
                    <a:pt x="9446" y="9045"/>
                  </a:lnTo>
                  <a:lnTo>
                    <a:pt x="10369" y="9848"/>
                  </a:lnTo>
                  <a:lnTo>
                    <a:pt x="11291" y="10650"/>
                  </a:lnTo>
                  <a:lnTo>
                    <a:pt x="12214" y="11452"/>
                  </a:lnTo>
                  <a:lnTo>
                    <a:pt x="13157" y="12234"/>
                  </a:lnTo>
                  <a:lnTo>
                    <a:pt x="14119" y="12996"/>
                  </a:lnTo>
                  <a:lnTo>
                    <a:pt x="15082" y="13738"/>
                  </a:lnTo>
                  <a:lnTo>
                    <a:pt x="15082" y="13738"/>
                  </a:lnTo>
                  <a:lnTo>
                    <a:pt x="16225" y="14581"/>
                  </a:lnTo>
                  <a:lnTo>
                    <a:pt x="17388" y="15423"/>
                  </a:lnTo>
                  <a:lnTo>
                    <a:pt x="18571" y="16245"/>
                  </a:lnTo>
                  <a:lnTo>
                    <a:pt x="19775" y="17027"/>
                  </a:lnTo>
                  <a:lnTo>
                    <a:pt x="20998" y="17809"/>
                  </a:lnTo>
                  <a:lnTo>
                    <a:pt x="22201" y="18571"/>
                  </a:lnTo>
                  <a:lnTo>
                    <a:pt x="23404" y="19293"/>
                  </a:lnTo>
                  <a:lnTo>
                    <a:pt x="24588" y="19995"/>
                  </a:lnTo>
                  <a:lnTo>
                    <a:pt x="25731" y="20657"/>
                  </a:lnTo>
                  <a:lnTo>
                    <a:pt x="26874" y="21299"/>
                  </a:lnTo>
                  <a:lnTo>
                    <a:pt x="29000" y="22462"/>
                  </a:lnTo>
                  <a:lnTo>
                    <a:pt x="30945" y="23485"/>
                  </a:lnTo>
                  <a:lnTo>
                    <a:pt x="32609" y="243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41">
              <a:extLst>
                <a:ext uri="{FF2B5EF4-FFF2-40B4-BE49-F238E27FC236}">
                  <a16:creationId xmlns:a16="http://schemas.microsoft.com/office/drawing/2014/main" id="{D0D776EB-0DD3-197B-FD28-23F8A2703138}"/>
                </a:ext>
              </a:extLst>
            </p:cNvPr>
            <p:cNvSpPr/>
            <p:nvPr/>
          </p:nvSpPr>
          <p:spPr>
            <a:xfrm>
              <a:off x="10352050" y="3796875"/>
              <a:ext cx="831300" cy="667825"/>
            </a:xfrm>
            <a:custGeom>
              <a:avLst/>
              <a:gdLst/>
              <a:ahLst/>
              <a:cxnLst/>
              <a:rect l="l" t="t" r="r" b="b"/>
              <a:pathLst>
                <a:path w="33252" h="26713" extrusionOk="0">
                  <a:moveTo>
                    <a:pt x="5275" y="0"/>
                  </a:moveTo>
                  <a:lnTo>
                    <a:pt x="4894" y="20"/>
                  </a:lnTo>
                  <a:lnTo>
                    <a:pt x="4493" y="40"/>
                  </a:lnTo>
                  <a:lnTo>
                    <a:pt x="4112" y="80"/>
                  </a:lnTo>
                  <a:lnTo>
                    <a:pt x="3751" y="140"/>
                  </a:lnTo>
                  <a:lnTo>
                    <a:pt x="3390" y="221"/>
                  </a:lnTo>
                  <a:lnTo>
                    <a:pt x="3029" y="321"/>
                  </a:lnTo>
                  <a:lnTo>
                    <a:pt x="2668" y="421"/>
                  </a:lnTo>
                  <a:lnTo>
                    <a:pt x="2327" y="541"/>
                  </a:lnTo>
                  <a:lnTo>
                    <a:pt x="2006" y="682"/>
                  </a:lnTo>
                  <a:lnTo>
                    <a:pt x="1685" y="862"/>
                  </a:lnTo>
                  <a:lnTo>
                    <a:pt x="1385" y="1043"/>
                  </a:lnTo>
                  <a:lnTo>
                    <a:pt x="1084" y="1243"/>
                  </a:lnTo>
                  <a:lnTo>
                    <a:pt x="803" y="1464"/>
                  </a:lnTo>
                  <a:lnTo>
                    <a:pt x="542" y="1705"/>
                  </a:lnTo>
                  <a:lnTo>
                    <a:pt x="282" y="1985"/>
                  </a:lnTo>
                  <a:lnTo>
                    <a:pt x="41" y="2266"/>
                  </a:lnTo>
                  <a:lnTo>
                    <a:pt x="1" y="2346"/>
                  </a:lnTo>
                  <a:lnTo>
                    <a:pt x="723" y="3149"/>
                  </a:lnTo>
                  <a:lnTo>
                    <a:pt x="1485" y="3991"/>
                  </a:lnTo>
                  <a:lnTo>
                    <a:pt x="2307" y="4853"/>
                  </a:lnTo>
                  <a:lnTo>
                    <a:pt x="3189" y="5756"/>
                  </a:lnTo>
                  <a:lnTo>
                    <a:pt x="4092" y="6678"/>
                  </a:lnTo>
                  <a:lnTo>
                    <a:pt x="5034" y="7621"/>
                  </a:lnTo>
                  <a:lnTo>
                    <a:pt x="6037" y="8583"/>
                  </a:lnTo>
                  <a:lnTo>
                    <a:pt x="7060" y="9546"/>
                  </a:lnTo>
                  <a:lnTo>
                    <a:pt x="7962" y="10388"/>
                  </a:lnTo>
                  <a:lnTo>
                    <a:pt x="8885" y="11211"/>
                  </a:lnTo>
                  <a:lnTo>
                    <a:pt x="9848" y="12053"/>
                  </a:lnTo>
                  <a:lnTo>
                    <a:pt x="10810" y="12875"/>
                  </a:lnTo>
                  <a:lnTo>
                    <a:pt x="11773" y="13697"/>
                  </a:lnTo>
                  <a:lnTo>
                    <a:pt x="12775" y="14499"/>
                  </a:lnTo>
                  <a:lnTo>
                    <a:pt x="13778" y="15302"/>
                  </a:lnTo>
                  <a:lnTo>
                    <a:pt x="14781" y="16064"/>
                  </a:lnTo>
                  <a:lnTo>
                    <a:pt x="15904" y="16906"/>
                  </a:lnTo>
                  <a:lnTo>
                    <a:pt x="17027" y="17728"/>
                  </a:lnTo>
                  <a:lnTo>
                    <a:pt x="18190" y="18530"/>
                  </a:lnTo>
                  <a:lnTo>
                    <a:pt x="19333" y="19313"/>
                  </a:lnTo>
                  <a:lnTo>
                    <a:pt x="20496" y="20095"/>
                  </a:lnTo>
                  <a:lnTo>
                    <a:pt x="21660" y="20837"/>
                  </a:lnTo>
                  <a:lnTo>
                    <a:pt x="22823" y="21559"/>
                  </a:lnTo>
                  <a:lnTo>
                    <a:pt x="23966" y="22241"/>
                  </a:lnTo>
                  <a:lnTo>
                    <a:pt x="25089" y="22922"/>
                  </a:lnTo>
                  <a:lnTo>
                    <a:pt x="26212" y="23564"/>
                  </a:lnTo>
                  <a:lnTo>
                    <a:pt x="27295" y="24166"/>
                  </a:lnTo>
                  <a:lnTo>
                    <a:pt x="28358" y="24747"/>
                  </a:lnTo>
                  <a:lnTo>
                    <a:pt x="29381" y="25309"/>
                  </a:lnTo>
                  <a:lnTo>
                    <a:pt x="30383" y="25810"/>
                  </a:lnTo>
                  <a:lnTo>
                    <a:pt x="31326" y="26292"/>
                  </a:lnTo>
                  <a:lnTo>
                    <a:pt x="32228" y="26713"/>
                  </a:lnTo>
                  <a:lnTo>
                    <a:pt x="32409" y="26432"/>
                  </a:lnTo>
                  <a:lnTo>
                    <a:pt x="32569" y="26131"/>
                  </a:lnTo>
                  <a:lnTo>
                    <a:pt x="32710" y="25810"/>
                  </a:lnTo>
                  <a:lnTo>
                    <a:pt x="32830" y="25509"/>
                  </a:lnTo>
                  <a:lnTo>
                    <a:pt x="32950" y="25189"/>
                  </a:lnTo>
                  <a:lnTo>
                    <a:pt x="33051" y="24848"/>
                  </a:lnTo>
                  <a:lnTo>
                    <a:pt x="33131" y="24527"/>
                  </a:lnTo>
                  <a:lnTo>
                    <a:pt x="33191" y="24166"/>
                  </a:lnTo>
                  <a:lnTo>
                    <a:pt x="33231" y="23825"/>
                  </a:lnTo>
                  <a:lnTo>
                    <a:pt x="33251" y="23444"/>
                  </a:lnTo>
                  <a:lnTo>
                    <a:pt x="33251" y="23063"/>
                  </a:lnTo>
                  <a:lnTo>
                    <a:pt x="33231" y="22682"/>
                  </a:lnTo>
                  <a:lnTo>
                    <a:pt x="33191" y="22281"/>
                  </a:lnTo>
                  <a:lnTo>
                    <a:pt x="33151" y="21859"/>
                  </a:lnTo>
                  <a:lnTo>
                    <a:pt x="33071" y="21418"/>
                  </a:lnTo>
                  <a:lnTo>
                    <a:pt x="32970" y="20977"/>
                  </a:lnTo>
                  <a:lnTo>
                    <a:pt x="31326" y="20095"/>
                  </a:lnTo>
                  <a:lnTo>
                    <a:pt x="29561" y="19112"/>
                  </a:lnTo>
                  <a:lnTo>
                    <a:pt x="27696" y="18049"/>
                  </a:lnTo>
                  <a:lnTo>
                    <a:pt x="25771" y="16906"/>
                  </a:lnTo>
                  <a:lnTo>
                    <a:pt x="23826" y="15683"/>
                  </a:lnTo>
                  <a:lnTo>
                    <a:pt x="22843" y="15061"/>
                  </a:lnTo>
                  <a:lnTo>
                    <a:pt x="21860" y="14419"/>
                  </a:lnTo>
                  <a:lnTo>
                    <a:pt x="20898" y="13757"/>
                  </a:lnTo>
                  <a:lnTo>
                    <a:pt x="19935" y="13096"/>
                  </a:lnTo>
                  <a:lnTo>
                    <a:pt x="18992" y="12414"/>
                  </a:lnTo>
                  <a:lnTo>
                    <a:pt x="18070" y="11732"/>
                  </a:lnTo>
                  <a:lnTo>
                    <a:pt x="17027" y="10930"/>
                  </a:lnTo>
                  <a:lnTo>
                    <a:pt x="15984" y="10087"/>
                  </a:lnTo>
                  <a:lnTo>
                    <a:pt x="14961" y="9225"/>
                  </a:lnTo>
                  <a:lnTo>
                    <a:pt x="13959" y="8363"/>
                  </a:lnTo>
                  <a:lnTo>
                    <a:pt x="12956" y="7480"/>
                  </a:lnTo>
                  <a:lnTo>
                    <a:pt x="11973" y="6598"/>
                  </a:lnTo>
                  <a:lnTo>
                    <a:pt x="11011" y="5716"/>
                  </a:lnTo>
                  <a:lnTo>
                    <a:pt x="10088" y="4833"/>
                  </a:lnTo>
                  <a:lnTo>
                    <a:pt x="8765" y="3550"/>
                  </a:lnTo>
                  <a:lnTo>
                    <a:pt x="7521" y="2306"/>
                  </a:lnTo>
                  <a:lnTo>
                    <a:pt x="6358" y="1123"/>
                  </a:lnTo>
                  <a:lnTo>
                    <a:pt x="527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8376;p41">
              <a:extLst>
                <a:ext uri="{FF2B5EF4-FFF2-40B4-BE49-F238E27FC236}">
                  <a16:creationId xmlns:a16="http://schemas.microsoft.com/office/drawing/2014/main" id="{9BC4AAC0-DDAB-28E4-8333-CC32D58F6C5E}"/>
                </a:ext>
              </a:extLst>
            </p:cNvPr>
            <p:cNvSpPr/>
            <p:nvPr/>
          </p:nvSpPr>
          <p:spPr>
            <a:xfrm>
              <a:off x="10352050" y="3796875"/>
              <a:ext cx="831300" cy="667825"/>
            </a:xfrm>
            <a:custGeom>
              <a:avLst/>
              <a:gdLst/>
              <a:ahLst/>
              <a:cxnLst/>
              <a:rect l="l" t="t" r="r" b="b"/>
              <a:pathLst>
                <a:path w="33252" h="26713" fill="none" extrusionOk="0">
                  <a:moveTo>
                    <a:pt x="32228" y="26713"/>
                  </a:moveTo>
                  <a:lnTo>
                    <a:pt x="32228" y="26713"/>
                  </a:lnTo>
                  <a:lnTo>
                    <a:pt x="31326" y="26292"/>
                  </a:lnTo>
                  <a:lnTo>
                    <a:pt x="30383" y="25810"/>
                  </a:lnTo>
                  <a:lnTo>
                    <a:pt x="29381" y="25309"/>
                  </a:lnTo>
                  <a:lnTo>
                    <a:pt x="28358" y="24747"/>
                  </a:lnTo>
                  <a:lnTo>
                    <a:pt x="27295" y="24166"/>
                  </a:lnTo>
                  <a:lnTo>
                    <a:pt x="26212" y="23564"/>
                  </a:lnTo>
                  <a:lnTo>
                    <a:pt x="25089" y="22922"/>
                  </a:lnTo>
                  <a:lnTo>
                    <a:pt x="23966" y="22241"/>
                  </a:lnTo>
                  <a:lnTo>
                    <a:pt x="22823" y="21559"/>
                  </a:lnTo>
                  <a:lnTo>
                    <a:pt x="21660" y="20837"/>
                  </a:lnTo>
                  <a:lnTo>
                    <a:pt x="20496" y="20095"/>
                  </a:lnTo>
                  <a:lnTo>
                    <a:pt x="19333" y="19313"/>
                  </a:lnTo>
                  <a:lnTo>
                    <a:pt x="18190" y="18530"/>
                  </a:lnTo>
                  <a:lnTo>
                    <a:pt x="17027" y="17728"/>
                  </a:lnTo>
                  <a:lnTo>
                    <a:pt x="15904" y="16906"/>
                  </a:lnTo>
                  <a:lnTo>
                    <a:pt x="14781" y="16064"/>
                  </a:lnTo>
                  <a:lnTo>
                    <a:pt x="14781" y="16064"/>
                  </a:lnTo>
                  <a:lnTo>
                    <a:pt x="13778" y="15302"/>
                  </a:lnTo>
                  <a:lnTo>
                    <a:pt x="12775" y="14499"/>
                  </a:lnTo>
                  <a:lnTo>
                    <a:pt x="11773" y="13697"/>
                  </a:lnTo>
                  <a:lnTo>
                    <a:pt x="10810" y="12875"/>
                  </a:lnTo>
                  <a:lnTo>
                    <a:pt x="9848" y="12053"/>
                  </a:lnTo>
                  <a:lnTo>
                    <a:pt x="8885" y="11211"/>
                  </a:lnTo>
                  <a:lnTo>
                    <a:pt x="7962" y="10388"/>
                  </a:lnTo>
                  <a:lnTo>
                    <a:pt x="7060" y="9546"/>
                  </a:lnTo>
                  <a:lnTo>
                    <a:pt x="7060" y="9546"/>
                  </a:lnTo>
                  <a:lnTo>
                    <a:pt x="6037" y="8583"/>
                  </a:lnTo>
                  <a:lnTo>
                    <a:pt x="5034" y="7621"/>
                  </a:lnTo>
                  <a:lnTo>
                    <a:pt x="4092" y="6678"/>
                  </a:lnTo>
                  <a:lnTo>
                    <a:pt x="3189" y="5756"/>
                  </a:lnTo>
                  <a:lnTo>
                    <a:pt x="2307" y="4853"/>
                  </a:lnTo>
                  <a:lnTo>
                    <a:pt x="1485" y="3991"/>
                  </a:lnTo>
                  <a:lnTo>
                    <a:pt x="723" y="3149"/>
                  </a:lnTo>
                  <a:lnTo>
                    <a:pt x="1" y="2346"/>
                  </a:lnTo>
                  <a:lnTo>
                    <a:pt x="1" y="2346"/>
                  </a:lnTo>
                  <a:lnTo>
                    <a:pt x="41" y="2266"/>
                  </a:lnTo>
                  <a:lnTo>
                    <a:pt x="41" y="2266"/>
                  </a:lnTo>
                  <a:lnTo>
                    <a:pt x="282" y="1985"/>
                  </a:lnTo>
                  <a:lnTo>
                    <a:pt x="542" y="1705"/>
                  </a:lnTo>
                  <a:lnTo>
                    <a:pt x="803" y="1464"/>
                  </a:lnTo>
                  <a:lnTo>
                    <a:pt x="1084" y="1243"/>
                  </a:lnTo>
                  <a:lnTo>
                    <a:pt x="1385" y="1043"/>
                  </a:lnTo>
                  <a:lnTo>
                    <a:pt x="1685" y="862"/>
                  </a:lnTo>
                  <a:lnTo>
                    <a:pt x="2006" y="682"/>
                  </a:lnTo>
                  <a:lnTo>
                    <a:pt x="2327" y="541"/>
                  </a:lnTo>
                  <a:lnTo>
                    <a:pt x="2668" y="421"/>
                  </a:lnTo>
                  <a:lnTo>
                    <a:pt x="3029" y="321"/>
                  </a:lnTo>
                  <a:lnTo>
                    <a:pt x="3390" y="221"/>
                  </a:lnTo>
                  <a:lnTo>
                    <a:pt x="3751" y="140"/>
                  </a:lnTo>
                  <a:lnTo>
                    <a:pt x="4112" y="80"/>
                  </a:lnTo>
                  <a:lnTo>
                    <a:pt x="4493" y="40"/>
                  </a:lnTo>
                  <a:lnTo>
                    <a:pt x="4894" y="20"/>
                  </a:lnTo>
                  <a:lnTo>
                    <a:pt x="5275" y="0"/>
                  </a:lnTo>
                  <a:lnTo>
                    <a:pt x="5275" y="0"/>
                  </a:lnTo>
                  <a:lnTo>
                    <a:pt x="6358" y="1123"/>
                  </a:lnTo>
                  <a:lnTo>
                    <a:pt x="7521" y="2306"/>
                  </a:lnTo>
                  <a:lnTo>
                    <a:pt x="8765" y="3550"/>
                  </a:lnTo>
                  <a:lnTo>
                    <a:pt x="10088" y="4833"/>
                  </a:lnTo>
                  <a:lnTo>
                    <a:pt x="10088" y="4833"/>
                  </a:lnTo>
                  <a:lnTo>
                    <a:pt x="11011" y="5716"/>
                  </a:lnTo>
                  <a:lnTo>
                    <a:pt x="11973" y="6598"/>
                  </a:lnTo>
                  <a:lnTo>
                    <a:pt x="12956" y="7480"/>
                  </a:lnTo>
                  <a:lnTo>
                    <a:pt x="13959" y="8363"/>
                  </a:lnTo>
                  <a:lnTo>
                    <a:pt x="14961" y="9225"/>
                  </a:lnTo>
                  <a:lnTo>
                    <a:pt x="15984" y="10087"/>
                  </a:lnTo>
                  <a:lnTo>
                    <a:pt x="17027" y="10930"/>
                  </a:lnTo>
                  <a:lnTo>
                    <a:pt x="18070" y="11732"/>
                  </a:lnTo>
                  <a:lnTo>
                    <a:pt x="18070" y="11732"/>
                  </a:lnTo>
                  <a:lnTo>
                    <a:pt x="18992" y="12414"/>
                  </a:lnTo>
                  <a:lnTo>
                    <a:pt x="19935" y="13096"/>
                  </a:lnTo>
                  <a:lnTo>
                    <a:pt x="20898" y="13757"/>
                  </a:lnTo>
                  <a:lnTo>
                    <a:pt x="21860" y="14419"/>
                  </a:lnTo>
                  <a:lnTo>
                    <a:pt x="22843" y="15061"/>
                  </a:lnTo>
                  <a:lnTo>
                    <a:pt x="23826" y="15683"/>
                  </a:lnTo>
                  <a:lnTo>
                    <a:pt x="25771" y="16906"/>
                  </a:lnTo>
                  <a:lnTo>
                    <a:pt x="27696" y="18049"/>
                  </a:lnTo>
                  <a:lnTo>
                    <a:pt x="29561" y="19112"/>
                  </a:lnTo>
                  <a:lnTo>
                    <a:pt x="31326" y="20095"/>
                  </a:lnTo>
                  <a:lnTo>
                    <a:pt x="32970" y="20977"/>
                  </a:lnTo>
                  <a:lnTo>
                    <a:pt x="32970" y="20977"/>
                  </a:lnTo>
                  <a:lnTo>
                    <a:pt x="33071" y="21418"/>
                  </a:lnTo>
                  <a:lnTo>
                    <a:pt x="33151" y="21859"/>
                  </a:lnTo>
                  <a:lnTo>
                    <a:pt x="33191" y="22281"/>
                  </a:lnTo>
                  <a:lnTo>
                    <a:pt x="33231" y="22682"/>
                  </a:lnTo>
                  <a:lnTo>
                    <a:pt x="33251" y="23063"/>
                  </a:lnTo>
                  <a:lnTo>
                    <a:pt x="33251" y="23444"/>
                  </a:lnTo>
                  <a:lnTo>
                    <a:pt x="33231" y="23825"/>
                  </a:lnTo>
                  <a:lnTo>
                    <a:pt x="33191" y="24166"/>
                  </a:lnTo>
                  <a:lnTo>
                    <a:pt x="33131" y="24527"/>
                  </a:lnTo>
                  <a:lnTo>
                    <a:pt x="33051" y="24848"/>
                  </a:lnTo>
                  <a:lnTo>
                    <a:pt x="32950" y="25189"/>
                  </a:lnTo>
                  <a:lnTo>
                    <a:pt x="32830" y="25509"/>
                  </a:lnTo>
                  <a:lnTo>
                    <a:pt x="32710" y="25810"/>
                  </a:lnTo>
                  <a:lnTo>
                    <a:pt x="32569" y="26131"/>
                  </a:lnTo>
                  <a:lnTo>
                    <a:pt x="32409" y="26432"/>
                  </a:lnTo>
                  <a:lnTo>
                    <a:pt x="32228" y="2671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8377;p41">
              <a:extLst>
                <a:ext uri="{FF2B5EF4-FFF2-40B4-BE49-F238E27FC236}">
                  <a16:creationId xmlns:a16="http://schemas.microsoft.com/office/drawing/2014/main" id="{51EA8254-7524-D92B-EA89-D9AC70F1417A}"/>
                </a:ext>
              </a:extLst>
            </p:cNvPr>
            <p:cNvSpPr/>
            <p:nvPr/>
          </p:nvSpPr>
          <p:spPr>
            <a:xfrm>
              <a:off x="10458850" y="4207975"/>
              <a:ext cx="290800" cy="225150"/>
            </a:xfrm>
            <a:custGeom>
              <a:avLst/>
              <a:gdLst/>
              <a:ahLst/>
              <a:cxnLst/>
              <a:rect l="l" t="t" r="r" b="b"/>
              <a:pathLst>
                <a:path w="11632" h="9006" extrusionOk="0">
                  <a:moveTo>
                    <a:pt x="0" y="1"/>
                  </a:moveTo>
                  <a:lnTo>
                    <a:pt x="562" y="863"/>
                  </a:lnTo>
                  <a:lnTo>
                    <a:pt x="1123" y="1665"/>
                  </a:lnTo>
                  <a:lnTo>
                    <a:pt x="2166" y="3069"/>
                  </a:lnTo>
                  <a:lnTo>
                    <a:pt x="3009" y="4192"/>
                  </a:lnTo>
                  <a:lnTo>
                    <a:pt x="3610" y="4974"/>
                  </a:lnTo>
                  <a:lnTo>
                    <a:pt x="3630" y="4994"/>
                  </a:lnTo>
                  <a:lnTo>
                    <a:pt x="4493" y="5676"/>
                  </a:lnTo>
                  <a:lnTo>
                    <a:pt x="5395" y="6378"/>
                  </a:lnTo>
                  <a:lnTo>
                    <a:pt x="6177" y="6960"/>
                  </a:lnTo>
                  <a:lnTo>
                    <a:pt x="6558" y="7240"/>
                  </a:lnTo>
                  <a:lnTo>
                    <a:pt x="6899" y="7321"/>
                  </a:lnTo>
                  <a:lnTo>
                    <a:pt x="7300" y="7421"/>
                  </a:lnTo>
                  <a:lnTo>
                    <a:pt x="7761" y="7561"/>
                  </a:lnTo>
                  <a:lnTo>
                    <a:pt x="8263" y="7742"/>
                  </a:lnTo>
                  <a:lnTo>
                    <a:pt x="9366" y="8143"/>
                  </a:lnTo>
                  <a:lnTo>
                    <a:pt x="10629" y="8624"/>
                  </a:lnTo>
                  <a:lnTo>
                    <a:pt x="11632" y="9005"/>
                  </a:lnTo>
                  <a:lnTo>
                    <a:pt x="10288" y="8123"/>
                  </a:lnTo>
                  <a:lnTo>
                    <a:pt x="8945" y="7220"/>
                  </a:lnTo>
                  <a:lnTo>
                    <a:pt x="7561" y="6258"/>
                  </a:lnTo>
                  <a:lnTo>
                    <a:pt x="6217" y="5255"/>
                  </a:lnTo>
                  <a:lnTo>
                    <a:pt x="5415" y="4653"/>
                  </a:lnTo>
                  <a:lnTo>
                    <a:pt x="4633" y="4012"/>
                  </a:lnTo>
                  <a:lnTo>
                    <a:pt x="3831" y="3370"/>
                  </a:lnTo>
                  <a:lnTo>
                    <a:pt x="3049" y="2708"/>
                  </a:lnTo>
                  <a:lnTo>
                    <a:pt x="1504" y="136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8378;p41">
              <a:extLst>
                <a:ext uri="{FF2B5EF4-FFF2-40B4-BE49-F238E27FC236}">
                  <a16:creationId xmlns:a16="http://schemas.microsoft.com/office/drawing/2014/main" id="{A646A64C-7F65-5E08-4E16-488FD5BF46DB}"/>
                </a:ext>
              </a:extLst>
            </p:cNvPr>
            <p:cNvSpPr/>
            <p:nvPr/>
          </p:nvSpPr>
          <p:spPr>
            <a:xfrm>
              <a:off x="10458850" y="4207975"/>
              <a:ext cx="290800" cy="225150"/>
            </a:xfrm>
            <a:custGeom>
              <a:avLst/>
              <a:gdLst/>
              <a:ahLst/>
              <a:cxnLst/>
              <a:rect l="l" t="t" r="r" b="b"/>
              <a:pathLst>
                <a:path w="11632" h="9006" fill="none" extrusionOk="0">
                  <a:moveTo>
                    <a:pt x="11632" y="9005"/>
                  </a:moveTo>
                  <a:lnTo>
                    <a:pt x="11632" y="9005"/>
                  </a:lnTo>
                  <a:lnTo>
                    <a:pt x="10629" y="8624"/>
                  </a:lnTo>
                  <a:lnTo>
                    <a:pt x="10629" y="8624"/>
                  </a:lnTo>
                  <a:lnTo>
                    <a:pt x="9366" y="8143"/>
                  </a:lnTo>
                  <a:lnTo>
                    <a:pt x="8263" y="7742"/>
                  </a:lnTo>
                  <a:lnTo>
                    <a:pt x="7761" y="7561"/>
                  </a:lnTo>
                  <a:lnTo>
                    <a:pt x="7300" y="7421"/>
                  </a:lnTo>
                  <a:lnTo>
                    <a:pt x="6899" y="7321"/>
                  </a:lnTo>
                  <a:lnTo>
                    <a:pt x="6558" y="7240"/>
                  </a:lnTo>
                  <a:lnTo>
                    <a:pt x="6558" y="7240"/>
                  </a:lnTo>
                  <a:lnTo>
                    <a:pt x="6558" y="7240"/>
                  </a:lnTo>
                  <a:lnTo>
                    <a:pt x="6558" y="7240"/>
                  </a:lnTo>
                  <a:lnTo>
                    <a:pt x="6177" y="6960"/>
                  </a:lnTo>
                  <a:lnTo>
                    <a:pt x="6177" y="6960"/>
                  </a:lnTo>
                  <a:lnTo>
                    <a:pt x="5395" y="6378"/>
                  </a:lnTo>
                  <a:lnTo>
                    <a:pt x="5395" y="6378"/>
                  </a:lnTo>
                  <a:lnTo>
                    <a:pt x="4493" y="5676"/>
                  </a:lnTo>
                  <a:lnTo>
                    <a:pt x="4493" y="5676"/>
                  </a:lnTo>
                  <a:lnTo>
                    <a:pt x="3630" y="4994"/>
                  </a:lnTo>
                  <a:lnTo>
                    <a:pt x="3630" y="4994"/>
                  </a:lnTo>
                  <a:lnTo>
                    <a:pt x="3610" y="4974"/>
                  </a:lnTo>
                  <a:lnTo>
                    <a:pt x="3610" y="4974"/>
                  </a:lnTo>
                  <a:lnTo>
                    <a:pt x="3009" y="4192"/>
                  </a:lnTo>
                  <a:lnTo>
                    <a:pt x="2166" y="3069"/>
                  </a:lnTo>
                  <a:lnTo>
                    <a:pt x="1123" y="1665"/>
                  </a:lnTo>
                  <a:lnTo>
                    <a:pt x="562" y="86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504" y="1364"/>
                  </a:lnTo>
                  <a:lnTo>
                    <a:pt x="3049" y="2708"/>
                  </a:lnTo>
                  <a:lnTo>
                    <a:pt x="3831" y="3370"/>
                  </a:lnTo>
                  <a:lnTo>
                    <a:pt x="4633" y="4012"/>
                  </a:lnTo>
                  <a:lnTo>
                    <a:pt x="5415" y="4653"/>
                  </a:lnTo>
                  <a:lnTo>
                    <a:pt x="6217" y="5255"/>
                  </a:lnTo>
                  <a:lnTo>
                    <a:pt x="6217" y="5255"/>
                  </a:lnTo>
                  <a:lnTo>
                    <a:pt x="7561" y="6258"/>
                  </a:lnTo>
                  <a:lnTo>
                    <a:pt x="8945" y="7220"/>
                  </a:lnTo>
                  <a:lnTo>
                    <a:pt x="8945" y="7220"/>
                  </a:lnTo>
                  <a:lnTo>
                    <a:pt x="10288" y="8123"/>
                  </a:lnTo>
                  <a:lnTo>
                    <a:pt x="11632" y="90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8379;p41">
              <a:extLst>
                <a:ext uri="{FF2B5EF4-FFF2-40B4-BE49-F238E27FC236}">
                  <a16:creationId xmlns:a16="http://schemas.microsoft.com/office/drawing/2014/main" id="{FAE9F183-142F-0403-BD48-4AB02BDD19CD}"/>
                </a:ext>
              </a:extLst>
            </p:cNvPr>
            <p:cNvSpPr/>
            <p:nvPr/>
          </p:nvSpPr>
          <p:spPr>
            <a:xfrm>
              <a:off x="10333500" y="3796875"/>
              <a:ext cx="580100" cy="467775"/>
            </a:xfrm>
            <a:custGeom>
              <a:avLst/>
              <a:gdLst/>
              <a:ahLst/>
              <a:cxnLst/>
              <a:rect l="l" t="t" r="r" b="b"/>
              <a:pathLst>
                <a:path w="23204" h="18711" extrusionOk="0">
                  <a:moveTo>
                    <a:pt x="21720" y="2487"/>
                  </a:moveTo>
                  <a:lnTo>
                    <a:pt x="21359" y="2527"/>
                  </a:lnTo>
                  <a:lnTo>
                    <a:pt x="20958" y="2567"/>
                  </a:lnTo>
                  <a:lnTo>
                    <a:pt x="20557" y="2587"/>
                  </a:lnTo>
                  <a:lnTo>
                    <a:pt x="19694" y="2587"/>
                  </a:lnTo>
                  <a:lnTo>
                    <a:pt x="19273" y="2567"/>
                  </a:lnTo>
                  <a:lnTo>
                    <a:pt x="20236" y="3469"/>
                  </a:lnTo>
                  <a:lnTo>
                    <a:pt x="21259" y="4372"/>
                  </a:lnTo>
                  <a:lnTo>
                    <a:pt x="21579" y="4292"/>
                  </a:lnTo>
                  <a:lnTo>
                    <a:pt x="22021" y="4171"/>
                  </a:lnTo>
                  <a:lnTo>
                    <a:pt x="22422" y="4011"/>
                  </a:lnTo>
                  <a:lnTo>
                    <a:pt x="22823" y="3830"/>
                  </a:lnTo>
                  <a:lnTo>
                    <a:pt x="23204" y="3610"/>
                  </a:lnTo>
                  <a:lnTo>
                    <a:pt x="21720" y="2487"/>
                  </a:lnTo>
                  <a:close/>
                  <a:moveTo>
                    <a:pt x="12054" y="882"/>
                  </a:moveTo>
                  <a:lnTo>
                    <a:pt x="13778" y="2547"/>
                  </a:lnTo>
                  <a:lnTo>
                    <a:pt x="14681" y="3369"/>
                  </a:lnTo>
                  <a:lnTo>
                    <a:pt x="15603" y="4211"/>
                  </a:lnTo>
                  <a:lnTo>
                    <a:pt x="16506" y="4312"/>
                  </a:lnTo>
                  <a:lnTo>
                    <a:pt x="17428" y="4412"/>
                  </a:lnTo>
                  <a:lnTo>
                    <a:pt x="18331" y="4492"/>
                  </a:lnTo>
                  <a:lnTo>
                    <a:pt x="18792" y="4512"/>
                  </a:lnTo>
                  <a:lnTo>
                    <a:pt x="19253" y="4532"/>
                  </a:lnTo>
                  <a:lnTo>
                    <a:pt x="19253" y="4532"/>
                  </a:lnTo>
                  <a:lnTo>
                    <a:pt x="18591" y="3951"/>
                  </a:lnTo>
                  <a:lnTo>
                    <a:pt x="17970" y="3349"/>
                  </a:lnTo>
                  <a:lnTo>
                    <a:pt x="16786" y="2206"/>
                  </a:lnTo>
                  <a:lnTo>
                    <a:pt x="15784" y="1945"/>
                  </a:lnTo>
                  <a:lnTo>
                    <a:pt x="14661" y="1604"/>
                  </a:lnTo>
                  <a:lnTo>
                    <a:pt x="13397" y="1243"/>
                  </a:lnTo>
                  <a:lnTo>
                    <a:pt x="12054" y="882"/>
                  </a:lnTo>
                  <a:close/>
                  <a:moveTo>
                    <a:pt x="6017" y="0"/>
                  </a:moveTo>
                  <a:lnTo>
                    <a:pt x="7100" y="1123"/>
                  </a:lnTo>
                  <a:lnTo>
                    <a:pt x="8263" y="2306"/>
                  </a:lnTo>
                  <a:lnTo>
                    <a:pt x="9507" y="3550"/>
                  </a:lnTo>
                  <a:lnTo>
                    <a:pt x="10830" y="4833"/>
                  </a:lnTo>
                  <a:lnTo>
                    <a:pt x="10870" y="4793"/>
                  </a:lnTo>
                  <a:lnTo>
                    <a:pt x="11271" y="4613"/>
                  </a:lnTo>
                  <a:lnTo>
                    <a:pt x="11693" y="4472"/>
                  </a:lnTo>
                  <a:lnTo>
                    <a:pt x="10469" y="3329"/>
                  </a:lnTo>
                  <a:lnTo>
                    <a:pt x="9326" y="2206"/>
                  </a:lnTo>
                  <a:lnTo>
                    <a:pt x="8203" y="1103"/>
                  </a:lnTo>
                  <a:lnTo>
                    <a:pt x="7160" y="20"/>
                  </a:lnTo>
                  <a:lnTo>
                    <a:pt x="6318" y="0"/>
                  </a:lnTo>
                  <a:close/>
                  <a:moveTo>
                    <a:pt x="743" y="2346"/>
                  </a:moveTo>
                  <a:lnTo>
                    <a:pt x="562" y="2607"/>
                  </a:lnTo>
                  <a:lnTo>
                    <a:pt x="422" y="2888"/>
                  </a:lnTo>
                  <a:lnTo>
                    <a:pt x="1886" y="4452"/>
                  </a:lnTo>
                  <a:lnTo>
                    <a:pt x="3611" y="6257"/>
                  </a:lnTo>
                  <a:lnTo>
                    <a:pt x="4573" y="7240"/>
                  </a:lnTo>
                  <a:lnTo>
                    <a:pt x="5576" y="8222"/>
                  </a:lnTo>
                  <a:lnTo>
                    <a:pt x="6619" y="9265"/>
                  </a:lnTo>
                  <a:lnTo>
                    <a:pt x="7722" y="10288"/>
                  </a:lnTo>
                  <a:lnTo>
                    <a:pt x="7742" y="9927"/>
                  </a:lnTo>
                  <a:lnTo>
                    <a:pt x="7802" y="9546"/>
                  </a:lnTo>
                  <a:lnTo>
                    <a:pt x="6779" y="8583"/>
                  </a:lnTo>
                  <a:lnTo>
                    <a:pt x="5776" y="7621"/>
                  </a:lnTo>
                  <a:lnTo>
                    <a:pt x="4834" y="6678"/>
                  </a:lnTo>
                  <a:lnTo>
                    <a:pt x="3931" y="5756"/>
                  </a:lnTo>
                  <a:lnTo>
                    <a:pt x="3049" y="4853"/>
                  </a:lnTo>
                  <a:lnTo>
                    <a:pt x="2227" y="3991"/>
                  </a:lnTo>
                  <a:lnTo>
                    <a:pt x="1465" y="3149"/>
                  </a:lnTo>
                  <a:lnTo>
                    <a:pt x="743" y="2346"/>
                  </a:lnTo>
                  <a:close/>
                  <a:moveTo>
                    <a:pt x="21" y="4593"/>
                  </a:moveTo>
                  <a:lnTo>
                    <a:pt x="1" y="4893"/>
                  </a:lnTo>
                  <a:lnTo>
                    <a:pt x="21" y="5274"/>
                  </a:lnTo>
                  <a:lnTo>
                    <a:pt x="41" y="5655"/>
                  </a:lnTo>
                  <a:lnTo>
                    <a:pt x="101" y="6056"/>
                  </a:lnTo>
                  <a:lnTo>
                    <a:pt x="161" y="6458"/>
                  </a:lnTo>
                  <a:lnTo>
                    <a:pt x="261" y="6859"/>
                  </a:lnTo>
                  <a:lnTo>
                    <a:pt x="362" y="7280"/>
                  </a:lnTo>
                  <a:lnTo>
                    <a:pt x="482" y="7701"/>
                  </a:lnTo>
                  <a:lnTo>
                    <a:pt x="602" y="8122"/>
                  </a:lnTo>
                  <a:lnTo>
                    <a:pt x="923" y="9005"/>
                  </a:lnTo>
                  <a:lnTo>
                    <a:pt x="1284" y="9887"/>
                  </a:lnTo>
                  <a:lnTo>
                    <a:pt x="1685" y="10769"/>
                  </a:lnTo>
                  <a:lnTo>
                    <a:pt x="2147" y="11672"/>
                  </a:lnTo>
                  <a:lnTo>
                    <a:pt x="3911" y="13417"/>
                  </a:lnTo>
                  <a:lnTo>
                    <a:pt x="4854" y="14299"/>
                  </a:lnTo>
                  <a:lnTo>
                    <a:pt x="5817" y="15181"/>
                  </a:lnTo>
                  <a:lnTo>
                    <a:pt x="6799" y="16084"/>
                  </a:lnTo>
                  <a:lnTo>
                    <a:pt x="7802" y="16966"/>
                  </a:lnTo>
                  <a:lnTo>
                    <a:pt x="8805" y="17849"/>
                  </a:lnTo>
                  <a:lnTo>
                    <a:pt x="9848" y="18711"/>
                  </a:lnTo>
                  <a:lnTo>
                    <a:pt x="9848" y="18711"/>
                  </a:lnTo>
                  <a:lnTo>
                    <a:pt x="9406" y="17929"/>
                  </a:lnTo>
                  <a:lnTo>
                    <a:pt x="9206" y="17508"/>
                  </a:lnTo>
                  <a:lnTo>
                    <a:pt x="9005" y="17107"/>
                  </a:lnTo>
                  <a:lnTo>
                    <a:pt x="8825" y="16685"/>
                  </a:lnTo>
                  <a:lnTo>
                    <a:pt x="8664" y="16244"/>
                  </a:lnTo>
                  <a:lnTo>
                    <a:pt x="8504" y="15823"/>
                  </a:lnTo>
                  <a:lnTo>
                    <a:pt x="8343" y="15382"/>
                  </a:lnTo>
                  <a:lnTo>
                    <a:pt x="8143" y="14660"/>
                  </a:lnTo>
                  <a:lnTo>
                    <a:pt x="7962" y="13898"/>
                  </a:lnTo>
                  <a:lnTo>
                    <a:pt x="7842" y="13116"/>
                  </a:lnTo>
                  <a:lnTo>
                    <a:pt x="7742" y="12293"/>
                  </a:lnTo>
                  <a:lnTo>
                    <a:pt x="6639" y="11291"/>
                  </a:lnTo>
                  <a:lnTo>
                    <a:pt x="5556" y="10288"/>
                  </a:lnTo>
                  <a:lnTo>
                    <a:pt x="4513" y="9285"/>
                  </a:lnTo>
                  <a:lnTo>
                    <a:pt x="3510" y="8303"/>
                  </a:lnTo>
                  <a:lnTo>
                    <a:pt x="2568" y="7320"/>
                  </a:lnTo>
                  <a:lnTo>
                    <a:pt x="1665" y="6377"/>
                  </a:lnTo>
                  <a:lnTo>
                    <a:pt x="803" y="5475"/>
                  </a:lnTo>
                  <a:lnTo>
                    <a:pt x="21" y="4593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8380;p41">
              <a:extLst>
                <a:ext uri="{FF2B5EF4-FFF2-40B4-BE49-F238E27FC236}">
                  <a16:creationId xmlns:a16="http://schemas.microsoft.com/office/drawing/2014/main" id="{49F82096-E0BC-6958-8F16-EADBE0C2E58A}"/>
                </a:ext>
              </a:extLst>
            </p:cNvPr>
            <p:cNvSpPr/>
            <p:nvPr/>
          </p:nvSpPr>
          <p:spPr>
            <a:xfrm>
              <a:off x="10333500" y="3911675"/>
              <a:ext cx="246200" cy="352975"/>
            </a:xfrm>
            <a:custGeom>
              <a:avLst/>
              <a:gdLst/>
              <a:ahLst/>
              <a:cxnLst/>
              <a:rect l="l" t="t" r="r" b="b"/>
              <a:pathLst>
                <a:path w="9848" h="14119" fill="none" extrusionOk="0">
                  <a:moveTo>
                    <a:pt x="21" y="1"/>
                  </a:moveTo>
                  <a:lnTo>
                    <a:pt x="21" y="1"/>
                  </a:lnTo>
                  <a:lnTo>
                    <a:pt x="21" y="1"/>
                  </a:lnTo>
                  <a:lnTo>
                    <a:pt x="1" y="301"/>
                  </a:lnTo>
                  <a:lnTo>
                    <a:pt x="1" y="301"/>
                  </a:lnTo>
                  <a:lnTo>
                    <a:pt x="21" y="682"/>
                  </a:lnTo>
                  <a:lnTo>
                    <a:pt x="41" y="1063"/>
                  </a:lnTo>
                  <a:lnTo>
                    <a:pt x="101" y="1464"/>
                  </a:lnTo>
                  <a:lnTo>
                    <a:pt x="161" y="1866"/>
                  </a:lnTo>
                  <a:lnTo>
                    <a:pt x="261" y="2267"/>
                  </a:lnTo>
                  <a:lnTo>
                    <a:pt x="362" y="2688"/>
                  </a:lnTo>
                  <a:lnTo>
                    <a:pt x="482" y="3109"/>
                  </a:lnTo>
                  <a:lnTo>
                    <a:pt x="602" y="3530"/>
                  </a:lnTo>
                  <a:lnTo>
                    <a:pt x="923" y="4413"/>
                  </a:lnTo>
                  <a:lnTo>
                    <a:pt x="1284" y="5295"/>
                  </a:lnTo>
                  <a:lnTo>
                    <a:pt x="1685" y="6177"/>
                  </a:lnTo>
                  <a:lnTo>
                    <a:pt x="2147" y="7080"/>
                  </a:lnTo>
                  <a:lnTo>
                    <a:pt x="2147" y="7080"/>
                  </a:lnTo>
                  <a:lnTo>
                    <a:pt x="2147" y="7080"/>
                  </a:lnTo>
                  <a:lnTo>
                    <a:pt x="3911" y="8825"/>
                  </a:lnTo>
                  <a:lnTo>
                    <a:pt x="4854" y="9707"/>
                  </a:lnTo>
                  <a:lnTo>
                    <a:pt x="5817" y="10589"/>
                  </a:lnTo>
                  <a:lnTo>
                    <a:pt x="6799" y="11492"/>
                  </a:lnTo>
                  <a:lnTo>
                    <a:pt x="7802" y="12374"/>
                  </a:lnTo>
                  <a:lnTo>
                    <a:pt x="8805" y="13257"/>
                  </a:lnTo>
                  <a:lnTo>
                    <a:pt x="9848" y="14119"/>
                  </a:lnTo>
                  <a:lnTo>
                    <a:pt x="9848" y="14119"/>
                  </a:lnTo>
                  <a:lnTo>
                    <a:pt x="9848" y="14119"/>
                  </a:lnTo>
                  <a:lnTo>
                    <a:pt x="9848" y="14119"/>
                  </a:lnTo>
                  <a:lnTo>
                    <a:pt x="9406" y="13337"/>
                  </a:lnTo>
                  <a:lnTo>
                    <a:pt x="9206" y="12916"/>
                  </a:lnTo>
                  <a:lnTo>
                    <a:pt x="9005" y="12515"/>
                  </a:lnTo>
                  <a:lnTo>
                    <a:pt x="8825" y="12093"/>
                  </a:lnTo>
                  <a:lnTo>
                    <a:pt x="8664" y="11652"/>
                  </a:lnTo>
                  <a:lnTo>
                    <a:pt x="8504" y="11231"/>
                  </a:lnTo>
                  <a:lnTo>
                    <a:pt x="8343" y="10790"/>
                  </a:lnTo>
                  <a:lnTo>
                    <a:pt x="8343" y="10790"/>
                  </a:lnTo>
                  <a:lnTo>
                    <a:pt x="8143" y="10068"/>
                  </a:lnTo>
                  <a:lnTo>
                    <a:pt x="7962" y="9306"/>
                  </a:lnTo>
                  <a:lnTo>
                    <a:pt x="7842" y="8524"/>
                  </a:lnTo>
                  <a:lnTo>
                    <a:pt x="7742" y="7701"/>
                  </a:lnTo>
                  <a:lnTo>
                    <a:pt x="7742" y="7701"/>
                  </a:lnTo>
                  <a:lnTo>
                    <a:pt x="7742" y="7701"/>
                  </a:lnTo>
                  <a:lnTo>
                    <a:pt x="6639" y="6699"/>
                  </a:lnTo>
                  <a:lnTo>
                    <a:pt x="5556" y="5696"/>
                  </a:lnTo>
                  <a:lnTo>
                    <a:pt x="4513" y="4693"/>
                  </a:lnTo>
                  <a:lnTo>
                    <a:pt x="3510" y="3711"/>
                  </a:lnTo>
                  <a:lnTo>
                    <a:pt x="2568" y="2728"/>
                  </a:lnTo>
                  <a:lnTo>
                    <a:pt x="1665" y="1785"/>
                  </a:lnTo>
                  <a:lnTo>
                    <a:pt x="803" y="883"/>
                  </a:lnTo>
                  <a:lnTo>
                    <a:pt x="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8381;p41">
              <a:extLst>
                <a:ext uri="{FF2B5EF4-FFF2-40B4-BE49-F238E27FC236}">
                  <a16:creationId xmlns:a16="http://schemas.microsoft.com/office/drawing/2014/main" id="{B6D12806-863E-6320-A807-B4371A75BF86}"/>
                </a:ext>
              </a:extLst>
            </p:cNvPr>
            <p:cNvSpPr/>
            <p:nvPr/>
          </p:nvSpPr>
          <p:spPr>
            <a:xfrm>
              <a:off x="10815325" y="3859025"/>
              <a:ext cx="98275" cy="47150"/>
            </a:xfrm>
            <a:custGeom>
              <a:avLst/>
              <a:gdLst/>
              <a:ahLst/>
              <a:cxnLst/>
              <a:rect l="l" t="t" r="r" b="b"/>
              <a:pathLst>
                <a:path w="3931" h="1886" fill="none" extrusionOk="0">
                  <a:moveTo>
                    <a:pt x="2447" y="1"/>
                  </a:moveTo>
                  <a:lnTo>
                    <a:pt x="2447" y="1"/>
                  </a:lnTo>
                  <a:lnTo>
                    <a:pt x="2447" y="1"/>
                  </a:lnTo>
                  <a:lnTo>
                    <a:pt x="2086" y="41"/>
                  </a:lnTo>
                  <a:lnTo>
                    <a:pt x="1685" y="81"/>
                  </a:lnTo>
                  <a:lnTo>
                    <a:pt x="1284" y="101"/>
                  </a:lnTo>
                  <a:lnTo>
                    <a:pt x="842" y="101"/>
                  </a:lnTo>
                  <a:lnTo>
                    <a:pt x="842" y="101"/>
                  </a:lnTo>
                  <a:lnTo>
                    <a:pt x="421" y="101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963" y="983"/>
                  </a:lnTo>
                  <a:lnTo>
                    <a:pt x="1986" y="1886"/>
                  </a:lnTo>
                  <a:lnTo>
                    <a:pt x="1986" y="1886"/>
                  </a:lnTo>
                  <a:lnTo>
                    <a:pt x="1986" y="1886"/>
                  </a:lnTo>
                  <a:lnTo>
                    <a:pt x="2306" y="1806"/>
                  </a:lnTo>
                  <a:lnTo>
                    <a:pt x="2306" y="1806"/>
                  </a:lnTo>
                  <a:lnTo>
                    <a:pt x="2748" y="1685"/>
                  </a:lnTo>
                  <a:lnTo>
                    <a:pt x="3149" y="1525"/>
                  </a:lnTo>
                  <a:lnTo>
                    <a:pt x="3550" y="1344"/>
                  </a:lnTo>
                  <a:lnTo>
                    <a:pt x="3931" y="1124"/>
                  </a:lnTo>
                  <a:lnTo>
                    <a:pt x="24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8382;p41">
              <a:extLst>
                <a:ext uri="{FF2B5EF4-FFF2-40B4-BE49-F238E27FC236}">
                  <a16:creationId xmlns:a16="http://schemas.microsoft.com/office/drawing/2014/main" id="{F52539B7-4AE4-0560-EEDF-5112D4676C29}"/>
                </a:ext>
              </a:extLst>
            </p:cNvPr>
            <p:cNvSpPr/>
            <p:nvPr/>
          </p:nvSpPr>
          <p:spPr>
            <a:xfrm>
              <a:off x="10344025" y="3855525"/>
              <a:ext cx="184525" cy="198550"/>
            </a:xfrm>
            <a:custGeom>
              <a:avLst/>
              <a:gdLst/>
              <a:ahLst/>
              <a:cxnLst/>
              <a:rect l="l" t="t" r="r" b="b"/>
              <a:pathLst>
                <a:path w="7381" h="7942" fill="none" extrusionOk="0">
                  <a:moveTo>
                    <a:pt x="322" y="0"/>
                  </a:moveTo>
                  <a:lnTo>
                    <a:pt x="322" y="0"/>
                  </a:lnTo>
                  <a:lnTo>
                    <a:pt x="322" y="0"/>
                  </a:lnTo>
                  <a:lnTo>
                    <a:pt x="141" y="261"/>
                  </a:lnTo>
                  <a:lnTo>
                    <a:pt x="1" y="542"/>
                  </a:lnTo>
                  <a:lnTo>
                    <a:pt x="1" y="542"/>
                  </a:lnTo>
                  <a:lnTo>
                    <a:pt x="1465" y="2106"/>
                  </a:lnTo>
                  <a:lnTo>
                    <a:pt x="3190" y="3911"/>
                  </a:lnTo>
                  <a:lnTo>
                    <a:pt x="4152" y="4894"/>
                  </a:lnTo>
                  <a:lnTo>
                    <a:pt x="5155" y="5876"/>
                  </a:lnTo>
                  <a:lnTo>
                    <a:pt x="6198" y="6919"/>
                  </a:lnTo>
                  <a:lnTo>
                    <a:pt x="7301" y="7942"/>
                  </a:lnTo>
                  <a:lnTo>
                    <a:pt x="7301" y="7942"/>
                  </a:lnTo>
                  <a:lnTo>
                    <a:pt x="7301" y="7942"/>
                  </a:lnTo>
                  <a:lnTo>
                    <a:pt x="7321" y="7581"/>
                  </a:lnTo>
                  <a:lnTo>
                    <a:pt x="7381" y="7200"/>
                  </a:lnTo>
                  <a:lnTo>
                    <a:pt x="7381" y="7200"/>
                  </a:lnTo>
                  <a:lnTo>
                    <a:pt x="6358" y="6237"/>
                  </a:lnTo>
                  <a:lnTo>
                    <a:pt x="5355" y="5275"/>
                  </a:lnTo>
                  <a:lnTo>
                    <a:pt x="4413" y="4332"/>
                  </a:lnTo>
                  <a:lnTo>
                    <a:pt x="3510" y="3410"/>
                  </a:lnTo>
                  <a:lnTo>
                    <a:pt x="2628" y="2507"/>
                  </a:lnTo>
                  <a:lnTo>
                    <a:pt x="1806" y="1645"/>
                  </a:lnTo>
                  <a:lnTo>
                    <a:pt x="1044" y="803"/>
                  </a:lnTo>
                  <a:lnTo>
                    <a:pt x="32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8383;p41">
              <a:extLst>
                <a:ext uri="{FF2B5EF4-FFF2-40B4-BE49-F238E27FC236}">
                  <a16:creationId xmlns:a16="http://schemas.microsoft.com/office/drawing/2014/main" id="{7AD3B29A-EB53-F8E3-A367-BAF06C49A9FC}"/>
                </a:ext>
              </a:extLst>
            </p:cNvPr>
            <p:cNvSpPr/>
            <p:nvPr/>
          </p:nvSpPr>
          <p:spPr>
            <a:xfrm>
              <a:off x="10634825" y="3818925"/>
              <a:ext cx="180025" cy="91275"/>
            </a:xfrm>
            <a:custGeom>
              <a:avLst/>
              <a:gdLst/>
              <a:ahLst/>
              <a:cxnLst/>
              <a:rect l="l" t="t" r="r" b="b"/>
              <a:pathLst>
                <a:path w="7201" h="365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725" y="1665"/>
                  </a:lnTo>
                  <a:lnTo>
                    <a:pt x="2628" y="2487"/>
                  </a:lnTo>
                  <a:lnTo>
                    <a:pt x="3550" y="3329"/>
                  </a:lnTo>
                  <a:lnTo>
                    <a:pt x="3550" y="3329"/>
                  </a:lnTo>
                  <a:lnTo>
                    <a:pt x="3550" y="3329"/>
                  </a:lnTo>
                  <a:lnTo>
                    <a:pt x="4453" y="3430"/>
                  </a:lnTo>
                  <a:lnTo>
                    <a:pt x="5375" y="3530"/>
                  </a:lnTo>
                  <a:lnTo>
                    <a:pt x="6278" y="3610"/>
                  </a:lnTo>
                  <a:lnTo>
                    <a:pt x="6739" y="3630"/>
                  </a:lnTo>
                  <a:lnTo>
                    <a:pt x="7200" y="3650"/>
                  </a:lnTo>
                  <a:lnTo>
                    <a:pt x="7200" y="3650"/>
                  </a:lnTo>
                  <a:lnTo>
                    <a:pt x="6538" y="3069"/>
                  </a:lnTo>
                  <a:lnTo>
                    <a:pt x="5917" y="2467"/>
                  </a:lnTo>
                  <a:lnTo>
                    <a:pt x="4733" y="1324"/>
                  </a:lnTo>
                  <a:lnTo>
                    <a:pt x="4733" y="1324"/>
                  </a:lnTo>
                  <a:lnTo>
                    <a:pt x="4733" y="1324"/>
                  </a:lnTo>
                  <a:lnTo>
                    <a:pt x="3731" y="1063"/>
                  </a:lnTo>
                  <a:lnTo>
                    <a:pt x="2608" y="722"/>
                  </a:lnTo>
                  <a:lnTo>
                    <a:pt x="1344" y="36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8384;p41">
              <a:extLst>
                <a:ext uri="{FF2B5EF4-FFF2-40B4-BE49-F238E27FC236}">
                  <a16:creationId xmlns:a16="http://schemas.microsoft.com/office/drawing/2014/main" id="{7628943F-44DE-172D-96B9-988476D1E70B}"/>
                </a:ext>
              </a:extLst>
            </p:cNvPr>
            <p:cNvSpPr/>
            <p:nvPr/>
          </p:nvSpPr>
          <p:spPr>
            <a:xfrm>
              <a:off x="10483925" y="3796875"/>
              <a:ext cx="141900" cy="120850"/>
            </a:xfrm>
            <a:custGeom>
              <a:avLst/>
              <a:gdLst/>
              <a:ahLst/>
              <a:cxnLst/>
              <a:rect l="l" t="t" r="r" b="b"/>
              <a:pathLst>
                <a:path w="5676" h="4834" fill="none" extrusionOk="0">
                  <a:moveTo>
                    <a:pt x="301" y="0"/>
                  </a:moveTo>
                  <a:lnTo>
                    <a:pt x="30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83" y="1123"/>
                  </a:lnTo>
                  <a:lnTo>
                    <a:pt x="2246" y="2306"/>
                  </a:lnTo>
                  <a:lnTo>
                    <a:pt x="3490" y="3550"/>
                  </a:lnTo>
                  <a:lnTo>
                    <a:pt x="4813" y="4833"/>
                  </a:lnTo>
                  <a:lnTo>
                    <a:pt x="4813" y="4833"/>
                  </a:lnTo>
                  <a:lnTo>
                    <a:pt x="4813" y="4833"/>
                  </a:lnTo>
                  <a:lnTo>
                    <a:pt x="4853" y="4793"/>
                  </a:lnTo>
                  <a:lnTo>
                    <a:pt x="4853" y="4793"/>
                  </a:lnTo>
                  <a:lnTo>
                    <a:pt x="5254" y="4613"/>
                  </a:lnTo>
                  <a:lnTo>
                    <a:pt x="5676" y="4472"/>
                  </a:lnTo>
                  <a:lnTo>
                    <a:pt x="5676" y="4472"/>
                  </a:lnTo>
                  <a:lnTo>
                    <a:pt x="4452" y="3329"/>
                  </a:lnTo>
                  <a:lnTo>
                    <a:pt x="3309" y="2206"/>
                  </a:lnTo>
                  <a:lnTo>
                    <a:pt x="2186" y="1103"/>
                  </a:lnTo>
                  <a:lnTo>
                    <a:pt x="1143" y="20"/>
                  </a:lnTo>
                  <a:lnTo>
                    <a:pt x="1143" y="20"/>
                  </a:lnTo>
                  <a:lnTo>
                    <a:pt x="1143" y="20"/>
                  </a:lnTo>
                  <a:lnTo>
                    <a:pt x="30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8385;p41">
              <a:extLst>
                <a:ext uri="{FF2B5EF4-FFF2-40B4-BE49-F238E27FC236}">
                  <a16:creationId xmlns:a16="http://schemas.microsoft.com/office/drawing/2014/main" id="{F3A18D38-27A2-E50E-14EE-1D7EFE010DA5}"/>
                </a:ext>
              </a:extLst>
            </p:cNvPr>
            <p:cNvSpPr/>
            <p:nvPr/>
          </p:nvSpPr>
          <p:spPr>
            <a:xfrm>
              <a:off x="10876475" y="3707125"/>
              <a:ext cx="184025" cy="180000"/>
            </a:xfrm>
            <a:custGeom>
              <a:avLst/>
              <a:gdLst/>
              <a:ahLst/>
              <a:cxnLst/>
              <a:rect l="l" t="t" r="r" b="b"/>
              <a:pathLst>
                <a:path w="7361" h="7200" extrusionOk="0">
                  <a:moveTo>
                    <a:pt x="7060" y="0"/>
                  </a:moveTo>
                  <a:lnTo>
                    <a:pt x="6900" y="60"/>
                  </a:lnTo>
                  <a:lnTo>
                    <a:pt x="6779" y="121"/>
                  </a:lnTo>
                  <a:lnTo>
                    <a:pt x="6639" y="241"/>
                  </a:lnTo>
                  <a:lnTo>
                    <a:pt x="6478" y="401"/>
                  </a:lnTo>
                  <a:lnTo>
                    <a:pt x="6298" y="602"/>
                  </a:lnTo>
                  <a:lnTo>
                    <a:pt x="5897" y="1103"/>
                  </a:lnTo>
                  <a:lnTo>
                    <a:pt x="5415" y="1705"/>
                  </a:lnTo>
                  <a:lnTo>
                    <a:pt x="4393" y="3049"/>
                  </a:lnTo>
                  <a:lnTo>
                    <a:pt x="3871" y="3710"/>
                  </a:lnTo>
                  <a:lnTo>
                    <a:pt x="3390" y="4332"/>
                  </a:lnTo>
                  <a:lnTo>
                    <a:pt x="4032" y="4833"/>
                  </a:lnTo>
                  <a:lnTo>
                    <a:pt x="4112" y="4733"/>
                  </a:lnTo>
                  <a:lnTo>
                    <a:pt x="4533" y="4152"/>
                  </a:lnTo>
                  <a:lnTo>
                    <a:pt x="4954" y="3570"/>
                  </a:lnTo>
                  <a:lnTo>
                    <a:pt x="5776" y="2407"/>
                  </a:lnTo>
                  <a:lnTo>
                    <a:pt x="6579" y="1204"/>
                  </a:lnTo>
                  <a:lnTo>
                    <a:pt x="7361" y="0"/>
                  </a:lnTo>
                  <a:close/>
                  <a:moveTo>
                    <a:pt x="863" y="5876"/>
                  </a:moveTo>
                  <a:lnTo>
                    <a:pt x="302" y="5997"/>
                  </a:lnTo>
                  <a:lnTo>
                    <a:pt x="1" y="6057"/>
                  </a:lnTo>
                  <a:lnTo>
                    <a:pt x="1" y="6077"/>
                  </a:lnTo>
                  <a:lnTo>
                    <a:pt x="1485" y="7200"/>
                  </a:lnTo>
                  <a:lnTo>
                    <a:pt x="1766" y="7019"/>
                  </a:lnTo>
                  <a:lnTo>
                    <a:pt x="2046" y="6819"/>
                  </a:lnTo>
                  <a:lnTo>
                    <a:pt x="903" y="5896"/>
                  </a:lnTo>
                  <a:lnTo>
                    <a:pt x="863" y="5876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8386;p41">
              <a:extLst>
                <a:ext uri="{FF2B5EF4-FFF2-40B4-BE49-F238E27FC236}">
                  <a16:creationId xmlns:a16="http://schemas.microsoft.com/office/drawing/2014/main" id="{82DEA09A-787D-2CE8-67E1-B80B9414519B}"/>
                </a:ext>
              </a:extLst>
            </p:cNvPr>
            <p:cNvSpPr/>
            <p:nvPr/>
          </p:nvSpPr>
          <p:spPr>
            <a:xfrm>
              <a:off x="10876475" y="3854025"/>
              <a:ext cx="51175" cy="33100"/>
            </a:xfrm>
            <a:custGeom>
              <a:avLst/>
              <a:gdLst/>
              <a:ahLst/>
              <a:cxnLst/>
              <a:rect l="l" t="t" r="r" b="b"/>
              <a:pathLst>
                <a:path w="2047" h="1324" fill="none" extrusionOk="0">
                  <a:moveTo>
                    <a:pt x="863" y="0"/>
                  </a:moveTo>
                  <a:lnTo>
                    <a:pt x="863" y="0"/>
                  </a:lnTo>
                  <a:lnTo>
                    <a:pt x="863" y="0"/>
                  </a:lnTo>
                  <a:lnTo>
                    <a:pt x="302" y="121"/>
                  </a:lnTo>
                  <a:lnTo>
                    <a:pt x="1" y="181"/>
                  </a:lnTo>
                  <a:lnTo>
                    <a:pt x="1" y="181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485" y="1324"/>
                  </a:lnTo>
                  <a:lnTo>
                    <a:pt x="1485" y="1324"/>
                  </a:lnTo>
                  <a:lnTo>
                    <a:pt x="1485" y="1324"/>
                  </a:lnTo>
                  <a:lnTo>
                    <a:pt x="1766" y="1143"/>
                  </a:lnTo>
                  <a:lnTo>
                    <a:pt x="2046" y="943"/>
                  </a:lnTo>
                  <a:lnTo>
                    <a:pt x="2046" y="943"/>
                  </a:lnTo>
                  <a:lnTo>
                    <a:pt x="903" y="20"/>
                  </a:lnTo>
                  <a:lnTo>
                    <a:pt x="86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8387;p41">
              <a:extLst>
                <a:ext uri="{FF2B5EF4-FFF2-40B4-BE49-F238E27FC236}">
                  <a16:creationId xmlns:a16="http://schemas.microsoft.com/office/drawing/2014/main" id="{E1473B40-976B-B4DE-14A5-AE52F7FB65B0}"/>
                </a:ext>
              </a:extLst>
            </p:cNvPr>
            <p:cNvSpPr/>
            <p:nvPr/>
          </p:nvSpPr>
          <p:spPr>
            <a:xfrm>
              <a:off x="10961200" y="3707125"/>
              <a:ext cx="99300" cy="120850"/>
            </a:xfrm>
            <a:custGeom>
              <a:avLst/>
              <a:gdLst/>
              <a:ahLst/>
              <a:cxnLst/>
              <a:rect l="l" t="t" r="r" b="b"/>
              <a:pathLst>
                <a:path w="3972" h="4834" fill="none" extrusionOk="0">
                  <a:moveTo>
                    <a:pt x="3831" y="0"/>
                  </a:moveTo>
                  <a:lnTo>
                    <a:pt x="3831" y="0"/>
                  </a:lnTo>
                  <a:lnTo>
                    <a:pt x="3671" y="0"/>
                  </a:lnTo>
                  <a:lnTo>
                    <a:pt x="3511" y="60"/>
                  </a:lnTo>
                  <a:lnTo>
                    <a:pt x="3511" y="60"/>
                  </a:lnTo>
                  <a:lnTo>
                    <a:pt x="3390" y="121"/>
                  </a:lnTo>
                  <a:lnTo>
                    <a:pt x="3250" y="241"/>
                  </a:lnTo>
                  <a:lnTo>
                    <a:pt x="3089" y="401"/>
                  </a:lnTo>
                  <a:lnTo>
                    <a:pt x="2909" y="602"/>
                  </a:lnTo>
                  <a:lnTo>
                    <a:pt x="2508" y="1103"/>
                  </a:lnTo>
                  <a:lnTo>
                    <a:pt x="2026" y="1705"/>
                  </a:lnTo>
                  <a:lnTo>
                    <a:pt x="1004" y="3049"/>
                  </a:lnTo>
                  <a:lnTo>
                    <a:pt x="482" y="3710"/>
                  </a:lnTo>
                  <a:lnTo>
                    <a:pt x="1" y="4332"/>
                  </a:lnTo>
                  <a:lnTo>
                    <a:pt x="1" y="4332"/>
                  </a:lnTo>
                  <a:lnTo>
                    <a:pt x="643" y="4833"/>
                  </a:lnTo>
                  <a:lnTo>
                    <a:pt x="643" y="4833"/>
                  </a:lnTo>
                  <a:lnTo>
                    <a:pt x="643" y="4833"/>
                  </a:lnTo>
                  <a:lnTo>
                    <a:pt x="723" y="4733"/>
                  </a:lnTo>
                  <a:lnTo>
                    <a:pt x="723" y="4733"/>
                  </a:lnTo>
                  <a:lnTo>
                    <a:pt x="1144" y="4152"/>
                  </a:lnTo>
                  <a:lnTo>
                    <a:pt x="1565" y="3570"/>
                  </a:lnTo>
                  <a:lnTo>
                    <a:pt x="2387" y="2407"/>
                  </a:lnTo>
                  <a:lnTo>
                    <a:pt x="3190" y="1204"/>
                  </a:lnTo>
                  <a:lnTo>
                    <a:pt x="3972" y="0"/>
                  </a:lnTo>
                  <a:lnTo>
                    <a:pt x="3972" y="0"/>
                  </a:lnTo>
                  <a:lnTo>
                    <a:pt x="38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8388;p41">
              <a:extLst>
                <a:ext uri="{FF2B5EF4-FFF2-40B4-BE49-F238E27FC236}">
                  <a16:creationId xmlns:a16="http://schemas.microsoft.com/office/drawing/2014/main" id="{1534289C-E3D7-D297-2FBA-4444DA98A0A8}"/>
                </a:ext>
              </a:extLst>
            </p:cNvPr>
            <p:cNvSpPr/>
            <p:nvPr/>
          </p:nvSpPr>
          <p:spPr>
            <a:xfrm>
              <a:off x="10753150" y="3852025"/>
              <a:ext cx="111825" cy="58175"/>
            </a:xfrm>
            <a:custGeom>
              <a:avLst/>
              <a:gdLst/>
              <a:ahLst/>
              <a:cxnLst/>
              <a:rect l="l" t="t" r="r" b="b"/>
              <a:pathLst>
                <a:path w="4473" h="2327" extrusionOk="0">
                  <a:moveTo>
                    <a:pt x="0" y="0"/>
                  </a:moveTo>
                  <a:lnTo>
                    <a:pt x="1184" y="1143"/>
                  </a:lnTo>
                  <a:lnTo>
                    <a:pt x="1805" y="1745"/>
                  </a:lnTo>
                  <a:lnTo>
                    <a:pt x="2467" y="2326"/>
                  </a:lnTo>
                  <a:lnTo>
                    <a:pt x="3189" y="2326"/>
                  </a:lnTo>
                  <a:lnTo>
                    <a:pt x="3610" y="2286"/>
                  </a:lnTo>
                  <a:lnTo>
                    <a:pt x="4051" y="2246"/>
                  </a:lnTo>
                  <a:lnTo>
                    <a:pt x="4473" y="2166"/>
                  </a:lnTo>
                  <a:lnTo>
                    <a:pt x="3450" y="1263"/>
                  </a:lnTo>
                  <a:lnTo>
                    <a:pt x="2487" y="361"/>
                  </a:lnTo>
                  <a:lnTo>
                    <a:pt x="1725" y="301"/>
                  </a:lnTo>
                  <a:lnTo>
                    <a:pt x="923" y="201"/>
                  </a:lnTo>
                  <a:lnTo>
                    <a:pt x="502" y="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8389;p41">
              <a:extLst>
                <a:ext uri="{FF2B5EF4-FFF2-40B4-BE49-F238E27FC236}">
                  <a16:creationId xmlns:a16="http://schemas.microsoft.com/office/drawing/2014/main" id="{E6E0D960-30DC-902F-9B91-CD7A978FC335}"/>
                </a:ext>
              </a:extLst>
            </p:cNvPr>
            <p:cNvSpPr/>
            <p:nvPr/>
          </p:nvSpPr>
          <p:spPr>
            <a:xfrm>
              <a:off x="10753150" y="3852025"/>
              <a:ext cx="111825" cy="58175"/>
            </a:xfrm>
            <a:custGeom>
              <a:avLst/>
              <a:gdLst/>
              <a:ahLst/>
              <a:cxnLst/>
              <a:rect l="l" t="t" r="r" b="b"/>
              <a:pathLst>
                <a:path w="4473" h="2327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84" y="1143"/>
                  </a:lnTo>
                  <a:lnTo>
                    <a:pt x="1805" y="1745"/>
                  </a:lnTo>
                  <a:lnTo>
                    <a:pt x="2467" y="2326"/>
                  </a:lnTo>
                  <a:lnTo>
                    <a:pt x="2467" y="2326"/>
                  </a:lnTo>
                  <a:lnTo>
                    <a:pt x="2467" y="2326"/>
                  </a:lnTo>
                  <a:lnTo>
                    <a:pt x="2748" y="2326"/>
                  </a:lnTo>
                  <a:lnTo>
                    <a:pt x="2748" y="2326"/>
                  </a:lnTo>
                  <a:lnTo>
                    <a:pt x="3189" y="2326"/>
                  </a:lnTo>
                  <a:lnTo>
                    <a:pt x="3610" y="2286"/>
                  </a:lnTo>
                  <a:lnTo>
                    <a:pt x="4051" y="2246"/>
                  </a:lnTo>
                  <a:lnTo>
                    <a:pt x="4473" y="2166"/>
                  </a:lnTo>
                  <a:lnTo>
                    <a:pt x="4473" y="2166"/>
                  </a:lnTo>
                  <a:lnTo>
                    <a:pt x="3450" y="1263"/>
                  </a:lnTo>
                  <a:lnTo>
                    <a:pt x="2487" y="361"/>
                  </a:lnTo>
                  <a:lnTo>
                    <a:pt x="2487" y="361"/>
                  </a:lnTo>
                  <a:lnTo>
                    <a:pt x="2487" y="361"/>
                  </a:lnTo>
                  <a:lnTo>
                    <a:pt x="1725" y="301"/>
                  </a:lnTo>
                  <a:lnTo>
                    <a:pt x="923" y="201"/>
                  </a:lnTo>
                  <a:lnTo>
                    <a:pt x="923" y="201"/>
                  </a:lnTo>
                  <a:lnTo>
                    <a:pt x="502" y="12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8390;p41">
              <a:extLst>
                <a:ext uri="{FF2B5EF4-FFF2-40B4-BE49-F238E27FC236}">
                  <a16:creationId xmlns:a16="http://schemas.microsoft.com/office/drawing/2014/main" id="{721085A9-4982-A813-E2FC-7213595E9963}"/>
                </a:ext>
              </a:extLst>
            </p:cNvPr>
            <p:cNvSpPr/>
            <p:nvPr/>
          </p:nvSpPr>
          <p:spPr>
            <a:xfrm>
              <a:off x="10512500" y="3797375"/>
              <a:ext cx="211100" cy="111325"/>
            </a:xfrm>
            <a:custGeom>
              <a:avLst/>
              <a:gdLst/>
              <a:ahLst/>
              <a:cxnLst/>
              <a:rect l="l" t="t" r="r" b="b"/>
              <a:pathLst>
                <a:path w="8444" h="4453" extrusionOk="0">
                  <a:moveTo>
                    <a:pt x="0" y="0"/>
                  </a:moveTo>
                  <a:lnTo>
                    <a:pt x="1043" y="1083"/>
                  </a:lnTo>
                  <a:lnTo>
                    <a:pt x="2166" y="2186"/>
                  </a:lnTo>
                  <a:lnTo>
                    <a:pt x="3309" y="3309"/>
                  </a:lnTo>
                  <a:lnTo>
                    <a:pt x="4533" y="4452"/>
                  </a:lnTo>
                  <a:lnTo>
                    <a:pt x="4813" y="4352"/>
                  </a:lnTo>
                  <a:lnTo>
                    <a:pt x="5114" y="4292"/>
                  </a:lnTo>
                  <a:lnTo>
                    <a:pt x="5415" y="4232"/>
                  </a:lnTo>
                  <a:lnTo>
                    <a:pt x="5716" y="4191"/>
                  </a:lnTo>
                  <a:lnTo>
                    <a:pt x="6317" y="4131"/>
                  </a:lnTo>
                  <a:lnTo>
                    <a:pt x="6919" y="4111"/>
                  </a:lnTo>
                  <a:lnTo>
                    <a:pt x="7681" y="4131"/>
                  </a:lnTo>
                  <a:lnTo>
                    <a:pt x="8443" y="4191"/>
                  </a:lnTo>
                  <a:lnTo>
                    <a:pt x="8443" y="4191"/>
                  </a:lnTo>
                  <a:lnTo>
                    <a:pt x="7521" y="3349"/>
                  </a:lnTo>
                  <a:lnTo>
                    <a:pt x="6618" y="2527"/>
                  </a:lnTo>
                  <a:lnTo>
                    <a:pt x="4894" y="862"/>
                  </a:lnTo>
                  <a:lnTo>
                    <a:pt x="3690" y="582"/>
                  </a:lnTo>
                  <a:lnTo>
                    <a:pt x="3089" y="441"/>
                  </a:lnTo>
                  <a:lnTo>
                    <a:pt x="2467" y="321"/>
                  </a:lnTo>
                  <a:lnTo>
                    <a:pt x="1845" y="201"/>
                  </a:lnTo>
                  <a:lnTo>
                    <a:pt x="1244" y="120"/>
                  </a:lnTo>
                  <a:lnTo>
                    <a:pt x="622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8391;p41">
              <a:extLst>
                <a:ext uri="{FF2B5EF4-FFF2-40B4-BE49-F238E27FC236}">
                  <a16:creationId xmlns:a16="http://schemas.microsoft.com/office/drawing/2014/main" id="{1B2A8233-4E02-004C-461E-7ABBB1990ECC}"/>
                </a:ext>
              </a:extLst>
            </p:cNvPr>
            <p:cNvSpPr/>
            <p:nvPr/>
          </p:nvSpPr>
          <p:spPr>
            <a:xfrm>
              <a:off x="10512500" y="3797375"/>
              <a:ext cx="211100" cy="111325"/>
            </a:xfrm>
            <a:custGeom>
              <a:avLst/>
              <a:gdLst/>
              <a:ahLst/>
              <a:cxnLst/>
              <a:rect l="l" t="t" r="r" b="b"/>
              <a:pathLst>
                <a:path w="8444" h="4453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043" y="1083"/>
                  </a:lnTo>
                  <a:lnTo>
                    <a:pt x="2166" y="2186"/>
                  </a:lnTo>
                  <a:lnTo>
                    <a:pt x="3309" y="3309"/>
                  </a:lnTo>
                  <a:lnTo>
                    <a:pt x="4533" y="4452"/>
                  </a:lnTo>
                  <a:lnTo>
                    <a:pt x="4533" y="4452"/>
                  </a:lnTo>
                  <a:lnTo>
                    <a:pt x="4533" y="4452"/>
                  </a:lnTo>
                  <a:lnTo>
                    <a:pt x="4813" y="4352"/>
                  </a:lnTo>
                  <a:lnTo>
                    <a:pt x="5114" y="4292"/>
                  </a:lnTo>
                  <a:lnTo>
                    <a:pt x="5415" y="4232"/>
                  </a:lnTo>
                  <a:lnTo>
                    <a:pt x="5716" y="4191"/>
                  </a:lnTo>
                  <a:lnTo>
                    <a:pt x="6317" y="4131"/>
                  </a:lnTo>
                  <a:lnTo>
                    <a:pt x="6919" y="4111"/>
                  </a:lnTo>
                  <a:lnTo>
                    <a:pt x="6919" y="4111"/>
                  </a:lnTo>
                  <a:lnTo>
                    <a:pt x="7681" y="4131"/>
                  </a:lnTo>
                  <a:lnTo>
                    <a:pt x="8443" y="4191"/>
                  </a:lnTo>
                  <a:lnTo>
                    <a:pt x="8443" y="4191"/>
                  </a:lnTo>
                  <a:lnTo>
                    <a:pt x="7521" y="3349"/>
                  </a:lnTo>
                  <a:lnTo>
                    <a:pt x="6618" y="2527"/>
                  </a:lnTo>
                  <a:lnTo>
                    <a:pt x="4894" y="862"/>
                  </a:lnTo>
                  <a:lnTo>
                    <a:pt x="4894" y="862"/>
                  </a:lnTo>
                  <a:lnTo>
                    <a:pt x="4894" y="862"/>
                  </a:lnTo>
                  <a:lnTo>
                    <a:pt x="3690" y="582"/>
                  </a:lnTo>
                  <a:lnTo>
                    <a:pt x="3089" y="441"/>
                  </a:lnTo>
                  <a:lnTo>
                    <a:pt x="2467" y="321"/>
                  </a:lnTo>
                  <a:lnTo>
                    <a:pt x="1845" y="201"/>
                  </a:lnTo>
                  <a:lnTo>
                    <a:pt x="1244" y="120"/>
                  </a:lnTo>
                  <a:lnTo>
                    <a:pt x="622" y="4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8392;p41">
              <a:extLst>
                <a:ext uri="{FF2B5EF4-FFF2-40B4-BE49-F238E27FC236}">
                  <a16:creationId xmlns:a16="http://schemas.microsoft.com/office/drawing/2014/main" id="{A57DE6D4-A5B1-26E3-D83D-0D1DE9DA5EEA}"/>
                </a:ext>
              </a:extLst>
            </p:cNvPr>
            <p:cNvSpPr/>
            <p:nvPr/>
          </p:nvSpPr>
          <p:spPr>
            <a:xfrm>
              <a:off x="10898050" y="3815425"/>
              <a:ext cx="79225" cy="62175"/>
            </a:xfrm>
            <a:custGeom>
              <a:avLst/>
              <a:gdLst/>
              <a:ahLst/>
              <a:cxnLst/>
              <a:rect l="l" t="t" r="r" b="b"/>
              <a:pathLst>
                <a:path w="3169" h="2487" extrusionOk="0">
                  <a:moveTo>
                    <a:pt x="2527" y="0"/>
                  </a:moveTo>
                  <a:lnTo>
                    <a:pt x="2166" y="401"/>
                  </a:lnTo>
                  <a:lnTo>
                    <a:pt x="1845" y="742"/>
                  </a:lnTo>
                  <a:lnTo>
                    <a:pt x="1584" y="983"/>
                  </a:lnTo>
                  <a:lnTo>
                    <a:pt x="1464" y="1063"/>
                  </a:lnTo>
                  <a:lnTo>
                    <a:pt x="1364" y="1123"/>
                  </a:lnTo>
                  <a:lnTo>
                    <a:pt x="1023" y="1243"/>
                  </a:lnTo>
                  <a:lnTo>
                    <a:pt x="662" y="1344"/>
                  </a:lnTo>
                  <a:lnTo>
                    <a:pt x="0" y="1544"/>
                  </a:lnTo>
                  <a:lnTo>
                    <a:pt x="40" y="1564"/>
                  </a:lnTo>
                  <a:lnTo>
                    <a:pt x="1183" y="2487"/>
                  </a:lnTo>
                  <a:lnTo>
                    <a:pt x="1424" y="2306"/>
                  </a:lnTo>
                  <a:lnTo>
                    <a:pt x="1665" y="2106"/>
                  </a:lnTo>
                  <a:lnTo>
                    <a:pt x="2106" y="1685"/>
                  </a:lnTo>
                  <a:lnTo>
                    <a:pt x="2387" y="1404"/>
                  </a:lnTo>
                  <a:lnTo>
                    <a:pt x="2647" y="1123"/>
                  </a:lnTo>
                  <a:lnTo>
                    <a:pt x="2908" y="802"/>
                  </a:lnTo>
                  <a:lnTo>
                    <a:pt x="3169" y="501"/>
                  </a:lnTo>
                  <a:lnTo>
                    <a:pt x="252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8393;p41">
              <a:extLst>
                <a:ext uri="{FF2B5EF4-FFF2-40B4-BE49-F238E27FC236}">
                  <a16:creationId xmlns:a16="http://schemas.microsoft.com/office/drawing/2014/main" id="{DDF7F14A-512F-8385-6403-0B41258C0088}"/>
                </a:ext>
              </a:extLst>
            </p:cNvPr>
            <p:cNvSpPr/>
            <p:nvPr/>
          </p:nvSpPr>
          <p:spPr>
            <a:xfrm>
              <a:off x="10484425" y="4332825"/>
              <a:ext cx="138400" cy="159450"/>
            </a:xfrm>
            <a:custGeom>
              <a:avLst/>
              <a:gdLst/>
              <a:ahLst/>
              <a:cxnLst/>
              <a:rect l="l" t="t" r="r" b="b"/>
              <a:pathLst>
                <a:path w="5536" h="6378" extrusionOk="0">
                  <a:moveTo>
                    <a:pt x="2607" y="0"/>
                  </a:moveTo>
                  <a:lnTo>
                    <a:pt x="2667" y="101"/>
                  </a:lnTo>
                  <a:lnTo>
                    <a:pt x="2708" y="161"/>
                  </a:lnTo>
                  <a:lnTo>
                    <a:pt x="2728" y="241"/>
                  </a:lnTo>
                  <a:lnTo>
                    <a:pt x="2748" y="341"/>
                  </a:lnTo>
                  <a:lnTo>
                    <a:pt x="2748" y="462"/>
                  </a:lnTo>
                  <a:lnTo>
                    <a:pt x="2748" y="622"/>
                  </a:lnTo>
                  <a:lnTo>
                    <a:pt x="2708" y="823"/>
                  </a:lnTo>
                  <a:lnTo>
                    <a:pt x="2667" y="1023"/>
                  </a:lnTo>
                  <a:lnTo>
                    <a:pt x="2587" y="1244"/>
                  </a:lnTo>
                  <a:lnTo>
                    <a:pt x="2507" y="1484"/>
                  </a:lnTo>
                  <a:lnTo>
                    <a:pt x="2387" y="1725"/>
                  </a:lnTo>
                  <a:lnTo>
                    <a:pt x="2266" y="1966"/>
                  </a:lnTo>
                  <a:lnTo>
                    <a:pt x="2126" y="2226"/>
                  </a:lnTo>
                  <a:lnTo>
                    <a:pt x="1564" y="3089"/>
                  </a:lnTo>
                  <a:lnTo>
                    <a:pt x="1223" y="3630"/>
                  </a:lnTo>
                  <a:lnTo>
                    <a:pt x="863" y="4212"/>
                  </a:lnTo>
                  <a:lnTo>
                    <a:pt x="542" y="4793"/>
                  </a:lnTo>
                  <a:lnTo>
                    <a:pt x="261" y="5335"/>
                  </a:lnTo>
                  <a:lnTo>
                    <a:pt x="141" y="5575"/>
                  </a:lnTo>
                  <a:lnTo>
                    <a:pt x="60" y="5796"/>
                  </a:lnTo>
                  <a:lnTo>
                    <a:pt x="20" y="5997"/>
                  </a:lnTo>
                  <a:lnTo>
                    <a:pt x="0" y="6137"/>
                  </a:lnTo>
                  <a:lnTo>
                    <a:pt x="20" y="6257"/>
                  </a:lnTo>
                  <a:lnTo>
                    <a:pt x="40" y="6318"/>
                  </a:lnTo>
                  <a:lnTo>
                    <a:pt x="80" y="6338"/>
                  </a:lnTo>
                  <a:lnTo>
                    <a:pt x="120" y="6358"/>
                  </a:lnTo>
                  <a:lnTo>
                    <a:pt x="181" y="6378"/>
                  </a:lnTo>
                  <a:lnTo>
                    <a:pt x="241" y="6358"/>
                  </a:lnTo>
                  <a:lnTo>
                    <a:pt x="321" y="6338"/>
                  </a:lnTo>
                  <a:lnTo>
                    <a:pt x="502" y="6257"/>
                  </a:lnTo>
                  <a:lnTo>
                    <a:pt x="702" y="6117"/>
                  </a:lnTo>
                  <a:lnTo>
                    <a:pt x="943" y="5957"/>
                  </a:lnTo>
                  <a:lnTo>
                    <a:pt x="1183" y="5736"/>
                  </a:lnTo>
                  <a:lnTo>
                    <a:pt x="1444" y="5515"/>
                  </a:lnTo>
                  <a:lnTo>
                    <a:pt x="1966" y="4994"/>
                  </a:lnTo>
                  <a:lnTo>
                    <a:pt x="2487" y="4452"/>
                  </a:lnTo>
                  <a:lnTo>
                    <a:pt x="2928" y="3971"/>
                  </a:lnTo>
                  <a:lnTo>
                    <a:pt x="3490" y="3349"/>
                  </a:lnTo>
                  <a:lnTo>
                    <a:pt x="3811" y="3029"/>
                  </a:lnTo>
                  <a:lnTo>
                    <a:pt x="4011" y="2848"/>
                  </a:lnTo>
                  <a:lnTo>
                    <a:pt x="4252" y="2668"/>
                  </a:lnTo>
                  <a:lnTo>
                    <a:pt x="4492" y="2507"/>
                  </a:lnTo>
                  <a:lnTo>
                    <a:pt x="4753" y="2367"/>
                  </a:lnTo>
                  <a:lnTo>
                    <a:pt x="5034" y="2266"/>
                  </a:lnTo>
                  <a:lnTo>
                    <a:pt x="5174" y="2226"/>
                  </a:lnTo>
                  <a:lnTo>
                    <a:pt x="5315" y="2206"/>
                  </a:lnTo>
                  <a:lnTo>
                    <a:pt x="5535" y="2246"/>
                  </a:lnTo>
                  <a:lnTo>
                    <a:pt x="5154" y="1966"/>
                  </a:lnTo>
                  <a:lnTo>
                    <a:pt x="4372" y="1384"/>
                  </a:lnTo>
                  <a:lnTo>
                    <a:pt x="3470" y="682"/>
                  </a:lnTo>
                  <a:lnTo>
                    <a:pt x="260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8394;p41">
              <a:extLst>
                <a:ext uri="{FF2B5EF4-FFF2-40B4-BE49-F238E27FC236}">
                  <a16:creationId xmlns:a16="http://schemas.microsoft.com/office/drawing/2014/main" id="{5C27880A-36C3-50EC-1C3C-AD4796BFFC27}"/>
                </a:ext>
              </a:extLst>
            </p:cNvPr>
            <p:cNvSpPr/>
            <p:nvPr/>
          </p:nvSpPr>
          <p:spPr>
            <a:xfrm>
              <a:off x="10484425" y="4332825"/>
              <a:ext cx="138400" cy="159450"/>
            </a:xfrm>
            <a:custGeom>
              <a:avLst/>
              <a:gdLst/>
              <a:ahLst/>
              <a:cxnLst/>
              <a:rect l="l" t="t" r="r" b="b"/>
              <a:pathLst>
                <a:path w="5536" h="6378" fill="none" extrusionOk="0">
                  <a:moveTo>
                    <a:pt x="2607" y="0"/>
                  </a:moveTo>
                  <a:lnTo>
                    <a:pt x="2607" y="0"/>
                  </a:lnTo>
                  <a:lnTo>
                    <a:pt x="2667" y="101"/>
                  </a:lnTo>
                  <a:lnTo>
                    <a:pt x="2667" y="101"/>
                  </a:lnTo>
                  <a:lnTo>
                    <a:pt x="2708" y="161"/>
                  </a:lnTo>
                  <a:lnTo>
                    <a:pt x="2728" y="241"/>
                  </a:lnTo>
                  <a:lnTo>
                    <a:pt x="2748" y="341"/>
                  </a:lnTo>
                  <a:lnTo>
                    <a:pt x="2748" y="462"/>
                  </a:lnTo>
                  <a:lnTo>
                    <a:pt x="2748" y="462"/>
                  </a:lnTo>
                  <a:lnTo>
                    <a:pt x="2748" y="622"/>
                  </a:lnTo>
                  <a:lnTo>
                    <a:pt x="2708" y="823"/>
                  </a:lnTo>
                  <a:lnTo>
                    <a:pt x="2667" y="1023"/>
                  </a:lnTo>
                  <a:lnTo>
                    <a:pt x="2587" y="1244"/>
                  </a:lnTo>
                  <a:lnTo>
                    <a:pt x="2507" y="1484"/>
                  </a:lnTo>
                  <a:lnTo>
                    <a:pt x="2387" y="1725"/>
                  </a:lnTo>
                  <a:lnTo>
                    <a:pt x="2266" y="1966"/>
                  </a:lnTo>
                  <a:lnTo>
                    <a:pt x="2126" y="2226"/>
                  </a:lnTo>
                  <a:lnTo>
                    <a:pt x="2126" y="2226"/>
                  </a:lnTo>
                  <a:lnTo>
                    <a:pt x="1564" y="3089"/>
                  </a:lnTo>
                  <a:lnTo>
                    <a:pt x="1223" y="3630"/>
                  </a:lnTo>
                  <a:lnTo>
                    <a:pt x="863" y="4212"/>
                  </a:lnTo>
                  <a:lnTo>
                    <a:pt x="542" y="4793"/>
                  </a:lnTo>
                  <a:lnTo>
                    <a:pt x="261" y="5335"/>
                  </a:lnTo>
                  <a:lnTo>
                    <a:pt x="141" y="5575"/>
                  </a:lnTo>
                  <a:lnTo>
                    <a:pt x="60" y="5796"/>
                  </a:lnTo>
                  <a:lnTo>
                    <a:pt x="20" y="5997"/>
                  </a:lnTo>
                  <a:lnTo>
                    <a:pt x="0" y="6137"/>
                  </a:lnTo>
                  <a:lnTo>
                    <a:pt x="0" y="6137"/>
                  </a:lnTo>
                  <a:lnTo>
                    <a:pt x="20" y="6257"/>
                  </a:lnTo>
                  <a:lnTo>
                    <a:pt x="40" y="6318"/>
                  </a:lnTo>
                  <a:lnTo>
                    <a:pt x="80" y="6338"/>
                  </a:lnTo>
                  <a:lnTo>
                    <a:pt x="80" y="6338"/>
                  </a:lnTo>
                  <a:lnTo>
                    <a:pt x="120" y="6358"/>
                  </a:lnTo>
                  <a:lnTo>
                    <a:pt x="181" y="6378"/>
                  </a:lnTo>
                  <a:lnTo>
                    <a:pt x="181" y="6378"/>
                  </a:lnTo>
                  <a:lnTo>
                    <a:pt x="241" y="6358"/>
                  </a:lnTo>
                  <a:lnTo>
                    <a:pt x="321" y="6338"/>
                  </a:lnTo>
                  <a:lnTo>
                    <a:pt x="502" y="6257"/>
                  </a:lnTo>
                  <a:lnTo>
                    <a:pt x="702" y="6117"/>
                  </a:lnTo>
                  <a:lnTo>
                    <a:pt x="943" y="5957"/>
                  </a:lnTo>
                  <a:lnTo>
                    <a:pt x="1183" y="5736"/>
                  </a:lnTo>
                  <a:lnTo>
                    <a:pt x="1444" y="5515"/>
                  </a:lnTo>
                  <a:lnTo>
                    <a:pt x="1966" y="4994"/>
                  </a:lnTo>
                  <a:lnTo>
                    <a:pt x="2487" y="4452"/>
                  </a:lnTo>
                  <a:lnTo>
                    <a:pt x="2928" y="3971"/>
                  </a:lnTo>
                  <a:lnTo>
                    <a:pt x="3490" y="3349"/>
                  </a:lnTo>
                  <a:lnTo>
                    <a:pt x="3490" y="3349"/>
                  </a:lnTo>
                  <a:lnTo>
                    <a:pt x="3811" y="3029"/>
                  </a:lnTo>
                  <a:lnTo>
                    <a:pt x="4011" y="2848"/>
                  </a:lnTo>
                  <a:lnTo>
                    <a:pt x="4252" y="2668"/>
                  </a:lnTo>
                  <a:lnTo>
                    <a:pt x="4492" y="2507"/>
                  </a:lnTo>
                  <a:lnTo>
                    <a:pt x="4753" y="2367"/>
                  </a:lnTo>
                  <a:lnTo>
                    <a:pt x="5034" y="2266"/>
                  </a:lnTo>
                  <a:lnTo>
                    <a:pt x="5174" y="2226"/>
                  </a:lnTo>
                  <a:lnTo>
                    <a:pt x="5315" y="2206"/>
                  </a:lnTo>
                  <a:lnTo>
                    <a:pt x="5315" y="2206"/>
                  </a:lnTo>
                  <a:lnTo>
                    <a:pt x="5535" y="2246"/>
                  </a:lnTo>
                  <a:lnTo>
                    <a:pt x="5535" y="2246"/>
                  </a:lnTo>
                  <a:lnTo>
                    <a:pt x="5154" y="1966"/>
                  </a:lnTo>
                  <a:lnTo>
                    <a:pt x="5154" y="1966"/>
                  </a:lnTo>
                  <a:lnTo>
                    <a:pt x="5154" y="1966"/>
                  </a:lnTo>
                  <a:lnTo>
                    <a:pt x="4372" y="1384"/>
                  </a:lnTo>
                  <a:lnTo>
                    <a:pt x="4372" y="1384"/>
                  </a:lnTo>
                  <a:lnTo>
                    <a:pt x="3470" y="682"/>
                  </a:lnTo>
                  <a:lnTo>
                    <a:pt x="3470" y="682"/>
                  </a:lnTo>
                  <a:lnTo>
                    <a:pt x="3470" y="682"/>
                  </a:lnTo>
                  <a:lnTo>
                    <a:pt x="260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8395;p41">
              <a:extLst>
                <a:ext uri="{FF2B5EF4-FFF2-40B4-BE49-F238E27FC236}">
                  <a16:creationId xmlns:a16="http://schemas.microsoft.com/office/drawing/2014/main" id="{70AB5A8D-3933-D13C-1CF4-0B28DDB4830D}"/>
                </a:ext>
              </a:extLst>
            </p:cNvPr>
            <p:cNvSpPr/>
            <p:nvPr/>
          </p:nvSpPr>
          <p:spPr>
            <a:xfrm>
              <a:off x="10387150" y="4088650"/>
              <a:ext cx="283800" cy="289325"/>
            </a:xfrm>
            <a:custGeom>
              <a:avLst/>
              <a:gdLst/>
              <a:ahLst/>
              <a:cxnLst/>
              <a:rect l="l" t="t" r="r" b="b"/>
              <a:pathLst>
                <a:path w="11352" h="11573" extrusionOk="0">
                  <a:moveTo>
                    <a:pt x="1" y="1"/>
                  </a:moveTo>
                  <a:lnTo>
                    <a:pt x="321" y="602"/>
                  </a:lnTo>
                  <a:lnTo>
                    <a:pt x="662" y="1224"/>
                  </a:lnTo>
                  <a:lnTo>
                    <a:pt x="1344" y="2407"/>
                  </a:lnTo>
                  <a:lnTo>
                    <a:pt x="2066" y="3570"/>
                  </a:lnTo>
                  <a:lnTo>
                    <a:pt x="2808" y="4694"/>
                  </a:lnTo>
                  <a:lnTo>
                    <a:pt x="4332" y="6037"/>
                  </a:lnTo>
                  <a:lnTo>
                    <a:pt x="5917" y="7381"/>
                  </a:lnTo>
                  <a:lnTo>
                    <a:pt x="7521" y="8684"/>
                  </a:lnTo>
                  <a:lnTo>
                    <a:pt x="8323" y="9326"/>
                  </a:lnTo>
                  <a:lnTo>
                    <a:pt x="9145" y="9968"/>
                  </a:lnTo>
                  <a:lnTo>
                    <a:pt x="10248" y="10770"/>
                  </a:lnTo>
                  <a:lnTo>
                    <a:pt x="11351" y="11572"/>
                  </a:lnTo>
                  <a:lnTo>
                    <a:pt x="11351" y="11572"/>
                  </a:lnTo>
                  <a:lnTo>
                    <a:pt x="10830" y="11071"/>
                  </a:lnTo>
                  <a:lnTo>
                    <a:pt x="10329" y="10529"/>
                  </a:lnTo>
                  <a:lnTo>
                    <a:pt x="9827" y="9988"/>
                  </a:lnTo>
                  <a:lnTo>
                    <a:pt x="9366" y="9426"/>
                  </a:lnTo>
                  <a:lnTo>
                    <a:pt x="8905" y="8865"/>
                  </a:lnTo>
                  <a:lnTo>
                    <a:pt x="8484" y="8263"/>
                  </a:lnTo>
                  <a:lnTo>
                    <a:pt x="8083" y="7662"/>
                  </a:lnTo>
                  <a:lnTo>
                    <a:pt x="7702" y="7040"/>
                  </a:lnTo>
                  <a:lnTo>
                    <a:pt x="6659" y="6178"/>
                  </a:lnTo>
                  <a:lnTo>
                    <a:pt x="5656" y="5295"/>
                  </a:lnTo>
                  <a:lnTo>
                    <a:pt x="4653" y="4413"/>
                  </a:lnTo>
                  <a:lnTo>
                    <a:pt x="3671" y="3510"/>
                  </a:lnTo>
                  <a:lnTo>
                    <a:pt x="2708" y="2628"/>
                  </a:lnTo>
                  <a:lnTo>
                    <a:pt x="1765" y="174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8396;p41">
              <a:extLst>
                <a:ext uri="{FF2B5EF4-FFF2-40B4-BE49-F238E27FC236}">
                  <a16:creationId xmlns:a16="http://schemas.microsoft.com/office/drawing/2014/main" id="{0EB402F4-81D4-704B-FF9F-9C72AD3B0FD8}"/>
                </a:ext>
              </a:extLst>
            </p:cNvPr>
            <p:cNvSpPr/>
            <p:nvPr/>
          </p:nvSpPr>
          <p:spPr>
            <a:xfrm>
              <a:off x="10334000" y="3869050"/>
              <a:ext cx="193050" cy="235175"/>
            </a:xfrm>
            <a:custGeom>
              <a:avLst/>
              <a:gdLst/>
              <a:ahLst/>
              <a:cxnLst/>
              <a:rect l="l" t="t" r="r" b="b"/>
              <a:pathLst>
                <a:path w="7722" h="9407" extrusionOk="0">
                  <a:moveTo>
                    <a:pt x="402" y="1"/>
                  </a:moveTo>
                  <a:lnTo>
                    <a:pt x="302" y="201"/>
                  </a:lnTo>
                  <a:lnTo>
                    <a:pt x="241" y="402"/>
                  </a:lnTo>
                  <a:lnTo>
                    <a:pt x="121" y="823"/>
                  </a:lnTo>
                  <a:lnTo>
                    <a:pt x="41" y="1264"/>
                  </a:lnTo>
                  <a:lnTo>
                    <a:pt x="1" y="1706"/>
                  </a:lnTo>
                  <a:lnTo>
                    <a:pt x="783" y="2588"/>
                  </a:lnTo>
                  <a:lnTo>
                    <a:pt x="1645" y="3490"/>
                  </a:lnTo>
                  <a:lnTo>
                    <a:pt x="2548" y="4433"/>
                  </a:lnTo>
                  <a:lnTo>
                    <a:pt x="3490" y="5416"/>
                  </a:lnTo>
                  <a:lnTo>
                    <a:pt x="4493" y="6398"/>
                  </a:lnTo>
                  <a:lnTo>
                    <a:pt x="5536" y="7401"/>
                  </a:lnTo>
                  <a:lnTo>
                    <a:pt x="6619" y="8404"/>
                  </a:lnTo>
                  <a:lnTo>
                    <a:pt x="7722" y="9406"/>
                  </a:lnTo>
                  <a:lnTo>
                    <a:pt x="7722" y="9406"/>
                  </a:lnTo>
                  <a:lnTo>
                    <a:pt x="7682" y="8905"/>
                  </a:lnTo>
                  <a:lnTo>
                    <a:pt x="7662" y="8404"/>
                  </a:lnTo>
                  <a:lnTo>
                    <a:pt x="7662" y="7902"/>
                  </a:lnTo>
                  <a:lnTo>
                    <a:pt x="7702" y="7401"/>
                  </a:lnTo>
                  <a:lnTo>
                    <a:pt x="6599" y="6378"/>
                  </a:lnTo>
                  <a:lnTo>
                    <a:pt x="5556" y="5335"/>
                  </a:lnTo>
                  <a:lnTo>
                    <a:pt x="4553" y="4353"/>
                  </a:lnTo>
                  <a:lnTo>
                    <a:pt x="3591" y="3370"/>
                  </a:lnTo>
                  <a:lnTo>
                    <a:pt x="1866" y="1565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8397;p41">
              <a:extLst>
                <a:ext uri="{FF2B5EF4-FFF2-40B4-BE49-F238E27FC236}">
                  <a16:creationId xmlns:a16="http://schemas.microsoft.com/office/drawing/2014/main" id="{8C0B4254-3177-CD9B-6181-554B51E55D94}"/>
                </a:ext>
              </a:extLst>
            </p:cNvPr>
            <p:cNvSpPr/>
            <p:nvPr/>
          </p:nvSpPr>
          <p:spPr>
            <a:xfrm>
              <a:off x="10334000" y="3869050"/>
              <a:ext cx="193050" cy="235175"/>
            </a:xfrm>
            <a:custGeom>
              <a:avLst/>
              <a:gdLst/>
              <a:ahLst/>
              <a:cxnLst/>
              <a:rect l="l" t="t" r="r" b="b"/>
              <a:pathLst>
                <a:path w="7722" h="9407" fill="none" extrusionOk="0">
                  <a:moveTo>
                    <a:pt x="402" y="1"/>
                  </a:moveTo>
                  <a:lnTo>
                    <a:pt x="402" y="1"/>
                  </a:lnTo>
                  <a:lnTo>
                    <a:pt x="302" y="201"/>
                  </a:lnTo>
                  <a:lnTo>
                    <a:pt x="241" y="402"/>
                  </a:lnTo>
                  <a:lnTo>
                    <a:pt x="121" y="823"/>
                  </a:lnTo>
                  <a:lnTo>
                    <a:pt x="41" y="1264"/>
                  </a:lnTo>
                  <a:lnTo>
                    <a:pt x="1" y="1706"/>
                  </a:lnTo>
                  <a:lnTo>
                    <a:pt x="1" y="1706"/>
                  </a:lnTo>
                  <a:lnTo>
                    <a:pt x="1" y="1706"/>
                  </a:lnTo>
                  <a:lnTo>
                    <a:pt x="783" y="2588"/>
                  </a:lnTo>
                  <a:lnTo>
                    <a:pt x="1645" y="3490"/>
                  </a:lnTo>
                  <a:lnTo>
                    <a:pt x="2548" y="4433"/>
                  </a:lnTo>
                  <a:lnTo>
                    <a:pt x="3490" y="5416"/>
                  </a:lnTo>
                  <a:lnTo>
                    <a:pt x="4493" y="6398"/>
                  </a:lnTo>
                  <a:lnTo>
                    <a:pt x="5536" y="7401"/>
                  </a:lnTo>
                  <a:lnTo>
                    <a:pt x="6619" y="8404"/>
                  </a:lnTo>
                  <a:lnTo>
                    <a:pt x="7722" y="9406"/>
                  </a:lnTo>
                  <a:lnTo>
                    <a:pt x="7722" y="9406"/>
                  </a:lnTo>
                  <a:lnTo>
                    <a:pt x="7722" y="9406"/>
                  </a:lnTo>
                  <a:lnTo>
                    <a:pt x="7722" y="9406"/>
                  </a:lnTo>
                  <a:lnTo>
                    <a:pt x="7682" y="8905"/>
                  </a:lnTo>
                  <a:lnTo>
                    <a:pt x="7662" y="8404"/>
                  </a:lnTo>
                  <a:lnTo>
                    <a:pt x="7662" y="7902"/>
                  </a:lnTo>
                  <a:lnTo>
                    <a:pt x="7702" y="7401"/>
                  </a:lnTo>
                  <a:lnTo>
                    <a:pt x="7702" y="7401"/>
                  </a:lnTo>
                  <a:lnTo>
                    <a:pt x="6599" y="6378"/>
                  </a:lnTo>
                  <a:lnTo>
                    <a:pt x="5556" y="5335"/>
                  </a:lnTo>
                  <a:lnTo>
                    <a:pt x="4553" y="4353"/>
                  </a:lnTo>
                  <a:lnTo>
                    <a:pt x="3591" y="3370"/>
                  </a:lnTo>
                  <a:lnTo>
                    <a:pt x="1866" y="1565"/>
                  </a:lnTo>
                  <a:lnTo>
                    <a:pt x="402" y="1"/>
                  </a:lnTo>
                  <a:lnTo>
                    <a:pt x="40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8398;p41">
              <a:extLst>
                <a:ext uri="{FF2B5EF4-FFF2-40B4-BE49-F238E27FC236}">
                  <a16:creationId xmlns:a16="http://schemas.microsoft.com/office/drawing/2014/main" id="{AD9194D6-FB04-D91D-5303-7FEA6C1723B5}"/>
                </a:ext>
              </a:extLst>
            </p:cNvPr>
            <p:cNvSpPr/>
            <p:nvPr/>
          </p:nvSpPr>
          <p:spPr>
            <a:xfrm>
              <a:off x="10352050" y="3796875"/>
              <a:ext cx="252225" cy="238650"/>
            </a:xfrm>
            <a:custGeom>
              <a:avLst/>
              <a:gdLst/>
              <a:ahLst/>
              <a:cxnLst/>
              <a:rect l="l" t="t" r="r" b="b"/>
              <a:pathLst>
                <a:path w="10089" h="9546" extrusionOk="0">
                  <a:moveTo>
                    <a:pt x="5275" y="0"/>
                  </a:moveTo>
                  <a:lnTo>
                    <a:pt x="4894" y="20"/>
                  </a:lnTo>
                  <a:lnTo>
                    <a:pt x="4493" y="40"/>
                  </a:lnTo>
                  <a:lnTo>
                    <a:pt x="4112" y="80"/>
                  </a:lnTo>
                  <a:lnTo>
                    <a:pt x="3751" y="140"/>
                  </a:lnTo>
                  <a:lnTo>
                    <a:pt x="3390" y="221"/>
                  </a:lnTo>
                  <a:lnTo>
                    <a:pt x="3029" y="321"/>
                  </a:lnTo>
                  <a:lnTo>
                    <a:pt x="2668" y="421"/>
                  </a:lnTo>
                  <a:lnTo>
                    <a:pt x="2327" y="541"/>
                  </a:lnTo>
                  <a:lnTo>
                    <a:pt x="2006" y="682"/>
                  </a:lnTo>
                  <a:lnTo>
                    <a:pt x="1685" y="862"/>
                  </a:lnTo>
                  <a:lnTo>
                    <a:pt x="1385" y="1043"/>
                  </a:lnTo>
                  <a:lnTo>
                    <a:pt x="1084" y="1243"/>
                  </a:lnTo>
                  <a:lnTo>
                    <a:pt x="803" y="1464"/>
                  </a:lnTo>
                  <a:lnTo>
                    <a:pt x="542" y="1705"/>
                  </a:lnTo>
                  <a:lnTo>
                    <a:pt x="282" y="1985"/>
                  </a:lnTo>
                  <a:lnTo>
                    <a:pt x="41" y="2266"/>
                  </a:lnTo>
                  <a:lnTo>
                    <a:pt x="1" y="2346"/>
                  </a:lnTo>
                  <a:lnTo>
                    <a:pt x="723" y="3149"/>
                  </a:lnTo>
                  <a:lnTo>
                    <a:pt x="1485" y="3991"/>
                  </a:lnTo>
                  <a:lnTo>
                    <a:pt x="2307" y="4853"/>
                  </a:lnTo>
                  <a:lnTo>
                    <a:pt x="3189" y="5756"/>
                  </a:lnTo>
                  <a:lnTo>
                    <a:pt x="4092" y="6678"/>
                  </a:lnTo>
                  <a:lnTo>
                    <a:pt x="5034" y="7621"/>
                  </a:lnTo>
                  <a:lnTo>
                    <a:pt x="6037" y="8583"/>
                  </a:lnTo>
                  <a:lnTo>
                    <a:pt x="7060" y="9546"/>
                  </a:lnTo>
                  <a:lnTo>
                    <a:pt x="7120" y="9185"/>
                  </a:lnTo>
                  <a:lnTo>
                    <a:pt x="7200" y="8804"/>
                  </a:lnTo>
                  <a:lnTo>
                    <a:pt x="7281" y="8463"/>
                  </a:lnTo>
                  <a:lnTo>
                    <a:pt x="7381" y="8102"/>
                  </a:lnTo>
                  <a:lnTo>
                    <a:pt x="7521" y="7761"/>
                  </a:lnTo>
                  <a:lnTo>
                    <a:pt x="7662" y="7420"/>
                  </a:lnTo>
                  <a:lnTo>
                    <a:pt x="7802" y="7099"/>
                  </a:lnTo>
                  <a:lnTo>
                    <a:pt x="7982" y="6799"/>
                  </a:lnTo>
                  <a:lnTo>
                    <a:pt x="8183" y="6498"/>
                  </a:lnTo>
                  <a:lnTo>
                    <a:pt x="8384" y="6217"/>
                  </a:lnTo>
                  <a:lnTo>
                    <a:pt x="8624" y="5936"/>
                  </a:lnTo>
                  <a:lnTo>
                    <a:pt x="8865" y="5675"/>
                  </a:lnTo>
                  <a:lnTo>
                    <a:pt x="9146" y="5435"/>
                  </a:lnTo>
                  <a:lnTo>
                    <a:pt x="9426" y="5214"/>
                  </a:lnTo>
                  <a:lnTo>
                    <a:pt x="9747" y="5014"/>
                  </a:lnTo>
                  <a:lnTo>
                    <a:pt x="10088" y="4833"/>
                  </a:lnTo>
                  <a:lnTo>
                    <a:pt x="8765" y="3550"/>
                  </a:lnTo>
                  <a:lnTo>
                    <a:pt x="7521" y="2306"/>
                  </a:lnTo>
                  <a:lnTo>
                    <a:pt x="6358" y="1123"/>
                  </a:lnTo>
                  <a:lnTo>
                    <a:pt x="527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41">
              <a:extLst>
                <a:ext uri="{FF2B5EF4-FFF2-40B4-BE49-F238E27FC236}">
                  <a16:creationId xmlns:a16="http://schemas.microsoft.com/office/drawing/2014/main" id="{814310FF-365D-0322-20C7-0AB56F8D58F5}"/>
                </a:ext>
              </a:extLst>
            </p:cNvPr>
            <p:cNvSpPr/>
            <p:nvPr/>
          </p:nvSpPr>
          <p:spPr>
            <a:xfrm>
              <a:off x="10352050" y="3796875"/>
              <a:ext cx="252225" cy="238650"/>
            </a:xfrm>
            <a:custGeom>
              <a:avLst/>
              <a:gdLst/>
              <a:ahLst/>
              <a:cxnLst/>
              <a:rect l="l" t="t" r="r" b="b"/>
              <a:pathLst>
                <a:path w="10089" h="9546" fill="none" extrusionOk="0">
                  <a:moveTo>
                    <a:pt x="5275" y="0"/>
                  </a:moveTo>
                  <a:lnTo>
                    <a:pt x="5275" y="0"/>
                  </a:lnTo>
                  <a:lnTo>
                    <a:pt x="4894" y="20"/>
                  </a:lnTo>
                  <a:lnTo>
                    <a:pt x="4493" y="40"/>
                  </a:lnTo>
                  <a:lnTo>
                    <a:pt x="4112" y="80"/>
                  </a:lnTo>
                  <a:lnTo>
                    <a:pt x="3751" y="140"/>
                  </a:lnTo>
                  <a:lnTo>
                    <a:pt x="3390" y="221"/>
                  </a:lnTo>
                  <a:lnTo>
                    <a:pt x="3029" y="321"/>
                  </a:lnTo>
                  <a:lnTo>
                    <a:pt x="2668" y="421"/>
                  </a:lnTo>
                  <a:lnTo>
                    <a:pt x="2327" y="541"/>
                  </a:lnTo>
                  <a:lnTo>
                    <a:pt x="2006" y="682"/>
                  </a:lnTo>
                  <a:lnTo>
                    <a:pt x="1685" y="862"/>
                  </a:lnTo>
                  <a:lnTo>
                    <a:pt x="1385" y="1043"/>
                  </a:lnTo>
                  <a:lnTo>
                    <a:pt x="1084" y="1243"/>
                  </a:lnTo>
                  <a:lnTo>
                    <a:pt x="803" y="1464"/>
                  </a:lnTo>
                  <a:lnTo>
                    <a:pt x="542" y="1705"/>
                  </a:lnTo>
                  <a:lnTo>
                    <a:pt x="282" y="1985"/>
                  </a:lnTo>
                  <a:lnTo>
                    <a:pt x="41" y="2266"/>
                  </a:lnTo>
                  <a:lnTo>
                    <a:pt x="41" y="2266"/>
                  </a:lnTo>
                  <a:lnTo>
                    <a:pt x="1" y="2346"/>
                  </a:lnTo>
                  <a:lnTo>
                    <a:pt x="1" y="2346"/>
                  </a:lnTo>
                  <a:lnTo>
                    <a:pt x="1" y="2346"/>
                  </a:lnTo>
                  <a:lnTo>
                    <a:pt x="723" y="3149"/>
                  </a:lnTo>
                  <a:lnTo>
                    <a:pt x="1485" y="3991"/>
                  </a:lnTo>
                  <a:lnTo>
                    <a:pt x="2307" y="4853"/>
                  </a:lnTo>
                  <a:lnTo>
                    <a:pt x="3189" y="5756"/>
                  </a:lnTo>
                  <a:lnTo>
                    <a:pt x="4092" y="6678"/>
                  </a:lnTo>
                  <a:lnTo>
                    <a:pt x="5034" y="7621"/>
                  </a:lnTo>
                  <a:lnTo>
                    <a:pt x="6037" y="8583"/>
                  </a:lnTo>
                  <a:lnTo>
                    <a:pt x="7060" y="9546"/>
                  </a:lnTo>
                  <a:lnTo>
                    <a:pt x="7060" y="9546"/>
                  </a:lnTo>
                  <a:lnTo>
                    <a:pt x="7060" y="9546"/>
                  </a:lnTo>
                  <a:lnTo>
                    <a:pt x="7120" y="9185"/>
                  </a:lnTo>
                  <a:lnTo>
                    <a:pt x="7200" y="8804"/>
                  </a:lnTo>
                  <a:lnTo>
                    <a:pt x="7281" y="8463"/>
                  </a:lnTo>
                  <a:lnTo>
                    <a:pt x="7381" y="8102"/>
                  </a:lnTo>
                  <a:lnTo>
                    <a:pt x="7521" y="7761"/>
                  </a:lnTo>
                  <a:lnTo>
                    <a:pt x="7662" y="7420"/>
                  </a:lnTo>
                  <a:lnTo>
                    <a:pt x="7802" y="7099"/>
                  </a:lnTo>
                  <a:lnTo>
                    <a:pt x="7982" y="6799"/>
                  </a:lnTo>
                  <a:lnTo>
                    <a:pt x="8183" y="6498"/>
                  </a:lnTo>
                  <a:lnTo>
                    <a:pt x="8384" y="6217"/>
                  </a:lnTo>
                  <a:lnTo>
                    <a:pt x="8624" y="5936"/>
                  </a:lnTo>
                  <a:lnTo>
                    <a:pt x="8865" y="5675"/>
                  </a:lnTo>
                  <a:lnTo>
                    <a:pt x="9146" y="5435"/>
                  </a:lnTo>
                  <a:lnTo>
                    <a:pt x="9426" y="5214"/>
                  </a:lnTo>
                  <a:lnTo>
                    <a:pt x="9747" y="5014"/>
                  </a:lnTo>
                  <a:lnTo>
                    <a:pt x="10088" y="4833"/>
                  </a:lnTo>
                  <a:lnTo>
                    <a:pt x="10088" y="4833"/>
                  </a:lnTo>
                  <a:lnTo>
                    <a:pt x="8765" y="3550"/>
                  </a:lnTo>
                  <a:lnTo>
                    <a:pt x="7521" y="2306"/>
                  </a:lnTo>
                  <a:lnTo>
                    <a:pt x="6358" y="1123"/>
                  </a:lnTo>
                  <a:lnTo>
                    <a:pt x="5275" y="0"/>
                  </a:lnTo>
                  <a:lnTo>
                    <a:pt x="527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8400;p41">
              <a:extLst>
                <a:ext uri="{FF2B5EF4-FFF2-40B4-BE49-F238E27FC236}">
                  <a16:creationId xmlns:a16="http://schemas.microsoft.com/office/drawing/2014/main" id="{DDEA6F4B-C200-612A-5FE4-7D5BDE729F83}"/>
                </a:ext>
              </a:extLst>
            </p:cNvPr>
            <p:cNvSpPr/>
            <p:nvPr/>
          </p:nvSpPr>
          <p:spPr>
            <a:xfrm>
              <a:off x="10458850" y="4207975"/>
              <a:ext cx="265750" cy="215625"/>
            </a:xfrm>
            <a:custGeom>
              <a:avLst/>
              <a:gdLst/>
              <a:ahLst/>
              <a:cxnLst/>
              <a:rect l="l" t="t" r="r" b="b"/>
              <a:pathLst>
                <a:path w="10630" h="8625" extrusionOk="0">
                  <a:moveTo>
                    <a:pt x="0" y="1"/>
                  </a:moveTo>
                  <a:lnTo>
                    <a:pt x="562" y="863"/>
                  </a:lnTo>
                  <a:lnTo>
                    <a:pt x="1123" y="1665"/>
                  </a:lnTo>
                  <a:lnTo>
                    <a:pt x="2166" y="3069"/>
                  </a:lnTo>
                  <a:lnTo>
                    <a:pt x="3009" y="4192"/>
                  </a:lnTo>
                  <a:lnTo>
                    <a:pt x="3610" y="4974"/>
                  </a:lnTo>
                  <a:lnTo>
                    <a:pt x="3630" y="4994"/>
                  </a:lnTo>
                  <a:lnTo>
                    <a:pt x="4493" y="5676"/>
                  </a:lnTo>
                  <a:lnTo>
                    <a:pt x="5395" y="6378"/>
                  </a:lnTo>
                  <a:lnTo>
                    <a:pt x="6177" y="6960"/>
                  </a:lnTo>
                  <a:lnTo>
                    <a:pt x="6558" y="7240"/>
                  </a:lnTo>
                  <a:lnTo>
                    <a:pt x="6899" y="7321"/>
                  </a:lnTo>
                  <a:lnTo>
                    <a:pt x="7300" y="7421"/>
                  </a:lnTo>
                  <a:lnTo>
                    <a:pt x="7761" y="7561"/>
                  </a:lnTo>
                  <a:lnTo>
                    <a:pt x="8263" y="7742"/>
                  </a:lnTo>
                  <a:lnTo>
                    <a:pt x="9366" y="8143"/>
                  </a:lnTo>
                  <a:lnTo>
                    <a:pt x="10629" y="8624"/>
                  </a:lnTo>
                  <a:lnTo>
                    <a:pt x="9767" y="7942"/>
                  </a:lnTo>
                  <a:lnTo>
                    <a:pt x="8945" y="7220"/>
                  </a:lnTo>
                  <a:lnTo>
                    <a:pt x="7561" y="6258"/>
                  </a:lnTo>
                  <a:lnTo>
                    <a:pt x="6217" y="5255"/>
                  </a:lnTo>
                  <a:lnTo>
                    <a:pt x="5415" y="4653"/>
                  </a:lnTo>
                  <a:lnTo>
                    <a:pt x="4633" y="4012"/>
                  </a:lnTo>
                  <a:lnTo>
                    <a:pt x="3831" y="3370"/>
                  </a:lnTo>
                  <a:lnTo>
                    <a:pt x="3049" y="2708"/>
                  </a:lnTo>
                  <a:lnTo>
                    <a:pt x="1504" y="136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8401;p41">
              <a:extLst>
                <a:ext uri="{FF2B5EF4-FFF2-40B4-BE49-F238E27FC236}">
                  <a16:creationId xmlns:a16="http://schemas.microsoft.com/office/drawing/2014/main" id="{BC955612-587B-3834-BA73-F07E1D69B871}"/>
                </a:ext>
              </a:extLst>
            </p:cNvPr>
            <p:cNvSpPr/>
            <p:nvPr/>
          </p:nvSpPr>
          <p:spPr>
            <a:xfrm>
              <a:off x="10994300" y="4056075"/>
              <a:ext cx="140400" cy="258225"/>
            </a:xfrm>
            <a:custGeom>
              <a:avLst/>
              <a:gdLst/>
              <a:ahLst/>
              <a:cxnLst/>
              <a:rect l="l" t="t" r="r" b="b"/>
              <a:pathLst>
                <a:path w="5616" h="10329" extrusionOk="0">
                  <a:moveTo>
                    <a:pt x="181" y="0"/>
                  </a:moveTo>
                  <a:lnTo>
                    <a:pt x="121" y="20"/>
                  </a:lnTo>
                  <a:lnTo>
                    <a:pt x="61" y="60"/>
                  </a:lnTo>
                  <a:lnTo>
                    <a:pt x="21" y="121"/>
                  </a:lnTo>
                  <a:lnTo>
                    <a:pt x="1" y="201"/>
                  </a:lnTo>
                  <a:lnTo>
                    <a:pt x="21" y="281"/>
                  </a:lnTo>
                  <a:lnTo>
                    <a:pt x="281" y="883"/>
                  </a:lnTo>
                  <a:lnTo>
                    <a:pt x="562" y="1484"/>
                  </a:lnTo>
                  <a:lnTo>
                    <a:pt x="883" y="2066"/>
                  </a:lnTo>
                  <a:lnTo>
                    <a:pt x="1204" y="2647"/>
                  </a:lnTo>
                  <a:lnTo>
                    <a:pt x="1866" y="3811"/>
                  </a:lnTo>
                  <a:lnTo>
                    <a:pt x="2187" y="4392"/>
                  </a:lnTo>
                  <a:lnTo>
                    <a:pt x="2487" y="4974"/>
                  </a:lnTo>
                  <a:lnTo>
                    <a:pt x="2808" y="5615"/>
                  </a:lnTo>
                  <a:lnTo>
                    <a:pt x="3089" y="6277"/>
                  </a:lnTo>
                  <a:lnTo>
                    <a:pt x="3650" y="7621"/>
                  </a:lnTo>
                  <a:lnTo>
                    <a:pt x="3951" y="8303"/>
                  </a:lnTo>
                  <a:lnTo>
                    <a:pt x="4252" y="8945"/>
                  </a:lnTo>
                  <a:lnTo>
                    <a:pt x="4593" y="9566"/>
                  </a:lnTo>
                  <a:lnTo>
                    <a:pt x="4774" y="9887"/>
                  </a:lnTo>
                  <a:lnTo>
                    <a:pt x="4974" y="10168"/>
                  </a:lnTo>
                  <a:lnTo>
                    <a:pt x="5054" y="10268"/>
                  </a:lnTo>
                  <a:lnTo>
                    <a:pt x="5155" y="10308"/>
                  </a:lnTo>
                  <a:lnTo>
                    <a:pt x="5255" y="10328"/>
                  </a:lnTo>
                  <a:lnTo>
                    <a:pt x="5375" y="10328"/>
                  </a:lnTo>
                  <a:lnTo>
                    <a:pt x="5475" y="10288"/>
                  </a:lnTo>
                  <a:lnTo>
                    <a:pt x="5556" y="10228"/>
                  </a:lnTo>
                  <a:lnTo>
                    <a:pt x="5616" y="10128"/>
                  </a:lnTo>
                  <a:lnTo>
                    <a:pt x="5616" y="10068"/>
                  </a:lnTo>
                  <a:lnTo>
                    <a:pt x="5616" y="9987"/>
                  </a:lnTo>
                  <a:lnTo>
                    <a:pt x="5596" y="9667"/>
                  </a:lnTo>
                  <a:lnTo>
                    <a:pt x="5536" y="9326"/>
                  </a:lnTo>
                  <a:lnTo>
                    <a:pt x="5475" y="9005"/>
                  </a:lnTo>
                  <a:lnTo>
                    <a:pt x="5395" y="8664"/>
                  </a:lnTo>
                  <a:lnTo>
                    <a:pt x="5295" y="8323"/>
                  </a:lnTo>
                  <a:lnTo>
                    <a:pt x="5195" y="8002"/>
                  </a:lnTo>
                  <a:lnTo>
                    <a:pt x="4954" y="7340"/>
                  </a:lnTo>
                  <a:lnTo>
                    <a:pt x="4673" y="6698"/>
                  </a:lnTo>
                  <a:lnTo>
                    <a:pt x="4372" y="6077"/>
                  </a:lnTo>
                  <a:lnTo>
                    <a:pt x="3751" y="4853"/>
                  </a:lnTo>
                  <a:lnTo>
                    <a:pt x="3410" y="4212"/>
                  </a:lnTo>
                  <a:lnTo>
                    <a:pt x="3069" y="3570"/>
                  </a:lnTo>
                  <a:lnTo>
                    <a:pt x="2688" y="2928"/>
                  </a:lnTo>
                  <a:lnTo>
                    <a:pt x="2287" y="2286"/>
                  </a:lnTo>
                  <a:lnTo>
                    <a:pt x="1866" y="1685"/>
                  </a:lnTo>
                  <a:lnTo>
                    <a:pt x="1424" y="1103"/>
                  </a:lnTo>
                  <a:lnTo>
                    <a:pt x="1184" y="822"/>
                  </a:lnTo>
                  <a:lnTo>
                    <a:pt x="943" y="562"/>
                  </a:lnTo>
                  <a:lnTo>
                    <a:pt x="682" y="301"/>
                  </a:lnTo>
                  <a:lnTo>
                    <a:pt x="402" y="60"/>
                  </a:lnTo>
                  <a:lnTo>
                    <a:pt x="342" y="20"/>
                  </a:lnTo>
                  <a:lnTo>
                    <a:pt x="26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8402;p41">
              <a:extLst>
                <a:ext uri="{FF2B5EF4-FFF2-40B4-BE49-F238E27FC236}">
                  <a16:creationId xmlns:a16="http://schemas.microsoft.com/office/drawing/2014/main" id="{7CECC75A-48B0-3DAA-F2C3-3AE576EBC311}"/>
                </a:ext>
              </a:extLst>
            </p:cNvPr>
            <p:cNvSpPr/>
            <p:nvPr/>
          </p:nvSpPr>
          <p:spPr>
            <a:xfrm>
              <a:off x="11130675" y="4355875"/>
              <a:ext cx="28100" cy="29100"/>
            </a:xfrm>
            <a:custGeom>
              <a:avLst/>
              <a:gdLst/>
              <a:ahLst/>
              <a:cxnLst/>
              <a:rect l="l" t="t" r="r" b="b"/>
              <a:pathLst>
                <a:path w="1124" h="1164" extrusionOk="0">
                  <a:moveTo>
                    <a:pt x="562" y="1"/>
                  </a:moveTo>
                  <a:lnTo>
                    <a:pt x="422" y="21"/>
                  </a:lnTo>
                  <a:lnTo>
                    <a:pt x="321" y="61"/>
                  </a:lnTo>
                  <a:lnTo>
                    <a:pt x="221" y="101"/>
                  </a:lnTo>
                  <a:lnTo>
                    <a:pt x="141" y="181"/>
                  </a:lnTo>
                  <a:lnTo>
                    <a:pt x="81" y="262"/>
                  </a:lnTo>
                  <a:lnTo>
                    <a:pt x="41" y="362"/>
                  </a:lnTo>
                  <a:lnTo>
                    <a:pt x="0" y="482"/>
                  </a:lnTo>
                  <a:lnTo>
                    <a:pt x="0" y="582"/>
                  </a:lnTo>
                  <a:lnTo>
                    <a:pt x="0" y="683"/>
                  </a:lnTo>
                  <a:lnTo>
                    <a:pt x="41" y="803"/>
                  </a:lnTo>
                  <a:lnTo>
                    <a:pt x="81" y="883"/>
                  </a:lnTo>
                  <a:lnTo>
                    <a:pt x="141" y="984"/>
                  </a:lnTo>
                  <a:lnTo>
                    <a:pt x="221" y="1064"/>
                  </a:lnTo>
                  <a:lnTo>
                    <a:pt x="321" y="1104"/>
                  </a:lnTo>
                  <a:lnTo>
                    <a:pt x="422" y="1144"/>
                  </a:lnTo>
                  <a:lnTo>
                    <a:pt x="562" y="1164"/>
                  </a:lnTo>
                  <a:lnTo>
                    <a:pt x="682" y="1144"/>
                  </a:lnTo>
                  <a:lnTo>
                    <a:pt x="803" y="1104"/>
                  </a:lnTo>
                  <a:lnTo>
                    <a:pt x="903" y="1064"/>
                  </a:lnTo>
                  <a:lnTo>
                    <a:pt x="983" y="984"/>
                  </a:lnTo>
                  <a:lnTo>
                    <a:pt x="1043" y="883"/>
                  </a:lnTo>
                  <a:lnTo>
                    <a:pt x="1083" y="803"/>
                  </a:lnTo>
                  <a:lnTo>
                    <a:pt x="1103" y="683"/>
                  </a:lnTo>
                  <a:lnTo>
                    <a:pt x="1123" y="582"/>
                  </a:lnTo>
                  <a:lnTo>
                    <a:pt x="1103" y="482"/>
                  </a:lnTo>
                  <a:lnTo>
                    <a:pt x="1083" y="362"/>
                  </a:lnTo>
                  <a:lnTo>
                    <a:pt x="1043" y="262"/>
                  </a:lnTo>
                  <a:lnTo>
                    <a:pt x="983" y="181"/>
                  </a:lnTo>
                  <a:lnTo>
                    <a:pt x="903" y="101"/>
                  </a:lnTo>
                  <a:lnTo>
                    <a:pt x="803" y="61"/>
                  </a:lnTo>
                  <a:lnTo>
                    <a:pt x="682" y="21"/>
                  </a:lnTo>
                  <a:lnTo>
                    <a:pt x="5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TekstniOkvir 1">
            <a:extLst>
              <a:ext uri="{FF2B5EF4-FFF2-40B4-BE49-F238E27FC236}">
                <a16:creationId xmlns:a16="http://schemas.microsoft.com/office/drawing/2014/main" id="{EB79CBF7-341D-B612-DFF9-E1C4D003B804}"/>
              </a:ext>
            </a:extLst>
          </p:cNvPr>
          <p:cNvSpPr txBox="1"/>
          <p:nvPr/>
        </p:nvSpPr>
        <p:spPr>
          <a:xfrm>
            <a:off x="1101075" y="1086450"/>
            <a:ext cx="6976242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organizacija</a:t>
            </a:r>
            <a:r>
              <a:rPr lang="en-US" sz="2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 </a:t>
            </a:r>
            <a:r>
              <a:rPr lang="en-US" sz="2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vremena</a:t>
            </a:r>
            <a:endParaRPr lang="en-US" sz="2800" dirty="0">
              <a:latin typeface="Alef" panose="00000500000000000000" pitchFamily="2" charset="-79"/>
              <a:ea typeface="BioRhyme" panose="020B0604020202020204" charset="-18"/>
              <a:cs typeface="Alef" panose="00000500000000000000" pitchFamily="2" charset="-79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podjela</a:t>
            </a:r>
            <a:r>
              <a:rPr lang="en-US" sz="2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 rada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stečeno</a:t>
            </a:r>
            <a:r>
              <a:rPr lang="en-US" sz="2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 </a:t>
            </a:r>
            <a:r>
              <a:rPr lang="en-US" sz="2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znanje</a:t>
            </a:r>
            <a:endParaRPr lang="en-US" sz="2800" dirty="0">
              <a:latin typeface="Alef" panose="00000500000000000000" pitchFamily="2" charset="-79"/>
              <a:ea typeface="BioRhyme" panose="020B0604020202020204" charset="-18"/>
              <a:cs typeface="Alef" panose="00000500000000000000" pitchFamily="2" charset="-79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ideje</a:t>
            </a:r>
            <a:r>
              <a:rPr lang="en-US" sz="2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 za </a:t>
            </a:r>
            <a:r>
              <a:rPr lang="en-US" sz="2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daljnju</a:t>
            </a:r>
            <a:r>
              <a:rPr lang="en-US" sz="2800" dirty="0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 </a:t>
            </a:r>
            <a:r>
              <a:rPr lang="en-US" sz="2800" dirty="0" err="1">
                <a:latin typeface="Alef" panose="00000500000000000000" pitchFamily="2" charset="-79"/>
                <a:ea typeface="BioRhyme" panose="020B0604020202020204" charset="-18"/>
                <a:cs typeface="Alef" panose="00000500000000000000" pitchFamily="2" charset="-79"/>
              </a:rPr>
              <a:t>implementaciju</a:t>
            </a:r>
            <a:endParaRPr lang="en-US" sz="2800" dirty="0">
              <a:latin typeface="Alef" panose="00000500000000000000" pitchFamily="2" charset="-79"/>
              <a:ea typeface="BioRhyme" panose="020B0604020202020204" charset="-18"/>
              <a:cs typeface="Alef" panose="00000500000000000000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83496387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7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01" name="Google Shape;7501;p36"/>
          <p:cNvSpPr txBox="1">
            <a:spLocks noGrp="1"/>
          </p:cNvSpPr>
          <p:nvPr>
            <p:ph type="title"/>
          </p:nvPr>
        </p:nvSpPr>
        <p:spPr>
          <a:xfrm>
            <a:off x="390418" y="424654"/>
            <a:ext cx="3714900" cy="1486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Otvoreni smo za pitanja!</a:t>
            </a:r>
            <a:endParaRPr dirty="0"/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3" name="Google Shape;8853;p45"/>
          <p:cNvSpPr txBox="1">
            <a:spLocks noGrp="1"/>
          </p:cNvSpPr>
          <p:nvPr>
            <p:ph type="title"/>
          </p:nvPr>
        </p:nvSpPr>
        <p:spPr>
          <a:xfrm>
            <a:off x="1673700" y="551050"/>
            <a:ext cx="5796600" cy="109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Hvala!</a:t>
            </a:r>
            <a:endParaRPr dirty="0"/>
          </a:p>
        </p:txBody>
      </p:sp>
      <p:grpSp>
        <p:nvGrpSpPr>
          <p:cNvPr id="8866" name="Google Shape;8866;p45"/>
          <p:cNvGrpSpPr/>
          <p:nvPr/>
        </p:nvGrpSpPr>
        <p:grpSpPr>
          <a:xfrm>
            <a:off x="233850" y="3368275"/>
            <a:ext cx="1609800" cy="1615000"/>
            <a:chOff x="10614475" y="3194400"/>
            <a:chExt cx="1609800" cy="1615000"/>
          </a:xfrm>
        </p:grpSpPr>
        <p:sp>
          <p:nvSpPr>
            <p:cNvPr id="8867" name="Google Shape;8867;p45"/>
            <p:cNvSpPr/>
            <p:nvPr/>
          </p:nvSpPr>
          <p:spPr>
            <a:xfrm>
              <a:off x="10614475" y="4537600"/>
              <a:ext cx="1609800" cy="2718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8868;p45"/>
            <p:cNvSpPr/>
            <p:nvPr/>
          </p:nvSpPr>
          <p:spPr>
            <a:xfrm>
              <a:off x="11027200" y="3878275"/>
              <a:ext cx="805725" cy="779150"/>
            </a:xfrm>
            <a:custGeom>
              <a:avLst/>
              <a:gdLst/>
              <a:ahLst/>
              <a:cxnLst/>
              <a:rect l="l" t="t" r="r" b="b"/>
              <a:pathLst>
                <a:path w="32229" h="31166" extrusionOk="0">
                  <a:moveTo>
                    <a:pt x="15664" y="0"/>
                  </a:moveTo>
                  <a:lnTo>
                    <a:pt x="14641" y="60"/>
                  </a:lnTo>
                  <a:lnTo>
                    <a:pt x="13638" y="121"/>
                  </a:lnTo>
                  <a:lnTo>
                    <a:pt x="12635" y="201"/>
                  </a:lnTo>
                  <a:lnTo>
                    <a:pt x="11653" y="321"/>
                  </a:lnTo>
                  <a:lnTo>
                    <a:pt x="10710" y="462"/>
                  </a:lnTo>
                  <a:lnTo>
                    <a:pt x="9848" y="622"/>
                  </a:lnTo>
                  <a:lnTo>
                    <a:pt x="9025" y="802"/>
                  </a:lnTo>
                  <a:lnTo>
                    <a:pt x="8263" y="1003"/>
                  </a:lnTo>
                  <a:lnTo>
                    <a:pt x="7541" y="1244"/>
                  </a:lnTo>
                  <a:lnTo>
                    <a:pt x="6900" y="1484"/>
                  </a:lnTo>
                  <a:lnTo>
                    <a:pt x="6599" y="1625"/>
                  </a:lnTo>
                  <a:lnTo>
                    <a:pt x="6338" y="1765"/>
                  </a:lnTo>
                  <a:lnTo>
                    <a:pt x="6077" y="1905"/>
                  </a:lnTo>
                  <a:lnTo>
                    <a:pt x="5837" y="2066"/>
                  </a:lnTo>
                  <a:lnTo>
                    <a:pt x="5636" y="2226"/>
                  </a:lnTo>
                  <a:lnTo>
                    <a:pt x="5436" y="2387"/>
                  </a:lnTo>
                  <a:lnTo>
                    <a:pt x="5255" y="2587"/>
                  </a:lnTo>
                  <a:lnTo>
                    <a:pt x="5055" y="2788"/>
                  </a:lnTo>
                  <a:lnTo>
                    <a:pt x="4674" y="3269"/>
                  </a:lnTo>
                  <a:lnTo>
                    <a:pt x="4293" y="3791"/>
                  </a:lnTo>
                  <a:lnTo>
                    <a:pt x="3932" y="4372"/>
                  </a:lnTo>
                  <a:lnTo>
                    <a:pt x="3591" y="4994"/>
                  </a:lnTo>
                  <a:lnTo>
                    <a:pt x="3250" y="5656"/>
                  </a:lnTo>
                  <a:lnTo>
                    <a:pt x="2929" y="6378"/>
                  </a:lnTo>
                  <a:lnTo>
                    <a:pt x="2628" y="7120"/>
                  </a:lnTo>
                  <a:lnTo>
                    <a:pt x="2327" y="7902"/>
                  </a:lnTo>
                  <a:lnTo>
                    <a:pt x="2047" y="8704"/>
                  </a:lnTo>
                  <a:lnTo>
                    <a:pt x="1786" y="9526"/>
                  </a:lnTo>
                  <a:lnTo>
                    <a:pt x="1525" y="10389"/>
                  </a:lnTo>
                  <a:lnTo>
                    <a:pt x="1284" y="11251"/>
                  </a:lnTo>
                  <a:lnTo>
                    <a:pt x="1084" y="12133"/>
                  </a:lnTo>
                  <a:lnTo>
                    <a:pt x="883" y="13016"/>
                  </a:lnTo>
                  <a:lnTo>
                    <a:pt x="703" y="13898"/>
                  </a:lnTo>
                  <a:lnTo>
                    <a:pt x="542" y="14801"/>
                  </a:lnTo>
                  <a:lnTo>
                    <a:pt x="402" y="15683"/>
                  </a:lnTo>
                  <a:lnTo>
                    <a:pt x="282" y="16565"/>
                  </a:lnTo>
                  <a:lnTo>
                    <a:pt x="181" y="17428"/>
                  </a:lnTo>
                  <a:lnTo>
                    <a:pt x="101" y="18290"/>
                  </a:lnTo>
                  <a:lnTo>
                    <a:pt x="41" y="19132"/>
                  </a:lnTo>
                  <a:lnTo>
                    <a:pt x="1" y="19935"/>
                  </a:lnTo>
                  <a:lnTo>
                    <a:pt x="1" y="20717"/>
                  </a:lnTo>
                  <a:lnTo>
                    <a:pt x="1" y="21479"/>
                  </a:lnTo>
                  <a:lnTo>
                    <a:pt x="41" y="22181"/>
                  </a:lnTo>
                  <a:lnTo>
                    <a:pt x="101" y="22862"/>
                  </a:lnTo>
                  <a:lnTo>
                    <a:pt x="202" y="23504"/>
                  </a:lnTo>
                  <a:lnTo>
                    <a:pt x="302" y="24086"/>
                  </a:lnTo>
                  <a:lnTo>
                    <a:pt x="442" y="24627"/>
                  </a:lnTo>
                  <a:lnTo>
                    <a:pt x="603" y="25089"/>
                  </a:lnTo>
                  <a:lnTo>
                    <a:pt x="703" y="25309"/>
                  </a:lnTo>
                  <a:lnTo>
                    <a:pt x="803" y="25510"/>
                  </a:lnTo>
                  <a:lnTo>
                    <a:pt x="923" y="25710"/>
                  </a:lnTo>
                  <a:lnTo>
                    <a:pt x="1044" y="25911"/>
                  </a:lnTo>
                  <a:lnTo>
                    <a:pt x="1204" y="26111"/>
                  </a:lnTo>
                  <a:lnTo>
                    <a:pt x="1365" y="26312"/>
                  </a:lnTo>
                  <a:lnTo>
                    <a:pt x="1726" y="26693"/>
                  </a:lnTo>
                  <a:lnTo>
                    <a:pt x="2167" y="27094"/>
                  </a:lnTo>
                  <a:lnTo>
                    <a:pt x="2648" y="27475"/>
                  </a:lnTo>
                  <a:lnTo>
                    <a:pt x="3170" y="27836"/>
                  </a:lnTo>
                  <a:lnTo>
                    <a:pt x="3751" y="28197"/>
                  </a:lnTo>
                  <a:lnTo>
                    <a:pt x="4393" y="28538"/>
                  </a:lnTo>
                  <a:lnTo>
                    <a:pt x="5055" y="28879"/>
                  </a:lnTo>
                  <a:lnTo>
                    <a:pt x="5777" y="29200"/>
                  </a:lnTo>
                  <a:lnTo>
                    <a:pt x="6539" y="29501"/>
                  </a:lnTo>
                  <a:lnTo>
                    <a:pt x="7321" y="29781"/>
                  </a:lnTo>
                  <a:lnTo>
                    <a:pt x="8143" y="30042"/>
                  </a:lnTo>
                  <a:lnTo>
                    <a:pt x="8985" y="30283"/>
                  </a:lnTo>
                  <a:lnTo>
                    <a:pt x="9868" y="30483"/>
                  </a:lnTo>
                  <a:lnTo>
                    <a:pt x="10770" y="30684"/>
                  </a:lnTo>
                  <a:lnTo>
                    <a:pt x="11693" y="30844"/>
                  </a:lnTo>
                  <a:lnTo>
                    <a:pt x="12635" y="30965"/>
                  </a:lnTo>
                  <a:lnTo>
                    <a:pt x="13598" y="31065"/>
                  </a:lnTo>
                  <a:lnTo>
                    <a:pt x="14561" y="31145"/>
                  </a:lnTo>
                  <a:lnTo>
                    <a:pt x="15543" y="31165"/>
                  </a:lnTo>
                  <a:lnTo>
                    <a:pt x="16526" y="31165"/>
                  </a:lnTo>
                  <a:lnTo>
                    <a:pt x="17529" y="31125"/>
                  </a:lnTo>
                  <a:lnTo>
                    <a:pt x="18531" y="31045"/>
                  </a:lnTo>
                  <a:lnTo>
                    <a:pt x="19514" y="30924"/>
                  </a:lnTo>
                  <a:lnTo>
                    <a:pt x="20517" y="30764"/>
                  </a:lnTo>
                  <a:lnTo>
                    <a:pt x="21499" y="30563"/>
                  </a:lnTo>
                  <a:lnTo>
                    <a:pt x="21981" y="30443"/>
                  </a:lnTo>
                  <a:lnTo>
                    <a:pt x="22462" y="30303"/>
                  </a:lnTo>
                  <a:lnTo>
                    <a:pt x="22943" y="30162"/>
                  </a:lnTo>
                  <a:lnTo>
                    <a:pt x="23425" y="30002"/>
                  </a:lnTo>
                  <a:lnTo>
                    <a:pt x="23906" y="29821"/>
                  </a:lnTo>
                  <a:lnTo>
                    <a:pt x="24367" y="29641"/>
                  </a:lnTo>
                  <a:lnTo>
                    <a:pt x="24848" y="29440"/>
                  </a:lnTo>
                  <a:lnTo>
                    <a:pt x="25310" y="29240"/>
                  </a:lnTo>
                  <a:lnTo>
                    <a:pt x="25771" y="29019"/>
                  </a:lnTo>
                  <a:lnTo>
                    <a:pt x="26212" y="28779"/>
                  </a:lnTo>
                  <a:lnTo>
                    <a:pt x="26794" y="28458"/>
                  </a:lnTo>
                  <a:lnTo>
                    <a:pt x="27375" y="28097"/>
                  </a:lnTo>
                  <a:lnTo>
                    <a:pt x="27937" y="27716"/>
                  </a:lnTo>
                  <a:lnTo>
                    <a:pt x="28478" y="27315"/>
                  </a:lnTo>
                  <a:lnTo>
                    <a:pt x="29020" y="26893"/>
                  </a:lnTo>
                  <a:lnTo>
                    <a:pt x="29541" y="26432"/>
                  </a:lnTo>
                  <a:lnTo>
                    <a:pt x="30043" y="25951"/>
                  </a:lnTo>
                  <a:lnTo>
                    <a:pt x="30544" y="25450"/>
                  </a:lnTo>
                  <a:lnTo>
                    <a:pt x="30744" y="25209"/>
                  </a:lnTo>
                  <a:lnTo>
                    <a:pt x="30945" y="24948"/>
                  </a:lnTo>
                  <a:lnTo>
                    <a:pt x="31126" y="24667"/>
                  </a:lnTo>
                  <a:lnTo>
                    <a:pt x="31286" y="24367"/>
                  </a:lnTo>
                  <a:lnTo>
                    <a:pt x="31446" y="24066"/>
                  </a:lnTo>
                  <a:lnTo>
                    <a:pt x="31587" y="23725"/>
                  </a:lnTo>
                  <a:lnTo>
                    <a:pt x="31707" y="23384"/>
                  </a:lnTo>
                  <a:lnTo>
                    <a:pt x="31807" y="23043"/>
                  </a:lnTo>
                  <a:lnTo>
                    <a:pt x="31908" y="22682"/>
                  </a:lnTo>
                  <a:lnTo>
                    <a:pt x="31988" y="22301"/>
                  </a:lnTo>
                  <a:lnTo>
                    <a:pt x="32068" y="21900"/>
                  </a:lnTo>
                  <a:lnTo>
                    <a:pt x="32108" y="21519"/>
                  </a:lnTo>
                  <a:lnTo>
                    <a:pt x="32168" y="21098"/>
                  </a:lnTo>
                  <a:lnTo>
                    <a:pt x="32188" y="20677"/>
                  </a:lnTo>
                  <a:lnTo>
                    <a:pt x="32229" y="19814"/>
                  </a:lnTo>
                  <a:lnTo>
                    <a:pt x="32208" y="18912"/>
                  </a:lnTo>
                  <a:lnTo>
                    <a:pt x="32148" y="17989"/>
                  </a:lnTo>
                  <a:lnTo>
                    <a:pt x="32048" y="17047"/>
                  </a:lnTo>
                  <a:lnTo>
                    <a:pt x="31908" y="16104"/>
                  </a:lnTo>
                  <a:lnTo>
                    <a:pt x="31747" y="15121"/>
                  </a:lnTo>
                  <a:lnTo>
                    <a:pt x="31547" y="14139"/>
                  </a:lnTo>
                  <a:lnTo>
                    <a:pt x="31306" y="13176"/>
                  </a:lnTo>
                  <a:lnTo>
                    <a:pt x="31045" y="12193"/>
                  </a:lnTo>
                  <a:lnTo>
                    <a:pt x="30744" y="11231"/>
                  </a:lnTo>
                  <a:lnTo>
                    <a:pt x="30424" y="10268"/>
                  </a:lnTo>
                  <a:lnTo>
                    <a:pt x="30103" y="9346"/>
                  </a:lnTo>
                  <a:lnTo>
                    <a:pt x="29742" y="8423"/>
                  </a:lnTo>
                  <a:lnTo>
                    <a:pt x="29361" y="7541"/>
                  </a:lnTo>
                  <a:lnTo>
                    <a:pt x="28980" y="6699"/>
                  </a:lnTo>
                  <a:lnTo>
                    <a:pt x="28579" y="5896"/>
                  </a:lnTo>
                  <a:lnTo>
                    <a:pt x="28157" y="5114"/>
                  </a:lnTo>
                  <a:lnTo>
                    <a:pt x="27756" y="4412"/>
                  </a:lnTo>
                  <a:lnTo>
                    <a:pt x="27315" y="3730"/>
                  </a:lnTo>
                  <a:lnTo>
                    <a:pt x="26894" y="3129"/>
                  </a:lnTo>
                  <a:lnTo>
                    <a:pt x="26473" y="2587"/>
                  </a:lnTo>
                  <a:lnTo>
                    <a:pt x="26032" y="2106"/>
                  </a:lnTo>
                  <a:lnTo>
                    <a:pt x="25831" y="1905"/>
                  </a:lnTo>
                  <a:lnTo>
                    <a:pt x="25611" y="1705"/>
                  </a:lnTo>
                  <a:lnTo>
                    <a:pt x="25410" y="1544"/>
                  </a:lnTo>
                  <a:lnTo>
                    <a:pt x="25209" y="1384"/>
                  </a:lnTo>
                  <a:lnTo>
                    <a:pt x="24989" y="1244"/>
                  </a:lnTo>
                  <a:lnTo>
                    <a:pt x="24788" y="1143"/>
                  </a:lnTo>
                  <a:lnTo>
                    <a:pt x="24548" y="1023"/>
                  </a:lnTo>
                  <a:lnTo>
                    <a:pt x="24267" y="923"/>
                  </a:lnTo>
                  <a:lnTo>
                    <a:pt x="23986" y="823"/>
                  </a:lnTo>
                  <a:lnTo>
                    <a:pt x="23665" y="722"/>
                  </a:lnTo>
                  <a:lnTo>
                    <a:pt x="22983" y="542"/>
                  </a:lnTo>
                  <a:lnTo>
                    <a:pt x="22221" y="401"/>
                  </a:lnTo>
                  <a:lnTo>
                    <a:pt x="21399" y="261"/>
                  </a:lnTo>
                  <a:lnTo>
                    <a:pt x="20537" y="161"/>
                  </a:lnTo>
                  <a:lnTo>
                    <a:pt x="19614" y="81"/>
                  </a:lnTo>
                  <a:lnTo>
                    <a:pt x="18652" y="40"/>
                  </a:lnTo>
                  <a:lnTo>
                    <a:pt x="1766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8869;p45"/>
            <p:cNvSpPr/>
            <p:nvPr/>
          </p:nvSpPr>
          <p:spPr>
            <a:xfrm>
              <a:off x="11027200" y="3878275"/>
              <a:ext cx="805725" cy="779150"/>
            </a:xfrm>
            <a:custGeom>
              <a:avLst/>
              <a:gdLst/>
              <a:ahLst/>
              <a:cxnLst/>
              <a:rect l="l" t="t" r="r" b="b"/>
              <a:pathLst>
                <a:path w="32229" h="31166" fill="none" extrusionOk="0">
                  <a:moveTo>
                    <a:pt x="30544" y="25450"/>
                  </a:moveTo>
                  <a:lnTo>
                    <a:pt x="30544" y="25450"/>
                  </a:lnTo>
                  <a:lnTo>
                    <a:pt x="30043" y="25951"/>
                  </a:lnTo>
                  <a:lnTo>
                    <a:pt x="29541" y="26432"/>
                  </a:lnTo>
                  <a:lnTo>
                    <a:pt x="29020" y="26893"/>
                  </a:lnTo>
                  <a:lnTo>
                    <a:pt x="28478" y="27315"/>
                  </a:lnTo>
                  <a:lnTo>
                    <a:pt x="27937" y="27716"/>
                  </a:lnTo>
                  <a:lnTo>
                    <a:pt x="27375" y="28097"/>
                  </a:lnTo>
                  <a:lnTo>
                    <a:pt x="26794" y="28458"/>
                  </a:lnTo>
                  <a:lnTo>
                    <a:pt x="26212" y="28779"/>
                  </a:lnTo>
                  <a:lnTo>
                    <a:pt x="26212" y="28779"/>
                  </a:lnTo>
                  <a:lnTo>
                    <a:pt x="25771" y="29019"/>
                  </a:lnTo>
                  <a:lnTo>
                    <a:pt x="25310" y="29240"/>
                  </a:lnTo>
                  <a:lnTo>
                    <a:pt x="24848" y="29440"/>
                  </a:lnTo>
                  <a:lnTo>
                    <a:pt x="24367" y="29641"/>
                  </a:lnTo>
                  <a:lnTo>
                    <a:pt x="23906" y="29821"/>
                  </a:lnTo>
                  <a:lnTo>
                    <a:pt x="23425" y="30002"/>
                  </a:lnTo>
                  <a:lnTo>
                    <a:pt x="22943" y="30162"/>
                  </a:lnTo>
                  <a:lnTo>
                    <a:pt x="22462" y="30303"/>
                  </a:lnTo>
                  <a:lnTo>
                    <a:pt x="21981" y="30443"/>
                  </a:lnTo>
                  <a:lnTo>
                    <a:pt x="21499" y="30563"/>
                  </a:lnTo>
                  <a:lnTo>
                    <a:pt x="20517" y="30764"/>
                  </a:lnTo>
                  <a:lnTo>
                    <a:pt x="19514" y="30924"/>
                  </a:lnTo>
                  <a:lnTo>
                    <a:pt x="18531" y="31045"/>
                  </a:lnTo>
                  <a:lnTo>
                    <a:pt x="17529" y="31125"/>
                  </a:lnTo>
                  <a:lnTo>
                    <a:pt x="16526" y="31165"/>
                  </a:lnTo>
                  <a:lnTo>
                    <a:pt x="15543" y="31165"/>
                  </a:lnTo>
                  <a:lnTo>
                    <a:pt x="14561" y="31145"/>
                  </a:lnTo>
                  <a:lnTo>
                    <a:pt x="13598" y="31065"/>
                  </a:lnTo>
                  <a:lnTo>
                    <a:pt x="12635" y="30965"/>
                  </a:lnTo>
                  <a:lnTo>
                    <a:pt x="11693" y="30844"/>
                  </a:lnTo>
                  <a:lnTo>
                    <a:pt x="10770" y="30684"/>
                  </a:lnTo>
                  <a:lnTo>
                    <a:pt x="9868" y="30483"/>
                  </a:lnTo>
                  <a:lnTo>
                    <a:pt x="8985" y="30283"/>
                  </a:lnTo>
                  <a:lnTo>
                    <a:pt x="8143" y="30042"/>
                  </a:lnTo>
                  <a:lnTo>
                    <a:pt x="7321" y="29781"/>
                  </a:lnTo>
                  <a:lnTo>
                    <a:pt x="6539" y="29501"/>
                  </a:lnTo>
                  <a:lnTo>
                    <a:pt x="5777" y="29200"/>
                  </a:lnTo>
                  <a:lnTo>
                    <a:pt x="5055" y="28879"/>
                  </a:lnTo>
                  <a:lnTo>
                    <a:pt x="4393" y="28538"/>
                  </a:lnTo>
                  <a:lnTo>
                    <a:pt x="3751" y="28197"/>
                  </a:lnTo>
                  <a:lnTo>
                    <a:pt x="3170" y="27836"/>
                  </a:lnTo>
                  <a:lnTo>
                    <a:pt x="2648" y="27475"/>
                  </a:lnTo>
                  <a:lnTo>
                    <a:pt x="2167" y="27094"/>
                  </a:lnTo>
                  <a:lnTo>
                    <a:pt x="1726" y="26693"/>
                  </a:lnTo>
                  <a:lnTo>
                    <a:pt x="1365" y="26312"/>
                  </a:lnTo>
                  <a:lnTo>
                    <a:pt x="1204" y="26111"/>
                  </a:lnTo>
                  <a:lnTo>
                    <a:pt x="1044" y="25911"/>
                  </a:lnTo>
                  <a:lnTo>
                    <a:pt x="923" y="25710"/>
                  </a:lnTo>
                  <a:lnTo>
                    <a:pt x="803" y="25510"/>
                  </a:lnTo>
                  <a:lnTo>
                    <a:pt x="803" y="25510"/>
                  </a:lnTo>
                  <a:lnTo>
                    <a:pt x="703" y="25309"/>
                  </a:lnTo>
                  <a:lnTo>
                    <a:pt x="603" y="25089"/>
                  </a:lnTo>
                  <a:lnTo>
                    <a:pt x="442" y="24627"/>
                  </a:lnTo>
                  <a:lnTo>
                    <a:pt x="302" y="24086"/>
                  </a:lnTo>
                  <a:lnTo>
                    <a:pt x="202" y="23504"/>
                  </a:lnTo>
                  <a:lnTo>
                    <a:pt x="101" y="22862"/>
                  </a:lnTo>
                  <a:lnTo>
                    <a:pt x="41" y="22181"/>
                  </a:lnTo>
                  <a:lnTo>
                    <a:pt x="1" y="21479"/>
                  </a:lnTo>
                  <a:lnTo>
                    <a:pt x="1" y="20717"/>
                  </a:lnTo>
                  <a:lnTo>
                    <a:pt x="1" y="19935"/>
                  </a:lnTo>
                  <a:lnTo>
                    <a:pt x="41" y="19132"/>
                  </a:lnTo>
                  <a:lnTo>
                    <a:pt x="101" y="18290"/>
                  </a:lnTo>
                  <a:lnTo>
                    <a:pt x="181" y="17428"/>
                  </a:lnTo>
                  <a:lnTo>
                    <a:pt x="282" y="16565"/>
                  </a:lnTo>
                  <a:lnTo>
                    <a:pt x="402" y="15683"/>
                  </a:lnTo>
                  <a:lnTo>
                    <a:pt x="542" y="14801"/>
                  </a:lnTo>
                  <a:lnTo>
                    <a:pt x="703" y="13898"/>
                  </a:lnTo>
                  <a:lnTo>
                    <a:pt x="883" y="13016"/>
                  </a:lnTo>
                  <a:lnTo>
                    <a:pt x="1084" y="12133"/>
                  </a:lnTo>
                  <a:lnTo>
                    <a:pt x="1284" y="11251"/>
                  </a:lnTo>
                  <a:lnTo>
                    <a:pt x="1525" y="10389"/>
                  </a:lnTo>
                  <a:lnTo>
                    <a:pt x="1786" y="9526"/>
                  </a:lnTo>
                  <a:lnTo>
                    <a:pt x="2047" y="8704"/>
                  </a:lnTo>
                  <a:lnTo>
                    <a:pt x="2327" y="7902"/>
                  </a:lnTo>
                  <a:lnTo>
                    <a:pt x="2628" y="7120"/>
                  </a:lnTo>
                  <a:lnTo>
                    <a:pt x="2929" y="6378"/>
                  </a:lnTo>
                  <a:lnTo>
                    <a:pt x="3250" y="5656"/>
                  </a:lnTo>
                  <a:lnTo>
                    <a:pt x="3591" y="4994"/>
                  </a:lnTo>
                  <a:lnTo>
                    <a:pt x="3932" y="4372"/>
                  </a:lnTo>
                  <a:lnTo>
                    <a:pt x="4293" y="3791"/>
                  </a:lnTo>
                  <a:lnTo>
                    <a:pt x="4674" y="3269"/>
                  </a:lnTo>
                  <a:lnTo>
                    <a:pt x="5055" y="2788"/>
                  </a:lnTo>
                  <a:lnTo>
                    <a:pt x="5255" y="2587"/>
                  </a:lnTo>
                  <a:lnTo>
                    <a:pt x="5436" y="2387"/>
                  </a:lnTo>
                  <a:lnTo>
                    <a:pt x="5436" y="2387"/>
                  </a:lnTo>
                  <a:lnTo>
                    <a:pt x="5636" y="2226"/>
                  </a:lnTo>
                  <a:lnTo>
                    <a:pt x="5837" y="2066"/>
                  </a:lnTo>
                  <a:lnTo>
                    <a:pt x="6077" y="1905"/>
                  </a:lnTo>
                  <a:lnTo>
                    <a:pt x="6338" y="1765"/>
                  </a:lnTo>
                  <a:lnTo>
                    <a:pt x="6599" y="1625"/>
                  </a:lnTo>
                  <a:lnTo>
                    <a:pt x="6900" y="1484"/>
                  </a:lnTo>
                  <a:lnTo>
                    <a:pt x="7541" y="1244"/>
                  </a:lnTo>
                  <a:lnTo>
                    <a:pt x="8263" y="1003"/>
                  </a:lnTo>
                  <a:lnTo>
                    <a:pt x="9025" y="802"/>
                  </a:lnTo>
                  <a:lnTo>
                    <a:pt x="9848" y="622"/>
                  </a:lnTo>
                  <a:lnTo>
                    <a:pt x="10710" y="462"/>
                  </a:lnTo>
                  <a:lnTo>
                    <a:pt x="10710" y="462"/>
                  </a:lnTo>
                  <a:lnTo>
                    <a:pt x="11653" y="321"/>
                  </a:lnTo>
                  <a:lnTo>
                    <a:pt x="12635" y="201"/>
                  </a:lnTo>
                  <a:lnTo>
                    <a:pt x="13638" y="121"/>
                  </a:lnTo>
                  <a:lnTo>
                    <a:pt x="14641" y="60"/>
                  </a:lnTo>
                  <a:lnTo>
                    <a:pt x="15664" y="0"/>
                  </a:lnTo>
                  <a:lnTo>
                    <a:pt x="16666" y="0"/>
                  </a:lnTo>
                  <a:lnTo>
                    <a:pt x="17669" y="0"/>
                  </a:lnTo>
                  <a:lnTo>
                    <a:pt x="18652" y="40"/>
                  </a:lnTo>
                  <a:lnTo>
                    <a:pt x="19614" y="81"/>
                  </a:lnTo>
                  <a:lnTo>
                    <a:pt x="20537" y="161"/>
                  </a:lnTo>
                  <a:lnTo>
                    <a:pt x="21399" y="261"/>
                  </a:lnTo>
                  <a:lnTo>
                    <a:pt x="22221" y="401"/>
                  </a:lnTo>
                  <a:lnTo>
                    <a:pt x="22983" y="542"/>
                  </a:lnTo>
                  <a:lnTo>
                    <a:pt x="23665" y="722"/>
                  </a:lnTo>
                  <a:lnTo>
                    <a:pt x="23986" y="823"/>
                  </a:lnTo>
                  <a:lnTo>
                    <a:pt x="24267" y="923"/>
                  </a:lnTo>
                  <a:lnTo>
                    <a:pt x="24548" y="1023"/>
                  </a:lnTo>
                  <a:lnTo>
                    <a:pt x="24788" y="1143"/>
                  </a:lnTo>
                  <a:lnTo>
                    <a:pt x="24788" y="1143"/>
                  </a:lnTo>
                  <a:lnTo>
                    <a:pt x="24989" y="1244"/>
                  </a:lnTo>
                  <a:lnTo>
                    <a:pt x="25209" y="1384"/>
                  </a:lnTo>
                  <a:lnTo>
                    <a:pt x="25410" y="1544"/>
                  </a:lnTo>
                  <a:lnTo>
                    <a:pt x="25611" y="1705"/>
                  </a:lnTo>
                  <a:lnTo>
                    <a:pt x="25831" y="1905"/>
                  </a:lnTo>
                  <a:lnTo>
                    <a:pt x="26032" y="2106"/>
                  </a:lnTo>
                  <a:lnTo>
                    <a:pt x="26473" y="2587"/>
                  </a:lnTo>
                  <a:lnTo>
                    <a:pt x="26894" y="3129"/>
                  </a:lnTo>
                  <a:lnTo>
                    <a:pt x="27315" y="3730"/>
                  </a:lnTo>
                  <a:lnTo>
                    <a:pt x="27756" y="4412"/>
                  </a:lnTo>
                  <a:lnTo>
                    <a:pt x="28157" y="5114"/>
                  </a:lnTo>
                  <a:lnTo>
                    <a:pt x="28579" y="5896"/>
                  </a:lnTo>
                  <a:lnTo>
                    <a:pt x="28980" y="6699"/>
                  </a:lnTo>
                  <a:lnTo>
                    <a:pt x="29361" y="7541"/>
                  </a:lnTo>
                  <a:lnTo>
                    <a:pt x="29742" y="8423"/>
                  </a:lnTo>
                  <a:lnTo>
                    <a:pt x="30103" y="9346"/>
                  </a:lnTo>
                  <a:lnTo>
                    <a:pt x="30424" y="10268"/>
                  </a:lnTo>
                  <a:lnTo>
                    <a:pt x="30744" y="11231"/>
                  </a:lnTo>
                  <a:lnTo>
                    <a:pt x="31045" y="12193"/>
                  </a:lnTo>
                  <a:lnTo>
                    <a:pt x="31306" y="13176"/>
                  </a:lnTo>
                  <a:lnTo>
                    <a:pt x="31547" y="14139"/>
                  </a:lnTo>
                  <a:lnTo>
                    <a:pt x="31747" y="15121"/>
                  </a:lnTo>
                  <a:lnTo>
                    <a:pt x="31908" y="16104"/>
                  </a:lnTo>
                  <a:lnTo>
                    <a:pt x="32048" y="17047"/>
                  </a:lnTo>
                  <a:lnTo>
                    <a:pt x="32148" y="17989"/>
                  </a:lnTo>
                  <a:lnTo>
                    <a:pt x="32208" y="18912"/>
                  </a:lnTo>
                  <a:lnTo>
                    <a:pt x="32229" y="19814"/>
                  </a:lnTo>
                  <a:lnTo>
                    <a:pt x="32188" y="20677"/>
                  </a:lnTo>
                  <a:lnTo>
                    <a:pt x="32168" y="21098"/>
                  </a:lnTo>
                  <a:lnTo>
                    <a:pt x="32108" y="21519"/>
                  </a:lnTo>
                  <a:lnTo>
                    <a:pt x="32068" y="21900"/>
                  </a:lnTo>
                  <a:lnTo>
                    <a:pt x="31988" y="22301"/>
                  </a:lnTo>
                  <a:lnTo>
                    <a:pt x="31908" y="22682"/>
                  </a:lnTo>
                  <a:lnTo>
                    <a:pt x="31807" y="23043"/>
                  </a:lnTo>
                  <a:lnTo>
                    <a:pt x="31707" y="23384"/>
                  </a:lnTo>
                  <a:lnTo>
                    <a:pt x="31587" y="23725"/>
                  </a:lnTo>
                  <a:lnTo>
                    <a:pt x="31446" y="24066"/>
                  </a:lnTo>
                  <a:lnTo>
                    <a:pt x="31286" y="24367"/>
                  </a:lnTo>
                  <a:lnTo>
                    <a:pt x="31126" y="24667"/>
                  </a:lnTo>
                  <a:lnTo>
                    <a:pt x="30945" y="24948"/>
                  </a:lnTo>
                  <a:lnTo>
                    <a:pt x="30744" y="25209"/>
                  </a:lnTo>
                  <a:lnTo>
                    <a:pt x="30544" y="2545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8870;p45"/>
            <p:cNvSpPr/>
            <p:nvPr/>
          </p:nvSpPr>
          <p:spPr>
            <a:xfrm>
              <a:off x="11410250" y="4044225"/>
              <a:ext cx="69225" cy="547000"/>
            </a:xfrm>
            <a:custGeom>
              <a:avLst/>
              <a:gdLst/>
              <a:ahLst/>
              <a:cxnLst/>
              <a:rect l="l" t="t" r="r" b="b"/>
              <a:pathLst>
                <a:path w="2769" h="21880" extrusionOk="0">
                  <a:moveTo>
                    <a:pt x="843" y="0"/>
                  </a:moveTo>
                  <a:lnTo>
                    <a:pt x="843" y="421"/>
                  </a:lnTo>
                  <a:lnTo>
                    <a:pt x="1063" y="361"/>
                  </a:lnTo>
                  <a:lnTo>
                    <a:pt x="1304" y="341"/>
                  </a:lnTo>
                  <a:lnTo>
                    <a:pt x="1344" y="361"/>
                  </a:lnTo>
                  <a:lnTo>
                    <a:pt x="1344" y="0"/>
                  </a:lnTo>
                  <a:close/>
                  <a:moveTo>
                    <a:pt x="863" y="3690"/>
                  </a:moveTo>
                  <a:lnTo>
                    <a:pt x="923" y="9105"/>
                  </a:lnTo>
                  <a:lnTo>
                    <a:pt x="923" y="9306"/>
                  </a:lnTo>
                  <a:lnTo>
                    <a:pt x="522" y="9145"/>
                  </a:lnTo>
                  <a:lnTo>
                    <a:pt x="101" y="9005"/>
                  </a:lnTo>
                  <a:lnTo>
                    <a:pt x="81" y="9005"/>
                  </a:lnTo>
                  <a:lnTo>
                    <a:pt x="41" y="9025"/>
                  </a:lnTo>
                  <a:lnTo>
                    <a:pt x="21" y="9065"/>
                  </a:lnTo>
                  <a:lnTo>
                    <a:pt x="21" y="9105"/>
                  </a:lnTo>
                  <a:lnTo>
                    <a:pt x="41" y="9145"/>
                  </a:lnTo>
                  <a:lnTo>
                    <a:pt x="743" y="9526"/>
                  </a:lnTo>
                  <a:lnTo>
                    <a:pt x="41" y="9907"/>
                  </a:lnTo>
                  <a:lnTo>
                    <a:pt x="1" y="9947"/>
                  </a:lnTo>
                  <a:lnTo>
                    <a:pt x="1" y="9988"/>
                  </a:lnTo>
                  <a:lnTo>
                    <a:pt x="21" y="10008"/>
                  </a:lnTo>
                  <a:lnTo>
                    <a:pt x="61" y="10028"/>
                  </a:lnTo>
                  <a:lnTo>
                    <a:pt x="101" y="10028"/>
                  </a:lnTo>
                  <a:lnTo>
                    <a:pt x="522" y="9847"/>
                  </a:lnTo>
                  <a:lnTo>
                    <a:pt x="943" y="9707"/>
                  </a:lnTo>
                  <a:lnTo>
                    <a:pt x="1003" y="16946"/>
                  </a:lnTo>
                  <a:lnTo>
                    <a:pt x="1003" y="19313"/>
                  </a:lnTo>
                  <a:lnTo>
                    <a:pt x="161" y="19353"/>
                  </a:lnTo>
                  <a:lnTo>
                    <a:pt x="141" y="19373"/>
                  </a:lnTo>
                  <a:lnTo>
                    <a:pt x="101" y="19373"/>
                  </a:lnTo>
                  <a:lnTo>
                    <a:pt x="81" y="19433"/>
                  </a:lnTo>
                  <a:lnTo>
                    <a:pt x="101" y="19493"/>
                  </a:lnTo>
                  <a:lnTo>
                    <a:pt x="121" y="19513"/>
                  </a:lnTo>
                  <a:lnTo>
                    <a:pt x="161" y="19513"/>
                  </a:lnTo>
                  <a:lnTo>
                    <a:pt x="1003" y="19594"/>
                  </a:lnTo>
                  <a:lnTo>
                    <a:pt x="1003" y="20516"/>
                  </a:lnTo>
                  <a:lnTo>
                    <a:pt x="121" y="20777"/>
                  </a:lnTo>
                  <a:lnTo>
                    <a:pt x="101" y="20797"/>
                  </a:lnTo>
                  <a:lnTo>
                    <a:pt x="81" y="20817"/>
                  </a:lnTo>
                  <a:lnTo>
                    <a:pt x="61" y="20877"/>
                  </a:lnTo>
                  <a:lnTo>
                    <a:pt x="81" y="20917"/>
                  </a:lnTo>
                  <a:lnTo>
                    <a:pt x="121" y="20937"/>
                  </a:lnTo>
                  <a:lnTo>
                    <a:pt x="161" y="20937"/>
                  </a:lnTo>
                  <a:lnTo>
                    <a:pt x="1003" y="20797"/>
                  </a:lnTo>
                  <a:lnTo>
                    <a:pt x="1023" y="21760"/>
                  </a:lnTo>
                  <a:lnTo>
                    <a:pt x="1525" y="21880"/>
                  </a:lnTo>
                  <a:lnTo>
                    <a:pt x="1525" y="20697"/>
                  </a:lnTo>
                  <a:lnTo>
                    <a:pt x="1846" y="20616"/>
                  </a:lnTo>
                  <a:lnTo>
                    <a:pt x="2146" y="20516"/>
                  </a:lnTo>
                  <a:lnTo>
                    <a:pt x="2447" y="20416"/>
                  </a:lnTo>
                  <a:lnTo>
                    <a:pt x="2708" y="20275"/>
                  </a:lnTo>
                  <a:lnTo>
                    <a:pt x="2748" y="20235"/>
                  </a:lnTo>
                  <a:lnTo>
                    <a:pt x="2768" y="20155"/>
                  </a:lnTo>
                  <a:lnTo>
                    <a:pt x="2728" y="20115"/>
                  </a:lnTo>
                  <a:lnTo>
                    <a:pt x="2708" y="20095"/>
                  </a:lnTo>
                  <a:lnTo>
                    <a:pt x="2668" y="20095"/>
                  </a:lnTo>
                  <a:lnTo>
                    <a:pt x="2367" y="20135"/>
                  </a:lnTo>
                  <a:lnTo>
                    <a:pt x="2086" y="20195"/>
                  </a:lnTo>
                  <a:lnTo>
                    <a:pt x="1525" y="20376"/>
                  </a:lnTo>
                  <a:lnTo>
                    <a:pt x="1505" y="19614"/>
                  </a:lnTo>
                  <a:lnTo>
                    <a:pt x="1846" y="19614"/>
                  </a:lnTo>
                  <a:lnTo>
                    <a:pt x="1906" y="19594"/>
                  </a:lnTo>
                  <a:lnTo>
                    <a:pt x="1946" y="19554"/>
                  </a:lnTo>
                  <a:lnTo>
                    <a:pt x="1966" y="19513"/>
                  </a:lnTo>
                  <a:lnTo>
                    <a:pt x="1966" y="19473"/>
                  </a:lnTo>
                  <a:lnTo>
                    <a:pt x="1966" y="19433"/>
                  </a:lnTo>
                  <a:lnTo>
                    <a:pt x="1946" y="19393"/>
                  </a:lnTo>
                  <a:lnTo>
                    <a:pt x="1906" y="19353"/>
                  </a:lnTo>
                  <a:lnTo>
                    <a:pt x="1846" y="19333"/>
                  </a:lnTo>
                  <a:lnTo>
                    <a:pt x="1505" y="19313"/>
                  </a:lnTo>
                  <a:lnTo>
                    <a:pt x="1465" y="17969"/>
                  </a:lnTo>
                  <a:lnTo>
                    <a:pt x="1445" y="16606"/>
                  </a:lnTo>
                  <a:lnTo>
                    <a:pt x="1404" y="9927"/>
                  </a:lnTo>
                  <a:lnTo>
                    <a:pt x="1404" y="9927"/>
                  </a:lnTo>
                  <a:lnTo>
                    <a:pt x="1665" y="10088"/>
                  </a:lnTo>
                  <a:lnTo>
                    <a:pt x="1725" y="10088"/>
                  </a:lnTo>
                  <a:lnTo>
                    <a:pt x="1785" y="10068"/>
                  </a:lnTo>
                  <a:lnTo>
                    <a:pt x="1846" y="10028"/>
                  </a:lnTo>
                  <a:lnTo>
                    <a:pt x="1866" y="9967"/>
                  </a:lnTo>
                  <a:lnTo>
                    <a:pt x="1846" y="9927"/>
                  </a:lnTo>
                  <a:lnTo>
                    <a:pt x="1826" y="9907"/>
                  </a:lnTo>
                  <a:lnTo>
                    <a:pt x="1625" y="9727"/>
                  </a:lnTo>
                  <a:lnTo>
                    <a:pt x="1404" y="9566"/>
                  </a:lnTo>
                  <a:lnTo>
                    <a:pt x="1404" y="9526"/>
                  </a:lnTo>
                  <a:lnTo>
                    <a:pt x="1846" y="9386"/>
                  </a:lnTo>
                  <a:lnTo>
                    <a:pt x="2267" y="9205"/>
                  </a:lnTo>
                  <a:lnTo>
                    <a:pt x="2247" y="8965"/>
                  </a:lnTo>
                  <a:lnTo>
                    <a:pt x="2026" y="9005"/>
                  </a:lnTo>
                  <a:lnTo>
                    <a:pt x="1805" y="9065"/>
                  </a:lnTo>
                  <a:lnTo>
                    <a:pt x="1404" y="9225"/>
                  </a:lnTo>
                  <a:lnTo>
                    <a:pt x="1404" y="8945"/>
                  </a:lnTo>
                  <a:lnTo>
                    <a:pt x="1384" y="4974"/>
                  </a:lnTo>
                  <a:lnTo>
                    <a:pt x="1324" y="4854"/>
                  </a:lnTo>
                  <a:lnTo>
                    <a:pt x="1104" y="4252"/>
                  </a:lnTo>
                  <a:lnTo>
                    <a:pt x="863" y="369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8871;p45"/>
            <p:cNvSpPr/>
            <p:nvPr/>
          </p:nvSpPr>
          <p:spPr>
            <a:xfrm>
              <a:off x="11431300" y="4044225"/>
              <a:ext cx="12575" cy="10550"/>
            </a:xfrm>
            <a:custGeom>
              <a:avLst/>
              <a:gdLst/>
              <a:ahLst/>
              <a:cxnLst/>
              <a:rect l="l" t="t" r="r" b="b"/>
              <a:pathLst>
                <a:path w="503" h="422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421"/>
                  </a:lnTo>
                  <a:lnTo>
                    <a:pt x="1" y="421"/>
                  </a:lnTo>
                  <a:lnTo>
                    <a:pt x="221" y="361"/>
                  </a:lnTo>
                  <a:lnTo>
                    <a:pt x="221" y="361"/>
                  </a:lnTo>
                  <a:lnTo>
                    <a:pt x="221" y="361"/>
                  </a:lnTo>
                  <a:lnTo>
                    <a:pt x="462" y="341"/>
                  </a:lnTo>
                  <a:lnTo>
                    <a:pt x="462" y="341"/>
                  </a:lnTo>
                  <a:lnTo>
                    <a:pt x="502" y="361"/>
                  </a:lnTo>
                  <a:lnTo>
                    <a:pt x="502" y="361"/>
                  </a:lnTo>
                  <a:lnTo>
                    <a:pt x="502" y="0"/>
                  </a:lnTo>
                  <a:lnTo>
                    <a:pt x="502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8872;p45"/>
            <p:cNvSpPr/>
            <p:nvPr/>
          </p:nvSpPr>
          <p:spPr>
            <a:xfrm>
              <a:off x="11161575" y="3984550"/>
              <a:ext cx="480825" cy="673375"/>
            </a:xfrm>
            <a:custGeom>
              <a:avLst/>
              <a:gdLst/>
              <a:ahLst/>
              <a:cxnLst/>
              <a:rect l="l" t="t" r="r" b="b"/>
              <a:pathLst>
                <a:path w="19233" h="26935" extrusionOk="0">
                  <a:moveTo>
                    <a:pt x="462" y="1"/>
                  </a:moveTo>
                  <a:lnTo>
                    <a:pt x="462" y="362"/>
                  </a:lnTo>
                  <a:lnTo>
                    <a:pt x="442" y="763"/>
                  </a:lnTo>
                  <a:lnTo>
                    <a:pt x="341" y="1625"/>
                  </a:lnTo>
                  <a:lnTo>
                    <a:pt x="121" y="3490"/>
                  </a:lnTo>
                  <a:lnTo>
                    <a:pt x="41" y="4413"/>
                  </a:lnTo>
                  <a:lnTo>
                    <a:pt x="1" y="4834"/>
                  </a:lnTo>
                  <a:lnTo>
                    <a:pt x="1" y="5255"/>
                  </a:lnTo>
                  <a:lnTo>
                    <a:pt x="1" y="5656"/>
                  </a:lnTo>
                  <a:lnTo>
                    <a:pt x="41" y="6017"/>
                  </a:lnTo>
                  <a:lnTo>
                    <a:pt x="81" y="6338"/>
                  </a:lnTo>
                  <a:lnTo>
                    <a:pt x="181" y="6619"/>
                  </a:lnTo>
                  <a:lnTo>
                    <a:pt x="281" y="6880"/>
                  </a:lnTo>
                  <a:lnTo>
                    <a:pt x="422" y="7140"/>
                  </a:lnTo>
                  <a:lnTo>
                    <a:pt x="763" y="7742"/>
                  </a:lnTo>
                  <a:lnTo>
                    <a:pt x="943" y="6639"/>
                  </a:lnTo>
                  <a:lnTo>
                    <a:pt x="1144" y="5576"/>
                  </a:lnTo>
                  <a:lnTo>
                    <a:pt x="1284" y="4974"/>
                  </a:lnTo>
                  <a:lnTo>
                    <a:pt x="1424" y="4373"/>
                  </a:lnTo>
                  <a:lnTo>
                    <a:pt x="1585" y="3771"/>
                  </a:lnTo>
                  <a:lnTo>
                    <a:pt x="1745" y="3190"/>
                  </a:lnTo>
                  <a:lnTo>
                    <a:pt x="1926" y="2608"/>
                  </a:lnTo>
                  <a:lnTo>
                    <a:pt x="2126" y="2026"/>
                  </a:lnTo>
                  <a:lnTo>
                    <a:pt x="2347" y="1445"/>
                  </a:lnTo>
                  <a:lnTo>
                    <a:pt x="2568" y="883"/>
                  </a:lnTo>
                  <a:lnTo>
                    <a:pt x="2026" y="683"/>
                  </a:lnTo>
                  <a:lnTo>
                    <a:pt x="1485" y="462"/>
                  </a:lnTo>
                  <a:lnTo>
                    <a:pt x="963" y="242"/>
                  </a:lnTo>
                  <a:lnTo>
                    <a:pt x="462" y="1"/>
                  </a:lnTo>
                  <a:close/>
                  <a:moveTo>
                    <a:pt x="11472" y="24267"/>
                  </a:moveTo>
                  <a:lnTo>
                    <a:pt x="11452" y="24909"/>
                  </a:lnTo>
                  <a:lnTo>
                    <a:pt x="11432" y="25550"/>
                  </a:lnTo>
                  <a:lnTo>
                    <a:pt x="11392" y="26192"/>
                  </a:lnTo>
                  <a:lnTo>
                    <a:pt x="11331" y="26834"/>
                  </a:lnTo>
                  <a:lnTo>
                    <a:pt x="11311" y="26894"/>
                  </a:lnTo>
                  <a:lnTo>
                    <a:pt x="11271" y="26914"/>
                  </a:lnTo>
                  <a:lnTo>
                    <a:pt x="12274" y="26874"/>
                  </a:lnTo>
                  <a:lnTo>
                    <a:pt x="13277" y="26794"/>
                  </a:lnTo>
                  <a:lnTo>
                    <a:pt x="14299" y="26653"/>
                  </a:lnTo>
                  <a:lnTo>
                    <a:pt x="15302" y="26473"/>
                  </a:lnTo>
                  <a:lnTo>
                    <a:pt x="15803" y="26373"/>
                  </a:lnTo>
                  <a:lnTo>
                    <a:pt x="16305" y="26252"/>
                  </a:lnTo>
                  <a:lnTo>
                    <a:pt x="16806" y="26132"/>
                  </a:lnTo>
                  <a:lnTo>
                    <a:pt x="17288" y="25992"/>
                  </a:lnTo>
                  <a:lnTo>
                    <a:pt x="17789" y="25831"/>
                  </a:lnTo>
                  <a:lnTo>
                    <a:pt x="18270" y="25671"/>
                  </a:lnTo>
                  <a:lnTo>
                    <a:pt x="18752" y="25490"/>
                  </a:lnTo>
                  <a:lnTo>
                    <a:pt x="19233" y="25310"/>
                  </a:lnTo>
                  <a:lnTo>
                    <a:pt x="18812" y="24768"/>
                  </a:lnTo>
                  <a:lnTo>
                    <a:pt x="17809" y="24828"/>
                  </a:lnTo>
                  <a:lnTo>
                    <a:pt x="16786" y="24848"/>
                  </a:lnTo>
                  <a:lnTo>
                    <a:pt x="16124" y="24828"/>
                  </a:lnTo>
                  <a:lnTo>
                    <a:pt x="15443" y="24808"/>
                  </a:lnTo>
                  <a:lnTo>
                    <a:pt x="14781" y="24768"/>
                  </a:lnTo>
                  <a:lnTo>
                    <a:pt x="14099" y="24708"/>
                  </a:lnTo>
                  <a:lnTo>
                    <a:pt x="13437" y="24628"/>
                  </a:lnTo>
                  <a:lnTo>
                    <a:pt x="12775" y="24528"/>
                  </a:lnTo>
                  <a:lnTo>
                    <a:pt x="12113" y="24407"/>
                  </a:lnTo>
                  <a:lnTo>
                    <a:pt x="11472" y="24267"/>
                  </a:lnTo>
                  <a:close/>
                  <a:moveTo>
                    <a:pt x="3570" y="20296"/>
                  </a:moveTo>
                  <a:lnTo>
                    <a:pt x="3650" y="20597"/>
                  </a:lnTo>
                  <a:lnTo>
                    <a:pt x="3731" y="20898"/>
                  </a:lnTo>
                  <a:lnTo>
                    <a:pt x="3771" y="21199"/>
                  </a:lnTo>
                  <a:lnTo>
                    <a:pt x="3811" y="21519"/>
                  </a:lnTo>
                  <a:lnTo>
                    <a:pt x="3811" y="21840"/>
                  </a:lnTo>
                  <a:lnTo>
                    <a:pt x="3811" y="22161"/>
                  </a:lnTo>
                  <a:lnTo>
                    <a:pt x="3771" y="22482"/>
                  </a:lnTo>
                  <a:lnTo>
                    <a:pt x="3711" y="22823"/>
                  </a:lnTo>
                  <a:lnTo>
                    <a:pt x="3630" y="23124"/>
                  </a:lnTo>
                  <a:lnTo>
                    <a:pt x="3510" y="23445"/>
                  </a:lnTo>
                  <a:lnTo>
                    <a:pt x="3350" y="23765"/>
                  </a:lnTo>
                  <a:lnTo>
                    <a:pt x="3169" y="24106"/>
                  </a:lnTo>
                  <a:lnTo>
                    <a:pt x="2929" y="24467"/>
                  </a:lnTo>
                  <a:lnTo>
                    <a:pt x="2688" y="24828"/>
                  </a:lnTo>
                  <a:lnTo>
                    <a:pt x="2407" y="25209"/>
                  </a:lnTo>
                  <a:lnTo>
                    <a:pt x="2106" y="25570"/>
                  </a:lnTo>
                  <a:lnTo>
                    <a:pt x="3049" y="25871"/>
                  </a:lnTo>
                  <a:lnTo>
                    <a:pt x="4052" y="26132"/>
                  </a:lnTo>
                  <a:lnTo>
                    <a:pt x="5074" y="26373"/>
                  </a:lnTo>
                  <a:lnTo>
                    <a:pt x="6137" y="26553"/>
                  </a:lnTo>
                  <a:lnTo>
                    <a:pt x="7220" y="26714"/>
                  </a:lnTo>
                  <a:lnTo>
                    <a:pt x="8343" y="26834"/>
                  </a:lnTo>
                  <a:lnTo>
                    <a:pt x="9466" y="26894"/>
                  </a:lnTo>
                  <a:lnTo>
                    <a:pt x="10028" y="26914"/>
                  </a:lnTo>
                  <a:lnTo>
                    <a:pt x="10589" y="26934"/>
                  </a:lnTo>
                  <a:lnTo>
                    <a:pt x="11191" y="26914"/>
                  </a:lnTo>
                  <a:lnTo>
                    <a:pt x="11151" y="26894"/>
                  </a:lnTo>
                  <a:lnTo>
                    <a:pt x="11131" y="26854"/>
                  </a:lnTo>
                  <a:lnTo>
                    <a:pt x="11071" y="26192"/>
                  </a:lnTo>
                  <a:lnTo>
                    <a:pt x="11031" y="25510"/>
                  </a:lnTo>
                  <a:lnTo>
                    <a:pt x="10990" y="24828"/>
                  </a:lnTo>
                  <a:lnTo>
                    <a:pt x="10970" y="24147"/>
                  </a:lnTo>
                  <a:lnTo>
                    <a:pt x="10268" y="23946"/>
                  </a:lnTo>
                  <a:lnTo>
                    <a:pt x="9567" y="23745"/>
                  </a:lnTo>
                  <a:lnTo>
                    <a:pt x="8865" y="23505"/>
                  </a:lnTo>
                  <a:lnTo>
                    <a:pt x="8183" y="23244"/>
                  </a:lnTo>
                  <a:lnTo>
                    <a:pt x="7541" y="22983"/>
                  </a:lnTo>
                  <a:lnTo>
                    <a:pt x="6919" y="22683"/>
                  </a:lnTo>
                  <a:lnTo>
                    <a:pt x="6298" y="22342"/>
                  </a:lnTo>
                  <a:lnTo>
                    <a:pt x="5716" y="22001"/>
                  </a:lnTo>
                  <a:lnTo>
                    <a:pt x="5135" y="21620"/>
                  </a:lnTo>
                  <a:lnTo>
                    <a:pt x="4593" y="21199"/>
                  </a:lnTo>
                  <a:lnTo>
                    <a:pt x="4072" y="20777"/>
                  </a:lnTo>
                  <a:lnTo>
                    <a:pt x="3570" y="20296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8873;p45"/>
            <p:cNvSpPr/>
            <p:nvPr/>
          </p:nvSpPr>
          <p:spPr>
            <a:xfrm>
              <a:off x="11443350" y="4591200"/>
              <a:ext cx="199050" cy="66225"/>
            </a:xfrm>
            <a:custGeom>
              <a:avLst/>
              <a:gdLst/>
              <a:ahLst/>
              <a:cxnLst/>
              <a:rect l="l" t="t" r="r" b="b"/>
              <a:pathLst>
                <a:path w="7962" h="2649" fill="none" extrusionOk="0">
                  <a:moveTo>
                    <a:pt x="201" y="1"/>
                  </a:moveTo>
                  <a:lnTo>
                    <a:pt x="201" y="1"/>
                  </a:lnTo>
                  <a:lnTo>
                    <a:pt x="181" y="643"/>
                  </a:lnTo>
                  <a:lnTo>
                    <a:pt x="161" y="1284"/>
                  </a:lnTo>
                  <a:lnTo>
                    <a:pt x="121" y="1926"/>
                  </a:lnTo>
                  <a:lnTo>
                    <a:pt x="60" y="2568"/>
                  </a:lnTo>
                  <a:lnTo>
                    <a:pt x="60" y="2568"/>
                  </a:lnTo>
                  <a:lnTo>
                    <a:pt x="40" y="2628"/>
                  </a:lnTo>
                  <a:lnTo>
                    <a:pt x="0" y="2648"/>
                  </a:lnTo>
                  <a:lnTo>
                    <a:pt x="0" y="2648"/>
                  </a:lnTo>
                  <a:lnTo>
                    <a:pt x="1003" y="2608"/>
                  </a:lnTo>
                  <a:lnTo>
                    <a:pt x="2006" y="2528"/>
                  </a:lnTo>
                  <a:lnTo>
                    <a:pt x="3028" y="2387"/>
                  </a:lnTo>
                  <a:lnTo>
                    <a:pt x="4031" y="2207"/>
                  </a:lnTo>
                  <a:lnTo>
                    <a:pt x="4532" y="2107"/>
                  </a:lnTo>
                  <a:lnTo>
                    <a:pt x="5034" y="1986"/>
                  </a:lnTo>
                  <a:lnTo>
                    <a:pt x="5535" y="1866"/>
                  </a:lnTo>
                  <a:lnTo>
                    <a:pt x="6017" y="1726"/>
                  </a:lnTo>
                  <a:lnTo>
                    <a:pt x="6518" y="1565"/>
                  </a:lnTo>
                  <a:lnTo>
                    <a:pt x="6999" y="1405"/>
                  </a:lnTo>
                  <a:lnTo>
                    <a:pt x="7481" y="1224"/>
                  </a:lnTo>
                  <a:lnTo>
                    <a:pt x="7962" y="1044"/>
                  </a:lnTo>
                  <a:lnTo>
                    <a:pt x="7962" y="1044"/>
                  </a:lnTo>
                  <a:lnTo>
                    <a:pt x="7541" y="502"/>
                  </a:lnTo>
                  <a:lnTo>
                    <a:pt x="7541" y="502"/>
                  </a:lnTo>
                  <a:lnTo>
                    <a:pt x="6538" y="562"/>
                  </a:lnTo>
                  <a:lnTo>
                    <a:pt x="5515" y="582"/>
                  </a:lnTo>
                  <a:lnTo>
                    <a:pt x="5515" y="582"/>
                  </a:lnTo>
                  <a:lnTo>
                    <a:pt x="4853" y="562"/>
                  </a:lnTo>
                  <a:lnTo>
                    <a:pt x="4172" y="542"/>
                  </a:lnTo>
                  <a:lnTo>
                    <a:pt x="3510" y="502"/>
                  </a:lnTo>
                  <a:lnTo>
                    <a:pt x="2828" y="442"/>
                  </a:lnTo>
                  <a:lnTo>
                    <a:pt x="2166" y="362"/>
                  </a:lnTo>
                  <a:lnTo>
                    <a:pt x="1504" y="262"/>
                  </a:lnTo>
                  <a:lnTo>
                    <a:pt x="842" y="141"/>
                  </a:lnTo>
                  <a:lnTo>
                    <a:pt x="20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8874;p45"/>
            <p:cNvSpPr/>
            <p:nvPr/>
          </p:nvSpPr>
          <p:spPr>
            <a:xfrm>
              <a:off x="11214225" y="4491950"/>
              <a:ext cx="227125" cy="165975"/>
            </a:xfrm>
            <a:custGeom>
              <a:avLst/>
              <a:gdLst/>
              <a:ahLst/>
              <a:cxnLst/>
              <a:rect l="l" t="t" r="r" b="b"/>
              <a:pathLst>
                <a:path w="9085" h="6639" fill="none" extrusionOk="0">
                  <a:moveTo>
                    <a:pt x="1464" y="0"/>
                  </a:moveTo>
                  <a:lnTo>
                    <a:pt x="1464" y="0"/>
                  </a:lnTo>
                  <a:lnTo>
                    <a:pt x="1544" y="301"/>
                  </a:lnTo>
                  <a:lnTo>
                    <a:pt x="1625" y="602"/>
                  </a:lnTo>
                  <a:lnTo>
                    <a:pt x="1665" y="903"/>
                  </a:lnTo>
                  <a:lnTo>
                    <a:pt x="1705" y="1223"/>
                  </a:lnTo>
                  <a:lnTo>
                    <a:pt x="1705" y="1544"/>
                  </a:lnTo>
                  <a:lnTo>
                    <a:pt x="1705" y="1865"/>
                  </a:lnTo>
                  <a:lnTo>
                    <a:pt x="1665" y="2186"/>
                  </a:lnTo>
                  <a:lnTo>
                    <a:pt x="1605" y="2527"/>
                  </a:lnTo>
                  <a:lnTo>
                    <a:pt x="1605" y="2527"/>
                  </a:lnTo>
                  <a:lnTo>
                    <a:pt x="1524" y="2828"/>
                  </a:lnTo>
                  <a:lnTo>
                    <a:pt x="1404" y="3149"/>
                  </a:lnTo>
                  <a:lnTo>
                    <a:pt x="1244" y="3469"/>
                  </a:lnTo>
                  <a:lnTo>
                    <a:pt x="1063" y="3810"/>
                  </a:lnTo>
                  <a:lnTo>
                    <a:pt x="823" y="4171"/>
                  </a:lnTo>
                  <a:lnTo>
                    <a:pt x="582" y="4532"/>
                  </a:lnTo>
                  <a:lnTo>
                    <a:pt x="301" y="4913"/>
                  </a:lnTo>
                  <a:lnTo>
                    <a:pt x="0" y="5274"/>
                  </a:lnTo>
                  <a:lnTo>
                    <a:pt x="0" y="5274"/>
                  </a:lnTo>
                  <a:lnTo>
                    <a:pt x="943" y="5575"/>
                  </a:lnTo>
                  <a:lnTo>
                    <a:pt x="1946" y="5836"/>
                  </a:lnTo>
                  <a:lnTo>
                    <a:pt x="2968" y="6077"/>
                  </a:lnTo>
                  <a:lnTo>
                    <a:pt x="4031" y="6257"/>
                  </a:lnTo>
                  <a:lnTo>
                    <a:pt x="5114" y="6418"/>
                  </a:lnTo>
                  <a:lnTo>
                    <a:pt x="6237" y="6538"/>
                  </a:lnTo>
                  <a:lnTo>
                    <a:pt x="7360" y="6598"/>
                  </a:lnTo>
                  <a:lnTo>
                    <a:pt x="7922" y="6618"/>
                  </a:lnTo>
                  <a:lnTo>
                    <a:pt x="8483" y="6638"/>
                  </a:lnTo>
                  <a:lnTo>
                    <a:pt x="8483" y="6638"/>
                  </a:lnTo>
                  <a:lnTo>
                    <a:pt x="9085" y="6618"/>
                  </a:lnTo>
                  <a:lnTo>
                    <a:pt x="9085" y="6618"/>
                  </a:lnTo>
                  <a:lnTo>
                    <a:pt x="9045" y="6598"/>
                  </a:lnTo>
                  <a:lnTo>
                    <a:pt x="9025" y="6558"/>
                  </a:lnTo>
                  <a:lnTo>
                    <a:pt x="9025" y="6558"/>
                  </a:lnTo>
                  <a:lnTo>
                    <a:pt x="8965" y="5896"/>
                  </a:lnTo>
                  <a:lnTo>
                    <a:pt x="8925" y="5214"/>
                  </a:lnTo>
                  <a:lnTo>
                    <a:pt x="8884" y="4532"/>
                  </a:lnTo>
                  <a:lnTo>
                    <a:pt x="8864" y="3851"/>
                  </a:lnTo>
                  <a:lnTo>
                    <a:pt x="8864" y="3851"/>
                  </a:lnTo>
                  <a:lnTo>
                    <a:pt x="8162" y="3650"/>
                  </a:lnTo>
                  <a:lnTo>
                    <a:pt x="7461" y="3449"/>
                  </a:lnTo>
                  <a:lnTo>
                    <a:pt x="6759" y="3209"/>
                  </a:lnTo>
                  <a:lnTo>
                    <a:pt x="6077" y="2948"/>
                  </a:lnTo>
                  <a:lnTo>
                    <a:pt x="6077" y="2948"/>
                  </a:lnTo>
                  <a:lnTo>
                    <a:pt x="5435" y="2687"/>
                  </a:lnTo>
                  <a:lnTo>
                    <a:pt x="4813" y="2387"/>
                  </a:lnTo>
                  <a:lnTo>
                    <a:pt x="4192" y="2046"/>
                  </a:lnTo>
                  <a:lnTo>
                    <a:pt x="3610" y="1705"/>
                  </a:lnTo>
                  <a:lnTo>
                    <a:pt x="3029" y="1324"/>
                  </a:lnTo>
                  <a:lnTo>
                    <a:pt x="2487" y="903"/>
                  </a:lnTo>
                  <a:lnTo>
                    <a:pt x="1966" y="481"/>
                  </a:lnTo>
                  <a:lnTo>
                    <a:pt x="146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8875;p45"/>
            <p:cNvSpPr/>
            <p:nvPr/>
          </p:nvSpPr>
          <p:spPr>
            <a:xfrm>
              <a:off x="11161575" y="3984550"/>
              <a:ext cx="64200" cy="193550"/>
            </a:xfrm>
            <a:custGeom>
              <a:avLst/>
              <a:gdLst/>
              <a:ahLst/>
              <a:cxnLst/>
              <a:rect l="l" t="t" r="r" b="b"/>
              <a:pathLst>
                <a:path w="2568" h="7742" fill="none" extrusionOk="0">
                  <a:moveTo>
                    <a:pt x="462" y="1"/>
                  </a:moveTo>
                  <a:lnTo>
                    <a:pt x="462" y="1"/>
                  </a:lnTo>
                  <a:lnTo>
                    <a:pt x="462" y="362"/>
                  </a:lnTo>
                  <a:lnTo>
                    <a:pt x="442" y="763"/>
                  </a:lnTo>
                  <a:lnTo>
                    <a:pt x="341" y="1625"/>
                  </a:lnTo>
                  <a:lnTo>
                    <a:pt x="121" y="3490"/>
                  </a:lnTo>
                  <a:lnTo>
                    <a:pt x="41" y="4413"/>
                  </a:lnTo>
                  <a:lnTo>
                    <a:pt x="1" y="4834"/>
                  </a:lnTo>
                  <a:lnTo>
                    <a:pt x="1" y="5255"/>
                  </a:lnTo>
                  <a:lnTo>
                    <a:pt x="1" y="5656"/>
                  </a:lnTo>
                  <a:lnTo>
                    <a:pt x="41" y="6017"/>
                  </a:lnTo>
                  <a:lnTo>
                    <a:pt x="81" y="6338"/>
                  </a:lnTo>
                  <a:lnTo>
                    <a:pt x="181" y="6619"/>
                  </a:lnTo>
                  <a:lnTo>
                    <a:pt x="181" y="6619"/>
                  </a:lnTo>
                  <a:lnTo>
                    <a:pt x="281" y="6880"/>
                  </a:lnTo>
                  <a:lnTo>
                    <a:pt x="422" y="7140"/>
                  </a:lnTo>
                  <a:lnTo>
                    <a:pt x="763" y="7742"/>
                  </a:lnTo>
                  <a:lnTo>
                    <a:pt x="763" y="7742"/>
                  </a:lnTo>
                  <a:lnTo>
                    <a:pt x="943" y="6639"/>
                  </a:lnTo>
                  <a:lnTo>
                    <a:pt x="1144" y="5576"/>
                  </a:lnTo>
                  <a:lnTo>
                    <a:pt x="1144" y="5576"/>
                  </a:lnTo>
                  <a:lnTo>
                    <a:pt x="1284" y="4974"/>
                  </a:lnTo>
                  <a:lnTo>
                    <a:pt x="1424" y="4373"/>
                  </a:lnTo>
                  <a:lnTo>
                    <a:pt x="1585" y="3771"/>
                  </a:lnTo>
                  <a:lnTo>
                    <a:pt x="1745" y="3190"/>
                  </a:lnTo>
                  <a:lnTo>
                    <a:pt x="1926" y="2608"/>
                  </a:lnTo>
                  <a:lnTo>
                    <a:pt x="2126" y="2026"/>
                  </a:lnTo>
                  <a:lnTo>
                    <a:pt x="2347" y="1445"/>
                  </a:lnTo>
                  <a:lnTo>
                    <a:pt x="2568" y="883"/>
                  </a:lnTo>
                  <a:lnTo>
                    <a:pt x="2568" y="883"/>
                  </a:lnTo>
                  <a:lnTo>
                    <a:pt x="2026" y="683"/>
                  </a:lnTo>
                  <a:lnTo>
                    <a:pt x="1485" y="462"/>
                  </a:lnTo>
                  <a:lnTo>
                    <a:pt x="963" y="242"/>
                  </a:lnTo>
                  <a:lnTo>
                    <a:pt x="4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8876;p45"/>
            <p:cNvSpPr/>
            <p:nvPr/>
          </p:nvSpPr>
          <p:spPr>
            <a:xfrm>
              <a:off x="11435825" y="4588200"/>
              <a:ext cx="12550" cy="69225"/>
            </a:xfrm>
            <a:custGeom>
              <a:avLst/>
              <a:gdLst/>
              <a:ahLst/>
              <a:cxnLst/>
              <a:rect l="l" t="t" r="r" b="b"/>
              <a:pathLst>
                <a:path w="502" h="2769" extrusionOk="0">
                  <a:moveTo>
                    <a:pt x="0" y="1"/>
                  </a:moveTo>
                  <a:lnTo>
                    <a:pt x="20" y="682"/>
                  </a:lnTo>
                  <a:lnTo>
                    <a:pt x="61" y="1364"/>
                  </a:lnTo>
                  <a:lnTo>
                    <a:pt x="101" y="2046"/>
                  </a:lnTo>
                  <a:lnTo>
                    <a:pt x="161" y="2708"/>
                  </a:lnTo>
                  <a:lnTo>
                    <a:pt x="181" y="2748"/>
                  </a:lnTo>
                  <a:lnTo>
                    <a:pt x="221" y="2768"/>
                  </a:lnTo>
                  <a:lnTo>
                    <a:pt x="301" y="2768"/>
                  </a:lnTo>
                  <a:lnTo>
                    <a:pt x="341" y="2748"/>
                  </a:lnTo>
                  <a:lnTo>
                    <a:pt x="361" y="2688"/>
                  </a:lnTo>
                  <a:lnTo>
                    <a:pt x="422" y="2046"/>
                  </a:lnTo>
                  <a:lnTo>
                    <a:pt x="462" y="1404"/>
                  </a:lnTo>
                  <a:lnTo>
                    <a:pt x="482" y="763"/>
                  </a:lnTo>
                  <a:lnTo>
                    <a:pt x="502" y="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8877;p45"/>
            <p:cNvSpPr/>
            <p:nvPr/>
          </p:nvSpPr>
          <p:spPr>
            <a:xfrm>
              <a:off x="11322000" y="4109400"/>
              <a:ext cx="116850" cy="218625"/>
            </a:xfrm>
            <a:custGeom>
              <a:avLst/>
              <a:gdLst/>
              <a:ahLst/>
              <a:cxnLst/>
              <a:rect l="l" t="t" r="r" b="b"/>
              <a:pathLst>
                <a:path w="4674" h="8745" extrusionOk="0">
                  <a:moveTo>
                    <a:pt x="3551" y="0"/>
                  </a:moveTo>
                  <a:lnTo>
                    <a:pt x="3230" y="301"/>
                  </a:lnTo>
                  <a:lnTo>
                    <a:pt x="2869" y="682"/>
                  </a:lnTo>
                  <a:lnTo>
                    <a:pt x="2428" y="1184"/>
                  </a:lnTo>
                  <a:lnTo>
                    <a:pt x="2187" y="1464"/>
                  </a:lnTo>
                  <a:lnTo>
                    <a:pt x="1946" y="1805"/>
                  </a:lnTo>
                  <a:lnTo>
                    <a:pt x="1686" y="2146"/>
                  </a:lnTo>
                  <a:lnTo>
                    <a:pt x="1445" y="2527"/>
                  </a:lnTo>
                  <a:lnTo>
                    <a:pt x="1184" y="2928"/>
                  </a:lnTo>
                  <a:lnTo>
                    <a:pt x="964" y="3350"/>
                  </a:lnTo>
                  <a:lnTo>
                    <a:pt x="723" y="3811"/>
                  </a:lnTo>
                  <a:lnTo>
                    <a:pt x="522" y="4272"/>
                  </a:lnTo>
                  <a:lnTo>
                    <a:pt x="362" y="4713"/>
                  </a:lnTo>
                  <a:lnTo>
                    <a:pt x="222" y="5175"/>
                  </a:lnTo>
                  <a:lnTo>
                    <a:pt x="101" y="5656"/>
                  </a:lnTo>
                  <a:lnTo>
                    <a:pt x="1" y="6137"/>
                  </a:lnTo>
                  <a:lnTo>
                    <a:pt x="2628" y="8744"/>
                  </a:lnTo>
                  <a:lnTo>
                    <a:pt x="2628" y="8203"/>
                  </a:lnTo>
                  <a:lnTo>
                    <a:pt x="2668" y="7581"/>
                  </a:lnTo>
                  <a:lnTo>
                    <a:pt x="2728" y="6779"/>
                  </a:lnTo>
                  <a:lnTo>
                    <a:pt x="2849" y="5836"/>
                  </a:lnTo>
                  <a:lnTo>
                    <a:pt x="3009" y="4793"/>
                  </a:lnTo>
                  <a:lnTo>
                    <a:pt x="3109" y="4252"/>
                  </a:lnTo>
                  <a:lnTo>
                    <a:pt x="3210" y="3711"/>
                  </a:lnTo>
                  <a:lnTo>
                    <a:pt x="3350" y="3169"/>
                  </a:lnTo>
                  <a:lnTo>
                    <a:pt x="3511" y="2608"/>
                  </a:lnTo>
                  <a:lnTo>
                    <a:pt x="3671" y="2126"/>
                  </a:lnTo>
                  <a:lnTo>
                    <a:pt x="3831" y="1665"/>
                  </a:lnTo>
                  <a:lnTo>
                    <a:pt x="4012" y="1204"/>
                  </a:lnTo>
                  <a:lnTo>
                    <a:pt x="4232" y="763"/>
                  </a:lnTo>
                  <a:lnTo>
                    <a:pt x="4433" y="361"/>
                  </a:lnTo>
                  <a:lnTo>
                    <a:pt x="46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8878;p45"/>
            <p:cNvSpPr/>
            <p:nvPr/>
          </p:nvSpPr>
          <p:spPr>
            <a:xfrm>
              <a:off x="11322000" y="4109400"/>
              <a:ext cx="116850" cy="218625"/>
            </a:xfrm>
            <a:custGeom>
              <a:avLst/>
              <a:gdLst/>
              <a:ahLst/>
              <a:cxnLst/>
              <a:rect l="l" t="t" r="r" b="b"/>
              <a:pathLst>
                <a:path w="4674" h="8745" fill="none" extrusionOk="0">
                  <a:moveTo>
                    <a:pt x="4674" y="0"/>
                  </a:moveTo>
                  <a:lnTo>
                    <a:pt x="4674" y="0"/>
                  </a:lnTo>
                  <a:lnTo>
                    <a:pt x="4433" y="361"/>
                  </a:lnTo>
                  <a:lnTo>
                    <a:pt x="4232" y="763"/>
                  </a:lnTo>
                  <a:lnTo>
                    <a:pt x="4232" y="763"/>
                  </a:lnTo>
                  <a:lnTo>
                    <a:pt x="4012" y="1204"/>
                  </a:lnTo>
                  <a:lnTo>
                    <a:pt x="3831" y="1665"/>
                  </a:lnTo>
                  <a:lnTo>
                    <a:pt x="3671" y="2126"/>
                  </a:lnTo>
                  <a:lnTo>
                    <a:pt x="3511" y="2608"/>
                  </a:lnTo>
                  <a:lnTo>
                    <a:pt x="3511" y="2608"/>
                  </a:lnTo>
                  <a:lnTo>
                    <a:pt x="3350" y="3169"/>
                  </a:lnTo>
                  <a:lnTo>
                    <a:pt x="3210" y="3711"/>
                  </a:lnTo>
                  <a:lnTo>
                    <a:pt x="3109" y="4252"/>
                  </a:lnTo>
                  <a:lnTo>
                    <a:pt x="3009" y="4793"/>
                  </a:lnTo>
                  <a:lnTo>
                    <a:pt x="2849" y="5836"/>
                  </a:lnTo>
                  <a:lnTo>
                    <a:pt x="2728" y="6779"/>
                  </a:lnTo>
                  <a:lnTo>
                    <a:pt x="2668" y="7581"/>
                  </a:lnTo>
                  <a:lnTo>
                    <a:pt x="2628" y="8203"/>
                  </a:lnTo>
                  <a:lnTo>
                    <a:pt x="2628" y="8744"/>
                  </a:lnTo>
                  <a:lnTo>
                    <a:pt x="1" y="6137"/>
                  </a:lnTo>
                  <a:lnTo>
                    <a:pt x="1" y="6137"/>
                  </a:lnTo>
                  <a:lnTo>
                    <a:pt x="101" y="5656"/>
                  </a:lnTo>
                  <a:lnTo>
                    <a:pt x="222" y="5175"/>
                  </a:lnTo>
                  <a:lnTo>
                    <a:pt x="362" y="4713"/>
                  </a:lnTo>
                  <a:lnTo>
                    <a:pt x="522" y="4272"/>
                  </a:lnTo>
                  <a:lnTo>
                    <a:pt x="522" y="4272"/>
                  </a:lnTo>
                  <a:lnTo>
                    <a:pt x="723" y="3811"/>
                  </a:lnTo>
                  <a:lnTo>
                    <a:pt x="964" y="3350"/>
                  </a:lnTo>
                  <a:lnTo>
                    <a:pt x="1184" y="2928"/>
                  </a:lnTo>
                  <a:lnTo>
                    <a:pt x="1445" y="2527"/>
                  </a:lnTo>
                  <a:lnTo>
                    <a:pt x="1686" y="2146"/>
                  </a:lnTo>
                  <a:lnTo>
                    <a:pt x="1946" y="1805"/>
                  </a:lnTo>
                  <a:lnTo>
                    <a:pt x="2187" y="1464"/>
                  </a:lnTo>
                  <a:lnTo>
                    <a:pt x="2428" y="1184"/>
                  </a:lnTo>
                  <a:lnTo>
                    <a:pt x="2869" y="682"/>
                  </a:lnTo>
                  <a:lnTo>
                    <a:pt x="3230" y="301"/>
                  </a:lnTo>
                  <a:lnTo>
                    <a:pt x="3551" y="0"/>
                  </a:lnTo>
                  <a:lnTo>
                    <a:pt x="3771" y="0"/>
                  </a:lnTo>
                  <a:lnTo>
                    <a:pt x="467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8879;p45"/>
            <p:cNvSpPr/>
            <p:nvPr/>
          </p:nvSpPr>
          <p:spPr>
            <a:xfrm>
              <a:off x="11416275" y="4109400"/>
              <a:ext cx="119350" cy="218125"/>
            </a:xfrm>
            <a:custGeom>
              <a:avLst/>
              <a:gdLst/>
              <a:ahLst/>
              <a:cxnLst/>
              <a:rect l="l" t="t" r="r" b="b"/>
              <a:pathLst>
                <a:path w="4774" h="8725" extrusionOk="0">
                  <a:moveTo>
                    <a:pt x="0" y="0"/>
                  </a:moveTo>
                  <a:lnTo>
                    <a:pt x="241" y="361"/>
                  </a:lnTo>
                  <a:lnTo>
                    <a:pt x="461" y="763"/>
                  </a:lnTo>
                  <a:lnTo>
                    <a:pt x="642" y="1123"/>
                  </a:lnTo>
                  <a:lnTo>
                    <a:pt x="802" y="1484"/>
                  </a:lnTo>
                  <a:lnTo>
                    <a:pt x="943" y="1845"/>
                  </a:lnTo>
                  <a:lnTo>
                    <a:pt x="1083" y="2247"/>
                  </a:lnTo>
                  <a:lnTo>
                    <a:pt x="1264" y="2808"/>
                  </a:lnTo>
                  <a:lnTo>
                    <a:pt x="1424" y="3370"/>
                  </a:lnTo>
                  <a:lnTo>
                    <a:pt x="1585" y="3951"/>
                  </a:lnTo>
                  <a:lnTo>
                    <a:pt x="1705" y="4513"/>
                  </a:lnTo>
                  <a:lnTo>
                    <a:pt x="1805" y="5054"/>
                  </a:lnTo>
                  <a:lnTo>
                    <a:pt x="1885" y="5596"/>
                  </a:lnTo>
                  <a:lnTo>
                    <a:pt x="2026" y="6598"/>
                  </a:lnTo>
                  <a:lnTo>
                    <a:pt x="2126" y="7461"/>
                  </a:lnTo>
                  <a:lnTo>
                    <a:pt x="2166" y="8123"/>
                  </a:lnTo>
                  <a:lnTo>
                    <a:pt x="2186" y="8724"/>
                  </a:lnTo>
                  <a:lnTo>
                    <a:pt x="4773" y="6077"/>
                  </a:lnTo>
                  <a:lnTo>
                    <a:pt x="4653" y="5495"/>
                  </a:lnTo>
                  <a:lnTo>
                    <a:pt x="4492" y="4954"/>
                  </a:lnTo>
                  <a:lnTo>
                    <a:pt x="4292" y="4412"/>
                  </a:lnTo>
                  <a:lnTo>
                    <a:pt x="4091" y="3911"/>
                  </a:lnTo>
                  <a:lnTo>
                    <a:pt x="3851" y="3430"/>
                  </a:lnTo>
                  <a:lnTo>
                    <a:pt x="3590" y="2969"/>
                  </a:lnTo>
                  <a:lnTo>
                    <a:pt x="3329" y="2547"/>
                  </a:lnTo>
                  <a:lnTo>
                    <a:pt x="3049" y="2146"/>
                  </a:lnTo>
                  <a:lnTo>
                    <a:pt x="2688" y="1665"/>
                  </a:lnTo>
                  <a:lnTo>
                    <a:pt x="2347" y="1244"/>
                  </a:lnTo>
                  <a:lnTo>
                    <a:pt x="2026" y="883"/>
                  </a:lnTo>
                  <a:lnTo>
                    <a:pt x="1725" y="562"/>
                  </a:lnTo>
                  <a:lnTo>
                    <a:pt x="1284" y="141"/>
                  </a:lnTo>
                  <a:lnTo>
                    <a:pt x="11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0" name="Google Shape;8880;p45"/>
            <p:cNvSpPr/>
            <p:nvPr/>
          </p:nvSpPr>
          <p:spPr>
            <a:xfrm>
              <a:off x="11416275" y="4109400"/>
              <a:ext cx="119350" cy="218125"/>
            </a:xfrm>
            <a:custGeom>
              <a:avLst/>
              <a:gdLst/>
              <a:ahLst/>
              <a:cxnLst/>
              <a:rect l="l" t="t" r="r" b="b"/>
              <a:pathLst>
                <a:path w="4774" h="8725" fill="none" extrusionOk="0">
                  <a:moveTo>
                    <a:pt x="4773" y="6077"/>
                  </a:moveTo>
                  <a:lnTo>
                    <a:pt x="2186" y="8724"/>
                  </a:lnTo>
                  <a:lnTo>
                    <a:pt x="2186" y="8724"/>
                  </a:lnTo>
                  <a:lnTo>
                    <a:pt x="2166" y="8123"/>
                  </a:lnTo>
                  <a:lnTo>
                    <a:pt x="2126" y="7461"/>
                  </a:lnTo>
                  <a:lnTo>
                    <a:pt x="2026" y="6598"/>
                  </a:lnTo>
                  <a:lnTo>
                    <a:pt x="1885" y="5596"/>
                  </a:lnTo>
                  <a:lnTo>
                    <a:pt x="1805" y="5054"/>
                  </a:lnTo>
                  <a:lnTo>
                    <a:pt x="1705" y="4513"/>
                  </a:lnTo>
                  <a:lnTo>
                    <a:pt x="1585" y="3951"/>
                  </a:lnTo>
                  <a:lnTo>
                    <a:pt x="1424" y="3370"/>
                  </a:lnTo>
                  <a:lnTo>
                    <a:pt x="1264" y="2808"/>
                  </a:lnTo>
                  <a:lnTo>
                    <a:pt x="1083" y="2247"/>
                  </a:lnTo>
                  <a:lnTo>
                    <a:pt x="1083" y="2247"/>
                  </a:lnTo>
                  <a:lnTo>
                    <a:pt x="943" y="1845"/>
                  </a:lnTo>
                  <a:lnTo>
                    <a:pt x="802" y="1484"/>
                  </a:lnTo>
                  <a:lnTo>
                    <a:pt x="642" y="1123"/>
                  </a:lnTo>
                  <a:lnTo>
                    <a:pt x="461" y="763"/>
                  </a:lnTo>
                  <a:lnTo>
                    <a:pt x="461" y="763"/>
                  </a:lnTo>
                  <a:lnTo>
                    <a:pt x="241" y="361"/>
                  </a:lnTo>
                  <a:lnTo>
                    <a:pt x="0" y="0"/>
                  </a:lnTo>
                  <a:lnTo>
                    <a:pt x="903" y="0"/>
                  </a:lnTo>
                  <a:lnTo>
                    <a:pt x="1123" y="0"/>
                  </a:lnTo>
                  <a:lnTo>
                    <a:pt x="1123" y="0"/>
                  </a:lnTo>
                  <a:lnTo>
                    <a:pt x="1284" y="141"/>
                  </a:lnTo>
                  <a:lnTo>
                    <a:pt x="1725" y="562"/>
                  </a:lnTo>
                  <a:lnTo>
                    <a:pt x="2026" y="883"/>
                  </a:lnTo>
                  <a:lnTo>
                    <a:pt x="2347" y="1244"/>
                  </a:lnTo>
                  <a:lnTo>
                    <a:pt x="2688" y="1665"/>
                  </a:lnTo>
                  <a:lnTo>
                    <a:pt x="3049" y="2146"/>
                  </a:lnTo>
                  <a:lnTo>
                    <a:pt x="3049" y="2146"/>
                  </a:lnTo>
                  <a:lnTo>
                    <a:pt x="3329" y="2547"/>
                  </a:lnTo>
                  <a:lnTo>
                    <a:pt x="3590" y="2969"/>
                  </a:lnTo>
                  <a:lnTo>
                    <a:pt x="3851" y="3430"/>
                  </a:lnTo>
                  <a:lnTo>
                    <a:pt x="4091" y="3911"/>
                  </a:lnTo>
                  <a:lnTo>
                    <a:pt x="4292" y="4412"/>
                  </a:lnTo>
                  <a:lnTo>
                    <a:pt x="4492" y="4954"/>
                  </a:lnTo>
                  <a:lnTo>
                    <a:pt x="4653" y="5495"/>
                  </a:lnTo>
                  <a:lnTo>
                    <a:pt x="4773" y="607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8881;p45"/>
            <p:cNvSpPr/>
            <p:nvPr/>
          </p:nvSpPr>
          <p:spPr>
            <a:xfrm>
              <a:off x="11335050" y="4119925"/>
              <a:ext cx="92775" cy="96300"/>
            </a:xfrm>
            <a:custGeom>
              <a:avLst/>
              <a:gdLst/>
              <a:ahLst/>
              <a:cxnLst/>
              <a:rect l="l" t="t" r="r" b="b"/>
              <a:pathLst>
                <a:path w="3711" h="3852" extrusionOk="0">
                  <a:moveTo>
                    <a:pt x="2628" y="1"/>
                  </a:moveTo>
                  <a:lnTo>
                    <a:pt x="2487" y="121"/>
                  </a:lnTo>
                  <a:lnTo>
                    <a:pt x="2206" y="402"/>
                  </a:lnTo>
                  <a:lnTo>
                    <a:pt x="1906" y="763"/>
                  </a:lnTo>
                  <a:lnTo>
                    <a:pt x="1585" y="1164"/>
                  </a:lnTo>
                  <a:lnTo>
                    <a:pt x="1244" y="1605"/>
                  </a:lnTo>
                  <a:lnTo>
                    <a:pt x="923" y="2106"/>
                  </a:lnTo>
                  <a:lnTo>
                    <a:pt x="582" y="2648"/>
                  </a:lnTo>
                  <a:lnTo>
                    <a:pt x="281" y="3229"/>
                  </a:lnTo>
                  <a:lnTo>
                    <a:pt x="0" y="3851"/>
                  </a:lnTo>
                  <a:lnTo>
                    <a:pt x="281" y="3610"/>
                  </a:lnTo>
                  <a:lnTo>
                    <a:pt x="602" y="3390"/>
                  </a:lnTo>
                  <a:lnTo>
                    <a:pt x="903" y="3189"/>
                  </a:lnTo>
                  <a:lnTo>
                    <a:pt x="1224" y="2989"/>
                  </a:lnTo>
                  <a:lnTo>
                    <a:pt x="1565" y="2808"/>
                  </a:lnTo>
                  <a:lnTo>
                    <a:pt x="1906" y="2648"/>
                  </a:lnTo>
                  <a:lnTo>
                    <a:pt x="2587" y="2347"/>
                  </a:lnTo>
                  <a:lnTo>
                    <a:pt x="2989" y="2187"/>
                  </a:lnTo>
                  <a:lnTo>
                    <a:pt x="3149" y="1705"/>
                  </a:lnTo>
                  <a:lnTo>
                    <a:pt x="3309" y="1244"/>
                  </a:lnTo>
                  <a:lnTo>
                    <a:pt x="3490" y="783"/>
                  </a:lnTo>
                  <a:lnTo>
                    <a:pt x="3710" y="342"/>
                  </a:lnTo>
                  <a:lnTo>
                    <a:pt x="3630" y="181"/>
                  </a:lnTo>
                  <a:lnTo>
                    <a:pt x="3430" y="241"/>
                  </a:lnTo>
                  <a:lnTo>
                    <a:pt x="3309" y="281"/>
                  </a:lnTo>
                  <a:lnTo>
                    <a:pt x="3089" y="281"/>
                  </a:lnTo>
                  <a:lnTo>
                    <a:pt x="3009" y="261"/>
                  </a:lnTo>
                  <a:lnTo>
                    <a:pt x="2908" y="241"/>
                  </a:lnTo>
                  <a:lnTo>
                    <a:pt x="2788" y="181"/>
                  </a:lnTo>
                  <a:lnTo>
                    <a:pt x="2708" y="101"/>
                  </a:lnTo>
                  <a:lnTo>
                    <a:pt x="262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8882;p45"/>
            <p:cNvSpPr/>
            <p:nvPr/>
          </p:nvSpPr>
          <p:spPr>
            <a:xfrm>
              <a:off x="11335050" y="4119925"/>
              <a:ext cx="92775" cy="96300"/>
            </a:xfrm>
            <a:custGeom>
              <a:avLst/>
              <a:gdLst/>
              <a:ahLst/>
              <a:cxnLst/>
              <a:rect l="l" t="t" r="r" b="b"/>
              <a:pathLst>
                <a:path w="3711" h="3852" fill="none" extrusionOk="0">
                  <a:moveTo>
                    <a:pt x="2628" y="1"/>
                  </a:moveTo>
                  <a:lnTo>
                    <a:pt x="2628" y="1"/>
                  </a:lnTo>
                  <a:lnTo>
                    <a:pt x="2487" y="121"/>
                  </a:lnTo>
                  <a:lnTo>
                    <a:pt x="2487" y="121"/>
                  </a:lnTo>
                  <a:lnTo>
                    <a:pt x="2206" y="402"/>
                  </a:lnTo>
                  <a:lnTo>
                    <a:pt x="1906" y="763"/>
                  </a:lnTo>
                  <a:lnTo>
                    <a:pt x="1585" y="1164"/>
                  </a:lnTo>
                  <a:lnTo>
                    <a:pt x="1244" y="1605"/>
                  </a:lnTo>
                  <a:lnTo>
                    <a:pt x="923" y="2106"/>
                  </a:lnTo>
                  <a:lnTo>
                    <a:pt x="582" y="2648"/>
                  </a:lnTo>
                  <a:lnTo>
                    <a:pt x="281" y="3229"/>
                  </a:lnTo>
                  <a:lnTo>
                    <a:pt x="0" y="3851"/>
                  </a:lnTo>
                  <a:lnTo>
                    <a:pt x="0" y="3851"/>
                  </a:lnTo>
                  <a:lnTo>
                    <a:pt x="281" y="3610"/>
                  </a:lnTo>
                  <a:lnTo>
                    <a:pt x="602" y="3390"/>
                  </a:lnTo>
                  <a:lnTo>
                    <a:pt x="903" y="3189"/>
                  </a:lnTo>
                  <a:lnTo>
                    <a:pt x="1224" y="2989"/>
                  </a:lnTo>
                  <a:lnTo>
                    <a:pt x="1565" y="2808"/>
                  </a:lnTo>
                  <a:lnTo>
                    <a:pt x="1906" y="2648"/>
                  </a:lnTo>
                  <a:lnTo>
                    <a:pt x="2587" y="2347"/>
                  </a:lnTo>
                  <a:lnTo>
                    <a:pt x="2587" y="2347"/>
                  </a:lnTo>
                  <a:lnTo>
                    <a:pt x="2989" y="2187"/>
                  </a:lnTo>
                  <a:lnTo>
                    <a:pt x="2989" y="2187"/>
                  </a:lnTo>
                  <a:lnTo>
                    <a:pt x="3149" y="1705"/>
                  </a:lnTo>
                  <a:lnTo>
                    <a:pt x="3309" y="1244"/>
                  </a:lnTo>
                  <a:lnTo>
                    <a:pt x="3490" y="783"/>
                  </a:lnTo>
                  <a:lnTo>
                    <a:pt x="3710" y="342"/>
                  </a:lnTo>
                  <a:lnTo>
                    <a:pt x="3710" y="342"/>
                  </a:lnTo>
                  <a:lnTo>
                    <a:pt x="3630" y="181"/>
                  </a:lnTo>
                  <a:lnTo>
                    <a:pt x="3630" y="181"/>
                  </a:lnTo>
                  <a:lnTo>
                    <a:pt x="3430" y="241"/>
                  </a:lnTo>
                  <a:lnTo>
                    <a:pt x="3309" y="281"/>
                  </a:lnTo>
                  <a:lnTo>
                    <a:pt x="3189" y="281"/>
                  </a:lnTo>
                  <a:lnTo>
                    <a:pt x="3189" y="281"/>
                  </a:lnTo>
                  <a:lnTo>
                    <a:pt x="3089" y="281"/>
                  </a:lnTo>
                  <a:lnTo>
                    <a:pt x="3009" y="261"/>
                  </a:lnTo>
                  <a:lnTo>
                    <a:pt x="2908" y="241"/>
                  </a:lnTo>
                  <a:lnTo>
                    <a:pt x="2788" y="181"/>
                  </a:lnTo>
                  <a:lnTo>
                    <a:pt x="2788" y="181"/>
                  </a:lnTo>
                  <a:lnTo>
                    <a:pt x="2708" y="101"/>
                  </a:lnTo>
                  <a:lnTo>
                    <a:pt x="262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8883;p45"/>
            <p:cNvSpPr/>
            <p:nvPr/>
          </p:nvSpPr>
          <p:spPr>
            <a:xfrm>
              <a:off x="11425800" y="4119425"/>
              <a:ext cx="66700" cy="46150"/>
            </a:xfrm>
            <a:custGeom>
              <a:avLst/>
              <a:gdLst/>
              <a:ahLst/>
              <a:cxnLst/>
              <a:rect l="l" t="t" r="r" b="b"/>
              <a:pathLst>
                <a:path w="2668" h="1846" extrusionOk="0">
                  <a:moveTo>
                    <a:pt x="1143" y="1"/>
                  </a:moveTo>
                  <a:lnTo>
                    <a:pt x="1063" y="121"/>
                  </a:lnTo>
                  <a:lnTo>
                    <a:pt x="983" y="181"/>
                  </a:lnTo>
                  <a:lnTo>
                    <a:pt x="883" y="241"/>
                  </a:lnTo>
                  <a:lnTo>
                    <a:pt x="782" y="281"/>
                  </a:lnTo>
                  <a:lnTo>
                    <a:pt x="682" y="301"/>
                  </a:lnTo>
                  <a:lnTo>
                    <a:pt x="502" y="301"/>
                  </a:lnTo>
                  <a:lnTo>
                    <a:pt x="401" y="281"/>
                  </a:lnTo>
                  <a:lnTo>
                    <a:pt x="221" y="221"/>
                  </a:lnTo>
                  <a:lnTo>
                    <a:pt x="141" y="201"/>
                  </a:lnTo>
                  <a:lnTo>
                    <a:pt x="0" y="201"/>
                  </a:lnTo>
                  <a:lnTo>
                    <a:pt x="80" y="362"/>
                  </a:lnTo>
                  <a:lnTo>
                    <a:pt x="261" y="722"/>
                  </a:lnTo>
                  <a:lnTo>
                    <a:pt x="421" y="1083"/>
                  </a:lnTo>
                  <a:lnTo>
                    <a:pt x="562" y="1444"/>
                  </a:lnTo>
                  <a:lnTo>
                    <a:pt x="702" y="1846"/>
                  </a:lnTo>
                  <a:lnTo>
                    <a:pt x="1023" y="1785"/>
                  </a:lnTo>
                  <a:lnTo>
                    <a:pt x="1344" y="1745"/>
                  </a:lnTo>
                  <a:lnTo>
                    <a:pt x="1665" y="1725"/>
                  </a:lnTo>
                  <a:lnTo>
                    <a:pt x="2006" y="1705"/>
                  </a:lnTo>
                  <a:lnTo>
                    <a:pt x="2327" y="1725"/>
                  </a:lnTo>
                  <a:lnTo>
                    <a:pt x="2668" y="1745"/>
                  </a:lnTo>
                  <a:lnTo>
                    <a:pt x="2286" y="1244"/>
                  </a:lnTo>
                  <a:lnTo>
                    <a:pt x="1926" y="803"/>
                  </a:lnTo>
                  <a:lnTo>
                    <a:pt x="1605" y="422"/>
                  </a:lnTo>
                  <a:lnTo>
                    <a:pt x="1304" y="121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8884;p45"/>
            <p:cNvSpPr/>
            <p:nvPr/>
          </p:nvSpPr>
          <p:spPr>
            <a:xfrm>
              <a:off x="11425800" y="4119425"/>
              <a:ext cx="66700" cy="46150"/>
            </a:xfrm>
            <a:custGeom>
              <a:avLst/>
              <a:gdLst/>
              <a:ahLst/>
              <a:cxnLst/>
              <a:rect l="l" t="t" r="r" b="b"/>
              <a:pathLst>
                <a:path w="2668" h="1846" fill="none" extrusionOk="0">
                  <a:moveTo>
                    <a:pt x="1143" y="1"/>
                  </a:moveTo>
                  <a:lnTo>
                    <a:pt x="1143" y="1"/>
                  </a:lnTo>
                  <a:lnTo>
                    <a:pt x="1063" y="121"/>
                  </a:lnTo>
                  <a:lnTo>
                    <a:pt x="983" y="181"/>
                  </a:lnTo>
                  <a:lnTo>
                    <a:pt x="983" y="181"/>
                  </a:lnTo>
                  <a:lnTo>
                    <a:pt x="883" y="241"/>
                  </a:lnTo>
                  <a:lnTo>
                    <a:pt x="782" y="281"/>
                  </a:lnTo>
                  <a:lnTo>
                    <a:pt x="682" y="301"/>
                  </a:lnTo>
                  <a:lnTo>
                    <a:pt x="602" y="301"/>
                  </a:lnTo>
                  <a:lnTo>
                    <a:pt x="602" y="301"/>
                  </a:lnTo>
                  <a:lnTo>
                    <a:pt x="502" y="301"/>
                  </a:lnTo>
                  <a:lnTo>
                    <a:pt x="401" y="281"/>
                  </a:lnTo>
                  <a:lnTo>
                    <a:pt x="401" y="281"/>
                  </a:lnTo>
                  <a:lnTo>
                    <a:pt x="221" y="221"/>
                  </a:lnTo>
                  <a:lnTo>
                    <a:pt x="141" y="201"/>
                  </a:lnTo>
                  <a:lnTo>
                    <a:pt x="80" y="201"/>
                  </a:lnTo>
                  <a:lnTo>
                    <a:pt x="8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80" y="362"/>
                  </a:lnTo>
                  <a:lnTo>
                    <a:pt x="80" y="362"/>
                  </a:lnTo>
                  <a:lnTo>
                    <a:pt x="80" y="362"/>
                  </a:lnTo>
                  <a:lnTo>
                    <a:pt x="261" y="722"/>
                  </a:lnTo>
                  <a:lnTo>
                    <a:pt x="421" y="1083"/>
                  </a:lnTo>
                  <a:lnTo>
                    <a:pt x="562" y="1444"/>
                  </a:lnTo>
                  <a:lnTo>
                    <a:pt x="702" y="1846"/>
                  </a:lnTo>
                  <a:lnTo>
                    <a:pt x="702" y="1846"/>
                  </a:lnTo>
                  <a:lnTo>
                    <a:pt x="1023" y="1785"/>
                  </a:lnTo>
                  <a:lnTo>
                    <a:pt x="1344" y="1745"/>
                  </a:lnTo>
                  <a:lnTo>
                    <a:pt x="1665" y="1725"/>
                  </a:lnTo>
                  <a:lnTo>
                    <a:pt x="2006" y="1705"/>
                  </a:lnTo>
                  <a:lnTo>
                    <a:pt x="2006" y="1705"/>
                  </a:lnTo>
                  <a:lnTo>
                    <a:pt x="2327" y="1725"/>
                  </a:lnTo>
                  <a:lnTo>
                    <a:pt x="2668" y="1745"/>
                  </a:lnTo>
                  <a:lnTo>
                    <a:pt x="2668" y="1745"/>
                  </a:lnTo>
                  <a:lnTo>
                    <a:pt x="2286" y="1244"/>
                  </a:lnTo>
                  <a:lnTo>
                    <a:pt x="1926" y="803"/>
                  </a:lnTo>
                  <a:lnTo>
                    <a:pt x="1605" y="422"/>
                  </a:lnTo>
                  <a:lnTo>
                    <a:pt x="1304" y="121"/>
                  </a:lnTo>
                  <a:lnTo>
                    <a:pt x="1304" y="121"/>
                  </a:lnTo>
                  <a:lnTo>
                    <a:pt x="11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8885;p45"/>
            <p:cNvSpPr/>
            <p:nvPr/>
          </p:nvSpPr>
          <p:spPr>
            <a:xfrm>
              <a:off x="11254325" y="3988075"/>
              <a:ext cx="156450" cy="165975"/>
            </a:xfrm>
            <a:custGeom>
              <a:avLst/>
              <a:gdLst/>
              <a:ahLst/>
              <a:cxnLst/>
              <a:rect l="l" t="t" r="r" b="b"/>
              <a:pathLst>
                <a:path w="6258" h="6639" extrusionOk="0">
                  <a:moveTo>
                    <a:pt x="1244" y="0"/>
                  </a:moveTo>
                  <a:lnTo>
                    <a:pt x="983" y="20"/>
                  </a:lnTo>
                  <a:lnTo>
                    <a:pt x="863" y="40"/>
                  </a:lnTo>
                  <a:lnTo>
                    <a:pt x="723" y="80"/>
                  </a:lnTo>
                  <a:lnTo>
                    <a:pt x="562" y="161"/>
                  </a:lnTo>
                  <a:lnTo>
                    <a:pt x="402" y="261"/>
                  </a:lnTo>
                  <a:lnTo>
                    <a:pt x="281" y="361"/>
                  </a:lnTo>
                  <a:lnTo>
                    <a:pt x="181" y="482"/>
                  </a:lnTo>
                  <a:lnTo>
                    <a:pt x="101" y="622"/>
                  </a:lnTo>
                  <a:lnTo>
                    <a:pt x="61" y="762"/>
                  </a:lnTo>
                  <a:lnTo>
                    <a:pt x="21" y="923"/>
                  </a:lnTo>
                  <a:lnTo>
                    <a:pt x="1" y="1103"/>
                  </a:lnTo>
                  <a:lnTo>
                    <a:pt x="1" y="1264"/>
                  </a:lnTo>
                  <a:lnTo>
                    <a:pt x="21" y="1464"/>
                  </a:lnTo>
                  <a:lnTo>
                    <a:pt x="61" y="1645"/>
                  </a:lnTo>
                  <a:lnTo>
                    <a:pt x="101" y="1845"/>
                  </a:lnTo>
                  <a:lnTo>
                    <a:pt x="221" y="2226"/>
                  </a:lnTo>
                  <a:lnTo>
                    <a:pt x="382" y="2627"/>
                  </a:lnTo>
                  <a:lnTo>
                    <a:pt x="562" y="3028"/>
                  </a:lnTo>
                  <a:lnTo>
                    <a:pt x="763" y="3410"/>
                  </a:lnTo>
                  <a:lnTo>
                    <a:pt x="1144" y="4091"/>
                  </a:lnTo>
                  <a:lnTo>
                    <a:pt x="1425" y="4593"/>
                  </a:lnTo>
                  <a:lnTo>
                    <a:pt x="1505" y="4753"/>
                  </a:lnTo>
                  <a:lnTo>
                    <a:pt x="1545" y="4853"/>
                  </a:lnTo>
                  <a:lnTo>
                    <a:pt x="1505" y="4994"/>
                  </a:lnTo>
                  <a:lnTo>
                    <a:pt x="1445" y="5174"/>
                  </a:lnTo>
                  <a:lnTo>
                    <a:pt x="1364" y="5395"/>
                  </a:lnTo>
                  <a:lnTo>
                    <a:pt x="1324" y="5636"/>
                  </a:lnTo>
                  <a:lnTo>
                    <a:pt x="1304" y="5776"/>
                  </a:lnTo>
                  <a:lnTo>
                    <a:pt x="1304" y="5896"/>
                  </a:lnTo>
                  <a:lnTo>
                    <a:pt x="1324" y="6017"/>
                  </a:lnTo>
                  <a:lnTo>
                    <a:pt x="1384" y="6137"/>
                  </a:lnTo>
                  <a:lnTo>
                    <a:pt x="1445" y="6237"/>
                  </a:lnTo>
                  <a:lnTo>
                    <a:pt x="1545" y="6358"/>
                  </a:lnTo>
                  <a:lnTo>
                    <a:pt x="1665" y="6458"/>
                  </a:lnTo>
                  <a:lnTo>
                    <a:pt x="1826" y="6538"/>
                  </a:lnTo>
                  <a:lnTo>
                    <a:pt x="1966" y="6598"/>
                  </a:lnTo>
                  <a:lnTo>
                    <a:pt x="2126" y="6638"/>
                  </a:lnTo>
                  <a:lnTo>
                    <a:pt x="2688" y="6638"/>
                  </a:lnTo>
                  <a:lnTo>
                    <a:pt x="2909" y="6598"/>
                  </a:lnTo>
                  <a:lnTo>
                    <a:pt x="3350" y="6498"/>
                  </a:lnTo>
                  <a:lnTo>
                    <a:pt x="3831" y="6358"/>
                  </a:lnTo>
                  <a:lnTo>
                    <a:pt x="4292" y="6177"/>
                  </a:lnTo>
                  <a:lnTo>
                    <a:pt x="4754" y="5976"/>
                  </a:lnTo>
                  <a:lnTo>
                    <a:pt x="5195" y="5736"/>
                  </a:lnTo>
                  <a:lnTo>
                    <a:pt x="5215" y="5736"/>
                  </a:lnTo>
                  <a:lnTo>
                    <a:pt x="5536" y="5515"/>
                  </a:lnTo>
                  <a:lnTo>
                    <a:pt x="5816" y="5295"/>
                  </a:lnTo>
                  <a:lnTo>
                    <a:pt x="6057" y="5074"/>
                  </a:lnTo>
                  <a:lnTo>
                    <a:pt x="6258" y="4873"/>
                  </a:lnTo>
                  <a:lnTo>
                    <a:pt x="6238" y="3871"/>
                  </a:lnTo>
                  <a:lnTo>
                    <a:pt x="6017" y="3590"/>
                  </a:lnTo>
                  <a:lnTo>
                    <a:pt x="5756" y="3269"/>
                  </a:lnTo>
                  <a:lnTo>
                    <a:pt x="5395" y="2868"/>
                  </a:lnTo>
                  <a:lnTo>
                    <a:pt x="4994" y="2427"/>
                  </a:lnTo>
                  <a:lnTo>
                    <a:pt x="4513" y="1946"/>
                  </a:lnTo>
                  <a:lnTo>
                    <a:pt x="3991" y="1484"/>
                  </a:lnTo>
                  <a:lnTo>
                    <a:pt x="3450" y="1023"/>
                  </a:lnTo>
                  <a:lnTo>
                    <a:pt x="3009" y="702"/>
                  </a:lnTo>
                  <a:lnTo>
                    <a:pt x="2708" y="502"/>
                  </a:lnTo>
                  <a:lnTo>
                    <a:pt x="2407" y="341"/>
                  </a:lnTo>
                  <a:lnTo>
                    <a:pt x="2106" y="201"/>
                  </a:lnTo>
                  <a:lnTo>
                    <a:pt x="1826" y="101"/>
                  </a:lnTo>
                  <a:lnTo>
                    <a:pt x="1525" y="40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8886;p45"/>
            <p:cNvSpPr/>
            <p:nvPr/>
          </p:nvSpPr>
          <p:spPr>
            <a:xfrm>
              <a:off x="11254325" y="3988075"/>
              <a:ext cx="156450" cy="165975"/>
            </a:xfrm>
            <a:custGeom>
              <a:avLst/>
              <a:gdLst/>
              <a:ahLst/>
              <a:cxnLst/>
              <a:rect l="l" t="t" r="r" b="b"/>
              <a:pathLst>
                <a:path w="6258" h="6639" fill="none" extrusionOk="0">
                  <a:moveTo>
                    <a:pt x="6258" y="4873"/>
                  </a:moveTo>
                  <a:lnTo>
                    <a:pt x="6258" y="4873"/>
                  </a:lnTo>
                  <a:lnTo>
                    <a:pt x="6057" y="5074"/>
                  </a:lnTo>
                  <a:lnTo>
                    <a:pt x="5816" y="5295"/>
                  </a:lnTo>
                  <a:lnTo>
                    <a:pt x="5536" y="5515"/>
                  </a:lnTo>
                  <a:lnTo>
                    <a:pt x="5215" y="5736"/>
                  </a:lnTo>
                  <a:lnTo>
                    <a:pt x="5195" y="5736"/>
                  </a:lnTo>
                  <a:lnTo>
                    <a:pt x="5195" y="5736"/>
                  </a:lnTo>
                  <a:lnTo>
                    <a:pt x="4754" y="5976"/>
                  </a:lnTo>
                  <a:lnTo>
                    <a:pt x="4292" y="6177"/>
                  </a:lnTo>
                  <a:lnTo>
                    <a:pt x="3831" y="6358"/>
                  </a:lnTo>
                  <a:lnTo>
                    <a:pt x="3350" y="6498"/>
                  </a:lnTo>
                  <a:lnTo>
                    <a:pt x="2909" y="6598"/>
                  </a:lnTo>
                  <a:lnTo>
                    <a:pt x="2688" y="6638"/>
                  </a:lnTo>
                  <a:lnTo>
                    <a:pt x="2487" y="6638"/>
                  </a:lnTo>
                  <a:lnTo>
                    <a:pt x="2307" y="6638"/>
                  </a:lnTo>
                  <a:lnTo>
                    <a:pt x="2126" y="6638"/>
                  </a:lnTo>
                  <a:lnTo>
                    <a:pt x="1966" y="6598"/>
                  </a:lnTo>
                  <a:lnTo>
                    <a:pt x="1826" y="6538"/>
                  </a:lnTo>
                  <a:lnTo>
                    <a:pt x="1826" y="6538"/>
                  </a:lnTo>
                  <a:lnTo>
                    <a:pt x="1665" y="6458"/>
                  </a:lnTo>
                  <a:lnTo>
                    <a:pt x="1545" y="6358"/>
                  </a:lnTo>
                  <a:lnTo>
                    <a:pt x="1445" y="6237"/>
                  </a:lnTo>
                  <a:lnTo>
                    <a:pt x="1384" y="6137"/>
                  </a:lnTo>
                  <a:lnTo>
                    <a:pt x="1324" y="6017"/>
                  </a:lnTo>
                  <a:lnTo>
                    <a:pt x="1304" y="5896"/>
                  </a:lnTo>
                  <a:lnTo>
                    <a:pt x="1304" y="5776"/>
                  </a:lnTo>
                  <a:lnTo>
                    <a:pt x="1324" y="5636"/>
                  </a:lnTo>
                  <a:lnTo>
                    <a:pt x="1364" y="5395"/>
                  </a:lnTo>
                  <a:lnTo>
                    <a:pt x="1445" y="5174"/>
                  </a:lnTo>
                  <a:lnTo>
                    <a:pt x="1505" y="4994"/>
                  </a:lnTo>
                  <a:lnTo>
                    <a:pt x="1545" y="4853"/>
                  </a:lnTo>
                  <a:lnTo>
                    <a:pt x="1545" y="4853"/>
                  </a:lnTo>
                  <a:lnTo>
                    <a:pt x="1505" y="4753"/>
                  </a:lnTo>
                  <a:lnTo>
                    <a:pt x="1425" y="4593"/>
                  </a:lnTo>
                  <a:lnTo>
                    <a:pt x="1144" y="4091"/>
                  </a:lnTo>
                  <a:lnTo>
                    <a:pt x="763" y="3410"/>
                  </a:lnTo>
                  <a:lnTo>
                    <a:pt x="562" y="3028"/>
                  </a:lnTo>
                  <a:lnTo>
                    <a:pt x="382" y="2627"/>
                  </a:lnTo>
                  <a:lnTo>
                    <a:pt x="221" y="2226"/>
                  </a:lnTo>
                  <a:lnTo>
                    <a:pt x="101" y="1845"/>
                  </a:lnTo>
                  <a:lnTo>
                    <a:pt x="61" y="1645"/>
                  </a:lnTo>
                  <a:lnTo>
                    <a:pt x="21" y="1464"/>
                  </a:lnTo>
                  <a:lnTo>
                    <a:pt x="1" y="1264"/>
                  </a:lnTo>
                  <a:lnTo>
                    <a:pt x="1" y="1103"/>
                  </a:lnTo>
                  <a:lnTo>
                    <a:pt x="21" y="923"/>
                  </a:lnTo>
                  <a:lnTo>
                    <a:pt x="61" y="762"/>
                  </a:lnTo>
                  <a:lnTo>
                    <a:pt x="101" y="622"/>
                  </a:lnTo>
                  <a:lnTo>
                    <a:pt x="181" y="482"/>
                  </a:lnTo>
                  <a:lnTo>
                    <a:pt x="281" y="361"/>
                  </a:lnTo>
                  <a:lnTo>
                    <a:pt x="402" y="261"/>
                  </a:lnTo>
                  <a:lnTo>
                    <a:pt x="562" y="161"/>
                  </a:lnTo>
                  <a:lnTo>
                    <a:pt x="723" y="80"/>
                  </a:lnTo>
                  <a:lnTo>
                    <a:pt x="723" y="80"/>
                  </a:lnTo>
                  <a:lnTo>
                    <a:pt x="863" y="40"/>
                  </a:lnTo>
                  <a:lnTo>
                    <a:pt x="983" y="20"/>
                  </a:lnTo>
                  <a:lnTo>
                    <a:pt x="1244" y="0"/>
                  </a:lnTo>
                  <a:lnTo>
                    <a:pt x="1525" y="40"/>
                  </a:lnTo>
                  <a:lnTo>
                    <a:pt x="1826" y="101"/>
                  </a:lnTo>
                  <a:lnTo>
                    <a:pt x="2106" y="201"/>
                  </a:lnTo>
                  <a:lnTo>
                    <a:pt x="2407" y="341"/>
                  </a:lnTo>
                  <a:lnTo>
                    <a:pt x="2708" y="502"/>
                  </a:lnTo>
                  <a:lnTo>
                    <a:pt x="3009" y="702"/>
                  </a:lnTo>
                  <a:lnTo>
                    <a:pt x="3009" y="702"/>
                  </a:lnTo>
                  <a:lnTo>
                    <a:pt x="3009" y="702"/>
                  </a:lnTo>
                  <a:lnTo>
                    <a:pt x="3450" y="1023"/>
                  </a:lnTo>
                  <a:lnTo>
                    <a:pt x="3450" y="1023"/>
                  </a:lnTo>
                  <a:lnTo>
                    <a:pt x="3991" y="1484"/>
                  </a:lnTo>
                  <a:lnTo>
                    <a:pt x="4513" y="1946"/>
                  </a:lnTo>
                  <a:lnTo>
                    <a:pt x="4994" y="2427"/>
                  </a:lnTo>
                  <a:lnTo>
                    <a:pt x="5395" y="2868"/>
                  </a:lnTo>
                  <a:lnTo>
                    <a:pt x="5756" y="3269"/>
                  </a:lnTo>
                  <a:lnTo>
                    <a:pt x="6017" y="3590"/>
                  </a:lnTo>
                  <a:lnTo>
                    <a:pt x="6238" y="3871"/>
                  </a:lnTo>
                  <a:lnTo>
                    <a:pt x="6258" y="487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8887;p45"/>
            <p:cNvSpPr/>
            <p:nvPr/>
          </p:nvSpPr>
          <p:spPr>
            <a:xfrm>
              <a:off x="11350100" y="4072300"/>
              <a:ext cx="46150" cy="42650"/>
            </a:xfrm>
            <a:custGeom>
              <a:avLst/>
              <a:gdLst/>
              <a:ahLst/>
              <a:cxnLst/>
              <a:rect l="l" t="t" r="r" b="b"/>
              <a:pathLst>
                <a:path w="1846" h="1706" extrusionOk="0">
                  <a:moveTo>
                    <a:pt x="642" y="0"/>
                  </a:moveTo>
                  <a:lnTo>
                    <a:pt x="542" y="20"/>
                  </a:lnTo>
                  <a:lnTo>
                    <a:pt x="421" y="61"/>
                  </a:lnTo>
                  <a:lnTo>
                    <a:pt x="321" y="101"/>
                  </a:lnTo>
                  <a:lnTo>
                    <a:pt x="221" y="181"/>
                  </a:lnTo>
                  <a:lnTo>
                    <a:pt x="140" y="261"/>
                  </a:lnTo>
                  <a:lnTo>
                    <a:pt x="80" y="361"/>
                  </a:lnTo>
                  <a:lnTo>
                    <a:pt x="20" y="482"/>
                  </a:lnTo>
                  <a:lnTo>
                    <a:pt x="0" y="622"/>
                  </a:lnTo>
                  <a:lnTo>
                    <a:pt x="0" y="762"/>
                  </a:lnTo>
                  <a:lnTo>
                    <a:pt x="20" y="883"/>
                  </a:lnTo>
                  <a:lnTo>
                    <a:pt x="60" y="1023"/>
                  </a:lnTo>
                  <a:lnTo>
                    <a:pt x="140" y="1164"/>
                  </a:lnTo>
                  <a:lnTo>
                    <a:pt x="221" y="1264"/>
                  </a:lnTo>
                  <a:lnTo>
                    <a:pt x="321" y="1384"/>
                  </a:lnTo>
                  <a:lnTo>
                    <a:pt x="421" y="1464"/>
                  </a:lnTo>
                  <a:lnTo>
                    <a:pt x="602" y="1565"/>
                  </a:lnTo>
                  <a:lnTo>
                    <a:pt x="782" y="1645"/>
                  </a:lnTo>
                  <a:lnTo>
                    <a:pt x="963" y="1685"/>
                  </a:lnTo>
                  <a:lnTo>
                    <a:pt x="1163" y="1705"/>
                  </a:lnTo>
                  <a:lnTo>
                    <a:pt x="1324" y="1685"/>
                  </a:lnTo>
                  <a:lnTo>
                    <a:pt x="1484" y="1665"/>
                  </a:lnTo>
                  <a:lnTo>
                    <a:pt x="1645" y="1625"/>
                  </a:lnTo>
                  <a:lnTo>
                    <a:pt x="1785" y="1585"/>
                  </a:lnTo>
                  <a:lnTo>
                    <a:pt x="1825" y="1565"/>
                  </a:lnTo>
                  <a:lnTo>
                    <a:pt x="1845" y="1545"/>
                  </a:lnTo>
                  <a:lnTo>
                    <a:pt x="1845" y="1484"/>
                  </a:lnTo>
                  <a:lnTo>
                    <a:pt x="1825" y="1444"/>
                  </a:lnTo>
                  <a:lnTo>
                    <a:pt x="1765" y="1444"/>
                  </a:lnTo>
                  <a:lnTo>
                    <a:pt x="1544" y="1484"/>
                  </a:lnTo>
                  <a:lnTo>
                    <a:pt x="1304" y="1504"/>
                  </a:lnTo>
                  <a:lnTo>
                    <a:pt x="1123" y="1484"/>
                  </a:lnTo>
                  <a:lnTo>
                    <a:pt x="943" y="1444"/>
                  </a:lnTo>
                  <a:lnTo>
                    <a:pt x="762" y="1364"/>
                  </a:lnTo>
                  <a:lnTo>
                    <a:pt x="602" y="1244"/>
                  </a:lnTo>
                  <a:lnTo>
                    <a:pt x="521" y="1164"/>
                  </a:lnTo>
                  <a:lnTo>
                    <a:pt x="441" y="1063"/>
                  </a:lnTo>
                  <a:lnTo>
                    <a:pt x="381" y="963"/>
                  </a:lnTo>
                  <a:lnTo>
                    <a:pt x="341" y="863"/>
                  </a:lnTo>
                  <a:lnTo>
                    <a:pt x="321" y="742"/>
                  </a:lnTo>
                  <a:lnTo>
                    <a:pt x="321" y="642"/>
                  </a:lnTo>
                  <a:lnTo>
                    <a:pt x="381" y="542"/>
                  </a:lnTo>
                  <a:lnTo>
                    <a:pt x="461" y="442"/>
                  </a:lnTo>
                  <a:lnTo>
                    <a:pt x="562" y="381"/>
                  </a:lnTo>
                  <a:lnTo>
                    <a:pt x="682" y="341"/>
                  </a:lnTo>
                  <a:lnTo>
                    <a:pt x="802" y="321"/>
                  </a:lnTo>
                  <a:lnTo>
                    <a:pt x="923" y="301"/>
                  </a:lnTo>
                  <a:lnTo>
                    <a:pt x="1103" y="321"/>
                  </a:lnTo>
                  <a:lnTo>
                    <a:pt x="1284" y="361"/>
                  </a:lnTo>
                  <a:lnTo>
                    <a:pt x="1464" y="401"/>
                  </a:lnTo>
                  <a:lnTo>
                    <a:pt x="1645" y="462"/>
                  </a:lnTo>
                  <a:lnTo>
                    <a:pt x="1645" y="221"/>
                  </a:lnTo>
                  <a:lnTo>
                    <a:pt x="1645" y="201"/>
                  </a:lnTo>
                  <a:lnTo>
                    <a:pt x="1424" y="121"/>
                  </a:lnTo>
                  <a:lnTo>
                    <a:pt x="1203" y="61"/>
                  </a:lnTo>
                  <a:lnTo>
                    <a:pt x="983" y="2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8888;p45"/>
            <p:cNvSpPr/>
            <p:nvPr/>
          </p:nvSpPr>
          <p:spPr>
            <a:xfrm>
              <a:off x="11254325" y="4016150"/>
              <a:ext cx="129875" cy="138400"/>
            </a:xfrm>
            <a:custGeom>
              <a:avLst/>
              <a:gdLst/>
              <a:ahLst/>
              <a:cxnLst/>
              <a:rect l="l" t="t" r="r" b="b"/>
              <a:pathLst>
                <a:path w="5195" h="5536" extrusionOk="0">
                  <a:moveTo>
                    <a:pt x="1" y="0"/>
                  </a:moveTo>
                  <a:lnTo>
                    <a:pt x="1" y="40"/>
                  </a:lnTo>
                  <a:lnTo>
                    <a:pt x="21" y="301"/>
                  </a:lnTo>
                  <a:lnTo>
                    <a:pt x="61" y="582"/>
                  </a:lnTo>
                  <a:lnTo>
                    <a:pt x="141" y="863"/>
                  </a:lnTo>
                  <a:lnTo>
                    <a:pt x="241" y="1163"/>
                  </a:lnTo>
                  <a:lnTo>
                    <a:pt x="362" y="1444"/>
                  </a:lnTo>
                  <a:lnTo>
                    <a:pt x="482" y="1745"/>
                  </a:lnTo>
                  <a:lnTo>
                    <a:pt x="763" y="2307"/>
                  </a:lnTo>
                  <a:lnTo>
                    <a:pt x="1043" y="2808"/>
                  </a:lnTo>
                  <a:lnTo>
                    <a:pt x="1304" y="3229"/>
                  </a:lnTo>
                  <a:lnTo>
                    <a:pt x="1465" y="3550"/>
                  </a:lnTo>
                  <a:lnTo>
                    <a:pt x="1525" y="3650"/>
                  </a:lnTo>
                  <a:lnTo>
                    <a:pt x="1545" y="3730"/>
                  </a:lnTo>
                  <a:lnTo>
                    <a:pt x="1505" y="3891"/>
                  </a:lnTo>
                  <a:lnTo>
                    <a:pt x="1425" y="4132"/>
                  </a:lnTo>
                  <a:lnTo>
                    <a:pt x="1344" y="4392"/>
                  </a:lnTo>
                  <a:lnTo>
                    <a:pt x="1304" y="4533"/>
                  </a:lnTo>
                  <a:lnTo>
                    <a:pt x="1304" y="4673"/>
                  </a:lnTo>
                  <a:lnTo>
                    <a:pt x="1304" y="4773"/>
                  </a:lnTo>
                  <a:lnTo>
                    <a:pt x="1324" y="4874"/>
                  </a:lnTo>
                  <a:lnTo>
                    <a:pt x="1364" y="4974"/>
                  </a:lnTo>
                  <a:lnTo>
                    <a:pt x="1425" y="5074"/>
                  </a:lnTo>
                  <a:lnTo>
                    <a:pt x="1485" y="5174"/>
                  </a:lnTo>
                  <a:lnTo>
                    <a:pt x="1585" y="5255"/>
                  </a:lnTo>
                  <a:lnTo>
                    <a:pt x="1685" y="5355"/>
                  </a:lnTo>
                  <a:lnTo>
                    <a:pt x="1826" y="5415"/>
                  </a:lnTo>
                  <a:lnTo>
                    <a:pt x="1946" y="5475"/>
                  </a:lnTo>
                  <a:lnTo>
                    <a:pt x="2086" y="5495"/>
                  </a:lnTo>
                  <a:lnTo>
                    <a:pt x="2227" y="5515"/>
                  </a:lnTo>
                  <a:lnTo>
                    <a:pt x="2387" y="5535"/>
                  </a:lnTo>
                  <a:lnTo>
                    <a:pt x="2708" y="5515"/>
                  </a:lnTo>
                  <a:lnTo>
                    <a:pt x="3029" y="5455"/>
                  </a:lnTo>
                  <a:lnTo>
                    <a:pt x="3390" y="5375"/>
                  </a:lnTo>
                  <a:lnTo>
                    <a:pt x="3771" y="5255"/>
                  </a:lnTo>
                  <a:lnTo>
                    <a:pt x="4132" y="5114"/>
                  </a:lnTo>
                  <a:lnTo>
                    <a:pt x="4493" y="4974"/>
                  </a:lnTo>
                  <a:lnTo>
                    <a:pt x="4854" y="4793"/>
                  </a:lnTo>
                  <a:lnTo>
                    <a:pt x="5195" y="4613"/>
                  </a:lnTo>
                  <a:lnTo>
                    <a:pt x="4814" y="4753"/>
                  </a:lnTo>
                  <a:lnTo>
                    <a:pt x="4373" y="4914"/>
                  </a:lnTo>
                  <a:lnTo>
                    <a:pt x="4132" y="4974"/>
                  </a:lnTo>
                  <a:lnTo>
                    <a:pt x="3891" y="5034"/>
                  </a:lnTo>
                  <a:lnTo>
                    <a:pt x="3671" y="5054"/>
                  </a:lnTo>
                  <a:lnTo>
                    <a:pt x="3450" y="5074"/>
                  </a:lnTo>
                  <a:lnTo>
                    <a:pt x="3249" y="5054"/>
                  </a:lnTo>
                  <a:lnTo>
                    <a:pt x="3089" y="5014"/>
                  </a:lnTo>
                  <a:lnTo>
                    <a:pt x="2929" y="4954"/>
                  </a:lnTo>
                  <a:lnTo>
                    <a:pt x="2808" y="4853"/>
                  </a:lnTo>
                  <a:lnTo>
                    <a:pt x="2748" y="4793"/>
                  </a:lnTo>
                  <a:lnTo>
                    <a:pt x="2708" y="4713"/>
                  </a:lnTo>
                  <a:lnTo>
                    <a:pt x="2628" y="4533"/>
                  </a:lnTo>
                  <a:lnTo>
                    <a:pt x="2588" y="4292"/>
                  </a:lnTo>
                  <a:lnTo>
                    <a:pt x="2608" y="4031"/>
                  </a:lnTo>
                  <a:lnTo>
                    <a:pt x="2628" y="3851"/>
                  </a:lnTo>
                  <a:lnTo>
                    <a:pt x="2668" y="3690"/>
                  </a:lnTo>
                  <a:lnTo>
                    <a:pt x="2788" y="3369"/>
                  </a:lnTo>
                  <a:lnTo>
                    <a:pt x="2828" y="3229"/>
                  </a:lnTo>
                  <a:lnTo>
                    <a:pt x="2868" y="3069"/>
                  </a:lnTo>
                  <a:lnTo>
                    <a:pt x="2868" y="2888"/>
                  </a:lnTo>
                  <a:lnTo>
                    <a:pt x="2848" y="2688"/>
                  </a:lnTo>
                  <a:lnTo>
                    <a:pt x="2788" y="2507"/>
                  </a:lnTo>
                  <a:lnTo>
                    <a:pt x="2648" y="2246"/>
                  </a:lnTo>
                  <a:lnTo>
                    <a:pt x="2287" y="1645"/>
                  </a:lnTo>
                  <a:lnTo>
                    <a:pt x="2106" y="1324"/>
                  </a:lnTo>
                  <a:lnTo>
                    <a:pt x="1946" y="1003"/>
                  </a:lnTo>
                  <a:lnTo>
                    <a:pt x="1806" y="722"/>
                  </a:lnTo>
                  <a:lnTo>
                    <a:pt x="1765" y="582"/>
                  </a:lnTo>
                  <a:lnTo>
                    <a:pt x="1745" y="462"/>
                  </a:lnTo>
                  <a:lnTo>
                    <a:pt x="863" y="24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8889;p45"/>
            <p:cNvSpPr/>
            <p:nvPr/>
          </p:nvSpPr>
          <p:spPr>
            <a:xfrm>
              <a:off x="11254325" y="4016150"/>
              <a:ext cx="129875" cy="138400"/>
            </a:xfrm>
            <a:custGeom>
              <a:avLst/>
              <a:gdLst/>
              <a:ahLst/>
              <a:cxnLst/>
              <a:rect l="l" t="t" r="r" b="b"/>
              <a:pathLst>
                <a:path w="5195" h="5536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301"/>
                  </a:lnTo>
                  <a:lnTo>
                    <a:pt x="61" y="582"/>
                  </a:lnTo>
                  <a:lnTo>
                    <a:pt x="141" y="863"/>
                  </a:lnTo>
                  <a:lnTo>
                    <a:pt x="241" y="1163"/>
                  </a:lnTo>
                  <a:lnTo>
                    <a:pt x="362" y="1444"/>
                  </a:lnTo>
                  <a:lnTo>
                    <a:pt x="482" y="1745"/>
                  </a:lnTo>
                  <a:lnTo>
                    <a:pt x="763" y="2307"/>
                  </a:lnTo>
                  <a:lnTo>
                    <a:pt x="1043" y="2808"/>
                  </a:lnTo>
                  <a:lnTo>
                    <a:pt x="1304" y="3229"/>
                  </a:lnTo>
                  <a:lnTo>
                    <a:pt x="1465" y="3550"/>
                  </a:lnTo>
                  <a:lnTo>
                    <a:pt x="1525" y="3650"/>
                  </a:lnTo>
                  <a:lnTo>
                    <a:pt x="1545" y="3730"/>
                  </a:lnTo>
                  <a:lnTo>
                    <a:pt x="1545" y="3730"/>
                  </a:lnTo>
                  <a:lnTo>
                    <a:pt x="1545" y="3730"/>
                  </a:lnTo>
                  <a:lnTo>
                    <a:pt x="1545" y="3730"/>
                  </a:lnTo>
                  <a:lnTo>
                    <a:pt x="1505" y="3891"/>
                  </a:lnTo>
                  <a:lnTo>
                    <a:pt x="1425" y="4132"/>
                  </a:lnTo>
                  <a:lnTo>
                    <a:pt x="1344" y="4392"/>
                  </a:lnTo>
                  <a:lnTo>
                    <a:pt x="1304" y="4533"/>
                  </a:lnTo>
                  <a:lnTo>
                    <a:pt x="1304" y="4673"/>
                  </a:lnTo>
                  <a:lnTo>
                    <a:pt x="1304" y="4673"/>
                  </a:lnTo>
                  <a:lnTo>
                    <a:pt x="1304" y="4773"/>
                  </a:lnTo>
                  <a:lnTo>
                    <a:pt x="1324" y="4874"/>
                  </a:lnTo>
                  <a:lnTo>
                    <a:pt x="1364" y="4974"/>
                  </a:lnTo>
                  <a:lnTo>
                    <a:pt x="1425" y="5074"/>
                  </a:lnTo>
                  <a:lnTo>
                    <a:pt x="1485" y="5174"/>
                  </a:lnTo>
                  <a:lnTo>
                    <a:pt x="1585" y="5255"/>
                  </a:lnTo>
                  <a:lnTo>
                    <a:pt x="1685" y="5355"/>
                  </a:lnTo>
                  <a:lnTo>
                    <a:pt x="1826" y="5415"/>
                  </a:lnTo>
                  <a:lnTo>
                    <a:pt x="1826" y="5415"/>
                  </a:lnTo>
                  <a:lnTo>
                    <a:pt x="1946" y="5475"/>
                  </a:lnTo>
                  <a:lnTo>
                    <a:pt x="2086" y="5495"/>
                  </a:lnTo>
                  <a:lnTo>
                    <a:pt x="2227" y="5515"/>
                  </a:lnTo>
                  <a:lnTo>
                    <a:pt x="2387" y="5535"/>
                  </a:lnTo>
                  <a:lnTo>
                    <a:pt x="2387" y="5535"/>
                  </a:lnTo>
                  <a:lnTo>
                    <a:pt x="2708" y="5515"/>
                  </a:lnTo>
                  <a:lnTo>
                    <a:pt x="3029" y="5455"/>
                  </a:lnTo>
                  <a:lnTo>
                    <a:pt x="3390" y="5375"/>
                  </a:lnTo>
                  <a:lnTo>
                    <a:pt x="3771" y="5255"/>
                  </a:lnTo>
                  <a:lnTo>
                    <a:pt x="4132" y="5114"/>
                  </a:lnTo>
                  <a:lnTo>
                    <a:pt x="4493" y="4974"/>
                  </a:lnTo>
                  <a:lnTo>
                    <a:pt x="4854" y="4793"/>
                  </a:lnTo>
                  <a:lnTo>
                    <a:pt x="5195" y="4613"/>
                  </a:lnTo>
                  <a:lnTo>
                    <a:pt x="5195" y="4613"/>
                  </a:lnTo>
                  <a:lnTo>
                    <a:pt x="4814" y="4753"/>
                  </a:lnTo>
                  <a:lnTo>
                    <a:pt x="4373" y="4914"/>
                  </a:lnTo>
                  <a:lnTo>
                    <a:pt x="4132" y="4974"/>
                  </a:lnTo>
                  <a:lnTo>
                    <a:pt x="3891" y="5034"/>
                  </a:lnTo>
                  <a:lnTo>
                    <a:pt x="3671" y="5054"/>
                  </a:lnTo>
                  <a:lnTo>
                    <a:pt x="3450" y="5074"/>
                  </a:lnTo>
                  <a:lnTo>
                    <a:pt x="3450" y="5074"/>
                  </a:lnTo>
                  <a:lnTo>
                    <a:pt x="3249" y="5054"/>
                  </a:lnTo>
                  <a:lnTo>
                    <a:pt x="3089" y="5014"/>
                  </a:lnTo>
                  <a:lnTo>
                    <a:pt x="2929" y="4954"/>
                  </a:lnTo>
                  <a:lnTo>
                    <a:pt x="2808" y="4853"/>
                  </a:lnTo>
                  <a:lnTo>
                    <a:pt x="2748" y="4793"/>
                  </a:lnTo>
                  <a:lnTo>
                    <a:pt x="2708" y="4713"/>
                  </a:lnTo>
                  <a:lnTo>
                    <a:pt x="2628" y="4533"/>
                  </a:lnTo>
                  <a:lnTo>
                    <a:pt x="2588" y="4292"/>
                  </a:lnTo>
                  <a:lnTo>
                    <a:pt x="2608" y="4031"/>
                  </a:lnTo>
                  <a:lnTo>
                    <a:pt x="2608" y="4031"/>
                  </a:lnTo>
                  <a:lnTo>
                    <a:pt x="2628" y="3851"/>
                  </a:lnTo>
                  <a:lnTo>
                    <a:pt x="2668" y="3690"/>
                  </a:lnTo>
                  <a:lnTo>
                    <a:pt x="2788" y="3369"/>
                  </a:lnTo>
                  <a:lnTo>
                    <a:pt x="2828" y="3229"/>
                  </a:lnTo>
                  <a:lnTo>
                    <a:pt x="2868" y="3069"/>
                  </a:lnTo>
                  <a:lnTo>
                    <a:pt x="2868" y="2888"/>
                  </a:lnTo>
                  <a:lnTo>
                    <a:pt x="2848" y="2688"/>
                  </a:lnTo>
                  <a:lnTo>
                    <a:pt x="2848" y="2688"/>
                  </a:lnTo>
                  <a:lnTo>
                    <a:pt x="2788" y="2507"/>
                  </a:lnTo>
                  <a:lnTo>
                    <a:pt x="2648" y="2246"/>
                  </a:lnTo>
                  <a:lnTo>
                    <a:pt x="2287" y="1645"/>
                  </a:lnTo>
                  <a:lnTo>
                    <a:pt x="2106" y="1324"/>
                  </a:lnTo>
                  <a:lnTo>
                    <a:pt x="1946" y="1003"/>
                  </a:lnTo>
                  <a:lnTo>
                    <a:pt x="1806" y="722"/>
                  </a:lnTo>
                  <a:lnTo>
                    <a:pt x="1765" y="582"/>
                  </a:lnTo>
                  <a:lnTo>
                    <a:pt x="1745" y="462"/>
                  </a:lnTo>
                  <a:lnTo>
                    <a:pt x="1745" y="462"/>
                  </a:lnTo>
                  <a:lnTo>
                    <a:pt x="863" y="24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8890;p45"/>
            <p:cNvSpPr/>
            <p:nvPr/>
          </p:nvSpPr>
          <p:spPr>
            <a:xfrm>
              <a:off x="11444350" y="3986075"/>
              <a:ext cx="154950" cy="166475"/>
            </a:xfrm>
            <a:custGeom>
              <a:avLst/>
              <a:gdLst/>
              <a:ahLst/>
              <a:cxnLst/>
              <a:rect l="l" t="t" r="r" b="b"/>
              <a:pathLst>
                <a:path w="6198" h="6659" extrusionOk="0">
                  <a:moveTo>
                    <a:pt x="4853" y="0"/>
                  </a:moveTo>
                  <a:lnTo>
                    <a:pt x="4633" y="40"/>
                  </a:lnTo>
                  <a:lnTo>
                    <a:pt x="4412" y="80"/>
                  </a:lnTo>
                  <a:lnTo>
                    <a:pt x="4192" y="160"/>
                  </a:lnTo>
                  <a:lnTo>
                    <a:pt x="3971" y="261"/>
                  </a:lnTo>
                  <a:lnTo>
                    <a:pt x="3730" y="381"/>
                  </a:lnTo>
                  <a:lnTo>
                    <a:pt x="3510" y="501"/>
                  </a:lnTo>
                  <a:lnTo>
                    <a:pt x="3289" y="662"/>
                  </a:lnTo>
                  <a:lnTo>
                    <a:pt x="2828" y="983"/>
                  </a:lnTo>
                  <a:lnTo>
                    <a:pt x="2387" y="1344"/>
                  </a:lnTo>
                  <a:lnTo>
                    <a:pt x="1966" y="1745"/>
                  </a:lnTo>
                  <a:lnTo>
                    <a:pt x="1565" y="2126"/>
                  </a:lnTo>
                  <a:lnTo>
                    <a:pt x="1184" y="2527"/>
                  </a:lnTo>
                  <a:lnTo>
                    <a:pt x="562" y="3229"/>
                  </a:lnTo>
                  <a:lnTo>
                    <a:pt x="141" y="3750"/>
                  </a:lnTo>
                  <a:lnTo>
                    <a:pt x="0" y="3931"/>
                  </a:lnTo>
                  <a:lnTo>
                    <a:pt x="0" y="4933"/>
                  </a:lnTo>
                  <a:lnTo>
                    <a:pt x="181" y="5114"/>
                  </a:lnTo>
                  <a:lnTo>
                    <a:pt x="381" y="5314"/>
                  </a:lnTo>
                  <a:lnTo>
                    <a:pt x="622" y="5495"/>
                  </a:lnTo>
                  <a:lnTo>
                    <a:pt x="903" y="5696"/>
                  </a:lnTo>
                  <a:lnTo>
                    <a:pt x="1224" y="5856"/>
                  </a:lnTo>
                  <a:lnTo>
                    <a:pt x="1544" y="6036"/>
                  </a:lnTo>
                  <a:lnTo>
                    <a:pt x="1885" y="6177"/>
                  </a:lnTo>
                  <a:lnTo>
                    <a:pt x="2246" y="6317"/>
                  </a:lnTo>
                  <a:lnTo>
                    <a:pt x="2567" y="6438"/>
                  </a:lnTo>
                  <a:lnTo>
                    <a:pt x="2888" y="6518"/>
                  </a:lnTo>
                  <a:lnTo>
                    <a:pt x="3209" y="6578"/>
                  </a:lnTo>
                  <a:lnTo>
                    <a:pt x="3510" y="6638"/>
                  </a:lnTo>
                  <a:lnTo>
                    <a:pt x="3791" y="6658"/>
                  </a:lnTo>
                  <a:lnTo>
                    <a:pt x="4031" y="6658"/>
                  </a:lnTo>
                  <a:lnTo>
                    <a:pt x="4272" y="6618"/>
                  </a:lnTo>
                  <a:lnTo>
                    <a:pt x="4452" y="6538"/>
                  </a:lnTo>
                  <a:lnTo>
                    <a:pt x="4613" y="6458"/>
                  </a:lnTo>
                  <a:lnTo>
                    <a:pt x="4733" y="6357"/>
                  </a:lnTo>
                  <a:lnTo>
                    <a:pt x="4833" y="6237"/>
                  </a:lnTo>
                  <a:lnTo>
                    <a:pt x="4894" y="6117"/>
                  </a:lnTo>
                  <a:lnTo>
                    <a:pt x="4954" y="5996"/>
                  </a:lnTo>
                  <a:lnTo>
                    <a:pt x="4974" y="5876"/>
                  </a:lnTo>
                  <a:lnTo>
                    <a:pt x="4974" y="5756"/>
                  </a:lnTo>
                  <a:lnTo>
                    <a:pt x="4954" y="5635"/>
                  </a:lnTo>
                  <a:lnTo>
                    <a:pt x="4894" y="5395"/>
                  </a:lnTo>
                  <a:lnTo>
                    <a:pt x="4833" y="5174"/>
                  </a:lnTo>
                  <a:lnTo>
                    <a:pt x="4753" y="4994"/>
                  </a:lnTo>
                  <a:lnTo>
                    <a:pt x="4713" y="4853"/>
                  </a:lnTo>
                  <a:lnTo>
                    <a:pt x="4733" y="4793"/>
                  </a:lnTo>
                  <a:lnTo>
                    <a:pt x="4773" y="4713"/>
                  </a:lnTo>
                  <a:lnTo>
                    <a:pt x="4914" y="4432"/>
                  </a:lnTo>
                  <a:lnTo>
                    <a:pt x="5355" y="3630"/>
                  </a:lnTo>
                  <a:lnTo>
                    <a:pt x="5595" y="3129"/>
                  </a:lnTo>
                  <a:lnTo>
                    <a:pt x="5836" y="2587"/>
                  </a:lnTo>
                  <a:lnTo>
                    <a:pt x="5956" y="2326"/>
                  </a:lnTo>
                  <a:lnTo>
                    <a:pt x="6037" y="2066"/>
                  </a:lnTo>
                  <a:lnTo>
                    <a:pt x="6117" y="1785"/>
                  </a:lnTo>
                  <a:lnTo>
                    <a:pt x="6157" y="1524"/>
                  </a:lnTo>
                  <a:lnTo>
                    <a:pt x="6197" y="1284"/>
                  </a:lnTo>
                  <a:lnTo>
                    <a:pt x="6197" y="1063"/>
                  </a:lnTo>
                  <a:lnTo>
                    <a:pt x="6157" y="842"/>
                  </a:lnTo>
                  <a:lnTo>
                    <a:pt x="6097" y="642"/>
                  </a:lnTo>
                  <a:lnTo>
                    <a:pt x="5997" y="461"/>
                  </a:lnTo>
                  <a:lnTo>
                    <a:pt x="5856" y="301"/>
                  </a:lnTo>
                  <a:lnTo>
                    <a:pt x="5776" y="241"/>
                  </a:lnTo>
                  <a:lnTo>
                    <a:pt x="5676" y="160"/>
                  </a:lnTo>
                  <a:lnTo>
                    <a:pt x="5455" y="60"/>
                  </a:lnTo>
                  <a:lnTo>
                    <a:pt x="5255" y="20"/>
                  </a:lnTo>
                  <a:lnTo>
                    <a:pt x="5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8891;p45"/>
            <p:cNvSpPr/>
            <p:nvPr/>
          </p:nvSpPr>
          <p:spPr>
            <a:xfrm>
              <a:off x="11444350" y="3986075"/>
              <a:ext cx="154950" cy="166475"/>
            </a:xfrm>
            <a:custGeom>
              <a:avLst/>
              <a:gdLst/>
              <a:ahLst/>
              <a:cxnLst/>
              <a:rect l="l" t="t" r="r" b="b"/>
              <a:pathLst>
                <a:path w="6198" h="6659" fill="none" extrusionOk="0">
                  <a:moveTo>
                    <a:pt x="6157" y="1524"/>
                  </a:moveTo>
                  <a:lnTo>
                    <a:pt x="6157" y="1524"/>
                  </a:lnTo>
                  <a:lnTo>
                    <a:pt x="6117" y="1785"/>
                  </a:lnTo>
                  <a:lnTo>
                    <a:pt x="6037" y="2066"/>
                  </a:lnTo>
                  <a:lnTo>
                    <a:pt x="5956" y="2326"/>
                  </a:lnTo>
                  <a:lnTo>
                    <a:pt x="5836" y="2587"/>
                  </a:lnTo>
                  <a:lnTo>
                    <a:pt x="5595" y="3129"/>
                  </a:lnTo>
                  <a:lnTo>
                    <a:pt x="5355" y="3630"/>
                  </a:lnTo>
                  <a:lnTo>
                    <a:pt x="4914" y="4432"/>
                  </a:lnTo>
                  <a:lnTo>
                    <a:pt x="4773" y="4713"/>
                  </a:lnTo>
                  <a:lnTo>
                    <a:pt x="4733" y="4793"/>
                  </a:lnTo>
                  <a:lnTo>
                    <a:pt x="4713" y="4853"/>
                  </a:lnTo>
                  <a:lnTo>
                    <a:pt x="4713" y="4853"/>
                  </a:lnTo>
                  <a:lnTo>
                    <a:pt x="4753" y="4994"/>
                  </a:lnTo>
                  <a:lnTo>
                    <a:pt x="4833" y="5174"/>
                  </a:lnTo>
                  <a:lnTo>
                    <a:pt x="4894" y="5395"/>
                  </a:lnTo>
                  <a:lnTo>
                    <a:pt x="4954" y="5635"/>
                  </a:lnTo>
                  <a:lnTo>
                    <a:pt x="4974" y="5756"/>
                  </a:lnTo>
                  <a:lnTo>
                    <a:pt x="4974" y="5876"/>
                  </a:lnTo>
                  <a:lnTo>
                    <a:pt x="4954" y="5996"/>
                  </a:lnTo>
                  <a:lnTo>
                    <a:pt x="4894" y="6117"/>
                  </a:lnTo>
                  <a:lnTo>
                    <a:pt x="4833" y="6237"/>
                  </a:lnTo>
                  <a:lnTo>
                    <a:pt x="4733" y="6357"/>
                  </a:lnTo>
                  <a:lnTo>
                    <a:pt x="4613" y="6458"/>
                  </a:lnTo>
                  <a:lnTo>
                    <a:pt x="4452" y="6538"/>
                  </a:lnTo>
                  <a:lnTo>
                    <a:pt x="4452" y="6538"/>
                  </a:lnTo>
                  <a:lnTo>
                    <a:pt x="4272" y="6618"/>
                  </a:lnTo>
                  <a:lnTo>
                    <a:pt x="4031" y="6658"/>
                  </a:lnTo>
                  <a:lnTo>
                    <a:pt x="3791" y="6658"/>
                  </a:lnTo>
                  <a:lnTo>
                    <a:pt x="3510" y="6638"/>
                  </a:lnTo>
                  <a:lnTo>
                    <a:pt x="3209" y="6578"/>
                  </a:lnTo>
                  <a:lnTo>
                    <a:pt x="2888" y="6518"/>
                  </a:lnTo>
                  <a:lnTo>
                    <a:pt x="2567" y="6438"/>
                  </a:lnTo>
                  <a:lnTo>
                    <a:pt x="2246" y="6317"/>
                  </a:lnTo>
                  <a:lnTo>
                    <a:pt x="2246" y="6317"/>
                  </a:lnTo>
                  <a:lnTo>
                    <a:pt x="1885" y="6177"/>
                  </a:lnTo>
                  <a:lnTo>
                    <a:pt x="1544" y="6036"/>
                  </a:lnTo>
                  <a:lnTo>
                    <a:pt x="1224" y="5856"/>
                  </a:lnTo>
                  <a:lnTo>
                    <a:pt x="903" y="5696"/>
                  </a:lnTo>
                  <a:lnTo>
                    <a:pt x="622" y="5495"/>
                  </a:lnTo>
                  <a:lnTo>
                    <a:pt x="381" y="5314"/>
                  </a:lnTo>
                  <a:lnTo>
                    <a:pt x="181" y="5114"/>
                  </a:lnTo>
                  <a:lnTo>
                    <a:pt x="0" y="4933"/>
                  </a:lnTo>
                  <a:lnTo>
                    <a:pt x="0" y="3931"/>
                  </a:lnTo>
                  <a:lnTo>
                    <a:pt x="0" y="3931"/>
                  </a:lnTo>
                  <a:lnTo>
                    <a:pt x="141" y="3750"/>
                  </a:lnTo>
                  <a:lnTo>
                    <a:pt x="562" y="3229"/>
                  </a:lnTo>
                  <a:lnTo>
                    <a:pt x="1184" y="2527"/>
                  </a:lnTo>
                  <a:lnTo>
                    <a:pt x="1565" y="2126"/>
                  </a:lnTo>
                  <a:lnTo>
                    <a:pt x="1966" y="1745"/>
                  </a:lnTo>
                  <a:lnTo>
                    <a:pt x="2387" y="1344"/>
                  </a:lnTo>
                  <a:lnTo>
                    <a:pt x="2828" y="983"/>
                  </a:lnTo>
                  <a:lnTo>
                    <a:pt x="3289" y="662"/>
                  </a:lnTo>
                  <a:lnTo>
                    <a:pt x="3510" y="501"/>
                  </a:lnTo>
                  <a:lnTo>
                    <a:pt x="3730" y="381"/>
                  </a:lnTo>
                  <a:lnTo>
                    <a:pt x="3971" y="261"/>
                  </a:lnTo>
                  <a:lnTo>
                    <a:pt x="4192" y="160"/>
                  </a:lnTo>
                  <a:lnTo>
                    <a:pt x="4412" y="80"/>
                  </a:lnTo>
                  <a:lnTo>
                    <a:pt x="4633" y="40"/>
                  </a:lnTo>
                  <a:lnTo>
                    <a:pt x="4853" y="0"/>
                  </a:lnTo>
                  <a:lnTo>
                    <a:pt x="5054" y="0"/>
                  </a:lnTo>
                  <a:lnTo>
                    <a:pt x="5255" y="20"/>
                  </a:lnTo>
                  <a:lnTo>
                    <a:pt x="5455" y="60"/>
                  </a:lnTo>
                  <a:lnTo>
                    <a:pt x="5455" y="60"/>
                  </a:lnTo>
                  <a:lnTo>
                    <a:pt x="5676" y="160"/>
                  </a:lnTo>
                  <a:lnTo>
                    <a:pt x="5776" y="241"/>
                  </a:lnTo>
                  <a:lnTo>
                    <a:pt x="5856" y="301"/>
                  </a:lnTo>
                  <a:lnTo>
                    <a:pt x="5997" y="461"/>
                  </a:lnTo>
                  <a:lnTo>
                    <a:pt x="6097" y="642"/>
                  </a:lnTo>
                  <a:lnTo>
                    <a:pt x="6157" y="842"/>
                  </a:lnTo>
                  <a:lnTo>
                    <a:pt x="6197" y="1063"/>
                  </a:lnTo>
                  <a:lnTo>
                    <a:pt x="6197" y="1284"/>
                  </a:lnTo>
                  <a:lnTo>
                    <a:pt x="6157" y="152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8892;p45"/>
            <p:cNvSpPr/>
            <p:nvPr/>
          </p:nvSpPr>
          <p:spPr>
            <a:xfrm>
              <a:off x="11487975" y="4075800"/>
              <a:ext cx="14050" cy="35125"/>
            </a:xfrm>
            <a:custGeom>
              <a:avLst/>
              <a:gdLst/>
              <a:ahLst/>
              <a:cxnLst/>
              <a:rect l="l" t="t" r="r" b="b"/>
              <a:pathLst>
                <a:path w="562" h="1405" extrusionOk="0">
                  <a:moveTo>
                    <a:pt x="281" y="1"/>
                  </a:moveTo>
                  <a:lnTo>
                    <a:pt x="160" y="362"/>
                  </a:lnTo>
                  <a:lnTo>
                    <a:pt x="201" y="442"/>
                  </a:lnTo>
                  <a:lnTo>
                    <a:pt x="221" y="522"/>
                  </a:lnTo>
                  <a:lnTo>
                    <a:pt x="221" y="622"/>
                  </a:lnTo>
                  <a:lnTo>
                    <a:pt x="221" y="703"/>
                  </a:lnTo>
                  <a:lnTo>
                    <a:pt x="181" y="783"/>
                  </a:lnTo>
                  <a:lnTo>
                    <a:pt x="140" y="883"/>
                  </a:lnTo>
                  <a:lnTo>
                    <a:pt x="20" y="1024"/>
                  </a:lnTo>
                  <a:lnTo>
                    <a:pt x="0" y="1224"/>
                  </a:lnTo>
                  <a:lnTo>
                    <a:pt x="0" y="1405"/>
                  </a:lnTo>
                  <a:lnTo>
                    <a:pt x="140" y="1324"/>
                  </a:lnTo>
                  <a:lnTo>
                    <a:pt x="241" y="1244"/>
                  </a:lnTo>
                  <a:lnTo>
                    <a:pt x="321" y="1124"/>
                  </a:lnTo>
                  <a:lnTo>
                    <a:pt x="421" y="1024"/>
                  </a:lnTo>
                  <a:lnTo>
                    <a:pt x="481" y="883"/>
                  </a:lnTo>
                  <a:lnTo>
                    <a:pt x="521" y="743"/>
                  </a:lnTo>
                  <a:lnTo>
                    <a:pt x="562" y="622"/>
                  </a:lnTo>
                  <a:lnTo>
                    <a:pt x="562" y="482"/>
                  </a:lnTo>
                  <a:lnTo>
                    <a:pt x="521" y="342"/>
                  </a:lnTo>
                  <a:lnTo>
                    <a:pt x="481" y="241"/>
                  </a:lnTo>
                  <a:lnTo>
                    <a:pt x="421" y="141"/>
                  </a:lnTo>
                  <a:lnTo>
                    <a:pt x="361" y="61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8893;p45"/>
            <p:cNvSpPr/>
            <p:nvPr/>
          </p:nvSpPr>
          <p:spPr>
            <a:xfrm>
              <a:off x="11454375" y="4021650"/>
              <a:ext cx="144425" cy="122375"/>
            </a:xfrm>
            <a:custGeom>
              <a:avLst/>
              <a:gdLst/>
              <a:ahLst/>
              <a:cxnLst/>
              <a:rect l="l" t="t" r="r" b="b"/>
              <a:pathLst>
                <a:path w="5777" h="4895" extrusionOk="0">
                  <a:moveTo>
                    <a:pt x="5776" y="1"/>
                  </a:moveTo>
                  <a:lnTo>
                    <a:pt x="5716" y="21"/>
                  </a:lnTo>
                  <a:lnTo>
                    <a:pt x="5756" y="101"/>
                  </a:lnTo>
                  <a:lnTo>
                    <a:pt x="5776" y="1"/>
                  </a:lnTo>
                  <a:close/>
                  <a:moveTo>
                    <a:pt x="2567" y="723"/>
                  </a:moveTo>
                  <a:lnTo>
                    <a:pt x="1785" y="803"/>
                  </a:lnTo>
                  <a:lnTo>
                    <a:pt x="1003" y="863"/>
                  </a:lnTo>
                  <a:lnTo>
                    <a:pt x="622" y="1284"/>
                  </a:lnTo>
                  <a:lnTo>
                    <a:pt x="281" y="1665"/>
                  </a:lnTo>
                  <a:lnTo>
                    <a:pt x="321" y="1766"/>
                  </a:lnTo>
                  <a:lnTo>
                    <a:pt x="341" y="1906"/>
                  </a:lnTo>
                  <a:lnTo>
                    <a:pt x="361" y="2187"/>
                  </a:lnTo>
                  <a:lnTo>
                    <a:pt x="562" y="2127"/>
                  </a:lnTo>
                  <a:lnTo>
                    <a:pt x="742" y="2067"/>
                  </a:lnTo>
                  <a:lnTo>
                    <a:pt x="943" y="2046"/>
                  </a:lnTo>
                  <a:lnTo>
                    <a:pt x="1123" y="2026"/>
                  </a:lnTo>
                  <a:lnTo>
                    <a:pt x="1264" y="2046"/>
                  </a:lnTo>
                  <a:lnTo>
                    <a:pt x="1404" y="2067"/>
                  </a:lnTo>
                  <a:lnTo>
                    <a:pt x="1525" y="2107"/>
                  </a:lnTo>
                  <a:lnTo>
                    <a:pt x="1625" y="2167"/>
                  </a:lnTo>
                  <a:lnTo>
                    <a:pt x="1745" y="1906"/>
                  </a:lnTo>
                  <a:lnTo>
                    <a:pt x="1886" y="1665"/>
                  </a:lnTo>
                  <a:lnTo>
                    <a:pt x="2026" y="1425"/>
                  </a:lnTo>
                  <a:lnTo>
                    <a:pt x="2186" y="1184"/>
                  </a:lnTo>
                  <a:lnTo>
                    <a:pt x="2367" y="943"/>
                  </a:lnTo>
                  <a:lnTo>
                    <a:pt x="2567" y="723"/>
                  </a:lnTo>
                  <a:close/>
                  <a:moveTo>
                    <a:pt x="963" y="2327"/>
                  </a:moveTo>
                  <a:lnTo>
                    <a:pt x="823" y="2347"/>
                  </a:lnTo>
                  <a:lnTo>
                    <a:pt x="662" y="2367"/>
                  </a:lnTo>
                  <a:lnTo>
                    <a:pt x="361" y="2448"/>
                  </a:lnTo>
                  <a:lnTo>
                    <a:pt x="341" y="2708"/>
                  </a:lnTo>
                  <a:lnTo>
                    <a:pt x="301" y="2969"/>
                  </a:lnTo>
                  <a:lnTo>
                    <a:pt x="261" y="3230"/>
                  </a:lnTo>
                  <a:lnTo>
                    <a:pt x="181" y="3470"/>
                  </a:lnTo>
                  <a:lnTo>
                    <a:pt x="381" y="3510"/>
                  </a:lnTo>
                  <a:lnTo>
                    <a:pt x="582" y="3530"/>
                  </a:lnTo>
                  <a:lnTo>
                    <a:pt x="762" y="3510"/>
                  </a:lnTo>
                  <a:lnTo>
                    <a:pt x="963" y="3470"/>
                  </a:lnTo>
                  <a:lnTo>
                    <a:pt x="1123" y="3390"/>
                  </a:lnTo>
                  <a:lnTo>
                    <a:pt x="1284" y="3270"/>
                  </a:lnTo>
                  <a:lnTo>
                    <a:pt x="1364" y="3190"/>
                  </a:lnTo>
                  <a:lnTo>
                    <a:pt x="1404" y="2869"/>
                  </a:lnTo>
                  <a:lnTo>
                    <a:pt x="1504" y="2528"/>
                  </a:lnTo>
                  <a:lnTo>
                    <a:pt x="1424" y="2468"/>
                  </a:lnTo>
                  <a:lnTo>
                    <a:pt x="1324" y="2407"/>
                  </a:lnTo>
                  <a:lnTo>
                    <a:pt x="1224" y="2367"/>
                  </a:lnTo>
                  <a:lnTo>
                    <a:pt x="1103" y="2347"/>
                  </a:lnTo>
                  <a:lnTo>
                    <a:pt x="963" y="2327"/>
                  </a:lnTo>
                  <a:close/>
                  <a:moveTo>
                    <a:pt x="1344" y="3571"/>
                  </a:moveTo>
                  <a:lnTo>
                    <a:pt x="1204" y="3651"/>
                  </a:lnTo>
                  <a:lnTo>
                    <a:pt x="1043" y="3691"/>
                  </a:lnTo>
                  <a:lnTo>
                    <a:pt x="883" y="3711"/>
                  </a:lnTo>
                  <a:lnTo>
                    <a:pt x="722" y="3731"/>
                  </a:lnTo>
                  <a:lnTo>
                    <a:pt x="582" y="3731"/>
                  </a:lnTo>
                  <a:lnTo>
                    <a:pt x="422" y="3691"/>
                  </a:lnTo>
                  <a:lnTo>
                    <a:pt x="281" y="3671"/>
                  </a:lnTo>
                  <a:lnTo>
                    <a:pt x="141" y="3631"/>
                  </a:lnTo>
                  <a:lnTo>
                    <a:pt x="81" y="3771"/>
                  </a:lnTo>
                  <a:lnTo>
                    <a:pt x="0" y="3912"/>
                  </a:lnTo>
                  <a:lnTo>
                    <a:pt x="181" y="4052"/>
                  </a:lnTo>
                  <a:lnTo>
                    <a:pt x="381" y="4192"/>
                  </a:lnTo>
                  <a:lnTo>
                    <a:pt x="843" y="4453"/>
                  </a:lnTo>
                  <a:lnTo>
                    <a:pt x="1324" y="4694"/>
                  </a:lnTo>
                  <a:lnTo>
                    <a:pt x="1845" y="4894"/>
                  </a:lnTo>
                  <a:lnTo>
                    <a:pt x="1725" y="4734"/>
                  </a:lnTo>
                  <a:lnTo>
                    <a:pt x="1625" y="4593"/>
                  </a:lnTo>
                  <a:lnTo>
                    <a:pt x="1545" y="4433"/>
                  </a:lnTo>
                  <a:lnTo>
                    <a:pt x="1484" y="4252"/>
                  </a:lnTo>
                  <a:lnTo>
                    <a:pt x="1424" y="4092"/>
                  </a:lnTo>
                  <a:lnTo>
                    <a:pt x="1384" y="3912"/>
                  </a:lnTo>
                  <a:lnTo>
                    <a:pt x="1364" y="3751"/>
                  </a:lnTo>
                  <a:lnTo>
                    <a:pt x="1344" y="357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8894;p45"/>
            <p:cNvSpPr/>
            <p:nvPr/>
          </p:nvSpPr>
          <p:spPr>
            <a:xfrm>
              <a:off x="11454375" y="4110900"/>
              <a:ext cx="46150" cy="33125"/>
            </a:xfrm>
            <a:custGeom>
              <a:avLst/>
              <a:gdLst/>
              <a:ahLst/>
              <a:cxnLst/>
              <a:rect l="l" t="t" r="r" b="b"/>
              <a:pathLst>
                <a:path w="1846" h="1325" fill="none" extrusionOk="0">
                  <a:moveTo>
                    <a:pt x="1344" y="1"/>
                  </a:moveTo>
                  <a:lnTo>
                    <a:pt x="1344" y="1"/>
                  </a:lnTo>
                  <a:lnTo>
                    <a:pt x="1204" y="81"/>
                  </a:lnTo>
                  <a:lnTo>
                    <a:pt x="1043" y="121"/>
                  </a:lnTo>
                  <a:lnTo>
                    <a:pt x="883" y="141"/>
                  </a:lnTo>
                  <a:lnTo>
                    <a:pt x="722" y="161"/>
                  </a:lnTo>
                  <a:lnTo>
                    <a:pt x="722" y="161"/>
                  </a:lnTo>
                  <a:lnTo>
                    <a:pt x="582" y="161"/>
                  </a:lnTo>
                  <a:lnTo>
                    <a:pt x="422" y="121"/>
                  </a:lnTo>
                  <a:lnTo>
                    <a:pt x="281" y="101"/>
                  </a:lnTo>
                  <a:lnTo>
                    <a:pt x="141" y="61"/>
                  </a:lnTo>
                  <a:lnTo>
                    <a:pt x="141" y="61"/>
                  </a:lnTo>
                  <a:lnTo>
                    <a:pt x="81" y="201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181" y="482"/>
                  </a:lnTo>
                  <a:lnTo>
                    <a:pt x="381" y="622"/>
                  </a:lnTo>
                  <a:lnTo>
                    <a:pt x="843" y="883"/>
                  </a:lnTo>
                  <a:lnTo>
                    <a:pt x="1324" y="1124"/>
                  </a:lnTo>
                  <a:lnTo>
                    <a:pt x="1845" y="1324"/>
                  </a:lnTo>
                  <a:lnTo>
                    <a:pt x="1845" y="1324"/>
                  </a:lnTo>
                  <a:lnTo>
                    <a:pt x="1725" y="1164"/>
                  </a:lnTo>
                  <a:lnTo>
                    <a:pt x="1625" y="1023"/>
                  </a:lnTo>
                  <a:lnTo>
                    <a:pt x="1545" y="863"/>
                  </a:lnTo>
                  <a:lnTo>
                    <a:pt x="1484" y="682"/>
                  </a:lnTo>
                  <a:lnTo>
                    <a:pt x="1424" y="522"/>
                  </a:lnTo>
                  <a:lnTo>
                    <a:pt x="1384" y="342"/>
                  </a:lnTo>
                  <a:lnTo>
                    <a:pt x="1364" y="181"/>
                  </a:lnTo>
                  <a:lnTo>
                    <a:pt x="134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8895;p45"/>
            <p:cNvSpPr/>
            <p:nvPr/>
          </p:nvSpPr>
          <p:spPr>
            <a:xfrm>
              <a:off x="11458875" y="4079825"/>
              <a:ext cx="33125" cy="30100"/>
            </a:xfrm>
            <a:custGeom>
              <a:avLst/>
              <a:gdLst/>
              <a:ahLst/>
              <a:cxnLst/>
              <a:rect l="l" t="t" r="r" b="b"/>
              <a:pathLst>
                <a:path w="1325" h="1204" fill="none" extrusionOk="0">
                  <a:moveTo>
                    <a:pt x="783" y="0"/>
                  </a:moveTo>
                  <a:lnTo>
                    <a:pt x="783" y="0"/>
                  </a:lnTo>
                  <a:lnTo>
                    <a:pt x="643" y="20"/>
                  </a:lnTo>
                  <a:lnTo>
                    <a:pt x="482" y="40"/>
                  </a:lnTo>
                  <a:lnTo>
                    <a:pt x="181" y="121"/>
                  </a:lnTo>
                  <a:lnTo>
                    <a:pt x="181" y="121"/>
                  </a:lnTo>
                  <a:lnTo>
                    <a:pt x="161" y="381"/>
                  </a:lnTo>
                  <a:lnTo>
                    <a:pt x="121" y="642"/>
                  </a:lnTo>
                  <a:lnTo>
                    <a:pt x="81" y="903"/>
                  </a:lnTo>
                  <a:lnTo>
                    <a:pt x="1" y="1143"/>
                  </a:lnTo>
                  <a:lnTo>
                    <a:pt x="1" y="1143"/>
                  </a:lnTo>
                  <a:lnTo>
                    <a:pt x="201" y="1183"/>
                  </a:lnTo>
                  <a:lnTo>
                    <a:pt x="402" y="1203"/>
                  </a:lnTo>
                  <a:lnTo>
                    <a:pt x="402" y="1203"/>
                  </a:lnTo>
                  <a:lnTo>
                    <a:pt x="582" y="1183"/>
                  </a:lnTo>
                  <a:lnTo>
                    <a:pt x="783" y="1143"/>
                  </a:lnTo>
                  <a:lnTo>
                    <a:pt x="943" y="1063"/>
                  </a:lnTo>
                  <a:lnTo>
                    <a:pt x="1104" y="943"/>
                  </a:lnTo>
                  <a:lnTo>
                    <a:pt x="1104" y="943"/>
                  </a:lnTo>
                  <a:lnTo>
                    <a:pt x="1184" y="863"/>
                  </a:lnTo>
                  <a:lnTo>
                    <a:pt x="1184" y="863"/>
                  </a:lnTo>
                  <a:lnTo>
                    <a:pt x="1224" y="542"/>
                  </a:lnTo>
                  <a:lnTo>
                    <a:pt x="1324" y="201"/>
                  </a:lnTo>
                  <a:lnTo>
                    <a:pt x="1324" y="201"/>
                  </a:lnTo>
                  <a:lnTo>
                    <a:pt x="1244" y="141"/>
                  </a:lnTo>
                  <a:lnTo>
                    <a:pt x="1244" y="141"/>
                  </a:lnTo>
                  <a:lnTo>
                    <a:pt x="1144" y="80"/>
                  </a:lnTo>
                  <a:lnTo>
                    <a:pt x="1044" y="40"/>
                  </a:lnTo>
                  <a:lnTo>
                    <a:pt x="923" y="20"/>
                  </a:lnTo>
                  <a:lnTo>
                    <a:pt x="78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8896;p45"/>
            <p:cNvSpPr/>
            <p:nvPr/>
          </p:nvSpPr>
          <p:spPr>
            <a:xfrm>
              <a:off x="11461400" y="4039700"/>
              <a:ext cx="57175" cy="36625"/>
            </a:xfrm>
            <a:custGeom>
              <a:avLst/>
              <a:gdLst/>
              <a:ahLst/>
              <a:cxnLst/>
              <a:rect l="l" t="t" r="r" b="b"/>
              <a:pathLst>
                <a:path w="2287" h="1465" fill="none" extrusionOk="0">
                  <a:moveTo>
                    <a:pt x="2286" y="1"/>
                  </a:moveTo>
                  <a:lnTo>
                    <a:pt x="2286" y="1"/>
                  </a:lnTo>
                  <a:lnTo>
                    <a:pt x="1504" y="81"/>
                  </a:lnTo>
                  <a:lnTo>
                    <a:pt x="722" y="141"/>
                  </a:lnTo>
                  <a:lnTo>
                    <a:pt x="722" y="141"/>
                  </a:lnTo>
                  <a:lnTo>
                    <a:pt x="341" y="562"/>
                  </a:lnTo>
                  <a:lnTo>
                    <a:pt x="0" y="943"/>
                  </a:lnTo>
                  <a:lnTo>
                    <a:pt x="0" y="943"/>
                  </a:lnTo>
                  <a:lnTo>
                    <a:pt x="40" y="1044"/>
                  </a:lnTo>
                  <a:lnTo>
                    <a:pt x="60" y="1184"/>
                  </a:lnTo>
                  <a:lnTo>
                    <a:pt x="80" y="1465"/>
                  </a:lnTo>
                  <a:lnTo>
                    <a:pt x="80" y="1465"/>
                  </a:lnTo>
                  <a:lnTo>
                    <a:pt x="281" y="1405"/>
                  </a:lnTo>
                  <a:lnTo>
                    <a:pt x="461" y="1345"/>
                  </a:lnTo>
                  <a:lnTo>
                    <a:pt x="662" y="1324"/>
                  </a:lnTo>
                  <a:lnTo>
                    <a:pt x="842" y="1304"/>
                  </a:lnTo>
                  <a:lnTo>
                    <a:pt x="842" y="1304"/>
                  </a:lnTo>
                  <a:lnTo>
                    <a:pt x="983" y="1324"/>
                  </a:lnTo>
                  <a:lnTo>
                    <a:pt x="1123" y="1345"/>
                  </a:lnTo>
                  <a:lnTo>
                    <a:pt x="1244" y="1385"/>
                  </a:lnTo>
                  <a:lnTo>
                    <a:pt x="1344" y="1445"/>
                  </a:lnTo>
                  <a:lnTo>
                    <a:pt x="1344" y="1445"/>
                  </a:lnTo>
                  <a:lnTo>
                    <a:pt x="1464" y="1184"/>
                  </a:lnTo>
                  <a:lnTo>
                    <a:pt x="1605" y="943"/>
                  </a:lnTo>
                  <a:lnTo>
                    <a:pt x="1745" y="703"/>
                  </a:lnTo>
                  <a:lnTo>
                    <a:pt x="1905" y="462"/>
                  </a:lnTo>
                  <a:lnTo>
                    <a:pt x="1905" y="462"/>
                  </a:lnTo>
                  <a:lnTo>
                    <a:pt x="2086" y="221"/>
                  </a:lnTo>
                  <a:lnTo>
                    <a:pt x="228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8897;p45"/>
            <p:cNvSpPr/>
            <p:nvPr/>
          </p:nvSpPr>
          <p:spPr>
            <a:xfrm>
              <a:off x="11597250" y="4021650"/>
              <a:ext cx="1550" cy="2550"/>
            </a:xfrm>
            <a:custGeom>
              <a:avLst/>
              <a:gdLst/>
              <a:ahLst/>
              <a:cxnLst/>
              <a:rect l="l" t="t" r="r" b="b"/>
              <a:pathLst>
                <a:path w="62" h="102" fill="none" extrusionOk="0">
                  <a:moveTo>
                    <a:pt x="61" y="1"/>
                  </a:moveTo>
                  <a:lnTo>
                    <a:pt x="6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41" y="101"/>
                  </a:lnTo>
                  <a:lnTo>
                    <a:pt x="41" y="101"/>
                  </a:lnTo>
                  <a:lnTo>
                    <a:pt x="6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8898;p45"/>
            <p:cNvSpPr/>
            <p:nvPr/>
          </p:nvSpPr>
          <p:spPr>
            <a:xfrm>
              <a:off x="11457875" y="4072300"/>
              <a:ext cx="37125" cy="42650"/>
            </a:xfrm>
            <a:custGeom>
              <a:avLst/>
              <a:gdLst/>
              <a:ahLst/>
              <a:cxnLst/>
              <a:rect l="l" t="t" r="r" b="b"/>
              <a:pathLst>
                <a:path w="1485" h="1706" extrusionOk="0">
                  <a:moveTo>
                    <a:pt x="983" y="0"/>
                  </a:moveTo>
                  <a:lnTo>
                    <a:pt x="803" y="20"/>
                  </a:lnTo>
                  <a:lnTo>
                    <a:pt x="602" y="41"/>
                  </a:lnTo>
                  <a:lnTo>
                    <a:pt x="422" y="101"/>
                  </a:lnTo>
                  <a:lnTo>
                    <a:pt x="221" y="161"/>
                  </a:lnTo>
                  <a:lnTo>
                    <a:pt x="221" y="422"/>
                  </a:lnTo>
                  <a:lnTo>
                    <a:pt x="522" y="341"/>
                  </a:lnTo>
                  <a:lnTo>
                    <a:pt x="683" y="321"/>
                  </a:lnTo>
                  <a:lnTo>
                    <a:pt x="823" y="301"/>
                  </a:lnTo>
                  <a:lnTo>
                    <a:pt x="963" y="321"/>
                  </a:lnTo>
                  <a:lnTo>
                    <a:pt x="1084" y="341"/>
                  </a:lnTo>
                  <a:lnTo>
                    <a:pt x="1184" y="381"/>
                  </a:lnTo>
                  <a:lnTo>
                    <a:pt x="1284" y="442"/>
                  </a:lnTo>
                  <a:lnTo>
                    <a:pt x="1364" y="502"/>
                  </a:lnTo>
                  <a:lnTo>
                    <a:pt x="1485" y="141"/>
                  </a:lnTo>
                  <a:lnTo>
                    <a:pt x="1385" y="81"/>
                  </a:lnTo>
                  <a:lnTo>
                    <a:pt x="1264" y="41"/>
                  </a:lnTo>
                  <a:lnTo>
                    <a:pt x="1124" y="20"/>
                  </a:lnTo>
                  <a:lnTo>
                    <a:pt x="983" y="0"/>
                  </a:lnTo>
                  <a:close/>
                  <a:moveTo>
                    <a:pt x="1224" y="1164"/>
                  </a:moveTo>
                  <a:lnTo>
                    <a:pt x="1144" y="1244"/>
                  </a:lnTo>
                  <a:lnTo>
                    <a:pt x="983" y="1364"/>
                  </a:lnTo>
                  <a:lnTo>
                    <a:pt x="823" y="1444"/>
                  </a:lnTo>
                  <a:lnTo>
                    <a:pt x="622" y="1484"/>
                  </a:lnTo>
                  <a:lnTo>
                    <a:pt x="442" y="1504"/>
                  </a:lnTo>
                  <a:lnTo>
                    <a:pt x="241" y="1484"/>
                  </a:lnTo>
                  <a:lnTo>
                    <a:pt x="41" y="1444"/>
                  </a:lnTo>
                  <a:lnTo>
                    <a:pt x="1" y="1605"/>
                  </a:lnTo>
                  <a:lnTo>
                    <a:pt x="141" y="1645"/>
                  </a:lnTo>
                  <a:lnTo>
                    <a:pt x="282" y="1665"/>
                  </a:lnTo>
                  <a:lnTo>
                    <a:pt x="442" y="1705"/>
                  </a:lnTo>
                  <a:lnTo>
                    <a:pt x="582" y="1705"/>
                  </a:lnTo>
                  <a:lnTo>
                    <a:pt x="743" y="1685"/>
                  </a:lnTo>
                  <a:lnTo>
                    <a:pt x="903" y="1665"/>
                  </a:lnTo>
                  <a:lnTo>
                    <a:pt x="1064" y="1625"/>
                  </a:lnTo>
                  <a:lnTo>
                    <a:pt x="1204" y="1545"/>
                  </a:lnTo>
                  <a:lnTo>
                    <a:pt x="1204" y="1364"/>
                  </a:lnTo>
                  <a:lnTo>
                    <a:pt x="1224" y="1164"/>
                  </a:lnTo>
                  <a:close/>
                </a:path>
              </a:pathLst>
            </a:custGeom>
            <a:solidFill>
              <a:srgbClr val="424242">
                <a:alpha val="30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8899;p45"/>
            <p:cNvSpPr/>
            <p:nvPr/>
          </p:nvSpPr>
          <p:spPr>
            <a:xfrm>
              <a:off x="11457875" y="4101375"/>
              <a:ext cx="30625" cy="13575"/>
            </a:xfrm>
            <a:custGeom>
              <a:avLst/>
              <a:gdLst/>
              <a:ahLst/>
              <a:cxnLst/>
              <a:rect l="l" t="t" r="r" b="b"/>
              <a:pathLst>
                <a:path w="1225" h="543" fill="none" extrusionOk="0">
                  <a:moveTo>
                    <a:pt x="1224" y="1"/>
                  </a:moveTo>
                  <a:lnTo>
                    <a:pt x="1224" y="1"/>
                  </a:lnTo>
                  <a:lnTo>
                    <a:pt x="1144" y="81"/>
                  </a:lnTo>
                  <a:lnTo>
                    <a:pt x="1144" y="81"/>
                  </a:lnTo>
                  <a:lnTo>
                    <a:pt x="983" y="201"/>
                  </a:lnTo>
                  <a:lnTo>
                    <a:pt x="823" y="281"/>
                  </a:lnTo>
                  <a:lnTo>
                    <a:pt x="622" y="321"/>
                  </a:lnTo>
                  <a:lnTo>
                    <a:pt x="442" y="341"/>
                  </a:lnTo>
                  <a:lnTo>
                    <a:pt x="442" y="341"/>
                  </a:lnTo>
                  <a:lnTo>
                    <a:pt x="241" y="321"/>
                  </a:lnTo>
                  <a:lnTo>
                    <a:pt x="41" y="281"/>
                  </a:lnTo>
                  <a:lnTo>
                    <a:pt x="41" y="281"/>
                  </a:lnTo>
                  <a:lnTo>
                    <a:pt x="1" y="442"/>
                  </a:lnTo>
                  <a:lnTo>
                    <a:pt x="1" y="442"/>
                  </a:lnTo>
                  <a:lnTo>
                    <a:pt x="141" y="482"/>
                  </a:lnTo>
                  <a:lnTo>
                    <a:pt x="282" y="502"/>
                  </a:lnTo>
                  <a:lnTo>
                    <a:pt x="442" y="542"/>
                  </a:lnTo>
                  <a:lnTo>
                    <a:pt x="582" y="542"/>
                  </a:lnTo>
                  <a:lnTo>
                    <a:pt x="582" y="542"/>
                  </a:lnTo>
                  <a:lnTo>
                    <a:pt x="743" y="522"/>
                  </a:lnTo>
                  <a:lnTo>
                    <a:pt x="903" y="502"/>
                  </a:lnTo>
                  <a:lnTo>
                    <a:pt x="1064" y="462"/>
                  </a:lnTo>
                  <a:lnTo>
                    <a:pt x="1204" y="382"/>
                  </a:lnTo>
                  <a:lnTo>
                    <a:pt x="1204" y="382"/>
                  </a:lnTo>
                  <a:lnTo>
                    <a:pt x="1204" y="201"/>
                  </a:lnTo>
                  <a:lnTo>
                    <a:pt x="1224" y="1"/>
                  </a:lnTo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8900;p45"/>
            <p:cNvSpPr/>
            <p:nvPr/>
          </p:nvSpPr>
          <p:spPr>
            <a:xfrm>
              <a:off x="11391200" y="4053250"/>
              <a:ext cx="72225" cy="73725"/>
            </a:xfrm>
            <a:custGeom>
              <a:avLst/>
              <a:gdLst/>
              <a:ahLst/>
              <a:cxnLst/>
              <a:rect l="l" t="t" r="r" b="b"/>
              <a:pathLst>
                <a:path w="2889" h="2949" extrusionOk="0">
                  <a:moveTo>
                    <a:pt x="783" y="0"/>
                  </a:moveTo>
                  <a:lnTo>
                    <a:pt x="622" y="20"/>
                  </a:lnTo>
                  <a:lnTo>
                    <a:pt x="422" y="81"/>
                  </a:lnTo>
                  <a:lnTo>
                    <a:pt x="241" y="161"/>
                  </a:lnTo>
                  <a:lnTo>
                    <a:pt x="161" y="241"/>
                  </a:lnTo>
                  <a:lnTo>
                    <a:pt x="81" y="361"/>
                  </a:lnTo>
                  <a:lnTo>
                    <a:pt x="41" y="522"/>
                  </a:lnTo>
                  <a:lnTo>
                    <a:pt x="1" y="682"/>
                  </a:lnTo>
                  <a:lnTo>
                    <a:pt x="1" y="883"/>
                  </a:lnTo>
                  <a:lnTo>
                    <a:pt x="1" y="1083"/>
                  </a:lnTo>
                  <a:lnTo>
                    <a:pt x="1" y="1304"/>
                  </a:lnTo>
                  <a:lnTo>
                    <a:pt x="41" y="1545"/>
                  </a:lnTo>
                  <a:lnTo>
                    <a:pt x="121" y="1966"/>
                  </a:lnTo>
                  <a:lnTo>
                    <a:pt x="181" y="2186"/>
                  </a:lnTo>
                  <a:lnTo>
                    <a:pt x="241" y="2367"/>
                  </a:lnTo>
                  <a:lnTo>
                    <a:pt x="301" y="2527"/>
                  </a:lnTo>
                  <a:lnTo>
                    <a:pt x="382" y="2668"/>
                  </a:lnTo>
                  <a:lnTo>
                    <a:pt x="462" y="2788"/>
                  </a:lnTo>
                  <a:lnTo>
                    <a:pt x="542" y="2848"/>
                  </a:lnTo>
                  <a:lnTo>
                    <a:pt x="702" y="2928"/>
                  </a:lnTo>
                  <a:lnTo>
                    <a:pt x="843" y="2948"/>
                  </a:lnTo>
                  <a:lnTo>
                    <a:pt x="1104" y="2948"/>
                  </a:lnTo>
                  <a:lnTo>
                    <a:pt x="1284" y="2868"/>
                  </a:lnTo>
                  <a:lnTo>
                    <a:pt x="1384" y="2848"/>
                  </a:lnTo>
                  <a:lnTo>
                    <a:pt x="1525" y="2848"/>
                  </a:lnTo>
                  <a:lnTo>
                    <a:pt x="1605" y="2868"/>
                  </a:lnTo>
                  <a:lnTo>
                    <a:pt x="1785" y="2928"/>
                  </a:lnTo>
                  <a:lnTo>
                    <a:pt x="1906" y="2948"/>
                  </a:lnTo>
                  <a:lnTo>
                    <a:pt x="2046" y="2948"/>
                  </a:lnTo>
                  <a:lnTo>
                    <a:pt x="2207" y="2908"/>
                  </a:lnTo>
                  <a:lnTo>
                    <a:pt x="2367" y="2828"/>
                  </a:lnTo>
                  <a:lnTo>
                    <a:pt x="2447" y="2768"/>
                  </a:lnTo>
                  <a:lnTo>
                    <a:pt x="2527" y="2648"/>
                  </a:lnTo>
                  <a:lnTo>
                    <a:pt x="2608" y="2507"/>
                  </a:lnTo>
                  <a:lnTo>
                    <a:pt x="2668" y="2347"/>
                  </a:lnTo>
                  <a:lnTo>
                    <a:pt x="2728" y="2166"/>
                  </a:lnTo>
                  <a:lnTo>
                    <a:pt x="2788" y="1946"/>
                  </a:lnTo>
                  <a:lnTo>
                    <a:pt x="2868" y="1504"/>
                  </a:lnTo>
                  <a:lnTo>
                    <a:pt x="2888" y="1284"/>
                  </a:lnTo>
                  <a:lnTo>
                    <a:pt x="2888" y="1063"/>
                  </a:lnTo>
                  <a:lnTo>
                    <a:pt x="2888" y="863"/>
                  </a:lnTo>
                  <a:lnTo>
                    <a:pt x="2868" y="662"/>
                  </a:lnTo>
                  <a:lnTo>
                    <a:pt x="2848" y="502"/>
                  </a:lnTo>
                  <a:lnTo>
                    <a:pt x="2788" y="341"/>
                  </a:lnTo>
                  <a:lnTo>
                    <a:pt x="2728" y="241"/>
                  </a:lnTo>
                  <a:lnTo>
                    <a:pt x="2648" y="161"/>
                  </a:lnTo>
                  <a:lnTo>
                    <a:pt x="2527" y="101"/>
                  </a:lnTo>
                  <a:lnTo>
                    <a:pt x="2427" y="40"/>
                  </a:lnTo>
                  <a:lnTo>
                    <a:pt x="2207" y="0"/>
                  </a:lnTo>
                  <a:lnTo>
                    <a:pt x="1825" y="0"/>
                  </a:lnTo>
                  <a:lnTo>
                    <a:pt x="1605" y="60"/>
                  </a:lnTo>
                  <a:lnTo>
                    <a:pt x="1444" y="81"/>
                  </a:lnTo>
                  <a:lnTo>
                    <a:pt x="1244" y="40"/>
                  </a:lnTo>
                  <a:lnTo>
                    <a:pt x="9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8901;p45"/>
            <p:cNvSpPr/>
            <p:nvPr/>
          </p:nvSpPr>
          <p:spPr>
            <a:xfrm>
              <a:off x="11391200" y="4053250"/>
              <a:ext cx="72225" cy="73725"/>
            </a:xfrm>
            <a:custGeom>
              <a:avLst/>
              <a:gdLst/>
              <a:ahLst/>
              <a:cxnLst/>
              <a:rect l="l" t="t" r="r" b="b"/>
              <a:pathLst>
                <a:path w="2889" h="2949" fill="none" extrusionOk="0">
                  <a:moveTo>
                    <a:pt x="2367" y="2828"/>
                  </a:moveTo>
                  <a:lnTo>
                    <a:pt x="2367" y="2828"/>
                  </a:lnTo>
                  <a:lnTo>
                    <a:pt x="2207" y="2908"/>
                  </a:lnTo>
                  <a:lnTo>
                    <a:pt x="2046" y="2948"/>
                  </a:lnTo>
                  <a:lnTo>
                    <a:pt x="1906" y="2948"/>
                  </a:lnTo>
                  <a:lnTo>
                    <a:pt x="1785" y="2928"/>
                  </a:lnTo>
                  <a:lnTo>
                    <a:pt x="1785" y="2928"/>
                  </a:lnTo>
                  <a:lnTo>
                    <a:pt x="1605" y="2868"/>
                  </a:lnTo>
                  <a:lnTo>
                    <a:pt x="1525" y="2848"/>
                  </a:lnTo>
                  <a:lnTo>
                    <a:pt x="1464" y="2848"/>
                  </a:lnTo>
                  <a:lnTo>
                    <a:pt x="1464" y="2848"/>
                  </a:lnTo>
                  <a:lnTo>
                    <a:pt x="1384" y="2848"/>
                  </a:lnTo>
                  <a:lnTo>
                    <a:pt x="1284" y="2868"/>
                  </a:lnTo>
                  <a:lnTo>
                    <a:pt x="1104" y="2948"/>
                  </a:lnTo>
                  <a:lnTo>
                    <a:pt x="983" y="2948"/>
                  </a:lnTo>
                  <a:lnTo>
                    <a:pt x="843" y="2948"/>
                  </a:lnTo>
                  <a:lnTo>
                    <a:pt x="702" y="2928"/>
                  </a:lnTo>
                  <a:lnTo>
                    <a:pt x="542" y="2848"/>
                  </a:lnTo>
                  <a:lnTo>
                    <a:pt x="542" y="2848"/>
                  </a:lnTo>
                  <a:lnTo>
                    <a:pt x="462" y="2788"/>
                  </a:lnTo>
                  <a:lnTo>
                    <a:pt x="382" y="2668"/>
                  </a:lnTo>
                  <a:lnTo>
                    <a:pt x="301" y="2527"/>
                  </a:lnTo>
                  <a:lnTo>
                    <a:pt x="241" y="2367"/>
                  </a:lnTo>
                  <a:lnTo>
                    <a:pt x="181" y="2186"/>
                  </a:lnTo>
                  <a:lnTo>
                    <a:pt x="121" y="1966"/>
                  </a:lnTo>
                  <a:lnTo>
                    <a:pt x="41" y="1545"/>
                  </a:lnTo>
                  <a:lnTo>
                    <a:pt x="1" y="1304"/>
                  </a:lnTo>
                  <a:lnTo>
                    <a:pt x="1" y="1083"/>
                  </a:lnTo>
                  <a:lnTo>
                    <a:pt x="1" y="883"/>
                  </a:lnTo>
                  <a:lnTo>
                    <a:pt x="1" y="682"/>
                  </a:lnTo>
                  <a:lnTo>
                    <a:pt x="41" y="522"/>
                  </a:lnTo>
                  <a:lnTo>
                    <a:pt x="81" y="361"/>
                  </a:lnTo>
                  <a:lnTo>
                    <a:pt x="161" y="241"/>
                  </a:lnTo>
                  <a:lnTo>
                    <a:pt x="241" y="161"/>
                  </a:lnTo>
                  <a:lnTo>
                    <a:pt x="241" y="161"/>
                  </a:lnTo>
                  <a:lnTo>
                    <a:pt x="422" y="81"/>
                  </a:lnTo>
                  <a:lnTo>
                    <a:pt x="622" y="20"/>
                  </a:lnTo>
                  <a:lnTo>
                    <a:pt x="783" y="0"/>
                  </a:lnTo>
                  <a:lnTo>
                    <a:pt x="943" y="0"/>
                  </a:lnTo>
                  <a:lnTo>
                    <a:pt x="1244" y="40"/>
                  </a:lnTo>
                  <a:lnTo>
                    <a:pt x="1444" y="81"/>
                  </a:lnTo>
                  <a:lnTo>
                    <a:pt x="1444" y="81"/>
                  </a:lnTo>
                  <a:lnTo>
                    <a:pt x="1605" y="60"/>
                  </a:lnTo>
                  <a:lnTo>
                    <a:pt x="1825" y="0"/>
                  </a:lnTo>
                  <a:lnTo>
                    <a:pt x="1825" y="0"/>
                  </a:lnTo>
                  <a:lnTo>
                    <a:pt x="2006" y="0"/>
                  </a:lnTo>
                  <a:lnTo>
                    <a:pt x="2207" y="0"/>
                  </a:lnTo>
                  <a:lnTo>
                    <a:pt x="2427" y="40"/>
                  </a:lnTo>
                  <a:lnTo>
                    <a:pt x="2527" y="101"/>
                  </a:lnTo>
                  <a:lnTo>
                    <a:pt x="2648" y="161"/>
                  </a:lnTo>
                  <a:lnTo>
                    <a:pt x="2648" y="161"/>
                  </a:lnTo>
                  <a:lnTo>
                    <a:pt x="2728" y="241"/>
                  </a:lnTo>
                  <a:lnTo>
                    <a:pt x="2788" y="341"/>
                  </a:lnTo>
                  <a:lnTo>
                    <a:pt x="2848" y="502"/>
                  </a:lnTo>
                  <a:lnTo>
                    <a:pt x="2868" y="662"/>
                  </a:lnTo>
                  <a:lnTo>
                    <a:pt x="2888" y="863"/>
                  </a:lnTo>
                  <a:lnTo>
                    <a:pt x="2888" y="1063"/>
                  </a:lnTo>
                  <a:lnTo>
                    <a:pt x="2888" y="1284"/>
                  </a:lnTo>
                  <a:lnTo>
                    <a:pt x="2868" y="1504"/>
                  </a:lnTo>
                  <a:lnTo>
                    <a:pt x="2788" y="1946"/>
                  </a:lnTo>
                  <a:lnTo>
                    <a:pt x="2728" y="2166"/>
                  </a:lnTo>
                  <a:lnTo>
                    <a:pt x="2668" y="2347"/>
                  </a:lnTo>
                  <a:lnTo>
                    <a:pt x="2608" y="2507"/>
                  </a:lnTo>
                  <a:lnTo>
                    <a:pt x="2527" y="2648"/>
                  </a:lnTo>
                  <a:lnTo>
                    <a:pt x="2447" y="2768"/>
                  </a:lnTo>
                  <a:lnTo>
                    <a:pt x="2367" y="28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8902;p45"/>
            <p:cNvSpPr/>
            <p:nvPr/>
          </p:nvSpPr>
          <p:spPr>
            <a:xfrm>
              <a:off x="11391200" y="4053250"/>
              <a:ext cx="45650" cy="73725"/>
            </a:xfrm>
            <a:custGeom>
              <a:avLst/>
              <a:gdLst/>
              <a:ahLst/>
              <a:cxnLst/>
              <a:rect l="l" t="t" r="r" b="b"/>
              <a:pathLst>
                <a:path w="1826" h="2949" extrusionOk="0">
                  <a:moveTo>
                    <a:pt x="702" y="0"/>
                  </a:moveTo>
                  <a:lnTo>
                    <a:pt x="542" y="40"/>
                  </a:lnTo>
                  <a:lnTo>
                    <a:pt x="402" y="81"/>
                  </a:lnTo>
                  <a:lnTo>
                    <a:pt x="241" y="161"/>
                  </a:lnTo>
                  <a:lnTo>
                    <a:pt x="181" y="221"/>
                  </a:lnTo>
                  <a:lnTo>
                    <a:pt x="121" y="281"/>
                  </a:lnTo>
                  <a:lnTo>
                    <a:pt x="81" y="361"/>
                  </a:lnTo>
                  <a:lnTo>
                    <a:pt x="61" y="462"/>
                  </a:lnTo>
                  <a:lnTo>
                    <a:pt x="1" y="702"/>
                  </a:lnTo>
                  <a:lnTo>
                    <a:pt x="1" y="963"/>
                  </a:lnTo>
                  <a:lnTo>
                    <a:pt x="1" y="983"/>
                  </a:lnTo>
                  <a:lnTo>
                    <a:pt x="1" y="1264"/>
                  </a:lnTo>
                  <a:lnTo>
                    <a:pt x="41" y="1565"/>
                  </a:lnTo>
                  <a:lnTo>
                    <a:pt x="81" y="1845"/>
                  </a:lnTo>
                  <a:lnTo>
                    <a:pt x="161" y="2126"/>
                  </a:lnTo>
                  <a:lnTo>
                    <a:pt x="241" y="2367"/>
                  </a:lnTo>
                  <a:lnTo>
                    <a:pt x="341" y="2587"/>
                  </a:lnTo>
                  <a:lnTo>
                    <a:pt x="442" y="2748"/>
                  </a:lnTo>
                  <a:lnTo>
                    <a:pt x="502" y="2808"/>
                  </a:lnTo>
                  <a:lnTo>
                    <a:pt x="542" y="2848"/>
                  </a:lnTo>
                  <a:lnTo>
                    <a:pt x="662" y="2908"/>
                  </a:lnTo>
                  <a:lnTo>
                    <a:pt x="763" y="2928"/>
                  </a:lnTo>
                  <a:lnTo>
                    <a:pt x="843" y="2948"/>
                  </a:lnTo>
                  <a:lnTo>
                    <a:pt x="1083" y="2948"/>
                  </a:lnTo>
                  <a:lnTo>
                    <a:pt x="1224" y="2908"/>
                  </a:lnTo>
                  <a:lnTo>
                    <a:pt x="1344" y="2868"/>
                  </a:lnTo>
                  <a:lnTo>
                    <a:pt x="1464" y="2848"/>
                  </a:lnTo>
                  <a:lnTo>
                    <a:pt x="1525" y="2848"/>
                  </a:lnTo>
                  <a:lnTo>
                    <a:pt x="1605" y="2868"/>
                  </a:lnTo>
                  <a:lnTo>
                    <a:pt x="1785" y="2928"/>
                  </a:lnTo>
                  <a:lnTo>
                    <a:pt x="1725" y="2868"/>
                  </a:lnTo>
                  <a:lnTo>
                    <a:pt x="1625" y="2748"/>
                  </a:lnTo>
                  <a:lnTo>
                    <a:pt x="1525" y="2668"/>
                  </a:lnTo>
                  <a:lnTo>
                    <a:pt x="1324" y="2527"/>
                  </a:lnTo>
                  <a:lnTo>
                    <a:pt x="1244" y="2467"/>
                  </a:lnTo>
                  <a:lnTo>
                    <a:pt x="1164" y="2367"/>
                  </a:lnTo>
                  <a:lnTo>
                    <a:pt x="1083" y="2266"/>
                  </a:lnTo>
                  <a:lnTo>
                    <a:pt x="1023" y="2126"/>
                  </a:lnTo>
                  <a:lnTo>
                    <a:pt x="983" y="1966"/>
                  </a:lnTo>
                  <a:lnTo>
                    <a:pt x="943" y="1805"/>
                  </a:lnTo>
                  <a:lnTo>
                    <a:pt x="923" y="1464"/>
                  </a:lnTo>
                  <a:lnTo>
                    <a:pt x="923" y="1244"/>
                  </a:lnTo>
                  <a:lnTo>
                    <a:pt x="943" y="1043"/>
                  </a:lnTo>
                  <a:lnTo>
                    <a:pt x="1003" y="863"/>
                  </a:lnTo>
                  <a:lnTo>
                    <a:pt x="1083" y="682"/>
                  </a:lnTo>
                  <a:lnTo>
                    <a:pt x="1204" y="502"/>
                  </a:lnTo>
                  <a:lnTo>
                    <a:pt x="1324" y="361"/>
                  </a:lnTo>
                  <a:lnTo>
                    <a:pt x="1485" y="241"/>
                  </a:lnTo>
                  <a:lnTo>
                    <a:pt x="1665" y="141"/>
                  </a:lnTo>
                  <a:lnTo>
                    <a:pt x="1705" y="141"/>
                  </a:lnTo>
                  <a:lnTo>
                    <a:pt x="1765" y="121"/>
                  </a:lnTo>
                  <a:lnTo>
                    <a:pt x="1805" y="81"/>
                  </a:lnTo>
                  <a:lnTo>
                    <a:pt x="1825" y="40"/>
                  </a:lnTo>
                  <a:lnTo>
                    <a:pt x="1825" y="20"/>
                  </a:lnTo>
                  <a:lnTo>
                    <a:pt x="1825" y="0"/>
                  </a:lnTo>
                  <a:lnTo>
                    <a:pt x="1605" y="60"/>
                  </a:lnTo>
                  <a:lnTo>
                    <a:pt x="1444" y="81"/>
                  </a:lnTo>
                  <a:lnTo>
                    <a:pt x="1324" y="60"/>
                  </a:lnTo>
                  <a:lnTo>
                    <a:pt x="1184" y="40"/>
                  </a:lnTo>
                  <a:lnTo>
                    <a:pt x="1023" y="20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8903;p45"/>
            <p:cNvSpPr/>
            <p:nvPr/>
          </p:nvSpPr>
          <p:spPr>
            <a:xfrm>
              <a:off x="11391200" y="4053250"/>
              <a:ext cx="45650" cy="73725"/>
            </a:xfrm>
            <a:custGeom>
              <a:avLst/>
              <a:gdLst/>
              <a:ahLst/>
              <a:cxnLst/>
              <a:rect l="l" t="t" r="r" b="b"/>
              <a:pathLst>
                <a:path w="1826" h="2949" fill="none" extrusionOk="0">
                  <a:moveTo>
                    <a:pt x="843" y="0"/>
                  </a:moveTo>
                  <a:lnTo>
                    <a:pt x="843" y="0"/>
                  </a:lnTo>
                  <a:lnTo>
                    <a:pt x="702" y="0"/>
                  </a:lnTo>
                  <a:lnTo>
                    <a:pt x="542" y="40"/>
                  </a:lnTo>
                  <a:lnTo>
                    <a:pt x="402" y="81"/>
                  </a:lnTo>
                  <a:lnTo>
                    <a:pt x="241" y="161"/>
                  </a:lnTo>
                  <a:lnTo>
                    <a:pt x="241" y="161"/>
                  </a:lnTo>
                  <a:lnTo>
                    <a:pt x="181" y="221"/>
                  </a:lnTo>
                  <a:lnTo>
                    <a:pt x="121" y="281"/>
                  </a:lnTo>
                  <a:lnTo>
                    <a:pt x="81" y="361"/>
                  </a:lnTo>
                  <a:lnTo>
                    <a:pt x="61" y="462"/>
                  </a:lnTo>
                  <a:lnTo>
                    <a:pt x="1" y="702"/>
                  </a:lnTo>
                  <a:lnTo>
                    <a:pt x="1" y="963"/>
                  </a:lnTo>
                  <a:lnTo>
                    <a:pt x="1" y="963"/>
                  </a:lnTo>
                  <a:lnTo>
                    <a:pt x="1" y="983"/>
                  </a:lnTo>
                  <a:lnTo>
                    <a:pt x="1" y="983"/>
                  </a:lnTo>
                  <a:lnTo>
                    <a:pt x="1" y="1264"/>
                  </a:lnTo>
                  <a:lnTo>
                    <a:pt x="41" y="1565"/>
                  </a:lnTo>
                  <a:lnTo>
                    <a:pt x="81" y="1845"/>
                  </a:lnTo>
                  <a:lnTo>
                    <a:pt x="161" y="2126"/>
                  </a:lnTo>
                  <a:lnTo>
                    <a:pt x="241" y="2367"/>
                  </a:lnTo>
                  <a:lnTo>
                    <a:pt x="341" y="2587"/>
                  </a:lnTo>
                  <a:lnTo>
                    <a:pt x="442" y="2748"/>
                  </a:lnTo>
                  <a:lnTo>
                    <a:pt x="502" y="2808"/>
                  </a:lnTo>
                  <a:lnTo>
                    <a:pt x="542" y="2848"/>
                  </a:lnTo>
                  <a:lnTo>
                    <a:pt x="542" y="2848"/>
                  </a:lnTo>
                  <a:lnTo>
                    <a:pt x="662" y="2908"/>
                  </a:lnTo>
                  <a:lnTo>
                    <a:pt x="763" y="2928"/>
                  </a:lnTo>
                  <a:lnTo>
                    <a:pt x="843" y="2948"/>
                  </a:lnTo>
                  <a:lnTo>
                    <a:pt x="943" y="2948"/>
                  </a:lnTo>
                  <a:lnTo>
                    <a:pt x="943" y="2948"/>
                  </a:lnTo>
                  <a:lnTo>
                    <a:pt x="1083" y="2948"/>
                  </a:lnTo>
                  <a:lnTo>
                    <a:pt x="1224" y="2908"/>
                  </a:lnTo>
                  <a:lnTo>
                    <a:pt x="1344" y="2868"/>
                  </a:lnTo>
                  <a:lnTo>
                    <a:pt x="1464" y="2848"/>
                  </a:lnTo>
                  <a:lnTo>
                    <a:pt x="1464" y="2848"/>
                  </a:lnTo>
                  <a:lnTo>
                    <a:pt x="1525" y="2848"/>
                  </a:lnTo>
                  <a:lnTo>
                    <a:pt x="1605" y="2868"/>
                  </a:lnTo>
                  <a:lnTo>
                    <a:pt x="1785" y="2928"/>
                  </a:lnTo>
                  <a:lnTo>
                    <a:pt x="1785" y="2928"/>
                  </a:lnTo>
                  <a:lnTo>
                    <a:pt x="1725" y="2868"/>
                  </a:lnTo>
                  <a:lnTo>
                    <a:pt x="1725" y="2868"/>
                  </a:lnTo>
                  <a:lnTo>
                    <a:pt x="1625" y="2748"/>
                  </a:lnTo>
                  <a:lnTo>
                    <a:pt x="1525" y="2668"/>
                  </a:lnTo>
                  <a:lnTo>
                    <a:pt x="1324" y="2527"/>
                  </a:lnTo>
                  <a:lnTo>
                    <a:pt x="1244" y="2467"/>
                  </a:lnTo>
                  <a:lnTo>
                    <a:pt x="1164" y="2367"/>
                  </a:lnTo>
                  <a:lnTo>
                    <a:pt x="1083" y="2266"/>
                  </a:lnTo>
                  <a:lnTo>
                    <a:pt x="1023" y="2126"/>
                  </a:lnTo>
                  <a:lnTo>
                    <a:pt x="1023" y="2126"/>
                  </a:lnTo>
                  <a:lnTo>
                    <a:pt x="983" y="1966"/>
                  </a:lnTo>
                  <a:lnTo>
                    <a:pt x="943" y="1805"/>
                  </a:lnTo>
                  <a:lnTo>
                    <a:pt x="923" y="1464"/>
                  </a:lnTo>
                  <a:lnTo>
                    <a:pt x="923" y="1464"/>
                  </a:lnTo>
                  <a:lnTo>
                    <a:pt x="923" y="1244"/>
                  </a:lnTo>
                  <a:lnTo>
                    <a:pt x="943" y="1043"/>
                  </a:lnTo>
                  <a:lnTo>
                    <a:pt x="1003" y="863"/>
                  </a:lnTo>
                  <a:lnTo>
                    <a:pt x="1083" y="682"/>
                  </a:lnTo>
                  <a:lnTo>
                    <a:pt x="1204" y="502"/>
                  </a:lnTo>
                  <a:lnTo>
                    <a:pt x="1324" y="361"/>
                  </a:lnTo>
                  <a:lnTo>
                    <a:pt x="1485" y="241"/>
                  </a:lnTo>
                  <a:lnTo>
                    <a:pt x="1665" y="141"/>
                  </a:lnTo>
                  <a:lnTo>
                    <a:pt x="1665" y="141"/>
                  </a:lnTo>
                  <a:lnTo>
                    <a:pt x="1705" y="141"/>
                  </a:lnTo>
                  <a:lnTo>
                    <a:pt x="1705" y="141"/>
                  </a:lnTo>
                  <a:lnTo>
                    <a:pt x="1765" y="121"/>
                  </a:lnTo>
                  <a:lnTo>
                    <a:pt x="1805" y="81"/>
                  </a:lnTo>
                  <a:lnTo>
                    <a:pt x="1805" y="81"/>
                  </a:lnTo>
                  <a:lnTo>
                    <a:pt x="1825" y="40"/>
                  </a:lnTo>
                  <a:lnTo>
                    <a:pt x="1825" y="20"/>
                  </a:lnTo>
                  <a:lnTo>
                    <a:pt x="1825" y="0"/>
                  </a:lnTo>
                  <a:lnTo>
                    <a:pt x="1825" y="0"/>
                  </a:lnTo>
                  <a:lnTo>
                    <a:pt x="1825" y="0"/>
                  </a:lnTo>
                  <a:lnTo>
                    <a:pt x="1605" y="60"/>
                  </a:lnTo>
                  <a:lnTo>
                    <a:pt x="1444" y="81"/>
                  </a:lnTo>
                  <a:lnTo>
                    <a:pt x="1444" y="81"/>
                  </a:lnTo>
                  <a:lnTo>
                    <a:pt x="1324" y="60"/>
                  </a:lnTo>
                  <a:lnTo>
                    <a:pt x="1184" y="40"/>
                  </a:lnTo>
                  <a:lnTo>
                    <a:pt x="1023" y="20"/>
                  </a:lnTo>
                  <a:lnTo>
                    <a:pt x="84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8904;p45"/>
            <p:cNvSpPr/>
            <p:nvPr/>
          </p:nvSpPr>
          <p:spPr>
            <a:xfrm>
              <a:off x="10716375" y="4375625"/>
              <a:ext cx="540475" cy="391075"/>
            </a:xfrm>
            <a:custGeom>
              <a:avLst/>
              <a:gdLst/>
              <a:ahLst/>
              <a:cxnLst/>
              <a:rect l="l" t="t" r="r" b="b"/>
              <a:pathLst>
                <a:path w="21619" h="15643" extrusionOk="0">
                  <a:moveTo>
                    <a:pt x="5635" y="0"/>
                  </a:moveTo>
                  <a:lnTo>
                    <a:pt x="5214" y="20"/>
                  </a:lnTo>
                  <a:lnTo>
                    <a:pt x="4793" y="61"/>
                  </a:lnTo>
                  <a:lnTo>
                    <a:pt x="4392" y="121"/>
                  </a:lnTo>
                  <a:lnTo>
                    <a:pt x="4011" y="201"/>
                  </a:lnTo>
                  <a:lnTo>
                    <a:pt x="3630" y="301"/>
                  </a:lnTo>
                  <a:lnTo>
                    <a:pt x="3269" y="442"/>
                  </a:lnTo>
                  <a:lnTo>
                    <a:pt x="2908" y="582"/>
                  </a:lnTo>
                  <a:lnTo>
                    <a:pt x="2567" y="762"/>
                  </a:lnTo>
                  <a:lnTo>
                    <a:pt x="2246" y="963"/>
                  </a:lnTo>
                  <a:lnTo>
                    <a:pt x="1945" y="1164"/>
                  </a:lnTo>
                  <a:lnTo>
                    <a:pt x="1665" y="1404"/>
                  </a:lnTo>
                  <a:lnTo>
                    <a:pt x="1404" y="1665"/>
                  </a:lnTo>
                  <a:lnTo>
                    <a:pt x="1143" y="1946"/>
                  </a:lnTo>
                  <a:lnTo>
                    <a:pt x="923" y="2247"/>
                  </a:lnTo>
                  <a:lnTo>
                    <a:pt x="722" y="2567"/>
                  </a:lnTo>
                  <a:lnTo>
                    <a:pt x="542" y="2908"/>
                  </a:lnTo>
                  <a:lnTo>
                    <a:pt x="381" y="3269"/>
                  </a:lnTo>
                  <a:lnTo>
                    <a:pt x="241" y="3650"/>
                  </a:lnTo>
                  <a:lnTo>
                    <a:pt x="141" y="4051"/>
                  </a:lnTo>
                  <a:lnTo>
                    <a:pt x="60" y="4453"/>
                  </a:lnTo>
                  <a:lnTo>
                    <a:pt x="20" y="4894"/>
                  </a:lnTo>
                  <a:lnTo>
                    <a:pt x="0" y="5355"/>
                  </a:lnTo>
                  <a:lnTo>
                    <a:pt x="20" y="5816"/>
                  </a:lnTo>
                  <a:lnTo>
                    <a:pt x="80" y="6277"/>
                  </a:lnTo>
                  <a:lnTo>
                    <a:pt x="181" y="6759"/>
                  </a:lnTo>
                  <a:lnTo>
                    <a:pt x="301" y="7220"/>
                  </a:lnTo>
                  <a:lnTo>
                    <a:pt x="461" y="7681"/>
                  </a:lnTo>
                  <a:lnTo>
                    <a:pt x="662" y="8143"/>
                  </a:lnTo>
                  <a:lnTo>
                    <a:pt x="883" y="8624"/>
                  </a:lnTo>
                  <a:lnTo>
                    <a:pt x="1143" y="9065"/>
                  </a:lnTo>
                  <a:lnTo>
                    <a:pt x="1424" y="9526"/>
                  </a:lnTo>
                  <a:lnTo>
                    <a:pt x="1725" y="9968"/>
                  </a:lnTo>
                  <a:lnTo>
                    <a:pt x="2046" y="10409"/>
                  </a:lnTo>
                  <a:lnTo>
                    <a:pt x="2387" y="10830"/>
                  </a:lnTo>
                  <a:lnTo>
                    <a:pt x="2748" y="11251"/>
                  </a:lnTo>
                  <a:lnTo>
                    <a:pt x="3149" y="11652"/>
                  </a:lnTo>
                  <a:lnTo>
                    <a:pt x="3530" y="12053"/>
                  </a:lnTo>
                  <a:lnTo>
                    <a:pt x="3951" y="12434"/>
                  </a:lnTo>
                  <a:lnTo>
                    <a:pt x="4372" y="12795"/>
                  </a:lnTo>
                  <a:lnTo>
                    <a:pt x="4793" y="13136"/>
                  </a:lnTo>
                  <a:lnTo>
                    <a:pt x="5234" y="13477"/>
                  </a:lnTo>
                  <a:lnTo>
                    <a:pt x="5676" y="13778"/>
                  </a:lnTo>
                  <a:lnTo>
                    <a:pt x="6137" y="14079"/>
                  </a:lnTo>
                  <a:lnTo>
                    <a:pt x="6578" y="14339"/>
                  </a:lnTo>
                  <a:lnTo>
                    <a:pt x="7039" y="14600"/>
                  </a:lnTo>
                  <a:lnTo>
                    <a:pt x="7481" y="14821"/>
                  </a:lnTo>
                  <a:lnTo>
                    <a:pt x="7922" y="15021"/>
                  </a:lnTo>
                  <a:lnTo>
                    <a:pt x="8363" y="15202"/>
                  </a:lnTo>
                  <a:lnTo>
                    <a:pt x="8804" y="15342"/>
                  </a:lnTo>
                  <a:lnTo>
                    <a:pt x="9225" y="15462"/>
                  </a:lnTo>
                  <a:lnTo>
                    <a:pt x="9626" y="15543"/>
                  </a:lnTo>
                  <a:lnTo>
                    <a:pt x="10027" y="15603"/>
                  </a:lnTo>
                  <a:lnTo>
                    <a:pt x="10408" y="15643"/>
                  </a:lnTo>
                  <a:lnTo>
                    <a:pt x="10789" y="15643"/>
                  </a:lnTo>
                  <a:lnTo>
                    <a:pt x="11050" y="15603"/>
                  </a:lnTo>
                  <a:lnTo>
                    <a:pt x="11331" y="15563"/>
                  </a:lnTo>
                  <a:lnTo>
                    <a:pt x="11612" y="15503"/>
                  </a:lnTo>
                  <a:lnTo>
                    <a:pt x="11892" y="15442"/>
                  </a:lnTo>
                  <a:lnTo>
                    <a:pt x="12494" y="15262"/>
                  </a:lnTo>
                  <a:lnTo>
                    <a:pt x="13116" y="15021"/>
                  </a:lnTo>
                  <a:lnTo>
                    <a:pt x="13738" y="14740"/>
                  </a:lnTo>
                  <a:lnTo>
                    <a:pt x="14379" y="14420"/>
                  </a:lnTo>
                  <a:lnTo>
                    <a:pt x="15001" y="14039"/>
                  </a:lnTo>
                  <a:lnTo>
                    <a:pt x="15643" y="13637"/>
                  </a:lnTo>
                  <a:lnTo>
                    <a:pt x="16164" y="13277"/>
                  </a:lnTo>
                  <a:lnTo>
                    <a:pt x="16706" y="12895"/>
                  </a:lnTo>
                  <a:lnTo>
                    <a:pt x="17207" y="12514"/>
                  </a:lnTo>
                  <a:lnTo>
                    <a:pt x="17708" y="12093"/>
                  </a:lnTo>
                  <a:lnTo>
                    <a:pt x="18190" y="11672"/>
                  </a:lnTo>
                  <a:lnTo>
                    <a:pt x="18651" y="11251"/>
                  </a:lnTo>
                  <a:lnTo>
                    <a:pt x="19092" y="10830"/>
                  </a:lnTo>
                  <a:lnTo>
                    <a:pt x="19513" y="10389"/>
                  </a:lnTo>
                  <a:lnTo>
                    <a:pt x="19894" y="9947"/>
                  </a:lnTo>
                  <a:lnTo>
                    <a:pt x="20235" y="9526"/>
                  </a:lnTo>
                  <a:lnTo>
                    <a:pt x="20556" y="9105"/>
                  </a:lnTo>
                  <a:lnTo>
                    <a:pt x="20837" y="8684"/>
                  </a:lnTo>
                  <a:lnTo>
                    <a:pt x="21077" y="8283"/>
                  </a:lnTo>
                  <a:lnTo>
                    <a:pt x="21278" y="7902"/>
                  </a:lnTo>
                  <a:lnTo>
                    <a:pt x="21418" y="7521"/>
                  </a:lnTo>
                  <a:lnTo>
                    <a:pt x="21519" y="7180"/>
                  </a:lnTo>
                  <a:lnTo>
                    <a:pt x="21579" y="6779"/>
                  </a:lnTo>
                  <a:lnTo>
                    <a:pt x="21619" y="6398"/>
                  </a:lnTo>
                  <a:lnTo>
                    <a:pt x="21619" y="6037"/>
                  </a:lnTo>
                  <a:lnTo>
                    <a:pt x="21599" y="5676"/>
                  </a:lnTo>
                  <a:lnTo>
                    <a:pt x="21539" y="5315"/>
                  </a:lnTo>
                  <a:lnTo>
                    <a:pt x="21458" y="4954"/>
                  </a:lnTo>
                  <a:lnTo>
                    <a:pt x="21358" y="4613"/>
                  </a:lnTo>
                  <a:lnTo>
                    <a:pt x="21238" y="4292"/>
                  </a:lnTo>
                  <a:lnTo>
                    <a:pt x="21077" y="3951"/>
                  </a:lnTo>
                  <a:lnTo>
                    <a:pt x="20917" y="3650"/>
                  </a:lnTo>
                  <a:lnTo>
                    <a:pt x="20737" y="3350"/>
                  </a:lnTo>
                  <a:lnTo>
                    <a:pt x="20536" y="3049"/>
                  </a:lnTo>
                  <a:lnTo>
                    <a:pt x="20315" y="2768"/>
                  </a:lnTo>
                  <a:lnTo>
                    <a:pt x="20095" y="2487"/>
                  </a:lnTo>
                  <a:lnTo>
                    <a:pt x="19854" y="2226"/>
                  </a:lnTo>
                  <a:lnTo>
                    <a:pt x="19593" y="1986"/>
                  </a:lnTo>
                  <a:lnTo>
                    <a:pt x="19333" y="1745"/>
                  </a:lnTo>
                  <a:lnTo>
                    <a:pt x="19072" y="1525"/>
                  </a:lnTo>
                  <a:lnTo>
                    <a:pt x="18791" y="1324"/>
                  </a:lnTo>
                  <a:lnTo>
                    <a:pt x="18510" y="1123"/>
                  </a:lnTo>
                  <a:lnTo>
                    <a:pt x="18230" y="943"/>
                  </a:lnTo>
                  <a:lnTo>
                    <a:pt x="17949" y="783"/>
                  </a:lnTo>
                  <a:lnTo>
                    <a:pt x="17668" y="642"/>
                  </a:lnTo>
                  <a:lnTo>
                    <a:pt x="17387" y="502"/>
                  </a:lnTo>
                  <a:lnTo>
                    <a:pt x="17127" y="381"/>
                  </a:lnTo>
                  <a:lnTo>
                    <a:pt x="16846" y="281"/>
                  </a:lnTo>
                  <a:lnTo>
                    <a:pt x="16585" y="201"/>
                  </a:lnTo>
                  <a:lnTo>
                    <a:pt x="16325" y="141"/>
                  </a:lnTo>
                  <a:lnTo>
                    <a:pt x="16084" y="101"/>
                  </a:lnTo>
                  <a:lnTo>
                    <a:pt x="15863" y="81"/>
                  </a:lnTo>
                  <a:lnTo>
                    <a:pt x="15643" y="61"/>
                  </a:lnTo>
                  <a:lnTo>
                    <a:pt x="15442" y="81"/>
                  </a:lnTo>
                  <a:lnTo>
                    <a:pt x="15101" y="121"/>
                  </a:lnTo>
                  <a:lnTo>
                    <a:pt x="14800" y="201"/>
                  </a:lnTo>
                  <a:lnTo>
                    <a:pt x="14480" y="321"/>
                  </a:lnTo>
                  <a:lnTo>
                    <a:pt x="14179" y="442"/>
                  </a:lnTo>
                  <a:lnTo>
                    <a:pt x="13898" y="602"/>
                  </a:lnTo>
                  <a:lnTo>
                    <a:pt x="13617" y="742"/>
                  </a:lnTo>
                  <a:lnTo>
                    <a:pt x="13076" y="1063"/>
                  </a:lnTo>
                  <a:lnTo>
                    <a:pt x="12815" y="1204"/>
                  </a:lnTo>
                  <a:lnTo>
                    <a:pt x="12554" y="1344"/>
                  </a:lnTo>
                  <a:lnTo>
                    <a:pt x="12274" y="1464"/>
                  </a:lnTo>
                  <a:lnTo>
                    <a:pt x="11993" y="1545"/>
                  </a:lnTo>
                  <a:lnTo>
                    <a:pt x="11712" y="1605"/>
                  </a:lnTo>
                  <a:lnTo>
                    <a:pt x="11431" y="1625"/>
                  </a:lnTo>
                  <a:lnTo>
                    <a:pt x="11110" y="1605"/>
                  </a:lnTo>
                  <a:lnTo>
                    <a:pt x="10789" y="1545"/>
                  </a:lnTo>
                  <a:lnTo>
                    <a:pt x="10429" y="1404"/>
                  </a:lnTo>
                  <a:lnTo>
                    <a:pt x="10068" y="1224"/>
                  </a:lnTo>
                  <a:lnTo>
                    <a:pt x="9626" y="983"/>
                  </a:lnTo>
                  <a:lnTo>
                    <a:pt x="9165" y="783"/>
                  </a:lnTo>
                  <a:lnTo>
                    <a:pt x="8724" y="602"/>
                  </a:lnTo>
                  <a:lnTo>
                    <a:pt x="8263" y="442"/>
                  </a:lnTo>
                  <a:lnTo>
                    <a:pt x="7821" y="301"/>
                  </a:lnTo>
                  <a:lnTo>
                    <a:pt x="7380" y="201"/>
                  </a:lnTo>
                  <a:lnTo>
                    <a:pt x="6939" y="101"/>
                  </a:lnTo>
                  <a:lnTo>
                    <a:pt x="6498" y="41"/>
                  </a:lnTo>
                  <a:lnTo>
                    <a:pt x="6057" y="20"/>
                  </a:lnTo>
                  <a:lnTo>
                    <a:pt x="56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8905;p45"/>
            <p:cNvSpPr/>
            <p:nvPr/>
          </p:nvSpPr>
          <p:spPr>
            <a:xfrm>
              <a:off x="10716375" y="4375625"/>
              <a:ext cx="540475" cy="391075"/>
            </a:xfrm>
            <a:custGeom>
              <a:avLst/>
              <a:gdLst/>
              <a:ahLst/>
              <a:cxnLst/>
              <a:rect l="l" t="t" r="r" b="b"/>
              <a:pathLst>
                <a:path w="21619" h="15643" fill="none" extrusionOk="0">
                  <a:moveTo>
                    <a:pt x="21519" y="7180"/>
                  </a:moveTo>
                  <a:lnTo>
                    <a:pt x="21519" y="7180"/>
                  </a:lnTo>
                  <a:lnTo>
                    <a:pt x="21418" y="7521"/>
                  </a:lnTo>
                  <a:lnTo>
                    <a:pt x="21278" y="7902"/>
                  </a:lnTo>
                  <a:lnTo>
                    <a:pt x="21077" y="8283"/>
                  </a:lnTo>
                  <a:lnTo>
                    <a:pt x="20837" y="8684"/>
                  </a:lnTo>
                  <a:lnTo>
                    <a:pt x="20556" y="9105"/>
                  </a:lnTo>
                  <a:lnTo>
                    <a:pt x="20235" y="9526"/>
                  </a:lnTo>
                  <a:lnTo>
                    <a:pt x="19894" y="9947"/>
                  </a:lnTo>
                  <a:lnTo>
                    <a:pt x="19513" y="10389"/>
                  </a:lnTo>
                  <a:lnTo>
                    <a:pt x="19092" y="10830"/>
                  </a:lnTo>
                  <a:lnTo>
                    <a:pt x="18651" y="11251"/>
                  </a:lnTo>
                  <a:lnTo>
                    <a:pt x="18190" y="11672"/>
                  </a:lnTo>
                  <a:lnTo>
                    <a:pt x="17708" y="12093"/>
                  </a:lnTo>
                  <a:lnTo>
                    <a:pt x="17207" y="12514"/>
                  </a:lnTo>
                  <a:lnTo>
                    <a:pt x="16706" y="12895"/>
                  </a:lnTo>
                  <a:lnTo>
                    <a:pt x="16164" y="13277"/>
                  </a:lnTo>
                  <a:lnTo>
                    <a:pt x="15643" y="13637"/>
                  </a:lnTo>
                  <a:lnTo>
                    <a:pt x="15643" y="13637"/>
                  </a:lnTo>
                  <a:lnTo>
                    <a:pt x="15001" y="14039"/>
                  </a:lnTo>
                  <a:lnTo>
                    <a:pt x="14379" y="14420"/>
                  </a:lnTo>
                  <a:lnTo>
                    <a:pt x="13738" y="14740"/>
                  </a:lnTo>
                  <a:lnTo>
                    <a:pt x="13116" y="15021"/>
                  </a:lnTo>
                  <a:lnTo>
                    <a:pt x="12494" y="15262"/>
                  </a:lnTo>
                  <a:lnTo>
                    <a:pt x="11892" y="15442"/>
                  </a:lnTo>
                  <a:lnTo>
                    <a:pt x="11612" y="15503"/>
                  </a:lnTo>
                  <a:lnTo>
                    <a:pt x="11331" y="15563"/>
                  </a:lnTo>
                  <a:lnTo>
                    <a:pt x="11050" y="15603"/>
                  </a:lnTo>
                  <a:lnTo>
                    <a:pt x="10789" y="15643"/>
                  </a:lnTo>
                  <a:lnTo>
                    <a:pt x="10789" y="15643"/>
                  </a:lnTo>
                  <a:lnTo>
                    <a:pt x="10408" y="15643"/>
                  </a:lnTo>
                  <a:lnTo>
                    <a:pt x="10027" y="15603"/>
                  </a:lnTo>
                  <a:lnTo>
                    <a:pt x="9626" y="15543"/>
                  </a:lnTo>
                  <a:lnTo>
                    <a:pt x="9225" y="15462"/>
                  </a:lnTo>
                  <a:lnTo>
                    <a:pt x="8804" y="15342"/>
                  </a:lnTo>
                  <a:lnTo>
                    <a:pt x="8363" y="15202"/>
                  </a:lnTo>
                  <a:lnTo>
                    <a:pt x="7922" y="15021"/>
                  </a:lnTo>
                  <a:lnTo>
                    <a:pt x="7481" y="14821"/>
                  </a:lnTo>
                  <a:lnTo>
                    <a:pt x="7039" y="14600"/>
                  </a:lnTo>
                  <a:lnTo>
                    <a:pt x="6578" y="14339"/>
                  </a:lnTo>
                  <a:lnTo>
                    <a:pt x="6137" y="14079"/>
                  </a:lnTo>
                  <a:lnTo>
                    <a:pt x="5676" y="13778"/>
                  </a:lnTo>
                  <a:lnTo>
                    <a:pt x="5234" y="13477"/>
                  </a:lnTo>
                  <a:lnTo>
                    <a:pt x="4793" y="13136"/>
                  </a:lnTo>
                  <a:lnTo>
                    <a:pt x="4372" y="12795"/>
                  </a:lnTo>
                  <a:lnTo>
                    <a:pt x="3951" y="12434"/>
                  </a:lnTo>
                  <a:lnTo>
                    <a:pt x="3530" y="12053"/>
                  </a:lnTo>
                  <a:lnTo>
                    <a:pt x="3149" y="11652"/>
                  </a:lnTo>
                  <a:lnTo>
                    <a:pt x="2748" y="11251"/>
                  </a:lnTo>
                  <a:lnTo>
                    <a:pt x="2387" y="10830"/>
                  </a:lnTo>
                  <a:lnTo>
                    <a:pt x="2046" y="10409"/>
                  </a:lnTo>
                  <a:lnTo>
                    <a:pt x="1725" y="9968"/>
                  </a:lnTo>
                  <a:lnTo>
                    <a:pt x="1424" y="9526"/>
                  </a:lnTo>
                  <a:lnTo>
                    <a:pt x="1143" y="9065"/>
                  </a:lnTo>
                  <a:lnTo>
                    <a:pt x="883" y="8624"/>
                  </a:lnTo>
                  <a:lnTo>
                    <a:pt x="662" y="8143"/>
                  </a:lnTo>
                  <a:lnTo>
                    <a:pt x="461" y="7681"/>
                  </a:lnTo>
                  <a:lnTo>
                    <a:pt x="301" y="7220"/>
                  </a:lnTo>
                  <a:lnTo>
                    <a:pt x="181" y="6759"/>
                  </a:lnTo>
                  <a:lnTo>
                    <a:pt x="80" y="6277"/>
                  </a:lnTo>
                  <a:lnTo>
                    <a:pt x="20" y="5816"/>
                  </a:lnTo>
                  <a:lnTo>
                    <a:pt x="0" y="5355"/>
                  </a:lnTo>
                  <a:lnTo>
                    <a:pt x="0" y="5355"/>
                  </a:lnTo>
                  <a:lnTo>
                    <a:pt x="20" y="4894"/>
                  </a:lnTo>
                  <a:lnTo>
                    <a:pt x="60" y="4453"/>
                  </a:lnTo>
                  <a:lnTo>
                    <a:pt x="141" y="4051"/>
                  </a:lnTo>
                  <a:lnTo>
                    <a:pt x="241" y="3650"/>
                  </a:lnTo>
                  <a:lnTo>
                    <a:pt x="381" y="3269"/>
                  </a:lnTo>
                  <a:lnTo>
                    <a:pt x="542" y="2908"/>
                  </a:lnTo>
                  <a:lnTo>
                    <a:pt x="722" y="2567"/>
                  </a:lnTo>
                  <a:lnTo>
                    <a:pt x="923" y="2247"/>
                  </a:lnTo>
                  <a:lnTo>
                    <a:pt x="1143" y="1946"/>
                  </a:lnTo>
                  <a:lnTo>
                    <a:pt x="1404" y="1665"/>
                  </a:lnTo>
                  <a:lnTo>
                    <a:pt x="1665" y="1404"/>
                  </a:lnTo>
                  <a:lnTo>
                    <a:pt x="1945" y="1164"/>
                  </a:lnTo>
                  <a:lnTo>
                    <a:pt x="2246" y="963"/>
                  </a:lnTo>
                  <a:lnTo>
                    <a:pt x="2567" y="762"/>
                  </a:lnTo>
                  <a:lnTo>
                    <a:pt x="2908" y="582"/>
                  </a:lnTo>
                  <a:lnTo>
                    <a:pt x="3269" y="442"/>
                  </a:lnTo>
                  <a:lnTo>
                    <a:pt x="3630" y="301"/>
                  </a:lnTo>
                  <a:lnTo>
                    <a:pt x="4011" y="201"/>
                  </a:lnTo>
                  <a:lnTo>
                    <a:pt x="4392" y="121"/>
                  </a:lnTo>
                  <a:lnTo>
                    <a:pt x="4793" y="61"/>
                  </a:lnTo>
                  <a:lnTo>
                    <a:pt x="5214" y="20"/>
                  </a:lnTo>
                  <a:lnTo>
                    <a:pt x="5635" y="0"/>
                  </a:lnTo>
                  <a:lnTo>
                    <a:pt x="6057" y="20"/>
                  </a:lnTo>
                  <a:lnTo>
                    <a:pt x="6498" y="41"/>
                  </a:lnTo>
                  <a:lnTo>
                    <a:pt x="6939" y="101"/>
                  </a:lnTo>
                  <a:lnTo>
                    <a:pt x="7380" y="201"/>
                  </a:lnTo>
                  <a:lnTo>
                    <a:pt x="7821" y="301"/>
                  </a:lnTo>
                  <a:lnTo>
                    <a:pt x="8263" y="442"/>
                  </a:lnTo>
                  <a:lnTo>
                    <a:pt x="8724" y="602"/>
                  </a:lnTo>
                  <a:lnTo>
                    <a:pt x="9165" y="783"/>
                  </a:lnTo>
                  <a:lnTo>
                    <a:pt x="9626" y="983"/>
                  </a:lnTo>
                  <a:lnTo>
                    <a:pt x="10068" y="1224"/>
                  </a:lnTo>
                  <a:lnTo>
                    <a:pt x="10068" y="1224"/>
                  </a:lnTo>
                  <a:lnTo>
                    <a:pt x="10429" y="1404"/>
                  </a:lnTo>
                  <a:lnTo>
                    <a:pt x="10789" y="1545"/>
                  </a:lnTo>
                  <a:lnTo>
                    <a:pt x="11110" y="1605"/>
                  </a:lnTo>
                  <a:lnTo>
                    <a:pt x="11431" y="1625"/>
                  </a:lnTo>
                  <a:lnTo>
                    <a:pt x="11712" y="1605"/>
                  </a:lnTo>
                  <a:lnTo>
                    <a:pt x="11993" y="1545"/>
                  </a:lnTo>
                  <a:lnTo>
                    <a:pt x="12274" y="1464"/>
                  </a:lnTo>
                  <a:lnTo>
                    <a:pt x="12554" y="1344"/>
                  </a:lnTo>
                  <a:lnTo>
                    <a:pt x="12815" y="1204"/>
                  </a:lnTo>
                  <a:lnTo>
                    <a:pt x="13076" y="1063"/>
                  </a:lnTo>
                  <a:lnTo>
                    <a:pt x="13617" y="742"/>
                  </a:lnTo>
                  <a:lnTo>
                    <a:pt x="13898" y="602"/>
                  </a:lnTo>
                  <a:lnTo>
                    <a:pt x="14179" y="442"/>
                  </a:lnTo>
                  <a:lnTo>
                    <a:pt x="14480" y="321"/>
                  </a:lnTo>
                  <a:lnTo>
                    <a:pt x="14800" y="201"/>
                  </a:lnTo>
                  <a:lnTo>
                    <a:pt x="14800" y="201"/>
                  </a:lnTo>
                  <a:lnTo>
                    <a:pt x="15101" y="121"/>
                  </a:lnTo>
                  <a:lnTo>
                    <a:pt x="15442" y="81"/>
                  </a:lnTo>
                  <a:lnTo>
                    <a:pt x="15442" y="81"/>
                  </a:lnTo>
                  <a:lnTo>
                    <a:pt x="15643" y="61"/>
                  </a:lnTo>
                  <a:lnTo>
                    <a:pt x="15863" y="81"/>
                  </a:lnTo>
                  <a:lnTo>
                    <a:pt x="16084" y="101"/>
                  </a:lnTo>
                  <a:lnTo>
                    <a:pt x="16325" y="141"/>
                  </a:lnTo>
                  <a:lnTo>
                    <a:pt x="16585" y="201"/>
                  </a:lnTo>
                  <a:lnTo>
                    <a:pt x="16846" y="281"/>
                  </a:lnTo>
                  <a:lnTo>
                    <a:pt x="17127" y="381"/>
                  </a:lnTo>
                  <a:lnTo>
                    <a:pt x="17387" y="502"/>
                  </a:lnTo>
                  <a:lnTo>
                    <a:pt x="17668" y="642"/>
                  </a:lnTo>
                  <a:lnTo>
                    <a:pt x="17949" y="783"/>
                  </a:lnTo>
                  <a:lnTo>
                    <a:pt x="18230" y="943"/>
                  </a:lnTo>
                  <a:lnTo>
                    <a:pt x="18510" y="1123"/>
                  </a:lnTo>
                  <a:lnTo>
                    <a:pt x="18791" y="1324"/>
                  </a:lnTo>
                  <a:lnTo>
                    <a:pt x="19072" y="1525"/>
                  </a:lnTo>
                  <a:lnTo>
                    <a:pt x="19333" y="1745"/>
                  </a:lnTo>
                  <a:lnTo>
                    <a:pt x="19593" y="1986"/>
                  </a:lnTo>
                  <a:lnTo>
                    <a:pt x="19854" y="2226"/>
                  </a:lnTo>
                  <a:lnTo>
                    <a:pt x="20095" y="2487"/>
                  </a:lnTo>
                  <a:lnTo>
                    <a:pt x="20315" y="2768"/>
                  </a:lnTo>
                  <a:lnTo>
                    <a:pt x="20536" y="3049"/>
                  </a:lnTo>
                  <a:lnTo>
                    <a:pt x="20737" y="3350"/>
                  </a:lnTo>
                  <a:lnTo>
                    <a:pt x="20917" y="3650"/>
                  </a:lnTo>
                  <a:lnTo>
                    <a:pt x="21077" y="3951"/>
                  </a:lnTo>
                  <a:lnTo>
                    <a:pt x="21238" y="4292"/>
                  </a:lnTo>
                  <a:lnTo>
                    <a:pt x="21358" y="4613"/>
                  </a:lnTo>
                  <a:lnTo>
                    <a:pt x="21458" y="4954"/>
                  </a:lnTo>
                  <a:lnTo>
                    <a:pt x="21539" y="5315"/>
                  </a:lnTo>
                  <a:lnTo>
                    <a:pt x="21599" y="5676"/>
                  </a:lnTo>
                  <a:lnTo>
                    <a:pt x="21619" y="6037"/>
                  </a:lnTo>
                  <a:lnTo>
                    <a:pt x="21619" y="6398"/>
                  </a:lnTo>
                  <a:lnTo>
                    <a:pt x="21579" y="6779"/>
                  </a:lnTo>
                  <a:lnTo>
                    <a:pt x="21519" y="718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8906;p45"/>
            <p:cNvSpPr/>
            <p:nvPr/>
          </p:nvSpPr>
          <p:spPr>
            <a:xfrm>
              <a:off x="10747950" y="4450325"/>
              <a:ext cx="223625" cy="276775"/>
            </a:xfrm>
            <a:custGeom>
              <a:avLst/>
              <a:gdLst/>
              <a:ahLst/>
              <a:cxnLst/>
              <a:rect l="l" t="t" r="r" b="b"/>
              <a:pathLst>
                <a:path w="8945" h="11071" extrusionOk="0">
                  <a:moveTo>
                    <a:pt x="2527" y="1"/>
                  </a:moveTo>
                  <a:lnTo>
                    <a:pt x="2287" y="21"/>
                  </a:lnTo>
                  <a:lnTo>
                    <a:pt x="2066" y="81"/>
                  </a:lnTo>
                  <a:lnTo>
                    <a:pt x="1826" y="141"/>
                  </a:lnTo>
                  <a:lnTo>
                    <a:pt x="1585" y="221"/>
                  </a:lnTo>
                  <a:lnTo>
                    <a:pt x="1364" y="321"/>
                  </a:lnTo>
                  <a:lnTo>
                    <a:pt x="1144" y="422"/>
                  </a:lnTo>
                  <a:lnTo>
                    <a:pt x="963" y="542"/>
                  </a:lnTo>
                  <a:lnTo>
                    <a:pt x="783" y="662"/>
                  </a:lnTo>
                  <a:lnTo>
                    <a:pt x="642" y="803"/>
                  </a:lnTo>
                  <a:lnTo>
                    <a:pt x="502" y="963"/>
                  </a:lnTo>
                  <a:lnTo>
                    <a:pt x="382" y="1124"/>
                  </a:lnTo>
                  <a:lnTo>
                    <a:pt x="281" y="1284"/>
                  </a:lnTo>
                  <a:lnTo>
                    <a:pt x="201" y="1444"/>
                  </a:lnTo>
                  <a:lnTo>
                    <a:pt x="121" y="1625"/>
                  </a:lnTo>
                  <a:lnTo>
                    <a:pt x="81" y="1825"/>
                  </a:lnTo>
                  <a:lnTo>
                    <a:pt x="41" y="2006"/>
                  </a:lnTo>
                  <a:lnTo>
                    <a:pt x="21" y="2207"/>
                  </a:lnTo>
                  <a:lnTo>
                    <a:pt x="1" y="2427"/>
                  </a:lnTo>
                  <a:lnTo>
                    <a:pt x="1" y="2628"/>
                  </a:lnTo>
                  <a:lnTo>
                    <a:pt x="21" y="2848"/>
                  </a:lnTo>
                  <a:lnTo>
                    <a:pt x="101" y="3289"/>
                  </a:lnTo>
                  <a:lnTo>
                    <a:pt x="221" y="3751"/>
                  </a:lnTo>
                  <a:lnTo>
                    <a:pt x="402" y="4232"/>
                  </a:lnTo>
                  <a:lnTo>
                    <a:pt x="602" y="4713"/>
                  </a:lnTo>
                  <a:lnTo>
                    <a:pt x="843" y="5195"/>
                  </a:lnTo>
                  <a:lnTo>
                    <a:pt x="1144" y="5696"/>
                  </a:lnTo>
                  <a:lnTo>
                    <a:pt x="1445" y="6177"/>
                  </a:lnTo>
                  <a:lnTo>
                    <a:pt x="1806" y="6659"/>
                  </a:lnTo>
                  <a:lnTo>
                    <a:pt x="2166" y="7140"/>
                  </a:lnTo>
                  <a:lnTo>
                    <a:pt x="2568" y="7601"/>
                  </a:lnTo>
                  <a:lnTo>
                    <a:pt x="2969" y="8042"/>
                  </a:lnTo>
                  <a:lnTo>
                    <a:pt x="3390" y="8484"/>
                  </a:lnTo>
                  <a:lnTo>
                    <a:pt x="3831" y="8885"/>
                  </a:lnTo>
                  <a:lnTo>
                    <a:pt x="4272" y="9266"/>
                  </a:lnTo>
                  <a:lnTo>
                    <a:pt x="4733" y="9627"/>
                  </a:lnTo>
                  <a:lnTo>
                    <a:pt x="5195" y="9948"/>
                  </a:lnTo>
                  <a:lnTo>
                    <a:pt x="5636" y="10248"/>
                  </a:lnTo>
                  <a:lnTo>
                    <a:pt x="6077" y="10489"/>
                  </a:lnTo>
                  <a:lnTo>
                    <a:pt x="6518" y="10710"/>
                  </a:lnTo>
                  <a:lnTo>
                    <a:pt x="6939" y="10870"/>
                  </a:lnTo>
                  <a:lnTo>
                    <a:pt x="7361" y="10990"/>
                  </a:lnTo>
                  <a:lnTo>
                    <a:pt x="7561" y="11031"/>
                  </a:lnTo>
                  <a:lnTo>
                    <a:pt x="7762" y="11051"/>
                  </a:lnTo>
                  <a:lnTo>
                    <a:pt x="7942" y="11071"/>
                  </a:lnTo>
                  <a:lnTo>
                    <a:pt x="8123" y="11071"/>
                  </a:lnTo>
                  <a:lnTo>
                    <a:pt x="8303" y="11051"/>
                  </a:lnTo>
                  <a:lnTo>
                    <a:pt x="8464" y="11031"/>
                  </a:lnTo>
                  <a:lnTo>
                    <a:pt x="8544" y="10990"/>
                  </a:lnTo>
                  <a:lnTo>
                    <a:pt x="8624" y="10950"/>
                  </a:lnTo>
                  <a:lnTo>
                    <a:pt x="8684" y="10890"/>
                  </a:lnTo>
                  <a:lnTo>
                    <a:pt x="8744" y="10810"/>
                  </a:lnTo>
                  <a:lnTo>
                    <a:pt x="8805" y="10710"/>
                  </a:lnTo>
                  <a:lnTo>
                    <a:pt x="8845" y="10609"/>
                  </a:lnTo>
                  <a:lnTo>
                    <a:pt x="8905" y="10349"/>
                  </a:lnTo>
                  <a:lnTo>
                    <a:pt x="8945" y="10048"/>
                  </a:lnTo>
                  <a:lnTo>
                    <a:pt x="8945" y="9707"/>
                  </a:lnTo>
                  <a:lnTo>
                    <a:pt x="8925" y="9306"/>
                  </a:lnTo>
                  <a:lnTo>
                    <a:pt x="8885" y="8885"/>
                  </a:lnTo>
                  <a:lnTo>
                    <a:pt x="8805" y="8423"/>
                  </a:lnTo>
                  <a:lnTo>
                    <a:pt x="8704" y="7942"/>
                  </a:lnTo>
                  <a:lnTo>
                    <a:pt x="8584" y="7421"/>
                  </a:lnTo>
                  <a:lnTo>
                    <a:pt x="8444" y="6899"/>
                  </a:lnTo>
                  <a:lnTo>
                    <a:pt x="8263" y="6358"/>
                  </a:lnTo>
                  <a:lnTo>
                    <a:pt x="8063" y="5816"/>
                  </a:lnTo>
                  <a:lnTo>
                    <a:pt x="7862" y="5275"/>
                  </a:lnTo>
                  <a:lnTo>
                    <a:pt x="7621" y="4713"/>
                  </a:lnTo>
                  <a:lnTo>
                    <a:pt x="7361" y="4192"/>
                  </a:lnTo>
                  <a:lnTo>
                    <a:pt x="7080" y="3650"/>
                  </a:lnTo>
                  <a:lnTo>
                    <a:pt x="6799" y="3149"/>
                  </a:lnTo>
                  <a:lnTo>
                    <a:pt x="6478" y="2648"/>
                  </a:lnTo>
                  <a:lnTo>
                    <a:pt x="6137" y="2186"/>
                  </a:lnTo>
                  <a:lnTo>
                    <a:pt x="5796" y="1765"/>
                  </a:lnTo>
                  <a:lnTo>
                    <a:pt x="5435" y="1364"/>
                  </a:lnTo>
                  <a:lnTo>
                    <a:pt x="5054" y="1003"/>
                  </a:lnTo>
                  <a:lnTo>
                    <a:pt x="4673" y="702"/>
                  </a:lnTo>
                  <a:lnTo>
                    <a:pt x="4473" y="562"/>
                  </a:lnTo>
                  <a:lnTo>
                    <a:pt x="4272" y="442"/>
                  </a:lnTo>
                  <a:lnTo>
                    <a:pt x="4052" y="341"/>
                  </a:lnTo>
                  <a:lnTo>
                    <a:pt x="3851" y="241"/>
                  </a:lnTo>
                  <a:lnTo>
                    <a:pt x="3630" y="161"/>
                  </a:lnTo>
                  <a:lnTo>
                    <a:pt x="3410" y="101"/>
                  </a:lnTo>
                  <a:lnTo>
                    <a:pt x="3189" y="41"/>
                  </a:lnTo>
                  <a:lnTo>
                    <a:pt x="2969" y="21"/>
                  </a:lnTo>
                  <a:lnTo>
                    <a:pt x="274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8907;p45"/>
            <p:cNvSpPr/>
            <p:nvPr/>
          </p:nvSpPr>
          <p:spPr>
            <a:xfrm>
              <a:off x="10747950" y="4450325"/>
              <a:ext cx="223625" cy="276775"/>
            </a:xfrm>
            <a:custGeom>
              <a:avLst/>
              <a:gdLst/>
              <a:ahLst/>
              <a:cxnLst/>
              <a:rect l="l" t="t" r="r" b="b"/>
              <a:pathLst>
                <a:path w="8945" h="11071" fill="none" extrusionOk="0">
                  <a:moveTo>
                    <a:pt x="8464" y="11031"/>
                  </a:moveTo>
                  <a:lnTo>
                    <a:pt x="8464" y="11031"/>
                  </a:lnTo>
                  <a:lnTo>
                    <a:pt x="8544" y="10990"/>
                  </a:lnTo>
                  <a:lnTo>
                    <a:pt x="8624" y="10950"/>
                  </a:lnTo>
                  <a:lnTo>
                    <a:pt x="8684" y="10890"/>
                  </a:lnTo>
                  <a:lnTo>
                    <a:pt x="8744" y="10810"/>
                  </a:lnTo>
                  <a:lnTo>
                    <a:pt x="8805" y="10710"/>
                  </a:lnTo>
                  <a:lnTo>
                    <a:pt x="8845" y="10609"/>
                  </a:lnTo>
                  <a:lnTo>
                    <a:pt x="8905" y="10349"/>
                  </a:lnTo>
                  <a:lnTo>
                    <a:pt x="8945" y="10048"/>
                  </a:lnTo>
                  <a:lnTo>
                    <a:pt x="8945" y="9707"/>
                  </a:lnTo>
                  <a:lnTo>
                    <a:pt x="8925" y="9306"/>
                  </a:lnTo>
                  <a:lnTo>
                    <a:pt x="8885" y="8885"/>
                  </a:lnTo>
                  <a:lnTo>
                    <a:pt x="8805" y="8423"/>
                  </a:lnTo>
                  <a:lnTo>
                    <a:pt x="8704" y="7942"/>
                  </a:lnTo>
                  <a:lnTo>
                    <a:pt x="8584" y="7421"/>
                  </a:lnTo>
                  <a:lnTo>
                    <a:pt x="8444" y="6899"/>
                  </a:lnTo>
                  <a:lnTo>
                    <a:pt x="8263" y="6358"/>
                  </a:lnTo>
                  <a:lnTo>
                    <a:pt x="8063" y="5816"/>
                  </a:lnTo>
                  <a:lnTo>
                    <a:pt x="7862" y="5275"/>
                  </a:lnTo>
                  <a:lnTo>
                    <a:pt x="7621" y="4713"/>
                  </a:lnTo>
                  <a:lnTo>
                    <a:pt x="7361" y="4192"/>
                  </a:lnTo>
                  <a:lnTo>
                    <a:pt x="7080" y="3650"/>
                  </a:lnTo>
                  <a:lnTo>
                    <a:pt x="6799" y="3149"/>
                  </a:lnTo>
                  <a:lnTo>
                    <a:pt x="6478" y="2648"/>
                  </a:lnTo>
                  <a:lnTo>
                    <a:pt x="6137" y="2186"/>
                  </a:lnTo>
                  <a:lnTo>
                    <a:pt x="5796" y="1765"/>
                  </a:lnTo>
                  <a:lnTo>
                    <a:pt x="5435" y="1364"/>
                  </a:lnTo>
                  <a:lnTo>
                    <a:pt x="5054" y="1003"/>
                  </a:lnTo>
                  <a:lnTo>
                    <a:pt x="4673" y="702"/>
                  </a:lnTo>
                  <a:lnTo>
                    <a:pt x="4473" y="562"/>
                  </a:lnTo>
                  <a:lnTo>
                    <a:pt x="4272" y="442"/>
                  </a:lnTo>
                  <a:lnTo>
                    <a:pt x="4052" y="341"/>
                  </a:lnTo>
                  <a:lnTo>
                    <a:pt x="3851" y="241"/>
                  </a:lnTo>
                  <a:lnTo>
                    <a:pt x="3630" y="161"/>
                  </a:lnTo>
                  <a:lnTo>
                    <a:pt x="3410" y="101"/>
                  </a:lnTo>
                  <a:lnTo>
                    <a:pt x="3189" y="41"/>
                  </a:lnTo>
                  <a:lnTo>
                    <a:pt x="2969" y="21"/>
                  </a:lnTo>
                  <a:lnTo>
                    <a:pt x="2748" y="1"/>
                  </a:lnTo>
                  <a:lnTo>
                    <a:pt x="2527" y="1"/>
                  </a:lnTo>
                  <a:lnTo>
                    <a:pt x="2287" y="21"/>
                  </a:lnTo>
                  <a:lnTo>
                    <a:pt x="2066" y="81"/>
                  </a:lnTo>
                  <a:lnTo>
                    <a:pt x="1826" y="141"/>
                  </a:lnTo>
                  <a:lnTo>
                    <a:pt x="1585" y="221"/>
                  </a:lnTo>
                  <a:lnTo>
                    <a:pt x="1585" y="221"/>
                  </a:lnTo>
                  <a:lnTo>
                    <a:pt x="1364" y="321"/>
                  </a:lnTo>
                  <a:lnTo>
                    <a:pt x="1144" y="422"/>
                  </a:lnTo>
                  <a:lnTo>
                    <a:pt x="963" y="542"/>
                  </a:lnTo>
                  <a:lnTo>
                    <a:pt x="783" y="662"/>
                  </a:lnTo>
                  <a:lnTo>
                    <a:pt x="642" y="803"/>
                  </a:lnTo>
                  <a:lnTo>
                    <a:pt x="502" y="963"/>
                  </a:lnTo>
                  <a:lnTo>
                    <a:pt x="382" y="1124"/>
                  </a:lnTo>
                  <a:lnTo>
                    <a:pt x="281" y="1284"/>
                  </a:lnTo>
                  <a:lnTo>
                    <a:pt x="201" y="1444"/>
                  </a:lnTo>
                  <a:lnTo>
                    <a:pt x="121" y="1625"/>
                  </a:lnTo>
                  <a:lnTo>
                    <a:pt x="81" y="1825"/>
                  </a:lnTo>
                  <a:lnTo>
                    <a:pt x="41" y="2006"/>
                  </a:lnTo>
                  <a:lnTo>
                    <a:pt x="21" y="2207"/>
                  </a:lnTo>
                  <a:lnTo>
                    <a:pt x="1" y="2427"/>
                  </a:lnTo>
                  <a:lnTo>
                    <a:pt x="1" y="2628"/>
                  </a:lnTo>
                  <a:lnTo>
                    <a:pt x="21" y="2848"/>
                  </a:lnTo>
                  <a:lnTo>
                    <a:pt x="101" y="3289"/>
                  </a:lnTo>
                  <a:lnTo>
                    <a:pt x="221" y="3751"/>
                  </a:lnTo>
                  <a:lnTo>
                    <a:pt x="402" y="4232"/>
                  </a:lnTo>
                  <a:lnTo>
                    <a:pt x="602" y="4713"/>
                  </a:lnTo>
                  <a:lnTo>
                    <a:pt x="843" y="5195"/>
                  </a:lnTo>
                  <a:lnTo>
                    <a:pt x="1144" y="5696"/>
                  </a:lnTo>
                  <a:lnTo>
                    <a:pt x="1445" y="6177"/>
                  </a:lnTo>
                  <a:lnTo>
                    <a:pt x="1806" y="6659"/>
                  </a:lnTo>
                  <a:lnTo>
                    <a:pt x="2166" y="7140"/>
                  </a:lnTo>
                  <a:lnTo>
                    <a:pt x="2568" y="7601"/>
                  </a:lnTo>
                  <a:lnTo>
                    <a:pt x="2969" y="8042"/>
                  </a:lnTo>
                  <a:lnTo>
                    <a:pt x="3390" y="8484"/>
                  </a:lnTo>
                  <a:lnTo>
                    <a:pt x="3831" y="8885"/>
                  </a:lnTo>
                  <a:lnTo>
                    <a:pt x="4272" y="9266"/>
                  </a:lnTo>
                  <a:lnTo>
                    <a:pt x="4733" y="9627"/>
                  </a:lnTo>
                  <a:lnTo>
                    <a:pt x="5195" y="9948"/>
                  </a:lnTo>
                  <a:lnTo>
                    <a:pt x="5636" y="10248"/>
                  </a:lnTo>
                  <a:lnTo>
                    <a:pt x="6077" y="10489"/>
                  </a:lnTo>
                  <a:lnTo>
                    <a:pt x="6518" y="10710"/>
                  </a:lnTo>
                  <a:lnTo>
                    <a:pt x="6939" y="10870"/>
                  </a:lnTo>
                  <a:lnTo>
                    <a:pt x="7361" y="10990"/>
                  </a:lnTo>
                  <a:lnTo>
                    <a:pt x="7561" y="11031"/>
                  </a:lnTo>
                  <a:lnTo>
                    <a:pt x="7762" y="11051"/>
                  </a:lnTo>
                  <a:lnTo>
                    <a:pt x="7942" y="11071"/>
                  </a:lnTo>
                  <a:lnTo>
                    <a:pt x="8123" y="11071"/>
                  </a:lnTo>
                  <a:lnTo>
                    <a:pt x="8303" y="11051"/>
                  </a:lnTo>
                  <a:lnTo>
                    <a:pt x="8464" y="1103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8908;p45"/>
            <p:cNvSpPr/>
            <p:nvPr/>
          </p:nvSpPr>
          <p:spPr>
            <a:xfrm>
              <a:off x="10920425" y="4417225"/>
              <a:ext cx="334925" cy="312375"/>
            </a:xfrm>
            <a:custGeom>
              <a:avLst/>
              <a:gdLst/>
              <a:ahLst/>
              <a:cxnLst/>
              <a:rect l="l" t="t" r="r" b="b"/>
              <a:pathLst>
                <a:path w="13397" h="12495" extrusionOk="0">
                  <a:moveTo>
                    <a:pt x="462" y="1"/>
                  </a:moveTo>
                  <a:lnTo>
                    <a:pt x="61" y="21"/>
                  </a:lnTo>
                  <a:lnTo>
                    <a:pt x="221" y="141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0" y="522"/>
                  </a:lnTo>
                  <a:lnTo>
                    <a:pt x="40" y="542"/>
                  </a:lnTo>
                  <a:lnTo>
                    <a:pt x="61" y="562"/>
                  </a:lnTo>
                  <a:lnTo>
                    <a:pt x="81" y="542"/>
                  </a:lnTo>
                  <a:lnTo>
                    <a:pt x="101" y="522"/>
                  </a:lnTo>
                  <a:lnTo>
                    <a:pt x="341" y="242"/>
                  </a:lnTo>
                  <a:lnTo>
                    <a:pt x="582" y="442"/>
                  </a:lnTo>
                  <a:lnTo>
                    <a:pt x="281" y="663"/>
                  </a:lnTo>
                  <a:lnTo>
                    <a:pt x="261" y="703"/>
                  </a:lnTo>
                  <a:lnTo>
                    <a:pt x="261" y="743"/>
                  </a:lnTo>
                  <a:lnTo>
                    <a:pt x="281" y="783"/>
                  </a:lnTo>
                  <a:lnTo>
                    <a:pt x="321" y="803"/>
                  </a:lnTo>
                  <a:lnTo>
                    <a:pt x="341" y="783"/>
                  </a:lnTo>
                  <a:lnTo>
                    <a:pt x="742" y="562"/>
                  </a:lnTo>
                  <a:lnTo>
                    <a:pt x="1003" y="803"/>
                  </a:lnTo>
                  <a:lnTo>
                    <a:pt x="1244" y="1024"/>
                  </a:lnTo>
                  <a:lnTo>
                    <a:pt x="1705" y="1545"/>
                  </a:lnTo>
                  <a:lnTo>
                    <a:pt x="2146" y="2067"/>
                  </a:lnTo>
                  <a:lnTo>
                    <a:pt x="2567" y="2628"/>
                  </a:lnTo>
                  <a:lnTo>
                    <a:pt x="2948" y="3210"/>
                  </a:lnTo>
                  <a:lnTo>
                    <a:pt x="3289" y="3771"/>
                  </a:lnTo>
                  <a:lnTo>
                    <a:pt x="3590" y="4333"/>
                  </a:lnTo>
                  <a:lnTo>
                    <a:pt x="3851" y="4894"/>
                  </a:lnTo>
                  <a:lnTo>
                    <a:pt x="4071" y="5416"/>
                  </a:lnTo>
                  <a:lnTo>
                    <a:pt x="4272" y="5937"/>
                  </a:lnTo>
                  <a:lnTo>
                    <a:pt x="4452" y="6479"/>
                  </a:lnTo>
                  <a:lnTo>
                    <a:pt x="4593" y="7020"/>
                  </a:lnTo>
                  <a:lnTo>
                    <a:pt x="4593" y="7020"/>
                  </a:lnTo>
                  <a:lnTo>
                    <a:pt x="4292" y="7000"/>
                  </a:lnTo>
                  <a:lnTo>
                    <a:pt x="3971" y="6980"/>
                  </a:lnTo>
                  <a:lnTo>
                    <a:pt x="3951" y="6980"/>
                  </a:lnTo>
                  <a:lnTo>
                    <a:pt x="3931" y="7000"/>
                  </a:lnTo>
                  <a:lnTo>
                    <a:pt x="3931" y="7040"/>
                  </a:lnTo>
                  <a:lnTo>
                    <a:pt x="3951" y="7060"/>
                  </a:lnTo>
                  <a:lnTo>
                    <a:pt x="4553" y="7180"/>
                  </a:lnTo>
                  <a:lnTo>
                    <a:pt x="4312" y="7421"/>
                  </a:lnTo>
                  <a:lnTo>
                    <a:pt x="4051" y="7642"/>
                  </a:lnTo>
                  <a:lnTo>
                    <a:pt x="4031" y="7662"/>
                  </a:lnTo>
                  <a:lnTo>
                    <a:pt x="4051" y="7682"/>
                  </a:lnTo>
                  <a:lnTo>
                    <a:pt x="4051" y="7702"/>
                  </a:lnTo>
                  <a:lnTo>
                    <a:pt x="4112" y="7702"/>
                  </a:lnTo>
                  <a:lnTo>
                    <a:pt x="4673" y="7321"/>
                  </a:lnTo>
                  <a:lnTo>
                    <a:pt x="4793" y="7862"/>
                  </a:lnTo>
                  <a:lnTo>
                    <a:pt x="4874" y="8404"/>
                  </a:lnTo>
                  <a:lnTo>
                    <a:pt x="4954" y="8945"/>
                  </a:lnTo>
                  <a:lnTo>
                    <a:pt x="4994" y="9507"/>
                  </a:lnTo>
                  <a:lnTo>
                    <a:pt x="5014" y="10048"/>
                  </a:lnTo>
                  <a:lnTo>
                    <a:pt x="5034" y="10610"/>
                  </a:lnTo>
                  <a:lnTo>
                    <a:pt x="5014" y="11171"/>
                  </a:lnTo>
                  <a:lnTo>
                    <a:pt x="4974" y="11733"/>
                  </a:lnTo>
                  <a:lnTo>
                    <a:pt x="4593" y="11753"/>
                  </a:lnTo>
                  <a:lnTo>
                    <a:pt x="4553" y="11773"/>
                  </a:lnTo>
                  <a:lnTo>
                    <a:pt x="4553" y="11793"/>
                  </a:lnTo>
                  <a:lnTo>
                    <a:pt x="4553" y="11833"/>
                  </a:lnTo>
                  <a:lnTo>
                    <a:pt x="4593" y="11853"/>
                  </a:lnTo>
                  <a:lnTo>
                    <a:pt x="4974" y="11873"/>
                  </a:lnTo>
                  <a:lnTo>
                    <a:pt x="4894" y="12495"/>
                  </a:lnTo>
                  <a:lnTo>
                    <a:pt x="4894" y="12495"/>
                  </a:lnTo>
                  <a:lnTo>
                    <a:pt x="5134" y="12475"/>
                  </a:lnTo>
                  <a:lnTo>
                    <a:pt x="5235" y="11893"/>
                  </a:lnTo>
                  <a:lnTo>
                    <a:pt x="5275" y="11893"/>
                  </a:lnTo>
                  <a:lnTo>
                    <a:pt x="5315" y="11873"/>
                  </a:lnTo>
                  <a:lnTo>
                    <a:pt x="5335" y="11853"/>
                  </a:lnTo>
                  <a:lnTo>
                    <a:pt x="5355" y="11793"/>
                  </a:lnTo>
                  <a:lnTo>
                    <a:pt x="5335" y="11733"/>
                  </a:lnTo>
                  <a:lnTo>
                    <a:pt x="5315" y="11713"/>
                  </a:lnTo>
                  <a:lnTo>
                    <a:pt x="5255" y="11713"/>
                  </a:lnTo>
                  <a:lnTo>
                    <a:pt x="5295" y="11312"/>
                  </a:lnTo>
                  <a:lnTo>
                    <a:pt x="5315" y="10931"/>
                  </a:lnTo>
                  <a:lnTo>
                    <a:pt x="5335" y="10530"/>
                  </a:lnTo>
                  <a:lnTo>
                    <a:pt x="5335" y="10128"/>
                  </a:lnTo>
                  <a:lnTo>
                    <a:pt x="5355" y="10169"/>
                  </a:lnTo>
                  <a:lnTo>
                    <a:pt x="5395" y="10189"/>
                  </a:lnTo>
                  <a:lnTo>
                    <a:pt x="5435" y="10189"/>
                  </a:lnTo>
                  <a:lnTo>
                    <a:pt x="6037" y="9868"/>
                  </a:lnTo>
                  <a:lnTo>
                    <a:pt x="6638" y="9547"/>
                  </a:lnTo>
                  <a:lnTo>
                    <a:pt x="7260" y="9206"/>
                  </a:lnTo>
                  <a:lnTo>
                    <a:pt x="7842" y="8845"/>
                  </a:lnTo>
                  <a:lnTo>
                    <a:pt x="7862" y="8965"/>
                  </a:lnTo>
                  <a:lnTo>
                    <a:pt x="7862" y="9106"/>
                  </a:lnTo>
                  <a:lnTo>
                    <a:pt x="7902" y="9146"/>
                  </a:lnTo>
                  <a:lnTo>
                    <a:pt x="7942" y="9166"/>
                  </a:lnTo>
                  <a:lnTo>
                    <a:pt x="8002" y="9146"/>
                  </a:lnTo>
                  <a:lnTo>
                    <a:pt x="8042" y="9106"/>
                  </a:lnTo>
                  <a:lnTo>
                    <a:pt x="8082" y="9005"/>
                  </a:lnTo>
                  <a:lnTo>
                    <a:pt x="8082" y="8905"/>
                  </a:lnTo>
                  <a:lnTo>
                    <a:pt x="8082" y="8685"/>
                  </a:lnTo>
                  <a:lnTo>
                    <a:pt x="8423" y="8464"/>
                  </a:lnTo>
                  <a:lnTo>
                    <a:pt x="8443" y="8604"/>
                  </a:lnTo>
                  <a:lnTo>
                    <a:pt x="8483" y="8725"/>
                  </a:lnTo>
                  <a:lnTo>
                    <a:pt x="8524" y="8785"/>
                  </a:lnTo>
                  <a:lnTo>
                    <a:pt x="8584" y="8805"/>
                  </a:lnTo>
                  <a:lnTo>
                    <a:pt x="8644" y="8785"/>
                  </a:lnTo>
                  <a:lnTo>
                    <a:pt x="8684" y="8725"/>
                  </a:lnTo>
                  <a:lnTo>
                    <a:pt x="8704" y="8624"/>
                  </a:lnTo>
                  <a:lnTo>
                    <a:pt x="8684" y="8524"/>
                  </a:lnTo>
                  <a:lnTo>
                    <a:pt x="8684" y="8424"/>
                  </a:lnTo>
                  <a:lnTo>
                    <a:pt x="8644" y="8324"/>
                  </a:lnTo>
                  <a:lnTo>
                    <a:pt x="9366" y="7822"/>
                  </a:lnTo>
                  <a:lnTo>
                    <a:pt x="10088" y="7281"/>
                  </a:lnTo>
                  <a:lnTo>
                    <a:pt x="10790" y="6739"/>
                  </a:lnTo>
                  <a:lnTo>
                    <a:pt x="11472" y="6178"/>
                  </a:lnTo>
                  <a:lnTo>
                    <a:pt x="11632" y="6378"/>
                  </a:lnTo>
                  <a:lnTo>
                    <a:pt x="11672" y="6398"/>
                  </a:lnTo>
                  <a:lnTo>
                    <a:pt x="11772" y="6398"/>
                  </a:lnTo>
                  <a:lnTo>
                    <a:pt x="11833" y="6338"/>
                  </a:lnTo>
                  <a:lnTo>
                    <a:pt x="11853" y="6278"/>
                  </a:lnTo>
                  <a:lnTo>
                    <a:pt x="11833" y="6218"/>
                  </a:lnTo>
                  <a:lnTo>
                    <a:pt x="11672" y="5997"/>
                  </a:lnTo>
                  <a:lnTo>
                    <a:pt x="12254" y="5456"/>
                  </a:lnTo>
                  <a:lnTo>
                    <a:pt x="12815" y="4894"/>
                  </a:lnTo>
                  <a:lnTo>
                    <a:pt x="12795" y="5055"/>
                  </a:lnTo>
                  <a:lnTo>
                    <a:pt x="12795" y="5095"/>
                  </a:lnTo>
                  <a:lnTo>
                    <a:pt x="12815" y="5115"/>
                  </a:lnTo>
                  <a:lnTo>
                    <a:pt x="12855" y="5135"/>
                  </a:lnTo>
                  <a:lnTo>
                    <a:pt x="12875" y="5135"/>
                  </a:lnTo>
                  <a:lnTo>
                    <a:pt x="12935" y="5115"/>
                  </a:lnTo>
                  <a:lnTo>
                    <a:pt x="12976" y="5075"/>
                  </a:lnTo>
                  <a:lnTo>
                    <a:pt x="13016" y="4934"/>
                  </a:lnTo>
                  <a:lnTo>
                    <a:pt x="13036" y="4774"/>
                  </a:lnTo>
                  <a:lnTo>
                    <a:pt x="13256" y="4914"/>
                  </a:lnTo>
                  <a:lnTo>
                    <a:pt x="13337" y="4914"/>
                  </a:lnTo>
                  <a:lnTo>
                    <a:pt x="13357" y="4874"/>
                  </a:lnTo>
                  <a:lnTo>
                    <a:pt x="13377" y="4854"/>
                  </a:lnTo>
                  <a:lnTo>
                    <a:pt x="13337" y="4814"/>
                  </a:lnTo>
                  <a:lnTo>
                    <a:pt x="13216" y="4714"/>
                  </a:lnTo>
                  <a:lnTo>
                    <a:pt x="13076" y="4634"/>
                  </a:lnTo>
                  <a:lnTo>
                    <a:pt x="13377" y="4313"/>
                  </a:lnTo>
                  <a:lnTo>
                    <a:pt x="13397" y="4273"/>
                  </a:lnTo>
                  <a:lnTo>
                    <a:pt x="13397" y="4232"/>
                  </a:lnTo>
                  <a:lnTo>
                    <a:pt x="13357" y="4212"/>
                  </a:lnTo>
                  <a:lnTo>
                    <a:pt x="13337" y="4192"/>
                  </a:lnTo>
                  <a:lnTo>
                    <a:pt x="13276" y="4212"/>
                  </a:lnTo>
                  <a:lnTo>
                    <a:pt x="13056" y="4393"/>
                  </a:lnTo>
                  <a:lnTo>
                    <a:pt x="13016" y="4012"/>
                  </a:lnTo>
                  <a:lnTo>
                    <a:pt x="12996" y="3952"/>
                  </a:lnTo>
                  <a:lnTo>
                    <a:pt x="12956" y="3932"/>
                  </a:lnTo>
                  <a:lnTo>
                    <a:pt x="12915" y="3952"/>
                  </a:lnTo>
                  <a:lnTo>
                    <a:pt x="12895" y="4012"/>
                  </a:lnTo>
                  <a:lnTo>
                    <a:pt x="12895" y="4273"/>
                  </a:lnTo>
                  <a:lnTo>
                    <a:pt x="12855" y="4553"/>
                  </a:lnTo>
                  <a:lnTo>
                    <a:pt x="12514" y="4453"/>
                  </a:lnTo>
                  <a:lnTo>
                    <a:pt x="12494" y="4453"/>
                  </a:lnTo>
                  <a:lnTo>
                    <a:pt x="12494" y="4473"/>
                  </a:lnTo>
                  <a:lnTo>
                    <a:pt x="12494" y="4493"/>
                  </a:lnTo>
                  <a:lnTo>
                    <a:pt x="12494" y="4513"/>
                  </a:lnTo>
                  <a:lnTo>
                    <a:pt x="12635" y="4573"/>
                  </a:lnTo>
                  <a:lnTo>
                    <a:pt x="12775" y="4634"/>
                  </a:lnTo>
                  <a:lnTo>
                    <a:pt x="11431" y="5737"/>
                  </a:lnTo>
                  <a:lnTo>
                    <a:pt x="11171" y="5476"/>
                  </a:lnTo>
                  <a:lnTo>
                    <a:pt x="11131" y="5456"/>
                  </a:lnTo>
                  <a:lnTo>
                    <a:pt x="11090" y="5476"/>
                  </a:lnTo>
                  <a:lnTo>
                    <a:pt x="11070" y="5496"/>
                  </a:lnTo>
                  <a:lnTo>
                    <a:pt x="11050" y="5536"/>
                  </a:lnTo>
                  <a:lnTo>
                    <a:pt x="11070" y="5576"/>
                  </a:lnTo>
                  <a:lnTo>
                    <a:pt x="11271" y="5857"/>
                  </a:lnTo>
                  <a:lnTo>
                    <a:pt x="10308" y="6639"/>
                  </a:lnTo>
                  <a:lnTo>
                    <a:pt x="9827" y="7020"/>
                  </a:lnTo>
                  <a:lnTo>
                    <a:pt x="9346" y="7381"/>
                  </a:lnTo>
                  <a:lnTo>
                    <a:pt x="8443" y="8003"/>
                  </a:lnTo>
                  <a:lnTo>
                    <a:pt x="8323" y="7862"/>
                  </a:lnTo>
                  <a:lnTo>
                    <a:pt x="8203" y="7742"/>
                  </a:lnTo>
                  <a:lnTo>
                    <a:pt x="8163" y="7722"/>
                  </a:lnTo>
                  <a:lnTo>
                    <a:pt x="8122" y="7742"/>
                  </a:lnTo>
                  <a:lnTo>
                    <a:pt x="8102" y="7762"/>
                  </a:lnTo>
                  <a:lnTo>
                    <a:pt x="8102" y="7802"/>
                  </a:lnTo>
                  <a:lnTo>
                    <a:pt x="8122" y="7842"/>
                  </a:lnTo>
                  <a:lnTo>
                    <a:pt x="8223" y="7963"/>
                  </a:lnTo>
                  <a:lnTo>
                    <a:pt x="8303" y="8123"/>
                  </a:lnTo>
                  <a:lnTo>
                    <a:pt x="7982" y="8324"/>
                  </a:lnTo>
                  <a:lnTo>
                    <a:pt x="7902" y="8143"/>
                  </a:lnTo>
                  <a:lnTo>
                    <a:pt x="7802" y="7983"/>
                  </a:lnTo>
                  <a:lnTo>
                    <a:pt x="7781" y="7963"/>
                  </a:lnTo>
                  <a:lnTo>
                    <a:pt x="7741" y="7943"/>
                  </a:lnTo>
                  <a:lnTo>
                    <a:pt x="7701" y="7963"/>
                  </a:lnTo>
                  <a:lnTo>
                    <a:pt x="7661" y="7983"/>
                  </a:lnTo>
                  <a:lnTo>
                    <a:pt x="7661" y="8023"/>
                  </a:lnTo>
                  <a:lnTo>
                    <a:pt x="7661" y="8083"/>
                  </a:lnTo>
                  <a:lnTo>
                    <a:pt x="7741" y="8263"/>
                  </a:lnTo>
                  <a:lnTo>
                    <a:pt x="7802" y="8444"/>
                  </a:lnTo>
                  <a:lnTo>
                    <a:pt x="5355" y="10048"/>
                  </a:lnTo>
                  <a:lnTo>
                    <a:pt x="5335" y="10088"/>
                  </a:lnTo>
                  <a:lnTo>
                    <a:pt x="5295" y="9366"/>
                  </a:lnTo>
                  <a:lnTo>
                    <a:pt x="5215" y="8644"/>
                  </a:lnTo>
                  <a:lnTo>
                    <a:pt x="5094" y="7943"/>
                  </a:lnTo>
                  <a:lnTo>
                    <a:pt x="4934" y="7221"/>
                  </a:lnTo>
                  <a:lnTo>
                    <a:pt x="4934" y="7221"/>
                  </a:lnTo>
                  <a:lnTo>
                    <a:pt x="5054" y="7241"/>
                  </a:lnTo>
                  <a:lnTo>
                    <a:pt x="5154" y="7221"/>
                  </a:lnTo>
                  <a:lnTo>
                    <a:pt x="5215" y="7201"/>
                  </a:lnTo>
                  <a:lnTo>
                    <a:pt x="5235" y="7140"/>
                  </a:lnTo>
                  <a:lnTo>
                    <a:pt x="5235" y="7100"/>
                  </a:lnTo>
                  <a:lnTo>
                    <a:pt x="5215" y="7080"/>
                  </a:lnTo>
                  <a:lnTo>
                    <a:pt x="5174" y="7060"/>
                  </a:lnTo>
                  <a:lnTo>
                    <a:pt x="5014" y="7040"/>
                  </a:lnTo>
                  <a:lnTo>
                    <a:pt x="5215" y="6840"/>
                  </a:lnTo>
                  <a:lnTo>
                    <a:pt x="5395" y="6639"/>
                  </a:lnTo>
                  <a:lnTo>
                    <a:pt x="5415" y="6599"/>
                  </a:lnTo>
                  <a:lnTo>
                    <a:pt x="5395" y="6559"/>
                  </a:lnTo>
                  <a:lnTo>
                    <a:pt x="5375" y="6539"/>
                  </a:lnTo>
                  <a:lnTo>
                    <a:pt x="5335" y="6519"/>
                  </a:lnTo>
                  <a:lnTo>
                    <a:pt x="5295" y="6539"/>
                  </a:lnTo>
                  <a:lnTo>
                    <a:pt x="5074" y="6719"/>
                  </a:lnTo>
                  <a:lnTo>
                    <a:pt x="4854" y="6900"/>
                  </a:lnTo>
                  <a:lnTo>
                    <a:pt x="4673" y="6298"/>
                  </a:lnTo>
                  <a:lnTo>
                    <a:pt x="4473" y="5696"/>
                  </a:lnTo>
                  <a:lnTo>
                    <a:pt x="4232" y="5095"/>
                  </a:lnTo>
                  <a:lnTo>
                    <a:pt x="3971" y="4513"/>
                  </a:lnTo>
                  <a:lnTo>
                    <a:pt x="3710" y="3992"/>
                  </a:lnTo>
                  <a:lnTo>
                    <a:pt x="3390" y="3450"/>
                  </a:lnTo>
                  <a:lnTo>
                    <a:pt x="3069" y="2889"/>
                  </a:lnTo>
                  <a:lnTo>
                    <a:pt x="2708" y="2367"/>
                  </a:lnTo>
                  <a:lnTo>
                    <a:pt x="2307" y="1846"/>
                  </a:lnTo>
                  <a:lnTo>
                    <a:pt x="1885" y="1345"/>
                  </a:lnTo>
                  <a:lnTo>
                    <a:pt x="1424" y="883"/>
                  </a:lnTo>
                  <a:lnTo>
                    <a:pt x="1184" y="663"/>
                  </a:lnTo>
                  <a:lnTo>
                    <a:pt x="943" y="462"/>
                  </a:lnTo>
                  <a:lnTo>
                    <a:pt x="1123" y="362"/>
                  </a:lnTo>
                  <a:lnTo>
                    <a:pt x="1284" y="242"/>
                  </a:lnTo>
                  <a:lnTo>
                    <a:pt x="1304" y="222"/>
                  </a:lnTo>
                  <a:lnTo>
                    <a:pt x="1304" y="181"/>
                  </a:lnTo>
                  <a:lnTo>
                    <a:pt x="1284" y="141"/>
                  </a:lnTo>
                  <a:lnTo>
                    <a:pt x="1244" y="141"/>
                  </a:lnTo>
                  <a:lnTo>
                    <a:pt x="1123" y="161"/>
                  </a:lnTo>
                  <a:lnTo>
                    <a:pt x="1003" y="201"/>
                  </a:lnTo>
                  <a:lnTo>
                    <a:pt x="782" y="322"/>
                  </a:lnTo>
                  <a:lnTo>
                    <a:pt x="482" y="81"/>
                  </a:lnTo>
                  <a:lnTo>
                    <a:pt x="5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8909;p45"/>
            <p:cNvSpPr/>
            <p:nvPr/>
          </p:nvSpPr>
          <p:spPr>
            <a:xfrm>
              <a:off x="10716375" y="4375625"/>
              <a:ext cx="391075" cy="391075"/>
            </a:xfrm>
            <a:custGeom>
              <a:avLst/>
              <a:gdLst/>
              <a:ahLst/>
              <a:cxnLst/>
              <a:rect l="l" t="t" r="r" b="b"/>
              <a:pathLst>
                <a:path w="15643" h="15643" extrusionOk="0">
                  <a:moveTo>
                    <a:pt x="5656" y="0"/>
                  </a:moveTo>
                  <a:lnTo>
                    <a:pt x="5094" y="20"/>
                  </a:lnTo>
                  <a:lnTo>
                    <a:pt x="4532" y="101"/>
                  </a:lnTo>
                  <a:lnTo>
                    <a:pt x="3991" y="201"/>
                  </a:lnTo>
                  <a:lnTo>
                    <a:pt x="3470" y="361"/>
                  </a:lnTo>
                  <a:lnTo>
                    <a:pt x="3209" y="462"/>
                  </a:lnTo>
                  <a:lnTo>
                    <a:pt x="2968" y="562"/>
                  </a:lnTo>
                  <a:lnTo>
                    <a:pt x="2728" y="682"/>
                  </a:lnTo>
                  <a:lnTo>
                    <a:pt x="2507" y="803"/>
                  </a:lnTo>
                  <a:lnTo>
                    <a:pt x="2286" y="943"/>
                  </a:lnTo>
                  <a:lnTo>
                    <a:pt x="2066" y="1083"/>
                  </a:lnTo>
                  <a:lnTo>
                    <a:pt x="1865" y="1244"/>
                  </a:lnTo>
                  <a:lnTo>
                    <a:pt x="1665" y="1404"/>
                  </a:lnTo>
                  <a:lnTo>
                    <a:pt x="1484" y="1585"/>
                  </a:lnTo>
                  <a:lnTo>
                    <a:pt x="1304" y="1765"/>
                  </a:lnTo>
                  <a:lnTo>
                    <a:pt x="1143" y="1966"/>
                  </a:lnTo>
                  <a:lnTo>
                    <a:pt x="983" y="2166"/>
                  </a:lnTo>
                  <a:lnTo>
                    <a:pt x="842" y="2387"/>
                  </a:lnTo>
                  <a:lnTo>
                    <a:pt x="702" y="2607"/>
                  </a:lnTo>
                  <a:lnTo>
                    <a:pt x="582" y="2828"/>
                  </a:lnTo>
                  <a:lnTo>
                    <a:pt x="461" y="3089"/>
                  </a:lnTo>
                  <a:lnTo>
                    <a:pt x="361" y="3329"/>
                  </a:lnTo>
                  <a:lnTo>
                    <a:pt x="261" y="3590"/>
                  </a:lnTo>
                  <a:lnTo>
                    <a:pt x="181" y="3871"/>
                  </a:lnTo>
                  <a:lnTo>
                    <a:pt x="121" y="4152"/>
                  </a:lnTo>
                  <a:lnTo>
                    <a:pt x="80" y="4432"/>
                  </a:lnTo>
                  <a:lnTo>
                    <a:pt x="40" y="4733"/>
                  </a:lnTo>
                  <a:lnTo>
                    <a:pt x="20" y="5034"/>
                  </a:lnTo>
                  <a:lnTo>
                    <a:pt x="0" y="5355"/>
                  </a:lnTo>
                  <a:lnTo>
                    <a:pt x="0" y="5375"/>
                  </a:lnTo>
                  <a:lnTo>
                    <a:pt x="20" y="5836"/>
                  </a:lnTo>
                  <a:lnTo>
                    <a:pt x="80" y="6298"/>
                  </a:lnTo>
                  <a:lnTo>
                    <a:pt x="181" y="6739"/>
                  </a:lnTo>
                  <a:lnTo>
                    <a:pt x="301" y="7200"/>
                  </a:lnTo>
                  <a:lnTo>
                    <a:pt x="461" y="7661"/>
                  </a:lnTo>
                  <a:lnTo>
                    <a:pt x="642" y="8122"/>
                  </a:lnTo>
                  <a:lnTo>
                    <a:pt x="863" y="8564"/>
                  </a:lnTo>
                  <a:lnTo>
                    <a:pt x="1103" y="9025"/>
                  </a:lnTo>
                  <a:lnTo>
                    <a:pt x="1384" y="9466"/>
                  </a:lnTo>
                  <a:lnTo>
                    <a:pt x="1665" y="9887"/>
                  </a:lnTo>
                  <a:lnTo>
                    <a:pt x="1986" y="10328"/>
                  </a:lnTo>
                  <a:lnTo>
                    <a:pt x="2327" y="10750"/>
                  </a:lnTo>
                  <a:lnTo>
                    <a:pt x="2667" y="11151"/>
                  </a:lnTo>
                  <a:lnTo>
                    <a:pt x="3048" y="11552"/>
                  </a:lnTo>
                  <a:lnTo>
                    <a:pt x="3429" y="11953"/>
                  </a:lnTo>
                  <a:lnTo>
                    <a:pt x="3831" y="12314"/>
                  </a:lnTo>
                  <a:lnTo>
                    <a:pt x="4232" y="12675"/>
                  </a:lnTo>
                  <a:lnTo>
                    <a:pt x="4653" y="13016"/>
                  </a:lnTo>
                  <a:lnTo>
                    <a:pt x="5074" y="13357"/>
                  </a:lnTo>
                  <a:lnTo>
                    <a:pt x="5515" y="13658"/>
                  </a:lnTo>
                  <a:lnTo>
                    <a:pt x="5936" y="13958"/>
                  </a:lnTo>
                  <a:lnTo>
                    <a:pt x="6378" y="14239"/>
                  </a:lnTo>
                  <a:lnTo>
                    <a:pt x="6819" y="14480"/>
                  </a:lnTo>
                  <a:lnTo>
                    <a:pt x="7260" y="14720"/>
                  </a:lnTo>
                  <a:lnTo>
                    <a:pt x="7701" y="14921"/>
                  </a:lnTo>
                  <a:lnTo>
                    <a:pt x="8122" y="15101"/>
                  </a:lnTo>
                  <a:lnTo>
                    <a:pt x="8563" y="15262"/>
                  </a:lnTo>
                  <a:lnTo>
                    <a:pt x="8985" y="15402"/>
                  </a:lnTo>
                  <a:lnTo>
                    <a:pt x="9386" y="15503"/>
                  </a:lnTo>
                  <a:lnTo>
                    <a:pt x="9787" y="15583"/>
                  </a:lnTo>
                  <a:lnTo>
                    <a:pt x="10168" y="15623"/>
                  </a:lnTo>
                  <a:lnTo>
                    <a:pt x="10529" y="15643"/>
                  </a:lnTo>
                  <a:lnTo>
                    <a:pt x="10789" y="15643"/>
                  </a:lnTo>
                  <a:lnTo>
                    <a:pt x="11050" y="15603"/>
                  </a:lnTo>
                  <a:lnTo>
                    <a:pt x="11331" y="15563"/>
                  </a:lnTo>
                  <a:lnTo>
                    <a:pt x="11612" y="15503"/>
                  </a:lnTo>
                  <a:lnTo>
                    <a:pt x="11892" y="15442"/>
                  </a:lnTo>
                  <a:lnTo>
                    <a:pt x="12494" y="15262"/>
                  </a:lnTo>
                  <a:lnTo>
                    <a:pt x="13116" y="15021"/>
                  </a:lnTo>
                  <a:lnTo>
                    <a:pt x="13738" y="14740"/>
                  </a:lnTo>
                  <a:lnTo>
                    <a:pt x="14379" y="14420"/>
                  </a:lnTo>
                  <a:lnTo>
                    <a:pt x="15001" y="14039"/>
                  </a:lnTo>
                  <a:lnTo>
                    <a:pt x="15643" y="13637"/>
                  </a:lnTo>
                  <a:lnTo>
                    <a:pt x="15643" y="13637"/>
                  </a:lnTo>
                  <a:lnTo>
                    <a:pt x="15061" y="13818"/>
                  </a:lnTo>
                  <a:lnTo>
                    <a:pt x="14480" y="13958"/>
                  </a:lnTo>
                  <a:lnTo>
                    <a:pt x="13898" y="14059"/>
                  </a:lnTo>
                  <a:lnTo>
                    <a:pt x="13296" y="14139"/>
                  </a:lnTo>
                  <a:lnTo>
                    <a:pt x="13236" y="14460"/>
                  </a:lnTo>
                  <a:lnTo>
                    <a:pt x="13156" y="14801"/>
                  </a:lnTo>
                  <a:lnTo>
                    <a:pt x="13136" y="14841"/>
                  </a:lnTo>
                  <a:lnTo>
                    <a:pt x="13076" y="14861"/>
                  </a:lnTo>
                  <a:lnTo>
                    <a:pt x="13036" y="14861"/>
                  </a:lnTo>
                  <a:lnTo>
                    <a:pt x="13016" y="14821"/>
                  </a:lnTo>
                  <a:lnTo>
                    <a:pt x="12995" y="14801"/>
                  </a:lnTo>
                  <a:lnTo>
                    <a:pt x="12975" y="14740"/>
                  </a:lnTo>
                  <a:lnTo>
                    <a:pt x="13056" y="14159"/>
                  </a:lnTo>
                  <a:lnTo>
                    <a:pt x="12695" y="14179"/>
                  </a:lnTo>
                  <a:lnTo>
                    <a:pt x="12334" y="14179"/>
                  </a:lnTo>
                  <a:lnTo>
                    <a:pt x="11752" y="14159"/>
                  </a:lnTo>
                  <a:lnTo>
                    <a:pt x="11171" y="14099"/>
                  </a:lnTo>
                  <a:lnTo>
                    <a:pt x="10569" y="14019"/>
                  </a:lnTo>
                  <a:lnTo>
                    <a:pt x="9967" y="13858"/>
                  </a:lnTo>
                  <a:lnTo>
                    <a:pt x="9867" y="13958"/>
                  </a:lnTo>
                  <a:lnTo>
                    <a:pt x="9727" y="14019"/>
                  </a:lnTo>
                  <a:lnTo>
                    <a:pt x="9506" y="14039"/>
                  </a:lnTo>
                  <a:lnTo>
                    <a:pt x="9285" y="14059"/>
                  </a:lnTo>
                  <a:lnTo>
                    <a:pt x="9105" y="14059"/>
                  </a:lnTo>
                  <a:lnTo>
                    <a:pt x="8924" y="14039"/>
                  </a:lnTo>
                  <a:lnTo>
                    <a:pt x="8543" y="13958"/>
                  </a:lnTo>
                  <a:lnTo>
                    <a:pt x="8142" y="13838"/>
                  </a:lnTo>
                  <a:lnTo>
                    <a:pt x="7741" y="13678"/>
                  </a:lnTo>
                  <a:lnTo>
                    <a:pt x="7320" y="13457"/>
                  </a:lnTo>
                  <a:lnTo>
                    <a:pt x="6879" y="13216"/>
                  </a:lnTo>
                  <a:lnTo>
                    <a:pt x="6458" y="12936"/>
                  </a:lnTo>
                  <a:lnTo>
                    <a:pt x="6017" y="12635"/>
                  </a:lnTo>
                  <a:lnTo>
                    <a:pt x="5575" y="12294"/>
                  </a:lnTo>
                  <a:lnTo>
                    <a:pt x="5154" y="11913"/>
                  </a:lnTo>
                  <a:lnTo>
                    <a:pt x="4733" y="11532"/>
                  </a:lnTo>
                  <a:lnTo>
                    <a:pt x="4312" y="11131"/>
                  </a:lnTo>
                  <a:lnTo>
                    <a:pt x="3911" y="10689"/>
                  </a:lnTo>
                  <a:lnTo>
                    <a:pt x="3530" y="10248"/>
                  </a:lnTo>
                  <a:lnTo>
                    <a:pt x="3169" y="9807"/>
                  </a:lnTo>
                  <a:lnTo>
                    <a:pt x="2828" y="9346"/>
                  </a:lnTo>
                  <a:lnTo>
                    <a:pt x="2527" y="8865"/>
                  </a:lnTo>
                  <a:lnTo>
                    <a:pt x="2226" y="8403"/>
                  </a:lnTo>
                  <a:lnTo>
                    <a:pt x="1986" y="7942"/>
                  </a:lnTo>
                  <a:lnTo>
                    <a:pt x="1765" y="7461"/>
                  </a:lnTo>
                  <a:lnTo>
                    <a:pt x="1584" y="7019"/>
                  </a:lnTo>
                  <a:lnTo>
                    <a:pt x="1424" y="6558"/>
                  </a:lnTo>
                  <a:lnTo>
                    <a:pt x="1324" y="6117"/>
                  </a:lnTo>
                  <a:lnTo>
                    <a:pt x="1284" y="5696"/>
                  </a:lnTo>
                  <a:lnTo>
                    <a:pt x="1264" y="5495"/>
                  </a:lnTo>
                  <a:lnTo>
                    <a:pt x="1264" y="5295"/>
                  </a:lnTo>
                  <a:lnTo>
                    <a:pt x="1284" y="5094"/>
                  </a:lnTo>
                  <a:lnTo>
                    <a:pt x="1324" y="4914"/>
                  </a:lnTo>
                  <a:lnTo>
                    <a:pt x="1364" y="4733"/>
                  </a:lnTo>
                  <a:lnTo>
                    <a:pt x="1424" y="4553"/>
                  </a:lnTo>
                  <a:lnTo>
                    <a:pt x="1484" y="4372"/>
                  </a:lnTo>
                  <a:lnTo>
                    <a:pt x="1584" y="4212"/>
                  </a:lnTo>
                  <a:lnTo>
                    <a:pt x="1685" y="4051"/>
                  </a:lnTo>
                  <a:lnTo>
                    <a:pt x="1805" y="3911"/>
                  </a:lnTo>
                  <a:lnTo>
                    <a:pt x="1925" y="3771"/>
                  </a:lnTo>
                  <a:lnTo>
                    <a:pt x="2086" y="3630"/>
                  </a:lnTo>
                  <a:lnTo>
                    <a:pt x="2246" y="3510"/>
                  </a:lnTo>
                  <a:lnTo>
                    <a:pt x="2427" y="3410"/>
                  </a:lnTo>
                  <a:lnTo>
                    <a:pt x="2627" y="3289"/>
                  </a:lnTo>
                  <a:lnTo>
                    <a:pt x="2848" y="3209"/>
                  </a:lnTo>
                  <a:lnTo>
                    <a:pt x="3129" y="3109"/>
                  </a:lnTo>
                  <a:lnTo>
                    <a:pt x="3409" y="3049"/>
                  </a:lnTo>
                  <a:lnTo>
                    <a:pt x="3670" y="3009"/>
                  </a:lnTo>
                  <a:lnTo>
                    <a:pt x="3951" y="2989"/>
                  </a:lnTo>
                  <a:lnTo>
                    <a:pt x="4232" y="3009"/>
                  </a:lnTo>
                  <a:lnTo>
                    <a:pt x="4673" y="2708"/>
                  </a:lnTo>
                  <a:lnTo>
                    <a:pt x="5134" y="2467"/>
                  </a:lnTo>
                  <a:lnTo>
                    <a:pt x="5615" y="2247"/>
                  </a:lnTo>
                  <a:lnTo>
                    <a:pt x="6117" y="2066"/>
                  </a:lnTo>
                  <a:lnTo>
                    <a:pt x="6638" y="1926"/>
                  </a:lnTo>
                  <a:lnTo>
                    <a:pt x="7160" y="1805"/>
                  </a:lnTo>
                  <a:lnTo>
                    <a:pt x="7681" y="1725"/>
                  </a:lnTo>
                  <a:lnTo>
                    <a:pt x="8223" y="1685"/>
                  </a:lnTo>
                  <a:lnTo>
                    <a:pt x="7922" y="1504"/>
                  </a:lnTo>
                  <a:lnTo>
                    <a:pt x="7621" y="1324"/>
                  </a:lnTo>
                  <a:lnTo>
                    <a:pt x="7320" y="1184"/>
                  </a:lnTo>
                  <a:lnTo>
                    <a:pt x="7019" y="1043"/>
                  </a:lnTo>
                  <a:lnTo>
                    <a:pt x="6698" y="943"/>
                  </a:lnTo>
                  <a:lnTo>
                    <a:pt x="6378" y="843"/>
                  </a:lnTo>
                  <a:lnTo>
                    <a:pt x="6057" y="783"/>
                  </a:lnTo>
                  <a:lnTo>
                    <a:pt x="5716" y="742"/>
                  </a:lnTo>
                  <a:lnTo>
                    <a:pt x="5696" y="722"/>
                  </a:lnTo>
                  <a:lnTo>
                    <a:pt x="5716" y="722"/>
                  </a:lnTo>
                  <a:lnTo>
                    <a:pt x="6097" y="742"/>
                  </a:lnTo>
                  <a:lnTo>
                    <a:pt x="6458" y="803"/>
                  </a:lnTo>
                  <a:lnTo>
                    <a:pt x="6819" y="883"/>
                  </a:lnTo>
                  <a:lnTo>
                    <a:pt x="7180" y="983"/>
                  </a:lnTo>
                  <a:lnTo>
                    <a:pt x="7521" y="1123"/>
                  </a:lnTo>
                  <a:lnTo>
                    <a:pt x="7841" y="1264"/>
                  </a:lnTo>
                  <a:lnTo>
                    <a:pt x="8162" y="1444"/>
                  </a:lnTo>
                  <a:lnTo>
                    <a:pt x="8483" y="1645"/>
                  </a:lnTo>
                  <a:lnTo>
                    <a:pt x="8604" y="1484"/>
                  </a:lnTo>
                  <a:lnTo>
                    <a:pt x="8664" y="1404"/>
                  </a:lnTo>
                  <a:lnTo>
                    <a:pt x="8744" y="1364"/>
                  </a:lnTo>
                  <a:lnTo>
                    <a:pt x="8764" y="1344"/>
                  </a:lnTo>
                  <a:lnTo>
                    <a:pt x="8804" y="1344"/>
                  </a:lnTo>
                  <a:lnTo>
                    <a:pt x="8824" y="1364"/>
                  </a:lnTo>
                  <a:lnTo>
                    <a:pt x="8824" y="1404"/>
                  </a:lnTo>
                  <a:lnTo>
                    <a:pt x="8824" y="1424"/>
                  </a:lnTo>
                  <a:lnTo>
                    <a:pt x="8804" y="1504"/>
                  </a:lnTo>
                  <a:lnTo>
                    <a:pt x="8784" y="1565"/>
                  </a:lnTo>
                  <a:lnTo>
                    <a:pt x="8704" y="1665"/>
                  </a:lnTo>
                  <a:lnTo>
                    <a:pt x="8824" y="1665"/>
                  </a:lnTo>
                  <a:lnTo>
                    <a:pt x="9346" y="1685"/>
                  </a:lnTo>
                  <a:lnTo>
                    <a:pt x="9867" y="1725"/>
                  </a:lnTo>
                  <a:lnTo>
                    <a:pt x="10388" y="1785"/>
                  </a:lnTo>
                  <a:lnTo>
                    <a:pt x="10910" y="1865"/>
                  </a:lnTo>
                  <a:lnTo>
                    <a:pt x="11552" y="2006"/>
                  </a:lnTo>
                  <a:lnTo>
                    <a:pt x="11552" y="2006"/>
                  </a:lnTo>
                  <a:lnTo>
                    <a:pt x="11391" y="1625"/>
                  </a:lnTo>
                  <a:lnTo>
                    <a:pt x="11090" y="1605"/>
                  </a:lnTo>
                  <a:lnTo>
                    <a:pt x="10769" y="1525"/>
                  </a:lnTo>
                  <a:lnTo>
                    <a:pt x="10429" y="1404"/>
                  </a:lnTo>
                  <a:lnTo>
                    <a:pt x="10068" y="1224"/>
                  </a:lnTo>
                  <a:lnTo>
                    <a:pt x="9506" y="943"/>
                  </a:lnTo>
                  <a:lnTo>
                    <a:pt x="8944" y="682"/>
                  </a:lnTo>
                  <a:lnTo>
                    <a:pt x="8403" y="482"/>
                  </a:lnTo>
                  <a:lnTo>
                    <a:pt x="7841" y="301"/>
                  </a:lnTo>
                  <a:lnTo>
                    <a:pt x="7280" y="181"/>
                  </a:lnTo>
                  <a:lnTo>
                    <a:pt x="6738" y="81"/>
                  </a:lnTo>
                  <a:lnTo>
                    <a:pt x="6197" y="20"/>
                  </a:lnTo>
                  <a:lnTo>
                    <a:pt x="565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8910;p45"/>
            <p:cNvSpPr/>
            <p:nvPr/>
          </p:nvSpPr>
          <p:spPr>
            <a:xfrm>
              <a:off x="10716375" y="4375625"/>
              <a:ext cx="391075" cy="391075"/>
            </a:xfrm>
            <a:custGeom>
              <a:avLst/>
              <a:gdLst/>
              <a:ahLst/>
              <a:cxnLst/>
              <a:rect l="l" t="t" r="r" b="b"/>
              <a:pathLst>
                <a:path w="15643" h="15643" fill="none" extrusionOk="0">
                  <a:moveTo>
                    <a:pt x="5656" y="0"/>
                  </a:moveTo>
                  <a:lnTo>
                    <a:pt x="5656" y="0"/>
                  </a:lnTo>
                  <a:lnTo>
                    <a:pt x="5094" y="20"/>
                  </a:lnTo>
                  <a:lnTo>
                    <a:pt x="4532" y="101"/>
                  </a:lnTo>
                  <a:lnTo>
                    <a:pt x="3991" y="201"/>
                  </a:lnTo>
                  <a:lnTo>
                    <a:pt x="3470" y="361"/>
                  </a:lnTo>
                  <a:lnTo>
                    <a:pt x="3209" y="462"/>
                  </a:lnTo>
                  <a:lnTo>
                    <a:pt x="2968" y="562"/>
                  </a:lnTo>
                  <a:lnTo>
                    <a:pt x="2728" y="682"/>
                  </a:lnTo>
                  <a:lnTo>
                    <a:pt x="2507" y="803"/>
                  </a:lnTo>
                  <a:lnTo>
                    <a:pt x="2286" y="943"/>
                  </a:lnTo>
                  <a:lnTo>
                    <a:pt x="2066" y="1083"/>
                  </a:lnTo>
                  <a:lnTo>
                    <a:pt x="1865" y="1244"/>
                  </a:lnTo>
                  <a:lnTo>
                    <a:pt x="1665" y="1404"/>
                  </a:lnTo>
                  <a:lnTo>
                    <a:pt x="1484" y="1585"/>
                  </a:lnTo>
                  <a:lnTo>
                    <a:pt x="1304" y="1765"/>
                  </a:lnTo>
                  <a:lnTo>
                    <a:pt x="1143" y="1966"/>
                  </a:lnTo>
                  <a:lnTo>
                    <a:pt x="983" y="2166"/>
                  </a:lnTo>
                  <a:lnTo>
                    <a:pt x="842" y="2387"/>
                  </a:lnTo>
                  <a:lnTo>
                    <a:pt x="702" y="2607"/>
                  </a:lnTo>
                  <a:lnTo>
                    <a:pt x="582" y="2828"/>
                  </a:lnTo>
                  <a:lnTo>
                    <a:pt x="461" y="3089"/>
                  </a:lnTo>
                  <a:lnTo>
                    <a:pt x="361" y="3329"/>
                  </a:lnTo>
                  <a:lnTo>
                    <a:pt x="261" y="3590"/>
                  </a:lnTo>
                  <a:lnTo>
                    <a:pt x="181" y="3871"/>
                  </a:lnTo>
                  <a:lnTo>
                    <a:pt x="121" y="4152"/>
                  </a:lnTo>
                  <a:lnTo>
                    <a:pt x="80" y="4432"/>
                  </a:lnTo>
                  <a:lnTo>
                    <a:pt x="40" y="4733"/>
                  </a:lnTo>
                  <a:lnTo>
                    <a:pt x="20" y="5034"/>
                  </a:lnTo>
                  <a:lnTo>
                    <a:pt x="0" y="5355"/>
                  </a:lnTo>
                  <a:lnTo>
                    <a:pt x="0" y="5355"/>
                  </a:lnTo>
                  <a:lnTo>
                    <a:pt x="0" y="5375"/>
                  </a:lnTo>
                  <a:lnTo>
                    <a:pt x="0" y="5375"/>
                  </a:lnTo>
                  <a:lnTo>
                    <a:pt x="20" y="5836"/>
                  </a:lnTo>
                  <a:lnTo>
                    <a:pt x="80" y="6298"/>
                  </a:lnTo>
                  <a:lnTo>
                    <a:pt x="181" y="6739"/>
                  </a:lnTo>
                  <a:lnTo>
                    <a:pt x="301" y="7200"/>
                  </a:lnTo>
                  <a:lnTo>
                    <a:pt x="461" y="7661"/>
                  </a:lnTo>
                  <a:lnTo>
                    <a:pt x="642" y="8122"/>
                  </a:lnTo>
                  <a:lnTo>
                    <a:pt x="863" y="8564"/>
                  </a:lnTo>
                  <a:lnTo>
                    <a:pt x="1103" y="9025"/>
                  </a:lnTo>
                  <a:lnTo>
                    <a:pt x="1384" y="9466"/>
                  </a:lnTo>
                  <a:lnTo>
                    <a:pt x="1665" y="9887"/>
                  </a:lnTo>
                  <a:lnTo>
                    <a:pt x="1986" y="10328"/>
                  </a:lnTo>
                  <a:lnTo>
                    <a:pt x="2327" y="10750"/>
                  </a:lnTo>
                  <a:lnTo>
                    <a:pt x="2667" y="11151"/>
                  </a:lnTo>
                  <a:lnTo>
                    <a:pt x="3048" y="11552"/>
                  </a:lnTo>
                  <a:lnTo>
                    <a:pt x="3429" y="11953"/>
                  </a:lnTo>
                  <a:lnTo>
                    <a:pt x="3831" y="12314"/>
                  </a:lnTo>
                  <a:lnTo>
                    <a:pt x="4232" y="12675"/>
                  </a:lnTo>
                  <a:lnTo>
                    <a:pt x="4653" y="13016"/>
                  </a:lnTo>
                  <a:lnTo>
                    <a:pt x="5074" y="13357"/>
                  </a:lnTo>
                  <a:lnTo>
                    <a:pt x="5515" y="13658"/>
                  </a:lnTo>
                  <a:lnTo>
                    <a:pt x="5936" y="13958"/>
                  </a:lnTo>
                  <a:lnTo>
                    <a:pt x="6378" y="14239"/>
                  </a:lnTo>
                  <a:lnTo>
                    <a:pt x="6819" y="14480"/>
                  </a:lnTo>
                  <a:lnTo>
                    <a:pt x="7260" y="14720"/>
                  </a:lnTo>
                  <a:lnTo>
                    <a:pt x="7701" y="14921"/>
                  </a:lnTo>
                  <a:lnTo>
                    <a:pt x="8122" y="15101"/>
                  </a:lnTo>
                  <a:lnTo>
                    <a:pt x="8563" y="15262"/>
                  </a:lnTo>
                  <a:lnTo>
                    <a:pt x="8985" y="15402"/>
                  </a:lnTo>
                  <a:lnTo>
                    <a:pt x="9386" y="15503"/>
                  </a:lnTo>
                  <a:lnTo>
                    <a:pt x="9787" y="15583"/>
                  </a:lnTo>
                  <a:lnTo>
                    <a:pt x="10168" y="15623"/>
                  </a:lnTo>
                  <a:lnTo>
                    <a:pt x="10529" y="15643"/>
                  </a:lnTo>
                  <a:lnTo>
                    <a:pt x="10529" y="15643"/>
                  </a:lnTo>
                  <a:lnTo>
                    <a:pt x="10789" y="15643"/>
                  </a:lnTo>
                  <a:lnTo>
                    <a:pt x="10789" y="15643"/>
                  </a:lnTo>
                  <a:lnTo>
                    <a:pt x="11050" y="15603"/>
                  </a:lnTo>
                  <a:lnTo>
                    <a:pt x="11331" y="15563"/>
                  </a:lnTo>
                  <a:lnTo>
                    <a:pt x="11612" y="15503"/>
                  </a:lnTo>
                  <a:lnTo>
                    <a:pt x="11892" y="15442"/>
                  </a:lnTo>
                  <a:lnTo>
                    <a:pt x="12494" y="15262"/>
                  </a:lnTo>
                  <a:lnTo>
                    <a:pt x="13116" y="15021"/>
                  </a:lnTo>
                  <a:lnTo>
                    <a:pt x="13738" y="14740"/>
                  </a:lnTo>
                  <a:lnTo>
                    <a:pt x="14379" y="14420"/>
                  </a:lnTo>
                  <a:lnTo>
                    <a:pt x="15001" y="14039"/>
                  </a:lnTo>
                  <a:lnTo>
                    <a:pt x="15643" y="13637"/>
                  </a:lnTo>
                  <a:lnTo>
                    <a:pt x="15643" y="13637"/>
                  </a:lnTo>
                  <a:lnTo>
                    <a:pt x="15061" y="13818"/>
                  </a:lnTo>
                  <a:lnTo>
                    <a:pt x="14480" y="13958"/>
                  </a:lnTo>
                  <a:lnTo>
                    <a:pt x="13898" y="14059"/>
                  </a:lnTo>
                  <a:lnTo>
                    <a:pt x="13296" y="14139"/>
                  </a:lnTo>
                  <a:lnTo>
                    <a:pt x="13296" y="14139"/>
                  </a:lnTo>
                  <a:lnTo>
                    <a:pt x="13236" y="14460"/>
                  </a:lnTo>
                  <a:lnTo>
                    <a:pt x="13156" y="14801"/>
                  </a:lnTo>
                  <a:lnTo>
                    <a:pt x="13156" y="14801"/>
                  </a:lnTo>
                  <a:lnTo>
                    <a:pt x="13136" y="14841"/>
                  </a:lnTo>
                  <a:lnTo>
                    <a:pt x="13076" y="14861"/>
                  </a:lnTo>
                  <a:lnTo>
                    <a:pt x="13076" y="14861"/>
                  </a:lnTo>
                  <a:lnTo>
                    <a:pt x="13036" y="14861"/>
                  </a:lnTo>
                  <a:lnTo>
                    <a:pt x="13016" y="14821"/>
                  </a:lnTo>
                  <a:lnTo>
                    <a:pt x="12995" y="14801"/>
                  </a:lnTo>
                  <a:lnTo>
                    <a:pt x="12975" y="14740"/>
                  </a:lnTo>
                  <a:lnTo>
                    <a:pt x="12975" y="14740"/>
                  </a:lnTo>
                  <a:lnTo>
                    <a:pt x="13056" y="14159"/>
                  </a:lnTo>
                  <a:lnTo>
                    <a:pt x="13056" y="14159"/>
                  </a:lnTo>
                  <a:lnTo>
                    <a:pt x="12695" y="14179"/>
                  </a:lnTo>
                  <a:lnTo>
                    <a:pt x="12334" y="14179"/>
                  </a:lnTo>
                  <a:lnTo>
                    <a:pt x="12334" y="14179"/>
                  </a:lnTo>
                  <a:lnTo>
                    <a:pt x="11752" y="14159"/>
                  </a:lnTo>
                  <a:lnTo>
                    <a:pt x="11171" y="14099"/>
                  </a:lnTo>
                  <a:lnTo>
                    <a:pt x="10569" y="14019"/>
                  </a:lnTo>
                  <a:lnTo>
                    <a:pt x="9967" y="13858"/>
                  </a:lnTo>
                  <a:lnTo>
                    <a:pt x="9967" y="13858"/>
                  </a:lnTo>
                  <a:lnTo>
                    <a:pt x="9867" y="13958"/>
                  </a:lnTo>
                  <a:lnTo>
                    <a:pt x="9727" y="14019"/>
                  </a:lnTo>
                  <a:lnTo>
                    <a:pt x="9727" y="14019"/>
                  </a:lnTo>
                  <a:lnTo>
                    <a:pt x="9506" y="14039"/>
                  </a:lnTo>
                  <a:lnTo>
                    <a:pt x="9285" y="14059"/>
                  </a:lnTo>
                  <a:lnTo>
                    <a:pt x="9285" y="14059"/>
                  </a:lnTo>
                  <a:lnTo>
                    <a:pt x="9105" y="14059"/>
                  </a:lnTo>
                  <a:lnTo>
                    <a:pt x="8924" y="14039"/>
                  </a:lnTo>
                  <a:lnTo>
                    <a:pt x="8543" y="13958"/>
                  </a:lnTo>
                  <a:lnTo>
                    <a:pt x="8142" y="13838"/>
                  </a:lnTo>
                  <a:lnTo>
                    <a:pt x="7741" y="13678"/>
                  </a:lnTo>
                  <a:lnTo>
                    <a:pt x="7320" y="13457"/>
                  </a:lnTo>
                  <a:lnTo>
                    <a:pt x="6879" y="13216"/>
                  </a:lnTo>
                  <a:lnTo>
                    <a:pt x="6458" y="12936"/>
                  </a:lnTo>
                  <a:lnTo>
                    <a:pt x="6017" y="12635"/>
                  </a:lnTo>
                  <a:lnTo>
                    <a:pt x="5575" y="12294"/>
                  </a:lnTo>
                  <a:lnTo>
                    <a:pt x="5154" y="11913"/>
                  </a:lnTo>
                  <a:lnTo>
                    <a:pt x="4733" y="11532"/>
                  </a:lnTo>
                  <a:lnTo>
                    <a:pt x="4312" y="11131"/>
                  </a:lnTo>
                  <a:lnTo>
                    <a:pt x="3911" y="10689"/>
                  </a:lnTo>
                  <a:lnTo>
                    <a:pt x="3530" y="10248"/>
                  </a:lnTo>
                  <a:lnTo>
                    <a:pt x="3169" y="9807"/>
                  </a:lnTo>
                  <a:lnTo>
                    <a:pt x="2828" y="9346"/>
                  </a:lnTo>
                  <a:lnTo>
                    <a:pt x="2527" y="8865"/>
                  </a:lnTo>
                  <a:lnTo>
                    <a:pt x="2226" y="8403"/>
                  </a:lnTo>
                  <a:lnTo>
                    <a:pt x="1986" y="7942"/>
                  </a:lnTo>
                  <a:lnTo>
                    <a:pt x="1765" y="7461"/>
                  </a:lnTo>
                  <a:lnTo>
                    <a:pt x="1584" y="7019"/>
                  </a:lnTo>
                  <a:lnTo>
                    <a:pt x="1424" y="6558"/>
                  </a:lnTo>
                  <a:lnTo>
                    <a:pt x="1324" y="6117"/>
                  </a:lnTo>
                  <a:lnTo>
                    <a:pt x="1284" y="5696"/>
                  </a:lnTo>
                  <a:lnTo>
                    <a:pt x="1264" y="5495"/>
                  </a:lnTo>
                  <a:lnTo>
                    <a:pt x="1264" y="5295"/>
                  </a:lnTo>
                  <a:lnTo>
                    <a:pt x="1284" y="5094"/>
                  </a:lnTo>
                  <a:lnTo>
                    <a:pt x="1324" y="4914"/>
                  </a:lnTo>
                  <a:lnTo>
                    <a:pt x="1364" y="4733"/>
                  </a:lnTo>
                  <a:lnTo>
                    <a:pt x="1424" y="4553"/>
                  </a:lnTo>
                  <a:lnTo>
                    <a:pt x="1484" y="4372"/>
                  </a:lnTo>
                  <a:lnTo>
                    <a:pt x="1584" y="4212"/>
                  </a:lnTo>
                  <a:lnTo>
                    <a:pt x="1685" y="4051"/>
                  </a:lnTo>
                  <a:lnTo>
                    <a:pt x="1805" y="3911"/>
                  </a:lnTo>
                  <a:lnTo>
                    <a:pt x="1925" y="3771"/>
                  </a:lnTo>
                  <a:lnTo>
                    <a:pt x="2086" y="3630"/>
                  </a:lnTo>
                  <a:lnTo>
                    <a:pt x="2246" y="3510"/>
                  </a:lnTo>
                  <a:lnTo>
                    <a:pt x="2427" y="3410"/>
                  </a:lnTo>
                  <a:lnTo>
                    <a:pt x="2627" y="3289"/>
                  </a:lnTo>
                  <a:lnTo>
                    <a:pt x="2848" y="3209"/>
                  </a:lnTo>
                  <a:lnTo>
                    <a:pt x="2848" y="3209"/>
                  </a:lnTo>
                  <a:lnTo>
                    <a:pt x="3129" y="3109"/>
                  </a:lnTo>
                  <a:lnTo>
                    <a:pt x="3409" y="3049"/>
                  </a:lnTo>
                  <a:lnTo>
                    <a:pt x="3670" y="3009"/>
                  </a:lnTo>
                  <a:lnTo>
                    <a:pt x="3951" y="2989"/>
                  </a:lnTo>
                  <a:lnTo>
                    <a:pt x="3951" y="2989"/>
                  </a:lnTo>
                  <a:lnTo>
                    <a:pt x="4232" y="3009"/>
                  </a:lnTo>
                  <a:lnTo>
                    <a:pt x="4232" y="3009"/>
                  </a:lnTo>
                  <a:lnTo>
                    <a:pt x="4673" y="2708"/>
                  </a:lnTo>
                  <a:lnTo>
                    <a:pt x="5134" y="2467"/>
                  </a:lnTo>
                  <a:lnTo>
                    <a:pt x="5615" y="2247"/>
                  </a:lnTo>
                  <a:lnTo>
                    <a:pt x="6117" y="2066"/>
                  </a:lnTo>
                  <a:lnTo>
                    <a:pt x="6638" y="1926"/>
                  </a:lnTo>
                  <a:lnTo>
                    <a:pt x="7160" y="1805"/>
                  </a:lnTo>
                  <a:lnTo>
                    <a:pt x="7681" y="1725"/>
                  </a:lnTo>
                  <a:lnTo>
                    <a:pt x="8223" y="1685"/>
                  </a:lnTo>
                  <a:lnTo>
                    <a:pt x="8223" y="1685"/>
                  </a:lnTo>
                  <a:lnTo>
                    <a:pt x="7922" y="1504"/>
                  </a:lnTo>
                  <a:lnTo>
                    <a:pt x="7621" y="1324"/>
                  </a:lnTo>
                  <a:lnTo>
                    <a:pt x="7320" y="1184"/>
                  </a:lnTo>
                  <a:lnTo>
                    <a:pt x="7019" y="1043"/>
                  </a:lnTo>
                  <a:lnTo>
                    <a:pt x="6698" y="943"/>
                  </a:lnTo>
                  <a:lnTo>
                    <a:pt x="6378" y="843"/>
                  </a:lnTo>
                  <a:lnTo>
                    <a:pt x="6057" y="783"/>
                  </a:lnTo>
                  <a:lnTo>
                    <a:pt x="5716" y="742"/>
                  </a:lnTo>
                  <a:lnTo>
                    <a:pt x="5716" y="742"/>
                  </a:lnTo>
                  <a:lnTo>
                    <a:pt x="5696" y="722"/>
                  </a:lnTo>
                  <a:lnTo>
                    <a:pt x="5716" y="722"/>
                  </a:lnTo>
                  <a:lnTo>
                    <a:pt x="5716" y="722"/>
                  </a:lnTo>
                  <a:lnTo>
                    <a:pt x="5716" y="722"/>
                  </a:lnTo>
                  <a:lnTo>
                    <a:pt x="5716" y="722"/>
                  </a:lnTo>
                  <a:lnTo>
                    <a:pt x="6097" y="742"/>
                  </a:lnTo>
                  <a:lnTo>
                    <a:pt x="6458" y="803"/>
                  </a:lnTo>
                  <a:lnTo>
                    <a:pt x="6819" y="883"/>
                  </a:lnTo>
                  <a:lnTo>
                    <a:pt x="7180" y="983"/>
                  </a:lnTo>
                  <a:lnTo>
                    <a:pt x="7521" y="1123"/>
                  </a:lnTo>
                  <a:lnTo>
                    <a:pt x="7841" y="1264"/>
                  </a:lnTo>
                  <a:lnTo>
                    <a:pt x="8162" y="1444"/>
                  </a:lnTo>
                  <a:lnTo>
                    <a:pt x="8483" y="1645"/>
                  </a:lnTo>
                  <a:lnTo>
                    <a:pt x="8483" y="1645"/>
                  </a:lnTo>
                  <a:lnTo>
                    <a:pt x="8604" y="1484"/>
                  </a:lnTo>
                  <a:lnTo>
                    <a:pt x="8664" y="1404"/>
                  </a:lnTo>
                  <a:lnTo>
                    <a:pt x="8744" y="1364"/>
                  </a:lnTo>
                  <a:lnTo>
                    <a:pt x="8744" y="1364"/>
                  </a:lnTo>
                  <a:lnTo>
                    <a:pt x="8764" y="1344"/>
                  </a:lnTo>
                  <a:lnTo>
                    <a:pt x="8764" y="1344"/>
                  </a:lnTo>
                  <a:lnTo>
                    <a:pt x="8804" y="1344"/>
                  </a:lnTo>
                  <a:lnTo>
                    <a:pt x="8824" y="1364"/>
                  </a:lnTo>
                  <a:lnTo>
                    <a:pt x="8824" y="1404"/>
                  </a:lnTo>
                  <a:lnTo>
                    <a:pt x="8824" y="1424"/>
                  </a:lnTo>
                  <a:lnTo>
                    <a:pt x="8824" y="1424"/>
                  </a:lnTo>
                  <a:lnTo>
                    <a:pt x="8804" y="1504"/>
                  </a:lnTo>
                  <a:lnTo>
                    <a:pt x="8784" y="1565"/>
                  </a:lnTo>
                  <a:lnTo>
                    <a:pt x="8704" y="1665"/>
                  </a:lnTo>
                  <a:lnTo>
                    <a:pt x="8704" y="1665"/>
                  </a:lnTo>
                  <a:lnTo>
                    <a:pt x="8824" y="1665"/>
                  </a:lnTo>
                  <a:lnTo>
                    <a:pt x="8824" y="1665"/>
                  </a:lnTo>
                  <a:lnTo>
                    <a:pt x="9346" y="1685"/>
                  </a:lnTo>
                  <a:lnTo>
                    <a:pt x="9867" y="1725"/>
                  </a:lnTo>
                  <a:lnTo>
                    <a:pt x="10388" y="1785"/>
                  </a:lnTo>
                  <a:lnTo>
                    <a:pt x="10910" y="1865"/>
                  </a:lnTo>
                  <a:lnTo>
                    <a:pt x="10910" y="1865"/>
                  </a:lnTo>
                  <a:lnTo>
                    <a:pt x="11552" y="2006"/>
                  </a:lnTo>
                  <a:lnTo>
                    <a:pt x="11552" y="2006"/>
                  </a:lnTo>
                  <a:lnTo>
                    <a:pt x="11391" y="1625"/>
                  </a:lnTo>
                  <a:lnTo>
                    <a:pt x="11391" y="1625"/>
                  </a:lnTo>
                  <a:lnTo>
                    <a:pt x="11090" y="1605"/>
                  </a:lnTo>
                  <a:lnTo>
                    <a:pt x="10769" y="1525"/>
                  </a:lnTo>
                  <a:lnTo>
                    <a:pt x="10429" y="1404"/>
                  </a:lnTo>
                  <a:lnTo>
                    <a:pt x="10068" y="1224"/>
                  </a:lnTo>
                  <a:lnTo>
                    <a:pt x="10068" y="1224"/>
                  </a:lnTo>
                  <a:lnTo>
                    <a:pt x="9506" y="943"/>
                  </a:lnTo>
                  <a:lnTo>
                    <a:pt x="8944" y="682"/>
                  </a:lnTo>
                  <a:lnTo>
                    <a:pt x="8403" y="482"/>
                  </a:lnTo>
                  <a:lnTo>
                    <a:pt x="7841" y="301"/>
                  </a:lnTo>
                  <a:lnTo>
                    <a:pt x="7280" y="181"/>
                  </a:lnTo>
                  <a:lnTo>
                    <a:pt x="6738" y="81"/>
                  </a:lnTo>
                  <a:lnTo>
                    <a:pt x="6197" y="20"/>
                  </a:lnTo>
                  <a:lnTo>
                    <a:pt x="565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8911;p45"/>
            <p:cNvSpPr/>
            <p:nvPr/>
          </p:nvSpPr>
          <p:spPr>
            <a:xfrm>
              <a:off x="10747950" y="4450325"/>
              <a:ext cx="217625" cy="276775"/>
            </a:xfrm>
            <a:custGeom>
              <a:avLst/>
              <a:gdLst/>
              <a:ahLst/>
              <a:cxnLst/>
              <a:rect l="l" t="t" r="r" b="b"/>
              <a:pathLst>
                <a:path w="8705" h="11071" extrusionOk="0">
                  <a:moveTo>
                    <a:pt x="2688" y="1"/>
                  </a:moveTo>
                  <a:lnTo>
                    <a:pt x="2407" y="21"/>
                  </a:lnTo>
                  <a:lnTo>
                    <a:pt x="2146" y="61"/>
                  </a:lnTo>
                  <a:lnTo>
                    <a:pt x="1866" y="121"/>
                  </a:lnTo>
                  <a:lnTo>
                    <a:pt x="1585" y="221"/>
                  </a:lnTo>
                  <a:lnTo>
                    <a:pt x="1364" y="301"/>
                  </a:lnTo>
                  <a:lnTo>
                    <a:pt x="1164" y="422"/>
                  </a:lnTo>
                  <a:lnTo>
                    <a:pt x="983" y="522"/>
                  </a:lnTo>
                  <a:lnTo>
                    <a:pt x="823" y="642"/>
                  </a:lnTo>
                  <a:lnTo>
                    <a:pt x="662" y="783"/>
                  </a:lnTo>
                  <a:lnTo>
                    <a:pt x="542" y="923"/>
                  </a:lnTo>
                  <a:lnTo>
                    <a:pt x="422" y="1063"/>
                  </a:lnTo>
                  <a:lnTo>
                    <a:pt x="321" y="1224"/>
                  </a:lnTo>
                  <a:lnTo>
                    <a:pt x="221" y="1384"/>
                  </a:lnTo>
                  <a:lnTo>
                    <a:pt x="161" y="1565"/>
                  </a:lnTo>
                  <a:lnTo>
                    <a:pt x="101" y="1745"/>
                  </a:lnTo>
                  <a:lnTo>
                    <a:pt x="61" y="1926"/>
                  </a:lnTo>
                  <a:lnTo>
                    <a:pt x="21" y="2106"/>
                  </a:lnTo>
                  <a:lnTo>
                    <a:pt x="1" y="2307"/>
                  </a:lnTo>
                  <a:lnTo>
                    <a:pt x="1" y="2507"/>
                  </a:lnTo>
                  <a:lnTo>
                    <a:pt x="21" y="2708"/>
                  </a:lnTo>
                  <a:lnTo>
                    <a:pt x="61" y="3129"/>
                  </a:lnTo>
                  <a:lnTo>
                    <a:pt x="161" y="3570"/>
                  </a:lnTo>
                  <a:lnTo>
                    <a:pt x="321" y="4031"/>
                  </a:lnTo>
                  <a:lnTo>
                    <a:pt x="502" y="4473"/>
                  </a:lnTo>
                  <a:lnTo>
                    <a:pt x="723" y="4954"/>
                  </a:lnTo>
                  <a:lnTo>
                    <a:pt x="963" y="5415"/>
                  </a:lnTo>
                  <a:lnTo>
                    <a:pt x="1264" y="5877"/>
                  </a:lnTo>
                  <a:lnTo>
                    <a:pt x="1565" y="6358"/>
                  </a:lnTo>
                  <a:lnTo>
                    <a:pt x="1906" y="6819"/>
                  </a:lnTo>
                  <a:lnTo>
                    <a:pt x="2267" y="7260"/>
                  </a:lnTo>
                  <a:lnTo>
                    <a:pt x="2648" y="7701"/>
                  </a:lnTo>
                  <a:lnTo>
                    <a:pt x="3049" y="8143"/>
                  </a:lnTo>
                  <a:lnTo>
                    <a:pt x="3470" y="8544"/>
                  </a:lnTo>
                  <a:lnTo>
                    <a:pt x="3891" y="8925"/>
                  </a:lnTo>
                  <a:lnTo>
                    <a:pt x="4312" y="9306"/>
                  </a:lnTo>
                  <a:lnTo>
                    <a:pt x="4754" y="9647"/>
                  </a:lnTo>
                  <a:lnTo>
                    <a:pt x="5195" y="9948"/>
                  </a:lnTo>
                  <a:lnTo>
                    <a:pt x="5616" y="10228"/>
                  </a:lnTo>
                  <a:lnTo>
                    <a:pt x="6057" y="10469"/>
                  </a:lnTo>
                  <a:lnTo>
                    <a:pt x="6478" y="10690"/>
                  </a:lnTo>
                  <a:lnTo>
                    <a:pt x="6879" y="10850"/>
                  </a:lnTo>
                  <a:lnTo>
                    <a:pt x="7280" y="10970"/>
                  </a:lnTo>
                  <a:lnTo>
                    <a:pt x="7661" y="11051"/>
                  </a:lnTo>
                  <a:lnTo>
                    <a:pt x="7842" y="11071"/>
                  </a:lnTo>
                  <a:lnTo>
                    <a:pt x="8022" y="11071"/>
                  </a:lnTo>
                  <a:lnTo>
                    <a:pt x="8243" y="11051"/>
                  </a:lnTo>
                  <a:lnTo>
                    <a:pt x="8464" y="11031"/>
                  </a:lnTo>
                  <a:lnTo>
                    <a:pt x="8604" y="10970"/>
                  </a:lnTo>
                  <a:lnTo>
                    <a:pt x="8704" y="10870"/>
                  </a:lnTo>
                  <a:lnTo>
                    <a:pt x="8664" y="10870"/>
                  </a:lnTo>
                  <a:lnTo>
                    <a:pt x="8103" y="10690"/>
                  </a:lnTo>
                  <a:lnTo>
                    <a:pt x="7561" y="10489"/>
                  </a:lnTo>
                  <a:lnTo>
                    <a:pt x="7040" y="10248"/>
                  </a:lnTo>
                  <a:lnTo>
                    <a:pt x="6518" y="9988"/>
                  </a:lnTo>
                  <a:lnTo>
                    <a:pt x="6017" y="9687"/>
                  </a:lnTo>
                  <a:lnTo>
                    <a:pt x="5556" y="9366"/>
                  </a:lnTo>
                  <a:lnTo>
                    <a:pt x="5094" y="9005"/>
                  </a:lnTo>
                  <a:lnTo>
                    <a:pt x="4673" y="8624"/>
                  </a:lnTo>
                  <a:lnTo>
                    <a:pt x="4252" y="8223"/>
                  </a:lnTo>
                  <a:lnTo>
                    <a:pt x="3871" y="7802"/>
                  </a:lnTo>
                  <a:lnTo>
                    <a:pt x="3510" y="7340"/>
                  </a:lnTo>
                  <a:lnTo>
                    <a:pt x="3169" y="6879"/>
                  </a:lnTo>
                  <a:lnTo>
                    <a:pt x="2868" y="6378"/>
                  </a:lnTo>
                  <a:lnTo>
                    <a:pt x="2608" y="5877"/>
                  </a:lnTo>
                  <a:lnTo>
                    <a:pt x="2347" y="5335"/>
                  </a:lnTo>
                  <a:lnTo>
                    <a:pt x="2146" y="4794"/>
                  </a:lnTo>
                  <a:lnTo>
                    <a:pt x="2026" y="4473"/>
                  </a:lnTo>
                  <a:lnTo>
                    <a:pt x="1926" y="4152"/>
                  </a:lnTo>
                  <a:lnTo>
                    <a:pt x="1846" y="3831"/>
                  </a:lnTo>
                  <a:lnTo>
                    <a:pt x="1785" y="3490"/>
                  </a:lnTo>
                  <a:lnTo>
                    <a:pt x="1725" y="3169"/>
                  </a:lnTo>
                  <a:lnTo>
                    <a:pt x="1685" y="2848"/>
                  </a:lnTo>
                  <a:lnTo>
                    <a:pt x="1685" y="2527"/>
                  </a:lnTo>
                  <a:lnTo>
                    <a:pt x="1705" y="2227"/>
                  </a:lnTo>
                  <a:lnTo>
                    <a:pt x="1745" y="1906"/>
                  </a:lnTo>
                  <a:lnTo>
                    <a:pt x="1806" y="1605"/>
                  </a:lnTo>
                  <a:lnTo>
                    <a:pt x="1906" y="1324"/>
                  </a:lnTo>
                  <a:lnTo>
                    <a:pt x="2046" y="1043"/>
                  </a:lnTo>
                  <a:lnTo>
                    <a:pt x="2207" y="763"/>
                  </a:lnTo>
                  <a:lnTo>
                    <a:pt x="2427" y="502"/>
                  </a:lnTo>
                  <a:lnTo>
                    <a:pt x="2668" y="261"/>
                  </a:lnTo>
                  <a:lnTo>
                    <a:pt x="2949" y="21"/>
                  </a:lnTo>
                  <a:lnTo>
                    <a:pt x="2969" y="21"/>
                  </a:lnTo>
                  <a:lnTo>
                    <a:pt x="268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8912;p45"/>
            <p:cNvSpPr/>
            <p:nvPr/>
          </p:nvSpPr>
          <p:spPr>
            <a:xfrm>
              <a:off x="10747950" y="4450325"/>
              <a:ext cx="217625" cy="276775"/>
            </a:xfrm>
            <a:custGeom>
              <a:avLst/>
              <a:gdLst/>
              <a:ahLst/>
              <a:cxnLst/>
              <a:rect l="l" t="t" r="r" b="b"/>
              <a:pathLst>
                <a:path w="8705" h="11071" fill="none" extrusionOk="0">
                  <a:moveTo>
                    <a:pt x="2688" y="1"/>
                  </a:moveTo>
                  <a:lnTo>
                    <a:pt x="2688" y="1"/>
                  </a:lnTo>
                  <a:lnTo>
                    <a:pt x="2407" y="21"/>
                  </a:lnTo>
                  <a:lnTo>
                    <a:pt x="2146" y="61"/>
                  </a:lnTo>
                  <a:lnTo>
                    <a:pt x="1866" y="121"/>
                  </a:lnTo>
                  <a:lnTo>
                    <a:pt x="1585" y="221"/>
                  </a:lnTo>
                  <a:lnTo>
                    <a:pt x="1585" y="221"/>
                  </a:lnTo>
                  <a:lnTo>
                    <a:pt x="1364" y="301"/>
                  </a:lnTo>
                  <a:lnTo>
                    <a:pt x="1164" y="422"/>
                  </a:lnTo>
                  <a:lnTo>
                    <a:pt x="983" y="522"/>
                  </a:lnTo>
                  <a:lnTo>
                    <a:pt x="823" y="642"/>
                  </a:lnTo>
                  <a:lnTo>
                    <a:pt x="662" y="783"/>
                  </a:lnTo>
                  <a:lnTo>
                    <a:pt x="542" y="923"/>
                  </a:lnTo>
                  <a:lnTo>
                    <a:pt x="422" y="1063"/>
                  </a:lnTo>
                  <a:lnTo>
                    <a:pt x="321" y="1224"/>
                  </a:lnTo>
                  <a:lnTo>
                    <a:pt x="221" y="1384"/>
                  </a:lnTo>
                  <a:lnTo>
                    <a:pt x="161" y="1565"/>
                  </a:lnTo>
                  <a:lnTo>
                    <a:pt x="101" y="1745"/>
                  </a:lnTo>
                  <a:lnTo>
                    <a:pt x="61" y="1926"/>
                  </a:lnTo>
                  <a:lnTo>
                    <a:pt x="21" y="2106"/>
                  </a:lnTo>
                  <a:lnTo>
                    <a:pt x="1" y="2307"/>
                  </a:lnTo>
                  <a:lnTo>
                    <a:pt x="1" y="2507"/>
                  </a:lnTo>
                  <a:lnTo>
                    <a:pt x="21" y="2708"/>
                  </a:lnTo>
                  <a:lnTo>
                    <a:pt x="61" y="3129"/>
                  </a:lnTo>
                  <a:lnTo>
                    <a:pt x="161" y="3570"/>
                  </a:lnTo>
                  <a:lnTo>
                    <a:pt x="321" y="4031"/>
                  </a:lnTo>
                  <a:lnTo>
                    <a:pt x="502" y="4473"/>
                  </a:lnTo>
                  <a:lnTo>
                    <a:pt x="723" y="4954"/>
                  </a:lnTo>
                  <a:lnTo>
                    <a:pt x="963" y="5415"/>
                  </a:lnTo>
                  <a:lnTo>
                    <a:pt x="1264" y="5877"/>
                  </a:lnTo>
                  <a:lnTo>
                    <a:pt x="1565" y="6358"/>
                  </a:lnTo>
                  <a:lnTo>
                    <a:pt x="1906" y="6819"/>
                  </a:lnTo>
                  <a:lnTo>
                    <a:pt x="2267" y="7260"/>
                  </a:lnTo>
                  <a:lnTo>
                    <a:pt x="2648" y="7701"/>
                  </a:lnTo>
                  <a:lnTo>
                    <a:pt x="3049" y="8143"/>
                  </a:lnTo>
                  <a:lnTo>
                    <a:pt x="3470" y="8544"/>
                  </a:lnTo>
                  <a:lnTo>
                    <a:pt x="3891" y="8925"/>
                  </a:lnTo>
                  <a:lnTo>
                    <a:pt x="4312" y="9306"/>
                  </a:lnTo>
                  <a:lnTo>
                    <a:pt x="4754" y="9647"/>
                  </a:lnTo>
                  <a:lnTo>
                    <a:pt x="5195" y="9948"/>
                  </a:lnTo>
                  <a:lnTo>
                    <a:pt x="5616" y="10228"/>
                  </a:lnTo>
                  <a:lnTo>
                    <a:pt x="6057" y="10469"/>
                  </a:lnTo>
                  <a:lnTo>
                    <a:pt x="6478" y="10690"/>
                  </a:lnTo>
                  <a:lnTo>
                    <a:pt x="6879" y="10850"/>
                  </a:lnTo>
                  <a:lnTo>
                    <a:pt x="7280" y="10970"/>
                  </a:lnTo>
                  <a:lnTo>
                    <a:pt x="7661" y="11051"/>
                  </a:lnTo>
                  <a:lnTo>
                    <a:pt x="7842" y="11071"/>
                  </a:lnTo>
                  <a:lnTo>
                    <a:pt x="8022" y="11071"/>
                  </a:lnTo>
                  <a:lnTo>
                    <a:pt x="8022" y="11071"/>
                  </a:lnTo>
                  <a:lnTo>
                    <a:pt x="8243" y="11051"/>
                  </a:lnTo>
                  <a:lnTo>
                    <a:pt x="8464" y="11031"/>
                  </a:lnTo>
                  <a:lnTo>
                    <a:pt x="8464" y="11031"/>
                  </a:lnTo>
                  <a:lnTo>
                    <a:pt x="8604" y="10970"/>
                  </a:lnTo>
                  <a:lnTo>
                    <a:pt x="8704" y="10870"/>
                  </a:lnTo>
                  <a:lnTo>
                    <a:pt x="8704" y="10870"/>
                  </a:lnTo>
                  <a:lnTo>
                    <a:pt x="8664" y="10870"/>
                  </a:lnTo>
                  <a:lnTo>
                    <a:pt x="8664" y="10870"/>
                  </a:lnTo>
                  <a:lnTo>
                    <a:pt x="8103" y="10690"/>
                  </a:lnTo>
                  <a:lnTo>
                    <a:pt x="7561" y="10489"/>
                  </a:lnTo>
                  <a:lnTo>
                    <a:pt x="7040" y="10248"/>
                  </a:lnTo>
                  <a:lnTo>
                    <a:pt x="6518" y="9988"/>
                  </a:lnTo>
                  <a:lnTo>
                    <a:pt x="6017" y="9687"/>
                  </a:lnTo>
                  <a:lnTo>
                    <a:pt x="5556" y="9366"/>
                  </a:lnTo>
                  <a:lnTo>
                    <a:pt x="5094" y="9005"/>
                  </a:lnTo>
                  <a:lnTo>
                    <a:pt x="4673" y="8624"/>
                  </a:lnTo>
                  <a:lnTo>
                    <a:pt x="4252" y="8223"/>
                  </a:lnTo>
                  <a:lnTo>
                    <a:pt x="3871" y="7802"/>
                  </a:lnTo>
                  <a:lnTo>
                    <a:pt x="3510" y="7340"/>
                  </a:lnTo>
                  <a:lnTo>
                    <a:pt x="3169" y="6879"/>
                  </a:lnTo>
                  <a:lnTo>
                    <a:pt x="2868" y="6378"/>
                  </a:lnTo>
                  <a:lnTo>
                    <a:pt x="2608" y="5877"/>
                  </a:lnTo>
                  <a:lnTo>
                    <a:pt x="2347" y="5335"/>
                  </a:lnTo>
                  <a:lnTo>
                    <a:pt x="2146" y="4794"/>
                  </a:lnTo>
                  <a:lnTo>
                    <a:pt x="2146" y="4794"/>
                  </a:lnTo>
                  <a:lnTo>
                    <a:pt x="2026" y="4473"/>
                  </a:lnTo>
                  <a:lnTo>
                    <a:pt x="1926" y="4152"/>
                  </a:lnTo>
                  <a:lnTo>
                    <a:pt x="1846" y="3831"/>
                  </a:lnTo>
                  <a:lnTo>
                    <a:pt x="1785" y="3490"/>
                  </a:lnTo>
                  <a:lnTo>
                    <a:pt x="1725" y="3169"/>
                  </a:lnTo>
                  <a:lnTo>
                    <a:pt x="1685" y="2848"/>
                  </a:lnTo>
                  <a:lnTo>
                    <a:pt x="1685" y="2527"/>
                  </a:lnTo>
                  <a:lnTo>
                    <a:pt x="1705" y="2227"/>
                  </a:lnTo>
                  <a:lnTo>
                    <a:pt x="1745" y="1906"/>
                  </a:lnTo>
                  <a:lnTo>
                    <a:pt x="1806" y="1605"/>
                  </a:lnTo>
                  <a:lnTo>
                    <a:pt x="1906" y="1324"/>
                  </a:lnTo>
                  <a:lnTo>
                    <a:pt x="2046" y="1043"/>
                  </a:lnTo>
                  <a:lnTo>
                    <a:pt x="2207" y="763"/>
                  </a:lnTo>
                  <a:lnTo>
                    <a:pt x="2427" y="502"/>
                  </a:lnTo>
                  <a:lnTo>
                    <a:pt x="2668" y="261"/>
                  </a:lnTo>
                  <a:lnTo>
                    <a:pt x="2949" y="21"/>
                  </a:lnTo>
                  <a:lnTo>
                    <a:pt x="2949" y="21"/>
                  </a:lnTo>
                  <a:lnTo>
                    <a:pt x="2969" y="21"/>
                  </a:lnTo>
                  <a:lnTo>
                    <a:pt x="2969" y="21"/>
                  </a:lnTo>
                  <a:lnTo>
                    <a:pt x="268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8913;p45"/>
            <p:cNvSpPr/>
            <p:nvPr/>
          </p:nvSpPr>
          <p:spPr>
            <a:xfrm>
              <a:off x="10858750" y="4393675"/>
              <a:ext cx="190050" cy="353475"/>
            </a:xfrm>
            <a:custGeom>
              <a:avLst/>
              <a:gdLst/>
              <a:ahLst/>
              <a:cxnLst/>
              <a:rect l="l" t="t" r="r" b="b"/>
              <a:pathLst>
                <a:path w="7602" h="14139" extrusionOk="0">
                  <a:moveTo>
                    <a:pt x="1" y="0"/>
                  </a:moveTo>
                  <a:lnTo>
                    <a:pt x="21" y="20"/>
                  </a:lnTo>
                  <a:lnTo>
                    <a:pt x="362" y="61"/>
                  </a:lnTo>
                  <a:lnTo>
                    <a:pt x="683" y="121"/>
                  </a:lnTo>
                  <a:lnTo>
                    <a:pt x="1003" y="221"/>
                  </a:lnTo>
                  <a:lnTo>
                    <a:pt x="1324" y="321"/>
                  </a:lnTo>
                  <a:lnTo>
                    <a:pt x="1625" y="462"/>
                  </a:lnTo>
                  <a:lnTo>
                    <a:pt x="1926" y="602"/>
                  </a:lnTo>
                  <a:lnTo>
                    <a:pt x="2227" y="782"/>
                  </a:lnTo>
                  <a:lnTo>
                    <a:pt x="2528" y="963"/>
                  </a:lnTo>
                  <a:lnTo>
                    <a:pt x="2929" y="943"/>
                  </a:lnTo>
                  <a:lnTo>
                    <a:pt x="3009" y="943"/>
                  </a:lnTo>
                  <a:lnTo>
                    <a:pt x="3089" y="843"/>
                  </a:lnTo>
                  <a:lnTo>
                    <a:pt x="3109" y="782"/>
                  </a:lnTo>
                  <a:lnTo>
                    <a:pt x="3129" y="702"/>
                  </a:lnTo>
                  <a:lnTo>
                    <a:pt x="3129" y="682"/>
                  </a:lnTo>
                  <a:lnTo>
                    <a:pt x="3129" y="642"/>
                  </a:lnTo>
                  <a:lnTo>
                    <a:pt x="3109" y="622"/>
                  </a:lnTo>
                  <a:lnTo>
                    <a:pt x="3069" y="622"/>
                  </a:lnTo>
                  <a:lnTo>
                    <a:pt x="3049" y="642"/>
                  </a:lnTo>
                  <a:lnTo>
                    <a:pt x="2969" y="682"/>
                  </a:lnTo>
                  <a:lnTo>
                    <a:pt x="2909" y="762"/>
                  </a:lnTo>
                  <a:lnTo>
                    <a:pt x="2788" y="923"/>
                  </a:lnTo>
                  <a:lnTo>
                    <a:pt x="2467" y="722"/>
                  </a:lnTo>
                  <a:lnTo>
                    <a:pt x="2146" y="542"/>
                  </a:lnTo>
                  <a:lnTo>
                    <a:pt x="1826" y="401"/>
                  </a:lnTo>
                  <a:lnTo>
                    <a:pt x="1485" y="261"/>
                  </a:lnTo>
                  <a:lnTo>
                    <a:pt x="1124" y="161"/>
                  </a:lnTo>
                  <a:lnTo>
                    <a:pt x="763" y="81"/>
                  </a:lnTo>
                  <a:lnTo>
                    <a:pt x="402" y="20"/>
                  </a:lnTo>
                  <a:lnTo>
                    <a:pt x="21" y="0"/>
                  </a:lnTo>
                  <a:close/>
                  <a:moveTo>
                    <a:pt x="7601" y="13417"/>
                  </a:moveTo>
                  <a:lnTo>
                    <a:pt x="7361" y="13437"/>
                  </a:lnTo>
                  <a:lnTo>
                    <a:pt x="7280" y="14018"/>
                  </a:lnTo>
                  <a:lnTo>
                    <a:pt x="7300" y="14079"/>
                  </a:lnTo>
                  <a:lnTo>
                    <a:pt x="7321" y="14099"/>
                  </a:lnTo>
                  <a:lnTo>
                    <a:pt x="7341" y="14139"/>
                  </a:lnTo>
                  <a:lnTo>
                    <a:pt x="7381" y="14139"/>
                  </a:lnTo>
                  <a:lnTo>
                    <a:pt x="7441" y="14119"/>
                  </a:lnTo>
                  <a:lnTo>
                    <a:pt x="7461" y="14079"/>
                  </a:lnTo>
                  <a:lnTo>
                    <a:pt x="7541" y="13738"/>
                  </a:lnTo>
                  <a:lnTo>
                    <a:pt x="7601" y="13417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8914;p45"/>
            <p:cNvSpPr/>
            <p:nvPr/>
          </p:nvSpPr>
          <p:spPr>
            <a:xfrm>
              <a:off x="11040750" y="4729075"/>
              <a:ext cx="8050" cy="18075"/>
            </a:xfrm>
            <a:custGeom>
              <a:avLst/>
              <a:gdLst/>
              <a:ahLst/>
              <a:cxnLst/>
              <a:rect l="l" t="t" r="r" b="b"/>
              <a:pathLst>
                <a:path w="322" h="723" fill="none" extrusionOk="0">
                  <a:moveTo>
                    <a:pt x="321" y="1"/>
                  </a:moveTo>
                  <a:lnTo>
                    <a:pt x="321" y="1"/>
                  </a:lnTo>
                  <a:lnTo>
                    <a:pt x="81" y="21"/>
                  </a:lnTo>
                  <a:lnTo>
                    <a:pt x="81" y="21"/>
                  </a:lnTo>
                  <a:lnTo>
                    <a:pt x="0" y="602"/>
                  </a:lnTo>
                  <a:lnTo>
                    <a:pt x="0" y="602"/>
                  </a:lnTo>
                  <a:lnTo>
                    <a:pt x="20" y="66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01" y="723"/>
                  </a:lnTo>
                  <a:lnTo>
                    <a:pt x="101" y="723"/>
                  </a:lnTo>
                  <a:lnTo>
                    <a:pt x="161" y="703"/>
                  </a:lnTo>
                  <a:lnTo>
                    <a:pt x="181" y="663"/>
                  </a:lnTo>
                  <a:lnTo>
                    <a:pt x="181" y="663"/>
                  </a:lnTo>
                  <a:lnTo>
                    <a:pt x="261" y="322"/>
                  </a:lnTo>
                  <a:lnTo>
                    <a:pt x="3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8915;p45"/>
            <p:cNvSpPr/>
            <p:nvPr/>
          </p:nvSpPr>
          <p:spPr>
            <a:xfrm>
              <a:off x="11605275" y="4375625"/>
              <a:ext cx="540000" cy="391075"/>
            </a:xfrm>
            <a:custGeom>
              <a:avLst/>
              <a:gdLst/>
              <a:ahLst/>
              <a:cxnLst/>
              <a:rect l="l" t="t" r="r" b="b"/>
              <a:pathLst>
                <a:path w="21600" h="15643" extrusionOk="0">
                  <a:moveTo>
                    <a:pt x="15984" y="0"/>
                  </a:moveTo>
                  <a:lnTo>
                    <a:pt x="15563" y="20"/>
                  </a:lnTo>
                  <a:lnTo>
                    <a:pt x="15122" y="41"/>
                  </a:lnTo>
                  <a:lnTo>
                    <a:pt x="14681" y="101"/>
                  </a:lnTo>
                  <a:lnTo>
                    <a:pt x="14239" y="201"/>
                  </a:lnTo>
                  <a:lnTo>
                    <a:pt x="13798" y="301"/>
                  </a:lnTo>
                  <a:lnTo>
                    <a:pt x="13337" y="442"/>
                  </a:lnTo>
                  <a:lnTo>
                    <a:pt x="12896" y="602"/>
                  </a:lnTo>
                  <a:lnTo>
                    <a:pt x="12435" y="783"/>
                  </a:lnTo>
                  <a:lnTo>
                    <a:pt x="11993" y="983"/>
                  </a:lnTo>
                  <a:lnTo>
                    <a:pt x="11552" y="1224"/>
                  </a:lnTo>
                  <a:lnTo>
                    <a:pt x="11332" y="1344"/>
                  </a:lnTo>
                  <a:lnTo>
                    <a:pt x="11131" y="1424"/>
                  </a:lnTo>
                  <a:lnTo>
                    <a:pt x="10951" y="1504"/>
                  </a:lnTo>
                  <a:lnTo>
                    <a:pt x="10750" y="1565"/>
                  </a:lnTo>
                  <a:lnTo>
                    <a:pt x="10569" y="1585"/>
                  </a:lnTo>
                  <a:lnTo>
                    <a:pt x="10389" y="1625"/>
                  </a:lnTo>
                  <a:lnTo>
                    <a:pt x="10048" y="1625"/>
                  </a:lnTo>
                  <a:lnTo>
                    <a:pt x="9888" y="1605"/>
                  </a:lnTo>
                  <a:lnTo>
                    <a:pt x="9727" y="1585"/>
                  </a:lnTo>
                  <a:lnTo>
                    <a:pt x="9426" y="1484"/>
                  </a:lnTo>
                  <a:lnTo>
                    <a:pt x="9126" y="1364"/>
                  </a:lnTo>
                  <a:lnTo>
                    <a:pt x="8825" y="1224"/>
                  </a:lnTo>
                  <a:lnTo>
                    <a:pt x="8223" y="883"/>
                  </a:lnTo>
                  <a:lnTo>
                    <a:pt x="7922" y="702"/>
                  </a:lnTo>
                  <a:lnTo>
                    <a:pt x="7621" y="542"/>
                  </a:lnTo>
                  <a:lnTo>
                    <a:pt x="7281" y="381"/>
                  </a:lnTo>
                  <a:lnTo>
                    <a:pt x="6940" y="241"/>
                  </a:lnTo>
                  <a:lnTo>
                    <a:pt x="6579" y="141"/>
                  </a:lnTo>
                  <a:lnTo>
                    <a:pt x="6178" y="81"/>
                  </a:lnTo>
                  <a:lnTo>
                    <a:pt x="5977" y="61"/>
                  </a:lnTo>
                  <a:lnTo>
                    <a:pt x="5776" y="61"/>
                  </a:lnTo>
                  <a:lnTo>
                    <a:pt x="5556" y="101"/>
                  </a:lnTo>
                  <a:lnTo>
                    <a:pt x="5315" y="141"/>
                  </a:lnTo>
                  <a:lnTo>
                    <a:pt x="5095" y="181"/>
                  </a:lnTo>
                  <a:lnTo>
                    <a:pt x="4834" y="261"/>
                  </a:lnTo>
                  <a:lnTo>
                    <a:pt x="4593" y="341"/>
                  </a:lnTo>
                  <a:lnTo>
                    <a:pt x="4333" y="442"/>
                  </a:lnTo>
                  <a:lnTo>
                    <a:pt x="3811" y="702"/>
                  </a:lnTo>
                  <a:lnTo>
                    <a:pt x="3290" y="1003"/>
                  </a:lnTo>
                  <a:lnTo>
                    <a:pt x="3029" y="1184"/>
                  </a:lnTo>
                  <a:lnTo>
                    <a:pt x="2768" y="1364"/>
                  </a:lnTo>
                  <a:lnTo>
                    <a:pt x="2508" y="1565"/>
                  </a:lnTo>
                  <a:lnTo>
                    <a:pt x="2267" y="1765"/>
                  </a:lnTo>
                  <a:lnTo>
                    <a:pt x="2006" y="1986"/>
                  </a:lnTo>
                  <a:lnTo>
                    <a:pt x="1786" y="2226"/>
                  </a:lnTo>
                  <a:lnTo>
                    <a:pt x="1545" y="2467"/>
                  </a:lnTo>
                  <a:lnTo>
                    <a:pt x="1324" y="2728"/>
                  </a:lnTo>
                  <a:lnTo>
                    <a:pt x="1124" y="2989"/>
                  </a:lnTo>
                  <a:lnTo>
                    <a:pt x="923" y="3269"/>
                  </a:lnTo>
                  <a:lnTo>
                    <a:pt x="763" y="3550"/>
                  </a:lnTo>
                  <a:lnTo>
                    <a:pt x="582" y="3831"/>
                  </a:lnTo>
                  <a:lnTo>
                    <a:pt x="442" y="4132"/>
                  </a:lnTo>
                  <a:lnTo>
                    <a:pt x="322" y="4453"/>
                  </a:lnTo>
                  <a:lnTo>
                    <a:pt x="201" y="4753"/>
                  </a:lnTo>
                  <a:lnTo>
                    <a:pt x="121" y="5094"/>
                  </a:lnTo>
                  <a:lnTo>
                    <a:pt x="61" y="5415"/>
                  </a:lnTo>
                  <a:lnTo>
                    <a:pt x="21" y="5756"/>
                  </a:lnTo>
                  <a:lnTo>
                    <a:pt x="1" y="6097"/>
                  </a:lnTo>
                  <a:lnTo>
                    <a:pt x="1" y="6458"/>
                  </a:lnTo>
                  <a:lnTo>
                    <a:pt x="41" y="6819"/>
                  </a:lnTo>
                  <a:lnTo>
                    <a:pt x="101" y="7180"/>
                  </a:lnTo>
                  <a:lnTo>
                    <a:pt x="161" y="7441"/>
                  </a:lnTo>
                  <a:lnTo>
                    <a:pt x="282" y="7741"/>
                  </a:lnTo>
                  <a:lnTo>
                    <a:pt x="422" y="8042"/>
                  </a:lnTo>
                  <a:lnTo>
                    <a:pt x="582" y="8363"/>
                  </a:lnTo>
                  <a:lnTo>
                    <a:pt x="763" y="8684"/>
                  </a:lnTo>
                  <a:lnTo>
                    <a:pt x="983" y="9005"/>
                  </a:lnTo>
                  <a:lnTo>
                    <a:pt x="1224" y="9346"/>
                  </a:lnTo>
                  <a:lnTo>
                    <a:pt x="1505" y="9687"/>
                  </a:lnTo>
                  <a:lnTo>
                    <a:pt x="1786" y="10028"/>
                  </a:lnTo>
                  <a:lnTo>
                    <a:pt x="2086" y="10369"/>
                  </a:lnTo>
                  <a:lnTo>
                    <a:pt x="2407" y="10710"/>
                  </a:lnTo>
                  <a:lnTo>
                    <a:pt x="2748" y="11050"/>
                  </a:lnTo>
                  <a:lnTo>
                    <a:pt x="3109" y="11391"/>
                  </a:lnTo>
                  <a:lnTo>
                    <a:pt x="3490" y="11732"/>
                  </a:lnTo>
                  <a:lnTo>
                    <a:pt x="4252" y="12394"/>
                  </a:lnTo>
                  <a:lnTo>
                    <a:pt x="4673" y="12715"/>
                  </a:lnTo>
                  <a:lnTo>
                    <a:pt x="5075" y="13016"/>
                  </a:lnTo>
                  <a:lnTo>
                    <a:pt x="5496" y="13317"/>
                  </a:lnTo>
                  <a:lnTo>
                    <a:pt x="5917" y="13617"/>
                  </a:lnTo>
                  <a:lnTo>
                    <a:pt x="6338" y="13878"/>
                  </a:lnTo>
                  <a:lnTo>
                    <a:pt x="6779" y="14139"/>
                  </a:lnTo>
                  <a:lnTo>
                    <a:pt x="7200" y="14380"/>
                  </a:lnTo>
                  <a:lnTo>
                    <a:pt x="7621" y="14620"/>
                  </a:lnTo>
                  <a:lnTo>
                    <a:pt x="8063" y="14821"/>
                  </a:lnTo>
                  <a:lnTo>
                    <a:pt x="8484" y="15001"/>
                  </a:lnTo>
                  <a:lnTo>
                    <a:pt x="8885" y="15182"/>
                  </a:lnTo>
                  <a:lnTo>
                    <a:pt x="9306" y="15322"/>
                  </a:lnTo>
                  <a:lnTo>
                    <a:pt x="9707" y="15442"/>
                  </a:lnTo>
                  <a:lnTo>
                    <a:pt x="10088" y="15523"/>
                  </a:lnTo>
                  <a:lnTo>
                    <a:pt x="10469" y="15603"/>
                  </a:lnTo>
                  <a:lnTo>
                    <a:pt x="10830" y="15643"/>
                  </a:lnTo>
                  <a:lnTo>
                    <a:pt x="11191" y="15643"/>
                  </a:lnTo>
                  <a:lnTo>
                    <a:pt x="11592" y="15603"/>
                  </a:lnTo>
                  <a:lnTo>
                    <a:pt x="11993" y="15543"/>
                  </a:lnTo>
                  <a:lnTo>
                    <a:pt x="12394" y="15462"/>
                  </a:lnTo>
                  <a:lnTo>
                    <a:pt x="12816" y="15342"/>
                  </a:lnTo>
                  <a:lnTo>
                    <a:pt x="13257" y="15202"/>
                  </a:lnTo>
                  <a:lnTo>
                    <a:pt x="13698" y="15021"/>
                  </a:lnTo>
                  <a:lnTo>
                    <a:pt x="14139" y="14821"/>
                  </a:lnTo>
                  <a:lnTo>
                    <a:pt x="14580" y="14600"/>
                  </a:lnTo>
                  <a:lnTo>
                    <a:pt x="15042" y="14339"/>
                  </a:lnTo>
                  <a:lnTo>
                    <a:pt x="15483" y="14079"/>
                  </a:lnTo>
                  <a:lnTo>
                    <a:pt x="15944" y="13778"/>
                  </a:lnTo>
                  <a:lnTo>
                    <a:pt x="16385" y="13477"/>
                  </a:lnTo>
                  <a:lnTo>
                    <a:pt x="16826" y="13136"/>
                  </a:lnTo>
                  <a:lnTo>
                    <a:pt x="17248" y="12795"/>
                  </a:lnTo>
                  <a:lnTo>
                    <a:pt x="17669" y="12414"/>
                  </a:lnTo>
                  <a:lnTo>
                    <a:pt x="18090" y="12033"/>
                  </a:lnTo>
                  <a:lnTo>
                    <a:pt x="18471" y="11652"/>
                  </a:lnTo>
                  <a:lnTo>
                    <a:pt x="18852" y="11251"/>
                  </a:lnTo>
                  <a:lnTo>
                    <a:pt x="19233" y="10830"/>
                  </a:lnTo>
                  <a:lnTo>
                    <a:pt x="19574" y="10409"/>
                  </a:lnTo>
                  <a:lnTo>
                    <a:pt x="19895" y="9968"/>
                  </a:lnTo>
                  <a:lnTo>
                    <a:pt x="20196" y="9526"/>
                  </a:lnTo>
                  <a:lnTo>
                    <a:pt x="20476" y="9065"/>
                  </a:lnTo>
                  <a:lnTo>
                    <a:pt x="20737" y="8604"/>
                  </a:lnTo>
                  <a:lnTo>
                    <a:pt x="20958" y="8143"/>
                  </a:lnTo>
                  <a:lnTo>
                    <a:pt x="21138" y="7681"/>
                  </a:lnTo>
                  <a:lnTo>
                    <a:pt x="21319" y="7220"/>
                  </a:lnTo>
                  <a:lnTo>
                    <a:pt x="21439" y="6739"/>
                  </a:lnTo>
                  <a:lnTo>
                    <a:pt x="21539" y="6277"/>
                  </a:lnTo>
                  <a:lnTo>
                    <a:pt x="21599" y="5816"/>
                  </a:lnTo>
                  <a:lnTo>
                    <a:pt x="21599" y="5355"/>
                  </a:lnTo>
                  <a:lnTo>
                    <a:pt x="21599" y="4894"/>
                  </a:lnTo>
                  <a:lnTo>
                    <a:pt x="21539" y="4453"/>
                  </a:lnTo>
                  <a:lnTo>
                    <a:pt x="21459" y="4051"/>
                  </a:lnTo>
                  <a:lnTo>
                    <a:pt x="21359" y="3650"/>
                  </a:lnTo>
                  <a:lnTo>
                    <a:pt x="21238" y="3269"/>
                  </a:lnTo>
                  <a:lnTo>
                    <a:pt x="21078" y="2908"/>
                  </a:lnTo>
                  <a:lnTo>
                    <a:pt x="20898" y="2567"/>
                  </a:lnTo>
                  <a:lnTo>
                    <a:pt x="20697" y="2247"/>
                  </a:lnTo>
                  <a:lnTo>
                    <a:pt x="20456" y="1946"/>
                  </a:lnTo>
                  <a:lnTo>
                    <a:pt x="20216" y="1665"/>
                  </a:lnTo>
                  <a:lnTo>
                    <a:pt x="19955" y="1404"/>
                  </a:lnTo>
                  <a:lnTo>
                    <a:pt x="19674" y="1164"/>
                  </a:lnTo>
                  <a:lnTo>
                    <a:pt x="19353" y="963"/>
                  </a:lnTo>
                  <a:lnTo>
                    <a:pt x="19032" y="762"/>
                  </a:lnTo>
                  <a:lnTo>
                    <a:pt x="18692" y="582"/>
                  </a:lnTo>
                  <a:lnTo>
                    <a:pt x="18351" y="442"/>
                  </a:lnTo>
                  <a:lnTo>
                    <a:pt x="17990" y="301"/>
                  </a:lnTo>
                  <a:lnTo>
                    <a:pt x="17609" y="201"/>
                  </a:lnTo>
                  <a:lnTo>
                    <a:pt x="17208" y="121"/>
                  </a:lnTo>
                  <a:lnTo>
                    <a:pt x="16806" y="61"/>
                  </a:lnTo>
                  <a:lnTo>
                    <a:pt x="16405" y="20"/>
                  </a:lnTo>
                  <a:lnTo>
                    <a:pt x="159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8916;p45"/>
            <p:cNvSpPr/>
            <p:nvPr/>
          </p:nvSpPr>
          <p:spPr>
            <a:xfrm>
              <a:off x="11605275" y="4375625"/>
              <a:ext cx="540000" cy="391075"/>
            </a:xfrm>
            <a:custGeom>
              <a:avLst/>
              <a:gdLst/>
              <a:ahLst/>
              <a:cxnLst/>
              <a:rect l="l" t="t" r="r" b="b"/>
              <a:pathLst>
                <a:path w="21600" h="15643" fill="none" extrusionOk="0">
                  <a:moveTo>
                    <a:pt x="21599" y="5355"/>
                  </a:moveTo>
                  <a:lnTo>
                    <a:pt x="21599" y="5355"/>
                  </a:lnTo>
                  <a:lnTo>
                    <a:pt x="21599" y="5816"/>
                  </a:lnTo>
                  <a:lnTo>
                    <a:pt x="21539" y="6277"/>
                  </a:lnTo>
                  <a:lnTo>
                    <a:pt x="21439" y="6739"/>
                  </a:lnTo>
                  <a:lnTo>
                    <a:pt x="21319" y="7220"/>
                  </a:lnTo>
                  <a:lnTo>
                    <a:pt x="21138" y="7681"/>
                  </a:lnTo>
                  <a:lnTo>
                    <a:pt x="20958" y="8143"/>
                  </a:lnTo>
                  <a:lnTo>
                    <a:pt x="20737" y="8604"/>
                  </a:lnTo>
                  <a:lnTo>
                    <a:pt x="20476" y="9065"/>
                  </a:lnTo>
                  <a:lnTo>
                    <a:pt x="20196" y="9526"/>
                  </a:lnTo>
                  <a:lnTo>
                    <a:pt x="19895" y="9968"/>
                  </a:lnTo>
                  <a:lnTo>
                    <a:pt x="19574" y="10409"/>
                  </a:lnTo>
                  <a:lnTo>
                    <a:pt x="19233" y="10830"/>
                  </a:lnTo>
                  <a:lnTo>
                    <a:pt x="18852" y="11251"/>
                  </a:lnTo>
                  <a:lnTo>
                    <a:pt x="18471" y="11652"/>
                  </a:lnTo>
                  <a:lnTo>
                    <a:pt x="18090" y="12033"/>
                  </a:lnTo>
                  <a:lnTo>
                    <a:pt x="17669" y="12414"/>
                  </a:lnTo>
                  <a:lnTo>
                    <a:pt x="17669" y="12414"/>
                  </a:lnTo>
                  <a:lnTo>
                    <a:pt x="17248" y="12795"/>
                  </a:lnTo>
                  <a:lnTo>
                    <a:pt x="16826" y="13136"/>
                  </a:lnTo>
                  <a:lnTo>
                    <a:pt x="16385" y="13477"/>
                  </a:lnTo>
                  <a:lnTo>
                    <a:pt x="15944" y="13778"/>
                  </a:lnTo>
                  <a:lnTo>
                    <a:pt x="15483" y="14079"/>
                  </a:lnTo>
                  <a:lnTo>
                    <a:pt x="15042" y="14339"/>
                  </a:lnTo>
                  <a:lnTo>
                    <a:pt x="14580" y="14600"/>
                  </a:lnTo>
                  <a:lnTo>
                    <a:pt x="14139" y="14821"/>
                  </a:lnTo>
                  <a:lnTo>
                    <a:pt x="13698" y="15021"/>
                  </a:lnTo>
                  <a:lnTo>
                    <a:pt x="13257" y="15202"/>
                  </a:lnTo>
                  <a:lnTo>
                    <a:pt x="12816" y="15342"/>
                  </a:lnTo>
                  <a:lnTo>
                    <a:pt x="12394" y="15462"/>
                  </a:lnTo>
                  <a:lnTo>
                    <a:pt x="11993" y="15543"/>
                  </a:lnTo>
                  <a:lnTo>
                    <a:pt x="11592" y="15603"/>
                  </a:lnTo>
                  <a:lnTo>
                    <a:pt x="11191" y="15643"/>
                  </a:lnTo>
                  <a:lnTo>
                    <a:pt x="10830" y="15643"/>
                  </a:lnTo>
                  <a:lnTo>
                    <a:pt x="10830" y="15643"/>
                  </a:lnTo>
                  <a:lnTo>
                    <a:pt x="10469" y="15603"/>
                  </a:lnTo>
                  <a:lnTo>
                    <a:pt x="10088" y="15523"/>
                  </a:lnTo>
                  <a:lnTo>
                    <a:pt x="9707" y="15442"/>
                  </a:lnTo>
                  <a:lnTo>
                    <a:pt x="9306" y="15322"/>
                  </a:lnTo>
                  <a:lnTo>
                    <a:pt x="8885" y="15182"/>
                  </a:lnTo>
                  <a:lnTo>
                    <a:pt x="8484" y="15001"/>
                  </a:lnTo>
                  <a:lnTo>
                    <a:pt x="8063" y="14821"/>
                  </a:lnTo>
                  <a:lnTo>
                    <a:pt x="7621" y="14620"/>
                  </a:lnTo>
                  <a:lnTo>
                    <a:pt x="7200" y="14380"/>
                  </a:lnTo>
                  <a:lnTo>
                    <a:pt x="6779" y="14139"/>
                  </a:lnTo>
                  <a:lnTo>
                    <a:pt x="6338" y="13878"/>
                  </a:lnTo>
                  <a:lnTo>
                    <a:pt x="5917" y="13617"/>
                  </a:lnTo>
                  <a:lnTo>
                    <a:pt x="5496" y="13317"/>
                  </a:lnTo>
                  <a:lnTo>
                    <a:pt x="5075" y="13016"/>
                  </a:lnTo>
                  <a:lnTo>
                    <a:pt x="4673" y="12715"/>
                  </a:lnTo>
                  <a:lnTo>
                    <a:pt x="4252" y="12394"/>
                  </a:lnTo>
                  <a:lnTo>
                    <a:pt x="3490" y="11732"/>
                  </a:lnTo>
                  <a:lnTo>
                    <a:pt x="3109" y="11391"/>
                  </a:lnTo>
                  <a:lnTo>
                    <a:pt x="2748" y="11050"/>
                  </a:lnTo>
                  <a:lnTo>
                    <a:pt x="2407" y="10710"/>
                  </a:lnTo>
                  <a:lnTo>
                    <a:pt x="2086" y="10369"/>
                  </a:lnTo>
                  <a:lnTo>
                    <a:pt x="1786" y="10028"/>
                  </a:lnTo>
                  <a:lnTo>
                    <a:pt x="1505" y="9687"/>
                  </a:lnTo>
                  <a:lnTo>
                    <a:pt x="1224" y="9346"/>
                  </a:lnTo>
                  <a:lnTo>
                    <a:pt x="983" y="9005"/>
                  </a:lnTo>
                  <a:lnTo>
                    <a:pt x="763" y="8684"/>
                  </a:lnTo>
                  <a:lnTo>
                    <a:pt x="582" y="8363"/>
                  </a:lnTo>
                  <a:lnTo>
                    <a:pt x="422" y="8042"/>
                  </a:lnTo>
                  <a:lnTo>
                    <a:pt x="282" y="7741"/>
                  </a:lnTo>
                  <a:lnTo>
                    <a:pt x="161" y="7441"/>
                  </a:lnTo>
                  <a:lnTo>
                    <a:pt x="101" y="7180"/>
                  </a:lnTo>
                  <a:lnTo>
                    <a:pt x="101" y="7180"/>
                  </a:lnTo>
                  <a:lnTo>
                    <a:pt x="41" y="6819"/>
                  </a:lnTo>
                  <a:lnTo>
                    <a:pt x="1" y="6458"/>
                  </a:lnTo>
                  <a:lnTo>
                    <a:pt x="1" y="6097"/>
                  </a:lnTo>
                  <a:lnTo>
                    <a:pt x="21" y="5756"/>
                  </a:lnTo>
                  <a:lnTo>
                    <a:pt x="61" y="5415"/>
                  </a:lnTo>
                  <a:lnTo>
                    <a:pt x="121" y="5094"/>
                  </a:lnTo>
                  <a:lnTo>
                    <a:pt x="201" y="4753"/>
                  </a:lnTo>
                  <a:lnTo>
                    <a:pt x="322" y="4453"/>
                  </a:lnTo>
                  <a:lnTo>
                    <a:pt x="442" y="4132"/>
                  </a:lnTo>
                  <a:lnTo>
                    <a:pt x="582" y="3831"/>
                  </a:lnTo>
                  <a:lnTo>
                    <a:pt x="763" y="3550"/>
                  </a:lnTo>
                  <a:lnTo>
                    <a:pt x="923" y="3269"/>
                  </a:lnTo>
                  <a:lnTo>
                    <a:pt x="1124" y="2989"/>
                  </a:lnTo>
                  <a:lnTo>
                    <a:pt x="1324" y="2728"/>
                  </a:lnTo>
                  <a:lnTo>
                    <a:pt x="1545" y="2467"/>
                  </a:lnTo>
                  <a:lnTo>
                    <a:pt x="1786" y="2226"/>
                  </a:lnTo>
                  <a:lnTo>
                    <a:pt x="2006" y="1986"/>
                  </a:lnTo>
                  <a:lnTo>
                    <a:pt x="2267" y="1765"/>
                  </a:lnTo>
                  <a:lnTo>
                    <a:pt x="2508" y="1565"/>
                  </a:lnTo>
                  <a:lnTo>
                    <a:pt x="2768" y="1364"/>
                  </a:lnTo>
                  <a:lnTo>
                    <a:pt x="3029" y="1184"/>
                  </a:lnTo>
                  <a:lnTo>
                    <a:pt x="3290" y="1003"/>
                  </a:lnTo>
                  <a:lnTo>
                    <a:pt x="3811" y="702"/>
                  </a:lnTo>
                  <a:lnTo>
                    <a:pt x="4333" y="442"/>
                  </a:lnTo>
                  <a:lnTo>
                    <a:pt x="4593" y="341"/>
                  </a:lnTo>
                  <a:lnTo>
                    <a:pt x="4834" y="261"/>
                  </a:lnTo>
                  <a:lnTo>
                    <a:pt x="5095" y="181"/>
                  </a:lnTo>
                  <a:lnTo>
                    <a:pt x="5315" y="141"/>
                  </a:lnTo>
                  <a:lnTo>
                    <a:pt x="5556" y="101"/>
                  </a:lnTo>
                  <a:lnTo>
                    <a:pt x="5776" y="61"/>
                  </a:lnTo>
                  <a:lnTo>
                    <a:pt x="5776" y="61"/>
                  </a:lnTo>
                  <a:lnTo>
                    <a:pt x="5977" y="61"/>
                  </a:lnTo>
                  <a:lnTo>
                    <a:pt x="6178" y="81"/>
                  </a:lnTo>
                  <a:lnTo>
                    <a:pt x="6178" y="81"/>
                  </a:lnTo>
                  <a:lnTo>
                    <a:pt x="6579" y="141"/>
                  </a:lnTo>
                  <a:lnTo>
                    <a:pt x="6940" y="241"/>
                  </a:lnTo>
                  <a:lnTo>
                    <a:pt x="7281" y="381"/>
                  </a:lnTo>
                  <a:lnTo>
                    <a:pt x="7621" y="542"/>
                  </a:lnTo>
                  <a:lnTo>
                    <a:pt x="7922" y="702"/>
                  </a:lnTo>
                  <a:lnTo>
                    <a:pt x="8223" y="883"/>
                  </a:lnTo>
                  <a:lnTo>
                    <a:pt x="8825" y="1224"/>
                  </a:lnTo>
                  <a:lnTo>
                    <a:pt x="9126" y="1364"/>
                  </a:lnTo>
                  <a:lnTo>
                    <a:pt x="9426" y="1484"/>
                  </a:lnTo>
                  <a:lnTo>
                    <a:pt x="9727" y="1585"/>
                  </a:lnTo>
                  <a:lnTo>
                    <a:pt x="9888" y="1605"/>
                  </a:lnTo>
                  <a:lnTo>
                    <a:pt x="10048" y="1625"/>
                  </a:lnTo>
                  <a:lnTo>
                    <a:pt x="10229" y="1625"/>
                  </a:lnTo>
                  <a:lnTo>
                    <a:pt x="10389" y="1625"/>
                  </a:lnTo>
                  <a:lnTo>
                    <a:pt x="10569" y="1585"/>
                  </a:lnTo>
                  <a:lnTo>
                    <a:pt x="10750" y="1565"/>
                  </a:lnTo>
                  <a:lnTo>
                    <a:pt x="10951" y="1504"/>
                  </a:lnTo>
                  <a:lnTo>
                    <a:pt x="11131" y="1424"/>
                  </a:lnTo>
                  <a:lnTo>
                    <a:pt x="11332" y="1344"/>
                  </a:lnTo>
                  <a:lnTo>
                    <a:pt x="11552" y="1224"/>
                  </a:lnTo>
                  <a:lnTo>
                    <a:pt x="11552" y="1224"/>
                  </a:lnTo>
                  <a:lnTo>
                    <a:pt x="11993" y="983"/>
                  </a:lnTo>
                  <a:lnTo>
                    <a:pt x="12435" y="783"/>
                  </a:lnTo>
                  <a:lnTo>
                    <a:pt x="12896" y="602"/>
                  </a:lnTo>
                  <a:lnTo>
                    <a:pt x="13337" y="442"/>
                  </a:lnTo>
                  <a:lnTo>
                    <a:pt x="13798" y="301"/>
                  </a:lnTo>
                  <a:lnTo>
                    <a:pt x="14239" y="201"/>
                  </a:lnTo>
                  <a:lnTo>
                    <a:pt x="14681" y="101"/>
                  </a:lnTo>
                  <a:lnTo>
                    <a:pt x="15122" y="41"/>
                  </a:lnTo>
                  <a:lnTo>
                    <a:pt x="15563" y="20"/>
                  </a:lnTo>
                  <a:lnTo>
                    <a:pt x="15984" y="0"/>
                  </a:lnTo>
                  <a:lnTo>
                    <a:pt x="16405" y="20"/>
                  </a:lnTo>
                  <a:lnTo>
                    <a:pt x="16806" y="61"/>
                  </a:lnTo>
                  <a:lnTo>
                    <a:pt x="17208" y="121"/>
                  </a:lnTo>
                  <a:lnTo>
                    <a:pt x="17609" y="201"/>
                  </a:lnTo>
                  <a:lnTo>
                    <a:pt x="17990" y="301"/>
                  </a:lnTo>
                  <a:lnTo>
                    <a:pt x="18351" y="442"/>
                  </a:lnTo>
                  <a:lnTo>
                    <a:pt x="18692" y="582"/>
                  </a:lnTo>
                  <a:lnTo>
                    <a:pt x="19032" y="762"/>
                  </a:lnTo>
                  <a:lnTo>
                    <a:pt x="19353" y="963"/>
                  </a:lnTo>
                  <a:lnTo>
                    <a:pt x="19674" y="1164"/>
                  </a:lnTo>
                  <a:lnTo>
                    <a:pt x="19955" y="1404"/>
                  </a:lnTo>
                  <a:lnTo>
                    <a:pt x="20216" y="1665"/>
                  </a:lnTo>
                  <a:lnTo>
                    <a:pt x="20456" y="1946"/>
                  </a:lnTo>
                  <a:lnTo>
                    <a:pt x="20697" y="2247"/>
                  </a:lnTo>
                  <a:lnTo>
                    <a:pt x="20898" y="2567"/>
                  </a:lnTo>
                  <a:lnTo>
                    <a:pt x="21078" y="2908"/>
                  </a:lnTo>
                  <a:lnTo>
                    <a:pt x="21238" y="3269"/>
                  </a:lnTo>
                  <a:lnTo>
                    <a:pt x="21359" y="3650"/>
                  </a:lnTo>
                  <a:lnTo>
                    <a:pt x="21459" y="4051"/>
                  </a:lnTo>
                  <a:lnTo>
                    <a:pt x="21539" y="4453"/>
                  </a:lnTo>
                  <a:lnTo>
                    <a:pt x="21599" y="4894"/>
                  </a:lnTo>
                  <a:lnTo>
                    <a:pt x="21599" y="535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8917;p45"/>
            <p:cNvSpPr/>
            <p:nvPr/>
          </p:nvSpPr>
          <p:spPr>
            <a:xfrm>
              <a:off x="11890050" y="4450325"/>
              <a:ext cx="224150" cy="276775"/>
            </a:xfrm>
            <a:custGeom>
              <a:avLst/>
              <a:gdLst/>
              <a:ahLst/>
              <a:cxnLst/>
              <a:rect l="l" t="t" r="r" b="b"/>
              <a:pathLst>
                <a:path w="8966" h="11071" extrusionOk="0">
                  <a:moveTo>
                    <a:pt x="6218" y="1"/>
                  </a:moveTo>
                  <a:lnTo>
                    <a:pt x="5977" y="21"/>
                  </a:lnTo>
                  <a:lnTo>
                    <a:pt x="5756" y="41"/>
                  </a:lnTo>
                  <a:lnTo>
                    <a:pt x="5536" y="101"/>
                  </a:lnTo>
                  <a:lnTo>
                    <a:pt x="5335" y="161"/>
                  </a:lnTo>
                  <a:lnTo>
                    <a:pt x="5115" y="241"/>
                  </a:lnTo>
                  <a:lnTo>
                    <a:pt x="4894" y="341"/>
                  </a:lnTo>
                  <a:lnTo>
                    <a:pt x="4693" y="442"/>
                  </a:lnTo>
                  <a:lnTo>
                    <a:pt x="4493" y="562"/>
                  </a:lnTo>
                  <a:lnTo>
                    <a:pt x="4292" y="702"/>
                  </a:lnTo>
                  <a:lnTo>
                    <a:pt x="3891" y="1003"/>
                  </a:lnTo>
                  <a:lnTo>
                    <a:pt x="3530" y="1364"/>
                  </a:lnTo>
                  <a:lnTo>
                    <a:pt x="3169" y="1765"/>
                  </a:lnTo>
                  <a:lnTo>
                    <a:pt x="2808" y="2186"/>
                  </a:lnTo>
                  <a:lnTo>
                    <a:pt x="2487" y="2648"/>
                  </a:lnTo>
                  <a:lnTo>
                    <a:pt x="2167" y="3149"/>
                  </a:lnTo>
                  <a:lnTo>
                    <a:pt x="1866" y="3650"/>
                  </a:lnTo>
                  <a:lnTo>
                    <a:pt x="1605" y="4192"/>
                  </a:lnTo>
                  <a:lnTo>
                    <a:pt x="1344" y="4713"/>
                  </a:lnTo>
                  <a:lnTo>
                    <a:pt x="1104" y="5275"/>
                  </a:lnTo>
                  <a:lnTo>
                    <a:pt x="883" y="5816"/>
                  </a:lnTo>
                  <a:lnTo>
                    <a:pt x="703" y="6358"/>
                  </a:lnTo>
                  <a:lnTo>
                    <a:pt x="522" y="6899"/>
                  </a:lnTo>
                  <a:lnTo>
                    <a:pt x="382" y="7421"/>
                  </a:lnTo>
                  <a:lnTo>
                    <a:pt x="241" y="7942"/>
                  </a:lnTo>
                  <a:lnTo>
                    <a:pt x="161" y="8423"/>
                  </a:lnTo>
                  <a:lnTo>
                    <a:pt x="81" y="8885"/>
                  </a:lnTo>
                  <a:lnTo>
                    <a:pt x="21" y="9306"/>
                  </a:lnTo>
                  <a:lnTo>
                    <a:pt x="1" y="9707"/>
                  </a:lnTo>
                  <a:lnTo>
                    <a:pt x="21" y="10048"/>
                  </a:lnTo>
                  <a:lnTo>
                    <a:pt x="41" y="10349"/>
                  </a:lnTo>
                  <a:lnTo>
                    <a:pt x="121" y="10609"/>
                  </a:lnTo>
                  <a:lnTo>
                    <a:pt x="161" y="10710"/>
                  </a:lnTo>
                  <a:lnTo>
                    <a:pt x="201" y="10810"/>
                  </a:lnTo>
                  <a:lnTo>
                    <a:pt x="261" y="10890"/>
                  </a:lnTo>
                  <a:lnTo>
                    <a:pt x="342" y="10950"/>
                  </a:lnTo>
                  <a:lnTo>
                    <a:pt x="402" y="10990"/>
                  </a:lnTo>
                  <a:lnTo>
                    <a:pt x="482" y="11031"/>
                  </a:lnTo>
                  <a:lnTo>
                    <a:pt x="663" y="11051"/>
                  </a:lnTo>
                  <a:lnTo>
                    <a:pt x="843" y="11071"/>
                  </a:lnTo>
                  <a:lnTo>
                    <a:pt x="1024" y="11071"/>
                  </a:lnTo>
                  <a:lnTo>
                    <a:pt x="1204" y="11051"/>
                  </a:lnTo>
                  <a:lnTo>
                    <a:pt x="1405" y="11031"/>
                  </a:lnTo>
                  <a:lnTo>
                    <a:pt x="1605" y="10990"/>
                  </a:lnTo>
                  <a:lnTo>
                    <a:pt x="2006" y="10870"/>
                  </a:lnTo>
                  <a:lnTo>
                    <a:pt x="2447" y="10710"/>
                  </a:lnTo>
                  <a:lnTo>
                    <a:pt x="2869" y="10489"/>
                  </a:lnTo>
                  <a:lnTo>
                    <a:pt x="3330" y="10248"/>
                  </a:lnTo>
                  <a:lnTo>
                    <a:pt x="3771" y="9948"/>
                  </a:lnTo>
                  <a:lnTo>
                    <a:pt x="4232" y="9627"/>
                  </a:lnTo>
                  <a:lnTo>
                    <a:pt x="4673" y="9266"/>
                  </a:lnTo>
                  <a:lnTo>
                    <a:pt x="5135" y="8885"/>
                  </a:lnTo>
                  <a:lnTo>
                    <a:pt x="5556" y="8484"/>
                  </a:lnTo>
                  <a:lnTo>
                    <a:pt x="5997" y="8042"/>
                  </a:lnTo>
                  <a:lnTo>
                    <a:pt x="6398" y="7601"/>
                  </a:lnTo>
                  <a:lnTo>
                    <a:pt x="6799" y="7140"/>
                  </a:lnTo>
                  <a:lnTo>
                    <a:pt x="7160" y="6659"/>
                  </a:lnTo>
                  <a:lnTo>
                    <a:pt x="7501" y="6177"/>
                  </a:lnTo>
                  <a:lnTo>
                    <a:pt x="7822" y="5696"/>
                  </a:lnTo>
                  <a:lnTo>
                    <a:pt x="8103" y="5195"/>
                  </a:lnTo>
                  <a:lnTo>
                    <a:pt x="8363" y="4713"/>
                  </a:lnTo>
                  <a:lnTo>
                    <a:pt x="8564" y="4232"/>
                  </a:lnTo>
                  <a:lnTo>
                    <a:pt x="8744" y="3751"/>
                  </a:lnTo>
                  <a:lnTo>
                    <a:pt x="8865" y="3289"/>
                  </a:lnTo>
                  <a:lnTo>
                    <a:pt x="8925" y="2848"/>
                  </a:lnTo>
                  <a:lnTo>
                    <a:pt x="8945" y="2628"/>
                  </a:lnTo>
                  <a:lnTo>
                    <a:pt x="8965" y="2427"/>
                  </a:lnTo>
                  <a:lnTo>
                    <a:pt x="8945" y="2207"/>
                  </a:lnTo>
                  <a:lnTo>
                    <a:pt x="8925" y="2006"/>
                  </a:lnTo>
                  <a:lnTo>
                    <a:pt x="8885" y="1825"/>
                  </a:lnTo>
                  <a:lnTo>
                    <a:pt x="8825" y="1625"/>
                  </a:lnTo>
                  <a:lnTo>
                    <a:pt x="8765" y="1444"/>
                  </a:lnTo>
                  <a:lnTo>
                    <a:pt x="8684" y="1284"/>
                  </a:lnTo>
                  <a:lnTo>
                    <a:pt x="8584" y="1124"/>
                  </a:lnTo>
                  <a:lnTo>
                    <a:pt x="8464" y="963"/>
                  </a:lnTo>
                  <a:lnTo>
                    <a:pt x="8323" y="803"/>
                  </a:lnTo>
                  <a:lnTo>
                    <a:pt x="8163" y="662"/>
                  </a:lnTo>
                  <a:lnTo>
                    <a:pt x="8002" y="542"/>
                  </a:lnTo>
                  <a:lnTo>
                    <a:pt x="7802" y="422"/>
                  </a:lnTo>
                  <a:lnTo>
                    <a:pt x="7601" y="321"/>
                  </a:lnTo>
                  <a:lnTo>
                    <a:pt x="7381" y="221"/>
                  </a:lnTo>
                  <a:lnTo>
                    <a:pt x="7140" y="141"/>
                  </a:lnTo>
                  <a:lnTo>
                    <a:pt x="6899" y="81"/>
                  </a:lnTo>
                  <a:lnTo>
                    <a:pt x="6659" y="21"/>
                  </a:lnTo>
                  <a:lnTo>
                    <a:pt x="643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8918;p45"/>
            <p:cNvSpPr/>
            <p:nvPr/>
          </p:nvSpPr>
          <p:spPr>
            <a:xfrm>
              <a:off x="11890050" y="4450325"/>
              <a:ext cx="224150" cy="276775"/>
            </a:xfrm>
            <a:custGeom>
              <a:avLst/>
              <a:gdLst/>
              <a:ahLst/>
              <a:cxnLst/>
              <a:rect l="l" t="t" r="r" b="b"/>
              <a:pathLst>
                <a:path w="8966" h="11071" fill="none" extrusionOk="0">
                  <a:moveTo>
                    <a:pt x="482" y="11031"/>
                  </a:moveTo>
                  <a:lnTo>
                    <a:pt x="482" y="11031"/>
                  </a:lnTo>
                  <a:lnTo>
                    <a:pt x="402" y="10990"/>
                  </a:lnTo>
                  <a:lnTo>
                    <a:pt x="342" y="10950"/>
                  </a:lnTo>
                  <a:lnTo>
                    <a:pt x="261" y="10890"/>
                  </a:lnTo>
                  <a:lnTo>
                    <a:pt x="201" y="10810"/>
                  </a:lnTo>
                  <a:lnTo>
                    <a:pt x="161" y="10710"/>
                  </a:lnTo>
                  <a:lnTo>
                    <a:pt x="121" y="10609"/>
                  </a:lnTo>
                  <a:lnTo>
                    <a:pt x="41" y="10349"/>
                  </a:lnTo>
                  <a:lnTo>
                    <a:pt x="21" y="10048"/>
                  </a:lnTo>
                  <a:lnTo>
                    <a:pt x="1" y="9707"/>
                  </a:lnTo>
                  <a:lnTo>
                    <a:pt x="21" y="9306"/>
                  </a:lnTo>
                  <a:lnTo>
                    <a:pt x="81" y="8885"/>
                  </a:lnTo>
                  <a:lnTo>
                    <a:pt x="161" y="8423"/>
                  </a:lnTo>
                  <a:lnTo>
                    <a:pt x="241" y="7942"/>
                  </a:lnTo>
                  <a:lnTo>
                    <a:pt x="382" y="7421"/>
                  </a:lnTo>
                  <a:lnTo>
                    <a:pt x="522" y="6899"/>
                  </a:lnTo>
                  <a:lnTo>
                    <a:pt x="703" y="6358"/>
                  </a:lnTo>
                  <a:lnTo>
                    <a:pt x="883" y="5816"/>
                  </a:lnTo>
                  <a:lnTo>
                    <a:pt x="1104" y="5275"/>
                  </a:lnTo>
                  <a:lnTo>
                    <a:pt x="1344" y="4713"/>
                  </a:lnTo>
                  <a:lnTo>
                    <a:pt x="1605" y="4192"/>
                  </a:lnTo>
                  <a:lnTo>
                    <a:pt x="1866" y="3650"/>
                  </a:lnTo>
                  <a:lnTo>
                    <a:pt x="2167" y="3149"/>
                  </a:lnTo>
                  <a:lnTo>
                    <a:pt x="2487" y="2648"/>
                  </a:lnTo>
                  <a:lnTo>
                    <a:pt x="2808" y="2186"/>
                  </a:lnTo>
                  <a:lnTo>
                    <a:pt x="3169" y="1765"/>
                  </a:lnTo>
                  <a:lnTo>
                    <a:pt x="3530" y="1364"/>
                  </a:lnTo>
                  <a:lnTo>
                    <a:pt x="3891" y="1003"/>
                  </a:lnTo>
                  <a:lnTo>
                    <a:pt x="4292" y="702"/>
                  </a:lnTo>
                  <a:lnTo>
                    <a:pt x="4493" y="562"/>
                  </a:lnTo>
                  <a:lnTo>
                    <a:pt x="4693" y="442"/>
                  </a:lnTo>
                  <a:lnTo>
                    <a:pt x="4894" y="341"/>
                  </a:lnTo>
                  <a:lnTo>
                    <a:pt x="5115" y="241"/>
                  </a:lnTo>
                  <a:lnTo>
                    <a:pt x="5335" y="161"/>
                  </a:lnTo>
                  <a:lnTo>
                    <a:pt x="5536" y="101"/>
                  </a:lnTo>
                  <a:lnTo>
                    <a:pt x="5756" y="41"/>
                  </a:lnTo>
                  <a:lnTo>
                    <a:pt x="5977" y="21"/>
                  </a:lnTo>
                  <a:lnTo>
                    <a:pt x="6218" y="1"/>
                  </a:lnTo>
                  <a:lnTo>
                    <a:pt x="6438" y="1"/>
                  </a:lnTo>
                  <a:lnTo>
                    <a:pt x="6659" y="21"/>
                  </a:lnTo>
                  <a:lnTo>
                    <a:pt x="6899" y="81"/>
                  </a:lnTo>
                  <a:lnTo>
                    <a:pt x="7140" y="141"/>
                  </a:lnTo>
                  <a:lnTo>
                    <a:pt x="7381" y="221"/>
                  </a:lnTo>
                  <a:lnTo>
                    <a:pt x="7381" y="221"/>
                  </a:lnTo>
                  <a:lnTo>
                    <a:pt x="7601" y="321"/>
                  </a:lnTo>
                  <a:lnTo>
                    <a:pt x="7802" y="422"/>
                  </a:lnTo>
                  <a:lnTo>
                    <a:pt x="8002" y="542"/>
                  </a:lnTo>
                  <a:lnTo>
                    <a:pt x="8163" y="662"/>
                  </a:lnTo>
                  <a:lnTo>
                    <a:pt x="8323" y="803"/>
                  </a:lnTo>
                  <a:lnTo>
                    <a:pt x="8464" y="963"/>
                  </a:lnTo>
                  <a:lnTo>
                    <a:pt x="8584" y="1124"/>
                  </a:lnTo>
                  <a:lnTo>
                    <a:pt x="8684" y="1284"/>
                  </a:lnTo>
                  <a:lnTo>
                    <a:pt x="8765" y="1444"/>
                  </a:lnTo>
                  <a:lnTo>
                    <a:pt x="8825" y="1625"/>
                  </a:lnTo>
                  <a:lnTo>
                    <a:pt x="8885" y="1825"/>
                  </a:lnTo>
                  <a:lnTo>
                    <a:pt x="8925" y="2006"/>
                  </a:lnTo>
                  <a:lnTo>
                    <a:pt x="8945" y="2207"/>
                  </a:lnTo>
                  <a:lnTo>
                    <a:pt x="8965" y="2427"/>
                  </a:lnTo>
                  <a:lnTo>
                    <a:pt x="8945" y="2628"/>
                  </a:lnTo>
                  <a:lnTo>
                    <a:pt x="8925" y="2848"/>
                  </a:lnTo>
                  <a:lnTo>
                    <a:pt x="8865" y="3289"/>
                  </a:lnTo>
                  <a:lnTo>
                    <a:pt x="8744" y="3751"/>
                  </a:lnTo>
                  <a:lnTo>
                    <a:pt x="8564" y="4232"/>
                  </a:lnTo>
                  <a:lnTo>
                    <a:pt x="8363" y="4713"/>
                  </a:lnTo>
                  <a:lnTo>
                    <a:pt x="8103" y="5195"/>
                  </a:lnTo>
                  <a:lnTo>
                    <a:pt x="7822" y="5696"/>
                  </a:lnTo>
                  <a:lnTo>
                    <a:pt x="7501" y="6177"/>
                  </a:lnTo>
                  <a:lnTo>
                    <a:pt x="7160" y="6659"/>
                  </a:lnTo>
                  <a:lnTo>
                    <a:pt x="6799" y="7140"/>
                  </a:lnTo>
                  <a:lnTo>
                    <a:pt x="6398" y="7601"/>
                  </a:lnTo>
                  <a:lnTo>
                    <a:pt x="5997" y="8042"/>
                  </a:lnTo>
                  <a:lnTo>
                    <a:pt x="5556" y="8484"/>
                  </a:lnTo>
                  <a:lnTo>
                    <a:pt x="5135" y="8885"/>
                  </a:lnTo>
                  <a:lnTo>
                    <a:pt x="4673" y="9266"/>
                  </a:lnTo>
                  <a:lnTo>
                    <a:pt x="4232" y="9627"/>
                  </a:lnTo>
                  <a:lnTo>
                    <a:pt x="3771" y="9948"/>
                  </a:lnTo>
                  <a:lnTo>
                    <a:pt x="3330" y="10248"/>
                  </a:lnTo>
                  <a:lnTo>
                    <a:pt x="2869" y="10489"/>
                  </a:lnTo>
                  <a:lnTo>
                    <a:pt x="2447" y="10710"/>
                  </a:lnTo>
                  <a:lnTo>
                    <a:pt x="2006" y="10870"/>
                  </a:lnTo>
                  <a:lnTo>
                    <a:pt x="1605" y="10990"/>
                  </a:lnTo>
                  <a:lnTo>
                    <a:pt x="1405" y="11031"/>
                  </a:lnTo>
                  <a:lnTo>
                    <a:pt x="1204" y="11051"/>
                  </a:lnTo>
                  <a:lnTo>
                    <a:pt x="1024" y="11071"/>
                  </a:lnTo>
                  <a:lnTo>
                    <a:pt x="843" y="11071"/>
                  </a:lnTo>
                  <a:lnTo>
                    <a:pt x="663" y="11051"/>
                  </a:lnTo>
                  <a:lnTo>
                    <a:pt x="482" y="1103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8919;p45"/>
            <p:cNvSpPr/>
            <p:nvPr/>
          </p:nvSpPr>
          <p:spPr>
            <a:xfrm>
              <a:off x="11816350" y="4389150"/>
              <a:ext cx="211100" cy="284800"/>
            </a:xfrm>
            <a:custGeom>
              <a:avLst/>
              <a:gdLst/>
              <a:ahLst/>
              <a:cxnLst/>
              <a:rect l="l" t="t" r="r" b="b"/>
              <a:pathLst>
                <a:path w="8444" h="11392" extrusionOk="0">
                  <a:moveTo>
                    <a:pt x="8363" y="1"/>
                  </a:moveTo>
                  <a:lnTo>
                    <a:pt x="7942" y="121"/>
                  </a:lnTo>
                  <a:lnTo>
                    <a:pt x="7521" y="242"/>
                  </a:lnTo>
                  <a:lnTo>
                    <a:pt x="7100" y="402"/>
                  </a:lnTo>
                  <a:lnTo>
                    <a:pt x="6699" y="582"/>
                  </a:lnTo>
                  <a:lnTo>
                    <a:pt x="6699" y="101"/>
                  </a:lnTo>
                  <a:lnTo>
                    <a:pt x="6699" y="61"/>
                  </a:lnTo>
                  <a:lnTo>
                    <a:pt x="6679" y="41"/>
                  </a:lnTo>
                  <a:lnTo>
                    <a:pt x="6579" y="41"/>
                  </a:lnTo>
                  <a:lnTo>
                    <a:pt x="6559" y="81"/>
                  </a:lnTo>
                  <a:lnTo>
                    <a:pt x="6559" y="101"/>
                  </a:lnTo>
                  <a:lnTo>
                    <a:pt x="6498" y="582"/>
                  </a:lnTo>
                  <a:lnTo>
                    <a:pt x="6137" y="462"/>
                  </a:lnTo>
                  <a:lnTo>
                    <a:pt x="6117" y="462"/>
                  </a:lnTo>
                  <a:lnTo>
                    <a:pt x="6097" y="482"/>
                  </a:lnTo>
                  <a:lnTo>
                    <a:pt x="6097" y="502"/>
                  </a:lnTo>
                  <a:lnTo>
                    <a:pt x="6117" y="522"/>
                  </a:lnTo>
                  <a:lnTo>
                    <a:pt x="6478" y="683"/>
                  </a:lnTo>
                  <a:lnTo>
                    <a:pt x="6198" y="843"/>
                  </a:lnTo>
                  <a:lnTo>
                    <a:pt x="5897" y="1004"/>
                  </a:lnTo>
                  <a:lnTo>
                    <a:pt x="5616" y="1184"/>
                  </a:lnTo>
                  <a:lnTo>
                    <a:pt x="5355" y="1365"/>
                  </a:lnTo>
                  <a:lnTo>
                    <a:pt x="4834" y="1766"/>
                  </a:lnTo>
                  <a:lnTo>
                    <a:pt x="4332" y="2207"/>
                  </a:lnTo>
                  <a:lnTo>
                    <a:pt x="4132" y="1866"/>
                  </a:lnTo>
                  <a:lnTo>
                    <a:pt x="4112" y="1846"/>
                  </a:lnTo>
                  <a:lnTo>
                    <a:pt x="4072" y="1826"/>
                  </a:lnTo>
                  <a:lnTo>
                    <a:pt x="4052" y="1846"/>
                  </a:lnTo>
                  <a:lnTo>
                    <a:pt x="4032" y="1866"/>
                  </a:lnTo>
                  <a:lnTo>
                    <a:pt x="4032" y="1886"/>
                  </a:lnTo>
                  <a:lnTo>
                    <a:pt x="4032" y="1926"/>
                  </a:lnTo>
                  <a:lnTo>
                    <a:pt x="4212" y="2327"/>
                  </a:lnTo>
                  <a:lnTo>
                    <a:pt x="3851" y="2688"/>
                  </a:lnTo>
                  <a:lnTo>
                    <a:pt x="3510" y="3069"/>
                  </a:lnTo>
                  <a:lnTo>
                    <a:pt x="3169" y="3450"/>
                  </a:lnTo>
                  <a:lnTo>
                    <a:pt x="2869" y="3851"/>
                  </a:lnTo>
                  <a:lnTo>
                    <a:pt x="2568" y="4272"/>
                  </a:lnTo>
                  <a:lnTo>
                    <a:pt x="2287" y="4694"/>
                  </a:lnTo>
                  <a:lnTo>
                    <a:pt x="2026" y="5135"/>
                  </a:lnTo>
                  <a:lnTo>
                    <a:pt x="1766" y="5576"/>
                  </a:lnTo>
                  <a:lnTo>
                    <a:pt x="1525" y="6057"/>
                  </a:lnTo>
                  <a:lnTo>
                    <a:pt x="1264" y="6579"/>
                  </a:lnTo>
                  <a:lnTo>
                    <a:pt x="1003" y="7140"/>
                  </a:lnTo>
                  <a:lnTo>
                    <a:pt x="763" y="7702"/>
                  </a:lnTo>
                  <a:lnTo>
                    <a:pt x="462" y="7602"/>
                  </a:lnTo>
                  <a:lnTo>
                    <a:pt x="422" y="7622"/>
                  </a:lnTo>
                  <a:lnTo>
                    <a:pt x="402" y="7642"/>
                  </a:lnTo>
                  <a:lnTo>
                    <a:pt x="402" y="7662"/>
                  </a:lnTo>
                  <a:lnTo>
                    <a:pt x="422" y="7702"/>
                  </a:lnTo>
                  <a:lnTo>
                    <a:pt x="723" y="7842"/>
                  </a:lnTo>
                  <a:lnTo>
                    <a:pt x="622" y="8123"/>
                  </a:lnTo>
                  <a:lnTo>
                    <a:pt x="522" y="8424"/>
                  </a:lnTo>
                  <a:lnTo>
                    <a:pt x="382" y="8424"/>
                  </a:lnTo>
                  <a:lnTo>
                    <a:pt x="322" y="8464"/>
                  </a:lnTo>
                  <a:lnTo>
                    <a:pt x="322" y="8504"/>
                  </a:lnTo>
                  <a:lnTo>
                    <a:pt x="322" y="8544"/>
                  </a:lnTo>
                  <a:lnTo>
                    <a:pt x="382" y="8564"/>
                  </a:lnTo>
                  <a:lnTo>
                    <a:pt x="462" y="8584"/>
                  </a:lnTo>
                  <a:lnTo>
                    <a:pt x="261" y="9246"/>
                  </a:lnTo>
                  <a:lnTo>
                    <a:pt x="181" y="9567"/>
                  </a:lnTo>
                  <a:lnTo>
                    <a:pt x="121" y="9908"/>
                  </a:lnTo>
                  <a:lnTo>
                    <a:pt x="61" y="10249"/>
                  </a:lnTo>
                  <a:lnTo>
                    <a:pt x="21" y="10570"/>
                  </a:lnTo>
                  <a:lnTo>
                    <a:pt x="1" y="10911"/>
                  </a:lnTo>
                  <a:lnTo>
                    <a:pt x="1" y="11231"/>
                  </a:lnTo>
                  <a:lnTo>
                    <a:pt x="281" y="11392"/>
                  </a:lnTo>
                  <a:lnTo>
                    <a:pt x="281" y="11051"/>
                  </a:lnTo>
                  <a:lnTo>
                    <a:pt x="281" y="10710"/>
                  </a:lnTo>
                  <a:lnTo>
                    <a:pt x="322" y="10349"/>
                  </a:lnTo>
                  <a:lnTo>
                    <a:pt x="362" y="10008"/>
                  </a:lnTo>
                  <a:lnTo>
                    <a:pt x="442" y="9647"/>
                  </a:lnTo>
                  <a:lnTo>
                    <a:pt x="522" y="9306"/>
                  </a:lnTo>
                  <a:lnTo>
                    <a:pt x="602" y="8945"/>
                  </a:lnTo>
                  <a:lnTo>
                    <a:pt x="723" y="8604"/>
                  </a:lnTo>
                  <a:lnTo>
                    <a:pt x="963" y="8604"/>
                  </a:lnTo>
                  <a:lnTo>
                    <a:pt x="1084" y="8584"/>
                  </a:lnTo>
                  <a:lnTo>
                    <a:pt x="1124" y="8544"/>
                  </a:lnTo>
                  <a:lnTo>
                    <a:pt x="1144" y="8504"/>
                  </a:lnTo>
                  <a:lnTo>
                    <a:pt x="1124" y="8464"/>
                  </a:lnTo>
                  <a:lnTo>
                    <a:pt x="1084" y="8424"/>
                  </a:lnTo>
                  <a:lnTo>
                    <a:pt x="963" y="8404"/>
                  </a:lnTo>
                  <a:lnTo>
                    <a:pt x="783" y="8404"/>
                  </a:lnTo>
                  <a:lnTo>
                    <a:pt x="943" y="7963"/>
                  </a:lnTo>
                  <a:lnTo>
                    <a:pt x="1164" y="8063"/>
                  </a:lnTo>
                  <a:lnTo>
                    <a:pt x="1184" y="8063"/>
                  </a:lnTo>
                  <a:lnTo>
                    <a:pt x="1224" y="8043"/>
                  </a:lnTo>
                  <a:lnTo>
                    <a:pt x="1244" y="8023"/>
                  </a:lnTo>
                  <a:lnTo>
                    <a:pt x="1244" y="7983"/>
                  </a:lnTo>
                  <a:lnTo>
                    <a:pt x="1224" y="7942"/>
                  </a:lnTo>
                  <a:lnTo>
                    <a:pt x="1124" y="7862"/>
                  </a:lnTo>
                  <a:lnTo>
                    <a:pt x="1003" y="7802"/>
                  </a:lnTo>
                  <a:lnTo>
                    <a:pt x="1304" y="7100"/>
                  </a:lnTo>
                  <a:lnTo>
                    <a:pt x="1625" y="6418"/>
                  </a:lnTo>
                  <a:lnTo>
                    <a:pt x="1946" y="5777"/>
                  </a:lnTo>
                  <a:lnTo>
                    <a:pt x="2287" y="5195"/>
                  </a:lnTo>
                  <a:lnTo>
                    <a:pt x="2728" y="4473"/>
                  </a:lnTo>
                  <a:lnTo>
                    <a:pt x="2969" y="4132"/>
                  </a:lnTo>
                  <a:lnTo>
                    <a:pt x="3209" y="3791"/>
                  </a:lnTo>
                  <a:lnTo>
                    <a:pt x="3470" y="3450"/>
                  </a:lnTo>
                  <a:lnTo>
                    <a:pt x="3731" y="3129"/>
                  </a:lnTo>
                  <a:lnTo>
                    <a:pt x="4012" y="2809"/>
                  </a:lnTo>
                  <a:lnTo>
                    <a:pt x="4312" y="2508"/>
                  </a:lnTo>
                  <a:lnTo>
                    <a:pt x="4312" y="2528"/>
                  </a:lnTo>
                  <a:lnTo>
                    <a:pt x="4353" y="2548"/>
                  </a:lnTo>
                  <a:lnTo>
                    <a:pt x="4393" y="2568"/>
                  </a:lnTo>
                  <a:lnTo>
                    <a:pt x="4413" y="2548"/>
                  </a:lnTo>
                  <a:lnTo>
                    <a:pt x="4433" y="2528"/>
                  </a:lnTo>
                  <a:lnTo>
                    <a:pt x="4453" y="2508"/>
                  </a:lnTo>
                  <a:lnTo>
                    <a:pt x="4453" y="2468"/>
                  </a:lnTo>
                  <a:lnTo>
                    <a:pt x="4413" y="2407"/>
                  </a:lnTo>
                  <a:lnTo>
                    <a:pt x="4894" y="1966"/>
                  </a:lnTo>
                  <a:lnTo>
                    <a:pt x="5395" y="1565"/>
                  </a:lnTo>
                  <a:lnTo>
                    <a:pt x="5917" y="1184"/>
                  </a:lnTo>
                  <a:lnTo>
                    <a:pt x="6198" y="1024"/>
                  </a:lnTo>
                  <a:lnTo>
                    <a:pt x="6478" y="863"/>
                  </a:lnTo>
                  <a:lnTo>
                    <a:pt x="6478" y="863"/>
                  </a:lnTo>
                  <a:lnTo>
                    <a:pt x="6458" y="1104"/>
                  </a:lnTo>
                  <a:lnTo>
                    <a:pt x="6478" y="1324"/>
                  </a:lnTo>
                  <a:lnTo>
                    <a:pt x="6498" y="1365"/>
                  </a:lnTo>
                  <a:lnTo>
                    <a:pt x="6518" y="1385"/>
                  </a:lnTo>
                  <a:lnTo>
                    <a:pt x="6559" y="1405"/>
                  </a:lnTo>
                  <a:lnTo>
                    <a:pt x="6599" y="1405"/>
                  </a:lnTo>
                  <a:lnTo>
                    <a:pt x="6639" y="1365"/>
                  </a:lnTo>
                  <a:lnTo>
                    <a:pt x="6679" y="1084"/>
                  </a:lnTo>
                  <a:lnTo>
                    <a:pt x="6699" y="783"/>
                  </a:lnTo>
                  <a:lnTo>
                    <a:pt x="6879" y="863"/>
                  </a:lnTo>
                  <a:lnTo>
                    <a:pt x="6960" y="903"/>
                  </a:lnTo>
                  <a:lnTo>
                    <a:pt x="7080" y="903"/>
                  </a:lnTo>
                  <a:lnTo>
                    <a:pt x="7100" y="863"/>
                  </a:lnTo>
                  <a:lnTo>
                    <a:pt x="7120" y="843"/>
                  </a:lnTo>
                  <a:lnTo>
                    <a:pt x="7100" y="803"/>
                  </a:lnTo>
                  <a:lnTo>
                    <a:pt x="6960" y="723"/>
                  </a:lnTo>
                  <a:lnTo>
                    <a:pt x="6839" y="683"/>
                  </a:lnTo>
                  <a:lnTo>
                    <a:pt x="7200" y="502"/>
                  </a:lnTo>
                  <a:lnTo>
                    <a:pt x="7601" y="362"/>
                  </a:lnTo>
                  <a:lnTo>
                    <a:pt x="8002" y="221"/>
                  </a:lnTo>
                  <a:lnTo>
                    <a:pt x="8404" y="121"/>
                  </a:lnTo>
                  <a:lnTo>
                    <a:pt x="8444" y="101"/>
                  </a:lnTo>
                  <a:lnTo>
                    <a:pt x="8444" y="61"/>
                  </a:lnTo>
                  <a:lnTo>
                    <a:pt x="8424" y="21"/>
                  </a:lnTo>
                  <a:lnTo>
                    <a:pt x="838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8920;p45"/>
            <p:cNvSpPr/>
            <p:nvPr/>
          </p:nvSpPr>
          <p:spPr>
            <a:xfrm>
              <a:off x="11605275" y="4494950"/>
              <a:ext cx="441725" cy="271750"/>
            </a:xfrm>
            <a:custGeom>
              <a:avLst/>
              <a:gdLst/>
              <a:ahLst/>
              <a:cxnLst/>
              <a:rect l="l" t="t" r="r" b="b"/>
              <a:pathLst>
                <a:path w="17669" h="10870" extrusionOk="0">
                  <a:moveTo>
                    <a:pt x="141" y="783"/>
                  </a:moveTo>
                  <a:lnTo>
                    <a:pt x="181" y="803"/>
                  </a:lnTo>
                  <a:lnTo>
                    <a:pt x="602" y="1364"/>
                  </a:lnTo>
                  <a:lnTo>
                    <a:pt x="1044" y="1906"/>
                  </a:lnTo>
                  <a:lnTo>
                    <a:pt x="1505" y="2427"/>
                  </a:lnTo>
                  <a:lnTo>
                    <a:pt x="1986" y="2928"/>
                  </a:lnTo>
                  <a:lnTo>
                    <a:pt x="2086" y="2768"/>
                  </a:lnTo>
                  <a:lnTo>
                    <a:pt x="2187" y="2628"/>
                  </a:lnTo>
                  <a:lnTo>
                    <a:pt x="2227" y="2607"/>
                  </a:lnTo>
                  <a:lnTo>
                    <a:pt x="2247" y="2587"/>
                  </a:lnTo>
                  <a:lnTo>
                    <a:pt x="2287" y="2607"/>
                  </a:lnTo>
                  <a:lnTo>
                    <a:pt x="2327" y="2628"/>
                  </a:lnTo>
                  <a:lnTo>
                    <a:pt x="2347" y="2668"/>
                  </a:lnTo>
                  <a:lnTo>
                    <a:pt x="2347" y="2708"/>
                  </a:lnTo>
                  <a:lnTo>
                    <a:pt x="2267" y="2908"/>
                  </a:lnTo>
                  <a:lnTo>
                    <a:pt x="2147" y="3089"/>
                  </a:lnTo>
                  <a:lnTo>
                    <a:pt x="2447" y="3370"/>
                  </a:lnTo>
                  <a:lnTo>
                    <a:pt x="2588" y="3149"/>
                  </a:lnTo>
                  <a:lnTo>
                    <a:pt x="2668" y="3029"/>
                  </a:lnTo>
                  <a:lnTo>
                    <a:pt x="2768" y="2948"/>
                  </a:lnTo>
                  <a:lnTo>
                    <a:pt x="2828" y="2948"/>
                  </a:lnTo>
                  <a:lnTo>
                    <a:pt x="2849" y="2968"/>
                  </a:lnTo>
                  <a:lnTo>
                    <a:pt x="2869" y="2989"/>
                  </a:lnTo>
                  <a:lnTo>
                    <a:pt x="2869" y="3029"/>
                  </a:lnTo>
                  <a:lnTo>
                    <a:pt x="2828" y="3149"/>
                  </a:lnTo>
                  <a:lnTo>
                    <a:pt x="2748" y="3269"/>
                  </a:lnTo>
                  <a:lnTo>
                    <a:pt x="2588" y="3510"/>
                  </a:lnTo>
                  <a:lnTo>
                    <a:pt x="3009" y="3911"/>
                  </a:lnTo>
                  <a:lnTo>
                    <a:pt x="3450" y="4292"/>
                  </a:lnTo>
                  <a:lnTo>
                    <a:pt x="4333" y="5034"/>
                  </a:lnTo>
                  <a:lnTo>
                    <a:pt x="5255" y="5776"/>
                  </a:lnTo>
                  <a:lnTo>
                    <a:pt x="6178" y="6478"/>
                  </a:lnTo>
                  <a:lnTo>
                    <a:pt x="6258" y="6197"/>
                  </a:lnTo>
                  <a:lnTo>
                    <a:pt x="6318" y="6057"/>
                  </a:lnTo>
                  <a:lnTo>
                    <a:pt x="6378" y="5937"/>
                  </a:lnTo>
                  <a:lnTo>
                    <a:pt x="6398" y="5916"/>
                  </a:lnTo>
                  <a:lnTo>
                    <a:pt x="6418" y="5916"/>
                  </a:lnTo>
                  <a:lnTo>
                    <a:pt x="6478" y="5937"/>
                  </a:lnTo>
                  <a:lnTo>
                    <a:pt x="6478" y="5957"/>
                  </a:lnTo>
                  <a:lnTo>
                    <a:pt x="6498" y="5977"/>
                  </a:lnTo>
                  <a:lnTo>
                    <a:pt x="6458" y="6217"/>
                  </a:lnTo>
                  <a:lnTo>
                    <a:pt x="6378" y="6458"/>
                  </a:lnTo>
                  <a:lnTo>
                    <a:pt x="6579" y="6338"/>
                  </a:lnTo>
                  <a:lnTo>
                    <a:pt x="6779" y="6217"/>
                  </a:lnTo>
                  <a:lnTo>
                    <a:pt x="6819" y="6197"/>
                  </a:lnTo>
                  <a:lnTo>
                    <a:pt x="6859" y="6217"/>
                  </a:lnTo>
                  <a:lnTo>
                    <a:pt x="6900" y="6257"/>
                  </a:lnTo>
                  <a:lnTo>
                    <a:pt x="6920" y="6318"/>
                  </a:lnTo>
                  <a:lnTo>
                    <a:pt x="6879" y="6358"/>
                  </a:lnTo>
                  <a:lnTo>
                    <a:pt x="6659" y="6518"/>
                  </a:lnTo>
                  <a:lnTo>
                    <a:pt x="6418" y="6658"/>
                  </a:lnTo>
                  <a:lnTo>
                    <a:pt x="8263" y="8002"/>
                  </a:lnTo>
                  <a:lnTo>
                    <a:pt x="8303" y="8042"/>
                  </a:lnTo>
                  <a:lnTo>
                    <a:pt x="8283" y="8102"/>
                  </a:lnTo>
                  <a:lnTo>
                    <a:pt x="8263" y="8143"/>
                  </a:lnTo>
                  <a:lnTo>
                    <a:pt x="8203" y="8163"/>
                  </a:lnTo>
                  <a:lnTo>
                    <a:pt x="8163" y="8143"/>
                  </a:lnTo>
                  <a:lnTo>
                    <a:pt x="7682" y="7862"/>
                  </a:lnTo>
                  <a:lnTo>
                    <a:pt x="7220" y="7561"/>
                  </a:lnTo>
                  <a:lnTo>
                    <a:pt x="6278" y="6959"/>
                  </a:lnTo>
                  <a:lnTo>
                    <a:pt x="6238" y="7200"/>
                  </a:lnTo>
                  <a:lnTo>
                    <a:pt x="6198" y="7461"/>
                  </a:lnTo>
                  <a:lnTo>
                    <a:pt x="6178" y="7481"/>
                  </a:lnTo>
                  <a:lnTo>
                    <a:pt x="6158" y="7501"/>
                  </a:lnTo>
                  <a:lnTo>
                    <a:pt x="6158" y="7481"/>
                  </a:lnTo>
                  <a:lnTo>
                    <a:pt x="6137" y="7461"/>
                  </a:lnTo>
                  <a:lnTo>
                    <a:pt x="6137" y="7180"/>
                  </a:lnTo>
                  <a:lnTo>
                    <a:pt x="6137" y="6859"/>
                  </a:lnTo>
                  <a:lnTo>
                    <a:pt x="6097" y="6819"/>
                  </a:lnTo>
                  <a:lnTo>
                    <a:pt x="5696" y="6999"/>
                  </a:lnTo>
                  <a:lnTo>
                    <a:pt x="5676" y="7019"/>
                  </a:lnTo>
                  <a:lnTo>
                    <a:pt x="5656" y="6999"/>
                  </a:lnTo>
                  <a:lnTo>
                    <a:pt x="5656" y="6979"/>
                  </a:lnTo>
                  <a:lnTo>
                    <a:pt x="5676" y="6959"/>
                  </a:lnTo>
                  <a:lnTo>
                    <a:pt x="5977" y="6739"/>
                  </a:lnTo>
                  <a:lnTo>
                    <a:pt x="5516" y="6398"/>
                  </a:lnTo>
                  <a:lnTo>
                    <a:pt x="5034" y="6057"/>
                  </a:lnTo>
                  <a:lnTo>
                    <a:pt x="4593" y="5696"/>
                  </a:lnTo>
                  <a:lnTo>
                    <a:pt x="4132" y="5315"/>
                  </a:lnTo>
                  <a:lnTo>
                    <a:pt x="3691" y="4934"/>
                  </a:lnTo>
                  <a:lnTo>
                    <a:pt x="3270" y="4533"/>
                  </a:lnTo>
                  <a:lnTo>
                    <a:pt x="2849" y="4132"/>
                  </a:lnTo>
                  <a:lnTo>
                    <a:pt x="2427" y="3710"/>
                  </a:lnTo>
                  <a:lnTo>
                    <a:pt x="2327" y="3871"/>
                  </a:lnTo>
                  <a:lnTo>
                    <a:pt x="2227" y="4031"/>
                  </a:lnTo>
                  <a:lnTo>
                    <a:pt x="2207" y="4031"/>
                  </a:lnTo>
                  <a:lnTo>
                    <a:pt x="2207" y="4051"/>
                  </a:lnTo>
                  <a:lnTo>
                    <a:pt x="2167" y="4031"/>
                  </a:lnTo>
                  <a:lnTo>
                    <a:pt x="2147" y="4011"/>
                  </a:lnTo>
                  <a:lnTo>
                    <a:pt x="2167" y="3971"/>
                  </a:lnTo>
                  <a:lnTo>
                    <a:pt x="2327" y="3590"/>
                  </a:lnTo>
                  <a:lnTo>
                    <a:pt x="2006" y="3249"/>
                  </a:lnTo>
                  <a:lnTo>
                    <a:pt x="1826" y="3510"/>
                  </a:lnTo>
                  <a:lnTo>
                    <a:pt x="1766" y="3510"/>
                  </a:lnTo>
                  <a:lnTo>
                    <a:pt x="1746" y="3490"/>
                  </a:lnTo>
                  <a:lnTo>
                    <a:pt x="1746" y="3470"/>
                  </a:lnTo>
                  <a:lnTo>
                    <a:pt x="1746" y="3450"/>
                  </a:lnTo>
                  <a:lnTo>
                    <a:pt x="1886" y="3109"/>
                  </a:lnTo>
                  <a:lnTo>
                    <a:pt x="1405" y="2567"/>
                  </a:lnTo>
                  <a:lnTo>
                    <a:pt x="963" y="2006"/>
                  </a:lnTo>
                  <a:lnTo>
                    <a:pt x="522" y="1424"/>
                  </a:lnTo>
                  <a:lnTo>
                    <a:pt x="121" y="823"/>
                  </a:lnTo>
                  <a:lnTo>
                    <a:pt x="121" y="803"/>
                  </a:lnTo>
                  <a:lnTo>
                    <a:pt x="141" y="783"/>
                  </a:lnTo>
                  <a:close/>
                  <a:moveTo>
                    <a:pt x="201" y="0"/>
                  </a:moveTo>
                  <a:lnTo>
                    <a:pt x="121" y="341"/>
                  </a:lnTo>
                  <a:lnTo>
                    <a:pt x="41" y="682"/>
                  </a:lnTo>
                  <a:lnTo>
                    <a:pt x="1" y="1043"/>
                  </a:lnTo>
                  <a:lnTo>
                    <a:pt x="1" y="1404"/>
                  </a:lnTo>
                  <a:lnTo>
                    <a:pt x="1" y="1645"/>
                  </a:lnTo>
                  <a:lnTo>
                    <a:pt x="21" y="1906"/>
                  </a:lnTo>
                  <a:lnTo>
                    <a:pt x="41" y="2146"/>
                  </a:lnTo>
                  <a:lnTo>
                    <a:pt x="101" y="2407"/>
                  </a:lnTo>
                  <a:lnTo>
                    <a:pt x="161" y="2668"/>
                  </a:lnTo>
                  <a:lnTo>
                    <a:pt x="282" y="2968"/>
                  </a:lnTo>
                  <a:lnTo>
                    <a:pt x="422" y="3269"/>
                  </a:lnTo>
                  <a:lnTo>
                    <a:pt x="582" y="3590"/>
                  </a:lnTo>
                  <a:lnTo>
                    <a:pt x="763" y="3911"/>
                  </a:lnTo>
                  <a:lnTo>
                    <a:pt x="983" y="4232"/>
                  </a:lnTo>
                  <a:lnTo>
                    <a:pt x="1224" y="4573"/>
                  </a:lnTo>
                  <a:lnTo>
                    <a:pt x="1505" y="4914"/>
                  </a:lnTo>
                  <a:lnTo>
                    <a:pt x="1786" y="5255"/>
                  </a:lnTo>
                  <a:lnTo>
                    <a:pt x="2086" y="5596"/>
                  </a:lnTo>
                  <a:lnTo>
                    <a:pt x="2407" y="5937"/>
                  </a:lnTo>
                  <a:lnTo>
                    <a:pt x="2748" y="6277"/>
                  </a:lnTo>
                  <a:lnTo>
                    <a:pt x="3109" y="6618"/>
                  </a:lnTo>
                  <a:lnTo>
                    <a:pt x="3490" y="6959"/>
                  </a:lnTo>
                  <a:lnTo>
                    <a:pt x="4252" y="7621"/>
                  </a:lnTo>
                  <a:lnTo>
                    <a:pt x="4673" y="7942"/>
                  </a:lnTo>
                  <a:lnTo>
                    <a:pt x="5075" y="8243"/>
                  </a:lnTo>
                  <a:lnTo>
                    <a:pt x="5496" y="8544"/>
                  </a:lnTo>
                  <a:lnTo>
                    <a:pt x="5917" y="8844"/>
                  </a:lnTo>
                  <a:lnTo>
                    <a:pt x="6338" y="9105"/>
                  </a:lnTo>
                  <a:lnTo>
                    <a:pt x="6779" y="9366"/>
                  </a:lnTo>
                  <a:lnTo>
                    <a:pt x="7200" y="9607"/>
                  </a:lnTo>
                  <a:lnTo>
                    <a:pt x="7621" y="9847"/>
                  </a:lnTo>
                  <a:lnTo>
                    <a:pt x="8063" y="10048"/>
                  </a:lnTo>
                  <a:lnTo>
                    <a:pt x="8484" y="10228"/>
                  </a:lnTo>
                  <a:lnTo>
                    <a:pt x="8885" y="10409"/>
                  </a:lnTo>
                  <a:lnTo>
                    <a:pt x="9306" y="10549"/>
                  </a:lnTo>
                  <a:lnTo>
                    <a:pt x="9707" y="10669"/>
                  </a:lnTo>
                  <a:lnTo>
                    <a:pt x="10088" y="10750"/>
                  </a:lnTo>
                  <a:lnTo>
                    <a:pt x="10469" y="10830"/>
                  </a:lnTo>
                  <a:lnTo>
                    <a:pt x="10830" y="10870"/>
                  </a:lnTo>
                  <a:lnTo>
                    <a:pt x="11071" y="10870"/>
                  </a:lnTo>
                  <a:lnTo>
                    <a:pt x="11432" y="10850"/>
                  </a:lnTo>
                  <a:lnTo>
                    <a:pt x="11813" y="10810"/>
                  </a:lnTo>
                  <a:lnTo>
                    <a:pt x="12214" y="10730"/>
                  </a:lnTo>
                  <a:lnTo>
                    <a:pt x="12615" y="10629"/>
                  </a:lnTo>
                  <a:lnTo>
                    <a:pt x="13016" y="10509"/>
                  </a:lnTo>
                  <a:lnTo>
                    <a:pt x="13437" y="10349"/>
                  </a:lnTo>
                  <a:lnTo>
                    <a:pt x="13858" y="10168"/>
                  </a:lnTo>
                  <a:lnTo>
                    <a:pt x="14280" y="9967"/>
                  </a:lnTo>
                  <a:lnTo>
                    <a:pt x="14721" y="9747"/>
                  </a:lnTo>
                  <a:lnTo>
                    <a:pt x="15142" y="9506"/>
                  </a:lnTo>
                  <a:lnTo>
                    <a:pt x="15583" y="9246"/>
                  </a:lnTo>
                  <a:lnTo>
                    <a:pt x="16004" y="8965"/>
                  </a:lnTo>
                  <a:lnTo>
                    <a:pt x="16445" y="8664"/>
                  </a:lnTo>
                  <a:lnTo>
                    <a:pt x="16847" y="8343"/>
                  </a:lnTo>
                  <a:lnTo>
                    <a:pt x="17268" y="8002"/>
                  </a:lnTo>
                  <a:lnTo>
                    <a:pt x="17669" y="7641"/>
                  </a:lnTo>
                  <a:lnTo>
                    <a:pt x="17007" y="7862"/>
                  </a:lnTo>
                  <a:lnTo>
                    <a:pt x="16345" y="8042"/>
                  </a:lnTo>
                  <a:lnTo>
                    <a:pt x="15663" y="8183"/>
                  </a:lnTo>
                  <a:lnTo>
                    <a:pt x="14981" y="8303"/>
                  </a:lnTo>
                  <a:lnTo>
                    <a:pt x="14621" y="8504"/>
                  </a:lnTo>
                  <a:lnTo>
                    <a:pt x="14260" y="8704"/>
                  </a:lnTo>
                  <a:lnTo>
                    <a:pt x="13919" y="8885"/>
                  </a:lnTo>
                  <a:lnTo>
                    <a:pt x="13578" y="9025"/>
                  </a:lnTo>
                  <a:lnTo>
                    <a:pt x="13257" y="9125"/>
                  </a:lnTo>
                  <a:lnTo>
                    <a:pt x="12936" y="9225"/>
                  </a:lnTo>
                  <a:lnTo>
                    <a:pt x="12615" y="9266"/>
                  </a:lnTo>
                  <a:lnTo>
                    <a:pt x="12334" y="9286"/>
                  </a:lnTo>
                  <a:lnTo>
                    <a:pt x="12094" y="9266"/>
                  </a:lnTo>
                  <a:lnTo>
                    <a:pt x="11873" y="9246"/>
                  </a:lnTo>
                  <a:lnTo>
                    <a:pt x="11773" y="9205"/>
                  </a:lnTo>
                  <a:lnTo>
                    <a:pt x="11672" y="9125"/>
                  </a:lnTo>
                  <a:lnTo>
                    <a:pt x="11592" y="9025"/>
                  </a:lnTo>
                  <a:lnTo>
                    <a:pt x="11532" y="8885"/>
                  </a:lnTo>
                  <a:lnTo>
                    <a:pt x="11472" y="8744"/>
                  </a:lnTo>
                  <a:lnTo>
                    <a:pt x="11432" y="8564"/>
                  </a:lnTo>
                  <a:lnTo>
                    <a:pt x="11412" y="8363"/>
                  </a:lnTo>
                  <a:lnTo>
                    <a:pt x="11392" y="8143"/>
                  </a:lnTo>
                  <a:lnTo>
                    <a:pt x="10870" y="8002"/>
                  </a:lnTo>
                  <a:lnTo>
                    <a:pt x="10329" y="7842"/>
                  </a:lnTo>
                  <a:lnTo>
                    <a:pt x="9807" y="7661"/>
                  </a:lnTo>
                  <a:lnTo>
                    <a:pt x="9286" y="7441"/>
                  </a:lnTo>
                  <a:lnTo>
                    <a:pt x="8724" y="7160"/>
                  </a:lnTo>
                  <a:lnTo>
                    <a:pt x="8745" y="7521"/>
                  </a:lnTo>
                  <a:lnTo>
                    <a:pt x="8805" y="7862"/>
                  </a:lnTo>
                  <a:lnTo>
                    <a:pt x="8885" y="8223"/>
                  </a:lnTo>
                  <a:lnTo>
                    <a:pt x="8985" y="8544"/>
                  </a:lnTo>
                  <a:lnTo>
                    <a:pt x="9126" y="8885"/>
                  </a:lnTo>
                  <a:lnTo>
                    <a:pt x="9286" y="9205"/>
                  </a:lnTo>
                  <a:lnTo>
                    <a:pt x="9487" y="9506"/>
                  </a:lnTo>
                  <a:lnTo>
                    <a:pt x="9727" y="9807"/>
                  </a:lnTo>
                  <a:lnTo>
                    <a:pt x="9747" y="9847"/>
                  </a:lnTo>
                  <a:lnTo>
                    <a:pt x="9747" y="9907"/>
                  </a:lnTo>
                  <a:lnTo>
                    <a:pt x="9707" y="9947"/>
                  </a:lnTo>
                  <a:lnTo>
                    <a:pt x="9627" y="9947"/>
                  </a:lnTo>
                  <a:lnTo>
                    <a:pt x="9607" y="9927"/>
                  </a:lnTo>
                  <a:lnTo>
                    <a:pt x="9446" y="9767"/>
                  </a:lnTo>
                  <a:lnTo>
                    <a:pt x="9306" y="9627"/>
                  </a:lnTo>
                  <a:lnTo>
                    <a:pt x="9065" y="9286"/>
                  </a:lnTo>
                  <a:lnTo>
                    <a:pt x="8865" y="8945"/>
                  </a:lnTo>
                  <a:lnTo>
                    <a:pt x="8704" y="8584"/>
                  </a:lnTo>
                  <a:lnTo>
                    <a:pt x="8584" y="8203"/>
                  </a:lnTo>
                  <a:lnTo>
                    <a:pt x="8504" y="7802"/>
                  </a:lnTo>
                  <a:lnTo>
                    <a:pt x="8464" y="7401"/>
                  </a:lnTo>
                  <a:lnTo>
                    <a:pt x="8444" y="6999"/>
                  </a:lnTo>
                  <a:lnTo>
                    <a:pt x="8063" y="6759"/>
                  </a:lnTo>
                  <a:lnTo>
                    <a:pt x="7722" y="6518"/>
                  </a:lnTo>
                  <a:lnTo>
                    <a:pt x="7361" y="6257"/>
                  </a:lnTo>
                  <a:lnTo>
                    <a:pt x="7040" y="5977"/>
                  </a:lnTo>
                  <a:lnTo>
                    <a:pt x="6719" y="5696"/>
                  </a:lnTo>
                  <a:lnTo>
                    <a:pt x="6418" y="5375"/>
                  </a:lnTo>
                  <a:lnTo>
                    <a:pt x="6117" y="5054"/>
                  </a:lnTo>
                  <a:lnTo>
                    <a:pt x="5857" y="4713"/>
                  </a:lnTo>
                  <a:lnTo>
                    <a:pt x="5596" y="4372"/>
                  </a:lnTo>
                  <a:lnTo>
                    <a:pt x="5355" y="4011"/>
                  </a:lnTo>
                  <a:lnTo>
                    <a:pt x="5135" y="3650"/>
                  </a:lnTo>
                  <a:lnTo>
                    <a:pt x="4934" y="3269"/>
                  </a:lnTo>
                  <a:lnTo>
                    <a:pt x="4754" y="2868"/>
                  </a:lnTo>
                  <a:lnTo>
                    <a:pt x="4573" y="2467"/>
                  </a:lnTo>
                  <a:lnTo>
                    <a:pt x="4433" y="2046"/>
                  </a:lnTo>
                  <a:lnTo>
                    <a:pt x="4312" y="1625"/>
                  </a:lnTo>
                  <a:lnTo>
                    <a:pt x="4212" y="1224"/>
                  </a:lnTo>
                  <a:lnTo>
                    <a:pt x="3731" y="1204"/>
                  </a:lnTo>
                  <a:lnTo>
                    <a:pt x="3209" y="1123"/>
                  </a:lnTo>
                  <a:lnTo>
                    <a:pt x="2708" y="1023"/>
                  </a:lnTo>
                  <a:lnTo>
                    <a:pt x="2187" y="883"/>
                  </a:lnTo>
                  <a:lnTo>
                    <a:pt x="1665" y="722"/>
                  </a:lnTo>
                  <a:lnTo>
                    <a:pt x="1164" y="522"/>
                  </a:lnTo>
                  <a:lnTo>
                    <a:pt x="683" y="281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8921;p45"/>
            <p:cNvSpPr/>
            <p:nvPr/>
          </p:nvSpPr>
          <p:spPr>
            <a:xfrm>
              <a:off x="11608300" y="4514500"/>
              <a:ext cx="204575" cy="184525"/>
            </a:xfrm>
            <a:custGeom>
              <a:avLst/>
              <a:gdLst/>
              <a:ahLst/>
              <a:cxnLst/>
              <a:rect l="l" t="t" r="r" b="b"/>
              <a:pathLst>
                <a:path w="8183" h="7381" fill="none" extrusionOk="0">
                  <a:moveTo>
                    <a:pt x="1665" y="2728"/>
                  </a:moveTo>
                  <a:lnTo>
                    <a:pt x="1665" y="2728"/>
                  </a:lnTo>
                  <a:lnTo>
                    <a:pt x="1645" y="2728"/>
                  </a:lnTo>
                  <a:lnTo>
                    <a:pt x="1625" y="2708"/>
                  </a:lnTo>
                  <a:lnTo>
                    <a:pt x="1625" y="2688"/>
                  </a:lnTo>
                  <a:lnTo>
                    <a:pt x="1625" y="2668"/>
                  </a:lnTo>
                  <a:lnTo>
                    <a:pt x="1625" y="2668"/>
                  </a:lnTo>
                  <a:lnTo>
                    <a:pt x="1765" y="2327"/>
                  </a:lnTo>
                  <a:lnTo>
                    <a:pt x="1765" y="2327"/>
                  </a:lnTo>
                  <a:lnTo>
                    <a:pt x="1284" y="1785"/>
                  </a:lnTo>
                  <a:lnTo>
                    <a:pt x="842" y="1224"/>
                  </a:lnTo>
                  <a:lnTo>
                    <a:pt x="401" y="642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481" y="582"/>
                  </a:lnTo>
                  <a:lnTo>
                    <a:pt x="923" y="1124"/>
                  </a:lnTo>
                  <a:lnTo>
                    <a:pt x="1384" y="1645"/>
                  </a:lnTo>
                  <a:lnTo>
                    <a:pt x="1865" y="2146"/>
                  </a:lnTo>
                  <a:lnTo>
                    <a:pt x="1865" y="2146"/>
                  </a:lnTo>
                  <a:lnTo>
                    <a:pt x="1965" y="1986"/>
                  </a:lnTo>
                  <a:lnTo>
                    <a:pt x="2066" y="1846"/>
                  </a:lnTo>
                  <a:lnTo>
                    <a:pt x="2066" y="1846"/>
                  </a:lnTo>
                  <a:lnTo>
                    <a:pt x="2106" y="1825"/>
                  </a:lnTo>
                  <a:lnTo>
                    <a:pt x="2126" y="1805"/>
                  </a:lnTo>
                  <a:lnTo>
                    <a:pt x="2126" y="1805"/>
                  </a:lnTo>
                  <a:lnTo>
                    <a:pt x="2166" y="1825"/>
                  </a:lnTo>
                  <a:lnTo>
                    <a:pt x="2206" y="1846"/>
                  </a:lnTo>
                  <a:lnTo>
                    <a:pt x="2226" y="1886"/>
                  </a:lnTo>
                  <a:lnTo>
                    <a:pt x="2226" y="1926"/>
                  </a:lnTo>
                  <a:lnTo>
                    <a:pt x="2226" y="1926"/>
                  </a:lnTo>
                  <a:lnTo>
                    <a:pt x="2146" y="2126"/>
                  </a:lnTo>
                  <a:lnTo>
                    <a:pt x="2026" y="2307"/>
                  </a:lnTo>
                  <a:lnTo>
                    <a:pt x="2026" y="2307"/>
                  </a:lnTo>
                  <a:lnTo>
                    <a:pt x="2326" y="2588"/>
                  </a:lnTo>
                  <a:lnTo>
                    <a:pt x="2326" y="2588"/>
                  </a:lnTo>
                  <a:lnTo>
                    <a:pt x="2467" y="2367"/>
                  </a:lnTo>
                  <a:lnTo>
                    <a:pt x="2547" y="2247"/>
                  </a:lnTo>
                  <a:lnTo>
                    <a:pt x="2647" y="2166"/>
                  </a:lnTo>
                  <a:lnTo>
                    <a:pt x="2647" y="2166"/>
                  </a:lnTo>
                  <a:lnTo>
                    <a:pt x="2687" y="2166"/>
                  </a:lnTo>
                  <a:lnTo>
                    <a:pt x="2687" y="2166"/>
                  </a:lnTo>
                  <a:lnTo>
                    <a:pt x="2707" y="2166"/>
                  </a:lnTo>
                  <a:lnTo>
                    <a:pt x="2728" y="2186"/>
                  </a:lnTo>
                  <a:lnTo>
                    <a:pt x="2748" y="2207"/>
                  </a:lnTo>
                  <a:lnTo>
                    <a:pt x="2748" y="2247"/>
                  </a:lnTo>
                  <a:lnTo>
                    <a:pt x="2748" y="2247"/>
                  </a:lnTo>
                  <a:lnTo>
                    <a:pt x="2707" y="2367"/>
                  </a:lnTo>
                  <a:lnTo>
                    <a:pt x="2627" y="2487"/>
                  </a:lnTo>
                  <a:lnTo>
                    <a:pt x="2467" y="2728"/>
                  </a:lnTo>
                  <a:lnTo>
                    <a:pt x="2467" y="2728"/>
                  </a:lnTo>
                  <a:lnTo>
                    <a:pt x="2888" y="3129"/>
                  </a:lnTo>
                  <a:lnTo>
                    <a:pt x="3329" y="3510"/>
                  </a:lnTo>
                  <a:lnTo>
                    <a:pt x="4212" y="4252"/>
                  </a:lnTo>
                  <a:lnTo>
                    <a:pt x="5134" y="4994"/>
                  </a:lnTo>
                  <a:lnTo>
                    <a:pt x="6057" y="5696"/>
                  </a:lnTo>
                  <a:lnTo>
                    <a:pt x="6057" y="5696"/>
                  </a:lnTo>
                  <a:lnTo>
                    <a:pt x="6137" y="5415"/>
                  </a:lnTo>
                  <a:lnTo>
                    <a:pt x="6197" y="5275"/>
                  </a:lnTo>
                  <a:lnTo>
                    <a:pt x="6257" y="5155"/>
                  </a:lnTo>
                  <a:lnTo>
                    <a:pt x="6257" y="5155"/>
                  </a:lnTo>
                  <a:lnTo>
                    <a:pt x="6277" y="5134"/>
                  </a:lnTo>
                  <a:lnTo>
                    <a:pt x="6297" y="5134"/>
                  </a:lnTo>
                  <a:lnTo>
                    <a:pt x="6297" y="5134"/>
                  </a:lnTo>
                  <a:lnTo>
                    <a:pt x="6357" y="5155"/>
                  </a:lnTo>
                  <a:lnTo>
                    <a:pt x="6357" y="5175"/>
                  </a:lnTo>
                  <a:lnTo>
                    <a:pt x="6377" y="5195"/>
                  </a:lnTo>
                  <a:lnTo>
                    <a:pt x="6377" y="5195"/>
                  </a:lnTo>
                  <a:lnTo>
                    <a:pt x="6337" y="5435"/>
                  </a:lnTo>
                  <a:lnTo>
                    <a:pt x="6257" y="5676"/>
                  </a:lnTo>
                  <a:lnTo>
                    <a:pt x="6257" y="5676"/>
                  </a:lnTo>
                  <a:lnTo>
                    <a:pt x="6458" y="5556"/>
                  </a:lnTo>
                  <a:lnTo>
                    <a:pt x="6658" y="5435"/>
                  </a:lnTo>
                  <a:lnTo>
                    <a:pt x="6658" y="5435"/>
                  </a:lnTo>
                  <a:lnTo>
                    <a:pt x="6698" y="5415"/>
                  </a:lnTo>
                  <a:lnTo>
                    <a:pt x="6698" y="5415"/>
                  </a:lnTo>
                  <a:lnTo>
                    <a:pt x="6738" y="5435"/>
                  </a:lnTo>
                  <a:lnTo>
                    <a:pt x="6779" y="5475"/>
                  </a:lnTo>
                  <a:lnTo>
                    <a:pt x="6799" y="5536"/>
                  </a:lnTo>
                  <a:lnTo>
                    <a:pt x="6758" y="5576"/>
                  </a:lnTo>
                  <a:lnTo>
                    <a:pt x="6758" y="5576"/>
                  </a:lnTo>
                  <a:lnTo>
                    <a:pt x="6538" y="5736"/>
                  </a:lnTo>
                  <a:lnTo>
                    <a:pt x="6297" y="5876"/>
                  </a:lnTo>
                  <a:lnTo>
                    <a:pt x="6297" y="5876"/>
                  </a:lnTo>
                  <a:lnTo>
                    <a:pt x="8142" y="7220"/>
                  </a:lnTo>
                  <a:lnTo>
                    <a:pt x="8142" y="7220"/>
                  </a:lnTo>
                  <a:lnTo>
                    <a:pt x="8182" y="7260"/>
                  </a:lnTo>
                  <a:lnTo>
                    <a:pt x="8162" y="7320"/>
                  </a:lnTo>
                  <a:lnTo>
                    <a:pt x="8142" y="7361"/>
                  </a:lnTo>
                  <a:lnTo>
                    <a:pt x="8082" y="7381"/>
                  </a:lnTo>
                  <a:lnTo>
                    <a:pt x="8082" y="7381"/>
                  </a:lnTo>
                  <a:lnTo>
                    <a:pt x="8042" y="7361"/>
                  </a:lnTo>
                  <a:lnTo>
                    <a:pt x="8042" y="7361"/>
                  </a:lnTo>
                  <a:lnTo>
                    <a:pt x="7561" y="7080"/>
                  </a:lnTo>
                  <a:lnTo>
                    <a:pt x="7099" y="6779"/>
                  </a:lnTo>
                  <a:lnTo>
                    <a:pt x="6157" y="6177"/>
                  </a:lnTo>
                  <a:lnTo>
                    <a:pt x="6157" y="6177"/>
                  </a:lnTo>
                  <a:lnTo>
                    <a:pt x="6117" y="6418"/>
                  </a:lnTo>
                  <a:lnTo>
                    <a:pt x="6077" y="6679"/>
                  </a:lnTo>
                  <a:lnTo>
                    <a:pt x="6077" y="6679"/>
                  </a:lnTo>
                  <a:lnTo>
                    <a:pt x="6057" y="6699"/>
                  </a:lnTo>
                  <a:lnTo>
                    <a:pt x="6037" y="6719"/>
                  </a:lnTo>
                  <a:lnTo>
                    <a:pt x="6037" y="6719"/>
                  </a:lnTo>
                  <a:lnTo>
                    <a:pt x="6037" y="6699"/>
                  </a:lnTo>
                  <a:lnTo>
                    <a:pt x="6016" y="6679"/>
                  </a:lnTo>
                  <a:lnTo>
                    <a:pt x="6016" y="6679"/>
                  </a:lnTo>
                  <a:lnTo>
                    <a:pt x="6016" y="6398"/>
                  </a:lnTo>
                  <a:lnTo>
                    <a:pt x="6016" y="6077"/>
                  </a:lnTo>
                  <a:lnTo>
                    <a:pt x="6016" y="6077"/>
                  </a:lnTo>
                  <a:lnTo>
                    <a:pt x="5976" y="6037"/>
                  </a:lnTo>
                  <a:lnTo>
                    <a:pt x="5976" y="6037"/>
                  </a:lnTo>
                  <a:lnTo>
                    <a:pt x="5575" y="6217"/>
                  </a:lnTo>
                  <a:lnTo>
                    <a:pt x="5575" y="6217"/>
                  </a:lnTo>
                  <a:lnTo>
                    <a:pt x="5555" y="6237"/>
                  </a:lnTo>
                  <a:lnTo>
                    <a:pt x="5555" y="6237"/>
                  </a:lnTo>
                  <a:lnTo>
                    <a:pt x="5535" y="6217"/>
                  </a:lnTo>
                  <a:lnTo>
                    <a:pt x="5535" y="6197"/>
                  </a:lnTo>
                  <a:lnTo>
                    <a:pt x="5555" y="6177"/>
                  </a:lnTo>
                  <a:lnTo>
                    <a:pt x="5555" y="6177"/>
                  </a:lnTo>
                  <a:lnTo>
                    <a:pt x="5856" y="5957"/>
                  </a:lnTo>
                  <a:lnTo>
                    <a:pt x="5856" y="5957"/>
                  </a:lnTo>
                  <a:lnTo>
                    <a:pt x="5395" y="5616"/>
                  </a:lnTo>
                  <a:lnTo>
                    <a:pt x="4913" y="5275"/>
                  </a:lnTo>
                  <a:lnTo>
                    <a:pt x="4472" y="4914"/>
                  </a:lnTo>
                  <a:lnTo>
                    <a:pt x="4011" y="4533"/>
                  </a:lnTo>
                  <a:lnTo>
                    <a:pt x="3570" y="4152"/>
                  </a:lnTo>
                  <a:lnTo>
                    <a:pt x="3149" y="3751"/>
                  </a:lnTo>
                  <a:lnTo>
                    <a:pt x="2728" y="3350"/>
                  </a:lnTo>
                  <a:lnTo>
                    <a:pt x="2306" y="2928"/>
                  </a:lnTo>
                  <a:lnTo>
                    <a:pt x="2306" y="2928"/>
                  </a:lnTo>
                  <a:lnTo>
                    <a:pt x="2206" y="3089"/>
                  </a:lnTo>
                  <a:lnTo>
                    <a:pt x="2106" y="3249"/>
                  </a:lnTo>
                  <a:lnTo>
                    <a:pt x="2106" y="3249"/>
                  </a:lnTo>
                  <a:lnTo>
                    <a:pt x="2086" y="3249"/>
                  </a:lnTo>
                  <a:lnTo>
                    <a:pt x="2086" y="3269"/>
                  </a:lnTo>
                  <a:lnTo>
                    <a:pt x="2086" y="3269"/>
                  </a:lnTo>
                  <a:lnTo>
                    <a:pt x="2046" y="3249"/>
                  </a:lnTo>
                  <a:lnTo>
                    <a:pt x="2026" y="3229"/>
                  </a:lnTo>
                  <a:lnTo>
                    <a:pt x="2046" y="3189"/>
                  </a:lnTo>
                  <a:lnTo>
                    <a:pt x="2046" y="3189"/>
                  </a:lnTo>
                  <a:lnTo>
                    <a:pt x="2206" y="2808"/>
                  </a:lnTo>
                  <a:lnTo>
                    <a:pt x="2206" y="2808"/>
                  </a:lnTo>
                  <a:lnTo>
                    <a:pt x="1885" y="2467"/>
                  </a:lnTo>
                  <a:lnTo>
                    <a:pt x="1885" y="2467"/>
                  </a:lnTo>
                  <a:lnTo>
                    <a:pt x="1705" y="2728"/>
                  </a:lnTo>
                  <a:lnTo>
                    <a:pt x="1705" y="2728"/>
                  </a:lnTo>
                  <a:lnTo>
                    <a:pt x="1665" y="27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8922;p45"/>
            <p:cNvSpPr/>
            <p:nvPr/>
          </p:nvSpPr>
          <p:spPr>
            <a:xfrm>
              <a:off x="11890050" y="4698500"/>
              <a:ext cx="89775" cy="28600"/>
            </a:xfrm>
            <a:custGeom>
              <a:avLst/>
              <a:gdLst/>
              <a:ahLst/>
              <a:cxnLst/>
              <a:rect l="l" t="t" r="r" b="b"/>
              <a:pathLst>
                <a:path w="3591" h="1144" extrusionOk="0">
                  <a:moveTo>
                    <a:pt x="1" y="1"/>
                  </a:moveTo>
                  <a:lnTo>
                    <a:pt x="21" y="221"/>
                  </a:lnTo>
                  <a:lnTo>
                    <a:pt x="41" y="422"/>
                  </a:lnTo>
                  <a:lnTo>
                    <a:pt x="81" y="602"/>
                  </a:lnTo>
                  <a:lnTo>
                    <a:pt x="141" y="743"/>
                  </a:lnTo>
                  <a:lnTo>
                    <a:pt x="201" y="883"/>
                  </a:lnTo>
                  <a:lnTo>
                    <a:pt x="281" y="983"/>
                  </a:lnTo>
                  <a:lnTo>
                    <a:pt x="382" y="1063"/>
                  </a:lnTo>
                  <a:lnTo>
                    <a:pt x="482" y="1104"/>
                  </a:lnTo>
                  <a:lnTo>
                    <a:pt x="703" y="1124"/>
                  </a:lnTo>
                  <a:lnTo>
                    <a:pt x="943" y="1144"/>
                  </a:lnTo>
                  <a:lnTo>
                    <a:pt x="1224" y="1124"/>
                  </a:lnTo>
                  <a:lnTo>
                    <a:pt x="1545" y="1083"/>
                  </a:lnTo>
                  <a:lnTo>
                    <a:pt x="1866" y="983"/>
                  </a:lnTo>
                  <a:lnTo>
                    <a:pt x="2187" y="883"/>
                  </a:lnTo>
                  <a:lnTo>
                    <a:pt x="2528" y="743"/>
                  </a:lnTo>
                  <a:lnTo>
                    <a:pt x="2869" y="562"/>
                  </a:lnTo>
                  <a:lnTo>
                    <a:pt x="3230" y="362"/>
                  </a:lnTo>
                  <a:lnTo>
                    <a:pt x="3590" y="161"/>
                  </a:lnTo>
                  <a:lnTo>
                    <a:pt x="2909" y="221"/>
                  </a:lnTo>
                  <a:lnTo>
                    <a:pt x="2247" y="241"/>
                  </a:lnTo>
                  <a:lnTo>
                    <a:pt x="1685" y="221"/>
                  </a:lnTo>
                  <a:lnTo>
                    <a:pt x="1124" y="181"/>
                  </a:lnTo>
                  <a:lnTo>
                    <a:pt x="562" y="1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3" name="Google Shape;8923;p45"/>
            <p:cNvSpPr/>
            <p:nvPr/>
          </p:nvSpPr>
          <p:spPr>
            <a:xfrm>
              <a:off x="11890050" y="4698500"/>
              <a:ext cx="89775" cy="28600"/>
            </a:xfrm>
            <a:custGeom>
              <a:avLst/>
              <a:gdLst/>
              <a:ahLst/>
              <a:cxnLst/>
              <a:rect l="l" t="t" r="r" b="b"/>
              <a:pathLst>
                <a:path w="3591" h="1144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21" y="221"/>
                  </a:lnTo>
                  <a:lnTo>
                    <a:pt x="41" y="422"/>
                  </a:lnTo>
                  <a:lnTo>
                    <a:pt x="81" y="602"/>
                  </a:lnTo>
                  <a:lnTo>
                    <a:pt x="141" y="743"/>
                  </a:lnTo>
                  <a:lnTo>
                    <a:pt x="201" y="883"/>
                  </a:lnTo>
                  <a:lnTo>
                    <a:pt x="281" y="983"/>
                  </a:lnTo>
                  <a:lnTo>
                    <a:pt x="382" y="1063"/>
                  </a:lnTo>
                  <a:lnTo>
                    <a:pt x="482" y="1104"/>
                  </a:lnTo>
                  <a:lnTo>
                    <a:pt x="482" y="1104"/>
                  </a:lnTo>
                  <a:lnTo>
                    <a:pt x="703" y="1124"/>
                  </a:lnTo>
                  <a:lnTo>
                    <a:pt x="943" y="1144"/>
                  </a:lnTo>
                  <a:lnTo>
                    <a:pt x="943" y="1144"/>
                  </a:lnTo>
                  <a:lnTo>
                    <a:pt x="1224" y="1124"/>
                  </a:lnTo>
                  <a:lnTo>
                    <a:pt x="1545" y="1083"/>
                  </a:lnTo>
                  <a:lnTo>
                    <a:pt x="1866" y="983"/>
                  </a:lnTo>
                  <a:lnTo>
                    <a:pt x="2187" y="883"/>
                  </a:lnTo>
                  <a:lnTo>
                    <a:pt x="2528" y="743"/>
                  </a:lnTo>
                  <a:lnTo>
                    <a:pt x="2869" y="562"/>
                  </a:lnTo>
                  <a:lnTo>
                    <a:pt x="3230" y="362"/>
                  </a:lnTo>
                  <a:lnTo>
                    <a:pt x="3590" y="161"/>
                  </a:lnTo>
                  <a:lnTo>
                    <a:pt x="3590" y="161"/>
                  </a:lnTo>
                  <a:lnTo>
                    <a:pt x="2909" y="221"/>
                  </a:lnTo>
                  <a:lnTo>
                    <a:pt x="2247" y="241"/>
                  </a:lnTo>
                  <a:lnTo>
                    <a:pt x="2247" y="241"/>
                  </a:lnTo>
                  <a:lnTo>
                    <a:pt x="1685" y="221"/>
                  </a:lnTo>
                  <a:lnTo>
                    <a:pt x="1124" y="181"/>
                  </a:lnTo>
                  <a:lnTo>
                    <a:pt x="562" y="10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8924;p45"/>
            <p:cNvSpPr/>
            <p:nvPr/>
          </p:nvSpPr>
          <p:spPr>
            <a:xfrm>
              <a:off x="11816350" y="4669925"/>
              <a:ext cx="32625" cy="73725"/>
            </a:xfrm>
            <a:custGeom>
              <a:avLst/>
              <a:gdLst/>
              <a:ahLst/>
              <a:cxnLst/>
              <a:rect l="l" t="t" r="r" b="b"/>
              <a:pathLst>
                <a:path w="1305" h="2949" extrusionOk="0">
                  <a:moveTo>
                    <a:pt x="1" y="0"/>
                  </a:moveTo>
                  <a:lnTo>
                    <a:pt x="21" y="402"/>
                  </a:lnTo>
                  <a:lnTo>
                    <a:pt x="61" y="803"/>
                  </a:lnTo>
                  <a:lnTo>
                    <a:pt x="141" y="1204"/>
                  </a:lnTo>
                  <a:lnTo>
                    <a:pt x="261" y="1585"/>
                  </a:lnTo>
                  <a:lnTo>
                    <a:pt x="422" y="1946"/>
                  </a:lnTo>
                  <a:lnTo>
                    <a:pt x="622" y="2287"/>
                  </a:lnTo>
                  <a:lnTo>
                    <a:pt x="863" y="2628"/>
                  </a:lnTo>
                  <a:lnTo>
                    <a:pt x="1003" y="2768"/>
                  </a:lnTo>
                  <a:lnTo>
                    <a:pt x="1164" y="2928"/>
                  </a:lnTo>
                  <a:lnTo>
                    <a:pt x="1184" y="2948"/>
                  </a:lnTo>
                  <a:lnTo>
                    <a:pt x="1264" y="2948"/>
                  </a:lnTo>
                  <a:lnTo>
                    <a:pt x="1304" y="2908"/>
                  </a:lnTo>
                  <a:lnTo>
                    <a:pt x="1304" y="2848"/>
                  </a:lnTo>
                  <a:lnTo>
                    <a:pt x="1284" y="2808"/>
                  </a:lnTo>
                  <a:lnTo>
                    <a:pt x="1044" y="2507"/>
                  </a:lnTo>
                  <a:lnTo>
                    <a:pt x="843" y="2206"/>
                  </a:lnTo>
                  <a:lnTo>
                    <a:pt x="683" y="1886"/>
                  </a:lnTo>
                  <a:lnTo>
                    <a:pt x="542" y="1545"/>
                  </a:lnTo>
                  <a:lnTo>
                    <a:pt x="442" y="1224"/>
                  </a:lnTo>
                  <a:lnTo>
                    <a:pt x="362" y="863"/>
                  </a:lnTo>
                  <a:lnTo>
                    <a:pt x="302" y="522"/>
                  </a:lnTo>
                  <a:lnTo>
                    <a:pt x="281" y="16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8925;p45"/>
            <p:cNvSpPr/>
            <p:nvPr/>
          </p:nvSpPr>
          <p:spPr>
            <a:xfrm>
              <a:off x="11608300" y="4514500"/>
              <a:ext cx="204575" cy="184525"/>
            </a:xfrm>
            <a:custGeom>
              <a:avLst/>
              <a:gdLst/>
              <a:ahLst/>
              <a:cxnLst/>
              <a:rect l="l" t="t" r="r" b="b"/>
              <a:pathLst>
                <a:path w="8183" h="7381" extrusionOk="0">
                  <a:moveTo>
                    <a:pt x="20" y="1"/>
                  </a:moveTo>
                  <a:lnTo>
                    <a:pt x="0" y="21"/>
                  </a:lnTo>
                  <a:lnTo>
                    <a:pt x="0" y="41"/>
                  </a:lnTo>
                  <a:lnTo>
                    <a:pt x="401" y="642"/>
                  </a:lnTo>
                  <a:lnTo>
                    <a:pt x="842" y="1224"/>
                  </a:lnTo>
                  <a:lnTo>
                    <a:pt x="1284" y="1785"/>
                  </a:lnTo>
                  <a:lnTo>
                    <a:pt x="1765" y="2327"/>
                  </a:lnTo>
                  <a:lnTo>
                    <a:pt x="1625" y="2668"/>
                  </a:lnTo>
                  <a:lnTo>
                    <a:pt x="1625" y="2688"/>
                  </a:lnTo>
                  <a:lnTo>
                    <a:pt x="1625" y="2708"/>
                  </a:lnTo>
                  <a:lnTo>
                    <a:pt x="1645" y="2728"/>
                  </a:lnTo>
                  <a:lnTo>
                    <a:pt x="1705" y="2728"/>
                  </a:lnTo>
                  <a:lnTo>
                    <a:pt x="1885" y="2467"/>
                  </a:lnTo>
                  <a:lnTo>
                    <a:pt x="2206" y="2808"/>
                  </a:lnTo>
                  <a:lnTo>
                    <a:pt x="2046" y="3189"/>
                  </a:lnTo>
                  <a:lnTo>
                    <a:pt x="2026" y="3229"/>
                  </a:lnTo>
                  <a:lnTo>
                    <a:pt x="2046" y="3249"/>
                  </a:lnTo>
                  <a:lnTo>
                    <a:pt x="2086" y="3269"/>
                  </a:lnTo>
                  <a:lnTo>
                    <a:pt x="2086" y="3249"/>
                  </a:lnTo>
                  <a:lnTo>
                    <a:pt x="2106" y="3249"/>
                  </a:lnTo>
                  <a:lnTo>
                    <a:pt x="2206" y="3089"/>
                  </a:lnTo>
                  <a:lnTo>
                    <a:pt x="2306" y="2928"/>
                  </a:lnTo>
                  <a:lnTo>
                    <a:pt x="2728" y="3350"/>
                  </a:lnTo>
                  <a:lnTo>
                    <a:pt x="3149" y="3751"/>
                  </a:lnTo>
                  <a:lnTo>
                    <a:pt x="3570" y="4152"/>
                  </a:lnTo>
                  <a:lnTo>
                    <a:pt x="4011" y="4533"/>
                  </a:lnTo>
                  <a:lnTo>
                    <a:pt x="4472" y="4914"/>
                  </a:lnTo>
                  <a:lnTo>
                    <a:pt x="4913" y="5275"/>
                  </a:lnTo>
                  <a:lnTo>
                    <a:pt x="5395" y="5616"/>
                  </a:lnTo>
                  <a:lnTo>
                    <a:pt x="5856" y="5957"/>
                  </a:lnTo>
                  <a:lnTo>
                    <a:pt x="5555" y="6177"/>
                  </a:lnTo>
                  <a:lnTo>
                    <a:pt x="5535" y="6197"/>
                  </a:lnTo>
                  <a:lnTo>
                    <a:pt x="5535" y="6217"/>
                  </a:lnTo>
                  <a:lnTo>
                    <a:pt x="5555" y="6237"/>
                  </a:lnTo>
                  <a:lnTo>
                    <a:pt x="5575" y="6217"/>
                  </a:lnTo>
                  <a:lnTo>
                    <a:pt x="5976" y="6037"/>
                  </a:lnTo>
                  <a:lnTo>
                    <a:pt x="6016" y="6077"/>
                  </a:lnTo>
                  <a:lnTo>
                    <a:pt x="6016" y="6398"/>
                  </a:lnTo>
                  <a:lnTo>
                    <a:pt x="6016" y="6679"/>
                  </a:lnTo>
                  <a:lnTo>
                    <a:pt x="6037" y="6699"/>
                  </a:lnTo>
                  <a:lnTo>
                    <a:pt x="6037" y="6719"/>
                  </a:lnTo>
                  <a:lnTo>
                    <a:pt x="6057" y="6699"/>
                  </a:lnTo>
                  <a:lnTo>
                    <a:pt x="6077" y="6679"/>
                  </a:lnTo>
                  <a:lnTo>
                    <a:pt x="6117" y="6418"/>
                  </a:lnTo>
                  <a:lnTo>
                    <a:pt x="6157" y="6177"/>
                  </a:lnTo>
                  <a:lnTo>
                    <a:pt x="7099" y="6779"/>
                  </a:lnTo>
                  <a:lnTo>
                    <a:pt x="7561" y="7080"/>
                  </a:lnTo>
                  <a:lnTo>
                    <a:pt x="8042" y="7361"/>
                  </a:lnTo>
                  <a:lnTo>
                    <a:pt x="8082" y="7381"/>
                  </a:lnTo>
                  <a:lnTo>
                    <a:pt x="8142" y="7361"/>
                  </a:lnTo>
                  <a:lnTo>
                    <a:pt x="8162" y="7320"/>
                  </a:lnTo>
                  <a:lnTo>
                    <a:pt x="8182" y="7260"/>
                  </a:lnTo>
                  <a:lnTo>
                    <a:pt x="8142" y="7220"/>
                  </a:lnTo>
                  <a:lnTo>
                    <a:pt x="6297" y="5876"/>
                  </a:lnTo>
                  <a:lnTo>
                    <a:pt x="6538" y="5736"/>
                  </a:lnTo>
                  <a:lnTo>
                    <a:pt x="6758" y="5576"/>
                  </a:lnTo>
                  <a:lnTo>
                    <a:pt x="6799" y="5536"/>
                  </a:lnTo>
                  <a:lnTo>
                    <a:pt x="6779" y="5475"/>
                  </a:lnTo>
                  <a:lnTo>
                    <a:pt x="6738" y="5435"/>
                  </a:lnTo>
                  <a:lnTo>
                    <a:pt x="6698" y="5415"/>
                  </a:lnTo>
                  <a:lnTo>
                    <a:pt x="6658" y="5435"/>
                  </a:lnTo>
                  <a:lnTo>
                    <a:pt x="6458" y="5556"/>
                  </a:lnTo>
                  <a:lnTo>
                    <a:pt x="6257" y="5676"/>
                  </a:lnTo>
                  <a:lnTo>
                    <a:pt x="6337" y="5435"/>
                  </a:lnTo>
                  <a:lnTo>
                    <a:pt x="6377" y="5195"/>
                  </a:lnTo>
                  <a:lnTo>
                    <a:pt x="6357" y="5175"/>
                  </a:lnTo>
                  <a:lnTo>
                    <a:pt x="6357" y="5155"/>
                  </a:lnTo>
                  <a:lnTo>
                    <a:pt x="6297" y="5134"/>
                  </a:lnTo>
                  <a:lnTo>
                    <a:pt x="6277" y="5134"/>
                  </a:lnTo>
                  <a:lnTo>
                    <a:pt x="6257" y="5155"/>
                  </a:lnTo>
                  <a:lnTo>
                    <a:pt x="6197" y="5275"/>
                  </a:lnTo>
                  <a:lnTo>
                    <a:pt x="6137" y="5415"/>
                  </a:lnTo>
                  <a:lnTo>
                    <a:pt x="6057" y="5696"/>
                  </a:lnTo>
                  <a:lnTo>
                    <a:pt x="5134" y="4994"/>
                  </a:lnTo>
                  <a:lnTo>
                    <a:pt x="4212" y="4252"/>
                  </a:lnTo>
                  <a:lnTo>
                    <a:pt x="3329" y="3510"/>
                  </a:lnTo>
                  <a:lnTo>
                    <a:pt x="2888" y="3129"/>
                  </a:lnTo>
                  <a:lnTo>
                    <a:pt x="2467" y="2728"/>
                  </a:lnTo>
                  <a:lnTo>
                    <a:pt x="2627" y="2487"/>
                  </a:lnTo>
                  <a:lnTo>
                    <a:pt x="2707" y="2367"/>
                  </a:lnTo>
                  <a:lnTo>
                    <a:pt x="2748" y="2247"/>
                  </a:lnTo>
                  <a:lnTo>
                    <a:pt x="2748" y="2207"/>
                  </a:lnTo>
                  <a:lnTo>
                    <a:pt x="2728" y="2186"/>
                  </a:lnTo>
                  <a:lnTo>
                    <a:pt x="2707" y="2166"/>
                  </a:lnTo>
                  <a:lnTo>
                    <a:pt x="2647" y="2166"/>
                  </a:lnTo>
                  <a:lnTo>
                    <a:pt x="2547" y="2247"/>
                  </a:lnTo>
                  <a:lnTo>
                    <a:pt x="2467" y="2367"/>
                  </a:lnTo>
                  <a:lnTo>
                    <a:pt x="2326" y="2588"/>
                  </a:lnTo>
                  <a:lnTo>
                    <a:pt x="2026" y="2307"/>
                  </a:lnTo>
                  <a:lnTo>
                    <a:pt x="2146" y="2126"/>
                  </a:lnTo>
                  <a:lnTo>
                    <a:pt x="2226" y="1926"/>
                  </a:lnTo>
                  <a:lnTo>
                    <a:pt x="2226" y="1886"/>
                  </a:lnTo>
                  <a:lnTo>
                    <a:pt x="2206" y="1846"/>
                  </a:lnTo>
                  <a:lnTo>
                    <a:pt x="2166" y="1825"/>
                  </a:lnTo>
                  <a:lnTo>
                    <a:pt x="2126" y="1805"/>
                  </a:lnTo>
                  <a:lnTo>
                    <a:pt x="2106" y="1825"/>
                  </a:lnTo>
                  <a:lnTo>
                    <a:pt x="2066" y="1846"/>
                  </a:lnTo>
                  <a:lnTo>
                    <a:pt x="1965" y="1986"/>
                  </a:lnTo>
                  <a:lnTo>
                    <a:pt x="1865" y="2146"/>
                  </a:lnTo>
                  <a:lnTo>
                    <a:pt x="1384" y="1645"/>
                  </a:lnTo>
                  <a:lnTo>
                    <a:pt x="923" y="1124"/>
                  </a:lnTo>
                  <a:lnTo>
                    <a:pt x="481" y="582"/>
                  </a:lnTo>
                  <a:lnTo>
                    <a:pt x="60" y="2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8926;p45"/>
            <p:cNvSpPr/>
            <p:nvPr/>
          </p:nvSpPr>
          <p:spPr>
            <a:xfrm>
              <a:off x="10977575" y="3951475"/>
              <a:ext cx="307350" cy="574075"/>
            </a:xfrm>
            <a:custGeom>
              <a:avLst/>
              <a:gdLst/>
              <a:ahLst/>
              <a:cxnLst/>
              <a:rect l="l" t="t" r="r" b="b"/>
              <a:pathLst>
                <a:path w="12294" h="22963" extrusionOk="0">
                  <a:moveTo>
                    <a:pt x="6959" y="0"/>
                  </a:moveTo>
                  <a:lnTo>
                    <a:pt x="6699" y="20"/>
                  </a:lnTo>
                  <a:lnTo>
                    <a:pt x="6438" y="101"/>
                  </a:lnTo>
                  <a:lnTo>
                    <a:pt x="6177" y="221"/>
                  </a:lnTo>
                  <a:lnTo>
                    <a:pt x="5897" y="361"/>
                  </a:lnTo>
                  <a:lnTo>
                    <a:pt x="5616" y="542"/>
                  </a:lnTo>
                  <a:lnTo>
                    <a:pt x="5335" y="742"/>
                  </a:lnTo>
                  <a:lnTo>
                    <a:pt x="5054" y="983"/>
                  </a:lnTo>
                  <a:lnTo>
                    <a:pt x="4774" y="1264"/>
                  </a:lnTo>
                  <a:lnTo>
                    <a:pt x="4473" y="1565"/>
                  </a:lnTo>
                  <a:lnTo>
                    <a:pt x="4192" y="1885"/>
                  </a:lnTo>
                  <a:lnTo>
                    <a:pt x="3891" y="2226"/>
                  </a:lnTo>
                  <a:lnTo>
                    <a:pt x="3610" y="2607"/>
                  </a:lnTo>
                  <a:lnTo>
                    <a:pt x="3330" y="3008"/>
                  </a:lnTo>
                  <a:lnTo>
                    <a:pt x="3049" y="3430"/>
                  </a:lnTo>
                  <a:lnTo>
                    <a:pt x="2768" y="3871"/>
                  </a:lnTo>
                  <a:lnTo>
                    <a:pt x="2507" y="4332"/>
                  </a:lnTo>
                  <a:lnTo>
                    <a:pt x="2247" y="4793"/>
                  </a:lnTo>
                  <a:lnTo>
                    <a:pt x="2006" y="5295"/>
                  </a:lnTo>
                  <a:lnTo>
                    <a:pt x="1765" y="5796"/>
                  </a:lnTo>
                  <a:lnTo>
                    <a:pt x="1525" y="6317"/>
                  </a:lnTo>
                  <a:lnTo>
                    <a:pt x="1304" y="6859"/>
                  </a:lnTo>
                  <a:lnTo>
                    <a:pt x="1104" y="7400"/>
                  </a:lnTo>
                  <a:lnTo>
                    <a:pt x="923" y="7962"/>
                  </a:lnTo>
                  <a:lnTo>
                    <a:pt x="743" y="8543"/>
                  </a:lnTo>
                  <a:lnTo>
                    <a:pt x="582" y="9105"/>
                  </a:lnTo>
                  <a:lnTo>
                    <a:pt x="442" y="9687"/>
                  </a:lnTo>
                  <a:lnTo>
                    <a:pt x="321" y="10288"/>
                  </a:lnTo>
                  <a:lnTo>
                    <a:pt x="201" y="10870"/>
                  </a:lnTo>
                  <a:lnTo>
                    <a:pt x="121" y="11471"/>
                  </a:lnTo>
                  <a:lnTo>
                    <a:pt x="61" y="12053"/>
                  </a:lnTo>
                  <a:lnTo>
                    <a:pt x="21" y="12655"/>
                  </a:lnTo>
                  <a:lnTo>
                    <a:pt x="1" y="13056"/>
                  </a:lnTo>
                  <a:lnTo>
                    <a:pt x="1" y="13457"/>
                  </a:lnTo>
                  <a:lnTo>
                    <a:pt x="41" y="14279"/>
                  </a:lnTo>
                  <a:lnTo>
                    <a:pt x="101" y="15101"/>
                  </a:lnTo>
                  <a:lnTo>
                    <a:pt x="221" y="15924"/>
                  </a:lnTo>
                  <a:lnTo>
                    <a:pt x="402" y="16726"/>
                  </a:lnTo>
                  <a:lnTo>
                    <a:pt x="602" y="17508"/>
                  </a:lnTo>
                  <a:lnTo>
                    <a:pt x="843" y="18270"/>
                  </a:lnTo>
                  <a:lnTo>
                    <a:pt x="1104" y="18992"/>
                  </a:lnTo>
                  <a:lnTo>
                    <a:pt x="1424" y="19674"/>
                  </a:lnTo>
                  <a:lnTo>
                    <a:pt x="1585" y="20015"/>
                  </a:lnTo>
                  <a:lnTo>
                    <a:pt x="1765" y="20316"/>
                  </a:lnTo>
                  <a:lnTo>
                    <a:pt x="1946" y="20616"/>
                  </a:lnTo>
                  <a:lnTo>
                    <a:pt x="2126" y="20897"/>
                  </a:lnTo>
                  <a:lnTo>
                    <a:pt x="2327" y="21178"/>
                  </a:lnTo>
                  <a:lnTo>
                    <a:pt x="2527" y="21419"/>
                  </a:lnTo>
                  <a:lnTo>
                    <a:pt x="2748" y="21659"/>
                  </a:lnTo>
                  <a:lnTo>
                    <a:pt x="2969" y="21880"/>
                  </a:lnTo>
                  <a:lnTo>
                    <a:pt x="3189" y="22080"/>
                  </a:lnTo>
                  <a:lnTo>
                    <a:pt x="3410" y="22261"/>
                  </a:lnTo>
                  <a:lnTo>
                    <a:pt x="3630" y="22421"/>
                  </a:lnTo>
                  <a:lnTo>
                    <a:pt x="3871" y="22562"/>
                  </a:lnTo>
                  <a:lnTo>
                    <a:pt x="4112" y="22682"/>
                  </a:lnTo>
                  <a:lnTo>
                    <a:pt x="4372" y="22762"/>
                  </a:lnTo>
                  <a:lnTo>
                    <a:pt x="4613" y="22842"/>
                  </a:lnTo>
                  <a:lnTo>
                    <a:pt x="4874" y="22882"/>
                  </a:lnTo>
                  <a:lnTo>
                    <a:pt x="5155" y="22923"/>
                  </a:lnTo>
                  <a:lnTo>
                    <a:pt x="5455" y="22963"/>
                  </a:lnTo>
                  <a:lnTo>
                    <a:pt x="6057" y="22963"/>
                  </a:lnTo>
                  <a:lnTo>
                    <a:pt x="6378" y="22943"/>
                  </a:lnTo>
                  <a:lnTo>
                    <a:pt x="6699" y="22903"/>
                  </a:lnTo>
                  <a:lnTo>
                    <a:pt x="7040" y="22862"/>
                  </a:lnTo>
                  <a:lnTo>
                    <a:pt x="7361" y="22782"/>
                  </a:lnTo>
                  <a:lnTo>
                    <a:pt x="7701" y="22702"/>
                  </a:lnTo>
                  <a:lnTo>
                    <a:pt x="8042" y="22622"/>
                  </a:lnTo>
                  <a:lnTo>
                    <a:pt x="8383" y="22501"/>
                  </a:lnTo>
                  <a:lnTo>
                    <a:pt x="8704" y="22381"/>
                  </a:lnTo>
                  <a:lnTo>
                    <a:pt x="9025" y="22241"/>
                  </a:lnTo>
                  <a:lnTo>
                    <a:pt x="9346" y="22080"/>
                  </a:lnTo>
                  <a:lnTo>
                    <a:pt x="9667" y="21920"/>
                  </a:lnTo>
                  <a:lnTo>
                    <a:pt x="9968" y="21739"/>
                  </a:lnTo>
                  <a:lnTo>
                    <a:pt x="10248" y="21539"/>
                  </a:lnTo>
                  <a:lnTo>
                    <a:pt x="10529" y="21318"/>
                  </a:lnTo>
                  <a:lnTo>
                    <a:pt x="10790" y="21098"/>
                  </a:lnTo>
                  <a:lnTo>
                    <a:pt x="11051" y="20857"/>
                  </a:lnTo>
                  <a:lnTo>
                    <a:pt x="11271" y="20596"/>
                  </a:lnTo>
                  <a:lnTo>
                    <a:pt x="11492" y="20316"/>
                  </a:lnTo>
                  <a:lnTo>
                    <a:pt x="11672" y="20035"/>
                  </a:lnTo>
                  <a:lnTo>
                    <a:pt x="11833" y="19734"/>
                  </a:lnTo>
                  <a:lnTo>
                    <a:pt x="11993" y="19413"/>
                  </a:lnTo>
                  <a:lnTo>
                    <a:pt x="12113" y="19092"/>
                  </a:lnTo>
                  <a:lnTo>
                    <a:pt x="12194" y="18751"/>
                  </a:lnTo>
                  <a:lnTo>
                    <a:pt x="12254" y="18390"/>
                  </a:lnTo>
                  <a:lnTo>
                    <a:pt x="12294" y="18009"/>
                  </a:lnTo>
                  <a:lnTo>
                    <a:pt x="12294" y="17628"/>
                  </a:lnTo>
                  <a:lnTo>
                    <a:pt x="12274" y="17367"/>
                  </a:lnTo>
                  <a:lnTo>
                    <a:pt x="12254" y="17107"/>
                  </a:lnTo>
                  <a:lnTo>
                    <a:pt x="12194" y="16786"/>
                  </a:lnTo>
                  <a:lnTo>
                    <a:pt x="12134" y="16465"/>
                  </a:lnTo>
                  <a:lnTo>
                    <a:pt x="12033" y="16144"/>
                  </a:lnTo>
                  <a:lnTo>
                    <a:pt x="11933" y="15823"/>
                  </a:lnTo>
                  <a:lnTo>
                    <a:pt x="11692" y="15182"/>
                  </a:lnTo>
                  <a:lnTo>
                    <a:pt x="11412" y="14520"/>
                  </a:lnTo>
                  <a:lnTo>
                    <a:pt x="11091" y="13878"/>
                  </a:lnTo>
                  <a:lnTo>
                    <a:pt x="10750" y="13236"/>
                  </a:lnTo>
                  <a:lnTo>
                    <a:pt x="10389" y="12615"/>
                  </a:lnTo>
                  <a:lnTo>
                    <a:pt x="10008" y="11993"/>
                  </a:lnTo>
                  <a:lnTo>
                    <a:pt x="9246" y="10810"/>
                  </a:lnTo>
                  <a:lnTo>
                    <a:pt x="8524" y="9727"/>
                  </a:lnTo>
                  <a:lnTo>
                    <a:pt x="8223" y="9225"/>
                  </a:lnTo>
                  <a:lnTo>
                    <a:pt x="7942" y="8764"/>
                  </a:lnTo>
                  <a:lnTo>
                    <a:pt x="7701" y="8323"/>
                  </a:lnTo>
                  <a:lnTo>
                    <a:pt x="7541" y="7942"/>
                  </a:lnTo>
                  <a:lnTo>
                    <a:pt x="7481" y="7761"/>
                  </a:lnTo>
                  <a:lnTo>
                    <a:pt x="7421" y="7561"/>
                  </a:lnTo>
                  <a:lnTo>
                    <a:pt x="7401" y="7340"/>
                  </a:lnTo>
                  <a:lnTo>
                    <a:pt x="7361" y="7100"/>
                  </a:lnTo>
                  <a:lnTo>
                    <a:pt x="7361" y="6578"/>
                  </a:lnTo>
                  <a:lnTo>
                    <a:pt x="7381" y="6017"/>
                  </a:lnTo>
                  <a:lnTo>
                    <a:pt x="7421" y="5415"/>
                  </a:lnTo>
                  <a:lnTo>
                    <a:pt x="7481" y="4793"/>
                  </a:lnTo>
                  <a:lnTo>
                    <a:pt x="7641" y="3550"/>
                  </a:lnTo>
                  <a:lnTo>
                    <a:pt x="7722" y="2928"/>
                  </a:lnTo>
                  <a:lnTo>
                    <a:pt x="7782" y="2347"/>
                  </a:lnTo>
                  <a:lnTo>
                    <a:pt x="7822" y="1805"/>
                  </a:lnTo>
                  <a:lnTo>
                    <a:pt x="7822" y="1304"/>
                  </a:lnTo>
                  <a:lnTo>
                    <a:pt x="7802" y="883"/>
                  </a:lnTo>
                  <a:lnTo>
                    <a:pt x="7762" y="682"/>
                  </a:lnTo>
                  <a:lnTo>
                    <a:pt x="7722" y="522"/>
                  </a:lnTo>
                  <a:lnTo>
                    <a:pt x="7681" y="361"/>
                  </a:lnTo>
                  <a:lnTo>
                    <a:pt x="7601" y="241"/>
                  </a:lnTo>
                  <a:lnTo>
                    <a:pt x="7521" y="141"/>
                  </a:lnTo>
                  <a:lnTo>
                    <a:pt x="7421" y="60"/>
                  </a:lnTo>
                  <a:lnTo>
                    <a:pt x="7320" y="20"/>
                  </a:lnTo>
                  <a:lnTo>
                    <a:pt x="72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8927;p45"/>
            <p:cNvSpPr/>
            <p:nvPr/>
          </p:nvSpPr>
          <p:spPr>
            <a:xfrm>
              <a:off x="10977575" y="3951475"/>
              <a:ext cx="307350" cy="574075"/>
            </a:xfrm>
            <a:custGeom>
              <a:avLst/>
              <a:gdLst/>
              <a:ahLst/>
              <a:cxnLst/>
              <a:rect l="l" t="t" r="r" b="b"/>
              <a:pathLst>
                <a:path w="12294" h="22963" fill="none" extrusionOk="0">
                  <a:moveTo>
                    <a:pt x="12294" y="17628"/>
                  </a:moveTo>
                  <a:lnTo>
                    <a:pt x="12294" y="17628"/>
                  </a:lnTo>
                  <a:lnTo>
                    <a:pt x="12294" y="18009"/>
                  </a:lnTo>
                  <a:lnTo>
                    <a:pt x="12254" y="18390"/>
                  </a:lnTo>
                  <a:lnTo>
                    <a:pt x="12194" y="18751"/>
                  </a:lnTo>
                  <a:lnTo>
                    <a:pt x="12113" y="19092"/>
                  </a:lnTo>
                  <a:lnTo>
                    <a:pt x="11993" y="19413"/>
                  </a:lnTo>
                  <a:lnTo>
                    <a:pt x="11833" y="19734"/>
                  </a:lnTo>
                  <a:lnTo>
                    <a:pt x="11672" y="20035"/>
                  </a:lnTo>
                  <a:lnTo>
                    <a:pt x="11492" y="20316"/>
                  </a:lnTo>
                  <a:lnTo>
                    <a:pt x="11271" y="20596"/>
                  </a:lnTo>
                  <a:lnTo>
                    <a:pt x="11051" y="20857"/>
                  </a:lnTo>
                  <a:lnTo>
                    <a:pt x="10790" y="21098"/>
                  </a:lnTo>
                  <a:lnTo>
                    <a:pt x="10529" y="21318"/>
                  </a:lnTo>
                  <a:lnTo>
                    <a:pt x="10248" y="21539"/>
                  </a:lnTo>
                  <a:lnTo>
                    <a:pt x="9968" y="21739"/>
                  </a:lnTo>
                  <a:lnTo>
                    <a:pt x="9667" y="21920"/>
                  </a:lnTo>
                  <a:lnTo>
                    <a:pt x="9346" y="22080"/>
                  </a:lnTo>
                  <a:lnTo>
                    <a:pt x="9025" y="22241"/>
                  </a:lnTo>
                  <a:lnTo>
                    <a:pt x="8704" y="22381"/>
                  </a:lnTo>
                  <a:lnTo>
                    <a:pt x="8383" y="22501"/>
                  </a:lnTo>
                  <a:lnTo>
                    <a:pt x="8042" y="22622"/>
                  </a:lnTo>
                  <a:lnTo>
                    <a:pt x="7701" y="22702"/>
                  </a:lnTo>
                  <a:lnTo>
                    <a:pt x="7361" y="22782"/>
                  </a:lnTo>
                  <a:lnTo>
                    <a:pt x="7040" y="22862"/>
                  </a:lnTo>
                  <a:lnTo>
                    <a:pt x="6699" y="22903"/>
                  </a:lnTo>
                  <a:lnTo>
                    <a:pt x="6378" y="22943"/>
                  </a:lnTo>
                  <a:lnTo>
                    <a:pt x="6057" y="22963"/>
                  </a:lnTo>
                  <a:lnTo>
                    <a:pt x="5756" y="22963"/>
                  </a:lnTo>
                  <a:lnTo>
                    <a:pt x="5455" y="22963"/>
                  </a:lnTo>
                  <a:lnTo>
                    <a:pt x="5155" y="22923"/>
                  </a:lnTo>
                  <a:lnTo>
                    <a:pt x="4874" y="22882"/>
                  </a:lnTo>
                  <a:lnTo>
                    <a:pt x="4613" y="22842"/>
                  </a:lnTo>
                  <a:lnTo>
                    <a:pt x="4372" y="22762"/>
                  </a:lnTo>
                  <a:lnTo>
                    <a:pt x="4372" y="22762"/>
                  </a:lnTo>
                  <a:lnTo>
                    <a:pt x="4112" y="22682"/>
                  </a:lnTo>
                  <a:lnTo>
                    <a:pt x="3871" y="22562"/>
                  </a:lnTo>
                  <a:lnTo>
                    <a:pt x="3630" y="22421"/>
                  </a:lnTo>
                  <a:lnTo>
                    <a:pt x="3410" y="22261"/>
                  </a:lnTo>
                  <a:lnTo>
                    <a:pt x="3189" y="22080"/>
                  </a:lnTo>
                  <a:lnTo>
                    <a:pt x="2969" y="21880"/>
                  </a:lnTo>
                  <a:lnTo>
                    <a:pt x="2748" y="21659"/>
                  </a:lnTo>
                  <a:lnTo>
                    <a:pt x="2527" y="21419"/>
                  </a:lnTo>
                  <a:lnTo>
                    <a:pt x="2327" y="21178"/>
                  </a:lnTo>
                  <a:lnTo>
                    <a:pt x="2126" y="20897"/>
                  </a:lnTo>
                  <a:lnTo>
                    <a:pt x="1946" y="20616"/>
                  </a:lnTo>
                  <a:lnTo>
                    <a:pt x="1765" y="20316"/>
                  </a:lnTo>
                  <a:lnTo>
                    <a:pt x="1585" y="20015"/>
                  </a:lnTo>
                  <a:lnTo>
                    <a:pt x="1424" y="19674"/>
                  </a:lnTo>
                  <a:lnTo>
                    <a:pt x="1104" y="18992"/>
                  </a:lnTo>
                  <a:lnTo>
                    <a:pt x="843" y="18270"/>
                  </a:lnTo>
                  <a:lnTo>
                    <a:pt x="602" y="17508"/>
                  </a:lnTo>
                  <a:lnTo>
                    <a:pt x="402" y="16726"/>
                  </a:lnTo>
                  <a:lnTo>
                    <a:pt x="221" y="15924"/>
                  </a:lnTo>
                  <a:lnTo>
                    <a:pt x="101" y="15101"/>
                  </a:lnTo>
                  <a:lnTo>
                    <a:pt x="41" y="14279"/>
                  </a:lnTo>
                  <a:lnTo>
                    <a:pt x="1" y="13457"/>
                  </a:lnTo>
                  <a:lnTo>
                    <a:pt x="1" y="13056"/>
                  </a:lnTo>
                  <a:lnTo>
                    <a:pt x="21" y="12655"/>
                  </a:lnTo>
                  <a:lnTo>
                    <a:pt x="21" y="12655"/>
                  </a:lnTo>
                  <a:lnTo>
                    <a:pt x="61" y="12053"/>
                  </a:lnTo>
                  <a:lnTo>
                    <a:pt x="121" y="11471"/>
                  </a:lnTo>
                  <a:lnTo>
                    <a:pt x="201" y="10870"/>
                  </a:lnTo>
                  <a:lnTo>
                    <a:pt x="321" y="10288"/>
                  </a:lnTo>
                  <a:lnTo>
                    <a:pt x="442" y="9687"/>
                  </a:lnTo>
                  <a:lnTo>
                    <a:pt x="582" y="9105"/>
                  </a:lnTo>
                  <a:lnTo>
                    <a:pt x="743" y="8543"/>
                  </a:lnTo>
                  <a:lnTo>
                    <a:pt x="923" y="7962"/>
                  </a:lnTo>
                  <a:lnTo>
                    <a:pt x="1104" y="7400"/>
                  </a:lnTo>
                  <a:lnTo>
                    <a:pt x="1304" y="6859"/>
                  </a:lnTo>
                  <a:lnTo>
                    <a:pt x="1525" y="6317"/>
                  </a:lnTo>
                  <a:lnTo>
                    <a:pt x="1765" y="5796"/>
                  </a:lnTo>
                  <a:lnTo>
                    <a:pt x="2006" y="5295"/>
                  </a:lnTo>
                  <a:lnTo>
                    <a:pt x="2247" y="4793"/>
                  </a:lnTo>
                  <a:lnTo>
                    <a:pt x="2507" y="4332"/>
                  </a:lnTo>
                  <a:lnTo>
                    <a:pt x="2768" y="3871"/>
                  </a:lnTo>
                  <a:lnTo>
                    <a:pt x="3049" y="3430"/>
                  </a:lnTo>
                  <a:lnTo>
                    <a:pt x="3330" y="3008"/>
                  </a:lnTo>
                  <a:lnTo>
                    <a:pt x="3610" y="2607"/>
                  </a:lnTo>
                  <a:lnTo>
                    <a:pt x="3891" y="2226"/>
                  </a:lnTo>
                  <a:lnTo>
                    <a:pt x="4192" y="1885"/>
                  </a:lnTo>
                  <a:lnTo>
                    <a:pt x="4473" y="1565"/>
                  </a:lnTo>
                  <a:lnTo>
                    <a:pt x="4774" y="1264"/>
                  </a:lnTo>
                  <a:lnTo>
                    <a:pt x="5054" y="983"/>
                  </a:lnTo>
                  <a:lnTo>
                    <a:pt x="5335" y="742"/>
                  </a:lnTo>
                  <a:lnTo>
                    <a:pt x="5616" y="542"/>
                  </a:lnTo>
                  <a:lnTo>
                    <a:pt x="5897" y="361"/>
                  </a:lnTo>
                  <a:lnTo>
                    <a:pt x="6177" y="221"/>
                  </a:lnTo>
                  <a:lnTo>
                    <a:pt x="6438" y="101"/>
                  </a:lnTo>
                  <a:lnTo>
                    <a:pt x="6699" y="20"/>
                  </a:lnTo>
                  <a:lnTo>
                    <a:pt x="6959" y="0"/>
                  </a:lnTo>
                  <a:lnTo>
                    <a:pt x="7200" y="0"/>
                  </a:lnTo>
                  <a:lnTo>
                    <a:pt x="7200" y="0"/>
                  </a:lnTo>
                  <a:lnTo>
                    <a:pt x="7320" y="20"/>
                  </a:lnTo>
                  <a:lnTo>
                    <a:pt x="7421" y="60"/>
                  </a:lnTo>
                  <a:lnTo>
                    <a:pt x="7421" y="60"/>
                  </a:lnTo>
                  <a:lnTo>
                    <a:pt x="7521" y="141"/>
                  </a:lnTo>
                  <a:lnTo>
                    <a:pt x="7601" y="241"/>
                  </a:lnTo>
                  <a:lnTo>
                    <a:pt x="7681" y="361"/>
                  </a:lnTo>
                  <a:lnTo>
                    <a:pt x="7722" y="522"/>
                  </a:lnTo>
                  <a:lnTo>
                    <a:pt x="7762" y="682"/>
                  </a:lnTo>
                  <a:lnTo>
                    <a:pt x="7802" y="883"/>
                  </a:lnTo>
                  <a:lnTo>
                    <a:pt x="7822" y="1304"/>
                  </a:lnTo>
                  <a:lnTo>
                    <a:pt x="7822" y="1805"/>
                  </a:lnTo>
                  <a:lnTo>
                    <a:pt x="7782" y="2347"/>
                  </a:lnTo>
                  <a:lnTo>
                    <a:pt x="7722" y="2928"/>
                  </a:lnTo>
                  <a:lnTo>
                    <a:pt x="7641" y="3550"/>
                  </a:lnTo>
                  <a:lnTo>
                    <a:pt x="7481" y="4793"/>
                  </a:lnTo>
                  <a:lnTo>
                    <a:pt x="7421" y="5415"/>
                  </a:lnTo>
                  <a:lnTo>
                    <a:pt x="7381" y="6017"/>
                  </a:lnTo>
                  <a:lnTo>
                    <a:pt x="7361" y="6578"/>
                  </a:lnTo>
                  <a:lnTo>
                    <a:pt x="7361" y="7100"/>
                  </a:lnTo>
                  <a:lnTo>
                    <a:pt x="7401" y="7340"/>
                  </a:lnTo>
                  <a:lnTo>
                    <a:pt x="7421" y="7561"/>
                  </a:lnTo>
                  <a:lnTo>
                    <a:pt x="7481" y="7761"/>
                  </a:lnTo>
                  <a:lnTo>
                    <a:pt x="7541" y="7942"/>
                  </a:lnTo>
                  <a:lnTo>
                    <a:pt x="7541" y="7942"/>
                  </a:lnTo>
                  <a:lnTo>
                    <a:pt x="7701" y="8323"/>
                  </a:lnTo>
                  <a:lnTo>
                    <a:pt x="7942" y="8764"/>
                  </a:lnTo>
                  <a:lnTo>
                    <a:pt x="8223" y="9225"/>
                  </a:lnTo>
                  <a:lnTo>
                    <a:pt x="8524" y="9727"/>
                  </a:lnTo>
                  <a:lnTo>
                    <a:pt x="9246" y="10810"/>
                  </a:lnTo>
                  <a:lnTo>
                    <a:pt x="10008" y="11993"/>
                  </a:lnTo>
                  <a:lnTo>
                    <a:pt x="10389" y="12615"/>
                  </a:lnTo>
                  <a:lnTo>
                    <a:pt x="10750" y="13236"/>
                  </a:lnTo>
                  <a:lnTo>
                    <a:pt x="11091" y="13878"/>
                  </a:lnTo>
                  <a:lnTo>
                    <a:pt x="11412" y="14520"/>
                  </a:lnTo>
                  <a:lnTo>
                    <a:pt x="11692" y="15182"/>
                  </a:lnTo>
                  <a:lnTo>
                    <a:pt x="11933" y="15823"/>
                  </a:lnTo>
                  <a:lnTo>
                    <a:pt x="12033" y="16144"/>
                  </a:lnTo>
                  <a:lnTo>
                    <a:pt x="12134" y="16465"/>
                  </a:lnTo>
                  <a:lnTo>
                    <a:pt x="12194" y="16786"/>
                  </a:lnTo>
                  <a:lnTo>
                    <a:pt x="12254" y="17107"/>
                  </a:lnTo>
                  <a:lnTo>
                    <a:pt x="12254" y="17107"/>
                  </a:lnTo>
                  <a:lnTo>
                    <a:pt x="12274" y="17367"/>
                  </a:lnTo>
                  <a:lnTo>
                    <a:pt x="12294" y="176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8928;p45"/>
            <p:cNvSpPr/>
            <p:nvPr/>
          </p:nvSpPr>
          <p:spPr>
            <a:xfrm>
              <a:off x="11034725" y="3969025"/>
              <a:ext cx="113850" cy="428675"/>
            </a:xfrm>
            <a:custGeom>
              <a:avLst/>
              <a:gdLst/>
              <a:ahLst/>
              <a:cxnLst/>
              <a:rect l="l" t="t" r="r" b="b"/>
              <a:pathLst>
                <a:path w="4554" h="17147" extrusionOk="0">
                  <a:moveTo>
                    <a:pt x="4373" y="0"/>
                  </a:moveTo>
                  <a:lnTo>
                    <a:pt x="4112" y="281"/>
                  </a:lnTo>
                  <a:lnTo>
                    <a:pt x="3851" y="562"/>
                  </a:lnTo>
                  <a:lnTo>
                    <a:pt x="3611" y="863"/>
                  </a:lnTo>
                  <a:lnTo>
                    <a:pt x="3390" y="1163"/>
                  </a:lnTo>
                  <a:lnTo>
                    <a:pt x="3169" y="1484"/>
                  </a:lnTo>
                  <a:lnTo>
                    <a:pt x="2949" y="1805"/>
                  </a:lnTo>
                  <a:lnTo>
                    <a:pt x="2548" y="2467"/>
                  </a:lnTo>
                  <a:lnTo>
                    <a:pt x="2508" y="2266"/>
                  </a:lnTo>
                  <a:lnTo>
                    <a:pt x="2488" y="2226"/>
                  </a:lnTo>
                  <a:lnTo>
                    <a:pt x="2467" y="2206"/>
                  </a:lnTo>
                  <a:lnTo>
                    <a:pt x="2387" y="2186"/>
                  </a:lnTo>
                  <a:lnTo>
                    <a:pt x="2347" y="2206"/>
                  </a:lnTo>
                  <a:lnTo>
                    <a:pt x="2327" y="2226"/>
                  </a:lnTo>
                  <a:lnTo>
                    <a:pt x="2287" y="2246"/>
                  </a:lnTo>
                  <a:lnTo>
                    <a:pt x="2287" y="2286"/>
                  </a:lnTo>
                  <a:lnTo>
                    <a:pt x="2307" y="2547"/>
                  </a:lnTo>
                  <a:lnTo>
                    <a:pt x="2367" y="2828"/>
                  </a:lnTo>
                  <a:lnTo>
                    <a:pt x="2347" y="2848"/>
                  </a:lnTo>
                  <a:lnTo>
                    <a:pt x="2106" y="2768"/>
                  </a:lnTo>
                  <a:lnTo>
                    <a:pt x="1846" y="2728"/>
                  </a:lnTo>
                  <a:lnTo>
                    <a:pt x="1806" y="2728"/>
                  </a:lnTo>
                  <a:lnTo>
                    <a:pt x="1786" y="2768"/>
                  </a:lnTo>
                  <a:lnTo>
                    <a:pt x="1786" y="2788"/>
                  </a:lnTo>
                  <a:lnTo>
                    <a:pt x="1826" y="2808"/>
                  </a:lnTo>
                  <a:lnTo>
                    <a:pt x="2287" y="2988"/>
                  </a:lnTo>
                  <a:lnTo>
                    <a:pt x="2006" y="3570"/>
                  </a:lnTo>
                  <a:lnTo>
                    <a:pt x="1746" y="4172"/>
                  </a:lnTo>
                  <a:lnTo>
                    <a:pt x="1525" y="4793"/>
                  </a:lnTo>
                  <a:lnTo>
                    <a:pt x="1304" y="5415"/>
                  </a:lnTo>
                  <a:lnTo>
                    <a:pt x="1124" y="6037"/>
                  </a:lnTo>
                  <a:lnTo>
                    <a:pt x="963" y="6678"/>
                  </a:lnTo>
                  <a:lnTo>
                    <a:pt x="823" y="7300"/>
                  </a:lnTo>
                  <a:lnTo>
                    <a:pt x="703" y="7942"/>
                  </a:lnTo>
                  <a:lnTo>
                    <a:pt x="502" y="7962"/>
                  </a:lnTo>
                  <a:lnTo>
                    <a:pt x="302" y="7982"/>
                  </a:lnTo>
                  <a:lnTo>
                    <a:pt x="282" y="8002"/>
                  </a:lnTo>
                  <a:lnTo>
                    <a:pt x="261" y="8022"/>
                  </a:lnTo>
                  <a:lnTo>
                    <a:pt x="241" y="8062"/>
                  </a:lnTo>
                  <a:lnTo>
                    <a:pt x="282" y="8122"/>
                  </a:lnTo>
                  <a:lnTo>
                    <a:pt x="302" y="8122"/>
                  </a:lnTo>
                  <a:lnTo>
                    <a:pt x="322" y="8142"/>
                  </a:lnTo>
                  <a:lnTo>
                    <a:pt x="663" y="8142"/>
                  </a:lnTo>
                  <a:lnTo>
                    <a:pt x="542" y="9005"/>
                  </a:lnTo>
                  <a:lnTo>
                    <a:pt x="302" y="9025"/>
                  </a:lnTo>
                  <a:lnTo>
                    <a:pt x="61" y="9065"/>
                  </a:lnTo>
                  <a:lnTo>
                    <a:pt x="41" y="9085"/>
                  </a:lnTo>
                  <a:lnTo>
                    <a:pt x="21" y="9105"/>
                  </a:lnTo>
                  <a:lnTo>
                    <a:pt x="1" y="9165"/>
                  </a:lnTo>
                  <a:lnTo>
                    <a:pt x="41" y="9205"/>
                  </a:lnTo>
                  <a:lnTo>
                    <a:pt x="101" y="9245"/>
                  </a:lnTo>
                  <a:lnTo>
                    <a:pt x="382" y="9265"/>
                  </a:lnTo>
                  <a:lnTo>
                    <a:pt x="522" y="9245"/>
                  </a:lnTo>
                  <a:lnTo>
                    <a:pt x="462" y="9827"/>
                  </a:lnTo>
                  <a:lnTo>
                    <a:pt x="422" y="10408"/>
                  </a:lnTo>
                  <a:lnTo>
                    <a:pt x="382" y="10990"/>
                  </a:lnTo>
                  <a:lnTo>
                    <a:pt x="382" y="11572"/>
                  </a:lnTo>
                  <a:lnTo>
                    <a:pt x="402" y="12153"/>
                  </a:lnTo>
                  <a:lnTo>
                    <a:pt x="442" y="12735"/>
                  </a:lnTo>
                  <a:lnTo>
                    <a:pt x="502" y="13316"/>
                  </a:lnTo>
                  <a:lnTo>
                    <a:pt x="582" y="13878"/>
                  </a:lnTo>
                  <a:lnTo>
                    <a:pt x="683" y="14459"/>
                  </a:lnTo>
                  <a:lnTo>
                    <a:pt x="803" y="15021"/>
                  </a:lnTo>
                  <a:lnTo>
                    <a:pt x="983" y="15342"/>
                  </a:lnTo>
                  <a:lnTo>
                    <a:pt x="1164" y="15663"/>
                  </a:lnTo>
                  <a:lnTo>
                    <a:pt x="1364" y="15984"/>
                  </a:lnTo>
                  <a:lnTo>
                    <a:pt x="1565" y="16284"/>
                  </a:lnTo>
                  <a:lnTo>
                    <a:pt x="1344" y="15583"/>
                  </a:lnTo>
                  <a:lnTo>
                    <a:pt x="1164" y="14881"/>
                  </a:lnTo>
                  <a:lnTo>
                    <a:pt x="1004" y="14159"/>
                  </a:lnTo>
                  <a:lnTo>
                    <a:pt x="883" y="13437"/>
                  </a:lnTo>
                  <a:lnTo>
                    <a:pt x="803" y="12695"/>
                  </a:lnTo>
                  <a:lnTo>
                    <a:pt x="743" y="11953"/>
                  </a:lnTo>
                  <a:lnTo>
                    <a:pt x="743" y="11191"/>
                  </a:lnTo>
                  <a:lnTo>
                    <a:pt x="763" y="10408"/>
                  </a:lnTo>
                  <a:lnTo>
                    <a:pt x="803" y="9827"/>
                  </a:lnTo>
                  <a:lnTo>
                    <a:pt x="863" y="9245"/>
                  </a:lnTo>
                  <a:lnTo>
                    <a:pt x="1164" y="9225"/>
                  </a:lnTo>
                  <a:lnTo>
                    <a:pt x="1324" y="9205"/>
                  </a:lnTo>
                  <a:lnTo>
                    <a:pt x="1465" y="9165"/>
                  </a:lnTo>
                  <a:lnTo>
                    <a:pt x="1505" y="9125"/>
                  </a:lnTo>
                  <a:lnTo>
                    <a:pt x="1505" y="9065"/>
                  </a:lnTo>
                  <a:lnTo>
                    <a:pt x="1485" y="9025"/>
                  </a:lnTo>
                  <a:lnTo>
                    <a:pt x="1445" y="9005"/>
                  </a:lnTo>
                  <a:lnTo>
                    <a:pt x="1304" y="8965"/>
                  </a:lnTo>
                  <a:lnTo>
                    <a:pt x="903" y="8965"/>
                  </a:lnTo>
                  <a:lnTo>
                    <a:pt x="1024" y="8202"/>
                  </a:lnTo>
                  <a:lnTo>
                    <a:pt x="1405" y="8263"/>
                  </a:lnTo>
                  <a:lnTo>
                    <a:pt x="1465" y="8243"/>
                  </a:lnTo>
                  <a:lnTo>
                    <a:pt x="1505" y="8182"/>
                  </a:lnTo>
                  <a:lnTo>
                    <a:pt x="1525" y="8122"/>
                  </a:lnTo>
                  <a:lnTo>
                    <a:pt x="1505" y="8102"/>
                  </a:lnTo>
                  <a:lnTo>
                    <a:pt x="1465" y="8082"/>
                  </a:lnTo>
                  <a:lnTo>
                    <a:pt x="1264" y="8002"/>
                  </a:lnTo>
                  <a:lnTo>
                    <a:pt x="1044" y="7962"/>
                  </a:lnTo>
                  <a:lnTo>
                    <a:pt x="1164" y="7360"/>
                  </a:lnTo>
                  <a:lnTo>
                    <a:pt x="1304" y="6759"/>
                  </a:lnTo>
                  <a:lnTo>
                    <a:pt x="1465" y="6177"/>
                  </a:lnTo>
                  <a:lnTo>
                    <a:pt x="1625" y="5595"/>
                  </a:lnTo>
                  <a:lnTo>
                    <a:pt x="1826" y="5014"/>
                  </a:lnTo>
                  <a:lnTo>
                    <a:pt x="2046" y="4432"/>
                  </a:lnTo>
                  <a:lnTo>
                    <a:pt x="2267" y="3871"/>
                  </a:lnTo>
                  <a:lnTo>
                    <a:pt x="2528" y="3329"/>
                  </a:lnTo>
                  <a:lnTo>
                    <a:pt x="2608" y="3490"/>
                  </a:lnTo>
                  <a:lnTo>
                    <a:pt x="2708" y="3610"/>
                  </a:lnTo>
                  <a:lnTo>
                    <a:pt x="2728" y="3630"/>
                  </a:lnTo>
                  <a:lnTo>
                    <a:pt x="2748" y="3650"/>
                  </a:lnTo>
                  <a:lnTo>
                    <a:pt x="2808" y="3610"/>
                  </a:lnTo>
                  <a:lnTo>
                    <a:pt x="2828" y="3590"/>
                  </a:lnTo>
                  <a:lnTo>
                    <a:pt x="2849" y="3570"/>
                  </a:lnTo>
                  <a:lnTo>
                    <a:pt x="2808" y="3389"/>
                  </a:lnTo>
                  <a:lnTo>
                    <a:pt x="2768" y="3209"/>
                  </a:lnTo>
                  <a:lnTo>
                    <a:pt x="2949" y="3289"/>
                  </a:lnTo>
                  <a:lnTo>
                    <a:pt x="3049" y="3329"/>
                  </a:lnTo>
                  <a:lnTo>
                    <a:pt x="3149" y="3349"/>
                  </a:lnTo>
                  <a:lnTo>
                    <a:pt x="3189" y="3329"/>
                  </a:lnTo>
                  <a:lnTo>
                    <a:pt x="3209" y="3289"/>
                  </a:lnTo>
                  <a:lnTo>
                    <a:pt x="3209" y="3249"/>
                  </a:lnTo>
                  <a:lnTo>
                    <a:pt x="3209" y="3209"/>
                  </a:lnTo>
                  <a:lnTo>
                    <a:pt x="3089" y="3129"/>
                  </a:lnTo>
                  <a:lnTo>
                    <a:pt x="2969" y="3048"/>
                  </a:lnTo>
                  <a:lnTo>
                    <a:pt x="2708" y="2948"/>
                  </a:lnTo>
                  <a:lnTo>
                    <a:pt x="3109" y="2206"/>
                  </a:lnTo>
                  <a:lnTo>
                    <a:pt x="3550" y="1484"/>
                  </a:lnTo>
                  <a:lnTo>
                    <a:pt x="4032" y="782"/>
                  </a:lnTo>
                  <a:lnTo>
                    <a:pt x="4553" y="100"/>
                  </a:lnTo>
                  <a:lnTo>
                    <a:pt x="4373" y="0"/>
                  </a:lnTo>
                  <a:close/>
                  <a:moveTo>
                    <a:pt x="2287" y="17067"/>
                  </a:moveTo>
                  <a:lnTo>
                    <a:pt x="2387" y="17147"/>
                  </a:lnTo>
                  <a:lnTo>
                    <a:pt x="2387" y="17147"/>
                  </a:lnTo>
                  <a:lnTo>
                    <a:pt x="2367" y="17127"/>
                  </a:lnTo>
                  <a:lnTo>
                    <a:pt x="2347" y="17087"/>
                  </a:lnTo>
                  <a:lnTo>
                    <a:pt x="2287" y="17067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8929;p45"/>
            <p:cNvSpPr/>
            <p:nvPr/>
          </p:nvSpPr>
          <p:spPr>
            <a:xfrm>
              <a:off x="11091875" y="4395675"/>
              <a:ext cx="2550" cy="2025"/>
            </a:xfrm>
            <a:custGeom>
              <a:avLst/>
              <a:gdLst/>
              <a:ahLst/>
              <a:cxnLst/>
              <a:rect l="l" t="t" r="r" b="b"/>
              <a:pathLst>
                <a:path w="102" h="8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01" y="81"/>
                  </a:lnTo>
                  <a:lnTo>
                    <a:pt x="101" y="81"/>
                  </a:lnTo>
                  <a:lnTo>
                    <a:pt x="81" y="61"/>
                  </a:lnTo>
                  <a:lnTo>
                    <a:pt x="61" y="2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8930;p45"/>
            <p:cNvSpPr/>
            <p:nvPr/>
          </p:nvSpPr>
          <p:spPr>
            <a:xfrm>
              <a:off x="10977575" y="3959000"/>
              <a:ext cx="307350" cy="566550"/>
            </a:xfrm>
            <a:custGeom>
              <a:avLst/>
              <a:gdLst/>
              <a:ahLst/>
              <a:cxnLst/>
              <a:rect l="l" t="t" r="r" b="b"/>
              <a:pathLst>
                <a:path w="12294" h="22662" extrusionOk="0">
                  <a:moveTo>
                    <a:pt x="3851" y="16685"/>
                  </a:moveTo>
                  <a:lnTo>
                    <a:pt x="4032" y="17147"/>
                  </a:lnTo>
                  <a:lnTo>
                    <a:pt x="4212" y="17608"/>
                  </a:lnTo>
                  <a:lnTo>
                    <a:pt x="4372" y="17528"/>
                  </a:lnTo>
                  <a:lnTo>
                    <a:pt x="4553" y="17468"/>
                  </a:lnTo>
                  <a:lnTo>
                    <a:pt x="4573" y="17468"/>
                  </a:lnTo>
                  <a:lnTo>
                    <a:pt x="4392" y="17287"/>
                  </a:lnTo>
                  <a:lnTo>
                    <a:pt x="4192" y="17087"/>
                  </a:lnTo>
                  <a:lnTo>
                    <a:pt x="3851" y="16685"/>
                  </a:lnTo>
                  <a:close/>
                  <a:moveTo>
                    <a:pt x="6017" y="0"/>
                  </a:moveTo>
                  <a:lnTo>
                    <a:pt x="5776" y="140"/>
                  </a:lnTo>
                  <a:lnTo>
                    <a:pt x="5536" y="301"/>
                  </a:lnTo>
                  <a:lnTo>
                    <a:pt x="5295" y="481"/>
                  </a:lnTo>
                  <a:lnTo>
                    <a:pt x="5054" y="682"/>
                  </a:lnTo>
                  <a:lnTo>
                    <a:pt x="4814" y="923"/>
                  </a:lnTo>
                  <a:lnTo>
                    <a:pt x="4553" y="1163"/>
                  </a:lnTo>
                  <a:lnTo>
                    <a:pt x="4312" y="1444"/>
                  </a:lnTo>
                  <a:lnTo>
                    <a:pt x="4072" y="1725"/>
                  </a:lnTo>
                  <a:lnTo>
                    <a:pt x="3811" y="2026"/>
                  </a:lnTo>
                  <a:lnTo>
                    <a:pt x="3570" y="2367"/>
                  </a:lnTo>
                  <a:lnTo>
                    <a:pt x="3089" y="3068"/>
                  </a:lnTo>
                  <a:lnTo>
                    <a:pt x="2628" y="3830"/>
                  </a:lnTo>
                  <a:lnTo>
                    <a:pt x="2187" y="4633"/>
                  </a:lnTo>
                  <a:lnTo>
                    <a:pt x="1765" y="5495"/>
                  </a:lnTo>
                  <a:lnTo>
                    <a:pt x="1384" y="6397"/>
                  </a:lnTo>
                  <a:lnTo>
                    <a:pt x="1204" y="6879"/>
                  </a:lnTo>
                  <a:lnTo>
                    <a:pt x="1023" y="7340"/>
                  </a:lnTo>
                  <a:lnTo>
                    <a:pt x="863" y="7821"/>
                  </a:lnTo>
                  <a:lnTo>
                    <a:pt x="723" y="8323"/>
                  </a:lnTo>
                  <a:lnTo>
                    <a:pt x="582" y="8804"/>
                  </a:lnTo>
                  <a:lnTo>
                    <a:pt x="462" y="9305"/>
                  </a:lnTo>
                  <a:lnTo>
                    <a:pt x="341" y="9807"/>
                  </a:lnTo>
                  <a:lnTo>
                    <a:pt x="241" y="10308"/>
                  </a:lnTo>
                  <a:lnTo>
                    <a:pt x="161" y="10830"/>
                  </a:lnTo>
                  <a:lnTo>
                    <a:pt x="101" y="11331"/>
                  </a:lnTo>
                  <a:lnTo>
                    <a:pt x="61" y="11852"/>
                  </a:lnTo>
                  <a:lnTo>
                    <a:pt x="21" y="12354"/>
                  </a:lnTo>
                  <a:lnTo>
                    <a:pt x="1" y="13036"/>
                  </a:lnTo>
                  <a:lnTo>
                    <a:pt x="21" y="13818"/>
                  </a:lnTo>
                  <a:lnTo>
                    <a:pt x="81" y="14600"/>
                  </a:lnTo>
                  <a:lnTo>
                    <a:pt x="181" y="15362"/>
                  </a:lnTo>
                  <a:lnTo>
                    <a:pt x="321" y="16124"/>
                  </a:lnTo>
                  <a:lnTo>
                    <a:pt x="502" y="16886"/>
                  </a:lnTo>
                  <a:lnTo>
                    <a:pt x="723" y="17608"/>
                  </a:lnTo>
                  <a:lnTo>
                    <a:pt x="963" y="18310"/>
                  </a:lnTo>
                  <a:lnTo>
                    <a:pt x="1244" y="18992"/>
                  </a:lnTo>
                  <a:lnTo>
                    <a:pt x="1545" y="19613"/>
                  </a:lnTo>
                  <a:lnTo>
                    <a:pt x="1886" y="20215"/>
                  </a:lnTo>
                  <a:lnTo>
                    <a:pt x="2046" y="20496"/>
                  </a:lnTo>
                  <a:lnTo>
                    <a:pt x="2247" y="20757"/>
                  </a:lnTo>
                  <a:lnTo>
                    <a:pt x="2427" y="20997"/>
                  </a:lnTo>
                  <a:lnTo>
                    <a:pt x="2628" y="21238"/>
                  </a:lnTo>
                  <a:lnTo>
                    <a:pt x="2828" y="21438"/>
                  </a:lnTo>
                  <a:lnTo>
                    <a:pt x="3029" y="21639"/>
                  </a:lnTo>
                  <a:lnTo>
                    <a:pt x="3249" y="21839"/>
                  </a:lnTo>
                  <a:lnTo>
                    <a:pt x="3450" y="22000"/>
                  </a:lnTo>
                  <a:lnTo>
                    <a:pt x="3671" y="22140"/>
                  </a:lnTo>
                  <a:lnTo>
                    <a:pt x="3911" y="22261"/>
                  </a:lnTo>
                  <a:lnTo>
                    <a:pt x="4132" y="22381"/>
                  </a:lnTo>
                  <a:lnTo>
                    <a:pt x="4372" y="22461"/>
                  </a:lnTo>
                  <a:lnTo>
                    <a:pt x="4693" y="22561"/>
                  </a:lnTo>
                  <a:lnTo>
                    <a:pt x="5034" y="22622"/>
                  </a:lnTo>
                  <a:lnTo>
                    <a:pt x="5395" y="22642"/>
                  </a:lnTo>
                  <a:lnTo>
                    <a:pt x="5796" y="22662"/>
                  </a:lnTo>
                  <a:lnTo>
                    <a:pt x="6318" y="22642"/>
                  </a:lnTo>
                  <a:lnTo>
                    <a:pt x="6859" y="22581"/>
                  </a:lnTo>
                  <a:lnTo>
                    <a:pt x="7401" y="22481"/>
                  </a:lnTo>
                  <a:lnTo>
                    <a:pt x="7962" y="22341"/>
                  </a:lnTo>
                  <a:lnTo>
                    <a:pt x="8504" y="22160"/>
                  </a:lnTo>
                  <a:lnTo>
                    <a:pt x="9045" y="21940"/>
                  </a:lnTo>
                  <a:lnTo>
                    <a:pt x="9567" y="21659"/>
                  </a:lnTo>
                  <a:lnTo>
                    <a:pt x="9827" y="21519"/>
                  </a:lnTo>
                  <a:lnTo>
                    <a:pt x="10068" y="21358"/>
                  </a:lnTo>
                  <a:lnTo>
                    <a:pt x="10309" y="21198"/>
                  </a:lnTo>
                  <a:lnTo>
                    <a:pt x="10529" y="21017"/>
                  </a:lnTo>
                  <a:lnTo>
                    <a:pt x="10750" y="20837"/>
                  </a:lnTo>
                  <a:lnTo>
                    <a:pt x="10950" y="20636"/>
                  </a:lnTo>
                  <a:lnTo>
                    <a:pt x="11151" y="20436"/>
                  </a:lnTo>
                  <a:lnTo>
                    <a:pt x="11331" y="20215"/>
                  </a:lnTo>
                  <a:lnTo>
                    <a:pt x="11512" y="19974"/>
                  </a:lnTo>
                  <a:lnTo>
                    <a:pt x="11672" y="19754"/>
                  </a:lnTo>
                  <a:lnTo>
                    <a:pt x="11813" y="19493"/>
                  </a:lnTo>
                  <a:lnTo>
                    <a:pt x="11933" y="19252"/>
                  </a:lnTo>
                  <a:lnTo>
                    <a:pt x="12033" y="18972"/>
                  </a:lnTo>
                  <a:lnTo>
                    <a:pt x="12134" y="18691"/>
                  </a:lnTo>
                  <a:lnTo>
                    <a:pt x="12194" y="18410"/>
                  </a:lnTo>
                  <a:lnTo>
                    <a:pt x="12254" y="18109"/>
                  </a:lnTo>
                  <a:lnTo>
                    <a:pt x="12294" y="17809"/>
                  </a:lnTo>
                  <a:lnTo>
                    <a:pt x="12294" y="17488"/>
                  </a:lnTo>
                  <a:lnTo>
                    <a:pt x="12294" y="17327"/>
                  </a:lnTo>
                  <a:lnTo>
                    <a:pt x="12093" y="17508"/>
                  </a:lnTo>
                  <a:lnTo>
                    <a:pt x="11873" y="17688"/>
                  </a:lnTo>
                  <a:lnTo>
                    <a:pt x="11652" y="17849"/>
                  </a:lnTo>
                  <a:lnTo>
                    <a:pt x="11432" y="18009"/>
                  </a:lnTo>
                  <a:lnTo>
                    <a:pt x="11191" y="18149"/>
                  </a:lnTo>
                  <a:lnTo>
                    <a:pt x="10950" y="18290"/>
                  </a:lnTo>
                  <a:lnTo>
                    <a:pt x="10710" y="18410"/>
                  </a:lnTo>
                  <a:lnTo>
                    <a:pt x="10469" y="18510"/>
                  </a:lnTo>
                  <a:lnTo>
                    <a:pt x="10208" y="18611"/>
                  </a:lnTo>
                  <a:lnTo>
                    <a:pt x="9948" y="18691"/>
                  </a:lnTo>
                  <a:lnTo>
                    <a:pt x="9687" y="18771"/>
                  </a:lnTo>
                  <a:lnTo>
                    <a:pt x="9426" y="18831"/>
                  </a:lnTo>
                  <a:lnTo>
                    <a:pt x="9145" y="18871"/>
                  </a:lnTo>
                  <a:lnTo>
                    <a:pt x="8885" y="18912"/>
                  </a:lnTo>
                  <a:lnTo>
                    <a:pt x="8604" y="18932"/>
                  </a:lnTo>
                  <a:lnTo>
                    <a:pt x="7942" y="18932"/>
                  </a:lnTo>
                  <a:lnTo>
                    <a:pt x="7561" y="18891"/>
                  </a:lnTo>
                  <a:lnTo>
                    <a:pt x="7180" y="18811"/>
                  </a:lnTo>
                  <a:lnTo>
                    <a:pt x="6799" y="18711"/>
                  </a:lnTo>
                  <a:lnTo>
                    <a:pt x="6478" y="18611"/>
                  </a:lnTo>
                  <a:lnTo>
                    <a:pt x="6197" y="18510"/>
                  </a:lnTo>
                  <a:lnTo>
                    <a:pt x="5917" y="18370"/>
                  </a:lnTo>
                  <a:lnTo>
                    <a:pt x="5636" y="18230"/>
                  </a:lnTo>
                  <a:lnTo>
                    <a:pt x="5375" y="18089"/>
                  </a:lnTo>
                  <a:lnTo>
                    <a:pt x="5135" y="17909"/>
                  </a:lnTo>
                  <a:lnTo>
                    <a:pt x="4894" y="17748"/>
                  </a:lnTo>
                  <a:lnTo>
                    <a:pt x="4673" y="17548"/>
                  </a:lnTo>
                  <a:lnTo>
                    <a:pt x="4653" y="17588"/>
                  </a:lnTo>
                  <a:lnTo>
                    <a:pt x="4633" y="17608"/>
                  </a:lnTo>
                  <a:lnTo>
                    <a:pt x="4473" y="17708"/>
                  </a:lnTo>
                  <a:lnTo>
                    <a:pt x="4292" y="17809"/>
                  </a:lnTo>
                  <a:lnTo>
                    <a:pt x="4513" y="18330"/>
                  </a:lnTo>
                  <a:lnTo>
                    <a:pt x="4653" y="18210"/>
                  </a:lnTo>
                  <a:lnTo>
                    <a:pt x="4774" y="18109"/>
                  </a:lnTo>
                  <a:lnTo>
                    <a:pt x="4914" y="18029"/>
                  </a:lnTo>
                  <a:lnTo>
                    <a:pt x="5074" y="17949"/>
                  </a:lnTo>
                  <a:lnTo>
                    <a:pt x="5114" y="17949"/>
                  </a:lnTo>
                  <a:lnTo>
                    <a:pt x="5155" y="17969"/>
                  </a:lnTo>
                  <a:lnTo>
                    <a:pt x="5195" y="18009"/>
                  </a:lnTo>
                  <a:lnTo>
                    <a:pt x="5195" y="18089"/>
                  </a:lnTo>
                  <a:lnTo>
                    <a:pt x="5175" y="18129"/>
                  </a:lnTo>
                  <a:lnTo>
                    <a:pt x="5054" y="18250"/>
                  </a:lnTo>
                  <a:lnTo>
                    <a:pt x="4914" y="18370"/>
                  </a:lnTo>
                  <a:lnTo>
                    <a:pt x="4653" y="18571"/>
                  </a:lnTo>
                  <a:lnTo>
                    <a:pt x="4894" y="19052"/>
                  </a:lnTo>
                  <a:lnTo>
                    <a:pt x="5155" y="19533"/>
                  </a:lnTo>
                  <a:lnTo>
                    <a:pt x="5435" y="20015"/>
                  </a:lnTo>
                  <a:lnTo>
                    <a:pt x="5716" y="20476"/>
                  </a:lnTo>
                  <a:lnTo>
                    <a:pt x="6017" y="20937"/>
                  </a:lnTo>
                  <a:lnTo>
                    <a:pt x="6338" y="21398"/>
                  </a:lnTo>
                  <a:lnTo>
                    <a:pt x="6679" y="21860"/>
                  </a:lnTo>
                  <a:lnTo>
                    <a:pt x="7020" y="22301"/>
                  </a:lnTo>
                  <a:lnTo>
                    <a:pt x="7040" y="22361"/>
                  </a:lnTo>
                  <a:lnTo>
                    <a:pt x="7040" y="22421"/>
                  </a:lnTo>
                  <a:lnTo>
                    <a:pt x="7000" y="22461"/>
                  </a:lnTo>
                  <a:lnTo>
                    <a:pt x="6919" y="22461"/>
                  </a:lnTo>
                  <a:lnTo>
                    <a:pt x="6879" y="22441"/>
                  </a:lnTo>
                  <a:lnTo>
                    <a:pt x="6498" y="22040"/>
                  </a:lnTo>
                  <a:lnTo>
                    <a:pt x="6137" y="21619"/>
                  </a:lnTo>
                  <a:lnTo>
                    <a:pt x="5796" y="21178"/>
                  </a:lnTo>
                  <a:lnTo>
                    <a:pt x="5475" y="20736"/>
                  </a:lnTo>
                  <a:lnTo>
                    <a:pt x="5155" y="20295"/>
                  </a:lnTo>
                  <a:lnTo>
                    <a:pt x="4874" y="19814"/>
                  </a:lnTo>
                  <a:lnTo>
                    <a:pt x="4593" y="19353"/>
                  </a:lnTo>
                  <a:lnTo>
                    <a:pt x="4332" y="18851"/>
                  </a:lnTo>
                  <a:lnTo>
                    <a:pt x="4132" y="19072"/>
                  </a:lnTo>
                  <a:lnTo>
                    <a:pt x="3911" y="19293"/>
                  </a:lnTo>
                  <a:lnTo>
                    <a:pt x="3891" y="19313"/>
                  </a:lnTo>
                  <a:lnTo>
                    <a:pt x="3811" y="19313"/>
                  </a:lnTo>
                  <a:lnTo>
                    <a:pt x="3771" y="19272"/>
                  </a:lnTo>
                  <a:lnTo>
                    <a:pt x="3771" y="19232"/>
                  </a:lnTo>
                  <a:lnTo>
                    <a:pt x="3771" y="19192"/>
                  </a:lnTo>
                  <a:lnTo>
                    <a:pt x="3871" y="19032"/>
                  </a:lnTo>
                  <a:lnTo>
                    <a:pt x="3971" y="18891"/>
                  </a:lnTo>
                  <a:lnTo>
                    <a:pt x="4212" y="18611"/>
                  </a:lnTo>
                  <a:lnTo>
                    <a:pt x="3951" y="17989"/>
                  </a:lnTo>
                  <a:lnTo>
                    <a:pt x="3671" y="18169"/>
                  </a:lnTo>
                  <a:lnTo>
                    <a:pt x="3410" y="18350"/>
                  </a:lnTo>
                  <a:lnTo>
                    <a:pt x="3370" y="18370"/>
                  </a:lnTo>
                  <a:lnTo>
                    <a:pt x="3350" y="18350"/>
                  </a:lnTo>
                  <a:lnTo>
                    <a:pt x="3310" y="18330"/>
                  </a:lnTo>
                  <a:lnTo>
                    <a:pt x="3310" y="18290"/>
                  </a:lnTo>
                  <a:lnTo>
                    <a:pt x="3330" y="18250"/>
                  </a:lnTo>
                  <a:lnTo>
                    <a:pt x="3590" y="18029"/>
                  </a:lnTo>
                  <a:lnTo>
                    <a:pt x="3871" y="17829"/>
                  </a:lnTo>
                  <a:lnTo>
                    <a:pt x="3630" y="17247"/>
                  </a:lnTo>
                  <a:lnTo>
                    <a:pt x="3430" y="16645"/>
                  </a:lnTo>
                  <a:lnTo>
                    <a:pt x="3249" y="16044"/>
                  </a:lnTo>
                  <a:lnTo>
                    <a:pt x="3089" y="15422"/>
                  </a:lnTo>
                  <a:lnTo>
                    <a:pt x="2949" y="15121"/>
                  </a:lnTo>
                  <a:lnTo>
                    <a:pt x="2828" y="14800"/>
                  </a:lnTo>
                  <a:lnTo>
                    <a:pt x="2608" y="14179"/>
                  </a:lnTo>
                  <a:lnTo>
                    <a:pt x="2427" y="13517"/>
                  </a:lnTo>
                  <a:lnTo>
                    <a:pt x="2287" y="12855"/>
                  </a:lnTo>
                  <a:lnTo>
                    <a:pt x="2207" y="12374"/>
                  </a:lnTo>
                  <a:lnTo>
                    <a:pt x="2146" y="11872"/>
                  </a:lnTo>
                  <a:lnTo>
                    <a:pt x="2126" y="11391"/>
                  </a:lnTo>
                  <a:lnTo>
                    <a:pt x="2106" y="10890"/>
                  </a:lnTo>
                  <a:lnTo>
                    <a:pt x="2106" y="10408"/>
                  </a:lnTo>
                  <a:lnTo>
                    <a:pt x="2106" y="9907"/>
                  </a:lnTo>
                  <a:lnTo>
                    <a:pt x="2146" y="9426"/>
                  </a:lnTo>
                  <a:lnTo>
                    <a:pt x="2207" y="8924"/>
                  </a:lnTo>
                  <a:lnTo>
                    <a:pt x="2267" y="8443"/>
                  </a:lnTo>
                  <a:lnTo>
                    <a:pt x="2347" y="7962"/>
                  </a:lnTo>
                  <a:lnTo>
                    <a:pt x="2447" y="7460"/>
                  </a:lnTo>
                  <a:lnTo>
                    <a:pt x="2547" y="6979"/>
                  </a:lnTo>
                  <a:lnTo>
                    <a:pt x="2688" y="6518"/>
                  </a:lnTo>
                  <a:lnTo>
                    <a:pt x="2828" y="6036"/>
                  </a:lnTo>
                  <a:lnTo>
                    <a:pt x="2969" y="5575"/>
                  </a:lnTo>
                  <a:lnTo>
                    <a:pt x="3129" y="5114"/>
                  </a:lnTo>
                  <a:lnTo>
                    <a:pt x="3410" y="4412"/>
                  </a:lnTo>
                  <a:lnTo>
                    <a:pt x="3711" y="3730"/>
                  </a:lnTo>
                  <a:lnTo>
                    <a:pt x="4052" y="3068"/>
                  </a:lnTo>
                  <a:lnTo>
                    <a:pt x="4232" y="2748"/>
                  </a:lnTo>
                  <a:lnTo>
                    <a:pt x="4433" y="2427"/>
                  </a:lnTo>
                  <a:lnTo>
                    <a:pt x="4633" y="2106"/>
                  </a:lnTo>
                  <a:lnTo>
                    <a:pt x="4854" y="1805"/>
                  </a:lnTo>
                  <a:lnTo>
                    <a:pt x="5074" y="1524"/>
                  </a:lnTo>
                  <a:lnTo>
                    <a:pt x="5315" y="1243"/>
                  </a:lnTo>
                  <a:lnTo>
                    <a:pt x="5556" y="963"/>
                  </a:lnTo>
                  <a:lnTo>
                    <a:pt x="5816" y="702"/>
                  </a:lnTo>
                  <a:lnTo>
                    <a:pt x="6097" y="461"/>
                  </a:lnTo>
                  <a:lnTo>
                    <a:pt x="6378" y="221"/>
                  </a:lnTo>
                  <a:lnTo>
                    <a:pt x="601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1" name="Google Shape;8931;p45"/>
            <p:cNvSpPr/>
            <p:nvPr/>
          </p:nvSpPr>
          <p:spPr>
            <a:xfrm>
              <a:off x="11073850" y="4376125"/>
              <a:ext cx="18050" cy="23075"/>
            </a:xfrm>
            <a:custGeom>
              <a:avLst/>
              <a:gdLst/>
              <a:ahLst/>
              <a:cxnLst/>
              <a:rect l="l" t="t" r="r" b="b"/>
              <a:pathLst>
                <a:path w="722" h="923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181" y="462"/>
                  </a:lnTo>
                  <a:lnTo>
                    <a:pt x="361" y="923"/>
                  </a:lnTo>
                  <a:lnTo>
                    <a:pt x="361" y="923"/>
                  </a:lnTo>
                  <a:lnTo>
                    <a:pt x="521" y="843"/>
                  </a:lnTo>
                  <a:lnTo>
                    <a:pt x="702" y="783"/>
                  </a:lnTo>
                  <a:lnTo>
                    <a:pt x="702" y="783"/>
                  </a:lnTo>
                  <a:lnTo>
                    <a:pt x="722" y="783"/>
                  </a:lnTo>
                  <a:lnTo>
                    <a:pt x="722" y="783"/>
                  </a:lnTo>
                  <a:lnTo>
                    <a:pt x="722" y="783"/>
                  </a:lnTo>
                  <a:lnTo>
                    <a:pt x="722" y="783"/>
                  </a:lnTo>
                  <a:lnTo>
                    <a:pt x="541" y="602"/>
                  </a:lnTo>
                  <a:lnTo>
                    <a:pt x="341" y="40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2" name="Google Shape;8932;p45"/>
            <p:cNvSpPr/>
            <p:nvPr/>
          </p:nvSpPr>
          <p:spPr>
            <a:xfrm>
              <a:off x="11054775" y="4344550"/>
              <a:ext cx="98800" cy="176000"/>
            </a:xfrm>
            <a:custGeom>
              <a:avLst/>
              <a:gdLst/>
              <a:ahLst/>
              <a:cxnLst/>
              <a:rect l="l" t="t" r="r" b="b"/>
              <a:pathLst>
                <a:path w="3952" h="7040" extrusionOk="0">
                  <a:moveTo>
                    <a:pt x="1" y="0"/>
                  </a:moveTo>
                  <a:lnTo>
                    <a:pt x="161" y="622"/>
                  </a:lnTo>
                  <a:lnTo>
                    <a:pt x="342" y="1223"/>
                  </a:lnTo>
                  <a:lnTo>
                    <a:pt x="542" y="1825"/>
                  </a:lnTo>
                  <a:lnTo>
                    <a:pt x="783" y="2407"/>
                  </a:lnTo>
                  <a:lnTo>
                    <a:pt x="502" y="2607"/>
                  </a:lnTo>
                  <a:lnTo>
                    <a:pt x="242" y="2828"/>
                  </a:lnTo>
                  <a:lnTo>
                    <a:pt x="222" y="2868"/>
                  </a:lnTo>
                  <a:lnTo>
                    <a:pt x="222" y="2908"/>
                  </a:lnTo>
                  <a:lnTo>
                    <a:pt x="262" y="2928"/>
                  </a:lnTo>
                  <a:lnTo>
                    <a:pt x="282" y="2948"/>
                  </a:lnTo>
                  <a:lnTo>
                    <a:pt x="322" y="2928"/>
                  </a:lnTo>
                  <a:lnTo>
                    <a:pt x="583" y="2747"/>
                  </a:lnTo>
                  <a:lnTo>
                    <a:pt x="863" y="2567"/>
                  </a:lnTo>
                  <a:lnTo>
                    <a:pt x="1124" y="3189"/>
                  </a:lnTo>
                  <a:lnTo>
                    <a:pt x="883" y="3469"/>
                  </a:lnTo>
                  <a:lnTo>
                    <a:pt x="783" y="3610"/>
                  </a:lnTo>
                  <a:lnTo>
                    <a:pt x="683" y="3770"/>
                  </a:lnTo>
                  <a:lnTo>
                    <a:pt x="683" y="3810"/>
                  </a:lnTo>
                  <a:lnTo>
                    <a:pt x="683" y="3850"/>
                  </a:lnTo>
                  <a:lnTo>
                    <a:pt x="723" y="3891"/>
                  </a:lnTo>
                  <a:lnTo>
                    <a:pt x="803" y="3891"/>
                  </a:lnTo>
                  <a:lnTo>
                    <a:pt x="823" y="3871"/>
                  </a:lnTo>
                  <a:lnTo>
                    <a:pt x="1044" y="3650"/>
                  </a:lnTo>
                  <a:lnTo>
                    <a:pt x="1244" y="3429"/>
                  </a:lnTo>
                  <a:lnTo>
                    <a:pt x="1505" y="3931"/>
                  </a:lnTo>
                  <a:lnTo>
                    <a:pt x="1786" y="4392"/>
                  </a:lnTo>
                  <a:lnTo>
                    <a:pt x="2067" y="4873"/>
                  </a:lnTo>
                  <a:lnTo>
                    <a:pt x="2387" y="5314"/>
                  </a:lnTo>
                  <a:lnTo>
                    <a:pt x="2708" y="5756"/>
                  </a:lnTo>
                  <a:lnTo>
                    <a:pt x="3049" y="6197"/>
                  </a:lnTo>
                  <a:lnTo>
                    <a:pt x="3410" y="6618"/>
                  </a:lnTo>
                  <a:lnTo>
                    <a:pt x="3791" y="7019"/>
                  </a:lnTo>
                  <a:lnTo>
                    <a:pt x="3831" y="7039"/>
                  </a:lnTo>
                  <a:lnTo>
                    <a:pt x="3912" y="7039"/>
                  </a:lnTo>
                  <a:lnTo>
                    <a:pt x="3952" y="6999"/>
                  </a:lnTo>
                  <a:lnTo>
                    <a:pt x="3952" y="6939"/>
                  </a:lnTo>
                  <a:lnTo>
                    <a:pt x="3932" y="6879"/>
                  </a:lnTo>
                  <a:lnTo>
                    <a:pt x="3591" y="6438"/>
                  </a:lnTo>
                  <a:lnTo>
                    <a:pt x="3250" y="5976"/>
                  </a:lnTo>
                  <a:lnTo>
                    <a:pt x="2929" y="5515"/>
                  </a:lnTo>
                  <a:lnTo>
                    <a:pt x="2628" y="5054"/>
                  </a:lnTo>
                  <a:lnTo>
                    <a:pt x="2347" y="4593"/>
                  </a:lnTo>
                  <a:lnTo>
                    <a:pt x="2067" y="4111"/>
                  </a:lnTo>
                  <a:lnTo>
                    <a:pt x="1806" y="3630"/>
                  </a:lnTo>
                  <a:lnTo>
                    <a:pt x="1565" y="3149"/>
                  </a:lnTo>
                  <a:lnTo>
                    <a:pt x="1826" y="2948"/>
                  </a:lnTo>
                  <a:lnTo>
                    <a:pt x="1966" y="2828"/>
                  </a:lnTo>
                  <a:lnTo>
                    <a:pt x="2087" y="2707"/>
                  </a:lnTo>
                  <a:lnTo>
                    <a:pt x="2107" y="2667"/>
                  </a:lnTo>
                  <a:lnTo>
                    <a:pt x="2107" y="2587"/>
                  </a:lnTo>
                  <a:lnTo>
                    <a:pt x="2067" y="2547"/>
                  </a:lnTo>
                  <a:lnTo>
                    <a:pt x="2026" y="2527"/>
                  </a:lnTo>
                  <a:lnTo>
                    <a:pt x="1986" y="2527"/>
                  </a:lnTo>
                  <a:lnTo>
                    <a:pt x="1826" y="2607"/>
                  </a:lnTo>
                  <a:lnTo>
                    <a:pt x="1686" y="2687"/>
                  </a:lnTo>
                  <a:lnTo>
                    <a:pt x="1565" y="2788"/>
                  </a:lnTo>
                  <a:lnTo>
                    <a:pt x="1425" y="2908"/>
                  </a:lnTo>
                  <a:lnTo>
                    <a:pt x="1204" y="2387"/>
                  </a:lnTo>
                  <a:lnTo>
                    <a:pt x="1385" y="2286"/>
                  </a:lnTo>
                  <a:lnTo>
                    <a:pt x="1545" y="2186"/>
                  </a:lnTo>
                  <a:lnTo>
                    <a:pt x="1565" y="2166"/>
                  </a:lnTo>
                  <a:lnTo>
                    <a:pt x="1585" y="2126"/>
                  </a:lnTo>
                  <a:lnTo>
                    <a:pt x="1485" y="2046"/>
                  </a:lnTo>
                  <a:lnTo>
                    <a:pt x="1465" y="2046"/>
                  </a:lnTo>
                  <a:lnTo>
                    <a:pt x="1284" y="2106"/>
                  </a:lnTo>
                  <a:lnTo>
                    <a:pt x="1124" y="2186"/>
                  </a:lnTo>
                  <a:lnTo>
                    <a:pt x="944" y="1725"/>
                  </a:lnTo>
                  <a:lnTo>
                    <a:pt x="763" y="1263"/>
                  </a:lnTo>
                  <a:lnTo>
                    <a:pt x="562" y="963"/>
                  </a:lnTo>
                  <a:lnTo>
                    <a:pt x="362" y="642"/>
                  </a:lnTo>
                  <a:lnTo>
                    <a:pt x="181" y="32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3" name="Google Shape;8933;p45"/>
            <p:cNvSpPr/>
            <p:nvPr/>
          </p:nvSpPr>
          <p:spPr>
            <a:xfrm>
              <a:off x="11551625" y="3950975"/>
              <a:ext cx="307875" cy="574575"/>
            </a:xfrm>
            <a:custGeom>
              <a:avLst/>
              <a:gdLst/>
              <a:ahLst/>
              <a:cxnLst/>
              <a:rect l="l" t="t" r="r" b="b"/>
              <a:pathLst>
                <a:path w="12315" h="22983" extrusionOk="0">
                  <a:moveTo>
                    <a:pt x="5275" y="0"/>
                  </a:moveTo>
                  <a:lnTo>
                    <a:pt x="5095" y="20"/>
                  </a:lnTo>
                  <a:lnTo>
                    <a:pt x="4954" y="40"/>
                  </a:lnTo>
                  <a:lnTo>
                    <a:pt x="4854" y="100"/>
                  </a:lnTo>
                  <a:lnTo>
                    <a:pt x="4754" y="181"/>
                  </a:lnTo>
                  <a:lnTo>
                    <a:pt x="4674" y="301"/>
                  </a:lnTo>
                  <a:lnTo>
                    <a:pt x="4593" y="461"/>
                  </a:lnTo>
                  <a:lnTo>
                    <a:pt x="4553" y="622"/>
                  </a:lnTo>
                  <a:lnTo>
                    <a:pt x="4513" y="822"/>
                  </a:lnTo>
                  <a:lnTo>
                    <a:pt x="4493" y="1023"/>
                  </a:lnTo>
                  <a:lnTo>
                    <a:pt x="4473" y="1524"/>
                  </a:lnTo>
                  <a:lnTo>
                    <a:pt x="4513" y="2066"/>
                  </a:lnTo>
                  <a:lnTo>
                    <a:pt x="4553" y="2667"/>
                  </a:lnTo>
                  <a:lnTo>
                    <a:pt x="4634" y="3289"/>
                  </a:lnTo>
                  <a:lnTo>
                    <a:pt x="4794" y="4613"/>
                  </a:lnTo>
                  <a:lnTo>
                    <a:pt x="4874" y="5275"/>
                  </a:lnTo>
                  <a:lnTo>
                    <a:pt x="4914" y="5916"/>
                  </a:lnTo>
                  <a:lnTo>
                    <a:pt x="4954" y="6498"/>
                  </a:lnTo>
                  <a:lnTo>
                    <a:pt x="4934" y="7059"/>
                  </a:lnTo>
                  <a:lnTo>
                    <a:pt x="4914" y="7320"/>
                  </a:lnTo>
                  <a:lnTo>
                    <a:pt x="4874" y="7541"/>
                  </a:lnTo>
                  <a:lnTo>
                    <a:pt x="4834" y="7761"/>
                  </a:lnTo>
                  <a:lnTo>
                    <a:pt x="4774" y="7962"/>
                  </a:lnTo>
                  <a:lnTo>
                    <a:pt x="4593" y="8343"/>
                  </a:lnTo>
                  <a:lnTo>
                    <a:pt x="4373" y="8784"/>
                  </a:lnTo>
                  <a:lnTo>
                    <a:pt x="4092" y="9245"/>
                  </a:lnTo>
                  <a:lnTo>
                    <a:pt x="3771" y="9747"/>
                  </a:lnTo>
                  <a:lnTo>
                    <a:pt x="3069" y="10830"/>
                  </a:lnTo>
                  <a:lnTo>
                    <a:pt x="2307" y="12013"/>
                  </a:lnTo>
                  <a:lnTo>
                    <a:pt x="1926" y="12635"/>
                  </a:lnTo>
                  <a:lnTo>
                    <a:pt x="1545" y="13256"/>
                  </a:lnTo>
                  <a:lnTo>
                    <a:pt x="1204" y="13898"/>
                  </a:lnTo>
                  <a:lnTo>
                    <a:pt x="883" y="14540"/>
                  </a:lnTo>
                  <a:lnTo>
                    <a:pt x="603" y="15202"/>
                  </a:lnTo>
                  <a:lnTo>
                    <a:pt x="362" y="15843"/>
                  </a:lnTo>
                  <a:lnTo>
                    <a:pt x="262" y="16164"/>
                  </a:lnTo>
                  <a:lnTo>
                    <a:pt x="181" y="16485"/>
                  </a:lnTo>
                  <a:lnTo>
                    <a:pt x="101" y="16806"/>
                  </a:lnTo>
                  <a:lnTo>
                    <a:pt x="61" y="17127"/>
                  </a:lnTo>
                  <a:lnTo>
                    <a:pt x="21" y="17548"/>
                  </a:lnTo>
                  <a:lnTo>
                    <a:pt x="1" y="17949"/>
                  </a:lnTo>
                  <a:lnTo>
                    <a:pt x="41" y="18350"/>
                  </a:lnTo>
                  <a:lnTo>
                    <a:pt x="101" y="18731"/>
                  </a:lnTo>
                  <a:lnTo>
                    <a:pt x="201" y="19092"/>
                  </a:lnTo>
                  <a:lnTo>
                    <a:pt x="322" y="19433"/>
                  </a:lnTo>
                  <a:lnTo>
                    <a:pt x="462" y="19754"/>
                  </a:lnTo>
                  <a:lnTo>
                    <a:pt x="643" y="20075"/>
                  </a:lnTo>
                  <a:lnTo>
                    <a:pt x="843" y="20356"/>
                  </a:lnTo>
                  <a:lnTo>
                    <a:pt x="1064" y="20636"/>
                  </a:lnTo>
                  <a:lnTo>
                    <a:pt x="1304" y="20917"/>
                  </a:lnTo>
                  <a:lnTo>
                    <a:pt x="1565" y="21158"/>
                  </a:lnTo>
                  <a:lnTo>
                    <a:pt x="1846" y="21398"/>
                  </a:lnTo>
                  <a:lnTo>
                    <a:pt x="2127" y="21619"/>
                  </a:lnTo>
                  <a:lnTo>
                    <a:pt x="2448" y="21820"/>
                  </a:lnTo>
                  <a:lnTo>
                    <a:pt x="2768" y="22000"/>
                  </a:lnTo>
                  <a:lnTo>
                    <a:pt x="3089" y="22160"/>
                  </a:lnTo>
                  <a:lnTo>
                    <a:pt x="3430" y="22321"/>
                  </a:lnTo>
                  <a:lnTo>
                    <a:pt x="3771" y="22461"/>
                  </a:lnTo>
                  <a:lnTo>
                    <a:pt x="4112" y="22582"/>
                  </a:lnTo>
                  <a:lnTo>
                    <a:pt x="4453" y="22682"/>
                  </a:lnTo>
                  <a:lnTo>
                    <a:pt x="4794" y="22782"/>
                  </a:lnTo>
                  <a:lnTo>
                    <a:pt x="5155" y="22842"/>
                  </a:lnTo>
                  <a:lnTo>
                    <a:pt x="5496" y="22902"/>
                  </a:lnTo>
                  <a:lnTo>
                    <a:pt x="5837" y="22943"/>
                  </a:lnTo>
                  <a:lnTo>
                    <a:pt x="6178" y="22983"/>
                  </a:lnTo>
                  <a:lnTo>
                    <a:pt x="6819" y="22983"/>
                  </a:lnTo>
                  <a:lnTo>
                    <a:pt x="7120" y="22963"/>
                  </a:lnTo>
                  <a:lnTo>
                    <a:pt x="7401" y="22923"/>
                  </a:lnTo>
                  <a:lnTo>
                    <a:pt x="7682" y="22862"/>
                  </a:lnTo>
                  <a:lnTo>
                    <a:pt x="7943" y="22782"/>
                  </a:lnTo>
                  <a:lnTo>
                    <a:pt x="8283" y="22642"/>
                  </a:lnTo>
                  <a:lnTo>
                    <a:pt x="8624" y="22461"/>
                  </a:lnTo>
                  <a:lnTo>
                    <a:pt x="8965" y="22241"/>
                  </a:lnTo>
                  <a:lnTo>
                    <a:pt x="9286" y="21960"/>
                  </a:lnTo>
                  <a:lnTo>
                    <a:pt x="9627" y="21599"/>
                  </a:lnTo>
                  <a:lnTo>
                    <a:pt x="9968" y="21198"/>
                  </a:lnTo>
                  <a:lnTo>
                    <a:pt x="10289" y="20737"/>
                  </a:lnTo>
                  <a:lnTo>
                    <a:pt x="10590" y="20255"/>
                  </a:lnTo>
                  <a:lnTo>
                    <a:pt x="10870" y="19734"/>
                  </a:lnTo>
                  <a:lnTo>
                    <a:pt x="11131" y="19172"/>
                  </a:lnTo>
                  <a:lnTo>
                    <a:pt x="11372" y="18591"/>
                  </a:lnTo>
                  <a:lnTo>
                    <a:pt x="11572" y="17969"/>
                  </a:lnTo>
                  <a:lnTo>
                    <a:pt x="11773" y="17347"/>
                  </a:lnTo>
                  <a:lnTo>
                    <a:pt x="11933" y="16686"/>
                  </a:lnTo>
                  <a:lnTo>
                    <a:pt x="12054" y="16024"/>
                  </a:lnTo>
                  <a:lnTo>
                    <a:pt x="12174" y="15362"/>
                  </a:lnTo>
                  <a:lnTo>
                    <a:pt x="12234" y="14680"/>
                  </a:lnTo>
                  <a:lnTo>
                    <a:pt x="12294" y="14018"/>
                  </a:lnTo>
                  <a:lnTo>
                    <a:pt x="12314" y="13336"/>
                  </a:lnTo>
                  <a:lnTo>
                    <a:pt x="12294" y="12675"/>
                  </a:lnTo>
                  <a:lnTo>
                    <a:pt x="12254" y="12133"/>
                  </a:lnTo>
                  <a:lnTo>
                    <a:pt x="12194" y="11592"/>
                  </a:lnTo>
                  <a:lnTo>
                    <a:pt x="12114" y="11050"/>
                  </a:lnTo>
                  <a:lnTo>
                    <a:pt x="12034" y="10509"/>
                  </a:lnTo>
                  <a:lnTo>
                    <a:pt x="11933" y="9967"/>
                  </a:lnTo>
                  <a:lnTo>
                    <a:pt x="11793" y="9446"/>
                  </a:lnTo>
                  <a:lnTo>
                    <a:pt x="11673" y="8904"/>
                  </a:lnTo>
                  <a:lnTo>
                    <a:pt x="11512" y="8383"/>
                  </a:lnTo>
                  <a:lnTo>
                    <a:pt x="11352" y="7862"/>
                  </a:lnTo>
                  <a:lnTo>
                    <a:pt x="11171" y="7360"/>
                  </a:lnTo>
                  <a:lnTo>
                    <a:pt x="10991" y="6859"/>
                  </a:lnTo>
                  <a:lnTo>
                    <a:pt x="10790" y="6378"/>
                  </a:lnTo>
                  <a:lnTo>
                    <a:pt x="10570" y="5896"/>
                  </a:lnTo>
                  <a:lnTo>
                    <a:pt x="10369" y="5435"/>
                  </a:lnTo>
                  <a:lnTo>
                    <a:pt x="10128" y="4974"/>
                  </a:lnTo>
                  <a:lnTo>
                    <a:pt x="9908" y="4533"/>
                  </a:lnTo>
                  <a:lnTo>
                    <a:pt x="9667" y="4111"/>
                  </a:lnTo>
                  <a:lnTo>
                    <a:pt x="9407" y="3690"/>
                  </a:lnTo>
                  <a:lnTo>
                    <a:pt x="9166" y="3309"/>
                  </a:lnTo>
                  <a:lnTo>
                    <a:pt x="8905" y="2928"/>
                  </a:lnTo>
                  <a:lnTo>
                    <a:pt x="8644" y="2567"/>
                  </a:lnTo>
                  <a:lnTo>
                    <a:pt x="8384" y="2226"/>
                  </a:lnTo>
                  <a:lnTo>
                    <a:pt x="8123" y="1905"/>
                  </a:lnTo>
                  <a:lnTo>
                    <a:pt x="7862" y="1605"/>
                  </a:lnTo>
                  <a:lnTo>
                    <a:pt x="7602" y="1344"/>
                  </a:lnTo>
                  <a:lnTo>
                    <a:pt x="7341" y="1083"/>
                  </a:lnTo>
                  <a:lnTo>
                    <a:pt x="7080" y="863"/>
                  </a:lnTo>
                  <a:lnTo>
                    <a:pt x="6819" y="662"/>
                  </a:lnTo>
                  <a:lnTo>
                    <a:pt x="6559" y="482"/>
                  </a:lnTo>
                  <a:lnTo>
                    <a:pt x="6298" y="321"/>
                  </a:lnTo>
                  <a:lnTo>
                    <a:pt x="6057" y="201"/>
                  </a:lnTo>
                  <a:lnTo>
                    <a:pt x="5817" y="100"/>
                  </a:lnTo>
                  <a:lnTo>
                    <a:pt x="5616" y="60"/>
                  </a:lnTo>
                  <a:lnTo>
                    <a:pt x="5456" y="20"/>
                  </a:lnTo>
                  <a:lnTo>
                    <a:pt x="52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4" name="Google Shape;8934;p45"/>
            <p:cNvSpPr/>
            <p:nvPr/>
          </p:nvSpPr>
          <p:spPr>
            <a:xfrm>
              <a:off x="11551625" y="3950975"/>
              <a:ext cx="307875" cy="574575"/>
            </a:xfrm>
            <a:custGeom>
              <a:avLst/>
              <a:gdLst/>
              <a:ahLst/>
              <a:cxnLst/>
              <a:rect l="l" t="t" r="r" b="b"/>
              <a:pathLst>
                <a:path w="12315" h="22983" fill="none" extrusionOk="0">
                  <a:moveTo>
                    <a:pt x="9286" y="21960"/>
                  </a:moveTo>
                  <a:lnTo>
                    <a:pt x="9286" y="21960"/>
                  </a:lnTo>
                  <a:lnTo>
                    <a:pt x="8965" y="22241"/>
                  </a:lnTo>
                  <a:lnTo>
                    <a:pt x="8624" y="22461"/>
                  </a:lnTo>
                  <a:lnTo>
                    <a:pt x="8283" y="22642"/>
                  </a:lnTo>
                  <a:lnTo>
                    <a:pt x="7943" y="22782"/>
                  </a:lnTo>
                  <a:lnTo>
                    <a:pt x="7943" y="22782"/>
                  </a:lnTo>
                  <a:lnTo>
                    <a:pt x="7682" y="22862"/>
                  </a:lnTo>
                  <a:lnTo>
                    <a:pt x="7401" y="22923"/>
                  </a:lnTo>
                  <a:lnTo>
                    <a:pt x="7120" y="22963"/>
                  </a:lnTo>
                  <a:lnTo>
                    <a:pt x="6819" y="22983"/>
                  </a:lnTo>
                  <a:lnTo>
                    <a:pt x="6499" y="22983"/>
                  </a:lnTo>
                  <a:lnTo>
                    <a:pt x="6178" y="22983"/>
                  </a:lnTo>
                  <a:lnTo>
                    <a:pt x="5837" y="22943"/>
                  </a:lnTo>
                  <a:lnTo>
                    <a:pt x="5496" y="22902"/>
                  </a:lnTo>
                  <a:lnTo>
                    <a:pt x="5155" y="22842"/>
                  </a:lnTo>
                  <a:lnTo>
                    <a:pt x="4794" y="22782"/>
                  </a:lnTo>
                  <a:lnTo>
                    <a:pt x="4453" y="22682"/>
                  </a:lnTo>
                  <a:lnTo>
                    <a:pt x="4112" y="22582"/>
                  </a:lnTo>
                  <a:lnTo>
                    <a:pt x="3771" y="22461"/>
                  </a:lnTo>
                  <a:lnTo>
                    <a:pt x="3430" y="22321"/>
                  </a:lnTo>
                  <a:lnTo>
                    <a:pt x="3089" y="22160"/>
                  </a:lnTo>
                  <a:lnTo>
                    <a:pt x="2768" y="22000"/>
                  </a:lnTo>
                  <a:lnTo>
                    <a:pt x="2448" y="21820"/>
                  </a:lnTo>
                  <a:lnTo>
                    <a:pt x="2127" y="21619"/>
                  </a:lnTo>
                  <a:lnTo>
                    <a:pt x="1846" y="21398"/>
                  </a:lnTo>
                  <a:lnTo>
                    <a:pt x="1565" y="21158"/>
                  </a:lnTo>
                  <a:lnTo>
                    <a:pt x="1304" y="20917"/>
                  </a:lnTo>
                  <a:lnTo>
                    <a:pt x="1064" y="20636"/>
                  </a:lnTo>
                  <a:lnTo>
                    <a:pt x="843" y="20356"/>
                  </a:lnTo>
                  <a:lnTo>
                    <a:pt x="643" y="20075"/>
                  </a:lnTo>
                  <a:lnTo>
                    <a:pt x="462" y="19754"/>
                  </a:lnTo>
                  <a:lnTo>
                    <a:pt x="322" y="19433"/>
                  </a:lnTo>
                  <a:lnTo>
                    <a:pt x="201" y="19092"/>
                  </a:lnTo>
                  <a:lnTo>
                    <a:pt x="101" y="18731"/>
                  </a:lnTo>
                  <a:lnTo>
                    <a:pt x="41" y="18350"/>
                  </a:lnTo>
                  <a:lnTo>
                    <a:pt x="1" y="17949"/>
                  </a:lnTo>
                  <a:lnTo>
                    <a:pt x="21" y="17548"/>
                  </a:lnTo>
                  <a:lnTo>
                    <a:pt x="61" y="17127"/>
                  </a:lnTo>
                  <a:lnTo>
                    <a:pt x="61" y="17127"/>
                  </a:lnTo>
                  <a:lnTo>
                    <a:pt x="101" y="16806"/>
                  </a:lnTo>
                  <a:lnTo>
                    <a:pt x="181" y="16485"/>
                  </a:lnTo>
                  <a:lnTo>
                    <a:pt x="262" y="16164"/>
                  </a:lnTo>
                  <a:lnTo>
                    <a:pt x="362" y="15843"/>
                  </a:lnTo>
                  <a:lnTo>
                    <a:pt x="603" y="15202"/>
                  </a:lnTo>
                  <a:lnTo>
                    <a:pt x="883" y="14540"/>
                  </a:lnTo>
                  <a:lnTo>
                    <a:pt x="1204" y="13898"/>
                  </a:lnTo>
                  <a:lnTo>
                    <a:pt x="1545" y="13256"/>
                  </a:lnTo>
                  <a:lnTo>
                    <a:pt x="1926" y="12635"/>
                  </a:lnTo>
                  <a:lnTo>
                    <a:pt x="2307" y="12013"/>
                  </a:lnTo>
                  <a:lnTo>
                    <a:pt x="3069" y="10830"/>
                  </a:lnTo>
                  <a:lnTo>
                    <a:pt x="3771" y="9747"/>
                  </a:lnTo>
                  <a:lnTo>
                    <a:pt x="4092" y="9245"/>
                  </a:lnTo>
                  <a:lnTo>
                    <a:pt x="4373" y="8784"/>
                  </a:lnTo>
                  <a:lnTo>
                    <a:pt x="4593" y="8343"/>
                  </a:lnTo>
                  <a:lnTo>
                    <a:pt x="4774" y="7962"/>
                  </a:lnTo>
                  <a:lnTo>
                    <a:pt x="4774" y="7962"/>
                  </a:lnTo>
                  <a:lnTo>
                    <a:pt x="4834" y="7761"/>
                  </a:lnTo>
                  <a:lnTo>
                    <a:pt x="4874" y="7541"/>
                  </a:lnTo>
                  <a:lnTo>
                    <a:pt x="4914" y="7320"/>
                  </a:lnTo>
                  <a:lnTo>
                    <a:pt x="4934" y="7059"/>
                  </a:lnTo>
                  <a:lnTo>
                    <a:pt x="4954" y="6498"/>
                  </a:lnTo>
                  <a:lnTo>
                    <a:pt x="4914" y="5916"/>
                  </a:lnTo>
                  <a:lnTo>
                    <a:pt x="4874" y="5275"/>
                  </a:lnTo>
                  <a:lnTo>
                    <a:pt x="4794" y="4613"/>
                  </a:lnTo>
                  <a:lnTo>
                    <a:pt x="4634" y="3289"/>
                  </a:lnTo>
                  <a:lnTo>
                    <a:pt x="4553" y="2667"/>
                  </a:lnTo>
                  <a:lnTo>
                    <a:pt x="4513" y="2066"/>
                  </a:lnTo>
                  <a:lnTo>
                    <a:pt x="4473" y="1524"/>
                  </a:lnTo>
                  <a:lnTo>
                    <a:pt x="4493" y="1023"/>
                  </a:lnTo>
                  <a:lnTo>
                    <a:pt x="4513" y="822"/>
                  </a:lnTo>
                  <a:lnTo>
                    <a:pt x="4553" y="622"/>
                  </a:lnTo>
                  <a:lnTo>
                    <a:pt x="4593" y="461"/>
                  </a:lnTo>
                  <a:lnTo>
                    <a:pt x="4674" y="301"/>
                  </a:lnTo>
                  <a:lnTo>
                    <a:pt x="4754" y="181"/>
                  </a:lnTo>
                  <a:lnTo>
                    <a:pt x="4854" y="100"/>
                  </a:lnTo>
                  <a:lnTo>
                    <a:pt x="4954" y="40"/>
                  </a:lnTo>
                  <a:lnTo>
                    <a:pt x="5095" y="20"/>
                  </a:lnTo>
                  <a:lnTo>
                    <a:pt x="5095" y="20"/>
                  </a:lnTo>
                  <a:lnTo>
                    <a:pt x="5275" y="0"/>
                  </a:lnTo>
                  <a:lnTo>
                    <a:pt x="5456" y="20"/>
                  </a:lnTo>
                  <a:lnTo>
                    <a:pt x="5616" y="60"/>
                  </a:lnTo>
                  <a:lnTo>
                    <a:pt x="5817" y="100"/>
                  </a:lnTo>
                  <a:lnTo>
                    <a:pt x="5817" y="100"/>
                  </a:lnTo>
                  <a:lnTo>
                    <a:pt x="6057" y="201"/>
                  </a:lnTo>
                  <a:lnTo>
                    <a:pt x="6298" y="321"/>
                  </a:lnTo>
                  <a:lnTo>
                    <a:pt x="6559" y="482"/>
                  </a:lnTo>
                  <a:lnTo>
                    <a:pt x="6819" y="662"/>
                  </a:lnTo>
                  <a:lnTo>
                    <a:pt x="7080" y="863"/>
                  </a:lnTo>
                  <a:lnTo>
                    <a:pt x="7341" y="1083"/>
                  </a:lnTo>
                  <a:lnTo>
                    <a:pt x="7602" y="1344"/>
                  </a:lnTo>
                  <a:lnTo>
                    <a:pt x="7862" y="1605"/>
                  </a:lnTo>
                  <a:lnTo>
                    <a:pt x="8123" y="1905"/>
                  </a:lnTo>
                  <a:lnTo>
                    <a:pt x="8384" y="2226"/>
                  </a:lnTo>
                  <a:lnTo>
                    <a:pt x="8644" y="2567"/>
                  </a:lnTo>
                  <a:lnTo>
                    <a:pt x="8905" y="2928"/>
                  </a:lnTo>
                  <a:lnTo>
                    <a:pt x="9166" y="3309"/>
                  </a:lnTo>
                  <a:lnTo>
                    <a:pt x="9407" y="3690"/>
                  </a:lnTo>
                  <a:lnTo>
                    <a:pt x="9667" y="4111"/>
                  </a:lnTo>
                  <a:lnTo>
                    <a:pt x="9908" y="4533"/>
                  </a:lnTo>
                  <a:lnTo>
                    <a:pt x="10128" y="4974"/>
                  </a:lnTo>
                  <a:lnTo>
                    <a:pt x="10369" y="5435"/>
                  </a:lnTo>
                  <a:lnTo>
                    <a:pt x="10570" y="5896"/>
                  </a:lnTo>
                  <a:lnTo>
                    <a:pt x="10790" y="6378"/>
                  </a:lnTo>
                  <a:lnTo>
                    <a:pt x="10991" y="6859"/>
                  </a:lnTo>
                  <a:lnTo>
                    <a:pt x="11171" y="7360"/>
                  </a:lnTo>
                  <a:lnTo>
                    <a:pt x="11352" y="7862"/>
                  </a:lnTo>
                  <a:lnTo>
                    <a:pt x="11512" y="8383"/>
                  </a:lnTo>
                  <a:lnTo>
                    <a:pt x="11673" y="8904"/>
                  </a:lnTo>
                  <a:lnTo>
                    <a:pt x="11793" y="9446"/>
                  </a:lnTo>
                  <a:lnTo>
                    <a:pt x="11933" y="9967"/>
                  </a:lnTo>
                  <a:lnTo>
                    <a:pt x="12034" y="10509"/>
                  </a:lnTo>
                  <a:lnTo>
                    <a:pt x="12114" y="11050"/>
                  </a:lnTo>
                  <a:lnTo>
                    <a:pt x="12194" y="11592"/>
                  </a:lnTo>
                  <a:lnTo>
                    <a:pt x="12254" y="12133"/>
                  </a:lnTo>
                  <a:lnTo>
                    <a:pt x="12294" y="12675"/>
                  </a:lnTo>
                  <a:lnTo>
                    <a:pt x="12294" y="12675"/>
                  </a:lnTo>
                  <a:lnTo>
                    <a:pt x="12314" y="13336"/>
                  </a:lnTo>
                  <a:lnTo>
                    <a:pt x="12294" y="14018"/>
                  </a:lnTo>
                  <a:lnTo>
                    <a:pt x="12234" y="14680"/>
                  </a:lnTo>
                  <a:lnTo>
                    <a:pt x="12174" y="15362"/>
                  </a:lnTo>
                  <a:lnTo>
                    <a:pt x="12054" y="16024"/>
                  </a:lnTo>
                  <a:lnTo>
                    <a:pt x="11933" y="16686"/>
                  </a:lnTo>
                  <a:lnTo>
                    <a:pt x="11773" y="17347"/>
                  </a:lnTo>
                  <a:lnTo>
                    <a:pt x="11572" y="17969"/>
                  </a:lnTo>
                  <a:lnTo>
                    <a:pt x="11372" y="18591"/>
                  </a:lnTo>
                  <a:lnTo>
                    <a:pt x="11131" y="19172"/>
                  </a:lnTo>
                  <a:lnTo>
                    <a:pt x="10870" y="19734"/>
                  </a:lnTo>
                  <a:lnTo>
                    <a:pt x="10590" y="20255"/>
                  </a:lnTo>
                  <a:lnTo>
                    <a:pt x="10289" y="20737"/>
                  </a:lnTo>
                  <a:lnTo>
                    <a:pt x="9968" y="21198"/>
                  </a:lnTo>
                  <a:lnTo>
                    <a:pt x="9627" y="21599"/>
                  </a:lnTo>
                  <a:lnTo>
                    <a:pt x="9286" y="219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5" name="Google Shape;8935;p45"/>
            <p:cNvSpPr/>
            <p:nvPr/>
          </p:nvSpPr>
          <p:spPr>
            <a:xfrm>
              <a:off x="11701550" y="3965000"/>
              <a:ext cx="121850" cy="521450"/>
            </a:xfrm>
            <a:custGeom>
              <a:avLst/>
              <a:gdLst/>
              <a:ahLst/>
              <a:cxnLst/>
              <a:rect l="l" t="t" r="r" b="b"/>
              <a:pathLst>
                <a:path w="4874" h="20858" extrusionOk="0">
                  <a:moveTo>
                    <a:pt x="181" y="1"/>
                  </a:moveTo>
                  <a:lnTo>
                    <a:pt x="0" y="141"/>
                  </a:lnTo>
                  <a:lnTo>
                    <a:pt x="281" y="382"/>
                  </a:lnTo>
                  <a:lnTo>
                    <a:pt x="562" y="663"/>
                  </a:lnTo>
                  <a:lnTo>
                    <a:pt x="843" y="943"/>
                  </a:lnTo>
                  <a:lnTo>
                    <a:pt x="1083" y="1264"/>
                  </a:lnTo>
                  <a:lnTo>
                    <a:pt x="1324" y="1585"/>
                  </a:lnTo>
                  <a:lnTo>
                    <a:pt x="1544" y="1906"/>
                  </a:lnTo>
                  <a:lnTo>
                    <a:pt x="1765" y="2247"/>
                  </a:lnTo>
                  <a:lnTo>
                    <a:pt x="1966" y="2588"/>
                  </a:lnTo>
                  <a:lnTo>
                    <a:pt x="1444" y="2889"/>
                  </a:lnTo>
                  <a:lnTo>
                    <a:pt x="1404" y="2909"/>
                  </a:lnTo>
                  <a:lnTo>
                    <a:pt x="1404" y="2949"/>
                  </a:lnTo>
                  <a:lnTo>
                    <a:pt x="1424" y="2989"/>
                  </a:lnTo>
                  <a:lnTo>
                    <a:pt x="1464" y="3009"/>
                  </a:lnTo>
                  <a:lnTo>
                    <a:pt x="1484" y="2989"/>
                  </a:lnTo>
                  <a:lnTo>
                    <a:pt x="2066" y="2768"/>
                  </a:lnTo>
                  <a:lnTo>
                    <a:pt x="2307" y="3250"/>
                  </a:lnTo>
                  <a:lnTo>
                    <a:pt x="2527" y="3731"/>
                  </a:lnTo>
                  <a:lnTo>
                    <a:pt x="2728" y="4212"/>
                  </a:lnTo>
                  <a:lnTo>
                    <a:pt x="2908" y="4693"/>
                  </a:lnTo>
                  <a:lnTo>
                    <a:pt x="3129" y="5375"/>
                  </a:lnTo>
                  <a:lnTo>
                    <a:pt x="3309" y="6057"/>
                  </a:lnTo>
                  <a:lnTo>
                    <a:pt x="3470" y="6739"/>
                  </a:lnTo>
                  <a:lnTo>
                    <a:pt x="3590" y="7441"/>
                  </a:lnTo>
                  <a:lnTo>
                    <a:pt x="3670" y="8143"/>
                  </a:lnTo>
                  <a:lnTo>
                    <a:pt x="3730" y="8845"/>
                  </a:lnTo>
                  <a:lnTo>
                    <a:pt x="3750" y="9547"/>
                  </a:lnTo>
                  <a:lnTo>
                    <a:pt x="3750" y="10249"/>
                  </a:lnTo>
                  <a:lnTo>
                    <a:pt x="3590" y="10229"/>
                  </a:lnTo>
                  <a:lnTo>
                    <a:pt x="3550" y="10249"/>
                  </a:lnTo>
                  <a:lnTo>
                    <a:pt x="3530" y="10289"/>
                  </a:lnTo>
                  <a:lnTo>
                    <a:pt x="3530" y="10309"/>
                  </a:lnTo>
                  <a:lnTo>
                    <a:pt x="3570" y="10329"/>
                  </a:lnTo>
                  <a:lnTo>
                    <a:pt x="3750" y="10389"/>
                  </a:lnTo>
                  <a:lnTo>
                    <a:pt x="3710" y="11051"/>
                  </a:lnTo>
                  <a:lnTo>
                    <a:pt x="3269" y="11071"/>
                  </a:lnTo>
                  <a:lnTo>
                    <a:pt x="3249" y="11071"/>
                  </a:lnTo>
                  <a:lnTo>
                    <a:pt x="3209" y="11091"/>
                  </a:lnTo>
                  <a:lnTo>
                    <a:pt x="3209" y="11131"/>
                  </a:lnTo>
                  <a:lnTo>
                    <a:pt x="3209" y="11171"/>
                  </a:lnTo>
                  <a:lnTo>
                    <a:pt x="3249" y="11191"/>
                  </a:lnTo>
                  <a:lnTo>
                    <a:pt x="3690" y="11231"/>
                  </a:lnTo>
                  <a:lnTo>
                    <a:pt x="3650" y="11733"/>
                  </a:lnTo>
                  <a:lnTo>
                    <a:pt x="3590" y="12234"/>
                  </a:lnTo>
                  <a:lnTo>
                    <a:pt x="3510" y="12735"/>
                  </a:lnTo>
                  <a:lnTo>
                    <a:pt x="3430" y="13217"/>
                  </a:lnTo>
                  <a:lnTo>
                    <a:pt x="3329" y="13718"/>
                  </a:lnTo>
                  <a:lnTo>
                    <a:pt x="3209" y="14199"/>
                  </a:lnTo>
                  <a:lnTo>
                    <a:pt x="3089" y="14681"/>
                  </a:lnTo>
                  <a:lnTo>
                    <a:pt x="2948" y="15162"/>
                  </a:lnTo>
                  <a:lnTo>
                    <a:pt x="2627" y="16125"/>
                  </a:lnTo>
                  <a:lnTo>
                    <a:pt x="2286" y="17067"/>
                  </a:lnTo>
                  <a:lnTo>
                    <a:pt x="1885" y="17990"/>
                  </a:lnTo>
                  <a:lnTo>
                    <a:pt x="1464" y="18912"/>
                  </a:lnTo>
                  <a:lnTo>
                    <a:pt x="1224" y="18872"/>
                  </a:lnTo>
                  <a:lnTo>
                    <a:pt x="1183" y="18872"/>
                  </a:lnTo>
                  <a:lnTo>
                    <a:pt x="1163" y="18912"/>
                  </a:lnTo>
                  <a:lnTo>
                    <a:pt x="1163" y="18952"/>
                  </a:lnTo>
                  <a:lnTo>
                    <a:pt x="1204" y="18972"/>
                  </a:lnTo>
                  <a:lnTo>
                    <a:pt x="1404" y="19032"/>
                  </a:lnTo>
                  <a:lnTo>
                    <a:pt x="1224" y="19414"/>
                  </a:lnTo>
                  <a:lnTo>
                    <a:pt x="843" y="19293"/>
                  </a:lnTo>
                  <a:lnTo>
                    <a:pt x="822" y="19273"/>
                  </a:lnTo>
                  <a:lnTo>
                    <a:pt x="802" y="19293"/>
                  </a:lnTo>
                  <a:lnTo>
                    <a:pt x="782" y="19333"/>
                  </a:lnTo>
                  <a:lnTo>
                    <a:pt x="782" y="19353"/>
                  </a:lnTo>
                  <a:lnTo>
                    <a:pt x="822" y="19393"/>
                  </a:lnTo>
                  <a:lnTo>
                    <a:pt x="1163" y="19534"/>
                  </a:lnTo>
                  <a:lnTo>
                    <a:pt x="843" y="20156"/>
                  </a:lnTo>
                  <a:lnTo>
                    <a:pt x="502" y="20777"/>
                  </a:lnTo>
                  <a:lnTo>
                    <a:pt x="662" y="20857"/>
                  </a:lnTo>
                  <a:lnTo>
                    <a:pt x="1003" y="20256"/>
                  </a:lnTo>
                  <a:lnTo>
                    <a:pt x="1344" y="19634"/>
                  </a:lnTo>
                  <a:lnTo>
                    <a:pt x="1765" y="19855"/>
                  </a:lnTo>
                  <a:lnTo>
                    <a:pt x="1986" y="19975"/>
                  </a:lnTo>
                  <a:lnTo>
                    <a:pt x="2186" y="20075"/>
                  </a:lnTo>
                  <a:lnTo>
                    <a:pt x="2226" y="20075"/>
                  </a:lnTo>
                  <a:lnTo>
                    <a:pt x="2246" y="20055"/>
                  </a:lnTo>
                  <a:lnTo>
                    <a:pt x="2266" y="20035"/>
                  </a:lnTo>
                  <a:lnTo>
                    <a:pt x="2286" y="19995"/>
                  </a:lnTo>
                  <a:lnTo>
                    <a:pt x="2266" y="19955"/>
                  </a:lnTo>
                  <a:lnTo>
                    <a:pt x="2086" y="19815"/>
                  </a:lnTo>
                  <a:lnTo>
                    <a:pt x="1865" y="19674"/>
                  </a:lnTo>
                  <a:lnTo>
                    <a:pt x="1645" y="19574"/>
                  </a:lnTo>
                  <a:lnTo>
                    <a:pt x="1424" y="19474"/>
                  </a:lnTo>
                  <a:lnTo>
                    <a:pt x="1625" y="19113"/>
                  </a:lnTo>
                  <a:lnTo>
                    <a:pt x="2347" y="19393"/>
                  </a:lnTo>
                  <a:lnTo>
                    <a:pt x="2387" y="19393"/>
                  </a:lnTo>
                  <a:lnTo>
                    <a:pt x="2427" y="19373"/>
                  </a:lnTo>
                  <a:lnTo>
                    <a:pt x="2467" y="19313"/>
                  </a:lnTo>
                  <a:lnTo>
                    <a:pt x="2467" y="19253"/>
                  </a:lnTo>
                  <a:lnTo>
                    <a:pt x="2447" y="19233"/>
                  </a:lnTo>
                  <a:lnTo>
                    <a:pt x="2427" y="19213"/>
                  </a:lnTo>
                  <a:lnTo>
                    <a:pt x="2246" y="19133"/>
                  </a:lnTo>
                  <a:lnTo>
                    <a:pt x="2066" y="19073"/>
                  </a:lnTo>
                  <a:lnTo>
                    <a:pt x="1705" y="18952"/>
                  </a:lnTo>
                  <a:lnTo>
                    <a:pt x="2146" y="18050"/>
                  </a:lnTo>
                  <a:lnTo>
                    <a:pt x="2547" y="17107"/>
                  </a:lnTo>
                  <a:lnTo>
                    <a:pt x="2908" y="16165"/>
                  </a:lnTo>
                  <a:lnTo>
                    <a:pt x="3229" y="15202"/>
                  </a:lnTo>
                  <a:lnTo>
                    <a:pt x="3369" y="14721"/>
                  </a:lnTo>
                  <a:lnTo>
                    <a:pt x="3510" y="14239"/>
                  </a:lnTo>
                  <a:lnTo>
                    <a:pt x="3630" y="13738"/>
                  </a:lnTo>
                  <a:lnTo>
                    <a:pt x="3730" y="13257"/>
                  </a:lnTo>
                  <a:lnTo>
                    <a:pt x="3831" y="12755"/>
                  </a:lnTo>
                  <a:lnTo>
                    <a:pt x="3911" y="12254"/>
                  </a:lnTo>
                  <a:lnTo>
                    <a:pt x="3971" y="11753"/>
                  </a:lnTo>
                  <a:lnTo>
                    <a:pt x="4031" y="11251"/>
                  </a:lnTo>
                  <a:lnTo>
                    <a:pt x="4212" y="11251"/>
                  </a:lnTo>
                  <a:lnTo>
                    <a:pt x="4513" y="11231"/>
                  </a:lnTo>
                  <a:lnTo>
                    <a:pt x="4813" y="11191"/>
                  </a:lnTo>
                  <a:lnTo>
                    <a:pt x="4853" y="11171"/>
                  </a:lnTo>
                  <a:lnTo>
                    <a:pt x="4873" y="11151"/>
                  </a:lnTo>
                  <a:lnTo>
                    <a:pt x="4873" y="11091"/>
                  </a:lnTo>
                  <a:lnTo>
                    <a:pt x="4853" y="11031"/>
                  </a:lnTo>
                  <a:lnTo>
                    <a:pt x="4813" y="11031"/>
                  </a:lnTo>
                  <a:lnTo>
                    <a:pt x="4793" y="11011"/>
                  </a:lnTo>
                  <a:lnTo>
                    <a:pt x="4292" y="11011"/>
                  </a:lnTo>
                  <a:lnTo>
                    <a:pt x="4051" y="11031"/>
                  </a:lnTo>
                  <a:lnTo>
                    <a:pt x="4071" y="10489"/>
                  </a:lnTo>
                  <a:lnTo>
                    <a:pt x="4332" y="10549"/>
                  </a:lnTo>
                  <a:lnTo>
                    <a:pt x="4593" y="10590"/>
                  </a:lnTo>
                  <a:lnTo>
                    <a:pt x="4633" y="10569"/>
                  </a:lnTo>
                  <a:lnTo>
                    <a:pt x="4653" y="10549"/>
                  </a:lnTo>
                  <a:lnTo>
                    <a:pt x="4673" y="10509"/>
                  </a:lnTo>
                  <a:lnTo>
                    <a:pt x="4673" y="10449"/>
                  </a:lnTo>
                  <a:lnTo>
                    <a:pt x="4613" y="10409"/>
                  </a:lnTo>
                  <a:lnTo>
                    <a:pt x="4492" y="10369"/>
                  </a:lnTo>
                  <a:lnTo>
                    <a:pt x="4372" y="10329"/>
                  </a:lnTo>
                  <a:lnTo>
                    <a:pt x="4091" y="10289"/>
                  </a:lnTo>
                  <a:lnTo>
                    <a:pt x="4091" y="9627"/>
                  </a:lnTo>
                  <a:lnTo>
                    <a:pt x="4071" y="8885"/>
                  </a:lnTo>
                  <a:lnTo>
                    <a:pt x="4011" y="8143"/>
                  </a:lnTo>
                  <a:lnTo>
                    <a:pt x="3911" y="7401"/>
                  </a:lnTo>
                  <a:lnTo>
                    <a:pt x="3791" y="6659"/>
                  </a:lnTo>
                  <a:lnTo>
                    <a:pt x="3610" y="5917"/>
                  </a:lnTo>
                  <a:lnTo>
                    <a:pt x="3410" y="5195"/>
                  </a:lnTo>
                  <a:lnTo>
                    <a:pt x="3169" y="4493"/>
                  </a:lnTo>
                  <a:lnTo>
                    <a:pt x="2888" y="3791"/>
                  </a:lnTo>
                  <a:lnTo>
                    <a:pt x="2627" y="3230"/>
                  </a:lnTo>
                  <a:lnTo>
                    <a:pt x="2327" y="2648"/>
                  </a:lnTo>
                  <a:lnTo>
                    <a:pt x="2667" y="2487"/>
                  </a:lnTo>
                  <a:lnTo>
                    <a:pt x="2688" y="2447"/>
                  </a:lnTo>
                  <a:lnTo>
                    <a:pt x="2708" y="2427"/>
                  </a:lnTo>
                  <a:lnTo>
                    <a:pt x="2708" y="2367"/>
                  </a:lnTo>
                  <a:lnTo>
                    <a:pt x="2667" y="2307"/>
                  </a:lnTo>
                  <a:lnTo>
                    <a:pt x="2647" y="2287"/>
                  </a:lnTo>
                  <a:lnTo>
                    <a:pt x="2587" y="2287"/>
                  </a:lnTo>
                  <a:lnTo>
                    <a:pt x="2226" y="2447"/>
                  </a:lnTo>
                  <a:lnTo>
                    <a:pt x="2026" y="2106"/>
                  </a:lnTo>
                  <a:lnTo>
                    <a:pt x="1805" y="1745"/>
                  </a:lnTo>
                  <a:lnTo>
                    <a:pt x="1564" y="1425"/>
                  </a:lnTo>
                  <a:lnTo>
                    <a:pt x="1324" y="1104"/>
                  </a:lnTo>
                  <a:lnTo>
                    <a:pt x="1063" y="783"/>
                  </a:lnTo>
                  <a:lnTo>
                    <a:pt x="782" y="502"/>
                  </a:lnTo>
                  <a:lnTo>
                    <a:pt x="482" y="241"/>
                  </a:lnTo>
                  <a:lnTo>
                    <a:pt x="18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6" name="Google Shape;8936;p45"/>
            <p:cNvSpPr/>
            <p:nvPr/>
          </p:nvSpPr>
          <p:spPr>
            <a:xfrm>
              <a:off x="11551625" y="3973025"/>
              <a:ext cx="232175" cy="552525"/>
            </a:xfrm>
            <a:custGeom>
              <a:avLst/>
              <a:gdLst/>
              <a:ahLst/>
              <a:cxnLst/>
              <a:rect l="l" t="t" r="r" b="b"/>
              <a:pathLst>
                <a:path w="9287" h="22101" extrusionOk="0">
                  <a:moveTo>
                    <a:pt x="5757" y="1"/>
                  </a:moveTo>
                  <a:lnTo>
                    <a:pt x="5135" y="422"/>
                  </a:lnTo>
                  <a:lnTo>
                    <a:pt x="4493" y="823"/>
                  </a:lnTo>
                  <a:lnTo>
                    <a:pt x="4513" y="1384"/>
                  </a:lnTo>
                  <a:lnTo>
                    <a:pt x="4573" y="1986"/>
                  </a:lnTo>
                  <a:lnTo>
                    <a:pt x="4734" y="3269"/>
                  </a:lnTo>
                  <a:lnTo>
                    <a:pt x="4814" y="3911"/>
                  </a:lnTo>
                  <a:lnTo>
                    <a:pt x="4894" y="4573"/>
                  </a:lnTo>
                  <a:lnTo>
                    <a:pt x="4934" y="5195"/>
                  </a:lnTo>
                  <a:lnTo>
                    <a:pt x="4954" y="5776"/>
                  </a:lnTo>
                  <a:lnTo>
                    <a:pt x="4934" y="6137"/>
                  </a:lnTo>
                  <a:lnTo>
                    <a:pt x="4914" y="6498"/>
                  </a:lnTo>
                  <a:lnTo>
                    <a:pt x="4854" y="6799"/>
                  </a:lnTo>
                  <a:lnTo>
                    <a:pt x="4774" y="7080"/>
                  </a:lnTo>
                  <a:lnTo>
                    <a:pt x="4593" y="7461"/>
                  </a:lnTo>
                  <a:lnTo>
                    <a:pt x="4373" y="7902"/>
                  </a:lnTo>
                  <a:lnTo>
                    <a:pt x="4092" y="8363"/>
                  </a:lnTo>
                  <a:lnTo>
                    <a:pt x="3771" y="8865"/>
                  </a:lnTo>
                  <a:lnTo>
                    <a:pt x="3069" y="9948"/>
                  </a:lnTo>
                  <a:lnTo>
                    <a:pt x="2307" y="11131"/>
                  </a:lnTo>
                  <a:lnTo>
                    <a:pt x="1926" y="11753"/>
                  </a:lnTo>
                  <a:lnTo>
                    <a:pt x="1545" y="12374"/>
                  </a:lnTo>
                  <a:lnTo>
                    <a:pt x="1204" y="13016"/>
                  </a:lnTo>
                  <a:lnTo>
                    <a:pt x="883" y="13658"/>
                  </a:lnTo>
                  <a:lnTo>
                    <a:pt x="603" y="14320"/>
                  </a:lnTo>
                  <a:lnTo>
                    <a:pt x="362" y="14961"/>
                  </a:lnTo>
                  <a:lnTo>
                    <a:pt x="262" y="15282"/>
                  </a:lnTo>
                  <a:lnTo>
                    <a:pt x="181" y="15603"/>
                  </a:lnTo>
                  <a:lnTo>
                    <a:pt x="101" y="15924"/>
                  </a:lnTo>
                  <a:lnTo>
                    <a:pt x="61" y="16245"/>
                  </a:lnTo>
                  <a:lnTo>
                    <a:pt x="21" y="16606"/>
                  </a:lnTo>
                  <a:lnTo>
                    <a:pt x="1" y="16947"/>
                  </a:lnTo>
                  <a:lnTo>
                    <a:pt x="21" y="17268"/>
                  </a:lnTo>
                  <a:lnTo>
                    <a:pt x="41" y="17568"/>
                  </a:lnTo>
                  <a:lnTo>
                    <a:pt x="101" y="17869"/>
                  </a:lnTo>
                  <a:lnTo>
                    <a:pt x="181" y="18150"/>
                  </a:lnTo>
                  <a:lnTo>
                    <a:pt x="262" y="18431"/>
                  </a:lnTo>
                  <a:lnTo>
                    <a:pt x="382" y="18691"/>
                  </a:lnTo>
                  <a:lnTo>
                    <a:pt x="502" y="18952"/>
                  </a:lnTo>
                  <a:lnTo>
                    <a:pt x="643" y="19193"/>
                  </a:lnTo>
                  <a:lnTo>
                    <a:pt x="803" y="19433"/>
                  </a:lnTo>
                  <a:lnTo>
                    <a:pt x="964" y="19654"/>
                  </a:lnTo>
                  <a:lnTo>
                    <a:pt x="1164" y="19875"/>
                  </a:lnTo>
                  <a:lnTo>
                    <a:pt x="1345" y="20075"/>
                  </a:lnTo>
                  <a:lnTo>
                    <a:pt x="1565" y="20276"/>
                  </a:lnTo>
                  <a:lnTo>
                    <a:pt x="1786" y="20456"/>
                  </a:lnTo>
                  <a:lnTo>
                    <a:pt x="2006" y="20637"/>
                  </a:lnTo>
                  <a:lnTo>
                    <a:pt x="2247" y="20797"/>
                  </a:lnTo>
                  <a:lnTo>
                    <a:pt x="2488" y="20958"/>
                  </a:lnTo>
                  <a:lnTo>
                    <a:pt x="2748" y="21098"/>
                  </a:lnTo>
                  <a:lnTo>
                    <a:pt x="3270" y="21379"/>
                  </a:lnTo>
                  <a:lnTo>
                    <a:pt x="3811" y="21599"/>
                  </a:lnTo>
                  <a:lnTo>
                    <a:pt x="4353" y="21780"/>
                  </a:lnTo>
                  <a:lnTo>
                    <a:pt x="4914" y="21920"/>
                  </a:lnTo>
                  <a:lnTo>
                    <a:pt x="5456" y="22020"/>
                  </a:lnTo>
                  <a:lnTo>
                    <a:pt x="5997" y="22081"/>
                  </a:lnTo>
                  <a:lnTo>
                    <a:pt x="6519" y="22101"/>
                  </a:lnTo>
                  <a:lnTo>
                    <a:pt x="6900" y="22081"/>
                  </a:lnTo>
                  <a:lnTo>
                    <a:pt x="7281" y="22061"/>
                  </a:lnTo>
                  <a:lnTo>
                    <a:pt x="7622" y="22000"/>
                  </a:lnTo>
                  <a:lnTo>
                    <a:pt x="7943" y="21900"/>
                  </a:lnTo>
                  <a:lnTo>
                    <a:pt x="8283" y="21760"/>
                  </a:lnTo>
                  <a:lnTo>
                    <a:pt x="8624" y="21579"/>
                  </a:lnTo>
                  <a:lnTo>
                    <a:pt x="8965" y="21359"/>
                  </a:lnTo>
                  <a:lnTo>
                    <a:pt x="9286" y="21078"/>
                  </a:lnTo>
                  <a:lnTo>
                    <a:pt x="8905" y="21078"/>
                  </a:lnTo>
                  <a:lnTo>
                    <a:pt x="8564" y="21058"/>
                  </a:lnTo>
                  <a:lnTo>
                    <a:pt x="8243" y="21018"/>
                  </a:lnTo>
                  <a:lnTo>
                    <a:pt x="7922" y="20958"/>
                  </a:lnTo>
                  <a:lnTo>
                    <a:pt x="7602" y="20877"/>
                  </a:lnTo>
                  <a:lnTo>
                    <a:pt x="7281" y="20777"/>
                  </a:lnTo>
                  <a:lnTo>
                    <a:pt x="6960" y="20657"/>
                  </a:lnTo>
                  <a:lnTo>
                    <a:pt x="6659" y="20536"/>
                  </a:lnTo>
                  <a:lnTo>
                    <a:pt x="6057" y="21499"/>
                  </a:lnTo>
                  <a:lnTo>
                    <a:pt x="6017" y="21519"/>
                  </a:lnTo>
                  <a:lnTo>
                    <a:pt x="5997" y="21539"/>
                  </a:lnTo>
                  <a:lnTo>
                    <a:pt x="5957" y="21519"/>
                  </a:lnTo>
                  <a:lnTo>
                    <a:pt x="5917" y="21499"/>
                  </a:lnTo>
                  <a:lnTo>
                    <a:pt x="5917" y="21459"/>
                  </a:lnTo>
                  <a:lnTo>
                    <a:pt x="5917" y="21419"/>
                  </a:lnTo>
                  <a:lnTo>
                    <a:pt x="6499" y="20456"/>
                  </a:lnTo>
                  <a:lnTo>
                    <a:pt x="6438" y="20416"/>
                  </a:lnTo>
                  <a:lnTo>
                    <a:pt x="6198" y="20296"/>
                  </a:lnTo>
                  <a:lnTo>
                    <a:pt x="5977" y="20135"/>
                  </a:lnTo>
                  <a:lnTo>
                    <a:pt x="5757" y="19995"/>
                  </a:lnTo>
                  <a:lnTo>
                    <a:pt x="5556" y="19835"/>
                  </a:lnTo>
                  <a:lnTo>
                    <a:pt x="5355" y="19654"/>
                  </a:lnTo>
                  <a:lnTo>
                    <a:pt x="5195" y="19474"/>
                  </a:lnTo>
                  <a:lnTo>
                    <a:pt x="5035" y="19293"/>
                  </a:lnTo>
                  <a:lnTo>
                    <a:pt x="4874" y="19113"/>
                  </a:lnTo>
                  <a:lnTo>
                    <a:pt x="4754" y="18912"/>
                  </a:lnTo>
                  <a:lnTo>
                    <a:pt x="4634" y="18711"/>
                  </a:lnTo>
                  <a:lnTo>
                    <a:pt x="4513" y="18511"/>
                  </a:lnTo>
                  <a:lnTo>
                    <a:pt x="4413" y="18290"/>
                  </a:lnTo>
                  <a:lnTo>
                    <a:pt x="4333" y="18070"/>
                  </a:lnTo>
                  <a:lnTo>
                    <a:pt x="4273" y="17849"/>
                  </a:lnTo>
                  <a:lnTo>
                    <a:pt x="4152" y="17388"/>
                  </a:lnTo>
                  <a:lnTo>
                    <a:pt x="4092" y="16927"/>
                  </a:lnTo>
                  <a:lnTo>
                    <a:pt x="4052" y="16445"/>
                  </a:lnTo>
                  <a:lnTo>
                    <a:pt x="4072" y="15964"/>
                  </a:lnTo>
                  <a:lnTo>
                    <a:pt x="4112" y="15463"/>
                  </a:lnTo>
                  <a:lnTo>
                    <a:pt x="4192" y="14961"/>
                  </a:lnTo>
                  <a:lnTo>
                    <a:pt x="4313" y="14480"/>
                  </a:lnTo>
                  <a:lnTo>
                    <a:pt x="4453" y="13979"/>
                  </a:lnTo>
                  <a:lnTo>
                    <a:pt x="4613" y="13497"/>
                  </a:lnTo>
                  <a:lnTo>
                    <a:pt x="4974" y="12615"/>
                  </a:lnTo>
                  <a:lnTo>
                    <a:pt x="5335" y="11753"/>
                  </a:lnTo>
                  <a:lnTo>
                    <a:pt x="5696" y="10890"/>
                  </a:lnTo>
                  <a:lnTo>
                    <a:pt x="6017" y="10028"/>
                  </a:lnTo>
                  <a:lnTo>
                    <a:pt x="6338" y="9166"/>
                  </a:lnTo>
                  <a:lnTo>
                    <a:pt x="6458" y="8724"/>
                  </a:lnTo>
                  <a:lnTo>
                    <a:pt x="6579" y="8263"/>
                  </a:lnTo>
                  <a:lnTo>
                    <a:pt x="6679" y="7822"/>
                  </a:lnTo>
                  <a:lnTo>
                    <a:pt x="6779" y="7361"/>
                  </a:lnTo>
                  <a:lnTo>
                    <a:pt x="6840" y="6879"/>
                  </a:lnTo>
                  <a:lnTo>
                    <a:pt x="6880" y="6418"/>
                  </a:lnTo>
                  <a:lnTo>
                    <a:pt x="6900" y="5957"/>
                  </a:lnTo>
                  <a:lnTo>
                    <a:pt x="6900" y="5496"/>
                  </a:lnTo>
                  <a:lnTo>
                    <a:pt x="6880" y="5034"/>
                  </a:lnTo>
                  <a:lnTo>
                    <a:pt x="6840" y="4573"/>
                  </a:lnTo>
                  <a:lnTo>
                    <a:pt x="6779" y="4132"/>
                  </a:lnTo>
                  <a:lnTo>
                    <a:pt x="6699" y="3671"/>
                  </a:lnTo>
                  <a:lnTo>
                    <a:pt x="6579" y="3229"/>
                  </a:lnTo>
                  <a:lnTo>
                    <a:pt x="6458" y="2788"/>
                  </a:lnTo>
                  <a:lnTo>
                    <a:pt x="6218" y="2106"/>
                  </a:lnTo>
                  <a:lnTo>
                    <a:pt x="5997" y="1404"/>
                  </a:lnTo>
                  <a:lnTo>
                    <a:pt x="5917" y="1063"/>
                  </a:lnTo>
                  <a:lnTo>
                    <a:pt x="5837" y="703"/>
                  </a:lnTo>
                  <a:lnTo>
                    <a:pt x="5777" y="362"/>
                  </a:lnTo>
                  <a:lnTo>
                    <a:pt x="575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7" name="Google Shape;8937;p45"/>
            <p:cNvSpPr/>
            <p:nvPr/>
          </p:nvSpPr>
          <p:spPr>
            <a:xfrm>
              <a:off x="11699550" y="4484425"/>
              <a:ext cx="18575" cy="27100"/>
            </a:xfrm>
            <a:custGeom>
              <a:avLst/>
              <a:gdLst/>
              <a:ahLst/>
              <a:cxnLst/>
              <a:rect l="l" t="t" r="r" b="b"/>
              <a:pathLst>
                <a:path w="743" h="1084" extrusionOk="0">
                  <a:moveTo>
                    <a:pt x="582" y="0"/>
                  </a:moveTo>
                  <a:lnTo>
                    <a:pt x="0" y="963"/>
                  </a:lnTo>
                  <a:lnTo>
                    <a:pt x="0" y="1003"/>
                  </a:lnTo>
                  <a:lnTo>
                    <a:pt x="0" y="1043"/>
                  </a:lnTo>
                  <a:lnTo>
                    <a:pt x="40" y="1063"/>
                  </a:lnTo>
                  <a:lnTo>
                    <a:pt x="80" y="1083"/>
                  </a:lnTo>
                  <a:lnTo>
                    <a:pt x="100" y="1063"/>
                  </a:lnTo>
                  <a:lnTo>
                    <a:pt x="140" y="1043"/>
                  </a:lnTo>
                  <a:lnTo>
                    <a:pt x="742" y="80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8938;p45"/>
            <p:cNvSpPr/>
            <p:nvPr/>
          </p:nvSpPr>
          <p:spPr>
            <a:xfrm>
              <a:off x="10942475" y="3194900"/>
              <a:ext cx="315400" cy="322425"/>
            </a:xfrm>
            <a:custGeom>
              <a:avLst/>
              <a:gdLst/>
              <a:ahLst/>
              <a:cxnLst/>
              <a:rect l="l" t="t" r="r" b="b"/>
              <a:pathLst>
                <a:path w="12616" h="12897" extrusionOk="0">
                  <a:moveTo>
                    <a:pt x="6599" y="1"/>
                  </a:moveTo>
                  <a:lnTo>
                    <a:pt x="6137" y="41"/>
                  </a:lnTo>
                  <a:lnTo>
                    <a:pt x="5676" y="121"/>
                  </a:lnTo>
                  <a:lnTo>
                    <a:pt x="5195" y="242"/>
                  </a:lnTo>
                  <a:lnTo>
                    <a:pt x="4673" y="422"/>
                  </a:lnTo>
                  <a:lnTo>
                    <a:pt x="4172" y="623"/>
                  </a:lnTo>
                  <a:lnTo>
                    <a:pt x="3691" y="883"/>
                  </a:lnTo>
                  <a:lnTo>
                    <a:pt x="3209" y="1164"/>
                  </a:lnTo>
                  <a:lnTo>
                    <a:pt x="2768" y="1465"/>
                  </a:lnTo>
                  <a:lnTo>
                    <a:pt x="2367" y="1826"/>
                  </a:lnTo>
                  <a:lnTo>
                    <a:pt x="1966" y="2187"/>
                  </a:lnTo>
                  <a:lnTo>
                    <a:pt x="1605" y="2588"/>
                  </a:lnTo>
                  <a:lnTo>
                    <a:pt x="1284" y="2989"/>
                  </a:lnTo>
                  <a:lnTo>
                    <a:pt x="983" y="3430"/>
                  </a:lnTo>
                  <a:lnTo>
                    <a:pt x="723" y="3871"/>
                  </a:lnTo>
                  <a:lnTo>
                    <a:pt x="502" y="4353"/>
                  </a:lnTo>
                  <a:lnTo>
                    <a:pt x="302" y="4814"/>
                  </a:lnTo>
                  <a:lnTo>
                    <a:pt x="161" y="5315"/>
                  </a:lnTo>
                  <a:lnTo>
                    <a:pt x="61" y="5797"/>
                  </a:lnTo>
                  <a:lnTo>
                    <a:pt x="1" y="6298"/>
                  </a:lnTo>
                  <a:lnTo>
                    <a:pt x="1" y="6659"/>
                  </a:lnTo>
                  <a:lnTo>
                    <a:pt x="1" y="7020"/>
                  </a:lnTo>
                  <a:lnTo>
                    <a:pt x="21" y="7381"/>
                  </a:lnTo>
                  <a:lnTo>
                    <a:pt x="41" y="7722"/>
                  </a:lnTo>
                  <a:lnTo>
                    <a:pt x="101" y="8063"/>
                  </a:lnTo>
                  <a:lnTo>
                    <a:pt x="181" y="8404"/>
                  </a:lnTo>
                  <a:lnTo>
                    <a:pt x="261" y="8725"/>
                  </a:lnTo>
                  <a:lnTo>
                    <a:pt x="362" y="9046"/>
                  </a:lnTo>
                  <a:lnTo>
                    <a:pt x="482" y="9366"/>
                  </a:lnTo>
                  <a:lnTo>
                    <a:pt x="622" y="9667"/>
                  </a:lnTo>
                  <a:lnTo>
                    <a:pt x="763" y="9948"/>
                  </a:lnTo>
                  <a:lnTo>
                    <a:pt x="923" y="10249"/>
                  </a:lnTo>
                  <a:lnTo>
                    <a:pt x="1104" y="10510"/>
                  </a:lnTo>
                  <a:lnTo>
                    <a:pt x="1304" y="10770"/>
                  </a:lnTo>
                  <a:lnTo>
                    <a:pt x="1505" y="11011"/>
                  </a:lnTo>
                  <a:lnTo>
                    <a:pt x="1725" y="11252"/>
                  </a:lnTo>
                  <a:lnTo>
                    <a:pt x="1966" y="11472"/>
                  </a:lnTo>
                  <a:lnTo>
                    <a:pt x="2207" y="11673"/>
                  </a:lnTo>
                  <a:lnTo>
                    <a:pt x="2467" y="11873"/>
                  </a:lnTo>
                  <a:lnTo>
                    <a:pt x="2748" y="12054"/>
                  </a:lnTo>
                  <a:lnTo>
                    <a:pt x="3029" y="12214"/>
                  </a:lnTo>
                  <a:lnTo>
                    <a:pt x="3330" y="12355"/>
                  </a:lnTo>
                  <a:lnTo>
                    <a:pt x="3631" y="12495"/>
                  </a:lnTo>
                  <a:lnTo>
                    <a:pt x="3951" y="12595"/>
                  </a:lnTo>
                  <a:lnTo>
                    <a:pt x="4292" y="12695"/>
                  </a:lnTo>
                  <a:lnTo>
                    <a:pt x="4633" y="12776"/>
                  </a:lnTo>
                  <a:lnTo>
                    <a:pt x="4994" y="12836"/>
                  </a:lnTo>
                  <a:lnTo>
                    <a:pt x="5355" y="12876"/>
                  </a:lnTo>
                  <a:lnTo>
                    <a:pt x="5736" y="12896"/>
                  </a:lnTo>
                  <a:lnTo>
                    <a:pt x="6117" y="12896"/>
                  </a:lnTo>
                  <a:lnTo>
                    <a:pt x="6518" y="12876"/>
                  </a:lnTo>
                  <a:lnTo>
                    <a:pt x="6920" y="12836"/>
                  </a:lnTo>
                  <a:lnTo>
                    <a:pt x="7361" y="12756"/>
                  </a:lnTo>
                  <a:lnTo>
                    <a:pt x="7762" y="12655"/>
                  </a:lnTo>
                  <a:lnTo>
                    <a:pt x="8163" y="12555"/>
                  </a:lnTo>
                  <a:lnTo>
                    <a:pt x="8564" y="12415"/>
                  </a:lnTo>
                  <a:lnTo>
                    <a:pt x="8925" y="12254"/>
                  </a:lnTo>
                  <a:lnTo>
                    <a:pt x="9266" y="12074"/>
                  </a:lnTo>
                  <a:lnTo>
                    <a:pt x="9607" y="11873"/>
                  </a:lnTo>
                  <a:lnTo>
                    <a:pt x="9928" y="11673"/>
                  </a:lnTo>
                  <a:lnTo>
                    <a:pt x="10229" y="11432"/>
                  </a:lnTo>
                  <a:lnTo>
                    <a:pt x="10509" y="11191"/>
                  </a:lnTo>
                  <a:lnTo>
                    <a:pt x="10770" y="10931"/>
                  </a:lnTo>
                  <a:lnTo>
                    <a:pt x="11011" y="10670"/>
                  </a:lnTo>
                  <a:lnTo>
                    <a:pt x="11251" y="10369"/>
                  </a:lnTo>
                  <a:lnTo>
                    <a:pt x="11452" y="10068"/>
                  </a:lnTo>
                  <a:lnTo>
                    <a:pt x="11652" y="9767"/>
                  </a:lnTo>
                  <a:lnTo>
                    <a:pt x="11833" y="9447"/>
                  </a:lnTo>
                  <a:lnTo>
                    <a:pt x="11973" y="9166"/>
                  </a:lnTo>
                  <a:lnTo>
                    <a:pt x="12094" y="8865"/>
                  </a:lnTo>
                  <a:lnTo>
                    <a:pt x="12194" y="8584"/>
                  </a:lnTo>
                  <a:lnTo>
                    <a:pt x="12294" y="8283"/>
                  </a:lnTo>
                  <a:lnTo>
                    <a:pt x="12394" y="7983"/>
                  </a:lnTo>
                  <a:lnTo>
                    <a:pt x="12455" y="7662"/>
                  </a:lnTo>
                  <a:lnTo>
                    <a:pt x="12515" y="7361"/>
                  </a:lnTo>
                  <a:lnTo>
                    <a:pt x="12555" y="7040"/>
                  </a:lnTo>
                  <a:lnTo>
                    <a:pt x="12595" y="6719"/>
                  </a:lnTo>
                  <a:lnTo>
                    <a:pt x="12615" y="6398"/>
                  </a:lnTo>
                  <a:lnTo>
                    <a:pt x="12615" y="6077"/>
                  </a:lnTo>
                  <a:lnTo>
                    <a:pt x="12615" y="5757"/>
                  </a:lnTo>
                  <a:lnTo>
                    <a:pt x="12575" y="5436"/>
                  </a:lnTo>
                  <a:lnTo>
                    <a:pt x="12555" y="5115"/>
                  </a:lnTo>
                  <a:lnTo>
                    <a:pt x="12495" y="4794"/>
                  </a:lnTo>
                  <a:lnTo>
                    <a:pt x="12435" y="4473"/>
                  </a:lnTo>
                  <a:lnTo>
                    <a:pt x="12314" y="4032"/>
                  </a:lnTo>
                  <a:lnTo>
                    <a:pt x="12174" y="3591"/>
                  </a:lnTo>
                  <a:lnTo>
                    <a:pt x="11973" y="3190"/>
                  </a:lnTo>
                  <a:lnTo>
                    <a:pt x="11753" y="2768"/>
                  </a:lnTo>
                  <a:lnTo>
                    <a:pt x="11492" y="2387"/>
                  </a:lnTo>
                  <a:lnTo>
                    <a:pt x="11211" y="2026"/>
                  </a:lnTo>
                  <a:lnTo>
                    <a:pt x="10890" y="1686"/>
                  </a:lnTo>
                  <a:lnTo>
                    <a:pt x="10549" y="1365"/>
                  </a:lnTo>
                  <a:lnTo>
                    <a:pt x="10188" y="1064"/>
                  </a:lnTo>
                  <a:lnTo>
                    <a:pt x="9807" y="803"/>
                  </a:lnTo>
                  <a:lnTo>
                    <a:pt x="9386" y="583"/>
                  </a:lnTo>
                  <a:lnTo>
                    <a:pt x="8945" y="382"/>
                  </a:lnTo>
                  <a:lnTo>
                    <a:pt x="8504" y="222"/>
                  </a:lnTo>
                  <a:lnTo>
                    <a:pt x="8023" y="101"/>
                  </a:lnTo>
                  <a:lnTo>
                    <a:pt x="7541" y="21"/>
                  </a:lnTo>
                  <a:lnTo>
                    <a:pt x="704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8939;p45"/>
            <p:cNvSpPr/>
            <p:nvPr/>
          </p:nvSpPr>
          <p:spPr>
            <a:xfrm>
              <a:off x="10942475" y="3194900"/>
              <a:ext cx="315400" cy="322425"/>
            </a:xfrm>
            <a:custGeom>
              <a:avLst/>
              <a:gdLst/>
              <a:ahLst/>
              <a:cxnLst/>
              <a:rect l="l" t="t" r="r" b="b"/>
              <a:pathLst>
                <a:path w="12616" h="12897" fill="none" extrusionOk="0">
                  <a:moveTo>
                    <a:pt x="11833" y="9447"/>
                  </a:moveTo>
                  <a:lnTo>
                    <a:pt x="11833" y="9447"/>
                  </a:lnTo>
                  <a:lnTo>
                    <a:pt x="11652" y="9767"/>
                  </a:lnTo>
                  <a:lnTo>
                    <a:pt x="11452" y="10068"/>
                  </a:lnTo>
                  <a:lnTo>
                    <a:pt x="11251" y="10369"/>
                  </a:lnTo>
                  <a:lnTo>
                    <a:pt x="11011" y="10670"/>
                  </a:lnTo>
                  <a:lnTo>
                    <a:pt x="10770" y="10931"/>
                  </a:lnTo>
                  <a:lnTo>
                    <a:pt x="10509" y="11191"/>
                  </a:lnTo>
                  <a:lnTo>
                    <a:pt x="10229" y="11432"/>
                  </a:lnTo>
                  <a:lnTo>
                    <a:pt x="9928" y="11673"/>
                  </a:lnTo>
                  <a:lnTo>
                    <a:pt x="9607" y="11873"/>
                  </a:lnTo>
                  <a:lnTo>
                    <a:pt x="9266" y="12074"/>
                  </a:lnTo>
                  <a:lnTo>
                    <a:pt x="8925" y="12254"/>
                  </a:lnTo>
                  <a:lnTo>
                    <a:pt x="8564" y="12415"/>
                  </a:lnTo>
                  <a:lnTo>
                    <a:pt x="8163" y="12555"/>
                  </a:lnTo>
                  <a:lnTo>
                    <a:pt x="7762" y="12655"/>
                  </a:lnTo>
                  <a:lnTo>
                    <a:pt x="7361" y="12756"/>
                  </a:lnTo>
                  <a:lnTo>
                    <a:pt x="6920" y="12836"/>
                  </a:lnTo>
                  <a:lnTo>
                    <a:pt x="6920" y="12836"/>
                  </a:lnTo>
                  <a:lnTo>
                    <a:pt x="6518" y="12876"/>
                  </a:lnTo>
                  <a:lnTo>
                    <a:pt x="6117" y="12896"/>
                  </a:lnTo>
                  <a:lnTo>
                    <a:pt x="5736" y="12896"/>
                  </a:lnTo>
                  <a:lnTo>
                    <a:pt x="5355" y="12876"/>
                  </a:lnTo>
                  <a:lnTo>
                    <a:pt x="4994" y="12836"/>
                  </a:lnTo>
                  <a:lnTo>
                    <a:pt x="4633" y="12776"/>
                  </a:lnTo>
                  <a:lnTo>
                    <a:pt x="4292" y="12695"/>
                  </a:lnTo>
                  <a:lnTo>
                    <a:pt x="3951" y="12595"/>
                  </a:lnTo>
                  <a:lnTo>
                    <a:pt x="3631" y="12495"/>
                  </a:lnTo>
                  <a:lnTo>
                    <a:pt x="3330" y="12355"/>
                  </a:lnTo>
                  <a:lnTo>
                    <a:pt x="3029" y="12214"/>
                  </a:lnTo>
                  <a:lnTo>
                    <a:pt x="2748" y="12054"/>
                  </a:lnTo>
                  <a:lnTo>
                    <a:pt x="2467" y="11873"/>
                  </a:lnTo>
                  <a:lnTo>
                    <a:pt x="2207" y="11673"/>
                  </a:lnTo>
                  <a:lnTo>
                    <a:pt x="1966" y="11472"/>
                  </a:lnTo>
                  <a:lnTo>
                    <a:pt x="1725" y="11252"/>
                  </a:lnTo>
                  <a:lnTo>
                    <a:pt x="1505" y="11011"/>
                  </a:lnTo>
                  <a:lnTo>
                    <a:pt x="1304" y="10770"/>
                  </a:lnTo>
                  <a:lnTo>
                    <a:pt x="1104" y="10510"/>
                  </a:lnTo>
                  <a:lnTo>
                    <a:pt x="923" y="10249"/>
                  </a:lnTo>
                  <a:lnTo>
                    <a:pt x="763" y="9948"/>
                  </a:lnTo>
                  <a:lnTo>
                    <a:pt x="622" y="9667"/>
                  </a:lnTo>
                  <a:lnTo>
                    <a:pt x="482" y="9366"/>
                  </a:lnTo>
                  <a:lnTo>
                    <a:pt x="362" y="9046"/>
                  </a:lnTo>
                  <a:lnTo>
                    <a:pt x="261" y="8725"/>
                  </a:lnTo>
                  <a:lnTo>
                    <a:pt x="181" y="8404"/>
                  </a:lnTo>
                  <a:lnTo>
                    <a:pt x="101" y="8063"/>
                  </a:lnTo>
                  <a:lnTo>
                    <a:pt x="41" y="7722"/>
                  </a:lnTo>
                  <a:lnTo>
                    <a:pt x="21" y="7381"/>
                  </a:lnTo>
                  <a:lnTo>
                    <a:pt x="1" y="7020"/>
                  </a:lnTo>
                  <a:lnTo>
                    <a:pt x="1" y="6659"/>
                  </a:lnTo>
                  <a:lnTo>
                    <a:pt x="1" y="6298"/>
                  </a:lnTo>
                  <a:lnTo>
                    <a:pt x="1" y="6298"/>
                  </a:lnTo>
                  <a:lnTo>
                    <a:pt x="61" y="5797"/>
                  </a:lnTo>
                  <a:lnTo>
                    <a:pt x="161" y="5315"/>
                  </a:lnTo>
                  <a:lnTo>
                    <a:pt x="302" y="4814"/>
                  </a:lnTo>
                  <a:lnTo>
                    <a:pt x="502" y="4353"/>
                  </a:lnTo>
                  <a:lnTo>
                    <a:pt x="723" y="3871"/>
                  </a:lnTo>
                  <a:lnTo>
                    <a:pt x="983" y="3430"/>
                  </a:lnTo>
                  <a:lnTo>
                    <a:pt x="1284" y="2989"/>
                  </a:lnTo>
                  <a:lnTo>
                    <a:pt x="1605" y="2588"/>
                  </a:lnTo>
                  <a:lnTo>
                    <a:pt x="1966" y="2187"/>
                  </a:lnTo>
                  <a:lnTo>
                    <a:pt x="2367" y="1826"/>
                  </a:lnTo>
                  <a:lnTo>
                    <a:pt x="2768" y="1465"/>
                  </a:lnTo>
                  <a:lnTo>
                    <a:pt x="3209" y="1164"/>
                  </a:lnTo>
                  <a:lnTo>
                    <a:pt x="3691" y="883"/>
                  </a:lnTo>
                  <a:lnTo>
                    <a:pt x="4172" y="623"/>
                  </a:lnTo>
                  <a:lnTo>
                    <a:pt x="4673" y="422"/>
                  </a:lnTo>
                  <a:lnTo>
                    <a:pt x="5195" y="242"/>
                  </a:lnTo>
                  <a:lnTo>
                    <a:pt x="5195" y="242"/>
                  </a:lnTo>
                  <a:lnTo>
                    <a:pt x="5676" y="121"/>
                  </a:lnTo>
                  <a:lnTo>
                    <a:pt x="6137" y="41"/>
                  </a:lnTo>
                  <a:lnTo>
                    <a:pt x="6599" y="1"/>
                  </a:lnTo>
                  <a:lnTo>
                    <a:pt x="7040" y="1"/>
                  </a:lnTo>
                  <a:lnTo>
                    <a:pt x="7040" y="1"/>
                  </a:lnTo>
                  <a:lnTo>
                    <a:pt x="7541" y="21"/>
                  </a:lnTo>
                  <a:lnTo>
                    <a:pt x="8023" y="101"/>
                  </a:lnTo>
                  <a:lnTo>
                    <a:pt x="8504" y="222"/>
                  </a:lnTo>
                  <a:lnTo>
                    <a:pt x="8945" y="382"/>
                  </a:lnTo>
                  <a:lnTo>
                    <a:pt x="9386" y="583"/>
                  </a:lnTo>
                  <a:lnTo>
                    <a:pt x="9807" y="803"/>
                  </a:lnTo>
                  <a:lnTo>
                    <a:pt x="10188" y="1064"/>
                  </a:lnTo>
                  <a:lnTo>
                    <a:pt x="10549" y="1365"/>
                  </a:lnTo>
                  <a:lnTo>
                    <a:pt x="10890" y="1686"/>
                  </a:lnTo>
                  <a:lnTo>
                    <a:pt x="11211" y="2026"/>
                  </a:lnTo>
                  <a:lnTo>
                    <a:pt x="11492" y="2387"/>
                  </a:lnTo>
                  <a:lnTo>
                    <a:pt x="11753" y="2768"/>
                  </a:lnTo>
                  <a:lnTo>
                    <a:pt x="11973" y="3190"/>
                  </a:lnTo>
                  <a:lnTo>
                    <a:pt x="12174" y="3591"/>
                  </a:lnTo>
                  <a:lnTo>
                    <a:pt x="12314" y="4032"/>
                  </a:lnTo>
                  <a:lnTo>
                    <a:pt x="12435" y="4473"/>
                  </a:lnTo>
                  <a:lnTo>
                    <a:pt x="12435" y="4473"/>
                  </a:lnTo>
                  <a:lnTo>
                    <a:pt x="12495" y="4794"/>
                  </a:lnTo>
                  <a:lnTo>
                    <a:pt x="12555" y="5115"/>
                  </a:lnTo>
                  <a:lnTo>
                    <a:pt x="12575" y="5436"/>
                  </a:lnTo>
                  <a:lnTo>
                    <a:pt x="12615" y="5757"/>
                  </a:lnTo>
                  <a:lnTo>
                    <a:pt x="12615" y="6077"/>
                  </a:lnTo>
                  <a:lnTo>
                    <a:pt x="12615" y="6398"/>
                  </a:lnTo>
                  <a:lnTo>
                    <a:pt x="12595" y="6719"/>
                  </a:lnTo>
                  <a:lnTo>
                    <a:pt x="12555" y="7040"/>
                  </a:lnTo>
                  <a:lnTo>
                    <a:pt x="12515" y="7361"/>
                  </a:lnTo>
                  <a:lnTo>
                    <a:pt x="12455" y="7662"/>
                  </a:lnTo>
                  <a:lnTo>
                    <a:pt x="12394" y="7983"/>
                  </a:lnTo>
                  <a:lnTo>
                    <a:pt x="12294" y="8283"/>
                  </a:lnTo>
                  <a:lnTo>
                    <a:pt x="12194" y="8584"/>
                  </a:lnTo>
                  <a:lnTo>
                    <a:pt x="12094" y="8865"/>
                  </a:lnTo>
                  <a:lnTo>
                    <a:pt x="11973" y="9166"/>
                  </a:lnTo>
                  <a:lnTo>
                    <a:pt x="11833" y="94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8940;p45"/>
            <p:cNvSpPr/>
            <p:nvPr/>
          </p:nvSpPr>
          <p:spPr>
            <a:xfrm>
              <a:off x="11023200" y="3271125"/>
              <a:ext cx="189050" cy="193050"/>
            </a:xfrm>
            <a:custGeom>
              <a:avLst/>
              <a:gdLst/>
              <a:ahLst/>
              <a:cxnLst/>
              <a:rect l="l" t="t" r="r" b="b"/>
              <a:pathLst>
                <a:path w="7562" h="7722" extrusionOk="0">
                  <a:moveTo>
                    <a:pt x="3891" y="0"/>
                  </a:moveTo>
                  <a:lnTo>
                    <a:pt x="3510" y="60"/>
                  </a:lnTo>
                  <a:lnTo>
                    <a:pt x="3129" y="141"/>
                  </a:lnTo>
                  <a:lnTo>
                    <a:pt x="2808" y="261"/>
                  </a:lnTo>
                  <a:lnTo>
                    <a:pt x="2507" y="381"/>
                  </a:lnTo>
                  <a:lnTo>
                    <a:pt x="2207" y="522"/>
                  </a:lnTo>
                  <a:lnTo>
                    <a:pt x="1946" y="702"/>
                  </a:lnTo>
                  <a:lnTo>
                    <a:pt x="1665" y="883"/>
                  </a:lnTo>
                  <a:lnTo>
                    <a:pt x="1424" y="1103"/>
                  </a:lnTo>
                  <a:lnTo>
                    <a:pt x="1184" y="1324"/>
                  </a:lnTo>
                  <a:lnTo>
                    <a:pt x="983" y="1544"/>
                  </a:lnTo>
                  <a:lnTo>
                    <a:pt x="783" y="1805"/>
                  </a:lnTo>
                  <a:lnTo>
                    <a:pt x="602" y="2066"/>
                  </a:lnTo>
                  <a:lnTo>
                    <a:pt x="442" y="2327"/>
                  </a:lnTo>
                  <a:lnTo>
                    <a:pt x="301" y="2607"/>
                  </a:lnTo>
                  <a:lnTo>
                    <a:pt x="201" y="2888"/>
                  </a:lnTo>
                  <a:lnTo>
                    <a:pt x="121" y="3189"/>
                  </a:lnTo>
                  <a:lnTo>
                    <a:pt x="41" y="3470"/>
                  </a:lnTo>
                  <a:lnTo>
                    <a:pt x="21" y="3770"/>
                  </a:lnTo>
                  <a:lnTo>
                    <a:pt x="1" y="4212"/>
                  </a:lnTo>
                  <a:lnTo>
                    <a:pt x="41" y="4633"/>
                  </a:lnTo>
                  <a:lnTo>
                    <a:pt x="121" y="5034"/>
                  </a:lnTo>
                  <a:lnTo>
                    <a:pt x="221" y="5415"/>
                  </a:lnTo>
                  <a:lnTo>
                    <a:pt x="382" y="5796"/>
                  </a:lnTo>
                  <a:lnTo>
                    <a:pt x="562" y="6137"/>
                  </a:lnTo>
                  <a:lnTo>
                    <a:pt x="783" y="6458"/>
                  </a:lnTo>
                  <a:lnTo>
                    <a:pt x="1043" y="6739"/>
                  </a:lnTo>
                  <a:lnTo>
                    <a:pt x="1324" y="6999"/>
                  </a:lnTo>
                  <a:lnTo>
                    <a:pt x="1645" y="7220"/>
                  </a:lnTo>
                  <a:lnTo>
                    <a:pt x="2006" y="7400"/>
                  </a:lnTo>
                  <a:lnTo>
                    <a:pt x="2186" y="7481"/>
                  </a:lnTo>
                  <a:lnTo>
                    <a:pt x="2387" y="7541"/>
                  </a:lnTo>
                  <a:lnTo>
                    <a:pt x="2567" y="7601"/>
                  </a:lnTo>
                  <a:lnTo>
                    <a:pt x="2788" y="7641"/>
                  </a:lnTo>
                  <a:lnTo>
                    <a:pt x="2989" y="7681"/>
                  </a:lnTo>
                  <a:lnTo>
                    <a:pt x="3209" y="7701"/>
                  </a:lnTo>
                  <a:lnTo>
                    <a:pt x="3430" y="7721"/>
                  </a:lnTo>
                  <a:lnTo>
                    <a:pt x="3670" y="7721"/>
                  </a:lnTo>
                  <a:lnTo>
                    <a:pt x="3911" y="7701"/>
                  </a:lnTo>
                  <a:lnTo>
                    <a:pt x="4152" y="7681"/>
                  </a:lnTo>
                  <a:lnTo>
                    <a:pt x="4392" y="7641"/>
                  </a:lnTo>
                  <a:lnTo>
                    <a:pt x="4613" y="7581"/>
                  </a:lnTo>
                  <a:lnTo>
                    <a:pt x="4854" y="7521"/>
                  </a:lnTo>
                  <a:lnTo>
                    <a:pt x="5054" y="7461"/>
                  </a:lnTo>
                  <a:lnTo>
                    <a:pt x="5275" y="7380"/>
                  </a:lnTo>
                  <a:lnTo>
                    <a:pt x="5455" y="7280"/>
                  </a:lnTo>
                  <a:lnTo>
                    <a:pt x="5656" y="7180"/>
                  </a:lnTo>
                  <a:lnTo>
                    <a:pt x="5836" y="7059"/>
                  </a:lnTo>
                  <a:lnTo>
                    <a:pt x="6017" y="6939"/>
                  </a:lnTo>
                  <a:lnTo>
                    <a:pt x="6177" y="6819"/>
                  </a:lnTo>
                  <a:lnTo>
                    <a:pt x="6478" y="6538"/>
                  </a:lnTo>
                  <a:lnTo>
                    <a:pt x="6739" y="6217"/>
                  </a:lnTo>
                  <a:lnTo>
                    <a:pt x="6959" y="5876"/>
                  </a:lnTo>
                  <a:lnTo>
                    <a:pt x="7160" y="5535"/>
                  </a:lnTo>
                  <a:lnTo>
                    <a:pt x="7300" y="5154"/>
                  </a:lnTo>
                  <a:lnTo>
                    <a:pt x="7421" y="4753"/>
                  </a:lnTo>
                  <a:lnTo>
                    <a:pt x="7501" y="4352"/>
                  </a:lnTo>
                  <a:lnTo>
                    <a:pt x="7541" y="3951"/>
                  </a:lnTo>
                  <a:lnTo>
                    <a:pt x="7561" y="3530"/>
                  </a:lnTo>
                  <a:lnTo>
                    <a:pt x="7521" y="3109"/>
                  </a:lnTo>
                  <a:lnTo>
                    <a:pt x="7461" y="2688"/>
                  </a:lnTo>
                  <a:lnTo>
                    <a:pt x="7361" y="2367"/>
                  </a:lnTo>
                  <a:lnTo>
                    <a:pt x="7240" y="2046"/>
                  </a:lnTo>
                  <a:lnTo>
                    <a:pt x="7100" y="1745"/>
                  </a:lnTo>
                  <a:lnTo>
                    <a:pt x="6919" y="1464"/>
                  </a:lnTo>
                  <a:lnTo>
                    <a:pt x="6699" y="1203"/>
                  </a:lnTo>
                  <a:lnTo>
                    <a:pt x="6478" y="963"/>
                  </a:lnTo>
                  <a:lnTo>
                    <a:pt x="6217" y="722"/>
                  </a:lnTo>
                  <a:lnTo>
                    <a:pt x="5937" y="522"/>
                  </a:lnTo>
                  <a:lnTo>
                    <a:pt x="5636" y="361"/>
                  </a:lnTo>
                  <a:lnTo>
                    <a:pt x="5315" y="221"/>
                  </a:lnTo>
                  <a:lnTo>
                    <a:pt x="4974" y="121"/>
                  </a:lnTo>
                  <a:lnTo>
                    <a:pt x="4633" y="40"/>
                  </a:lnTo>
                  <a:lnTo>
                    <a:pt x="42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8941;p45"/>
            <p:cNvSpPr/>
            <p:nvPr/>
          </p:nvSpPr>
          <p:spPr>
            <a:xfrm>
              <a:off x="11023200" y="3271125"/>
              <a:ext cx="189050" cy="193050"/>
            </a:xfrm>
            <a:custGeom>
              <a:avLst/>
              <a:gdLst/>
              <a:ahLst/>
              <a:cxnLst/>
              <a:rect l="l" t="t" r="r" b="b"/>
              <a:pathLst>
                <a:path w="7562" h="7722" fill="none" extrusionOk="0">
                  <a:moveTo>
                    <a:pt x="21" y="3770"/>
                  </a:moveTo>
                  <a:lnTo>
                    <a:pt x="21" y="3770"/>
                  </a:lnTo>
                  <a:lnTo>
                    <a:pt x="1" y="4212"/>
                  </a:lnTo>
                  <a:lnTo>
                    <a:pt x="41" y="4633"/>
                  </a:lnTo>
                  <a:lnTo>
                    <a:pt x="121" y="5034"/>
                  </a:lnTo>
                  <a:lnTo>
                    <a:pt x="221" y="5415"/>
                  </a:lnTo>
                  <a:lnTo>
                    <a:pt x="382" y="5796"/>
                  </a:lnTo>
                  <a:lnTo>
                    <a:pt x="562" y="6137"/>
                  </a:lnTo>
                  <a:lnTo>
                    <a:pt x="783" y="6458"/>
                  </a:lnTo>
                  <a:lnTo>
                    <a:pt x="1043" y="6739"/>
                  </a:lnTo>
                  <a:lnTo>
                    <a:pt x="1324" y="6999"/>
                  </a:lnTo>
                  <a:lnTo>
                    <a:pt x="1645" y="7220"/>
                  </a:lnTo>
                  <a:lnTo>
                    <a:pt x="2006" y="7400"/>
                  </a:lnTo>
                  <a:lnTo>
                    <a:pt x="2186" y="7481"/>
                  </a:lnTo>
                  <a:lnTo>
                    <a:pt x="2387" y="7541"/>
                  </a:lnTo>
                  <a:lnTo>
                    <a:pt x="2567" y="7601"/>
                  </a:lnTo>
                  <a:lnTo>
                    <a:pt x="2788" y="7641"/>
                  </a:lnTo>
                  <a:lnTo>
                    <a:pt x="2989" y="7681"/>
                  </a:lnTo>
                  <a:lnTo>
                    <a:pt x="3209" y="7701"/>
                  </a:lnTo>
                  <a:lnTo>
                    <a:pt x="3430" y="7721"/>
                  </a:lnTo>
                  <a:lnTo>
                    <a:pt x="3670" y="7721"/>
                  </a:lnTo>
                  <a:lnTo>
                    <a:pt x="3911" y="7701"/>
                  </a:lnTo>
                  <a:lnTo>
                    <a:pt x="4152" y="7681"/>
                  </a:lnTo>
                  <a:lnTo>
                    <a:pt x="4152" y="7681"/>
                  </a:lnTo>
                  <a:lnTo>
                    <a:pt x="4392" y="7641"/>
                  </a:lnTo>
                  <a:lnTo>
                    <a:pt x="4613" y="7581"/>
                  </a:lnTo>
                  <a:lnTo>
                    <a:pt x="4854" y="7521"/>
                  </a:lnTo>
                  <a:lnTo>
                    <a:pt x="5054" y="7461"/>
                  </a:lnTo>
                  <a:lnTo>
                    <a:pt x="5275" y="7380"/>
                  </a:lnTo>
                  <a:lnTo>
                    <a:pt x="5455" y="7280"/>
                  </a:lnTo>
                  <a:lnTo>
                    <a:pt x="5656" y="7180"/>
                  </a:lnTo>
                  <a:lnTo>
                    <a:pt x="5836" y="7059"/>
                  </a:lnTo>
                  <a:lnTo>
                    <a:pt x="6017" y="6939"/>
                  </a:lnTo>
                  <a:lnTo>
                    <a:pt x="6177" y="6819"/>
                  </a:lnTo>
                  <a:lnTo>
                    <a:pt x="6478" y="6538"/>
                  </a:lnTo>
                  <a:lnTo>
                    <a:pt x="6739" y="6217"/>
                  </a:lnTo>
                  <a:lnTo>
                    <a:pt x="6959" y="5876"/>
                  </a:lnTo>
                  <a:lnTo>
                    <a:pt x="7160" y="5535"/>
                  </a:lnTo>
                  <a:lnTo>
                    <a:pt x="7300" y="5154"/>
                  </a:lnTo>
                  <a:lnTo>
                    <a:pt x="7421" y="4753"/>
                  </a:lnTo>
                  <a:lnTo>
                    <a:pt x="7501" y="4352"/>
                  </a:lnTo>
                  <a:lnTo>
                    <a:pt x="7541" y="3951"/>
                  </a:lnTo>
                  <a:lnTo>
                    <a:pt x="7561" y="3530"/>
                  </a:lnTo>
                  <a:lnTo>
                    <a:pt x="7521" y="3109"/>
                  </a:lnTo>
                  <a:lnTo>
                    <a:pt x="7461" y="2688"/>
                  </a:lnTo>
                  <a:lnTo>
                    <a:pt x="7461" y="2688"/>
                  </a:lnTo>
                  <a:lnTo>
                    <a:pt x="7361" y="2367"/>
                  </a:lnTo>
                  <a:lnTo>
                    <a:pt x="7240" y="2046"/>
                  </a:lnTo>
                  <a:lnTo>
                    <a:pt x="7100" y="1745"/>
                  </a:lnTo>
                  <a:lnTo>
                    <a:pt x="6919" y="1464"/>
                  </a:lnTo>
                  <a:lnTo>
                    <a:pt x="6699" y="1203"/>
                  </a:lnTo>
                  <a:lnTo>
                    <a:pt x="6478" y="963"/>
                  </a:lnTo>
                  <a:lnTo>
                    <a:pt x="6217" y="722"/>
                  </a:lnTo>
                  <a:lnTo>
                    <a:pt x="5937" y="522"/>
                  </a:lnTo>
                  <a:lnTo>
                    <a:pt x="5636" y="361"/>
                  </a:lnTo>
                  <a:lnTo>
                    <a:pt x="5315" y="221"/>
                  </a:lnTo>
                  <a:lnTo>
                    <a:pt x="4974" y="121"/>
                  </a:lnTo>
                  <a:lnTo>
                    <a:pt x="4633" y="40"/>
                  </a:lnTo>
                  <a:lnTo>
                    <a:pt x="4272" y="0"/>
                  </a:lnTo>
                  <a:lnTo>
                    <a:pt x="3891" y="0"/>
                  </a:lnTo>
                  <a:lnTo>
                    <a:pt x="3510" y="60"/>
                  </a:lnTo>
                  <a:lnTo>
                    <a:pt x="3129" y="141"/>
                  </a:lnTo>
                  <a:lnTo>
                    <a:pt x="3129" y="141"/>
                  </a:lnTo>
                  <a:lnTo>
                    <a:pt x="2808" y="261"/>
                  </a:lnTo>
                  <a:lnTo>
                    <a:pt x="2507" y="381"/>
                  </a:lnTo>
                  <a:lnTo>
                    <a:pt x="2207" y="522"/>
                  </a:lnTo>
                  <a:lnTo>
                    <a:pt x="1946" y="702"/>
                  </a:lnTo>
                  <a:lnTo>
                    <a:pt x="1665" y="883"/>
                  </a:lnTo>
                  <a:lnTo>
                    <a:pt x="1424" y="1103"/>
                  </a:lnTo>
                  <a:lnTo>
                    <a:pt x="1184" y="1324"/>
                  </a:lnTo>
                  <a:lnTo>
                    <a:pt x="983" y="1544"/>
                  </a:lnTo>
                  <a:lnTo>
                    <a:pt x="783" y="1805"/>
                  </a:lnTo>
                  <a:lnTo>
                    <a:pt x="602" y="2066"/>
                  </a:lnTo>
                  <a:lnTo>
                    <a:pt x="442" y="2327"/>
                  </a:lnTo>
                  <a:lnTo>
                    <a:pt x="301" y="2607"/>
                  </a:lnTo>
                  <a:lnTo>
                    <a:pt x="201" y="2888"/>
                  </a:lnTo>
                  <a:lnTo>
                    <a:pt x="121" y="3189"/>
                  </a:lnTo>
                  <a:lnTo>
                    <a:pt x="41" y="3470"/>
                  </a:lnTo>
                  <a:lnTo>
                    <a:pt x="21" y="377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8942;p45"/>
            <p:cNvSpPr/>
            <p:nvPr/>
          </p:nvSpPr>
          <p:spPr>
            <a:xfrm>
              <a:off x="10942475" y="3194400"/>
              <a:ext cx="176000" cy="321400"/>
            </a:xfrm>
            <a:custGeom>
              <a:avLst/>
              <a:gdLst/>
              <a:ahLst/>
              <a:cxnLst/>
              <a:rect l="l" t="t" r="r" b="b"/>
              <a:pathLst>
                <a:path w="7040" h="12856" extrusionOk="0">
                  <a:moveTo>
                    <a:pt x="6859" y="1"/>
                  </a:moveTo>
                  <a:lnTo>
                    <a:pt x="6438" y="21"/>
                  </a:lnTo>
                  <a:lnTo>
                    <a:pt x="6037" y="81"/>
                  </a:lnTo>
                  <a:lnTo>
                    <a:pt x="5616" y="141"/>
                  </a:lnTo>
                  <a:lnTo>
                    <a:pt x="5195" y="262"/>
                  </a:lnTo>
                  <a:lnTo>
                    <a:pt x="4673" y="442"/>
                  </a:lnTo>
                  <a:lnTo>
                    <a:pt x="4172" y="643"/>
                  </a:lnTo>
                  <a:lnTo>
                    <a:pt x="3691" y="903"/>
                  </a:lnTo>
                  <a:lnTo>
                    <a:pt x="3209" y="1184"/>
                  </a:lnTo>
                  <a:lnTo>
                    <a:pt x="2768" y="1485"/>
                  </a:lnTo>
                  <a:lnTo>
                    <a:pt x="2367" y="1846"/>
                  </a:lnTo>
                  <a:lnTo>
                    <a:pt x="1966" y="2207"/>
                  </a:lnTo>
                  <a:lnTo>
                    <a:pt x="1605" y="2608"/>
                  </a:lnTo>
                  <a:lnTo>
                    <a:pt x="1284" y="3009"/>
                  </a:lnTo>
                  <a:lnTo>
                    <a:pt x="983" y="3450"/>
                  </a:lnTo>
                  <a:lnTo>
                    <a:pt x="723" y="3891"/>
                  </a:lnTo>
                  <a:lnTo>
                    <a:pt x="502" y="4373"/>
                  </a:lnTo>
                  <a:lnTo>
                    <a:pt x="302" y="4834"/>
                  </a:lnTo>
                  <a:lnTo>
                    <a:pt x="161" y="5335"/>
                  </a:lnTo>
                  <a:lnTo>
                    <a:pt x="61" y="5817"/>
                  </a:lnTo>
                  <a:lnTo>
                    <a:pt x="1" y="6318"/>
                  </a:lnTo>
                  <a:lnTo>
                    <a:pt x="1" y="6819"/>
                  </a:lnTo>
                  <a:lnTo>
                    <a:pt x="21" y="7401"/>
                  </a:lnTo>
                  <a:lnTo>
                    <a:pt x="81" y="7942"/>
                  </a:lnTo>
                  <a:lnTo>
                    <a:pt x="181" y="8484"/>
                  </a:lnTo>
                  <a:lnTo>
                    <a:pt x="342" y="9005"/>
                  </a:lnTo>
                  <a:lnTo>
                    <a:pt x="542" y="9507"/>
                  </a:lnTo>
                  <a:lnTo>
                    <a:pt x="763" y="9988"/>
                  </a:lnTo>
                  <a:lnTo>
                    <a:pt x="1044" y="10429"/>
                  </a:lnTo>
                  <a:lnTo>
                    <a:pt x="1344" y="10850"/>
                  </a:lnTo>
                  <a:lnTo>
                    <a:pt x="1505" y="11051"/>
                  </a:lnTo>
                  <a:lnTo>
                    <a:pt x="1685" y="11231"/>
                  </a:lnTo>
                  <a:lnTo>
                    <a:pt x="1866" y="11412"/>
                  </a:lnTo>
                  <a:lnTo>
                    <a:pt x="2066" y="11592"/>
                  </a:lnTo>
                  <a:lnTo>
                    <a:pt x="2267" y="11753"/>
                  </a:lnTo>
                  <a:lnTo>
                    <a:pt x="2488" y="11893"/>
                  </a:lnTo>
                  <a:lnTo>
                    <a:pt x="2688" y="12054"/>
                  </a:lnTo>
                  <a:lnTo>
                    <a:pt x="2929" y="12174"/>
                  </a:lnTo>
                  <a:lnTo>
                    <a:pt x="3149" y="12294"/>
                  </a:lnTo>
                  <a:lnTo>
                    <a:pt x="3410" y="12415"/>
                  </a:lnTo>
                  <a:lnTo>
                    <a:pt x="3651" y="12515"/>
                  </a:lnTo>
                  <a:lnTo>
                    <a:pt x="3911" y="12615"/>
                  </a:lnTo>
                  <a:lnTo>
                    <a:pt x="4172" y="12695"/>
                  </a:lnTo>
                  <a:lnTo>
                    <a:pt x="4453" y="12756"/>
                  </a:lnTo>
                  <a:lnTo>
                    <a:pt x="4734" y="12816"/>
                  </a:lnTo>
                  <a:lnTo>
                    <a:pt x="5014" y="12856"/>
                  </a:lnTo>
                  <a:lnTo>
                    <a:pt x="5215" y="12294"/>
                  </a:lnTo>
                  <a:lnTo>
                    <a:pt x="5415" y="11753"/>
                  </a:lnTo>
                  <a:lnTo>
                    <a:pt x="5616" y="11211"/>
                  </a:lnTo>
                  <a:lnTo>
                    <a:pt x="5857" y="10690"/>
                  </a:lnTo>
                  <a:lnTo>
                    <a:pt x="5536" y="10590"/>
                  </a:lnTo>
                  <a:lnTo>
                    <a:pt x="5235" y="10469"/>
                  </a:lnTo>
                  <a:lnTo>
                    <a:pt x="4954" y="10329"/>
                  </a:lnTo>
                  <a:lnTo>
                    <a:pt x="4694" y="10169"/>
                  </a:lnTo>
                  <a:lnTo>
                    <a:pt x="4453" y="9988"/>
                  </a:lnTo>
                  <a:lnTo>
                    <a:pt x="4232" y="9767"/>
                  </a:lnTo>
                  <a:lnTo>
                    <a:pt x="4032" y="9547"/>
                  </a:lnTo>
                  <a:lnTo>
                    <a:pt x="3851" y="9306"/>
                  </a:lnTo>
                  <a:lnTo>
                    <a:pt x="3691" y="9045"/>
                  </a:lnTo>
                  <a:lnTo>
                    <a:pt x="3570" y="8765"/>
                  </a:lnTo>
                  <a:lnTo>
                    <a:pt x="3450" y="8464"/>
                  </a:lnTo>
                  <a:lnTo>
                    <a:pt x="3350" y="8163"/>
                  </a:lnTo>
                  <a:lnTo>
                    <a:pt x="3290" y="7842"/>
                  </a:lnTo>
                  <a:lnTo>
                    <a:pt x="3250" y="7521"/>
                  </a:lnTo>
                  <a:lnTo>
                    <a:pt x="3230" y="7180"/>
                  </a:lnTo>
                  <a:lnTo>
                    <a:pt x="3250" y="6839"/>
                  </a:lnTo>
                  <a:lnTo>
                    <a:pt x="3290" y="6478"/>
                  </a:lnTo>
                  <a:lnTo>
                    <a:pt x="3370" y="6138"/>
                  </a:lnTo>
                  <a:lnTo>
                    <a:pt x="3350" y="5696"/>
                  </a:lnTo>
                  <a:lnTo>
                    <a:pt x="3370" y="5235"/>
                  </a:lnTo>
                  <a:lnTo>
                    <a:pt x="3430" y="4794"/>
                  </a:lnTo>
                  <a:lnTo>
                    <a:pt x="3510" y="4353"/>
                  </a:lnTo>
                  <a:lnTo>
                    <a:pt x="3631" y="3932"/>
                  </a:lnTo>
                  <a:lnTo>
                    <a:pt x="3791" y="3510"/>
                  </a:lnTo>
                  <a:lnTo>
                    <a:pt x="3972" y="3089"/>
                  </a:lnTo>
                  <a:lnTo>
                    <a:pt x="4172" y="2688"/>
                  </a:lnTo>
                  <a:lnTo>
                    <a:pt x="4413" y="2307"/>
                  </a:lnTo>
                  <a:lnTo>
                    <a:pt x="4673" y="1926"/>
                  </a:lnTo>
                  <a:lnTo>
                    <a:pt x="4954" y="1585"/>
                  </a:lnTo>
                  <a:lnTo>
                    <a:pt x="5275" y="1244"/>
                  </a:lnTo>
                  <a:lnTo>
                    <a:pt x="5596" y="903"/>
                  </a:lnTo>
                  <a:lnTo>
                    <a:pt x="5957" y="603"/>
                  </a:lnTo>
                  <a:lnTo>
                    <a:pt x="6338" y="322"/>
                  </a:lnTo>
                  <a:lnTo>
                    <a:pt x="6739" y="81"/>
                  </a:lnTo>
                  <a:lnTo>
                    <a:pt x="6779" y="101"/>
                  </a:lnTo>
                  <a:lnTo>
                    <a:pt x="6839" y="101"/>
                  </a:lnTo>
                  <a:lnTo>
                    <a:pt x="6940" y="81"/>
                  </a:lnTo>
                  <a:lnTo>
                    <a:pt x="7040" y="21"/>
                  </a:lnTo>
                  <a:lnTo>
                    <a:pt x="6859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8943;p45"/>
            <p:cNvSpPr/>
            <p:nvPr/>
          </p:nvSpPr>
          <p:spPr>
            <a:xfrm>
              <a:off x="10942475" y="3194400"/>
              <a:ext cx="176000" cy="321400"/>
            </a:xfrm>
            <a:custGeom>
              <a:avLst/>
              <a:gdLst/>
              <a:ahLst/>
              <a:cxnLst/>
              <a:rect l="l" t="t" r="r" b="b"/>
              <a:pathLst>
                <a:path w="7040" h="12856" fill="none" extrusionOk="0">
                  <a:moveTo>
                    <a:pt x="6859" y="1"/>
                  </a:moveTo>
                  <a:lnTo>
                    <a:pt x="6859" y="1"/>
                  </a:lnTo>
                  <a:lnTo>
                    <a:pt x="6438" y="21"/>
                  </a:lnTo>
                  <a:lnTo>
                    <a:pt x="6037" y="81"/>
                  </a:lnTo>
                  <a:lnTo>
                    <a:pt x="5616" y="141"/>
                  </a:lnTo>
                  <a:lnTo>
                    <a:pt x="5195" y="262"/>
                  </a:lnTo>
                  <a:lnTo>
                    <a:pt x="5195" y="262"/>
                  </a:lnTo>
                  <a:lnTo>
                    <a:pt x="4673" y="442"/>
                  </a:lnTo>
                  <a:lnTo>
                    <a:pt x="4172" y="643"/>
                  </a:lnTo>
                  <a:lnTo>
                    <a:pt x="3691" y="903"/>
                  </a:lnTo>
                  <a:lnTo>
                    <a:pt x="3209" y="1184"/>
                  </a:lnTo>
                  <a:lnTo>
                    <a:pt x="2768" y="1485"/>
                  </a:lnTo>
                  <a:lnTo>
                    <a:pt x="2367" y="1846"/>
                  </a:lnTo>
                  <a:lnTo>
                    <a:pt x="1966" y="2207"/>
                  </a:lnTo>
                  <a:lnTo>
                    <a:pt x="1605" y="2608"/>
                  </a:lnTo>
                  <a:lnTo>
                    <a:pt x="1284" y="3009"/>
                  </a:lnTo>
                  <a:lnTo>
                    <a:pt x="983" y="3450"/>
                  </a:lnTo>
                  <a:lnTo>
                    <a:pt x="723" y="3891"/>
                  </a:lnTo>
                  <a:lnTo>
                    <a:pt x="502" y="4373"/>
                  </a:lnTo>
                  <a:lnTo>
                    <a:pt x="302" y="4834"/>
                  </a:lnTo>
                  <a:lnTo>
                    <a:pt x="161" y="5335"/>
                  </a:lnTo>
                  <a:lnTo>
                    <a:pt x="61" y="5817"/>
                  </a:lnTo>
                  <a:lnTo>
                    <a:pt x="1" y="6318"/>
                  </a:lnTo>
                  <a:lnTo>
                    <a:pt x="1" y="6318"/>
                  </a:lnTo>
                  <a:lnTo>
                    <a:pt x="1" y="6819"/>
                  </a:lnTo>
                  <a:lnTo>
                    <a:pt x="1" y="6819"/>
                  </a:lnTo>
                  <a:lnTo>
                    <a:pt x="21" y="7401"/>
                  </a:lnTo>
                  <a:lnTo>
                    <a:pt x="81" y="7942"/>
                  </a:lnTo>
                  <a:lnTo>
                    <a:pt x="181" y="8484"/>
                  </a:lnTo>
                  <a:lnTo>
                    <a:pt x="342" y="9005"/>
                  </a:lnTo>
                  <a:lnTo>
                    <a:pt x="542" y="9507"/>
                  </a:lnTo>
                  <a:lnTo>
                    <a:pt x="763" y="9988"/>
                  </a:lnTo>
                  <a:lnTo>
                    <a:pt x="1044" y="10429"/>
                  </a:lnTo>
                  <a:lnTo>
                    <a:pt x="1344" y="10850"/>
                  </a:lnTo>
                  <a:lnTo>
                    <a:pt x="1505" y="11051"/>
                  </a:lnTo>
                  <a:lnTo>
                    <a:pt x="1685" y="11231"/>
                  </a:lnTo>
                  <a:lnTo>
                    <a:pt x="1866" y="11412"/>
                  </a:lnTo>
                  <a:lnTo>
                    <a:pt x="2066" y="11592"/>
                  </a:lnTo>
                  <a:lnTo>
                    <a:pt x="2267" y="11753"/>
                  </a:lnTo>
                  <a:lnTo>
                    <a:pt x="2488" y="11893"/>
                  </a:lnTo>
                  <a:lnTo>
                    <a:pt x="2688" y="12054"/>
                  </a:lnTo>
                  <a:lnTo>
                    <a:pt x="2929" y="12174"/>
                  </a:lnTo>
                  <a:lnTo>
                    <a:pt x="3149" y="12294"/>
                  </a:lnTo>
                  <a:lnTo>
                    <a:pt x="3410" y="12415"/>
                  </a:lnTo>
                  <a:lnTo>
                    <a:pt x="3651" y="12515"/>
                  </a:lnTo>
                  <a:lnTo>
                    <a:pt x="3911" y="12615"/>
                  </a:lnTo>
                  <a:lnTo>
                    <a:pt x="4172" y="12695"/>
                  </a:lnTo>
                  <a:lnTo>
                    <a:pt x="4453" y="12756"/>
                  </a:lnTo>
                  <a:lnTo>
                    <a:pt x="4734" y="12816"/>
                  </a:lnTo>
                  <a:lnTo>
                    <a:pt x="5014" y="12856"/>
                  </a:lnTo>
                  <a:lnTo>
                    <a:pt x="5014" y="12856"/>
                  </a:lnTo>
                  <a:lnTo>
                    <a:pt x="5215" y="12294"/>
                  </a:lnTo>
                  <a:lnTo>
                    <a:pt x="5415" y="11753"/>
                  </a:lnTo>
                  <a:lnTo>
                    <a:pt x="5616" y="11211"/>
                  </a:lnTo>
                  <a:lnTo>
                    <a:pt x="5857" y="10690"/>
                  </a:lnTo>
                  <a:lnTo>
                    <a:pt x="5857" y="10690"/>
                  </a:lnTo>
                  <a:lnTo>
                    <a:pt x="5536" y="10590"/>
                  </a:lnTo>
                  <a:lnTo>
                    <a:pt x="5235" y="10469"/>
                  </a:lnTo>
                  <a:lnTo>
                    <a:pt x="4954" y="10329"/>
                  </a:lnTo>
                  <a:lnTo>
                    <a:pt x="4694" y="10169"/>
                  </a:lnTo>
                  <a:lnTo>
                    <a:pt x="4453" y="9988"/>
                  </a:lnTo>
                  <a:lnTo>
                    <a:pt x="4232" y="9767"/>
                  </a:lnTo>
                  <a:lnTo>
                    <a:pt x="4032" y="9547"/>
                  </a:lnTo>
                  <a:lnTo>
                    <a:pt x="3851" y="9306"/>
                  </a:lnTo>
                  <a:lnTo>
                    <a:pt x="3691" y="9045"/>
                  </a:lnTo>
                  <a:lnTo>
                    <a:pt x="3570" y="8765"/>
                  </a:lnTo>
                  <a:lnTo>
                    <a:pt x="3450" y="8464"/>
                  </a:lnTo>
                  <a:lnTo>
                    <a:pt x="3350" y="8163"/>
                  </a:lnTo>
                  <a:lnTo>
                    <a:pt x="3290" y="7842"/>
                  </a:lnTo>
                  <a:lnTo>
                    <a:pt x="3250" y="7521"/>
                  </a:lnTo>
                  <a:lnTo>
                    <a:pt x="3230" y="7180"/>
                  </a:lnTo>
                  <a:lnTo>
                    <a:pt x="3250" y="6839"/>
                  </a:lnTo>
                  <a:lnTo>
                    <a:pt x="3250" y="6839"/>
                  </a:lnTo>
                  <a:lnTo>
                    <a:pt x="3290" y="6478"/>
                  </a:lnTo>
                  <a:lnTo>
                    <a:pt x="3370" y="6138"/>
                  </a:lnTo>
                  <a:lnTo>
                    <a:pt x="3370" y="6138"/>
                  </a:lnTo>
                  <a:lnTo>
                    <a:pt x="3350" y="5696"/>
                  </a:lnTo>
                  <a:lnTo>
                    <a:pt x="3370" y="5235"/>
                  </a:lnTo>
                  <a:lnTo>
                    <a:pt x="3430" y="4794"/>
                  </a:lnTo>
                  <a:lnTo>
                    <a:pt x="3510" y="4353"/>
                  </a:lnTo>
                  <a:lnTo>
                    <a:pt x="3631" y="3932"/>
                  </a:lnTo>
                  <a:lnTo>
                    <a:pt x="3791" y="3510"/>
                  </a:lnTo>
                  <a:lnTo>
                    <a:pt x="3972" y="3089"/>
                  </a:lnTo>
                  <a:lnTo>
                    <a:pt x="4172" y="2688"/>
                  </a:lnTo>
                  <a:lnTo>
                    <a:pt x="4413" y="2307"/>
                  </a:lnTo>
                  <a:lnTo>
                    <a:pt x="4673" y="1926"/>
                  </a:lnTo>
                  <a:lnTo>
                    <a:pt x="4954" y="1585"/>
                  </a:lnTo>
                  <a:lnTo>
                    <a:pt x="5275" y="1244"/>
                  </a:lnTo>
                  <a:lnTo>
                    <a:pt x="5596" y="903"/>
                  </a:lnTo>
                  <a:lnTo>
                    <a:pt x="5957" y="603"/>
                  </a:lnTo>
                  <a:lnTo>
                    <a:pt x="6338" y="322"/>
                  </a:lnTo>
                  <a:lnTo>
                    <a:pt x="6739" y="81"/>
                  </a:lnTo>
                  <a:lnTo>
                    <a:pt x="6739" y="81"/>
                  </a:lnTo>
                  <a:lnTo>
                    <a:pt x="6779" y="101"/>
                  </a:lnTo>
                  <a:lnTo>
                    <a:pt x="6839" y="101"/>
                  </a:lnTo>
                  <a:lnTo>
                    <a:pt x="6839" y="101"/>
                  </a:lnTo>
                  <a:lnTo>
                    <a:pt x="6940" y="81"/>
                  </a:lnTo>
                  <a:lnTo>
                    <a:pt x="7040" y="21"/>
                  </a:lnTo>
                  <a:lnTo>
                    <a:pt x="7040" y="21"/>
                  </a:lnTo>
                  <a:lnTo>
                    <a:pt x="685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4" name="Google Shape;8944;p45"/>
            <p:cNvSpPr/>
            <p:nvPr/>
          </p:nvSpPr>
          <p:spPr>
            <a:xfrm>
              <a:off x="11023200" y="3347825"/>
              <a:ext cx="69225" cy="113825"/>
            </a:xfrm>
            <a:custGeom>
              <a:avLst/>
              <a:gdLst/>
              <a:ahLst/>
              <a:cxnLst/>
              <a:rect l="l" t="t" r="r" b="b"/>
              <a:pathLst>
                <a:path w="2769" h="4553" extrusionOk="0">
                  <a:moveTo>
                    <a:pt x="141" y="1"/>
                  </a:moveTo>
                  <a:lnTo>
                    <a:pt x="61" y="341"/>
                  </a:lnTo>
                  <a:lnTo>
                    <a:pt x="21" y="702"/>
                  </a:lnTo>
                  <a:lnTo>
                    <a:pt x="1" y="1043"/>
                  </a:lnTo>
                  <a:lnTo>
                    <a:pt x="21" y="1384"/>
                  </a:lnTo>
                  <a:lnTo>
                    <a:pt x="61" y="1705"/>
                  </a:lnTo>
                  <a:lnTo>
                    <a:pt x="121" y="2026"/>
                  </a:lnTo>
                  <a:lnTo>
                    <a:pt x="221" y="2327"/>
                  </a:lnTo>
                  <a:lnTo>
                    <a:pt x="341" y="2628"/>
                  </a:lnTo>
                  <a:lnTo>
                    <a:pt x="462" y="2908"/>
                  </a:lnTo>
                  <a:lnTo>
                    <a:pt x="622" y="3169"/>
                  </a:lnTo>
                  <a:lnTo>
                    <a:pt x="803" y="3410"/>
                  </a:lnTo>
                  <a:lnTo>
                    <a:pt x="1003" y="3630"/>
                  </a:lnTo>
                  <a:lnTo>
                    <a:pt x="1224" y="3851"/>
                  </a:lnTo>
                  <a:lnTo>
                    <a:pt x="1465" y="4032"/>
                  </a:lnTo>
                  <a:lnTo>
                    <a:pt x="1725" y="4192"/>
                  </a:lnTo>
                  <a:lnTo>
                    <a:pt x="2006" y="4332"/>
                  </a:lnTo>
                  <a:lnTo>
                    <a:pt x="2307" y="4453"/>
                  </a:lnTo>
                  <a:lnTo>
                    <a:pt x="2628" y="4553"/>
                  </a:lnTo>
                  <a:lnTo>
                    <a:pt x="2768" y="4212"/>
                  </a:lnTo>
                  <a:lnTo>
                    <a:pt x="2507" y="4072"/>
                  </a:lnTo>
                  <a:lnTo>
                    <a:pt x="2267" y="3911"/>
                  </a:lnTo>
                  <a:lnTo>
                    <a:pt x="2026" y="3751"/>
                  </a:lnTo>
                  <a:lnTo>
                    <a:pt x="1805" y="3570"/>
                  </a:lnTo>
                  <a:lnTo>
                    <a:pt x="1585" y="3390"/>
                  </a:lnTo>
                  <a:lnTo>
                    <a:pt x="1384" y="3169"/>
                  </a:lnTo>
                  <a:lnTo>
                    <a:pt x="1204" y="2949"/>
                  </a:lnTo>
                  <a:lnTo>
                    <a:pt x="1043" y="2708"/>
                  </a:lnTo>
                  <a:lnTo>
                    <a:pt x="843" y="2367"/>
                  </a:lnTo>
                  <a:lnTo>
                    <a:pt x="682" y="2046"/>
                  </a:lnTo>
                  <a:lnTo>
                    <a:pt x="542" y="1705"/>
                  </a:lnTo>
                  <a:lnTo>
                    <a:pt x="402" y="1364"/>
                  </a:lnTo>
                  <a:lnTo>
                    <a:pt x="301" y="1023"/>
                  </a:lnTo>
                  <a:lnTo>
                    <a:pt x="241" y="682"/>
                  </a:lnTo>
                  <a:lnTo>
                    <a:pt x="181" y="341"/>
                  </a:lnTo>
                  <a:lnTo>
                    <a:pt x="14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5" name="Google Shape;8945;p45"/>
            <p:cNvSpPr/>
            <p:nvPr/>
          </p:nvSpPr>
          <p:spPr>
            <a:xfrm>
              <a:off x="11593750" y="3194400"/>
              <a:ext cx="315875" cy="322925"/>
            </a:xfrm>
            <a:custGeom>
              <a:avLst/>
              <a:gdLst/>
              <a:ahLst/>
              <a:cxnLst/>
              <a:rect l="l" t="t" r="r" b="b"/>
              <a:pathLst>
                <a:path w="12635" h="12917" extrusionOk="0">
                  <a:moveTo>
                    <a:pt x="5816" y="1"/>
                  </a:moveTo>
                  <a:lnTo>
                    <a:pt x="5516" y="21"/>
                  </a:lnTo>
                  <a:lnTo>
                    <a:pt x="5195" y="41"/>
                  </a:lnTo>
                  <a:lnTo>
                    <a:pt x="4894" y="81"/>
                  </a:lnTo>
                  <a:lnTo>
                    <a:pt x="4613" y="121"/>
                  </a:lnTo>
                  <a:lnTo>
                    <a:pt x="4312" y="201"/>
                  </a:lnTo>
                  <a:lnTo>
                    <a:pt x="4031" y="282"/>
                  </a:lnTo>
                  <a:lnTo>
                    <a:pt x="3751" y="382"/>
                  </a:lnTo>
                  <a:lnTo>
                    <a:pt x="3490" y="482"/>
                  </a:lnTo>
                  <a:lnTo>
                    <a:pt x="3229" y="603"/>
                  </a:lnTo>
                  <a:lnTo>
                    <a:pt x="2969" y="743"/>
                  </a:lnTo>
                  <a:lnTo>
                    <a:pt x="2728" y="903"/>
                  </a:lnTo>
                  <a:lnTo>
                    <a:pt x="2487" y="1064"/>
                  </a:lnTo>
                  <a:lnTo>
                    <a:pt x="2267" y="1224"/>
                  </a:lnTo>
                  <a:lnTo>
                    <a:pt x="2046" y="1405"/>
                  </a:lnTo>
                  <a:lnTo>
                    <a:pt x="1825" y="1605"/>
                  </a:lnTo>
                  <a:lnTo>
                    <a:pt x="1625" y="1806"/>
                  </a:lnTo>
                  <a:lnTo>
                    <a:pt x="1444" y="2006"/>
                  </a:lnTo>
                  <a:lnTo>
                    <a:pt x="1264" y="2227"/>
                  </a:lnTo>
                  <a:lnTo>
                    <a:pt x="1083" y="2448"/>
                  </a:lnTo>
                  <a:lnTo>
                    <a:pt x="943" y="2688"/>
                  </a:lnTo>
                  <a:lnTo>
                    <a:pt x="783" y="2929"/>
                  </a:lnTo>
                  <a:lnTo>
                    <a:pt x="662" y="3190"/>
                  </a:lnTo>
                  <a:lnTo>
                    <a:pt x="542" y="3430"/>
                  </a:lnTo>
                  <a:lnTo>
                    <a:pt x="422" y="3691"/>
                  </a:lnTo>
                  <a:lnTo>
                    <a:pt x="341" y="3952"/>
                  </a:lnTo>
                  <a:lnTo>
                    <a:pt x="261" y="4232"/>
                  </a:lnTo>
                  <a:lnTo>
                    <a:pt x="181" y="4493"/>
                  </a:lnTo>
                  <a:lnTo>
                    <a:pt x="121" y="4854"/>
                  </a:lnTo>
                  <a:lnTo>
                    <a:pt x="61" y="5195"/>
                  </a:lnTo>
                  <a:lnTo>
                    <a:pt x="41" y="5556"/>
                  </a:lnTo>
                  <a:lnTo>
                    <a:pt x="21" y="5897"/>
                  </a:lnTo>
                  <a:lnTo>
                    <a:pt x="1" y="6238"/>
                  </a:lnTo>
                  <a:lnTo>
                    <a:pt x="21" y="6599"/>
                  </a:lnTo>
                  <a:lnTo>
                    <a:pt x="61" y="6940"/>
                  </a:lnTo>
                  <a:lnTo>
                    <a:pt x="101" y="7281"/>
                  </a:lnTo>
                  <a:lnTo>
                    <a:pt x="161" y="7622"/>
                  </a:lnTo>
                  <a:lnTo>
                    <a:pt x="221" y="7963"/>
                  </a:lnTo>
                  <a:lnTo>
                    <a:pt x="321" y="8283"/>
                  </a:lnTo>
                  <a:lnTo>
                    <a:pt x="422" y="8624"/>
                  </a:lnTo>
                  <a:lnTo>
                    <a:pt x="542" y="8925"/>
                  </a:lnTo>
                  <a:lnTo>
                    <a:pt x="682" y="9246"/>
                  </a:lnTo>
                  <a:lnTo>
                    <a:pt x="843" y="9547"/>
                  </a:lnTo>
                  <a:lnTo>
                    <a:pt x="1003" y="9848"/>
                  </a:lnTo>
                  <a:lnTo>
                    <a:pt x="1184" y="10128"/>
                  </a:lnTo>
                  <a:lnTo>
                    <a:pt x="1384" y="10409"/>
                  </a:lnTo>
                  <a:lnTo>
                    <a:pt x="1605" y="10670"/>
                  </a:lnTo>
                  <a:lnTo>
                    <a:pt x="1825" y="10931"/>
                  </a:lnTo>
                  <a:lnTo>
                    <a:pt x="2066" y="11171"/>
                  </a:lnTo>
                  <a:lnTo>
                    <a:pt x="2327" y="11392"/>
                  </a:lnTo>
                  <a:lnTo>
                    <a:pt x="2608" y="11612"/>
                  </a:lnTo>
                  <a:lnTo>
                    <a:pt x="2888" y="11813"/>
                  </a:lnTo>
                  <a:lnTo>
                    <a:pt x="3189" y="12014"/>
                  </a:lnTo>
                  <a:lnTo>
                    <a:pt x="3510" y="12174"/>
                  </a:lnTo>
                  <a:lnTo>
                    <a:pt x="3831" y="12334"/>
                  </a:lnTo>
                  <a:lnTo>
                    <a:pt x="4192" y="12475"/>
                  </a:lnTo>
                  <a:lnTo>
                    <a:pt x="4553" y="12595"/>
                  </a:lnTo>
                  <a:lnTo>
                    <a:pt x="4914" y="12695"/>
                  </a:lnTo>
                  <a:lnTo>
                    <a:pt x="5315" y="12776"/>
                  </a:lnTo>
                  <a:lnTo>
                    <a:pt x="5716" y="12856"/>
                  </a:lnTo>
                  <a:lnTo>
                    <a:pt x="6137" y="12896"/>
                  </a:lnTo>
                  <a:lnTo>
                    <a:pt x="6558" y="12916"/>
                  </a:lnTo>
                  <a:lnTo>
                    <a:pt x="6959" y="12916"/>
                  </a:lnTo>
                  <a:lnTo>
                    <a:pt x="7361" y="12896"/>
                  </a:lnTo>
                  <a:lnTo>
                    <a:pt x="7742" y="12836"/>
                  </a:lnTo>
                  <a:lnTo>
                    <a:pt x="8103" y="12776"/>
                  </a:lnTo>
                  <a:lnTo>
                    <a:pt x="8464" y="12695"/>
                  </a:lnTo>
                  <a:lnTo>
                    <a:pt x="8804" y="12575"/>
                  </a:lnTo>
                  <a:lnTo>
                    <a:pt x="9145" y="12455"/>
                  </a:lnTo>
                  <a:lnTo>
                    <a:pt x="9466" y="12294"/>
                  </a:lnTo>
                  <a:lnTo>
                    <a:pt x="9767" y="12134"/>
                  </a:lnTo>
                  <a:lnTo>
                    <a:pt x="10068" y="11953"/>
                  </a:lnTo>
                  <a:lnTo>
                    <a:pt x="10349" y="11753"/>
                  </a:lnTo>
                  <a:lnTo>
                    <a:pt x="10609" y="11552"/>
                  </a:lnTo>
                  <a:lnTo>
                    <a:pt x="10850" y="11312"/>
                  </a:lnTo>
                  <a:lnTo>
                    <a:pt x="11091" y="11071"/>
                  </a:lnTo>
                  <a:lnTo>
                    <a:pt x="11291" y="10830"/>
                  </a:lnTo>
                  <a:lnTo>
                    <a:pt x="11472" y="10590"/>
                  </a:lnTo>
                  <a:lnTo>
                    <a:pt x="11652" y="10349"/>
                  </a:lnTo>
                  <a:lnTo>
                    <a:pt x="11813" y="10088"/>
                  </a:lnTo>
                  <a:lnTo>
                    <a:pt x="11953" y="9808"/>
                  </a:lnTo>
                  <a:lnTo>
                    <a:pt x="12093" y="9527"/>
                  </a:lnTo>
                  <a:lnTo>
                    <a:pt x="12214" y="9226"/>
                  </a:lnTo>
                  <a:lnTo>
                    <a:pt x="12314" y="8945"/>
                  </a:lnTo>
                  <a:lnTo>
                    <a:pt x="12394" y="8624"/>
                  </a:lnTo>
                  <a:lnTo>
                    <a:pt x="12474" y="8324"/>
                  </a:lnTo>
                  <a:lnTo>
                    <a:pt x="12535" y="8003"/>
                  </a:lnTo>
                  <a:lnTo>
                    <a:pt x="12595" y="7662"/>
                  </a:lnTo>
                  <a:lnTo>
                    <a:pt x="12615" y="7341"/>
                  </a:lnTo>
                  <a:lnTo>
                    <a:pt x="12635" y="7000"/>
                  </a:lnTo>
                  <a:lnTo>
                    <a:pt x="12635" y="6659"/>
                  </a:lnTo>
                  <a:lnTo>
                    <a:pt x="12615" y="6318"/>
                  </a:lnTo>
                  <a:lnTo>
                    <a:pt x="12575" y="5877"/>
                  </a:lnTo>
                  <a:lnTo>
                    <a:pt x="12494" y="5436"/>
                  </a:lnTo>
                  <a:lnTo>
                    <a:pt x="12374" y="5015"/>
                  </a:lnTo>
                  <a:lnTo>
                    <a:pt x="12214" y="4593"/>
                  </a:lnTo>
                  <a:lnTo>
                    <a:pt x="12033" y="4172"/>
                  </a:lnTo>
                  <a:lnTo>
                    <a:pt x="11833" y="3771"/>
                  </a:lnTo>
                  <a:lnTo>
                    <a:pt x="11592" y="3370"/>
                  </a:lnTo>
                  <a:lnTo>
                    <a:pt x="11331" y="2989"/>
                  </a:lnTo>
                  <a:lnTo>
                    <a:pt x="11030" y="2628"/>
                  </a:lnTo>
                  <a:lnTo>
                    <a:pt x="10730" y="2267"/>
                  </a:lnTo>
                  <a:lnTo>
                    <a:pt x="10389" y="1946"/>
                  </a:lnTo>
                  <a:lnTo>
                    <a:pt x="10028" y="1625"/>
                  </a:lnTo>
                  <a:lnTo>
                    <a:pt x="9647" y="1345"/>
                  </a:lnTo>
                  <a:lnTo>
                    <a:pt x="9246" y="1084"/>
                  </a:lnTo>
                  <a:lnTo>
                    <a:pt x="8825" y="843"/>
                  </a:lnTo>
                  <a:lnTo>
                    <a:pt x="8403" y="623"/>
                  </a:lnTo>
                  <a:lnTo>
                    <a:pt x="7922" y="422"/>
                  </a:lnTo>
                  <a:lnTo>
                    <a:pt x="7421" y="262"/>
                  </a:lnTo>
                  <a:lnTo>
                    <a:pt x="7100" y="161"/>
                  </a:lnTo>
                  <a:lnTo>
                    <a:pt x="6779" y="101"/>
                  </a:lnTo>
                  <a:lnTo>
                    <a:pt x="6458" y="61"/>
                  </a:lnTo>
                  <a:lnTo>
                    <a:pt x="6137" y="21"/>
                  </a:lnTo>
                  <a:lnTo>
                    <a:pt x="58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6" name="Google Shape;8946;p45"/>
            <p:cNvSpPr/>
            <p:nvPr/>
          </p:nvSpPr>
          <p:spPr>
            <a:xfrm>
              <a:off x="11593750" y="3194400"/>
              <a:ext cx="315875" cy="322925"/>
            </a:xfrm>
            <a:custGeom>
              <a:avLst/>
              <a:gdLst/>
              <a:ahLst/>
              <a:cxnLst/>
              <a:rect l="l" t="t" r="r" b="b"/>
              <a:pathLst>
                <a:path w="12635" h="12917" fill="none" extrusionOk="0">
                  <a:moveTo>
                    <a:pt x="11091" y="11071"/>
                  </a:moveTo>
                  <a:lnTo>
                    <a:pt x="11091" y="11071"/>
                  </a:lnTo>
                  <a:lnTo>
                    <a:pt x="10850" y="11312"/>
                  </a:lnTo>
                  <a:lnTo>
                    <a:pt x="10609" y="11552"/>
                  </a:lnTo>
                  <a:lnTo>
                    <a:pt x="10349" y="11753"/>
                  </a:lnTo>
                  <a:lnTo>
                    <a:pt x="10068" y="11953"/>
                  </a:lnTo>
                  <a:lnTo>
                    <a:pt x="9767" y="12134"/>
                  </a:lnTo>
                  <a:lnTo>
                    <a:pt x="9466" y="12294"/>
                  </a:lnTo>
                  <a:lnTo>
                    <a:pt x="9145" y="12455"/>
                  </a:lnTo>
                  <a:lnTo>
                    <a:pt x="8804" y="12575"/>
                  </a:lnTo>
                  <a:lnTo>
                    <a:pt x="8464" y="12695"/>
                  </a:lnTo>
                  <a:lnTo>
                    <a:pt x="8103" y="12776"/>
                  </a:lnTo>
                  <a:lnTo>
                    <a:pt x="7742" y="12836"/>
                  </a:lnTo>
                  <a:lnTo>
                    <a:pt x="7361" y="12896"/>
                  </a:lnTo>
                  <a:lnTo>
                    <a:pt x="6959" y="12916"/>
                  </a:lnTo>
                  <a:lnTo>
                    <a:pt x="6558" y="12916"/>
                  </a:lnTo>
                  <a:lnTo>
                    <a:pt x="6137" y="12896"/>
                  </a:lnTo>
                  <a:lnTo>
                    <a:pt x="5716" y="12856"/>
                  </a:lnTo>
                  <a:lnTo>
                    <a:pt x="5716" y="12856"/>
                  </a:lnTo>
                  <a:lnTo>
                    <a:pt x="5315" y="12776"/>
                  </a:lnTo>
                  <a:lnTo>
                    <a:pt x="4914" y="12695"/>
                  </a:lnTo>
                  <a:lnTo>
                    <a:pt x="4553" y="12595"/>
                  </a:lnTo>
                  <a:lnTo>
                    <a:pt x="4192" y="12475"/>
                  </a:lnTo>
                  <a:lnTo>
                    <a:pt x="3831" y="12334"/>
                  </a:lnTo>
                  <a:lnTo>
                    <a:pt x="3510" y="12174"/>
                  </a:lnTo>
                  <a:lnTo>
                    <a:pt x="3189" y="12014"/>
                  </a:lnTo>
                  <a:lnTo>
                    <a:pt x="2888" y="11813"/>
                  </a:lnTo>
                  <a:lnTo>
                    <a:pt x="2608" y="11612"/>
                  </a:lnTo>
                  <a:lnTo>
                    <a:pt x="2327" y="11392"/>
                  </a:lnTo>
                  <a:lnTo>
                    <a:pt x="2066" y="11171"/>
                  </a:lnTo>
                  <a:lnTo>
                    <a:pt x="1825" y="10931"/>
                  </a:lnTo>
                  <a:lnTo>
                    <a:pt x="1605" y="10670"/>
                  </a:lnTo>
                  <a:lnTo>
                    <a:pt x="1384" y="10409"/>
                  </a:lnTo>
                  <a:lnTo>
                    <a:pt x="1184" y="10128"/>
                  </a:lnTo>
                  <a:lnTo>
                    <a:pt x="1003" y="9848"/>
                  </a:lnTo>
                  <a:lnTo>
                    <a:pt x="843" y="9547"/>
                  </a:lnTo>
                  <a:lnTo>
                    <a:pt x="682" y="9246"/>
                  </a:lnTo>
                  <a:lnTo>
                    <a:pt x="542" y="8925"/>
                  </a:lnTo>
                  <a:lnTo>
                    <a:pt x="422" y="8624"/>
                  </a:lnTo>
                  <a:lnTo>
                    <a:pt x="321" y="8283"/>
                  </a:lnTo>
                  <a:lnTo>
                    <a:pt x="221" y="7963"/>
                  </a:lnTo>
                  <a:lnTo>
                    <a:pt x="161" y="7622"/>
                  </a:lnTo>
                  <a:lnTo>
                    <a:pt x="101" y="7281"/>
                  </a:lnTo>
                  <a:lnTo>
                    <a:pt x="61" y="6940"/>
                  </a:lnTo>
                  <a:lnTo>
                    <a:pt x="21" y="6599"/>
                  </a:lnTo>
                  <a:lnTo>
                    <a:pt x="1" y="6238"/>
                  </a:lnTo>
                  <a:lnTo>
                    <a:pt x="21" y="5897"/>
                  </a:lnTo>
                  <a:lnTo>
                    <a:pt x="41" y="5556"/>
                  </a:lnTo>
                  <a:lnTo>
                    <a:pt x="61" y="5195"/>
                  </a:lnTo>
                  <a:lnTo>
                    <a:pt x="121" y="4854"/>
                  </a:lnTo>
                  <a:lnTo>
                    <a:pt x="181" y="4493"/>
                  </a:lnTo>
                  <a:lnTo>
                    <a:pt x="181" y="4493"/>
                  </a:lnTo>
                  <a:lnTo>
                    <a:pt x="261" y="4232"/>
                  </a:lnTo>
                  <a:lnTo>
                    <a:pt x="341" y="3952"/>
                  </a:lnTo>
                  <a:lnTo>
                    <a:pt x="422" y="3691"/>
                  </a:lnTo>
                  <a:lnTo>
                    <a:pt x="542" y="3430"/>
                  </a:lnTo>
                  <a:lnTo>
                    <a:pt x="662" y="3190"/>
                  </a:lnTo>
                  <a:lnTo>
                    <a:pt x="783" y="2929"/>
                  </a:lnTo>
                  <a:lnTo>
                    <a:pt x="943" y="2688"/>
                  </a:lnTo>
                  <a:lnTo>
                    <a:pt x="1083" y="2448"/>
                  </a:lnTo>
                  <a:lnTo>
                    <a:pt x="1264" y="2227"/>
                  </a:lnTo>
                  <a:lnTo>
                    <a:pt x="1444" y="2006"/>
                  </a:lnTo>
                  <a:lnTo>
                    <a:pt x="1625" y="1806"/>
                  </a:lnTo>
                  <a:lnTo>
                    <a:pt x="1825" y="1605"/>
                  </a:lnTo>
                  <a:lnTo>
                    <a:pt x="2046" y="1405"/>
                  </a:lnTo>
                  <a:lnTo>
                    <a:pt x="2267" y="1224"/>
                  </a:lnTo>
                  <a:lnTo>
                    <a:pt x="2487" y="1064"/>
                  </a:lnTo>
                  <a:lnTo>
                    <a:pt x="2728" y="903"/>
                  </a:lnTo>
                  <a:lnTo>
                    <a:pt x="2969" y="743"/>
                  </a:lnTo>
                  <a:lnTo>
                    <a:pt x="3229" y="603"/>
                  </a:lnTo>
                  <a:lnTo>
                    <a:pt x="3490" y="482"/>
                  </a:lnTo>
                  <a:lnTo>
                    <a:pt x="3751" y="382"/>
                  </a:lnTo>
                  <a:lnTo>
                    <a:pt x="4031" y="282"/>
                  </a:lnTo>
                  <a:lnTo>
                    <a:pt x="4312" y="201"/>
                  </a:lnTo>
                  <a:lnTo>
                    <a:pt x="4613" y="121"/>
                  </a:lnTo>
                  <a:lnTo>
                    <a:pt x="4894" y="81"/>
                  </a:lnTo>
                  <a:lnTo>
                    <a:pt x="5195" y="41"/>
                  </a:lnTo>
                  <a:lnTo>
                    <a:pt x="5516" y="21"/>
                  </a:lnTo>
                  <a:lnTo>
                    <a:pt x="5816" y="1"/>
                  </a:lnTo>
                  <a:lnTo>
                    <a:pt x="6137" y="21"/>
                  </a:lnTo>
                  <a:lnTo>
                    <a:pt x="6458" y="61"/>
                  </a:lnTo>
                  <a:lnTo>
                    <a:pt x="6779" y="101"/>
                  </a:lnTo>
                  <a:lnTo>
                    <a:pt x="7100" y="161"/>
                  </a:lnTo>
                  <a:lnTo>
                    <a:pt x="7421" y="262"/>
                  </a:lnTo>
                  <a:lnTo>
                    <a:pt x="7421" y="262"/>
                  </a:lnTo>
                  <a:lnTo>
                    <a:pt x="7922" y="422"/>
                  </a:lnTo>
                  <a:lnTo>
                    <a:pt x="8403" y="623"/>
                  </a:lnTo>
                  <a:lnTo>
                    <a:pt x="8403" y="623"/>
                  </a:lnTo>
                  <a:lnTo>
                    <a:pt x="8825" y="843"/>
                  </a:lnTo>
                  <a:lnTo>
                    <a:pt x="9246" y="1084"/>
                  </a:lnTo>
                  <a:lnTo>
                    <a:pt x="9647" y="1345"/>
                  </a:lnTo>
                  <a:lnTo>
                    <a:pt x="10028" y="1625"/>
                  </a:lnTo>
                  <a:lnTo>
                    <a:pt x="10389" y="1946"/>
                  </a:lnTo>
                  <a:lnTo>
                    <a:pt x="10730" y="2267"/>
                  </a:lnTo>
                  <a:lnTo>
                    <a:pt x="11030" y="2628"/>
                  </a:lnTo>
                  <a:lnTo>
                    <a:pt x="11331" y="2989"/>
                  </a:lnTo>
                  <a:lnTo>
                    <a:pt x="11592" y="3370"/>
                  </a:lnTo>
                  <a:lnTo>
                    <a:pt x="11833" y="3771"/>
                  </a:lnTo>
                  <a:lnTo>
                    <a:pt x="12033" y="4172"/>
                  </a:lnTo>
                  <a:lnTo>
                    <a:pt x="12214" y="4593"/>
                  </a:lnTo>
                  <a:lnTo>
                    <a:pt x="12374" y="5015"/>
                  </a:lnTo>
                  <a:lnTo>
                    <a:pt x="12494" y="5436"/>
                  </a:lnTo>
                  <a:lnTo>
                    <a:pt x="12575" y="5877"/>
                  </a:lnTo>
                  <a:lnTo>
                    <a:pt x="12615" y="6318"/>
                  </a:lnTo>
                  <a:lnTo>
                    <a:pt x="12615" y="6318"/>
                  </a:lnTo>
                  <a:lnTo>
                    <a:pt x="12635" y="6659"/>
                  </a:lnTo>
                  <a:lnTo>
                    <a:pt x="12635" y="7000"/>
                  </a:lnTo>
                  <a:lnTo>
                    <a:pt x="12615" y="7341"/>
                  </a:lnTo>
                  <a:lnTo>
                    <a:pt x="12595" y="7662"/>
                  </a:lnTo>
                  <a:lnTo>
                    <a:pt x="12535" y="8003"/>
                  </a:lnTo>
                  <a:lnTo>
                    <a:pt x="12474" y="8324"/>
                  </a:lnTo>
                  <a:lnTo>
                    <a:pt x="12394" y="8624"/>
                  </a:lnTo>
                  <a:lnTo>
                    <a:pt x="12314" y="8945"/>
                  </a:lnTo>
                  <a:lnTo>
                    <a:pt x="12214" y="9226"/>
                  </a:lnTo>
                  <a:lnTo>
                    <a:pt x="12093" y="9527"/>
                  </a:lnTo>
                  <a:lnTo>
                    <a:pt x="11953" y="9808"/>
                  </a:lnTo>
                  <a:lnTo>
                    <a:pt x="11813" y="10088"/>
                  </a:lnTo>
                  <a:lnTo>
                    <a:pt x="11652" y="10349"/>
                  </a:lnTo>
                  <a:lnTo>
                    <a:pt x="11472" y="10590"/>
                  </a:lnTo>
                  <a:lnTo>
                    <a:pt x="11291" y="10830"/>
                  </a:lnTo>
                  <a:lnTo>
                    <a:pt x="11091" y="1107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8947;p45"/>
            <p:cNvSpPr/>
            <p:nvPr/>
          </p:nvSpPr>
          <p:spPr>
            <a:xfrm>
              <a:off x="11639875" y="3271125"/>
              <a:ext cx="188550" cy="193050"/>
            </a:xfrm>
            <a:custGeom>
              <a:avLst/>
              <a:gdLst/>
              <a:ahLst/>
              <a:cxnLst/>
              <a:rect l="l" t="t" r="r" b="b"/>
              <a:pathLst>
                <a:path w="7542" h="7722" extrusionOk="0">
                  <a:moveTo>
                    <a:pt x="3289" y="0"/>
                  </a:moveTo>
                  <a:lnTo>
                    <a:pt x="2928" y="40"/>
                  </a:lnTo>
                  <a:lnTo>
                    <a:pt x="2568" y="121"/>
                  </a:lnTo>
                  <a:lnTo>
                    <a:pt x="2227" y="221"/>
                  </a:lnTo>
                  <a:lnTo>
                    <a:pt x="1926" y="361"/>
                  </a:lnTo>
                  <a:lnTo>
                    <a:pt x="1625" y="522"/>
                  </a:lnTo>
                  <a:lnTo>
                    <a:pt x="1344" y="722"/>
                  </a:lnTo>
                  <a:lnTo>
                    <a:pt x="1083" y="963"/>
                  </a:lnTo>
                  <a:lnTo>
                    <a:pt x="843" y="1203"/>
                  </a:lnTo>
                  <a:lnTo>
                    <a:pt x="642" y="1464"/>
                  </a:lnTo>
                  <a:lnTo>
                    <a:pt x="462" y="1745"/>
                  </a:lnTo>
                  <a:lnTo>
                    <a:pt x="301" y="2046"/>
                  </a:lnTo>
                  <a:lnTo>
                    <a:pt x="181" y="2367"/>
                  </a:lnTo>
                  <a:lnTo>
                    <a:pt x="101" y="2688"/>
                  </a:lnTo>
                  <a:lnTo>
                    <a:pt x="21" y="3109"/>
                  </a:lnTo>
                  <a:lnTo>
                    <a:pt x="1" y="3530"/>
                  </a:lnTo>
                  <a:lnTo>
                    <a:pt x="1" y="3951"/>
                  </a:lnTo>
                  <a:lnTo>
                    <a:pt x="41" y="4352"/>
                  </a:lnTo>
                  <a:lnTo>
                    <a:pt x="121" y="4753"/>
                  </a:lnTo>
                  <a:lnTo>
                    <a:pt x="241" y="5154"/>
                  </a:lnTo>
                  <a:lnTo>
                    <a:pt x="402" y="5535"/>
                  </a:lnTo>
                  <a:lnTo>
                    <a:pt x="582" y="5876"/>
                  </a:lnTo>
                  <a:lnTo>
                    <a:pt x="823" y="6217"/>
                  </a:lnTo>
                  <a:lnTo>
                    <a:pt x="1083" y="6538"/>
                  </a:lnTo>
                  <a:lnTo>
                    <a:pt x="1384" y="6819"/>
                  </a:lnTo>
                  <a:lnTo>
                    <a:pt x="1545" y="6939"/>
                  </a:lnTo>
                  <a:lnTo>
                    <a:pt x="1725" y="7059"/>
                  </a:lnTo>
                  <a:lnTo>
                    <a:pt x="1906" y="7180"/>
                  </a:lnTo>
                  <a:lnTo>
                    <a:pt x="2086" y="7280"/>
                  </a:lnTo>
                  <a:lnTo>
                    <a:pt x="2287" y="7380"/>
                  </a:lnTo>
                  <a:lnTo>
                    <a:pt x="2487" y="7461"/>
                  </a:lnTo>
                  <a:lnTo>
                    <a:pt x="2708" y="7521"/>
                  </a:lnTo>
                  <a:lnTo>
                    <a:pt x="2928" y="7581"/>
                  </a:lnTo>
                  <a:lnTo>
                    <a:pt x="3169" y="7641"/>
                  </a:lnTo>
                  <a:lnTo>
                    <a:pt x="3410" y="7681"/>
                  </a:lnTo>
                  <a:lnTo>
                    <a:pt x="3650" y="7701"/>
                  </a:lnTo>
                  <a:lnTo>
                    <a:pt x="3891" y="7721"/>
                  </a:lnTo>
                  <a:lnTo>
                    <a:pt x="4112" y="7721"/>
                  </a:lnTo>
                  <a:lnTo>
                    <a:pt x="4332" y="7701"/>
                  </a:lnTo>
                  <a:lnTo>
                    <a:pt x="4553" y="7681"/>
                  </a:lnTo>
                  <a:lnTo>
                    <a:pt x="4774" y="7641"/>
                  </a:lnTo>
                  <a:lnTo>
                    <a:pt x="4974" y="7601"/>
                  </a:lnTo>
                  <a:lnTo>
                    <a:pt x="5175" y="7541"/>
                  </a:lnTo>
                  <a:lnTo>
                    <a:pt x="5375" y="7481"/>
                  </a:lnTo>
                  <a:lnTo>
                    <a:pt x="5556" y="7400"/>
                  </a:lnTo>
                  <a:lnTo>
                    <a:pt x="5897" y="7220"/>
                  </a:lnTo>
                  <a:lnTo>
                    <a:pt x="6217" y="6999"/>
                  </a:lnTo>
                  <a:lnTo>
                    <a:pt x="6498" y="6739"/>
                  </a:lnTo>
                  <a:lnTo>
                    <a:pt x="6759" y="6458"/>
                  </a:lnTo>
                  <a:lnTo>
                    <a:pt x="6980" y="6137"/>
                  </a:lnTo>
                  <a:lnTo>
                    <a:pt x="7180" y="5796"/>
                  </a:lnTo>
                  <a:lnTo>
                    <a:pt x="7320" y="5415"/>
                  </a:lnTo>
                  <a:lnTo>
                    <a:pt x="7441" y="5034"/>
                  </a:lnTo>
                  <a:lnTo>
                    <a:pt x="7501" y="4633"/>
                  </a:lnTo>
                  <a:lnTo>
                    <a:pt x="7541" y="4212"/>
                  </a:lnTo>
                  <a:lnTo>
                    <a:pt x="7541" y="3770"/>
                  </a:lnTo>
                  <a:lnTo>
                    <a:pt x="7501" y="3470"/>
                  </a:lnTo>
                  <a:lnTo>
                    <a:pt x="7441" y="3189"/>
                  </a:lnTo>
                  <a:lnTo>
                    <a:pt x="7361" y="2888"/>
                  </a:lnTo>
                  <a:lnTo>
                    <a:pt x="7240" y="2607"/>
                  </a:lnTo>
                  <a:lnTo>
                    <a:pt x="7100" y="2327"/>
                  </a:lnTo>
                  <a:lnTo>
                    <a:pt x="6959" y="2066"/>
                  </a:lnTo>
                  <a:lnTo>
                    <a:pt x="6779" y="1805"/>
                  </a:lnTo>
                  <a:lnTo>
                    <a:pt x="6578" y="1544"/>
                  </a:lnTo>
                  <a:lnTo>
                    <a:pt x="6358" y="1324"/>
                  </a:lnTo>
                  <a:lnTo>
                    <a:pt x="6117" y="1103"/>
                  </a:lnTo>
                  <a:lnTo>
                    <a:pt x="5877" y="883"/>
                  </a:lnTo>
                  <a:lnTo>
                    <a:pt x="5616" y="702"/>
                  </a:lnTo>
                  <a:lnTo>
                    <a:pt x="5335" y="522"/>
                  </a:lnTo>
                  <a:lnTo>
                    <a:pt x="5034" y="381"/>
                  </a:lnTo>
                  <a:lnTo>
                    <a:pt x="4733" y="261"/>
                  </a:lnTo>
                  <a:lnTo>
                    <a:pt x="4433" y="141"/>
                  </a:lnTo>
                  <a:lnTo>
                    <a:pt x="4031" y="60"/>
                  </a:lnTo>
                  <a:lnTo>
                    <a:pt x="36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8948;p45"/>
            <p:cNvSpPr/>
            <p:nvPr/>
          </p:nvSpPr>
          <p:spPr>
            <a:xfrm>
              <a:off x="11639875" y="3271125"/>
              <a:ext cx="188550" cy="193050"/>
            </a:xfrm>
            <a:custGeom>
              <a:avLst/>
              <a:gdLst/>
              <a:ahLst/>
              <a:cxnLst/>
              <a:rect l="l" t="t" r="r" b="b"/>
              <a:pathLst>
                <a:path w="7542" h="7722" fill="none" extrusionOk="0">
                  <a:moveTo>
                    <a:pt x="7541" y="3770"/>
                  </a:moveTo>
                  <a:lnTo>
                    <a:pt x="7541" y="3770"/>
                  </a:lnTo>
                  <a:lnTo>
                    <a:pt x="7541" y="4212"/>
                  </a:lnTo>
                  <a:lnTo>
                    <a:pt x="7501" y="4633"/>
                  </a:lnTo>
                  <a:lnTo>
                    <a:pt x="7441" y="5034"/>
                  </a:lnTo>
                  <a:lnTo>
                    <a:pt x="7320" y="5415"/>
                  </a:lnTo>
                  <a:lnTo>
                    <a:pt x="7180" y="5796"/>
                  </a:lnTo>
                  <a:lnTo>
                    <a:pt x="6980" y="6137"/>
                  </a:lnTo>
                  <a:lnTo>
                    <a:pt x="6759" y="6458"/>
                  </a:lnTo>
                  <a:lnTo>
                    <a:pt x="6498" y="6739"/>
                  </a:lnTo>
                  <a:lnTo>
                    <a:pt x="6217" y="6999"/>
                  </a:lnTo>
                  <a:lnTo>
                    <a:pt x="5897" y="7220"/>
                  </a:lnTo>
                  <a:lnTo>
                    <a:pt x="5556" y="7400"/>
                  </a:lnTo>
                  <a:lnTo>
                    <a:pt x="5375" y="7481"/>
                  </a:lnTo>
                  <a:lnTo>
                    <a:pt x="5175" y="7541"/>
                  </a:lnTo>
                  <a:lnTo>
                    <a:pt x="4974" y="7601"/>
                  </a:lnTo>
                  <a:lnTo>
                    <a:pt x="4774" y="7641"/>
                  </a:lnTo>
                  <a:lnTo>
                    <a:pt x="4553" y="7681"/>
                  </a:lnTo>
                  <a:lnTo>
                    <a:pt x="4332" y="7701"/>
                  </a:lnTo>
                  <a:lnTo>
                    <a:pt x="4112" y="7721"/>
                  </a:lnTo>
                  <a:lnTo>
                    <a:pt x="3891" y="7721"/>
                  </a:lnTo>
                  <a:lnTo>
                    <a:pt x="3650" y="7701"/>
                  </a:lnTo>
                  <a:lnTo>
                    <a:pt x="3410" y="7681"/>
                  </a:lnTo>
                  <a:lnTo>
                    <a:pt x="3410" y="7681"/>
                  </a:lnTo>
                  <a:lnTo>
                    <a:pt x="3169" y="7641"/>
                  </a:lnTo>
                  <a:lnTo>
                    <a:pt x="2928" y="7581"/>
                  </a:lnTo>
                  <a:lnTo>
                    <a:pt x="2708" y="7521"/>
                  </a:lnTo>
                  <a:lnTo>
                    <a:pt x="2487" y="7461"/>
                  </a:lnTo>
                  <a:lnTo>
                    <a:pt x="2287" y="7380"/>
                  </a:lnTo>
                  <a:lnTo>
                    <a:pt x="2086" y="7280"/>
                  </a:lnTo>
                  <a:lnTo>
                    <a:pt x="1906" y="7180"/>
                  </a:lnTo>
                  <a:lnTo>
                    <a:pt x="1725" y="7059"/>
                  </a:lnTo>
                  <a:lnTo>
                    <a:pt x="1545" y="6939"/>
                  </a:lnTo>
                  <a:lnTo>
                    <a:pt x="1384" y="6819"/>
                  </a:lnTo>
                  <a:lnTo>
                    <a:pt x="1083" y="6538"/>
                  </a:lnTo>
                  <a:lnTo>
                    <a:pt x="823" y="6217"/>
                  </a:lnTo>
                  <a:lnTo>
                    <a:pt x="582" y="5876"/>
                  </a:lnTo>
                  <a:lnTo>
                    <a:pt x="402" y="5535"/>
                  </a:lnTo>
                  <a:lnTo>
                    <a:pt x="241" y="5154"/>
                  </a:lnTo>
                  <a:lnTo>
                    <a:pt x="121" y="4753"/>
                  </a:lnTo>
                  <a:lnTo>
                    <a:pt x="41" y="4352"/>
                  </a:lnTo>
                  <a:lnTo>
                    <a:pt x="1" y="3951"/>
                  </a:lnTo>
                  <a:lnTo>
                    <a:pt x="1" y="3530"/>
                  </a:lnTo>
                  <a:lnTo>
                    <a:pt x="21" y="3109"/>
                  </a:lnTo>
                  <a:lnTo>
                    <a:pt x="101" y="2688"/>
                  </a:lnTo>
                  <a:lnTo>
                    <a:pt x="101" y="2688"/>
                  </a:lnTo>
                  <a:lnTo>
                    <a:pt x="181" y="2367"/>
                  </a:lnTo>
                  <a:lnTo>
                    <a:pt x="301" y="2046"/>
                  </a:lnTo>
                  <a:lnTo>
                    <a:pt x="462" y="1745"/>
                  </a:lnTo>
                  <a:lnTo>
                    <a:pt x="642" y="1464"/>
                  </a:lnTo>
                  <a:lnTo>
                    <a:pt x="843" y="1203"/>
                  </a:lnTo>
                  <a:lnTo>
                    <a:pt x="1083" y="963"/>
                  </a:lnTo>
                  <a:lnTo>
                    <a:pt x="1344" y="722"/>
                  </a:lnTo>
                  <a:lnTo>
                    <a:pt x="1625" y="522"/>
                  </a:lnTo>
                  <a:lnTo>
                    <a:pt x="1926" y="361"/>
                  </a:lnTo>
                  <a:lnTo>
                    <a:pt x="2227" y="221"/>
                  </a:lnTo>
                  <a:lnTo>
                    <a:pt x="2568" y="121"/>
                  </a:lnTo>
                  <a:lnTo>
                    <a:pt x="2928" y="40"/>
                  </a:lnTo>
                  <a:lnTo>
                    <a:pt x="3289" y="0"/>
                  </a:lnTo>
                  <a:lnTo>
                    <a:pt x="3650" y="0"/>
                  </a:lnTo>
                  <a:lnTo>
                    <a:pt x="4031" y="60"/>
                  </a:lnTo>
                  <a:lnTo>
                    <a:pt x="4433" y="141"/>
                  </a:lnTo>
                  <a:lnTo>
                    <a:pt x="4433" y="141"/>
                  </a:lnTo>
                  <a:lnTo>
                    <a:pt x="4733" y="261"/>
                  </a:lnTo>
                  <a:lnTo>
                    <a:pt x="5034" y="381"/>
                  </a:lnTo>
                  <a:lnTo>
                    <a:pt x="5335" y="522"/>
                  </a:lnTo>
                  <a:lnTo>
                    <a:pt x="5616" y="702"/>
                  </a:lnTo>
                  <a:lnTo>
                    <a:pt x="5877" y="883"/>
                  </a:lnTo>
                  <a:lnTo>
                    <a:pt x="6117" y="1103"/>
                  </a:lnTo>
                  <a:lnTo>
                    <a:pt x="6358" y="1324"/>
                  </a:lnTo>
                  <a:lnTo>
                    <a:pt x="6578" y="1544"/>
                  </a:lnTo>
                  <a:lnTo>
                    <a:pt x="6779" y="1805"/>
                  </a:lnTo>
                  <a:lnTo>
                    <a:pt x="6959" y="2066"/>
                  </a:lnTo>
                  <a:lnTo>
                    <a:pt x="7100" y="2327"/>
                  </a:lnTo>
                  <a:lnTo>
                    <a:pt x="7240" y="2607"/>
                  </a:lnTo>
                  <a:lnTo>
                    <a:pt x="7361" y="2888"/>
                  </a:lnTo>
                  <a:lnTo>
                    <a:pt x="7441" y="3189"/>
                  </a:lnTo>
                  <a:lnTo>
                    <a:pt x="7501" y="3470"/>
                  </a:lnTo>
                  <a:lnTo>
                    <a:pt x="7541" y="377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8949;p45"/>
            <p:cNvSpPr/>
            <p:nvPr/>
          </p:nvSpPr>
          <p:spPr>
            <a:xfrm>
              <a:off x="11601775" y="3194400"/>
              <a:ext cx="269250" cy="321900"/>
            </a:xfrm>
            <a:custGeom>
              <a:avLst/>
              <a:gdLst/>
              <a:ahLst/>
              <a:cxnLst/>
              <a:rect l="l" t="t" r="r" b="b"/>
              <a:pathLst>
                <a:path w="10770" h="12876" extrusionOk="0">
                  <a:moveTo>
                    <a:pt x="5415" y="1"/>
                  </a:moveTo>
                  <a:lnTo>
                    <a:pt x="4934" y="21"/>
                  </a:lnTo>
                  <a:lnTo>
                    <a:pt x="4473" y="81"/>
                  </a:lnTo>
                  <a:lnTo>
                    <a:pt x="4011" y="181"/>
                  </a:lnTo>
                  <a:lnTo>
                    <a:pt x="3590" y="322"/>
                  </a:lnTo>
                  <a:lnTo>
                    <a:pt x="3169" y="482"/>
                  </a:lnTo>
                  <a:lnTo>
                    <a:pt x="2748" y="683"/>
                  </a:lnTo>
                  <a:lnTo>
                    <a:pt x="2367" y="923"/>
                  </a:lnTo>
                  <a:lnTo>
                    <a:pt x="2006" y="1164"/>
                  </a:lnTo>
                  <a:lnTo>
                    <a:pt x="1665" y="1465"/>
                  </a:lnTo>
                  <a:lnTo>
                    <a:pt x="1344" y="1766"/>
                  </a:lnTo>
                  <a:lnTo>
                    <a:pt x="1043" y="2087"/>
                  </a:lnTo>
                  <a:lnTo>
                    <a:pt x="783" y="2448"/>
                  </a:lnTo>
                  <a:lnTo>
                    <a:pt x="542" y="2809"/>
                  </a:lnTo>
                  <a:lnTo>
                    <a:pt x="321" y="3190"/>
                  </a:lnTo>
                  <a:lnTo>
                    <a:pt x="141" y="3591"/>
                  </a:lnTo>
                  <a:lnTo>
                    <a:pt x="0" y="3992"/>
                  </a:lnTo>
                  <a:lnTo>
                    <a:pt x="502" y="4212"/>
                  </a:lnTo>
                  <a:lnTo>
                    <a:pt x="983" y="4453"/>
                  </a:lnTo>
                  <a:lnTo>
                    <a:pt x="1444" y="4694"/>
                  </a:lnTo>
                  <a:lnTo>
                    <a:pt x="1906" y="4954"/>
                  </a:lnTo>
                  <a:lnTo>
                    <a:pt x="2066" y="4674"/>
                  </a:lnTo>
                  <a:lnTo>
                    <a:pt x="2247" y="4413"/>
                  </a:lnTo>
                  <a:lnTo>
                    <a:pt x="2467" y="4172"/>
                  </a:lnTo>
                  <a:lnTo>
                    <a:pt x="2708" y="3932"/>
                  </a:lnTo>
                  <a:lnTo>
                    <a:pt x="2948" y="3731"/>
                  </a:lnTo>
                  <a:lnTo>
                    <a:pt x="3229" y="3551"/>
                  </a:lnTo>
                  <a:lnTo>
                    <a:pt x="3530" y="3390"/>
                  </a:lnTo>
                  <a:lnTo>
                    <a:pt x="3831" y="3270"/>
                  </a:lnTo>
                  <a:lnTo>
                    <a:pt x="3951" y="3049"/>
                  </a:lnTo>
                  <a:lnTo>
                    <a:pt x="4132" y="2768"/>
                  </a:lnTo>
                  <a:lnTo>
                    <a:pt x="4332" y="2508"/>
                  </a:lnTo>
                  <a:lnTo>
                    <a:pt x="4533" y="2267"/>
                  </a:lnTo>
                  <a:lnTo>
                    <a:pt x="4753" y="2046"/>
                  </a:lnTo>
                  <a:lnTo>
                    <a:pt x="4974" y="1846"/>
                  </a:lnTo>
                  <a:lnTo>
                    <a:pt x="5215" y="1645"/>
                  </a:lnTo>
                  <a:lnTo>
                    <a:pt x="5475" y="1465"/>
                  </a:lnTo>
                  <a:lnTo>
                    <a:pt x="5736" y="1324"/>
                  </a:lnTo>
                  <a:lnTo>
                    <a:pt x="5997" y="1184"/>
                  </a:lnTo>
                  <a:lnTo>
                    <a:pt x="6277" y="1044"/>
                  </a:lnTo>
                  <a:lnTo>
                    <a:pt x="6558" y="943"/>
                  </a:lnTo>
                  <a:lnTo>
                    <a:pt x="6859" y="843"/>
                  </a:lnTo>
                  <a:lnTo>
                    <a:pt x="7160" y="763"/>
                  </a:lnTo>
                  <a:lnTo>
                    <a:pt x="7461" y="703"/>
                  </a:lnTo>
                  <a:lnTo>
                    <a:pt x="7761" y="663"/>
                  </a:lnTo>
                  <a:lnTo>
                    <a:pt x="8082" y="623"/>
                  </a:lnTo>
                  <a:lnTo>
                    <a:pt x="7601" y="422"/>
                  </a:lnTo>
                  <a:lnTo>
                    <a:pt x="7100" y="262"/>
                  </a:lnTo>
                  <a:lnTo>
                    <a:pt x="6679" y="141"/>
                  </a:lnTo>
                  <a:lnTo>
                    <a:pt x="6257" y="61"/>
                  </a:lnTo>
                  <a:lnTo>
                    <a:pt x="5836" y="21"/>
                  </a:lnTo>
                  <a:lnTo>
                    <a:pt x="5415" y="1"/>
                  </a:lnTo>
                  <a:close/>
                  <a:moveTo>
                    <a:pt x="6819" y="10570"/>
                  </a:moveTo>
                  <a:lnTo>
                    <a:pt x="6618" y="10650"/>
                  </a:lnTo>
                  <a:lnTo>
                    <a:pt x="6398" y="10690"/>
                  </a:lnTo>
                  <a:lnTo>
                    <a:pt x="6618" y="11211"/>
                  </a:lnTo>
                  <a:lnTo>
                    <a:pt x="6819" y="11753"/>
                  </a:lnTo>
                  <a:lnTo>
                    <a:pt x="7019" y="12314"/>
                  </a:lnTo>
                  <a:lnTo>
                    <a:pt x="7200" y="12876"/>
                  </a:lnTo>
                  <a:lnTo>
                    <a:pt x="7741" y="12776"/>
                  </a:lnTo>
                  <a:lnTo>
                    <a:pt x="8263" y="12655"/>
                  </a:lnTo>
                  <a:lnTo>
                    <a:pt x="8744" y="12475"/>
                  </a:lnTo>
                  <a:lnTo>
                    <a:pt x="9205" y="12274"/>
                  </a:lnTo>
                  <a:lnTo>
                    <a:pt x="9647" y="12014"/>
                  </a:lnTo>
                  <a:lnTo>
                    <a:pt x="10048" y="11733"/>
                  </a:lnTo>
                  <a:lnTo>
                    <a:pt x="10429" y="11412"/>
                  </a:lnTo>
                  <a:lnTo>
                    <a:pt x="10770" y="11071"/>
                  </a:lnTo>
                  <a:lnTo>
                    <a:pt x="10268" y="11111"/>
                  </a:lnTo>
                  <a:lnTo>
                    <a:pt x="9747" y="11131"/>
                  </a:lnTo>
                  <a:lnTo>
                    <a:pt x="9366" y="11111"/>
                  </a:lnTo>
                  <a:lnTo>
                    <a:pt x="8985" y="11091"/>
                  </a:lnTo>
                  <a:lnTo>
                    <a:pt x="8624" y="11051"/>
                  </a:lnTo>
                  <a:lnTo>
                    <a:pt x="8243" y="10991"/>
                  </a:lnTo>
                  <a:lnTo>
                    <a:pt x="7882" y="10911"/>
                  </a:lnTo>
                  <a:lnTo>
                    <a:pt x="7521" y="10830"/>
                  </a:lnTo>
                  <a:lnTo>
                    <a:pt x="7160" y="10710"/>
                  </a:lnTo>
                  <a:lnTo>
                    <a:pt x="6819" y="1057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0" name="Google Shape;8950;p45"/>
            <p:cNvSpPr/>
            <p:nvPr/>
          </p:nvSpPr>
          <p:spPr>
            <a:xfrm>
              <a:off x="11761700" y="3458625"/>
              <a:ext cx="109325" cy="57675"/>
            </a:xfrm>
            <a:custGeom>
              <a:avLst/>
              <a:gdLst/>
              <a:ahLst/>
              <a:cxnLst/>
              <a:rect l="l" t="t" r="r" b="b"/>
              <a:pathLst>
                <a:path w="4373" h="2307" fill="none" extrusionOk="0">
                  <a:moveTo>
                    <a:pt x="422" y="1"/>
                  </a:moveTo>
                  <a:lnTo>
                    <a:pt x="422" y="1"/>
                  </a:lnTo>
                  <a:lnTo>
                    <a:pt x="221" y="8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221" y="642"/>
                  </a:lnTo>
                  <a:lnTo>
                    <a:pt x="422" y="1184"/>
                  </a:lnTo>
                  <a:lnTo>
                    <a:pt x="622" y="1745"/>
                  </a:lnTo>
                  <a:lnTo>
                    <a:pt x="803" y="2307"/>
                  </a:lnTo>
                  <a:lnTo>
                    <a:pt x="803" y="2307"/>
                  </a:lnTo>
                  <a:lnTo>
                    <a:pt x="1344" y="2207"/>
                  </a:lnTo>
                  <a:lnTo>
                    <a:pt x="1866" y="2086"/>
                  </a:lnTo>
                  <a:lnTo>
                    <a:pt x="2347" y="1906"/>
                  </a:lnTo>
                  <a:lnTo>
                    <a:pt x="2808" y="1705"/>
                  </a:lnTo>
                  <a:lnTo>
                    <a:pt x="3250" y="1445"/>
                  </a:lnTo>
                  <a:lnTo>
                    <a:pt x="3651" y="1164"/>
                  </a:lnTo>
                  <a:lnTo>
                    <a:pt x="4032" y="843"/>
                  </a:lnTo>
                  <a:lnTo>
                    <a:pt x="4373" y="502"/>
                  </a:lnTo>
                  <a:lnTo>
                    <a:pt x="4373" y="502"/>
                  </a:lnTo>
                  <a:lnTo>
                    <a:pt x="3871" y="542"/>
                  </a:lnTo>
                  <a:lnTo>
                    <a:pt x="3350" y="562"/>
                  </a:lnTo>
                  <a:lnTo>
                    <a:pt x="3350" y="562"/>
                  </a:lnTo>
                  <a:lnTo>
                    <a:pt x="2969" y="542"/>
                  </a:lnTo>
                  <a:lnTo>
                    <a:pt x="2588" y="522"/>
                  </a:lnTo>
                  <a:lnTo>
                    <a:pt x="2227" y="482"/>
                  </a:lnTo>
                  <a:lnTo>
                    <a:pt x="1846" y="422"/>
                  </a:lnTo>
                  <a:lnTo>
                    <a:pt x="1485" y="342"/>
                  </a:lnTo>
                  <a:lnTo>
                    <a:pt x="1124" y="261"/>
                  </a:lnTo>
                  <a:lnTo>
                    <a:pt x="763" y="141"/>
                  </a:lnTo>
                  <a:lnTo>
                    <a:pt x="42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1" name="Google Shape;8951;p45"/>
            <p:cNvSpPr/>
            <p:nvPr/>
          </p:nvSpPr>
          <p:spPr>
            <a:xfrm>
              <a:off x="11601775" y="3194400"/>
              <a:ext cx="202075" cy="123875"/>
            </a:xfrm>
            <a:custGeom>
              <a:avLst/>
              <a:gdLst/>
              <a:ahLst/>
              <a:cxnLst/>
              <a:rect l="l" t="t" r="r" b="b"/>
              <a:pathLst>
                <a:path w="8083" h="4955" fill="none" extrusionOk="0">
                  <a:moveTo>
                    <a:pt x="5415" y="1"/>
                  </a:moveTo>
                  <a:lnTo>
                    <a:pt x="5415" y="1"/>
                  </a:lnTo>
                  <a:lnTo>
                    <a:pt x="4934" y="21"/>
                  </a:lnTo>
                  <a:lnTo>
                    <a:pt x="4473" y="81"/>
                  </a:lnTo>
                  <a:lnTo>
                    <a:pt x="4011" y="181"/>
                  </a:lnTo>
                  <a:lnTo>
                    <a:pt x="3590" y="322"/>
                  </a:lnTo>
                  <a:lnTo>
                    <a:pt x="3169" y="482"/>
                  </a:lnTo>
                  <a:lnTo>
                    <a:pt x="2748" y="683"/>
                  </a:lnTo>
                  <a:lnTo>
                    <a:pt x="2367" y="923"/>
                  </a:lnTo>
                  <a:lnTo>
                    <a:pt x="2006" y="1164"/>
                  </a:lnTo>
                  <a:lnTo>
                    <a:pt x="1665" y="1465"/>
                  </a:lnTo>
                  <a:lnTo>
                    <a:pt x="1344" y="1766"/>
                  </a:lnTo>
                  <a:lnTo>
                    <a:pt x="1043" y="2087"/>
                  </a:lnTo>
                  <a:lnTo>
                    <a:pt x="783" y="2448"/>
                  </a:lnTo>
                  <a:lnTo>
                    <a:pt x="542" y="2809"/>
                  </a:lnTo>
                  <a:lnTo>
                    <a:pt x="321" y="3190"/>
                  </a:lnTo>
                  <a:lnTo>
                    <a:pt x="141" y="3591"/>
                  </a:lnTo>
                  <a:lnTo>
                    <a:pt x="0" y="3992"/>
                  </a:lnTo>
                  <a:lnTo>
                    <a:pt x="0" y="3992"/>
                  </a:lnTo>
                  <a:lnTo>
                    <a:pt x="502" y="4212"/>
                  </a:lnTo>
                  <a:lnTo>
                    <a:pt x="983" y="4453"/>
                  </a:lnTo>
                  <a:lnTo>
                    <a:pt x="1444" y="4694"/>
                  </a:lnTo>
                  <a:lnTo>
                    <a:pt x="1906" y="4954"/>
                  </a:lnTo>
                  <a:lnTo>
                    <a:pt x="1906" y="4954"/>
                  </a:lnTo>
                  <a:lnTo>
                    <a:pt x="2066" y="4674"/>
                  </a:lnTo>
                  <a:lnTo>
                    <a:pt x="2247" y="4413"/>
                  </a:lnTo>
                  <a:lnTo>
                    <a:pt x="2467" y="4172"/>
                  </a:lnTo>
                  <a:lnTo>
                    <a:pt x="2708" y="3932"/>
                  </a:lnTo>
                  <a:lnTo>
                    <a:pt x="2948" y="3731"/>
                  </a:lnTo>
                  <a:lnTo>
                    <a:pt x="3229" y="3551"/>
                  </a:lnTo>
                  <a:lnTo>
                    <a:pt x="3530" y="3390"/>
                  </a:lnTo>
                  <a:lnTo>
                    <a:pt x="3831" y="3270"/>
                  </a:lnTo>
                  <a:lnTo>
                    <a:pt x="3831" y="3270"/>
                  </a:lnTo>
                  <a:lnTo>
                    <a:pt x="3951" y="3049"/>
                  </a:lnTo>
                  <a:lnTo>
                    <a:pt x="3951" y="3049"/>
                  </a:lnTo>
                  <a:lnTo>
                    <a:pt x="4132" y="2768"/>
                  </a:lnTo>
                  <a:lnTo>
                    <a:pt x="4332" y="2508"/>
                  </a:lnTo>
                  <a:lnTo>
                    <a:pt x="4533" y="2267"/>
                  </a:lnTo>
                  <a:lnTo>
                    <a:pt x="4753" y="2046"/>
                  </a:lnTo>
                  <a:lnTo>
                    <a:pt x="4974" y="1846"/>
                  </a:lnTo>
                  <a:lnTo>
                    <a:pt x="5215" y="1645"/>
                  </a:lnTo>
                  <a:lnTo>
                    <a:pt x="5475" y="1465"/>
                  </a:lnTo>
                  <a:lnTo>
                    <a:pt x="5736" y="1324"/>
                  </a:lnTo>
                  <a:lnTo>
                    <a:pt x="5997" y="1184"/>
                  </a:lnTo>
                  <a:lnTo>
                    <a:pt x="6277" y="1044"/>
                  </a:lnTo>
                  <a:lnTo>
                    <a:pt x="6558" y="943"/>
                  </a:lnTo>
                  <a:lnTo>
                    <a:pt x="6859" y="843"/>
                  </a:lnTo>
                  <a:lnTo>
                    <a:pt x="7160" y="763"/>
                  </a:lnTo>
                  <a:lnTo>
                    <a:pt x="7461" y="703"/>
                  </a:lnTo>
                  <a:lnTo>
                    <a:pt x="7761" y="663"/>
                  </a:lnTo>
                  <a:lnTo>
                    <a:pt x="8082" y="623"/>
                  </a:lnTo>
                  <a:lnTo>
                    <a:pt x="8082" y="623"/>
                  </a:lnTo>
                  <a:lnTo>
                    <a:pt x="7601" y="422"/>
                  </a:lnTo>
                  <a:lnTo>
                    <a:pt x="7100" y="262"/>
                  </a:lnTo>
                  <a:lnTo>
                    <a:pt x="7100" y="262"/>
                  </a:lnTo>
                  <a:lnTo>
                    <a:pt x="6679" y="141"/>
                  </a:lnTo>
                  <a:lnTo>
                    <a:pt x="6257" y="61"/>
                  </a:lnTo>
                  <a:lnTo>
                    <a:pt x="5836" y="21"/>
                  </a:lnTo>
                  <a:lnTo>
                    <a:pt x="541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2" name="Google Shape;8952;p45"/>
            <p:cNvSpPr/>
            <p:nvPr/>
          </p:nvSpPr>
          <p:spPr>
            <a:xfrm>
              <a:off x="11649400" y="3276125"/>
              <a:ext cx="122850" cy="185525"/>
            </a:xfrm>
            <a:custGeom>
              <a:avLst/>
              <a:gdLst/>
              <a:ahLst/>
              <a:cxnLst/>
              <a:rect l="l" t="t" r="r" b="b"/>
              <a:pathLst>
                <a:path w="4914" h="7421" extrusionOk="0">
                  <a:moveTo>
                    <a:pt x="1926" y="1"/>
                  </a:moveTo>
                  <a:lnTo>
                    <a:pt x="1625" y="121"/>
                  </a:lnTo>
                  <a:lnTo>
                    <a:pt x="1324" y="282"/>
                  </a:lnTo>
                  <a:lnTo>
                    <a:pt x="1043" y="462"/>
                  </a:lnTo>
                  <a:lnTo>
                    <a:pt x="803" y="663"/>
                  </a:lnTo>
                  <a:lnTo>
                    <a:pt x="562" y="903"/>
                  </a:lnTo>
                  <a:lnTo>
                    <a:pt x="342" y="1144"/>
                  </a:lnTo>
                  <a:lnTo>
                    <a:pt x="161" y="1405"/>
                  </a:lnTo>
                  <a:lnTo>
                    <a:pt x="1" y="1685"/>
                  </a:lnTo>
                  <a:lnTo>
                    <a:pt x="362" y="1926"/>
                  </a:lnTo>
                  <a:lnTo>
                    <a:pt x="723" y="2167"/>
                  </a:lnTo>
                  <a:lnTo>
                    <a:pt x="1043" y="2407"/>
                  </a:lnTo>
                  <a:lnTo>
                    <a:pt x="1384" y="2668"/>
                  </a:lnTo>
                  <a:lnTo>
                    <a:pt x="1364" y="2327"/>
                  </a:lnTo>
                  <a:lnTo>
                    <a:pt x="1364" y="1986"/>
                  </a:lnTo>
                  <a:lnTo>
                    <a:pt x="1404" y="1645"/>
                  </a:lnTo>
                  <a:lnTo>
                    <a:pt x="1465" y="1304"/>
                  </a:lnTo>
                  <a:lnTo>
                    <a:pt x="1545" y="963"/>
                  </a:lnTo>
                  <a:lnTo>
                    <a:pt x="1645" y="643"/>
                  </a:lnTo>
                  <a:lnTo>
                    <a:pt x="1785" y="302"/>
                  </a:lnTo>
                  <a:lnTo>
                    <a:pt x="1926" y="1"/>
                  </a:lnTo>
                  <a:close/>
                  <a:moveTo>
                    <a:pt x="4332" y="7020"/>
                  </a:moveTo>
                  <a:lnTo>
                    <a:pt x="4493" y="7421"/>
                  </a:lnTo>
                  <a:lnTo>
                    <a:pt x="4713" y="7381"/>
                  </a:lnTo>
                  <a:lnTo>
                    <a:pt x="4914" y="7301"/>
                  </a:lnTo>
                  <a:lnTo>
                    <a:pt x="4613" y="7180"/>
                  </a:lnTo>
                  <a:lnTo>
                    <a:pt x="4332" y="702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3" name="Google Shape;8953;p45"/>
            <p:cNvSpPr/>
            <p:nvPr/>
          </p:nvSpPr>
          <p:spPr>
            <a:xfrm>
              <a:off x="11757700" y="3451600"/>
              <a:ext cx="14550" cy="10050"/>
            </a:xfrm>
            <a:custGeom>
              <a:avLst/>
              <a:gdLst/>
              <a:ahLst/>
              <a:cxnLst/>
              <a:rect l="l" t="t" r="r" b="b"/>
              <a:pathLst>
                <a:path w="582" h="402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161" y="402"/>
                  </a:lnTo>
                  <a:lnTo>
                    <a:pt x="161" y="402"/>
                  </a:lnTo>
                  <a:lnTo>
                    <a:pt x="381" y="362"/>
                  </a:lnTo>
                  <a:lnTo>
                    <a:pt x="582" y="282"/>
                  </a:lnTo>
                  <a:lnTo>
                    <a:pt x="582" y="282"/>
                  </a:lnTo>
                  <a:lnTo>
                    <a:pt x="281" y="16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4" name="Google Shape;8954;p45"/>
            <p:cNvSpPr/>
            <p:nvPr/>
          </p:nvSpPr>
          <p:spPr>
            <a:xfrm>
              <a:off x="11649400" y="3276125"/>
              <a:ext cx="48150" cy="66725"/>
            </a:xfrm>
            <a:custGeom>
              <a:avLst/>
              <a:gdLst/>
              <a:ahLst/>
              <a:cxnLst/>
              <a:rect l="l" t="t" r="r" b="b"/>
              <a:pathLst>
                <a:path w="1926" h="2669" fill="none" extrusionOk="0">
                  <a:moveTo>
                    <a:pt x="1926" y="1"/>
                  </a:moveTo>
                  <a:lnTo>
                    <a:pt x="1926" y="1"/>
                  </a:lnTo>
                  <a:lnTo>
                    <a:pt x="1625" y="121"/>
                  </a:lnTo>
                  <a:lnTo>
                    <a:pt x="1324" y="282"/>
                  </a:lnTo>
                  <a:lnTo>
                    <a:pt x="1043" y="462"/>
                  </a:lnTo>
                  <a:lnTo>
                    <a:pt x="803" y="663"/>
                  </a:lnTo>
                  <a:lnTo>
                    <a:pt x="562" y="903"/>
                  </a:lnTo>
                  <a:lnTo>
                    <a:pt x="342" y="1144"/>
                  </a:lnTo>
                  <a:lnTo>
                    <a:pt x="161" y="1405"/>
                  </a:lnTo>
                  <a:lnTo>
                    <a:pt x="1" y="1685"/>
                  </a:lnTo>
                  <a:lnTo>
                    <a:pt x="1" y="1685"/>
                  </a:lnTo>
                  <a:lnTo>
                    <a:pt x="362" y="1926"/>
                  </a:lnTo>
                  <a:lnTo>
                    <a:pt x="723" y="2167"/>
                  </a:lnTo>
                  <a:lnTo>
                    <a:pt x="1043" y="2407"/>
                  </a:lnTo>
                  <a:lnTo>
                    <a:pt x="1384" y="2668"/>
                  </a:lnTo>
                  <a:lnTo>
                    <a:pt x="1384" y="2668"/>
                  </a:lnTo>
                  <a:lnTo>
                    <a:pt x="1364" y="2327"/>
                  </a:lnTo>
                  <a:lnTo>
                    <a:pt x="1364" y="1986"/>
                  </a:lnTo>
                  <a:lnTo>
                    <a:pt x="1404" y="1645"/>
                  </a:lnTo>
                  <a:lnTo>
                    <a:pt x="1465" y="1304"/>
                  </a:lnTo>
                  <a:lnTo>
                    <a:pt x="1545" y="963"/>
                  </a:lnTo>
                  <a:lnTo>
                    <a:pt x="1645" y="643"/>
                  </a:lnTo>
                  <a:lnTo>
                    <a:pt x="1785" y="302"/>
                  </a:lnTo>
                  <a:lnTo>
                    <a:pt x="192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8955;p45"/>
            <p:cNvSpPr/>
            <p:nvPr/>
          </p:nvSpPr>
          <p:spPr>
            <a:xfrm>
              <a:off x="11033225" y="3260600"/>
              <a:ext cx="779150" cy="783650"/>
            </a:xfrm>
            <a:custGeom>
              <a:avLst/>
              <a:gdLst/>
              <a:ahLst/>
              <a:cxnLst/>
              <a:rect l="l" t="t" r="r" b="b"/>
              <a:pathLst>
                <a:path w="31166" h="31346" extrusionOk="0">
                  <a:moveTo>
                    <a:pt x="15021" y="0"/>
                  </a:moveTo>
                  <a:lnTo>
                    <a:pt x="14500" y="20"/>
                  </a:lnTo>
                  <a:lnTo>
                    <a:pt x="13979" y="60"/>
                  </a:lnTo>
                  <a:lnTo>
                    <a:pt x="13457" y="100"/>
                  </a:lnTo>
                  <a:lnTo>
                    <a:pt x="12936" y="161"/>
                  </a:lnTo>
                  <a:lnTo>
                    <a:pt x="12434" y="241"/>
                  </a:lnTo>
                  <a:lnTo>
                    <a:pt x="11913" y="321"/>
                  </a:lnTo>
                  <a:lnTo>
                    <a:pt x="11412" y="421"/>
                  </a:lnTo>
                  <a:lnTo>
                    <a:pt x="10910" y="542"/>
                  </a:lnTo>
                  <a:lnTo>
                    <a:pt x="10088" y="762"/>
                  </a:lnTo>
                  <a:lnTo>
                    <a:pt x="9286" y="1023"/>
                  </a:lnTo>
                  <a:lnTo>
                    <a:pt x="8905" y="1163"/>
                  </a:lnTo>
                  <a:lnTo>
                    <a:pt x="8524" y="1324"/>
                  </a:lnTo>
                  <a:lnTo>
                    <a:pt x="8143" y="1504"/>
                  </a:lnTo>
                  <a:lnTo>
                    <a:pt x="7782" y="1685"/>
                  </a:lnTo>
                  <a:lnTo>
                    <a:pt x="7421" y="1865"/>
                  </a:lnTo>
                  <a:lnTo>
                    <a:pt x="7080" y="2066"/>
                  </a:lnTo>
                  <a:lnTo>
                    <a:pt x="6739" y="2266"/>
                  </a:lnTo>
                  <a:lnTo>
                    <a:pt x="6418" y="2487"/>
                  </a:lnTo>
                  <a:lnTo>
                    <a:pt x="6097" y="2727"/>
                  </a:lnTo>
                  <a:lnTo>
                    <a:pt x="5796" y="2968"/>
                  </a:lnTo>
                  <a:lnTo>
                    <a:pt x="5516" y="3209"/>
                  </a:lnTo>
                  <a:lnTo>
                    <a:pt x="5235" y="3470"/>
                  </a:lnTo>
                  <a:lnTo>
                    <a:pt x="4814" y="3911"/>
                  </a:lnTo>
                  <a:lnTo>
                    <a:pt x="4393" y="4372"/>
                  </a:lnTo>
                  <a:lnTo>
                    <a:pt x="4012" y="4893"/>
                  </a:lnTo>
                  <a:lnTo>
                    <a:pt x="3630" y="5435"/>
                  </a:lnTo>
                  <a:lnTo>
                    <a:pt x="3269" y="5996"/>
                  </a:lnTo>
                  <a:lnTo>
                    <a:pt x="2929" y="6598"/>
                  </a:lnTo>
                  <a:lnTo>
                    <a:pt x="2608" y="7220"/>
                  </a:lnTo>
                  <a:lnTo>
                    <a:pt x="2287" y="7861"/>
                  </a:lnTo>
                  <a:lnTo>
                    <a:pt x="2006" y="8523"/>
                  </a:lnTo>
                  <a:lnTo>
                    <a:pt x="1725" y="9225"/>
                  </a:lnTo>
                  <a:lnTo>
                    <a:pt x="1485" y="9927"/>
                  </a:lnTo>
                  <a:lnTo>
                    <a:pt x="1244" y="10629"/>
                  </a:lnTo>
                  <a:lnTo>
                    <a:pt x="1043" y="11371"/>
                  </a:lnTo>
                  <a:lnTo>
                    <a:pt x="843" y="12113"/>
                  </a:lnTo>
                  <a:lnTo>
                    <a:pt x="662" y="12855"/>
                  </a:lnTo>
                  <a:lnTo>
                    <a:pt x="502" y="13617"/>
                  </a:lnTo>
                  <a:lnTo>
                    <a:pt x="362" y="14359"/>
                  </a:lnTo>
                  <a:lnTo>
                    <a:pt x="261" y="15121"/>
                  </a:lnTo>
                  <a:lnTo>
                    <a:pt x="161" y="15883"/>
                  </a:lnTo>
                  <a:lnTo>
                    <a:pt x="81" y="16645"/>
                  </a:lnTo>
                  <a:lnTo>
                    <a:pt x="41" y="17407"/>
                  </a:lnTo>
                  <a:lnTo>
                    <a:pt x="1" y="18149"/>
                  </a:lnTo>
                  <a:lnTo>
                    <a:pt x="1" y="18891"/>
                  </a:lnTo>
                  <a:lnTo>
                    <a:pt x="21" y="19613"/>
                  </a:lnTo>
                  <a:lnTo>
                    <a:pt x="41" y="20335"/>
                  </a:lnTo>
                  <a:lnTo>
                    <a:pt x="101" y="21037"/>
                  </a:lnTo>
                  <a:lnTo>
                    <a:pt x="201" y="21719"/>
                  </a:lnTo>
                  <a:lnTo>
                    <a:pt x="301" y="22381"/>
                  </a:lnTo>
                  <a:lnTo>
                    <a:pt x="422" y="23023"/>
                  </a:lnTo>
                  <a:lnTo>
                    <a:pt x="582" y="23644"/>
                  </a:lnTo>
                  <a:lnTo>
                    <a:pt x="763" y="24226"/>
                  </a:lnTo>
                  <a:lnTo>
                    <a:pt x="963" y="24788"/>
                  </a:lnTo>
                  <a:lnTo>
                    <a:pt x="1144" y="25189"/>
                  </a:lnTo>
                  <a:lnTo>
                    <a:pt x="1364" y="25590"/>
                  </a:lnTo>
                  <a:lnTo>
                    <a:pt x="1645" y="25991"/>
                  </a:lnTo>
                  <a:lnTo>
                    <a:pt x="1946" y="26372"/>
                  </a:lnTo>
                  <a:lnTo>
                    <a:pt x="2307" y="26733"/>
                  </a:lnTo>
                  <a:lnTo>
                    <a:pt x="2708" y="27094"/>
                  </a:lnTo>
                  <a:lnTo>
                    <a:pt x="3129" y="27455"/>
                  </a:lnTo>
                  <a:lnTo>
                    <a:pt x="3610" y="27796"/>
                  </a:lnTo>
                  <a:lnTo>
                    <a:pt x="4112" y="28137"/>
                  </a:lnTo>
                  <a:lnTo>
                    <a:pt x="4633" y="28457"/>
                  </a:lnTo>
                  <a:lnTo>
                    <a:pt x="5195" y="28758"/>
                  </a:lnTo>
                  <a:lnTo>
                    <a:pt x="5796" y="29059"/>
                  </a:lnTo>
                  <a:lnTo>
                    <a:pt x="6398" y="29340"/>
                  </a:lnTo>
                  <a:lnTo>
                    <a:pt x="7040" y="29601"/>
                  </a:lnTo>
                  <a:lnTo>
                    <a:pt x="7702" y="29841"/>
                  </a:lnTo>
                  <a:lnTo>
                    <a:pt x="8383" y="30082"/>
                  </a:lnTo>
                  <a:lnTo>
                    <a:pt x="8403" y="30082"/>
                  </a:lnTo>
                  <a:lnTo>
                    <a:pt x="9125" y="30303"/>
                  </a:lnTo>
                  <a:lnTo>
                    <a:pt x="9847" y="30503"/>
                  </a:lnTo>
                  <a:lnTo>
                    <a:pt x="10609" y="30684"/>
                  </a:lnTo>
                  <a:lnTo>
                    <a:pt x="11372" y="30844"/>
                  </a:lnTo>
                  <a:lnTo>
                    <a:pt x="12154" y="30984"/>
                  </a:lnTo>
                  <a:lnTo>
                    <a:pt x="12936" y="31105"/>
                  </a:lnTo>
                  <a:lnTo>
                    <a:pt x="13718" y="31205"/>
                  </a:lnTo>
                  <a:lnTo>
                    <a:pt x="14520" y="31285"/>
                  </a:lnTo>
                  <a:lnTo>
                    <a:pt x="15322" y="31325"/>
                  </a:lnTo>
                  <a:lnTo>
                    <a:pt x="16124" y="31345"/>
                  </a:lnTo>
                  <a:lnTo>
                    <a:pt x="16927" y="31345"/>
                  </a:lnTo>
                  <a:lnTo>
                    <a:pt x="17729" y="31305"/>
                  </a:lnTo>
                  <a:lnTo>
                    <a:pt x="18531" y="31245"/>
                  </a:lnTo>
                  <a:lnTo>
                    <a:pt x="19313" y="31165"/>
                  </a:lnTo>
                  <a:lnTo>
                    <a:pt x="20095" y="31045"/>
                  </a:lnTo>
                  <a:lnTo>
                    <a:pt x="20877" y="30904"/>
                  </a:lnTo>
                  <a:lnTo>
                    <a:pt x="21379" y="30784"/>
                  </a:lnTo>
                  <a:lnTo>
                    <a:pt x="21900" y="30663"/>
                  </a:lnTo>
                  <a:lnTo>
                    <a:pt x="22401" y="30503"/>
                  </a:lnTo>
                  <a:lnTo>
                    <a:pt x="22883" y="30343"/>
                  </a:lnTo>
                  <a:lnTo>
                    <a:pt x="23625" y="30082"/>
                  </a:lnTo>
                  <a:lnTo>
                    <a:pt x="24347" y="29761"/>
                  </a:lnTo>
                  <a:lnTo>
                    <a:pt x="25049" y="29420"/>
                  </a:lnTo>
                  <a:lnTo>
                    <a:pt x="25710" y="29019"/>
                  </a:lnTo>
                  <a:lnTo>
                    <a:pt x="26031" y="28818"/>
                  </a:lnTo>
                  <a:lnTo>
                    <a:pt x="26352" y="28598"/>
                  </a:lnTo>
                  <a:lnTo>
                    <a:pt x="26653" y="28377"/>
                  </a:lnTo>
                  <a:lnTo>
                    <a:pt x="26954" y="28137"/>
                  </a:lnTo>
                  <a:lnTo>
                    <a:pt x="27255" y="27876"/>
                  </a:lnTo>
                  <a:lnTo>
                    <a:pt x="27535" y="27615"/>
                  </a:lnTo>
                  <a:lnTo>
                    <a:pt x="27816" y="27354"/>
                  </a:lnTo>
                  <a:lnTo>
                    <a:pt x="28077" y="27074"/>
                  </a:lnTo>
                  <a:lnTo>
                    <a:pt x="28358" y="26753"/>
                  </a:lnTo>
                  <a:lnTo>
                    <a:pt x="28618" y="26432"/>
                  </a:lnTo>
                  <a:lnTo>
                    <a:pt x="28859" y="26091"/>
                  </a:lnTo>
                  <a:lnTo>
                    <a:pt x="29100" y="25730"/>
                  </a:lnTo>
                  <a:lnTo>
                    <a:pt x="29320" y="25389"/>
                  </a:lnTo>
                  <a:lnTo>
                    <a:pt x="29541" y="25008"/>
                  </a:lnTo>
                  <a:lnTo>
                    <a:pt x="29721" y="24647"/>
                  </a:lnTo>
                  <a:lnTo>
                    <a:pt x="29902" y="24266"/>
                  </a:lnTo>
                  <a:lnTo>
                    <a:pt x="30082" y="23885"/>
                  </a:lnTo>
                  <a:lnTo>
                    <a:pt x="30223" y="23484"/>
                  </a:lnTo>
                  <a:lnTo>
                    <a:pt x="30363" y="23083"/>
                  </a:lnTo>
                  <a:lnTo>
                    <a:pt x="30503" y="22682"/>
                  </a:lnTo>
                  <a:lnTo>
                    <a:pt x="30624" y="22281"/>
                  </a:lnTo>
                  <a:lnTo>
                    <a:pt x="30724" y="21860"/>
                  </a:lnTo>
                  <a:lnTo>
                    <a:pt x="30804" y="21438"/>
                  </a:lnTo>
                  <a:lnTo>
                    <a:pt x="30905" y="21017"/>
                  </a:lnTo>
                  <a:lnTo>
                    <a:pt x="31025" y="20155"/>
                  </a:lnTo>
                  <a:lnTo>
                    <a:pt x="31105" y="19293"/>
                  </a:lnTo>
                  <a:lnTo>
                    <a:pt x="31165" y="18410"/>
                  </a:lnTo>
                  <a:lnTo>
                    <a:pt x="31165" y="17528"/>
                  </a:lnTo>
                  <a:lnTo>
                    <a:pt x="31145" y="16645"/>
                  </a:lnTo>
                  <a:lnTo>
                    <a:pt x="31065" y="15763"/>
                  </a:lnTo>
                  <a:lnTo>
                    <a:pt x="30965" y="14881"/>
                  </a:lnTo>
                  <a:lnTo>
                    <a:pt x="30844" y="13998"/>
                  </a:lnTo>
                  <a:lnTo>
                    <a:pt x="30684" y="13136"/>
                  </a:lnTo>
                  <a:lnTo>
                    <a:pt x="30503" y="12294"/>
                  </a:lnTo>
                  <a:lnTo>
                    <a:pt x="30303" y="11451"/>
                  </a:lnTo>
                  <a:lnTo>
                    <a:pt x="30062" y="10629"/>
                  </a:lnTo>
                  <a:lnTo>
                    <a:pt x="29822" y="9847"/>
                  </a:lnTo>
                  <a:lnTo>
                    <a:pt x="29561" y="9065"/>
                  </a:lnTo>
                  <a:lnTo>
                    <a:pt x="29260" y="8343"/>
                  </a:lnTo>
                  <a:lnTo>
                    <a:pt x="28959" y="7641"/>
                  </a:lnTo>
                  <a:lnTo>
                    <a:pt x="28658" y="6959"/>
                  </a:lnTo>
                  <a:lnTo>
                    <a:pt x="28338" y="6337"/>
                  </a:lnTo>
                  <a:lnTo>
                    <a:pt x="27997" y="5736"/>
                  </a:lnTo>
                  <a:lnTo>
                    <a:pt x="27656" y="5194"/>
                  </a:lnTo>
                  <a:lnTo>
                    <a:pt x="27315" y="4693"/>
                  </a:lnTo>
                  <a:lnTo>
                    <a:pt x="26974" y="4252"/>
                  </a:lnTo>
                  <a:lnTo>
                    <a:pt x="26633" y="3851"/>
                  </a:lnTo>
                  <a:lnTo>
                    <a:pt x="26292" y="3530"/>
                  </a:lnTo>
                  <a:lnTo>
                    <a:pt x="25951" y="3229"/>
                  </a:lnTo>
                  <a:lnTo>
                    <a:pt x="25570" y="2948"/>
                  </a:lnTo>
                  <a:lnTo>
                    <a:pt x="25209" y="2667"/>
                  </a:lnTo>
                  <a:lnTo>
                    <a:pt x="24808" y="2407"/>
                  </a:lnTo>
                  <a:lnTo>
                    <a:pt x="24407" y="2166"/>
                  </a:lnTo>
                  <a:lnTo>
                    <a:pt x="23986" y="1925"/>
                  </a:lnTo>
                  <a:lnTo>
                    <a:pt x="23545" y="1705"/>
                  </a:lnTo>
                  <a:lnTo>
                    <a:pt x="23103" y="1504"/>
                  </a:lnTo>
                  <a:lnTo>
                    <a:pt x="22642" y="1324"/>
                  </a:lnTo>
                  <a:lnTo>
                    <a:pt x="22181" y="1143"/>
                  </a:lnTo>
                  <a:lnTo>
                    <a:pt x="21700" y="963"/>
                  </a:lnTo>
                  <a:lnTo>
                    <a:pt x="21218" y="822"/>
                  </a:lnTo>
                  <a:lnTo>
                    <a:pt x="20737" y="682"/>
                  </a:lnTo>
                  <a:lnTo>
                    <a:pt x="20236" y="542"/>
                  </a:lnTo>
                  <a:lnTo>
                    <a:pt x="19734" y="421"/>
                  </a:lnTo>
                  <a:lnTo>
                    <a:pt x="19213" y="321"/>
                  </a:lnTo>
                  <a:lnTo>
                    <a:pt x="18711" y="241"/>
                  </a:lnTo>
                  <a:lnTo>
                    <a:pt x="18190" y="161"/>
                  </a:lnTo>
                  <a:lnTo>
                    <a:pt x="17669" y="100"/>
                  </a:lnTo>
                  <a:lnTo>
                    <a:pt x="17127" y="60"/>
                  </a:lnTo>
                  <a:lnTo>
                    <a:pt x="16606" y="20"/>
                  </a:lnTo>
                  <a:lnTo>
                    <a:pt x="160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6" name="Google Shape;8956;p45"/>
            <p:cNvSpPr/>
            <p:nvPr/>
          </p:nvSpPr>
          <p:spPr>
            <a:xfrm>
              <a:off x="11033225" y="3260600"/>
              <a:ext cx="779150" cy="783650"/>
            </a:xfrm>
            <a:custGeom>
              <a:avLst/>
              <a:gdLst/>
              <a:ahLst/>
              <a:cxnLst/>
              <a:rect l="l" t="t" r="r" b="b"/>
              <a:pathLst>
                <a:path w="31166" h="31346" fill="none" extrusionOk="0">
                  <a:moveTo>
                    <a:pt x="28077" y="27074"/>
                  </a:moveTo>
                  <a:lnTo>
                    <a:pt x="28077" y="27074"/>
                  </a:lnTo>
                  <a:lnTo>
                    <a:pt x="27816" y="27354"/>
                  </a:lnTo>
                  <a:lnTo>
                    <a:pt x="27535" y="27615"/>
                  </a:lnTo>
                  <a:lnTo>
                    <a:pt x="27255" y="27876"/>
                  </a:lnTo>
                  <a:lnTo>
                    <a:pt x="26954" y="28137"/>
                  </a:lnTo>
                  <a:lnTo>
                    <a:pt x="26653" y="28377"/>
                  </a:lnTo>
                  <a:lnTo>
                    <a:pt x="26352" y="28598"/>
                  </a:lnTo>
                  <a:lnTo>
                    <a:pt x="26031" y="28818"/>
                  </a:lnTo>
                  <a:lnTo>
                    <a:pt x="25710" y="29019"/>
                  </a:lnTo>
                  <a:lnTo>
                    <a:pt x="25049" y="29420"/>
                  </a:lnTo>
                  <a:lnTo>
                    <a:pt x="24347" y="29761"/>
                  </a:lnTo>
                  <a:lnTo>
                    <a:pt x="23625" y="30082"/>
                  </a:lnTo>
                  <a:lnTo>
                    <a:pt x="22883" y="30343"/>
                  </a:lnTo>
                  <a:lnTo>
                    <a:pt x="22883" y="30343"/>
                  </a:lnTo>
                  <a:lnTo>
                    <a:pt x="22401" y="30503"/>
                  </a:lnTo>
                  <a:lnTo>
                    <a:pt x="21900" y="30663"/>
                  </a:lnTo>
                  <a:lnTo>
                    <a:pt x="21379" y="30784"/>
                  </a:lnTo>
                  <a:lnTo>
                    <a:pt x="20877" y="30904"/>
                  </a:lnTo>
                  <a:lnTo>
                    <a:pt x="20877" y="30904"/>
                  </a:lnTo>
                  <a:lnTo>
                    <a:pt x="20095" y="31045"/>
                  </a:lnTo>
                  <a:lnTo>
                    <a:pt x="19313" y="31165"/>
                  </a:lnTo>
                  <a:lnTo>
                    <a:pt x="18531" y="31245"/>
                  </a:lnTo>
                  <a:lnTo>
                    <a:pt x="17729" y="31305"/>
                  </a:lnTo>
                  <a:lnTo>
                    <a:pt x="16927" y="31345"/>
                  </a:lnTo>
                  <a:lnTo>
                    <a:pt x="16124" y="31345"/>
                  </a:lnTo>
                  <a:lnTo>
                    <a:pt x="15322" y="31325"/>
                  </a:lnTo>
                  <a:lnTo>
                    <a:pt x="14520" y="31285"/>
                  </a:lnTo>
                  <a:lnTo>
                    <a:pt x="13718" y="31205"/>
                  </a:lnTo>
                  <a:lnTo>
                    <a:pt x="12936" y="31105"/>
                  </a:lnTo>
                  <a:lnTo>
                    <a:pt x="12154" y="30984"/>
                  </a:lnTo>
                  <a:lnTo>
                    <a:pt x="11372" y="30844"/>
                  </a:lnTo>
                  <a:lnTo>
                    <a:pt x="10609" y="30684"/>
                  </a:lnTo>
                  <a:lnTo>
                    <a:pt x="9847" y="30503"/>
                  </a:lnTo>
                  <a:lnTo>
                    <a:pt x="9125" y="30303"/>
                  </a:lnTo>
                  <a:lnTo>
                    <a:pt x="8403" y="30082"/>
                  </a:lnTo>
                  <a:lnTo>
                    <a:pt x="8383" y="30082"/>
                  </a:lnTo>
                  <a:lnTo>
                    <a:pt x="8383" y="30082"/>
                  </a:lnTo>
                  <a:lnTo>
                    <a:pt x="7702" y="29841"/>
                  </a:lnTo>
                  <a:lnTo>
                    <a:pt x="7040" y="29601"/>
                  </a:lnTo>
                  <a:lnTo>
                    <a:pt x="6398" y="29340"/>
                  </a:lnTo>
                  <a:lnTo>
                    <a:pt x="5796" y="29059"/>
                  </a:lnTo>
                  <a:lnTo>
                    <a:pt x="5195" y="28758"/>
                  </a:lnTo>
                  <a:lnTo>
                    <a:pt x="4633" y="28457"/>
                  </a:lnTo>
                  <a:lnTo>
                    <a:pt x="4112" y="28137"/>
                  </a:lnTo>
                  <a:lnTo>
                    <a:pt x="3610" y="27796"/>
                  </a:lnTo>
                  <a:lnTo>
                    <a:pt x="3129" y="27455"/>
                  </a:lnTo>
                  <a:lnTo>
                    <a:pt x="2708" y="27094"/>
                  </a:lnTo>
                  <a:lnTo>
                    <a:pt x="2307" y="26733"/>
                  </a:lnTo>
                  <a:lnTo>
                    <a:pt x="1946" y="26372"/>
                  </a:lnTo>
                  <a:lnTo>
                    <a:pt x="1645" y="25991"/>
                  </a:lnTo>
                  <a:lnTo>
                    <a:pt x="1364" y="25590"/>
                  </a:lnTo>
                  <a:lnTo>
                    <a:pt x="1144" y="25189"/>
                  </a:lnTo>
                  <a:lnTo>
                    <a:pt x="963" y="24788"/>
                  </a:lnTo>
                  <a:lnTo>
                    <a:pt x="963" y="24788"/>
                  </a:lnTo>
                  <a:lnTo>
                    <a:pt x="763" y="24226"/>
                  </a:lnTo>
                  <a:lnTo>
                    <a:pt x="582" y="23644"/>
                  </a:lnTo>
                  <a:lnTo>
                    <a:pt x="422" y="23023"/>
                  </a:lnTo>
                  <a:lnTo>
                    <a:pt x="301" y="22381"/>
                  </a:lnTo>
                  <a:lnTo>
                    <a:pt x="201" y="21719"/>
                  </a:lnTo>
                  <a:lnTo>
                    <a:pt x="101" y="21037"/>
                  </a:lnTo>
                  <a:lnTo>
                    <a:pt x="41" y="20335"/>
                  </a:lnTo>
                  <a:lnTo>
                    <a:pt x="21" y="19613"/>
                  </a:lnTo>
                  <a:lnTo>
                    <a:pt x="1" y="18891"/>
                  </a:lnTo>
                  <a:lnTo>
                    <a:pt x="1" y="18149"/>
                  </a:lnTo>
                  <a:lnTo>
                    <a:pt x="41" y="17407"/>
                  </a:lnTo>
                  <a:lnTo>
                    <a:pt x="81" y="16645"/>
                  </a:lnTo>
                  <a:lnTo>
                    <a:pt x="161" y="15883"/>
                  </a:lnTo>
                  <a:lnTo>
                    <a:pt x="261" y="15121"/>
                  </a:lnTo>
                  <a:lnTo>
                    <a:pt x="362" y="14359"/>
                  </a:lnTo>
                  <a:lnTo>
                    <a:pt x="502" y="13617"/>
                  </a:lnTo>
                  <a:lnTo>
                    <a:pt x="662" y="12855"/>
                  </a:lnTo>
                  <a:lnTo>
                    <a:pt x="843" y="12113"/>
                  </a:lnTo>
                  <a:lnTo>
                    <a:pt x="1043" y="11371"/>
                  </a:lnTo>
                  <a:lnTo>
                    <a:pt x="1244" y="10629"/>
                  </a:lnTo>
                  <a:lnTo>
                    <a:pt x="1485" y="9927"/>
                  </a:lnTo>
                  <a:lnTo>
                    <a:pt x="1725" y="9225"/>
                  </a:lnTo>
                  <a:lnTo>
                    <a:pt x="2006" y="8523"/>
                  </a:lnTo>
                  <a:lnTo>
                    <a:pt x="2287" y="7861"/>
                  </a:lnTo>
                  <a:lnTo>
                    <a:pt x="2608" y="7220"/>
                  </a:lnTo>
                  <a:lnTo>
                    <a:pt x="2929" y="6598"/>
                  </a:lnTo>
                  <a:lnTo>
                    <a:pt x="3269" y="5996"/>
                  </a:lnTo>
                  <a:lnTo>
                    <a:pt x="3630" y="5435"/>
                  </a:lnTo>
                  <a:lnTo>
                    <a:pt x="4012" y="4893"/>
                  </a:lnTo>
                  <a:lnTo>
                    <a:pt x="4393" y="4372"/>
                  </a:lnTo>
                  <a:lnTo>
                    <a:pt x="4814" y="3911"/>
                  </a:lnTo>
                  <a:lnTo>
                    <a:pt x="5235" y="3470"/>
                  </a:lnTo>
                  <a:lnTo>
                    <a:pt x="5235" y="3470"/>
                  </a:lnTo>
                  <a:lnTo>
                    <a:pt x="5516" y="3209"/>
                  </a:lnTo>
                  <a:lnTo>
                    <a:pt x="5796" y="2968"/>
                  </a:lnTo>
                  <a:lnTo>
                    <a:pt x="6097" y="2727"/>
                  </a:lnTo>
                  <a:lnTo>
                    <a:pt x="6418" y="2487"/>
                  </a:lnTo>
                  <a:lnTo>
                    <a:pt x="6739" y="2266"/>
                  </a:lnTo>
                  <a:lnTo>
                    <a:pt x="7080" y="2066"/>
                  </a:lnTo>
                  <a:lnTo>
                    <a:pt x="7421" y="1865"/>
                  </a:lnTo>
                  <a:lnTo>
                    <a:pt x="7782" y="1685"/>
                  </a:lnTo>
                  <a:lnTo>
                    <a:pt x="8143" y="1504"/>
                  </a:lnTo>
                  <a:lnTo>
                    <a:pt x="8524" y="1324"/>
                  </a:lnTo>
                  <a:lnTo>
                    <a:pt x="8905" y="1163"/>
                  </a:lnTo>
                  <a:lnTo>
                    <a:pt x="9286" y="1023"/>
                  </a:lnTo>
                  <a:lnTo>
                    <a:pt x="10088" y="762"/>
                  </a:lnTo>
                  <a:lnTo>
                    <a:pt x="10910" y="542"/>
                  </a:lnTo>
                  <a:lnTo>
                    <a:pt x="10910" y="542"/>
                  </a:lnTo>
                  <a:lnTo>
                    <a:pt x="11412" y="421"/>
                  </a:lnTo>
                  <a:lnTo>
                    <a:pt x="11913" y="321"/>
                  </a:lnTo>
                  <a:lnTo>
                    <a:pt x="12434" y="241"/>
                  </a:lnTo>
                  <a:lnTo>
                    <a:pt x="12936" y="161"/>
                  </a:lnTo>
                  <a:lnTo>
                    <a:pt x="13457" y="100"/>
                  </a:lnTo>
                  <a:lnTo>
                    <a:pt x="13979" y="60"/>
                  </a:lnTo>
                  <a:lnTo>
                    <a:pt x="14500" y="20"/>
                  </a:lnTo>
                  <a:lnTo>
                    <a:pt x="15021" y="0"/>
                  </a:lnTo>
                  <a:lnTo>
                    <a:pt x="15543" y="0"/>
                  </a:lnTo>
                  <a:lnTo>
                    <a:pt x="16084" y="0"/>
                  </a:lnTo>
                  <a:lnTo>
                    <a:pt x="16606" y="20"/>
                  </a:lnTo>
                  <a:lnTo>
                    <a:pt x="17127" y="60"/>
                  </a:lnTo>
                  <a:lnTo>
                    <a:pt x="17669" y="100"/>
                  </a:lnTo>
                  <a:lnTo>
                    <a:pt x="18190" y="161"/>
                  </a:lnTo>
                  <a:lnTo>
                    <a:pt x="18711" y="241"/>
                  </a:lnTo>
                  <a:lnTo>
                    <a:pt x="19213" y="321"/>
                  </a:lnTo>
                  <a:lnTo>
                    <a:pt x="19734" y="421"/>
                  </a:lnTo>
                  <a:lnTo>
                    <a:pt x="20236" y="542"/>
                  </a:lnTo>
                  <a:lnTo>
                    <a:pt x="20737" y="682"/>
                  </a:lnTo>
                  <a:lnTo>
                    <a:pt x="21218" y="822"/>
                  </a:lnTo>
                  <a:lnTo>
                    <a:pt x="21700" y="963"/>
                  </a:lnTo>
                  <a:lnTo>
                    <a:pt x="22181" y="1143"/>
                  </a:lnTo>
                  <a:lnTo>
                    <a:pt x="22642" y="1324"/>
                  </a:lnTo>
                  <a:lnTo>
                    <a:pt x="23103" y="1504"/>
                  </a:lnTo>
                  <a:lnTo>
                    <a:pt x="23545" y="1705"/>
                  </a:lnTo>
                  <a:lnTo>
                    <a:pt x="23986" y="1925"/>
                  </a:lnTo>
                  <a:lnTo>
                    <a:pt x="24407" y="2166"/>
                  </a:lnTo>
                  <a:lnTo>
                    <a:pt x="24808" y="2407"/>
                  </a:lnTo>
                  <a:lnTo>
                    <a:pt x="25209" y="2667"/>
                  </a:lnTo>
                  <a:lnTo>
                    <a:pt x="25570" y="2948"/>
                  </a:lnTo>
                  <a:lnTo>
                    <a:pt x="25951" y="3229"/>
                  </a:lnTo>
                  <a:lnTo>
                    <a:pt x="26292" y="3530"/>
                  </a:lnTo>
                  <a:lnTo>
                    <a:pt x="26292" y="3530"/>
                  </a:lnTo>
                  <a:lnTo>
                    <a:pt x="26633" y="3851"/>
                  </a:lnTo>
                  <a:lnTo>
                    <a:pt x="26974" y="4252"/>
                  </a:lnTo>
                  <a:lnTo>
                    <a:pt x="27315" y="4693"/>
                  </a:lnTo>
                  <a:lnTo>
                    <a:pt x="27656" y="5194"/>
                  </a:lnTo>
                  <a:lnTo>
                    <a:pt x="27997" y="5736"/>
                  </a:lnTo>
                  <a:lnTo>
                    <a:pt x="28338" y="6337"/>
                  </a:lnTo>
                  <a:lnTo>
                    <a:pt x="28658" y="6959"/>
                  </a:lnTo>
                  <a:lnTo>
                    <a:pt x="28959" y="7641"/>
                  </a:lnTo>
                  <a:lnTo>
                    <a:pt x="29260" y="8343"/>
                  </a:lnTo>
                  <a:lnTo>
                    <a:pt x="29561" y="9065"/>
                  </a:lnTo>
                  <a:lnTo>
                    <a:pt x="29822" y="9847"/>
                  </a:lnTo>
                  <a:lnTo>
                    <a:pt x="30062" y="10629"/>
                  </a:lnTo>
                  <a:lnTo>
                    <a:pt x="30303" y="11451"/>
                  </a:lnTo>
                  <a:lnTo>
                    <a:pt x="30503" y="12294"/>
                  </a:lnTo>
                  <a:lnTo>
                    <a:pt x="30684" y="13136"/>
                  </a:lnTo>
                  <a:lnTo>
                    <a:pt x="30844" y="13998"/>
                  </a:lnTo>
                  <a:lnTo>
                    <a:pt x="30965" y="14881"/>
                  </a:lnTo>
                  <a:lnTo>
                    <a:pt x="31065" y="15763"/>
                  </a:lnTo>
                  <a:lnTo>
                    <a:pt x="31145" y="16645"/>
                  </a:lnTo>
                  <a:lnTo>
                    <a:pt x="31165" y="17528"/>
                  </a:lnTo>
                  <a:lnTo>
                    <a:pt x="31165" y="18410"/>
                  </a:lnTo>
                  <a:lnTo>
                    <a:pt x="31105" y="19293"/>
                  </a:lnTo>
                  <a:lnTo>
                    <a:pt x="31025" y="20155"/>
                  </a:lnTo>
                  <a:lnTo>
                    <a:pt x="30905" y="21017"/>
                  </a:lnTo>
                  <a:lnTo>
                    <a:pt x="30804" y="21438"/>
                  </a:lnTo>
                  <a:lnTo>
                    <a:pt x="30724" y="21860"/>
                  </a:lnTo>
                  <a:lnTo>
                    <a:pt x="30624" y="22281"/>
                  </a:lnTo>
                  <a:lnTo>
                    <a:pt x="30503" y="22682"/>
                  </a:lnTo>
                  <a:lnTo>
                    <a:pt x="30363" y="23083"/>
                  </a:lnTo>
                  <a:lnTo>
                    <a:pt x="30223" y="23484"/>
                  </a:lnTo>
                  <a:lnTo>
                    <a:pt x="30082" y="23885"/>
                  </a:lnTo>
                  <a:lnTo>
                    <a:pt x="29902" y="24266"/>
                  </a:lnTo>
                  <a:lnTo>
                    <a:pt x="29721" y="24647"/>
                  </a:lnTo>
                  <a:lnTo>
                    <a:pt x="29541" y="25008"/>
                  </a:lnTo>
                  <a:lnTo>
                    <a:pt x="29320" y="25389"/>
                  </a:lnTo>
                  <a:lnTo>
                    <a:pt x="29100" y="25730"/>
                  </a:lnTo>
                  <a:lnTo>
                    <a:pt x="28859" y="26091"/>
                  </a:lnTo>
                  <a:lnTo>
                    <a:pt x="28618" y="26432"/>
                  </a:lnTo>
                  <a:lnTo>
                    <a:pt x="28358" y="26753"/>
                  </a:lnTo>
                  <a:lnTo>
                    <a:pt x="28077" y="2707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7" name="Google Shape;8957;p45"/>
            <p:cNvSpPr/>
            <p:nvPr/>
          </p:nvSpPr>
          <p:spPr>
            <a:xfrm>
              <a:off x="11033225" y="3274125"/>
              <a:ext cx="521950" cy="770125"/>
            </a:xfrm>
            <a:custGeom>
              <a:avLst/>
              <a:gdLst/>
              <a:ahLst/>
              <a:cxnLst/>
              <a:rect l="l" t="t" r="r" b="b"/>
              <a:pathLst>
                <a:path w="20878" h="30805" extrusionOk="0">
                  <a:moveTo>
                    <a:pt x="10910" y="1"/>
                  </a:moveTo>
                  <a:lnTo>
                    <a:pt x="10088" y="221"/>
                  </a:lnTo>
                  <a:lnTo>
                    <a:pt x="9286" y="482"/>
                  </a:lnTo>
                  <a:lnTo>
                    <a:pt x="8905" y="622"/>
                  </a:lnTo>
                  <a:lnTo>
                    <a:pt x="8524" y="783"/>
                  </a:lnTo>
                  <a:lnTo>
                    <a:pt x="8143" y="963"/>
                  </a:lnTo>
                  <a:lnTo>
                    <a:pt x="7782" y="1144"/>
                  </a:lnTo>
                  <a:lnTo>
                    <a:pt x="7421" y="1324"/>
                  </a:lnTo>
                  <a:lnTo>
                    <a:pt x="7080" y="1525"/>
                  </a:lnTo>
                  <a:lnTo>
                    <a:pt x="6739" y="1725"/>
                  </a:lnTo>
                  <a:lnTo>
                    <a:pt x="6418" y="1946"/>
                  </a:lnTo>
                  <a:lnTo>
                    <a:pt x="6097" y="2186"/>
                  </a:lnTo>
                  <a:lnTo>
                    <a:pt x="5796" y="2427"/>
                  </a:lnTo>
                  <a:lnTo>
                    <a:pt x="5516" y="2668"/>
                  </a:lnTo>
                  <a:lnTo>
                    <a:pt x="5235" y="2929"/>
                  </a:lnTo>
                  <a:lnTo>
                    <a:pt x="4814" y="3350"/>
                  </a:lnTo>
                  <a:lnTo>
                    <a:pt x="4413" y="3811"/>
                  </a:lnTo>
                  <a:lnTo>
                    <a:pt x="4032" y="4292"/>
                  </a:lnTo>
                  <a:lnTo>
                    <a:pt x="3671" y="4814"/>
                  </a:lnTo>
                  <a:lnTo>
                    <a:pt x="3330" y="5355"/>
                  </a:lnTo>
                  <a:lnTo>
                    <a:pt x="2989" y="5937"/>
                  </a:lnTo>
                  <a:lnTo>
                    <a:pt x="2668" y="6538"/>
                  </a:lnTo>
                  <a:lnTo>
                    <a:pt x="2367" y="7160"/>
                  </a:lnTo>
                  <a:lnTo>
                    <a:pt x="2227" y="7501"/>
                  </a:lnTo>
                  <a:lnTo>
                    <a:pt x="1966" y="8103"/>
                  </a:lnTo>
                  <a:lnTo>
                    <a:pt x="1705" y="8744"/>
                  </a:lnTo>
                  <a:lnTo>
                    <a:pt x="1485" y="9386"/>
                  </a:lnTo>
                  <a:lnTo>
                    <a:pt x="1264" y="10028"/>
                  </a:lnTo>
                  <a:lnTo>
                    <a:pt x="1064" y="10690"/>
                  </a:lnTo>
                  <a:lnTo>
                    <a:pt x="883" y="11371"/>
                  </a:lnTo>
                  <a:lnTo>
                    <a:pt x="723" y="12053"/>
                  </a:lnTo>
                  <a:lnTo>
                    <a:pt x="562" y="12735"/>
                  </a:lnTo>
                  <a:lnTo>
                    <a:pt x="442" y="13437"/>
                  </a:lnTo>
                  <a:lnTo>
                    <a:pt x="321" y="14119"/>
                  </a:lnTo>
                  <a:lnTo>
                    <a:pt x="221" y="14821"/>
                  </a:lnTo>
                  <a:lnTo>
                    <a:pt x="141" y="15523"/>
                  </a:lnTo>
                  <a:lnTo>
                    <a:pt x="81" y="16205"/>
                  </a:lnTo>
                  <a:lnTo>
                    <a:pt x="41" y="16886"/>
                  </a:lnTo>
                  <a:lnTo>
                    <a:pt x="1" y="17568"/>
                  </a:lnTo>
                  <a:lnTo>
                    <a:pt x="1" y="18250"/>
                  </a:lnTo>
                  <a:lnTo>
                    <a:pt x="21" y="19092"/>
                  </a:lnTo>
                  <a:lnTo>
                    <a:pt x="61" y="19895"/>
                  </a:lnTo>
                  <a:lnTo>
                    <a:pt x="141" y="20697"/>
                  </a:lnTo>
                  <a:lnTo>
                    <a:pt x="241" y="21459"/>
                  </a:lnTo>
                  <a:lnTo>
                    <a:pt x="362" y="22201"/>
                  </a:lnTo>
                  <a:lnTo>
                    <a:pt x="542" y="22923"/>
                  </a:lnTo>
                  <a:lnTo>
                    <a:pt x="723" y="23605"/>
                  </a:lnTo>
                  <a:lnTo>
                    <a:pt x="963" y="24247"/>
                  </a:lnTo>
                  <a:lnTo>
                    <a:pt x="1144" y="24648"/>
                  </a:lnTo>
                  <a:lnTo>
                    <a:pt x="1364" y="25049"/>
                  </a:lnTo>
                  <a:lnTo>
                    <a:pt x="1645" y="25450"/>
                  </a:lnTo>
                  <a:lnTo>
                    <a:pt x="1946" y="25831"/>
                  </a:lnTo>
                  <a:lnTo>
                    <a:pt x="2307" y="26192"/>
                  </a:lnTo>
                  <a:lnTo>
                    <a:pt x="2708" y="26553"/>
                  </a:lnTo>
                  <a:lnTo>
                    <a:pt x="3129" y="26914"/>
                  </a:lnTo>
                  <a:lnTo>
                    <a:pt x="3610" y="27255"/>
                  </a:lnTo>
                  <a:lnTo>
                    <a:pt x="4112" y="27596"/>
                  </a:lnTo>
                  <a:lnTo>
                    <a:pt x="4633" y="27916"/>
                  </a:lnTo>
                  <a:lnTo>
                    <a:pt x="5195" y="28217"/>
                  </a:lnTo>
                  <a:lnTo>
                    <a:pt x="5796" y="28518"/>
                  </a:lnTo>
                  <a:lnTo>
                    <a:pt x="6398" y="28799"/>
                  </a:lnTo>
                  <a:lnTo>
                    <a:pt x="7040" y="29060"/>
                  </a:lnTo>
                  <a:lnTo>
                    <a:pt x="7702" y="29300"/>
                  </a:lnTo>
                  <a:lnTo>
                    <a:pt x="8383" y="29541"/>
                  </a:lnTo>
                  <a:lnTo>
                    <a:pt x="8403" y="29541"/>
                  </a:lnTo>
                  <a:lnTo>
                    <a:pt x="9326" y="29822"/>
                  </a:lnTo>
                  <a:lnTo>
                    <a:pt x="10289" y="30082"/>
                  </a:lnTo>
                  <a:lnTo>
                    <a:pt x="11291" y="30283"/>
                  </a:lnTo>
                  <a:lnTo>
                    <a:pt x="12294" y="30463"/>
                  </a:lnTo>
                  <a:lnTo>
                    <a:pt x="13317" y="30624"/>
                  </a:lnTo>
                  <a:lnTo>
                    <a:pt x="14340" y="30724"/>
                  </a:lnTo>
                  <a:lnTo>
                    <a:pt x="15382" y="30784"/>
                  </a:lnTo>
                  <a:lnTo>
                    <a:pt x="16425" y="30804"/>
                  </a:lnTo>
                  <a:lnTo>
                    <a:pt x="16987" y="30804"/>
                  </a:lnTo>
                  <a:lnTo>
                    <a:pt x="17548" y="30784"/>
                  </a:lnTo>
                  <a:lnTo>
                    <a:pt x="18110" y="30744"/>
                  </a:lnTo>
                  <a:lnTo>
                    <a:pt x="18671" y="30704"/>
                  </a:lnTo>
                  <a:lnTo>
                    <a:pt x="19233" y="30644"/>
                  </a:lnTo>
                  <a:lnTo>
                    <a:pt x="19774" y="30564"/>
                  </a:lnTo>
                  <a:lnTo>
                    <a:pt x="20336" y="30463"/>
                  </a:lnTo>
                  <a:lnTo>
                    <a:pt x="20877" y="30363"/>
                  </a:lnTo>
                  <a:lnTo>
                    <a:pt x="20115" y="30303"/>
                  </a:lnTo>
                  <a:lnTo>
                    <a:pt x="19333" y="30223"/>
                  </a:lnTo>
                  <a:lnTo>
                    <a:pt x="18611" y="30343"/>
                  </a:lnTo>
                  <a:lnTo>
                    <a:pt x="17849" y="30423"/>
                  </a:lnTo>
                  <a:lnTo>
                    <a:pt x="17087" y="30483"/>
                  </a:lnTo>
                  <a:lnTo>
                    <a:pt x="16305" y="30504"/>
                  </a:lnTo>
                  <a:lnTo>
                    <a:pt x="16024" y="30504"/>
                  </a:lnTo>
                  <a:lnTo>
                    <a:pt x="15302" y="30463"/>
                  </a:lnTo>
                  <a:lnTo>
                    <a:pt x="14580" y="30423"/>
                  </a:lnTo>
                  <a:lnTo>
                    <a:pt x="13858" y="30343"/>
                  </a:lnTo>
                  <a:lnTo>
                    <a:pt x="13156" y="30243"/>
                  </a:lnTo>
                  <a:lnTo>
                    <a:pt x="12475" y="30122"/>
                  </a:lnTo>
                  <a:lnTo>
                    <a:pt x="11793" y="29962"/>
                  </a:lnTo>
                  <a:lnTo>
                    <a:pt x="11171" y="29802"/>
                  </a:lnTo>
                  <a:lnTo>
                    <a:pt x="10549" y="29601"/>
                  </a:lnTo>
                  <a:lnTo>
                    <a:pt x="9948" y="29360"/>
                  </a:lnTo>
                  <a:lnTo>
                    <a:pt x="9366" y="29120"/>
                  </a:lnTo>
                  <a:lnTo>
                    <a:pt x="8865" y="28819"/>
                  </a:lnTo>
                  <a:lnTo>
                    <a:pt x="8624" y="28679"/>
                  </a:lnTo>
                  <a:lnTo>
                    <a:pt x="8403" y="28518"/>
                  </a:lnTo>
                  <a:lnTo>
                    <a:pt x="8383" y="28518"/>
                  </a:lnTo>
                  <a:lnTo>
                    <a:pt x="8163" y="28338"/>
                  </a:lnTo>
                  <a:lnTo>
                    <a:pt x="7942" y="28137"/>
                  </a:lnTo>
                  <a:lnTo>
                    <a:pt x="7742" y="27937"/>
                  </a:lnTo>
                  <a:lnTo>
                    <a:pt x="7581" y="27736"/>
                  </a:lnTo>
                  <a:lnTo>
                    <a:pt x="7441" y="27515"/>
                  </a:lnTo>
                  <a:lnTo>
                    <a:pt x="7321" y="27315"/>
                  </a:lnTo>
                  <a:lnTo>
                    <a:pt x="7220" y="27074"/>
                  </a:lnTo>
                  <a:lnTo>
                    <a:pt x="7160" y="26854"/>
                  </a:lnTo>
                  <a:lnTo>
                    <a:pt x="7120" y="26553"/>
                  </a:lnTo>
                  <a:lnTo>
                    <a:pt x="7080" y="26272"/>
                  </a:lnTo>
                  <a:lnTo>
                    <a:pt x="7060" y="25971"/>
                  </a:lnTo>
                  <a:lnTo>
                    <a:pt x="7040" y="25690"/>
                  </a:lnTo>
                  <a:lnTo>
                    <a:pt x="7060" y="25410"/>
                  </a:lnTo>
                  <a:lnTo>
                    <a:pt x="7080" y="25129"/>
                  </a:lnTo>
                  <a:lnTo>
                    <a:pt x="7100" y="24848"/>
                  </a:lnTo>
                  <a:lnTo>
                    <a:pt x="7140" y="24567"/>
                  </a:lnTo>
                  <a:lnTo>
                    <a:pt x="6819" y="24126"/>
                  </a:lnTo>
                  <a:lnTo>
                    <a:pt x="6518" y="23685"/>
                  </a:lnTo>
                  <a:lnTo>
                    <a:pt x="6218" y="23204"/>
                  </a:lnTo>
                  <a:lnTo>
                    <a:pt x="5957" y="22722"/>
                  </a:lnTo>
                  <a:lnTo>
                    <a:pt x="5897" y="22582"/>
                  </a:lnTo>
                  <a:lnTo>
                    <a:pt x="5556" y="22582"/>
                  </a:lnTo>
                  <a:lnTo>
                    <a:pt x="5275" y="22522"/>
                  </a:lnTo>
                  <a:lnTo>
                    <a:pt x="4994" y="22442"/>
                  </a:lnTo>
                  <a:lnTo>
                    <a:pt x="4754" y="22301"/>
                  </a:lnTo>
                  <a:lnTo>
                    <a:pt x="4533" y="22141"/>
                  </a:lnTo>
                  <a:lnTo>
                    <a:pt x="4332" y="21960"/>
                  </a:lnTo>
                  <a:lnTo>
                    <a:pt x="4172" y="21740"/>
                  </a:lnTo>
                  <a:lnTo>
                    <a:pt x="4012" y="21499"/>
                  </a:lnTo>
                  <a:lnTo>
                    <a:pt x="3911" y="21238"/>
                  </a:lnTo>
                  <a:lnTo>
                    <a:pt x="3851" y="21038"/>
                  </a:lnTo>
                  <a:lnTo>
                    <a:pt x="3811" y="20857"/>
                  </a:lnTo>
                  <a:lnTo>
                    <a:pt x="3791" y="20677"/>
                  </a:lnTo>
                  <a:lnTo>
                    <a:pt x="3791" y="20496"/>
                  </a:lnTo>
                  <a:lnTo>
                    <a:pt x="3791" y="20316"/>
                  </a:lnTo>
                  <a:lnTo>
                    <a:pt x="3831" y="20135"/>
                  </a:lnTo>
                  <a:lnTo>
                    <a:pt x="3871" y="19955"/>
                  </a:lnTo>
                  <a:lnTo>
                    <a:pt x="3931" y="19794"/>
                  </a:lnTo>
                  <a:lnTo>
                    <a:pt x="4012" y="19634"/>
                  </a:lnTo>
                  <a:lnTo>
                    <a:pt x="4092" y="19474"/>
                  </a:lnTo>
                  <a:lnTo>
                    <a:pt x="4192" y="19333"/>
                  </a:lnTo>
                  <a:lnTo>
                    <a:pt x="4312" y="19193"/>
                  </a:lnTo>
                  <a:lnTo>
                    <a:pt x="4433" y="19072"/>
                  </a:lnTo>
                  <a:lnTo>
                    <a:pt x="4553" y="18952"/>
                  </a:lnTo>
                  <a:lnTo>
                    <a:pt x="4713" y="18852"/>
                  </a:lnTo>
                  <a:lnTo>
                    <a:pt x="4854" y="18752"/>
                  </a:lnTo>
                  <a:lnTo>
                    <a:pt x="4814" y="18150"/>
                  </a:lnTo>
                  <a:lnTo>
                    <a:pt x="4774" y="17528"/>
                  </a:lnTo>
                  <a:lnTo>
                    <a:pt x="4754" y="16927"/>
                  </a:lnTo>
                  <a:lnTo>
                    <a:pt x="4733" y="16305"/>
                  </a:lnTo>
                  <a:lnTo>
                    <a:pt x="4733" y="15523"/>
                  </a:lnTo>
                  <a:lnTo>
                    <a:pt x="4754" y="14741"/>
                  </a:lnTo>
                  <a:lnTo>
                    <a:pt x="4794" y="13959"/>
                  </a:lnTo>
                  <a:lnTo>
                    <a:pt x="4854" y="13176"/>
                  </a:lnTo>
                  <a:lnTo>
                    <a:pt x="4934" y="12394"/>
                  </a:lnTo>
                  <a:lnTo>
                    <a:pt x="5054" y="11632"/>
                  </a:lnTo>
                  <a:lnTo>
                    <a:pt x="5175" y="10850"/>
                  </a:lnTo>
                  <a:lnTo>
                    <a:pt x="5335" y="10088"/>
                  </a:lnTo>
                  <a:lnTo>
                    <a:pt x="5516" y="9326"/>
                  </a:lnTo>
                  <a:lnTo>
                    <a:pt x="5716" y="8564"/>
                  </a:lnTo>
                  <a:lnTo>
                    <a:pt x="5937" y="7822"/>
                  </a:lnTo>
                  <a:lnTo>
                    <a:pt x="6197" y="7080"/>
                  </a:lnTo>
                  <a:lnTo>
                    <a:pt x="6478" y="6358"/>
                  </a:lnTo>
                  <a:lnTo>
                    <a:pt x="6779" y="5636"/>
                  </a:lnTo>
                  <a:lnTo>
                    <a:pt x="7120" y="4934"/>
                  </a:lnTo>
                  <a:lnTo>
                    <a:pt x="7501" y="4232"/>
                  </a:lnTo>
                  <a:lnTo>
                    <a:pt x="7862" y="3650"/>
                  </a:lnTo>
                  <a:lnTo>
                    <a:pt x="8223" y="3069"/>
                  </a:lnTo>
                  <a:lnTo>
                    <a:pt x="8624" y="2507"/>
                  </a:lnTo>
                  <a:lnTo>
                    <a:pt x="9045" y="1966"/>
                  </a:lnTo>
                  <a:lnTo>
                    <a:pt x="9486" y="1444"/>
                  </a:lnTo>
                  <a:lnTo>
                    <a:pt x="9948" y="943"/>
                  </a:lnTo>
                  <a:lnTo>
                    <a:pt x="10429" y="462"/>
                  </a:lnTo>
                  <a:lnTo>
                    <a:pt x="1091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8" name="Google Shape;8958;p45"/>
            <p:cNvSpPr/>
            <p:nvPr/>
          </p:nvSpPr>
          <p:spPr>
            <a:xfrm>
              <a:off x="11033225" y="3274125"/>
              <a:ext cx="521950" cy="770125"/>
            </a:xfrm>
            <a:custGeom>
              <a:avLst/>
              <a:gdLst/>
              <a:ahLst/>
              <a:cxnLst/>
              <a:rect l="l" t="t" r="r" b="b"/>
              <a:pathLst>
                <a:path w="20878" h="30805" fill="none" extrusionOk="0">
                  <a:moveTo>
                    <a:pt x="10910" y="1"/>
                  </a:moveTo>
                  <a:lnTo>
                    <a:pt x="10910" y="1"/>
                  </a:lnTo>
                  <a:lnTo>
                    <a:pt x="10088" y="221"/>
                  </a:lnTo>
                  <a:lnTo>
                    <a:pt x="9286" y="482"/>
                  </a:lnTo>
                  <a:lnTo>
                    <a:pt x="8905" y="622"/>
                  </a:lnTo>
                  <a:lnTo>
                    <a:pt x="8524" y="783"/>
                  </a:lnTo>
                  <a:lnTo>
                    <a:pt x="8143" y="963"/>
                  </a:lnTo>
                  <a:lnTo>
                    <a:pt x="7782" y="1144"/>
                  </a:lnTo>
                  <a:lnTo>
                    <a:pt x="7421" y="1324"/>
                  </a:lnTo>
                  <a:lnTo>
                    <a:pt x="7080" y="1525"/>
                  </a:lnTo>
                  <a:lnTo>
                    <a:pt x="6739" y="1725"/>
                  </a:lnTo>
                  <a:lnTo>
                    <a:pt x="6418" y="1946"/>
                  </a:lnTo>
                  <a:lnTo>
                    <a:pt x="6097" y="2186"/>
                  </a:lnTo>
                  <a:lnTo>
                    <a:pt x="5796" y="2427"/>
                  </a:lnTo>
                  <a:lnTo>
                    <a:pt x="5516" y="2668"/>
                  </a:lnTo>
                  <a:lnTo>
                    <a:pt x="5235" y="2929"/>
                  </a:lnTo>
                  <a:lnTo>
                    <a:pt x="5235" y="2929"/>
                  </a:lnTo>
                  <a:lnTo>
                    <a:pt x="4814" y="3350"/>
                  </a:lnTo>
                  <a:lnTo>
                    <a:pt x="4413" y="3811"/>
                  </a:lnTo>
                  <a:lnTo>
                    <a:pt x="4032" y="4292"/>
                  </a:lnTo>
                  <a:lnTo>
                    <a:pt x="3671" y="4814"/>
                  </a:lnTo>
                  <a:lnTo>
                    <a:pt x="3330" y="5355"/>
                  </a:lnTo>
                  <a:lnTo>
                    <a:pt x="2989" y="5937"/>
                  </a:lnTo>
                  <a:lnTo>
                    <a:pt x="2668" y="6538"/>
                  </a:lnTo>
                  <a:lnTo>
                    <a:pt x="2367" y="7160"/>
                  </a:lnTo>
                  <a:lnTo>
                    <a:pt x="2367" y="7160"/>
                  </a:lnTo>
                  <a:lnTo>
                    <a:pt x="2227" y="7501"/>
                  </a:lnTo>
                  <a:lnTo>
                    <a:pt x="2227" y="7501"/>
                  </a:lnTo>
                  <a:lnTo>
                    <a:pt x="1966" y="8103"/>
                  </a:lnTo>
                  <a:lnTo>
                    <a:pt x="1705" y="8744"/>
                  </a:lnTo>
                  <a:lnTo>
                    <a:pt x="1485" y="9386"/>
                  </a:lnTo>
                  <a:lnTo>
                    <a:pt x="1264" y="10028"/>
                  </a:lnTo>
                  <a:lnTo>
                    <a:pt x="1064" y="10690"/>
                  </a:lnTo>
                  <a:lnTo>
                    <a:pt x="883" y="11371"/>
                  </a:lnTo>
                  <a:lnTo>
                    <a:pt x="723" y="12053"/>
                  </a:lnTo>
                  <a:lnTo>
                    <a:pt x="562" y="12735"/>
                  </a:lnTo>
                  <a:lnTo>
                    <a:pt x="442" y="13437"/>
                  </a:lnTo>
                  <a:lnTo>
                    <a:pt x="321" y="14119"/>
                  </a:lnTo>
                  <a:lnTo>
                    <a:pt x="221" y="14821"/>
                  </a:lnTo>
                  <a:lnTo>
                    <a:pt x="141" y="15523"/>
                  </a:lnTo>
                  <a:lnTo>
                    <a:pt x="81" y="16205"/>
                  </a:lnTo>
                  <a:lnTo>
                    <a:pt x="41" y="16886"/>
                  </a:lnTo>
                  <a:lnTo>
                    <a:pt x="1" y="17568"/>
                  </a:lnTo>
                  <a:lnTo>
                    <a:pt x="1" y="18250"/>
                  </a:lnTo>
                  <a:lnTo>
                    <a:pt x="1" y="18250"/>
                  </a:lnTo>
                  <a:lnTo>
                    <a:pt x="21" y="19092"/>
                  </a:lnTo>
                  <a:lnTo>
                    <a:pt x="61" y="19895"/>
                  </a:lnTo>
                  <a:lnTo>
                    <a:pt x="141" y="20697"/>
                  </a:lnTo>
                  <a:lnTo>
                    <a:pt x="241" y="21459"/>
                  </a:lnTo>
                  <a:lnTo>
                    <a:pt x="362" y="22201"/>
                  </a:lnTo>
                  <a:lnTo>
                    <a:pt x="542" y="22923"/>
                  </a:lnTo>
                  <a:lnTo>
                    <a:pt x="723" y="23605"/>
                  </a:lnTo>
                  <a:lnTo>
                    <a:pt x="963" y="24247"/>
                  </a:lnTo>
                  <a:lnTo>
                    <a:pt x="963" y="24247"/>
                  </a:lnTo>
                  <a:lnTo>
                    <a:pt x="1144" y="24648"/>
                  </a:lnTo>
                  <a:lnTo>
                    <a:pt x="1364" y="25049"/>
                  </a:lnTo>
                  <a:lnTo>
                    <a:pt x="1645" y="25450"/>
                  </a:lnTo>
                  <a:lnTo>
                    <a:pt x="1946" y="25831"/>
                  </a:lnTo>
                  <a:lnTo>
                    <a:pt x="2307" y="26192"/>
                  </a:lnTo>
                  <a:lnTo>
                    <a:pt x="2708" y="26553"/>
                  </a:lnTo>
                  <a:lnTo>
                    <a:pt x="3129" y="26914"/>
                  </a:lnTo>
                  <a:lnTo>
                    <a:pt x="3610" y="27255"/>
                  </a:lnTo>
                  <a:lnTo>
                    <a:pt x="4112" y="27596"/>
                  </a:lnTo>
                  <a:lnTo>
                    <a:pt x="4633" y="27916"/>
                  </a:lnTo>
                  <a:lnTo>
                    <a:pt x="5195" y="28217"/>
                  </a:lnTo>
                  <a:lnTo>
                    <a:pt x="5796" y="28518"/>
                  </a:lnTo>
                  <a:lnTo>
                    <a:pt x="6398" y="28799"/>
                  </a:lnTo>
                  <a:lnTo>
                    <a:pt x="7040" y="29060"/>
                  </a:lnTo>
                  <a:lnTo>
                    <a:pt x="7702" y="29300"/>
                  </a:lnTo>
                  <a:lnTo>
                    <a:pt x="8383" y="29541"/>
                  </a:lnTo>
                  <a:lnTo>
                    <a:pt x="8403" y="29541"/>
                  </a:lnTo>
                  <a:lnTo>
                    <a:pt x="8403" y="29541"/>
                  </a:lnTo>
                  <a:lnTo>
                    <a:pt x="9326" y="29822"/>
                  </a:lnTo>
                  <a:lnTo>
                    <a:pt x="10289" y="30082"/>
                  </a:lnTo>
                  <a:lnTo>
                    <a:pt x="11291" y="30283"/>
                  </a:lnTo>
                  <a:lnTo>
                    <a:pt x="12294" y="30463"/>
                  </a:lnTo>
                  <a:lnTo>
                    <a:pt x="13317" y="30624"/>
                  </a:lnTo>
                  <a:lnTo>
                    <a:pt x="14340" y="30724"/>
                  </a:lnTo>
                  <a:lnTo>
                    <a:pt x="15382" y="30784"/>
                  </a:lnTo>
                  <a:lnTo>
                    <a:pt x="16425" y="30804"/>
                  </a:lnTo>
                  <a:lnTo>
                    <a:pt x="16425" y="30804"/>
                  </a:lnTo>
                  <a:lnTo>
                    <a:pt x="16987" y="30804"/>
                  </a:lnTo>
                  <a:lnTo>
                    <a:pt x="17548" y="30784"/>
                  </a:lnTo>
                  <a:lnTo>
                    <a:pt x="18110" y="30744"/>
                  </a:lnTo>
                  <a:lnTo>
                    <a:pt x="18671" y="30704"/>
                  </a:lnTo>
                  <a:lnTo>
                    <a:pt x="19233" y="30644"/>
                  </a:lnTo>
                  <a:lnTo>
                    <a:pt x="19774" y="30564"/>
                  </a:lnTo>
                  <a:lnTo>
                    <a:pt x="20336" y="30463"/>
                  </a:lnTo>
                  <a:lnTo>
                    <a:pt x="20877" y="30363"/>
                  </a:lnTo>
                  <a:lnTo>
                    <a:pt x="20877" y="30363"/>
                  </a:lnTo>
                  <a:lnTo>
                    <a:pt x="20115" y="30303"/>
                  </a:lnTo>
                  <a:lnTo>
                    <a:pt x="19333" y="30223"/>
                  </a:lnTo>
                  <a:lnTo>
                    <a:pt x="19333" y="30223"/>
                  </a:lnTo>
                  <a:lnTo>
                    <a:pt x="18611" y="30343"/>
                  </a:lnTo>
                  <a:lnTo>
                    <a:pt x="17849" y="30423"/>
                  </a:lnTo>
                  <a:lnTo>
                    <a:pt x="17087" y="30483"/>
                  </a:lnTo>
                  <a:lnTo>
                    <a:pt x="16305" y="30504"/>
                  </a:lnTo>
                  <a:lnTo>
                    <a:pt x="16305" y="30504"/>
                  </a:lnTo>
                  <a:lnTo>
                    <a:pt x="16024" y="30504"/>
                  </a:lnTo>
                  <a:lnTo>
                    <a:pt x="16024" y="30504"/>
                  </a:lnTo>
                  <a:lnTo>
                    <a:pt x="15302" y="30463"/>
                  </a:lnTo>
                  <a:lnTo>
                    <a:pt x="14580" y="30423"/>
                  </a:lnTo>
                  <a:lnTo>
                    <a:pt x="13858" y="30343"/>
                  </a:lnTo>
                  <a:lnTo>
                    <a:pt x="13156" y="30243"/>
                  </a:lnTo>
                  <a:lnTo>
                    <a:pt x="12475" y="30122"/>
                  </a:lnTo>
                  <a:lnTo>
                    <a:pt x="11793" y="29962"/>
                  </a:lnTo>
                  <a:lnTo>
                    <a:pt x="11171" y="29802"/>
                  </a:lnTo>
                  <a:lnTo>
                    <a:pt x="10549" y="29601"/>
                  </a:lnTo>
                  <a:lnTo>
                    <a:pt x="10549" y="29601"/>
                  </a:lnTo>
                  <a:lnTo>
                    <a:pt x="9948" y="29360"/>
                  </a:lnTo>
                  <a:lnTo>
                    <a:pt x="9366" y="29120"/>
                  </a:lnTo>
                  <a:lnTo>
                    <a:pt x="8865" y="28819"/>
                  </a:lnTo>
                  <a:lnTo>
                    <a:pt x="8624" y="28679"/>
                  </a:lnTo>
                  <a:lnTo>
                    <a:pt x="8403" y="28518"/>
                  </a:lnTo>
                  <a:lnTo>
                    <a:pt x="8383" y="28518"/>
                  </a:lnTo>
                  <a:lnTo>
                    <a:pt x="8383" y="28518"/>
                  </a:lnTo>
                  <a:lnTo>
                    <a:pt x="8163" y="28338"/>
                  </a:lnTo>
                  <a:lnTo>
                    <a:pt x="7942" y="28137"/>
                  </a:lnTo>
                  <a:lnTo>
                    <a:pt x="7742" y="27937"/>
                  </a:lnTo>
                  <a:lnTo>
                    <a:pt x="7581" y="27736"/>
                  </a:lnTo>
                  <a:lnTo>
                    <a:pt x="7441" y="27515"/>
                  </a:lnTo>
                  <a:lnTo>
                    <a:pt x="7321" y="27315"/>
                  </a:lnTo>
                  <a:lnTo>
                    <a:pt x="7220" y="27074"/>
                  </a:lnTo>
                  <a:lnTo>
                    <a:pt x="7160" y="26854"/>
                  </a:lnTo>
                  <a:lnTo>
                    <a:pt x="7160" y="26854"/>
                  </a:lnTo>
                  <a:lnTo>
                    <a:pt x="7120" y="26553"/>
                  </a:lnTo>
                  <a:lnTo>
                    <a:pt x="7080" y="26272"/>
                  </a:lnTo>
                  <a:lnTo>
                    <a:pt x="7060" y="25971"/>
                  </a:lnTo>
                  <a:lnTo>
                    <a:pt x="7040" y="25690"/>
                  </a:lnTo>
                  <a:lnTo>
                    <a:pt x="7040" y="25690"/>
                  </a:lnTo>
                  <a:lnTo>
                    <a:pt x="7060" y="25410"/>
                  </a:lnTo>
                  <a:lnTo>
                    <a:pt x="7080" y="25129"/>
                  </a:lnTo>
                  <a:lnTo>
                    <a:pt x="7100" y="24848"/>
                  </a:lnTo>
                  <a:lnTo>
                    <a:pt x="7140" y="24567"/>
                  </a:lnTo>
                  <a:lnTo>
                    <a:pt x="7140" y="24567"/>
                  </a:lnTo>
                  <a:lnTo>
                    <a:pt x="6819" y="24126"/>
                  </a:lnTo>
                  <a:lnTo>
                    <a:pt x="6518" y="23685"/>
                  </a:lnTo>
                  <a:lnTo>
                    <a:pt x="6218" y="23204"/>
                  </a:lnTo>
                  <a:lnTo>
                    <a:pt x="5957" y="22722"/>
                  </a:lnTo>
                  <a:lnTo>
                    <a:pt x="5957" y="22722"/>
                  </a:lnTo>
                  <a:lnTo>
                    <a:pt x="5897" y="22582"/>
                  </a:lnTo>
                  <a:lnTo>
                    <a:pt x="5897" y="22582"/>
                  </a:lnTo>
                  <a:lnTo>
                    <a:pt x="5776" y="22582"/>
                  </a:lnTo>
                  <a:lnTo>
                    <a:pt x="5776" y="22582"/>
                  </a:lnTo>
                  <a:lnTo>
                    <a:pt x="5556" y="22582"/>
                  </a:lnTo>
                  <a:lnTo>
                    <a:pt x="5556" y="22582"/>
                  </a:lnTo>
                  <a:lnTo>
                    <a:pt x="5275" y="22522"/>
                  </a:lnTo>
                  <a:lnTo>
                    <a:pt x="4994" y="22442"/>
                  </a:lnTo>
                  <a:lnTo>
                    <a:pt x="4754" y="22301"/>
                  </a:lnTo>
                  <a:lnTo>
                    <a:pt x="4533" y="22141"/>
                  </a:lnTo>
                  <a:lnTo>
                    <a:pt x="4332" y="21960"/>
                  </a:lnTo>
                  <a:lnTo>
                    <a:pt x="4172" y="21740"/>
                  </a:lnTo>
                  <a:lnTo>
                    <a:pt x="4012" y="21499"/>
                  </a:lnTo>
                  <a:lnTo>
                    <a:pt x="3911" y="21238"/>
                  </a:lnTo>
                  <a:lnTo>
                    <a:pt x="3911" y="21238"/>
                  </a:lnTo>
                  <a:lnTo>
                    <a:pt x="3851" y="21038"/>
                  </a:lnTo>
                  <a:lnTo>
                    <a:pt x="3811" y="20857"/>
                  </a:lnTo>
                  <a:lnTo>
                    <a:pt x="3791" y="20677"/>
                  </a:lnTo>
                  <a:lnTo>
                    <a:pt x="3791" y="20496"/>
                  </a:lnTo>
                  <a:lnTo>
                    <a:pt x="3791" y="20316"/>
                  </a:lnTo>
                  <a:lnTo>
                    <a:pt x="3831" y="20135"/>
                  </a:lnTo>
                  <a:lnTo>
                    <a:pt x="3871" y="19955"/>
                  </a:lnTo>
                  <a:lnTo>
                    <a:pt x="3931" y="19794"/>
                  </a:lnTo>
                  <a:lnTo>
                    <a:pt x="4012" y="19634"/>
                  </a:lnTo>
                  <a:lnTo>
                    <a:pt x="4092" y="19474"/>
                  </a:lnTo>
                  <a:lnTo>
                    <a:pt x="4192" y="19333"/>
                  </a:lnTo>
                  <a:lnTo>
                    <a:pt x="4312" y="19193"/>
                  </a:lnTo>
                  <a:lnTo>
                    <a:pt x="4433" y="19072"/>
                  </a:lnTo>
                  <a:lnTo>
                    <a:pt x="4553" y="18952"/>
                  </a:lnTo>
                  <a:lnTo>
                    <a:pt x="4713" y="18852"/>
                  </a:lnTo>
                  <a:lnTo>
                    <a:pt x="4854" y="18752"/>
                  </a:lnTo>
                  <a:lnTo>
                    <a:pt x="4854" y="18752"/>
                  </a:lnTo>
                  <a:lnTo>
                    <a:pt x="4814" y="18150"/>
                  </a:lnTo>
                  <a:lnTo>
                    <a:pt x="4774" y="17528"/>
                  </a:lnTo>
                  <a:lnTo>
                    <a:pt x="4754" y="16927"/>
                  </a:lnTo>
                  <a:lnTo>
                    <a:pt x="4733" y="16305"/>
                  </a:lnTo>
                  <a:lnTo>
                    <a:pt x="4733" y="16305"/>
                  </a:lnTo>
                  <a:lnTo>
                    <a:pt x="4733" y="15523"/>
                  </a:lnTo>
                  <a:lnTo>
                    <a:pt x="4754" y="14741"/>
                  </a:lnTo>
                  <a:lnTo>
                    <a:pt x="4794" y="13959"/>
                  </a:lnTo>
                  <a:lnTo>
                    <a:pt x="4854" y="13176"/>
                  </a:lnTo>
                  <a:lnTo>
                    <a:pt x="4934" y="12394"/>
                  </a:lnTo>
                  <a:lnTo>
                    <a:pt x="5054" y="11632"/>
                  </a:lnTo>
                  <a:lnTo>
                    <a:pt x="5175" y="10850"/>
                  </a:lnTo>
                  <a:lnTo>
                    <a:pt x="5335" y="10088"/>
                  </a:lnTo>
                  <a:lnTo>
                    <a:pt x="5516" y="9326"/>
                  </a:lnTo>
                  <a:lnTo>
                    <a:pt x="5716" y="8564"/>
                  </a:lnTo>
                  <a:lnTo>
                    <a:pt x="5937" y="7822"/>
                  </a:lnTo>
                  <a:lnTo>
                    <a:pt x="6197" y="7080"/>
                  </a:lnTo>
                  <a:lnTo>
                    <a:pt x="6478" y="6358"/>
                  </a:lnTo>
                  <a:lnTo>
                    <a:pt x="6779" y="5636"/>
                  </a:lnTo>
                  <a:lnTo>
                    <a:pt x="7120" y="4934"/>
                  </a:lnTo>
                  <a:lnTo>
                    <a:pt x="7501" y="4232"/>
                  </a:lnTo>
                  <a:lnTo>
                    <a:pt x="7501" y="4232"/>
                  </a:lnTo>
                  <a:lnTo>
                    <a:pt x="7862" y="3650"/>
                  </a:lnTo>
                  <a:lnTo>
                    <a:pt x="8223" y="3069"/>
                  </a:lnTo>
                  <a:lnTo>
                    <a:pt x="8624" y="2507"/>
                  </a:lnTo>
                  <a:lnTo>
                    <a:pt x="9045" y="1966"/>
                  </a:lnTo>
                  <a:lnTo>
                    <a:pt x="9486" y="1444"/>
                  </a:lnTo>
                  <a:lnTo>
                    <a:pt x="9948" y="943"/>
                  </a:lnTo>
                  <a:lnTo>
                    <a:pt x="10429" y="462"/>
                  </a:lnTo>
                  <a:lnTo>
                    <a:pt x="1091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8959;p45"/>
            <p:cNvSpPr/>
            <p:nvPr/>
          </p:nvSpPr>
          <p:spPr>
            <a:xfrm>
              <a:off x="11396725" y="3266600"/>
              <a:ext cx="58175" cy="439225"/>
            </a:xfrm>
            <a:custGeom>
              <a:avLst/>
              <a:gdLst/>
              <a:ahLst/>
              <a:cxnLst/>
              <a:rect l="l" t="t" r="r" b="b"/>
              <a:pathLst>
                <a:path w="2327" h="17569" extrusionOk="0">
                  <a:moveTo>
                    <a:pt x="1083" y="1"/>
                  </a:moveTo>
                  <a:lnTo>
                    <a:pt x="1063" y="21"/>
                  </a:lnTo>
                  <a:lnTo>
                    <a:pt x="1023" y="61"/>
                  </a:lnTo>
                  <a:lnTo>
                    <a:pt x="1023" y="121"/>
                  </a:lnTo>
                  <a:lnTo>
                    <a:pt x="963" y="1465"/>
                  </a:lnTo>
                  <a:lnTo>
                    <a:pt x="943" y="2808"/>
                  </a:lnTo>
                  <a:lnTo>
                    <a:pt x="903" y="5496"/>
                  </a:lnTo>
                  <a:lnTo>
                    <a:pt x="522" y="5616"/>
                  </a:lnTo>
                  <a:lnTo>
                    <a:pt x="140" y="5736"/>
                  </a:lnTo>
                  <a:lnTo>
                    <a:pt x="100" y="5756"/>
                  </a:lnTo>
                  <a:lnTo>
                    <a:pt x="100" y="5796"/>
                  </a:lnTo>
                  <a:lnTo>
                    <a:pt x="120" y="5837"/>
                  </a:lnTo>
                  <a:lnTo>
                    <a:pt x="161" y="5857"/>
                  </a:lnTo>
                  <a:lnTo>
                    <a:pt x="542" y="5796"/>
                  </a:lnTo>
                  <a:lnTo>
                    <a:pt x="903" y="5776"/>
                  </a:lnTo>
                  <a:lnTo>
                    <a:pt x="903" y="6418"/>
                  </a:lnTo>
                  <a:lnTo>
                    <a:pt x="481" y="6478"/>
                  </a:lnTo>
                  <a:lnTo>
                    <a:pt x="80" y="6539"/>
                  </a:lnTo>
                  <a:lnTo>
                    <a:pt x="40" y="6539"/>
                  </a:lnTo>
                  <a:lnTo>
                    <a:pt x="20" y="6579"/>
                  </a:lnTo>
                  <a:lnTo>
                    <a:pt x="0" y="6619"/>
                  </a:lnTo>
                  <a:lnTo>
                    <a:pt x="0" y="6659"/>
                  </a:lnTo>
                  <a:lnTo>
                    <a:pt x="20" y="6699"/>
                  </a:lnTo>
                  <a:lnTo>
                    <a:pt x="40" y="6719"/>
                  </a:lnTo>
                  <a:lnTo>
                    <a:pt x="60" y="6739"/>
                  </a:lnTo>
                  <a:lnTo>
                    <a:pt x="100" y="6759"/>
                  </a:lnTo>
                  <a:lnTo>
                    <a:pt x="562" y="6759"/>
                  </a:lnTo>
                  <a:lnTo>
                    <a:pt x="903" y="6799"/>
                  </a:lnTo>
                  <a:lnTo>
                    <a:pt x="923" y="11993"/>
                  </a:lnTo>
                  <a:lnTo>
                    <a:pt x="221" y="11833"/>
                  </a:lnTo>
                  <a:lnTo>
                    <a:pt x="201" y="11813"/>
                  </a:lnTo>
                  <a:lnTo>
                    <a:pt x="140" y="11833"/>
                  </a:lnTo>
                  <a:lnTo>
                    <a:pt x="120" y="11873"/>
                  </a:lnTo>
                  <a:lnTo>
                    <a:pt x="100" y="11933"/>
                  </a:lnTo>
                  <a:lnTo>
                    <a:pt x="140" y="11973"/>
                  </a:lnTo>
                  <a:lnTo>
                    <a:pt x="501" y="12174"/>
                  </a:lnTo>
                  <a:lnTo>
                    <a:pt x="923" y="12334"/>
                  </a:lnTo>
                  <a:lnTo>
                    <a:pt x="903" y="13357"/>
                  </a:lnTo>
                  <a:lnTo>
                    <a:pt x="441" y="13598"/>
                  </a:lnTo>
                  <a:lnTo>
                    <a:pt x="421" y="13618"/>
                  </a:lnTo>
                  <a:lnTo>
                    <a:pt x="401" y="13638"/>
                  </a:lnTo>
                  <a:lnTo>
                    <a:pt x="401" y="13698"/>
                  </a:lnTo>
                  <a:lnTo>
                    <a:pt x="441" y="13738"/>
                  </a:lnTo>
                  <a:lnTo>
                    <a:pt x="481" y="13758"/>
                  </a:lnTo>
                  <a:lnTo>
                    <a:pt x="522" y="13738"/>
                  </a:lnTo>
                  <a:lnTo>
                    <a:pt x="903" y="13618"/>
                  </a:lnTo>
                  <a:lnTo>
                    <a:pt x="903" y="14059"/>
                  </a:lnTo>
                  <a:lnTo>
                    <a:pt x="842" y="17569"/>
                  </a:lnTo>
                  <a:lnTo>
                    <a:pt x="1404" y="17569"/>
                  </a:lnTo>
                  <a:lnTo>
                    <a:pt x="1464" y="14079"/>
                  </a:lnTo>
                  <a:lnTo>
                    <a:pt x="1464" y="13437"/>
                  </a:lnTo>
                  <a:lnTo>
                    <a:pt x="2066" y="13277"/>
                  </a:lnTo>
                  <a:lnTo>
                    <a:pt x="2106" y="13237"/>
                  </a:lnTo>
                  <a:lnTo>
                    <a:pt x="2146" y="13197"/>
                  </a:lnTo>
                  <a:lnTo>
                    <a:pt x="2166" y="13157"/>
                  </a:lnTo>
                  <a:lnTo>
                    <a:pt x="2166" y="13096"/>
                  </a:lnTo>
                  <a:lnTo>
                    <a:pt x="2146" y="13056"/>
                  </a:lnTo>
                  <a:lnTo>
                    <a:pt x="2126" y="13016"/>
                  </a:lnTo>
                  <a:lnTo>
                    <a:pt x="2086" y="12976"/>
                  </a:lnTo>
                  <a:lnTo>
                    <a:pt x="1986" y="12976"/>
                  </a:lnTo>
                  <a:lnTo>
                    <a:pt x="1725" y="13036"/>
                  </a:lnTo>
                  <a:lnTo>
                    <a:pt x="1484" y="13136"/>
                  </a:lnTo>
                  <a:lnTo>
                    <a:pt x="1484" y="12495"/>
                  </a:lnTo>
                  <a:lnTo>
                    <a:pt x="1705" y="12535"/>
                  </a:lnTo>
                  <a:lnTo>
                    <a:pt x="2086" y="12535"/>
                  </a:lnTo>
                  <a:lnTo>
                    <a:pt x="2226" y="12515"/>
                  </a:lnTo>
                  <a:lnTo>
                    <a:pt x="2266" y="12515"/>
                  </a:lnTo>
                  <a:lnTo>
                    <a:pt x="2306" y="12475"/>
                  </a:lnTo>
                  <a:lnTo>
                    <a:pt x="2306" y="12455"/>
                  </a:lnTo>
                  <a:lnTo>
                    <a:pt x="2326" y="12415"/>
                  </a:lnTo>
                  <a:lnTo>
                    <a:pt x="2306" y="12334"/>
                  </a:lnTo>
                  <a:lnTo>
                    <a:pt x="2266" y="12314"/>
                  </a:lnTo>
                  <a:lnTo>
                    <a:pt x="2246" y="12294"/>
                  </a:lnTo>
                  <a:lnTo>
                    <a:pt x="2066" y="12234"/>
                  </a:lnTo>
                  <a:lnTo>
                    <a:pt x="1865" y="12194"/>
                  </a:lnTo>
                  <a:lnTo>
                    <a:pt x="1484" y="12134"/>
                  </a:lnTo>
                  <a:lnTo>
                    <a:pt x="1524" y="9487"/>
                  </a:lnTo>
                  <a:lnTo>
                    <a:pt x="1524" y="6819"/>
                  </a:lnTo>
                  <a:lnTo>
                    <a:pt x="2066" y="6819"/>
                  </a:lnTo>
                  <a:lnTo>
                    <a:pt x="2126" y="6799"/>
                  </a:lnTo>
                  <a:lnTo>
                    <a:pt x="2146" y="6759"/>
                  </a:lnTo>
                  <a:lnTo>
                    <a:pt x="2166" y="6719"/>
                  </a:lnTo>
                  <a:lnTo>
                    <a:pt x="2186" y="6679"/>
                  </a:lnTo>
                  <a:lnTo>
                    <a:pt x="2166" y="6619"/>
                  </a:lnTo>
                  <a:lnTo>
                    <a:pt x="2146" y="6579"/>
                  </a:lnTo>
                  <a:lnTo>
                    <a:pt x="2126" y="6539"/>
                  </a:lnTo>
                  <a:lnTo>
                    <a:pt x="2086" y="6518"/>
                  </a:lnTo>
                  <a:lnTo>
                    <a:pt x="1805" y="6458"/>
                  </a:lnTo>
                  <a:lnTo>
                    <a:pt x="1524" y="6418"/>
                  </a:lnTo>
                  <a:lnTo>
                    <a:pt x="1524" y="5716"/>
                  </a:lnTo>
                  <a:lnTo>
                    <a:pt x="1765" y="5676"/>
                  </a:lnTo>
                  <a:lnTo>
                    <a:pt x="2006" y="5616"/>
                  </a:lnTo>
                  <a:lnTo>
                    <a:pt x="2066" y="5596"/>
                  </a:lnTo>
                  <a:lnTo>
                    <a:pt x="2086" y="5556"/>
                  </a:lnTo>
                  <a:lnTo>
                    <a:pt x="2106" y="5516"/>
                  </a:lnTo>
                  <a:lnTo>
                    <a:pt x="2106" y="5476"/>
                  </a:lnTo>
                  <a:lnTo>
                    <a:pt x="2086" y="5436"/>
                  </a:lnTo>
                  <a:lnTo>
                    <a:pt x="2066" y="5395"/>
                  </a:lnTo>
                  <a:lnTo>
                    <a:pt x="2026" y="5375"/>
                  </a:lnTo>
                  <a:lnTo>
                    <a:pt x="1986" y="5355"/>
                  </a:lnTo>
                  <a:lnTo>
                    <a:pt x="1765" y="5355"/>
                  </a:lnTo>
                  <a:lnTo>
                    <a:pt x="1504" y="5375"/>
                  </a:lnTo>
                  <a:lnTo>
                    <a:pt x="1484" y="4052"/>
                  </a:lnTo>
                  <a:lnTo>
                    <a:pt x="1424" y="2748"/>
                  </a:lnTo>
                  <a:lnTo>
                    <a:pt x="1364" y="1425"/>
                  </a:lnTo>
                  <a:lnTo>
                    <a:pt x="1264" y="121"/>
                  </a:lnTo>
                  <a:lnTo>
                    <a:pt x="1264" y="61"/>
                  </a:lnTo>
                  <a:lnTo>
                    <a:pt x="1223" y="21"/>
                  </a:lnTo>
                  <a:lnTo>
                    <a:pt x="118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8960;p45"/>
            <p:cNvSpPr/>
            <p:nvPr/>
          </p:nvSpPr>
          <p:spPr>
            <a:xfrm>
              <a:off x="11431300" y="3863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1" name="Google Shape;8961;p45"/>
            <p:cNvSpPr/>
            <p:nvPr/>
          </p:nvSpPr>
          <p:spPr>
            <a:xfrm>
              <a:off x="11431300" y="3863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2" name="Google Shape;8962;p45"/>
            <p:cNvSpPr/>
            <p:nvPr/>
          </p:nvSpPr>
          <p:spPr>
            <a:xfrm>
              <a:off x="11209200" y="3705800"/>
              <a:ext cx="427700" cy="330925"/>
            </a:xfrm>
            <a:custGeom>
              <a:avLst/>
              <a:gdLst/>
              <a:ahLst/>
              <a:cxnLst/>
              <a:rect l="l" t="t" r="r" b="b"/>
              <a:pathLst>
                <a:path w="17108" h="13237" extrusionOk="0">
                  <a:moveTo>
                    <a:pt x="8323" y="1"/>
                  </a:moveTo>
                  <a:lnTo>
                    <a:pt x="7882" y="41"/>
                  </a:lnTo>
                  <a:lnTo>
                    <a:pt x="7421" y="101"/>
                  </a:lnTo>
                  <a:lnTo>
                    <a:pt x="7060" y="161"/>
                  </a:lnTo>
                  <a:lnTo>
                    <a:pt x="6699" y="241"/>
                  </a:lnTo>
                  <a:lnTo>
                    <a:pt x="6338" y="321"/>
                  </a:lnTo>
                  <a:lnTo>
                    <a:pt x="5977" y="442"/>
                  </a:lnTo>
                  <a:lnTo>
                    <a:pt x="5616" y="562"/>
                  </a:lnTo>
                  <a:lnTo>
                    <a:pt x="5255" y="722"/>
                  </a:lnTo>
                  <a:lnTo>
                    <a:pt x="4894" y="883"/>
                  </a:lnTo>
                  <a:lnTo>
                    <a:pt x="4533" y="1063"/>
                  </a:lnTo>
                  <a:lnTo>
                    <a:pt x="4252" y="1224"/>
                  </a:lnTo>
                  <a:lnTo>
                    <a:pt x="3972" y="1424"/>
                  </a:lnTo>
                  <a:lnTo>
                    <a:pt x="3671" y="1645"/>
                  </a:lnTo>
                  <a:lnTo>
                    <a:pt x="3370" y="1886"/>
                  </a:lnTo>
                  <a:lnTo>
                    <a:pt x="3069" y="2166"/>
                  </a:lnTo>
                  <a:lnTo>
                    <a:pt x="2748" y="2467"/>
                  </a:lnTo>
                  <a:lnTo>
                    <a:pt x="2447" y="2788"/>
                  </a:lnTo>
                  <a:lnTo>
                    <a:pt x="2147" y="3129"/>
                  </a:lnTo>
                  <a:lnTo>
                    <a:pt x="1866" y="3510"/>
                  </a:lnTo>
                  <a:lnTo>
                    <a:pt x="1585" y="3891"/>
                  </a:lnTo>
                  <a:lnTo>
                    <a:pt x="1324" y="4292"/>
                  </a:lnTo>
                  <a:lnTo>
                    <a:pt x="1064" y="4713"/>
                  </a:lnTo>
                  <a:lnTo>
                    <a:pt x="843" y="5134"/>
                  </a:lnTo>
                  <a:lnTo>
                    <a:pt x="642" y="5576"/>
                  </a:lnTo>
                  <a:lnTo>
                    <a:pt x="462" y="6037"/>
                  </a:lnTo>
                  <a:lnTo>
                    <a:pt x="302" y="6518"/>
                  </a:lnTo>
                  <a:lnTo>
                    <a:pt x="201" y="6879"/>
                  </a:lnTo>
                  <a:lnTo>
                    <a:pt x="121" y="7260"/>
                  </a:lnTo>
                  <a:lnTo>
                    <a:pt x="61" y="7641"/>
                  </a:lnTo>
                  <a:lnTo>
                    <a:pt x="21" y="8022"/>
                  </a:lnTo>
                  <a:lnTo>
                    <a:pt x="1" y="8403"/>
                  </a:lnTo>
                  <a:lnTo>
                    <a:pt x="21" y="8804"/>
                  </a:lnTo>
                  <a:lnTo>
                    <a:pt x="61" y="9186"/>
                  </a:lnTo>
                  <a:lnTo>
                    <a:pt x="121" y="9587"/>
                  </a:lnTo>
                  <a:lnTo>
                    <a:pt x="181" y="9807"/>
                  </a:lnTo>
                  <a:lnTo>
                    <a:pt x="282" y="10048"/>
                  </a:lnTo>
                  <a:lnTo>
                    <a:pt x="402" y="10248"/>
                  </a:lnTo>
                  <a:lnTo>
                    <a:pt x="542" y="10469"/>
                  </a:lnTo>
                  <a:lnTo>
                    <a:pt x="703" y="10670"/>
                  </a:lnTo>
                  <a:lnTo>
                    <a:pt x="903" y="10870"/>
                  </a:lnTo>
                  <a:lnTo>
                    <a:pt x="1124" y="11071"/>
                  </a:lnTo>
                  <a:lnTo>
                    <a:pt x="1344" y="11251"/>
                  </a:lnTo>
                  <a:lnTo>
                    <a:pt x="1364" y="11251"/>
                  </a:lnTo>
                  <a:lnTo>
                    <a:pt x="1585" y="11412"/>
                  </a:lnTo>
                  <a:lnTo>
                    <a:pt x="1826" y="11552"/>
                  </a:lnTo>
                  <a:lnTo>
                    <a:pt x="2327" y="11853"/>
                  </a:lnTo>
                  <a:lnTo>
                    <a:pt x="2909" y="12093"/>
                  </a:lnTo>
                  <a:lnTo>
                    <a:pt x="3510" y="12334"/>
                  </a:lnTo>
                  <a:lnTo>
                    <a:pt x="4132" y="12535"/>
                  </a:lnTo>
                  <a:lnTo>
                    <a:pt x="4754" y="12695"/>
                  </a:lnTo>
                  <a:lnTo>
                    <a:pt x="5436" y="12855"/>
                  </a:lnTo>
                  <a:lnTo>
                    <a:pt x="6117" y="12976"/>
                  </a:lnTo>
                  <a:lnTo>
                    <a:pt x="6819" y="13076"/>
                  </a:lnTo>
                  <a:lnTo>
                    <a:pt x="7541" y="13156"/>
                  </a:lnTo>
                  <a:lnTo>
                    <a:pt x="8263" y="13196"/>
                  </a:lnTo>
                  <a:lnTo>
                    <a:pt x="8985" y="13237"/>
                  </a:lnTo>
                  <a:lnTo>
                    <a:pt x="9787" y="13216"/>
                  </a:lnTo>
                  <a:lnTo>
                    <a:pt x="10590" y="13176"/>
                  </a:lnTo>
                  <a:lnTo>
                    <a:pt x="11372" y="13116"/>
                  </a:lnTo>
                  <a:lnTo>
                    <a:pt x="12134" y="12996"/>
                  </a:lnTo>
                  <a:lnTo>
                    <a:pt x="12876" y="12835"/>
                  </a:lnTo>
                  <a:lnTo>
                    <a:pt x="13217" y="12755"/>
                  </a:lnTo>
                  <a:lnTo>
                    <a:pt x="13578" y="12655"/>
                  </a:lnTo>
                  <a:lnTo>
                    <a:pt x="13919" y="12535"/>
                  </a:lnTo>
                  <a:lnTo>
                    <a:pt x="14239" y="12414"/>
                  </a:lnTo>
                  <a:lnTo>
                    <a:pt x="14560" y="12274"/>
                  </a:lnTo>
                  <a:lnTo>
                    <a:pt x="14861" y="12134"/>
                  </a:lnTo>
                  <a:lnTo>
                    <a:pt x="15262" y="11913"/>
                  </a:lnTo>
                  <a:lnTo>
                    <a:pt x="15643" y="11672"/>
                  </a:lnTo>
                  <a:lnTo>
                    <a:pt x="15844" y="11532"/>
                  </a:lnTo>
                  <a:lnTo>
                    <a:pt x="16064" y="11371"/>
                  </a:lnTo>
                  <a:lnTo>
                    <a:pt x="16245" y="11191"/>
                  </a:lnTo>
                  <a:lnTo>
                    <a:pt x="16445" y="10990"/>
                  </a:lnTo>
                  <a:lnTo>
                    <a:pt x="16606" y="10770"/>
                  </a:lnTo>
                  <a:lnTo>
                    <a:pt x="16746" y="10529"/>
                  </a:lnTo>
                  <a:lnTo>
                    <a:pt x="16847" y="10268"/>
                  </a:lnTo>
                  <a:lnTo>
                    <a:pt x="16947" y="9988"/>
                  </a:lnTo>
                  <a:lnTo>
                    <a:pt x="17027" y="9707"/>
                  </a:lnTo>
                  <a:lnTo>
                    <a:pt x="17067" y="9406"/>
                  </a:lnTo>
                  <a:lnTo>
                    <a:pt x="17107" y="9105"/>
                  </a:lnTo>
                  <a:lnTo>
                    <a:pt x="17107" y="8784"/>
                  </a:lnTo>
                  <a:lnTo>
                    <a:pt x="17107" y="8443"/>
                  </a:lnTo>
                  <a:lnTo>
                    <a:pt x="17067" y="8123"/>
                  </a:lnTo>
                  <a:lnTo>
                    <a:pt x="17027" y="7782"/>
                  </a:lnTo>
                  <a:lnTo>
                    <a:pt x="16967" y="7441"/>
                  </a:lnTo>
                  <a:lnTo>
                    <a:pt x="16907" y="7080"/>
                  </a:lnTo>
                  <a:lnTo>
                    <a:pt x="16806" y="6739"/>
                  </a:lnTo>
                  <a:lnTo>
                    <a:pt x="16706" y="6378"/>
                  </a:lnTo>
                  <a:lnTo>
                    <a:pt x="16586" y="6037"/>
                  </a:lnTo>
                  <a:lnTo>
                    <a:pt x="16465" y="5676"/>
                  </a:lnTo>
                  <a:lnTo>
                    <a:pt x="16165" y="4994"/>
                  </a:lnTo>
                  <a:lnTo>
                    <a:pt x="15844" y="4332"/>
                  </a:lnTo>
                  <a:lnTo>
                    <a:pt x="15463" y="3691"/>
                  </a:lnTo>
                  <a:lnTo>
                    <a:pt x="15082" y="3109"/>
                  </a:lnTo>
                  <a:lnTo>
                    <a:pt x="14861" y="2828"/>
                  </a:lnTo>
                  <a:lnTo>
                    <a:pt x="14661" y="2568"/>
                  </a:lnTo>
                  <a:lnTo>
                    <a:pt x="14440" y="2327"/>
                  </a:lnTo>
                  <a:lnTo>
                    <a:pt x="14239" y="2106"/>
                  </a:lnTo>
                  <a:lnTo>
                    <a:pt x="14019" y="1906"/>
                  </a:lnTo>
                  <a:lnTo>
                    <a:pt x="13798" y="1705"/>
                  </a:lnTo>
                  <a:lnTo>
                    <a:pt x="13477" y="1485"/>
                  </a:lnTo>
                  <a:lnTo>
                    <a:pt x="13156" y="1264"/>
                  </a:lnTo>
                  <a:lnTo>
                    <a:pt x="12816" y="1063"/>
                  </a:lnTo>
                  <a:lnTo>
                    <a:pt x="12475" y="863"/>
                  </a:lnTo>
                  <a:lnTo>
                    <a:pt x="12094" y="702"/>
                  </a:lnTo>
                  <a:lnTo>
                    <a:pt x="11713" y="542"/>
                  </a:lnTo>
                  <a:lnTo>
                    <a:pt x="11332" y="402"/>
                  </a:lnTo>
                  <a:lnTo>
                    <a:pt x="10930" y="281"/>
                  </a:lnTo>
                  <a:lnTo>
                    <a:pt x="10509" y="201"/>
                  </a:lnTo>
                  <a:lnTo>
                    <a:pt x="10088" y="121"/>
                  </a:lnTo>
                  <a:lnTo>
                    <a:pt x="9667" y="61"/>
                  </a:lnTo>
                  <a:lnTo>
                    <a:pt x="9226" y="21"/>
                  </a:lnTo>
                  <a:lnTo>
                    <a:pt x="87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8963;p45"/>
            <p:cNvSpPr/>
            <p:nvPr/>
          </p:nvSpPr>
          <p:spPr>
            <a:xfrm>
              <a:off x="11209200" y="3705800"/>
              <a:ext cx="427700" cy="330925"/>
            </a:xfrm>
            <a:custGeom>
              <a:avLst/>
              <a:gdLst/>
              <a:ahLst/>
              <a:cxnLst/>
              <a:rect l="l" t="t" r="r" b="b"/>
              <a:pathLst>
                <a:path w="17108" h="13237" fill="none" extrusionOk="0">
                  <a:moveTo>
                    <a:pt x="16245" y="11191"/>
                  </a:moveTo>
                  <a:lnTo>
                    <a:pt x="16245" y="11191"/>
                  </a:lnTo>
                  <a:lnTo>
                    <a:pt x="16064" y="11371"/>
                  </a:lnTo>
                  <a:lnTo>
                    <a:pt x="15844" y="11532"/>
                  </a:lnTo>
                  <a:lnTo>
                    <a:pt x="15844" y="11532"/>
                  </a:lnTo>
                  <a:lnTo>
                    <a:pt x="15643" y="11672"/>
                  </a:lnTo>
                  <a:lnTo>
                    <a:pt x="15643" y="11672"/>
                  </a:lnTo>
                  <a:lnTo>
                    <a:pt x="15262" y="11913"/>
                  </a:lnTo>
                  <a:lnTo>
                    <a:pt x="14861" y="12134"/>
                  </a:lnTo>
                  <a:lnTo>
                    <a:pt x="14861" y="12134"/>
                  </a:lnTo>
                  <a:lnTo>
                    <a:pt x="14560" y="12274"/>
                  </a:lnTo>
                  <a:lnTo>
                    <a:pt x="14239" y="12414"/>
                  </a:lnTo>
                  <a:lnTo>
                    <a:pt x="13919" y="12535"/>
                  </a:lnTo>
                  <a:lnTo>
                    <a:pt x="13578" y="12655"/>
                  </a:lnTo>
                  <a:lnTo>
                    <a:pt x="13217" y="12755"/>
                  </a:lnTo>
                  <a:lnTo>
                    <a:pt x="12876" y="12835"/>
                  </a:lnTo>
                  <a:lnTo>
                    <a:pt x="12134" y="12996"/>
                  </a:lnTo>
                  <a:lnTo>
                    <a:pt x="11372" y="13116"/>
                  </a:lnTo>
                  <a:lnTo>
                    <a:pt x="10590" y="13176"/>
                  </a:lnTo>
                  <a:lnTo>
                    <a:pt x="9787" y="13216"/>
                  </a:lnTo>
                  <a:lnTo>
                    <a:pt x="8985" y="13237"/>
                  </a:lnTo>
                  <a:lnTo>
                    <a:pt x="8985" y="13237"/>
                  </a:lnTo>
                  <a:lnTo>
                    <a:pt x="8263" y="13196"/>
                  </a:lnTo>
                  <a:lnTo>
                    <a:pt x="7541" y="13156"/>
                  </a:lnTo>
                  <a:lnTo>
                    <a:pt x="6819" y="13076"/>
                  </a:lnTo>
                  <a:lnTo>
                    <a:pt x="6117" y="12976"/>
                  </a:lnTo>
                  <a:lnTo>
                    <a:pt x="5436" y="12855"/>
                  </a:lnTo>
                  <a:lnTo>
                    <a:pt x="4754" y="12695"/>
                  </a:lnTo>
                  <a:lnTo>
                    <a:pt x="4132" y="12535"/>
                  </a:lnTo>
                  <a:lnTo>
                    <a:pt x="3510" y="12334"/>
                  </a:lnTo>
                  <a:lnTo>
                    <a:pt x="3510" y="12334"/>
                  </a:lnTo>
                  <a:lnTo>
                    <a:pt x="2909" y="12093"/>
                  </a:lnTo>
                  <a:lnTo>
                    <a:pt x="2327" y="11853"/>
                  </a:lnTo>
                  <a:lnTo>
                    <a:pt x="1826" y="11552"/>
                  </a:lnTo>
                  <a:lnTo>
                    <a:pt x="1585" y="11412"/>
                  </a:lnTo>
                  <a:lnTo>
                    <a:pt x="1364" y="11251"/>
                  </a:lnTo>
                  <a:lnTo>
                    <a:pt x="1344" y="11251"/>
                  </a:lnTo>
                  <a:lnTo>
                    <a:pt x="1344" y="11251"/>
                  </a:lnTo>
                  <a:lnTo>
                    <a:pt x="1124" y="11071"/>
                  </a:lnTo>
                  <a:lnTo>
                    <a:pt x="903" y="10870"/>
                  </a:lnTo>
                  <a:lnTo>
                    <a:pt x="703" y="10670"/>
                  </a:lnTo>
                  <a:lnTo>
                    <a:pt x="542" y="10469"/>
                  </a:lnTo>
                  <a:lnTo>
                    <a:pt x="402" y="10248"/>
                  </a:lnTo>
                  <a:lnTo>
                    <a:pt x="282" y="10048"/>
                  </a:lnTo>
                  <a:lnTo>
                    <a:pt x="181" y="9807"/>
                  </a:lnTo>
                  <a:lnTo>
                    <a:pt x="121" y="9587"/>
                  </a:lnTo>
                  <a:lnTo>
                    <a:pt x="121" y="9587"/>
                  </a:lnTo>
                  <a:lnTo>
                    <a:pt x="61" y="9186"/>
                  </a:lnTo>
                  <a:lnTo>
                    <a:pt x="21" y="8804"/>
                  </a:lnTo>
                  <a:lnTo>
                    <a:pt x="1" y="8403"/>
                  </a:lnTo>
                  <a:lnTo>
                    <a:pt x="21" y="8022"/>
                  </a:lnTo>
                  <a:lnTo>
                    <a:pt x="61" y="7641"/>
                  </a:lnTo>
                  <a:lnTo>
                    <a:pt x="121" y="7260"/>
                  </a:lnTo>
                  <a:lnTo>
                    <a:pt x="201" y="6879"/>
                  </a:lnTo>
                  <a:lnTo>
                    <a:pt x="302" y="6518"/>
                  </a:lnTo>
                  <a:lnTo>
                    <a:pt x="302" y="6518"/>
                  </a:lnTo>
                  <a:lnTo>
                    <a:pt x="462" y="6037"/>
                  </a:lnTo>
                  <a:lnTo>
                    <a:pt x="642" y="5576"/>
                  </a:lnTo>
                  <a:lnTo>
                    <a:pt x="843" y="5134"/>
                  </a:lnTo>
                  <a:lnTo>
                    <a:pt x="1064" y="4713"/>
                  </a:lnTo>
                  <a:lnTo>
                    <a:pt x="1324" y="4292"/>
                  </a:lnTo>
                  <a:lnTo>
                    <a:pt x="1585" y="3891"/>
                  </a:lnTo>
                  <a:lnTo>
                    <a:pt x="1866" y="3510"/>
                  </a:lnTo>
                  <a:lnTo>
                    <a:pt x="2147" y="3129"/>
                  </a:lnTo>
                  <a:lnTo>
                    <a:pt x="2447" y="2788"/>
                  </a:lnTo>
                  <a:lnTo>
                    <a:pt x="2748" y="2467"/>
                  </a:lnTo>
                  <a:lnTo>
                    <a:pt x="3069" y="2166"/>
                  </a:lnTo>
                  <a:lnTo>
                    <a:pt x="3370" y="1886"/>
                  </a:lnTo>
                  <a:lnTo>
                    <a:pt x="3671" y="1645"/>
                  </a:lnTo>
                  <a:lnTo>
                    <a:pt x="3972" y="1424"/>
                  </a:lnTo>
                  <a:lnTo>
                    <a:pt x="4252" y="1224"/>
                  </a:lnTo>
                  <a:lnTo>
                    <a:pt x="4533" y="1063"/>
                  </a:lnTo>
                  <a:lnTo>
                    <a:pt x="4533" y="1063"/>
                  </a:lnTo>
                  <a:lnTo>
                    <a:pt x="4894" y="883"/>
                  </a:lnTo>
                  <a:lnTo>
                    <a:pt x="5255" y="722"/>
                  </a:lnTo>
                  <a:lnTo>
                    <a:pt x="5616" y="562"/>
                  </a:lnTo>
                  <a:lnTo>
                    <a:pt x="5977" y="442"/>
                  </a:lnTo>
                  <a:lnTo>
                    <a:pt x="6338" y="321"/>
                  </a:lnTo>
                  <a:lnTo>
                    <a:pt x="6699" y="241"/>
                  </a:lnTo>
                  <a:lnTo>
                    <a:pt x="7060" y="161"/>
                  </a:lnTo>
                  <a:lnTo>
                    <a:pt x="7421" y="101"/>
                  </a:lnTo>
                  <a:lnTo>
                    <a:pt x="7421" y="101"/>
                  </a:lnTo>
                  <a:lnTo>
                    <a:pt x="7882" y="41"/>
                  </a:lnTo>
                  <a:lnTo>
                    <a:pt x="8323" y="1"/>
                  </a:lnTo>
                  <a:lnTo>
                    <a:pt x="8785" y="1"/>
                  </a:lnTo>
                  <a:lnTo>
                    <a:pt x="9226" y="21"/>
                  </a:lnTo>
                  <a:lnTo>
                    <a:pt x="9667" y="61"/>
                  </a:lnTo>
                  <a:lnTo>
                    <a:pt x="10088" y="121"/>
                  </a:lnTo>
                  <a:lnTo>
                    <a:pt x="10509" y="201"/>
                  </a:lnTo>
                  <a:lnTo>
                    <a:pt x="10930" y="281"/>
                  </a:lnTo>
                  <a:lnTo>
                    <a:pt x="11332" y="402"/>
                  </a:lnTo>
                  <a:lnTo>
                    <a:pt x="11713" y="542"/>
                  </a:lnTo>
                  <a:lnTo>
                    <a:pt x="12094" y="702"/>
                  </a:lnTo>
                  <a:lnTo>
                    <a:pt x="12475" y="863"/>
                  </a:lnTo>
                  <a:lnTo>
                    <a:pt x="12816" y="1063"/>
                  </a:lnTo>
                  <a:lnTo>
                    <a:pt x="13156" y="1264"/>
                  </a:lnTo>
                  <a:lnTo>
                    <a:pt x="13477" y="1485"/>
                  </a:lnTo>
                  <a:lnTo>
                    <a:pt x="13798" y="1705"/>
                  </a:lnTo>
                  <a:lnTo>
                    <a:pt x="13798" y="1705"/>
                  </a:lnTo>
                  <a:lnTo>
                    <a:pt x="14019" y="1906"/>
                  </a:lnTo>
                  <a:lnTo>
                    <a:pt x="14239" y="2106"/>
                  </a:lnTo>
                  <a:lnTo>
                    <a:pt x="14440" y="2327"/>
                  </a:lnTo>
                  <a:lnTo>
                    <a:pt x="14661" y="2568"/>
                  </a:lnTo>
                  <a:lnTo>
                    <a:pt x="14861" y="2828"/>
                  </a:lnTo>
                  <a:lnTo>
                    <a:pt x="15082" y="3109"/>
                  </a:lnTo>
                  <a:lnTo>
                    <a:pt x="15463" y="3691"/>
                  </a:lnTo>
                  <a:lnTo>
                    <a:pt x="15844" y="4332"/>
                  </a:lnTo>
                  <a:lnTo>
                    <a:pt x="16165" y="4994"/>
                  </a:lnTo>
                  <a:lnTo>
                    <a:pt x="16465" y="5676"/>
                  </a:lnTo>
                  <a:lnTo>
                    <a:pt x="16586" y="6037"/>
                  </a:lnTo>
                  <a:lnTo>
                    <a:pt x="16706" y="6378"/>
                  </a:lnTo>
                  <a:lnTo>
                    <a:pt x="16806" y="6739"/>
                  </a:lnTo>
                  <a:lnTo>
                    <a:pt x="16907" y="7080"/>
                  </a:lnTo>
                  <a:lnTo>
                    <a:pt x="16967" y="7441"/>
                  </a:lnTo>
                  <a:lnTo>
                    <a:pt x="17027" y="7782"/>
                  </a:lnTo>
                  <a:lnTo>
                    <a:pt x="17067" y="8123"/>
                  </a:lnTo>
                  <a:lnTo>
                    <a:pt x="17107" y="8443"/>
                  </a:lnTo>
                  <a:lnTo>
                    <a:pt x="17107" y="8784"/>
                  </a:lnTo>
                  <a:lnTo>
                    <a:pt x="17107" y="9105"/>
                  </a:lnTo>
                  <a:lnTo>
                    <a:pt x="17067" y="9406"/>
                  </a:lnTo>
                  <a:lnTo>
                    <a:pt x="17027" y="9707"/>
                  </a:lnTo>
                  <a:lnTo>
                    <a:pt x="16947" y="9988"/>
                  </a:lnTo>
                  <a:lnTo>
                    <a:pt x="16847" y="10268"/>
                  </a:lnTo>
                  <a:lnTo>
                    <a:pt x="16746" y="10529"/>
                  </a:lnTo>
                  <a:lnTo>
                    <a:pt x="16606" y="10770"/>
                  </a:lnTo>
                  <a:lnTo>
                    <a:pt x="16445" y="10990"/>
                  </a:lnTo>
                  <a:lnTo>
                    <a:pt x="16245" y="1119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4" name="Google Shape;8964;p45"/>
            <p:cNvSpPr/>
            <p:nvPr/>
          </p:nvSpPr>
          <p:spPr>
            <a:xfrm>
              <a:off x="11209200" y="3708300"/>
              <a:ext cx="391100" cy="328425"/>
            </a:xfrm>
            <a:custGeom>
              <a:avLst/>
              <a:gdLst/>
              <a:ahLst/>
              <a:cxnLst/>
              <a:rect l="l" t="t" r="r" b="b"/>
              <a:pathLst>
                <a:path w="15644" h="13137" extrusionOk="0">
                  <a:moveTo>
                    <a:pt x="7421" y="1"/>
                  </a:moveTo>
                  <a:lnTo>
                    <a:pt x="7060" y="61"/>
                  </a:lnTo>
                  <a:lnTo>
                    <a:pt x="6699" y="141"/>
                  </a:lnTo>
                  <a:lnTo>
                    <a:pt x="6338" y="221"/>
                  </a:lnTo>
                  <a:lnTo>
                    <a:pt x="5977" y="342"/>
                  </a:lnTo>
                  <a:lnTo>
                    <a:pt x="5616" y="462"/>
                  </a:lnTo>
                  <a:lnTo>
                    <a:pt x="5255" y="622"/>
                  </a:lnTo>
                  <a:lnTo>
                    <a:pt x="4894" y="783"/>
                  </a:lnTo>
                  <a:lnTo>
                    <a:pt x="4533" y="963"/>
                  </a:lnTo>
                  <a:lnTo>
                    <a:pt x="4252" y="1124"/>
                  </a:lnTo>
                  <a:lnTo>
                    <a:pt x="3972" y="1324"/>
                  </a:lnTo>
                  <a:lnTo>
                    <a:pt x="3671" y="1545"/>
                  </a:lnTo>
                  <a:lnTo>
                    <a:pt x="3370" y="1786"/>
                  </a:lnTo>
                  <a:lnTo>
                    <a:pt x="3069" y="2066"/>
                  </a:lnTo>
                  <a:lnTo>
                    <a:pt x="2748" y="2367"/>
                  </a:lnTo>
                  <a:lnTo>
                    <a:pt x="2447" y="2688"/>
                  </a:lnTo>
                  <a:lnTo>
                    <a:pt x="2147" y="3029"/>
                  </a:lnTo>
                  <a:lnTo>
                    <a:pt x="1866" y="3410"/>
                  </a:lnTo>
                  <a:lnTo>
                    <a:pt x="1585" y="3791"/>
                  </a:lnTo>
                  <a:lnTo>
                    <a:pt x="1324" y="4192"/>
                  </a:lnTo>
                  <a:lnTo>
                    <a:pt x="1064" y="4613"/>
                  </a:lnTo>
                  <a:lnTo>
                    <a:pt x="843" y="5034"/>
                  </a:lnTo>
                  <a:lnTo>
                    <a:pt x="642" y="5476"/>
                  </a:lnTo>
                  <a:lnTo>
                    <a:pt x="462" y="5937"/>
                  </a:lnTo>
                  <a:lnTo>
                    <a:pt x="302" y="6418"/>
                  </a:lnTo>
                  <a:lnTo>
                    <a:pt x="201" y="6799"/>
                  </a:lnTo>
                  <a:lnTo>
                    <a:pt x="101" y="7200"/>
                  </a:lnTo>
                  <a:lnTo>
                    <a:pt x="61" y="7481"/>
                  </a:lnTo>
                  <a:lnTo>
                    <a:pt x="41" y="7762"/>
                  </a:lnTo>
                  <a:lnTo>
                    <a:pt x="21" y="8043"/>
                  </a:lnTo>
                  <a:lnTo>
                    <a:pt x="1" y="8323"/>
                  </a:lnTo>
                  <a:lnTo>
                    <a:pt x="21" y="8604"/>
                  </a:lnTo>
                  <a:lnTo>
                    <a:pt x="41" y="8905"/>
                  </a:lnTo>
                  <a:lnTo>
                    <a:pt x="81" y="9186"/>
                  </a:lnTo>
                  <a:lnTo>
                    <a:pt x="121" y="9487"/>
                  </a:lnTo>
                  <a:lnTo>
                    <a:pt x="181" y="9707"/>
                  </a:lnTo>
                  <a:lnTo>
                    <a:pt x="282" y="9948"/>
                  </a:lnTo>
                  <a:lnTo>
                    <a:pt x="402" y="10148"/>
                  </a:lnTo>
                  <a:lnTo>
                    <a:pt x="542" y="10369"/>
                  </a:lnTo>
                  <a:lnTo>
                    <a:pt x="703" y="10570"/>
                  </a:lnTo>
                  <a:lnTo>
                    <a:pt x="903" y="10770"/>
                  </a:lnTo>
                  <a:lnTo>
                    <a:pt x="1124" y="10971"/>
                  </a:lnTo>
                  <a:lnTo>
                    <a:pt x="1344" y="11151"/>
                  </a:lnTo>
                  <a:lnTo>
                    <a:pt x="1364" y="11151"/>
                  </a:lnTo>
                  <a:lnTo>
                    <a:pt x="1585" y="11312"/>
                  </a:lnTo>
                  <a:lnTo>
                    <a:pt x="1826" y="11452"/>
                  </a:lnTo>
                  <a:lnTo>
                    <a:pt x="2327" y="11753"/>
                  </a:lnTo>
                  <a:lnTo>
                    <a:pt x="2909" y="11993"/>
                  </a:lnTo>
                  <a:lnTo>
                    <a:pt x="3510" y="12234"/>
                  </a:lnTo>
                  <a:lnTo>
                    <a:pt x="4132" y="12435"/>
                  </a:lnTo>
                  <a:lnTo>
                    <a:pt x="4754" y="12595"/>
                  </a:lnTo>
                  <a:lnTo>
                    <a:pt x="5436" y="12755"/>
                  </a:lnTo>
                  <a:lnTo>
                    <a:pt x="6117" y="12876"/>
                  </a:lnTo>
                  <a:lnTo>
                    <a:pt x="6819" y="12976"/>
                  </a:lnTo>
                  <a:lnTo>
                    <a:pt x="7541" y="13056"/>
                  </a:lnTo>
                  <a:lnTo>
                    <a:pt x="8263" y="13096"/>
                  </a:lnTo>
                  <a:lnTo>
                    <a:pt x="8985" y="13137"/>
                  </a:lnTo>
                  <a:lnTo>
                    <a:pt x="9266" y="13137"/>
                  </a:lnTo>
                  <a:lnTo>
                    <a:pt x="10048" y="13116"/>
                  </a:lnTo>
                  <a:lnTo>
                    <a:pt x="10810" y="13076"/>
                  </a:lnTo>
                  <a:lnTo>
                    <a:pt x="11552" y="12976"/>
                  </a:lnTo>
                  <a:lnTo>
                    <a:pt x="12274" y="12876"/>
                  </a:lnTo>
                  <a:lnTo>
                    <a:pt x="12976" y="12715"/>
                  </a:lnTo>
                  <a:lnTo>
                    <a:pt x="13638" y="12535"/>
                  </a:lnTo>
                  <a:lnTo>
                    <a:pt x="13959" y="12415"/>
                  </a:lnTo>
                  <a:lnTo>
                    <a:pt x="14259" y="12294"/>
                  </a:lnTo>
                  <a:lnTo>
                    <a:pt x="14560" y="12174"/>
                  </a:lnTo>
                  <a:lnTo>
                    <a:pt x="14861" y="12034"/>
                  </a:lnTo>
                  <a:lnTo>
                    <a:pt x="15262" y="11813"/>
                  </a:lnTo>
                  <a:lnTo>
                    <a:pt x="15643" y="11572"/>
                  </a:lnTo>
                  <a:lnTo>
                    <a:pt x="14841" y="11833"/>
                  </a:lnTo>
                  <a:lnTo>
                    <a:pt x="14420" y="11933"/>
                  </a:lnTo>
                  <a:lnTo>
                    <a:pt x="13999" y="12034"/>
                  </a:lnTo>
                  <a:lnTo>
                    <a:pt x="13598" y="12134"/>
                  </a:lnTo>
                  <a:lnTo>
                    <a:pt x="13156" y="12194"/>
                  </a:lnTo>
                  <a:lnTo>
                    <a:pt x="12735" y="12234"/>
                  </a:lnTo>
                  <a:lnTo>
                    <a:pt x="12294" y="12254"/>
                  </a:lnTo>
                  <a:lnTo>
                    <a:pt x="11733" y="12274"/>
                  </a:lnTo>
                  <a:lnTo>
                    <a:pt x="10850" y="12254"/>
                  </a:lnTo>
                  <a:lnTo>
                    <a:pt x="9948" y="12194"/>
                  </a:lnTo>
                  <a:lnTo>
                    <a:pt x="9487" y="12154"/>
                  </a:lnTo>
                  <a:lnTo>
                    <a:pt x="9025" y="12094"/>
                  </a:lnTo>
                  <a:lnTo>
                    <a:pt x="8564" y="12013"/>
                  </a:lnTo>
                  <a:lnTo>
                    <a:pt x="8103" y="11933"/>
                  </a:lnTo>
                  <a:lnTo>
                    <a:pt x="7641" y="11833"/>
                  </a:lnTo>
                  <a:lnTo>
                    <a:pt x="7200" y="11733"/>
                  </a:lnTo>
                  <a:lnTo>
                    <a:pt x="6759" y="11592"/>
                  </a:lnTo>
                  <a:lnTo>
                    <a:pt x="6318" y="11452"/>
                  </a:lnTo>
                  <a:lnTo>
                    <a:pt x="5917" y="11292"/>
                  </a:lnTo>
                  <a:lnTo>
                    <a:pt x="5516" y="11111"/>
                  </a:lnTo>
                  <a:lnTo>
                    <a:pt x="5115" y="10910"/>
                  </a:lnTo>
                  <a:lnTo>
                    <a:pt x="4754" y="10710"/>
                  </a:lnTo>
                  <a:lnTo>
                    <a:pt x="4553" y="10570"/>
                  </a:lnTo>
                  <a:lnTo>
                    <a:pt x="4373" y="10429"/>
                  </a:lnTo>
                  <a:lnTo>
                    <a:pt x="4192" y="10269"/>
                  </a:lnTo>
                  <a:lnTo>
                    <a:pt x="4032" y="10108"/>
                  </a:lnTo>
                  <a:lnTo>
                    <a:pt x="3871" y="9948"/>
                  </a:lnTo>
                  <a:lnTo>
                    <a:pt x="3731" y="9767"/>
                  </a:lnTo>
                  <a:lnTo>
                    <a:pt x="3590" y="9587"/>
                  </a:lnTo>
                  <a:lnTo>
                    <a:pt x="3470" y="9406"/>
                  </a:lnTo>
                  <a:lnTo>
                    <a:pt x="3270" y="9025"/>
                  </a:lnTo>
                  <a:lnTo>
                    <a:pt x="3089" y="8604"/>
                  </a:lnTo>
                  <a:lnTo>
                    <a:pt x="2969" y="8183"/>
                  </a:lnTo>
                  <a:lnTo>
                    <a:pt x="2889" y="7762"/>
                  </a:lnTo>
                  <a:lnTo>
                    <a:pt x="2828" y="7321"/>
                  </a:lnTo>
                  <a:lnTo>
                    <a:pt x="2808" y="6859"/>
                  </a:lnTo>
                  <a:lnTo>
                    <a:pt x="2828" y="6418"/>
                  </a:lnTo>
                  <a:lnTo>
                    <a:pt x="2869" y="5957"/>
                  </a:lnTo>
                  <a:lnTo>
                    <a:pt x="2949" y="5496"/>
                  </a:lnTo>
                  <a:lnTo>
                    <a:pt x="3069" y="5055"/>
                  </a:lnTo>
                  <a:lnTo>
                    <a:pt x="3189" y="4613"/>
                  </a:lnTo>
                  <a:lnTo>
                    <a:pt x="3350" y="4192"/>
                  </a:lnTo>
                  <a:lnTo>
                    <a:pt x="3510" y="3831"/>
                  </a:lnTo>
                  <a:lnTo>
                    <a:pt x="3671" y="3490"/>
                  </a:lnTo>
                  <a:lnTo>
                    <a:pt x="3851" y="3169"/>
                  </a:lnTo>
                  <a:lnTo>
                    <a:pt x="4052" y="2849"/>
                  </a:lnTo>
                  <a:lnTo>
                    <a:pt x="4272" y="2548"/>
                  </a:lnTo>
                  <a:lnTo>
                    <a:pt x="4513" y="2267"/>
                  </a:lnTo>
                  <a:lnTo>
                    <a:pt x="4754" y="1986"/>
                  </a:lnTo>
                  <a:lnTo>
                    <a:pt x="5014" y="1725"/>
                  </a:lnTo>
                  <a:lnTo>
                    <a:pt x="5275" y="1465"/>
                  </a:lnTo>
                  <a:lnTo>
                    <a:pt x="5556" y="1224"/>
                  </a:lnTo>
                  <a:lnTo>
                    <a:pt x="5837" y="983"/>
                  </a:lnTo>
                  <a:lnTo>
                    <a:pt x="6137" y="763"/>
                  </a:lnTo>
                  <a:lnTo>
                    <a:pt x="6458" y="562"/>
                  </a:lnTo>
                  <a:lnTo>
                    <a:pt x="6779" y="362"/>
                  </a:lnTo>
                  <a:lnTo>
                    <a:pt x="7100" y="161"/>
                  </a:lnTo>
                  <a:lnTo>
                    <a:pt x="742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5" name="Google Shape;8965;p45"/>
            <p:cNvSpPr/>
            <p:nvPr/>
          </p:nvSpPr>
          <p:spPr>
            <a:xfrm>
              <a:off x="11209200" y="3708300"/>
              <a:ext cx="391100" cy="328425"/>
            </a:xfrm>
            <a:custGeom>
              <a:avLst/>
              <a:gdLst/>
              <a:ahLst/>
              <a:cxnLst/>
              <a:rect l="l" t="t" r="r" b="b"/>
              <a:pathLst>
                <a:path w="15644" h="13137" fill="none" extrusionOk="0">
                  <a:moveTo>
                    <a:pt x="7421" y="1"/>
                  </a:moveTo>
                  <a:lnTo>
                    <a:pt x="7421" y="1"/>
                  </a:lnTo>
                  <a:lnTo>
                    <a:pt x="7060" y="61"/>
                  </a:lnTo>
                  <a:lnTo>
                    <a:pt x="6699" y="141"/>
                  </a:lnTo>
                  <a:lnTo>
                    <a:pt x="6338" y="221"/>
                  </a:lnTo>
                  <a:lnTo>
                    <a:pt x="5977" y="342"/>
                  </a:lnTo>
                  <a:lnTo>
                    <a:pt x="5616" y="462"/>
                  </a:lnTo>
                  <a:lnTo>
                    <a:pt x="5255" y="622"/>
                  </a:lnTo>
                  <a:lnTo>
                    <a:pt x="4894" y="783"/>
                  </a:lnTo>
                  <a:lnTo>
                    <a:pt x="4533" y="963"/>
                  </a:lnTo>
                  <a:lnTo>
                    <a:pt x="4533" y="963"/>
                  </a:lnTo>
                  <a:lnTo>
                    <a:pt x="4252" y="1124"/>
                  </a:lnTo>
                  <a:lnTo>
                    <a:pt x="3972" y="1324"/>
                  </a:lnTo>
                  <a:lnTo>
                    <a:pt x="3671" y="1545"/>
                  </a:lnTo>
                  <a:lnTo>
                    <a:pt x="3370" y="1786"/>
                  </a:lnTo>
                  <a:lnTo>
                    <a:pt x="3069" y="2066"/>
                  </a:lnTo>
                  <a:lnTo>
                    <a:pt x="2748" y="2367"/>
                  </a:lnTo>
                  <a:lnTo>
                    <a:pt x="2447" y="2688"/>
                  </a:lnTo>
                  <a:lnTo>
                    <a:pt x="2147" y="3029"/>
                  </a:lnTo>
                  <a:lnTo>
                    <a:pt x="1866" y="3410"/>
                  </a:lnTo>
                  <a:lnTo>
                    <a:pt x="1585" y="3791"/>
                  </a:lnTo>
                  <a:lnTo>
                    <a:pt x="1324" y="4192"/>
                  </a:lnTo>
                  <a:lnTo>
                    <a:pt x="1064" y="4613"/>
                  </a:lnTo>
                  <a:lnTo>
                    <a:pt x="843" y="5034"/>
                  </a:lnTo>
                  <a:lnTo>
                    <a:pt x="642" y="5476"/>
                  </a:lnTo>
                  <a:lnTo>
                    <a:pt x="462" y="5937"/>
                  </a:lnTo>
                  <a:lnTo>
                    <a:pt x="302" y="6418"/>
                  </a:lnTo>
                  <a:lnTo>
                    <a:pt x="302" y="6418"/>
                  </a:lnTo>
                  <a:lnTo>
                    <a:pt x="201" y="6799"/>
                  </a:lnTo>
                  <a:lnTo>
                    <a:pt x="101" y="7200"/>
                  </a:lnTo>
                  <a:lnTo>
                    <a:pt x="101" y="7200"/>
                  </a:lnTo>
                  <a:lnTo>
                    <a:pt x="61" y="7481"/>
                  </a:lnTo>
                  <a:lnTo>
                    <a:pt x="41" y="7762"/>
                  </a:lnTo>
                  <a:lnTo>
                    <a:pt x="21" y="8043"/>
                  </a:lnTo>
                  <a:lnTo>
                    <a:pt x="1" y="8323"/>
                  </a:lnTo>
                  <a:lnTo>
                    <a:pt x="1" y="8323"/>
                  </a:lnTo>
                  <a:lnTo>
                    <a:pt x="21" y="8604"/>
                  </a:lnTo>
                  <a:lnTo>
                    <a:pt x="41" y="8905"/>
                  </a:lnTo>
                  <a:lnTo>
                    <a:pt x="81" y="9186"/>
                  </a:lnTo>
                  <a:lnTo>
                    <a:pt x="121" y="9487"/>
                  </a:lnTo>
                  <a:lnTo>
                    <a:pt x="121" y="9487"/>
                  </a:lnTo>
                  <a:lnTo>
                    <a:pt x="181" y="9707"/>
                  </a:lnTo>
                  <a:lnTo>
                    <a:pt x="282" y="9948"/>
                  </a:lnTo>
                  <a:lnTo>
                    <a:pt x="402" y="10148"/>
                  </a:lnTo>
                  <a:lnTo>
                    <a:pt x="542" y="10369"/>
                  </a:lnTo>
                  <a:lnTo>
                    <a:pt x="703" y="10570"/>
                  </a:lnTo>
                  <a:lnTo>
                    <a:pt x="903" y="10770"/>
                  </a:lnTo>
                  <a:lnTo>
                    <a:pt x="1124" y="10971"/>
                  </a:lnTo>
                  <a:lnTo>
                    <a:pt x="1344" y="11151"/>
                  </a:lnTo>
                  <a:lnTo>
                    <a:pt x="1364" y="11151"/>
                  </a:lnTo>
                  <a:lnTo>
                    <a:pt x="1364" y="11151"/>
                  </a:lnTo>
                  <a:lnTo>
                    <a:pt x="1585" y="11312"/>
                  </a:lnTo>
                  <a:lnTo>
                    <a:pt x="1826" y="11452"/>
                  </a:lnTo>
                  <a:lnTo>
                    <a:pt x="2327" y="11753"/>
                  </a:lnTo>
                  <a:lnTo>
                    <a:pt x="2909" y="11993"/>
                  </a:lnTo>
                  <a:lnTo>
                    <a:pt x="3510" y="12234"/>
                  </a:lnTo>
                  <a:lnTo>
                    <a:pt x="3510" y="12234"/>
                  </a:lnTo>
                  <a:lnTo>
                    <a:pt x="4132" y="12435"/>
                  </a:lnTo>
                  <a:lnTo>
                    <a:pt x="4754" y="12595"/>
                  </a:lnTo>
                  <a:lnTo>
                    <a:pt x="5436" y="12755"/>
                  </a:lnTo>
                  <a:lnTo>
                    <a:pt x="6117" y="12876"/>
                  </a:lnTo>
                  <a:lnTo>
                    <a:pt x="6819" y="12976"/>
                  </a:lnTo>
                  <a:lnTo>
                    <a:pt x="7541" y="13056"/>
                  </a:lnTo>
                  <a:lnTo>
                    <a:pt x="8263" y="13096"/>
                  </a:lnTo>
                  <a:lnTo>
                    <a:pt x="8985" y="13137"/>
                  </a:lnTo>
                  <a:lnTo>
                    <a:pt x="8985" y="13137"/>
                  </a:lnTo>
                  <a:lnTo>
                    <a:pt x="9266" y="13137"/>
                  </a:lnTo>
                  <a:lnTo>
                    <a:pt x="9266" y="13137"/>
                  </a:lnTo>
                  <a:lnTo>
                    <a:pt x="10048" y="13116"/>
                  </a:lnTo>
                  <a:lnTo>
                    <a:pt x="10810" y="13076"/>
                  </a:lnTo>
                  <a:lnTo>
                    <a:pt x="11552" y="12976"/>
                  </a:lnTo>
                  <a:lnTo>
                    <a:pt x="12274" y="12876"/>
                  </a:lnTo>
                  <a:lnTo>
                    <a:pt x="12976" y="12715"/>
                  </a:lnTo>
                  <a:lnTo>
                    <a:pt x="13638" y="12535"/>
                  </a:lnTo>
                  <a:lnTo>
                    <a:pt x="13959" y="12415"/>
                  </a:lnTo>
                  <a:lnTo>
                    <a:pt x="14259" y="12294"/>
                  </a:lnTo>
                  <a:lnTo>
                    <a:pt x="14560" y="12174"/>
                  </a:lnTo>
                  <a:lnTo>
                    <a:pt x="14861" y="12034"/>
                  </a:lnTo>
                  <a:lnTo>
                    <a:pt x="14861" y="12034"/>
                  </a:lnTo>
                  <a:lnTo>
                    <a:pt x="15262" y="11813"/>
                  </a:lnTo>
                  <a:lnTo>
                    <a:pt x="15643" y="11572"/>
                  </a:lnTo>
                  <a:lnTo>
                    <a:pt x="15643" y="11572"/>
                  </a:lnTo>
                  <a:lnTo>
                    <a:pt x="14841" y="11833"/>
                  </a:lnTo>
                  <a:lnTo>
                    <a:pt x="14420" y="11933"/>
                  </a:lnTo>
                  <a:lnTo>
                    <a:pt x="13999" y="12034"/>
                  </a:lnTo>
                  <a:lnTo>
                    <a:pt x="13598" y="12134"/>
                  </a:lnTo>
                  <a:lnTo>
                    <a:pt x="13156" y="12194"/>
                  </a:lnTo>
                  <a:lnTo>
                    <a:pt x="12735" y="12234"/>
                  </a:lnTo>
                  <a:lnTo>
                    <a:pt x="12294" y="12254"/>
                  </a:lnTo>
                  <a:lnTo>
                    <a:pt x="12294" y="12254"/>
                  </a:lnTo>
                  <a:lnTo>
                    <a:pt x="11733" y="12274"/>
                  </a:lnTo>
                  <a:lnTo>
                    <a:pt x="11733" y="12274"/>
                  </a:lnTo>
                  <a:lnTo>
                    <a:pt x="10850" y="12254"/>
                  </a:lnTo>
                  <a:lnTo>
                    <a:pt x="9948" y="12194"/>
                  </a:lnTo>
                  <a:lnTo>
                    <a:pt x="9487" y="12154"/>
                  </a:lnTo>
                  <a:lnTo>
                    <a:pt x="9025" y="12094"/>
                  </a:lnTo>
                  <a:lnTo>
                    <a:pt x="8564" y="12013"/>
                  </a:lnTo>
                  <a:lnTo>
                    <a:pt x="8103" y="11933"/>
                  </a:lnTo>
                  <a:lnTo>
                    <a:pt x="7641" y="11833"/>
                  </a:lnTo>
                  <a:lnTo>
                    <a:pt x="7200" y="11733"/>
                  </a:lnTo>
                  <a:lnTo>
                    <a:pt x="6759" y="11592"/>
                  </a:lnTo>
                  <a:lnTo>
                    <a:pt x="6318" y="11452"/>
                  </a:lnTo>
                  <a:lnTo>
                    <a:pt x="5917" y="11292"/>
                  </a:lnTo>
                  <a:lnTo>
                    <a:pt x="5516" y="11111"/>
                  </a:lnTo>
                  <a:lnTo>
                    <a:pt x="5115" y="10910"/>
                  </a:lnTo>
                  <a:lnTo>
                    <a:pt x="4754" y="10710"/>
                  </a:lnTo>
                  <a:lnTo>
                    <a:pt x="4754" y="10710"/>
                  </a:lnTo>
                  <a:lnTo>
                    <a:pt x="4553" y="10570"/>
                  </a:lnTo>
                  <a:lnTo>
                    <a:pt x="4373" y="10429"/>
                  </a:lnTo>
                  <a:lnTo>
                    <a:pt x="4192" y="10269"/>
                  </a:lnTo>
                  <a:lnTo>
                    <a:pt x="4032" y="10108"/>
                  </a:lnTo>
                  <a:lnTo>
                    <a:pt x="3871" y="9948"/>
                  </a:lnTo>
                  <a:lnTo>
                    <a:pt x="3731" y="9767"/>
                  </a:lnTo>
                  <a:lnTo>
                    <a:pt x="3590" y="9587"/>
                  </a:lnTo>
                  <a:lnTo>
                    <a:pt x="3470" y="9406"/>
                  </a:lnTo>
                  <a:lnTo>
                    <a:pt x="3270" y="9025"/>
                  </a:lnTo>
                  <a:lnTo>
                    <a:pt x="3089" y="8604"/>
                  </a:lnTo>
                  <a:lnTo>
                    <a:pt x="2969" y="8183"/>
                  </a:lnTo>
                  <a:lnTo>
                    <a:pt x="2889" y="7762"/>
                  </a:lnTo>
                  <a:lnTo>
                    <a:pt x="2828" y="7321"/>
                  </a:lnTo>
                  <a:lnTo>
                    <a:pt x="2808" y="6859"/>
                  </a:lnTo>
                  <a:lnTo>
                    <a:pt x="2828" y="6418"/>
                  </a:lnTo>
                  <a:lnTo>
                    <a:pt x="2869" y="5957"/>
                  </a:lnTo>
                  <a:lnTo>
                    <a:pt x="2949" y="5496"/>
                  </a:lnTo>
                  <a:lnTo>
                    <a:pt x="3069" y="5055"/>
                  </a:lnTo>
                  <a:lnTo>
                    <a:pt x="3189" y="4613"/>
                  </a:lnTo>
                  <a:lnTo>
                    <a:pt x="3350" y="4192"/>
                  </a:lnTo>
                  <a:lnTo>
                    <a:pt x="3350" y="4192"/>
                  </a:lnTo>
                  <a:lnTo>
                    <a:pt x="3510" y="3831"/>
                  </a:lnTo>
                  <a:lnTo>
                    <a:pt x="3671" y="3490"/>
                  </a:lnTo>
                  <a:lnTo>
                    <a:pt x="3851" y="3169"/>
                  </a:lnTo>
                  <a:lnTo>
                    <a:pt x="4052" y="2849"/>
                  </a:lnTo>
                  <a:lnTo>
                    <a:pt x="4272" y="2548"/>
                  </a:lnTo>
                  <a:lnTo>
                    <a:pt x="4513" y="2267"/>
                  </a:lnTo>
                  <a:lnTo>
                    <a:pt x="4754" y="1986"/>
                  </a:lnTo>
                  <a:lnTo>
                    <a:pt x="5014" y="1725"/>
                  </a:lnTo>
                  <a:lnTo>
                    <a:pt x="5275" y="1465"/>
                  </a:lnTo>
                  <a:lnTo>
                    <a:pt x="5556" y="1224"/>
                  </a:lnTo>
                  <a:lnTo>
                    <a:pt x="5837" y="983"/>
                  </a:lnTo>
                  <a:lnTo>
                    <a:pt x="6137" y="763"/>
                  </a:lnTo>
                  <a:lnTo>
                    <a:pt x="6458" y="562"/>
                  </a:lnTo>
                  <a:lnTo>
                    <a:pt x="6779" y="362"/>
                  </a:lnTo>
                  <a:lnTo>
                    <a:pt x="7100" y="161"/>
                  </a:lnTo>
                  <a:lnTo>
                    <a:pt x="74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6" name="Google Shape;8966;p45"/>
            <p:cNvSpPr/>
            <p:nvPr/>
          </p:nvSpPr>
          <p:spPr>
            <a:xfrm>
              <a:off x="11379175" y="3736875"/>
              <a:ext cx="55675" cy="119850"/>
            </a:xfrm>
            <a:custGeom>
              <a:avLst/>
              <a:gdLst/>
              <a:ahLst/>
              <a:cxnLst/>
              <a:rect l="l" t="t" r="r" b="b"/>
              <a:pathLst>
                <a:path w="2227" h="4794" extrusionOk="0">
                  <a:moveTo>
                    <a:pt x="2026" y="1"/>
                  </a:moveTo>
                  <a:lnTo>
                    <a:pt x="1966" y="21"/>
                  </a:lnTo>
                  <a:lnTo>
                    <a:pt x="1945" y="81"/>
                  </a:lnTo>
                  <a:lnTo>
                    <a:pt x="1905" y="703"/>
                  </a:lnTo>
                  <a:lnTo>
                    <a:pt x="1865" y="1345"/>
                  </a:lnTo>
                  <a:lnTo>
                    <a:pt x="1825" y="2608"/>
                  </a:lnTo>
                  <a:lnTo>
                    <a:pt x="1825" y="3250"/>
                  </a:lnTo>
                  <a:lnTo>
                    <a:pt x="1805" y="3571"/>
                  </a:lnTo>
                  <a:lnTo>
                    <a:pt x="1745" y="3891"/>
                  </a:lnTo>
                  <a:lnTo>
                    <a:pt x="1685" y="4052"/>
                  </a:lnTo>
                  <a:lnTo>
                    <a:pt x="1625" y="4172"/>
                  </a:lnTo>
                  <a:lnTo>
                    <a:pt x="1544" y="4273"/>
                  </a:lnTo>
                  <a:lnTo>
                    <a:pt x="1444" y="4333"/>
                  </a:lnTo>
                  <a:lnTo>
                    <a:pt x="1344" y="4373"/>
                  </a:lnTo>
                  <a:lnTo>
                    <a:pt x="1224" y="4373"/>
                  </a:lnTo>
                  <a:lnTo>
                    <a:pt x="1123" y="4353"/>
                  </a:lnTo>
                  <a:lnTo>
                    <a:pt x="1003" y="4333"/>
                  </a:lnTo>
                  <a:lnTo>
                    <a:pt x="883" y="4273"/>
                  </a:lnTo>
                  <a:lnTo>
                    <a:pt x="742" y="4212"/>
                  </a:lnTo>
                  <a:lnTo>
                    <a:pt x="522" y="4052"/>
                  </a:lnTo>
                  <a:lnTo>
                    <a:pt x="301" y="3891"/>
                  </a:lnTo>
                  <a:lnTo>
                    <a:pt x="121" y="3731"/>
                  </a:lnTo>
                  <a:lnTo>
                    <a:pt x="80" y="3691"/>
                  </a:lnTo>
                  <a:lnTo>
                    <a:pt x="20" y="3711"/>
                  </a:lnTo>
                  <a:lnTo>
                    <a:pt x="0" y="3751"/>
                  </a:lnTo>
                  <a:lnTo>
                    <a:pt x="0" y="3811"/>
                  </a:lnTo>
                  <a:lnTo>
                    <a:pt x="80" y="3932"/>
                  </a:lnTo>
                  <a:lnTo>
                    <a:pt x="161" y="4072"/>
                  </a:lnTo>
                  <a:lnTo>
                    <a:pt x="381" y="4313"/>
                  </a:lnTo>
                  <a:lnTo>
                    <a:pt x="502" y="4413"/>
                  </a:lnTo>
                  <a:lnTo>
                    <a:pt x="622" y="4533"/>
                  </a:lnTo>
                  <a:lnTo>
                    <a:pt x="762" y="4613"/>
                  </a:lnTo>
                  <a:lnTo>
                    <a:pt x="903" y="4694"/>
                  </a:lnTo>
                  <a:lnTo>
                    <a:pt x="1043" y="4754"/>
                  </a:lnTo>
                  <a:lnTo>
                    <a:pt x="1183" y="4774"/>
                  </a:lnTo>
                  <a:lnTo>
                    <a:pt x="1324" y="4794"/>
                  </a:lnTo>
                  <a:lnTo>
                    <a:pt x="1464" y="4774"/>
                  </a:lnTo>
                  <a:lnTo>
                    <a:pt x="1605" y="4734"/>
                  </a:lnTo>
                  <a:lnTo>
                    <a:pt x="1745" y="4654"/>
                  </a:lnTo>
                  <a:lnTo>
                    <a:pt x="1865" y="4533"/>
                  </a:lnTo>
                  <a:lnTo>
                    <a:pt x="1966" y="4393"/>
                  </a:lnTo>
                  <a:lnTo>
                    <a:pt x="2066" y="4212"/>
                  </a:lnTo>
                  <a:lnTo>
                    <a:pt x="2126" y="4012"/>
                  </a:lnTo>
                  <a:lnTo>
                    <a:pt x="2186" y="3811"/>
                  </a:lnTo>
                  <a:lnTo>
                    <a:pt x="2206" y="3591"/>
                  </a:lnTo>
                  <a:lnTo>
                    <a:pt x="2226" y="3149"/>
                  </a:lnTo>
                  <a:lnTo>
                    <a:pt x="2206" y="2748"/>
                  </a:lnTo>
                  <a:lnTo>
                    <a:pt x="2206" y="2067"/>
                  </a:lnTo>
                  <a:lnTo>
                    <a:pt x="2186" y="1405"/>
                  </a:lnTo>
                  <a:lnTo>
                    <a:pt x="2146" y="743"/>
                  </a:lnTo>
                  <a:lnTo>
                    <a:pt x="2086" y="81"/>
                  </a:lnTo>
                  <a:lnTo>
                    <a:pt x="2066" y="21"/>
                  </a:lnTo>
                  <a:lnTo>
                    <a:pt x="202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7" name="Google Shape;8967;p45"/>
            <p:cNvSpPr/>
            <p:nvPr/>
          </p:nvSpPr>
          <p:spPr>
            <a:xfrm>
              <a:off x="11424800" y="3736875"/>
              <a:ext cx="55675" cy="119850"/>
            </a:xfrm>
            <a:custGeom>
              <a:avLst/>
              <a:gdLst/>
              <a:ahLst/>
              <a:cxnLst/>
              <a:rect l="l" t="t" r="r" b="b"/>
              <a:pathLst>
                <a:path w="2227" h="4794" extrusionOk="0">
                  <a:moveTo>
                    <a:pt x="201" y="1"/>
                  </a:moveTo>
                  <a:lnTo>
                    <a:pt x="161" y="21"/>
                  </a:lnTo>
                  <a:lnTo>
                    <a:pt x="120" y="81"/>
                  </a:lnTo>
                  <a:lnTo>
                    <a:pt x="60" y="743"/>
                  </a:lnTo>
                  <a:lnTo>
                    <a:pt x="20" y="1405"/>
                  </a:lnTo>
                  <a:lnTo>
                    <a:pt x="0" y="2067"/>
                  </a:lnTo>
                  <a:lnTo>
                    <a:pt x="0" y="2748"/>
                  </a:lnTo>
                  <a:lnTo>
                    <a:pt x="0" y="3149"/>
                  </a:lnTo>
                  <a:lnTo>
                    <a:pt x="20" y="3591"/>
                  </a:lnTo>
                  <a:lnTo>
                    <a:pt x="40" y="3811"/>
                  </a:lnTo>
                  <a:lnTo>
                    <a:pt x="80" y="4012"/>
                  </a:lnTo>
                  <a:lnTo>
                    <a:pt x="161" y="4212"/>
                  </a:lnTo>
                  <a:lnTo>
                    <a:pt x="241" y="4393"/>
                  </a:lnTo>
                  <a:lnTo>
                    <a:pt x="361" y="4533"/>
                  </a:lnTo>
                  <a:lnTo>
                    <a:pt x="481" y="4654"/>
                  </a:lnTo>
                  <a:lnTo>
                    <a:pt x="622" y="4734"/>
                  </a:lnTo>
                  <a:lnTo>
                    <a:pt x="742" y="4774"/>
                  </a:lnTo>
                  <a:lnTo>
                    <a:pt x="883" y="4794"/>
                  </a:lnTo>
                  <a:lnTo>
                    <a:pt x="1023" y="4774"/>
                  </a:lnTo>
                  <a:lnTo>
                    <a:pt x="1183" y="4754"/>
                  </a:lnTo>
                  <a:lnTo>
                    <a:pt x="1324" y="4694"/>
                  </a:lnTo>
                  <a:lnTo>
                    <a:pt x="1464" y="4613"/>
                  </a:lnTo>
                  <a:lnTo>
                    <a:pt x="1584" y="4533"/>
                  </a:lnTo>
                  <a:lnTo>
                    <a:pt x="1725" y="4413"/>
                  </a:lnTo>
                  <a:lnTo>
                    <a:pt x="1845" y="4313"/>
                  </a:lnTo>
                  <a:lnTo>
                    <a:pt x="2046" y="4072"/>
                  </a:lnTo>
                  <a:lnTo>
                    <a:pt x="2146" y="3932"/>
                  </a:lnTo>
                  <a:lnTo>
                    <a:pt x="2206" y="3811"/>
                  </a:lnTo>
                  <a:lnTo>
                    <a:pt x="2226" y="3751"/>
                  </a:lnTo>
                  <a:lnTo>
                    <a:pt x="2186" y="3711"/>
                  </a:lnTo>
                  <a:lnTo>
                    <a:pt x="2146" y="3691"/>
                  </a:lnTo>
                  <a:lnTo>
                    <a:pt x="2086" y="3731"/>
                  </a:lnTo>
                  <a:lnTo>
                    <a:pt x="1925" y="3891"/>
                  </a:lnTo>
                  <a:lnTo>
                    <a:pt x="1705" y="4052"/>
                  </a:lnTo>
                  <a:lnTo>
                    <a:pt x="1464" y="4212"/>
                  </a:lnTo>
                  <a:lnTo>
                    <a:pt x="1344" y="4273"/>
                  </a:lnTo>
                  <a:lnTo>
                    <a:pt x="1223" y="4333"/>
                  </a:lnTo>
                  <a:lnTo>
                    <a:pt x="1103" y="4353"/>
                  </a:lnTo>
                  <a:lnTo>
                    <a:pt x="983" y="4373"/>
                  </a:lnTo>
                  <a:lnTo>
                    <a:pt x="883" y="4373"/>
                  </a:lnTo>
                  <a:lnTo>
                    <a:pt x="782" y="4333"/>
                  </a:lnTo>
                  <a:lnTo>
                    <a:pt x="682" y="4273"/>
                  </a:lnTo>
                  <a:lnTo>
                    <a:pt x="602" y="4172"/>
                  </a:lnTo>
                  <a:lnTo>
                    <a:pt x="522" y="4052"/>
                  </a:lnTo>
                  <a:lnTo>
                    <a:pt x="481" y="3891"/>
                  </a:lnTo>
                  <a:lnTo>
                    <a:pt x="421" y="3571"/>
                  </a:lnTo>
                  <a:lnTo>
                    <a:pt x="401" y="3250"/>
                  </a:lnTo>
                  <a:lnTo>
                    <a:pt x="401" y="2608"/>
                  </a:lnTo>
                  <a:lnTo>
                    <a:pt x="361" y="1345"/>
                  </a:lnTo>
                  <a:lnTo>
                    <a:pt x="321" y="703"/>
                  </a:lnTo>
                  <a:lnTo>
                    <a:pt x="261" y="81"/>
                  </a:lnTo>
                  <a:lnTo>
                    <a:pt x="241" y="21"/>
                  </a:lnTo>
                  <a:lnTo>
                    <a:pt x="20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8" name="Google Shape;8968;p45"/>
            <p:cNvSpPr/>
            <p:nvPr/>
          </p:nvSpPr>
          <p:spPr>
            <a:xfrm>
              <a:off x="11362125" y="3705800"/>
              <a:ext cx="135400" cy="75725"/>
            </a:xfrm>
            <a:custGeom>
              <a:avLst/>
              <a:gdLst/>
              <a:ahLst/>
              <a:cxnLst/>
              <a:rect l="l" t="t" r="r" b="b"/>
              <a:pathLst>
                <a:path w="5416" h="3029" extrusionOk="0">
                  <a:moveTo>
                    <a:pt x="2708" y="1"/>
                  </a:moveTo>
                  <a:lnTo>
                    <a:pt x="2327" y="21"/>
                  </a:lnTo>
                  <a:lnTo>
                    <a:pt x="1906" y="61"/>
                  </a:lnTo>
                  <a:lnTo>
                    <a:pt x="1484" y="141"/>
                  </a:lnTo>
                  <a:lnTo>
                    <a:pt x="1063" y="261"/>
                  </a:lnTo>
                  <a:lnTo>
                    <a:pt x="863" y="341"/>
                  </a:lnTo>
                  <a:lnTo>
                    <a:pt x="682" y="422"/>
                  </a:lnTo>
                  <a:lnTo>
                    <a:pt x="522" y="502"/>
                  </a:lnTo>
                  <a:lnTo>
                    <a:pt x="361" y="602"/>
                  </a:lnTo>
                  <a:lnTo>
                    <a:pt x="241" y="722"/>
                  </a:lnTo>
                  <a:lnTo>
                    <a:pt x="141" y="843"/>
                  </a:lnTo>
                  <a:lnTo>
                    <a:pt x="61" y="963"/>
                  </a:lnTo>
                  <a:lnTo>
                    <a:pt x="0" y="1104"/>
                  </a:lnTo>
                  <a:lnTo>
                    <a:pt x="0" y="1184"/>
                  </a:lnTo>
                  <a:lnTo>
                    <a:pt x="0" y="1244"/>
                  </a:lnTo>
                  <a:lnTo>
                    <a:pt x="61" y="1404"/>
                  </a:lnTo>
                  <a:lnTo>
                    <a:pt x="161" y="1565"/>
                  </a:lnTo>
                  <a:lnTo>
                    <a:pt x="301" y="1725"/>
                  </a:lnTo>
                  <a:lnTo>
                    <a:pt x="462" y="1886"/>
                  </a:lnTo>
                  <a:lnTo>
                    <a:pt x="662" y="2046"/>
                  </a:lnTo>
                  <a:lnTo>
                    <a:pt x="883" y="2207"/>
                  </a:lnTo>
                  <a:lnTo>
                    <a:pt x="1123" y="2367"/>
                  </a:lnTo>
                  <a:lnTo>
                    <a:pt x="1605" y="2628"/>
                  </a:lnTo>
                  <a:lnTo>
                    <a:pt x="2066" y="2848"/>
                  </a:lnTo>
                  <a:lnTo>
                    <a:pt x="2447" y="2989"/>
                  </a:lnTo>
                  <a:lnTo>
                    <a:pt x="2587" y="3029"/>
                  </a:lnTo>
                  <a:lnTo>
                    <a:pt x="2808" y="3029"/>
                  </a:lnTo>
                  <a:lnTo>
                    <a:pt x="2948" y="2989"/>
                  </a:lnTo>
                  <a:lnTo>
                    <a:pt x="3349" y="2848"/>
                  </a:lnTo>
                  <a:lnTo>
                    <a:pt x="3811" y="2628"/>
                  </a:lnTo>
                  <a:lnTo>
                    <a:pt x="4292" y="2367"/>
                  </a:lnTo>
                  <a:lnTo>
                    <a:pt x="4513" y="2207"/>
                  </a:lnTo>
                  <a:lnTo>
                    <a:pt x="4733" y="2046"/>
                  </a:lnTo>
                  <a:lnTo>
                    <a:pt x="4934" y="1886"/>
                  </a:lnTo>
                  <a:lnTo>
                    <a:pt x="5114" y="1725"/>
                  </a:lnTo>
                  <a:lnTo>
                    <a:pt x="5255" y="1565"/>
                  </a:lnTo>
                  <a:lnTo>
                    <a:pt x="5355" y="1404"/>
                  </a:lnTo>
                  <a:lnTo>
                    <a:pt x="5395" y="1244"/>
                  </a:lnTo>
                  <a:lnTo>
                    <a:pt x="5415" y="1184"/>
                  </a:lnTo>
                  <a:lnTo>
                    <a:pt x="5395" y="1104"/>
                  </a:lnTo>
                  <a:lnTo>
                    <a:pt x="5355" y="963"/>
                  </a:lnTo>
                  <a:lnTo>
                    <a:pt x="5275" y="843"/>
                  </a:lnTo>
                  <a:lnTo>
                    <a:pt x="5174" y="722"/>
                  </a:lnTo>
                  <a:lnTo>
                    <a:pt x="5034" y="602"/>
                  </a:lnTo>
                  <a:lnTo>
                    <a:pt x="4894" y="502"/>
                  </a:lnTo>
                  <a:lnTo>
                    <a:pt x="4713" y="422"/>
                  </a:lnTo>
                  <a:lnTo>
                    <a:pt x="4533" y="341"/>
                  </a:lnTo>
                  <a:lnTo>
                    <a:pt x="4352" y="261"/>
                  </a:lnTo>
                  <a:lnTo>
                    <a:pt x="3931" y="141"/>
                  </a:lnTo>
                  <a:lnTo>
                    <a:pt x="3490" y="61"/>
                  </a:lnTo>
                  <a:lnTo>
                    <a:pt x="3089" y="21"/>
                  </a:lnTo>
                  <a:lnTo>
                    <a:pt x="27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9" name="Google Shape;8969;p45"/>
            <p:cNvSpPr/>
            <p:nvPr/>
          </p:nvSpPr>
          <p:spPr>
            <a:xfrm>
              <a:off x="11226750" y="3687250"/>
              <a:ext cx="75225" cy="75225"/>
            </a:xfrm>
            <a:custGeom>
              <a:avLst/>
              <a:gdLst/>
              <a:ahLst/>
              <a:cxnLst/>
              <a:rect l="l" t="t" r="r" b="b"/>
              <a:pathLst>
                <a:path w="3009" h="3009" extrusionOk="0">
                  <a:moveTo>
                    <a:pt x="1384" y="1"/>
                  </a:moveTo>
                  <a:lnTo>
                    <a:pt x="1204" y="41"/>
                  </a:lnTo>
                  <a:lnTo>
                    <a:pt x="1043" y="81"/>
                  </a:lnTo>
                  <a:lnTo>
                    <a:pt x="883" y="141"/>
                  </a:lnTo>
                  <a:lnTo>
                    <a:pt x="723" y="221"/>
                  </a:lnTo>
                  <a:lnTo>
                    <a:pt x="582" y="321"/>
                  </a:lnTo>
                  <a:lnTo>
                    <a:pt x="462" y="422"/>
                  </a:lnTo>
                  <a:lnTo>
                    <a:pt x="342" y="562"/>
                  </a:lnTo>
                  <a:lnTo>
                    <a:pt x="241" y="682"/>
                  </a:lnTo>
                  <a:lnTo>
                    <a:pt x="161" y="823"/>
                  </a:lnTo>
                  <a:lnTo>
                    <a:pt x="101" y="983"/>
                  </a:lnTo>
                  <a:lnTo>
                    <a:pt x="41" y="1144"/>
                  </a:lnTo>
                  <a:lnTo>
                    <a:pt x="21" y="1304"/>
                  </a:lnTo>
                  <a:lnTo>
                    <a:pt x="1" y="1485"/>
                  </a:lnTo>
                  <a:lnTo>
                    <a:pt x="1" y="1665"/>
                  </a:lnTo>
                  <a:lnTo>
                    <a:pt x="41" y="1825"/>
                  </a:lnTo>
                  <a:lnTo>
                    <a:pt x="81" y="2006"/>
                  </a:lnTo>
                  <a:lnTo>
                    <a:pt x="181" y="2207"/>
                  </a:lnTo>
                  <a:lnTo>
                    <a:pt x="281" y="2387"/>
                  </a:lnTo>
                  <a:lnTo>
                    <a:pt x="402" y="2547"/>
                  </a:lnTo>
                  <a:lnTo>
                    <a:pt x="562" y="2688"/>
                  </a:lnTo>
                  <a:lnTo>
                    <a:pt x="723" y="2808"/>
                  </a:lnTo>
                  <a:lnTo>
                    <a:pt x="903" y="2908"/>
                  </a:lnTo>
                  <a:lnTo>
                    <a:pt x="1104" y="2969"/>
                  </a:lnTo>
                  <a:lnTo>
                    <a:pt x="1304" y="3009"/>
                  </a:lnTo>
                  <a:lnTo>
                    <a:pt x="1645" y="3009"/>
                  </a:lnTo>
                  <a:lnTo>
                    <a:pt x="1806" y="2969"/>
                  </a:lnTo>
                  <a:lnTo>
                    <a:pt x="1966" y="2928"/>
                  </a:lnTo>
                  <a:lnTo>
                    <a:pt x="2106" y="2888"/>
                  </a:lnTo>
                  <a:lnTo>
                    <a:pt x="2247" y="2808"/>
                  </a:lnTo>
                  <a:lnTo>
                    <a:pt x="2367" y="2728"/>
                  </a:lnTo>
                  <a:lnTo>
                    <a:pt x="2487" y="2648"/>
                  </a:lnTo>
                  <a:lnTo>
                    <a:pt x="2588" y="2547"/>
                  </a:lnTo>
                  <a:lnTo>
                    <a:pt x="2668" y="2447"/>
                  </a:lnTo>
                  <a:lnTo>
                    <a:pt x="2768" y="2327"/>
                  </a:lnTo>
                  <a:lnTo>
                    <a:pt x="2828" y="2207"/>
                  </a:lnTo>
                  <a:lnTo>
                    <a:pt x="2888" y="2086"/>
                  </a:lnTo>
                  <a:lnTo>
                    <a:pt x="2949" y="1966"/>
                  </a:lnTo>
                  <a:lnTo>
                    <a:pt x="2969" y="1846"/>
                  </a:lnTo>
                  <a:lnTo>
                    <a:pt x="2989" y="1705"/>
                  </a:lnTo>
                  <a:lnTo>
                    <a:pt x="3009" y="1525"/>
                  </a:lnTo>
                  <a:lnTo>
                    <a:pt x="2989" y="1364"/>
                  </a:lnTo>
                  <a:lnTo>
                    <a:pt x="2969" y="1204"/>
                  </a:lnTo>
                  <a:lnTo>
                    <a:pt x="2929" y="1043"/>
                  </a:lnTo>
                  <a:lnTo>
                    <a:pt x="2848" y="883"/>
                  </a:lnTo>
                  <a:lnTo>
                    <a:pt x="2788" y="743"/>
                  </a:lnTo>
                  <a:lnTo>
                    <a:pt x="2688" y="602"/>
                  </a:lnTo>
                  <a:lnTo>
                    <a:pt x="2588" y="482"/>
                  </a:lnTo>
                  <a:lnTo>
                    <a:pt x="2467" y="361"/>
                  </a:lnTo>
                  <a:lnTo>
                    <a:pt x="2347" y="261"/>
                  </a:lnTo>
                  <a:lnTo>
                    <a:pt x="2207" y="181"/>
                  </a:lnTo>
                  <a:lnTo>
                    <a:pt x="2046" y="101"/>
                  </a:lnTo>
                  <a:lnTo>
                    <a:pt x="1906" y="61"/>
                  </a:lnTo>
                  <a:lnTo>
                    <a:pt x="1745" y="21"/>
                  </a:lnTo>
                  <a:lnTo>
                    <a:pt x="15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0" name="Google Shape;8970;p45"/>
            <p:cNvSpPr/>
            <p:nvPr/>
          </p:nvSpPr>
          <p:spPr>
            <a:xfrm>
              <a:off x="11154550" y="3736875"/>
              <a:ext cx="74725" cy="101800"/>
            </a:xfrm>
            <a:custGeom>
              <a:avLst/>
              <a:gdLst/>
              <a:ahLst/>
              <a:cxnLst/>
              <a:rect l="l" t="t" r="r" b="b"/>
              <a:pathLst>
                <a:path w="2989" h="4072" extrusionOk="0">
                  <a:moveTo>
                    <a:pt x="983" y="1"/>
                  </a:moveTo>
                  <a:lnTo>
                    <a:pt x="803" y="21"/>
                  </a:lnTo>
                  <a:lnTo>
                    <a:pt x="602" y="41"/>
                  </a:lnTo>
                  <a:lnTo>
                    <a:pt x="382" y="101"/>
                  </a:lnTo>
                  <a:lnTo>
                    <a:pt x="201" y="161"/>
                  </a:lnTo>
                  <a:lnTo>
                    <a:pt x="1" y="242"/>
                  </a:lnTo>
                  <a:lnTo>
                    <a:pt x="81" y="743"/>
                  </a:lnTo>
                  <a:lnTo>
                    <a:pt x="141" y="1244"/>
                  </a:lnTo>
                  <a:lnTo>
                    <a:pt x="241" y="1726"/>
                  </a:lnTo>
                  <a:lnTo>
                    <a:pt x="362" y="2207"/>
                  </a:lnTo>
                  <a:lnTo>
                    <a:pt x="482" y="2688"/>
                  </a:lnTo>
                  <a:lnTo>
                    <a:pt x="643" y="3149"/>
                  </a:lnTo>
                  <a:lnTo>
                    <a:pt x="823" y="3611"/>
                  </a:lnTo>
                  <a:lnTo>
                    <a:pt x="1044" y="4072"/>
                  </a:lnTo>
                  <a:lnTo>
                    <a:pt x="1244" y="4052"/>
                  </a:lnTo>
                  <a:lnTo>
                    <a:pt x="1425" y="4012"/>
                  </a:lnTo>
                  <a:lnTo>
                    <a:pt x="1605" y="3972"/>
                  </a:lnTo>
                  <a:lnTo>
                    <a:pt x="1786" y="3891"/>
                  </a:lnTo>
                  <a:lnTo>
                    <a:pt x="1946" y="3811"/>
                  </a:lnTo>
                  <a:lnTo>
                    <a:pt x="2107" y="3711"/>
                  </a:lnTo>
                  <a:lnTo>
                    <a:pt x="2247" y="3611"/>
                  </a:lnTo>
                  <a:lnTo>
                    <a:pt x="2387" y="3490"/>
                  </a:lnTo>
                  <a:lnTo>
                    <a:pt x="2508" y="3370"/>
                  </a:lnTo>
                  <a:lnTo>
                    <a:pt x="2608" y="3230"/>
                  </a:lnTo>
                  <a:lnTo>
                    <a:pt x="2708" y="3089"/>
                  </a:lnTo>
                  <a:lnTo>
                    <a:pt x="2788" y="2949"/>
                  </a:lnTo>
                  <a:lnTo>
                    <a:pt x="2869" y="2788"/>
                  </a:lnTo>
                  <a:lnTo>
                    <a:pt x="2909" y="2628"/>
                  </a:lnTo>
                  <a:lnTo>
                    <a:pt x="2949" y="2468"/>
                  </a:lnTo>
                  <a:lnTo>
                    <a:pt x="2989" y="2307"/>
                  </a:lnTo>
                  <a:lnTo>
                    <a:pt x="2989" y="2087"/>
                  </a:lnTo>
                  <a:lnTo>
                    <a:pt x="2989" y="1866"/>
                  </a:lnTo>
                  <a:lnTo>
                    <a:pt x="2949" y="1665"/>
                  </a:lnTo>
                  <a:lnTo>
                    <a:pt x="2889" y="1445"/>
                  </a:lnTo>
                  <a:lnTo>
                    <a:pt x="2808" y="1244"/>
                  </a:lnTo>
                  <a:lnTo>
                    <a:pt x="2728" y="1064"/>
                  </a:lnTo>
                  <a:lnTo>
                    <a:pt x="2608" y="883"/>
                  </a:lnTo>
                  <a:lnTo>
                    <a:pt x="2488" y="703"/>
                  </a:lnTo>
                  <a:lnTo>
                    <a:pt x="2327" y="562"/>
                  </a:lnTo>
                  <a:lnTo>
                    <a:pt x="2187" y="422"/>
                  </a:lnTo>
                  <a:lnTo>
                    <a:pt x="2006" y="302"/>
                  </a:lnTo>
                  <a:lnTo>
                    <a:pt x="1826" y="201"/>
                  </a:lnTo>
                  <a:lnTo>
                    <a:pt x="1625" y="121"/>
                  </a:lnTo>
                  <a:lnTo>
                    <a:pt x="1425" y="61"/>
                  </a:lnTo>
                  <a:lnTo>
                    <a:pt x="1204" y="21"/>
                  </a:lnTo>
                  <a:lnTo>
                    <a:pt x="9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1" name="Google Shape;8971;p45"/>
            <p:cNvSpPr/>
            <p:nvPr/>
          </p:nvSpPr>
          <p:spPr>
            <a:xfrm>
              <a:off x="11154550" y="3736875"/>
              <a:ext cx="74725" cy="101800"/>
            </a:xfrm>
            <a:custGeom>
              <a:avLst/>
              <a:gdLst/>
              <a:ahLst/>
              <a:cxnLst/>
              <a:rect l="l" t="t" r="r" b="b"/>
              <a:pathLst>
                <a:path w="2989" h="4072" fill="none" extrusionOk="0">
                  <a:moveTo>
                    <a:pt x="983" y="1"/>
                  </a:moveTo>
                  <a:lnTo>
                    <a:pt x="983" y="1"/>
                  </a:lnTo>
                  <a:lnTo>
                    <a:pt x="803" y="21"/>
                  </a:lnTo>
                  <a:lnTo>
                    <a:pt x="803" y="21"/>
                  </a:lnTo>
                  <a:lnTo>
                    <a:pt x="602" y="41"/>
                  </a:lnTo>
                  <a:lnTo>
                    <a:pt x="382" y="101"/>
                  </a:lnTo>
                  <a:lnTo>
                    <a:pt x="201" y="161"/>
                  </a:lnTo>
                  <a:lnTo>
                    <a:pt x="1" y="242"/>
                  </a:lnTo>
                  <a:lnTo>
                    <a:pt x="1" y="242"/>
                  </a:lnTo>
                  <a:lnTo>
                    <a:pt x="81" y="743"/>
                  </a:lnTo>
                  <a:lnTo>
                    <a:pt x="141" y="1244"/>
                  </a:lnTo>
                  <a:lnTo>
                    <a:pt x="241" y="1726"/>
                  </a:lnTo>
                  <a:lnTo>
                    <a:pt x="362" y="2207"/>
                  </a:lnTo>
                  <a:lnTo>
                    <a:pt x="482" y="2688"/>
                  </a:lnTo>
                  <a:lnTo>
                    <a:pt x="643" y="3149"/>
                  </a:lnTo>
                  <a:lnTo>
                    <a:pt x="823" y="3611"/>
                  </a:lnTo>
                  <a:lnTo>
                    <a:pt x="1044" y="4072"/>
                  </a:lnTo>
                  <a:lnTo>
                    <a:pt x="1044" y="4072"/>
                  </a:lnTo>
                  <a:lnTo>
                    <a:pt x="1244" y="4052"/>
                  </a:lnTo>
                  <a:lnTo>
                    <a:pt x="1425" y="4012"/>
                  </a:lnTo>
                  <a:lnTo>
                    <a:pt x="1605" y="3972"/>
                  </a:lnTo>
                  <a:lnTo>
                    <a:pt x="1786" y="3891"/>
                  </a:lnTo>
                  <a:lnTo>
                    <a:pt x="1946" y="3811"/>
                  </a:lnTo>
                  <a:lnTo>
                    <a:pt x="2107" y="3711"/>
                  </a:lnTo>
                  <a:lnTo>
                    <a:pt x="2247" y="3611"/>
                  </a:lnTo>
                  <a:lnTo>
                    <a:pt x="2387" y="3490"/>
                  </a:lnTo>
                  <a:lnTo>
                    <a:pt x="2508" y="3370"/>
                  </a:lnTo>
                  <a:lnTo>
                    <a:pt x="2608" y="3230"/>
                  </a:lnTo>
                  <a:lnTo>
                    <a:pt x="2708" y="3089"/>
                  </a:lnTo>
                  <a:lnTo>
                    <a:pt x="2788" y="2949"/>
                  </a:lnTo>
                  <a:lnTo>
                    <a:pt x="2869" y="2788"/>
                  </a:lnTo>
                  <a:lnTo>
                    <a:pt x="2909" y="2628"/>
                  </a:lnTo>
                  <a:lnTo>
                    <a:pt x="2949" y="2468"/>
                  </a:lnTo>
                  <a:lnTo>
                    <a:pt x="2989" y="2307"/>
                  </a:lnTo>
                  <a:lnTo>
                    <a:pt x="2989" y="2307"/>
                  </a:lnTo>
                  <a:lnTo>
                    <a:pt x="2989" y="2087"/>
                  </a:lnTo>
                  <a:lnTo>
                    <a:pt x="2989" y="1866"/>
                  </a:lnTo>
                  <a:lnTo>
                    <a:pt x="2949" y="1665"/>
                  </a:lnTo>
                  <a:lnTo>
                    <a:pt x="2889" y="1445"/>
                  </a:lnTo>
                  <a:lnTo>
                    <a:pt x="2808" y="1244"/>
                  </a:lnTo>
                  <a:lnTo>
                    <a:pt x="2728" y="1064"/>
                  </a:lnTo>
                  <a:lnTo>
                    <a:pt x="2608" y="883"/>
                  </a:lnTo>
                  <a:lnTo>
                    <a:pt x="2488" y="703"/>
                  </a:lnTo>
                  <a:lnTo>
                    <a:pt x="2327" y="562"/>
                  </a:lnTo>
                  <a:lnTo>
                    <a:pt x="2187" y="422"/>
                  </a:lnTo>
                  <a:lnTo>
                    <a:pt x="2006" y="302"/>
                  </a:lnTo>
                  <a:lnTo>
                    <a:pt x="1826" y="201"/>
                  </a:lnTo>
                  <a:lnTo>
                    <a:pt x="1625" y="121"/>
                  </a:lnTo>
                  <a:lnTo>
                    <a:pt x="1425" y="61"/>
                  </a:lnTo>
                  <a:lnTo>
                    <a:pt x="1204" y="21"/>
                  </a:lnTo>
                  <a:lnTo>
                    <a:pt x="9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2" name="Google Shape;8972;p45"/>
            <p:cNvSpPr/>
            <p:nvPr/>
          </p:nvSpPr>
          <p:spPr>
            <a:xfrm>
              <a:off x="11127975" y="3742900"/>
              <a:ext cx="52675" cy="95775"/>
            </a:xfrm>
            <a:custGeom>
              <a:avLst/>
              <a:gdLst/>
              <a:ahLst/>
              <a:cxnLst/>
              <a:rect l="l" t="t" r="r" b="b"/>
              <a:pathLst>
                <a:path w="2107" h="3831" extrusionOk="0">
                  <a:moveTo>
                    <a:pt x="1064" y="1"/>
                  </a:moveTo>
                  <a:lnTo>
                    <a:pt x="923" y="101"/>
                  </a:lnTo>
                  <a:lnTo>
                    <a:pt x="763" y="201"/>
                  </a:lnTo>
                  <a:lnTo>
                    <a:pt x="643" y="321"/>
                  </a:lnTo>
                  <a:lnTo>
                    <a:pt x="522" y="442"/>
                  </a:lnTo>
                  <a:lnTo>
                    <a:pt x="402" y="582"/>
                  </a:lnTo>
                  <a:lnTo>
                    <a:pt x="302" y="723"/>
                  </a:lnTo>
                  <a:lnTo>
                    <a:pt x="222" y="883"/>
                  </a:lnTo>
                  <a:lnTo>
                    <a:pt x="141" y="1043"/>
                  </a:lnTo>
                  <a:lnTo>
                    <a:pt x="81" y="1204"/>
                  </a:lnTo>
                  <a:lnTo>
                    <a:pt x="41" y="1384"/>
                  </a:lnTo>
                  <a:lnTo>
                    <a:pt x="1" y="1565"/>
                  </a:lnTo>
                  <a:lnTo>
                    <a:pt x="1" y="1745"/>
                  </a:lnTo>
                  <a:lnTo>
                    <a:pt x="1" y="1926"/>
                  </a:lnTo>
                  <a:lnTo>
                    <a:pt x="21" y="2106"/>
                  </a:lnTo>
                  <a:lnTo>
                    <a:pt x="61" y="2287"/>
                  </a:lnTo>
                  <a:lnTo>
                    <a:pt x="121" y="2487"/>
                  </a:lnTo>
                  <a:lnTo>
                    <a:pt x="222" y="2748"/>
                  </a:lnTo>
                  <a:lnTo>
                    <a:pt x="382" y="2989"/>
                  </a:lnTo>
                  <a:lnTo>
                    <a:pt x="542" y="3209"/>
                  </a:lnTo>
                  <a:lnTo>
                    <a:pt x="743" y="3390"/>
                  </a:lnTo>
                  <a:lnTo>
                    <a:pt x="964" y="3550"/>
                  </a:lnTo>
                  <a:lnTo>
                    <a:pt x="1204" y="3691"/>
                  </a:lnTo>
                  <a:lnTo>
                    <a:pt x="1485" y="3771"/>
                  </a:lnTo>
                  <a:lnTo>
                    <a:pt x="1766" y="3831"/>
                  </a:lnTo>
                  <a:lnTo>
                    <a:pt x="2107" y="3831"/>
                  </a:lnTo>
                  <a:lnTo>
                    <a:pt x="1886" y="3370"/>
                  </a:lnTo>
                  <a:lnTo>
                    <a:pt x="1706" y="2908"/>
                  </a:lnTo>
                  <a:lnTo>
                    <a:pt x="1545" y="2447"/>
                  </a:lnTo>
                  <a:lnTo>
                    <a:pt x="1425" y="1966"/>
                  </a:lnTo>
                  <a:lnTo>
                    <a:pt x="1304" y="1485"/>
                  </a:lnTo>
                  <a:lnTo>
                    <a:pt x="1204" y="1003"/>
                  </a:lnTo>
                  <a:lnTo>
                    <a:pt x="1144" y="502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3" name="Google Shape;8973;p45"/>
            <p:cNvSpPr/>
            <p:nvPr/>
          </p:nvSpPr>
          <p:spPr>
            <a:xfrm>
              <a:off x="11127975" y="3742900"/>
              <a:ext cx="52675" cy="95775"/>
            </a:xfrm>
            <a:custGeom>
              <a:avLst/>
              <a:gdLst/>
              <a:ahLst/>
              <a:cxnLst/>
              <a:rect l="l" t="t" r="r" b="b"/>
              <a:pathLst>
                <a:path w="2107" h="3831" fill="none" extrusionOk="0">
                  <a:moveTo>
                    <a:pt x="1064" y="1"/>
                  </a:moveTo>
                  <a:lnTo>
                    <a:pt x="1064" y="1"/>
                  </a:lnTo>
                  <a:lnTo>
                    <a:pt x="923" y="101"/>
                  </a:lnTo>
                  <a:lnTo>
                    <a:pt x="763" y="201"/>
                  </a:lnTo>
                  <a:lnTo>
                    <a:pt x="643" y="321"/>
                  </a:lnTo>
                  <a:lnTo>
                    <a:pt x="522" y="442"/>
                  </a:lnTo>
                  <a:lnTo>
                    <a:pt x="402" y="582"/>
                  </a:lnTo>
                  <a:lnTo>
                    <a:pt x="302" y="723"/>
                  </a:lnTo>
                  <a:lnTo>
                    <a:pt x="222" y="883"/>
                  </a:lnTo>
                  <a:lnTo>
                    <a:pt x="141" y="1043"/>
                  </a:lnTo>
                  <a:lnTo>
                    <a:pt x="81" y="1204"/>
                  </a:lnTo>
                  <a:lnTo>
                    <a:pt x="41" y="1384"/>
                  </a:lnTo>
                  <a:lnTo>
                    <a:pt x="1" y="1565"/>
                  </a:lnTo>
                  <a:lnTo>
                    <a:pt x="1" y="1745"/>
                  </a:lnTo>
                  <a:lnTo>
                    <a:pt x="1" y="1926"/>
                  </a:lnTo>
                  <a:lnTo>
                    <a:pt x="21" y="2106"/>
                  </a:lnTo>
                  <a:lnTo>
                    <a:pt x="61" y="2287"/>
                  </a:lnTo>
                  <a:lnTo>
                    <a:pt x="121" y="2487"/>
                  </a:lnTo>
                  <a:lnTo>
                    <a:pt x="121" y="2487"/>
                  </a:lnTo>
                  <a:lnTo>
                    <a:pt x="222" y="2748"/>
                  </a:lnTo>
                  <a:lnTo>
                    <a:pt x="382" y="2989"/>
                  </a:lnTo>
                  <a:lnTo>
                    <a:pt x="542" y="3209"/>
                  </a:lnTo>
                  <a:lnTo>
                    <a:pt x="743" y="3390"/>
                  </a:lnTo>
                  <a:lnTo>
                    <a:pt x="964" y="3550"/>
                  </a:lnTo>
                  <a:lnTo>
                    <a:pt x="1204" y="3691"/>
                  </a:lnTo>
                  <a:lnTo>
                    <a:pt x="1485" y="3771"/>
                  </a:lnTo>
                  <a:lnTo>
                    <a:pt x="1766" y="3831"/>
                  </a:lnTo>
                  <a:lnTo>
                    <a:pt x="1766" y="3831"/>
                  </a:lnTo>
                  <a:lnTo>
                    <a:pt x="1986" y="3831"/>
                  </a:lnTo>
                  <a:lnTo>
                    <a:pt x="1986" y="3831"/>
                  </a:lnTo>
                  <a:lnTo>
                    <a:pt x="2107" y="3831"/>
                  </a:lnTo>
                  <a:lnTo>
                    <a:pt x="2107" y="3831"/>
                  </a:lnTo>
                  <a:lnTo>
                    <a:pt x="1886" y="3370"/>
                  </a:lnTo>
                  <a:lnTo>
                    <a:pt x="1706" y="2908"/>
                  </a:lnTo>
                  <a:lnTo>
                    <a:pt x="1545" y="2447"/>
                  </a:lnTo>
                  <a:lnTo>
                    <a:pt x="1425" y="1966"/>
                  </a:lnTo>
                  <a:lnTo>
                    <a:pt x="1304" y="1485"/>
                  </a:lnTo>
                  <a:lnTo>
                    <a:pt x="1204" y="1003"/>
                  </a:lnTo>
                  <a:lnTo>
                    <a:pt x="1144" y="502"/>
                  </a:lnTo>
                  <a:lnTo>
                    <a:pt x="10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4" name="Google Shape;8974;p45"/>
            <p:cNvSpPr/>
            <p:nvPr/>
          </p:nvSpPr>
          <p:spPr>
            <a:xfrm>
              <a:off x="11629850" y="3736875"/>
              <a:ext cx="101800" cy="101800"/>
            </a:xfrm>
            <a:custGeom>
              <a:avLst/>
              <a:gdLst/>
              <a:ahLst/>
              <a:cxnLst/>
              <a:rect l="l" t="t" r="r" b="b"/>
              <a:pathLst>
                <a:path w="4072" h="4072" extrusionOk="0">
                  <a:moveTo>
                    <a:pt x="2066" y="1"/>
                  </a:moveTo>
                  <a:lnTo>
                    <a:pt x="1886" y="21"/>
                  </a:lnTo>
                  <a:lnTo>
                    <a:pt x="1645" y="41"/>
                  </a:lnTo>
                  <a:lnTo>
                    <a:pt x="1404" y="121"/>
                  </a:lnTo>
                  <a:lnTo>
                    <a:pt x="1184" y="201"/>
                  </a:lnTo>
                  <a:lnTo>
                    <a:pt x="983" y="302"/>
                  </a:lnTo>
                  <a:lnTo>
                    <a:pt x="803" y="442"/>
                  </a:lnTo>
                  <a:lnTo>
                    <a:pt x="622" y="582"/>
                  </a:lnTo>
                  <a:lnTo>
                    <a:pt x="482" y="763"/>
                  </a:lnTo>
                  <a:lnTo>
                    <a:pt x="341" y="943"/>
                  </a:lnTo>
                  <a:lnTo>
                    <a:pt x="221" y="1124"/>
                  </a:lnTo>
                  <a:lnTo>
                    <a:pt x="141" y="1345"/>
                  </a:lnTo>
                  <a:lnTo>
                    <a:pt x="61" y="1545"/>
                  </a:lnTo>
                  <a:lnTo>
                    <a:pt x="21" y="1786"/>
                  </a:lnTo>
                  <a:lnTo>
                    <a:pt x="0" y="2006"/>
                  </a:lnTo>
                  <a:lnTo>
                    <a:pt x="21" y="2247"/>
                  </a:lnTo>
                  <a:lnTo>
                    <a:pt x="61" y="2488"/>
                  </a:lnTo>
                  <a:lnTo>
                    <a:pt x="141" y="2728"/>
                  </a:lnTo>
                  <a:lnTo>
                    <a:pt x="241" y="2989"/>
                  </a:lnTo>
                  <a:lnTo>
                    <a:pt x="381" y="3230"/>
                  </a:lnTo>
                  <a:lnTo>
                    <a:pt x="562" y="3450"/>
                  </a:lnTo>
                  <a:lnTo>
                    <a:pt x="763" y="3631"/>
                  </a:lnTo>
                  <a:lnTo>
                    <a:pt x="983" y="3791"/>
                  </a:lnTo>
                  <a:lnTo>
                    <a:pt x="1224" y="3932"/>
                  </a:lnTo>
                  <a:lnTo>
                    <a:pt x="1484" y="4012"/>
                  </a:lnTo>
                  <a:lnTo>
                    <a:pt x="1765" y="4072"/>
                  </a:lnTo>
                  <a:lnTo>
                    <a:pt x="2206" y="4072"/>
                  </a:lnTo>
                  <a:lnTo>
                    <a:pt x="2427" y="4032"/>
                  </a:lnTo>
                  <a:lnTo>
                    <a:pt x="2608" y="3992"/>
                  </a:lnTo>
                  <a:lnTo>
                    <a:pt x="2788" y="3932"/>
                  </a:lnTo>
                  <a:lnTo>
                    <a:pt x="2969" y="3851"/>
                  </a:lnTo>
                  <a:lnTo>
                    <a:pt x="3129" y="3751"/>
                  </a:lnTo>
                  <a:lnTo>
                    <a:pt x="3289" y="3651"/>
                  </a:lnTo>
                  <a:lnTo>
                    <a:pt x="3430" y="3531"/>
                  </a:lnTo>
                  <a:lnTo>
                    <a:pt x="3550" y="3390"/>
                  </a:lnTo>
                  <a:lnTo>
                    <a:pt x="3670" y="3250"/>
                  </a:lnTo>
                  <a:lnTo>
                    <a:pt x="3771" y="3109"/>
                  </a:lnTo>
                  <a:lnTo>
                    <a:pt x="3851" y="2969"/>
                  </a:lnTo>
                  <a:lnTo>
                    <a:pt x="3931" y="2809"/>
                  </a:lnTo>
                  <a:lnTo>
                    <a:pt x="3991" y="2648"/>
                  </a:lnTo>
                  <a:lnTo>
                    <a:pt x="4031" y="2488"/>
                  </a:lnTo>
                  <a:lnTo>
                    <a:pt x="4051" y="2307"/>
                  </a:lnTo>
                  <a:lnTo>
                    <a:pt x="4072" y="2087"/>
                  </a:lnTo>
                  <a:lnTo>
                    <a:pt x="4051" y="1866"/>
                  </a:lnTo>
                  <a:lnTo>
                    <a:pt x="4031" y="1665"/>
                  </a:lnTo>
                  <a:lnTo>
                    <a:pt x="3971" y="1445"/>
                  </a:lnTo>
                  <a:lnTo>
                    <a:pt x="3891" y="1244"/>
                  </a:lnTo>
                  <a:lnTo>
                    <a:pt x="3791" y="1064"/>
                  </a:lnTo>
                  <a:lnTo>
                    <a:pt x="3690" y="883"/>
                  </a:lnTo>
                  <a:lnTo>
                    <a:pt x="3550" y="703"/>
                  </a:lnTo>
                  <a:lnTo>
                    <a:pt x="3410" y="562"/>
                  </a:lnTo>
                  <a:lnTo>
                    <a:pt x="3249" y="422"/>
                  </a:lnTo>
                  <a:lnTo>
                    <a:pt x="3089" y="302"/>
                  </a:lnTo>
                  <a:lnTo>
                    <a:pt x="2908" y="201"/>
                  </a:lnTo>
                  <a:lnTo>
                    <a:pt x="2708" y="121"/>
                  </a:lnTo>
                  <a:lnTo>
                    <a:pt x="2507" y="61"/>
                  </a:lnTo>
                  <a:lnTo>
                    <a:pt x="2287" y="21"/>
                  </a:lnTo>
                  <a:lnTo>
                    <a:pt x="20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5" name="Google Shape;8975;p45"/>
            <p:cNvSpPr/>
            <p:nvPr/>
          </p:nvSpPr>
          <p:spPr>
            <a:xfrm>
              <a:off x="11629850" y="3736875"/>
              <a:ext cx="101800" cy="101800"/>
            </a:xfrm>
            <a:custGeom>
              <a:avLst/>
              <a:gdLst/>
              <a:ahLst/>
              <a:cxnLst/>
              <a:rect l="l" t="t" r="r" b="b"/>
              <a:pathLst>
                <a:path w="4072" h="4072" fill="none" extrusionOk="0">
                  <a:moveTo>
                    <a:pt x="2066" y="1"/>
                  </a:moveTo>
                  <a:lnTo>
                    <a:pt x="2066" y="1"/>
                  </a:lnTo>
                  <a:lnTo>
                    <a:pt x="1886" y="21"/>
                  </a:lnTo>
                  <a:lnTo>
                    <a:pt x="1886" y="21"/>
                  </a:lnTo>
                  <a:lnTo>
                    <a:pt x="1645" y="41"/>
                  </a:lnTo>
                  <a:lnTo>
                    <a:pt x="1404" y="121"/>
                  </a:lnTo>
                  <a:lnTo>
                    <a:pt x="1184" y="201"/>
                  </a:lnTo>
                  <a:lnTo>
                    <a:pt x="983" y="302"/>
                  </a:lnTo>
                  <a:lnTo>
                    <a:pt x="803" y="442"/>
                  </a:lnTo>
                  <a:lnTo>
                    <a:pt x="622" y="582"/>
                  </a:lnTo>
                  <a:lnTo>
                    <a:pt x="482" y="763"/>
                  </a:lnTo>
                  <a:lnTo>
                    <a:pt x="341" y="943"/>
                  </a:lnTo>
                  <a:lnTo>
                    <a:pt x="221" y="1124"/>
                  </a:lnTo>
                  <a:lnTo>
                    <a:pt x="141" y="1345"/>
                  </a:lnTo>
                  <a:lnTo>
                    <a:pt x="61" y="1545"/>
                  </a:lnTo>
                  <a:lnTo>
                    <a:pt x="21" y="1786"/>
                  </a:lnTo>
                  <a:lnTo>
                    <a:pt x="0" y="2006"/>
                  </a:lnTo>
                  <a:lnTo>
                    <a:pt x="21" y="2247"/>
                  </a:lnTo>
                  <a:lnTo>
                    <a:pt x="61" y="2488"/>
                  </a:lnTo>
                  <a:lnTo>
                    <a:pt x="141" y="2728"/>
                  </a:lnTo>
                  <a:lnTo>
                    <a:pt x="141" y="2728"/>
                  </a:lnTo>
                  <a:lnTo>
                    <a:pt x="241" y="2989"/>
                  </a:lnTo>
                  <a:lnTo>
                    <a:pt x="381" y="3230"/>
                  </a:lnTo>
                  <a:lnTo>
                    <a:pt x="562" y="3450"/>
                  </a:lnTo>
                  <a:lnTo>
                    <a:pt x="763" y="3631"/>
                  </a:lnTo>
                  <a:lnTo>
                    <a:pt x="983" y="3791"/>
                  </a:lnTo>
                  <a:lnTo>
                    <a:pt x="1224" y="3932"/>
                  </a:lnTo>
                  <a:lnTo>
                    <a:pt x="1484" y="4012"/>
                  </a:lnTo>
                  <a:lnTo>
                    <a:pt x="1765" y="4072"/>
                  </a:lnTo>
                  <a:lnTo>
                    <a:pt x="1765" y="4072"/>
                  </a:lnTo>
                  <a:lnTo>
                    <a:pt x="2006" y="4072"/>
                  </a:lnTo>
                  <a:lnTo>
                    <a:pt x="2006" y="4072"/>
                  </a:lnTo>
                  <a:lnTo>
                    <a:pt x="2206" y="4072"/>
                  </a:lnTo>
                  <a:lnTo>
                    <a:pt x="2427" y="4032"/>
                  </a:lnTo>
                  <a:lnTo>
                    <a:pt x="2608" y="3992"/>
                  </a:lnTo>
                  <a:lnTo>
                    <a:pt x="2788" y="3932"/>
                  </a:lnTo>
                  <a:lnTo>
                    <a:pt x="2969" y="3851"/>
                  </a:lnTo>
                  <a:lnTo>
                    <a:pt x="3129" y="3751"/>
                  </a:lnTo>
                  <a:lnTo>
                    <a:pt x="3289" y="3651"/>
                  </a:lnTo>
                  <a:lnTo>
                    <a:pt x="3430" y="3531"/>
                  </a:lnTo>
                  <a:lnTo>
                    <a:pt x="3550" y="3390"/>
                  </a:lnTo>
                  <a:lnTo>
                    <a:pt x="3670" y="3250"/>
                  </a:lnTo>
                  <a:lnTo>
                    <a:pt x="3771" y="3109"/>
                  </a:lnTo>
                  <a:lnTo>
                    <a:pt x="3851" y="2969"/>
                  </a:lnTo>
                  <a:lnTo>
                    <a:pt x="3931" y="2809"/>
                  </a:lnTo>
                  <a:lnTo>
                    <a:pt x="3991" y="2648"/>
                  </a:lnTo>
                  <a:lnTo>
                    <a:pt x="4031" y="2488"/>
                  </a:lnTo>
                  <a:lnTo>
                    <a:pt x="4051" y="2307"/>
                  </a:lnTo>
                  <a:lnTo>
                    <a:pt x="4051" y="2307"/>
                  </a:lnTo>
                  <a:lnTo>
                    <a:pt x="4072" y="2087"/>
                  </a:lnTo>
                  <a:lnTo>
                    <a:pt x="4051" y="1866"/>
                  </a:lnTo>
                  <a:lnTo>
                    <a:pt x="4031" y="1665"/>
                  </a:lnTo>
                  <a:lnTo>
                    <a:pt x="3971" y="1445"/>
                  </a:lnTo>
                  <a:lnTo>
                    <a:pt x="3891" y="1244"/>
                  </a:lnTo>
                  <a:lnTo>
                    <a:pt x="3791" y="1064"/>
                  </a:lnTo>
                  <a:lnTo>
                    <a:pt x="3690" y="883"/>
                  </a:lnTo>
                  <a:lnTo>
                    <a:pt x="3550" y="703"/>
                  </a:lnTo>
                  <a:lnTo>
                    <a:pt x="3410" y="562"/>
                  </a:lnTo>
                  <a:lnTo>
                    <a:pt x="3249" y="422"/>
                  </a:lnTo>
                  <a:lnTo>
                    <a:pt x="3089" y="302"/>
                  </a:lnTo>
                  <a:lnTo>
                    <a:pt x="2908" y="201"/>
                  </a:lnTo>
                  <a:lnTo>
                    <a:pt x="2708" y="121"/>
                  </a:lnTo>
                  <a:lnTo>
                    <a:pt x="2507" y="61"/>
                  </a:lnTo>
                  <a:lnTo>
                    <a:pt x="2287" y="21"/>
                  </a:lnTo>
                  <a:lnTo>
                    <a:pt x="206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6" name="Google Shape;8976;p45"/>
            <p:cNvSpPr/>
            <p:nvPr/>
          </p:nvSpPr>
          <p:spPr>
            <a:xfrm>
              <a:off x="11203200" y="3587475"/>
              <a:ext cx="83250" cy="49150"/>
            </a:xfrm>
            <a:custGeom>
              <a:avLst/>
              <a:gdLst/>
              <a:ahLst/>
              <a:cxnLst/>
              <a:rect l="l" t="t" r="r" b="b"/>
              <a:pathLst>
                <a:path w="3330" h="1966" extrusionOk="0">
                  <a:moveTo>
                    <a:pt x="2266" y="1"/>
                  </a:moveTo>
                  <a:lnTo>
                    <a:pt x="2006" y="41"/>
                  </a:lnTo>
                  <a:lnTo>
                    <a:pt x="1745" y="101"/>
                  </a:lnTo>
                  <a:lnTo>
                    <a:pt x="1484" y="181"/>
                  </a:lnTo>
                  <a:lnTo>
                    <a:pt x="1223" y="281"/>
                  </a:lnTo>
                  <a:lnTo>
                    <a:pt x="983" y="422"/>
                  </a:lnTo>
                  <a:lnTo>
                    <a:pt x="742" y="562"/>
                  </a:lnTo>
                  <a:lnTo>
                    <a:pt x="542" y="723"/>
                  </a:lnTo>
                  <a:lnTo>
                    <a:pt x="361" y="903"/>
                  </a:lnTo>
                  <a:lnTo>
                    <a:pt x="201" y="1104"/>
                  </a:lnTo>
                  <a:lnTo>
                    <a:pt x="80" y="1304"/>
                  </a:lnTo>
                  <a:lnTo>
                    <a:pt x="20" y="1525"/>
                  </a:lnTo>
                  <a:lnTo>
                    <a:pt x="0" y="1645"/>
                  </a:lnTo>
                  <a:lnTo>
                    <a:pt x="0" y="1765"/>
                  </a:lnTo>
                  <a:lnTo>
                    <a:pt x="20" y="1846"/>
                  </a:lnTo>
                  <a:lnTo>
                    <a:pt x="80" y="1926"/>
                  </a:lnTo>
                  <a:lnTo>
                    <a:pt x="161" y="1966"/>
                  </a:lnTo>
                  <a:lnTo>
                    <a:pt x="201" y="1966"/>
                  </a:lnTo>
                  <a:lnTo>
                    <a:pt x="261" y="1946"/>
                  </a:lnTo>
                  <a:lnTo>
                    <a:pt x="441" y="1886"/>
                  </a:lnTo>
                  <a:lnTo>
                    <a:pt x="602" y="1806"/>
                  </a:lnTo>
                  <a:lnTo>
                    <a:pt x="943" y="1585"/>
                  </a:lnTo>
                  <a:lnTo>
                    <a:pt x="1284" y="1364"/>
                  </a:lnTo>
                  <a:lnTo>
                    <a:pt x="1464" y="1284"/>
                  </a:lnTo>
                  <a:lnTo>
                    <a:pt x="1645" y="1184"/>
                  </a:lnTo>
                  <a:lnTo>
                    <a:pt x="1825" y="1124"/>
                  </a:lnTo>
                  <a:lnTo>
                    <a:pt x="2026" y="1084"/>
                  </a:lnTo>
                  <a:lnTo>
                    <a:pt x="2407" y="1003"/>
                  </a:lnTo>
                  <a:lnTo>
                    <a:pt x="2788" y="923"/>
                  </a:lnTo>
                  <a:lnTo>
                    <a:pt x="2988" y="863"/>
                  </a:lnTo>
                  <a:lnTo>
                    <a:pt x="3169" y="783"/>
                  </a:lnTo>
                  <a:lnTo>
                    <a:pt x="3249" y="743"/>
                  </a:lnTo>
                  <a:lnTo>
                    <a:pt x="3309" y="662"/>
                  </a:lnTo>
                  <a:lnTo>
                    <a:pt x="3329" y="582"/>
                  </a:lnTo>
                  <a:lnTo>
                    <a:pt x="3329" y="502"/>
                  </a:lnTo>
                  <a:lnTo>
                    <a:pt x="3329" y="402"/>
                  </a:lnTo>
                  <a:lnTo>
                    <a:pt x="3289" y="322"/>
                  </a:lnTo>
                  <a:lnTo>
                    <a:pt x="3229" y="261"/>
                  </a:lnTo>
                  <a:lnTo>
                    <a:pt x="3169" y="201"/>
                  </a:lnTo>
                  <a:lnTo>
                    <a:pt x="2968" y="101"/>
                  </a:lnTo>
                  <a:lnTo>
                    <a:pt x="2748" y="41"/>
                  </a:lnTo>
                  <a:lnTo>
                    <a:pt x="252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8977;p45"/>
            <p:cNvSpPr/>
            <p:nvPr/>
          </p:nvSpPr>
          <p:spPr>
            <a:xfrm>
              <a:off x="11551125" y="3687250"/>
              <a:ext cx="74750" cy="75225"/>
            </a:xfrm>
            <a:custGeom>
              <a:avLst/>
              <a:gdLst/>
              <a:ahLst/>
              <a:cxnLst/>
              <a:rect l="l" t="t" r="r" b="b"/>
              <a:pathLst>
                <a:path w="2990" h="3009" extrusionOk="0">
                  <a:moveTo>
                    <a:pt x="1425" y="1"/>
                  </a:moveTo>
                  <a:lnTo>
                    <a:pt x="1264" y="21"/>
                  </a:lnTo>
                  <a:lnTo>
                    <a:pt x="1104" y="61"/>
                  </a:lnTo>
                  <a:lnTo>
                    <a:pt x="943" y="101"/>
                  </a:lnTo>
                  <a:lnTo>
                    <a:pt x="803" y="181"/>
                  </a:lnTo>
                  <a:lnTo>
                    <a:pt x="663" y="261"/>
                  </a:lnTo>
                  <a:lnTo>
                    <a:pt x="522" y="361"/>
                  </a:lnTo>
                  <a:lnTo>
                    <a:pt x="422" y="482"/>
                  </a:lnTo>
                  <a:lnTo>
                    <a:pt x="302" y="602"/>
                  </a:lnTo>
                  <a:lnTo>
                    <a:pt x="221" y="743"/>
                  </a:lnTo>
                  <a:lnTo>
                    <a:pt x="141" y="883"/>
                  </a:lnTo>
                  <a:lnTo>
                    <a:pt x="81" y="1043"/>
                  </a:lnTo>
                  <a:lnTo>
                    <a:pt x="41" y="1204"/>
                  </a:lnTo>
                  <a:lnTo>
                    <a:pt x="1" y="1364"/>
                  </a:lnTo>
                  <a:lnTo>
                    <a:pt x="1" y="1525"/>
                  </a:lnTo>
                  <a:lnTo>
                    <a:pt x="1" y="1705"/>
                  </a:lnTo>
                  <a:lnTo>
                    <a:pt x="21" y="1846"/>
                  </a:lnTo>
                  <a:lnTo>
                    <a:pt x="61" y="1966"/>
                  </a:lnTo>
                  <a:lnTo>
                    <a:pt x="101" y="2086"/>
                  </a:lnTo>
                  <a:lnTo>
                    <a:pt x="161" y="2207"/>
                  </a:lnTo>
                  <a:lnTo>
                    <a:pt x="242" y="2327"/>
                  </a:lnTo>
                  <a:lnTo>
                    <a:pt x="322" y="2447"/>
                  </a:lnTo>
                  <a:lnTo>
                    <a:pt x="422" y="2547"/>
                  </a:lnTo>
                  <a:lnTo>
                    <a:pt x="522" y="2648"/>
                  </a:lnTo>
                  <a:lnTo>
                    <a:pt x="643" y="2728"/>
                  </a:lnTo>
                  <a:lnTo>
                    <a:pt x="763" y="2808"/>
                  </a:lnTo>
                  <a:lnTo>
                    <a:pt x="903" y="2888"/>
                  </a:lnTo>
                  <a:lnTo>
                    <a:pt x="1044" y="2928"/>
                  </a:lnTo>
                  <a:lnTo>
                    <a:pt x="1184" y="2969"/>
                  </a:lnTo>
                  <a:lnTo>
                    <a:pt x="1345" y="3009"/>
                  </a:lnTo>
                  <a:lnTo>
                    <a:pt x="1685" y="3009"/>
                  </a:lnTo>
                  <a:lnTo>
                    <a:pt x="1906" y="2969"/>
                  </a:lnTo>
                  <a:lnTo>
                    <a:pt x="2087" y="2908"/>
                  </a:lnTo>
                  <a:lnTo>
                    <a:pt x="2267" y="2808"/>
                  </a:lnTo>
                  <a:lnTo>
                    <a:pt x="2448" y="2688"/>
                  </a:lnTo>
                  <a:lnTo>
                    <a:pt x="2588" y="2547"/>
                  </a:lnTo>
                  <a:lnTo>
                    <a:pt x="2708" y="2387"/>
                  </a:lnTo>
                  <a:lnTo>
                    <a:pt x="2829" y="2207"/>
                  </a:lnTo>
                  <a:lnTo>
                    <a:pt x="2909" y="2006"/>
                  </a:lnTo>
                  <a:lnTo>
                    <a:pt x="2969" y="1825"/>
                  </a:lnTo>
                  <a:lnTo>
                    <a:pt x="2989" y="1665"/>
                  </a:lnTo>
                  <a:lnTo>
                    <a:pt x="2989" y="1485"/>
                  </a:lnTo>
                  <a:lnTo>
                    <a:pt x="2989" y="1304"/>
                  </a:lnTo>
                  <a:lnTo>
                    <a:pt x="2949" y="1144"/>
                  </a:lnTo>
                  <a:lnTo>
                    <a:pt x="2909" y="983"/>
                  </a:lnTo>
                  <a:lnTo>
                    <a:pt x="2829" y="823"/>
                  </a:lnTo>
                  <a:lnTo>
                    <a:pt x="2748" y="682"/>
                  </a:lnTo>
                  <a:lnTo>
                    <a:pt x="2648" y="562"/>
                  </a:lnTo>
                  <a:lnTo>
                    <a:pt x="2548" y="422"/>
                  </a:lnTo>
                  <a:lnTo>
                    <a:pt x="2407" y="321"/>
                  </a:lnTo>
                  <a:lnTo>
                    <a:pt x="2267" y="221"/>
                  </a:lnTo>
                  <a:lnTo>
                    <a:pt x="2127" y="141"/>
                  </a:lnTo>
                  <a:lnTo>
                    <a:pt x="1966" y="81"/>
                  </a:lnTo>
                  <a:lnTo>
                    <a:pt x="1786" y="41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8978;p45"/>
            <p:cNvSpPr/>
            <p:nvPr/>
          </p:nvSpPr>
          <p:spPr>
            <a:xfrm>
              <a:off x="11566175" y="3587475"/>
              <a:ext cx="83750" cy="49150"/>
            </a:xfrm>
            <a:custGeom>
              <a:avLst/>
              <a:gdLst/>
              <a:ahLst/>
              <a:cxnLst/>
              <a:rect l="l" t="t" r="r" b="b"/>
              <a:pathLst>
                <a:path w="3350" h="1966" extrusionOk="0">
                  <a:moveTo>
                    <a:pt x="823" y="1"/>
                  </a:moveTo>
                  <a:lnTo>
                    <a:pt x="582" y="41"/>
                  </a:lnTo>
                  <a:lnTo>
                    <a:pt x="362" y="101"/>
                  </a:lnTo>
                  <a:lnTo>
                    <a:pt x="161" y="201"/>
                  </a:lnTo>
                  <a:lnTo>
                    <a:pt x="101" y="261"/>
                  </a:lnTo>
                  <a:lnTo>
                    <a:pt x="41" y="322"/>
                  </a:lnTo>
                  <a:lnTo>
                    <a:pt x="21" y="402"/>
                  </a:lnTo>
                  <a:lnTo>
                    <a:pt x="1" y="502"/>
                  </a:lnTo>
                  <a:lnTo>
                    <a:pt x="1" y="582"/>
                  </a:lnTo>
                  <a:lnTo>
                    <a:pt x="41" y="662"/>
                  </a:lnTo>
                  <a:lnTo>
                    <a:pt x="81" y="743"/>
                  </a:lnTo>
                  <a:lnTo>
                    <a:pt x="161" y="783"/>
                  </a:lnTo>
                  <a:lnTo>
                    <a:pt x="362" y="863"/>
                  </a:lnTo>
                  <a:lnTo>
                    <a:pt x="542" y="923"/>
                  </a:lnTo>
                  <a:lnTo>
                    <a:pt x="923" y="1003"/>
                  </a:lnTo>
                  <a:lnTo>
                    <a:pt x="1324" y="1084"/>
                  </a:lnTo>
                  <a:lnTo>
                    <a:pt x="1505" y="1124"/>
                  </a:lnTo>
                  <a:lnTo>
                    <a:pt x="1705" y="1184"/>
                  </a:lnTo>
                  <a:lnTo>
                    <a:pt x="1886" y="1284"/>
                  </a:lnTo>
                  <a:lnTo>
                    <a:pt x="2046" y="1364"/>
                  </a:lnTo>
                  <a:lnTo>
                    <a:pt x="2387" y="1585"/>
                  </a:lnTo>
                  <a:lnTo>
                    <a:pt x="2728" y="1806"/>
                  </a:lnTo>
                  <a:lnTo>
                    <a:pt x="2908" y="1886"/>
                  </a:lnTo>
                  <a:lnTo>
                    <a:pt x="3089" y="1946"/>
                  </a:lnTo>
                  <a:lnTo>
                    <a:pt x="3129" y="1966"/>
                  </a:lnTo>
                  <a:lnTo>
                    <a:pt x="3189" y="1966"/>
                  </a:lnTo>
                  <a:lnTo>
                    <a:pt x="3269" y="1926"/>
                  </a:lnTo>
                  <a:lnTo>
                    <a:pt x="3330" y="1846"/>
                  </a:lnTo>
                  <a:lnTo>
                    <a:pt x="3350" y="1765"/>
                  </a:lnTo>
                  <a:lnTo>
                    <a:pt x="3350" y="1645"/>
                  </a:lnTo>
                  <a:lnTo>
                    <a:pt x="3330" y="1525"/>
                  </a:lnTo>
                  <a:lnTo>
                    <a:pt x="3249" y="1304"/>
                  </a:lnTo>
                  <a:lnTo>
                    <a:pt x="3129" y="1104"/>
                  </a:lnTo>
                  <a:lnTo>
                    <a:pt x="2989" y="903"/>
                  </a:lnTo>
                  <a:lnTo>
                    <a:pt x="2808" y="723"/>
                  </a:lnTo>
                  <a:lnTo>
                    <a:pt x="2588" y="562"/>
                  </a:lnTo>
                  <a:lnTo>
                    <a:pt x="2367" y="422"/>
                  </a:lnTo>
                  <a:lnTo>
                    <a:pt x="2126" y="281"/>
                  </a:lnTo>
                  <a:lnTo>
                    <a:pt x="1866" y="181"/>
                  </a:lnTo>
                  <a:lnTo>
                    <a:pt x="1605" y="101"/>
                  </a:lnTo>
                  <a:lnTo>
                    <a:pt x="1324" y="4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79" name="Google Shape;8979;p45"/>
          <p:cNvGrpSpPr/>
          <p:nvPr/>
        </p:nvGrpSpPr>
        <p:grpSpPr>
          <a:xfrm>
            <a:off x="7298150" y="3079325"/>
            <a:ext cx="1765300" cy="1903938"/>
            <a:chOff x="9755600" y="2300713"/>
            <a:chExt cx="1765300" cy="1903938"/>
          </a:xfrm>
        </p:grpSpPr>
        <p:sp>
          <p:nvSpPr>
            <p:cNvPr id="8980" name="Google Shape;8980;p45"/>
            <p:cNvSpPr/>
            <p:nvPr/>
          </p:nvSpPr>
          <p:spPr>
            <a:xfrm>
              <a:off x="10095063" y="4128450"/>
              <a:ext cx="1092900" cy="762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1" name="Google Shape;8981;p45"/>
            <p:cNvSpPr/>
            <p:nvPr/>
          </p:nvSpPr>
          <p:spPr>
            <a:xfrm>
              <a:off x="10628450" y="2356363"/>
              <a:ext cx="26600" cy="257225"/>
            </a:xfrm>
            <a:custGeom>
              <a:avLst/>
              <a:gdLst/>
              <a:ahLst/>
              <a:cxnLst/>
              <a:rect l="l" t="t" r="r" b="b"/>
              <a:pathLst>
                <a:path w="1064" h="10289" extrusionOk="0">
                  <a:moveTo>
                    <a:pt x="322" y="0"/>
                  </a:moveTo>
                  <a:lnTo>
                    <a:pt x="1" y="10288"/>
                  </a:lnTo>
                  <a:lnTo>
                    <a:pt x="1064" y="10288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2" name="Google Shape;8982;p45"/>
            <p:cNvSpPr/>
            <p:nvPr/>
          </p:nvSpPr>
          <p:spPr>
            <a:xfrm>
              <a:off x="9851350" y="3122938"/>
              <a:ext cx="299325" cy="309375"/>
            </a:xfrm>
            <a:custGeom>
              <a:avLst/>
              <a:gdLst/>
              <a:ahLst/>
              <a:cxnLst/>
              <a:rect l="l" t="t" r="r" b="b"/>
              <a:pathLst>
                <a:path w="11973" h="12375" extrusionOk="0">
                  <a:moveTo>
                    <a:pt x="1144" y="0"/>
                  </a:moveTo>
                  <a:lnTo>
                    <a:pt x="923" y="21"/>
                  </a:lnTo>
                  <a:lnTo>
                    <a:pt x="722" y="81"/>
                  </a:lnTo>
                  <a:lnTo>
                    <a:pt x="522" y="161"/>
                  </a:lnTo>
                  <a:lnTo>
                    <a:pt x="422" y="221"/>
                  </a:lnTo>
                  <a:lnTo>
                    <a:pt x="341" y="301"/>
                  </a:lnTo>
                  <a:lnTo>
                    <a:pt x="261" y="382"/>
                  </a:lnTo>
                  <a:lnTo>
                    <a:pt x="201" y="482"/>
                  </a:lnTo>
                  <a:lnTo>
                    <a:pt x="141" y="582"/>
                  </a:lnTo>
                  <a:lnTo>
                    <a:pt x="101" y="702"/>
                  </a:lnTo>
                  <a:lnTo>
                    <a:pt x="81" y="823"/>
                  </a:lnTo>
                  <a:lnTo>
                    <a:pt x="61" y="963"/>
                  </a:lnTo>
                  <a:lnTo>
                    <a:pt x="21" y="2086"/>
                  </a:lnTo>
                  <a:lnTo>
                    <a:pt x="0" y="3309"/>
                  </a:lnTo>
                  <a:lnTo>
                    <a:pt x="0" y="3951"/>
                  </a:lnTo>
                  <a:lnTo>
                    <a:pt x="21" y="4613"/>
                  </a:lnTo>
                  <a:lnTo>
                    <a:pt x="61" y="5255"/>
                  </a:lnTo>
                  <a:lnTo>
                    <a:pt x="121" y="5917"/>
                  </a:lnTo>
                  <a:lnTo>
                    <a:pt x="201" y="6558"/>
                  </a:lnTo>
                  <a:lnTo>
                    <a:pt x="301" y="7200"/>
                  </a:lnTo>
                  <a:lnTo>
                    <a:pt x="462" y="7822"/>
                  </a:lnTo>
                  <a:lnTo>
                    <a:pt x="642" y="8403"/>
                  </a:lnTo>
                  <a:lnTo>
                    <a:pt x="742" y="8704"/>
                  </a:lnTo>
                  <a:lnTo>
                    <a:pt x="843" y="8965"/>
                  </a:lnTo>
                  <a:lnTo>
                    <a:pt x="983" y="9246"/>
                  </a:lnTo>
                  <a:lnTo>
                    <a:pt x="1103" y="9506"/>
                  </a:lnTo>
                  <a:lnTo>
                    <a:pt x="1264" y="9747"/>
                  </a:lnTo>
                  <a:lnTo>
                    <a:pt x="1424" y="9988"/>
                  </a:lnTo>
                  <a:lnTo>
                    <a:pt x="1585" y="10228"/>
                  </a:lnTo>
                  <a:lnTo>
                    <a:pt x="1765" y="10449"/>
                  </a:lnTo>
                  <a:lnTo>
                    <a:pt x="1966" y="10649"/>
                  </a:lnTo>
                  <a:lnTo>
                    <a:pt x="2166" y="10850"/>
                  </a:lnTo>
                  <a:lnTo>
                    <a:pt x="2407" y="11010"/>
                  </a:lnTo>
                  <a:lnTo>
                    <a:pt x="2628" y="11191"/>
                  </a:lnTo>
                  <a:lnTo>
                    <a:pt x="2888" y="11331"/>
                  </a:lnTo>
                  <a:lnTo>
                    <a:pt x="3129" y="11472"/>
                  </a:lnTo>
                  <a:lnTo>
                    <a:pt x="3410" y="11592"/>
                  </a:lnTo>
                  <a:lnTo>
                    <a:pt x="3690" y="11712"/>
                  </a:lnTo>
                  <a:lnTo>
                    <a:pt x="3971" y="11813"/>
                  </a:lnTo>
                  <a:lnTo>
                    <a:pt x="4252" y="11913"/>
                  </a:lnTo>
                  <a:lnTo>
                    <a:pt x="4854" y="12073"/>
                  </a:lnTo>
                  <a:lnTo>
                    <a:pt x="5475" y="12194"/>
                  </a:lnTo>
                  <a:lnTo>
                    <a:pt x="6117" y="12274"/>
                  </a:lnTo>
                  <a:lnTo>
                    <a:pt x="6779" y="12334"/>
                  </a:lnTo>
                  <a:lnTo>
                    <a:pt x="7421" y="12374"/>
                  </a:lnTo>
                  <a:lnTo>
                    <a:pt x="8704" y="12374"/>
                  </a:lnTo>
                  <a:lnTo>
                    <a:pt x="9326" y="12354"/>
                  </a:lnTo>
                  <a:lnTo>
                    <a:pt x="9927" y="12314"/>
                  </a:lnTo>
                  <a:lnTo>
                    <a:pt x="11030" y="12234"/>
                  </a:lnTo>
                  <a:lnTo>
                    <a:pt x="11211" y="12194"/>
                  </a:lnTo>
                  <a:lnTo>
                    <a:pt x="11351" y="12154"/>
                  </a:lnTo>
                  <a:lnTo>
                    <a:pt x="11512" y="12053"/>
                  </a:lnTo>
                  <a:lnTo>
                    <a:pt x="11652" y="11953"/>
                  </a:lnTo>
                  <a:lnTo>
                    <a:pt x="11752" y="11813"/>
                  </a:lnTo>
                  <a:lnTo>
                    <a:pt x="11853" y="11672"/>
                  </a:lnTo>
                  <a:lnTo>
                    <a:pt x="11913" y="11512"/>
                  </a:lnTo>
                  <a:lnTo>
                    <a:pt x="11953" y="11351"/>
                  </a:lnTo>
                  <a:lnTo>
                    <a:pt x="11973" y="11191"/>
                  </a:lnTo>
                  <a:lnTo>
                    <a:pt x="11953" y="11030"/>
                  </a:lnTo>
                  <a:lnTo>
                    <a:pt x="11913" y="10870"/>
                  </a:lnTo>
                  <a:lnTo>
                    <a:pt x="11873" y="10710"/>
                  </a:lnTo>
                  <a:lnTo>
                    <a:pt x="11792" y="10589"/>
                  </a:lnTo>
                  <a:lnTo>
                    <a:pt x="11672" y="10469"/>
                  </a:lnTo>
                  <a:lnTo>
                    <a:pt x="11552" y="10369"/>
                  </a:lnTo>
                  <a:lnTo>
                    <a:pt x="11391" y="10309"/>
                  </a:lnTo>
                  <a:lnTo>
                    <a:pt x="11231" y="10268"/>
                  </a:lnTo>
                  <a:lnTo>
                    <a:pt x="11030" y="10268"/>
                  </a:lnTo>
                  <a:lnTo>
                    <a:pt x="10128" y="10349"/>
                  </a:lnTo>
                  <a:lnTo>
                    <a:pt x="9085" y="10409"/>
                  </a:lnTo>
                  <a:lnTo>
                    <a:pt x="8544" y="10429"/>
                  </a:lnTo>
                  <a:lnTo>
                    <a:pt x="7982" y="10449"/>
                  </a:lnTo>
                  <a:lnTo>
                    <a:pt x="7421" y="10429"/>
                  </a:lnTo>
                  <a:lnTo>
                    <a:pt x="6839" y="10409"/>
                  </a:lnTo>
                  <a:lnTo>
                    <a:pt x="6278" y="10349"/>
                  </a:lnTo>
                  <a:lnTo>
                    <a:pt x="5736" y="10288"/>
                  </a:lnTo>
                  <a:lnTo>
                    <a:pt x="5215" y="10168"/>
                  </a:lnTo>
                  <a:lnTo>
                    <a:pt x="4713" y="10028"/>
                  </a:lnTo>
                  <a:lnTo>
                    <a:pt x="4473" y="9948"/>
                  </a:lnTo>
                  <a:lnTo>
                    <a:pt x="4252" y="9847"/>
                  </a:lnTo>
                  <a:lnTo>
                    <a:pt x="4031" y="9727"/>
                  </a:lnTo>
                  <a:lnTo>
                    <a:pt x="3831" y="9627"/>
                  </a:lnTo>
                  <a:lnTo>
                    <a:pt x="3630" y="9486"/>
                  </a:lnTo>
                  <a:lnTo>
                    <a:pt x="3470" y="9346"/>
                  </a:lnTo>
                  <a:lnTo>
                    <a:pt x="3289" y="9185"/>
                  </a:lnTo>
                  <a:lnTo>
                    <a:pt x="3149" y="9025"/>
                  </a:lnTo>
                  <a:lnTo>
                    <a:pt x="3009" y="8845"/>
                  </a:lnTo>
                  <a:lnTo>
                    <a:pt x="2888" y="8644"/>
                  </a:lnTo>
                  <a:lnTo>
                    <a:pt x="2768" y="8443"/>
                  </a:lnTo>
                  <a:lnTo>
                    <a:pt x="2648" y="8243"/>
                  </a:lnTo>
                  <a:lnTo>
                    <a:pt x="2467" y="7782"/>
                  </a:lnTo>
                  <a:lnTo>
                    <a:pt x="2307" y="7300"/>
                  </a:lnTo>
                  <a:lnTo>
                    <a:pt x="2186" y="6779"/>
                  </a:lnTo>
                  <a:lnTo>
                    <a:pt x="2086" y="6257"/>
                  </a:lnTo>
                  <a:lnTo>
                    <a:pt x="2026" y="5696"/>
                  </a:lnTo>
                  <a:lnTo>
                    <a:pt x="1966" y="5154"/>
                  </a:lnTo>
                  <a:lnTo>
                    <a:pt x="1946" y="4593"/>
                  </a:lnTo>
                  <a:lnTo>
                    <a:pt x="1926" y="4031"/>
                  </a:lnTo>
                  <a:lnTo>
                    <a:pt x="1946" y="2928"/>
                  </a:lnTo>
                  <a:lnTo>
                    <a:pt x="1986" y="1886"/>
                  </a:lnTo>
                  <a:lnTo>
                    <a:pt x="2026" y="963"/>
                  </a:lnTo>
                  <a:lnTo>
                    <a:pt x="2026" y="763"/>
                  </a:lnTo>
                  <a:lnTo>
                    <a:pt x="1986" y="602"/>
                  </a:lnTo>
                  <a:lnTo>
                    <a:pt x="1926" y="462"/>
                  </a:lnTo>
                  <a:lnTo>
                    <a:pt x="1845" y="341"/>
                  </a:lnTo>
                  <a:lnTo>
                    <a:pt x="1745" y="241"/>
                  </a:lnTo>
                  <a:lnTo>
                    <a:pt x="1625" y="141"/>
                  </a:lnTo>
                  <a:lnTo>
                    <a:pt x="1505" y="81"/>
                  </a:lnTo>
                  <a:lnTo>
                    <a:pt x="1364" y="41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3" name="Google Shape;8983;p45"/>
            <p:cNvSpPr/>
            <p:nvPr/>
          </p:nvSpPr>
          <p:spPr>
            <a:xfrm>
              <a:off x="9851350" y="3122938"/>
              <a:ext cx="299325" cy="309375"/>
            </a:xfrm>
            <a:custGeom>
              <a:avLst/>
              <a:gdLst/>
              <a:ahLst/>
              <a:cxnLst/>
              <a:rect l="l" t="t" r="r" b="b"/>
              <a:pathLst>
                <a:path w="11973" h="12375" fill="none" extrusionOk="0">
                  <a:moveTo>
                    <a:pt x="11351" y="12154"/>
                  </a:moveTo>
                  <a:lnTo>
                    <a:pt x="11351" y="12154"/>
                  </a:lnTo>
                  <a:lnTo>
                    <a:pt x="11211" y="12194"/>
                  </a:lnTo>
                  <a:lnTo>
                    <a:pt x="11030" y="12234"/>
                  </a:lnTo>
                  <a:lnTo>
                    <a:pt x="11030" y="12234"/>
                  </a:lnTo>
                  <a:lnTo>
                    <a:pt x="9927" y="12314"/>
                  </a:lnTo>
                  <a:lnTo>
                    <a:pt x="9326" y="12354"/>
                  </a:lnTo>
                  <a:lnTo>
                    <a:pt x="8704" y="12374"/>
                  </a:lnTo>
                  <a:lnTo>
                    <a:pt x="8062" y="12374"/>
                  </a:lnTo>
                  <a:lnTo>
                    <a:pt x="7421" y="12374"/>
                  </a:lnTo>
                  <a:lnTo>
                    <a:pt x="6779" y="12334"/>
                  </a:lnTo>
                  <a:lnTo>
                    <a:pt x="6117" y="12274"/>
                  </a:lnTo>
                  <a:lnTo>
                    <a:pt x="5475" y="12194"/>
                  </a:lnTo>
                  <a:lnTo>
                    <a:pt x="4854" y="12073"/>
                  </a:lnTo>
                  <a:lnTo>
                    <a:pt x="4252" y="11913"/>
                  </a:lnTo>
                  <a:lnTo>
                    <a:pt x="3971" y="11813"/>
                  </a:lnTo>
                  <a:lnTo>
                    <a:pt x="3690" y="11712"/>
                  </a:lnTo>
                  <a:lnTo>
                    <a:pt x="3410" y="11592"/>
                  </a:lnTo>
                  <a:lnTo>
                    <a:pt x="3129" y="11472"/>
                  </a:lnTo>
                  <a:lnTo>
                    <a:pt x="2888" y="11331"/>
                  </a:lnTo>
                  <a:lnTo>
                    <a:pt x="2628" y="11191"/>
                  </a:lnTo>
                  <a:lnTo>
                    <a:pt x="2407" y="11010"/>
                  </a:lnTo>
                  <a:lnTo>
                    <a:pt x="2166" y="10850"/>
                  </a:lnTo>
                  <a:lnTo>
                    <a:pt x="1966" y="10649"/>
                  </a:lnTo>
                  <a:lnTo>
                    <a:pt x="1765" y="10449"/>
                  </a:lnTo>
                  <a:lnTo>
                    <a:pt x="1765" y="10449"/>
                  </a:lnTo>
                  <a:lnTo>
                    <a:pt x="1585" y="10228"/>
                  </a:lnTo>
                  <a:lnTo>
                    <a:pt x="1424" y="9988"/>
                  </a:lnTo>
                  <a:lnTo>
                    <a:pt x="1264" y="9747"/>
                  </a:lnTo>
                  <a:lnTo>
                    <a:pt x="1103" y="9506"/>
                  </a:lnTo>
                  <a:lnTo>
                    <a:pt x="983" y="9246"/>
                  </a:lnTo>
                  <a:lnTo>
                    <a:pt x="843" y="8965"/>
                  </a:lnTo>
                  <a:lnTo>
                    <a:pt x="742" y="8704"/>
                  </a:lnTo>
                  <a:lnTo>
                    <a:pt x="642" y="8403"/>
                  </a:lnTo>
                  <a:lnTo>
                    <a:pt x="462" y="7822"/>
                  </a:lnTo>
                  <a:lnTo>
                    <a:pt x="301" y="7200"/>
                  </a:lnTo>
                  <a:lnTo>
                    <a:pt x="201" y="6558"/>
                  </a:lnTo>
                  <a:lnTo>
                    <a:pt x="121" y="5917"/>
                  </a:lnTo>
                  <a:lnTo>
                    <a:pt x="61" y="5255"/>
                  </a:lnTo>
                  <a:lnTo>
                    <a:pt x="21" y="4613"/>
                  </a:lnTo>
                  <a:lnTo>
                    <a:pt x="0" y="3951"/>
                  </a:lnTo>
                  <a:lnTo>
                    <a:pt x="0" y="3309"/>
                  </a:lnTo>
                  <a:lnTo>
                    <a:pt x="21" y="2086"/>
                  </a:lnTo>
                  <a:lnTo>
                    <a:pt x="61" y="963"/>
                  </a:lnTo>
                  <a:lnTo>
                    <a:pt x="61" y="963"/>
                  </a:lnTo>
                  <a:lnTo>
                    <a:pt x="81" y="823"/>
                  </a:lnTo>
                  <a:lnTo>
                    <a:pt x="101" y="702"/>
                  </a:lnTo>
                  <a:lnTo>
                    <a:pt x="141" y="582"/>
                  </a:lnTo>
                  <a:lnTo>
                    <a:pt x="201" y="482"/>
                  </a:lnTo>
                  <a:lnTo>
                    <a:pt x="261" y="382"/>
                  </a:lnTo>
                  <a:lnTo>
                    <a:pt x="341" y="301"/>
                  </a:lnTo>
                  <a:lnTo>
                    <a:pt x="422" y="221"/>
                  </a:lnTo>
                  <a:lnTo>
                    <a:pt x="522" y="161"/>
                  </a:lnTo>
                  <a:lnTo>
                    <a:pt x="722" y="81"/>
                  </a:lnTo>
                  <a:lnTo>
                    <a:pt x="923" y="21"/>
                  </a:lnTo>
                  <a:lnTo>
                    <a:pt x="1144" y="0"/>
                  </a:lnTo>
                  <a:lnTo>
                    <a:pt x="1364" y="41"/>
                  </a:lnTo>
                  <a:lnTo>
                    <a:pt x="1364" y="41"/>
                  </a:lnTo>
                  <a:lnTo>
                    <a:pt x="1505" y="81"/>
                  </a:lnTo>
                  <a:lnTo>
                    <a:pt x="1625" y="141"/>
                  </a:lnTo>
                  <a:lnTo>
                    <a:pt x="1745" y="241"/>
                  </a:lnTo>
                  <a:lnTo>
                    <a:pt x="1845" y="341"/>
                  </a:lnTo>
                  <a:lnTo>
                    <a:pt x="1926" y="462"/>
                  </a:lnTo>
                  <a:lnTo>
                    <a:pt x="1986" y="602"/>
                  </a:lnTo>
                  <a:lnTo>
                    <a:pt x="2026" y="763"/>
                  </a:lnTo>
                  <a:lnTo>
                    <a:pt x="2026" y="963"/>
                  </a:lnTo>
                  <a:lnTo>
                    <a:pt x="2026" y="963"/>
                  </a:lnTo>
                  <a:lnTo>
                    <a:pt x="1986" y="1886"/>
                  </a:lnTo>
                  <a:lnTo>
                    <a:pt x="1946" y="2928"/>
                  </a:lnTo>
                  <a:lnTo>
                    <a:pt x="1926" y="4031"/>
                  </a:lnTo>
                  <a:lnTo>
                    <a:pt x="1946" y="4593"/>
                  </a:lnTo>
                  <a:lnTo>
                    <a:pt x="1966" y="5154"/>
                  </a:lnTo>
                  <a:lnTo>
                    <a:pt x="2026" y="5696"/>
                  </a:lnTo>
                  <a:lnTo>
                    <a:pt x="2086" y="6257"/>
                  </a:lnTo>
                  <a:lnTo>
                    <a:pt x="2186" y="6779"/>
                  </a:lnTo>
                  <a:lnTo>
                    <a:pt x="2307" y="7300"/>
                  </a:lnTo>
                  <a:lnTo>
                    <a:pt x="2467" y="7782"/>
                  </a:lnTo>
                  <a:lnTo>
                    <a:pt x="2648" y="8243"/>
                  </a:lnTo>
                  <a:lnTo>
                    <a:pt x="2768" y="8443"/>
                  </a:lnTo>
                  <a:lnTo>
                    <a:pt x="2888" y="8644"/>
                  </a:lnTo>
                  <a:lnTo>
                    <a:pt x="3009" y="8845"/>
                  </a:lnTo>
                  <a:lnTo>
                    <a:pt x="3149" y="9025"/>
                  </a:lnTo>
                  <a:lnTo>
                    <a:pt x="3149" y="9025"/>
                  </a:lnTo>
                  <a:lnTo>
                    <a:pt x="3289" y="9185"/>
                  </a:lnTo>
                  <a:lnTo>
                    <a:pt x="3470" y="9346"/>
                  </a:lnTo>
                  <a:lnTo>
                    <a:pt x="3630" y="9486"/>
                  </a:lnTo>
                  <a:lnTo>
                    <a:pt x="3831" y="9627"/>
                  </a:lnTo>
                  <a:lnTo>
                    <a:pt x="4031" y="9727"/>
                  </a:lnTo>
                  <a:lnTo>
                    <a:pt x="4252" y="9847"/>
                  </a:lnTo>
                  <a:lnTo>
                    <a:pt x="4473" y="9948"/>
                  </a:lnTo>
                  <a:lnTo>
                    <a:pt x="4713" y="10028"/>
                  </a:lnTo>
                  <a:lnTo>
                    <a:pt x="5215" y="10168"/>
                  </a:lnTo>
                  <a:lnTo>
                    <a:pt x="5736" y="10288"/>
                  </a:lnTo>
                  <a:lnTo>
                    <a:pt x="6278" y="10349"/>
                  </a:lnTo>
                  <a:lnTo>
                    <a:pt x="6839" y="10409"/>
                  </a:lnTo>
                  <a:lnTo>
                    <a:pt x="7421" y="10429"/>
                  </a:lnTo>
                  <a:lnTo>
                    <a:pt x="7982" y="10449"/>
                  </a:lnTo>
                  <a:lnTo>
                    <a:pt x="8544" y="10429"/>
                  </a:lnTo>
                  <a:lnTo>
                    <a:pt x="9085" y="10409"/>
                  </a:lnTo>
                  <a:lnTo>
                    <a:pt x="10128" y="10349"/>
                  </a:lnTo>
                  <a:lnTo>
                    <a:pt x="11030" y="10268"/>
                  </a:lnTo>
                  <a:lnTo>
                    <a:pt x="11030" y="10268"/>
                  </a:lnTo>
                  <a:lnTo>
                    <a:pt x="11231" y="10268"/>
                  </a:lnTo>
                  <a:lnTo>
                    <a:pt x="11391" y="10309"/>
                  </a:lnTo>
                  <a:lnTo>
                    <a:pt x="11552" y="10369"/>
                  </a:lnTo>
                  <a:lnTo>
                    <a:pt x="11672" y="10469"/>
                  </a:lnTo>
                  <a:lnTo>
                    <a:pt x="11792" y="10589"/>
                  </a:lnTo>
                  <a:lnTo>
                    <a:pt x="11873" y="10710"/>
                  </a:lnTo>
                  <a:lnTo>
                    <a:pt x="11913" y="10870"/>
                  </a:lnTo>
                  <a:lnTo>
                    <a:pt x="11953" y="11030"/>
                  </a:lnTo>
                  <a:lnTo>
                    <a:pt x="11973" y="11191"/>
                  </a:lnTo>
                  <a:lnTo>
                    <a:pt x="11953" y="11351"/>
                  </a:lnTo>
                  <a:lnTo>
                    <a:pt x="11913" y="11512"/>
                  </a:lnTo>
                  <a:lnTo>
                    <a:pt x="11853" y="11672"/>
                  </a:lnTo>
                  <a:lnTo>
                    <a:pt x="11752" y="11813"/>
                  </a:lnTo>
                  <a:lnTo>
                    <a:pt x="11652" y="11953"/>
                  </a:lnTo>
                  <a:lnTo>
                    <a:pt x="11512" y="12053"/>
                  </a:lnTo>
                  <a:lnTo>
                    <a:pt x="11351" y="121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4" name="Google Shape;8984;p45"/>
            <p:cNvSpPr/>
            <p:nvPr/>
          </p:nvSpPr>
          <p:spPr>
            <a:xfrm>
              <a:off x="9851350" y="3162038"/>
              <a:ext cx="200575" cy="270275"/>
            </a:xfrm>
            <a:custGeom>
              <a:avLst/>
              <a:gdLst/>
              <a:ahLst/>
              <a:cxnLst/>
              <a:rect l="l" t="t" r="r" b="b"/>
              <a:pathLst>
                <a:path w="8023" h="10811" extrusionOk="0">
                  <a:moveTo>
                    <a:pt x="41" y="1"/>
                  </a:moveTo>
                  <a:lnTo>
                    <a:pt x="0" y="923"/>
                  </a:lnTo>
                  <a:lnTo>
                    <a:pt x="0" y="1906"/>
                  </a:lnTo>
                  <a:lnTo>
                    <a:pt x="0" y="2869"/>
                  </a:lnTo>
                  <a:lnTo>
                    <a:pt x="61" y="3831"/>
                  </a:lnTo>
                  <a:lnTo>
                    <a:pt x="101" y="4292"/>
                  </a:lnTo>
                  <a:lnTo>
                    <a:pt x="161" y="4774"/>
                  </a:lnTo>
                  <a:lnTo>
                    <a:pt x="241" y="5255"/>
                  </a:lnTo>
                  <a:lnTo>
                    <a:pt x="321" y="5716"/>
                  </a:lnTo>
                  <a:lnTo>
                    <a:pt x="422" y="6157"/>
                  </a:lnTo>
                  <a:lnTo>
                    <a:pt x="562" y="6599"/>
                  </a:lnTo>
                  <a:lnTo>
                    <a:pt x="702" y="7040"/>
                  </a:lnTo>
                  <a:lnTo>
                    <a:pt x="863" y="7441"/>
                  </a:lnTo>
                  <a:lnTo>
                    <a:pt x="1063" y="7842"/>
                  </a:lnTo>
                  <a:lnTo>
                    <a:pt x="1264" y="8203"/>
                  </a:lnTo>
                  <a:lnTo>
                    <a:pt x="1505" y="8564"/>
                  </a:lnTo>
                  <a:lnTo>
                    <a:pt x="1765" y="8885"/>
                  </a:lnTo>
                  <a:lnTo>
                    <a:pt x="2046" y="9166"/>
                  </a:lnTo>
                  <a:lnTo>
                    <a:pt x="2327" y="9406"/>
                  </a:lnTo>
                  <a:lnTo>
                    <a:pt x="2648" y="9627"/>
                  </a:lnTo>
                  <a:lnTo>
                    <a:pt x="2989" y="9827"/>
                  </a:lnTo>
                  <a:lnTo>
                    <a:pt x="3350" y="10008"/>
                  </a:lnTo>
                  <a:lnTo>
                    <a:pt x="3731" y="10168"/>
                  </a:lnTo>
                  <a:lnTo>
                    <a:pt x="4132" y="10309"/>
                  </a:lnTo>
                  <a:lnTo>
                    <a:pt x="4533" y="10429"/>
                  </a:lnTo>
                  <a:lnTo>
                    <a:pt x="4954" y="10529"/>
                  </a:lnTo>
                  <a:lnTo>
                    <a:pt x="5375" y="10610"/>
                  </a:lnTo>
                  <a:lnTo>
                    <a:pt x="5816" y="10670"/>
                  </a:lnTo>
                  <a:lnTo>
                    <a:pt x="6257" y="10730"/>
                  </a:lnTo>
                  <a:lnTo>
                    <a:pt x="6699" y="10770"/>
                  </a:lnTo>
                  <a:lnTo>
                    <a:pt x="7140" y="10790"/>
                  </a:lnTo>
                  <a:lnTo>
                    <a:pt x="8022" y="10810"/>
                  </a:lnTo>
                  <a:lnTo>
                    <a:pt x="8022" y="10810"/>
                  </a:lnTo>
                  <a:lnTo>
                    <a:pt x="8002" y="10549"/>
                  </a:lnTo>
                  <a:lnTo>
                    <a:pt x="8002" y="10409"/>
                  </a:lnTo>
                  <a:lnTo>
                    <a:pt x="7240" y="10329"/>
                  </a:lnTo>
                  <a:lnTo>
                    <a:pt x="6458" y="10208"/>
                  </a:lnTo>
                  <a:lnTo>
                    <a:pt x="6097" y="10128"/>
                  </a:lnTo>
                  <a:lnTo>
                    <a:pt x="5716" y="10028"/>
                  </a:lnTo>
                  <a:lnTo>
                    <a:pt x="5355" y="9928"/>
                  </a:lnTo>
                  <a:lnTo>
                    <a:pt x="4994" y="9807"/>
                  </a:lnTo>
                  <a:lnTo>
                    <a:pt x="4653" y="9687"/>
                  </a:lnTo>
                  <a:lnTo>
                    <a:pt x="4312" y="9527"/>
                  </a:lnTo>
                  <a:lnTo>
                    <a:pt x="3971" y="9366"/>
                  </a:lnTo>
                  <a:lnTo>
                    <a:pt x="3650" y="9166"/>
                  </a:lnTo>
                  <a:lnTo>
                    <a:pt x="3350" y="8965"/>
                  </a:lnTo>
                  <a:lnTo>
                    <a:pt x="3049" y="8745"/>
                  </a:lnTo>
                  <a:lnTo>
                    <a:pt x="2768" y="8484"/>
                  </a:lnTo>
                  <a:lnTo>
                    <a:pt x="2507" y="8203"/>
                  </a:lnTo>
                  <a:lnTo>
                    <a:pt x="2287" y="7942"/>
                  </a:lnTo>
                  <a:lnTo>
                    <a:pt x="2106" y="7682"/>
                  </a:lnTo>
                  <a:lnTo>
                    <a:pt x="1946" y="7401"/>
                  </a:lnTo>
                  <a:lnTo>
                    <a:pt x="1805" y="7120"/>
                  </a:lnTo>
                  <a:lnTo>
                    <a:pt x="1685" y="6819"/>
                  </a:lnTo>
                  <a:lnTo>
                    <a:pt x="1585" y="6518"/>
                  </a:lnTo>
                  <a:lnTo>
                    <a:pt x="1505" y="6218"/>
                  </a:lnTo>
                  <a:lnTo>
                    <a:pt x="1444" y="5917"/>
                  </a:lnTo>
                  <a:lnTo>
                    <a:pt x="1384" y="5596"/>
                  </a:lnTo>
                  <a:lnTo>
                    <a:pt x="1344" y="5275"/>
                  </a:lnTo>
                  <a:lnTo>
                    <a:pt x="1304" y="4633"/>
                  </a:lnTo>
                  <a:lnTo>
                    <a:pt x="1284" y="3992"/>
                  </a:lnTo>
                  <a:lnTo>
                    <a:pt x="1284" y="3330"/>
                  </a:lnTo>
                  <a:lnTo>
                    <a:pt x="1264" y="1685"/>
                  </a:lnTo>
                  <a:lnTo>
                    <a:pt x="1304" y="41"/>
                  </a:lnTo>
                  <a:lnTo>
                    <a:pt x="522" y="41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5" name="Google Shape;8985;p45"/>
            <p:cNvSpPr/>
            <p:nvPr/>
          </p:nvSpPr>
          <p:spPr>
            <a:xfrm>
              <a:off x="9851350" y="3162038"/>
              <a:ext cx="200575" cy="270275"/>
            </a:xfrm>
            <a:custGeom>
              <a:avLst/>
              <a:gdLst/>
              <a:ahLst/>
              <a:cxnLst/>
              <a:rect l="l" t="t" r="r" b="b"/>
              <a:pathLst>
                <a:path w="8023" h="10811" fill="none" extrusionOk="0">
                  <a:moveTo>
                    <a:pt x="41" y="1"/>
                  </a:moveTo>
                  <a:lnTo>
                    <a:pt x="41" y="1"/>
                  </a:lnTo>
                  <a:lnTo>
                    <a:pt x="0" y="923"/>
                  </a:lnTo>
                  <a:lnTo>
                    <a:pt x="0" y="1906"/>
                  </a:lnTo>
                  <a:lnTo>
                    <a:pt x="0" y="1906"/>
                  </a:lnTo>
                  <a:lnTo>
                    <a:pt x="0" y="2869"/>
                  </a:lnTo>
                  <a:lnTo>
                    <a:pt x="61" y="3831"/>
                  </a:lnTo>
                  <a:lnTo>
                    <a:pt x="101" y="4292"/>
                  </a:lnTo>
                  <a:lnTo>
                    <a:pt x="161" y="4774"/>
                  </a:lnTo>
                  <a:lnTo>
                    <a:pt x="241" y="5255"/>
                  </a:lnTo>
                  <a:lnTo>
                    <a:pt x="321" y="5716"/>
                  </a:lnTo>
                  <a:lnTo>
                    <a:pt x="422" y="6157"/>
                  </a:lnTo>
                  <a:lnTo>
                    <a:pt x="562" y="6599"/>
                  </a:lnTo>
                  <a:lnTo>
                    <a:pt x="702" y="7040"/>
                  </a:lnTo>
                  <a:lnTo>
                    <a:pt x="863" y="7441"/>
                  </a:lnTo>
                  <a:lnTo>
                    <a:pt x="1063" y="7842"/>
                  </a:lnTo>
                  <a:lnTo>
                    <a:pt x="1264" y="8203"/>
                  </a:lnTo>
                  <a:lnTo>
                    <a:pt x="1505" y="8564"/>
                  </a:lnTo>
                  <a:lnTo>
                    <a:pt x="1765" y="8885"/>
                  </a:lnTo>
                  <a:lnTo>
                    <a:pt x="1765" y="8885"/>
                  </a:lnTo>
                  <a:lnTo>
                    <a:pt x="2046" y="9166"/>
                  </a:lnTo>
                  <a:lnTo>
                    <a:pt x="2327" y="9406"/>
                  </a:lnTo>
                  <a:lnTo>
                    <a:pt x="2648" y="9627"/>
                  </a:lnTo>
                  <a:lnTo>
                    <a:pt x="2989" y="9827"/>
                  </a:lnTo>
                  <a:lnTo>
                    <a:pt x="3350" y="10008"/>
                  </a:lnTo>
                  <a:lnTo>
                    <a:pt x="3731" y="10168"/>
                  </a:lnTo>
                  <a:lnTo>
                    <a:pt x="4132" y="10309"/>
                  </a:lnTo>
                  <a:lnTo>
                    <a:pt x="4533" y="10429"/>
                  </a:lnTo>
                  <a:lnTo>
                    <a:pt x="4954" y="10529"/>
                  </a:lnTo>
                  <a:lnTo>
                    <a:pt x="5375" y="10610"/>
                  </a:lnTo>
                  <a:lnTo>
                    <a:pt x="5816" y="10670"/>
                  </a:lnTo>
                  <a:lnTo>
                    <a:pt x="6257" y="10730"/>
                  </a:lnTo>
                  <a:lnTo>
                    <a:pt x="6699" y="10770"/>
                  </a:lnTo>
                  <a:lnTo>
                    <a:pt x="7140" y="10790"/>
                  </a:lnTo>
                  <a:lnTo>
                    <a:pt x="8022" y="10810"/>
                  </a:lnTo>
                  <a:lnTo>
                    <a:pt x="8022" y="10810"/>
                  </a:lnTo>
                  <a:lnTo>
                    <a:pt x="8002" y="10549"/>
                  </a:lnTo>
                  <a:lnTo>
                    <a:pt x="8002" y="10409"/>
                  </a:lnTo>
                  <a:lnTo>
                    <a:pt x="8002" y="10409"/>
                  </a:lnTo>
                  <a:lnTo>
                    <a:pt x="7240" y="10329"/>
                  </a:lnTo>
                  <a:lnTo>
                    <a:pt x="6458" y="10208"/>
                  </a:lnTo>
                  <a:lnTo>
                    <a:pt x="6097" y="10128"/>
                  </a:lnTo>
                  <a:lnTo>
                    <a:pt x="5716" y="10028"/>
                  </a:lnTo>
                  <a:lnTo>
                    <a:pt x="5355" y="9928"/>
                  </a:lnTo>
                  <a:lnTo>
                    <a:pt x="4994" y="9807"/>
                  </a:lnTo>
                  <a:lnTo>
                    <a:pt x="4653" y="9687"/>
                  </a:lnTo>
                  <a:lnTo>
                    <a:pt x="4312" y="9527"/>
                  </a:lnTo>
                  <a:lnTo>
                    <a:pt x="3971" y="9366"/>
                  </a:lnTo>
                  <a:lnTo>
                    <a:pt x="3650" y="9166"/>
                  </a:lnTo>
                  <a:lnTo>
                    <a:pt x="3350" y="8965"/>
                  </a:lnTo>
                  <a:lnTo>
                    <a:pt x="3049" y="8745"/>
                  </a:lnTo>
                  <a:lnTo>
                    <a:pt x="2768" y="8484"/>
                  </a:lnTo>
                  <a:lnTo>
                    <a:pt x="2507" y="8203"/>
                  </a:lnTo>
                  <a:lnTo>
                    <a:pt x="2507" y="8203"/>
                  </a:lnTo>
                  <a:lnTo>
                    <a:pt x="2287" y="7942"/>
                  </a:lnTo>
                  <a:lnTo>
                    <a:pt x="2106" y="7682"/>
                  </a:lnTo>
                  <a:lnTo>
                    <a:pt x="1946" y="7401"/>
                  </a:lnTo>
                  <a:lnTo>
                    <a:pt x="1805" y="7120"/>
                  </a:lnTo>
                  <a:lnTo>
                    <a:pt x="1685" y="6819"/>
                  </a:lnTo>
                  <a:lnTo>
                    <a:pt x="1585" y="6518"/>
                  </a:lnTo>
                  <a:lnTo>
                    <a:pt x="1505" y="6218"/>
                  </a:lnTo>
                  <a:lnTo>
                    <a:pt x="1444" y="5917"/>
                  </a:lnTo>
                  <a:lnTo>
                    <a:pt x="1384" y="5596"/>
                  </a:lnTo>
                  <a:lnTo>
                    <a:pt x="1344" y="5275"/>
                  </a:lnTo>
                  <a:lnTo>
                    <a:pt x="1304" y="4633"/>
                  </a:lnTo>
                  <a:lnTo>
                    <a:pt x="1284" y="3992"/>
                  </a:lnTo>
                  <a:lnTo>
                    <a:pt x="1284" y="3330"/>
                  </a:lnTo>
                  <a:lnTo>
                    <a:pt x="1284" y="3330"/>
                  </a:lnTo>
                  <a:lnTo>
                    <a:pt x="1264" y="1685"/>
                  </a:lnTo>
                  <a:lnTo>
                    <a:pt x="1304" y="41"/>
                  </a:lnTo>
                  <a:lnTo>
                    <a:pt x="1304" y="41"/>
                  </a:lnTo>
                  <a:lnTo>
                    <a:pt x="1144" y="41"/>
                  </a:lnTo>
                  <a:lnTo>
                    <a:pt x="1144" y="41"/>
                  </a:lnTo>
                  <a:lnTo>
                    <a:pt x="1023" y="41"/>
                  </a:lnTo>
                  <a:lnTo>
                    <a:pt x="1023" y="41"/>
                  </a:lnTo>
                  <a:lnTo>
                    <a:pt x="903" y="41"/>
                  </a:lnTo>
                  <a:lnTo>
                    <a:pt x="903" y="41"/>
                  </a:lnTo>
                  <a:lnTo>
                    <a:pt x="522" y="41"/>
                  </a:lnTo>
                  <a:lnTo>
                    <a:pt x="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6" name="Google Shape;8986;p45"/>
            <p:cNvSpPr/>
            <p:nvPr/>
          </p:nvSpPr>
          <p:spPr>
            <a:xfrm>
              <a:off x="9755600" y="3008638"/>
              <a:ext cx="242675" cy="154425"/>
            </a:xfrm>
            <a:custGeom>
              <a:avLst/>
              <a:gdLst/>
              <a:ahLst/>
              <a:cxnLst/>
              <a:rect l="l" t="t" r="r" b="b"/>
              <a:pathLst>
                <a:path w="9707" h="6177" extrusionOk="0">
                  <a:moveTo>
                    <a:pt x="140" y="0"/>
                  </a:moveTo>
                  <a:lnTo>
                    <a:pt x="120" y="120"/>
                  </a:lnTo>
                  <a:lnTo>
                    <a:pt x="60" y="461"/>
                  </a:lnTo>
                  <a:lnTo>
                    <a:pt x="0" y="963"/>
                  </a:lnTo>
                  <a:lnTo>
                    <a:pt x="0" y="1284"/>
                  </a:lnTo>
                  <a:lnTo>
                    <a:pt x="0" y="1604"/>
                  </a:lnTo>
                  <a:lnTo>
                    <a:pt x="0" y="1965"/>
                  </a:lnTo>
                  <a:lnTo>
                    <a:pt x="40" y="2326"/>
                  </a:lnTo>
                  <a:lnTo>
                    <a:pt x="100" y="2707"/>
                  </a:lnTo>
                  <a:lnTo>
                    <a:pt x="201" y="3088"/>
                  </a:lnTo>
                  <a:lnTo>
                    <a:pt x="321" y="3449"/>
                  </a:lnTo>
                  <a:lnTo>
                    <a:pt x="481" y="3830"/>
                  </a:lnTo>
                  <a:lnTo>
                    <a:pt x="682" y="4171"/>
                  </a:lnTo>
                  <a:lnTo>
                    <a:pt x="802" y="4352"/>
                  </a:lnTo>
                  <a:lnTo>
                    <a:pt x="923" y="4512"/>
                  </a:lnTo>
                  <a:lnTo>
                    <a:pt x="1203" y="4813"/>
                  </a:lnTo>
                  <a:lnTo>
                    <a:pt x="1484" y="5074"/>
                  </a:lnTo>
                  <a:lnTo>
                    <a:pt x="1765" y="5294"/>
                  </a:lnTo>
                  <a:lnTo>
                    <a:pt x="2046" y="5495"/>
                  </a:lnTo>
                  <a:lnTo>
                    <a:pt x="2346" y="5655"/>
                  </a:lnTo>
                  <a:lnTo>
                    <a:pt x="2627" y="5796"/>
                  </a:lnTo>
                  <a:lnTo>
                    <a:pt x="2908" y="5896"/>
                  </a:lnTo>
                  <a:lnTo>
                    <a:pt x="3169" y="5996"/>
                  </a:lnTo>
                  <a:lnTo>
                    <a:pt x="3429" y="6057"/>
                  </a:lnTo>
                  <a:lnTo>
                    <a:pt x="3690" y="6097"/>
                  </a:lnTo>
                  <a:lnTo>
                    <a:pt x="4151" y="6157"/>
                  </a:lnTo>
                  <a:lnTo>
                    <a:pt x="4552" y="6177"/>
                  </a:lnTo>
                  <a:lnTo>
                    <a:pt x="5154" y="6177"/>
                  </a:lnTo>
                  <a:lnTo>
                    <a:pt x="5555" y="6157"/>
                  </a:lnTo>
                  <a:lnTo>
                    <a:pt x="6016" y="6097"/>
                  </a:lnTo>
                  <a:lnTo>
                    <a:pt x="6277" y="6057"/>
                  </a:lnTo>
                  <a:lnTo>
                    <a:pt x="6538" y="5996"/>
                  </a:lnTo>
                  <a:lnTo>
                    <a:pt x="6799" y="5896"/>
                  </a:lnTo>
                  <a:lnTo>
                    <a:pt x="7079" y="5796"/>
                  </a:lnTo>
                  <a:lnTo>
                    <a:pt x="7360" y="5655"/>
                  </a:lnTo>
                  <a:lnTo>
                    <a:pt x="7661" y="5495"/>
                  </a:lnTo>
                  <a:lnTo>
                    <a:pt x="7942" y="5294"/>
                  </a:lnTo>
                  <a:lnTo>
                    <a:pt x="8222" y="5074"/>
                  </a:lnTo>
                  <a:lnTo>
                    <a:pt x="8503" y="4813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345" y="3550"/>
                  </a:lnTo>
                  <a:lnTo>
                    <a:pt x="9466" y="3209"/>
                  </a:lnTo>
                  <a:lnTo>
                    <a:pt x="9566" y="2868"/>
                  </a:lnTo>
                  <a:lnTo>
                    <a:pt x="9626" y="2547"/>
                  </a:lnTo>
                  <a:lnTo>
                    <a:pt x="9666" y="2206"/>
                  </a:lnTo>
                  <a:lnTo>
                    <a:pt x="9706" y="1905"/>
                  </a:lnTo>
                  <a:lnTo>
                    <a:pt x="9706" y="1584"/>
                  </a:lnTo>
                  <a:lnTo>
                    <a:pt x="9706" y="1304"/>
                  </a:lnTo>
                  <a:lnTo>
                    <a:pt x="9686" y="762"/>
                  </a:lnTo>
                  <a:lnTo>
                    <a:pt x="9626" y="361"/>
                  </a:lnTo>
                  <a:lnTo>
                    <a:pt x="9566" y="0"/>
                  </a:lnTo>
                  <a:lnTo>
                    <a:pt x="6879" y="0"/>
                  </a:lnTo>
                  <a:lnTo>
                    <a:pt x="6899" y="140"/>
                  </a:lnTo>
                  <a:lnTo>
                    <a:pt x="6939" y="501"/>
                  </a:lnTo>
                  <a:lnTo>
                    <a:pt x="6959" y="762"/>
                  </a:lnTo>
                  <a:lnTo>
                    <a:pt x="6959" y="1043"/>
                  </a:lnTo>
                  <a:lnTo>
                    <a:pt x="6919" y="1344"/>
                  </a:lnTo>
                  <a:lnTo>
                    <a:pt x="6879" y="1645"/>
                  </a:lnTo>
                  <a:lnTo>
                    <a:pt x="6799" y="1945"/>
                  </a:lnTo>
                  <a:lnTo>
                    <a:pt x="6678" y="2246"/>
                  </a:lnTo>
                  <a:lnTo>
                    <a:pt x="6598" y="2387"/>
                  </a:lnTo>
                  <a:lnTo>
                    <a:pt x="6518" y="2527"/>
                  </a:lnTo>
                  <a:lnTo>
                    <a:pt x="6417" y="2647"/>
                  </a:lnTo>
                  <a:lnTo>
                    <a:pt x="6297" y="2768"/>
                  </a:lnTo>
                  <a:lnTo>
                    <a:pt x="6177" y="2888"/>
                  </a:lnTo>
                  <a:lnTo>
                    <a:pt x="6036" y="2988"/>
                  </a:lnTo>
                  <a:lnTo>
                    <a:pt x="5876" y="3068"/>
                  </a:lnTo>
                  <a:lnTo>
                    <a:pt x="5716" y="3149"/>
                  </a:lnTo>
                  <a:lnTo>
                    <a:pt x="5515" y="3209"/>
                  </a:lnTo>
                  <a:lnTo>
                    <a:pt x="5314" y="3249"/>
                  </a:lnTo>
                  <a:lnTo>
                    <a:pt x="5094" y="3289"/>
                  </a:lnTo>
                  <a:lnTo>
                    <a:pt x="4613" y="3289"/>
                  </a:lnTo>
                  <a:lnTo>
                    <a:pt x="4392" y="3249"/>
                  </a:lnTo>
                  <a:lnTo>
                    <a:pt x="4191" y="3209"/>
                  </a:lnTo>
                  <a:lnTo>
                    <a:pt x="3991" y="3149"/>
                  </a:lnTo>
                  <a:lnTo>
                    <a:pt x="3830" y="3068"/>
                  </a:lnTo>
                  <a:lnTo>
                    <a:pt x="3670" y="2988"/>
                  </a:lnTo>
                  <a:lnTo>
                    <a:pt x="3530" y="2888"/>
                  </a:lnTo>
                  <a:lnTo>
                    <a:pt x="3409" y="2768"/>
                  </a:lnTo>
                  <a:lnTo>
                    <a:pt x="3289" y="2647"/>
                  </a:lnTo>
                  <a:lnTo>
                    <a:pt x="3189" y="2527"/>
                  </a:lnTo>
                  <a:lnTo>
                    <a:pt x="3108" y="2387"/>
                  </a:lnTo>
                  <a:lnTo>
                    <a:pt x="3028" y="2246"/>
                  </a:lnTo>
                  <a:lnTo>
                    <a:pt x="2908" y="1945"/>
                  </a:lnTo>
                  <a:lnTo>
                    <a:pt x="2828" y="1645"/>
                  </a:lnTo>
                  <a:lnTo>
                    <a:pt x="2788" y="1344"/>
                  </a:lnTo>
                  <a:lnTo>
                    <a:pt x="2748" y="1043"/>
                  </a:lnTo>
                  <a:lnTo>
                    <a:pt x="2748" y="762"/>
                  </a:lnTo>
                  <a:lnTo>
                    <a:pt x="2768" y="501"/>
                  </a:lnTo>
                  <a:lnTo>
                    <a:pt x="2788" y="140"/>
                  </a:lnTo>
                  <a:lnTo>
                    <a:pt x="2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7" name="Google Shape;8987;p45"/>
            <p:cNvSpPr/>
            <p:nvPr/>
          </p:nvSpPr>
          <p:spPr>
            <a:xfrm>
              <a:off x="9755600" y="3008638"/>
              <a:ext cx="242675" cy="154425"/>
            </a:xfrm>
            <a:custGeom>
              <a:avLst/>
              <a:gdLst/>
              <a:ahLst/>
              <a:cxnLst/>
              <a:rect l="l" t="t" r="r" b="b"/>
              <a:pathLst>
                <a:path w="9707" h="6177" fill="none" extrusionOk="0">
                  <a:moveTo>
                    <a:pt x="9205" y="3871"/>
                  </a:moveTo>
                  <a:lnTo>
                    <a:pt x="9205" y="3871"/>
                  </a:lnTo>
                  <a:lnTo>
                    <a:pt x="9005" y="4191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503" y="4813"/>
                  </a:lnTo>
                  <a:lnTo>
                    <a:pt x="8222" y="5074"/>
                  </a:lnTo>
                  <a:lnTo>
                    <a:pt x="7942" y="5294"/>
                  </a:lnTo>
                  <a:lnTo>
                    <a:pt x="7661" y="5495"/>
                  </a:lnTo>
                  <a:lnTo>
                    <a:pt x="7360" y="5655"/>
                  </a:lnTo>
                  <a:lnTo>
                    <a:pt x="7079" y="5796"/>
                  </a:lnTo>
                  <a:lnTo>
                    <a:pt x="6799" y="5896"/>
                  </a:lnTo>
                  <a:lnTo>
                    <a:pt x="6538" y="5996"/>
                  </a:lnTo>
                  <a:lnTo>
                    <a:pt x="6277" y="6057"/>
                  </a:lnTo>
                  <a:lnTo>
                    <a:pt x="6016" y="6097"/>
                  </a:lnTo>
                  <a:lnTo>
                    <a:pt x="5555" y="6157"/>
                  </a:lnTo>
                  <a:lnTo>
                    <a:pt x="5154" y="6177"/>
                  </a:lnTo>
                  <a:lnTo>
                    <a:pt x="4853" y="6177"/>
                  </a:lnTo>
                  <a:lnTo>
                    <a:pt x="4853" y="6177"/>
                  </a:lnTo>
                  <a:lnTo>
                    <a:pt x="4552" y="6177"/>
                  </a:lnTo>
                  <a:lnTo>
                    <a:pt x="4151" y="6157"/>
                  </a:lnTo>
                  <a:lnTo>
                    <a:pt x="3690" y="6097"/>
                  </a:lnTo>
                  <a:lnTo>
                    <a:pt x="3429" y="6057"/>
                  </a:lnTo>
                  <a:lnTo>
                    <a:pt x="3169" y="5996"/>
                  </a:lnTo>
                  <a:lnTo>
                    <a:pt x="2908" y="5896"/>
                  </a:lnTo>
                  <a:lnTo>
                    <a:pt x="2627" y="5796"/>
                  </a:lnTo>
                  <a:lnTo>
                    <a:pt x="2346" y="5655"/>
                  </a:lnTo>
                  <a:lnTo>
                    <a:pt x="2046" y="5495"/>
                  </a:lnTo>
                  <a:lnTo>
                    <a:pt x="1765" y="5294"/>
                  </a:lnTo>
                  <a:lnTo>
                    <a:pt x="1484" y="5074"/>
                  </a:lnTo>
                  <a:lnTo>
                    <a:pt x="1203" y="4813"/>
                  </a:lnTo>
                  <a:lnTo>
                    <a:pt x="923" y="4512"/>
                  </a:lnTo>
                  <a:lnTo>
                    <a:pt x="923" y="4512"/>
                  </a:lnTo>
                  <a:lnTo>
                    <a:pt x="802" y="4352"/>
                  </a:lnTo>
                  <a:lnTo>
                    <a:pt x="682" y="4171"/>
                  </a:lnTo>
                  <a:lnTo>
                    <a:pt x="481" y="3830"/>
                  </a:lnTo>
                  <a:lnTo>
                    <a:pt x="321" y="3449"/>
                  </a:lnTo>
                  <a:lnTo>
                    <a:pt x="201" y="3088"/>
                  </a:lnTo>
                  <a:lnTo>
                    <a:pt x="100" y="2707"/>
                  </a:lnTo>
                  <a:lnTo>
                    <a:pt x="40" y="2326"/>
                  </a:lnTo>
                  <a:lnTo>
                    <a:pt x="0" y="1965"/>
                  </a:lnTo>
                  <a:lnTo>
                    <a:pt x="0" y="1604"/>
                  </a:lnTo>
                  <a:lnTo>
                    <a:pt x="0" y="1284"/>
                  </a:lnTo>
                  <a:lnTo>
                    <a:pt x="0" y="963"/>
                  </a:lnTo>
                  <a:lnTo>
                    <a:pt x="60" y="461"/>
                  </a:lnTo>
                  <a:lnTo>
                    <a:pt x="120" y="120"/>
                  </a:lnTo>
                  <a:lnTo>
                    <a:pt x="140" y="0"/>
                  </a:lnTo>
                  <a:lnTo>
                    <a:pt x="2828" y="0"/>
                  </a:lnTo>
                  <a:lnTo>
                    <a:pt x="2828" y="0"/>
                  </a:lnTo>
                  <a:lnTo>
                    <a:pt x="2788" y="140"/>
                  </a:lnTo>
                  <a:lnTo>
                    <a:pt x="2768" y="501"/>
                  </a:lnTo>
                  <a:lnTo>
                    <a:pt x="2748" y="762"/>
                  </a:lnTo>
                  <a:lnTo>
                    <a:pt x="2748" y="1043"/>
                  </a:lnTo>
                  <a:lnTo>
                    <a:pt x="2788" y="1344"/>
                  </a:lnTo>
                  <a:lnTo>
                    <a:pt x="2828" y="1645"/>
                  </a:lnTo>
                  <a:lnTo>
                    <a:pt x="2908" y="1945"/>
                  </a:lnTo>
                  <a:lnTo>
                    <a:pt x="3028" y="2246"/>
                  </a:lnTo>
                  <a:lnTo>
                    <a:pt x="3108" y="2387"/>
                  </a:lnTo>
                  <a:lnTo>
                    <a:pt x="3189" y="2527"/>
                  </a:lnTo>
                  <a:lnTo>
                    <a:pt x="3289" y="2647"/>
                  </a:lnTo>
                  <a:lnTo>
                    <a:pt x="3409" y="2768"/>
                  </a:lnTo>
                  <a:lnTo>
                    <a:pt x="3530" y="2888"/>
                  </a:lnTo>
                  <a:lnTo>
                    <a:pt x="3670" y="2988"/>
                  </a:lnTo>
                  <a:lnTo>
                    <a:pt x="3830" y="3068"/>
                  </a:lnTo>
                  <a:lnTo>
                    <a:pt x="3991" y="3149"/>
                  </a:lnTo>
                  <a:lnTo>
                    <a:pt x="4191" y="3209"/>
                  </a:lnTo>
                  <a:lnTo>
                    <a:pt x="4392" y="3249"/>
                  </a:lnTo>
                  <a:lnTo>
                    <a:pt x="4613" y="3289"/>
                  </a:lnTo>
                  <a:lnTo>
                    <a:pt x="4853" y="3289"/>
                  </a:lnTo>
                  <a:lnTo>
                    <a:pt x="4853" y="3289"/>
                  </a:lnTo>
                  <a:lnTo>
                    <a:pt x="5094" y="3289"/>
                  </a:lnTo>
                  <a:lnTo>
                    <a:pt x="5314" y="3249"/>
                  </a:lnTo>
                  <a:lnTo>
                    <a:pt x="5515" y="3209"/>
                  </a:lnTo>
                  <a:lnTo>
                    <a:pt x="5716" y="3149"/>
                  </a:lnTo>
                  <a:lnTo>
                    <a:pt x="5876" y="3068"/>
                  </a:lnTo>
                  <a:lnTo>
                    <a:pt x="6036" y="2988"/>
                  </a:lnTo>
                  <a:lnTo>
                    <a:pt x="6177" y="2888"/>
                  </a:lnTo>
                  <a:lnTo>
                    <a:pt x="6297" y="2768"/>
                  </a:lnTo>
                  <a:lnTo>
                    <a:pt x="6417" y="2647"/>
                  </a:lnTo>
                  <a:lnTo>
                    <a:pt x="6518" y="2527"/>
                  </a:lnTo>
                  <a:lnTo>
                    <a:pt x="6598" y="2387"/>
                  </a:lnTo>
                  <a:lnTo>
                    <a:pt x="6678" y="2246"/>
                  </a:lnTo>
                  <a:lnTo>
                    <a:pt x="6799" y="1945"/>
                  </a:lnTo>
                  <a:lnTo>
                    <a:pt x="6879" y="1645"/>
                  </a:lnTo>
                  <a:lnTo>
                    <a:pt x="6919" y="1344"/>
                  </a:lnTo>
                  <a:lnTo>
                    <a:pt x="6959" y="1043"/>
                  </a:lnTo>
                  <a:lnTo>
                    <a:pt x="6959" y="762"/>
                  </a:lnTo>
                  <a:lnTo>
                    <a:pt x="6939" y="501"/>
                  </a:lnTo>
                  <a:lnTo>
                    <a:pt x="6899" y="140"/>
                  </a:lnTo>
                  <a:lnTo>
                    <a:pt x="6879" y="0"/>
                  </a:lnTo>
                  <a:lnTo>
                    <a:pt x="9566" y="0"/>
                  </a:lnTo>
                  <a:lnTo>
                    <a:pt x="9566" y="0"/>
                  </a:lnTo>
                  <a:lnTo>
                    <a:pt x="9626" y="361"/>
                  </a:lnTo>
                  <a:lnTo>
                    <a:pt x="9686" y="762"/>
                  </a:lnTo>
                  <a:lnTo>
                    <a:pt x="9706" y="1304"/>
                  </a:lnTo>
                  <a:lnTo>
                    <a:pt x="9706" y="1584"/>
                  </a:lnTo>
                  <a:lnTo>
                    <a:pt x="9706" y="1905"/>
                  </a:lnTo>
                  <a:lnTo>
                    <a:pt x="9666" y="2206"/>
                  </a:lnTo>
                  <a:lnTo>
                    <a:pt x="9626" y="2547"/>
                  </a:lnTo>
                  <a:lnTo>
                    <a:pt x="9566" y="2868"/>
                  </a:lnTo>
                  <a:lnTo>
                    <a:pt x="9466" y="3209"/>
                  </a:lnTo>
                  <a:lnTo>
                    <a:pt x="9345" y="3550"/>
                  </a:lnTo>
                  <a:lnTo>
                    <a:pt x="9205" y="387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8" name="Google Shape;8988;p45"/>
            <p:cNvSpPr/>
            <p:nvPr/>
          </p:nvSpPr>
          <p:spPr>
            <a:xfrm>
              <a:off x="9755600" y="3008638"/>
              <a:ext cx="230150" cy="154425"/>
            </a:xfrm>
            <a:custGeom>
              <a:avLst/>
              <a:gdLst/>
              <a:ahLst/>
              <a:cxnLst/>
              <a:rect l="l" t="t" r="r" b="b"/>
              <a:pathLst>
                <a:path w="9206" h="6177" extrusionOk="0">
                  <a:moveTo>
                    <a:pt x="140" y="0"/>
                  </a:moveTo>
                  <a:lnTo>
                    <a:pt x="120" y="100"/>
                  </a:lnTo>
                  <a:lnTo>
                    <a:pt x="60" y="421"/>
                  </a:lnTo>
                  <a:lnTo>
                    <a:pt x="20" y="882"/>
                  </a:lnTo>
                  <a:lnTo>
                    <a:pt x="0" y="1163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0" y="2226"/>
                  </a:lnTo>
                  <a:lnTo>
                    <a:pt x="80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1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2" y="4332"/>
                  </a:lnTo>
                  <a:lnTo>
                    <a:pt x="923" y="4512"/>
                  </a:lnTo>
                  <a:lnTo>
                    <a:pt x="1183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1985" y="5455"/>
                  </a:lnTo>
                  <a:lnTo>
                    <a:pt x="2266" y="5615"/>
                  </a:lnTo>
                  <a:lnTo>
                    <a:pt x="2527" y="5756"/>
                  </a:lnTo>
                  <a:lnTo>
                    <a:pt x="2808" y="5876"/>
                  </a:lnTo>
                  <a:lnTo>
                    <a:pt x="3068" y="5956"/>
                  </a:lnTo>
                  <a:lnTo>
                    <a:pt x="3309" y="6036"/>
                  </a:lnTo>
                  <a:lnTo>
                    <a:pt x="355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5294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7" y="6036"/>
                  </a:lnTo>
                  <a:lnTo>
                    <a:pt x="6638" y="5956"/>
                  </a:lnTo>
                  <a:lnTo>
                    <a:pt x="6899" y="5876"/>
                  </a:lnTo>
                  <a:lnTo>
                    <a:pt x="7180" y="5756"/>
                  </a:lnTo>
                  <a:lnTo>
                    <a:pt x="7440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42" y="5054"/>
                  </a:lnTo>
                  <a:lnTo>
                    <a:pt x="8523" y="4793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205" y="3871"/>
                  </a:lnTo>
                  <a:lnTo>
                    <a:pt x="8824" y="4131"/>
                  </a:lnTo>
                  <a:lnTo>
                    <a:pt x="8403" y="4352"/>
                  </a:lnTo>
                  <a:lnTo>
                    <a:pt x="7982" y="4552"/>
                  </a:lnTo>
                  <a:lnTo>
                    <a:pt x="7541" y="4693"/>
                  </a:lnTo>
                  <a:lnTo>
                    <a:pt x="7099" y="4813"/>
                  </a:lnTo>
                  <a:lnTo>
                    <a:pt x="6638" y="4913"/>
                  </a:lnTo>
                  <a:lnTo>
                    <a:pt x="6157" y="4954"/>
                  </a:lnTo>
                  <a:lnTo>
                    <a:pt x="5675" y="4974"/>
                  </a:lnTo>
                  <a:lnTo>
                    <a:pt x="5375" y="4974"/>
                  </a:lnTo>
                  <a:lnTo>
                    <a:pt x="5094" y="4954"/>
                  </a:lnTo>
                  <a:lnTo>
                    <a:pt x="4793" y="4913"/>
                  </a:lnTo>
                  <a:lnTo>
                    <a:pt x="4492" y="4873"/>
                  </a:lnTo>
                  <a:lnTo>
                    <a:pt x="4071" y="4773"/>
                  </a:lnTo>
                  <a:lnTo>
                    <a:pt x="3650" y="4653"/>
                  </a:lnTo>
                  <a:lnTo>
                    <a:pt x="3249" y="4472"/>
                  </a:lnTo>
                  <a:lnTo>
                    <a:pt x="3048" y="4372"/>
                  </a:lnTo>
                  <a:lnTo>
                    <a:pt x="2868" y="4272"/>
                  </a:lnTo>
                  <a:lnTo>
                    <a:pt x="2687" y="4151"/>
                  </a:lnTo>
                  <a:lnTo>
                    <a:pt x="2507" y="4011"/>
                  </a:lnTo>
                  <a:lnTo>
                    <a:pt x="2366" y="3851"/>
                  </a:lnTo>
                  <a:lnTo>
                    <a:pt x="2226" y="3690"/>
                  </a:lnTo>
                  <a:lnTo>
                    <a:pt x="2086" y="3510"/>
                  </a:lnTo>
                  <a:lnTo>
                    <a:pt x="1985" y="3329"/>
                  </a:lnTo>
                  <a:lnTo>
                    <a:pt x="1885" y="3129"/>
                  </a:lnTo>
                  <a:lnTo>
                    <a:pt x="1805" y="2908"/>
                  </a:lnTo>
                  <a:lnTo>
                    <a:pt x="1725" y="2547"/>
                  </a:lnTo>
                  <a:lnTo>
                    <a:pt x="1705" y="2166"/>
                  </a:lnTo>
                  <a:lnTo>
                    <a:pt x="1685" y="1805"/>
                  </a:lnTo>
                  <a:lnTo>
                    <a:pt x="1725" y="1444"/>
                  </a:lnTo>
                  <a:lnTo>
                    <a:pt x="1785" y="1083"/>
                  </a:lnTo>
                  <a:lnTo>
                    <a:pt x="1845" y="702"/>
                  </a:lnTo>
                  <a:lnTo>
                    <a:pt x="1945" y="361"/>
                  </a:lnTo>
                  <a:lnTo>
                    <a:pt x="204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9" name="Google Shape;8989;p45"/>
            <p:cNvSpPr/>
            <p:nvPr/>
          </p:nvSpPr>
          <p:spPr>
            <a:xfrm>
              <a:off x="9755600" y="3008638"/>
              <a:ext cx="230150" cy="154425"/>
            </a:xfrm>
            <a:custGeom>
              <a:avLst/>
              <a:gdLst/>
              <a:ahLst/>
              <a:cxnLst/>
              <a:rect l="l" t="t" r="r" b="b"/>
              <a:pathLst>
                <a:path w="9206" h="6177" fill="none" extrusionOk="0">
                  <a:moveTo>
                    <a:pt x="2046" y="0"/>
                  </a:moveTo>
                  <a:lnTo>
                    <a:pt x="140" y="0"/>
                  </a:lnTo>
                  <a:lnTo>
                    <a:pt x="140" y="0"/>
                  </a:lnTo>
                  <a:lnTo>
                    <a:pt x="120" y="100"/>
                  </a:lnTo>
                  <a:lnTo>
                    <a:pt x="60" y="421"/>
                  </a:lnTo>
                  <a:lnTo>
                    <a:pt x="20" y="882"/>
                  </a:lnTo>
                  <a:lnTo>
                    <a:pt x="0" y="1163"/>
                  </a:lnTo>
                  <a:lnTo>
                    <a:pt x="0" y="1484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0" y="2226"/>
                  </a:lnTo>
                  <a:lnTo>
                    <a:pt x="80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1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2" y="4332"/>
                  </a:lnTo>
                  <a:lnTo>
                    <a:pt x="923" y="4512"/>
                  </a:lnTo>
                  <a:lnTo>
                    <a:pt x="923" y="4512"/>
                  </a:lnTo>
                  <a:lnTo>
                    <a:pt x="1183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1985" y="5455"/>
                  </a:lnTo>
                  <a:lnTo>
                    <a:pt x="2266" y="5615"/>
                  </a:lnTo>
                  <a:lnTo>
                    <a:pt x="2527" y="5756"/>
                  </a:lnTo>
                  <a:lnTo>
                    <a:pt x="2808" y="5876"/>
                  </a:lnTo>
                  <a:lnTo>
                    <a:pt x="3068" y="5956"/>
                  </a:lnTo>
                  <a:lnTo>
                    <a:pt x="3309" y="6036"/>
                  </a:lnTo>
                  <a:lnTo>
                    <a:pt x="355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4733" y="6177"/>
                  </a:lnTo>
                  <a:lnTo>
                    <a:pt x="4733" y="6177"/>
                  </a:lnTo>
                  <a:lnTo>
                    <a:pt x="4853" y="6177"/>
                  </a:lnTo>
                  <a:lnTo>
                    <a:pt x="4853" y="6177"/>
                  </a:lnTo>
                  <a:lnTo>
                    <a:pt x="4974" y="6177"/>
                  </a:lnTo>
                  <a:lnTo>
                    <a:pt x="4974" y="6177"/>
                  </a:lnTo>
                  <a:lnTo>
                    <a:pt x="5294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7" y="6036"/>
                  </a:lnTo>
                  <a:lnTo>
                    <a:pt x="6638" y="5956"/>
                  </a:lnTo>
                  <a:lnTo>
                    <a:pt x="6899" y="5876"/>
                  </a:lnTo>
                  <a:lnTo>
                    <a:pt x="7180" y="5756"/>
                  </a:lnTo>
                  <a:lnTo>
                    <a:pt x="7440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42" y="5054"/>
                  </a:lnTo>
                  <a:lnTo>
                    <a:pt x="8523" y="4793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205" y="3871"/>
                  </a:lnTo>
                  <a:lnTo>
                    <a:pt x="8824" y="4131"/>
                  </a:lnTo>
                  <a:lnTo>
                    <a:pt x="8403" y="4352"/>
                  </a:lnTo>
                  <a:lnTo>
                    <a:pt x="7982" y="4552"/>
                  </a:lnTo>
                  <a:lnTo>
                    <a:pt x="7541" y="4693"/>
                  </a:lnTo>
                  <a:lnTo>
                    <a:pt x="7099" y="4813"/>
                  </a:lnTo>
                  <a:lnTo>
                    <a:pt x="6638" y="4913"/>
                  </a:lnTo>
                  <a:lnTo>
                    <a:pt x="6157" y="4954"/>
                  </a:lnTo>
                  <a:lnTo>
                    <a:pt x="5675" y="4974"/>
                  </a:lnTo>
                  <a:lnTo>
                    <a:pt x="5675" y="4974"/>
                  </a:lnTo>
                  <a:lnTo>
                    <a:pt x="5375" y="4974"/>
                  </a:lnTo>
                  <a:lnTo>
                    <a:pt x="5094" y="4954"/>
                  </a:lnTo>
                  <a:lnTo>
                    <a:pt x="4793" y="4913"/>
                  </a:lnTo>
                  <a:lnTo>
                    <a:pt x="4492" y="4873"/>
                  </a:lnTo>
                  <a:lnTo>
                    <a:pt x="4492" y="4873"/>
                  </a:lnTo>
                  <a:lnTo>
                    <a:pt x="4071" y="4773"/>
                  </a:lnTo>
                  <a:lnTo>
                    <a:pt x="3650" y="4653"/>
                  </a:lnTo>
                  <a:lnTo>
                    <a:pt x="3249" y="4472"/>
                  </a:lnTo>
                  <a:lnTo>
                    <a:pt x="3048" y="4372"/>
                  </a:lnTo>
                  <a:lnTo>
                    <a:pt x="2868" y="4272"/>
                  </a:lnTo>
                  <a:lnTo>
                    <a:pt x="2687" y="4151"/>
                  </a:lnTo>
                  <a:lnTo>
                    <a:pt x="2507" y="4011"/>
                  </a:lnTo>
                  <a:lnTo>
                    <a:pt x="2366" y="3851"/>
                  </a:lnTo>
                  <a:lnTo>
                    <a:pt x="2226" y="3690"/>
                  </a:lnTo>
                  <a:lnTo>
                    <a:pt x="2086" y="3510"/>
                  </a:lnTo>
                  <a:lnTo>
                    <a:pt x="1985" y="3329"/>
                  </a:lnTo>
                  <a:lnTo>
                    <a:pt x="1885" y="3129"/>
                  </a:lnTo>
                  <a:lnTo>
                    <a:pt x="1805" y="2908"/>
                  </a:lnTo>
                  <a:lnTo>
                    <a:pt x="1805" y="2908"/>
                  </a:lnTo>
                  <a:lnTo>
                    <a:pt x="1725" y="2547"/>
                  </a:lnTo>
                  <a:lnTo>
                    <a:pt x="1705" y="2166"/>
                  </a:lnTo>
                  <a:lnTo>
                    <a:pt x="1685" y="1805"/>
                  </a:lnTo>
                  <a:lnTo>
                    <a:pt x="1725" y="1444"/>
                  </a:lnTo>
                  <a:lnTo>
                    <a:pt x="1785" y="1083"/>
                  </a:lnTo>
                  <a:lnTo>
                    <a:pt x="1845" y="702"/>
                  </a:lnTo>
                  <a:lnTo>
                    <a:pt x="1945" y="361"/>
                  </a:lnTo>
                  <a:lnTo>
                    <a:pt x="204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0" name="Google Shape;8990;p45"/>
            <p:cNvSpPr/>
            <p:nvPr/>
          </p:nvSpPr>
          <p:spPr>
            <a:xfrm>
              <a:off x="10051400" y="3285888"/>
              <a:ext cx="142900" cy="211600"/>
            </a:xfrm>
            <a:custGeom>
              <a:avLst/>
              <a:gdLst/>
              <a:ahLst/>
              <a:cxnLst/>
              <a:rect l="l" t="t" r="r" b="b"/>
              <a:pathLst>
                <a:path w="5716" h="8464" extrusionOk="0">
                  <a:moveTo>
                    <a:pt x="2607" y="0"/>
                  </a:moveTo>
                  <a:lnTo>
                    <a:pt x="2347" y="40"/>
                  </a:lnTo>
                  <a:lnTo>
                    <a:pt x="2106" y="100"/>
                  </a:lnTo>
                  <a:lnTo>
                    <a:pt x="1865" y="181"/>
                  </a:lnTo>
                  <a:lnTo>
                    <a:pt x="1625" y="281"/>
                  </a:lnTo>
                  <a:lnTo>
                    <a:pt x="1404" y="401"/>
                  </a:lnTo>
                  <a:lnTo>
                    <a:pt x="1203" y="522"/>
                  </a:lnTo>
                  <a:lnTo>
                    <a:pt x="1003" y="682"/>
                  </a:lnTo>
                  <a:lnTo>
                    <a:pt x="822" y="842"/>
                  </a:lnTo>
                  <a:lnTo>
                    <a:pt x="662" y="1023"/>
                  </a:lnTo>
                  <a:lnTo>
                    <a:pt x="522" y="1224"/>
                  </a:lnTo>
                  <a:lnTo>
                    <a:pt x="381" y="1424"/>
                  </a:lnTo>
                  <a:lnTo>
                    <a:pt x="281" y="1645"/>
                  </a:lnTo>
                  <a:lnTo>
                    <a:pt x="181" y="1885"/>
                  </a:lnTo>
                  <a:lnTo>
                    <a:pt x="100" y="2126"/>
                  </a:lnTo>
                  <a:lnTo>
                    <a:pt x="60" y="2367"/>
                  </a:lnTo>
                  <a:lnTo>
                    <a:pt x="20" y="2607"/>
                  </a:lnTo>
                  <a:lnTo>
                    <a:pt x="0" y="2848"/>
                  </a:lnTo>
                  <a:lnTo>
                    <a:pt x="0" y="5595"/>
                  </a:lnTo>
                  <a:lnTo>
                    <a:pt x="20" y="5896"/>
                  </a:lnTo>
                  <a:lnTo>
                    <a:pt x="60" y="6177"/>
                  </a:lnTo>
                  <a:lnTo>
                    <a:pt x="141" y="6458"/>
                  </a:lnTo>
                  <a:lnTo>
                    <a:pt x="241" y="6718"/>
                  </a:lnTo>
                  <a:lnTo>
                    <a:pt x="361" y="6959"/>
                  </a:lnTo>
                  <a:lnTo>
                    <a:pt x="502" y="7200"/>
                  </a:lnTo>
                  <a:lnTo>
                    <a:pt x="662" y="7420"/>
                  </a:lnTo>
                  <a:lnTo>
                    <a:pt x="842" y="7621"/>
                  </a:lnTo>
                  <a:lnTo>
                    <a:pt x="1103" y="7862"/>
                  </a:lnTo>
                  <a:lnTo>
                    <a:pt x="1404" y="8062"/>
                  </a:lnTo>
                  <a:lnTo>
                    <a:pt x="1705" y="8223"/>
                  </a:lnTo>
                  <a:lnTo>
                    <a:pt x="2046" y="8343"/>
                  </a:lnTo>
                  <a:lnTo>
                    <a:pt x="2246" y="8383"/>
                  </a:lnTo>
                  <a:lnTo>
                    <a:pt x="2447" y="8423"/>
                  </a:lnTo>
                  <a:lnTo>
                    <a:pt x="2647" y="8443"/>
                  </a:lnTo>
                  <a:lnTo>
                    <a:pt x="2868" y="8463"/>
                  </a:lnTo>
                  <a:lnTo>
                    <a:pt x="3149" y="8443"/>
                  </a:lnTo>
                  <a:lnTo>
                    <a:pt x="3430" y="8403"/>
                  </a:lnTo>
                  <a:lnTo>
                    <a:pt x="3710" y="8323"/>
                  </a:lnTo>
                  <a:lnTo>
                    <a:pt x="3971" y="8243"/>
                  </a:lnTo>
                  <a:lnTo>
                    <a:pt x="4212" y="8122"/>
                  </a:lnTo>
                  <a:lnTo>
                    <a:pt x="4452" y="7962"/>
                  </a:lnTo>
                  <a:lnTo>
                    <a:pt x="4673" y="7801"/>
                  </a:lnTo>
                  <a:lnTo>
                    <a:pt x="4873" y="7621"/>
                  </a:lnTo>
                  <a:lnTo>
                    <a:pt x="5054" y="7420"/>
                  </a:lnTo>
                  <a:lnTo>
                    <a:pt x="5234" y="7200"/>
                  </a:lnTo>
                  <a:lnTo>
                    <a:pt x="5375" y="6959"/>
                  </a:lnTo>
                  <a:lnTo>
                    <a:pt x="5495" y="6718"/>
                  </a:lnTo>
                  <a:lnTo>
                    <a:pt x="5595" y="6458"/>
                  </a:lnTo>
                  <a:lnTo>
                    <a:pt x="5656" y="6177"/>
                  </a:lnTo>
                  <a:lnTo>
                    <a:pt x="5696" y="5896"/>
                  </a:lnTo>
                  <a:lnTo>
                    <a:pt x="5716" y="5595"/>
                  </a:lnTo>
                  <a:lnTo>
                    <a:pt x="5716" y="2848"/>
                  </a:lnTo>
                  <a:lnTo>
                    <a:pt x="5696" y="2567"/>
                  </a:lnTo>
                  <a:lnTo>
                    <a:pt x="5656" y="2286"/>
                  </a:lnTo>
                  <a:lnTo>
                    <a:pt x="5595" y="2006"/>
                  </a:lnTo>
                  <a:lnTo>
                    <a:pt x="5495" y="1745"/>
                  </a:lnTo>
                  <a:lnTo>
                    <a:pt x="5375" y="1484"/>
                  </a:lnTo>
                  <a:lnTo>
                    <a:pt x="5234" y="1264"/>
                  </a:lnTo>
                  <a:lnTo>
                    <a:pt x="5054" y="1043"/>
                  </a:lnTo>
                  <a:lnTo>
                    <a:pt x="4873" y="842"/>
                  </a:lnTo>
                  <a:lnTo>
                    <a:pt x="4673" y="642"/>
                  </a:lnTo>
                  <a:lnTo>
                    <a:pt x="4452" y="482"/>
                  </a:lnTo>
                  <a:lnTo>
                    <a:pt x="4232" y="341"/>
                  </a:lnTo>
                  <a:lnTo>
                    <a:pt x="3971" y="221"/>
                  </a:lnTo>
                  <a:lnTo>
                    <a:pt x="3710" y="121"/>
                  </a:lnTo>
                  <a:lnTo>
                    <a:pt x="3430" y="60"/>
                  </a:lnTo>
                  <a:lnTo>
                    <a:pt x="3149" y="20"/>
                  </a:lnTo>
                  <a:lnTo>
                    <a:pt x="286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1" name="Google Shape;8991;p45"/>
            <p:cNvSpPr/>
            <p:nvPr/>
          </p:nvSpPr>
          <p:spPr>
            <a:xfrm>
              <a:off x="10051400" y="3285888"/>
              <a:ext cx="142900" cy="211600"/>
            </a:xfrm>
            <a:custGeom>
              <a:avLst/>
              <a:gdLst/>
              <a:ahLst/>
              <a:cxnLst/>
              <a:rect l="l" t="t" r="r" b="b"/>
              <a:pathLst>
                <a:path w="5716" h="8464" fill="none" extrusionOk="0">
                  <a:moveTo>
                    <a:pt x="5716" y="2848"/>
                  </a:moveTo>
                  <a:lnTo>
                    <a:pt x="5716" y="5595"/>
                  </a:lnTo>
                  <a:lnTo>
                    <a:pt x="5716" y="5595"/>
                  </a:lnTo>
                  <a:lnTo>
                    <a:pt x="5696" y="5896"/>
                  </a:lnTo>
                  <a:lnTo>
                    <a:pt x="5656" y="6177"/>
                  </a:lnTo>
                  <a:lnTo>
                    <a:pt x="5595" y="6458"/>
                  </a:lnTo>
                  <a:lnTo>
                    <a:pt x="5495" y="6718"/>
                  </a:lnTo>
                  <a:lnTo>
                    <a:pt x="5375" y="6959"/>
                  </a:lnTo>
                  <a:lnTo>
                    <a:pt x="5234" y="7200"/>
                  </a:lnTo>
                  <a:lnTo>
                    <a:pt x="5054" y="7420"/>
                  </a:lnTo>
                  <a:lnTo>
                    <a:pt x="4873" y="7621"/>
                  </a:lnTo>
                  <a:lnTo>
                    <a:pt x="4673" y="7801"/>
                  </a:lnTo>
                  <a:lnTo>
                    <a:pt x="4452" y="7962"/>
                  </a:lnTo>
                  <a:lnTo>
                    <a:pt x="4212" y="8122"/>
                  </a:lnTo>
                  <a:lnTo>
                    <a:pt x="3971" y="8243"/>
                  </a:lnTo>
                  <a:lnTo>
                    <a:pt x="3710" y="8323"/>
                  </a:lnTo>
                  <a:lnTo>
                    <a:pt x="3430" y="8403"/>
                  </a:lnTo>
                  <a:lnTo>
                    <a:pt x="3149" y="8443"/>
                  </a:lnTo>
                  <a:lnTo>
                    <a:pt x="2868" y="8463"/>
                  </a:lnTo>
                  <a:lnTo>
                    <a:pt x="2868" y="8463"/>
                  </a:lnTo>
                  <a:lnTo>
                    <a:pt x="2647" y="8443"/>
                  </a:lnTo>
                  <a:lnTo>
                    <a:pt x="2447" y="8423"/>
                  </a:lnTo>
                  <a:lnTo>
                    <a:pt x="2246" y="8383"/>
                  </a:lnTo>
                  <a:lnTo>
                    <a:pt x="2046" y="8343"/>
                  </a:lnTo>
                  <a:lnTo>
                    <a:pt x="2046" y="8343"/>
                  </a:lnTo>
                  <a:lnTo>
                    <a:pt x="1705" y="8223"/>
                  </a:lnTo>
                  <a:lnTo>
                    <a:pt x="1404" y="8062"/>
                  </a:lnTo>
                  <a:lnTo>
                    <a:pt x="1103" y="7862"/>
                  </a:lnTo>
                  <a:lnTo>
                    <a:pt x="842" y="7621"/>
                  </a:lnTo>
                  <a:lnTo>
                    <a:pt x="842" y="7621"/>
                  </a:lnTo>
                  <a:lnTo>
                    <a:pt x="662" y="7420"/>
                  </a:lnTo>
                  <a:lnTo>
                    <a:pt x="502" y="7200"/>
                  </a:lnTo>
                  <a:lnTo>
                    <a:pt x="361" y="6959"/>
                  </a:lnTo>
                  <a:lnTo>
                    <a:pt x="241" y="6718"/>
                  </a:lnTo>
                  <a:lnTo>
                    <a:pt x="141" y="6458"/>
                  </a:lnTo>
                  <a:lnTo>
                    <a:pt x="60" y="6177"/>
                  </a:lnTo>
                  <a:lnTo>
                    <a:pt x="20" y="5896"/>
                  </a:lnTo>
                  <a:lnTo>
                    <a:pt x="0" y="5595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607"/>
                  </a:lnTo>
                  <a:lnTo>
                    <a:pt x="60" y="2367"/>
                  </a:lnTo>
                  <a:lnTo>
                    <a:pt x="60" y="2367"/>
                  </a:lnTo>
                  <a:lnTo>
                    <a:pt x="100" y="2126"/>
                  </a:lnTo>
                  <a:lnTo>
                    <a:pt x="181" y="1885"/>
                  </a:lnTo>
                  <a:lnTo>
                    <a:pt x="281" y="1645"/>
                  </a:lnTo>
                  <a:lnTo>
                    <a:pt x="381" y="1424"/>
                  </a:lnTo>
                  <a:lnTo>
                    <a:pt x="522" y="1224"/>
                  </a:lnTo>
                  <a:lnTo>
                    <a:pt x="662" y="1023"/>
                  </a:lnTo>
                  <a:lnTo>
                    <a:pt x="822" y="842"/>
                  </a:lnTo>
                  <a:lnTo>
                    <a:pt x="1003" y="682"/>
                  </a:lnTo>
                  <a:lnTo>
                    <a:pt x="1203" y="522"/>
                  </a:lnTo>
                  <a:lnTo>
                    <a:pt x="1404" y="401"/>
                  </a:lnTo>
                  <a:lnTo>
                    <a:pt x="1625" y="281"/>
                  </a:lnTo>
                  <a:lnTo>
                    <a:pt x="1865" y="181"/>
                  </a:lnTo>
                  <a:lnTo>
                    <a:pt x="2106" y="100"/>
                  </a:lnTo>
                  <a:lnTo>
                    <a:pt x="2347" y="40"/>
                  </a:lnTo>
                  <a:lnTo>
                    <a:pt x="2607" y="0"/>
                  </a:lnTo>
                  <a:lnTo>
                    <a:pt x="2868" y="0"/>
                  </a:lnTo>
                  <a:lnTo>
                    <a:pt x="2868" y="0"/>
                  </a:lnTo>
                  <a:lnTo>
                    <a:pt x="3149" y="20"/>
                  </a:lnTo>
                  <a:lnTo>
                    <a:pt x="3430" y="60"/>
                  </a:lnTo>
                  <a:lnTo>
                    <a:pt x="3710" y="121"/>
                  </a:lnTo>
                  <a:lnTo>
                    <a:pt x="3971" y="221"/>
                  </a:lnTo>
                  <a:lnTo>
                    <a:pt x="4232" y="341"/>
                  </a:lnTo>
                  <a:lnTo>
                    <a:pt x="4452" y="482"/>
                  </a:lnTo>
                  <a:lnTo>
                    <a:pt x="4673" y="642"/>
                  </a:lnTo>
                  <a:lnTo>
                    <a:pt x="4873" y="842"/>
                  </a:lnTo>
                  <a:lnTo>
                    <a:pt x="4873" y="842"/>
                  </a:lnTo>
                  <a:lnTo>
                    <a:pt x="5054" y="1043"/>
                  </a:lnTo>
                  <a:lnTo>
                    <a:pt x="5234" y="1264"/>
                  </a:lnTo>
                  <a:lnTo>
                    <a:pt x="5375" y="1484"/>
                  </a:lnTo>
                  <a:lnTo>
                    <a:pt x="5495" y="1745"/>
                  </a:lnTo>
                  <a:lnTo>
                    <a:pt x="5595" y="2006"/>
                  </a:lnTo>
                  <a:lnTo>
                    <a:pt x="5656" y="2286"/>
                  </a:lnTo>
                  <a:lnTo>
                    <a:pt x="5696" y="2567"/>
                  </a:lnTo>
                  <a:lnTo>
                    <a:pt x="5716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2" name="Google Shape;8992;p45"/>
            <p:cNvSpPr/>
            <p:nvPr/>
          </p:nvSpPr>
          <p:spPr>
            <a:xfrm>
              <a:off x="10052900" y="3285888"/>
              <a:ext cx="90275" cy="211600"/>
            </a:xfrm>
            <a:custGeom>
              <a:avLst/>
              <a:gdLst/>
              <a:ahLst/>
              <a:cxnLst/>
              <a:rect l="l" t="t" r="r" b="b"/>
              <a:pathLst>
                <a:path w="3611" h="8464" extrusionOk="0">
                  <a:moveTo>
                    <a:pt x="2547" y="0"/>
                  </a:moveTo>
                  <a:lnTo>
                    <a:pt x="2287" y="40"/>
                  </a:lnTo>
                  <a:lnTo>
                    <a:pt x="2046" y="100"/>
                  </a:lnTo>
                  <a:lnTo>
                    <a:pt x="1805" y="181"/>
                  </a:lnTo>
                  <a:lnTo>
                    <a:pt x="1565" y="281"/>
                  </a:lnTo>
                  <a:lnTo>
                    <a:pt x="1344" y="401"/>
                  </a:lnTo>
                  <a:lnTo>
                    <a:pt x="1143" y="522"/>
                  </a:lnTo>
                  <a:lnTo>
                    <a:pt x="943" y="682"/>
                  </a:lnTo>
                  <a:lnTo>
                    <a:pt x="762" y="842"/>
                  </a:lnTo>
                  <a:lnTo>
                    <a:pt x="602" y="1023"/>
                  </a:lnTo>
                  <a:lnTo>
                    <a:pt x="462" y="1224"/>
                  </a:lnTo>
                  <a:lnTo>
                    <a:pt x="321" y="1424"/>
                  </a:lnTo>
                  <a:lnTo>
                    <a:pt x="221" y="1645"/>
                  </a:lnTo>
                  <a:lnTo>
                    <a:pt x="121" y="1885"/>
                  </a:lnTo>
                  <a:lnTo>
                    <a:pt x="40" y="2126"/>
                  </a:lnTo>
                  <a:lnTo>
                    <a:pt x="0" y="2367"/>
                  </a:lnTo>
                  <a:lnTo>
                    <a:pt x="241" y="2347"/>
                  </a:lnTo>
                  <a:lnTo>
                    <a:pt x="421" y="2367"/>
                  </a:lnTo>
                  <a:lnTo>
                    <a:pt x="582" y="2387"/>
                  </a:lnTo>
                  <a:lnTo>
                    <a:pt x="722" y="2447"/>
                  </a:lnTo>
                  <a:lnTo>
                    <a:pt x="863" y="2507"/>
                  </a:lnTo>
                  <a:lnTo>
                    <a:pt x="1003" y="2607"/>
                  </a:lnTo>
                  <a:lnTo>
                    <a:pt x="1123" y="2708"/>
                  </a:lnTo>
                  <a:lnTo>
                    <a:pt x="1224" y="2828"/>
                  </a:lnTo>
                  <a:lnTo>
                    <a:pt x="1324" y="2968"/>
                  </a:lnTo>
                  <a:lnTo>
                    <a:pt x="1404" y="3129"/>
                  </a:lnTo>
                  <a:lnTo>
                    <a:pt x="1504" y="3289"/>
                  </a:lnTo>
                  <a:lnTo>
                    <a:pt x="1625" y="3630"/>
                  </a:lnTo>
                  <a:lnTo>
                    <a:pt x="1745" y="4031"/>
                  </a:lnTo>
                  <a:lnTo>
                    <a:pt x="1825" y="4452"/>
                  </a:lnTo>
                  <a:lnTo>
                    <a:pt x="1885" y="4894"/>
                  </a:lnTo>
                  <a:lnTo>
                    <a:pt x="1946" y="5335"/>
                  </a:lnTo>
                  <a:lnTo>
                    <a:pt x="1966" y="5776"/>
                  </a:lnTo>
                  <a:lnTo>
                    <a:pt x="1986" y="6197"/>
                  </a:lnTo>
                  <a:lnTo>
                    <a:pt x="2006" y="6979"/>
                  </a:lnTo>
                  <a:lnTo>
                    <a:pt x="2006" y="7621"/>
                  </a:lnTo>
                  <a:lnTo>
                    <a:pt x="2006" y="7942"/>
                  </a:lnTo>
                  <a:lnTo>
                    <a:pt x="1986" y="8343"/>
                  </a:lnTo>
                  <a:lnTo>
                    <a:pt x="2186" y="8383"/>
                  </a:lnTo>
                  <a:lnTo>
                    <a:pt x="2387" y="8423"/>
                  </a:lnTo>
                  <a:lnTo>
                    <a:pt x="2587" y="8443"/>
                  </a:lnTo>
                  <a:lnTo>
                    <a:pt x="2808" y="8463"/>
                  </a:lnTo>
                  <a:lnTo>
                    <a:pt x="3109" y="8443"/>
                  </a:lnTo>
                  <a:lnTo>
                    <a:pt x="3390" y="8403"/>
                  </a:lnTo>
                  <a:lnTo>
                    <a:pt x="3390" y="2006"/>
                  </a:lnTo>
                  <a:lnTo>
                    <a:pt x="3410" y="1524"/>
                  </a:lnTo>
                  <a:lnTo>
                    <a:pt x="3450" y="1043"/>
                  </a:lnTo>
                  <a:lnTo>
                    <a:pt x="3510" y="582"/>
                  </a:lnTo>
                  <a:lnTo>
                    <a:pt x="3610" y="121"/>
                  </a:lnTo>
                  <a:lnTo>
                    <a:pt x="3410" y="60"/>
                  </a:lnTo>
                  <a:lnTo>
                    <a:pt x="3209" y="20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3" name="Google Shape;8993;p45"/>
            <p:cNvSpPr/>
            <p:nvPr/>
          </p:nvSpPr>
          <p:spPr>
            <a:xfrm>
              <a:off x="10052900" y="3285888"/>
              <a:ext cx="90275" cy="211600"/>
            </a:xfrm>
            <a:custGeom>
              <a:avLst/>
              <a:gdLst/>
              <a:ahLst/>
              <a:cxnLst/>
              <a:rect l="l" t="t" r="r" b="b"/>
              <a:pathLst>
                <a:path w="3611" h="8464" fill="none" extrusionOk="0">
                  <a:moveTo>
                    <a:pt x="2808" y="0"/>
                  </a:moveTo>
                  <a:lnTo>
                    <a:pt x="2808" y="0"/>
                  </a:lnTo>
                  <a:lnTo>
                    <a:pt x="2547" y="0"/>
                  </a:lnTo>
                  <a:lnTo>
                    <a:pt x="2287" y="40"/>
                  </a:lnTo>
                  <a:lnTo>
                    <a:pt x="2046" y="100"/>
                  </a:lnTo>
                  <a:lnTo>
                    <a:pt x="1805" y="181"/>
                  </a:lnTo>
                  <a:lnTo>
                    <a:pt x="1565" y="281"/>
                  </a:lnTo>
                  <a:lnTo>
                    <a:pt x="1344" y="401"/>
                  </a:lnTo>
                  <a:lnTo>
                    <a:pt x="1143" y="522"/>
                  </a:lnTo>
                  <a:lnTo>
                    <a:pt x="943" y="682"/>
                  </a:lnTo>
                  <a:lnTo>
                    <a:pt x="762" y="842"/>
                  </a:lnTo>
                  <a:lnTo>
                    <a:pt x="602" y="1023"/>
                  </a:lnTo>
                  <a:lnTo>
                    <a:pt x="462" y="1224"/>
                  </a:lnTo>
                  <a:lnTo>
                    <a:pt x="321" y="1424"/>
                  </a:lnTo>
                  <a:lnTo>
                    <a:pt x="221" y="1645"/>
                  </a:lnTo>
                  <a:lnTo>
                    <a:pt x="121" y="1885"/>
                  </a:lnTo>
                  <a:lnTo>
                    <a:pt x="40" y="2126"/>
                  </a:lnTo>
                  <a:lnTo>
                    <a:pt x="0" y="2367"/>
                  </a:lnTo>
                  <a:lnTo>
                    <a:pt x="0" y="2367"/>
                  </a:lnTo>
                  <a:lnTo>
                    <a:pt x="241" y="2347"/>
                  </a:lnTo>
                  <a:lnTo>
                    <a:pt x="241" y="2347"/>
                  </a:lnTo>
                  <a:lnTo>
                    <a:pt x="421" y="2367"/>
                  </a:lnTo>
                  <a:lnTo>
                    <a:pt x="582" y="2387"/>
                  </a:lnTo>
                  <a:lnTo>
                    <a:pt x="722" y="2447"/>
                  </a:lnTo>
                  <a:lnTo>
                    <a:pt x="863" y="2507"/>
                  </a:lnTo>
                  <a:lnTo>
                    <a:pt x="1003" y="2607"/>
                  </a:lnTo>
                  <a:lnTo>
                    <a:pt x="1123" y="2708"/>
                  </a:lnTo>
                  <a:lnTo>
                    <a:pt x="1224" y="2828"/>
                  </a:lnTo>
                  <a:lnTo>
                    <a:pt x="1324" y="2968"/>
                  </a:lnTo>
                  <a:lnTo>
                    <a:pt x="1404" y="3129"/>
                  </a:lnTo>
                  <a:lnTo>
                    <a:pt x="1504" y="3289"/>
                  </a:lnTo>
                  <a:lnTo>
                    <a:pt x="1625" y="3630"/>
                  </a:lnTo>
                  <a:lnTo>
                    <a:pt x="1745" y="4031"/>
                  </a:lnTo>
                  <a:lnTo>
                    <a:pt x="1825" y="4452"/>
                  </a:lnTo>
                  <a:lnTo>
                    <a:pt x="1885" y="4894"/>
                  </a:lnTo>
                  <a:lnTo>
                    <a:pt x="1946" y="5335"/>
                  </a:lnTo>
                  <a:lnTo>
                    <a:pt x="1966" y="5776"/>
                  </a:lnTo>
                  <a:lnTo>
                    <a:pt x="1986" y="6197"/>
                  </a:lnTo>
                  <a:lnTo>
                    <a:pt x="2006" y="6979"/>
                  </a:lnTo>
                  <a:lnTo>
                    <a:pt x="2006" y="7621"/>
                  </a:lnTo>
                  <a:lnTo>
                    <a:pt x="2006" y="7621"/>
                  </a:lnTo>
                  <a:lnTo>
                    <a:pt x="2006" y="7942"/>
                  </a:lnTo>
                  <a:lnTo>
                    <a:pt x="1986" y="8343"/>
                  </a:lnTo>
                  <a:lnTo>
                    <a:pt x="1986" y="8343"/>
                  </a:lnTo>
                  <a:lnTo>
                    <a:pt x="2186" y="8383"/>
                  </a:lnTo>
                  <a:lnTo>
                    <a:pt x="2387" y="8423"/>
                  </a:lnTo>
                  <a:lnTo>
                    <a:pt x="2587" y="8443"/>
                  </a:lnTo>
                  <a:lnTo>
                    <a:pt x="2808" y="8463"/>
                  </a:lnTo>
                  <a:lnTo>
                    <a:pt x="2808" y="8463"/>
                  </a:lnTo>
                  <a:lnTo>
                    <a:pt x="3109" y="8443"/>
                  </a:lnTo>
                  <a:lnTo>
                    <a:pt x="3390" y="8403"/>
                  </a:lnTo>
                  <a:lnTo>
                    <a:pt x="3390" y="2006"/>
                  </a:lnTo>
                  <a:lnTo>
                    <a:pt x="3390" y="2006"/>
                  </a:lnTo>
                  <a:lnTo>
                    <a:pt x="3390" y="2006"/>
                  </a:lnTo>
                  <a:lnTo>
                    <a:pt x="3410" y="1524"/>
                  </a:lnTo>
                  <a:lnTo>
                    <a:pt x="3450" y="1043"/>
                  </a:lnTo>
                  <a:lnTo>
                    <a:pt x="3510" y="582"/>
                  </a:lnTo>
                  <a:lnTo>
                    <a:pt x="3610" y="121"/>
                  </a:lnTo>
                  <a:lnTo>
                    <a:pt x="3610" y="121"/>
                  </a:lnTo>
                  <a:lnTo>
                    <a:pt x="3410" y="60"/>
                  </a:lnTo>
                  <a:lnTo>
                    <a:pt x="3209" y="20"/>
                  </a:lnTo>
                  <a:lnTo>
                    <a:pt x="3009" y="0"/>
                  </a:lnTo>
                  <a:lnTo>
                    <a:pt x="280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4" name="Google Shape;8994;p45"/>
            <p:cNvSpPr/>
            <p:nvPr/>
          </p:nvSpPr>
          <p:spPr>
            <a:xfrm>
              <a:off x="10509125" y="2553388"/>
              <a:ext cx="265250" cy="142925"/>
            </a:xfrm>
            <a:custGeom>
              <a:avLst/>
              <a:gdLst/>
              <a:ahLst/>
              <a:cxnLst/>
              <a:rect l="l" t="t" r="r" b="b"/>
              <a:pathLst>
                <a:path w="10610" h="5717" extrusionOk="0">
                  <a:moveTo>
                    <a:pt x="2849" y="0"/>
                  </a:move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3149"/>
                  </a:lnTo>
                  <a:lnTo>
                    <a:pt x="61" y="3430"/>
                  </a:lnTo>
                  <a:lnTo>
                    <a:pt x="121" y="3711"/>
                  </a:lnTo>
                  <a:lnTo>
                    <a:pt x="222" y="3971"/>
                  </a:lnTo>
                  <a:lnTo>
                    <a:pt x="342" y="4212"/>
                  </a:lnTo>
                  <a:lnTo>
                    <a:pt x="482" y="4453"/>
                  </a:lnTo>
                  <a:lnTo>
                    <a:pt x="643" y="4673"/>
                  </a:lnTo>
                  <a:lnTo>
                    <a:pt x="823" y="4874"/>
                  </a:lnTo>
                  <a:lnTo>
                    <a:pt x="1024" y="5054"/>
                  </a:lnTo>
                  <a:lnTo>
                    <a:pt x="1244" y="5215"/>
                  </a:lnTo>
                  <a:lnTo>
                    <a:pt x="1485" y="5375"/>
                  </a:lnTo>
                  <a:lnTo>
                    <a:pt x="1746" y="5495"/>
                  </a:lnTo>
                  <a:lnTo>
                    <a:pt x="2006" y="5576"/>
                  </a:lnTo>
                  <a:lnTo>
                    <a:pt x="2267" y="5656"/>
                  </a:lnTo>
                  <a:lnTo>
                    <a:pt x="2548" y="5696"/>
                  </a:lnTo>
                  <a:lnTo>
                    <a:pt x="2849" y="5716"/>
                  </a:lnTo>
                  <a:lnTo>
                    <a:pt x="7742" y="5716"/>
                  </a:lnTo>
                  <a:lnTo>
                    <a:pt x="8043" y="5696"/>
                  </a:lnTo>
                  <a:lnTo>
                    <a:pt x="8324" y="5656"/>
                  </a:lnTo>
                  <a:lnTo>
                    <a:pt x="8604" y="5576"/>
                  </a:lnTo>
                  <a:lnTo>
                    <a:pt x="8865" y="5495"/>
                  </a:lnTo>
                  <a:lnTo>
                    <a:pt x="9106" y="5375"/>
                  </a:lnTo>
                  <a:lnTo>
                    <a:pt x="9346" y="5215"/>
                  </a:lnTo>
                  <a:lnTo>
                    <a:pt x="9567" y="5054"/>
                  </a:lnTo>
                  <a:lnTo>
                    <a:pt x="9767" y="4874"/>
                  </a:lnTo>
                  <a:lnTo>
                    <a:pt x="9888" y="4733"/>
                  </a:lnTo>
                  <a:lnTo>
                    <a:pt x="10048" y="4553"/>
                  </a:lnTo>
                  <a:lnTo>
                    <a:pt x="10189" y="4332"/>
                  </a:lnTo>
                  <a:lnTo>
                    <a:pt x="10309" y="4112"/>
                  </a:lnTo>
                  <a:lnTo>
                    <a:pt x="10409" y="3871"/>
                  </a:lnTo>
                  <a:lnTo>
                    <a:pt x="10489" y="3630"/>
                  </a:lnTo>
                  <a:lnTo>
                    <a:pt x="10550" y="3390"/>
                  </a:lnTo>
                  <a:lnTo>
                    <a:pt x="10590" y="3129"/>
                  </a:lnTo>
                  <a:lnTo>
                    <a:pt x="10610" y="2848"/>
                  </a:lnTo>
                  <a:lnTo>
                    <a:pt x="10590" y="2567"/>
                  </a:lnTo>
                  <a:lnTo>
                    <a:pt x="10550" y="2287"/>
                  </a:lnTo>
                  <a:lnTo>
                    <a:pt x="10469" y="2006"/>
                  </a:lnTo>
                  <a:lnTo>
                    <a:pt x="10369" y="1745"/>
                  </a:lnTo>
                  <a:lnTo>
                    <a:pt x="10249" y="1505"/>
                  </a:lnTo>
                  <a:lnTo>
                    <a:pt x="10108" y="1264"/>
                  </a:lnTo>
                  <a:lnTo>
                    <a:pt x="9948" y="1043"/>
                  </a:lnTo>
                  <a:lnTo>
                    <a:pt x="9767" y="843"/>
                  </a:lnTo>
                  <a:lnTo>
                    <a:pt x="9567" y="662"/>
                  </a:lnTo>
                  <a:lnTo>
                    <a:pt x="9346" y="482"/>
                  </a:lnTo>
                  <a:lnTo>
                    <a:pt x="9106" y="341"/>
                  </a:lnTo>
                  <a:lnTo>
                    <a:pt x="8865" y="221"/>
                  </a:lnTo>
                  <a:lnTo>
                    <a:pt x="8604" y="121"/>
                  </a:lnTo>
                  <a:lnTo>
                    <a:pt x="8324" y="61"/>
                  </a:lnTo>
                  <a:lnTo>
                    <a:pt x="8043" y="21"/>
                  </a:lnTo>
                  <a:lnTo>
                    <a:pt x="77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5" name="Google Shape;8995;p45"/>
            <p:cNvSpPr/>
            <p:nvPr/>
          </p:nvSpPr>
          <p:spPr>
            <a:xfrm>
              <a:off x="10509125" y="2553388"/>
              <a:ext cx="265250" cy="142925"/>
            </a:xfrm>
            <a:custGeom>
              <a:avLst/>
              <a:gdLst/>
              <a:ahLst/>
              <a:cxnLst/>
              <a:rect l="l" t="t" r="r" b="b"/>
              <a:pathLst>
                <a:path w="10610" h="5717" fill="none" extrusionOk="0">
                  <a:moveTo>
                    <a:pt x="10610" y="2848"/>
                  </a:moveTo>
                  <a:lnTo>
                    <a:pt x="10610" y="2848"/>
                  </a:lnTo>
                  <a:lnTo>
                    <a:pt x="10590" y="3129"/>
                  </a:lnTo>
                  <a:lnTo>
                    <a:pt x="10550" y="3390"/>
                  </a:lnTo>
                  <a:lnTo>
                    <a:pt x="10489" y="3630"/>
                  </a:lnTo>
                  <a:lnTo>
                    <a:pt x="10409" y="3871"/>
                  </a:lnTo>
                  <a:lnTo>
                    <a:pt x="10309" y="4112"/>
                  </a:lnTo>
                  <a:lnTo>
                    <a:pt x="10189" y="4332"/>
                  </a:lnTo>
                  <a:lnTo>
                    <a:pt x="10048" y="4553"/>
                  </a:lnTo>
                  <a:lnTo>
                    <a:pt x="9888" y="4733"/>
                  </a:lnTo>
                  <a:lnTo>
                    <a:pt x="9888" y="4733"/>
                  </a:lnTo>
                  <a:lnTo>
                    <a:pt x="9767" y="4874"/>
                  </a:lnTo>
                  <a:lnTo>
                    <a:pt x="9767" y="4874"/>
                  </a:lnTo>
                  <a:lnTo>
                    <a:pt x="9567" y="5054"/>
                  </a:lnTo>
                  <a:lnTo>
                    <a:pt x="9346" y="5215"/>
                  </a:lnTo>
                  <a:lnTo>
                    <a:pt x="9106" y="5375"/>
                  </a:lnTo>
                  <a:lnTo>
                    <a:pt x="8865" y="5495"/>
                  </a:lnTo>
                  <a:lnTo>
                    <a:pt x="8604" y="5576"/>
                  </a:lnTo>
                  <a:lnTo>
                    <a:pt x="8324" y="5656"/>
                  </a:lnTo>
                  <a:lnTo>
                    <a:pt x="8043" y="5696"/>
                  </a:lnTo>
                  <a:lnTo>
                    <a:pt x="7742" y="5716"/>
                  </a:lnTo>
                  <a:lnTo>
                    <a:pt x="2849" y="5716"/>
                  </a:lnTo>
                  <a:lnTo>
                    <a:pt x="2849" y="5716"/>
                  </a:lnTo>
                  <a:lnTo>
                    <a:pt x="2548" y="5696"/>
                  </a:lnTo>
                  <a:lnTo>
                    <a:pt x="2267" y="5656"/>
                  </a:lnTo>
                  <a:lnTo>
                    <a:pt x="2006" y="5576"/>
                  </a:lnTo>
                  <a:lnTo>
                    <a:pt x="1746" y="5495"/>
                  </a:lnTo>
                  <a:lnTo>
                    <a:pt x="1485" y="5375"/>
                  </a:lnTo>
                  <a:lnTo>
                    <a:pt x="1244" y="5215"/>
                  </a:lnTo>
                  <a:lnTo>
                    <a:pt x="1024" y="5054"/>
                  </a:lnTo>
                  <a:lnTo>
                    <a:pt x="823" y="4874"/>
                  </a:lnTo>
                  <a:lnTo>
                    <a:pt x="643" y="4673"/>
                  </a:lnTo>
                  <a:lnTo>
                    <a:pt x="482" y="4453"/>
                  </a:lnTo>
                  <a:lnTo>
                    <a:pt x="342" y="4212"/>
                  </a:lnTo>
                  <a:lnTo>
                    <a:pt x="222" y="3971"/>
                  </a:lnTo>
                  <a:lnTo>
                    <a:pt x="121" y="3711"/>
                  </a:lnTo>
                  <a:lnTo>
                    <a:pt x="61" y="3430"/>
                  </a:lnTo>
                  <a:lnTo>
                    <a:pt x="1" y="3149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1" y="2567"/>
                  </a:lnTo>
                  <a:lnTo>
                    <a:pt x="41" y="2287"/>
                  </a:lnTo>
                  <a:lnTo>
                    <a:pt x="121" y="2006"/>
                  </a:lnTo>
                  <a:lnTo>
                    <a:pt x="222" y="1745"/>
                  </a:lnTo>
                  <a:lnTo>
                    <a:pt x="342" y="1505"/>
                  </a:lnTo>
                  <a:lnTo>
                    <a:pt x="482" y="1264"/>
                  </a:lnTo>
                  <a:lnTo>
                    <a:pt x="643" y="1043"/>
                  </a:lnTo>
                  <a:lnTo>
                    <a:pt x="823" y="843"/>
                  </a:lnTo>
                  <a:lnTo>
                    <a:pt x="823" y="843"/>
                  </a:lnTo>
                  <a:lnTo>
                    <a:pt x="1024" y="642"/>
                  </a:lnTo>
                  <a:lnTo>
                    <a:pt x="1244" y="482"/>
                  </a:lnTo>
                  <a:lnTo>
                    <a:pt x="1485" y="341"/>
                  </a:lnTo>
                  <a:lnTo>
                    <a:pt x="1746" y="221"/>
                  </a:lnTo>
                  <a:lnTo>
                    <a:pt x="2006" y="121"/>
                  </a:lnTo>
                  <a:lnTo>
                    <a:pt x="2267" y="61"/>
                  </a:lnTo>
                  <a:lnTo>
                    <a:pt x="2568" y="21"/>
                  </a:lnTo>
                  <a:lnTo>
                    <a:pt x="2849" y="0"/>
                  </a:lnTo>
                  <a:lnTo>
                    <a:pt x="7742" y="0"/>
                  </a:lnTo>
                  <a:lnTo>
                    <a:pt x="7742" y="0"/>
                  </a:lnTo>
                  <a:lnTo>
                    <a:pt x="8043" y="21"/>
                  </a:lnTo>
                  <a:lnTo>
                    <a:pt x="8324" y="61"/>
                  </a:lnTo>
                  <a:lnTo>
                    <a:pt x="8604" y="121"/>
                  </a:lnTo>
                  <a:lnTo>
                    <a:pt x="8865" y="221"/>
                  </a:lnTo>
                  <a:lnTo>
                    <a:pt x="9106" y="341"/>
                  </a:lnTo>
                  <a:lnTo>
                    <a:pt x="9346" y="482"/>
                  </a:lnTo>
                  <a:lnTo>
                    <a:pt x="9567" y="662"/>
                  </a:lnTo>
                  <a:lnTo>
                    <a:pt x="9767" y="843"/>
                  </a:lnTo>
                  <a:lnTo>
                    <a:pt x="9948" y="1043"/>
                  </a:lnTo>
                  <a:lnTo>
                    <a:pt x="10108" y="1264"/>
                  </a:lnTo>
                  <a:lnTo>
                    <a:pt x="10249" y="1505"/>
                  </a:lnTo>
                  <a:lnTo>
                    <a:pt x="10369" y="1745"/>
                  </a:lnTo>
                  <a:lnTo>
                    <a:pt x="10469" y="2006"/>
                  </a:lnTo>
                  <a:lnTo>
                    <a:pt x="10550" y="2287"/>
                  </a:lnTo>
                  <a:lnTo>
                    <a:pt x="10590" y="2567"/>
                  </a:lnTo>
                  <a:lnTo>
                    <a:pt x="10610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6" name="Google Shape;8996;p45"/>
            <p:cNvSpPr/>
            <p:nvPr/>
          </p:nvSpPr>
          <p:spPr>
            <a:xfrm>
              <a:off x="10509125" y="2553388"/>
              <a:ext cx="97300" cy="97800"/>
            </a:xfrm>
            <a:custGeom>
              <a:avLst/>
              <a:gdLst/>
              <a:ahLst/>
              <a:cxnLst/>
              <a:rect l="l" t="t" r="r" b="b"/>
              <a:pathLst>
                <a:path w="3892" h="3912" extrusionOk="0">
                  <a:moveTo>
                    <a:pt x="2849" y="0"/>
                  </a:move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3129"/>
                  </a:lnTo>
                  <a:lnTo>
                    <a:pt x="41" y="3390"/>
                  </a:lnTo>
                  <a:lnTo>
                    <a:pt x="101" y="3650"/>
                  </a:lnTo>
                  <a:lnTo>
                    <a:pt x="201" y="3911"/>
                  </a:lnTo>
                  <a:lnTo>
                    <a:pt x="2889" y="3911"/>
                  </a:lnTo>
                  <a:lnTo>
                    <a:pt x="2768" y="3670"/>
                  </a:lnTo>
                  <a:lnTo>
                    <a:pt x="2688" y="3430"/>
                  </a:lnTo>
                  <a:lnTo>
                    <a:pt x="2628" y="3169"/>
                  </a:lnTo>
                  <a:lnTo>
                    <a:pt x="2608" y="2908"/>
                  </a:lnTo>
                  <a:lnTo>
                    <a:pt x="2608" y="2648"/>
                  </a:lnTo>
                  <a:lnTo>
                    <a:pt x="2648" y="2367"/>
                  </a:lnTo>
                  <a:lnTo>
                    <a:pt x="2688" y="2106"/>
                  </a:lnTo>
                  <a:lnTo>
                    <a:pt x="2748" y="1866"/>
                  </a:lnTo>
                  <a:lnTo>
                    <a:pt x="2829" y="1605"/>
                  </a:lnTo>
                  <a:lnTo>
                    <a:pt x="2929" y="1344"/>
                  </a:lnTo>
                  <a:lnTo>
                    <a:pt x="3049" y="1083"/>
                  </a:lnTo>
                  <a:lnTo>
                    <a:pt x="3190" y="843"/>
                  </a:lnTo>
                  <a:lnTo>
                    <a:pt x="3350" y="622"/>
                  </a:lnTo>
                  <a:lnTo>
                    <a:pt x="3510" y="402"/>
                  </a:lnTo>
                  <a:lnTo>
                    <a:pt x="3711" y="201"/>
                  </a:lnTo>
                  <a:lnTo>
                    <a:pt x="389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7" name="Google Shape;8997;p45"/>
            <p:cNvSpPr/>
            <p:nvPr/>
          </p:nvSpPr>
          <p:spPr>
            <a:xfrm>
              <a:off x="10509125" y="2553388"/>
              <a:ext cx="97300" cy="97800"/>
            </a:xfrm>
            <a:custGeom>
              <a:avLst/>
              <a:gdLst/>
              <a:ahLst/>
              <a:cxnLst/>
              <a:rect l="l" t="t" r="r" b="b"/>
              <a:pathLst>
                <a:path w="3892" h="3912" fill="none" extrusionOk="0">
                  <a:moveTo>
                    <a:pt x="3892" y="0"/>
                  </a:moveTo>
                  <a:lnTo>
                    <a:pt x="2849" y="0"/>
                  </a:lnTo>
                  <a:lnTo>
                    <a:pt x="2849" y="0"/>
                  </a:ln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1" y="3129"/>
                  </a:lnTo>
                  <a:lnTo>
                    <a:pt x="41" y="3390"/>
                  </a:lnTo>
                  <a:lnTo>
                    <a:pt x="101" y="3650"/>
                  </a:lnTo>
                  <a:lnTo>
                    <a:pt x="201" y="3911"/>
                  </a:lnTo>
                  <a:lnTo>
                    <a:pt x="2889" y="3911"/>
                  </a:lnTo>
                  <a:lnTo>
                    <a:pt x="2889" y="3911"/>
                  </a:lnTo>
                  <a:lnTo>
                    <a:pt x="2768" y="3670"/>
                  </a:lnTo>
                  <a:lnTo>
                    <a:pt x="2688" y="3430"/>
                  </a:lnTo>
                  <a:lnTo>
                    <a:pt x="2628" y="3169"/>
                  </a:lnTo>
                  <a:lnTo>
                    <a:pt x="2608" y="2908"/>
                  </a:lnTo>
                  <a:lnTo>
                    <a:pt x="2608" y="2648"/>
                  </a:lnTo>
                  <a:lnTo>
                    <a:pt x="2648" y="2367"/>
                  </a:lnTo>
                  <a:lnTo>
                    <a:pt x="2688" y="2106"/>
                  </a:lnTo>
                  <a:lnTo>
                    <a:pt x="2748" y="1866"/>
                  </a:lnTo>
                  <a:lnTo>
                    <a:pt x="2748" y="1866"/>
                  </a:lnTo>
                  <a:lnTo>
                    <a:pt x="2829" y="1605"/>
                  </a:lnTo>
                  <a:lnTo>
                    <a:pt x="2929" y="1344"/>
                  </a:lnTo>
                  <a:lnTo>
                    <a:pt x="3049" y="1083"/>
                  </a:lnTo>
                  <a:lnTo>
                    <a:pt x="3190" y="843"/>
                  </a:lnTo>
                  <a:lnTo>
                    <a:pt x="3350" y="622"/>
                  </a:lnTo>
                  <a:lnTo>
                    <a:pt x="3510" y="402"/>
                  </a:lnTo>
                  <a:lnTo>
                    <a:pt x="3711" y="201"/>
                  </a:lnTo>
                  <a:lnTo>
                    <a:pt x="389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8" name="Google Shape;8998;p45"/>
            <p:cNvSpPr/>
            <p:nvPr/>
          </p:nvSpPr>
          <p:spPr>
            <a:xfrm>
              <a:off x="10710175" y="2566413"/>
              <a:ext cx="43150" cy="46650"/>
            </a:xfrm>
            <a:custGeom>
              <a:avLst/>
              <a:gdLst/>
              <a:ahLst/>
              <a:cxnLst/>
              <a:rect l="l" t="t" r="r" b="b"/>
              <a:pathLst>
                <a:path w="1726" h="1866" extrusionOk="0">
                  <a:moveTo>
                    <a:pt x="261" y="1"/>
                  </a:moveTo>
                  <a:lnTo>
                    <a:pt x="181" y="21"/>
                  </a:lnTo>
                  <a:lnTo>
                    <a:pt x="101" y="61"/>
                  </a:lnTo>
                  <a:lnTo>
                    <a:pt x="61" y="121"/>
                  </a:lnTo>
                  <a:lnTo>
                    <a:pt x="21" y="181"/>
                  </a:lnTo>
                  <a:lnTo>
                    <a:pt x="1" y="262"/>
                  </a:lnTo>
                  <a:lnTo>
                    <a:pt x="1" y="342"/>
                  </a:lnTo>
                  <a:lnTo>
                    <a:pt x="41" y="422"/>
                  </a:lnTo>
                  <a:lnTo>
                    <a:pt x="101" y="502"/>
                  </a:lnTo>
                  <a:lnTo>
                    <a:pt x="181" y="582"/>
                  </a:lnTo>
                  <a:lnTo>
                    <a:pt x="362" y="723"/>
                  </a:lnTo>
                  <a:lnTo>
                    <a:pt x="542" y="863"/>
                  </a:lnTo>
                  <a:lnTo>
                    <a:pt x="643" y="943"/>
                  </a:lnTo>
                  <a:lnTo>
                    <a:pt x="723" y="1024"/>
                  </a:lnTo>
                  <a:lnTo>
                    <a:pt x="843" y="1204"/>
                  </a:lnTo>
                  <a:lnTo>
                    <a:pt x="943" y="1385"/>
                  </a:lnTo>
                  <a:lnTo>
                    <a:pt x="1044" y="1645"/>
                  </a:lnTo>
                  <a:lnTo>
                    <a:pt x="1124" y="1746"/>
                  </a:lnTo>
                  <a:lnTo>
                    <a:pt x="1184" y="1786"/>
                  </a:lnTo>
                  <a:lnTo>
                    <a:pt x="1244" y="1826"/>
                  </a:lnTo>
                  <a:lnTo>
                    <a:pt x="1324" y="1866"/>
                  </a:lnTo>
                  <a:lnTo>
                    <a:pt x="1425" y="1866"/>
                  </a:lnTo>
                  <a:lnTo>
                    <a:pt x="1525" y="1846"/>
                  </a:lnTo>
                  <a:lnTo>
                    <a:pt x="1565" y="1826"/>
                  </a:lnTo>
                  <a:lnTo>
                    <a:pt x="1605" y="1786"/>
                  </a:lnTo>
                  <a:lnTo>
                    <a:pt x="1645" y="1706"/>
                  </a:lnTo>
                  <a:lnTo>
                    <a:pt x="1685" y="1645"/>
                  </a:lnTo>
                  <a:lnTo>
                    <a:pt x="1725" y="1485"/>
                  </a:lnTo>
                  <a:lnTo>
                    <a:pt x="1705" y="1345"/>
                  </a:lnTo>
                  <a:lnTo>
                    <a:pt x="1665" y="1184"/>
                  </a:lnTo>
                  <a:lnTo>
                    <a:pt x="1605" y="1024"/>
                  </a:lnTo>
                  <a:lnTo>
                    <a:pt x="1525" y="883"/>
                  </a:lnTo>
                  <a:lnTo>
                    <a:pt x="1324" y="623"/>
                  </a:lnTo>
                  <a:lnTo>
                    <a:pt x="1224" y="502"/>
                  </a:lnTo>
                  <a:lnTo>
                    <a:pt x="1104" y="402"/>
                  </a:lnTo>
                  <a:lnTo>
                    <a:pt x="1004" y="322"/>
                  </a:lnTo>
                  <a:lnTo>
                    <a:pt x="883" y="242"/>
                  </a:lnTo>
                  <a:lnTo>
                    <a:pt x="622" y="121"/>
                  </a:lnTo>
                  <a:lnTo>
                    <a:pt x="342" y="21"/>
                  </a:lnTo>
                  <a:lnTo>
                    <a:pt x="26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9" name="Google Shape;8999;p45"/>
            <p:cNvSpPr/>
            <p:nvPr/>
          </p:nvSpPr>
          <p:spPr>
            <a:xfrm>
              <a:off x="10742775" y="2621563"/>
              <a:ext cx="12050" cy="12575"/>
            </a:xfrm>
            <a:custGeom>
              <a:avLst/>
              <a:gdLst/>
              <a:ahLst/>
              <a:cxnLst/>
              <a:rect l="l" t="t" r="r" b="b"/>
              <a:pathLst>
                <a:path w="482" h="503" extrusionOk="0">
                  <a:moveTo>
                    <a:pt x="241" y="1"/>
                  </a:moveTo>
                  <a:lnTo>
                    <a:pt x="181" y="21"/>
                  </a:lnTo>
                  <a:lnTo>
                    <a:pt x="121" y="41"/>
                  </a:lnTo>
                  <a:lnTo>
                    <a:pt x="40" y="101"/>
                  </a:lnTo>
                  <a:lnTo>
                    <a:pt x="20" y="181"/>
                  </a:lnTo>
                  <a:lnTo>
                    <a:pt x="0" y="242"/>
                  </a:lnTo>
                  <a:lnTo>
                    <a:pt x="0" y="322"/>
                  </a:lnTo>
                  <a:lnTo>
                    <a:pt x="40" y="402"/>
                  </a:lnTo>
                  <a:lnTo>
                    <a:pt x="81" y="462"/>
                  </a:lnTo>
                  <a:lnTo>
                    <a:pt x="161" y="502"/>
                  </a:lnTo>
                  <a:lnTo>
                    <a:pt x="321" y="502"/>
                  </a:lnTo>
                  <a:lnTo>
                    <a:pt x="381" y="462"/>
                  </a:lnTo>
                  <a:lnTo>
                    <a:pt x="442" y="402"/>
                  </a:lnTo>
                  <a:lnTo>
                    <a:pt x="462" y="322"/>
                  </a:lnTo>
                  <a:lnTo>
                    <a:pt x="482" y="242"/>
                  </a:lnTo>
                  <a:lnTo>
                    <a:pt x="462" y="181"/>
                  </a:lnTo>
                  <a:lnTo>
                    <a:pt x="421" y="101"/>
                  </a:lnTo>
                  <a:lnTo>
                    <a:pt x="361" y="41"/>
                  </a:lnTo>
                  <a:lnTo>
                    <a:pt x="301" y="21"/>
                  </a:lnTo>
                  <a:lnTo>
                    <a:pt x="24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0" name="Google Shape;9000;p45"/>
            <p:cNvSpPr/>
            <p:nvPr/>
          </p:nvSpPr>
          <p:spPr>
            <a:xfrm>
              <a:off x="10391825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extrusionOk="0">
                  <a:moveTo>
                    <a:pt x="943" y="0"/>
                  </a:moveTo>
                  <a:lnTo>
                    <a:pt x="822" y="20"/>
                  </a:lnTo>
                  <a:lnTo>
                    <a:pt x="682" y="40"/>
                  </a:lnTo>
                  <a:lnTo>
                    <a:pt x="562" y="81"/>
                  </a:lnTo>
                  <a:lnTo>
                    <a:pt x="441" y="141"/>
                  </a:lnTo>
                  <a:lnTo>
                    <a:pt x="341" y="221"/>
                  </a:lnTo>
                  <a:lnTo>
                    <a:pt x="241" y="301"/>
                  </a:lnTo>
                  <a:lnTo>
                    <a:pt x="161" y="401"/>
                  </a:lnTo>
                  <a:lnTo>
                    <a:pt x="100" y="522"/>
                  </a:lnTo>
                  <a:lnTo>
                    <a:pt x="40" y="642"/>
                  </a:lnTo>
                  <a:lnTo>
                    <a:pt x="0" y="802"/>
                  </a:lnTo>
                  <a:lnTo>
                    <a:pt x="0" y="963"/>
                  </a:lnTo>
                  <a:lnTo>
                    <a:pt x="0" y="11572"/>
                  </a:lnTo>
                  <a:lnTo>
                    <a:pt x="0" y="11692"/>
                  </a:lnTo>
                  <a:lnTo>
                    <a:pt x="20" y="11812"/>
                  </a:lnTo>
                  <a:lnTo>
                    <a:pt x="60" y="11933"/>
                  </a:lnTo>
                  <a:lnTo>
                    <a:pt x="100" y="12013"/>
                  </a:lnTo>
                  <a:lnTo>
                    <a:pt x="161" y="12113"/>
                  </a:lnTo>
                  <a:lnTo>
                    <a:pt x="221" y="12193"/>
                  </a:lnTo>
                  <a:lnTo>
                    <a:pt x="361" y="12334"/>
                  </a:lnTo>
                  <a:lnTo>
                    <a:pt x="542" y="12434"/>
                  </a:lnTo>
                  <a:lnTo>
                    <a:pt x="742" y="12494"/>
                  </a:lnTo>
                  <a:lnTo>
                    <a:pt x="943" y="12514"/>
                  </a:lnTo>
                  <a:lnTo>
                    <a:pt x="1143" y="12494"/>
                  </a:lnTo>
                  <a:lnTo>
                    <a:pt x="1304" y="12474"/>
                  </a:lnTo>
                  <a:lnTo>
                    <a:pt x="1444" y="12414"/>
                  </a:lnTo>
                  <a:lnTo>
                    <a:pt x="1584" y="12334"/>
                  </a:lnTo>
                  <a:lnTo>
                    <a:pt x="1705" y="12214"/>
                  </a:lnTo>
                  <a:lnTo>
                    <a:pt x="1825" y="12093"/>
                  </a:lnTo>
                  <a:lnTo>
                    <a:pt x="1885" y="11953"/>
                  </a:lnTo>
                  <a:lnTo>
                    <a:pt x="1945" y="11772"/>
                  </a:lnTo>
                  <a:lnTo>
                    <a:pt x="1966" y="11572"/>
                  </a:lnTo>
                  <a:lnTo>
                    <a:pt x="1966" y="963"/>
                  </a:lnTo>
                  <a:lnTo>
                    <a:pt x="1945" y="823"/>
                  </a:lnTo>
                  <a:lnTo>
                    <a:pt x="1925" y="702"/>
                  </a:lnTo>
                  <a:lnTo>
                    <a:pt x="1905" y="582"/>
                  </a:lnTo>
                  <a:lnTo>
                    <a:pt x="1845" y="482"/>
                  </a:lnTo>
                  <a:lnTo>
                    <a:pt x="1785" y="381"/>
                  </a:lnTo>
                  <a:lnTo>
                    <a:pt x="1725" y="301"/>
                  </a:lnTo>
                  <a:lnTo>
                    <a:pt x="1645" y="241"/>
                  </a:lnTo>
                  <a:lnTo>
                    <a:pt x="1564" y="181"/>
                  </a:lnTo>
                  <a:lnTo>
                    <a:pt x="1444" y="101"/>
                  </a:lnTo>
                  <a:lnTo>
                    <a:pt x="1324" y="60"/>
                  </a:lnTo>
                  <a:lnTo>
                    <a:pt x="1203" y="20"/>
                  </a:lnTo>
                  <a:lnTo>
                    <a:pt x="108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1" name="Google Shape;9001;p45"/>
            <p:cNvSpPr/>
            <p:nvPr/>
          </p:nvSpPr>
          <p:spPr>
            <a:xfrm>
              <a:off x="10287025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7" y="281"/>
                  </a:lnTo>
                  <a:lnTo>
                    <a:pt x="1826" y="421"/>
                  </a:lnTo>
                  <a:lnTo>
                    <a:pt x="1545" y="602"/>
                  </a:lnTo>
                  <a:lnTo>
                    <a:pt x="1264" y="802"/>
                  </a:lnTo>
                  <a:lnTo>
                    <a:pt x="1024" y="1023"/>
                  </a:lnTo>
                  <a:lnTo>
                    <a:pt x="803" y="1284"/>
                  </a:lnTo>
                  <a:lnTo>
                    <a:pt x="602" y="1544"/>
                  </a:lnTo>
                  <a:lnTo>
                    <a:pt x="422" y="1825"/>
                  </a:lnTo>
                  <a:lnTo>
                    <a:pt x="282" y="2146"/>
                  </a:lnTo>
                  <a:lnTo>
                    <a:pt x="161" y="2467"/>
                  </a:lnTo>
                  <a:lnTo>
                    <a:pt x="61" y="2788"/>
                  </a:lnTo>
                  <a:lnTo>
                    <a:pt x="21" y="3149"/>
                  </a:lnTo>
                  <a:lnTo>
                    <a:pt x="1" y="3490"/>
                  </a:lnTo>
                  <a:lnTo>
                    <a:pt x="21" y="3790"/>
                  </a:lnTo>
                  <a:lnTo>
                    <a:pt x="10329" y="3790"/>
                  </a:lnTo>
                  <a:lnTo>
                    <a:pt x="10349" y="3490"/>
                  </a:lnTo>
                  <a:lnTo>
                    <a:pt x="10329" y="3149"/>
                  </a:lnTo>
                  <a:lnTo>
                    <a:pt x="10269" y="2788"/>
                  </a:lnTo>
                  <a:lnTo>
                    <a:pt x="10188" y="2467"/>
                  </a:lnTo>
                  <a:lnTo>
                    <a:pt x="10068" y="2146"/>
                  </a:lnTo>
                  <a:lnTo>
                    <a:pt x="9928" y="1825"/>
                  </a:lnTo>
                  <a:lnTo>
                    <a:pt x="9747" y="1544"/>
                  </a:lnTo>
                  <a:lnTo>
                    <a:pt x="9547" y="1284"/>
                  </a:lnTo>
                  <a:lnTo>
                    <a:pt x="9326" y="1023"/>
                  </a:lnTo>
                  <a:lnTo>
                    <a:pt x="9065" y="802"/>
                  </a:lnTo>
                  <a:lnTo>
                    <a:pt x="8805" y="602"/>
                  </a:lnTo>
                  <a:lnTo>
                    <a:pt x="8524" y="421"/>
                  </a:lnTo>
                  <a:lnTo>
                    <a:pt x="8223" y="281"/>
                  </a:lnTo>
                  <a:lnTo>
                    <a:pt x="7902" y="160"/>
                  </a:lnTo>
                  <a:lnTo>
                    <a:pt x="7561" y="80"/>
                  </a:lnTo>
                  <a:lnTo>
                    <a:pt x="7220" y="20"/>
                  </a:lnTo>
                  <a:lnTo>
                    <a:pt x="685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2" name="Google Shape;9002;p45"/>
            <p:cNvSpPr/>
            <p:nvPr/>
          </p:nvSpPr>
          <p:spPr>
            <a:xfrm>
              <a:off x="10287025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fill="none" extrusionOk="0">
                  <a:moveTo>
                    <a:pt x="10349" y="3490"/>
                  </a:moveTo>
                  <a:lnTo>
                    <a:pt x="10349" y="3490"/>
                  </a:lnTo>
                  <a:lnTo>
                    <a:pt x="10329" y="3790"/>
                  </a:lnTo>
                  <a:lnTo>
                    <a:pt x="21" y="3790"/>
                  </a:lnTo>
                  <a:lnTo>
                    <a:pt x="21" y="3790"/>
                  </a:lnTo>
                  <a:lnTo>
                    <a:pt x="1" y="3490"/>
                  </a:lnTo>
                  <a:lnTo>
                    <a:pt x="1" y="3490"/>
                  </a:lnTo>
                  <a:lnTo>
                    <a:pt x="21" y="3149"/>
                  </a:lnTo>
                  <a:lnTo>
                    <a:pt x="61" y="2788"/>
                  </a:lnTo>
                  <a:lnTo>
                    <a:pt x="161" y="2467"/>
                  </a:lnTo>
                  <a:lnTo>
                    <a:pt x="282" y="2146"/>
                  </a:lnTo>
                  <a:lnTo>
                    <a:pt x="422" y="1825"/>
                  </a:lnTo>
                  <a:lnTo>
                    <a:pt x="602" y="1544"/>
                  </a:lnTo>
                  <a:lnTo>
                    <a:pt x="803" y="1284"/>
                  </a:lnTo>
                  <a:lnTo>
                    <a:pt x="1024" y="1023"/>
                  </a:lnTo>
                  <a:lnTo>
                    <a:pt x="1024" y="1023"/>
                  </a:lnTo>
                  <a:lnTo>
                    <a:pt x="1264" y="802"/>
                  </a:lnTo>
                  <a:lnTo>
                    <a:pt x="1545" y="602"/>
                  </a:lnTo>
                  <a:lnTo>
                    <a:pt x="1826" y="421"/>
                  </a:lnTo>
                  <a:lnTo>
                    <a:pt x="2127" y="281"/>
                  </a:lnTo>
                  <a:lnTo>
                    <a:pt x="2447" y="160"/>
                  </a:lnTo>
                  <a:lnTo>
                    <a:pt x="2788" y="80"/>
                  </a:lnTo>
                  <a:lnTo>
                    <a:pt x="3129" y="20"/>
                  </a:lnTo>
                  <a:lnTo>
                    <a:pt x="3490" y="0"/>
                  </a:lnTo>
                  <a:lnTo>
                    <a:pt x="6859" y="0"/>
                  </a:lnTo>
                  <a:lnTo>
                    <a:pt x="6859" y="0"/>
                  </a:lnTo>
                  <a:lnTo>
                    <a:pt x="7220" y="20"/>
                  </a:lnTo>
                  <a:lnTo>
                    <a:pt x="7561" y="80"/>
                  </a:lnTo>
                  <a:lnTo>
                    <a:pt x="7902" y="160"/>
                  </a:lnTo>
                  <a:lnTo>
                    <a:pt x="8223" y="281"/>
                  </a:lnTo>
                  <a:lnTo>
                    <a:pt x="8524" y="421"/>
                  </a:lnTo>
                  <a:lnTo>
                    <a:pt x="8805" y="602"/>
                  </a:lnTo>
                  <a:lnTo>
                    <a:pt x="9065" y="802"/>
                  </a:lnTo>
                  <a:lnTo>
                    <a:pt x="9326" y="1023"/>
                  </a:lnTo>
                  <a:lnTo>
                    <a:pt x="9547" y="1284"/>
                  </a:lnTo>
                  <a:lnTo>
                    <a:pt x="9747" y="1544"/>
                  </a:lnTo>
                  <a:lnTo>
                    <a:pt x="9928" y="1825"/>
                  </a:lnTo>
                  <a:lnTo>
                    <a:pt x="10068" y="2146"/>
                  </a:lnTo>
                  <a:lnTo>
                    <a:pt x="10188" y="2467"/>
                  </a:lnTo>
                  <a:lnTo>
                    <a:pt x="10269" y="2788"/>
                  </a:lnTo>
                  <a:lnTo>
                    <a:pt x="10329" y="3149"/>
                  </a:lnTo>
                  <a:lnTo>
                    <a:pt x="10349" y="34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3" name="Google Shape;9003;p45"/>
            <p:cNvSpPr/>
            <p:nvPr/>
          </p:nvSpPr>
          <p:spPr>
            <a:xfrm>
              <a:off x="10402850" y="4163263"/>
              <a:ext cx="18075" cy="6550"/>
            </a:xfrm>
            <a:custGeom>
              <a:avLst/>
              <a:gdLst/>
              <a:ahLst/>
              <a:cxnLst/>
              <a:rect l="l" t="t" r="r" b="b"/>
              <a:pathLst>
                <a:path w="723" h="262" fill="none" extrusionOk="0">
                  <a:moveTo>
                    <a:pt x="0" y="1"/>
                  </a:moveTo>
                  <a:lnTo>
                    <a:pt x="0" y="261"/>
                  </a:lnTo>
                  <a:lnTo>
                    <a:pt x="722" y="261"/>
                  </a:lnTo>
                  <a:lnTo>
                    <a:pt x="722" y="26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261" y="12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4" name="Google Shape;9004;p45"/>
            <p:cNvSpPr/>
            <p:nvPr/>
          </p:nvSpPr>
          <p:spPr>
            <a:xfrm>
              <a:off x="10478550" y="4103613"/>
              <a:ext cx="17075" cy="17575"/>
            </a:xfrm>
            <a:custGeom>
              <a:avLst/>
              <a:gdLst/>
              <a:ahLst/>
              <a:cxnLst/>
              <a:rect l="l" t="t" r="r" b="b"/>
              <a:pathLst>
                <a:path w="683" h="703" extrusionOk="0">
                  <a:moveTo>
                    <a:pt x="261" y="0"/>
                  </a:moveTo>
                  <a:lnTo>
                    <a:pt x="201" y="20"/>
                  </a:lnTo>
                  <a:lnTo>
                    <a:pt x="141" y="60"/>
                  </a:lnTo>
                  <a:lnTo>
                    <a:pt x="81" y="100"/>
                  </a:lnTo>
                  <a:lnTo>
                    <a:pt x="41" y="161"/>
                  </a:lnTo>
                  <a:lnTo>
                    <a:pt x="21" y="221"/>
                  </a:lnTo>
                  <a:lnTo>
                    <a:pt x="1" y="341"/>
                  </a:lnTo>
                  <a:lnTo>
                    <a:pt x="21" y="481"/>
                  </a:lnTo>
                  <a:lnTo>
                    <a:pt x="41" y="542"/>
                  </a:lnTo>
                  <a:lnTo>
                    <a:pt x="81" y="602"/>
                  </a:lnTo>
                  <a:lnTo>
                    <a:pt x="141" y="642"/>
                  </a:lnTo>
                  <a:lnTo>
                    <a:pt x="201" y="662"/>
                  </a:lnTo>
                  <a:lnTo>
                    <a:pt x="261" y="702"/>
                  </a:lnTo>
                  <a:lnTo>
                    <a:pt x="422" y="702"/>
                  </a:lnTo>
                  <a:lnTo>
                    <a:pt x="502" y="662"/>
                  </a:lnTo>
                  <a:lnTo>
                    <a:pt x="542" y="642"/>
                  </a:lnTo>
                  <a:lnTo>
                    <a:pt x="602" y="602"/>
                  </a:lnTo>
                  <a:lnTo>
                    <a:pt x="642" y="542"/>
                  </a:lnTo>
                  <a:lnTo>
                    <a:pt x="662" y="481"/>
                  </a:lnTo>
                  <a:lnTo>
                    <a:pt x="682" y="341"/>
                  </a:lnTo>
                  <a:lnTo>
                    <a:pt x="662" y="221"/>
                  </a:lnTo>
                  <a:lnTo>
                    <a:pt x="642" y="161"/>
                  </a:lnTo>
                  <a:lnTo>
                    <a:pt x="602" y="100"/>
                  </a:lnTo>
                  <a:lnTo>
                    <a:pt x="542" y="60"/>
                  </a:lnTo>
                  <a:lnTo>
                    <a:pt x="502" y="20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5" name="Google Shape;9005;p45"/>
            <p:cNvSpPr/>
            <p:nvPr/>
          </p:nvSpPr>
          <p:spPr>
            <a:xfrm>
              <a:off x="10310600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extrusionOk="0">
                  <a:moveTo>
                    <a:pt x="2567" y="0"/>
                  </a:moveTo>
                  <a:lnTo>
                    <a:pt x="2287" y="60"/>
                  </a:lnTo>
                  <a:lnTo>
                    <a:pt x="2006" y="121"/>
                  </a:lnTo>
                  <a:lnTo>
                    <a:pt x="1745" y="221"/>
                  </a:lnTo>
                  <a:lnTo>
                    <a:pt x="1504" y="341"/>
                  </a:lnTo>
                  <a:lnTo>
                    <a:pt x="1264" y="482"/>
                  </a:lnTo>
                  <a:lnTo>
                    <a:pt x="1043" y="642"/>
                  </a:lnTo>
                  <a:lnTo>
                    <a:pt x="843" y="823"/>
                  </a:lnTo>
                  <a:lnTo>
                    <a:pt x="642" y="1043"/>
                  </a:lnTo>
                  <a:lnTo>
                    <a:pt x="482" y="1244"/>
                  </a:lnTo>
                  <a:lnTo>
                    <a:pt x="341" y="1484"/>
                  </a:lnTo>
                  <a:lnTo>
                    <a:pt x="221" y="1745"/>
                  </a:lnTo>
                  <a:lnTo>
                    <a:pt x="121" y="2006"/>
                  </a:lnTo>
                  <a:lnTo>
                    <a:pt x="61" y="2266"/>
                  </a:lnTo>
                  <a:lnTo>
                    <a:pt x="20" y="2547"/>
                  </a:lnTo>
                  <a:lnTo>
                    <a:pt x="0" y="2848"/>
                  </a:lnTo>
                  <a:lnTo>
                    <a:pt x="20" y="3209"/>
                  </a:lnTo>
                  <a:lnTo>
                    <a:pt x="81" y="3570"/>
                  </a:lnTo>
                  <a:lnTo>
                    <a:pt x="201" y="3891"/>
                  </a:lnTo>
                  <a:lnTo>
                    <a:pt x="341" y="4212"/>
                  </a:lnTo>
                  <a:lnTo>
                    <a:pt x="522" y="4493"/>
                  </a:lnTo>
                  <a:lnTo>
                    <a:pt x="742" y="4773"/>
                  </a:lnTo>
                  <a:lnTo>
                    <a:pt x="983" y="5014"/>
                  </a:lnTo>
                  <a:lnTo>
                    <a:pt x="1244" y="5215"/>
                  </a:lnTo>
                  <a:lnTo>
                    <a:pt x="1424" y="5315"/>
                  </a:lnTo>
                  <a:lnTo>
                    <a:pt x="1605" y="5415"/>
                  </a:lnTo>
                  <a:lnTo>
                    <a:pt x="1805" y="5515"/>
                  </a:lnTo>
                  <a:lnTo>
                    <a:pt x="2006" y="5575"/>
                  </a:lnTo>
                  <a:lnTo>
                    <a:pt x="2206" y="5636"/>
                  </a:lnTo>
                  <a:lnTo>
                    <a:pt x="2427" y="5676"/>
                  </a:lnTo>
                  <a:lnTo>
                    <a:pt x="2627" y="5696"/>
                  </a:lnTo>
                  <a:lnTo>
                    <a:pt x="5896" y="5696"/>
                  </a:lnTo>
                  <a:lnTo>
                    <a:pt x="6177" y="5656"/>
                  </a:lnTo>
                  <a:lnTo>
                    <a:pt x="6458" y="5575"/>
                  </a:lnTo>
                  <a:lnTo>
                    <a:pt x="6719" y="5475"/>
                  </a:lnTo>
                  <a:lnTo>
                    <a:pt x="6959" y="5355"/>
                  </a:lnTo>
                  <a:lnTo>
                    <a:pt x="7200" y="5215"/>
                  </a:lnTo>
                  <a:lnTo>
                    <a:pt x="7421" y="5054"/>
                  </a:lnTo>
                  <a:lnTo>
                    <a:pt x="7621" y="4874"/>
                  </a:lnTo>
                  <a:lnTo>
                    <a:pt x="7781" y="4693"/>
                  </a:lnTo>
                  <a:lnTo>
                    <a:pt x="7942" y="4513"/>
                  </a:lnTo>
                  <a:lnTo>
                    <a:pt x="8062" y="4312"/>
                  </a:lnTo>
                  <a:lnTo>
                    <a:pt x="8183" y="4091"/>
                  </a:lnTo>
                  <a:lnTo>
                    <a:pt x="8283" y="3871"/>
                  </a:lnTo>
                  <a:lnTo>
                    <a:pt x="8343" y="3630"/>
                  </a:lnTo>
                  <a:lnTo>
                    <a:pt x="8403" y="3390"/>
                  </a:lnTo>
                  <a:lnTo>
                    <a:pt x="8443" y="3149"/>
                  </a:lnTo>
                  <a:lnTo>
                    <a:pt x="8463" y="2848"/>
                  </a:lnTo>
                  <a:lnTo>
                    <a:pt x="8443" y="2567"/>
                  </a:lnTo>
                  <a:lnTo>
                    <a:pt x="8403" y="2266"/>
                  </a:lnTo>
                  <a:lnTo>
                    <a:pt x="8323" y="2006"/>
                  </a:lnTo>
                  <a:lnTo>
                    <a:pt x="8243" y="1745"/>
                  </a:lnTo>
                  <a:lnTo>
                    <a:pt x="8122" y="1484"/>
                  </a:lnTo>
                  <a:lnTo>
                    <a:pt x="7982" y="1244"/>
                  </a:lnTo>
                  <a:lnTo>
                    <a:pt x="7802" y="1043"/>
                  </a:lnTo>
                  <a:lnTo>
                    <a:pt x="7621" y="823"/>
                  </a:lnTo>
                  <a:lnTo>
                    <a:pt x="7421" y="642"/>
                  </a:lnTo>
                  <a:lnTo>
                    <a:pt x="7200" y="482"/>
                  </a:lnTo>
                  <a:lnTo>
                    <a:pt x="6959" y="341"/>
                  </a:lnTo>
                  <a:lnTo>
                    <a:pt x="6719" y="221"/>
                  </a:lnTo>
                  <a:lnTo>
                    <a:pt x="6458" y="121"/>
                  </a:lnTo>
                  <a:lnTo>
                    <a:pt x="6177" y="60"/>
                  </a:lnTo>
                  <a:lnTo>
                    <a:pt x="58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6" name="Google Shape;9006;p45"/>
            <p:cNvSpPr/>
            <p:nvPr/>
          </p:nvSpPr>
          <p:spPr>
            <a:xfrm>
              <a:off x="10310600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fill="none" extrusionOk="0">
                  <a:moveTo>
                    <a:pt x="8463" y="2848"/>
                  </a:moveTo>
                  <a:lnTo>
                    <a:pt x="8463" y="2848"/>
                  </a:lnTo>
                  <a:lnTo>
                    <a:pt x="8443" y="3149"/>
                  </a:lnTo>
                  <a:lnTo>
                    <a:pt x="8443" y="3149"/>
                  </a:lnTo>
                  <a:lnTo>
                    <a:pt x="8403" y="3390"/>
                  </a:lnTo>
                  <a:lnTo>
                    <a:pt x="8343" y="3630"/>
                  </a:lnTo>
                  <a:lnTo>
                    <a:pt x="8283" y="3871"/>
                  </a:lnTo>
                  <a:lnTo>
                    <a:pt x="8183" y="4091"/>
                  </a:lnTo>
                  <a:lnTo>
                    <a:pt x="8062" y="4312"/>
                  </a:lnTo>
                  <a:lnTo>
                    <a:pt x="7942" y="4513"/>
                  </a:lnTo>
                  <a:lnTo>
                    <a:pt x="7781" y="4693"/>
                  </a:lnTo>
                  <a:lnTo>
                    <a:pt x="7621" y="4874"/>
                  </a:lnTo>
                  <a:lnTo>
                    <a:pt x="7621" y="4874"/>
                  </a:lnTo>
                  <a:lnTo>
                    <a:pt x="7421" y="5054"/>
                  </a:lnTo>
                  <a:lnTo>
                    <a:pt x="7200" y="5215"/>
                  </a:lnTo>
                  <a:lnTo>
                    <a:pt x="6959" y="5355"/>
                  </a:lnTo>
                  <a:lnTo>
                    <a:pt x="6719" y="5475"/>
                  </a:lnTo>
                  <a:lnTo>
                    <a:pt x="6458" y="5575"/>
                  </a:lnTo>
                  <a:lnTo>
                    <a:pt x="6177" y="5656"/>
                  </a:lnTo>
                  <a:lnTo>
                    <a:pt x="5896" y="5696"/>
                  </a:lnTo>
                  <a:lnTo>
                    <a:pt x="5596" y="5696"/>
                  </a:lnTo>
                  <a:lnTo>
                    <a:pt x="2848" y="5696"/>
                  </a:lnTo>
                  <a:lnTo>
                    <a:pt x="2848" y="5696"/>
                  </a:lnTo>
                  <a:lnTo>
                    <a:pt x="2627" y="5696"/>
                  </a:lnTo>
                  <a:lnTo>
                    <a:pt x="2427" y="5676"/>
                  </a:lnTo>
                  <a:lnTo>
                    <a:pt x="2206" y="5636"/>
                  </a:lnTo>
                  <a:lnTo>
                    <a:pt x="2006" y="5575"/>
                  </a:lnTo>
                  <a:lnTo>
                    <a:pt x="1805" y="5515"/>
                  </a:lnTo>
                  <a:lnTo>
                    <a:pt x="1605" y="5415"/>
                  </a:lnTo>
                  <a:lnTo>
                    <a:pt x="1424" y="5315"/>
                  </a:lnTo>
                  <a:lnTo>
                    <a:pt x="1244" y="5215"/>
                  </a:lnTo>
                  <a:lnTo>
                    <a:pt x="1244" y="5215"/>
                  </a:lnTo>
                  <a:lnTo>
                    <a:pt x="983" y="5014"/>
                  </a:lnTo>
                  <a:lnTo>
                    <a:pt x="742" y="4773"/>
                  </a:lnTo>
                  <a:lnTo>
                    <a:pt x="522" y="4493"/>
                  </a:lnTo>
                  <a:lnTo>
                    <a:pt x="341" y="4212"/>
                  </a:lnTo>
                  <a:lnTo>
                    <a:pt x="201" y="3891"/>
                  </a:lnTo>
                  <a:lnTo>
                    <a:pt x="81" y="3570"/>
                  </a:lnTo>
                  <a:lnTo>
                    <a:pt x="20" y="3209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547"/>
                  </a:lnTo>
                  <a:lnTo>
                    <a:pt x="61" y="2266"/>
                  </a:lnTo>
                  <a:lnTo>
                    <a:pt x="121" y="2006"/>
                  </a:lnTo>
                  <a:lnTo>
                    <a:pt x="221" y="1745"/>
                  </a:lnTo>
                  <a:lnTo>
                    <a:pt x="341" y="1484"/>
                  </a:lnTo>
                  <a:lnTo>
                    <a:pt x="482" y="1244"/>
                  </a:lnTo>
                  <a:lnTo>
                    <a:pt x="642" y="1043"/>
                  </a:lnTo>
                  <a:lnTo>
                    <a:pt x="843" y="823"/>
                  </a:lnTo>
                  <a:lnTo>
                    <a:pt x="843" y="823"/>
                  </a:lnTo>
                  <a:lnTo>
                    <a:pt x="1043" y="642"/>
                  </a:lnTo>
                  <a:lnTo>
                    <a:pt x="1264" y="482"/>
                  </a:lnTo>
                  <a:lnTo>
                    <a:pt x="1504" y="341"/>
                  </a:lnTo>
                  <a:lnTo>
                    <a:pt x="1745" y="221"/>
                  </a:lnTo>
                  <a:lnTo>
                    <a:pt x="2006" y="121"/>
                  </a:lnTo>
                  <a:lnTo>
                    <a:pt x="2287" y="60"/>
                  </a:lnTo>
                  <a:lnTo>
                    <a:pt x="2567" y="0"/>
                  </a:lnTo>
                  <a:lnTo>
                    <a:pt x="2848" y="0"/>
                  </a:lnTo>
                  <a:lnTo>
                    <a:pt x="5596" y="0"/>
                  </a:lnTo>
                  <a:lnTo>
                    <a:pt x="5596" y="0"/>
                  </a:lnTo>
                  <a:lnTo>
                    <a:pt x="5896" y="0"/>
                  </a:lnTo>
                  <a:lnTo>
                    <a:pt x="6177" y="60"/>
                  </a:lnTo>
                  <a:lnTo>
                    <a:pt x="6458" y="121"/>
                  </a:lnTo>
                  <a:lnTo>
                    <a:pt x="6719" y="221"/>
                  </a:lnTo>
                  <a:lnTo>
                    <a:pt x="6959" y="341"/>
                  </a:lnTo>
                  <a:lnTo>
                    <a:pt x="7200" y="482"/>
                  </a:lnTo>
                  <a:lnTo>
                    <a:pt x="7421" y="642"/>
                  </a:lnTo>
                  <a:lnTo>
                    <a:pt x="7621" y="823"/>
                  </a:lnTo>
                  <a:lnTo>
                    <a:pt x="7802" y="1043"/>
                  </a:lnTo>
                  <a:lnTo>
                    <a:pt x="7982" y="1244"/>
                  </a:lnTo>
                  <a:lnTo>
                    <a:pt x="8122" y="1484"/>
                  </a:lnTo>
                  <a:lnTo>
                    <a:pt x="8243" y="1745"/>
                  </a:lnTo>
                  <a:lnTo>
                    <a:pt x="8323" y="2006"/>
                  </a:lnTo>
                  <a:lnTo>
                    <a:pt x="8403" y="2266"/>
                  </a:lnTo>
                  <a:lnTo>
                    <a:pt x="8443" y="2567"/>
                  </a:lnTo>
                  <a:lnTo>
                    <a:pt x="8463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7" name="Google Shape;9007;p45"/>
            <p:cNvSpPr/>
            <p:nvPr/>
          </p:nvSpPr>
          <p:spPr>
            <a:xfrm>
              <a:off x="10310600" y="3828363"/>
              <a:ext cx="211600" cy="76225"/>
            </a:xfrm>
            <a:custGeom>
              <a:avLst/>
              <a:gdLst/>
              <a:ahLst/>
              <a:cxnLst/>
              <a:rect l="l" t="t" r="r" b="b"/>
              <a:pathLst>
                <a:path w="8464" h="3049" extrusionOk="0">
                  <a:moveTo>
                    <a:pt x="81" y="0"/>
                  </a:moveTo>
                  <a:lnTo>
                    <a:pt x="20" y="341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81" y="1404"/>
                  </a:lnTo>
                  <a:lnTo>
                    <a:pt x="201" y="1725"/>
                  </a:lnTo>
                  <a:lnTo>
                    <a:pt x="341" y="2046"/>
                  </a:lnTo>
                  <a:lnTo>
                    <a:pt x="522" y="2327"/>
                  </a:lnTo>
                  <a:lnTo>
                    <a:pt x="742" y="2607"/>
                  </a:lnTo>
                  <a:lnTo>
                    <a:pt x="983" y="2848"/>
                  </a:lnTo>
                  <a:lnTo>
                    <a:pt x="1244" y="3049"/>
                  </a:lnTo>
                  <a:lnTo>
                    <a:pt x="1364" y="2828"/>
                  </a:lnTo>
                  <a:lnTo>
                    <a:pt x="1524" y="2627"/>
                  </a:lnTo>
                  <a:lnTo>
                    <a:pt x="1705" y="2427"/>
                  </a:lnTo>
                  <a:lnTo>
                    <a:pt x="1926" y="2266"/>
                  </a:lnTo>
                  <a:lnTo>
                    <a:pt x="2146" y="2106"/>
                  </a:lnTo>
                  <a:lnTo>
                    <a:pt x="2407" y="1946"/>
                  </a:lnTo>
                  <a:lnTo>
                    <a:pt x="2668" y="1805"/>
                  </a:lnTo>
                  <a:lnTo>
                    <a:pt x="2948" y="1685"/>
                  </a:lnTo>
                  <a:lnTo>
                    <a:pt x="3229" y="1564"/>
                  </a:lnTo>
                  <a:lnTo>
                    <a:pt x="3510" y="1464"/>
                  </a:lnTo>
                  <a:lnTo>
                    <a:pt x="4071" y="1304"/>
                  </a:lnTo>
                  <a:lnTo>
                    <a:pt x="4573" y="1183"/>
                  </a:lnTo>
                  <a:lnTo>
                    <a:pt x="5034" y="1083"/>
                  </a:lnTo>
                  <a:lnTo>
                    <a:pt x="5535" y="1023"/>
                  </a:lnTo>
                  <a:lnTo>
                    <a:pt x="6057" y="963"/>
                  </a:lnTo>
                  <a:lnTo>
                    <a:pt x="6558" y="943"/>
                  </a:lnTo>
                  <a:lnTo>
                    <a:pt x="7080" y="923"/>
                  </a:lnTo>
                  <a:lnTo>
                    <a:pt x="7761" y="943"/>
                  </a:lnTo>
                  <a:lnTo>
                    <a:pt x="8443" y="983"/>
                  </a:lnTo>
                  <a:lnTo>
                    <a:pt x="8463" y="682"/>
                  </a:lnTo>
                  <a:lnTo>
                    <a:pt x="8443" y="381"/>
                  </a:lnTo>
                  <a:lnTo>
                    <a:pt x="8403" y="80"/>
                  </a:lnTo>
                  <a:lnTo>
                    <a:pt x="1023" y="80"/>
                  </a:lnTo>
                  <a:lnTo>
                    <a:pt x="702" y="6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8" name="Google Shape;9008;p45"/>
            <p:cNvSpPr/>
            <p:nvPr/>
          </p:nvSpPr>
          <p:spPr>
            <a:xfrm>
              <a:off x="10310600" y="3828363"/>
              <a:ext cx="211600" cy="76225"/>
            </a:xfrm>
            <a:custGeom>
              <a:avLst/>
              <a:gdLst/>
              <a:ahLst/>
              <a:cxnLst/>
              <a:rect l="l" t="t" r="r" b="b"/>
              <a:pathLst>
                <a:path w="8464" h="3049" fill="none" extrusionOk="0">
                  <a:moveTo>
                    <a:pt x="81" y="0"/>
                  </a:moveTo>
                  <a:lnTo>
                    <a:pt x="81" y="0"/>
                  </a:lnTo>
                  <a:lnTo>
                    <a:pt x="20" y="341"/>
                  </a:lnTo>
                  <a:lnTo>
                    <a:pt x="0" y="682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81" y="1404"/>
                  </a:lnTo>
                  <a:lnTo>
                    <a:pt x="201" y="1725"/>
                  </a:lnTo>
                  <a:lnTo>
                    <a:pt x="341" y="2046"/>
                  </a:lnTo>
                  <a:lnTo>
                    <a:pt x="522" y="2327"/>
                  </a:lnTo>
                  <a:lnTo>
                    <a:pt x="742" y="2607"/>
                  </a:lnTo>
                  <a:lnTo>
                    <a:pt x="983" y="2848"/>
                  </a:lnTo>
                  <a:lnTo>
                    <a:pt x="1244" y="3049"/>
                  </a:lnTo>
                  <a:lnTo>
                    <a:pt x="1244" y="3049"/>
                  </a:lnTo>
                  <a:lnTo>
                    <a:pt x="1364" y="2828"/>
                  </a:lnTo>
                  <a:lnTo>
                    <a:pt x="1524" y="2627"/>
                  </a:lnTo>
                  <a:lnTo>
                    <a:pt x="1705" y="2427"/>
                  </a:lnTo>
                  <a:lnTo>
                    <a:pt x="1926" y="2266"/>
                  </a:lnTo>
                  <a:lnTo>
                    <a:pt x="2146" y="2106"/>
                  </a:lnTo>
                  <a:lnTo>
                    <a:pt x="2407" y="1946"/>
                  </a:lnTo>
                  <a:lnTo>
                    <a:pt x="2668" y="1805"/>
                  </a:lnTo>
                  <a:lnTo>
                    <a:pt x="2948" y="1685"/>
                  </a:lnTo>
                  <a:lnTo>
                    <a:pt x="3229" y="1564"/>
                  </a:lnTo>
                  <a:lnTo>
                    <a:pt x="3510" y="1464"/>
                  </a:lnTo>
                  <a:lnTo>
                    <a:pt x="4071" y="1304"/>
                  </a:lnTo>
                  <a:lnTo>
                    <a:pt x="4573" y="1183"/>
                  </a:lnTo>
                  <a:lnTo>
                    <a:pt x="5034" y="1083"/>
                  </a:lnTo>
                  <a:lnTo>
                    <a:pt x="5034" y="1083"/>
                  </a:lnTo>
                  <a:lnTo>
                    <a:pt x="5535" y="1023"/>
                  </a:lnTo>
                  <a:lnTo>
                    <a:pt x="6057" y="963"/>
                  </a:lnTo>
                  <a:lnTo>
                    <a:pt x="6558" y="943"/>
                  </a:lnTo>
                  <a:lnTo>
                    <a:pt x="7080" y="923"/>
                  </a:lnTo>
                  <a:lnTo>
                    <a:pt x="7080" y="923"/>
                  </a:lnTo>
                  <a:lnTo>
                    <a:pt x="7761" y="943"/>
                  </a:lnTo>
                  <a:lnTo>
                    <a:pt x="8443" y="983"/>
                  </a:lnTo>
                  <a:lnTo>
                    <a:pt x="8443" y="983"/>
                  </a:lnTo>
                  <a:lnTo>
                    <a:pt x="8463" y="682"/>
                  </a:lnTo>
                  <a:lnTo>
                    <a:pt x="8463" y="682"/>
                  </a:lnTo>
                  <a:lnTo>
                    <a:pt x="8443" y="381"/>
                  </a:lnTo>
                  <a:lnTo>
                    <a:pt x="8403" y="80"/>
                  </a:lnTo>
                  <a:lnTo>
                    <a:pt x="1344" y="80"/>
                  </a:lnTo>
                  <a:lnTo>
                    <a:pt x="1344" y="80"/>
                  </a:lnTo>
                  <a:lnTo>
                    <a:pt x="1023" y="80"/>
                  </a:lnTo>
                  <a:lnTo>
                    <a:pt x="702" y="60"/>
                  </a:lnTo>
                  <a:lnTo>
                    <a:pt x="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9" name="Google Shape;9009;p45"/>
            <p:cNvSpPr/>
            <p:nvPr/>
          </p:nvSpPr>
          <p:spPr>
            <a:xfrm>
              <a:off x="10842050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extrusionOk="0">
                  <a:moveTo>
                    <a:pt x="923" y="0"/>
                  </a:moveTo>
                  <a:lnTo>
                    <a:pt x="722" y="40"/>
                  </a:lnTo>
                  <a:lnTo>
                    <a:pt x="542" y="101"/>
                  </a:lnTo>
                  <a:lnTo>
                    <a:pt x="361" y="201"/>
                  </a:lnTo>
                  <a:lnTo>
                    <a:pt x="221" y="341"/>
                  </a:lnTo>
                  <a:lnTo>
                    <a:pt x="161" y="421"/>
                  </a:lnTo>
                  <a:lnTo>
                    <a:pt x="100" y="502"/>
                  </a:lnTo>
                  <a:lnTo>
                    <a:pt x="60" y="602"/>
                  </a:lnTo>
                  <a:lnTo>
                    <a:pt x="40" y="722"/>
                  </a:lnTo>
                  <a:lnTo>
                    <a:pt x="20" y="823"/>
                  </a:lnTo>
                  <a:lnTo>
                    <a:pt x="0" y="963"/>
                  </a:lnTo>
                  <a:lnTo>
                    <a:pt x="0" y="11572"/>
                  </a:lnTo>
                  <a:lnTo>
                    <a:pt x="20" y="11712"/>
                  </a:lnTo>
                  <a:lnTo>
                    <a:pt x="40" y="11832"/>
                  </a:lnTo>
                  <a:lnTo>
                    <a:pt x="80" y="11953"/>
                  </a:lnTo>
                  <a:lnTo>
                    <a:pt x="120" y="12053"/>
                  </a:lnTo>
                  <a:lnTo>
                    <a:pt x="181" y="12153"/>
                  </a:lnTo>
                  <a:lnTo>
                    <a:pt x="261" y="12234"/>
                  </a:lnTo>
                  <a:lnTo>
                    <a:pt x="341" y="12314"/>
                  </a:lnTo>
                  <a:lnTo>
                    <a:pt x="441" y="12374"/>
                  </a:lnTo>
                  <a:lnTo>
                    <a:pt x="522" y="12414"/>
                  </a:lnTo>
                  <a:lnTo>
                    <a:pt x="642" y="12454"/>
                  </a:lnTo>
                  <a:lnTo>
                    <a:pt x="842" y="12514"/>
                  </a:lnTo>
                  <a:lnTo>
                    <a:pt x="1063" y="12514"/>
                  </a:lnTo>
                  <a:lnTo>
                    <a:pt x="1284" y="12474"/>
                  </a:lnTo>
                  <a:lnTo>
                    <a:pt x="1424" y="12434"/>
                  </a:lnTo>
                  <a:lnTo>
                    <a:pt x="1544" y="12354"/>
                  </a:lnTo>
                  <a:lnTo>
                    <a:pt x="1665" y="12274"/>
                  </a:lnTo>
                  <a:lnTo>
                    <a:pt x="1765" y="12173"/>
                  </a:lnTo>
                  <a:lnTo>
                    <a:pt x="1845" y="12053"/>
                  </a:lnTo>
                  <a:lnTo>
                    <a:pt x="1905" y="11913"/>
                  </a:lnTo>
                  <a:lnTo>
                    <a:pt x="1945" y="11752"/>
                  </a:lnTo>
                  <a:lnTo>
                    <a:pt x="1965" y="11572"/>
                  </a:lnTo>
                  <a:lnTo>
                    <a:pt x="1965" y="963"/>
                  </a:lnTo>
                  <a:lnTo>
                    <a:pt x="1945" y="742"/>
                  </a:lnTo>
                  <a:lnTo>
                    <a:pt x="1905" y="582"/>
                  </a:lnTo>
                  <a:lnTo>
                    <a:pt x="1825" y="421"/>
                  </a:lnTo>
                  <a:lnTo>
                    <a:pt x="1705" y="281"/>
                  </a:lnTo>
                  <a:lnTo>
                    <a:pt x="1584" y="181"/>
                  </a:lnTo>
                  <a:lnTo>
                    <a:pt x="1444" y="101"/>
                  </a:lnTo>
                  <a:lnTo>
                    <a:pt x="1284" y="40"/>
                  </a:lnTo>
                  <a:lnTo>
                    <a:pt x="1123" y="20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0" name="Google Shape;9010;p45"/>
            <p:cNvSpPr/>
            <p:nvPr/>
          </p:nvSpPr>
          <p:spPr>
            <a:xfrm>
              <a:off x="10842050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fill="none" extrusionOk="0">
                  <a:moveTo>
                    <a:pt x="1965" y="963"/>
                  </a:moveTo>
                  <a:lnTo>
                    <a:pt x="1965" y="11572"/>
                  </a:lnTo>
                  <a:lnTo>
                    <a:pt x="1965" y="11572"/>
                  </a:lnTo>
                  <a:lnTo>
                    <a:pt x="1945" y="11752"/>
                  </a:lnTo>
                  <a:lnTo>
                    <a:pt x="1905" y="11913"/>
                  </a:lnTo>
                  <a:lnTo>
                    <a:pt x="1845" y="12053"/>
                  </a:lnTo>
                  <a:lnTo>
                    <a:pt x="1765" y="12173"/>
                  </a:lnTo>
                  <a:lnTo>
                    <a:pt x="1665" y="12274"/>
                  </a:lnTo>
                  <a:lnTo>
                    <a:pt x="1544" y="12354"/>
                  </a:lnTo>
                  <a:lnTo>
                    <a:pt x="1424" y="12434"/>
                  </a:lnTo>
                  <a:lnTo>
                    <a:pt x="1284" y="12474"/>
                  </a:lnTo>
                  <a:lnTo>
                    <a:pt x="1284" y="12474"/>
                  </a:lnTo>
                  <a:lnTo>
                    <a:pt x="1063" y="12514"/>
                  </a:lnTo>
                  <a:lnTo>
                    <a:pt x="842" y="12514"/>
                  </a:lnTo>
                  <a:lnTo>
                    <a:pt x="642" y="12454"/>
                  </a:lnTo>
                  <a:lnTo>
                    <a:pt x="522" y="12414"/>
                  </a:lnTo>
                  <a:lnTo>
                    <a:pt x="441" y="12374"/>
                  </a:lnTo>
                  <a:lnTo>
                    <a:pt x="341" y="12314"/>
                  </a:lnTo>
                  <a:lnTo>
                    <a:pt x="261" y="12234"/>
                  </a:lnTo>
                  <a:lnTo>
                    <a:pt x="181" y="12153"/>
                  </a:lnTo>
                  <a:lnTo>
                    <a:pt x="120" y="12053"/>
                  </a:lnTo>
                  <a:lnTo>
                    <a:pt x="80" y="11953"/>
                  </a:lnTo>
                  <a:lnTo>
                    <a:pt x="40" y="11832"/>
                  </a:lnTo>
                  <a:lnTo>
                    <a:pt x="20" y="11712"/>
                  </a:lnTo>
                  <a:lnTo>
                    <a:pt x="0" y="11572"/>
                  </a:lnTo>
                  <a:lnTo>
                    <a:pt x="0" y="963"/>
                  </a:lnTo>
                  <a:lnTo>
                    <a:pt x="0" y="963"/>
                  </a:lnTo>
                  <a:lnTo>
                    <a:pt x="20" y="823"/>
                  </a:lnTo>
                  <a:lnTo>
                    <a:pt x="40" y="722"/>
                  </a:lnTo>
                  <a:lnTo>
                    <a:pt x="60" y="602"/>
                  </a:lnTo>
                  <a:lnTo>
                    <a:pt x="100" y="502"/>
                  </a:lnTo>
                  <a:lnTo>
                    <a:pt x="161" y="421"/>
                  </a:lnTo>
                  <a:lnTo>
                    <a:pt x="221" y="341"/>
                  </a:lnTo>
                  <a:lnTo>
                    <a:pt x="361" y="201"/>
                  </a:lnTo>
                  <a:lnTo>
                    <a:pt x="542" y="101"/>
                  </a:lnTo>
                  <a:lnTo>
                    <a:pt x="722" y="40"/>
                  </a:lnTo>
                  <a:lnTo>
                    <a:pt x="923" y="0"/>
                  </a:lnTo>
                  <a:lnTo>
                    <a:pt x="1123" y="20"/>
                  </a:lnTo>
                  <a:lnTo>
                    <a:pt x="1123" y="20"/>
                  </a:lnTo>
                  <a:lnTo>
                    <a:pt x="1284" y="40"/>
                  </a:lnTo>
                  <a:lnTo>
                    <a:pt x="1444" y="101"/>
                  </a:lnTo>
                  <a:lnTo>
                    <a:pt x="1584" y="181"/>
                  </a:lnTo>
                  <a:lnTo>
                    <a:pt x="1705" y="281"/>
                  </a:lnTo>
                  <a:lnTo>
                    <a:pt x="1825" y="421"/>
                  </a:lnTo>
                  <a:lnTo>
                    <a:pt x="1905" y="582"/>
                  </a:lnTo>
                  <a:lnTo>
                    <a:pt x="1945" y="742"/>
                  </a:lnTo>
                  <a:lnTo>
                    <a:pt x="1965" y="96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1" name="Google Shape;9011;p45"/>
            <p:cNvSpPr/>
            <p:nvPr/>
          </p:nvSpPr>
          <p:spPr>
            <a:xfrm>
              <a:off x="10842050" y="3916588"/>
              <a:ext cx="25575" cy="158475"/>
            </a:xfrm>
            <a:custGeom>
              <a:avLst/>
              <a:gdLst/>
              <a:ahLst/>
              <a:cxnLst/>
              <a:rect l="l" t="t" r="r" b="b"/>
              <a:pathLst>
                <a:path w="1023" h="6339" extrusionOk="0">
                  <a:moveTo>
                    <a:pt x="0" y="1"/>
                  </a:moveTo>
                  <a:lnTo>
                    <a:pt x="0" y="6338"/>
                  </a:lnTo>
                  <a:lnTo>
                    <a:pt x="1023" y="6338"/>
                  </a:lnTo>
                  <a:lnTo>
                    <a:pt x="963" y="4754"/>
                  </a:lnTo>
                  <a:lnTo>
                    <a:pt x="943" y="3169"/>
                  </a:lnTo>
                  <a:lnTo>
                    <a:pt x="943" y="1585"/>
                  </a:lnTo>
                  <a:lnTo>
                    <a:pt x="9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2" name="Google Shape;9012;p45"/>
            <p:cNvSpPr/>
            <p:nvPr/>
          </p:nvSpPr>
          <p:spPr>
            <a:xfrm>
              <a:off x="10732750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10328" y="3790"/>
                  </a:lnTo>
                  <a:lnTo>
                    <a:pt x="10348" y="3490"/>
                  </a:lnTo>
                  <a:lnTo>
                    <a:pt x="10328" y="3149"/>
                  </a:lnTo>
                  <a:lnTo>
                    <a:pt x="10268" y="2788"/>
                  </a:lnTo>
                  <a:lnTo>
                    <a:pt x="10188" y="2467"/>
                  </a:lnTo>
                  <a:lnTo>
                    <a:pt x="10068" y="2146"/>
                  </a:lnTo>
                  <a:lnTo>
                    <a:pt x="9927" y="1825"/>
                  </a:lnTo>
                  <a:lnTo>
                    <a:pt x="9747" y="1544"/>
                  </a:lnTo>
                  <a:lnTo>
                    <a:pt x="9546" y="1284"/>
                  </a:lnTo>
                  <a:lnTo>
                    <a:pt x="9326" y="1023"/>
                  </a:lnTo>
                  <a:lnTo>
                    <a:pt x="9085" y="802"/>
                  </a:lnTo>
                  <a:lnTo>
                    <a:pt x="8804" y="602"/>
                  </a:lnTo>
                  <a:lnTo>
                    <a:pt x="8523" y="421"/>
                  </a:lnTo>
                  <a:lnTo>
                    <a:pt x="8223" y="281"/>
                  </a:lnTo>
                  <a:lnTo>
                    <a:pt x="7902" y="160"/>
                  </a:lnTo>
                  <a:lnTo>
                    <a:pt x="7561" y="80"/>
                  </a:lnTo>
                  <a:lnTo>
                    <a:pt x="7220" y="20"/>
                  </a:lnTo>
                  <a:lnTo>
                    <a:pt x="685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3" name="Google Shape;9013;p45"/>
            <p:cNvSpPr/>
            <p:nvPr/>
          </p:nvSpPr>
          <p:spPr>
            <a:xfrm>
              <a:off x="10732750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fill="none" extrusionOk="0">
                  <a:moveTo>
                    <a:pt x="10348" y="3490"/>
                  </a:moveTo>
                  <a:lnTo>
                    <a:pt x="10348" y="3490"/>
                  </a:lnTo>
                  <a:lnTo>
                    <a:pt x="10328" y="3790"/>
                  </a:lnTo>
                  <a:lnTo>
                    <a:pt x="20" y="3790"/>
                  </a:lnTo>
                  <a:lnTo>
                    <a:pt x="20" y="3790"/>
                  </a:lnTo>
                  <a:lnTo>
                    <a:pt x="0" y="3490"/>
                  </a:lnTo>
                  <a:lnTo>
                    <a:pt x="0" y="3490"/>
                  </a:lnTo>
                  <a:lnTo>
                    <a:pt x="20" y="3149"/>
                  </a:lnTo>
                  <a:lnTo>
                    <a:pt x="80" y="2788"/>
                  </a:lnTo>
                  <a:lnTo>
                    <a:pt x="161" y="2467"/>
                  </a:lnTo>
                  <a:lnTo>
                    <a:pt x="281" y="2146"/>
                  </a:lnTo>
                  <a:lnTo>
                    <a:pt x="421" y="1825"/>
                  </a:lnTo>
                  <a:lnTo>
                    <a:pt x="602" y="1544"/>
                  </a:lnTo>
                  <a:lnTo>
                    <a:pt x="802" y="1284"/>
                  </a:lnTo>
                  <a:lnTo>
                    <a:pt x="1023" y="1023"/>
                  </a:lnTo>
                  <a:lnTo>
                    <a:pt x="1023" y="1023"/>
                  </a:lnTo>
                  <a:lnTo>
                    <a:pt x="1264" y="802"/>
                  </a:lnTo>
                  <a:lnTo>
                    <a:pt x="1544" y="602"/>
                  </a:lnTo>
                  <a:lnTo>
                    <a:pt x="1825" y="421"/>
                  </a:lnTo>
                  <a:lnTo>
                    <a:pt x="2126" y="281"/>
                  </a:lnTo>
                  <a:lnTo>
                    <a:pt x="2447" y="160"/>
                  </a:lnTo>
                  <a:lnTo>
                    <a:pt x="2788" y="80"/>
                  </a:lnTo>
                  <a:lnTo>
                    <a:pt x="3129" y="20"/>
                  </a:lnTo>
                  <a:lnTo>
                    <a:pt x="3490" y="0"/>
                  </a:lnTo>
                  <a:lnTo>
                    <a:pt x="6859" y="0"/>
                  </a:lnTo>
                  <a:lnTo>
                    <a:pt x="6859" y="0"/>
                  </a:lnTo>
                  <a:lnTo>
                    <a:pt x="7220" y="20"/>
                  </a:lnTo>
                  <a:lnTo>
                    <a:pt x="7561" y="80"/>
                  </a:lnTo>
                  <a:lnTo>
                    <a:pt x="7902" y="160"/>
                  </a:lnTo>
                  <a:lnTo>
                    <a:pt x="8223" y="281"/>
                  </a:lnTo>
                  <a:lnTo>
                    <a:pt x="8523" y="421"/>
                  </a:lnTo>
                  <a:lnTo>
                    <a:pt x="8804" y="602"/>
                  </a:lnTo>
                  <a:lnTo>
                    <a:pt x="9085" y="802"/>
                  </a:lnTo>
                  <a:lnTo>
                    <a:pt x="9326" y="1023"/>
                  </a:lnTo>
                  <a:lnTo>
                    <a:pt x="9546" y="1284"/>
                  </a:lnTo>
                  <a:lnTo>
                    <a:pt x="9747" y="1544"/>
                  </a:lnTo>
                  <a:lnTo>
                    <a:pt x="9927" y="1825"/>
                  </a:lnTo>
                  <a:lnTo>
                    <a:pt x="10068" y="2146"/>
                  </a:lnTo>
                  <a:lnTo>
                    <a:pt x="10188" y="2467"/>
                  </a:lnTo>
                  <a:lnTo>
                    <a:pt x="10268" y="2788"/>
                  </a:lnTo>
                  <a:lnTo>
                    <a:pt x="10328" y="3149"/>
                  </a:lnTo>
                  <a:lnTo>
                    <a:pt x="10348" y="34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4" name="Google Shape;9014;p45"/>
            <p:cNvSpPr/>
            <p:nvPr/>
          </p:nvSpPr>
          <p:spPr>
            <a:xfrm>
              <a:off x="10732750" y="4075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5" name="Google Shape;9015;p45"/>
            <p:cNvSpPr/>
            <p:nvPr/>
          </p:nvSpPr>
          <p:spPr>
            <a:xfrm>
              <a:off x="10732750" y="4075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fill="none" extrusionOk="0">
                  <a:moveTo>
                    <a:pt x="5495" y="0"/>
                  </a:moveTo>
                  <a:lnTo>
                    <a:pt x="5395" y="0"/>
                  </a:lnTo>
                  <a:lnTo>
                    <a:pt x="4372" y="0"/>
                  </a:lnTo>
                  <a:lnTo>
                    <a:pt x="3490" y="0"/>
                  </a:lnTo>
                  <a:lnTo>
                    <a:pt x="3490" y="0"/>
                  </a:ln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6" name="Google Shape;9016;p45"/>
            <p:cNvSpPr/>
            <p:nvPr/>
          </p:nvSpPr>
          <p:spPr>
            <a:xfrm>
              <a:off x="10928275" y="4096088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61" y="0"/>
                  </a:moveTo>
                  <a:lnTo>
                    <a:pt x="261" y="20"/>
                  </a:lnTo>
                  <a:lnTo>
                    <a:pt x="181" y="61"/>
                  </a:lnTo>
                  <a:lnTo>
                    <a:pt x="81" y="141"/>
                  </a:lnTo>
                  <a:lnTo>
                    <a:pt x="21" y="261"/>
                  </a:lnTo>
                  <a:lnTo>
                    <a:pt x="0" y="381"/>
                  </a:lnTo>
                  <a:lnTo>
                    <a:pt x="21" y="502"/>
                  </a:lnTo>
                  <a:lnTo>
                    <a:pt x="61" y="602"/>
                  </a:lnTo>
                  <a:lnTo>
                    <a:pt x="121" y="682"/>
                  </a:lnTo>
                  <a:lnTo>
                    <a:pt x="241" y="742"/>
                  </a:lnTo>
                  <a:lnTo>
                    <a:pt x="301" y="762"/>
                  </a:lnTo>
                  <a:lnTo>
                    <a:pt x="361" y="762"/>
                  </a:lnTo>
                  <a:lnTo>
                    <a:pt x="502" y="742"/>
                  </a:lnTo>
                  <a:lnTo>
                    <a:pt x="602" y="682"/>
                  </a:lnTo>
                  <a:lnTo>
                    <a:pt x="682" y="602"/>
                  </a:lnTo>
                  <a:lnTo>
                    <a:pt x="722" y="502"/>
                  </a:lnTo>
                  <a:lnTo>
                    <a:pt x="742" y="381"/>
                  </a:lnTo>
                  <a:lnTo>
                    <a:pt x="722" y="261"/>
                  </a:lnTo>
                  <a:lnTo>
                    <a:pt x="662" y="141"/>
                  </a:lnTo>
                  <a:lnTo>
                    <a:pt x="562" y="61"/>
                  </a:lnTo>
                  <a:lnTo>
                    <a:pt x="462" y="2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7" name="Google Shape;9017;p45"/>
            <p:cNvSpPr/>
            <p:nvPr/>
          </p:nvSpPr>
          <p:spPr>
            <a:xfrm>
              <a:off x="10760825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extrusionOk="0">
                  <a:moveTo>
                    <a:pt x="2567" y="0"/>
                  </a:moveTo>
                  <a:lnTo>
                    <a:pt x="2286" y="60"/>
                  </a:lnTo>
                  <a:lnTo>
                    <a:pt x="2006" y="121"/>
                  </a:lnTo>
                  <a:lnTo>
                    <a:pt x="1745" y="221"/>
                  </a:lnTo>
                  <a:lnTo>
                    <a:pt x="1504" y="341"/>
                  </a:lnTo>
                  <a:lnTo>
                    <a:pt x="1264" y="482"/>
                  </a:lnTo>
                  <a:lnTo>
                    <a:pt x="1043" y="642"/>
                  </a:lnTo>
                  <a:lnTo>
                    <a:pt x="843" y="823"/>
                  </a:lnTo>
                  <a:lnTo>
                    <a:pt x="662" y="1043"/>
                  </a:lnTo>
                  <a:lnTo>
                    <a:pt x="502" y="1244"/>
                  </a:lnTo>
                  <a:lnTo>
                    <a:pt x="341" y="1484"/>
                  </a:lnTo>
                  <a:lnTo>
                    <a:pt x="221" y="1745"/>
                  </a:lnTo>
                  <a:lnTo>
                    <a:pt x="141" y="2006"/>
                  </a:lnTo>
                  <a:lnTo>
                    <a:pt x="60" y="2266"/>
                  </a:lnTo>
                  <a:lnTo>
                    <a:pt x="20" y="2547"/>
                  </a:lnTo>
                  <a:lnTo>
                    <a:pt x="0" y="2848"/>
                  </a:lnTo>
                  <a:lnTo>
                    <a:pt x="20" y="3209"/>
                  </a:lnTo>
                  <a:lnTo>
                    <a:pt x="101" y="3550"/>
                  </a:lnTo>
                  <a:lnTo>
                    <a:pt x="201" y="3871"/>
                  </a:lnTo>
                  <a:lnTo>
                    <a:pt x="341" y="4192"/>
                  </a:lnTo>
                  <a:lnTo>
                    <a:pt x="522" y="4472"/>
                  </a:lnTo>
                  <a:lnTo>
                    <a:pt x="722" y="4753"/>
                  </a:lnTo>
                  <a:lnTo>
                    <a:pt x="963" y="4974"/>
                  </a:lnTo>
                  <a:lnTo>
                    <a:pt x="1224" y="5194"/>
                  </a:lnTo>
                  <a:lnTo>
                    <a:pt x="1404" y="5315"/>
                  </a:lnTo>
                  <a:lnTo>
                    <a:pt x="1605" y="5415"/>
                  </a:lnTo>
                  <a:lnTo>
                    <a:pt x="1785" y="5495"/>
                  </a:lnTo>
                  <a:lnTo>
                    <a:pt x="1986" y="5575"/>
                  </a:lnTo>
                  <a:lnTo>
                    <a:pt x="2206" y="5636"/>
                  </a:lnTo>
                  <a:lnTo>
                    <a:pt x="2407" y="5676"/>
                  </a:lnTo>
                  <a:lnTo>
                    <a:pt x="2627" y="5696"/>
                  </a:lnTo>
                  <a:lnTo>
                    <a:pt x="5896" y="5696"/>
                  </a:lnTo>
                  <a:lnTo>
                    <a:pt x="6197" y="5656"/>
                  </a:lnTo>
                  <a:lnTo>
                    <a:pt x="6458" y="5575"/>
                  </a:lnTo>
                  <a:lnTo>
                    <a:pt x="6719" y="5475"/>
                  </a:lnTo>
                  <a:lnTo>
                    <a:pt x="6979" y="5355"/>
                  </a:lnTo>
                  <a:lnTo>
                    <a:pt x="7200" y="5215"/>
                  </a:lnTo>
                  <a:lnTo>
                    <a:pt x="7420" y="5054"/>
                  </a:lnTo>
                  <a:lnTo>
                    <a:pt x="7621" y="4874"/>
                  </a:lnTo>
                  <a:lnTo>
                    <a:pt x="7781" y="4713"/>
                  </a:lnTo>
                  <a:lnTo>
                    <a:pt x="7922" y="4533"/>
                  </a:lnTo>
                  <a:lnTo>
                    <a:pt x="8042" y="4352"/>
                  </a:lnTo>
                  <a:lnTo>
                    <a:pt x="8142" y="4152"/>
                  </a:lnTo>
                  <a:lnTo>
                    <a:pt x="8243" y="3951"/>
                  </a:lnTo>
                  <a:lnTo>
                    <a:pt x="8323" y="3751"/>
                  </a:lnTo>
                  <a:lnTo>
                    <a:pt x="8383" y="3530"/>
                  </a:lnTo>
                  <a:lnTo>
                    <a:pt x="8423" y="3309"/>
                  </a:lnTo>
                  <a:lnTo>
                    <a:pt x="8463" y="3069"/>
                  </a:lnTo>
                  <a:lnTo>
                    <a:pt x="8463" y="2848"/>
                  </a:lnTo>
                  <a:lnTo>
                    <a:pt x="8443" y="2567"/>
                  </a:lnTo>
                  <a:lnTo>
                    <a:pt x="8403" y="2266"/>
                  </a:lnTo>
                  <a:lnTo>
                    <a:pt x="8343" y="2006"/>
                  </a:lnTo>
                  <a:lnTo>
                    <a:pt x="8243" y="1745"/>
                  </a:lnTo>
                  <a:lnTo>
                    <a:pt x="8122" y="1484"/>
                  </a:lnTo>
                  <a:lnTo>
                    <a:pt x="7982" y="1244"/>
                  </a:lnTo>
                  <a:lnTo>
                    <a:pt x="7822" y="1043"/>
                  </a:lnTo>
                  <a:lnTo>
                    <a:pt x="7641" y="823"/>
                  </a:lnTo>
                  <a:lnTo>
                    <a:pt x="7420" y="642"/>
                  </a:lnTo>
                  <a:lnTo>
                    <a:pt x="7200" y="482"/>
                  </a:lnTo>
                  <a:lnTo>
                    <a:pt x="6979" y="341"/>
                  </a:lnTo>
                  <a:lnTo>
                    <a:pt x="6719" y="221"/>
                  </a:lnTo>
                  <a:lnTo>
                    <a:pt x="6458" y="121"/>
                  </a:lnTo>
                  <a:lnTo>
                    <a:pt x="6197" y="60"/>
                  </a:lnTo>
                  <a:lnTo>
                    <a:pt x="58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8" name="Google Shape;9018;p45"/>
            <p:cNvSpPr/>
            <p:nvPr/>
          </p:nvSpPr>
          <p:spPr>
            <a:xfrm>
              <a:off x="10760825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fill="none" extrusionOk="0">
                  <a:moveTo>
                    <a:pt x="8463" y="2848"/>
                  </a:moveTo>
                  <a:lnTo>
                    <a:pt x="8463" y="2848"/>
                  </a:lnTo>
                  <a:lnTo>
                    <a:pt x="8463" y="3069"/>
                  </a:lnTo>
                  <a:lnTo>
                    <a:pt x="8423" y="3309"/>
                  </a:lnTo>
                  <a:lnTo>
                    <a:pt x="8423" y="3309"/>
                  </a:lnTo>
                  <a:lnTo>
                    <a:pt x="8383" y="3530"/>
                  </a:lnTo>
                  <a:lnTo>
                    <a:pt x="8323" y="3751"/>
                  </a:lnTo>
                  <a:lnTo>
                    <a:pt x="8243" y="3951"/>
                  </a:lnTo>
                  <a:lnTo>
                    <a:pt x="8142" y="4152"/>
                  </a:lnTo>
                  <a:lnTo>
                    <a:pt x="8042" y="4352"/>
                  </a:lnTo>
                  <a:lnTo>
                    <a:pt x="7922" y="4533"/>
                  </a:lnTo>
                  <a:lnTo>
                    <a:pt x="7781" y="4713"/>
                  </a:lnTo>
                  <a:lnTo>
                    <a:pt x="7621" y="4874"/>
                  </a:lnTo>
                  <a:lnTo>
                    <a:pt x="7621" y="4874"/>
                  </a:lnTo>
                  <a:lnTo>
                    <a:pt x="7420" y="5054"/>
                  </a:lnTo>
                  <a:lnTo>
                    <a:pt x="7200" y="5215"/>
                  </a:lnTo>
                  <a:lnTo>
                    <a:pt x="6979" y="5355"/>
                  </a:lnTo>
                  <a:lnTo>
                    <a:pt x="6719" y="5475"/>
                  </a:lnTo>
                  <a:lnTo>
                    <a:pt x="6458" y="5575"/>
                  </a:lnTo>
                  <a:lnTo>
                    <a:pt x="6197" y="5656"/>
                  </a:lnTo>
                  <a:lnTo>
                    <a:pt x="5896" y="5696"/>
                  </a:lnTo>
                  <a:lnTo>
                    <a:pt x="5616" y="5696"/>
                  </a:lnTo>
                  <a:lnTo>
                    <a:pt x="2868" y="5696"/>
                  </a:lnTo>
                  <a:lnTo>
                    <a:pt x="2868" y="5696"/>
                  </a:lnTo>
                  <a:lnTo>
                    <a:pt x="2627" y="5696"/>
                  </a:lnTo>
                  <a:lnTo>
                    <a:pt x="2407" y="5676"/>
                  </a:lnTo>
                  <a:lnTo>
                    <a:pt x="2206" y="5636"/>
                  </a:lnTo>
                  <a:lnTo>
                    <a:pt x="1986" y="5575"/>
                  </a:lnTo>
                  <a:lnTo>
                    <a:pt x="1785" y="5495"/>
                  </a:lnTo>
                  <a:lnTo>
                    <a:pt x="1605" y="5415"/>
                  </a:lnTo>
                  <a:lnTo>
                    <a:pt x="1404" y="5315"/>
                  </a:lnTo>
                  <a:lnTo>
                    <a:pt x="1224" y="5194"/>
                  </a:lnTo>
                  <a:lnTo>
                    <a:pt x="1224" y="5194"/>
                  </a:lnTo>
                  <a:lnTo>
                    <a:pt x="963" y="4974"/>
                  </a:lnTo>
                  <a:lnTo>
                    <a:pt x="722" y="4753"/>
                  </a:lnTo>
                  <a:lnTo>
                    <a:pt x="522" y="4472"/>
                  </a:lnTo>
                  <a:lnTo>
                    <a:pt x="341" y="4192"/>
                  </a:lnTo>
                  <a:lnTo>
                    <a:pt x="201" y="3871"/>
                  </a:lnTo>
                  <a:lnTo>
                    <a:pt x="101" y="3550"/>
                  </a:lnTo>
                  <a:lnTo>
                    <a:pt x="20" y="3209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547"/>
                  </a:lnTo>
                  <a:lnTo>
                    <a:pt x="60" y="2266"/>
                  </a:lnTo>
                  <a:lnTo>
                    <a:pt x="141" y="2006"/>
                  </a:lnTo>
                  <a:lnTo>
                    <a:pt x="221" y="1745"/>
                  </a:lnTo>
                  <a:lnTo>
                    <a:pt x="341" y="1484"/>
                  </a:lnTo>
                  <a:lnTo>
                    <a:pt x="502" y="1244"/>
                  </a:lnTo>
                  <a:lnTo>
                    <a:pt x="662" y="1043"/>
                  </a:lnTo>
                  <a:lnTo>
                    <a:pt x="843" y="823"/>
                  </a:lnTo>
                  <a:lnTo>
                    <a:pt x="843" y="823"/>
                  </a:lnTo>
                  <a:lnTo>
                    <a:pt x="1043" y="642"/>
                  </a:lnTo>
                  <a:lnTo>
                    <a:pt x="1264" y="482"/>
                  </a:lnTo>
                  <a:lnTo>
                    <a:pt x="1504" y="341"/>
                  </a:lnTo>
                  <a:lnTo>
                    <a:pt x="1745" y="221"/>
                  </a:lnTo>
                  <a:lnTo>
                    <a:pt x="2006" y="121"/>
                  </a:lnTo>
                  <a:lnTo>
                    <a:pt x="2286" y="60"/>
                  </a:lnTo>
                  <a:lnTo>
                    <a:pt x="2567" y="0"/>
                  </a:lnTo>
                  <a:lnTo>
                    <a:pt x="2868" y="0"/>
                  </a:lnTo>
                  <a:lnTo>
                    <a:pt x="5616" y="0"/>
                  </a:lnTo>
                  <a:lnTo>
                    <a:pt x="5616" y="0"/>
                  </a:lnTo>
                  <a:lnTo>
                    <a:pt x="5896" y="0"/>
                  </a:lnTo>
                  <a:lnTo>
                    <a:pt x="6197" y="60"/>
                  </a:lnTo>
                  <a:lnTo>
                    <a:pt x="6458" y="121"/>
                  </a:lnTo>
                  <a:lnTo>
                    <a:pt x="6719" y="221"/>
                  </a:lnTo>
                  <a:lnTo>
                    <a:pt x="6979" y="341"/>
                  </a:lnTo>
                  <a:lnTo>
                    <a:pt x="7200" y="482"/>
                  </a:lnTo>
                  <a:lnTo>
                    <a:pt x="7420" y="642"/>
                  </a:lnTo>
                  <a:lnTo>
                    <a:pt x="7641" y="823"/>
                  </a:lnTo>
                  <a:lnTo>
                    <a:pt x="7822" y="1043"/>
                  </a:lnTo>
                  <a:lnTo>
                    <a:pt x="7982" y="1244"/>
                  </a:lnTo>
                  <a:lnTo>
                    <a:pt x="8122" y="1484"/>
                  </a:lnTo>
                  <a:lnTo>
                    <a:pt x="8243" y="1745"/>
                  </a:lnTo>
                  <a:lnTo>
                    <a:pt x="8343" y="2006"/>
                  </a:lnTo>
                  <a:lnTo>
                    <a:pt x="8403" y="2266"/>
                  </a:lnTo>
                  <a:lnTo>
                    <a:pt x="8443" y="2567"/>
                  </a:lnTo>
                  <a:lnTo>
                    <a:pt x="8463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9" name="Google Shape;9019;p45"/>
            <p:cNvSpPr/>
            <p:nvPr/>
          </p:nvSpPr>
          <p:spPr>
            <a:xfrm>
              <a:off x="10760825" y="3828363"/>
              <a:ext cx="211600" cy="75725"/>
            </a:xfrm>
            <a:custGeom>
              <a:avLst/>
              <a:gdLst/>
              <a:ahLst/>
              <a:cxnLst/>
              <a:rect l="l" t="t" r="r" b="b"/>
              <a:pathLst>
                <a:path w="8464" h="3029" extrusionOk="0">
                  <a:moveTo>
                    <a:pt x="8383" y="0"/>
                  </a:moveTo>
                  <a:lnTo>
                    <a:pt x="7761" y="60"/>
                  </a:lnTo>
                  <a:lnTo>
                    <a:pt x="7140" y="80"/>
                  </a:lnTo>
                  <a:lnTo>
                    <a:pt x="60" y="80"/>
                  </a:lnTo>
                  <a:lnTo>
                    <a:pt x="20" y="381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101" y="1384"/>
                  </a:lnTo>
                  <a:lnTo>
                    <a:pt x="201" y="1705"/>
                  </a:lnTo>
                  <a:lnTo>
                    <a:pt x="341" y="2026"/>
                  </a:lnTo>
                  <a:lnTo>
                    <a:pt x="522" y="2306"/>
                  </a:lnTo>
                  <a:lnTo>
                    <a:pt x="722" y="2587"/>
                  </a:lnTo>
                  <a:lnTo>
                    <a:pt x="963" y="2808"/>
                  </a:lnTo>
                  <a:lnTo>
                    <a:pt x="1224" y="3028"/>
                  </a:lnTo>
                  <a:lnTo>
                    <a:pt x="1304" y="2828"/>
                  </a:lnTo>
                  <a:lnTo>
                    <a:pt x="1404" y="2647"/>
                  </a:lnTo>
                  <a:lnTo>
                    <a:pt x="1504" y="2487"/>
                  </a:lnTo>
                  <a:lnTo>
                    <a:pt x="1625" y="2306"/>
                  </a:lnTo>
                  <a:lnTo>
                    <a:pt x="1765" y="2166"/>
                  </a:lnTo>
                  <a:lnTo>
                    <a:pt x="1926" y="2006"/>
                  </a:lnTo>
                  <a:lnTo>
                    <a:pt x="2086" y="1885"/>
                  </a:lnTo>
                  <a:lnTo>
                    <a:pt x="2246" y="1765"/>
                  </a:lnTo>
                  <a:lnTo>
                    <a:pt x="2547" y="1605"/>
                  </a:lnTo>
                  <a:lnTo>
                    <a:pt x="2848" y="1464"/>
                  </a:lnTo>
                  <a:lnTo>
                    <a:pt x="3169" y="1364"/>
                  </a:lnTo>
                  <a:lnTo>
                    <a:pt x="3490" y="1284"/>
                  </a:lnTo>
                  <a:lnTo>
                    <a:pt x="3811" y="1203"/>
                  </a:lnTo>
                  <a:lnTo>
                    <a:pt x="4152" y="1163"/>
                  </a:lnTo>
                  <a:lnTo>
                    <a:pt x="4793" y="1083"/>
                  </a:lnTo>
                  <a:lnTo>
                    <a:pt x="5575" y="1023"/>
                  </a:lnTo>
                  <a:lnTo>
                    <a:pt x="6859" y="1023"/>
                  </a:lnTo>
                  <a:lnTo>
                    <a:pt x="7380" y="1043"/>
                  </a:lnTo>
                  <a:lnTo>
                    <a:pt x="7902" y="1083"/>
                  </a:lnTo>
                  <a:lnTo>
                    <a:pt x="8423" y="1143"/>
                  </a:lnTo>
                  <a:lnTo>
                    <a:pt x="8463" y="903"/>
                  </a:lnTo>
                  <a:lnTo>
                    <a:pt x="8463" y="682"/>
                  </a:lnTo>
                  <a:lnTo>
                    <a:pt x="8443" y="341"/>
                  </a:lnTo>
                  <a:lnTo>
                    <a:pt x="838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0" name="Google Shape;9020;p45"/>
            <p:cNvSpPr/>
            <p:nvPr/>
          </p:nvSpPr>
          <p:spPr>
            <a:xfrm>
              <a:off x="10760825" y="3828363"/>
              <a:ext cx="211600" cy="75725"/>
            </a:xfrm>
            <a:custGeom>
              <a:avLst/>
              <a:gdLst/>
              <a:ahLst/>
              <a:cxnLst/>
              <a:rect l="l" t="t" r="r" b="b"/>
              <a:pathLst>
                <a:path w="8464" h="3029" fill="none" extrusionOk="0">
                  <a:moveTo>
                    <a:pt x="8383" y="0"/>
                  </a:moveTo>
                  <a:lnTo>
                    <a:pt x="8383" y="0"/>
                  </a:lnTo>
                  <a:lnTo>
                    <a:pt x="7761" y="60"/>
                  </a:lnTo>
                  <a:lnTo>
                    <a:pt x="714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20" y="381"/>
                  </a:lnTo>
                  <a:lnTo>
                    <a:pt x="0" y="682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101" y="1384"/>
                  </a:lnTo>
                  <a:lnTo>
                    <a:pt x="201" y="1705"/>
                  </a:lnTo>
                  <a:lnTo>
                    <a:pt x="341" y="2026"/>
                  </a:lnTo>
                  <a:lnTo>
                    <a:pt x="522" y="2306"/>
                  </a:lnTo>
                  <a:lnTo>
                    <a:pt x="722" y="2587"/>
                  </a:lnTo>
                  <a:lnTo>
                    <a:pt x="963" y="2808"/>
                  </a:lnTo>
                  <a:lnTo>
                    <a:pt x="1224" y="3028"/>
                  </a:lnTo>
                  <a:lnTo>
                    <a:pt x="1224" y="3028"/>
                  </a:lnTo>
                  <a:lnTo>
                    <a:pt x="1304" y="2828"/>
                  </a:lnTo>
                  <a:lnTo>
                    <a:pt x="1404" y="2647"/>
                  </a:lnTo>
                  <a:lnTo>
                    <a:pt x="1504" y="2487"/>
                  </a:lnTo>
                  <a:lnTo>
                    <a:pt x="1625" y="2306"/>
                  </a:lnTo>
                  <a:lnTo>
                    <a:pt x="1765" y="2166"/>
                  </a:lnTo>
                  <a:lnTo>
                    <a:pt x="1926" y="2006"/>
                  </a:lnTo>
                  <a:lnTo>
                    <a:pt x="2086" y="1885"/>
                  </a:lnTo>
                  <a:lnTo>
                    <a:pt x="2246" y="1765"/>
                  </a:lnTo>
                  <a:lnTo>
                    <a:pt x="2246" y="1765"/>
                  </a:lnTo>
                  <a:lnTo>
                    <a:pt x="2547" y="1605"/>
                  </a:lnTo>
                  <a:lnTo>
                    <a:pt x="2848" y="1464"/>
                  </a:lnTo>
                  <a:lnTo>
                    <a:pt x="3169" y="1364"/>
                  </a:lnTo>
                  <a:lnTo>
                    <a:pt x="3490" y="1284"/>
                  </a:lnTo>
                  <a:lnTo>
                    <a:pt x="3811" y="1203"/>
                  </a:lnTo>
                  <a:lnTo>
                    <a:pt x="4152" y="1163"/>
                  </a:lnTo>
                  <a:lnTo>
                    <a:pt x="4793" y="1083"/>
                  </a:lnTo>
                  <a:lnTo>
                    <a:pt x="4793" y="1083"/>
                  </a:lnTo>
                  <a:lnTo>
                    <a:pt x="5575" y="1023"/>
                  </a:lnTo>
                  <a:lnTo>
                    <a:pt x="6337" y="1023"/>
                  </a:lnTo>
                  <a:lnTo>
                    <a:pt x="6337" y="1023"/>
                  </a:lnTo>
                  <a:lnTo>
                    <a:pt x="6859" y="1023"/>
                  </a:lnTo>
                  <a:lnTo>
                    <a:pt x="7380" y="1043"/>
                  </a:lnTo>
                  <a:lnTo>
                    <a:pt x="7902" y="1083"/>
                  </a:lnTo>
                  <a:lnTo>
                    <a:pt x="8423" y="1143"/>
                  </a:lnTo>
                  <a:lnTo>
                    <a:pt x="8423" y="1143"/>
                  </a:lnTo>
                  <a:lnTo>
                    <a:pt x="8463" y="903"/>
                  </a:lnTo>
                  <a:lnTo>
                    <a:pt x="8463" y="682"/>
                  </a:lnTo>
                  <a:lnTo>
                    <a:pt x="8463" y="682"/>
                  </a:lnTo>
                  <a:lnTo>
                    <a:pt x="8443" y="341"/>
                  </a:lnTo>
                  <a:lnTo>
                    <a:pt x="838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1" name="Google Shape;9021;p45"/>
            <p:cNvSpPr/>
            <p:nvPr/>
          </p:nvSpPr>
          <p:spPr>
            <a:xfrm>
              <a:off x="11125800" y="3122938"/>
              <a:ext cx="299350" cy="309375"/>
            </a:xfrm>
            <a:custGeom>
              <a:avLst/>
              <a:gdLst/>
              <a:ahLst/>
              <a:cxnLst/>
              <a:rect l="l" t="t" r="r" b="b"/>
              <a:pathLst>
                <a:path w="11974" h="12375" extrusionOk="0">
                  <a:moveTo>
                    <a:pt x="10830" y="0"/>
                  </a:moveTo>
                  <a:lnTo>
                    <a:pt x="10650" y="21"/>
                  </a:lnTo>
                  <a:lnTo>
                    <a:pt x="10489" y="81"/>
                  </a:lnTo>
                  <a:lnTo>
                    <a:pt x="10329" y="141"/>
                  </a:lnTo>
                  <a:lnTo>
                    <a:pt x="10189" y="261"/>
                  </a:lnTo>
                  <a:lnTo>
                    <a:pt x="10088" y="382"/>
                  </a:lnTo>
                  <a:lnTo>
                    <a:pt x="9988" y="542"/>
                  </a:lnTo>
                  <a:lnTo>
                    <a:pt x="9948" y="742"/>
                  </a:lnTo>
                  <a:lnTo>
                    <a:pt x="9928" y="963"/>
                  </a:lnTo>
                  <a:lnTo>
                    <a:pt x="9968" y="1886"/>
                  </a:lnTo>
                  <a:lnTo>
                    <a:pt x="10008" y="2928"/>
                  </a:lnTo>
                  <a:lnTo>
                    <a:pt x="10028" y="4031"/>
                  </a:lnTo>
                  <a:lnTo>
                    <a:pt x="10008" y="4593"/>
                  </a:lnTo>
                  <a:lnTo>
                    <a:pt x="9988" y="5154"/>
                  </a:lnTo>
                  <a:lnTo>
                    <a:pt x="9948" y="5696"/>
                  </a:lnTo>
                  <a:lnTo>
                    <a:pt x="9868" y="6257"/>
                  </a:lnTo>
                  <a:lnTo>
                    <a:pt x="9767" y="6779"/>
                  </a:lnTo>
                  <a:lnTo>
                    <a:pt x="9647" y="7300"/>
                  </a:lnTo>
                  <a:lnTo>
                    <a:pt x="9507" y="7782"/>
                  </a:lnTo>
                  <a:lnTo>
                    <a:pt x="9306" y="8243"/>
                  </a:lnTo>
                  <a:lnTo>
                    <a:pt x="9206" y="8443"/>
                  </a:lnTo>
                  <a:lnTo>
                    <a:pt x="9086" y="8644"/>
                  </a:lnTo>
                  <a:lnTo>
                    <a:pt x="8945" y="8845"/>
                  </a:lnTo>
                  <a:lnTo>
                    <a:pt x="8825" y="9025"/>
                  </a:lnTo>
                  <a:lnTo>
                    <a:pt x="8664" y="9185"/>
                  </a:lnTo>
                  <a:lnTo>
                    <a:pt x="8504" y="9346"/>
                  </a:lnTo>
                  <a:lnTo>
                    <a:pt x="8324" y="9486"/>
                  </a:lnTo>
                  <a:lnTo>
                    <a:pt x="8123" y="9627"/>
                  </a:lnTo>
                  <a:lnTo>
                    <a:pt x="7922" y="9747"/>
                  </a:lnTo>
                  <a:lnTo>
                    <a:pt x="7702" y="9847"/>
                  </a:lnTo>
                  <a:lnTo>
                    <a:pt x="7481" y="9948"/>
                  </a:lnTo>
                  <a:lnTo>
                    <a:pt x="7241" y="10028"/>
                  </a:lnTo>
                  <a:lnTo>
                    <a:pt x="6759" y="10168"/>
                  </a:lnTo>
                  <a:lnTo>
                    <a:pt x="6218" y="10288"/>
                  </a:lnTo>
                  <a:lnTo>
                    <a:pt x="5676" y="10369"/>
                  </a:lnTo>
                  <a:lnTo>
                    <a:pt x="5115" y="10409"/>
                  </a:lnTo>
                  <a:lnTo>
                    <a:pt x="4553" y="10429"/>
                  </a:lnTo>
                  <a:lnTo>
                    <a:pt x="3972" y="10449"/>
                  </a:lnTo>
                  <a:lnTo>
                    <a:pt x="3410" y="10429"/>
                  </a:lnTo>
                  <a:lnTo>
                    <a:pt x="2869" y="10409"/>
                  </a:lnTo>
                  <a:lnTo>
                    <a:pt x="1826" y="10349"/>
                  </a:lnTo>
                  <a:lnTo>
                    <a:pt x="944" y="10268"/>
                  </a:lnTo>
                  <a:lnTo>
                    <a:pt x="723" y="10268"/>
                  </a:lnTo>
                  <a:lnTo>
                    <a:pt x="522" y="10309"/>
                  </a:lnTo>
                  <a:lnTo>
                    <a:pt x="362" y="10409"/>
                  </a:lnTo>
                  <a:lnTo>
                    <a:pt x="222" y="10509"/>
                  </a:lnTo>
                  <a:lnTo>
                    <a:pt x="121" y="10649"/>
                  </a:lnTo>
                  <a:lnTo>
                    <a:pt x="61" y="10810"/>
                  </a:lnTo>
                  <a:lnTo>
                    <a:pt x="1" y="10990"/>
                  </a:lnTo>
                  <a:lnTo>
                    <a:pt x="1" y="11171"/>
                  </a:lnTo>
                  <a:lnTo>
                    <a:pt x="21" y="11351"/>
                  </a:lnTo>
                  <a:lnTo>
                    <a:pt x="61" y="11532"/>
                  </a:lnTo>
                  <a:lnTo>
                    <a:pt x="121" y="11712"/>
                  </a:lnTo>
                  <a:lnTo>
                    <a:pt x="242" y="11873"/>
                  </a:lnTo>
                  <a:lnTo>
                    <a:pt x="362" y="11993"/>
                  </a:lnTo>
                  <a:lnTo>
                    <a:pt x="522" y="12113"/>
                  </a:lnTo>
                  <a:lnTo>
                    <a:pt x="723" y="12194"/>
                  </a:lnTo>
                  <a:lnTo>
                    <a:pt x="944" y="12234"/>
                  </a:lnTo>
                  <a:lnTo>
                    <a:pt x="2247" y="12334"/>
                  </a:lnTo>
                  <a:lnTo>
                    <a:pt x="2949" y="12354"/>
                  </a:lnTo>
                  <a:lnTo>
                    <a:pt x="3691" y="12374"/>
                  </a:lnTo>
                  <a:lnTo>
                    <a:pt x="4613" y="12354"/>
                  </a:lnTo>
                  <a:lnTo>
                    <a:pt x="5055" y="12334"/>
                  </a:lnTo>
                  <a:lnTo>
                    <a:pt x="5516" y="12314"/>
                  </a:lnTo>
                  <a:lnTo>
                    <a:pt x="5977" y="12254"/>
                  </a:lnTo>
                  <a:lnTo>
                    <a:pt x="6438" y="12194"/>
                  </a:lnTo>
                  <a:lnTo>
                    <a:pt x="6880" y="12113"/>
                  </a:lnTo>
                  <a:lnTo>
                    <a:pt x="7301" y="12013"/>
                  </a:lnTo>
                  <a:lnTo>
                    <a:pt x="7742" y="11893"/>
                  </a:lnTo>
                  <a:lnTo>
                    <a:pt x="8143" y="11772"/>
                  </a:lnTo>
                  <a:lnTo>
                    <a:pt x="8544" y="11612"/>
                  </a:lnTo>
                  <a:lnTo>
                    <a:pt x="8905" y="11432"/>
                  </a:lnTo>
                  <a:lnTo>
                    <a:pt x="9266" y="11211"/>
                  </a:lnTo>
                  <a:lnTo>
                    <a:pt x="9607" y="10990"/>
                  </a:lnTo>
                  <a:lnTo>
                    <a:pt x="9908" y="10730"/>
                  </a:lnTo>
                  <a:lnTo>
                    <a:pt x="10189" y="10449"/>
                  </a:lnTo>
                  <a:lnTo>
                    <a:pt x="10369" y="10228"/>
                  </a:lnTo>
                  <a:lnTo>
                    <a:pt x="10550" y="9988"/>
                  </a:lnTo>
                  <a:lnTo>
                    <a:pt x="10710" y="9747"/>
                  </a:lnTo>
                  <a:lnTo>
                    <a:pt x="10850" y="9506"/>
                  </a:lnTo>
                  <a:lnTo>
                    <a:pt x="10991" y="9246"/>
                  </a:lnTo>
                  <a:lnTo>
                    <a:pt x="11111" y="8965"/>
                  </a:lnTo>
                  <a:lnTo>
                    <a:pt x="11231" y="8704"/>
                  </a:lnTo>
                  <a:lnTo>
                    <a:pt x="11332" y="8403"/>
                  </a:lnTo>
                  <a:lnTo>
                    <a:pt x="11512" y="7822"/>
                  </a:lnTo>
                  <a:lnTo>
                    <a:pt x="11653" y="7200"/>
                  </a:lnTo>
                  <a:lnTo>
                    <a:pt x="11773" y="6558"/>
                  </a:lnTo>
                  <a:lnTo>
                    <a:pt x="11853" y="5917"/>
                  </a:lnTo>
                  <a:lnTo>
                    <a:pt x="11913" y="5255"/>
                  </a:lnTo>
                  <a:lnTo>
                    <a:pt x="11953" y="4613"/>
                  </a:lnTo>
                  <a:lnTo>
                    <a:pt x="11973" y="3951"/>
                  </a:lnTo>
                  <a:lnTo>
                    <a:pt x="11973" y="3309"/>
                  </a:lnTo>
                  <a:lnTo>
                    <a:pt x="11933" y="2086"/>
                  </a:lnTo>
                  <a:lnTo>
                    <a:pt x="11893" y="963"/>
                  </a:lnTo>
                  <a:lnTo>
                    <a:pt x="11893" y="843"/>
                  </a:lnTo>
                  <a:lnTo>
                    <a:pt x="11853" y="722"/>
                  </a:lnTo>
                  <a:lnTo>
                    <a:pt x="11793" y="522"/>
                  </a:lnTo>
                  <a:lnTo>
                    <a:pt x="11673" y="361"/>
                  </a:lnTo>
                  <a:lnTo>
                    <a:pt x="11532" y="241"/>
                  </a:lnTo>
                  <a:lnTo>
                    <a:pt x="11372" y="121"/>
                  </a:lnTo>
                  <a:lnTo>
                    <a:pt x="11211" y="61"/>
                  </a:lnTo>
                  <a:lnTo>
                    <a:pt x="11011" y="21"/>
                  </a:lnTo>
                  <a:lnTo>
                    <a:pt x="1083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2" name="Google Shape;9022;p45"/>
            <p:cNvSpPr/>
            <p:nvPr/>
          </p:nvSpPr>
          <p:spPr>
            <a:xfrm>
              <a:off x="11125800" y="3122938"/>
              <a:ext cx="299350" cy="309375"/>
            </a:xfrm>
            <a:custGeom>
              <a:avLst/>
              <a:gdLst/>
              <a:ahLst/>
              <a:cxnLst/>
              <a:rect l="l" t="t" r="r" b="b"/>
              <a:pathLst>
                <a:path w="11974" h="12375" fill="none" extrusionOk="0">
                  <a:moveTo>
                    <a:pt x="10189" y="10449"/>
                  </a:moveTo>
                  <a:lnTo>
                    <a:pt x="10189" y="10449"/>
                  </a:lnTo>
                  <a:lnTo>
                    <a:pt x="9908" y="10730"/>
                  </a:lnTo>
                  <a:lnTo>
                    <a:pt x="9607" y="10990"/>
                  </a:lnTo>
                  <a:lnTo>
                    <a:pt x="9266" y="11211"/>
                  </a:lnTo>
                  <a:lnTo>
                    <a:pt x="8905" y="11432"/>
                  </a:lnTo>
                  <a:lnTo>
                    <a:pt x="8544" y="11612"/>
                  </a:lnTo>
                  <a:lnTo>
                    <a:pt x="8143" y="11772"/>
                  </a:lnTo>
                  <a:lnTo>
                    <a:pt x="7742" y="11893"/>
                  </a:lnTo>
                  <a:lnTo>
                    <a:pt x="7301" y="12013"/>
                  </a:lnTo>
                  <a:lnTo>
                    <a:pt x="6880" y="12113"/>
                  </a:lnTo>
                  <a:lnTo>
                    <a:pt x="6438" y="12194"/>
                  </a:lnTo>
                  <a:lnTo>
                    <a:pt x="5977" y="12254"/>
                  </a:lnTo>
                  <a:lnTo>
                    <a:pt x="5516" y="12314"/>
                  </a:lnTo>
                  <a:lnTo>
                    <a:pt x="5055" y="12334"/>
                  </a:lnTo>
                  <a:lnTo>
                    <a:pt x="4613" y="12354"/>
                  </a:lnTo>
                  <a:lnTo>
                    <a:pt x="3691" y="12374"/>
                  </a:lnTo>
                  <a:lnTo>
                    <a:pt x="3691" y="12374"/>
                  </a:lnTo>
                  <a:lnTo>
                    <a:pt x="2949" y="12354"/>
                  </a:lnTo>
                  <a:lnTo>
                    <a:pt x="2247" y="12334"/>
                  </a:lnTo>
                  <a:lnTo>
                    <a:pt x="944" y="12234"/>
                  </a:lnTo>
                  <a:lnTo>
                    <a:pt x="944" y="12234"/>
                  </a:lnTo>
                  <a:lnTo>
                    <a:pt x="723" y="12194"/>
                  </a:lnTo>
                  <a:lnTo>
                    <a:pt x="522" y="12113"/>
                  </a:lnTo>
                  <a:lnTo>
                    <a:pt x="362" y="11993"/>
                  </a:lnTo>
                  <a:lnTo>
                    <a:pt x="242" y="11873"/>
                  </a:lnTo>
                  <a:lnTo>
                    <a:pt x="121" y="11712"/>
                  </a:lnTo>
                  <a:lnTo>
                    <a:pt x="61" y="11532"/>
                  </a:lnTo>
                  <a:lnTo>
                    <a:pt x="21" y="11351"/>
                  </a:lnTo>
                  <a:lnTo>
                    <a:pt x="1" y="11171"/>
                  </a:lnTo>
                  <a:lnTo>
                    <a:pt x="1" y="10990"/>
                  </a:lnTo>
                  <a:lnTo>
                    <a:pt x="61" y="10810"/>
                  </a:lnTo>
                  <a:lnTo>
                    <a:pt x="121" y="10649"/>
                  </a:lnTo>
                  <a:lnTo>
                    <a:pt x="222" y="10509"/>
                  </a:lnTo>
                  <a:lnTo>
                    <a:pt x="362" y="10409"/>
                  </a:lnTo>
                  <a:lnTo>
                    <a:pt x="522" y="10309"/>
                  </a:lnTo>
                  <a:lnTo>
                    <a:pt x="723" y="10268"/>
                  </a:lnTo>
                  <a:lnTo>
                    <a:pt x="944" y="10268"/>
                  </a:lnTo>
                  <a:lnTo>
                    <a:pt x="944" y="10268"/>
                  </a:lnTo>
                  <a:lnTo>
                    <a:pt x="1826" y="10349"/>
                  </a:lnTo>
                  <a:lnTo>
                    <a:pt x="2869" y="10409"/>
                  </a:lnTo>
                  <a:lnTo>
                    <a:pt x="3410" y="10429"/>
                  </a:lnTo>
                  <a:lnTo>
                    <a:pt x="3972" y="10449"/>
                  </a:lnTo>
                  <a:lnTo>
                    <a:pt x="4553" y="10429"/>
                  </a:lnTo>
                  <a:lnTo>
                    <a:pt x="5115" y="10409"/>
                  </a:lnTo>
                  <a:lnTo>
                    <a:pt x="5676" y="10369"/>
                  </a:lnTo>
                  <a:lnTo>
                    <a:pt x="6218" y="10288"/>
                  </a:lnTo>
                  <a:lnTo>
                    <a:pt x="6759" y="10168"/>
                  </a:lnTo>
                  <a:lnTo>
                    <a:pt x="7241" y="10028"/>
                  </a:lnTo>
                  <a:lnTo>
                    <a:pt x="7481" y="9948"/>
                  </a:lnTo>
                  <a:lnTo>
                    <a:pt x="7702" y="9847"/>
                  </a:lnTo>
                  <a:lnTo>
                    <a:pt x="7922" y="9747"/>
                  </a:lnTo>
                  <a:lnTo>
                    <a:pt x="8123" y="9627"/>
                  </a:lnTo>
                  <a:lnTo>
                    <a:pt x="8324" y="9486"/>
                  </a:lnTo>
                  <a:lnTo>
                    <a:pt x="8504" y="9346"/>
                  </a:lnTo>
                  <a:lnTo>
                    <a:pt x="8664" y="9185"/>
                  </a:lnTo>
                  <a:lnTo>
                    <a:pt x="8825" y="9025"/>
                  </a:lnTo>
                  <a:lnTo>
                    <a:pt x="8825" y="9025"/>
                  </a:lnTo>
                  <a:lnTo>
                    <a:pt x="8945" y="8845"/>
                  </a:lnTo>
                  <a:lnTo>
                    <a:pt x="9086" y="8644"/>
                  </a:lnTo>
                  <a:lnTo>
                    <a:pt x="9206" y="8443"/>
                  </a:lnTo>
                  <a:lnTo>
                    <a:pt x="9306" y="8243"/>
                  </a:lnTo>
                  <a:lnTo>
                    <a:pt x="9507" y="7782"/>
                  </a:lnTo>
                  <a:lnTo>
                    <a:pt x="9647" y="7300"/>
                  </a:lnTo>
                  <a:lnTo>
                    <a:pt x="9767" y="6779"/>
                  </a:lnTo>
                  <a:lnTo>
                    <a:pt x="9868" y="6257"/>
                  </a:lnTo>
                  <a:lnTo>
                    <a:pt x="9948" y="5696"/>
                  </a:lnTo>
                  <a:lnTo>
                    <a:pt x="9988" y="5154"/>
                  </a:lnTo>
                  <a:lnTo>
                    <a:pt x="10008" y="4593"/>
                  </a:lnTo>
                  <a:lnTo>
                    <a:pt x="10028" y="4031"/>
                  </a:lnTo>
                  <a:lnTo>
                    <a:pt x="10008" y="2928"/>
                  </a:lnTo>
                  <a:lnTo>
                    <a:pt x="9968" y="1886"/>
                  </a:lnTo>
                  <a:lnTo>
                    <a:pt x="9928" y="963"/>
                  </a:lnTo>
                  <a:lnTo>
                    <a:pt x="9928" y="963"/>
                  </a:lnTo>
                  <a:lnTo>
                    <a:pt x="9948" y="742"/>
                  </a:lnTo>
                  <a:lnTo>
                    <a:pt x="9988" y="542"/>
                  </a:lnTo>
                  <a:lnTo>
                    <a:pt x="10088" y="382"/>
                  </a:lnTo>
                  <a:lnTo>
                    <a:pt x="10189" y="261"/>
                  </a:lnTo>
                  <a:lnTo>
                    <a:pt x="10329" y="141"/>
                  </a:lnTo>
                  <a:lnTo>
                    <a:pt x="10489" y="81"/>
                  </a:lnTo>
                  <a:lnTo>
                    <a:pt x="10650" y="21"/>
                  </a:lnTo>
                  <a:lnTo>
                    <a:pt x="10830" y="0"/>
                  </a:lnTo>
                  <a:lnTo>
                    <a:pt x="10830" y="0"/>
                  </a:lnTo>
                  <a:lnTo>
                    <a:pt x="11011" y="21"/>
                  </a:lnTo>
                  <a:lnTo>
                    <a:pt x="11211" y="61"/>
                  </a:lnTo>
                  <a:lnTo>
                    <a:pt x="11372" y="121"/>
                  </a:lnTo>
                  <a:lnTo>
                    <a:pt x="11532" y="241"/>
                  </a:lnTo>
                  <a:lnTo>
                    <a:pt x="11673" y="361"/>
                  </a:lnTo>
                  <a:lnTo>
                    <a:pt x="11793" y="522"/>
                  </a:lnTo>
                  <a:lnTo>
                    <a:pt x="11853" y="722"/>
                  </a:lnTo>
                  <a:lnTo>
                    <a:pt x="11893" y="843"/>
                  </a:lnTo>
                  <a:lnTo>
                    <a:pt x="11893" y="963"/>
                  </a:lnTo>
                  <a:lnTo>
                    <a:pt x="11893" y="963"/>
                  </a:lnTo>
                  <a:lnTo>
                    <a:pt x="11933" y="2086"/>
                  </a:lnTo>
                  <a:lnTo>
                    <a:pt x="11973" y="3309"/>
                  </a:lnTo>
                  <a:lnTo>
                    <a:pt x="11973" y="3951"/>
                  </a:lnTo>
                  <a:lnTo>
                    <a:pt x="11953" y="4613"/>
                  </a:lnTo>
                  <a:lnTo>
                    <a:pt x="11913" y="5255"/>
                  </a:lnTo>
                  <a:lnTo>
                    <a:pt x="11853" y="5917"/>
                  </a:lnTo>
                  <a:lnTo>
                    <a:pt x="11773" y="6558"/>
                  </a:lnTo>
                  <a:lnTo>
                    <a:pt x="11653" y="7200"/>
                  </a:lnTo>
                  <a:lnTo>
                    <a:pt x="11512" y="7822"/>
                  </a:lnTo>
                  <a:lnTo>
                    <a:pt x="11332" y="8403"/>
                  </a:lnTo>
                  <a:lnTo>
                    <a:pt x="11231" y="8704"/>
                  </a:lnTo>
                  <a:lnTo>
                    <a:pt x="11111" y="8965"/>
                  </a:lnTo>
                  <a:lnTo>
                    <a:pt x="10991" y="9246"/>
                  </a:lnTo>
                  <a:lnTo>
                    <a:pt x="10850" y="9506"/>
                  </a:lnTo>
                  <a:lnTo>
                    <a:pt x="10710" y="9747"/>
                  </a:lnTo>
                  <a:lnTo>
                    <a:pt x="10550" y="9988"/>
                  </a:lnTo>
                  <a:lnTo>
                    <a:pt x="10369" y="10228"/>
                  </a:lnTo>
                  <a:lnTo>
                    <a:pt x="10189" y="1044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3" name="Google Shape;9023;p45"/>
            <p:cNvSpPr/>
            <p:nvPr/>
          </p:nvSpPr>
          <p:spPr>
            <a:xfrm>
              <a:off x="11231600" y="3162038"/>
              <a:ext cx="168475" cy="252725"/>
            </a:xfrm>
            <a:custGeom>
              <a:avLst/>
              <a:gdLst/>
              <a:ahLst/>
              <a:cxnLst/>
              <a:rect l="l" t="t" r="r" b="b"/>
              <a:pathLst>
                <a:path w="6739" h="10109" extrusionOk="0">
                  <a:moveTo>
                    <a:pt x="5736" y="1"/>
                  </a:moveTo>
                  <a:lnTo>
                    <a:pt x="5776" y="1064"/>
                  </a:lnTo>
                  <a:lnTo>
                    <a:pt x="5796" y="2227"/>
                  </a:lnTo>
                  <a:lnTo>
                    <a:pt x="5796" y="2969"/>
                  </a:lnTo>
                  <a:lnTo>
                    <a:pt x="5756" y="3691"/>
                  </a:lnTo>
                  <a:lnTo>
                    <a:pt x="5676" y="4413"/>
                  </a:lnTo>
                  <a:lnTo>
                    <a:pt x="5636" y="4774"/>
                  </a:lnTo>
                  <a:lnTo>
                    <a:pt x="5576" y="5115"/>
                  </a:lnTo>
                  <a:lnTo>
                    <a:pt x="5495" y="5456"/>
                  </a:lnTo>
                  <a:lnTo>
                    <a:pt x="5415" y="5776"/>
                  </a:lnTo>
                  <a:lnTo>
                    <a:pt x="5315" y="6097"/>
                  </a:lnTo>
                  <a:lnTo>
                    <a:pt x="5195" y="6398"/>
                  </a:lnTo>
                  <a:lnTo>
                    <a:pt x="5074" y="6699"/>
                  </a:lnTo>
                  <a:lnTo>
                    <a:pt x="4914" y="6960"/>
                  </a:lnTo>
                  <a:lnTo>
                    <a:pt x="4753" y="7220"/>
                  </a:lnTo>
                  <a:lnTo>
                    <a:pt x="4593" y="7461"/>
                  </a:lnTo>
                  <a:lnTo>
                    <a:pt x="4412" y="7662"/>
                  </a:lnTo>
                  <a:lnTo>
                    <a:pt x="4192" y="7842"/>
                  </a:lnTo>
                  <a:lnTo>
                    <a:pt x="3971" y="8002"/>
                  </a:lnTo>
                  <a:lnTo>
                    <a:pt x="3731" y="8143"/>
                  </a:lnTo>
                  <a:lnTo>
                    <a:pt x="3490" y="8283"/>
                  </a:lnTo>
                  <a:lnTo>
                    <a:pt x="3209" y="8384"/>
                  </a:lnTo>
                  <a:lnTo>
                    <a:pt x="2928" y="8484"/>
                  </a:lnTo>
                  <a:lnTo>
                    <a:pt x="2628" y="8584"/>
                  </a:lnTo>
                  <a:lnTo>
                    <a:pt x="2327" y="8644"/>
                  </a:lnTo>
                  <a:lnTo>
                    <a:pt x="2006" y="8724"/>
                  </a:lnTo>
                  <a:lnTo>
                    <a:pt x="1344" y="8805"/>
                  </a:lnTo>
                  <a:lnTo>
                    <a:pt x="682" y="8865"/>
                  </a:lnTo>
                  <a:lnTo>
                    <a:pt x="0" y="8885"/>
                  </a:lnTo>
                  <a:lnTo>
                    <a:pt x="0" y="10108"/>
                  </a:lnTo>
                  <a:lnTo>
                    <a:pt x="121" y="10048"/>
                  </a:lnTo>
                  <a:lnTo>
                    <a:pt x="301" y="9948"/>
                  </a:lnTo>
                  <a:lnTo>
                    <a:pt x="502" y="9868"/>
                  </a:lnTo>
                  <a:lnTo>
                    <a:pt x="903" y="9727"/>
                  </a:lnTo>
                  <a:lnTo>
                    <a:pt x="1725" y="9507"/>
                  </a:lnTo>
                  <a:lnTo>
                    <a:pt x="2447" y="9286"/>
                  </a:lnTo>
                  <a:lnTo>
                    <a:pt x="2788" y="9166"/>
                  </a:lnTo>
                  <a:lnTo>
                    <a:pt x="3129" y="9025"/>
                  </a:lnTo>
                  <a:lnTo>
                    <a:pt x="3470" y="8865"/>
                  </a:lnTo>
                  <a:lnTo>
                    <a:pt x="3811" y="8704"/>
                  </a:lnTo>
                  <a:lnTo>
                    <a:pt x="4132" y="8524"/>
                  </a:lnTo>
                  <a:lnTo>
                    <a:pt x="4432" y="8323"/>
                  </a:lnTo>
                  <a:lnTo>
                    <a:pt x="4733" y="8103"/>
                  </a:lnTo>
                  <a:lnTo>
                    <a:pt x="5014" y="7882"/>
                  </a:lnTo>
                  <a:lnTo>
                    <a:pt x="5275" y="7621"/>
                  </a:lnTo>
                  <a:lnTo>
                    <a:pt x="5515" y="7361"/>
                  </a:lnTo>
                  <a:lnTo>
                    <a:pt x="5756" y="7060"/>
                  </a:lnTo>
                  <a:lnTo>
                    <a:pt x="5957" y="6759"/>
                  </a:lnTo>
                  <a:lnTo>
                    <a:pt x="6137" y="6438"/>
                  </a:lnTo>
                  <a:lnTo>
                    <a:pt x="6298" y="6077"/>
                  </a:lnTo>
                  <a:lnTo>
                    <a:pt x="6418" y="5716"/>
                  </a:lnTo>
                  <a:lnTo>
                    <a:pt x="6518" y="5355"/>
                  </a:lnTo>
                  <a:lnTo>
                    <a:pt x="6598" y="4974"/>
                  </a:lnTo>
                  <a:lnTo>
                    <a:pt x="6659" y="4593"/>
                  </a:lnTo>
                  <a:lnTo>
                    <a:pt x="6699" y="4232"/>
                  </a:lnTo>
                  <a:lnTo>
                    <a:pt x="6719" y="3851"/>
                  </a:lnTo>
                  <a:lnTo>
                    <a:pt x="6739" y="3470"/>
                  </a:lnTo>
                  <a:lnTo>
                    <a:pt x="6739" y="3089"/>
                  </a:lnTo>
                  <a:lnTo>
                    <a:pt x="6699" y="2327"/>
                  </a:lnTo>
                  <a:lnTo>
                    <a:pt x="6638" y="1565"/>
                  </a:lnTo>
                  <a:lnTo>
                    <a:pt x="6598" y="803"/>
                  </a:lnTo>
                  <a:lnTo>
                    <a:pt x="6558" y="41"/>
                  </a:lnTo>
                  <a:lnTo>
                    <a:pt x="6177" y="41"/>
                  </a:lnTo>
                  <a:lnTo>
                    <a:pt x="5736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4" name="Google Shape;9024;p45"/>
            <p:cNvSpPr/>
            <p:nvPr/>
          </p:nvSpPr>
          <p:spPr>
            <a:xfrm>
              <a:off x="11277725" y="3008638"/>
              <a:ext cx="243175" cy="154425"/>
            </a:xfrm>
            <a:custGeom>
              <a:avLst/>
              <a:gdLst/>
              <a:ahLst/>
              <a:cxnLst/>
              <a:rect l="l" t="t" r="r" b="b"/>
              <a:pathLst>
                <a:path w="9727" h="6177" extrusionOk="0">
                  <a:moveTo>
                    <a:pt x="141" y="0"/>
                  </a:moveTo>
                  <a:lnTo>
                    <a:pt x="121" y="120"/>
                  </a:lnTo>
                  <a:lnTo>
                    <a:pt x="61" y="461"/>
                  </a:lnTo>
                  <a:lnTo>
                    <a:pt x="21" y="963"/>
                  </a:lnTo>
                  <a:lnTo>
                    <a:pt x="0" y="1284"/>
                  </a:lnTo>
                  <a:lnTo>
                    <a:pt x="0" y="1604"/>
                  </a:lnTo>
                  <a:lnTo>
                    <a:pt x="21" y="1965"/>
                  </a:lnTo>
                  <a:lnTo>
                    <a:pt x="61" y="2326"/>
                  </a:lnTo>
                  <a:lnTo>
                    <a:pt x="121" y="2707"/>
                  </a:lnTo>
                  <a:lnTo>
                    <a:pt x="201" y="3088"/>
                  </a:lnTo>
                  <a:lnTo>
                    <a:pt x="321" y="3449"/>
                  </a:lnTo>
                  <a:lnTo>
                    <a:pt x="482" y="3830"/>
                  </a:lnTo>
                  <a:lnTo>
                    <a:pt x="682" y="4171"/>
                  </a:lnTo>
                  <a:lnTo>
                    <a:pt x="803" y="4352"/>
                  </a:lnTo>
                  <a:lnTo>
                    <a:pt x="943" y="4512"/>
                  </a:lnTo>
                  <a:lnTo>
                    <a:pt x="1204" y="4813"/>
                  </a:lnTo>
                  <a:lnTo>
                    <a:pt x="1484" y="5074"/>
                  </a:lnTo>
                  <a:lnTo>
                    <a:pt x="1785" y="5294"/>
                  </a:lnTo>
                  <a:lnTo>
                    <a:pt x="2066" y="5495"/>
                  </a:lnTo>
                  <a:lnTo>
                    <a:pt x="2347" y="5655"/>
                  </a:lnTo>
                  <a:lnTo>
                    <a:pt x="2628" y="5796"/>
                  </a:lnTo>
                  <a:lnTo>
                    <a:pt x="2908" y="5896"/>
                  </a:lnTo>
                  <a:lnTo>
                    <a:pt x="3189" y="5996"/>
                  </a:lnTo>
                  <a:lnTo>
                    <a:pt x="3450" y="6057"/>
                  </a:lnTo>
                  <a:lnTo>
                    <a:pt x="3690" y="6097"/>
                  </a:lnTo>
                  <a:lnTo>
                    <a:pt x="4152" y="6157"/>
                  </a:lnTo>
                  <a:lnTo>
                    <a:pt x="4553" y="6177"/>
                  </a:lnTo>
                  <a:lnTo>
                    <a:pt x="5175" y="6177"/>
                  </a:lnTo>
                  <a:lnTo>
                    <a:pt x="5556" y="6157"/>
                  </a:lnTo>
                  <a:lnTo>
                    <a:pt x="6017" y="6097"/>
                  </a:lnTo>
                  <a:lnTo>
                    <a:pt x="6278" y="6057"/>
                  </a:lnTo>
                  <a:lnTo>
                    <a:pt x="6538" y="5996"/>
                  </a:lnTo>
                  <a:lnTo>
                    <a:pt x="6819" y="5896"/>
                  </a:lnTo>
                  <a:lnTo>
                    <a:pt x="7100" y="5796"/>
                  </a:lnTo>
                  <a:lnTo>
                    <a:pt x="7381" y="5655"/>
                  </a:lnTo>
                  <a:lnTo>
                    <a:pt x="7661" y="5495"/>
                  </a:lnTo>
                  <a:lnTo>
                    <a:pt x="7942" y="5294"/>
                  </a:lnTo>
                  <a:lnTo>
                    <a:pt x="8223" y="5074"/>
                  </a:lnTo>
                  <a:lnTo>
                    <a:pt x="8504" y="4813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985" y="4252"/>
                  </a:lnTo>
                  <a:lnTo>
                    <a:pt x="9085" y="4071"/>
                  </a:lnTo>
                  <a:lnTo>
                    <a:pt x="9286" y="3730"/>
                  </a:lnTo>
                  <a:lnTo>
                    <a:pt x="9426" y="3369"/>
                  </a:lnTo>
                  <a:lnTo>
                    <a:pt x="9546" y="2988"/>
                  </a:lnTo>
                  <a:lnTo>
                    <a:pt x="9627" y="2627"/>
                  </a:lnTo>
                  <a:lnTo>
                    <a:pt x="9687" y="2246"/>
                  </a:lnTo>
                  <a:lnTo>
                    <a:pt x="9707" y="1905"/>
                  </a:lnTo>
                  <a:lnTo>
                    <a:pt x="9727" y="1564"/>
                  </a:lnTo>
                  <a:lnTo>
                    <a:pt x="9727" y="1223"/>
                  </a:lnTo>
                  <a:lnTo>
                    <a:pt x="9707" y="943"/>
                  </a:lnTo>
                  <a:lnTo>
                    <a:pt x="9647" y="441"/>
                  </a:lnTo>
                  <a:lnTo>
                    <a:pt x="9607" y="120"/>
                  </a:lnTo>
                  <a:lnTo>
                    <a:pt x="9566" y="0"/>
                  </a:lnTo>
                  <a:lnTo>
                    <a:pt x="6899" y="0"/>
                  </a:lnTo>
                  <a:lnTo>
                    <a:pt x="6919" y="140"/>
                  </a:lnTo>
                  <a:lnTo>
                    <a:pt x="6959" y="501"/>
                  </a:lnTo>
                  <a:lnTo>
                    <a:pt x="6959" y="762"/>
                  </a:lnTo>
                  <a:lnTo>
                    <a:pt x="6959" y="1043"/>
                  </a:lnTo>
                  <a:lnTo>
                    <a:pt x="6939" y="1344"/>
                  </a:lnTo>
                  <a:lnTo>
                    <a:pt x="6879" y="1645"/>
                  </a:lnTo>
                  <a:lnTo>
                    <a:pt x="6799" y="1945"/>
                  </a:lnTo>
                  <a:lnTo>
                    <a:pt x="6679" y="2246"/>
                  </a:lnTo>
                  <a:lnTo>
                    <a:pt x="6598" y="2387"/>
                  </a:lnTo>
                  <a:lnTo>
                    <a:pt x="6518" y="2527"/>
                  </a:lnTo>
                  <a:lnTo>
                    <a:pt x="6418" y="2647"/>
                  </a:lnTo>
                  <a:lnTo>
                    <a:pt x="6318" y="2768"/>
                  </a:lnTo>
                  <a:lnTo>
                    <a:pt x="6177" y="2888"/>
                  </a:lnTo>
                  <a:lnTo>
                    <a:pt x="6037" y="2988"/>
                  </a:lnTo>
                  <a:lnTo>
                    <a:pt x="5896" y="3068"/>
                  </a:lnTo>
                  <a:lnTo>
                    <a:pt x="5716" y="3149"/>
                  </a:lnTo>
                  <a:lnTo>
                    <a:pt x="5535" y="3209"/>
                  </a:lnTo>
                  <a:lnTo>
                    <a:pt x="5335" y="3249"/>
                  </a:lnTo>
                  <a:lnTo>
                    <a:pt x="5094" y="3289"/>
                  </a:lnTo>
                  <a:lnTo>
                    <a:pt x="4613" y="3289"/>
                  </a:lnTo>
                  <a:lnTo>
                    <a:pt x="4392" y="3249"/>
                  </a:lnTo>
                  <a:lnTo>
                    <a:pt x="4192" y="3209"/>
                  </a:lnTo>
                  <a:lnTo>
                    <a:pt x="4011" y="3149"/>
                  </a:lnTo>
                  <a:lnTo>
                    <a:pt x="3831" y="3068"/>
                  </a:lnTo>
                  <a:lnTo>
                    <a:pt x="3670" y="2988"/>
                  </a:lnTo>
                  <a:lnTo>
                    <a:pt x="3530" y="2888"/>
                  </a:lnTo>
                  <a:lnTo>
                    <a:pt x="3410" y="2768"/>
                  </a:lnTo>
                  <a:lnTo>
                    <a:pt x="3309" y="2647"/>
                  </a:lnTo>
                  <a:lnTo>
                    <a:pt x="3209" y="2527"/>
                  </a:lnTo>
                  <a:lnTo>
                    <a:pt x="3109" y="2387"/>
                  </a:lnTo>
                  <a:lnTo>
                    <a:pt x="3049" y="2246"/>
                  </a:lnTo>
                  <a:lnTo>
                    <a:pt x="2928" y="1945"/>
                  </a:lnTo>
                  <a:lnTo>
                    <a:pt x="2848" y="1645"/>
                  </a:lnTo>
                  <a:lnTo>
                    <a:pt x="2788" y="1344"/>
                  </a:lnTo>
                  <a:lnTo>
                    <a:pt x="2768" y="1043"/>
                  </a:lnTo>
                  <a:lnTo>
                    <a:pt x="2768" y="762"/>
                  </a:lnTo>
                  <a:lnTo>
                    <a:pt x="2768" y="501"/>
                  </a:lnTo>
                  <a:lnTo>
                    <a:pt x="2808" y="140"/>
                  </a:lnTo>
                  <a:lnTo>
                    <a:pt x="2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5" name="Google Shape;9025;p45"/>
            <p:cNvSpPr/>
            <p:nvPr/>
          </p:nvSpPr>
          <p:spPr>
            <a:xfrm>
              <a:off x="11277725" y="3008638"/>
              <a:ext cx="243175" cy="154425"/>
            </a:xfrm>
            <a:custGeom>
              <a:avLst/>
              <a:gdLst/>
              <a:ahLst/>
              <a:cxnLst/>
              <a:rect l="l" t="t" r="r" b="b"/>
              <a:pathLst>
                <a:path w="9727" h="6177" fill="none" extrusionOk="0">
                  <a:moveTo>
                    <a:pt x="8865" y="4412"/>
                  </a:moveTo>
                  <a:lnTo>
                    <a:pt x="8865" y="4412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504" y="4813"/>
                  </a:lnTo>
                  <a:lnTo>
                    <a:pt x="8223" y="5074"/>
                  </a:lnTo>
                  <a:lnTo>
                    <a:pt x="7942" y="5294"/>
                  </a:lnTo>
                  <a:lnTo>
                    <a:pt x="7661" y="5495"/>
                  </a:lnTo>
                  <a:lnTo>
                    <a:pt x="7381" y="5655"/>
                  </a:lnTo>
                  <a:lnTo>
                    <a:pt x="7100" y="5796"/>
                  </a:lnTo>
                  <a:lnTo>
                    <a:pt x="6819" y="5896"/>
                  </a:lnTo>
                  <a:lnTo>
                    <a:pt x="6538" y="5996"/>
                  </a:lnTo>
                  <a:lnTo>
                    <a:pt x="6278" y="6057"/>
                  </a:lnTo>
                  <a:lnTo>
                    <a:pt x="6017" y="6097"/>
                  </a:lnTo>
                  <a:lnTo>
                    <a:pt x="5556" y="6157"/>
                  </a:lnTo>
                  <a:lnTo>
                    <a:pt x="5175" y="6177"/>
                  </a:lnTo>
                  <a:lnTo>
                    <a:pt x="4854" y="6177"/>
                  </a:lnTo>
                  <a:lnTo>
                    <a:pt x="4854" y="6177"/>
                  </a:lnTo>
                  <a:lnTo>
                    <a:pt x="4553" y="6177"/>
                  </a:lnTo>
                  <a:lnTo>
                    <a:pt x="4152" y="6157"/>
                  </a:lnTo>
                  <a:lnTo>
                    <a:pt x="3690" y="6097"/>
                  </a:lnTo>
                  <a:lnTo>
                    <a:pt x="3450" y="6057"/>
                  </a:lnTo>
                  <a:lnTo>
                    <a:pt x="3189" y="5996"/>
                  </a:lnTo>
                  <a:lnTo>
                    <a:pt x="2908" y="5896"/>
                  </a:lnTo>
                  <a:lnTo>
                    <a:pt x="2628" y="5796"/>
                  </a:lnTo>
                  <a:lnTo>
                    <a:pt x="2347" y="5655"/>
                  </a:lnTo>
                  <a:lnTo>
                    <a:pt x="2066" y="5495"/>
                  </a:lnTo>
                  <a:lnTo>
                    <a:pt x="1785" y="5294"/>
                  </a:lnTo>
                  <a:lnTo>
                    <a:pt x="1484" y="5074"/>
                  </a:lnTo>
                  <a:lnTo>
                    <a:pt x="1204" y="4813"/>
                  </a:lnTo>
                  <a:lnTo>
                    <a:pt x="943" y="4512"/>
                  </a:lnTo>
                  <a:lnTo>
                    <a:pt x="943" y="4512"/>
                  </a:lnTo>
                  <a:lnTo>
                    <a:pt x="803" y="4352"/>
                  </a:lnTo>
                  <a:lnTo>
                    <a:pt x="682" y="4171"/>
                  </a:lnTo>
                  <a:lnTo>
                    <a:pt x="482" y="3830"/>
                  </a:lnTo>
                  <a:lnTo>
                    <a:pt x="321" y="3449"/>
                  </a:lnTo>
                  <a:lnTo>
                    <a:pt x="201" y="3088"/>
                  </a:lnTo>
                  <a:lnTo>
                    <a:pt x="121" y="2707"/>
                  </a:lnTo>
                  <a:lnTo>
                    <a:pt x="61" y="2326"/>
                  </a:lnTo>
                  <a:lnTo>
                    <a:pt x="21" y="1965"/>
                  </a:lnTo>
                  <a:lnTo>
                    <a:pt x="0" y="1604"/>
                  </a:lnTo>
                  <a:lnTo>
                    <a:pt x="0" y="1284"/>
                  </a:lnTo>
                  <a:lnTo>
                    <a:pt x="21" y="963"/>
                  </a:lnTo>
                  <a:lnTo>
                    <a:pt x="61" y="461"/>
                  </a:lnTo>
                  <a:lnTo>
                    <a:pt x="121" y="120"/>
                  </a:lnTo>
                  <a:lnTo>
                    <a:pt x="141" y="0"/>
                  </a:lnTo>
                  <a:lnTo>
                    <a:pt x="2828" y="0"/>
                  </a:lnTo>
                  <a:lnTo>
                    <a:pt x="2828" y="0"/>
                  </a:lnTo>
                  <a:lnTo>
                    <a:pt x="2808" y="140"/>
                  </a:lnTo>
                  <a:lnTo>
                    <a:pt x="2768" y="501"/>
                  </a:lnTo>
                  <a:lnTo>
                    <a:pt x="2768" y="762"/>
                  </a:lnTo>
                  <a:lnTo>
                    <a:pt x="2768" y="1043"/>
                  </a:lnTo>
                  <a:lnTo>
                    <a:pt x="2788" y="1344"/>
                  </a:lnTo>
                  <a:lnTo>
                    <a:pt x="2848" y="1645"/>
                  </a:lnTo>
                  <a:lnTo>
                    <a:pt x="2928" y="1945"/>
                  </a:lnTo>
                  <a:lnTo>
                    <a:pt x="3049" y="2246"/>
                  </a:lnTo>
                  <a:lnTo>
                    <a:pt x="3109" y="2387"/>
                  </a:lnTo>
                  <a:lnTo>
                    <a:pt x="3209" y="2527"/>
                  </a:lnTo>
                  <a:lnTo>
                    <a:pt x="3309" y="2647"/>
                  </a:lnTo>
                  <a:lnTo>
                    <a:pt x="3410" y="2768"/>
                  </a:lnTo>
                  <a:lnTo>
                    <a:pt x="3530" y="2888"/>
                  </a:lnTo>
                  <a:lnTo>
                    <a:pt x="3670" y="2988"/>
                  </a:lnTo>
                  <a:lnTo>
                    <a:pt x="3831" y="3068"/>
                  </a:lnTo>
                  <a:lnTo>
                    <a:pt x="4011" y="3149"/>
                  </a:lnTo>
                  <a:lnTo>
                    <a:pt x="4192" y="3209"/>
                  </a:lnTo>
                  <a:lnTo>
                    <a:pt x="4392" y="3249"/>
                  </a:lnTo>
                  <a:lnTo>
                    <a:pt x="4613" y="3289"/>
                  </a:lnTo>
                  <a:lnTo>
                    <a:pt x="4854" y="3289"/>
                  </a:lnTo>
                  <a:lnTo>
                    <a:pt x="4854" y="3289"/>
                  </a:lnTo>
                  <a:lnTo>
                    <a:pt x="5094" y="3289"/>
                  </a:lnTo>
                  <a:lnTo>
                    <a:pt x="5335" y="3249"/>
                  </a:lnTo>
                  <a:lnTo>
                    <a:pt x="5535" y="3209"/>
                  </a:lnTo>
                  <a:lnTo>
                    <a:pt x="5716" y="3149"/>
                  </a:lnTo>
                  <a:lnTo>
                    <a:pt x="5896" y="3068"/>
                  </a:lnTo>
                  <a:lnTo>
                    <a:pt x="6037" y="2988"/>
                  </a:lnTo>
                  <a:lnTo>
                    <a:pt x="6177" y="2888"/>
                  </a:lnTo>
                  <a:lnTo>
                    <a:pt x="6318" y="2768"/>
                  </a:lnTo>
                  <a:lnTo>
                    <a:pt x="6418" y="2647"/>
                  </a:lnTo>
                  <a:lnTo>
                    <a:pt x="6518" y="2527"/>
                  </a:lnTo>
                  <a:lnTo>
                    <a:pt x="6598" y="2387"/>
                  </a:lnTo>
                  <a:lnTo>
                    <a:pt x="6679" y="2246"/>
                  </a:lnTo>
                  <a:lnTo>
                    <a:pt x="6799" y="1945"/>
                  </a:lnTo>
                  <a:lnTo>
                    <a:pt x="6879" y="1645"/>
                  </a:lnTo>
                  <a:lnTo>
                    <a:pt x="6939" y="1344"/>
                  </a:lnTo>
                  <a:lnTo>
                    <a:pt x="6959" y="1043"/>
                  </a:lnTo>
                  <a:lnTo>
                    <a:pt x="6959" y="762"/>
                  </a:lnTo>
                  <a:lnTo>
                    <a:pt x="6959" y="501"/>
                  </a:lnTo>
                  <a:lnTo>
                    <a:pt x="6919" y="140"/>
                  </a:lnTo>
                  <a:lnTo>
                    <a:pt x="6899" y="0"/>
                  </a:lnTo>
                  <a:lnTo>
                    <a:pt x="9566" y="0"/>
                  </a:lnTo>
                  <a:lnTo>
                    <a:pt x="9566" y="0"/>
                  </a:lnTo>
                  <a:lnTo>
                    <a:pt x="9607" y="120"/>
                  </a:lnTo>
                  <a:lnTo>
                    <a:pt x="9647" y="441"/>
                  </a:lnTo>
                  <a:lnTo>
                    <a:pt x="9707" y="943"/>
                  </a:lnTo>
                  <a:lnTo>
                    <a:pt x="9727" y="1223"/>
                  </a:lnTo>
                  <a:lnTo>
                    <a:pt x="9727" y="1564"/>
                  </a:lnTo>
                  <a:lnTo>
                    <a:pt x="9707" y="1905"/>
                  </a:lnTo>
                  <a:lnTo>
                    <a:pt x="9687" y="2246"/>
                  </a:lnTo>
                  <a:lnTo>
                    <a:pt x="9627" y="2627"/>
                  </a:lnTo>
                  <a:lnTo>
                    <a:pt x="9546" y="2988"/>
                  </a:lnTo>
                  <a:lnTo>
                    <a:pt x="9426" y="3369"/>
                  </a:lnTo>
                  <a:lnTo>
                    <a:pt x="9286" y="3730"/>
                  </a:lnTo>
                  <a:lnTo>
                    <a:pt x="9085" y="4071"/>
                  </a:lnTo>
                  <a:lnTo>
                    <a:pt x="8985" y="4252"/>
                  </a:lnTo>
                  <a:lnTo>
                    <a:pt x="8865" y="441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6" name="Google Shape;9026;p45"/>
            <p:cNvSpPr/>
            <p:nvPr/>
          </p:nvSpPr>
          <p:spPr>
            <a:xfrm>
              <a:off x="11277725" y="3008638"/>
              <a:ext cx="221625" cy="154425"/>
            </a:xfrm>
            <a:custGeom>
              <a:avLst/>
              <a:gdLst/>
              <a:ahLst/>
              <a:cxnLst/>
              <a:rect l="l" t="t" r="r" b="b"/>
              <a:pathLst>
                <a:path w="8865" h="6177" extrusionOk="0">
                  <a:moveTo>
                    <a:pt x="141" y="0"/>
                  </a:moveTo>
                  <a:lnTo>
                    <a:pt x="121" y="100"/>
                  </a:lnTo>
                  <a:lnTo>
                    <a:pt x="81" y="421"/>
                  </a:lnTo>
                  <a:lnTo>
                    <a:pt x="21" y="902"/>
                  </a:lnTo>
                  <a:lnTo>
                    <a:pt x="0" y="1183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1" y="2226"/>
                  </a:lnTo>
                  <a:lnTo>
                    <a:pt x="101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2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3" y="4332"/>
                  </a:lnTo>
                  <a:lnTo>
                    <a:pt x="943" y="4512"/>
                  </a:lnTo>
                  <a:lnTo>
                    <a:pt x="1204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2006" y="5455"/>
                  </a:lnTo>
                  <a:lnTo>
                    <a:pt x="2267" y="5615"/>
                  </a:lnTo>
                  <a:lnTo>
                    <a:pt x="2547" y="5756"/>
                  </a:lnTo>
                  <a:lnTo>
                    <a:pt x="2808" y="5876"/>
                  </a:lnTo>
                  <a:lnTo>
                    <a:pt x="3069" y="5956"/>
                  </a:lnTo>
                  <a:lnTo>
                    <a:pt x="3329" y="6036"/>
                  </a:lnTo>
                  <a:lnTo>
                    <a:pt x="357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5295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8" y="6036"/>
                  </a:lnTo>
                  <a:lnTo>
                    <a:pt x="6659" y="5956"/>
                  </a:lnTo>
                  <a:lnTo>
                    <a:pt x="6919" y="5876"/>
                  </a:lnTo>
                  <a:lnTo>
                    <a:pt x="7180" y="5756"/>
                  </a:lnTo>
                  <a:lnTo>
                    <a:pt x="7441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63" y="5054"/>
                  </a:lnTo>
                  <a:lnTo>
                    <a:pt x="8524" y="4793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544" y="4613"/>
                  </a:lnTo>
                  <a:lnTo>
                    <a:pt x="8203" y="4813"/>
                  </a:lnTo>
                  <a:lnTo>
                    <a:pt x="7842" y="4954"/>
                  </a:lnTo>
                  <a:lnTo>
                    <a:pt x="7481" y="5094"/>
                  </a:lnTo>
                  <a:lnTo>
                    <a:pt x="7100" y="5194"/>
                  </a:lnTo>
                  <a:lnTo>
                    <a:pt x="6719" y="5274"/>
                  </a:lnTo>
                  <a:lnTo>
                    <a:pt x="6338" y="5314"/>
                  </a:lnTo>
                  <a:lnTo>
                    <a:pt x="5937" y="5335"/>
                  </a:lnTo>
                  <a:lnTo>
                    <a:pt x="5676" y="5314"/>
                  </a:lnTo>
                  <a:lnTo>
                    <a:pt x="5415" y="5294"/>
                  </a:lnTo>
                  <a:lnTo>
                    <a:pt x="5154" y="5274"/>
                  </a:lnTo>
                  <a:lnTo>
                    <a:pt x="4914" y="5214"/>
                  </a:lnTo>
                  <a:lnTo>
                    <a:pt x="4653" y="5154"/>
                  </a:lnTo>
                  <a:lnTo>
                    <a:pt x="4412" y="5074"/>
                  </a:lnTo>
                  <a:lnTo>
                    <a:pt x="4152" y="4994"/>
                  </a:lnTo>
                  <a:lnTo>
                    <a:pt x="3911" y="4893"/>
                  </a:lnTo>
                  <a:lnTo>
                    <a:pt x="3550" y="4693"/>
                  </a:lnTo>
                  <a:lnTo>
                    <a:pt x="3209" y="4472"/>
                  </a:lnTo>
                  <a:lnTo>
                    <a:pt x="2908" y="4252"/>
                  </a:lnTo>
                  <a:lnTo>
                    <a:pt x="2648" y="3991"/>
                  </a:lnTo>
                  <a:lnTo>
                    <a:pt x="2427" y="3710"/>
                  </a:lnTo>
                  <a:lnTo>
                    <a:pt x="2227" y="3429"/>
                  </a:lnTo>
                  <a:lnTo>
                    <a:pt x="2066" y="3129"/>
                  </a:lnTo>
                  <a:lnTo>
                    <a:pt x="1946" y="2808"/>
                  </a:lnTo>
                  <a:lnTo>
                    <a:pt x="1825" y="2487"/>
                  </a:lnTo>
                  <a:lnTo>
                    <a:pt x="1765" y="2146"/>
                  </a:lnTo>
                  <a:lnTo>
                    <a:pt x="1725" y="1805"/>
                  </a:lnTo>
                  <a:lnTo>
                    <a:pt x="1705" y="1444"/>
                  </a:lnTo>
                  <a:lnTo>
                    <a:pt x="1705" y="1083"/>
                  </a:lnTo>
                  <a:lnTo>
                    <a:pt x="1745" y="722"/>
                  </a:lnTo>
                  <a:lnTo>
                    <a:pt x="1805" y="361"/>
                  </a:lnTo>
                  <a:lnTo>
                    <a:pt x="190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9027;p45"/>
            <p:cNvSpPr/>
            <p:nvPr/>
          </p:nvSpPr>
          <p:spPr>
            <a:xfrm>
              <a:off x="11277725" y="3008638"/>
              <a:ext cx="221625" cy="154425"/>
            </a:xfrm>
            <a:custGeom>
              <a:avLst/>
              <a:gdLst/>
              <a:ahLst/>
              <a:cxnLst/>
              <a:rect l="l" t="t" r="r" b="b"/>
              <a:pathLst>
                <a:path w="8865" h="6177" fill="none" extrusionOk="0">
                  <a:moveTo>
                    <a:pt x="1906" y="0"/>
                  </a:moveTo>
                  <a:lnTo>
                    <a:pt x="141" y="0"/>
                  </a:lnTo>
                  <a:lnTo>
                    <a:pt x="141" y="0"/>
                  </a:lnTo>
                  <a:lnTo>
                    <a:pt x="121" y="100"/>
                  </a:lnTo>
                  <a:lnTo>
                    <a:pt x="81" y="421"/>
                  </a:lnTo>
                  <a:lnTo>
                    <a:pt x="21" y="902"/>
                  </a:lnTo>
                  <a:lnTo>
                    <a:pt x="0" y="1183"/>
                  </a:lnTo>
                  <a:lnTo>
                    <a:pt x="0" y="1484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1" y="2226"/>
                  </a:lnTo>
                  <a:lnTo>
                    <a:pt x="101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2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3" y="4332"/>
                  </a:lnTo>
                  <a:lnTo>
                    <a:pt x="943" y="4512"/>
                  </a:lnTo>
                  <a:lnTo>
                    <a:pt x="943" y="4512"/>
                  </a:lnTo>
                  <a:lnTo>
                    <a:pt x="1204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2006" y="5455"/>
                  </a:lnTo>
                  <a:lnTo>
                    <a:pt x="2267" y="5615"/>
                  </a:lnTo>
                  <a:lnTo>
                    <a:pt x="2547" y="5756"/>
                  </a:lnTo>
                  <a:lnTo>
                    <a:pt x="2808" y="5876"/>
                  </a:lnTo>
                  <a:lnTo>
                    <a:pt x="3069" y="5956"/>
                  </a:lnTo>
                  <a:lnTo>
                    <a:pt x="3329" y="6036"/>
                  </a:lnTo>
                  <a:lnTo>
                    <a:pt x="357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4753" y="6177"/>
                  </a:lnTo>
                  <a:lnTo>
                    <a:pt x="4753" y="6177"/>
                  </a:lnTo>
                  <a:lnTo>
                    <a:pt x="4854" y="6177"/>
                  </a:lnTo>
                  <a:lnTo>
                    <a:pt x="4854" y="6177"/>
                  </a:lnTo>
                  <a:lnTo>
                    <a:pt x="4974" y="6177"/>
                  </a:lnTo>
                  <a:lnTo>
                    <a:pt x="4974" y="6177"/>
                  </a:lnTo>
                  <a:lnTo>
                    <a:pt x="5295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8" y="6036"/>
                  </a:lnTo>
                  <a:lnTo>
                    <a:pt x="6659" y="5956"/>
                  </a:lnTo>
                  <a:lnTo>
                    <a:pt x="6919" y="5876"/>
                  </a:lnTo>
                  <a:lnTo>
                    <a:pt x="7180" y="5756"/>
                  </a:lnTo>
                  <a:lnTo>
                    <a:pt x="7441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63" y="5054"/>
                  </a:lnTo>
                  <a:lnTo>
                    <a:pt x="8524" y="4793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865" y="4412"/>
                  </a:lnTo>
                  <a:lnTo>
                    <a:pt x="8544" y="4613"/>
                  </a:lnTo>
                  <a:lnTo>
                    <a:pt x="8203" y="4813"/>
                  </a:lnTo>
                  <a:lnTo>
                    <a:pt x="7842" y="4954"/>
                  </a:lnTo>
                  <a:lnTo>
                    <a:pt x="7481" y="5094"/>
                  </a:lnTo>
                  <a:lnTo>
                    <a:pt x="7100" y="5194"/>
                  </a:lnTo>
                  <a:lnTo>
                    <a:pt x="6719" y="5274"/>
                  </a:lnTo>
                  <a:lnTo>
                    <a:pt x="6338" y="5314"/>
                  </a:lnTo>
                  <a:lnTo>
                    <a:pt x="5937" y="5335"/>
                  </a:lnTo>
                  <a:lnTo>
                    <a:pt x="5937" y="5335"/>
                  </a:lnTo>
                  <a:lnTo>
                    <a:pt x="5676" y="5314"/>
                  </a:lnTo>
                  <a:lnTo>
                    <a:pt x="5415" y="5294"/>
                  </a:lnTo>
                  <a:lnTo>
                    <a:pt x="5154" y="5274"/>
                  </a:lnTo>
                  <a:lnTo>
                    <a:pt x="4914" y="5214"/>
                  </a:lnTo>
                  <a:lnTo>
                    <a:pt x="4653" y="5154"/>
                  </a:lnTo>
                  <a:lnTo>
                    <a:pt x="4412" y="5074"/>
                  </a:lnTo>
                  <a:lnTo>
                    <a:pt x="4152" y="4994"/>
                  </a:lnTo>
                  <a:lnTo>
                    <a:pt x="3911" y="4893"/>
                  </a:lnTo>
                  <a:lnTo>
                    <a:pt x="3911" y="4893"/>
                  </a:lnTo>
                  <a:lnTo>
                    <a:pt x="3550" y="4693"/>
                  </a:lnTo>
                  <a:lnTo>
                    <a:pt x="3209" y="4472"/>
                  </a:lnTo>
                  <a:lnTo>
                    <a:pt x="2908" y="4252"/>
                  </a:lnTo>
                  <a:lnTo>
                    <a:pt x="2648" y="3991"/>
                  </a:lnTo>
                  <a:lnTo>
                    <a:pt x="2427" y="3710"/>
                  </a:lnTo>
                  <a:lnTo>
                    <a:pt x="2227" y="3429"/>
                  </a:lnTo>
                  <a:lnTo>
                    <a:pt x="2066" y="3129"/>
                  </a:lnTo>
                  <a:lnTo>
                    <a:pt x="1946" y="2808"/>
                  </a:lnTo>
                  <a:lnTo>
                    <a:pt x="1825" y="2487"/>
                  </a:lnTo>
                  <a:lnTo>
                    <a:pt x="1765" y="2146"/>
                  </a:lnTo>
                  <a:lnTo>
                    <a:pt x="1725" y="1805"/>
                  </a:lnTo>
                  <a:lnTo>
                    <a:pt x="1705" y="1444"/>
                  </a:lnTo>
                  <a:lnTo>
                    <a:pt x="1705" y="1083"/>
                  </a:lnTo>
                  <a:lnTo>
                    <a:pt x="1745" y="722"/>
                  </a:lnTo>
                  <a:lnTo>
                    <a:pt x="1805" y="361"/>
                  </a:lnTo>
                  <a:lnTo>
                    <a:pt x="190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9028;p45"/>
            <p:cNvSpPr/>
            <p:nvPr/>
          </p:nvSpPr>
          <p:spPr>
            <a:xfrm>
              <a:off x="11088700" y="3285888"/>
              <a:ext cx="142925" cy="211600"/>
            </a:xfrm>
            <a:custGeom>
              <a:avLst/>
              <a:gdLst/>
              <a:ahLst/>
              <a:cxnLst/>
              <a:rect l="l" t="t" r="r" b="b"/>
              <a:pathLst>
                <a:path w="5717" h="8464" extrusionOk="0">
                  <a:moveTo>
                    <a:pt x="2869" y="0"/>
                  </a:moveTo>
                  <a:lnTo>
                    <a:pt x="2568" y="20"/>
                  </a:lnTo>
                  <a:lnTo>
                    <a:pt x="2287" y="60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505" y="341"/>
                  </a:lnTo>
                  <a:lnTo>
                    <a:pt x="1264" y="482"/>
                  </a:lnTo>
                  <a:lnTo>
                    <a:pt x="1044" y="642"/>
                  </a:lnTo>
                  <a:lnTo>
                    <a:pt x="843" y="842"/>
                  </a:lnTo>
                  <a:lnTo>
                    <a:pt x="663" y="1043"/>
                  </a:lnTo>
                  <a:lnTo>
                    <a:pt x="482" y="1264"/>
                  </a:lnTo>
                  <a:lnTo>
                    <a:pt x="342" y="1484"/>
                  </a:lnTo>
                  <a:lnTo>
                    <a:pt x="222" y="1745"/>
                  </a:lnTo>
                  <a:lnTo>
                    <a:pt x="141" y="2006"/>
                  </a:lnTo>
                  <a:lnTo>
                    <a:pt x="61" y="2286"/>
                  </a:lnTo>
                  <a:lnTo>
                    <a:pt x="21" y="2567"/>
                  </a:lnTo>
                  <a:lnTo>
                    <a:pt x="1" y="2848"/>
                  </a:lnTo>
                  <a:lnTo>
                    <a:pt x="1" y="5595"/>
                  </a:lnTo>
                  <a:lnTo>
                    <a:pt x="21" y="5896"/>
                  </a:lnTo>
                  <a:lnTo>
                    <a:pt x="61" y="6177"/>
                  </a:lnTo>
                  <a:lnTo>
                    <a:pt x="141" y="6458"/>
                  </a:lnTo>
                  <a:lnTo>
                    <a:pt x="222" y="6718"/>
                  </a:lnTo>
                  <a:lnTo>
                    <a:pt x="342" y="6959"/>
                  </a:lnTo>
                  <a:lnTo>
                    <a:pt x="482" y="7200"/>
                  </a:lnTo>
                  <a:lnTo>
                    <a:pt x="663" y="7420"/>
                  </a:lnTo>
                  <a:lnTo>
                    <a:pt x="843" y="7621"/>
                  </a:lnTo>
                  <a:lnTo>
                    <a:pt x="1044" y="7801"/>
                  </a:lnTo>
                  <a:lnTo>
                    <a:pt x="1264" y="7982"/>
                  </a:lnTo>
                  <a:lnTo>
                    <a:pt x="1505" y="8122"/>
                  </a:lnTo>
                  <a:lnTo>
                    <a:pt x="1746" y="8243"/>
                  </a:lnTo>
                  <a:lnTo>
                    <a:pt x="2006" y="8323"/>
                  </a:lnTo>
                  <a:lnTo>
                    <a:pt x="2287" y="8403"/>
                  </a:lnTo>
                  <a:lnTo>
                    <a:pt x="2568" y="8443"/>
                  </a:lnTo>
                  <a:lnTo>
                    <a:pt x="2869" y="8463"/>
                  </a:lnTo>
                  <a:lnTo>
                    <a:pt x="3170" y="8443"/>
                  </a:lnTo>
                  <a:lnTo>
                    <a:pt x="3470" y="8403"/>
                  </a:lnTo>
                  <a:lnTo>
                    <a:pt x="3751" y="8323"/>
                  </a:lnTo>
                  <a:lnTo>
                    <a:pt x="4032" y="8203"/>
                  </a:lnTo>
                  <a:lnTo>
                    <a:pt x="4293" y="8082"/>
                  </a:lnTo>
                  <a:lnTo>
                    <a:pt x="4533" y="7922"/>
                  </a:lnTo>
                  <a:lnTo>
                    <a:pt x="4754" y="7741"/>
                  </a:lnTo>
                  <a:lnTo>
                    <a:pt x="4954" y="7541"/>
                  </a:lnTo>
                  <a:lnTo>
                    <a:pt x="5135" y="7340"/>
                  </a:lnTo>
                  <a:lnTo>
                    <a:pt x="5275" y="7120"/>
                  </a:lnTo>
                  <a:lnTo>
                    <a:pt x="5416" y="6899"/>
                  </a:lnTo>
                  <a:lnTo>
                    <a:pt x="5516" y="6658"/>
                  </a:lnTo>
                  <a:lnTo>
                    <a:pt x="5596" y="6398"/>
                  </a:lnTo>
                  <a:lnTo>
                    <a:pt x="5656" y="6157"/>
                  </a:lnTo>
                  <a:lnTo>
                    <a:pt x="5696" y="5876"/>
                  </a:lnTo>
                  <a:lnTo>
                    <a:pt x="5716" y="5595"/>
                  </a:lnTo>
                  <a:lnTo>
                    <a:pt x="5716" y="2848"/>
                  </a:lnTo>
                  <a:lnTo>
                    <a:pt x="5696" y="2567"/>
                  </a:lnTo>
                  <a:lnTo>
                    <a:pt x="5656" y="2286"/>
                  </a:lnTo>
                  <a:lnTo>
                    <a:pt x="5596" y="2006"/>
                  </a:lnTo>
                  <a:lnTo>
                    <a:pt x="5496" y="1745"/>
                  </a:lnTo>
                  <a:lnTo>
                    <a:pt x="5376" y="1484"/>
                  </a:lnTo>
                  <a:lnTo>
                    <a:pt x="5235" y="1264"/>
                  </a:lnTo>
                  <a:lnTo>
                    <a:pt x="5055" y="1043"/>
                  </a:lnTo>
                  <a:lnTo>
                    <a:pt x="4874" y="842"/>
                  </a:lnTo>
                  <a:lnTo>
                    <a:pt x="4654" y="642"/>
                  </a:lnTo>
                  <a:lnTo>
                    <a:pt x="4413" y="461"/>
                  </a:lnTo>
                  <a:lnTo>
                    <a:pt x="4152" y="301"/>
                  </a:lnTo>
                  <a:lnTo>
                    <a:pt x="3871" y="181"/>
                  </a:lnTo>
                  <a:lnTo>
                    <a:pt x="3631" y="100"/>
                  </a:lnTo>
                  <a:lnTo>
                    <a:pt x="3390" y="40"/>
                  </a:lnTo>
                  <a:lnTo>
                    <a:pt x="3129" y="20"/>
                  </a:lnTo>
                  <a:lnTo>
                    <a:pt x="28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9029;p45"/>
            <p:cNvSpPr/>
            <p:nvPr/>
          </p:nvSpPr>
          <p:spPr>
            <a:xfrm>
              <a:off x="11088700" y="3285888"/>
              <a:ext cx="142925" cy="211600"/>
            </a:xfrm>
            <a:custGeom>
              <a:avLst/>
              <a:gdLst/>
              <a:ahLst/>
              <a:cxnLst/>
              <a:rect l="l" t="t" r="r" b="b"/>
              <a:pathLst>
                <a:path w="5717" h="8464" fill="none" extrusionOk="0">
                  <a:moveTo>
                    <a:pt x="5716" y="2848"/>
                  </a:moveTo>
                  <a:lnTo>
                    <a:pt x="5716" y="5595"/>
                  </a:lnTo>
                  <a:lnTo>
                    <a:pt x="5716" y="5595"/>
                  </a:lnTo>
                  <a:lnTo>
                    <a:pt x="5696" y="5876"/>
                  </a:lnTo>
                  <a:lnTo>
                    <a:pt x="5656" y="6157"/>
                  </a:lnTo>
                  <a:lnTo>
                    <a:pt x="5596" y="6398"/>
                  </a:lnTo>
                  <a:lnTo>
                    <a:pt x="5516" y="6658"/>
                  </a:lnTo>
                  <a:lnTo>
                    <a:pt x="5416" y="6899"/>
                  </a:lnTo>
                  <a:lnTo>
                    <a:pt x="5275" y="7120"/>
                  </a:lnTo>
                  <a:lnTo>
                    <a:pt x="5135" y="7340"/>
                  </a:lnTo>
                  <a:lnTo>
                    <a:pt x="4954" y="7541"/>
                  </a:lnTo>
                  <a:lnTo>
                    <a:pt x="4954" y="7541"/>
                  </a:lnTo>
                  <a:lnTo>
                    <a:pt x="4754" y="7741"/>
                  </a:lnTo>
                  <a:lnTo>
                    <a:pt x="4533" y="7922"/>
                  </a:lnTo>
                  <a:lnTo>
                    <a:pt x="4293" y="8082"/>
                  </a:lnTo>
                  <a:lnTo>
                    <a:pt x="4032" y="8203"/>
                  </a:lnTo>
                  <a:lnTo>
                    <a:pt x="3751" y="8323"/>
                  </a:lnTo>
                  <a:lnTo>
                    <a:pt x="3470" y="8403"/>
                  </a:lnTo>
                  <a:lnTo>
                    <a:pt x="3170" y="8443"/>
                  </a:lnTo>
                  <a:lnTo>
                    <a:pt x="2869" y="8463"/>
                  </a:lnTo>
                  <a:lnTo>
                    <a:pt x="2869" y="8463"/>
                  </a:lnTo>
                  <a:lnTo>
                    <a:pt x="2568" y="8443"/>
                  </a:lnTo>
                  <a:lnTo>
                    <a:pt x="2287" y="8403"/>
                  </a:lnTo>
                  <a:lnTo>
                    <a:pt x="2006" y="8323"/>
                  </a:lnTo>
                  <a:lnTo>
                    <a:pt x="1746" y="8243"/>
                  </a:lnTo>
                  <a:lnTo>
                    <a:pt x="1505" y="8122"/>
                  </a:lnTo>
                  <a:lnTo>
                    <a:pt x="1264" y="7982"/>
                  </a:lnTo>
                  <a:lnTo>
                    <a:pt x="1044" y="7801"/>
                  </a:lnTo>
                  <a:lnTo>
                    <a:pt x="843" y="7621"/>
                  </a:lnTo>
                  <a:lnTo>
                    <a:pt x="843" y="7621"/>
                  </a:lnTo>
                  <a:lnTo>
                    <a:pt x="663" y="7420"/>
                  </a:lnTo>
                  <a:lnTo>
                    <a:pt x="482" y="7200"/>
                  </a:lnTo>
                  <a:lnTo>
                    <a:pt x="342" y="6959"/>
                  </a:lnTo>
                  <a:lnTo>
                    <a:pt x="222" y="6718"/>
                  </a:lnTo>
                  <a:lnTo>
                    <a:pt x="141" y="6458"/>
                  </a:lnTo>
                  <a:lnTo>
                    <a:pt x="61" y="6177"/>
                  </a:lnTo>
                  <a:lnTo>
                    <a:pt x="21" y="5896"/>
                  </a:lnTo>
                  <a:lnTo>
                    <a:pt x="1" y="5595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21" y="2567"/>
                  </a:lnTo>
                  <a:lnTo>
                    <a:pt x="61" y="2286"/>
                  </a:lnTo>
                  <a:lnTo>
                    <a:pt x="141" y="2006"/>
                  </a:lnTo>
                  <a:lnTo>
                    <a:pt x="222" y="1745"/>
                  </a:lnTo>
                  <a:lnTo>
                    <a:pt x="342" y="1484"/>
                  </a:lnTo>
                  <a:lnTo>
                    <a:pt x="482" y="1264"/>
                  </a:lnTo>
                  <a:lnTo>
                    <a:pt x="663" y="1043"/>
                  </a:lnTo>
                  <a:lnTo>
                    <a:pt x="843" y="842"/>
                  </a:lnTo>
                  <a:lnTo>
                    <a:pt x="1044" y="642"/>
                  </a:lnTo>
                  <a:lnTo>
                    <a:pt x="1264" y="482"/>
                  </a:lnTo>
                  <a:lnTo>
                    <a:pt x="1505" y="341"/>
                  </a:lnTo>
                  <a:lnTo>
                    <a:pt x="1746" y="221"/>
                  </a:lnTo>
                  <a:lnTo>
                    <a:pt x="2006" y="121"/>
                  </a:lnTo>
                  <a:lnTo>
                    <a:pt x="2287" y="60"/>
                  </a:lnTo>
                  <a:lnTo>
                    <a:pt x="2568" y="20"/>
                  </a:lnTo>
                  <a:lnTo>
                    <a:pt x="2869" y="0"/>
                  </a:lnTo>
                  <a:lnTo>
                    <a:pt x="2869" y="0"/>
                  </a:lnTo>
                  <a:lnTo>
                    <a:pt x="3129" y="20"/>
                  </a:lnTo>
                  <a:lnTo>
                    <a:pt x="3390" y="40"/>
                  </a:lnTo>
                  <a:lnTo>
                    <a:pt x="3631" y="100"/>
                  </a:lnTo>
                  <a:lnTo>
                    <a:pt x="3871" y="181"/>
                  </a:lnTo>
                  <a:lnTo>
                    <a:pt x="3871" y="181"/>
                  </a:lnTo>
                  <a:lnTo>
                    <a:pt x="4152" y="301"/>
                  </a:lnTo>
                  <a:lnTo>
                    <a:pt x="4413" y="461"/>
                  </a:lnTo>
                  <a:lnTo>
                    <a:pt x="4654" y="642"/>
                  </a:lnTo>
                  <a:lnTo>
                    <a:pt x="4874" y="842"/>
                  </a:lnTo>
                  <a:lnTo>
                    <a:pt x="4874" y="842"/>
                  </a:lnTo>
                  <a:lnTo>
                    <a:pt x="5055" y="1043"/>
                  </a:lnTo>
                  <a:lnTo>
                    <a:pt x="5235" y="1264"/>
                  </a:lnTo>
                  <a:lnTo>
                    <a:pt x="5376" y="1484"/>
                  </a:lnTo>
                  <a:lnTo>
                    <a:pt x="5496" y="1745"/>
                  </a:lnTo>
                  <a:lnTo>
                    <a:pt x="5596" y="2006"/>
                  </a:lnTo>
                  <a:lnTo>
                    <a:pt x="5656" y="2286"/>
                  </a:lnTo>
                  <a:lnTo>
                    <a:pt x="5696" y="2567"/>
                  </a:lnTo>
                  <a:lnTo>
                    <a:pt x="5716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9030;p45"/>
            <p:cNvSpPr/>
            <p:nvPr/>
          </p:nvSpPr>
          <p:spPr>
            <a:xfrm>
              <a:off x="11139850" y="3285888"/>
              <a:ext cx="72725" cy="211600"/>
            </a:xfrm>
            <a:custGeom>
              <a:avLst/>
              <a:gdLst/>
              <a:ahLst/>
              <a:cxnLst/>
              <a:rect l="l" t="t" r="r" b="b"/>
              <a:pathLst>
                <a:path w="2909" h="8464" extrusionOk="0">
                  <a:moveTo>
                    <a:pt x="602" y="0"/>
                  </a:moveTo>
                  <a:lnTo>
                    <a:pt x="402" y="20"/>
                  </a:lnTo>
                  <a:lnTo>
                    <a:pt x="201" y="60"/>
                  </a:lnTo>
                  <a:lnTo>
                    <a:pt x="0" y="121"/>
                  </a:lnTo>
                  <a:lnTo>
                    <a:pt x="101" y="582"/>
                  </a:lnTo>
                  <a:lnTo>
                    <a:pt x="161" y="1043"/>
                  </a:lnTo>
                  <a:lnTo>
                    <a:pt x="201" y="1524"/>
                  </a:lnTo>
                  <a:lnTo>
                    <a:pt x="221" y="2006"/>
                  </a:lnTo>
                  <a:lnTo>
                    <a:pt x="221" y="8403"/>
                  </a:lnTo>
                  <a:lnTo>
                    <a:pt x="522" y="8443"/>
                  </a:lnTo>
                  <a:lnTo>
                    <a:pt x="823" y="8463"/>
                  </a:lnTo>
                  <a:lnTo>
                    <a:pt x="1124" y="8443"/>
                  </a:lnTo>
                  <a:lnTo>
                    <a:pt x="1424" y="8403"/>
                  </a:lnTo>
                  <a:lnTo>
                    <a:pt x="1705" y="8323"/>
                  </a:lnTo>
                  <a:lnTo>
                    <a:pt x="1986" y="8203"/>
                  </a:lnTo>
                  <a:lnTo>
                    <a:pt x="2247" y="8082"/>
                  </a:lnTo>
                  <a:lnTo>
                    <a:pt x="2487" y="7922"/>
                  </a:lnTo>
                  <a:lnTo>
                    <a:pt x="2708" y="7741"/>
                  </a:lnTo>
                  <a:lnTo>
                    <a:pt x="2908" y="7541"/>
                  </a:lnTo>
                  <a:lnTo>
                    <a:pt x="2788" y="7460"/>
                  </a:lnTo>
                  <a:lnTo>
                    <a:pt x="2628" y="7360"/>
                  </a:lnTo>
                  <a:lnTo>
                    <a:pt x="2507" y="7240"/>
                  </a:lnTo>
                  <a:lnTo>
                    <a:pt x="2367" y="7100"/>
                  </a:lnTo>
                  <a:lnTo>
                    <a:pt x="2267" y="6959"/>
                  </a:lnTo>
                  <a:lnTo>
                    <a:pt x="2066" y="6658"/>
                  </a:lnTo>
                  <a:lnTo>
                    <a:pt x="1886" y="6337"/>
                  </a:lnTo>
                  <a:lnTo>
                    <a:pt x="1765" y="5997"/>
                  </a:lnTo>
                  <a:lnTo>
                    <a:pt x="1645" y="5656"/>
                  </a:lnTo>
                  <a:lnTo>
                    <a:pt x="1545" y="5295"/>
                  </a:lnTo>
                  <a:lnTo>
                    <a:pt x="1464" y="4954"/>
                  </a:lnTo>
                  <a:lnTo>
                    <a:pt x="1384" y="4533"/>
                  </a:lnTo>
                  <a:lnTo>
                    <a:pt x="1304" y="3971"/>
                  </a:lnTo>
                  <a:lnTo>
                    <a:pt x="1244" y="3309"/>
                  </a:lnTo>
                  <a:lnTo>
                    <a:pt x="1224" y="2968"/>
                  </a:lnTo>
                  <a:lnTo>
                    <a:pt x="1224" y="2607"/>
                  </a:lnTo>
                  <a:lnTo>
                    <a:pt x="1224" y="2266"/>
                  </a:lnTo>
                  <a:lnTo>
                    <a:pt x="1264" y="1905"/>
                  </a:lnTo>
                  <a:lnTo>
                    <a:pt x="1304" y="1564"/>
                  </a:lnTo>
                  <a:lnTo>
                    <a:pt x="1364" y="1244"/>
                  </a:lnTo>
                  <a:lnTo>
                    <a:pt x="1444" y="943"/>
                  </a:lnTo>
                  <a:lnTo>
                    <a:pt x="1545" y="662"/>
                  </a:lnTo>
                  <a:lnTo>
                    <a:pt x="1685" y="401"/>
                  </a:lnTo>
                  <a:lnTo>
                    <a:pt x="1825" y="181"/>
                  </a:lnTo>
                  <a:lnTo>
                    <a:pt x="1585" y="100"/>
                  </a:lnTo>
                  <a:lnTo>
                    <a:pt x="1344" y="40"/>
                  </a:lnTo>
                  <a:lnTo>
                    <a:pt x="1083" y="20"/>
                  </a:lnTo>
                  <a:lnTo>
                    <a:pt x="82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9031;p45"/>
            <p:cNvSpPr/>
            <p:nvPr/>
          </p:nvSpPr>
          <p:spPr>
            <a:xfrm>
              <a:off x="11139850" y="3285888"/>
              <a:ext cx="72725" cy="211600"/>
            </a:xfrm>
            <a:custGeom>
              <a:avLst/>
              <a:gdLst/>
              <a:ahLst/>
              <a:cxnLst/>
              <a:rect l="l" t="t" r="r" b="b"/>
              <a:pathLst>
                <a:path w="2909" h="8464" fill="none" extrusionOk="0">
                  <a:moveTo>
                    <a:pt x="823" y="0"/>
                  </a:moveTo>
                  <a:lnTo>
                    <a:pt x="823" y="0"/>
                  </a:lnTo>
                  <a:lnTo>
                    <a:pt x="602" y="0"/>
                  </a:lnTo>
                  <a:lnTo>
                    <a:pt x="402" y="20"/>
                  </a:lnTo>
                  <a:lnTo>
                    <a:pt x="201" y="60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101" y="582"/>
                  </a:lnTo>
                  <a:lnTo>
                    <a:pt x="161" y="1043"/>
                  </a:lnTo>
                  <a:lnTo>
                    <a:pt x="201" y="1524"/>
                  </a:lnTo>
                  <a:lnTo>
                    <a:pt x="221" y="2006"/>
                  </a:lnTo>
                  <a:lnTo>
                    <a:pt x="221" y="8403"/>
                  </a:lnTo>
                  <a:lnTo>
                    <a:pt x="221" y="8403"/>
                  </a:lnTo>
                  <a:lnTo>
                    <a:pt x="522" y="8443"/>
                  </a:lnTo>
                  <a:lnTo>
                    <a:pt x="823" y="8463"/>
                  </a:lnTo>
                  <a:lnTo>
                    <a:pt x="823" y="8463"/>
                  </a:lnTo>
                  <a:lnTo>
                    <a:pt x="1124" y="8443"/>
                  </a:lnTo>
                  <a:lnTo>
                    <a:pt x="1424" y="8403"/>
                  </a:lnTo>
                  <a:lnTo>
                    <a:pt x="1705" y="8323"/>
                  </a:lnTo>
                  <a:lnTo>
                    <a:pt x="1986" y="8203"/>
                  </a:lnTo>
                  <a:lnTo>
                    <a:pt x="2247" y="8082"/>
                  </a:lnTo>
                  <a:lnTo>
                    <a:pt x="2487" y="7922"/>
                  </a:lnTo>
                  <a:lnTo>
                    <a:pt x="2708" y="7741"/>
                  </a:lnTo>
                  <a:lnTo>
                    <a:pt x="2908" y="7541"/>
                  </a:lnTo>
                  <a:lnTo>
                    <a:pt x="2908" y="7541"/>
                  </a:lnTo>
                  <a:lnTo>
                    <a:pt x="2788" y="7460"/>
                  </a:lnTo>
                  <a:lnTo>
                    <a:pt x="2788" y="7460"/>
                  </a:lnTo>
                  <a:lnTo>
                    <a:pt x="2628" y="7360"/>
                  </a:lnTo>
                  <a:lnTo>
                    <a:pt x="2507" y="7240"/>
                  </a:lnTo>
                  <a:lnTo>
                    <a:pt x="2367" y="7100"/>
                  </a:lnTo>
                  <a:lnTo>
                    <a:pt x="2267" y="6959"/>
                  </a:lnTo>
                  <a:lnTo>
                    <a:pt x="2066" y="6658"/>
                  </a:lnTo>
                  <a:lnTo>
                    <a:pt x="1886" y="6337"/>
                  </a:lnTo>
                  <a:lnTo>
                    <a:pt x="1765" y="5997"/>
                  </a:lnTo>
                  <a:lnTo>
                    <a:pt x="1645" y="5656"/>
                  </a:lnTo>
                  <a:lnTo>
                    <a:pt x="1545" y="5295"/>
                  </a:lnTo>
                  <a:lnTo>
                    <a:pt x="1464" y="4954"/>
                  </a:lnTo>
                  <a:lnTo>
                    <a:pt x="1464" y="4954"/>
                  </a:lnTo>
                  <a:lnTo>
                    <a:pt x="1384" y="4533"/>
                  </a:lnTo>
                  <a:lnTo>
                    <a:pt x="1304" y="3971"/>
                  </a:lnTo>
                  <a:lnTo>
                    <a:pt x="1244" y="3309"/>
                  </a:lnTo>
                  <a:lnTo>
                    <a:pt x="1224" y="2968"/>
                  </a:lnTo>
                  <a:lnTo>
                    <a:pt x="1224" y="2607"/>
                  </a:lnTo>
                  <a:lnTo>
                    <a:pt x="1224" y="2266"/>
                  </a:lnTo>
                  <a:lnTo>
                    <a:pt x="1264" y="1905"/>
                  </a:lnTo>
                  <a:lnTo>
                    <a:pt x="1304" y="1564"/>
                  </a:lnTo>
                  <a:lnTo>
                    <a:pt x="1364" y="1244"/>
                  </a:lnTo>
                  <a:lnTo>
                    <a:pt x="1444" y="943"/>
                  </a:lnTo>
                  <a:lnTo>
                    <a:pt x="1545" y="662"/>
                  </a:lnTo>
                  <a:lnTo>
                    <a:pt x="1685" y="401"/>
                  </a:lnTo>
                  <a:lnTo>
                    <a:pt x="1825" y="181"/>
                  </a:lnTo>
                  <a:lnTo>
                    <a:pt x="1825" y="181"/>
                  </a:lnTo>
                  <a:lnTo>
                    <a:pt x="1585" y="100"/>
                  </a:lnTo>
                  <a:lnTo>
                    <a:pt x="1344" y="40"/>
                  </a:lnTo>
                  <a:lnTo>
                    <a:pt x="1083" y="20"/>
                  </a:lnTo>
                  <a:lnTo>
                    <a:pt x="8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9032;p45"/>
            <p:cNvSpPr/>
            <p:nvPr/>
          </p:nvSpPr>
          <p:spPr>
            <a:xfrm>
              <a:off x="10603400" y="2300713"/>
              <a:ext cx="76225" cy="76225"/>
            </a:xfrm>
            <a:custGeom>
              <a:avLst/>
              <a:gdLst/>
              <a:ahLst/>
              <a:cxnLst/>
              <a:rect l="l" t="t" r="r" b="b"/>
              <a:pathLst>
                <a:path w="3049" h="3049" extrusionOk="0">
                  <a:moveTo>
                    <a:pt x="1464" y="0"/>
                  </a:moveTo>
                  <a:lnTo>
                    <a:pt x="1284" y="20"/>
                  </a:lnTo>
                  <a:lnTo>
                    <a:pt x="1123" y="60"/>
                  </a:lnTo>
                  <a:lnTo>
                    <a:pt x="963" y="120"/>
                  </a:lnTo>
                  <a:lnTo>
                    <a:pt x="822" y="180"/>
                  </a:lnTo>
                  <a:lnTo>
                    <a:pt x="682" y="261"/>
                  </a:lnTo>
                  <a:lnTo>
                    <a:pt x="542" y="361"/>
                  </a:lnTo>
                  <a:lnTo>
                    <a:pt x="441" y="481"/>
                  </a:lnTo>
                  <a:lnTo>
                    <a:pt x="321" y="622"/>
                  </a:lnTo>
                  <a:lnTo>
                    <a:pt x="241" y="742"/>
                  </a:lnTo>
                  <a:lnTo>
                    <a:pt x="161" y="902"/>
                  </a:lnTo>
                  <a:lnTo>
                    <a:pt x="100" y="1043"/>
                  </a:lnTo>
                  <a:lnTo>
                    <a:pt x="40" y="1223"/>
                  </a:lnTo>
                  <a:lnTo>
                    <a:pt x="20" y="1384"/>
                  </a:lnTo>
                  <a:lnTo>
                    <a:pt x="0" y="1564"/>
                  </a:lnTo>
                  <a:lnTo>
                    <a:pt x="20" y="1725"/>
                  </a:lnTo>
                  <a:lnTo>
                    <a:pt x="40" y="1865"/>
                  </a:lnTo>
                  <a:lnTo>
                    <a:pt x="80" y="1985"/>
                  </a:lnTo>
                  <a:lnTo>
                    <a:pt x="121" y="2126"/>
                  </a:lnTo>
                  <a:lnTo>
                    <a:pt x="181" y="2246"/>
                  </a:lnTo>
                  <a:lnTo>
                    <a:pt x="261" y="2366"/>
                  </a:lnTo>
                  <a:lnTo>
                    <a:pt x="341" y="2467"/>
                  </a:lnTo>
                  <a:lnTo>
                    <a:pt x="441" y="2587"/>
                  </a:lnTo>
                  <a:lnTo>
                    <a:pt x="542" y="2687"/>
                  </a:lnTo>
                  <a:lnTo>
                    <a:pt x="662" y="2768"/>
                  </a:lnTo>
                  <a:lnTo>
                    <a:pt x="782" y="2848"/>
                  </a:lnTo>
                  <a:lnTo>
                    <a:pt x="923" y="2908"/>
                  </a:lnTo>
                  <a:lnTo>
                    <a:pt x="1063" y="2968"/>
                  </a:lnTo>
                  <a:lnTo>
                    <a:pt x="1223" y="3008"/>
                  </a:lnTo>
                  <a:lnTo>
                    <a:pt x="1384" y="3028"/>
                  </a:lnTo>
                  <a:lnTo>
                    <a:pt x="1544" y="3048"/>
                  </a:lnTo>
                  <a:lnTo>
                    <a:pt x="1725" y="3028"/>
                  </a:lnTo>
                  <a:lnTo>
                    <a:pt x="1925" y="3008"/>
                  </a:lnTo>
                  <a:lnTo>
                    <a:pt x="2126" y="2928"/>
                  </a:lnTo>
                  <a:lnTo>
                    <a:pt x="2306" y="2848"/>
                  </a:lnTo>
                  <a:lnTo>
                    <a:pt x="2487" y="2727"/>
                  </a:lnTo>
                  <a:lnTo>
                    <a:pt x="2627" y="2567"/>
                  </a:lnTo>
                  <a:lnTo>
                    <a:pt x="2768" y="2407"/>
                  </a:lnTo>
                  <a:lnTo>
                    <a:pt x="2868" y="2226"/>
                  </a:lnTo>
                  <a:lnTo>
                    <a:pt x="2948" y="2026"/>
                  </a:lnTo>
                  <a:lnTo>
                    <a:pt x="3008" y="1865"/>
                  </a:lnTo>
                  <a:lnTo>
                    <a:pt x="3028" y="1685"/>
                  </a:lnTo>
                  <a:lnTo>
                    <a:pt x="3048" y="1504"/>
                  </a:lnTo>
                  <a:lnTo>
                    <a:pt x="3028" y="1324"/>
                  </a:lnTo>
                  <a:lnTo>
                    <a:pt x="3008" y="1163"/>
                  </a:lnTo>
                  <a:lnTo>
                    <a:pt x="2948" y="1003"/>
                  </a:lnTo>
                  <a:lnTo>
                    <a:pt x="2888" y="842"/>
                  </a:lnTo>
                  <a:lnTo>
                    <a:pt x="2788" y="702"/>
                  </a:lnTo>
                  <a:lnTo>
                    <a:pt x="2687" y="562"/>
                  </a:lnTo>
                  <a:lnTo>
                    <a:pt x="2587" y="441"/>
                  </a:lnTo>
                  <a:lnTo>
                    <a:pt x="2447" y="321"/>
                  </a:lnTo>
                  <a:lnTo>
                    <a:pt x="2306" y="221"/>
                  </a:lnTo>
                  <a:lnTo>
                    <a:pt x="2166" y="140"/>
                  </a:lnTo>
                  <a:lnTo>
                    <a:pt x="1986" y="80"/>
                  </a:lnTo>
                  <a:lnTo>
                    <a:pt x="1825" y="40"/>
                  </a:lnTo>
                  <a:lnTo>
                    <a:pt x="1645" y="20"/>
                  </a:lnTo>
                  <a:lnTo>
                    <a:pt x="14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3" name="Google Shape;9033;p45"/>
            <p:cNvSpPr/>
            <p:nvPr/>
          </p:nvSpPr>
          <p:spPr>
            <a:xfrm>
              <a:off x="10137625" y="2651163"/>
              <a:ext cx="1007775" cy="478825"/>
            </a:xfrm>
            <a:custGeom>
              <a:avLst/>
              <a:gdLst/>
              <a:ahLst/>
              <a:cxnLst/>
              <a:rect l="l" t="t" r="r" b="b"/>
              <a:pathLst>
                <a:path w="40311" h="19153" extrusionOk="0">
                  <a:moveTo>
                    <a:pt x="5877" y="0"/>
                  </a:move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8184" y="17608"/>
                  </a:lnTo>
                  <a:lnTo>
                    <a:pt x="38445" y="17387"/>
                  </a:lnTo>
                  <a:lnTo>
                    <a:pt x="38686" y="17127"/>
                  </a:lnTo>
                  <a:lnTo>
                    <a:pt x="38906" y="16866"/>
                  </a:lnTo>
                  <a:lnTo>
                    <a:pt x="39127" y="16605"/>
                  </a:lnTo>
                  <a:lnTo>
                    <a:pt x="39307" y="16325"/>
                  </a:lnTo>
                  <a:lnTo>
                    <a:pt x="39488" y="16024"/>
                  </a:lnTo>
                  <a:lnTo>
                    <a:pt x="39668" y="15723"/>
                  </a:lnTo>
                  <a:lnTo>
                    <a:pt x="39809" y="15402"/>
                  </a:lnTo>
                  <a:lnTo>
                    <a:pt x="39929" y="15081"/>
                  </a:lnTo>
                  <a:lnTo>
                    <a:pt x="40049" y="14740"/>
                  </a:lnTo>
                  <a:lnTo>
                    <a:pt x="40150" y="14399"/>
                  </a:lnTo>
                  <a:lnTo>
                    <a:pt x="40210" y="14038"/>
                  </a:lnTo>
                  <a:lnTo>
                    <a:pt x="40270" y="13677"/>
                  </a:lnTo>
                  <a:lnTo>
                    <a:pt x="40290" y="13316"/>
                  </a:lnTo>
                  <a:lnTo>
                    <a:pt x="40310" y="12955"/>
                  </a:lnTo>
                  <a:lnTo>
                    <a:pt x="40310" y="6197"/>
                  </a:lnTo>
                  <a:lnTo>
                    <a:pt x="40310" y="5876"/>
                  </a:lnTo>
                  <a:lnTo>
                    <a:pt x="40270" y="5555"/>
                  </a:lnTo>
                  <a:lnTo>
                    <a:pt x="40230" y="5254"/>
                  </a:lnTo>
                  <a:lnTo>
                    <a:pt x="40190" y="4934"/>
                  </a:lnTo>
                  <a:lnTo>
                    <a:pt x="40110" y="4633"/>
                  </a:lnTo>
                  <a:lnTo>
                    <a:pt x="40029" y="4352"/>
                  </a:lnTo>
                  <a:lnTo>
                    <a:pt x="39929" y="4051"/>
                  </a:lnTo>
                  <a:lnTo>
                    <a:pt x="39829" y="3770"/>
                  </a:lnTo>
                  <a:lnTo>
                    <a:pt x="39688" y="3510"/>
                  </a:lnTo>
                  <a:lnTo>
                    <a:pt x="39568" y="3229"/>
                  </a:lnTo>
                  <a:lnTo>
                    <a:pt x="39408" y="2988"/>
                  </a:lnTo>
                  <a:lnTo>
                    <a:pt x="39247" y="2728"/>
                  </a:lnTo>
                  <a:lnTo>
                    <a:pt x="39087" y="2487"/>
                  </a:lnTo>
                  <a:lnTo>
                    <a:pt x="38886" y="2246"/>
                  </a:lnTo>
                  <a:lnTo>
                    <a:pt x="38706" y="2026"/>
                  </a:lnTo>
                  <a:lnTo>
                    <a:pt x="38485" y="1805"/>
                  </a:lnTo>
                  <a:lnTo>
                    <a:pt x="38285" y="1604"/>
                  </a:lnTo>
                  <a:lnTo>
                    <a:pt x="38064" y="1404"/>
                  </a:lnTo>
                  <a:lnTo>
                    <a:pt x="37823" y="1223"/>
                  </a:lnTo>
                  <a:lnTo>
                    <a:pt x="37583" y="1063"/>
                  </a:lnTo>
                  <a:lnTo>
                    <a:pt x="37322" y="903"/>
                  </a:lnTo>
                  <a:lnTo>
                    <a:pt x="37061" y="742"/>
                  </a:lnTo>
                  <a:lnTo>
                    <a:pt x="36801" y="602"/>
                  </a:lnTo>
                  <a:lnTo>
                    <a:pt x="36520" y="481"/>
                  </a:lnTo>
                  <a:lnTo>
                    <a:pt x="36239" y="381"/>
                  </a:lnTo>
                  <a:lnTo>
                    <a:pt x="35958" y="281"/>
                  </a:lnTo>
                  <a:lnTo>
                    <a:pt x="35657" y="201"/>
                  </a:lnTo>
                  <a:lnTo>
                    <a:pt x="35357" y="120"/>
                  </a:lnTo>
                  <a:lnTo>
                    <a:pt x="35056" y="60"/>
                  </a:lnTo>
                  <a:lnTo>
                    <a:pt x="34755" y="20"/>
                  </a:lnTo>
                  <a:lnTo>
                    <a:pt x="344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4" name="Google Shape;9034;p45"/>
            <p:cNvSpPr/>
            <p:nvPr/>
          </p:nvSpPr>
          <p:spPr>
            <a:xfrm>
              <a:off x="10137625" y="2651163"/>
              <a:ext cx="1007775" cy="478825"/>
            </a:xfrm>
            <a:custGeom>
              <a:avLst/>
              <a:gdLst/>
              <a:ahLst/>
              <a:cxnLst/>
              <a:rect l="l" t="t" r="r" b="b"/>
              <a:pathLst>
                <a:path w="40311" h="19153" fill="none" extrusionOk="0">
                  <a:moveTo>
                    <a:pt x="40310" y="6197"/>
                  </a:moveTo>
                  <a:lnTo>
                    <a:pt x="40310" y="12955"/>
                  </a:lnTo>
                  <a:lnTo>
                    <a:pt x="40310" y="12955"/>
                  </a:lnTo>
                  <a:lnTo>
                    <a:pt x="40290" y="13316"/>
                  </a:lnTo>
                  <a:lnTo>
                    <a:pt x="40270" y="13677"/>
                  </a:lnTo>
                  <a:lnTo>
                    <a:pt x="40210" y="14038"/>
                  </a:lnTo>
                  <a:lnTo>
                    <a:pt x="40150" y="14399"/>
                  </a:lnTo>
                  <a:lnTo>
                    <a:pt x="40049" y="14740"/>
                  </a:lnTo>
                  <a:lnTo>
                    <a:pt x="39929" y="15081"/>
                  </a:lnTo>
                  <a:lnTo>
                    <a:pt x="39809" y="15402"/>
                  </a:lnTo>
                  <a:lnTo>
                    <a:pt x="39668" y="15723"/>
                  </a:lnTo>
                  <a:lnTo>
                    <a:pt x="39488" y="16024"/>
                  </a:lnTo>
                  <a:lnTo>
                    <a:pt x="39307" y="16325"/>
                  </a:lnTo>
                  <a:lnTo>
                    <a:pt x="39127" y="16605"/>
                  </a:lnTo>
                  <a:lnTo>
                    <a:pt x="38906" y="16866"/>
                  </a:lnTo>
                  <a:lnTo>
                    <a:pt x="38686" y="17127"/>
                  </a:lnTo>
                  <a:lnTo>
                    <a:pt x="38445" y="17387"/>
                  </a:lnTo>
                  <a:lnTo>
                    <a:pt x="38184" y="17608"/>
                  </a:lnTo>
                  <a:lnTo>
                    <a:pt x="37924" y="17829"/>
                  </a:lnTo>
                  <a:lnTo>
                    <a:pt x="37924" y="17829"/>
                  </a:lnTo>
                  <a:lnTo>
                    <a:pt x="37522" y="18129"/>
                  </a:lnTo>
                  <a:lnTo>
                    <a:pt x="37081" y="18390"/>
                  </a:lnTo>
                  <a:lnTo>
                    <a:pt x="36640" y="18611"/>
                  </a:lnTo>
                  <a:lnTo>
                    <a:pt x="36159" y="18791"/>
                  </a:lnTo>
                  <a:lnTo>
                    <a:pt x="35677" y="18952"/>
                  </a:lnTo>
                  <a:lnTo>
                    <a:pt x="35176" y="19052"/>
                  </a:lnTo>
                  <a:lnTo>
                    <a:pt x="34655" y="19132"/>
                  </a:lnTo>
                  <a:lnTo>
                    <a:pt x="34113" y="19152"/>
                  </a:lnTo>
                  <a:lnTo>
                    <a:pt x="6197" y="19152"/>
                  </a:lnTo>
                  <a:lnTo>
                    <a:pt x="6197" y="19152"/>
                  </a:lnTo>
                  <a:lnTo>
                    <a:pt x="5877" y="19132"/>
                  </a:lnTo>
                  <a:lnTo>
                    <a:pt x="5576" y="19112"/>
                  </a:lnTo>
                  <a:lnTo>
                    <a:pt x="5255" y="19072"/>
                  </a:lnTo>
                  <a:lnTo>
                    <a:pt x="4954" y="19012"/>
                  </a:lnTo>
                  <a:lnTo>
                    <a:pt x="4653" y="18952"/>
                  </a:lnTo>
                  <a:lnTo>
                    <a:pt x="4352" y="18871"/>
                  </a:lnTo>
                  <a:lnTo>
                    <a:pt x="4072" y="18771"/>
                  </a:lnTo>
                  <a:lnTo>
                    <a:pt x="3791" y="18651"/>
                  </a:lnTo>
                  <a:lnTo>
                    <a:pt x="3510" y="18531"/>
                  </a:lnTo>
                  <a:lnTo>
                    <a:pt x="3249" y="18390"/>
                  </a:lnTo>
                  <a:lnTo>
                    <a:pt x="2989" y="18250"/>
                  </a:lnTo>
                  <a:lnTo>
                    <a:pt x="2728" y="18089"/>
                  </a:lnTo>
                  <a:lnTo>
                    <a:pt x="2487" y="17909"/>
                  </a:lnTo>
                  <a:lnTo>
                    <a:pt x="2267" y="17728"/>
                  </a:lnTo>
                  <a:lnTo>
                    <a:pt x="2046" y="17528"/>
                  </a:lnTo>
                  <a:lnTo>
                    <a:pt x="1826" y="17327"/>
                  </a:lnTo>
                  <a:lnTo>
                    <a:pt x="1625" y="17107"/>
                  </a:lnTo>
                  <a:lnTo>
                    <a:pt x="1424" y="16886"/>
                  </a:lnTo>
                  <a:lnTo>
                    <a:pt x="1244" y="16665"/>
                  </a:lnTo>
                  <a:lnTo>
                    <a:pt x="1063" y="16405"/>
                  </a:lnTo>
                  <a:lnTo>
                    <a:pt x="903" y="16164"/>
                  </a:lnTo>
                  <a:lnTo>
                    <a:pt x="763" y="15903"/>
                  </a:lnTo>
                  <a:lnTo>
                    <a:pt x="622" y="15643"/>
                  </a:lnTo>
                  <a:lnTo>
                    <a:pt x="502" y="15362"/>
                  </a:lnTo>
                  <a:lnTo>
                    <a:pt x="382" y="15081"/>
                  </a:lnTo>
                  <a:lnTo>
                    <a:pt x="281" y="14800"/>
                  </a:lnTo>
                  <a:lnTo>
                    <a:pt x="201" y="14500"/>
                  </a:lnTo>
                  <a:lnTo>
                    <a:pt x="141" y="14199"/>
                  </a:lnTo>
                  <a:lnTo>
                    <a:pt x="81" y="13898"/>
                  </a:lnTo>
                  <a:lnTo>
                    <a:pt x="41" y="13577"/>
                  </a:lnTo>
                  <a:lnTo>
                    <a:pt x="21" y="13276"/>
                  </a:lnTo>
                  <a:lnTo>
                    <a:pt x="1" y="12955"/>
                  </a:lnTo>
                  <a:lnTo>
                    <a:pt x="1" y="6197"/>
                  </a:lnTo>
                  <a:lnTo>
                    <a:pt x="1" y="6197"/>
                  </a:lnTo>
                  <a:lnTo>
                    <a:pt x="21" y="5876"/>
                  </a:lnTo>
                  <a:lnTo>
                    <a:pt x="41" y="5555"/>
                  </a:lnTo>
                  <a:lnTo>
                    <a:pt x="81" y="5254"/>
                  </a:lnTo>
                  <a:lnTo>
                    <a:pt x="141" y="4934"/>
                  </a:lnTo>
                  <a:lnTo>
                    <a:pt x="201" y="4633"/>
                  </a:lnTo>
                  <a:lnTo>
                    <a:pt x="281" y="4352"/>
                  </a:lnTo>
                  <a:lnTo>
                    <a:pt x="382" y="4051"/>
                  </a:lnTo>
                  <a:lnTo>
                    <a:pt x="502" y="3770"/>
                  </a:lnTo>
                  <a:lnTo>
                    <a:pt x="622" y="3510"/>
                  </a:lnTo>
                  <a:lnTo>
                    <a:pt x="763" y="3229"/>
                  </a:lnTo>
                  <a:lnTo>
                    <a:pt x="903" y="2988"/>
                  </a:lnTo>
                  <a:lnTo>
                    <a:pt x="1063" y="2728"/>
                  </a:lnTo>
                  <a:lnTo>
                    <a:pt x="1244" y="2487"/>
                  </a:lnTo>
                  <a:lnTo>
                    <a:pt x="1424" y="2246"/>
                  </a:lnTo>
                  <a:lnTo>
                    <a:pt x="1625" y="2026"/>
                  </a:lnTo>
                  <a:lnTo>
                    <a:pt x="1826" y="1805"/>
                  </a:lnTo>
                  <a:lnTo>
                    <a:pt x="2046" y="1604"/>
                  </a:lnTo>
                  <a:lnTo>
                    <a:pt x="2267" y="1404"/>
                  </a:lnTo>
                  <a:lnTo>
                    <a:pt x="2487" y="1223"/>
                  </a:lnTo>
                  <a:lnTo>
                    <a:pt x="2728" y="1063"/>
                  </a:lnTo>
                  <a:lnTo>
                    <a:pt x="2989" y="903"/>
                  </a:lnTo>
                  <a:lnTo>
                    <a:pt x="3249" y="742"/>
                  </a:lnTo>
                  <a:lnTo>
                    <a:pt x="3510" y="602"/>
                  </a:lnTo>
                  <a:lnTo>
                    <a:pt x="3791" y="481"/>
                  </a:lnTo>
                  <a:lnTo>
                    <a:pt x="4072" y="381"/>
                  </a:lnTo>
                  <a:lnTo>
                    <a:pt x="4352" y="281"/>
                  </a:lnTo>
                  <a:lnTo>
                    <a:pt x="4653" y="201"/>
                  </a:lnTo>
                  <a:lnTo>
                    <a:pt x="4954" y="120"/>
                  </a:lnTo>
                  <a:lnTo>
                    <a:pt x="5255" y="60"/>
                  </a:lnTo>
                  <a:lnTo>
                    <a:pt x="5576" y="20"/>
                  </a:lnTo>
                  <a:lnTo>
                    <a:pt x="5877" y="0"/>
                  </a:lnTo>
                  <a:lnTo>
                    <a:pt x="6197" y="0"/>
                  </a:lnTo>
                  <a:lnTo>
                    <a:pt x="34113" y="0"/>
                  </a:lnTo>
                  <a:lnTo>
                    <a:pt x="34113" y="0"/>
                  </a:lnTo>
                  <a:lnTo>
                    <a:pt x="34434" y="0"/>
                  </a:lnTo>
                  <a:lnTo>
                    <a:pt x="34755" y="20"/>
                  </a:lnTo>
                  <a:lnTo>
                    <a:pt x="35056" y="60"/>
                  </a:lnTo>
                  <a:lnTo>
                    <a:pt x="35357" y="120"/>
                  </a:lnTo>
                  <a:lnTo>
                    <a:pt x="35657" y="201"/>
                  </a:lnTo>
                  <a:lnTo>
                    <a:pt x="35958" y="281"/>
                  </a:lnTo>
                  <a:lnTo>
                    <a:pt x="36239" y="381"/>
                  </a:lnTo>
                  <a:lnTo>
                    <a:pt x="36520" y="481"/>
                  </a:lnTo>
                  <a:lnTo>
                    <a:pt x="36801" y="602"/>
                  </a:lnTo>
                  <a:lnTo>
                    <a:pt x="37061" y="742"/>
                  </a:lnTo>
                  <a:lnTo>
                    <a:pt x="37322" y="903"/>
                  </a:lnTo>
                  <a:lnTo>
                    <a:pt x="37583" y="1063"/>
                  </a:lnTo>
                  <a:lnTo>
                    <a:pt x="37823" y="1223"/>
                  </a:lnTo>
                  <a:lnTo>
                    <a:pt x="38064" y="1404"/>
                  </a:lnTo>
                  <a:lnTo>
                    <a:pt x="38285" y="1604"/>
                  </a:lnTo>
                  <a:lnTo>
                    <a:pt x="38485" y="1805"/>
                  </a:lnTo>
                  <a:lnTo>
                    <a:pt x="38706" y="2026"/>
                  </a:lnTo>
                  <a:lnTo>
                    <a:pt x="38886" y="2246"/>
                  </a:lnTo>
                  <a:lnTo>
                    <a:pt x="39087" y="2487"/>
                  </a:lnTo>
                  <a:lnTo>
                    <a:pt x="39247" y="2728"/>
                  </a:lnTo>
                  <a:lnTo>
                    <a:pt x="39408" y="2988"/>
                  </a:lnTo>
                  <a:lnTo>
                    <a:pt x="39568" y="3229"/>
                  </a:lnTo>
                  <a:lnTo>
                    <a:pt x="39688" y="3510"/>
                  </a:lnTo>
                  <a:lnTo>
                    <a:pt x="39829" y="3770"/>
                  </a:lnTo>
                  <a:lnTo>
                    <a:pt x="39929" y="4051"/>
                  </a:lnTo>
                  <a:lnTo>
                    <a:pt x="40029" y="4352"/>
                  </a:lnTo>
                  <a:lnTo>
                    <a:pt x="40110" y="4633"/>
                  </a:lnTo>
                  <a:lnTo>
                    <a:pt x="40190" y="4934"/>
                  </a:lnTo>
                  <a:lnTo>
                    <a:pt x="40230" y="5254"/>
                  </a:lnTo>
                  <a:lnTo>
                    <a:pt x="40270" y="5555"/>
                  </a:lnTo>
                  <a:lnTo>
                    <a:pt x="40310" y="5876"/>
                  </a:lnTo>
                  <a:lnTo>
                    <a:pt x="40310" y="619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9035;p45"/>
            <p:cNvSpPr/>
            <p:nvPr/>
          </p:nvSpPr>
          <p:spPr>
            <a:xfrm>
              <a:off x="10137625" y="2651163"/>
              <a:ext cx="948100" cy="478825"/>
            </a:xfrm>
            <a:custGeom>
              <a:avLst/>
              <a:gdLst/>
              <a:ahLst/>
              <a:cxnLst/>
              <a:rect l="l" t="t" r="r" b="b"/>
              <a:pathLst>
                <a:path w="37924" h="19153" extrusionOk="0">
                  <a:moveTo>
                    <a:pt x="5877" y="0"/>
                  </a:move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6640" y="18069"/>
                  </a:lnTo>
                  <a:lnTo>
                    <a:pt x="35357" y="18250"/>
                  </a:lnTo>
                  <a:lnTo>
                    <a:pt x="34073" y="18410"/>
                  </a:lnTo>
                  <a:lnTo>
                    <a:pt x="32770" y="18510"/>
                  </a:lnTo>
                  <a:lnTo>
                    <a:pt x="31466" y="18611"/>
                  </a:lnTo>
                  <a:lnTo>
                    <a:pt x="30163" y="18671"/>
                  </a:lnTo>
                  <a:lnTo>
                    <a:pt x="28859" y="18691"/>
                  </a:lnTo>
                  <a:lnTo>
                    <a:pt x="27535" y="18711"/>
                  </a:lnTo>
                  <a:lnTo>
                    <a:pt x="25650" y="18691"/>
                  </a:lnTo>
                  <a:lnTo>
                    <a:pt x="23745" y="18631"/>
                  </a:lnTo>
                  <a:lnTo>
                    <a:pt x="21860" y="18551"/>
                  </a:lnTo>
                  <a:lnTo>
                    <a:pt x="19995" y="18470"/>
                  </a:lnTo>
                  <a:lnTo>
                    <a:pt x="18571" y="18390"/>
                  </a:lnTo>
                  <a:lnTo>
                    <a:pt x="17147" y="18290"/>
                  </a:lnTo>
                  <a:lnTo>
                    <a:pt x="15703" y="18190"/>
                  </a:lnTo>
                  <a:lnTo>
                    <a:pt x="14259" y="18029"/>
                  </a:lnTo>
                  <a:lnTo>
                    <a:pt x="13557" y="17949"/>
                  </a:lnTo>
                  <a:lnTo>
                    <a:pt x="12835" y="17829"/>
                  </a:lnTo>
                  <a:lnTo>
                    <a:pt x="12134" y="17708"/>
                  </a:lnTo>
                  <a:lnTo>
                    <a:pt x="11432" y="17568"/>
                  </a:lnTo>
                  <a:lnTo>
                    <a:pt x="10730" y="17407"/>
                  </a:lnTo>
                  <a:lnTo>
                    <a:pt x="10028" y="17227"/>
                  </a:lnTo>
                  <a:lnTo>
                    <a:pt x="9326" y="17026"/>
                  </a:lnTo>
                  <a:lnTo>
                    <a:pt x="8644" y="16806"/>
                  </a:lnTo>
                  <a:lnTo>
                    <a:pt x="8002" y="16565"/>
                  </a:lnTo>
                  <a:lnTo>
                    <a:pt x="7381" y="16304"/>
                  </a:lnTo>
                  <a:lnTo>
                    <a:pt x="7080" y="16144"/>
                  </a:lnTo>
                  <a:lnTo>
                    <a:pt x="6799" y="15984"/>
                  </a:lnTo>
                  <a:lnTo>
                    <a:pt x="6498" y="15803"/>
                  </a:lnTo>
                  <a:lnTo>
                    <a:pt x="6217" y="15623"/>
                  </a:lnTo>
                  <a:lnTo>
                    <a:pt x="5957" y="15402"/>
                  </a:lnTo>
                  <a:lnTo>
                    <a:pt x="5696" y="15201"/>
                  </a:lnTo>
                  <a:lnTo>
                    <a:pt x="5435" y="14961"/>
                  </a:lnTo>
                  <a:lnTo>
                    <a:pt x="5215" y="14720"/>
                  </a:lnTo>
                  <a:lnTo>
                    <a:pt x="4974" y="14459"/>
                  </a:lnTo>
                  <a:lnTo>
                    <a:pt x="4774" y="14179"/>
                  </a:lnTo>
                  <a:lnTo>
                    <a:pt x="4573" y="13878"/>
                  </a:lnTo>
                  <a:lnTo>
                    <a:pt x="4413" y="13577"/>
                  </a:lnTo>
                  <a:lnTo>
                    <a:pt x="4252" y="13276"/>
                  </a:lnTo>
                  <a:lnTo>
                    <a:pt x="4052" y="12955"/>
                  </a:lnTo>
                  <a:lnTo>
                    <a:pt x="3851" y="12614"/>
                  </a:lnTo>
                  <a:lnTo>
                    <a:pt x="3671" y="12274"/>
                  </a:lnTo>
                  <a:lnTo>
                    <a:pt x="3530" y="11913"/>
                  </a:lnTo>
                  <a:lnTo>
                    <a:pt x="3410" y="11552"/>
                  </a:lnTo>
                  <a:lnTo>
                    <a:pt x="3289" y="11191"/>
                  </a:lnTo>
                  <a:lnTo>
                    <a:pt x="3229" y="10830"/>
                  </a:lnTo>
                  <a:lnTo>
                    <a:pt x="3169" y="10469"/>
                  </a:lnTo>
                  <a:lnTo>
                    <a:pt x="3129" y="9967"/>
                  </a:lnTo>
                  <a:lnTo>
                    <a:pt x="3129" y="9486"/>
                  </a:lnTo>
                  <a:lnTo>
                    <a:pt x="3169" y="9005"/>
                  </a:lnTo>
                  <a:lnTo>
                    <a:pt x="3229" y="8543"/>
                  </a:lnTo>
                  <a:lnTo>
                    <a:pt x="3229" y="7801"/>
                  </a:lnTo>
                  <a:lnTo>
                    <a:pt x="3249" y="7240"/>
                  </a:lnTo>
                  <a:lnTo>
                    <a:pt x="3289" y="6678"/>
                  </a:lnTo>
                  <a:lnTo>
                    <a:pt x="3370" y="6137"/>
                  </a:lnTo>
                  <a:lnTo>
                    <a:pt x="3450" y="5595"/>
                  </a:lnTo>
                  <a:lnTo>
                    <a:pt x="3570" y="5054"/>
                  </a:lnTo>
                  <a:lnTo>
                    <a:pt x="3711" y="4532"/>
                  </a:lnTo>
                  <a:lnTo>
                    <a:pt x="3891" y="4011"/>
                  </a:lnTo>
                  <a:lnTo>
                    <a:pt x="4072" y="3510"/>
                  </a:lnTo>
                  <a:lnTo>
                    <a:pt x="4292" y="3008"/>
                  </a:lnTo>
                  <a:lnTo>
                    <a:pt x="4533" y="2527"/>
                  </a:lnTo>
                  <a:lnTo>
                    <a:pt x="4794" y="2066"/>
                  </a:lnTo>
                  <a:lnTo>
                    <a:pt x="5074" y="1604"/>
                  </a:lnTo>
                  <a:lnTo>
                    <a:pt x="5375" y="1183"/>
                  </a:lnTo>
                  <a:lnTo>
                    <a:pt x="5696" y="762"/>
                  </a:lnTo>
                  <a:lnTo>
                    <a:pt x="6037" y="361"/>
                  </a:lnTo>
                  <a:lnTo>
                    <a:pt x="6418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9036;p45"/>
            <p:cNvSpPr/>
            <p:nvPr/>
          </p:nvSpPr>
          <p:spPr>
            <a:xfrm>
              <a:off x="10137625" y="2651163"/>
              <a:ext cx="948100" cy="478825"/>
            </a:xfrm>
            <a:custGeom>
              <a:avLst/>
              <a:gdLst/>
              <a:ahLst/>
              <a:cxnLst/>
              <a:rect l="l" t="t" r="r" b="b"/>
              <a:pathLst>
                <a:path w="37924" h="19153" fill="none" extrusionOk="0">
                  <a:moveTo>
                    <a:pt x="6418" y="0"/>
                  </a:moveTo>
                  <a:lnTo>
                    <a:pt x="6197" y="0"/>
                  </a:lnTo>
                  <a:lnTo>
                    <a:pt x="6197" y="0"/>
                  </a:lnTo>
                  <a:lnTo>
                    <a:pt x="5877" y="0"/>
                  </a:ln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8263" y="19152"/>
                  </a:lnTo>
                  <a:lnTo>
                    <a:pt x="8263" y="19152"/>
                  </a:lnTo>
                  <a:lnTo>
                    <a:pt x="32068" y="19152"/>
                  </a:lnTo>
                  <a:lnTo>
                    <a:pt x="32068" y="19152"/>
                  </a:lnTo>
                  <a:lnTo>
                    <a:pt x="34113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7924" y="17829"/>
                  </a:lnTo>
                  <a:lnTo>
                    <a:pt x="36640" y="18069"/>
                  </a:lnTo>
                  <a:lnTo>
                    <a:pt x="35357" y="18250"/>
                  </a:lnTo>
                  <a:lnTo>
                    <a:pt x="34073" y="18410"/>
                  </a:lnTo>
                  <a:lnTo>
                    <a:pt x="32770" y="18510"/>
                  </a:lnTo>
                  <a:lnTo>
                    <a:pt x="31466" y="18611"/>
                  </a:lnTo>
                  <a:lnTo>
                    <a:pt x="30163" y="18671"/>
                  </a:lnTo>
                  <a:lnTo>
                    <a:pt x="28859" y="18691"/>
                  </a:lnTo>
                  <a:lnTo>
                    <a:pt x="27535" y="18711"/>
                  </a:lnTo>
                  <a:lnTo>
                    <a:pt x="27535" y="18711"/>
                  </a:lnTo>
                  <a:lnTo>
                    <a:pt x="25650" y="18691"/>
                  </a:lnTo>
                  <a:lnTo>
                    <a:pt x="23745" y="18631"/>
                  </a:lnTo>
                  <a:lnTo>
                    <a:pt x="21860" y="18551"/>
                  </a:lnTo>
                  <a:lnTo>
                    <a:pt x="19995" y="18470"/>
                  </a:lnTo>
                  <a:lnTo>
                    <a:pt x="19995" y="18470"/>
                  </a:lnTo>
                  <a:lnTo>
                    <a:pt x="18571" y="18390"/>
                  </a:lnTo>
                  <a:lnTo>
                    <a:pt x="17147" y="18290"/>
                  </a:lnTo>
                  <a:lnTo>
                    <a:pt x="15703" y="18190"/>
                  </a:lnTo>
                  <a:lnTo>
                    <a:pt x="14259" y="18029"/>
                  </a:lnTo>
                  <a:lnTo>
                    <a:pt x="13557" y="17949"/>
                  </a:lnTo>
                  <a:lnTo>
                    <a:pt x="12835" y="17829"/>
                  </a:lnTo>
                  <a:lnTo>
                    <a:pt x="12134" y="17708"/>
                  </a:lnTo>
                  <a:lnTo>
                    <a:pt x="11432" y="17568"/>
                  </a:lnTo>
                  <a:lnTo>
                    <a:pt x="10730" y="17407"/>
                  </a:lnTo>
                  <a:lnTo>
                    <a:pt x="10028" y="17227"/>
                  </a:lnTo>
                  <a:lnTo>
                    <a:pt x="9326" y="17026"/>
                  </a:lnTo>
                  <a:lnTo>
                    <a:pt x="8644" y="16806"/>
                  </a:lnTo>
                  <a:lnTo>
                    <a:pt x="8644" y="16806"/>
                  </a:lnTo>
                  <a:lnTo>
                    <a:pt x="8002" y="16565"/>
                  </a:lnTo>
                  <a:lnTo>
                    <a:pt x="7381" y="16304"/>
                  </a:lnTo>
                  <a:lnTo>
                    <a:pt x="7080" y="16144"/>
                  </a:lnTo>
                  <a:lnTo>
                    <a:pt x="6799" y="15984"/>
                  </a:lnTo>
                  <a:lnTo>
                    <a:pt x="6498" y="15803"/>
                  </a:lnTo>
                  <a:lnTo>
                    <a:pt x="6217" y="15623"/>
                  </a:lnTo>
                  <a:lnTo>
                    <a:pt x="5957" y="15402"/>
                  </a:lnTo>
                  <a:lnTo>
                    <a:pt x="5696" y="15201"/>
                  </a:lnTo>
                  <a:lnTo>
                    <a:pt x="5435" y="14961"/>
                  </a:lnTo>
                  <a:lnTo>
                    <a:pt x="5215" y="14720"/>
                  </a:lnTo>
                  <a:lnTo>
                    <a:pt x="4974" y="14459"/>
                  </a:lnTo>
                  <a:lnTo>
                    <a:pt x="4774" y="14179"/>
                  </a:lnTo>
                  <a:lnTo>
                    <a:pt x="4573" y="13878"/>
                  </a:lnTo>
                  <a:lnTo>
                    <a:pt x="4413" y="13577"/>
                  </a:lnTo>
                  <a:lnTo>
                    <a:pt x="4413" y="13577"/>
                  </a:lnTo>
                  <a:lnTo>
                    <a:pt x="4252" y="13276"/>
                  </a:lnTo>
                  <a:lnTo>
                    <a:pt x="4252" y="13276"/>
                  </a:lnTo>
                  <a:lnTo>
                    <a:pt x="4052" y="12955"/>
                  </a:lnTo>
                  <a:lnTo>
                    <a:pt x="3851" y="12614"/>
                  </a:lnTo>
                  <a:lnTo>
                    <a:pt x="3671" y="12274"/>
                  </a:lnTo>
                  <a:lnTo>
                    <a:pt x="3530" y="11913"/>
                  </a:lnTo>
                  <a:lnTo>
                    <a:pt x="3410" y="11552"/>
                  </a:lnTo>
                  <a:lnTo>
                    <a:pt x="3289" y="11191"/>
                  </a:lnTo>
                  <a:lnTo>
                    <a:pt x="3229" y="10830"/>
                  </a:lnTo>
                  <a:lnTo>
                    <a:pt x="3169" y="10469"/>
                  </a:lnTo>
                  <a:lnTo>
                    <a:pt x="3169" y="10469"/>
                  </a:lnTo>
                  <a:lnTo>
                    <a:pt x="3129" y="9967"/>
                  </a:lnTo>
                  <a:lnTo>
                    <a:pt x="3129" y="9486"/>
                  </a:lnTo>
                  <a:lnTo>
                    <a:pt x="3169" y="9005"/>
                  </a:lnTo>
                  <a:lnTo>
                    <a:pt x="3229" y="8543"/>
                  </a:lnTo>
                  <a:lnTo>
                    <a:pt x="3229" y="8543"/>
                  </a:lnTo>
                  <a:lnTo>
                    <a:pt x="3229" y="7801"/>
                  </a:lnTo>
                  <a:lnTo>
                    <a:pt x="3229" y="7801"/>
                  </a:lnTo>
                  <a:lnTo>
                    <a:pt x="3249" y="7240"/>
                  </a:lnTo>
                  <a:lnTo>
                    <a:pt x="3289" y="6678"/>
                  </a:lnTo>
                  <a:lnTo>
                    <a:pt x="3370" y="6137"/>
                  </a:lnTo>
                  <a:lnTo>
                    <a:pt x="3450" y="5595"/>
                  </a:lnTo>
                  <a:lnTo>
                    <a:pt x="3570" y="5054"/>
                  </a:lnTo>
                  <a:lnTo>
                    <a:pt x="3711" y="4532"/>
                  </a:lnTo>
                  <a:lnTo>
                    <a:pt x="3891" y="4011"/>
                  </a:lnTo>
                  <a:lnTo>
                    <a:pt x="4072" y="3510"/>
                  </a:lnTo>
                  <a:lnTo>
                    <a:pt x="4292" y="3008"/>
                  </a:lnTo>
                  <a:lnTo>
                    <a:pt x="4533" y="2527"/>
                  </a:lnTo>
                  <a:lnTo>
                    <a:pt x="4794" y="2066"/>
                  </a:lnTo>
                  <a:lnTo>
                    <a:pt x="5074" y="1604"/>
                  </a:lnTo>
                  <a:lnTo>
                    <a:pt x="5375" y="1183"/>
                  </a:lnTo>
                  <a:lnTo>
                    <a:pt x="5696" y="762"/>
                  </a:lnTo>
                  <a:lnTo>
                    <a:pt x="6037" y="361"/>
                  </a:lnTo>
                  <a:lnTo>
                    <a:pt x="641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9037;p45"/>
            <p:cNvSpPr/>
            <p:nvPr/>
          </p:nvSpPr>
          <p:spPr>
            <a:xfrm>
              <a:off x="11027550" y="2695763"/>
              <a:ext cx="54675" cy="50175"/>
            </a:xfrm>
            <a:custGeom>
              <a:avLst/>
              <a:gdLst/>
              <a:ahLst/>
              <a:cxnLst/>
              <a:rect l="l" t="t" r="r" b="b"/>
              <a:pathLst>
                <a:path w="2187" h="2007" extrusionOk="0">
                  <a:moveTo>
                    <a:pt x="421" y="1"/>
                  </a:moveTo>
                  <a:lnTo>
                    <a:pt x="261" y="21"/>
                  </a:lnTo>
                  <a:lnTo>
                    <a:pt x="121" y="81"/>
                  </a:lnTo>
                  <a:lnTo>
                    <a:pt x="60" y="121"/>
                  </a:lnTo>
                  <a:lnTo>
                    <a:pt x="20" y="202"/>
                  </a:lnTo>
                  <a:lnTo>
                    <a:pt x="0" y="282"/>
                  </a:lnTo>
                  <a:lnTo>
                    <a:pt x="40" y="362"/>
                  </a:lnTo>
                  <a:lnTo>
                    <a:pt x="121" y="442"/>
                  </a:lnTo>
                  <a:lnTo>
                    <a:pt x="201" y="522"/>
                  </a:lnTo>
                  <a:lnTo>
                    <a:pt x="401" y="663"/>
                  </a:lnTo>
                  <a:lnTo>
                    <a:pt x="602" y="803"/>
                  </a:lnTo>
                  <a:lnTo>
                    <a:pt x="802" y="944"/>
                  </a:lnTo>
                  <a:lnTo>
                    <a:pt x="983" y="1104"/>
                  </a:lnTo>
                  <a:lnTo>
                    <a:pt x="1163" y="1305"/>
                  </a:lnTo>
                  <a:lnTo>
                    <a:pt x="1304" y="1525"/>
                  </a:lnTo>
                  <a:lnTo>
                    <a:pt x="1404" y="1746"/>
                  </a:lnTo>
                  <a:lnTo>
                    <a:pt x="1444" y="1826"/>
                  </a:lnTo>
                  <a:lnTo>
                    <a:pt x="1504" y="1906"/>
                  </a:lnTo>
                  <a:lnTo>
                    <a:pt x="1565" y="1946"/>
                  </a:lnTo>
                  <a:lnTo>
                    <a:pt x="1625" y="1986"/>
                  </a:lnTo>
                  <a:lnTo>
                    <a:pt x="1685" y="2006"/>
                  </a:lnTo>
                  <a:lnTo>
                    <a:pt x="1905" y="2006"/>
                  </a:lnTo>
                  <a:lnTo>
                    <a:pt x="1986" y="1966"/>
                  </a:lnTo>
                  <a:lnTo>
                    <a:pt x="2046" y="1946"/>
                  </a:lnTo>
                  <a:lnTo>
                    <a:pt x="2086" y="1886"/>
                  </a:lnTo>
                  <a:lnTo>
                    <a:pt x="2146" y="1846"/>
                  </a:lnTo>
                  <a:lnTo>
                    <a:pt x="2166" y="1786"/>
                  </a:lnTo>
                  <a:lnTo>
                    <a:pt x="2186" y="1706"/>
                  </a:lnTo>
                  <a:lnTo>
                    <a:pt x="2186" y="1625"/>
                  </a:lnTo>
                  <a:lnTo>
                    <a:pt x="2146" y="1545"/>
                  </a:lnTo>
                  <a:lnTo>
                    <a:pt x="2006" y="1224"/>
                  </a:lnTo>
                  <a:lnTo>
                    <a:pt x="1825" y="923"/>
                  </a:lnTo>
                  <a:lnTo>
                    <a:pt x="1725" y="763"/>
                  </a:lnTo>
                  <a:lnTo>
                    <a:pt x="1605" y="643"/>
                  </a:lnTo>
                  <a:lnTo>
                    <a:pt x="1464" y="522"/>
                  </a:lnTo>
                  <a:lnTo>
                    <a:pt x="1344" y="402"/>
                  </a:lnTo>
                  <a:lnTo>
                    <a:pt x="1204" y="302"/>
                  </a:lnTo>
                  <a:lnTo>
                    <a:pt x="1063" y="202"/>
                  </a:lnTo>
                  <a:lnTo>
                    <a:pt x="923" y="141"/>
                  </a:lnTo>
                  <a:lnTo>
                    <a:pt x="762" y="61"/>
                  </a:lnTo>
                  <a:lnTo>
                    <a:pt x="582" y="21"/>
                  </a:lnTo>
                  <a:lnTo>
                    <a:pt x="42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9038;p45"/>
            <p:cNvSpPr/>
            <p:nvPr/>
          </p:nvSpPr>
          <p:spPr>
            <a:xfrm>
              <a:off x="11073675" y="2762963"/>
              <a:ext cx="15550" cy="16575"/>
            </a:xfrm>
            <a:custGeom>
              <a:avLst/>
              <a:gdLst/>
              <a:ahLst/>
              <a:cxnLst/>
              <a:rect l="l" t="t" r="r" b="b"/>
              <a:pathLst>
                <a:path w="622" h="663" extrusionOk="0">
                  <a:moveTo>
                    <a:pt x="241" y="0"/>
                  </a:moveTo>
                  <a:lnTo>
                    <a:pt x="161" y="40"/>
                  </a:lnTo>
                  <a:lnTo>
                    <a:pt x="141" y="40"/>
                  </a:lnTo>
                  <a:lnTo>
                    <a:pt x="60" y="121"/>
                  </a:lnTo>
                  <a:lnTo>
                    <a:pt x="20" y="221"/>
                  </a:lnTo>
                  <a:lnTo>
                    <a:pt x="0" y="321"/>
                  </a:lnTo>
                  <a:lnTo>
                    <a:pt x="0" y="421"/>
                  </a:lnTo>
                  <a:lnTo>
                    <a:pt x="40" y="502"/>
                  </a:lnTo>
                  <a:lnTo>
                    <a:pt x="101" y="582"/>
                  </a:lnTo>
                  <a:lnTo>
                    <a:pt x="201" y="642"/>
                  </a:lnTo>
                  <a:lnTo>
                    <a:pt x="321" y="662"/>
                  </a:lnTo>
                  <a:lnTo>
                    <a:pt x="421" y="642"/>
                  </a:lnTo>
                  <a:lnTo>
                    <a:pt x="522" y="582"/>
                  </a:lnTo>
                  <a:lnTo>
                    <a:pt x="582" y="502"/>
                  </a:lnTo>
                  <a:lnTo>
                    <a:pt x="622" y="421"/>
                  </a:lnTo>
                  <a:lnTo>
                    <a:pt x="622" y="321"/>
                  </a:lnTo>
                  <a:lnTo>
                    <a:pt x="602" y="221"/>
                  </a:lnTo>
                  <a:lnTo>
                    <a:pt x="562" y="121"/>
                  </a:lnTo>
                  <a:lnTo>
                    <a:pt x="482" y="40"/>
                  </a:lnTo>
                  <a:lnTo>
                    <a:pt x="462" y="40"/>
                  </a:lnTo>
                  <a:lnTo>
                    <a:pt x="4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9039;p45"/>
            <p:cNvSpPr/>
            <p:nvPr/>
          </p:nvSpPr>
          <p:spPr>
            <a:xfrm>
              <a:off x="10215850" y="2725863"/>
              <a:ext cx="327900" cy="328925"/>
            </a:xfrm>
            <a:custGeom>
              <a:avLst/>
              <a:gdLst/>
              <a:ahLst/>
              <a:cxnLst/>
              <a:rect l="l" t="t" r="r" b="b"/>
              <a:pathLst>
                <a:path w="13116" h="13157" extrusionOk="0">
                  <a:moveTo>
                    <a:pt x="6658" y="0"/>
                  </a:moveTo>
                  <a:lnTo>
                    <a:pt x="6277" y="20"/>
                  </a:lnTo>
                  <a:lnTo>
                    <a:pt x="5896" y="40"/>
                  </a:lnTo>
                  <a:lnTo>
                    <a:pt x="5535" y="80"/>
                  </a:lnTo>
                  <a:lnTo>
                    <a:pt x="5174" y="141"/>
                  </a:lnTo>
                  <a:lnTo>
                    <a:pt x="4833" y="241"/>
                  </a:lnTo>
                  <a:lnTo>
                    <a:pt x="4472" y="341"/>
                  </a:lnTo>
                  <a:lnTo>
                    <a:pt x="4151" y="462"/>
                  </a:lnTo>
                  <a:lnTo>
                    <a:pt x="3810" y="622"/>
                  </a:lnTo>
                  <a:lnTo>
                    <a:pt x="3490" y="782"/>
                  </a:lnTo>
                  <a:lnTo>
                    <a:pt x="3189" y="963"/>
                  </a:lnTo>
                  <a:lnTo>
                    <a:pt x="2888" y="1143"/>
                  </a:lnTo>
                  <a:lnTo>
                    <a:pt x="2607" y="1364"/>
                  </a:lnTo>
                  <a:lnTo>
                    <a:pt x="2326" y="1585"/>
                  </a:lnTo>
                  <a:lnTo>
                    <a:pt x="2066" y="1825"/>
                  </a:lnTo>
                  <a:lnTo>
                    <a:pt x="1825" y="2086"/>
                  </a:lnTo>
                  <a:lnTo>
                    <a:pt x="1584" y="2347"/>
                  </a:lnTo>
                  <a:lnTo>
                    <a:pt x="1364" y="2627"/>
                  </a:lnTo>
                  <a:lnTo>
                    <a:pt x="1163" y="2928"/>
                  </a:lnTo>
                  <a:lnTo>
                    <a:pt x="963" y="3229"/>
                  </a:lnTo>
                  <a:lnTo>
                    <a:pt x="802" y="3550"/>
                  </a:lnTo>
                  <a:lnTo>
                    <a:pt x="642" y="3871"/>
                  </a:lnTo>
                  <a:lnTo>
                    <a:pt x="501" y="4192"/>
                  </a:lnTo>
                  <a:lnTo>
                    <a:pt x="361" y="4533"/>
                  </a:lnTo>
                  <a:lnTo>
                    <a:pt x="261" y="4894"/>
                  </a:lnTo>
                  <a:lnTo>
                    <a:pt x="160" y="5234"/>
                  </a:lnTo>
                  <a:lnTo>
                    <a:pt x="100" y="5595"/>
                  </a:lnTo>
                  <a:lnTo>
                    <a:pt x="40" y="5977"/>
                  </a:lnTo>
                  <a:lnTo>
                    <a:pt x="20" y="6337"/>
                  </a:lnTo>
                  <a:lnTo>
                    <a:pt x="0" y="6719"/>
                  </a:lnTo>
                  <a:lnTo>
                    <a:pt x="0" y="7100"/>
                  </a:lnTo>
                  <a:lnTo>
                    <a:pt x="40" y="7481"/>
                  </a:lnTo>
                  <a:lnTo>
                    <a:pt x="80" y="7761"/>
                  </a:lnTo>
                  <a:lnTo>
                    <a:pt x="120" y="8042"/>
                  </a:lnTo>
                  <a:lnTo>
                    <a:pt x="201" y="8323"/>
                  </a:lnTo>
                  <a:lnTo>
                    <a:pt x="281" y="8604"/>
                  </a:lnTo>
                  <a:lnTo>
                    <a:pt x="381" y="8864"/>
                  </a:lnTo>
                  <a:lnTo>
                    <a:pt x="481" y="9145"/>
                  </a:lnTo>
                  <a:lnTo>
                    <a:pt x="602" y="9406"/>
                  </a:lnTo>
                  <a:lnTo>
                    <a:pt x="742" y="9687"/>
                  </a:lnTo>
                  <a:lnTo>
                    <a:pt x="903" y="9947"/>
                  </a:lnTo>
                  <a:lnTo>
                    <a:pt x="1063" y="10188"/>
                  </a:lnTo>
                  <a:lnTo>
                    <a:pt x="1243" y="10449"/>
                  </a:lnTo>
                  <a:lnTo>
                    <a:pt x="1424" y="10689"/>
                  </a:lnTo>
                  <a:lnTo>
                    <a:pt x="1624" y="10930"/>
                  </a:lnTo>
                  <a:lnTo>
                    <a:pt x="1845" y="11151"/>
                  </a:lnTo>
                  <a:lnTo>
                    <a:pt x="2066" y="11371"/>
                  </a:lnTo>
                  <a:lnTo>
                    <a:pt x="2306" y="11572"/>
                  </a:lnTo>
                  <a:lnTo>
                    <a:pt x="2547" y="11772"/>
                  </a:lnTo>
                  <a:lnTo>
                    <a:pt x="2808" y="11953"/>
                  </a:lnTo>
                  <a:lnTo>
                    <a:pt x="3068" y="12133"/>
                  </a:lnTo>
                  <a:lnTo>
                    <a:pt x="3349" y="12294"/>
                  </a:lnTo>
                  <a:lnTo>
                    <a:pt x="3650" y="12454"/>
                  </a:lnTo>
                  <a:lnTo>
                    <a:pt x="3931" y="12595"/>
                  </a:lnTo>
                  <a:lnTo>
                    <a:pt x="4252" y="12715"/>
                  </a:lnTo>
                  <a:lnTo>
                    <a:pt x="4572" y="12835"/>
                  </a:lnTo>
                  <a:lnTo>
                    <a:pt x="4893" y="12935"/>
                  </a:lnTo>
                  <a:lnTo>
                    <a:pt x="5234" y="13016"/>
                  </a:lnTo>
                  <a:lnTo>
                    <a:pt x="5575" y="13076"/>
                  </a:lnTo>
                  <a:lnTo>
                    <a:pt x="5936" y="13116"/>
                  </a:lnTo>
                  <a:lnTo>
                    <a:pt x="6297" y="13156"/>
                  </a:lnTo>
                  <a:lnTo>
                    <a:pt x="7039" y="13156"/>
                  </a:lnTo>
                  <a:lnTo>
                    <a:pt x="7420" y="13116"/>
                  </a:lnTo>
                  <a:lnTo>
                    <a:pt x="7881" y="13056"/>
                  </a:lnTo>
                  <a:lnTo>
                    <a:pt x="8323" y="12976"/>
                  </a:lnTo>
                  <a:lnTo>
                    <a:pt x="8764" y="12835"/>
                  </a:lnTo>
                  <a:lnTo>
                    <a:pt x="9185" y="12675"/>
                  </a:lnTo>
                  <a:lnTo>
                    <a:pt x="9586" y="12494"/>
                  </a:lnTo>
                  <a:lnTo>
                    <a:pt x="9967" y="12274"/>
                  </a:lnTo>
                  <a:lnTo>
                    <a:pt x="10348" y="12013"/>
                  </a:lnTo>
                  <a:lnTo>
                    <a:pt x="10689" y="11752"/>
                  </a:lnTo>
                  <a:lnTo>
                    <a:pt x="11030" y="11451"/>
                  </a:lnTo>
                  <a:lnTo>
                    <a:pt x="11331" y="11131"/>
                  </a:lnTo>
                  <a:lnTo>
                    <a:pt x="11632" y="10790"/>
                  </a:lnTo>
                  <a:lnTo>
                    <a:pt x="11892" y="10409"/>
                  </a:lnTo>
                  <a:lnTo>
                    <a:pt x="12153" y="10028"/>
                  </a:lnTo>
                  <a:lnTo>
                    <a:pt x="12374" y="9626"/>
                  </a:lnTo>
                  <a:lnTo>
                    <a:pt x="12554" y="9225"/>
                  </a:lnTo>
                  <a:lnTo>
                    <a:pt x="12735" y="8784"/>
                  </a:lnTo>
                  <a:lnTo>
                    <a:pt x="12855" y="8403"/>
                  </a:lnTo>
                  <a:lnTo>
                    <a:pt x="12955" y="8022"/>
                  </a:lnTo>
                  <a:lnTo>
                    <a:pt x="13035" y="7641"/>
                  </a:lnTo>
                  <a:lnTo>
                    <a:pt x="13096" y="7240"/>
                  </a:lnTo>
                  <a:lnTo>
                    <a:pt x="13116" y="6859"/>
                  </a:lnTo>
                  <a:lnTo>
                    <a:pt x="13116" y="6478"/>
                  </a:lnTo>
                  <a:lnTo>
                    <a:pt x="13116" y="6117"/>
                  </a:lnTo>
                  <a:lnTo>
                    <a:pt x="13076" y="5736"/>
                  </a:lnTo>
                  <a:lnTo>
                    <a:pt x="13015" y="5375"/>
                  </a:lnTo>
                  <a:lnTo>
                    <a:pt x="12935" y="5014"/>
                  </a:lnTo>
                  <a:lnTo>
                    <a:pt x="12835" y="4653"/>
                  </a:lnTo>
                  <a:lnTo>
                    <a:pt x="12715" y="4312"/>
                  </a:lnTo>
                  <a:lnTo>
                    <a:pt x="12574" y="3971"/>
                  </a:lnTo>
                  <a:lnTo>
                    <a:pt x="12414" y="3650"/>
                  </a:lnTo>
                  <a:lnTo>
                    <a:pt x="12253" y="3329"/>
                  </a:lnTo>
                  <a:lnTo>
                    <a:pt x="12053" y="3008"/>
                  </a:lnTo>
                  <a:lnTo>
                    <a:pt x="11852" y="2708"/>
                  </a:lnTo>
                  <a:lnTo>
                    <a:pt x="11632" y="2427"/>
                  </a:lnTo>
                  <a:lnTo>
                    <a:pt x="11391" y="2146"/>
                  </a:lnTo>
                  <a:lnTo>
                    <a:pt x="11130" y="1885"/>
                  </a:lnTo>
                  <a:lnTo>
                    <a:pt x="10850" y="1645"/>
                  </a:lnTo>
                  <a:lnTo>
                    <a:pt x="10569" y="1404"/>
                  </a:lnTo>
                  <a:lnTo>
                    <a:pt x="10268" y="1183"/>
                  </a:lnTo>
                  <a:lnTo>
                    <a:pt x="9967" y="983"/>
                  </a:lnTo>
                  <a:lnTo>
                    <a:pt x="9626" y="802"/>
                  </a:lnTo>
                  <a:lnTo>
                    <a:pt x="9305" y="622"/>
                  </a:lnTo>
                  <a:lnTo>
                    <a:pt x="8944" y="482"/>
                  </a:lnTo>
                  <a:lnTo>
                    <a:pt x="8583" y="341"/>
                  </a:lnTo>
                  <a:lnTo>
                    <a:pt x="8222" y="241"/>
                  </a:lnTo>
                  <a:lnTo>
                    <a:pt x="7841" y="141"/>
                  </a:lnTo>
                  <a:lnTo>
                    <a:pt x="7440" y="80"/>
                  </a:lnTo>
                  <a:lnTo>
                    <a:pt x="7039" y="40"/>
                  </a:lnTo>
                  <a:lnTo>
                    <a:pt x="66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9040;p45"/>
            <p:cNvSpPr/>
            <p:nvPr/>
          </p:nvSpPr>
          <p:spPr>
            <a:xfrm>
              <a:off x="10215850" y="2725863"/>
              <a:ext cx="327900" cy="328925"/>
            </a:xfrm>
            <a:custGeom>
              <a:avLst/>
              <a:gdLst/>
              <a:ahLst/>
              <a:cxnLst/>
              <a:rect l="l" t="t" r="r" b="b"/>
              <a:pathLst>
                <a:path w="13116" h="13157" fill="none" extrusionOk="0">
                  <a:moveTo>
                    <a:pt x="40" y="7481"/>
                  </a:moveTo>
                  <a:lnTo>
                    <a:pt x="40" y="7481"/>
                  </a:lnTo>
                  <a:lnTo>
                    <a:pt x="80" y="7761"/>
                  </a:lnTo>
                  <a:lnTo>
                    <a:pt x="120" y="8042"/>
                  </a:lnTo>
                  <a:lnTo>
                    <a:pt x="201" y="8323"/>
                  </a:lnTo>
                  <a:lnTo>
                    <a:pt x="281" y="8604"/>
                  </a:lnTo>
                  <a:lnTo>
                    <a:pt x="381" y="8864"/>
                  </a:lnTo>
                  <a:lnTo>
                    <a:pt x="481" y="9145"/>
                  </a:lnTo>
                  <a:lnTo>
                    <a:pt x="602" y="9406"/>
                  </a:lnTo>
                  <a:lnTo>
                    <a:pt x="742" y="9687"/>
                  </a:lnTo>
                  <a:lnTo>
                    <a:pt x="903" y="9947"/>
                  </a:lnTo>
                  <a:lnTo>
                    <a:pt x="1063" y="10188"/>
                  </a:lnTo>
                  <a:lnTo>
                    <a:pt x="1243" y="10449"/>
                  </a:lnTo>
                  <a:lnTo>
                    <a:pt x="1424" y="10689"/>
                  </a:lnTo>
                  <a:lnTo>
                    <a:pt x="1624" y="10930"/>
                  </a:lnTo>
                  <a:lnTo>
                    <a:pt x="1845" y="11151"/>
                  </a:lnTo>
                  <a:lnTo>
                    <a:pt x="2066" y="11371"/>
                  </a:lnTo>
                  <a:lnTo>
                    <a:pt x="2306" y="11572"/>
                  </a:lnTo>
                  <a:lnTo>
                    <a:pt x="2547" y="11772"/>
                  </a:lnTo>
                  <a:lnTo>
                    <a:pt x="2808" y="11953"/>
                  </a:lnTo>
                  <a:lnTo>
                    <a:pt x="3068" y="12133"/>
                  </a:lnTo>
                  <a:lnTo>
                    <a:pt x="3349" y="12294"/>
                  </a:lnTo>
                  <a:lnTo>
                    <a:pt x="3650" y="12454"/>
                  </a:lnTo>
                  <a:lnTo>
                    <a:pt x="3931" y="12595"/>
                  </a:lnTo>
                  <a:lnTo>
                    <a:pt x="4252" y="12715"/>
                  </a:lnTo>
                  <a:lnTo>
                    <a:pt x="4572" y="12835"/>
                  </a:lnTo>
                  <a:lnTo>
                    <a:pt x="4893" y="12935"/>
                  </a:lnTo>
                  <a:lnTo>
                    <a:pt x="5234" y="13016"/>
                  </a:lnTo>
                  <a:lnTo>
                    <a:pt x="5575" y="13076"/>
                  </a:lnTo>
                  <a:lnTo>
                    <a:pt x="5936" y="13116"/>
                  </a:lnTo>
                  <a:lnTo>
                    <a:pt x="6297" y="13156"/>
                  </a:lnTo>
                  <a:lnTo>
                    <a:pt x="6658" y="13156"/>
                  </a:lnTo>
                  <a:lnTo>
                    <a:pt x="7039" y="13156"/>
                  </a:lnTo>
                  <a:lnTo>
                    <a:pt x="7420" y="13116"/>
                  </a:lnTo>
                  <a:lnTo>
                    <a:pt x="7420" y="13116"/>
                  </a:lnTo>
                  <a:lnTo>
                    <a:pt x="7881" y="13056"/>
                  </a:lnTo>
                  <a:lnTo>
                    <a:pt x="8323" y="12976"/>
                  </a:lnTo>
                  <a:lnTo>
                    <a:pt x="8764" y="12835"/>
                  </a:lnTo>
                  <a:lnTo>
                    <a:pt x="9185" y="12675"/>
                  </a:lnTo>
                  <a:lnTo>
                    <a:pt x="9586" y="12494"/>
                  </a:lnTo>
                  <a:lnTo>
                    <a:pt x="9967" y="12274"/>
                  </a:lnTo>
                  <a:lnTo>
                    <a:pt x="10348" y="12013"/>
                  </a:lnTo>
                  <a:lnTo>
                    <a:pt x="10689" y="11752"/>
                  </a:lnTo>
                  <a:lnTo>
                    <a:pt x="11030" y="11451"/>
                  </a:lnTo>
                  <a:lnTo>
                    <a:pt x="11331" y="11131"/>
                  </a:lnTo>
                  <a:lnTo>
                    <a:pt x="11632" y="10790"/>
                  </a:lnTo>
                  <a:lnTo>
                    <a:pt x="11892" y="10409"/>
                  </a:lnTo>
                  <a:lnTo>
                    <a:pt x="12153" y="10028"/>
                  </a:lnTo>
                  <a:lnTo>
                    <a:pt x="12374" y="9626"/>
                  </a:lnTo>
                  <a:lnTo>
                    <a:pt x="12554" y="9225"/>
                  </a:lnTo>
                  <a:lnTo>
                    <a:pt x="12735" y="8784"/>
                  </a:lnTo>
                  <a:lnTo>
                    <a:pt x="12735" y="8784"/>
                  </a:lnTo>
                  <a:lnTo>
                    <a:pt x="12855" y="8403"/>
                  </a:lnTo>
                  <a:lnTo>
                    <a:pt x="12955" y="8022"/>
                  </a:lnTo>
                  <a:lnTo>
                    <a:pt x="13035" y="7641"/>
                  </a:lnTo>
                  <a:lnTo>
                    <a:pt x="13096" y="7240"/>
                  </a:lnTo>
                  <a:lnTo>
                    <a:pt x="13116" y="6859"/>
                  </a:lnTo>
                  <a:lnTo>
                    <a:pt x="13116" y="6478"/>
                  </a:lnTo>
                  <a:lnTo>
                    <a:pt x="13116" y="6117"/>
                  </a:lnTo>
                  <a:lnTo>
                    <a:pt x="13076" y="5736"/>
                  </a:lnTo>
                  <a:lnTo>
                    <a:pt x="13015" y="5375"/>
                  </a:lnTo>
                  <a:lnTo>
                    <a:pt x="12935" y="5014"/>
                  </a:lnTo>
                  <a:lnTo>
                    <a:pt x="12835" y="4653"/>
                  </a:lnTo>
                  <a:lnTo>
                    <a:pt x="12715" y="4312"/>
                  </a:lnTo>
                  <a:lnTo>
                    <a:pt x="12574" y="3971"/>
                  </a:lnTo>
                  <a:lnTo>
                    <a:pt x="12414" y="3650"/>
                  </a:lnTo>
                  <a:lnTo>
                    <a:pt x="12253" y="3329"/>
                  </a:lnTo>
                  <a:lnTo>
                    <a:pt x="12053" y="3008"/>
                  </a:lnTo>
                  <a:lnTo>
                    <a:pt x="11852" y="2708"/>
                  </a:lnTo>
                  <a:lnTo>
                    <a:pt x="11632" y="2427"/>
                  </a:lnTo>
                  <a:lnTo>
                    <a:pt x="11391" y="2146"/>
                  </a:lnTo>
                  <a:lnTo>
                    <a:pt x="11130" y="1885"/>
                  </a:lnTo>
                  <a:lnTo>
                    <a:pt x="10850" y="1645"/>
                  </a:lnTo>
                  <a:lnTo>
                    <a:pt x="10569" y="1404"/>
                  </a:lnTo>
                  <a:lnTo>
                    <a:pt x="10268" y="1183"/>
                  </a:lnTo>
                  <a:lnTo>
                    <a:pt x="9967" y="983"/>
                  </a:lnTo>
                  <a:lnTo>
                    <a:pt x="9626" y="802"/>
                  </a:lnTo>
                  <a:lnTo>
                    <a:pt x="9305" y="622"/>
                  </a:lnTo>
                  <a:lnTo>
                    <a:pt x="8944" y="482"/>
                  </a:lnTo>
                  <a:lnTo>
                    <a:pt x="8583" y="341"/>
                  </a:lnTo>
                  <a:lnTo>
                    <a:pt x="8222" y="241"/>
                  </a:lnTo>
                  <a:lnTo>
                    <a:pt x="7841" y="141"/>
                  </a:lnTo>
                  <a:lnTo>
                    <a:pt x="7440" y="80"/>
                  </a:lnTo>
                  <a:lnTo>
                    <a:pt x="7039" y="40"/>
                  </a:lnTo>
                  <a:lnTo>
                    <a:pt x="7039" y="40"/>
                  </a:lnTo>
                  <a:lnTo>
                    <a:pt x="6658" y="0"/>
                  </a:lnTo>
                  <a:lnTo>
                    <a:pt x="6277" y="20"/>
                  </a:lnTo>
                  <a:lnTo>
                    <a:pt x="5896" y="40"/>
                  </a:lnTo>
                  <a:lnTo>
                    <a:pt x="5535" y="80"/>
                  </a:lnTo>
                  <a:lnTo>
                    <a:pt x="5174" y="141"/>
                  </a:lnTo>
                  <a:lnTo>
                    <a:pt x="4833" y="241"/>
                  </a:lnTo>
                  <a:lnTo>
                    <a:pt x="4472" y="341"/>
                  </a:lnTo>
                  <a:lnTo>
                    <a:pt x="4151" y="462"/>
                  </a:lnTo>
                  <a:lnTo>
                    <a:pt x="3810" y="622"/>
                  </a:lnTo>
                  <a:lnTo>
                    <a:pt x="3490" y="782"/>
                  </a:lnTo>
                  <a:lnTo>
                    <a:pt x="3189" y="963"/>
                  </a:lnTo>
                  <a:lnTo>
                    <a:pt x="2888" y="1143"/>
                  </a:lnTo>
                  <a:lnTo>
                    <a:pt x="2607" y="1364"/>
                  </a:lnTo>
                  <a:lnTo>
                    <a:pt x="2326" y="1585"/>
                  </a:lnTo>
                  <a:lnTo>
                    <a:pt x="2066" y="1825"/>
                  </a:lnTo>
                  <a:lnTo>
                    <a:pt x="1825" y="2086"/>
                  </a:lnTo>
                  <a:lnTo>
                    <a:pt x="1584" y="2347"/>
                  </a:lnTo>
                  <a:lnTo>
                    <a:pt x="1364" y="2627"/>
                  </a:lnTo>
                  <a:lnTo>
                    <a:pt x="1163" y="2928"/>
                  </a:lnTo>
                  <a:lnTo>
                    <a:pt x="963" y="3229"/>
                  </a:lnTo>
                  <a:lnTo>
                    <a:pt x="802" y="3550"/>
                  </a:lnTo>
                  <a:lnTo>
                    <a:pt x="642" y="3871"/>
                  </a:lnTo>
                  <a:lnTo>
                    <a:pt x="501" y="4192"/>
                  </a:lnTo>
                  <a:lnTo>
                    <a:pt x="361" y="4533"/>
                  </a:lnTo>
                  <a:lnTo>
                    <a:pt x="261" y="4894"/>
                  </a:lnTo>
                  <a:lnTo>
                    <a:pt x="160" y="5234"/>
                  </a:lnTo>
                  <a:lnTo>
                    <a:pt x="100" y="5595"/>
                  </a:lnTo>
                  <a:lnTo>
                    <a:pt x="40" y="5977"/>
                  </a:lnTo>
                  <a:lnTo>
                    <a:pt x="20" y="6337"/>
                  </a:lnTo>
                  <a:lnTo>
                    <a:pt x="0" y="6719"/>
                  </a:lnTo>
                  <a:lnTo>
                    <a:pt x="0" y="7100"/>
                  </a:lnTo>
                  <a:lnTo>
                    <a:pt x="40" y="74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9041;p45"/>
            <p:cNvSpPr/>
            <p:nvPr/>
          </p:nvSpPr>
          <p:spPr>
            <a:xfrm>
              <a:off x="10253450" y="2763463"/>
              <a:ext cx="253200" cy="253700"/>
            </a:xfrm>
            <a:custGeom>
              <a:avLst/>
              <a:gdLst/>
              <a:ahLst/>
              <a:cxnLst/>
              <a:rect l="l" t="t" r="r" b="b"/>
              <a:pathLst>
                <a:path w="10128" h="10148" extrusionOk="0">
                  <a:moveTo>
                    <a:pt x="4853" y="0"/>
                  </a:moveTo>
                  <a:lnTo>
                    <a:pt x="4573" y="20"/>
                  </a:lnTo>
                  <a:lnTo>
                    <a:pt x="4292" y="61"/>
                  </a:lnTo>
                  <a:lnTo>
                    <a:pt x="4011" y="101"/>
                  </a:lnTo>
                  <a:lnTo>
                    <a:pt x="3750" y="181"/>
                  </a:lnTo>
                  <a:lnTo>
                    <a:pt x="3490" y="241"/>
                  </a:lnTo>
                  <a:lnTo>
                    <a:pt x="3229" y="341"/>
                  </a:lnTo>
                  <a:lnTo>
                    <a:pt x="2968" y="442"/>
                  </a:lnTo>
                  <a:lnTo>
                    <a:pt x="2728" y="582"/>
                  </a:lnTo>
                  <a:lnTo>
                    <a:pt x="2507" y="702"/>
                  </a:lnTo>
                  <a:lnTo>
                    <a:pt x="2266" y="843"/>
                  </a:lnTo>
                  <a:lnTo>
                    <a:pt x="2066" y="1003"/>
                  </a:lnTo>
                  <a:lnTo>
                    <a:pt x="1845" y="1184"/>
                  </a:lnTo>
                  <a:lnTo>
                    <a:pt x="1645" y="1364"/>
                  </a:lnTo>
                  <a:lnTo>
                    <a:pt x="1464" y="1545"/>
                  </a:lnTo>
                  <a:lnTo>
                    <a:pt x="1264" y="1765"/>
                  </a:lnTo>
                  <a:lnTo>
                    <a:pt x="1083" y="1986"/>
                  </a:lnTo>
                  <a:lnTo>
                    <a:pt x="923" y="2206"/>
                  </a:lnTo>
                  <a:lnTo>
                    <a:pt x="782" y="2447"/>
                  </a:lnTo>
                  <a:lnTo>
                    <a:pt x="622" y="2688"/>
                  </a:lnTo>
                  <a:lnTo>
                    <a:pt x="502" y="2928"/>
                  </a:lnTo>
                  <a:lnTo>
                    <a:pt x="381" y="3189"/>
                  </a:lnTo>
                  <a:lnTo>
                    <a:pt x="281" y="3470"/>
                  </a:lnTo>
                  <a:lnTo>
                    <a:pt x="201" y="3730"/>
                  </a:lnTo>
                  <a:lnTo>
                    <a:pt x="120" y="4011"/>
                  </a:lnTo>
                  <a:lnTo>
                    <a:pt x="60" y="4292"/>
                  </a:lnTo>
                  <a:lnTo>
                    <a:pt x="20" y="4593"/>
                  </a:lnTo>
                  <a:lnTo>
                    <a:pt x="0" y="4874"/>
                  </a:lnTo>
                  <a:lnTo>
                    <a:pt x="0" y="5174"/>
                  </a:lnTo>
                  <a:lnTo>
                    <a:pt x="0" y="5475"/>
                  </a:lnTo>
                  <a:lnTo>
                    <a:pt x="20" y="5776"/>
                  </a:lnTo>
                  <a:lnTo>
                    <a:pt x="100" y="6197"/>
                  </a:lnTo>
                  <a:lnTo>
                    <a:pt x="201" y="6638"/>
                  </a:lnTo>
                  <a:lnTo>
                    <a:pt x="361" y="7060"/>
                  </a:lnTo>
                  <a:lnTo>
                    <a:pt x="562" y="7461"/>
                  </a:lnTo>
                  <a:lnTo>
                    <a:pt x="802" y="7862"/>
                  </a:lnTo>
                  <a:lnTo>
                    <a:pt x="1103" y="8243"/>
                  </a:lnTo>
                  <a:lnTo>
                    <a:pt x="1404" y="8604"/>
                  </a:lnTo>
                  <a:lnTo>
                    <a:pt x="1765" y="8925"/>
                  </a:lnTo>
                  <a:lnTo>
                    <a:pt x="2166" y="9225"/>
                  </a:lnTo>
                  <a:lnTo>
                    <a:pt x="2367" y="9366"/>
                  </a:lnTo>
                  <a:lnTo>
                    <a:pt x="2587" y="9486"/>
                  </a:lnTo>
                  <a:lnTo>
                    <a:pt x="2808" y="9606"/>
                  </a:lnTo>
                  <a:lnTo>
                    <a:pt x="3028" y="9727"/>
                  </a:lnTo>
                  <a:lnTo>
                    <a:pt x="3269" y="9807"/>
                  </a:lnTo>
                  <a:lnTo>
                    <a:pt x="3510" y="9907"/>
                  </a:lnTo>
                  <a:lnTo>
                    <a:pt x="3770" y="9967"/>
                  </a:lnTo>
                  <a:lnTo>
                    <a:pt x="4031" y="10048"/>
                  </a:lnTo>
                  <a:lnTo>
                    <a:pt x="4292" y="10088"/>
                  </a:lnTo>
                  <a:lnTo>
                    <a:pt x="4573" y="10128"/>
                  </a:lnTo>
                  <a:lnTo>
                    <a:pt x="4853" y="10148"/>
                  </a:lnTo>
                  <a:lnTo>
                    <a:pt x="5435" y="10148"/>
                  </a:lnTo>
                  <a:lnTo>
                    <a:pt x="5716" y="10128"/>
                  </a:lnTo>
                  <a:lnTo>
                    <a:pt x="6077" y="10088"/>
                  </a:lnTo>
                  <a:lnTo>
                    <a:pt x="6418" y="10008"/>
                  </a:lnTo>
                  <a:lnTo>
                    <a:pt x="6759" y="9907"/>
                  </a:lnTo>
                  <a:lnTo>
                    <a:pt x="7079" y="9787"/>
                  </a:lnTo>
                  <a:lnTo>
                    <a:pt x="7400" y="9647"/>
                  </a:lnTo>
                  <a:lnTo>
                    <a:pt x="7681" y="9466"/>
                  </a:lnTo>
                  <a:lnTo>
                    <a:pt x="7982" y="9286"/>
                  </a:lnTo>
                  <a:lnTo>
                    <a:pt x="8243" y="9065"/>
                  </a:lnTo>
                  <a:lnTo>
                    <a:pt x="8503" y="8824"/>
                  </a:lnTo>
                  <a:lnTo>
                    <a:pt x="8744" y="8584"/>
                  </a:lnTo>
                  <a:lnTo>
                    <a:pt x="8964" y="8323"/>
                  </a:lnTo>
                  <a:lnTo>
                    <a:pt x="9185" y="8042"/>
                  </a:lnTo>
                  <a:lnTo>
                    <a:pt x="9366" y="7741"/>
                  </a:lnTo>
                  <a:lnTo>
                    <a:pt x="9546" y="7441"/>
                  </a:lnTo>
                  <a:lnTo>
                    <a:pt x="9686" y="7120"/>
                  </a:lnTo>
                  <a:lnTo>
                    <a:pt x="9827" y="6779"/>
                  </a:lnTo>
                  <a:lnTo>
                    <a:pt x="9887" y="6598"/>
                  </a:lnTo>
                  <a:lnTo>
                    <a:pt x="9967" y="6318"/>
                  </a:lnTo>
                  <a:lnTo>
                    <a:pt x="10027" y="6017"/>
                  </a:lnTo>
                  <a:lnTo>
                    <a:pt x="10067" y="5736"/>
                  </a:lnTo>
                  <a:lnTo>
                    <a:pt x="10108" y="5435"/>
                  </a:lnTo>
                  <a:lnTo>
                    <a:pt x="10128" y="5154"/>
                  </a:lnTo>
                  <a:lnTo>
                    <a:pt x="10128" y="4874"/>
                  </a:lnTo>
                  <a:lnTo>
                    <a:pt x="10108" y="4573"/>
                  </a:lnTo>
                  <a:lnTo>
                    <a:pt x="10067" y="4292"/>
                  </a:lnTo>
                  <a:lnTo>
                    <a:pt x="10007" y="4031"/>
                  </a:lnTo>
                  <a:lnTo>
                    <a:pt x="9947" y="3751"/>
                  </a:lnTo>
                  <a:lnTo>
                    <a:pt x="9867" y="3490"/>
                  </a:lnTo>
                  <a:lnTo>
                    <a:pt x="9767" y="3229"/>
                  </a:lnTo>
                  <a:lnTo>
                    <a:pt x="9666" y="2968"/>
                  </a:lnTo>
                  <a:lnTo>
                    <a:pt x="9546" y="2728"/>
                  </a:lnTo>
                  <a:lnTo>
                    <a:pt x="9406" y="2487"/>
                  </a:lnTo>
                  <a:lnTo>
                    <a:pt x="9245" y="2246"/>
                  </a:lnTo>
                  <a:lnTo>
                    <a:pt x="9085" y="2026"/>
                  </a:lnTo>
                  <a:lnTo>
                    <a:pt x="8924" y="1805"/>
                  </a:lnTo>
                  <a:lnTo>
                    <a:pt x="8724" y="1605"/>
                  </a:lnTo>
                  <a:lnTo>
                    <a:pt x="8543" y="1404"/>
                  </a:lnTo>
                  <a:lnTo>
                    <a:pt x="8323" y="1224"/>
                  </a:lnTo>
                  <a:lnTo>
                    <a:pt x="8102" y="1043"/>
                  </a:lnTo>
                  <a:lnTo>
                    <a:pt x="7882" y="883"/>
                  </a:lnTo>
                  <a:lnTo>
                    <a:pt x="7641" y="742"/>
                  </a:lnTo>
                  <a:lnTo>
                    <a:pt x="7400" y="602"/>
                  </a:lnTo>
                  <a:lnTo>
                    <a:pt x="7140" y="462"/>
                  </a:lnTo>
                  <a:lnTo>
                    <a:pt x="6879" y="361"/>
                  </a:lnTo>
                  <a:lnTo>
                    <a:pt x="6598" y="261"/>
                  </a:lnTo>
                  <a:lnTo>
                    <a:pt x="6317" y="181"/>
                  </a:lnTo>
                  <a:lnTo>
                    <a:pt x="6037" y="121"/>
                  </a:lnTo>
                  <a:lnTo>
                    <a:pt x="5736" y="61"/>
                  </a:lnTo>
                  <a:lnTo>
                    <a:pt x="5435" y="20"/>
                  </a:lnTo>
                  <a:lnTo>
                    <a:pt x="513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9042;p45"/>
            <p:cNvSpPr/>
            <p:nvPr/>
          </p:nvSpPr>
          <p:spPr>
            <a:xfrm>
              <a:off x="10253450" y="2763463"/>
              <a:ext cx="253200" cy="253700"/>
            </a:xfrm>
            <a:custGeom>
              <a:avLst/>
              <a:gdLst/>
              <a:ahLst/>
              <a:cxnLst/>
              <a:rect l="l" t="t" r="r" b="b"/>
              <a:pathLst>
                <a:path w="10128" h="10148" fill="none" extrusionOk="0">
                  <a:moveTo>
                    <a:pt x="9887" y="6598"/>
                  </a:moveTo>
                  <a:lnTo>
                    <a:pt x="9887" y="6598"/>
                  </a:lnTo>
                  <a:lnTo>
                    <a:pt x="9827" y="6779"/>
                  </a:lnTo>
                  <a:lnTo>
                    <a:pt x="9827" y="6779"/>
                  </a:lnTo>
                  <a:lnTo>
                    <a:pt x="9686" y="7120"/>
                  </a:lnTo>
                  <a:lnTo>
                    <a:pt x="9546" y="7441"/>
                  </a:lnTo>
                  <a:lnTo>
                    <a:pt x="9366" y="7741"/>
                  </a:lnTo>
                  <a:lnTo>
                    <a:pt x="9185" y="8042"/>
                  </a:lnTo>
                  <a:lnTo>
                    <a:pt x="8964" y="8323"/>
                  </a:lnTo>
                  <a:lnTo>
                    <a:pt x="8744" y="8584"/>
                  </a:lnTo>
                  <a:lnTo>
                    <a:pt x="8503" y="8824"/>
                  </a:lnTo>
                  <a:lnTo>
                    <a:pt x="8243" y="9065"/>
                  </a:lnTo>
                  <a:lnTo>
                    <a:pt x="7982" y="9286"/>
                  </a:lnTo>
                  <a:lnTo>
                    <a:pt x="7681" y="9466"/>
                  </a:lnTo>
                  <a:lnTo>
                    <a:pt x="7400" y="9647"/>
                  </a:lnTo>
                  <a:lnTo>
                    <a:pt x="7079" y="9787"/>
                  </a:lnTo>
                  <a:lnTo>
                    <a:pt x="6759" y="9907"/>
                  </a:lnTo>
                  <a:lnTo>
                    <a:pt x="6418" y="10008"/>
                  </a:lnTo>
                  <a:lnTo>
                    <a:pt x="6077" y="10088"/>
                  </a:lnTo>
                  <a:lnTo>
                    <a:pt x="5716" y="10128"/>
                  </a:lnTo>
                  <a:lnTo>
                    <a:pt x="5716" y="10128"/>
                  </a:lnTo>
                  <a:lnTo>
                    <a:pt x="5435" y="10148"/>
                  </a:lnTo>
                  <a:lnTo>
                    <a:pt x="5134" y="10148"/>
                  </a:lnTo>
                  <a:lnTo>
                    <a:pt x="4853" y="10148"/>
                  </a:lnTo>
                  <a:lnTo>
                    <a:pt x="4573" y="10128"/>
                  </a:lnTo>
                  <a:lnTo>
                    <a:pt x="4292" y="10088"/>
                  </a:lnTo>
                  <a:lnTo>
                    <a:pt x="4031" y="10048"/>
                  </a:lnTo>
                  <a:lnTo>
                    <a:pt x="3770" y="9967"/>
                  </a:lnTo>
                  <a:lnTo>
                    <a:pt x="3510" y="9907"/>
                  </a:lnTo>
                  <a:lnTo>
                    <a:pt x="3269" y="9807"/>
                  </a:lnTo>
                  <a:lnTo>
                    <a:pt x="3028" y="9727"/>
                  </a:lnTo>
                  <a:lnTo>
                    <a:pt x="2808" y="9606"/>
                  </a:lnTo>
                  <a:lnTo>
                    <a:pt x="2587" y="9486"/>
                  </a:lnTo>
                  <a:lnTo>
                    <a:pt x="2367" y="9366"/>
                  </a:lnTo>
                  <a:lnTo>
                    <a:pt x="2166" y="9225"/>
                  </a:lnTo>
                  <a:lnTo>
                    <a:pt x="1765" y="8925"/>
                  </a:lnTo>
                  <a:lnTo>
                    <a:pt x="1404" y="8604"/>
                  </a:lnTo>
                  <a:lnTo>
                    <a:pt x="1103" y="8243"/>
                  </a:lnTo>
                  <a:lnTo>
                    <a:pt x="802" y="7862"/>
                  </a:lnTo>
                  <a:lnTo>
                    <a:pt x="562" y="7461"/>
                  </a:lnTo>
                  <a:lnTo>
                    <a:pt x="361" y="7060"/>
                  </a:lnTo>
                  <a:lnTo>
                    <a:pt x="201" y="6638"/>
                  </a:lnTo>
                  <a:lnTo>
                    <a:pt x="100" y="6197"/>
                  </a:lnTo>
                  <a:lnTo>
                    <a:pt x="20" y="5776"/>
                  </a:lnTo>
                  <a:lnTo>
                    <a:pt x="20" y="5776"/>
                  </a:lnTo>
                  <a:lnTo>
                    <a:pt x="0" y="5475"/>
                  </a:lnTo>
                  <a:lnTo>
                    <a:pt x="0" y="5174"/>
                  </a:lnTo>
                  <a:lnTo>
                    <a:pt x="0" y="4874"/>
                  </a:lnTo>
                  <a:lnTo>
                    <a:pt x="20" y="4593"/>
                  </a:lnTo>
                  <a:lnTo>
                    <a:pt x="60" y="4292"/>
                  </a:lnTo>
                  <a:lnTo>
                    <a:pt x="120" y="4011"/>
                  </a:lnTo>
                  <a:lnTo>
                    <a:pt x="201" y="3730"/>
                  </a:lnTo>
                  <a:lnTo>
                    <a:pt x="281" y="3470"/>
                  </a:lnTo>
                  <a:lnTo>
                    <a:pt x="381" y="3189"/>
                  </a:lnTo>
                  <a:lnTo>
                    <a:pt x="502" y="2928"/>
                  </a:lnTo>
                  <a:lnTo>
                    <a:pt x="622" y="2688"/>
                  </a:lnTo>
                  <a:lnTo>
                    <a:pt x="782" y="2447"/>
                  </a:lnTo>
                  <a:lnTo>
                    <a:pt x="923" y="2206"/>
                  </a:lnTo>
                  <a:lnTo>
                    <a:pt x="1083" y="1986"/>
                  </a:lnTo>
                  <a:lnTo>
                    <a:pt x="1264" y="1765"/>
                  </a:lnTo>
                  <a:lnTo>
                    <a:pt x="1464" y="1545"/>
                  </a:lnTo>
                  <a:lnTo>
                    <a:pt x="1464" y="1545"/>
                  </a:lnTo>
                  <a:lnTo>
                    <a:pt x="1645" y="1364"/>
                  </a:lnTo>
                  <a:lnTo>
                    <a:pt x="1845" y="1184"/>
                  </a:lnTo>
                  <a:lnTo>
                    <a:pt x="2066" y="1003"/>
                  </a:lnTo>
                  <a:lnTo>
                    <a:pt x="2266" y="843"/>
                  </a:lnTo>
                  <a:lnTo>
                    <a:pt x="2507" y="702"/>
                  </a:lnTo>
                  <a:lnTo>
                    <a:pt x="2728" y="582"/>
                  </a:lnTo>
                  <a:lnTo>
                    <a:pt x="2968" y="442"/>
                  </a:lnTo>
                  <a:lnTo>
                    <a:pt x="3229" y="341"/>
                  </a:lnTo>
                  <a:lnTo>
                    <a:pt x="3490" y="241"/>
                  </a:lnTo>
                  <a:lnTo>
                    <a:pt x="3750" y="181"/>
                  </a:lnTo>
                  <a:lnTo>
                    <a:pt x="4011" y="101"/>
                  </a:lnTo>
                  <a:lnTo>
                    <a:pt x="4292" y="61"/>
                  </a:lnTo>
                  <a:lnTo>
                    <a:pt x="4573" y="20"/>
                  </a:lnTo>
                  <a:lnTo>
                    <a:pt x="4853" y="0"/>
                  </a:lnTo>
                  <a:lnTo>
                    <a:pt x="5134" y="0"/>
                  </a:lnTo>
                  <a:lnTo>
                    <a:pt x="5435" y="20"/>
                  </a:lnTo>
                  <a:lnTo>
                    <a:pt x="5435" y="20"/>
                  </a:lnTo>
                  <a:lnTo>
                    <a:pt x="5736" y="61"/>
                  </a:lnTo>
                  <a:lnTo>
                    <a:pt x="6037" y="121"/>
                  </a:lnTo>
                  <a:lnTo>
                    <a:pt x="6317" y="181"/>
                  </a:lnTo>
                  <a:lnTo>
                    <a:pt x="6598" y="261"/>
                  </a:lnTo>
                  <a:lnTo>
                    <a:pt x="6879" y="361"/>
                  </a:lnTo>
                  <a:lnTo>
                    <a:pt x="7140" y="462"/>
                  </a:lnTo>
                  <a:lnTo>
                    <a:pt x="7400" y="602"/>
                  </a:lnTo>
                  <a:lnTo>
                    <a:pt x="7641" y="742"/>
                  </a:lnTo>
                  <a:lnTo>
                    <a:pt x="7882" y="883"/>
                  </a:lnTo>
                  <a:lnTo>
                    <a:pt x="8102" y="1043"/>
                  </a:lnTo>
                  <a:lnTo>
                    <a:pt x="8323" y="1224"/>
                  </a:lnTo>
                  <a:lnTo>
                    <a:pt x="8543" y="1404"/>
                  </a:lnTo>
                  <a:lnTo>
                    <a:pt x="8724" y="1605"/>
                  </a:lnTo>
                  <a:lnTo>
                    <a:pt x="8924" y="1805"/>
                  </a:lnTo>
                  <a:lnTo>
                    <a:pt x="9085" y="2026"/>
                  </a:lnTo>
                  <a:lnTo>
                    <a:pt x="9245" y="2246"/>
                  </a:lnTo>
                  <a:lnTo>
                    <a:pt x="9406" y="2487"/>
                  </a:lnTo>
                  <a:lnTo>
                    <a:pt x="9546" y="2728"/>
                  </a:lnTo>
                  <a:lnTo>
                    <a:pt x="9666" y="2968"/>
                  </a:lnTo>
                  <a:lnTo>
                    <a:pt x="9767" y="3229"/>
                  </a:lnTo>
                  <a:lnTo>
                    <a:pt x="9867" y="3490"/>
                  </a:lnTo>
                  <a:lnTo>
                    <a:pt x="9947" y="3751"/>
                  </a:lnTo>
                  <a:lnTo>
                    <a:pt x="10007" y="4031"/>
                  </a:lnTo>
                  <a:lnTo>
                    <a:pt x="10067" y="4292"/>
                  </a:lnTo>
                  <a:lnTo>
                    <a:pt x="10108" y="4573"/>
                  </a:lnTo>
                  <a:lnTo>
                    <a:pt x="10128" y="4874"/>
                  </a:lnTo>
                  <a:lnTo>
                    <a:pt x="10128" y="5154"/>
                  </a:lnTo>
                  <a:lnTo>
                    <a:pt x="10108" y="5435"/>
                  </a:lnTo>
                  <a:lnTo>
                    <a:pt x="10067" y="5736"/>
                  </a:lnTo>
                  <a:lnTo>
                    <a:pt x="10027" y="6017"/>
                  </a:lnTo>
                  <a:lnTo>
                    <a:pt x="9967" y="6318"/>
                  </a:lnTo>
                  <a:lnTo>
                    <a:pt x="9887" y="65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9043;p45"/>
            <p:cNvSpPr/>
            <p:nvPr/>
          </p:nvSpPr>
          <p:spPr>
            <a:xfrm>
              <a:off x="10253450" y="2802063"/>
              <a:ext cx="247175" cy="215100"/>
            </a:xfrm>
            <a:custGeom>
              <a:avLst/>
              <a:gdLst/>
              <a:ahLst/>
              <a:cxnLst/>
              <a:rect l="l" t="t" r="r" b="b"/>
              <a:pathLst>
                <a:path w="9887" h="8604" extrusionOk="0">
                  <a:moveTo>
                    <a:pt x="1464" y="1"/>
                  </a:moveTo>
                  <a:lnTo>
                    <a:pt x="1123" y="382"/>
                  </a:lnTo>
                  <a:lnTo>
                    <a:pt x="842" y="783"/>
                  </a:lnTo>
                  <a:lnTo>
                    <a:pt x="602" y="1224"/>
                  </a:lnTo>
                  <a:lnTo>
                    <a:pt x="381" y="1665"/>
                  </a:lnTo>
                  <a:lnTo>
                    <a:pt x="221" y="2146"/>
                  </a:lnTo>
                  <a:lnTo>
                    <a:pt x="141" y="2387"/>
                  </a:lnTo>
                  <a:lnTo>
                    <a:pt x="100" y="2628"/>
                  </a:lnTo>
                  <a:lnTo>
                    <a:pt x="40" y="2888"/>
                  </a:lnTo>
                  <a:lnTo>
                    <a:pt x="20" y="3149"/>
                  </a:lnTo>
                  <a:lnTo>
                    <a:pt x="0" y="3410"/>
                  </a:lnTo>
                  <a:lnTo>
                    <a:pt x="0" y="3671"/>
                  </a:lnTo>
                  <a:lnTo>
                    <a:pt x="0" y="3951"/>
                  </a:lnTo>
                  <a:lnTo>
                    <a:pt x="20" y="4232"/>
                  </a:lnTo>
                  <a:lnTo>
                    <a:pt x="80" y="4633"/>
                  </a:lnTo>
                  <a:lnTo>
                    <a:pt x="201" y="5034"/>
                  </a:lnTo>
                  <a:lnTo>
                    <a:pt x="341" y="5435"/>
                  </a:lnTo>
                  <a:lnTo>
                    <a:pt x="522" y="5816"/>
                  </a:lnTo>
                  <a:lnTo>
                    <a:pt x="742" y="6197"/>
                  </a:lnTo>
                  <a:lnTo>
                    <a:pt x="983" y="6558"/>
                  </a:lnTo>
                  <a:lnTo>
                    <a:pt x="1284" y="6919"/>
                  </a:lnTo>
                  <a:lnTo>
                    <a:pt x="1584" y="7240"/>
                  </a:lnTo>
                  <a:lnTo>
                    <a:pt x="1945" y="7521"/>
                  </a:lnTo>
                  <a:lnTo>
                    <a:pt x="2326" y="7802"/>
                  </a:lnTo>
                  <a:lnTo>
                    <a:pt x="2728" y="8022"/>
                  </a:lnTo>
                  <a:lnTo>
                    <a:pt x="3169" y="8223"/>
                  </a:lnTo>
                  <a:lnTo>
                    <a:pt x="3630" y="8383"/>
                  </a:lnTo>
                  <a:lnTo>
                    <a:pt x="3871" y="8464"/>
                  </a:lnTo>
                  <a:lnTo>
                    <a:pt x="4111" y="8504"/>
                  </a:lnTo>
                  <a:lnTo>
                    <a:pt x="4372" y="8564"/>
                  </a:lnTo>
                  <a:lnTo>
                    <a:pt x="4633" y="8584"/>
                  </a:lnTo>
                  <a:lnTo>
                    <a:pt x="4893" y="8604"/>
                  </a:lnTo>
                  <a:lnTo>
                    <a:pt x="5435" y="8604"/>
                  </a:lnTo>
                  <a:lnTo>
                    <a:pt x="5716" y="8584"/>
                  </a:lnTo>
                  <a:lnTo>
                    <a:pt x="6077" y="8544"/>
                  </a:lnTo>
                  <a:lnTo>
                    <a:pt x="6418" y="8464"/>
                  </a:lnTo>
                  <a:lnTo>
                    <a:pt x="6759" y="8363"/>
                  </a:lnTo>
                  <a:lnTo>
                    <a:pt x="7079" y="8243"/>
                  </a:lnTo>
                  <a:lnTo>
                    <a:pt x="7400" y="8103"/>
                  </a:lnTo>
                  <a:lnTo>
                    <a:pt x="7681" y="7922"/>
                  </a:lnTo>
                  <a:lnTo>
                    <a:pt x="7982" y="7742"/>
                  </a:lnTo>
                  <a:lnTo>
                    <a:pt x="8243" y="7521"/>
                  </a:lnTo>
                  <a:lnTo>
                    <a:pt x="8503" y="7280"/>
                  </a:lnTo>
                  <a:lnTo>
                    <a:pt x="8744" y="7040"/>
                  </a:lnTo>
                  <a:lnTo>
                    <a:pt x="8964" y="6779"/>
                  </a:lnTo>
                  <a:lnTo>
                    <a:pt x="9185" y="6498"/>
                  </a:lnTo>
                  <a:lnTo>
                    <a:pt x="9366" y="6197"/>
                  </a:lnTo>
                  <a:lnTo>
                    <a:pt x="9546" y="5897"/>
                  </a:lnTo>
                  <a:lnTo>
                    <a:pt x="9686" y="5576"/>
                  </a:lnTo>
                  <a:lnTo>
                    <a:pt x="9827" y="5235"/>
                  </a:lnTo>
                  <a:lnTo>
                    <a:pt x="9887" y="5054"/>
                  </a:lnTo>
                  <a:lnTo>
                    <a:pt x="9666" y="5335"/>
                  </a:lnTo>
                  <a:lnTo>
                    <a:pt x="9446" y="5596"/>
                  </a:lnTo>
                  <a:lnTo>
                    <a:pt x="9205" y="5836"/>
                  </a:lnTo>
                  <a:lnTo>
                    <a:pt x="8944" y="6077"/>
                  </a:lnTo>
                  <a:lnTo>
                    <a:pt x="8684" y="6278"/>
                  </a:lnTo>
                  <a:lnTo>
                    <a:pt x="8403" y="6478"/>
                  </a:lnTo>
                  <a:lnTo>
                    <a:pt x="8082" y="6659"/>
                  </a:lnTo>
                  <a:lnTo>
                    <a:pt x="7781" y="6799"/>
                  </a:lnTo>
                  <a:lnTo>
                    <a:pt x="7380" y="6939"/>
                  </a:lnTo>
                  <a:lnTo>
                    <a:pt x="6999" y="7040"/>
                  </a:lnTo>
                  <a:lnTo>
                    <a:pt x="6598" y="7100"/>
                  </a:lnTo>
                  <a:lnTo>
                    <a:pt x="6197" y="7120"/>
                  </a:lnTo>
                  <a:lnTo>
                    <a:pt x="5776" y="7100"/>
                  </a:lnTo>
                  <a:lnTo>
                    <a:pt x="5355" y="7040"/>
                  </a:lnTo>
                  <a:lnTo>
                    <a:pt x="4954" y="6939"/>
                  </a:lnTo>
                  <a:lnTo>
                    <a:pt x="4553" y="6819"/>
                  </a:lnTo>
                  <a:lnTo>
                    <a:pt x="4171" y="6659"/>
                  </a:lnTo>
                  <a:lnTo>
                    <a:pt x="3790" y="6478"/>
                  </a:lnTo>
                  <a:lnTo>
                    <a:pt x="3429" y="6258"/>
                  </a:lnTo>
                  <a:lnTo>
                    <a:pt x="3089" y="6017"/>
                  </a:lnTo>
                  <a:lnTo>
                    <a:pt x="2748" y="5756"/>
                  </a:lnTo>
                  <a:lnTo>
                    <a:pt x="2447" y="5455"/>
                  </a:lnTo>
                  <a:lnTo>
                    <a:pt x="2186" y="5114"/>
                  </a:lnTo>
                  <a:lnTo>
                    <a:pt x="1925" y="4774"/>
                  </a:lnTo>
                  <a:lnTo>
                    <a:pt x="1705" y="4413"/>
                  </a:lnTo>
                  <a:lnTo>
                    <a:pt x="1524" y="4032"/>
                  </a:lnTo>
                  <a:lnTo>
                    <a:pt x="1364" y="3650"/>
                  </a:lnTo>
                  <a:lnTo>
                    <a:pt x="1244" y="3249"/>
                  </a:lnTo>
                  <a:lnTo>
                    <a:pt x="1143" y="2828"/>
                  </a:lnTo>
                  <a:lnTo>
                    <a:pt x="1083" y="2427"/>
                  </a:lnTo>
                  <a:lnTo>
                    <a:pt x="1063" y="2006"/>
                  </a:lnTo>
                  <a:lnTo>
                    <a:pt x="1063" y="1585"/>
                  </a:lnTo>
                  <a:lnTo>
                    <a:pt x="1123" y="1184"/>
                  </a:lnTo>
                  <a:lnTo>
                    <a:pt x="1183" y="783"/>
                  </a:lnTo>
                  <a:lnTo>
                    <a:pt x="1304" y="382"/>
                  </a:lnTo>
                  <a:lnTo>
                    <a:pt x="146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9044;p45"/>
            <p:cNvSpPr/>
            <p:nvPr/>
          </p:nvSpPr>
          <p:spPr>
            <a:xfrm>
              <a:off x="10253450" y="2802063"/>
              <a:ext cx="247175" cy="215100"/>
            </a:xfrm>
            <a:custGeom>
              <a:avLst/>
              <a:gdLst/>
              <a:ahLst/>
              <a:cxnLst/>
              <a:rect l="l" t="t" r="r" b="b"/>
              <a:pathLst>
                <a:path w="9887" h="8604" fill="none" extrusionOk="0">
                  <a:moveTo>
                    <a:pt x="1464" y="1"/>
                  </a:moveTo>
                  <a:lnTo>
                    <a:pt x="1464" y="1"/>
                  </a:lnTo>
                  <a:lnTo>
                    <a:pt x="1123" y="382"/>
                  </a:lnTo>
                  <a:lnTo>
                    <a:pt x="842" y="783"/>
                  </a:lnTo>
                  <a:lnTo>
                    <a:pt x="602" y="1224"/>
                  </a:lnTo>
                  <a:lnTo>
                    <a:pt x="381" y="1665"/>
                  </a:lnTo>
                  <a:lnTo>
                    <a:pt x="221" y="2146"/>
                  </a:lnTo>
                  <a:lnTo>
                    <a:pt x="141" y="2387"/>
                  </a:lnTo>
                  <a:lnTo>
                    <a:pt x="100" y="2628"/>
                  </a:lnTo>
                  <a:lnTo>
                    <a:pt x="40" y="2888"/>
                  </a:lnTo>
                  <a:lnTo>
                    <a:pt x="20" y="3149"/>
                  </a:lnTo>
                  <a:lnTo>
                    <a:pt x="0" y="3410"/>
                  </a:lnTo>
                  <a:lnTo>
                    <a:pt x="0" y="3671"/>
                  </a:lnTo>
                  <a:lnTo>
                    <a:pt x="0" y="3671"/>
                  </a:lnTo>
                  <a:lnTo>
                    <a:pt x="0" y="3951"/>
                  </a:lnTo>
                  <a:lnTo>
                    <a:pt x="20" y="4232"/>
                  </a:lnTo>
                  <a:lnTo>
                    <a:pt x="20" y="4232"/>
                  </a:lnTo>
                  <a:lnTo>
                    <a:pt x="80" y="4633"/>
                  </a:lnTo>
                  <a:lnTo>
                    <a:pt x="201" y="5034"/>
                  </a:lnTo>
                  <a:lnTo>
                    <a:pt x="341" y="5435"/>
                  </a:lnTo>
                  <a:lnTo>
                    <a:pt x="522" y="5816"/>
                  </a:lnTo>
                  <a:lnTo>
                    <a:pt x="742" y="6197"/>
                  </a:lnTo>
                  <a:lnTo>
                    <a:pt x="983" y="6558"/>
                  </a:lnTo>
                  <a:lnTo>
                    <a:pt x="1284" y="6919"/>
                  </a:lnTo>
                  <a:lnTo>
                    <a:pt x="1584" y="7240"/>
                  </a:lnTo>
                  <a:lnTo>
                    <a:pt x="1945" y="7521"/>
                  </a:lnTo>
                  <a:lnTo>
                    <a:pt x="2326" y="7802"/>
                  </a:lnTo>
                  <a:lnTo>
                    <a:pt x="2728" y="8022"/>
                  </a:lnTo>
                  <a:lnTo>
                    <a:pt x="3169" y="8223"/>
                  </a:lnTo>
                  <a:lnTo>
                    <a:pt x="3630" y="8383"/>
                  </a:lnTo>
                  <a:lnTo>
                    <a:pt x="3871" y="8464"/>
                  </a:lnTo>
                  <a:lnTo>
                    <a:pt x="4111" y="8504"/>
                  </a:lnTo>
                  <a:lnTo>
                    <a:pt x="4372" y="8564"/>
                  </a:lnTo>
                  <a:lnTo>
                    <a:pt x="4633" y="8584"/>
                  </a:lnTo>
                  <a:lnTo>
                    <a:pt x="4893" y="8604"/>
                  </a:lnTo>
                  <a:lnTo>
                    <a:pt x="5154" y="8604"/>
                  </a:lnTo>
                  <a:lnTo>
                    <a:pt x="5154" y="8604"/>
                  </a:lnTo>
                  <a:lnTo>
                    <a:pt x="5435" y="8604"/>
                  </a:lnTo>
                  <a:lnTo>
                    <a:pt x="5716" y="8584"/>
                  </a:lnTo>
                  <a:lnTo>
                    <a:pt x="5716" y="8584"/>
                  </a:lnTo>
                  <a:lnTo>
                    <a:pt x="6077" y="8544"/>
                  </a:lnTo>
                  <a:lnTo>
                    <a:pt x="6418" y="8464"/>
                  </a:lnTo>
                  <a:lnTo>
                    <a:pt x="6759" y="8363"/>
                  </a:lnTo>
                  <a:lnTo>
                    <a:pt x="7079" y="8243"/>
                  </a:lnTo>
                  <a:lnTo>
                    <a:pt x="7400" y="8103"/>
                  </a:lnTo>
                  <a:lnTo>
                    <a:pt x="7681" y="7922"/>
                  </a:lnTo>
                  <a:lnTo>
                    <a:pt x="7982" y="7742"/>
                  </a:lnTo>
                  <a:lnTo>
                    <a:pt x="8243" y="7521"/>
                  </a:lnTo>
                  <a:lnTo>
                    <a:pt x="8503" y="7280"/>
                  </a:lnTo>
                  <a:lnTo>
                    <a:pt x="8744" y="7040"/>
                  </a:lnTo>
                  <a:lnTo>
                    <a:pt x="8964" y="6779"/>
                  </a:lnTo>
                  <a:lnTo>
                    <a:pt x="9185" y="6498"/>
                  </a:lnTo>
                  <a:lnTo>
                    <a:pt x="9366" y="6197"/>
                  </a:lnTo>
                  <a:lnTo>
                    <a:pt x="9546" y="5897"/>
                  </a:lnTo>
                  <a:lnTo>
                    <a:pt x="9686" y="5576"/>
                  </a:lnTo>
                  <a:lnTo>
                    <a:pt x="9827" y="5235"/>
                  </a:lnTo>
                  <a:lnTo>
                    <a:pt x="9827" y="5235"/>
                  </a:lnTo>
                  <a:lnTo>
                    <a:pt x="9887" y="5054"/>
                  </a:lnTo>
                  <a:lnTo>
                    <a:pt x="9887" y="5054"/>
                  </a:lnTo>
                  <a:lnTo>
                    <a:pt x="9666" y="5335"/>
                  </a:lnTo>
                  <a:lnTo>
                    <a:pt x="9446" y="5596"/>
                  </a:lnTo>
                  <a:lnTo>
                    <a:pt x="9205" y="5836"/>
                  </a:lnTo>
                  <a:lnTo>
                    <a:pt x="8944" y="6077"/>
                  </a:lnTo>
                  <a:lnTo>
                    <a:pt x="8684" y="6278"/>
                  </a:lnTo>
                  <a:lnTo>
                    <a:pt x="8403" y="6478"/>
                  </a:lnTo>
                  <a:lnTo>
                    <a:pt x="8082" y="6659"/>
                  </a:lnTo>
                  <a:lnTo>
                    <a:pt x="7781" y="6799"/>
                  </a:lnTo>
                  <a:lnTo>
                    <a:pt x="7781" y="6799"/>
                  </a:lnTo>
                  <a:lnTo>
                    <a:pt x="7380" y="6939"/>
                  </a:lnTo>
                  <a:lnTo>
                    <a:pt x="6999" y="7040"/>
                  </a:lnTo>
                  <a:lnTo>
                    <a:pt x="6598" y="7100"/>
                  </a:lnTo>
                  <a:lnTo>
                    <a:pt x="6197" y="7120"/>
                  </a:lnTo>
                  <a:lnTo>
                    <a:pt x="6197" y="7120"/>
                  </a:lnTo>
                  <a:lnTo>
                    <a:pt x="5776" y="7100"/>
                  </a:lnTo>
                  <a:lnTo>
                    <a:pt x="5355" y="7040"/>
                  </a:lnTo>
                  <a:lnTo>
                    <a:pt x="4954" y="6939"/>
                  </a:lnTo>
                  <a:lnTo>
                    <a:pt x="4553" y="6819"/>
                  </a:lnTo>
                  <a:lnTo>
                    <a:pt x="4171" y="6659"/>
                  </a:lnTo>
                  <a:lnTo>
                    <a:pt x="3790" y="6478"/>
                  </a:lnTo>
                  <a:lnTo>
                    <a:pt x="3429" y="6258"/>
                  </a:lnTo>
                  <a:lnTo>
                    <a:pt x="3089" y="6017"/>
                  </a:lnTo>
                  <a:lnTo>
                    <a:pt x="3089" y="6017"/>
                  </a:lnTo>
                  <a:lnTo>
                    <a:pt x="2748" y="5756"/>
                  </a:lnTo>
                  <a:lnTo>
                    <a:pt x="2447" y="5455"/>
                  </a:lnTo>
                  <a:lnTo>
                    <a:pt x="2186" y="5114"/>
                  </a:lnTo>
                  <a:lnTo>
                    <a:pt x="1925" y="4774"/>
                  </a:lnTo>
                  <a:lnTo>
                    <a:pt x="1705" y="4413"/>
                  </a:lnTo>
                  <a:lnTo>
                    <a:pt x="1524" y="4032"/>
                  </a:lnTo>
                  <a:lnTo>
                    <a:pt x="1364" y="3650"/>
                  </a:lnTo>
                  <a:lnTo>
                    <a:pt x="1244" y="3249"/>
                  </a:lnTo>
                  <a:lnTo>
                    <a:pt x="1143" y="2828"/>
                  </a:lnTo>
                  <a:lnTo>
                    <a:pt x="1083" y="2427"/>
                  </a:lnTo>
                  <a:lnTo>
                    <a:pt x="1063" y="2006"/>
                  </a:lnTo>
                  <a:lnTo>
                    <a:pt x="1063" y="1585"/>
                  </a:lnTo>
                  <a:lnTo>
                    <a:pt x="1123" y="1184"/>
                  </a:lnTo>
                  <a:lnTo>
                    <a:pt x="1183" y="783"/>
                  </a:lnTo>
                  <a:lnTo>
                    <a:pt x="1304" y="382"/>
                  </a:lnTo>
                  <a:lnTo>
                    <a:pt x="14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9045;p45"/>
            <p:cNvSpPr/>
            <p:nvPr/>
          </p:nvSpPr>
          <p:spPr>
            <a:xfrm>
              <a:off x="10739250" y="2725863"/>
              <a:ext cx="327925" cy="328925"/>
            </a:xfrm>
            <a:custGeom>
              <a:avLst/>
              <a:gdLst/>
              <a:ahLst/>
              <a:cxnLst/>
              <a:rect l="l" t="t" r="r" b="b"/>
              <a:pathLst>
                <a:path w="13117" h="13157" extrusionOk="0">
                  <a:moveTo>
                    <a:pt x="6659" y="0"/>
                  </a:moveTo>
                  <a:lnTo>
                    <a:pt x="6278" y="20"/>
                  </a:lnTo>
                  <a:lnTo>
                    <a:pt x="5897" y="40"/>
                  </a:lnTo>
                  <a:lnTo>
                    <a:pt x="5536" y="80"/>
                  </a:lnTo>
                  <a:lnTo>
                    <a:pt x="5175" y="141"/>
                  </a:lnTo>
                  <a:lnTo>
                    <a:pt x="4814" y="241"/>
                  </a:lnTo>
                  <a:lnTo>
                    <a:pt x="4473" y="341"/>
                  </a:lnTo>
                  <a:lnTo>
                    <a:pt x="4132" y="462"/>
                  </a:lnTo>
                  <a:lnTo>
                    <a:pt x="3811" y="622"/>
                  </a:lnTo>
                  <a:lnTo>
                    <a:pt x="3490" y="782"/>
                  </a:lnTo>
                  <a:lnTo>
                    <a:pt x="3190" y="963"/>
                  </a:lnTo>
                  <a:lnTo>
                    <a:pt x="2889" y="1143"/>
                  </a:lnTo>
                  <a:lnTo>
                    <a:pt x="2608" y="1364"/>
                  </a:lnTo>
                  <a:lnTo>
                    <a:pt x="2327" y="1585"/>
                  </a:lnTo>
                  <a:lnTo>
                    <a:pt x="2067" y="1825"/>
                  </a:lnTo>
                  <a:lnTo>
                    <a:pt x="1826" y="2086"/>
                  </a:lnTo>
                  <a:lnTo>
                    <a:pt x="1585" y="2347"/>
                  </a:lnTo>
                  <a:lnTo>
                    <a:pt x="1365" y="2627"/>
                  </a:lnTo>
                  <a:lnTo>
                    <a:pt x="1164" y="2928"/>
                  </a:lnTo>
                  <a:lnTo>
                    <a:pt x="964" y="3229"/>
                  </a:lnTo>
                  <a:lnTo>
                    <a:pt x="803" y="3550"/>
                  </a:lnTo>
                  <a:lnTo>
                    <a:pt x="643" y="3871"/>
                  </a:lnTo>
                  <a:lnTo>
                    <a:pt x="482" y="4192"/>
                  </a:lnTo>
                  <a:lnTo>
                    <a:pt x="362" y="4533"/>
                  </a:lnTo>
                  <a:lnTo>
                    <a:pt x="262" y="4894"/>
                  </a:lnTo>
                  <a:lnTo>
                    <a:pt x="161" y="5234"/>
                  </a:lnTo>
                  <a:lnTo>
                    <a:pt x="101" y="5595"/>
                  </a:lnTo>
                  <a:lnTo>
                    <a:pt x="41" y="5977"/>
                  </a:lnTo>
                  <a:lnTo>
                    <a:pt x="1" y="6337"/>
                  </a:lnTo>
                  <a:lnTo>
                    <a:pt x="1" y="6719"/>
                  </a:lnTo>
                  <a:lnTo>
                    <a:pt x="1" y="7100"/>
                  </a:lnTo>
                  <a:lnTo>
                    <a:pt x="41" y="7481"/>
                  </a:lnTo>
                  <a:lnTo>
                    <a:pt x="81" y="7761"/>
                  </a:lnTo>
                  <a:lnTo>
                    <a:pt x="121" y="8042"/>
                  </a:lnTo>
                  <a:lnTo>
                    <a:pt x="201" y="8323"/>
                  </a:lnTo>
                  <a:lnTo>
                    <a:pt x="282" y="8604"/>
                  </a:lnTo>
                  <a:lnTo>
                    <a:pt x="382" y="8864"/>
                  </a:lnTo>
                  <a:lnTo>
                    <a:pt x="482" y="9145"/>
                  </a:lnTo>
                  <a:lnTo>
                    <a:pt x="603" y="9406"/>
                  </a:lnTo>
                  <a:lnTo>
                    <a:pt x="743" y="9687"/>
                  </a:lnTo>
                  <a:lnTo>
                    <a:pt x="903" y="9947"/>
                  </a:lnTo>
                  <a:lnTo>
                    <a:pt x="1064" y="10188"/>
                  </a:lnTo>
                  <a:lnTo>
                    <a:pt x="1244" y="10449"/>
                  </a:lnTo>
                  <a:lnTo>
                    <a:pt x="1425" y="10689"/>
                  </a:lnTo>
                  <a:lnTo>
                    <a:pt x="1625" y="10930"/>
                  </a:lnTo>
                  <a:lnTo>
                    <a:pt x="1846" y="11151"/>
                  </a:lnTo>
                  <a:lnTo>
                    <a:pt x="2067" y="11371"/>
                  </a:lnTo>
                  <a:lnTo>
                    <a:pt x="2307" y="11572"/>
                  </a:lnTo>
                  <a:lnTo>
                    <a:pt x="2548" y="11772"/>
                  </a:lnTo>
                  <a:lnTo>
                    <a:pt x="2809" y="11953"/>
                  </a:lnTo>
                  <a:lnTo>
                    <a:pt x="3069" y="12133"/>
                  </a:lnTo>
                  <a:lnTo>
                    <a:pt x="3350" y="12294"/>
                  </a:lnTo>
                  <a:lnTo>
                    <a:pt x="3631" y="12454"/>
                  </a:lnTo>
                  <a:lnTo>
                    <a:pt x="3932" y="12595"/>
                  </a:lnTo>
                  <a:lnTo>
                    <a:pt x="4252" y="12715"/>
                  </a:lnTo>
                  <a:lnTo>
                    <a:pt x="4573" y="12835"/>
                  </a:lnTo>
                  <a:lnTo>
                    <a:pt x="4894" y="12935"/>
                  </a:lnTo>
                  <a:lnTo>
                    <a:pt x="5235" y="13016"/>
                  </a:lnTo>
                  <a:lnTo>
                    <a:pt x="5576" y="13076"/>
                  </a:lnTo>
                  <a:lnTo>
                    <a:pt x="5937" y="13116"/>
                  </a:lnTo>
                  <a:lnTo>
                    <a:pt x="6298" y="13156"/>
                  </a:lnTo>
                  <a:lnTo>
                    <a:pt x="7040" y="13156"/>
                  </a:lnTo>
                  <a:lnTo>
                    <a:pt x="7421" y="13116"/>
                  </a:lnTo>
                  <a:lnTo>
                    <a:pt x="7882" y="13056"/>
                  </a:lnTo>
                  <a:lnTo>
                    <a:pt x="8324" y="12976"/>
                  </a:lnTo>
                  <a:lnTo>
                    <a:pt x="8765" y="12835"/>
                  </a:lnTo>
                  <a:lnTo>
                    <a:pt x="9186" y="12675"/>
                  </a:lnTo>
                  <a:lnTo>
                    <a:pt x="9587" y="12494"/>
                  </a:lnTo>
                  <a:lnTo>
                    <a:pt x="9968" y="12274"/>
                  </a:lnTo>
                  <a:lnTo>
                    <a:pt x="10349" y="12013"/>
                  </a:lnTo>
                  <a:lnTo>
                    <a:pt x="10690" y="11752"/>
                  </a:lnTo>
                  <a:lnTo>
                    <a:pt x="11031" y="11451"/>
                  </a:lnTo>
                  <a:lnTo>
                    <a:pt x="11332" y="11131"/>
                  </a:lnTo>
                  <a:lnTo>
                    <a:pt x="11633" y="10790"/>
                  </a:lnTo>
                  <a:lnTo>
                    <a:pt x="11893" y="10409"/>
                  </a:lnTo>
                  <a:lnTo>
                    <a:pt x="12134" y="10028"/>
                  </a:lnTo>
                  <a:lnTo>
                    <a:pt x="12355" y="9626"/>
                  </a:lnTo>
                  <a:lnTo>
                    <a:pt x="12555" y="9225"/>
                  </a:lnTo>
                  <a:lnTo>
                    <a:pt x="12736" y="8784"/>
                  </a:lnTo>
                  <a:lnTo>
                    <a:pt x="12856" y="8403"/>
                  </a:lnTo>
                  <a:lnTo>
                    <a:pt x="12956" y="8022"/>
                  </a:lnTo>
                  <a:lnTo>
                    <a:pt x="13036" y="7641"/>
                  </a:lnTo>
                  <a:lnTo>
                    <a:pt x="13076" y="7240"/>
                  </a:lnTo>
                  <a:lnTo>
                    <a:pt x="13117" y="6859"/>
                  </a:lnTo>
                  <a:lnTo>
                    <a:pt x="13117" y="6478"/>
                  </a:lnTo>
                  <a:lnTo>
                    <a:pt x="13097" y="6117"/>
                  </a:lnTo>
                  <a:lnTo>
                    <a:pt x="13076" y="5736"/>
                  </a:lnTo>
                  <a:lnTo>
                    <a:pt x="13016" y="5375"/>
                  </a:lnTo>
                  <a:lnTo>
                    <a:pt x="12936" y="5014"/>
                  </a:lnTo>
                  <a:lnTo>
                    <a:pt x="12836" y="4653"/>
                  </a:lnTo>
                  <a:lnTo>
                    <a:pt x="12715" y="4312"/>
                  </a:lnTo>
                  <a:lnTo>
                    <a:pt x="12575" y="3971"/>
                  </a:lnTo>
                  <a:lnTo>
                    <a:pt x="12415" y="3650"/>
                  </a:lnTo>
                  <a:lnTo>
                    <a:pt x="12254" y="3329"/>
                  </a:lnTo>
                  <a:lnTo>
                    <a:pt x="12054" y="3008"/>
                  </a:lnTo>
                  <a:lnTo>
                    <a:pt x="11853" y="2708"/>
                  </a:lnTo>
                  <a:lnTo>
                    <a:pt x="11633" y="2427"/>
                  </a:lnTo>
                  <a:lnTo>
                    <a:pt x="11392" y="2146"/>
                  </a:lnTo>
                  <a:lnTo>
                    <a:pt x="11131" y="1885"/>
                  </a:lnTo>
                  <a:lnTo>
                    <a:pt x="10850" y="1645"/>
                  </a:lnTo>
                  <a:lnTo>
                    <a:pt x="10570" y="1404"/>
                  </a:lnTo>
                  <a:lnTo>
                    <a:pt x="10269" y="1183"/>
                  </a:lnTo>
                  <a:lnTo>
                    <a:pt x="9948" y="983"/>
                  </a:lnTo>
                  <a:lnTo>
                    <a:pt x="9627" y="802"/>
                  </a:lnTo>
                  <a:lnTo>
                    <a:pt x="9286" y="622"/>
                  </a:lnTo>
                  <a:lnTo>
                    <a:pt x="8945" y="482"/>
                  </a:lnTo>
                  <a:lnTo>
                    <a:pt x="8584" y="341"/>
                  </a:lnTo>
                  <a:lnTo>
                    <a:pt x="8203" y="241"/>
                  </a:lnTo>
                  <a:lnTo>
                    <a:pt x="7822" y="141"/>
                  </a:lnTo>
                  <a:lnTo>
                    <a:pt x="7441" y="80"/>
                  </a:lnTo>
                  <a:lnTo>
                    <a:pt x="7040" y="4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9046;p45"/>
            <p:cNvSpPr/>
            <p:nvPr/>
          </p:nvSpPr>
          <p:spPr>
            <a:xfrm>
              <a:off x="10739250" y="2725863"/>
              <a:ext cx="327925" cy="328925"/>
            </a:xfrm>
            <a:custGeom>
              <a:avLst/>
              <a:gdLst/>
              <a:ahLst/>
              <a:cxnLst/>
              <a:rect l="l" t="t" r="r" b="b"/>
              <a:pathLst>
                <a:path w="13117" h="13157" fill="none" extrusionOk="0">
                  <a:moveTo>
                    <a:pt x="41" y="7481"/>
                  </a:moveTo>
                  <a:lnTo>
                    <a:pt x="41" y="7481"/>
                  </a:lnTo>
                  <a:lnTo>
                    <a:pt x="81" y="7761"/>
                  </a:lnTo>
                  <a:lnTo>
                    <a:pt x="121" y="8042"/>
                  </a:lnTo>
                  <a:lnTo>
                    <a:pt x="201" y="8323"/>
                  </a:lnTo>
                  <a:lnTo>
                    <a:pt x="282" y="8604"/>
                  </a:lnTo>
                  <a:lnTo>
                    <a:pt x="382" y="8864"/>
                  </a:lnTo>
                  <a:lnTo>
                    <a:pt x="482" y="9145"/>
                  </a:lnTo>
                  <a:lnTo>
                    <a:pt x="603" y="9406"/>
                  </a:lnTo>
                  <a:lnTo>
                    <a:pt x="743" y="9687"/>
                  </a:lnTo>
                  <a:lnTo>
                    <a:pt x="903" y="9947"/>
                  </a:lnTo>
                  <a:lnTo>
                    <a:pt x="1064" y="10188"/>
                  </a:lnTo>
                  <a:lnTo>
                    <a:pt x="1244" y="10449"/>
                  </a:lnTo>
                  <a:lnTo>
                    <a:pt x="1425" y="10689"/>
                  </a:lnTo>
                  <a:lnTo>
                    <a:pt x="1625" y="10930"/>
                  </a:lnTo>
                  <a:lnTo>
                    <a:pt x="1846" y="11151"/>
                  </a:lnTo>
                  <a:lnTo>
                    <a:pt x="2067" y="11371"/>
                  </a:lnTo>
                  <a:lnTo>
                    <a:pt x="2307" y="11572"/>
                  </a:lnTo>
                  <a:lnTo>
                    <a:pt x="2548" y="11772"/>
                  </a:lnTo>
                  <a:lnTo>
                    <a:pt x="2809" y="11953"/>
                  </a:lnTo>
                  <a:lnTo>
                    <a:pt x="3069" y="12133"/>
                  </a:lnTo>
                  <a:lnTo>
                    <a:pt x="3350" y="12294"/>
                  </a:lnTo>
                  <a:lnTo>
                    <a:pt x="3631" y="12454"/>
                  </a:lnTo>
                  <a:lnTo>
                    <a:pt x="3932" y="12595"/>
                  </a:lnTo>
                  <a:lnTo>
                    <a:pt x="4252" y="12715"/>
                  </a:lnTo>
                  <a:lnTo>
                    <a:pt x="4573" y="12835"/>
                  </a:lnTo>
                  <a:lnTo>
                    <a:pt x="4894" y="12935"/>
                  </a:lnTo>
                  <a:lnTo>
                    <a:pt x="5235" y="13016"/>
                  </a:lnTo>
                  <a:lnTo>
                    <a:pt x="5576" y="13076"/>
                  </a:lnTo>
                  <a:lnTo>
                    <a:pt x="5937" y="13116"/>
                  </a:lnTo>
                  <a:lnTo>
                    <a:pt x="6298" y="13156"/>
                  </a:lnTo>
                  <a:lnTo>
                    <a:pt x="6659" y="13156"/>
                  </a:lnTo>
                  <a:lnTo>
                    <a:pt x="7040" y="13156"/>
                  </a:lnTo>
                  <a:lnTo>
                    <a:pt x="7421" y="13116"/>
                  </a:lnTo>
                  <a:lnTo>
                    <a:pt x="7421" y="13116"/>
                  </a:lnTo>
                  <a:lnTo>
                    <a:pt x="7882" y="13056"/>
                  </a:lnTo>
                  <a:lnTo>
                    <a:pt x="8324" y="12976"/>
                  </a:lnTo>
                  <a:lnTo>
                    <a:pt x="8765" y="12835"/>
                  </a:lnTo>
                  <a:lnTo>
                    <a:pt x="9186" y="12675"/>
                  </a:lnTo>
                  <a:lnTo>
                    <a:pt x="9587" y="12494"/>
                  </a:lnTo>
                  <a:lnTo>
                    <a:pt x="9968" y="12274"/>
                  </a:lnTo>
                  <a:lnTo>
                    <a:pt x="10349" y="12013"/>
                  </a:lnTo>
                  <a:lnTo>
                    <a:pt x="10690" y="11752"/>
                  </a:lnTo>
                  <a:lnTo>
                    <a:pt x="11031" y="11451"/>
                  </a:lnTo>
                  <a:lnTo>
                    <a:pt x="11332" y="11131"/>
                  </a:lnTo>
                  <a:lnTo>
                    <a:pt x="11633" y="10790"/>
                  </a:lnTo>
                  <a:lnTo>
                    <a:pt x="11893" y="10409"/>
                  </a:lnTo>
                  <a:lnTo>
                    <a:pt x="12134" y="10028"/>
                  </a:lnTo>
                  <a:lnTo>
                    <a:pt x="12355" y="9626"/>
                  </a:lnTo>
                  <a:lnTo>
                    <a:pt x="12555" y="9225"/>
                  </a:lnTo>
                  <a:lnTo>
                    <a:pt x="12736" y="8784"/>
                  </a:lnTo>
                  <a:lnTo>
                    <a:pt x="12736" y="8784"/>
                  </a:lnTo>
                  <a:lnTo>
                    <a:pt x="12856" y="8403"/>
                  </a:lnTo>
                  <a:lnTo>
                    <a:pt x="12956" y="8022"/>
                  </a:lnTo>
                  <a:lnTo>
                    <a:pt x="13036" y="7641"/>
                  </a:lnTo>
                  <a:lnTo>
                    <a:pt x="13076" y="7240"/>
                  </a:lnTo>
                  <a:lnTo>
                    <a:pt x="13117" y="6859"/>
                  </a:lnTo>
                  <a:lnTo>
                    <a:pt x="13117" y="6478"/>
                  </a:lnTo>
                  <a:lnTo>
                    <a:pt x="13097" y="6117"/>
                  </a:lnTo>
                  <a:lnTo>
                    <a:pt x="13076" y="5736"/>
                  </a:lnTo>
                  <a:lnTo>
                    <a:pt x="13016" y="5375"/>
                  </a:lnTo>
                  <a:lnTo>
                    <a:pt x="12936" y="5014"/>
                  </a:lnTo>
                  <a:lnTo>
                    <a:pt x="12836" y="4653"/>
                  </a:lnTo>
                  <a:lnTo>
                    <a:pt x="12715" y="4312"/>
                  </a:lnTo>
                  <a:lnTo>
                    <a:pt x="12575" y="3971"/>
                  </a:lnTo>
                  <a:lnTo>
                    <a:pt x="12415" y="3650"/>
                  </a:lnTo>
                  <a:lnTo>
                    <a:pt x="12254" y="3329"/>
                  </a:lnTo>
                  <a:lnTo>
                    <a:pt x="12054" y="3008"/>
                  </a:lnTo>
                  <a:lnTo>
                    <a:pt x="11853" y="2708"/>
                  </a:lnTo>
                  <a:lnTo>
                    <a:pt x="11633" y="2427"/>
                  </a:lnTo>
                  <a:lnTo>
                    <a:pt x="11392" y="2146"/>
                  </a:lnTo>
                  <a:lnTo>
                    <a:pt x="11131" y="1885"/>
                  </a:lnTo>
                  <a:lnTo>
                    <a:pt x="10850" y="1645"/>
                  </a:lnTo>
                  <a:lnTo>
                    <a:pt x="10570" y="1404"/>
                  </a:lnTo>
                  <a:lnTo>
                    <a:pt x="10269" y="1183"/>
                  </a:lnTo>
                  <a:lnTo>
                    <a:pt x="9948" y="983"/>
                  </a:lnTo>
                  <a:lnTo>
                    <a:pt x="9627" y="802"/>
                  </a:lnTo>
                  <a:lnTo>
                    <a:pt x="9286" y="622"/>
                  </a:lnTo>
                  <a:lnTo>
                    <a:pt x="8945" y="482"/>
                  </a:lnTo>
                  <a:lnTo>
                    <a:pt x="8584" y="341"/>
                  </a:lnTo>
                  <a:lnTo>
                    <a:pt x="8203" y="241"/>
                  </a:lnTo>
                  <a:lnTo>
                    <a:pt x="7822" y="141"/>
                  </a:lnTo>
                  <a:lnTo>
                    <a:pt x="7441" y="80"/>
                  </a:lnTo>
                  <a:lnTo>
                    <a:pt x="7040" y="40"/>
                  </a:lnTo>
                  <a:lnTo>
                    <a:pt x="7040" y="40"/>
                  </a:lnTo>
                  <a:lnTo>
                    <a:pt x="6659" y="0"/>
                  </a:lnTo>
                  <a:lnTo>
                    <a:pt x="6278" y="20"/>
                  </a:lnTo>
                  <a:lnTo>
                    <a:pt x="5897" y="40"/>
                  </a:lnTo>
                  <a:lnTo>
                    <a:pt x="5536" y="80"/>
                  </a:lnTo>
                  <a:lnTo>
                    <a:pt x="5175" y="141"/>
                  </a:lnTo>
                  <a:lnTo>
                    <a:pt x="4814" y="241"/>
                  </a:lnTo>
                  <a:lnTo>
                    <a:pt x="4473" y="341"/>
                  </a:lnTo>
                  <a:lnTo>
                    <a:pt x="4132" y="462"/>
                  </a:lnTo>
                  <a:lnTo>
                    <a:pt x="3811" y="622"/>
                  </a:lnTo>
                  <a:lnTo>
                    <a:pt x="3490" y="782"/>
                  </a:lnTo>
                  <a:lnTo>
                    <a:pt x="3190" y="963"/>
                  </a:lnTo>
                  <a:lnTo>
                    <a:pt x="2889" y="1143"/>
                  </a:lnTo>
                  <a:lnTo>
                    <a:pt x="2608" y="1364"/>
                  </a:lnTo>
                  <a:lnTo>
                    <a:pt x="2327" y="1585"/>
                  </a:lnTo>
                  <a:lnTo>
                    <a:pt x="2067" y="1825"/>
                  </a:lnTo>
                  <a:lnTo>
                    <a:pt x="1826" y="2086"/>
                  </a:lnTo>
                  <a:lnTo>
                    <a:pt x="1585" y="2347"/>
                  </a:lnTo>
                  <a:lnTo>
                    <a:pt x="1365" y="2627"/>
                  </a:lnTo>
                  <a:lnTo>
                    <a:pt x="1164" y="2928"/>
                  </a:lnTo>
                  <a:lnTo>
                    <a:pt x="964" y="3229"/>
                  </a:lnTo>
                  <a:lnTo>
                    <a:pt x="803" y="3550"/>
                  </a:lnTo>
                  <a:lnTo>
                    <a:pt x="643" y="3871"/>
                  </a:lnTo>
                  <a:lnTo>
                    <a:pt x="482" y="4192"/>
                  </a:lnTo>
                  <a:lnTo>
                    <a:pt x="362" y="4533"/>
                  </a:lnTo>
                  <a:lnTo>
                    <a:pt x="262" y="4894"/>
                  </a:lnTo>
                  <a:lnTo>
                    <a:pt x="161" y="5234"/>
                  </a:lnTo>
                  <a:lnTo>
                    <a:pt x="101" y="5595"/>
                  </a:lnTo>
                  <a:lnTo>
                    <a:pt x="41" y="5977"/>
                  </a:lnTo>
                  <a:lnTo>
                    <a:pt x="1" y="6337"/>
                  </a:lnTo>
                  <a:lnTo>
                    <a:pt x="1" y="6719"/>
                  </a:lnTo>
                  <a:lnTo>
                    <a:pt x="1" y="7100"/>
                  </a:lnTo>
                  <a:lnTo>
                    <a:pt x="41" y="74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9047;p45"/>
            <p:cNvSpPr/>
            <p:nvPr/>
          </p:nvSpPr>
          <p:spPr>
            <a:xfrm>
              <a:off x="10776350" y="2763463"/>
              <a:ext cx="253725" cy="253700"/>
            </a:xfrm>
            <a:custGeom>
              <a:avLst/>
              <a:gdLst/>
              <a:ahLst/>
              <a:cxnLst/>
              <a:rect l="l" t="t" r="r" b="b"/>
              <a:pathLst>
                <a:path w="10149" h="10148" extrusionOk="0">
                  <a:moveTo>
                    <a:pt x="4874" y="0"/>
                  </a:moveTo>
                  <a:lnTo>
                    <a:pt x="4573" y="20"/>
                  </a:lnTo>
                  <a:lnTo>
                    <a:pt x="4313" y="61"/>
                  </a:lnTo>
                  <a:lnTo>
                    <a:pt x="4032" y="101"/>
                  </a:lnTo>
                  <a:lnTo>
                    <a:pt x="3771" y="181"/>
                  </a:lnTo>
                  <a:lnTo>
                    <a:pt x="3490" y="241"/>
                  </a:lnTo>
                  <a:lnTo>
                    <a:pt x="3250" y="341"/>
                  </a:lnTo>
                  <a:lnTo>
                    <a:pt x="2989" y="442"/>
                  </a:lnTo>
                  <a:lnTo>
                    <a:pt x="2748" y="582"/>
                  </a:lnTo>
                  <a:lnTo>
                    <a:pt x="2528" y="702"/>
                  </a:lnTo>
                  <a:lnTo>
                    <a:pt x="2287" y="843"/>
                  </a:lnTo>
                  <a:lnTo>
                    <a:pt x="2067" y="1003"/>
                  </a:lnTo>
                  <a:lnTo>
                    <a:pt x="1866" y="1184"/>
                  </a:lnTo>
                  <a:lnTo>
                    <a:pt x="1665" y="1364"/>
                  </a:lnTo>
                  <a:lnTo>
                    <a:pt x="1465" y="1545"/>
                  </a:lnTo>
                  <a:lnTo>
                    <a:pt x="1284" y="1765"/>
                  </a:lnTo>
                  <a:lnTo>
                    <a:pt x="1104" y="1986"/>
                  </a:lnTo>
                  <a:lnTo>
                    <a:pt x="944" y="2206"/>
                  </a:lnTo>
                  <a:lnTo>
                    <a:pt x="783" y="2447"/>
                  </a:lnTo>
                  <a:lnTo>
                    <a:pt x="643" y="2688"/>
                  </a:lnTo>
                  <a:lnTo>
                    <a:pt x="522" y="2928"/>
                  </a:lnTo>
                  <a:lnTo>
                    <a:pt x="402" y="3189"/>
                  </a:lnTo>
                  <a:lnTo>
                    <a:pt x="302" y="3470"/>
                  </a:lnTo>
                  <a:lnTo>
                    <a:pt x="222" y="3730"/>
                  </a:lnTo>
                  <a:lnTo>
                    <a:pt x="141" y="4011"/>
                  </a:lnTo>
                  <a:lnTo>
                    <a:pt x="81" y="4292"/>
                  </a:lnTo>
                  <a:lnTo>
                    <a:pt x="41" y="4593"/>
                  </a:lnTo>
                  <a:lnTo>
                    <a:pt x="21" y="4874"/>
                  </a:lnTo>
                  <a:lnTo>
                    <a:pt x="1" y="5174"/>
                  </a:lnTo>
                  <a:lnTo>
                    <a:pt x="21" y="5475"/>
                  </a:lnTo>
                  <a:lnTo>
                    <a:pt x="41" y="5776"/>
                  </a:lnTo>
                  <a:lnTo>
                    <a:pt x="101" y="6197"/>
                  </a:lnTo>
                  <a:lnTo>
                    <a:pt x="222" y="6638"/>
                  </a:lnTo>
                  <a:lnTo>
                    <a:pt x="382" y="7060"/>
                  </a:lnTo>
                  <a:lnTo>
                    <a:pt x="583" y="7461"/>
                  </a:lnTo>
                  <a:lnTo>
                    <a:pt x="823" y="7862"/>
                  </a:lnTo>
                  <a:lnTo>
                    <a:pt x="1104" y="8243"/>
                  </a:lnTo>
                  <a:lnTo>
                    <a:pt x="1425" y="8604"/>
                  </a:lnTo>
                  <a:lnTo>
                    <a:pt x="1786" y="8925"/>
                  </a:lnTo>
                  <a:lnTo>
                    <a:pt x="2167" y="9225"/>
                  </a:lnTo>
                  <a:lnTo>
                    <a:pt x="2387" y="9366"/>
                  </a:lnTo>
                  <a:lnTo>
                    <a:pt x="2588" y="9486"/>
                  </a:lnTo>
                  <a:lnTo>
                    <a:pt x="2829" y="9606"/>
                  </a:lnTo>
                  <a:lnTo>
                    <a:pt x="3049" y="9727"/>
                  </a:lnTo>
                  <a:lnTo>
                    <a:pt x="3290" y="9807"/>
                  </a:lnTo>
                  <a:lnTo>
                    <a:pt x="3531" y="9907"/>
                  </a:lnTo>
                  <a:lnTo>
                    <a:pt x="3791" y="9967"/>
                  </a:lnTo>
                  <a:lnTo>
                    <a:pt x="4052" y="10048"/>
                  </a:lnTo>
                  <a:lnTo>
                    <a:pt x="4313" y="10088"/>
                  </a:lnTo>
                  <a:lnTo>
                    <a:pt x="4593" y="10128"/>
                  </a:lnTo>
                  <a:lnTo>
                    <a:pt x="4874" y="10148"/>
                  </a:lnTo>
                  <a:lnTo>
                    <a:pt x="5456" y="10148"/>
                  </a:lnTo>
                  <a:lnTo>
                    <a:pt x="5737" y="10128"/>
                  </a:lnTo>
                  <a:lnTo>
                    <a:pt x="6098" y="10088"/>
                  </a:lnTo>
                  <a:lnTo>
                    <a:pt x="6438" y="10008"/>
                  </a:lnTo>
                  <a:lnTo>
                    <a:pt x="6779" y="9907"/>
                  </a:lnTo>
                  <a:lnTo>
                    <a:pt x="7100" y="9787"/>
                  </a:lnTo>
                  <a:lnTo>
                    <a:pt x="7401" y="9647"/>
                  </a:lnTo>
                  <a:lnTo>
                    <a:pt x="7702" y="9466"/>
                  </a:lnTo>
                  <a:lnTo>
                    <a:pt x="8003" y="9286"/>
                  </a:lnTo>
                  <a:lnTo>
                    <a:pt x="8263" y="9065"/>
                  </a:lnTo>
                  <a:lnTo>
                    <a:pt x="8524" y="8824"/>
                  </a:lnTo>
                  <a:lnTo>
                    <a:pt x="8765" y="8584"/>
                  </a:lnTo>
                  <a:lnTo>
                    <a:pt x="8985" y="8323"/>
                  </a:lnTo>
                  <a:lnTo>
                    <a:pt x="9206" y="8042"/>
                  </a:lnTo>
                  <a:lnTo>
                    <a:pt x="9386" y="7741"/>
                  </a:lnTo>
                  <a:lnTo>
                    <a:pt x="9547" y="7441"/>
                  </a:lnTo>
                  <a:lnTo>
                    <a:pt x="9707" y="7120"/>
                  </a:lnTo>
                  <a:lnTo>
                    <a:pt x="9828" y="6779"/>
                  </a:lnTo>
                  <a:lnTo>
                    <a:pt x="9888" y="6598"/>
                  </a:lnTo>
                  <a:lnTo>
                    <a:pt x="9988" y="6318"/>
                  </a:lnTo>
                  <a:lnTo>
                    <a:pt x="10048" y="6017"/>
                  </a:lnTo>
                  <a:lnTo>
                    <a:pt x="10088" y="5736"/>
                  </a:lnTo>
                  <a:lnTo>
                    <a:pt x="10128" y="5435"/>
                  </a:lnTo>
                  <a:lnTo>
                    <a:pt x="10149" y="5154"/>
                  </a:lnTo>
                  <a:lnTo>
                    <a:pt x="10128" y="4874"/>
                  </a:lnTo>
                  <a:lnTo>
                    <a:pt x="10108" y="4573"/>
                  </a:lnTo>
                  <a:lnTo>
                    <a:pt x="10088" y="4292"/>
                  </a:lnTo>
                  <a:lnTo>
                    <a:pt x="10028" y="4031"/>
                  </a:lnTo>
                  <a:lnTo>
                    <a:pt x="9968" y="3751"/>
                  </a:lnTo>
                  <a:lnTo>
                    <a:pt x="9888" y="3490"/>
                  </a:lnTo>
                  <a:lnTo>
                    <a:pt x="9788" y="3229"/>
                  </a:lnTo>
                  <a:lnTo>
                    <a:pt x="9687" y="2968"/>
                  </a:lnTo>
                  <a:lnTo>
                    <a:pt x="9567" y="2728"/>
                  </a:lnTo>
                  <a:lnTo>
                    <a:pt x="9427" y="2487"/>
                  </a:lnTo>
                  <a:lnTo>
                    <a:pt x="9266" y="2246"/>
                  </a:lnTo>
                  <a:lnTo>
                    <a:pt x="9106" y="2026"/>
                  </a:lnTo>
                  <a:lnTo>
                    <a:pt x="8945" y="1805"/>
                  </a:lnTo>
                  <a:lnTo>
                    <a:pt x="8745" y="1605"/>
                  </a:lnTo>
                  <a:lnTo>
                    <a:pt x="8544" y="1404"/>
                  </a:lnTo>
                  <a:lnTo>
                    <a:pt x="8344" y="1224"/>
                  </a:lnTo>
                  <a:lnTo>
                    <a:pt x="8123" y="1043"/>
                  </a:lnTo>
                  <a:lnTo>
                    <a:pt x="7902" y="883"/>
                  </a:lnTo>
                  <a:lnTo>
                    <a:pt x="7662" y="742"/>
                  </a:lnTo>
                  <a:lnTo>
                    <a:pt x="7421" y="602"/>
                  </a:lnTo>
                  <a:lnTo>
                    <a:pt x="7160" y="462"/>
                  </a:lnTo>
                  <a:lnTo>
                    <a:pt x="6900" y="361"/>
                  </a:lnTo>
                  <a:lnTo>
                    <a:pt x="6619" y="261"/>
                  </a:lnTo>
                  <a:lnTo>
                    <a:pt x="6338" y="181"/>
                  </a:lnTo>
                  <a:lnTo>
                    <a:pt x="6037" y="121"/>
                  </a:lnTo>
                  <a:lnTo>
                    <a:pt x="5757" y="61"/>
                  </a:lnTo>
                  <a:lnTo>
                    <a:pt x="5436" y="20"/>
                  </a:lnTo>
                  <a:lnTo>
                    <a:pt x="515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8" name="Google Shape;9048;p45"/>
            <p:cNvSpPr/>
            <p:nvPr/>
          </p:nvSpPr>
          <p:spPr>
            <a:xfrm>
              <a:off x="10776350" y="2763463"/>
              <a:ext cx="253725" cy="253700"/>
            </a:xfrm>
            <a:custGeom>
              <a:avLst/>
              <a:gdLst/>
              <a:ahLst/>
              <a:cxnLst/>
              <a:rect l="l" t="t" r="r" b="b"/>
              <a:pathLst>
                <a:path w="10149" h="10148" fill="none" extrusionOk="0">
                  <a:moveTo>
                    <a:pt x="9888" y="6598"/>
                  </a:moveTo>
                  <a:lnTo>
                    <a:pt x="9888" y="6598"/>
                  </a:lnTo>
                  <a:lnTo>
                    <a:pt x="9828" y="6779"/>
                  </a:lnTo>
                  <a:lnTo>
                    <a:pt x="9828" y="6779"/>
                  </a:lnTo>
                  <a:lnTo>
                    <a:pt x="9707" y="7120"/>
                  </a:lnTo>
                  <a:lnTo>
                    <a:pt x="9547" y="7441"/>
                  </a:lnTo>
                  <a:lnTo>
                    <a:pt x="9386" y="7741"/>
                  </a:lnTo>
                  <a:lnTo>
                    <a:pt x="9206" y="8042"/>
                  </a:lnTo>
                  <a:lnTo>
                    <a:pt x="8985" y="8323"/>
                  </a:lnTo>
                  <a:lnTo>
                    <a:pt x="8765" y="8584"/>
                  </a:lnTo>
                  <a:lnTo>
                    <a:pt x="8524" y="8824"/>
                  </a:lnTo>
                  <a:lnTo>
                    <a:pt x="8263" y="9065"/>
                  </a:lnTo>
                  <a:lnTo>
                    <a:pt x="8003" y="9286"/>
                  </a:lnTo>
                  <a:lnTo>
                    <a:pt x="7702" y="9466"/>
                  </a:lnTo>
                  <a:lnTo>
                    <a:pt x="7401" y="9647"/>
                  </a:lnTo>
                  <a:lnTo>
                    <a:pt x="7100" y="9787"/>
                  </a:lnTo>
                  <a:lnTo>
                    <a:pt x="6779" y="9907"/>
                  </a:lnTo>
                  <a:lnTo>
                    <a:pt x="6438" y="10008"/>
                  </a:lnTo>
                  <a:lnTo>
                    <a:pt x="6098" y="10088"/>
                  </a:lnTo>
                  <a:lnTo>
                    <a:pt x="5737" y="10128"/>
                  </a:lnTo>
                  <a:lnTo>
                    <a:pt x="5737" y="10128"/>
                  </a:lnTo>
                  <a:lnTo>
                    <a:pt x="5456" y="10148"/>
                  </a:lnTo>
                  <a:lnTo>
                    <a:pt x="5155" y="10148"/>
                  </a:lnTo>
                  <a:lnTo>
                    <a:pt x="4874" y="10148"/>
                  </a:lnTo>
                  <a:lnTo>
                    <a:pt x="4593" y="10128"/>
                  </a:lnTo>
                  <a:lnTo>
                    <a:pt x="4313" y="10088"/>
                  </a:lnTo>
                  <a:lnTo>
                    <a:pt x="4052" y="10048"/>
                  </a:lnTo>
                  <a:lnTo>
                    <a:pt x="3791" y="9967"/>
                  </a:lnTo>
                  <a:lnTo>
                    <a:pt x="3531" y="9907"/>
                  </a:lnTo>
                  <a:lnTo>
                    <a:pt x="3290" y="9807"/>
                  </a:lnTo>
                  <a:lnTo>
                    <a:pt x="3049" y="9727"/>
                  </a:lnTo>
                  <a:lnTo>
                    <a:pt x="2829" y="9606"/>
                  </a:lnTo>
                  <a:lnTo>
                    <a:pt x="2588" y="9486"/>
                  </a:lnTo>
                  <a:lnTo>
                    <a:pt x="2387" y="9366"/>
                  </a:lnTo>
                  <a:lnTo>
                    <a:pt x="2167" y="9225"/>
                  </a:lnTo>
                  <a:lnTo>
                    <a:pt x="1786" y="8925"/>
                  </a:lnTo>
                  <a:lnTo>
                    <a:pt x="1425" y="8604"/>
                  </a:lnTo>
                  <a:lnTo>
                    <a:pt x="1104" y="8243"/>
                  </a:lnTo>
                  <a:lnTo>
                    <a:pt x="823" y="7862"/>
                  </a:lnTo>
                  <a:lnTo>
                    <a:pt x="583" y="7461"/>
                  </a:lnTo>
                  <a:lnTo>
                    <a:pt x="382" y="7060"/>
                  </a:lnTo>
                  <a:lnTo>
                    <a:pt x="222" y="6638"/>
                  </a:lnTo>
                  <a:lnTo>
                    <a:pt x="101" y="6197"/>
                  </a:lnTo>
                  <a:lnTo>
                    <a:pt x="41" y="5776"/>
                  </a:lnTo>
                  <a:lnTo>
                    <a:pt x="41" y="5776"/>
                  </a:lnTo>
                  <a:lnTo>
                    <a:pt x="21" y="5475"/>
                  </a:lnTo>
                  <a:lnTo>
                    <a:pt x="1" y="5174"/>
                  </a:lnTo>
                  <a:lnTo>
                    <a:pt x="21" y="4874"/>
                  </a:lnTo>
                  <a:lnTo>
                    <a:pt x="41" y="4593"/>
                  </a:lnTo>
                  <a:lnTo>
                    <a:pt x="81" y="4292"/>
                  </a:lnTo>
                  <a:lnTo>
                    <a:pt x="141" y="4011"/>
                  </a:lnTo>
                  <a:lnTo>
                    <a:pt x="222" y="3730"/>
                  </a:lnTo>
                  <a:lnTo>
                    <a:pt x="302" y="3470"/>
                  </a:lnTo>
                  <a:lnTo>
                    <a:pt x="402" y="3189"/>
                  </a:lnTo>
                  <a:lnTo>
                    <a:pt x="522" y="2928"/>
                  </a:lnTo>
                  <a:lnTo>
                    <a:pt x="643" y="2688"/>
                  </a:lnTo>
                  <a:lnTo>
                    <a:pt x="783" y="2447"/>
                  </a:lnTo>
                  <a:lnTo>
                    <a:pt x="944" y="2206"/>
                  </a:lnTo>
                  <a:lnTo>
                    <a:pt x="1104" y="1986"/>
                  </a:lnTo>
                  <a:lnTo>
                    <a:pt x="1284" y="1765"/>
                  </a:lnTo>
                  <a:lnTo>
                    <a:pt x="1465" y="1545"/>
                  </a:lnTo>
                  <a:lnTo>
                    <a:pt x="1465" y="1545"/>
                  </a:lnTo>
                  <a:lnTo>
                    <a:pt x="1665" y="1364"/>
                  </a:lnTo>
                  <a:lnTo>
                    <a:pt x="1866" y="1184"/>
                  </a:lnTo>
                  <a:lnTo>
                    <a:pt x="2067" y="1003"/>
                  </a:lnTo>
                  <a:lnTo>
                    <a:pt x="2287" y="843"/>
                  </a:lnTo>
                  <a:lnTo>
                    <a:pt x="2528" y="702"/>
                  </a:lnTo>
                  <a:lnTo>
                    <a:pt x="2748" y="582"/>
                  </a:lnTo>
                  <a:lnTo>
                    <a:pt x="2989" y="442"/>
                  </a:lnTo>
                  <a:lnTo>
                    <a:pt x="3250" y="341"/>
                  </a:lnTo>
                  <a:lnTo>
                    <a:pt x="3490" y="241"/>
                  </a:lnTo>
                  <a:lnTo>
                    <a:pt x="3771" y="181"/>
                  </a:lnTo>
                  <a:lnTo>
                    <a:pt x="4032" y="101"/>
                  </a:lnTo>
                  <a:lnTo>
                    <a:pt x="4313" y="61"/>
                  </a:lnTo>
                  <a:lnTo>
                    <a:pt x="4573" y="20"/>
                  </a:lnTo>
                  <a:lnTo>
                    <a:pt x="4874" y="0"/>
                  </a:lnTo>
                  <a:lnTo>
                    <a:pt x="5155" y="0"/>
                  </a:lnTo>
                  <a:lnTo>
                    <a:pt x="5436" y="20"/>
                  </a:lnTo>
                  <a:lnTo>
                    <a:pt x="5436" y="20"/>
                  </a:lnTo>
                  <a:lnTo>
                    <a:pt x="5757" y="61"/>
                  </a:lnTo>
                  <a:lnTo>
                    <a:pt x="6037" y="121"/>
                  </a:lnTo>
                  <a:lnTo>
                    <a:pt x="6338" y="181"/>
                  </a:lnTo>
                  <a:lnTo>
                    <a:pt x="6619" y="261"/>
                  </a:lnTo>
                  <a:lnTo>
                    <a:pt x="6900" y="361"/>
                  </a:lnTo>
                  <a:lnTo>
                    <a:pt x="7160" y="462"/>
                  </a:lnTo>
                  <a:lnTo>
                    <a:pt x="7421" y="602"/>
                  </a:lnTo>
                  <a:lnTo>
                    <a:pt x="7662" y="742"/>
                  </a:lnTo>
                  <a:lnTo>
                    <a:pt x="7902" y="883"/>
                  </a:lnTo>
                  <a:lnTo>
                    <a:pt x="8123" y="1043"/>
                  </a:lnTo>
                  <a:lnTo>
                    <a:pt x="8344" y="1224"/>
                  </a:lnTo>
                  <a:lnTo>
                    <a:pt x="8544" y="1404"/>
                  </a:lnTo>
                  <a:lnTo>
                    <a:pt x="8745" y="1605"/>
                  </a:lnTo>
                  <a:lnTo>
                    <a:pt x="8945" y="1805"/>
                  </a:lnTo>
                  <a:lnTo>
                    <a:pt x="9106" y="2026"/>
                  </a:lnTo>
                  <a:lnTo>
                    <a:pt x="9266" y="2246"/>
                  </a:lnTo>
                  <a:lnTo>
                    <a:pt x="9427" y="2487"/>
                  </a:lnTo>
                  <a:lnTo>
                    <a:pt x="9567" y="2728"/>
                  </a:lnTo>
                  <a:lnTo>
                    <a:pt x="9687" y="2968"/>
                  </a:lnTo>
                  <a:lnTo>
                    <a:pt x="9788" y="3229"/>
                  </a:lnTo>
                  <a:lnTo>
                    <a:pt x="9888" y="3490"/>
                  </a:lnTo>
                  <a:lnTo>
                    <a:pt x="9968" y="3751"/>
                  </a:lnTo>
                  <a:lnTo>
                    <a:pt x="10028" y="4031"/>
                  </a:lnTo>
                  <a:lnTo>
                    <a:pt x="10088" y="4292"/>
                  </a:lnTo>
                  <a:lnTo>
                    <a:pt x="10108" y="4573"/>
                  </a:lnTo>
                  <a:lnTo>
                    <a:pt x="10128" y="4874"/>
                  </a:lnTo>
                  <a:lnTo>
                    <a:pt x="10149" y="5154"/>
                  </a:lnTo>
                  <a:lnTo>
                    <a:pt x="10128" y="5435"/>
                  </a:lnTo>
                  <a:lnTo>
                    <a:pt x="10088" y="5736"/>
                  </a:lnTo>
                  <a:lnTo>
                    <a:pt x="10048" y="6017"/>
                  </a:lnTo>
                  <a:lnTo>
                    <a:pt x="9988" y="6318"/>
                  </a:lnTo>
                  <a:lnTo>
                    <a:pt x="9888" y="65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9" name="Google Shape;9049;p45"/>
            <p:cNvSpPr/>
            <p:nvPr/>
          </p:nvSpPr>
          <p:spPr>
            <a:xfrm>
              <a:off x="10776350" y="2802063"/>
              <a:ext cx="247200" cy="215100"/>
            </a:xfrm>
            <a:custGeom>
              <a:avLst/>
              <a:gdLst/>
              <a:ahLst/>
              <a:cxnLst/>
              <a:rect l="l" t="t" r="r" b="b"/>
              <a:pathLst>
                <a:path w="9888" h="8604" extrusionOk="0">
                  <a:moveTo>
                    <a:pt x="1465" y="1"/>
                  </a:moveTo>
                  <a:lnTo>
                    <a:pt x="1144" y="382"/>
                  </a:lnTo>
                  <a:lnTo>
                    <a:pt x="863" y="783"/>
                  </a:lnTo>
                  <a:lnTo>
                    <a:pt x="603" y="1224"/>
                  </a:lnTo>
                  <a:lnTo>
                    <a:pt x="402" y="1665"/>
                  </a:lnTo>
                  <a:lnTo>
                    <a:pt x="242" y="2146"/>
                  </a:lnTo>
                  <a:lnTo>
                    <a:pt x="161" y="2387"/>
                  </a:lnTo>
                  <a:lnTo>
                    <a:pt x="101" y="2628"/>
                  </a:lnTo>
                  <a:lnTo>
                    <a:pt x="61" y="2888"/>
                  </a:lnTo>
                  <a:lnTo>
                    <a:pt x="41" y="3149"/>
                  </a:lnTo>
                  <a:lnTo>
                    <a:pt x="21" y="3410"/>
                  </a:lnTo>
                  <a:lnTo>
                    <a:pt x="1" y="3671"/>
                  </a:lnTo>
                  <a:lnTo>
                    <a:pt x="21" y="3951"/>
                  </a:lnTo>
                  <a:lnTo>
                    <a:pt x="41" y="4232"/>
                  </a:lnTo>
                  <a:lnTo>
                    <a:pt x="101" y="4633"/>
                  </a:lnTo>
                  <a:lnTo>
                    <a:pt x="202" y="5034"/>
                  </a:lnTo>
                  <a:lnTo>
                    <a:pt x="362" y="5435"/>
                  </a:lnTo>
                  <a:lnTo>
                    <a:pt x="542" y="5816"/>
                  </a:lnTo>
                  <a:lnTo>
                    <a:pt x="763" y="6197"/>
                  </a:lnTo>
                  <a:lnTo>
                    <a:pt x="1004" y="6558"/>
                  </a:lnTo>
                  <a:lnTo>
                    <a:pt x="1284" y="6919"/>
                  </a:lnTo>
                  <a:lnTo>
                    <a:pt x="1605" y="7240"/>
                  </a:lnTo>
                  <a:lnTo>
                    <a:pt x="1966" y="7521"/>
                  </a:lnTo>
                  <a:lnTo>
                    <a:pt x="2347" y="7802"/>
                  </a:lnTo>
                  <a:lnTo>
                    <a:pt x="2748" y="8022"/>
                  </a:lnTo>
                  <a:lnTo>
                    <a:pt x="3190" y="8223"/>
                  </a:lnTo>
                  <a:lnTo>
                    <a:pt x="3651" y="8383"/>
                  </a:lnTo>
                  <a:lnTo>
                    <a:pt x="3892" y="8464"/>
                  </a:lnTo>
                  <a:lnTo>
                    <a:pt x="4132" y="8504"/>
                  </a:lnTo>
                  <a:lnTo>
                    <a:pt x="4393" y="8564"/>
                  </a:lnTo>
                  <a:lnTo>
                    <a:pt x="4654" y="8584"/>
                  </a:lnTo>
                  <a:lnTo>
                    <a:pt x="4914" y="8604"/>
                  </a:lnTo>
                  <a:lnTo>
                    <a:pt x="5456" y="8604"/>
                  </a:lnTo>
                  <a:lnTo>
                    <a:pt x="5737" y="8584"/>
                  </a:lnTo>
                  <a:lnTo>
                    <a:pt x="6098" y="8544"/>
                  </a:lnTo>
                  <a:lnTo>
                    <a:pt x="6438" y="8464"/>
                  </a:lnTo>
                  <a:lnTo>
                    <a:pt x="6779" y="8363"/>
                  </a:lnTo>
                  <a:lnTo>
                    <a:pt x="7100" y="8243"/>
                  </a:lnTo>
                  <a:lnTo>
                    <a:pt x="7401" y="8103"/>
                  </a:lnTo>
                  <a:lnTo>
                    <a:pt x="7702" y="7922"/>
                  </a:lnTo>
                  <a:lnTo>
                    <a:pt x="8003" y="7742"/>
                  </a:lnTo>
                  <a:lnTo>
                    <a:pt x="8263" y="7521"/>
                  </a:lnTo>
                  <a:lnTo>
                    <a:pt x="8524" y="7280"/>
                  </a:lnTo>
                  <a:lnTo>
                    <a:pt x="8765" y="7040"/>
                  </a:lnTo>
                  <a:lnTo>
                    <a:pt x="8985" y="6779"/>
                  </a:lnTo>
                  <a:lnTo>
                    <a:pt x="9206" y="6498"/>
                  </a:lnTo>
                  <a:lnTo>
                    <a:pt x="9386" y="6197"/>
                  </a:lnTo>
                  <a:lnTo>
                    <a:pt x="9547" y="5897"/>
                  </a:lnTo>
                  <a:lnTo>
                    <a:pt x="9707" y="5576"/>
                  </a:lnTo>
                  <a:lnTo>
                    <a:pt x="9828" y="5235"/>
                  </a:lnTo>
                  <a:lnTo>
                    <a:pt x="9888" y="5054"/>
                  </a:lnTo>
                  <a:lnTo>
                    <a:pt x="9687" y="5335"/>
                  </a:lnTo>
                  <a:lnTo>
                    <a:pt x="9467" y="5596"/>
                  </a:lnTo>
                  <a:lnTo>
                    <a:pt x="9226" y="5836"/>
                  </a:lnTo>
                  <a:lnTo>
                    <a:pt x="8965" y="6077"/>
                  </a:lnTo>
                  <a:lnTo>
                    <a:pt x="8705" y="6278"/>
                  </a:lnTo>
                  <a:lnTo>
                    <a:pt x="8404" y="6478"/>
                  </a:lnTo>
                  <a:lnTo>
                    <a:pt x="8103" y="6659"/>
                  </a:lnTo>
                  <a:lnTo>
                    <a:pt x="7782" y="6799"/>
                  </a:lnTo>
                  <a:lnTo>
                    <a:pt x="7401" y="6939"/>
                  </a:lnTo>
                  <a:lnTo>
                    <a:pt x="7000" y="7040"/>
                  </a:lnTo>
                  <a:lnTo>
                    <a:pt x="6619" y="7100"/>
                  </a:lnTo>
                  <a:lnTo>
                    <a:pt x="6218" y="7120"/>
                  </a:lnTo>
                  <a:lnTo>
                    <a:pt x="5797" y="7100"/>
                  </a:lnTo>
                  <a:lnTo>
                    <a:pt x="5376" y="7040"/>
                  </a:lnTo>
                  <a:lnTo>
                    <a:pt x="4974" y="6939"/>
                  </a:lnTo>
                  <a:lnTo>
                    <a:pt x="4573" y="6819"/>
                  </a:lnTo>
                  <a:lnTo>
                    <a:pt x="4192" y="6659"/>
                  </a:lnTo>
                  <a:lnTo>
                    <a:pt x="3811" y="6478"/>
                  </a:lnTo>
                  <a:lnTo>
                    <a:pt x="3450" y="6258"/>
                  </a:lnTo>
                  <a:lnTo>
                    <a:pt x="3109" y="6017"/>
                  </a:lnTo>
                  <a:lnTo>
                    <a:pt x="2768" y="5756"/>
                  </a:lnTo>
                  <a:lnTo>
                    <a:pt x="2468" y="5455"/>
                  </a:lnTo>
                  <a:lnTo>
                    <a:pt x="2187" y="5114"/>
                  </a:lnTo>
                  <a:lnTo>
                    <a:pt x="1946" y="4774"/>
                  </a:lnTo>
                  <a:lnTo>
                    <a:pt x="1726" y="4413"/>
                  </a:lnTo>
                  <a:lnTo>
                    <a:pt x="1545" y="4032"/>
                  </a:lnTo>
                  <a:lnTo>
                    <a:pt x="1385" y="3650"/>
                  </a:lnTo>
                  <a:lnTo>
                    <a:pt x="1264" y="3249"/>
                  </a:lnTo>
                  <a:lnTo>
                    <a:pt x="1164" y="2828"/>
                  </a:lnTo>
                  <a:lnTo>
                    <a:pt x="1104" y="2427"/>
                  </a:lnTo>
                  <a:lnTo>
                    <a:pt x="1084" y="2006"/>
                  </a:lnTo>
                  <a:lnTo>
                    <a:pt x="1084" y="1585"/>
                  </a:lnTo>
                  <a:lnTo>
                    <a:pt x="1124" y="1184"/>
                  </a:lnTo>
                  <a:lnTo>
                    <a:pt x="1204" y="783"/>
                  </a:lnTo>
                  <a:lnTo>
                    <a:pt x="1325" y="382"/>
                  </a:lnTo>
                  <a:lnTo>
                    <a:pt x="1465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0" name="Google Shape;9050;p45"/>
            <p:cNvSpPr/>
            <p:nvPr/>
          </p:nvSpPr>
          <p:spPr>
            <a:xfrm>
              <a:off x="10776350" y="2802063"/>
              <a:ext cx="247200" cy="215100"/>
            </a:xfrm>
            <a:custGeom>
              <a:avLst/>
              <a:gdLst/>
              <a:ahLst/>
              <a:cxnLst/>
              <a:rect l="l" t="t" r="r" b="b"/>
              <a:pathLst>
                <a:path w="9888" h="8604" fill="none" extrusionOk="0">
                  <a:moveTo>
                    <a:pt x="1465" y="1"/>
                  </a:moveTo>
                  <a:lnTo>
                    <a:pt x="1465" y="1"/>
                  </a:lnTo>
                  <a:lnTo>
                    <a:pt x="1144" y="382"/>
                  </a:lnTo>
                  <a:lnTo>
                    <a:pt x="863" y="783"/>
                  </a:lnTo>
                  <a:lnTo>
                    <a:pt x="603" y="1224"/>
                  </a:lnTo>
                  <a:lnTo>
                    <a:pt x="402" y="1665"/>
                  </a:lnTo>
                  <a:lnTo>
                    <a:pt x="242" y="2146"/>
                  </a:lnTo>
                  <a:lnTo>
                    <a:pt x="161" y="2387"/>
                  </a:lnTo>
                  <a:lnTo>
                    <a:pt x="101" y="2628"/>
                  </a:lnTo>
                  <a:lnTo>
                    <a:pt x="61" y="2888"/>
                  </a:lnTo>
                  <a:lnTo>
                    <a:pt x="41" y="3149"/>
                  </a:lnTo>
                  <a:lnTo>
                    <a:pt x="21" y="3410"/>
                  </a:lnTo>
                  <a:lnTo>
                    <a:pt x="1" y="3671"/>
                  </a:lnTo>
                  <a:lnTo>
                    <a:pt x="1" y="3671"/>
                  </a:lnTo>
                  <a:lnTo>
                    <a:pt x="21" y="3951"/>
                  </a:lnTo>
                  <a:lnTo>
                    <a:pt x="41" y="4232"/>
                  </a:lnTo>
                  <a:lnTo>
                    <a:pt x="41" y="4232"/>
                  </a:lnTo>
                  <a:lnTo>
                    <a:pt x="101" y="4633"/>
                  </a:lnTo>
                  <a:lnTo>
                    <a:pt x="202" y="5034"/>
                  </a:lnTo>
                  <a:lnTo>
                    <a:pt x="362" y="5435"/>
                  </a:lnTo>
                  <a:lnTo>
                    <a:pt x="542" y="5816"/>
                  </a:lnTo>
                  <a:lnTo>
                    <a:pt x="763" y="6197"/>
                  </a:lnTo>
                  <a:lnTo>
                    <a:pt x="1004" y="6558"/>
                  </a:lnTo>
                  <a:lnTo>
                    <a:pt x="1284" y="6919"/>
                  </a:lnTo>
                  <a:lnTo>
                    <a:pt x="1605" y="7240"/>
                  </a:lnTo>
                  <a:lnTo>
                    <a:pt x="1966" y="7521"/>
                  </a:lnTo>
                  <a:lnTo>
                    <a:pt x="2347" y="7802"/>
                  </a:lnTo>
                  <a:lnTo>
                    <a:pt x="2748" y="8022"/>
                  </a:lnTo>
                  <a:lnTo>
                    <a:pt x="3190" y="8223"/>
                  </a:lnTo>
                  <a:lnTo>
                    <a:pt x="3651" y="8383"/>
                  </a:lnTo>
                  <a:lnTo>
                    <a:pt x="3892" y="8464"/>
                  </a:lnTo>
                  <a:lnTo>
                    <a:pt x="4132" y="8504"/>
                  </a:lnTo>
                  <a:lnTo>
                    <a:pt x="4393" y="8564"/>
                  </a:lnTo>
                  <a:lnTo>
                    <a:pt x="4654" y="8584"/>
                  </a:lnTo>
                  <a:lnTo>
                    <a:pt x="4914" y="8604"/>
                  </a:lnTo>
                  <a:lnTo>
                    <a:pt x="5175" y="8604"/>
                  </a:lnTo>
                  <a:lnTo>
                    <a:pt x="5175" y="8604"/>
                  </a:lnTo>
                  <a:lnTo>
                    <a:pt x="5456" y="8604"/>
                  </a:lnTo>
                  <a:lnTo>
                    <a:pt x="5737" y="8584"/>
                  </a:lnTo>
                  <a:lnTo>
                    <a:pt x="5737" y="8584"/>
                  </a:lnTo>
                  <a:lnTo>
                    <a:pt x="6098" y="8544"/>
                  </a:lnTo>
                  <a:lnTo>
                    <a:pt x="6438" y="8464"/>
                  </a:lnTo>
                  <a:lnTo>
                    <a:pt x="6779" y="8363"/>
                  </a:lnTo>
                  <a:lnTo>
                    <a:pt x="7100" y="8243"/>
                  </a:lnTo>
                  <a:lnTo>
                    <a:pt x="7401" y="8103"/>
                  </a:lnTo>
                  <a:lnTo>
                    <a:pt x="7702" y="7922"/>
                  </a:lnTo>
                  <a:lnTo>
                    <a:pt x="8003" y="7742"/>
                  </a:lnTo>
                  <a:lnTo>
                    <a:pt x="8263" y="7521"/>
                  </a:lnTo>
                  <a:lnTo>
                    <a:pt x="8524" y="7280"/>
                  </a:lnTo>
                  <a:lnTo>
                    <a:pt x="8765" y="7040"/>
                  </a:lnTo>
                  <a:lnTo>
                    <a:pt x="8985" y="6779"/>
                  </a:lnTo>
                  <a:lnTo>
                    <a:pt x="9206" y="6498"/>
                  </a:lnTo>
                  <a:lnTo>
                    <a:pt x="9386" y="6197"/>
                  </a:lnTo>
                  <a:lnTo>
                    <a:pt x="9547" y="5897"/>
                  </a:lnTo>
                  <a:lnTo>
                    <a:pt x="9707" y="5576"/>
                  </a:lnTo>
                  <a:lnTo>
                    <a:pt x="9828" y="5235"/>
                  </a:lnTo>
                  <a:lnTo>
                    <a:pt x="9828" y="5235"/>
                  </a:lnTo>
                  <a:lnTo>
                    <a:pt x="9888" y="5054"/>
                  </a:lnTo>
                  <a:lnTo>
                    <a:pt x="9888" y="5054"/>
                  </a:lnTo>
                  <a:lnTo>
                    <a:pt x="9687" y="5335"/>
                  </a:lnTo>
                  <a:lnTo>
                    <a:pt x="9467" y="5596"/>
                  </a:lnTo>
                  <a:lnTo>
                    <a:pt x="9226" y="5836"/>
                  </a:lnTo>
                  <a:lnTo>
                    <a:pt x="8965" y="6077"/>
                  </a:lnTo>
                  <a:lnTo>
                    <a:pt x="8705" y="6278"/>
                  </a:lnTo>
                  <a:lnTo>
                    <a:pt x="8404" y="6478"/>
                  </a:lnTo>
                  <a:lnTo>
                    <a:pt x="8103" y="6659"/>
                  </a:lnTo>
                  <a:lnTo>
                    <a:pt x="7782" y="6799"/>
                  </a:lnTo>
                  <a:lnTo>
                    <a:pt x="7782" y="6799"/>
                  </a:lnTo>
                  <a:lnTo>
                    <a:pt x="7401" y="6939"/>
                  </a:lnTo>
                  <a:lnTo>
                    <a:pt x="7000" y="7040"/>
                  </a:lnTo>
                  <a:lnTo>
                    <a:pt x="6619" y="7100"/>
                  </a:lnTo>
                  <a:lnTo>
                    <a:pt x="6218" y="7120"/>
                  </a:lnTo>
                  <a:lnTo>
                    <a:pt x="6218" y="7120"/>
                  </a:lnTo>
                  <a:lnTo>
                    <a:pt x="5797" y="7100"/>
                  </a:lnTo>
                  <a:lnTo>
                    <a:pt x="5376" y="7040"/>
                  </a:lnTo>
                  <a:lnTo>
                    <a:pt x="4974" y="6939"/>
                  </a:lnTo>
                  <a:lnTo>
                    <a:pt x="4573" y="6819"/>
                  </a:lnTo>
                  <a:lnTo>
                    <a:pt x="4192" y="6659"/>
                  </a:lnTo>
                  <a:lnTo>
                    <a:pt x="3811" y="6478"/>
                  </a:lnTo>
                  <a:lnTo>
                    <a:pt x="3450" y="6258"/>
                  </a:lnTo>
                  <a:lnTo>
                    <a:pt x="3109" y="6017"/>
                  </a:lnTo>
                  <a:lnTo>
                    <a:pt x="3109" y="6017"/>
                  </a:lnTo>
                  <a:lnTo>
                    <a:pt x="2768" y="5756"/>
                  </a:lnTo>
                  <a:lnTo>
                    <a:pt x="2468" y="5455"/>
                  </a:lnTo>
                  <a:lnTo>
                    <a:pt x="2187" y="5114"/>
                  </a:lnTo>
                  <a:lnTo>
                    <a:pt x="1946" y="4774"/>
                  </a:lnTo>
                  <a:lnTo>
                    <a:pt x="1726" y="4413"/>
                  </a:lnTo>
                  <a:lnTo>
                    <a:pt x="1545" y="4032"/>
                  </a:lnTo>
                  <a:lnTo>
                    <a:pt x="1385" y="3650"/>
                  </a:lnTo>
                  <a:lnTo>
                    <a:pt x="1264" y="3249"/>
                  </a:lnTo>
                  <a:lnTo>
                    <a:pt x="1164" y="2828"/>
                  </a:lnTo>
                  <a:lnTo>
                    <a:pt x="1104" y="2427"/>
                  </a:lnTo>
                  <a:lnTo>
                    <a:pt x="1084" y="2006"/>
                  </a:lnTo>
                  <a:lnTo>
                    <a:pt x="1084" y="1585"/>
                  </a:lnTo>
                  <a:lnTo>
                    <a:pt x="1124" y="1184"/>
                  </a:lnTo>
                  <a:lnTo>
                    <a:pt x="1204" y="783"/>
                  </a:lnTo>
                  <a:lnTo>
                    <a:pt x="1325" y="382"/>
                  </a:lnTo>
                  <a:lnTo>
                    <a:pt x="146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1" name="Google Shape;9051;p45"/>
            <p:cNvSpPr/>
            <p:nvPr/>
          </p:nvSpPr>
          <p:spPr>
            <a:xfrm>
              <a:off x="10567800" y="2947463"/>
              <a:ext cx="147425" cy="55675"/>
            </a:xfrm>
            <a:custGeom>
              <a:avLst/>
              <a:gdLst/>
              <a:ahLst/>
              <a:cxnLst/>
              <a:rect l="l" t="t" r="r" b="b"/>
              <a:pathLst>
                <a:path w="5897" h="2227" extrusionOk="0">
                  <a:moveTo>
                    <a:pt x="1123" y="0"/>
                  </a:moveTo>
                  <a:lnTo>
                    <a:pt x="903" y="20"/>
                  </a:lnTo>
                  <a:lnTo>
                    <a:pt x="682" y="81"/>
                  </a:lnTo>
                  <a:lnTo>
                    <a:pt x="502" y="181"/>
                  </a:lnTo>
                  <a:lnTo>
                    <a:pt x="321" y="321"/>
                  </a:lnTo>
                  <a:lnTo>
                    <a:pt x="201" y="482"/>
                  </a:lnTo>
                  <a:lnTo>
                    <a:pt x="101" y="682"/>
                  </a:lnTo>
                  <a:lnTo>
                    <a:pt x="20" y="883"/>
                  </a:lnTo>
                  <a:lnTo>
                    <a:pt x="0" y="1103"/>
                  </a:lnTo>
                  <a:lnTo>
                    <a:pt x="20" y="1324"/>
                  </a:lnTo>
                  <a:lnTo>
                    <a:pt x="101" y="1545"/>
                  </a:lnTo>
                  <a:lnTo>
                    <a:pt x="201" y="1725"/>
                  </a:lnTo>
                  <a:lnTo>
                    <a:pt x="321" y="1886"/>
                  </a:lnTo>
                  <a:lnTo>
                    <a:pt x="502" y="2026"/>
                  </a:lnTo>
                  <a:lnTo>
                    <a:pt x="682" y="2126"/>
                  </a:lnTo>
                  <a:lnTo>
                    <a:pt x="903" y="2206"/>
                  </a:lnTo>
                  <a:lnTo>
                    <a:pt x="1123" y="2226"/>
                  </a:lnTo>
                  <a:lnTo>
                    <a:pt x="4793" y="2226"/>
                  </a:lnTo>
                  <a:lnTo>
                    <a:pt x="5014" y="2206"/>
                  </a:lnTo>
                  <a:lnTo>
                    <a:pt x="5214" y="2126"/>
                  </a:lnTo>
                  <a:lnTo>
                    <a:pt x="5415" y="2026"/>
                  </a:lnTo>
                  <a:lnTo>
                    <a:pt x="5575" y="1886"/>
                  </a:lnTo>
                  <a:lnTo>
                    <a:pt x="5716" y="1725"/>
                  </a:lnTo>
                  <a:lnTo>
                    <a:pt x="5816" y="1545"/>
                  </a:lnTo>
                  <a:lnTo>
                    <a:pt x="5876" y="1324"/>
                  </a:lnTo>
                  <a:lnTo>
                    <a:pt x="5896" y="1103"/>
                  </a:lnTo>
                  <a:lnTo>
                    <a:pt x="5876" y="883"/>
                  </a:lnTo>
                  <a:lnTo>
                    <a:pt x="5816" y="682"/>
                  </a:lnTo>
                  <a:lnTo>
                    <a:pt x="5716" y="482"/>
                  </a:lnTo>
                  <a:lnTo>
                    <a:pt x="5575" y="321"/>
                  </a:lnTo>
                  <a:lnTo>
                    <a:pt x="5415" y="181"/>
                  </a:lnTo>
                  <a:lnTo>
                    <a:pt x="5214" y="81"/>
                  </a:lnTo>
                  <a:lnTo>
                    <a:pt x="5014" y="20"/>
                  </a:lnTo>
                  <a:lnTo>
                    <a:pt x="479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2" name="Google Shape;9052;p45"/>
            <p:cNvSpPr/>
            <p:nvPr/>
          </p:nvSpPr>
          <p:spPr>
            <a:xfrm>
              <a:off x="10137625" y="3129963"/>
              <a:ext cx="1007775" cy="700425"/>
            </a:xfrm>
            <a:custGeom>
              <a:avLst/>
              <a:gdLst/>
              <a:ahLst/>
              <a:cxnLst/>
              <a:rect l="l" t="t" r="r" b="b"/>
              <a:pathLst>
                <a:path w="40311" h="28017" extrusionOk="0">
                  <a:moveTo>
                    <a:pt x="8263" y="0"/>
                  </a:moveTo>
                  <a:lnTo>
                    <a:pt x="7681" y="20"/>
                  </a:lnTo>
                  <a:lnTo>
                    <a:pt x="7280" y="60"/>
                  </a:lnTo>
                  <a:lnTo>
                    <a:pt x="6879" y="101"/>
                  </a:lnTo>
                  <a:lnTo>
                    <a:pt x="6498" y="181"/>
                  </a:lnTo>
                  <a:lnTo>
                    <a:pt x="6117" y="281"/>
                  </a:lnTo>
                  <a:lnTo>
                    <a:pt x="5736" y="381"/>
                  </a:lnTo>
                  <a:lnTo>
                    <a:pt x="5375" y="502"/>
                  </a:lnTo>
                  <a:lnTo>
                    <a:pt x="5014" y="662"/>
                  </a:lnTo>
                  <a:lnTo>
                    <a:pt x="4673" y="822"/>
                  </a:lnTo>
                  <a:lnTo>
                    <a:pt x="4332" y="983"/>
                  </a:lnTo>
                  <a:lnTo>
                    <a:pt x="3991" y="1183"/>
                  </a:lnTo>
                  <a:lnTo>
                    <a:pt x="3671" y="1384"/>
                  </a:lnTo>
                  <a:lnTo>
                    <a:pt x="3370" y="1605"/>
                  </a:lnTo>
                  <a:lnTo>
                    <a:pt x="3069" y="1825"/>
                  </a:lnTo>
                  <a:lnTo>
                    <a:pt x="2768" y="2066"/>
                  </a:lnTo>
                  <a:lnTo>
                    <a:pt x="2507" y="2327"/>
                  </a:lnTo>
                  <a:lnTo>
                    <a:pt x="2227" y="2607"/>
                  </a:lnTo>
                  <a:lnTo>
                    <a:pt x="1986" y="2888"/>
                  </a:lnTo>
                  <a:lnTo>
                    <a:pt x="1745" y="3189"/>
                  </a:lnTo>
                  <a:lnTo>
                    <a:pt x="1525" y="3490"/>
                  </a:lnTo>
                  <a:lnTo>
                    <a:pt x="1304" y="3791"/>
                  </a:lnTo>
                  <a:lnTo>
                    <a:pt x="1104" y="4131"/>
                  </a:lnTo>
                  <a:lnTo>
                    <a:pt x="923" y="4452"/>
                  </a:lnTo>
                  <a:lnTo>
                    <a:pt x="763" y="4813"/>
                  </a:lnTo>
                  <a:lnTo>
                    <a:pt x="602" y="5154"/>
                  </a:lnTo>
                  <a:lnTo>
                    <a:pt x="462" y="5515"/>
                  </a:lnTo>
                  <a:lnTo>
                    <a:pt x="341" y="5896"/>
                  </a:lnTo>
                  <a:lnTo>
                    <a:pt x="241" y="6257"/>
                  </a:lnTo>
                  <a:lnTo>
                    <a:pt x="161" y="6638"/>
                  </a:lnTo>
                  <a:lnTo>
                    <a:pt x="101" y="7039"/>
                  </a:lnTo>
                  <a:lnTo>
                    <a:pt x="41" y="7440"/>
                  </a:lnTo>
                  <a:lnTo>
                    <a:pt x="21" y="7842"/>
                  </a:lnTo>
                  <a:lnTo>
                    <a:pt x="1" y="8243"/>
                  </a:lnTo>
                  <a:lnTo>
                    <a:pt x="1" y="19774"/>
                  </a:lnTo>
                  <a:lnTo>
                    <a:pt x="21" y="20195"/>
                  </a:lnTo>
                  <a:lnTo>
                    <a:pt x="41" y="20616"/>
                  </a:lnTo>
                  <a:lnTo>
                    <a:pt x="101" y="21037"/>
                  </a:lnTo>
                  <a:lnTo>
                    <a:pt x="181" y="21439"/>
                  </a:lnTo>
                  <a:lnTo>
                    <a:pt x="261" y="21840"/>
                  </a:lnTo>
                  <a:lnTo>
                    <a:pt x="382" y="22241"/>
                  </a:lnTo>
                  <a:lnTo>
                    <a:pt x="502" y="22622"/>
                  </a:lnTo>
                  <a:lnTo>
                    <a:pt x="662" y="22983"/>
                  </a:lnTo>
                  <a:lnTo>
                    <a:pt x="823" y="23364"/>
                  </a:lnTo>
                  <a:lnTo>
                    <a:pt x="1003" y="23705"/>
                  </a:lnTo>
                  <a:lnTo>
                    <a:pt x="1204" y="24046"/>
                  </a:lnTo>
                  <a:lnTo>
                    <a:pt x="1424" y="24387"/>
                  </a:lnTo>
                  <a:lnTo>
                    <a:pt x="1645" y="24707"/>
                  </a:lnTo>
                  <a:lnTo>
                    <a:pt x="1886" y="25028"/>
                  </a:lnTo>
                  <a:lnTo>
                    <a:pt x="2146" y="25329"/>
                  </a:lnTo>
                  <a:lnTo>
                    <a:pt x="2427" y="25610"/>
                  </a:lnTo>
                  <a:lnTo>
                    <a:pt x="2708" y="25891"/>
                  </a:lnTo>
                  <a:lnTo>
                    <a:pt x="3009" y="26151"/>
                  </a:lnTo>
                  <a:lnTo>
                    <a:pt x="3330" y="26392"/>
                  </a:lnTo>
                  <a:lnTo>
                    <a:pt x="3650" y="26613"/>
                  </a:lnTo>
                  <a:lnTo>
                    <a:pt x="3971" y="26833"/>
                  </a:lnTo>
                  <a:lnTo>
                    <a:pt x="4332" y="27034"/>
                  </a:lnTo>
                  <a:lnTo>
                    <a:pt x="4673" y="27214"/>
                  </a:lnTo>
                  <a:lnTo>
                    <a:pt x="5034" y="27375"/>
                  </a:lnTo>
                  <a:lnTo>
                    <a:pt x="5415" y="27535"/>
                  </a:lnTo>
                  <a:lnTo>
                    <a:pt x="5796" y="27655"/>
                  </a:lnTo>
                  <a:lnTo>
                    <a:pt x="6197" y="27776"/>
                  </a:lnTo>
                  <a:lnTo>
                    <a:pt x="6598" y="27856"/>
                  </a:lnTo>
                  <a:lnTo>
                    <a:pt x="7000" y="27936"/>
                  </a:lnTo>
                  <a:lnTo>
                    <a:pt x="7401" y="27976"/>
                  </a:lnTo>
                  <a:lnTo>
                    <a:pt x="7822" y="28016"/>
                  </a:lnTo>
                  <a:lnTo>
                    <a:pt x="32068" y="28016"/>
                  </a:lnTo>
                  <a:lnTo>
                    <a:pt x="32649" y="27996"/>
                  </a:lnTo>
                  <a:lnTo>
                    <a:pt x="33251" y="27936"/>
                  </a:lnTo>
                  <a:lnTo>
                    <a:pt x="33812" y="27836"/>
                  </a:lnTo>
                  <a:lnTo>
                    <a:pt x="34374" y="27696"/>
                  </a:lnTo>
                  <a:lnTo>
                    <a:pt x="34915" y="27515"/>
                  </a:lnTo>
                  <a:lnTo>
                    <a:pt x="35437" y="27315"/>
                  </a:lnTo>
                  <a:lnTo>
                    <a:pt x="35938" y="27054"/>
                  </a:lnTo>
                  <a:lnTo>
                    <a:pt x="36420" y="26773"/>
                  </a:lnTo>
                  <a:lnTo>
                    <a:pt x="36901" y="26472"/>
                  </a:lnTo>
                  <a:lnTo>
                    <a:pt x="37322" y="26131"/>
                  </a:lnTo>
                  <a:lnTo>
                    <a:pt x="37743" y="25750"/>
                  </a:lnTo>
                  <a:lnTo>
                    <a:pt x="38144" y="25349"/>
                  </a:lnTo>
                  <a:lnTo>
                    <a:pt x="38505" y="24928"/>
                  </a:lnTo>
                  <a:lnTo>
                    <a:pt x="38826" y="24487"/>
                  </a:lnTo>
                  <a:lnTo>
                    <a:pt x="39147" y="24006"/>
                  </a:lnTo>
                  <a:lnTo>
                    <a:pt x="39408" y="23524"/>
                  </a:lnTo>
                  <a:lnTo>
                    <a:pt x="39608" y="23103"/>
                  </a:lnTo>
                  <a:lnTo>
                    <a:pt x="39789" y="22662"/>
                  </a:lnTo>
                  <a:lnTo>
                    <a:pt x="39949" y="22201"/>
                  </a:lnTo>
                  <a:lnTo>
                    <a:pt x="40069" y="21739"/>
                  </a:lnTo>
                  <a:lnTo>
                    <a:pt x="40170" y="21258"/>
                  </a:lnTo>
                  <a:lnTo>
                    <a:pt x="40250" y="20777"/>
                  </a:lnTo>
                  <a:lnTo>
                    <a:pt x="40290" y="20275"/>
                  </a:lnTo>
                  <a:lnTo>
                    <a:pt x="40310" y="19774"/>
                  </a:lnTo>
                  <a:lnTo>
                    <a:pt x="40310" y="8243"/>
                  </a:lnTo>
                  <a:lnTo>
                    <a:pt x="40290" y="7822"/>
                  </a:lnTo>
                  <a:lnTo>
                    <a:pt x="40270" y="7400"/>
                  </a:lnTo>
                  <a:lnTo>
                    <a:pt x="40210" y="6979"/>
                  </a:lnTo>
                  <a:lnTo>
                    <a:pt x="40150" y="6578"/>
                  </a:lnTo>
                  <a:lnTo>
                    <a:pt x="40049" y="6177"/>
                  </a:lnTo>
                  <a:lnTo>
                    <a:pt x="39929" y="5796"/>
                  </a:lnTo>
                  <a:lnTo>
                    <a:pt x="39809" y="5395"/>
                  </a:lnTo>
                  <a:lnTo>
                    <a:pt x="39668" y="5034"/>
                  </a:lnTo>
                  <a:lnTo>
                    <a:pt x="39488" y="4673"/>
                  </a:lnTo>
                  <a:lnTo>
                    <a:pt x="39307" y="4312"/>
                  </a:lnTo>
                  <a:lnTo>
                    <a:pt x="39107" y="3971"/>
                  </a:lnTo>
                  <a:lnTo>
                    <a:pt x="38906" y="3630"/>
                  </a:lnTo>
                  <a:lnTo>
                    <a:pt x="38666" y="3309"/>
                  </a:lnTo>
                  <a:lnTo>
                    <a:pt x="38425" y="2988"/>
                  </a:lnTo>
                  <a:lnTo>
                    <a:pt x="38164" y="2688"/>
                  </a:lnTo>
                  <a:lnTo>
                    <a:pt x="37904" y="2407"/>
                  </a:lnTo>
                  <a:lnTo>
                    <a:pt x="37603" y="2126"/>
                  </a:lnTo>
                  <a:lnTo>
                    <a:pt x="37302" y="1885"/>
                  </a:lnTo>
                  <a:lnTo>
                    <a:pt x="37001" y="1625"/>
                  </a:lnTo>
                  <a:lnTo>
                    <a:pt x="36680" y="1404"/>
                  </a:lnTo>
                  <a:lnTo>
                    <a:pt x="36339" y="1183"/>
                  </a:lnTo>
                  <a:lnTo>
                    <a:pt x="35998" y="983"/>
                  </a:lnTo>
                  <a:lnTo>
                    <a:pt x="35637" y="802"/>
                  </a:lnTo>
                  <a:lnTo>
                    <a:pt x="35276" y="642"/>
                  </a:lnTo>
                  <a:lnTo>
                    <a:pt x="34895" y="502"/>
                  </a:lnTo>
                  <a:lnTo>
                    <a:pt x="34514" y="361"/>
                  </a:lnTo>
                  <a:lnTo>
                    <a:pt x="34133" y="261"/>
                  </a:lnTo>
                  <a:lnTo>
                    <a:pt x="33732" y="161"/>
                  </a:lnTo>
                  <a:lnTo>
                    <a:pt x="33311" y="80"/>
                  </a:lnTo>
                  <a:lnTo>
                    <a:pt x="32910" y="40"/>
                  </a:lnTo>
                  <a:lnTo>
                    <a:pt x="324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3" name="Google Shape;9053;p45"/>
            <p:cNvSpPr/>
            <p:nvPr/>
          </p:nvSpPr>
          <p:spPr>
            <a:xfrm>
              <a:off x="10137625" y="3129963"/>
              <a:ext cx="1007775" cy="700425"/>
            </a:xfrm>
            <a:custGeom>
              <a:avLst/>
              <a:gdLst/>
              <a:ahLst/>
              <a:cxnLst/>
              <a:rect l="l" t="t" r="r" b="b"/>
              <a:pathLst>
                <a:path w="40311" h="28017" fill="none" extrusionOk="0">
                  <a:moveTo>
                    <a:pt x="40310" y="8243"/>
                  </a:moveTo>
                  <a:lnTo>
                    <a:pt x="40310" y="19774"/>
                  </a:lnTo>
                  <a:lnTo>
                    <a:pt x="40310" y="19774"/>
                  </a:lnTo>
                  <a:lnTo>
                    <a:pt x="40290" y="20275"/>
                  </a:lnTo>
                  <a:lnTo>
                    <a:pt x="40250" y="20777"/>
                  </a:lnTo>
                  <a:lnTo>
                    <a:pt x="40170" y="21258"/>
                  </a:lnTo>
                  <a:lnTo>
                    <a:pt x="40069" y="21739"/>
                  </a:lnTo>
                  <a:lnTo>
                    <a:pt x="39949" y="22201"/>
                  </a:lnTo>
                  <a:lnTo>
                    <a:pt x="39789" y="22662"/>
                  </a:lnTo>
                  <a:lnTo>
                    <a:pt x="39608" y="23103"/>
                  </a:lnTo>
                  <a:lnTo>
                    <a:pt x="39408" y="23524"/>
                  </a:lnTo>
                  <a:lnTo>
                    <a:pt x="39408" y="23524"/>
                  </a:lnTo>
                  <a:lnTo>
                    <a:pt x="39147" y="24006"/>
                  </a:lnTo>
                  <a:lnTo>
                    <a:pt x="38826" y="24487"/>
                  </a:lnTo>
                  <a:lnTo>
                    <a:pt x="38505" y="24928"/>
                  </a:lnTo>
                  <a:lnTo>
                    <a:pt x="38144" y="25349"/>
                  </a:lnTo>
                  <a:lnTo>
                    <a:pt x="37743" y="25750"/>
                  </a:lnTo>
                  <a:lnTo>
                    <a:pt x="37322" y="26131"/>
                  </a:lnTo>
                  <a:lnTo>
                    <a:pt x="36901" y="26472"/>
                  </a:lnTo>
                  <a:lnTo>
                    <a:pt x="36420" y="26773"/>
                  </a:lnTo>
                  <a:lnTo>
                    <a:pt x="35938" y="27054"/>
                  </a:lnTo>
                  <a:lnTo>
                    <a:pt x="35437" y="27315"/>
                  </a:lnTo>
                  <a:lnTo>
                    <a:pt x="34915" y="27515"/>
                  </a:lnTo>
                  <a:lnTo>
                    <a:pt x="34374" y="27696"/>
                  </a:lnTo>
                  <a:lnTo>
                    <a:pt x="33812" y="27836"/>
                  </a:lnTo>
                  <a:lnTo>
                    <a:pt x="33251" y="27936"/>
                  </a:lnTo>
                  <a:lnTo>
                    <a:pt x="32649" y="27996"/>
                  </a:lnTo>
                  <a:lnTo>
                    <a:pt x="32068" y="28016"/>
                  </a:lnTo>
                  <a:lnTo>
                    <a:pt x="8263" y="28016"/>
                  </a:lnTo>
                  <a:lnTo>
                    <a:pt x="8263" y="28016"/>
                  </a:lnTo>
                  <a:lnTo>
                    <a:pt x="7822" y="28016"/>
                  </a:lnTo>
                  <a:lnTo>
                    <a:pt x="7401" y="27976"/>
                  </a:lnTo>
                  <a:lnTo>
                    <a:pt x="7000" y="27936"/>
                  </a:lnTo>
                  <a:lnTo>
                    <a:pt x="6598" y="27856"/>
                  </a:lnTo>
                  <a:lnTo>
                    <a:pt x="6197" y="27776"/>
                  </a:lnTo>
                  <a:lnTo>
                    <a:pt x="5796" y="27655"/>
                  </a:lnTo>
                  <a:lnTo>
                    <a:pt x="5415" y="27535"/>
                  </a:lnTo>
                  <a:lnTo>
                    <a:pt x="5034" y="27375"/>
                  </a:lnTo>
                  <a:lnTo>
                    <a:pt x="4673" y="27214"/>
                  </a:lnTo>
                  <a:lnTo>
                    <a:pt x="4332" y="27034"/>
                  </a:lnTo>
                  <a:lnTo>
                    <a:pt x="3971" y="26833"/>
                  </a:lnTo>
                  <a:lnTo>
                    <a:pt x="3650" y="26613"/>
                  </a:lnTo>
                  <a:lnTo>
                    <a:pt x="3330" y="26392"/>
                  </a:lnTo>
                  <a:lnTo>
                    <a:pt x="3009" y="26151"/>
                  </a:lnTo>
                  <a:lnTo>
                    <a:pt x="2708" y="25891"/>
                  </a:lnTo>
                  <a:lnTo>
                    <a:pt x="2427" y="25610"/>
                  </a:lnTo>
                  <a:lnTo>
                    <a:pt x="2146" y="25329"/>
                  </a:lnTo>
                  <a:lnTo>
                    <a:pt x="1886" y="25028"/>
                  </a:lnTo>
                  <a:lnTo>
                    <a:pt x="1645" y="24707"/>
                  </a:lnTo>
                  <a:lnTo>
                    <a:pt x="1424" y="24387"/>
                  </a:lnTo>
                  <a:lnTo>
                    <a:pt x="1204" y="24046"/>
                  </a:lnTo>
                  <a:lnTo>
                    <a:pt x="1003" y="23705"/>
                  </a:lnTo>
                  <a:lnTo>
                    <a:pt x="823" y="23364"/>
                  </a:lnTo>
                  <a:lnTo>
                    <a:pt x="662" y="22983"/>
                  </a:lnTo>
                  <a:lnTo>
                    <a:pt x="502" y="22622"/>
                  </a:lnTo>
                  <a:lnTo>
                    <a:pt x="382" y="22241"/>
                  </a:lnTo>
                  <a:lnTo>
                    <a:pt x="261" y="21840"/>
                  </a:lnTo>
                  <a:lnTo>
                    <a:pt x="181" y="21439"/>
                  </a:lnTo>
                  <a:lnTo>
                    <a:pt x="101" y="21037"/>
                  </a:lnTo>
                  <a:lnTo>
                    <a:pt x="41" y="20616"/>
                  </a:lnTo>
                  <a:lnTo>
                    <a:pt x="21" y="20195"/>
                  </a:lnTo>
                  <a:lnTo>
                    <a:pt x="1" y="19774"/>
                  </a:lnTo>
                  <a:lnTo>
                    <a:pt x="1" y="8243"/>
                  </a:lnTo>
                  <a:lnTo>
                    <a:pt x="1" y="8243"/>
                  </a:lnTo>
                  <a:lnTo>
                    <a:pt x="21" y="7842"/>
                  </a:lnTo>
                  <a:lnTo>
                    <a:pt x="41" y="7440"/>
                  </a:lnTo>
                  <a:lnTo>
                    <a:pt x="101" y="7039"/>
                  </a:lnTo>
                  <a:lnTo>
                    <a:pt x="161" y="6638"/>
                  </a:lnTo>
                  <a:lnTo>
                    <a:pt x="241" y="6257"/>
                  </a:lnTo>
                  <a:lnTo>
                    <a:pt x="341" y="5896"/>
                  </a:lnTo>
                  <a:lnTo>
                    <a:pt x="462" y="5515"/>
                  </a:lnTo>
                  <a:lnTo>
                    <a:pt x="602" y="5154"/>
                  </a:lnTo>
                  <a:lnTo>
                    <a:pt x="763" y="4813"/>
                  </a:lnTo>
                  <a:lnTo>
                    <a:pt x="923" y="4452"/>
                  </a:lnTo>
                  <a:lnTo>
                    <a:pt x="1104" y="4131"/>
                  </a:lnTo>
                  <a:lnTo>
                    <a:pt x="1304" y="3791"/>
                  </a:lnTo>
                  <a:lnTo>
                    <a:pt x="1525" y="3490"/>
                  </a:lnTo>
                  <a:lnTo>
                    <a:pt x="1745" y="3189"/>
                  </a:lnTo>
                  <a:lnTo>
                    <a:pt x="1986" y="2888"/>
                  </a:lnTo>
                  <a:lnTo>
                    <a:pt x="2227" y="2607"/>
                  </a:lnTo>
                  <a:lnTo>
                    <a:pt x="2507" y="2327"/>
                  </a:lnTo>
                  <a:lnTo>
                    <a:pt x="2768" y="2066"/>
                  </a:lnTo>
                  <a:lnTo>
                    <a:pt x="3069" y="1825"/>
                  </a:lnTo>
                  <a:lnTo>
                    <a:pt x="3370" y="1605"/>
                  </a:lnTo>
                  <a:lnTo>
                    <a:pt x="3671" y="1384"/>
                  </a:lnTo>
                  <a:lnTo>
                    <a:pt x="3991" y="1183"/>
                  </a:lnTo>
                  <a:lnTo>
                    <a:pt x="4332" y="983"/>
                  </a:lnTo>
                  <a:lnTo>
                    <a:pt x="4673" y="822"/>
                  </a:lnTo>
                  <a:lnTo>
                    <a:pt x="5014" y="662"/>
                  </a:lnTo>
                  <a:lnTo>
                    <a:pt x="5375" y="502"/>
                  </a:lnTo>
                  <a:lnTo>
                    <a:pt x="5736" y="381"/>
                  </a:lnTo>
                  <a:lnTo>
                    <a:pt x="6117" y="281"/>
                  </a:lnTo>
                  <a:lnTo>
                    <a:pt x="6498" y="181"/>
                  </a:lnTo>
                  <a:lnTo>
                    <a:pt x="6879" y="101"/>
                  </a:lnTo>
                  <a:lnTo>
                    <a:pt x="7280" y="60"/>
                  </a:lnTo>
                  <a:lnTo>
                    <a:pt x="7681" y="20"/>
                  </a:lnTo>
                  <a:lnTo>
                    <a:pt x="7681" y="20"/>
                  </a:lnTo>
                  <a:lnTo>
                    <a:pt x="8263" y="0"/>
                  </a:lnTo>
                  <a:lnTo>
                    <a:pt x="32068" y="0"/>
                  </a:lnTo>
                  <a:lnTo>
                    <a:pt x="32068" y="0"/>
                  </a:lnTo>
                  <a:lnTo>
                    <a:pt x="32489" y="0"/>
                  </a:lnTo>
                  <a:lnTo>
                    <a:pt x="32910" y="40"/>
                  </a:lnTo>
                  <a:lnTo>
                    <a:pt x="33311" y="80"/>
                  </a:lnTo>
                  <a:lnTo>
                    <a:pt x="33732" y="161"/>
                  </a:lnTo>
                  <a:lnTo>
                    <a:pt x="34133" y="261"/>
                  </a:lnTo>
                  <a:lnTo>
                    <a:pt x="34514" y="361"/>
                  </a:lnTo>
                  <a:lnTo>
                    <a:pt x="34895" y="502"/>
                  </a:lnTo>
                  <a:lnTo>
                    <a:pt x="35276" y="642"/>
                  </a:lnTo>
                  <a:lnTo>
                    <a:pt x="35637" y="802"/>
                  </a:lnTo>
                  <a:lnTo>
                    <a:pt x="35998" y="983"/>
                  </a:lnTo>
                  <a:lnTo>
                    <a:pt x="36339" y="1183"/>
                  </a:lnTo>
                  <a:lnTo>
                    <a:pt x="36680" y="1404"/>
                  </a:lnTo>
                  <a:lnTo>
                    <a:pt x="37001" y="1625"/>
                  </a:lnTo>
                  <a:lnTo>
                    <a:pt x="37302" y="1885"/>
                  </a:lnTo>
                  <a:lnTo>
                    <a:pt x="37603" y="2126"/>
                  </a:lnTo>
                  <a:lnTo>
                    <a:pt x="37904" y="2407"/>
                  </a:lnTo>
                  <a:lnTo>
                    <a:pt x="38164" y="2688"/>
                  </a:lnTo>
                  <a:lnTo>
                    <a:pt x="38425" y="2988"/>
                  </a:lnTo>
                  <a:lnTo>
                    <a:pt x="38666" y="3309"/>
                  </a:lnTo>
                  <a:lnTo>
                    <a:pt x="38906" y="3630"/>
                  </a:lnTo>
                  <a:lnTo>
                    <a:pt x="39107" y="3971"/>
                  </a:lnTo>
                  <a:lnTo>
                    <a:pt x="39307" y="4312"/>
                  </a:lnTo>
                  <a:lnTo>
                    <a:pt x="39488" y="4673"/>
                  </a:lnTo>
                  <a:lnTo>
                    <a:pt x="39668" y="5034"/>
                  </a:lnTo>
                  <a:lnTo>
                    <a:pt x="39809" y="5395"/>
                  </a:lnTo>
                  <a:lnTo>
                    <a:pt x="39929" y="5796"/>
                  </a:lnTo>
                  <a:lnTo>
                    <a:pt x="40049" y="6177"/>
                  </a:lnTo>
                  <a:lnTo>
                    <a:pt x="40150" y="6578"/>
                  </a:lnTo>
                  <a:lnTo>
                    <a:pt x="40210" y="6979"/>
                  </a:lnTo>
                  <a:lnTo>
                    <a:pt x="40270" y="7400"/>
                  </a:lnTo>
                  <a:lnTo>
                    <a:pt x="40290" y="7822"/>
                  </a:lnTo>
                  <a:lnTo>
                    <a:pt x="40310" y="82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4" name="Google Shape;9054;p45"/>
            <p:cNvSpPr/>
            <p:nvPr/>
          </p:nvSpPr>
          <p:spPr>
            <a:xfrm>
              <a:off x="103557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5" name="Google Shape;9055;p45"/>
            <p:cNvSpPr/>
            <p:nvPr/>
          </p:nvSpPr>
          <p:spPr>
            <a:xfrm>
              <a:off x="103557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9056;p45"/>
            <p:cNvSpPr/>
            <p:nvPr/>
          </p:nvSpPr>
          <p:spPr>
            <a:xfrm>
              <a:off x="104319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63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63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9057;p45"/>
            <p:cNvSpPr/>
            <p:nvPr/>
          </p:nvSpPr>
          <p:spPr>
            <a:xfrm>
              <a:off x="104319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63" y="1"/>
                  </a:moveTo>
                  <a:lnTo>
                    <a:pt x="763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63" y="4333"/>
                  </a:lnTo>
                  <a:lnTo>
                    <a:pt x="763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8" name="Google Shape;9058;p45"/>
            <p:cNvSpPr/>
            <p:nvPr/>
          </p:nvSpPr>
          <p:spPr>
            <a:xfrm>
              <a:off x="1050862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3" y="1"/>
                  </a:moveTo>
                  <a:lnTo>
                    <a:pt x="582" y="21"/>
                  </a:lnTo>
                  <a:lnTo>
                    <a:pt x="442" y="61"/>
                  </a:lnTo>
                  <a:lnTo>
                    <a:pt x="322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2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3" y="4333"/>
                  </a:lnTo>
                  <a:lnTo>
                    <a:pt x="883" y="4313"/>
                  </a:lnTo>
                  <a:lnTo>
                    <a:pt x="1024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5" y="3992"/>
                  </a:lnTo>
                  <a:lnTo>
                    <a:pt x="1425" y="3872"/>
                  </a:lnTo>
                  <a:lnTo>
                    <a:pt x="1465" y="3731"/>
                  </a:lnTo>
                  <a:lnTo>
                    <a:pt x="1485" y="3591"/>
                  </a:lnTo>
                  <a:lnTo>
                    <a:pt x="1485" y="763"/>
                  </a:lnTo>
                  <a:lnTo>
                    <a:pt x="1465" y="603"/>
                  </a:lnTo>
                  <a:lnTo>
                    <a:pt x="1425" y="462"/>
                  </a:lnTo>
                  <a:lnTo>
                    <a:pt x="1365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24" y="61"/>
                  </a:lnTo>
                  <a:lnTo>
                    <a:pt x="883" y="21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9" name="Google Shape;9059;p45"/>
            <p:cNvSpPr/>
            <p:nvPr/>
          </p:nvSpPr>
          <p:spPr>
            <a:xfrm>
              <a:off x="1050862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3" y="1"/>
                  </a:moveTo>
                  <a:lnTo>
                    <a:pt x="743" y="1"/>
                  </a:lnTo>
                  <a:lnTo>
                    <a:pt x="582" y="21"/>
                  </a:lnTo>
                  <a:lnTo>
                    <a:pt x="442" y="61"/>
                  </a:lnTo>
                  <a:lnTo>
                    <a:pt x="322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1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2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3" y="4333"/>
                  </a:lnTo>
                  <a:lnTo>
                    <a:pt x="743" y="4333"/>
                  </a:lnTo>
                  <a:lnTo>
                    <a:pt x="883" y="4313"/>
                  </a:lnTo>
                  <a:lnTo>
                    <a:pt x="1024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5" y="3992"/>
                  </a:lnTo>
                  <a:lnTo>
                    <a:pt x="1425" y="3872"/>
                  </a:lnTo>
                  <a:lnTo>
                    <a:pt x="1465" y="3731"/>
                  </a:lnTo>
                  <a:lnTo>
                    <a:pt x="1485" y="3591"/>
                  </a:lnTo>
                  <a:lnTo>
                    <a:pt x="1485" y="763"/>
                  </a:lnTo>
                  <a:lnTo>
                    <a:pt x="1485" y="763"/>
                  </a:lnTo>
                  <a:lnTo>
                    <a:pt x="1465" y="603"/>
                  </a:lnTo>
                  <a:lnTo>
                    <a:pt x="1425" y="462"/>
                  </a:lnTo>
                  <a:lnTo>
                    <a:pt x="1365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24" y="61"/>
                  </a:lnTo>
                  <a:lnTo>
                    <a:pt x="883" y="21"/>
                  </a:lnTo>
                  <a:lnTo>
                    <a:pt x="7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0" name="Google Shape;9060;p45"/>
            <p:cNvSpPr/>
            <p:nvPr/>
          </p:nvSpPr>
          <p:spPr>
            <a:xfrm>
              <a:off x="105848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1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20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1" name="Google Shape;9061;p45"/>
            <p:cNvSpPr/>
            <p:nvPr/>
          </p:nvSpPr>
          <p:spPr>
            <a:xfrm>
              <a:off x="105848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1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20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2" name="Google Shape;9062;p45"/>
            <p:cNvSpPr/>
            <p:nvPr/>
          </p:nvSpPr>
          <p:spPr>
            <a:xfrm>
              <a:off x="106610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8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3" name="Google Shape;9063;p45"/>
            <p:cNvSpPr/>
            <p:nvPr/>
          </p:nvSpPr>
          <p:spPr>
            <a:xfrm>
              <a:off x="106610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8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8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4" name="Google Shape;9064;p45"/>
            <p:cNvSpPr/>
            <p:nvPr/>
          </p:nvSpPr>
          <p:spPr>
            <a:xfrm>
              <a:off x="10737250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43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2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2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3" y="4333"/>
                  </a:lnTo>
                  <a:lnTo>
                    <a:pt x="903" y="4313"/>
                  </a:lnTo>
                  <a:lnTo>
                    <a:pt x="1044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5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5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4" y="61"/>
                  </a:lnTo>
                  <a:lnTo>
                    <a:pt x="903" y="21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5" name="Google Shape;9065;p45"/>
            <p:cNvSpPr/>
            <p:nvPr/>
          </p:nvSpPr>
          <p:spPr>
            <a:xfrm>
              <a:off x="10737250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43" y="1"/>
                  </a:moveTo>
                  <a:lnTo>
                    <a:pt x="743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2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2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3" y="4333"/>
                  </a:lnTo>
                  <a:lnTo>
                    <a:pt x="743" y="4333"/>
                  </a:lnTo>
                  <a:lnTo>
                    <a:pt x="903" y="4313"/>
                  </a:lnTo>
                  <a:lnTo>
                    <a:pt x="1044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5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5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4" y="61"/>
                  </a:lnTo>
                  <a:lnTo>
                    <a:pt x="903" y="21"/>
                  </a:lnTo>
                  <a:lnTo>
                    <a:pt x="7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6" name="Google Shape;9066;p45"/>
            <p:cNvSpPr/>
            <p:nvPr/>
          </p:nvSpPr>
          <p:spPr>
            <a:xfrm>
              <a:off x="1081347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62" y="1"/>
                  </a:moveTo>
                  <a:lnTo>
                    <a:pt x="602" y="21"/>
                  </a:lnTo>
                  <a:lnTo>
                    <a:pt x="461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0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62" y="4333"/>
                  </a:lnTo>
                  <a:lnTo>
                    <a:pt x="902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3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3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2" y="21"/>
                  </a:lnTo>
                  <a:lnTo>
                    <a:pt x="76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7" name="Google Shape;9067;p45"/>
            <p:cNvSpPr/>
            <p:nvPr/>
          </p:nvSpPr>
          <p:spPr>
            <a:xfrm>
              <a:off x="1081347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62" y="1"/>
                  </a:moveTo>
                  <a:lnTo>
                    <a:pt x="762" y="1"/>
                  </a:lnTo>
                  <a:lnTo>
                    <a:pt x="602" y="21"/>
                  </a:lnTo>
                  <a:lnTo>
                    <a:pt x="461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0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62" y="4333"/>
                  </a:lnTo>
                  <a:lnTo>
                    <a:pt x="762" y="4333"/>
                  </a:lnTo>
                  <a:lnTo>
                    <a:pt x="902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3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3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2" y="21"/>
                  </a:lnTo>
                  <a:lnTo>
                    <a:pt x="7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8" name="Google Shape;9068;p45"/>
            <p:cNvSpPr/>
            <p:nvPr/>
          </p:nvSpPr>
          <p:spPr>
            <a:xfrm>
              <a:off x="1089017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582" y="21"/>
                  </a:lnTo>
                  <a:lnTo>
                    <a:pt x="44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9" name="Google Shape;9069;p45"/>
            <p:cNvSpPr/>
            <p:nvPr/>
          </p:nvSpPr>
          <p:spPr>
            <a:xfrm>
              <a:off x="1089017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582" y="21"/>
                  </a:lnTo>
                  <a:lnTo>
                    <a:pt x="44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0" name="Google Shape;9070;p45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extrusionOk="0">
                  <a:moveTo>
                    <a:pt x="2988" y="1"/>
                  </a:moveTo>
                  <a:lnTo>
                    <a:pt x="2668" y="21"/>
                  </a:lnTo>
                  <a:lnTo>
                    <a:pt x="2347" y="81"/>
                  </a:lnTo>
                  <a:lnTo>
                    <a:pt x="2046" y="181"/>
                  </a:lnTo>
                  <a:lnTo>
                    <a:pt x="1745" y="302"/>
                  </a:lnTo>
                  <a:lnTo>
                    <a:pt x="1464" y="462"/>
                  </a:lnTo>
                  <a:lnTo>
                    <a:pt x="1224" y="643"/>
                  </a:lnTo>
                  <a:lnTo>
                    <a:pt x="983" y="843"/>
                  </a:lnTo>
                  <a:lnTo>
                    <a:pt x="762" y="1084"/>
                  </a:lnTo>
                  <a:lnTo>
                    <a:pt x="582" y="1325"/>
                  </a:lnTo>
                  <a:lnTo>
                    <a:pt x="401" y="1605"/>
                  </a:lnTo>
                  <a:lnTo>
                    <a:pt x="261" y="1886"/>
                  </a:lnTo>
                  <a:lnTo>
                    <a:pt x="161" y="2187"/>
                  </a:lnTo>
                  <a:lnTo>
                    <a:pt x="80" y="2488"/>
                  </a:lnTo>
                  <a:lnTo>
                    <a:pt x="20" y="2809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41" y="3992"/>
                  </a:lnTo>
                  <a:lnTo>
                    <a:pt x="241" y="4253"/>
                  </a:lnTo>
                  <a:lnTo>
                    <a:pt x="361" y="4513"/>
                  </a:lnTo>
                  <a:lnTo>
                    <a:pt x="502" y="4754"/>
                  </a:lnTo>
                  <a:lnTo>
                    <a:pt x="662" y="4974"/>
                  </a:lnTo>
                  <a:lnTo>
                    <a:pt x="863" y="5195"/>
                  </a:lnTo>
                  <a:lnTo>
                    <a:pt x="1083" y="5396"/>
                  </a:lnTo>
                  <a:lnTo>
                    <a:pt x="1304" y="5576"/>
                  </a:lnTo>
                  <a:lnTo>
                    <a:pt x="1565" y="5716"/>
                  </a:lnTo>
                  <a:lnTo>
                    <a:pt x="1845" y="5857"/>
                  </a:lnTo>
                  <a:lnTo>
                    <a:pt x="2126" y="5977"/>
                  </a:lnTo>
                  <a:lnTo>
                    <a:pt x="2447" y="6057"/>
                  </a:lnTo>
                  <a:lnTo>
                    <a:pt x="2768" y="609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6037" y="3751"/>
                  </a:lnTo>
                  <a:lnTo>
                    <a:pt x="6097" y="3410"/>
                  </a:lnTo>
                  <a:lnTo>
                    <a:pt x="6117" y="3089"/>
                  </a:lnTo>
                  <a:lnTo>
                    <a:pt x="6097" y="2748"/>
                  </a:lnTo>
                  <a:lnTo>
                    <a:pt x="6057" y="2488"/>
                  </a:lnTo>
                  <a:lnTo>
                    <a:pt x="5997" y="2247"/>
                  </a:lnTo>
                  <a:lnTo>
                    <a:pt x="5916" y="1986"/>
                  </a:lnTo>
                  <a:lnTo>
                    <a:pt x="5816" y="1746"/>
                  </a:lnTo>
                  <a:lnTo>
                    <a:pt x="5696" y="1525"/>
                  </a:lnTo>
                  <a:lnTo>
                    <a:pt x="5555" y="1304"/>
                  </a:lnTo>
                  <a:lnTo>
                    <a:pt x="5395" y="1104"/>
                  </a:lnTo>
                  <a:lnTo>
                    <a:pt x="5214" y="903"/>
                  </a:lnTo>
                  <a:lnTo>
                    <a:pt x="5014" y="743"/>
                  </a:lnTo>
                  <a:lnTo>
                    <a:pt x="4813" y="583"/>
                  </a:lnTo>
                  <a:lnTo>
                    <a:pt x="4593" y="422"/>
                  </a:lnTo>
                  <a:lnTo>
                    <a:pt x="4352" y="302"/>
                  </a:lnTo>
                  <a:lnTo>
                    <a:pt x="4091" y="201"/>
                  </a:lnTo>
                  <a:lnTo>
                    <a:pt x="3831" y="121"/>
                  </a:lnTo>
                  <a:lnTo>
                    <a:pt x="3570" y="61"/>
                  </a:lnTo>
                  <a:lnTo>
                    <a:pt x="3289" y="21"/>
                  </a:lnTo>
                  <a:lnTo>
                    <a:pt x="298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1" name="Google Shape;9071;p45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fill="none" extrusionOk="0">
                  <a:moveTo>
                    <a:pt x="5936" y="4092"/>
                  </a:moveTo>
                  <a:lnTo>
                    <a:pt x="5936" y="4092"/>
                  </a:lnTo>
                  <a:lnTo>
                    <a:pt x="5856" y="4293"/>
                  </a:lnTo>
                  <a:lnTo>
                    <a:pt x="5756" y="4493"/>
                  </a:lnTo>
                  <a:lnTo>
                    <a:pt x="5656" y="4674"/>
                  </a:lnTo>
                  <a:lnTo>
                    <a:pt x="5535" y="4854"/>
                  </a:lnTo>
                  <a:lnTo>
                    <a:pt x="5415" y="5015"/>
                  </a:lnTo>
                  <a:lnTo>
                    <a:pt x="5275" y="5175"/>
                  </a:lnTo>
                  <a:lnTo>
                    <a:pt x="5134" y="5335"/>
                  </a:lnTo>
                  <a:lnTo>
                    <a:pt x="4974" y="5476"/>
                  </a:lnTo>
                  <a:lnTo>
                    <a:pt x="4813" y="5596"/>
                  </a:lnTo>
                  <a:lnTo>
                    <a:pt x="4653" y="5716"/>
                  </a:lnTo>
                  <a:lnTo>
                    <a:pt x="4472" y="5817"/>
                  </a:lnTo>
                  <a:lnTo>
                    <a:pt x="4272" y="5897"/>
                  </a:lnTo>
                  <a:lnTo>
                    <a:pt x="4091" y="5977"/>
                  </a:lnTo>
                  <a:lnTo>
                    <a:pt x="3891" y="6037"/>
                  </a:lnTo>
                  <a:lnTo>
                    <a:pt x="3670" y="6077"/>
                  </a:lnTo>
                  <a:lnTo>
                    <a:pt x="3470" y="6098"/>
                  </a:lnTo>
                  <a:lnTo>
                    <a:pt x="3470" y="6098"/>
                  </a:lnTo>
                  <a:lnTo>
                    <a:pt x="3109" y="6118"/>
                  </a:lnTo>
                  <a:lnTo>
                    <a:pt x="2768" y="6098"/>
                  </a:lnTo>
                  <a:lnTo>
                    <a:pt x="2447" y="6057"/>
                  </a:lnTo>
                  <a:lnTo>
                    <a:pt x="2126" y="5977"/>
                  </a:lnTo>
                  <a:lnTo>
                    <a:pt x="1845" y="5857"/>
                  </a:lnTo>
                  <a:lnTo>
                    <a:pt x="1565" y="5716"/>
                  </a:lnTo>
                  <a:lnTo>
                    <a:pt x="1304" y="5576"/>
                  </a:lnTo>
                  <a:lnTo>
                    <a:pt x="1083" y="5396"/>
                  </a:lnTo>
                  <a:lnTo>
                    <a:pt x="863" y="5195"/>
                  </a:lnTo>
                  <a:lnTo>
                    <a:pt x="662" y="4974"/>
                  </a:lnTo>
                  <a:lnTo>
                    <a:pt x="502" y="4754"/>
                  </a:lnTo>
                  <a:lnTo>
                    <a:pt x="361" y="4513"/>
                  </a:lnTo>
                  <a:lnTo>
                    <a:pt x="241" y="4253"/>
                  </a:lnTo>
                  <a:lnTo>
                    <a:pt x="141" y="3992"/>
                  </a:lnTo>
                  <a:lnTo>
                    <a:pt x="60" y="3731"/>
                  </a:lnTo>
                  <a:lnTo>
                    <a:pt x="20" y="3470"/>
                  </a:lnTo>
                  <a:lnTo>
                    <a:pt x="20" y="3470"/>
                  </a:lnTo>
                  <a:lnTo>
                    <a:pt x="0" y="3150"/>
                  </a:lnTo>
                  <a:lnTo>
                    <a:pt x="20" y="2809"/>
                  </a:lnTo>
                  <a:lnTo>
                    <a:pt x="80" y="2488"/>
                  </a:lnTo>
                  <a:lnTo>
                    <a:pt x="161" y="2187"/>
                  </a:lnTo>
                  <a:lnTo>
                    <a:pt x="261" y="1886"/>
                  </a:lnTo>
                  <a:lnTo>
                    <a:pt x="401" y="1605"/>
                  </a:lnTo>
                  <a:lnTo>
                    <a:pt x="582" y="1325"/>
                  </a:lnTo>
                  <a:lnTo>
                    <a:pt x="762" y="1084"/>
                  </a:lnTo>
                  <a:lnTo>
                    <a:pt x="983" y="843"/>
                  </a:lnTo>
                  <a:lnTo>
                    <a:pt x="1224" y="643"/>
                  </a:lnTo>
                  <a:lnTo>
                    <a:pt x="1464" y="462"/>
                  </a:lnTo>
                  <a:lnTo>
                    <a:pt x="1745" y="302"/>
                  </a:lnTo>
                  <a:lnTo>
                    <a:pt x="2046" y="181"/>
                  </a:lnTo>
                  <a:lnTo>
                    <a:pt x="2347" y="81"/>
                  </a:lnTo>
                  <a:lnTo>
                    <a:pt x="2668" y="21"/>
                  </a:lnTo>
                  <a:lnTo>
                    <a:pt x="2988" y="1"/>
                  </a:lnTo>
                  <a:lnTo>
                    <a:pt x="2988" y="1"/>
                  </a:lnTo>
                  <a:lnTo>
                    <a:pt x="3289" y="21"/>
                  </a:lnTo>
                  <a:lnTo>
                    <a:pt x="3289" y="21"/>
                  </a:lnTo>
                  <a:lnTo>
                    <a:pt x="3570" y="61"/>
                  </a:lnTo>
                  <a:lnTo>
                    <a:pt x="3831" y="121"/>
                  </a:lnTo>
                  <a:lnTo>
                    <a:pt x="4091" y="201"/>
                  </a:lnTo>
                  <a:lnTo>
                    <a:pt x="4352" y="302"/>
                  </a:lnTo>
                  <a:lnTo>
                    <a:pt x="4593" y="422"/>
                  </a:lnTo>
                  <a:lnTo>
                    <a:pt x="4813" y="583"/>
                  </a:lnTo>
                  <a:lnTo>
                    <a:pt x="5014" y="743"/>
                  </a:lnTo>
                  <a:lnTo>
                    <a:pt x="5214" y="903"/>
                  </a:lnTo>
                  <a:lnTo>
                    <a:pt x="5395" y="1104"/>
                  </a:lnTo>
                  <a:lnTo>
                    <a:pt x="5555" y="1304"/>
                  </a:lnTo>
                  <a:lnTo>
                    <a:pt x="5696" y="1525"/>
                  </a:lnTo>
                  <a:lnTo>
                    <a:pt x="5816" y="1746"/>
                  </a:lnTo>
                  <a:lnTo>
                    <a:pt x="5916" y="1986"/>
                  </a:lnTo>
                  <a:lnTo>
                    <a:pt x="5997" y="2247"/>
                  </a:lnTo>
                  <a:lnTo>
                    <a:pt x="6057" y="2488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117" y="3089"/>
                  </a:lnTo>
                  <a:lnTo>
                    <a:pt x="6097" y="3410"/>
                  </a:lnTo>
                  <a:lnTo>
                    <a:pt x="6037" y="3751"/>
                  </a:lnTo>
                  <a:lnTo>
                    <a:pt x="5936" y="409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2" name="Google Shape;9072;p45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extrusionOk="0">
                  <a:moveTo>
                    <a:pt x="2988" y="1"/>
                  </a:moveTo>
                  <a:lnTo>
                    <a:pt x="2688" y="21"/>
                  </a:lnTo>
                  <a:lnTo>
                    <a:pt x="2387" y="81"/>
                  </a:lnTo>
                  <a:lnTo>
                    <a:pt x="2086" y="161"/>
                  </a:lnTo>
                  <a:lnTo>
                    <a:pt x="1825" y="262"/>
                  </a:lnTo>
                  <a:lnTo>
                    <a:pt x="1565" y="402"/>
                  </a:lnTo>
                  <a:lnTo>
                    <a:pt x="1304" y="562"/>
                  </a:lnTo>
                  <a:lnTo>
                    <a:pt x="1083" y="763"/>
                  </a:lnTo>
                  <a:lnTo>
                    <a:pt x="863" y="964"/>
                  </a:lnTo>
                  <a:lnTo>
                    <a:pt x="682" y="1184"/>
                  </a:lnTo>
                  <a:lnTo>
                    <a:pt x="502" y="1425"/>
                  </a:lnTo>
                  <a:lnTo>
                    <a:pt x="361" y="1686"/>
                  </a:lnTo>
                  <a:lnTo>
                    <a:pt x="241" y="1946"/>
                  </a:lnTo>
                  <a:lnTo>
                    <a:pt x="141" y="2247"/>
                  </a:lnTo>
                  <a:lnTo>
                    <a:pt x="60" y="2528"/>
                  </a:lnTo>
                  <a:lnTo>
                    <a:pt x="20" y="2829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21" y="3972"/>
                  </a:lnTo>
                  <a:lnTo>
                    <a:pt x="221" y="4212"/>
                  </a:lnTo>
                  <a:lnTo>
                    <a:pt x="321" y="4453"/>
                  </a:lnTo>
                  <a:lnTo>
                    <a:pt x="462" y="4674"/>
                  </a:lnTo>
                  <a:lnTo>
                    <a:pt x="602" y="4894"/>
                  </a:lnTo>
                  <a:lnTo>
                    <a:pt x="782" y="5095"/>
                  </a:lnTo>
                  <a:lnTo>
                    <a:pt x="963" y="5295"/>
                  </a:lnTo>
                  <a:lnTo>
                    <a:pt x="1183" y="5476"/>
                  </a:lnTo>
                  <a:lnTo>
                    <a:pt x="1404" y="5636"/>
                  </a:lnTo>
                  <a:lnTo>
                    <a:pt x="1665" y="5777"/>
                  </a:lnTo>
                  <a:lnTo>
                    <a:pt x="1925" y="5897"/>
                  </a:lnTo>
                  <a:lnTo>
                    <a:pt x="2186" y="5997"/>
                  </a:lnTo>
                  <a:lnTo>
                    <a:pt x="2487" y="6057"/>
                  </a:lnTo>
                  <a:lnTo>
                    <a:pt x="2788" y="611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6017" y="3831"/>
                  </a:lnTo>
                  <a:lnTo>
                    <a:pt x="6077" y="3571"/>
                  </a:lnTo>
                  <a:lnTo>
                    <a:pt x="6097" y="3310"/>
                  </a:lnTo>
                  <a:lnTo>
                    <a:pt x="6117" y="3049"/>
                  </a:lnTo>
                  <a:lnTo>
                    <a:pt x="6097" y="2748"/>
                  </a:lnTo>
                  <a:lnTo>
                    <a:pt x="6017" y="2949"/>
                  </a:lnTo>
                  <a:lnTo>
                    <a:pt x="5936" y="3150"/>
                  </a:lnTo>
                  <a:lnTo>
                    <a:pt x="5836" y="3330"/>
                  </a:lnTo>
                  <a:lnTo>
                    <a:pt x="5716" y="3510"/>
                  </a:lnTo>
                  <a:lnTo>
                    <a:pt x="5595" y="3671"/>
                  </a:lnTo>
                  <a:lnTo>
                    <a:pt x="5455" y="3831"/>
                  </a:lnTo>
                  <a:lnTo>
                    <a:pt x="5315" y="3992"/>
                  </a:lnTo>
                  <a:lnTo>
                    <a:pt x="5154" y="4112"/>
                  </a:lnTo>
                  <a:lnTo>
                    <a:pt x="4994" y="4232"/>
                  </a:lnTo>
                  <a:lnTo>
                    <a:pt x="4833" y="4353"/>
                  </a:lnTo>
                  <a:lnTo>
                    <a:pt x="4653" y="4453"/>
                  </a:lnTo>
                  <a:lnTo>
                    <a:pt x="4452" y="4533"/>
                  </a:lnTo>
                  <a:lnTo>
                    <a:pt x="4272" y="4593"/>
                  </a:lnTo>
                  <a:lnTo>
                    <a:pt x="4071" y="4634"/>
                  </a:lnTo>
                  <a:lnTo>
                    <a:pt x="3871" y="4654"/>
                  </a:lnTo>
                  <a:lnTo>
                    <a:pt x="3670" y="4674"/>
                  </a:lnTo>
                  <a:lnTo>
                    <a:pt x="3510" y="4674"/>
                  </a:lnTo>
                  <a:lnTo>
                    <a:pt x="3349" y="4654"/>
                  </a:lnTo>
                  <a:lnTo>
                    <a:pt x="3189" y="4613"/>
                  </a:lnTo>
                  <a:lnTo>
                    <a:pt x="3028" y="4573"/>
                  </a:lnTo>
                  <a:lnTo>
                    <a:pt x="2868" y="4513"/>
                  </a:lnTo>
                  <a:lnTo>
                    <a:pt x="2708" y="4453"/>
                  </a:lnTo>
                  <a:lnTo>
                    <a:pt x="2527" y="4353"/>
                  </a:lnTo>
                  <a:lnTo>
                    <a:pt x="2367" y="4253"/>
                  </a:lnTo>
                  <a:lnTo>
                    <a:pt x="2226" y="4152"/>
                  </a:lnTo>
                  <a:lnTo>
                    <a:pt x="2086" y="4032"/>
                  </a:lnTo>
                  <a:lnTo>
                    <a:pt x="1946" y="3892"/>
                  </a:lnTo>
                  <a:lnTo>
                    <a:pt x="1825" y="3751"/>
                  </a:lnTo>
                  <a:lnTo>
                    <a:pt x="1725" y="3611"/>
                  </a:lnTo>
                  <a:lnTo>
                    <a:pt x="1625" y="3450"/>
                  </a:lnTo>
                  <a:lnTo>
                    <a:pt x="1524" y="3270"/>
                  </a:lnTo>
                  <a:lnTo>
                    <a:pt x="1464" y="3109"/>
                  </a:lnTo>
                  <a:lnTo>
                    <a:pt x="1404" y="2929"/>
                  </a:lnTo>
                  <a:lnTo>
                    <a:pt x="1344" y="2748"/>
                  </a:lnTo>
                  <a:lnTo>
                    <a:pt x="1324" y="2568"/>
                  </a:lnTo>
                  <a:lnTo>
                    <a:pt x="1304" y="2387"/>
                  </a:lnTo>
                  <a:lnTo>
                    <a:pt x="1304" y="2187"/>
                  </a:lnTo>
                  <a:lnTo>
                    <a:pt x="1304" y="2006"/>
                  </a:lnTo>
                  <a:lnTo>
                    <a:pt x="1344" y="1826"/>
                  </a:lnTo>
                  <a:lnTo>
                    <a:pt x="1384" y="1645"/>
                  </a:lnTo>
                  <a:lnTo>
                    <a:pt x="1484" y="1345"/>
                  </a:lnTo>
                  <a:lnTo>
                    <a:pt x="1625" y="1084"/>
                  </a:lnTo>
                  <a:lnTo>
                    <a:pt x="1805" y="843"/>
                  </a:lnTo>
                  <a:lnTo>
                    <a:pt x="1986" y="643"/>
                  </a:lnTo>
                  <a:lnTo>
                    <a:pt x="2226" y="442"/>
                  </a:lnTo>
                  <a:lnTo>
                    <a:pt x="2467" y="282"/>
                  </a:lnTo>
                  <a:lnTo>
                    <a:pt x="2708" y="141"/>
                  </a:lnTo>
                  <a:lnTo>
                    <a:pt x="298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3" name="Google Shape;9073;p45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fill="none" extrusionOk="0">
                  <a:moveTo>
                    <a:pt x="2988" y="1"/>
                  </a:moveTo>
                  <a:lnTo>
                    <a:pt x="2988" y="1"/>
                  </a:lnTo>
                  <a:lnTo>
                    <a:pt x="2688" y="21"/>
                  </a:lnTo>
                  <a:lnTo>
                    <a:pt x="2387" y="81"/>
                  </a:lnTo>
                  <a:lnTo>
                    <a:pt x="2086" y="161"/>
                  </a:lnTo>
                  <a:lnTo>
                    <a:pt x="1825" y="262"/>
                  </a:lnTo>
                  <a:lnTo>
                    <a:pt x="1565" y="402"/>
                  </a:lnTo>
                  <a:lnTo>
                    <a:pt x="1304" y="562"/>
                  </a:lnTo>
                  <a:lnTo>
                    <a:pt x="1083" y="763"/>
                  </a:lnTo>
                  <a:lnTo>
                    <a:pt x="863" y="964"/>
                  </a:lnTo>
                  <a:lnTo>
                    <a:pt x="682" y="1184"/>
                  </a:lnTo>
                  <a:lnTo>
                    <a:pt x="502" y="1425"/>
                  </a:lnTo>
                  <a:lnTo>
                    <a:pt x="361" y="1686"/>
                  </a:lnTo>
                  <a:lnTo>
                    <a:pt x="241" y="1946"/>
                  </a:lnTo>
                  <a:lnTo>
                    <a:pt x="141" y="2247"/>
                  </a:lnTo>
                  <a:lnTo>
                    <a:pt x="60" y="2528"/>
                  </a:lnTo>
                  <a:lnTo>
                    <a:pt x="20" y="2829"/>
                  </a:lnTo>
                  <a:lnTo>
                    <a:pt x="0" y="3150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21" y="3972"/>
                  </a:lnTo>
                  <a:lnTo>
                    <a:pt x="221" y="4212"/>
                  </a:lnTo>
                  <a:lnTo>
                    <a:pt x="321" y="4453"/>
                  </a:lnTo>
                  <a:lnTo>
                    <a:pt x="462" y="4674"/>
                  </a:lnTo>
                  <a:lnTo>
                    <a:pt x="602" y="4894"/>
                  </a:lnTo>
                  <a:lnTo>
                    <a:pt x="782" y="5095"/>
                  </a:lnTo>
                  <a:lnTo>
                    <a:pt x="963" y="5295"/>
                  </a:lnTo>
                  <a:lnTo>
                    <a:pt x="1183" y="5476"/>
                  </a:lnTo>
                  <a:lnTo>
                    <a:pt x="1404" y="5636"/>
                  </a:lnTo>
                  <a:lnTo>
                    <a:pt x="1665" y="5777"/>
                  </a:lnTo>
                  <a:lnTo>
                    <a:pt x="1925" y="5897"/>
                  </a:lnTo>
                  <a:lnTo>
                    <a:pt x="2186" y="5997"/>
                  </a:lnTo>
                  <a:lnTo>
                    <a:pt x="2487" y="6057"/>
                  </a:lnTo>
                  <a:lnTo>
                    <a:pt x="2788" y="6118"/>
                  </a:lnTo>
                  <a:lnTo>
                    <a:pt x="3109" y="611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5936" y="4092"/>
                  </a:lnTo>
                  <a:lnTo>
                    <a:pt x="6017" y="3831"/>
                  </a:lnTo>
                  <a:lnTo>
                    <a:pt x="6077" y="3571"/>
                  </a:lnTo>
                  <a:lnTo>
                    <a:pt x="6097" y="3310"/>
                  </a:lnTo>
                  <a:lnTo>
                    <a:pt x="6117" y="3049"/>
                  </a:lnTo>
                  <a:lnTo>
                    <a:pt x="6117" y="3049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017" y="2949"/>
                  </a:lnTo>
                  <a:lnTo>
                    <a:pt x="5936" y="3150"/>
                  </a:lnTo>
                  <a:lnTo>
                    <a:pt x="5836" y="3330"/>
                  </a:lnTo>
                  <a:lnTo>
                    <a:pt x="5716" y="3510"/>
                  </a:lnTo>
                  <a:lnTo>
                    <a:pt x="5595" y="3671"/>
                  </a:lnTo>
                  <a:lnTo>
                    <a:pt x="5455" y="3831"/>
                  </a:lnTo>
                  <a:lnTo>
                    <a:pt x="5315" y="3992"/>
                  </a:lnTo>
                  <a:lnTo>
                    <a:pt x="5154" y="4112"/>
                  </a:lnTo>
                  <a:lnTo>
                    <a:pt x="4994" y="4232"/>
                  </a:lnTo>
                  <a:lnTo>
                    <a:pt x="4833" y="4353"/>
                  </a:lnTo>
                  <a:lnTo>
                    <a:pt x="4653" y="4453"/>
                  </a:lnTo>
                  <a:lnTo>
                    <a:pt x="4452" y="4533"/>
                  </a:lnTo>
                  <a:lnTo>
                    <a:pt x="4272" y="4593"/>
                  </a:lnTo>
                  <a:lnTo>
                    <a:pt x="4071" y="4634"/>
                  </a:lnTo>
                  <a:lnTo>
                    <a:pt x="3871" y="4654"/>
                  </a:lnTo>
                  <a:lnTo>
                    <a:pt x="3670" y="4674"/>
                  </a:lnTo>
                  <a:lnTo>
                    <a:pt x="3670" y="4674"/>
                  </a:lnTo>
                  <a:lnTo>
                    <a:pt x="3510" y="4674"/>
                  </a:lnTo>
                  <a:lnTo>
                    <a:pt x="3349" y="4654"/>
                  </a:lnTo>
                  <a:lnTo>
                    <a:pt x="3189" y="4613"/>
                  </a:lnTo>
                  <a:lnTo>
                    <a:pt x="3028" y="4573"/>
                  </a:lnTo>
                  <a:lnTo>
                    <a:pt x="2868" y="4513"/>
                  </a:lnTo>
                  <a:lnTo>
                    <a:pt x="2708" y="4453"/>
                  </a:lnTo>
                  <a:lnTo>
                    <a:pt x="2527" y="4353"/>
                  </a:lnTo>
                  <a:lnTo>
                    <a:pt x="2367" y="4253"/>
                  </a:lnTo>
                  <a:lnTo>
                    <a:pt x="2367" y="4253"/>
                  </a:lnTo>
                  <a:lnTo>
                    <a:pt x="2226" y="4152"/>
                  </a:lnTo>
                  <a:lnTo>
                    <a:pt x="2086" y="4032"/>
                  </a:lnTo>
                  <a:lnTo>
                    <a:pt x="1946" y="3892"/>
                  </a:lnTo>
                  <a:lnTo>
                    <a:pt x="1825" y="3751"/>
                  </a:lnTo>
                  <a:lnTo>
                    <a:pt x="1725" y="3611"/>
                  </a:lnTo>
                  <a:lnTo>
                    <a:pt x="1625" y="3450"/>
                  </a:lnTo>
                  <a:lnTo>
                    <a:pt x="1524" y="3270"/>
                  </a:lnTo>
                  <a:lnTo>
                    <a:pt x="1464" y="3109"/>
                  </a:lnTo>
                  <a:lnTo>
                    <a:pt x="1404" y="2929"/>
                  </a:lnTo>
                  <a:lnTo>
                    <a:pt x="1344" y="2748"/>
                  </a:lnTo>
                  <a:lnTo>
                    <a:pt x="1324" y="2568"/>
                  </a:lnTo>
                  <a:lnTo>
                    <a:pt x="1304" y="2387"/>
                  </a:lnTo>
                  <a:lnTo>
                    <a:pt x="1304" y="2187"/>
                  </a:lnTo>
                  <a:lnTo>
                    <a:pt x="1304" y="2006"/>
                  </a:lnTo>
                  <a:lnTo>
                    <a:pt x="1344" y="1826"/>
                  </a:lnTo>
                  <a:lnTo>
                    <a:pt x="1384" y="1645"/>
                  </a:lnTo>
                  <a:lnTo>
                    <a:pt x="1384" y="1645"/>
                  </a:lnTo>
                  <a:lnTo>
                    <a:pt x="1484" y="1345"/>
                  </a:lnTo>
                  <a:lnTo>
                    <a:pt x="1625" y="1084"/>
                  </a:lnTo>
                  <a:lnTo>
                    <a:pt x="1805" y="843"/>
                  </a:lnTo>
                  <a:lnTo>
                    <a:pt x="1986" y="643"/>
                  </a:lnTo>
                  <a:lnTo>
                    <a:pt x="2226" y="442"/>
                  </a:lnTo>
                  <a:lnTo>
                    <a:pt x="2467" y="282"/>
                  </a:lnTo>
                  <a:lnTo>
                    <a:pt x="2708" y="141"/>
                  </a:lnTo>
                  <a:lnTo>
                    <a:pt x="298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4" name="Google Shape;9074;p45"/>
            <p:cNvSpPr/>
            <p:nvPr/>
          </p:nvSpPr>
          <p:spPr>
            <a:xfrm>
              <a:off x="10460000" y="3355563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82" y="1"/>
                  </a:moveTo>
                  <a:lnTo>
                    <a:pt x="281" y="21"/>
                  </a:lnTo>
                  <a:lnTo>
                    <a:pt x="221" y="41"/>
                  </a:lnTo>
                  <a:lnTo>
                    <a:pt x="161" y="81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2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3"/>
                  </a:lnTo>
                  <a:lnTo>
                    <a:pt x="161" y="703"/>
                  </a:lnTo>
                  <a:lnTo>
                    <a:pt x="221" y="743"/>
                  </a:lnTo>
                  <a:lnTo>
                    <a:pt x="281" y="763"/>
                  </a:lnTo>
                  <a:lnTo>
                    <a:pt x="462" y="763"/>
                  </a:lnTo>
                  <a:lnTo>
                    <a:pt x="542" y="743"/>
                  </a:lnTo>
                  <a:lnTo>
                    <a:pt x="602" y="703"/>
                  </a:lnTo>
                  <a:lnTo>
                    <a:pt x="662" y="643"/>
                  </a:lnTo>
                  <a:lnTo>
                    <a:pt x="702" y="582"/>
                  </a:lnTo>
                  <a:lnTo>
                    <a:pt x="723" y="522"/>
                  </a:lnTo>
                  <a:lnTo>
                    <a:pt x="743" y="382"/>
                  </a:lnTo>
                  <a:lnTo>
                    <a:pt x="723" y="241"/>
                  </a:lnTo>
                  <a:lnTo>
                    <a:pt x="702" y="181"/>
                  </a:lnTo>
                  <a:lnTo>
                    <a:pt x="662" y="121"/>
                  </a:lnTo>
                  <a:lnTo>
                    <a:pt x="602" y="81"/>
                  </a:lnTo>
                  <a:lnTo>
                    <a:pt x="542" y="41"/>
                  </a:lnTo>
                  <a:lnTo>
                    <a:pt x="462" y="21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5" name="Google Shape;9075;p45"/>
            <p:cNvSpPr/>
            <p:nvPr/>
          </p:nvSpPr>
          <p:spPr>
            <a:xfrm>
              <a:off x="106144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extrusionOk="0">
                  <a:moveTo>
                    <a:pt x="1083" y="0"/>
                  </a:move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215" y="1304"/>
                  </a:lnTo>
                  <a:lnTo>
                    <a:pt x="5215" y="1183"/>
                  </a:lnTo>
                  <a:lnTo>
                    <a:pt x="5215" y="1063"/>
                  </a:lnTo>
                  <a:lnTo>
                    <a:pt x="5194" y="943"/>
                  </a:lnTo>
                  <a:lnTo>
                    <a:pt x="5114" y="722"/>
                  </a:lnTo>
                  <a:lnTo>
                    <a:pt x="5014" y="521"/>
                  </a:lnTo>
                  <a:lnTo>
                    <a:pt x="4874" y="341"/>
                  </a:lnTo>
                  <a:lnTo>
                    <a:pt x="4693" y="201"/>
                  </a:lnTo>
                  <a:lnTo>
                    <a:pt x="4493" y="80"/>
                  </a:lnTo>
                  <a:lnTo>
                    <a:pt x="4272" y="20"/>
                  </a:lnTo>
                  <a:lnTo>
                    <a:pt x="41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6" name="Google Shape;9076;p45"/>
            <p:cNvSpPr/>
            <p:nvPr/>
          </p:nvSpPr>
          <p:spPr>
            <a:xfrm>
              <a:off x="106144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fill="none" extrusionOk="0">
                  <a:moveTo>
                    <a:pt x="5215" y="1183"/>
                  </a:moveTo>
                  <a:lnTo>
                    <a:pt x="5215" y="1183"/>
                  </a:lnTo>
                  <a:lnTo>
                    <a:pt x="5215" y="130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5134" y="1584"/>
                  </a:lnTo>
                  <a:lnTo>
                    <a:pt x="5074" y="1745"/>
                  </a:lnTo>
                  <a:lnTo>
                    <a:pt x="4974" y="1885"/>
                  </a:lnTo>
                  <a:lnTo>
                    <a:pt x="4874" y="2026"/>
                  </a:lnTo>
                  <a:lnTo>
                    <a:pt x="4874" y="2026"/>
                  </a:lnTo>
                  <a:lnTo>
                    <a:pt x="4693" y="2166"/>
                  </a:lnTo>
                  <a:lnTo>
                    <a:pt x="4493" y="2286"/>
                  </a:lnTo>
                  <a:lnTo>
                    <a:pt x="4272" y="2346"/>
                  </a:lnTo>
                  <a:lnTo>
                    <a:pt x="4152" y="2367"/>
                  </a:lnTo>
                  <a:lnTo>
                    <a:pt x="4031" y="2367"/>
                  </a:lnTo>
                  <a:lnTo>
                    <a:pt x="1204" y="2367"/>
                  </a:lnTo>
                  <a:lnTo>
                    <a:pt x="1204" y="2367"/>
                  </a:lnTo>
                  <a:lnTo>
                    <a:pt x="1083" y="2367"/>
                  </a:lnTo>
                  <a:lnTo>
                    <a:pt x="963" y="2346"/>
                  </a:lnTo>
                  <a:lnTo>
                    <a:pt x="742" y="2286"/>
                  </a:lnTo>
                  <a:lnTo>
                    <a:pt x="522" y="2166"/>
                  </a:lnTo>
                  <a:lnTo>
                    <a:pt x="361" y="2026"/>
                  </a:lnTo>
                  <a:lnTo>
                    <a:pt x="201" y="1845"/>
                  </a:lnTo>
                  <a:lnTo>
                    <a:pt x="101" y="1645"/>
                  </a:lnTo>
                  <a:lnTo>
                    <a:pt x="40" y="1424"/>
                  </a:lnTo>
                  <a:lnTo>
                    <a:pt x="20" y="1304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20" y="1063"/>
                  </a:lnTo>
                  <a:lnTo>
                    <a:pt x="40" y="943"/>
                  </a:lnTo>
                  <a:lnTo>
                    <a:pt x="101" y="722"/>
                  </a:lnTo>
                  <a:lnTo>
                    <a:pt x="221" y="52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542" y="201"/>
                  </a:lnTo>
                  <a:lnTo>
                    <a:pt x="742" y="80"/>
                  </a:lnTo>
                  <a:lnTo>
                    <a:pt x="963" y="20"/>
                  </a:lnTo>
                  <a:lnTo>
                    <a:pt x="1083" y="0"/>
                  </a:lnTo>
                  <a:lnTo>
                    <a:pt x="1204" y="0"/>
                  </a:lnTo>
                  <a:lnTo>
                    <a:pt x="4031" y="0"/>
                  </a:lnTo>
                  <a:lnTo>
                    <a:pt x="4031" y="0"/>
                  </a:lnTo>
                  <a:lnTo>
                    <a:pt x="4152" y="0"/>
                  </a:lnTo>
                  <a:lnTo>
                    <a:pt x="4272" y="20"/>
                  </a:lnTo>
                  <a:lnTo>
                    <a:pt x="4493" y="80"/>
                  </a:lnTo>
                  <a:lnTo>
                    <a:pt x="4693" y="201"/>
                  </a:lnTo>
                  <a:lnTo>
                    <a:pt x="4874" y="341"/>
                  </a:lnTo>
                  <a:lnTo>
                    <a:pt x="5014" y="521"/>
                  </a:lnTo>
                  <a:lnTo>
                    <a:pt x="5114" y="722"/>
                  </a:lnTo>
                  <a:lnTo>
                    <a:pt x="5194" y="943"/>
                  </a:lnTo>
                  <a:lnTo>
                    <a:pt x="5215" y="1063"/>
                  </a:lnTo>
                  <a:lnTo>
                    <a:pt x="5215" y="11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7" name="Google Shape;9077;p45"/>
            <p:cNvSpPr/>
            <p:nvPr/>
          </p:nvSpPr>
          <p:spPr>
            <a:xfrm>
              <a:off x="106144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extrusionOk="0">
                  <a:moveTo>
                    <a:pt x="1083" y="0"/>
                  </a:move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72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8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4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8" name="Google Shape;9078;p45"/>
            <p:cNvSpPr/>
            <p:nvPr/>
          </p:nvSpPr>
          <p:spPr>
            <a:xfrm>
              <a:off x="106144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fill="none" extrusionOk="0">
                  <a:moveTo>
                    <a:pt x="1525" y="0"/>
                  </a:moveTo>
                  <a:lnTo>
                    <a:pt x="1204" y="0"/>
                  </a:lnTo>
                  <a:lnTo>
                    <a:pt x="1204" y="0"/>
                  </a:lnTo>
                  <a:lnTo>
                    <a:pt x="1083" y="0"/>
                  </a:ln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1204" y="2367"/>
                  </a:lnTo>
                  <a:lnTo>
                    <a:pt x="4031" y="2367"/>
                  </a:lnTo>
                  <a:lnTo>
                    <a:pt x="4031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865" y="1424"/>
                  </a:lnTo>
                  <a:lnTo>
                    <a:pt x="172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8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4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9" name="Google Shape;9079;p45"/>
            <p:cNvSpPr/>
            <p:nvPr/>
          </p:nvSpPr>
          <p:spPr>
            <a:xfrm>
              <a:off x="10711675" y="3387163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62" y="0"/>
                  </a:moveTo>
                  <a:lnTo>
                    <a:pt x="282" y="20"/>
                  </a:lnTo>
                  <a:lnTo>
                    <a:pt x="222" y="40"/>
                  </a:lnTo>
                  <a:lnTo>
                    <a:pt x="141" y="80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1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2"/>
                  </a:lnTo>
                  <a:lnTo>
                    <a:pt x="141" y="682"/>
                  </a:lnTo>
                  <a:lnTo>
                    <a:pt x="222" y="722"/>
                  </a:lnTo>
                  <a:lnTo>
                    <a:pt x="282" y="742"/>
                  </a:lnTo>
                  <a:lnTo>
                    <a:pt x="362" y="762"/>
                  </a:lnTo>
                  <a:lnTo>
                    <a:pt x="462" y="742"/>
                  </a:lnTo>
                  <a:lnTo>
                    <a:pt x="522" y="722"/>
                  </a:lnTo>
                  <a:lnTo>
                    <a:pt x="583" y="682"/>
                  </a:lnTo>
                  <a:lnTo>
                    <a:pt x="643" y="642"/>
                  </a:lnTo>
                  <a:lnTo>
                    <a:pt x="683" y="582"/>
                  </a:lnTo>
                  <a:lnTo>
                    <a:pt x="703" y="522"/>
                  </a:lnTo>
                  <a:lnTo>
                    <a:pt x="743" y="381"/>
                  </a:lnTo>
                  <a:lnTo>
                    <a:pt x="703" y="241"/>
                  </a:lnTo>
                  <a:lnTo>
                    <a:pt x="683" y="181"/>
                  </a:lnTo>
                  <a:lnTo>
                    <a:pt x="643" y="121"/>
                  </a:lnTo>
                  <a:lnTo>
                    <a:pt x="583" y="80"/>
                  </a:lnTo>
                  <a:lnTo>
                    <a:pt x="522" y="40"/>
                  </a:lnTo>
                  <a:lnTo>
                    <a:pt x="462" y="2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0" name="Google Shape;9080;p45"/>
            <p:cNvSpPr/>
            <p:nvPr/>
          </p:nvSpPr>
          <p:spPr>
            <a:xfrm>
              <a:off x="107969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extrusionOk="0">
                  <a:moveTo>
                    <a:pt x="1063" y="0"/>
                  </a:move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214" y="1304"/>
                  </a:lnTo>
                  <a:lnTo>
                    <a:pt x="5214" y="1183"/>
                  </a:lnTo>
                  <a:lnTo>
                    <a:pt x="5214" y="1063"/>
                  </a:lnTo>
                  <a:lnTo>
                    <a:pt x="5194" y="943"/>
                  </a:lnTo>
                  <a:lnTo>
                    <a:pt x="5114" y="722"/>
                  </a:lnTo>
                  <a:lnTo>
                    <a:pt x="5014" y="521"/>
                  </a:lnTo>
                  <a:lnTo>
                    <a:pt x="4873" y="341"/>
                  </a:lnTo>
                  <a:lnTo>
                    <a:pt x="4693" y="201"/>
                  </a:lnTo>
                  <a:lnTo>
                    <a:pt x="4492" y="80"/>
                  </a:lnTo>
                  <a:lnTo>
                    <a:pt x="4272" y="20"/>
                  </a:lnTo>
                  <a:lnTo>
                    <a:pt x="41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1" name="Google Shape;9081;p45"/>
            <p:cNvSpPr/>
            <p:nvPr/>
          </p:nvSpPr>
          <p:spPr>
            <a:xfrm>
              <a:off x="107969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fill="none" extrusionOk="0">
                  <a:moveTo>
                    <a:pt x="5214" y="1183"/>
                  </a:moveTo>
                  <a:lnTo>
                    <a:pt x="5214" y="1183"/>
                  </a:lnTo>
                  <a:lnTo>
                    <a:pt x="5214" y="130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5134" y="1584"/>
                  </a:lnTo>
                  <a:lnTo>
                    <a:pt x="5074" y="1745"/>
                  </a:lnTo>
                  <a:lnTo>
                    <a:pt x="4974" y="1885"/>
                  </a:lnTo>
                  <a:lnTo>
                    <a:pt x="4853" y="2026"/>
                  </a:lnTo>
                  <a:lnTo>
                    <a:pt x="4853" y="2026"/>
                  </a:lnTo>
                  <a:lnTo>
                    <a:pt x="4693" y="2166"/>
                  </a:lnTo>
                  <a:lnTo>
                    <a:pt x="4492" y="2286"/>
                  </a:lnTo>
                  <a:lnTo>
                    <a:pt x="4272" y="2346"/>
                  </a:lnTo>
                  <a:lnTo>
                    <a:pt x="4151" y="2367"/>
                  </a:lnTo>
                  <a:lnTo>
                    <a:pt x="4031" y="2367"/>
                  </a:lnTo>
                  <a:lnTo>
                    <a:pt x="1203" y="2367"/>
                  </a:lnTo>
                  <a:lnTo>
                    <a:pt x="1203" y="2367"/>
                  </a:lnTo>
                  <a:lnTo>
                    <a:pt x="1063" y="2367"/>
                  </a:lnTo>
                  <a:lnTo>
                    <a:pt x="963" y="2346"/>
                  </a:lnTo>
                  <a:lnTo>
                    <a:pt x="722" y="2286"/>
                  </a:lnTo>
                  <a:lnTo>
                    <a:pt x="522" y="2166"/>
                  </a:lnTo>
                  <a:lnTo>
                    <a:pt x="361" y="2026"/>
                  </a:lnTo>
                  <a:lnTo>
                    <a:pt x="201" y="1845"/>
                  </a:lnTo>
                  <a:lnTo>
                    <a:pt x="100" y="1645"/>
                  </a:lnTo>
                  <a:lnTo>
                    <a:pt x="20" y="1424"/>
                  </a:lnTo>
                  <a:lnTo>
                    <a:pt x="0" y="1304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0" y="1063"/>
                  </a:lnTo>
                  <a:lnTo>
                    <a:pt x="20" y="943"/>
                  </a:lnTo>
                  <a:lnTo>
                    <a:pt x="100" y="722"/>
                  </a:lnTo>
                  <a:lnTo>
                    <a:pt x="201" y="52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522" y="201"/>
                  </a:lnTo>
                  <a:lnTo>
                    <a:pt x="722" y="80"/>
                  </a:lnTo>
                  <a:lnTo>
                    <a:pt x="963" y="20"/>
                  </a:lnTo>
                  <a:lnTo>
                    <a:pt x="1063" y="0"/>
                  </a:lnTo>
                  <a:lnTo>
                    <a:pt x="1203" y="0"/>
                  </a:lnTo>
                  <a:lnTo>
                    <a:pt x="4031" y="0"/>
                  </a:lnTo>
                  <a:lnTo>
                    <a:pt x="4031" y="0"/>
                  </a:lnTo>
                  <a:lnTo>
                    <a:pt x="4151" y="0"/>
                  </a:lnTo>
                  <a:lnTo>
                    <a:pt x="4272" y="20"/>
                  </a:lnTo>
                  <a:lnTo>
                    <a:pt x="4492" y="80"/>
                  </a:lnTo>
                  <a:lnTo>
                    <a:pt x="4693" y="201"/>
                  </a:lnTo>
                  <a:lnTo>
                    <a:pt x="4873" y="341"/>
                  </a:lnTo>
                  <a:lnTo>
                    <a:pt x="5014" y="521"/>
                  </a:lnTo>
                  <a:lnTo>
                    <a:pt x="5114" y="722"/>
                  </a:lnTo>
                  <a:lnTo>
                    <a:pt x="5194" y="943"/>
                  </a:lnTo>
                  <a:lnTo>
                    <a:pt x="5214" y="1063"/>
                  </a:lnTo>
                  <a:lnTo>
                    <a:pt x="5214" y="11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2" name="Google Shape;9082;p45"/>
            <p:cNvSpPr/>
            <p:nvPr/>
          </p:nvSpPr>
          <p:spPr>
            <a:xfrm>
              <a:off x="107969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extrusionOk="0">
                  <a:moveTo>
                    <a:pt x="1063" y="0"/>
                  </a:move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70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6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2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4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3" name="Google Shape;9083;p45"/>
            <p:cNvSpPr/>
            <p:nvPr/>
          </p:nvSpPr>
          <p:spPr>
            <a:xfrm>
              <a:off x="107969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fill="none" extrusionOk="0">
                  <a:moveTo>
                    <a:pt x="1524" y="0"/>
                  </a:moveTo>
                  <a:lnTo>
                    <a:pt x="1203" y="0"/>
                  </a:lnTo>
                  <a:lnTo>
                    <a:pt x="1203" y="0"/>
                  </a:lnTo>
                  <a:lnTo>
                    <a:pt x="1063" y="0"/>
                  </a:ln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1203" y="2367"/>
                  </a:lnTo>
                  <a:lnTo>
                    <a:pt x="4031" y="2367"/>
                  </a:lnTo>
                  <a:lnTo>
                    <a:pt x="4031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865" y="1424"/>
                  </a:lnTo>
                  <a:lnTo>
                    <a:pt x="170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6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2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4" name="Google Shape;9084;p45"/>
            <p:cNvSpPr/>
            <p:nvPr/>
          </p:nvSpPr>
          <p:spPr>
            <a:xfrm>
              <a:off x="10894175" y="3387163"/>
              <a:ext cx="18075" cy="19075"/>
            </a:xfrm>
            <a:custGeom>
              <a:avLst/>
              <a:gdLst/>
              <a:ahLst/>
              <a:cxnLst/>
              <a:rect l="l" t="t" r="r" b="b"/>
              <a:pathLst>
                <a:path w="723" h="763" extrusionOk="0">
                  <a:moveTo>
                    <a:pt x="362" y="0"/>
                  </a:moveTo>
                  <a:lnTo>
                    <a:pt x="282" y="20"/>
                  </a:lnTo>
                  <a:lnTo>
                    <a:pt x="201" y="40"/>
                  </a:lnTo>
                  <a:lnTo>
                    <a:pt x="141" y="80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1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2"/>
                  </a:lnTo>
                  <a:lnTo>
                    <a:pt x="141" y="682"/>
                  </a:lnTo>
                  <a:lnTo>
                    <a:pt x="201" y="722"/>
                  </a:lnTo>
                  <a:lnTo>
                    <a:pt x="282" y="742"/>
                  </a:lnTo>
                  <a:lnTo>
                    <a:pt x="362" y="762"/>
                  </a:lnTo>
                  <a:lnTo>
                    <a:pt x="442" y="742"/>
                  </a:lnTo>
                  <a:lnTo>
                    <a:pt x="522" y="722"/>
                  </a:lnTo>
                  <a:lnTo>
                    <a:pt x="582" y="682"/>
                  </a:lnTo>
                  <a:lnTo>
                    <a:pt x="643" y="642"/>
                  </a:lnTo>
                  <a:lnTo>
                    <a:pt x="683" y="582"/>
                  </a:lnTo>
                  <a:lnTo>
                    <a:pt x="703" y="522"/>
                  </a:lnTo>
                  <a:lnTo>
                    <a:pt x="723" y="381"/>
                  </a:lnTo>
                  <a:lnTo>
                    <a:pt x="703" y="241"/>
                  </a:lnTo>
                  <a:lnTo>
                    <a:pt x="683" y="181"/>
                  </a:lnTo>
                  <a:lnTo>
                    <a:pt x="643" y="121"/>
                  </a:lnTo>
                  <a:lnTo>
                    <a:pt x="582" y="80"/>
                  </a:lnTo>
                  <a:lnTo>
                    <a:pt x="522" y="40"/>
                  </a:lnTo>
                  <a:lnTo>
                    <a:pt x="442" y="2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5" name="Google Shape;9085;p45"/>
            <p:cNvSpPr/>
            <p:nvPr/>
          </p:nvSpPr>
          <p:spPr>
            <a:xfrm>
              <a:off x="10137625" y="3130463"/>
              <a:ext cx="985200" cy="699925"/>
            </a:xfrm>
            <a:custGeom>
              <a:avLst/>
              <a:gdLst/>
              <a:ahLst/>
              <a:cxnLst/>
              <a:rect l="l" t="t" r="r" b="b"/>
              <a:pathLst>
                <a:path w="39408" h="27997" extrusionOk="0">
                  <a:moveTo>
                    <a:pt x="7681" y="0"/>
                  </a:moveTo>
                  <a:lnTo>
                    <a:pt x="7341" y="20"/>
                  </a:lnTo>
                  <a:lnTo>
                    <a:pt x="7000" y="81"/>
                  </a:lnTo>
                  <a:lnTo>
                    <a:pt x="6659" y="121"/>
                  </a:lnTo>
                  <a:lnTo>
                    <a:pt x="6338" y="201"/>
                  </a:lnTo>
                  <a:lnTo>
                    <a:pt x="6017" y="281"/>
                  </a:lnTo>
                  <a:lnTo>
                    <a:pt x="5696" y="381"/>
                  </a:lnTo>
                  <a:lnTo>
                    <a:pt x="5395" y="482"/>
                  </a:lnTo>
                  <a:lnTo>
                    <a:pt x="5094" y="602"/>
                  </a:lnTo>
                  <a:lnTo>
                    <a:pt x="4794" y="742"/>
                  </a:lnTo>
                  <a:lnTo>
                    <a:pt x="4493" y="883"/>
                  </a:lnTo>
                  <a:lnTo>
                    <a:pt x="4212" y="1043"/>
                  </a:lnTo>
                  <a:lnTo>
                    <a:pt x="3931" y="1204"/>
                  </a:lnTo>
                  <a:lnTo>
                    <a:pt x="3650" y="1364"/>
                  </a:lnTo>
                  <a:lnTo>
                    <a:pt x="3390" y="1565"/>
                  </a:lnTo>
                  <a:lnTo>
                    <a:pt x="3129" y="1745"/>
                  </a:lnTo>
                  <a:lnTo>
                    <a:pt x="2888" y="1966"/>
                  </a:lnTo>
                  <a:lnTo>
                    <a:pt x="2648" y="2166"/>
                  </a:lnTo>
                  <a:lnTo>
                    <a:pt x="2407" y="2407"/>
                  </a:lnTo>
                  <a:lnTo>
                    <a:pt x="2186" y="2627"/>
                  </a:lnTo>
                  <a:lnTo>
                    <a:pt x="1986" y="2868"/>
                  </a:lnTo>
                  <a:lnTo>
                    <a:pt x="1765" y="3129"/>
                  </a:lnTo>
                  <a:lnTo>
                    <a:pt x="1585" y="3369"/>
                  </a:lnTo>
                  <a:lnTo>
                    <a:pt x="1384" y="3650"/>
                  </a:lnTo>
                  <a:lnTo>
                    <a:pt x="1224" y="3911"/>
                  </a:lnTo>
                  <a:lnTo>
                    <a:pt x="1063" y="4192"/>
                  </a:lnTo>
                  <a:lnTo>
                    <a:pt x="903" y="4493"/>
                  </a:lnTo>
                  <a:lnTo>
                    <a:pt x="763" y="4773"/>
                  </a:lnTo>
                  <a:lnTo>
                    <a:pt x="622" y="5074"/>
                  </a:lnTo>
                  <a:lnTo>
                    <a:pt x="502" y="5375"/>
                  </a:lnTo>
                  <a:lnTo>
                    <a:pt x="402" y="5696"/>
                  </a:lnTo>
                  <a:lnTo>
                    <a:pt x="301" y="6017"/>
                  </a:lnTo>
                  <a:lnTo>
                    <a:pt x="221" y="6338"/>
                  </a:lnTo>
                  <a:lnTo>
                    <a:pt x="121" y="6799"/>
                  </a:lnTo>
                  <a:lnTo>
                    <a:pt x="61" y="7260"/>
                  </a:lnTo>
                  <a:lnTo>
                    <a:pt x="21" y="7741"/>
                  </a:lnTo>
                  <a:lnTo>
                    <a:pt x="1" y="8223"/>
                  </a:lnTo>
                  <a:lnTo>
                    <a:pt x="1" y="19754"/>
                  </a:lnTo>
                  <a:lnTo>
                    <a:pt x="21" y="20175"/>
                  </a:lnTo>
                  <a:lnTo>
                    <a:pt x="41" y="20596"/>
                  </a:lnTo>
                  <a:lnTo>
                    <a:pt x="101" y="21017"/>
                  </a:lnTo>
                  <a:lnTo>
                    <a:pt x="181" y="21419"/>
                  </a:lnTo>
                  <a:lnTo>
                    <a:pt x="261" y="21820"/>
                  </a:lnTo>
                  <a:lnTo>
                    <a:pt x="382" y="22221"/>
                  </a:lnTo>
                  <a:lnTo>
                    <a:pt x="502" y="22602"/>
                  </a:lnTo>
                  <a:lnTo>
                    <a:pt x="662" y="22963"/>
                  </a:lnTo>
                  <a:lnTo>
                    <a:pt x="823" y="23344"/>
                  </a:lnTo>
                  <a:lnTo>
                    <a:pt x="1003" y="23685"/>
                  </a:lnTo>
                  <a:lnTo>
                    <a:pt x="1204" y="24026"/>
                  </a:lnTo>
                  <a:lnTo>
                    <a:pt x="1424" y="24367"/>
                  </a:lnTo>
                  <a:lnTo>
                    <a:pt x="1645" y="24687"/>
                  </a:lnTo>
                  <a:lnTo>
                    <a:pt x="1886" y="25008"/>
                  </a:lnTo>
                  <a:lnTo>
                    <a:pt x="2146" y="25309"/>
                  </a:lnTo>
                  <a:lnTo>
                    <a:pt x="2427" y="25590"/>
                  </a:lnTo>
                  <a:lnTo>
                    <a:pt x="2708" y="25871"/>
                  </a:lnTo>
                  <a:lnTo>
                    <a:pt x="3009" y="26131"/>
                  </a:lnTo>
                  <a:lnTo>
                    <a:pt x="3330" y="26372"/>
                  </a:lnTo>
                  <a:lnTo>
                    <a:pt x="3650" y="26593"/>
                  </a:lnTo>
                  <a:lnTo>
                    <a:pt x="3971" y="26813"/>
                  </a:lnTo>
                  <a:lnTo>
                    <a:pt x="4332" y="27014"/>
                  </a:lnTo>
                  <a:lnTo>
                    <a:pt x="4673" y="27194"/>
                  </a:lnTo>
                  <a:lnTo>
                    <a:pt x="5034" y="27355"/>
                  </a:lnTo>
                  <a:lnTo>
                    <a:pt x="5415" y="27515"/>
                  </a:lnTo>
                  <a:lnTo>
                    <a:pt x="5796" y="27635"/>
                  </a:lnTo>
                  <a:lnTo>
                    <a:pt x="6197" y="27756"/>
                  </a:lnTo>
                  <a:lnTo>
                    <a:pt x="6598" y="27836"/>
                  </a:lnTo>
                  <a:lnTo>
                    <a:pt x="7000" y="27916"/>
                  </a:lnTo>
                  <a:lnTo>
                    <a:pt x="7401" y="27956"/>
                  </a:lnTo>
                  <a:lnTo>
                    <a:pt x="7822" y="27996"/>
                  </a:lnTo>
                  <a:lnTo>
                    <a:pt x="32068" y="27996"/>
                  </a:lnTo>
                  <a:lnTo>
                    <a:pt x="32649" y="27976"/>
                  </a:lnTo>
                  <a:lnTo>
                    <a:pt x="33251" y="27916"/>
                  </a:lnTo>
                  <a:lnTo>
                    <a:pt x="33812" y="27816"/>
                  </a:lnTo>
                  <a:lnTo>
                    <a:pt x="34374" y="27676"/>
                  </a:lnTo>
                  <a:lnTo>
                    <a:pt x="34915" y="27495"/>
                  </a:lnTo>
                  <a:lnTo>
                    <a:pt x="35437" y="27295"/>
                  </a:lnTo>
                  <a:lnTo>
                    <a:pt x="35938" y="27034"/>
                  </a:lnTo>
                  <a:lnTo>
                    <a:pt x="36420" y="26753"/>
                  </a:lnTo>
                  <a:lnTo>
                    <a:pt x="36901" y="26452"/>
                  </a:lnTo>
                  <a:lnTo>
                    <a:pt x="37322" y="26111"/>
                  </a:lnTo>
                  <a:lnTo>
                    <a:pt x="37743" y="25730"/>
                  </a:lnTo>
                  <a:lnTo>
                    <a:pt x="38144" y="25329"/>
                  </a:lnTo>
                  <a:lnTo>
                    <a:pt x="38505" y="24908"/>
                  </a:lnTo>
                  <a:lnTo>
                    <a:pt x="38826" y="24467"/>
                  </a:lnTo>
                  <a:lnTo>
                    <a:pt x="39147" y="23986"/>
                  </a:lnTo>
                  <a:lnTo>
                    <a:pt x="39408" y="23504"/>
                  </a:lnTo>
                  <a:lnTo>
                    <a:pt x="39408" y="23504"/>
                  </a:lnTo>
                  <a:lnTo>
                    <a:pt x="39007" y="23705"/>
                  </a:lnTo>
                  <a:lnTo>
                    <a:pt x="38605" y="23885"/>
                  </a:lnTo>
                  <a:lnTo>
                    <a:pt x="38204" y="24066"/>
                  </a:lnTo>
                  <a:lnTo>
                    <a:pt x="37803" y="24226"/>
                  </a:lnTo>
                  <a:lnTo>
                    <a:pt x="37382" y="24387"/>
                  </a:lnTo>
                  <a:lnTo>
                    <a:pt x="36961" y="24527"/>
                  </a:lnTo>
                  <a:lnTo>
                    <a:pt x="36099" y="24768"/>
                  </a:lnTo>
                  <a:lnTo>
                    <a:pt x="35216" y="24988"/>
                  </a:lnTo>
                  <a:lnTo>
                    <a:pt x="34334" y="25149"/>
                  </a:lnTo>
                  <a:lnTo>
                    <a:pt x="33451" y="25289"/>
                  </a:lnTo>
                  <a:lnTo>
                    <a:pt x="32569" y="25409"/>
                  </a:lnTo>
                  <a:lnTo>
                    <a:pt x="31085" y="25550"/>
                  </a:lnTo>
                  <a:lnTo>
                    <a:pt x="29581" y="25630"/>
                  </a:lnTo>
                  <a:lnTo>
                    <a:pt x="28077" y="25690"/>
                  </a:lnTo>
                  <a:lnTo>
                    <a:pt x="26573" y="25710"/>
                  </a:lnTo>
                  <a:lnTo>
                    <a:pt x="24788" y="25690"/>
                  </a:lnTo>
                  <a:lnTo>
                    <a:pt x="23003" y="25610"/>
                  </a:lnTo>
                  <a:lnTo>
                    <a:pt x="21218" y="25510"/>
                  </a:lnTo>
                  <a:lnTo>
                    <a:pt x="19433" y="25369"/>
                  </a:lnTo>
                  <a:lnTo>
                    <a:pt x="17709" y="25209"/>
                  </a:lnTo>
                  <a:lnTo>
                    <a:pt x="15984" y="25008"/>
                  </a:lnTo>
                  <a:lnTo>
                    <a:pt x="15122" y="24888"/>
                  </a:lnTo>
                  <a:lnTo>
                    <a:pt x="14259" y="24768"/>
                  </a:lnTo>
                  <a:lnTo>
                    <a:pt x="13397" y="24607"/>
                  </a:lnTo>
                  <a:lnTo>
                    <a:pt x="12555" y="24427"/>
                  </a:lnTo>
                  <a:lnTo>
                    <a:pt x="11813" y="24266"/>
                  </a:lnTo>
                  <a:lnTo>
                    <a:pt x="11071" y="24046"/>
                  </a:lnTo>
                  <a:lnTo>
                    <a:pt x="10329" y="23825"/>
                  </a:lnTo>
                  <a:lnTo>
                    <a:pt x="9948" y="23685"/>
                  </a:lnTo>
                  <a:lnTo>
                    <a:pt x="9587" y="23544"/>
                  </a:lnTo>
                  <a:lnTo>
                    <a:pt x="9246" y="23384"/>
                  </a:lnTo>
                  <a:lnTo>
                    <a:pt x="8885" y="23203"/>
                  </a:lnTo>
                  <a:lnTo>
                    <a:pt x="8564" y="23023"/>
                  </a:lnTo>
                  <a:lnTo>
                    <a:pt x="8223" y="22822"/>
                  </a:lnTo>
                  <a:lnTo>
                    <a:pt x="7902" y="22602"/>
                  </a:lnTo>
                  <a:lnTo>
                    <a:pt x="7601" y="22381"/>
                  </a:lnTo>
                  <a:lnTo>
                    <a:pt x="7300" y="22141"/>
                  </a:lnTo>
                  <a:lnTo>
                    <a:pt x="7020" y="21880"/>
                  </a:lnTo>
                  <a:lnTo>
                    <a:pt x="6759" y="21579"/>
                  </a:lnTo>
                  <a:lnTo>
                    <a:pt x="6518" y="21258"/>
                  </a:lnTo>
                  <a:lnTo>
                    <a:pt x="6298" y="20937"/>
                  </a:lnTo>
                  <a:lnTo>
                    <a:pt x="6097" y="20596"/>
                  </a:lnTo>
                  <a:lnTo>
                    <a:pt x="5917" y="20255"/>
                  </a:lnTo>
                  <a:lnTo>
                    <a:pt x="5756" y="19874"/>
                  </a:lnTo>
                  <a:lnTo>
                    <a:pt x="5616" y="19513"/>
                  </a:lnTo>
                  <a:lnTo>
                    <a:pt x="5495" y="19132"/>
                  </a:lnTo>
                  <a:lnTo>
                    <a:pt x="5375" y="18731"/>
                  </a:lnTo>
                  <a:lnTo>
                    <a:pt x="5275" y="18350"/>
                  </a:lnTo>
                  <a:lnTo>
                    <a:pt x="5094" y="17548"/>
                  </a:lnTo>
                  <a:lnTo>
                    <a:pt x="4954" y="16766"/>
                  </a:lnTo>
                  <a:lnTo>
                    <a:pt x="4834" y="16004"/>
                  </a:lnTo>
                  <a:lnTo>
                    <a:pt x="4713" y="15162"/>
                  </a:lnTo>
                  <a:lnTo>
                    <a:pt x="4633" y="14319"/>
                  </a:lnTo>
                  <a:lnTo>
                    <a:pt x="4553" y="13477"/>
                  </a:lnTo>
                  <a:lnTo>
                    <a:pt x="4513" y="12635"/>
                  </a:lnTo>
                  <a:lnTo>
                    <a:pt x="4513" y="11792"/>
                  </a:lnTo>
                  <a:lnTo>
                    <a:pt x="4513" y="10950"/>
                  </a:lnTo>
                  <a:lnTo>
                    <a:pt x="4533" y="10108"/>
                  </a:lnTo>
                  <a:lnTo>
                    <a:pt x="4593" y="9265"/>
                  </a:lnTo>
                  <a:lnTo>
                    <a:pt x="4633" y="8664"/>
                  </a:lnTo>
                  <a:lnTo>
                    <a:pt x="4693" y="8062"/>
                  </a:lnTo>
                  <a:lnTo>
                    <a:pt x="4774" y="7461"/>
                  </a:lnTo>
                  <a:lnTo>
                    <a:pt x="4874" y="6839"/>
                  </a:lnTo>
                  <a:lnTo>
                    <a:pt x="4974" y="6217"/>
                  </a:lnTo>
                  <a:lnTo>
                    <a:pt x="5094" y="5596"/>
                  </a:lnTo>
                  <a:lnTo>
                    <a:pt x="5255" y="4974"/>
                  </a:lnTo>
                  <a:lnTo>
                    <a:pt x="5415" y="4352"/>
                  </a:lnTo>
                  <a:lnTo>
                    <a:pt x="5616" y="3750"/>
                  </a:lnTo>
                  <a:lnTo>
                    <a:pt x="5816" y="3169"/>
                  </a:lnTo>
                  <a:lnTo>
                    <a:pt x="6057" y="2587"/>
                  </a:lnTo>
                  <a:lnTo>
                    <a:pt x="6318" y="2026"/>
                  </a:lnTo>
                  <a:lnTo>
                    <a:pt x="6619" y="1484"/>
                  </a:lnTo>
                  <a:lnTo>
                    <a:pt x="6939" y="963"/>
                  </a:lnTo>
                  <a:lnTo>
                    <a:pt x="7280" y="462"/>
                  </a:lnTo>
                  <a:lnTo>
                    <a:pt x="768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6" name="Google Shape;9086;p45"/>
            <p:cNvSpPr/>
            <p:nvPr/>
          </p:nvSpPr>
          <p:spPr>
            <a:xfrm>
              <a:off x="10137625" y="3130463"/>
              <a:ext cx="985200" cy="699925"/>
            </a:xfrm>
            <a:custGeom>
              <a:avLst/>
              <a:gdLst/>
              <a:ahLst/>
              <a:cxnLst/>
              <a:rect l="l" t="t" r="r" b="b"/>
              <a:pathLst>
                <a:path w="39408" h="27997" fill="none" extrusionOk="0">
                  <a:moveTo>
                    <a:pt x="7681" y="0"/>
                  </a:moveTo>
                  <a:lnTo>
                    <a:pt x="7681" y="0"/>
                  </a:lnTo>
                  <a:lnTo>
                    <a:pt x="7341" y="20"/>
                  </a:lnTo>
                  <a:lnTo>
                    <a:pt x="7000" y="81"/>
                  </a:lnTo>
                  <a:lnTo>
                    <a:pt x="6659" y="121"/>
                  </a:lnTo>
                  <a:lnTo>
                    <a:pt x="6338" y="201"/>
                  </a:lnTo>
                  <a:lnTo>
                    <a:pt x="6017" y="281"/>
                  </a:lnTo>
                  <a:lnTo>
                    <a:pt x="5696" y="381"/>
                  </a:lnTo>
                  <a:lnTo>
                    <a:pt x="5395" y="482"/>
                  </a:lnTo>
                  <a:lnTo>
                    <a:pt x="5094" y="602"/>
                  </a:lnTo>
                  <a:lnTo>
                    <a:pt x="4794" y="742"/>
                  </a:lnTo>
                  <a:lnTo>
                    <a:pt x="4493" y="883"/>
                  </a:lnTo>
                  <a:lnTo>
                    <a:pt x="4212" y="1043"/>
                  </a:lnTo>
                  <a:lnTo>
                    <a:pt x="3931" y="1204"/>
                  </a:lnTo>
                  <a:lnTo>
                    <a:pt x="3650" y="1364"/>
                  </a:lnTo>
                  <a:lnTo>
                    <a:pt x="3390" y="1565"/>
                  </a:lnTo>
                  <a:lnTo>
                    <a:pt x="3129" y="1745"/>
                  </a:lnTo>
                  <a:lnTo>
                    <a:pt x="2888" y="1966"/>
                  </a:lnTo>
                  <a:lnTo>
                    <a:pt x="2648" y="2166"/>
                  </a:lnTo>
                  <a:lnTo>
                    <a:pt x="2407" y="2407"/>
                  </a:lnTo>
                  <a:lnTo>
                    <a:pt x="2186" y="2627"/>
                  </a:lnTo>
                  <a:lnTo>
                    <a:pt x="1986" y="2868"/>
                  </a:lnTo>
                  <a:lnTo>
                    <a:pt x="1765" y="3129"/>
                  </a:lnTo>
                  <a:lnTo>
                    <a:pt x="1585" y="3369"/>
                  </a:lnTo>
                  <a:lnTo>
                    <a:pt x="1384" y="3650"/>
                  </a:lnTo>
                  <a:lnTo>
                    <a:pt x="1224" y="3911"/>
                  </a:lnTo>
                  <a:lnTo>
                    <a:pt x="1063" y="4192"/>
                  </a:lnTo>
                  <a:lnTo>
                    <a:pt x="903" y="4493"/>
                  </a:lnTo>
                  <a:lnTo>
                    <a:pt x="763" y="4773"/>
                  </a:lnTo>
                  <a:lnTo>
                    <a:pt x="622" y="5074"/>
                  </a:lnTo>
                  <a:lnTo>
                    <a:pt x="502" y="5375"/>
                  </a:lnTo>
                  <a:lnTo>
                    <a:pt x="402" y="5696"/>
                  </a:lnTo>
                  <a:lnTo>
                    <a:pt x="301" y="6017"/>
                  </a:lnTo>
                  <a:lnTo>
                    <a:pt x="221" y="6338"/>
                  </a:lnTo>
                  <a:lnTo>
                    <a:pt x="221" y="6338"/>
                  </a:lnTo>
                  <a:lnTo>
                    <a:pt x="121" y="6799"/>
                  </a:lnTo>
                  <a:lnTo>
                    <a:pt x="61" y="7260"/>
                  </a:lnTo>
                  <a:lnTo>
                    <a:pt x="21" y="7741"/>
                  </a:lnTo>
                  <a:lnTo>
                    <a:pt x="1" y="8223"/>
                  </a:lnTo>
                  <a:lnTo>
                    <a:pt x="1" y="19754"/>
                  </a:lnTo>
                  <a:lnTo>
                    <a:pt x="1" y="19754"/>
                  </a:lnTo>
                  <a:lnTo>
                    <a:pt x="21" y="20175"/>
                  </a:lnTo>
                  <a:lnTo>
                    <a:pt x="41" y="20596"/>
                  </a:lnTo>
                  <a:lnTo>
                    <a:pt x="101" y="21017"/>
                  </a:lnTo>
                  <a:lnTo>
                    <a:pt x="181" y="21419"/>
                  </a:lnTo>
                  <a:lnTo>
                    <a:pt x="261" y="21820"/>
                  </a:lnTo>
                  <a:lnTo>
                    <a:pt x="382" y="22221"/>
                  </a:lnTo>
                  <a:lnTo>
                    <a:pt x="502" y="22602"/>
                  </a:lnTo>
                  <a:lnTo>
                    <a:pt x="662" y="22963"/>
                  </a:lnTo>
                  <a:lnTo>
                    <a:pt x="823" y="23344"/>
                  </a:lnTo>
                  <a:lnTo>
                    <a:pt x="1003" y="23685"/>
                  </a:lnTo>
                  <a:lnTo>
                    <a:pt x="1204" y="24026"/>
                  </a:lnTo>
                  <a:lnTo>
                    <a:pt x="1424" y="24367"/>
                  </a:lnTo>
                  <a:lnTo>
                    <a:pt x="1645" y="24687"/>
                  </a:lnTo>
                  <a:lnTo>
                    <a:pt x="1886" y="25008"/>
                  </a:lnTo>
                  <a:lnTo>
                    <a:pt x="2146" y="25309"/>
                  </a:lnTo>
                  <a:lnTo>
                    <a:pt x="2427" y="25590"/>
                  </a:lnTo>
                  <a:lnTo>
                    <a:pt x="2708" y="25871"/>
                  </a:lnTo>
                  <a:lnTo>
                    <a:pt x="3009" y="26131"/>
                  </a:lnTo>
                  <a:lnTo>
                    <a:pt x="3330" y="26372"/>
                  </a:lnTo>
                  <a:lnTo>
                    <a:pt x="3650" y="26593"/>
                  </a:lnTo>
                  <a:lnTo>
                    <a:pt x="3971" y="26813"/>
                  </a:lnTo>
                  <a:lnTo>
                    <a:pt x="4332" y="27014"/>
                  </a:lnTo>
                  <a:lnTo>
                    <a:pt x="4673" y="27194"/>
                  </a:lnTo>
                  <a:lnTo>
                    <a:pt x="5034" y="27355"/>
                  </a:lnTo>
                  <a:lnTo>
                    <a:pt x="5415" y="27515"/>
                  </a:lnTo>
                  <a:lnTo>
                    <a:pt x="5796" y="27635"/>
                  </a:lnTo>
                  <a:lnTo>
                    <a:pt x="6197" y="27756"/>
                  </a:lnTo>
                  <a:lnTo>
                    <a:pt x="6598" y="27836"/>
                  </a:lnTo>
                  <a:lnTo>
                    <a:pt x="7000" y="27916"/>
                  </a:lnTo>
                  <a:lnTo>
                    <a:pt x="7401" y="27956"/>
                  </a:lnTo>
                  <a:lnTo>
                    <a:pt x="7822" y="27996"/>
                  </a:lnTo>
                  <a:lnTo>
                    <a:pt x="8263" y="27996"/>
                  </a:lnTo>
                  <a:lnTo>
                    <a:pt x="32068" y="27996"/>
                  </a:lnTo>
                  <a:lnTo>
                    <a:pt x="32068" y="27996"/>
                  </a:lnTo>
                  <a:lnTo>
                    <a:pt x="32649" y="27976"/>
                  </a:lnTo>
                  <a:lnTo>
                    <a:pt x="33251" y="27916"/>
                  </a:lnTo>
                  <a:lnTo>
                    <a:pt x="33812" y="27816"/>
                  </a:lnTo>
                  <a:lnTo>
                    <a:pt x="34374" y="27676"/>
                  </a:lnTo>
                  <a:lnTo>
                    <a:pt x="34915" y="27495"/>
                  </a:lnTo>
                  <a:lnTo>
                    <a:pt x="35437" y="27295"/>
                  </a:lnTo>
                  <a:lnTo>
                    <a:pt x="35938" y="27034"/>
                  </a:lnTo>
                  <a:lnTo>
                    <a:pt x="36420" y="26753"/>
                  </a:lnTo>
                  <a:lnTo>
                    <a:pt x="36901" y="26452"/>
                  </a:lnTo>
                  <a:lnTo>
                    <a:pt x="37322" y="26111"/>
                  </a:lnTo>
                  <a:lnTo>
                    <a:pt x="37743" y="25730"/>
                  </a:lnTo>
                  <a:lnTo>
                    <a:pt x="38144" y="25329"/>
                  </a:lnTo>
                  <a:lnTo>
                    <a:pt x="38505" y="24908"/>
                  </a:lnTo>
                  <a:lnTo>
                    <a:pt x="38826" y="24467"/>
                  </a:lnTo>
                  <a:lnTo>
                    <a:pt x="39147" y="23986"/>
                  </a:lnTo>
                  <a:lnTo>
                    <a:pt x="39408" y="23504"/>
                  </a:lnTo>
                  <a:lnTo>
                    <a:pt x="39408" y="23504"/>
                  </a:lnTo>
                  <a:lnTo>
                    <a:pt x="39007" y="23705"/>
                  </a:lnTo>
                  <a:lnTo>
                    <a:pt x="38605" y="23885"/>
                  </a:lnTo>
                  <a:lnTo>
                    <a:pt x="38204" y="24066"/>
                  </a:lnTo>
                  <a:lnTo>
                    <a:pt x="37803" y="24226"/>
                  </a:lnTo>
                  <a:lnTo>
                    <a:pt x="37382" y="24387"/>
                  </a:lnTo>
                  <a:lnTo>
                    <a:pt x="36961" y="24527"/>
                  </a:lnTo>
                  <a:lnTo>
                    <a:pt x="36099" y="24768"/>
                  </a:lnTo>
                  <a:lnTo>
                    <a:pt x="35216" y="24988"/>
                  </a:lnTo>
                  <a:lnTo>
                    <a:pt x="34334" y="25149"/>
                  </a:lnTo>
                  <a:lnTo>
                    <a:pt x="33451" y="25289"/>
                  </a:lnTo>
                  <a:lnTo>
                    <a:pt x="32569" y="25409"/>
                  </a:lnTo>
                  <a:lnTo>
                    <a:pt x="32569" y="25409"/>
                  </a:lnTo>
                  <a:lnTo>
                    <a:pt x="31085" y="25550"/>
                  </a:lnTo>
                  <a:lnTo>
                    <a:pt x="29581" y="25630"/>
                  </a:lnTo>
                  <a:lnTo>
                    <a:pt x="28077" y="25690"/>
                  </a:lnTo>
                  <a:lnTo>
                    <a:pt x="26573" y="25710"/>
                  </a:lnTo>
                  <a:lnTo>
                    <a:pt x="26573" y="25710"/>
                  </a:lnTo>
                  <a:lnTo>
                    <a:pt x="24788" y="25690"/>
                  </a:lnTo>
                  <a:lnTo>
                    <a:pt x="23003" y="25610"/>
                  </a:lnTo>
                  <a:lnTo>
                    <a:pt x="21218" y="25510"/>
                  </a:lnTo>
                  <a:lnTo>
                    <a:pt x="19433" y="25369"/>
                  </a:lnTo>
                  <a:lnTo>
                    <a:pt x="19433" y="25369"/>
                  </a:lnTo>
                  <a:lnTo>
                    <a:pt x="17709" y="25209"/>
                  </a:lnTo>
                  <a:lnTo>
                    <a:pt x="15984" y="25008"/>
                  </a:lnTo>
                  <a:lnTo>
                    <a:pt x="15122" y="24888"/>
                  </a:lnTo>
                  <a:lnTo>
                    <a:pt x="14259" y="24768"/>
                  </a:lnTo>
                  <a:lnTo>
                    <a:pt x="13397" y="24607"/>
                  </a:lnTo>
                  <a:lnTo>
                    <a:pt x="12555" y="24427"/>
                  </a:lnTo>
                  <a:lnTo>
                    <a:pt x="12555" y="24427"/>
                  </a:lnTo>
                  <a:lnTo>
                    <a:pt x="11813" y="24266"/>
                  </a:lnTo>
                  <a:lnTo>
                    <a:pt x="11071" y="24046"/>
                  </a:lnTo>
                  <a:lnTo>
                    <a:pt x="10329" y="23825"/>
                  </a:lnTo>
                  <a:lnTo>
                    <a:pt x="9948" y="23685"/>
                  </a:lnTo>
                  <a:lnTo>
                    <a:pt x="9587" y="23544"/>
                  </a:lnTo>
                  <a:lnTo>
                    <a:pt x="9246" y="23384"/>
                  </a:lnTo>
                  <a:lnTo>
                    <a:pt x="8885" y="23203"/>
                  </a:lnTo>
                  <a:lnTo>
                    <a:pt x="8564" y="23023"/>
                  </a:lnTo>
                  <a:lnTo>
                    <a:pt x="8223" y="22822"/>
                  </a:lnTo>
                  <a:lnTo>
                    <a:pt x="7902" y="22602"/>
                  </a:lnTo>
                  <a:lnTo>
                    <a:pt x="7601" y="22381"/>
                  </a:lnTo>
                  <a:lnTo>
                    <a:pt x="7300" y="22141"/>
                  </a:lnTo>
                  <a:lnTo>
                    <a:pt x="7020" y="21880"/>
                  </a:lnTo>
                  <a:lnTo>
                    <a:pt x="7020" y="21880"/>
                  </a:lnTo>
                  <a:lnTo>
                    <a:pt x="6759" y="21579"/>
                  </a:lnTo>
                  <a:lnTo>
                    <a:pt x="6518" y="21258"/>
                  </a:lnTo>
                  <a:lnTo>
                    <a:pt x="6298" y="20937"/>
                  </a:lnTo>
                  <a:lnTo>
                    <a:pt x="6097" y="20596"/>
                  </a:lnTo>
                  <a:lnTo>
                    <a:pt x="5917" y="20255"/>
                  </a:lnTo>
                  <a:lnTo>
                    <a:pt x="5756" y="19874"/>
                  </a:lnTo>
                  <a:lnTo>
                    <a:pt x="5616" y="19513"/>
                  </a:lnTo>
                  <a:lnTo>
                    <a:pt x="5495" y="19132"/>
                  </a:lnTo>
                  <a:lnTo>
                    <a:pt x="5375" y="18731"/>
                  </a:lnTo>
                  <a:lnTo>
                    <a:pt x="5275" y="18350"/>
                  </a:lnTo>
                  <a:lnTo>
                    <a:pt x="5094" y="17548"/>
                  </a:lnTo>
                  <a:lnTo>
                    <a:pt x="4954" y="16766"/>
                  </a:lnTo>
                  <a:lnTo>
                    <a:pt x="4834" y="16004"/>
                  </a:lnTo>
                  <a:lnTo>
                    <a:pt x="4834" y="16004"/>
                  </a:lnTo>
                  <a:lnTo>
                    <a:pt x="4713" y="15162"/>
                  </a:lnTo>
                  <a:lnTo>
                    <a:pt x="4633" y="14319"/>
                  </a:lnTo>
                  <a:lnTo>
                    <a:pt x="4553" y="13477"/>
                  </a:lnTo>
                  <a:lnTo>
                    <a:pt x="4513" y="12635"/>
                  </a:lnTo>
                  <a:lnTo>
                    <a:pt x="4513" y="11792"/>
                  </a:lnTo>
                  <a:lnTo>
                    <a:pt x="4513" y="10950"/>
                  </a:lnTo>
                  <a:lnTo>
                    <a:pt x="4533" y="10108"/>
                  </a:lnTo>
                  <a:lnTo>
                    <a:pt x="4593" y="9265"/>
                  </a:lnTo>
                  <a:lnTo>
                    <a:pt x="4593" y="9265"/>
                  </a:lnTo>
                  <a:lnTo>
                    <a:pt x="4633" y="8664"/>
                  </a:lnTo>
                  <a:lnTo>
                    <a:pt x="4693" y="8062"/>
                  </a:lnTo>
                  <a:lnTo>
                    <a:pt x="4774" y="7461"/>
                  </a:lnTo>
                  <a:lnTo>
                    <a:pt x="4874" y="6839"/>
                  </a:lnTo>
                  <a:lnTo>
                    <a:pt x="4974" y="6217"/>
                  </a:lnTo>
                  <a:lnTo>
                    <a:pt x="5094" y="5596"/>
                  </a:lnTo>
                  <a:lnTo>
                    <a:pt x="5255" y="4974"/>
                  </a:lnTo>
                  <a:lnTo>
                    <a:pt x="5415" y="4352"/>
                  </a:lnTo>
                  <a:lnTo>
                    <a:pt x="5616" y="3750"/>
                  </a:lnTo>
                  <a:lnTo>
                    <a:pt x="5816" y="3169"/>
                  </a:lnTo>
                  <a:lnTo>
                    <a:pt x="6057" y="2587"/>
                  </a:lnTo>
                  <a:lnTo>
                    <a:pt x="6318" y="2026"/>
                  </a:lnTo>
                  <a:lnTo>
                    <a:pt x="6619" y="1484"/>
                  </a:lnTo>
                  <a:lnTo>
                    <a:pt x="6939" y="963"/>
                  </a:lnTo>
                  <a:lnTo>
                    <a:pt x="7280" y="462"/>
                  </a:lnTo>
                  <a:lnTo>
                    <a:pt x="76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7" name="Google Shape;9087;p45"/>
            <p:cNvSpPr/>
            <p:nvPr/>
          </p:nvSpPr>
          <p:spPr>
            <a:xfrm>
              <a:off x="10986425" y="3187613"/>
              <a:ext cx="99800" cy="93775"/>
            </a:xfrm>
            <a:custGeom>
              <a:avLst/>
              <a:gdLst/>
              <a:ahLst/>
              <a:cxnLst/>
              <a:rect l="l" t="t" r="r" b="b"/>
              <a:pathLst>
                <a:path w="3992" h="3751" extrusionOk="0">
                  <a:moveTo>
                    <a:pt x="241" y="1"/>
                  </a:moveTo>
                  <a:lnTo>
                    <a:pt x="161" y="21"/>
                  </a:lnTo>
                  <a:lnTo>
                    <a:pt x="101" y="41"/>
                  </a:lnTo>
                  <a:lnTo>
                    <a:pt x="41" y="101"/>
                  </a:lnTo>
                  <a:lnTo>
                    <a:pt x="21" y="181"/>
                  </a:lnTo>
                  <a:lnTo>
                    <a:pt x="1" y="241"/>
                  </a:lnTo>
                  <a:lnTo>
                    <a:pt x="21" y="321"/>
                  </a:lnTo>
                  <a:lnTo>
                    <a:pt x="61" y="382"/>
                  </a:lnTo>
                  <a:lnTo>
                    <a:pt x="121" y="442"/>
                  </a:lnTo>
                  <a:lnTo>
                    <a:pt x="362" y="582"/>
                  </a:lnTo>
                  <a:lnTo>
                    <a:pt x="622" y="702"/>
                  </a:lnTo>
                  <a:lnTo>
                    <a:pt x="1144" y="943"/>
                  </a:lnTo>
                  <a:lnTo>
                    <a:pt x="1405" y="1063"/>
                  </a:lnTo>
                  <a:lnTo>
                    <a:pt x="1665" y="1204"/>
                  </a:lnTo>
                  <a:lnTo>
                    <a:pt x="1906" y="1364"/>
                  </a:lnTo>
                  <a:lnTo>
                    <a:pt x="2127" y="1545"/>
                  </a:lnTo>
                  <a:lnTo>
                    <a:pt x="2347" y="1765"/>
                  </a:lnTo>
                  <a:lnTo>
                    <a:pt x="2528" y="2006"/>
                  </a:lnTo>
                  <a:lnTo>
                    <a:pt x="2688" y="2247"/>
                  </a:lnTo>
                  <a:lnTo>
                    <a:pt x="2828" y="2507"/>
                  </a:lnTo>
                  <a:lnTo>
                    <a:pt x="3069" y="3049"/>
                  </a:lnTo>
                  <a:lnTo>
                    <a:pt x="3210" y="3330"/>
                  </a:lnTo>
                  <a:lnTo>
                    <a:pt x="3350" y="3590"/>
                  </a:lnTo>
                  <a:lnTo>
                    <a:pt x="3390" y="3650"/>
                  </a:lnTo>
                  <a:lnTo>
                    <a:pt x="3430" y="3691"/>
                  </a:lnTo>
                  <a:lnTo>
                    <a:pt x="3490" y="3731"/>
                  </a:lnTo>
                  <a:lnTo>
                    <a:pt x="3550" y="3751"/>
                  </a:lnTo>
                  <a:lnTo>
                    <a:pt x="3671" y="3751"/>
                  </a:lnTo>
                  <a:lnTo>
                    <a:pt x="3771" y="3731"/>
                  </a:lnTo>
                  <a:lnTo>
                    <a:pt x="3871" y="3670"/>
                  </a:lnTo>
                  <a:lnTo>
                    <a:pt x="3952" y="3570"/>
                  </a:lnTo>
                  <a:lnTo>
                    <a:pt x="3992" y="3450"/>
                  </a:lnTo>
                  <a:lnTo>
                    <a:pt x="3992" y="3390"/>
                  </a:lnTo>
                  <a:lnTo>
                    <a:pt x="3992" y="3310"/>
                  </a:lnTo>
                  <a:lnTo>
                    <a:pt x="3911" y="3009"/>
                  </a:lnTo>
                  <a:lnTo>
                    <a:pt x="3811" y="2688"/>
                  </a:lnTo>
                  <a:lnTo>
                    <a:pt x="3671" y="2367"/>
                  </a:lnTo>
                  <a:lnTo>
                    <a:pt x="3530" y="2066"/>
                  </a:lnTo>
                  <a:lnTo>
                    <a:pt x="3350" y="1785"/>
                  </a:lnTo>
                  <a:lnTo>
                    <a:pt x="3149" y="1505"/>
                  </a:lnTo>
                  <a:lnTo>
                    <a:pt x="2909" y="1244"/>
                  </a:lnTo>
                  <a:lnTo>
                    <a:pt x="2668" y="983"/>
                  </a:lnTo>
                  <a:lnTo>
                    <a:pt x="2407" y="763"/>
                  </a:lnTo>
                  <a:lnTo>
                    <a:pt x="2147" y="562"/>
                  </a:lnTo>
                  <a:lnTo>
                    <a:pt x="1846" y="382"/>
                  </a:lnTo>
                  <a:lnTo>
                    <a:pt x="1545" y="241"/>
                  </a:lnTo>
                  <a:lnTo>
                    <a:pt x="1224" y="121"/>
                  </a:lnTo>
                  <a:lnTo>
                    <a:pt x="903" y="41"/>
                  </a:lnTo>
                  <a:lnTo>
                    <a:pt x="5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8" name="Google Shape;9088;p45"/>
            <p:cNvSpPr/>
            <p:nvPr/>
          </p:nvSpPr>
          <p:spPr>
            <a:xfrm>
              <a:off x="11080175" y="3306938"/>
              <a:ext cx="17575" cy="18075"/>
            </a:xfrm>
            <a:custGeom>
              <a:avLst/>
              <a:gdLst/>
              <a:ahLst/>
              <a:cxnLst/>
              <a:rect l="l" t="t" r="r" b="b"/>
              <a:pathLst>
                <a:path w="703" h="723" extrusionOk="0">
                  <a:moveTo>
                    <a:pt x="262" y="0"/>
                  </a:moveTo>
                  <a:lnTo>
                    <a:pt x="181" y="21"/>
                  </a:lnTo>
                  <a:lnTo>
                    <a:pt x="121" y="61"/>
                  </a:lnTo>
                  <a:lnTo>
                    <a:pt x="81" y="101"/>
                  </a:lnTo>
                  <a:lnTo>
                    <a:pt x="41" y="161"/>
                  </a:lnTo>
                  <a:lnTo>
                    <a:pt x="21" y="221"/>
                  </a:lnTo>
                  <a:lnTo>
                    <a:pt x="1" y="361"/>
                  </a:lnTo>
                  <a:lnTo>
                    <a:pt x="21" y="502"/>
                  </a:lnTo>
                  <a:lnTo>
                    <a:pt x="41" y="562"/>
                  </a:lnTo>
                  <a:lnTo>
                    <a:pt x="81" y="622"/>
                  </a:lnTo>
                  <a:lnTo>
                    <a:pt x="121" y="662"/>
                  </a:lnTo>
                  <a:lnTo>
                    <a:pt x="181" y="702"/>
                  </a:lnTo>
                  <a:lnTo>
                    <a:pt x="262" y="722"/>
                  </a:lnTo>
                  <a:lnTo>
                    <a:pt x="422" y="722"/>
                  </a:lnTo>
                  <a:lnTo>
                    <a:pt x="502" y="702"/>
                  </a:lnTo>
                  <a:lnTo>
                    <a:pt x="563" y="662"/>
                  </a:lnTo>
                  <a:lnTo>
                    <a:pt x="603" y="622"/>
                  </a:lnTo>
                  <a:lnTo>
                    <a:pt x="643" y="562"/>
                  </a:lnTo>
                  <a:lnTo>
                    <a:pt x="683" y="502"/>
                  </a:lnTo>
                  <a:lnTo>
                    <a:pt x="703" y="361"/>
                  </a:lnTo>
                  <a:lnTo>
                    <a:pt x="683" y="221"/>
                  </a:lnTo>
                  <a:lnTo>
                    <a:pt x="643" y="161"/>
                  </a:lnTo>
                  <a:lnTo>
                    <a:pt x="603" y="101"/>
                  </a:lnTo>
                  <a:lnTo>
                    <a:pt x="563" y="61"/>
                  </a:lnTo>
                  <a:lnTo>
                    <a:pt x="502" y="21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9" name="Google Shape;9089;p45"/>
            <p:cNvSpPr/>
            <p:nvPr/>
          </p:nvSpPr>
          <p:spPr>
            <a:xfrm>
              <a:off x="10287620" y="4074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0" name="Google Shape;9090;p45"/>
            <p:cNvSpPr/>
            <p:nvPr/>
          </p:nvSpPr>
          <p:spPr>
            <a:xfrm>
              <a:off x="10393350" y="3917588"/>
              <a:ext cx="25575" cy="158475"/>
            </a:xfrm>
            <a:custGeom>
              <a:avLst/>
              <a:gdLst/>
              <a:ahLst/>
              <a:cxnLst/>
              <a:rect l="l" t="t" r="r" b="b"/>
              <a:pathLst>
                <a:path w="1023" h="6339" extrusionOk="0">
                  <a:moveTo>
                    <a:pt x="0" y="1"/>
                  </a:moveTo>
                  <a:lnTo>
                    <a:pt x="0" y="6338"/>
                  </a:lnTo>
                  <a:lnTo>
                    <a:pt x="1023" y="6338"/>
                  </a:lnTo>
                  <a:lnTo>
                    <a:pt x="963" y="4754"/>
                  </a:lnTo>
                  <a:lnTo>
                    <a:pt x="943" y="3169"/>
                  </a:lnTo>
                  <a:lnTo>
                    <a:pt x="943" y="1585"/>
                  </a:lnTo>
                  <a:lnTo>
                    <a:pt x="9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91" name="Google Shape;9091;p45"/>
          <p:cNvGrpSpPr/>
          <p:nvPr/>
        </p:nvGrpSpPr>
        <p:grpSpPr>
          <a:xfrm>
            <a:off x="6815325" y="-125000"/>
            <a:ext cx="260625" cy="1230500"/>
            <a:chOff x="6815325" y="0"/>
            <a:chExt cx="260625" cy="1230500"/>
          </a:xfrm>
        </p:grpSpPr>
        <p:sp>
          <p:nvSpPr>
            <p:cNvPr id="9092" name="Google Shape;9092;p45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extrusionOk="0">
                  <a:moveTo>
                    <a:pt x="1" y="36662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3" name="Google Shape;9093;p45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fill="none" extrusionOk="0">
                  <a:moveTo>
                    <a:pt x="1" y="36662"/>
                  </a:moveTo>
                  <a:lnTo>
                    <a:pt x="1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4" name="Google Shape;9094;p45"/>
            <p:cNvSpPr/>
            <p:nvPr/>
          </p:nvSpPr>
          <p:spPr>
            <a:xfrm>
              <a:off x="6933275" y="0"/>
              <a:ext cx="19675" cy="916575"/>
            </a:xfrm>
            <a:custGeom>
              <a:avLst/>
              <a:gdLst/>
              <a:ahLst/>
              <a:cxnLst/>
              <a:rect l="l" t="t" r="r" b="b"/>
              <a:pathLst>
                <a:path w="787" h="36663" extrusionOk="0">
                  <a:moveTo>
                    <a:pt x="0" y="0"/>
                  </a:moveTo>
                  <a:lnTo>
                    <a:pt x="0" y="36662"/>
                  </a:lnTo>
                  <a:lnTo>
                    <a:pt x="787" y="366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5" name="Google Shape;9095;p45"/>
            <p:cNvSpPr/>
            <p:nvPr/>
          </p:nvSpPr>
          <p:spPr>
            <a:xfrm>
              <a:off x="6815325" y="847475"/>
              <a:ext cx="260625" cy="383025"/>
            </a:xfrm>
            <a:custGeom>
              <a:avLst/>
              <a:gdLst/>
              <a:ahLst/>
              <a:cxnLst/>
              <a:rect l="l" t="t" r="r" b="b"/>
              <a:pathLst>
                <a:path w="10425" h="15321" extrusionOk="0">
                  <a:moveTo>
                    <a:pt x="7077" y="0"/>
                  </a:moveTo>
                  <a:lnTo>
                    <a:pt x="6718" y="23"/>
                  </a:lnTo>
                  <a:lnTo>
                    <a:pt x="6358" y="45"/>
                  </a:lnTo>
                  <a:lnTo>
                    <a:pt x="5999" y="90"/>
                  </a:lnTo>
                  <a:lnTo>
                    <a:pt x="5662" y="157"/>
                  </a:lnTo>
                  <a:lnTo>
                    <a:pt x="5303" y="247"/>
                  </a:lnTo>
                  <a:lnTo>
                    <a:pt x="4966" y="360"/>
                  </a:lnTo>
                  <a:lnTo>
                    <a:pt x="4651" y="472"/>
                  </a:lnTo>
                  <a:lnTo>
                    <a:pt x="4314" y="607"/>
                  </a:lnTo>
                  <a:lnTo>
                    <a:pt x="4000" y="764"/>
                  </a:lnTo>
                  <a:lnTo>
                    <a:pt x="3708" y="944"/>
                  </a:lnTo>
                  <a:lnTo>
                    <a:pt x="3416" y="1123"/>
                  </a:lnTo>
                  <a:lnTo>
                    <a:pt x="3123" y="1326"/>
                  </a:lnTo>
                  <a:lnTo>
                    <a:pt x="2831" y="1528"/>
                  </a:lnTo>
                  <a:lnTo>
                    <a:pt x="2584" y="1752"/>
                  </a:lnTo>
                  <a:lnTo>
                    <a:pt x="2315" y="1999"/>
                  </a:lnTo>
                  <a:lnTo>
                    <a:pt x="2068" y="2247"/>
                  </a:lnTo>
                  <a:lnTo>
                    <a:pt x="1843" y="2516"/>
                  </a:lnTo>
                  <a:lnTo>
                    <a:pt x="1618" y="2808"/>
                  </a:lnTo>
                  <a:lnTo>
                    <a:pt x="1394" y="3078"/>
                  </a:lnTo>
                  <a:lnTo>
                    <a:pt x="1214" y="3392"/>
                  </a:lnTo>
                  <a:lnTo>
                    <a:pt x="1012" y="3707"/>
                  </a:lnTo>
                  <a:lnTo>
                    <a:pt x="855" y="4021"/>
                  </a:lnTo>
                  <a:lnTo>
                    <a:pt x="697" y="4336"/>
                  </a:lnTo>
                  <a:lnTo>
                    <a:pt x="563" y="4695"/>
                  </a:lnTo>
                  <a:lnTo>
                    <a:pt x="428" y="5032"/>
                  </a:lnTo>
                  <a:lnTo>
                    <a:pt x="315" y="5392"/>
                  </a:lnTo>
                  <a:lnTo>
                    <a:pt x="226" y="5751"/>
                  </a:lnTo>
                  <a:lnTo>
                    <a:pt x="136" y="6110"/>
                  </a:lnTo>
                  <a:lnTo>
                    <a:pt x="68" y="6492"/>
                  </a:lnTo>
                  <a:lnTo>
                    <a:pt x="23" y="6874"/>
                  </a:lnTo>
                  <a:lnTo>
                    <a:pt x="1" y="7256"/>
                  </a:lnTo>
                  <a:lnTo>
                    <a:pt x="1" y="7661"/>
                  </a:lnTo>
                  <a:lnTo>
                    <a:pt x="1" y="8042"/>
                  </a:lnTo>
                  <a:lnTo>
                    <a:pt x="23" y="8447"/>
                  </a:lnTo>
                  <a:lnTo>
                    <a:pt x="68" y="8829"/>
                  </a:lnTo>
                  <a:lnTo>
                    <a:pt x="136" y="9211"/>
                  </a:lnTo>
                  <a:lnTo>
                    <a:pt x="226" y="9570"/>
                  </a:lnTo>
                  <a:lnTo>
                    <a:pt x="315" y="9929"/>
                  </a:lnTo>
                  <a:lnTo>
                    <a:pt x="428" y="10289"/>
                  </a:lnTo>
                  <a:lnTo>
                    <a:pt x="563" y="10648"/>
                  </a:lnTo>
                  <a:lnTo>
                    <a:pt x="697" y="10985"/>
                  </a:lnTo>
                  <a:lnTo>
                    <a:pt x="855" y="11322"/>
                  </a:lnTo>
                  <a:lnTo>
                    <a:pt x="1012" y="11637"/>
                  </a:lnTo>
                  <a:lnTo>
                    <a:pt x="1214" y="11951"/>
                  </a:lnTo>
                  <a:lnTo>
                    <a:pt x="1394" y="12243"/>
                  </a:lnTo>
                  <a:lnTo>
                    <a:pt x="1618" y="12535"/>
                  </a:lnTo>
                  <a:lnTo>
                    <a:pt x="1843" y="12805"/>
                  </a:lnTo>
                  <a:lnTo>
                    <a:pt x="2068" y="13075"/>
                  </a:lnTo>
                  <a:lnTo>
                    <a:pt x="2315" y="13344"/>
                  </a:lnTo>
                  <a:lnTo>
                    <a:pt x="2584" y="13569"/>
                  </a:lnTo>
                  <a:lnTo>
                    <a:pt x="2831" y="13793"/>
                  </a:lnTo>
                  <a:lnTo>
                    <a:pt x="3123" y="14018"/>
                  </a:lnTo>
                  <a:lnTo>
                    <a:pt x="3416" y="14220"/>
                  </a:lnTo>
                  <a:lnTo>
                    <a:pt x="3708" y="14400"/>
                  </a:lnTo>
                  <a:lnTo>
                    <a:pt x="4000" y="14580"/>
                  </a:lnTo>
                  <a:lnTo>
                    <a:pt x="4314" y="14714"/>
                  </a:lnTo>
                  <a:lnTo>
                    <a:pt x="4651" y="14872"/>
                  </a:lnTo>
                  <a:lnTo>
                    <a:pt x="4966" y="14984"/>
                  </a:lnTo>
                  <a:lnTo>
                    <a:pt x="5303" y="15074"/>
                  </a:lnTo>
                  <a:lnTo>
                    <a:pt x="5662" y="15164"/>
                  </a:lnTo>
                  <a:lnTo>
                    <a:pt x="5999" y="15231"/>
                  </a:lnTo>
                  <a:lnTo>
                    <a:pt x="6358" y="15276"/>
                  </a:lnTo>
                  <a:lnTo>
                    <a:pt x="6718" y="15321"/>
                  </a:lnTo>
                  <a:lnTo>
                    <a:pt x="7504" y="15321"/>
                  </a:lnTo>
                  <a:lnTo>
                    <a:pt x="7931" y="15276"/>
                  </a:lnTo>
                  <a:lnTo>
                    <a:pt x="8335" y="15209"/>
                  </a:lnTo>
                  <a:lnTo>
                    <a:pt x="8762" y="15119"/>
                  </a:lnTo>
                  <a:lnTo>
                    <a:pt x="9144" y="14984"/>
                  </a:lnTo>
                  <a:lnTo>
                    <a:pt x="9548" y="14849"/>
                  </a:lnTo>
                  <a:lnTo>
                    <a:pt x="9908" y="14692"/>
                  </a:lnTo>
                  <a:lnTo>
                    <a:pt x="10267" y="14512"/>
                  </a:lnTo>
                  <a:lnTo>
                    <a:pt x="9863" y="14243"/>
                  </a:lnTo>
                  <a:lnTo>
                    <a:pt x="9481" y="13951"/>
                  </a:lnTo>
                  <a:lnTo>
                    <a:pt x="9122" y="13636"/>
                  </a:lnTo>
                  <a:lnTo>
                    <a:pt x="8762" y="13299"/>
                  </a:lnTo>
                  <a:lnTo>
                    <a:pt x="8425" y="12940"/>
                  </a:lnTo>
                  <a:lnTo>
                    <a:pt x="8133" y="12558"/>
                  </a:lnTo>
                  <a:lnTo>
                    <a:pt x="7841" y="12153"/>
                  </a:lnTo>
                  <a:lnTo>
                    <a:pt x="7594" y="11727"/>
                  </a:lnTo>
                  <a:lnTo>
                    <a:pt x="7347" y="11300"/>
                  </a:lnTo>
                  <a:lnTo>
                    <a:pt x="7145" y="10828"/>
                  </a:lnTo>
                  <a:lnTo>
                    <a:pt x="6987" y="10356"/>
                  </a:lnTo>
                  <a:lnTo>
                    <a:pt x="6830" y="9862"/>
                  </a:lnTo>
                  <a:lnTo>
                    <a:pt x="6718" y="9345"/>
                  </a:lnTo>
                  <a:lnTo>
                    <a:pt x="6628" y="8829"/>
                  </a:lnTo>
                  <a:lnTo>
                    <a:pt x="6583" y="8290"/>
                  </a:lnTo>
                  <a:lnTo>
                    <a:pt x="6561" y="7750"/>
                  </a:lnTo>
                  <a:lnTo>
                    <a:pt x="6583" y="7211"/>
                  </a:lnTo>
                  <a:lnTo>
                    <a:pt x="6628" y="6650"/>
                  </a:lnTo>
                  <a:lnTo>
                    <a:pt x="6718" y="6133"/>
                  </a:lnTo>
                  <a:lnTo>
                    <a:pt x="6830" y="5616"/>
                  </a:lnTo>
                  <a:lnTo>
                    <a:pt x="6987" y="5100"/>
                  </a:lnTo>
                  <a:lnTo>
                    <a:pt x="7167" y="4605"/>
                  </a:lnTo>
                  <a:lnTo>
                    <a:pt x="7392" y="4134"/>
                  </a:lnTo>
                  <a:lnTo>
                    <a:pt x="7639" y="3684"/>
                  </a:lnTo>
                  <a:lnTo>
                    <a:pt x="7908" y="3257"/>
                  </a:lnTo>
                  <a:lnTo>
                    <a:pt x="8200" y="2853"/>
                  </a:lnTo>
                  <a:lnTo>
                    <a:pt x="8515" y="2449"/>
                  </a:lnTo>
                  <a:lnTo>
                    <a:pt x="8852" y="2089"/>
                  </a:lnTo>
                  <a:lnTo>
                    <a:pt x="9211" y="1752"/>
                  </a:lnTo>
                  <a:lnTo>
                    <a:pt x="9616" y="1438"/>
                  </a:lnTo>
                  <a:lnTo>
                    <a:pt x="10020" y="1168"/>
                  </a:lnTo>
                  <a:lnTo>
                    <a:pt x="10424" y="921"/>
                  </a:lnTo>
                  <a:lnTo>
                    <a:pt x="10065" y="719"/>
                  </a:lnTo>
                  <a:lnTo>
                    <a:pt x="9661" y="517"/>
                  </a:lnTo>
                  <a:lnTo>
                    <a:pt x="9256" y="382"/>
                  </a:lnTo>
                  <a:lnTo>
                    <a:pt x="8852" y="247"/>
                  </a:lnTo>
                  <a:lnTo>
                    <a:pt x="8425" y="135"/>
                  </a:lnTo>
                  <a:lnTo>
                    <a:pt x="7976" y="68"/>
                  </a:lnTo>
                  <a:lnTo>
                    <a:pt x="7527" y="23"/>
                  </a:lnTo>
                  <a:lnTo>
                    <a:pt x="707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96" name="Google Shape;9096;p45"/>
          <p:cNvGrpSpPr/>
          <p:nvPr/>
        </p:nvGrpSpPr>
        <p:grpSpPr>
          <a:xfrm>
            <a:off x="1681650" y="-125000"/>
            <a:ext cx="599250" cy="1418100"/>
            <a:chOff x="310050" y="-1175"/>
            <a:chExt cx="599250" cy="1418100"/>
          </a:xfrm>
        </p:grpSpPr>
        <p:grpSp>
          <p:nvGrpSpPr>
            <p:cNvPr id="9097" name="Google Shape;9097;p45"/>
            <p:cNvGrpSpPr/>
            <p:nvPr/>
          </p:nvGrpSpPr>
          <p:grpSpPr>
            <a:xfrm>
              <a:off x="310050" y="-1175"/>
              <a:ext cx="599250" cy="1418100"/>
              <a:chOff x="310050" y="0"/>
              <a:chExt cx="599250" cy="1418100"/>
            </a:xfrm>
          </p:grpSpPr>
          <p:sp>
            <p:nvSpPr>
              <p:cNvPr id="9098" name="Google Shape;9098;p45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extrusionOk="0">
                    <a:moveTo>
                      <a:pt x="1" y="36662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9" name="Google Shape;9099;p45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fill="none" extrusionOk="0">
                    <a:moveTo>
                      <a:pt x="1" y="36662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0" name="Google Shape;9100;p45"/>
              <p:cNvSpPr/>
              <p:nvPr/>
            </p:nvSpPr>
            <p:spPr>
              <a:xfrm>
                <a:off x="598700" y="0"/>
                <a:ext cx="19700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6663" extrusionOk="0">
                    <a:moveTo>
                      <a:pt x="1" y="0"/>
                    </a:moveTo>
                    <a:lnTo>
                      <a:pt x="1" y="36662"/>
                    </a:lnTo>
                    <a:lnTo>
                      <a:pt x="787" y="3666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1" name="Google Shape;9101;p45"/>
              <p:cNvSpPr/>
              <p:nvPr/>
            </p:nvSpPr>
            <p:spPr>
              <a:xfrm>
                <a:off x="310050" y="847475"/>
                <a:ext cx="599250" cy="570625"/>
              </a:xfrm>
              <a:custGeom>
                <a:avLst/>
                <a:gdLst/>
                <a:ahLst/>
                <a:cxnLst/>
                <a:rect l="l" t="t" r="r" b="b"/>
                <a:pathLst>
                  <a:path w="23970" h="22825" extrusionOk="0">
                    <a:moveTo>
                      <a:pt x="11996" y="0"/>
                    </a:moveTo>
                    <a:lnTo>
                      <a:pt x="7503" y="6425"/>
                    </a:lnTo>
                    <a:lnTo>
                      <a:pt x="0" y="8716"/>
                    </a:lnTo>
                    <a:lnTo>
                      <a:pt x="4718" y="14984"/>
                    </a:lnTo>
                    <a:lnTo>
                      <a:pt x="4560" y="22824"/>
                    </a:lnTo>
                    <a:lnTo>
                      <a:pt x="11996" y="20286"/>
                    </a:lnTo>
                    <a:lnTo>
                      <a:pt x="19409" y="22824"/>
                    </a:lnTo>
                    <a:lnTo>
                      <a:pt x="19252" y="14984"/>
                    </a:lnTo>
                    <a:lnTo>
                      <a:pt x="23970" y="8716"/>
                    </a:lnTo>
                    <a:lnTo>
                      <a:pt x="16489" y="6425"/>
                    </a:lnTo>
                    <a:lnTo>
                      <a:pt x="1199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102" name="Google Shape;9102;p45"/>
            <p:cNvSpPr/>
            <p:nvPr/>
          </p:nvSpPr>
          <p:spPr>
            <a:xfrm>
              <a:off x="445600" y="979650"/>
              <a:ext cx="328149" cy="312474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03" name="Google Shape;9103;p45"/>
          <p:cNvGrpSpPr/>
          <p:nvPr/>
        </p:nvGrpSpPr>
        <p:grpSpPr>
          <a:xfrm>
            <a:off x="8234700" y="-125000"/>
            <a:ext cx="297100" cy="2315550"/>
            <a:chOff x="8234700" y="-1175"/>
            <a:chExt cx="297100" cy="2315550"/>
          </a:xfrm>
        </p:grpSpPr>
        <p:grpSp>
          <p:nvGrpSpPr>
            <p:cNvPr id="9104" name="Google Shape;9104;p45"/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9105" name="Google Shape;9105;p45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6" name="Google Shape;9106;p45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7" name="Google Shape;9107;p45"/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8" name="Google Shape;9108;p45"/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109" name="Google Shape;9109;p45"/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10" name="Google Shape;9110;p45"/>
          <p:cNvGrpSpPr/>
          <p:nvPr/>
        </p:nvGrpSpPr>
        <p:grpSpPr>
          <a:xfrm>
            <a:off x="564675" y="-125000"/>
            <a:ext cx="297100" cy="2315550"/>
            <a:chOff x="8234700" y="-1175"/>
            <a:chExt cx="297100" cy="2315550"/>
          </a:xfrm>
        </p:grpSpPr>
        <p:grpSp>
          <p:nvGrpSpPr>
            <p:cNvPr id="9111" name="Google Shape;9111;p45"/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9112" name="Google Shape;9112;p45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3" name="Google Shape;9113;p45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4" name="Google Shape;9114;p45"/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5" name="Google Shape;9115;p45"/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116" name="Google Shape;9116;p45"/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" name="Podnaslov 2">
            <a:extLst>
              <a:ext uri="{FF2B5EF4-FFF2-40B4-BE49-F238E27FC236}">
                <a16:creationId xmlns:a16="http://schemas.microsoft.com/office/drawing/2014/main" id="{65DF320E-8988-1AEA-9273-4E3737C254B7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theme/theme1.xml><?xml version="1.0" encoding="utf-8"?>
<a:theme xmlns:a="http://schemas.openxmlformats.org/drawingml/2006/main" name="German Toy Route Minitheme Slidesgo">
  <a:themeElements>
    <a:clrScheme name="Simple Light">
      <a:dk1>
        <a:srgbClr val="3A3C4C"/>
      </a:dk1>
      <a:lt1>
        <a:srgbClr val="FFF6E6"/>
      </a:lt1>
      <a:dk2>
        <a:srgbClr val="EFDED4"/>
      </a:dk2>
      <a:lt2>
        <a:srgbClr val="CC6666"/>
      </a:lt2>
      <a:accent1>
        <a:srgbClr val="D7C2B5"/>
      </a:accent1>
      <a:accent2>
        <a:srgbClr val="BA8867"/>
      </a:accent2>
      <a:accent3>
        <a:srgbClr val="AED3D3"/>
      </a:accent3>
      <a:accent4>
        <a:srgbClr val="FFC05C"/>
      </a:accent4>
      <a:accent5>
        <a:srgbClr val="95A3D1"/>
      </a:accent5>
      <a:accent6>
        <a:srgbClr val="E5E5E5"/>
      </a:accent6>
      <a:hlink>
        <a:srgbClr val="3A3C4C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kument" ma:contentTypeID="0x01010054832B4C5478B74DBA320F567BA38B65" ma:contentTypeVersion="11" ma:contentTypeDescription="Stvaranje novog dokumenta." ma:contentTypeScope="" ma:versionID="4509c766877b1511af3f9340dc83dbb3">
  <xsd:schema xmlns:xsd="http://www.w3.org/2001/XMLSchema" xmlns:xs="http://www.w3.org/2001/XMLSchema" xmlns:p="http://schemas.microsoft.com/office/2006/metadata/properties" xmlns:ns3="119f4437-08a8-4bb0-9762-5a79f254a4d9" targetNamespace="http://schemas.microsoft.com/office/2006/metadata/properties" ma:root="true" ma:fieldsID="9763b7b76f1f28c7ff13a5c254ca3f71" ns3:_="">
    <xsd:import namespace="119f4437-08a8-4bb0-9762-5a79f254a4d9"/>
    <xsd:element name="properties">
      <xsd:complexType>
        <xsd:sequence>
          <xsd:element name="documentManagement">
            <xsd:complexType>
              <xsd:all>
                <xsd:element ref="ns3:_activity" minOccurs="0"/>
                <xsd:element ref="ns3:MediaServiceMetadata" minOccurs="0"/>
                <xsd:element ref="ns3:MediaServiceFastMetadata" minOccurs="0"/>
                <xsd:element ref="ns3:MediaServiceObjectDetectorVersions" minOccurs="0"/>
                <xsd:element ref="ns3:MediaServiceSystemTags" minOccurs="0"/>
                <xsd:element ref="ns3:MediaServiceOCR" minOccurs="0"/>
                <xsd:element ref="ns3:MediaServiceGenerationTime" minOccurs="0"/>
                <xsd:element ref="ns3:MediaServiceEventHashCode" minOccurs="0"/>
                <xsd:element ref="ns3:MediaLengthInSeconds" minOccurs="0"/>
                <xsd:element ref="ns3:MediaServiceSearchProperties" minOccurs="0"/>
                <xsd:element ref="ns3:MediaServiceDateTake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19f4437-08a8-4bb0-9762-5a79f254a4d9" elementFormDefault="qualified">
    <xsd:import namespace="http://schemas.microsoft.com/office/2006/documentManagement/types"/>
    <xsd:import namespace="http://schemas.microsoft.com/office/infopath/2007/PartnerControls"/>
    <xsd:element name="_activity" ma:index="8" nillable="true" ma:displayName="_activity" ma:hidden="true" ma:internalName="_activity">
      <xsd:simpleType>
        <xsd:restriction base="dms:Note"/>
      </xsd:simpleType>
    </xsd:element>
    <xsd:element name="MediaServiceMetadata" ma:index="9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10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bjectDetectorVersions" ma:index="11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SystemTags" ma:index="12" nillable="true" ma:displayName="MediaServiceSystemTags" ma:hidden="true" ma:internalName="MediaServiceSystemTags" ma:readOnly="true">
      <xsd:simpleType>
        <xsd:restriction base="dms:Note"/>
      </xsd:simpleType>
    </xsd:element>
    <xsd:element name="MediaServiceOCR" ma:index="13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4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5" nillable="true" ma:displayName="MediaServiceEventHashCode" ma:hidden="true" ma:internalName="MediaServiceEventHashCode" ma:readOnly="true">
      <xsd:simpleType>
        <xsd:restriction base="dms:Text"/>
      </xsd:simpleType>
    </xsd:element>
    <xsd:element name="MediaLengthInSeconds" ma:index="16" nillable="true" ma:displayName="MediaLengthInSeconds" ma:hidden="true" ma:internalName="MediaLengthInSeconds" ma:readOnly="true">
      <xsd:simpleType>
        <xsd:restriction base="dms:Unknown"/>
      </xsd:simpleType>
    </xsd:element>
    <xsd:element name="MediaServiceSearchProperties" ma:index="17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DateTaken" ma:index="18" nillable="true" ma:displayName="MediaServiceDateTaken" ma:hidden="true" ma:indexed="true" ma:internalName="MediaServiceDateTaken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Vrsta sadržaja"/>
        <xsd:element ref="dc:title" minOccurs="0" maxOccurs="1" ma:index="4" ma:displayName="Naslov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activity xmlns="119f4437-08a8-4bb0-9762-5a79f254a4d9" xsi:nil="true"/>
  </documentManagement>
</p:properties>
</file>

<file path=customXml/itemProps1.xml><?xml version="1.0" encoding="utf-8"?>
<ds:datastoreItem xmlns:ds="http://schemas.openxmlformats.org/officeDocument/2006/customXml" ds:itemID="{23A1EB23-4877-45A4-B657-389330CCAF9B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E79D75DF-DDD7-45B6-9A29-F8E01EF881D6}">
  <ds:schemaRefs>
    <ds:schemaRef ds:uri="119f4437-08a8-4bb0-9762-5a79f254a4d9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customXml/itemProps3.xml><?xml version="1.0" encoding="utf-8"?>
<ds:datastoreItem xmlns:ds="http://schemas.openxmlformats.org/officeDocument/2006/customXml" ds:itemID="{83AC9896-F82F-4D51-A1A8-0D8E95B4F97E}">
  <ds:schemaRefs>
    <ds:schemaRef ds:uri="http://www.w3.org/XML/1998/namespace"/>
    <ds:schemaRef ds:uri="http://purl.org/dc/terms/"/>
    <ds:schemaRef ds:uri="http://purl.org/dc/dcmitype/"/>
    <ds:schemaRef ds:uri="http://schemas.microsoft.com/office/infopath/2007/PartnerControls"/>
    <ds:schemaRef ds:uri="http://purl.org/dc/elements/1.1/"/>
    <ds:schemaRef ds:uri="http://schemas.microsoft.com/office/2006/documentManagement/types"/>
    <ds:schemaRef ds:uri="http://schemas.openxmlformats.org/package/2006/metadata/core-properties"/>
    <ds:schemaRef ds:uri="119f4437-08a8-4bb0-9762-5a79f254a4d9"/>
    <ds:schemaRef ds:uri="http://schemas.microsoft.com/office/2006/metadata/propertie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43</TotalTime>
  <Words>572</Words>
  <Application>Microsoft Office PowerPoint</Application>
  <PresentationFormat>Prikaz na zaslonu (16:9)</PresentationFormat>
  <Paragraphs>104</Paragraphs>
  <Slides>22</Slides>
  <Notes>22</Notes>
  <HiddenSlides>0</HiddenSlides>
  <MMClips>0</MMClips>
  <ScaleCrop>false</ScaleCrop>
  <HeadingPairs>
    <vt:vector size="6" baseType="variant">
      <vt:variant>
        <vt:lpstr>Korišteni fontovi</vt:lpstr>
      </vt:variant>
      <vt:variant>
        <vt:i4>7</vt:i4>
      </vt:variant>
      <vt:variant>
        <vt:lpstr>Tema</vt:lpstr>
      </vt:variant>
      <vt:variant>
        <vt:i4>1</vt:i4>
      </vt:variant>
      <vt:variant>
        <vt:lpstr>Naslovi slajdova</vt:lpstr>
      </vt:variant>
      <vt:variant>
        <vt:i4>22</vt:i4>
      </vt:variant>
    </vt:vector>
  </HeadingPairs>
  <TitlesOfParts>
    <vt:vector size="30" baseType="lpstr">
      <vt:lpstr>Loved by the King</vt:lpstr>
      <vt:lpstr>Nunito Light</vt:lpstr>
      <vt:lpstr>BioRhyme</vt:lpstr>
      <vt:lpstr>PT Sans</vt:lpstr>
      <vt:lpstr>Titillium Web</vt:lpstr>
      <vt:lpstr>Arial</vt:lpstr>
      <vt:lpstr>Alef</vt:lpstr>
      <vt:lpstr>German Toy Route Minitheme Slidesgo</vt:lpstr>
      <vt:lpstr>PlayForward prezentacija projekta</vt:lpstr>
      <vt:lpstr>Sadržaj</vt:lpstr>
      <vt:lpstr>Sadržaj</vt:lpstr>
      <vt:lpstr>Opis projekta</vt:lpstr>
      <vt:lpstr>Opis projekta</vt:lpstr>
      <vt:lpstr>PowerPoint prezentacija</vt:lpstr>
      <vt:lpstr>Cilj projekta</vt:lpstr>
      <vt:lpstr>PowerPoint prezentacija</vt:lpstr>
      <vt:lpstr>Pregled zahtjeva</vt:lpstr>
      <vt:lpstr>Visokorazinski UC dijagram</vt:lpstr>
      <vt:lpstr>PowerPoint prezentacija</vt:lpstr>
      <vt:lpstr>Korišteni alati i tehnologije</vt:lpstr>
      <vt:lpstr>PowerPoint prezentacija</vt:lpstr>
      <vt:lpstr>Klijent-poslužitelj arhitektura</vt:lpstr>
      <vt:lpstr>Demonstracija</vt:lpstr>
      <vt:lpstr>PowerPoint prezentacija</vt:lpstr>
      <vt:lpstr>Ispitivanje</vt:lpstr>
      <vt:lpstr>PowerPoint prezentacija</vt:lpstr>
      <vt:lpstr>Podjela rada</vt:lpstr>
      <vt:lpstr>Zaključak</vt:lpstr>
      <vt:lpstr>Otvoreni smo za pitanja!</vt:lpstr>
      <vt:lpstr>Hvala!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Ivan Džepina</dc:creator>
  <cp:lastModifiedBy>Ivan Džepina</cp:lastModifiedBy>
  <cp:revision>3</cp:revision>
  <dcterms:modified xsi:type="dcterms:W3CDTF">2026-01-23T22:34:44Z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0x01010054832B4C5478B74DBA320F567BA38B65</vt:lpwstr>
  </property>
</Properties>
</file>